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1"/>
  </p:notesMasterIdLst>
  <p:sldIdLst>
    <p:sldId id="258" r:id="rId2"/>
    <p:sldId id="283" r:id="rId3"/>
    <p:sldId id="284" r:id="rId4"/>
    <p:sldId id="286" r:id="rId5"/>
    <p:sldId id="257" r:id="rId6"/>
    <p:sldId id="259" r:id="rId7"/>
    <p:sldId id="261" r:id="rId8"/>
    <p:sldId id="269" r:id="rId9"/>
    <p:sldId id="270" r:id="rId10"/>
    <p:sldId id="273" r:id="rId11"/>
    <p:sldId id="274" r:id="rId12"/>
    <p:sldId id="275" r:id="rId13"/>
    <p:sldId id="276" r:id="rId14"/>
    <p:sldId id="280" r:id="rId15"/>
    <p:sldId id="277" r:id="rId16"/>
    <p:sldId id="279" r:id="rId17"/>
    <p:sldId id="278" r:id="rId18"/>
    <p:sldId id="264" r:id="rId19"/>
    <p:sldId id="265" r:id="rId20"/>
    <p:sldId id="262" r:id="rId21"/>
    <p:sldId id="263" r:id="rId22"/>
    <p:sldId id="267" r:id="rId23"/>
    <p:sldId id="268" r:id="rId24"/>
    <p:sldId id="266" r:id="rId25"/>
    <p:sldId id="285" r:id="rId26"/>
    <p:sldId id="271" r:id="rId27"/>
    <p:sldId id="272" r:id="rId28"/>
    <p:sldId id="281" r:id="rId29"/>
    <p:sldId id="282" r:id="rId30"/>
  </p:sldIdLst>
  <p:sldSz cx="12192000" cy="6858000"/>
  <p:notesSz cx="6858000" cy="9144000"/>
  <p:defaultTextStyle>
    <a:defPPr>
      <a:defRPr lang="en-S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00"/>
    <a:srgbClr val="FF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6" autoAdjust="0"/>
    <p:restoredTop sz="93672" autoAdjust="0"/>
  </p:normalViewPr>
  <p:slideViewPr>
    <p:cSldViewPr>
      <p:cViewPr varScale="1">
        <p:scale>
          <a:sx n="89" d="100"/>
          <a:sy n="89" d="100"/>
        </p:scale>
        <p:origin x="466" y="82"/>
      </p:cViewPr>
      <p:guideLst/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tableStyles" Target="tableStyles.xml"/><Relationship Id="rId8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SE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D2E42D5-8F2A-4CAA-8509-CBB560C8A4DD}" type="datetimeFigureOut">
              <a:rPr lang="en-SE" smtClean="0"/>
              <a:t>2024-05-01</a:t>
            </a:fld>
            <a:endParaRPr lang="en-SE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SE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S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S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F7B807E-2CF2-4618-BFD5-B91363224B73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7819314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Times: 480 - 540</a:t>
            </a:r>
            <a:endParaRPr lang="en-S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7B807E-2CF2-4618-BFD5-B91363224B73}" type="slidenum">
              <a:rPr lang="en-SE" smtClean="0"/>
              <a:t>6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46716996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Times: 480 - 540</a:t>
            </a:r>
            <a:endParaRPr lang="en-S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7B807E-2CF2-4618-BFD5-B91363224B73}" type="slidenum">
              <a:rPr lang="en-SE" smtClean="0"/>
              <a:t>7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402958987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Times: 480 - 540</a:t>
            </a:r>
            <a:endParaRPr lang="en-S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7B807E-2CF2-4618-BFD5-B91363224B73}" type="slidenum">
              <a:rPr lang="en-SE" smtClean="0"/>
              <a:t>8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56281052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Times: 480 - 550</a:t>
            </a:r>
            <a:endParaRPr lang="en-S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7B807E-2CF2-4618-BFD5-B91363224B73}" type="slidenum">
              <a:rPr lang="en-SE" smtClean="0"/>
              <a:t>9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78496994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Times: 480 - 550</a:t>
            </a:r>
            <a:endParaRPr lang="en-S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7B807E-2CF2-4618-BFD5-B91363224B73}" type="slidenum">
              <a:rPr lang="en-SE" smtClean="0"/>
              <a:t>10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50317040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Times: 480 - 550</a:t>
            </a:r>
            <a:endParaRPr lang="en-S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7B807E-2CF2-4618-BFD5-B91363224B73}" type="slidenum">
              <a:rPr lang="en-SE" smtClean="0"/>
              <a:t>11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76439472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Times: 480 - 550</a:t>
            </a:r>
            <a:endParaRPr lang="en-S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7B807E-2CF2-4618-BFD5-B91363224B73}" type="slidenum">
              <a:rPr lang="en-SE" smtClean="0"/>
              <a:t>12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47381782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Times: 480 - 550</a:t>
            </a:r>
            <a:endParaRPr lang="en-S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7B807E-2CF2-4618-BFD5-B91363224B73}" type="slidenum">
              <a:rPr lang="en-SE" smtClean="0"/>
              <a:t>13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02983247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Times: 480 - 550</a:t>
            </a:r>
            <a:endParaRPr lang="en-S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7B807E-2CF2-4618-BFD5-B91363224B73}" type="slidenum">
              <a:rPr lang="en-SE" smtClean="0"/>
              <a:t>14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81483462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Times: 490 - </a:t>
            </a:r>
            <a:endParaRPr lang="en-S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7B807E-2CF2-4618-BFD5-B91363224B73}" type="slidenum">
              <a:rPr lang="en-SE" smtClean="0"/>
              <a:t>26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40278028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Times: 490 - 550</a:t>
            </a:r>
            <a:endParaRPr lang="en-SE" dirty="0"/>
          </a:p>
          <a:p>
            <a:endParaRPr lang="en-S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7B807E-2CF2-4618-BFD5-B91363224B73}" type="slidenum">
              <a:rPr lang="en-SE" smtClean="0"/>
              <a:t>27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50329828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Times: 490 - 550</a:t>
            </a:r>
            <a:endParaRPr lang="en-SE" dirty="0"/>
          </a:p>
          <a:p>
            <a:endParaRPr lang="en-S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7B807E-2CF2-4618-BFD5-B91363224B73}" type="slidenum">
              <a:rPr lang="en-SE" smtClean="0"/>
              <a:t>28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04209778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47E0720-76EB-90A3-4763-0B8C2A9ABBA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SE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84E657D-96A1-4259-A165-5752832EC9C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S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EC09B0B-4194-7D85-B94E-332059236A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C547102-681B-4D2B-8752-25966E847177}" type="datetimeFigureOut">
              <a:rPr lang="en-SE" smtClean="0"/>
              <a:t>2024-05-01</a:t>
            </a:fld>
            <a:endParaRPr lang="en-S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161A6F4-0F0D-5EEE-0C36-4C2BB66551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BC40B21-F755-4A68-8487-7B0BBCFA4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FD805DB-6335-4D85-9D11-16B13F4204F7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51459605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F72DF3-6F84-7CFA-7318-176FCD5469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SE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259402B-A932-4E19-BD79-923AAA8D627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S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1E567C6-182C-0E00-D19B-F69520558EF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C547102-681B-4D2B-8752-25966E847177}" type="datetimeFigureOut">
              <a:rPr lang="en-SE" smtClean="0"/>
              <a:t>2024-05-01</a:t>
            </a:fld>
            <a:endParaRPr lang="en-S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CBB50D3-85D7-5797-85FF-D673CD8B3A6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133BB7F-D490-6422-43C8-9086889C4B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FD805DB-6335-4D85-9D11-16B13F4204F7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22550213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98DDA0D-17D1-D1B9-D872-B23E5D6BEA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SE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4A4BE1C-AE70-9AF8-3F9C-E73F0B9774C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6518E91-AB42-6A76-D379-DB47B4A1734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C547102-681B-4D2B-8752-25966E847177}" type="datetimeFigureOut">
              <a:rPr lang="en-SE" smtClean="0"/>
              <a:t>2024-05-01</a:t>
            </a:fld>
            <a:endParaRPr lang="en-S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28467BA-E68F-FC00-3C73-90EA5562146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F96CCFA-488E-C044-BE14-E98147BD50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FD805DB-6335-4D85-9D11-16B13F4204F7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11945342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FB37427-1219-9592-6D03-8EEF2CE205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SE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0D0538C-F389-F504-0E6C-95679CBFA32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SE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AEB958B-3CED-9CBA-3A2F-E54C1A06CA7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SE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9ED2966-45C9-07A5-F930-A00335E53D8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C547102-681B-4D2B-8752-25966E847177}" type="datetimeFigureOut">
              <a:rPr lang="en-SE" smtClean="0"/>
              <a:t>2024-05-01</a:t>
            </a:fld>
            <a:endParaRPr lang="en-SE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8761BFC-3122-8525-D16E-7358472F85F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B419F2B-AA27-896A-768B-1BBB495F02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FD805DB-6335-4D85-9D11-16B13F4204F7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83637114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85FB99-CDB8-4C85-B9B3-5451D17BAE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SE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03F1769-CEA6-9187-64FA-3BA69368A14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1E2059F-9E88-8BC8-A8FB-E3769FABA98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SE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519D964-41BC-5133-F90D-2C044FEDE7F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1CAA1176-A133-D843-F35A-7FD50DD8DA58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SE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44121109-4BF6-05E6-EF3E-4ED71D9AA2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C547102-681B-4D2B-8752-25966E847177}" type="datetimeFigureOut">
              <a:rPr lang="en-SE" smtClean="0"/>
              <a:t>2024-05-01</a:t>
            </a:fld>
            <a:endParaRPr lang="en-SE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50EED66-4C06-2BCD-5BF5-78FD52CA36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F85E3814-E770-B03B-8760-AA9BDB5F41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FD805DB-6335-4D85-9D11-16B13F4204F7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24255281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43EA976-E49A-458D-AF33-FF1DF46024D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S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9A225FB-931C-18A9-0ED4-0345311A6CC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C547102-681B-4D2B-8752-25966E847177}" type="datetimeFigureOut">
              <a:rPr lang="en-SE" smtClean="0"/>
              <a:t>2024-05-01</a:t>
            </a:fld>
            <a:endParaRPr lang="en-S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45D647C-18F1-AE22-B055-DB9C52394D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CE3F2C0-40E1-B985-C572-C785CF33C9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FD805DB-6335-4D85-9D11-16B13F4204F7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93564021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6D33173A-0596-E897-900E-1D574F4D7BE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C547102-681B-4D2B-8752-25966E847177}" type="datetimeFigureOut">
              <a:rPr lang="en-SE" smtClean="0"/>
              <a:t>2024-05-01</a:t>
            </a:fld>
            <a:endParaRPr lang="en-SE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43FD90B-5261-7F5D-8B5D-333B24D8139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AC019FC-E408-B3F1-C32F-B4EF86810A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FD805DB-6335-4D85-9D11-16B13F4204F7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406076698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3F6FBFA-3E36-DECC-E7C9-96C47B1957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SE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A5845BC-043A-C203-5228-D78264ABDA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S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ED4FB47-B001-218B-133C-DB9FFFAEE3F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4D9C86F-B2CB-AD1B-81CC-87DFCACA4B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C547102-681B-4D2B-8752-25966E847177}" type="datetimeFigureOut">
              <a:rPr lang="en-SE" smtClean="0"/>
              <a:t>2024-05-01</a:t>
            </a:fld>
            <a:endParaRPr lang="en-SE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A5737F4-2423-F0E8-A7B4-867BD5D07E1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B26AFD2-C79B-159B-197C-B29C0DBB02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FD805DB-6335-4D85-9D11-16B13F4204F7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94745967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B8008F-D2AB-4901-35B6-226203B2B6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SE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D5259263-C4DF-444E-4918-AB8387653553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S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857F7E57-383E-A239-EB81-4A0E8216E07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5456A07-2AC8-6438-0F93-21A18AE812D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C547102-681B-4D2B-8752-25966E847177}" type="datetimeFigureOut">
              <a:rPr lang="en-SE" smtClean="0"/>
              <a:t>2024-05-01</a:t>
            </a:fld>
            <a:endParaRPr lang="en-SE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86529B7-DFE5-BAE0-5E81-0BEA4779341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B36D2B4-EDFC-89EC-48B2-1D17D6B73A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FD805DB-6335-4D85-9D11-16B13F4204F7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92277785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247DA2-9406-24C5-EA2F-D4BE206728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SE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C920E49-1BFC-E87E-FCE8-789D006DB62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S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D8199CE-E071-D55E-30A8-5CA3FADD0C1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C547102-681B-4D2B-8752-25966E847177}" type="datetimeFigureOut">
              <a:rPr lang="en-SE" smtClean="0"/>
              <a:t>2024-05-01</a:t>
            </a:fld>
            <a:endParaRPr lang="en-S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9D21E5D-7436-FC09-99A7-2EC10F30F85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C441F51-6714-DF31-DA9E-965F436DE5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FD805DB-6335-4D85-9D11-16B13F4204F7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4388682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240D5981-E7B1-0CC9-B13C-7BD48D662CE5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SE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1BB3EA87-DFA1-0089-9471-57B6759D88E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S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DED18C-9187-9CF1-025E-D12997C5E1C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C547102-681B-4D2B-8752-25966E847177}" type="datetimeFigureOut">
              <a:rPr lang="en-SE" smtClean="0"/>
              <a:t>2024-05-01</a:t>
            </a:fld>
            <a:endParaRPr lang="en-S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8AC6D4D-D7DA-1309-75BC-EA98E23716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6CEDAA6-F6D7-2682-EB17-D32C75220F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FD805DB-6335-4D85-9D11-16B13F4204F7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5116227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C5EBC343-C59A-B0EF-9556-3116C9FBC4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SE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9000EC0-6498-2D4D-5CEC-967EB8FD163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S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8DA9E52-FEAC-1507-FFAF-5B83E729B6B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9C547102-681B-4D2B-8752-25966E847177}" type="datetimeFigureOut">
              <a:rPr lang="en-SE" smtClean="0"/>
              <a:t>2024-05-01</a:t>
            </a:fld>
            <a:endParaRPr lang="en-S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BF692C0-5F3B-A09F-3227-5693CFA70DC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S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7AD54B3-AD24-5C1E-D75B-4C3C7D55DF5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3FD805DB-6335-4D85-9D11-16B13F4204F7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6839410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S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7.jpeg"/><Relationship Id="rId4" Type="http://schemas.openxmlformats.org/officeDocument/2006/relationships/image" Target="../media/image6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7.jpeg"/><Relationship Id="rId4" Type="http://schemas.openxmlformats.org/officeDocument/2006/relationships/image" Target="../media/image6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.png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.png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image" Target="../media/image13.png"/><Relationship Id="rId7" Type="http://schemas.openxmlformats.org/officeDocument/2006/relationships/image" Target="../media/image110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4.png"/><Relationship Id="rId5" Type="http://schemas.openxmlformats.org/officeDocument/2006/relationships/image" Target="../media/image12.png"/><Relationship Id="rId10" Type="http://schemas.openxmlformats.org/officeDocument/2006/relationships/image" Target="../media/image141.png"/><Relationship Id="rId4" Type="http://schemas.openxmlformats.org/officeDocument/2006/relationships/image" Target="../media/image15.png"/><Relationship Id="rId9" Type="http://schemas.openxmlformats.org/officeDocument/2006/relationships/image" Target="../media/image131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image" Target="../media/image16.png"/><Relationship Id="rId7" Type="http://schemas.openxmlformats.org/officeDocument/2006/relationships/image" Target="../media/image110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4.png"/><Relationship Id="rId5" Type="http://schemas.openxmlformats.org/officeDocument/2006/relationships/image" Target="../media/image12.png"/><Relationship Id="rId10" Type="http://schemas.openxmlformats.org/officeDocument/2006/relationships/image" Target="../media/image18.png"/><Relationship Id="rId4" Type="http://schemas.openxmlformats.org/officeDocument/2006/relationships/image" Target="../media/image17.png"/><Relationship Id="rId9" Type="http://schemas.openxmlformats.org/officeDocument/2006/relationships/image" Target="../media/image171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image" Target="../media/image16.png"/><Relationship Id="rId7" Type="http://schemas.openxmlformats.org/officeDocument/2006/relationships/image" Target="../media/image110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4.png"/><Relationship Id="rId5" Type="http://schemas.openxmlformats.org/officeDocument/2006/relationships/image" Target="../media/image12.png"/><Relationship Id="rId10" Type="http://schemas.openxmlformats.org/officeDocument/2006/relationships/image" Target="../media/image18.png"/><Relationship Id="rId4" Type="http://schemas.openxmlformats.org/officeDocument/2006/relationships/image" Target="../media/image17.png"/><Relationship Id="rId9" Type="http://schemas.openxmlformats.org/officeDocument/2006/relationships/image" Target="../media/image171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image" Target="../media/image19.png"/><Relationship Id="rId7" Type="http://schemas.openxmlformats.org/officeDocument/2006/relationships/image" Target="../media/image2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2.pn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20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4.png"/><Relationship Id="rId5" Type="http://schemas.openxmlformats.org/officeDocument/2006/relationships/image" Target="../media/image23.png"/><Relationship Id="rId4" Type="http://schemas.openxmlformats.org/officeDocument/2006/relationships/image" Target="../media/image22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20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4.png"/><Relationship Id="rId5" Type="http://schemas.openxmlformats.org/officeDocument/2006/relationships/image" Target="../media/image23.png"/><Relationship Id="rId4" Type="http://schemas.openxmlformats.org/officeDocument/2006/relationships/image" Target="../media/image22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20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4.png"/><Relationship Id="rId5" Type="http://schemas.openxmlformats.org/officeDocument/2006/relationships/image" Target="../media/image23.png"/><Relationship Id="rId10" Type="http://schemas.openxmlformats.org/officeDocument/2006/relationships/image" Target="../media/image26.png"/><Relationship Id="rId4" Type="http://schemas.openxmlformats.org/officeDocument/2006/relationships/image" Target="../media/image22.png"/><Relationship Id="rId9" Type="http://schemas.openxmlformats.org/officeDocument/2006/relationships/image" Target="../media/image25.pn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0.png"/><Relationship Id="rId5" Type="http://schemas.openxmlformats.org/officeDocument/2006/relationships/image" Target="../media/image140.png"/><Relationship Id="rId4" Type="http://schemas.openxmlformats.org/officeDocument/2006/relationships/image" Target="../media/image130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7" Type="http://schemas.openxmlformats.org/officeDocument/2006/relationships/image" Target="../media/image160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0.png"/><Relationship Id="rId5" Type="http://schemas.openxmlformats.org/officeDocument/2006/relationships/image" Target="../media/image140.png"/><Relationship Id="rId4" Type="http://schemas.openxmlformats.org/officeDocument/2006/relationships/image" Target="../media/image130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7" Type="http://schemas.openxmlformats.org/officeDocument/2006/relationships/image" Target="../media/image160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0.png"/><Relationship Id="rId5" Type="http://schemas.openxmlformats.org/officeDocument/2006/relationships/image" Target="../media/image140.png"/><Relationship Id="rId4" Type="http://schemas.openxmlformats.org/officeDocument/2006/relationships/image" Target="../media/image130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0.png"/><Relationship Id="rId3" Type="http://schemas.openxmlformats.org/officeDocument/2006/relationships/image" Target="../media/image28.png"/><Relationship Id="rId7" Type="http://schemas.openxmlformats.org/officeDocument/2006/relationships/image" Target="../media/image160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0.png"/><Relationship Id="rId5" Type="http://schemas.openxmlformats.org/officeDocument/2006/relationships/image" Target="../media/image140.png"/><Relationship Id="rId4" Type="http://schemas.openxmlformats.org/officeDocument/2006/relationships/image" Target="../media/image130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0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7.png"/><Relationship Id="rId5" Type="http://schemas.openxmlformats.org/officeDocument/2006/relationships/image" Target="../media/image140.png"/><Relationship Id="rId4" Type="http://schemas.openxmlformats.org/officeDocument/2006/relationships/image" Target="../media/image130.png"/></Relationships>
</file>

<file path=ppt/slides/_rels/slide23.xml.rels><?xml version="1.0" encoding="UTF-8" standalone="yes"?>
<Relationships xmlns="http://schemas.openxmlformats.org/package/2006/relationships"><Relationship Id="rId7" Type="http://schemas.openxmlformats.org/officeDocument/2006/relationships/image" Target="../media/image180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7.png"/><Relationship Id="rId5" Type="http://schemas.openxmlformats.org/officeDocument/2006/relationships/image" Target="../media/image140.png"/><Relationship Id="rId4" Type="http://schemas.openxmlformats.org/officeDocument/2006/relationships/image" Target="../media/image130.pn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2.png"/><Relationship Id="rId5" Type="http://schemas.openxmlformats.org/officeDocument/2006/relationships/image" Target="../media/image31.png"/><Relationship Id="rId4" Type="http://schemas.openxmlformats.org/officeDocument/2006/relationships/image" Target="../media/image30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3" Type="http://schemas.openxmlformats.org/officeDocument/2006/relationships/image" Target="../media/image33.png"/><Relationship Id="rId7" Type="http://schemas.openxmlformats.org/officeDocument/2006/relationships/image" Target="../media/image37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6.png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3" Type="http://schemas.openxmlformats.org/officeDocument/2006/relationships/image" Target="../media/image33.png"/><Relationship Id="rId7" Type="http://schemas.openxmlformats.org/officeDocument/2006/relationships/image" Target="../media/image37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6.png"/><Relationship Id="rId5" Type="http://schemas.openxmlformats.org/officeDocument/2006/relationships/image" Target="../media/image35.png"/><Relationship Id="rId10" Type="http://schemas.openxmlformats.org/officeDocument/2006/relationships/image" Target="../media/image40.png"/><Relationship Id="rId4" Type="http://schemas.openxmlformats.org/officeDocument/2006/relationships/image" Target="../media/image34.png"/><Relationship Id="rId9" Type="http://schemas.openxmlformats.org/officeDocument/2006/relationships/image" Target="../media/image39.png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A crosswalk in a city&#10;&#10;Description automatically generated">
            <a:extLst>
              <a:ext uri="{FF2B5EF4-FFF2-40B4-BE49-F238E27FC236}">
                <a16:creationId xmlns:a16="http://schemas.microsoft.com/office/drawing/2014/main" id="{3785087A-DFC6-92DD-84FE-7CFA74A583A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95601" y="548680"/>
            <a:ext cx="3867420" cy="2160240"/>
          </a:xfrm>
          <a:prstGeom prst="rect">
            <a:avLst/>
          </a:prstGeom>
        </p:spPr>
      </p:pic>
      <p:pic>
        <p:nvPicPr>
          <p:cNvPr id="7" name="Picture 6" descr="A screen shot of a video game&#10;&#10;Description automatically generated">
            <a:extLst>
              <a:ext uri="{FF2B5EF4-FFF2-40B4-BE49-F238E27FC236}">
                <a16:creationId xmlns:a16="http://schemas.microsoft.com/office/drawing/2014/main" id="{DE13450F-5CB2-6A8E-AE72-689B2FAB9DDE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662" b="12662"/>
          <a:stretch/>
        </p:blipFill>
        <p:spPr>
          <a:xfrm>
            <a:off x="2495601" y="2780928"/>
            <a:ext cx="3867420" cy="21602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700177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crosswalk in a city&#10;&#10;Description automatically generated">
            <a:extLst>
              <a:ext uri="{FF2B5EF4-FFF2-40B4-BE49-F238E27FC236}">
                <a16:creationId xmlns:a16="http://schemas.microsoft.com/office/drawing/2014/main" id="{D76DB24A-03DE-EDD8-F3F3-DDD37705DE6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16080" y="548680"/>
            <a:ext cx="5040560" cy="2826684"/>
          </a:xfrm>
          <a:prstGeom prst="rect">
            <a:avLst/>
          </a:prstGeom>
        </p:spPr>
      </p:pic>
      <p:pic>
        <p:nvPicPr>
          <p:cNvPr id="5" name="Picture 4" descr="A car driving on a street&#10;&#10;Description automatically generated">
            <a:extLst>
              <a:ext uri="{FF2B5EF4-FFF2-40B4-BE49-F238E27FC236}">
                <a16:creationId xmlns:a16="http://schemas.microsoft.com/office/drawing/2014/main" id="{AF19422F-A6B3-02C3-5A71-E2AE6C7D637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5440" y="548680"/>
            <a:ext cx="5040560" cy="2826684"/>
          </a:xfrm>
          <a:prstGeom prst="rect">
            <a:avLst/>
          </a:prstGeom>
        </p:spPr>
      </p:pic>
      <p:grpSp>
        <p:nvGrpSpPr>
          <p:cNvPr id="5543" name="Group 5542">
            <a:extLst>
              <a:ext uri="{FF2B5EF4-FFF2-40B4-BE49-F238E27FC236}">
                <a16:creationId xmlns:a16="http://schemas.microsoft.com/office/drawing/2014/main" id="{46F00DC4-5BC0-EE91-A91B-8E98BC0C7E5C}"/>
              </a:ext>
            </a:extLst>
          </p:cNvPr>
          <p:cNvGrpSpPr/>
          <p:nvPr/>
        </p:nvGrpSpPr>
        <p:grpSpPr>
          <a:xfrm>
            <a:off x="1586077" y="4008950"/>
            <a:ext cx="4530504" cy="3377180"/>
            <a:chOff x="1586077" y="4008950"/>
            <a:chExt cx="4530504" cy="3377180"/>
          </a:xfrm>
        </p:grpSpPr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7FA9FF3-4F74-92B4-E95B-C8253448AF87}"/>
                </a:ext>
              </a:extLst>
            </p:cNvPr>
            <p:cNvSpPr/>
            <p:nvPr/>
          </p:nvSpPr>
          <p:spPr>
            <a:xfrm>
              <a:off x="1586077" y="4008950"/>
              <a:ext cx="4530504" cy="3377180"/>
            </a:xfrm>
            <a:custGeom>
              <a:avLst/>
              <a:gdLst>
                <a:gd name="connsiteX0" fmla="*/ 0 w 4530504"/>
                <a:gd name="connsiteY0" fmla="*/ 3377181 h 3377180"/>
                <a:gd name="connsiteX1" fmla="*/ 4530505 w 4530504"/>
                <a:gd name="connsiteY1" fmla="*/ 3377181 h 3377180"/>
                <a:gd name="connsiteX2" fmla="*/ 4530505 w 4530504"/>
                <a:gd name="connsiteY2" fmla="*/ 0 h 3377180"/>
                <a:gd name="connsiteX3" fmla="*/ 0 w 4530504"/>
                <a:gd name="connsiteY3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3377180">
                  <a:moveTo>
                    <a:pt x="0" y="3377181"/>
                  </a:moveTo>
                  <a:lnTo>
                    <a:pt x="4530505" y="3377181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115E104-A825-4511-9A03-7D188EFDCFA9}"/>
                </a:ext>
              </a:extLst>
            </p:cNvPr>
            <p:cNvSpPr/>
            <p:nvPr/>
          </p:nvSpPr>
          <p:spPr>
            <a:xfrm>
              <a:off x="3758281" y="5692950"/>
              <a:ext cx="235936" cy="91635"/>
            </a:xfrm>
            <a:custGeom>
              <a:avLst/>
              <a:gdLst>
                <a:gd name="connsiteX0" fmla="*/ 235936 w 235936"/>
                <a:gd name="connsiteY0" fmla="*/ 0 h 91635"/>
                <a:gd name="connsiteX1" fmla="*/ 235936 w 235936"/>
                <a:gd name="connsiteY1" fmla="*/ 91636 h 91635"/>
                <a:gd name="connsiteX2" fmla="*/ 0 w 235936"/>
                <a:gd name="connsiteY2" fmla="*/ 91636 h 91635"/>
                <a:gd name="connsiteX3" fmla="*/ 0 w 235936"/>
                <a:gd name="connsiteY3" fmla="*/ 0 h 9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5936" h="91635">
                  <a:moveTo>
                    <a:pt x="235936" y="0"/>
                  </a:moveTo>
                  <a:lnTo>
                    <a:pt x="235936" y="91636"/>
                  </a:lnTo>
                  <a:lnTo>
                    <a:pt x="0" y="916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0D33E97-5258-F8F7-7C1D-A2EFDF360D70}"/>
                </a:ext>
              </a:extLst>
            </p:cNvPr>
            <p:cNvSpPr/>
            <p:nvPr/>
          </p:nvSpPr>
          <p:spPr>
            <a:xfrm>
              <a:off x="3902615" y="5692950"/>
              <a:ext cx="91602" cy="91635"/>
            </a:xfrm>
            <a:custGeom>
              <a:avLst/>
              <a:gdLst>
                <a:gd name="connsiteX0" fmla="*/ 91602 w 91602"/>
                <a:gd name="connsiteY0" fmla="*/ 45818 h 91635"/>
                <a:gd name="connsiteX1" fmla="*/ 0 w 91602"/>
                <a:gd name="connsiteY1" fmla="*/ 91636 h 91635"/>
                <a:gd name="connsiteX2" fmla="*/ 0 w 91602"/>
                <a:gd name="connsiteY2" fmla="*/ 0 h 9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602" h="91635">
                  <a:moveTo>
                    <a:pt x="91602" y="45818"/>
                  </a:moveTo>
                  <a:lnTo>
                    <a:pt x="0" y="916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79" name="Graphic 6">
              <a:extLst>
                <a:ext uri="{FF2B5EF4-FFF2-40B4-BE49-F238E27FC236}">
                  <a16:creationId xmlns:a16="http://schemas.microsoft.com/office/drawing/2014/main" id="{AADFED06-71AE-F9B3-FE0D-73A3D4213659}"/>
                </a:ext>
              </a:extLst>
            </p:cNvPr>
            <p:cNvGrpSpPr/>
            <p:nvPr/>
          </p:nvGrpSpPr>
          <p:grpSpPr>
            <a:xfrm>
              <a:off x="2257294" y="4159286"/>
              <a:ext cx="3188070" cy="3076509"/>
              <a:chOff x="2257294" y="4159286"/>
              <a:chExt cx="3188070" cy="3076509"/>
            </a:xfrm>
            <a:solidFill>
              <a:srgbClr val="000000"/>
            </a:solidFill>
          </p:grpSpPr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9690E33A-366C-9F1E-195C-BFDB296C310D}"/>
                  </a:ext>
                </a:extLst>
              </p:cNvPr>
              <p:cNvSpPr/>
              <p:nvPr/>
            </p:nvSpPr>
            <p:spPr>
              <a:xfrm>
                <a:off x="3901416" y="5965361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5 w 6343"/>
                  <a:gd name="connsiteY1" fmla="*/ 5612 h 6345"/>
                  <a:gd name="connsiteX2" fmla="*/ 6583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5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03DCB195-62E7-03C9-FCF1-211CF94DFCE3}"/>
                  </a:ext>
                </a:extLst>
              </p:cNvPr>
              <p:cNvSpPr/>
              <p:nvPr/>
            </p:nvSpPr>
            <p:spPr>
              <a:xfrm>
                <a:off x="3899995" y="5965437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6912CD67-7932-EA18-A7B4-EC1A67851020}"/>
                  </a:ext>
                </a:extLst>
              </p:cNvPr>
              <p:cNvSpPr/>
              <p:nvPr/>
            </p:nvSpPr>
            <p:spPr>
              <a:xfrm>
                <a:off x="3898637" y="5966063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D13B672E-36EF-789A-EE23-376459F49E5E}"/>
                  </a:ext>
                </a:extLst>
              </p:cNvPr>
              <p:cNvSpPr/>
              <p:nvPr/>
            </p:nvSpPr>
            <p:spPr>
              <a:xfrm>
                <a:off x="3897174" y="5965750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59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59" y="530"/>
                      <a:pt x="4253" y="196"/>
                      <a:pt x="3412" y="196"/>
                    </a:cubicBezTo>
                    <a:cubicBezTo>
                      <a:pt x="2570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0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E2246492-DD1F-02C4-05F9-1DF22974DEBB}"/>
                  </a:ext>
                </a:extLst>
              </p:cNvPr>
              <p:cNvSpPr/>
              <p:nvPr/>
            </p:nvSpPr>
            <p:spPr>
              <a:xfrm>
                <a:off x="3896023" y="5968550"/>
                <a:ext cx="6343" cy="6345"/>
              </a:xfrm>
              <a:custGeom>
                <a:avLst/>
                <a:gdLst>
                  <a:gd name="connsiteX0" fmla="*/ 3411 w 6343"/>
                  <a:gd name="connsiteY0" fmla="*/ 6542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1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42"/>
                    </a:moveTo>
                    <a:cubicBezTo>
                      <a:pt x="4253" y="6542"/>
                      <a:pt x="5059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59" y="530"/>
                      <a:pt x="4253" y="196"/>
                      <a:pt x="3411" y="196"/>
                    </a:cubicBezTo>
                    <a:cubicBezTo>
                      <a:pt x="2570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0" y="6542"/>
                      <a:pt x="341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FD844E1E-ADFC-6021-7D1D-14EC5FE3EF47}"/>
                  </a:ext>
                </a:extLst>
              </p:cNvPr>
              <p:cNvSpPr/>
              <p:nvPr/>
            </p:nvSpPr>
            <p:spPr>
              <a:xfrm>
                <a:off x="3974020" y="5971148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0 w 6343"/>
                  <a:gd name="connsiteY1" fmla="*/ 5612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8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2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6" y="6207"/>
                      <a:pt x="5660" y="5612"/>
                    </a:cubicBezTo>
                    <a:cubicBezTo>
                      <a:pt x="6255" y="5018"/>
                      <a:pt x="6589" y="4210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6" y="531"/>
                      <a:pt x="4259" y="196"/>
                      <a:pt x="3418" y="196"/>
                    </a:cubicBezTo>
                    <a:cubicBezTo>
                      <a:pt x="2577" y="196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0"/>
                      <a:pt x="580" y="5018"/>
                      <a:pt x="1175" y="5612"/>
                    </a:cubicBezTo>
                    <a:cubicBezTo>
                      <a:pt x="1770" y="6207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C0C204BF-7697-7B1E-19F6-8721E5EB645E}"/>
                  </a:ext>
                </a:extLst>
              </p:cNvPr>
              <p:cNvSpPr/>
              <p:nvPr/>
            </p:nvSpPr>
            <p:spPr>
              <a:xfrm>
                <a:off x="3965890" y="5967748"/>
                <a:ext cx="6343" cy="6345"/>
              </a:xfrm>
              <a:custGeom>
                <a:avLst/>
                <a:gdLst>
                  <a:gd name="connsiteX0" fmla="*/ 3417 w 6343"/>
                  <a:gd name="connsiteY0" fmla="*/ 6541 h 6345"/>
                  <a:gd name="connsiteX1" fmla="*/ 5660 w 6343"/>
                  <a:gd name="connsiteY1" fmla="*/ 5612 h 6345"/>
                  <a:gd name="connsiteX2" fmla="*/ 6589 w 6343"/>
                  <a:gd name="connsiteY2" fmla="*/ 3369 h 6345"/>
                  <a:gd name="connsiteX3" fmla="*/ 5660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1"/>
                    </a:moveTo>
                    <a:cubicBezTo>
                      <a:pt x="4258" y="6541"/>
                      <a:pt x="5065" y="6207"/>
                      <a:pt x="5660" y="5612"/>
                    </a:cubicBezTo>
                    <a:cubicBezTo>
                      <a:pt x="6254" y="5017"/>
                      <a:pt x="6589" y="4210"/>
                      <a:pt x="6589" y="3369"/>
                    </a:cubicBezTo>
                    <a:cubicBezTo>
                      <a:pt x="6589" y="2527"/>
                      <a:pt x="6254" y="1720"/>
                      <a:pt x="5660" y="1125"/>
                    </a:cubicBezTo>
                    <a:cubicBezTo>
                      <a:pt x="5065" y="530"/>
                      <a:pt x="4258" y="196"/>
                      <a:pt x="3417" y="196"/>
                    </a:cubicBezTo>
                    <a:cubicBezTo>
                      <a:pt x="2576" y="196"/>
                      <a:pt x="1769" y="530"/>
                      <a:pt x="1174" y="1125"/>
                    </a:cubicBezTo>
                    <a:cubicBezTo>
                      <a:pt x="580" y="1720"/>
                      <a:pt x="245" y="2527"/>
                      <a:pt x="245" y="3369"/>
                    </a:cubicBezTo>
                    <a:cubicBezTo>
                      <a:pt x="245" y="4210"/>
                      <a:pt x="580" y="5017"/>
                      <a:pt x="1174" y="5612"/>
                    </a:cubicBezTo>
                    <a:cubicBezTo>
                      <a:pt x="1769" y="6207"/>
                      <a:pt x="2576" y="6541"/>
                      <a:pt x="3417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745811FF-041D-C776-6B7F-1869701ADE37}"/>
                  </a:ext>
                </a:extLst>
              </p:cNvPr>
              <p:cNvSpPr/>
              <p:nvPr/>
            </p:nvSpPr>
            <p:spPr>
              <a:xfrm>
                <a:off x="3964276" y="5967831"/>
                <a:ext cx="6343" cy="6345"/>
              </a:xfrm>
              <a:custGeom>
                <a:avLst/>
                <a:gdLst>
                  <a:gd name="connsiteX0" fmla="*/ 3417 w 6343"/>
                  <a:gd name="connsiteY0" fmla="*/ 6541 h 6345"/>
                  <a:gd name="connsiteX1" fmla="*/ 5660 w 6343"/>
                  <a:gd name="connsiteY1" fmla="*/ 5612 h 6345"/>
                  <a:gd name="connsiteX2" fmla="*/ 6588 w 6343"/>
                  <a:gd name="connsiteY2" fmla="*/ 3369 h 6345"/>
                  <a:gd name="connsiteX3" fmla="*/ 5660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1"/>
                    </a:moveTo>
                    <a:cubicBezTo>
                      <a:pt x="4258" y="6541"/>
                      <a:pt x="5065" y="6207"/>
                      <a:pt x="5660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7"/>
                      <a:pt x="6254" y="1720"/>
                      <a:pt x="5660" y="1125"/>
                    </a:cubicBezTo>
                    <a:cubicBezTo>
                      <a:pt x="5065" y="530"/>
                      <a:pt x="4258" y="196"/>
                      <a:pt x="3417" y="196"/>
                    </a:cubicBezTo>
                    <a:cubicBezTo>
                      <a:pt x="2576" y="196"/>
                      <a:pt x="1769" y="530"/>
                      <a:pt x="1174" y="1125"/>
                    </a:cubicBezTo>
                    <a:cubicBezTo>
                      <a:pt x="579" y="1720"/>
                      <a:pt x="245" y="2527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6" y="6541"/>
                      <a:pt x="3417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1AD959BF-78DF-CDE8-A3C5-4B5F6F371D6A}"/>
                  </a:ext>
                </a:extLst>
              </p:cNvPr>
              <p:cNvSpPr/>
              <p:nvPr/>
            </p:nvSpPr>
            <p:spPr>
              <a:xfrm>
                <a:off x="3962596" y="5967729"/>
                <a:ext cx="6343" cy="6345"/>
              </a:xfrm>
              <a:custGeom>
                <a:avLst/>
                <a:gdLst>
                  <a:gd name="connsiteX0" fmla="*/ 3417 w 6343"/>
                  <a:gd name="connsiteY0" fmla="*/ 6541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1"/>
                    </a:moveTo>
                    <a:cubicBezTo>
                      <a:pt x="4258" y="6541"/>
                      <a:pt x="5065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7"/>
                      <a:pt x="6254" y="1720"/>
                      <a:pt x="5659" y="1125"/>
                    </a:cubicBezTo>
                    <a:cubicBezTo>
                      <a:pt x="5065" y="530"/>
                      <a:pt x="4258" y="196"/>
                      <a:pt x="3417" y="196"/>
                    </a:cubicBezTo>
                    <a:cubicBezTo>
                      <a:pt x="2576" y="196"/>
                      <a:pt x="1769" y="530"/>
                      <a:pt x="1174" y="1125"/>
                    </a:cubicBezTo>
                    <a:cubicBezTo>
                      <a:pt x="579" y="1720"/>
                      <a:pt x="245" y="2527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6" y="6541"/>
                      <a:pt x="3417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F9F3E7F4-D3ED-521C-3965-62D62CC2E144}"/>
                  </a:ext>
                </a:extLst>
              </p:cNvPr>
              <p:cNvSpPr/>
              <p:nvPr/>
            </p:nvSpPr>
            <p:spPr>
              <a:xfrm>
                <a:off x="3960987" y="5967790"/>
                <a:ext cx="6343" cy="6345"/>
              </a:xfrm>
              <a:custGeom>
                <a:avLst/>
                <a:gdLst>
                  <a:gd name="connsiteX0" fmla="*/ 3417 w 6343"/>
                  <a:gd name="connsiteY0" fmla="*/ 6541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1"/>
                    </a:moveTo>
                    <a:cubicBezTo>
                      <a:pt x="4258" y="6541"/>
                      <a:pt x="5064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7"/>
                      <a:pt x="6254" y="1720"/>
                      <a:pt x="5659" y="1125"/>
                    </a:cubicBezTo>
                    <a:cubicBezTo>
                      <a:pt x="5064" y="530"/>
                      <a:pt x="4258" y="196"/>
                      <a:pt x="3417" y="196"/>
                    </a:cubicBezTo>
                    <a:cubicBezTo>
                      <a:pt x="2576" y="196"/>
                      <a:pt x="1769" y="530"/>
                      <a:pt x="1174" y="1125"/>
                    </a:cubicBezTo>
                    <a:cubicBezTo>
                      <a:pt x="579" y="1720"/>
                      <a:pt x="245" y="2527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6" y="6541"/>
                      <a:pt x="3417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B31124E5-7110-7C18-4574-E49EE65F9E29}"/>
                  </a:ext>
                </a:extLst>
              </p:cNvPr>
              <p:cNvSpPr/>
              <p:nvPr/>
            </p:nvSpPr>
            <p:spPr>
              <a:xfrm>
                <a:off x="3959545" y="5968281"/>
                <a:ext cx="6343" cy="6345"/>
              </a:xfrm>
              <a:custGeom>
                <a:avLst/>
                <a:gdLst>
                  <a:gd name="connsiteX0" fmla="*/ 3416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6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42"/>
                    </a:moveTo>
                    <a:cubicBezTo>
                      <a:pt x="4258" y="6542"/>
                      <a:pt x="5064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7"/>
                      <a:pt x="6254" y="1720"/>
                      <a:pt x="5659" y="1125"/>
                    </a:cubicBezTo>
                    <a:cubicBezTo>
                      <a:pt x="5064" y="530"/>
                      <a:pt x="4258" y="196"/>
                      <a:pt x="3416" y="196"/>
                    </a:cubicBezTo>
                    <a:cubicBezTo>
                      <a:pt x="2575" y="196"/>
                      <a:pt x="1769" y="530"/>
                      <a:pt x="1174" y="1125"/>
                    </a:cubicBezTo>
                    <a:cubicBezTo>
                      <a:pt x="579" y="1720"/>
                      <a:pt x="245" y="2527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5" y="6542"/>
                      <a:pt x="341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59EB980C-FBC1-DBF5-1F9C-35C9F517A452}"/>
                  </a:ext>
                </a:extLst>
              </p:cNvPr>
              <p:cNvSpPr/>
              <p:nvPr/>
            </p:nvSpPr>
            <p:spPr>
              <a:xfrm>
                <a:off x="3958116" y="5968808"/>
                <a:ext cx="6343" cy="6345"/>
              </a:xfrm>
              <a:custGeom>
                <a:avLst/>
                <a:gdLst>
                  <a:gd name="connsiteX0" fmla="*/ 3416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6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42"/>
                    </a:moveTo>
                    <a:cubicBezTo>
                      <a:pt x="4257" y="6542"/>
                      <a:pt x="5064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7"/>
                      <a:pt x="6254" y="1720"/>
                      <a:pt x="5659" y="1125"/>
                    </a:cubicBezTo>
                    <a:cubicBezTo>
                      <a:pt x="5064" y="530"/>
                      <a:pt x="4257" y="196"/>
                      <a:pt x="3416" y="196"/>
                    </a:cubicBezTo>
                    <a:cubicBezTo>
                      <a:pt x="2575" y="196"/>
                      <a:pt x="1769" y="530"/>
                      <a:pt x="1174" y="1125"/>
                    </a:cubicBezTo>
                    <a:cubicBezTo>
                      <a:pt x="579" y="1720"/>
                      <a:pt x="245" y="2527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5" y="6542"/>
                      <a:pt x="341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BDCCEAD4-7093-CE4B-7A57-010B4B37542D}"/>
                  </a:ext>
                </a:extLst>
              </p:cNvPr>
              <p:cNvSpPr/>
              <p:nvPr/>
            </p:nvSpPr>
            <p:spPr>
              <a:xfrm>
                <a:off x="3901484" y="5965916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5 w 6343"/>
                  <a:gd name="connsiteY1" fmla="*/ 5612 h 6345"/>
                  <a:gd name="connsiteX2" fmla="*/ 6583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5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20A00CEE-BEBB-D201-B110-62E5871FB57E}"/>
                  </a:ext>
                </a:extLst>
              </p:cNvPr>
              <p:cNvSpPr/>
              <p:nvPr/>
            </p:nvSpPr>
            <p:spPr>
              <a:xfrm>
                <a:off x="3898579" y="5965547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7D432902-EB3F-0670-8300-2FB93231972A}"/>
                  </a:ext>
                </a:extLst>
              </p:cNvPr>
              <p:cNvSpPr/>
              <p:nvPr/>
            </p:nvSpPr>
            <p:spPr>
              <a:xfrm>
                <a:off x="3897056" y="5964623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59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59" y="530"/>
                      <a:pt x="4253" y="196"/>
                      <a:pt x="3412" y="196"/>
                    </a:cubicBezTo>
                    <a:cubicBezTo>
                      <a:pt x="2570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0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EAD3B41F-F1F4-D75C-9877-697F45A67A7E}"/>
                  </a:ext>
                </a:extLst>
              </p:cNvPr>
              <p:cNvSpPr/>
              <p:nvPr/>
            </p:nvSpPr>
            <p:spPr>
              <a:xfrm>
                <a:off x="3895747" y="5965749"/>
                <a:ext cx="6343" cy="6345"/>
              </a:xfrm>
              <a:custGeom>
                <a:avLst/>
                <a:gdLst>
                  <a:gd name="connsiteX0" fmla="*/ 3411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1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1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41"/>
                    </a:moveTo>
                    <a:cubicBezTo>
                      <a:pt x="4253" y="6541"/>
                      <a:pt x="5059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59" y="530"/>
                      <a:pt x="4253" y="196"/>
                      <a:pt x="3411" y="196"/>
                    </a:cubicBezTo>
                    <a:cubicBezTo>
                      <a:pt x="2570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0" y="6541"/>
                      <a:pt x="3411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D1527E78-D208-60F6-DF13-13FB7FC7B0F4}"/>
                  </a:ext>
                </a:extLst>
              </p:cNvPr>
              <p:cNvSpPr/>
              <p:nvPr/>
            </p:nvSpPr>
            <p:spPr>
              <a:xfrm>
                <a:off x="4095465" y="5977973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70 w 6343"/>
                  <a:gd name="connsiteY1" fmla="*/ 5613 h 6345"/>
                  <a:gd name="connsiteX2" fmla="*/ 6599 w 6343"/>
                  <a:gd name="connsiteY2" fmla="*/ 3370 h 6345"/>
                  <a:gd name="connsiteX3" fmla="*/ 5670 w 6343"/>
                  <a:gd name="connsiteY3" fmla="*/ 1126 h 6345"/>
                  <a:gd name="connsiteX4" fmla="*/ 3427 w 6343"/>
                  <a:gd name="connsiteY4" fmla="*/ 197 h 6345"/>
                  <a:gd name="connsiteX5" fmla="*/ 1185 w 6343"/>
                  <a:gd name="connsiteY5" fmla="*/ 1126 h 6345"/>
                  <a:gd name="connsiteX6" fmla="*/ 256 w 6343"/>
                  <a:gd name="connsiteY6" fmla="*/ 3370 h 6345"/>
                  <a:gd name="connsiteX7" fmla="*/ 1185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70" y="5613"/>
                    </a:cubicBezTo>
                    <a:cubicBezTo>
                      <a:pt x="6265" y="5018"/>
                      <a:pt x="6599" y="4211"/>
                      <a:pt x="6599" y="3370"/>
                    </a:cubicBezTo>
                    <a:cubicBezTo>
                      <a:pt x="6599" y="2528"/>
                      <a:pt x="6265" y="1721"/>
                      <a:pt x="5670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5" y="1126"/>
                    </a:cubicBezTo>
                    <a:cubicBezTo>
                      <a:pt x="590" y="1721"/>
                      <a:pt x="256" y="2528"/>
                      <a:pt x="256" y="3370"/>
                    </a:cubicBezTo>
                    <a:cubicBezTo>
                      <a:pt x="256" y="4211"/>
                      <a:pt x="590" y="5018"/>
                      <a:pt x="1185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5861BF03-EB04-BCD6-6C9E-2F7ACEE6CA40}"/>
                  </a:ext>
                </a:extLst>
              </p:cNvPr>
              <p:cNvSpPr/>
              <p:nvPr/>
            </p:nvSpPr>
            <p:spPr>
              <a:xfrm>
                <a:off x="4090901" y="5975941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69 h 6345"/>
                  <a:gd name="connsiteX3" fmla="*/ 5669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69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69" y="5613"/>
                    </a:cubicBezTo>
                    <a:cubicBezTo>
                      <a:pt x="6264" y="5018"/>
                      <a:pt x="6598" y="4211"/>
                      <a:pt x="6598" y="3369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89" y="1721"/>
                      <a:pt x="255" y="2528"/>
                      <a:pt x="255" y="3369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C9A5ABE7-4E29-93AD-EEFE-C28993227CAD}"/>
                  </a:ext>
                </a:extLst>
              </p:cNvPr>
              <p:cNvSpPr/>
              <p:nvPr/>
            </p:nvSpPr>
            <p:spPr>
              <a:xfrm>
                <a:off x="4088824" y="5976606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69 h 6345"/>
                  <a:gd name="connsiteX3" fmla="*/ 5669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69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69" y="5613"/>
                    </a:cubicBezTo>
                    <a:cubicBezTo>
                      <a:pt x="6264" y="5018"/>
                      <a:pt x="6598" y="4211"/>
                      <a:pt x="6598" y="3369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89" y="1721"/>
                      <a:pt x="255" y="2528"/>
                      <a:pt x="255" y="3369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4DFB8506-A083-FF46-4635-7EA1D682E92D}"/>
                  </a:ext>
                </a:extLst>
              </p:cNvPr>
              <p:cNvSpPr/>
              <p:nvPr/>
            </p:nvSpPr>
            <p:spPr>
              <a:xfrm>
                <a:off x="4085373" y="5975698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69 h 6345"/>
                  <a:gd name="connsiteX3" fmla="*/ 5669 w 6343"/>
                  <a:gd name="connsiteY3" fmla="*/ 1126 h 6345"/>
                  <a:gd name="connsiteX4" fmla="*/ 3426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69 h 6345"/>
                  <a:gd name="connsiteX7" fmla="*/ 1184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8" y="6542"/>
                      <a:pt x="5074" y="6208"/>
                      <a:pt x="5669" y="5613"/>
                    </a:cubicBezTo>
                    <a:cubicBezTo>
                      <a:pt x="6264" y="5018"/>
                      <a:pt x="6598" y="4211"/>
                      <a:pt x="6598" y="3369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4" y="531"/>
                      <a:pt x="4268" y="197"/>
                      <a:pt x="3426" y="197"/>
                    </a:cubicBezTo>
                    <a:cubicBezTo>
                      <a:pt x="2585" y="197"/>
                      <a:pt x="1779" y="531"/>
                      <a:pt x="1184" y="1126"/>
                    </a:cubicBezTo>
                    <a:cubicBezTo>
                      <a:pt x="589" y="1721"/>
                      <a:pt x="255" y="2528"/>
                      <a:pt x="255" y="3369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9" y="6208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FBB65471-80C3-1331-D7C3-471CA780E8BF}"/>
                  </a:ext>
                </a:extLst>
              </p:cNvPr>
              <p:cNvSpPr/>
              <p:nvPr/>
            </p:nvSpPr>
            <p:spPr>
              <a:xfrm>
                <a:off x="4081118" y="5976785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69 h 6345"/>
                  <a:gd name="connsiteX3" fmla="*/ 5669 w 6343"/>
                  <a:gd name="connsiteY3" fmla="*/ 1126 h 6345"/>
                  <a:gd name="connsiteX4" fmla="*/ 3426 w 6343"/>
                  <a:gd name="connsiteY4" fmla="*/ 197 h 6345"/>
                  <a:gd name="connsiteX5" fmla="*/ 1183 w 6343"/>
                  <a:gd name="connsiteY5" fmla="*/ 1126 h 6345"/>
                  <a:gd name="connsiteX6" fmla="*/ 255 w 6343"/>
                  <a:gd name="connsiteY6" fmla="*/ 3369 h 6345"/>
                  <a:gd name="connsiteX7" fmla="*/ 1183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8"/>
                      <a:pt x="5669" y="5613"/>
                    </a:cubicBezTo>
                    <a:cubicBezTo>
                      <a:pt x="6263" y="5018"/>
                      <a:pt x="6598" y="4211"/>
                      <a:pt x="6598" y="3369"/>
                    </a:cubicBezTo>
                    <a:cubicBezTo>
                      <a:pt x="6598" y="2528"/>
                      <a:pt x="6263" y="1721"/>
                      <a:pt x="5669" y="1126"/>
                    </a:cubicBezTo>
                    <a:cubicBezTo>
                      <a:pt x="5074" y="531"/>
                      <a:pt x="4267" y="197"/>
                      <a:pt x="3426" y="197"/>
                    </a:cubicBezTo>
                    <a:cubicBezTo>
                      <a:pt x="2585" y="197"/>
                      <a:pt x="1778" y="531"/>
                      <a:pt x="1183" y="1126"/>
                    </a:cubicBezTo>
                    <a:cubicBezTo>
                      <a:pt x="589" y="1721"/>
                      <a:pt x="255" y="2528"/>
                      <a:pt x="255" y="3369"/>
                    </a:cubicBezTo>
                    <a:cubicBezTo>
                      <a:pt x="255" y="4211"/>
                      <a:pt x="589" y="5018"/>
                      <a:pt x="1183" y="5613"/>
                    </a:cubicBezTo>
                    <a:cubicBezTo>
                      <a:pt x="1778" y="6208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7DEDCE03-4073-4D75-DCBF-302BCD3DBC4D}"/>
                  </a:ext>
                </a:extLst>
              </p:cNvPr>
              <p:cNvSpPr/>
              <p:nvPr/>
            </p:nvSpPr>
            <p:spPr>
              <a:xfrm>
                <a:off x="4078717" y="5976980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3 h 6345"/>
                  <a:gd name="connsiteX2" fmla="*/ 6597 w 6343"/>
                  <a:gd name="connsiteY2" fmla="*/ 3370 h 6345"/>
                  <a:gd name="connsiteX3" fmla="*/ 5669 w 6343"/>
                  <a:gd name="connsiteY3" fmla="*/ 1126 h 6345"/>
                  <a:gd name="connsiteX4" fmla="*/ 3426 w 6343"/>
                  <a:gd name="connsiteY4" fmla="*/ 197 h 6345"/>
                  <a:gd name="connsiteX5" fmla="*/ 1183 w 6343"/>
                  <a:gd name="connsiteY5" fmla="*/ 1126 h 6345"/>
                  <a:gd name="connsiteX6" fmla="*/ 254 w 6343"/>
                  <a:gd name="connsiteY6" fmla="*/ 3370 h 6345"/>
                  <a:gd name="connsiteX7" fmla="*/ 1183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8"/>
                      <a:pt x="5669" y="5613"/>
                    </a:cubicBezTo>
                    <a:cubicBezTo>
                      <a:pt x="6263" y="5018"/>
                      <a:pt x="6597" y="4211"/>
                      <a:pt x="6597" y="3370"/>
                    </a:cubicBezTo>
                    <a:cubicBezTo>
                      <a:pt x="6597" y="2528"/>
                      <a:pt x="6263" y="1721"/>
                      <a:pt x="5669" y="1126"/>
                    </a:cubicBezTo>
                    <a:cubicBezTo>
                      <a:pt x="5074" y="531"/>
                      <a:pt x="4267" y="197"/>
                      <a:pt x="3426" y="197"/>
                    </a:cubicBezTo>
                    <a:cubicBezTo>
                      <a:pt x="2585" y="197"/>
                      <a:pt x="1778" y="531"/>
                      <a:pt x="1183" y="1126"/>
                    </a:cubicBezTo>
                    <a:cubicBezTo>
                      <a:pt x="589" y="1721"/>
                      <a:pt x="254" y="2528"/>
                      <a:pt x="254" y="3370"/>
                    </a:cubicBezTo>
                    <a:cubicBezTo>
                      <a:pt x="254" y="4211"/>
                      <a:pt x="589" y="5018"/>
                      <a:pt x="1183" y="5613"/>
                    </a:cubicBezTo>
                    <a:cubicBezTo>
                      <a:pt x="1778" y="6208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1E738596-3A54-5DCA-7186-D84616C00937}"/>
                  </a:ext>
                </a:extLst>
              </p:cNvPr>
              <p:cNvSpPr/>
              <p:nvPr/>
            </p:nvSpPr>
            <p:spPr>
              <a:xfrm>
                <a:off x="4071457" y="5977332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8 w 6343"/>
                  <a:gd name="connsiteY1" fmla="*/ 5613 h 6345"/>
                  <a:gd name="connsiteX2" fmla="*/ 6597 w 6343"/>
                  <a:gd name="connsiteY2" fmla="*/ 3370 h 6345"/>
                  <a:gd name="connsiteX3" fmla="*/ 5668 w 6343"/>
                  <a:gd name="connsiteY3" fmla="*/ 1126 h 6345"/>
                  <a:gd name="connsiteX4" fmla="*/ 3425 w 6343"/>
                  <a:gd name="connsiteY4" fmla="*/ 197 h 6345"/>
                  <a:gd name="connsiteX5" fmla="*/ 1183 w 6343"/>
                  <a:gd name="connsiteY5" fmla="*/ 1126 h 6345"/>
                  <a:gd name="connsiteX6" fmla="*/ 254 w 6343"/>
                  <a:gd name="connsiteY6" fmla="*/ 3370 h 6345"/>
                  <a:gd name="connsiteX7" fmla="*/ 1183 w 6343"/>
                  <a:gd name="connsiteY7" fmla="*/ 5613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6" y="6542"/>
                      <a:pt x="5073" y="6208"/>
                      <a:pt x="5668" y="5613"/>
                    </a:cubicBezTo>
                    <a:cubicBezTo>
                      <a:pt x="6263" y="5018"/>
                      <a:pt x="6597" y="4211"/>
                      <a:pt x="6597" y="3370"/>
                    </a:cubicBezTo>
                    <a:cubicBezTo>
                      <a:pt x="6597" y="2528"/>
                      <a:pt x="6263" y="1721"/>
                      <a:pt x="5668" y="1126"/>
                    </a:cubicBezTo>
                    <a:cubicBezTo>
                      <a:pt x="5073" y="531"/>
                      <a:pt x="4266" y="197"/>
                      <a:pt x="3425" y="197"/>
                    </a:cubicBezTo>
                    <a:cubicBezTo>
                      <a:pt x="2584" y="197"/>
                      <a:pt x="1777" y="531"/>
                      <a:pt x="1183" y="1126"/>
                    </a:cubicBezTo>
                    <a:cubicBezTo>
                      <a:pt x="588" y="1721"/>
                      <a:pt x="254" y="2528"/>
                      <a:pt x="254" y="3370"/>
                    </a:cubicBezTo>
                    <a:cubicBezTo>
                      <a:pt x="254" y="4211"/>
                      <a:pt x="588" y="5018"/>
                      <a:pt x="1183" y="5613"/>
                    </a:cubicBezTo>
                    <a:cubicBezTo>
                      <a:pt x="1777" y="6208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2E8A19AD-D97B-89A7-955E-85A40E2E813A}"/>
                  </a:ext>
                </a:extLst>
              </p:cNvPr>
              <p:cNvSpPr/>
              <p:nvPr/>
            </p:nvSpPr>
            <p:spPr>
              <a:xfrm>
                <a:off x="4040756" y="5973681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6 w 6343"/>
                  <a:gd name="connsiteY1" fmla="*/ 5613 h 6345"/>
                  <a:gd name="connsiteX2" fmla="*/ 6594 w 6343"/>
                  <a:gd name="connsiteY2" fmla="*/ 3369 h 6345"/>
                  <a:gd name="connsiteX3" fmla="*/ 5666 w 6343"/>
                  <a:gd name="connsiteY3" fmla="*/ 1126 h 6345"/>
                  <a:gd name="connsiteX4" fmla="*/ 3423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69 h 6345"/>
                  <a:gd name="connsiteX7" fmla="*/ 1180 w 6343"/>
                  <a:gd name="connsiteY7" fmla="*/ 5613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8"/>
                      <a:pt x="5666" y="5613"/>
                    </a:cubicBezTo>
                    <a:cubicBezTo>
                      <a:pt x="6260" y="5018"/>
                      <a:pt x="6594" y="4211"/>
                      <a:pt x="6594" y="3369"/>
                    </a:cubicBezTo>
                    <a:cubicBezTo>
                      <a:pt x="6594" y="2528"/>
                      <a:pt x="6260" y="1721"/>
                      <a:pt x="5666" y="1126"/>
                    </a:cubicBezTo>
                    <a:cubicBezTo>
                      <a:pt x="5071" y="531"/>
                      <a:pt x="4264" y="197"/>
                      <a:pt x="3423" y="197"/>
                    </a:cubicBezTo>
                    <a:cubicBezTo>
                      <a:pt x="2582" y="197"/>
                      <a:pt x="1775" y="531"/>
                      <a:pt x="1180" y="1126"/>
                    </a:cubicBezTo>
                    <a:cubicBezTo>
                      <a:pt x="586" y="1721"/>
                      <a:pt x="251" y="2528"/>
                      <a:pt x="251" y="3369"/>
                    </a:cubicBezTo>
                    <a:cubicBezTo>
                      <a:pt x="251" y="4211"/>
                      <a:pt x="586" y="5018"/>
                      <a:pt x="1180" y="5613"/>
                    </a:cubicBezTo>
                    <a:cubicBezTo>
                      <a:pt x="1775" y="6208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B6ED091B-4548-7961-DD80-368382C302EB}"/>
                  </a:ext>
                </a:extLst>
              </p:cNvPr>
              <p:cNvSpPr/>
              <p:nvPr/>
            </p:nvSpPr>
            <p:spPr>
              <a:xfrm>
                <a:off x="4032846" y="5974705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69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69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80" y="1126"/>
                    </a:cubicBezTo>
                    <a:cubicBezTo>
                      <a:pt x="585" y="1721"/>
                      <a:pt x="251" y="2528"/>
                      <a:pt x="251" y="3369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DDE330F1-6C96-26A4-27DB-568CA700DC65}"/>
                  </a:ext>
                </a:extLst>
              </p:cNvPr>
              <p:cNvSpPr/>
              <p:nvPr/>
            </p:nvSpPr>
            <p:spPr>
              <a:xfrm>
                <a:off x="4030494" y="5974341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1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69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1" y="2528"/>
                      <a:pt x="251" y="3369"/>
                    </a:cubicBezTo>
                    <a:cubicBezTo>
                      <a:pt x="251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A45E09C1-0FAA-35DA-EF97-FFDD8B015BF2}"/>
                  </a:ext>
                </a:extLst>
              </p:cNvPr>
              <p:cNvSpPr/>
              <p:nvPr/>
            </p:nvSpPr>
            <p:spPr>
              <a:xfrm>
                <a:off x="4026762" y="5971822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6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6"/>
                      <a:pt x="3422" y="196"/>
                    </a:cubicBezTo>
                    <a:cubicBezTo>
                      <a:pt x="2581" y="196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86C7C738-D453-E9F5-5E08-F8870C250562}"/>
                  </a:ext>
                </a:extLst>
              </p:cNvPr>
              <p:cNvSpPr/>
              <p:nvPr/>
            </p:nvSpPr>
            <p:spPr>
              <a:xfrm>
                <a:off x="4025030" y="5972324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6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6"/>
                      <a:pt x="3422" y="196"/>
                    </a:cubicBezTo>
                    <a:cubicBezTo>
                      <a:pt x="2581" y="196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00CE33C5-A2CB-6798-AD2F-4E8635DA50BC}"/>
                  </a:ext>
                </a:extLst>
              </p:cNvPr>
              <p:cNvSpPr/>
              <p:nvPr/>
            </p:nvSpPr>
            <p:spPr>
              <a:xfrm>
                <a:off x="4023575" y="5973252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69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69" y="531"/>
                      <a:pt x="4263" y="197"/>
                      <a:pt x="3422" y="197"/>
                    </a:cubicBezTo>
                    <a:cubicBezTo>
                      <a:pt x="2580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0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09EC130F-117F-9C7E-C3BB-77CC17719451}"/>
                  </a:ext>
                </a:extLst>
              </p:cNvPr>
              <p:cNvSpPr/>
              <p:nvPr/>
            </p:nvSpPr>
            <p:spPr>
              <a:xfrm>
                <a:off x="4020540" y="5971649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6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7"/>
                      <a:pt x="5664" y="5613"/>
                    </a:cubicBezTo>
                    <a:cubicBezTo>
                      <a:pt x="6259" y="5018"/>
                      <a:pt x="6593" y="4210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69" y="531"/>
                      <a:pt x="4262" y="196"/>
                      <a:pt x="3421" y="196"/>
                    </a:cubicBezTo>
                    <a:cubicBezTo>
                      <a:pt x="2580" y="196"/>
                      <a:pt x="1773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0"/>
                      <a:pt x="584" y="5018"/>
                      <a:pt x="1179" y="5613"/>
                    </a:cubicBezTo>
                    <a:cubicBezTo>
                      <a:pt x="1773" y="6207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9044C6C5-252B-7164-C3CB-FFB71CA66B66}"/>
                  </a:ext>
                </a:extLst>
              </p:cNvPr>
              <p:cNvSpPr/>
              <p:nvPr/>
            </p:nvSpPr>
            <p:spPr>
              <a:xfrm>
                <a:off x="3989452" y="5970341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1 w 6343"/>
                  <a:gd name="connsiteY1" fmla="*/ 5612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9 w 6343"/>
                  <a:gd name="connsiteY4" fmla="*/ 196 h 6345"/>
                  <a:gd name="connsiteX5" fmla="*/ 1176 w 6343"/>
                  <a:gd name="connsiteY5" fmla="*/ 1126 h 6345"/>
                  <a:gd name="connsiteX6" fmla="*/ 247 w 6343"/>
                  <a:gd name="connsiteY6" fmla="*/ 3369 h 6345"/>
                  <a:gd name="connsiteX7" fmla="*/ 1176 w 6343"/>
                  <a:gd name="connsiteY7" fmla="*/ 5612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0" y="6542"/>
                      <a:pt x="5067" y="6207"/>
                      <a:pt x="5661" y="5612"/>
                    </a:cubicBezTo>
                    <a:cubicBezTo>
                      <a:pt x="6256" y="5017"/>
                      <a:pt x="6590" y="4210"/>
                      <a:pt x="6590" y="3369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7" y="531"/>
                      <a:pt x="4260" y="196"/>
                      <a:pt x="3419" y="196"/>
                    </a:cubicBezTo>
                    <a:cubicBezTo>
                      <a:pt x="2578" y="196"/>
                      <a:pt x="1771" y="531"/>
                      <a:pt x="1176" y="1126"/>
                    </a:cubicBezTo>
                    <a:cubicBezTo>
                      <a:pt x="581" y="1721"/>
                      <a:pt x="247" y="2528"/>
                      <a:pt x="247" y="3369"/>
                    </a:cubicBezTo>
                    <a:cubicBezTo>
                      <a:pt x="247" y="4210"/>
                      <a:pt x="581" y="5017"/>
                      <a:pt x="1176" y="5612"/>
                    </a:cubicBezTo>
                    <a:cubicBezTo>
                      <a:pt x="1771" y="6207"/>
                      <a:pt x="2578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402AB998-318F-757E-54AA-941C0D7CEC40}"/>
                  </a:ext>
                </a:extLst>
              </p:cNvPr>
              <p:cNvSpPr/>
              <p:nvPr/>
            </p:nvSpPr>
            <p:spPr>
              <a:xfrm>
                <a:off x="3988072" y="5971178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1 w 6343"/>
                  <a:gd name="connsiteY1" fmla="*/ 5612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9 w 6343"/>
                  <a:gd name="connsiteY4" fmla="*/ 196 h 6345"/>
                  <a:gd name="connsiteX5" fmla="*/ 1176 w 6343"/>
                  <a:gd name="connsiteY5" fmla="*/ 1126 h 6345"/>
                  <a:gd name="connsiteX6" fmla="*/ 247 w 6343"/>
                  <a:gd name="connsiteY6" fmla="*/ 3369 h 6345"/>
                  <a:gd name="connsiteX7" fmla="*/ 1176 w 6343"/>
                  <a:gd name="connsiteY7" fmla="*/ 5612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0" y="6542"/>
                      <a:pt x="5067" y="6207"/>
                      <a:pt x="5661" y="5612"/>
                    </a:cubicBezTo>
                    <a:cubicBezTo>
                      <a:pt x="6256" y="5018"/>
                      <a:pt x="6590" y="4210"/>
                      <a:pt x="6590" y="3369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7" y="531"/>
                      <a:pt x="4260" y="196"/>
                      <a:pt x="3419" y="196"/>
                    </a:cubicBezTo>
                    <a:cubicBezTo>
                      <a:pt x="2578" y="196"/>
                      <a:pt x="1771" y="531"/>
                      <a:pt x="1176" y="1126"/>
                    </a:cubicBezTo>
                    <a:cubicBezTo>
                      <a:pt x="581" y="1721"/>
                      <a:pt x="247" y="2528"/>
                      <a:pt x="247" y="3369"/>
                    </a:cubicBezTo>
                    <a:cubicBezTo>
                      <a:pt x="247" y="4210"/>
                      <a:pt x="581" y="5018"/>
                      <a:pt x="1176" y="5612"/>
                    </a:cubicBezTo>
                    <a:cubicBezTo>
                      <a:pt x="1771" y="6207"/>
                      <a:pt x="2578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26EDC750-C484-A00F-FB07-6F7492AA4E19}"/>
                  </a:ext>
                </a:extLst>
              </p:cNvPr>
              <p:cNvSpPr/>
              <p:nvPr/>
            </p:nvSpPr>
            <p:spPr>
              <a:xfrm>
                <a:off x="3985234" y="5972700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9 w 6343"/>
                  <a:gd name="connsiteY4" fmla="*/ 196 h 6345"/>
                  <a:gd name="connsiteX5" fmla="*/ 1176 w 6343"/>
                  <a:gd name="connsiteY5" fmla="*/ 1126 h 6345"/>
                  <a:gd name="connsiteX6" fmla="*/ 247 w 6343"/>
                  <a:gd name="connsiteY6" fmla="*/ 3369 h 6345"/>
                  <a:gd name="connsiteX7" fmla="*/ 1176 w 6343"/>
                  <a:gd name="connsiteY7" fmla="*/ 5613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0" y="6542"/>
                      <a:pt x="5066" y="6208"/>
                      <a:pt x="5661" y="5613"/>
                    </a:cubicBezTo>
                    <a:cubicBezTo>
                      <a:pt x="6256" y="5018"/>
                      <a:pt x="6590" y="4211"/>
                      <a:pt x="6590" y="3369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6" y="531"/>
                      <a:pt x="4260" y="196"/>
                      <a:pt x="3419" y="196"/>
                    </a:cubicBezTo>
                    <a:cubicBezTo>
                      <a:pt x="2577" y="196"/>
                      <a:pt x="1771" y="531"/>
                      <a:pt x="1176" y="1126"/>
                    </a:cubicBezTo>
                    <a:cubicBezTo>
                      <a:pt x="581" y="1721"/>
                      <a:pt x="247" y="2528"/>
                      <a:pt x="247" y="3369"/>
                    </a:cubicBezTo>
                    <a:cubicBezTo>
                      <a:pt x="247" y="4211"/>
                      <a:pt x="581" y="5018"/>
                      <a:pt x="1176" y="5613"/>
                    </a:cubicBezTo>
                    <a:cubicBezTo>
                      <a:pt x="1771" y="6208"/>
                      <a:pt x="2577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429C9C1C-CA6F-EE6E-738A-93EA620126B9}"/>
                  </a:ext>
                </a:extLst>
              </p:cNvPr>
              <p:cNvSpPr/>
              <p:nvPr/>
            </p:nvSpPr>
            <p:spPr>
              <a:xfrm>
                <a:off x="3983837" y="5973513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8 w 6343"/>
                  <a:gd name="connsiteY4" fmla="*/ 197 h 6345"/>
                  <a:gd name="connsiteX5" fmla="*/ 1176 w 6343"/>
                  <a:gd name="connsiteY5" fmla="*/ 1126 h 6345"/>
                  <a:gd name="connsiteX6" fmla="*/ 247 w 6343"/>
                  <a:gd name="connsiteY6" fmla="*/ 3369 h 6345"/>
                  <a:gd name="connsiteX7" fmla="*/ 1176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60" y="6542"/>
                      <a:pt x="5066" y="6208"/>
                      <a:pt x="5661" y="5613"/>
                    </a:cubicBezTo>
                    <a:cubicBezTo>
                      <a:pt x="6256" y="5018"/>
                      <a:pt x="6590" y="4211"/>
                      <a:pt x="6590" y="3369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6" y="531"/>
                      <a:pt x="4260" y="197"/>
                      <a:pt x="3418" y="197"/>
                    </a:cubicBezTo>
                    <a:cubicBezTo>
                      <a:pt x="2577" y="197"/>
                      <a:pt x="1771" y="531"/>
                      <a:pt x="1176" y="1126"/>
                    </a:cubicBezTo>
                    <a:cubicBezTo>
                      <a:pt x="581" y="1721"/>
                      <a:pt x="247" y="2528"/>
                      <a:pt x="247" y="3369"/>
                    </a:cubicBezTo>
                    <a:cubicBezTo>
                      <a:pt x="247" y="4211"/>
                      <a:pt x="581" y="5018"/>
                      <a:pt x="1176" y="5613"/>
                    </a:cubicBezTo>
                    <a:cubicBezTo>
                      <a:pt x="1771" y="6208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97AF98F3-F9C8-A964-97D7-143990CB9D09}"/>
                  </a:ext>
                </a:extLst>
              </p:cNvPr>
              <p:cNvSpPr/>
              <p:nvPr/>
            </p:nvSpPr>
            <p:spPr>
              <a:xfrm>
                <a:off x="3975875" y="5971358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8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6" y="6207"/>
                      <a:pt x="5660" y="5613"/>
                    </a:cubicBezTo>
                    <a:cubicBezTo>
                      <a:pt x="6255" y="5018"/>
                      <a:pt x="6589" y="4210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6" y="531"/>
                      <a:pt x="4259" y="196"/>
                      <a:pt x="3418" y="196"/>
                    </a:cubicBezTo>
                    <a:cubicBezTo>
                      <a:pt x="2577" y="196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0"/>
                      <a:pt x="580" y="5018"/>
                      <a:pt x="1175" y="5613"/>
                    </a:cubicBezTo>
                    <a:cubicBezTo>
                      <a:pt x="1770" y="6207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69BF52FD-F4CD-FE11-9C3E-E2E351A26B6A}"/>
                  </a:ext>
                </a:extLst>
              </p:cNvPr>
              <p:cNvSpPr/>
              <p:nvPr/>
            </p:nvSpPr>
            <p:spPr>
              <a:xfrm>
                <a:off x="3968228" y="5969308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2 h 6345"/>
                  <a:gd name="connsiteX2" fmla="*/ 6589 w 6343"/>
                  <a:gd name="connsiteY2" fmla="*/ 3369 h 6345"/>
                  <a:gd name="connsiteX3" fmla="*/ 5660 w 6343"/>
                  <a:gd name="connsiteY3" fmla="*/ 1125 h 6345"/>
                  <a:gd name="connsiteX4" fmla="*/ 3417 w 6343"/>
                  <a:gd name="connsiteY4" fmla="*/ 196 h 6345"/>
                  <a:gd name="connsiteX5" fmla="*/ 1175 w 6343"/>
                  <a:gd name="connsiteY5" fmla="*/ 1125 h 6345"/>
                  <a:gd name="connsiteX6" fmla="*/ 246 w 6343"/>
                  <a:gd name="connsiteY6" fmla="*/ 3369 h 6345"/>
                  <a:gd name="connsiteX7" fmla="*/ 1175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2"/>
                    </a:cubicBezTo>
                    <a:cubicBezTo>
                      <a:pt x="6255" y="5017"/>
                      <a:pt x="6589" y="4210"/>
                      <a:pt x="6589" y="3369"/>
                    </a:cubicBezTo>
                    <a:cubicBezTo>
                      <a:pt x="6589" y="2527"/>
                      <a:pt x="6255" y="1720"/>
                      <a:pt x="5660" y="1125"/>
                    </a:cubicBezTo>
                    <a:cubicBezTo>
                      <a:pt x="5065" y="530"/>
                      <a:pt x="4258" y="196"/>
                      <a:pt x="3417" y="196"/>
                    </a:cubicBezTo>
                    <a:cubicBezTo>
                      <a:pt x="2576" y="196"/>
                      <a:pt x="1769" y="530"/>
                      <a:pt x="1175" y="1125"/>
                    </a:cubicBezTo>
                    <a:cubicBezTo>
                      <a:pt x="580" y="1720"/>
                      <a:pt x="246" y="2527"/>
                      <a:pt x="246" y="3369"/>
                    </a:cubicBezTo>
                    <a:cubicBezTo>
                      <a:pt x="246" y="4210"/>
                      <a:pt x="580" y="5017"/>
                      <a:pt x="1175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DE7F00AC-919A-5F6F-9E7E-4F6564AB9CBD}"/>
                  </a:ext>
                </a:extLst>
              </p:cNvPr>
              <p:cNvSpPr/>
              <p:nvPr/>
            </p:nvSpPr>
            <p:spPr>
              <a:xfrm>
                <a:off x="3966215" y="5968442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2 h 6345"/>
                  <a:gd name="connsiteX2" fmla="*/ 6589 w 6343"/>
                  <a:gd name="connsiteY2" fmla="*/ 3369 h 6345"/>
                  <a:gd name="connsiteX3" fmla="*/ 5660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2"/>
                    </a:cubicBezTo>
                    <a:cubicBezTo>
                      <a:pt x="6254" y="5017"/>
                      <a:pt x="6589" y="4210"/>
                      <a:pt x="6589" y="3369"/>
                    </a:cubicBezTo>
                    <a:cubicBezTo>
                      <a:pt x="6589" y="2527"/>
                      <a:pt x="6254" y="1720"/>
                      <a:pt x="5660" y="1125"/>
                    </a:cubicBezTo>
                    <a:cubicBezTo>
                      <a:pt x="5065" y="530"/>
                      <a:pt x="4258" y="196"/>
                      <a:pt x="3417" y="196"/>
                    </a:cubicBezTo>
                    <a:cubicBezTo>
                      <a:pt x="2576" y="196"/>
                      <a:pt x="1769" y="530"/>
                      <a:pt x="1174" y="1125"/>
                    </a:cubicBezTo>
                    <a:cubicBezTo>
                      <a:pt x="580" y="1720"/>
                      <a:pt x="245" y="2527"/>
                      <a:pt x="245" y="3369"/>
                    </a:cubicBezTo>
                    <a:cubicBezTo>
                      <a:pt x="245" y="4210"/>
                      <a:pt x="580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90D44CB7-2DBB-B199-6DF5-87CFD67C976F}"/>
                  </a:ext>
                </a:extLst>
              </p:cNvPr>
              <p:cNvSpPr/>
              <p:nvPr/>
            </p:nvSpPr>
            <p:spPr>
              <a:xfrm>
                <a:off x="3964198" y="5967516"/>
                <a:ext cx="6343" cy="6345"/>
              </a:xfrm>
              <a:custGeom>
                <a:avLst/>
                <a:gdLst>
                  <a:gd name="connsiteX0" fmla="*/ 3417 w 6343"/>
                  <a:gd name="connsiteY0" fmla="*/ 6541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1"/>
                    </a:moveTo>
                    <a:cubicBezTo>
                      <a:pt x="4258" y="6541"/>
                      <a:pt x="5065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7"/>
                      <a:pt x="6254" y="1720"/>
                      <a:pt x="5659" y="1125"/>
                    </a:cubicBezTo>
                    <a:cubicBezTo>
                      <a:pt x="5065" y="530"/>
                      <a:pt x="4258" y="196"/>
                      <a:pt x="3417" y="196"/>
                    </a:cubicBezTo>
                    <a:cubicBezTo>
                      <a:pt x="2576" y="196"/>
                      <a:pt x="1769" y="530"/>
                      <a:pt x="1174" y="1125"/>
                    </a:cubicBezTo>
                    <a:cubicBezTo>
                      <a:pt x="579" y="1720"/>
                      <a:pt x="245" y="2527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6" y="6541"/>
                      <a:pt x="3417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A9D4AB24-218B-0667-90D5-3DA0DE45A95E}"/>
                  </a:ext>
                </a:extLst>
              </p:cNvPr>
              <p:cNvSpPr/>
              <p:nvPr/>
            </p:nvSpPr>
            <p:spPr>
              <a:xfrm>
                <a:off x="3962774" y="5968071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7"/>
                      <a:pt x="6254" y="1720"/>
                      <a:pt x="5659" y="1125"/>
                    </a:cubicBezTo>
                    <a:cubicBezTo>
                      <a:pt x="5065" y="530"/>
                      <a:pt x="4258" y="196"/>
                      <a:pt x="3417" y="196"/>
                    </a:cubicBezTo>
                    <a:cubicBezTo>
                      <a:pt x="2576" y="196"/>
                      <a:pt x="1769" y="530"/>
                      <a:pt x="1174" y="1125"/>
                    </a:cubicBezTo>
                    <a:cubicBezTo>
                      <a:pt x="579" y="1720"/>
                      <a:pt x="245" y="2527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DF4BB775-B4B4-F5C2-98FD-5BF687D54044}"/>
                  </a:ext>
                </a:extLst>
              </p:cNvPr>
              <p:cNvSpPr/>
              <p:nvPr/>
            </p:nvSpPr>
            <p:spPr>
              <a:xfrm>
                <a:off x="3961280" y="5968440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7"/>
                      <a:pt x="6254" y="1720"/>
                      <a:pt x="5659" y="1125"/>
                    </a:cubicBezTo>
                    <a:cubicBezTo>
                      <a:pt x="5065" y="530"/>
                      <a:pt x="4258" y="196"/>
                      <a:pt x="3417" y="196"/>
                    </a:cubicBezTo>
                    <a:cubicBezTo>
                      <a:pt x="2576" y="196"/>
                      <a:pt x="1769" y="530"/>
                      <a:pt x="1174" y="1125"/>
                    </a:cubicBezTo>
                    <a:cubicBezTo>
                      <a:pt x="579" y="1720"/>
                      <a:pt x="245" y="2527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BD22E77B-79E5-7F6A-C664-09E837FDD70F}"/>
                  </a:ext>
                </a:extLst>
              </p:cNvPr>
              <p:cNvSpPr/>
              <p:nvPr/>
            </p:nvSpPr>
            <p:spPr>
              <a:xfrm>
                <a:off x="3959899" y="5969110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4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7"/>
                      <a:pt x="6254" y="1720"/>
                      <a:pt x="5659" y="1125"/>
                    </a:cubicBezTo>
                    <a:cubicBezTo>
                      <a:pt x="5064" y="530"/>
                      <a:pt x="4258" y="196"/>
                      <a:pt x="3417" y="196"/>
                    </a:cubicBezTo>
                    <a:cubicBezTo>
                      <a:pt x="2575" y="196"/>
                      <a:pt x="1769" y="530"/>
                      <a:pt x="1174" y="1125"/>
                    </a:cubicBezTo>
                    <a:cubicBezTo>
                      <a:pt x="579" y="1720"/>
                      <a:pt x="245" y="2527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5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DAE9CF01-70F8-8E78-0696-88436CB859B0}"/>
                  </a:ext>
                </a:extLst>
              </p:cNvPr>
              <p:cNvSpPr/>
              <p:nvPr/>
            </p:nvSpPr>
            <p:spPr>
              <a:xfrm>
                <a:off x="3958546" y="5969860"/>
                <a:ext cx="6343" cy="6345"/>
              </a:xfrm>
              <a:custGeom>
                <a:avLst/>
                <a:gdLst>
                  <a:gd name="connsiteX0" fmla="*/ 3416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6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42"/>
                    </a:moveTo>
                    <a:cubicBezTo>
                      <a:pt x="4258" y="6542"/>
                      <a:pt x="5064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8"/>
                      <a:pt x="6254" y="1720"/>
                      <a:pt x="5659" y="1125"/>
                    </a:cubicBezTo>
                    <a:cubicBezTo>
                      <a:pt x="5064" y="531"/>
                      <a:pt x="4258" y="196"/>
                      <a:pt x="3416" y="196"/>
                    </a:cubicBezTo>
                    <a:cubicBezTo>
                      <a:pt x="2575" y="196"/>
                      <a:pt x="1769" y="531"/>
                      <a:pt x="1174" y="1125"/>
                    </a:cubicBezTo>
                    <a:cubicBezTo>
                      <a:pt x="579" y="1720"/>
                      <a:pt x="245" y="2528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5" y="6542"/>
                      <a:pt x="341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A8FDF8C1-6FAE-FEF3-A0FD-79C3EAD44F9F}"/>
                  </a:ext>
                </a:extLst>
              </p:cNvPr>
              <p:cNvSpPr/>
              <p:nvPr/>
            </p:nvSpPr>
            <p:spPr>
              <a:xfrm>
                <a:off x="3903014" y="5966333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2B12C6BD-D867-25A8-CDCD-747A962ACA91}"/>
                  </a:ext>
                </a:extLst>
              </p:cNvPr>
              <p:cNvSpPr/>
              <p:nvPr/>
            </p:nvSpPr>
            <p:spPr>
              <a:xfrm>
                <a:off x="3901425" y="5965107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5 w 6343"/>
                  <a:gd name="connsiteY1" fmla="*/ 5612 h 6345"/>
                  <a:gd name="connsiteX2" fmla="*/ 6583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5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0BA3197A-A8F3-1B9F-0C03-5313F3135FE9}"/>
                  </a:ext>
                </a:extLst>
              </p:cNvPr>
              <p:cNvSpPr/>
              <p:nvPr/>
            </p:nvSpPr>
            <p:spPr>
              <a:xfrm>
                <a:off x="3900001" y="5965136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492C3CCF-04AE-EB98-427A-CF519B9F4541}"/>
                  </a:ext>
                </a:extLst>
              </p:cNvPr>
              <p:cNvSpPr/>
              <p:nvPr/>
            </p:nvSpPr>
            <p:spPr>
              <a:xfrm>
                <a:off x="3898504" y="5964500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F60A0134-7165-BD16-F432-8491A662AF10}"/>
                  </a:ext>
                </a:extLst>
              </p:cNvPr>
              <p:cNvSpPr/>
              <p:nvPr/>
            </p:nvSpPr>
            <p:spPr>
              <a:xfrm>
                <a:off x="3897094" y="5964604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59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59" y="530"/>
                      <a:pt x="4253" y="196"/>
                      <a:pt x="3412" y="196"/>
                    </a:cubicBezTo>
                    <a:cubicBezTo>
                      <a:pt x="2570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0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F77988ED-31F3-3B44-4E82-4DD79EC830CE}"/>
                  </a:ext>
                </a:extLst>
              </p:cNvPr>
              <p:cNvSpPr/>
              <p:nvPr/>
            </p:nvSpPr>
            <p:spPr>
              <a:xfrm>
                <a:off x="3895601" y="5963855"/>
                <a:ext cx="6343" cy="6345"/>
              </a:xfrm>
              <a:custGeom>
                <a:avLst/>
                <a:gdLst>
                  <a:gd name="connsiteX0" fmla="*/ 3411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8 h 6345"/>
                  <a:gd name="connsiteX3" fmla="*/ 5654 w 6343"/>
                  <a:gd name="connsiteY3" fmla="*/ 1125 h 6345"/>
                  <a:gd name="connsiteX4" fmla="*/ 3411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8 h 6345"/>
                  <a:gd name="connsiteX7" fmla="*/ 1169 w 6343"/>
                  <a:gd name="connsiteY7" fmla="*/ 5612 h 6345"/>
                  <a:gd name="connsiteX8" fmla="*/ 3411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41"/>
                    </a:moveTo>
                    <a:cubicBezTo>
                      <a:pt x="4253" y="6541"/>
                      <a:pt x="5059" y="6207"/>
                      <a:pt x="5654" y="5612"/>
                    </a:cubicBezTo>
                    <a:cubicBezTo>
                      <a:pt x="6249" y="5017"/>
                      <a:pt x="6583" y="4210"/>
                      <a:pt x="6583" y="3368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59" y="530"/>
                      <a:pt x="4253" y="196"/>
                      <a:pt x="3411" y="196"/>
                    </a:cubicBezTo>
                    <a:cubicBezTo>
                      <a:pt x="2570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8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0" y="6541"/>
                      <a:pt x="3411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BD94665A-F58A-1D7B-30F2-E34ACD9E0D02}"/>
                  </a:ext>
                </a:extLst>
              </p:cNvPr>
              <p:cNvSpPr/>
              <p:nvPr/>
            </p:nvSpPr>
            <p:spPr>
              <a:xfrm>
                <a:off x="4182404" y="5983105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7 w 6343"/>
                  <a:gd name="connsiteY1" fmla="*/ 5613 h 6345"/>
                  <a:gd name="connsiteX2" fmla="*/ 6606 w 6343"/>
                  <a:gd name="connsiteY2" fmla="*/ 3370 h 6345"/>
                  <a:gd name="connsiteX3" fmla="*/ 5677 w 6343"/>
                  <a:gd name="connsiteY3" fmla="*/ 1127 h 6345"/>
                  <a:gd name="connsiteX4" fmla="*/ 3434 w 6343"/>
                  <a:gd name="connsiteY4" fmla="*/ 197 h 6345"/>
                  <a:gd name="connsiteX5" fmla="*/ 1191 w 6343"/>
                  <a:gd name="connsiteY5" fmla="*/ 1127 h 6345"/>
                  <a:gd name="connsiteX6" fmla="*/ 263 w 6343"/>
                  <a:gd name="connsiteY6" fmla="*/ 3370 h 6345"/>
                  <a:gd name="connsiteX7" fmla="*/ 1191 w 6343"/>
                  <a:gd name="connsiteY7" fmla="*/ 5613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2" y="6208"/>
                      <a:pt x="5677" y="5613"/>
                    </a:cubicBezTo>
                    <a:cubicBezTo>
                      <a:pt x="6271" y="5018"/>
                      <a:pt x="6606" y="4211"/>
                      <a:pt x="6606" y="3370"/>
                    </a:cubicBezTo>
                    <a:cubicBezTo>
                      <a:pt x="6606" y="2529"/>
                      <a:pt x="6271" y="1722"/>
                      <a:pt x="5677" y="1127"/>
                    </a:cubicBezTo>
                    <a:cubicBezTo>
                      <a:pt x="5082" y="532"/>
                      <a:pt x="4275" y="197"/>
                      <a:pt x="3434" y="197"/>
                    </a:cubicBezTo>
                    <a:cubicBezTo>
                      <a:pt x="2593" y="197"/>
                      <a:pt x="1786" y="532"/>
                      <a:pt x="1191" y="1127"/>
                    </a:cubicBezTo>
                    <a:cubicBezTo>
                      <a:pt x="597" y="1722"/>
                      <a:pt x="263" y="2529"/>
                      <a:pt x="263" y="3370"/>
                    </a:cubicBezTo>
                    <a:cubicBezTo>
                      <a:pt x="263" y="4211"/>
                      <a:pt x="597" y="5018"/>
                      <a:pt x="1191" y="5613"/>
                    </a:cubicBezTo>
                    <a:cubicBezTo>
                      <a:pt x="1786" y="6208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0A0AE2D6-0A48-A95F-2F86-3790050F1777}"/>
                  </a:ext>
                </a:extLst>
              </p:cNvPr>
              <p:cNvSpPr/>
              <p:nvPr/>
            </p:nvSpPr>
            <p:spPr>
              <a:xfrm>
                <a:off x="4178343" y="5982942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6 w 6343"/>
                  <a:gd name="connsiteY1" fmla="*/ 5613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4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3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2" y="6208"/>
                      <a:pt x="5676" y="5613"/>
                    </a:cubicBezTo>
                    <a:cubicBezTo>
                      <a:pt x="6271" y="5018"/>
                      <a:pt x="6605" y="4211"/>
                      <a:pt x="6605" y="3370"/>
                    </a:cubicBezTo>
                    <a:cubicBezTo>
                      <a:pt x="6605" y="2529"/>
                      <a:pt x="6271" y="1721"/>
                      <a:pt x="5676" y="1127"/>
                    </a:cubicBezTo>
                    <a:cubicBezTo>
                      <a:pt x="5082" y="532"/>
                      <a:pt x="4275" y="197"/>
                      <a:pt x="3434" y="197"/>
                    </a:cubicBezTo>
                    <a:cubicBezTo>
                      <a:pt x="2593" y="197"/>
                      <a:pt x="1786" y="532"/>
                      <a:pt x="1191" y="1127"/>
                    </a:cubicBezTo>
                    <a:cubicBezTo>
                      <a:pt x="596" y="1721"/>
                      <a:pt x="262" y="2529"/>
                      <a:pt x="262" y="3370"/>
                    </a:cubicBezTo>
                    <a:cubicBezTo>
                      <a:pt x="262" y="4211"/>
                      <a:pt x="596" y="5018"/>
                      <a:pt x="1191" y="5613"/>
                    </a:cubicBezTo>
                    <a:cubicBezTo>
                      <a:pt x="1786" y="6208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419D7E9F-DF74-4637-9DD7-223480DFCB85}"/>
                  </a:ext>
                </a:extLst>
              </p:cNvPr>
              <p:cNvSpPr/>
              <p:nvPr/>
            </p:nvSpPr>
            <p:spPr>
              <a:xfrm>
                <a:off x="4174625" y="5983010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3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3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3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5" y="6543"/>
                      <a:pt x="5081" y="6208"/>
                      <a:pt x="5676" y="5613"/>
                    </a:cubicBezTo>
                    <a:cubicBezTo>
                      <a:pt x="6271" y="5018"/>
                      <a:pt x="6605" y="4211"/>
                      <a:pt x="6605" y="3370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1" y="532"/>
                      <a:pt x="4275" y="197"/>
                      <a:pt x="3433" y="197"/>
                    </a:cubicBezTo>
                    <a:cubicBezTo>
                      <a:pt x="2592" y="197"/>
                      <a:pt x="1786" y="532"/>
                      <a:pt x="1191" y="1127"/>
                    </a:cubicBezTo>
                    <a:cubicBezTo>
                      <a:pt x="596" y="1722"/>
                      <a:pt x="262" y="2529"/>
                      <a:pt x="262" y="3370"/>
                    </a:cubicBezTo>
                    <a:cubicBezTo>
                      <a:pt x="262" y="4211"/>
                      <a:pt x="596" y="5018"/>
                      <a:pt x="1191" y="5613"/>
                    </a:cubicBezTo>
                    <a:cubicBezTo>
                      <a:pt x="1786" y="6208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9B68FD16-97DE-BB7E-6FA2-244AAA4045A1}"/>
                  </a:ext>
                </a:extLst>
              </p:cNvPr>
              <p:cNvSpPr/>
              <p:nvPr/>
            </p:nvSpPr>
            <p:spPr>
              <a:xfrm>
                <a:off x="4168127" y="5983798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3 h 6345"/>
                  <a:gd name="connsiteX2" fmla="*/ 6604 w 6343"/>
                  <a:gd name="connsiteY2" fmla="*/ 3370 h 6345"/>
                  <a:gd name="connsiteX3" fmla="*/ 5676 w 6343"/>
                  <a:gd name="connsiteY3" fmla="*/ 1127 h 6345"/>
                  <a:gd name="connsiteX4" fmla="*/ 3433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3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8"/>
                      <a:pt x="5676" y="5613"/>
                    </a:cubicBezTo>
                    <a:cubicBezTo>
                      <a:pt x="6270" y="5019"/>
                      <a:pt x="6604" y="4211"/>
                      <a:pt x="6604" y="3370"/>
                    </a:cubicBezTo>
                    <a:cubicBezTo>
                      <a:pt x="6604" y="2529"/>
                      <a:pt x="6270" y="1722"/>
                      <a:pt x="5676" y="1127"/>
                    </a:cubicBezTo>
                    <a:cubicBezTo>
                      <a:pt x="5081" y="532"/>
                      <a:pt x="4274" y="197"/>
                      <a:pt x="3433" y="197"/>
                    </a:cubicBezTo>
                    <a:cubicBezTo>
                      <a:pt x="2592" y="197"/>
                      <a:pt x="1785" y="532"/>
                      <a:pt x="1190" y="1127"/>
                    </a:cubicBezTo>
                    <a:cubicBezTo>
                      <a:pt x="596" y="1722"/>
                      <a:pt x="261" y="2529"/>
                      <a:pt x="261" y="3370"/>
                    </a:cubicBezTo>
                    <a:cubicBezTo>
                      <a:pt x="261" y="4211"/>
                      <a:pt x="596" y="5019"/>
                      <a:pt x="1190" y="5613"/>
                    </a:cubicBezTo>
                    <a:cubicBezTo>
                      <a:pt x="1785" y="6208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A6CFF8D7-1D96-8C9D-2826-64653B6086F4}"/>
                  </a:ext>
                </a:extLst>
              </p:cNvPr>
              <p:cNvSpPr/>
              <p:nvPr/>
            </p:nvSpPr>
            <p:spPr>
              <a:xfrm>
                <a:off x="4162059" y="5981737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3 h 6345"/>
                  <a:gd name="connsiteX2" fmla="*/ 6604 w 6343"/>
                  <a:gd name="connsiteY2" fmla="*/ 3370 h 6345"/>
                  <a:gd name="connsiteX3" fmla="*/ 5675 w 6343"/>
                  <a:gd name="connsiteY3" fmla="*/ 1126 h 6345"/>
                  <a:gd name="connsiteX4" fmla="*/ 3432 w 6343"/>
                  <a:gd name="connsiteY4" fmla="*/ 197 h 6345"/>
                  <a:gd name="connsiteX5" fmla="*/ 1190 w 6343"/>
                  <a:gd name="connsiteY5" fmla="*/ 1126 h 6345"/>
                  <a:gd name="connsiteX6" fmla="*/ 261 w 6343"/>
                  <a:gd name="connsiteY6" fmla="*/ 3370 h 6345"/>
                  <a:gd name="connsiteX7" fmla="*/ 1190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4" y="6543"/>
                      <a:pt x="5080" y="6208"/>
                      <a:pt x="5675" y="5613"/>
                    </a:cubicBezTo>
                    <a:cubicBezTo>
                      <a:pt x="6270" y="5018"/>
                      <a:pt x="6604" y="4211"/>
                      <a:pt x="6604" y="3370"/>
                    </a:cubicBezTo>
                    <a:cubicBezTo>
                      <a:pt x="6604" y="2528"/>
                      <a:pt x="6270" y="1721"/>
                      <a:pt x="5675" y="1126"/>
                    </a:cubicBezTo>
                    <a:cubicBezTo>
                      <a:pt x="5080" y="531"/>
                      <a:pt x="4274" y="197"/>
                      <a:pt x="3432" y="197"/>
                    </a:cubicBezTo>
                    <a:cubicBezTo>
                      <a:pt x="2591" y="197"/>
                      <a:pt x="1785" y="531"/>
                      <a:pt x="1190" y="1126"/>
                    </a:cubicBezTo>
                    <a:cubicBezTo>
                      <a:pt x="595" y="1721"/>
                      <a:pt x="261" y="2528"/>
                      <a:pt x="261" y="3370"/>
                    </a:cubicBezTo>
                    <a:cubicBezTo>
                      <a:pt x="261" y="4211"/>
                      <a:pt x="595" y="5018"/>
                      <a:pt x="1190" y="5613"/>
                    </a:cubicBezTo>
                    <a:cubicBezTo>
                      <a:pt x="1785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4859EA47-0299-27F4-2D8F-E3283D57A38E}"/>
                  </a:ext>
                </a:extLst>
              </p:cNvPr>
              <p:cNvSpPr/>
              <p:nvPr/>
            </p:nvSpPr>
            <p:spPr>
              <a:xfrm>
                <a:off x="4156207" y="5979765"/>
                <a:ext cx="6343" cy="6345"/>
              </a:xfrm>
              <a:custGeom>
                <a:avLst/>
                <a:gdLst>
                  <a:gd name="connsiteX0" fmla="*/ 3432 w 6343"/>
                  <a:gd name="connsiteY0" fmla="*/ 6542 h 6345"/>
                  <a:gd name="connsiteX1" fmla="*/ 5675 w 6343"/>
                  <a:gd name="connsiteY1" fmla="*/ 5613 h 6345"/>
                  <a:gd name="connsiteX2" fmla="*/ 6604 w 6343"/>
                  <a:gd name="connsiteY2" fmla="*/ 3370 h 6345"/>
                  <a:gd name="connsiteX3" fmla="*/ 5675 w 6343"/>
                  <a:gd name="connsiteY3" fmla="*/ 1126 h 6345"/>
                  <a:gd name="connsiteX4" fmla="*/ 3432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2"/>
                    </a:moveTo>
                    <a:cubicBezTo>
                      <a:pt x="4273" y="6542"/>
                      <a:pt x="5080" y="6208"/>
                      <a:pt x="5675" y="5613"/>
                    </a:cubicBezTo>
                    <a:cubicBezTo>
                      <a:pt x="6269" y="5018"/>
                      <a:pt x="6604" y="4211"/>
                      <a:pt x="6604" y="3370"/>
                    </a:cubicBezTo>
                    <a:cubicBezTo>
                      <a:pt x="6604" y="2528"/>
                      <a:pt x="6269" y="1721"/>
                      <a:pt x="5675" y="1126"/>
                    </a:cubicBezTo>
                    <a:cubicBezTo>
                      <a:pt x="5080" y="531"/>
                      <a:pt x="4273" y="197"/>
                      <a:pt x="3432" y="197"/>
                    </a:cubicBezTo>
                    <a:cubicBezTo>
                      <a:pt x="2591" y="197"/>
                      <a:pt x="1784" y="531"/>
                      <a:pt x="1189" y="1126"/>
                    </a:cubicBezTo>
                    <a:cubicBezTo>
                      <a:pt x="595" y="1721"/>
                      <a:pt x="260" y="2528"/>
                      <a:pt x="260" y="3370"/>
                    </a:cubicBezTo>
                    <a:cubicBezTo>
                      <a:pt x="260" y="4211"/>
                      <a:pt x="595" y="5018"/>
                      <a:pt x="1189" y="5613"/>
                    </a:cubicBezTo>
                    <a:cubicBezTo>
                      <a:pt x="1784" y="6208"/>
                      <a:pt x="2591" y="6542"/>
                      <a:pt x="343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119F8E38-7A37-3141-1B78-9F6F51FFFF0E}"/>
                  </a:ext>
                </a:extLst>
              </p:cNvPr>
              <p:cNvSpPr/>
              <p:nvPr/>
            </p:nvSpPr>
            <p:spPr>
              <a:xfrm>
                <a:off x="4154847" y="5981623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3 h 6345"/>
                  <a:gd name="connsiteX2" fmla="*/ 6603 w 6343"/>
                  <a:gd name="connsiteY2" fmla="*/ 3370 h 6345"/>
                  <a:gd name="connsiteX3" fmla="*/ 5675 w 6343"/>
                  <a:gd name="connsiteY3" fmla="*/ 1126 h 6345"/>
                  <a:gd name="connsiteX4" fmla="*/ 3432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8"/>
                      <a:pt x="5675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8"/>
                      <a:pt x="6269" y="1721"/>
                      <a:pt x="5675" y="1126"/>
                    </a:cubicBezTo>
                    <a:cubicBezTo>
                      <a:pt x="5080" y="531"/>
                      <a:pt x="4273" y="197"/>
                      <a:pt x="3432" y="197"/>
                    </a:cubicBezTo>
                    <a:cubicBezTo>
                      <a:pt x="2591" y="197"/>
                      <a:pt x="1784" y="531"/>
                      <a:pt x="1189" y="1126"/>
                    </a:cubicBezTo>
                    <a:cubicBezTo>
                      <a:pt x="595" y="1721"/>
                      <a:pt x="260" y="2528"/>
                      <a:pt x="260" y="3370"/>
                    </a:cubicBezTo>
                    <a:cubicBezTo>
                      <a:pt x="260" y="4211"/>
                      <a:pt x="595" y="5018"/>
                      <a:pt x="1189" y="5613"/>
                    </a:cubicBezTo>
                    <a:cubicBezTo>
                      <a:pt x="1784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5BBB1CE1-0EEE-64E9-59F3-731CED035DF1}"/>
                  </a:ext>
                </a:extLst>
              </p:cNvPr>
              <p:cNvSpPr/>
              <p:nvPr/>
            </p:nvSpPr>
            <p:spPr>
              <a:xfrm>
                <a:off x="4148120" y="5978739"/>
                <a:ext cx="6343" cy="6345"/>
              </a:xfrm>
              <a:custGeom>
                <a:avLst/>
                <a:gdLst>
                  <a:gd name="connsiteX0" fmla="*/ 3431 w 6343"/>
                  <a:gd name="connsiteY0" fmla="*/ 6542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6 h 6345"/>
                  <a:gd name="connsiteX4" fmla="*/ 3431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2"/>
                    </a:moveTo>
                    <a:cubicBezTo>
                      <a:pt x="4272" y="6542"/>
                      <a:pt x="5079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8"/>
                      <a:pt x="6269" y="1721"/>
                      <a:pt x="5674" y="1126"/>
                    </a:cubicBezTo>
                    <a:cubicBezTo>
                      <a:pt x="5079" y="531"/>
                      <a:pt x="4272" y="197"/>
                      <a:pt x="3431" y="197"/>
                    </a:cubicBezTo>
                    <a:cubicBezTo>
                      <a:pt x="2590" y="197"/>
                      <a:pt x="1783" y="531"/>
                      <a:pt x="1189" y="1126"/>
                    </a:cubicBezTo>
                    <a:cubicBezTo>
                      <a:pt x="594" y="1721"/>
                      <a:pt x="260" y="2528"/>
                      <a:pt x="260" y="3370"/>
                    </a:cubicBezTo>
                    <a:cubicBezTo>
                      <a:pt x="260" y="4211"/>
                      <a:pt x="594" y="5018"/>
                      <a:pt x="1189" y="5613"/>
                    </a:cubicBezTo>
                    <a:cubicBezTo>
                      <a:pt x="1783" y="6208"/>
                      <a:pt x="2590" y="6542"/>
                      <a:pt x="343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F0F29099-4794-4B1D-35FD-947AB6049C70}"/>
                  </a:ext>
                </a:extLst>
              </p:cNvPr>
              <p:cNvSpPr/>
              <p:nvPr/>
            </p:nvSpPr>
            <p:spPr>
              <a:xfrm>
                <a:off x="4146060" y="5979917"/>
                <a:ext cx="6343" cy="6345"/>
              </a:xfrm>
              <a:custGeom>
                <a:avLst/>
                <a:gdLst>
                  <a:gd name="connsiteX0" fmla="*/ 3431 w 6343"/>
                  <a:gd name="connsiteY0" fmla="*/ 6542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6 h 6345"/>
                  <a:gd name="connsiteX4" fmla="*/ 3431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2"/>
                    </a:moveTo>
                    <a:cubicBezTo>
                      <a:pt x="4272" y="6542"/>
                      <a:pt x="5079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8"/>
                      <a:pt x="6269" y="1721"/>
                      <a:pt x="5674" y="1126"/>
                    </a:cubicBezTo>
                    <a:cubicBezTo>
                      <a:pt x="5079" y="531"/>
                      <a:pt x="4272" y="197"/>
                      <a:pt x="3431" y="197"/>
                    </a:cubicBezTo>
                    <a:cubicBezTo>
                      <a:pt x="2590" y="197"/>
                      <a:pt x="1783" y="531"/>
                      <a:pt x="1189" y="1126"/>
                    </a:cubicBezTo>
                    <a:cubicBezTo>
                      <a:pt x="594" y="1721"/>
                      <a:pt x="260" y="2528"/>
                      <a:pt x="260" y="3370"/>
                    </a:cubicBezTo>
                    <a:cubicBezTo>
                      <a:pt x="260" y="4211"/>
                      <a:pt x="594" y="5018"/>
                      <a:pt x="1189" y="5613"/>
                    </a:cubicBezTo>
                    <a:cubicBezTo>
                      <a:pt x="1783" y="6208"/>
                      <a:pt x="2590" y="6542"/>
                      <a:pt x="343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65030951-C60B-9274-D5EC-C7B037195E48}"/>
                  </a:ext>
                </a:extLst>
              </p:cNvPr>
              <p:cNvSpPr/>
              <p:nvPr/>
            </p:nvSpPr>
            <p:spPr>
              <a:xfrm>
                <a:off x="4143539" y="5980666"/>
                <a:ext cx="6343" cy="6345"/>
              </a:xfrm>
              <a:custGeom>
                <a:avLst/>
                <a:gdLst>
                  <a:gd name="connsiteX0" fmla="*/ 3431 w 6343"/>
                  <a:gd name="connsiteY0" fmla="*/ 6542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6 h 6345"/>
                  <a:gd name="connsiteX4" fmla="*/ 3431 w 6343"/>
                  <a:gd name="connsiteY4" fmla="*/ 197 h 6345"/>
                  <a:gd name="connsiteX5" fmla="*/ 1188 w 6343"/>
                  <a:gd name="connsiteY5" fmla="*/ 1126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2"/>
                    </a:moveTo>
                    <a:cubicBezTo>
                      <a:pt x="4272" y="6542"/>
                      <a:pt x="5079" y="6208"/>
                      <a:pt x="5674" y="5613"/>
                    </a:cubicBezTo>
                    <a:cubicBezTo>
                      <a:pt x="6268" y="5018"/>
                      <a:pt x="6603" y="4211"/>
                      <a:pt x="6603" y="3370"/>
                    </a:cubicBezTo>
                    <a:cubicBezTo>
                      <a:pt x="6603" y="2528"/>
                      <a:pt x="6268" y="1721"/>
                      <a:pt x="5674" y="1126"/>
                    </a:cubicBezTo>
                    <a:cubicBezTo>
                      <a:pt x="5079" y="531"/>
                      <a:pt x="4272" y="197"/>
                      <a:pt x="3431" y="197"/>
                    </a:cubicBezTo>
                    <a:cubicBezTo>
                      <a:pt x="2590" y="197"/>
                      <a:pt x="1783" y="531"/>
                      <a:pt x="1188" y="1126"/>
                    </a:cubicBezTo>
                    <a:cubicBezTo>
                      <a:pt x="594" y="1721"/>
                      <a:pt x="259" y="2528"/>
                      <a:pt x="259" y="3370"/>
                    </a:cubicBezTo>
                    <a:cubicBezTo>
                      <a:pt x="259" y="4211"/>
                      <a:pt x="594" y="5018"/>
                      <a:pt x="1188" y="5613"/>
                    </a:cubicBezTo>
                    <a:cubicBezTo>
                      <a:pt x="1783" y="6208"/>
                      <a:pt x="2590" y="6542"/>
                      <a:pt x="343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6ABB944C-0325-9B6F-5472-840B7AA6969E}"/>
                  </a:ext>
                </a:extLst>
              </p:cNvPr>
              <p:cNvSpPr/>
              <p:nvPr/>
            </p:nvSpPr>
            <p:spPr>
              <a:xfrm>
                <a:off x="4141194" y="5981554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6 h 6345"/>
                  <a:gd name="connsiteX4" fmla="*/ 3431 w 6343"/>
                  <a:gd name="connsiteY4" fmla="*/ 197 h 6345"/>
                  <a:gd name="connsiteX5" fmla="*/ 1188 w 6343"/>
                  <a:gd name="connsiteY5" fmla="*/ 1126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8"/>
                      <a:pt x="5673" y="5613"/>
                    </a:cubicBezTo>
                    <a:cubicBezTo>
                      <a:pt x="6268" y="5018"/>
                      <a:pt x="6602" y="4211"/>
                      <a:pt x="6602" y="3370"/>
                    </a:cubicBezTo>
                    <a:cubicBezTo>
                      <a:pt x="6602" y="2528"/>
                      <a:pt x="6268" y="1721"/>
                      <a:pt x="5673" y="1126"/>
                    </a:cubicBezTo>
                    <a:cubicBezTo>
                      <a:pt x="5079" y="531"/>
                      <a:pt x="4272" y="197"/>
                      <a:pt x="3431" y="197"/>
                    </a:cubicBezTo>
                    <a:cubicBezTo>
                      <a:pt x="2590" y="197"/>
                      <a:pt x="1783" y="531"/>
                      <a:pt x="1188" y="1126"/>
                    </a:cubicBezTo>
                    <a:cubicBezTo>
                      <a:pt x="593" y="1721"/>
                      <a:pt x="259" y="2528"/>
                      <a:pt x="259" y="3370"/>
                    </a:cubicBezTo>
                    <a:cubicBezTo>
                      <a:pt x="259" y="4211"/>
                      <a:pt x="593" y="5018"/>
                      <a:pt x="1188" y="5613"/>
                    </a:cubicBezTo>
                    <a:cubicBezTo>
                      <a:pt x="1783" y="6208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3F9517C4-6331-6563-EA48-E6457B103598}"/>
                  </a:ext>
                </a:extLst>
              </p:cNvPr>
              <p:cNvSpPr/>
              <p:nvPr/>
            </p:nvSpPr>
            <p:spPr>
              <a:xfrm>
                <a:off x="4134398" y="5981292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6 h 6345"/>
                  <a:gd name="connsiteX4" fmla="*/ 3430 w 6343"/>
                  <a:gd name="connsiteY4" fmla="*/ 197 h 6345"/>
                  <a:gd name="connsiteX5" fmla="*/ 1188 w 6343"/>
                  <a:gd name="connsiteY5" fmla="*/ 1126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8" y="6208"/>
                      <a:pt x="5673" y="5613"/>
                    </a:cubicBezTo>
                    <a:cubicBezTo>
                      <a:pt x="6268" y="5018"/>
                      <a:pt x="6602" y="4211"/>
                      <a:pt x="6602" y="3370"/>
                    </a:cubicBezTo>
                    <a:cubicBezTo>
                      <a:pt x="6602" y="2528"/>
                      <a:pt x="6268" y="1721"/>
                      <a:pt x="5673" y="1126"/>
                    </a:cubicBezTo>
                    <a:cubicBezTo>
                      <a:pt x="5078" y="531"/>
                      <a:pt x="4271" y="197"/>
                      <a:pt x="3430" y="197"/>
                    </a:cubicBezTo>
                    <a:cubicBezTo>
                      <a:pt x="2589" y="197"/>
                      <a:pt x="1782" y="531"/>
                      <a:pt x="1188" y="1126"/>
                    </a:cubicBezTo>
                    <a:cubicBezTo>
                      <a:pt x="593" y="1721"/>
                      <a:pt x="259" y="2528"/>
                      <a:pt x="259" y="3370"/>
                    </a:cubicBezTo>
                    <a:cubicBezTo>
                      <a:pt x="259" y="4211"/>
                      <a:pt x="593" y="5018"/>
                      <a:pt x="1188" y="5613"/>
                    </a:cubicBezTo>
                    <a:cubicBezTo>
                      <a:pt x="1782" y="6208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F0C06A59-1010-1FC9-1610-5E11314AF592}"/>
                  </a:ext>
                </a:extLst>
              </p:cNvPr>
              <p:cNvSpPr/>
              <p:nvPr/>
            </p:nvSpPr>
            <p:spPr>
              <a:xfrm>
                <a:off x="4127514" y="5980770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2 w 6343"/>
                  <a:gd name="connsiteY1" fmla="*/ 5613 h 6345"/>
                  <a:gd name="connsiteX2" fmla="*/ 6601 w 6343"/>
                  <a:gd name="connsiteY2" fmla="*/ 3370 h 6345"/>
                  <a:gd name="connsiteX3" fmla="*/ 5672 w 6343"/>
                  <a:gd name="connsiteY3" fmla="*/ 1126 h 6345"/>
                  <a:gd name="connsiteX4" fmla="*/ 3430 w 6343"/>
                  <a:gd name="connsiteY4" fmla="*/ 197 h 6345"/>
                  <a:gd name="connsiteX5" fmla="*/ 1187 w 6343"/>
                  <a:gd name="connsiteY5" fmla="*/ 1126 h 6345"/>
                  <a:gd name="connsiteX6" fmla="*/ 258 w 6343"/>
                  <a:gd name="connsiteY6" fmla="*/ 3370 h 6345"/>
                  <a:gd name="connsiteX7" fmla="*/ 1187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8" y="6208"/>
                      <a:pt x="5672" y="5613"/>
                    </a:cubicBezTo>
                    <a:cubicBezTo>
                      <a:pt x="6267" y="5018"/>
                      <a:pt x="6601" y="4211"/>
                      <a:pt x="6601" y="3370"/>
                    </a:cubicBezTo>
                    <a:cubicBezTo>
                      <a:pt x="6601" y="2528"/>
                      <a:pt x="6267" y="1721"/>
                      <a:pt x="5672" y="1126"/>
                    </a:cubicBezTo>
                    <a:cubicBezTo>
                      <a:pt x="5078" y="531"/>
                      <a:pt x="4271" y="197"/>
                      <a:pt x="3430" y="197"/>
                    </a:cubicBezTo>
                    <a:cubicBezTo>
                      <a:pt x="2589" y="197"/>
                      <a:pt x="1782" y="531"/>
                      <a:pt x="1187" y="1126"/>
                    </a:cubicBezTo>
                    <a:cubicBezTo>
                      <a:pt x="592" y="1721"/>
                      <a:pt x="258" y="2528"/>
                      <a:pt x="258" y="3370"/>
                    </a:cubicBezTo>
                    <a:cubicBezTo>
                      <a:pt x="258" y="4211"/>
                      <a:pt x="592" y="5018"/>
                      <a:pt x="1187" y="5613"/>
                    </a:cubicBezTo>
                    <a:cubicBezTo>
                      <a:pt x="1782" y="6208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9A541EFE-BDF7-F662-B20F-5DCAEC7FEB68}"/>
                  </a:ext>
                </a:extLst>
              </p:cNvPr>
              <p:cNvSpPr/>
              <p:nvPr/>
            </p:nvSpPr>
            <p:spPr>
              <a:xfrm>
                <a:off x="4123329" y="5979715"/>
                <a:ext cx="6343" cy="6345"/>
              </a:xfrm>
              <a:custGeom>
                <a:avLst/>
                <a:gdLst>
                  <a:gd name="connsiteX0" fmla="*/ 3429 w 6343"/>
                  <a:gd name="connsiteY0" fmla="*/ 6542 h 6345"/>
                  <a:gd name="connsiteX1" fmla="*/ 5672 w 6343"/>
                  <a:gd name="connsiteY1" fmla="*/ 5613 h 6345"/>
                  <a:gd name="connsiteX2" fmla="*/ 6601 w 6343"/>
                  <a:gd name="connsiteY2" fmla="*/ 3370 h 6345"/>
                  <a:gd name="connsiteX3" fmla="*/ 5672 w 6343"/>
                  <a:gd name="connsiteY3" fmla="*/ 1126 h 6345"/>
                  <a:gd name="connsiteX4" fmla="*/ 3429 w 6343"/>
                  <a:gd name="connsiteY4" fmla="*/ 197 h 6345"/>
                  <a:gd name="connsiteX5" fmla="*/ 1187 w 6343"/>
                  <a:gd name="connsiteY5" fmla="*/ 1126 h 6345"/>
                  <a:gd name="connsiteX6" fmla="*/ 258 w 6343"/>
                  <a:gd name="connsiteY6" fmla="*/ 3370 h 6345"/>
                  <a:gd name="connsiteX7" fmla="*/ 1187 w 6343"/>
                  <a:gd name="connsiteY7" fmla="*/ 5613 h 6345"/>
                  <a:gd name="connsiteX8" fmla="*/ 342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42"/>
                    </a:moveTo>
                    <a:cubicBezTo>
                      <a:pt x="4271" y="6542"/>
                      <a:pt x="5077" y="6208"/>
                      <a:pt x="5672" y="5613"/>
                    </a:cubicBezTo>
                    <a:cubicBezTo>
                      <a:pt x="6267" y="5018"/>
                      <a:pt x="6601" y="4211"/>
                      <a:pt x="6601" y="3370"/>
                    </a:cubicBezTo>
                    <a:cubicBezTo>
                      <a:pt x="6601" y="2528"/>
                      <a:pt x="6267" y="1721"/>
                      <a:pt x="5672" y="1126"/>
                    </a:cubicBezTo>
                    <a:cubicBezTo>
                      <a:pt x="5077" y="531"/>
                      <a:pt x="4271" y="197"/>
                      <a:pt x="3429" y="197"/>
                    </a:cubicBezTo>
                    <a:cubicBezTo>
                      <a:pt x="2588" y="197"/>
                      <a:pt x="1782" y="531"/>
                      <a:pt x="1187" y="1126"/>
                    </a:cubicBezTo>
                    <a:cubicBezTo>
                      <a:pt x="592" y="1721"/>
                      <a:pt x="258" y="2528"/>
                      <a:pt x="258" y="3370"/>
                    </a:cubicBezTo>
                    <a:cubicBezTo>
                      <a:pt x="258" y="4211"/>
                      <a:pt x="592" y="5018"/>
                      <a:pt x="1187" y="5613"/>
                    </a:cubicBezTo>
                    <a:cubicBezTo>
                      <a:pt x="1782" y="6208"/>
                      <a:pt x="2588" y="6542"/>
                      <a:pt x="342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1DE881B1-244A-D0CB-A2C0-6B8CF9104314}"/>
                  </a:ext>
                </a:extLst>
              </p:cNvPr>
              <p:cNvSpPr/>
              <p:nvPr/>
            </p:nvSpPr>
            <p:spPr>
              <a:xfrm>
                <a:off x="4120581" y="5980016"/>
                <a:ext cx="6343" cy="6345"/>
              </a:xfrm>
              <a:custGeom>
                <a:avLst/>
                <a:gdLst>
                  <a:gd name="connsiteX0" fmla="*/ 3429 w 6343"/>
                  <a:gd name="connsiteY0" fmla="*/ 6542 h 6345"/>
                  <a:gd name="connsiteX1" fmla="*/ 5672 w 6343"/>
                  <a:gd name="connsiteY1" fmla="*/ 5613 h 6345"/>
                  <a:gd name="connsiteX2" fmla="*/ 6601 w 6343"/>
                  <a:gd name="connsiteY2" fmla="*/ 3370 h 6345"/>
                  <a:gd name="connsiteX3" fmla="*/ 5672 w 6343"/>
                  <a:gd name="connsiteY3" fmla="*/ 1126 h 6345"/>
                  <a:gd name="connsiteX4" fmla="*/ 3429 w 6343"/>
                  <a:gd name="connsiteY4" fmla="*/ 197 h 6345"/>
                  <a:gd name="connsiteX5" fmla="*/ 1187 w 6343"/>
                  <a:gd name="connsiteY5" fmla="*/ 1126 h 6345"/>
                  <a:gd name="connsiteX6" fmla="*/ 258 w 6343"/>
                  <a:gd name="connsiteY6" fmla="*/ 3370 h 6345"/>
                  <a:gd name="connsiteX7" fmla="*/ 1187 w 6343"/>
                  <a:gd name="connsiteY7" fmla="*/ 5613 h 6345"/>
                  <a:gd name="connsiteX8" fmla="*/ 342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42"/>
                    </a:moveTo>
                    <a:cubicBezTo>
                      <a:pt x="4270" y="6542"/>
                      <a:pt x="5077" y="6208"/>
                      <a:pt x="5672" y="5613"/>
                    </a:cubicBezTo>
                    <a:cubicBezTo>
                      <a:pt x="6267" y="5018"/>
                      <a:pt x="6601" y="4211"/>
                      <a:pt x="6601" y="3370"/>
                    </a:cubicBezTo>
                    <a:cubicBezTo>
                      <a:pt x="6601" y="2528"/>
                      <a:pt x="6267" y="1721"/>
                      <a:pt x="5672" y="1126"/>
                    </a:cubicBezTo>
                    <a:cubicBezTo>
                      <a:pt x="5077" y="531"/>
                      <a:pt x="4270" y="197"/>
                      <a:pt x="3429" y="197"/>
                    </a:cubicBezTo>
                    <a:cubicBezTo>
                      <a:pt x="2588" y="197"/>
                      <a:pt x="1781" y="531"/>
                      <a:pt x="1187" y="1126"/>
                    </a:cubicBezTo>
                    <a:cubicBezTo>
                      <a:pt x="592" y="1721"/>
                      <a:pt x="258" y="2528"/>
                      <a:pt x="258" y="3370"/>
                    </a:cubicBezTo>
                    <a:cubicBezTo>
                      <a:pt x="258" y="4211"/>
                      <a:pt x="592" y="5018"/>
                      <a:pt x="1187" y="5613"/>
                    </a:cubicBezTo>
                    <a:cubicBezTo>
                      <a:pt x="1781" y="6208"/>
                      <a:pt x="2588" y="6542"/>
                      <a:pt x="342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643427C7-1917-CCC9-0157-5AA3B550E9AD}"/>
                  </a:ext>
                </a:extLst>
              </p:cNvPr>
              <p:cNvSpPr/>
              <p:nvPr/>
            </p:nvSpPr>
            <p:spPr>
              <a:xfrm>
                <a:off x="4114936" y="5980376"/>
                <a:ext cx="6343" cy="6345"/>
              </a:xfrm>
              <a:custGeom>
                <a:avLst/>
                <a:gdLst>
                  <a:gd name="connsiteX0" fmla="*/ 3429 w 6343"/>
                  <a:gd name="connsiteY0" fmla="*/ 6542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6 h 6345"/>
                  <a:gd name="connsiteX4" fmla="*/ 3429 w 6343"/>
                  <a:gd name="connsiteY4" fmla="*/ 197 h 6345"/>
                  <a:gd name="connsiteX5" fmla="*/ 1186 w 6343"/>
                  <a:gd name="connsiteY5" fmla="*/ 1126 h 6345"/>
                  <a:gd name="connsiteX6" fmla="*/ 257 w 6343"/>
                  <a:gd name="connsiteY6" fmla="*/ 3370 h 6345"/>
                  <a:gd name="connsiteX7" fmla="*/ 1186 w 6343"/>
                  <a:gd name="connsiteY7" fmla="*/ 5613 h 6345"/>
                  <a:gd name="connsiteX8" fmla="*/ 342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42"/>
                    </a:moveTo>
                    <a:cubicBezTo>
                      <a:pt x="4270" y="6542"/>
                      <a:pt x="5077" y="6208"/>
                      <a:pt x="5671" y="5613"/>
                    </a:cubicBezTo>
                    <a:cubicBezTo>
                      <a:pt x="6266" y="5018"/>
                      <a:pt x="6600" y="4211"/>
                      <a:pt x="6600" y="3370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7" y="531"/>
                      <a:pt x="4270" y="197"/>
                      <a:pt x="3429" y="197"/>
                    </a:cubicBezTo>
                    <a:cubicBezTo>
                      <a:pt x="2588" y="197"/>
                      <a:pt x="1781" y="531"/>
                      <a:pt x="1186" y="1126"/>
                    </a:cubicBezTo>
                    <a:cubicBezTo>
                      <a:pt x="591" y="1721"/>
                      <a:pt x="257" y="2528"/>
                      <a:pt x="257" y="3370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1" y="6208"/>
                      <a:pt x="2588" y="6542"/>
                      <a:pt x="342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6E09EC43-6C7B-565F-7F38-14622BD7C816}"/>
                  </a:ext>
                </a:extLst>
              </p:cNvPr>
              <p:cNvSpPr/>
              <p:nvPr/>
            </p:nvSpPr>
            <p:spPr>
              <a:xfrm>
                <a:off x="4112339" y="5980738"/>
                <a:ext cx="6343" cy="6345"/>
              </a:xfrm>
              <a:custGeom>
                <a:avLst/>
                <a:gdLst>
                  <a:gd name="connsiteX0" fmla="*/ 3429 w 6343"/>
                  <a:gd name="connsiteY0" fmla="*/ 6543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6 h 6345"/>
                  <a:gd name="connsiteX4" fmla="*/ 3429 w 6343"/>
                  <a:gd name="connsiteY4" fmla="*/ 197 h 6345"/>
                  <a:gd name="connsiteX5" fmla="*/ 1186 w 6343"/>
                  <a:gd name="connsiteY5" fmla="*/ 1126 h 6345"/>
                  <a:gd name="connsiteX6" fmla="*/ 257 w 6343"/>
                  <a:gd name="connsiteY6" fmla="*/ 3370 h 6345"/>
                  <a:gd name="connsiteX7" fmla="*/ 1186 w 6343"/>
                  <a:gd name="connsiteY7" fmla="*/ 5613 h 6345"/>
                  <a:gd name="connsiteX8" fmla="*/ 3429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43"/>
                    </a:moveTo>
                    <a:cubicBezTo>
                      <a:pt x="4270" y="6543"/>
                      <a:pt x="5076" y="6208"/>
                      <a:pt x="5671" y="5613"/>
                    </a:cubicBezTo>
                    <a:cubicBezTo>
                      <a:pt x="6266" y="5018"/>
                      <a:pt x="6600" y="4211"/>
                      <a:pt x="6600" y="3370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6" y="531"/>
                      <a:pt x="4270" y="197"/>
                      <a:pt x="3429" y="197"/>
                    </a:cubicBezTo>
                    <a:cubicBezTo>
                      <a:pt x="2587" y="197"/>
                      <a:pt x="1781" y="531"/>
                      <a:pt x="1186" y="1126"/>
                    </a:cubicBezTo>
                    <a:cubicBezTo>
                      <a:pt x="591" y="1721"/>
                      <a:pt x="257" y="2528"/>
                      <a:pt x="257" y="3370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1" y="6208"/>
                      <a:pt x="2587" y="6543"/>
                      <a:pt x="3429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1C852618-5CE3-5796-42D3-7AB5C92691BD}"/>
                  </a:ext>
                </a:extLst>
              </p:cNvPr>
              <p:cNvSpPr/>
              <p:nvPr/>
            </p:nvSpPr>
            <p:spPr>
              <a:xfrm>
                <a:off x="4106638" y="5980845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5 w 6343"/>
                  <a:gd name="connsiteY5" fmla="*/ 1126 h 6345"/>
                  <a:gd name="connsiteX6" fmla="*/ 257 w 6343"/>
                  <a:gd name="connsiteY6" fmla="*/ 3370 h 6345"/>
                  <a:gd name="connsiteX7" fmla="*/ 1185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8"/>
                      <a:pt x="5671" y="5613"/>
                    </a:cubicBezTo>
                    <a:cubicBezTo>
                      <a:pt x="6265" y="5018"/>
                      <a:pt x="6600" y="4211"/>
                      <a:pt x="6600" y="3370"/>
                    </a:cubicBezTo>
                    <a:cubicBezTo>
                      <a:pt x="6600" y="2528"/>
                      <a:pt x="6265" y="1721"/>
                      <a:pt x="5671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5" y="1126"/>
                    </a:cubicBezTo>
                    <a:cubicBezTo>
                      <a:pt x="591" y="1721"/>
                      <a:pt x="257" y="2528"/>
                      <a:pt x="257" y="3370"/>
                    </a:cubicBezTo>
                    <a:cubicBezTo>
                      <a:pt x="257" y="4211"/>
                      <a:pt x="591" y="5018"/>
                      <a:pt x="1185" y="5613"/>
                    </a:cubicBezTo>
                    <a:cubicBezTo>
                      <a:pt x="1780" y="6208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45D352DF-286D-2A75-4E5D-B7C396A53916}"/>
                  </a:ext>
                </a:extLst>
              </p:cNvPr>
              <p:cNvSpPr/>
              <p:nvPr/>
            </p:nvSpPr>
            <p:spPr>
              <a:xfrm>
                <a:off x="4104027" y="5981102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3 h 6345"/>
                  <a:gd name="connsiteX2" fmla="*/ 6599 w 6343"/>
                  <a:gd name="connsiteY2" fmla="*/ 3370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5 w 6343"/>
                  <a:gd name="connsiteY5" fmla="*/ 1126 h 6345"/>
                  <a:gd name="connsiteX6" fmla="*/ 256 w 6343"/>
                  <a:gd name="connsiteY6" fmla="*/ 3370 h 6345"/>
                  <a:gd name="connsiteX7" fmla="*/ 1185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8"/>
                      <a:pt x="5671" y="5613"/>
                    </a:cubicBezTo>
                    <a:cubicBezTo>
                      <a:pt x="6265" y="5018"/>
                      <a:pt x="6599" y="4211"/>
                      <a:pt x="6599" y="3370"/>
                    </a:cubicBezTo>
                    <a:cubicBezTo>
                      <a:pt x="6599" y="2528"/>
                      <a:pt x="6265" y="1721"/>
                      <a:pt x="5671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5" y="1126"/>
                    </a:cubicBezTo>
                    <a:cubicBezTo>
                      <a:pt x="591" y="1721"/>
                      <a:pt x="256" y="2528"/>
                      <a:pt x="256" y="3370"/>
                    </a:cubicBezTo>
                    <a:cubicBezTo>
                      <a:pt x="256" y="4211"/>
                      <a:pt x="591" y="5018"/>
                      <a:pt x="1185" y="5613"/>
                    </a:cubicBezTo>
                    <a:cubicBezTo>
                      <a:pt x="1780" y="6208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0CFAEA52-2E74-0AC1-F55A-2FC7399F6D25}"/>
                  </a:ext>
                </a:extLst>
              </p:cNvPr>
              <p:cNvSpPr/>
              <p:nvPr/>
            </p:nvSpPr>
            <p:spPr>
              <a:xfrm>
                <a:off x="4101647" y="5981578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0 w 6343"/>
                  <a:gd name="connsiteY1" fmla="*/ 5613 h 6345"/>
                  <a:gd name="connsiteX2" fmla="*/ 6599 w 6343"/>
                  <a:gd name="connsiteY2" fmla="*/ 3370 h 6345"/>
                  <a:gd name="connsiteX3" fmla="*/ 5670 w 6343"/>
                  <a:gd name="connsiteY3" fmla="*/ 1126 h 6345"/>
                  <a:gd name="connsiteX4" fmla="*/ 3428 w 6343"/>
                  <a:gd name="connsiteY4" fmla="*/ 197 h 6345"/>
                  <a:gd name="connsiteX5" fmla="*/ 1185 w 6343"/>
                  <a:gd name="connsiteY5" fmla="*/ 1126 h 6345"/>
                  <a:gd name="connsiteX6" fmla="*/ 256 w 6343"/>
                  <a:gd name="connsiteY6" fmla="*/ 3370 h 6345"/>
                  <a:gd name="connsiteX7" fmla="*/ 1185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8"/>
                      <a:pt x="5670" y="5613"/>
                    </a:cubicBezTo>
                    <a:cubicBezTo>
                      <a:pt x="6265" y="5018"/>
                      <a:pt x="6599" y="4211"/>
                      <a:pt x="6599" y="3370"/>
                    </a:cubicBezTo>
                    <a:cubicBezTo>
                      <a:pt x="6599" y="2528"/>
                      <a:pt x="6265" y="1721"/>
                      <a:pt x="5670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5" y="1126"/>
                    </a:cubicBezTo>
                    <a:cubicBezTo>
                      <a:pt x="590" y="1721"/>
                      <a:pt x="256" y="2528"/>
                      <a:pt x="256" y="3370"/>
                    </a:cubicBezTo>
                    <a:cubicBezTo>
                      <a:pt x="256" y="4211"/>
                      <a:pt x="590" y="5018"/>
                      <a:pt x="1185" y="5613"/>
                    </a:cubicBezTo>
                    <a:cubicBezTo>
                      <a:pt x="1780" y="6208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D8647E41-68CF-3523-8CB6-559B89A8AB45}"/>
                  </a:ext>
                </a:extLst>
              </p:cNvPr>
              <p:cNvSpPr/>
              <p:nvPr/>
            </p:nvSpPr>
            <p:spPr>
              <a:xfrm>
                <a:off x="4092549" y="5974711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70 w 6343"/>
                  <a:gd name="connsiteY1" fmla="*/ 5613 h 6345"/>
                  <a:gd name="connsiteX2" fmla="*/ 6599 w 6343"/>
                  <a:gd name="connsiteY2" fmla="*/ 3369 h 6345"/>
                  <a:gd name="connsiteX3" fmla="*/ 5670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69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70" y="5613"/>
                    </a:cubicBezTo>
                    <a:cubicBezTo>
                      <a:pt x="6264" y="5018"/>
                      <a:pt x="6599" y="4211"/>
                      <a:pt x="6599" y="3369"/>
                    </a:cubicBezTo>
                    <a:cubicBezTo>
                      <a:pt x="6599" y="2528"/>
                      <a:pt x="6264" y="1721"/>
                      <a:pt x="5670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90" y="1721"/>
                      <a:pt x="255" y="2528"/>
                      <a:pt x="255" y="3369"/>
                    </a:cubicBezTo>
                    <a:cubicBezTo>
                      <a:pt x="255" y="4211"/>
                      <a:pt x="590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870E4CB1-713C-F0F5-675C-10AB23AD868A}"/>
                  </a:ext>
                </a:extLst>
              </p:cNvPr>
              <p:cNvSpPr/>
              <p:nvPr/>
            </p:nvSpPr>
            <p:spPr>
              <a:xfrm>
                <a:off x="4091460" y="5976474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70 w 6343"/>
                  <a:gd name="connsiteY1" fmla="*/ 5613 h 6345"/>
                  <a:gd name="connsiteX2" fmla="*/ 6598 w 6343"/>
                  <a:gd name="connsiteY2" fmla="*/ 3369 h 6345"/>
                  <a:gd name="connsiteX3" fmla="*/ 5670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69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70" y="5613"/>
                    </a:cubicBezTo>
                    <a:cubicBezTo>
                      <a:pt x="6264" y="5018"/>
                      <a:pt x="6598" y="4211"/>
                      <a:pt x="6598" y="3369"/>
                    </a:cubicBezTo>
                    <a:cubicBezTo>
                      <a:pt x="6598" y="2528"/>
                      <a:pt x="6264" y="1721"/>
                      <a:pt x="5670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90" y="1721"/>
                      <a:pt x="255" y="2528"/>
                      <a:pt x="255" y="3369"/>
                    </a:cubicBezTo>
                    <a:cubicBezTo>
                      <a:pt x="255" y="4211"/>
                      <a:pt x="590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344FB4B7-3F74-910E-96F5-2D4F59EAB50D}"/>
                  </a:ext>
                </a:extLst>
              </p:cNvPr>
              <p:cNvSpPr/>
              <p:nvPr/>
            </p:nvSpPr>
            <p:spPr>
              <a:xfrm>
                <a:off x="4090168" y="5978022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70 h 6345"/>
                  <a:gd name="connsiteX3" fmla="*/ 5669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69" y="5613"/>
                    </a:cubicBezTo>
                    <a:cubicBezTo>
                      <a:pt x="6264" y="5018"/>
                      <a:pt x="6598" y="4211"/>
                      <a:pt x="6598" y="3370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89" y="1721"/>
                      <a:pt x="255" y="2528"/>
                      <a:pt x="255" y="3370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9D4CC234-E3A4-E5ED-6B03-EF7D75E44171}"/>
                  </a:ext>
                </a:extLst>
              </p:cNvPr>
              <p:cNvSpPr/>
              <p:nvPr/>
            </p:nvSpPr>
            <p:spPr>
              <a:xfrm>
                <a:off x="4085542" y="5975804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69 h 6345"/>
                  <a:gd name="connsiteX3" fmla="*/ 5669 w 6343"/>
                  <a:gd name="connsiteY3" fmla="*/ 1126 h 6345"/>
                  <a:gd name="connsiteX4" fmla="*/ 3426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69 h 6345"/>
                  <a:gd name="connsiteX7" fmla="*/ 1184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8" y="6542"/>
                      <a:pt x="5074" y="6208"/>
                      <a:pt x="5669" y="5613"/>
                    </a:cubicBezTo>
                    <a:cubicBezTo>
                      <a:pt x="6264" y="5018"/>
                      <a:pt x="6598" y="4211"/>
                      <a:pt x="6598" y="3369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4" y="531"/>
                      <a:pt x="4268" y="197"/>
                      <a:pt x="3426" y="197"/>
                    </a:cubicBezTo>
                    <a:cubicBezTo>
                      <a:pt x="2585" y="197"/>
                      <a:pt x="1779" y="531"/>
                      <a:pt x="1184" y="1126"/>
                    </a:cubicBezTo>
                    <a:cubicBezTo>
                      <a:pt x="589" y="1721"/>
                      <a:pt x="255" y="2528"/>
                      <a:pt x="255" y="3369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9" y="6208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6B17CAC4-FA49-CF03-B53D-E755D83E4439}"/>
                  </a:ext>
                </a:extLst>
              </p:cNvPr>
              <p:cNvSpPr/>
              <p:nvPr/>
            </p:nvSpPr>
            <p:spPr>
              <a:xfrm>
                <a:off x="4082332" y="5978107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70 h 6345"/>
                  <a:gd name="connsiteX3" fmla="*/ 5669 w 6343"/>
                  <a:gd name="connsiteY3" fmla="*/ 1126 h 6345"/>
                  <a:gd name="connsiteX4" fmla="*/ 3426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8"/>
                      <a:pt x="5669" y="5613"/>
                    </a:cubicBezTo>
                    <a:cubicBezTo>
                      <a:pt x="6264" y="5018"/>
                      <a:pt x="6598" y="4211"/>
                      <a:pt x="6598" y="3370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4" y="531"/>
                      <a:pt x="4267" y="197"/>
                      <a:pt x="3426" y="197"/>
                    </a:cubicBezTo>
                    <a:cubicBezTo>
                      <a:pt x="2585" y="197"/>
                      <a:pt x="1778" y="531"/>
                      <a:pt x="1184" y="1126"/>
                    </a:cubicBezTo>
                    <a:cubicBezTo>
                      <a:pt x="589" y="1721"/>
                      <a:pt x="255" y="2528"/>
                      <a:pt x="255" y="3370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8" y="6208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F83075DC-32DA-51B8-CBFC-A0D1D38FD7C0}"/>
                  </a:ext>
                </a:extLst>
              </p:cNvPr>
              <p:cNvSpPr/>
              <p:nvPr/>
            </p:nvSpPr>
            <p:spPr>
              <a:xfrm>
                <a:off x="4080502" y="5978991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70 h 6345"/>
                  <a:gd name="connsiteX3" fmla="*/ 5669 w 6343"/>
                  <a:gd name="connsiteY3" fmla="*/ 1126 h 6345"/>
                  <a:gd name="connsiteX4" fmla="*/ 3426 w 6343"/>
                  <a:gd name="connsiteY4" fmla="*/ 197 h 6345"/>
                  <a:gd name="connsiteX5" fmla="*/ 1183 w 6343"/>
                  <a:gd name="connsiteY5" fmla="*/ 1126 h 6345"/>
                  <a:gd name="connsiteX6" fmla="*/ 254 w 6343"/>
                  <a:gd name="connsiteY6" fmla="*/ 3370 h 6345"/>
                  <a:gd name="connsiteX7" fmla="*/ 1183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8"/>
                      <a:pt x="5669" y="5613"/>
                    </a:cubicBezTo>
                    <a:cubicBezTo>
                      <a:pt x="6263" y="5018"/>
                      <a:pt x="6598" y="4211"/>
                      <a:pt x="6598" y="3370"/>
                    </a:cubicBezTo>
                    <a:cubicBezTo>
                      <a:pt x="6598" y="2528"/>
                      <a:pt x="6263" y="1721"/>
                      <a:pt x="5669" y="1126"/>
                    </a:cubicBezTo>
                    <a:cubicBezTo>
                      <a:pt x="5074" y="531"/>
                      <a:pt x="4267" y="197"/>
                      <a:pt x="3426" y="197"/>
                    </a:cubicBezTo>
                    <a:cubicBezTo>
                      <a:pt x="2585" y="197"/>
                      <a:pt x="1778" y="531"/>
                      <a:pt x="1183" y="1126"/>
                    </a:cubicBezTo>
                    <a:cubicBezTo>
                      <a:pt x="589" y="1721"/>
                      <a:pt x="254" y="2528"/>
                      <a:pt x="254" y="3370"/>
                    </a:cubicBezTo>
                    <a:cubicBezTo>
                      <a:pt x="254" y="4211"/>
                      <a:pt x="589" y="5018"/>
                      <a:pt x="1183" y="5613"/>
                    </a:cubicBezTo>
                    <a:cubicBezTo>
                      <a:pt x="1778" y="6208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2936AC1E-B739-1639-4C82-D3FAFD925FCE}"/>
                  </a:ext>
                </a:extLst>
              </p:cNvPr>
              <p:cNvSpPr/>
              <p:nvPr/>
            </p:nvSpPr>
            <p:spPr>
              <a:xfrm>
                <a:off x="4072656" y="5978707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8 w 6343"/>
                  <a:gd name="connsiteY1" fmla="*/ 5613 h 6345"/>
                  <a:gd name="connsiteX2" fmla="*/ 6597 w 6343"/>
                  <a:gd name="connsiteY2" fmla="*/ 3370 h 6345"/>
                  <a:gd name="connsiteX3" fmla="*/ 5668 w 6343"/>
                  <a:gd name="connsiteY3" fmla="*/ 1126 h 6345"/>
                  <a:gd name="connsiteX4" fmla="*/ 3425 w 6343"/>
                  <a:gd name="connsiteY4" fmla="*/ 197 h 6345"/>
                  <a:gd name="connsiteX5" fmla="*/ 1183 w 6343"/>
                  <a:gd name="connsiteY5" fmla="*/ 1126 h 6345"/>
                  <a:gd name="connsiteX6" fmla="*/ 254 w 6343"/>
                  <a:gd name="connsiteY6" fmla="*/ 3370 h 6345"/>
                  <a:gd name="connsiteX7" fmla="*/ 1183 w 6343"/>
                  <a:gd name="connsiteY7" fmla="*/ 5613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7" y="6542"/>
                      <a:pt x="5073" y="6208"/>
                      <a:pt x="5668" y="5613"/>
                    </a:cubicBezTo>
                    <a:cubicBezTo>
                      <a:pt x="6263" y="5018"/>
                      <a:pt x="6597" y="4211"/>
                      <a:pt x="6597" y="3370"/>
                    </a:cubicBezTo>
                    <a:cubicBezTo>
                      <a:pt x="6597" y="2528"/>
                      <a:pt x="6263" y="1721"/>
                      <a:pt x="5668" y="1126"/>
                    </a:cubicBezTo>
                    <a:cubicBezTo>
                      <a:pt x="5073" y="531"/>
                      <a:pt x="4267" y="197"/>
                      <a:pt x="3425" y="197"/>
                    </a:cubicBezTo>
                    <a:cubicBezTo>
                      <a:pt x="2584" y="197"/>
                      <a:pt x="1778" y="531"/>
                      <a:pt x="1183" y="1126"/>
                    </a:cubicBezTo>
                    <a:cubicBezTo>
                      <a:pt x="588" y="1721"/>
                      <a:pt x="254" y="2528"/>
                      <a:pt x="254" y="3370"/>
                    </a:cubicBezTo>
                    <a:cubicBezTo>
                      <a:pt x="254" y="4211"/>
                      <a:pt x="588" y="5018"/>
                      <a:pt x="1183" y="5613"/>
                    </a:cubicBezTo>
                    <a:cubicBezTo>
                      <a:pt x="1778" y="6208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8DF2BC55-0CD4-F90E-1D7F-F37261121DA5}"/>
                  </a:ext>
                </a:extLst>
              </p:cNvPr>
              <p:cNvSpPr/>
              <p:nvPr/>
            </p:nvSpPr>
            <p:spPr>
              <a:xfrm>
                <a:off x="4030555" y="5974344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1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69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1" y="2528"/>
                      <a:pt x="251" y="3369"/>
                    </a:cubicBezTo>
                    <a:cubicBezTo>
                      <a:pt x="251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96621C8B-9E8F-B641-EF19-19E76522A3B8}"/>
                  </a:ext>
                </a:extLst>
              </p:cNvPr>
              <p:cNvSpPr/>
              <p:nvPr/>
            </p:nvSpPr>
            <p:spPr>
              <a:xfrm>
                <a:off x="4026997" y="5972092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6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6"/>
                      <a:pt x="3422" y="196"/>
                    </a:cubicBezTo>
                    <a:cubicBezTo>
                      <a:pt x="2581" y="196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55DE0207-9013-89E1-9AF4-849522E117A3}"/>
                  </a:ext>
                </a:extLst>
              </p:cNvPr>
              <p:cNvSpPr/>
              <p:nvPr/>
            </p:nvSpPr>
            <p:spPr>
              <a:xfrm>
                <a:off x="4025390" y="5972793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6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6"/>
                      <a:pt x="3422" y="196"/>
                    </a:cubicBezTo>
                    <a:cubicBezTo>
                      <a:pt x="2581" y="196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891C1C45-512B-C6F9-B910-E023288692F5}"/>
                  </a:ext>
                </a:extLst>
              </p:cNvPr>
              <p:cNvSpPr/>
              <p:nvPr/>
            </p:nvSpPr>
            <p:spPr>
              <a:xfrm>
                <a:off x="4023983" y="5973804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69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69" y="531"/>
                      <a:pt x="4263" y="197"/>
                      <a:pt x="3422" y="197"/>
                    </a:cubicBezTo>
                    <a:cubicBezTo>
                      <a:pt x="2580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0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5A019D2F-BA61-62BF-DADB-C425001E025F}"/>
                  </a:ext>
                </a:extLst>
              </p:cNvPr>
              <p:cNvSpPr/>
              <p:nvPr/>
            </p:nvSpPr>
            <p:spPr>
              <a:xfrm>
                <a:off x="4021792" y="5973561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3" y="6542"/>
                      <a:pt x="5069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69" y="531"/>
                      <a:pt x="4263" y="197"/>
                      <a:pt x="3421" y="197"/>
                    </a:cubicBezTo>
                    <a:cubicBezTo>
                      <a:pt x="2580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2B7F301A-B2BE-790E-55C8-1AEDD74ACF21}"/>
                  </a:ext>
                </a:extLst>
              </p:cNvPr>
              <p:cNvSpPr/>
              <p:nvPr/>
            </p:nvSpPr>
            <p:spPr>
              <a:xfrm>
                <a:off x="4019882" y="5973744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3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E72BBF2A-C39C-1256-8E4B-68FEA55E6447}"/>
                  </a:ext>
                </a:extLst>
              </p:cNvPr>
              <p:cNvSpPr/>
              <p:nvPr/>
            </p:nvSpPr>
            <p:spPr>
              <a:xfrm>
                <a:off x="4018001" y="5973953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8 w 6343"/>
                  <a:gd name="connsiteY5" fmla="*/ 1126 h 6345"/>
                  <a:gd name="connsiteX6" fmla="*/ 250 w 6343"/>
                  <a:gd name="connsiteY6" fmla="*/ 3369 h 6345"/>
                  <a:gd name="connsiteX7" fmla="*/ 1178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4" y="5613"/>
                    </a:cubicBezTo>
                    <a:cubicBezTo>
                      <a:pt x="6258" y="5018"/>
                      <a:pt x="6593" y="4211"/>
                      <a:pt x="6593" y="3369"/>
                    </a:cubicBezTo>
                    <a:cubicBezTo>
                      <a:pt x="6593" y="2528"/>
                      <a:pt x="6258" y="1721"/>
                      <a:pt x="5664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3" y="531"/>
                      <a:pt x="1178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8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442401FB-68AF-C55B-35EB-BEC62BF1FB2A}"/>
                  </a:ext>
                </a:extLst>
              </p:cNvPr>
              <p:cNvSpPr/>
              <p:nvPr/>
            </p:nvSpPr>
            <p:spPr>
              <a:xfrm>
                <a:off x="4015806" y="5973620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2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8 w 6343"/>
                  <a:gd name="connsiteY5" fmla="*/ 1126 h 6345"/>
                  <a:gd name="connsiteX6" fmla="*/ 249 w 6343"/>
                  <a:gd name="connsiteY6" fmla="*/ 3369 h 6345"/>
                  <a:gd name="connsiteX7" fmla="*/ 1178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4" y="5613"/>
                    </a:cubicBezTo>
                    <a:cubicBezTo>
                      <a:pt x="6258" y="5018"/>
                      <a:pt x="6592" y="4211"/>
                      <a:pt x="6592" y="3369"/>
                    </a:cubicBezTo>
                    <a:cubicBezTo>
                      <a:pt x="6592" y="2528"/>
                      <a:pt x="6258" y="1721"/>
                      <a:pt x="5664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3" y="531"/>
                      <a:pt x="1178" y="1126"/>
                    </a:cubicBezTo>
                    <a:cubicBezTo>
                      <a:pt x="584" y="1721"/>
                      <a:pt x="249" y="2528"/>
                      <a:pt x="249" y="3369"/>
                    </a:cubicBezTo>
                    <a:cubicBezTo>
                      <a:pt x="249" y="4211"/>
                      <a:pt x="584" y="5018"/>
                      <a:pt x="1178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AED1C5FE-E1D9-4128-E060-C5F6596D3050}"/>
                  </a:ext>
                </a:extLst>
              </p:cNvPr>
              <p:cNvSpPr/>
              <p:nvPr/>
            </p:nvSpPr>
            <p:spPr>
              <a:xfrm>
                <a:off x="4011588" y="5973146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3 w 6343"/>
                  <a:gd name="connsiteY1" fmla="*/ 5613 h 6345"/>
                  <a:gd name="connsiteX2" fmla="*/ 6592 w 6343"/>
                  <a:gd name="connsiteY2" fmla="*/ 3369 h 6345"/>
                  <a:gd name="connsiteX3" fmla="*/ 5663 w 6343"/>
                  <a:gd name="connsiteY3" fmla="*/ 1126 h 6345"/>
                  <a:gd name="connsiteX4" fmla="*/ 3421 w 6343"/>
                  <a:gd name="connsiteY4" fmla="*/ 196 h 6345"/>
                  <a:gd name="connsiteX5" fmla="*/ 1178 w 6343"/>
                  <a:gd name="connsiteY5" fmla="*/ 1126 h 6345"/>
                  <a:gd name="connsiteX6" fmla="*/ 249 w 6343"/>
                  <a:gd name="connsiteY6" fmla="*/ 3369 h 6345"/>
                  <a:gd name="connsiteX7" fmla="*/ 1178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8" y="6208"/>
                      <a:pt x="5663" y="5613"/>
                    </a:cubicBezTo>
                    <a:cubicBezTo>
                      <a:pt x="6258" y="5018"/>
                      <a:pt x="6592" y="4211"/>
                      <a:pt x="6592" y="3369"/>
                    </a:cubicBezTo>
                    <a:cubicBezTo>
                      <a:pt x="6592" y="2528"/>
                      <a:pt x="6258" y="1721"/>
                      <a:pt x="5663" y="1126"/>
                    </a:cubicBezTo>
                    <a:cubicBezTo>
                      <a:pt x="5068" y="531"/>
                      <a:pt x="4262" y="196"/>
                      <a:pt x="3421" y="196"/>
                    </a:cubicBezTo>
                    <a:cubicBezTo>
                      <a:pt x="2579" y="196"/>
                      <a:pt x="1773" y="531"/>
                      <a:pt x="1178" y="1126"/>
                    </a:cubicBezTo>
                    <a:cubicBezTo>
                      <a:pt x="583" y="1721"/>
                      <a:pt x="249" y="2528"/>
                      <a:pt x="249" y="3369"/>
                    </a:cubicBezTo>
                    <a:cubicBezTo>
                      <a:pt x="249" y="4211"/>
                      <a:pt x="583" y="5018"/>
                      <a:pt x="1178" y="5613"/>
                    </a:cubicBezTo>
                    <a:cubicBezTo>
                      <a:pt x="1773" y="6208"/>
                      <a:pt x="2579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516E7E08-E3F3-FAA7-2D71-AC1921C6AA6E}"/>
                  </a:ext>
                </a:extLst>
              </p:cNvPr>
              <p:cNvSpPr/>
              <p:nvPr/>
            </p:nvSpPr>
            <p:spPr>
              <a:xfrm>
                <a:off x="3977971" y="5972084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8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6" y="6208"/>
                      <a:pt x="5661" y="5613"/>
                    </a:cubicBezTo>
                    <a:cubicBezTo>
                      <a:pt x="6255" y="5018"/>
                      <a:pt x="6590" y="4211"/>
                      <a:pt x="6590" y="3369"/>
                    </a:cubicBezTo>
                    <a:cubicBezTo>
                      <a:pt x="6590" y="2528"/>
                      <a:pt x="6255" y="1721"/>
                      <a:pt x="5661" y="1126"/>
                    </a:cubicBezTo>
                    <a:cubicBezTo>
                      <a:pt x="5066" y="531"/>
                      <a:pt x="4259" y="196"/>
                      <a:pt x="3418" y="196"/>
                    </a:cubicBezTo>
                    <a:cubicBezTo>
                      <a:pt x="2577" y="196"/>
                      <a:pt x="1770" y="531"/>
                      <a:pt x="1175" y="1126"/>
                    </a:cubicBezTo>
                    <a:cubicBezTo>
                      <a:pt x="581" y="1721"/>
                      <a:pt x="246" y="2528"/>
                      <a:pt x="246" y="3369"/>
                    </a:cubicBezTo>
                    <a:cubicBezTo>
                      <a:pt x="246" y="4211"/>
                      <a:pt x="581" y="5018"/>
                      <a:pt x="1175" y="5613"/>
                    </a:cubicBezTo>
                    <a:cubicBezTo>
                      <a:pt x="1770" y="6208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7EFB7E05-360A-B931-8EED-869A74CE0142}"/>
                  </a:ext>
                </a:extLst>
              </p:cNvPr>
              <p:cNvSpPr/>
              <p:nvPr/>
            </p:nvSpPr>
            <p:spPr>
              <a:xfrm>
                <a:off x="3972554" y="5971488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8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5" y="6207"/>
                      <a:pt x="5660" y="5613"/>
                    </a:cubicBezTo>
                    <a:cubicBezTo>
                      <a:pt x="6255" y="5018"/>
                      <a:pt x="6589" y="4210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9" y="196"/>
                      <a:pt x="3418" y="196"/>
                    </a:cubicBezTo>
                    <a:cubicBezTo>
                      <a:pt x="2576" y="196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0"/>
                      <a:pt x="580" y="5018"/>
                      <a:pt x="1175" y="5613"/>
                    </a:cubicBezTo>
                    <a:cubicBezTo>
                      <a:pt x="1770" y="6207"/>
                      <a:pt x="2576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E5ADBFE9-340A-37E3-D602-CFD4B0226496}"/>
                  </a:ext>
                </a:extLst>
              </p:cNvPr>
              <p:cNvSpPr/>
              <p:nvPr/>
            </p:nvSpPr>
            <p:spPr>
              <a:xfrm>
                <a:off x="3970725" y="5971176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2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2"/>
                    </a:cubicBezTo>
                    <a:cubicBezTo>
                      <a:pt x="6255" y="5018"/>
                      <a:pt x="6589" y="4210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0"/>
                      <a:pt x="580" y="5018"/>
                      <a:pt x="1175" y="5612"/>
                    </a:cubicBezTo>
                    <a:cubicBezTo>
                      <a:pt x="1770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4FF8C890-01BD-21CA-2D8B-601D3F7CEB46}"/>
                  </a:ext>
                </a:extLst>
              </p:cNvPr>
              <p:cNvSpPr/>
              <p:nvPr/>
            </p:nvSpPr>
            <p:spPr>
              <a:xfrm>
                <a:off x="3969385" y="5972034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D749E228-5241-C37E-F769-E1732DE3CFC5}"/>
                  </a:ext>
                </a:extLst>
              </p:cNvPr>
              <p:cNvSpPr/>
              <p:nvPr/>
            </p:nvSpPr>
            <p:spPr>
              <a:xfrm>
                <a:off x="3967089" y="5970511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2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6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2"/>
                    </a:cubicBezTo>
                    <a:cubicBezTo>
                      <a:pt x="6254" y="5017"/>
                      <a:pt x="6589" y="4210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0"/>
                      <a:pt x="580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E2179B8C-113D-7E0A-39F9-3B5BF701D349}"/>
                  </a:ext>
                </a:extLst>
              </p:cNvPr>
              <p:cNvSpPr/>
              <p:nvPr/>
            </p:nvSpPr>
            <p:spPr>
              <a:xfrm>
                <a:off x="3965196" y="5969938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2 h 6345"/>
                  <a:gd name="connsiteX2" fmla="*/ 6588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8"/>
                      <a:pt x="6254" y="1720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0"/>
                      <a:pt x="245" y="2528"/>
                      <a:pt x="245" y="3369"/>
                    </a:cubicBezTo>
                    <a:cubicBezTo>
                      <a:pt x="245" y="4210"/>
                      <a:pt x="580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68F55DED-C9B1-9603-C1CD-BD111DB8B58E}"/>
                  </a:ext>
                </a:extLst>
              </p:cNvPr>
              <p:cNvSpPr/>
              <p:nvPr/>
            </p:nvSpPr>
            <p:spPr>
              <a:xfrm>
                <a:off x="3962991" y="5968512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7"/>
                      <a:pt x="6254" y="1720"/>
                      <a:pt x="5659" y="1125"/>
                    </a:cubicBezTo>
                    <a:cubicBezTo>
                      <a:pt x="5065" y="530"/>
                      <a:pt x="4258" y="196"/>
                      <a:pt x="3417" y="196"/>
                    </a:cubicBezTo>
                    <a:cubicBezTo>
                      <a:pt x="2576" y="196"/>
                      <a:pt x="1769" y="530"/>
                      <a:pt x="1174" y="1125"/>
                    </a:cubicBezTo>
                    <a:cubicBezTo>
                      <a:pt x="579" y="1720"/>
                      <a:pt x="245" y="2527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0003BFA1-B926-285A-8A0D-284BCF893378}"/>
                  </a:ext>
                </a:extLst>
              </p:cNvPr>
              <p:cNvSpPr/>
              <p:nvPr/>
            </p:nvSpPr>
            <p:spPr>
              <a:xfrm>
                <a:off x="3961393" y="5968617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7"/>
                      <a:pt x="6254" y="1720"/>
                      <a:pt x="5659" y="1125"/>
                    </a:cubicBezTo>
                    <a:cubicBezTo>
                      <a:pt x="5065" y="530"/>
                      <a:pt x="4258" y="196"/>
                      <a:pt x="3417" y="196"/>
                    </a:cubicBezTo>
                    <a:cubicBezTo>
                      <a:pt x="2576" y="196"/>
                      <a:pt x="1769" y="530"/>
                      <a:pt x="1174" y="1125"/>
                    </a:cubicBezTo>
                    <a:cubicBezTo>
                      <a:pt x="579" y="1720"/>
                      <a:pt x="245" y="2527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5298AA8A-CACD-14A0-B28D-07F391847207}"/>
                  </a:ext>
                </a:extLst>
              </p:cNvPr>
              <p:cNvSpPr/>
              <p:nvPr/>
            </p:nvSpPr>
            <p:spPr>
              <a:xfrm>
                <a:off x="3960209" y="5969820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4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8"/>
                      <a:pt x="6254" y="1720"/>
                      <a:pt x="5659" y="1125"/>
                    </a:cubicBezTo>
                    <a:cubicBezTo>
                      <a:pt x="5064" y="531"/>
                      <a:pt x="4258" y="196"/>
                      <a:pt x="3417" y="196"/>
                    </a:cubicBezTo>
                    <a:cubicBezTo>
                      <a:pt x="2575" y="196"/>
                      <a:pt x="1769" y="531"/>
                      <a:pt x="1174" y="1125"/>
                    </a:cubicBezTo>
                    <a:cubicBezTo>
                      <a:pt x="579" y="1720"/>
                      <a:pt x="245" y="2528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5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1DDF4EB3-4D80-BBB3-93A2-04CD5FF3EF62}"/>
                  </a:ext>
                </a:extLst>
              </p:cNvPr>
              <p:cNvSpPr/>
              <p:nvPr/>
            </p:nvSpPr>
            <p:spPr>
              <a:xfrm>
                <a:off x="3958187" y="5968749"/>
                <a:ext cx="6343" cy="6345"/>
              </a:xfrm>
              <a:custGeom>
                <a:avLst/>
                <a:gdLst>
                  <a:gd name="connsiteX0" fmla="*/ 3416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6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42"/>
                    </a:moveTo>
                    <a:cubicBezTo>
                      <a:pt x="4257" y="6542"/>
                      <a:pt x="5064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7"/>
                      <a:pt x="6254" y="1720"/>
                      <a:pt x="5659" y="1125"/>
                    </a:cubicBezTo>
                    <a:cubicBezTo>
                      <a:pt x="5064" y="530"/>
                      <a:pt x="4257" y="196"/>
                      <a:pt x="3416" y="196"/>
                    </a:cubicBezTo>
                    <a:cubicBezTo>
                      <a:pt x="2575" y="196"/>
                      <a:pt x="1769" y="530"/>
                      <a:pt x="1174" y="1125"/>
                    </a:cubicBezTo>
                    <a:cubicBezTo>
                      <a:pt x="579" y="1720"/>
                      <a:pt x="245" y="2527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5" y="6542"/>
                      <a:pt x="341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4D94BDE1-7DB9-1011-C967-2A66CCE005E1}"/>
                  </a:ext>
                </a:extLst>
              </p:cNvPr>
              <p:cNvSpPr/>
              <p:nvPr/>
            </p:nvSpPr>
            <p:spPr>
              <a:xfrm>
                <a:off x="3957664" y="5971808"/>
                <a:ext cx="6343" cy="6345"/>
              </a:xfrm>
              <a:custGeom>
                <a:avLst/>
                <a:gdLst>
                  <a:gd name="connsiteX0" fmla="*/ 3416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6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42"/>
                    </a:moveTo>
                    <a:cubicBezTo>
                      <a:pt x="4257" y="6542"/>
                      <a:pt x="5064" y="6207"/>
                      <a:pt x="5659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4" y="531"/>
                      <a:pt x="4257" y="196"/>
                      <a:pt x="3416" y="196"/>
                    </a:cubicBezTo>
                    <a:cubicBezTo>
                      <a:pt x="2575" y="196"/>
                      <a:pt x="1768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1"/>
                      <a:pt x="579" y="5018"/>
                      <a:pt x="1174" y="5613"/>
                    </a:cubicBezTo>
                    <a:cubicBezTo>
                      <a:pt x="1768" y="6207"/>
                      <a:pt x="2575" y="6542"/>
                      <a:pt x="341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86B7D017-1C9C-C2ED-5136-E5524F0ACABB}"/>
                  </a:ext>
                </a:extLst>
              </p:cNvPr>
              <p:cNvSpPr/>
              <p:nvPr/>
            </p:nvSpPr>
            <p:spPr>
              <a:xfrm>
                <a:off x="3945891" y="5970204"/>
                <a:ext cx="6343" cy="6345"/>
              </a:xfrm>
              <a:custGeom>
                <a:avLst/>
                <a:gdLst>
                  <a:gd name="connsiteX0" fmla="*/ 3415 w 6343"/>
                  <a:gd name="connsiteY0" fmla="*/ 6542 h 6345"/>
                  <a:gd name="connsiteX1" fmla="*/ 5658 w 6343"/>
                  <a:gd name="connsiteY1" fmla="*/ 5612 h 6345"/>
                  <a:gd name="connsiteX2" fmla="*/ 6587 w 6343"/>
                  <a:gd name="connsiteY2" fmla="*/ 3369 h 6345"/>
                  <a:gd name="connsiteX3" fmla="*/ 5658 w 6343"/>
                  <a:gd name="connsiteY3" fmla="*/ 1126 h 6345"/>
                  <a:gd name="connsiteX4" fmla="*/ 3415 w 6343"/>
                  <a:gd name="connsiteY4" fmla="*/ 196 h 6345"/>
                  <a:gd name="connsiteX5" fmla="*/ 1173 w 6343"/>
                  <a:gd name="connsiteY5" fmla="*/ 1126 h 6345"/>
                  <a:gd name="connsiteX6" fmla="*/ 244 w 6343"/>
                  <a:gd name="connsiteY6" fmla="*/ 3369 h 6345"/>
                  <a:gd name="connsiteX7" fmla="*/ 1173 w 6343"/>
                  <a:gd name="connsiteY7" fmla="*/ 5612 h 6345"/>
                  <a:gd name="connsiteX8" fmla="*/ 341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42"/>
                    </a:moveTo>
                    <a:cubicBezTo>
                      <a:pt x="4257" y="6542"/>
                      <a:pt x="5063" y="6207"/>
                      <a:pt x="5658" y="5612"/>
                    </a:cubicBezTo>
                    <a:cubicBezTo>
                      <a:pt x="6253" y="5017"/>
                      <a:pt x="6587" y="4210"/>
                      <a:pt x="6587" y="3369"/>
                    </a:cubicBezTo>
                    <a:cubicBezTo>
                      <a:pt x="6587" y="2528"/>
                      <a:pt x="6253" y="1720"/>
                      <a:pt x="5658" y="1126"/>
                    </a:cubicBezTo>
                    <a:cubicBezTo>
                      <a:pt x="5063" y="531"/>
                      <a:pt x="4257" y="196"/>
                      <a:pt x="3415" y="196"/>
                    </a:cubicBezTo>
                    <a:cubicBezTo>
                      <a:pt x="2574" y="196"/>
                      <a:pt x="1768" y="531"/>
                      <a:pt x="1173" y="1126"/>
                    </a:cubicBezTo>
                    <a:cubicBezTo>
                      <a:pt x="578" y="1720"/>
                      <a:pt x="244" y="2528"/>
                      <a:pt x="244" y="3369"/>
                    </a:cubicBezTo>
                    <a:cubicBezTo>
                      <a:pt x="244" y="4210"/>
                      <a:pt x="578" y="5017"/>
                      <a:pt x="1173" y="5612"/>
                    </a:cubicBezTo>
                    <a:cubicBezTo>
                      <a:pt x="1768" y="6207"/>
                      <a:pt x="2574" y="6542"/>
                      <a:pt x="341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E3C838E3-15B7-CC3A-FB39-5381CEF67467}"/>
                  </a:ext>
                </a:extLst>
              </p:cNvPr>
              <p:cNvSpPr/>
              <p:nvPr/>
            </p:nvSpPr>
            <p:spPr>
              <a:xfrm>
                <a:off x="3903257" y="5967889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1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1" y="2527"/>
                      <a:pt x="241" y="3369"/>
                    </a:cubicBezTo>
                    <a:cubicBezTo>
                      <a:pt x="241" y="4210"/>
                      <a:pt x="575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F1F79292-F54E-E9C2-35A5-A6B7A4D4EC0F}"/>
                  </a:ext>
                </a:extLst>
              </p:cNvPr>
              <p:cNvSpPr/>
              <p:nvPr/>
            </p:nvSpPr>
            <p:spPr>
              <a:xfrm>
                <a:off x="3901536" y="5965673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5 w 6343"/>
                  <a:gd name="connsiteY1" fmla="*/ 5612 h 6345"/>
                  <a:gd name="connsiteX2" fmla="*/ 6583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5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BE547056-F291-68DC-48CA-F2372A67D3A6}"/>
                  </a:ext>
                </a:extLst>
              </p:cNvPr>
              <p:cNvSpPr/>
              <p:nvPr/>
            </p:nvSpPr>
            <p:spPr>
              <a:xfrm>
                <a:off x="3900223" y="5966690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3C5696FD-8697-FBE4-608A-ED935131AB47}"/>
                  </a:ext>
                </a:extLst>
              </p:cNvPr>
              <p:cNvSpPr/>
              <p:nvPr/>
            </p:nvSpPr>
            <p:spPr>
              <a:xfrm>
                <a:off x="3898534" y="5964406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3F7AA881-A51C-F562-7633-38BF5E093E8C}"/>
                  </a:ext>
                </a:extLst>
              </p:cNvPr>
              <p:cNvSpPr/>
              <p:nvPr/>
            </p:nvSpPr>
            <p:spPr>
              <a:xfrm>
                <a:off x="3897070" y="5963993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8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8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59" y="6207"/>
                      <a:pt x="5654" y="5612"/>
                    </a:cubicBezTo>
                    <a:cubicBezTo>
                      <a:pt x="6249" y="5017"/>
                      <a:pt x="6583" y="4210"/>
                      <a:pt x="6583" y="3368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59" y="530"/>
                      <a:pt x="4253" y="196"/>
                      <a:pt x="3412" y="196"/>
                    </a:cubicBezTo>
                    <a:cubicBezTo>
                      <a:pt x="2570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8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0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FA9634AD-10EB-5BE6-7BD7-BBDFB7EEB498}"/>
                  </a:ext>
                </a:extLst>
              </p:cNvPr>
              <p:cNvSpPr/>
              <p:nvPr/>
            </p:nvSpPr>
            <p:spPr>
              <a:xfrm>
                <a:off x="3895678" y="5964230"/>
                <a:ext cx="6343" cy="6345"/>
              </a:xfrm>
              <a:custGeom>
                <a:avLst/>
                <a:gdLst>
                  <a:gd name="connsiteX0" fmla="*/ 3411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8 h 6345"/>
                  <a:gd name="connsiteX3" fmla="*/ 5654 w 6343"/>
                  <a:gd name="connsiteY3" fmla="*/ 1125 h 6345"/>
                  <a:gd name="connsiteX4" fmla="*/ 3411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8 h 6345"/>
                  <a:gd name="connsiteX7" fmla="*/ 1169 w 6343"/>
                  <a:gd name="connsiteY7" fmla="*/ 5612 h 6345"/>
                  <a:gd name="connsiteX8" fmla="*/ 3411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41"/>
                    </a:moveTo>
                    <a:cubicBezTo>
                      <a:pt x="4253" y="6541"/>
                      <a:pt x="5059" y="6207"/>
                      <a:pt x="5654" y="5612"/>
                    </a:cubicBezTo>
                    <a:cubicBezTo>
                      <a:pt x="6249" y="5017"/>
                      <a:pt x="6583" y="4210"/>
                      <a:pt x="6583" y="3368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59" y="530"/>
                      <a:pt x="4253" y="196"/>
                      <a:pt x="3411" y="196"/>
                    </a:cubicBezTo>
                    <a:cubicBezTo>
                      <a:pt x="2570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8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0" y="6541"/>
                      <a:pt x="3411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3E1A521E-26EF-480A-C95D-5E6495F9E933}"/>
                  </a:ext>
                </a:extLst>
              </p:cNvPr>
              <p:cNvSpPr/>
              <p:nvPr/>
            </p:nvSpPr>
            <p:spPr>
              <a:xfrm>
                <a:off x="3625641" y="6041192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DC3DB1A0-ED73-1441-EF97-3335B9296C29}"/>
                  </a:ext>
                </a:extLst>
              </p:cNvPr>
              <p:cNvSpPr/>
              <p:nvPr/>
            </p:nvSpPr>
            <p:spPr>
              <a:xfrm>
                <a:off x="3624762" y="6038460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7 w 6343"/>
                  <a:gd name="connsiteY5" fmla="*/ 1131 h 6345"/>
                  <a:gd name="connsiteX6" fmla="*/ 219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7" y="5023"/>
                      <a:pt x="6562" y="4216"/>
                      <a:pt x="6562" y="3374"/>
                    </a:cubicBezTo>
                    <a:cubicBezTo>
                      <a:pt x="6562" y="2533"/>
                      <a:pt x="6227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7" y="1131"/>
                    </a:cubicBezTo>
                    <a:cubicBezTo>
                      <a:pt x="553" y="1726"/>
                      <a:pt x="219" y="2533"/>
                      <a:pt x="219" y="3374"/>
                    </a:cubicBezTo>
                    <a:cubicBezTo>
                      <a:pt x="219" y="4216"/>
                      <a:pt x="553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5E5959F5-7C79-098F-A9FD-1F8DEFCFE4DD}"/>
                  </a:ext>
                </a:extLst>
              </p:cNvPr>
              <p:cNvSpPr/>
              <p:nvPr/>
            </p:nvSpPr>
            <p:spPr>
              <a:xfrm>
                <a:off x="3623332" y="6036420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1 h 6345"/>
                  <a:gd name="connsiteX5" fmla="*/ 1147 w 6343"/>
                  <a:gd name="connsiteY5" fmla="*/ 1131 h 6345"/>
                  <a:gd name="connsiteX6" fmla="*/ 218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7" y="5023"/>
                      <a:pt x="6562" y="4216"/>
                      <a:pt x="6562" y="3374"/>
                    </a:cubicBezTo>
                    <a:cubicBezTo>
                      <a:pt x="6562" y="2533"/>
                      <a:pt x="6227" y="1726"/>
                      <a:pt x="5633" y="1131"/>
                    </a:cubicBezTo>
                    <a:cubicBezTo>
                      <a:pt x="5038" y="536"/>
                      <a:pt x="4231" y="201"/>
                      <a:pt x="3390" y="201"/>
                    </a:cubicBezTo>
                    <a:cubicBezTo>
                      <a:pt x="2549" y="201"/>
                      <a:pt x="1742" y="536"/>
                      <a:pt x="1147" y="1131"/>
                    </a:cubicBezTo>
                    <a:cubicBezTo>
                      <a:pt x="553" y="1726"/>
                      <a:pt x="218" y="2533"/>
                      <a:pt x="218" y="3374"/>
                    </a:cubicBezTo>
                    <a:cubicBezTo>
                      <a:pt x="218" y="4216"/>
                      <a:pt x="553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69BE9D2F-A573-5C72-65A6-F94C11EB7302}"/>
                  </a:ext>
                </a:extLst>
              </p:cNvPr>
              <p:cNvSpPr/>
              <p:nvPr/>
            </p:nvSpPr>
            <p:spPr>
              <a:xfrm>
                <a:off x="3621126" y="6035316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2 w 6343"/>
                  <a:gd name="connsiteY1" fmla="*/ 5618 h 6345"/>
                  <a:gd name="connsiteX2" fmla="*/ 6561 w 6343"/>
                  <a:gd name="connsiteY2" fmla="*/ 3374 h 6345"/>
                  <a:gd name="connsiteX3" fmla="*/ 5632 w 6343"/>
                  <a:gd name="connsiteY3" fmla="*/ 1131 h 6345"/>
                  <a:gd name="connsiteX4" fmla="*/ 3390 w 6343"/>
                  <a:gd name="connsiteY4" fmla="*/ 201 h 6345"/>
                  <a:gd name="connsiteX5" fmla="*/ 1147 w 6343"/>
                  <a:gd name="connsiteY5" fmla="*/ 1131 h 6345"/>
                  <a:gd name="connsiteX6" fmla="*/ 218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2" y="5618"/>
                    </a:cubicBezTo>
                    <a:cubicBezTo>
                      <a:pt x="6227" y="5023"/>
                      <a:pt x="6561" y="4216"/>
                      <a:pt x="6561" y="3374"/>
                    </a:cubicBezTo>
                    <a:cubicBezTo>
                      <a:pt x="6561" y="2533"/>
                      <a:pt x="6227" y="1726"/>
                      <a:pt x="5632" y="1131"/>
                    </a:cubicBezTo>
                    <a:cubicBezTo>
                      <a:pt x="5038" y="536"/>
                      <a:pt x="4231" y="201"/>
                      <a:pt x="3390" y="201"/>
                    </a:cubicBezTo>
                    <a:cubicBezTo>
                      <a:pt x="2549" y="201"/>
                      <a:pt x="1742" y="536"/>
                      <a:pt x="1147" y="1131"/>
                    </a:cubicBezTo>
                    <a:cubicBezTo>
                      <a:pt x="552" y="1726"/>
                      <a:pt x="218" y="2533"/>
                      <a:pt x="218" y="3374"/>
                    </a:cubicBezTo>
                    <a:cubicBezTo>
                      <a:pt x="218" y="4216"/>
                      <a:pt x="552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3FDD8DD2-BD5D-FF6F-96B6-3AD056642335}"/>
                  </a:ext>
                </a:extLst>
              </p:cNvPr>
              <p:cNvSpPr/>
              <p:nvPr/>
            </p:nvSpPr>
            <p:spPr>
              <a:xfrm>
                <a:off x="3618801" y="6034341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2 w 6343"/>
                  <a:gd name="connsiteY1" fmla="*/ 5617 h 6345"/>
                  <a:gd name="connsiteX2" fmla="*/ 6561 w 6343"/>
                  <a:gd name="connsiteY2" fmla="*/ 3374 h 6345"/>
                  <a:gd name="connsiteX3" fmla="*/ 5632 w 6343"/>
                  <a:gd name="connsiteY3" fmla="*/ 1131 h 6345"/>
                  <a:gd name="connsiteX4" fmla="*/ 3390 w 6343"/>
                  <a:gd name="connsiteY4" fmla="*/ 201 h 6345"/>
                  <a:gd name="connsiteX5" fmla="*/ 1147 w 6343"/>
                  <a:gd name="connsiteY5" fmla="*/ 1131 h 6345"/>
                  <a:gd name="connsiteX6" fmla="*/ 218 w 6343"/>
                  <a:gd name="connsiteY6" fmla="*/ 3374 h 6345"/>
                  <a:gd name="connsiteX7" fmla="*/ 1147 w 6343"/>
                  <a:gd name="connsiteY7" fmla="*/ 5617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2"/>
                      <a:pt x="5632" y="5617"/>
                    </a:cubicBezTo>
                    <a:cubicBezTo>
                      <a:pt x="6227" y="5022"/>
                      <a:pt x="6561" y="4215"/>
                      <a:pt x="6561" y="3374"/>
                    </a:cubicBezTo>
                    <a:cubicBezTo>
                      <a:pt x="6561" y="2533"/>
                      <a:pt x="6227" y="1726"/>
                      <a:pt x="5632" y="1131"/>
                    </a:cubicBezTo>
                    <a:cubicBezTo>
                      <a:pt x="5038" y="536"/>
                      <a:pt x="4231" y="201"/>
                      <a:pt x="3390" y="201"/>
                    </a:cubicBezTo>
                    <a:cubicBezTo>
                      <a:pt x="2549" y="201"/>
                      <a:pt x="1742" y="536"/>
                      <a:pt x="1147" y="1131"/>
                    </a:cubicBezTo>
                    <a:cubicBezTo>
                      <a:pt x="552" y="1726"/>
                      <a:pt x="218" y="2533"/>
                      <a:pt x="218" y="3374"/>
                    </a:cubicBezTo>
                    <a:cubicBezTo>
                      <a:pt x="218" y="4215"/>
                      <a:pt x="552" y="5022"/>
                      <a:pt x="1147" y="5617"/>
                    </a:cubicBezTo>
                    <a:cubicBezTo>
                      <a:pt x="1742" y="6212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5CD21358-393E-C3E1-9D71-5144845BE38E}"/>
                  </a:ext>
                </a:extLst>
              </p:cNvPr>
              <p:cNvSpPr/>
              <p:nvPr/>
            </p:nvSpPr>
            <p:spPr>
              <a:xfrm>
                <a:off x="4287774" y="5987566"/>
                <a:ext cx="6343" cy="6345"/>
              </a:xfrm>
              <a:custGeom>
                <a:avLst/>
                <a:gdLst>
                  <a:gd name="connsiteX0" fmla="*/ 3442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0 h 6345"/>
                  <a:gd name="connsiteX3" fmla="*/ 5685 w 6343"/>
                  <a:gd name="connsiteY3" fmla="*/ 1127 h 6345"/>
                  <a:gd name="connsiteX4" fmla="*/ 3442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0 h 6345"/>
                  <a:gd name="connsiteX7" fmla="*/ 1200 w 6343"/>
                  <a:gd name="connsiteY7" fmla="*/ 5614 h 6345"/>
                  <a:gd name="connsiteX8" fmla="*/ 344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43"/>
                    </a:moveTo>
                    <a:cubicBezTo>
                      <a:pt x="4283" y="6543"/>
                      <a:pt x="5090" y="6209"/>
                      <a:pt x="5685" y="5614"/>
                    </a:cubicBezTo>
                    <a:cubicBezTo>
                      <a:pt x="6280" y="5019"/>
                      <a:pt x="6614" y="4212"/>
                      <a:pt x="6614" y="3370"/>
                    </a:cubicBezTo>
                    <a:cubicBezTo>
                      <a:pt x="6614" y="2529"/>
                      <a:pt x="6280" y="1722"/>
                      <a:pt x="5685" y="1127"/>
                    </a:cubicBezTo>
                    <a:cubicBezTo>
                      <a:pt x="5090" y="532"/>
                      <a:pt x="4283" y="198"/>
                      <a:pt x="3442" y="198"/>
                    </a:cubicBezTo>
                    <a:cubicBezTo>
                      <a:pt x="2601" y="198"/>
                      <a:pt x="1794" y="532"/>
                      <a:pt x="1200" y="1127"/>
                    </a:cubicBezTo>
                    <a:cubicBezTo>
                      <a:pt x="605" y="1722"/>
                      <a:pt x="271" y="2529"/>
                      <a:pt x="271" y="3370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4" y="6209"/>
                      <a:pt x="2601" y="6543"/>
                      <a:pt x="344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E6910269-33A4-DBFB-F300-99728896FFC4}"/>
                  </a:ext>
                </a:extLst>
              </p:cNvPr>
              <p:cNvSpPr/>
              <p:nvPr/>
            </p:nvSpPr>
            <p:spPr>
              <a:xfrm>
                <a:off x="4284363" y="5988962"/>
                <a:ext cx="6343" cy="6345"/>
              </a:xfrm>
              <a:custGeom>
                <a:avLst/>
                <a:gdLst>
                  <a:gd name="connsiteX0" fmla="*/ 3442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0 h 6345"/>
                  <a:gd name="connsiteX3" fmla="*/ 5685 w 6343"/>
                  <a:gd name="connsiteY3" fmla="*/ 1127 h 6345"/>
                  <a:gd name="connsiteX4" fmla="*/ 3442 w 6343"/>
                  <a:gd name="connsiteY4" fmla="*/ 198 h 6345"/>
                  <a:gd name="connsiteX5" fmla="*/ 1199 w 6343"/>
                  <a:gd name="connsiteY5" fmla="*/ 1127 h 6345"/>
                  <a:gd name="connsiteX6" fmla="*/ 271 w 6343"/>
                  <a:gd name="connsiteY6" fmla="*/ 3370 h 6345"/>
                  <a:gd name="connsiteX7" fmla="*/ 1199 w 6343"/>
                  <a:gd name="connsiteY7" fmla="*/ 5614 h 6345"/>
                  <a:gd name="connsiteX8" fmla="*/ 344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43"/>
                    </a:moveTo>
                    <a:cubicBezTo>
                      <a:pt x="4283" y="6543"/>
                      <a:pt x="5090" y="6209"/>
                      <a:pt x="5685" y="5614"/>
                    </a:cubicBezTo>
                    <a:cubicBezTo>
                      <a:pt x="6279" y="5019"/>
                      <a:pt x="6614" y="4212"/>
                      <a:pt x="6614" y="3370"/>
                    </a:cubicBezTo>
                    <a:cubicBezTo>
                      <a:pt x="6614" y="2529"/>
                      <a:pt x="6279" y="1722"/>
                      <a:pt x="5685" y="1127"/>
                    </a:cubicBezTo>
                    <a:cubicBezTo>
                      <a:pt x="5090" y="532"/>
                      <a:pt x="4283" y="198"/>
                      <a:pt x="3442" y="198"/>
                    </a:cubicBezTo>
                    <a:cubicBezTo>
                      <a:pt x="2601" y="198"/>
                      <a:pt x="1794" y="532"/>
                      <a:pt x="1199" y="1127"/>
                    </a:cubicBezTo>
                    <a:cubicBezTo>
                      <a:pt x="605" y="1722"/>
                      <a:pt x="271" y="2529"/>
                      <a:pt x="271" y="3370"/>
                    </a:cubicBezTo>
                    <a:cubicBezTo>
                      <a:pt x="271" y="4212"/>
                      <a:pt x="605" y="5019"/>
                      <a:pt x="1199" y="5614"/>
                    </a:cubicBezTo>
                    <a:cubicBezTo>
                      <a:pt x="1794" y="6209"/>
                      <a:pt x="2601" y="6543"/>
                      <a:pt x="344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002AE529-AF16-72ED-041E-1B506F779C59}"/>
                  </a:ext>
                </a:extLst>
              </p:cNvPr>
              <p:cNvSpPr/>
              <p:nvPr/>
            </p:nvSpPr>
            <p:spPr>
              <a:xfrm>
                <a:off x="4234576" y="5986829"/>
                <a:ext cx="6343" cy="6345"/>
              </a:xfrm>
              <a:custGeom>
                <a:avLst/>
                <a:gdLst>
                  <a:gd name="connsiteX0" fmla="*/ 3438 w 6343"/>
                  <a:gd name="connsiteY0" fmla="*/ 6543 h 6345"/>
                  <a:gd name="connsiteX1" fmla="*/ 5681 w 6343"/>
                  <a:gd name="connsiteY1" fmla="*/ 5614 h 6345"/>
                  <a:gd name="connsiteX2" fmla="*/ 6610 w 6343"/>
                  <a:gd name="connsiteY2" fmla="*/ 3370 h 6345"/>
                  <a:gd name="connsiteX3" fmla="*/ 5681 w 6343"/>
                  <a:gd name="connsiteY3" fmla="*/ 1127 h 6345"/>
                  <a:gd name="connsiteX4" fmla="*/ 3438 w 6343"/>
                  <a:gd name="connsiteY4" fmla="*/ 198 h 6345"/>
                  <a:gd name="connsiteX5" fmla="*/ 1196 w 6343"/>
                  <a:gd name="connsiteY5" fmla="*/ 1127 h 6345"/>
                  <a:gd name="connsiteX6" fmla="*/ 267 w 6343"/>
                  <a:gd name="connsiteY6" fmla="*/ 3370 h 6345"/>
                  <a:gd name="connsiteX7" fmla="*/ 1196 w 6343"/>
                  <a:gd name="connsiteY7" fmla="*/ 5614 h 6345"/>
                  <a:gd name="connsiteX8" fmla="*/ 343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43"/>
                    </a:moveTo>
                    <a:cubicBezTo>
                      <a:pt x="4279" y="6543"/>
                      <a:pt x="5086" y="6209"/>
                      <a:pt x="5681" y="5614"/>
                    </a:cubicBezTo>
                    <a:cubicBezTo>
                      <a:pt x="6276" y="5019"/>
                      <a:pt x="6610" y="4212"/>
                      <a:pt x="6610" y="3370"/>
                    </a:cubicBezTo>
                    <a:cubicBezTo>
                      <a:pt x="6610" y="2529"/>
                      <a:pt x="6276" y="1722"/>
                      <a:pt x="5681" y="1127"/>
                    </a:cubicBezTo>
                    <a:cubicBezTo>
                      <a:pt x="5086" y="532"/>
                      <a:pt x="4279" y="198"/>
                      <a:pt x="3438" y="198"/>
                    </a:cubicBezTo>
                    <a:cubicBezTo>
                      <a:pt x="2597" y="198"/>
                      <a:pt x="1790" y="532"/>
                      <a:pt x="1196" y="1127"/>
                    </a:cubicBezTo>
                    <a:cubicBezTo>
                      <a:pt x="601" y="1722"/>
                      <a:pt x="267" y="2529"/>
                      <a:pt x="267" y="3370"/>
                    </a:cubicBezTo>
                    <a:cubicBezTo>
                      <a:pt x="267" y="4212"/>
                      <a:pt x="601" y="5019"/>
                      <a:pt x="1196" y="5614"/>
                    </a:cubicBezTo>
                    <a:cubicBezTo>
                      <a:pt x="1790" y="6209"/>
                      <a:pt x="2597" y="6543"/>
                      <a:pt x="343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50B1D453-0C9D-B447-8B16-227A2D687276}"/>
                  </a:ext>
                </a:extLst>
              </p:cNvPr>
              <p:cNvSpPr/>
              <p:nvPr/>
            </p:nvSpPr>
            <p:spPr>
              <a:xfrm>
                <a:off x="4226782" y="5984644"/>
                <a:ext cx="6343" cy="6345"/>
              </a:xfrm>
              <a:custGeom>
                <a:avLst/>
                <a:gdLst>
                  <a:gd name="connsiteX0" fmla="*/ 3438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8 w 6343"/>
                  <a:gd name="connsiteY4" fmla="*/ 197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43"/>
                    </a:moveTo>
                    <a:cubicBezTo>
                      <a:pt x="4279" y="6543"/>
                      <a:pt x="5085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5" y="532"/>
                      <a:pt x="4279" y="197"/>
                      <a:pt x="3438" y="197"/>
                    </a:cubicBezTo>
                    <a:cubicBezTo>
                      <a:pt x="2596" y="197"/>
                      <a:pt x="1790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90" y="6209"/>
                      <a:pt x="2596" y="6543"/>
                      <a:pt x="343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2F762799-C0C8-AF2C-57AC-A8799693638B}"/>
                  </a:ext>
                </a:extLst>
              </p:cNvPr>
              <p:cNvSpPr/>
              <p:nvPr/>
            </p:nvSpPr>
            <p:spPr>
              <a:xfrm>
                <a:off x="4222235" y="5984661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7 w 6343"/>
                  <a:gd name="connsiteY4" fmla="*/ 197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8" y="6543"/>
                      <a:pt x="5085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5" y="532"/>
                      <a:pt x="4278" y="197"/>
                      <a:pt x="3437" y="197"/>
                    </a:cubicBezTo>
                    <a:cubicBezTo>
                      <a:pt x="2596" y="197"/>
                      <a:pt x="1789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89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60115909-1F68-42C6-4FF3-86A5C1049A7A}"/>
                  </a:ext>
                </a:extLst>
              </p:cNvPr>
              <p:cNvSpPr/>
              <p:nvPr/>
            </p:nvSpPr>
            <p:spPr>
              <a:xfrm>
                <a:off x="4219778" y="5986132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7 w 6343"/>
                  <a:gd name="connsiteY4" fmla="*/ 198 h 6345"/>
                  <a:gd name="connsiteX5" fmla="*/ 1194 w 6343"/>
                  <a:gd name="connsiteY5" fmla="*/ 1127 h 6345"/>
                  <a:gd name="connsiteX6" fmla="*/ 265 w 6343"/>
                  <a:gd name="connsiteY6" fmla="*/ 3370 h 6345"/>
                  <a:gd name="connsiteX7" fmla="*/ 1194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8" y="6543"/>
                      <a:pt x="5085" y="6209"/>
                      <a:pt x="5680" y="5614"/>
                    </a:cubicBezTo>
                    <a:cubicBezTo>
                      <a:pt x="6274" y="5019"/>
                      <a:pt x="6609" y="4212"/>
                      <a:pt x="6609" y="3370"/>
                    </a:cubicBezTo>
                    <a:cubicBezTo>
                      <a:pt x="6609" y="2529"/>
                      <a:pt x="6274" y="1722"/>
                      <a:pt x="5680" y="1127"/>
                    </a:cubicBezTo>
                    <a:cubicBezTo>
                      <a:pt x="5085" y="532"/>
                      <a:pt x="4278" y="198"/>
                      <a:pt x="3437" y="198"/>
                    </a:cubicBezTo>
                    <a:cubicBezTo>
                      <a:pt x="2596" y="198"/>
                      <a:pt x="1789" y="532"/>
                      <a:pt x="1194" y="1127"/>
                    </a:cubicBezTo>
                    <a:cubicBezTo>
                      <a:pt x="600" y="1722"/>
                      <a:pt x="265" y="2529"/>
                      <a:pt x="265" y="3370"/>
                    </a:cubicBezTo>
                    <a:cubicBezTo>
                      <a:pt x="265" y="4212"/>
                      <a:pt x="600" y="5019"/>
                      <a:pt x="1194" y="5614"/>
                    </a:cubicBezTo>
                    <a:cubicBezTo>
                      <a:pt x="1789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97C2FEE5-5E1A-1A72-717E-DF2D59244041}"/>
                  </a:ext>
                </a:extLst>
              </p:cNvPr>
              <p:cNvSpPr/>
              <p:nvPr/>
            </p:nvSpPr>
            <p:spPr>
              <a:xfrm>
                <a:off x="4180140" y="5981293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7 w 6343"/>
                  <a:gd name="connsiteY1" fmla="*/ 5613 h 6345"/>
                  <a:gd name="connsiteX2" fmla="*/ 6605 w 6343"/>
                  <a:gd name="connsiteY2" fmla="*/ 3370 h 6345"/>
                  <a:gd name="connsiteX3" fmla="*/ 5677 w 6343"/>
                  <a:gd name="connsiteY3" fmla="*/ 1126 h 6345"/>
                  <a:gd name="connsiteX4" fmla="*/ 3434 w 6343"/>
                  <a:gd name="connsiteY4" fmla="*/ 197 h 6345"/>
                  <a:gd name="connsiteX5" fmla="*/ 1191 w 6343"/>
                  <a:gd name="connsiteY5" fmla="*/ 1126 h 6345"/>
                  <a:gd name="connsiteX6" fmla="*/ 262 w 6343"/>
                  <a:gd name="connsiteY6" fmla="*/ 3370 h 6345"/>
                  <a:gd name="connsiteX7" fmla="*/ 1191 w 6343"/>
                  <a:gd name="connsiteY7" fmla="*/ 5613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2" y="6208"/>
                      <a:pt x="5677" y="5613"/>
                    </a:cubicBezTo>
                    <a:cubicBezTo>
                      <a:pt x="6271" y="5018"/>
                      <a:pt x="6605" y="4211"/>
                      <a:pt x="6605" y="3370"/>
                    </a:cubicBezTo>
                    <a:cubicBezTo>
                      <a:pt x="6605" y="2528"/>
                      <a:pt x="6271" y="1721"/>
                      <a:pt x="5677" y="1126"/>
                    </a:cubicBezTo>
                    <a:cubicBezTo>
                      <a:pt x="5082" y="531"/>
                      <a:pt x="4275" y="197"/>
                      <a:pt x="3434" y="197"/>
                    </a:cubicBezTo>
                    <a:cubicBezTo>
                      <a:pt x="2593" y="197"/>
                      <a:pt x="1786" y="531"/>
                      <a:pt x="1191" y="1126"/>
                    </a:cubicBezTo>
                    <a:cubicBezTo>
                      <a:pt x="597" y="1721"/>
                      <a:pt x="262" y="2528"/>
                      <a:pt x="262" y="3370"/>
                    </a:cubicBezTo>
                    <a:cubicBezTo>
                      <a:pt x="262" y="4211"/>
                      <a:pt x="597" y="5018"/>
                      <a:pt x="1191" y="5613"/>
                    </a:cubicBezTo>
                    <a:cubicBezTo>
                      <a:pt x="1786" y="6208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22E6A208-F61A-1D7F-FFB0-212D23170828}"/>
                  </a:ext>
                </a:extLst>
              </p:cNvPr>
              <p:cNvSpPr/>
              <p:nvPr/>
            </p:nvSpPr>
            <p:spPr>
              <a:xfrm>
                <a:off x="4177706" y="5982426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6 w 6343"/>
                  <a:gd name="connsiteY1" fmla="*/ 5613 h 6345"/>
                  <a:gd name="connsiteX2" fmla="*/ 6605 w 6343"/>
                  <a:gd name="connsiteY2" fmla="*/ 3370 h 6345"/>
                  <a:gd name="connsiteX3" fmla="*/ 5676 w 6343"/>
                  <a:gd name="connsiteY3" fmla="*/ 1126 h 6345"/>
                  <a:gd name="connsiteX4" fmla="*/ 3434 w 6343"/>
                  <a:gd name="connsiteY4" fmla="*/ 197 h 6345"/>
                  <a:gd name="connsiteX5" fmla="*/ 1191 w 6343"/>
                  <a:gd name="connsiteY5" fmla="*/ 1126 h 6345"/>
                  <a:gd name="connsiteX6" fmla="*/ 262 w 6343"/>
                  <a:gd name="connsiteY6" fmla="*/ 3370 h 6345"/>
                  <a:gd name="connsiteX7" fmla="*/ 1191 w 6343"/>
                  <a:gd name="connsiteY7" fmla="*/ 5613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2" y="6208"/>
                      <a:pt x="5676" y="5613"/>
                    </a:cubicBezTo>
                    <a:cubicBezTo>
                      <a:pt x="6271" y="5018"/>
                      <a:pt x="6605" y="4211"/>
                      <a:pt x="6605" y="3370"/>
                    </a:cubicBezTo>
                    <a:cubicBezTo>
                      <a:pt x="6605" y="2529"/>
                      <a:pt x="6271" y="1721"/>
                      <a:pt x="5676" y="1126"/>
                    </a:cubicBezTo>
                    <a:cubicBezTo>
                      <a:pt x="5082" y="532"/>
                      <a:pt x="4275" y="197"/>
                      <a:pt x="3434" y="197"/>
                    </a:cubicBezTo>
                    <a:cubicBezTo>
                      <a:pt x="2593" y="197"/>
                      <a:pt x="1786" y="532"/>
                      <a:pt x="1191" y="1126"/>
                    </a:cubicBezTo>
                    <a:cubicBezTo>
                      <a:pt x="596" y="1721"/>
                      <a:pt x="262" y="2529"/>
                      <a:pt x="262" y="3370"/>
                    </a:cubicBezTo>
                    <a:cubicBezTo>
                      <a:pt x="262" y="4211"/>
                      <a:pt x="596" y="5018"/>
                      <a:pt x="1191" y="5613"/>
                    </a:cubicBezTo>
                    <a:cubicBezTo>
                      <a:pt x="1786" y="6208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83F6CA55-0430-E416-12F9-AAC9FA81D353}"/>
                  </a:ext>
                </a:extLst>
              </p:cNvPr>
              <p:cNvSpPr/>
              <p:nvPr/>
            </p:nvSpPr>
            <p:spPr>
              <a:xfrm>
                <a:off x="4175049" y="5983358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3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3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3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5" y="6543"/>
                      <a:pt x="5081" y="6208"/>
                      <a:pt x="5676" y="5613"/>
                    </a:cubicBezTo>
                    <a:cubicBezTo>
                      <a:pt x="6271" y="5018"/>
                      <a:pt x="6605" y="4211"/>
                      <a:pt x="6605" y="3370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1" y="532"/>
                      <a:pt x="4275" y="197"/>
                      <a:pt x="3433" y="197"/>
                    </a:cubicBezTo>
                    <a:cubicBezTo>
                      <a:pt x="2592" y="197"/>
                      <a:pt x="1786" y="532"/>
                      <a:pt x="1191" y="1127"/>
                    </a:cubicBezTo>
                    <a:cubicBezTo>
                      <a:pt x="596" y="1722"/>
                      <a:pt x="262" y="2529"/>
                      <a:pt x="262" y="3370"/>
                    </a:cubicBezTo>
                    <a:cubicBezTo>
                      <a:pt x="262" y="4211"/>
                      <a:pt x="596" y="5018"/>
                      <a:pt x="1191" y="5613"/>
                    </a:cubicBezTo>
                    <a:cubicBezTo>
                      <a:pt x="1786" y="6208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AB29F16C-FD19-3DBE-ABDC-7FDC049C2EEF}"/>
                  </a:ext>
                </a:extLst>
              </p:cNvPr>
              <p:cNvSpPr/>
              <p:nvPr/>
            </p:nvSpPr>
            <p:spPr>
              <a:xfrm>
                <a:off x="4173414" y="5985116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4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3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4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9"/>
                      <a:pt x="5676" y="5614"/>
                    </a:cubicBezTo>
                    <a:cubicBezTo>
                      <a:pt x="6271" y="5019"/>
                      <a:pt x="6605" y="4212"/>
                      <a:pt x="6605" y="3370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1" y="532"/>
                      <a:pt x="4274" y="197"/>
                      <a:pt x="3433" y="197"/>
                    </a:cubicBezTo>
                    <a:cubicBezTo>
                      <a:pt x="2592" y="197"/>
                      <a:pt x="1785" y="532"/>
                      <a:pt x="1191" y="1127"/>
                    </a:cubicBezTo>
                    <a:cubicBezTo>
                      <a:pt x="596" y="1722"/>
                      <a:pt x="262" y="2529"/>
                      <a:pt x="262" y="3370"/>
                    </a:cubicBezTo>
                    <a:cubicBezTo>
                      <a:pt x="262" y="4212"/>
                      <a:pt x="596" y="5019"/>
                      <a:pt x="1191" y="5614"/>
                    </a:cubicBezTo>
                    <a:cubicBezTo>
                      <a:pt x="1785" y="6209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31F456BD-E42C-71F3-0071-D1ADA9991FD1}"/>
                  </a:ext>
                </a:extLst>
              </p:cNvPr>
              <p:cNvSpPr/>
              <p:nvPr/>
            </p:nvSpPr>
            <p:spPr>
              <a:xfrm>
                <a:off x="4171188" y="5986374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4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3 w 6343"/>
                  <a:gd name="connsiteY4" fmla="*/ 198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4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9"/>
                      <a:pt x="5676" y="5614"/>
                    </a:cubicBezTo>
                    <a:cubicBezTo>
                      <a:pt x="6271" y="5019"/>
                      <a:pt x="6605" y="4212"/>
                      <a:pt x="6605" y="3370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1" y="532"/>
                      <a:pt x="4274" y="198"/>
                      <a:pt x="3433" y="198"/>
                    </a:cubicBezTo>
                    <a:cubicBezTo>
                      <a:pt x="2592" y="198"/>
                      <a:pt x="1785" y="532"/>
                      <a:pt x="1191" y="1127"/>
                    </a:cubicBezTo>
                    <a:cubicBezTo>
                      <a:pt x="596" y="1722"/>
                      <a:pt x="262" y="2529"/>
                      <a:pt x="262" y="3370"/>
                    </a:cubicBezTo>
                    <a:cubicBezTo>
                      <a:pt x="262" y="4212"/>
                      <a:pt x="596" y="5019"/>
                      <a:pt x="1191" y="5614"/>
                    </a:cubicBezTo>
                    <a:cubicBezTo>
                      <a:pt x="1785" y="6209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BB11C3FA-AE02-2FCB-C226-3B3ABE9E8101}"/>
                  </a:ext>
                </a:extLst>
              </p:cNvPr>
              <p:cNvSpPr/>
              <p:nvPr/>
            </p:nvSpPr>
            <p:spPr>
              <a:xfrm>
                <a:off x="4163107" y="5982629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5 w 6343"/>
                  <a:gd name="connsiteY1" fmla="*/ 5613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3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3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0" y="6208"/>
                      <a:pt x="5675" y="5613"/>
                    </a:cubicBezTo>
                    <a:cubicBezTo>
                      <a:pt x="6270" y="5018"/>
                      <a:pt x="6604" y="4211"/>
                      <a:pt x="6604" y="3370"/>
                    </a:cubicBezTo>
                    <a:cubicBezTo>
                      <a:pt x="6604" y="2529"/>
                      <a:pt x="6270" y="1721"/>
                      <a:pt x="5675" y="1127"/>
                    </a:cubicBezTo>
                    <a:cubicBezTo>
                      <a:pt x="5080" y="532"/>
                      <a:pt x="4274" y="197"/>
                      <a:pt x="3433" y="197"/>
                    </a:cubicBezTo>
                    <a:cubicBezTo>
                      <a:pt x="2591" y="197"/>
                      <a:pt x="1785" y="532"/>
                      <a:pt x="1190" y="1127"/>
                    </a:cubicBezTo>
                    <a:cubicBezTo>
                      <a:pt x="595" y="1721"/>
                      <a:pt x="261" y="2529"/>
                      <a:pt x="261" y="3370"/>
                    </a:cubicBezTo>
                    <a:cubicBezTo>
                      <a:pt x="261" y="4211"/>
                      <a:pt x="595" y="5018"/>
                      <a:pt x="1190" y="5613"/>
                    </a:cubicBezTo>
                    <a:cubicBezTo>
                      <a:pt x="1785" y="6208"/>
                      <a:pt x="2591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D1A6C049-1712-4E64-49D1-0A50C9FAC4BD}"/>
                  </a:ext>
                </a:extLst>
              </p:cNvPr>
              <p:cNvSpPr/>
              <p:nvPr/>
            </p:nvSpPr>
            <p:spPr>
              <a:xfrm>
                <a:off x="4157095" y="5980531"/>
                <a:ext cx="6343" cy="6345"/>
              </a:xfrm>
              <a:custGeom>
                <a:avLst/>
                <a:gdLst>
                  <a:gd name="connsiteX0" fmla="*/ 3432 w 6343"/>
                  <a:gd name="connsiteY0" fmla="*/ 6542 h 6345"/>
                  <a:gd name="connsiteX1" fmla="*/ 5675 w 6343"/>
                  <a:gd name="connsiteY1" fmla="*/ 5613 h 6345"/>
                  <a:gd name="connsiteX2" fmla="*/ 6604 w 6343"/>
                  <a:gd name="connsiteY2" fmla="*/ 3370 h 6345"/>
                  <a:gd name="connsiteX3" fmla="*/ 5675 w 6343"/>
                  <a:gd name="connsiteY3" fmla="*/ 1126 h 6345"/>
                  <a:gd name="connsiteX4" fmla="*/ 3432 w 6343"/>
                  <a:gd name="connsiteY4" fmla="*/ 197 h 6345"/>
                  <a:gd name="connsiteX5" fmla="*/ 1189 w 6343"/>
                  <a:gd name="connsiteY5" fmla="*/ 1126 h 6345"/>
                  <a:gd name="connsiteX6" fmla="*/ 261 w 6343"/>
                  <a:gd name="connsiteY6" fmla="*/ 3370 h 6345"/>
                  <a:gd name="connsiteX7" fmla="*/ 1189 w 6343"/>
                  <a:gd name="connsiteY7" fmla="*/ 5613 h 6345"/>
                  <a:gd name="connsiteX8" fmla="*/ 343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2"/>
                    </a:moveTo>
                    <a:cubicBezTo>
                      <a:pt x="4273" y="6542"/>
                      <a:pt x="5080" y="6208"/>
                      <a:pt x="5675" y="5613"/>
                    </a:cubicBezTo>
                    <a:cubicBezTo>
                      <a:pt x="6269" y="5018"/>
                      <a:pt x="6604" y="4211"/>
                      <a:pt x="6604" y="3370"/>
                    </a:cubicBezTo>
                    <a:cubicBezTo>
                      <a:pt x="6604" y="2528"/>
                      <a:pt x="6269" y="1721"/>
                      <a:pt x="5675" y="1126"/>
                    </a:cubicBezTo>
                    <a:cubicBezTo>
                      <a:pt x="5080" y="531"/>
                      <a:pt x="4273" y="197"/>
                      <a:pt x="3432" y="197"/>
                    </a:cubicBezTo>
                    <a:cubicBezTo>
                      <a:pt x="2591" y="197"/>
                      <a:pt x="1784" y="531"/>
                      <a:pt x="1189" y="1126"/>
                    </a:cubicBezTo>
                    <a:cubicBezTo>
                      <a:pt x="595" y="1721"/>
                      <a:pt x="261" y="2528"/>
                      <a:pt x="261" y="3370"/>
                    </a:cubicBezTo>
                    <a:cubicBezTo>
                      <a:pt x="261" y="4211"/>
                      <a:pt x="595" y="5018"/>
                      <a:pt x="1189" y="5613"/>
                    </a:cubicBezTo>
                    <a:cubicBezTo>
                      <a:pt x="1784" y="6208"/>
                      <a:pt x="2591" y="6542"/>
                      <a:pt x="343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150F9FDD-DDED-4279-E058-9B01F07D9FC0}"/>
                  </a:ext>
                </a:extLst>
              </p:cNvPr>
              <p:cNvSpPr/>
              <p:nvPr/>
            </p:nvSpPr>
            <p:spPr>
              <a:xfrm>
                <a:off x="4155230" y="5981957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3 h 6345"/>
                  <a:gd name="connsiteX2" fmla="*/ 6603 w 6343"/>
                  <a:gd name="connsiteY2" fmla="*/ 3370 h 6345"/>
                  <a:gd name="connsiteX3" fmla="*/ 5675 w 6343"/>
                  <a:gd name="connsiteY3" fmla="*/ 1126 h 6345"/>
                  <a:gd name="connsiteX4" fmla="*/ 3432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8"/>
                      <a:pt x="5675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8"/>
                      <a:pt x="6269" y="1721"/>
                      <a:pt x="5675" y="1126"/>
                    </a:cubicBezTo>
                    <a:cubicBezTo>
                      <a:pt x="5080" y="531"/>
                      <a:pt x="4273" y="197"/>
                      <a:pt x="3432" y="197"/>
                    </a:cubicBezTo>
                    <a:cubicBezTo>
                      <a:pt x="2591" y="197"/>
                      <a:pt x="1784" y="531"/>
                      <a:pt x="1189" y="1126"/>
                    </a:cubicBezTo>
                    <a:cubicBezTo>
                      <a:pt x="595" y="1721"/>
                      <a:pt x="260" y="2528"/>
                      <a:pt x="260" y="3370"/>
                    </a:cubicBezTo>
                    <a:cubicBezTo>
                      <a:pt x="260" y="4211"/>
                      <a:pt x="595" y="5018"/>
                      <a:pt x="1189" y="5613"/>
                    </a:cubicBezTo>
                    <a:cubicBezTo>
                      <a:pt x="1784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9A240C26-1286-8C3D-C046-C7F46671EED1}"/>
                  </a:ext>
                </a:extLst>
              </p:cNvPr>
              <p:cNvSpPr/>
              <p:nvPr/>
            </p:nvSpPr>
            <p:spPr>
              <a:xfrm>
                <a:off x="4147955" y="5978593"/>
                <a:ext cx="6343" cy="6345"/>
              </a:xfrm>
              <a:custGeom>
                <a:avLst/>
                <a:gdLst>
                  <a:gd name="connsiteX0" fmla="*/ 3431 w 6343"/>
                  <a:gd name="connsiteY0" fmla="*/ 6542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6 h 6345"/>
                  <a:gd name="connsiteX4" fmla="*/ 3431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2"/>
                    </a:moveTo>
                    <a:cubicBezTo>
                      <a:pt x="4272" y="6542"/>
                      <a:pt x="5079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8"/>
                      <a:pt x="6269" y="1721"/>
                      <a:pt x="5674" y="1126"/>
                    </a:cubicBezTo>
                    <a:cubicBezTo>
                      <a:pt x="5079" y="531"/>
                      <a:pt x="4272" y="197"/>
                      <a:pt x="3431" y="197"/>
                    </a:cubicBezTo>
                    <a:cubicBezTo>
                      <a:pt x="2590" y="197"/>
                      <a:pt x="1783" y="531"/>
                      <a:pt x="1189" y="1126"/>
                    </a:cubicBezTo>
                    <a:cubicBezTo>
                      <a:pt x="594" y="1721"/>
                      <a:pt x="260" y="2528"/>
                      <a:pt x="260" y="3370"/>
                    </a:cubicBezTo>
                    <a:cubicBezTo>
                      <a:pt x="260" y="4211"/>
                      <a:pt x="594" y="5018"/>
                      <a:pt x="1189" y="5613"/>
                    </a:cubicBezTo>
                    <a:cubicBezTo>
                      <a:pt x="1783" y="6208"/>
                      <a:pt x="2590" y="6542"/>
                      <a:pt x="343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44677B54-49AE-C41B-C6FC-D80D4C5410DA}"/>
                  </a:ext>
                </a:extLst>
              </p:cNvPr>
              <p:cNvSpPr/>
              <p:nvPr/>
            </p:nvSpPr>
            <p:spPr>
              <a:xfrm>
                <a:off x="4145859" y="5979737"/>
                <a:ext cx="6343" cy="6345"/>
              </a:xfrm>
              <a:custGeom>
                <a:avLst/>
                <a:gdLst>
                  <a:gd name="connsiteX0" fmla="*/ 3431 w 6343"/>
                  <a:gd name="connsiteY0" fmla="*/ 6542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6 h 6345"/>
                  <a:gd name="connsiteX4" fmla="*/ 3431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2"/>
                    </a:moveTo>
                    <a:cubicBezTo>
                      <a:pt x="4272" y="6542"/>
                      <a:pt x="5079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8"/>
                      <a:pt x="6269" y="1721"/>
                      <a:pt x="5674" y="1126"/>
                    </a:cubicBezTo>
                    <a:cubicBezTo>
                      <a:pt x="5079" y="531"/>
                      <a:pt x="4272" y="197"/>
                      <a:pt x="3431" y="197"/>
                    </a:cubicBezTo>
                    <a:cubicBezTo>
                      <a:pt x="2590" y="197"/>
                      <a:pt x="1783" y="531"/>
                      <a:pt x="1189" y="1126"/>
                    </a:cubicBezTo>
                    <a:cubicBezTo>
                      <a:pt x="594" y="1721"/>
                      <a:pt x="260" y="2528"/>
                      <a:pt x="260" y="3370"/>
                    </a:cubicBezTo>
                    <a:cubicBezTo>
                      <a:pt x="260" y="4211"/>
                      <a:pt x="594" y="5018"/>
                      <a:pt x="1189" y="5613"/>
                    </a:cubicBezTo>
                    <a:cubicBezTo>
                      <a:pt x="1783" y="6208"/>
                      <a:pt x="2590" y="6542"/>
                      <a:pt x="343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A3CD25DB-5D68-F706-8066-5EA7F614B22D}"/>
                  </a:ext>
                </a:extLst>
              </p:cNvPr>
              <p:cNvSpPr/>
              <p:nvPr/>
            </p:nvSpPr>
            <p:spPr>
              <a:xfrm>
                <a:off x="4138435" y="5982038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6 h 6345"/>
                  <a:gd name="connsiteX4" fmla="*/ 3431 w 6343"/>
                  <a:gd name="connsiteY4" fmla="*/ 197 h 6345"/>
                  <a:gd name="connsiteX5" fmla="*/ 1188 w 6343"/>
                  <a:gd name="connsiteY5" fmla="*/ 1126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8" y="6208"/>
                      <a:pt x="5673" y="5613"/>
                    </a:cubicBezTo>
                    <a:cubicBezTo>
                      <a:pt x="6268" y="5018"/>
                      <a:pt x="6602" y="4211"/>
                      <a:pt x="6602" y="3370"/>
                    </a:cubicBezTo>
                    <a:cubicBezTo>
                      <a:pt x="6602" y="2528"/>
                      <a:pt x="6268" y="1721"/>
                      <a:pt x="5673" y="1126"/>
                    </a:cubicBezTo>
                    <a:cubicBezTo>
                      <a:pt x="5078" y="531"/>
                      <a:pt x="4272" y="197"/>
                      <a:pt x="3431" y="197"/>
                    </a:cubicBezTo>
                    <a:cubicBezTo>
                      <a:pt x="2589" y="197"/>
                      <a:pt x="1783" y="531"/>
                      <a:pt x="1188" y="1126"/>
                    </a:cubicBezTo>
                    <a:cubicBezTo>
                      <a:pt x="593" y="1721"/>
                      <a:pt x="259" y="2528"/>
                      <a:pt x="259" y="3370"/>
                    </a:cubicBezTo>
                    <a:cubicBezTo>
                      <a:pt x="259" y="4211"/>
                      <a:pt x="593" y="5018"/>
                      <a:pt x="1188" y="5613"/>
                    </a:cubicBezTo>
                    <a:cubicBezTo>
                      <a:pt x="1783" y="6208"/>
                      <a:pt x="2589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4FC20B27-2356-DCE1-7B77-1EACE7771D82}"/>
                  </a:ext>
                </a:extLst>
              </p:cNvPr>
              <p:cNvSpPr/>
              <p:nvPr/>
            </p:nvSpPr>
            <p:spPr>
              <a:xfrm>
                <a:off x="4135466" y="5982297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6 h 6345"/>
                  <a:gd name="connsiteX4" fmla="*/ 3430 w 6343"/>
                  <a:gd name="connsiteY4" fmla="*/ 197 h 6345"/>
                  <a:gd name="connsiteX5" fmla="*/ 1188 w 6343"/>
                  <a:gd name="connsiteY5" fmla="*/ 1126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8" y="6208"/>
                      <a:pt x="5673" y="5613"/>
                    </a:cubicBezTo>
                    <a:cubicBezTo>
                      <a:pt x="6268" y="5018"/>
                      <a:pt x="6602" y="4211"/>
                      <a:pt x="6602" y="3370"/>
                    </a:cubicBezTo>
                    <a:cubicBezTo>
                      <a:pt x="6602" y="2529"/>
                      <a:pt x="6268" y="1721"/>
                      <a:pt x="5673" y="1126"/>
                    </a:cubicBezTo>
                    <a:cubicBezTo>
                      <a:pt x="5078" y="532"/>
                      <a:pt x="4271" y="197"/>
                      <a:pt x="3430" y="197"/>
                    </a:cubicBezTo>
                    <a:cubicBezTo>
                      <a:pt x="2589" y="197"/>
                      <a:pt x="1782" y="532"/>
                      <a:pt x="1188" y="1126"/>
                    </a:cubicBezTo>
                    <a:cubicBezTo>
                      <a:pt x="593" y="1721"/>
                      <a:pt x="259" y="2529"/>
                      <a:pt x="259" y="3370"/>
                    </a:cubicBezTo>
                    <a:cubicBezTo>
                      <a:pt x="259" y="4211"/>
                      <a:pt x="593" y="5018"/>
                      <a:pt x="1188" y="5613"/>
                    </a:cubicBezTo>
                    <a:cubicBezTo>
                      <a:pt x="1782" y="6208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FA7068FE-3A86-3821-0FE4-1EB6711338F9}"/>
                  </a:ext>
                </a:extLst>
              </p:cNvPr>
              <p:cNvSpPr/>
              <p:nvPr/>
            </p:nvSpPr>
            <p:spPr>
              <a:xfrm>
                <a:off x="4132196" y="5982234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6 h 6345"/>
                  <a:gd name="connsiteX4" fmla="*/ 3430 w 6343"/>
                  <a:gd name="connsiteY4" fmla="*/ 197 h 6345"/>
                  <a:gd name="connsiteX5" fmla="*/ 1187 w 6343"/>
                  <a:gd name="connsiteY5" fmla="*/ 1126 h 6345"/>
                  <a:gd name="connsiteX6" fmla="*/ 259 w 6343"/>
                  <a:gd name="connsiteY6" fmla="*/ 3370 h 6345"/>
                  <a:gd name="connsiteX7" fmla="*/ 1187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8" y="6208"/>
                      <a:pt x="5673" y="5613"/>
                    </a:cubicBezTo>
                    <a:cubicBezTo>
                      <a:pt x="6267" y="5018"/>
                      <a:pt x="6602" y="4211"/>
                      <a:pt x="6602" y="3370"/>
                    </a:cubicBezTo>
                    <a:cubicBezTo>
                      <a:pt x="6602" y="2529"/>
                      <a:pt x="6267" y="1721"/>
                      <a:pt x="5673" y="1126"/>
                    </a:cubicBezTo>
                    <a:cubicBezTo>
                      <a:pt x="5078" y="532"/>
                      <a:pt x="4271" y="197"/>
                      <a:pt x="3430" y="197"/>
                    </a:cubicBezTo>
                    <a:cubicBezTo>
                      <a:pt x="2589" y="197"/>
                      <a:pt x="1782" y="532"/>
                      <a:pt x="1187" y="1126"/>
                    </a:cubicBezTo>
                    <a:cubicBezTo>
                      <a:pt x="593" y="1721"/>
                      <a:pt x="259" y="2529"/>
                      <a:pt x="259" y="3370"/>
                    </a:cubicBezTo>
                    <a:cubicBezTo>
                      <a:pt x="259" y="4211"/>
                      <a:pt x="593" y="5018"/>
                      <a:pt x="1187" y="5613"/>
                    </a:cubicBezTo>
                    <a:cubicBezTo>
                      <a:pt x="1782" y="6208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9701AB71-C734-6980-DE99-BDB9AB9293B8}"/>
                  </a:ext>
                </a:extLst>
              </p:cNvPr>
              <p:cNvSpPr/>
              <p:nvPr/>
            </p:nvSpPr>
            <p:spPr>
              <a:xfrm>
                <a:off x="4111413" y="5979788"/>
                <a:ext cx="6343" cy="6345"/>
              </a:xfrm>
              <a:custGeom>
                <a:avLst/>
                <a:gdLst>
                  <a:gd name="connsiteX0" fmla="*/ 3428 w 6343"/>
                  <a:gd name="connsiteY0" fmla="*/ 6542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6 w 6343"/>
                  <a:gd name="connsiteY5" fmla="*/ 1126 h 6345"/>
                  <a:gd name="connsiteX6" fmla="*/ 257 w 6343"/>
                  <a:gd name="connsiteY6" fmla="*/ 3370 h 6345"/>
                  <a:gd name="connsiteX7" fmla="*/ 1186 w 6343"/>
                  <a:gd name="connsiteY7" fmla="*/ 5613 h 6345"/>
                  <a:gd name="connsiteX8" fmla="*/ 342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2"/>
                    </a:moveTo>
                    <a:cubicBezTo>
                      <a:pt x="4270" y="6542"/>
                      <a:pt x="5076" y="6208"/>
                      <a:pt x="5671" y="5613"/>
                    </a:cubicBezTo>
                    <a:cubicBezTo>
                      <a:pt x="6266" y="5018"/>
                      <a:pt x="6600" y="4211"/>
                      <a:pt x="6600" y="3370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6" y="531"/>
                      <a:pt x="4270" y="197"/>
                      <a:pt x="3428" y="197"/>
                    </a:cubicBezTo>
                    <a:cubicBezTo>
                      <a:pt x="2587" y="197"/>
                      <a:pt x="1781" y="531"/>
                      <a:pt x="1186" y="1126"/>
                    </a:cubicBezTo>
                    <a:cubicBezTo>
                      <a:pt x="591" y="1721"/>
                      <a:pt x="257" y="2528"/>
                      <a:pt x="257" y="3370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1" y="6208"/>
                      <a:pt x="2587" y="6542"/>
                      <a:pt x="342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E7972747-98CA-87DB-016F-D341C37FB4A4}"/>
                  </a:ext>
                </a:extLst>
              </p:cNvPr>
              <p:cNvSpPr/>
              <p:nvPr/>
            </p:nvSpPr>
            <p:spPr>
              <a:xfrm>
                <a:off x="4108693" y="5979983"/>
                <a:ext cx="6343" cy="6345"/>
              </a:xfrm>
              <a:custGeom>
                <a:avLst/>
                <a:gdLst>
                  <a:gd name="connsiteX0" fmla="*/ 3428 w 6343"/>
                  <a:gd name="connsiteY0" fmla="*/ 6542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6 w 6343"/>
                  <a:gd name="connsiteY5" fmla="*/ 1126 h 6345"/>
                  <a:gd name="connsiteX6" fmla="*/ 257 w 6343"/>
                  <a:gd name="connsiteY6" fmla="*/ 3370 h 6345"/>
                  <a:gd name="connsiteX7" fmla="*/ 1186 w 6343"/>
                  <a:gd name="connsiteY7" fmla="*/ 5613 h 6345"/>
                  <a:gd name="connsiteX8" fmla="*/ 342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2"/>
                    </a:moveTo>
                    <a:cubicBezTo>
                      <a:pt x="4269" y="6542"/>
                      <a:pt x="5076" y="6208"/>
                      <a:pt x="5671" y="5613"/>
                    </a:cubicBezTo>
                    <a:cubicBezTo>
                      <a:pt x="6266" y="5018"/>
                      <a:pt x="6600" y="4211"/>
                      <a:pt x="6600" y="3370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6" y="1126"/>
                    </a:cubicBezTo>
                    <a:cubicBezTo>
                      <a:pt x="591" y="1721"/>
                      <a:pt x="257" y="2528"/>
                      <a:pt x="257" y="3370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0" y="6208"/>
                      <a:pt x="2587" y="6542"/>
                      <a:pt x="342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642AE1E0-AD3C-DCC5-4A3C-4BD2655DD958}"/>
                  </a:ext>
                </a:extLst>
              </p:cNvPr>
              <p:cNvSpPr/>
              <p:nvPr/>
            </p:nvSpPr>
            <p:spPr>
              <a:xfrm>
                <a:off x="4106698" y="5980909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5 w 6343"/>
                  <a:gd name="connsiteY5" fmla="*/ 1126 h 6345"/>
                  <a:gd name="connsiteX6" fmla="*/ 257 w 6343"/>
                  <a:gd name="connsiteY6" fmla="*/ 3370 h 6345"/>
                  <a:gd name="connsiteX7" fmla="*/ 1185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8"/>
                      <a:pt x="5671" y="5613"/>
                    </a:cubicBezTo>
                    <a:cubicBezTo>
                      <a:pt x="6265" y="5018"/>
                      <a:pt x="6600" y="4211"/>
                      <a:pt x="6600" y="3370"/>
                    </a:cubicBezTo>
                    <a:cubicBezTo>
                      <a:pt x="6600" y="2528"/>
                      <a:pt x="6265" y="1721"/>
                      <a:pt x="5671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5" y="1126"/>
                    </a:cubicBezTo>
                    <a:cubicBezTo>
                      <a:pt x="591" y="1721"/>
                      <a:pt x="257" y="2528"/>
                      <a:pt x="257" y="3370"/>
                    </a:cubicBezTo>
                    <a:cubicBezTo>
                      <a:pt x="257" y="4211"/>
                      <a:pt x="591" y="5018"/>
                      <a:pt x="1185" y="5613"/>
                    </a:cubicBezTo>
                    <a:cubicBezTo>
                      <a:pt x="1780" y="6208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DABB42D0-DF17-F084-C29A-E187D5005E08}"/>
                  </a:ext>
                </a:extLst>
              </p:cNvPr>
              <p:cNvSpPr/>
              <p:nvPr/>
            </p:nvSpPr>
            <p:spPr>
              <a:xfrm>
                <a:off x="4104897" y="5982027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5 w 6343"/>
                  <a:gd name="connsiteY5" fmla="*/ 1126 h 6345"/>
                  <a:gd name="connsiteX6" fmla="*/ 256 w 6343"/>
                  <a:gd name="connsiteY6" fmla="*/ 3370 h 6345"/>
                  <a:gd name="connsiteX7" fmla="*/ 1185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8"/>
                      <a:pt x="5671" y="5613"/>
                    </a:cubicBezTo>
                    <a:cubicBezTo>
                      <a:pt x="6265" y="5018"/>
                      <a:pt x="6600" y="4211"/>
                      <a:pt x="6600" y="3370"/>
                    </a:cubicBezTo>
                    <a:cubicBezTo>
                      <a:pt x="6600" y="2528"/>
                      <a:pt x="6265" y="1721"/>
                      <a:pt x="5671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5" y="1126"/>
                    </a:cubicBezTo>
                    <a:cubicBezTo>
                      <a:pt x="591" y="1721"/>
                      <a:pt x="256" y="2528"/>
                      <a:pt x="256" y="3370"/>
                    </a:cubicBezTo>
                    <a:cubicBezTo>
                      <a:pt x="256" y="4211"/>
                      <a:pt x="591" y="5018"/>
                      <a:pt x="1185" y="5613"/>
                    </a:cubicBezTo>
                    <a:cubicBezTo>
                      <a:pt x="1780" y="6208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F2DCA75F-5EE5-2C3F-8B06-1176E0616D10}"/>
                  </a:ext>
                </a:extLst>
              </p:cNvPr>
              <p:cNvSpPr/>
              <p:nvPr/>
            </p:nvSpPr>
            <p:spPr>
              <a:xfrm>
                <a:off x="4093676" y="5975938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70 w 6343"/>
                  <a:gd name="connsiteY1" fmla="*/ 5613 h 6345"/>
                  <a:gd name="connsiteX2" fmla="*/ 6599 w 6343"/>
                  <a:gd name="connsiteY2" fmla="*/ 3369 h 6345"/>
                  <a:gd name="connsiteX3" fmla="*/ 5670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6 w 6343"/>
                  <a:gd name="connsiteY6" fmla="*/ 3369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70" y="5613"/>
                    </a:cubicBezTo>
                    <a:cubicBezTo>
                      <a:pt x="6264" y="5018"/>
                      <a:pt x="6599" y="4211"/>
                      <a:pt x="6599" y="3369"/>
                    </a:cubicBezTo>
                    <a:cubicBezTo>
                      <a:pt x="6599" y="2528"/>
                      <a:pt x="6264" y="1721"/>
                      <a:pt x="5670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90" y="1721"/>
                      <a:pt x="256" y="2528"/>
                      <a:pt x="256" y="3369"/>
                    </a:cubicBezTo>
                    <a:cubicBezTo>
                      <a:pt x="256" y="4211"/>
                      <a:pt x="590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7F640042-07E2-819D-D661-D7E63517A67E}"/>
                  </a:ext>
                </a:extLst>
              </p:cNvPr>
              <p:cNvSpPr/>
              <p:nvPr/>
            </p:nvSpPr>
            <p:spPr>
              <a:xfrm>
                <a:off x="4091624" y="5976655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70 w 6343"/>
                  <a:gd name="connsiteY1" fmla="*/ 5613 h 6345"/>
                  <a:gd name="connsiteX2" fmla="*/ 6598 w 6343"/>
                  <a:gd name="connsiteY2" fmla="*/ 3369 h 6345"/>
                  <a:gd name="connsiteX3" fmla="*/ 5670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69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70" y="5613"/>
                    </a:cubicBezTo>
                    <a:cubicBezTo>
                      <a:pt x="6264" y="5018"/>
                      <a:pt x="6598" y="4211"/>
                      <a:pt x="6598" y="3369"/>
                    </a:cubicBezTo>
                    <a:cubicBezTo>
                      <a:pt x="6598" y="2528"/>
                      <a:pt x="6264" y="1721"/>
                      <a:pt x="5670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90" y="1721"/>
                      <a:pt x="255" y="2528"/>
                      <a:pt x="255" y="3369"/>
                    </a:cubicBezTo>
                    <a:cubicBezTo>
                      <a:pt x="255" y="4211"/>
                      <a:pt x="590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90A9998D-3FF9-BD68-30EC-6B715F45635A}"/>
                  </a:ext>
                </a:extLst>
              </p:cNvPr>
              <p:cNvSpPr/>
              <p:nvPr/>
            </p:nvSpPr>
            <p:spPr>
              <a:xfrm>
                <a:off x="4090331" y="5978204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70 h 6345"/>
                  <a:gd name="connsiteX3" fmla="*/ 5669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69" y="5613"/>
                    </a:cubicBezTo>
                    <a:cubicBezTo>
                      <a:pt x="6264" y="5018"/>
                      <a:pt x="6598" y="4211"/>
                      <a:pt x="6598" y="3370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89" y="1721"/>
                      <a:pt x="255" y="2528"/>
                      <a:pt x="255" y="3370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06F483A5-4691-AB1B-4297-A67C7B4E3504}"/>
                  </a:ext>
                </a:extLst>
              </p:cNvPr>
              <p:cNvSpPr/>
              <p:nvPr/>
            </p:nvSpPr>
            <p:spPr>
              <a:xfrm>
                <a:off x="4081398" y="5977025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70 h 6345"/>
                  <a:gd name="connsiteX3" fmla="*/ 5669 w 6343"/>
                  <a:gd name="connsiteY3" fmla="*/ 1126 h 6345"/>
                  <a:gd name="connsiteX4" fmla="*/ 3426 w 6343"/>
                  <a:gd name="connsiteY4" fmla="*/ 197 h 6345"/>
                  <a:gd name="connsiteX5" fmla="*/ 1183 w 6343"/>
                  <a:gd name="connsiteY5" fmla="*/ 1126 h 6345"/>
                  <a:gd name="connsiteX6" fmla="*/ 255 w 6343"/>
                  <a:gd name="connsiteY6" fmla="*/ 3370 h 6345"/>
                  <a:gd name="connsiteX7" fmla="*/ 1183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8"/>
                      <a:pt x="5669" y="5613"/>
                    </a:cubicBezTo>
                    <a:cubicBezTo>
                      <a:pt x="6263" y="5018"/>
                      <a:pt x="6598" y="4211"/>
                      <a:pt x="6598" y="3370"/>
                    </a:cubicBezTo>
                    <a:cubicBezTo>
                      <a:pt x="6598" y="2528"/>
                      <a:pt x="6263" y="1721"/>
                      <a:pt x="5669" y="1126"/>
                    </a:cubicBezTo>
                    <a:cubicBezTo>
                      <a:pt x="5074" y="531"/>
                      <a:pt x="4267" y="197"/>
                      <a:pt x="3426" y="197"/>
                    </a:cubicBezTo>
                    <a:cubicBezTo>
                      <a:pt x="2585" y="197"/>
                      <a:pt x="1778" y="531"/>
                      <a:pt x="1183" y="1126"/>
                    </a:cubicBezTo>
                    <a:cubicBezTo>
                      <a:pt x="589" y="1721"/>
                      <a:pt x="255" y="2528"/>
                      <a:pt x="255" y="3370"/>
                    </a:cubicBezTo>
                    <a:cubicBezTo>
                      <a:pt x="255" y="4211"/>
                      <a:pt x="589" y="5018"/>
                      <a:pt x="1183" y="5613"/>
                    </a:cubicBezTo>
                    <a:cubicBezTo>
                      <a:pt x="1778" y="6208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01ADA8E1-31A3-2837-0DAC-E8F991F767CD}"/>
                  </a:ext>
                </a:extLst>
              </p:cNvPr>
              <p:cNvSpPr/>
              <p:nvPr/>
            </p:nvSpPr>
            <p:spPr>
              <a:xfrm>
                <a:off x="4069572" y="5974950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8 w 6343"/>
                  <a:gd name="connsiteY1" fmla="*/ 5613 h 6345"/>
                  <a:gd name="connsiteX2" fmla="*/ 6597 w 6343"/>
                  <a:gd name="connsiteY2" fmla="*/ 3369 h 6345"/>
                  <a:gd name="connsiteX3" fmla="*/ 5668 w 6343"/>
                  <a:gd name="connsiteY3" fmla="*/ 1126 h 6345"/>
                  <a:gd name="connsiteX4" fmla="*/ 3425 w 6343"/>
                  <a:gd name="connsiteY4" fmla="*/ 197 h 6345"/>
                  <a:gd name="connsiteX5" fmla="*/ 1183 w 6343"/>
                  <a:gd name="connsiteY5" fmla="*/ 1126 h 6345"/>
                  <a:gd name="connsiteX6" fmla="*/ 254 w 6343"/>
                  <a:gd name="connsiteY6" fmla="*/ 3369 h 6345"/>
                  <a:gd name="connsiteX7" fmla="*/ 1183 w 6343"/>
                  <a:gd name="connsiteY7" fmla="*/ 5613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6" y="6542"/>
                      <a:pt x="5073" y="6208"/>
                      <a:pt x="5668" y="5613"/>
                    </a:cubicBezTo>
                    <a:cubicBezTo>
                      <a:pt x="6263" y="5018"/>
                      <a:pt x="6597" y="4211"/>
                      <a:pt x="6597" y="3369"/>
                    </a:cubicBezTo>
                    <a:cubicBezTo>
                      <a:pt x="6597" y="2528"/>
                      <a:pt x="6263" y="1721"/>
                      <a:pt x="5668" y="1126"/>
                    </a:cubicBezTo>
                    <a:cubicBezTo>
                      <a:pt x="5073" y="531"/>
                      <a:pt x="4266" y="197"/>
                      <a:pt x="3425" y="197"/>
                    </a:cubicBezTo>
                    <a:cubicBezTo>
                      <a:pt x="2584" y="197"/>
                      <a:pt x="1777" y="531"/>
                      <a:pt x="1183" y="1126"/>
                    </a:cubicBezTo>
                    <a:cubicBezTo>
                      <a:pt x="588" y="1721"/>
                      <a:pt x="254" y="2528"/>
                      <a:pt x="254" y="3369"/>
                    </a:cubicBezTo>
                    <a:cubicBezTo>
                      <a:pt x="254" y="4211"/>
                      <a:pt x="588" y="5018"/>
                      <a:pt x="1183" y="5613"/>
                    </a:cubicBezTo>
                    <a:cubicBezTo>
                      <a:pt x="1777" y="6208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6E42F608-8555-A38F-918A-D05B3D8F3660}"/>
                  </a:ext>
                </a:extLst>
              </p:cNvPr>
              <p:cNvSpPr/>
              <p:nvPr/>
            </p:nvSpPr>
            <p:spPr>
              <a:xfrm>
                <a:off x="4030191" y="5973792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1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69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1" y="2528"/>
                      <a:pt x="251" y="3369"/>
                    </a:cubicBezTo>
                    <a:cubicBezTo>
                      <a:pt x="251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EEF52AA8-7799-7634-76DB-E01D91C0B4F1}"/>
                  </a:ext>
                </a:extLst>
              </p:cNvPr>
              <p:cNvSpPr/>
              <p:nvPr/>
            </p:nvSpPr>
            <p:spPr>
              <a:xfrm>
                <a:off x="4026993" y="5972087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6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6"/>
                      <a:pt x="3422" y="196"/>
                    </a:cubicBezTo>
                    <a:cubicBezTo>
                      <a:pt x="2581" y="196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42FDD2C0-9446-2485-EAA6-A3AD88934C9C}"/>
                  </a:ext>
                </a:extLst>
              </p:cNvPr>
              <p:cNvSpPr/>
              <p:nvPr/>
            </p:nvSpPr>
            <p:spPr>
              <a:xfrm>
                <a:off x="4026078" y="5973865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E0721157-771B-7993-B9DB-AF07029E4983}"/>
                  </a:ext>
                </a:extLst>
              </p:cNvPr>
              <p:cNvSpPr/>
              <p:nvPr/>
            </p:nvSpPr>
            <p:spPr>
              <a:xfrm>
                <a:off x="4024614" y="5974800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BAB40561-A2AA-C904-5CA9-78ABAA69B837}"/>
                  </a:ext>
                </a:extLst>
              </p:cNvPr>
              <p:cNvSpPr/>
              <p:nvPr/>
            </p:nvSpPr>
            <p:spPr>
              <a:xfrm>
                <a:off x="4023596" y="5976450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69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69" y="531"/>
                      <a:pt x="4263" y="197"/>
                      <a:pt x="3422" y="197"/>
                    </a:cubicBezTo>
                    <a:cubicBezTo>
                      <a:pt x="2580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0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BDFC4184-3F88-7724-684C-9EDCC4713EF7}"/>
                  </a:ext>
                </a:extLst>
              </p:cNvPr>
              <p:cNvSpPr/>
              <p:nvPr/>
            </p:nvSpPr>
            <p:spPr>
              <a:xfrm>
                <a:off x="4017261" y="5976047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8 w 6343"/>
                  <a:gd name="connsiteY5" fmla="*/ 1126 h 6345"/>
                  <a:gd name="connsiteX6" fmla="*/ 249 w 6343"/>
                  <a:gd name="connsiteY6" fmla="*/ 3369 h 6345"/>
                  <a:gd name="connsiteX7" fmla="*/ 1178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4" y="5613"/>
                    </a:cubicBezTo>
                    <a:cubicBezTo>
                      <a:pt x="6258" y="5018"/>
                      <a:pt x="6593" y="4211"/>
                      <a:pt x="6593" y="3369"/>
                    </a:cubicBezTo>
                    <a:cubicBezTo>
                      <a:pt x="6593" y="2528"/>
                      <a:pt x="6258" y="1721"/>
                      <a:pt x="5664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3" y="531"/>
                      <a:pt x="1178" y="1126"/>
                    </a:cubicBezTo>
                    <a:cubicBezTo>
                      <a:pt x="584" y="1721"/>
                      <a:pt x="249" y="2528"/>
                      <a:pt x="249" y="3369"/>
                    </a:cubicBezTo>
                    <a:cubicBezTo>
                      <a:pt x="249" y="4211"/>
                      <a:pt x="584" y="5018"/>
                      <a:pt x="1178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D42C333E-4E15-0785-2C64-1CAF7D5B17CF}"/>
                  </a:ext>
                </a:extLst>
              </p:cNvPr>
              <p:cNvSpPr/>
              <p:nvPr/>
            </p:nvSpPr>
            <p:spPr>
              <a:xfrm>
                <a:off x="3988454" y="5975581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9 w 6343"/>
                  <a:gd name="connsiteY4" fmla="*/ 197 h 6345"/>
                  <a:gd name="connsiteX5" fmla="*/ 1176 w 6343"/>
                  <a:gd name="connsiteY5" fmla="*/ 1126 h 6345"/>
                  <a:gd name="connsiteX6" fmla="*/ 247 w 6343"/>
                  <a:gd name="connsiteY6" fmla="*/ 3369 h 6345"/>
                  <a:gd name="connsiteX7" fmla="*/ 1176 w 6343"/>
                  <a:gd name="connsiteY7" fmla="*/ 5613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0" y="6542"/>
                      <a:pt x="5067" y="6208"/>
                      <a:pt x="5661" y="5613"/>
                    </a:cubicBezTo>
                    <a:cubicBezTo>
                      <a:pt x="6256" y="5018"/>
                      <a:pt x="6590" y="4211"/>
                      <a:pt x="6590" y="3369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7" y="531"/>
                      <a:pt x="4260" y="197"/>
                      <a:pt x="3419" y="197"/>
                    </a:cubicBezTo>
                    <a:cubicBezTo>
                      <a:pt x="2578" y="197"/>
                      <a:pt x="1771" y="531"/>
                      <a:pt x="1176" y="1126"/>
                    </a:cubicBezTo>
                    <a:cubicBezTo>
                      <a:pt x="581" y="1721"/>
                      <a:pt x="247" y="2528"/>
                      <a:pt x="247" y="3369"/>
                    </a:cubicBezTo>
                    <a:cubicBezTo>
                      <a:pt x="247" y="4211"/>
                      <a:pt x="581" y="5018"/>
                      <a:pt x="1176" y="5613"/>
                    </a:cubicBezTo>
                    <a:cubicBezTo>
                      <a:pt x="1771" y="6208"/>
                      <a:pt x="2578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FB288D26-6A29-FA18-EF1A-50FDD9B59C02}"/>
                  </a:ext>
                </a:extLst>
              </p:cNvPr>
              <p:cNvSpPr/>
              <p:nvPr/>
            </p:nvSpPr>
            <p:spPr>
              <a:xfrm>
                <a:off x="3983679" y="5973065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8 w 6343"/>
                  <a:gd name="connsiteY4" fmla="*/ 196 h 6345"/>
                  <a:gd name="connsiteX5" fmla="*/ 1176 w 6343"/>
                  <a:gd name="connsiteY5" fmla="*/ 1126 h 6345"/>
                  <a:gd name="connsiteX6" fmla="*/ 247 w 6343"/>
                  <a:gd name="connsiteY6" fmla="*/ 3369 h 6345"/>
                  <a:gd name="connsiteX7" fmla="*/ 1176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60" y="6542"/>
                      <a:pt x="5066" y="6208"/>
                      <a:pt x="5661" y="5613"/>
                    </a:cubicBezTo>
                    <a:cubicBezTo>
                      <a:pt x="6256" y="5018"/>
                      <a:pt x="6590" y="4211"/>
                      <a:pt x="6590" y="3369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6" y="531"/>
                      <a:pt x="4260" y="196"/>
                      <a:pt x="3418" y="196"/>
                    </a:cubicBezTo>
                    <a:cubicBezTo>
                      <a:pt x="2577" y="196"/>
                      <a:pt x="1771" y="531"/>
                      <a:pt x="1176" y="1126"/>
                    </a:cubicBezTo>
                    <a:cubicBezTo>
                      <a:pt x="581" y="1721"/>
                      <a:pt x="247" y="2528"/>
                      <a:pt x="247" y="3369"/>
                    </a:cubicBezTo>
                    <a:cubicBezTo>
                      <a:pt x="247" y="4211"/>
                      <a:pt x="581" y="5018"/>
                      <a:pt x="1176" y="5613"/>
                    </a:cubicBezTo>
                    <a:cubicBezTo>
                      <a:pt x="1771" y="6208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79681C7C-833C-9199-39E3-D35305E18016}"/>
                  </a:ext>
                </a:extLst>
              </p:cNvPr>
              <p:cNvSpPr/>
              <p:nvPr/>
            </p:nvSpPr>
            <p:spPr>
              <a:xfrm>
                <a:off x="3977137" y="5970202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1 w 6343"/>
                  <a:gd name="connsiteY1" fmla="*/ 5612 h 6345"/>
                  <a:gd name="connsiteX2" fmla="*/ 6589 w 6343"/>
                  <a:gd name="connsiteY2" fmla="*/ 3369 h 6345"/>
                  <a:gd name="connsiteX3" fmla="*/ 5661 w 6343"/>
                  <a:gd name="connsiteY3" fmla="*/ 1126 h 6345"/>
                  <a:gd name="connsiteX4" fmla="*/ 3418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2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6" y="6207"/>
                      <a:pt x="5661" y="5612"/>
                    </a:cubicBezTo>
                    <a:cubicBezTo>
                      <a:pt x="6255" y="5017"/>
                      <a:pt x="6589" y="4210"/>
                      <a:pt x="6589" y="3369"/>
                    </a:cubicBezTo>
                    <a:cubicBezTo>
                      <a:pt x="6589" y="2528"/>
                      <a:pt x="6255" y="1720"/>
                      <a:pt x="5661" y="1126"/>
                    </a:cubicBezTo>
                    <a:cubicBezTo>
                      <a:pt x="5066" y="531"/>
                      <a:pt x="4259" y="196"/>
                      <a:pt x="3418" y="196"/>
                    </a:cubicBezTo>
                    <a:cubicBezTo>
                      <a:pt x="2577" y="196"/>
                      <a:pt x="1770" y="531"/>
                      <a:pt x="1175" y="1126"/>
                    </a:cubicBezTo>
                    <a:cubicBezTo>
                      <a:pt x="581" y="1720"/>
                      <a:pt x="246" y="2528"/>
                      <a:pt x="246" y="3369"/>
                    </a:cubicBezTo>
                    <a:cubicBezTo>
                      <a:pt x="246" y="4210"/>
                      <a:pt x="581" y="5017"/>
                      <a:pt x="1175" y="5612"/>
                    </a:cubicBezTo>
                    <a:cubicBezTo>
                      <a:pt x="1770" y="6207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9F7882A8-1CA4-9ACB-AAEC-B0069D4FB78E}"/>
                  </a:ext>
                </a:extLst>
              </p:cNvPr>
              <p:cNvSpPr/>
              <p:nvPr/>
            </p:nvSpPr>
            <p:spPr>
              <a:xfrm>
                <a:off x="3975374" y="5970097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0 w 6343"/>
                  <a:gd name="connsiteY1" fmla="*/ 5612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8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2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6" y="6207"/>
                      <a:pt x="5660" y="5612"/>
                    </a:cubicBezTo>
                    <a:cubicBezTo>
                      <a:pt x="6255" y="5017"/>
                      <a:pt x="6589" y="4210"/>
                      <a:pt x="6589" y="3369"/>
                    </a:cubicBezTo>
                    <a:cubicBezTo>
                      <a:pt x="6589" y="2528"/>
                      <a:pt x="6255" y="1720"/>
                      <a:pt x="5660" y="1126"/>
                    </a:cubicBezTo>
                    <a:cubicBezTo>
                      <a:pt x="5066" y="531"/>
                      <a:pt x="4259" y="196"/>
                      <a:pt x="3418" y="196"/>
                    </a:cubicBezTo>
                    <a:cubicBezTo>
                      <a:pt x="2577" y="196"/>
                      <a:pt x="1770" y="531"/>
                      <a:pt x="1175" y="1126"/>
                    </a:cubicBezTo>
                    <a:cubicBezTo>
                      <a:pt x="580" y="1720"/>
                      <a:pt x="246" y="2528"/>
                      <a:pt x="246" y="3369"/>
                    </a:cubicBezTo>
                    <a:cubicBezTo>
                      <a:pt x="246" y="4210"/>
                      <a:pt x="580" y="5017"/>
                      <a:pt x="1175" y="5612"/>
                    </a:cubicBezTo>
                    <a:cubicBezTo>
                      <a:pt x="1770" y="6207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0B9FB2E3-7E02-4AB2-C8CA-156E6F0358E8}"/>
                  </a:ext>
                </a:extLst>
              </p:cNvPr>
              <p:cNvSpPr/>
              <p:nvPr/>
            </p:nvSpPr>
            <p:spPr>
              <a:xfrm>
                <a:off x="3972581" y="5971553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8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5" y="6207"/>
                      <a:pt x="5660" y="5613"/>
                    </a:cubicBezTo>
                    <a:cubicBezTo>
                      <a:pt x="6255" y="5018"/>
                      <a:pt x="6589" y="4210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9" y="196"/>
                      <a:pt x="3418" y="196"/>
                    </a:cubicBezTo>
                    <a:cubicBezTo>
                      <a:pt x="2576" y="196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0"/>
                      <a:pt x="580" y="5018"/>
                      <a:pt x="1175" y="5613"/>
                    </a:cubicBezTo>
                    <a:cubicBezTo>
                      <a:pt x="1770" y="6207"/>
                      <a:pt x="2576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809D6FF8-5838-7FC2-C68C-16DB40523D8D}"/>
                  </a:ext>
                </a:extLst>
              </p:cNvPr>
              <p:cNvSpPr/>
              <p:nvPr/>
            </p:nvSpPr>
            <p:spPr>
              <a:xfrm>
                <a:off x="3971132" y="5972160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9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9" y="196"/>
                      <a:pt x="3417" y="196"/>
                    </a:cubicBezTo>
                    <a:cubicBezTo>
                      <a:pt x="2576" y="196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84E41535-241D-34FF-589E-2646548F3EED}"/>
                  </a:ext>
                </a:extLst>
              </p:cNvPr>
              <p:cNvSpPr/>
              <p:nvPr/>
            </p:nvSpPr>
            <p:spPr>
              <a:xfrm>
                <a:off x="3969679" y="5972757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8B134FA5-D452-D6E7-BFE7-B1846080ADC4}"/>
                  </a:ext>
                </a:extLst>
              </p:cNvPr>
              <p:cNvSpPr/>
              <p:nvPr/>
            </p:nvSpPr>
            <p:spPr>
              <a:xfrm>
                <a:off x="3967306" y="5971054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2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6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2"/>
                    </a:cubicBezTo>
                    <a:cubicBezTo>
                      <a:pt x="6254" y="5018"/>
                      <a:pt x="6589" y="4210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0"/>
                      <a:pt x="580" y="5018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0C9BCF85-F3C7-E29F-81F2-61F5EEA5245E}"/>
                  </a:ext>
                </a:extLst>
              </p:cNvPr>
              <p:cNvSpPr/>
              <p:nvPr/>
            </p:nvSpPr>
            <p:spPr>
              <a:xfrm>
                <a:off x="3965583" y="5970921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2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2"/>
                    </a:cubicBezTo>
                    <a:cubicBezTo>
                      <a:pt x="6254" y="5018"/>
                      <a:pt x="6589" y="4210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1"/>
                      <a:pt x="245" y="2528"/>
                      <a:pt x="245" y="3369"/>
                    </a:cubicBezTo>
                    <a:cubicBezTo>
                      <a:pt x="245" y="4210"/>
                      <a:pt x="580" y="5018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20314654-9C8B-4C10-91D8-E6C99FCDA867}"/>
                  </a:ext>
                </a:extLst>
              </p:cNvPr>
              <p:cNvSpPr/>
              <p:nvPr/>
            </p:nvSpPr>
            <p:spPr>
              <a:xfrm>
                <a:off x="3963079" y="5968740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7"/>
                      <a:pt x="6254" y="1720"/>
                      <a:pt x="5659" y="1125"/>
                    </a:cubicBezTo>
                    <a:cubicBezTo>
                      <a:pt x="5065" y="530"/>
                      <a:pt x="4258" y="196"/>
                      <a:pt x="3417" y="196"/>
                    </a:cubicBezTo>
                    <a:cubicBezTo>
                      <a:pt x="2576" y="196"/>
                      <a:pt x="1769" y="530"/>
                      <a:pt x="1174" y="1125"/>
                    </a:cubicBezTo>
                    <a:cubicBezTo>
                      <a:pt x="579" y="1720"/>
                      <a:pt x="245" y="2527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021F182A-E68C-8C4D-CF43-2DBB38778436}"/>
                  </a:ext>
                </a:extLst>
              </p:cNvPr>
              <p:cNvSpPr/>
              <p:nvPr/>
            </p:nvSpPr>
            <p:spPr>
              <a:xfrm>
                <a:off x="3961781" y="5969643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8"/>
                      <a:pt x="6254" y="1720"/>
                      <a:pt x="5659" y="1125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5"/>
                    </a:cubicBezTo>
                    <a:cubicBezTo>
                      <a:pt x="579" y="1720"/>
                      <a:pt x="245" y="2528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7D9A8F29-828F-BCEA-9B3D-42D75A43B5D3}"/>
                  </a:ext>
                </a:extLst>
              </p:cNvPr>
              <p:cNvSpPr/>
              <p:nvPr/>
            </p:nvSpPr>
            <p:spPr>
              <a:xfrm>
                <a:off x="3960691" y="5971117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4" y="6207"/>
                      <a:pt x="5659" y="5612"/>
                    </a:cubicBezTo>
                    <a:cubicBezTo>
                      <a:pt x="6254" y="5018"/>
                      <a:pt x="6588" y="4210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4" y="531"/>
                      <a:pt x="4258" y="196"/>
                      <a:pt x="3417" y="196"/>
                    </a:cubicBezTo>
                    <a:cubicBezTo>
                      <a:pt x="2575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0"/>
                      <a:pt x="579" y="5018"/>
                      <a:pt x="1174" y="5612"/>
                    </a:cubicBezTo>
                    <a:cubicBezTo>
                      <a:pt x="1769" y="6207"/>
                      <a:pt x="2575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922104D8-BB21-995E-F30D-6AA0A30475CE}"/>
                  </a:ext>
                </a:extLst>
              </p:cNvPr>
              <p:cNvSpPr/>
              <p:nvPr/>
            </p:nvSpPr>
            <p:spPr>
              <a:xfrm>
                <a:off x="3958936" y="5970803"/>
                <a:ext cx="6343" cy="6345"/>
              </a:xfrm>
              <a:custGeom>
                <a:avLst/>
                <a:gdLst>
                  <a:gd name="connsiteX0" fmla="*/ 3416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6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42"/>
                    </a:moveTo>
                    <a:cubicBezTo>
                      <a:pt x="4258" y="6542"/>
                      <a:pt x="5064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4" y="531"/>
                      <a:pt x="4258" y="196"/>
                      <a:pt x="3416" y="196"/>
                    </a:cubicBezTo>
                    <a:cubicBezTo>
                      <a:pt x="2575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5" y="6542"/>
                      <a:pt x="341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2EE6F7F2-BBE7-86E2-9A8E-B43793CB8ECB}"/>
                  </a:ext>
                </a:extLst>
              </p:cNvPr>
              <p:cNvSpPr/>
              <p:nvPr/>
            </p:nvSpPr>
            <p:spPr>
              <a:xfrm>
                <a:off x="3903112" y="5966775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41DD7E08-CD59-6C3F-7FB8-BC01823D9204}"/>
                  </a:ext>
                </a:extLst>
              </p:cNvPr>
              <p:cNvSpPr/>
              <p:nvPr/>
            </p:nvSpPr>
            <p:spPr>
              <a:xfrm>
                <a:off x="3901624" y="5966390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5 w 6343"/>
                  <a:gd name="connsiteY1" fmla="*/ 5612 h 6345"/>
                  <a:gd name="connsiteX2" fmla="*/ 6583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5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12E19EEE-9891-4AC6-2ACC-B9AA5BF458C4}"/>
                  </a:ext>
                </a:extLst>
              </p:cNvPr>
              <p:cNvSpPr/>
              <p:nvPr/>
            </p:nvSpPr>
            <p:spPr>
              <a:xfrm>
                <a:off x="3900191" y="5966419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AC693851-301F-9C5C-B25D-C29FF8A12C43}"/>
                  </a:ext>
                </a:extLst>
              </p:cNvPr>
              <p:cNvSpPr/>
              <p:nvPr/>
            </p:nvSpPr>
            <p:spPr>
              <a:xfrm>
                <a:off x="3898539" y="5964459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377CDE30-F9A0-0084-B6B1-2F4FE0156B11}"/>
                  </a:ext>
                </a:extLst>
              </p:cNvPr>
              <p:cNvSpPr/>
              <p:nvPr/>
            </p:nvSpPr>
            <p:spPr>
              <a:xfrm>
                <a:off x="3897264" y="5965838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59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59" y="530"/>
                      <a:pt x="4253" y="196"/>
                      <a:pt x="3412" y="196"/>
                    </a:cubicBezTo>
                    <a:cubicBezTo>
                      <a:pt x="2570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0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2D15A88D-ED36-56CA-E50F-BBAA8F100A5E}"/>
                  </a:ext>
                </a:extLst>
              </p:cNvPr>
              <p:cNvSpPr/>
              <p:nvPr/>
            </p:nvSpPr>
            <p:spPr>
              <a:xfrm>
                <a:off x="3895916" y="5966643"/>
                <a:ext cx="6343" cy="6345"/>
              </a:xfrm>
              <a:custGeom>
                <a:avLst/>
                <a:gdLst>
                  <a:gd name="connsiteX0" fmla="*/ 3411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1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1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41"/>
                    </a:moveTo>
                    <a:cubicBezTo>
                      <a:pt x="4253" y="6541"/>
                      <a:pt x="5059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59" y="530"/>
                      <a:pt x="4253" y="196"/>
                      <a:pt x="3411" y="196"/>
                    </a:cubicBezTo>
                    <a:cubicBezTo>
                      <a:pt x="2570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0" y="6541"/>
                      <a:pt x="3411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424B98AE-21F0-2B96-B7E0-7EFEB12E1E0E}"/>
                  </a:ext>
                </a:extLst>
              </p:cNvPr>
              <p:cNvSpPr/>
              <p:nvPr/>
            </p:nvSpPr>
            <p:spPr>
              <a:xfrm>
                <a:off x="3614487" y="6098364"/>
                <a:ext cx="6343" cy="6345"/>
              </a:xfrm>
              <a:custGeom>
                <a:avLst/>
                <a:gdLst>
                  <a:gd name="connsiteX0" fmla="*/ 3389 w 6343"/>
                  <a:gd name="connsiteY0" fmla="*/ 6552 h 6345"/>
                  <a:gd name="connsiteX1" fmla="*/ 5632 w 6343"/>
                  <a:gd name="connsiteY1" fmla="*/ 5623 h 6345"/>
                  <a:gd name="connsiteX2" fmla="*/ 6561 w 6343"/>
                  <a:gd name="connsiteY2" fmla="*/ 3379 h 6345"/>
                  <a:gd name="connsiteX3" fmla="*/ 5632 w 6343"/>
                  <a:gd name="connsiteY3" fmla="*/ 1136 h 6345"/>
                  <a:gd name="connsiteX4" fmla="*/ 3389 w 6343"/>
                  <a:gd name="connsiteY4" fmla="*/ 206 h 6345"/>
                  <a:gd name="connsiteX5" fmla="*/ 1147 w 6343"/>
                  <a:gd name="connsiteY5" fmla="*/ 1136 h 6345"/>
                  <a:gd name="connsiteX6" fmla="*/ 218 w 6343"/>
                  <a:gd name="connsiteY6" fmla="*/ 3379 h 6345"/>
                  <a:gd name="connsiteX7" fmla="*/ 1147 w 6343"/>
                  <a:gd name="connsiteY7" fmla="*/ 5623 h 6345"/>
                  <a:gd name="connsiteX8" fmla="*/ 3389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2"/>
                    </a:moveTo>
                    <a:cubicBezTo>
                      <a:pt x="4230" y="6552"/>
                      <a:pt x="5037" y="6217"/>
                      <a:pt x="5632" y="5623"/>
                    </a:cubicBezTo>
                    <a:cubicBezTo>
                      <a:pt x="6227" y="5028"/>
                      <a:pt x="6561" y="4220"/>
                      <a:pt x="6561" y="3379"/>
                    </a:cubicBezTo>
                    <a:cubicBezTo>
                      <a:pt x="6561" y="2538"/>
                      <a:pt x="6227" y="1731"/>
                      <a:pt x="5632" y="1136"/>
                    </a:cubicBezTo>
                    <a:cubicBezTo>
                      <a:pt x="5037" y="541"/>
                      <a:pt x="4230" y="206"/>
                      <a:pt x="3389" y="206"/>
                    </a:cubicBezTo>
                    <a:cubicBezTo>
                      <a:pt x="2548" y="206"/>
                      <a:pt x="1741" y="541"/>
                      <a:pt x="1147" y="1136"/>
                    </a:cubicBezTo>
                    <a:cubicBezTo>
                      <a:pt x="552" y="1731"/>
                      <a:pt x="218" y="2538"/>
                      <a:pt x="218" y="3379"/>
                    </a:cubicBezTo>
                    <a:cubicBezTo>
                      <a:pt x="218" y="4220"/>
                      <a:pt x="552" y="5028"/>
                      <a:pt x="1147" y="5623"/>
                    </a:cubicBezTo>
                    <a:cubicBezTo>
                      <a:pt x="1741" y="6217"/>
                      <a:pt x="2548" y="6552"/>
                      <a:pt x="3389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9EC2DF92-E5AD-DDF9-6D42-CF28DB42608A}"/>
                  </a:ext>
                </a:extLst>
              </p:cNvPr>
              <p:cNvSpPr/>
              <p:nvPr/>
            </p:nvSpPr>
            <p:spPr>
              <a:xfrm>
                <a:off x="3615990" y="6091616"/>
                <a:ext cx="6343" cy="6345"/>
              </a:xfrm>
              <a:custGeom>
                <a:avLst/>
                <a:gdLst>
                  <a:gd name="connsiteX0" fmla="*/ 3389 w 6343"/>
                  <a:gd name="connsiteY0" fmla="*/ 6551 h 6345"/>
                  <a:gd name="connsiteX1" fmla="*/ 5632 w 6343"/>
                  <a:gd name="connsiteY1" fmla="*/ 5622 h 6345"/>
                  <a:gd name="connsiteX2" fmla="*/ 6561 w 6343"/>
                  <a:gd name="connsiteY2" fmla="*/ 3379 h 6345"/>
                  <a:gd name="connsiteX3" fmla="*/ 5632 w 6343"/>
                  <a:gd name="connsiteY3" fmla="*/ 1135 h 6345"/>
                  <a:gd name="connsiteX4" fmla="*/ 3389 w 6343"/>
                  <a:gd name="connsiteY4" fmla="*/ 206 h 6345"/>
                  <a:gd name="connsiteX5" fmla="*/ 1147 w 6343"/>
                  <a:gd name="connsiteY5" fmla="*/ 1135 h 6345"/>
                  <a:gd name="connsiteX6" fmla="*/ 218 w 6343"/>
                  <a:gd name="connsiteY6" fmla="*/ 3379 h 6345"/>
                  <a:gd name="connsiteX7" fmla="*/ 1147 w 6343"/>
                  <a:gd name="connsiteY7" fmla="*/ 5622 h 6345"/>
                  <a:gd name="connsiteX8" fmla="*/ 3389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1"/>
                    </a:moveTo>
                    <a:cubicBezTo>
                      <a:pt x="4231" y="6551"/>
                      <a:pt x="5037" y="6217"/>
                      <a:pt x="5632" y="5622"/>
                    </a:cubicBezTo>
                    <a:cubicBezTo>
                      <a:pt x="6227" y="5027"/>
                      <a:pt x="6561" y="4220"/>
                      <a:pt x="6561" y="3379"/>
                    </a:cubicBezTo>
                    <a:cubicBezTo>
                      <a:pt x="6561" y="2537"/>
                      <a:pt x="6227" y="1730"/>
                      <a:pt x="5632" y="1135"/>
                    </a:cubicBezTo>
                    <a:cubicBezTo>
                      <a:pt x="5037" y="540"/>
                      <a:pt x="4231" y="206"/>
                      <a:pt x="3389" y="206"/>
                    </a:cubicBezTo>
                    <a:cubicBezTo>
                      <a:pt x="2548" y="206"/>
                      <a:pt x="1742" y="540"/>
                      <a:pt x="1147" y="1135"/>
                    </a:cubicBezTo>
                    <a:cubicBezTo>
                      <a:pt x="552" y="1730"/>
                      <a:pt x="218" y="2537"/>
                      <a:pt x="218" y="3379"/>
                    </a:cubicBezTo>
                    <a:cubicBezTo>
                      <a:pt x="218" y="4220"/>
                      <a:pt x="552" y="5027"/>
                      <a:pt x="1147" y="5622"/>
                    </a:cubicBezTo>
                    <a:cubicBezTo>
                      <a:pt x="1742" y="6217"/>
                      <a:pt x="2548" y="6551"/>
                      <a:pt x="3389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E8100D41-110D-03FB-0627-3D54535B2F31}"/>
                  </a:ext>
                </a:extLst>
              </p:cNvPr>
              <p:cNvSpPr/>
              <p:nvPr/>
            </p:nvSpPr>
            <p:spPr>
              <a:xfrm>
                <a:off x="3614596" y="6088959"/>
                <a:ext cx="6343" cy="6345"/>
              </a:xfrm>
              <a:custGeom>
                <a:avLst/>
                <a:gdLst>
                  <a:gd name="connsiteX0" fmla="*/ 3389 w 6343"/>
                  <a:gd name="connsiteY0" fmla="*/ 6551 h 6345"/>
                  <a:gd name="connsiteX1" fmla="*/ 5632 w 6343"/>
                  <a:gd name="connsiteY1" fmla="*/ 5622 h 6345"/>
                  <a:gd name="connsiteX2" fmla="*/ 6561 w 6343"/>
                  <a:gd name="connsiteY2" fmla="*/ 3378 h 6345"/>
                  <a:gd name="connsiteX3" fmla="*/ 5632 w 6343"/>
                  <a:gd name="connsiteY3" fmla="*/ 1135 h 6345"/>
                  <a:gd name="connsiteX4" fmla="*/ 3389 w 6343"/>
                  <a:gd name="connsiteY4" fmla="*/ 206 h 6345"/>
                  <a:gd name="connsiteX5" fmla="*/ 1147 w 6343"/>
                  <a:gd name="connsiteY5" fmla="*/ 1135 h 6345"/>
                  <a:gd name="connsiteX6" fmla="*/ 218 w 6343"/>
                  <a:gd name="connsiteY6" fmla="*/ 3378 h 6345"/>
                  <a:gd name="connsiteX7" fmla="*/ 1147 w 6343"/>
                  <a:gd name="connsiteY7" fmla="*/ 5622 h 6345"/>
                  <a:gd name="connsiteX8" fmla="*/ 3389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1"/>
                    </a:moveTo>
                    <a:cubicBezTo>
                      <a:pt x="4230" y="6551"/>
                      <a:pt x="5037" y="6217"/>
                      <a:pt x="5632" y="5622"/>
                    </a:cubicBezTo>
                    <a:cubicBezTo>
                      <a:pt x="6227" y="5027"/>
                      <a:pt x="6561" y="4220"/>
                      <a:pt x="6561" y="3378"/>
                    </a:cubicBezTo>
                    <a:cubicBezTo>
                      <a:pt x="6561" y="2537"/>
                      <a:pt x="6227" y="1730"/>
                      <a:pt x="5632" y="1135"/>
                    </a:cubicBezTo>
                    <a:cubicBezTo>
                      <a:pt x="5037" y="540"/>
                      <a:pt x="4230" y="206"/>
                      <a:pt x="3389" y="206"/>
                    </a:cubicBezTo>
                    <a:cubicBezTo>
                      <a:pt x="2548" y="206"/>
                      <a:pt x="1741" y="540"/>
                      <a:pt x="1147" y="1135"/>
                    </a:cubicBezTo>
                    <a:cubicBezTo>
                      <a:pt x="552" y="1730"/>
                      <a:pt x="218" y="2537"/>
                      <a:pt x="218" y="3378"/>
                    </a:cubicBezTo>
                    <a:cubicBezTo>
                      <a:pt x="218" y="4220"/>
                      <a:pt x="552" y="5027"/>
                      <a:pt x="1147" y="5622"/>
                    </a:cubicBezTo>
                    <a:cubicBezTo>
                      <a:pt x="1741" y="6217"/>
                      <a:pt x="2548" y="6551"/>
                      <a:pt x="3389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894A9541-16E1-E9FB-9A28-C7CF30C3F8DC}"/>
                  </a:ext>
                </a:extLst>
              </p:cNvPr>
              <p:cNvSpPr/>
              <p:nvPr/>
            </p:nvSpPr>
            <p:spPr>
              <a:xfrm>
                <a:off x="3617061" y="6076727"/>
                <a:ext cx="6343" cy="6345"/>
              </a:xfrm>
              <a:custGeom>
                <a:avLst/>
                <a:gdLst>
                  <a:gd name="connsiteX0" fmla="*/ 3390 w 6343"/>
                  <a:gd name="connsiteY0" fmla="*/ 6550 h 6345"/>
                  <a:gd name="connsiteX1" fmla="*/ 5632 w 6343"/>
                  <a:gd name="connsiteY1" fmla="*/ 5621 h 6345"/>
                  <a:gd name="connsiteX2" fmla="*/ 6561 w 6343"/>
                  <a:gd name="connsiteY2" fmla="*/ 3377 h 6345"/>
                  <a:gd name="connsiteX3" fmla="*/ 5632 w 6343"/>
                  <a:gd name="connsiteY3" fmla="*/ 1134 h 6345"/>
                  <a:gd name="connsiteX4" fmla="*/ 3390 w 6343"/>
                  <a:gd name="connsiteY4" fmla="*/ 205 h 6345"/>
                  <a:gd name="connsiteX5" fmla="*/ 1147 w 6343"/>
                  <a:gd name="connsiteY5" fmla="*/ 1134 h 6345"/>
                  <a:gd name="connsiteX6" fmla="*/ 218 w 6343"/>
                  <a:gd name="connsiteY6" fmla="*/ 3377 h 6345"/>
                  <a:gd name="connsiteX7" fmla="*/ 1147 w 6343"/>
                  <a:gd name="connsiteY7" fmla="*/ 5621 h 6345"/>
                  <a:gd name="connsiteX8" fmla="*/ 339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0"/>
                    </a:moveTo>
                    <a:cubicBezTo>
                      <a:pt x="4231" y="6550"/>
                      <a:pt x="5037" y="6216"/>
                      <a:pt x="5632" y="5621"/>
                    </a:cubicBezTo>
                    <a:cubicBezTo>
                      <a:pt x="6227" y="5026"/>
                      <a:pt x="6561" y="4219"/>
                      <a:pt x="6561" y="3377"/>
                    </a:cubicBezTo>
                    <a:cubicBezTo>
                      <a:pt x="6561" y="2536"/>
                      <a:pt x="6227" y="1729"/>
                      <a:pt x="5632" y="1134"/>
                    </a:cubicBezTo>
                    <a:cubicBezTo>
                      <a:pt x="5037" y="539"/>
                      <a:pt x="4231" y="205"/>
                      <a:pt x="3390" y="205"/>
                    </a:cubicBezTo>
                    <a:cubicBezTo>
                      <a:pt x="2548" y="205"/>
                      <a:pt x="1742" y="539"/>
                      <a:pt x="1147" y="1134"/>
                    </a:cubicBezTo>
                    <a:cubicBezTo>
                      <a:pt x="552" y="1729"/>
                      <a:pt x="218" y="2536"/>
                      <a:pt x="218" y="3377"/>
                    </a:cubicBezTo>
                    <a:cubicBezTo>
                      <a:pt x="218" y="4219"/>
                      <a:pt x="552" y="5026"/>
                      <a:pt x="1147" y="5621"/>
                    </a:cubicBezTo>
                    <a:cubicBezTo>
                      <a:pt x="1742" y="6216"/>
                      <a:pt x="2548" y="6550"/>
                      <a:pt x="339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77850E47-A923-BB61-9A02-7C904EC303EE}"/>
                  </a:ext>
                </a:extLst>
              </p:cNvPr>
              <p:cNvSpPr/>
              <p:nvPr/>
            </p:nvSpPr>
            <p:spPr>
              <a:xfrm>
                <a:off x="3619511" y="6069180"/>
                <a:ext cx="6343" cy="6345"/>
              </a:xfrm>
              <a:custGeom>
                <a:avLst/>
                <a:gdLst>
                  <a:gd name="connsiteX0" fmla="*/ 3390 w 6343"/>
                  <a:gd name="connsiteY0" fmla="*/ 6549 h 6345"/>
                  <a:gd name="connsiteX1" fmla="*/ 5632 w 6343"/>
                  <a:gd name="connsiteY1" fmla="*/ 5620 h 6345"/>
                  <a:gd name="connsiteX2" fmla="*/ 6561 w 6343"/>
                  <a:gd name="connsiteY2" fmla="*/ 3377 h 6345"/>
                  <a:gd name="connsiteX3" fmla="*/ 5632 w 6343"/>
                  <a:gd name="connsiteY3" fmla="*/ 1133 h 6345"/>
                  <a:gd name="connsiteX4" fmla="*/ 3390 w 6343"/>
                  <a:gd name="connsiteY4" fmla="*/ 204 h 6345"/>
                  <a:gd name="connsiteX5" fmla="*/ 1147 w 6343"/>
                  <a:gd name="connsiteY5" fmla="*/ 1133 h 6345"/>
                  <a:gd name="connsiteX6" fmla="*/ 218 w 6343"/>
                  <a:gd name="connsiteY6" fmla="*/ 3377 h 6345"/>
                  <a:gd name="connsiteX7" fmla="*/ 1147 w 6343"/>
                  <a:gd name="connsiteY7" fmla="*/ 5620 h 6345"/>
                  <a:gd name="connsiteX8" fmla="*/ 3390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9"/>
                    </a:moveTo>
                    <a:cubicBezTo>
                      <a:pt x="4231" y="6549"/>
                      <a:pt x="5038" y="6215"/>
                      <a:pt x="5632" y="5620"/>
                    </a:cubicBezTo>
                    <a:cubicBezTo>
                      <a:pt x="6227" y="5025"/>
                      <a:pt x="6561" y="4218"/>
                      <a:pt x="6561" y="3377"/>
                    </a:cubicBezTo>
                    <a:cubicBezTo>
                      <a:pt x="6561" y="2535"/>
                      <a:pt x="6227" y="1728"/>
                      <a:pt x="5632" y="1133"/>
                    </a:cubicBezTo>
                    <a:cubicBezTo>
                      <a:pt x="5038" y="538"/>
                      <a:pt x="4231" y="204"/>
                      <a:pt x="3390" y="204"/>
                    </a:cubicBezTo>
                    <a:cubicBezTo>
                      <a:pt x="2549" y="204"/>
                      <a:pt x="1742" y="538"/>
                      <a:pt x="1147" y="1133"/>
                    </a:cubicBezTo>
                    <a:cubicBezTo>
                      <a:pt x="552" y="1728"/>
                      <a:pt x="218" y="2535"/>
                      <a:pt x="218" y="3377"/>
                    </a:cubicBezTo>
                    <a:cubicBezTo>
                      <a:pt x="218" y="4218"/>
                      <a:pt x="552" y="5025"/>
                      <a:pt x="1147" y="5620"/>
                    </a:cubicBezTo>
                    <a:cubicBezTo>
                      <a:pt x="1742" y="6215"/>
                      <a:pt x="2549" y="6549"/>
                      <a:pt x="3390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114ADBFC-E46D-DAB4-A9D7-BF1E0F02A47D}"/>
                  </a:ext>
                </a:extLst>
              </p:cNvPr>
              <p:cNvSpPr/>
              <p:nvPr/>
            </p:nvSpPr>
            <p:spPr>
              <a:xfrm>
                <a:off x="3618425" y="6066377"/>
                <a:ext cx="6343" cy="6345"/>
              </a:xfrm>
              <a:custGeom>
                <a:avLst/>
                <a:gdLst>
                  <a:gd name="connsiteX0" fmla="*/ 3390 w 6343"/>
                  <a:gd name="connsiteY0" fmla="*/ 6549 h 6345"/>
                  <a:gd name="connsiteX1" fmla="*/ 5632 w 6343"/>
                  <a:gd name="connsiteY1" fmla="*/ 5620 h 6345"/>
                  <a:gd name="connsiteX2" fmla="*/ 6561 w 6343"/>
                  <a:gd name="connsiteY2" fmla="*/ 3377 h 6345"/>
                  <a:gd name="connsiteX3" fmla="*/ 5632 w 6343"/>
                  <a:gd name="connsiteY3" fmla="*/ 1133 h 6345"/>
                  <a:gd name="connsiteX4" fmla="*/ 3390 w 6343"/>
                  <a:gd name="connsiteY4" fmla="*/ 204 h 6345"/>
                  <a:gd name="connsiteX5" fmla="*/ 1147 w 6343"/>
                  <a:gd name="connsiteY5" fmla="*/ 1133 h 6345"/>
                  <a:gd name="connsiteX6" fmla="*/ 218 w 6343"/>
                  <a:gd name="connsiteY6" fmla="*/ 3377 h 6345"/>
                  <a:gd name="connsiteX7" fmla="*/ 1147 w 6343"/>
                  <a:gd name="connsiteY7" fmla="*/ 5620 h 6345"/>
                  <a:gd name="connsiteX8" fmla="*/ 3390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9"/>
                    </a:moveTo>
                    <a:cubicBezTo>
                      <a:pt x="4231" y="6549"/>
                      <a:pt x="5037" y="6215"/>
                      <a:pt x="5632" y="5620"/>
                    </a:cubicBezTo>
                    <a:cubicBezTo>
                      <a:pt x="6227" y="5025"/>
                      <a:pt x="6561" y="4218"/>
                      <a:pt x="6561" y="3377"/>
                    </a:cubicBezTo>
                    <a:cubicBezTo>
                      <a:pt x="6561" y="2535"/>
                      <a:pt x="6227" y="1728"/>
                      <a:pt x="5632" y="1133"/>
                    </a:cubicBezTo>
                    <a:cubicBezTo>
                      <a:pt x="5037" y="538"/>
                      <a:pt x="4231" y="204"/>
                      <a:pt x="3390" y="204"/>
                    </a:cubicBezTo>
                    <a:cubicBezTo>
                      <a:pt x="2548" y="204"/>
                      <a:pt x="1742" y="538"/>
                      <a:pt x="1147" y="1133"/>
                    </a:cubicBezTo>
                    <a:cubicBezTo>
                      <a:pt x="552" y="1728"/>
                      <a:pt x="218" y="2535"/>
                      <a:pt x="218" y="3377"/>
                    </a:cubicBezTo>
                    <a:cubicBezTo>
                      <a:pt x="218" y="4218"/>
                      <a:pt x="552" y="5025"/>
                      <a:pt x="1147" y="5620"/>
                    </a:cubicBezTo>
                    <a:cubicBezTo>
                      <a:pt x="1742" y="6215"/>
                      <a:pt x="2548" y="6549"/>
                      <a:pt x="3390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4ACEF17C-8687-0BE2-479F-4522DB090B9E}"/>
                  </a:ext>
                </a:extLst>
              </p:cNvPr>
              <p:cNvSpPr/>
              <p:nvPr/>
            </p:nvSpPr>
            <p:spPr>
              <a:xfrm>
                <a:off x="3620975" y="6054884"/>
                <a:ext cx="6343" cy="6345"/>
              </a:xfrm>
              <a:custGeom>
                <a:avLst/>
                <a:gdLst>
                  <a:gd name="connsiteX0" fmla="*/ 3390 w 6343"/>
                  <a:gd name="connsiteY0" fmla="*/ 6548 h 6345"/>
                  <a:gd name="connsiteX1" fmla="*/ 5632 w 6343"/>
                  <a:gd name="connsiteY1" fmla="*/ 5619 h 6345"/>
                  <a:gd name="connsiteX2" fmla="*/ 6561 w 6343"/>
                  <a:gd name="connsiteY2" fmla="*/ 3376 h 6345"/>
                  <a:gd name="connsiteX3" fmla="*/ 5632 w 6343"/>
                  <a:gd name="connsiteY3" fmla="*/ 1132 h 6345"/>
                  <a:gd name="connsiteX4" fmla="*/ 3390 w 6343"/>
                  <a:gd name="connsiteY4" fmla="*/ 203 h 6345"/>
                  <a:gd name="connsiteX5" fmla="*/ 1147 w 6343"/>
                  <a:gd name="connsiteY5" fmla="*/ 1132 h 6345"/>
                  <a:gd name="connsiteX6" fmla="*/ 218 w 6343"/>
                  <a:gd name="connsiteY6" fmla="*/ 3376 h 6345"/>
                  <a:gd name="connsiteX7" fmla="*/ 1147 w 6343"/>
                  <a:gd name="connsiteY7" fmla="*/ 5619 h 6345"/>
                  <a:gd name="connsiteX8" fmla="*/ 3390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8"/>
                    </a:moveTo>
                    <a:cubicBezTo>
                      <a:pt x="4231" y="6548"/>
                      <a:pt x="5038" y="6214"/>
                      <a:pt x="5632" y="5619"/>
                    </a:cubicBezTo>
                    <a:cubicBezTo>
                      <a:pt x="6227" y="5024"/>
                      <a:pt x="6561" y="4217"/>
                      <a:pt x="6561" y="3376"/>
                    </a:cubicBezTo>
                    <a:cubicBezTo>
                      <a:pt x="6561" y="2534"/>
                      <a:pt x="6227" y="1727"/>
                      <a:pt x="5632" y="1132"/>
                    </a:cubicBezTo>
                    <a:cubicBezTo>
                      <a:pt x="5038" y="537"/>
                      <a:pt x="4231" y="203"/>
                      <a:pt x="3390" y="203"/>
                    </a:cubicBezTo>
                    <a:cubicBezTo>
                      <a:pt x="2549" y="203"/>
                      <a:pt x="1742" y="537"/>
                      <a:pt x="1147" y="1132"/>
                    </a:cubicBezTo>
                    <a:cubicBezTo>
                      <a:pt x="552" y="1727"/>
                      <a:pt x="218" y="2534"/>
                      <a:pt x="218" y="3376"/>
                    </a:cubicBezTo>
                    <a:cubicBezTo>
                      <a:pt x="218" y="4217"/>
                      <a:pt x="552" y="5024"/>
                      <a:pt x="1147" y="5619"/>
                    </a:cubicBezTo>
                    <a:cubicBezTo>
                      <a:pt x="1742" y="6214"/>
                      <a:pt x="2549" y="6548"/>
                      <a:pt x="3390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EB046154-D8BB-B8AE-6C51-03049AE450E0}"/>
                  </a:ext>
                </a:extLst>
              </p:cNvPr>
              <p:cNvSpPr/>
              <p:nvPr/>
            </p:nvSpPr>
            <p:spPr>
              <a:xfrm>
                <a:off x="3622934" y="6048439"/>
                <a:ext cx="6343" cy="6345"/>
              </a:xfrm>
              <a:custGeom>
                <a:avLst/>
                <a:gdLst>
                  <a:gd name="connsiteX0" fmla="*/ 3390 w 6343"/>
                  <a:gd name="connsiteY0" fmla="*/ 6548 h 6345"/>
                  <a:gd name="connsiteX1" fmla="*/ 5633 w 6343"/>
                  <a:gd name="connsiteY1" fmla="*/ 5619 h 6345"/>
                  <a:gd name="connsiteX2" fmla="*/ 6562 w 6343"/>
                  <a:gd name="connsiteY2" fmla="*/ 3375 h 6345"/>
                  <a:gd name="connsiteX3" fmla="*/ 5633 w 6343"/>
                  <a:gd name="connsiteY3" fmla="*/ 1132 h 6345"/>
                  <a:gd name="connsiteX4" fmla="*/ 3390 w 6343"/>
                  <a:gd name="connsiteY4" fmla="*/ 202 h 6345"/>
                  <a:gd name="connsiteX5" fmla="*/ 1147 w 6343"/>
                  <a:gd name="connsiteY5" fmla="*/ 1132 h 6345"/>
                  <a:gd name="connsiteX6" fmla="*/ 218 w 6343"/>
                  <a:gd name="connsiteY6" fmla="*/ 3375 h 6345"/>
                  <a:gd name="connsiteX7" fmla="*/ 1147 w 6343"/>
                  <a:gd name="connsiteY7" fmla="*/ 5619 h 6345"/>
                  <a:gd name="connsiteX8" fmla="*/ 3390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8"/>
                    </a:moveTo>
                    <a:cubicBezTo>
                      <a:pt x="4231" y="6548"/>
                      <a:pt x="5038" y="6214"/>
                      <a:pt x="5633" y="5619"/>
                    </a:cubicBezTo>
                    <a:cubicBezTo>
                      <a:pt x="6227" y="5024"/>
                      <a:pt x="6562" y="4217"/>
                      <a:pt x="6562" y="3375"/>
                    </a:cubicBezTo>
                    <a:cubicBezTo>
                      <a:pt x="6562" y="2534"/>
                      <a:pt x="6227" y="1727"/>
                      <a:pt x="5633" y="1132"/>
                    </a:cubicBezTo>
                    <a:cubicBezTo>
                      <a:pt x="5038" y="537"/>
                      <a:pt x="4231" y="202"/>
                      <a:pt x="3390" y="202"/>
                    </a:cubicBezTo>
                    <a:cubicBezTo>
                      <a:pt x="2549" y="202"/>
                      <a:pt x="1742" y="537"/>
                      <a:pt x="1147" y="1132"/>
                    </a:cubicBezTo>
                    <a:cubicBezTo>
                      <a:pt x="553" y="1727"/>
                      <a:pt x="218" y="2534"/>
                      <a:pt x="218" y="3375"/>
                    </a:cubicBezTo>
                    <a:cubicBezTo>
                      <a:pt x="218" y="4217"/>
                      <a:pt x="553" y="5024"/>
                      <a:pt x="1147" y="5619"/>
                    </a:cubicBezTo>
                    <a:cubicBezTo>
                      <a:pt x="1742" y="6214"/>
                      <a:pt x="2549" y="6548"/>
                      <a:pt x="3390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1BA1708E-6EB1-99EB-8EE1-D44F735B799B}"/>
                  </a:ext>
                </a:extLst>
              </p:cNvPr>
              <p:cNvSpPr/>
              <p:nvPr/>
            </p:nvSpPr>
            <p:spPr>
              <a:xfrm>
                <a:off x="3626097" y="6040629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5EE5856C-2DB5-B915-AF60-0D172C7F5CDA}"/>
                  </a:ext>
                </a:extLst>
              </p:cNvPr>
              <p:cNvSpPr/>
              <p:nvPr/>
            </p:nvSpPr>
            <p:spPr>
              <a:xfrm>
                <a:off x="3625223" y="6037896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4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4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4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EE20D865-1707-6417-8588-C6E29E568163}"/>
                  </a:ext>
                </a:extLst>
              </p:cNvPr>
              <p:cNvSpPr/>
              <p:nvPr/>
            </p:nvSpPr>
            <p:spPr>
              <a:xfrm>
                <a:off x="3623738" y="6035931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1 h 6345"/>
                  <a:gd name="connsiteX5" fmla="*/ 1147 w 6343"/>
                  <a:gd name="connsiteY5" fmla="*/ 1131 h 6345"/>
                  <a:gd name="connsiteX6" fmla="*/ 218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7" y="5023"/>
                      <a:pt x="6562" y="4216"/>
                      <a:pt x="6562" y="3374"/>
                    </a:cubicBezTo>
                    <a:cubicBezTo>
                      <a:pt x="6562" y="2533"/>
                      <a:pt x="6227" y="1726"/>
                      <a:pt x="5633" y="1131"/>
                    </a:cubicBezTo>
                    <a:cubicBezTo>
                      <a:pt x="5038" y="536"/>
                      <a:pt x="4231" y="201"/>
                      <a:pt x="3390" y="201"/>
                    </a:cubicBezTo>
                    <a:cubicBezTo>
                      <a:pt x="2549" y="201"/>
                      <a:pt x="1742" y="536"/>
                      <a:pt x="1147" y="1131"/>
                    </a:cubicBezTo>
                    <a:cubicBezTo>
                      <a:pt x="553" y="1726"/>
                      <a:pt x="218" y="2533"/>
                      <a:pt x="218" y="3374"/>
                    </a:cubicBezTo>
                    <a:cubicBezTo>
                      <a:pt x="218" y="4216"/>
                      <a:pt x="553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45575698-D7D2-20E8-7CD8-1590B6EF0CD9}"/>
                  </a:ext>
                </a:extLst>
              </p:cNvPr>
              <p:cNvSpPr/>
              <p:nvPr/>
            </p:nvSpPr>
            <p:spPr>
              <a:xfrm>
                <a:off x="3621412" y="6034976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2 w 6343"/>
                  <a:gd name="connsiteY1" fmla="*/ 5618 h 6345"/>
                  <a:gd name="connsiteX2" fmla="*/ 6561 w 6343"/>
                  <a:gd name="connsiteY2" fmla="*/ 3374 h 6345"/>
                  <a:gd name="connsiteX3" fmla="*/ 5632 w 6343"/>
                  <a:gd name="connsiteY3" fmla="*/ 1131 h 6345"/>
                  <a:gd name="connsiteX4" fmla="*/ 3390 w 6343"/>
                  <a:gd name="connsiteY4" fmla="*/ 201 h 6345"/>
                  <a:gd name="connsiteX5" fmla="*/ 1147 w 6343"/>
                  <a:gd name="connsiteY5" fmla="*/ 1131 h 6345"/>
                  <a:gd name="connsiteX6" fmla="*/ 218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2"/>
                      <a:pt x="5632" y="5618"/>
                    </a:cubicBezTo>
                    <a:cubicBezTo>
                      <a:pt x="6227" y="5023"/>
                      <a:pt x="6561" y="4215"/>
                      <a:pt x="6561" y="3374"/>
                    </a:cubicBezTo>
                    <a:cubicBezTo>
                      <a:pt x="6561" y="2533"/>
                      <a:pt x="6227" y="1726"/>
                      <a:pt x="5632" y="1131"/>
                    </a:cubicBezTo>
                    <a:cubicBezTo>
                      <a:pt x="5038" y="536"/>
                      <a:pt x="4231" y="201"/>
                      <a:pt x="3390" y="201"/>
                    </a:cubicBezTo>
                    <a:cubicBezTo>
                      <a:pt x="2549" y="201"/>
                      <a:pt x="1742" y="536"/>
                      <a:pt x="1147" y="1131"/>
                    </a:cubicBezTo>
                    <a:cubicBezTo>
                      <a:pt x="552" y="1726"/>
                      <a:pt x="218" y="2533"/>
                      <a:pt x="218" y="3374"/>
                    </a:cubicBezTo>
                    <a:cubicBezTo>
                      <a:pt x="218" y="4215"/>
                      <a:pt x="552" y="5023"/>
                      <a:pt x="1147" y="5618"/>
                    </a:cubicBezTo>
                    <a:cubicBezTo>
                      <a:pt x="1742" y="6212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C15D6FB0-1F8C-16F8-9B19-EB45BBA4A03B}"/>
                  </a:ext>
                </a:extLst>
              </p:cNvPr>
              <p:cNvSpPr/>
              <p:nvPr/>
            </p:nvSpPr>
            <p:spPr>
              <a:xfrm>
                <a:off x="3619272" y="6033787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2 w 6343"/>
                  <a:gd name="connsiteY1" fmla="*/ 5617 h 6345"/>
                  <a:gd name="connsiteX2" fmla="*/ 6561 w 6343"/>
                  <a:gd name="connsiteY2" fmla="*/ 3374 h 6345"/>
                  <a:gd name="connsiteX3" fmla="*/ 5632 w 6343"/>
                  <a:gd name="connsiteY3" fmla="*/ 1131 h 6345"/>
                  <a:gd name="connsiteX4" fmla="*/ 3390 w 6343"/>
                  <a:gd name="connsiteY4" fmla="*/ 201 h 6345"/>
                  <a:gd name="connsiteX5" fmla="*/ 1147 w 6343"/>
                  <a:gd name="connsiteY5" fmla="*/ 1131 h 6345"/>
                  <a:gd name="connsiteX6" fmla="*/ 218 w 6343"/>
                  <a:gd name="connsiteY6" fmla="*/ 3374 h 6345"/>
                  <a:gd name="connsiteX7" fmla="*/ 1147 w 6343"/>
                  <a:gd name="connsiteY7" fmla="*/ 5617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2"/>
                      <a:pt x="5632" y="5617"/>
                    </a:cubicBezTo>
                    <a:cubicBezTo>
                      <a:pt x="6227" y="5022"/>
                      <a:pt x="6561" y="4215"/>
                      <a:pt x="6561" y="3374"/>
                    </a:cubicBezTo>
                    <a:cubicBezTo>
                      <a:pt x="6561" y="2533"/>
                      <a:pt x="6227" y="1726"/>
                      <a:pt x="5632" y="1131"/>
                    </a:cubicBezTo>
                    <a:cubicBezTo>
                      <a:pt x="5038" y="536"/>
                      <a:pt x="4231" y="201"/>
                      <a:pt x="3390" y="201"/>
                    </a:cubicBezTo>
                    <a:cubicBezTo>
                      <a:pt x="2549" y="201"/>
                      <a:pt x="1742" y="536"/>
                      <a:pt x="1147" y="1131"/>
                    </a:cubicBezTo>
                    <a:cubicBezTo>
                      <a:pt x="552" y="1726"/>
                      <a:pt x="218" y="2533"/>
                      <a:pt x="218" y="3374"/>
                    </a:cubicBezTo>
                    <a:cubicBezTo>
                      <a:pt x="218" y="4215"/>
                      <a:pt x="552" y="5022"/>
                      <a:pt x="1147" y="5617"/>
                    </a:cubicBezTo>
                    <a:cubicBezTo>
                      <a:pt x="1742" y="6212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46ECE47B-2E1D-0AD2-247A-FB85EB6A87D3}"/>
                  </a:ext>
                </a:extLst>
              </p:cNvPr>
              <p:cNvSpPr/>
              <p:nvPr/>
            </p:nvSpPr>
            <p:spPr>
              <a:xfrm>
                <a:off x="3785599" y="5092420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5 w 6343"/>
                  <a:gd name="connsiteY1" fmla="*/ 5543 h 6345"/>
                  <a:gd name="connsiteX2" fmla="*/ 6574 w 6343"/>
                  <a:gd name="connsiteY2" fmla="*/ 3300 h 6345"/>
                  <a:gd name="connsiteX3" fmla="*/ 5645 w 6343"/>
                  <a:gd name="connsiteY3" fmla="*/ 1056 h 6345"/>
                  <a:gd name="connsiteX4" fmla="*/ 3403 w 6343"/>
                  <a:gd name="connsiteY4" fmla="*/ 127 h 6345"/>
                  <a:gd name="connsiteX5" fmla="*/ 1160 w 6343"/>
                  <a:gd name="connsiteY5" fmla="*/ 1056 h 6345"/>
                  <a:gd name="connsiteX6" fmla="*/ 231 w 6343"/>
                  <a:gd name="connsiteY6" fmla="*/ 3300 h 6345"/>
                  <a:gd name="connsiteX7" fmla="*/ 1160 w 6343"/>
                  <a:gd name="connsiteY7" fmla="*/ 5543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1" y="6138"/>
                      <a:pt x="5645" y="5543"/>
                    </a:cubicBezTo>
                    <a:cubicBezTo>
                      <a:pt x="6240" y="4948"/>
                      <a:pt x="6574" y="4141"/>
                      <a:pt x="6574" y="3300"/>
                    </a:cubicBezTo>
                    <a:cubicBezTo>
                      <a:pt x="6574" y="2458"/>
                      <a:pt x="6240" y="1651"/>
                      <a:pt x="5645" y="1056"/>
                    </a:cubicBezTo>
                    <a:cubicBezTo>
                      <a:pt x="5051" y="461"/>
                      <a:pt x="4244" y="127"/>
                      <a:pt x="3403" y="127"/>
                    </a:cubicBezTo>
                    <a:cubicBezTo>
                      <a:pt x="2562" y="127"/>
                      <a:pt x="1755" y="461"/>
                      <a:pt x="1160" y="1056"/>
                    </a:cubicBezTo>
                    <a:cubicBezTo>
                      <a:pt x="565" y="1651"/>
                      <a:pt x="231" y="2458"/>
                      <a:pt x="231" y="3300"/>
                    </a:cubicBezTo>
                    <a:cubicBezTo>
                      <a:pt x="231" y="4141"/>
                      <a:pt x="565" y="4948"/>
                      <a:pt x="1160" y="5543"/>
                    </a:cubicBezTo>
                    <a:cubicBezTo>
                      <a:pt x="1755" y="6138"/>
                      <a:pt x="2562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BC508FDC-DA18-BBDB-5A71-40DEA65EBE41}"/>
                  </a:ext>
                </a:extLst>
              </p:cNvPr>
              <p:cNvSpPr/>
              <p:nvPr/>
            </p:nvSpPr>
            <p:spPr>
              <a:xfrm>
                <a:off x="3856123" y="5051232"/>
                <a:ext cx="6343" cy="6345"/>
              </a:xfrm>
              <a:custGeom>
                <a:avLst/>
                <a:gdLst>
                  <a:gd name="connsiteX0" fmla="*/ 3408 w 6343"/>
                  <a:gd name="connsiteY0" fmla="*/ 6469 h 6345"/>
                  <a:gd name="connsiteX1" fmla="*/ 5651 w 6343"/>
                  <a:gd name="connsiteY1" fmla="*/ 5540 h 6345"/>
                  <a:gd name="connsiteX2" fmla="*/ 6580 w 6343"/>
                  <a:gd name="connsiteY2" fmla="*/ 3297 h 6345"/>
                  <a:gd name="connsiteX3" fmla="*/ 5651 w 6343"/>
                  <a:gd name="connsiteY3" fmla="*/ 1053 h 6345"/>
                  <a:gd name="connsiteX4" fmla="*/ 3408 w 6343"/>
                  <a:gd name="connsiteY4" fmla="*/ 124 h 6345"/>
                  <a:gd name="connsiteX5" fmla="*/ 1166 w 6343"/>
                  <a:gd name="connsiteY5" fmla="*/ 1053 h 6345"/>
                  <a:gd name="connsiteX6" fmla="*/ 237 w 6343"/>
                  <a:gd name="connsiteY6" fmla="*/ 3297 h 6345"/>
                  <a:gd name="connsiteX7" fmla="*/ 1166 w 6343"/>
                  <a:gd name="connsiteY7" fmla="*/ 5540 h 6345"/>
                  <a:gd name="connsiteX8" fmla="*/ 340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9"/>
                    </a:moveTo>
                    <a:cubicBezTo>
                      <a:pt x="4249" y="6469"/>
                      <a:pt x="5056" y="6135"/>
                      <a:pt x="5651" y="5540"/>
                    </a:cubicBezTo>
                    <a:cubicBezTo>
                      <a:pt x="6246" y="4945"/>
                      <a:pt x="6580" y="4138"/>
                      <a:pt x="6580" y="3297"/>
                    </a:cubicBezTo>
                    <a:cubicBezTo>
                      <a:pt x="6580" y="2455"/>
                      <a:pt x="6246" y="1648"/>
                      <a:pt x="5651" y="1053"/>
                    </a:cubicBezTo>
                    <a:cubicBezTo>
                      <a:pt x="5056" y="458"/>
                      <a:pt x="4249" y="124"/>
                      <a:pt x="3408" y="124"/>
                    </a:cubicBezTo>
                    <a:cubicBezTo>
                      <a:pt x="2567" y="124"/>
                      <a:pt x="1760" y="458"/>
                      <a:pt x="1166" y="1053"/>
                    </a:cubicBezTo>
                    <a:cubicBezTo>
                      <a:pt x="571" y="1648"/>
                      <a:pt x="237" y="2455"/>
                      <a:pt x="237" y="3297"/>
                    </a:cubicBezTo>
                    <a:cubicBezTo>
                      <a:pt x="237" y="4138"/>
                      <a:pt x="571" y="4945"/>
                      <a:pt x="1166" y="5540"/>
                    </a:cubicBezTo>
                    <a:cubicBezTo>
                      <a:pt x="1760" y="6135"/>
                      <a:pt x="2567" y="6469"/>
                      <a:pt x="340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267FA59C-6413-1B4A-E5E6-D449DFB2BB1B}"/>
                  </a:ext>
                </a:extLst>
              </p:cNvPr>
              <p:cNvSpPr/>
              <p:nvPr/>
            </p:nvSpPr>
            <p:spPr>
              <a:xfrm>
                <a:off x="3864376" y="5039522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2 w 6343"/>
                  <a:gd name="connsiteY1" fmla="*/ 5539 h 6345"/>
                  <a:gd name="connsiteX2" fmla="*/ 6581 w 6343"/>
                  <a:gd name="connsiteY2" fmla="*/ 3296 h 6345"/>
                  <a:gd name="connsiteX3" fmla="*/ 5652 w 6343"/>
                  <a:gd name="connsiteY3" fmla="*/ 1052 h 6345"/>
                  <a:gd name="connsiteX4" fmla="*/ 3409 w 6343"/>
                  <a:gd name="connsiteY4" fmla="*/ 123 h 6345"/>
                  <a:gd name="connsiteX5" fmla="*/ 1166 w 6343"/>
                  <a:gd name="connsiteY5" fmla="*/ 1052 h 6345"/>
                  <a:gd name="connsiteX6" fmla="*/ 237 w 6343"/>
                  <a:gd name="connsiteY6" fmla="*/ 3296 h 6345"/>
                  <a:gd name="connsiteX7" fmla="*/ 1166 w 6343"/>
                  <a:gd name="connsiteY7" fmla="*/ 5539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0" y="6468"/>
                      <a:pt x="5057" y="6134"/>
                      <a:pt x="5652" y="5539"/>
                    </a:cubicBezTo>
                    <a:cubicBezTo>
                      <a:pt x="6246" y="4944"/>
                      <a:pt x="6581" y="4137"/>
                      <a:pt x="6581" y="3296"/>
                    </a:cubicBezTo>
                    <a:cubicBezTo>
                      <a:pt x="6581" y="2454"/>
                      <a:pt x="6246" y="1647"/>
                      <a:pt x="5652" y="1052"/>
                    </a:cubicBezTo>
                    <a:cubicBezTo>
                      <a:pt x="5057" y="457"/>
                      <a:pt x="4250" y="123"/>
                      <a:pt x="3409" y="123"/>
                    </a:cubicBezTo>
                    <a:cubicBezTo>
                      <a:pt x="2568" y="123"/>
                      <a:pt x="1761" y="457"/>
                      <a:pt x="1166" y="1052"/>
                    </a:cubicBezTo>
                    <a:cubicBezTo>
                      <a:pt x="572" y="1647"/>
                      <a:pt x="237" y="2454"/>
                      <a:pt x="237" y="3296"/>
                    </a:cubicBezTo>
                    <a:cubicBezTo>
                      <a:pt x="237" y="4137"/>
                      <a:pt x="572" y="4944"/>
                      <a:pt x="1166" y="5539"/>
                    </a:cubicBezTo>
                    <a:cubicBezTo>
                      <a:pt x="1761" y="6134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3FEF3202-8D69-DAB9-8A8C-A4BCE42DBD88}"/>
                  </a:ext>
                </a:extLst>
              </p:cNvPr>
              <p:cNvSpPr/>
              <p:nvPr/>
            </p:nvSpPr>
            <p:spPr>
              <a:xfrm>
                <a:off x="3868675" y="5044046"/>
                <a:ext cx="6343" cy="6345"/>
              </a:xfrm>
              <a:custGeom>
                <a:avLst/>
                <a:gdLst>
                  <a:gd name="connsiteX0" fmla="*/ 3409 w 6343"/>
                  <a:gd name="connsiteY0" fmla="*/ 6469 h 6345"/>
                  <a:gd name="connsiteX1" fmla="*/ 5652 w 6343"/>
                  <a:gd name="connsiteY1" fmla="*/ 5539 h 6345"/>
                  <a:gd name="connsiteX2" fmla="*/ 6581 w 6343"/>
                  <a:gd name="connsiteY2" fmla="*/ 3296 h 6345"/>
                  <a:gd name="connsiteX3" fmla="*/ 5652 w 6343"/>
                  <a:gd name="connsiteY3" fmla="*/ 1053 h 6345"/>
                  <a:gd name="connsiteX4" fmla="*/ 3409 w 6343"/>
                  <a:gd name="connsiteY4" fmla="*/ 123 h 6345"/>
                  <a:gd name="connsiteX5" fmla="*/ 1167 w 6343"/>
                  <a:gd name="connsiteY5" fmla="*/ 1053 h 6345"/>
                  <a:gd name="connsiteX6" fmla="*/ 238 w 6343"/>
                  <a:gd name="connsiteY6" fmla="*/ 3296 h 6345"/>
                  <a:gd name="connsiteX7" fmla="*/ 1167 w 6343"/>
                  <a:gd name="connsiteY7" fmla="*/ 5539 h 6345"/>
                  <a:gd name="connsiteX8" fmla="*/ 340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9"/>
                    </a:moveTo>
                    <a:cubicBezTo>
                      <a:pt x="4250" y="6469"/>
                      <a:pt x="5057" y="6134"/>
                      <a:pt x="5652" y="5539"/>
                    </a:cubicBezTo>
                    <a:cubicBezTo>
                      <a:pt x="6247" y="4944"/>
                      <a:pt x="6581" y="4137"/>
                      <a:pt x="6581" y="3296"/>
                    </a:cubicBezTo>
                    <a:cubicBezTo>
                      <a:pt x="6581" y="2455"/>
                      <a:pt x="6247" y="1648"/>
                      <a:pt x="5652" y="1053"/>
                    </a:cubicBezTo>
                    <a:cubicBezTo>
                      <a:pt x="5057" y="458"/>
                      <a:pt x="4250" y="123"/>
                      <a:pt x="3409" y="123"/>
                    </a:cubicBezTo>
                    <a:cubicBezTo>
                      <a:pt x="2568" y="123"/>
                      <a:pt x="1761" y="458"/>
                      <a:pt x="1167" y="1053"/>
                    </a:cubicBezTo>
                    <a:cubicBezTo>
                      <a:pt x="572" y="1648"/>
                      <a:pt x="238" y="2455"/>
                      <a:pt x="238" y="3296"/>
                    </a:cubicBezTo>
                    <a:cubicBezTo>
                      <a:pt x="238" y="4137"/>
                      <a:pt x="572" y="4944"/>
                      <a:pt x="1167" y="5539"/>
                    </a:cubicBezTo>
                    <a:cubicBezTo>
                      <a:pt x="1761" y="6134"/>
                      <a:pt x="2568" y="6469"/>
                      <a:pt x="340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0D894194-935D-D5B7-19D3-88AB93052C00}"/>
                  </a:ext>
                </a:extLst>
              </p:cNvPr>
              <p:cNvSpPr/>
              <p:nvPr/>
            </p:nvSpPr>
            <p:spPr>
              <a:xfrm>
                <a:off x="3872916" y="5043176"/>
                <a:ext cx="6343" cy="6345"/>
              </a:xfrm>
              <a:custGeom>
                <a:avLst/>
                <a:gdLst>
                  <a:gd name="connsiteX0" fmla="*/ 3410 w 6343"/>
                  <a:gd name="connsiteY0" fmla="*/ 6469 h 6345"/>
                  <a:gd name="connsiteX1" fmla="*/ 5652 w 6343"/>
                  <a:gd name="connsiteY1" fmla="*/ 5539 h 6345"/>
                  <a:gd name="connsiteX2" fmla="*/ 6581 w 6343"/>
                  <a:gd name="connsiteY2" fmla="*/ 3296 h 6345"/>
                  <a:gd name="connsiteX3" fmla="*/ 5652 w 6343"/>
                  <a:gd name="connsiteY3" fmla="*/ 1052 h 6345"/>
                  <a:gd name="connsiteX4" fmla="*/ 3410 w 6343"/>
                  <a:gd name="connsiteY4" fmla="*/ 123 h 6345"/>
                  <a:gd name="connsiteX5" fmla="*/ 1167 w 6343"/>
                  <a:gd name="connsiteY5" fmla="*/ 1052 h 6345"/>
                  <a:gd name="connsiteX6" fmla="*/ 238 w 6343"/>
                  <a:gd name="connsiteY6" fmla="*/ 3296 h 6345"/>
                  <a:gd name="connsiteX7" fmla="*/ 1167 w 6343"/>
                  <a:gd name="connsiteY7" fmla="*/ 5539 h 6345"/>
                  <a:gd name="connsiteX8" fmla="*/ 3410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9"/>
                    </a:moveTo>
                    <a:cubicBezTo>
                      <a:pt x="4251" y="6469"/>
                      <a:pt x="5058" y="6134"/>
                      <a:pt x="5652" y="5539"/>
                    </a:cubicBezTo>
                    <a:cubicBezTo>
                      <a:pt x="6247" y="4944"/>
                      <a:pt x="6581" y="4137"/>
                      <a:pt x="6581" y="3296"/>
                    </a:cubicBezTo>
                    <a:cubicBezTo>
                      <a:pt x="6581" y="2455"/>
                      <a:pt x="6247" y="1647"/>
                      <a:pt x="5652" y="1052"/>
                    </a:cubicBezTo>
                    <a:cubicBezTo>
                      <a:pt x="5058" y="458"/>
                      <a:pt x="4251" y="123"/>
                      <a:pt x="3410" y="123"/>
                    </a:cubicBezTo>
                    <a:cubicBezTo>
                      <a:pt x="2569" y="123"/>
                      <a:pt x="1762" y="458"/>
                      <a:pt x="1167" y="1052"/>
                    </a:cubicBezTo>
                    <a:cubicBezTo>
                      <a:pt x="572" y="1647"/>
                      <a:pt x="238" y="2455"/>
                      <a:pt x="238" y="3296"/>
                    </a:cubicBezTo>
                    <a:cubicBezTo>
                      <a:pt x="238" y="4137"/>
                      <a:pt x="572" y="4944"/>
                      <a:pt x="1167" y="5539"/>
                    </a:cubicBezTo>
                    <a:cubicBezTo>
                      <a:pt x="1762" y="6134"/>
                      <a:pt x="2569" y="6469"/>
                      <a:pt x="3410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D2BCB7AA-0C8C-C73E-E34A-487EE5932B1C}"/>
                  </a:ext>
                </a:extLst>
              </p:cNvPr>
              <p:cNvSpPr/>
              <p:nvPr/>
            </p:nvSpPr>
            <p:spPr>
              <a:xfrm>
                <a:off x="3877180" y="5040383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3 w 6343"/>
                  <a:gd name="connsiteY1" fmla="*/ 5539 h 6345"/>
                  <a:gd name="connsiteX2" fmla="*/ 6582 w 6343"/>
                  <a:gd name="connsiteY2" fmla="*/ 3296 h 6345"/>
                  <a:gd name="connsiteX3" fmla="*/ 5653 w 6343"/>
                  <a:gd name="connsiteY3" fmla="*/ 1052 h 6345"/>
                  <a:gd name="connsiteX4" fmla="*/ 3410 w 6343"/>
                  <a:gd name="connsiteY4" fmla="*/ 123 h 6345"/>
                  <a:gd name="connsiteX5" fmla="*/ 1167 w 6343"/>
                  <a:gd name="connsiteY5" fmla="*/ 1052 h 6345"/>
                  <a:gd name="connsiteX6" fmla="*/ 238 w 6343"/>
                  <a:gd name="connsiteY6" fmla="*/ 3296 h 6345"/>
                  <a:gd name="connsiteX7" fmla="*/ 1167 w 6343"/>
                  <a:gd name="connsiteY7" fmla="*/ 5539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1" y="6468"/>
                      <a:pt x="5058" y="6134"/>
                      <a:pt x="5653" y="5539"/>
                    </a:cubicBezTo>
                    <a:cubicBezTo>
                      <a:pt x="6247" y="4944"/>
                      <a:pt x="6582" y="4137"/>
                      <a:pt x="6582" y="3296"/>
                    </a:cubicBezTo>
                    <a:cubicBezTo>
                      <a:pt x="6582" y="2454"/>
                      <a:pt x="6247" y="1647"/>
                      <a:pt x="5653" y="1052"/>
                    </a:cubicBezTo>
                    <a:cubicBezTo>
                      <a:pt x="5058" y="457"/>
                      <a:pt x="4251" y="123"/>
                      <a:pt x="3410" y="123"/>
                    </a:cubicBezTo>
                    <a:cubicBezTo>
                      <a:pt x="2569" y="123"/>
                      <a:pt x="1762" y="457"/>
                      <a:pt x="1167" y="1052"/>
                    </a:cubicBezTo>
                    <a:cubicBezTo>
                      <a:pt x="573" y="1647"/>
                      <a:pt x="238" y="2454"/>
                      <a:pt x="238" y="3296"/>
                    </a:cubicBezTo>
                    <a:cubicBezTo>
                      <a:pt x="238" y="4137"/>
                      <a:pt x="573" y="4944"/>
                      <a:pt x="1167" y="5539"/>
                    </a:cubicBezTo>
                    <a:cubicBezTo>
                      <a:pt x="1762" y="6134"/>
                      <a:pt x="2569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6EFA489E-9199-D272-8678-42DEB23EDD07}"/>
                  </a:ext>
                </a:extLst>
              </p:cNvPr>
              <p:cNvSpPr/>
              <p:nvPr/>
            </p:nvSpPr>
            <p:spPr>
              <a:xfrm>
                <a:off x="3889947" y="5041575"/>
                <a:ext cx="6343" cy="6345"/>
              </a:xfrm>
              <a:custGeom>
                <a:avLst/>
                <a:gdLst>
                  <a:gd name="connsiteX0" fmla="*/ 3411 w 6343"/>
                  <a:gd name="connsiteY0" fmla="*/ 6469 h 6345"/>
                  <a:gd name="connsiteX1" fmla="*/ 5654 w 6343"/>
                  <a:gd name="connsiteY1" fmla="*/ 5539 h 6345"/>
                  <a:gd name="connsiteX2" fmla="*/ 6583 w 6343"/>
                  <a:gd name="connsiteY2" fmla="*/ 3296 h 6345"/>
                  <a:gd name="connsiteX3" fmla="*/ 5654 w 6343"/>
                  <a:gd name="connsiteY3" fmla="*/ 1052 h 6345"/>
                  <a:gd name="connsiteX4" fmla="*/ 3411 w 6343"/>
                  <a:gd name="connsiteY4" fmla="*/ 123 h 6345"/>
                  <a:gd name="connsiteX5" fmla="*/ 1168 w 6343"/>
                  <a:gd name="connsiteY5" fmla="*/ 1052 h 6345"/>
                  <a:gd name="connsiteX6" fmla="*/ 239 w 6343"/>
                  <a:gd name="connsiteY6" fmla="*/ 3296 h 6345"/>
                  <a:gd name="connsiteX7" fmla="*/ 1168 w 6343"/>
                  <a:gd name="connsiteY7" fmla="*/ 5539 h 6345"/>
                  <a:gd name="connsiteX8" fmla="*/ 3411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69"/>
                    </a:moveTo>
                    <a:cubicBezTo>
                      <a:pt x="4252" y="6469"/>
                      <a:pt x="5059" y="6134"/>
                      <a:pt x="5654" y="5539"/>
                    </a:cubicBezTo>
                    <a:cubicBezTo>
                      <a:pt x="6248" y="4944"/>
                      <a:pt x="6583" y="4137"/>
                      <a:pt x="6583" y="3296"/>
                    </a:cubicBezTo>
                    <a:cubicBezTo>
                      <a:pt x="6583" y="2454"/>
                      <a:pt x="6248" y="1647"/>
                      <a:pt x="5654" y="1052"/>
                    </a:cubicBezTo>
                    <a:cubicBezTo>
                      <a:pt x="5059" y="457"/>
                      <a:pt x="4252" y="123"/>
                      <a:pt x="3411" y="123"/>
                    </a:cubicBezTo>
                    <a:cubicBezTo>
                      <a:pt x="2570" y="123"/>
                      <a:pt x="1763" y="457"/>
                      <a:pt x="1168" y="1052"/>
                    </a:cubicBezTo>
                    <a:cubicBezTo>
                      <a:pt x="574" y="1647"/>
                      <a:pt x="239" y="2454"/>
                      <a:pt x="239" y="3296"/>
                    </a:cubicBezTo>
                    <a:cubicBezTo>
                      <a:pt x="239" y="4137"/>
                      <a:pt x="574" y="4944"/>
                      <a:pt x="1168" y="5539"/>
                    </a:cubicBezTo>
                    <a:cubicBezTo>
                      <a:pt x="1763" y="6134"/>
                      <a:pt x="2570" y="6469"/>
                      <a:pt x="3411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7912BC04-AEBE-C589-8685-BC610A9547AC}"/>
                  </a:ext>
                </a:extLst>
              </p:cNvPr>
              <p:cNvSpPr/>
              <p:nvPr/>
            </p:nvSpPr>
            <p:spPr>
              <a:xfrm>
                <a:off x="3914137" y="5064451"/>
                <a:ext cx="6343" cy="6345"/>
              </a:xfrm>
              <a:custGeom>
                <a:avLst/>
                <a:gdLst>
                  <a:gd name="connsiteX0" fmla="*/ 3413 w 6343"/>
                  <a:gd name="connsiteY0" fmla="*/ 6470 h 6345"/>
                  <a:gd name="connsiteX1" fmla="*/ 5656 w 6343"/>
                  <a:gd name="connsiteY1" fmla="*/ 5541 h 6345"/>
                  <a:gd name="connsiteX2" fmla="*/ 6584 w 6343"/>
                  <a:gd name="connsiteY2" fmla="*/ 3298 h 6345"/>
                  <a:gd name="connsiteX3" fmla="*/ 5656 w 6343"/>
                  <a:gd name="connsiteY3" fmla="*/ 1054 h 6345"/>
                  <a:gd name="connsiteX4" fmla="*/ 3413 w 6343"/>
                  <a:gd name="connsiteY4" fmla="*/ 125 h 6345"/>
                  <a:gd name="connsiteX5" fmla="*/ 1170 w 6343"/>
                  <a:gd name="connsiteY5" fmla="*/ 1054 h 6345"/>
                  <a:gd name="connsiteX6" fmla="*/ 241 w 6343"/>
                  <a:gd name="connsiteY6" fmla="*/ 3298 h 6345"/>
                  <a:gd name="connsiteX7" fmla="*/ 1170 w 6343"/>
                  <a:gd name="connsiteY7" fmla="*/ 5541 h 6345"/>
                  <a:gd name="connsiteX8" fmla="*/ 3413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0"/>
                    </a:moveTo>
                    <a:cubicBezTo>
                      <a:pt x="4254" y="6470"/>
                      <a:pt x="5061" y="6136"/>
                      <a:pt x="5656" y="5541"/>
                    </a:cubicBezTo>
                    <a:cubicBezTo>
                      <a:pt x="6250" y="4946"/>
                      <a:pt x="6584" y="4139"/>
                      <a:pt x="6584" y="3298"/>
                    </a:cubicBezTo>
                    <a:cubicBezTo>
                      <a:pt x="6584" y="2456"/>
                      <a:pt x="6250" y="1649"/>
                      <a:pt x="5656" y="1054"/>
                    </a:cubicBezTo>
                    <a:cubicBezTo>
                      <a:pt x="5061" y="459"/>
                      <a:pt x="4254" y="125"/>
                      <a:pt x="3413" y="125"/>
                    </a:cubicBezTo>
                    <a:cubicBezTo>
                      <a:pt x="2572" y="125"/>
                      <a:pt x="1765" y="459"/>
                      <a:pt x="1170" y="1054"/>
                    </a:cubicBezTo>
                    <a:cubicBezTo>
                      <a:pt x="576" y="1649"/>
                      <a:pt x="241" y="2456"/>
                      <a:pt x="241" y="3298"/>
                    </a:cubicBezTo>
                    <a:cubicBezTo>
                      <a:pt x="241" y="4139"/>
                      <a:pt x="576" y="4946"/>
                      <a:pt x="1170" y="5541"/>
                    </a:cubicBezTo>
                    <a:cubicBezTo>
                      <a:pt x="1765" y="6136"/>
                      <a:pt x="2572" y="6470"/>
                      <a:pt x="3413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DCCA1913-FFD0-5721-8F23-D90A7E0B7F3F}"/>
                  </a:ext>
                </a:extLst>
              </p:cNvPr>
              <p:cNvSpPr/>
              <p:nvPr/>
            </p:nvSpPr>
            <p:spPr>
              <a:xfrm>
                <a:off x="3918317" y="5063766"/>
                <a:ext cx="6343" cy="6345"/>
              </a:xfrm>
              <a:custGeom>
                <a:avLst/>
                <a:gdLst>
                  <a:gd name="connsiteX0" fmla="*/ 3413 w 6343"/>
                  <a:gd name="connsiteY0" fmla="*/ 6470 h 6345"/>
                  <a:gd name="connsiteX1" fmla="*/ 5656 w 6343"/>
                  <a:gd name="connsiteY1" fmla="*/ 5541 h 6345"/>
                  <a:gd name="connsiteX2" fmla="*/ 6585 w 6343"/>
                  <a:gd name="connsiteY2" fmla="*/ 3298 h 6345"/>
                  <a:gd name="connsiteX3" fmla="*/ 5656 w 6343"/>
                  <a:gd name="connsiteY3" fmla="*/ 1054 h 6345"/>
                  <a:gd name="connsiteX4" fmla="*/ 3413 w 6343"/>
                  <a:gd name="connsiteY4" fmla="*/ 125 h 6345"/>
                  <a:gd name="connsiteX5" fmla="*/ 1171 w 6343"/>
                  <a:gd name="connsiteY5" fmla="*/ 1054 h 6345"/>
                  <a:gd name="connsiteX6" fmla="*/ 242 w 6343"/>
                  <a:gd name="connsiteY6" fmla="*/ 3298 h 6345"/>
                  <a:gd name="connsiteX7" fmla="*/ 1171 w 6343"/>
                  <a:gd name="connsiteY7" fmla="*/ 5541 h 6345"/>
                  <a:gd name="connsiteX8" fmla="*/ 3413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0"/>
                    </a:moveTo>
                    <a:cubicBezTo>
                      <a:pt x="4254" y="6470"/>
                      <a:pt x="5061" y="6136"/>
                      <a:pt x="5656" y="5541"/>
                    </a:cubicBezTo>
                    <a:cubicBezTo>
                      <a:pt x="6251" y="4946"/>
                      <a:pt x="6585" y="4139"/>
                      <a:pt x="6585" y="3298"/>
                    </a:cubicBezTo>
                    <a:cubicBezTo>
                      <a:pt x="6585" y="2456"/>
                      <a:pt x="6251" y="1649"/>
                      <a:pt x="5656" y="1054"/>
                    </a:cubicBezTo>
                    <a:cubicBezTo>
                      <a:pt x="5061" y="459"/>
                      <a:pt x="4254" y="125"/>
                      <a:pt x="3413" y="125"/>
                    </a:cubicBezTo>
                    <a:cubicBezTo>
                      <a:pt x="2572" y="125"/>
                      <a:pt x="1765" y="459"/>
                      <a:pt x="1171" y="1054"/>
                    </a:cubicBezTo>
                    <a:cubicBezTo>
                      <a:pt x="576" y="1649"/>
                      <a:pt x="242" y="2456"/>
                      <a:pt x="242" y="3298"/>
                    </a:cubicBezTo>
                    <a:cubicBezTo>
                      <a:pt x="242" y="4139"/>
                      <a:pt x="576" y="4946"/>
                      <a:pt x="1171" y="5541"/>
                    </a:cubicBezTo>
                    <a:cubicBezTo>
                      <a:pt x="1765" y="6136"/>
                      <a:pt x="2572" y="6470"/>
                      <a:pt x="3413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BB465AB0-0541-5A7A-0767-7C64A11FAAED}"/>
                  </a:ext>
                </a:extLst>
              </p:cNvPr>
              <p:cNvSpPr/>
              <p:nvPr/>
            </p:nvSpPr>
            <p:spPr>
              <a:xfrm>
                <a:off x="3930817" y="5063008"/>
                <a:ext cx="6343" cy="6345"/>
              </a:xfrm>
              <a:custGeom>
                <a:avLst/>
                <a:gdLst>
                  <a:gd name="connsiteX0" fmla="*/ 3414 w 6343"/>
                  <a:gd name="connsiteY0" fmla="*/ 6470 h 6345"/>
                  <a:gd name="connsiteX1" fmla="*/ 5657 w 6343"/>
                  <a:gd name="connsiteY1" fmla="*/ 5541 h 6345"/>
                  <a:gd name="connsiteX2" fmla="*/ 6586 w 6343"/>
                  <a:gd name="connsiteY2" fmla="*/ 3297 h 6345"/>
                  <a:gd name="connsiteX3" fmla="*/ 5657 w 6343"/>
                  <a:gd name="connsiteY3" fmla="*/ 1054 h 6345"/>
                  <a:gd name="connsiteX4" fmla="*/ 3414 w 6343"/>
                  <a:gd name="connsiteY4" fmla="*/ 125 h 6345"/>
                  <a:gd name="connsiteX5" fmla="*/ 1172 w 6343"/>
                  <a:gd name="connsiteY5" fmla="*/ 1054 h 6345"/>
                  <a:gd name="connsiteX6" fmla="*/ 243 w 6343"/>
                  <a:gd name="connsiteY6" fmla="*/ 3297 h 6345"/>
                  <a:gd name="connsiteX7" fmla="*/ 1172 w 6343"/>
                  <a:gd name="connsiteY7" fmla="*/ 5541 h 6345"/>
                  <a:gd name="connsiteX8" fmla="*/ 3414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0"/>
                    </a:moveTo>
                    <a:cubicBezTo>
                      <a:pt x="4255" y="6470"/>
                      <a:pt x="5062" y="6136"/>
                      <a:pt x="5657" y="5541"/>
                    </a:cubicBezTo>
                    <a:cubicBezTo>
                      <a:pt x="6252" y="4946"/>
                      <a:pt x="6586" y="4139"/>
                      <a:pt x="6586" y="3297"/>
                    </a:cubicBezTo>
                    <a:cubicBezTo>
                      <a:pt x="6586" y="2456"/>
                      <a:pt x="6252" y="1649"/>
                      <a:pt x="5657" y="1054"/>
                    </a:cubicBezTo>
                    <a:cubicBezTo>
                      <a:pt x="5062" y="459"/>
                      <a:pt x="4255" y="125"/>
                      <a:pt x="3414" y="125"/>
                    </a:cubicBezTo>
                    <a:cubicBezTo>
                      <a:pt x="2573" y="125"/>
                      <a:pt x="1766" y="459"/>
                      <a:pt x="1172" y="1054"/>
                    </a:cubicBezTo>
                    <a:cubicBezTo>
                      <a:pt x="577" y="1649"/>
                      <a:pt x="243" y="2456"/>
                      <a:pt x="243" y="3297"/>
                    </a:cubicBezTo>
                    <a:cubicBezTo>
                      <a:pt x="243" y="4139"/>
                      <a:pt x="577" y="4946"/>
                      <a:pt x="1172" y="5541"/>
                    </a:cubicBezTo>
                    <a:cubicBezTo>
                      <a:pt x="1766" y="6136"/>
                      <a:pt x="2573" y="6470"/>
                      <a:pt x="3414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A173C586-6CE7-28D2-65EA-E7E9195E365C}"/>
                  </a:ext>
                </a:extLst>
              </p:cNvPr>
              <p:cNvSpPr/>
              <p:nvPr/>
            </p:nvSpPr>
            <p:spPr>
              <a:xfrm>
                <a:off x="3983840" y="5045934"/>
                <a:ext cx="6343" cy="6345"/>
              </a:xfrm>
              <a:custGeom>
                <a:avLst/>
                <a:gdLst>
                  <a:gd name="connsiteX0" fmla="*/ 3418 w 6343"/>
                  <a:gd name="connsiteY0" fmla="*/ 6469 h 6345"/>
                  <a:gd name="connsiteX1" fmla="*/ 5661 w 6343"/>
                  <a:gd name="connsiteY1" fmla="*/ 5540 h 6345"/>
                  <a:gd name="connsiteX2" fmla="*/ 6590 w 6343"/>
                  <a:gd name="connsiteY2" fmla="*/ 3296 h 6345"/>
                  <a:gd name="connsiteX3" fmla="*/ 5661 w 6343"/>
                  <a:gd name="connsiteY3" fmla="*/ 1053 h 6345"/>
                  <a:gd name="connsiteX4" fmla="*/ 3418 w 6343"/>
                  <a:gd name="connsiteY4" fmla="*/ 123 h 6345"/>
                  <a:gd name="connsiteX5" fmla="*/ 1176 w 6343"/>
                  <a:gd name="connsiteY5" fmla="*/ 1053 h 6345"/>
                  <a:gd name="connsiteX6" fmla="*/ 247 w 6343"/>
                  <a:gd name="connsiteY6" fmla="*/ 3296 h 6345"/>
                  <a:gd name="connsiteX7" fmla="*/ 1176 w 6343"/>
                  <a:gd name="connsiteY7" fmla="*/ 5540 h 6345"/>
                  <a:gd name="connsiteX8" fmla="*/ 341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9"/>
                    </a:moveTo>
                    <a:cubicBezTo>
                      <a:pt x="4260" y="6469"/>
                      <a:pt x="5066" y="6135"/>
                      <a:pt x="5661" y="5540"/>
                    </a:cubicBezTo>
                    <a:cubicBezTo>
                      <a:pt x="6256" y="4945"/>
                      <a:pt x="6590" y="4138"/>
                      <a:pt x="6590" y="3296"/>
                    </a:cubicBezTo>
                    <a:cubicBezTo>
                      <a:pt x="6590" y="2455"/>
                      <a:pt x="6256" y="1648"/>
                      <a:pt x="5661" y="1053"/>
                    </a:cubicBezTo>
                    <a:cubicBezTo>
                      <a:pt x="5066" y="458"/>
                      <a:pt x="4260" y="123"/>
                      <a:pt x="3418" y="123"/>
                    </a:cubicBezTo>
                    <a:cubicBezTo>
                      <a:pt x="2577" y="123"/>
                      <a:pt x="1771" y="458"/>
                      <a:pt x="1176" y="1053"/>
                    </a:cubicBezTo>
                    <a:cubicBezTo>
                      <a:pt x="581" y="1648"/>
                      <a:pt x="247" y="2455"/>
                      <a:pt x="247" y="3296"/>
                    </a:cubicBezTo>
                    <a:cubicBezTo>
                      <a:pt x="247" y="4138"/>
                      <a:pt x="581" y="4945"/>
                      <a:pt x="1176" y="5540"/>
                    </a:cubicBezTo>
                    <a:cubicBezTo>
                      <a:pt x="1771" y="6135"/>
                      <a:pt x="2577" y="6469"/>
                      <a:pt x="341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EA028C00-9ECA-6E55-1C7D-BF8A39C9087F}"/>
                  </a:ext>
                </a:extLst>
              </p:cNvPr>
              <p:cNvSpPr/>
              <p:nvPr/>
            </p:nvSpPr>
            <p:spPr>
              <a:xfrm>
                <a:off x="3987826" y="5048081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1 w 6343"/>
                  <a:gd name="connsiteY1" fmla="*/ 5540 h 6345"/>
                  <a:gd name="connsiteX2" fmla="*/ 6590 w 6343"/>
                  <a:gd name="connsiteY2" fmla="*/ 3296 h 6345"/>
                  <a:gd name="connsiteX3" fmla="*/ 5661 w 6343"/>
                  <a:gd name="connsiteY3" fmla="*/ 1053 h 6345"/>
                  <a:gd name="connsiteX4" fmla="*/ 3419 w 6343"/>
                  <a:gd name="connsiteY4" fmla="*/ 124 h 6345"/>
                  <a:gd name="connsiteX5" fmla="*/ 1176 w 6343"/>
                  <a:gd name="connsiteY5" fmla="*/ 1053 h 6345"/>
                  <a:gd name="connsiteX6" fmla="*/ 247 w 6343"/>
                  <a:gd name="connsiteY6" fmla="*/ 3296 h 6345"/>
                  <a:gd name="connsiteX7" fmla="*/ 1176 w 6343"/>
                  <a:gd name="connsiteY7" fmla="*/ 5540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7" y="6135"/>
                      <a:pt x="5661" y="5540"/>
                    </a:cubicBezTo>
                    <a:cubicBezTo>
                      <a:pt x="6256" y="4945"/>
                      <a:pt x="6590" y="4138"/>
                      <a:pt x="6590" y="3296"/>
                    </a:cubicBezTo>
                    <a:cubicBezTo>
                      <a:pt x="6590" y="2455"/>
                      <a:pt x="6256" y="1648"/>
                      <a:pt x="5661" y="1053"/>
                    </a:cubicBezTo>
                    <a:cubicBezTo>
                      <a:pt x="5067" y="458"/>
                      <a:pt x="4260" y="124"/>
                      <a:pt x="3419" y="124"/>
                    </a:cubicBezTo>
                    <a:cubicBezTo>
                      <a:pt x="2578" y="124"/>
                      <a:pt x="1771" y="458"/>
                      <a:pt x="1176" y="1053"/>
                    </a:cubicBezTo>
                    <a:cubicBezTo>
                      <a:pt x="581" y="1648"/>
                      <a:pt x="247" y="2455"/>
                      <a:pt x="247" y="3296"/>
                    </a:cubicBezTo>
                    <a:cubicBezTo>
                      <a:pt x="247" y="4138"/>
                      <a:pt x="581" y="4945"/>
                      <a:pt x="1176" y="5540"/>
                    </a:cubicBezTo>
                    <a:cubicBezTo>
                      <a:pt x="1771" y="6135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31462234-C316-DFEE-100A-467FB91639AF}"/>
                  </a:ext>
                </a:extLst>
              </p:cNvPr>
              <p:cNvSpPr/>
              <p:nvPr/>
            </p:nvSpPr>
            <p:spPr>
              <a:xfrm>
                <a:off x="4495912" y="5450037"/>
                <a:ext cx="6343" cy="6345"/>
              </a:xfrm>
              <a:custGeom>
                <a:avLst/>
                <a:gdLst>
                  <a:gd name="connsiteX0" fmla="*/ 3459 w 6343"/>
                  <a:gd name="connsiteY0" fmla="*/ 6501 h 6345"/>
                  <a:gd name="connsiteX1" fmla="*/ 5701 w 6343"/>
                  <a:gd name="connsiteY1" fmla="*/ 5571 h 6345"/>
                  <a:gd name="connsiteX2" fmla="*/ 6630 w 6343"/>
                  <a:gd name="connsiteY2" fmla="*/ 3328 h 6345"/>
                  <a:gd name="connsiteX3" fmla="*/ 5701 w 6343"/>
                  <a:gd name="connsiteY3" fmla="*/ 1085 h 6345"/>
                  <a:gd name="connsiteX4" fmla="*/ 3459 w 6343"/>
                  <a:gd name="connsiteY4" fmla="*/ 155 h 6345"/>
                  <a:gd name="connsiteX5" fmla="*/ 1216 w 6343"/>
                  <a:gd name="connsiteY5" fmla="*/ 1085 h 6345"/>
                  <a:gd name="connsiteX6" fmla="*/ 287 w 6343"/>
                  <a:gd name="connsiteY6" fmla="*/ 3328 h 6345"/>
                  <a:gd name="connsiteX7" fmla="*/ 1216 w 6343"/>
                  <a:gd name="connsiteY7" fmla="*/ 5571 h 6345"/>
                  <a:gd name="connsiteX8" fmla="*/ 3459 w 6343"/>
                  <a:gd name="connsiteY8" fmla="*/ 65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1"/>
                    </a:moveTo>
                    <a:cubicBezTo>
                      <a:pt x="4300" y="6501"/>
                      <a:pt x="5107" y="6166"/>
                      <a:pt x="5701" y="5571"/>
                    </a:cubicBezTo>
                    <a:cubicBezTo>
                      <a:pt x="6296" y="4976"/>
                      <a:pt x="6630" y="4169"/>
                      <a:pt x="6630" y="3328"/>
                    </a:cubicBezTo>
                    <a:cubicBezTo>
                      <a:pt x="6630" y="2487"/>
                      <a:pt x="6296" y="1680"/>
                      <a:pt x="5701" y="1085"/>
                    </a:cubicBezTo>
                    <a:cubicBezTo>
                      <a:pt x="5107" y="490"/>
                      <a:pt x="4300" y="155"/>
                      <a:pt x="3459" y="155"/>
                    </a:cubicBezTo>
                    <a:cubicBezTo>
                      <a:pt x="2618" y="155"/>
                      <a:pt x="1811" y="490"/>
                      <a:pt x="1216" y="1085"/>
                    </a:cubicBezTo>
                    <a:cubicBezTo>
                      <a:pt x="621" y="1680"/>
                      <a:pt x="287" y="2487"/>
                      <a:pt x="287" y="3328"/>
                    </a:cubicBezTo>
                    <a:cubicBezTo>
                      <a:pt x="287" y="4169"/>
                      <a:pt x="621" y="4976"/>
                      <a:pt x="1216" y="5571"/>
                    </a:cubicBezTo>
                    <a:cubicBezTo>
                      <a:pt x="1811" y="6166"/>
                      <a:pt x="2618" y="6501"/>
                      <a:pt x="3459" y="65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0D777968-7512-6525-7920-46B8ACA845F9}"/>
                  </a:ext>
                </a:extLst>
              </p:cNvPr>
              <p:cNvSpPr/>
              <p:nvPr/>
            </p:nvSpPr>
            <p:spPr>
              <a:xfrm>
                <a:off x="4503696" y="5483143"/>
                <a:ext cx="6343" cy="6345"/>
              </a:xfrm>
              <a:custGeom>
                <a:avLst/>
                <a:gdLst>
                  <a:gd name="connsiteX0" fmla="*/ 3459 w 6343"/>
                  <a:gd name="connsiteY0" fmla="*/ 6503 h 6345"/>
                  <a:gd name="connsiteX1" fmla="*/ 5702 w 6343"/>
                  <a:gd name="connsiteY1" fmla="*/ 5574 h 6345"/>
                  <a:gd name="connsiteX2" fmla="*/ 6631 w 6343"/>
                  <a:gd name="connsiteY2" fmla="*/ 3331 h 6345"/>
                  <a:gd name="connsiteX3" fmla="*/ 5702 w 6343"/>
                  <a:gd name="connsiteY3" fmla="*/ 1087 h 6345"/>
                  <a:gd name="connsiteX4" fmla="*/ 3459 w 6343"/>
                  <a:gd name="connsiteY4" fmla="*/ 158 h 6345"/>
                  <a:gd name="connsiteX5" fmla="*/ 1217 w 6343"/>
                  <a:gd name="connsiteY5" fmla="*/ 1087 h 6345"/>
                  <a:gd name="connsiteX6" fmla="*/ 288 w 6343"/>
                  <a:gd name="connsiteY6" fmla="*/ 3331 h 6345"/>
                  <a:gd name="connsiteX7" fmla="*/ 1217 w 6343"/>
                  <a:gd name="connsiteY7" fmla="*/ 5574 h 6345"/>
                  <a:gd name="connsiteX8" fmla="*/ 3459 w 6343"/>
                  <a:gd name="connsiteY8" fmla="*/ 65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3"/>
                    </a:moveTo>
                    <a:cubicBezTo>
                      <a:pt x="4300" y="6503"/>
                      <a:pt x="5107" y="6169"/>
                      <a:pt x="5702" y="5574"/>
                    </a:cubicBezTo>
                    <a:cubicBezTo>
                      <a:pt x="6297" y="4979"/>
                      <a:pt x="6631" y="4172"/>
                      <a:pt x="6631" y="3331"/>
                    </a:cubicBezTo>
                    <a:cubicBezTo>
                      <a:pt x="6631" y="2489"/>
                      <a:pt x="6297" y="1682"/>
                      <a:pt x="5702" y="1087"/>
                    </a:cubicBezTo>
                    <a:cubicBezTo>
                      <a:pt x="5107" y="492"/>
                      <a:pt x="4300" y="158"/>
                      <a:pt x="3459" y="158"/>
                    </a:cubicBezTo>
                    <a:cubicBezTo>
                      <a:pt x="2618" y="158"/>
                      <a:pt x="1812" y="492"/>
                      <a:pt x="1217" y="1087"/>
                    </a:cubicBezTo>
                    <a:cubicBezTo>
                      <a:pt x="622" y="1682"/>
                      <a:pt x="288" y="2489"/>
                      <a:pt x="288" y="3331"/>
                    </a:cubicBezTo>
                    <a:cubicBezTo>
                      <a:pt x="288" y="4172"/>
                      <a:pt x="622" y="4979"/>
                      <a:pt x="1217" y="5574"/>
                    </a:cubicBezTo>
                    <a:cubicBezTo>
                      <a:pt x="1812" y="6169"/>
                      <a:pt x="2618" y="6503"/>
                      <a:pt x="3459" y="65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AD1DB312-C0FB-63A2-3965-7D9BEA2E8E31}"/>
                  </a:ext>
                </a:extLst>
              </p:cNvPr>
              <p:cNvSpPr/>
              <p:nvPr/>
            </p:nvSpPr>
            <p:spPr>
              <a:xfrm>
                <a:off x="4506485" y="5881814"/>
                <a:ext cx="6343" cy="6345"/>
              </a:xfrm>
              <a:custGeom>
                <a:avLst/>
                <a:gdLst>
                  <a:gd name="connsiteX0" fmla="*/ 3460 w 6343"/>
                  <a:gd name="connsiteY0" fmla="*/ 6535 h 6345"/>
                  <a:gd name="connsiteX1" fmla="*/ 5702 w 6343"/>
                  <a:gd name="connsiteY1" fmla="*/ 5605 h 6345"/>
                  <a:gd name="connsiteX2" fmla="*/ 6631 w 6343"/>
                  <a:gd name="connsiteY2" fmla="*/ 3362 h 6345"/>
                  <a:gd name="connsiteX3" fmla="*/ 5702 w 6343"/>
                  <a:gd name="connsiteY3" fmla="*/ 1119 h 6345"/>
                  <a:gd name="connsiteX4" fmla="*/ 3460 w 6343"/>
                  <a:gd name="connsiteY4" fmla="*/ 189 h 6345"/>
                  <a:gd name="connsiteX5" fmla="*/ 1217 w 6343"/>
                  <a:gd name="connsiteY5" fmla="*/ 1119 h 6345"/>
                  <a:gd name="connsiteX6" fmla="*/ 288 w 6343"/>
                  <a:gd name="connsiteY6" fmla="*/ 3362 h 6345"/>
                  <a:gd name="connsiteX7" fmla="*/ 1217 w 6343"/>
                  <a:gd name="connsiteY7" fmla="*/ 5605 h 6345"/>
                  <a:gd name="connsiteX8" fmla="*/ 3460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5"/>
                    </a:moveTo>
                    <a:cubicBezTo>
                      <a:pt x="4301" y="6535"/>
                      <a:pt x="5107" y="6200"/>
                      <a:pt x="5702" y="5605"/>
                    </a:cubicBezTo>
                    <a:cubicBezTo>
                      <a:pt x="6297" y="5010"/>
                      <a:pt x="6631" y="4203"/>
                      <a:pt x="6631" y="3362"/>
                    </a:cubicBezTo>
                    <a:cubicBezTo>
                      <a:pt x="6631" y="2521"/>
                      <a:pt x="6297" y="1714"/>
                      <a:pt x="5702" y="1119"/>
                    </a:cubicBezTo>
                    <a:cubicBezTo>
                      <a:pt x="5107" y="524"/>
                      <a:pt x="4301" y="189"/>
                      <a:pt x="3460" y="189"/>
                    </a:cubicBezTo>
                    <a:cubicBezTo>
                      <a:pt x="2619" y="189"/>
                      <a:pt x="1812" y="524"/>
                      <a:pt x="1217" y="1119"/>
                    </a:cubicBezTo>
                    <a:cubicBezTo>
                      <a:pt x="622" y="1714"/>
                      <a:pt x="288" y="2521"/>
                      <a:pt x="288" y="3362"/>
                    </a:cubicBezTo>
                    <a:cubicBezTo>
                      <a:pt x="288" y="4203"/>
                      <a:pt x="622" y="5010"/>
                      <a:pt x="1217" y="5605"/>
                    </a:cubicBezTo>
                    <a:cubicBezTo>
                      <a:pt x="1812" y="6200"/>
                      <a:pt x="2619" y="6535"/>
                      <a:pt x="3460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7037C823-1C5C-B6A0-CB51-983E695C8FDC}"/>
                  </a:ext>
                </a:extLst>
              </p:cNvPr>
              <p:cNvSpPr/>
              <p:nvPr/>
            </p:nvSpPr>
            <p:spPr>
              <a:xfrm>
                <a:off x="4503264" y="5885150"/>
                <a:ext cx="6343" cy="6345"/>
              </a:xfrm>
              <a:custGeom>
                <a:avLst/>
                <a:gdLst>
                  <a:gd name="connsiteX0" fmla="*/ 3459 w 6343"/>
                  <a:gd name="connsiteY0" fmla="*/ 6535 h 6345"/>
                  <a:gd name="connsiteX1" fmla="*/ 5702 w 6343"/>
                  <a:gd name="connsiteY1" fmla="*/ 5606 h 6345"/>
                  <a:gd name="connsiteX2" fmla="*/ 6631 w 6343"/>
                  <a:gd name="connsiteY2" fmla="*/ 3362 h 6345"/>
                  <a:gd name="connsiteX3" fmla="*/ 5702 w 6343"/>
                  <a:gd name="connsiteY3" fmla="*/ 1119 h 6345"/>
                  <a:gd name="connsiteX4" fmla="*/ 3459 w 6343"/>
                  <a:gd name="connsiteY4" fmla="*/ 190 h 6345"/>
                  <a:gd name="connsiteX5" fmla="*/ 1217 w 6343"/>
                  <a:gd name="connsiteY5" fmla="*/ 1119 h 6345"/>
                  <a:gd name="connsiteX6" fmla="*/ 288 w 6343"/>
                  <a:gd name="connsiteY6" fmla="*/ 3362 h 6345"/>
                  <a:gd name="connsiteX7" fmla="*/ 1217 w 6343"/>
                  <a:gd name="connsiteY7" fmla="*/ 5606 h 6345"/>
                  <a:gd name="connsiteX8" fmla="*/ 3459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35"/>
                    </a:moveTo>
                    <a:cubicBezTo>
                      <a:pt x="4300" y="6535"/>
                      <a:pt x="5107" y="6201"/>
                      <a:pt x="5702" y="5606"/>
                    </a:cubicBezTo>
                    <a:cubicBezTo>
                      <a:pt x="6297" y="5011"/>
                      <a:pt x="6631" y="4204"/>
                      <a:pt x="6631" y="3362"/>
                    </a:cubicBezTo>
                    <a:cubicBezTo>
                      <a:pt x="6631" y="2521"/>
                      <a:pt x="6297" y="1714"/>
                      <a:pt x="5702" y="1119"/>
                    </a:cubicBezTo>
                    <a:cubicBezTo>
                      <a:pt x="5107" y="524"/>
                      <a:pt x="4300" y="190"/>
                      <a:pt x="3459" y="190"/>
                    </a:cubicBezTo>
                    <a:cubicBezTo>
                      <a:pt x="2618" y="190"/>
                      <a:pt x="1811" y="524"/>
                      <a:pt x="1217" y="1119"/>
                    </a:cubicBezTo>
                    <a:cubicBezTo>
                      <a:pt x="622" y="1714"/>
                      <a:pt x="288" y="2521"/>
                      <a:pt x="288" y="3362"/>
                    </a:cubicBezTo>
                    <a:cubicBezTo>
                      <a:pt x="288" y="4204"/>
                      <a:pt x="622" y="5011"/>
                      <a:pt x="1217" y="5606"/>
                    </a:cubicBezTo>
                    <a:cubicBezTo>
                      <a:pt x="1811" y="6201"/>
                      <a:pt x="2618" y="6535"/>
                      <a:pt x="3459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A0BDA7AB-E550-8831-A1B0-92DAE1C04254}"/>
                  </a:ext>
                </a:extLst>
              </p:cNvPr>
              <p:cNvSpPr/>
              <p:nvPr/>
            </p:nvSpPr>
            <p:spPr>
              <a:xfrm>
                <a:off x="4503813" y="5889376"/>
                <a:ext cx="6343" cy="6345"/>
              </a:xfrm>
              <a:custGeom>
                <a:avLst/>
                <a:gdLst>
                  <a:gd name="connsiteX0" fmla="*/ 3459 w 6343"/>
                  <a:gd name="connsiteY0" fmla="*/ 6535 h 6345"/>
                  <a:gd name="connsiteX1" fmla="*/ 5702 w 6343"/>
                  <a:gd name="connsiteY1" fmla="*/ 5606 h 6345"/>
                  <a:gd name="connsiteX2" fmla="*/ 6631 w 6343"/>
                  <a:gd name="connsiteY2" fmla="*/ 3363 h 6345"/>
                  <a:gd name="connsiteX3" fmla="*/ 5702 w 6343"/>
                  <a:gd name="connsiteY3" fmla="*/ 1119 h 6345"/>
                  <a:gd name="connsiteX4" fmla="*/ 3459 w 6343"/>
                  <a:gd name="connsiteY4" fmla="*/ 190 h 6345"/>
                  <a:gd name="connsiteX5" fmla="*/ 1217 w 6343"/>
                  <a:gd name="connsiteY5" fmla="*/ 1119 h 6345"/>
                  <a:gd name="connsiteX6" fmla="*/ 288 w 6343"/>
                  <a:gd name="connsiteY6" fmla="*/ 3363 h 6345"/>
                  <a:gd name="connsiteX7" fmla="*/ 1217 w 6343"/>
                  <a:gd name="connsiteY7" fmla="*/ 5606 h 6345"/>
                  <a:gd name="connsiteX8" fmla="*/ 3459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35"/>
                    </a:moveTo>
                    <a:cubicBezTo>
                      <a:pt x="4301" y="6535"/>
                      <a:pt x="5107" y="6201"/>
                      <a:pt x="5702" y="5606"/>
                    </a:cubicBezTo>
                    <a:cubicBezTo>
                      <a:pt x="6297" y="5011"/>
                      <a:pt x="6631" y="4204"/>
                      <a:pt x="6631" y="3363"/>
                    </a:cubicBezTo>
                    <a:cubicBezTo>
                      <a:pt x="6631" y="2521"/>
                      <a:pt x="6297" y="1714"/>
                      <a:pt x="5702" y="1119"/>
                    </a:cubicBezTo>
                    <a:cubicBezTo>
                      <a:pt x="5107" y="524"/>
                      <a:pt x="4301" y="190"/>
                      <a:pt x="3459" y="190"/>
                    </a:cubicBezTo>
                    <a:cubicBezTo>
                      <a:pt x="2618" y="190"/>
                      <a:pt x="1812" y="524"/>
                      <a:pt x="1217" y="1119"/>
                    </a:cubicBezTo>
                    <a:cubicBezTo>
                      <a:pt x="622" y="1714"/>
                      <a:pt x="288" y="2521"/>
                      <a:pt x="288" y="3363"/>
                    </a:cubicBezTo>
                    <a:cubicBezTo>
                      <a:pt x="288" y="4204"/>
                      <a:pt x="622" y="5011"/>
                      <a:pt x="1217" y="5606"/>
                    </a:cubicBezTo>
                    <a:cubicBezTo>
                      <a:pt x="1812" y="6201"/>
                      <a:pt x="2618" y="6535"/>
                      <a:pt x="3459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9E868C51-7855-7E66-EEC6-7A09A8FB10AB}"/>
                  </a:ext>
                </a:extLst>
              </p:cNvPr>
              <p:cNvSpPr/>
              <p:nvPr/>
            </p:nvSpPr>
            <p:spPr>
              <a:xfrm>
                <a:off x="4500414" y="5892633"/>
                <a:ext cx="6343" cy="6345"/>
              </a:xfrm>
              <a:custGeom>
                <a:avLst/>
                <a:gdLst>
                  <a:gd name="connsiteX0" fmla="*/ 3459 w 6343"/>
                  <a:gd name="connsiteY0" fmla="*/ 6536 h 6345"/>
                  <a:gd name="connsiteX1" fmla="*/ 5702 w 6343"/>
                  <a:gd name="connsiteY1" fmla="*/ 5606 h 6345"/>
                  <a:gd name="connsiteX2" fmla="*/ 6631 w 6343"/>
                  <a:gd name="connsiteY2" fmla="*/ 3363 h 6345"/>
                  <a:gd name="connsiteX3" fmla="*/ 5702 w 6343"/>
                  <a:gd name="connsiteY3" fmla="*/ 1119 h 6345"/>
                  <a:gd name="connsiteX4" fmla="*/ 3459 w 6343"/>
                  <a:gd name="connsiteY4" fmla="*/ 190 h 6345"/>
                  <a:gd name="connsiteX5" fmla="*/ 1216 w 6343"/>
                  <a:gd name="connsiteY5" fmla="*/ 1119 h 6345"/>
                  <a:gd name="connsiteX6" fmla="*/ 288 w 6343"/>
                  <a:gd name="connsiteY6" fmla="*/ 3363 h 6345"/>
                  <a:gd name="connsiteX7" fmla="*/ 1216 w 6343"/>
                  <a:gd name="connsiteY7" fmla="*/ 5606 h 6345"/>
                  <a:gd name="connsiteX8" fmla="*/ 3459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36"/>
                    </a:moveTo>
                    <a:cubicBezTo>
                      <a:pt x="4300" y="6536"/>
                      <a:pt x="5107" y="6201"/>
                      <a:pt x="5702" y="5606"/>
                    </a:cubicBezTo>
                    <a:cubicBezTo>
                      <a:pt x="6297" y="5011"/>
                      <a:pt x="6631" y="4204"/>
                      <a:pt x="6631" y="3363"/>
                    </a:cubicBezTo>
                    <a:cubicBezTo>
                      <a:pt x="6631" y="2521"/>
                      <a:pt x="6297" y="1714"/>
                      <a:pt x="5702" y="1119"/>
                    </a:cubicBezTo>
                    <a:cubicBezTo>
                      <a:pt x="5107" y="524"/>
                      <a:pt x="4300" y="190"/>
                      <a:pt x="3459" y="190"/>
                    </a:cubicBezTo>
                    <a:cubicBezTo>
                      <a:pt x="2618" y="190"/>
                      <a:pt x="1811" y="524"/>
                      <a:pt x="1216" y="1119"/>
                    </a:cubicBezTo>
                    <a:cubicBezTo>
                      <a:pt x="622" y="1714"/>
                      <a:pt x="288" y="2521"/>
                      <a:pt x="288" y="3363"/>
                    </a:cubicBezTo>
                    <a:cubicBezTo>
                      <a:pt x="288" y="4204"/>
                      <a:pt x="622" y="5011"/>
                      <a:pt x="1216" y="5606"/>
                    </a:cubicBezTo>
                    <a:cubicBezTo>
                      <a:pt x="1811" y="6201"/>
                      <a:pt x="2618" y="6536"/>
                      <a:pt x="3459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6DDAA36D-AC4E-3D46-7F36-DAB20AB3BC2F}"/>
                  </a:ext>
                </a:extLst>
              </p:cNvPr>
              <p:cNvSpPr/>
              <p:nvPr/>
            </p:nvSpPr>
            <p:spPr>
              <a:xfrm>
                <a:off x="4503950" y="5897640"/>
                <a:ext cx="6343" cy="6345"/>
              </a:xfrm>
              <a:custGeom>
                <a:avLst/>
                <a:gdLst>
                  <a:gd name="connsiteX0" fmla="*/ 3459 w 6343"/>
                  <a:gd name="connsiteY0" fmla="*/ 6536 h 6345"/>
                  <a:gd name="connsiteX1" fmla="*/ 5702 w 6343"/>
                  <a:gd name="connsiteY1" fmla="*/ 5607 h 6345"/>
                  <a:gd name="connsiteX2" fmla="*/ 6631 w 6343"/>
                  <a:gd name="connsiteY2" fmla="*/ 3363 h 6345"/>
                  <a:gd name="connsiteX3" fmla="*/ 5702 w 6343"/>
                  <a:gd name="connsiteY3" fmla="*/ 1120 h 6345"/>
                  <a:gd name="connsiteX4" fmla="*/ 3459 w 6343"/>
                  <a:gd name="connsiteY4" fmla="*/ 191 h 6345"/>
                  <a:gd name="connsiteX5" fmla="*/ 1217 w 6343"/>
                  <a:gd name="connsiteY5" fmla="*/ 1120 h 6345"/>
                  <a:gd name="connsiteX6" fmla="*/ 288 w 6343"/>
                  <a:gd name="connsiteY6" fmla="*/ 3363 h 6345"/>
                  <a:gd name="connsiteX7" fmla="*/ 1217 w 6343"/>
                  <a:gd name="connsiteY7" fmla="*/ 5607 h 6345"/>
                  <a:gd name="connsiteX8" fmla="*/ 3459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36"/>
                    </a:moveTo>
                    <a:cubicBezTo>
                      <a:pt x="4301" y="6536"/>
                      <a:pt x="5107" y="6202"/>
                      <a:pt x="5702" y="5607"/>
                    </a:cubicBezTo>
                    <a:cubicBezTo>
                      <a:pt x="6297" y="5012"/>
                      <a:pt x="6631" y="4205"/>
                      <a:pt x="6631" y="3363"/>
                    </a:cubicBezTo>
                    <a:cubicBezTo>
                      <a:pt x="6631" y="2522"/>
                      <a:pt x="6297" y="1715"/>
                      <a:pt x="5702" y="1120"/>
                    </a:cubicBezTo>
                    <a:cubicBezTo>
                      <a:pt x="5107" y="525"/>
                      <a:pt x="4301" y="191"/>
                      <a:pt x="3459" y="191"/>
                    </a:cubicBezTo>
                    <a:cubicBezTo>
                      <a:pt x="2618" y="191"/>
                      <a:pt x="1812" y="525"/>
                      <a:pt x="1217" y="1120"/>
                    </a:cubicBezTo>
                    <a:cubicBezTo>
                      <a:pt x="622" y="1715"/>
                      <a:pt x="288" y="2522"/>
                      <a:pt x="288" y="3363"/>
                    </a:cubicBezTo>
                    <a:cubicBezTo>
                      <a:pt x="288" y="4205"/>
                      <a:pt x="622" y="5012"/>
                      <a:pt x="1217" y="5607"/>
                    </a:cubicBezTo>
                    <a:cubicBezTo>
                      <a:pt x="1812" y="6202"/>
                      <a:pt x="2618" y="6536"/>
                      <a:pt x="3459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C9615B75-A94A-73FC-46CC-DBD4976F7F06}"/>
                  </a:ext>
                </a:extLst>
              </p:cNvPr>
              <p:cNvSpPr/>
              <p:nvPr/>
            </p:nvSpPr>
            <p:spPr>
              <a:xfrm>
                <a:off x="4498480" y="5908570"/>
                <a:ext cx="6343" cy="6345"/>
              </a:xfrm>
              <a:custGeom>
                <a:avLst/>
                <a:gdLst>
                  <a:gd name="connsiteX0" fmla="*/ 3459 w 6343"/>
                  <a:gd name="connsiteY0" fmla="*/ 6537 h 6345"/>
                  <a:gd name="connsiteX1" fmla="*/ 5702 w 6343"/>
                  <a:gd name="connsiteY1" fmla="*/ 5608 h 6345"/>
                  <a:gd name="connsiteX2" fmla="*/ 6631 w 6343"/>
                  <a:gd name="connsiteY2" fmla="*/ 3364 h 6345"/>
                  <a:gd name="connsiteX3" fmla="*/ 5702 w 6343"/>
                  <a:gd name="connsiteY3" fmla="*/ 1121 h 6345"/>
                  <a:gd name="connsiteX4" fmla="*/ 3459 w 6343"/>
                  <a:gd name="connsiteY4" fmla="*/ 191 h 6345"/>
                  <a:gd name="connsiteX5" fmla="*/ 1216 w 6343"/>
                  <a:gd name="connsiteY5" fmla="*/ 1121 h 6345"/>
                  <a:gd name="connsiteX6" fmla="*/ 287 w 6343"/>
                  <a:gd name="connsiteY6" fmla="*/ 3364 h 6345"/>
                  <a:gd name="connsiteX7" fmla="*/ 1216 w 6343"/>
                  <a:gd name="connsiteY7" fmla="*/ 5608 h 6345"/>
                  <a:gd name="connsiteX8" fmla="*/ 3459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37"/>
                    </a:moveTo>
                    <a:cubicBezTo>
                      <a:pt x="4300" y="6537"/>
                      <a:pt x="5107" y="6203"/>
                      <a:pt x="5702" y="5608"/>
                    </a:cubicBezTo>
                    <a:cubicBezTo>
                      <a:pt x="6296" y="5013"/>
                      <a:pt x="6631" y="4206"/>
                      <a:pt x="6631" y="3364"/>
                    </a:cubicBezTo>
                    <a:cubicBezTo>
                      <a:pt x="6631" y="2523"/>
                      <a:pt x="6296" y="1716"/>
                      <a:pt x="5702" y="1121"/>
                    </a:cubicBezTo>
                    <a:cubicBezTo>
                      <a:pt x="5107" y="526"/>
                      <a:pt x="4300" y="191"/>
                      <a:pt x="3459" y="191"/>
                    </a:cubicBezTo>
                    <a:cubicBezTo>
                      <a:pt x="2618" y="191"/>
                      <a:pt x="1811" y="526"/>
                      <a:pt x="1216" y="1121"/>
                    </a:cubicBezTo>
                    <a:cubicBezTo>
                      <a:pt x="622" y="1716"/>
                      <a:pt x="287" y="2523"/>
                      <a:pt x="287" y="3364"/>
                    </a:cubicBezTo>
                    <a:cubicBezTo>
                      <a:pt x="287" y="4206"/>
                      <a:pt x="622" y="5013"/>
                      <a:pt x="1216" y="5608"/>
                    </a:cubicBezTo>
                    <a:cubicBezTo>
                      <a:pt x="1811" y="6203"/>
                      <a:pt x="2618" y="6537"/>
                      <a:pt x="3459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506E26EF-4595-0FD4-D4A2-877B399A5F06}"/>
                  </a:ext>
                </a:extLst>
              </p:cNvPr>
              <p:cNvSpPr/>
              <p:nvPr/>
            </p:nvSpPr>
            <p:spPr>
              <a:xfrm>
                <a:off x="4499008" y="5912859"/>
                <a:ext cx="6343" cy="6345"/>
              </a:xfrm>
              <a:custGeom>
                <a:avLst/>
                <a:gdLst>
                  <a:gd name="connsiteX0" fmla="*/ 3459 w 6343"/>
                  <a:gd name="connsiteY0" fmla="*/ 6537 h 6345"/>
                  <a:gd name="connsiteX1" fmla="*/ 5702 w 6343"/>
                  <a:gd name="connsiteY1" fmla="*/ 5608 h 6345"/>
                  <a:gd name="connsiteX2" fmla="*/ 6631 w 6343"/>
                  <a:gd name="connsiteY2" fmla="*/ 3364 h 6345"/>
                  <a:gd name="connsiteX3" fmla="*/ 5702 w 6343"/>
                  <a:gd name="connsiteY3" fmla="*/ 1121 h 6345"/>
                  <a:gd name="connsiteX4" fmla="*/ 3459 w 6343"/>
                  <a:gd name="connsiteY4" fmla="*/ 192 h 6345"/>
                  <a:gd name="connsiteX5" fmla="*/ 1216 w 6343"/>
                  <a:gd name="connsiteY5" fmla="*/ 1121 h 6345"/>
                  <a:gd name="connsiteX6" fmla="*/ 287 w 6343"/>
                  <a:gd name="connsiteY6" fmla="*/ 3364 h 6345"/>
                  <a:gd name="connsiteX7" fmla="*/ 1216 w 6343"/>
                  <a:gd name="connsiteY7" fmla="*/ 5608 h 6345"/>
                  <a:gd name="connsiteX8" fmla="*/ 3459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37"/>
                    </a:moveTo>
                    <a:cubicBezTo>
                      <a:pt x="4300" y="6537"/>
                      <a:pt x="5107" y="6203"/>
                      <a:pt x="5702" y="5608"/>
                    </a:cubicBezTo>
                    <a:cubicBezTo>
                      <a:pt x="6296" y="5013"/>
                      <a:pt x="6631" y="4206"/>
                      <a:pt x="6631" y="3364"/>
                    </a:cubicBezTo>
                    <a:cubicBezTo>
                      <a:pt x="6631" y="2523"/>
                      <a:pt x="6296" y="1716"/>
                      <a:pt x="5702" y="1121"/>
                    </a:cubicBezTo>
                    <a:cubicBezTo>
                      <a:pt x="5107" y="526"/>
                      <a:pt x="4300" y="192"/>
                      <a:pt x="3459" y="192"/>
                    </a:cubicBezTo>
                    <a:cubicBezTo>
                      <a:pt x="2618" y="192"/>
                      <a:pt x="1811" y="526"/>
                      <a:pt x="1216" y="1121"/>
                    </a:cubicBezTo>
                    <a:cubicBezTo>
                      <a:pt x="622" y="1716"/>
                      <a:pt x="287" y="2523"/>
                      <a:pt x="287" y="3364"/>
                    </a:cubicBezTo>
                    <a:cubicBezTo>
                      <a:pt x="287" y="4206"/>
                      <a:pt x="622" y="5013"/>
                      <a:pt x="1216" y="5608"/>
                    </a:cubicBezTo>
                    <a:cubicBezTo>
                      <a:pt x="1811" y="6203"/>
                      <a:pt x="2618" y="6537"/>
                      <a:pt x="3459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84414200-B3AB-1440-D358-3770B464ED0F}"/>
                  </a:ext>
                </a:extLst>
              </p:cNvPr>
              <p:cNvSpPr/>
              <p:nvPr/>
            </p:nvSpPr>
            <p:spPr>
              <a:xfrm>
                <a:off x="4497635" y="5916618"/>
                <a:ext cx="6343" cy="6345"/>
              </a:xfrm>
              <a:custGeom>
                <a:avLst/>
                <a:gdLst>
                  <a:gd name="connsiteX0" fmla="*/ 3459 w 6343"/>
                  <a:gd name="connsiteY0" fmla="*/ 6537 h 6345"/>
                  <a:gd name="connsiteX1" fmla="*/ 5702 w 6343"/>
                  <a:gd name="connsiteY1" fmla="*/ 5608 h 6345"/>
                  <a:gd name="connsiteX2" fmla="*/ 6630 w 6343"/>
                  <a:gd name="connsiteY2" fmla="*/ 3365 h 6345"/>
                  <a:gd name="connsiteX3" fmla="*/ 5702 w 6343"/>
                  <a:gd name="connsiteY3" fmla="*/ 1121 h 6345"/>
                  <a:gd name="connsiteX4" fmla="*/ 3459 w 6343"/>
                  <a:gd name="connsiteY4" fmla="*/ 192 h 6345"/>
                  <a:gd name="connsiteX5" fmla="*/ 1216 w 6343"/>
                  <a:gd name="connsiteY5" fmla="*/ 1121 h 6345"/>
                  <a:gd name="connsiteX6" fmla="*/ 287 w 6343"/>
                  <a:gd name="connsiteY6" fmla="*/ 3365 h 6345"/>
                  <a:gd name="connsiteX7" fmla="*/ 1216 w 6343"/>
                  <a:gd name="connsiteY7" fmla="*/ 5608 h 6345"/>
                  <a:gd name="connsiteX8" fmla="*/ 3459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37"/>
                    </a:moveTo>
                    <a:cubicBezTo>
                      <a:pt x="4300" y="6537"/>
                      <a:pt x="5107" y="6203"/>
                      <a:pt x="5702" y="5608"/>
                    </a:cubicBezTo>
                    <a:cubicBezTo>
                      <a:pt x="6296" y="5013"/>
                      <a:pt x="6630" y="4206"/>
                      <a:pt x="6630" y="3365"/>
                    </a:cubicBezTo>
                    <a:cubicBezTo>
                      <a:pt x="6630" y="2523"/>
                      <a:pt x="6296" y="1716"/>
                      <a:pt x="5702" y="1121"/>
                    </a:cubicBezTo>
                    <a:cubicBezTo>
                      <a:pt x="5107" y="526"/>
                      <a:pt x="4300" y="192"/>
                      <a:pt x="3459" y="192"/>
                    </a:cubicBezTo>
                    <a:cubicBezTo>
                      <a:pt x="2618" y="192"/>
                      <a:pt x="1811" y="526"/>
                      <a:pt x="1216" y="1121"/>
                    </a:cubicBezTo>
                    <a:cubicBezTo>
                      <a:pt x="622" y="1716"/>
                      <a:pt x="287" y="2523"/>
                      <a:pt x="287" y="3365"/>
                    </a:cubicBezTo>
                    <a:cubicBezTo>
                      <a:pt x="287" y="4206"/>
                      <a:pt x="622" y="5013"/>
                      <a:pt x="1216" y="5608"/>
                    </a:cubicBezTo>
                    <a:cubicBezTo>
                      <a:pt x="1811" y="6203"/>
                      <a:pt x="2618" y="6537"/>
                      <a:pt x="3459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890B4377-B168-8EAA-8539-3EFA02F6DEEB}"/>
                  </a:ext>
                </a:extLst>
              </p:cNvPr>
              <p:cNvSpPr/>
              <p:nvPr/>
            </p:nvSpPr>
            <p:spPr>
              <a:xfrm>
                <a:off x="4496604" y="5920475"/>
                <a:ext cx="6343" cy="6345"/>
              </a:xfrm>
              <a:custGeom>
                <a:avLst/>
                <a:gdLst>
                  <a:gd name="connsiteX0" fmla="*/ 3459 w 6343"/>
                  <a:gd name="connsiteY0" fmla="*/ 6538 h 6345"/>
                  <a:gd name="connsiteX1" fmla="*/ 5701 w 6343"/>
                  <a:gd name="connsiteY1" fmla="*/ 5608 h 6345"/>
                  <a:gd name="connsiteX2" fmla="*/ 6630 w 6343"/>
                  <a:gd name="connsiteY2" fmla="*/ 3365 h 6345"/>
                  <a:gd name="connsiteX3" fmla="*/ 5701 w 6343"/>
                  <a:gd name="connsiteY3" fmla="*/ 1122 h 6345"/>
                  <a:gd name="connsiteX4" fmla="*/ 3459 w 6343"/>
                  <a:gd name="connsiteY4" fmla="*/ 192 h 6345"/>
                  <a:gd name="connsiteX5" fmla="*/ 1216 w 6343"/>
                  <a:gd name="connsiteY5" fmla="*/ 1122 h 6345"/>
                  <a:gd name="connsiteX6" fmla="*/ 287 w 6343"/>
                  <a:gd name="connsiteY6" fmla="*/ 3365 h 6345"/>
                  <a:gd name="connsiteX7" fmla="*/ 1216 w 6343"/>
                  <a:gd name="connsiteY7" fmla="*/ 5608 h 6345"/>
                  <a:gd name="connsiteX8" fmla="*/ 3459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38"/>
                    </a:moveTo>
                    <a:cubicBezTo>
                      <a:pt x="4300" y="6538"/>
                      <a:pt x="5107" y="6203"/>
                      <a:pt x="5701" y="5608"/>
                    </a:cubicBezTo>
                    <a:cubicBezTo>
                      <a:pt x="6296" y="5014"/>
                      <a:pt x="6630" y="4206"/>
                      <a:pt x="6630" y="3365"/>
                    </a:cubicBezTo>
                    <a:cubicBezTo>
                      <a:pt x="6630" y="2524"/>
                      <a:pt x="6296" y="1717"/>
                      <a:pt x="5701" y="1122"/>
                    </a:cubicBezTo>
                    <a:cubicBezTo>
                      <a:pt x="5107" y="527"/>
                      <a:pt x="4300" y="192"/>
                      <a:pt x="3459" y="192"/>
                    </a:cubicBezTo>
                    <a:cubicBezTo>
                      <a:pt x="2618" y="192"/>
                      <a:pt x="1811" y="527"/>
                      <a:pt x="1216" y="1122"/>
                    </a:cubicBezTo>
                    <a:cubicBezTo>
                      <a:pt x="621" y="1717"/>
                      <a:pt x="287" y="2524"/>
                      <a:pt x="287" y="3365"/>
                    </a:cubicBezTo>
                    <a:cubicBezTo>
                      <a:pt x="287" y="4206"/>
                      <a:pt x="621" y="5014"/>
                      <a:pt x="1216" y="5608"/>
                    </a:cubicBezTo>
                    <a:cubicBezTo>
                      <a:pt x="1811" y="6203"/>
                      <a:pt x="2618" y="6538"/>
                      <a:pt x="3459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9C6F8DC4-2F65-7C3D-5379-7E8BDA5FDBAE}"/>
                  </a:ext>
                </a:extLst>
              </p:cNvPr>
              <p:cNvSpPr/>
              <p:nvPr/>
            </p:nvSpPr>
            <p:spPr>
              <a:xfrm>
                <a:off x="4495276" y="5924244"/>
                <a:ext cx="6343" cy="6345"/>
              </a:xfrm>
              <a:custGeom>
                <a:avLst/>
                <a:gdLst>
                  <a:gd name="connsiteX0" fmla="*/ 3459 w 6343"/>
                  <a:gd name="connsiteY0" fmla="*/ 6538 h 6345"/>
                  <a:gd name="connsiteX1" fmla="*/ 5701 w 6343"/>
                  <a:gd name="connsiteY1" fmla="*/ 5609 h 6345"/>
                  <a:gd name="connsiteX2" fmla="*/ 6630 w 6343"/>
                  <a:gd name="connsiteY2" fmla="*/ 3365 h 6345"/>
                  <a:gd name="connsiteX3" fmla="*/ 5701 w 6343"/>
                  <a:gd name="connsiteY3" fmla="*/ 1122 h 6345"/>
                  <a:gd name="connsiteX4" fmla="*/ 3459 w 6343"/>
                  <a:gd name="connsiteY4" fmla="*/ 193 h 6345"/>
                  <a:gd name="connsiteX5" fmla="*/ 1216 w 6343"/>
                  <a:gd name="connsiteY5" fmla="*/ 1122 h 6345"/>
                  <a:gd name="connsiteX6" fmla="*/ 287 w 6343"/>
                  <a:gd name="connsiteY6" fmla="*/ 3365 h 6345"/>
                  <a:gd name="connsiteX7" fmla="*/ 1216 w 6343"/>
                  <a:gd name="connsiteY7" fmla="*/ 5609 h 6345"/>
                  <a:gd name="connsiteX8" fmla="*/ 3459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38"/>
                    </a:moveTo>
                    <a:cubicBezTo>
                      <a:pt x="4300" y="6538"/>
                      <a:pt x="5107" y="6204"/>
                      <a:pt x="5701" y="5609"/>
                    </a:cubicBezTo>
                    <a:cubicBezTo>
                      <a:pt x="6296" y="5014"/>
                      <a:pt x="6630" y="4207"/>
                      <a:pt x="6630" y="3365"/>
                    </a:cubicBezTo>
                    <a:cubicBezTo>
                      <a:pt x="6630" y="2524"/>
                      <a:pt x="6296" y="1717"/>
                      <a:pt x="5701" y="1122"/>
                    </a:cubicBezTo>
                    <a:cubicBezTo>
                      <a:pt x="5107" y="527"/>
                      <a:pt x="4300" y="193"/>
                      <a:pt x="3459" y="193"/>
                    </a:cubicBezTo>
                    <a:cubicBezTo>
                      <a:pt x="2618" y="193"/>
                      <a:pt x="1811" y="527"/>
                      <a:pt x="1216" y="1122"/>
                    </a:cubicBezTo>
                    <a:cubicBezTo>
                      <a:pt x="621" y="1717"/>
                      <a:pt x="287" y="2524"/>
                      <a:pt x="287" y="3365"/>
                    </a:cubicBezTo>
                    <a:cubicBezTo>
                      <a:pt x="287" y="4207"/>
                      <a:pt x="621" y="5014"/>
                      <a:pt x="1216" y="5609"/>
                    </a:cubicBezTo>
                    <a:cubicBezTo>
                      <a:pt x="1811" y="6204"/>
                      <a:pt x="2618" y="6538"/>
                      <a:pt x="3459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7DE8AC52-872B-A12B-E3DF-59AD086F0070}"/>
                  </a:ext>
                </a:extLst>
              </p:cNvPr>
              <p:cNvSpPr/>
              <p:nvPr/>
            </p:nvSpPr>
            <p:spPr>
              <a:xfrm>
                <a:off x="4494198" y="5928088"/>
                <a:ext cx="6343" cy="6345"/>
              </a:xfrm>
              <a:custGeom>
                <a:avLst/>
                <a:gdLst>
                  <a:gd name="connsiteX0" fmla="*/ 3459 w 6343"/>
                  <a:gd name="connsiteY0" fmla="*/ 6538 h 6345"/>
                  <a:gd name="connsiteX1" fmla="*/ 5701 w 6343"/>
                  <a:gd name="connsiteY1" fmla="*/ 5609 h 6345"/>
                  <a:gd name="connsiteX2" fmla="*/ 6630 w 6343"/>
                  <a:gd name="connsiteY2" fmla="*/ 3366 h 6345"/>
                  <a:gd name="connsiteX3" fmla="*/ 5701 w 6343"/>
                  <a:gd name="connsiteY3" fmla="*/ 1122 h 6345"/>
                  <a:gd name="connsiteX4" fmla="*/ 3459 w 6343"/>
                  <a:gd name="connsiteY4" fmla="*/ 193 h 6345"/>
                  <a:gd name="connsiteX5" fmla="*/ 1216 w 6343"/>
                  <a:gd name="connsiteY5" fmla="*/ 1122 h 6345"/>
                  <a:gd name="connsiteX6" fmla="*/ 287 w 6343"/>
                  <a:gd name="connsiteY6" fmla="*/ 3366 h 6345"/>
                  <a:gd name="connsiteX7" fmla="*/ 1216 w 6343"/>
                  <a:gd name="connsiteY7" fmla="*/ 5609 h 6345"/>
                  <a:gd name="connsiteX8" fmla="*/ 3459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38"/>
                    </a:moveTo>
                    <a:cubicBezTo>
                      <a:pt x="4300" y="6538"/>
                      <a:pt x="5107" y="6204"/>
                      <a:pt x="5701" y="5609"/>
                    </a:cubicBezTo>
                    <a:cubicBezTo>
                      <a:pt x="6296" y="5014"/>
                      <a:pt x="6630" y="4207"/>
                      <a:pt x="6630" y="3366"/>
                    </a:cubicBezTo>
                    <a:cubicBezTo>
                      <a:pt x="6630" y="2524"/>
                      <a:pt x="6296" y="1717"/>
                      <a:pt x="5701" y="1122"/>
                    </a:cubicBezTo>
                    <a:cubicBezTo>
                      <a:pt x="5107" y="527"/>
                      <a:pt x="4300" y="193"/>
                      <a:pt x="3459" y="193"/>
                    </a:cubicBezTo>
                    <a:cubicBezTo>
                      <a:pt x="2618" y="193"/>
                      <a:pt x="1811" y="527"/>
                      <a:pt x="1216" y="1122"/>
                    </a:cubicBezTo>
                    <a:cubicBezTo>
                      <a:pt x="621" y="1717"/>
                      <a:pt x="287" y="2524"/>
                      <a:pt x="287" y="3366"/>
                    </a:cubicBezTo>
                    <a:cubicBezTo>
                      <a:pt x="287" y="4207"/>
                      <a:pt x="621" y="5014"/>
                      <a:pt x="1216" y="5609"/>
                    </a:cubicBezTo>
                    <a:cubicBezTo>
                      <a:pt x="1811" y="6204"/>
                      <a:pt x="2618" y="6538"/>
                      <a:pt x="3459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E0B6947D-9977-9143-9BAD-E3E85C6F4243}"/>
                  </a:ext>
                </a:extLst>
              </p:cNvPr>
              <p:cNvSpPr/>
              <p:nvPr/>
            </p:nvSpPr>
            <p:spPr>
              <a:xfrm>
                <a:off x="4418071" y="5993288"/>
                <a:ext cx="6343" cy="6345"/>
              </a:xfrm>
              <a:custGeom>
                <a:avLst/>
                <a:gdLst>
                  <a:gd name="connsiteX0" fmla="*/ 3453 w 6343"/>
                  <a:gd name="connsiteY0" fmla="*/ 6543 h 6345"/>
                  <a:gd name="connsiteX1" fmla="*/ 5695 w 6343"/>
                  <a:gd name="connsiteY1" fmla="*/ 5614 h 6345"/>
                  <a:gd name="connsiteX2" fmla="*/ 6624 w 6343"/>
                  <a:gd name="connsiteY2" fmla="*/ 3371 h 6345"/>
                  <a:gd name="connsiteX3" fmla="*/ 5695 w 6343"/>
                  <a:gd name="connsiteY3" fmla="*/ 1127 h 6345"/>
                  <a:gd name="connsiteX4" fmla="*/ 3453 w 6343"/>
                  <a:gd name="connsiteY4" fmla="*/ 198 h 6345"/>
                  <a:gd name="connsiteX5" fmla="*/ 1210 w 6343"/>
                  <a:gd name="connsiteY5" fmla="*/ 1127 h 6345"/>
                  <a:gd name="connsiteX6" fmla="*/ 281 w 6343"/>
                  <a:gd name="connsiteY6" fmla="*/ 3371 h 6345"/>
                  <a:gd name="connsiteX7" fmla="*/ 1210 w 6343"/>
                  <a:gd name="connsiteY7" fmla="*/ 5614 h 6345"/>
                  <a:gd name="connsiteX8" fmla="*/ 345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3"/>
                    </a:moveTo>
                    <a:cubicBezTo>
                      <a:pt x="4294" y="6543"/>
                      <a:pt x="5101" y="6209"/>
                      <a:pt x="5695" y="5614"/>
                    </a:cubicBezTo>
                    <a:cubicBezTo>
                      <a:pt x="6290" y="5019"/>
                      <a:pt x="6624" y="4212"/>
                      <a:pt x="6624" y="3371"/>
                    </a:cubicBezTo>
                    <a:cubicBezTo>
                      <a:pt x="6624" y="2529"/>
                      <a:pt x="6290" y="1722"/>
                      <a:pt x="5695" y="1127"/>
                    </a:cubicBezTo>
                    <a:cubicBezTo>
                      <a:pt x="5101" y="532"/>
                      <a:pt x="4294" y="198"/>
                      <a:pt x="3453" y="198"/>
                    </a:cubicBezTo>
                    <a:cubicBezTo>
                      <a:pt x="2612" y="198"/>
                      <a:pt x="1805" y="532"/>
                      <a:pt x="1210" y="1127"/>
                    </a:cubicBezTo>
                    <a:cubicBezTo>
                      <a:pt x="615" y="1722"/>
                      <a:pt x="281" y="2529"/>
                      <a:pt x="281" y="3371"/>
                    </a:cubicBezTo>
                    <a:cubicBezTo>
                      <a:pt x="281" y="4212"/>
                      <a:pt x="615" y="5019"/>
                      <a:pt x="1210" y="5614"/>
                    </a:cubicBezTo>
                    <a:cubicBezTo>
                      <a:pt x="1805" y="6209"/>
                      <a:pt x="2612" y="6543"/>
                      <a:pt x="345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51CB259A-6A8F-F1C2-9F19-17DDC8F012AC}"/>
                  </a:ext>
                </a:extLst>
              </p:cNvPr>
              <p:cNvSpPr/>
              <p:nvPr/>
            </p:nvSpPr>
            <p:spPr>
              <a:xfrm>
                <a:off x="4416352" y="5996567"/>
                <a:ext cx="6343" cy="6345"/>
              </a:xfrm>
              <a:custGeom>
                <a:avLst/>
                <a:gdLst>
                  <a:gd name="connsiteX0" fmla="*/ 3453 w 6343"/>
                  <a:gd name="connsiteY0" fmla="*/ 6544 h 6345"/>
                  <a:gd name="connsiteX1" fmla="*/ 5695 w 6343"/>
                  <a:gd name="connsiteY1" fmla="*/ 5614 h 6345"/>
                  <a:gd name="connsiteX2" fmla="*/ 6624 w 6343"/>
                  <a:gd name="connsiteY2" fmla="*/ 3371 h 6345"/>
                  <a:gd name="connsiteX3" fmla="*/ 5695 w 6343"/>
                  <a:gd name="connsiteY3" fmla="*/ 1128 h 6345"/>
                  <a:gd name="connsiteX4" fmla="*/ 3453 w 6343"/>
                  <a:gd name="connsiteY4" fmla="*/ 198 h 6345"/>
                  <a:gd name="connsiteX5" fmla="*/ 1210 w 6343"/>
                  <a:gd name="connsiteY5" fmla="*/ 1128 h 6345"/>
                  <a:gd name="connsiteX6" fmla="*/ 281 w 6343"/>
                  <a:gd name="connsiteY6" fmla="*/ 3371 h 6345"/>
                  <a:gd name="connsiteX7" fmla="*/ 1210 w 6343"/>
                  <a:gd name="connsiteY7" fmla="*/ 5614 h 6345"/>
                  <a:gd name="connsiteX8" fmla="*/ 3453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4"/>
                    </a:moveTo>
                    <a:cubicBezTo>
                      <a:pt x="4294" y="6544"/>
                      <a:pt x="5100" y="6209"/>
                      <a:pt x="5695" y="5614"/>
                    </a:cubicBezTo>
                    <a:cubicBezTo>
                      <a:pt x="6290" y="5020"/>
                      <a:pt x="6624" y="4212"/>
                      <a:pt x="6624" y="3371"/>
                    </a:cubicBezTo>
                    <a:cubicBezTo>
                      <a:pt x="6624" y="2530"/>
                      <a:pt x="6290" y="1723"/>
                      <a:pt x="5695" y="1128"/>
                    </a:cubicBezTo>
                    <a:cubicBezTo>
                      <a:pt x="5100" y="533"/>
                      <a:pt x="4294" y="198"/>
                      <a:pt x="3453" y="198"/>
                    </a:cubicBezTo>
                    <a:cubicBezTo>
                      <a:pt x="2611" y="198"/>
                      <a:pt x="1805" y="533"/>
                      <a:pt x="1210" y="1128"/>
                    </a:cubicBezTo>
                    <a:cubicBezTo>
                      <a:pt x="615" y="1723"/>
                      <a:pt x="281" y="2530"/>
                      <a:pt x="281" y="3371"/>
                    </a:cubicBezTo>
                    <a:cubicBezTo>
                      <a:pt x="281" y="4212"/>
                      <a:pt x="615" y="5020"/>
                      <a:pt x="1210" y="5614"/>
                    </a:cubicBezTo>
                    <a:cubicBezTo>
                      <a:pt x="1805" y="6209"/>
                      <a:pt x="2611" y="6544"/>
                      <a:pt x="3453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4453C15B-E303-16D0-5790-8DD742B512FE}"/>
                  </a:ext>
                </a:extLst>
              </p:cNvPr>
              <p:cNvSpPr/>
              <p:nvPr/>
            </p:nvSpPr>
            <p:spPr>
              <a:xfrm>
                <a:off x="4357802" y="5990810"/>
                <a:ext cx="6343" cy="6345"/>
              </a:xfrm>
              <a:custGeom>
                <a:avLst/>
                <a:gdLst>
                  <a:gd name="connsiteX0" fmla="*/ 3448 w 6343"/>
                  <a:gd name="connsiteY0" fmla="*/ 6543 h 6345"/>
                  <a:gd name="connsiteX1" fmla="*/ 5691 w 6343"/>
                  <a:gd name="connsiteY1" fmla="*/ 5614 h 6345"/>
                  <a:gd name="connsiteX2" fmla="*/ 6619 w 6343"/>
                  <a:gd name="connsiteY2" fmla="*/ 3371 h 6345"/>
                  <a:gd name="connsiteX3" fmla="*/ 5691 w 6343"/>
                  <a:gd name="connsiteY3" fmla="*/ 1127 h 6345"/>
                  <a:gd name="connsiteX4" fmla="*/ 3448 w 6343"/>
                  <a:gd name="connsiteY4" fmla="*/ 198 h 6345"/>
                  <a:gd name="connsiteX5" fmla="*/ 1205 w 6343"/>
                  <a:gd name="connsiteY5" fmla="*/ 1127 h 6345"/>
                  <a:gd name="connsiteX6" fmla="*/ 276 w 6343"/>
                  <a:gd name="connsiteY6" fmla="*/ 3371 h 6345"/>
                  <a:gd name="connsiteX7" fmla="*/ 1205 w 6343"/>
                  <a:gd name="connsiteY7" fmla="*/ 5614 h 6345"/>
                  <a:gd name="connsiteX8" fmla="*/ 344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3"/>
                    </a:moveTo>
                    <a:cubicBezTo>
                      <a:pt x="4289" y="6543"/>
                      <a:pt x="5096" y="6209"/>
                      <a:pt x="5691" y="5614"/>
                    </a:cubicBezTo>
                    <a:cubicBezTo>
                      <a:pt x="6285" y="5019"/>
                      <a:pt x="6619" y="4212"/>
                      <a:pt x="6619" y="3371"/>
                    </a:cubicBezTo>
                    <a:cubicBezTo>
                      <a:pt x="6619" y="2529"/>
                      <a:pt x="6285" y="1722"/>
                      <a:pt x="5691" y="1127"/>
                    </a:cubicBezTo>
                    <a:cubicBezTo>
                      <a:pt x="5096" y="532"/>
                      <a:pt x="4289" y="198"/>
                      <a:pt x="3448" y="198"/>
                    </a:cubicBezTo>
                    <a:cubicBezTo>
                      <a:pt x="2607" y="198"/>
                      <a:pt x="1800" y="532"/>
                      <a:pt x="1205" y="1127"/>
                    </a:cubicBezTo>
                    <a:cubicBezTo>
                      <a:pt x="611" y="1722"/>
                      <a:pt x="276" y="2529"/>
                      <a:pt x="276" y="3371"/>
                    </a:cubicBezTo>
                    <a:cubicBezTo>
                      <a:pt x="276" y="4212"/>
                      <a:pt x="611" y="5019"/>
                      <a:pt x="1205" y="5614"/>
                    </a:cubicBezTo>
                    <a:cubicBezTo>
                      <a:pt x="1800" y="6209"/>
                      <a:pt x="2607" y="6543"/>
                      <a:pt x="344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7B31EBD1-C11B-344B-1297-E594A6ADCE73}"/>
                  </a:ext>
                </a:extLst>
              </p:cNvPr>
              <p:cNvSpPr/>
              <p:nvPr/>
            </p:nvSpPr>
            <p:spPr>
              <a:xfrm>
                <a:off x="4353419" y="5992279"/>
                <a:ext cx="6343" cy="6345"/>
              </a:xfrm>
              <a:custGeom>
                <a:avLst/>
                <a:gdLst>
                  <a:gd name="connsiteX0" fmla="*/ 3448 w 6343"/>
                  <a:gd name="connsiteY0" fmla="*/ 6543 h 6345"/>
                  <a:gd name="connsiteX1" fmla="*/ 5690 w 6343"/>
                  <a:gd name="connsiteY1" fmla="*/ 5614 h 6345"/>
                  <a:gd name="connsiteX2" fmla="*/ 6619 w 6343"/>
                  <a:gd name="connsiteY2" fmla="*/ 3371 h 6345"/>
                  <a:gd name="connsiteX3" fmla="*/ 5690 w 6343"/>
                  <a:gd name="connsiteY3" fmla="*/ 1127 h 6345"/>
                  <a:gd name="connsiteX4" fmla="*/ 3448 w 6343"/>
                  <a:gd name="connsiteY4" fmla="*/ 198 h 6345"/>
                  <a:gd name="connsiteX5" fmla="*/ 1205 w 6343"/>
                  <a:gd name="connsiteY5" fmla="*/ 1127 h 6345"/>
                  <a:gd name="connsiteX6" fmla="*/ 276 w 6343"/>
                  <a:gd name="connsiteY6" fmla="*/ 3371 h 6345"/>
                  <a:gd name="connsiteX7" fmla="*/ 1205 w 6343"/>
                  <a:gd name="connsiteY7" fmla="*/ 5614 h 6345"/>
                  <a:gd name="connsiteX8" fmla="*/ 344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3"/>
                    </a:moveTo>
                    <a:cubicBezTo>
                      <a:pt x="4289" y="6543"/>
                      <a:pt x="5095" y="6209"/>
                      <a:pt x="5690" y="5614"/>
                    </a:cubicBezTo>
                    <a:cubicBezTo>
                      <a:pt x="6285" y="5019"/>
                      <a:pt x="6619" y="4212"/>
                      <a:pt x="6619" y="3371"/>
                    </a:cubicBezTo>
                    <a:cubicBezTo>
                      <a:pt x="6619" y="2529"/>
                      <a:pt x="6285" y="1722"/>
                      <a:pt x="5690" y="1127"/>
                    </a:cubicBezTo>
                    <a:cubicBezTo>
                      <a:pt x="5095" y="532"/>
                      <a:pt x="4289" y="198"/>
                      <a:pt x="3448" y="198"/>
                    </a:cubicBezTo>
                    <a:cubicBezTo>
                      <a:pt x="2606" y="198"/>
                      <a:pt x="1800" y="532"/>
                      <a:pt x="1205" y="1127"/>
                    </a:cubicBezTo>
                    <a:cubicBezTo>
                      <a:pt x="610" y="1722"/>
                      <a:pt x="276" y="2529"/>
                      <a:pt x="276" y="3371"/>
                    </a:cubicBezTo>
                    <a:cubicBezTo>
                      <a:pt x="276" y="4212"/>
                      <a:pt x="610" y="5019"/>
                      <a:pt x="1205" y="5614"/>
                    </a:cubicBezTo>
                    <a:cubicBezTo>
                      <a:pt x="1800" y="6209"/>
                      <a:pt x="2606" y="6543"/>
                      <a:pt x="344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A6846EC1-7652-FF20-3BA1-07E6AF66C3E4}"/>
                  </a:ext>
                </a:extLst>
              </p:cNvPr>
              <p:cNvSpPr/>
              <p:nvPr/>
            </p:nvSpPr>
            <p:spPr>
              <a:xfrm>
                <a:off x="4419065" y="6062789"/>
                <a:ext cx="6343" cy="6345"/>
              </a:xfrm>
              <a:custGeom>
                <a:avLst/>
                <a:gdLst>
                  <a:gd name="connsiteX0" fmla="*/ 3453 w 6343"/>
                  <a:gd name="connsiteY0" fmla="*/ 6549 h 6345"/>
                  <a:gd name="connsiteX1" fmla="*/ 5695 w 6343"/>
                  <a:gd name="connsiteY1" fmla="*/ 5620 h 6345"/>
                  <a:gd name="connsiteX2" fmla="*/ 6624 w 6343"/>
                  <a:gd name="connsiteY2" fmla="*/ 3376 h 6345"/>
                  <a:gd name="connsiteX3" fmla="*/ 5695 w 6343"/>
                  <a:gd name="connsiteY3" fmla="*/ 1133 h 6345"/>
                  <a:gd name="connsiteX4" fmla="*/ 3453 w 6343"/>
                  <a:gd name="connsiteY4" fmla="*/ 204 h 6345"/>
                  <a:gd name="connsiteX5" fmla="*/ 1210 w 6343"/>
                  <a:gd name="connsiteY5" fmla="*/ 1133 h 6345"/>
                  <a:gd name="connsiteX6" fmla="*/ 281 w 6343"/>
                  <a:gd name="connsiteY6" fmla="*/ 3376 h 6345"/>
                  <a:gd name="connsiteX7" fmla="*/ 1210 w 6343"/>
                  <a:gd name="connsiteY7" fmla="*/ 5620 h 6345"/>
                  <a:gd name="connsiteX8" fmla="*/ 3453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9"/>
                    </a:moveTo>
                    <a:cubicBezTo>
                      <a:pt x="4294" y="6549"/>
                      <a:pt x="5101" y="6215"/>
                      <a:pt x="5695" y="5620"/>
                    </a:cubicBezTo>
                    <a:cubicBezTo>
                      <a:pt x="6290" y="5025"/>
                      <a:pt x="6624" y="4218"/>
                      <a:pt x="6624" y="3376"/>
                    </a:cubicBezTo>
                    <a:cubicBezTo>
                      <a:pt x="6624" y="2535"/>
                      <a:pt x="6290" y="1728"/>
                      <a:pt x="5695" y="1133"/>
                    </a:cubicBezTo>
                    <a:cubicBezTo>
                      <a:pt x="5101" y="538"/>
                      <a:pt x="4294" y="204"/>
                      <a:pt x="3453" y="204"/>
                    </a:cubicBezTo>
                    <a:cubicBezTo>
                      <a:pt x="2612" y="204"/>
                      <a:pt x="1805" y="538"/>
                      <a:pt x="1210" y="1133"/>
                    </a:cubicBezTo>
                    <a:cubicBezTo>
                      <a:pt x="615" y="1728"/>
                      <a:pt x="281" y="2535"/>
                      <a:pt x="281" y="3376"/>
                    </a:cubicBezTo>
                    <a:cubicBezTo>
                      <a:pt x="281" y="4218"/>
                      <a:pt x="615" y="5025"/>
                      <a:pt x="1210" y="5620"/>
                    </a:cubicBezTo>
                    <a:cubicBezTo>
                      <a:pt x="1805" y="6215"/>
                      <a:pt x="2612" y="6549"/>
                      <a:pt x="3453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4A376578-F76F-AA3F-F427-D93616B570CB}"/>
                  </a:ext>
                </a:extLst>
              </p:cNvPr>
              <p:cNvSpPr/>
              <p:nvPr/>
            </p:nvSpPr>
            <p:spPr>
              <a:xfrm>
                <a:off x="4288029" y="5987721"/>
                <a:ext cx="6343" cy="6345"/>
              </a:xfrm>
              <a:custGeom>
                <a:avLst/>
                <a:gdLst>
                  <a:gd name="connsiteX0" fmla="*/ 3442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0 h 6345"/>
                  <a:gd name="connsiteX3" fmla="*/ 5685 w 6343"/>
                  <a:gd name="connsiteY3" fmla="*/ 1127 h 6345"/>
                  <a:gd name="connsiteX4" fmla="*/ 3442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0 h 6345"/>
                  <a:gd name="connsiteX7" fmla="*/ 1200 w 6343"/>
                  <a:gd name="connsiteY7" fmla="*/ 5614 h 6345"/>
                  <a:gd name="connsiteX8" fmla="*/ 344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43"/>
                    </a:moveTo>
                    <a:cubicBezTo>
                      <a:pt x="4283" y="6543"/>
                      <a:pt x="5090" y="6209"/>
                      <a:pt x="5685" y="5614"/>
                    </a:cubicBezTo>
                    <a:cubicBezTo>
                      <a:pt x="6280" y="5019"/>
                      <a:pt x="6614" y="4212"/>
                      <a:pt x="6614" y="3370"/>
                    </a:cubicBezTo>
                    <a:cubicBezTo>
                      <a:pt x="6614" y="2529"/>
                      <a:pt x="6280" y="1722"/>
                      <a:pt x="5685" y="1127"/>
                    </a:cubicBezTo>
                    <a:cubicBezTo>
                      <a:pt x="5090" y="532"/>
                      <a:pt x="4283" y="198"/>
                      <a:pt x="3442" y="198"/>
                    </a:cubicBezTo>
                    <a:cubicBezTo>
                      <a:pt x="2601" y="198"/>
                      <a:pt x="1795" y="532"/>
                      <a:pt x="1200" y="1127"/>
                    </a:cubicBezTo>
                    <a:cubicBezTo>
                      <a:pt x="605" y="1722"/>
                      <a:pt x="271" y="2529"/>
                      <a:pt x="271" y="3370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5" y="6209"/>
                      <a:pt x="2601" y="6543"/>
                      <a:pt x="344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6AC3C7DA-2E16-A7EC-1BB1-D853F2D5DB66}"/>
                  </a:ext>
                </a:extLst>
              </p:cNvPr>
              <p:cNvSpPr/>
              <p:nvPr/>
            </p:nvSpPr>
            <p:spPr>
              <a:xfrm>
                <a:off x="4285989" y="5989964"/>
                <a:ext cx="6343" cy="6345"/>
              </a:xfrm>
              <a:custGeom>
                <a:avLst/>
                <a:gdLst>
                  <a:gd name="connsiteX0" fmla="*/ 3442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1 h 6345"/>
                  <a:gd name="connsiteX3" fmla="*/ 5685 w 6343"/>
                  <a:gd name="connsiteY3" fmla="*/ 1127 h 6345"/>
                  <a:gd name="connsiteX4" fmla="*/ 3442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1 h 6345"/>
                  <a:gd name="connsiteX7" fmla="*/ 1200 w 6343"/>
                  <a:gd name="connsiteY7" fmla="*/ 5614 h 6345"/>
                  <a:gd name="connsiteX8" fmla="*/ 344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43"/>
                    </a:moveTo>
                    <a:cubicBezTo>
                      <a:pt x="4283" y="6543"/>
                      <a:pt x="5090" y="6209"/>
                      <a:pt x="5685" y="5614"/>
                    </a:cubicBezTo>
                    <a:cubicBezTo>
                      <a:pt x="6280" y="5019"/>
                      <a:pt x="6614" y="4212"/>
                      <a:pt x="6614" y="3371"/>
                    </a:cubicBezTo>
                    <a:cubicBezTo>
                      <a:pt x="6614" y="2529"/>
                      <a:pt x="6280" y="1722"/>
                      <a:pt x="5685" y="1127"/>
                    </a:cubicBezTo>
                    <a:cubicBezTo>
                      <a:pt x="5090" y="532"/>
                      <a:pt x="4283" y="198"/>
                      <a:pt x="3442" y="198"/>
                    </a:cubicBezTo>
                    <a:cubicBezTo>
                      <a:pt x="2601" y="198"/>
                      <a:pt x="1794" y="532"/>
                      <a:pt x="1200" y="1127"/>
                    </a:cubicBezTo>
                    <a:cubicBezTo>
                      <a:pt x="605" y="1722"/>
                      <a:pt x="271" y="2529"/>
                      <a:pt x="271" y="3371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4" y="6209"/>
                      <a:pt x="2601" y="6543"/>
                      <a:pt x="344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C9757DA7-F3E6-5DC3-53D0-B5316F0E1927}"/>
                  </a:ext>
                </a:extLst>
              </p:cNvPr>
              <p:cNvSpPr/>
              <p:nvPr/>
            </p:nvSpPr>
            <p:spPr>
              <a:xfrm>
                <a:off x="4224807" y="5983253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3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7 w 6343"/>
                  <a:gd name="connsiteY4" fmla="*/ 197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3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9" y="6543"/>
                      <a:pt x="5085" y="6208"/>
                      <a:pt x="5680" y="5613"/>
                    </a:cubicBezTo>
                    <a:cubicBezTo>
                      <a:pt x="6275" y="5018"/>
                      <a:pt x="6609" y="4211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5" y="532"/>
                      <a:pt x="4279" y="197"/>
                      <a:pt x="3437" y="197"/>
                    </a:cubicBezTo>
                    <a:cubicBezTo>
                      <a:pt x="2596" y="197"/>
                      <a:pt x="1790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1"/>
                      <a:pt x="600" y="5018"/>
                      <a:pt x="1195" y="5613"/>
                    </a:cubicBezTo>
                    <a:cubicBezTo>
                      <a:pt x="1790" y="6208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AB912278-53E3-8EAB-149C-BD050A3A5B20}"/>
                  </a:ext>
                </a:extLst>
              </p:cNvPr>
              <p:cNvSpPr/>
              <p:nvPr/>
            </p:nvSpPr>
            <p:spPr>
              <a:xfrm>
                <a:off x="4221966" y="5984469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7 w 6343"/>
                  <a:gd name="connsiteY4" fmla="*/ 197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8" y="6543"/>
                      <a:pt x="5085" y="6208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5" y="532"/>
                      <a:pt x="4278" y="197"/>
                      <a:pt x="3437" y="197"/>
                    </a:cubicBezTo>
                    <a:cubicBezTo>
                      <a:pt x="2596" y="197"/>
                      <a:pt x="1789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89" y="6208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DC0FDF54-9908-80EC-AD92-E07501025CC3}"/>
                  </a:ext>
                </a:extLst>
              </p:cNvPr>
              <p:cNvSpPr/>
              <p:nvPr/>
            </p:nvSpPr>
            <p:spPr>
              <a:xfrm>
                <a:off x="4219662" y="5986049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7 w 6343"/>
                  <a:gd name="connsiteY4" fmla="*/ 198 h 6345"/>
                  <a:gd name="connsiteX5" fmla="*/ 1194 w 6343"/>
                  <a:gd name="connsiteY5" fmla="*/ 1127 h 6345"/>
                  <a:gd name="connsiteX6" fmla="*/ 265 w 6343"/>
                  <a:gd name="connsiteY6" fmla="*/ 3370 h 6345"/>
                  <a:gd name="connsiteX7" fmla="*/ 1194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8" y="6543"/>
                      <a:pt x="5085" y="6209"/>
                      <a:pt x="5680" y="5614"/>
                    </a:cubicBezTo>
                    <a:cubicBezTo>
                      <a:pt x="6274" y="5019"/>
                      <a:pt x="6609" y="4212"/>
                      <a:pt x="6609" y="3370"/>
                    </a:cubicBezTo>
                    <a:cubicBezTo>
                      <a:pt x="6609" y="2529"/>
                      <a:pt x="6274" y="1722"/>
                      <a:pt x="5680" y="1127"/>
                    </a:cubicBezTo>
                    <a:cubicBezTo>
                      <a:pt x="5085" y="532"/>
                      <a:pt x="4278" y="198"/>
                      <a:pt x="3437" y="198"/>
                    </a:cubicBezTo>
                    <a:cubicBezTo>
                      <a:pt x="2596" y="198"/>
                      <a:pt x="1789" y="532"/>
                      <a:pt x="1194" y="1127"/>
                    </a:cubicBezTo>
                    <a:cubicBezTo>
                      <a:pt x="600" y="1722"/>
                      <a:pt x="265" y="2529"/>
                      <a:pt x="265" y="3370"/>
                    </a:cubicBezTo>
                    <a:cubicBezTo>
                      <a:pt x="265" y="4212"/>
                      <a:pt x="600" y="5019"/>
                      <a:pt x="1194" y="5614"/>
                    </a:cubicBezTo>
                    <a:cubicBezTo>
                      <a:pt x="1789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6AB71D30-47EC-ECA6-5973-8641CD800F09}"/>
                  </a:ext>
                </a:extLst>
              </p:cNvPr>
              <p:cNvSpPr/>
              <p:nvPr/>
            </p:nvSpPr>
            <p:spPr>
              <a:xfrm>
                <a:off x="4412430" y="6130448"/>
                <a:ext cx="6343" cy="6345"/>
              </a:xfrm>
              <a:custGeom>
                <a:avLst/>
                <a:gdLst>
                  <a:gd name="connsiteX0" fmla="*/ 3452 w 6343"/>
                  <a:gd name="connsiteY0" fmla="*/ 6554 h 6345"/>
                  <a:gd name="connsiteX1" fmla="*/ 5695 w 6343"/>
                  <a:gd name="connsiteY1" fmla="*/ 5625 h 6345"/>
                  <a:gd name="connsiteX2" fmla="*/ 6624 w 6343"/>
                  <a:gd name="connsiteY2" fmla="*/ 3382 h 6345"/>
                  <a:gd name="connsiteX3" fmla="*/ 5695 w 6343"/>
                  <a:gd name="connsiteY3" fmla="*/ 1138 h 6345"/>
                  <a:gd name="connsiteX4" fmla="*/ 3452 w 6343"/>
                  <a:gd name="connsiteY4" fmla="*/ 209 h 6345"/>
                  <a:gd name="connsiteX5" fmla="*/ 1210 w 6343"/>
                  <a:gd name="connsiteY5" fmla="*/ 1138 h 6345"/>
                  <a:gd name="connsiteX6" fmla="*/ 281 w 6343"/>
                  <a:gd name="connsiteY6" fmla="*/ 3382 h 6345"/>
                  <a:gd name="connsiteX7" fmla="*/ 1210 w 6343"/>
                  <a:gd name="connsiteY7" fmla="*/ 5625 h 6345"/>
                  <a:gd name="connsiteX8" fmla="*/ 3452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4"/>
                    </a:moveTo>
                    <a:cubicBezTo>
                      <a:pt x="4293" y="6554"/>
                      <a:pt x="5100" y="6220"/>
                      <a:pt x="5695" y="5625"/>
                    </a:cubicBezTo>
                    <a:cubicBezTo>
                      <a:pt x="6290" y="5030"/>
                      <a:pt x="6624" y="4223"/>
                      <a:pt x="6624" y="3382"/>
                    </a:cubicBezTo>
                    <a:cubicBezTo>
                      <a:pt x="6624" y="2540"/>
                      <a:pt x="6290" y="1733"/>
                      <a:pt x="5695" y="1138"/>
                    </a:cubicBezTo>
                    <a:cubicBezTo>
                      <a:pt x="5100" y="543"/>
                      <a:pt x="4293" y="209"/>
                      <a:pt x="3452" y="209"/>
                    </a:cubicBezTo>
                    <a:cubicBezTo>
                      <a:pt x="2611" y="209"/>
                      <a:pt x="1804" y="543"/>
                      <a:pt x="1210" y="1138"/>
                    </a:cubicBezTo>
                    <a:cubicBezTo>
                      <a:pt x="615" y="1733"/>
                      <a:pt x="281" y="2540"/>
                      <a:pt x="281" y="3382"/>
                    </a:cubicBezTo>
                    <a:cubicBezTo>
                      <a:pt x="281" y="4223"/>
                      <a:pt x="615" y="5030"/>
                      <a:pt x="1210" y="5625"/>
                    </a:cubicBezTo>
                    <a:cubicBezTo>
                      <a:pt x="1804" y="6220"/>
                      <a:pt x="2611" y="6554"/>
                      <a:pt x="3452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4C331994-8D09-2E4B-07F5-D08A44EB6723}"/>
                  </a:ext>
                </a:extLst>
              </p:cNvPr>
              <p:cNvSpPr/>
              <p:nvPr/>
            </p:nvSpPr>
            <p:spPr>
              <a:xfrm>
                <a:off x="4409616" y="6133468"/>
                <a:ext cx="6343" cy="6345"/>
              </a:xfrm>
              <a:custGeom>
                <a:avLst/>
                <a:gdLst>
                  <a:gd name="connsiteX0" fmla="*/ 3452 w 6343"/>
                  <a:gd name="connsiteY0" fmla="*/ 6555 h 6345"/>
                  <a:gd name="connsiteX1" fmla="*/ 5695 w 6343"/>
                  <a:gd name="connsiteY1" fmla="*/ 5625 h 6345"/>
                  <a:gd name="connsiteX2" fmla="*/ 6624 w 6343"/>
                  <a:gd name="connsiteY2" fmla="*/ 3382 h 6345"/>
                  <a:gd name="connsiteX3" fmla="*/ 5695 w 6343"/>
                  <a:gd name="connsiteY3" fmla="*/ 1138 h 6345"/>
                  <a:gd name="connsiteX4" fmla="*/ 3452 w 6343"/>
                  <a:gd name="connsiteY4" fmla="*/ 209 h 6345"/>
                  <a:gd name="connsiteX5" fmla="*/ 1209 w 6343"/>
                  <a:gd name="connsiteY5" fmla="*/ 1138 h 6345"/>
                  <a:gd name="connsiteX6" fmla="*/ 280 w 6343"/>
                  <a:gd name="connsiteY6" fmla="*/ 3382 h 6345"/>
                  <a:gd name="connsiteX7" fmla="*/ 1209 w 6343"/>
                  <a:gd name="connsiteY7" fmla="*/ 5625 h 6345"/>
                  <a:gd name="connsiteX8" fmla="*/ 3452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5"/>
                    </a:moveTo>
                    <a:cubicBezTo>
                      <a:pt x="4293" y="6555"/>
                      <a:pt x="5100" y="6220"/>
                      <a:pt x="5695" y="5625"/>
                    </a:cubicBezTo>
                    <a:cubicBezTo>
                      <a:pt x="6289" y="5030"/>
                      <a:pt x="6624" y="4223"/>
                      <a:pt x="6624" y="3382"/>
                    </a:cubicBezTo>
                    <a:cubicBezTo>
                      <a:pt x="6624" y="2540"/>
                      <a:pt x="6289" y="1733"/>
                      <a:pt x="5695" y="1138"/>
                    </a:cubicBezTo>
                    <a:cubicBezTo>
                      <a:pt x="5100" y="543"/>
                      <a:pt x="4293" y="209"/>
                      <a:pt x="3452" y="209"/>
                    </a:cubicBezTo>
                    <a:cubicBezTo>
                      <a:pt x="2611" y="209"/>
                      <a:pt x="1804" y="543"/>
                      <a:pt x="1209" y="1138"/>
                    </a:cubicBezTo>
                    <a:cubicBezTo>
                      <a:pt x="615" y="1733"/>
                      <a:pt x="280" y="2540"/>
                      <a:pt x="280" y="3382"/>
                    </a:cubicBezTo>
                    <a:cubicBezTo>
                      <a:pt x="280" y="4223"/>
                      <a:pt x="615" y="5030"/>
                      <a:pt x="1209" y="5625"/>
                    </a:cubicBezTo>
                    <a:cubicBezTo>
                      <a:pt x="1804" y="6220"/>
                      <a:pt x="2611" y="6555"/>
                      <a:pt x="3452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8689163D-6594-7DCB-E72B-2A5CD6AD556C}"/>
                  </a:ext>
                </a:extLst>
              </p:cNvPr>
              <p:cNvSpPr/>
              <p:nvPr/>
            </p:nvSpPr>
            <p:spPr>
              <a:xfrm>
                <a:off x="4204619" y="5984593"/>
                <a:ext cx="6343" cy="6345"/>
              </a:xfrm>
              <a:custGeom>
                <a:avLst/>
                <a:gdLst>
                  <a:gd name="connsiteX0" fmla="*/ 3436 w 6343"/>
                  <a:gd name="connsiteY0" fmla="*/ 6543 h 6345"/>
                  <a:gd name="connsiteX1" fmla="*/ 5678 w 6343"/>
                  <a:gd name="connsiteY1" fmla="*/ 5614 h 6345"/>
                  <a:gd name="connsiteX2" fmla="*/ 6607 w 6343"/>
                  <a:gd name="connsiteY2" fmla="*/ 3370 h 6345"/>
                  <a:gd name="connsiteX3" fmla="*/ 5678 w 6343"/>
                  <a:gd name="connsiteY3" fmla="*/ 1127 h 6345"/>
                  <a:gd name="connsiteX4" fmla="*/ 3436 w 6343"/>
                  <a:gd name="connsiteY4" fmla="*/ 197 h 6345"/>
                  <a:gd name="connsiteX5" fmla="*/ 1193 w 6343"/>
                  <a:gd name="connsiteY5" fmla="*/ 1127 h 6345"/>
                  <a:gd name="connsiteX6" fmla="*/ 264 w 6343"/>
                  <a:gd name="connsiteY6" fmla="*/ 3370 h 6345"/>
                  <a:gd name="connsiteX7" fmla="*/ 1193 w 6343"/>
                  <a:gd name="connsiteY7" fmla="*/ 5614 h 6345"/>
                  <a:gd name="connsiteX8" fmla="*/ 343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43"/>
                    </a:moveTo>
                    <a:cubicBezTo>
                      <a:pt x="4277" y="6543"/>
                      <a:pt x="5084" y="6209"/>
                      <a:pt x="5678" y="5614"/>
                    </a:cubicBezTo>
                    <a:cubicBezTo>
                      <a:pt x="6273" y="5019"/>
                      <a:pt x="6607" y="4212"/>
                      <a:pt x="6607" y="3370"/>
                    </a:cubicBezTo>
                    <a:cubicBezTo>
                      <a:pt x="6607" y="2529"/>
                      <a:pt x="6273" y="1722"/>
                      <a:pt x="5678" y="1127"/>
                    </a:cubicBezTo>
                    <a:cubicBezTo>
                      <a:pt x="5084" y="532"/>
                      <a:pt x="4277" y="197"/>
                      <a:pt x="3436" y="197"/>
                    </a:cubicBezTo>
                    <a:cubicBezTo>
                      <a:pt x="2595" y="197"/>
                      <a:pt x="1788" y="532"/>
                      <a:pt x="1193" y="1127"/>
                    </a:cubicBezTo>
                    <a:cubicBezTo>
                      <a:pt x="598" y="1722"/>
                      <a:pt x="264" y="2529"/>
                      <a:pt x="264" y="3370"/>
                    </a:cubicBezTo>
                    <a:cubicBezTo>
                      <a:pt x="264" y="4212"/>
                      <a:pt x="598" y="5019"/>
                      <a:pt x="1193" y="5614"/>
                    </a:cubicBezTo>
                    <a:cubicBezTo>
                      <a:pt x="1788" y="6209"/>
                      <a:pt x="2595" y="6543"/>
                      <a:pt x="343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C98A88FB-33DE-153C-4218-C9A100B05380}"/>
                  </a:ext>
                </a:extLst>
              </p:cNvPr>
              <p:cNvSpPr/>
              <p:nvPr/>
            </p:nvSpPr>
            <p:spPr>
              <a:xfrm>
                <a:off x="4201875" y="5985702"/>
                <a:ext cx="6343" cy="6345"/>
              </a:xfrm>
              <a:custGeom>
                <a:avLst/>
                <a:gdLst>
                  <a:gd name="connsiteX0" fmla="*/ 3436 w 6343"/>
                  <a:gd name="connsiteY0" fmla="*/ 6543 h 6345"/>
                  <a:gd name="connsiteX1" fmla="*/ 5678 w 6343"/>
                  <a:gd name="connsiteY1" fmla="*/ 5614 h 6345"/>
                  <a:gd name="connsiteX2" fmla="*/ 6607 w 6343"/>
                  <a:gd name="connsiteY2" fmla="*/ 3370 h 6345"/>
                  <a:gd name="connsiteX3" fmla="*/ 5678 w 6343"/>
                  <a:gd name="connsiteY3" fmla="*/ 1127 h 6345"/>
                  <a:gd name="connsiteX4" fmla="*/ 3436 w 6343"/>
                  <a:gd name="connsiteY4" fmla="*/ 197 h 6345"/>
                  <a:gd name="connsiteX5" fmla="*/ 1193 w 6343"/>
                  <a:gd name="connsiteY5" fmla="*/ 1127 h 6345"/>
                  <a:gd name="connsiteX6" fmla="*/ 264 w 6343"/>
                  <a:gd name="connsiteY6" fmla="*/ 3370 h 6345"/>
                  <a:gd name="connsiteX7" fmla="*/ 1193 w 6343"/>
                  <a:gd name="connsiteY7" fmla="*/ 5614 h 6345"/>
                  <a:gd name="connsiteX8" fmla="*/ 343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43"/>
                    </a:moveTo>
                    <a:cubicBezTo>
                      <a:pt x="4277" y="6543"/>
                      <a:pt x="5083" y="6209"/>
                      <a:pt x="5678" y="5614"/>
                    </a:cubicBezTo>
                    <a:cubicBezTo>
                      <a:pt x="6273" y="5019"/>
                      <a:pt x="6607" y="4212"/>
                      <a:pt x="6607" y="3370"/>
                    </a:cubicBezTo>
                    <a:cubicBezTo>
                      <a:pt x="6607" y="2529"/>
                      <a:pt x="6273" y="1722"/>
                      <a:pt x="5678" y="1127"/>
                    </a:cubicBezTo>
                    <a:cubicBezTo>
                      <a:pt x="5083" y="532"/>
                      <a:pt x="4277" y="197"/>
                      <a:pt x="3436" y="197"/>
                    </a:cubicBezTo>
                    <a:cubicBezTo>
                      <a:pt x="2594" y="197"/>
                      <a:pt x="1788" y="532"/>
                      <a:pt x="1193" y="1127"/>
                    </a:cubicBezTo>
                    <a:cubicBezTo>
                      <a:pt x="598" y="1722"/>
                      <a:pt x="264" y="2529"/>
                      <a:pt x="264" y="3370"/>
                    </a:cubicBezTo>
                    <a:cubicBezTo>
                      <a:pt x="264" y="4212"/>
                      <a:pt x="598" y="5019"/>
                      <a:pt x="1193" y="5614"/>
                    </a:cubicBezTo>
                    <a:cubicBezTo>
                      <a:pt x="1788" y="6209"/>
                      <a:pt x="2594" y="6543"/>
                      <a:pt x="343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55D0EDCD-0DE0-14DA-C5CD-6203D0AB6896}"/>
                  </a:ext>
                </a:extLst>
              </p:cNvPr>
              <p:cNvSpPr/>
              <p:nvPr/>
            </p:nvSpPr>
            <p:spPr>
              <a:xfrm>
                <a:off x="4193273" y="5985420"/>
                <a:ext cx="6343" cy="6345"/>
              </a:xfrm>
              <a:custGeom>
                <a:avLst/>
                <a:gdLst>
                  <a:gd name="connsiteX0" fmla="*/ 3435 w 6343"/>
                  <a:gd name="connsiteY0" fmla="*/ 6543 h 6345"/>
                  <a:gd name="connsiteX1" fmla="*/ 5678 w 6343"/>
                  <a:gd name="connsiteY1" fmla="*/ 5614 h 6345"/>
                  <a:gd name="connsiteX2" fmla="*/ 6606 w 6343"/>
                  <a:gd name="connsiteY2" fmla="*/ 3370 h 6345"/>
                  <a:gd name="connsiteX3" fmla="*/ 5678 w 6343"/>
                  <a:gd name="connsiteY3" fmla="*/ 1127 h 6345"/>
                  <a:gd name="connsiteX4" fmla="*/ 3435 w 6343"/>
                  <a:gd name="connsiteY4" fmla="*/ 197 h 6345"/>
                  <a:gd name="connsiteX5" fmla="*/ 1192 w 6343"/>
                  <a:gd name="connsiteY5" fmla="*/ 1127 h 6345"/>
                  <a:gd name="connsiteX6" fmla="*/ 263 w 6343"/>
                  <a:gd name="connsiteY6" fmla="*/ 3370 h 6345"/>
                  <a:gd name="connsiteX7" fmla="*/ 1192 w 6343"/>
                  <a:gd name="connsiteY7" fmla="*/ 5614 h 6345"/>
                  <a:gd name="connsiteX8" fmla="*/ 343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43"/>
                    </a:moveTo>
                    <a:cubicBezTo>
                      <a:pt x="4276" y="6543"/>
                      <a:pt x="5083" y="6209"/>
                      <a:pt x="5678" y="5614"/>
                    </a:cubicBezTo>
                    <a:cubicBezTo>
                      <a:pt x="6272" y="5019"/>
                      <a:pt x="6606" y="4212"/>
                      <a:pt x="6606" y="3370"/>
                    </a:cubicBezTo>
                    <a:cubicBezTo>
                      <a:pt x="6606" y="2529"/>
                      <a:pt x="6272" y="1722"/>
                      <a:pt x="5678" y="1127"/>
                    </a:cubicBezTo>
                    <a:cubicBezTo>
                      <a:pt x="5083" y="532"/>
                      <a:pt x="4276" y="197"/>
                      <a:pt x="3435" y="197"/>
                    </a:cubicBezTo>
                    <a:cubicBezTo>
                      <a:pt x="2594" y="197"/>
                      <a:pt x="1787" y="532"/>
                      <a:pt x="1192" y="1127"/>
                    </a:cubicBezTo>
                    <a:cubicBezTo>
                      <a:pt x="598" y="1722"/>
                      <a:pt x="263" y="2529"/>
                      <a:pt x="263" y="3370"/>
                    </a:cubicBezTo>
                    <a:cubicBezTo>
                      <a:pt x="263" y="4212"/>
                      <a:pt x="598" y="5019"/>
                      <a:pt x="1192" y="5614"/>
                    </a:cubicBezTo>
                    <a:cubicBezTo>
                      <a:pt x="1787" y="6209"/>
                      <a:pt x="2594" y="6543"/>
                      <a:pt x="343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BB3EACA9-1C5B-3F1C-CF2B-405BCF63681F}"/>
                  </a:ext>
                </a:extLst>
              </p:cNvPr>
              <p:cNvSpPr/>
              <p:nvPr/>
            </p:nvSpPr>
            <p:spPr>
              <a:xfrm>
                <a:off x="4177432" y="5982204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6 w 6343"/>
                  <a:gd name="connsiteY1" fmla="*/ 5613 h 6345"/>
                  <a:gd name="connsiteX2" fmla="*/ 6605 w 6343"/>
                  <a:gd name="connsiteY2" fmla="*/ 3370 h 6345"/>
                  <a:gd name="connsiteX3" fmla="*/ 5676 w 6343"/>
                  <a:gd name="connsiteY3" fmla="*/ 1126 h 6345"/>
                  <a:gd name="connsiteX4" fmla="*/ 3434 w 6343"/>
                  <a:gd name="connsiteY4" fmla="*/ 197 h 6345"/>
                  <a:gd name="connsiteX5" fmla="*/ 1191 w 6343"/>
                  <a:gd name="connsiteY5" fmla="*/ 1126 h 6345"/>
                  <a:gd name="connsiteX6" fmla="*/ 262 w 6343"/>
                  <a:gd name="connsiteY6" fmla="*/ 3370 h 6345"/>
                  <a:gd name="connsiteX7" fmla="*/ 1191 w 6343"/>
                  <a:gd name="connsiteY7" fmla="*/ 5613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2" y="6208"/>
                      <a:pt x="5676" y="5613"/>
                    </a:cubicBezTo>
                    <a:cubicBezTo>
                      <a:pt x="6271" y="5018"/>
                      <a:pt x="6605" y="4211"/>
                      <a:pt x="6605" y="3370"/>
                    </a:cubicBezTo>
                    <a:cubicBezTo>
                      <a:pt x="6605" y="2529"/>
                      <a:pt x="6271" y="1721"/>
                      <a:pt x="5676" y="1126"/>
                    </a:cubicBezTo>
                    <a:cubicBezTo>
                      <a:pt x="5082" y="532"/>
                      <a:pt x="4275" y="197"/>
                      <a:pt x="3434" y="197"/>
                    </a:cubicBezTo>
                    <a:cubicBezTo>
                      <a:pt x="2593" y="197"/>
                      <a:pt x="1786" y="532"/>
                      <a:pt x="1191" y="1126"/>
                    </a:cubicBezTo>
                    <a:cubicBezTo>
                      <a:pt x="596" y="1721"/>
                      <a:pt x="262" y="2529"/>
                      <a:pt x="262" y="3370"/>
                    </a:cubicBezTo>
                    <a:cubicBezTo>
                      <a:pt x="262" y="4211"/>
                      <a:pt x="596" y="5018"/>
                      <a:pt x="1191" y="5613"/>
                    </a:cubicBezTo>
                    <a:cubicBezTo>
                      <a:pt x="1786" y="6208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5B63A077-5079-5DCE-311A-4F2502207AE7}"/>
                  </a:ext>
                </a:extLst>
              </p:cNvPr>
              <p:cNvSpPr/>
              <p:nvPr/>
            </p:nvSpPr>
            <p:spPr>
              <a:xfrm>
                <a:off x="4175729" y="5983916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6 w 6343"/>
                  <a:gd name="connsiteY1" fmla="*/ 5613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4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3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1" y="6208"/>
                      <a:pt x="5676" y="5613"/>
                    </a:cubicBezTo>
                    <a:cubicBezTo>
                      <a:pt x="6271" y="5019"/>
                      <a:pt x="6605" y="4211"/>
                      <a:pt x="6605" y="3370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1" y="532"/>
                      <a:pt x="4275" y="197"/>
                      <a:pt x="3434" y="197"/>
                    </a:cubicBezTo>
                    <a:cubicBezTo>
                      <a:pt x="2592" y="197"/>
                      <a:pt x="1786" y="532"/>
                      <a:pt x="1191" y="1127"/>
                    </a:cubicBezTo>
                    <a:cubicBezTo>
                      <a:pt x="596" y="1722"/>
                      <a:pt x="262" y="2529"/>
                      <a:pt x="262" y="3370"/>
                    </a:cubicBezTo>
                    <a:cubicBezTo>
                      <a:pt x="262" y="4211"/>
                      <a:pt x="596" y="5019"/>
                      <a:pt x="1191" y="5613"/>
                    </a:cubicBezTo>
                    <a:cubicBezTo>
                      <a:pt x="1786" y="6208"/>
                      <a:pt x="2592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96700B60-52F6-B166-D743-28A186607F1A}"/>
                  </a:ext>
                </a:extLst>
              </p:cNvPr>
              <p:cNvSpPr/>
              <p:nvPr/>
            </p:nvSpPr>
            <p:spPr>
              <a:xfrm>
                <a:off x="4170764" y="5982913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3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3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3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8"/>
                      <a:pt x="5676" y="5613"/>
                    </a:cubicBezTo>
                    <a:cubicBezTo>
                      <a:pt x="6271" y="5018"/>
                      <a:pt x="6605" y="4211"/>
                      <a:pt x="6605" y="3370"/>
                    </a:cubicBezTo>
                    <a:cubicBezTo>
                      <a:pt x="6605" y="2529"/>
                      <a:pt x="6271" y="1721"/>
                      <a:pt x="5676" y="1127"/>
                    </a:cubicBezTo>
                    <a:cubicBezTo>
                      <a:pt x="5081" y="532"/>
                      <a:pt x="4274" y="197"/>
                      <a:pt x="3433" y="197"/>
                    </a:cubicBezTo>
                    <a:cubicBezTo>
                      <a:pt x="2592" y="197"/>
                      <a:pt x="1785" y="532"/>
                      <a:pt x="1191" y="1127"/>
                    </a:cubicBezTo>
                    <a:cubicBezTo>
                      <a:pt x="596" y="1721"/>
                      <a:pt x="262" y="2529"/>
                      <a:pt x="262" y="3370"/>
                    </a:cubicBezTo>
                    <a:cubicBezTo>
                      <a:pt x="262" y="4211"/>
                      <a:pt x="596" y="5018"/>
                      <a:pt x="1191" y="5613"/>
                    </a:cubicBezTo>
                    <a:cubicBezTo>
                      <a:pt x="1785" y="6208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4E7B4F65-FB9C-385A-8FB4-88AF8DEBAD81}"/>
                  </a:ext>
                </a:extLst>
              </p:cNvPr>
              <p:cNvSpPr/>
              <p:nvPr/>
            </p:nvSpPr>
            <p:spPr>
              <a:xfrm>
                <a:off x="4169423" y="5984889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4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3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4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9"/>
                      <a:pt x="5676" y="5614"/>
                    </a:cubicBezTo>
                    <a:cubicBezTo>
                      <a:pt x="6270" y="5019"/>
                      <a:pt x="6605" y="4212"/>
                      <a:pt x="6605" y="3370"/>
                    </a:cubicBezTo>
                    <a:cubicBezTo>
                      <a:pt x="6605" y="2529"/>
                      <a:pt x="6270" y="1722"/>
                      <a:pt x="5676" y="1127"/>
                    </a:cubicBezTo>
                    <a:cubicBezTo>
                      <a:pt x="5081" y="532"/>
                      <a:pt x="4274" y="197"/>
                      <a:pt x="3433" y="197"/>
                    </a:cubicBezTo>
                    <a:cubicBezTo>
                      <a:pt x="2592" y="197"/>
                      <a:pt x="1785" y="532"/>
                      <a:pt x="1190" y="1127"/>
                    </a:cubicBezTo>
                    <a:cubicBezTo>
                      <a:pt x="596" y="1722"/>
                      <a:pt x="261" y="2529"/>
                      <a:pt x="261" y="3370"/>
                    </a:cubicBezTo>
                    <a:cubicBezTo>
                      <a:pt x="261" y="4212"/>
                      <a:pt x="596" y="5019"/>
                      <a:pt x="1190" y="5614"/>
                    </a:cubicBezTo>
                    <a:cubicBezTo>
                      <a:pt x="1785" y="6209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012D25C9-06F6-98CE-0710-717FEBCE6B15}"/>
                  </a:ext>
                </a:extLst>
              </p:cNvPr>
              <p:cNvSpPr/>
              <p:nvPr/>
            </p:nvSpPr>
            <p:spPr>
              <a:xfrm>
                <a:off x="4162352" y="5981986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3 h 6345"/>
                  <a:gd name="connsiteX2" fmla="*/ 6604 w 6343"/>
                  <a:gd name="connsiteY2" fmla="*/ 3370 h 6345"/>
                  <a:gd name="connsiteX3" fmla="*/ 5675 w 6343"/>
                  <a:gd name="connsiteY3" fmla="*/ 1126 h 6345"/>
                  <a:gd name="connsiteX4" fmla="*/ 3432 w 6343"/>
                  <a:gd name="connsiteY4" fmla="*/ 197 h 6345"/>
                  <a:gd name="connsiteX5" fmla="*/ 1190 w 6343"/>
                  <a:gd name="connsiteY5" fmla="*/ 1126 h 6345"/>
                  <a:gd name="connsiteX6" fmla="*/ 261 w 6343"/>
                  <a:gd name="connsiteY6" fmla="*/ 3370 h 6345"/>
                  <a:gd name="connsiteX7" fmla="*/ 1190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4" y="6543"/>
                      <a:pt x="5080" y="6208"/>
                      <a:pt x="5675" y="5613"/>
                    </a:cubicBezTo>
                    <a:cubicBezTo>
                      <a:pt x="6270" y="5018"/>
                      <a:pt x="6604" y="4211"/>
                      <a:pt x="6604" y="3370"/>
                    </a:cubicBezTo>
                    <a:cubicBezTo>
                      <a:pt x="6604" y="2528"/>
                      <a:pt x="6270" y="1721"/>
                      <a:pt x="5675" y="1126"/>
                    </a:cubicBezTo>
                    <a:cubicBezTo>
                      <a:pt x="5080" y="531"/>
                      <a:pt x="4274" y="197"/>
                      <a:pt x="3432" y="197"/>
                    </a:cubicBezTo>
                    <a:cubicBezTo>
                      <a:pt x="2591" y="197"/>
                      <a:pt x="1785" y="531"/>
                      <a:pt x="1190" y="1126"/>
                    </a:cubicBezTo>
                    <a:cubicBezTo>
                      <a:pt x="595" y="1721"/>
                      <a:pt x="261" y="2528"/>
                      <a:pt x="261" y="3370"/>
                    </a:cubicBezTo>
                    <a:cubicBezTo>
                      <a:pt x="261" y="4211"/>
                      <a:pt x="595" y="5018"/>
                      <a:pt x="1190" y="5613"/>
                    </a:cubicBezTo>
                    <a:cubicBezTo>
                      <a:pt x="1785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881B60F5-EE0B-07D0-22F6-2D86B76B414F}"/>
                  </a:ext>
                </a:extLst>
              </p:cNvPr>
              <p:cNvSpPr/>
              <p:nvPr/>
            </p:nvSpPr>
            <p:spPr>
              <a:xfrm>
                <a:off x="4157487" y="5980869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3 h 6345"/>
                  <a:gd name="connsiteX2" fmla="*/ 6604 w 6343"/>
                  <a:gd name="connsiteY2" fmla="*/ 3370 h 6345"/>
                  <a:gd name="connsiteX3" fmla="*/ 5675 w 6343"/>
                  <a:gd name="connsiteY3" fmla="*/ 1126 h 6345"/>
                  <a:gd name="connsiteX4" fmla="*/ 3432 w 6343"/>
                  <a:gd name="connsiteY4" fmla="*/ 197 h 6345"/>
                  <a:gd name="connsiteX5" fmla="*/ 1189 w 6343"/>
                  <a:gd name="connsiteY5" fmla="*/ 1126 h 6345"/>
                  <a:gd name="connsiteX6" fmla="*/ 261 w 6343"/>
                  <a:gd name="connsiteY6" fmla="*/ 3370 h 6345"/>
                  <a:gd name="connsiteX7" fmla="*/ 1189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8"/>
                      <a:pt x="5675" y="5613"/>
                    </a:cubicBezTo>
                    <a:cubicBezTo>
                      <a:pt x="6269" y="5018"/>
                      <a:pt x="6604" y="4211"/>
                      <a:pt x="6604" y="3370"/>
                    </a:cubicBezTo>
                    <a:cubicBezTo>
                      <a:pt x="6604" y="2528"/>
                      <a:pt x="6269" y="1721"/>
                      <a:pt x="5675" y="1126"/>
                    </a:cubicBezTo>
                    <a:cubicBezTo>
                      <a:pt x="5080" y="531"/>
                      <a:pt x="4273" y="197"/>
                      <a:pt x="3432" y="197"/>
                    </a:cubicBezTo>
                    <a:cubicBezTo>
                      <a:pt x="2591" y="197"/>
                      <a:pt x="1784" y="531"/>
                      <a:pt x="1189" y="1126"/>
                    </a:cubicBezTo>
                    <a:cubicBezTo>
                      <a:pt x="595" y="1721"/>
                      <a:pt x="261" y="2528"/>
                      <a:pt x="261" y="3370"/>
                    </a:cubicBezTo>
                    <a:cubicBezTo>
                      <a:pt x="261" y="4211"/>
                      <a:pt x="595" y="5018"/>
                      <a:pt x="1189" y="5613"/>
                    </a:cubicBezTo>
                    <a:cubicBezTo>
                      <a:pt x="1784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0862E7EF-0E9C-1591-4D6D-3D6F555A7907}"/>
                  </a:ext>
                </a:extLst>
              </p:cNvPr>
              <p:cNvSpPr/>
              <p:nvPr/>
            </p:nvSpPr>
            <p:spPr>
              <a:xfrm>
                <a:off x="4155226" y="5981954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3 h 6345"/>
                  <a:gd name="connsiteX2" fmla="*/ 6603 w 6343"/>
                  <a:gd name="connsiteY2" fmla="*/ 3370 h 6345"/>
                  <a:gd name="connsiteX3" fmla="*/ 5675 w 6343"/>
                  <a:gd name="connsiteY3" fmla="*/ 1126 h 6345"/>
                  <a:gd name="connsiteX4" fmla="*/ 3432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8"/>
                      <a:pt x="5675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8"/>
                      <a:pt x="6269" y="1721"/>
                      <a:pt x="5675" y="1126"/>
                    </a:cubicBezTo>
                    <a:cubicBezTo>
                      <a:pt x="5080" y="531"/>
                      <a:pt x="4273" y="197"/>
                      <a:pt x="3432" y="197"/>
                    </a:cubicBezTo>
                    <a:cubicBezTo>
                      <a:pt x="2591" y="197"/>
                      <a:pt x="1784" y="531"/>
                      <a:pt x="1189" y="1126"/>
                    </a:cubicBezTo>
                    <a:cubicBezTo>
                      <a:pt x="595" y="1721"/>
                      <a:pt x="260" y="2528"/>
                      <a:pt x="260" y="3370"/>
                    </a:cubicBezTo>
                    <a:cubicBezTo>
                      <a:pt x="260" y="4211"/>
                      <a:pt x="595" y="5018"/>
                      <a:pt x="1189" y="5613"/>
                    </a:cubicBezTo>
                    <a:cubicBezTo>
                      <a:pt x="1784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24FFFE6D-184B-565A-7E69-8D03233DE3BA}"/>
                  </a:ext>
                </a:extLst>
              </p:cNvPr>
              <p:cNvSpPr/>
              <p:nvPr/>
            </p:nvSpPr>
            <p:spPr>
              <a:xfrm>
                <a:off x="4151003" y="5981287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6 h 6345"/>
                  <a:gd name="connsiteX4" fmla="*/ 3432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79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8"/>
                      <a:pt x="6269" y="1721"/>
                      <a:pt x="5674" y="1126"/>
                    </a:cubicBezTo>
                    <a:cubicBezTo>
                      <a:pt x="5079" y="531"/>
                      <a:pt x="4273" y="197"/>
                      <a:pt x="3432" y="197"/>
                    </a:cubicBezTo>
                    <a:cubicBezTo>
                      <a:pt x="2590" y="197"/>
                      <a:pt x="1784" y="531"/>
                      <a:pt x="1189" y="1126"/>
                    </a:cubicBezTo>
                    <a:cubicBezTo>
                      <a:pt x="594" y="1721"/>
                      <a:pt x="260" y="2528"/>
                      <a:pt x="260" y="3370"/>
                    </a:cubicBezTo>
                    <a:cubicBezTo>
                      <a:pt x="260" y="4211"/>
                      <a:pt x="594" y="5018"/>
                      <a:pt x="1189" y="5613"/>
                    </a:cubicBezTo>
                    <a:cubicBezTo>
                      <a:pt x="1784" y="6208"/>
                      <a:pt x="2590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C0BFDDB3-F7B1-3966-10A2-233F6DB387E2}"/>
                  </a:ext>
                </a:extLst>
              </p:cNvPr>
              <p:cNvSpPr/>
              <p:nvPr/>
            </p:nvSpPr>
            <p:spPr>
              <a:xfrm>
                <a:off x="4148322" y="5981942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6 h 6345"/>
                  <a:gd name="connsiteX4" fmla="*/ 3431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8"/>
                      <a:pt x="6269" y="1721"/>
                      <a:pt x="5674" y="1126"/>
                    </a:cubicBezTo>
                    <a:cubicBezTo>
                      <a:pt x="5079" y="531"/>
                      <a:pt x="4272" y="197"/>
                      <a:pt x="3431" y="197"/>
                    </a:cubicBezTo>
                    <a:cubicBezTo>
                      <a:pt x="2590" y="197"/>
                      <a:pt x="1783" y="531"/>
                      <a:pt x="1189" y="1126"/>
                    </a:cubicBezTo>
                    <a:cubicBezTo>
                      <a:pt x="594" y="1721"/>
                      <a:pt x="260" y="2528"/>
                      <a:pt x="260" y="3370"/>
                    </a:cubicBezTo>
                    <a:cubicBezTo>
                      <a:pt x="260" y="4211"/>
                      <a:pt x="594" y="5018"/>
                      <a:pt x="1189" y="5613"/>
                    </a:cubicBezTo>
                    <a:cubicBezTo>
                      <a:pt x="1783" y="6208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0C232285-9F2C-ECA6-A3C9-66B0F71AE0B5}"/>
                  </a:ext>
                </a:extLst>
              </p:cNvPr>
              <p:cNvSpPr/>
              <p:nvPr/>
            </p:nvSpPr>
            <p:spPr>
              <a:xfrm>
                <a:off x="4145573" y="5982510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6 h 6345"/>
                  <a:gd name="connsiteX4" fmla="*/ 3431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9"/>
                      <a:pt x="6269" y="1721"/>
                      <a:pt x="5674" y="1126"/>
                    </a:cubicBezTo>
                    <a:cubicBezTo>
                      <a:pt x="5079" y="532"/>
                      <a:pt x="4272" y="197"/>
                      <a:pt x="3431" y="197"/>
                    </a:cubicBezTo>
                    <a:cubicBezTo>
                      <a:pt x="2590" y="197"/>
                      <a:pt x="1783" y="532"/>
                      <a:pt x="1189" y="1126"/>
                    </a:cubicBezTo>
                    <a:cubicBezTo>
                      <a:pt x="594" y="1721"/>
                      <a:pt x="260" y="2529"/>
                      <a:pt x="260" y="3370"/>
                    </a:cubicBezTo>
                    <a:cubicBezTo>
                      <a:pt x="260" y="4211"/>
                      <a:pt x="594" y="5018"/>
                      <a:pt x="1189" y="5613"/>
                    </a:cubicBezTo>
                    <a:cubicBezTo>
                      <a:pt x="1783" y="6208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7A7D66CE-FB6C-89E6-713F-AED8963BF0BB}"/>
                  </a:ext>
                </a:extLst>
              </p:cNvPr>
              <p:cNvSpPr/>
              <p:nvPr/>
            </p:nvSpPr>
            <p:spPr>
              <a:xfrm>
                <a:off x="4142967" y="5983181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7 h 6345"/>
                  <a:gd name="connsiteX4" fmla="*/ 3431 w 6343"/>
                  <a:gd name="connsiteY4" fmla="*/ 197 h 6345"/>
                  <a:gd name="connsiteX5" fmla="*/ 1188 w 6343"/>
                  <a:gd name="connsiteY5" fmla="*/ 1127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8"/>
                      <a:pt x="5674" y="5613"/>
                    </a:cubicBezTo>
                    <a:cubicBezTo>
                      <a:pt x="6268" y="5018"/>
                      <a:pt x="6603" y="4211"/>
                      <a:pt x="6603" y="3370"/>
                    </a:cubicBezTo>
                    <a:cubicBezTo>
                      <a:pt x="6603" y="2529"/>
                      <a:pt x="6268" y="1722"/>
                      <a:pt x="5674" y="1127"/>
                    </a:cubicBezTo>
                    <a:cubicBezTo>
                      <a:pt x="5079" y="532"/>
                      <a:pt x="4272" y="197"/>
                      <a:pt x="3431" y="197"/>
                    </a:cubicBezTo>
                    <a:cubicBezTo>
                      <a:pt x="2590" y="197"/>
                      <a:pt x="1783" y="532"/>
                      <a:pt x="1188" y="1127"/>
                    </a:cubicBezTo>
                    <a:cubicBezTo>
                      <a:pt x="594" y="1722"/>
                      <a:pt x="259" y="2529"/>
                      <a:pt x="259" y="3370"/>
                    </a:cubicBezTo>
                    <a:cubicBezTo>
                      <a:pt x="259" y="4211"/>
                      <a:pt x="594" y="5018"/>
                      <a:pt x="1188" y="5613"/>
                    </a:cubicBezTo>
                    <a:cubicBezTo>
                      <a:pt x="1783" y="6208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980E03F2-3954-1C15-F890-5C378ACF295F}"/>
                  </a:ext>
                </a:extLst>
              </p:cNvPr>
              <p:cNvSpPr/>
              <p:nvPr/>
            </p:nvSpPr>
            <p:spPr>
              <a:xfrm>
                <a:off x="4139040" y="5982600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7 h 6345"/>
                  <a:gd name="connsiteX4" fmla="*/ 3431 w 6343"/>
                  <a:gd name="connsiteY4" fmla="*/ 197 h 6345"/>
                  <a:gd name="connsiteX5" fmla="*/ 1188 w 6343"/>
                  <a:gd name="connsiteY5" fmla="*/ 1127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8"/>
                      <a:pt x="5673" y="5613"/>
                    </a:cubicBezTo>
                    <a:cubicBezTo>
                      <a:pt x="6268" y="5018"/>
                      <a:pt x="6602" y="4211"/>
                      <a:pt x="6602" y="3370"/>
                    </a:cubicBezTo>
                    <a:cubicBezTo>
                      <a:pt x="6602" y="2529"/>
                      <a:pt x="6268" y="1721"/>
                      <a:pt x="5673" y="1127"/>
                    </a:cubicBezTo>
                    <a:cubicBezTo>
                      <a:pt x="5079" y="532"/>
                      <a:pt x="4272" y="197"/>
                      <a:pt x="3431" y="197"/>
                    </a:cubicBezTo>
                    <a:cubicBezTo>
                      <a:pt x="2590" y="197"/>
                      <a:pt x="1783" y="532"/>
                      <a:pt x="1188" y="1127"/>
                    </a:cubicBezTo>
                    <a:cubicBezTo>
                      <a:pt x="593" y="1721"/>
                      <a:pt x="259" y="2529"/>
                      <a:pt x="259" y="3370"/>
                    </a:cubicBezTo>
                    <a:cubicBezTo>
                      <a:pt x="259" y="4211"/>
                      <a:pt x="593" y="5018"/>
                      <a:pt x="1188" y="5613"/>
                    </a:cubicBezTo>
                    <a:cubicBezTo>
                      <a:pt x="1783" y="6208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B7849C02-8721-D13A-DC0B-4288695FD063}"/>
                  </a:ext>
                </a:extLst>
              </p:cNvPr>
              <p:cNvSpPr/>
              <p:nvPr/>
            </p:nvSpPr>
            <p:spPr>
              <a:xfrm>
                <a:off x="4135789" y="5982600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7 h 6345"/>
                  <a:gd name="connsiteX4" fmla="*/ 3430 w 6343"/>
                  <a:gd name="connsiteY4" fmla="*/ 197 h 6345"/>
                  <a:gd name="connsiteX5" fmla="*/ 1188 w 6343"/>
                  <a:gd name="connsiteY5" fmla="*/ 1127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8" y="6208"/>
                      <a:pt x="5673" y="5613"/>
                    </a:cubicBezTo>
                    <a:cubicBezTo>
                      <a:pt x="6268" y="5018"/>
                      <a:pt x="6602" y="4211"/>
                      <a:pt x="6602" y="3370"/>
                    </a:cubicBezTo>
                    <a:cubicBezTo>
                      <a:pt x="6602" y="2529"/>
                      <a:pt x="6268" y="1721"/>
                      <a:pt x="5673" y="1127"/>
                    </a:cubicBezTo>
                    <a:cubicBezTo>
                      <a:pt x="5078" y="532"/>
                      <a:pt x="4271" y="197"/>
                      <a:pt x="3430" y="197"/>
                    </a:cubicBezTo>
                    <a:cubicBezTo>
                      <a:pt x="2589" y="197"/>
                      <a:pt x="1783" y="532"/>
                      <a:pt x="1188" y="1127"/>
                    </a:cubicBezTo>
                    <a:cubicBezTo>
                      <a:pt x="593" y="1721"/>
                      <a:pt x="259" y="2529"/>
                      <a:pt x="259" y="3370"/>
                    </a:cubicBezTo>
                    <a:cubicBezTo>
                      <a:pt x="259" y="4211"/>
                      <a:pt x="593" y="5018"/>
                      <a:pt x="1188" y="5613"/>
                    </a:cubicBezTo>
                    <a:cubicBezTo>
                      <a:pt x="1783" y="6208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84265D49-6B15-7184-E266-0D372B54AA69}"/>
                  </a:ext>
                </a:extLst>
              </p:cNvPr>
              <p:cNvSpPr/>
              <p:nvPr/>
            </p:nvSpPr>
            <p:spPr>
              <a:xfrm>
                <a:off x="4128939" y="5982144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2 w 6343"/>
                  <a:gd name="connsiteY1" fmla="*/ 5613 h 6345"/>
                  <a:gd name="connsiteX2" fmla="*/ 6601 w 6343"/>
                  <a:gd name="connsiteY2" fmla="*/ 3370 h 6345"/>
                  <a:gd name="connsiteX3" fmla="*/ 5672 w 6343"/>
                  <a:gd name="connsiteY3" fmla="*/ 1126 h 6345"/>
                  <a:gd name="connsiteX4" fmla="*/ 3430 w 6343"/>
                  <a:gd name="connsiteY4" fmla="*/ 197 h 6345"/>
                  <a:gd name="connsiteX5" fmla="*/ 1187 w 6343"/>
                  <a:gd name="connsiteY5" fmla="*/ 1126 h 6345"/>
                  <a:gd name="connsiteX6" fmla="*/ 258 w 6343"/>
                  <a:gd name="connsiteY6" fmla="*/ 3370 h 6345"/>
                  <a:gd name="connsiteX7" fmla="*/ 1187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8" y="6208"/>
                      <a:pt x="5672" y="5613"/>
                    </a:cubicBezTo>
                    <a:cubicBezTo>
                      <a:pt x="6267" y="5018"/>
                      <a:pt x="6601" y="4211"/>
                      <a:pt x="6601" y="3370"/>
                    </a:cubicBezTo>
                    <a:cubicBezTo>
                      <a:pt x="6601" y="2528"/>
                      <a:pt x="6267" y="1721"/>
                      <a:pt x="5672" y="1126"/>
                    </a:cubicBezTo>
                    <a:cubicBezTo>
                      <a:pt x="5078" y="532"/>
                      <a:pt x="4271" y="197"/>
                      <a:pt x="3430" y="197"/>
                    </a:cubicBezTo>
                    <a:cubicBezTo>
                      <a:pt x="2589" y="197"/>
                      <a:pt x="1782" y="532"/>
                      <a:pt x="1187" y="1126"/>
                    </a:cubicBezTo>
                    <a:cubicBezTo>
                      <a:pt x="592" y="1721"/>
                      <a:pt x="258" y="2528"/>
                      <a:pt x="258" y="3370"/>
                    </a:cubicBezTo>
                    <a:cubicBezTo>
                      <a:pt x="258" y="4211"/>
                      <a:pt x="592" y="5018"/>
                      <a:pt x="1187" y="5613"/>
                    </a:cubicBezTo>
                    <a:cubicBezTo>
                      <a:pt x="1782" y="6208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56CDA568-10ED-304B-B368-C73FD702FC33}"/>
                  </a:ext>
                </a:extLst>
              </p:cNvPr>
              <p:cNvSpPr/>
              <p:nvPr/>
            </p:nvSpPr>
            <p:spPr>
              <a:xfrm>
                <a:off x="4125891" y="5982216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2 w 6343"/>
                  <a:gd name="connsiteY1" fmla="*/ 5613 h 6345"/>
                  <a:gd name="connsiteX2" fmla="*/ 6601 w 6343"/>
                  <a:gd name="connsiteY2" fmla="*/ 3370 h 6345"/>
                  <a:gd name="connsiteX3" fmla="*/ 5672 w 6343"/>
                  <a:gd name="connsiteY3" fmla="*/ 1126 h 6345"/>
                  <a:gd name="connsiteX4" fmla="*/ 3430 w 6343"/>
                  <a:gd name="connsiteY4" fmla="*/ 197 h 6345"/>
                  <a:gd name="connsiteX5" fmla="*/ 1187 w 6343"/>
                  <a:gd name="connsiteY5" fmla="*/ 1126 h 6345"/>
                  <a:gd name="connsiteX6" fmla="*/ 258 w 6343"/>
                  <a:gd name="connsiteY6" fmla="*/ 3370 h 6345"/>
                  <a:gd name="connsiteX7" fmla="*/ 1187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7" y="6208"/>
                      <a:pt x="5672" y="5613"/>
                    </a:cubicBezTo>
                    <a:cubicBezTo>
                      <a:pt x="6267" y="5018"/>
                      <a:pt x="6601" y="4211"/>
                      <a:pt x="6601" y="3370"/>
                    </a:cubicBezTo>
                    <a:cubicBezTo>
                      <a:pt x="6601" y="2529"/>
                      <a:pt x="6267" y="1721"/>
                      <a:pt x="5672" y="1126"/>
                    </a:cubicBezTo>
                    <a:cubicBezTo>
                      <a:pt x="5077" y="532"/>
                      <a:pt x="4271" y="197"/>
                      <a:pt x="3430" y="197"/>
                    </a:cubicBezTo>
                    <a:cubicBezTo>
                      <a:pt x="2588" y="197"/>
                      <a:pt x="1782" y="532"/>
                      <a:pt x="1187" y="1126"/>
                    </a:cubicBezTo>
                    <a:cubicBezTo>
                      <a:pt x="592" y="1721"/>
                      <a:pt x="258" y="2529"/>
                      <a:pt x="258" y="3370"/>
                    </a:cubicBezTo>
                    <a:cubicBezTo>
                      <a:pt x="258" y="4211"/>
                      <a:pt x="592" y="5018"/>
                      <a:pt x="1187" y="5613"/>
                    </a:cubicBezTo>
                    <a:cubicBezTo>
                      <a:pt x="1782" y="6208"/>
                      <a:pt x="2588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37C47BEC-1B60-812C-36DD-4ED365D419E7}"/>
                  </a:ext>
                </a:extLst>
              </p:cNvPr>
              <p:cNvSpPr/>
              <p:nvPr/>
            </p:nvSpPr>
            <p:spPr>
              <a:xfrm>
                <a:off x="4115631" y="5981079"/>
                <a:ext cx="6343" cy="6345"/>
              </a:xfrm>
              <a:custGeom>
                <a:avLst/>
                <a:gdLst>
                  <a:gd name="connsiteX0" fmla="*/ 3429 w 6343"/>
                  <a:gd name="connsiteY0" fmla="*/ 6543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6 h 6345"/>
                  <a:gd name="connsiteX4" fmla="*/ 3429 w 6343"/>
                  <a:gd name="connsiteY4" fmla="*/ 197 h 6345"/>
                  <a:gd name="connsiteX5" fmla="*/ 1186 w 6343"/>
                  <a:gd name="connsiteY5" fmla="*/ 1126 h 6345"/>
                  <a:gd name="connsiteX6" fmla="*/ 257 w 6343"/>
                  <a:gd name="connsiteY6" fmla="*/ 3370 h 6345"/>
                  <a:gd name="connsiteX7" fmla="*/ 1186 w 6343"/>
                  <a:gd name="connsiteY7" fmla="*/ 5613 h 6345"/>
                  <a:gd name="connsiteX8" fmla="*/ 3429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43"/>
                    </a:moveTo>
                    <a:cubicBezTo>
                      <a:pt x="4270" y="6543"/>
                      <a:pt x="5077" y="6208"/>
                      <a:pt x="5671" y="5613"/>
                    </a:cubicBezTo>
                    <a:cubicBezTo>
                      <a:pt x="6266" y="5018"/>
                      <a:pt x="6600" y="4211"/>
                      <a:pt x="6600" y="3370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7" y="531"/>
                      <a:pt x="4270" y="197"/>
                      <a:pt x="3429" y="197"/>
                    </a:cubicBezTo>
                    <a:cubicBezTo>
                      <a:pt x="2588" y="197"/>
                      <a:pt x="1781" y="531"/>
                      <a:pt x="1186" y="1126"/>
                    </a:cubicBezTo>
                    <a:cubicBezTo>
                      <a:pt x="591" y="1721"/>
                      <a:pt x="257" y="2528"/>
                      <a:pt x="257" y="3370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1" y="6208"/>
                      <a:pt x="2588" y="6543"/>
                      <a:pt x="3429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31567DB6-8BCC-E8C2-0122-EB4210309102}"/>
                  </a:ext>
                </a:extLst>
              </p:cNvPr>
              <p:cNvSpPr/>
              <p:nvPr/>
            </p:nvSpPr>
            <p:spPr>
              <a:xfrm>
                <a:off x="4109434" y="5980752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6 w 6343"/>
                  <a:gd name="connsiteY5" fmla="*/ 1126 h 6345"/>
                  <a:gd name="connsiteX6" fmla="*/ 257 w 6343"/>
                  <a:gd name="connsiteY6" fmla="*/ 3370 h 6345"/>
                  <a:gd name="connsiteX7" fmla="*/ 1186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8"/>
                      <a:pt x="5671" y="5613"/>
                    </a:cubicBezTo>
                    <a:cubicBezTo>
                      <a:pt x="6266" y="5018"/>
                      <a:pt x="6600" y="4211"/>
                      <a:pt x="6600" y="3370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6" y="1126"/>
                    </a:cubicBezTo>
                    <a:cubicBezTo>
                      <a:pt x="591" y="1721"/>
                      <a:pt x="257" y="2528"/>
                      <a:pt x="257" y="3370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0" y="6208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6B296DDC-96AF-1D16-9239-101AA6635B35}"/>
                  </a:ext>
                </a:extLst>
              </p:cNvPr>
              <p:cNvSpPr/>
              <p:nvPr/>
            </p:nvSpPr>
            <p:spPr>
              <a:xfrm>
                <a:off x="4106812" y="5981028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5 w 6343"/>
                  <a:gd name="connsiteY5" fmla="*/ 1126 h 6345"/>
                  <a:gd name="connsiteX6" fmla="*/ 257 w 6343"/>
                  <a:gd name="connsiteY6" fmla="*/ 3370 h 6345"/>
                  <a:gd name="connsiteX7" fmla="*/ 1185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8"/>
                      <a:pt x="5671" y="5613"/>
                    </a:cubicBezTo>
                    <a:cubicBezTo>
                      <a:pt x="6265" y="5018"/>
                      <a:pt x="6600" y="4211"/>
                      <a:pt x="6600" y="3370"/>
                    </a:cubicBezTo>
                    <a:cubicBezTo>
                      <a:pt x="6600" y="2528"/>
                      <a:pt x="6265" y="1721"/>
                      <a:pt x="5671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5" y="1126"/>
                    </a:cubicBezTo>
                    <a:cubicBezTo>
                      <a:pt x="591" y="1721"/>
                      <a:pt x="257" y="2528"/>
                      <a:pt x="257" y="3370"/>
                    </a:cubicBezTo>
                    <a:cubicBezTo>
                      <a:pt x="257" y="4211"/>
                      <a:pt x="591" y="5018"/>
                      <a:pt x="1185" y="5613"/>
                    </a:cubicBezTo>
                    <a:cubicBezTo>
                      <a:pt x="1780" y="6208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DD76CFD0-5147-CFA7-DE6E-0E11FEE6CF84}"/>
                  </a:ext>
                </a:extLst>
              </p:cNvPr>
              <p:cNvSpPr/>
              <p:nvPr/>
            </p:nvSpPr>
            <p:spPr>
              <a:xfrm>
                <a:off x="4104162" y="5981246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3 h 6345"/>
                  <a:gd name="connsiteX2" fmla="*/ 6599 w 6343"/>
                  <a:gd name="connsiteY2" fmla="*/ 3370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5 w 6343"/>
                  <a:gd name="connsiteY5" fmla="*/ 1126 h 6345"/>
                  <a:gd name="connsiteX6" fmla="*/ 256 w 6343"/>
                  <a:gd name="connsiteY6" fmla="*/ 3370 h 6345"/>
                  <a:gd name="connsiteX7" fmla="*/ 1185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8"/>
                      <a:pt x="5671" y="5613"/>
                    </a:cubicBezTo>
                    <a:cubicBezTo>
                      <a:pt x="6265" y="5018"/>
                      <a:pt x="6599" y="4211"/>
                      <a:pt x="6599" y="3370"/>
                    </a:cubicBezTo>
                    <a:cubicBezTo>
                      <a:pt x="6599" y="2528"/>
                      <a:pt x="6265" y="1721"/>
                      <a:pt x="5671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5" y="1126"/>
                    </a:cubicBezTo>
                    <a:cubicBezTo>
                      <a:pt x="591" y="1721"/>
                      <a:pt x="256" y="2528"/>
                      <a:pt x="256" y="3370"/>
                    </a:cubicBezTo>
                    <a:cubicBezTo>
                      <a:pt x="256" y="4211"/>
                      <a:pt x="591" y="5018"/>
                      <a:pt x="1185" y="5613"/>
                    </a:cubicBezTo>
                    <a:cubicBezTo>
                      <a:pt x="1780" y="6208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2C940876-9FE2-D137-C3DB-C9DA49909E61}"/>
                  </a:ext>
                </a:extLst>
              </p:cNvPr>
              <p:cNvSpPr/>
              <p:nvPr/>
            </p:nvSpPr>
            <p:spPr>
              <a:xfrm>
                <a:off x="4101777" y="5981719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0 w 6343"/>
                  <a:gd name="connsiteY1" fmla="*/ 5613 h 6345"/>
                  <a:gd name="connsiteX2" fmla="*/ 6599 w 6343"/>
                  <a:gd name="connsiteY2" fmla="*/ 3370 h 6345"/>
                  <a:gd name="connsiteX3" fmla="*/ 5670 w 6343"/>
                  <a:gd name="connsiteY3" fmla="*/ 1126 h 6345"/>
                  <a:gd name="connsiteX4" fmla="*/ 3428 w 6343"/>
                  <a:gd name="connsiteY4" fmla="*/ 197 h 6345"/>
                  <a:gd name="connsiteX5" fmla="*/ 1185 w 6343"/>
                  <a:gd name="connsiteY5" fmla="*/ 1126 h 6345"/>
                  <a:gd name="connsiteX6" fmla="*/ 256 w 6343"/>
                  <a:gd name="connsiteY6" fmla="*/ 3370 h 6345"/>
                  <a:gd name="connsiteX7" fmla="*/ 1185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8"/>
                      <a:pt x="5670" y="5613"/>
                    </a:cubicBezTo>
                    <a:cubicBezTo>
                      <a:pt x="6265" y="5018"/>
                      <a:pt x="6599" y="4211"/>
                      <a:pt x="6599" y="3370"/>
                    </a:cubicBezTo>
                    <a:cubicBezTo>
                      <a:pt x="6599" y="2528"/>
                      <a:pt x="6265" y="1721"/>
                      <a:pt x="5670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5" y="1126"/>
                    </a:cubicBezTo>
                    <a:cubicBezTo>
                      <a:pt x="590" y="1721"/>
                      <a:pt x="256" y="2528"/>
                      <a:pt x="256" y="3370"/>
                    </a:cubicBezTo>
                    <a:cubicBezTo>
                      <a:pt x="256" y="4211"/>
                      <a:pt x="590" y="5018"/>
                      <a:pt x="1185" y="5613"/>
                    </a:cubicBezTo>
                    <a:cubicBezTo>
                      <a:pt x="1780" y="6208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B313CE3E-F206-B80B-3319-670B065B83AD}"/>
                  </a:ext>
                </a:extLst>
              </p:cNvPr>
              <p:cNvSpPr/>
              <p:nvPr/>
            </p:nvSpPr>
            <p:spPr>
              <a:xfrm>
                <a:off x="4093835" y="5976112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70 w 6343"/>
                  <a:gd name="connsiteY1" fmla="*/ 5613 h 6345"/>
                  <a:gd name="connsiteX2" fmla="*/ 6599 w 6343"/>
                  <a:gd name="connsiteY2" fmla="*/ 3369 h 6345"/>
                  <a:gd name="connsiteX3" fmla="*/ 5670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6 w 6343"/>
                  <a:gd name="connsiteY6" fmla="*/ 3369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70" y="5613"/>
                    </a:cubicBezTo>
                    <a:cubicBezTo>
                      <a:pt x="6264" y="5018"/>
                      <a:pt x="6599" y="4211"/>
                      <a:pt x="6599" y="3369"/>
                    </a:cubicBezTo>
                    <a:cubicBezTo>
                      <a:pt x="6599" y="2528"/>
                      <a:pt x="6264" y="1721"/>
                      <a:pt x="5670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90" y="1721"/>
                      <a:pt x="256" y="2528"/>
                      <a:pt x="256" y="3369"/>
                    </a:cubicBezTo>
                    <a:cubicBezTo>
                      <a:pt x="256" y="4211"/>
                      <a:pt x="590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8705001F-6A12-5715-FA6A-9FCDB8C1DB01}"/>
                  </a:ext>
                </a:extLst>
              </p:cNvPr>
              <p:cNvSpPr/>
              <p:nvPr/>
            </p:nvSpPr>
            <p:spPr>
              <a:xfrm>
                <a:off x="4092260" y="5977357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70 w 6343"/>
                  <a:gd name="connsiteY1" fmla="*/ 5613 h 6345"/>
                  <a:gd name="connsiteX2" fmla="*/ 6599 w 6343"/>
                  <a:gd name="connsiteY2" fmla="*/ 3370 h 6345"/>
                  <a:gd name="connsiteX3" fmla="*/ 5670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70" y="5613"/>
                    </a:cubicBezTo>
                    <a:cubicBezTo>
                      <a:pt x="6264" y="5018"/>
                      <a:pt x="6599" y="4211"/>
                      <a:pt x="6599" y="3370"/>
                    </a:cubicBezTo>
                    <a:cubicBezTo>
                      <a:pt x="6599" y="2528"/>
                      <a:pt x="6264" y="1721"/>
                      <a:pt x="5670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90" y="1721"/>
                      <a:pt x="255" y="2528"/>
                      <a:pt x="255" y="3370"/>
                    </a:cubicBezTo>
                    <a:cubicBezTo>
                      <a:pt x="255" y="4211"/>
                      <a:pt x="590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22D496A8-E6C6-D464-25BC-9CDCF5765131}"/>
                  </a:ext>
                </a:extLst>
              </p:cNvPr>
              <p:cNvSpPr/>
              <p:nvPr/>
            </p:nvSpPr>
            <p:spPr>
              <a:xfrm>
                <a:off x="4090551" y="5978450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70 h 6345"/>
                  <a:gd name="connsiteX3" fmla="*/ 5669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69" y="5613"/>
                    </a:cubicBezTo>
                    <a:cubicBezTo>
                      <a:pt x="6264" y="5018"/>
                      <a:pt x="6598" y="4211"/>
                      <a:pt x="6598" y="3370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89" y="1721"/>
                      <a:pt x="255" y="2528"/>
                      <a:pt x="255" y="3370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08C45671-80F4-4F4F-6ACC-25AD521C71A5}"/>
                  </a:ext>
                </a:extLst>
              </p:cNvPr>
              <p:cNvSpPr/>
              <p:nvPr/>
            </p:nvSpPr>
            <p:spPr>
              <a:xfrm>
                <a:off x="4086632" y="5977037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70 h 6345"/>
                  <a:gd name="connsiteX3" fmla="*/ 5669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4" y="6208"/>
                      <a:pt x="5669" y="5613"/>
                    </a:cubicBezTo>
                    <a:cubicBezTo>
                      <a:pt x="6264" y="5018"/>
                      <a:pt x="6598" y="4211"/>
                      <a:pt x="6598" y="3370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4" y="531"/>
                      <a:pt x="4268" y="197"/>
                      <a:pt x="3427" y="197"/>
                    </a:cubicBezTo>
                    <a:cubicBezTo>
                      <a:pt x="2585" y="197"/>
                      <a:pt x="1779" y="531"/>
                      <a:pt x="1184" y="1126"/>
                    </a:cubicBezTo>
                    <a:cubicBezTo>
                      <a:pt x="589" y="1721"/>
                      <a:pt x="255" y="2528"/>
                      <a:pt x="255" y="3370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9" y="6208"/>
                      <a:pt x="2585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42F9D850-8978-F5B7-6D77-0B25CA584671}"/>
                  </a:ext>
                </a:extLst>
              </p:cNvPr>
              <p:cNvSpPr/>
              <p:nvPr/>
            </p:nvSpPr>
            <p:spPr>
              <a:xfrm>
                <a:off x="4080180" y="5978613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70 h 6345"/>
                  <a:gd name="connsiteX3" fmla="*/ 5669 w 6343"/>
                  <a:gd name="connsiteY3" fmla="*/ 1126 h 6345"/>
                  <a:gd name="connsiteX4" fmla="*/ 3426 w 6343"/>
                  <a:gd name="connsiteY4" fmla="*/ 197 h 6345"/>
                  <a:gd name="connsiteX5" fmla="*/ 1183 w 6343"/>
                  <a:gd name="connsiteY5" fmla="*/ 1126 h 6345"/>
                  <a:gd name="connsiteX6" fmla="*/ 254 w 6343"/>
                  <a:gd name="connsiteY6" fmla="*/ 3370 h 6345"/>
                  <a:gd name="connsiteX7" fmla="*/ 1183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8"/>
                      <a:pt x="5669" y="5613"/>
                    </a:cubicBezTo>
                    <a:cubicBezTo>
                      <a:pt x="6263" y="5018"/>
                      <a:pt x="6598" y="4211"/>
                      <a:pt x="6598" y="3370"/>
                    </a:cubicBezTo>
                    <a:cubicBezTo>
                      <a:pt x="6598" y="2528"/>
                      <a:pt x="6263" y="1721"/>
                      <a:pt x="5669" y="1126"/>
                    </a:cubicBezTo>
                    <a:cubicBezTo>
                      <a:pt x="5074" y="531"/>
                      <a:pt x="4267" y="197"/>
                      <a:pt x="3426" y="197"/>
                    </a:cubicBezTo>
                    <a:cubicBezTo>
                      <a:pt x="2585" y="197"/>
                      <a:pt x="1778" y="531"/>
                      <a:pt x="1183" y="1126"/>
                    </a:cubicBezTo>
                    <a:cubicBezTo>
                      <a:pt x="589" y="1721"/>
                      <a:pt x="254" y="2528"/>
                      <a:pt x="254" y="3370"/>
                    </a:cubicBezTo>
                    <a:cubicBezTo>
                      <a:pt x="254" y="4211"/>
                      <a:pt x="589" y="5018"/>
                      <a:pt x="1183" y="5613"/>
                    </a:cubicBezTo>
                    <a:cubicBezTo>
                      <a:pt x="1778" y="6208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B5DA2A62-B949-93EF-1B72-115B310F299C}"/>
                  </a:ext>
                </a:extLst>
              </p:cNvPr>
              <p:cNvSpPr/>
              <p:nvPr/>
            </p:nvSpPr>
            <p:spPr>
              <a:xfrm>
                <a:off x="4072567" y="5978600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8 w 6343"/>
                  <a:gd name="connsiteY1" fmla="*/ 5613 h 6345"/>
                  <a:gd name="connsiteX2" fmla="*/ 6597 w 6343"/>
                  <a:gd name="connsiteY2" fmla="*/ 3370 h 6345"/>
                  <a:gd name="connsiteX3" fmla="*/ 5668 w 6343"/>
                  <a:gd name="connsiteY3" fmla="*/ 1126 h 6345"/>
                  <a:gd name="connsiteX4" fmla="*/ 3425 w 6343"/>
                  <a:gd name="connsiteY4" fmla="*/ 197 h 6345"/>
                  <a:gd name="connsiteX5" fmla="*/ 1183 w 6343"/>
                  <a:gd name="connsiteY5" fmla="*/ 1126 h 6345"/>
                  <a:gd name="connsiteX6" fmla="*/ 254 w 6343"/>
                  <a:gd name="connsiteY6" fmla="*/ 3370 h 6345"/>
                  <a:gd name="connsiteX7" fmla="*/ 1183 w 6343"/>
                  <a:gd name="connsiteY7" fmla="*/ 5613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7" y="6542"/>
                      <a:pt x="5073" y="6208"/>
                      <a:pt x="5668" y="5613"/>
                    </a:cubicBezTo>
                    <a:cubicBezTo>
                      <a:pt x="6263" y="5018"/>
                      <a:pt x="6597" y="4211"/>
                      <a:pt x="6597" y="3370"/>
                    </a:cubicBezTo>
                    <a:cubicBezTo>
                      <a:pt x="6597" y="2528"/>
                      <a:pt x="6263" y="1721"/>
                      <a:pt x="5668" y="1126"/>
                    </a:cubicBezTo>
                    <a:cubicBezTo>
                      <a:pt x="5073" y="531"/>
                      <a:pt x="4267" y="197"/>
                      <a:pt x="3425" y="197"/>
                    </a:cubicBezTo>
                    <a:cubicBezTo>
                      <a:pt x="2584" y="197"/>
                      <a:pt x="1778" y="531"/>
                      <a:pt x="1183" y="1126"/>
                    </a:cubicBezTo>
                    <a:cubicBezTo>
                      <a:pt x="588" y="1721"/>
                      <a:pt x="254" y="2528"/>
                      <a:pt x="254" y="3370"/>
                    </a:cubicBezTo>
                    <a:cubicBezTo>
                      <a:pt x="254" y="4211"/>
                      <a:pt x="588" y="5018"/>
                      <a:pt x="1183" y="5613"/>
                    </a:cubicBezTo>
                    <a:cubicBezTo>
                      <a:pt x="1778" y="6208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B2F799DC-7986-CA2B-941A-5CA635D45C0E}"/>
                  </a:ext>
                </a:extLst>
              </p:cNvPr>
              <p:cNvSpPr/>
              <p:nvPr/>
            </p:nvSpPr>
            <p:spPr>
              <a:xfrm>
                <a:off x="4030540" y="5974321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1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69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1" y="2528"/>
                      <a:pt x="251" y="3369"/>
                    </a:cubicBezTo>
                    <a:cubicBezTo>
                      <a:pt x="251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DFB99B7E-B0A8-D3AA-CD3B-582D5A788B19}"/>
                  </a:ext>
                </a:extLst>
              </p:cNvPr>
              <p:cNvSpPr/>
              <p:nvPr/>
            </p:nvSpPr>
            <p:spPr>
              <a:xfrm>
                <a:off x="4027284" y="5972533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6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6"/>
                      <a:pt x="3422" y="196"/>
                    </a:cubicBezTo>
                    <a:cubicBezTo>
                      <a:pt x="2581" y="196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70690883-5384-1896-B07A-71E3F477B52D}"/>
                  </a:ext>
                </a:extLst>
              </p:cNvPr>
              <p:cNvSpPr/>
              <p:nvPr/>
            </p:nvSpPr>
            <p:spPr>
              <a:xfrm>
                <a:off x="4025879" y="5973555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3D31FCE3-B552-D582-4377-C9E13A1CF02E}"/>
                  </a:ext>
                </a:extLst>
              </p:cNvPr>
              <p:cNvSpPr/>
              <p:nvPr/>
            </p:nvSpPr>
            <p:spPr>
              <a:xfrm>
                <a:off x="4024264" y="5974247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69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69" y="531"/>
                      <a:pt x="4263" y="197"/>
                      <a:pt x="3422" y="197"/>
                    </a:cubicBezTo>
                    <a:cubicBezTo>
                      <a:pt x="2580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0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00736D28-4AE1-5002-FEFB-0E9939FC5F31}"/>
                  </a:ext>
                </a:extLst>
              </p:cNvPr>
              <p:cNvSpPr/>
              <p:nvPr/>
            </p:nvSpPr>
            <p:spPr>
              <a:xfrm>
                <a:off x="4022293" y="5974364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3" y="6542"/>
                      <a:pt x="5069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69" y="531"/>
                      <a:pt x="4263" y="197"/>
                      <a:pt x="3421" y="197"/>
                    </a:cubicBezTo>
                    <a:cubicBezTo>
                      <a:pt x="2580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569F7639-F112-9608-DC66-D92B5ACB8125}"/>
                  </a:ext>
                </a:extLst>
              </p:cNvPr>
              <p:cNvSpPr/>
              <p:nvPr/>
            </p:nvSpPr>
            <p:spPr>
              <a:xfrm>
                <a:off x="4018761" y="5975203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3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6BF2287B-9777-8B99-22CC-0CB31B2AD9DA}"/>
                  </a:ext>
                </a:extLst>
              </p:cNvPr>
              <p:cNvSpPr/>
              <p:nvPr/>
            </p:nvSpPr>
            <p:spPr>
              <a:xfrm>
                <a:off x="4009925" y="5973637"/>
                <a:ext cx="6343" cy="6345"/>
              </a:xfrm>
              <a:custGeom>
                <a:avLst/>
                <a:gdLst>
                  <a:gd name="connsiteX0" fmla="*/ 3420 w 6343"/>
                  <a:gd name="connsiteY0" fmla="*/ 6542 h 6345"/>
                  <a:gd name="connsiteX1" fmla="*/ 5663 w 6343"/>
                  <a:gd name="connsiteY1" fmla="*/ 5613 h 6345"/>
                  <a:gd name="connsiteX2" fmla="*/ 6592 w 6343"/>
                  <a:gd name="connsiteY2" fmla="*/ 3369 h 6345"/>
                  <a:gd name="connsiteX3" fmla="*/ 5663 w 6343"/>
                  <a:gd name="connsiteY3" fmla="*/ 1126 h 6345"/>
                  <a:gd name="connsiteX4" fmla="*/ 3420 w 6343"/>
                  <a:gd name="connsiteY4" fmla="*/ 197 h 6345"/>
                  <a:gd name="connsiteX5" fmla="*/ 1178 w 6343"/>
                  <a:gd name="connsiteY5" fmla="*/ 1126 h 6345"/>
                  <a:gd name="connsiteX6" fmla="*/ 249 w 6343"/>
                  <a:gd name="connsiteY6" fmla="*/ 3369 h 6345"/>
                  <a:gd name="connsiteX7" fmla="*/ 1178 w 6343"/>
                  <a:gd name="connsiteY7" fmla="*/ 5613 h 6345"/>
                  <a:gd name="connsiteX8" fmla="*/ 3420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42"/>
                    </a:moveTo>
                    <a:cubicBezTo>
                      <a:pt x="4262" y="6542"/>
                      <a:pt x="5068" y="6208"/>
                      <a:pt x="5663" y="5613"/>
                    </a:cubicBezTo>
                    <a:cubicBezTo>
                      <a:pt x="6258" y="5018"/>
                      <a:pt x="6592" y="4211"/>
                      <a:pt x="6592" y="3369"/>
                    </a:cubicBezTo>
                    <a:cubicBezTo>
                      <a:pt x="6592" y="2528"/>
                      <a:pt x="6258" y="1721"/>
                      <a:pt x="5663" y="1126"/>
                    </a:cubicBezTo>
                    <a:cubicBezTo>
                      <a:pt x="5068" y="531"/>
                      <a:pt x="4262" y="197"/>
                      <a:pt x="3420" y="197"/>
                    </a:cubicBezTo>
                    <a:cubicBezTo>
                      <a:pt x="2579" y="197"/>
                      <a:pt x="1773" y="531"/>
                      <a:pt x="1178" y="1126"/>
                    </a:cubicBezTo>
                    <a:cubicBezTo>
                      <a:pt x="583" y="1721"/>
                      <a:pt x="249" y="2528"/>
                      <a:pt x="249" y="3369"/>
                    </a:cubicBezTo>
                    <a:cubicBezTo>
                      <a:pt x="249" y="4211"/>
                      <a:pt x="583" y="5018"/>
                      <a:pt x="1178" y="5613"/>
                    </a:cubicBezTo>
                    <a:cubicBezTo>
                      <a:pt x="1773" y="6208"/>
                      <a:pt x="2579" y="6542"/>
                      <a:pt x="3420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B9DCBEF6-2ECF-24A1-9EC5-BEEB6590882A}"/>
                  </a:ext>
                </a:extLst>
              </p:cNvPr>
              <p:cNvSpPr/>
              <p:nvPr/>
            </p:nvSpPr>
            <p:spPr>
              <a:xfrm>
                <a:off x="4202942" y="6326199"/>
                <a:ext cx="6343" cy="6345"/>
              </a:xfrm>
              <a:custGeom>
                <a:avLst/>
                <a:gdLst>
                  <a:gd name="connsiteX0" fmla="*/ 3436 w 6343"/>
                  <a:gd name="connsiteY0" fmla="*/ 6570 h 6345"/>
                  <a:gd name="connsiteX1" fmla="*/ 5678 w 6343"/>
                  <a:gd name="connsiteY1" fmla="*/ 5640 h 6345"/>
                  <a:gd name="connsiteX2" fmla="*/ 6607 w 6343"/>
                  <a:gd name="connsiteY2" fmla="*/ 3397 h 6345"/>
                  <a:gd name="connsiteX3" fmla="*/ 5678 w 6343"/>
                  <a:gd name="connsiteY3" fmla="*/ 1154 h 6345"/>
                  <a:gd name="connsiteX4" fmla="*/ 3436 w 6343"/>
                  <a:gd name="connsiteY4" fmla="*/ 224 h 6345"/>
                  <a:gd name="connsiteX5" fmla="*/ 1193 w 6343"/>
                  <a:gd name="connsiteY5" fmla="*/ 1154 h 6345"/>
                  <a:gd name="connsiteX6" fmla="*/ 264 w 6343"/>
                  <a:gd name="connsiteY6" fmla="*/ 3397 h 6345"/>
                  <a:gd name="connsiteX7" fmla="*/ 1193 w 6343"/>
                  <a:gd name="connsiteY7" fmla="*/ 5640 h 6345"/>
                  <a:gd name="connsiteX8" fmla="*/ 343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70"/>
                    </a:moveTo>
                    <a:cubicBezTo>
                      <a:pt x="4277" y="6570"/>
                      <a:pt x="5084" y="6235"/>
                      <a:pt x="5678" y="5640"/>
                    </a:cubicBezTo>
                    <a:cubicBezTo>
                      <a:pt x="6273" y="5045"/>
                      <a:pt x="6607" y="4238"/>
                      <a:pt x="6607" y="3397"/>
                    </a:cubicBezTo>
                    <a:cubicBezTo>
                      <a:pt x="6607" y="2556"/>
                      <a:pt x="6273" y="1749"/>
                      <a:pt x="5678" y="1154"/>
                    </a:cubicBezTo>
                    <a:cubicBezTo>
                      <a:pt x="5084" y="559"/>
                      <a:pt x="4277" y="224"/>
                      <a:pt x="3436" y="224"/>
                    </a:cubicBezTo>
                    <a:cubicBezTo>
                      <a:pt x="2595" y="224"/>
                      <a:pt x="1788" y="559"/>
                      <a:pt x="1193" y="1154"/>
                    </a:cubicBezTo>
                    <a:cubicBezTo>
                      <a:pt x="598" y="1749"/>
                      <a:pt x="264" y="2556"/>
                      <a:pt x="264" y="3397"/>
                    </a:cubicBezTo>
                    <a:cubicBezTo>
                      <a:pt x="264" y="4238"/>
                      <a:pt x="598" y="5045"/>
                      <a:pt x="1193" y="5640"/>
                    </a:cubicBezTo>
                    <a:cubicBezTo>
                      <a:pt x="1788" y="6235"/>
                      <a:pt x="2595" y="6570"/>
                      <a:pt x="343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7E445241-7B8A-7DEB-C371-6D4EDFC5C418}"/>
                  </a:ext>
                </a:extLst>
              </p:cNvPr>
              <p:cNvSpPr/>
              <p:nvPr/>
            </p:nvSpPr>
            <p:spPr>
              <a:xfrm>
                <a:off x="4000342" y="5973573"/>
                <a:ext cx="6343" cy="6345"/>
              </a:xfrm>
              <a:custGeom>
                <a:avLst/>
                <a:gdLst>
                  <a:gd name="connsiteX0" fmla="*/ 3420 w 6343"/>
                  <a:gd name="connsiteY0" fmla="*/ 6542 h 6345"/>
                  <a:gd name="connsiteX1" fmla="*/ 5662 w 6343"/>
                  <a:gd name="connsiteY1" fmla="*/ 5613 h 6345"/>
                  <a:gd name="connsiteX2" fmla="*/ 6591 w 6343"/>
                  <a:gd name="connsiteY2" fmla="*/ 3369 h 6345"/>
                  <a:gd name="connsiteX3" fmla="*/ 5662 w 6343"/>
                  <a:gd name="connsiteY3" fmla="*/ 1126 h 6345"/>
                  <a:gd name="connsiteX4" fmla="*/ 3420 w 6343"/>
                  <a:gd name="connsiteY4" fmla="*/ 197 h 6345"/>
                  <a:gd name="connsiteX5" fmla="*/ 1177 w 6343"/>
                  <a:gd name="connsiteY5" fmla="*/ 1126 h 6345"/>
                  <a:gd name="connsiteX6" fmla="*/ 248 w 6343"/>
                  <a:gd name="connsiteY6" fmla="*/ 3369 h 6345"/>
                  <a:gd name="connsiteX7" fmla="*/ 1177 w 6343"/>
                  <a:gd name="connsiteY7" fmla="*/ 5613 h 6345"/>
                  <a:gd name="connsiteX8" fmla="*/ 3420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42"/>
                    </a:moveTo>
                    <a:cubicBezTo>
                      <a:pt x="4261" y="6542"/>
                      <a:pt x="5068" y="6208"/>
                      <a:pt x="5662" y="5613"/>
                    </a:cubicBezTo>
                    <a:cubicBezTo>
                      <a:pt x="6257" y="5018"/>
                      <a:pt x="6591" y="4211"/>
                      <a:pt x="6591" y="3369"/>
                    </a:cubicBezTo>
                    <a:cubicBezTo>
                      <a:pt x="6591" y="2528"/>
                      <a:pt x="6257" y="1721"/>
                      <a:pt x="5662" y="1126"/>
                    </a:cubicBezTo>
                    <a:cubicBezTo>
                      <a:pt x="5068" y="531"/>
                      <a:pt x="4261" y="197"/>
                      <a:pt x="3420" y="197"/>
                    </a:cubicBezTo>
                    <a:cubicBezTo>
                      <a:pt x="2579" y="197"/>
                      <a:pt x="1772" y="531"/>
                      <a:pt x="1177" y="1126"/>
                    </a:cubicBezTo>
                    <a:cubicBezTo>
                      <a:pt x="582" y="1721"/>
                      <a:pt x="248" y="2528"/>
                      <a:pt x="248" y="3369"/>
                    </a:cubicBezTo>
                    <a:cubicBezTo>
                      <a:pt x="248" y="4211"/>
                      <a:pt x="582" y="5018"/>
                      <a:pt x="1177" y="5613"/>
                    </a:cubicBezTo>
                    <a:cubicBezTo>
                      <a:pt x="1772" y="6208"/>
                      <a:pt x="2579" y="6542"/>
                      <a:pt x="3420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E36A77BB-4297-85A8-63EC-ACCEA66F197B}"/>
                  </a:ext>
                </a:extLst>
              </p:cNvPr>
              <p:cNvSpPr/>
              <p:nvPr/>
            </p:nvSpPr>
            <p:spPr>
              <a:xfrm>
                <a:off x="3998614" y="5973845"/>
                <a:ext cx="6343" cy="6345"/>
              </a:xfrm>
              <a:custGeom>
                <a:avLst/>
                <a:gdLst>
                  <a:gd name="connsiteX0" fmla="*/ 3420 w 6343"/>
                  <a:gd name="connsiteY0" fmla="*/ 6542 h 6345"/>
                  <a:gd name="connsiteX1" fmla="*/ 5662 w 6343"/>
                  <a:gd name="connsiteY1" fmla="*/ 5613 h 6345"/>
                  <a:gd name="connsiteX2" fmla="*/ 6591 w 6343"/>
                  <a:gd name="connsiteY2" fmla="*/ 3369 h 6345"/>
                  <a:gd name="connsiteX3" fmla="*/ 5662 w 6343"/>
                  <a:gd name="connsiteY3" fmla="*/ 1126 h 6345"/>
                  <a:gd name="connsiteX4" fmla="*/ 3420 w 6343"/>
                  <a:gd name="connsiteY4" fmla="*/ 197 h 6345"/>
                  <a:gd name="connsiteX5" fmla="*/ 1177 w 6343"/>
                  <a:gd name="connsiteY5" fmla="*/ 1126 h 6345"/>
                  <a:gd name="connsiteX6" fmla="*/ 248 w 6343"/>
                  <a:gd name="connsiteY6" fmla="*/ 3369 h 6345"/>
                  <a:gd name="connsiteX7" fmla="*/ 1177 w 6343"/>
                  <a:gd name="connsiteY7" fmla="*/ 5613 h 6345"/>
                  <a:gd name="connsiteX8" fmla="*/ 3420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42"/>
                    </a:moveTo>
                    <a:cubicBezTo>
                      <a:pt x="4261" y="6542"/>
                      <a:pt x="5067" y="6208"/>
                      <a:pt x="5662" y="5613"/>
                    </a:cubicBezTo>
                    <a:cubicBezTo>
                      <a:pt x="6257" y="5018"/>
                      <a:pt x="6591" y="4211"/>
                      <a:pt x="6591" y="3369"/>
                    </a:cubicBezTo>
                    <a:cubicBezTo>
                      <a:pt x="6591" y="2528"/>
                      <a:pt x="6257" y="1721"/>
                      <a:pt x="5662" y="1126"/>
                    </a:cubicBezTo>
                    <a:cubicBezTo>
                      <a:pt x="5067" y="531"/>
                      <a:pt x="4261" y="197"/>
                      <a:pt x="3420" y="197"/>
                    </a:cubicBezTo>
                    <a:cubicBezTo>
                      <a:pt x="2578" y="197"/>
                      <a:pt x="1772" y="531"/>
                      <a:pt x="1177" y="1126"/>
                    </a:cubicBezTo>
                    <a:cubicBezTo>
                      <a:pt x="582" y="1721"/>
                      <a:pt x="248" y="2528"/>
                      <a:pt x="248" y="3369"/>
                    </a:cubicBezTo>
                    <a:cubicBezTo>
                      <a:pt x="248" y="4211"/>
                      <a:pt x="582" y="5018"/>
                      <a:pt x="1177" y="5613"/>
                    </a:cubicBezTo>
                    <a:cubicBezTo>
                      <a:pt x="1772" y="6208"/>
                      <a:pt x="2578" y="6542"/>
                      <a:pt x="3420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0AB9ACEE-EEEC-081E-EECF-2E3CD2E4224D}"/>
                  </a:ext>
                </a:extLst>
              </p:cNvPr>
              <p:cNvSpPr/>
              <p:nvPr/>
            </p:nvSpPr>
            <p:spPr>
              <a:xfrm>
                <a:off x="3992884" y="5973483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2 w 6343"/>
                  <a:gd name="connsiteY1" fmla="*/ 5613 h 6345"/>
                  <a:gd name="connsiteX2" fmla="*/ 6591 w 6343"/>
                  <a:gd name="connsiteY2" fmla="*/ 3369 h 6345"/>
                  <a:gd name="connsiteX3" fmla="*/ 5662 w 6343"/>
                  <a:gd name="connsiteY3" fmla="*/ 1126 h 6345"/>
                  <a:gd name="connsiteX4" fmla="*/ 3419 w 6343"/>
                  <a:gd name="connsiteY4" fmla="*/ 197 h 6345"/>
                  <a:gd name="connsiteX5" fmla="*/ 1176 w 6343"/>
                  <a:gd name="connsiteY5" fmla="*/ 1126 h 6345"/>
                  <a:gd name="connsiteX6" fmla="*/ 248 w 6343"/>
                  <a:gd name="connsiteY6" fmla="*/ 3369 h 6345"/>
                  <a:gd name="connsiteX7" fmla="*/ 1176 w 6343"/>
                  <a:gd name="connsiteY7" fmla="*/ 5613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0" y="6542"/>
                      <a:pt x="5067" y="6208"/>
                      <a:pt x="5662" y="5613"/>
                    </a:cubicBezTo>
                    <a:cubicBezTo>
                      <a:pt x="6257" y="5018"/>
                      <a:pt x="6591" y="4211"/>
                      <a:pt x="6591" y="3369"/>
                    </a:cubicBezTo>
                    <a:cubicBezTo>
                      <a:pt x="6591" y="2528"/>
                      <a:pt x="6257" y="1721"/>
                      <a:pt x="5662" y="1126"/>
                    </a:cubicBezTo>
                    <a:cubicBezTo>
                      <a:pt x="5067" y="531"/>
                      <a:pt x="4260" y="197"/>
                      <a:pt x="3419" y="197"/>
                    </a:cubicBezTo>
                    <a:cubicBezTo>
                      <a:pt x="2578" y="197"/>
                      <a:pt x="1771" y="531"/>
                      <a:pt x="1176" y="1126"/>
                    </a:cubicBezTo>
                    <a:cubicBezTo>
                      <a:pt x="582" y="1721"/>
                      <a:pt x="248" y="2528"/>
                      <a:pt x="248" y="3369"/>
                    </a:cubicBezTo>
                    <a:cubicBezTo>
                      <a:pt x="248" y="4211"/>
                      <a:pt x="582" y="5018"/>
                      <a:pt x="1176" y="5613"/>
                    </a:cubicBezTo>
                    <a:cubicBezTo>
                      <a:pt x="1771" y="6208"/>
                      <a:pt x="2578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237C6512-507E-034D-0069-7DCBFEF47221}"/>
                  </a:ext>
                </a:extLst>
              </p:cNvPr>
              <p:cNvSpPr/>
              <p:nvPr/>
            </p:nvSpPr>
            <p:spPr>
              <a:xfrm>
                <a:off x="3985426" y="5973000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9 w 6343"/>
                  <a:gd name="connsiteY4" fmla="*/ 196 h 6345"/>
                  <a:gd name="connsiteX5" fmla="*/ 1176 w 6343"/>
                  <a:gd name="connsiteY5" fmla="*/ 1126 h 6345"/>
                  <a:gd name="connsiteX6" fmla="*/ 247 w 6343"/>
                  <a:gd name="connsiteY6" fmla="*/ 3369 h 6345"/>
                  <a:gd name="connsiteX7" fmla="*/ 1176 w 6343"/>
                  <a:gd name="connsiteY7" fmla="*/ 5613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0" y="6542"/>
                      <a:pt x="5066" y="6208"/>
                      <a:pt x="5661" y="5613"/>
                    </a:cubicBezTo>
                    <a:cubicBezTo>
                      <a:pt x="6256" y="5018"/>
                      <a:pt x="6590" y="4211"/>
                      <a:pt x="6590" y="3369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6" y="531"/>
                      <a:pt x="4260" y="196"/>
                      <a:pt x="3419" y="196"/>
                    </a:cubicBezTo>
                    <a:cubicBezTo>
                      <a:pt x="2577" y="196"/>
                      <a:pt x="1771" y="531"/>
                      <a:pt x="1176" y="1126"/>
                    </a:cubicBezTo>
                    <a:cubicBezTo>
                      <a:pt x="581" y="1721"/>
                      <a:pt x="247" y="2528"/>
                      <a:pt x="247" y="3369"/>
                    </a:cubicBezTo>
                    <a:cubicBezTo>
                      <a:pt x="247" y="4211"/>
                      <a:pt x="581" y="5018"/>
                      <a:pt x="1176" y="5613"/>
                    </a:cubicBezTo>
                    <a:cubicBezTo>
                      <a:pt x="1771" y="6208"/>
                      <a:pt x="2577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33EFFB80-1478-5B7C-69B4-67F159052CC9}"/>
                  </a:ext>
                </a:extLst>
              </p:cNvPr>
              <p:cNvSpPr/>
              <p:nvPr/>
            </p:nvSpPr>
            <p:spPr>
              <a:xfrm>
                <a:off x="4141464" y="6321393"/>
                <a:ext cx="6343" cy="6345"/>
              </a:xfrm>
              <a:custGeom>
                <a:avLst/>
                <a:gdLst>
                  <a:gd name="connsiteX0" fmla="*/ 3431 w 6343"/>
                  <a:gd name="connsiteY0" fmla="*/ 6569 h 6345"/>
                  <a:gd name="connsiteX1" fmla="*/ 5673 w 6343"/>
                  <a:gd name="connsiteY1" fmla="*/ 5640 h 6345"/>
                  <a:gd name="connsiteX2" fmla="*/ 6602 w 6343"/>
                  <a:gd name="connsiteY2" fmla="*/ 3397 h 6345"/>
                  <a:gd name="connsiteX3" fmla="*/ 5673 w 6343"/>
                  <a:gd name="connsiteY3" fmla="*/ 1153 h 6345"/>
                  <a:gd name="connsiteX4" fmla="*/ 3431 w 6343"/>
                  <a:gd name="connsiteY4" fmla="*/ 224 h 6345"/>
                  <a:gd name="connsiteX5" fmla="*/ 1188 w 6343"/>
                  <a:gd name="connsiteY5" fmla="*/ 1153 h 6345"/>
                  <a:gd name="connsiteX6" fmla="*/ 259 w 6343"/>
                  <a:gd name="connsiteY6" fmla="*/ 3397 h 6345"/>
                  <a:gd name="connsiteX7" fmla="*/ 1188 w 6343"/>
                  <a:gd name="connsiteY7" fmla="*/ 5640 h 6345"/>
                  <a:gd name="connsiteX8" fmla="*/ 343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69"/>
                    </a:moveTo>
                    <a:cubicBezTo>
                      <a:pt x="4272" y="6569"/>
                      <a:pt x="5079" y="6235"/>
                      <a:pt x="5673" y="5640"/>
                    </a:cubicBezTo>
                    <a:cubicBezTo>
                      <a:pt x="6268" y="5045"/>
                      <a:pt x="6602" y="4238"/>
                      <a:pt x="6602" y="3397"/>
                    </a:cubicBezTo>
                    <a:cubicBezTo>
                      <a:pt x="6602" y="2555"/>
                      <a:pt x="6268" y="1748"/>
                      <a:pt x="5673" y="1153"/>
                    </a:cubicBezTo>
                    <a:cubicBezTo>
                      <a:pt x="5079" y="558"/>
                      <a:pt x="4272" y="224"/>
                      <a:pt x="3431" y="224"/>
                    </a:cubicBezTo>
                    <a:cubicBezTo>
                      <a:pt x="2590" y="224"/>
                      <a:pt x="1783" y="558"/>
                      <a:pt x="1188" y="1153"/>
                    </a:cubicBezTo>
                    <a:cubicBezTo>
                      <a:pt x="593" y="1748"/>
                      <a:pt x="259" y="2555"/>
                      <a:pt x="259" y="3397"/>
                    </a:cubicBezTo>
                    <a:cubicBezTo>
                      <a:pt x="259" y="4238"/>
                      <a:pt x="593" y="5045"/>
                      <a:pt x="1188" y="5640"/>
                    </a:cubicBezTo>
                    <a:cubicBezTo>
                      <a:pt x="1783" y="6235"/>
                      <a:pt x="2590" y="6569"/>
                      <a:pt x="343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246A26DB-9837-DB19-2A37-B623229DFBBE}"/>
                  </a:ext>
                </a:extLst>
              </p:cNvPr>
              <p:cNvSpPr/>
              <p:nvPr/>
            </p:nvSpPr>
            <p:spPr>
              <a:xfrm>
                <a:off x="4137612" y="6322466"/>
                <a:ext cx="6343" cy="6345"/>
              </a:xfrm>
              <a:custGeom>
                <a:avLst/>
                <a:gdLst>
                  <a:gd name="connsiteX0" fmla="*/ 3431 w 6343"/>
                  <a:gd name="connsiteY0" fmla="*/ 6569 h 6345"/>
                  <a:gd name="connsiteX1" fmla="*/ 5673 w 6343"/>
                  <a:gd name="connsiteY1" fmla="*/ 5640 h 6345"/>
                  <a:gd name="connsiteX2" fmla="*/ 6602 w 6343"/>
                  <a:gd name="connsiteY2" fmla="*/ 3397 h 6345"/>
                  <a:gd name="connsiteX3" fmla="*/ 5673 w 6343"/>
                  <a:gd name="connsiteY3" fmla="*/ 1153 h 6345"/>
                  <a:gd name="connsiteX4" fmla="*/ 3431 w 6343"/>
                  <a:gd name="connsiteY4" fmla="*/ 224 h 6345"/>
                  <a:gd name="connsiteX5" fmla="*/ 1188 w 6343"/>
                  <a:gd name="connsiteY5" fmla="*/ 1153 h 6345"/>
                  <a:gd name="connsiteX6" fmla="*/ 259 w 6343"/>
                  <a:gd name="connsiteY6" fmla="*/ 3397 h 6345"/>
                  <a:gd name="connsiteX7" fmla="*/ 1188 w 6343"/>
                  <a:gd name="connsiteY7" fmla="*/ 5640 h 6345"/>
                  <a:gd name="connsiteX8" fmla="*/ 343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69"/>
                    </a:moveTo>
                    <a:cubicBezTo>
                      <a:pt x="4272" y="6569"/>
                      <a:pt x="5078" y="6235"/>
                      <a:pt x="5673" y="5640"/>
                    </a:cubicBezTo>
                    <a:cubicBezTo>
                      <a:pt x="6268" y="5045"/>
                      <a:pt x="6602" y="4238"/>
                      <a:pt x="6602" y="3397"/>
                    </a:cubicBezTo>
                    <a:cubicBezTo>
                      <a:pt x="6602" y="2555"/>
                      <a:pt x="6268" y="1748"/>
                      <a:pt x="5673" y="1153"/>
                    </a:cubicBezTo>
                    <a:cubicBezTo>
                      <a:pt x="5078" y="558"/>
                      <a:pt x="4272" y="224"/>
                      <a:pt x="3431" y="224"/>
                    </a:cubicBezTo>
                    <a:cubicBezTo>
                      <a:pt x="2589" y="224"/>
                      <a:pt x="1783" y="558"/>
                      <a:pt x="1188" y="1153"/>
                    </a:cubicBezTo>
                    <a:cubicBezTo>
                      <a:pt x="593" y="1748"/>
                      <a:pt x="259" y="2555"/>
                      <a:pt x="259" y="3397"/>
                    </a:cubicBezTo>
                    <a:cubicBezTo>
                      <a:pt x="259" y="4238"/>
                      <a:pt x="593" y="5045"/>
                      <a:pt x="1188" y="5640"/>
                    </a:cubicBezTo>
                    <a:cubicBezTo>
                      <a:pt x="1783" y="6235"/>
                      <a:pt x="2589" y="6569"/>
                      <a:pt x="343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5252BA66-A549-099C-4254-2013DF38CC33}"/>
                  </a:ext>
                </a:extLst>
              </p:cNvPr>
              <p:cNvSpPr/>
              <p:nvPr/>
            </p:nvSpPr>
            <p:spPr>
              <a:xfrm>
                <a:off x="3976117" y="5971803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8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6" y="6207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6" y="531"/>
                      <a:pt x="4259" y="196"/>
                      <a:pt x="3418" y="196"/>
                    </a:cubicBezTo>
                    <a:cubicBezTo>
                      <a:pt x="2577" y="196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7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722BE8AE-A6E5-1FB8-DE15-2A6762FA666C}"/>
                  </a:ext>
                </a:extLst>
              </p:cNvPr>
              <p:cNvSpPr/>
              <p:nvPr/>
            </p:nvSpPr>
            <p:spPr>
              <a:xfrm>
                <a:off x="3974273" y="5971513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8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6" y="6207"/>
                      <a:pt x="5660" y="5613"/>
                    </a:cubicBezTo>
                    <a:cubicBezTo>
                      <a:pt x="6255" y="5018"/>
                      <a:pt x="6589" y="4210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6" y="531"/>
                      <a:pt x="4259" y="196"/>
                      <a:pt x="3418" y="196"/>
                    </a:cubicBezTo>
                    <a:cubicBezTo>
                      <a:pt x="2577" y="196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0"/>
                      <a:pt x="580" y="5018"/>
                      <a:pt x="1175" y="5613"/>
                    </a:cubicBezTo>
                    <a:cubicBezTo>
                      <a:pt x="1770" y="6207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DEBBE70B-F51D-3A50-4CAB-84250BF30628}"/>
                  </a:ext>
                </a:extLst>
              </p:cNvPr>
              <p:cNvSpPr/>
              <p:nvPr/>
            </p:nvSpPr>
            <p:spPr>
              <a:xfrm>
                <a:off x="3972714" y="5971867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8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9" y="196"/>
                      <a:pt x="3418" y="196"/>
                    </a:cubicBezTo>
                    <a:cubicBezTo>
                      <a:pt x="2576" y="196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8"/>
                      <a:pt x="2576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99A1B0EA-49D5-4156-1BFE-50F6A22DBCA6}"/>
                  </a:ext>
                </a:extLst>
              </p:cNvPr>
              <p:cNvSpPr/>
              <p:nvPr/>
            </p:nvSpPr>
            <p:spPr>
              <a:xfrm>
                <a:off x="3971317" y="5972606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9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9" y="196"/>
                      <a:pt x="3417" y="196"/>
                    </a:cubicBezTo>
                    <a:cubicBezTo>
                      <a:pt x="2576" y="196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384DC3D2-601B-2B43-1DF4-5DCAF4E8DC64}"/>
                  </a:ext>
                </a:extLst>
              </p:cNvPr>
              <p:cNvSpPr/>
              <p:nvPr/>
            </p:nvSpPr>
            <p:spPr>
              <a:xfrm>
                <a:off x="3969521" y="5972368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194EDE32-6352-4496-FCB5-8882873574A1}"/>
                  </a:ext>
                </a:extLst>
              </p:cNvPr>
              <p:cNvSpPr/>
              <p:nvPr/>
            </p:nvSpPr>
            <p:spPr>
              <a:xfrm>
                <a:off x="3966548" y="5969159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2 h 6345"/>
                  <a:gd name="connsiteX2" fmla="*/ 6589 w 6343"/>
                  <a:gd name="connsiteY2" fmla="*/ 3369 h 6345"/>
                  <a:gd name="connsiteX3" fmla="*/ 5660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2"/>
                    </a:cubicBezTo>
                    <a:cubicBezTo>
                      <a:pt x="6254" y="5017"/>
                      <a:pt x="6589" y="4210"/>
                      <a:pt x="6589" y="3369"/>
                    </a:cubicBezTo>
                    <a:cubicBezTo>
                      <a:pt x="6589" y="2527"/>
                      <a:pt x="6254" y="1720"/>
                      <a:pt x="5660" y="1125"/>
                    </a:cubicBezTo>
                    <a:cubicBezTo>
                      <a:pt x="5065" y="530"/>
                      <a:pt x="4258" y="196"/>
                      <a:pt x="3417" y="196"/>
                    </a:cubicBezTo>
                    <a:cubicBezTo>
                      <a:pt x="2576" y="196"/>
                      <a:pt x="1769" y="530"/>
                      <a:pt x="1174" y="1125"/>
                    </a:cubicBezTo>
                    <a:cubicBezTo>
                      <a:pt x="580" y="1720"/>
                      <a:pt x="245" y="2527"/>
                      <a:pt x="245" y="3369"/>
                    </a:cubicBezTo>
                    <a:cubicBezTo>
                      <a:pt x="245" y="4210"/>
                      <a:pt x="580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FA832C02-CC63-CA5C-AFA0-4C25D1780F9A}"/>
                  </a:ext>
                </a:extLst>
              </p:cNvPr>
              <p:cNvSpPr/>
              <p:nvPr/>
            </p:nvSpPr>
            <p:spPr>
              <a:xfrm>
                <a:off x="3964714" y="5968710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2 h 6345"/>
                  <a:gd name="connsiteX2" fmla="*/ 6588 w 6343"/>
                  <a:gd name="connsiteY2" fmla="*/ 3369 h 6345"/>
                  <a:gd name="connsiteX3" fmla="*/ 5660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7"/>
                      <a:pt x="6254" y="1720"/>
                      <a:pt x="5660" y="1125"/>
                    </a:cubicBezTo>
                    <a:cubicBezTo>
                      <a:pt x="5065" y="530"/>
                      <a:pt x="4258" y="196"/>
                      <a:pt x="3417" y="196"/>
                    </a:cubicBezTo>
                    <a:cubicBezTo>
                      <a:pt x="2576" y="196"/>
                      <a:pt x="1769" y="530"/>
                      <a:pt x="1174" y="1125"/>
                    </a:cubicBezTo>
                    <a:cubicBezTo>
                      <a:pt x="580" y="1720"/>
                      <a:pt x="245" y="2527"/>
                      <a:pt x="245" y="3369"/>
                    </a:cubicBezTo>
                    <a:cubicBezTo>
                      <a:pt x="245" y="4210"/>
                      <a:pt x="580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E764211A-55E4-BBB7-6999-D55514446EED}"/>
                  </a:ext>
                </a:extLst>
              </p:cNvPr>
              <p:cNvSpPr/>
              <p:nvPr/>
            </p:nvSpPr>
            <p:spPr>
              <a:xfrm>
                <a:off x="3963214" y="5969091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7"/>
                      <a:pt x="6254" y="1720"/>
                      <a:pt x="5659" y="1125"/>
                    </a:cubicBezTo>
                    <a:cubicBezTo>
                      <a:pt x="5065" y="530"/>
                      <a:pt x="4258" y="196"/>
                      <a:pt x="3417" y="196"/>
                    </a:cubicBezTo>
                    <a:cubicBezTo>
                      <a:pt x="2576" y="196"/>
                      <a:pt x="1769" y="530"/>
                      <a:pt x="1174" y="1125"/>
                    </a:cubicBezTo>
                    <a:cubicBezTo>
                      <a:pt x="579" y="1720"/>
                      <a:pt x="245" y="2527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910ABC7E-BF71-F388-9B9B-DE932E067553}"/>
                  </a:ext>
                </a:extLst>
              </p:cNvPr>
              <p:cNvSpPr/>
              <p:nvPr/>
            </p:nvSpPr>
            <p:spPr>
              <a:xfrm>
                <a:off x="3961645" y="5969284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7"/>
                      <a:pt x="6254" y="1720"/>
                      <a:pt x="5659" y="1125"/>
                    </a:cubicBezTo>
                    <a:cubicBezTo>
                      <a:pt x="5065" y="530"/>
                      <a:pt x="4258" y="196"/>
                      <a:pt x="3417" y="196"/>
                    </a:cubicBezTo>
                    <a:cubicBezTo>
                      <a:pt x="2576" y="196"/>
                      <a:pt x="1769" y="530"/>
                      <a:pt x="1174" y="1125"/>
                    </a:cubicBezTo>
                    <a:cubicBezTo>
                      <a:pt x="579" y="1720"/>
                      <a:pt x="245" y="2527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DAC9534C-6F79-2313-1333-0D99497A5BB7}"/>
                  </a:ext>
                </a:extLst>
              </p:cNvPr>
              <p:cNvSpPr/>
              <p:nvPr/>
            </p:nvSpPr>
            <p:spPr>
              <a:xfrm>
                <a:off x="3960509" y="5970625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4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4" y="531"/>
                      <a:pt x="4258" y="196"/>
                      <a:pt x="3417" y="196"/>
                    </a:cubicBezTo>
                    <a:cubicBezTo>
                      <a:pt x="2575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5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84C40F46-FC5E-5A09-8B34-4A84F9812761}"/>
                  </a:ext>
                </a:extLst>
              </p:cNvPr>
              <p:cNvSpPr/>
              <p:nvPr/>
            </p:nvSpPr>
            <p:spPr>
              <a:xfrm>
                <a:off x="3956946" y="5969801"/>
                <a:ext cx="6343" cy="6345"/>
              </a:xfrm>
              <a:custGeom>
                <a:avLst/>
                <a:gdLst>
                  <a:gd name="connsiteX0" fmla="*/ 3416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6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42"/>
                    </a:moveTo>
                    <a:cubicBezTo>
                      <a:pt x="4257" y="6542"/>
                      <a:pt x="5064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8"/>
                      <a:pt x="6254" y="1720"/>
                      <a:pt x="5659" y="1125"/>
                    </a:cubicBezTo>
                    <a:cubicBezTo>
                      <a:pt x="5064" y="531"/>
                      <a:pt x="4257" y="196"/>
                      <a:pt x="3416" y="196"/>
                    </a:cubicBezTo>
                    <a:cubicBezTo>
                      <a:pt x="2575" y="196"/>
                      <a:pt x="1768" y="531"/>
                      <a:pt x="1174" y="1125"/>
                    </a:cubicBezTo>
                    <a:cubicBezTo>
                      <a:pt x="579" y="1720"/>
                      <a:pt x="245" y="2528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8" y="6207"/>
                      <a:pt x="2575" y="6542"/>
                      <a:pt x="341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DAD53EC8-9200-7407-1DB7-5B354D54FF7C}"/>
                  </a:ext>
                </a:extLst>
              </p:cNvPr>
              <p:cNvSpPr/>
              <p:nvPr/>
            </p:nvSpPr>
            <p:spPr>
              <a:xfrm>
                <a:off x="4077832" y="6318869"/>
                <a:ext cx="6343" cy="6345"/>
              </a:xfrm>
              <a:custGeom>
                <a:avLst/>
                <a:gdLst>
                  <a:gd name="connsiteX0" fmla="*/ 3426 w 6343"/>
                  <a:gd name="connsiteY0" fmla="*/ 6569 h 6345"/>
                  <a:gd name="connsiteX1" fmla="*/ 5668 w 6343"/>
                  <a:gd name="connsiteY1" fmla="*/ 5640 h 6345"/>
                  <a:gd name="connsiteX2" fmla="*/ 6597 w 6343"/>
                  <a:gd name="connsiteY2" fmla="*/ 3396 h 6345"/>
                  <a:gd name="connsiteX3" fmla="*/ 5668 w 6343"/>
                  <a:gd name="connsiteY3" fmla="*/ 1153 h 6345"/>
                  <a:gd name="connsiteX4" fmla="*/ 3426 w 6343"/>
                  <a:gd name="connsiteY4" fmla="*/ 224 h 6345"/>
                  <a:gd name="connsiteX5" fmla="*/ 1183 w 6343"/>
                  <a:gd name="connsiteY5" fmla="*/ 1153 h 6345"/>
                  <a:gd name="connsiteX6" fmla="*/ 254 w 6343"/>
                  <a:gd name="connsiteY6" fmla="*/ 3396 h 6345"/>
                  <a:gd name="connsiteX7" fmla="*/ 1183 w 6343"/>
                  <a:gd name="connsiteY7" fmla="*/ 5640 h 6345"/>
                  <a:gd name="connsiteX8" fmla="*/ 3426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69"/>
                    </a:moveTo>
                    <a:cubicBezTo>
                      <a:pt x="4267" y="6569"/>
                      <a:pt x="5074" y="6235"/>
                      <a:pt x="5668" y="5640"/>
                    </a:cubicBezTo>
                    <a:cubicBezTo>
                      <a:pt x="6263" y="5045"/>
                      <a:pt x="6597" y="4238"/>
                      <a:pt x="6597" y="3396"/>
                    </a:cubicBezTo>
                    <a:cubicBezTo>
                      <a:pt x="6597" y="2555"/>
                      <a:pt x="6263" y="1748"/>
                      <a:pt x="5668" y="1153"/>
                    </a:cubicBezTo>
                    <a:cubicBezTo>
                      <a:pt x="5074" y="558"/>
                      <a:pt x="4267" y="224"/>
                      <a:pt x="3426" y="224"/>
                    </a:cubicBezTo>
                    <a:cubicBezTo>
                      <a:pt x="2585" y="224"/>
                      <a:pt x="1778" y="558"/>
                      <a:pt x="1183" y="1153"/>
                    </a:cubicBezTo>
                    <a:cubicBezTo>
                      <a:pt x="588" y="1748"/>
                      <a:pt x="254" y="2555"/>
                      <a:pt x="254" y="3396"/>
                    </a:cubicBezTo>
                    <a:cubicBezTo>
                      <a:pt x="254" y="4238"/>
                      <a:pt x="588" y="5045"/>
                      <a:pt x="1183" y="5640"/>
                    </a:cubicBezTo>
                    <a:cubicBezTo>
                      <a:pt x="1778" y="6235"/>
                      <a:pt x="2585" y="6569"/>
                      <a:pt x="3426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621D0759-2240-7FBA-F773-C3C011374985}"/>
                  </a:ext>
                </a:extLst>
              </p:cNvPr>
              <p:cNvSpPr/>
              <p:nvPr/>
            </p:nvSpPr>
            <p:spPr>
              <a:xfrm>
                <a:off x="4073291" y="6317327"/>
                <a:ext cx="6343" cy="6345"/>
              </a:xfrm>
              <a:custGeom>
                <a:avLst/>
                <a:gdLst>
                  <a:gd name="connsiteX0" fmla="*/ 3425 w 6343"/>
                  <a:gd name="connsiteY0" fmla="*/ 6569 h 6345"/>
                  <a:gd name="connsiteX1" fmla="*/ 5668 w 6343"/>
                  <a:gd name="connsiteY1" fmla="*/ 5640 h 6345"/>
                  <a:gd name="connsiteX2" fmla="*/ 6597 w 6343"/>
                  <a:gd name="connsiteY2" fmla="*/ 3396 h 6345"/>
                  <a:gd name="connsiteX3" fmla="*/ 5668 w 6343"/>
                  <a:gd name="connsiteY3" fmla="*/ 1153 h 6345"/>
                  <a:gd name="connsiteX4" fmla="*/ 3425 w 6343"/>
                  <a:gd name="connsiteY4" fmla="*/ 224 h 6345"/>
                  <a:gd name="connsiteX5" fmla="*/ 1183 w 6343"/>
                  <a:gd name="connsiteY5" fmla="*/ 1153 h 6345"/>
                  <a:gd name="connsiteX6" fmla="*/ 254 w 6343"/>
                  <a:gd name="connsiteY6" fmla="*/ 3396 h 6345"/>
                  <a:gd name="connsiteX7" fmla="*/ 1183 w 6343"/>
                  <a:gd name="connsiteY7" fmla="*/ 5640 h 6345"/>
                  <a:gd name="connsiteX8" fmla="*/ 3425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69"/>
                    </a:moveTo>
                    <a:cubicBezTo>
                      <a:pt x="4267" y="6569"/>
                      <a:pt x="5073" y="6235"/>
                      <a:pt x="5668" y="5640"/>
                    </a:cubicBezTo>
                    <a:cubicBezTo>
                      <a:pt x="6263" y="5045"/>
                      <a:pt x="6597" y="4238"/>
                      <a:pt x="6597" y="3396"/>
                    </a:cubicBezTo>
                    <a:cubicBezTo>
                      <a:pt x="6597" y="2555"/>
                      <a:pt x="6263" y="1748"/>
                      <a:pt x="5668" y="1153"/>
                    </a:cubicBezTo>
                    <a:cubicBezTo>
                      <a:pt x="5073" y="558"/>
                      <a:pt x="4267" y="224"/>
                      <a:pt x="3425" y="224"/>
                    </a:cubicBezTo>
                    <a:cubicBezTo>
                      <a:pt x="2584" y="224"/>
                      <a:pt x="1778" y="558"/>
                      <a:pt x="1183" y="1153"/>
                    </a:cubicBezTo>
                    <a:cubicBezTo>
                      <a:pt x="588" y="1748"/>
                      <a:pt x="254" y="2555"/>
                      <a:pt x="254" y="3396"/>
                    </a:cubicBezTo>
                    <a:cubicBezTo>
                      <a:pt x="254" y="4238"/>
                      <a:pt x="588" y="5045"/>
                      <a:pt x="1183" y="5640"/>
                    </a:cubicBezTo>
                    <a:cubicBezTo>
                      <a:pt x="1778" y="6235"/>
                      <a:pt x="2584" y="6569"/>
                      <a:pt x="3425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4C71E58E-79B3-9569-BF35-EE2C9C2AC014}"/>
                  </a:ext>
                </a:extLst>
              </p:cNvPr>
              <p:cNvSpPr/>
              <p:nvPr/>
            </p:nvSpPr>
            <p:spPr>
              <a:xfrm>
                <a:off x="4070540" y="6320978"/>
                <a:ext cx="6343" cy="6345"/>
              </a:xfrm>
              <a:custGeom>
                <a:avLst/>
                <a:gdLst>
                  <a:gd name="connsiteX0" fmla="*/ 3425 w 6343"/>
                  <a:gd name="connsiteY0" fmla="*/ 6569 h 6345"/>
                  <a:gd name="connsiteX1" fmla="*/ 5668 w 6343"/>
                  <a:gd name="connsiteY1" fmla="*/ 5640 h 6345"/>
                  <a:gd name="connsiteX2" fmla="*/ 6597 w 6343"/>
                  <a:gd name="connsiteY2" fmla="*/ 3397 h 6345"/>
                  <a:gd name="connsiteX3" fmla="*/ 5668 w 6343"/>
                  <a:gd name="connsiteY3" fmla="*/ 1153 h 6345"/>
                  <a:gd name="connsiteX4" fmla="*/ 3425 w 6343"/>
                  <a:gd name="connsiteY4" fmla="*/ 224 h 6345"/>
                  <a:gd name="connsiteX5" fmla="*/ 1183 w 6343"/>
                  <a:gd name="connsiteY5" fmla="*/ 1153 h 6345"/>
                  <a:gd name="connsiteX6" fmla="*/ 254 w 6343"/>
                  <a:gd name="connsiteY6" fmla="*/ 3397 h 6345"/>
                  <a:gd name="connsiteX7" fmla="*/ 1183 w 6343"/>
                  <a:gd name="connsiteY7" fmla="*/ 5640 h 6345"/>
                  <a:gd name="connsiteX8" fmla="*/ 3425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69"/>
                    </a:moveTo>
                    <a:cubicBezTo>
                      <a:pt x="4266" y="6569"/>
                      <a:pt x="5073" y="6235"/>
                      <a:pt x="5668" y="5640"/>
                    </a:cubicBezTo>
                    <a:cubicBezTo>
                      <a:pt x="6263" y="5045"/>
                      <a:pt x="6597" y="4238"/>
                      <a:pt x="6597" y="3397"/>
                    </a:cubicBezTo>
                    <a:cubicBezTo>
                      <a:pt x="6597" y="2555"/>
                      <a:pt x="6263" y="1748"/>
                      <a:pt x="5668" y="1153"/>
                    </a:cubicBezTo>
                    <a:cubicBezTo>
                      <a:pt x="5073" y="558"/>
                      <a:pt x="4266" y="224"/>
                      <a:pt x="3425" y="224"/>
                    </a:cubicBezTo>
                    <a:cubicBezTo>
                      <a:pt x="2584" y="224"/>
                      <a:pt x="1777" y="558"/>
                      <a:pt x="1183" y="1153"/>
                    </a:cubicBezTo>
                    <a:cubicBezTo>
                      <a:pt x="588" y="1748"/>
                      <a:pt x="254" y="2555"/>
                      <a:pt x="254" y="3397"/>
                    </a:cubicBezTo>
                    <a:cubicBezTo>
                      <a:pt x="254" y="4238"/>
                      <a:pt x="588" y="5045"/>
                      <a:pt x="1183" y="5640"/>
                    </a:cubicBezTo>
                    <a:cubicBezTo>
                      <a:pt x="1777" y="6235"/>
                      <a:pt x="2584" y="6569"/>
                      <a:pt x="3425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83B1E36F-9BA1-780D-8AC1-FED0061F9F1F}"/>
                  </a:ext>
                </a:extLst>
              </p:cNvPr>
              <p:cNvSpPr/>
              <p:nvPr/>
            </p:nvSpPr>
            <p:spPr>
              <a:xfrm>
                <a:off x="4066886" y="6321999"/>
                <a:ext cx="6343" cy="6345"/>
              </a:xfrm>
              <a:custGeom>
                <a:avLst/>
                <a:gdLst>
                  <a:gd name="connsiteX0" fmla="*/ 3425 w 6343"/>
                  <a:gd name="connsiteY0" fmla="*/ 6569 h 6345"/>
                  <a:gd name="connsiteX1" fmla="*/ 5668 w 6343"/>
                  <a:gd name="connsiteY1" fmla="*/ 5640 h 6345"/>
                  <a:gd name="connsiteX2" fmla="*/ 6597 w 6343"/>
                  <a:gd name="connsiteY2" fmla="*/ 3397 h 6345"/>
                  <a:gd name="connsiteX3" fmla="*/ 5668 w 6343"/>
                  <a:gd name="connsiteY3" fmla="*/ 1153 h 6345"/>
                  <a:gd name="connsiteX4" fmla="*/ 3425 w 6343"/>
                  <a:gd name="connsiteY4" fmla="*/ 224 h 6345"/>
                  <a:gd name="connsiteX5" fmla="*/ 1182 w 6343"/>
                  <a:gd name="connsiteY5" fmla="*/ 1153 h 6345"/>
                  <a:gd name="connsiteX6" fmla="*/ 253 w 6343"/>
                  <a:gd name="connsiteY6" fmla="*/ 3397 h 6345"/>
                  <a:gd name="connsiteX7" fmla="*/ 1182 w 6343"/>
                  <a:gd name="connsiteY7" fmla="*/ 5640 h 6345"/>
                  <a:gd name="connsiteX8" fmla="*/ 3425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69"/>
                    </a:moveTo>
                    <a:cubicBezTo>
                      <a:pt x="4266" y="6569"/>
                      <a:pt x="5073" y="6235"/>
                      <a:pt x="5668" y="5640"/>
                    </a:cubicBezTo>
                    <a:cubicBezTo>
                      <a:pt x="6262" y="5045"/>
                      <a:pt x="6597" y="4238"/>
                      <a:pt x="6597" y="3397"/>
                    </a:cubicBezTo>
                    <a:cubicBezTo>
                      <a:pt x="6597" y="2555"/>
                      <a:pt x="6262" y="1748"/>
                      <a:pt x="5668" y="1153"/>
                    </a:cubicBezTo>
                    <a:cubicBezTo>
                      <a:pt x="5073" y="558"/>
                      <a:pt x="4266" y="224"/>
                      <a:pt x="3425" y="224"/>
                    </a:cubicBezTo>
                    <a:cubicBezTo>
                      <a:pt x="2584" y="224"/>
                      <a:pt x="1777" y="558"/>
                      <a:pt x="1182" y="1153"/>
                    </a:cubicBezTo>
                    <a:cubicBezTo>
                      <a:pt x="588" y="1748"/>
                      <a:pt x="253" y="2555"/>
                      <a:pt x="253" y="3397"/>
                    </a:cubicBezTo>
                    <a:cubicBezTo>
                      <a:pt x="253" y="4238"/>
                      <a:pt x="588" y="5045"/>
                      <a:pt x="1182" y="5640"/>
                    </a:cubicBezTo>
                    <a:cubicBezTo>
                      <a:pt x="1777" y="6235"/>
                      <a:pt x="2584" y="6569"/>
                      <a:pt x="3425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DB43C7DA-317C-7FAF-F263-8180DCDF1C2F}"/>
                  </a:ext>
                </a:extLst>
              </p:cNvPr>
              <p:cNvSpPr/>
              <p:nvPr/>
            </p:nvSpPr>
            <p:spPr>
              <a:xfrm>
                <a:off x="4063125" y="6322679"/>
                <a:ext cx="6343" cy="6345"/>
              </a:xfrm>
              <a:custGeom>
                <a:avLst/>
                <a:gdLst>
                  <a:gd name="connsiteX0" fmla="*/ 3425 w 6343"/>
                  <a:gd name="connsiteY0" fmla="*/ 6569 h 6345"/>
                  <a:gd name="connsiteX1" fmla="*/ 5667 w 6343"/>
                  <a:gd name="connsiteY1" fmla="*/ 5640 h 6345"/>
                  <a:gd name="connsiteX2" fmla="*/ 6596 w 6343"/>
                  <a:gd name="connsiteY2" fmla="*/ 3397 h 6345"/>
                  <a:gd name="connsiteX3" fmla="*/ 5667 w 6343"/>
                  <a:gd name="connsiteY3" fmla="*/ 1153 h 6345"/>
                  <a:gd name="connsiteX4" fmla="*/ 3425 w 6343"/>
                  <a:gd name="connsiteY4" fmla="*/ 224 h 6345"/>
                  <a:gd name="connsiteX5" fmla="*/ 1182 w 6343"/>
                  <a:gd name="connsiteY5" fmla="*/ 1153 h 6345"/>
                  <a:gd name="connsiteX6" fmla="*/ 253 w 6343"/>
                  <a:gd name="connsiteY6" fmla="*/ 3397 h 6345"/>
                  <a:gd name="connsiteX7" fmla="*/ 1182 w 6343"/>
                  <a:gd name="connsiteY7" fmla="*/ 5640 h 6345"/>
                  <a:gd name="connsiteX8" fmla="*/ 3425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69"/>
                    </a:moveTo>
                    <a:cubicBezTo>
                      <a:pt x="4266" y="6569"/>
                      <a:pt x="5073" y="6235"/>
                      <a:pt x="5667" y="5640"/>
                    </a:cubicBezTo>
                    <a:cubicBezTo>
                      <a:pt x="6262" y="5045"/>
                      <a:pt x="6596" y="4238"/>
                      <a:pt x="6596" y="3397"/>
                    </a:cubicBezTo>
                    <a:cubicBezTo>
                      <a:pt x="6596" y="2555"/>
                      <a:pt x="6262" y="1748"/>
                      <a:pt x="5667" y="1153"/>
                    </a:cubicBezTo>
                    <a:cubicBezTo>
                      <a:pt x="5073" y="558"/>
                      <a:pt x="4266" y="224"/>
                      <a:pt x="3425" y="224"/>
                    </a:cubicBezTo>
                    <a:cubicBezTo>
                      <a:pt x="2584" y="224"/>
                      <a:pt x="1777" y="558"/>
                      <a:pt x="1182" y="1153"/>
                    </a:cubicBezTo>
                    <a:cubicBezTo>
                      <a:pt x="587" y="1748"/>
                      <a:pt x="253" y="2555"/>
                      <a:pt x="253" y="3397"/>
                    </a:cubicBezTo>
                    <a:cubicBezTo>
                      <a:pt x="253" y="4238"/>
                      <a:pt x="587" y="5045"/>
                      <a:pt x="1182" y="5640"/>
                    </a:cubicBezTo>
                    <a:cubicBezTo>
                      <a:pt x="1777" y="6235"/>
                      <a:pt x="2584" y="6569"/>
                      <a:pt x="3425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E82A4B4E-7B09-AC12-DD01-1220BBFA16AA}"/>
                  </a:ext>
                </a:extLst>
              </p:cNvPr>
              <p:cNvSpPr/>
              <p:nvPr/>
            </p:nvSpPr>
            <p:spPr>
              <a:xfrm>
                <a:off x="4059391" y="6323427"/>
                <a:ext cx="6343" cy="6345"/>
              </a:xfrm>
              <a:custGeom>
                <a:avLst/>
                <a:gdLst>
                  <a:gd name="connsiteX0" fmla="*/ 3424 w 6343"/>
                  <a:gd name="connsiteY0" fmla="*/ 6570 h 6345"/>
                  <a:gd name="connsiteX1" fmla="*/ 5667 w 6343"/>
                  <a:gd name="connsiteY1" fmla="*/ 5640 h 6345"/>
                  <a:gd name="connsiteX2" fmla="*/ 6596 w 6343"/>
                  <a:gd name="connsiteY2" fmla="*/ 3397 h 6345"/>
                  <a:gd name="connsiteX3" fmla="*/ 5667 w 6343"/>
                  <a:gd name="connsiteY3" fmla="*/ 1153 h 6345"/>
                  <a:gd name="connsiteX4" fmla="*/ 3424 w 6343"/>
                  <a:gd name="connsiteY4" fmla="*/ 224 h 6345"/>
                  <a:gd name="connsiteX5" fmla="*/ 1182 w 6343"/>
                  <a:gd name="connsiteY5" fmla="*/ 1153 h 6345"/>
                  <a:gd name="connsiteX6" fmla="*/ 253 w 6343"/>
                  <a:gd name="connsiteY6" fmla="*/ 3397 h 6345"/>
                  <a:gd name="connsiteX7" fmla="*/ 1182 w 6343"/>
                  <a:gd name="connsiteY7" fmla="*/ 5640 h 6345"/>
                  <a:gd name="connsiteX8" fmla="*/ 342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0"/>
                    </a:moveTo>
                    <a:cubicBezTo>
                      <a:pt x="4265" y="6570"/>
                      <a:pt x="5072" y="6235"/>
                      <a:pt x="5667" y="5640"/>
                    </a:cubicBezTo>
                    <a:cubicBezTo>
                      <a:pt x="6262" y="5045"/>
                      <a:pt x="6596" y="4238"/>
                      <a:pt x="6596" y="3397"/>
                    </a:cubicBezTo>
                    <a:cubicBezTo>
                      <a:pt x="6596" y="2555"/>
                      <a:pt x="6262" y="1748"/>
                      <a:pt x="5667" y="1153"/>
                    </a:cubicBezTo>
                    <a:cubicBezTo>
                      <a:pt x="5072" y="558"/>
                      <a:pt x="4265" y="224"/>
                      <a:pt x="3424" y="224"/>
                    </a:cubicBezTo>
                    <a:cubicBezTo>
                      <a:pt x="2583" y="224"/>
                      <a:pt x="1776" y="558"/>
                      <a:pt x="1182" y="1153"/>
                    </a:cubicBezTo>
                    <a:cubicBezTo>
                      <a:pt x="587" y="1748"/>
                      <a:pt x="253" y="2555"/>
                      <a:pt x="253" y="3397"/>
                    </a:cubicBezTo>
                    <a:cubicBezTo>
                      <a:pt x="253" y="4238"/>
                      <a:pt x="587" y="5045"/>
                      <a:pt x="1182" y="5640"/>
                    </a:cubicBezTo>
                    <a:cubicBezTo>
                      <a:pt x="1776" y="6235"/>
                      <a:pt x="2583" y="6570"/>
                      <a:pt x="342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C402D02A-AAFF-F7D1-1BD5-C7246B05B770}"/>
                  </a:ext>
                </a:extLst>
              </p:cNvPr>
              <p:cNvSpPr/>
              <p:nvPr/>
            </p:nvSpPr>
            <p:spPr>
              <a:xfrm>
                <a:off x="4055486" y="6323606"/>
                <a:ext cx="6343" cy="6345"/>
              </a:xfrm>
              <a:custGeom>
                <a:avLst/>
                <a:gdLst>
                  <a:gd name="connsiteX0" fmla="*/ 3424 w 6343"/>
                  <a:gd name="connsiteY0" fmla="*/ 6570 h 6345"/>
                  <a:gd name="connsiteX1" fmla="*/ 5667 w 6343"/>
                  <a:gd name="connsiteY1" fmla="*/ 5640 h 6345"/>
                  <a:gd name="connsiteX2" fmla="*/ 6596 w 6343"/>
                  <a:gd name="connsiteY2" fmla="*/ 3397 h 6345"/>
                  <a:gd name="connsiteX3" fmla="*/ 5667 w 6343"/>
                  <a:gd name="connsiteY3" fmla="*/ 1153 h 6345"/>
                  <a:gd name="connsiteX4" fmla="*/ 3424 w 6343"/>
                  <a:gd name="connsiteY4" fmla="*/ 224 h 6345"/>
                  <a:gd name="connsiteX5" fmla="*/ 1181 w 6343"/>
                  <a:gd name="connsiteY5" fmla="*/ 1153 h 6345"/>
                  <a:gd name="connsiteX6" fmla="*/ 253 w 6343"/>
                  <a:gd name="connsiteY6" fmla="*/ 3397 h 6345"/>
                  <a:gd name="connsiteX7" fmla="*/ 1181 w 6343"/>
                  <a:gd name="connsiteY7" fmla="*/ 5640 h 6345"/>
                  <a:gd name="connsiteX8" fmla="*/ 342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0"/>
                    </a:moveTo>
                    <a:cubicBezTo>
                      <a:pt x="4265" y="6570"/>
                      <a:pt x="5072" y="6235"/>
                      <a:pt x="5667" y="5640"/>
                    </a:cubicBezTo>
                    <a:cubicBezTo>
                      <a:pt x="6261" y="5045"/>
                      <a:pt x="6596" y="4238"/>
                      <a:pt x="6596" y="3397"/>
                    </a:cubicBezTo>
                    <a:cubicBezTo>
                      <a:pt x="6596" y="2555"/>
                      <a:pt x="6261" y="1748"/>
                      <a:pt x="5667" y="1153"/>
                    </a:cubicBezTo>
                    <a:cubicBezTo>
                      <a:pt x="5072" y="558"/>
                      <a:pt x="4265" y="224"/>
                      <a:pt x="3424" y="224"/>
                    </a:cubicBezTo>
                    <a:cubicBezTo>
                      <a:pt x="2583" y="224"/>
                      <a:pt x="1776" y="558"/>
                      <a:pt x="1181" y="1153"/>
                    </a:cubicBezTo>
                    <a:cubicBezTo>
                      <a:pt x="587" y="1748"/>
                      <a:pt x="253" y="2555"/>
                      <a:pt x="253" y="3397"/>
                    </a:cubicBezTo>
                    <a:cubicBezTo>
                      <a:pt x="253" y="4238"/>
                      <a:pt x="587" y="5045"/>
                      <a:pt x="1181" y="5640"/>
                    </a:cubicBezTo>
                    <a:cubicBezTo>
                      <a:pt x="1776" y="6235"/>
                      <a:pt x="2583" y="6570"/>
                      <a:pt x="342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8AFB29FE-DBFA-F24B-74B8-AC93F0EA11C0}"/>
                  </a:ext>
                </a:extLst>
              </p:cNvPr>
              <p:cNvSpPr/>
              <p:nvPr/>
            </p:nvSpPr>
            <p:spPr>
              <a:xfrm>
                <a:off x="4051310" y="6322849"/>
                <a:ext cx="6343" cy="6345"/>
              </a:xfrm>
              <a:custGeom>
                <a:avLst/>
                <a:gdLst>
                  <a:gd name="connsiteX0" fmla="*/ 3424 w 6343"/>
                  <a:gd name="connsiteY0" fmla="*/ 6569 h 6345"/>
                  <a:gd name="connsiteX1" fmla="*/ 5666 w 6343"/>
                  <a:gd name="connsiteY1" fmla="*/ 5640 h 6345"/>
                  <a:gd name="connsiteX2" fmla="*/ 6595 w 6343"/>
                  <a:gd name="connsiteY2" fmla="*/ 3397 h 6345"/>
                  <a:gd name="connsiteX3" fmla="*/ 5666 w 6343"/>
                  <a:gd name="connsiteY3" fmla="*/ 1153 h 6345"/>
                  <a:gd name="connsiteX4" fmla="*/ 3424 w 6343"/>
                  <a:gd name="connsiteY4" fmla="*/ 224 h 6345"/>
                  <a:gd name="connsiteX5" fmla="*/ 1181 w 6343"/>
                  <a:gd name="connsiteY5" fmla="*/ 1153 h 6345"/>
                  <a:gd name="connsiteX6" fmla="*/ 252 w 6343"/>
                  <a:gd name="connsiteY6" fmla="*/ 3397 h 6345"/>
                  <a:gd name="connsiteX7" fmla="*/ 1181 w 6343"/>
                  <a:gd name="connsiteY7" fmla="*/ 5640 h 6345"/>
                  <a:gd name="connsiteX8" fmla="*/ 3424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69"/>
                    </a:moveTo>
                    <a:cubicBezTo>
                      <a:pt x="4265" y="6569"/>
                      <a:pt x="5072" y="6235"/>
                      <a:pt x="5666" y="5640"/>
                    </a:cubicBezTo>
                    <a:cubicBezTo>
                      <a:pt x="6261" y="5045"/>
                      <a:pt x="6595" y="4238"/>
                      <a:pt x="6595" y="3397"/>
                    </a:cubicBezTo>
                    <a:cubicBezTo>
                      <a:pt x="6595" y="2555"/>
                      <a:pt x="6261" y="1748"/>
                      <a:pt x="5666" y="1153"/>
                    </a:cubicBezTo>
                    <a:cubicBezTo>
                      <a:pt x="5072" y="558"/>
                      <a:pt x="4265" y="224"/>
                      <a:pt x="3424" y="224"/>
                    </a:cubicBezTo>
                    <a:cubicBezTo>
                      <a:pt x="2583" y="224"/>
                      <a:pt x="1776" y="558"/>
                      <a:pt x="1181" y="1153"/>
                    </a:cubicBezTo>
                    <a:cubicBezTo>
                      <a:pt x="586" y="1748"/>
                      <a:pt x="252" y="2555"/>
                      <a:pt x="252" y="3397"/>
                    </a:cubicBezTo>
                    <a:cubicBezTo>
                      <a:pt x="252" y="4238"/>
                      <a:pt x="586" y="5045"/>
                      <a:pt x="1181" y="5640"/>
                    </a:cubicBezTo>
                    <a:cubicBezTo>
                      <a:pt x="1776" y="6235"/>
                      <a:pt x="2583" y="6569"/>
                      <a:pt x="3424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C5F8407B-30BA-E69B-6038-04F16C992997}"/>
                  </a:ext>
                </a:extLst>
              </p:cNvPr>
              <p:cNvSpPr/>
              <p:nvPr/>
            </p:nvSpPr>
            <p:spPr>
              <a:xfrm>
                <a:off x="4047285" y="6322519"/>
                <a:ext cx="6343" cy="6345"/>
              </a:xfrm>
              <a:custGeom>
                <a:avLst/>
                <a:gdLst>
                  <a:gd name="connsiteX0" fmla="*/ 3423 w 6343"/>
                  <a:gd name="connsiteY0" fmla="*/ 6569 h 6345"/>
                  <a:gd name="connsiteX1" fmla="*/ 5666 w 6343"/>
                  <a:gd name="connsiteY1" fmla="*/ 5640 h 6345"/>
                  <a:gd name="connsiteX2" fmla="*/ 6595 w 6343"/>
                  <a:gd name="connsiteY2" fmla="*/ 3397 h 6345"/>
                  <a:gd name="connsiteX3" fmla="*/ 5666 w 6343"/>
                  <a:gd name="connsiteY3" fmla="*/ 1153 h 6345"/>
                  <a:gd name="connsiteX4" fmla="*/ 3423 w 6343"/>
                  <a:gd name="connsiteY4" fmla="*/ 224 h 6345"/>
                  <a:gd name="connsiteX5" fmla="*/ 1181 w 6343"/>
                  <a:gd name="connsiteY5" fmla="*/ 1153 h 6345"/>
                  <a:gd name="connsiteX6" fmla="*/ 252 w 6343"/>
                  <a:gd name="connsiteY6" fmla="*/ 3397 h 6345"/>
                  <a:gd name="connsiteX7" fmla="*/ 1181 w 6343"/>
                  <a:gd name="connsiteY7" fmla="*/ 5640 h 6345"/>
                  <a:gd name="connsiteX8" fmla="*/ 3423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69"/>
                    </a:moveTo>
                    <a:cubicBezTo>
                      <a:pt x="4265" y="6569"/>
                      <a:pt x="5071" y="6235"/>
                      <a:pt x="5666" y="5640"/>
                    </a:cubicBezTo>
                    <a:cubicBezTo>
                      <a:pt x="6261" y="5045"/>
                      <a:pt x="6595" y="4238"/>
                      <a:pt x="6595" y="3397"/>
                    </a:cubicBezTo>
                    <a:cubicBezTo>
                      <a:pt x="6595" y="2555"/>
                      <a:pt x="6261" y="1748"/>
                      <a:pt x="5666" y="1153"/>
                    </a:cubicBezTo>
                    <a:cubicBezTo>
                      <a:pt x="5071" y="558"/>
                      <a:pt x="4265" y="224"/>
                      <a:pt x="3423" y="224"/>
                    </a:cubicBezTo>
                    <a:cubicBezTo>
                      <a:pt x="2582" y="224"/>
                      <a:pt x="1776" y="558"/>
                      <a:pt x="1181" y="1153"/>
                    </a:cubicBezTo>
                    <a:cubicBezTo>
                      <a:pt x="586" y="1748"/>
                      <a:pt x="252" y="2555"/>
                      <a:pt x="252" y="3397"/>
                    </a:cubicBezTo>
                    <a:cubicBezTo>
                      <a:pt x="252" y="4238"/>
                      <a:pt x="586" y="5045"/>
                      <a:pt x="1181" y="5640"/>
                    </a:cubicBezTo>
                    <a:cubicBezTo>
                      <a:pt x="1776" y="6235"/>
                      <a:pt x="2582" y="6569"/>
                      <a:pt x="3423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4C4FD137-6D53-B2A8-47C1-F0CEDC9C0BF7}"/>
                  </a:ext>
                </a:extLst>
              </p:cNvPr>
              <p:cNvSpPr/>
              <p:nvPr/>
            </p:nvSpPr>
            <p:spPr>
              <a:xfrm>
                <a:off x="4043139" y="6321705"/>
                <a:ext cx="6343" cy="6345"/>
              </a:xfrm>
              <a:custGeom>
                <a:avLst/>
                <a:gdLst>
                  <a:gd name="connsiteX0" fmla="*/ 3423 w 6343"/>
                  <a:gd name="connsiteY0" fmla="*/ 6569 h 6345"/>
                  <a:gd name="connsiteX1" fmla="*/ 5666 w 6343"/>
                  <a:gd name="connsiteY1" fmla="*/ 5640 h 6345"/>
                  <a:gd name="connsiteX2" fmla="*/ 6595 w 6343"/>
                  <a:gd name="connsiteY2" fmla="*/ 3397 h 6345"/>
                  <a:gd name="connsiteX3" fmla="*/ 5666 w 6343"/>
                  <a:gd name="connsiteY3" fmla="*/ 1153 h 6345"/>
                  <a:gd name="connsiteX4" fmla="*/ 3423 w 6343"/>
                  <a:gd name="connsiteY4" fmla="*/ 224 h 6345"/>
                  <a:gd name="connsiteX5" fmla="*/ 1180 w 6343"/>
                  <a:gd name="connsiteY5" fmla="*/ 1153 h 6345"/>
                  <a:gd name="connsiteX6" fmla="*/ 252 w 6343"/>
                  <a:gd name="connsiteY6" fmla="*/ 3397 h 6345"/>
                  <a:gd name="connsiteX7" fmla="*/ 1180 w 6343"/>
                  <a:gd name="connsiteY7" fmla="*/ 5640 h 6345"/>
                  <a:gd name="connsiteX8" fmla="*/ 3423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69"/>
                    </a:moveTo>
                    <a:cubicBezTo>
                      <a:pt x="4264" y="6569"/>
                      <a:pt x="5071" y="6235"/>
                      <a:pt x="5666" y="5640"/>
                    </a:cubicBezTo>
                    <a:cubicBezTo>
                      <a:pt x="6260" y="5045"/>
                      <a:pt x="6595" y="4238"/>
                      <a:pt x="6595" y="3397"/>
                    </a:cubicBezTo>
                    <a:cubicBezTo>
                      <a:pt x="6595" y="2555"/>
                      <a:pt x="6260" y="1748"/>
                      <a:pt x="5666" y="1153"/>
                    </a:cubicBezTo>
                    <a:cubicBezTo>
                      <a:pt x="5071" y="558"/>
                      <a:pt x="4264" y="224"/>
                      <a:pt x="3423" y="224"/>
                    </a:cubicBezTo>
                    <a:cubicBezTo>
                      <a:pt x="2582" y="224"/>
                      <a:pt x="1775" y="558"/>
                      <a:pt x="1180" y="1153"/>
                    </a:cubicBezTo>
                    <a:cubicBezTo>
                      <a:pt x="586" y="1748"/>
                      <a:pt x="252" y="2555"/>
                      <a:pt x="252" y="3397"/>
                    </a:cubicBezTo>
                    <a:cubicBezTo>
                      <a:pt x="252" y="4238"/>
                      <a:pt x="586" y="5045"/>
                      <a:pt x="1180" y="5640"/>
                    </a:cubicBezTo>
                    <a:cubicBezTo>
                      <a:pt x="1775" y="6235"/>
                      <a:pt x="2582" y="6569"/>
                      <a:pt x="3423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1C15473B-90B9-DAB7-E9FA-609EB1570AAC}"/>
                  </a:ext>
                </a:extLst>
              </p:cNvPr>
              <p:cNvSpPr/>
              <p:nvPr/>
            </p:nvSpPr>
            <p:spPr>
              <a:xfrm>
                <a:off x="4039346" y="6322051"/>
                <a:ext cx="6343" cy="6345"/>
              </a:xfrm>
              <a:custGeom>
                <a:avLst/>
                <a:gdLst>
                  <a:gd name="connsiteX0" fmla="*/ 3423 w 6343"/>
                  <a:gd name="connsiteY0" fmla="*/ 6569 h 6345"/>
                  <a:gd name="connsiteX1" fmla="*/ 5665 w 6343"/>
                  <a:gd name="connsiteY1" fmla="*/ 5640 h 6345"/>
                  <a:gd name="connsiteX2" fmla="*/ 6594 w 6343"/>
                  <a:gd name="connsiteY2" fmla="*/ 3397 h 6345"/>
                  <a:gd name="connsiteX3" fmla="*/ 5665 w 6343"/>
                  <a:gd name="connsiteY3" fmla="*/ 1153 h 6345"/>
                  <a:gd name="connsiteX4" fmla="*/ 3423 w 6343"/>
                  <a:gd name="connsiteY4" fmla="*/ 224 h 6345"/>
                  <a:gd name="connsiteX5" fmla="*/ 1180 w 6343"/>
                  <a:gd name="connsiteY5" fmla="*/ 1153 h 6345"/>
                  <a:gd name="connsiteX6" fmla="*/ 251 w 6343"/>
                  <a:gd name="connsiteY6" fmla="*/ 3397 h 6345"/>
                  <a:gd name="connsiteX7" fmla="*/ 1180 w 6343"/>
                  <a:gd name="connsiteY7" fmla="*/ 5640 h 6345"/>
                  <a:gd name="connsiteX8" fmla="*/ 3423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69"/>
                    </a:moveTo>
                    <a:cubicBezTo>
                      <a:pt x="4264" y="6569"/>
                      <a:pt x="5071" y="6235"/>
                      <a:pt x="5665" y="5640"/>
                    </a:cubicBezTo>
                    <a:cubicBezTo>
                      <a:pt x="6260" y="5045"/>
                      <a:pt x="6594" y="4238"/>
                      <a:pt x="6594" y="3397"/>
                    </a:cubicBezTo>
                    <a:cubicBezTo>
                      <a:pt x="6594" y="2555"/>
                      <a:pt x="6260" y="1748"/>
                      <a:pt x="5665" y="1153"/>
                    </a:cubicBezTo>
                    <a:cubicBezTo>
                      <a:pt x="5071" y="558"/>
                      <a:pt x="4264" y="224"/>
                      <a:pt x="3423" y="224"/>
                    </a:cubicBezTo>
                    <a:cubicBezTo>
                      <a:pt x="2582" y="224"/>
                      <a:pt x="1775" y="558"/>
                      <a:pt x="1180" y="1153"/>
                    </a:cubicBezTo>
                    <a:cubicBezTo>
                      <a:pt x="585" y="1748"/>
                      <a:pt x="251" y="2555"/>
                      <a:pt x="251" y="3397"/>
                    </a:cubicBezTo>
                    <a:cubicBezTo>
                      <a:pt x="251" y="4238"/>
                      <a:pt x="585" y="5045"/>
                      <a:pt x="1180" y="5640"/>
                    </a:cubicBezTo>
                    <a:cubicBezTo>
                      <a:pt x="1775" y="6235"/>
                      <a:pt x="2582" y="6569"/>
                      <a:pt x="3423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CDD90BA4-29B9-953B-5121-413761765D99}"/>
                  </a:ext>
                </a:extLst>
              </p:cNvPr>
              <p:cNvSpPr/>
              <p:nvPr/>
            </p:nvSpPr>
            <p:spPr>
              <a:xfrm>
                <a:off x="4035442" y="6321961"/>
                <a:ext cx="6343" cy="6345"/>
              </a:xfrm>
              <a:custGeom>
                <a:avLst/>
                <a:gdLst>
                  <a:gd name="connsiteX0" fmla="*/ 3422 w 6343"/>
                  <a:gd name="connsiteY0" fmla="*/ 6569 h 6345"/>
                  <a:gd name="connsiteX1" fmla="*/ 5665 w 6343"/>
                  <a:gd name="connsiteY1" fmla="*/ 5640 h 6345"/>
                  <a:gd name="connsiteX2" fmla="*/ 6594 w 6343"/>
                  <a:gd name="connsiteY2" fmla="*/ 3397 h 6345"/>
                  <a:gd name="connsiteX3" fmla="*/ 5665 w 6343"/>
                  <a:gd name="connsiteY3" fmla="*/ 1153 h 6345"/>
                  <a:gd name="connsiteX4" fmla="*/ 3422 w 6343"/>
                  <a:gd name="connsiteY4" fmla="*/ 224 h 6345"/>
                  <a:gd name="connsiteX5" fmla="*/ 1180 w 6343"/>
                  <a:gd name="connsiteY5" fmla="*/ 1153 h 6345"/>
                  <a:gd name="connsiteX6" fmla="*/ 251 w 6343"/>
                  <a:gd name="connsiteY6" fmla="*/ 3397 h 6345"/>
                  <a:gd name="connsiteX7" fmla="*/ 1180 w 6343"/>
                  <a:gd name="connsiteY7" fmla="*/ 5640 h 6345"/>
                  <a:gd name="connsiteX8" fmla="*/ 342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69"/>
                    </a:moveTo>
                    <a:cubicBezTo>
                      <a:pt x="4264" y="6569"/>
                      <a:pt x="5070" y="6235"/>
                      <a:pt x="5665" y="5640"/>
                    </a:cubicBezTo>
                    <a:cubicBezTo>
                      <a:pt x="6260" y="5045"/>
                      <a:pt x="6594" y="4238"/>
                      <a:pt x="6594" y="3397"/>
                    </a:cubicBezTo>
                    <a:cubicBezTo>
                      <a:pt x="6594" y="2555"/>
                      <a:pt x="6260" y="1748"/>
                      <a:pt x="5665" y="1153"/>
                    </a:cubicBezTo>
                    <a:cubicBezTo>
                      <a:pt x="5070" y="558"/>
                      <a:pt x="4264" y="224"/>
                      <a:pt x="3422" y="224"/>
                    </a:cubicBezTo>
                    <a:cubicBezTo>
                      <a:pt x="2581" y="224"/>
                      <a:pt x="1775" y="558"/>
                      <a:pt x="1180" y="1153"/>
                    </a:cubicBezTo>
                    <a:cubicBezTo>
                      <a:pt x="585" y="1748"/>
                      <a:pt x="251" y="2555"/>
                      <a:pt x="251" y="3397"/>
                    </a:cubicBezTo>
                    <a:cubicBezTo>
                      <a:pt x="251" y="4238"/>
                      <a:pt x="585" y="5045"/>
                      <a:pt x="1180" y="5640"/>
                    </a:cubicBezTo>
                    <a:cubicBezTo>
                      <a:pt x="1775" y="6235"/>
                      <a:pt x="2581" y="6569"/>
                      <a:pt x="342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2FB6D37F-BDB6-B4CC-1463-355EEF26D381}"/>
                  </a:ext>
                </a:extLst>
              </p:cNvPr>
              <p:cNvSpPr/>
              <p:nvPr/>
            </p:nvSpPr>
            <p:spPr>
              <a:xfrm>
                <a:off x="4031383" y="6321248"/>
                <a:ext cx="6343" cy="6345"/>
              </a:xfrm>
              <a:custGeom>
                <a:avLst/>
                <a:gdLst>
                  <a:gd name="connsiteX0" fmla="*/ 3422 w 6343"/>
                  <a:gd name="connsiteY0" fmla="*/ 6569 h 6345"/>
                  <a:gd name="connsiteX1" fmla="*/ 5665 w 6343"/>
                  <a:gd name="connsiteY1" fmla="*/ 5640 h 6345"/>
                  <a:gd name="connsiteX2" fmla="*/ 6594 w 6343"/>
                  <a:gd name="connsiteY2" fmla="*/ 3397 h 6345"/>
                  <a:gd name="connsiteX3" fmla="*/ 5665 w 6343"/>
                  <a:gd name="connsiteY3" fmla="*/ 1153 h 6345"/>
                  <a:gd name="connsiteX4" fmla="*/ 3422 w 6343"/>
                  <a:gd name="connsiteY4" fmla="*/ 224 h 6345"/>
                  <a:gd name="connsiteX5" fmla="*/ 1180 w 6343"/>
                  <a:gd name="connsiteY5" fmla="*/ 1153 h 6345"/>
                  <a:gd name="connsiteX6" fmla="*/ 251 w 6343"/>
                  <a:gd name="connsiteY6" fmla="*/ 3397 h 6345"/>
                  <a:gd name="connsiteX7" fmla="*/ 1180 w 6343"/>
                  <a:gd name="connsiteY7" fmla="*/ 5640 h 6345"/>
                  <a:gd name="connsiteX8" fmla="*/ 342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69"/>
                    </a:moveTo>
                    <a:cubicBezTo>
                      <a:pt x="4263" y="6569"/>
                      <a:pt x="5070" y="6235"/>
                      <a:pt x="5665" y="5640"/>
                    </a:cubicBezTo>
                    <a:cubicBezTo>
                      <a:pt x="6260" y="5045"/>
                      <a:pt x="6594" y="4238"/>
                      <a:pt x="6594" y="3397"/>
                    </a:cubicBezTo>
                    <a:cubicBezTo>
                      <a:pt x="6594" y="2555"/>
                      <a:pt x="6260" y="1748"/>
                      <a:pt x="5665" y="1153"/>
                    </a:cubicBezTo>
                    <a:cubicBezTo>
                      <a:pt x="5070" y="558"/>
                      <a:pt x="4263" y="224"/>
                      <a:pt x="3422" y="224"/>
                    </a:cubicBezTo>
                    <a:cubicBezTo>
                      <a:pt x="2581" y="224"/>
                      <a:pt x="1774" y="558"/>
                      <a:pt x="1180" y="1153"/>
                    </a:cubicBezTo>
                    <a:cubicBezTo>
                      <a:pt x="585" y="1748"/>
                      <a:pt x="251" y="2555"/>
                      <a:pt x="251" y="3397"/>
                    </a:cubicBezTo>
                    <a:cubicBezTo>
                      <a:pt x="251" y="4238"/>
                      <a:pt x="585" y="5045"/>
                      <a:pt x="1180" y="5640"/>
                    </a:cubicBezTo>
                    <a:cubicBezTo>
                      <a:pt x="1774" y="6235"/>
                      <a:pt x="2581" y="6569"/>
                      <a:pt x="342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CD96E03B-9CC9-BA10-3D38-812241396FA0}"/>
                  </a:ext>
                </a:extLst>
              </p:cNvPr>
              <p:cNvSpPr/>
              <p:nvPr/>
            </p:nvSpPr>
            <p:spPr>
              <a:xfrm>
                <a:off x="4027436" y="6320876"/>
                <a:ext cx="6343" cy="6345"/>
              </a:xfrm>
              <a:custGeom>
                <a:avLst/>
                <a:gdLst>
                  <a:gd name="connsiteX0" fmla="*/ 3422 w 6343"/>
                  <a:gd name="connsiteY0" fmla="*/ 6569 h 6345"/>
                  <a:gd name="connsiteX1" fmla="*/ 5664 w 6343"/>
                  <a:gd name="connsiteY1" fmla="*/ 5640 h 6345"/>
                  <a:gd name="connsiteX2" fmla="*/ 6593 w 6343"/>
                  <a:gd name="connsiteY2" fmla="*/ 3397 h 6345"/>
                  <a:gd name="connsiteX3" fmla="*/ 5664 w 6343"/>
                  <a:gd name="connsiteY3" fmla="*/ 1153 h 6345"/>
                  <a:gd name="connsiteX4" fmla="*/ 3422 w 6343"/>
                  <a:gd name="connsiteY4" fmla="*/ 224 h 6345"/>
                  <a:gd name="connsiteX5" fmla="*/ 1179 w 6343"/>
                  <a:gd name="connsiteY5" fmla="*/ 1153 h 6345"/>
                  <a:gd name="connsiteX6" fmla="*/ 250 w 6343"/>
                  <a:gd name="connsiteY6" fmla="*/ 3397 h 6345"/>
                  <a:gd name="connsiteX7" fmla="*/ 1179 w 6343"/>
                  <a:gd name="connsiteY7" fmla="*/ 5640 h 6345"/>
                  <a:gd name="connsiteX8" fmla="*/ 342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69"/>
                    </a:moveTo>
                    <a:cubicBezTo>
                      <a:pt x="4263" y="6569"/>
                      <a:pt x="5070" y="6235"/>
                      <a:pt x="5664" y="5640"/>
                    </a:cubicBezTo>
                    <a:cubicBezTo>
                      <a:pt x="6259" y="5045"/>
                      <a:pt x="6593" y="4238"/>
                      <a:pt x="6593" y="3397"/>
                    </a:cubicBezTo>
                    <a:cubicBezTo>
                      <a:pt x="6593" y="2555"/>
                      <a:pt x="6259" y="1748"/>
                      <a:pt x="5664" y="1153"/>
                    </a:cubicBezTo>
                    <a:cubicBezTo>
                      <a:pt x="5070" y="558"/>
                      <a:pt x="4263" y="224"/>
                      <a:pt x="3422" y="224"/>
                    </a:cubicBezTo>
                    <a:cubicBezTo>
                      <a:pt x="2581" y="224"/>
                      <a:pt x="1774" y="558"/>
                      <a:pt x="1179" y="1153"/>
                    </a:cubicBezTo>
                    <a:cubicBezTo>
                      <a:pt x="584" y="1748"/>
                      <a:pt x="250" y="2555"/>
                      <a:pt x="250" y="3397"/>
                    </a:cubicBezTo>
                    <a:cubicBezTo>
                      <a:pt x="250" y="4238"/>
                      <a:pt x="584" y="5045"/>
                      <a:pt x="1179" y="5640"/>
                    </a:cubicBezTo>
                    <a:cubicBezTo>
                      <a:pt x="1774" y="6235"/>
                      <a:pt x="2581" y="6569"/>
                      <a:pt x="342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37C973C2-DBF3-DDE4-DF47-242D735A76E2}"/>
                  </a:ext>
                </a:extLst>
              </p:cNvPr>
              <p:cNvSpPr/>
              <p:nvPr/>
            </p:nvSpPr>
            <p:spPr>
              <a:xfrm>
                <a:off x="4023737" y="6321398"/>
                <a:ext cx="6343" cy="6345"/>
              </a:xfrm>
              <a:custGeom>
                <a:avLst/>
                <a:gdLst>
                  <a:gd name="connsiteX0" fmla="*/ 3422 w 6343"/>
                  <a:gd name="connsiteY0" fmla="*/ 6569 h 6345"/>
                  <a:gd name="connsiteX1" fmla="*/ 5664 w 6343"/>
                  <a:gd name="connsiteY1" fmla="*/ 5640 h 6345"/>
                  <a:gd name="connsiteX2" fmla="*/ 6593 w 6343"/>
                  <a:gd name="connsiteY2" fmla="*/ 3397 h 6345"/>
                  <a:gd name="connsiteX3" fmla="*/ 5664 w 6343"/>
                  <a:gd name="connsiteY3" fmla="*/ 1153 h 6345"/>
                  <a:gd name="connsiteX4" fmla="*/ 3422 w 6343"/>
                  <a:gd name="connsiteY4" fmla="*/ 224 h 6345"/>
                  <a:gd name="connsiteX5" fmla="*/ 1179 w 6343"/>
                  <a:gd name="connsiteY5" fmla="*/ 1153 h 6345"/>
                  <a:gd name="connsiteX6" fmla="*/ 250 w 6343"/>
                  <a:gd name="connsiteY6" fmla="*/ 3397 h 6345"/>
                  <a:gd name="connsiteX7" fmla="*/ 1179 w 6343"/>
                  <a:gd name="connsiteY7" fmla="*/ 5640 h 6345"/>
                  <a:gd name="connsiteX8" fmla="*/ 342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69"/>
                    </a:moveTo>
                    <a:cubicBezTo>
                      <a:pt x="4263" y="6569"/>
                      <a:pt x="5069" y="6235"/>
                      <a:pt x="5664" y="5640"/>
                    </a:cubicBezTo>
                    <a:cubicBezTo>
                      <a:pt x="6259" y="5045"/>
                      <a:pt x="6593" y="4238"/>
                      <a:pt x="6593" y="3397"/>
                    </a:cubicBezTo>
                    <a:cubicBezTo>
                      <a:pt x="6593" y="2555"/>
                      <a:pt x="6259" y="1748"/>
                      <a:pt x="5664" y="1153"/>
                    </a:cubicBezTo>
                    <a:cubicBezTo>
                      <a:pt x="5069" y="558"/>
                      <a:pt x="4263" y="224"/>
                      <a:pt x="3422" y="224"/>
                    </a:cubicBezTo>
                    <a:cubicBezTo>
                      <a:pt x="2580" y="224"/>
                      <a:pt x="1774" y="558"/>
                      <a:pt x="1179" y="1153"/>
                    </a:cubicBezTo>
                    <a:cubicBezTo>
                      <a:pt x="584" y="1748"/>
                      <a:pt x="250" y="2555"/>
                      <a:pt x="250" y="3397"/>
                    </a:cubicBezTo>
                    <a:cubicBezTo>
                      <a:pt x="250" y="4238"/>
                      <a:pt x="584" y="5045"/>
                      <a:pt x="1179" y="5640"/>
                    </a:cubicBezTo>
                    <a:cubicBezTo>
                      <a:pt x="1774" y="6235"/>
                      <a:pt x="2580" y="6569"/>
                      <a:pt x="342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9ADB4C8A-845B-5A41-C3CE-BC0A6CE5BD4E}"/>
                  </a:ext>
                </a:extLst>
              </p:cNvPr>
              <p:cNvSpPr/>
              <p:nvPr/>
            </p:nvSpPr>
            <p:spPr>
              <a:xfrm>
                <a:off x="4019864" y="6321204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4 w 6343"/>
                  <a:gd name="connsiteY1" fmla="*/ 5640 h 6345"/>
                  <a:gd name="connsiteX2" fmla="*/ 6593 w 6343"/>
                  <a:gd name="connsiteY2" fmla="*/ 3397 h 6345"/>
                  <a:gd name="connsiteX3" fmla="*/ 5664 w 6343"/>
                  <a:gd name="connsiteY3" fmla="*/ 1153 h 6345"/>
                  <a:gd name="connsiteX4" fmla="*/ 3421 w 6343"/>
                  <a:gd name="connsiteY4" fmla="*/ 224 h 6345"/>
                  <a:gd name="connsiteX5" fmla="*/ 1179 w 6343"/>
                  <a:gd name="connsiteY5" fmla="*/ 1153 h 6345"/>
                  <a:gd name="connsiteX6" fmla="*/ 250 w 6343"/>
                  <a:gd name="connsiteY6" fmla="*/ 3397 h 6345"/>
                  <a:gd name="connsiteX7" fmla="*/ 1179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2" y="6569"/>
                      <a:pt x="5069" y="6235"/>
                      <a:pt x="5664" y="5640"/>
                    </a:cubicBezTo>
                    <a:cubicBezTo>
                      <a:pt x="6259" y="5045"/>
                      <a:pt x="6593" y="4238"/>
                      <a:pt x="6593" y="3397"/>
                    </a:cubicBezTo>
                    <a:cubicBezTo>
                      <a:pt x="6593" y="2555"/>
                      <a:pt x="6259" y="1748"/>
                      <a:pt x="5664" y="1153"/>
                    </a:cubicBezTo>
                    <a:cubicBezTo>
                      <a:pt x="5069" y="558"/>
                      <a:pt x="4262" y="224"/>
                      <a:pt x="3421" y="224"/>
                    </a:cubicBezTo>
                    <a:cubicBezTo>
                      <a:pt x="2580" y="224"/>
                      <a:pt x="1773" y="558"/>
                      <a:pt x="1179" y="1153"/>
                    </a:cubicBezTo>
                    <a:cubicBezTo>
                      <a:pt x="584" y="1748"/>
                      <a:pt x="250" y="2555"/>
                      <a:pt x="250" y="3397"/>
                    </a:cubicBezTo>
                    <a:cubicBezTo>
                      <a:pt x="250" y="4238"/>
                      <a:pt x="584" y="5045"/>
                      <a:pt x="1179" y="5640"/>
                    </a:cubicBezTo>
                    <a:cubicBezTo>
                      <a:pt x="1773" y="6235"/>
                      <a:pt x="2580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BDFA9E93-414A-7906-BEC7-9600AEEBF509}"/>
                  </a:ext>
                </a:extLst>
              </p:cNvPr>
              <p:cNvSpPr/>
              <p:nvPr/>
            </p:nvSpPr>
            <p:spPr>
              <a:xfrm>
                <a:off x="4016055" y="6321217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4 w 6343"/>
                  <a:gd name="connsiteY1" fmla="*/ 5640 h 6345"/>
                  <a:gd name="connsiteX2" fmla="*/ 6593 w 6343"/>
                  <a:gd name="connsiteY2" fmla="*/ 3397 h 6345"/>
                  <a:gd name="connsiteX3" fmla="*/ 5664 w 6343"/>
                  <a:gd name="connsiteY3" fmla="*/ 1153 h 6345"/>
                  <a:gd name="connsiteX4" fmla="*/ 3421 w 6343"/>
                  <a:gd name="connsiteY4" fmla="*/ 224 h 6345"/>
                  <a:gd name="connsiteX5" fmla="*/ 1178 w 6343"/>
                  <a:gd name="connsiteY5" fmla="*/ 1153 h 6345"/>
                  <a:gd name="connsiteX6" fmla="*/ 249 w 6343"/>
                  <a:gd name="connsiteY6" fmla="*/ 3397 h 6345"/>
                  <a:gd name="connsiteX7" fmla="*/ 1178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2" y="6569"/>
                      <a:pt x="5069" y="6235"/>
                      <a:pt x="5664" y="5640"/>
                    </a:cubicBezTo>
                    <a:cubicBezTo>
                      <a:pt x="6258" y="5045"/>
                      <a:pt x="6593" y="4238"/>
                      <a:pt x="6593" y="3397"/>
                    </a:cubicBezTo>
                    <a:cubicBezTo>
                      <a:pt x="6593" y="2555"/>
                      <a:pt x="6258" y="1748"/>
                      <a:pt x="5664" y="1153"/>
                    </a:cubicBezTo>
                    <a:cubicBezTo>
                      <a:pt x="5069" y="558"/>
                      <a:pt x="4262" y="224"/>
                      <a:pt x="3421" y="224"/>
                    </a:cubicBezTo>
                    <a:cubicBezTo>
                      <a:pt x="2580" y="224"/>
                      <a:pt x="1773" y="558"/>
                      <a:pt x="1178" y="1153"/>
                    </a:cubicBezTo>
                    <a:cubicBezTo>
                      <a:pt x="584" y="1748"/>
                      <a:pt x="249" y="2555"/>
                      <a:pt x="249" y="3397"/>
                    </a:cubicBezTo>
                    <a:cubicBezTo>
                      <a:pt x="249" y="4238"/>
                      <a:pt x="584" y="5045"/>
                      <a:pt x="1178" y="5640"/>
                    </a:cubicBezTo>
                    <a:cubicBezTo>
                      <a:pt x="1773" y="6235"/>
                      <a:pt x="2580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7BEA8CFD-3F8F-4D43-42DF-AC7178580AF4}"/>
                  </a:ext>
                </a:extLst>
              </p:cNvPr>
              <p:cNvSpPr/>
              <p:nvPr/>
            </p:nvSpPr>
            <p:spPr>
              <a:xfrm>
                <a:off x="4010735" y="6314820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3 w 6343"/>
                  <a:gd name="connsiteY1" fmla="*/ 5640 h 6345"/>
                  <a:gd name="connsiteX2" fmla="*/ 6592 w 6343"/>
                  <a:gd name="connsiteY2" fmla="*/ 3396 h 6345"/>
                  <a:gd name="connsiteX3" fmla="*/ 5663 w 6343"/>
                  <a:gd name="connsiteY3" fmla="*/ 1153 h 6345"/>
                  <a:gd name="connsiteX4" fmla="*/ 3421 w 6343"/>
                  <a:gd name="connsiteY4" fmla="*/ 223 h 6345"/>
                  <a:gd name="connsiteX5" fmla="*/ 1178 w 6343"/>
                  <a:gd name="connsiteY5" fmla="*/ 1153 h 6345"/>
                  <a:gd name="connsiteX6" fmla="*/ 249 w 6343"/>
                  <a:gd name="connsiteY6" fmla="*/ 3396 h 6345"/>
                  <a:gd name="connsiteX7" fmla="*/ 1178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2" y="6569"/>
                      <a:pt x="5068" y="6235"/>
                      <a:pt x="5663" y="5640"/>
                    </a:cubicBezTo>
                    <a:cubicBezTo>
                      <a:pt x="6258" y="5045"/>
                      <a:pt x="6592" y="4238"/>
                      <a:pt x="6592" y="3396"/>
                    </a:cubicBezTo>
                    <a:cubicBezTo>
                      <a:pt x="6592" y="2555"/>
                      <a:pt x="6258" y="1748"/>
                      <a:pt x="5663" y="1153"/>
                    </a:cubicBezTo>
                    <a:cubicBezTo>
                      <a:pt x="5068" y="558"/>
                      <a:pt x="4262" y="223"/>
                      <a:pt x="3421" y="223"/>
                    </a:cubicBezTo>
                    <a:cubicBezTo>
                      <a:pt x="2579" y="223"/>
                      <a:pt x="1773" y="558"/>
                      <a:pt x="1178" y="1153"/>
                    </a:cubicBezTo>
                    <a:cubicBezTo>
                      <a:pt x="583" y="1748"/>
                      <a:pt x="249" y="2555"/>
                      <a:pt x="249" y="3396"/>
                    </a:cubicBezTo>
                    <a:cubicBezTo>
                      <a:pt x="249" y="4238"/>
                      <a:pt x="583" y="5045"/>
                      <a:pt x="1178" y="5640"/>
                    </a:cubicBezTo>
                    <a:cubicBezTo>
                      <a:pt x="1773" y="6235"/>
                      <a:pt x="2579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289DAE18-D407-3D0B-8D80-CA8F362447D1}"/>
                  </a:ext>
                </a:extLst>
              </p:cNvPr>
              <p:cNvSpPr/>
              <p:nvPr/>
            </p:nvSpPr>
            <p:spPr>
              <a:xfrm>
                <a:off x="4007393" y="6316581"/>
                <a:ext cx="6343" cy="6345"/>
              </a:xfrm>
              <a:custGeom>
                <a:avLst/>
                <a:gdLst>
                  <a:gd name="connsiteX0" fmla="*/ 3420 w 6343"/>
                  <a:gd name="connsiteY0" fmla="*/ 6569 h 6345"/>
                  <a:gd name="connsiteX1" fmla="*/ 5663 w 6343"/>
                  <a:gd name="connsiteY1" fmla="*/ 5640 h 6345"/>
                  <a:gd name="connsiteX2" fmla="*/ 6592 w 6343"/>
                  <a:gd name="connsiteY2" fmla="*/ 3396 h 6345"/>
                  <a:gd name="connsiteX3" fmla="*/ 5663 w 6343"/>
                  <a:gd name="connsiteY3" fmla="*/ 1153 h 6345"/>
                  <a:gd name="connsiteX4" fmla="*/ 3420 w 6343"/>
                  <a:gd name="connsiteY4" fmla="*/ 224 h 6345"/>
                  <a:gd name="connsiteX5" fmla="*/ 1178 w 6343"/>
                  <a:gd name="connsiteY5" fmla="*/ 1153 h 6345"/>
                  <a:gd name="connsiteX6" fmla="*/ 249 w 6343"/>
                  <a:gd name="connsiteY6" fmla="*/ 3396 h 6345"/>
                  <a:gd name="connsiteX7" fmla="*/ 1178 w 6343"/>
                  <a:gd name="connsiteY7" fmla="*/ 5640 h 6345"/>
                  <a:gd name="connsiteX8" fmla="*/ 342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9"/>
                    </a:moveTo>
                    <a:cubicBezTo>
                      <a:pt x="4261" y="6569"/>
                      <a:pt x="5068" y="6235"/>
                      <a:pt x="5663" y="5640"/>
                    </a:cubicBezTo>
                    <a:cubicBezTo>
                      <a:pt x="6258" y="5045"/>
                      <a:pt x="6592" y="4238"/>
                      <a:pt x="6592" y="3396"/>
                    </a:cubicBezTo>
                    <a:cubicBezTo>
                      <a:pt x="6592" y="2555"/>
                      <a:pt x="6258" y="1748"/>
                      <a:pt x="5663" y="1153"/>
                    </a:cubicBezTo>
                    <a:cubicBezTo>
                      <a:pt x="5068" y="558"/>
                      <a:pt x="4261" y="224"/>
                      <a:pt x="3420" y="224"/>
                    </a:cubicBezTo>
                    <a:cubicBezTo>
                      <a:pt x="2579" y="224"/>
                      <a:pt x="1772" y="558"/>
                      <a:pt x="1178" y="1153"/>
                    </a:cubicBezTo>
                    <a:cubicBezTo>
                      <a:pt x="583" y="1748"/>
                      <a:pt x="249" y="2555"/>
                      <a:pt x="249" y="3396"/>
                    </a:cubicBezTo>
                    <a:cubicBezTo>
                      <a:pt x="249" y="4238"/>
                      <a:pt x="583" y="5045"/>
                      <a:pt x="1178" y="5640"/>
                    </a:cubicBezTo>
                    <a:cubicBezTo>
                      <a:pt x="1772" y="6235"/>
                      <a:pt x="2579" y="6569"/>
                      <a:pt x="342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46FC100E-74E0-FCB3-9A20-470D8D15BEB1}"/>
                  </a:ext>
                </a:extLst>
              </p:cNvPr>
              <p:cNvSpPr/>
              <p:nvPr/>
            </p:nvSpPr>
            <p:spPr>
              <a:xfrm>
                <a:off x="4003963" y="6317997"/>
                <a:ext cx="6343" cy="6345"/>
              </a:xfrm>
              <a:custGeom>
                <a:avLst/>
                <a:gdLst>
                  <a:gd name="connsiteX0" fmla="*/ 3420 w 6343"/>
                  <a:gd name="connsiteY0" fmla="*/ 6569 h 6345"/>
                  <a:gd name="connsiteX1" fmla="*/ 5663 w 6343"/>
                  <a:gd name="connsiteY1" fmla="*/ 5640 h 6345"/>
                  <a:gd name="connsiteX2" fmla="*/ 6592 w 6343"/>
                  <a:gd name="connsiteY2" fmla="*/ 3396 h 6345"/>
                  <a:gd name="connsiteX3" fmla="*/ 5663 w 6343"/>
                  <a:gd name="connsiteY3" fmla="*/ 1153 h 6345"/>
                  <a:gd name="connsiteX4" fmla="*/ 3420 w 6343"/>
                  <a:gd name="connsiteY4" fmla="*/ 224 h 6345"/>
                  <a:gd name="connsiteX5" fmla="*/ 1177 w 6343"/>
                  <a:gd name="connsiteY5" fmla="*/ 1153 h 6345"/>
                  <a:gd name="connsiteX6" fmla="*/ 248 w 6343"/>
                  <a:gd name="connsiteY6" fmla="*/ 3396 h 6345"/>
                  <a:gd name="connsiteX7" fmla="*/ 1177 w 6343"/>
                  <a:gd name="connsiteY7" fmla="*/ 5640 h 6345"/>
                  <a:gd name="connsiteX8" fmla="*/ 342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9"/>
                    </a:moveTo>
                    <a:cubicBezTo>
                      <a:pt x="4261" y="6569"/>
                      <a:pt x="5068" y="6235"/>
                      <a:pt x="5663" y="5640"/>
                    </a:cubicBezTo>
                    <a:cubicBezTo>
                      <a:pt x="6257" y="5045"/>
                      <a:pt x="6592" y="4238"/>
                      <a:pt x="6592" y="3396"/>
                    </a:cubicBezTo>
                    <a:cubicBezTo>
                      <a:pt x="6592" y="2555"/>
                      <a:pt x="6257" y="1748"/>
                      <a:pt x="5663" y="1153"/>
                    </a:cubicBezTo>
                    <a:cubicBezTo>
                      <a:pt x="5068" y="558"/>
                      <a:pt x="4261" y="224"/>
                      <a:pt x="3420" y="224"/>
                    </a:cubicBezTo>
                    <a:cubicBezTo>
                      <a:pt x="2579" y="224"/>
                      <a:pt x="1772" y="558"/>
                      <a:pt x="1177" y="1153"/>
                    </a:cubicBezTo>
                    <a:cubicBezTo>
                      <a:pt x="583" y="1748"/>
                      <a:pt x="248" y="2555"/>
                      <a:pt x="248" y="3396"/>
                    </a:cubicBezTo>
                    <a:cubicBezTo>
                      <a:pt x="248" y="4238"/>
                      <a:pt x="583" y="5045"/>
                      <a:pt x="1177" y="5640"/>
                    </a:cubicBezTo>
                    <a:cubicBezTo>
                      <a:pt x="1772" y="6235"/>
                      <a:pt x="2579" y="6569"/>
                      <a:pt x="342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827FF135-38FF-C7F0-0812-2EE04F1E385E}"/>
                  </a:ext>
                </a:extLst>
              </p:cNvPr>
              <p:cNvSpPr/>
              <p:nvPr/>
            </p:nvSpPr>
            <p:spPr>
              <a:xfrm>
                <a:off x="4000145" y="6317675"/>
                <a:ext cx="6343" cy="6345"/>
              </a:xfrm>
              <a:custGeom>
                <a:avLst/>
                <a:gdLst>
                  <a:gd name="connsiteX0" fmla="*/ 3420 w 6343"/>
                  <a:gd name="connsiteY0" fmla="*/ 6569 h 6345"/>
                  <a:gd name="connsiteX1" fmla="*/ 5662 w 6343"/>
                  <a:gd name="connsiteY1" fmla="*/ 5640 h 6345"/>
                  <a:gd name="connsiteX2" fmla="*/ 6591 w 6343"/>
                  <a:gd name="connsiteY2" fmla="*/ 3396 h 6345"/>
                  <a:gd name="connsiteX3" fmla="*/ 5662 w 6343"/>
                  <a:gd name="connsiteY3" fmla="*/ 1153 h 6345"/>
                  <a:gd name="connsiteX4" fmla="*/ 3420 w 6343"/>
                  <a:gd name="connsiteY4" fmla="*/ 224 h 6345"/>
                  <a:gd name="connsiteX5" fmla="*/ 1177 w 6343"/>
                  <a:gd name="connsiteY5" fmla="*/ 1153 h 6345"/>
                  <a:gd name="connsiteX6" fmla="*/ 248 w 6343"/>
                  <a:gd name="connsiteY6" fmla="*/ 3396 h 6345"/>
                  <a:gd name="connsiteX7" fmla="*/ 1177 w 6343"/>
                  <a:gd name="connsiteY7" fmla="*/ 5640 h 6345"/>
                  <a:gd name="connsiteX8" fmla="*/ 342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9"/>
                    </a:moveTo>
                    <a:cubicBezTo>
                      <a:pt x="4261" y="6569"/>
                      <a:pt x="5068" y="6235"/>
                      <a:pt x="5662" y="5640"/>
                    </a:cubicBezTo>
                    <a:cubicBezTo>
                      <a:pt x="6257" y="5045"/>
                      <a:pt x="6591" y="4238"/>
                      <a:pt x="6591" y="3396"/>
                    </a:cubicBezTo>
                    <a:cubicBezTo>
                      <a:pt x="6591" y="2555"/>
                      <a:pt x="6257" y="1748"/>
                      <a:pt x="5662" y="1153"/>
                    </a:cubicBezTo>
                    <a:cubicBezTo>
                      <a:pt x="5068" y="558"/>
                      <a:pt x="4261" y="224"/>
                      <a:pt x="3420" y="224"/>
                    </a:cubicBezTo>
                    <a:cubicBezTo>
                      <a:pt x="2579" y="224"/>
                      <a:pt x="1772" y="558"/>
                      <a:pt x="1177" y="1153"/>
                    </a:cubicBezTo>
                    <a:cubicBezTo>
                      <a:pt x="582" y="1748"/>
                      <a:pt x="248" y="2555"/>
                      <a:pt x="248" y="3396"/>
                    </a:cubicBezTo>
                    <a:cubicBezTo>
                      <a:pt x="248" y="4238"/>
                      <a:pt x="582" y="5045"/>
                      <a:pt x="1177" y="5640"/>
                    </a:cubicBezTo>
                    <a:cubicBezTo>
                      <a:pt x="1772" y="6235"/>
                      <a:pt x="2579" y="6569"/>
                      <a:pt x="342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D61ECB7F-D4E5-46EC-4348-27347F3C1DCD}"/>
                  </a:ext>
                </a:extLst>
              </p:cNvPr>
              <p:cNvSpPr/>
              <p:nvPr/>
            </p:nvSpPr>
            <p:spPr>
              <a:xfrm>
                <a:off x="3996326" y="6317281"/>
                <a:ext cx="6343" cy="6345"/>
              </a:xfrm>
              <a:custGeom>
                <a:avLst/>
                <a:gdLst>
                  <a:gd name="connsiteX0" fmla="*/ 3419 w 6343"/>
                  <a:gd name="connsiteY0" fmla="*/ 6569 h 6345"/>
                  <a:gd name="connsiteX1" fmla="*/ 5662 w 6343"/>
                  <a:gd name="connsiteY1" fmla="*/ 5640 h 6345"/>
                  <a:gd name="connsiteX2" fmla="*/ 6591 w 6343"/>
                  <a:gd name="connsiteY2" fmla="*/ 3396 h 6345"/>
                  <a:gd name="connsiteX3" fmla="*/ 5662 w 6343"/>
                  <a:gd name="connsiteY3" fmla="*/ 1153 h 6345"/>
                  <a:gd name="connsiteX4" fmla="*/ 3419 w 6343"/>
                  <a:gd name="connsiteY4" fmla="*/ 224 h 6345"/>
                  <a:gd name="connsiteX5" fmla="*/ 1177 w 6343"/>
                  <a:gd name="connsiteY5" fmla="*/ 1153 h 6345"/>
                  <a:gd name="connsiteX6" fmla="*/ 248 w 6343"/>
                  <a:gd name="connsiteY6" fmla="*/ 3396 h 6345"/>
                  <a:gd name="connsiteX7" fmla="*/ 1177 w 6343"/>
                  <a:gd name="connsiteY7" fmla="*/ 5640 h 6345"/>
                  <a:gd name="connsiteX8" fmla="*/ 3419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9"/>
                    </a:moveTo>
                    <a:cubicBezTo>
                      <a:pt x="4261" y="6569"/>
                      <a:pt x="5067" y="6235"/>
                      <a:pt x="5662" y="5640"/>
                    </a:cubicBezTo>
                    <a:cubicBezTo>
                      <a:pt x="6257" y="5045"/>
                      <a:pt x="6591" y="4238"/>
                      <a:pt x="6591" y="3396"/>
                    </a:cubicBezTo>
                    <a:cubicBezTo>
                      <a:pt x="6591" y="2555"/>
                      <a:pt x="6257" y="1748"/>
                      <a:pt x="5662" y="1153"/>
                    </a:cubicBezTo>
                    <a:cubicBezTo>
                      <a:pt x="5067" y="558"/>
                      <a:pt x="4261" y="224"/>
                      <a:pt x="3419" y="224"/>
                    </a:cubicBezTo>
                    <a:cubicBezTo>
                      <a:pt x="2578" y="224"/>
                      <a:pt x="1772" y="558"/>
                      <a:pt x="1177" y="1153"/>
                    </a:cubicBezTo>
                    <a:cubicBezTo>
                      <a:pt x="582" y="1748"/>
                      <a:pt x="248" y="2555"/>
                      <a:pt x="248" y="3396"/>
                    </a:cubicBezTo>
                    <a:cubicBezTo>
                      <a:pt x="248" y="4238"/>
                      <a:pt x="582" y="5045"/>
                      <a:pt x="1177" y="5640"/>
                    </a:cubicBezTo>
                    <a:cubicBezTo>
                      <a:pt x="1772" y="6235"/>
                      <a:pt x="2578" y="6569"/>
                      <a:pt x="3419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222F724B-FA73-777A-0692-AB48F2461C92}"/>
                  </a:ext>
                </a:extLst>
              </p:cNvPr>
              <p:cNvSpPr/>
              <p:nvPr/>
            </p:nvSpPr>
            <p:spPr>
              <a:xfrm>
                <a:off x="3992545" y="6317002"/>
                <a:ext cx="6343" cy="6345"/>
              </a:xfrm>
              <a:custGeom>
                <a:avLst/>
                <a:gdLst>
                  <a:gd name="connsiteX0" fmla="*/ 3419 w 6343"/>
                  <a:gd name="connsiteY0" fmla="*/ 6569 h 6345"/>
                  <a:gd name="connsiteX1" fmla="*/ 5662 w 6343"/>
                  <a:gd name="connsiteY1" fmla="*/ 5640 h 6345"/>
                  <a:gd name="connsiteX2" fmla="*/ 6591 w 6343"/>
                  <a:gd name="connsiteY2" fmla="*/ 3396 h 6345"/>
                  <a:gd name="connsiteX3" fmla="*/ 5662 w 6343"/>
                  <a:gd name="connsiteY3" fmla="*/ 1153 h 6345"/>
                  <a:gd name="connsiteX4" fmla="*/ 3419 w 6343"/>
                  <a:gd name="connsiteY4" fmla="*/ 224 h 6345"/>
                  <a:gd name="connsiteX5" fmla="*/ 1176 w 6343"/>
                  <a:gd name="connsiteY5" fmla="*/ 1153 h 6345"/>
                  <a:gd name="connsiteX6" fmla="*/ 248 w 6343"/>
                  <a:gd name="connsiteY6" fmla="*/ 3396 h 6345"/>
                  <a:gd name="connsiteX7" fmla="*/ 1176 w 6343"/>
                  <a:gd name="connsiteY7" fmla="*/ 5640 h 6345"/>
                  <a:gd name="connsiteX8" fmla="*/ 3419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9"/>
                    </a:moveTo>
                    <a:cubicBezTo>
                      <a:pt x="4260" y="6569"/>
                      <a:pt x="5067" y="6235"/>
                      <a:pt x="5662" y="5640"/>
                    </a:cubicBezTo>
                    <a:cubicBezTo>
                      <a:pt x="6256" y="5045"/>
                      <a:pt x="6591" y="4238"/>
                      <a:pt x="6591" y="3396"/>
                    </a:cubicBezTo>
                    <a:cubicBezTo>
                      <a:pt x="6591" y="2555"/>
                      <a:pt x="6256" y="1748"/>
                      <a:pt x="5662" y="1153"/>
                    </a:cubicBezTo>
                    <a:cubicBezTo>
                      <a:pt x="5067" y="558"/>
                      <a:pt x="4260" y="224"/>
                      <a:pt x="3419" y="224"/>
                    </a:cubicBezTo>
                    <a:cubicBezTo>
                      <a:pt x="2578" y="224"/>
                      <a:pt x="1771" y="558"/>
                      <a:pt x="1176" y="1153"/>
                    </a:cubicBezTo>
                    <a:cubicBezTo>
                      <a:pt x="582" y="1748"/>
                      <a:pt x="248" y="2555"/>
                      <a:pt x="248" y="3396"/>
                    </a:cubicBezTo>
                    <a:cubicBezTo>
                      <a:pt x="248" y="4238"/>
                      <a:pt x="582" y="5045"/>
                      <a:pt x="1176" y="5640"/>
                    </a:cubicBezTo>
                    <a:cubicBezTo>
                      <a:pt x="1771" y="6235"/>
                      <a:pt x="2578" y="6569"/>
                      <a:pt x="3419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0A0142CE-3855-74A8-1930-05A8984D5BFE}"/>
                  </a:ext>
                </a:extLst>
              </p:cNvPr>
              <p:cNvSpPr/>
              <p:nvPr/>
            </p:nvSpPr>
            <p:spPr>
              <a:xfrm>
                <a:off x="3984810" y="6315343"/>
                <a:ext cx="6343" cy="6345"/>
              </a:xfrm>
              <a:custGeom>
                <a:avLst/>
                <a:gdLst>
                  <a:gd name="connsiteX0" fmla="*/ 3418 w 6343"/>
                  <a:gd name="connsiteY0" fmla="*/ 6569 h 6345"/>
                  <a:gd name="connsiteX1" fmla="*/ 5661 w 6343"/>
                  <a:gd name="connsiteY1" fmla="*/ 5640 h 6345"/>
                  <a:gd name="connsiteX2" fmla="*/ 6590 w 6343"/>
                  <a:gd name="connsiteY2" fmla="*/ 3396 h 6345"/>
                  <a:gd name="connsiteX3" fmla="*/ 5661 w 6343"/>
                  <a:gd name="connsiteY3" fmla="*/ 1153 h 6345"/>
                  <a:gd name="connsiteX4" fmla="*/ 3418 w 6343"/>
                  <a:gd name="connsiteY4" fmla="*/ 223 h 6345"/>
                  <a:gd name="connsiteX5" fmla="*/ 1176 w 6343"/>
                  <a:gd name="connsiteY5" fmla="*/ 1153 h 6345"/>
                  <a:gd name="connsiteX6" fmla="*/ 247 w 6343"/>
                  <a:gd name="connsiteY6" fmla="*/ 3396 h 6345"/>
                  <a:gd name="connsiteX7" fmla="*/ 1176 w 6343"/>
                  <a:gd name="connsiteY7" fmla="*/ 5640 h 6345"/>
                  <a:gd name="connsiteX8" fmla="*/ 3418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9"/>
                    </a:moveTo>
                    <a:cubicBezTo>
                      <a:pt x="4260" y="6569"/>
                      <a:pt x="5066" y="6235"/>
                      <a:pt x="5661" y="5640"/>
                    </a:cubicBezTo>
                    <a:cubicBezTo>
                      <a:pt x="6256" y="5045"/>
                      <a:pt x="6590" y="4238"/>
                      <a:pt x="6590" y="3396"/>
                    </a:cubicBezTo>
                    <a:cubicBezTo>
                      <a:pt x="6590" y="2555"/>
                      <a:pt x="6256" y="1748"/>
                      <a:pt x="5661" y="1153"/>
                    </a:cubicBezTo>
                    <a:cubicBezTo>
                      <a:pt x="5066" y="558"/>
                      <a:pt x="4260" y="223"/>
                      <a:pt x="3418" y="223"/>
                    </a:cubicBezTo>
                    <a:cubicBezTo>
                      <a:pt x="2577" y="223"/>
                      <a:pt x="1771" y="558"/>
                      <a:pt x="1176" y="1153"/>
                    </a:cubicBezTo>
                    <a:cubicBezTo>
                      <a:pt x="581" y="1748"/>
                      <a:pt x="247" y="2555"/>
                      <a:pt x="247" y="3396"/>
                    </a:cubicBezTo>
                    <a:cubicBezTo>
                      <a:pt x="247" y="4238"/>
                      <a:pt x="581" y="5045"/>
                      <a:pt x="1176" y="5640"/>
                    </a:cubicBezTo>
                    <a:cubicBezTo>
                      <a:pt x="1771" y="6235"/>
                      <a:pt x="2577" y="6569"/>
                      <a:pt x="3418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51A3A6AB-45A0-6D80-0565-C2B2E8F3AD08}"/>
                  </a:ext>
                </a:extLst>
              </p:cNvPr>
              <p:cNvSpPr/>
              <p:nvPr/>
            </p:nvSpPr>
            <p:spPr>
              <a:xfrm>
                <a:off x="3981270" y="6316112"/>
                <a:ext cx="6343" cy="6345"/>
              </a:xfrm>
              <a:custGeom>
                <a:avLst/>
                <a:gdLst>
                  <a:gd name="connsiteX0" fmla="*/ 3418 w 6343"/>
                  <a:gd name="connsiteY0" fmla="*/ 6569 h 6345"/>
                  <a:gd name="connsiteX1" fmla="*/ 5661 w 6343"/>
                  <a:gd name="connsiteY1" fmla="*/ 5640 h 6345"/>
                  <a:gd name="connsiteX2" fmla="*/ 6590 w 6343"/>
                  <a:gd name="connsiteY2" fmla="*/ 3396 h 6345"/>
                  <a:gd name="connsiteX3" fmla="*/ 5661 w 6343"/>
                  <a:gd name="connsiteY3" fmla="*/ 1153 h 6345"/>
                  <a:gd name="connsiteX4" fmla="*/ 3418 w 6343"/>
                  <a:gd name="connsiteY4" fmla="*/ 224 h 6345"/>
                  <a:gd name="connsiteX5" fmla="*/ 1176 w 6343"/>
                  <a:gd name="connsiteY5" fmla="*/ 1153 h 6345"/>
                  <a:gd name="connsiteX6" fmla="*/ 247 w 6343"/>
                  <a:gd name="connsiteY6" fmla="*/ 3396 h 6345"/>
                  <a:gd name="connsiteX7" fmla="*/ 1176 w 6343"/>
                  <a:gd name="connsiteY7" fmla="*/ 5640 h 6345"/>
                  <a:gd name="connsiteX8" fmla="*/ 3418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9"/>
                    </a:moveTo>
                    <a:cubicBezTo>
                      <a:pt x="4259" y="6569"/>
                      <a:pt x="5066" y="6235"/>
                      <a:pt x="5661" y="5640"/>
                    </a:cubicBezTo>
                    <a:cubicBezTo>
                      <a:pt x="6256" y="5045"/>
                      <a:pt x="6590" y="4238"/>
                      <a:pt x="6590" y="3396"/>
                    </a:cubicBezTo>
                    <a:cubicBezTo>
                      <a:pt x="6590" y="2555"/>
                      <a:pt x="6256" y="1748"/>
                      <a:pt x="5661" y="1153"/>
                    </a:cubicBezTo>
                    <a:cubicBezTo>
                      <a:pt x="5066" y="558"/>
                      <a:pt x="4259" y="224"/>
                      <a:pt x="3418" y="224"/>
                    </a:cubicBezTo>
                    <a:cubicBezTo>
                      <a:pt x="2577" y="224"/>
                      <a:pt x="1770" y="558"/>
                      <a:pt x="1176" y="1153"/>
                    </a:cubicBezTo>
                    <a:cubicBezTo>
                      <a:pt x="581" y="1748"/>
                      <a:pt x="247" y="2555"/>
                      <a:pt x="247" y="3396"/>
                    </a:cubicBezTo>
                    <a:cubicBezTo>
                      <a:pt x="247" y="4238"/>
                      <a:pt x="581" y="5045"/>
                      <a:pt x="1176" y="5640"/>
                    </a:cubicBezTo>
                    <a:cubicBezTo>
                      <a:pt x="1770" y="6235"/>
                      <a:pt x="2577" y="6569"/>
                      <a:pt x="3418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76D062D6-E80C-4C5E-22A0-1B46B466E999}"/>
                  </a:ext>
                </a:extLst>
              </p:cNvPr>
              <p:cNvSpPr/>
              <p:nvPr/>
            </p:nvSpPr>
            <p:spPr>
              <a:xfrm>
                <a:off x="3903151" y="5967069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61DA71A9-2229-7FC7-6AA1-43F36E20AC57}"/>
                  </a:ext>
                </a:extLst>
              </p:cNvPr>
              <p:cNvSpPr/>
              <p:nvPr/>
            </p:nvSpPr>
            <p:spPr>
              <a:xfrm>
                <a:off x="3901625" y="5966400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5 w 6343"/>
                  <a:gd name="connsiteY1" fmla="*/ 5612 h 6345"/>
                  <a:gd name="connsiteX2" fmla="*/ 6583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5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A2F006EF-8FCC-0F69-FF50-9F5E0692695E}"/>
                  </a:ext>
                </a:extLst>
              </p:cNvPr>
              <p:cNvSpPr/>
              <p:nvPr/>
            </p:nvSpPr>
            <p:spPr>
              <a:xfrm>
                <a:off x="3900110" y="5965721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475A55E1-8E79-8A45-6402-7D38AFCF23AD}"/>
                  </a:ext>
                </a:extLst>
              </p:cNvPr>
              <p:cNvSpPr/>
              <p:nvPr/>
            </p:nvSpPr>
            <p:spPr>
              <a:xfrm>
                <a:off x="3898561" y="5964654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31DA3A3D-56D1-43C9-6757-4EDA97BB73B9}"/>
                  </a:ext>
                </a:extLst>
              </p:cNvPr>
              <p:cNvSpPr/>
              <p:nvPr/>
            </p:nvSpPr>
            <p:spPr>
              <a:xfrm>
                <a:off x="3897205" y="5965279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59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59" y="530"/>
                      <a:pt x="4253" y="196"/>
                      <a:pt x="3412" y="196"/>
                    </a:cubicBezTo>
                    <a:cubicBezTo>
                      <a:pt x="2570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0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A5E03FC1-CD5B-5125-F66C-5F04F1957895}"/>
                  </a:ext>
                </a:extLst>
              </p:cNvPr>
              <p:cNvSpPr/>
              <p:nvPr/>
            </p:nvSpPr>
            <p:spPr>
              <a:xfrm>
                <a:off x="3883803" y="6310656"/>
                <a:ext cx="6343" cy="6345"/>
              </a:xfrm>
              <a:custGeom>
                <a:avLst/>
                <a:gdLst>
                  <a:gd name="connsiteX0" fmla="*/ 3411 w 6343"/>
                  <a:gd name="connsiteY0" fmla="*/ 6569 h 6345"/>
                  <a:gd name="connsiteX1" fmla="*/ 5653 w 6343"/>
                  <a:gd name="connsiteY1" fmla="*/ 5639 h 6345"/>
                  <a:gd name="connsiteX2" fmla="*/ 6582 w 6343"/>
                  <a:gd name="connsiteY2" fmla="*/ 3396 h 6345"/>
                  <a:gd name="connsiteX3" fmla="*/ 5653 w 6343"/>
                  <a:gd name="connsiteY3" fmla="*/ 1152 h 6345"/>
                  <a:gd name="connsiteX4" fmla="*/ 3411 w 6343"/>
                  <a:gd name="connsiteY4" fmla="*/ 223 h 6345"/>
                  <a:gd name="connsiteX5" fmla="*/ 1168 w 6343"/>
                  <a:gd name="connsiteY5" fmla="*/ 1152 h 6345"/>
                  <a:gd name="connsiteX6" fmla="*/ 239 w 6343"/>
                  <a:gd name="connsiteY6" fmla="*/ 3396 h 6345"/>
                  <a:gd name="connsiteX7" fmla="*/ 1168 w 6343"/>
                  <a:gd name="connsiteY7" fmla="*/ 5639 h 6345"/>
                  <a:gd name="connsiteX8" fmla="*/ 341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9"/>
                    </a:moveTo>
                    <a:cubicBezTo>
                      <a:pt x="4252" y="6569"/>
                      <a:pt x="5058" y="6234"/>
                      <a:pt x="5653" y="5639"/>
                    </a:cubicBezTo>
                    <a:cubicBezTo>
                      <a:pt x="6248" y="5044"/>
                      <a:pt x="6582" y="4237"/>
                      <a:pt x="6582" y="3396"/>
                    </a:cubicBezTo>
                    <a:cubicBezTo>
                      <a:pt x="6582" y="2554"/>
                      <a:pt x="6248" y="1747"/>
                      <a:pt x="5653" y="1152"/>
                    </a:cubicBezTo>
                    <a:cubicBezTo>
                      <a:pt x="5058" y="557"/>
                      <a:pt x="4252" y="223"/>
                      <a:pt x="3411" y="223"/>
                    </a:cubicBezTo>
                    <a:cubicBezTo>
                      <a:pt x="2569" y="223"/>
                      <a:pt x="1763" y="557"/>
                      <a:pt x="1168" y="1152"/>
                    </a:cubicBezTo>
                    <a:cubicBezTo>
                      <a:pt x="573" y="1747"/>
                      <a:pt x="239" y="2554"/>
                      <a:pt x="239" y="3396"/>
                    </a:cubicBezTo>
                    <a:cubicBezTo>
                      <a:pt x="239" y="4237"/>
                      <a:pt x="573" y="5044"/>
                      <a:pt x="1168" y="5639"/>
                    </a:cubicBezTo>
                    <a:cubicBezTo>
                      <a:pt x="1763" y="6234"/>
                      <a:pt x="2569" y="6569"/>
                      <a:pt x="341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49709BC3-E9E3-C216-6B31-C1DFB5C92525}"/>
                  </a:ext>
                </a:extLst>
              </p:cNvPr>
              <p:cNvSpPr/>
              <p:nvPr/>
            </p:nvSpPr>
            <p:spPr>
              <a:xfrm>
                <a:off x="3880229" y="6306907"/>
                <a:ext cx="6343" cy="6345"/>
              </a:xfrm>
              <a:custGeom>
                <a:avLst/>
                <a:gdLst>
                  <a:gd name="connsiteX0" fmla="*/ 3410 w 6343"/>
                  <a:gd name="connsiteY0" fmla="*/ 6568 h 6345"/>
                  <a:gd name="connsiteX1" fmla="*/ 5653 w 6343"/>
                  <a:gd name="connsiteY1" fmla="*/ 5639 h 6345"/>
                  <a:gd name="connsiteX2" fmla="*/ 6582 w 6343"/>
                  <a:gd name="connsiteY2" fmla="*/ 3396 h 6345"/>
                  <a:gd name="connsiteX3" fmla="*/ 5653 w 6343"/>
                  <a:gd name="connsiteY3" fmla="*/ 1152 h 6345"/>
                  <a:gd name="connsiteX4" fmla="*/ 3410 w 6343"/>
                  <a:gd name="connsiteY4" fmla="*/ 223 h 6345"/>
                  <a:gd name="connsiteX5" fmla="*/ 1168 w 6343"/>
                  <a:gd name="connsiteY5" fmla="*/ 1152 h 6345"/>
                  <a:gd name="connsiteX6" fmla="*/ 239 w 6343"/>
                  <a:gd name="connsiteY6" fmla="*/ 3396 h 6345"/>
                  <a:gd name="connsiteX7" fmla="*/ 1168 w 6343"/>
                  <a:gd name="connsiteY7" fmla="*/ 5639 h 6345"/>
                  <a:gd name="connsiteX8" fmla="*/ 3410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8"/>
                    </a:moveTo>
                    <a:cubicBezTo>
                      <a:pt x="4251" y="6568"/>
                      <a:pt x="5058" y="6234"/>
                      <a:pt x="5653" y="5639"/>
                    </a:cubicBezTo>
                    <a:cubicBezTo>
                      <a:pt x="6248" y="5044"/>
                      <a:pt x="6582" y="4237"/>
                      <a:pt x="6582" y="3396"/>
                    </a:cubicBezTo>
                    <a:cubicBezTo>
                      <a:pt x="6582" y="2554"/>
                      <a:pt x="6248" y="1747"/>
                      <a:pt x="5653" y="1152"/>
                    </a:cubicBezTo>
                    <a:cubicBezTo>
                      <a:pt x="5058" y="557"/>
                      <a:pt x="4251" y="223"/>
                      <a:pt x="3410" y="223"/>
                    </a:cubicBezTo>
                    <a:cubicBezTo>
                      <a:pt x="2569" y="223"/>
                      <a:pt x="1762" y="557"/>
                      <a:pt x="1168" y="1152"/>
                    </a:cubicBezTo>
                    <a:cubicBezTo>
                      <a:pt x="573" y="1747"/>
                      <a:pt x="239" y="2554"/>
                      <a:pt x="239" y="3396"/>
                    </a:cubicBezTo>
                    <a:cubicBezTo>
                      <a:pt x="239" y="4237"/>
                      <a:pt x="573" y="5044"/>
                      <a:pt x="1168" y="5639"/>
                    </a:cubicBezTo>
                    <a:cubicBezTo>
                      <a:pt x="1762" y="6234"/>
                      <a:pt x="2569" y="6568"/>
                      <a:pt x="3410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AE118208-145B-EC32-87C3-49218EEA282A}"/>
                  </a:ext>
                </a:extLst>
              </p:cNvPr>
              <p:cNvSpPr/>
              <p:nvPr/>
            </p:nvSpPr>
            <p:spPr>
              <a:xfrm>
                <a:off x="3618169" y="6079626"/>
                <a:ext cx="6343" cy="6345"/>
              </a:xfrm>
              <a:custGeom>
                <a:avLst/>
                <a:gdLst>
                  <a:gd name="connsiteX0" fmla="*/ 3390 w 6343"/>
                  <a:gd name="connsiteY0" fmla="*/ 6550 h 6345"/>
                  <a:gd name="connsiteX1" fmla="*/ 5632 w 6343"/>
                  <a:gd name="connsiteY1" fmla="*/ 5621 h 6345"/>
                  <a:gd name="connsiteX2" fmla="*/ 6561 w 6343"/>
                  <a:gd name="connsiteY2" fmla="*/ 3378 h 6345"/>
                  <a:gd name="connsiteX3" fmla="*/ 5632 w 6343"/>
                  <a:gd name="connsiteY3" fmla="*/ 1134 h 6345"/>
                  <a:gd name="connsiteX4" fmla="*/ 3390 w 6343"/>
                  <a:gd name="connsiteY4" fmla="*/ 205 h 6345"/>
                  <a:gd name="connsiteX5" fmla="*/ 1147 w 6343"/>
                  <a:gd name="connsiteY5" fmla="*/ 1134 h 6345"/>
                  <a:gd name="connsiteX6" fmla="*/ 218 w 6343"/>
                  <a:gd name="connsiteY6" fmla="*/ 3378 h 6345"/>
                  <a:gd name="connsiteX7" fmla="*/ 1147 w 6343"/>
                  <a:gd name="connsiteY7" fmla="*/ 5621 h 6345"/>
                  <a:gd name="connsiteX8" fmla="*/ 339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0"/>
                    </a:moveTo>
                    <a:cubicBezTo>
                      <a:pt x="4231" y="6550"/>
                      <a:pt x="5037" y="6216"/>
                      <a:pt x="5632" y="5621"/>
                    </a:cubicBezTo>
                    <a:cubicBezTo>
                      <a:pt x="6227" y="5026"/>
                      <a:pt x="6561" y="4219"/>
                      <a:pt x="6561" y="3378"/>
                    </a:cubicBezTo>
                    <a:cubicBezTo>
                      <a:pt x="6561" y="2536"/>
                      <a:pt x="6227" y="1729"/>
                      <a:pt x="5632" y="1134"/>
                    </a:cubicBezTo>
                    <a:cubicBezTo>
                      <a:pt x="5037" y="539"/>
                      <a:pt x="4231" y="205"/>
                      <a:pt x="3390" y="205"/>
                    </a:cubicBezTo>
                    <a:cubicBezTo>
                      <a:pt x="2548" y="205"/>
                      <a:pt x="1742" y="539"/>
                      <a:pt x="1147" y="1134"/>
                    </a:cubicBezTo>
                    <a:cubicBezTo>
                      <a:pt x="552" y="1729"/>
                      <a:pt x="218" y="2536"/>
                      <a:pt x="218" y="3378"/>
                    </a:cubicBezTo>
                    <a:cubicBezTo>
                      <a:pt x="218" y="4219"/>
                      <a:pt x="552" y="5026"/>
                      <a:pt x="1147" y="5621"/>
                    </a:cubicBezTo>
                    <a:cubicBezTo>
                      <a:pt x="1742" y="6216"/>
                      <a:pt x="2548" y="6550"/>
                      <a:pt x="339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4CBED58F-23DD-856C-EB9B-5D553BBB94AB}"/>
                  </a:ext>
                </a:extLst>
              </p:cNvPr>
              <p:cNvSpPr/>
              <p:nvPr/>
            </p:nvSpPr>
            <p:spPr>
              <a:xfrm>
                <a:off x="3618889" y="6074291"/>
                <a:ext cx="6343" cy="6345"/>
              </a:xfrm>
              <a:custGeom>
                <a:avLst/>
                <a:gdLst>
                  <a:gd name="connsiteX0" fmla="*/ 3390 w 6343"/>
                  <a:gd name="connsiteY0" fmla="*/ 6550 h 6345"/>
                  <a:gd name="connsiteX1" fmla="*/ 5632 w 6343"/>
                  <a:gd name="connsiteY1" fmla="*/ 5621 h 6345"/>
                  <a:gd name="connsiteX2" fmla="*/ 6561 w 6343"/>
                  <a:gd name="connsiteY2" fmla="*/ 3377 h 6345"/>
                  <a:gd name="connsiteX3" fmla="*/ 5632 w 6343"/>
                  <a:gd name="connsiteY3" fmla="*/ 1134 h 6345"/>
                  <a:gd name="connsiteX4" fmla="*/ 3390 w 6343"/>
                  <a:gd name="connsiteY4" fmla="*/ 204 h 6345"/>
                  <a:gd name="connsiteX5" fmla="*/ 1147 w 6343"/>
                  <a:gd name="connsiteY5" fmla="*/ 1134 h 6345"/>
                  <a:gd name="connsiteX6" fmla="*/ 218 w 6343"/>
                  <a:gd name="connsiteY6" fmla="*/ 3377 h 6345"/>
                  <a:gd name="connsiteX7" fmla="*/ 1147 w 6343"/>
                  <a:gd name="connsiteY7" fmla="*/ 5621 h 6345"/>
                  <a:gd name="connsiteX8" fmla="*/ 339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0"/>
                    </a:moveTo>
                    <a:cubicBezTo>
                      <a:pt x="4231" y="6550"/>
                      <a:pt x="5038" y="6216"/>
                      <a:pt x="5632" y="5621"/>
                    </a:cubicBezTo>
                    <a:cubicBezTo>
                      <a:pt x="6227" y="5026"/>
                      <a:pt x="6561" y="4219"/>
                      <a:pt x="6561" y="3377"/>
                    </a:cubicBezTo>
                    <a:cubicBezTo>
                      <a:pt x="6561" y="2536"/>
                      <a:pt x="6227" y="1729"/>
                      <a:pt x="5632" y="1134"/>
                    </a:cubicBezTo>
                    <a:cubicBezTo>
                      <a:pt x="5038" y="539"/>
                      <a:pt x="4231" y="204"/>
                      <a:pt x="3390" y="204"/>
                    </a:cubicBezTo>
                    <a:cubicBezTo>
                      <a:pt x="2549" y="204"/>
                      <a:pt x="1742" y="539"/>
                      <a:pt x="1147" y="1134"/>
                    </a:cubicBezTo>
                    <a:cubicBezTo>
                      <a:pt x="552" y="1729"/>
                      <a:pt x="218" y="2536"/>
                      <a:pt x="218" y="3377"/>
                    </a:cubicBezTo>
                    <a:cubicBezTo>
                      <a:pt x="218" y="4219"/>
                      <a:pt x="552" y="5026"/>
                      <a:pt x="1147" y="5621"/>
                    </a:cubicBezTo>
                    <a:cubicBezTo>
                      <a:pt x="1742" y="6216"/>
                      <a:pt x="2549" y="6550"/>
                      <a:pt x="339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AA3813C1-A3BA-BB6E-85C8-A200307F9875}"/>
                  </a:ext>
                </a:extLst>
              </p:cNvPr>
              <p:cNvSpPr/>
              <p:nvPr/>
            </p:nvSpPr>
            <p:spPr>
              <a:xfrm>
                <a:off x="3619205" y="6069583"/>
                <a:ext cx="6343" cy="6345"/>
              </a:xfrm>
              <a:custGeom>
                <a:avLst/>
                <a:gdLst>
                  <a:gd name="connsiteX0" fmla="*/ 3390 w 6343"/>
                  <a:gd name="connsiteY0" fmla="*/ 6550 h 6345"/>
                  <a:gd name="connsiteX1" fmla="*/ 5632 w 6343"/>
                  <a:gd name="connsiteY1" fmla="*/ 5620 h 6345"/>
                  <a:gd name="connsiteX2" fmla="*/ 6561 w 6343"/>
                  <a:gd name="connsiteY2" fmla="*/ 3377 h 6345"/>
                  <a:gd name="connsiteX3" fmla="*/ 5632 w 6343"/>
                  <a:gd name="connsiteY3" fmla="*/ 1133 h 6345"/>
                  <a:gd name="connsiteX4" fmla="*/ 3390 w 6343"/>
                  <a:gd name="connsiteY4" fmla="*/ 204 h 6345"/>
                  <a:gd name="connsiteX5" fmla="*/ 1147 w 6343"/>
                  <a:gd name="connsiteY5" fmla="*/ 1133 h 6345"/>
                  <a:gd name="connsiteX6" fmla="*/ 218 w 6343"/>
                  <a:gd name="connsiteY6" fmla="*/ 3377 h 6345"/>
                  <a:gd name="connsiteX7" fmla="*/ 1147 w 6343"/>
                  <a:gd name="connsiteY7" fmla="*/ 5620 h 6345"/>
                  <a:gd name="connsiteX8" fmla="*/ 339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0"/>
                    </a:moveTo>
                    <a:cubicBezTo>
                      <a:pt x="4231" y="6550"/>
                      <a:pt x="5038" y="6215"/>
                      <a:pt x="5632" y="5620"/>
                    </a:cubicBezTo>
                    <a:cubicBezTo>
                      <a:pt x="6227" y="5025"/>
                      <a:pt x="6561" y="4218"/>
                      <a:pt x="6561" y="3377"/>
                    </a:cubicBezTo>
                    <a:cubicBezTo>
                      <a:pt x="6561" y="2535"/>
                      <a:pt x="6227" y="1728"/>
                      <a:pt x="5632" y="1133"/>
                    </a:cubicBezTo>
                    <a:cubicBezTo>
                      <a:pt x="5038" y="538"/>
                      <a:pt x="4231" y="204"/>
                      <a:pt x="3390" y="204"/>
                    </a:cubicBezTo>
                    <a:cubicBezTo>
                      <a:pt x="2549" y="204"/>
                      <a:pt x="1742" y="538"/>
                      <a:pt x="1147" y="1133"/>
                    </a:cubicBezTo>
                    <a:cubicBezTo>
                      <a:pt x="552" y="1728"/>
                      <a:pt x="218" y="2535"/>
                      <a:pt x="218" y="3377"/>
                    </a:cubicBezTo>
                    <a:cubicBezTo>
                      <a:pt x="218" y="4218"/>
                      <a:pt x="552" y="5025"/>
                      <a:pt x="1147" y="5620"/>
                    </a:cubicBezTo>
                    <a:cubicBezTo>
                      <a:pt x="1742" y="6215"/>
                      <a:pt x="2549" y="6550"/>
                      <a:pt x="339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C8BE5154-C846-F047-C80F-B77CC203D2F3}"/>
                  </a:ext>
                </a:extLst>
              </p:cNvPr>
              <p:cNvSpPr/>
              <p:nvPr/>
            </p:nvSpPr>
            <p:spPr>
              <a:xfrm>
                <a:off x="3619018" y="6065608"/>
                <a:ext cx="6343" cy="6345"/>
              </a:xfrm>
              <a:custGeom>
                <a:avLst/>
                <a:gdLst>
                  <a:gd name="connsiteX0" fmla="*/ 3390 w 6343"/>
                  <a:gd name="connsiteY0" fmla="*/ 6549 h 6345"/>
                  <a:gd name="connsiteX1" fmla="*/ 5632 w 6343"/>
                  <a:gd name="connsiteY1" fmla="*/ 5620 h 6345"/>
                  <a:gd name="connsiteX2" fmla="*/ 6561 w 6343"/>
                  <a:gd name="connsiteY2" fmla="*/ 3376 h 6345"/>
                  <a:gd name="connsiteX3" fmla="*/ 5632 w 6343"/>
                  <a:gd name="connsiteY3" fmla="*/ 1133 h 6345"/>
                  <a:gd name="connsiteX4" fmla="*/ 3390 w 6343"/>
                  <a:gd name="connsiteY4" fmla="*/ 204 h 6345"/>
                  <a:gd name="connsiteX5" fmla="*/ 1147 w 6343"/>
                  <a:gd name="connsiteY5" fmla="*/ 1133 h 6345"/>
                  <a:gd name="connsiteX6" fmla="*/ 218 w 6343"/>
                  <a:gd name="connsiteY6" fmla="*/ 3376 h 6345"/>
                  <a:gd name="connsiteX7" fmla="*/ 1147 w 6343"/>
                  <a:gd name="connsiteY7" fmla="*/ 5620 h 6345"/>
                  <a:gd name="connsiteX8" fmla="*/ 3390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9"/>
                    </a:moveTo>
                    <a:cubicBezTo>
                      <a:pt x="4231" y="6549"/>
                      <a:pt x="5038" y="6215"/>
                      <a:pt x="5632" y="5620"/>
                    </a:cubicBezTo>
                    <a:cubicBezTo>
                      <a:pt x="6227" y="5025"/>
                      <a:pt x="6561" y="4218"/>
                      <a:pt x="6561" y="3376"/>
                    </a:cubicBezTo>
                    <a:cubicBezTo>
                      <a:pt x="6561" y="2535"/>
                      <a:pt x="6227" y="1728"/>
                      <a:pt x="5632" y="1133"/>
                    </a:cubicBezTo>
                    <a:cubicBezTo>
                      <a:pt x="5038" y="538"/>
                      <a:pt x="4231" y="204"/>
                      <a:pt x="3390" y="204"/>
                    </a:cubicBezTo>
                    <a:cubicBezTo>
                      <a:pt x="2549" y="204"/>
                      <a:pt x="1742" y="538"/>
                      <a:pt x="1147" y="1133"/>
                    </a:cubicBezTo>
                    <a:cubicBezTo>
                      <a:pt x="552" y="1728"/>
                      <a:pt x="218" y="2535"/>
                      <a:pt x="218" y="3376"/>
                    </a:cubicBezTo>
                    <a:cubicBezTo>
                      <a:pt x="218" y="4218"/>
                      <a:pt x="552" y="5025"/>
                      <a:pt x="1147" y="5620"/>
                    </a:cubicBezTo>
                    <a:cubicBezTo>
                      <a:pt x="1742" y="6215"/>
                      <a:pt x="2549" y="6549"/>
                      <a:pt x="3390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26E3C6FC-66A4-716C-AD97-F51A59285569}"/>
                  </a:ext>
                </a:extLst>
              </p:cNvPr>
              <p:cNvSpPr/>
              <p:nvPr/>
            </p:nvSpPr>
            <p:spPr>
              <a:xfrm>
                <a:off x="3619045" y="6061418"/>
                <a:ext cx="6343" cy="6345"/>
              </a:xfrm>
              <a:custGeom>
                <a:avLst/>
                <a:gdLst>
                  <a:gd name="connsiteX0" fmla="*/ 3390 w 6343"/>
                  <a:gd name="connsiteY0" fmla="*/ 6549 h 6345"/>
                  <a:gd name="connsiteX1" fmla="*/ 5632 w 6343"/>
                  <a:gd name="connsiteY1" fmla="*/ 5620 h 6345"/>
                  <a:gd name="connsiteX2" fmla="*/ 6561 w 6343"/>
                  <a:gd name="connsiteY2" fmla="*/ 3376 h 6345"/>
                  <a:gd name="connsiteX3" fmla="*/ 5632 w 6343"/>
                  <a:gd name="connsiteY3" fmla="*/ 1133 h 6345"/>
                  <a:gd name="connsiteX4" fmla="*/ 3390 w 6343"/>
                  <a:gd name="connsiteY4" fmla="*/ 203 h 6345"/>
                  <a:gd name="connsiteX5" fmla="*/ 1147 w 6343"/>
                  <a:gd name="connsiteY5" fmla="*/ 1133 h 6345"/>
                  <a:gd name="connsiteX6" fmla="*/ 218 w 6343"/>
                  <a:gd name="connsiteY6" fmla="*/ 3376 h 6345"/>
                  <a:gd name="connsiteX7" fmla="*/ 1147 w 6343"/>
                  <a:gd name="connsiteY7" fmla="*/ 5620 h 6345"/>
                  <a:gd name="connsiteX8" fmla="*/ 3390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9"/>
                    </a:moveTo>
                    <a:cubicBezTo>
                      <a:pt x="4231" y="6549"/>
                      <a:pt x="5038" y="6215"/>
                      <a:pt x="5632" y="5620"/>
                    </a:cubicBezTo>
                    <a:cubicBezTo>
                      <a:pt x="6227" y="5025"/>
                      <a:pt x="6561" y="4218"/>
                      <a:pt x="6561" y="3376"/>
                    </a:cubicBezTo>
                    <a:cubicBezTo>
                      <a:pt x="6561" y="2535"/>
                      <a:pt x="6227" y="1728"/>
                      <a:pt x="5632" y="1133"/>
                    </a:cubicBezTo>
                    <a:cubicBezTo>
                      <a:pt x="5038" y="538"/>
                      <a:pt x="4231" y="203"/>
                      <a:pt x="3390" y="203"/>
                    </a:cubicBezTo>
                    <a:cubicBezTo>
                      <a:pt x="2549" y="203"/>
                      <a:pt x="1742" y="538"/>
                      <a:pt x="1147" y="1133"/>
                    </a:cubicBezTo>
                    <a:cubicBezTo>
                      <a:pt x="552" y="1728"/>
                      <a:pt x="218" y="2535"/>
                      <a:pt x="218" y="3376"/>
                    </a:cubicBezTo>
                    <a:cubicBezTo>
                      <a:pt x="218" y="4218"/>
                      <a:pt x="552" y="5025"/>
                      <a:pt x="1147" y="5620"/>
                    </a:cubicBezTo>
                    <a:cubicBezTo>
                      <a:pt x="1742" y="6215"/>
                      <a:pt x="2549" y="6549"/>
                      <a:pt x="3390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1F9EF9D8-C2C7-F571-307E-4F341C587D99}"/>
                  </a:ext>
                </a:extLst>
              </p:cNvPr>
              <p:cNvSpPr/>
              <p:nvPr/>
            </p:nvSpPr>
            <p:spPr>
              <a:xfrm>
                <a:off x="3626797" y="6043609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E63504E4-5978-23F0-9163-C4168BE463B2}"/>
                  </a:ext>
                </a:extLst>
              </p:cNvPr>
              <p:cNvSpPr/>
              <p:nvPr/>
            </p:nvSpPr>
            <p:spPr>
              <a:xfrm>
                <a:off x="3625152" y="6041796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BA77DAB9-AFB8-DF30-9676-E02A70D28780}"/>
                  </a:ext>
                </a:extLst>
              </p:cNvPr>
              <p:cNvSpPr/>
              <p:nvPr/>
            </p:nvSpPr>
            <p:spPr>
              <a:xfrm>
                <a:off x="3625208" y="6037916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4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4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4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F2595FF1-E715-E4AB-EEE3-FCD335CD4E24}"/>
                  </a:ext>
                </a:extLst>
              </p:cNvPr>
              <p:cNvSpPr/>
              <p:nvPr/>
            </p:nvSpPr>
            <p:spPr>
              <a:xfrm>
                <a:off x="3622933" y="6036901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7 w 6343"/>
                  <a:gd name="connsiteY5" fmla="*/ 1131 h 6345"/>
                  <a:gd name="connsiteX6" fmla="*/ 218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7" y="5023"/>
                      <a:pt x="6562" y="4216"/>
                      <a:pt x="6562" y="3374"/>
                    </a:cubicBezTo>
                    <a:cubicBezTo>
                      <a:pt x="6562" y="2533"/>
                      <a:pt x="6227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7" y="1131"/>
                    </a:cubicBezTo>
                    <a:cubicBezTo>
                      <a:pt x="553" y="1726"/>
                      <a:pt x="218" y="2533"/>
                      <a:pt x="218" y="3374"/>
                    </a:cubicBezTo>
                    <a:cubicBezTo>
                      <a:pt x="218" y="4216"/>
                      <a:pt x="553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3A6C996B-87F1-5B9E-6525-DEF6A32A2719}"/>
                  </a:ext>
                </a:extLst>
              </p:cNvPr>
              <p:cNvSpPr/>
              <p:nvPr/>
            </p:nvSpPr>
            <p:spPr>
              <a:xfrm>
                <a:off x="3620875" y="6035614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2 w 6343"/>
                  <a:gd name="connsiteY1" fmla="*/ 5618 h 6345"/>
                  <a:gd name="connsiteX2" fmla="*/ 6561 w 6343"/>
                  <a:gd name="connsiteY2" fmla="*/ 3374 h 6345"/>
                  <a:gd name="connsiteX3" fmla="*/ 5632 w 6343"/>
                  <a:gd name="connsiteY3" fmla="*/ 1131 h 6345"/>
                  <a:gd name="connsiteX4" fmla="*/ 3390 w 6343"/>
                  <a:gd name="connsiteY4" fmla="*/ 201 h 6345"/>
                  <a:gd name="connsiteX5" fmla="*/ 1147 w 6343"/>
                  <a:gd name="connsiteY5" fmla="*/ 1131 h 6345"/>
                  <a:gd name="connsiteX6" fmla="*/ 218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2" y="5618"/>
                    </a:cubicBezTo>
                    <a:cubicBezTo>
                      <a:pt x="6227" y="5023"/>
                      <a:pt x="6561" y="4216"/>
                      <a:pt x="6561" y="3374"/>
                    </a:cubicBezTo>
                    <a:cubicBezTo>
                      <a:pt x="6561" y="2533"/>
                      <a:pt x="6227" y="1726"/>
                      <a:pt x="5632" y="1131"/>
                    </a:cubicBezTo>
                    <a:cubicBezTo>
                      <a:pt x="5038" y="536"/>
                      <a:pt x="4231" y="201"/>
                      <a:pt x="3390" y="201"/>
                    </a:cubicBezTo>
                    <a:cubicBezTo>
                      <a:pt x="2549" y="201"/>
                      <a:pt x="1742" y="536"/>
                      <a:pt x="1147" y="1131"/>
                    </a:cubicBezTo>
                    <a:cubicBezTo>
                      <a:pt x="552" y="1726"/>
                      <a:pt x="218" y="2533"/>
                      <a:pt x="218" y="3374"/>
                    </a:cubicBezTo>
                    <a:cubicBezTo>
                      <a:pt x="218" y="4216"/>
                      <a:pt x="552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70EE79B6-A32C-2810-695F-69BCB1A0FF45}"/>
                  </a:ext>
                </a:extLst>
              </p:cNvPr>
              <p:cNvSpPr/>
              <p:nvPr/>
            </p:nvSpPr>
            <p:spPr>
              <a:xfrm>
                <a:off x="3305083" y="6008781"/>
                <a:ext cx="6343" cy="6345"/>
              </a:xfrm>
              <a:custGeom>
                <a:avLst/>
                <a:gdLst>
                  <a:gd name="connsiteX0" fmla="*/ 3365 w 6343"/>
                  <a:gd name="connsiteY0" fmla="*/ 6545 h 6345"/>
                  <a:gd name="connsiteX1" fmla="*/ 5608 w 6343"/>
                  <a:gd name="connsiteY1" fmla="*/ 5615 h 6345"/>
                  <a:gd name="connsiteX2" fmla="*/ 6536 w 6343"/>
                  <a:gd name="connsiteY2" fmla="*/ 3372 h 6345"/>
                  <a:gd name="connsiteX3" fmla="*/ 5608 w 6343"/>
                  <a:gd name="connsiteY3" fmla="*/ 1129 h 6345"/>
                  <a:gd name="connsiteX4" fmla="*/ 3365 w 6343"/>
                  <a:gd name="connsiteY4" fmla="*/ 199 h 6345"/>
                  <a:gd name="connsiteX5" fmla="*/ 1122 w 6343"/>
                  <a:gd name="connsiteY5" fmla="*/ 1129 h 6345"/>
                  <a:gd name="connsiteX6" fmla="*/ 193 w 6343"/>
                  <a:gd name="connsiteY6" fmla="*/ 3372 h 6345"/>
                  <a:gd name="connsiteX7" fmla="*/ 1122 w 6343"/>
                  <a:gd name="connsiteY7" fmla="*/ 5615 h 6345"/>
                  <a:gd name="connsiteX8" fmla="*/ 3365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5"/>
                    </a:moveTo>
                    <a:cubicBezTo>
                      <a:pt x="4206" y="6545"/>
                      <a:pt x="5013" y="6210"/>
                      <a:pt x="5608" y="5615"/>
                    </a:cubicBezTo>
                    <a:cubicBezTo>
                      <a:pt x="6202" y="5020"/>
                      <a:pt x="6536" y="4213"/>
                      <a:pt x="6536" y="3372"/>
                    </a:cubicBezTo>
                    <a:cubicBezTo>
                      <a:pt x="6536" y="2531"/>
                      <a:pt x="6202" y="1724"/>
                      <a:pt x="5608" y="1129"/>
                    </a:cubicBezTo>
                    <a:cubicBezTo>
                      <a:pt x="5013" y="534"/>
                      <a:pt x="4206" y="199"/>
                      <a:pt x="3365" y="199"/>
                    </a:cubicBezTo>
                    <a:cubicBezTo>
                      <a:pt x="2524" y="199"/>
                      <a:pt x="1717" y="534"/>
                      <a:pt x="1122" y="1129"/>
                    </a:cubicBezTo>
                    <a:cubicBezTo>
                      <a:pt x="528" y="1724"/>
                      <a:pt x="193" y="2531"/>
                      <a:pt x="193" y="3372"/>
                    </a:cubicBezTo>
                    <a:cubicBezTo>
                      <a:pt x="193" y="4213"/>
                      <a:pt x="528" y="5020"/>
                      <a:pt x="1122" y="5615"/>
                    </a:cubicBezTo>
                    <a:cubicBezTo>
                      <a:pt x="1717" y="6210"/>
                      <a:pt x="2524" y="6545"/>
                      <a:pt x="3365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D5373FAF-0BC0-8F16-422E-559A32C991C6}"/>
                  </a:ext>
                </a:extLst>
              </p:cNvPr>
              <p:cNvSpPr/>
              <p:nvPr/>
            </p:nvSpPr>
            <p:spPr>
              <a:xfrm>
                <a:off x="3303934" y="6005045"/>
                <a:ext cx="6343" cy="6345"/>
              </a:xfrm>
              <a:custGeom>
                <a:avLst/>
                <a:gdLst>
                  <a:gd name="connsiteX0" fmla="*/ 3365 w 6343"/>
                  <a:gd name="connsiteY0" fmla="*/ 6544 h 6345"/>
                  <a:gd name="connsiteX1" fmla="*/ 5607 w 6343"/>
                  <a:gd name="connsiteY1" fmla="*/ 5615 h 6345"/>
                  <a:gd name="connsiteX2" fmla="*/ 6536 w 6343"/>
                  <a:gd name="connsiteY2" fmla="*/ 3372 h 6345"/>
                  <a:gd name="connsiteX3" fmla="*/ 5607 w 6343"/>
                  <a:gd name="connsiteY3" fmla="*/ 1128 h 6345"/>
                  <a:gd name="connsiteX4" fmla="*/ 3365 w 6343"/>
                  <a:gd name="connsiteY4" fmla="*/ 199 h 6345"/>
                  <a:gd name="connsiteX5" fmla="*/ 1122 w 6343"/>
                  <a:gd name="connsiteY5" fmla="*/ 1128 h 6345"/>
                  <a:gd name="connsiteX6" fmla="*/ 193 w 6343"/>
                  <a:gd name="connsiteY6" fmla="*/ 3372 h 6345"/>
                  <a:gd name="connsiteX7" fmla="*/ 1122 w 6343"/>
                  <a:gd name="connsiteY7" fmla="*/ 5615 h 6345"/>
                  <a:gd name="connsiteX8" fmla="*/ 3365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4"/>
                    </a:moveTo>
                    <a:cubicBezTo>
                      <a:pt x="4206" y="6544"/>
                      <a:pt x="5013" y="6210"/>
                      <a:pt x="5607" y="5615"/>
                    </a:cubicBezTo>
                    <a:cubicBezTo>
                      <a:pt x="6202" y="5020"/>
                      <a:pt x="6536" y="4213"/>
                      <a:pt x="6536" y="3372"/>
                    </a:cubicBezTo>
                    <a:cubicBezTo>
                      <a:pt x="6536" y="2530"/>
                      <a:pt x="6202" y="1723"/>
                      <a:pt x="5607" y="1128"/>
                    </a:cubicBezTo>
                    <a:cubicBezTo>
                      <a:pt x="5013" y="533"/>
                      <a:pt x="4206" y="199"/>
                      <a:pt x="3365" y="199"/>
                    </a:cubicBezTo>
                    <a:cubicBezTo>
                      <a:pt x="2524" y="199"/>
                      <a:pt x="1717" y="533"/>
                      <a:pt x="1122" y="1128"/>
                    </a:cubicBezTo>
                    <a:cubicBezTo>
                      <a:pt x="527" y="1723"/>
                      <a:pt x="193" y="2530"/>
                      <a:pt x="193" y="3372"/>
                    </a:cubicBezTo>
                    <a:cubicBezTo>
                      <a:pt x="193" y="4213"/>
                      <a:pt x="527" y="5020"/>
                      <a:pt x="1122" y="5615"/>
                    </a:cubicBezTo>
                    <a:cubicBezTo>
                      <a:pt x="1717" y="6210"/>
                      <a:pt x="2524" y="6544"/>
                      <a:pt x="3365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E32B0EF8-33C0-B7C1-97CF-08EE64CF1B0E}"/>
                  </a:ext>
                </a:extLst>
              </p:cNvPr>
              <p:cNvSpPr/>
              <p:nvPr/>
            </p:nvSpPr>
            <p:spPr>
              <a:xfrm>
                <a:off x="3307204" y="5999258"/>
                <a:ext cx="6343" cy="6345"/>
              </a:xfrm>
              <a:custGeom>
                <a:avLst/>
                <a:gdLst>
                  <a:gd name="connsiteX0" fmla="*/ 3365 w 6343"/>
                  <a:gd name="connsiteY0" fmla="*/ 6544 h 6345"/>
                  <a:gd name="connsiteX1" fmla="*/ 5608 w 6343"/>
                  <a:gd name="connsiteY1" fmla="*/ 5615 h 6345"/>
                  <a:gd name="connsiteX2" fmla="*/ 6537 w 6343"/>
                  <a:gd name="connsiteY2" fmla="*/ 3371 h 6345"/>
                  <a:gd name="connsiteX3" fmla="*/ 5608 w 6343"/>
                  <a:gd name="connsiteY3" fmla="*/ 1128 h 6345"/>
                  <a:gd name="connsiteX4" fmla="*/ 3365 w 6343"/>
                  <a:gd name="connsiteY4" fmla="*/ 199 h 6345"/>
                  <a:gd name="connsiteX5" fmla="*/ 1122 w 6343"/>
                  <a:gd name="connsiteY5" fmla="*/ 1128 h 6345"/>
                  <a:gd name="connsiteX6" fmla="*/ 194 w 6343"/>
                  <a:gd name="connsiteY6" fmla="*/ 3371 h 6345"/>
                  <a:gd name="connsiteX7" fmla="*/ 1122 w 6343"/>
                  <a:gd name="connsiteY7" fmla="*/ 5615 h 6345"/>
                  <a:gd name="connsiteX8" fmla="*/ 3365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4"/>
                    </a:moveTo>
                    <a:cubicBezTo>
                      <a:pt x="4206" y="6544"/>
                      <a:pt x="5013" y="6210"/>
                      <a:pt x="5608" y="5615"/>
                    </a:cubicBezTo>
                    <a:cubicBezTo>
                      <a:pt x="6202" y="5020"/>
                      <a:pt x="6537" y="4213"/>
                      <a:pt x="6537" y="3371"/>
                    </a:cubicBezTo>
                    <a:cubicBezTo>
                      <a:pt x="6537" y="2530"/>
                      <a:pt x="6202" y="1723"/>
                      <a:pt x="5608" y="1128"/>
                    </a:cubicBezTo>
                    <a:cubicBezTo>
                      <a:pt x="5013" y="533"/>
                      <a:pt x="4206" y="199"/>
                      <a:pt x="3365" y="199"/>
                    </a:cubicBezTo>
                    <a:cubicBezTo>
                      <a:pt x="2524" y="199"/>
                      <a:pt x="1717" y="533"/>
                      <a:pt x="1122" y="1128"/>
                    </a:cubicBezTo>
                    <a:cubicBezTo>
                      <a:pt x="528" y="1723"/>
                      <a:pt x="194" y="2530"/>
                      <a:pt x="194" y="3371"/>
                    </a:cubicBezTo>
                    <a:cubicBezTo>
                      <a:pt x="194" y="4213"/>
                      <a:pt x="528" y="5020"/>
                      <a:pt x="1122" y="5615"/>
                    </a:cubicBezTo>
                    <a:cubicBezTo>
                      <a:pt x="1717" y="6210"/>
                      <a:pt x="2524" y="6544"/>
                      <a:pt x="3365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9C584834-892A-6773-22A3-D1BF0CB584F8}"/>
                  </a:ext>
                </a:extLst>
              </p:cNvPr>
              <p:cNvSpPr/>
              <p:nvPr/>
            </p:nvSpPr>
            <p:spPr>
              <a:xfrm>
                <a:off x="3306375" y="5995423"/>
                <a:ext cx="6343" cy="6345"/>
              </a:xfrm>
              <a:custGeom>
                <a:avLst/>
                <a:gdLst>
                  <a:gd name="connsiteX0" fmla="*/ 3365 w 6343"/>
                  <a:gd name="connsiteY0" fmla="*/ 6544 h 6345"/>
                  <a:gd name="connsiteX1" fmla="*/ 5608 w 6343"/>
                  <a:gd name="connsiteY1" fmla="*/ 5614 h 6345"/>
                  <a:gd name="connsiteX2" fmla="*/ 6537 w 6343"/>
                  <a:gd name="connsiteY2" fmla="*/ 3371 h 6345"/>
                  <a:gd name="connsiteX3" fmla="*/ 5608 w 6343"/>
                  <a:gd name="connsiteY3" fmla="*/ 1128 h 6345"/>
                  <a:gd name="connsiteX4" fmla="*/ 3365 w 6343"/>
                  <a:gd name="connsiteY4" fmla="*/ 198 h 6345"/>
                  <a:gd name="connsiteX5" fmla="*/ 1122 w 6343"/>
                  <a:gd name="connsiteY5" fmla="*/ 1128 h 6345"/>
                  <a:gd name="connsiteX6" fmla="*/ 193 w 6343"/>
                  <a:gd name="connsiteY6" fmla="*/ 3371 h 6345"/>
                  <a:gd name="connsiteX7" fmla="*/ 1122 w 6343"/>
                  <a:gd name="connsiteY7" fmla="*/ 5614 h 6345"/>
                  <a:gd name="connsiteX8" fmla="*/ 3365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4"/>
                    </a:moveTo>
                    <a:cubicBezTo>
                      <a:pt x="4206" y="6544"/>
                      <a:pt x="5013" y="6209"/>
                      <a:pt x="5608" y="5614"/>
                    </a:cubicBezTo>
                    <a:cubicBezTo>
                      <a:pt x="6202" y="5019"/>
                      <a:pt x="6537" y="4212"/>
                      <a:pt x="6537" y="3371"/>
                    </a:cubicBezTo>
                    <a:cubicBezTo>
                      <a:pt x="6537" y="2530"/>
                      <a:pt x="6202" y="1722"/>
                      <a:pt x="5608" y="1128"/>
                    </a:cubicBezTo>
                    <a:cubicBezTo>
                      <a:pt x="5013" y="533"/>
                      <a:pt x="4206" y="198"/>
                      <a:pt x="3365" y="198"/>
                    </a:cubicBezTo>
                    <a:cubicBezTo>
                      <a:pt x="2524" y="198"/>
                      <a:pt x="1717" y="533"/>
                      <a:pt x="1122" y="1128"/>
                    </a:cubicBezTo>
                    <a:cubicBezTo>
                      <a:pt x="528" y="1722"/>
                      <a:pt x="193" y="2530"/>
                      <a:pt x="193" y="3371"/>
                    </a:cubicBezTo>
                    <a:cubicBezTo>
                      <a:pt x="193" y="4212"/>
                      <a:pt x="528" y="5019"/>
                      <a:pt x="1122" y="5614"/>
                    </a:cubicBezTo>
                    <a:cubicBezTo>
                      <a:pt x="1717" y="6209"/>
                      <a:pt x="2524" y="6544"/>
                      <a:pt x="3365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4B896823-AD66-703C-7CD1-EDD8C4BD82CC}"/>
                  </a:ext>
                </a:extLst>
              </p:cNvPr>
              <p:cNvSpPr/>
              <p:nvPr/>
            </p:nvSpPr>
            <p:spPr>
              <a:xfrm>
                <a:off x="3306135" y="5991334"/>
                <a:ext cx="6343" cy="6345"/>
              </a:xfrm>
              <a:custGeom>
                <a:avLst/>
                <a:gdLst>
                  <a:gd name="connsiteX0" fmla="*/ 3365 w 6343"/>
                  <a:gd name="connsiteY0" fmla="*/ 6543 h 6345"/>
                  <a:gd name="connsiteX1" fmla="*/ 5608 w 6343"/>
                  <a:gd name="connsiteY1" fmla="*/ 5614 h 6345"/>
                  <a:gd name="connsiteX2" fmla="*/ 6537 w 6343"/>
                  <a:gd name="connsiteY2" fmla="*/ 3371 h 6345"/>
                  <a:gd name="connsiteX3" fmla="*/ 5608 w 6343"/>
                  <a:gd name="connsiteY3" fmla="*/ 1127 h 6345"/>
                  <a:gd name="connsiteX4" fmla="*/ 3365 w 6343"/>
                  <a:gd name="connsiteY4" fmla="*/ 198 h 6345"/>
                  <a:gd name="connsiteX5" fmla="*/ 1122 w 6343"/>
                  <a:gd name="connsiteY5" fmla="*/ 1127 h 6345"/>
                  <a:gd name="connsiteX6" fmla="*/ 193 w 6343"/>
                  <a:gd name="connsiteY6" fmla="*/ 3371 h 6345"/>
                  <a:gd name="connsiteX7" fmla="*/ 1122 w 6343"/>
                  <a:gd name="connsiteY7" fmla="*/ 5614 h 6345"/>
                  <a:gd name="connsiteX8" fmla="*/ 336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3"/>
                    </a:moveTo>
                    <a:cubicBezTo>
                      <a:pt x="4206" y="6543"/>
                      <a:pt x="5013" y="6209"/>
                      <a:pt x="5608" y="5614"/>
                    </a:cubicBezTo>
                    <a:cubicBezTo>
                      <a:pt x="6202" y="5019"/>
                      <a:pt x="6537" y="4212"/>
                      <a:pt x="6537" y="3371"/>
                    </a:cubicBezTo>
                    <a:cubicBezTo>
                      <a:pt x="6537" y="2529"/>
                      <a:pt x="6202" y="1722"/>
                      <a:pt x="5608" y="1127"/>
                    </a:cubicBezTo>
                    <a:cubicBezTo>
                      <a:pt x="5013" y="532"/>
                      <a:pt x="4206" y="198"/>
                      <a:pt x="3365" y="198"/>
                    </a:cubicBezTo>
                    <a:cubicBezTo>
                      <a:pt x="2524" y="198"/>
                      <a:pt x="1717" y="532"/>
                      <a:pt x="1122" y="1127"/>
                    </a:cubicBezTo>
                    <a:cubicBezTo>
                      <a:pt x="528" y="1722"/>
                      <a:pt x="193" y="2529"/>
                      <a:pt x="193" y="3371"/>
                    </a:cubicBezTo>
                    <a:cubicBezTo>
                      <a:pt x="193" y="4212"/>
                      <a:pt x="528" y="5019"/>
                      <a:pt x="1122" y="5614"/>
                    </a:cubicBezTo>
                    <a:cubicBezTo>
                      <a:pt x="1717" y="6209"/>
                      <a:pt x="2524" y="6543"/>
                      <a:pt x="336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65123A99-5F75-77CD-BBA2-E781B7706119}"/>
                  </a:ext>
                </a:extLst>
              </p:cNvPr>
              <p:cNvSpPr/>
              <p:nvPr/>
            </p:nvSpPr>
            <p:spPr>
              <a:xfrm>
                <a:off x="3305360" y="5987502"/>
                <a:ext cx="6343" cy="6345"/>
              </a:xfrm>
              <a:custGeom>
                <a:avLst/>
                <a:gdLst>
                  <a:gd name="connsiteX0" fmla="*/ 3365 w 6343"/>
                  <a:gd name="connsiteY0" fmla="*/ 6543 h 6345"/>
                  <a:gd name="connsiteX1" fmla="*/ 5608 w 6343"/>
                  <a:gd name="connsiteY1" fmla="*/ 5614 h 6345"/>
                  <a:gd name="connsiteX2" fmla="*/ 6536 w 6343"/>
                  <a:gd name="connsiteY2" fmla="*/ 3370 h 6345"/>
                  <a:gd name="connsiteX3" fmla="*/ 5608 w 6343"/>
                  <a:gd name="connsiteY3" fmla="*/ 1127 h 6345"/>
                  <a:gd name="connsiteX4" fmla="*/ 3365 w 6343"/>
                  <a:gd name="connsiteY4" fmla="*/ 198 h 6345"/>
                  <a:gd name="connsiteX5" fmla="*/ 1122 w 6343"/>
                  <a:gd name="connsiteY5" fmla="*/ 1127 h 6345"/>
                  <a:gd name="connsiteX6" fmla="*/ 193 w 6343"/>
                  <a:gd name="connsiteY6" fmla="*/ 3370 h 6345"/>
                  <a:gd name="connsiteX7" fmla="*/ 1122 w 6343"/>
                  <a:gd name="connsiteY7" fmla="*/ 5614 h 6345"/>
                  <a:gd name="connsiteX8" fmla="*/ 336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3"/>
                    </a:moveTo>
                    <a:cubicBezTo>
                      <a:pt x="4206" y="6543"/>
                      <a:pt x="5013" y="6209"/>
                      <a:pt x="5608" y="5614"/>
                    </a:cubicBezTo>
                    <a:cubicBezTo>
                      <a:pt x="6202" y="5019"/>
                      <a:pt x="6536" y="4212"/>
                      <a:pt x="6536" y="3370"/>
                    </a:cubicBezTo>
                    <a:cubicBezTo>
                      <a:pt x="6536" y="2529"/>
                      <a:pt x="6202" y="1722"/>
                      <a:pt x="5608" y="1127"/>
                    </a:cubicBezTo>
                    <a:cubicBezTo>
                      <a:pt x="5013" y="532"/>
                      <a:pt x="4206" y="198"/>
                      <a:pt x="3365" y="198"/>
                    </a:cubicBezTo>
                    <a:cubicBezTo>
                      <a:pt x="2524" y="198"/>
                      <a:pt x="1717" y="532"/>
                      <a:pt x="1122" y="1127"/>
                    </a:cubicBezTo>
                    <a:cubicBezTo>
                      <a:pt x="528" y="1722"/>
                      <a:pt x="193" y="2529"/>
                      <a:pt x="193" y="3370"/>
                    </a:cubicBezTo>
                    <a:cubicBezTo>
                      <a:pt x="193" y="4212"/>
                      <a:pt x="528" y="5019"/>
                      <a:pt x="1122" y="5614"/>
                    </a:cubicBezTo>
                    <a:cubicBezTo>
                      <a:pt x="1717" y="6209"/>
                      <a:pt x="2524" y="6543"/>
                      <a:pt x="336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B4A7D236-CEFC-9659-A7E5-AA4A4720E577}"/>
                  </a:ext>
                </a:extLst>
              </p:cNvPr>
              <p:cNvSpPr/>
              <p:nvPr/>
            </p:nvSpPr>
            <p:spPr>
              <a:xfrm>
                <a:off x="3055892" y="5378916"/>
                <a:ext cx="6343" cy="6345"/>
              </a:xfrm>
              <a:custGeom>
                <a:avLst/>
                <a:gdLst>
                  <a:gd name="connsiteX0" fmla="*/ 3345 w 6343"/>
                  <a:gd name="connsiteY0" fmla="*/ 6495 h 6345"/>
                  <a:gd name="connsiteX1" fmla="*/ 5588 w 6343"/>
                  <a:gd name="connsiteY1" fmla="*/ 5566 h 6345"/>
                  <a:gd name="connsiteX2" fmla="*/ 6517 w 6343"/>
                  <a:gd name="connsiteY2" fmla="*/ 3322 h 6345"/>
                  <a:gd name="connsiteX3" fmla="*/ 5588 w 6343"/>
                  <a:gd name="connsiteY3" fmla="*/ 1079 h 6345"/>
                  <a:gd name="connsiteX4" fmla="*/ 3345 w 6343"/>
                  <a:gd name="connsiteY4" fmla="*/ 150 h 6345"/>
                  <a:gd name="connsiteX5" fmla="*/ 1103 w 6343"/>
                  <a:gd name="connsiteY5" fmla="*/ 1079 h 6345"/>
                  <a:gd name="connsiteX6" fmla="*/ 174 w 6343"/>
                  <a:gd name="connsiteY6" fmla="*/ 3322 h 6345"/>
                  <a:gd name="connsiteX7" fmla="*/ 1103 w 6343"/>
                  <a:gd name="connsiteY7" fmla="*/ 5566 h 6345"/>
                  <a:gd name="connsiteX8" fmla="*/ 3345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495"/>
                    </a:moveTo>
                    <a:cubicBezTo>
                      <a:pt x="4186" y="6495"/>
                      <a:pt x="4993" y="6161"/>
                      <a:pt x="5588" y="5566"/>
                    </a:cubicBezTo>
                    <a:cubicBezTo>
                      <a:pt x="6183" y="4971"/>
                      <a:pt x="6517" y="4164"/>
                      <a:pt x="6517" y="3322"/>
                    </a:cubicBezTo>
                    <a:cubicBezTo>
                      <a:pt x="6517" y="2481"/>
                      <a:pt x="6183" y="1674"/>
                      <a:pt x="5588" y="1079"/>
                    </a:cubicBezTo>
                    <a:cubicBezTo>
                      <a:pt x="4993" y="484"/>
                      <a:pt x="4186" y="150"/>
                      <a:pt x="3345" y="150"/>
                    </a:cubicBezTo>
                    <a:cubicBezTo>
                      <a:pt x="2504" y="150"/>
                      <a:pt x="1697" y="484"/>
                      <a:pt x="1103" y="1079"/>
                    </a:cubicBezTo>
                    <a:cubicBezTo>
                      <a:pt x="508" y="1674"/>
                      <a:pt x="174" y="2481"/>
                      <a:pt x="174" y="3322"/>
                    </a:cubicBezTo>
                    <a:cubicBezTo>
                      <a:pt x="174" y="4164"/>
                      <a:pt x="508" y="4971"/>
                      <a:pt x="1103" y="5566"/>
                    </a:cubicBezTo>
                    <a:cubicBezTo>
                      <a:pt x="1697" y="6161"/>
                      <a:pt x="2504" y="6495"/>
                      <a:pt x="3345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CB8E6CE5-D106-C321-B43E-E7A850DCF316}"/>
                  </a:ext>
                </a:extLst>
              </p:cNvPr>
              <p:cNvSpPr/>
              <p:nvPr/>
            </p:nvSpPr>
            <p:spPr>
              <a:xfrm>
                <a:off x="2872133" y="5269118"/>
                <a:ext cx="6343" cy="6345"/>
              </a:xfrm>
              <a:custGeom>
                <a:avLst/>
                <a:gdLst>
                  <a:gd name="connsiteX0" fmla="*/ 3331 w 6343"/>
                  <a:gd name="connsiteY0" fmla="*/ 6486 h 6345"/>
                  <a:gd name="connsiteX1" fmla="*/ 5573 w 6343"/>
                  <a:gd name="connsiteY1" fmla="*/ 5557 h 6345"/>
                  <a:gd name="connsiteX2" fmla="*/ 6502 w 6343"/>
                  <a:gd name="connsiteY2" fmla="*/ 3314 h 6345"/>
                  <a:gd name="connsiteX3" fmla="*/ 5573 w 6343"/>
                  <a:gd name="connsiteY3" fmla="*/ 1070 h 6345"/>
                  <a:gd name="connsiteX4" fmla="*/ 3331 w 6343"/>
                  <a:gd name="connsiteY4" fmla="*/ 141 h 6345"/>
                  <a:gd name="connsiteX5" fmla="*/ 1088 w 6343"/>
                  <a:gd name="connsiteY5" fmla="*/ 1070 h 6345"/>
                  <a:gd name="connsiteX6" fmla="*/ 159 w 6343"/>
                  <a:gd name="connsiteY6" fmla="*/ 3314 h 6345"/>
                  <a:gd name="connsiteX7" fmla="*/ 1088 w 6343"/>
                  <a:gd name="connsiteY7" fmla="*/ 5557 h 6345"/>
                  <a:gd name="connsiteX8" fmla="*/ 3331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86"/>
                    </a:moveTo>
                    <a:cubicBezTo>
                      <a:pt x="4172" y="6486"/>
                      <a:pt x="4979" y="6152"/>
                      <a:pt x="5573" y="5557"/>
                    </a:cubicBezTo>
                    <a:cubicBezTo>
                      <a:pt x="6168" y="4962"/>
                      <a:pt x="6502" y="4155"/>
                      <a:pt x="6502" y="3314"/>
                    </a:cubicBezTo>
                    <a:cubicBezTo>
                      <a:pt x="6502" y="2472"/>
                      <a:pt x="6168" y="1665"/>
                      <a:pt x="5573" y="1070"/>
                    </a:cubicBezTo>
                    <a:cubicBezTo>
                      <a:pt x="4979" y="475"/>
                      <a:pt x="4172" y="141"/>
                      <a:pt x="3331" y="141"/>
                    </a:cubicBezTo>
                    <a:cubicBezTo>
                      <a:pt x="2490" y="141"/>
                      <a:pt x="1683" y="475"/>
                      <a:pt x="1088" y="1070"/>
                    </a:cubicBezTo>
                    <a:cubicBezTo>
                      <a:pt x="493" y="1665"/>
                      <a:pt x="159" y="2472"/>
                      <a:pt x="159" y="3314"/>
                    </a:cubicBezTo>
                    <a:cubicBezTo>
                      <a:pt x="159" y="4155"/>
                      <a:pt x="493" y="4962"/>
                      <a:pt x="1088" y="5557"/>
                    </a:cubicBezTo>
                    <a:cubicBezTo>
                      <a:pt x="1683" y="6152"/>
                      <a:pt x="2490" y="6486"/>
                      <a:pt x="3331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72181C0F-B2EE-3938-64DC-9B33FB1964C0}"/>
                  </a:ext>
                </a:extLst>
              </p:cNvPr>
              <p:cNvSpPr/>
              <p:nvPr/>
            </p:nvSpPr>
            <p:spPr>
              <a:xfrm>
                <a:off x="2876433" y="5263656"/>
                <a:ext cx="6343" cy="6345"/>
              </a:xfrm>
              <a:custGeom>
                <a:avLst/>
                <a:gdLst>
                  <a:gd name="connsiteX0" fmla="*/ 3331 w 6343"/>
                  <a:gd name="connsiteY0" fmla="*/ 6486 h 6345"/>
                  <a:gd name="connsiteX1" fmla="*/ 5574 w 6343"/>
                  <a:gd name="connsiteY1" fmla="*/ 5557 h 6345"/>
                  <a:gd name="connsiteX2" fmla="*/ 6503 w 6343"/>
                  <a:gd name="connsiteY2" fmla="*/ 3313 h 6345"/>
                  <a:gd name="connsiteX3" fmla="*/ 5574 w 6343"/>
                  <a:gd name="connsiteY3" fmla="*/ 1070 h 6345"/>
                  <a:gd name="connsiteX4" fmla="*/ 3331 w 6343"/>
                  <a:gd name="connsiteY4" fmla="*/ 141 h 6345"/>
                  <a:gd name="connsiteX5" fmla="*/ 1088 w 6343"/>
                  <a:gd name="connsiteY5" fmla="*/ 1070 h 6345"/>
                  <a:gd name="connsiteX6" fmla="*/ 160 w 6343"/>
                  <a:gd name="connsiteY6" fmla="*/ 3313 h 6345"/>
                  <a:gd name="connsiteX7" fmla="*/ 1088 w 6343"/>
                  <a:gd name="connsiteY7" fmla="*/ 5557 h 6345"/>
                  <a:gd name="connsiteX8" fmla="*/ 3331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86"/>
                    </a:moveTo>
                    <a:cubicBezTo>
                      <a:pt x="4172" y="6486"/>
                      <a:pt x="4979" y="6152"/>
                      <a:pt x="5574" y="5557"/>
                    </a:cubicBezTo>
                    <a:cubicBezTo>
                      <a:pt x="6168" y="4962"/>
                      <a:pt x="6503" y="4155"/>
                      <a:pt x="6503" y="3313"/>
                    </a:cubicBezTo>
                    <a:cubicBezTo>
                      <a:pt x="6503" y="2472"/>
                      <a:pt x="6168" y="1665"/>
                      <a:pt x="5574" y="1070"/>
                    </a:cubicBezTo>
                    <a:cubicBezTo>
                      <a:pt x="4979" y="475"/>
                      <a:pt x="4172" y="141"/>
                      <a:pt x="3331" y="141"/>
                    </a:cubicBezTo>
                    <a:cubicBezTo>
                      <a:pt x="2490" y="141"/>
                      <a:pt x="1683" y="475"/>
                      <a:pt x="1088" y="1070"/>
                    </a:cubicBezTo>
                    <a:cubicBezTo>
                      <a:pt x="494" y="1665"/>
                      <a:pt x="160" y="2472"/>
                      <a:pt x="160" y="3313"/>
                    </a:cubicBezTo>
                    <a:cubicBezTo>
                      <a:pt x="160" y="4155"/>
                      <a:pt x="494" y="4962"/>
                      <a:pt x="1088" y="5557"/>
                    </a:cubicBezTo>
                    <a:cubicBezTo>
                      <a:pt x="1683" y="6152"/>
                      <a:pt x="2490" y="6486"/>
                      <a:pt x="3331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08AEA6C0-4B5D-5404-B532-5E8B4CC98A61}"/>
                  </a:ext>
                </a:extLst>
              </p:cNvPr>
              <p:cNvSpPr/>
              <p:nvPr/>
            </p:nvSpPr>
            <p:spPr>
              <a:xfrm>
                <a:off x="2880290" y="5258001"/>
                <a:ext cx="6343" cy="6345"/>
              </a:xfrm>
              <a:custGeom>
                <a:avLst/>
                <a:gdLst>
                  <a:gd name="connsiteX0" fmla="*/ 3331 w 6343"/>
                  <a:gd name="connsiteY0" fmla="*/ 6486 h 6345"/>
                  <a:gd name="connsiteX1" fmla="*/ 5574 w 6343"/>
                  <a:gd name="connsiteY1" fmla="*/ 5556 h 6345"/>
                  <a:gd name="connsiteX2" fmla="*/ 6503 w 6343"/>
                  <a:gd name="connsiteY2" fmla="*/ 3313 h 6345"/>
                  <a:gd name="connsiteX3" fmla="*/ 5574 w 6343"/>
                  <a:gd name="connsiteY3" fmla="*/ 1069 h 6345"/>
                  <a:gd name="connsiteX4" fmla="*/ 3331 w 6343"/>
                  <a:gd name="connsiteY4" fmla="*/ 140 h 6345"/>
                  <a:gd name="connsiteX5" fmla="*/ 1089 w 6343"/>
                  <a:gd name="connsiteY5" fmla="*/ 1069 h 6345"/>
                  <a:gd name="connsiteX6" fmla="*/ 160 w 6343"/>
                  <a:gd name="connsiteY6" fmla="*/ 3313 h 6345"/>
                  <a:gd name="connsiteX7" fmla="*/ 1089 w 6343"/>
                  <a:gd name="connsiteY7" fmla="*/ 5556 h 6345"/>
                  <a:gd name="connsiteX8" fmla="*/ 3331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86"/>
                    </a:moveTo>
                    <a:cubicBezTo>
                      <a:pt x="4173" y="6486"/>
                      <a:pt x="4979" y="6151"/>
                      <a:pt x="5574" y="5556"/>
                    </a:cubicBezTo>
                    <a:cubicBezTo>
                      <a:pt x="6169" y="4961"/>
                      <a:pt x="6503" y="4154"/>
                      <a:pt x="6503" y="3313"/>
                    </a:cubicBezTo>
                    <a:cubicBezTo>
                      <a:pt x="6503" y="2471"/>
                      <a:pt x="6169" y="1664"/>
                      <a:pt x="5574" y="1069"/>
                    </a:cubicBezTo>
                    <a:cubicBezTo>
                      <a:pt x="4979" y="474"/>
                      <a:pt x="4173" y="140"/>
                      <a:pt x="3331" y="140"/>
                    </a:cubicBezTo>
                    <a:cubicBezTo>
                      <a:pt x="2490" y="140"/>
                      <a:pt x="1684" y="474"/>
                      <a:pt x="1089" y="1069"/>
                    </a:cubicBezTo>
                    <a:cubicBezTo>
                      <a:pt x="494" y="1664"/>
                      <a:pt x="160" y="2471"/>
                      <a:pt x="160" y="3313"/>
                    </a:cubicBezTo>
                    <a:cubicBezTo>
                      <a:pt x="160" y="4154"/>
                      <a:pt x="494" y="4961"/>
                      <a:pt x="1089" y="5556"/>
                    </a:cubicBezTo>
                    <a:cubicBezTo>
                      <a:pt x="1684" y="6151"/>
                      <a:pt x="2490" y="6486"/>
                      <a:pt x="3331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54BAED40-7D98-92ED-2CAE-93EE02F52BC9}"/>
                  </a:ext>
                </a:extLst>
              </p:cNvPr>
              <p:cNvSpPr/>
              <p:nvPr/>
            </p:nvSpPr>
            <p:spPr>
              <a:xfrm>
                <a:off x="2881869" y="5251247"/>
                <a:ext cx="6343" cy="6345"/>
              </a:xfrm>
              <a:custGeom>
                <a:avLst/>
                <a:gdLst>
                  <a:gd name="connsiteX0" fmla="*/ 3332 w 6343"/>
                  <a:gd name="connsiteY0" fmla="*/ 6485 h 6345"/>
                  <a:gd name="connsiteX1" fmla="*/ 5574 w 6343"/>
                  <a:gd name="connsiteY1" fmla="*/ 5556 h 6345"/>
                  <a:gd name="connsiteX2" fmla="*/ 6503 w 6343"/>
                  <a:gd name="connsiteY2" fmla="*/ 3312 h 6345"/>
                  <a:gd name="connsiteX3" fmla="*/ 5574 w 6343"/>
                  <a:gd name="connsiteY3" fmla="*/ 1069 h 6345"/>
                  <a:gd name="connsiteX4" fmla="*/ 3332 w 6343"/>
                  <a:gd name="connsiteY4" fmla="*/ 140 h 6345"/>
                  <a:gd name="connsiteX5" fmla="*/ 1089 w 6343"/>
                  <a:gd name="connsiteY5" fmla="*/ 1069 h 6345"/>
                  <a:gd name="connsiteX6" fmla="*/ 160 w 6343"/>
                  <a:gd name="connsiteY6" fmla="*/ 3312 h 6345"/>
                  <a:gd name="connsiteX7" fmla="*/ 1089 w 6343"/>
                  <a:gd name="connsiteY7" fmla="*/ 5556 h 6345"/>
                  <a:gd name="connsiteX8" fmla="*/ 3332 w 6343"/>
                  <a:gd name="connsiteY8" fmla="*/ 64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2" y="6485"/>
                    </a:moveTo>
                    <a:cubicBezTo>
                      <a:pt x="4173" y="6485"/>
                      <a:pt x="4979" y="6151"/>
                      <a:pt x="5574" y="5556"/>
                    </a:cubicBezTo>
                    <a:cubicBezTo>
                      <a:pt x="6169" y="4961"/>
                      <a:pt x="6503" y="4154"/>
                      <a:pt x="6503" y="3312"/>
                    </a:cubicBezTo>
                    <a:cubicBezTo>
                      <a:pt x="6503" y="2471"/>
                      <a:pt x="6169" y="1664"/>
                      <a:pt x="5574" y="1069"/>
                    </a:cubicBezTo>
                    <a:cubicBezTo>
                      <a:pt x="4979" y="474"/>
                      <a:pt x="4173" y="140"/>
                      <a:pt x="3332" y="140"/>
                    </a:cubicBezTo>
                    <a:cubicBezTo>
                      <a:pt x="2490" y="140"/>
                      <a:pt x="1684" y="474"/>
                      <a:pt x="1089" y="1069"/>
                    </a:cubicBezTo>
                    <a:cubicBezTo>
                      <a:pt x="494" y="1664"/>
                      <a:pt x="160" y="2471"/>
                      <a:pt x="160" y="3312"/>
                    </a:cubicBezTo>
                    <a:cubicBezTo>
                      <a:pt x="160" y="4154"/>
                      <a:pt x="494" y="4961"/>
                      <a:pt x="1089" y="5556"/>
                    </a:cubicBezTo>
                    <a:cubicBezTo>
                      <a:pt x="1684" y="6151"/>
                      <a:pt x="2490" y="6485"/>
                      <a:pt x="3332" y="6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ED0B0686-BC54-368D-27BE-8A74C7D81E5E}"/>
                  </a:ext>
                </a:extLst>
              </p:cNvPr>
              <p:cNvSpPr/>
              <p:nvPr/>
            </p:nvSpPr>
            <p:spPr>
              <a:xfrm>
                <a:off x="3058262" y="4987179"/>
                <a:ext cx="6343" cy="6345"/>
              </a:xfrm>
              <a:custGeom>
                <a:avLst/>
                <a:gdLst>
                  <a:gd name="connsiteX0" fmla="*/ 3345 w 6343"/>
                  <a:gd name="connsiteY0" fmla="*/ 6464 h 6345"/>
                  <a:gd name="connsiteX1" fmla="*/ 5588 w 6343"/>
                  <a:gd name="connsiteY1" fmla="*/ 5535 h 6345"/>
                  <a:gd name="connsiteX2" fmla="*/ 6517 w 6343"/>
                  <a:gd name="connsiteY2" fmla="*/ 3292 h 6345"/>
                  <a:gd name="connsiteX3" fmla="*/ 5588 w 6343"/>
                  <a:gd name="connsiteY3" fmla="*/ 1048 h 6345"/>
                  <a:gd name="connsiteX4" fmla="*/ 3345 w 6343"/>
                  <a:gd name="connsiteY4" fmla="*/ 119 h 6345"/>
                  <a:gd name="connsiteX5" fmla="*/ 1103 w 6343"/>
                  <a:gd name="connsiteY5" fmla="*/ 1048 h 6345"/>
                  <a:gd name="connsiteX6" fmla="*/ 174 w 6343"/>
                  <a:gd name="connsiteY6" fmla="*/ 3292 h 6345"/>
                  <a:gd name="connsiteX7" fmla="*/ 1103 w 6343"/>
                  <a:gd name="connsiteY7" fmla="*/ 5535 h 6345"/>
                  <a:gd name="connsiteX8" fmla="*/ 3345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464"/>
                    </a:moveTo>
                    <a:cubicBezTo>
                      <a:pt x="4187" y="6464"/>
                      <a:pt x="4993" y="6130"/>
                      <a:pt x="5588" y="5535"/>
                    </a:cubicBezTo>
                    <a:cubicBezTo>
                      <a:pt x="6183" y="4940"/>
                      <a:pt x="6517" y="4133"/>
                      <a:pt x="6517" y="3292"/>
                    </a:cubicBezTo>
                    <a:cubicBezTo>
                      <a:pt x="6517" y="2450"/>
                      <a:pt x="6183" y="1643"/>
                      <a:pt x="5588" y="1048"/>
                    </a:cubicBezTo>
                    <a:cubicBezTo>
                      <a:pt x="4993" y="453"/>
                      <a:pt x="4187" y="119"/>
                      <a:pt x="3345" y="119"/>
                    </a:cubicBezTo>
                    <a:cubicBezTo>
                      <a:pt x="2504" y="119"/>
                      <a:pt x="1698" y="453"/>
                      <a:pt x="1103" y="1048"/>
                    </a:cubicBezTo>
                    <a:cubicBezTo>
                      <a:pt x="508" y="1643"/>
                      <a:pt x="174" y="2450"/>
                      <a:pt x="174" y="3292"/>
                    </a:cubicBezTo>
                    <a:cubicBezTo>
                      <a:pt x="174" y="4133"/>
                      <a:pt x="508" y="4940"/>
                      <a:pt x="1103" y="5535"/>
                    </a:cubicBezTo>
                    <a:cubicBezTo>
                      <a:pt x="1698" y="6130"/>
                      <a:pt x="2504" y="6464"/>
                      <a:pt x="3345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5F49A500-1F9B-C35E-711D-E65F32A05E90}"/>
                  </a:ext>
                </a:extLst>
              </p:cNvPr>
              <p:cNvSpPr/>
              <p:nvPr/>
            </p:nvSpPr>
            <p:spPr>
              <a:xfrm>
                <a:off x="3071652" y="4990361"/>
                <a:ext cx="6343" cy="6345"/>
              </a:xfrm>
              <a:custGeom>
                <a:avLst/>
                <a:gdLst>
                  <a:gd name="connsiteX0" fmla="*/ 3347 w 6343"/>
                  <a:gd name="connsiteY0" fmla="*/ 6464 h 6345"/>
                  <a:gd name="connsiteX1" fmla="*/ 5589 w 6343"/>
                  <a:gd name="connsiteY1" fmla="*/ 5535 h 6345"/>
                  <a:gd name="connsiteX2" fmla="*/ 6518 w 6343"/>
                  <a:gd name="connsiteY2" fmla="*/ 3292 h 6345"/>
                  <a:gd name="connsiteX3" fmla="*/ 5589 w 6343"/>
                  <a:gd name="connsiteY3" fmla="*/ 1048 h 6345"/>
                  <a:gd name="connsiteX4" fmla="*/ 3347 w 6343"/>
                  <a:gd name="connsiteY4" fmla="*/ 119 h 6345"/>
                  <a:gd name="connsiteX5" fmla="*/ 1104 w 6343"/>
                  <a:gd name="connsiteY5" fmla="*/ 1048 h 6345"/>
                  <a:gd name="connsiteX6" fmla="*/ 175 w 6343"/>
                  <a:gd name="connsiteY6" fmla="*/ 3292 h 6345"/>
                  <a:gd name="connsiteX7" fmla="*/ 1104 w 6343"/>
                  <a:gd name="connsiteY7" fmla="*/ 5535 h 6345"/>
                  <a:gd name="connsiteX8" fmla="*/ 3347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7" y="6464"/>
                    </a:moveTo>
                    <a:cubicBezTo>
                      <a:pt x="4188" y="6464"/>
                      <a:pt x="4994" y="6130"/>
                      <a:pt x="5589" y="5535"/>
                    </a:cubicBezTo>
                    <a:cubicBezTo>
                      <a:pt x="6184" y="4940"/>
                      <a:pt x="6518" y="4133"/>
                      <a:pt x="6518" y="3292"/>
                    </a:cubicBezTo>
                    <a:cubicBezTo>
                      <a:pt x="6518" y="2450"/>
                      <a:pt x="6184" y="1643"/>
                      <a:pt x="5589" y="1048"/>
                    </a:cubicBezTo>
                    <a:cubicBezTo>
                      <a:pt x="4994" y="453"/>
                      <a:pt x="4188" y="119"/>
                      <a:pt x="3347" y="119"/>
                    </a:cubicBezTo>
                    <a:cubicBezTo>
                      <a:pt x="2505" y="119"/>
                      <a:pt x="1699" y="453"/>
                      <a:pt x="1104" y="1048"/>
                    </a:cubicBezTo>
                    <a:cubicBezTo>
                      <a:pt x="509" y="1643"/>
                      <a:pt x="175" y="2450"/>
                      <a:pt x="175" y="3292"/>
                    </a:cubicBezTo>
                    <a:cubicBezTo>
                      <a:pt x="175" y="4133"/>
                      <a:pt x="509" y="4940"/>
                      <a:pt x="1104" y="5535"/>
                    </a:cubicBezTo>
                    <a:cubicBezTo>
                      <a:pt x="1699" y="6130"/>
                      <a:pt x="2505" y="6464"/>
                      <a:pt x="3347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B9D71C85-2340-A15C-268A-48056F64F8A9}"/>
                  </a:ext>
                </a:extLst>
              </p:cNvPr>
              <p:cNvSpPr/>
              <p:nvPr/>
            </p:nvSpPr>
            <p:spPr>
              <a:xfrm>
                <a:off x="3082961" y="4991786"/>
                <a:ext cx="6343" cy="6345"/>
              </a:xfrm>
              <a:custGeom>
                <a:avLst/>
                <a:gdLst>
                  <a:gd name="connsiteX0" fmla="*/ 3347 w 6343"/>
                  <a:gd name="connsiteY0" fmla="*/ 6465 h 6345"/>
                  <a:gd name="connsiteX1" fmla="*/ 5590 w 6343"/>
                  <a:gd name="connsiteY1" fmla="*/ 5535 h 6345"/>
                  <a:gd name="connsiteX2" fmla="*/ 6519 w 6343"/>
                  <a:gd name="connsiteY2" fmla="*/ 3292 h 6345"/>
                  <a:gd name="connsiteX3" fmla="*/ 5590 w 6343"/>
                  <a:gd name="connsiteY3" fmla="*/ 1048 h 6345"/>
                  <a:gd name="connsiteX4" fmla="*/ 3347 w 6343"/>
                  <a:gd name="connsiteY4" fmla="*/ 119 h 6345"/>
                  <a:gd name="connsiteX5" fmla="*/ 1105 w 6343"/>
                  <a:gd name="connsiteY5" fmla="*/ 1048 h 6345"/>
                  <a:gd name="connsiteX6" fmla="*/ 176 w 6343"/>
                  <a:gd name="connsiteY6" fmla="*/ 3292 h 6345"/>
                  <a:gd name="connsiteX7" fmla="*/ 1105 w 6343"/>
                  <a:gd name="connsiteY7" fmla="*/ 5535 h 6345"/>
                  <a:gd name="connsiteX8" fmla="*/ 3347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7" y="6465"/>
                    </a:moveTo>
                    <a:cubicBezTo>
                      <a:pt x="4189" y="6465"/>
                      <a:pt x="4995" y="6130"/>
                      <a:pt x="5590" y="5535"/>
                    </a:cubicBezTo>
                    <a:cubicBezTo>
                      <a:pt x="6185" y="4940"/>
                      <a:pt x="6519" y="4133"/>
                      <a:pt x="6519" y="3292"/>
                    </a:cubicBezTo>
                    <a:cubicBezTo>
                      <a:pt x="6519" y="2450"/>
                      <a:pt x="6185" y="1643"/>
                      <a:pt x="5590" y="1048"/>
                    </a:cubicBezTo>
                    <a:cubicBezTo>
                      <a:pt x="4995" y="453"/>
                      <a:pt x="4189" y="119"/>
                      <a:pt x="3347" y="119"/>
                    </a:cubicBezTo>
                    <a:cubicBezTo>
                      <a:pt x="2506" y="119"/>
                      <a:pt x="1700" y="453"/>
                      <a:pt x="1105" y="1048"/>
                    </a:cubicBezTo>
                    <a:cubicBezTo>
                      <a:pt x="510" y="1643"/>
                      <a:pt x="176" y="2450"/>
                      <a:pt x="176" y="3292"/>
                    </a:cubicBezTo>
                    <a:cubicBezTo>
                      <a:pt x="176" y="4133"/>
                      <a:pt x="510" y="4940"/>
                      <a:pt x="1105" y="5535"/>
                    </a:cubicBezTo>
                    <a:cubicBezTo>
                      <a:pt x="1700" y="6130"/>
                      <a:pt x="2506" y="6465"/>
                      <a:pt x="3347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68124A37-C4D8-4EEB-0380-69BBE4F9B144}"/>
                  </a:ext>
                </a:extLst>
              </p:cNvPr>
              <p:cNvSpPr/>
              <p:nvPr/>
            </p:nvSpPr>
            <p:spPr>
              <a:xfrm>
                <a:off x="3092087" y="4991286"/>
                <a:ext cx="6343" cy="6345"/>
              </a:xfrm>
              <a:custGeom>
                <a:avLst/>
                <a:gdLst>
                  <a:gd name="connsiteX0" fmla="*/ 3348 w 6343"/>
                  <a:gd name="connsiteY0" fmla="*/ 6465 h 6345"/>
                  <a:gd name="connsiteX1" fmla="*/ 5591 w 6343"/>
                  <a:gd name="connsiteY1" fmla="*/ 5535 h 6345"/>
                  <a:gd name="connsiteX2" fmla="*/ 6520 w 6343"/>
                  <a:gd name="connsiteY2" fmla="*/ 3292 h 6345"/>
                  <a:gd name="connsiteX3" fmla="*/ 5591 w 6343"/>
                  <a:gd name="connsiteY3" fmla="*/ 1048 h 6345"/>
                  <a:gd name="connsiteX4" fmla="*/ 3348 w 6343"/>
                  <a:gd name="connsiteY4" fmla="*/ 119 h 6345"/>
                  <a:gd name="connsiteX5" fmla="*/ 1105 w 6343"/>
                  <a:gd name="connsiteY5" fmla="*/ 1048 h 6345"/>
                  <a:gd name="connsiteX6" fmla="*/ 177 w 6343"/>
                  <a:gd name="connsiteY6" fmla="*/ 3292 h 6345"/>
                  <a:gd name="connsiteX7" fmla="*/ 1105 w 6343"/>
                  <a:gd name="connsiteY7" fmla="*/ 5535 h 6345"/>
                  <a:gd name="connsiteX8" fmla="*/ 3348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465"/>
                    </a:moveTo>
                    <a:cubicBezTo>
                      <a:pt x="4189" y="6465"/>
                      <a:pt x="4996" y="6130"/>
                      <a:pt x="5591" y="5535"/>
                    </a:cubicBezTo>
                    <a:cubicBezTo>
                      <a:pt x="6185" y="4940"/>
                      <a:pt x="6520" y="4133"/>
                      <a:pt x="6520" y="3292"/>
                    </a:cubicBezTo>
                    <a:cubicBezTo>
                      <a:pt x="6520" y="2450"/>
                      <a:pt x="6185" y="1643"/>
                      <a:pt x="5591" y="1048"/>
                    </a:cubicBezTo>
                    <a:cubicBezTo>
                      <a:pt x="4996" y="453"/>
                      <a:pt x="4189" y="119"/>
                      <a:pt x="3348" y="119"/>
                    </a:cubicBezTo>
                    <a:cubicBezTo>
                      <a:pt x="2507" y="119"/>
                      <a:pt x="1700" y="453"/>
                      <a:pt x="1105" y="1048"/>
                    </a:cubicBezTo>
                    <a:cubicBezTo>
                      <a:pt x="511" y="1643"/>
                      <a:pt x="177" y="2450"/>
                      <a:pt x="177" y="3292"/>
                    </a:cubicBezTo>
                    <a:cubicBezTo>
                      <a:pt x="177" y="4133"/>
                      <a:pt x="511" y="4940"/>
                      <a:pt x="1105" y="5535"/>
                    </a:cubicBezTo>
                    <a:cubicBezTo>
                      <a:pt x="1700" y="6130"/>
                      <a:pt x="2507" y="6465"/>
                      <a:pt x="3348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3BFCD47D-E014-E84E-F261-C49822ACFDCC}"/>
                  </a:ext>
                </a:extLst>
              </p:cNvPr>
              <p:cNvSpPr/>
              <p:nvPr/>
            </p:nvSpPr>
            <p:spPr>
              <a:xfrm>
                <a:off x="3106362" y="4995860"/>
                <a:ext cx="6343" cy="6345"/>
              </a:xfrm>
              <a:custGeom>
                <a:avLst/>
                <a:gdLst>
                  <a:gd name="connsiteX0" fmla="*/ 3349 w 6343"/>
                  <a:gd name="connsiteY0" fmla="*/ 6465 h 6345"/>
                  <a:gd name="connsiteX1" fmla="*/ 5592 w 6343"/>
                  <a:gd name="connsiteY1" fmla="*/ 5536 h 6345"/>
                  <a:gd name="connsiteX2" fmla="*/ 6521 w 6343"/>
                  <a:gd name="connsiteY2" fmla="*/ 3292 h 6345"/>
                  <a:gd name="connsiteX3" fmla="*/ 5592 w 6343"/>
                  <a:gd name="connsiteY3" fmla="*/ 1049 h 6345"/>
                  <a:gd name="connsiteX4" fmla="*/ 3349 w 6343"/>
                  <a:gd name="connsiteY4" fmla="*/ 119 h 6345"/>
                  <a:gd name="connsiteX5" fmla="*/ 1107 w 6343"/>
                  <a:gd name="connsiteY5" fmla="*/ 1049 h 6345"/>
                  <a:gd name="connsiteX6" fmla="*/ 178 w 6343"/>
                  <a:gd name="connsiteY6" fmla="*/ 3292 h 6345"/>
                  <a:gd name="connsiteX7" fmla="*/ 1107 w 6343"/>
                  <a:gd name="connsiteY7" fmla="*/ 5536 h 6345"/>
                  <a:gd name="connsiteX8" fmla="*/ 3349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465"/>
                    </a:moveTo>
                    <a:cubicBezTo>
                      <a:pt x="4190" y="6465"/>
                      <a:pt x="4997" y="6131"/>
                      <a:pt x="5592" y="5536"/>
                    </a:cubicBezTo>
                    <a:cubicBezTo>
                      <a:pt x="6187" y="4941"/>
                      <a:pt x="6521" y="4134"/>
                      <a:pt x="6521" y="3292"/>
                    </a:cubicBezTo>
                    <a:cubicBezTo>
                      <a:pt x="6521" y="2451"/>
                      <a:pt x="6187" y="1644"/>
                      <a:pt x="5592" y="1049"/>
                    </a:cubicBezTo>
                    <a:cubicBezTo>
                      <a:pt x="4997" y="454"/>
                      <a:pt x="4190" y="119"/>
                      <a:pt x="3349" y="119"/>
                    </a:cubicBezTo>
                    <a:cubicBezTo>
                      <a:pt x="2508" y="119"/>
                      <a:pt x="1701" y="454"/>
                      <a:pt x="1107" y="1049"/>
                    </a:cubicBezTo>
                    <a:cubicBezTo>
                      <a:pt x="512" y="1644"/>
                      <a:pt x="178" y="2451"/>
                      <a:pt x="178" y="3292"/>
                    </a:cubicBezTo>
                    <a:cubicBezTo>
                      <a:pt x="178" y="4134"/>
                      <a:pt x="512" y="4941"/>
                      <a:pt x="1107" y="5536"/>
                    </a:cubicBezTo>
                    <a:cubicBezTo>
                      <a:pt x="1701" y="6131"/>
                      <a:pt x="2508" y="6465"/>
                      <a:pt x="3349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5B559244-E728-63DC-0C49-23ECACA002EC}"/>
                  </a:ext>
                </a:extLst>
              </p:cNvPr>
              <p:cNvSpPr/>
              <p:nvPr/>
            </p:nvSpPr>
            <p:spPr>
              <a:xfrm>
                <a:off x="3126748" y="5006635"/>
                <a:ext cx="6343" cy="6345"/>
              </a:xfrm>
              <a:custGeom>
                <a:avLst/>
                <a:gdLst>
                  <a:gd name="connsiteX0" fmla="*/ 3351 w 6343"/>
                  <a:gd name="connsiteY0" fmla="*/ 6466 h 6345"/>
                  <a:gd name="connsiteX1" fmla="*/ 5593 w 6343"/>
                  <a:gd name="connsiteY1" fmla="*/ 5536 h 6345"/>
                  <a:gd name="connsiteX2" fmla="*/ 6522 w 6343"/>
                  <a:gd name="connsiteY2" fmla="*/ 3293 h 6345"/>
                  <a:gd name="connsiteX3" fmla="*/ 5593 w 6343"/>
                  <a:gd name="connsiteY3" fmla="*/ 1050 h 6345"/>
                  <a:gd name="connsiteX4" fmla="*/ 3351 w 6343"/>
                  <a:gd name="connsiteY4" fmla="*/ 120 h 6345"/>
                  <a:gd name="connsiteX5" fmla="*/ 1108 w 6343"/>
                  <a:gd name="connsiteY5" fmla="*/ 1050 h 6345"/>
                  <a:gd name="connsiteX6" fmla="*/ 179 w 6343"/>
                  <a:gd name="connsiteY6" fmla="*/ 3293 h 6345"/>
                  <a:gd name="connsiteX7" fmla="*/ 1108 w 6343"/>
                  <a:gd name="connsiteY7" fmla="*/ 5536 h 6345"/>
                  <a:gd name="connsiteX8" fmla="*/ 335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466"/>
                    </a:moveTo>
                    <a:cubicBezTo>
                      <a:pt x="4192" y="6466"/>
                      <a:pt x="4999" y="6131"/>
                      <a:pt x="5593" y="5536"/>
                    </a:cubicBezTo>
                    <a:cubicBezTo>
                      <a:pt x="6188" y="4942"/>
                      <a:pt x="6522" y="4134"/>
                      <a:pt x="6522" y="3293"/>
                    </a:cubicBezTo>
                    <a:cubicBezTo>
                      <a:pt x="6522" y="2452"/>
                      <a:pt x="6188" y="1645"/>
                      <a:pt x="5593" y="1050"/>
                    </a:cubicBezTo>
                    <a:cubicBezTo>
                      <a:pt x="4999" y="455"/>
                      <a:pt x="4192" y="120"/>
                      <a:pt x="3351" y="120"/>
                    </a:cubicBezTo>
                    <a:cubicBezTo>
                      <a:pt x="2510" y="120"/>
                      <a:pt x="1703" y="455"/>
                      <a:pt x="1108" y="1050"/>
                    </a:cubicBezTo>
                    <a:cubicBezTo>
                      <a:pt x="513" y="1645"/>
                      <a:pt x="179" y="2452"/>
                      <a:pt x="179" y="3293"/>
                    </a:cubicBezTo>
                    <a:cubicBezTo>
                      <a:pt x="179" y="4134"/>
                      <a:pt x="513" y="4942"/>
                      <a:pt x="1108" y="5536"/>
                    </a:cubicBezTo>
                    <a:cubicBezTo>
                      <a:pt x="1703" y="6131"/>
                      <a:pt x="2510" y="6466"/>
                      <a:pt x="335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CE30B31F-2EB1-C5E0-34E0-B6E556899432}"/>
                  </a:ext>
                </a:extLst>
              </p:cNvPr>
              <p:cNvSpPr/>
              <p:nvPr/>
            </p:nvSpPr>
            <p:spPr>
              <a:xfrm>
                <a:off x="3136175" y="5006955"/>
                <a:ext cx="6343" cy="6345"/>
              </a:xfrm>
              <a:custGeom>
                <a:avLst/>
                <a:gdLst>
                  <a:gd name="connsiteX0" fmla="*/ 3352 w 6343"/>
                  <a:gd name="connsiteY0" fmla="*/ 6466 h 6345"/>
                  <a:gd name="connsiteX1" fmla="*/ 5594 w 6343"/>
                  <a:gd name="connsiteY1" fmla="*/ 5537 h 6345"/>
                  <a:gd name="connsiteX2" fmla="*/ 6523 w 6343"/>
                  <a:gd name="connsiteY2" fmla="*/ 3293 h 6345"/>
                  <a:gd name="connsiteX3" fmla="*/ 5594 w 6343"/>
                  <a:gd name="connsiteY3" fmla="*/ 1050 h 6345"/>
                  <a:gd name="connsiteX4" fmla="*/ 3352 w 6343"/>
                  <a:gd name="connsiteY4" fmla="*/ 120 h 6345"/>
                  <a:gd name="connsiteX5" fmla="*/ 1109 w 6343"/>
                  <a:gd name="connsiteY5" fmla="*/ 1050 h 6345"/>
                  <a:gd name="connsiteX6" fmla="*/ 180 w 6343"/>
                  <a:gd name="connsiteY6" fmla="*/ 3293 h 6345"/>
                  <a:gd name="connsiteX7" fmla="*/ 1109 w 6343"/>
                  <a:gd name="connsiteY7" fmla="*/ 5537 h 6345"/>
                  <a:gd name="connsiteX8" fmla="*/ 3352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466"/>
                    </a:moveTo>
                    <a:cubicBezTo>
                      <a:pt x="4193" y="6466"/>
                      <a:pt x="4999" y="6131"/>
                      <a:pt x="5594" y="5537"/>
                    </a:cubicBezTo>
                    <a:cubicBezTo>
                      <a:pt x="6189" y="4942"/>
                      <a:pt x="6523" y="4134"/>
                      <a:pt x="6523" y="3293"/>
                    </a:cubicBezTo>
                    <a:cubicBezTo>
                      <a:pt x="6523" y="2452"/>
                      <a:pt x="6189" y="1645"/>
                      <a:pt x="5594" y="1050"/>
                    </a:cubicBezTo>
                    <a:cubicBezTo>
                      <a:pt x="4999" y="455"/>
                      <a:pt x="4193" y="120"/>
                      <a:pt x="3352" y="120"/>
                    </a:cubicBezTo>
                    <a:cubicBezTo>
                      <a:pt x="2510" y="120"/>
                      <a:pt x="1704" y="455"/>
                      <a:pt x="1109" y="1050"/>
                    </a:cubicBezTo>
                    <a:cubicBezTo>
                      <a:pt x="514" y="1645"/>
                      <a:pt x="180" y="2452"/>
                      <a:pt x="180" y="3293"/>
                    </a:cubicBezTo>
                    <a:cubicBezTo>
                      <a:pt x="180" y="4134"/>
                      <a:pt x="514" y="4942"/>
                      <a:pt x="1109" y="5537"/>
                    </a:cubicBezTo>
                    <a:cubicBezTo>
                      <a:pt x="1704" y="6131"/>
                      <a:pt x="2510" y="6466"/>
                      <a:pt x="3352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4A65C6DF-6FF4-9250-7845-C14DE1821D94}"/>
                  </a:ext>
                </a:extLst>
              </p:cNvPr>
              <p:cNvSpPr/>
              <p:nvPr/>
            </p:nvSpPr>
            <p:spPr>
              <a:xfrm>
                <a:off x="3145300" y="5007093"/>
                <a:ext cx="6343" cy="6345"/>
              </a:xfrm>
              <a:custGeom>
                <a:avLst/>
                <a:gdLst>
                  <a:gd name="connsiteX0" fmla="*/ 3352 w 6343"/>
                  <a:gd name="connsiteY0" fmla="*/ 6466 h 6345"/>
                  <a:gd name="connsiteX1" fmla="*/ 5595 w 6343"/>
                  <a:gd name="connsiteY1" fmla="*/ 5537 h 6345"/>
                  <a:gd name="connsiteX2" fmla="*/ 6524 w 6343"/>
                  <a:gd name="connsiteY2" fmla="*/ 3293 h 6345"/>
                  <a:gd name="connsiteX3" fmla="*/ 5595 w 6343"/>
                  <a:gd name="connsiteY3" fmla="*/ 1050 h 6345"/>
                  <a:gd name="connsiteX4" fmla="*/ 3352 w 6343"/>
                  <a:gd name="connsiteY4" fmla="*/ 120 h 6345"/>
                  <a:gd name="connsiteX5" fmla="*/ 1110 w 6343"/>
                  <a:gd name="connsiteY5" fmla="*/ 1050 h 6345"/>
                  <a:gd name="connsiteX6" fmla="*/ 181 w 6343"/>
                  <a:gd name="connsiteY6" fmla="*/ 3293 h 6345"/>
                  <a:gd name="connsiteX7" fmla="*/ 1110 w 6343"/>
                  <a:gd name="connsiteY7" fmla="*/ 5537 h 6345"/>
                  <a:gd name="connsiteX8" fmla="*/ 3352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466"/>
                    </a:moveTo>
                    <a:cubicBezTo>
                      <a:pt x="4193" y="6466"/>
                      <a:pt x="5000" y="6131"/>
                      <a:pt x="5595" y="5537"/>
                    </a:cubicBezTo>
                    <a:cubicBezTo>
                      <a:pt x="6190" y="4942"/>
                      <a:pt x="6524" y="4134"/>
                      <a:pt x="6524" y="3293"/>
                    </a:cubicBezTo>
                    <a:cubicBezTo>
                      <a:pt x="6524" y="2452"/>
                      <a:pt x="6190" y="1645"/>
                      <a:pt x="5595" y="1050"/>
                    </a:cubicBezTo>
                    <a:cubicBezTo>
                      <a:pt x="5000" y="455"/>
                      <a:pt x="4193" y="120"/>
                      <a:pt x="3352" y="120"/>
                    </a:cubicBezTo>
                    <a:cubicBezTo>
                      <a:pt x="2511" y="120"/>
                      <a:pt x="1704" y="455"/>
                      <a:pt x="1110" y="1050"/>
                    </a:cubicBezTo>
                    <a:cubicBezTo>
                      <a:pt x="515" y="1645"/>
                      <a:pt x="181" y="2452"/>
                      <a:pt x="181" y="3293"/>
                    </a:cubicBezTo>
                    <a:cubicBezTo>
                      <a:pt x="181" y="4134"/>
                      <a:pt x="515" y="4942"/>
                      <a:pt x="1110" y="5537"/>
                    </a:cubicBezTo>
                    <a:cubicBezTo>
                      <a:pt x="1704" y="6131"/>
                      <a:pt x="2511" y="6466"/>
                      <a:pt x="3352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7674610B-A9CC-F43A-A89C-02299FE2E342}"/>
                  </a:ext>
                </a:extLst>
              </p:cNvPr>
              <p:cNvSpPr/>
              <p:nvPr/>
            </p:nvSpPr>
            <p:spPr>
              <a:xfrm>
                <a:off x="3151086" y="5003961"/>
                <a:ext cx="6343" cy="6345"/>
              </a:xfrm>
              <a:custGeom>
                <a:avLst/>
                <a:gdLst>
                  <a:gd name="connsiteX0" fmla="*/ 3353 w 6343"/>
                  <a:gd name="connsiteY0" fmla="*/ 6466 h 6345"/>
                  <a:gd name="connsiteX1" fmla="*/ 5595 w 6343"/>
                  <a:gd name="connsiteY1" fmla="*/ 5536 h 6345"/>
                  <a:gd name="connsiteX2" fmla="*/ 6524 w 6343"/>
                  <a:gd name="connsiteY2" fmla="*/ 3293 h 6345"/>
                  <a:gd name="connsiteX3" fmla="*/ 5595 w 6343"/>
                  <a:gd name="connsiteY3" fmla="*/ 1049 h 6345"/>
                  <a:gd name="connsiteX4" fmla="*/ 3353 w 6343"/>
                  <a:gd name="connsiteY4" fmla="*/ 120 h 6345"/>
                  <a:gd name="connsiteX5" fmla="*/ 1110 w 6343"/>
                  <a:gd name="connsiteY5" fmla="*/ 1049 h 6345"/>
                  <a:gd name="connsiteX6" fmla="*/ 181 w 6343"/>
                  <a:gd name="connsiteY6" fmla="*/ 3293 h 6345"/>
                  <a:gd name="connsiteX7" fmla="*/ 1110 w 6343"/>
                  <a:gd name="connsiteY7" fmla="*/ 5536 h 6345"/>
                  <a:gd name="connsiteX8" fmla="*/ 335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466"/>
                    </a:moveTo>
                    <a:cubicBezTo>
                      <a:pt x="4194" y="6466"/>
                      <a:pt x="5001" y="6131"/>
                      <a:pt x="5595" y="5536"/>
                    </a:cubicBezTo>
                    <a:cubicBezTo>
                      <a:pt x="6190" y="4941"/>
                      <a:pt x="6524" y="4134"/>
                      <a:pt x="6524" y="3293"/>
                    </a:cubicBezTo>
                    <a:cubicBezTo>
                      <a:pt x="6524" y="2451"/>
                      <a:pt x="6190" y="1644"/>
                      <a:pt x="5595" y="1049"/>
                    </a:cubicBezTo>
                    <a:cubicBezTo>
                      <a:pt x="5001" y="454"/>
                      <a:pt x="4194" y="120"/>
                      <a:pt x="3353" y="120"/>
                    </a:cubicBezTo>
                    <a:cubicBezTo>
                      <a:pt x="2512" y="120"/>
                      <a:pt x="1705" y="454"/>
                      <a:pt x="1110" y="1049"/>
                    </a:cubicBezTo>
                    <a:cubicBezTo>
                      <a:pt x="515" y="1644"/>
                      <a:pt x="181" y="2451"/>
                      <a:pt x="181" y="3293"/>
                    </a:cubicBezTo>
                    <a:cubicBezTo>
                      <a:pt x="181" y="4134"/>
                      <a:pt x="515" y="4941"/>
                      <a:pt x="1110" y="5536"/>
                    </a:cubicBezTo>
                    <a:cubicBezTo>
                      <a:pt x="1705" y="6131"/>
                      <a:pt x="2512" y="6466"/>
                      <a:pt x="335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FA4A371D-0018-7F41-61F2-1C1D39D45B63}"/>
                  </a:ext>
                </a:extLst>
              </p:cNvPr>
              <p:cNvSpPr/>
              <p:nvPr/>
            </p:nvSpPr>
            <p:spPr>
              <a:xfrm>
                <a:off x="3157382" y="5001384"/>
                <a:ext cx="6343" cy="6345"/>
              </a:xfrm>
              <a:custGeom>
                <a:avLst/>
                <a:gdLst>
                  <a:gd name="connsiteX0" fmla="*/ 3353 w 6343"/>
                  <a:gd name="connsiteY0" fmla="*/ 6465 h 6345"/>
                  <a:gd name="connsiteX1" fmla="*/ 5596 w 6343"/>
                  <a:gd name="connsiteY1" fmla="*/ 5536 h 6345"/>
                  <a:gd name="connsiteX2" fmla="*/ 6525 w 6343"/>
                  <a:gd name="connsiteY2" fmla="*/ 3293 h 6345"/>
                  <a:gd name="connsiteX3" fmla="*/ 5596 w 6343"/>
                  <a:gd name="connsiteY3" fmla="*/ 1049 h 6345"/>
                  <a:gd name="connsiteX4" fmla="*/ 3353 w 6343"/>
                  <a:gd name="connsiteY4" fmla="*/ 120 h 6345"/>
                  <a:gd name="connsiteX5" fmla="*/ 1111 w 6343"/>
                  <a:gd name="connsiteY5" fmla="*/ 1049 h 6345"/>
                  <a:gd name="connsiteX6" fmla="*/ 182 w 6343"/>
                  <a:gd name="connsiteY6" fmla="*/ 3293 h 6345"/>
                  <a:gd name="connsiteX7" fmla="*/ 1111 w 6343"/>
                  <a:gd name="connsiteY7" fmla="*/ 5536 h 6345"/>
                  <a:gd name="connsiteX8" fmla="*/ 3353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465"/>
                    </a:moveTo>
                    <a:cubicBezTo>
                      <a:pt x="4194" y="6465"/>
                      <a:pt x="5001" y="6131"/>
                      <a:pt x="5596" y="5536"/>
                    </a:cubicBezTo>
                    <a:cubicBezTo>
                      <a:pt x="6191" y="4941"/>
                      <a:pt x="6525" y="4134"/>
                      <a:pt x="6525" y="3293"/>
                    </a:cubicBezTo>
                    <a:cubicBezTo>
                      <a:pt x="6525" y="2451"/>
                      <a:pt x="6191" y="1644"/>
                      <a:pt x="5596" y="1049"/>
                    </a:cubicBezTo>
                    <a:cubicBezTo>
                      <a:pt x="5001" y="454"/>
                      <a:pt x="4194" y="120"/>
                      <a:pt x="3353" y="120"/>
                    </a:cubicBezTo>
                    <a:cubicBezTo>
                      <a:pt x="2512" y="120"/>
                      <a:pt x="1705" y="454"/>
                      <a:pt x="1111" y="1049"/>
                    </a:cubicBezTo>
                    <a:cubicBezTo>
                      <a:pt x="516" y="1644"/>
                      <a:pt x="182" y="2451"/>
                      <a:pt x="182" y="3293"/>
                    </a:cubicBezTo>
                    <a:cubicBezTo>
                      <a:pt x="182" y="4134"/>
                      <a:pt x="516" y="4941"/>
                      <a:pt x="1111" y="5536"/>
                    </a:cubicBezTo>
                    <a:cubicBezTo>
                      <a:pt x="1705" y="6131"/>
                      <a:pt x="2512" y="6465"/>
                      <a:pt x="3353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5D9F225E-5D8B-02B6-588F-CEA00553008C}"/>
                  </a:ext>
                </a:extLst>
              </p:cNvPr>
              <p:cNvSpPr/>
              <p:nvPr/>
            </p:nvSpPr>
            <p:spPr>
              <a:xfrm>
                <a:off x="3167346" y="5002663"/>
                <a:ext cx="6343" cy="6345"/>
              </a:xfrm>
              <a:custGeom>
                <a:avLst/>
                <a:gdLst>
                  <a:gd name="connsiteX0" fmla="*/ 3354 w 6343"/>
                  <a:gd name="connsiteY0" fmla="*/ 6465 h 6345"/>
                  <a:gd name="connsiteX1" fmla="*/ 5597 w 6343"/>
                  <a:gd name="connsiteY1" fmla="*/ 5536 h 6345"/>
                  <a:gd name="connsiteX2" fmla="*/ 6526 w 6343"/>
                  <a:gd name="connsiteY2" fmla="*/ 3293 h 6345"/>
                  <a:gd name="connsiteX3" fmla="*/ 5597 w 6343"/>
                  <a:gd name="connsiteY3" fmla="*/ 1049 h 6345"/>
                  <a:gd name="connsiteX4" fmla="*/ 3354 w 6343"/>
                  <a:gd name="connsiteY4" fmla="*/ 120 h 6345"/>
                  <a:gd name="connsiteX5" fmla="*/ 1111 w 6343"/>
                  <a:gd name="connsiteY5" fmla="*/ 1049 h 6345"/>
                  <a:gd name="connsiteX6" fmla="*/ 182 w 6343"/>
                  <a:gd name="connsiteY6" fmla="*/ 3293 h 6345"/>
                  <a:gd name="connsiteX7" fmla="*/ 1111 w 6343"/>
                  <a:gd name="connsiteY7" fmla="*/ 5536 h 6345"/>
                  <a:gd name="connsiteX8" fmla="*/ 3354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465"/>
                    </a:moveTo>
                    <a:cubicBezTo>
                      <a:pt x="4195" y="6465"/>
                      <a:pt x="5002" y="6131"/>
                      <a:pt x="5597" y="5536"/>
                    </a:cubicBezTo>
                    <a:cubicBezTo>
                      <a:pt x="6191" y="4941"/>
                      <a:pt x="6526" y="4134"/>
                      <a:pt x="6526" y="3293"/>
                    </a:cubicBezTo>
                    <a:cubicBezTo>
                      <a:pt x="6526" y="2451"/>
                      <a:pt x="6191" y="1644"/>
                      <a:pt x="5597" y="1049"/>
                    </a:cubicBezTo>
                    <a:cubicBezTo>
                      <a:pt x="5002" y="454"/>
                      <a:pt x="4195" y="120"/>
                      <a:pt x="3354" y="120"/>
                    </a:cubicBezTo>
                    <a:cubicBezTo>
                      <a:pt x="2513" y="120"/>
                      <a:pt x="1706" y="454"/>
                      <a:pt x="1111" y="1049"/>
                    </a:cubicBezTo>
                    <a:cubicBezTo>
                      <a:pt x="517" y="1644"/>
                      <a:pt x="182" y="2451"/>
                      <a:pt x="182" y="3293"/>
                    </a:cubicBezTo>
                    <a:cubicBezTo>
                      <a:pt x="182" y="4134"/>
                      <a:pt x="517" y="4941"/>
                      <a:pt x="1111" y="5536"/>
                    </a:cubicBezTo>
                    <a:cubicBezTo>
                      <a:pt x="1706" y="6131"/>
                      <a:pt x="2513" y="6465"/>
                      <a:pt x="3354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FEC0B118-051D-4700-A304-3D27E3CB06BB}"/>
                  </a:ext>
                </a:extLst>
              </p:cNvPr>
              <p:cNvSpPr/>
              <p:nvPr/>
            </p:nvSpPr>
            <p:spPr>
              <a:xfrm>
                <a:off x="3176710" y="5003450"/>
                <a:ext cx="6343" cy="6345"/>
              </a:xfrm>
              <a:custGeom>
                <a:avLst/>
                <a:gdLst>
                  <a:gd name="connsiteX0" fmla="*/ 3355 w 6343"/>
                  <a:gd name="connsiteY0" fmla="*/ 6465 h 6345"/>
                  <a:gd name="connsiteX1" fmla="*/ 5597 w 6343"/>
                  <a:gd name="connsiteY1" fmla="*/ 5536 h 6345"/>
                  <a:gd name="connsiteX2" fmla="*/ 6526 w 6343"/>
                  <a:gd name="connsiteY2" fmla="*/ 3293 h 6345"/>
                  <a:gd name="connsiteX3" fmla="*/ 5597 w 6343"/>
                  <a:gd name="connsiteY3" fmla="*/ 1049 h 6345"/>
                  <a:gd name="connsiteX4" fmla="*/ 3355 w 6343"/>
                  <a:gd name="connsiteY4" fmla="*/ 120 h 6345"/>
                  <a:gd name="connsiteX5" fmla="*/ 1112 w 6343"/>
                  <a:gd name="connsiteY5" fmla="*/ 1049 h 6345"/>
                  <a:gd name="connsiteX6" fmla="*/ 183 w 6343"/>
                  <a:gd name="connsiteY6" fmla="*/ 3293 h 6345"/>
                  <a:gd name="connsiteX7" fmla="*/ 1112 w 6343"/>
                  <a:gd name="connsiteY7" fmla="*/ 5536 h 6345"/>
                  <a:gd name="connsiteX8" fmla="*/ 3355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465"/>
                    </a:moveTo>
                    <a:cubicBezTo>
                      <a:pt x="4196" y="6465"/>
                      <a:pt x="5003" y="6131"/>
                      <a:pt x="5597" y="5536"/>
                    </a:cubicBezTo>
                    <a:cubicBezTo>
                      <a:pt x="6192" y="4941"/>
                      <a:pt x="6526" y="4134"/>
                      <a:pt x="6526" y="3293"/>
                    </a:cubicBezTo>
                    <a:cubicBezTo>
                      <a:pt x="6526" y="2451"/>
                      <a:pt x="6192" y="1644"/>
                      <a:pt x="5597" y="1049"/>
                    </a:cubicBezTo>
                    <a:cubicBezTo>
                      <a:pt x="5003" y="454"/>
                      <a:pt x="4196" y="120"/>
                      <a:pt x="3355" y="120"/>
                    </a:cubicBezTo>
                    <a:cubicBezTo>
                      <a:pt x="2514" y="120"/>
                      <a:pt x="1707" y="454"/>
                      <a:pt x="1112" y="1049"/>
                    </a:cubicBezTo>
                    <a:cubicBezTo>
                      <a:pt x="517" y="1644"/>
                      <a:pt x="183" y="2451"/>
                      <a:pt x="183" y="3293"/>
                    </a:cubicBezTo>
                    <a:cubicBezTo>
                      <a:pt x="183" y="4134"/>
                      <a:pt x="517" y="4941"/>
                      <a:pt x="1112" y="5536"/>
                    </a:cubicBezTo>
                    <a:cubicBezTo>
                      <a:pt x="1707" y="6131"/>
                      <a:pt x="2514" y="6465"/>
                      <a:pt x="3355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E8A3E5A9-672C-5AD8-2D1C-854D0FF1A98D}"/>
                  </a:ext>
                </a:extLst>
              </p:cNvPr>
              <p:cNvSpPr/>
              <p:nvPr/>
            </p:nvSpPr>
            <p:spPr>
              <a:xfrm>
                <a:off x="3186625" y="5004949"/>
                <a:ext cx="6343" cy="6345"/>
              </a:xfrm>
              <a:custGeom>
                <a:avLst/>
                <a:gdLst>
                  <a:gd name="connsiteX0" fmla="*/ 3356 w 6343"/>
                  <a:gd name="connsiteY0" fmla="*/ 6466 h 6345"/>
                  <a:gd name="connsiteX1" fmla="*/ 5598 w 6343"/>
                  <a:gd name="connsiteY1" fmla="*/ 5536 h 6345"/>
                  <a:gd name="connsiteX2" fmla="*/ 6527 w 6343"/>
                  <a:gd name="connsiteY2" fmla="*/ 3293 h 6345"/>
                  <a:gd name="connsiteX3" fmla="*/ 5598 w 6343"/>
                  <a:gd name="connsiteY3" fmla="*/ 1049 h 6345"/>
                  <a:gd name="connsiteX4" fmla="*/ 3356 w 6343"/>
                  <a:gd name="connsiteY4" fmla="*/ 120 h 6345"/>
                  <a:gd name="connsiteX5" fmla="*/ 1113 w 6343"/>
                  <a:gd name="connsiteY5" fmla="*/ 1049 h 6345"/>
                  <a:gd name="connsiteX6" fmla="*/ 184 w 6343"/>
                  <a:gd name="connsiteY6" fmla="*/ 3293 h 6345"/>
                  <a:gd name="connsiteX7" fmla="*/ 1113 w 6343"/>
                  <a:gd name="connsiteY7" fmla="*/ 5536 h 6345"/>
                  <a:gd name="connsiteX8" fmla="*/ 3356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466"/>
                    </a:moveTo>
                    <a:cubicBezTo>
                      <a:pt x="4197" y="6466"/>
                      <a:pt x="5003" y="6131"/>
                      <a:pt x="5598" y="5536"/>
                    </a:cubicBezTo>
                    <a:cubicBezTo>
                      <a:pt x="6193" y="4941"/>
                      <a:pt x="6527" y="4134"/>
                      <a:pt x="6527" y="3293"/>
                    </a:cubicBezTo>
                    <a:cubicBezTo>
                      <a:pt x="6527" y="2451"/>
                      <a:pt x="6193" y="1644"/>
                      <a:pt x="5598" y="1049"/>
                    </a:cubicBezTo>
                    <a:cubicBezTo>
                      <a:pt x="5003" y="455"/>
                      <a:pt x="4197" y="120"/>
                      <a:pt x="3356" y="120"/>
                    </a:cubicBezTo>
                    <a:cubicBezTo>
                      <a:pt x="2514" y="120"/>
                      <a:pt x="1708" y="455"/>
                      <a:pt x="1113" y="1049"/>
                    </a:cubicBezTo>
                    <a:cubicBezTo>
                      <a:pt x="518" y="1644"/>
                      <a:pt x="184" y="2451"/>
                      <a:pt x="184" y="3293"/>
                    </a:cubicBezTo>
                    <a:cubicBezTo>
                      <a:pt x="184" y="4134"/>
                      <a:pt x="518" y="4941"/>
                      <a:pt x="1113" y="5536"/>
                    </a:cubicBezTo>
                    <a:cubicBezTo>
                      <a:pt x="1708" y="6131"/>
                      <a:pt x="2514" y="6466"/>
                      <a:pt x="3356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9238BDAC-78F6-2C85-9905-6FA77A6821F1}"/>
                  </a:ext>
                </a:extLst>
              </p:cNvPr>
              <p:cNvSpPr/>
              <p:nvPr/>
            </p:nvSpPr>
            <p:spPr>
              <a:xfrm>
                <a:off x="3196041" y="5006053"/>
                <a:ext cx="6343" cy="6345"/>
              </a:xfrm>
              <a:custGeom>
                <a:avLst/>
                <a:gdLst>
                  <a:gd name="connsiteX0" fmla="*/ 3356 w 6343"/>
                  <a:gd name="connsiteY0" fmla="*/ 6466 h 6345"/>
                  <a:gd name="connsiteX1" fmla="*/ 5599 w 6343"/>
                  <a:gd name="connsiteY1" fmla="*/ 5536 h 6345"/>
                  <a:gd name="connsiteX2" fmla="*/ 6528 w 6343"/>
                  <a:gd name="connsiteY2" fmla="*/ 3293 h 6345"/>
                  <a:gd name="connsiteX3" fmla="*/ 5599 w 6343"/>
                  <a:gd name="connsiteY3" fmla="*/ 1050 h 6345"/>
                  <a:gd name="connsiteX4" fmla="*/ 3356 w 6343"/>
                  <a:gd name="connsiteY4" fmla="*/ 120 h 6345"/>
                  <a:gd name="connsiteX5" fmla="*/ 1114 w 6343"/>
                  <a:gd name="connsiteY5" fmla="*/ 1050 h 6345"/>
                  <a:gd name="connsiteX6" fmla="*/ 185 w 6343"/>
                  <a:gd name="connsiteY6" fmla="*/ 3293 h 6345"/>
                  <a:gd name="connsiteX7" fmla="*/ 1114 w 6343"/>
                  <a:gd name="connsiteY7" fmla="*/ 5536 h 6345"/>
                  <a:gd name="connsiteX8" fmla="*/ 3356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466"/>
                    </a:moveTo>
                    <a:cubicBezTo>
                      <a:pt x="4197" y="6466"/>
                      <a:pt x="5004" y="6131"/>
                      <a:pt x="5599" y="5536"/>
                    </a:cubicBezTo>
                    <a:cubicBezTo>
                      <a:pt x="6194" y="4941"/>
                      <a:pt x="6528" y="4134"/>
                      <a:pt x="6528" y="3293"/>
                    </a:cubicBezTo>
                    <a:cubicBezTo>
                      <a:pt x="6528" y="2452"/>
                      <a:pt x="6194" y="1645"/>
                      <a:pt x="5599" y="1050"/>
                    </a:cubicBezTo>
                    <a:cubicBezTo>
                      <a:pt x="5004" y="455"/>
                      <a:pt x="4197" y="120"/>
                      <a:pt x="3356" y="120"/>
                    </a:cubicBezTo>
                    <a:cubicBezTo>
                      <a:pt x="2515" y="120"/>
                      <a:pt x="1708" y="455"/>
                      <a:pt x="1114" y="1050"/>
                    </a:cubicBezTo>
                    <a:cubicBezTo>
                      <a:pt x="519" y="1645"/>
                      <a:pt x="185" y="2452"/>
                      <a:pt x="185" y="3293"/>
                    </a:cubicBezTo>
                    <a:cubicBezTo>
                      <a:pt x="185" y="4134"/>
                      <a:pt x="519" y="4941"/>
                      <a:pt x="1114" y="5536"/>
                    </a:cubicBezTo>
                    <a:cubicBezTo>
                      <a:pt x="1708" y="6131"/>
                      <a:pt x="2515" y="6466"/>
                      <a:pt x="3356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EBFD5C1E-0750-F2AC-58DC-44B8F35D69CF}"/>
                  </a:ext>
                </a:extLst>
              </p:cNvPr>
              <p:cNvSpPr/>
              <p:nvPr/>
            </p:nvSpPr>
            <p:spPr>
              <a:xfrm>
                <a:off x="3205932" y="5007807"/>
                <a:ext cx="6343" cy="6345"/>
              </a:xfrm>
              <a:custGeom>
                <a:avLst/>
                <a:gdLst>
                  <a:gd name="connsiteX0" fmla="*/ 3357 w 6343"/>
                  <a:gd name="connsiteY0" fmla="*/ 6466 h 6345"/>
                  <a:gd name="connsiteX1" fmla="*/ 5600 w 6343"/>
                  <a:gd name="connsiteY1" fmla="*/ 5537 h 6345"/>
                  <a:gd name="connsiteX2" fmla="*/ 6529 w 6343"/>
                  <a:gd name="connsiteY2" fmla="*/ 3293 h 6345"/>
                  <a:gd name="connsiteX3" fmla="*/ 5600 w 6343"/>
                  <a:gd name="connsiteY3" fmla="*/ 1050 h 6345"/>
                  <a:gd name="connsiteX4" fmla="*/ 3357 w 6343"/>
                  <a:gd name="connsiteY4" fmla="*/ 120 h 6345"/>
                  <a:gd name="connsiteX5" fmla="*/ 1114 w 6343"/>
                  <a:gd name="connsiteY5" fmla="*/ 1050 h 6345"/>
                  <a:gd name="connsiteX6" fmla="*/ 186 w 6343"/>
                  <a:gd name="connsiteY6" fmla="*/ 3293 h 6345"/>
                  <a:gd name="connsiteX7" fmla="*/ 1114 w 6343"/>
                  <a:gd name="connsiteY7" fmla="*/ 5537 h 6345"/>
                  <a:gd name="connsiteX8" fmla="*/ 335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466"/>
                    </a:moveTo>
                    <a:cubicBezTo>
                      <a:pt x="4198" y="6466"/>
                      <a:pt x="5005" y="6132"/>
                      <a:pt x="5600" y="5537"/>
                    </a:cubicBezTo>
                    <a:cubicBezTo>
                      <a:pt x="6194" y="4942"/>
                      <a:pt x="6529" y="4135"/>
                      <a:pt x="6529" y="3293"/>
                    </a:cubicBezTo>
                    <a:cubicBezTo>
                      <a:pt x="6529" y="2452"/>
                      <a:pt x="6194" y="1645"/>
                      <a:pt x="5600" y="1050"/>
                    </a:cubicBezTo>
                    <a:cubicBezTo>
                      <a:pt x="5005" y="455"/>
                      <a:pt x="4198" y="120"/>
                      <a:pt x="3357" y="120"/>
                    </a:cubicBezTo>
                    <a:cubicBezTo>
                      <a:pt x="2516" y="120"/>
                      <a:pt x="1709" y="455"/>
                      <a:pt x="1114" y="1050"/>
                    </a:cubicBezTo>
                    <a:cubicBezTo>
                      <a:pt x="520" y="1645"/>
                      <a:pt x="186" y="2452"/>
                      <a:pt x="186" y="3293"/>
                    </a:cubicBezTo>
                    <a:cubicBezTo>
                      <a:pt x="186" y="4135"/>
                      <a:pt x="520" y="4942"/>
                      <a:pt x="1114" y="5537"/>
                    </a:cubicBezTo>
                    <a:cubicBezTo>
                      <a:pt x="1709" y="6132"/>
                      <a:pt x="2516" y="6466"/>
                      <a:pt x="335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DDF5711D-1C2A-7E3C-C17B-BB52C544A4F4}"/>
                  </a:ext>
                </a:extLst>
              </p:cNvPr>
              <p:cNvSpPr/>
              <p:nvPr/>
            </p:nvSpPr>
            <p:spPr>
              <a:xfrm>
                <a:off x="3214818" y="5008596"/>
                <a:ext cx="6343" cy="6345"/>
              </a:xfrm>
              <a:custGeom>
                <a:avLst/>
                <a:gdLst>
                  <a:gd name="connsiteX0" fmla="*/ 3358 w 6343"/>
                  <a:gd name="connsiteY0" fmla="*/ 6466 h 6345"/>
                  <a:gd name="connsiteX1" fmla="*/ 5600 w 6343"/>
                  <a:gd name="connsiteY1" fmla="*/ 5537 h 6345"/>
                  <a:gd name="connsiteX2" fmla="*/ 6529 w 6343"/>
                  <a:gd name="connsiteY2" fmla="*/ 3293 h 6345"/>
                  <a:gd name="connsiteX3" fmla="*/ 5600 w 6343"/>
                  <a:gd name="connsiteY3" fmla="*/ 1050 h 6345"/>
                  <a:gd name="connsiteX4" fmla="*/ 3358 w 6343"/>
                  <a:gd name="connsiteY4" fmla="*/ 120 h 6345"/>
                  <a:gd name="connsiteX5" fmla="*/ 1115 w 6343"/>
                  <a:gd name="connsiteY5" fmla="*/ 1050 h 6345"/>
                  <a:gd name="connsiteX6" fmla="*/ 186 w 6343"/>
                  <a:gd name="connsiteY6" fmla="*/ 3293 h 6345"/>
                  <a:gd name="connsiteX7" fmla="*/ 1115 w 6343"/>
                  <a:gd name="connsiteY7" fmla="*/ 5537 h 6345"/>
                  <a:gd name="connsiteX8" fmla="*/ 335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466"/>
                    </a:moveTo>
                    <a:cubicBezTo>
                      <a:pt x="4199" y="6466"/>
                      <a:pt x="5006" y="6132"/>
                      <a:pt x="5600" y="5537"/>
                    </a:cubicBezTo>
                    <a:cubicBezTo>
                      <a:pt x="6195" y="4942"/>
                      <a:pt x="6529" y="4135"/>
                      <a:pt x="6529" y="3293"/>
                    </a:cubicBezTo>
                    <a:cubicBezTo>
                      <a:pt x="6529" y="2452"/>
                      <a:pt x="6195" y="1645"/>
                      <a:pt x="5600" y="1050"/>
                    </a:cubicBezTo>
                    <a:cubicBezTo>
                      <a:pt x="5006" y="455"/>
                      <a:pt x="4199" y="120"/>
                      <a:pt x="3358" y="120"/>
                    </a:cubicBezTo>
                    <a:cubicBezTo>
                      <a:pt x="2517" y="120"/>
                      <a:pt x="1710" y="455"/>
                      <a:pt x="1115" y="1050"/>
                    </a:cubicBezTo>
                    <a:cubicBezTo>
                      <a:pt x="520" y="1645"/>
                      <a:pt x="186" y="2452"/>
                      <a:pt x="186" y="3293"/>
                    </a:cubicBezTo>
                    <a:cubicBezTo>
                      <a:pt x="186" y="4135"/>
                      <a:pt x="520" y="4942"/>
                      <a:pt x="1115" y="5537"/>
                    </a:cubicBezTo>
                    <a:cubicBezTo>
                      <a:pt x="1710" y="6132"/>
                      <a:pt x="2517" y="6466"/>
                      <a:pt x="335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DE05EC31-A811-2DF9-72A9-4C732B700000}"/>
                  </a:ext>
                </a:extLst>
              </p:cNvPr>
              <p:cNvSpPr/>
              <p:nvPr/>
            </p:nvSpPr>
            <p:spPr>
              <a:xfrm>
                <a:off x="3224144" y="5009998"/>
                <a:ext cx="6343" cy="6345"/>
              </a:xfrm>
              <a:custGeom>
                <a:avLst/>
                <a:gdLst>
                  <a:gd name="connsiteX0" fmla="*/ 3359 w 6343"/>
                  <a:gd name="connsiteY0" fmla="*/ 6466 h 6345"/>
                  <a:gd name="connsiteX1" fmla="*/ 5601 w 6343"/>
                  <a:gd name="connsiteY1" fmla="*/ 5537 h 6345"/>
                  <a:gd name="connsiteX2" fmla="*/ 6530 w 6343"/>
                  <a:gd name="connsiteY2" fmla="*/ 3293 h 6345"/>
                  <a:gd name="connsiteX3" fmla="*/ 5601 w 6343"/>
                  <a:gd name="connsiteY3" fmla="*/ 1050 h 6345"/>
                  <a:gd name="connsiteX4" fmla="*/ 3359 w 6343"/>
                  <a:gd name="connsiteY4" fmla="*/ 121 h 6345"/>
                  <a:gd name="connsiteX5" fmla="*/ 1116 w 6343"/>
                  <a:gd name="connsiteY5" fmla="*/ 1050 h 6345"/>
                  <a:gd name="connsiteX6" fmla="*/ 187 w 6343"/>
                  <a:gd name="connsiteY6" fmla="*/ 3293 h 6345"/>
                  <a:gd name="connsiteX7" fmla="*/ 1116 w 6343"/>
                  <a:gd name="connsiteY7" fmla="*/ 5537 h 6345"/>
                  <a:gd name="connsiteX8" fmla="*/ 335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466"/>
                    </a:moveTo>
                    <a:cubicBezTo>
                      <a:pt x="4200" y="6466"/>
                      <a:pt x="5006" y="6132"/>
                      <a:pt x="5601" y="5537"/>
                    </a:cubicBezTo>
                    <a:cubicBezTo>
                      <a:pt x="6196" y="4942"/>
                      <a:pt x="6530" y="4135"/>
                      <a:pt x="6530" y="3293"/>
                    </a:cubicBezTo>
                    <a:cubicBezTo>
                      <a:pt x="6530" y="2452"/>
                      <a:pt x="6196" y="1645"/>
                      <a:pt x="5601" y="1050"/>
                    </a:cubicBezTo>
                    <a:cubicBezTo>
                      <a:pt x="5006" y="455"/>
                      <a:pt x="4200" y="121"/>
                      <a:pt x="3359" y="121"/>
                    </a:cubicBezTo>
                    <a:cubicBezTo>
                      <a:pt x="2517" y="121"/>
                      <a:pt x="1711" y="455"/>
                      <a:pt x="1116" y="1050"/>
                    </a:cubicBezTo>
                    <a:cubicBezTo>
                      <a:pt x="521" y="1645"/>
                      <a:pt x="187" y="2452"/>
                      <a:pt x="187" y="3293"/>
                    </a:cubicBezTo>
                    <a:cubicBezTo>
                      <a:pt x="187" y="4135"/>
                      <a:pt x="521" y="4942"/>
                      <a:pt x="1116" y="5537"/>
                    </a:cubicBezTo>
                    <a:cubicBezTo>
                      <a:pt x="1711" y="6132"/>
                      <a:pt x="2517" y="6466"/>
                      <a:pt x="335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1F511ED5-2727-56BA-1F3C-5D12083962CD}"/>
                  </a:ext>
                </a:extLst>
              </p:cNvPr>
              <p:cNvSpPr/>
              <p:nvPr/>
            </p:nvSpPr>
            <p:spPr>
              <a:xfrm>
                <a:off x="3232704" y="5010667"/>
                <a:ext cx="6343" cy="6345"/>
              </a:xfrm>
              <a:custGeom>
                <a:avLst/>
                <a:gdLst>
                  <a:gd name="connsiteX0" fmla="*/ 3359 w 6343"/>
                  <a:gd name="connsiteY0" fmla="*/ 6466 h 6345"/>
                  <a:gd name="connsiteX1" fmla="*/ 5602 w 6343"/>
                  <a:gd name="connsiteY1" fmla="*/ 5537 h 6345"/>
                  <a:gd name="connsiteX2" fmla="*/ 6531 w 6343"/>
                  <a:gd name="connsiteY2" fmla="*/ 3293 h 6345"/>
                  <a:gd name="connsiteX3" fmla="*/ 5602 w 6343"/>
                  <a:gd name="connsiteY3" fmla="*/ 1050 h 6345"/>
                  <a:gd name="connsiteX4" fmla="*/ 3359 w 6343"/>
                  <a:gd name="connsiteY4" fmla="*/ 121 h 6345"/>
                  <a:gd name="connsiteX5" fmla="*/ 1117 w 6343"/>
                  <a:gd name="connsiteY5" fmla="*/ 1050 h 6345"/>
                  <a:gd name="connsiteX6" fmla="*/ 188 w 6343"/>
                  <a:gd name="connsiteY6" fmla="*/ 3293 h 6345"/>
                  <a:gd name="connsiteX7" fmla="*/ 1117 w 6343"/>
                  <a:gd name="connsiteY7" fmla="*/ 5537 h 6345"/>
                  <a:gd name="connsiteX8" fmla="*/ 335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466"/>
                    </a:moveTo>
                    <a:cubicBezTo>
                      <a:pt x="4200" y="6466"/>
                      <a:pt x="5007" y="6132"/>
                      <a:pt x="5602" y="5537"/>
                    </a:cubicBezTo>
                    <a:cubicBezTo>
                      <a:pt x="6197" y="4942"/>
                      <a:pt x="6531" y="4135"/>
                      <a:pt x="6531" y="3293"/>
                    </a:cubicBezTo>
                    <a:cubicBezTo>
                      <a:pt x="6531" y="2452"/>
                      <a:pt x="6197" y="1645"/>
                      <a:pt x="5602" y="1050"/>
                    </a:cubicBezTo>
                    <a:cubicBezTo>
                      <a:pt x="5007" y="455"/>
                      <a:pt x="4200" y="121"/>
                      <a:pt x="3359" y="121"/>
                    </a:cubicBezTo>
                    <a:cubicBezTo>
                      <a:pt x="2518" y="121"/>
                      <a:pt x="1711" y="455"/>
                      <a:pt x="1117" y="1050"/>
                    </a:cubicBezTo>
                    <a:cubicBezTo>
                      <a:pt x="522" y="1645"/>
                      <a:pt x="188" y="2452"/>
                      <a:pt x="188" y="3293"/>
                    </a:cubicBezTo>
                    <a:cubicBezTo>
                      <a:pt x="188" y="4135"/>
                      <a:pt x="522" y="4942"/>
                      <a:pt x="1117" y="5537"/>
                    </a:cubicBezTo>
                    <a:cubicBezTo>
                      <a:pt x="1711" y="6132"/>
                      <a:pt x="2518" y="6466"/>
                      <a:pt x="335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50F5E124-6DDF-9192-1B89-971EBEA7A7E9}"/>
                  </a:ext>
                </a:extLst>
              </p:cNvPr>
              <p:cNvSpPr/>
              <p:nvPr/>
            </p:nvSpPr>
            <p:spPr>
              <a:xfrm>
                <a:off x="3241950" y="5012238"/>
                <a:ext cx="6343" cy="6345"/>
              </a:xfrm>
              <a:custGeom>
                <a:avLst/>
                <a:gdLst>
                  <a:gd name="connsiteX0" fmla="*/ 3360 w 6343"/>
                  <a:gd name="connsiteY0" fmla="*/ 6466 h 6345"/>
                  <a:gd name="connsiteX1" fmla="*/ 5603 w 6343"/>
                  <a:gd name="connsiteY1" fmla="*/ 5537 h 6345"/>
                  <a:gd name="connsiteX2" fmla="*/ 6531 w 6343"/>
                  <a:gd name="connsiteY2" fmla="*/ 3293 h 6345"/>
                  <a:gd name="connsiteX3" fmla="*/ 5603 w 6343"/>
                  <a:gd name="connsiteY3" fmla="*/ 1050 h 6345"/>
                  <a:gd name="connsiteX4" fmla="*/ 3360 w 6343"/>
                  <a:gd name="connsiteY4" fmla="*/ 121 h 6345"/>
                  <a:gd name="connsiteX5" fmla="*/ 1117 w 6343"/>
                  <a:gd name="connsiteY5" fmla="*/ 1050 h 6345"/>
                  <a:gd name="connsiteX6" fmla="*/ 188 w 6343"/>
                  <a:gd name="connsiteY6" fmla="*/ 3293 h 6345"/>
                  <a:gd name="connsiteX7" fmla="*/ 1117 w 6343"/>
                  <a:gd name="connsiteY7" fmla="*/ 5537 h 6345"/>
                  <a:gd name="connsiteX8" fmla="*/ 336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466"/>
                    </a:moveTo>
                    <a:cubicBezTo>
                      <a:pt x="4201" y="6466"/>
                      <a:pt x="5008" y="6132"/>
                      <a:pt x="5603" y="5537"/>
                    </a:cubicBezTo>
                    <a:cubicBezTo>
                      <a:pt x="6197" y="4942"/>
                      <a:pt x="6531" y="4135"/>
                      <a:pt x="6531" y="3293"/>
                    </a:cubicBezTo>
                    <a:cubicBezTo>
                      <a:pt x="6531" y="2452"/>
                      <a:pt x="6197" y="1645"/>
                      <a:pt x="5603" y="1050"/>
                    </a:cubicBezTo>
                    <a:cubicBezTo>
                      <a:pt x="5008" y="455"/>
                      <a:pt x="4201" y="121"/>
                      <a:pt x="3360" y="121"/>
                    </a:cubicBezTo>
                    <a:cubicBezTo>
                      <a:pt x="2519" y="121"/>
                      <a:pt x="1712" y="455"/>
                      <a:pt x="1117" y="1050"/>
                    </a:cubicBezTo>
                    <a:cubicBezTo>
                      <a:pt x="523" y="1645"/>
                      <a:pt x="188" y="2452"/>
                      <a:pt x="188" y="3293"/>
                    </a:cubicBezTo>
                    <a:cubicBezTo>
                      <a:pt x="188" y="4135"/>
                      <a:pt x="523" y="4942"/>
                      <a:pt x="1117" y="5537"/>
                    </a:cubicBezTo>
                    <a:cubicBezTo>
                      <a:pt x="1712" y="6132"/>
                      <a:pt x="2519" y="6466"/>
                      <a:pt x="336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6E01910B-DF7D-D0E8-4ADD-D71ED57800C4}"/>
                  </a:ext>
                </a:extLst>
              </p:cNvPr>
              <p:cNvSpPr/>
              <p:nvPr/>
            </p:nvSpPr>
            <p:spPr>
              <a:xfrm>
                <a:off x="3250998" y="5013715"/>
                <a:ext cx="6343" cy="6345"/>
              </a:xfrm>
              <a:custGeom>
                <a:avLst/>
                <a:gdLst>
                  <a:gd name="connsiteX0" fmla="*/ 3361 w 6343"/>
                  <a:gd name="connsiteY0" fmla="*/ 6466 h 6345"/>
                  <a:gd name="connsiteX1" fmla="*/ 5603 w 6343"/>
                  <a:gd name="connsiteY1" fmla="*/ 5537 h 6345"/>
                  <a:gd name="connsiteX2" fmla="*/ 6532 w 6343"/>
                  <a:gd name="connsiteY2" fmla="*/ 3294 h 6345"/>
                  <a:gd name="connsiteX3" fmla="*/ 5603 w 6343"/>
                  <a:gd name="connsiteY3" fmla="*/ 1050 h 6345"/>
                  <a:gd name="connsiteX4" fmla="*/ 3361 w 6343"/>
                  <a:gd name="connsiteY4" fmla="*/ 121 h 6345"/>
                  <a:gd name="connsiteX5" fmla="*/ 1118 w 6343"/>
                  <a:gd name="connsiteY5" fmla="*/ 1050 h 6345"/>
                  <a:gd name="connsiteX6" fmla="*/ 189 w 6343"/>
                  <a:gd name="connsiteY6" fmla="*/ 3294 h 6345"/>
                  <a:gd name="connsiteX7" fmla="*/ 1118 w 6343"/>
                  <a:gd name="connsiteY7" fmla="*/ 5537 h 6345"/>
                  <a:gd name="connsiteX8" fmla="*/ 336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66"/>
                    </a:moveTo>
                    <a:cubicBezTo>
                      <a:pt x="4202" y="6466"/>
                      <a:pt x="5009" y="6132"/>
                      <a:pt x="5603" y="5537"/>
                    </a:cubicBezTo>
                    <a:cubicBezTo>
                      <a:pt x="6198" y="4942"/>
                      <a:pt x="6532" y="4135"/>
                      <a:pt x="6532" y="3294"/>
                    </a:cubicBezTo>
                    <a:cubicBezTo>
                      <a:pt x="6532" y="2452"/>
                      <a:pt x="6198" y="1645"/>
                      <a:pt x="5603" y="1050"/>
                    </a:cubicBezTo>
                    <a:cubicBezTo>
                      <a:pt x="5009" y="455"/>
                      <a:pt x="4202" y="121"/>
                      <a:pt x="3361" y="121"/>
                    </a:cubicBezTo>
                    <a:cubicBezTo>
                      <a:pt x="2520" y="121"/>
                      <a:pt x="1713" y="455"/>
                      <a:pt x="1118" y="1050"/>
                    </a:cubicBezTo>
                    <a:cubicBezTo>
                      <a:pt x="523" y="1645"/>
                      <a:pt x="189" y="2452"/>
                      <a:pt x="189" y="3294"/>
                    </a:cubicBezTo>
                    <a:cubicBezTo>
                      <a:pt x="189" y="4135"/>
                      <a:pt x="523" y="4942"/>
                      <a:pt x="1118" y="5537"/>
                    </a:cubicBezTo>
                    <a:cubicBezTo>
                      <a:pt x="1713" y="6132"/>
                      <a:pt x="2520" y="6466"/>
                      <a:pt x="336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34C4E659-FFE9-9357-D9C8-23540525B383}"/>
                  </a:ext>
                </a:extLst>
              </p:cNvPr>
              <p:cNvSpPr/>
              <p:nvPr/>
            </p:nvSpPr>
            <p:spPr>
              <a:xfrm>
                <a:off x="3260343" y="5015675"/>
                <a:ext cx="6343" cy="6345"/>
              </a:xfrm>
              <a:custGeom>
                <a:avLst/>
                <a:gdLst>
                  <a:gd name="connsiteX0" fmla="*/ 3361 w 6343"/>
                  <a:gd name="connsiteY0" fmla="*/ 6466 h 6345"/>
                  <a:gd name="connsiteX1" fmla="*/ 5604 w 6343"/>
                  <a:gd name="connsiteY1" fmla="*/ 5537 h 6345"/>
                  <a:gd name="connsiteX2" fmla="*/ 6533 w 6343"/>
                  <a:gd name="connsiteY2" fmla="*/ 3294 h 6345"/>
                  <a:gd name="connsiteX3" fmla="*/ 5604 w 6343"/>
                  <a:gd name="connsiteY3" fmla="*/ 1050 h 6345"/>
                  <a:gd name="connsiteX4" fmla="*/ 3361 w 6343"/>
                  <a:gd name="connsiteY4" fmla="*/ 121 h 6345"/>
                  <a:gd name="connsiteX5" fmla="*/ 1119 w 6343"/>
                  <a:gd name="connsiteY5" fmla="*/ 1050 h 6345"/>
                  <a:gd name="connsiteX6" fmla="*/ 190 w 6343"/>
                  <a:gd name="connsiteY6" fmla="*/ 3294 h 6345"/>
                  <a:gd name="connsiteX7" fmla="*/ 1119 w 6343"/>
                  <a:gd name="connsiteY7" fmla="*/ 5537 h 6345"/>
                  <a:gd name="connsiteX8" fmla="*/ 336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66"/>
                    </a:moveTo>
                    <a:cubicBezTo>
                      <a:pt x="4202" y="6466"/>
                      <a:pt x="5009" y="6132"/>
                      <a:pt x="5604" y="5537"/>
                    </a:cubicBezTo>
                    <a:cubicBezTo>
                      <a:pt x="6199" y="4942"/>
                      <a:pt x="6533" y="4135"/>
                      <a:pt x="6533" y="3294"/>
                    </a:cubicBezTo>
                    <a:cubicBezTo>
                      <a:pt x="6533" y="2452"/>
                      <a:pt x="6199" y="1645"/>
                      <a:pt x="5604" y="1050"/>
                    </a:cubicBezTo>
                    <a:cubicBezTo>
                      <a:pt x="5009" y="455"/>
                      <a:pt x="4202" y="121"/>
                      <a:pt x="3361" y="121"/>
                    </a:cubicBezTo>
                    <a:cubicBezTo>
                      <a:pt x="2520" y="121"/>
                      <a:pt x="1714" y="455"/>
                      <a:pt x="1119" y="1050"/>
                    </a:cubicBezTo>
                    <a:cubicBezTo>
                      <a:pt x="524" y="1645"/>
                      <a:pt x="190" y="2452"/>
                      <a:pt x="190" y="3294"/>
                    </a:cubicBezTo>
                    <a:cubicBezTo>
                      <a:pt x="190" y="4135"/>
                      <a:pt x="524" y="4942"/>
                      <a:pt x="1119" y="5537"/>
                    </a:cubicBezTo>
                    <a:cubicBezTo>
                      <a:pt x="1714" y="6132"/>
                      <a:pt x="2520" y="6466"/>
                      <a:pt x="336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2533D36F-1E58-F9D6-F1E5-DA2441CEE8A4}"/>
                  </a:ext>
                </a:extLst>
              </p:cNvPr>
              <p:cNvSpPr/>
              <p:nvPr/>
            </p:nvSpPr>
            <p:spPr>
              <a:xfrm>
                <a:off x="3267803" y="5015535"/>
                <a:ext cx="6343" cy="6345"/>
              </a:xfrm>
              <a:custGeom>
                <a:avLst/>
                <a:gdLst>
                  <a:gd name="connsiteX0" fmla="*/ 3362 w 6343"/>
                  <a:gd name="connsiteY0" fmla="*/ 6466 h 6345"/>
                  <a:gd name="connsiteX1" fmla="*/ 5605 w 6343"/>
                  <a:gd name="connsiteY1" fmla="*/ 5537 h 6345"/>
                  <a:gd name="connsiteX2" fmla="*/ 6534 w 6343"/>
                  <a:gd name="connsiteY2" fmla="*/ 3294 h 6345"/>
                  <a:gd name="connsiteX3" fmla="*/ 5605 w 6343"/>
                  <a:gd name="connsiteY3" fmla="*/ 1050 h 6345"/>
                  <a:gd name="connsiteX4" fmla="*/ 3362 w 6343"/>
                  <a:gd name="connsiteY4" fmla="*/ 121 h 6345"/>
                  <a:gd name="connsiteX5" fmla="*/ 1119 w 6343"/>
                  <a:gd name="connsiteY5" fmla="*/ 1050 h 6345"/>
                  <a:gd name="connsiteX6" fmla="*/ 190 w 6343"/>
                  <a:gd name="connsiteY6" fmla="*/ 3294 h 6345"/>
                  <a:gd name="connsiteX7" fmla="*/ 1119 w 6343"/>
                  <a:gd name="connsiteY7" fmla="*/ 5537 h 6345"/>
                  <a:gd name="connsiteX8" fmla="*/ 3362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2" y="6466"/>
                    </a:moveTo>
                    <a:cubicBezTo>
                      <a:pt x="4203" y="6466"/>
                      <a:pt x="5010" y="6132"/>
                      <a:pt x="5605" y="5537"/>
                    </a:cubicBezTo>
                    <a:cubicBezTo>
                      <a:pt x="6199" y="4942"/>
                      <a:pt x="6534" y="4135"/>
                      <a:pt x="6534" y="3294"/>
                    </a:cubicBezTo>
                    <a:cubicBezTo>
                      <a:pt x="6534" y="2452"/>
                      <a:pt x="6199" y="1645"/>
                      <a:pt x="5605" y="1050"/>
                    </a:cubicBezTo>
                    <a:cubicBezTo>
                      <a:pt x="5010" y="455"/>
                      <a:pt x="4203" y="121"/>
                      <a:pt x="3362" y="121"/>
                    </a:cubicBezTo>
                    <a:cubicBezTo>
                      <a:pt x="2521" y="121"/>
                      <a:pt x="1714" y="455"/>
                      <a:pt x="1119" y="1050"/>
                    </a:cubicBezTo>
                    <a:cubicBezTo>
                      <a:pt x="525" y="1645"/>
                      <a:pt x="190" y="2452"/>
                      <a:pt x="190" y="3294"/>
                    </a:cubicBezTo>
                    <a:cubicBezTo>
                      <a:pt x="190" y="4135"/>
                      <a:pt x="525" y="4942"/>
                      <a:pt x="1119" y="5537"/>
                    </a:cubicBezTo>
                    <a:cubicBezTo>
                      <a:pt x="1714" y="6132"/>
                      <a:pt x="2521" y="6466"/>
                      <a:pt x="3362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1D578FBC-4AEB-8657-0AE4-7A16C6978324}"/>
                  </a:ext>
                </a:extLst>
              </p:cNvPr>
              <p:cNvSpPr/>
              <p:nvPr/>
            </p:nvSpPr>
            <p:spPr>
              <a:xfrm>
                <a:off x="3275180" y="5015386"/>
                <a:ext cx="6343" cy="6345"/>
              </a:xfrm>
              <a:custGeom>
                <a:avLst/>
                <a:gdLst>
                  <a:gd name="connsiteX0" fmla="*/ 3363 w 6343"/>
                  <a:gd name="connsiteY0" fmla="*/ 6466 h 6345"/>
                  <a:gd name="connsiteX1" fmla="*/ 5605 w 6343"/>
                  <a:gd name="connsiteY1" fmla="*/ 5537 h 6345"/>
                  <a:gd name="connsiteX2" fmla="*/ 6534 w 6343"/>
                  <a:gd name="connsiteY2" fmla="*/ 3294 h 6345"/>
                  <a:gd name="connsiteX3" fmla="*/ 5605 w 6343"/>
                  <a:gd name="connsiteY3" fmla="*/ 1050 h 6345"/>
                  <a:gd name="connsiteX4" fmla="*/ 3363 w 6343"/>
                  <a:gd name="connsiteY4" fmla="*/ 121 h 6345"/>
                  <a:gd name="connsiteX5" fmla="*/ 1120 w 6343"/>
                  <a:gd name="connsiteY5" fmla="*/ 1050 h 6345"/>
                  <a:gd name="connsiteX6" fmla="*/ 191 w 6343"/>
                  <a:gd name="connsiteY6" fmla="*/ 3294 h 6345"/>
                  <a:gd name="connsiteX7" fmla="*/ 1120 w 6343"/>
                  <a:gd name="connsiteY7" fmla="*/ 5537 h 6345"/>
                  <a:gd name="connsiteX8" fmla="*/ 336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466"/>
                    </a:moveTo>
                    <a:cubicBezTo>
                      <a:pt x="4204" y="6466"/>
                      <a:pt x="5010" y="6132"/>
                      <a:pt x="5605" y="5537"/>
                    </a:cubicBezTo>
                    <a:cubicBezTo>
                      <a:pt x="6200" y="4942"/>
                      <a:pt x="6534" y="4135"/>
                      <a:pt x="6534" y="3294"/>
                    </a:cubicBezTo>
                    <a:cubicBezTo>
                      <a:pt x="6534" y="2452"/>
                      <a:pt x="6200" y="1645"/>
                      <a:pt x="5605" y="1050"/>
                    </a:cubicBezTo>
                    <a:cubicBezTo>
                      <a:pt x="5010" y="455"/>
                      <a:pt x="4204" y="121"/>
                      <a:pt x="3363" y="121"/>
                    </a:cubicBezTo>
                    <a:cubicBezTo>
                      <a:pt x="2521" y="121"/>
                      <a:pt x="1715" y="455"/>
                      <a:pt x="1120" y="1050"/>
                    </a:cubicBezTo>
                    <a:cubicBezTo>
                      <a:pt x="525" y="1645"/>
                      <a:pt x="191" y="2452"/>
                      <a:pt x="191" y="3294"/>
                    </a:cubicBezTo>
                    <a:cubicBezTo>
                      <a:pt x="191" y="4135"/>
                      <a:pt x="525" y="4942"/>
                      <a:pt x="1120" y="5537"/>
                    </a:cubicBezTo>
                    <a:cubicBezTo>
                      <a:pt x="1715" y="6132"/>
                      <a:pt x="2521" y="6466"/>
                      <a:pt x="336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01393CDF-D83D-A96C-08DB-1B08FE705BFC}"/>
                  </a:ext>
                </a:extLst>
              </p:cNvPr>
              <p:cNvSpPr/>
              <p:nvPr/>
            </p:nvSpPr>
            <p:spPr>
              <a:xfrm>
                <a:off x="3283864" y="5016921"/>
                <a:ext cx="6343" cy="6345"/>
              </a:xfrm>
              <a:custGeom>
                <a:avLst/>
                <a:gdLst>
                  <a:gd name="connsiteX0" fmla="*/ 3363 w 6343"/>
                  <a:gd name="connsiteY0" fmla="*/ 6467 h 6345"/>
                  <a:gd name="connsiteX1" fmla="*/ 5606 w 6343"/>
                  <a:gd name="connsiteY1" fmla="*/ 5537 h 6345"/>
                  <a:gd name="connsiteX2" fmla="*/ 6535 w 6343"/>
                  <a:gd name="connsiteY2" fmla="*/ 3294 h 6345"/>
                  <a:gd name="connsiteX3" fmla="*/ 5606 w 6343"/>
                  <a:gd name="connsiteY3" fmla="*/ 1050 h 6345"/>
                  <a:gd name="connsiteX4" fmla="*/ 3363 w 6343"/>
                  <a:gd name="connsiteY4" fmla="*/ 121 h 6345"/>
                  <a:gd name="connsiteX5" fmla="*/ 1121 w 6343"/>
                  <a:gd name="connsiteY5" fmla="*/ 1050 h 6345"/>
                  <a:gd name="connsiteX6" fmla="*/ 192 w 6343"/>
                  <a:gd name="connsiteY6" fmla="*/ 3294 h 6345"/>
                  <a:gd name="connsiteX7" fmla="*/ 1121 w 6343"/>
                  <a:gd name="connsiteY7" fmla="*/ 5537 h 6345"/>
                  <a:gd name="connsiteX8" fmla="*/ 3363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467"/>
                    </a:moveTo>
                    <a:cubicBezTo>
                      <a:pt x="4204" y="6467"/>
                      <a:pt x="5011" y="6132"/>
                      <a:pt x="5606" y="5537"/>
                    </a:cubicBezTo>
                    <a:cubicBezTo>
                      <a:pt x="6201" y="4942"/>
                      <a:pt x="6535" y="4135"/>
                      <a:pt x="6535" y="3294"/>
                    </a:cubicBezTo>
                    <a:cubicBezTo>
                      <a:pt x="6535" y="2452"/>
                      <a:pt x="6201" y="1645"/>
                      <a:pt x="5606" y="1050"/>
                    </a:cubicBezTo>
                    <a:cubicBezTo>
                      <a:pt x="5011" y="455"/>
                      <a:pt x="4204" y="121"/>
                      <a:pt x="3363" y="121"/>
                    </a:cubicBezTo>
                    <a:cubicBezTo>
                      <a:pt x="2522" y="121"/>
                      <a:pt x="1715" y="455"/>
                      <a:pt x="1121" y="1050"/>
                    </a:cubicBezTo>
                    <a:cubicBezTo>
                      <a:pt x="526" y="1645"/>
                      <a:pt x="192" y="2452"/>
                      <a:pt x="192" y="3294"/>
                    </a:cubicBezTo>
                    <a:cubicBezTo>
                      <a:pt x="192" y="4135"/>
                      <a:pt x="526" y="4942"/>
                      <a:pt x="1121" y="5537"/>
                    </a:cubicBezTo>
                    <a:cubicBezTo>
                      <a:pt x="1715" y="6132"/>
                      <a:pt x="2522" y="6467"/>
                      <a:pt x="3363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BAE2A3E9-F378-0E4D-619B-8D571F113ECB}"/>
                  </a:ext>
                </a:extLst>
              </p:cNvPr>
              <p:cNvSpPr/>
              <p:nvPr/>
            </p:nvSpPr>
            <p:spPr>
              <a:xfrm>
                <a:off x="3293166" y="5019349"/>
                <a:ext cx="6343" cy="6345"/>
              </a:xfrm>
              <a:custGeom>
                <a:avLst/>
                <a:gdLst>
                  <a:gd name="connsiteX0" fmla="*/ 3364 w 6343"/>
                  <a:gd name="connsiteY0" fmla="*/ 6467 h 6345"/>
                  <a:gd name="connsiteX1" fmla="*/ 5607 w 6343"/>
                  <a:gd name="connsiteY1" fmla="*/ 5537 h 6345"/>
                  <a:gd name="connsiteX2" fmla="*/ 6536 w 6343"/>
                  <a:gd name="connsiteY2" fmla="*/ 3294 h 6345"/>
                  <a:gd name="connsiteX3" fmla="*/ 5607 w 6343"/>
                  <a:gd name="connsiteY3" fmla="*/ 1051 h 6345"/>
                  <a:gd name="connsiteX4" fmla="*/ 3364 w 6343"/>
                  <a:gd name="connsiteY4" fmla="*/ 121 h 6345"/>
                  <a:gd name="connsiteX5" fmla="*/ 1121 w 6343"/>
                  <a:gd name="connsiteY5" fmla="*/ 1051 h 6345"/>
                  <a:gd name="connsiteX6" fmla="*/ 192 w 6343"/>
                  <a:gd name="connsiteY6" fmla="*/ 3294 h 6345"/>
                  <a:gd name="connsiteX7" fmla="*/ 1121 w 6343"/>
                  <a:gd name="connsiteY7" fmla="*/ 5537 h 6345"/>
                  <a:gd name="connsiteX8" fmla="*/ 3364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467"/>
                    </a:moveTo>
                    <a:cubicBezTo>
                      <a:pt x="4205" y="6467"/>
                      <a:pt x="5012" y="6132"/>
                      <a:pt x="5607" y="5537"/>
                    </a:cubicBezTo>
                    <a:cubicBezTo>
                      <a:pt x="6201" y="4943"/>
                      <a:pt x="6536" y="4135"/>
                      <a:pt x="6536" y="3294"/>
                    </a:cubicBezTo>
                    <a:cubicBezTo>
                      <a:pt x="6536" y="2453"/>
                      <a:pt x="6201" y="1646"/>
                      <a:pt x="5607" y="1051"/>
                    </a:cubicBezTo>
                    <a:cubicBezTo>
                      <a:pt x="5012" y="456"/>
                      <a:pt x="4205" y="121"/>
                      <a:pt x="3364" y="121"/>
                    </a:cubicBezTo>
                    <a:cubicBezTo>
                      <a:pt x="2523" y="121"/>
                      <a:pt x="1716" y="456"/>
                      <a:pt x="1121" y="1051"/>
                    </a:cubicBezTo>
                    <a:cubicBezTo>
                      <a:pt x="527" y="1646"/>
                      <a:pt x="192" y="2453"/>
                      <a:pt x="192" y="3294"/>
                    </a:cubicBezTo>
                    <a:cubicBezTo>
                      <a:pt x="192" y="4135"/>
                      <a:pt x="527" y="4943"/>
                      <a:pt x="1121" y="5537"/>
                    </a:cubicBezTo>
                    <a:cubicBezTo>
                      <a:pt x="1716" y="6132"/>
                      <a:pt x="2523" y="6467"/>
                      <a:pt x="3364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6696337B-FCCF-7EE9-D036-BFB65D65D8E3}"/>
                  </a:ext>
                </a:extLst>
              </p:cNvPr>
              <p:cNvSpPr/>
              <p:nvPr/>
            </p:nvSpPr>
            <p:spPr>
              <a:xfrm>
                <a:off x="3308717" y="5029746"/>
                <a:ext cx="6343" cy="6345"/>
              </a:xfrm>
              <a:custGeom>
                <a:avLst/>
                <a:gdLst>
                  <a:gd name="connsiteX0" fmla="*/ 3365 w 6343"/>
                  <a:gd name="connsiteY0" fmla="*/ 6468 h 6345"/>
                  <a:gd name="connsiteX1" fmla="*/ 5608 w 6343"/>
                  <a:gd name="connsiteY1" fmla="*/ 5538 h 6345"/>
                  <a:gd name="connsiteX2" fmla="*/ 6537 w 6343"/>
                  <a:gd name="connsiteY2" fmla="*/ 3295 h 6345"/>
                  <a:gd name="connsiteX3" fmla="*/ 5608 w 6343"/>
                  <a:gd name="connsiteY3" fmla="*/ 1051 h 6345"/>
                  <a:gd name="connsiteX4" fmla="*/ 3365 w 6343"/>
                  <a:gd name="connsiteY4" fmla="*/ 122 h 6345"/>
                  <a:gd name="connsiteX5" fmla="*/ 1123 w 6343"/>
                  <a:gd name="connsiteY5" fmla="*/ 1051 h 6345"/>
                  <a:gd name="connsiteX6" fmla="*/ 194 w 6343"/>
                  <a:gd name="connsiteY6" fmla="*/ 3295 h 6345"/>
                  <a:gd name="connsiteX7" fmla="*/ 1123 w 6343"/>
                  <a:gd name="connsiteY7" fmla="*/ 5538 h 6345"/>
                  <a:gd name="connsiteX8" fmla="*/ 3365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468"/>
                    </a:moveTo>
                    <a:cubicBezTo>
                      <a:pt x="4206" y="6468"/>
                      <a:pt x="5013" y="6133"/>
                      <a:pt x="5608" y="5538"/>
                    </a:cubicBezTo>
                    <a:cubicBezTo>
                      <a:pt x="6203" y="4943"/>
                      <a:pt x="6537" y="4136"/>
                      <a:pt x="6537" y="3295"/>
                    </a:cubicBezTo>
                    <a:cubicBezTo>
                      <a:pt x="6537" y="2453"/>
                      <a:pt x="6203" y="1646"/>
                      <a:pt x="5608" y="1051"/>
                    </a:cubicBezTo>
                    <a:cubicBezTo>
                      <a:pt x="5013" y="456"/>
                      <a:pt x="4206" y="122"/>
                      <a:pt x="3365" y="122"/>
                    </a:cubicBezTo>
                    <a:cubicBezTo>
                      <a:pt x="2524" y="122"/>
                      <a:pt x="1717" y="456"/>
                      <a:pt x="1123" y="1051"/>
                    </a:cubicBezTo>
                    <a:cubicBezTo>
                      <a:pt x="528" y="1646"/>
                      <a:pt x="194" y="2453"/>
                      <a:pt x="194" y="3295"/>
                    </a:cubicBezTo>
                    <a:cubicBezTo>
                      <a:pt x="194" y="4136"/>
                      <a:pt x="528" y="4943"/>
                      <a:pt x="1123" y="5538"/>
                    </a:cubicBezTo>
                    <a:cubicBezTo>
                      <a:pt x="1717" y="6133"/>
                      <a:pt x="2524" y="6468"/>
                      <a:pt x="3365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C662AB1C-629B-CF32-D410-11C3DDB9163A}"/>
                  </a:ext>
                </a:extLst>
              </p:cNvPr>
              <p:cNvSpPr/>
              <p:nvPr/>
            </p:nvSpPr>
            <p:spPr>
              <a:xfrm>
                <a:off x="3314591" y="5028239"/>
                <a:ext cx="6343" cy="6345"/>
              </a:xfrm>
              <a:custGeom>
                <a:avLst/>
                <a:gdLst>
                  <a:gd name="connsiteX0" fmla="*/ 3366 w 6343"/>
                  <a:gd name="connsiteY0" fmla="*/ 6467 h 6345"/>
                  <a:gd name="connsiteX1" fmla="*/ 5608 w 6343"/>
                  <a:gd name="connsiteY1" fmla="*/ 5538 h 6345"/>
                  <a:gd name="connsiteX2" fmla="*/ 6537 w 6343"/>
                  <a:gd name="connsiteY2" fmla="*/ 3295 h 6345"/>
                  <a:gd name="connsiteX3" fmla="*/ 5608 w 6343"/>
                  <a:gd name="connsiteY3" fmla="*/ 1051 h 6345"/>
                  <a:gd name="connsiteX4" fmla="*/ 3366 w 6343"/>
                  <a:gd name="connsiteY4" fmla="*/ 122 h 6345"/>
                  <a:gd name="connsiteX5" fmla="*/ 1123 w 6343"/>
                  <a:gd name="connsiteY5" fmla="*/ 1051 h 6345"/>
                  <a:gd name="connsiteX6" fmla="*/ 194 w 6343"/>
                  <a:gd name="connsiteY6" fmla="*/ 3295 h 6345"/>
                  <a:gd name="connsiteX7" fmla="*/ 1123 w 6343"/>
                  <a:gd name="connsiteY7" fmla="*/ 5538 h 6345"/>
                  <a:gd name="connsiteX8" fmla="*/ 3366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6" y="6467"/>
                    </a:moveTo>
                    <a:cubicBezTo>
                      <a:pt x="4207" y="6467"/>
                      <a:pt x="5014" y="6133"/>
                      <a:pt x="5608" y="5538"/>
                    </a:cubicBezTo>
                    <a:cubicBezTo>
                      <a:pt x="6203" y="4943"/>
                      <a:pt x="6537" y="4136"/>
                      <a:pt x="6537" y="3295"/>
                    </a:cubicBezTo>
                    <a:cubicBezTo>
                      <a:pt x="6537" y="2453"/>
                      <a:pt x="6203" y="1646"/>
                      <a:pt x="5608" y="1051"/>
                    </a:cubicBezTo>
                    <a:cubicBezTo>
                      <a:pt x="5014" y="456"/>
                      <a:pt x="4207" y="122"/>
                      <a:pt x="3366" y="122"/>
                    </a:cubicBezTo>
                    <a:cubicBezTo>
                      <a:pt x="2525" y="122"/>
                      <a:pt x="1718" y="456"/>
                      <a:pt x="1123" y="1051"/>
                    </a:cubicBezTo>
                    <a:cubicBezTo>
                      <a:pt x="528" y="1646"/>
                      <a:pt x="194" y="2453"/>
                      <a:pt x="194" y="3295"/>
                    </a:cubicBezTo>
                    <a:cubicBezTo>
                      <a:pt x="194" y="4136"/>
                      <a:pt x="528" y="4943"/>
                      <a:pt x="1123" y="5538"/>
                    </a:cubicBezTo>
                    <a:cubicBezTo>
                      <a:pt x="1718" y="6133"/>
                      <a:pt x="2525" y="6467"/>
                      <a:pt x="3366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91406490-4FBA-4AE9-DBDE-5799253BBE38}"/>
                  </a:ext>
                </a:extLst>
              </p:cNvPr>
              <p:cNvSpPr/>
              <p:nvPr/>
            </p:nvSpPr>
            <p:spPr>
              <a:xfrm>
                <a:off x="3323799" y="5031056"/>
                <a:ext cx="6343" cy="6345"/>
              </a:xfrm>
              <a:custGeom>
                <a:avLst/>
                <a:gdLst>
                  <a:gd name="connsiteX0" fmla="*/ 3366 w 6343"/>
                  <a:gd name="connsiteY0" fmla="*/ 6468 h 6345"/>
                  <a:gd name="connsiteX1" fmla="*/ 5609 w 6343"/>
                  <a:gd name="connsiteY1" fmla="*/ 5538 h 6345"/>
                  <a:gd name="connsiteX2" fmla="*/ 6538 w 6343"/>
                  <a:gd name="connsiteY2" fmla="*/ 3295 h 6345"/>
                  <a:gd name="connsiteX3" fmla="*/ 5609 w 6343"/>
                  <a:gd name="connsiteY3" fmla="*/ 1052 h 6345"/>
                  <a:gd name="connsiteX4" fmla="*/ 3366 w 6343"/>
                  <a:gd name="connsiteY4" fmla="*/ 122 h 6345"/>
                  <a:gd name="connsiteX5" fmla="*/ 1124 w 6343"/>
                  <a:gd name="connsiteY5" fmla="*/ 1052 h 6345"/>
                  <a:gd name="connsiteX6" fmla="*/ 195 w 6343"/>
                  <a:gd name="connsiteY6" fmla="*/ 3295 h 6345"/>
                  <a:gd name="connsiteX7" fmla="*/ 1124 w 6343"/>
                  <a:gd name="connsiteY7" fmla="*/ 5538 h 6345"/>
                  <a:gd name="connsiteX8" fmla="*/ 336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6" y="6468"/>
                    </a:moveTo>
                    <a:cubicBezTo>
                      <a:pt x="4207" y="6468"/>
                      <a:pt x="5014" y="6133"/>
                      <a:pt x="5609" y="5538"/>
                    </a:cubicBezTo>
                    <a:cubicBezTo>
                      <a:pt x="6204" y="4943"/>
                      <a:pt x="6538" y="4136"/>
                      <a:pt x="6538" y="3295"/>
                    </a:cubicBezTo>
                    <a:cubicBezTo>
                      <a:pt x="6538" y="2454"/>
                      <a:pt x="6204" y="1646"/>
                      <a:pt x="5609" y="1052"/>
                    </a:cubicBezTo>
                    <a:cubicBezTo>
                      <a:pt x="5014" y="457"/>
                      <a:pt x="4207" y="122"/>
                      <a:pt x="3366" y="122"/>
                    </a:cubicBezTo>
                    <a:cubicBezTo>
                      <a:pt x="2525" y="122"/>
                      <a:pt x="1719" y="457"/>
                      <a:pt x="1124" y="1052"/>
                    </a:cubicBezTo>
                    <a:cubicBezTo>
                      <a:pt x="529" y="1646"/>
                      <a:pt x="195" y="2454"/>
                      <a:pt x="195" y="3295"/>
                    </a:cubicBezTo>
                    <a:cubicBezTo>
                      <a:pt x="195" y="4136"/>
                      <a:pt x="529" y="4943"/>
                      <a:pt x="1124" y="5538"/>
                    </a:cubicBezTo>
                    <a:cubicBezTo>
                      <a:pt x="1719" y="6133"/>
                      <a:pt x="2525" y="6468"/>
                      <a:pt x="336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6F567521-0BC7-85B3-0879-AAAE73C386A1}"/>
                  </a:ext>
                </a:extLst>
              </p:cNvPr>
              <p:cNvSpPr/>
              <p:nvPr/>
            </p:nvSpPr>
            <p:spPr>
              <a:xfrm>
                <a:off x="3330627" y="5030942"/>
                <a:ext cx="6343" cy="6345"/>
              </a:xfrm>
              <a:custGeom>
                <a:avLst/>
                <a:gdLst>
                  <a:gd name="connsiteX0" fmla="*/ 3367 w 6343"/>
                  <a:gd name="connsiteY0" fmla="*/ 6468 h 6345"/>
                  <a:gd name="connsiteX1" fmla="*/ 5610 w 6343"/>
                  <a:gd name="connsiteY1" fmla="*/ 5538 h 6345"/>
                  <a:gd name="connsiteX2" fmla="*/ 6538 w 6343"/>
                  <a:gd name="connsiteY2" fmla="*/ 3295 h 6345"/>
                  <a:gd name="connsiteX3" fmla="*/ 5610 w 6343"/>
                  <a:gd name="connsiteY3" fmla="*/ 1052 h 6345"/>
                  <a:gd name="connsiteX4" fmla="*/ 3367 w 6343"/>
                  <a:gd name="connsiteY4" fmla="*/ 122 h 6345"/>
                  <a:gd name="connsiteX5" fmla="*/ 1124 w 6343"/>
                  <a:gd name="connsiteY5" fmla="*/ 1052 h 6345"/>
                  <a:gd name="connsiteX6" fmla="*/ 195 w 6343"/>
                  <a:gd name="connsiteY6" fmla="*/ 3295 h 6345"/>
                  <a:gd name="connsiteX7" fmla="*/ 1124 w 6343"/>
                  <a:gd name="connsiteY7" fmla="*/ 5538 h 6345"/>
                  <a:gd name="connsiteX8" fmla="*/ 336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7" y="6468"/>
                    </a:moveTo>
                    <a:cubicBezTo>
                      <a:pt x="4208" y="6468"/>
                      <a:pt x="5015" y="6133"/>
                      <a:pt x="5610" y="5538"/>
                    </a:cubicBezTo>
                    <a:cubicBezTo>
                      <a:pt x="6204" y="4943"/>
                      <a:pt x="6538" y="4136"/>
                      <a:pt x="6538" y="3295"/>
                    </a:cubicBezTo>
                    <a:cubicBezTo>
                      <a:pt x="6538" y="2454"/>
                      <a:pt x="6204" y="1646"/>
                      <a:pt x="5610" y="1052"/>
                    </a:cubicBezTo>
                    <a:cubicBezTo>
                      <a:pt x="5015" y="457"/>
                      <a:pt x="4208" y="122"/>
                      <a:pt x="3367" y="122"/>
                    </a:cubicBezTo>
                    <a:cubicBezTo>
                      <a:pt x="2526" y="122"/>
                      <a:pt x="1719" y="457"/>
                      <a:pt x="1124" y="1052"/>
                    </a:cubicBezTo>
                    <a:cubicBezTo>
                      <a:pt x="530" y="1646"/>
                      <a:pt x="195" y="2454"/>
                      <a:pt x="195" y="3295"/>
                    </a:cubicBezTo>
                    <a:cubicBezTo>
                      <a:pt x="195" y="4136"/>
                      <a:pt x="530" y="4943"/>
                      <a:pt x="1124" y="5538"/>
                    </a:cubicBezTo>
                    <a:cubicBezTo>
                      <a:pt x="1719" y="6133"/>
                      <a:pt x="2526" y="6468"/>
                      <a:pt x="336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4F59A408-98E0-8C64-994C-2A5C3DC9B1D6}"/>
                  </a:ext>
                </a:extLst>
              </p:cNvPr>
              <p:cNvSpPr/>
              <p:nvPr/>
            </p:nvSpPr>
            <p:spPr>
              <a:xfrm>
                <a:off x="3337207" y="5030582"/>
                <a:ext cx="6343" cy="6345"/>
              </a:xfrm>
              <a:custGeom>
                <a:avLst/>
                <a:gdLst>
                  <a:gd name="connsiteX0" fmla="*/ 3367 w 6343"/>
                  <a:gd name="connsiteY0" fmla="*/ 6468 h 6345"/>
                  <a:gd name="connsiteX1" fmla="*/ 5610 w 6343"/>
                  <a:gd name="connsiteY1" fmla="*/ 5538 h 6345"/>
                  <a:gd name="connsiteX2" fmla="*/ 6539 w 6343"/>
                  <a:gd name="connsiteY2" fmla="*/ 3295 h 6345"/>
                  <a:gd name="connsiteX3" fmla="*/ 5610 w 6343"/>
                  <a:gd name="connsiteY3" fmla="*/ 1051 h 6345"/>
                  <a:gd name="connsiteX4" fmla="*/ 3367 w 6343"/>
                  <a:gd name="connsiteY4" fmla="*/ 122 h 6345"/>
                  <a:gd name="connsiteX5" fmla="*/ 1125 w 6343"/>
                  <a:gd name="connsiteY5" fmla="*/ 1051 h 6345"/>
                  <a:gd name="connsiteX6" fmla="*/ 196 w 6343"/>
                  <a:gd name="connsiteY6" fmla="*/ 3295 h 6345"/>
                  <a:gd name="connsiteX7" fmla="*/ 1125 w 6343"/>
                  <a:gd name="connsiteY7" fmla="*/ 5538 h 6345"/>
                  <a:gd name="connsiteX8" fmla="*/ 336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7" y="6468"/>
                    </a:moveTo>
                    <a:cubicBezTo>
                      <a:pt x="4209" y="6468"/>
                      <a:pt x="5015" y="6133"/>
                      <a:pt x="5610" y="5538"/>
                    </a:cubicBezTo>
                    <a:cubicBezTo>
                      <a:pt x="6205" y="4943"/>
                      <a:pt x="6539" y="4136"/>
                      <a:pt x="6539" y="3295"/>
                    </a:cubicBezTo>
                    <a:cubicBezTo>
                      <a:pt x="6539" y="2454"/>
                      <a:pt x="6205" y="1646"/>
                      <a:pt x="5610" y="1051"/>
                    </a:cubicBezTo>
                    <a:cubicBezTo>
                      <a:pt x="5015" y="457"/>
                      <a:pt x="4209" y="122"/>
                      <a:pt x="3367" y="122"/>
                    </a:cubicBezTo>
                    <a:cubicBezTo>
                      <a:pt x="2526" y="122"/>
                      <a:pt x="1720" y="457"/>
                      <a:pt x="1125" y="1051"/>
                    </a:cubicBezTo>
                    <a:cubicBezTo>
                      <a:pt x="530" y="1646"/>
                      <a:pt x="196" y="2454"/>
                      <a:pt x="196" y="3295"/>
                    </a:cubicBezTo>
                    <a:cubicBezTo>
                      <a:pt x="196" y="4136"/>
                      <a:pt x="530" y="4943"/>
                      <a:pt x="1125" y="5538"/>
                    </a:cubicBezTo>
                    <a:cubicBezTo>
                      <a:pt x="1720" y="6133"/>
                      <a:pt x="2526" y="6468"/>
                      <a:pt x="336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75F8C65E-DFDB-F47F-EFB4-3FBD07A3DC09}"/>
                  </a:ext>
                </a:extLst>
              </p:cNvPr>
              <p:cNvSpPr/>
              <p:nvPr/>
            </p:nvSpPr>
            <p:spPr>
              <a:xfrm>
                <a:off x="3342055" y="5027992"/>
                <a:ext cx="6343" cy="6345"/>
              </a:xfrm>
              <a:custGeom>
                <a:avLst/>
                <a:gdLst>
                  <a:gd name="connsiteX0" fmla="*/ 3368 w 6343"/>
                  <a:gd name="connsiteY0" fmla="*/ 6467 h 6345"/>
                  <a:gd name="connsiteX1" fmla="*/ 5610 w 6343"/>
                  <a:gd name="connsiteY1" fmla="*/ 5538 h 6345"/>
                  <a:gd name="connsiteX2" fmla="*/ 6539 w 6343"/>
                  <a:gd name="connsiteY2" fmla="*/ 3295 h 6345"/>
                  <a:gd name="connsiteX3" fmla="*/ 5610 w 6343"/>
                  <a:gd name="connsiteY3" fmla="*/ 1051 h 6345"/>
                  <a:gd name="connsiteX4" fmla="*/ 3368 w 6343"/>
                  <a:gd name="connsiteY4" fmla="*/ 122 h 6345"/>
                  <a:gd name="connsiteX5" fmla="*/ 1125 w 6343"/>
                  <a:gd name="connsiteY5" fmla="*/ 1051 h 6345"/>
                  <a:gd name="connsiteX6" fmla="*/ 196 w 6343"/>
                  <a:gd name="connsiteY6" fmla="*/ 3295 h 6345"/>
                  <a:gd name="connsiteX7" fmla="*/ 1125 w 6343"/>
                  <a:gd name="connsiteY7" fmla="*/ 5538 h 6345"/>
                  <a:gd name="connsiteX8" fmla="*/ 336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67"/>
                    </a:moveTo>
                    <a:cubicBezTo>
                      <a:pt x="4209" y="6467"/>
                      <a:pt x="5016" y="6133"/>
                      <a:pt x="5610" y="5538"/>
                    </a:cubicBezTo>
                    <a:cubicBezTo>
                      <a:pt x="6205" y="4943"/>
                      <a:pt x="6539" y="4136"/>
                      <a:pt x="6539" y="3295"/>
                    </a:cubicBezTo>
                    <a:cubicBezTo>
                      <a:pt x="6539" y="2453"/>
                      <a:pt x="6205" y="1646"/>
                      <a:pt x="5610" y="1051"/>
                    </a:cubicBezTo>
                    <a:cubicBezTo>
                      <a:pt x="5016" y="456"/>
                      <a:pt x="4209" y="122"/>
                      <a:pt x="3368" y="122"/>
                    </a:cubicBezTo>
                    <a:cubicBezTo>
                      <a:pt x="2527" y="122"/>
                      <a:pt x="1720" y="456"/>
                      <a:pt x="1125" y="1051"/>
                    </a:cubicBezTo>
                    <a:cubicBezTo>
                      <a:pt x="530" y="1646"/>
                      <a:pt x="196" y="2453"/>
                      <a:pt x="196" y="3295"/>
                    </a:cubicBezTo>
                    <a:cubicBezTo>
                      <a:pt x="196" y="4136"/>
                      <a:pt x="530" y="4943"/>
                      <a:pt x="1125" y="5538"/>
                    </a:cubicBezTo>
                    <a:cubicBezTo>
                      <a:pt x="1720" y="6133"/>
                      <a:pt x="2527" y="6467"/>
                      <a:pt x="336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AFC07BD1-B43F-8FA4-96F5-AF84524D8FE0}"/>
                  </a:ext>
                </a:extLst>
              </p:cNvPr>
              <p:cNvSpPr/>
              <p:nvPr/>
            </p:nvSpPr>
            <p:spPr>
              <a:xfrm>
                <a:off x="3347341" y="5026008"/>
                <a:ext cx="6343" cy="6345"/>
              </a:xfrm>
              <a:custGeom>
                <a:avLst/>
                <a:gdLst>
                  <a:gd name="connsiteX0" fmla="*/ 3368 w 6343"/>
                  <a:gd name="connsiteY0" fmla="*/ 6467 h 6345"/>
                  <a:gd name="connsiteX1" fmla="*/ 5611 w 6343"/>
                  <a:gd name="connsiteY1" fmla="*/ 5538 h 6345"/>
                  <a:gd name="connsiteX2" fmla="*/ 6540 w 6343"/>
                  <a:gd name="connsiteY2" fmla="*/ 3295 h 6345"/>
                  <a:gd name="connsiteX3" fmla="*/ 5611 w 6343"/>
                  <a:gd name="connsiteY3" fmla="*/ 1051 h 6345"/>
                  <a:gd name="connsiteX4" fmla="*/ 3368 w 6343"/>
                  <a:gd name="connsiteY4" fmla="*/ 122 h 6345"/>
                  <a:gd name="connsiteX5" fmla="*/ 1126 w 6343"/>
                  <a:gd name="connsiteY5" fmla="*/ 1051 h 6345"/>
                  <a:gd name="connsiteX6" fmla="*/ 197 w 6343"/>
                  <a:gd name="connsiteY6" fmla="*/ 3295 h 6345"/>
                  <a:gd name="connsiteX7" fmla="*/ 1126 w 6343"/>
                  <a:gd name="connsiteY7" fmla="*/ 5538 h 6345"/>
                  <a:gd name="connsiteX8" fmla="*/ 336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67"/>
                    </a:moveTo>
                    <a:cubicBezTo>
                      <a:pt x="4209" y="6467"/>
                      <a:pt x="5016" y="6133"/>
                      <a:pt x="5611" y="5538"/>
                    </a:cubicBezTo>
                    <a:cubicBezTo>
                      <a:pt x="6206" y="4943"/>
                      <a:pt x="6540" y="4136"/>
                      <a:pt x="6540" y="3295"/>
                    </a:cubicBezTo>
                    <a:cubicBezTo>
                      <a:pt x="6540" y="2453"/>
                      <a:pt x="6206" y="1646"/>
                      <a:pt x="5611" y="1051"/>
                    </a:cubicBezTo>
                    <a:cubicBezTo>
                      <a:pt x="5016" y="456"/>
                      <a:pt x="4209" y="122"/>
                      <a:pt x="3368" y="122"/>
                    </a:cubicBezTo>
                    <a:cubicBezTo>
                      <a:pt x="2527" y="122"/>
                      <a:pt x="1720" y="456"/>
                      <a:pt x="1126" y="1051"/>
                    </a:cubicBezTo>
                    <a:cubicBezTo>
                      <a:pt x="531" y="1646"/>
                      <a:pt x="197" y="2453"/>
                      <a:pt x="197" y="3295"/>
                    </a:cubicBezTo>
                    <a:cubicBezTo>
                      <a:pt x="197" y="4136"/>
                      <a:pt x="531" y="4943"/>
                      <a:pt x="1126" y="5538"/>
                    </a:cubicBezTo>
                    <a:cubicBezTo>
                      <a:pt x="1720" y="6133"/>
                      <a:pt x="2527" y="6467"/>
                      <a:pt x="336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DF9E51A6-2DF9-1935-0A12-B403B0CCCA5A}"/>
                  </a:ext>
                </a:extLst>
              </p:cNvPr>
              <p:cNvSpPr/>
              <p:nvPr/>
            </p:nvSpPr>
            <p:spPr>
              <a:xfrm>
                <a:off x="3352096" y="5023332"/>
                <a:ext cx="6343" cy="6345"/>
              </a:xfrm>
              <a:custGeom>
                <a:avLst/>
                <a:gdLst>
                  <a:gd name="connsiteX0" fmla="*/ 3369 w 6343"/>
                  <a:gd name="connsiteY0" fmla="*/ 6467 h 6345"/>
                  <a:gd name="connsiteX1" fmla="*/ 5611 w 6343"/>
                  <a:gd name="connsiteY1" fmla="*/ 5538 h 6345"/>
                  <a:gd name="connsiteX2" fmla="*/ 6540 w 6343"/>
                  <a:gd name="connsiteY2" fmla="*/ 3294 h 6345"/>
                  <a:gd name="connsiteX3" fmla="*/ 5611 w 6343"/>
                  <a:gd name="connsiteY3" fmla="*/ 1051 h 6345"/>
                  <a:gd name="connsiteX4" fmla="*/ 3369 w 6343"/>
                  <a:gd name="connsiteY4" fmla="*/ 122 h 6345"/>
                  <a:gd name="connsiteX5" fmla="*/ 1126 w 6343"/>
                  <a:gd name="connsiteY5" fmla="*/ 1051 h 6345"/>
                  <a:gd name="connsiteX6" fmla="*/ 197 w 6343"/>
                  <a:gd name="connsiteY6" fmla="*/ 3294 h 6345"/>
                  <a:gd name="connsiteX7" fmla="*/ 1126 w 6343"/>
                  <a:gd name="connsiteY7" fmla="*/ 5538 h 6345"/>
                  <a:gd name="connsiteX8" fmla="*/ 336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7"/>
                    </a:moveTo>
                    <a:cubicBezTo>
                      <a:pt x="4210" y="6467"/>
                      <a:pt x="5016" y="6133"/>
                      <a:pt x="5611" y="5538"/>
                    </a:cubicBezTo>
                    <a:cubicBezTo>
                      <a:pt x="6206" y="4943"/>
                      <a:pt x="6540" y="4136"/>
                      <a:pt x="6540" y="3294"/>
                    </a:cubicBezTo>
                    <a:cubicBezTo>
                      <a:pt x="6540" y="2453"/>
                      <a:pt x="6206" y="1646"/>
                      <a:pt x="5611" y="1051"/>
                    </a:cubicBezTo>
                    <a:cubicBezTo>
                      <a:pt x="5016" y="456"/>
                      <a:pt x="4210" y="122"/>
                      <a:pt x="3369" y="122"/>
                    </a:cubicBezTo>
                    <a:cubicBezTo>
                      <a:pt x="2528" y="122"/>
                      <a:pt x="1721" y="456"/>
                      <a:pt x="1126" y="1051"/>
                    </a:cubicBezTo>
                    <a:cubicBezTo>
                      <a:pt x="531" y="1646"/>
                      <a:pt x="197" y="2453"/>
                      <a:pt x="197" y="3294"/>
                    </a:cubicBezTo>
                    <a:cubicBezTo>
                      <a:pt x="197" y="4136"/>
                      <a:pt x="531" y="4943"/>
                      <a:pt x="1126" y="5538"/>
                    </a:cubicBezTo>
                    <a:cubicBezTo>
                      <a:pt x="1721" y="6133"/>
                      <a:pt x="2528" y="6467"/>
                      <a:pt x="336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14127064-172A-5547-48EA-F95198B7B4EF}"/>
                  </a:ext>
                </a:extLst>
              </p:cNvPr>
              <p:cNvSpPr/>
              <p:nvPr/>
            </p:nvSpPr>
            <p:spPr>
              <a:xfrm>
                <a:off x="3355277" y="5018488"/>
                <a:ext cx="6343" cy="6345"/>
              </a:xfrm>
              <a:custGeom>
                <a:avLst/>
                <a:gdLst>
                  <a:gd name="connsiteX0" fmla="*/ 3369 w 6343"/>
                  <a:gd name="connsiteY0" fmla="*/ 6467 h 6345"/>
                  <a:gd name="connsiteX1" fmla="*/ 5611 w 6343"/>
                  <a:gd name="connsiteY1" fmla="*/ 5537 h 6345"/>
                  <a:gd name="connsiteX2" fmla="*/ 6540 w 6343"/>
                  <a:gd name="connsiteY2" fmla="*/ 3294 h 6345"/>
                  <a:gd name="connsiteX3" fmla="*/ 5611 w 6343"/>
                  <a:gd name="connsiteY3" fmla="*/ 1051 h 6345"/>
                  <a:gd name="connsiteX4" fmla="*/ 3369 w 6343"/>
                  <a:gd name="connsiteY4" fmla="*/ 121 h 6345"/>
                  <a:gd name="connsiteX5" fmla="*/ 1126 w 6343"/>
                  <a:gd name="connsiteY5" fmla="*/ 1051 h 6345"/>
                  <a:gd name="connsiteX6" fmla="*/ 197 w 6343"/>
                  <a:gd name="connsiteY6" fmla="*/ 3294 h 6345"/>
                  <a:gd name="connsiteX7" fmla="*/ 1126 w 6343"/>
                  <a:gd name="connsiteY7" fmla="*/ 5537 h 6345"/>
                  <a:gd name="connsiteX8" fmla="*/ 336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7"/>
                    </a:moveTo>
                    <a:cubicBezTo>
                      <a:pt x="4210" y="6467"/>
                      <a:pt x="5017" y="6132"/>
                      <a:pt x="5611" y="5537"/>
                    </a:cubicBezTo>
                    <a:cubicBezTo>
                      <a:pt x="6206" y="4942"/>
                      <a:pt x="6540" y="4135"/>
                      <a:pt x="6540" y="3294"/>
                    </a:cubicBezTo>
                    <a:cubicBezTo>
                      <a:pt x="6540" y="2453"/>
                      <a:pt x="6206" y="1646"/>
                      <a:pt x="5611" y="1051"/>
                    </a:cubicBezTo>
                    <a:cubicBezTo>
                      <a:pt x="5017" y="456"/>
                      <a:pt x="4210" y="121"/>
                      <a:pt x="3369" y="121"/>
                    </a:cubicBezTo>
                    <a:cubicBezTo>
                      <a:pt x="2528" y="121"/>
                      <a:pt x="1721" y="456"/>
                      <a:pt x="1126" y="1051"/>
                    </a:cubicBezTo>
                    <a:cubicBezTo>
                      <a:pt x="531" y="1646"/>
                      <a:pt x="197" y="2453"/>
                      <a:pt x="197" y="3294"/>
                    </a:cubicBezTo>
                    <a:cubicBezTo>
                      <a:pt x="197" y="4135"/>
                      <a:pt x="531" y="4942"/>
                      <a:pt x="1126" y="5537"/>
                    </a:cubicBezTo>
                    <a:cubicBezTo>
                      <a:pt x="1721" y="6132"/>
                      <a:pt x="2528" y="6467"/>
                      <a:pt x="336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093A205B-B14B-5E61-0B29-B741AB5B8E7C}"/>
                  </a:ext>
                </a:extLst>
              </p:cNvPr>
              <p:cNvSpPr/>
              <p:nvPr/>
            </p:nvSpPr>
            <p:spPr>
              <a:xfrm>
                <a:off x="3359188" y="5014625"/>
                <a:ext cx="6343" cy="6345"/>
              </a:xfrm>
              <a:custGeom>
                <a:avLst/>
                <a:gdLst>
                  <a:gd name="connsiteX0" fmla="*/ 3369 w 6343"/>
                  <a:gd name="connsiteY0" fmla="*/ 6466 h 6345"/>
                  <a:gd name="connsiteX1" fmla="*/ 5612 w 6343"/>
                  <a:gd name="connsiteY1" fmla="*/ 5537 h 6345"/>
                  <a:gd name="connsiteX2" fmla="*/ 6541 w 6343"/>
                  <a:gd name="connsiteY2" fmla="*/ 3294 h 6345"/>
                  <a:gd name="connsiteX3" fmla="*/ 5612 w 6343"/>
                  <a:gd name="connsiteY3" fmla="*/ 1050 h 6345"/>
                  <a:gd name="connsiteX4" fmla="*/ 3369 w 6343"/>
                  <a:gd name="connsiteY4" fmla="*/ 121 h 6345"/>
                  <a:gd name="connsiteX5" fmla="*/ 1127 w 6343"/>
                  <a:gd name="connsiteY5" fmla="*/ 1050 h 6345"/>
                  <a:gd name="connsiteX6" fmla="*/ 198 w 6343"/>
                  <a:gd name="connsiteY6" fmla="*/ 3294 h 6345"/>
                  <a:gd name="connsiteX7" fmla="*/ 1127 w 6343"/>
                  <a:gd name="connsiteY7" fmla="*/ 5537 h 6345"/>
                  <a:gd name="connsiteX8" fmla="*/ 336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6"/>
                    </a:moveTo>
                    <a:cubicBezTo>
                      <a:pt x="4210" y="6466"/>
                      <a:pt x="5017" y="6132"/>
                      <a:pt x="5612" y="5537"/>
                    </a:cubicBezTo>
                    <a:cubicBezTo>
                      <a:pt x="6207" y="4942"/>
                      <a:pt x="6541" y="4135"/>
                      <a:pt x="6541" y="3294"/>
                    </a:cubicBezTo>
                    <a:cubicBezTo>
                      <a:pt x="6541" y="2452"/>
                      <a:pt x="6207" y="1645"/>
                      <a:pt x="5612" y="1050"/>
                    </a:cubicBezTo>
                    <a:cubicBezTo>
                      <a:pt x="5017" y="455"/>
                      <a:pt x="4210" y="121"/>
                      <a:pt x="3369" y="121"/>
                    </a:cubicBezTo>
                    <a:cubicBezTo>
                      <a:pt x="2528" y="121"/>
                      <a:pt x="1721" y="455"/>
                      <a:pt x="1127" y="1050"/>
                    </a:cubicBezTo>
                    <a:cubicBezTo>
                      <a:pt x="532" y="1645"/>
                      <a:pt x="198" y="2452"/>
                      <a:pt x="198" y="3294"/>
                    </a:cubicBezTo>
                    <a:cubicBezTo>
                      <a:pt x="198" y="4135"/>
                      <a:pt x="532" y="4942"/>
                      <a:pt x="1127" y="5537"/>
                    </a:cubicBezTo>
                    <a:cubicBezTo>
                      <a:pt x="1721" y="6132"/>
                      <a:pt x="2528" y="6466"/>
                      <a:pt x="336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018E5885-D5F5-1709-AAC2-0F2F5EA9F8F8}"/>
                  </a:ext>
                </a:extLst>
              </p:cNvPr>
              <p:cNvSpPr/>
              <p:nvPr/>
            </p:nvSpPr>
            <p:spPr>
              <a:xfrm>
                <a:off x="3362551" y="5009966"/>
                <a:ext cx="6343" cy="6345"/>
              </a:xfrm>
              <a:custGeom>
                <a:avLst/>
                <a:gdLst>
                  <a:gd name="connsiteX0" fmla="*/ 3369 w 6343"/>
                  <a:gd name="connsiteY0" fmla="*/ 6466 h 6345"/>
                  <a:gd name="connsiteX1" fmla="*/ 5612 w 6343"/>
                  <a:gd name="connsiteY1" fmla="*/ 5537 h 6345"/>
                  <a:gd name="connsiteX2" fmla="*/ 6541 w 6343"/>
                  <a:gd name="connsiteY2" fmla="*/ 3293 h 6345"/>
                  <a:gd name="connsiteX3" fmla="*/ 5612 w 6343"/>
                  <a:gd name="connsiteY3" fmla="*/ 1050 h 6345"/>
                  <a:gd name="connsiteX4" fmla="*/ 3369 w 6343"/>
                  <a:gd name="connsiteY4" fmla="*/ 121 h 6345"/>
                  <a:gd name="connsiteX5" fmla="*/ 1127 w 6343"/>
                  <a:gd name="connsiteY5" fmla="*/ 1050 h 6345"/>
                  <a:gd name="connsiteX6" fmla="*/ 198 w 6343"/>
                  <a:gd name="connsiteY6" fmla="*/ 3293 h 6345"/>
                  <a:gd name="connsiteX7" fmla="*/ 1127 w 6343"/>
                  <a:gd name="connsiteY7" fmla="*/ 5537 h 6345"/>
                  <a:gd name="connsiteX8" fmla="*/ 336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6"/>
                    </a:moveTo>
                    <a:cubicBezTo>
                      <a:pt x="4211" y="6466"/>
                      <a:pt x="5017" y="6132"/>
                      <a:pt x="5612" y="5537"/>
                    </a:cubicBezTo>
                    <a:cubicBezTo>
                      <a:pt x="6207" y="4942"/>
                      <a:pt x="6541" y="4135"/>
                      <a:pt x="6541" y="3293"/>
                    </a:cubicBezTo>
                    <a:cubicBezTo>
                      <a:pt x="6541" y="2452"/>
                      <a:pt x="6207" y="1645"/>
                      <a:pt x="5612" y="1050"/>
                    </a:cubicBezTo>
                    <a:cubicBezTo>
                      <a:pt x="5017" y="455"/>
                      <a:pt x="4211" y="121"/>
                      <a:pt x="3369" y="121"/>
                    </a:cubicBezTo>
                    <a:cubicBezTo>
                      <a:pt x="2528" y="121"/>
                      <a:pt x="1722" y="455"/>
                      <a:pt x="1127" y="1050"/>
                    </a:cubicBezTo>
                    <a:cubicBezTo>
                      <a:pt x="532" y="1645"/>
                      <a:pt x="198" y="2452"/>
                      <a:pt x="198" y="3293"/>
                    </a:cubicBezTo>
                    <a:cubicBezTo>
                      <a:pt x="198" y="4135"/>
                      <a:pt x="532" y="4942"/>
                      <a:pt x="1127" y="5537"/>
                    </a:cubicBezTo>
                    <a:cubicBezTo>
                      <a:pt x="1722" y="6132"/>
                      <a:pt x="2528" y="6466"/>
                      <a:pt x="336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0B65EF64-688A-41AB-DAFB-8CD6332518AF}"/>
                  </a:ext>
                </a:extLst>
              </p:cNvPr>
              <p:cNvSpPr/>
              <p:nvPr/>
            </p:nvSpPr>
            <p:spPr>
              <a:xfrm>
                <a:off x="3364486" y="5003210"/>
                <a:ext cx="6343" cy="6345"/>
              </a:xfrm>
              <a:custGeom>
                <a:avLst/>
                <a:gdLst>
                  <a:gd name="connsiteX0" fmla="*/ 3370 w 6343"/>
                  <a:gd name="connsiteY0" fmla="*/ 6465 h 6345"/>
                  <a:gd name="connsiteX1" fmla="*/ 5612 w 6343"/>
                  <a:gd name="connsiteY1" fmla="*/ 5536 h 6345"/>
                  <a:gd name="connsiteX2" fmla="*/ 6541 w 6343"/>
                  <a:gd name="connsiteY2" fmla="*/ 3293 h 6345"/>
                  <a:gd name="connsiteX3" fmla="*/ 5612 w 6343"/>
                  <a:gd name="connsiteY3" fmla="*/ 1049 h 6345"/>
                  <a:gd name="connsiteX4" fmla="*/ 3370 w 6343"/>
                  <a:gd name="connsiteY4" fmla="*/ 120 h 6345"/>
                  <a:gd name="connsiteX5" fmla="*/ 1127 w 6343"/>
                  <a:gd name="connsiteY5" fmla="*/ 1049 h 6345"/>
                  <a:gd name="connsiteX6" fmla="*/ 198 w 6343"/>
                  <a:gd name="connsiteY6" fmla="*/ 3293 h 6345"/>
                  <a:gd name="connsiteX7" fmla="*/ 1127 w 6343"/>
                  <a:gd name="connsiteY7" fmla="*/ 5536 h 6345"/>
                  <a:gd name="connsiteX8" fmla="*/ 3370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5"/>
                    </a:moveTo>
                    <a:cubicBezTo>
                      <a:pt x="4211" y="6465"/>
                      <a:pt x="5017" y="6131"/>
                      <a:pt x="5612" y="5536"/>
                    </a:cubicBezTo>
                    <a:cubicBezTo>
                      <a:pt x="6207" y="4941"/>
                      <a:pt x="6541" y="4134"/>
                      <a:pt x="6541" y="3293"/>
                    </a:cubicBezTo>
                    <a:cubicBezTo>
                      <a:pt x="6541" y="2451"/>
                      <a:pt x="6207" y="1644"/>
                      <a:pt x="5612" y="1049"/>
                    </a:cubicBezTo>
                    <a:cubicBezTo>
                      <a:pt x="5017" y="454"/>
                      <a:pt x="4211" y="120"/>
                      <a:pt x="3370" y="120"/>
                    </a:cubicBezTo>
                    <a:cubicBezTo>
                      <a:pt x="2528" y="120"/>
                      <a:pt x="1722" y="454"/>
                      <a:pt x="1127" y="1049"/>
                    </a:cubicBezTo>
                    <a:cubicBezTo>
                      <a:pt x="532" y="1644"/>
                      <a:pt x="198" y="2451"/>
                      <a:pt x="198" y="3293"/>
                    </a:cubicBezTo>
                    <a:cubicBezTo>
                      <a:pt x="198" y="4134"/>
                      <a:pt x="532" y="4941"/>
                      <a:pt x="1127" y="5536"/>
                    </a:cubicBezTo>
                    <a:cubicBezTo>
                      <a:pt x="1722" y="6131"/>
                      <a:pt x="2528" y="6465"/>
                      <a:pt x="3370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BA7A9381-B356-CF43-7EB8-AF479D554F7E}"/>
                  </a:ext>
                </a:extLst>
              </p:cNvPr>
              <p:cNvSpPr/>
              <p:nvPr/>
            </p:nvSpPr>
            <p:spPr>
              <a:xfrm>
                <a:off x="3365759" y="4995389"/>
                <a:ext cx="6343" cy="6345"/>
              </a:xfrm>
              <a:custGeom>
                <a:avLst/>
                <a:gdLst>
                  <a:gd name="connsiteX0" fmla="*/ 3370 w 6343"/>
                  <a:gd name="connsiteY0" fmla="*/ 6465 h 6345"/>
                  <a:gd name="connsiteX1" fmla="*/ 5612 w 6343"/>
                  <a:gd name="connsiteY1" fmla="*/ 5536 h 6345"/>
                  <a:gd name="connsiteX2" fmla="*/ 6541 w 6343"/>
                  <a:gd name="connsiteY2" fmla="*/ 3292 h 6345"/>
                  <a:gd name="connsiteX3" fmla="*/ 5612 w 6343"/>
                  <a:gd name="connsiteY3" fmla="*/ 1049 h 6345"/>
                  <a:gd name="connsiteX4" fmla="*/ 3370 w 6343"/>
                  <a:gd name="connsiteY4" fmla="*/ 119 h 6345"/>
                  <a:gd name="connsiteX5" fmla="*/ 1127 w 6343"/>
                  <a:gd name="connsiteY5" fmla="*/ 1049 h 6345"/>
                  <a:gd name="connsiteX6" fmla="*/ 198 w 6343"/>
                  <a:gd name="connsiteY6" fmla="*/ 3292 h 6345"/>
                  <a:gd name="connsiteX7" fmla="*/ 1127 w 6343"/>
                  <a:gd name="connsiteY7" fmla="*/ 5536 h 6345"/>
                  <a:gd name="connsiteX8" fmla="*/ 3370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5"/>
                    </a:moveTo>
                    <a:cubicBezTo>
                      <a:pt x="4211" y="6465"/>
                      <a:pt x="5018" y="6131"/>
                      <a:pt x="5612" y="5536"/>
                    </a:cubicBezTo>
                    <a:cubicBezTo>
                      <a:pt x="6207" y="4941"/>
                      <a:pt x="6541" y="4134"/>
                      <a:pt x="6541" y="3292"/>
                    </a:cubicBezTo>
                    <a:cubicBezTo>
                      <a:pt x="6541" y="2451"/>
                      <a:pt x="6207" y="1644"/>
                      <a:pt x="5612" y="1049"/>
                    </a:cubicBezTo>
                    <a:cubicBezTo>
                      <a:pt x="5018" y="454"/>
                      <a:pt x="4211" y="119"/>
                      <a:pt x="3370" y="119"/>
                    </a:cubicBezTo>
                    <a:cubicBezTo>
                      <a:pt x="2529" y="119"/>
                      <a:pt x="1722" y="454"/>
                      <a:pt x="1127" y="1049"/>
                    </a:cubicBezTo>
                    <a:cubicBezTo>
                      <a:pt x="532" y="1644"/>
                      <a:pt x="198" y="2451"/>
                      <a:pt x="198" y="3292"/>
                    </a:cubicBezTo>
                    <a:cubicBezTo>
                      <a:pt x="198" y="4134"/>
                      <a:pt x="532" y="4941"/>
                      <a:pt x="1127" y="5536"/>
                    </a:cubicBezTo>
                    <a:cubicBezTo>
                      <a:pt x="1722" y="6131"/>
                      <a:pt x="2529" y="6465"/>
                      <a:pt x="3370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AA1AC963-EDD2-7F83-4848-3D80581B9D2D}"/>
                  </a:ext>
                </a:extLst>
              </p:cNvPr>
              <p:cNvSpPr/>
              <p:nvPr/>
            </p:nvSpPr>
            <p:spPr>
              <a:xfrm>
                <a:off x="3367375" y="4987951"/>
                <a:ext cx="6343" cy="6345"/>
              </a:xfrm>
              <a:custGeom>
                <a:avLst/>
                <a:gdLst>
                  <a:gd name="connsiteX0" fmla="*/ 3370 w 6343"/>
                  <a:gd name="connsiteY0" fmla="*/ 6464 h 6345"/>
                  <a:gd name="connsiteX1" fmla="*/ 5612 w 6343"/>
                  <a:gd name="connsiteY1" fmla="*/ 5535 h 6345"/>
                  <a:gd name="connsiteX2" fmla="*/ 6541 w 6343"/>
                  <a:gd name="connsiteY2" fmla="*/ 3292 h 6345"/>
                  <a:gd name="connsiteX3" fmla="*/ 5612 w 6343"/>
                  <a:gd name="connsiteY3" fmla="*/ 1048 h 6345"/>
                  <a:gd name="connsiteX4" fmla="*/ 3370 w 6343"/>
                  <a:gd name="connsiteY4" fmla="*/ 119 h 6345"/>
                  <a:gd name="connsiteX5" fmla="*/ 1127 w 6343"/>
                  <a:gd name="connsiteY5" fmla="*/ 1048 h 6345"/>
                  <a:gd name="connsiteX6" fmla="*/ 198 w 6343"/>
                  <a:gd name="connsiteY6" fmla="*/ 3292 h 6345"/>
                  <a:gd name="connsiteX7" fmla="*/ 1127 w 6343"/>
                  <a:gd name="connsiteY7" fmla="*/ 5535 h 6345"/>
                  <a:gd name="connsiteX8" fmla="*/ 3370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4"/>
                    </a:moveTo>
                    <a:cubicBezTo>
                      <a:pt x="4211" y="6464"/>
                      <a:pt x="5018" y="6130"/>
                      <a:pt x="5612" y="5535"/>
                    </a:cubicBezTo>
                    <a:cubicBezTo>
                      <a:pt x="6207" y="4940"/>
                      <a:pt x="6541" y="4133"/>
                      <a:pt x="6541" y="3292"/>
                    </a:cubicBezTo>
                    <a:cubicBezTo>
                      <a:pt x="6541" y="2450"/>
                      <a:pt x="6207" y="1643"/>
                      <a:pt x="5612" y="1048"/>
                    </a:cubicBezTo>
                    <a:cubicBezTo>
                      <a:pt x="5018" y="453"/>
                      <a:pt x="4211" y="119"/>
                      <a:pt x="3370" y="119"/>
                    </a:cubicBezTo>
                    <a:cubicBezTo>
                      <a:pt x="2529" y="119"/>
                      <a:pt x="1722" y="453"/>
                      <a:pt x="1127" y="1048"/>
                    </a:cubicBezTo>
                    <a:cubicBezTo>
                      <a:pt x="532" y="1643"/>
                      <a:pt x="198" y="2450"/>
                      <a:pt x="198" y="3292"/>
                    </a:cubicBezTo>
                    <a:cubicBezTo>
                      <a:pt x="198" y="4133"/>
                      <a:pt x="532" y="4940"/>
                      <a:pt x="1127" y="5535"/>
                    </a:cubicBezTo>
                    <a:cubicBezTo>
                      <a:pt x="1722" y="6130"/>
                      <a:pt x="2529" y="6464"/>
                      <a:pt x="3370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EA2E7C16-09CB-38A4-E29C-EB5F2CCC9566}"/>
                  </a:ext>
                </a:extLst>
              </p:cNvPr>
              <p:cNvSpPr/>
              <p:nvPr/>
            </p:nvSpPr>
            <p:spPr>
              <a:xfrm>
                <a:off x="3364386" y="4973497"/>
                <a:ext cx="6343" cy="6345"/>
              </a:xfrm>
              <a:custGeom>
                <a:avLst/>
                <a:gdLst>
                  <a:gd name="connsiteX0" fmla="*/ 3370 w 6343"/>
                  <a:gd name="connsiteY0" fmla="*/ 6463 h 6345"/>
                  <a:gd name="connsiteX1" fmla="*/ 5612 w 6343"/>
                  <a:gd name="connsiteY1" fmla="*/ 5534 h 6345"/>
                  <a:gd name="connsiteX2" fmla="*/ 6541 w 6343"/>
                  <a:gd name="connsiteY2" fmla="*/ 3290 h 6345"/>
                  <a:gd name="connsiteX3" fmla="*/ 5612 w 6343"/>
                  <a:gd name="connsiteY3" fmla="*/ 1047 h 6345"/>
                  <a:gd name="connsiteX4" fmla="*/ 3370 w 6343"/>
                  <a:gd name="connsiteY4" fmla="*/ 118 h 6345"/>
                  <a:gd name="connsiteX5" fmla="*/ 1127 w 6343"/>
                  <a:gd name="connsiteY5" fmla="*/ 1047 h 6345"/>
                  <a:gd name="connsiteX6" fmla="*/ 198 w 6343"/>
                  <a:gd name="connsiteY6" fmla="*/ 3290 h 6345"/>
                  <a:gd name="connsiteX7" fmla="*/ 1127 w 6343"/>
                  <a:gd name="connsiteY7" fmla="*/ 5534 h 6345"/>
                  <a:gd name="connsiteX8" fmla="*/ 3370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3"/>
                    </a:moveTo>
                    <a:cubicBezTo>
                      <a:pt x="4211" y="6463"/>
                      <a:pt x="5017" y="6129"/>
                      <a:pt x="5612" y="5534"/>
                    </a:cubicBezTo>
                    <a:cubicBezTo>
                      <a:pt x="6207" y="4939"/>
                      <a:pt x="6541" y="4132"/>
                      <a:pt x="6541" y="3290"/>
                    </a:cubicBezTo>
                    <a:cubicBezTo>
                      <a:pt x="6541" y="2449"/>
                      <a:pt x="6207" y="1642"/>
                      <a:pt x="5612" y="1047"/>
                    </a:cubicBezTo>
                    <a:cubicBezTo>
                      <a:pt x="5017" y="452"/>
                      <a:pt x="4211" y="118"/>
                      <a:pt x="3370" y="118"/>
                    </a:cubicBezTo>
                    <a:cubicBezTo>
                      <a:pt x="2528" y="118"/>
                      <a:pt x="1722" y="452"/>
                      <a:pt x="1127" y="1047"/>
                    </a:cubicBezTo>
                    <a:cubicBezTo>
                      <a:pt x="532" y="1642"/>
                      <a:pt x="198" y="2449"/>
                      <a:pt x="198" y="3290"/>
                    </a:cubicBezTo>
                    <a:cubicBezTo>
                      <a:pt x="198" y="4132"/>
                      <a:pt x="532" y="4939"/>
                      <a:pt x="1127" y="5534"/>
                    </a:cubicBezTo>
                    <a:cubicBezTo>
                      <a:pt x="1722" y="6129"/>
                      <a:pt x="2528" y="6463"/>
                      <a:pt x="3370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1597480B-6DA8-41AB-E6A3-F5C54F15D24D}"/>
                  </a:ext>
                </a:extLst>
              </p:cNvPr>
              <p:cNvSpPr/>
              <p:nvPr/>
            </p:nvSpPr>
            <p:spPr>
              <a:xfrm>
                <a:off x="3362026" y="4959694"/>
                <a:ext cx="6343" cy="6345"/>
              </a:xfrm>
              <a:custGeom>
                <a:avLst/>
                <a:gdLst>
                  <a:gd name="connsiteX0" fmla="*/ 3369 w 6343"/>
                  <a:gd name="connsiteY0" fmla="*/ 6462 h 6345"/>
                  <a:gd name="connsiteX1" fmla="*/ 5612 w 6343"/>
                  <a:gd name="connsiteY1" fmla="*/ 5533 h 6345"/>
                  <a:gd name="connsiteX2" fmla="*/ 6541 w 6343"/>
                  <a:gd name="connsiteY2" fmla="*/ 3289 h 6345"/>
                  <a:gd name="connsiteX3" fmla="*/ 5612 w 6343"/>
                  <a:gd name="connsiteY3" fmla="*/ 1046 h 6345"/>
                  <a:gd name="connsiteX4" fmla="*/ 3369 w 6343"/>
                  <a:gd name="connsiteY4" fmla="*/ 117 h 6345"/>
                  <a:gd name="connsiteX5" fmla="*/ 1127 w 6343"/>
                  <a:gd name="connsiteY5" fmla="*/ 1046 h 6345"/>
                  <a:gd name="connsiteX6" fmla="*/ 198 w 6343"/>
                  <a:gd name="connsiteY6" fmla="*/ 3289 h 6345"/>
                  <a:gd name="connsiteX7" fmla="*/ 1127 w 6343"/>
                  <a:gd name="connsiteY7" fmla="*/ 5533 h 6345"/>
                  <a:gd name="connsiteX8" fmla="*/ 3369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2"/>
                    </a:moveTo>
                    <a:cubicBezTo>
                      <a:pt x="4211" y="6462"/>
                      <a:pt x="5017" y="6128"/>
                      <a:pt x="5612" y="5533"/>
                    </a:cubicBezTo>
                    <a:cubicBezTo>
                      <a:pt x="6207" y="4938"/>
                      <a:pt x="6541" y="4131"/>
                      <a:pt x="6541" y="3289"/>
                    </a:cubicBezTo>
                    <a:cubicBezTo>
                      <a:pt x="6541" y="2448"/>
                      <a:pt x="6207" y="1641"/>
                      <a:pt x="5612" y="1046"/>
                    </a:cubicBezTo>
                    <a:cubicBezTo>
                      <a:pt x="5017" y="451"/>
                      <a:pt x="4211" y="117"/>
                      <a:pt x="3369" y="117"/>
                    </a:cubicBezTo>
                    <a:cubicBezTo>
                      <a:pt x="2528" y="117"/>
                      <a:pt x="1722" y="451"/>
                      <a:pt x="1127" y="1046"/>
                    </a:cubicBezTo>
                    <a:cubicBezTo>
                      <a:pt x="532" y="1641"/>
                      <a:pt x="198" y="2448"/>
                      <a:pt x="198" y="3289"/>
                    </a:cubicBezTo>
                    <a:cubicBezTo>
                      <a:pt x="198" y="4131"/>
                      <a:pt x="532" y="4938"/>
                      <a:pt x="1127" y="5533"/>
                    </a:cubicBezTo>
                    <a:cubicBezTo>
                      <a:pt x="1722" y="6128"/>
                      <a:pt x="2528" y="6462"/>
                      <a:pt x="3369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00F7ECB9-A565-D861-E699-BF0D464F13D1}"/>
                  </a:ext>
                </a:extLst>
              </p:cNvPr>
              <p:cNvSpPr/>
              <p:nvPr/>
            </p:nvSpPr>
            <p:spPr>
              <a:xfrm>
                <a:off x="3362152" y="4949426"/>
                <a:ext cx="6343" cy="6345"/>
              </a:xfrm>
              <a:custGeom>
                <a:avLst/>
                <a:gdLst>
                  <a:gd name="connsiteX0" fmla="*/ 3369 w 6343"/>
                  <a:gd name="connsiteY0" fmla="*/ 6461 h 6345"/>
                  <a:gd name="connsiteX1" fmla="*/ 5612 w 6343"/>
                  <a:gd name="connsiteY1" fmla="*/ 5532 h 6345"/>
                  <a:gd name="connsiteX2" fmla="*/ 6541 w 6343"/>
                  <a:gd name="connsiteY2" fmla="*/ 3289 h 6345"/>
                  <a:gd name="connsiteX3" fmla="*/ 5612 w 6343"/>
                  <a:gd name="connsiteY3" fmla="*/ 1045 h 6345"/>
                  <a:gd name="connsiteX4" fmla="*/ 3369 w 6343"/>
                  <a:gd name="connsiteY4" fmla="*/ 116 h 6345"/>
                  <a:gd name="connsiteX5" fmla="*/ 1127 w 6343"/>
                  <a:gd name="connsiteY5" fmla="*/ 1045 h 6345"/>
                  <a:gd name="connsiteX6" fmla="*/ 198 w 6343"/>
                  <a:gd name="connsiteY6" fmla="*/ 3289 h 6345"/>
                  <a:gd name="connsiteX7" fmla="*/ 1127 w 6343"/>
                  <a:gd name="connsiteY7" fmla="*/ 5532 h 6345"/>
                  <a:gd name="connsiteX8" fmla="*/ 3369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1"/>
                    </a:moveTo>
                    <a:cubicBezTo>
                      <a:pt x="4211" y="6461"/>
                      <a:pt x="5017" y="6127"/>
                      <a:pt x="5612" y="5532"/>
                    </a:cubicBezTo>
                    <a:cubicBezTo>
                      <a:pt x="6207" y="4937"/>
                      <a:pt x="6541" y="4130"/>
                      <a:pt x="6541" y="3289"/>
                    </a:cubicBezTo>
                    <a:cubicBezTo>
                      <a:pt x="6541" y="2447"/>
                      <a:pt x="6207" y="1640"/>
                      <a:pt x="5612" y="1045"/>
                    </a:cubicBezTo>
                    <a:cubicBezTo>
                      <a:pt x="5017" y="450"/>
                      <a:pt x="4211" y="116"/>
                      <a:pt x="3369" y="116"/>
                    </a:cubicBezTo>
                    <a:cubicBezTo>
                      <a:pt x="2528" y="116"/>
                      <a:pt x="1722" y="450"/>
                      <a:pt x="1127" y="1045"/>
                    </a:cubicBezTo>
                    <a:cubicBezTo>
                      <a:pt x="532" y="1640"/>
                      <a:pt x="198" y="2447"/>
                      <a:pt x="198" y="3289"/>
                    </a:cubicBezTo>
                    <a:cubicBezTo>
                      <a:pt x="198" y="4130"/>
                      <a:pt x="532" y="4937"/>
                      <a:pt x="1127" y="5532"/>
                    </a:cubicBezTo>
                    <a:cubicBezTo>
                      <a:pt x="1722" y="6127"/>
                      <a:pt x="2528" y="6461"/>
                      <a:pt x="3369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598D1CE4-35F0-7B27-DA5D-02BB1CB6F3B9}"/>
                  </a:ext>
                </a:extLst>
              </p:cNvPr>
              <p:cNvSpPr/>
              <p:nvPr/>
            </p:nvSpPr>
            <p:spPr>
              <a:xfrm>
                <a:off x="3363283" y="4940534"/>
                <a:ext cx="6343" cy="6345"/>
              </a:xfrm>
              <a:custGeom>
                <a:avLst/>
                <a:gdLst>
                  <a:gd name="connsiteX0" fmla="*/ 3369 w 6343"/>
                  <a:gd name="connsiteY0" fmla="*/ 6461 h 6345"/>
                  <a:gd name="connsiteX1" fmla="*/ 5612 w 6343"/>
                  <a:gd name="connsiteY1" fmla="*/ 5531 h 6345"/>
                  <a:gd name="connsiteX2" fmla="*/ 6541 w 6343"/>
                  <a:gd name="connsiteY2" fmla="*/ 3288 h 6345"/>
                  <a:gd name="connsiteX3" fmla="*/ 5612 w 6343"/>
                  <a:gd name="connsiteY3" fmla="*/ 1044 h 6345"/>
                  <a:gd name="connsiteX4" fmla="*/ 3369 w 6343"/>
                  <a:gd name="connsiteY4" fmla="*/ 115 h 6345"/>
                  <a:gd name="connsiteX5" fmla="*/ 1127 w 6343"/>
                  <a:gd name="connsiteY5" fmla="*/ 1044 h 6345"/>
                  <a:gd name="connsiteX6" fmla="*/ 198 w 6343"/>
                  <a:gd name="connsiteY6" fmla="*/ 3288 h 6345"/>
                  <a:gd name="connsiteX7" fmla="*/ 1127 w 6343"/>
                  <a:gd name="connsiteY7" fmla="*/ 5531 h 6345"/>
                  <a:gd name="connsiteX8" fmla="*/ 3369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1"/>
                    </a:moveTo>
                    <a:cubicBezTo>
                      <a:pt x="4211" y="6461"/>
                      <a:pt x="5017" y="6126"/>
                      <a:pt x="5612" y="5531"/>
                    </a:cubicBezTo>
                    <a:cubicBezTo>
                      <a:pt x="6207" y="4936"/>
                      <a:pt x="6541" y="4129"/>
                      <a:pt x="6541" y="3288"/>
                    </a:cubicBezTo>
                    <a:cubicBezTo>
                      <a:pt x="6541" y="2446"/>
                      <a:pt x="6207" y="1639"/>
                      <a:pt x="5612" y="1044"/>
                    </a:cubicBezTo>
                    <a:cubicBezTo>
                      <a:pt x="5017" y="449"/>
                      <a:pt x="4211" y="115"/>
                      <a:pt x="3369" y="115"/>
                    </a:cubicBezTo>
                    <a:cubicBezTo>
                      <a:pt x="2528" y="115"/>
                      <a:pt x="1722" y="449"/>
                      <a:pt x="1127" y="1044"/>
                    </a:cubicBezTo>
                    <a:cubicBezTo>
                      <a:pt x="532" y="1639"/>
                      <a:pt x="198" y="2446"/>
                      <a:pt x="198" y="3288"/>
                    </a:cubicBezTo>
                    <a:cubicBezTo>
                      <a:pt x="198" y="4129"/>
                      <a:pt x="532" y="4936"/>
                      <a:pt x="1127" y="5531"/>
                    </a:cubicBezTo>
                    <a:cubicBezTo>
                      <a:pt x="1722" y="6126"/>
                      <a:pt x="2528" y="6461"/>
                      <a:pt x="3369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B41843BC-6F30-6400-2B4D-E5971BAF53C0}"/>
                  </a:ext>
                </a:extLst>
              </p:cNvPr>
              <p:cNvSpPr/>
              <p:nvPr/>
            </p:nvSpPr>
            <p:spPr>
              <a:xfrm>
                <a:off x="3365269" y="4932833"/>
                <a:ext cx="6343" cy="6345"/>
              </a:xfrm>
              <a:custGeom>
                <a:avLst/>
                <a:gdLst>
                  <a:gd name="connsiteX0" fmla="*/ 3370 w 6343"/>
                  <a:gd name="connsiteY0" fmla="*/ 6460 h 6345"/>
                  <a:gd name="connsiteX1" fmla="*/ 5612 w 6343"/>
                  <a:gd name="connsiteY1" fmla="*/ 5531 h 6345"/>
                  <a:gd name="connsiteX2" fmla="*/ 6541 w 6343"/>
                  <a:gd name="connsiteY2" fmla="*/ 3287 h 6345"/>
                  <a:gd name="connsiteX3" fmla="*/ 5612 w 6343"/>
                  <a:gd name="connsiteY3" fmla="*/ 1044 h 6345"/>
                  <a:gd name="connsiteX4" fmla="*/ 3370 w 6343"/>
                  <a:gd name="connsiteY4" fmla="*/ 115 h 6345"/>
                  <a:gd name="connsiteX5" fmla="*/ 1127 w 6343"/>
                  <a:gd name="connsiteY5" fmla="*/ 1044 h 6345"/>
                  <a:gd name="connsiteX6" fmla="*/ 198 w 6343"/>
                  <a:gd name="connsiteY6" fmla="*/ 3287 h 6345"/>
                  <a:gd name="connsiteX7" fmla="*/ 1127 w 6343"/>
                  <a:gd name="connsiteY7" fmla="*/ 5531 h 6345"/>
                  <a:gd name="connsiteX8" fmla="*/ 3370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0"/>
                    </a:moveTo>
                    <a:cubicBezTo>
                      <a:pt x="4211" y="6460"/>
                      <a:pt x="5018" y="6126"/>
                      <a:pt x="5612" y="5531"/>
                    </a:cubicBezTo>
                    <a:cubicBezTo>
                      <a:pt x="6207" y="4936"/>
                      <a:pt x="6541" y="4129"/>
                      <a:pt x="6541" y="3287"/>
                    </a:cubicBezTo>
                    <a:cubicBezTo>
                      <a:pt x="6541" y="2446"/>
                      <a:pt x="6207" y="1639"/>
                      <a:pt x="5612" y="1044"/>
                    </a:cubicBezTo>
                    <a:cubicBezTo>
                      <a:pt x="5018" y="449"/>
                      <a:pt x="4211" y="115"/>
                      <a:pt x="3370" y="115"/>
                    </a:cubicBezTo>
                    <a:cubicBezTo>
                      <a:pt x="2529" y="115"/>
                      <a:pt x="1722" y="449"/>
                      <a:pt x="1127" y="1044"/>
                    </a:cubicBezTo>
                    <a:cubicBezTo>
                      <a:pt x="532" y="1639"/>
                      <a:pt x="198" y="2446"/>
                      <a:pt x="198" y="3287"/>
                    </a:cubicBezTo>
                    <a:cubicBezTo>
                      <a:pt x="198" y="4129"/>
                      <a:pt x="532" y="4936"/>
                      <a:pt x="1127" y="5531"/>
                    </a:cubicBezTo>
                    <a:cubicBezTo>
                      <a:pt x="1722" y="6126"/>
                      <a:pt x="2529" y="6460"/>
                      <a:pt x="3370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1A14A05B-ADA7-D76B-6CDA-5AD42ECFD2CF}"/>
                  </a:ext>
                </a:extLst>
              </p:cNvPr>
              <p:cNvSpPr/>
              <p:nvPr/>
            </p:nvSpPr>
            <p:spPr>
              <a:xfrm>
                <a:off x="3366825" y="4924319"/>
                <a:ext cx="6343" cy="6345"/>
              </a:xfrm>
              <a:custGeom>
                <a:avLst/>
                <a:gdLst>
                  <a:gd name="connsiteX0" fmla="*/ 3370 w 6343"/>
                  <a:gd name="connsiteY0" fmla="*/ 6459 h 6345"/>
                  <a:gd name="connsiteX1" fmla="*/ 5612 w 6343"/>
                  <a:gd name="connsiteY1" fmla="*/ 5530 h 6345"/>
                  <a:gd name="connsiteX2" fmla="*/ 6541 w 6343"/>
                  <a:gd name="connsiteY2" fmla="*/ 3287 h 6345"/>
                  <a:gd name="connsiteX3" fmla="*/ 5612 w 6343"/>
                  <a:gd name="connsiteY3" fmla="*/ 1043 h 6345"/>
                  <a:gd name="connsiteX4" fmla="*/ 3370 w 6343"/>
                  <a:gd name="connsiteY4" fmla="*/ 114 h 6345"/>
                  <a:gd name="connsiteX5" fmla="*/ 1127 w 6343"/>
                  <a:gd name="connsiteY5" fmla="*/ 1043 h 6345"/>
                  <a:gd name="connsiteX6" fmla="*/ 198 w 6343"/>
                  <a:gd name="connsiteY6" fmla="*/ 3287 h 6345"/>
                  <a:gd name="connsiteX7" fmla="*/ 1127 w 6343"/>
                  <a:gd name="connsiteY7" fmla="*/ 5530 h 6345"/>
                  <a:gd name="connsiteX8" fmla="*/ 3370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9"/>
                    </a:moveTo>
                    <a:cubicBezTo>
                      <a:pt x="4211" y="6459"/>
                      <a:pt x="5018" y="6125"/>
                      <a:pt x="5612" y="5530"/>
                    </a:cubicBezTo>
                    <a:cubicBezTo>
                      <a:pt x="6207" y="4935"/>
                      <a:pt x="6541" y="4128"/>
                      <a:pt x="6541" y="3287"/>
                    </a:cubicBezTo>
                    <a:cubicBezTo>
                      <a:pt x="6541" y="2445"/>
                      <a:pt x="6207" y="1638"/>
                      <a:pt x="5612" y="1043"/>
                    </a:cubicBezTo>
                    <a:cubicBezTo>
                      <a:pt x="5018" y="448"/>
                      <a:pt x="4211" y="114"/>
                      <a:pt x="3370" y="114"/>
                    </a:cubicBezTo>
                    <a:cubicBezTo>
                      <a:pt x="2529" y="114"/>
                      <a:pt x="1722" y="448"/>
                      <a:pt x="1127" y="1043"/>
                    </a:cubicBezTo>
                    <a:cubicBezTo>
                      <a:pt x="532" y="1638"/>
                      <a:pt x="198" y="2445"/>
                      <a:pt x="198" y="3287"/>
                    </a:cubicBezTo>
                    <a:cubicBezTo>
                      <a:pt x="198" y="4128"/>
                      <a:pt x="532" y="4935"/>
                      <a:pt x="1127" y="5530"/>
                    </a:cubicBezTo>
                    <a:cubicBezTo>
                      <a:pt x="1722" y="6125"/>
                      <a:pt x="2529" y="6459"/>
                      <a:pt x="3370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B521AE6F-E750-98D8-B82E-D3A3A7A9E510}"/>
                  </a:ext>
                </a:extLst>
              </p:cNvPr>
              <p:cNvSpPr/>
              <p:nvPr/>
            </p:nvSpPr>
            <p:spPr>
              <a:xfrm>
                <a:off x="3367918" y="4914901"/>
                <a:ext cx="6343" cy="6345"/>
              </a:xfrm>
              <a:custGeom>
                <a:avLst/>
                <a:gdLst>
                  <a:gd name="connsiteX0" fmla="*/ 3370 w 6343"/>
                  <a:gd name="connsiteY0" fmla="*/ 6459 h 6345"/>
                  <a:gd name="connsiteX1" fmla="*/ 5612 w 6343"/>
                  <a:gd name="connsiteY1" fmla="*/ 5529 h 6345"/>
                  <a:gd name="connsiteX2" fmla="*/ 6541 w 6343"/>
                  <a:gd name="connsiteY2" fmla="*/ 3286 h 6345"/>
                  <a:gd name="connsiteX3" fmla="*/ 5612 w 6343"/>
                  <a:gd name="connsiteY3" fmla="*/ 1042 h 6345"/>
                  <a:gd name="connsiteX4" fmla="*/ 3370 w 6343"/>
                  <a:gd name="connsiteY4" fmla="*/ 113 h 6345"/>
                  <a:gd name="connsiteX5" fmla="*/ 1127 w 6343"/>
                  <a:gd name="connsiteY5" fmla="*/ 1042 h 6345"/>
                  <a:gd name="connsiteX6" fmla="*/ 198 w 6343"/>
                  <a:gd name="connsiteY6" fmla="*/ 3286 h 6345"/>
                  <a:gd name="connsiteX7" fmla="*/ 1127 w 6343"/>
                  <a:gd name="connsiteY7" fmla="*/ 5529 h 6345"/>
                  <a:gd name="connsiteX8" fmla="*/ 3370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9"/>
                    </a:moveTo>
                    <a:cubicBezTo>
                      <a:pt x="4211" y="6459"/>
                      <a:pt x="5018" y="6124"/>
                      <a:pt x="5612" y="5529"/>
                    </a:cubicBezTo>
                    <a:cubicBezTo>
                      <a:pt x="6207" y="4934"/>
                      <a:pt x="6541" y="4127"/>
                      <a:pt x="6541" y="3286"/>
                    </a:cubicBezTo>
                    <a:cubicBezTo>
                      <a:pt x="6541" y="2444"/>
                      <a:pt x="6207" y="1637"/>
                      <a:pt x="5612" y="1042"/>
                    </a:cubicBezTo>
                    <a:cubicBezTo>
                      <a:pt x="5018" y="447"/>
                      <a:pt x="4211" y="113"/>
                      <a:pt x="3370" y="113"/>
                    </a:cubicBezTo>
                    <a:cubicBezTo>
                      <a:pt x="2529" y="113"/>
                      <a:pt x="1722" y="447"/>
                      <a:pt x="1127" y="1042"/>
                    </a:cubicBezTo>
                    <a:cubicBezTo>
                      <a:pt x="532" y="1637"/>
                      <a:pt x="198" y="2444"/>
                      <a:pt x="198" y="3286"/>
                    </a:cubicBezTo>
                    <a:cubicBezTo>
                      <a:pt x="198" y="4127"/>
                      <a:pt x="532" y="4934"/>
                      <a:pt x="1127" y="5529"/>
                    </a:cubicBezTo>
                    <a:cubicBezTo>
                      <a:pt x="1722" y="6124"/>
                      <a:pt x="2529" y="6459"/>
                      <a:pt x="3370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4CF2D415-D424-12F4-6D1A-D8C43FF15CB3}"/>
                  </a:ext>
                </a:extLst>
              </p:cNvPr>
              <p:cNvSpPr/>
              <p:nvPr/>
            </p:nvSpPr>
            <p:spPr>
              <a:xfrm>
                <a:off x="3367947" y="4903555"/>
                <a:ext cx="6343" cy="6345"/>
              </a:xfrm>
              <a:custGeom>
                <a:avLst/>
                <a:gdLst>
                  <a:gd name="connsiteX0" fmla="*/ 3370 w 6343"/>
                  <a:gd name="connsiteY0" fmla="*/ 6458 h 6345"/>
                  <a:gd name="connsiteX1" fmla="*/ 5612 w 6343"/>
                  <a:gd name="connsiteY1" fmla="*/ 5528 h 6345"/>
                  <a:gd name="connsiteX2" fmla="*/ 6541 w 6343"/>
                  <a:gd name="connsiteY2" fmla="*/ 3285 h 6345"/>
                  <a:gd name="connsiteX3" fmla="*/ 5612 w 6343"/>
                  <a:gd name="connsiteY3" fmla="*/ 1041 h 6345"/>
                  <a:gd name="connsiteX4" fmla="*/ 3370 w 6343"/>
                  <a:gd name="connsiteY4" fmla="*/ 112 h 6345"/>
                  <a:gd name="connsiteX5" fmla="*/ 1127 w 6343"/>
                  <a:gd name="connsiteY5" fmla="*/ 1041 h 6345"/>
                  <a:gd name="connsiteX6" fmla="*/ 198 w 6343"/>
                  <a:gd name="connsiteY6" fmla="*/ 3285 h 6345"/>
                  <a:gd name="connsiteX7" fmla="*/ 1127 w 6343"/>
                  <a:gd name="connsiteY7" fmla="*/ 5528 h 6345"/>
                  <a:gd name="connsiteX8" fmla="*/ 3370 w 6343"/>
                  <a:gd name="connsiteY8" fmla="*/ 64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8"/>
                    </a:moveTo>
                    <a:cubicBezTo>
                      <a:pt x="4211" y="6458"/>
                      <a:pt x="5018" y="6123"/>
                      <a:pt x="5612" y="5528"/>
                    </a:cubicBezTo>
                    <a:cubicBezTo>
                      <a:pt x="6207" y="4933"/>
                      <a:pt x="6541" y="4126"/>
                      <a:pt x="6541" y="3285"/>
                    </a:cubicBezTo>
                    <a:cubicBezTo>
                      <a:pt x="6541" y="2444"/>
                      <a:pt x="6207" y="1636"/>
                      <a:pt x="5612" y="1041"/>
                    </a:cubicBezTo>
                    <a:cubicBezTo>
                      <a:pt x="5018" y="447"/>
                      <a:pt x="4211" y="112"/>
                      <a:pt x="3370" y="112"/>
                    </a:cubicBezTo>
                    <a:cubicBezTo>
                      <a:pt x="2529" y="112"/>
                      <a:pt x="1722" y="447"/>
                      <a:pt x="1127" y="1041"/>
                    </a:cubicBezTo>
                    <a:cubicBezTo>
                      <a:pt x="532" y="1636"/>
                      <a:pt x="198" y="2444"/>
                      <a:pt x="198" y="3285"/>
                    </a:cubicBezTo>
                    <a:cubicBezTo>
                      <a:pt x="198" y="4126"/>
                      <a:pt x="532" y="4933"/>
                      <a:pt x="1127" y="5528"/>
                    </a:cubicBezTo>
                    <a:cubicBezTo>
                      <a:pt x="1722" y="6123"/>
                      <a:pt x="2529" y="6458"/>
                      <a:pt x="3370" y="64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77D466A1-CEC3-15E8-B7C0-078163222BFD}"/>
                  </a:ext>
                </a:extLst>
              </p:cNvPr>
              <p:cNvSpPr/>
              <p:nvPr/>
            </p:nvSpPr>
            <p:spPr>
              <a:xfrm>
                <a:off x="3369123" y="4893894"/>
                <a:ext cx="6343" cy="6345"/>
              </a:xfrm>
              <a:custGeom>
                <a:avLst/>
                <a:gdLst>
                  <a:gd name="connsiteX0" fmla="*/ 3370 w 6343"/>
                  <a:gd name="connsiteY0" fmla="*/ 6457 h 6345"/>
                  <a:gd name="connsiteX1" fmla="*/ 5613 w 6343"/>
                  <a:gd name="connsiteY1" fmla="*/ 5528 h 6345"/>
                  <a:gd name="connsiteX2" fmla="*/ 6542 w 6343"/>
                  <a:gd name="connsiteY2" fmla="*/ 3284 h 6345"/>
                  <a:gd name="connsiteX3" fmla="*/ 5613 w 6343"/>
                  <a:gd name="connsiteY3" fmla="*/ 1041 h 6345"/>
                  <a:gd name="connsiteX4" fmla="*/ 3370 w 6343"/>
                  <a:gd name="connsiteY4" fmla="*/ 111 h 6345"/>
                  <a:gd name="connsiteX5" fmla="*/ 1127 w 6343"/>
                  <a:gd name="connsiteY5" fmla="*/ 1041 h 6345"/>
                  <a:gd name="connsiteX6" fmla="*/ 198 w 6343"/>
                  <a:gd name="connsiteY6" fmla="*/ 3284 h 6345"/>
                  <a:gd name="connsiteX7" fmla="*/ 1127 w 6343"/>
                  <a:gd name="connsiteY7" fmla="*/ 5528 h 6345"/>
                  <a:gd name="connsiteX8" fmla="*/ 3370 w 6343"/>
                  <a:gd name="connsiteY8" fmla="*/ 64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7"/>
                    </a:moveTo>
                    <a:cubicBezTo>
                      <a:pt x="4211" y="6457"/>
                      <a:pt x="5018" y="6123"/>
                      <a:pt x="5613" y="5528"/>
                    </a:cubicBezTo>
                    <a:cubicBezTo>
                      <a:pt x="6207" y="4933"/>
                      <a:pt x="6542" y="4126"/>
                      <a:pt x="6542" y="3284"/>
                    </a:cubicBezTo>
                    <a:cubicBezTo>
                      <a:pt x="6542" y="2443"/>
                      <a:pt x="6207" y="1636"/>
                      <a:pt x="5613" y="1041"/>
                    </a:cubicBezTo>
                    <a:cubicBezTo>
                      <a:pt x="5018" y="446"/>
                      <a:pt x="4211" y="111"/>
                      <a:pt x="3370" y="111"/>
                    </a:cubicBezTo>
                    <a:cubicBezTo>
                      <a:pt x="2529" y="111"/>
                      <a:pt x="1722" y="446"/>
                      <a:pt x="1127" y="1041"/>
                    </a:cubicBezTo>
                    <a:cubicBezTo>
                      <a:pt x="533" y="1636"/>
                      <a:pt x="198" y="2443"/>
                      <a:pt x="198" y="3284"/>
                    </a:cubicBezTo>
                    <a:cubicBezTo>
                      <a:pt x="198" y="4126"/>
                      <a:pt x="533" y="4933"/>
                      <a:pt x="1127" y="5528"/>
                    </a:cubicBezTo>
                    <a:cubicBezTo>
                      <a:pt x="1722" y="6123"/>
                      <a:pt x="2529" y="6457"/>
                      <a:pt x="3370" y="64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F3B10288-7A03-EEB4-D16F-0C9087C02397}"/>
                  </a:ext>
                </a:extLst>
              </p:cNvPr>
              <p:cNvSpPr/>
              <p:nvPr/>
            </p:nvSpPr>
            <p:spPr>
              <a:xfrm>
                <a:off x="3370544" y="4884462"/>
                <a:ext cx="6343" cy="6345"/>
              </a:xfrm>
              <a:custGeom>
                <a:avLst/>
                <a:gdLst>
                  <a:gd name="connsiteX0" fmla="*/ 3370 w 6343"/>
                  <a:gd name="connsiteY0" fmla="*/ 6456 h 6345"/>
                  <a:gd name="connsiteX1" fmla="*/ 5613 w 6343"/>
                  <a:gd name="connsiteY1" fmla="*/ 5527 h 6345"/>
                  <a:gd name="connsiteX2" fmla="*/ 6542 w 6343"/>
                  <a:gd name="connsiteY2" fmla="*/ 3283 h 6345"/>
                  <a:gd name="connsiteX3" fmla="*/ 5613 w 6343"/>
                  <a:gd name="connsiteY3" fmla="*/ 1040 h 6345"/>
                  <a:gd name="connsiteX4" fmla="*/ 3370 w 6343"/>
                  <a:gd name="connsiteY4" fmla="*/ 111 h 6345"/>
                  <a:gd name="connsiteX5" fmla="*/ 1127 w 6343"/>
                  <a:gd name="connsiteY5" fmla="*/ 1040 h 6345"/>
                  <a:gd name="connsiteX6" fmla="*/ 199 w 6343"/>
                  <a:gd name="connsiteY6" fmla="*/ 3283 h 6345"/>
                  <a:gd name="connsiteX7" fmla="*/ 1127 w 6343"/>
                  <a:gd name="connsiteY7" fmla="*/ 5527 h 6345"/>
                  <a:gd name="connsiteX8" fmla="*/ 3370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6"/>
                    </a:moveTo>
                    <a:cubicBezTo>
                      <a:pt x="4211" y="6456"/>
                      <a:pt x="5018" y="6122"/>
                      <a:pt x="5613" y="5527"/>
                    </a:cubicBezTo>
                    <a:cubicBezTo>
                      <a:pt x="6207" y="4932"/>
                      <a:pt x="6542" y="4125"/>
                      <a:pt x="6542" y="3283"/>
                    </a:cubicBezTo>
                    <a:cubicBezTo>
                      <a:pt x="6542" y="2442"/>
                      <a:pt x="6207" y="1635"/>
                      <a:pt x="5613" y="1040"/>
                    </a:cubicBezTo>
                    <a:cubicBezTo>
                      <a:pt x="5018" y="445"/>
                      <a:pt x="4211" y="111"/>
                      <a:pt x="3370" y="111"/>
                    </a:cubicBezTo>
                    <a:cubicBezTo>
                      <a:pt x="2529" y="111"/>
                      <a:pt x="1722" y="445"/>
                      <a:pt x="1127" y="1040"/>
                    </a:cubicBezTo>
                    <a:cubicBezTo>
                      <a:pt x="533" y="1635"/>
                      <a:pt x="199" y="2442"/>
                      <a:pt x="199" y="3283"/>
                    </a:cubicBezTo>
                    <a:cubicBezTo>
                      <a:pt x="199" y="4125"/>
                      <a:pt x="533" y="4932"/>
                      <a:pt x="1127" y="5527"/>
                    </a:cubicBezTo>
                    <a:cubicBezTo>
                      <a:pt x="1722" y="6122"/>
                      <a:pt x="2529" y="6456"/>
                      <a:pt x="3370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32BB1EC4-581D-7B21-927A-EFF7E2ABBEAE}"/>
                  </a:ext>
                </a:extLst>
              </p:cNvPr>
              <p:cNvSpPr/>
              <p:nvPr/>
            </p:nvSpPr>
            <p:spPr>
              <a:xfrm>
                <a:off x="3371654" y="4874317"/>
                <a:ext cx="6343" cy="6345"/>
              </a:xfrm>
              <a:custGeom>
                <a:avLst/>
                <a:gdLst>
                  <a:gd name="connsiteX0" fmla="*/ 3370 w 6343"/>
                  <a:gd name="connsiteY0" fmla="*/ 6455 h 6345"/>
                  <a:gd name="connsiteX1" fmla="*/ 5613 w 6343"/>
                  <a:gd name="connsiteY1" fmla="*/ 5526 h 6345"/>
                  <a:gd name="connsiteX2" fmla="*/ 6542 w 6343"/>
                  <a:gd name="connsiteY2" fmla="*/ 3283 h 6345"/>
                  <a:gd name="connsiteX3" fmla="*/ 5613 w 6343"/>
                  <a:gd name="connsiteY3" fmla="*/ 1039 h 6345"/>
                  <a:gd name="connsiteX4" fmla="*/ 3370 w 6343"/>
                  <a:gd name="connsiteY4" fmla="*/ 110 h 6345"/>
                  <a:gd name="connsiteX5" fmla="*/ 1128 w 6343"/>
                  <a:gd name="connsiteY5" fmla="*/ 1039 h 6345"/>
                  <a:gd name="connsiteX6" fmla="*/ 199 w 6343"/>
                  <a:gd name="connsiteY6" fmla="*/ 3283 h 6345"/>
                  <a:gd name="connsiteX7" fmla="*/ 1128 w 6343"/>
                  <a:gd name="connsiteY7" fmla="*/ 5526 h 6345"/>
                  <a:gd name="connsiteX8" fmla="*/ 3370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5"/>
                    </a:moveTo>
                    <a:cubicBezTo>
                      <a:pt x="4211" y="6455"/>
                      <a:pt x="5018" y="6121"/>
                      <a:pt x="5613" y="5526"/>
                    </a:cubicBezTo>
                    <a:cubicBezTo>
                      <a:pt x="6208" y="4931"/>
                      <a:pt x="6542" y="4124"/>
                      <a:pt x="6542" y="3283"/>
                    </a:cubicBezTo>
                    <a:cubicBezTo>
                      <a:pt x="6542" y="2441"/>
                      <a:pt x="6208" y="1634"/>
                      <a:pt x="5613" y="1039"/>
                    </a:cubicBezTo>
                    <a:cubicBezTo>
                      <a:pt x="5018" y="444"/>
                      <a:pt x="4211" y="110"/>
                      <a:pt x="3370" y="110"/>
                    </a:cubicBezTo>
                    <a:cubicBezTo>
                      <a:pt x="2529" y="110"/>
                      <a:pt x="1722" y="444"/>
                      <a:pt x="1128" y="1039"/>
                    </a:cubicBezTo>
                    <a:cubicBezTo>
                      <a:pt x="533" y="1634"/>
                      <a:pt x="199" y="2441"/>
                      <a:pt x="199" y="3283"/>
                    </a:cubicBezTo>
                    <a:cubicBezTo>
                      <a:pt x="199" y="4124"/>
                      <a:pt x="533" y="4931"/>
                      <a:pt x="1128" y="5526"/>
                    </a:cubicBezTo>
                    <a:cubicBezTo>
                      <a:pt x="1722" y="6121"/>
                      <a:pt x="2529" y="6455"/>
                      <a:pt x="3370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02704BBF-C46E-E1FE-F221-AB21B45EF269}"/>
                  </a:ext>
                </a:extLst>
              </p:cNvPr>
              <p:cNvSpPr/>
              <p:nvPr/>
            </p:nvSpPr>
            <p:spPr>
              <a:xfrm>
                <a:off x="3372302" y="4863162"/>
                <a:ext cx="6343" cy="6345"/>
              </a:xfrm>
              <a:custGeom>
                <a:avLst/>
                <a:gdLst>
                  <a:gd name="connsiteX0" fmla="*/ 3370 w 6343"/>
                  <a:gd name="connsiteY0" fmla="*/ 6454 h 6345"/>
                  <a:gd name="connsiteX1" fmla="*/ 5613 w 6343"/>
                  <a:gd name="connsiteY1" fmla="*/ 5525 h 6345"/>
                  <a:gd name="connsiteX2" fmla="*/ 6542 w 6343"/>
                  <a:gd name="connsiteY2" fmla="*/ 3282 h 6345"/>
                  <a:gd name="connsiteX3" fmla="*/ 5613 w 6343"/>
                  <a:gd name="connsiteY3" fmla="*/ 1038 h 6345"/>
                  <a:gd name="connsiteX4" fmla="*/ 3370 w 6343"/>
                  <a:gd name="connsiteY4" fmla="*/ 109 h 6345"/>
                  <a:gd name="connsiteX5" fmla="*/ 1128 w 6343"/>
                  <a:gd name="connsiteY5" fmla="*/ 1038 h 6345"/>
                  <a:gd name="connsiteX6" fmla="*/ 199 w 6343"/>
                  <a:gd name="connsiteY6" fmla="*/ 3282 h 6345"/>
                  <a:gd name="connsiteX7" fmla="*/ 1128 w 6343"/>
                  <a:gd name="connsiteY7" fmla="*/ 5525 h 6345"/>
                  <a:gd name="connsiteX8" fmla="*/ 3370 w 6343"/>
                  <a:gd name="connsiteY8" fmla="*/ 64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4"/>
                    </a:moveTo>
                    <a:cubicBezTo>
                      <a:pt x="4211" y="6454"/>
                      <a:pt x="5018" y="6120"/>
                      <a:pt x="5613" y="5525"/>
                    </a:cubicBezTo>
                    <a:cubicBezTo>
                      <a:pt x="6208" y="4930"/>
                      <a:pt x="6542" y="4123"/>
                      <a:pt x="6542" y="3282"/>
                    </a:cubicBezTo>
                    <a:cubicBezTo>
                      <a:pt x="6542" y="2440"/>
                      <a:pt x="6208" y="1633"/>
                      <a:pt x="5613" y="1038"/>
                    </a:cubicBezTo>
                    <a:cubicBezTo>
                      <a:pt x="5018" y="443"/>
                      <a:pt x="4211" y="109"/>
                      <a:pt x="3370" y="109"/>
                    </a:cubicBezTo>
                    <a:cubicBezTo>
                      <a:pt x="2529" y="109"/>
                      <a:pt x="1722" y="443"/>
                      <a:pt x="1128" y="1038"/>
                    </a:cubicBezTo>
                    <a:cubicBezTo>
                      <a:pt x="533" y="1633"/>
                      <a:pt x="199" y="2440"/>
                      <a:pt x="199" y="3282"/>
                    </a:cubicBezTo>
                    <a:cubicBezTo>
                      <a:pt x="199" y="4123"/>
                      <a:pt x="533" y="4930"/>
                      <a:pt x="1128" y="5525"/>
                    </a:cubicBezTo>
                    <a:cubicBezTo>
                      <a:pt x="1722" y="6120"/>
                      <a:pt x="2529" y="6454"/>
                      <a:pt x="3370" y="64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F1A98125-D51D-E6B5-BF34-95FCF7DD7F6E}"/>
                  </a:ext>
                </a:extLst>
              </p:cNvPr>
              <p:cNvSpPr/>
              <p:nvPr/>
            </p:nvSpPr>
            <p:spPr>
              <a:xfrm>
                <a:off x="3373536" y="4852812"/>
                <a:ext cx="6343" cy="6345"/>
              </a:xfrm>
              <a:custGeom>
                <a:avLst/>
                <a:gdLst>
                  <a:gd name="connsiteX0" fmla="*/ 3370 w 6343"/>
                  <a:gd name="connsiteY0" fmla="*/ 6454 h 6345"/>
                  <a:gd name="connsiteX1" fmla="*/ 5613 w 6343"/>
                  <a:gd name="connsiteY1" fmla="*/ 5524 h 6345"/>
                  <a:gd name="connsiteX2" fmla="*/ 6542 w 6343"/>
                  <a:gd name="connsiteY2" fmla="*/ 3281 h 6345"/>
                  <a:gd name="connsiteX3" fmla="*/ 5613 w 6343"/>
                  <a:gd name="connsiteY3" fmla="*/ 1037 h 6345"/>
                  <a:gd name="connsiteX4" fmla="*/ 3370 w 6343"/>
                  <a:gd name="connsiteY4" fmla="*/ 108 h 6345"/>
                  <a:gd name="connsiteX5" fmla="*/ 1128 w 6343"/>
                  <a:gd name="connsiteY5" fmla="*/ 1037 h 6345"/>
                  <a:gd name="connsiteX6" fmla="*/ 199 w 6343"/>
                  <a:gd name="connsiteY6" fmla="*/ 3281 h 6345"/>
                  <a:gd name="connsiteX7" fmla="*/ 1128 w 6343"/>
                  <a:gd name="connsiteY7" fmla="*/ 5524 h 6345"/>
                  <a:gd name="connsiteX8" fmla="*/ 3370 w 6343"/>
                  <a:gd name="connsiteY8" fmla="*/ 64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4"/>
                    </a:moveTo>
                    <a:cubicBezTo>
                      <a:pt x="4211" y="6454"/>
                      <a:pt x="5018" y="6119"/>
                      <a:pt x="5613" y="5524"/>
                    </a:cubicBezTo>
                    <a:cubicBezTo>
                      <a:pt x="6208" y="4929"/>
                      <a:pt x="6542" y="4122"/>
                      <a:pt x="6542" y="3281"/>
                    </a:cubicBezTo>
                    <a:cubicBezTo>
                      <a:pt x="6542" y="2440"/>
                      <a:pt x="6208" y="1632"/>
                      <a:pt x="5613" y="1037"/>
                    </a:cubicBezTo>
                    <a:cubicBezTo>
                      <a:pt x="5018" y="443"/>
                      <a:pt x="4211" y="108"/>
                      <a:pt x="3370" y="108"/>
                    </a:cubicBezTo>
                    <a:cubicBezTo>
                      <a:pt x="2529" y="108"/>
                      <a:pt x="1722" y="443"/>
                      <a:pt x="1128" y="1037"/>
                    </a:cubicBezTo>
                    <a:cubicBezTo>
                      <a:pt x="533" y="1632"/>
                      <a:pt x="199" y="2440"/>
                      <a:pt x="199" y="3281"/>
                    </a:cubicBezTo>
                    <a:cubicBezTo>
                      <a:pt x="199" y="4122"/>
                      <a:pt x="533" y="4929"/>
                      <a:pt x="1128" y="5524"/>
                    </a:cubicBezTo>
                    <a:cubicBezTo>
                      <a:pt x="1722" y="6119"/>
                      <a:pt x="2529" y="6454"/>
                      <a:pt x="3370" y="64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88196597-CC3C-7A80-75C0-AE251CF762D4}"/>
                  </a:ext>
                </a:extLst>
              </p:cNvPr>
              <p:cNvSpPr/>
              <p:nvPr/>
            </p:nvSpPr>
            <p:spPr>
              <a:xfrm>
                <a:off x="3374601" y="4841946"/>
                <a:ext cx="6343" cy="6345"/>
              </a:xfrm>
              <a:custGeom>
                <a:avLst/>
                <a:gdLst>
                  <a:gd name="connsiteX0" fmla="*/ 3370 w 6343"/>
                  <a:gd name="connsiteY0" fmla="*/ 6453 h 6345"/>
                  <a:gd name="connsiteX1" fmla="*/ 5613 w 6343"/>
                  <a:gd name="connsiteY1" fmla="*/ 5524 h 6345"/>
                  <a:gd name="connsiteX2" fmla="*/ 6542 w 6343"/>
                  <a:gd name="connsiteY2" fmla="*/ 3280 h 6345"/>
                  <a:gd name="connsiteX3" fmla="*/ 5613 w 6343"/>
                  <a:gd name="connsiteY3" fmla="*/ 1037 h 6345"/>
                  <a:gd name="connsiteX4" fmla="*/ 3370 w 6343"/>
                  <a:gd name="connsiteY4" fmla="*/ 107 h 6345"/>
                  <a:gd name="connsiteX5" fmla="*/ 1128 w 6343"/>
                  <a:gd name="connsiteY5" fmla="*/ 1037 h 6345"/>
                  <a:gd name="connsiteX6" fmla="*/ 199 w 6343"/>
                  <a:gd name="connsiteY6" fmla="*/ 3280 h 6345"/>
                  <a:gd name="connsiteX7" fmla="*/ 1128 w 6343"/>
                  <a:gd name="connsiteY7" fmla="*/ 5524 h 6345"/>
                  <a:gd name="connsiteX8" fmla="*/ 3370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3"/>
                    </a:moveTo>
                    <a:cubicBezTo>
                      <a:pt x="4211" y="6453"/>
                      <a:pt x="5018" y="6118"/>
                      <a:pt x="5613" y="5524"/>
                    </a:cubicBezTo>
                    <a:cubicBezTo>
                      <a:pt x="6208" y="4929"/>
                      <a:pt x="6542" y="4121"/>
                      <a:pt x="6542" y="3280"/>
                    </a:cubicBezTo>
                    <a:cubicBezTo>
                      <a:pt x="6542" y="2439"/>
                      <a:pt x="6208" y="1632"/>
                      <a:pt x="5613" y="1037"/>
                    </a:cubicBezTo>
                    <a:cubicBezTo>
                      <a:pt x="5018" y="442"/>
                      <a:pt x="4211" y="107"/>
                      <a:pt x="3370" y="107"/>
                    </a:cubicBezTo>
                    <a:cubicBezTo>
                      <a:pt x="2529" y="107"/>
                      <a:pt x="1723" y="442"/>
                      <a:pt x="1128" y="1037"/>
                    </a:cubicBezTo>
                    <a:cubicBezTo>
                      <a:pt x="533" y="1632"/>
                      <a:pt x="199" y="2439"/>
                      <a:pt x="199" y="3280"/>
                    </a:cubicBezTo>
                    <a:cubicBezTo>
                      <a:pt x="199" y="4121"/>
                      <a:pt x="533" y="4929"/>
                      <a:pt x="1128" y="5524"/>
                    </a:cubicBezTo>
                    <a:cubicBezTo>
                      <a:pt x="1723" y="6118"/>
                      <a:pt x="2529" y="6453"/>
                      <a:pt x="3370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5484F2EF-9BB0-5644-252F-50524108143E}"/>
                  </a:ext>
                </a:extLst>
              </p:cNvPr>
              <p:cNvSpPr/>
              <p:nvPr/>
            </p:nvSpPr>
            <p:spPr>
              <a:xfrm>
                <a:off x="3377340" y="4833897"/>
                <a:ext cx="6343" cy="6345"/>
              </a:xfrm>
              <a:custGeom>
                <a:avLst/>
                <a:gdLst>
                  <a:gd name="connsiteX0" fmla="*/ 3371 w 6343"/>
                  <a:gd name="connsiteY0" fmla="*/ 6452 h 6345"/>
                  <a:gd name="connsiteX1" fmla="*/ 5613 w 6343"/>
                  <a:gd name="connsiteY1" fmla="*/ 5523 h 6345"/>
                  <a:gd name="connsiteX2" fmla="*/ 6542 w 6343"/>
                  <a:gd name="connsiteY2" fmla="*/ 3279 h 6345"/>
                  <a:gd name="connsiteX3" fmla="*/ 5613 w 6343"/>
                  <a:gd name="connsiteY3" fmla="*/ 1036 h 6345"/>
                  <a:gd name="connsiteX4" fmla="*/ 3371 w 6343"/>
                  <a:gd name="connsiteY4" fmla="*/ 107 h 6345"/>
                  <a:gd name="connsiteX5" fmla="*/ 1128 w 6343"/>
                  <a:gd name="connsiteY5" fmla="*/ 1036 h 6345"/>
                  <a:gd name="connsiteX6" fmla="*/ 199 w 6343"/>
                  <a:gd name="connsiteY6" fmla="*/ 3279 h 6345"/>
                  <a:gd name="connsiteX7" fmla="*/ 1128 w 6343"/>
                  <a:gd name="connsiteY7" fmla="*/ 5523 h 6345"/>
                  <a:gd name="connsiteX8" fmla="*/ 3371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2"/>
                    </a:moveTo>
                    <a:cubicBezTo>
                      <a:pt x="4212" y="6452"/>
                      <a:pt x="5018" y="6118"/>
                      <a:pt x="5613" y="5523"/>
                    </a:cubicBezTo>
                    <a:cubicBezTo>
                      <a:pt x="6208" y="4928"/>
                      <a:pt x="6542" y="4121"/>
                      <a:pt x="6542" y="3279"/>
                    </a:cubicBezTo>
                    <a:cubicBezTo>
                      <a:pt x="6542" y="2438"/>
                      <a:pt x="6208" y="1631"/>
                      <a:pt x="5613" y="1036"/>
                    </a:cubicBezTo>
                    <a:cubicBezTo>
                      <a:pt x="5018" y="441"/>
                      <a:pt x="4212" y="107"/>
                      <a:pt x="3371" y="107"/>
                    </a:cubicBezTo>
                    <a:cubicBezTo>
                      <a:pt x="2529" y="107"/>
                      <a:pt x="1723" y="441"/>
                      <a:pt x="1128" y="1036"/>
                    </a:cubicBezTo>
                    <a:cubicBezTo>
                      <a:pt x="533" y="1631"/>
                      <a:pt x="199" y="2438"/>
                      <a:pt x="199" y="3279"/>
                    </a:cubicBezTo>
                    <a:cubicBezTo>
                      <a:pt x="199" y="4121"/>
                      <a:pt x="533" y="4928"/>
                      <a:pt x="1128" y="5523"/>
                    </a:cubicBezTo>
                    <a:cubicBezTo>
                      <a:pt x="1723" y="6118"/>
                      <a:pt x="2529" y="6452"/>
                      <a:pt x="3371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29864E0C-FD6E-13F8-47B7-2AE8AFC44A0D}"/>
                  </a:ext>
                </a:extLst>
              </p:cNvPr>
              <p:cNvSpPr/>
              <p:nvPr/>
            </p:nvSpPr>
            <p:spPr>
              <a:xfrm>
                <a:off x="3382018" y="4829280"/>
                <a:ext cx="6343" cy="6345"/>
              </a:xfrm>
              <a:custGeom>
                <a:avLst/>
                <a:gdLst>
                  <a:gd name="connsiteX0" fmla="*/ 3371 w 6343"/>
                  <a:gd name="connsiteY0" fmla="*/ 6452 h 6345"/>
                  <a:gd name="connsiteX1" fmla="*/ 5614 w 6343"/>
                  <a:gd name="connsiteY1" fmla="*/ 5523 h 6345"/>
                  <a:gd name="connsiteX2" fmla="*/ 6543 w 6343"/>
                  <a:gd name="connsiteY2" fmla="*/ 3279 h 6345"/>
                  <a:gd name="connsiteX3" fmla="*/ 5614 w 6343"/>
                  <a:gd name="connsiteY3" fmla="*/ 1036 h 6345"/>
                  <a:gd name="connsiteX4" fmla="*/ 3371 w 6343"/>
                  <a:gd name="connsiteY4" fmla="*/ 106 h 6345"/>
                  <a:gd name="connsiteX5" fmla="*/ 1128 w 6343"/>
                  <a:gd name="connsiteY5" fmla="*/ 1036 h 6345"/>
                  <a:gd name="connsiteX6" fmla="*/ 199 w 6343"/>
                  <a:gd name="connsiteY6" fmla="*/ 3279 h 6345"/>
                  <a:gd name="connsiteX7" fmla="*/ 1128 w 6343"/>
                  <a:gd name="connsiteY7" fmla="*/ 5523 h 6345"/>
                  <a:gd name="connsiteX8" fmla="*/ 3371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2"/>
                    </a:moveTo>
                    <a:cubicBezTo>
                      <a:pt x="4212" y="6452"/>
                      <a:pt x="5019" y="6117"/>
                      <a:pt x="5614" y="5523"/>
                    </a:cubicBezTo>
                    <a:cubicBezTo>
                      <a:pt x="6208" y="4928"/>
                      <a:pt x="6543" y="4120"/>
                      <a:pt x="6543" y="3279"/>
                    </a:cubicBezTo>
                    <a:cubicBezTo>
                      <a:pt x="6543" y="2438"/>
                      <a:pt x="6208" y="1631"/>
                      <a:pt x="5614" y="1036"/>
                    </a:cubicBezTo>
                    <a:cubicBezTo>
                      <a:pt x="5019" y="441"/>
                      <a:pt x="4212" y="106"/>
                      <a:pt x="3371" y="106"/>
                    </a:cubicBezTo>
                    <a:cubicBezTo>
                      <a:pt x="2530" y="106"/>
                      <a:pt x="1723" y="441"/>
                      <a:pt x="1128" y="1036"/>
                    </a:cubicBezTo>
                    <a:cubicBezTo>
                      <a:pt x="534" y="1631"/>
                      <a:pt x="199" y="2438"/>
                      <a:pt x="199" y="3279"/>
                    </a:cubicBezTo>
                    <a:cubicBezTo>
                      <a:pt x="199" y="4120"/>
                      <a:pt x="534" y="4928"/>
                      <a:pt x="1128" y="5523"/>
                    </a:cubicBezTo>
                    <a:cubicBezTo>
                      <a:pt x="1723" y="6117"/>
                      <a:pt x="2530" y="6452"/>
                      <a:pt x="3371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8169F00D-C4E2-99DC-2385-6B7FFE533B3C}"/>
                  </a:ext>
                </a:extLst>
              </p:cNvPr>
              <p:cNvSpPr/>
              <p:nvPr/>
            </p:nvSpPr>
            <p:spPr>
              <a:xfrm>
                <a:off x="3385546" y="4822461"/>
                <a:ext cx="6343" cy="6345"/>
              </a:xfrm>
              <a:custGeom>
                <a:avLst/>
                <a:gdLst>
                  <a:gd name="connsiteX0" fmla="*/ 3371 w 6343"/>
                  <a:gd name="connsiteY0" fmla="*/ 6451 h 6345"/>
                  <a:gd name="connsiteX1" fmla="*/ 5614 w 6343"/>
                  <a:gd name="connsiteY1" fmla="*/ 5522 h 6345"/>
                  <a:gd name="connsiteX2" fmla="*/ 6543 w 6343"/>
                  <a:gd name="connsiteY2" fmla="*/ 3279 h 6345"/>
                  <a:gd name="connsiteX3" fmla="*/ 5614 w 6343"/>
                  <a:gd name="connsiteY3" fmla="*/ 1035 h 6345"/>
                  <a:gd name="connsiteX4" fmla="*/ 3371 w 6343"/>
                  <a:gd name="connsiteY4" fmla="*/ 106 h 6345"/>
                  <a:gd name="connsiteX5" fmla="*/ 1129 w 6343"/>
                  <a:gd name="connsiteY5" fmla="*/ 1035 h 6345"/>
                  <a:gd name="connsiteX6" fmla="*/ 200 w 6343"/>
                  <a:gd name="connsiteY6" fmla="*/ 3279 h 6345"/>
                  <a:gd name="connsiteX7" fmla="*/ 1129 w 6343"/>
                  <a:gd name="connsiteY7" fmla="*/ 5522 h 6345"/>
                  <a:gd name="connsiteX8" fmla="*/ 3371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1"/>
                    </a:moveTo>
                    <a:cubicBezTo>
                      <a:pt x="4212" y="6451"/>
                      <a:pt x="5019" y="6117"/>
                      <a:pt x="5614" y="5522"/>
                    </a:cubicBezTo>
                    <a:cubicBezTo>
                      <a:pt x="6209" y="4927"/>
                      <a:pt x="6543" y="4120"/>
                      <a:pt x="6543" y="3279"/>
                    </a:cubicBezTo>
                    <a:cubicBezTo>
                      <a:pt x="6543" y="2437"/>
                      <a:pt x="6209" y="1630"/>
                      <a:pt x="5614" y="1035"/>
                    </a:cubicBezTo>
                    <a:cubicBezTo>
                      <a:pt x="5019" y="440"/>
                      <a:pt x="4212" y="106"/>
                      <a:pt x="3371" y="106"/>
                    </a:cubicBezTo>
                    <a:cubicBezTo>
                      <a:pt x="2530" y="106"/>
                      <a:pt x="1723" y="440"/>
                      <a:pt x="1129" y="1035"/>
                    </a:cubicBezTo>
                    <a:cubicBezTo>
                      <a:pt x="534" y="1630"/>
                      <a:pt x="200" y="2437"/>
                      <a:pt x="200" y="3279"/>
                    </a:cubicBezTo>
                    <a:cubicBezTo>
                      <a:pt x="200" y="4120"/>
                      <a:pt x="534" y="4927"/>
                      <a:pt x="1129" y="5522"/>
                    </a:cubicBezTo>
                    <a:cubicBezTo>
                      <a:pt x="1723" y="6117"/>
                      <a:pt x="2530" y="6451"/>
                      <a:pt x="3371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41A7AB8A-1B83-2668-F14C-13FCF452E879}"/>
                  </a:ext>
                </a:extLst>
              </p:cNvPr>
              <p:cNvSpPr/>
              <p:nvPr/>
            </p:nvSpPr>
            <p:spPr>
              <a:xfrm>
                <a:off x="3387122" y="4811817"/>
                <a:ext cx="6343" cy="6345"/>
              </a:xfrm>
              <a:custGeom>
                <a:avLst/>
                <a:gdLst>
                  <a:gd name="connsiteX0" fmla="*/ 3371 w 6343"/>
                  <a:gd name="connsiteY0" fmla="*/ 6450 h 6345"/>
                  <a:gd name="connsiteX1" fmla="*/ 5614 w 6343"/>
                  <a:gd name="connsiteY1" fmla="*/ 5521 h 6345"/>
                  <a:gd name="connsiteX2" fmla="*/ 6543 w 6343"/>
                  <a:gd name="connsiteY2" fmla="*/ 3278 h 6345"/>
                  <a:gd name="connsiteX3" fmla="*/ 5614 w 6343"/>
                  <a:gd name="connsiteY3" fmla="*/ 1034 h 6345"/>
                  <a:gd name="connsiteX4" fmla="*/ 3371 w 6343"/>
                  <a:gd name="connsiteY4" fmla="*/ 105 h 6345"/>
                  <a:gd name="connsiteX5" fmla="*/ 1129 w 6343"/>
                  <a:gd name="connsiteY5" fmla="*/ 1034 h 6345"/>
                  <a:gd name="connsiteX6" fmla="*/ 200 w 6343"/>
                  <a:gd name="connsiteY6" fmla="*/ 3278 h 6345"/>
                  <a:gd name="connsiteX7" fmla="*/ 1129 w 6343"/>
                  <a:gd name="connsiteY7" fmla="*/ 5521 h 6345"/>
                  <a:gd name="connsiteX8" fmla="*/ 3371 w 6343"/>
                  <a:gd name="connsiteY8" fmla="*/ 64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0"/>
                    </a:moveTo>
                    <a:cubicBezTo>
                      <a:pt x="4212" y="6450"/>
                      <a:pt x="5019" y="6116"/>
                      <a:pt x="5614" y="5521"/>
                    </a:cubicBezTo>
                    <a:cubicBezTo>
                      <a:pt x="6209" y="4926"/>
                      <a:pt x="6543" y="4119"/>
                      <a:pt x="6543" y="3278"/>
                    </a:cubicBezTo>
                    <a:cubicBezTo>
                      <a:pt x="6543" y="2436"/>
                      <a:pt x="6209" y="1629"/>
                      <a:pt x="5614" y="1034"/>
                    </a:cubicBezTo>
                    <a:cubicBezTo>
                      <a:pt x="5019" y="439"/>
                      <a:pt x="4212" y="105"/>
                      <a:pt x="3371" y="105"/>
                    </a:cubicBezTo>
                    <a:cubicBezTo>
                      <a:pt x="2530" y="105"/>
                      <a:pt x="1723" y="439"/>
                      <a:pt x="1129" y="1034"/>
                    </a:cubicBezTo>
                    <a:cubicBezTo>
                      <a:pt x="534" y="1629"/>
                      <a:pt x="200" y="2436"/>
                      <a:pt x="200" y="3278"/>
                    </a:cubicBezTo>
                    <a:cubicBezTo>
                      <a:pt x="200" y="4119"/>
                      <a:pt x="534" y="4926"/>
                      <a:pt x="1129" y="5521"/>
                    </a:cubicBezTo>
                    <a:cubicBezTo>
                      <a:pt x="1723" y="6116"/>
                      <a:pt x="2530" y="6450"/>
                      <a:pt x="3371" y="64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FBADEB77-AA71-6CF0-7A4E-E1C709C141F9}"/>
                  </a:ext>
                </a:extLst>
              </p:cNvPr>
              <p:cNvSpPr/>
              <p:nvPr/>
            </p:nvSpPr>
            <p:spPr>
              <a:xfrm>
                <a:off x="3389622" y="4802723"/>
                <a:ext cx="6343" cy="6345"/>
              </a:xfrm>
              <a:custGeom>
                <a:avLst/>
                <a:gdLst>
                  <a:gd name="connsiteX0" fmla="*/ 3372 w 6343"/>
                  <a:gd name="connsiteY0" fmla="*/ 6450 h 6345"/>
                  <a:gd name="connsiteX1" fmla="*/ 5614 w 6343"/>
                  <a:gd name="connsiteY1" fmla="*/ 5520 h 6345"/>
                  <a:gd name="connsiteX2" fmla="*/ 6543 w 6343"/>
                  <a:gd name="connsiteY2" fmla="*/ 3277 h 6345"/>
                  <a:gd name="connsiteX3" fmla="*/ 5614 w 6343"/>
                  <a:gd name="connsiteY3" fmla="*/ 1034 h 6345"/>
                  <a:gd name="connsiteX4" fmla="*/ 3372 w 6343"/>
                  <a:gd name="connsiteY4" fmla="*/ 104 h 6345"/>
                  <a:gd name="connsiteX5" fmla="*/ 1129 w 6343"/>
                  <a:gd name="connsiteY5" fmla="*/ 1034 h 6345"/>
                  <a:gd name="connsiteX6" fmla="*/ 200 w 6343"/>
                  <a:gd name="connsiteY6" fmla="*/ 3277 h 6345"/>
                  <a:gd name="connsiteX7" fmla="*/ 1129 w 6343"/>
                  <a:gd name="connsiteY7" fmla="*/ 5520 h 6345"/>
                  <a:gd name="connsiteX8" fmla="*/ 3372 w 6343"/>
                  <a:gd name="connsiteY8" fmla="*/ 64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50"/>
                    </a:moveTo>
                    <a:cubicBezTo>
                      <a:pt x="4213" y="6450"/>
                      <a:pt x="5019" y="6115"/>
                      <a:pt x="5614" y="5520"/>
                    </a:cubicBezTo>
                    <a:cubicBezTo>
                      <a:pt x="6209" y="4925"/>
                      <a:pt x="6543" y="4118"/>
                      <a:pt x="6543" y="3277"/>
                    </a:cubicBezTo>
                    <a:cubicBezTo>
                      <a:pt x="6543" y="2436"/>
                      <a:pt x="6209" y="1629"/>
                      <a:pt x="5614" y="1034"/>
                    </a:cubicBezTo>
                    <a:cubicBezTo>
                      <a:pt x="5019" y="439"/>
                      <a:pt x="4213" y="104"/>
                      <a:pt x="3372" y="104"/>
                    </a:cubicBezTo>
                    <a:cubicBezTo>
                      <a:pt x="2530" y="104"/>
                      <a:pt x="1724" y="439"/>
                      <a:pt x="1129" y="1034"/>
                    </a:cubicBezTo>
                    <a:cubicBezTo>
                      <a:pt x="534" y="1629"/>
                      <a:pt x="200" y="2436"/>
                      <a:pt x="200" y="3277"/>
                    </a:cubicBezTo>
                    <a:cubicBezTo>
                      <a:pt x="200" y="4118"/>
                      <a:pt x="534" y="4925"/>
                      <a:pt x="1129" y="5520"/>
                    </a:cubicBezTo>
                    <a:cubicBezTo>
                      <a:pt x="1724" y="6115"/>
                      <a:pt x="2530" y="6450"/>
                      <a:pt x="3372" y="64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82529AD8-0D6F-6FA6-8763-A8945DF4055D}"/>
                  </a:ext>
                </a:extLst>
              </p:cNvPr>
              <p:cNvSpPr/>
              <p:nvPr/>
            </p:nvSpPr>
            <p:spPr>
              <a:xfrm>
                <a:off x="3382107" y="4773822"/>
                <a:ext cx="6343" cy="6345"/>
              </a:xfrm>
              <a:custGeom>
                <a:avLst/>
                <a:gdLst>
                  <a:gd name="connsiteX0" fmla="*/ 3371 w 6343"/>
                  <a:gd name="connsiteY0" fmla="*/ 6447 h 6345"/>
                  <a:gd name="connsiteX1" fmla="*/ 5614 w 6343"/>
                  <a:gd name="connsiteY1" fmla="*/ 5518 h 6345"/>
                  <a:gd name="connsiteX2" fmla="*/ 6543 w 6343"/>
                  <a:gd name="connsiteY2" fmla="*/ 3275 h 6345"/>
                  <a:gd name="connsiteX3" fmla="*/ 5614 w 6343"/>
                  <a:gd name="connsiteY3" fmla="*/ 1031 h 6345"/>
                  <a:gd name="connsiteX4" fmla="*/ 3371 w 6343"/>
                  <a:gd name="connsiteY4" fmla="*/ 102 h 6345"/>
                  <a:gd name="connsiteX5" fmla="*/ 1128 w 6343"/>
                  <a:gd name="connsiteY5" fmla="*/ 1031 h 6345"/>
                  <a:gd name="connsiteX6" fmla="*/ 199 w 6343"/>
                  <a:gd name="connsiteY6" fmla="*/ 3275 h 6345"/>
                  <a:gd name="connsiteX7" fmla="*/ 1128 w 6343"/>
                  <a:gd name="connsiteY7" fmla="*/ 5518 h 6345"/>
                  <a:gd name="connsiteX8" fmla="*/ 3371 w 6343"/>
                  <a:gd name="connsiteY8" fmla="*/ 64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47"/>
                    </a:moveTo>
                    <a:cubicBezTo>
                      <a:pt x="4212" y="6447"/>
                      <a:pt x="5019" y="6113"/>
                      <a:pt x="5614" y="5518"/>
                    </a:cubicBezTo>
                    <a:cubicBezTo>
                      <a:pt x="6208" y="4923"/>
                      <a:pt x="6543" y="4116"/>
                      <a:pt x="6543" y="3275"/>
                    </a:cubicBezTo>
                    <a:cubicBezTo>
                      <a:pt x="6543" y="2433"/>
                      <a:pt x="6208" y="1626"/>
                      <a:pt x="5614" y="1031"/>
                    </a:cubicBezTo>
                    <a:cubicBezTo>
                      <a:pt x="5019" y="436"/>
                      <a:pt x="4212" y="102"/>
                      <a:pt x="3371" y="102"/>
                    </a:cubicBezTo>
                    <a:cubicBezTo>
                      <a:pt x="2530" y="102"/>
                      <a:pt x="1723" y="436"/>
                      <a:pt x="1128" y="1031"/>
                    </a:cubicBezTo>
                    <a:cubicBezTo>
                      <a:pt x="534" y="1626"/>
                      <a:pt x="199" y="2433"/>
                      <a:pt x="199" y="3275"/>
                    </a:cubicBezTo>
                    <a:cubicBezTo>
                      <a:pt x="199" y="4116"/>
                      <a:pt x="534" y="4923"/>
                      <a:pt x="1128" y="5518"/>
                    </a:cubicBezTo>
                    <a:cubicBezTo>
                      <a:pt x="1723" y="6113"/>
                      <a:pt x="2530" y="6447"/>
                      <a:pt x="3371" y="64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5B806C8E-397A-7785-3EE2-35A79E9A7A12}"/>
                  </a:ext>
                </a:extLst>
              </p:cNvPr>
              <p:cNvSpPr/>
              <p:nvPr/>
            </p:nvSpPr>
            <p:spPr>
              <a:xfrm>
                <a:off x="3384017" y="4762872"/>
                <a:ext cx="6343" cy="6345"/>
              </a:xfrm>
              <a:custGeom>
                <a:avLst/>
                <a:gdLst>
                  <a:gd name="connsiteX0" fmla="*/ 3371 w 6343"/>
                  <a:gd name="connsiteY0" fmla="*/ 6447 h 6345"/>
                  <a:gd name="connsiteX1" fmla="*/ 5614 w 6343"/>
                  <a:gd name="connsiteY1" fmla="*/ 5517 h 6345"/>
                  <a:gd name="connsiteX2" fmla="*/ 6543 w 6343"/>
                  <a:gd name="connsiteY2" fmla="*/ 3274 h 6345"/>
                  <a:gd name="connsiteX3" fmla="*/ 5614 w 6343"/>
                  <a:gd name="connsiteY3" fmla="*/ 1030 h 6345"/>
                  <a:gd name="connsiteX4" fmla="*/ 3371 w 6343"/>
                  <a:gd name="connsiteY4" fmla="*/ 101 h 6345"/>
                  <a:gd name="connsiteX5" fmla="*/ 1128 w 6343"/>
                  <a:gd name="connsiteY5" fmla="*/ 1030 h 6345"/>
                  <a:gd name="connsiteX6" fmla="*/ 200 w 6343"/>
                  <a:gd name="connsiteY6" fmla="*/ 3274 h 6345"/>
                  <a:gd name="connsiteX7" fmla="*/ 1128 w 6343"/>
                  <a:gd name="connsiteY7" fmla="*/ 5517 h 6345"/>
                  <a:gd name="connsiteX8" fmla="*/ 3371 w 6343"/>
                  <a:gd name="connsiteY8" fmla="*/ 64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47"/>
                    </a:moveTo>
                    <a:cubicBezTo>
                      <a:pt x="4212" y="6447"/>
                      <a:pt x="5019" y="6112"/>
                      <a:pt x="5614" y="5517"/>
                    </a:cubicBezTo>
                    <a:cubicBezTo>
                      <a:pt x="6209" y="4922"/>
                      <a:pt x="6543" y="4115"/>
                      <a:pt x="6543" y="3274"/>
                    </a:cubicBezTo>
                    <a:cubicBezTo>
                      <a:pt x="6543" y="2432"/>
                      <a:pt x="6209" y="1625"/>
                      <a:pt x="5614" y="1030"/>
                    </a:cubicBezTo>
                    <a:cubicBezTo>
                      <a:pt x="5019" y="435"/>
                      <a:pt x="4212" y="101"/>
                      <a:pt x="3371" y="101"/>
                    </a:cubicBezTo>
                    <a:cubicBezTo>
                      <a:pt x="2530" y="101"/>
                      <a:pt x="1723" y="435"/>
                      <a:pt x="1128" y="1030"/>
                    </a:cubicBezTo>
                    <a:cubicBezTo>
                      <a:pt x="534" y="1625"/>
                      <a:pt x="200" y="2432"/>
                      <a:pt x="200" y="3274"/>
                    </a:cubicBezTo>
                    <a:cubicBezTo>
                      <a:pt x="200" y="4115"/>
                      <a:pt x="534" y="4922"/>
                      <a:pt x="1128" y="5517"/>
                    </a:cubicBezTo>
                    <a:cubicBezTo>
                      <a:pt x="1723" y="6112"/>
                      <a:pt x="2530" y="6447"/>
                      <a:pt x="3371" y="64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40149CDB-CE63-59F4-C6A1-E00B652A2FE4}"/>
                  </a:ext>
                </a:extLst>
              </p:cNvPr>
              <p:cNvSpPr/>
              <p:nvPr/>
            </p:nvSpPr>
            <p:spPr>
              <a:xfrm>
                <a:off x="3385345" y="4750502"/>
                <a:ext cx="6343" cy="6345"/>
              </a:xfrm>
              <a:custGeom>
                <a:avLst/>
                <a:gdLst>
                  <a:gd name="connsiteX0" fmla="*/ 3371 w 6343"/>
                  <a:gd name="connsiteY0" fmla="*/ 6446 h 6345"/>
                  <a:gd name="connsiteX1" fmla="*/ 5614 w 6343"/>
                  <a:gd name="connsiteY1" fmla="*/ 5516 h 6345"/>
                  <a:gd name="connsiteX2" fmla="*/ 6543 w 6343"/>
                  <a:gd name="connsiteY2" fmla="*/ 3273 h 6345"/>
                  <a:gd name="connsiteX3" fmla="*/ 5614 w 6343"/>
                  <a:gd name="connsiteY3" fmla="*/ 1029 h 6345"/>
                  <a:gd name="connsiteX4" fmla="*/ 3371 w 6343"/>
                  <a:gd name="connsiteY4" fmla="*/ 100 h 6345"/>
                  <a:gd name="connsiteX5" fmla="*/ 1129 w 6343"/>
                  <a:gd name="connsiteY5" fmla="*/ 1029 h 6345"/>
                  <a:gd name="connsiteX6" fmla="*/ 200 w 6343"/>
                  <a:gd name="connsiteY6" fmla="*/ 3273 h 6345"/>
                  <a:gd name="connsiteX7" fmla="*/ 1129 w 6343"/>
                  <a:gd name="connsiteY7" fmla="*/ 5516 h 6345"/>
                  <a:gd name="connsiteX8" fmla="*/ 3371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46"/>
                    </a:moveTo>
                    <a:cubicBezTo>
                      <a:pt x="4212" y="6446"/>
                      <a:pt x="5019" y="6111"/>
                      <a:pt x="5614" y="5516"/>
                    </a:cubicBezTo>
                    <a:cubicBezTo>
                      <a:pt x="6209" y="4921"/>
                      <a:pt x="6543" y="4114"/>
                      <a:pt x="6543" y="3273"/>
                    </a:cubicBezTo>
                    <a:cubicBezTo>
                      <a:pt x="6543" y="2431"/>
                      <a:pt x="6209" y="1624"/>
                      <a:pt x="5614" y="1029"/>
                    </a:cubicBezTo>
                    <a:cubicBezTo>
                      <a:pt x="5019" y="434"/>
                      <a:pt x="4212" y="100"/>
                      <a:pt x="3371" y="100"/>
                    </a:cubicBezTo>
                    <a:cubicBezTo>
                      <a:pt x="2530" y="100"/>
                      <a:pt x="1723" y="434"/>
                      <a:pt x="1129" y="1029"/>
                    </a:cubicBezTo>
                    <a:cubicBezTo>
                      <a:pt x="534" y="1624"/>
                      <a:pt x="200" y="2431"/>
                      <a:pt x="200" y="3273"/>
                    </a:cubicBezTo>
                    <a:cubicBezTo>
                      <a:pt x="200" y="4114"/>
                      <a:pt x="534" y="4921"/>
                      <a:pt x="1129" y="5516"/>
                    </a:cubicBezTo>
                    <a:cubicBezTo>
                      <a:pt x="1723" y="6111"/>
                      <a:pt x="2530" y="6446"/>
                      <a:pt x="3371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AEEF7446-93D1-877F-9DC9-ACECE7B9783F}"/>
                  </a:ext>
                </a:extLst>
              </p:cNvPr>
              <p:cNvSpPr/>
              <p:nvPr/>
            </p:nvSpPr>
            <p:spPr>
              <a:xfrm>
                <a:off x="3387767" y="4740080"/>
                <a:ext cx="6343" cy="6345"/>
              </a:xfrm>
              <a:custGeom>
                <a:avLst/>
                <a:gdLst>
                  <a:gd name="connsiteX0" fmla="*/ 3371 w 6343"/>
                  <a:gd name="connsiteY0" fmla="*/ 6445 h 6345"/>
                  <a:gd name="connsiteX1" fmla="*/ 5614 w 6343"/>
                  <a:gd name="connsiteY1" fmla="*/ 5515 h 6345"/>
                  <a:gd name="connsiteX2" fmla="*/ 6543 w 6343"/>
                  <a:gd name="connsiteY2" fmla="*/ 3272 h 6345"/>
                  <a:gd name="connsiteX3" fmla="*/ 5614 w 6343"/>
                  <a:gd name="connsiteY3" fmla="*/ 1029 h 6345"/>
                  <a:gd name="connsiteX4" fmla="*/ 3371 w 6343"/>
                  <a:gd name="connsiteY4" fmla="*/ 99 h 6345"/>
                  <a:gd name="connsiteX5" fmla="*/ 1129 w 6343"/>
                  <a:gd name="connsiteY5" fmla="*/ 1029 h 6345"/>
                  <a:gd name="connsiteX6" fmla="*/ 200 w 6343"/>
                  <a:gd name="connsiteY6" fmla="*/ 3272 h 6345"/>
                  <a:gd name="connsiteX7" fmla="*/ 1129 w 6343"/>
                  <a:gd name="connsiteY7" fmla="*/ 5515 h 6345"/>
                  <a:gd name="connsiteX8" fmla="*/ 3371 w 6343"/>
                  <a:gd name="connsiteY8" fmla="*/ 64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45"/>
                    </a:moveTo>
                    <a:cubicBezTo>
                      <a:pt x="4213" y="6445"/>
                      <a:pt x="5019" y="6110"/>
                      <a:pt x="5614" y="5515"/>
                    </a:cubicBezTo>
                    <a:cubicBezTo>
                      <a:pt x="6209" y="4921"/>
                      <a:pt x="6543" y="4113"/>
                      <a:pt x="6543" y="3272"/>
                    </a:cubicBezTo>
                    <a:cubicBezTo>
                      <a:pt x="6543" y="2431"/>
                      <a:pt x="6209" y="1624"/>
                      <a:pt x="5614" y="1029"/>
                    </a:cubicBezTo>
                    <a:cubicBezTo>
                      <a:pt x="5019" y="434"/>
                      <a:pt x="4213" y="99"/>
                      <a:pt x="3371" y="99"/>
                    </a:cubicBezTo>
                    <a:cubicBezTo>
                      <a:pt x="2530" y="99"/>
                      <a:pt x="1724" y="434"/>
                      <a:pt x="1129" y="1029"/>
                    </a:cubicBezTo>
                    <a:cubicBezTo>
                      <a:pt x="534" y="1624"/>
                      <a:pt x="200" y="2431"/>
                      <a:pt x="200" y="3272"/>
                    </a:cubicBezTo>
                    <a:cubicBezTo>
                      <a:pt x="200" y="4113"/>
                      <a:pt x="534" y="4921"/>
                      <a:pt x="1129" y="5515"/>
                    </a:cubicBezTo>
                    <a:cubicBezTo>
                      <a:pt x="1724" y="6110"/>
                      <a:pt x="2530" y="6445"/>
                      <a:pt x="3371" y="64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1F21CB78-E375-8932-CF15-83148B662627}"/>
                  </a:ext>
                </a:extLst>
              </p:cNvPr>
              <p:cNvSpPr/>
              <p:nvPr/>
            </p:nvSpPr>
            <p:spPr>
              <a:xfrm>
                <a:off x="3640922" y="4807212"/>
                <a:ext cx="6343" cy="6345"/>
              </a:xfrm>
              <a:custGeom>
                <a:avLst/>
                <a:gdLst>
                  <a:gd name="connsiteX0" fmla="*/ 3391 w 6343"/>
                  <a:gd name="connsiteY0" fmla="*/ 6450 h 6345"/>
                  <a:gd name="connsiteX1" fmla="*/ 5634 w 6343"/>
                  <a:gd name="connsiteY1" fmla="*/ 5521 h 6345"/>
                  <a:gd name="connsiteX2" fmla="*/ 6563 w 6343"/>
                  <a:gd name="connsiteY2" fmla="*/ 3277 h 6345"/>
                  <a:gd name="connsiteX3" fmla="*/ 5634 w 6343"/>
                  <a:gd name="connsiteY3" fmla="*/ 1034 h 6345"/>
                  <a:gd name="connsiteX4" fmla="*/ 3391 w 6343"/>
                  <a:gd name="connsiteY4" fmla="*/ 105 h 6345"/>
                  <a:gd name="connsiteX5" fmla="*/ 1149 w 6343"/>
                  <a:gd name="connsiteY5" fmla="*/ 1034 h 6345"/>
                  <a:gd name="connsiteX6" fmla="*/ 220 w 6343"/>
                  <a:gd name="connsiteY6" fmla="*/ 3277 h 6345"/>
                  <a:gd name="connsiteX7" fmla="*/ 1149 w 6343"/>
                  <a:gd name="connsiteY7" fmla="*/ 5521 h 6345"/>
                  <a:gd name="connsiteX8" fmla="*/ 3391 w 6343"/>
                  <a:gd name="connsiteY8" fmla="*/ 64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50"/>
                    </a:moveTo>
                    <a:cubicBezTo>
                      <a:pt x="4232" y="6450"/>
                      <a:pt x="5039" y="6116"/>
                      <a:pt x="5634" y="5521"/>
                    </a:cubicBezTo>
                    <a:cubicBezTo>
                      <a:pt x="6229" y="4926"/>
                      <a:pt x="6563" y="4119"/>
                      <a:pt x="6563" y="3277"/>
                    </a:cubicBezTo>
                    <a:cubicBezTo>
                      <a:pt x="6563" y="2436"/>
                      <a:pt x="6229" y="1629"/>
                      <a:pt x="5634" y="1034"/>
                    </a:cubicBezTo>
                    <a:cubicBezTo>
                      <a:pt x="5039" y="439"/>
                      <a:pt x="4232" y="105"/>
                      <a:pt x="3391" y="105"/>
                    </a:cubicBezTo>
                    <a:cubicBezTo>
                      <a:pt x="2550" y="105"/>
                      <a:pt x="1744" y="439"/>
                      <a:pt x="1149" y="1034"/>
                    </a:cubicBezTo>
                    <a:cubicBezTo>
                      <a:pt x="554" y="1629"/>
                      <a:pt x="220" y="2436"/>
                      <a:pt x="220" y="3277"/>
                    </a:cubicBezTo>
                    <a:cubicBezTo>
                      <a:pt x="220" y="4119"/>
                      <a:pt x="554" y="4926"/>
                      <a:pt x="1149" y="5521"/>
                    </a:cubicBezTo>
                    <a:cubicBezTo>
                      <a:pt x="1744" y="6116"/>
                      <a:pt x="2550" y="6450"/>
                      <a:pt x="3391" y="64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F39D2BA8-6203-CFCE-62DD-C1D22F6320C8}"/>
                  </a:ext>
                </a:extLst>
              </p:cNvPr>
              <p:cNvSpPr/>
              <p:nvPr/>
            </p:nvSpPr>
            <p:spPr>
              <a:xfrm>
                <a:off x="3652207" y="4803922"/>
                <a:ext cx="6343" cy="6345"/>
              </a:xfrm>
              <a:custGeom>
                <a:avLst/>
                <a:gdLst>
                  <a:gd name="connsiteX0" fmla="*/ 3392 w 6343"/>
                  <a:gd name="connsiteY0" fmla="*/ 6450 h 6345"/>
                  <a:gd name="connsiteX1" fmla="*/ 5635 w 6343"/>
                  <a:gd name="connsiteY1" fmla="*/ 5521 h 6345"/>
                  <a:gd name="connsiteX2" fmla="*/ 6564 w 6343"/>
                  <a:gd name="connsiteY2" fmla="*/ 3277 h 6345"/>
                  <a:gd name="connsiteX3" fmla="*/ 5635 w 6343"/>
                  <a:gd name="connsiteY3" fmla="*/ 1034 h 6345"/>
                  <a:gd name="connsiteX4" fmla="*/ 3392 w 6343"/>
                  <a:gd name="connsiteY4" fmla="*/ 104 h 6345"/>
                  <a:gd name="connsiteX5" fmla="*/ 1150 w 6343"/>
                  <a:gd name="connsiteY5" fmla="*/ 1034 h 6345"/>
                  <a:gd name="connsiteX6" fmla="*/ 221 w 6343"/>
                  <a:gd name="connsiteY6" fmla="*/ 3277 h 6345"/>
                  <a:gd name="connsiteX7" fmla="*/ 1150 w 6343"/>
                  <a:gd name="connsiteY7" fmla="*/ 5521 h 6345"/>
                  <a:gd name="connsiteX8" fmla="*/ 3392 w 6343"/>
                  <a:gd name="connsiteY8" fmla="*/ 64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50"/>
                    </a:moveTo>
                    <a:cubicBezTo>
                      <a:pt x="4233" y="6450"/>
                      <a:pt x="5040" y="6115"/>
                      <a:pt x="5635" y="5521"/>
                    </a:cubicBezTo>
                    <a:cubicBezTo>
                      <a:pt x="6230" y="4926"/>
                      <a:pt x="6564" y="4118"/>
                      <a:pt x="6564" y="3277"/>
                    </a:cubicBezTo>
                    <a:cubicBezTo>
                      <a:pt x="6564" y="2436"/>
                      <a:pt x="6230" y="1629"/>
                      <a:pt x="5635" y="1034"/>
                    </a:cubicBezTo>
                    <a:cubicBezTo>
                      <a:pt x="5040" y="439"/>
                      <a:pt x="4233" y="104"/>
                      <a:pt x="3392" y="104"/>
                    </a:cubicBezTo>
                    <a:cubicBezTo>
                      <a:pt x="2551" y="104"/>
                      <a:pt x="1744" y="439"/>
                      <a:pt x="1150" y="1034"/>
                    </a:cubicBezTo>
                    <a:cubicBezTo>
                      <a:pt x="555" y="1629"/>
                      <a:pt x="221" y="2436"/>
                      <a:pt x="221" y="3277"/>
                    </a:cubicBezTo>
                    <a:cubicBezTo>
                      <a:pt x="221" y="4118"/>
                      <a:pt x="555" y="4926"/>
                      <a:pt x="1150" y="5521"/>
                    </a:cubicBezTo>
                    <a:cubicBezTo>
                      <a:pt x="1744" y="6115"/>
                      <a:pt x="2551" y="6450"/>
                      <a:pt x="3392" y="64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9C152C8C-6F78-E9AC-2472-DC6623E57574}"/>
                  </a:ext>
                </a:extLst>
              </p:cNvPr>
              <p:cNvSpPr/>
              <p:nvPr/>
            </p:nvSpPr>
            <p:spPr>
              <a:xfrm>
                <a:off x="3658044" y="4803094"/>
                <a:ext cx="6343" cy="6345"/>
              </a:xfrm>
              <a:custGeom>
                <a:avLst/>
                <a:gdLst>
                  <a:gd name="connsiteX0" fmla="*/ 3393 w 6343"/>
                  <a:gd name="connsiteY0" fmla="*/ 6450 h 6345"/>
                  <a:gd name="connsiteX1" fmla="*/ 5635 w 6343"/>
                  <a:gd name="connsiteY1" fmla="*/ 5520 h 6345"/>
                  <a:gd name="connsiteX2" fmla="*/ 6564 w 6343"/>
                  <a:gd name="connsiteY2" fmla="*/ 3277 h 6345"/>
                  <a:gd name="connsiteX3" fmla="*/ 5635 w 6343"/>
                  <a:gd name="connsiteY3" fmla="*/ 1034 h 6345"/>
                  <a:gd name="connsiteX4" fmla="*/ 3393 w 6343"/>
                  <a:gd name="connsiteY4" fmla="*/ 104 h 6345"/>
                  <a:gd name="connsiteX5" fmla="*/ 1150 w 6343"/>
                  <a:gd name="connsiteY5" fmla="*/ 1034 h 6345"/>
                  <a:gd name="connsiteX6" fmla="*/ 221 w 6343"/>
                  <a:gd name="connsiteY6" fmla="*/ 3277 h 6345"/>
                  <a:gd name="connsiteX7" fmla="*/ 1150 w 6343"/>
                  <a:gd name="connsiteY7" fmla="*/ 5520 h 6345"/>
                  <a:gd name="connsiteX8" fmla="*/ 3393 w 6343"/>
                  <a:gd name="connsiteY8" fmla="*/ 64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50"/>
                    </a:moveTo>
                    <a:cubicBezTo>
                      <a:pt x="4234" y="6450"/>
                      <a:pt x="5041" y="6115"/>
                      <a:pt x="5635" y="5520"/>
                    </a:cubicBezTo>
                    <a:cubicBezTo>
                      <a:pt x="6230" y="4925"/>
                      <a:pt x="6564" y="4118"/>
                      <a:pt x="6564" y="3277"/>
                    </a:cubicBezTo>
                    <a:cubicBezTo>
                      <a:pt x="6564" y="2436"/>
                      <a:pt x="6230" y="1629"/>
                      <a:pt x="5635" y="1034"/>
                    </a:cubicBezTo>
                    <a:cubicBezTo>
                      <a:pt x="5041" y="439"/>
                      <a:pt x="4234" y="104"/>
                      <a:pt x="3393" y="104"/>
                    </a:cubicBezTo>
                    <a:cubicBezTo>
                      <a:pt x="2552" y="104"/>
                      <a:pt x="1745" y="439"/>
                      <a:pt x="1150" y="1034"/>
                    </a:cubicBezTo>
                    <a:cubicBezTo>
                      <a:pt x="555" y="1629"/>
                      <a:pt x="221" y="2436"/>
                      <a:pt x="221" y="3277"/>
                    </a:cubicBezTo>
                    <a:cubicBezTo>
                      <a:pt x="221" y="4118"/>
                      <a:pt x="555" y="4925"/>
                      <a:pt x="1150" y="5520"/>
                    </a:cubicBezTo>
                    <a:cubicBezTo>
                      <a:pt x="1745" y="6115"/>
                      <a:pt x="2552" y="6450"/>
                      <a:pt x="3393" y="64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19FB07DF-D54D-E764-FFCF-C3F8C9A37926}"/>
                  </a:ext>
                </a:extLst>
              </p:cNvPr>
              <p:cNvSpPr/>
              <p:nvPr/>
            </p:nvSpPr>
            <p:spPr>
              <a:xfrm>
                <a:off x="3665308" y="4808668"/>
                <a:ext cx="6343" cy="6345"/>
              </a:xfrm>
              <a:custGeom>
                <a:avLst/>
                <a:gdLst>
                  <a:gd name="connsiteX0" fmla="*/ 3393 w 6343"/>
                  <a:gd name="connsiteY0" fmla="*/ 6450 h 6345"/>
                  <a:gd name="connsiteX1" fmla="*/ 5636 w 6343"/>
                  <a:gd name="connsiteY1" fmla="*/ 5521 h 6345"/>
                  <a:gd name="connsiteX2" fmla="*/ 6565 w 6343"/>
                  <a:gd name="connsiteY2" fmla="*/ 3277 h 6345"/>
                  <a:gd name="connsiteX3" fmla="*/ 5636 w 6343"/>
                  <a:gd name="connsiteY3" fmla="*/ 1034 h 6345"/>
                  <a:gd name="connsiteX4" fmla="*/ 3393 w 6343"/>
                  <a:gd name="connsiteY4" fmla="*/ 105 h 6345"/>
                  <a:gd name="connsiteX5" fmla="*/ 1151 w 6343"/>
                  <a:gd name="connsiteY5" fmla="*/ 1034 h 6345"/>
                  <a:gd name="connsiteX6" fmla="*/ 222 w 6343"/>
                  <a:gd name="connsiteY6" fmla="*/ 3277 h 6345"/>
                  <a:gd name="connsiteX7" fmla="*/ 1151 w 6343"/>
                  <a:gd name="connsiteY7" fmla="*/ 5521 h 6345"/>
                  <a:gd name="connsiteX8" fmla="*/ 3393 w 6343"/>
                  <a:gd name="connsiteY8" fmla="*/ 64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50"/>
                    </a:moveTo>
                    <a:cubicBezTo>
                      <a:pt x="4234" y="6450"/>
                      <a:pt x="5041" y="6116"/>
                      <a:pt x="5636" y="5521"/>
                    </a:cubicBezTo>
                    <a:cubicBezTo>
                      <a:pt x="6231" y="4926"/>
                      <a:pt x="6565" y="4119"/>
                      <a:pt x="6565" y="3277"/>
                    </a:cubicBezTo>
                    <a:cubicBezTo>
                      <a:pt x="6565" y="2436"/>
                      <a:pt x="6231" y="1629"/>
                      <a:pt x="5636" y="1034"/>
                    </a:cubicBezTo>
                    <a:cubicBezTo>
                      <a:pt x="5041" y="439"/>
                      <a:pt x="4234" y="105"/>
                      <a:pt x="3393" y="105"/>
                    </a:cubicBezTo>
                    <a:cubicBezTo>
                      <a:pt x="2552" y="105"/>
                      <a:pt x="1745" y="439"/>
                      <a:pt x="1151" y="1034"/>
                    </a:cubicBezTo>
                    <a:cubicBezTo>
                      <a:pt x="556" y="1629"/>
                      <a:pt x="222" y="2436"/>
                      <a:pt x="222" y="3277"/>
                    </a:cubicBezTo>
                    <a:cubicBezTo>
                      <a:pt x="222" y="4119"/>
                      <a:pt x="556" y="4926"/>
                      <a:pt x="1151" y="5521"/>
                    </a:cubicBezTo>
                    <a:cubicBezTo>
                      <a:pt x="1745" y="6116"/>
                      <a:pt x="2552" y="6450"/>
                      <a:pt x="3393" y="64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8E8C9648-CA1B-BA90-BA3C-23CECEBF97F1}"/>
                  </a:ext>
                </a:extLst>
              </p:cNvPr>
              <p:cNvSpPr/>
              <p:nvPr/>
            </p:nvSpPr>
            <p:spPr>
              <a:xfrm>
                <a:off x="3680607" y="4851559"/>
                <a:ext cx="6343" cy="6345"/>
              </a:xfrm>
              <a:custGeom>
                <a:avLst/>
                <a:gdLst>
                  <a:gd name="connsiteX0" fmla="*/ 3395 w 6343"/>
                  <a:gd name="connsiteY0" fmla="*/ 6454 h 6345"/>
                  <a:gd name="connsiteX1" fmla="*/ 5637 w 6343"/>
                  <a:gd name="connsiteY1" fmla="*/ 5524 h 6345"/>
                  <a:gd name="connsiteX2" fmla="*/ 6566 w 6343"/>
                  <a:gd name="connsiteY2" fmla="*/ 3281 h 6345"/>
                  <a:gd name="connsiteX3" fmla="*/ 5637 w 6343"/>
                  <a:gd name="connsiteY3" fmla="*/ 1037 h 6345"/>
                  <a:gd name="connsiteX4" fmla="*/ 3395 w 6343"/>
                  <a:gd name="connsiteY4" fmla="*/ 108 h 6345"/>
                  <a:gd name="connsiteX5" fmla="*/ 1152 w 6343"/>
                  <a:gd name="connsiteY5" fmla="*/ 1037 h 6345"/>
                  <a:gd name="connsiteX6" fmla="*/ 223 w 6343"/>
                  <a:gd name="connsiteY6" fmla="*/ 3281 h 6345"/>
                  <a:gd name="connsiteX7" fmla="*/ 1152 w 6343"/>
                  <a:gd name="connsiteY7" fmla="*/ 5524 h 6345"/>
                  <a:gd name="connsiteX8" fmla="*/ 3395 w 6343"/>
                  <a:gd name="connsiteY8" fmla="*/ 64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54"/>
                    </a:moveTo>
                    <a:cubicBezTo>
                      <a:pt x="4236" y="6454"/>
                      <a:pt x="5042" y="6119"/>
                      <a:pt x="5637" y="5524"/>
                    </a:cubicBezTo>
                    <a:cubicBezTo>
                      <a:pt x="6232" y="4929"/>
                      <a:pt x="6566" y="4122"/>
                      <a:pt x="6566" y="3281"/>
                    </a:cubicBezTo>
                    <a:cubicBezTo>
                      <a:pt x="6566" y="2439"/>
                      <a:pt x="6232" y="1632"/>
                      <a:pt x="5637" y="1037"/>
                    </a:cubicBezTo>
                    <a:cubicBezTo>
                      <a:pt x="5042" y="442"/>
                      <a:pt x="4236" y="108"/>
                      <a:pt x="3395" y="108"/>
                    </a:cubicBezTo>
                    <a:cubicBezTo>
                      <a:pt x="2553" y="108"/>
                      <a:pt x="1747" y="442"/>
                      <a:pt x="1152" y="1037"/>
                    </a:cubicBezTo>
                    <a:cubicBezTo>
                      <a:pt x="557" y="1632"/>
                      <a:pt x="223" y="2439"/>
                      <a:pt x="223" y="3281"/>
                    </a:cubicBezTo>
                    <a:cubicBezTo>
                      <a:pt x="223" y="4122"/>
                      <a:pt x="557" y="4929"/>
                      <a:pt x="1152" y="5524"/>
                    </a:cubicBezTo>
                    <a:cubicBezTo>
                      <a:pt x="1747" y="6119"/>
                      <a:pt x="2553" y="6454"/>
                      <a:pt x="3395" y="64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D28375B2-E685-72A0-5F34-4329D927C6D9}"/>
                  </a:ext>
                </a:extLst>
              </p:cNvPr>
              <p:cNvSpPr/>
              <p:nvPr/>
            </p:nvSpPr>
            <p:spPr>
              <a:xfrm>
                <a:off x="3685127" y="4846108"/>
                <a:ext cx="6343" cy="6345"/>
              </a:xfrm>
              <a:custGeom>
                <a:avLst/>
                <a:gdLst>
                  <a:gd name="connsiteX0" fmla="*/ 3395 w 6343"/>
                  <a:gd name="connsiteY0" fmla="*/ 6453 h 6345"/>
                  <a:gd name="connsiteX1" fmla="*/ 5637 w 6343"/>
                  <a:gd name="connsiteY1" fmla="*/ 5524 h 6345"/>
                  <a:gd name="connsiteX2" fmla="*/ 6566 w 6343"/>
                  <a:gd name="connsiteY2" fmla="*/ 3280 h 6345"/>
                  <a:gd name="connsiteX3" fmla="*/ 5637 w 6343"/>
                  <a:gd name="connsiteY3" fmla="*/ 1037 h 6345"/>
                  <a:gd name="connsiteX4" fmla="*/ 3395 w 6343"/>
                  <a:gd name="connsiteY4" fmla="*/ 108 h 6345"/>
                  <a:gd name="connsiteX5" fmla="*/ 1152 w 6343"/>
                  <a:gd name="connsiteY5" fmla="*/ 1037 h 6345"/>
                  <a:gd name="connsiteX6" fmla="*/ 223 w 6343"/>
                  <a:gd name="connsiteY6" fmla="*/ 3280 h 6345"/>
                  <a:gd name="connsiteX7" fmla="*/ 1152 w 6343"/>
                  <a:gd name="connsiteY7" fmla="*/ 5524 h 6345"/>
                  <a:gd name="connsiteX8" fmla="*/ 3395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53"/>
                    </a:moveTo>
                    <a:cubicBezTo>
                      <a:pt x="4236" y="6453"/>
                      <a:pt x="5043" y="6119"/>
                      <a:pt x="5637" y="5524"/>
                    </a:cubicBezTo>
                    <a:cubicBezTo>
                      <a:pt x="6232" y="4929"/>
                      <a:pt x="6566" y="4122"/>
                      <a:pt x="6566" y="3280"/>
                    </a:cubicBezTo>
                    <a:cubicBezTo>
                      <a:pt x="6566" y="2439"/>
                      <a:pt x="6232" y="1632"/>
                      <a:pt x="5637" y="1037"/>
                    </a:cubicBezTo>
                    <a:cubicBezTo>
                      <a:pt x="5043" y="442"/>
                      <a:pt x="4236" y="108"/>
                      <a:pt x="3395" y="108"/>
                    </a:cubicBezTo>
                    <a:cubicBezTo>
                      <a:pt x="2554" y="108"/>
                      <a:pt x="1747" y="442"/>
                      <a:pt x="1152" y="1037"/>
                    </a:cubicBezTo>
                    <a:cubicBezTo>
                      <a:pt x="557" y="1632"/>
                      <a:pt x="223" y="2439"/>
                      <a:pt x="223" y="3280"/>
                    </a:cubicBezTo>
                    <a:cubicBezTo>
                      <a:pt x="223" y="4122"/>
                      <a:pt x="557" y="4929"/>
                      <a:pt x="1152" y="5524"/>
                    </a:cubicBezTo>
                    <a:cubicBezTo>
                      <a:pt x="1747" y="6119"/>
                      <a:pt x="2554" y="6453"/>
                      <a:pt x="3395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6D29578A-ACA4-FBE5-543E-C8BF0A192CC4}"/>
                  </a:ext>
                </a:extLst>
              </p:cNvPr>
              <p:cNvSpPr/>
              <p:nvPr/>
            </p:nvSpPr>
            <p:spPr>
              <a:xfrm>
                <a:off x="3689211" y="4838255"/>
                <a:ext cx="6343" cy="6345"/>
              </a:xfrm>
              <a:custGeom>
                <a:avLst/>
                <a:gdLst>
                  <a:gd name="connsiteX0" fmla="*/ 3395 w 6343"/>
                  <a:gd name="connsiteY0" fmla="*/ 6452 h 6345"/>
                  <a:gd name="connsiteX1" fmla="*/ 5638 w 6343"/>
                  <a:gd name="connsiteY1" fmla="*/ 5523 h 6345"/>
                  <a:gd name="connsiteX2" fmla="*/ 6567 w 6343"/>
                  <a:gd name="connsiteY2" fmla="*/ 3280 h 6345"/>
                  <a:gd name="connsiteX3" fmla="*/ 5638 w 6343"/>
                  <a:gd name="connsiteY3" fmla="*/ 1036 h 6345"/>
                  <a:gd name="connsiteX4" fmla="*/ 3395 w 6343"/>
                  <a:gd name="connsiteY4" fmla="*/ 107 h 6345"/>
                  <a:gd name="connsiteX5" fmla="*/ 1153 w 6343"/>
                  <a:gd name="connsiteY5" fmla="*/ 1036 h 6345"/>
                  <a:gd name="connsiteX6" fmla="*/ 224 w 6343"/>
                  <a:gd name="connsiteY6" fmla="*/ 3280 h 6345"/>
                  <a:gd name="connsiteX7" fmla="*/ 1153 w 6343"/>
                  <a:gd name="connsiteY7" fmla="*/ 5523 h 6345"/>
                  <a:gd name="connsiteX8" fmla="*/ 3395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52"/>
                    </a:moveTo>
                    <a:cubicBezTo>
                      <a:pt x="4236" y="6452"/>
                      <a:pt x="5043" y="6118"/>
                      <a:pt x="5638" y="5523"/>
                    </a:cubicBezTo>
                    <a:cubicBezTo>
                      <a:pt x="6233" y="4928"/>
                      <a:pt x="6567" y="4121"/>
                      <a:pt x="6567" y="3280"/>
                    </a:cubicBezTo>
                    <a:cubicBezTo>
                      <a:pt x="6567" y="2438"/>
                      <a:pt x="6233" y="1631"/>
                      <a:pt x="5638" y="1036"/>
                    </a:cubicBezTo>
                    <a:cubicBezTo>
                      <a:pt x="5043" y="441"/>
                      <a:pt x="4236" y="107"/>
                      <a:pt x="3395" y="107"/>
                    </a:cubicBezTo>
                    <a:cubicBezTo>
                      <a:pt x="2554" y="107"/>
                      <a:pt x="1747" y="441"/>
                      <a:pt x="1153" y="1036"/>
                    </a:cubicBezTo>
                    <a:cubicBezTo>
                      <a:pt x="558" y="1631"/>
                      <a:pt x="224" y="2438"/>
                      <a:pt x="224" y="3280"/>
                    </a:cubicBezTo>
                    <a:cubicBezTo>
                      <a:pt x="224" y="4121"/>
                      <a:pt x="558" y="4928"/>
                      <a:pt x="1153" y="5523"/>
                    </a:cubicBezTo>
                    <a:cubicBezTo>
                      <a:pt x="1747" y="6118"/>
                      <a:pt x="2554" y="6452"/>
                      <a:pt x="3395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3E1CD374-0A27-6C30-DF5B-694AB15529E1}"/>
                  </a:ext>
                </a:extLst>
              </p:cNvPr>
              <p:cNvSpPr/>
              <p:nvPr/>
            </p:nvSpPr>
            <p:spPr>
              <a:xfrm>
                <a:off x="3685450" y="4790443"/>
                <a:ext cx="6343" cy="6345"/>
              </a:xfrm>
              <a:custGeom>
                <a:avLst/>
                <a:gdLst>
                  <a:gd name="connsiteX0" fmla="*/ 3395 w 6343"/>
                  <a:gd name="connsiteY0" fmla="*/ 6449 h 6345"/>
                  <a:gd name="connsiteX1" fmla="*/ 5638 w 6343"/>
                  <a:gd name="connsiteY1" fmla="*/ 5519 h 6345"/>
                  <a:gd name="connsiteX2" fmla="*/ 6566 w 6343"/>
                  <a:gd name="connsiteY2" fmla="*/ 3276 h 6345"/>
                  <a:gd name="connsiteX3" fmla="*/ 5638 w 6343"/>
                  <a:gd name="connsiteY3" fmla="*/ 1033 h 6345"/>
                  <a:gd name="connsiteX4" fmla="*/ 3395 w 6343"/>
                  <a:gd name="connsiteY4" fmla="*/ 103 h 6345"/>
                  <a:gd name="connsiteX5" fmla="*/ 1152 w 6343"/>
                  <a:gd name="connsiteY5" fmla="*/ 1033 h 6345"/>
                  <a:gd name="connsiteX6" fmla="*/ 223 w 6343"/>
                  <a:gd name="connsiteY6" fmla="*/ 3276 h 6345"/>
                  <a:gd name="connsiteX7" fmla="*/ 1152 w 6343"/>
                  <a:gd name="connsiteY7" fmla="*/ 5519 h 6345"/>
                  <a:gd name="connsiteX8" fmla="*/ 3395 w 6343"/>
                  <a:gd name="connsiteY8" fmla="*/ 64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49"/>
                    </a:moveTo>
                    <a:cubicBezTo>
                      <a:pt x="4236" y="6449"/>
                      <a:pt x="5043" y="6114"/>
                      <a:pt x="5638" y="5519"/>
                    </a:cubicBezTo>
                    <a:cubicBezTo>
                      <a:pt x="6232" y="4924"/>
                      <a:pt x="6566" y="4117"/>
                      <a:pt x="6566" y="3276"/>
                    </a:cubicBezTo>
                    <a:cubicBezTo>
                      <a:pt x="6566" y="2435"/>
                      <a:pt x="6232" y="1628"/>
                      <a:pt x="5638" y="1033"/>
                    </a:cubicBezTo>
                    <a:cubicBezTo>
                      <a:pt x="5043" y="438"/>
                      <a:pt x="4236" y="103"/>
                      <a:pt x="3395" y="103"/>
                    </a:cubicBezTo>
                    <a:cubicBezTo>
                      <a:pt x="2554" y="103"/>
                      <a:pt x="1747" y="438"/>
                      <a:pt x="1152" y="1033"/>
                    </a:cubicBezTo>
                    <a:cubicBezTo>
                      <a:pt x="558" y="1628"/>
                      <a:pt x="223" y="2435"/>
                      <a:pt x="223" y="3276"/>
                    </a:cubicBezTo>
                    <a:cubicBezTo>
                      <a:pt x="223" y="4117"/>
                      <a:pt x="558" y="4924"/>
                      <a:pt x="1152" y="5519"/>
                    </a:cubicBezTo>
                    <a:cubicBezTo>
                      <a:pt x="1747" y="6114"/>
                      <a:pt x="2554" y="6449"/>
                      <a:pt x="3395" y="64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C5B6F1D2-4A9D-7EE2-21C4-EDA487EAFD65}"/>
                  </a:ext>
                </a:extLst>
              </p:cNvPr>
              <p:cNvSpPr/>
              <p:nvPr/>
            </p:nvSpPr>
            <p:spPr>
              <a:xfrm>
                <a:off x="3692212" y="4794312"/>
                <a:ext cx="6343" cy="6345"/>
              </a:xfrm>
              <a:custGeom>
                <a:avLst/>
                <a:gdLst>
                  <a:gd name="connsiteX0" fmla="*/ 3395 w 6343"/>
                  <a:gd name="connsiteY0" fmla="*/ 6449 h 6345"/>
                  <a:gd name="connsiteX1" fmla="*/ 5638 w 6343"/>
                  <a:gd name="connsiteY1" fmla="*/ 5520 h 6345"/>
                  <a:gd name="connsiteX2" fmla="*/ 6567 w 6343"/>
                  <a:gd name="connsiteY2" fmla="*/ 3276 h 6345"/>
                  <a:gd name="connsiteX3" fmla="*/ 5638 w 6343"/>
                  <a:gd name="connsiteY3" fmla="*/ 1033 h 6345"/>
                  <a:gd name="connsiteX4" fmla="*/ 3395 w 6343"/>
                  <a:gd name="connsiteY4" fmla="*/ 104 h 6345"/>
                  <a:gd name="connsiteX5" fmla="*/ 1153 w 6343"/>
                  <a:gd name="connsiteY5" fmla="*/ 1033 h 6345"/>
                  <a:gd name="connsiteX6" fmla="*/ 224 w 6343"/>
                  <a:gd name="connsiteY6" fmla="*/ 3276 h 6345"/>
                  <a:gd name="connsiteX7" fmla="*/ 1153 w 6343"/>
                  <a:gd name="connsiteY7" fmla="*/ 5520 h 6345"/>
                  <a:gd name="connsiteX8" fmla="*/ 3395 w 6343"/>
                  <a:gd name="connsiteY8" fmla="*/ 64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49"/>
                    </a:moveTo>
                    <a:cubicBezTo>
                      <a:pt x="4237" y="6449"/>
                      <a:pt x="5043" y="6115"/>
                      <a:pt x="5638" y="5520"/>
                    </a:cubicBezTo>
                    <a:cubicBezTo>
                      <a:pt x="6233" y="4925"/>
                      <a:pt x="6567" y="4118"/>
                      <a:pt x="6567" y="3276"/>
                    </a:cubicBezTo>
                    <a:cubicBezTo>
                      <a:pt x="6567" y="2435"/>
                      <a:pt x="6233" y="1628"/>
                      <a:pt x="5638" y="1033"/>
                    </a:cubicBezTo>
                    <a:cubicBezTo>
                      <a:pt x="5043" y="438"/>
                      <a:pt x="4237" y="104"/>
                      <a:pt x="3395" y="104"/>
                    </a:cubicBezTo>
                    <a:cubicBezTo>
                      <a:pt x="2554" y="104"/>
                      <a:pt x="1748" y="438"/>
                      <a:pt x="1153" y="1033"/>
                    </a:cubicBezTo>
                    <a:cubicBezTo>
                      <a:pt x="558" y="1628"/>
                      <a:pt x="224" y="2435"/>
                      <a:pt x="224" y="3276"/>
                    </a:cubicBezTo>
                    <a:cubicBezTo>
                      <a:pt x="224" y="4118"/>
                      <a:pt x="558" y="4925"/>
                      <a:pt x="1153" y="5520"/>
                    </a:cubicBezTo>
                    <a:cubicBezTo>
                      <a:pt x="1748" y="6115"/>
                      <a:pt x="2554" y="6449"/>
                      <a:pt x="3395" y="64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376DF8F2-804D-7462-22D0-0581A4074734}"/>
                  </a:ext>
                </a:extLst>
              </p:cNvPr>
              <p:cNvSpPr/>
              <p:nvPr/>
            </p:nvSpPr>
            <p:spPr>
              <a:xfrm>
                <a:off x="3699067" y="4799024"/>
                <a:ext cx="6343" cy="6345"/>
              </a:xfrm>
              <a:custGeom>
                <a:avLst/>
                <a:gdLst>
                  <a:gd name="connsiteX0" fmla="*/ 3396 w 6343"/>
                  <a:gd name="connsiteY0" fmla="*/ 6449 h 6345"/>
                  <a:gd name="connsiteX1" fmla="*/ 5639 w 6343"/>
                  <a:gd name="connsiteY1" fmla="*/ 5520 h 6345"/>
                  <a:gd name="connsiteX2" fmla="*/ 6568 w 6343"/>
                  <a:gd name="connsiteY2" fmla="*/ 3277 h 6345"/>
                  <a:gd name="connsiteX3" fmla="*/ 5639 w 6343"/>
                  <a:gd name="connsiteY3" fmla="*/ 1033 h 6345"/>
                  <a:gd name="connsiteX4" fmla="*/ 3396 w 6343"/>
                  <a:gd name="connsiteY4" fmla="*/ 104 h 6345"/>
                  <a:gd name="connsiteX5" fmla="*/ 1153 w 6343"/>
                  <a:gd name="connsiteY5" fmla="*/ 1033 h 6345"/>
                  <a:gd name="connsiteX6" fmla="*/ 224 w 6343"/>
                  <a:gd name="connsiteY6" fmla="*/ 3277 h 6345"/>
                  <a:gd name="connsiteX7" fmla="*/ 1153 w 6343"/>
                  <a:gd name="connsiteY7" fmla="*/ 5520 h 6345"/>
                  <a:gd name="connsiteX8" fmla="*/ 3396 w 6343"/>
                  <a:gd name="connsiteY8" fmla="*/ 64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49"/>
                    </a:moveTo>
                    <a:cubicBezTo>
                      <a:pt x="4237" y="6449"/>
                      <a:pt x="5044" y="6115"/>
                      <a:pt x="5639" y="5520"/>
                    </a:cubicBezTo>
                    <a:cubicBezTo>
                      <a:pt x="6233" y="4925"/>
                      <a:pt x="6568" y="4118"/>
                      <a:pt x="6568" y="3277"/>
                    </a:cubicBezTo>
                    <a:cubicBezTo>
                      <a:pt x="6568" y="2435"/>
                      <a:pt x="6233" y="1628"/>
                      <a:pt x="5639" y="1033"/>
                    </a:cubicBezTo>
                    <a:cubicBezTo>
                      <a:pt x="5044" y="438"/>
                      <a:pt x="4237" y="104"/>
                      <a:pt x="3396" y="104"/>
                    </a:cubicBezTo>
                    <a:cubicBezTo>
                      <a:pt x="2555" y="104"/>
                      <a:pt x="1748" y="438"/>
                      <a:pt x="1153" y="1033"/>
                    </a:cubicBezTo>
                    <a:cubicBezTo>
                      <a:pt x="559" y="1628"/>
                      <a:pt x="224" y="2435"/>
                      <a:pt x="224" y="3277"/>
                    </a:cubicBezTo>
                    <a:cubicBezTo>
                      <a:pt x="224" y="4118"/>
                      <a:pt x="559" y="4925"/>
                      <a:pt x="1153" y="5520"/>
                    </a:cubicBezTo>
                    <a:cubicBezTo>
                      <a:pt x="1748" y="6115"/>
                      <a:pt x="2555" y="6449"/>
                      <a:pt x="3396" y="64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CF26C44E-2B35-08D6-BA7A-4DD0CD55EF47}"/>
                  </a:ext>
                </a:extLst>
              </p:cNvPr>
              <p:cNvSpPr/>
              <p:nvPr/>
            </p:nvSpPr>
            <p:spPr>
              <a:xfrm>
                <a:off x="3722192" y="4894839"/>
                <a:ext cx="6343" cy="6345"/>
              </a:xfrm>
              <a:custGeom>
                <a:avLst/>
                <a:gdLst>
                  <a:gd name="connsiteX0" fmla="*/ 3398 w 6343"/>
                  <a:gd name="connsiteY0" fmla="*/ 6457 h 6345"/>
                  <a:gd name="connsiteX1" fmla="*/ 5640 w 6343"/>
                  <a:gd name="connsiteY1" fmla="*/ 5528 h 6345"/>
                  <a:gd name="connsiteX2" fmla="*/ 6569 w 6343"/>
                  <a:gd name="connsiteY2" fmla="*/ 3284 h 6345"/>
                  <a:gd name="connsiteX3" fmla="*/ 5640 w 6343"/>
                  <a:gd name="connsiteY3" fmla="*/ 1041 h 6345"/>
                  <a:gd name="connsiteX4" fmla="*/ 3398 w 6343"/>
                  <a:gd name="connsiteY4" fmla="*/ 112 h 6345"/>
                  <a:gd name="connsiteX5" fmla="*/ 1155 w 6343"/>
                  <a:gd name="connsiteY5" fmla="*/ 1041 h 6345"/>
                  <a:gd name="connsiteX6" fmla="*/ 226 w 6343"/>
                  <a:gd name="connsiteY6" fmla="*/ 3284 h 6345"/>
                  <a:gd name="connsiteX7" fmla="*/ 1155 w 6343"/>
                  <a:gd name="connsiteY7" fmla="*/ 5528 h 6345"/>
                  <a:gd name="connsiteX8" fmla="*/ 3398 w 6343"/>
                  <a:gd name="connsiteY8" fmla="*/ 64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57"/>
                    </a:moveTo>
                    <a:cubicBezTo>
                      <a:pt x="4239" y="6457"/>
                      <a:pt x="5046" y="6123"/>
                      <a:pt x="5640" y="5528"/>
                    </a:cubicBezTo>
                    <a:cubicBezTo>
                      <a:pt x="6235" y="4933"/>
                      <a:pt x="6569" y="4126"/>
                      <a:pt x="6569" y="3284"/>
                    </a:cubicBezTo>
                    <a:cubicBezTo>
                      <a:pt x="6569" y="2443"/>
                      <a:pt x="6235" y="1636"/>
                      <a:pt x="5640" y="1041"/>
                    </a:cubicBezTo>
                    <a:cubicBezTo>
                      <a:pt x="5046" y="446"/>
                      <a:pt x="4239" y="112"/>
                      <a:pt x="3398" y="112"/>
                    </a:cubicBezTo>
                    <a:cubicBezTo>
                      <a:pt x="2557" y="112"/>
                      <a:pt x="1750" y="446"/>
                      <a:pt x="1155" y="1041"/>
                    </a:cubicBezTo>
                    <a:cubicBezTo>
                      <a:pt x="560" y="1636"/>
                      <a:pt x="226" y="2443"/>
                      <a:pt x="226" y="3284"/>
                    </a:cubicBezTo>
                    <a:cubicBezTo>
                      <a:pt x="226" y="4126"/>
                      <a:pt x="560" y="4933"/>
                      <a:pt x="1155" y="5528"/>
                    </a:cubicBezTo>
                    <a:cubicBezTo>
                      <a:pt x="1750" y="6123"/>
                      <a:pt x="2557" y="6457"/>
                      <a:pt x="3398" y="64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F5D95DEF-6A69-375B-5158-881BE557CAC7}"/>
                  </a:ext>
                </a:extLst>
              </p:cNvPr>
              <p:cNvSpPr/>
              <p:nvPr/>
            </p:nvSpPr>
            <p:spPr>
              <a:xfrm>
                <a:off x="3712242" y="4806623"/>
                <a:ext cx="6343" cy="6345"/>
              </a:xfrm>
              <a:custGeom>
                <a:avLst/>
                <a:gdLst>
                  <a:gd name="connsiteX0" fmla="*/ 3397 w 6343"/>
                  <a:gd name="connsiteY0" fmla="*/ 6450 h 6345"/>
                  <a:gd name="connsiteX1" fmla="*/ 5640 w 6343"/>
                  <a:gd name="connsiteY1" fmla="*/ 5521 h 6345"/>
                  <a:gd name="connsiteX2" fmla="*/ 6569 w 6343"/>
                  <a:gd name="connsiteY2" fmla="*/ 3277 h 6345"/>
                  <a:gd name="connsiteX3" fmla="*/ 5640 w 6343"/>
                  <a:gd name="connsiteY3" fmla="*/ 1034 h 6345"/>
                  <a:gd name="connsiteX4" fmla="*/ 3397 w 6343"/>
                  <a:gd name="connsiteY4" fmla="*/ 105 h 6345"/>
                  <a:gd name="connsiteX5" fmla="*/ 1154 w 6343"/>
                  <a:gd name="connsiteY5" fmla="*/ 1034 h 6345"/>
                  <a:gd name="connsiteX6" fmla="*/ 225 w 6343"/>
                  <a:gd name="connsiteY6" fmla="*/ 3277 h 6345"/>
                  <a:gd name="connsiteX7" fmla="*/ 1154 w 6343"/>
                  <a:gd name="connsiteY7" fmla="*/ 5521 h 6345"/>
                  <a:gd name="connsiteX8" fmla="*/ 3397 w 6343"/>
                  <a:gd name="connsiteY8" fmla="*/ 64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50"/>
                    </a:moveTo>
                    <a:cubicBezTo>
                      <a:pt x="4238" y="6450"/>
                      <a:pt x="5045" y="6116"/>
                      <a:pt x="5640" y="5521"/>
                    </a:cubicBezTo>
                    <a:cubicBezTo>
                      <a:pt x="6234" y="4926"/>
                      <a:pt x="6569" y="4119"/>
                      <a:pt x="6569" y="3277"/>
                    </a:cubicBezTo>
                    <a:cubicBezTo>
                      <a:pt x="6569" y="2436"/>
                      <a:pt x="6234" y="1629"/>
                      <a:pt x="5640" y="1034"/>
                    </a:cubicBezTo>
                    <a:cubicBezTo>
                      <a:pt x="5045" y="439"/>
                      <a:pt x="4238" y="105"/>
                      <a:pt x="3397" y="105"/>
                    </a:cubicBezTo>
                    <a:cubicBezTo>
                      <a:pt x="2556" y="105"/>
                      <a:pt x="1749" y="439"/>
                      <a:pt x="1154" y="1034"/>
                    </a:cubicBezTo>
                    <a:cubicBezTo>
                      <a:pt x="560" y="1629"/>
                      <a:pt x="225" y="2436"/>
                      <a:pt x="225" y="3277"/>
                    </a:cubicBezTo>
                    <a:cubicBezTo>
                      <a:pt x="225" y="4119"/>
                      <a:pt x="560" y="4926"/>
                      <a:pt x="1154" y="5521"/>
                    </a:cubicBezTo>
                    <a:cubicBezTo>
                      <a:pt x="1749" y="6116"/>
                      <a:pt x="2556" y="6450"/>
                      <a:pt x="3397" y="64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B2814348-411D-CD41-9E4F-F8327139EBD3}"/>
                  </a:ext>
                </a:extLst>
              </p:cNvPr>
              <p:cNvSpPr/>
              <p:nvPr/>
            </p:nvSpPr>
            <p:spPr>
              <a:xfrm>
                <a:off x="3714544" y="4785271"/>
                <a:ext cx="6343" cy="6345"/>
              </a:xfrm>
              <a:custGeom>
                <a:avLst/>
                <a:gdLst>
                  <a:gd name="connsiteX0" fmla="*/ 3397 w 6343"/>
                  <a:gd name="connsiteY0" fmla="*/ 6448 h 6345"/>
                  <a:gd name="connsiteX1" fmla="*/ 5640 w 6343"/>
                  <a:gd name="connsiteY1" fmla="*/ 5519 h 6345"/>
                  <a:gd name="connsiteX2" fmla="*/ 6569 w 6343"/>
                  <a:gd name="connsiteY2" fmla="*/ 3276 h 6345"/>
                  <a:gd name="connsiteX3" fmla="*/ 5640 w 6343"/>
                  <a:gd name="connsiteY3" fmla="*/ 1032 h 6345"/>
                  <a:gd name="connsiteX4" fmla="*/ 3397 w 6343"/>
                  <a:gd name="connsiteY4" fmla="*/ 103 h 6345"/>
                  <a:gd name="connsiteX5" fmla="*/ 1155 w 6343"/>
                  <a:gd name="connsiteY5" fmla="*/ 1032 h 6345"/>
                  <a:gd name="connsiteX6" fmla="*/ 226 w 6343"/>
                  <a:gd name="connsiteY6" fmla="*/ 3276 h 6345"/>
                  <a:gd name="connsiteX7" fmla="*/ 1155 w 6343"/>
                  <a:gd name="connsiteY7" fmla="*/ 5519 h 6345"/>
                  <a:gd name="connsiteX8" fmla="*/ 3397 w 6343"/>
                  <a:gd name="connsiteY8" fmla="*/ 64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48"/>
                    </a:moveTo>
                    <a:cubicBezTo>
                      <a:pt x="4238" y="6448"/>
                      <a:pt x="5045" y="6114"/>
                      <a:pt x="5640" y="5519"/>
                    </a:cubicBezTo>
                    <a:cubicBezTo>
                      <a:pt x="6235" y="4924"/>
                      <a:pt x="6569" y="4117"/>
                      <a:pt x="6569" y="3276"/>
                    </a:cubicBezTo>
                    <a:cubicBezTo>
                      <a:pt x="6569" y="2434"/>
                      <a:pt x="6235" y="1627"/>
                      <a:pt x="5640" y="1032"/>
                    </a:cubicBezTo>
                    <a:cubicBezTo>
                      <a:pt x="5045" y="437"/>
                      <a:pt x="4238" y="103"/>
                      <a:pt x="3397" y="103"/>
                    </a:cubicBezTo>
                    <a:cubicBezTo>
                      <a:pt x="2556" y="103"/>
                      <a:pt x="1749" y="437"/>
                      <a:pt x="1155" y="1032"/>
                    </a:cubicBezTo>
                    <a:cubicBezTo>
                      <a:pt x="560" y="1627"/>
                      <a:pt x="226" y="2434"/>
                      <a:pt x="226" y="3276"/>
                    </a:cubicBezTo>
                    <a:cubicBezTo>
                      <a:pt x="226" y="4117"/>
                      <a:pt x="560" y="4924"/>
                      <a:pt x="1155" y="5519"/>
                    </a:cubicBezTo>
                    <a:cubicBezTo>
                      <a:pt x="1749" y="6114"/>
                      <a:pt x="2556" y="6448"/>
                      <a:pt x="3397" y="64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9EB80F91-E315-2667-2EDE-C69DB2907917}"/>
                  </a:ext>
                </a:extLst>
              </p:cNvPr>
              <p:cNvSpPr/>
              <p:nvPr/>
            </p:nvSpPr>
            <p:spPr>
              <a:xfrm>
                <a:off x="3736556" y="4885152"/>
                <a:ext cx="6343" cy="6345"/>
              </a:xfrm>
              <a:custGeom>
                <a:avLst/>
                <a:gdLst>
                  <a:gd name="connsiteX0" fmla="*/ 3399 w 6343"/>
                  <a:gd name="connsiteY0" fmla="*/ 6456 h 6345"/>
                  <a:gd name="connsiteX1" fmla="*/ 5642 w 6343"/>
                  <a:gd name="connsiteY1" fmla="*/ 5527 h 6345"/>
                  <a:gd name="connsiteX2" fmla="*/ 6570 w 6343"/>
                  <a:gd name="connsiteY2" fmla="*/ 3283 h 6345"/>
                  <a:gd name="connsiteX3" fmla="*/ 5642 w 6343"/>
                  <a:gd name="connsiteY3" fmla="*/ 1040 h 6345"/>
                  <a:gd name="connsiteX4" fmla="*/ 3399 w 6343"/>
                  <a:gd name="connsiteY4" fmla="*/ 111 h 6345"/>
                  <a:gd name="connsiteX5" fmla="*/ 1156 w 6343"/>
                  <a:gd name="connsiteY5" fmla="*/ 1040 h 6345"/>
                  <a:gd name="connsiteX6" fmla="*/ 227 w 6343"/>
                  <a:gd name="connsiteY6" fmla="*/ 3283 h 6345"/>
                  <a:gd name="connsiteX7" fmla="*/ 1156 w 6343"/>
                  <a:gd name="connsiteY7" fmla="*/ 5527 h 6345"/>
                  <a:gd name="connsiteX8" fmla="*/ 3399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56"/>
                    </a:moveTo>
                    <a:cubicBezTo>
                      <a:pt x="4240" y="6456"/>
                      <a:pt x="5047" y="6122"/>
                      <a:pt x="5642" y="5527"/>
                    </a:cubicBezTo>
                    <a:cubicBezTo>
                      <a:pt x="6236" y="4932"/>
                      <a:pt x="6570" y="4125"/>
                      <a:pt x="6570" y="3283"/>
                    </a:cubicBezTo>
                    <a:cubicBezTo>
                      <a:pt x="6570" y="2442"/>
                      <a:pt x="6236" y="1635"/>
                      <a:pt x="5642" y="1040"/>
                    </a:cubicBezTo>
                    <a:cubicBezTo>
                      <a:pt x="5047" y="445"/>
                      <a:pt x="4240" y="111"/>
                      <a:pt x="3399" y="111"/>
                    </a:cubicBezTo>
                    <a:cubicBezTo>
                      <a:pt x="2558" y="111"/>
                      <a:pt x="1751" y="445"/>
                      <a:pt x="1156" y="1040"/>
                    </a:cubicBezTo>
                    <a:cubicBezTo>
                      <a:pt x="562" y="1635"/>
                      <a:pt x="227" y="2442"/>
                      <a:pt x="227" y="3283"/>
                    </a:cubicBezTo>
                    <a:cubicBezTo>
                      <a:pt x="227" y="4125"/>
                      <a:pt x="562" y="4932"/>
                      <a:pt x="1156" y="5527"/>
                    </a:cubicBezTo>
                    <a:cubicBezTo>
                      <a:pt x="1751" y="6122"/>
                      <a:pt x="2558" y="6456"/>
                      <a:pt x="3399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AE527A05-4776-BC50-FF6E-7604184E3FF3}"/>
                  </a:ext>
                </a:extLst>
              </p:cNvPr>
              <p:cNvSpPr/>
              <p:nvPr/>
            </p:nvSpPr>
            <p:spPr>
              <a:xfrm>
                <a:off x="3741362" y="4881648"/>
                <a:ext cx="6343" cy="6345"/>
              </a:xfrm>
              <a:custGeom>
                <a:avLst/>
                <a:gdLst>
                  <a:gd name="connsiteX0" fmla="*/ 3399 w 6343"/>
                  <a:gd name="connsiteY0" fmla="*/ 6456 h 6345"/>
                  <a:gd name="connsiteX1" fmla="*/ 5642 w 6343"/>
                  <a:gd name="connsiteY1" fmla="*/ 5527 h 6345"/>
                  <a:gd name="connsiteX2" fmla="*/ 6571 w 6343"/>
                  <a:gd name="connsiteY2" fmla="*/ 3283 h 6345"/>
                  <a:gd name="connsiteX3" fmla="*/ 5642 w 6343"/>
                  <a:gd name="connsiteY3" fmla="*/ 1040 h 6345"/>
                  <a:gd name="connsiteX4" fmla="*/ 3399 w 6343"/>
                  <a:gd name="connsiteY4" fmla="*/ 110 h 6345"/>
                  <a:gd name="connsiteX5" fmla="*/ 1157 w 6343"/>
                  <a:gd name="connsiteY5" fmla="*/ 1040 h 6345"/>
                  <a:gd name="connsiteX6" fmla="*/ 228 w 6343"/>
                  <a:gd name="connsiteY6" fmla="*/ 3283 h 6345"/>
                  <a:gd name="connsiteX7" fmla="*/ 1157 w 6343"/>
                  <a:gd name="connsiteY7" fmla="*/ 5527 h 6345"/>
                  <a:gd name="connsiteX8" fmla="*/ 3399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56"/>
                    </a:moveTo>
                    <a:cubicBezTo>
                      <a:pt x="4240" y="6456"/>
                      <a:pt x="5047" y="6122"/>
                      <a:pt x="5642" y="5527"/>
                    </a:cubicBezTo>
                    <a:cubicBezTo>
                      <a:pt x="6237" y="4932"/>
                      <a:pt x="6571" y="4125"/>
                      <a:pt x="6571" y="3283"/>
                    </a:cubicBezTo>
                    <a:cubicBezTo>
                      <a:pt x="6571" y="2442"/>
                      <a:pt x="6237" y="1635"/>
                      <a:pt x="5642" y="1040"/>
                    </a:cubicBezTo>
                    <a:cubicBezTo>
                      <a:pt x="5047" y="445"/>
                      <a:pt x="4240" y="110"/>
                      <a:pt x="3399" y="110"/>
                    </a:cubicBezTo>
                    <a:cubicBezTo>
                      <a:pt x="2558" y="110"/>
                      <a:pt x="1751" y="445"/>
                      <a:pt x="1157" y="1040"/>
                    </a:cubicBezTo>
                    <a:cubicBezTo>
                      <a:pt x="562" y="1635"/>
                      <a:pt x="228" y="2442"/>
                      <a:pt x="228" y="3283"/>
                    </a:cubicBezTo>
                    <a:cubicBezTo>
                      <a:pt x="228" y="4125"/>
                      <a:pt x="562" y="4932"/>
                      <a:pt x="1157" y="5527"/>
                    </a:cubicBezTo>
                    <a:cubicBezTo>
                      <a:pt x="1751" y="6122"/>
                      <a:pt x="2558" y="6456"/>
                      <a:pt x="3399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6CF32390-F419-D23A-231A-EBC360A65E75}"/>
                  </a:ext>
                </a:extLst>
              </p:cNvPr>
              <p:cNvSpPr/>
              <p:nvPr/>
            </p:nvSpPr>
            <p:spPr>
              <a:xfrm>
                <a:off x="3744854" y="4869034"/>
                <a:ext cx="6343" cy="6345"/>
              </a:xfrm>
              <a:custGeom>
                <a:avLst/>
                <a:gdLst>
                  <a:gd name="connsiteX0" fmla="*/ 3400 w 6343"/>
                  <a:gd name="connsiteY0" fmla="*/ 6455 h 6345"/>
                  <a:gd name="connsiteX1" fmla="*/ 5642 w 6343"/>
                  <a:gd name="connsiteY1" fmla="*/ 5526 h 6345"/>
                  <a:gd name="connsiteX2" fmla="*/ 6571 w 6343"/>
                  <a:gd name="connsiteY2" fmla="*/ 3282 h 6345"/>
                  <a:gd name="connsiteX3" fmla="*/ 5642 w 6343"/>
                  <a:gd name="connsiteY3" fmla="*/ 1039 h 6345"/>
                  <a:gd name="connsiteX4" fmla="*/ 3400 w 6343"/>
                  <a:gd name="connsiteY4" fmla="*/ 109 h 6345"/>
                  <a:gd name="connsiteX5" fmla="*/ 1157 w 6343"/>
                  <a:gd name="connsiteY5" fmla="*/ 1039 h 6345"/>
                  <a:gd name="connsiteX6" fmla="*/ 228 w 6343"/>
                  <a:gd name="connsiteY6" fmla="*/ 3282 h 6345"/>
                  <a:gd name="connsiteX7" fmla="*/ 1157 w 6343"/>
                  <a:gd name="connsiteY7" fmla="*/ 5526 h 6345"/>
                  <a:gd name="connsiteX8" fmla="*/ 3400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55"/>
                    </a:moveTo>
                    <a:cubicBezTo>
                      <a:pt x="4241" y="6455"/>
                      <a:pt x="5047" y="6121"/>
                      <a:pt x="5642" y="5526"/>
                    </a:cubicBezTo>
                    <a:cubicBezTo>
                      <a:pt x="6237" y="4931"/>
                      <a:pt x="6571" y="4124"/>
                      <a:pt x="6571" y="3282"/>
                    </a:cubicBezTo>
                    <a:cubicBezTo>
                      <a:pt x="6571" y="2441"/>
                      <a:pt x="6237" y="1634"/>
                      <a:pt x="5642" y="1039"/>
                    </a:cubicBezTo>
                    <a:cubicBezTo>
                      <a:pt x="5047" y="444"/>
                      <a:pt x="4241" y="109"/>
                      <a:pt x="3400" y="109"/>
                    </a:cubicBezTo>
                    <a:cubicBezTo>
                      <a:pt x="2558" y="109"/>
                      <a:pt x="1752" y="444"/>
                      <a:pt x="1157" y="1039"/>
                    </a:cubicBezTo>
                    <a:cubicBezTo>
                      <a:pt x="562" y="1634"/>
                      <a:pt x="228" y="2441"/>
                      <a:pt x="228" y="3282"/>
                    </a:cubicBezTo>
                    <a:cubicBezTo>
                      <a:pt x="228" y="4124"/>
                      <a:pt x="562" y="4931"/>
                      <a:pt x="1157" y="5526"/>
                    </a:cubicBezTo>
                    <a:cubicBezTo>
                      <a:pt x="1752" y="6121"/>
                      <a:pt x="2558" y="6455"/>
                      <a:pt x="3400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2C2577BF-1441-3271-6649-F3AB1642E7A1}"/>
                  </a:ext>
                </a:extLst>
              </p:cNvPr>
              <p:cNvSpPr/>
              <p:nvPr/>
            </p:nvSpPr>
            <p:spPr>
              <a:xfrm>
                <a:off x="3757917" y="4922946"/>
                <a:ext cx="6343" cy="6345"/>
              </a:xfrm>
              <a:custGeom>
                <a:avLst/>
                <a:gdLst>
                  <a:gd name="connsiteX0" fmla="*/ 3401 w 6343"/>
                  <a:gd name="connsiteY0" fmla="*/ 6459 h 6345"/>
                  <a:gd name="connsiteX1" fmla="*/ 5643 w 6343"/>
                  <a:gd name="connsiteY1" fmla="*/ 5530 h 6345"/>
                  <a:gd name="connsiteX2" fmla="*/ 6572 w 6343"/>
                  <a:gd name="connsiteY2" fmla="*/ 3286 h 6345"/>
                  <a:gd name="connsiteX3" fmla="*/ 5643 w 6343"/>
                  <a:gd name="connsiteY3" fmla="*/ 1043 h 6345"/>
                  <a:gd name="connsiteX4" fmla="*/ 3401 w 6343"/>
                  <a:gd name="connsiteY4" fmla="*/ 114 h 6345"/>
                  <a:gd name="connsiteX5" fmla="*/ 1158 w 6343"/>
                  <a:gd name="connsiteY5" fmla="*/ 1043 h 6345"/>
                  <a:gd name="connsiteX6" fmla="*/ 229 w 6343"/>
                  <a:gd name="connsiteY6" fmla="*/ 3286 h 6345"/>
                  <a:gd name="connsiteX7" fmla="*/ 1158 w 6343"/>
                  <a:gd name="connsiteY7" fmla="*/ 5530 h 6345"/>
                  <a:gd name="connsiteX8" fmla="*/ 3401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59"/>
                    </a:moveTo>
                    <a:cubicBezTo>
                      <a:pt x="4242" y="6459"/>
                      <a:pt x="5048" y="6125"/>
                      <a:pt x="5643" y="5530"/>
                    </a:cubicBezTo>
                    <a:cubicBezTo>
                      <a:pt x="6238" y="4935"/>
                      <a:pt x="6572" y="4128"/>
                      <a:pt x="6572" y="3286"/>
                    </a:cubicBezTo>
                    <a:cubicBezTo>
                      <a:pt x="6572" y="2445"/>
                      <a:pt x="6238" y="1638"/>
                      <a:pt x="5643" y="1043"/>
                    </a:cubicBezTo>
                    <a:cubicBezTo>
                      <a:pt x="5048" y="448"/>
                      <a:pt x="4242" y="114"/>
                      <a:pt x="3401" y="114"/>
                    </a:cubicBezTo>
                    <a:cubicBezTo>
                      <a:pt x="2559" y="114"/>
                      <a:pt x="1753" y="448"/>
                      <a:pt x="1158" y="1043"/>
                    </a:cubicBezTo>
                    <a:cubicBezTo>
                      <a:pt x="563" y="1638"/>
                      <a:pt x="229" y="2445"/>
                      <a:pt x="229" y="3286"/>
                    </a:cubicBezTo>
                    <a:cubicBezTo>
                      <a:pt x="229" y="4128"/>
                      <a:pt x="563" y="4935"/>
                      <a:pt x="1158" y="5530"/>
                    </a:cubicBezTo>
                    <a:cubicBezTo>
                      <a:pt x="1753" y="6125"/>
                      <a:pt x="2559" y="6459"/>
                      <a:pt x="3401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A0ADCC9F-C705-4FC0-675D-C16EB1C70AEA}"/>
                  </a:ext>
                </a:extLst>
              </p:cNvPr>
              <p:cNvSpPr/>
              <p:nvPr/>
            </p:nvSpPr>
            <p:spPr>
              <a:xfrm>
                <a:off x="3762961" y="4922679"/>
                <a:ext cx="6343" cy="6345"/>
              </a:xfrm>
              <a:custGeom>
                <a:avLst/>
                <a:gdLst>
                  <a:gd name="connsiteX0" fmla="*/ 3401 w 6343"/>
                  <a:gd name="connsiteY0" fmla="*/ 6459 h 6345"/>
                  <a:gd name="connsiteX1" fmla="*/ 5644 w 6343"/>
                  <a:gd name="connsiteY1" fmla="*/ 5530 h 6345"/>
                  <a:gd name="connsiteX2" fmla="*/ 6573 w 6343"/>
                  <a:gd name="connsiteY2" fmla="*/ 3286 h 6345"/>
                  <a:gd name="connsiteX3" fmla="*/ 5644 w 6343"/>
                  <a:gd name="connsiteY3" fmla="*/ 1043 h 6345"/>
                  <a:gd name="connsiteX4" fmla="*/ 3401 w 6343"/>
                  <a:gd name="connsiteY4" fmla="*/ 114 h 6345"/>
                  <a:gd name="connsiteX5" fmla="*/ 1158 w 6343"/>
                  <a:gd name="connsiteY5" fmla="*/ 1043 h 6345"/>
                  <a:gd name="connsiteX6" fmla="*/ 229 w 6343"/>
                  <a:gd name="connsiteY6" fmla="*/ 3286 h 6345"/>
                  <a:gd name="connsiteX7" fmla="*/ 1158 w 6343"/>
                  <a:gd name="connsiteY7" fmla="*/ 5530 h 6345"/>
                  <a:gd name="connsiteX8" fmla="*/ 3401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59"/>
                    </a:moveTo>
                    <a:cubicBezTo>
                      <a:pt x="4242" y="6459"/>
                      <a:pt x="5049" y="6125"/>
                      <a:pt x="5644" y="5530"/>
                    </a:cubicBezTo>
                    <a:cubicBezTo>
                      <a:pt x="6238" y="4935"/>
                      <a:pt x="6573" y="4128"/>
                      <a:pt x="6573" y="3286"/>
                    </a:cubicBezTo>
                    <a:cubicBezTo>
                      <a:pt x="6573" y="2445"/>
                      <a:pt x="6238" y="1638"/>
                      <a:pt x="5644" y="1043"/>
                    </a:cubicBezTo>
                    <a:cubicBezTo>
                      <a:pt x="5049" y="448"/>
                      <a:pt x="4242" y="114"/>
                      <a:pt x="3401" y="114"/>
                    </a:cubicBezTo>
                    <a:cubicBezTo>
                      <a:pt x="2560" y="114"/>
                      <a:pt x="1753" y="448"/>
                      <a:pt x="1158" y="1043"/>
                    </a:cubicBezTo>
                    <a:cubicBezTo>
                      <a:pt x="564" y="1638"/>
                      <a:pt x="229" y="2445"/>
                      <a:pt x="229" y="3286"/>
                    </a:cubicBezTo>
                    <a:cubicBezTo>
                      <a:pt x="229" y="4128"/>
                      <a:pt x="564" y="4935"/>
                      <a:pt x="1158" y="5530"/>
                    </a:cubicBezTo>
                    <a:cubicBezTo>
                      <a:pt x="1753" y="6125"/>
                      <a:pt x="2560" y="6459"/>
                      <a:pt x="3401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D4D398BD-848A-7BD2-3A87-FB2E0FB80683}"/>
                  </a:ext>
                </a:extLst>
              </p:cNvPr>
              <p:cNvSpPr/>
              <p:nvPr/>
            </p:nvSpPr>
            <p:spPr>
              <a:xfrm>
                <a:off x="3787628" y="5074395"/>
                <a:ext cx="6343" cy="6345"/>
              </a:xfrm>
              <a:custGeom>
                <a:avLst/>
                <a:gdLst>
                  <a:gd name="connsiteX0" fmla="*/ 3403 w 6343"/>
                  <a:gd name="connsiteY0" fmla="*/ 6471 h 6345"/>
                  <a:gd name="connsiteX1" fmla="*/ 5646 w 6343"/>
                  <a:gd name="connsiteY1" fmla="*/ 5542 h 6345"/>
                  <a:gd name="connsiteX2" fmla="*/ 6575 w 6343"/>
                  <a:gd name="connsiteY2" fmla="*/ 3298 h 6345"/>
                  <a:gd name="connsiteX3" fmla="*/ 5646 w 6343"/>
                  <a:gd name="connsiteY3" fmla="*/ 1055 h 6345"/>
                  <a:gd name="connsiteX4" fmla="*/ 3403 w 6343"/>
                  <a:gd name="connsiteY4" fmla="*/ 126 h 6345"/>
                  <a:gd name="connsiteX5" fmla="*/ 1160 w 6343"/>
                  <a:gd name="connsiteY5" fmla="*/ 1055 h 6345"/>
                  <a:gd name="connsiteX6" fmla="*/ 231 w 6343"/>
                  <a:gd name="connsiteY6" fmla="*/ 3298 h 6345"/>
                  <a:gd name="connsiteX7" fmla="*/ 1160 w 6343"/>
                  <a:gd name="connsiteY7" fmla="*/ 5542 h 6345"/>
                  <a:gd name="connsiteX8" fmla="*/ 3403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1"/>
                    </a:moveTo>
                    <a:cubicBezTo>
                      <a:pt x="4244" y="6471"/>
                      <a:pt x="5051" y="6137"/>
                      <a:pt x="5646" y="5542"/>
                    </a:cubicBezTo>
                    <a:cubicBezTo>
                      <a:pt x="6240" y="4947"/>
                      <a:pt x="6575" y="4140"/>
                      <a:pt x="6575" y="3298"/>
                    </a:cubicBezTo>
                    <a:cubicBezTo>
                      <a:pt x="6575" y="2457"/>
                      <a:pt x="6240" y="1650"/>
                      <a:pt x="5646" y="1055"/>
                    </a:cubicBezTo>
                    <a:cubicBezTo>
                      <a:pt x="5051" y="460"/>
                      <a:pt x="4244" y="126"/>
                      <a:pt x="3403" y="126"/>
                    </a:cubicBezTo>
                    <a:cubicBezTo>
                      <a:pt x="2562" y="126"/>
                      <a:pt x="1755" y="460"/>
                      <a:pt x="1160" y="1055"/>
                    </a:cubicBezTo>
                    <a:cubicBezTo>
                      <a:pt x="566" y="1650"/>
                      <a:pt x="231" y="2457"/>
                      <a:pt x="231" y="3298"/>
                    </a:cubicBezTo>
                    <a:cubicBezTo>
                      <a:pt x="231" y="4140"/>
                      <a:pt x="566" y="4947"/>
                      <a:pt x="1160" y="5542"/>
                    </a:cubicBezTo>
                    <a:cubicBezTo>
                      <a:pt x="1755" y="6137"/>
                      <a:pt x="2562" y="6471"/>
                      <a:pt x="3403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62ADDDAD-EE91-374A-4C03-16DDD3C2C45E}"/>
                  </a:ext>
                </a:extLst>
              </p:cNvPr>
              <p:cNvSpPr/>
              <p:nvPr/>
            </p:nvSpPr>
            <p:spPr>
              <a:xfrm>
                <a:off x="3773599" y="4835701"/>
                <a:ext cx="6343" cy="6345"/>
              </a:xfrm>
              <a:custGeom>
                <a:avLst/>
                <a:gdLst>
                  <a:gd name="connsiteX0" fmla="*/ 3402 w 6343"/>
                  <a:gd name="connsiteY0" fmla="*/ 6452 h 6345"/>
                  <a:gd name="connsiteX1" fmla="*/ 5644 w 6343"/>
                  <a:gd name="connsiteY1" fmla="*/ 5523 h 6345"/>
                  <a:gd name="connsiteX2" fmla="*/ 6573 w 6343"/>
                  <a:gd name="connsiteY2" fmla="*/ 3280 h 6345"/>
                  <a:gd name="connsiteX3" fmla="*/ 5644 w 6343"/>
                  <a:gd name="connsiteY3" fmla="*/ 1036 h 6345"/>
                  <a:gd name="connsiteX4" fmla="*/ 3402 w 6343"/>
                  <a:gd name="connsiteY4" fmla="*/ 107 h 6345"/>
                  <a:gd name="connsiteX5" fmla="*/ 1159 w 6343"/>
                  <a:gd name="connsiteY5" fmla="*/ 1036 h 6345"/>
                  <a:gd name="connsiteX6" fmla="*/ 230 w 6343"/>
                  <a:gd name="connsiteY6" fmla="*/ 3280 h 6345"/>
                  <a:gd name="connsiteX7" fmla="*/ 1159 w 6343"/>
                  <a:gd name="connsiteY7" fmla="*/ 5523 h 6345"/>
                  <a:gd name="connsiteX8" fmla="*/ 3402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52"/>
                    </a:moveTo>
                    <a:cubicBezTo>
                      <a:pt x="4243" y="6452"/>
                      <a:pt x="5050" y="6118"/>
                      <a:pt x="5644" y="5523"/>
                    </a:cubicBezTo>
                    <a:cubicBezTo>
                      <a:pt x="6239" y="4928"/>
                      <a:pt x="6573" y="4121"/>
                      <a:pt x="6573" y="3280"/>
                    </a:cubicBezTo>
                    <a:cubicBezTo>
                      <a:pt x="6573" y="2438"/>
                      <a:pt x="6239" y="1631"/>
                      <a:pt x="5644" y="1036"/>
                    </a:cubicBezTo>
                    <a:cubicBezTo>
                      <a:pt x="5050" y="441"/>
                      <a:pt x="4243" y="107"/>
                      <a:pt x="3402" y="107"/>
                    </a:cubicBezTo>
                    <a:cubicBezTo>
                      <a:pt x="2561" y="107"/>
                      <a:pt x="1754" y="441"/>
                      <a:pt x="1159" y="1036"/>
                    </a:cubicBezTo>
                    <a:cubicBezTo>
                      <a:pt x="564" y="1631"/>
                      <a:pt x="230" y="2438"/>
                      <a:pt x="230" y="3280"/>
                    </a:cubicBezTo>
                    <a:cubicBezTo>
                      <a:pt x="230" y="4121"/>
                      <a:pt x="564" y="4928"/>
                      <a:pt x="1159" y="5523"/>
                    </a:cubicBezTo>
                    <a:cubicBezTo>
                      <a:pt x="1754" y="6118"/>
                      <a:pt x="2561" y="6452"/>
                      <a:pt x="3402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9AA41774-4FC9-95D4-A527-83D2E1E89ED0}"/>
                  </a:ext>
                </a:extLst>
              </p:cNvPr>
              <p:cNvSpPr/>
              <p:nvPr/>
            </p:nvSpPr>
            <p:spPr>
              <a:xfrm>
                <a:off x="3788868" y="4928585"/>
                <a:ext cx="6343" cy="6345"/>
              </a:xfrm>
              <a:custGeom>
                <a:avLst/>
                <a:gdLst>
                  <a:gd name="connsiteX0" fmla="*/ 3403 w 6343"/>
                  <a:gd name="connsiteY0" fmla="*/ 6460 h 6345"/>
                  <a:gd name="connsiteX1" fmla="*/ 5646 w 6343"/>
                  <a:gd name="connsiteY1" fmla="*/ 5530 h 6345"/>
                  <a:gd name="connsiteX2" fmla="*/ 6575 w 6343"/>
                  <a:gd name="connsiteY2" fmla="*/ 3287 h 6345"/>
                  <a:gd name="connsiteX3" fmla="*/ 5646 w 6343"/>
                  <a:gd name="connsiteY3" fmla="*/ 1043 h 6345"/>
                  <a:gd name="connsiteX4" fmla="*/ 3403 w 6343"/>
                  <a:gd name="connsiteY4" fmla="*/ 114 h 6345"/>
                  <a:gd name="connsiteX5" fmla="*/ 1160 w 6343"/>
                  <a:gd name="connsiteY5" fmla="*/ 1043 h 6345"/>
                  <a:gd name="connsiteX6" fmla="*/ 231 w 6343"/>
                  <a:gd name="connsiteY6" fmla="*/ 3287 h 6345"/>
                  <a:gd name="connsiteX7" fmla="*/ 1160 w 6343"/>
                  <a:gd name="connsiteY7" fmla="*/ 5530 h 6345"/>
                  <a:gd name="connsiteX8" fmla="*/ 3403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60"/>
                    </a:moveTo>
                    <a:cubicBezTo>
                      <a:pt x="4244" y="6460"/>
                      <a:pt x="5051" y="6125"/>
                      <a:pt x="5646" y="5530"/>
                    </a:cubicBezTo>
                    <a:cubicBezTo>
                      <a:pt x="6240" y="4935"/>
                      <a:pt x="6575" y="4128"/>
                      <a:pt x="6575" y="3287"/>
                    </a:cubicBezTo>
                    <a:cubicBezTo>
                      <a:pt x="6575" y="2445"/>
                      <a:pt x="6240" y="1638"/>
                      <a:pt x="5646" y="1043"/>
                    </a:cubicBezTo>
                    <a:cubicBezTo>
                      <a:pt x="5051" y="448"/>
                      <a:pt x="4244" y="114"/>
                      <a:pt x="3403" y="114"/>
                    </a:cubicBezTo>
                    <a:cubicBezTo>
                      <a:pt x="2562" y="114"/>
                      <a:pt x="1755" y="448"/>
                      <a:pt x="1160" y="1043"/>
                    </a:cubicBezTo>
                    <a:cubicBezTo>
                      <a:pt x="566" y="1638"/>
                      <a:pt x="231" y="2445"/>
                      <a:pt x="231" y="3287"/>
                    </a:cubicBezTo>
                    <a:cubicBezTo>
                      <a:pt x="231" y="4128"/>
                      <a:pt x="566" y="4935"/>
                      <a:pt x="1160" y="5530"/>
                    </a:cubicBezTo>
                    <a:cubicBezTo>
                      <a:pt x="1755" y="6125"/>
                      <a:pt x="2562" y="6460"/>
                      <a:pt x="3403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32E552A0-07A8-23F8-2F30-3D5CE756B3CA}"/>
                  </a:ext>
                </a:extLst>
              </p:cNvPr>
              <p:cNvSpPr/>
              <p:nvPr/>
            </p:nvSpPr>
            <p:spPr>
              <a:xfrm>
                <a:off x="3789404" y="4883069"/>
                <a:ext cx="6343" cy="6345"/>
              </a:xfrm>
              <a:custGeom>
                <a:avLst/>
                <a:gdLst>
                  <a:gd name="connsiteX0" fmla="*/ 3403 w 6343"/>
                  <a:gd name="connsiteY0" fmla="*/ 6456 h 6345"/>
                  <a:gd name="connsiteX1" fmla="*/ 5646 w 6343"/>
                  <a:gd name="connsiteY1" fmla="*/ 5527 h 6345"/>
                  <a:gd name="connsiteX2" fmla="*/ 6575 w 6343"/>
                  <a:gd name="connsiteY2" fmla="*/ 3283 h 6345"/>
                  <a:gd name="connsiteX3" fmla="*/ 5646 w 6343"/>
                  <a:gd name="connsiteY3" fmla="*/ 1040 h 6345"/>
                  <a:gd name="connsiteX4" fmla="*/ 3403 w 6343"/>
                  <a:gd name="connsiteY4" fmla="*/ 111 h 6345"/>
                  <a:gd name="connsiteX5" fmla="*/ 1160 w 6343"/>
                  <a:gd name="connsiteY5" fmla="*/ 1040 h 6345"/>
                  <a:gd name="connsiteX6" fmla="*/ 232 w 6343"/>
                  <a:gd name="connsiteY6" fmla="*/ 3283 h 6345"/>
                  <a:gd name="connsiteX7" fmla="*/ 1160 w 6343"/>
                  <a:gd name="connsiteY7" fmla="*/ 5527 h 6345"/>
                  <a:gd name="connsiteX8" fmla="*/ 3403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56"/>
                    </a:moveTo>
                    <a:cubicBezTo>
                      <a:pt x="4244" y="6456"/>
                      <a:pt x="5051" y="6122"/>
                      <a:pt x="5646" y="5527"/>
                    </a:cubicBezTo>
                    <a:cubicBezTo>
                      <a:pt x="6240" y="4932"/>
                      <a:pt x="6575" y="4125"/>
                      <a:pt x="6575" y="3283"/>
                    </a:cubicBezTo>
                    <a:cubicBezTo>
                      <a:pt x="6575" y="2442"/>
                      <a:pt x="6240" y="1635"/>
                      <a:pt x="5646" y="1040"/>
                    </a:cubicBezTo>
                    <a:cubicBezTo>
                      <a:pt x="5051" y="445"/>
                      <a:pt x="4244" y="111"/>
                      <a:pt x="3403" y="111"/>
                    </a:cubicBezTo>
                    <a:cubicBezTo>
                      <a:pt x="2562" y="111"/>
                      <a:pt x="1755" y="445"/>
                      <a:pt x="1160" y="1040"/>
                    </a:cubicBezTo>
                    <a:cubicBezTo>
                      <a:pt x="566" y="1635"/>
                      <a:pt x="232" y="2442"/>
                      <a:pt x="232" y="3283"/>
                    </a:cubicBezTo>
                    <a:cubicBezTo>
                      <a:pt x="232" y="4125"/>
                      <a:pt x="566" y="4932"/>
                      <a:pt x="1160" y="5527"/>
                    </a:cubicBezTo>
                    <a:cubicBezTo>
                      <a:pt x="1755" y="6122"/>
                      <a:pt x="2562" y="6456"/>
                      <a:pt x="3403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4BC839F0-3D1F-5AAA-B732-2E21BF698AF0}"/>
                  </a:ext>
                </a:extLst>
              </p:cNvPr>
              <p:cNvSpPr/>
              <p:nvPr/>
            </p:nvSpPr>
            <p:spPr>
              <a:xfrm>
                <a:off x="3800830" y="4949991"/>
                <a:ext cx="6343" cy="6345"/>
              </a:xfrm>
              <a:custGeom>
                <a:avLst/>
                <a:gdLst>
                  <a:gd name="connsiteX0" fmla="*/ 3404 w 6343"/>
                  <a:gd name="connsiteY0" fmla="*/ 6461 h 6345"/>
                  <a:gd name="connsiteX1" fmla="*/ 5647 w 6343"/>
                  <a:gd name="connsiteY1" fmla="*/ 5532 h 6345"/>
                  <a:gd name="connsiteX2" fmla="*/ 6576 w 6343"/>
                  <a:gd name="connsiteY2" fmla="*/ 3289 h 6345"/>
                  <a:gd name="connsiteX3" fmla="*/ 5647 w 6343"/>
                  <a:gd name="connsiteY3" fmla="*/ 1045 h 6345"/>
                  <a:gd name="connsiteX4" fmla="*/ 3404 w 6343"/>
                  <a:gd name="connsiteY4" fmla="*/ 116 h 6345"/>
                  <a:gd name="connsiteX5" fmla="*/ 1161 w 6343"/>
                  <a:gd name="connsiteY5" fmla="*/ 1045 h 6345"/>
                  <a:gd name="connsiteX6" fmla="*/ 232 w 6343"/>
                  <a:gd name="connsiteY6" fmla="*/ 3289 h 6345"/>
                  <a:gd name="connsiteX7" fmla="*/ 1161 w 6343"/>
                  <a:gd name="connsiteY7" fmla="*/ 5532 h 6345"/>
                  <a:gd name="connsiteX8" fmla="*/ 3404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61"/>
                    </a:moveTo>
                    <a:cubicBezTo>
                      <a:pt x="4245" y="6461"/>
                      <a:pt x="5052" y="6127"/>
                      <a:pt x="5647" y="5532"/>
                    </a:cubicBezTo>
                    <a:cubicBezTo>
                      <a:pt x="6241" y="4937"/>
                      <a:pt x="6576" y="4130"/>
                      <a:pt x="6576" y="3289"/>
                    </a:cubicBezTo>
                    <a:cubicBezTo>
                      <a:pt x="6576" y="2447"/>
                      <a:pt x="6241" y="1640"/>
                      <a:pt x="5647" y="1045"/>
                    </a:cubicBezTo>
                    <a:cubicBezTo>
                      <a:pt x="5052" y="450"/>
                      <a:pt x="4245" y="116"/>
                      <a:pt x="3404" y="116"/>
                    </a:cubicBezTo>
                    <a:cubicBezTo>
                      <a:pt x="2563" y="116"/>
                      <a:pt x="1756" y="450"/>
                      <a:pt x="1161" y="1045"/>
                    </a:cubicBezTo>
                    <a:cubicBezTo>
                      <a:pt x="567" y="1640"/>
                      <a:pt x="232" y="2447"/>
                      <a:pt x="232" y="3289"/>
                    </a:cubicBezTo>
                    <a:cubicBezTo>
                      <a:pt x="232" y="4130"/>
                      <a:pt x="567" y="4937"/>
                      <a:pt x="1161" y="5532"/>
                    </a:cubicBezTo>
                    <a:cubicBezTo>
                      <a:pt x="1756" y="6127"/>
                      <a:pt x="2563" y="6461"/>
                      <a:pt x="3404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1650520D-1F56-3CE9-1B72-73ACDB0B8361}"/>
                  </a:ext>
                </a:extLst>
              </p:cNvPr>
              <p:cNvSpPr/>
              <p:nvPr/>
            </p:nvSpPr>
            <p:spPr>
              <a:xfrm>
                <a:off x="3805614" y="4949135"/>
                <a:ext cx="6343" cy="6345"/>
              </a:xfrm>
              <a:custGeom>
                <a:avLst/>
                <a:gdLst>
                  <a:gd name="connsiteX0" fmla="*/ 3404 w 6343"/>
                  <a:gd name="connsiteY0" fmla="*/ 6461 h 6345"/>
                  <a:gd name="connsiteX1" fmla="*/ 5647 w 6343"/>
                  <a:gd name="connsiteY1" fmla="*/ 5532 h 6345"/>
                  <a:gd name="connsiteX2" fmla="*/ 6576 w 6343"/>
                  <a:gd name="connsiteY2" fmla="*/ 3289 h 6345"/>
                  <a:gd name="connsiteX3" fmla="*/ 5647 w 6343"/>
                  <a:gd name="connsiteY3" fmla="*/ 1045 h 6345"/>
                  <a:gd name="connsiteX4" fmla="*/ 3404 w 6343"/>
                  <a:gd name="connsiteY4" fmla="*/ 116 h 6345"/>
                  <a:gd name="connsiteX5" fmla="*/ 1162 w 6343"/>
                  <a:gd name="connsiteY5" fmla="*/ 1045 h 6345"/>
                  <a:gd name="connsiteX6" fmla="*/ 233 w 6343"/>
                  <a:gd name="connsiteY6" fmla="*/ 3289 h 6345"/>
                  <a:gd name="connsiteX7" fmla="*/ 1162 w 6343"/>
                  <a:gd name="connsiteY7" fmla="*/ 5532 h 6345"/>
                  <a:gd name="connsiteX8" fmla="*/ 3404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61"/>
                    </a:moveTo>
                    <a:cubicBezTo>
                      <a:pt x="4245" y="6461"/>
                      <a:pt x="5052" y="6127"/>
                      <a:pt x="5647" y="5532"/>
                    </a:cubicBezTo>
                    <a:cubicBezTo>
                      <a:pt x="6242" y="4937"/>
                      <a:pt x="6576" y="4130"/>
                      <a:pt x="6576" y="3289"/>
                    </a:cubicBezTo>
                    <a:cubicBezTo>
                      <a:pt x="6576" y="2447"/>
                      <a:pt x="6242" y="1640"/>
                      <a:pt x="5647" y="1045"/>
                    </a:cubicBezTo>
                    <a:cubicBezTo>
                      <a:pt x="5052" y="450"/>
                      <a:pt x="4245" y="116"/>
                      <a:pt x="3404" y="116"/>
                    </a:cubicBezTo>
                    <a:cubicBezTo>
                      <a:pt x="2563" y="116"/>
                      <a:pt x="1756" y="450"/>
                      <a:pt x="1162" y="1045"/>
                    </a:cubicBezTo>
                    <a:cubicBezTo>
                      <a:pt x="567" y="1640"/>
                      <a:pt x="233" y="2447"/>
                      <a:pt x="233" y="3289"/>
                    </a:cubicBezTo>
                    <a:cubicBezTo>
                      <a:pt x="233" y="4130"/>
                      <a:pt x="567" y="4937"/>
                      <a:pt x="1162" y="5532"/>
                    </a:cubicBezTo>
                    <a:cubicBezTo>
                      <a:pt x="1756" y="6127"/>
                      <a:pt x="2563" y="6461"/>
                      <a:pt x="3404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111ABF3C-E2F2-1D69-06BA-84B76F40E365}"/>
                  </a:ext>
                </a:extLst>
              </p:cNvPr>
              <p:cNvSpPr/>
              <p:nvPr/>
            </p:nvSpPr>
            <p:spPr>
              <a:xfrm>
                <a:off x="3810552" y="4950160"/>
                <a:ext cx="6343" cy="6345"/>
              </a:xfrm>
              <a:custGeom>
                <a:avLst/>
                <a:gdLst>
                  <a:gd name="connsiteX0" fmla="*/ 3405 w 6343"/>
                  <a:gd name="connsiteY0" fmla="*/ 6461 h 6345"/>
                  <a:gd name="connsiteX1" fmla="*/ 5647 w 6343"/>
                  <a:gd name="connsiteY1" fmla="*/ 5532 h 6345"/>
                  <a:gd name="connsiteX2" fmla="*/ 6576 w 6343"/>
                  <a:gd name="connsiteY2" fmla="*/ 3289 h 6345"/>
                  <a:gd name="connsiteX3" fmla="*/ 5647 w 6343"/>
                  <a:gd name="connsiteY3" fmla="*/ 1045 h 6345"/>
                  <a:gd name="connsiteX4" fmla="*/ 3405 w 6343"/>
                  <a:gd name="connsiteY4" fmla="*/ 116 h 6345"/>
                  <a:gd name="connsiteX5" fmla="*/ 1162 w 6343"/>
                  <a:gd name="connsiteY5" fmla="*/ 1045 h 6345"/>
                  <a:gd name="connsiteX6" fmla="*/ 233 w 6343"/>
                  <a:gd name="connsiteY6" fmla="*/ 3289 h 6345"/>
                  <a:gd name="connsiteX7" fmla="*/ 1162 w 6343"/>
                  <a:gd name="connsiteY7" fmla="*/ 5532 h 6345"/>
                  <a:gd name="connsiteX8" fmla="*/ 3405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61"/>
                    </a:moveTo>
                    <a:cubicBezTo>
                      <a:pt x="4246" y="6461"/>
                      <a:pt x="5053" y="6127"/>
                      <a:pt x="5647" y="5532"/>
                    </a:cubicBezTo>
                    <a:cubicBezTo>
                      <a:pt x="6242" y="4937"/>
                      <a:pt x="6576" y="4130"/>
                      <a:pt x="6576" y="3289"/>
                    </a:cubicBezTo>
                    <a:cubicBezTo>
                      <a:pt x="6576" y="2447"/>
                      <a:pt x="6242" y="1640"/>
                      <a:pt x="5647" y="1045"/>
                    </a:cubicBezTo>
                    <a:cubicBezTo>
                      <a:pt x="5053" y="450"/>
                      <a:pt x="4246" y="116"/>
                      <a:pt x="3405" y="116"/>
                    </a:cubicBezTo>
                    <a:cubicBezTo>
                      <a:pt x="2564" y="116"/>
                      <a:pt x="1757" y="450"/>
                      <a:pt x="1162" y="1045"/>
                    </a:cubicBezTo>
                    <a:cubicBezTo>
                      <a:pt x="567" y="1640"/>
                      <a:pt x="233" y="2447"/>
                      <a:pt x="233" y="3289"/>
                    </a:cubicBezTo>
                    <a:cubicBezTo>
                      <a:pt x="233" y="4130"/>
                      <a:pt x="567" y="4937"/>
                      <a:pt x="1162" y="5532"/>
                    </a:cubicBezTo>
                    <a:cubicBezTo>
                      <a:pt x="1757" y="6127"/>
                      <a:pt x="2564" y="6461"/>
                      <a:pt x="3405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71874C5C-D987-F983-E5C7-2B28A9EA9823}"/>
                  </a:ext>
                </a:extLst>
              </p:cNvPr>
              <p:cNvSpPr/>
              <p:nvPr/>
            </p:nvSpPr>
            <p:spPr>
              <a:xfrm>
                <a:off x="3814974" y="4944377"/>
                <a:ext cx="6343" cy="6345"/>
              </a:xfrm>
              <a:custGeom>
                <a:avLst/>
                <a:gdLst>
                  <a:gd name="connsiteX0" fmla="*/ 3405 w 6343"/>
                  <a:gd name="connsiteY0" fmla="*/ 6461 h 6345"/>
                  <a:gd name="connsiteX1" fmla="*/ 5648 w 6343"/>
                  <a:gd name="connsiteY1" fmla="*/ 5532 h 6345"/>
                  <a:gd name="connsiteX2" fmla="*/ 6577 w 6343"/>
                  <a:gd name="connsiteY2" fmla="*/ 3288 h 6345"/>
                  <a:gd name="connsiteX3" fmla="*/ 5648 w 6343"/>
                  <a:gd name="connsiteY3" fmla="*/ 1045 h 6345"/>
                  <a:gd name="connsiteX4" fmla="*/ 3405 w 6343"/>
                  <a:gd name="connsiteY4" fmla="*/ 115 h 6345"/>
                  <a:gd name="connsiteX5" fmla="*/ 1162 w 6343"/>
                  <a:gd name="connsiteY5" fmla="*/ 1045 h 6345"/>
                  <a:gd name="connsiteX6" fmla="*/ 234 w 6343"/>
                  <a:gd name="connsiteY6" fmla="*/ 3288 h 6345"/>
                  <a:gd name="connsiteX7" fmla="*/ 1162 w 6343"/>
                  <a:gd name="connsiteY7" fmla="*/ 5532 h 6345"/>
                  <a:gd name="connsiteX8" fmla="*/ 3405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61"/>
                    </a:moveTo>
                    <a:cubicBezTo>
                      <a:pt x="4246" y="6461"/>
                      <a:pt x="5053" y="6127"/>
                      <a:pt x="5648" y="5532"/>
                    </a:cubicBezTo>
                    <a:cubicBezTo>
                      <a:pt x="6242" y="4937"/>
                      <a:pt x="6577" y="4130"/>
                      <a:pt x="6577" y="3288"/>
                    </a:cubicBezTo>
                    <a:cubicBezTo>
                      <a:pt x="6577" y="2447"/>
                      <a:pt x="6242" y="1640"/>
                      <a:pt x="5648" y="1045"/>
                    </a:cubicBezTo>
                    <a:cubicBezTo>
                      <a:pt x="5053" y="450"/>
                      <a:pt x="4246" y="115"/>
                      <a:pt x="3405" y="115"/>
                    </a:cubicBezTo>
                    <a:cubicBezTo>
                      <a:pt x="2564" y="115"/>
                      <a:pt x="1757" y="450"/>
                      <a:pt x="1162" y="1045"/>
                    </a:cubicBezTo>
                    <a:cubicBezTo>
                      <a:pt x="568" y="1640"/>
                      <a:pt x="234" y="2447"/>
                      <a:pt x="234" y="3288"/>
                    </a:cubicBezTo>
                    <a:cubicBezTo>
                      <a:pt x="234" y="4130"/>
                      <a:pt x="568" y="4937"/>
                      <a:pt x="1162" y="5532"/>
                    </a:cubicBezTo>
                    <a:cubicBezTo>
                      <a:pt x="1757" y="6127"/>
                      <a:pt x="2564" y="6461"/>
                      <a:pt x="3405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F098BEBC-DF1C-CAE5-5999-7C8C4EC7F533}"/>
                  </a:ext>
                </a:extLst>
              </p:cNvPr>
              <p:cNvSpPr/>
              <p:nvPr/>
            </p:nvSpPr>
            <p:spPr>
              <a:xfrm>
                <a:off x="3814276" y="4861426"/>
                <a:ext cx="6343" cy="6345"/>
              </a:xfrm>
              <a:custGeom>
                <a:avLst/>
                <a:gdLst>
                  <a:gd name="connsiteX0" fmla="*/ 3405 w 6343"/>
                  <a:gd name="connsiteY0" fmla="*/ 6454 h 6345"/>
                  <a:gd name="connsiteX1" fmla="*/ 5648 w 6343"/>
                  <a:gd name="connsiteY1" fmla="*/ 5525 h 6345"/>
                  <a:gd name="connsiteX2" fmla="*/ 6577 w 6343"/>
                  <a:gd name="connsiteY2" fmla="*/ 3282 h 6345"/>
                  <a:gd name="connsiteX3" fmla="*/ 5648 w 6343"/>
                  <a:gd name="connsiteY3" fmla="*/ 1038 h 6345"/>
                  <a:gd name="connsiteX4" fmla="*/ 3405 w 6343"/>
                  <a:gd name="connsiteY4" fmla="*/ 109 h 6345"/>
                  <a:gd name="connsiteX5" fmla="*/ 1162 w 6343"/>
                  <a:gd name="connsiteY5" fmla="*/ 1038 h 6345"/>
                  <a:gd name="connsiteX6" fmla="*/ 233 w 6343"/>
                  <a:gd name="connsiteY6" fmla="*/ 3282 h 6345"/>
                  <a:gd name="connsiteX7" fmla="*/ 1162 w 6343"/>
                  <a:gd name="connsiteY7" fmla="*/ 5525 h 6345"/>
                  <a:gd name="connsiteX8" fmla="*/ 3405 w 6343"/>
                  <a:gd name="connsiteY8" fmla="*/ 64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54"/>
                    </a:moveTo>
                    <a:cubicBezTo>
                      <a:pt x="4246" y="6454"/>
                      <a:pt x="5053" y="6120"/>
                      <a:pt x="5648" y="5525"/>
                    </a:cubicBezTo>
                    <a:cubicBezTo>
                      <a:pt x="6242" y="4930"/>
                      <a:pt x="6577" y="4123"/>
                      <a:pt x="6577" y="3282"/>
                    </a:cubicBezTo>
                    <a:cubicBezTo>
                      <a:pt x="6577" y="2440"/>
                      <a:pt x="6242" y="1633"/>
                      <a:pt x="5648" y="1038"/>
                    </a:cubicBezTo>
                    <a:cubicBezTo>
                      <a:pt x="5053" y="443"/>
                      <a:pt x="4246" y="109"/>
                      <a:pt x="3405" y="109"/>
                    </a:cubicBezTo>
                    <a:cubicBezTo>
                      <a:pt x="2564" y="109"/>
                      <a:pt x="1757" y="443"/>
                      <a:pt x="1162" y="1038"/>
                    </a:cubicBezTo>
                    <a:cubicBezTo>
                      <a:pt x="568" y="1633"/>
                      <a:pt x="233" y="2440"/>
                      <a:pt x="233" y="3282"/>
                    </a:cubicBezTo>
                    <a:cubicBezTo>
                      <a:pt x="233" y="4123"/>
                      <a:pt x="568" y="4930"/>
                      <a:pt x="1162" y="5525"/>
                    </a:cubicBezTo>
                    <a:cubicBezTo>
                      <a:pt x="1757" y="6120"/>
                      <a:pt x="2564" y="6454"/>
                      <a:pt x="3405" y="64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E073BA99-7833-5BF6-78B9-4D0543FB8CB3}"/>
                  </a:ext>
                </a:extLst>
              </p:cNvPr>
              <p:cNvSpPr/>
              <p:nvPr/>
            </p:nvSpPr>
            <p:spPr>
              <a:xfrm>
                <a:off x="3827565" y="4990914"/>
                <a:ext cx="6343" cy="6345"/>
              </a:xfrm>
              <a:custGeom>
                <a:avLst/>
                <a:gdLst>
                  <a:gd name="connsiteX0" fmla="*/ 3406 w 6343"/>
                  <a:gd name="connsiteY0" fmla="*/ 6465 h 6345"/>
                  <a:gd name="connsiteX1" fmla="*/ 5649 w 6343"/>
                  <a:gd name="connsiteY1" fmla="*/ 5535 h 6345"/>
                  <a:gd name="connsiteX2" fmla="*/ 6578 w 6343"/>
                  <a:gd name="connsiteY2" fmla="*/ 3292 h 6345"/>
                  <a:gd name="connsiteX3" fmla="*/ 5649 w 6343"/>
                  <a:gd name="connsiteY3" fmla="*/ 1048 h 6345"/>
                  <a:gd name="connsiteX4" fmla="*/ 3406 w 6343"/>
                  <a:gd name="connsiteY4" fmla="*/ 119 h 6345"/>
                  <a:gd name="connsiteX5" fmla="*/ 1163 w 6343"/>
                  <a:gd name="connsiteY5" fmla="*/ 1048 h 6345"/>
                  <a:gd name="connsiteX6" fmla="*/ 235 w 6343"/>
                  <a:gd name="connsiteY6" fmla="*/ 3292 h 6345"/>
                  <a:gd name="connsiteX7" fmla="*/ 1163 w 6343"/>
                  <a:gd name="connsiteY7" fmla="*/ 5535 h 6345"/>
                  <a:gd name="connsiteX8" fmla="*/ 3406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5"/>
                    </a:moveTo>
                    <a:cubicBezTo>
                      <a:pt x="4247" y="6465"/>
                      <a:pt x="5054" y="6130"/>
                      <a:pt x="5649" y="5535"/>
                    </a:cubicBezTo>
                    <a:cubicBezTo>
                      <a:pt x="6243" y="4940"/>
                      <a:pt x="6578" y="4133"/>
                      <a:pt x="6578" y="3292"/>
                    </a:cubicBezTo>
                    <a:cubicBezTo>
                      <a:pt x="6578" y="2450"/>
                      <a:pt x="6243" y="1643"/>
                      <a:pt x="5649" y="1048"/>
                    </a:cubicBezTo>
                    <a:cubicBezTo>
                      <a:pt x="5054" y="453"/>
                      <a:pt x="4247" y="119"/>
                      <a:pt x="3406" y="119"/>
                    </a:cubicBezTo>
                    <a:cubicBezTo>
                      <a:pt x="2565" y="119"/>
                      <a:pt x="1758" y="453"/>
                      <a:pt x="1163" y="1048"/>
                    </a:cubicBezTo>
                    <a:cubicBezTo>
                      <a:pt x="569" y="1643"/>
                      <a:pt x="235" y="2450"/>
                      <a:pt x="235" y="3292"/>
                    </a:cubicBezTo>
                    <a:cubicBezTo>
                      <a:pt x="235" y="4133"/>
                      <a:pt x="569" y="4940"/>
                      <a:pt x="1163" y="5535"/>
                    </a:cubicBezTo>
                    <a:cubicBezTo>
                      <a:pt x="1758" y="6130"/>
                      <a:pt x="2565" y="6465"/>
                      <a:pt x="3406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1C7ED815-573B-F8C2-DA2C-E3F10FAC7785}"/>
                  </a:ext>
                </a:extLst>
              </p:cNvPr>
              <p:cNvSpPr/>
              <p:nvPr/>
            </p:nvSpPr>
            <p:spPr>
              <a:xfrm>
                <a:off x="3830286" y="4956990"/>
                <a:ext cx="6343" cy="6345"/>
              </a:xfrm>
              <a:custGeom>
                <a:avLst/>
                <a:gdLst>
                  <a:gd name="connsiteX0" fmla="*/ 3406 w 6343"/>
                  <a:gd name="connsiteY0" fmla="*/ 6462 h 6345"/>
                  <a:gd name="connsiteX1" fmla="*/ 5649 w 6343"/>
                  <a:gd name="connsiteY1" fmla="*/ 5533 h 6345"/>
                  <a:gd name="connsiteX2" fmla="*/ 6578 w 6343"/>
                  <a:gd name="connsiteY2" fmla="*/ 3289 h 6345"/>
                  <a:gd name="connsiteX3" fmla="*/ 5649 w 6343"/>
                  <a:gd name="connsiteY3" fmla="*/ 1046 h 6345"/>
                  <a:gd name="connsiteX4" fmla="*/ 3406 w 6343"/>
                  <a:gd name="connsiteY4" fmla="*/ 116 h 6345"/>
                  <a:gd name="connsiteX5" fmla="*/ 1164 w 6343"/>
                  <a:gd name="connsiteY5" fmla="*/ 1046 h 6345"/>
                  <a:gd name="connsiteX6" fmla="*/ 235 w 6343"/>
                  <a:gd name="connsiteY6" fmla="*/ 3289 h 6345"/>
                  <a:gd name="connsiteX7" fmla="*/ 1164 w 6343"/>
                  <a:gd name="connsiteY7" fmla="*/ 5533 h 6345"/>
                  <a:gd name="connsiteX8" fmla="*/ 3406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2"/>
                    </a:moveTo>
                    <a:cubicBezTo>
                      <a:pt x="4247" y="6462"/>
                      <a:pt x="5054" y="6128"/>
                      <a:pt x="5649" y="5533"/>
                    </a:cubicBezTo>
                    <a:cubicBezTo>
                      <a:pt x="6244" y="4938"/>
                      <a:pt x="6578" y="4131"/>
                      <a:pt x="6578" y="3289"/>
                    </a:cubicBezTo>
                    <a:cubicBezTo>
                      <a:pt x="6578" y="2448"/>
                      <a:pt x="6244" y="1641"/>
                      <a:pt x="5649" y="1046"/>
                    </a:cubicBezTo>
                    <a:cubicBezTo>
                      <a:pt x="5054" y="451"/>
                      <a:pt x="4247" y="116"/>
                      <a:pt x="3406" y="116"/>
                    </a:cubicBezTo>
                    <a:cubicBezTo>
                      <a:pt x="2565" y="116"/>
                      <a:pt x="1758" y="451"/>
                      <a:pt x="1164" y="1046"/>
                    </a:cubicBezTo>
                    <a:cubicBezTo>
                      <a:pt x="569" y="1641"/>
                      <a:pt x="235" y="2448"/>
                      <a:pt x="235" y="3289"/>
                    </a:cubicBezTo>
                    <a:cubicBezTo>
                      <a:pt x="235" y="4131"/>
                      <a:pt x="569" y="4938"/>
                      <a:pt x="1164" y="5533"/>
                    </a:cubicBezTo>
                    <a:cubicBezTo>
                      <a:pt x="1758" y="6128"/>
                      <a:pt x="2565" y="6462"/>
                      <a:pt x="3406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62D232C1-13E6-E2E3-CC7D-C299B0C445F6}"/>
                  </a:ext>
                </a:extLst>
              </p:cNvPr>
              <p:cNvSpPr/>
              <p:nvPr/>
            </p:nvSpPr>
            <p:spPr>
              <a:xfrm>
                <a:off x="3825052" y="4751352"/>
                <a:ext cx="6343" cy="6345"/>
              </a:xfrm>
              <a:custGeom>
                <a:avLst/>
                <a:gdLst>
                  <a:gd name="connsiteX0" fmla="*/ 3406 w 6343"/>
                  <a:gd name="connsiteY0" fmla="*/ 6446 h 6345"/>
                  <a:gd name="connsiteX1" fmla="*/ 5649 w 6343"/>
                  <a:gd name="connsiteY1" fmla="*/ 5516 h 6345"/>
                  <a:gd name="connsiteX2" fmla="*/ 6577 w 6343"/>
                  <a:gd name="connsiteY2" fmla="*/ 3273 h 6345"/>
                  <a:gd name="connsiteX3" fmla="*/ 5649 w 6343"/>
                  <a:gd name="connsiteY3" fmla="*/ 1029 h 6345"/>
                  <a:gd name="connsiteX4" fmla="*/ 3406 w 6343"/>
                  <a:gd name="connsiteY4" fmla="*/ 100 h 6345"/>
                  <a:gd name="connsiteX5" fmla="*/ 1163 w 6343"/>
                  <a:gd name="connsiteY5" fmla="*/ 1029 h 6345"/>
                  <a:gd name="connsiteX6" fmla="*/ 234 w 6343"/>
                  <a:gd name="connsiteY6" fmla="*/ 3273 h 6345"/>
                  <a:gd name="connsiteX7" fmla="*/ 1163 w 6343"/>
                  <a:gd name="connsiteY7" fmla="*/ 5516 h 6345"/>
                  <a:gd name="connsiteX8" fmla="*/ 3406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46"/>
                    </a:moveTo>
                    <a:cubicBezTo>
                      <a:pt x="4247" y="6446"/>
                      <a:pt x="5054" y="6111"/>
                      <a:pt x="5649" y="5516"/>
                    </a:cubicBezTo>
                    <a:cubicBezTo>
                      <a:pt x="6243" y="4921"/>
                      <a:pt x="6577" y="4114"/>
                      <a:pt x="6577" y="3273"/>
                    </a:cubicBezTo>
                    <a:cubicBezTo>
                      <a:pt x="6577" y="2432"/>
                      <a:pt x="6243" y="1624"/>
                      <a:pt x="5649" y="1029"/>
                    </a:cubicBezTo>
                    <a:cubicBezTo>
                      <a:pt x="5054" y="435"/>
                      <a:pt x="4247" y="100"/>
                      <a:pt x="3406" y="100"/>
                    </a:cubicBezTo>
                    <a:cubicBezTo>
                      <a:pt x="2565" y="100"/>
                      <a:pt x="1758" y="435"/>
                      <a:pt x="1163" y="1029"/>
                    </a:cubicBezTo>
                    <a:cubicBezTo>
                      <a:pt x="569" y="1624"/>
                      <a:pt x="234" y="2432"/>
                      <a:pt x="234" y="3273"/>
                    </a:cubicBezTo>
                    <a:cubicBezTo>
                      <a:pt x="234" y="4114"/>
                      <a:pt x="569" y="4921"/>
                      <a:pt x="1163" y="5516"/>
                    </a:cubicBezTo>
                    <a:cubicBezTo>
                      <a:pt x="1758" y="6111"/>
                      <a:pt x="2565" y="6446"/>
                      <a:pt x="3406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38F12944-636A-13F3-874D-9D4AAE9C7BB6}"/>
                  </a:ext>
                </a:extLst>
              </p:cNvPr>
              <p:cNvSpPr/>
              <p:nvPr/>
            </p:nvSpPr>
            <p:spPr>
              <a:xfrm>
                <a:off x="3839931" y="4958664"/>
                <a:ext cx="6343" cy="6345"/>
              </a:xfrm>
              <a:custGeom>
                <a:avLst/>
                <a:gdLst>
                  <a:gd name="connsiteX0" fmla="*/ 3407 w 6343"/>
                  <a:gd name="connsiteY0" fmla="*/ 6462 h 6345"/>
                  <a:gd name="connsiteX1" fmla="*/ 5650 w 6343"/>
                  <a:gd name="connsiteY1" fmla="*/ 5533 h 6345"/>
                  <a:gd name="connsiteX2" fmla="*/ 6579 w 6343"/>
                  <a:gd name="connsiteY2" fmla="*/ 3289 h 6345"/>
                  <a:gd name="connsiteX3" fmla="*/ 5650 w 6343"/>
                  <a:gd name="connsiteY3" fmla="*/ 1046 h 6345"/>
                  <a:gd name="connsiteX4" fmla="*/ 3407 w 6343"/>
                  <a:gd name="connsiteY4" fmla="*/ 117 h 6345"/>
                  <a:gd name="connsiteX5" fmla="*/ 1164 w 6343"/>
                  <a:gd name="connsiteY5" fmla="*/ 1046 h 6345"/>
                  <a:gd name="connsiteX6" fmla="*/ 236 w 6343"/>
                  <a:gd name="connsiteY6" fmla="*/ 3289 h 6345"/>
                  <a:gd name="connsiteX7" fmla="*/ 1164 w 6343"/>
                  <a:gd name="connsiteY7" fmla="*/ 5533 h 6345"/>
                  <a:gd name="connsiteX8" fmla="*/ 3407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2"/>
                    </a:moveTo>
                    <a:cubicBezTo>
                      <a:pt x="4248" y="6462"/>
                      <a:pt x="5055" y="6128"/>
                      <a:pt x="5650" y="5533"/>
                    </a:cubicBezTo>
                    <a:cubicBezTo>
                      <a:pt x="6244" y="4938"/>
                      <a:pt x="6579" y="4131"/>
                      <a:pt x="6579" y="3289"/>
                    </a:cubicBezTo>
                    <a:cubicBezTo>
                      <a:pt x="6579" y="2448"/>
                      <a:pt x="6244" y="1641"/>
                      <a:pt x="5650" y="1046"/>
                    </a:cubicBezTo>
                    <a:cubicBezTo>
                      <a:pt x="5055" y="451"/>
                      <a:pt x="4248" y="117"/>
                      <a:pt x="3407" y="117"/>
                    </a:cubicBezTo>
                    <a:cubicBezTo>
                      <a:pt x="2566" y="117"/>
                      <a:pt x="1759" y="451"/>
                      <a:pt x="1164" y="1046"/>
                    </a:cubicBezTo>
                    <a:cubicBezTo>
                      <a:pt x="570" y="1641"/>
                      <a:pt x="236" y="2448"/>
                      <a:pt x="236" y="3289"/>
                    </a:cubicBezTo>
                    <a:cubicBezTo>
                      <a:pt x="236" y="4131"/>
                      <a:pt x="570" y="4938"/>
                      <a:pt x="1164" y="5533"/>
                    </a:cubicBezTo>
                    <a:cubicBezTo>
                      <a:pt x="1759" y="6128"/>
                      <a:pt x="2566" y="6462"/>
                      <a:pt x="3407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713244FD-149A-3D1C-17B9-CA0039820451}"/>
                  </a:ext>
                </a:extLst>
              </p:cNvPr>
              <p:cNvSpPr/>
              <p:nvPr/>
            </p:nvSpPr>
            <p:spPr>
              <a:xfrm>
                <a:off x="3842332" y="4893577"/>
                <a:ext cx="6343" cy="6345"/>
              </a:xfrm>
              <a:custGeom>
                <a:avLst/>
                <a:gdLst>
                  <a:gd name="connsiteX0" fmla="*/ 3407 w 6343"/>
                  <a:gd name="connsiteY0" fmla="*/ 6457 h 6345"/>
                  <a:gd name="connsiteX1" fmla="*/ 5650 w 6343"/>
                  <a:gd name="connsiteY1" fmla="*/ 5528 h 6345"/>
                  <a:gd name="connsiteX2" fmla="*/ 6579 w 6343"/>
                  <a:gd name="connsiteY2" fmla="*/ 3284 h 6345"/>
                  <a:gd name="connsiteX3" fmla="*/ 5650 w 6343"/>
                  <a:gd name="connsiteY3" fmla="*/ 1041 h 6345"/>
                  <a:gd name="connsiteX4" fmla="*/ 3407 w 6343"/>
                  <a:gd name="connsiteY4" fmla="*/ 111 h 6345"/>
                  <a:gd name="connsiteX5" fmla="*/ 1165 w 6343"/>
                  <a:gd name="connsiteY5" fmla="*/ 1041 h 6345"/>
                  <a:gd name="connsiteX6" fmla="*/ 236 w 6343"/>
                  <a:gd name="connsiteY6" fmla="*/ 3284 h 6345"/>
                  <a:gd name="connsiteX7" fmla="*/ 1165 w 6343"/>
                  <a:gd name="connsiteY7" fmla="*/ 5528 h 6345"/>
                  <a:gd name="connsiteX8" fmla="*/ 3407 w 6343"/>
                  <a:gd name="connsiteY8" fmla="*/ 64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57"/>
                    </a:moveTo>
                    <a:cubicBezTo>
                      <a:pt x="4248" y="6457"/>
                      <a:pt x="5055" y="6123"/>
                      <a:pt x="5650" y="5528"/>
                    </a:cubicBezTo>
                    <a:cubicBezTo>
                      <a:pt x="6245" y="4933"/>
                      <a:pt x="6579" y="4126"/>
                      <a:pt x="6579" y="3284"/>
                    </a:cubicBezTo>
                    <a:cubicBezTo>
                      <a:pt x="6579" y="2443"/>
                      <a:pt x="6245" y="1636"/>
                      <a:pt x="5650" y="1041"/>
                    </a:cubicBezTo>
                    <a:cubicBezTo>
                      <a:pt x="5055" y="446"/>
                      <a:pt x="4248" y="111"/>
                      <a:pt x="3407" y="111"/>
                    </a:cubicBezTo>
                    <a:cubicBezTo>
                      <a:pt x="2566" y="111"/>
                      <a:pt x="1759" y="446"/>
                      <a:pt x="1165" y="1041"/>
                    </a:cubicBezTo>
                    <a:cubicBezTo>
                      <a:pt x="570" y="1636"/>
                      <a:pt x="236" y="2443"/>
                      <a:pt x="236" y="3284"/>
                    </a:cubicBezTo>
                    <a:cubicBezTo>
                      <a:pt x="236" y="4126"/>
                      <a:pt x="570" y="4933"/>
                      <a:pt x="1165" y="5528"/>
                    </a:cubicBezTo>
                    <a:cubicBezTo>
                      <a:pt x="1759" y="6123"/>
                      <a:pt x="2566" y="6457"/>
                      <a:pt x="3407" y="64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FC87BE9A-50C4-68E4-BAC5-CE6798C32BE3}"/>
                  </a:ext>
                </a:extLst>
              </p:cNvPr>
              <p:cNvSpPr/>
              <p:nvPr/>
            </p:nvSpPr>
            <p:spPr>
              <a:xfrm>
                <a:off x="3850670" y="4998101"/>
                <a:ext cx="6343" cy="6345"/>
              </a:xfrm>
              <a:custGeom>
                <a:avLst/>
                <a:gdLst>
                  <a:gd name="connsiteX0" fmla="*/ 3408 w 6343"/>
                  <a:gd name="connsiteY0" fmla="*/ 6465 h 6345"/>
                  <a:gd name="connsiteX1" fmla="*/ 5651 w 6343"/>
                  <a:gd name="connsiteY1" fmla="*/ 5536 h 6345"/>
                  <a:gd name="connsiteX2" fmla="*/ 6579 w 6343"/>
                  <a:gd name="connsiteY2" fmla="*/ 3292 h 6345"/>
                  <a:gd name="connsiteX3" fmla="*/ 5651 w 6343"/>
                  <a:gd name="connsiteY3" fmla="*/ 1049 h 6345"/>
                  <a:gd name="connsiteX4" fmla="*/ 3408 w 6343"/>
                  <a:gd name="connsiteY4" fmla="*/ 120 h 6345"/>
                  <a:gd name="connsiteX5" fmla="*/ 1165 w 6343"/>
                  <a:gd name="connsiteY5" fmla="*/ 1049 h 6345"/>
                  <a:gd name="connsiteX6" fmla="*/ 236 w 6343"/>
                  <a:gd name="connsiteY6" fmla="*/ 3292 h 6345"/>
                  <a:gd name="connsiteX7" fmla="*/ 1165 w 6343"/>
                  <a:gd name="connsiteY7" fmla="*/ 5536 h 6345"/>
                  <a:gd name="connsiteX8" fmla="*/ 3408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5"/>
                    </a:moveTo>
                    <a:cubicBezTo>
                      <a:pt x="4249" y="6465"/>
                      <a:pt x="5056" y="6131"/>
                      <a:pt x="5651" y="5536"/>
                    </a:cubicBezTo>
                    <a:cubicBezTo>
                      <a:pt x="6245" y="4941"/>
                      <a:pt x="6579" y="4134"/>
                      <a:pt x="6579" y="3292"/>
                    </a:cubicBezTo>
                    <a:cubicBezTo>
                      <a:pt x="6579" y="2451"/>
                      <a:pt x="6245" y="1644"/>
                      <a:pt x="5651" y="1049"/>
                    </a:cubicBezTo>
                    <a:cubicBezTo>
                      <a:pt x="5056" y="454"/>
                      <a:pt x="4249" y="120"/>
                      <a:pt x="3408" y="120"/>
                    </a:cubicBezTo>
                    <a:cubicBezTo>
                      <a:pt x="2567" y="120"/>
                      <a:pt x="1760" y="454"/>
                      <a:pt x="1165" y="1049"/>
                    </a:cubicBezTo>
                    <a:cubicBezTo>
                      <a:pt x="571" y="1644"/>
                      <a:pt x="236" y="2451"/>
                      <a:pt x="236" y="3292"/>
                    </a:cubicBezTo>
                    <a:cubicBezTo>
                      <a:pt x="236" y="4134"/>
                      <a:pt x="571" y="4941"/>
                      <a:pt x="1165" y="5536"/>
                    </a:cubicBezTo>
                    <a:cubicBezTo>
                      <a:pt x="1760" y="6131"/>
                      <a:pt x="2567" y="6465"/>
                      <a:pt x="3408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04324475-94BD-3C85-3E40-E3014368B72D}"/>
                  </a:ext>
                </a:extLst>
              </p:cNvPr>
              <p:cNvSpPr/>
              <p:nvPr/>
            </p:nvSpPr>
            <p:spPr>
              <a:xfrm>
                <a:off x="3855160" y="4996549"/>
                <a:ext cx="6343" cy="6345"/>
              </a:xfrm>
              <a:custGeom>
                <a:avLst/>
                <a:gdLst>
                  <a:gd name="connsiteX0" fmla="*/ 3408 w 6343"/>
                  <a:gd name="connsiteY0" fmla="*/ 6465 h 6345"/>
                  <a:gd name="connsiteX1" fmla="*/ 5651 w 6343"/>
                  <a:gd name="connsiteY1" fmla="*/ 5536 h 6345"/>
                  <a:gd name="connsiteX2" fmla="*/ 6580 w 6343"/>
                  <a:gd name="connsiteY2" fmla="*/ 3292 h 6345"/>
                  <a:gd name="connsiteX3" fmla="*/ 5651 w 6343"/>
                  <a:gd name="connsiteY3" fmla="*/ 1049 h 6345"/>
                  <a:gd name="connsiteX4" fmla="*/ 3408 w 6343"/>
                  <a:gd name="connsiteY4" fmla="*/ 120 h 6345"/>
                  <a:gd name="connsiteX5" fmla="*/ 1166 w 6343"/>
                  <a:gd name="connsiteY5" fmla="*/ 1049 h 6345"/>
                  <a:gd name="connsiteX6" fmla="*/ 237 w 6343"/>
                  <a:gd name="connsiteY6" fmla="*/ 3292 h 6345"/>
                  <a:gd name="connsiteX7" fmla="*/ 1166 w 6343"/>
                  <a:gd name="connsiteY7" fmla="*/ 5536 h 6345"/>
                  <a:gd name="connsiteX8" fmla="*/ 3408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5"/>
                    </a:moveTo>
                    <a:cubicBezTo>
                      <a:pt x="4249" y="6465"/>
                      <a:pt x="5056" y="6131"/>
                      <a:pt x="5651" y="5536"/>
                    </a:cubicBezTo>
                    <a:cubicBezTo>
                      <a:pt x="6246" y="4941"/>
                      <a:pt x="6580" y="4134"/>
                      <a:pt x="6580" y="3292"/>
                    </a:cubicBezTo>
                    <a:cubicBezTo>
                      <a:pt x="6580" y="2451"/>
                      <a:pt x="6246" y="1644"/>
                      <a:pt x="5651" y="1049"/>
                    </a:cubicBezTo>
                    <a:cubicBezTo>
                      <a:pt x="5056" y="454"/>
                      <a:pt x="4249" y="120"/>
                      <a:pt x="3408" y="120"/>
                    </a:cubicBezTo>
                    <a:cubicBezTo>
                      <a:pt x="2567" y="120"/>
                      <a:pt x="1760" y="454"/>
                      <a:pt x="1166" y="1049"/>
                    </a:cubicBezTo>
                    <a:cubicBezTo>
                      <a:pt x="571" y="1644"/>
                      <a:pt x="237" y="2451"/>
                      <a:pt x="237" y="3292"/>
                    </a:cubicBezTo>
                    <a:cubicBezTo>
                      <a:pt x="237" y="4134"/>
                      <a:pt x="571" y="4941"/>
                      <a:pt x="1166" y="5536"/>
                    </a:cubicBezTo>
                    <a:cubicBezTo>
                      <a:pt x="1760" y="6131"/>
                      <a:pt x="2567" y="6465"/>
                      <a:pt x="3408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A9A918B5-163E-1FFE-CB48-A3D666FB8BED}"/>
                  </a:ext>
                </a:extLst>
              </p:cNvPr>
              <p:cNvSpPr/>
              <p:nvPr/>
            </p:nvSpPr>
            <p:spPr>
              <a:xfrm>
                <a:off x="3859700" y="4996834"/>
                <a:ext cx="6343" cy="6345"/>
              </a:xfrm>
              <a:custGeom>
                <a:avLst/>
                <a:gdLst>
                  <a:gd name="connsiteX0" fmla="*/ 3409 w 6343"/>
                  <a:gd name="connsiteY0" fmla="*/ 6465 h 6345"/>
                  <a:gd name="connsiteX1" fmla="*/ 5651 w 6343"/>
                  <a:gd name="connsiteY1" fmla="*/ 5536 h 6345"/>
                  <a:gd name="connsiteX2" fmla="*/ 6580 w 6343"/>
                  <a:gd name="connsiteY2" fmla="*/ 3292 h 6345"/>
                  <a:gd name="connsiteX3" fmla="*/ 5651 w 6343"/>
                  <a:gd name="connsiteY3" fmla="*/ 1049 h 6345"/>
                  <a:gd name="connsiteX4" fmla="*/ 3409 w 6343"/>
                  <a:gd name="connsiteY4" fmla="*/ 120 h 6345"/>
                  <a:gd name="connsiteX5" fmla="*/ 1166 w 6343"/>
                  <a:gd name="connsiteY5" fmla="*/ 1049 h 6345"/>
                  <a:gd name="connsiteX6" fmla="*/ 237 w 6343"/>
                  <a:gd name="connsiteY6" fmla="*/ 3292 h 6345"/>
                  <a:gd name="connsiteX7" fmla="*/ 1166 w 6343"/>
                  <a:gd name="connsiteY7" fmla="*/ 5536 h 6345"/>
                  <a:gd name="connsiteX8" fmla="*/ 3409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5"/>
                    </a:moveTo>
                    <a:cubicBezTo>
                      <a:pt x="4250" y="6465"/>
                      <a:pt x="5057" y="6131"/>
                      <a:pt x="5651" y="5536"/>
                    </a:cubicBezTo>
                    <a:cubicBezTo>
                      <a:pt x="6246" y="4941"/>
                      <a:pt x="6580" y="4134"/>
                      <a:pt x="6580" y="3292"/>
                    </a:cubicBezTo>
                    <a:cubicBezTo>
                      <a:pt x="6580" y="2451"/>
                      <a:pt x="6246" y="1644"/>
                      <a:pt x="5651" y="1049"/>
                    </a:cubicBezTo>
                    <a:cubicBezTo>
                      <a:pt x="5057" y="454"/>
                      <a:pt x="4250" y="120"/>
                      <a:pt x="3409" y="120"/>
                    </a:cubicBezTo>
                    <a:cubicBezTo>
                      <a:pt x="2568" y="120"/>
                      <a:pt x="1761" y="454"/>
                      <a:pt x="1166" y="1049"/>
                    </a:cubicBezTo>
                    <a:cubicBezTo>
                      <a:pt x="571" y="1644"/>
                      <a:pt x="237" y="2451"/>
                      <a:pt x="237" y="3292"/>
                    </a:cubicBezTo>
                    <a:cubicBezTo>
                      <a:pt x="237" y="4134"/>
                      <a:pt x="571" y="4941"/>
                      <a:pt x="1166" y="5536"/>
                    </a:cubicBezTo>
                    <a:cubicBezTo>
                      <a:pt x="1761" y="6131"/>
                      <a:pt x="2568" y="6465"/>
                      <a:pt x="3409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0AE22962-CA40-E11F-20F5-20768F7E4472}"/>
                  </a:ext>
                </a:extLst>
              </p:cNvPr>
              <p:cNvSpPr/>
              <p:nvPr/>
            </p:nvSpPr>
            <p:spPr>
              <a:xfrm>
                <a:off x="3864578" y="5025855"/>
                <a:ext cx="6343" cy="6345"/>
              </a:xfrm>
              <a:custGeom>
                <a:avLst/>
                <a:gdLst>
                  <a:gd name="connsiteX0" fmla="*/ 3409 w 6343"/>
                  <a:gd name="connsiteY0" fmla="*/ 6467 h 6345"/>
                  <a:gd name="connsiteX1" fmla="*/ 5652 w 6343"/>
                  <a:gd name="connsiteY1" fmla="*/ 5538 h 6345"/>
                  <a:gd name="connsiteX2" fmla="*/ 6581 w 6343"/>
                  <a:gd name="connsiteY2" fmla="*/ 3295 h 6345"/>
                  <a:gd name="connsiteX3" fmla="*/ 5652 w 6343"/>
                  <a:gd name="connsiteY3" fmla="*/ 1051 h 6345"/>
                  <a:gd name="connsiteX4" fmla="*/ 3409 w 6343"/>
                  <a:gd name="connsiteY4" fmla="*/ 122 h 6345"/>
                  <a:gd name="connsiteX5" fmla="*/ 1166 w 6343"/>
                  <a:gd name="connsiteY5" fmla="*/ 1051 h 6345"/>
                  <a:gd name="connsiteX6" fmla="*/ 237 w 6343"/>
                  <a:gd name="connsiteY6" fmla="*/ 3295 h 6345"/>
                  <a:gd name="connsiteX7" fmla="*/ 1166 w 6343"/>
                  <a:gd name="connsiteY7" fmla="*/ 5538 h 6345"/>
                  <a:gd name="connsiteX8" fmla="*/ 340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7"/>
                    </a:moveTo>
                    <a:cubicBezTo>
                      <a:pt x="4250" y="6467"/>
                      <a:pt x="5057" y="6133"/>
                      <a:pt x="5652" y="5538"/>
                    </a:cubicBezTo>
                    <a:cubicBezTo>
                      <a:pt x="6246" y="4943"/>
                      <a:pt x="6581" y="4136"/>
                      <a:pt x="6581" y="3295"/>
                    </a:cubicBezTo>
                    <a:cubicBezTo>
                      <a:pt x="6581" y="2453"/>
                      <a:pt x="6246" y="1646"/>
                      <a:pt x="5652" y="1051"/>
                    </a:cubicBezTo>
                    <a:cubicBezTo>
                      <a:pt x="5057" y="456"/>
                      <a:pt x="4250" y="122"/>
                      <a:pt x="3409" y="122"/>
                    </a:cubicBezTo>
                    <a:cubicBezTo>
                      <a:pt x="2568" y="122"/>
                      <a:pt x="1761" y="456"/>
                      <a:pt x="1166" y="1051"/>
                    </a:cubicBezTo>
                    <a:cubicBezTo>
                      <a:pt x="572" y="1646"/>
                      <a:pt x="237" y="2453"/>
                      <a:pt x="237" y="3295"/>
                    </a:cubicBezTo>
                    <a:cubicBezTo>
                      <a:pt x="237" y="4136"/>
                      <a:pt x="572" y="4943"/>
                      <a:pt x="1166" y="5538"/>
                    </a:cubicBezTo>
                    <a:cubicBezTo>
                      <a:pt x="1761" y="6133"/>
                      <a:pt x="2568" y="6467"/>
                      <a:pt x="340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49773771-1D64-3DBA-5277-A9DB1AE4442C}"/>
                  </a:ext>
                </a:extLst>
              </p:cNvPr>
              <p:cNvSpPr/>
              <p:nvPr/>
            </p:nvSpPr>
            <p:spPr>
              <a:xfrm>
                <a:off x="3868332" y="4921882"/>
                <a:ext cx="6343" cy="6345"/>
              </a:xfrm>
              <a:custGeom>
                <a:avLst/>
                <a:gdLst>
                  <a:gd name="connsiteX0" fmla="*/ 3409 w 6343"/>
                  <a:gd name="connsiteY0" fmla="*/ 6459 h 6345"/>
                  <a:gd name="connsiteX1" fmla="*/ 5652 w 6343"/>
                  <a:gd name="connsiteY1" fmla="*/ 5530 h 6345"/>
                  <a:gd name="connsiteX2" fmla="*/ 6581 w 6343"/>
                  <a:gd name="connsiteY2" fmla="*/ 3286 h 6345"/>
                  <a:gd name="connsiteX3" fmla="*/ 5652 w 6343"/>
                  <a:gd name="connsiteY3" fmla="*/ 1043 h 6345"/>
                  <a:gd name="connsiteX4" fmla="*/ 3409 w 6343"/>
                  <a:gd name="connsiteY4" fmla="*/ 114 h 6345"/>
                  <a:gd name="connsiteX5" fmla="*/ 1167 w 6343"/>
                  <a:gd name="connsiteY5" fmla="*/ 1043 h 6345"/>
                  <a:gd name="connsiteX6" fmla="*/ 238 w 6343"/>
                  <a:gd name="connsiteY6" fmla="*/ 3286 h 6345"/>
                  <a:gd name="connsiteX7" fmla="*/ 1167 w 6343"/>
                  <a:gd name="connsiteY7" fmla="*/ 5530 h 6345"/>
                  <a:gd name="connsiteX8" fmla="*/ 3409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59"/>
                    </a:moveTo>
                    <a:cubicBezTo>
                      <a:pt x="4250" y="6459"/>
                      <a:pt x="5057" y="6125"/>
                      <a:pt x="5652" y="5530"/>
                    </a:cubicBezTo>
                    <a:cubicBezTo>
                      <a:pt x="6247" y="4935"/>
                      <a:pt x="6581" y="4128"/>
                      <a:pt x="6581" y="3286"/>
                    </a:cubicBezTo>
                    <a:cubicBezTo>
                      <a:pt x="6581" y="2445"/>
                      <a:pt x="6247" y="1638"/>
                      <a:pt x="5652" y="1043"/>
                    </a:cubicBezTo>
                    <a:cubicBezTo>
                      <a:pt x="5057" y="448"/>
                      <a:pt x="4250" y="114"/>
                      <a:pt x="3409" y="114"/>
                    </a:cubicBezTo>
                    <a:cubicBezTo>
                      <a:pt x="2568" y="114"/>
                      <a:pt x="1761" y="448"/>
                      <a:pt x="1167" y="1043"/>
                    </a:cubicBezTo>
                    <a:cubicBezTo>
                      <a:pt x="572" y="1638"/>
                      <a:pt x="238" y="2445"/>
                      <a:pt x="238" y="3286"/>
                    </a:cubicBezTo>
                    <a:cubicBezTo>
                      <a:pt x="238" y="4128"/>
                      <a:pt x="572" y="4935"/>
                      <a:pt x="1167" y="5530"/>
                    </a:cubicBezTo>
                    <a:cubicBezTo>
                      <a:pt x="1761" y="6125"/>
                      <a:pt x="2568" y="6459"/>
                      <a:pt x="3409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628DB011-A4DF-A1A5-FE72-9294F55FD25B}"/>
                  </a:ext>
                </a:extLst>
              </p:cNvPr>
              <p:cNvSpPr/>
              <p:nvPr/>
            </p:nvSpPr>
            <p:spPr>
              <a:xfrm>
                <a:off x="3873323" y="4922058"/>
                <a:ext cx="6343" cy="6345"/>
              </a:xfrm>
              <a:custGeom>
                <a:avLst/>
                <a:gdLst>
                  <a:gd name="connsiteX0" fmla="*/ 3410 w 6343"/>
                  <a:gd name="connsiteY0" fmla="*/ 6459 h 6345"/>
                  <a:gd name="connsiteX1" fmla="*/ 5652 w 6343"/>
                  <a:gd name="connsiteY1" fmla="*/ 5530 h 6345"/>
                  <a:gd name="connsiteX2" fmla="*/ 6581 w 6343"/>
                  <a:gd name="connsiteY2" fmla="*/ 3286 h 6345"/>
                  <a:gd name="connsiteX3" fmla="*/ 5652 w 6343"/>
                  <a:gd name="connsiteY3" fmla="*/ 1043 h 6345"/>
                  <a:gd name="connsiteX4" fmla="*/ 3410 w 6343"/>
                  <a:gd name="connsiteY4" fmla="*/ 114 h 6345"/>
                  <a:gd name="connsiteX5" fmla="*/ 1167 w 6343"/>
                  <a:gd name="connsiteY5" fmla="*/ 1043 h 6345"/>
                  <a:gd name="connsiteX6" fmla="*/ 238 w 6343"/>
                  <a:gd name="connsiteY6" fmla="*/ 3286 h 6345"/>
                  <a:gd name="connsiteX7" fmla="*/ 1167 w 6343"/>
                  <a:gd name="connsiteY7" fmla="*/ 5530 h 6345"/>
                  <a:gd name="connsiteX8" fmla="*/ 3410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59"/>
                    </a:moveTo>
                    <a:cubicBezTo>
                      <a:pt x="4251" y="6459"/>
                      <a:pt x="5058" y="6125"/>
                      <a:pt x="5652" y="5530"/>
                    </a:cubicBezTo>
                    <a:cubicBezTo>
                      <a:pt x="6247" y="4935"/>
                      <a:pt x="6581" y="4128"/>
                      <a:pt x="6581" y="3286"/>
                    </a:cubicBezTo>
                    <a:cubicBezTo>
                      <a:pt x="6581" y="2445"/>
                      <a:pt x="6247" y="1638"/>
                      <a:pt x="5652" y="1043"/>
                    </a:cubicBezTo>
                    <a:cubicBezTo>
                      <a:pt x="5058" y="448"/>
                      <a:pt x="4251" y="114"/>
                      <a:pt x="3410" y="114"/>
                    </a:cubicBezTo>
                    <a:cubicBezTo>
                      <a:pt x="2569" y="114"/>
                      <a:pt x="1762" y="448"/>
                      <a:pt x="1167" y="1043"/>
                    </a:cubicBezTo>
                    <a:cubicBezTo>
                      <a:pt x="572" y="1638"/>
                      <a:pt x="238" y="2445"/>
                      <a:pt x="238" y="3286"/>
                    </a:cubicBezTo>
                    <a:cubicBezTo>
                      <a:pt x="238" y="4128"/>
                      <a:pt x="572" y="4935"/>
                      <a:pt x="1167" y="5530"/>
                    </a:cubicBezTo>
                    <a:cubicBezTo>
                      <a:pt x="1762" y="6125"/>
                      <a:pt x="2569" y="6459"/>
                      <a:pt x="3410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BF704E73-6007-70F5-E83A-7D6C8D9B6B49}"/>
                  </a:ext>
                </a:extLst>
              </p:cNvPr>
              <p:cNvSpPr/>
              <p:nvPr/>
            </p:nvSpPr>
            <p:spPr>
              <a:xfrm>
                <a:off x="3877781" y="5003870"/>
                <a:ext cx="6343" cy="6345"/>
              </a:xfrm>
              <a:custGeom>
                <a:avLst/>
                <a:gdLst>
                  <a:gd name="connsiteX0" fmla="*/ 3410 w 6343"/>
                  <a:gd name="connsiteY0" fmla="*/ 6466 h 6345"/>
                  <a:gd name="connsiteX1" fmla="*/ 5653 w 6343"/>
                  <a:gd name="connsiteY1" fmla="*/ 5536 h 6345"/>
                  <a:gd name="connsiteX2" fmla="*/ 6582 w 6343"/>
                  <a:gd name="connsiteY2" fmla="*/ 3293 h 6345"/>
                  <a:gd name="connsiteX3" fmla="*/ 5653 w 6343"/>
                  <a:gd name="connsiteY3" fmla="*/ 1049 h 6345"/>
                  <a:gd name="connsiteX4" fmla="*/ 3410 w 6343"/>
                  <a:gd name="connsiteY4" fmla="*/ 120 h 6345"/>
                  <a:gd name="connsiteX5" fmla="*/ 1167 w 6343"/>
                  <a:gd name="connsiteY5" fmla="*/ 1049 h 6345"/>
                  <a:gd name="connsiteX6" fmla="*/ 238 w 6343"/>
                  <a:gd name="connsiteY6" fmla="*/ 3293 h 6345"/>
                  <a:gd name="connsiteX7" fmla="*/ 1167 w 6343"/>
                  <a:gd name="connsiteY7" fmla="*/ 5536 h 6345"/>
                  <a:gd name="connsiteX8" fmla="*/ 341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6"/>
                    </a:moveTo>
                    <a:cubicBezTo>
                      <a:pt x="4251" y="6466"/>
                      <a:pt x="5058" y="6131"/>
                      <a:pt x="5653" y="5536"/>
                    </a:cubicBezTo>
                    <a:cubicBezTo>
                      <a:pt x="6247" y="4941"/>
                      <a:pt x="6582" y="4134"/>
                      <a:pt x="6582" y="3293"/>
                    </a:cubicBezTo>
                    <a:cubicBezTo>
                      <a:pt x="6582" y="2451"/>
                      <a:pt x="6247" y="1644"/>
                      <a:pt x="5653" y="1049"/>
                    </a:cubicBezTo>
                    <a:cubicBezTo>
                      <a:pt x="5058" y="454"/>
                      <a:pt x="4251" y="120"/>
                      <a:pt x="3410" y="120"/>
                    </a:cubicBezTo>
                    <a:cubicBezTo>
                      <a:pt x="2569" y="120"/>
                      <a:pt x="1762" y="454"/>
                      <a:pt x="1167" y="1049"/>
                    </a:cubicBezTo>
                    <a:cubicBezTo>
                      <a:pt x="573" y="1644"/>
                      <a:pt x="238" y="2451"/>
                      <a:pt x="238" y="3293"/>
                    </a:cubicBezTo>
                    <a:cubicBezTo>
                      <a:pt x="238" y="4134"/>
                      <a:pt x="573" y="4941"/>
                      <a:pt x="1167" y="5536"/>
                    </a:cubicBezTo>
                    <a:cubicBezTo>
                      <a:pt x="1762" y="6131"/>
                      <a:pt x="2569" y="6466"/>
                      <a:pt x="341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19308AD6-1ED7-7A8E-73C8-9E71C1622BDB}"/>
                  </a:ext>
                </a:extLst>
              </p:cNvPr>
              <p:cNvSpPr/>
              <p:nvPr/>
            </p:nvSpPr>
            <p:spPr>
              <a:xfrm>
                <a:off x="3882240" y="5006198"/>
                <a:ext cx="6343" cy="6345"/>
              </a:xfrm>
              <a:custGeom>
                <a:avLst/>
                <a:gdLst>
                  <a:gd name="connsiteX0" fmla="*/ 3410 w 6343"/>
                  <a:gd name="connsiteY0" fmla="*/ 6466 h 6345"/>
                  <a:gd name="connsiteX1" fmla="*/ 5653 w 6343"/>
                  <a:gd name="connsiteY1" fmla="*/ 5536 h 6345"/>
                  <a:gd name="connsiteX2" fmla="*/ 6582 w 6343"/>
                  <a:gd name="connsiteY2" fmla="*/ 3293 h 6345"/>
                  <a:gd name="connsiteX3" fmla="*/ 5653 w 6343"/>
                  <a:gd name="connsiteY3" fmla="*/ 1050 h 6345"/>
                  <a:gd name="connsiteX4" fmla="*/ 3410 w 6343"/>
                  <a:gd name="connsiteY4" fmla="*/ 120 h 6345"/>
                  <a:gd name="connsiteX5" fmla="*/ 1168 w 6343"/>
                  <a:gd name="connsiteY5" fmla="*/ 1050 h 6345"/>
                  <a:gd name="connsiteX6" fmla="*/ 239 w 6343"/>
                  <a:gd name="connsiteY6" fmla="*/ 3293 h 6345"/>
                  <a:gd name="connsiteX7" fmla="*/ 1168 w 6343"/>
                  <a:gd name="connsiteY7" fmla="*/ 5536 h 6345"/>
                  <a:gd name="connsiteX8" fmla="*/ 341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6"/>
                    </a:moveTo>
                    <a:cubicBezTo>
                      <a:pt x="4252" y="6466"/>
                      <a:pt x="5058" y="6131"/>
                      <a:pt x="5653" y="5536"/>
                    </a:cubicBezTo>
                    <a:cubicBezTo>
                      <a:pt x="6248" y="4941"/>
                      <a:pt x="6582" y="4134"/>
                      <a:pt x="6582" y="3293"/>
                    </a:cubicBezTo>
                    <a:cubicBezTo>
                      <a:pt x="6582" y="2452"/>
                      <a:pt x="6248" y="1645"/>
                      <a:pt x="5653" y="1050"/>
                    </a:cubicBezTo>
                    <a:cubicBezTo>
                      <a:pt x="5058" y="455"/>
                      <a:pt x="4252" y="120"/>
                      <a:pt x="3410" y="120"/>
                    </a:cubicBezTo>
                    <a:cubicBezTo>
                      <a:pt x="2569" y="120"/>
                      <a:pt x="1763" y="455"/>
                      <a:pt x="1168" y="1050"/>
                    </a:cubicBezTo>
                    <a:cubicBezTo>
                      <a:pt x="573" y="1645"/>
                      <a:pt x="239" y="2452"/>
                      <a:pt x="239" y="3293"/>
                    </a:cubicBezTo>
                    <a:cubicBezTo>
                      <a:pt x="239" y="4134"/>
                      <a:pt x="573" y="4941"/>
                      <a:pt x="1168" y="5536"/>
                    </a:cubicBezTo>
                    <a:cubicBezTo>
                      <a:pt x="1763" y="6131"/>
                      <a:pt x="2569" y="6466"/>
                      <a:pt x="341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B083BBFE-F3BD-858B-CD8D-77F40C2A8DD9}"/>
                  </a:ext>
                </a:extLst>
              </p:cNvPr>
              <p:cNvSpPr/>
              <p:nvPr/>
            </p:nvSpPr>
            <p:spPr>
              <a:xfrm>
                <a:off x="3886703" y="5006839"/>
                <a:ext cx="6343" cy="6345"/>
              </a:xfrm>
              <a:custGeom>
                <a:avLst/>
                <a:gdLst>
                  <a:gd name="connsiteX0" fmla="*/ 3411 w 6343"/>
                  <a:gd name="connsiteY0" fmla="*/ 6466 h 6345"/>
                  <a:gd name="connsiteX1" fmla="*/ 5653 w 6343"/>
                  <a:gd name="connsiteY1" fmla="*/ 5537 h 6345"/>
                  <a:gd name="connsiteX2" fmla="*/ 6582 w 6343"/>
                  <a:gd name="connsiteY2" fmla="*/ 3293 h 6345"/>
                  <a:gd name="connsiteX3" fmla="*/ 5653 w 6343"/>
                  <a:gd name="connsiteY3" fmla="*/ 1050 h 6345"/>
                  <a:gd name="connsiteX4" fmla="*/ 3411 w 6343"/>
                  <a:gd name="connsiteY4" fmla="*/ 120 h 6345"/>
                  <a:gd name="connsiteX5" fmla="*/ 1168 w 6343"/>
                  <a:gd name="connsiteY5" fmla="*/ 1050 h 6345"/>
                  <a:gd name="connsiteX6" fmla="*/ 239 w 6343"/>
                  <a:gd name="connsiteY6" fmla="*/ 3293 h 6345"/>
                  <a:gd name="connsiteX7" fmla="*/ 1168 w 6343"/>
                  <a:gd name="connsiteY7" fmla="*/ 5537 h 6345"/>
                  <a:gd name="connsiteX8" fmla="*/ 341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66"/>
                    </a:moveTo>
                    <a:cubicBezTo>
                      <a:pt x="4252" y="6466"/>
                      <a:pt x="5059" y="6131"/>
                      <a:pt x="5653" y="5537"/>
                    </a:cubicBezTo>
                    <a:cubicBezTo>
                      <a:pt x="6248" y="4942"/>
                      <a:pt x="6582" y="4134"/>
                      <a:pt x="6582" y="3293"/>
                    </a:cubicBezTo>
                    <a:cubicBezTo>
                      <a:pt x="6582" y="2452"/>
                      <a:pt x="6248" y="1645"/>
                      <a:pt x="5653" y="1050"/>
                    </a:cubicBezTo>
                    <a:cubicBezTo>
                      <a:pt x="5059" y="455"/>
                      <a:pt x="4252" y="120"/>
                      <a:pt x="3411" y="120"/>
                    </a:cubicBezTo>
                    <a:cubicBezTo>
                      <a:pt x="2570" y="120"/>
                      <a:pt x="1763" y="455"/>
                      <a:pt x="1168" y="1050"/>
                    </a:cubicBezTo>
                    <a:cubicBezTo>
                      <a:pt x="573" y="1645"/>
                      <a:pt x="239" y="2452"/>
                      <a:pt x="239" y="3293"/>
                    </a:cubicBezTo>
                    <a:cubicBezTo>
                      <a:pt x="239" y="4134"/>
                      <a:pt x="573" y="4942"/>
                      <a:pt x="1168" y="5537"/>
                    </a:cubicBezTo>
                    <a:cubicBezTo>
                      <a:pt x="1763" y="6131"/>
                      <a:pt x="2570" y="6466"/>
                      <a:pt x="341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BD57B8E3-4A32-3BD4-C2AF-94F64D11FD9F}"/>
                  </a:ext>
                </a:extLst>
              </p:cNvPr>
              <p:cNvSpPr/>
              <p:nvPr/>
            </p:nvSpPr>
            <p:spPr>
              <a:xfrm>
                <a:off x="3891280" y="5002653"/>
                <a:ext cx="6343" cy="6345"/>
              </a:xfrm>
              <a:custGeom>
                <a:avLst/>
                <a:gdLst>
                  <a:gd name="connsiteX0" fmla="*/ 3411 w 6343"/>
                  <a:gd name="connsiteY0" fmla="*/ 6465 h 6345"/>
                  <a:gd name="connsiteX1" fmla="*/ 5654 w 6343"/>
                  <a:gd name="connsiteY1" fmla="*/ 5536 h 6345"/>
                  <a:gd name="connsiteX2" fmla="*/ 6583 w 6343"/>
                  <a:gd name="connsiteY2" fmla="*/ 3293 h 6345"/>
                  <a:gd name="connsiteX3" fmla="*/ 5654 w 6343"/>
                  <a:gd name="connsiteY3" fmla="*/ 1049 h 6345"/>
                  <a:gd name="connsiteX4" fmla="*/ 3411 w 6343"/>
                  <a:gd name="connsiteY4" fmla="*/ 120 h 6345"/>
                  <a:gd name="connsiteX5" fmla="*/ 1168 w 6343"/>
                  <a:gd name="connsiteY5" fmla="*/ 1049 h 6345"/>
                  <a:gd name="connsiteX6" fmla="*/ 240 w 6343"/>
                  <a:gd name="connsiteY6" fmla="*/ 3293 h 6345"/>
                  <a:gd name="connsiteX7" fmla="*/ 1168 w 6343"/>
                  <a:gd name="connsiteY7" fmla="*/ 5536 h 6345"/>
                  <a:gd name="connsiteX8" fmla="*/ 3411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65"/>
                    </a:moveTo>
                    <a:cubicBezTo>
                      <a:pt x="4252" y="6465"/>
                      <a:pt x="5059" y="6131"/>
                      <a:pt x="5654" y="5536"/>
                    </a:cubicBezTo>
                    <a:cubicBezTo>
                      <a:pt x="6248" y="4941"/>
                      <a:pt x="6583" y="4134"/>
                      <a:pt x="6583" y="3293"/>
                    </a:cubicBezTo>
                    <a:cubicBezTo>
                      <a:pt x="6583" y="2451"/>
                      <a:pt x="6248" y="1644"/>
                      <a:pt x="5654" y="1049"/>
                    </a:cubicBezTo>
                    <a:cubicBezTo>
                      <a:pt x="5059" y="454"/>
                      <a:pt x="4252" y="120"/>
                      <a:pt x="3411" y="120"/>
                    </a:cubicBezTo>
                    <a:cubicBezTo>
                      <a:pt x="2570" y="120"/>
                      <a:pt x="1763" y="454"/>
                      <a:pt x="1168" y="1049"/>
                    </a:cubicBezTo>
                    <a:cubicBezTo>
                      <a:pt x="574" y="1644"/>
                      <a:pt x="240" y="2451"/>
                      <a:pt x="240" y="3293"/>
                    </a:cubicBezTo>
                    <a:cubicBezTo>
                      <a:pt x="240" y="4134"/>
                      <a:pt x="574" y="4941"/>
                      <a:pt x="1168" y="5536"/>
                    </a:cubicBezTo>
                    <a:cubicBezTo>
                      <a:pt x="1763" y="6131"/>
                      <a:pt x="2570" y="6465"/>
                      <a:pt x="3411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F665CFAC-D45F-F3FB-6B70-A326E525F52F}"/>
                  </a:ext>
                </a:extLst>
              </p:cNvPr>
              <p:cNvSpPr/>
              <p:nvPr/>
            </p:nvSpPr>
            <p:spPr>
              <a:xfrm>
                <a:off x="3897224" y="4956094"/>
                <a:ext cx="6343" cy="6345"/>
              </a:xfrm>
              <a:custGeom>
                <a:avLst/>
                <a:gdLst>
                  <a:gd name="connsiteX0" fmla="*/ 3412 w 6343"/>
                  <a:gd name="connsiteY0" fmla="*/ 6462 h 6345"/>
                  <a:gd name="connsiteX1" fmla="*/ 5654 w 6343"/>
                  <a:gd name="connsiteY1" fmla="*/ 5533 h 6345"/>
                  <a:gd name="connsiteX2" fmla="*/ 6583 w 6343"/>
                  <a:gd name="connsiteY2" fmla="*/ 3289 h 6345"/>
                  <a:gd name="connsiteX3" fmla="*/ 5654 w 6343"/>
                  <a:gd name="connsiteY3" fmla="*/ 1046 h 6345"/>
                  <a:gd name="connsiteX4" fmla="*/ 3412 w 6343"/>
                  <a:gd name="connsiteY4" fmla="*/ 116 h 6345"/>
                  <a:gd name="connsiteX5" fmla="*/ 1169 w 6343"/>
                  <a:gd name="connsiteY5" fmla="*/ 1046 h 6345"/>
                  <a:gd name="connsiteX6" fmla="*/ 240 w 6343"/>
                  <a:gd name="connsiteY6" fmla="*/ 3289 h 6345"/>
                  <a:gd name="connsiteX7" fmla="*/ 1169 w 6343"/>
                  <a:gd name="connsiteY7" fmla="*/ 5533 h 6345"/>
                  <a:gd name="connsiteX8" fmla="*/ 3412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2"/>
                    </a:moveTo>
                    <a:cubicBezTo>
                      <a:pt x="4253" y="6462"/>
                      <a:pt x="5059" y="6127"/>
                      <a:pt x="5654" y="5533"/>
                    </a:cubicBezTo>
                    <a:cubicBezTo>
                      <a:pt x="6249" y="4938"/>
                      <a:pt x="6583" y="4130"/>
                      <a:pt x="6583" y="3289"/>
                    </a:cubicBezTo>
                    <a:cubicBezTo>
                      <a:pt x="6583" y="2448"/>
                      <a:pt x="6249" y="1641"/>
                      <a:pt x="5654" y="1046"/>
                    </a:cubicBezTo>
                    <a:cubicBezTo>
                      <a:pt x="5059" y="451"/>
                      <a:pt x="4253" y="116"/>
                      <a:pt x="3412" y="116"/>
                    </a:cubicBezTo>
                    <a:cubicBezTo>
                      <a:pt x="2570" y="116"/>
                      <a:pt x="1764" y="451"/>
                      <a:pt x="1169" y="1046"/>
                    </a:cubicBezTo>
                    <a:cubicBezTo>
                      <a:pt x="574" y="1641"/>
                      <a:pt x="240" y="2448"/>
                      <a:pt x="240" y="3289"/>
                    </a:cubicBezTo>
                    <a:cubicBezTo>
                      <a:pt x="240" y="4130"/>
                      <a:pt x="574" y="4938"/>
                      <a:pt x="1169" y="5533"/>
                    </a:cubicBezTo>
                    <a:cubicBezTo>
                      <a:pt x="1764" y="6127"/>
                      <a:pt x="2570" y="6462"/>
                      <a:pt x="3412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C0E99983-326A-C273-EEF9-B87EC62A70DE}"/>
                  </a:ext>
                </a:extLst>
              </p:cNvPr>
              <p:cNvSpPr/>
              <p:nvPr/>
            </p:nvSpPr>
            <p:spPr>
              <a:xfrm>
                <a:off x="3904895" y="4878561"/>
                <a:ext cx="6343" cy="6345"/>
              </a:xfrm>
              <a:custGeom>
                <a:avLst/>
                <a:gdLst>
                  <a:gd name="connsiteX0" fmla="*/ 3412 w 6343"/>
                  <a:gd name="connsiteY0" fmla="*/ 6456 h 6345"/>
                  <a:gd name="connsiteX1" fmla="*/ 5655 w 6343"/>
                  <a:gd name="connsiteY1" fmla="*/ 5526 h 6345"/>
                  <a:gd name="connsiteX2" fmla="*/ 6584 w 6343"/>
                  <a:gd name="connsiteY2" fmla="*/ 3283 h 6345"/>
                  <a:gd name="connsiteX3" fmla="*/ 5655 w 6343"/>
                  <a:gd name="connsiteY3" fmla="*/ 1040 h 6345"/>
                  <a:gd name="connsiteX4" fmla="*/ 3412 w 6343"/>
                  <a:gd name="connsiteY4" fmla="*/ 110 h 6345"/>
                  <a:gd name="connsiteX5" fmla="*/ 1170 w 6343"/>
                  <a:gd name="connsiteY5" fmla="*/ 1040 h 6345"/>
                  <a:gd name="connsiteX6" fmla="*/ 241 w 6343"/>
                  <a:gd name="connsiteY6" fmla="*/ 3283 h 6345"/>
                  <a:gd name="connsiteX7" fmla="*/ 1170 w 6343"/>
                  <a:gd name="connsiteY7" fmla="*/ 5526 h 6345"/>
                  <a:gd name="connsiteX8" fmla="*/ 3412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56"/>
                    </a:moveTo>
                    <a:cubicBezTo>
                      <a:pt x="4253" y="6456"/>
                      <a:pt x="5060" y="6121"/>
                      <a:pt x="5655" y="5526"/>
                    </a:cubicBezTo>
                    <a:cubicBezTo>
                      <a:pt x="6250" y="4931"/>
                      <a:pt x="6584" y="4124"/>
                      <a:pt x="6584" y="3283"/>
                    </a:cubicBezTo>
                    <a:cubicBezTo>
                      <a:pt x="6584" y="2442"/>
                      <a:pt x="6250" y="1634"/>
                      <a:pt x="5655" y="1040"/>
                    </a:cubicBezTo>
                    <a:cubicBezTo>
                      <a:pt x="5060" y="445"/>
                      <a:pt x="4253" y="110"/>
                      <a:pt x="3412" y="110"/>
                    </a:cubicBezTo>
                    <a:cubicBezTo>
                      <a:pt x="2571" y="110"/>
                      <a:pt x="1764" y="445"/>
                      <a:pt x="1170" y="1040"/>
                    </a:cubicBezTo>
                    <a:cubicBezTo>
                      <a:pt x="575" y="1634"/>
                      <a:pt x="241" y="2442"/>
                      <a:pt x="241" y="3283"/>
                    </a:cubicBezTo>
                    <a:cubicBezTo>
                      <a:pt x="241" y="4124"/>
                      <a:pt x="575" y="4931"/>
                      <a:pt x="1170" y="5526"/>
                    </a:cubicBezTo>
                    <a:cubicBezTo>
                      <a:pt x="1764" y="6121"/>
                      <a:pt x="2571" y="6456"/>
                      <a:pt x="3412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6976A533-9717-5399-F5F3-652287143B68}"/>
                  </a:ext>
                </a:extLst>
              </p:cNvPr>
              <p:cNvSpPr/>
              <p:nvPr/>
            </p:nvSpPr>
            <p:spPr>
              <a:xfrm>
                <a:off x="3910176" y="4878201"/>
                <a:ext cx="6343" cy="6345"/>
              </a:xfrm>
              <a:custGeom>
                <a:avLst/>
                <a:gdLst>
                  <a:gd name="connsiteX0" fmla="*/ 3413 w 6343"/>
                  <a:gd name="connsiteY0" fmla="*/ 6456 h 6345"/>
                  <a:gd name="connsiteX1" fmla="*/ 5655 w 6343"/>
                  <a:gd name="connsiteY1" fmla="*/ 5526 h 6345"/>
                  <a:gd name="connsiteX2" fmla="*/ 6584 w 6343"/>
                  <a:gd name="connsiteY2" fmla="*/ 3283 h 6345"/>
                  <a:gd name="connsiteX3" fmla="*/ 5655 w 6343"/>
                  <a:gd name="connsiteY3" fmla="*/ 1039 h 6345"/>
                  <a:gd name="connsiteX4" fmla="*/ 3413 w 6343"/>
                  <a:gd name="connsiteY4" fmla="*/ 110 h 6345"/>
                  <a:gd name="connsiteX5" fmla="*/ 1170 w 6343"/>
                  <a:gd name="connsiteY5" fmla="*/ 1039 h 6345"/>
                  <a:gd name="connsiteX6" fmla="*/ 241 w 6343"/>
                  <a:gd name="connsiteY6" fmla="*/ 3283 h 6345"/>
                  <a:gd name="connsiteX7" fmla="*/ 1170 w 6343"/>
                  <a:gd name="connsiteY7" fmla="*/ 5526 h 6345"/>
                  <a:gd name="connsiteX8" fmla="*/ 3413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56"/>
                    </a:moveTo>
                    <a:cubicBezTo>
                      <a:pt x="4254" y="6456"/>
                      <a:pt x="5060" y="6121"/>
                      <a:pt x="5655" y="5526"/>
                    </a:cubicBezTo>
                    <a:cubicBezTo>
                      <a:pt x="6250" y="4931"/>
                      <a:pt x="6584" y="4124"/>
                      <a:pt x="6584" y="3283"/>
                    </a:cubicBezTo>
                    <a:cubicBezTo>
                      <a:pt x="6584" y="2442"/>
                      <a:pt x="6250" y="1634"/>
                      <a:pt x="5655" y="1039"/>
                    </a:cubicBezTo>
                    <a:cubicBezTo>
                      <a:pt x="5060" y="445"/>
                      <a:pt x="4254" y="110"/>
                      <a:pt x="3413" y="110"/>
                    </a:cubicBezTo>
                    <a:cubicBezTo>
                      <a:pt x="2571" y="110"/>
                      <a:pt x="1765" y="445"/>
                      <a:pt x="1170" y="1039"/>
                    </a:cubicBezTo>
                    <a:cubicBezTo>
                      <a:pt x="575" y="1634"/>
                      <a:pt x="241" y="2442"/>
                      <a:pt x="241" y="3283"/>
                    </a:cubicBezTo>
                    <a:cubicBezTo>
                      <a:pt x="241" y="4124"/>
                      <a:pt x="575" y="4931"/>
                      <a:pt x="1170" y="5526"/>
                    </a:cubicBezTo>
                    <a:cubicBezTo>
                      <a:pt x="1765" y="6121"/>
                      <a:pt x="2571" y="6456"/>
                      <a:pt x="3413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A8F5A156-88F3-69F1-09FF-6778189988C9}"/>
                  </a:ext>
                </a:extLst>
              </p:cNvPr>
              <p:cNvSpPr/>
              <p:nvPr/>
            </p:nvSpPr>
            <p:spPr>
              <a:xfrm>
                <a:off x="3923893" y="4707491"/>
                <a:ext cx="6343" cy="6345"/>
              </a:xfrm>
              <a:custGeom>
                <a:avLst/>
                <a:gdLst>
                  <a:gd name="connsiteX0" fmla="*/ 3414 w 6343"/>
                  <a:gd name="connsiteY0" fmla="*/ 6442 h 6345"/>
                  <a:gd name="connsiteX1" fmla="*/ 5656 w 6343"/>
                  <a:gd name="connsiteY1" fmla="*/ 5513 h 6345"/>
                  <a:gd name="connsiteX2" fmla="*/ 6585 w 6343"/>
                  <a:gd name="connsiteY2" fmla="*/ 3269 h 6345"/>
                  <a:gd name="connsiteX3" fmla="*/ 5656 w 6343"/>
                  <a:gd name="connsiteY3" fmla="*/ 1026 h 6345"/>
                  <a:gd name="connsiteX4" fmla="*/ 3414 w 6343"/>
                  <a:gd name="connsiteY4" fmla="*/ 97 h 6345"/>
                  <a:gd name="connsiteX5" fmla="*/ 1171 w 6343"/>
                  <a:gd name="connsiteY5" fmla="*/ 1026 h 6345"/>
                  <a:gd name="connsiteX6" fmla="*/ 242 w 6343"/>
                  <a:gd name="connsiteY6" fmla="*/ 3269 h 6345"/>
                  <a:gd name="connsiteX7" fmla="*/ 1171 w 6343"/>
                  <a:gd name="connsiteY7" fmla="*/ 5513 h 6345"/>
                  <a:gd name="connsiteX8" fmla="*/ 3414 w 6343"/>
                  <a:gd name="connsiteY8" fmla="*/ 64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42"/>
                    </a:moveTo>
                    <a:cubicBezTo>
                      <a:pt x="4255" y="6442"/>
                      <a:pt x="5062" y="6108"/>
                      <a:pt x="5656" y="5513"/>
                    </a:cubicBezTo>
                    <a:cubicBezTo>
                      <a:pt x="6251" y="4918"/>
                      <a:pt x="6585" y="4111"/>
                      <a:pt x="6585" y="3269"/>
                    </a:cubicBezTo>
                    <a:cubicBezTo>
                      <a:pt x="6585" y="2428"/>
                      <a:pt x="6251" y="1621"/>
                      <a:pt x="5656" y="1026"/>
                    </a:cubicBezTo>
                    <a:cubicBezTo>
                      <a:pt x="5062" y="431"/>
                      <a:pt x="4255" y="97"/>
                      <a:pt x="3414" y="97"/>
                    </a:cubicBezTo>
                    <a:cubicBezTo>
                      <a:pt x="2573" y="97"/>
                      <a:pt x="1766" y="431"/>
                      <a:pt x="1171" y="1026"/>
                    </a:cubicBezTo>
                    <a:cubicBezTo>
                      <a:pt x="576" y="1621"/>
                      <a:pt x="242" y="2428"/>
                      <a:pt x="242" y="3269"/>
                    </a:cubicBezTo>
                    <a:cubicBezTo>
                      <a:pt x="242" y="4111"/>
                      <a:pt x="576" y="4918"/>
                      <a:pt x="1171" y="5513"/>
                    </a:cubicBezTo>
                    <a:cubicBezTo>
                      <a:pt x="1766" y="6108"/>
                      <a:pt x="2573" y="6442"/>
                      <a:pt x="3414" y="64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FC6082C6-94B3-E8B7-A200-FF21DA5BC5E8}"/>
                  </a:ext>
                </a:extLst>
              </p:cNvPr>
              <p:cNvSpPr/>
              <p:nvPr/>
            </p:nvSpPr>
            <p:spPr>
              <a:xfrm>
                <a:off x="3910943" y="5053946"/>
                <a:ext cx="6343" cy="6345"/>
              </a:xfrm>
              <a:custGeom>
                <a:avLst/>
                <a:gdLst>
                  <a:gd name="connsiteX0" fmla="*/ 3413 w 6343"/>
                  <a:gd name="connsiteY0" fmla="*/ 6469 h 6345"/>
                  <a:gd name="connsiteX1" fmla="*/ 5655 w 6343"/>
                  <a:gd name="connsiteY1" fmla="*/ 5540 h 6345"/>
                  <a:gd name="connsiteX2" fmla="*/ 6584 w 6343"/>
                  <a:gd name="connsiteY2" fmla="*/ 3297 h 6345"/>
                  <a:gd name="connsiteX3" fmla="*/ 5655 w 6343"/>
                  <a:gd name="connsiteY3" fmla="*/ 1053 h 6345"/>
                  <a:gd name="connsiteX4" fmla="*/ 3413 w 6343"/>
                  <a:gd name="connsiteY4" fmla="*/ 124 h 6345"/>
                  <a:gd name="connsiteX5" fmla="*/ 1170 w 6343"/>
                  <a:gd name="connsiteY5" fmla="*/ 1053 h 6345"/>
                  <a:gd name="connsiteX6" fmla="*/ 241 w 6343"/>
                  <a:gd name="connsiteY6" fmla="*/ 3297 h 6345"/>
                  <a:gd name="connsiteX7" fmla="*/ 1170 w 6343"/>
                  <a:gd name="connsiteY7" fmla="*/ 5540 h 6345"/>
                  <a:gd name="connsiteX8" fmla="*/ 3413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9"/>
                    </a:moveTo>
                    <a:cubicBezTo>
                      <a:pt x="4254" y="6469"/>
                      <a:pt x="5061" y="6135"/>
                      <a:pt x="5655" y="5540"/>
                    </a:cubicBezTo>
                    <a:cubicBezTo>
                      <a:pt x="6250" y="4945"/>
                      <a:pt x="6584" y="4138"/>
                      <a:pt x="6584" y="3297"/>
                    </a:cubicBezTo>
                    <a:cubicBezTo>
                      <a:pt x="6584" y="2455"/>
                      <a:pt x="6250" y="1648"/>
                      <a:pt x="5655" y="1053"/>
                    </a:cubicBezTo>
                    <a:cubicBezTo>
                      <a:pt x="5061" y="458"/>
                      <a:pt x="4254" y="124"/>
                      <a:pt x="3413" y="124"/>
                    </a:cubicBezTo>
                    <a:cubicBezTo>
                      <a:pt x="2572" y="124"/>
                      <a:pt x="1765" y="458"/>
                      <a:pt x="1170" y="1053"/>
                    </a:cubicBezTo>
                    <a:cubicBezTo>
                      <a:pt x="575" y="1648"/>
                      <a:pt x="241" y="2455"/>
                      <a:pt x="241" y="3297"/>
                    </a:cubicBezTo>
                    <a:cubicBezTo>
                      <a:pt x="241" y="4138"/>
                      <a:pt x="575" y="4945"/>
                      <a:pt x="1170" y="5540"/>
                    </a:cubicBezTo>
                    <a:cubicBezTo>
                      <a:pt x="1765" y="6135"/>
                      <a:pt x="2572" y="6469"/>
                      <a:pt x="3413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24A88BFA-55FC-D1B3-8B40-526B65F7AAA2}"/>
                  </a:ext>
                </a:extLst>
              </p:cNvPr>
              <p:cNvSpPr/>
              <p:nvPr/>
            </p:nvSpPr>
            <p:spPr>
              <a:xfrm>
                <a:off x="3915126" y="5054144"/>
                <a:ext cx="6343" cy="6345"/>
              </a:xfrm>
              <a:custGeom>
                <a:avLst/>
                <a:gdLst>
                  <a:gd name="connsiteX0" fmla="*/ 3413 w 6343"/>
                  <a:gd name="connsiteY0" fmla="*/ 6469 h 6345"/>
                  <a:gd name="connsiteX1" fmla="*/ 5656 w 6343"/>
                  <a:gd name="connsiteY1" fmla="*/ 5540 h 6345"/>
                  <a:gd name="connsiteX2" fmla="*/ 6585 w 6343"/>
                  <a:gd name="connsiteY2" fmla="*/ 3297 h 6345"/>
                  <a:gd name="connsiteX3" fmla="*/ 5656 w 6343"/>
                  <a:gd name="connsiteY3" fmla="*/ 1053 h 6345"/>
                  <a:gd name="connsiteX4" fmla="*/ 3413 w 6343"/>
                  <a:gd name="connsiteY4" fmla="*/ 124 h 6345"/>
                  <a:gd name="connsiteX5" fmla="*/ 1170 w 6343"/>
                  <a:gd name="connsiteY5" fmla="*/ 1053 h 6345"/>
                  <a:gd name="connsiteX6" fmla="*/ 241 w 6343"/>
                  <a:gd name="connsiteY6" fmla="*/ 3297 h 6345"/>
                  <a:gd name="connsiteX7" fmla="*/ 1170 w 6343"/>
                  <a:gd name="connsiteY7" fmla="*/ 5540 h 6345"/>
                  <a:gd name="connsiteX8" fmla="*/ 3413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9"/>
                    </a:moveTo>
                    <a:cubicBezTo>
                      <a:pt x="4254" y="6469"/>
                      <a:pt x="5061" y="6135"/>
                      <a:pt x="5656" y="5540"/>
                    </a:cubicBezTo>
                    <a:cubicBezTo>
                      <a:pt x="6250" y="4945"/>
                      <a:pt x="6585" y="4138"/>
                      <a:pt x="6585" y="3297"/>
                    </a:cubicBezTo>
                    <a:cubicBezTo>
                      <a:pt x="6585" y="2455"/>
                      <a:pt x="6250" y="1648"/>
                      <a:pt x="5656" y="1053"/>
                    </a:cubicBezTo>
                    <a:cubicBezTo>
                      <a:pt x="5061" y="458"/>
                      <a:pt x="4254" y="124"/>
                      <a:pt x="3413" y="124"/>
                    </a:cubicBezTo>
                    <a:cubicBezTo>
                      <a:pt x="2572" y="124"/>
                      <a:pt x="1765" y="458"/>
                      <a:pt x="1170" y="1053"/>
                    </a:cubicBezTo>
                    <a:cubicBezTo>
                      <a:pt x="576" y="1648"/>
                      <a:pt x="241" y="2455"/>
                      <a:pt x="241" y="3297"/>
                    </a:cubicBezTo>
                    <a:cubicBezTo>
                      <a:pt x="241" y="4138"/>
                      <a:pt x="576" y="4945"/>
                      <a:pt x="1170" y="5540"/>
                    </a:cubicBezTo>
                    <a:cubicBezTo>
                      <a:pt x="1765" y="6135"/>
                      <a:pt x="2572" y="6469"/>
                      <a:pt x="3413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E0000F47-F888-ED15-A4DF-0C854B2EA175}"/>
                  </a:ext>
                </a:extLst>
              </p:cNvPr>
              <p:cNvSpPr/>
              <p:nvPr/>
            </p:nvSpPr>
            <p:spPr>
              <a:xfrm>
                <a:off x="3924963" y="4971144"/>
                <a:ext cx="6343" cy="6345"/>
              </a:xfrm>
              <a:custGeom>
                <a:avLst/>
                <a:gdLst>
                  <a:gd name="connsiteX0" fmla="*/ 3414 w 6343"/>
                  <a:gd name="connsiteY0" fmla="*/ 6463 h 6345"/>
                  <a:gd name="connsiteX1" fmla="*/ 5656 w 6343"/>
                  <a:gd name="connsiteY1" fmla="*/ 5534 h 6345"/>
                  <a:gd name="connsiteX2" fmla="*/ 6585 w 6343"/>
                  <a:gd name="connsiteY2" fmla="*/ 3290 h 6345"/>
                  <a:gd name="connsiteX3" fmla="*/ 5656 w 6343"/>
                  <a:gd name="connsiteY3" fmla="*/ 1047 h 6345"/>
                  <a:gd name="connsiteX4" fmla="*/ 3414 w 6343"/>
                  <a:gd name="connsiteY4" fmla="*/ 118 h 6345"/>
                  <a:gd name="connsiteX5" fmla="*/ 1171 w 6343"/>
                  <a:gd name="connsiteY5" fmla="*/ 1047 h 6345"/>
                  <a:gd name="connsiteX6" fmla="*/ 242 w 6343"/>
                  <a:gd name="connsiteY6" fmla="*/ 3290 h 6345"/>
                  <a:gd name="connsiteX7" fmla="*/ 1171 w 6343"/>
                  <a:gd name="connsiteY7" fmla="*/ 5534 h 6345"/>
                  <a:gd name="connsiteX8" fmla="*/ 3414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63"/>
                    </a:moveTo>
                    <a:cubicBezTo>
                      <a:pt x="4255" y="6463"/>
                      <a:pt x="5062" y="6129"/>
                      <a:pt x="5656" y="5534"/>
                    </a:cubicBezTo>
                    <a:cubicBezTo>
                      <a:pt x="6251" y="4939"/>
                      <a:pt x="6585" y="4132"/>
                      <a:pt x="6585" y="3290"/>
                    </a:cubicBezTo>
                    <a:cubicBezTo>
                      <a:pt x="6585" y="2449"/>
                      <a:pt x="6251" y="1642"/>
                      <a:pt x="5656" y="1047"/>
                    </a:cubicBezTo>
                    <a:cubicBezTo>
                      <a:pt x="5062" y="452"/>
                      <a:pt x="4255" y="118"/>
                      <a:pt x="3414" y="118"/>
                    </a:cubicBezTo>
                    <a:cubicBezTo>
                      <a:pt x="2573" y="118"/>
                      <a:pt x="1766" y="452"/>
                      <a:pt x="1171" y="1047"/>
                    </a:cubicBezTo>
                    <a:cubicBezTo>
                      <a:pt x="576" y="1642"/>
                      <a:pt x="242" y="2449"/>
                      <a:pt x="242" y="3290"/>
                    </a:cubicBezTo>
                    <a:cubicBezTo>
                      <a:pt x="242" y="4132"/>
                      <a:pt x="576" y="4939"/>
                      <a:pt x="1171" y="5534"/>
                    </a:cubicBezTo>
                    <a:cubicBezTo>
                      <a:pt x="1766" y="6129"/>
                      <a:pt x="2573" y="6463"/>
                      <a:pt x="3414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00E1D6D6-1CE0-EBD8-282E-BE5D2C59BEBF}"/>
                  </a:ext>
                </a:extLst>
              </p:cNvPr>
              <p:cNvSpPr/>
              <p:nvPr/>
            </p:nvSpPr>
            <p:spPr>
              <a:xfrm>
                <a:off x="3923908" y="5048966"/>
                <a:ext cx="6343" cy="6345"/>
              </a:xfrm>
              <a:custGeom>
                <a:avLst/>
                <a:gdLst>
                  <a:gd name="connsiteX0" fmla="*/ 3414 w 6343"/>
                  <a:gd name="connsiteY0" fmla="*/ 6469 h 6345"/>
                  <a:gd name="connsiteX1" fmla="*/ 5656 w 6343"/>
                  <a:gd name="connsiteY1" fmla="*/ 5540 h 6345"/>
                  <a:gd name="connsiteX2" fmla="*/ 6585 w 6343"/>
                  <a:gd name="connsiteY2" fmla="*/ 3296 h 6345"/>
                  <a:gd name="connsiteX3" fmla="*/ 5656 w 6343"/>
                  <a:gd name="connsiteY3" fmla="*/ 1053 h 6345"/>
                  <a:gd name="connsiteX4" fmla="*/ 3414 w 6343"/>
                  <a:gd name="connsiteY4" fmla="*/ 124 h 6345"/>
                  <a:gd name="connsiteX5" fmla="*/ 1171 w 6343"/>
                  <a:gd name="connsiteY5" fmla="*/ 1053 h 6345"/>
                  <a:gd name="connsiteX6" fmla="*/ 242 w 6343"/>
                  <a:gd name="connsiteY6" fmla="*/ 3296 h 6345"/>
                  <a:gd name="connsiteX7" fmla="*/ 1171 w 6343"/>
                  <a:gd name="connsiteY7" fmla="*/ 5540 h 6345"/>
                  <a:gd name="connsiteX8" fmla="*/ 3414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69"/>
                    </a:moveTo>
                    <a:cubicBezTo>
                      <a:pt x="4255" y="6469"/>
                      <a:pt x="5062" y="6135"/>
                      <a:pt x="5656" y="5540"/>
                    </a:cubicBezTo>
                    <a:cubicBezTo>
                      <a:pt x="6251" y="4945"/>
                      <a:pt x="6585" y="4138"/>
                      <a:pt x="6585" y="3296"/>
                    </a:cubicBezTo>
                    <a:cubicBezTo>
                      <a:pt x="6585" y="2455"/>
                      <a:pt x="6251" y="1648"/>
                      <a:pt x="5656" y="1053"/>
                    </a:cubicBezTo>
                    <a:cubicBezTo>
                      <a:pt x="5062" y="458"/>
                      <a:pt x="4255" y="124"/>
                      <a:pt x="3414" y="124"/>
                    </a:cubicBezTo>
                    <a:cubicBezTo>
                      <a:pt x="2573" y="124"/>
                      <a:pt x="1766" y="458"/>
                      <a:pt x="1171" y="1053"/>
                    </a:cubicBezTo>
                    <a:cubicBezTo>
                      <a:pt x="576" y="1648"/>
                      <a:pt x="242" y="2455"/>
                      <a:pt x="242" y="3296"/>
                    </a:cubicBezTo>
                    <a:cubicBezTo>
                      <a:pt x="242" y="4138"/>
                      <a:pt x="576" y="4945"/>
                      <a:pt x="1171" y="5540"/>
                    </a:cubicBezTo>
                    <a:cubicBezTo>
                      <a:pt x="1766" y="6135"/>
                      <a:pt x="2573" y="6469"/>
                      <a:pt x="3414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FED9E759-517D-6637-D8AB-193A9FB12FC2}"/>
                  </a:ext>
                </a:extLst>
              </p:cNvPr>
              <p:cNvSpPr/>
              <p:nvPr/>
            </p:nvSpPr>
            <p:spPr>
              <a:xfrm>
                <a:off x="3927989" y="5050905"/>
                <a:ext cx="6343" cy="6345"/>
              </a:xfrm>
              <a:custGeom>
                <a:avLst/>
                <a:gdLst>
                  <a:gd name="connsiteX0" fmla="*/ 3414 w 6343"/>
                  <a:gd name="connsiteY0" fmla="*/ 6469 h 6345"/>
                  <a:gd name="connsiteX1" fmla="*/ 5657 w 6343"/>
                  <a:gd name="connsiteY1" fmla="*/ 5540 h 6345"/>
                  <a:gd name="connsiteX2" fmla="*/ 6586 w 6343"/>
                  <a:gd name="connsiteY2" fmla="*/ 3297 h 6345"/>
                  <a:gd name="connsiteX3" fmla="*/ 5657 w 6343"/>
                  <a:gd name="connsiteY3" fmla="*/ 1053 h 6345"/>
                  <a:gd name="connsiteX4" fmla="*/ 3414 w 6343"/>
                  <a:gd name="connsiteY4" fmla="*/ 124 h 6345"/>
                  <a:gd name="connsiteX5" fmla="*/ 1171 w 6343"/>
                  <a:gd name="connsiteY5" fmla="*/ 1053 h 6345"/>
                  <a:gd name="connsiteX6" fmla="*/ 242 w 6343"/>
                  <a:gd name="connsiteY6" fmla="*/ 3297 h 6345"/>
                  <a:gd name="connsiteX7" fmla="*/ 1171 w 6343"/>
                  <a:gd name="connsiteY7" fmla="*/ 5540 h 6345"/>
                  <a:gd name="connsiteX8" fmla="*/ 3414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69"/>
                    </a:moveTo>
                    <a:cubicBezTo>
                      <a:pt x="4255" y="6469"/>
                      <a:pt x="5062" y="6135"/>
                      <a:pt x="5657" y="5540"/>
                    </a:cubicBezTo>
                    <a:cubicBezTo>
                      <a:pt x="6251" y="4945"/>
                      <a:pt x="6586" y="4138"/>
                      <a:pt x="6586" y="3297"/>
                    </a:cubicBezTo>
                    <a:cubicBezTo>
                      <a:pt x="6586" y="2455"/>
                      <a:pt x="6251" y="1648"/>
                      <a:pt x="5657" y="1053"/>
                    </a:cubicBezTo>
                    <a:cubicBezTo>
                      <a:pt x="5062" y="458"/>
                      <a:pt x="4255" y="124"/>
                      <a:pt x="3414" y="124"/>
                    </a:cubicBezTo>
                    <a:cubicBezTo>
                      <a:pt x="2573" y="124"/>
                      <a:pt x="1766" y="458"/>
                      <a:pt x="1171" y="1053"/>
                    </a:cubicBezTo>
                    <a:cubicBezTo>
                      <a:pt x="577" y="1648"/>
                      <a:pt x="242" y="2455"/>
                      <a:pt x="242" y="3297"/>
                    </a:cubicBezTo>
                    <a:cubicBezTo>
                      <a:pt x="242" y="4138"/>
                      <a:pt x="577" y="4945"/>
                      <a:pt x="1171" y="5540"/>
                    </a:cubicBezTo>
                    <a:cubicBezTo>
                      <a:pt x="1766" y="6135"/>
                      <a:pt x="2573" y="6469"/>
                      <a:pt x="3414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12115718-D8C8-3EE8-EDC5-BB583C04DA74}"/>
                  </a:ext>
                </a:extLst>
              </p:cNvPr>
              <p:cNvSpPr/>
              <p:nvPr/>
            </p:nvSpPr>
            <p:spPr>
              <a:xfrm>
                <a:off x="3938146" y="4982332"/>
                <a:ext cx="6343" cy="6345"/>
              </a:xfrm>
              <a:custGeom>
                <a:avLst/>
                <a:gdLst>
                  <a:gd name="connsiteX0" fmla="*/ 3415 w 6343"/>
                  <a:gd name="connsiteY0" fmla="*/ 6464 h 6345"/>
                  <a:gd name="connsiteX1" fmla="*/ 5657 w 6343"/>
                  <a:gd name="connsiteY1" fmla="*/ 5535 h 6345"/>
                  <a:gd name="connsiteX2" fmla="*/ 6586 w 6343"/>
                  <a:gd name="connsiteY2" fmla="*/ 3291 h 6345"/>
                  <a:gd name="connsiteX3" fmla="*/ 5657 w 6343"/>
                  <a:gd name="connsiteY3" fmla="*/ 1048 h 6345"/>
                  <a:gd name="connsiteX4" fmla="*/ 3415 w 6343"/>
                  <a:gd name="connsiteY4" fmla="*/ 118 h 6345"/>
                  <a:gd name="connsiteX5" fmla="*/ 1172 w 6343"/>
                  <a:gd name="connsiteY5" fmla="*/ 1048 h 6345"/>
                  <a:gd name="connsiteX6" fmla="*/ 243 w 6343"/>
                  <a:gd name="connsiteY6" fmla="*/ 3291 h 6345"/>
                  <a:gd name="connsiteX7" fmla="*/ 1172 w 6343"/>
                  <a:gd name="connsiteY7" fmla="*/ 5535 h 6345"/>
                  <a:gd name="connsiteX8" fmla="*/ 3415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64"/>
                    </a:moveTo>
                    <a:cubicBezTo>
                      <a:pt x="4256" y="6464"/>
                      <a:pt x="5063" y="6130"/>
                      <a:pt x="5657" y="5535"/>
                    </a:cubicBezTo>
                    <a:cubicBezTo>
                      <a:pt x="6252" y="4940"/>
                      <a:pt x="6586" y="4133"/>
                      <a:pt x="6586" y="3291"/>
                    </a:cubicBezTo>
                    <a:cubicBezTo>
                      <a:pt x="6586" y="2450"/>
                      <a:pt x="6252" y="1643"/>
                      <a:pt x="5657" y="1048"/>
                    </a:cubicBezTo>
                    <a:cubicBezTo>
                      <a:pt x="5063" y="453"/>
                      <a:pt x="4256" y="118"/>
                      <a:pt x="3415" y="118"/>
                    </a:cubicBezTo>
                    <a:cubicBezTo>
                      <a:pt x="2574" y="118"/>
                      <a:pt x="1767" y="453"/>
                      <a:pt x="1172" y="1048"/>
                    </a:cubicBezTo>
                    <a:cubicBezTo>
                      <a:pt x="577" y="1643"/>
                      <a:pt x="243" y="2450"/>
                      <a:pt x="243" y="3291"/>
                    </a:cubicBezTo>
                    <a:cubicBezTo>
                      <a:pt x="243" y="4133"/>
                      <a:pt x="577" y="4940"/>
                      <a:pt x="1172" y="5535"/>
                    </a:cubicBezTo>
                    <a:cubicBezTo>
                      <a:pt x="1767" y="6130"/>
                      <a:pt x="2574" y="6464"/>
                      <a:pt x="3415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37761493-ADAB-FF65-1135-D202722D010A}"/>
                  </a:ext>
                </a:extLst>
              </p:cNvPr>
              <p:cNvSpPr/>
              <p:nvPr/>
            </p:nvSpPr>
            <p:spPr>
              <a:xfrm>
                <a:off x="3945203" y="4956434"/>
                <a:ext cx="6343" cy="6345"/>
              </a:xfrm>
              <a:custGeom>
                <a:avLst/>
                <a:gdLst>
                  <a:gd name="connsiteX0" fmla="*/ 3415 w 6343"/>
                  <a:gd name="connsiteY0" fmla="*/ 6462 h 6345"/>
                  <a:gd name="connsiteX1" fmla="*/ 5658 w 6343"/>
                  <a:gd name="connsiteY1" fmla="*/ 5533 h 6345"/>
                  <a:gd name="connsiteX2" fmla="*/ 6587 w 6343"/>
                  <a:gd name="connsiteY2" fmla="*/ 3289 h 6345"/>
                  <a:gd name="connsiteX3" fmla="*/ 5658 w 6343"/>
                  <a:gd name="connsiteY3" fmla="*/ 1046 h 6345"/>
                  <a:gd name="connsiteX4" fmla="*/ 3415 w 6343"/>
                  <a:gd name="connsiteY4" fmla="*/ 116 h 6345"/>
                  <a:gd name="connsiteX5" fmla="*/ 1173 w 6343"/>
                  <a:gd name="connsiteY5" fmla="*/ 1046 h 6345"/>
                  <a:gd name="connsiteX6" fmla="*/ 244 w 6343"/>
                  <a:gd name="connsiteY6" fmla="*/ 3289 h 6345"/>
                  <a:gd name="connsiteX7" fmla="*/ 1173 w 6343"/>
                  <a:gd name="connsiteY7" fmla="*/ 5533 h 6345"/>
                  <a:gd name="connsiteX8" fmla="*/ 3415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62"/>
                    </a:moveTo>
                    <a:cubicBezTo>
                      <a:pt x="4256" y="6462"/>
                      <a:pt x="5063" y="6127"/>
                      <a:pt x="5658" y="5533"/>
                    </a:cubicBezTo>
                    <a:cubicBezTo>
                      <a:pt x="6253" y="4938"/>
                      <a:pt x="6587" y="4131"/>
                      <a:pt x="6587" y="3289"/>
                    </a:cubicBezTo>
                    <a:cubicBezTo>
                      <a:pt x="6587" y="2448"/>
                      <a:pt x="6253" y="1641"/>
                      <a:pt x="5658" y="1046"/>
                    </a:cubicBezTo>
                    <a:cubicBezTo>
                      <a:pt x="5063" y="451"/>
                      <a:pt x="4256" y="116"/>
                      <a:pt x="3415" y="116"/>
                    </a:cubicBezTo>
                    <a:cubicBezTo>
                      <a:pt x="2574" y="116"/>
                      <a:pt x="1767" y="451"/>
                      <a:pt x="1173" y="1046"/>
                    </a:cubicBezTo>
                    <a:cubicBezTo>
                      <a:pt x="578" y="1641"/>
                      <a:pt x="244" y="2448"/>
                      <a:pt x="244" y="3289"/>
                    </a:cubicBezTo>
                    <a:cubicBezTo>
                      <a:pt x="244" y="4131"/>
                      <a:pt x="578" y="4938"/>
                      <a:pt x="1173" y="5533"/>
                    </a:cubicBezTo>
                    <a:cubicBezTo>
                      <a:pt x="1767" y="6127"/>
                      <a:pt x="2574" y="6462"/>
                      <a:pt x="3415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4CAA924F-295C-E918-C07B-53003697A864}"/>
                  </a:ext>
                </a:extLst>
              </p:cNvPr>
              <p:cNvSpPr/>
              <p:nvPr/>
            </p:nvSpPr>
            <p:spPr>
              <a:xfrm>
                <a:off x="3951226" y="4944289"/>
                <a:ext cx="6343" cy="6345"/>
              </a:xfrm>
              <a:custGeom>
                <a:avLst/>
                <a:gdLst>
                  <a:gd name="connsiteX0" fmla="*/ 3416 w 6343"/>
                  <a:gd name="connsiteY0" fmla="*/ 6461 h 6345"/>
                  <a:gd name="connsiteX1" fmla="*/ 5658 w 6343"/>
                  <a:gd name="connsiteY1" fmla="*/ 5532 h 6345"/>
                  <a:gd name="connsiteX2" fmla="*/ 6587 w 6343"/>
                  <a:gd name="connsiteY2" fmla="*/ 3288 h 6345"/>
                  <a:gd name="connsiteX3" fmla="*/ 5658 w 6343"/>
                  <a:gd name="connsiteY3" fmla="*/ 1045 h 6345"/>
                  <a:gd name="connsiteX4" fmla="*/ 3416 w 6343"/>
                  <a:gd name="connsiteY4" fmla="*/ 115 h 6345"/>
                  <a:gd name="connsiteX5" fmla="*/ 1173 w 6343"/>
                  <a:gd name="connsiteY5" fmla="*/ 1045 h 6345"/>
                  <a:gd name="connsiteX6" fmla="*/ 244 w 6343"/>
                  <a:gd name="connsiteY6" fmla="*/ 3288 h 6345"/>
                  <a:gd name="connsiteX7" fmla="*/ 1173 w 6343"/>
                  <a:gd name="connsiteY7" fmla="*/ 5532 h 6345"/>
                  <a:gd name="connsiteX8" fmla="*/ 3416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61"/>
                    </a:moveTo>
                    <a:cubicBezTo>
                      <a:pt x="4257" y="6461"/>
                      <a:pt x="5064" y="6127"/>
                      <a:pt x="5658" y="5532"/>
                    </a:cubicBezTo>
                    <a:cubicBezTo>
                      <a:pt x="6253" y="4937"/>
                      <a:pt x="6587" y="4130"/>
                      <a:pt x="6587" y="3288"/>
                    </a:cubicBezTo>
                    <a:cubicBezTo>
                      <a:pt x="6587" y="2447"/>
                      <a:pt x="6253" y="1640"/>
                      <a:pt x="5658" y="1045"/>
                    </a:cubicBezTo>
                    <a:cubicBezTo>
                      <a:pt x="5064" y="450"/>
                      <a:pt x="4257" y="115"/>
                      <a:pt x="3416" y="115"/>
                    </a:cubicBezTo>
                    <a:cubicBezTo>
                      <a:pt x="2575" y="115"/>
                      <a:pt x="1768" y="450"/>
                      <a:pt x="1173" y="1045"/>
                    </a:cubicBezTo>
                    <a:cubicBezTo>
                      <a:pt x="578" y="1640"/>
                      <a:pt x="244" y="2447"/>
                      <a:pt x="244" y="3288"/>
                    </a:cubicBezTo>
                    <a:cubicBezTo>
                      <a:pt x="244" y="4130"/>
                      <a:pt x="578" y="4937"/>
                      <a:pt x="1173" y="5532"/>
                    </a:cubicBezTo>
                    <a:cubicBezTo>
                      <a:pt x="1768" y="6127"/>
                      <a:pt x="2575" y="6461"/>
                      <a:pt x="3416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616ED86E-8FD5-81F8-E1C1-7AD4932B8A00}"/>
                  </a:ext>
                </a:extLst>
              </p:cNvPr>
              <p:cNvSpPr/>
              <p:nvPr/>
            </p:nvSpPr>
            <p:spPr>
              <a:xfrm>
                <a:off x="3956073" y="4944830"/>
                <a:ext cx="6343" cy="6345"/>
              </a:xfrm>
              <a:custGeom>
                <a:avLst/>
                <a:gdLst>
                  <a:gd name="connsiteX0" fmla="*/ 3416 w 6343"/>
                  <a:gd name="connsiteY0" fmla="*/ 6461 h 6345"/>
                  <a:gd name="connsiteX1" fmla="*/ 5659 w 6343"/>
                  <a:gd name="connsiteY1" fmla="*/ 5532 h 6345"/>
                  <a:gd name="connsiteX2" fmla="*/ 6588 w 6343"/>
                  <a:gd name="connsiteY2" fmla="*/ 3288 h 6345"/>
                  <a:gd name="connsiteX3" fmla="*/ 5659 w 6343"/>
                  <a:gd name="connsiteY3" fmla="*/ 1045 h 6345"/>
                  <a:gd name="connsiteX4" fmla="*/ 3416 w 6343"/>
                  <a:gd name="connsiteY4" fmla="*/ 115 h 6345"/>
                  <a:gd name="connsiteX5" fmla="*/ 1174 w 6343"/>
                  <a:gd name="connsiteY5" fmla="*/ 1045 h 6345"/>
                  <a:gd name="connsiteX6" fmla="*/ 245 w 6343"/>
                  <a:gd name="connsiteY6" fmla="*/ 3288 h 6345"/>
                  <a:gd name="connsiteX7" fmla="*/ 1174 w 6343"/>
                  <a:gd name="connsiteY7" fmla="*/ 5532 h 6345"/>
                  <a:gd name="connsiteX8" fmla="*/ 3416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61"/>
                    </a:moveTo>
                    <a:cubicBezTo>
                      <a:pt x="4257" y="6461"/>
                      <a:pt x="5064" y="6127"/>
                      <a:pt x="5659" y="5532"/>
                    </a:cubicBezTo>
                    <a:cubicBezTo>
                      <a:pt x="6254" y="4937"/>
                      <a:pt x="6588" y="4130"/>
                      <a:pt x="6588" y="3288"/>
                    </a:cubicBezTo>
                    <a:cubicBezTo>
                      <a:pt x="6588" y="2447"/>
                      <a:pt x="6254" y="1640"/>
                      <a:pt x="5659" y="1045"/>
                    </a:cubicBezTo>
                    <a:cubicBezTo>
                      <a:pt x="5064" y="450"/>
                      <a:pt x="4257" y="115"/>
                      <a:pt x="3416" y="115"/>
                    </a:cubicBezTo>
                    <a:cubicBezTo>
                      <a:pt x="2575" y="115"/>
                      <a:pt x="1768" y="450"/>
                      <a:pt x="1174" y="1045"/>
                    </a:cubicBezTo>
                    <a:cubicBezTo>
                      <a:pt x="579" y="1640"/>
                      <a:pt x="245" y="2447"/>
                      <a:pt x="245" y="3288"/>
                    </a:cubicBezTo>
                    <a:cubicBezTo>
                      <a:pt x="245" y="4130"/>
                      <a:pt x="579" y="4937"/>
                      <a:pt x="1174" y="5532"/>
                    </a:cubicBezTo>
                    <a:cubicBezTo>
                      <a:pt x="1768" y="6127"/>
                      <a:pt x="2575" y="6461"/>
                      <a:pt x="3416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236162EE-663F-9F89-E593-8DE1D9D4F225}"/>
                  </a:ext>
                </a:extLst>
              </p:cNvPr>
              <p:cNvSpPr/>
              <p:nvPr/>
            </p:nvSpPr>
            <p:spPr>
              <a:xfrm>
                <a:off x="3978576" y="4786645"/>
                <a:ext cx="6343" cy="6345"/>
              </a:xfrm>
              <a:custGeom>
                <a:avLst/>
                <a:gdLst>
                  <a:gd name="connsiteX0" fmla="*/ 3418 w 6343"/>
                  <a:gd name="connsiteY0" fmla="*/ 6448 h 6345"/>
                  <a:gd name="connsiteX1" fmla="*/ 5661 w 6343"/>
                  <a:gd name="connsiteY1" fmla="*/ 5519 h 6345"/>
                  <a:gd name="connsiteX2" fmla="*/ 6590 w 6343"/>
                  <a:gd name="connsiteY2" fmla="*/ 3276 h 6345"/>
                  <a:gd name="connsiteX3" fmla="*/ 5661 w 6343"/>
                  <a:gd name="connsiteY3" fmla="*/ 1032 h 6345"/>
                  <a:gd name="connsiteX4" fmla="*/ 3418 w 6343"/>
                  <a:gd name="connsiteY4" fmla="*/ 103 h 6345"/>
                  <a:gd name="connsiteX5" fmla="*/ 1175 w 6343"/>
                  <a:gd name="connsiteY5" fmla="*/ 1032 h 6345"/>
                  <a:gd name="connsiteX6" fmla="*/ 246 w 6343"/>
                  <a:gd name="connsiteY6" fmla="*/ 3276 h 6345"/>
                  <a:gd name="connsiteX7" fmla="*/ 1175 w 6343"/>
                  <a:gd name="connsiteY7" fmla="*/ 5519 h 6345"/>
                  <a:gd name="connsiteX8" fmla="*/ 3418 w 6343"/>
                  <a:gd name="connsiteY8" fmla="*/ 64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48"/>
                    </a:moveTo>
                    <a:cubicBezTo>
                      <a:pt x="4259" y="6448"/>
                      <a:pt x="5066" y="6114"/>
                      <a:pt x="5661" y="5519"/>
                    </a:cubicBezTo>
                    <a:cubicBezTo>
                      <a:pt x="6255" y="4924"/>
                      <a:pt x="6590" y="4117"/>
                      <a:pt x="6590" y="3276"/>
                    </a:cubicBezTo>
                    <a:cubicBezTo>
                      <a:pt x="6590" y="2434"/>
                      <a:pt x="6255" y="1627"/>
                      <a:pt x="5661" y="1032"/>
                    </a:cubicBezTo>
                    <a:cubicBezTo>
                      <a:pt x="5066" y="437"/>
                      <a:pt x="4259" y="103"/>
                      <a:pt x="3418" y="103"/>
                    </a:cubicBezTo>
                    <a:cubicBezTo>
                      <a:pt x="2577" y="103"/>
                      <a:pt x="1770" y="437"/>
                      <a:pt x="1175" y="1032"/>
                    </a:cubicBezTo>
                    <a:cubicBezTo>
                      <a:pt x="581" y="1627"/>
                      <a:pt x="246" y="2434"/>
                      <a:pt x="246" y="3276"/>
                    </a:cubicBezTo>
                    <a:cubicBezTo>
                      <a:pt x="246" y="4117"/>
                      <a:pt x="581" y="4924"/>
                      <a:pt x="1175" y="5519"/>
                    </a:cubicBezTo>
                    <a:cubicBezTo>
                      <a:pt x="1770" y="6114"/>
                      <a:pt x="2577" y="6448"/>
                      <a:pt x="3418" y="64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66A2248C-94A4-9D50-8BD7-E5912A8EC2C7}"/>
                  </a:ext>
                </a:extLst>
              </p:cNvPr>
              <p:cNvSpPr/>
              <p:nvPr/>
            </p:nvSpPr>
            <p:spPr>
              <a:xfrm>
                <a:off x="3973770" y="4877769"/>
                <a:ext cx="6343" cy="6345"/>
              </a:xfrm>
              <a:custGeom>
                <a:avLst/>
                <a:gdLst>
                  <a:gd name="connsiteX0" fmla="*/ 3418 w 6343"/>
                  <a:gd name="connsiteY0" fmla="*/ 6456 h 6345"/>
                  <a:gd name="connsiteX1" fmla="*/ 5660 w 6343"/>
                  <a:gd name="connsiteY1" fmla="*/ 5526 h 6345"/>
                  <a:gd name="connsiteX2" fmla="*/ 6589 w 6343"/>
                  <a:gd name="connsiteY2" fmla="*/ 3283 h 6345"/>
                  <a:gd name="connsiteX3" fmla="*/ 5660 w 6343"/>
                  <a:gd name="connsiteY3" fmla="*/ 1039 h 6345"/>
                  <a:gd name="connsiteX4" fmla="*/ 3418 w 6343"/>
                  <a:gd name="connsiteY4" fmla="*/ 110 h 6345"/>
                  <a:gd name="connsiteX5" fmla="*/ 1175 w 6343"/>
                  <a:gd name="connsiteY5" fmla="*/ 1039 h 6345"/>
                  <a:gd name="connsiteX6" fmla="*/ 246 w 6343"/>
                  <a:gd name="connsiteY6" fmla="*/ 3283 h 6345"/>
                  <a:gd name="connsiteX7" fmla="*/ 1175 w 6343"/>
                  <a:gd name="connsiteY7" fmla="*/ 5526 h 6345"/>
                  <a:gd name="connsiteX8" fmla="*/ 3418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56"/>
                    </a:moveTo>
                    <a:cubicBezTo>
                      <a:pt x="4259" y="6456"/>
                      <a:pt x="5065" y="6121"/>
                      <a:pt x="5660" y="5526"/>
                    </a:cubicBezTo>
                    <a:cubicBezTo>
                      <a:pt x="6255" y="4931"/>
                      <a:pt x="6589" y="4124"/>
                      <a:pt x="6589" y="3283"/>
                    </a:cubicBezTo>
                    <a:cubicBezTo>
                      <a:pt x="6589" y="2441"/>
                      <a:pt x="6255" y="1634"/>
                      <a:pt x="5660" y="1039"/>
                    </a:cubicBezTo>
                    <a:cubicBezTo>
                      <a:pt x="5065" y="444"/>
                      <a:pt x="4259" y="110"/>
                      <a:pt x="3418" y="110"/>
                    </a:cubicBezTo>
                    <a:cubicBezTo>
                      <a:pt x="2577" y="110"/>
                      <a:pt x="1770" y="444"/>
                      <a:pt x="1175" y="1039"/>
                    </a:cubicBezTo>
                    <a:cubicBezTo>
                      <a:pt x="580" y="1634"/>
                      <a:pt x="246" y="2441"/>
                      <a:pt x="246" y="3283"/>
                    </a:cubicBezTo>
                    <a:cubicBezTo>
                      <a:pt x="246" y="4124"/>
                      <a:pt x="580" y="4931"/>
                      <a:pt x="1175" y="5526"/>
                    </a:cubicBezTo>
                    <a:cubicBezTo>
                      <a:pt x="1770" y="6121"/>
                      <a:pt x="2577" y="6456"/>
                      <a:pt x="3418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2FD98871-DF7B-F77E-214E-B107B8802CFB}"/>
                  </a:ext>
                </a:extLst>
              </p:cNvPr>
              <p:cNvSpPr/>
              <p:nvPr/>
            </p:nvSpPr>
            <p:spPr>
              <a:xfrm>
                <a:off x="3967793" y="4969268"/>
                <a:ext cx="6343" cy="6345"/>
              </a:xfrm>
              <a:custGeom>
                <a:avLst/>
                <a:gdLst>
                  <a:gd name="connsiteX0" fmla="*/ 3417 w 6343"/>
                  <a:gd name="connsiteY0" fmla="*/ 6463 h 6345"/>
                  <a:gd name="connsiteX1" fmla="*/ 5660 w 6343"/>
                  <a:gd name="connsiteY1" fmla="*/ 5534 h 6345"/>
                  <a:gd name="connsiteX2" fmla="*/ 6589 w 6343"/>
                  <a:gd name="connsiteY2" fmla="*/ 3290 h 6345"/>
                  <a:gd name="connsiteX3" fmla="*/ 5660 w 6343"/>
                  <a:gd name="connsiteY3" fmla="*/ 1047 h 6345"/>
                  <a:gd name="connsiteX4" fmla="*/ 3417 w 6343"/>
                  <a:gd name="connsiteY4" fmla="*/ 117 h 6345"/>
                  <a:gd name="connsiteX5" fmla="*/ 1175 w 6343"/>
                  <a:gd name="connsiteY5" fmla="*/ 1047 h 6345"/>
                  <a:gd name="connsiteX6" fmla="*/ 246 w 6343"/>
                  <a:gd name="connsiteY6" fmla="*/ 3290 h 6345"/>
                  <a:gd name="connsiteX7" fmla="*/ 1175 w 6343"/>
                  <a:gd name="connsiteY7" fmla="*/ 5534 h 6345"/>
                  <a:gd name="connsiteX8" fmla="*/ 3417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3"/>
                    </a:moveTo>
                    <a:cubicBezTo>
                      <a:pt x="4258" y="6463"/>
                      <a:pt x="5065" y="6129"/>
                      <a:pt x="5660" y="5534"/>
                    </a:cubicBezTo>
                    <a:cubicBezTo>
                      <a:pt x="6255" y="4939"/>
                      <a:pt x="6589" y="4132"/>
                      <a:pt x="6589" y="3290"/>
                    </a:cubicBezTo>
                    <a:cubicBezTo>
                      <a:pt x="6589" y="2449"/>
                      <a:pt x="6255" y="1642"/>
                      <a:pt x="5660" y="1047"/>
                    </a:cubicBezTo>
                    <a:cubicBezTo>
                      <a:pt x="5065" y="452"/>
                      <a:pt x="4258" y="117"/>
                      <a:pt x="3417" y="117"/>
                    </a:cubicBezTo>
                    <a:cubicBezTo>
                      <a:pt x="2576" y="117"/>
                      <a:pt x="1769" y="452"/>
                      <a:pt x="1175" y="1047"/>
                    </a:cubicBezTo>
                    <a:cubicBezTo>
                      <a:pt x="580" y="1642"/>
                      <a:pt x="246" y="2449"/>
                      <a:pt x="246" y="3290"/>
                    </a:cubicBezTo>
                    <a:cubicBezTo>
                      <a:pt x="246" y="4132"/>
                      <a:pt x="580" y="4939"/>
                      <a:pt x="1175" y="5534"/>
                    </a:cubicBezTo>
                    <a:cubicBezTo>
                      <a:pt x="1769" y="6129"/>
                      <a:pt x="2576" y="6463"/>
                      <a:pt x="3417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3DF71578-9D81-3F0E-4AA5-D2E1C60A196B}"/>
                  </a:ext>
                </a:extLst>
              </p:cNvPr>
              <p:cNvSpPr/>
              <p:nvPr/>
            </p:nvSpPr>
            <p:spPr>
              <a:xfrm>
                <a:off x="3978625" y="4922649"/>
                <a:ext cx="6343" cy="6345"/>
              </a:xfrm>
              <a:custGeom>
                <a:avLst/>
                <a:gdLst>
                  <a:gd name="connsiteX0" fmla="*/ 3418 w 6343"/>
                  <a:gd name="connsiteY0" fmla="*/ 6459 h 6345"/>
                  <a:gd name="connsiteX1" fmla="*/ 5661 w 6343"/>
                  <a:gd name="connsiteY1" fmla="*/ 5530 h 6345"/>
                  <a:gd name="connsiteX2" fmla="*/ 6590 w 6343"/>
                  <a:gd name="connsiteY2" fmla="*/ 3286 h 6345"/>
                  <a:gd name="connsiteX3" fmla="*/ 5661 w 6343"/>
                  <a:gd name="connsiteY3" fmla="*/ 1043 h 6345"/>
                  <a:gd name="connsiteX4" fmla="*/ 3418 w 6343"/>
                  <a:gd name="connsiteY4" fmla="*/ 114 h 6345"/>
                  <a:gd name="connsiteX5" fmla="*/ 1175 w 6343"/>
                  <a:gd name="connsiteY5" fmla="*/ 1043 h 6345"/>
                  <a:gd name="connsiteX6" fmla="*/ 246 w 6343"/>
                  <a:gd name="connsiteY6" fmla="*/ 3286 h 6345"/>
                  <a:gd name="connsiteX7" fmla="*/ 1175 w 6343"/>
                  <a:gd name="connsiteY7" fmla="*/ 5530 h 6345"/>
                  <a:gd name="connsiteX8" fmla="*/ 3418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59"/>
                    </a:moveTo>
                    <a:cubicBezTo>
                      <a:pt x="4259" y="6459"/>
                      <a:pt x="5066" y="6125"/>
                      <a:pt x="5661" y="5530"/>
                    </a:cubicBezTo>
                    <a:cubicBezTo>
                      <a:pt x="6255" y="4935"/>
                      <a:pt x="6590" y="4128"/>
                      <a:pt x="6590" y="3286"/>
                    </a:cubicBezTo>
                    <a:cubicBezTo>
                      <a:pt x="6590" y="2445"/>
                      <a:pt x="6255" y="1638"/>
                      <a:pt x="5661" y="1043"/>
                    </a:cubicBezTo>
                    <a:cubicBezTo>
                      <a:pt x="5066" y="448"/>
                      <a:pt x="4259" y="114"/>
                      <a:pt x="3418" y="114"/>
                    </a:cubicBezTo>
                    <a:cubicBezTo>
                      <a:pt x="2577" y="114"/>
                      <a:pt x="1770" y="448"/>
                      <a:pt x="1175" y="1043"/>
                    </a:cubicBezTo>
                    <a:cubicBezTo>
                      <a:pt x="581" y="1638"/>
                      <a:pt x="246" y="2445"/>
                      <a:pt x="246" y="3286"/>
                    </a:cubicBezTo>
                    <a:cubicBezTo>
                      <a:pt x="246" y="4128"/>
                      <a:pt x="581" y="4935"/>
                      <a:pt x="1175" y="5530"/>
                    </a:cubicBezTo>
                    <a:cubicBezTo>
                      <a:pt x="1770" y="6125"/>
                      <a:pt x="2577" y="6459"/>
                      <a:pt x="3418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E4FC3780-F9B4-526A-4C2A-023A735E429B}"/>
                  </a:ext>
                </a:extLst>
              </p:cNvPr>
              <p:cNvSpPr/>
              <p:nvPr/>
            </p:nvSpPr>
            <p:spPr>
              <a:xfrm>
                <a:off x="3983654" y="4922982"/>
                <a:ext cx="6343" cy="6345"/>
              </a:xfrm>
              <a:custGeom>
                <a:avLst/>
                <a:gdLst>
                  <a:gd name="connsiteX0" fmla="*/ 3418 w 6343"/>
                  <a:gd name="connsiteY0" fmla="*/ 6459 h 6345"/>
                  <a:gd name="connsiteX1" fmla="*/ 5661 w 6343"/>
                  <a:gd name="connsiteY1" fmla="*/ 5530 h 6345"/>
                  <a:gd name="connsiteX2" fmla="*/ 6590 w 6343"/>
                  <a:gd name="connsiteY2" fmla="*/ 3286 h 6345"/>
                  <a:gd name="connsiteX3" fmla="*/ 5661 w 6343"/>
                  <a:gd name="connsiteY3" fmla="*/ 1043 h 6345"/>
                  <a:gd name="connsiteX4" fmla="*/ 3418 w 6343"/>
                  <a:gd name="connsiteY4" fmla="*/ 114 h 6345"/>
                  <a:gd name="connsiteX5" fmla="*/ 1176 w 6343"/>
                  <a:gd name="connsiteY5" fmla="*/ 1043 h 6345"/>
                  <a:gd name="connsiteX6" fmla="*/ 247 w 6343"/>
                  <a:gd name="connsiteY6" fmla="*/ 3286 h 6345"/>
                  <a:gd name="connsiteX7" fmla="*/ 1176 w 6343"/>
                  <a:gd name="connsiteY7" fmla="*/ 5530 h 6345"/>
                  <a:gd name="connsiteX8" fmla="*/ 3418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59"/>
                    </a:moveTo>
                    <a:cubicBezTo>
                      <a:pt x="4260" y="6459"/>
                      <a:pt x="5066" y="6125"/>
                      <a:pt x="5661" y="5530"/>
                    </a:cubicBezTo>
                    <a:cubicBezTo>
                      <a:pt x="6256" y="4935"/>
                      <a:pt x="6590" y="4128"/>
                      <a:pt x="6590" y="3286"/>
                    </a:cubicBezTo>
                    <a:cubicBezTo>
                      <a:pt x="6590" y="2445"/>
                      <a:pt x="6256" y="1638"/>
                      <a:pt x="5661" y="1043"/>
                    </a:cubicBezTo>
                    <a:cubicBezTo>
                      <a:pt x="5066" y="448"/>
                      <a:pt x="4260" y="114"/>
                      <a:pt x="3418" y="114"/>
                    </a:cubicBezTo>
                    <a:cubicBezTo>
                      <a:pt x="2577" y="114"/>
                      <a:pt x="1771" y="448"/>
                      <a:pt x="1176" y="1043"/>
                    </a:cubicBezTo>
                    <a:cubicBezTo>
                      <a:pt x="581" y="1638"/>
                      <a:pt x="247" y="2445"/>
                      <a:pt x="247" y="3286"/>
                    </a:cubicBezTo>
                    <a:cubicBezTo>
                      <a:pt x="247" y="4128"/>
                      <a:pt x="581" y="4935"/>
                      <a:pt x="1176" y="5530"/>
                    </a:cubicBezTo>
                    <a:cubicBezTo>
                      <a:pt x="1771" y="6125"/>
                      <a:pt x="2577" y="6459"/>
                      <a:pt x="3418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596FCF53-5CA2-7368-CFDF-06152B557257}"/>
                  </a:ext>
                </a:extLst>
              </p:cNvPr>
              <p:cNvSpPr/>
              <p:nvPr/>
            </p:nvSpPr>
            <p:spPr>
              <a:xfrm>
                <a:off x="3976091" y="5011773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0 w 6343"/>
                  <a:gd name="connsiteY1" fmla="*/ 5537 h 6345"/>
                  <a:gd name="connsiteX2" fmla="*/ 6589 w 6343"/>
                  <a:gd name="connsiteY2" fmla="*/ 3293 h 6345"/>
                  <a:gd name="connsiteX3" fmla="*/ 5660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3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0" y="5537"/>
                    </a:cubicBezTo>
                    <a:cubicBezTo>
                      <a:pt x="6255" y="4942"/>
                      <a:pt x="6589" y="4135"/>
                      <a:pt x="6589" y="3293"/>
                    </a:cubicBezTo>
                    <a:cubicBezTo>
                      <a:pt x="6589" y="2452"/>
                      <a:pt x="6255" y="1645"/>
                      <a:pt x="5660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0" y="1645"/>
                      <a:pt x="246" y="2452"/>
                      <a:pt x="246" y="3293"/>
                    </a:cubicBezTo>
                    <a:cubicBezTo>
                      <a:pt x="246" y="4135"/>
                      <a:pt x="580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2999936A-860E-B560-BF2B-95662AB54C6B}"/>
                  </a:ext>
                </a:extLst>
              </p:cNvPr>
              <p:cNvSpPr/>
              <p:nvPr/>
            </p:nvSpPr>
            <p:spPr>
              <a:xfrm>
                <a:off x="4025686" y="4708665"/>
                <a:ext cx="6343" cy="6345"/>
              </a:xfrm>
              <a:custGeom>
                <a:avLst/>
                <a:gdLst>
                  <a:gd name="connsiteX0" fmla="*/ 3422 w 6343"/>
                  <a:gd name="connsiteY0" fmla="*/ 6442 h 6345"/>
                  <a:gd name="connsiteX1" fmla="*/ 5664 w 6343"/>
                  <a:gd name="connsiteY1" fmla="*/ 5513 h 6345"/>
                  <a:gd name="connsiteX2" fmla="*/ 6593 w 6343"/>
                  <a:gd name="connsiteY2" fmla="*/ 3270 h 6345"/>
                  <a:gd name="connsiteX3" fmla="*/ 5664 w 6343"/>
                  <a:gd name="connsiteY3" fmla="*/ 1026 h 6345"/>
                  <a:gd name="connsiteX4" fmla="*/ 3422 w 6343"/>
                  <a:gd name="connsiteY4" fmla="*/ 97 h 6345"/>
                  <a:gd name="connsiteX5" fmla="*/ 1179 w 6343"/>
                  <a:gd name="connsiteY5" fmla="*/ 1026 h 6345"/>
                  <a:gd name="connsiteX6" fmla="*/ 250 w 6343"/>
                  <a:gd name="connsiteY6" fmla="*/ 3270 h 6345"/>
                  <a:gd name="connsiteX7" fmla="*/ 1179 w 6343"/>
                  <a:gd name="connsiteY7" fmla="*/ 5513 h 6345"/>
                  <a:gd name="connsiteX8" fmla="*/ 3422 w 6343"/>
                  <a:gd name="connsiteY8" fmla="*/ 64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42"/>
                    </a:moveTo>
                    <a:cubicBezTo>
                      <a:pt x="4263" y="6442"/>
                      <a:pt x="5070" y="6108"/>
                      <a:pt x="5664" y="5513"/>
                    </a:cubicBezTo>
                    <a:cubicBezTo>
                      <a:pt x="6259" y="4918"/>
                      <a:pt x="6593" y="4111"/>
                      <a:pt x="6593" y="3270"/>
                    </a:cubicBezTo>
                    <a:cubicBezTo>
                      <a:pt x="6593" y="2428"/>
                      <a:pt x="6259" y="1621"/>
                      <a:pt x="5664" y="1026"/>
                    </a:cubicBezTo>
                    <a:cubicBezTo>
                      <a:pt x="5070" y="431"/>
                      <a:pt x="4263" y="97"/>
                      <a:pt x="3422" y="97"/>
                    </a:cubicBezTo>
                    <a:cubicBezTo>
                      <a:pt x="2581" y="97"/>
                      <a:pt x="1774" y="431"/>
                      <a:pt x="1179" y="1026"/>
                    </a:cubicBezTo>
                    <a:cubicBezTo>
                      <a:pt x="584" y="1621"/>
                      <a:pt x="250" y="2428"/>
                      <a:pt x="250" y="3270"/>
                    </a:cubicBezTo>
                    <a:cubicBezTo>
                      <a:pt x="250" y="4111"/>
                      <a:pt x="584" y="4918"/>
                      <a:pt x="1179" y="5513"/>
                    </a:cubicBezTo>
                    <a:cubicBezTo>
                      <a:pt x="1774" y="6108"/>
                      <a:pt x="2581" y="6442"/>
                      <a:pt x="3422" y="64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21D34F68-AC1D-DCDB-2ACF-AF7C6682E8D5}"/>
                  </a:ext>
                </a:extLst>
              </p:cNvPr>
              <p:cNvSpPr/>
              <p:nvPr/>
            </p:nvSpPr>
            <p:spPr>
              <a:xfrm>
                <a:off x="3988338" y="4991308"/>
                <a:ext cx="6343" cy="6345"/>
              </a:xfrm>
              <a:custGeom>
                <a:avLst/>
                <a:gdLst>
                  <a:gd name="connsiteX0" fmla="*/ 3419 w 6343"/>
                  <a:gd name="connsiteY0" fmla="*/ 6465 h 6345"/>
                  <a:gd name="connsiteX1" fmla="*/ 5661 w 6343"/>
                  <a:gd name="connsiteY1" fmla="*/ 5535 h 6345"/>
                  <a:gd name="connsiteX2" fmla="*/ 6590 w 6343"/>
                  <a:gd name="connsiteY2" fmla="*/ 3292 h 6345"/>
                  <a:gd name="connsiteX3" fmla="*/ 5661 w 6343"/>
                  <a:gd name="connsiteY3" fmla="*/ 1048 h 6345"/>
                  <a:gd name="connsiteX4" fmla="*/ 3419 w 6343"/>
                  <a:gd name="connsiteY4" fmla="*/ 119 h 6345"/>
                  <a:gd name="connsiteX5" fmla="*/ 1176 w 6343"/>
                  <a:gd name="connsiteY5" fmla="*/ 1048 h 6345"/>
                  <a:gd name="connsiteX6" fmla="*/ 247 w 6343"/>
                  <a:gd name="connsiteY6" fmla="*/ 3292 h 6345"/>
                  <a:gd name="connsiteX7" fmla="*/ 1176 w 6343"/>
                  <a:gd name="connsiteY7" fmla="*/ 5535 h 6345"/>
                  <a:gd name="connsiteX8" fmla="*/ 3419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5"/>
                    </a:moveTo>
                    <a:cubicBezTo>
                      <a:pt x="4260" y="6465"/>
                      <a:pt x="5067" y="6130"/>
                      <a:pt x="5661" y="5535"/>
                    </a:cubicBezTo>
                    <a:cubicBezTo>
                      <a:pt x="6256" y="4940"/>
                      <a:pt x="6590" y="4133"/>
                      <a:pt x="6590" y="3292"/>
                    </a:cubicBezTo>
                    <a:cubicBezTo>
                      <a:pt x="6590" y="2450"/>
                      <a:pt x="6256" y="1643"/>
                      <a:pt x="5661" y="1048"/>
                    </a:cubicBezTo>
                    <a:cubicBezTo>
                      <a:pt x="5067" y="453"/>
                      <a:pt x="4260" y="119"/>
                      <a:pt x="3419" y="119"/>
                    </a:cubicBezTo>
                    <a:cubicBezTo>
                      <a:pt x="2578" y="119"/>
                      <a:pt x="1771" y="453"/>
                      <a:pt x="1176" y="1048"/>
                    </a:cubicBezTo>
                    <a:cubicBezTo>
                      <a:pt x="581" y="1643"/>
                      <a:pt x="247" y="2450"/>
                      <a:pt x="247" y="3292"/>
                    </a:cubicBezTo>
                    <a:cubicBezTo>
                      <a:pt x="247" y="4133"/>
                      <a:pt x="581" y="4940"/>
                      <a:pt x="1176" y="5535"/>
                    </a:cubicBezTo>
                    <a:cubicBezTo>
                      <a:pt x="1771" y="6130"/>
                      <a:pt x="2578" y="6465"/>
                      <a:pt x="3419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F2FF0E28-6F83-3AFB-C230-8822F55DBB22}"/>
                  </a:ext>
                </a:extLst>
              </p:cNvPr>
              <p:cNvSpPr/>
              <p:nvPr/>
            </p:nvSpPr>
            <p:spPr>
              <a:xfrm>
                <a:off x="4009869" y="4886787"/>
                <a:ext cx="6343" cy="6345"/>
              </a:xfrm>
              <a:custGeom>
                <a:avLst/>
                <a:gdLst>
                  <a:gd name="connsiteX0" fmla="*/ 3420 w 6343"/>
                  <a:gd name="connsiteY0" fmla="*/ 6456 h 6345"/>
                  <a:gd name="connsiteX1" fmla="*/ 5663 w 6343"/>
                  <a:gd name="connsiteY1" fmla="*/ 5527 h 6345"/>
                  <a:gd name="connsiteX2" fmla="*/ 6592 w 6343"/>
                  <a:gd name="connsiteY2" fmla="*/ 3284 h 6345"/>
                  <a:gd name="connsiteX3" fmla="*/ 5663 w 6343"/>
                  <a:gd name="connsiteY3" fmla="*/ 1040 h 6345"/>
                  <a:gd name="connsiteX4" fmla="*/ 3420 w 6343"/>
                  <a:gd name="connsiteY4" fmla="*/ 111 h 6345"/>
                  <a:gd name="connsiteX5" fmla="*/ 1178 w 6343"/>
                  <a:gd name="connsiteY5" fmla="*/ 1040 h 6345"/>
                  <a:gd name="connsiteX6" fmla="*/ 249 w 6343"/>
                  <a:gd name="connsiteY6" fmla="*/ 3284 h 6345"/>
                  <a:gd name="connsiteX7" fmla="*/ 1178 w 6343"/>
                  <a:gd name="connsiteY7" fmla="*/ 5527 h 6345"/>
                  <a:gd name="connsiteX8" fmla="*/ 3420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56"/>
                    </a:moveTo>
                    <a:cubicBezTo>
                      <a:pt x="4262" y="6456"/>
                      <a:pt x="5068" y="6122"/>
                      <a:pt x="5663" y="5527"/>
                    </a:cubicBezTo>
                    <a:cubicBezTo>
                      <a:pt x="6258" y="4932"/>
                      <a:pt x="6592" y="4125"/>
                      <a:pt x="6592" y="3284"/>
                    </a:cubicBezTo>
                    <a:cubicBezTo>
                      <a:pt x="6592" y="2442"/>
                      <a:pt x="6258" y="1635"/>
                      <a:pt x="5663" y="1040"/>
                    </a:cubicBezTo>
                    <a:cubicBezTo>
                      <a:pt x="5068" y="445"/>
                      <a:pt x="4262" y="111"/>
                      <a:pt x="3420" y="111"/>
                    </a:cubicBezTo>
                    <a:cubicBezTo>
                      <a:pt x="2579" y="111"/>
                      <a:pt x="1773" y="445"/>
                      <a:pt x="1178" y="1040"/>
                    </a:cubicBezTo>
                    <a:cubicBezTo>
                      <a:pt x="583" y="1635"/>
                      <a:pt x="249" y="2442"/>
                      <a:pt x="249" y="3284"/>
                    </a:cubicBezTo>
                    <a:cubicBezTo>
                      <a:pt x="249" y="4125"/>
                      <a:pt x="583" y="4932"/>
                      <a:pt x="1178" y="5527"/>
                    </a:cubicBezTo>
                    <a:cubicBezTo>
                      <a:pt x="1773" y="6122"/>
                      <a:pt x="2579" y="6456"/>
                      <a:pt x="3420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8BA788D8-D57A-5FD5-75AA-0330D6B055D0}"/>
                  </a:ext>
                </a:extLst>
              </p:cNvPr>
              <p:cNvSpPr/>
              <p:nvPr/>
            </p:nvSpPr>
            <p:spPr>
              <a:xfrm>
                <a:off x="4015198" y="4886891"/>
                <a:ext cx="6343" cy="6345"/>
              </a:xfrm>
              <a:custGeom>
                <a:avLst/>
                <a:gdLst>
                  <a:gd name="connsiteX0" fmla="*/ 3421 w 6343"/>
                  <a:gd name="connsiteY0" fmla="*/ 6456 h 6345"/>
                  <a:gd name="connsiteX1" fmla="*/ 5664 w 6343"/>
                  <a:gd name="connsiteY1" fmla="*/ 5527 h 6345"/>
                  <a:gd name="connsiteX2" fmla="*/ 6592 w 6343"/>
                  <a:gd name="connsiteY2" fmla="*/ 3284 h 6345"/>
                  <a:gd name="connsiteX3" fmla="*/ 5664 w 6343"/>
                  <a:gd name="connsiteY3" fmla="*/ 1040 h 6345"/>
                  <a:gd name="connsiteX4" fmla="*/ 3421 w 6343"/>
                  <a:gd name="connsiteY4" fmla="*/ 111 h 6345"/>
                  <a:gd name="connsiteX5" fmla="*/ 1178 w 6343"/>
                  <a:gd name="connsiteY5" fmla="*/ 1040 h 6345"/>
                  <a:gd name="connsiteX6" fmla="*/ 249 w 6343"/>
                  <a:gd name="connsiteY6" fmla="*/ 3284 h 6345"/>
                  <a:gd name="connsiteX7" fmla="*/ 1178 w 6343"/>
                  <a:gd name="connsiteY7" fmla="*/ 5527 h 6345"/>
                  <a:gd name="connsiteX8" fmla="*/ 3421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56"/>
                    </a:moveTo>
                    <a:cubicBezTo>
                      <a:pt x="4262" y="6456"/>
                      <a:pt x="5069" y="6122"/>
                      <a:pt x="5664" y="5527"/>
                    </a:cubicBezTo>
                    <a:cubicBezTo>
                      <a:pt x="6258" y="4932"/>
                      <a:pt x="6592" y="4125"/>
                      <a:pt x="6592" y="3284"/>
                    </a:cubicBezTo>
                    <a:cubicBezTo>
                      <a:pt x="6592" y="2442"/>
                      <a:pt x="6258" y="1635"/>
                      <a:pt x="5664" y="1040"/>
                    </a:cubicBezTo>
                    <a:cubicBezTo>
                      <a:pt x="5069" y="445"/>
                      <a:pt x="4262" y="111"/>
                      <a:pt x="3421" y="111"/>
                    </a:cubicBezTo>
                    <a:cubicBezTo>
                      <a:pt x="2580" y="111"/>
                      <a:pt x="1773" y="445"/>
                      <a:pt x="1178" y="1040"/>
                    </a:cubicBezTo>
                    <a:cubicBezTo>
                      <a:pt x="584" y="1635"/>
                      <a:pt x="249" y="2442"/>
                      <a:pt x="249" y="3284"/>
                    </a:cubicBezTo>
                    <a:cubicBezTo>
                      <a:pt x="249" y="4125"/>
                      <a:pt x="584" y="4932"/>
                      <a:pt x="1178" y="5527"/>
                    </a:cubicBezTo>
                    <a:cubicBezTo>
                      <a:pt x="1773" y="6122"/>
                      <a:pt x="2580" y="6456"/>
                      <a:pt x="3421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CE520846-C535-5178-12B0-22FD2386F113}"/>
                  </a:ext>
                </a:extLst>
              </p:cNvPr>
              <p:cNvSpPr/>
              <p:nvPr/>
            </p:nvSpPr>
            <p:spPr>
              <a:xfrm>
                <a:off x="4000105" y="5004533"/>
                <a:ext cx="6343" cy="6345"/>
              </a:xfrm>
              <a:custGeom>
                <a:avLst/>
                <a:gdLst>
                  <a:gd name="connsiteX0" fmla="*/ 3420 w 6343"/>
                  <a:gd name="connsiteY0" fmla="*/ 6466 h 6345"/>
                  <a:gd name="connsiteX1" fmla="*/ 5662 w 6343"/>
                  <a:gd name="connsiteY1" fmla="*/ 5536 h 6345"/>
                  <a:gd name="connsiteX2" fmla="*/ 6591 w 6343"/>
                  <a:gd name="connsiteY2" fmla="*/ 3293 h 6345"/>
                  <a:gd name="connsiteX3" fmla="*/ 5662 w 6343"/>
                  <a:gd name="connsiteY3" fmla="*/ 1049 h 6345"/>
                  <a:gd name="connsiteX4" fmla="*/ 3420 w 6343"/>
                  <a:gd name="connsiteY4" fmla="*/ 120 h 6345"/>
                  <a:gd name="connsiteX5" fmla="*/ 1177 w 6343"/>
                  <a:gd name="connsiteY5" fmla="*/ 1049 h 6345"/>
                  <a:gd name="connsiteX6" fmla="*/ 248 w 6343"/>
                  <a:gd name="connsiteY6" fmla="*/ 3293 h 6345"/>
                  <a:gd name="connsiteX7" fmla="*/ 1177 w 6343"/>
                  <a:gd name="connsiteY7" fmla="*/ 5536 h 6345"/>
                  <a:gd name="connsiteX8" fmla="*/ 342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66"/>
                    </a:moveTo>
                    <a:cubicBezTo>
                      <a:pt x="4261" y="6466"/>
                      <a:pt x="5068" y="6131"/>
                      <a:pt x="5662" y="5536"/>
                    </a:cubicBezTo>
                    <a:cubicBezTo>
                      <a:pt x="6257" y="4941"/>
                      <a:pt x="6591" y="4134"/>
                      <a:pt x="6591" y="3293"/>
                    </a:cubicBezTo>
                    <a:cubicBezTo>
                      <a:pt x="6591" y="2451"/>
                      <a:pt x="6257" y="1644"/>
                      <a:pt x="5662" y="1049"/>
                    </a:cubicBezTo>
                    <a:cubicBezTo>
                      <a:pt x="5068" y="454"/>
                      <a:pt x="4261" y="120"/>
                      <a:pt x="3420" y="120"/>
                    </a:cubicBezTo>
                    <a:cubicBezTo>
                      <a:pt x="2579" y="120"/>
                      <a:pt x="1772" y="454"/>
                      <a:pt x="1177" y="1049"/>
                    </a:cubicBezTo>
                    <a:cubicBezTo>
                      <a:pt x="582" y="1644"/>
                      <a:pt x="248" y="2451"/>
                      <a:pt x="248" y="3293"/>
                    </a:cubicBezTo>
                    <a:cubicBezTo>
                      <a:pt x="248" y="4134"/>
                      <a:pt x="582" y="4941"/>
                      <a:pt x="1177" y="5536"/>
                    </a:cubicBezTo>
                    <a:cubicBezTo>
                      <a:pt x="1772" y="6131"/>
                      <a:pt x="2579" y="6466"/>
                      <a:pt x="342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F1E72CC0-5E2D-1F51-F63B-90587EA10BAD}"/>
                  </a:ext>
                </a:extLst>
              </p:cNvPr>
              <p:cNvSpPr/>
              <p:nvPr/>
            </p:nvSpPr>
            <p:spPr>
              <a:xfrm>
                <a:off x="4003144" y="5013338"/>
                <a:ext cx="6343" cy="6345"/>
              </a:xfrm>
              <a:custGeom>
                <a:avLst/>
                <a:gdLst>
                  <a:gd name="connsiteX0" fmla="*/ 3420 w 6343"/>
                  <a:gd name="connsiteY0" fmla="*/ 6466 h 6345"/>
                  <a:gd name="connsiteX1" fmla="*/ 5663 w 6343"/>
                  <a:gd name="connsiteY1" fmla="*/ 5537 h 6345"/>
                  <a:gd name="connsiteX2" fmla="*/ 6591 w 6343"/>
                  <a:gd name="connsiteY2" fmla="*/ 3294 h 6345"/>
                  <a:gd name="connsiteX3" fmla="*/ 5663 w 6343"/>
                  <a:gd name="connsiteY3" fmla="*/ 1050 h 6345"/>
                  <a:gd name="connsiteX4" fmla="*/ 3420 w 6343"/>
                  <a:gd name="connsiteY4" fmla="*/ 121 h 6345"/>
                  <a:gd name="connsiteX5" fmla="*/ 1177 w 6343"/>
                  <a:gd name="connsiteY5" fmla="*/ 1050 h 6345"/>
                  <a:gd name="connsiteX6" fmla="*/ 248 w 6343"/>
                  <a:gd name="connsiteY6" fmla="*/ 3294 h 6345"/>
                  <a:gd name="connsiteX7" fmla="*/ 1177 w 6343"/>
                  <a:gd name="connsiteY7" fmla="*/ 5537 h 6345"/>
                  <a:gd name="connsiteX8" fmla="*/ 342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66"/>
                    </a:moveTo>
                    <a:cubicBezTo>
                      <a:pt x="4261" y="6466"/>
                      <a:pt x="5068" y="6132"/>
                      <a:pt x="5663" y="5537"/>
                    </a:cubicBezTo>
                    <a:cubicBezTo>
                      <a:pt x="6257" y="4942"/>
                      <a:pt x="6591" y="4135"/>
                      <a:pt x="6591" y="3294"/>
                    </a:cubicBezTo>
                    <a:cubicBezTo>
                      <a:pt x="6591" y="2452"/>
                      <a:pt x="6257" y="1645"/>
                      <a:pt x="5663" y="1050"/>
                    </a:cubicBezTo>
                    <a:cubicBezTo>
                      <a:pt x="5068" y="455"/>
                      <a:pt x="4261" y="121"/>
                      <a:pt x="3420" y="121"/>
                    </a:cubicBezTo>
                    <a:cubicBezTo>
                      <a:pt x="2579" y="121"/>
                      <a:pt x="1772" y="455"/>
                      <a:pt x="1177" y="1050"/>
                    </a:cubicBezTo>
                    <a:cubicBezTo>
                      <a:pt x="583" y="1645"/>
                      <a:pt x="248" y="2452"/>
                      <a:pt x="248" y="3294"/>
                    </a:cubicBezTo>
                    <a:cubicBezTo>
                      <a:pt x="248" y="4135"/>
                      <a:pt x="583" y="4942"/>
                      <a:pt x="1177" y="5537"/>
                    </a:cubicBezTo>
                    <a:cubicBezTo>
                      <a:pt x="1772" y="6132"/>
                      <a:pt x="2579" y="6466"/>
                      <a:pt x="342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0DC682ED-45EB-22F4-4539-1F7D3BFC5862}"/>
                  </a:ext>
                </a:extLst>
              </p:cNvPr>
              <p:cNvSpPr/>
              <p:nvPr/>
            </p:nvSpPr>
            <p:spPr>
              <a:xfrm>
                <a:off x="4006131" y="5021873"/>
                <a:ext cx="6343" cy="6345"/>
              </a:xfrm>
              <a:custGeom>
                <a:avLst/>
                <a:gdLst>
                  <a:gd name="connsiteX0" fmla="*/ 3420 w 6343"/>
                  <a:gd name="connsiteY0" fmla="*/ 6467 h 6345"/>
                  <a:gd name="connsiteX1" fmla="*/ 5663 w 6343"/>
                  <a:gd name="connsiteY1" fmla="*/ 5538 h 6345"/>
                  <a:gd name="connsiteX2" fmla="*/ 6592 w 6343"/>
                  <a:gd name="connsiteY2" fmla="*/ 3294 h 6345"/>
                  <a:gd name="connsiteX3" fmla="*/ 5663 w 6343"/>
                  <a:gd name="connsiteY3" fmla="*/ 1051 h 6345"/>
                  <a:gd name="connsiteX4" fmla="*/ 3420 w 6343"/>
                  <a:gd name="connsiteY4" fmla="*/ 122 h 6345"/>
                  <a:gd name="connsiteX5" fmla="*/ 1178 w 6343"/>
                  <a:gd name="connsiteY5" fmla="*/ 1051 h 6345"/>
                  <a:gd name="connsiteX6" fmla="*/ 249 w 6343"/>
                  <a:gd name="connsiteY6" fmla="*/ 3294 h 6345"/>
                  <a:gd name="connsiteX7" fmla="*/ 1178 w 6343"/>
                  <a:gd name="connsiteY7" fmla="*/ 5538 h 6345"/>
                  <a:gd name="connsiteX8" fmla="*/ 342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67"/>
                    </a:moveTo>
                    <a:cubicBezTo>
                      <a:pt x="4261" y="6467"/>
                      <a:pt x="5068" y="6133"/>
                      <a:pt x="5663" y="5538"/>
                    </a:cubicBezTo>
                    <a:cubicBezTo>
                      <a:pt x="6258" y="4943"/>
                      <a:pt x="6592" y="4136"/>
                      <a:pt x="6592" y="3294"/>
                    </a:cubicBezTo>
                    <a:cubicBezTo>
                      <a:pt x="6592" y="2453"/>
                      <a:pt x="6258" y="1646"/>
                      <a:pt x="5663" y="1051"/>
                    </a:cubicBezTo>
                    <a:cubicBezTo>
                      <a:pt x="5068" y="456"/>
                      <a:pt x="4261" y="122"/>
                      <a:pt x="3420" y="122"/>
                    </a:cubicBezTo>
                    <a:cubicBezTo>
                      <a:pt x="2579" y="122"/>
                      <a:pt x="1772" y="456"/>
                      <a:pt x="1178" y="1051"/>
                    </a:cubicBezTo>
                    <a:cubicBezTo>
                      <a:pt x="583" y="1646"/>
                      <a:pt x="249" y="2453"/>
                      <a:pt x="249" y="3294"/>
                    </a:cubicBezTo>
                    <a:cubicBezTo>
                      <a:pt x="249" y="4136"/>
                      <a:pt x="583" y="4943"/>
                      <a:pt x="1178" y="5538"/>
                    </a:cubicBezTo>
                    <a:cubicBezTo>
                      <a:pt x="1772" y="6133"/>
                      <a:pt x="2579" y="6467"/>
                      <a:pt x="342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DA689D46-62EA-2AC6-499B-92EDC3399B8F}"/>
                  </a:ext>
                </a:extLst>
              </p:cNvPr>
              <p:cNvSpPr/>
              <p:nvPr/>
            </p:nvSpPr>
            <p:spPr>
              <a:xfrm>
                <a:off x="4010777" y="5021301"/>
                <a:ext cx="6343" cy="6345"/>
              </a:xfrm>
              <a:custGeom>
                <a:avLst/>
                <a:gdLst>
                  <a:gd name="connsiteX0" fmla="*/ 3421 w 6343"/>
                  <a:gd name="connsiteY0" fmla="*/ 6467 h 6345"/>
                  <a:gd name="connsiteX1" fmla="*/ 5663 w 6343"/>
                  <a:gd name="connsiteY1" fmla="*/ 5538 h 6345"/>
                  <a:gd name="connsiteX2" fmla="*/ 6592 w 6343"/>
                  <a:gd name="connsiteY2" fmla="*/ 3294 h 6345"/>
                  <a:gd name="connsiteX3" fmla="*/ 5663 w 6343"/>
                  <a:gd name="connsiteY3" fmla="*/ 1051 h 6345"/>
                  <a:gd name="connsiteX4" fmla="*/ 3421 w 6343"/>
                  <a:gd name="connsiteY4" fmla="*/ 121 h 6345"/>
                  <a:gd name="connsiteX5" fmla="*/ 1178 w 6343"/>
                  <a:gd name="connsiteY5" fmla="*/ 1051 h 6345"/>
                  <a:gd name="connsiteX6" fmla="*/ 249 w 6343"/>
                  <a:gd name="connsiteY6" fmla="*/ 3294 h 6345"/>
                  <a:gd name="connsiteX7" fmla="*/ 1178 w 6343"/>
                  <a:gd name="connsiteY7" fmla="*/ 5538 h 6345"/>
                  <a:gd name="connsiteX8" fmla="*/ 3421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67"/>
                    </a:moveTo>
                    <a:cubicBezTo>
                      <a:pt x="4262" y="6467"/>
                      <a:pt x="5068" y="6133"/>
                      <a:pt x="5663" y="5538"/>
                    </a:cubicBezTo>
                    <a:cubicBezTo>
                      <a:pt x="6258" y="4943"/>
                      <a:pt x="6592" y="4136"/>
                      <a:pt x="6592" y="3294"/>
                    </a:cubicBezTo>
                    <a:cubicBezTo>
                      <a:pt x="6592" y="2453"/>
                      <a:pt x="6258" y="1646"/>
                      <a:pt x="5663" y="1051"/>
                    </a:cubicBezTo>
                    <a:cubicBezTo>
                      <a:pt x="5068" y="456"/>
                      <a:pt x="4262" y="121"/>
                      <a:pt x="3421" y="121"/>
                    </a:cubicBezTo>
                    <a:cubicBezTo>
                      <a:pt x="2579" y="121"/>
                      <a:pt x="1773" y="456"/>
                      <a:pt x="1178" y="1051"/>
                    </a:cubicBezTo>
                    <a:cubicBezTo>
                      <a:pt x="583" y="1646"/>
                      <a:pt x="249" y="2453"/>
                      <a:pt x="249" y="3294"/>
                    </a:cubicBezTo>
                    <a:cubicBezTo>
                      <a:pt x="249" y="4136"/>
                      <a:pt x="583" y="4943"/>
                      <a:pt x="1178" y="5538"/>
                    </a:cubicBezTo>
                    <a:cubicBezTo>
                      <a:pt x="1773" y="6133"/>
                      <a:pt x="2579" y="6467"/>
                      <a:pt x="3421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E7498EBA-BF98-6191-55DE-250527DB1F47}"/>
                  </a:ext>
                </a:extLst>
              </p:cNvPr>
              <p:cNvSpPr/>
              <p:nvPr/>
            </p:nvSpPr>
            <p:spPr>
              <a:xfrm>
                <a:off x="4017230" y="5011747"/>
                <a:ext cx="6343" cy="6345"/>
              </a:xfrm>
              <a:custGeom>
                <a:avLst/>
                <a:gdLst>
                  <a:gd name="connsiteX0" fmla="*/ 3421 w 6343"/>
                  <a:gd name="connsiteY0" fmla="*/ 6466 h 6345"/>
                  <a:gd name="connsiteX1" fmla="*/ 5664 w 6343"/>
                  <a:gd name="connsiteY1" fmla="*/ 5537 h 6345"/>
                  <a:gd name="connsiteX2" fmla="*/ 6593 w 6343"/>
                  <a:gd name="connsiteY2" fmla="*/ 3293 h 6345"/>
                  <a:gd name="connsiteX3" fmla="*/ 5664 w 6343"/>
                  <a:gd name="connsiteY3" fmla="*/ 1050 h 6345"/>
                  <a:gd name="connsiteX4" fmla="*/ 3421 w 6343"/>
                  <a:gd name="connsiteY4" fmla="*/ 121 h 6345"/>
                  <a:gd name="connsiteX5" fmla="*/ 1178 w 6343"/>
                  <a:gd name="connsiteY5" fmla="*/ 1050 h 6345"/>
                  <a:gd name="connsiteX6" fmla="*/ 249 w 6343"/>
                  <a:gd name="connsiteY6" fmla="*/ 3293 h 6345"/>
                  <a:gd name="connsiteX7" fmla="*/ 1178 w 6343"/>
                  <a:gd name="connsiteY7" fmla="*/ 5537 h 6345"/>
                  <a:gd name="connsiteX8" fmla="*/ 342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66"/>
                    </a:moveTo>
                    <a:cubicBezTo>
                      <a:pt x="4262" y="6466"/>
                      <a:pt x="5069" y="6132"/>
                      <a:pt x="5664" y="5537"/>
                    </a:cubicBezTo>
                    <a:cubicBezTo>
                      <a:pt x="6258" y="4942"/>
                      <a:pt x="6593" y="4135"/>
                      <a:pt x="6593" y="3293"/>
                    </a:cubicBezTo>
                    <a:cubicBezTo>
                      <a:pt x="6593" y="2452"/>
                      <a:pt x="6258" y="1645"/>
                      <a:pt x="5664" y="1050"/>
                    </a:cubicBezTo>
                    <a:cubicBezTo>
                      <a:pt x="5069" y="455"/>
                      <a:pt x="4262" y="121"/>
                      <a:pt x="3421" y="121"/>
                    </a:cubicBezTo>
                    <a:cubicBezTo>
                      <a:pt x="2580" y="121"/>
                      <a:pt x="1773" y="455"/>
                      <a:pt x="1178" y="1050"/>
                    </a:cubicBezTo>
                    <a:cubicBezTo>
                      <a:pt x="584" y="1645"/>
                      <a:pt x="249" y="2452"/>
                      <a:pt x="249" y="3293"/>
                    </a:cubicBezTo>
                    <a:cubicBezTo>
                      <a:pt x="249" y="4135"/>
                      <a:pt x="584" y="4942"/>
                      <a:pt x="1178" y="5537"/>
                    </a:cubicBezTo>
                    <a:cubicBezTo>
                      <a:pt x="1773" y="6132"/>
                      <a:pt x="2580" y="6466"/>
                      <a:pt x="342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14F00791-FB19-8ADB-E488-BF371E0CA7FE}"/>
                  </a:ext>
                </a:extLst>
              </p:cNvPr>
              <p:cNvSpPr/>
              <p:nvPr/>
            </p:nvSpPr>
            <p:spPr>
              <a:xfrm>
                <a:off x="4021408" y="5013904"/>
                <a:ext cx="6343" cy="6345"/>
              </a:xfrm>
              <a:custGeom>
                <a:avLst/>
                <a:gdLst>
                  <a:gd name="connsiteX0" fmla="*/ 3421 w 6343"/>
                  <a:gd name="connsiteY0" fmla="*/ 6466 h 6345"/>
                  <a:gd name="connsiteX1" fmla="*/ 5664 w 6343"/>
                  <a:gd name="connsiteY1" fmla="*/ 5537 h 6345"/>
                  <a:gd name="connsiteX2" fmla="*/ 6593 w 6343"/>
                  <a:gd name="connsiteY2" fmla="*/ 3294 h 6345"/>
                  <a:gd name="connsiteX3" fmla="*/ 5664 w 6343"/>
                  <a:gd name="connsiteY3" fmla="*/ 1050 h 6345"/>
                  <a:gd name="connsiteX4" fmla="*/ 3421 w 6343"/>
                  <a:gd name="connsiteY4" fmla="*/ 121 h 6345"/>
                  <a:gd name="connsiteX5" fmla="*/ 1179 w 6343"/>
                  <a:gd name="connsiteY5" fmla="*/ 1050 h 6345"/>
                  <a:gd name="connsiteX6" fmla="*/ 250 w 6343"/>
                  <a:gd name="connsiteY6" fmla="*/ 3294 h 6345"/>
                  <a:gd name="connsiteX7" fmla="*/ 1179 w 6343"/>
                  <a:gd name="connsiteY7" fmla="*/ 5537 h 6345"/>
                  <a:gd name="connsiteX8" fmla="*/ 342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66"/>
                    </a:moveTo>
                    <a:cubicBezTo>
                      <a:pt x="4262" y="6466"/>
                      <a:pt x="5069" y="6132"/>
                      <a:pt x="5664" y="5537"/>
                    </a:cubicBezTo>
                    <a:cubicBezTo>
                      <a:pt x="6259" y="4942"/>
                      <a:pt x="6593" y="4135"/>
                      <a:pt x="6593" y="3294"/>
                    </a:cubicBezTo>
                    <a:cubicBezTo>
                      <a:pt x="6593" y="2452"/>
                      <a:pt x="6259" y="1645"/>
                      <a:pt x="5664" y="1050"/>
                    </a:cubicBezTo>
                    <a:cubicBezTo>
                      <a:pt x="5069" y="455"/>
                      <a:pt x="4262" y="121"/>
                      <a:pt x="3421" y="121"/>
                    </a:cubicBezTo>
                    <a:cubicBezTo>
                      <a:pt x="2580" y="121"/>
                      <a:pt x="1773" y="455"/>
                      <a:pt x="1179" y="1050"/>
                    </a:cubicBezTo>
                    <a:cubicBezTo>
                      <a:pt x="584" y="1645"/>
                      <a:pt x="250" y="2452"/>
                      <a:pt x="250" y="3294"/>
                    </a:cubicBezTo>
                    <a:cubicBezTo>
                      <a:pt x="250" y="4135"/>
                      <a:pt x="584" y="4942"/>
                      <a:pt x="1179" y="5537"/>
                    </a:cubicBezTo>
                    <a:cubicBezTo>
                      <a:pt x="1773" y="6132"/>
                      <a:pt x="2580" y="6466"/>
                      <a:pt x="342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F6EE63E4-19A1-2CB5-F2F0-B76E2C3F2C88}"/>
                  </a:ext>
                </a:extLst>
              </p:cNvPr>
              <p:cNvSpPr/>
              <p:nvPr/>
            </p:nvSpPr>
            <p:spPr>
              <a:xfrm>
                <a:off x="4075856" y="4778877"/>
                <a:ext cx="6343" cy="6345"/>
              </a:xfrm>
              <a:custGeom>
                <a:avLst/>
                <a:gdLst>
                  <a:gd name="connsiteX0" fmla="*/ 3426 w 6343"/>
                  <a:gd name="connsiteY0" fmla="*/ 6448 h 6345"/>
                  <a:gd name="connsiteX1" fmla="*/ 5668 w 6343"/>
                  <a:gd name="connsiteY1" fmla="*/ 5519 h 6345"/>
                  <a:gd name="connsiteX2" fmla="*/ 6597 w 6343"/>
                  <a:gd name="connsiteY2" fmla="*/ 3275 h 6345"/>
                  <a:gd name="connsiteX3" fmla="*/ 5668 w 6343"/>
                  <a:gd name="connsiteY3" fmla="*/ 1032 h 6345"/>
                  <a:gd name="connsiteX4" fmla="*/ 3426 w 6343"/>
                  <a:gd name="connsiteY4" fmla="*/ 102 h 6345"/>
                  <a:gd name="connsiteX5" fmla="*/ 1183 w 6343"/>
                  <a:gd name="connsiteY5" fmla="*/ 1032 h 6345"/>
                  <a:gd name="connsiteX6" fmla="*/ 254 w 6343"/>
                  <a:gd name="connsiteY6" fmla="*/ 3275 h 6345"/>
                  <a:gd name="connsiteX7" fmla="*/ 1183 w 6343"/>
                  <a:gd name="connsiteY7" fmla="*/ 5519 h 6345"/>
                  <a:gd name="connsiteX8" fmla="*/ 3426 w 6343"/>
                  <a:gd name="connsiteY8" fmla="*/ 64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48"/>
                    </a:moveTo>
                    <a:cubicBezTo>
                      <a:pt x="4267" y="6448"/>
                      <a:pt x="5074" y="6114"/>
                      <a:pt x="5668" y="5519"/>
                    </a:cubicBezTo>
                    <a:cubicBezTo>
                      <a:pt x="6263" y="4924"/>
                      <a:pt x="6597" y="4117"/>
                      <a:pt x="6597" y="3275"/>
                    </a:cubicBezTo>
                    <a:cubicBezTo>
                      <a:pt x="6597" y="2434"/>
                      <a:pt x="6263" y="1627"/>
                      <a:pt x="5668" y="1032"/>
                    </a:cubicBezTo>
                    <a:cubicBezTo>
                      <a:pt x="5074" y="437"/>
                      <a:pt x="4267" y="102"/>
                      <a:pt x="3426" y="102"/>
                    </a:cubicBezTo>
                    <a:cubicBezTo>
                      <a:pt x="2585" y="102"/>
                      <a:pt x="1778" y="437"/>
                      <a:pt x="1183" y="1032"/>
                    </a:cubicBezTo>
                    <a:cubicBezTo>
                      <a:pt x="588" y="1627"/>
                      <a:pt x="254" y="2434"/>
                      <a:pt x="254" y="3275"/>
                    </a:cubicBezTo>
                    <a:cubicBezTo>
                      <a:pt x="254" y="4117"/>
                      <a:pt x="588" y="4924"/>
                      <a:pt x="1183" y="5519"/>
                    </a:cubicBezTo>
                    <a:cubicBezTo>
                      <a:pt x="1778" y="6114"/>
                      <a:pt x="2585" y="6448"/>
                      <a:pt x="3426" y="64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2C94D020-0D7A-7077-4717-7B6707D8C6EF}"/>
                  </a:ext>
                </a:extLst>
              </p:cNvPr>
              <p:cNvSpPr/>
              <p:nvPr/>
            </p:nvSpPr>
            <p:spPr>
              <a:xfrm>
                <a:off x="4097408" y="4708322"/>
                <a:ext cx="6343" cy="6345"/>
              </a:xfrm>
              <a:custGeom>
                <a:avLst/>
                <a:gdLst>
                  <a:gd name="connsiteX0" fmla="*/ 3427 w 6343"/>
                  <a:gd name="connsiteY0" fmla="*/ 6442 h 6345"/>
                  <a:gd name="connsiteX1" fmla="*/ 5670 w 6343"/>
                  <a:gd name="connsiteY1" fmla="*/ 5513 h 6345"/>
                  <a:gd name="connsiteX2" fmla="*/ 6599 w 6343"/>
                  <a:gd name="connsiteY2" fmla="*/ 3270 h 6345"/>
                  <a:gd name="connsiteX3" fmla="*/ 5670 w 6343"/>
                  <a:gd name="connsiteY3" fmla="*/ 1026 h 6345"/>
                  <a:gd name="connsiteX4" fmla="*/ 3427 w 6343"/>
                  <a:gd name="connsiteY4" fmla="*/ 97 h 6345"/>
                  <a:gd name="connsiteX5" fmla="*/ 1185 w 6343"/>
                  <a:gd name="connsiteY5" fmla="*/ 1026 h 6345"/>
                  <a:gd name="connsiteX6" fmla="*/ 256 w 6343"/>
                  <a:gd name="connsiteY6" fmla="*/ 3270 h 6345"/>
                  <a:gd name="connsiteX7" fmla="*/ 1185 w 6343"/>
                  <a:gd name="connsiteY7" fmla="*/ 5513 h 6345"/>
                  <a:gd name="connsiteX8" fmla="*/ 3427 w 6343"/>
                  <a:gd name="connsiteY8" fmla="*/ 64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42"/>
                    </a:moveTo>
                    <a:cubicBezTo>
                      <a:pt x="4268" y="6442"/>
                      <a:pt x="5075" y="6108"/>
                      <a:pt x="5670" y="5513"/>
                    </a:cubicBezTo>
                    <a:cubicBezTo>
                      <a:pt x="6265" y="4918"/>
                      <a:pt x="6599" y="4111"/>
                      <a:pt x="6599" y="3270"/>
                    </a:cubicBezTo>
                    <a:cubicBezTo>
                      <a:pt x="6599" y="2428"/>
                      <a:pt x="6265" y="1621"/>
                      <a:pt x="5670" y="1026"/>
                    </a:cubicBezTo>
                    <a:cubicBezTo>
                      <a:pt x="5075" y="431"/>
                      <a:pt x="4268" y="97"/>
                      <a:pt x="3427" y="97"/>
                    </a:cubicBezTo>
                    <a:cubicBezTo>
                      <a:pt x="2586" y="97"/>
                      <a:pt x="1779" y="431"/>
                      <a:pt x="1185" y="1026"/>
                    </a:cubicBezTo>
                    <a:cubicBezTo>
                      <a:pt x="590" y="1621"/>
                      <a:pt x="256" y="2428"/>
                      <a:pt x="256" y="3270"/>
                    </a:cubicBezTo>
                    <a:cubicBezTo>
                      <a:pt x="256" y="4111"/>
                      <a:pt x="590" y="4918"/>
                      <a:pt x="1185" y="5513"/>
                    </a:cubicBezTo>
                    <a:cubicBezTo>
                      <a:pt x="1779" y="6108"/>
                      <a:pt x="2586" y="6442"/>
                      <a:pt x="3427" y="64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1E4DB446-8355-F57A-B1AD-F096217AD58E}"/>
                  </a:ext>
                </a:extLst>
              </p:cNvPr>
              <p:cNvSpPr/>
              <p:nvPr/>
            </p:nvSpPr>
            <p:spPr>
              <a:xfrm>
                <a:off x="4030609" y="5034781"/>
                <a:ext cx="6343" cy="6345"/>
              </a:xfrm>
              <a:custGeom>
                <a:avLst/>
                <a:gdLst>
                  <a:gd name="connsiteX0" fmla="*/ 3422 w 6343"/>
                  <a:gd name="connsiteY0" fmla="*/ 6468 h 6345"/>
                  <a:gd name="connsiteX1" fmla="*/ 5665 w 6343"/>
                  <a:gd name="connsiteY1" fmla="*/ 5539 h 6345"/>
                  <a:gd name="connsiteX2" fmla="*/ 6594 w 6343"/>
                  <a:gd name="connsiteY2" fmla="*/ 3295 h 6345"/>
                  <a:gd name="connsiteX3" fmla="*/ 5665 w 6343"/>
                  <a:gd name="connsiteY3" fmla="*/ 1052 h 6345"/>
                  <a:gd name="connsiteX4" fmla="*/ 3422 w 6343"/>
                  <a:gd name="connsiteY4" fmla="*/ 123 h 6345"/>
                  <a:gd name="connsiteX5" fmla="*/ 1179 w 6343"/>
                  <a:gd name="connsiteY5" fmla="*/ 1052 h 6345"/>
                  <a:gd name="connsiteX6" fmla="*/ 251 w 6343"/>
                  <a:gd name="connsiteY6" fmla="*/ 3295 h 6345"/>
                  <a:gd name="connsiteX7" fmla="*/ 1179 w 6343"/>
                  <a:gd name="connsiteY7" fmla="*/ 5539 h 6345"/>
                  <a:gd name="connsiteX8" fmla="*/ 342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68"/>
                    </a:moveTo>
                    <a:cubicBezTo>
                      <a:pt x="4263" y="6468"/>
                      <a:pt x="5070" y="6134"/>
                      <a:pt x="5665" y="5539"/>
                    </a:cubicBezTo>
                    <a:cubicBezTo>
                      <a:pt x="6259" y="4944"/>
                      <a:pt x="6594" y="4137"/>
                      <a:pt x="6594" y="3295"/>
                    </a:cubicBezTo>
                    <a:cubicBezTo>
                      <a:pt x="6594" y="2454"/>
                      <a:pt x="6259" y="1647"/>
                      <a:pt x="5665" y="1052"/>
                    </a:cubicBezTo>
                    <a:cubicBezTo>
                      <a:pt x="5070" y="457"/>
                      <a:pt x="4263" y="123"/>
                      <a:pt x="3422" y="123"/>
                    </a:cubicBezTo>
                    <a:cubicBezTo>
                      <a:pt x="2581" y="123"/>
                      <a:pt x="1774" y="457"/>
                      <a:pt x="1179" y="1052"/>
                    </a:cubicBezTo>
                    <a:cubicBezTo>
                      <a:pt x="585" y="1647"/>
                      <a:pt x="251" y="2454"/>
                      <a:pt x="251" y="3295"/>
                    </a:cubicBezTo>
                    <a:cubicBezTo>
                      <a:pt x="251" y="4137"/>
                      <a:pt x="585" y="4944"/>
                      <a:pt x="1179" y="5539"/>
                    </a:cubicBezTo>
                    <a:cubicBezTo>
                      <a:pt x="1774" y="6134"/>
                      <a:pt x="2581" y="6468"/>
                      <a:pt x="342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6E03C214-0E69-A922-2A82-D8226A86F78C}"/>
                  </a:ext>
                </a:extLst>
              </p:cNvPr>
              <p:cNvSpPr/>
              <p:nvPr/>
            </p:nvSpPr>
            <p:spPr>
              <a:xfrm>
                <a:off x="4034755" y="5036410"/>
                <a:ext cx="6343" cy="6345"/>
              </a:xfrm>
              <a:custGeom>
                <a:avLst/>
                <a:gdLst>
                  <a:gd name="connsiteX0" fmla="*/ 3422 w 6343"/>
                  <a:gd name="connsiteY0" fmla="*/ 6468 h 6345"/>
                  <a:gd name="connsiteX1" fmla="*/ 5665 w 6343"/>
                  <a:gd name="connsiteY1" fmla="*/ 5539 h 6345"/>
                  <a:gd name="connsiteX2" fmla="*/ 6594 w 6343"/>
                  <a:gd name="connsiteY2" fmla="*/ 3295 h 6345"/>
                  <a:gd name="connsiteX3" fmla="*/ 5665 w 6343"/>
                  <a:gd name="connsiteY3" fmla="*/ 1052 h 6345"/>
                  <a:gd name="connsiteX4" fmla="*/ 3422 w 6343"/>
                  <a:gd name="connsiteY4" fmla="*/ 123 h 6345"/>
                  <a:gd name="connsiteX5" fmla="*/ 1180 w 6343"/>
                  <a:gd name="connsiteY5" fmla="*/ 1052 h 6345"/>
                  <a:gd name="connsiteX6" fmla="*/ 251 w 6343"/>
                  <a:gd name="connsiteY6" fmla="*/ 3295 h 6345"/>
                  <a:gd name="connsiteX7" fmla="*/ 1180 w 6343"/>
                  <a:gd name="connsiteY7" fmla="*/ 5539 h 6345"/>
                  <a:gd name="connsiteX8" fmla="*/ 342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68"/>
                    </a:moveTo>
                    <a:cubicBezTo>
                      <a:pt x="4264" y="6468"/>
                      <a:pt x="5070" y="6134"/>
                      <a:pt x="5665" y="5539"/>
                    </a:cubicBezTo>
                    <a:cubicBezTo>
                      <a:pt x="6260" y="4944"/>
                      <a:pt x="6594" y="4137"/>
                      <a:pt x="6594" y="3295"/>
                    </a:cubicBezTo>
                    <a:cubicBezTo>
                      <a:pt x="6594" y="2454"/>
                      <a:pt x="6260" y="1647"/>
                      <a:pt x="5665" y="1052"/>
                    </a:cubicBezTo>
                    <a:cubicBezTo>
                      <a:pt x="5070" y="457"/>
                      <a:pt x="4264" y="123"/>
                      <a:pt x="3422" y="123"/>
                    </a:cubicBezTo>
                    <a:cubicBezTo>
                      <a:pt x="2581" y="123"/>
                      <a:pt x="1775" y="457"/>
                      <a:pt x="1180" y="1052"/>
                    </a:cubicBezTo>
                    <a:cubicBezTo>
                      <a:pt x="585" y="1647"/>
                      <a:pt x="251" y="2454"/>
                      <a:pt x="251" y="3295"/>
                    </a:cubicBezTo>
                    <a:cubicBezTo>
                      <a:pt x="251" y="4137"/>
                      <a:pt x="585" y="4944"/>
                      <a:pt x="1180" y="5539"/>
                    </a:cubicBezTo>
                    <a:cubicBezTo>
                      <a:pt x="1775" y="6134"/>
                      <a:pt x="2581" y="6468"/>
                      <a:pt x="342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E5EF5E8D-3D7E-4AC9-DC25-61C4C5B3190A}"/>
                  </a:ext>
                </a:extLst>
              </p:cNvPr>
              <p:cNvSpPr/>
              <p:nvPr/>
            </p:nvSpPr>
            <p:spPr>
              <a:xfrm>
                <a:off x="4039007" y="5037555"/>
                <a:ext cx="6343" cy="6345"/>
              </a:xfrm>
              <a:custGeom>
                <a:avLst/>
                <a:gdLst>
                  <a:gd name="connsiteX0" fmla="*/ 3423 w 6343"/>
                  <a:gd name="connsiteY0" fmla="*/ 6468 h 6345"/>
                  <a:gd name="connsiteX1" fmla="*/ 5665 w 6343"/>
                  <a:gd name="connsiteY1" fmla="*/ 5539 h 6345"/>
                  <a:gd name="connsiteX2" fmla="*/ 6594 w 6343"/>
                  <a:gd name="connsiteY2" fmla="*/ 3295 h 6345"/>
                  <a:gd name="connsiteX3" fmla="*/ 5665 w 6343"/>
                  <a:gd name="connsiteY3" fmla="*/ 1052 h 6345"/>
                  <a:gd name="connsiteX4" fmla="*/ 3423 w 6343"/>
                  <a:gd name="connsiteY4" fmla="*/ 123 h 6345"/>
                  <a:gd name="connsiteX5" fmla="*/ 1180 w 6343"/>
                  <a:gd name="connsiteY5" fmla="*/ 1052 h 6345"/>
                  <a:gd name="connsiteX6" fmla="*/ 251 w 6343"/>
                  <a:gd name="connsiteY6" fmla="*/ 3295 h 6345"/>
                  <a:gd name="connsiteX7" fmla="*/ 1180 w 6343"/>
                  <a:gd name="connsiteY7" fmla="*/ 5539 h 6345"/>
                  <a:gd name="connsiteX8" fmla="*/ 342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68"/>
                    </a:moveTo>
                    <a:cubicBezTo>
                      <a:pt x="4264" y="6468"/>
                      <a:pt x="5071" y="6134"/>
                      <a:pt x="5665" y="5539"/>
                    </a:cubicBezTo>
                    <a:cubicBezTo>
                      <a:pt x="6260" y="4944"/>
                      <a:pt x="6594" y="4137"/>
                      <a:pt x="6594" y="3295"/>
                    </a:cubicBezTo>
                    <a:cubicBezTo>
                      <a:pt x="6594" y="2454"/>
                      <a:pt x="6260" y="1647"/>
                      <a:pt x="5665" y="1052"/>
                    </a:cubicBezTo>
                    <a:cubicBezTo>
                      <a:pt x="5071" y="457"/>
                      <a:pt x="4264" y="123"/>
                      <a:pt x="3423" y="123"/>
                    </a:cubicBezTo>
                    <a:cubicBezTo>
                      <a:pt x="2582" y="123"/>
                      <a:pt x="1775" y="457"/>
                      <a:pt x="1180" y="1052"/>
                    </a:cubicBezTo>
                    <a:cubicBezTo>
                      <a:pt x="585" y="1647"/>
                      <a:pt x="251" y="2454"/>
                      <a:pt x="251" y="3295"/>
                    </a:cubicBezTo>
                    <a:cubicBezTo>
                      <a:pt x="251" y="4137"/>
                      <a:pt x="585" y="4944"/>
                      <a:pt x="1180" y="5539"/>
                    </a:cubicBezTo>
                    <a:cubicBezTo>
                      <a:pt x="1775" y="6134"/>
                      <a:pt x="2582" y="6468"/>
                      <a:pt x="342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11EB43D2-18A3-2079-4491-2D9A20A08170}"/>
                  </a:ext>
                </a:extLst>
              </p:cNvPr>
              <p:cNvSpPr/>
              <p:nvPr/>
            </p:nvSpPr>
            <p:spPr>
              <a:xfrm>
                <a:off x="4043240" y="5038772"/>
                <a:ext cx="6343" cy="6345"/>
              </a:xfrm>
              <a:custGeom>
                <a:avLst/>
                <a:gdLst>
                  <a:gd name="connsiteX0" fmla="*/ 3423 w 6343"/>
                  <a:gd name="connsiteY0" fmla="*/ 6468 h 6345"/>
                  <a:gd name="connsiteX1" fmla="*/ 5666 w 6343"/>
                  <a:gd name="connsiteY1" fmla="*/ 5539 h 6345"/>
                  <a:gd name="connsiteX2" fmla="*/ 6595 w 6343"/>
                  <a:gd name="connsiteY2" fmla="*/ 3296 h 6345"/>
                  <a:gd name="connsiteX3" fmla="*/ 5666 w 6343"/>
                  <a:gd name="connsiteY3" fmla="*/ 1052 h 6345"/>
                  <a:gd name="connsiteX4" fmla="*/ 3423 w 6343"/>
                  <a:gd name="connsiteY4" fmla="*/ 123 h 6345"/>
                  <a:gd name="connsiteX5" fmla="*/ 1180 w 6343"/>
                  <a:gd name="connsiteY5" fmla="*/ 1052 h 6345"/>
                  <a:gd name="connsiteX6" fmla="*/ 252 w 6343"/>
                  <a:gd name="connsiteY6" fmla="*/ 3296 h 6345"/>
                  <a:gd name="connsiteX7" fmla="*/ 1180 w 6343"/>
                  <a:gd name="connsiteY7" fmla="*/ 5539 h 6345"/>
                  <a:gd name="connsiteX8" fmla="*/ 342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68"/>
                    </a:moveTo>
                    <a:cubicBezTo>
                      <a:pt x="4264" y="6468"/>
                      <a:pt x="5071" y="6134"/>
                      <a:pt x="5666" y="5539"/>
                    </a:cubicBezTo>
                    <a:cubicBezTo>
                      <a:pt x="6260" y="4944"/>
                      <a:pt x="6595" y="4137"/>
                      <a:pt x="6595" y="3296"/>
                    </a:cubicBezTo>
                    <a:cubicBezTo>
                      <a:pt x="6595" y="2454"/>
                      <a:pt x="6260" y="1647"/>
                      <a:pt x="5666" y="1052"/>
                    </a:cubicBezTo>
                    <a:cubicBezTo>
                      <a:pt x="5071" y="457"/>
                      <a:pt x="4264" y="123"/>
                      <a:pt x="3423" y="123"/>
                    </a:cubicBezTo>
                    <a:cubicBezTo>
                      <a:pt x="2582" y="123"/>
                      <a:pt x="1775" y="457"/>
                      <a:pt x="1180" y="1052"/>
                    </a:cubicBezTo>
                    <a:cubicBezTo>
                      <a:pt x="586" y="1647"/>
                      <a:pt x="252" y="2454"/>
                      <a:pt x="252" y="3296"/>
                    </a:cubicBezTo>
                    <a:cubicBezTo>
                      <a:pt x="252" y="4137"/>
                      <a:pt x="586" y="4944"/>
                      <a:pt x="1180" y="5539"/>
                    </a:cubicBezTo>
                    <a:cubicBezTo>
                      <a:pt x="1775" y="6134"/>
                      <a:pt x="2582" y="6468"/>
                      <a:pt x="342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FBF40B7A-36C2-6433-CD13-BABD04F74827}"/>
                  </a:ext>
                </a:extLst>
              </p:cNvPr>
              <p:cNvSpPr/>
              <p:nvPr/>
            </p:nvSpPr>
            <p:spPr>
              <a:xfrm>
                <a:off x="4071497" y="4944190"/>
                <a:ext cx="6343" cy="6345"/>
              </a:xfrm>
              <a:custGeom>
                <a:avLst/>
                <a:gdLst>
                  <a:gd name="connsiteX0" fmla="*/ 3425 w 6343"/>
                  <a:gd name="connsiteY0" fmla="*/ 6461 h 6345"/>
                  <a:gd name="connsiteX1" fmla="*/ 5668 w 6343"/>
                  <a:gd name="connsiteY1" fmla="*/ 5532 h 6345"/>
                  <a:gd name="connsiteX2" fmla="*/ 6597 w 6343"/>
                  <a:gd name="connsiteY2" fmla="*/ 3288 h 6345"/>
                  <a:gd name="connsiteX3" fmla="*/ 5668 w 6343"/>
                  <a:gd name="connsiteY3" fmla="*/ 1045 h 6345"/>
                  <a:gd name="connsiteX4" fmla="*/ 3425 w 6343"/>
                  <a:gd name="connsiteY4" fmla="*/ 115 h 6345"/>
                  <a:gd name="connsiteX5" fmla="*/ 1183 w 6343"/>
                  <a:gd name="connsiteY5" fmla="*/ 1045 h 6345"/>
                  <a:gd name="connsiteX6" fmla="*/ 254 w 6343"/>
                  <a:gd name="connsiteY6" fmla="*/ 3288 h 6345"/>
                  <a:gd name="connsiteX7" fmla="*/ 1183 w 6343"/>
                  <a:gd name="connsiteY7" fmla="*/ 5532 h 6345"/>
                  <a:gd name="connsiteX8" fmla="*/ 3425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61"/>
                    </a:moveTo>
                    <a:cubicBezTo>
                      <a:pt x="4266" y="6461"/>
                      <a:pt x="5073" y="6127"/>
                      <a:pt x="5668" y="5532"/>
                    </a:cubicBezTo>
                    <a:cubicBezTo>
                      <a:pt x="6263" y="4937"/>
                      <a:pt x="6597" y="4130"/>
                      <a:pt x="6597" y="3288"/>
                    </a:cubicBezTo>
                    <a:cubicBezTo>
                      <a:pt x="6597" y="2447"/>
                      <a:pt x="6263" y="1640"/>
                      <a:pt x="5668" y="1045"/>
                    </a:cubicBezTo>
                    <a:cubicBezTo>
                      <a:pt x="5073" y="450"/>
                      <a:pt x="4266" y="115"/>
                      <a:pt x="3425" y="115"/>
                    </a:cubicBezTo>
                    <a:cubicBezTo>
                      <a:pt x="2584" y="115"/>
                      <a:pt x="1777" y="450"/>
                      <a:pt x="1183" y="1045"/>
                    </a:cubicBezTo>
                    <a:cubicBezTo>
                      <a:pt x="588" y="1640"/>
                      <a:pt x="254" y="2447"/>
                      <a:pt x="254" y="3288"/>
                    </a:cubicBezTo>
                    <a:cubicBezTo>
                      <a:pt x="254" y="4130"/>
                      <a:pt x="588" y="4937"/>
                      <a:pt x="1183" y="5532"/>
                    </a:cubicBezTo>
                    <a:cubicBezTo>
                      <a:pt x="1777" y="6127"/>
                      <a:pt x="2584" y="6461"/>
                      <a:pt x="3425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74DD5A4C-EE51-28D2-9E1D-0071E6831969}"/>
                  </a:ext>
                </a:extLst>
              </p:cNvPr>
              <p:cNvSpPr/>
              <p:nvPr/>
            </p:nvSpPr>
            <p:spPr>
              <a:xfrm>
                <a:off x="4130236" y="4735998"/>
                <a:ext cx="6343" cy="6345"/>
              </a:xfrm>
              <a:custGeom>
                <a:avLst/>
                <a:gdLst>
                  <a:gd name="connsiteX0" fmla="*/ 3430 w 6343"/>
                  <a:gd name="connsiteY0" fmla="*/ 6444 h 6345"/>
                  <a:gd name="connsiteX1" fmla="*/ 5673 w 6343"/>
                  <a:gd name="connsiteY1" fmla="*/ 5515 h 6345"/>
                  <a:gd name="connsiteX2" fmla="*/ 6602 w 6343"/>
                  <a:gd name="connsiteY2" fmla="*/ 3272 h 6345"/>
                  <a:gd name="connsiteX3" fmla="*/ 5673 w 6343"/>
                  <a:gd name="connsiteY3" fmla="*/ 1028 h 6345"/>
                  <a:gd name="connsiteX4" fmla="*/ 3430 w 6343"/>
                  <a:gd name="connsiteY4" fmla="*/ 99 h 6345"/>
                  <a:gd name="connsiteX5" fmla="*/ 1187 w 6343"/>
                  <a:gd name="connsiteY5" fmla="*/ 1028 h 6345"/>
                  <a:gd name="connsiteX6" fmla="*/ 258 w 6343"/>
                  <a:gd name="connsiteY6" fmla="*/ 3272 h 6345"/>
                  <a:gd name="connsiteX7" fmla="*/ 1187 w 6343"/>
                  <a:gd name="connsiteY7" fmla="*/ 5515 h 6345"/>
                  <a:gd name="connsiteX8" fmla="*/ 3430 w 6343"/>
                  <a:gd name="connsiteY8" fmla="*/ 64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444"/>
                    </a:moveTo>
                    <a:cubicBezTo>
                      <a:pt x="4271" y="6444"/>
                      <a:pt x="5078" y="6110"/>
                      <a:pt x="5673" y="5515"/>
                    </a:cubicBezTo>
                    <a:cubicBezTo>
                      <a:pt x="6267" y="4920"/>
                      <a:pt x="6602" y="4113"/>
                      <a:pt x="6602" y="3272"/>
                    </a:cubicBezTo>
                    <a:cubicBezTo>
                      <a:pt x="6602" y="2430"/>
                      <a:pt x="6267" y="1623"/>
                      <a:pt x="5673" y="1028"/>
                    </a:cubicBezTo>
                    <a:cubicBezTo>
                      <a:pt x="5078" y="433"/>
                      <a:pt x="4271" y="99"/>
                      <a:pt x="3430" y="99"/>
                    </a:cubicBezTo>
                    <a:cubicBezTo>
                      <a:pt x="2589" y="99"/>
                      <a:pt x="1782" y="433"/>
                      <a:pt x="1187" y="1028"/>
                    </a:cubicBezTo>
                    <a:cubicBezTo>
                      <a:pt x="593" y="1623"/>
                      <a:pt x="258" y="2430"/>
                      <a:pt x="258" y="3272"/>
                    </a:cubicBezTo>
                    <a:cubicBezTo>
                      <a:pt x="258" y="4113"/>
                      <a:pt x="593" y="4920"/>
                      <a:pt x="1187" y="5515"/>
                    </a:cubicBezTo>
                    <a:cubicBezTo>
                      <a:pt x="1782" y="6110"/>
                      <a:pt x="2589" y="6444"/>
                      <a:pt x="3430" y="64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7276229B-CB24-FD24-554A-1E47938DD2E4}"/>
                  </a:ext>
                </a:extLst>
              </p:cNvPr>
              <p:cNvSpPr/>
              <p:nvPr/>
            </p:nvSpPr>
            <p:spPr>
              <a:xfrm>
                <a:off x="4138027" y="4731288"/>
                <a:ext cx="6343" cy="6345"/>
              </a:xfrm>
              <a:custGeom>
                <a:avLst/>
                <a:gdLst>
                  <a:gd name="connsiteX0" fmla="*/ 3431 w 6343"/>
                  <a:gd name="connsiteY0" fmla="*/ 6444 h 6345"/>
                  <a:gd name="connsiteX1" fmla="*/ 5673 w 6343"/>
                  <a:gd name="connsiteY1" fmla="*/ 5515 h 6345"/>
                  <a:gd name="connsiteX2" fmla="*/ 6602 w 6343"/>
                  <a:gd name="connsiteY2" fmla="*/ 3271 h 6345"/>
                  <a:gd name="connsiteX3" fmla="*/ 5673 w 6343"/>
                  <a:gd name="connsiteY3" fmla="*/ 1028 h 6345"/>
                  <a:gd name="connsiteX4" fmla="*/ 3431 w 6343"/>
                  <a:gd name="connsiteY4" fmla="*/ 99 h 6345"/>
                  <a:gd name="connsiteX5" fmla="*/ 1188 w 6343"/>
                  <a:gd name="connsiteY5" fmla="*/ 1028 h 6345"/>
                  <a:gd name="connsiteX6" fmla="*/ 259 w 6343"/>
                  <a:gd name="connsiteY6" fmla="*/ 3271 h 6345"/>
                  <a:gd name="connsiteX7" fmla="*/ 1188 w 6343"/>
                  <a:gd name="connsiteY7" fmla="*/ 5515 h 6345"/>
                  <a:gd name="connsiteX8" fmla="*/ 3431 w 6343"/>
                  <a:gd name="connsiteY8" fmla="*/ 64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444"/>
                    </a:moveTo>
                    <a:cubicBezTo>
                      <a:pt x="4272" y="6444"/>
                      <a:pt x="5078" y="6110"/>
                      <a:pt x="5673" y="5515"/>
                    </a:cubicBezTo>
                    <a:cubicBezTo>
                      <a:pt x="6268" y="4920"/>
                      <a:pt x="6602" y="4113"/>
                      <a:pt x="6602" y="3271"/>
                    </a:cubicBezTo>
                    <a:cubicBezTo>
                      <a:pt x="6602" y="2430"/>
                      <a:pt x="6268" y="1623"/>
                      <a:pt x="5673" y="1028"/>
                    </a:cubicBezTo>
                    <a:cubicBezTo>
                      <a:pt x="5078" y="433"/>
                      <a:pt x="4272" y="99"/>
                      <a:pt x="3431" y="99"/>
                    </a:cubicBezTo>
                    <a:cubicBezTo>
                      <a:pt x="2589" y="99"/>
                      <a:pt x="1783" y="433"/>
                      <a:pt x="1188" y="1028"/>
                    </a:cubicBezTo>
                    <a:cubicBezTo>
                      <a:pt x="593" y="1623"/>
                      <a:pt x="259" y="2430"/>
                      <a:pt x="259" y="3271"/>
                    </a:cubicBezTo>
                    <a:cubicBezTo>
                      <a:pt x="259" y="4113"/>
                      <a:pt x="593" y="4920"/>
                      <a:pt x="1188" y="5515"/>
                    </a:cubicBezTo>
                    <a:cubicBezTo>
                      <a:pt x="1783" y="6110"/>
                      <a:pt x="2589" y="6444"/>
                      <a:pt x="3431" y="64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87769038-755C-7B8C-74BA-4ADEE4BEE566}"/>
                  </a:ext>
                </a:extLst>
              </p:cNvPr>
              <p:cNvSpPr/>
              <p:nvPr/>
            </p:nvSpPr>
            <p:spPr>
              <a:xfrm>
                <a:off x="4147028" y="4722409"/>
                <a:ext cx="6343" cy="6345"/>
              </a:xfrm>
              <a:custGeom>
                <a:avLst/>
                <a:gdLst>
                  <a:gd name="connsiteX0" fmla="*/ 3431 w 6343"/>
                  <a:gd name="connsiteY0" fmla="*/ 6443 h 6345"/>
                  <a:gd name="connsiteX1" fmla="*/ 5674 w 6343"/>
                  <a:gd name="connsiteY1" fmla="*/ 5514 h 6345"/>
                  <a:gd name="connsiteX2" fmla="*/ 6603 w 6343"/>
                  <a:gd name="connsiteY2" fmla="*/ 3271 h 6345"/>
                  <a:gd name="connsiteX3" fmla="*/ 5674 w 6343"/>
                  <a:gd name="connsiteY3" fmla="*/ 1027 h 6345"/>
                  <a:gd name="connsiteX4" fmla="*/ 3431 w 6343"/>
                  <a:gd name="connsiteY4" fmla="*/ 98 h 6345"/>
                  <a:gd name="connsiteX5" fmla="*/ 1189 w 6343"/>
                  <a:gd name="connsiteY5" fmla="*/ 1027 h 6345"/>
                  <a:gd name="connsiteX6" fmla="*/ 260 w 6343"/>
                  <a:gd name="connsiteY6" fmla="*/ 3271 h 6345"/>
                  <a:gd name="connsiteX7" fmla="*/ 1189 w 6343"/>
                  <a:gd name="connsiteY7" fmla="*/ 5514 h 6345"/>
                  <a:gd name="connsiteX8" fmla="*/ 3431 w 6343"/>
                  <a:gd name="connsiteY8" fmla="*/ 64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443"/>
                    </a:moveTo>
                    <a:cubicBezTo>
                      <a:pt x="4272" y="6443"/>
                      <a:pt x="5079" y="6109"/>
                      <a:pt x="5674" y="5514"/>
                    </a:cubicBezTo>
                    <a:cubicBezTo>
                      <a:pt x="6269" y="4919"/>
                      <a:pt x="6603" y="4112"/>
                      <a:pt x="6603" y="3271"/>
                    </a:cubicBezTo>
                    <a:cubicBezTo>
                      <a:pt x="6603" y="2429"/>
                      <a:pt x="6269" y="1622"/>
                      <a:pt x="5674" y="1027"/>
                    </a:cubicBezTo>
                    <a:cubicBezTo>
                      <a:pt x="5079" y="432"/>
                      <a:pt x="4272" y="98"/>
                      <a:pt x="3431" y="98"/>
                    </a:cubicBezTo>
                    <a:cubicBezTo>
                      <a:pt x="2590" y="98"/>
                      <a:pt x="1783" y="432"/>
                      <a:pt x="1189" y="1027"/>
                    </a:cubicBezTo>
                    <a:cubicBezTo>
                      <a:pt x="594" y="1622"/>
                      <a:pt x="260" y="2429"/>
                      <a:pt x="260" y="3271"/>
                    </a:cubicBezTo>
                    <a:cubicBezTo>
                      <a:pt x="260" y="4112"/>
                      <a:pt x="594" y="4919"/>
                      <a:pt x="1189" y="5514"/>
                    </a:cubicBezTo>
                    <a:cubicBezTo>
                      <a:pt x="1783" y="6109"/>
                      <a:pt x="2590" y="6443"/>
                      <a:pt x="3431" y="64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D403E184-B2AA-E64A-1AEB-2C26273F6EF7}"/>
                  </a:ext>
                </a:extLst>
              </p:cNvPr>
              <p:cNvSpPr/>
              <p:nvPr/>
            </p:nvSpPr>
            <p:spPr>
              <a:xfrm>
                <a:off x="4076768" y="5000137"/>
                <a:ext cx="6343" cy="6345"/>
              </a:xfrm>
              <a:custGeom>
                <a:avLst/>
                <a:gdLst>
                  <a:gd name="connsiteX0" fmla="*/ 3426 w 6343"/>
                  <a:gd name="connsiteY0" fmla="*/ 6465 h 6345"/>
                  <a:gd name="connsiteX1" fmla="*/ 5668 w 6343"/>
                  <a:gd name="connsiteY1" fmla="*/ 5536 h 6345"/>
                  <a:gd name="connsiteX2" fmla="*/ 6597 w 6343"/>
                  <a:gd name="connsiteY2" fmla="*/ 3293 h 6345"/>
                  <a:gd name="connsiteX3" fmla="*/ 5668 w 6343"/>
                  <a:gd name="connsiteY3" fmla="*/ 1049 h 6345"/>
                  <a:gd name="connsiteX4" fmla="*/ 3426 w 6343"/>
                  <a:gd name="connsiteY4" fmla="*/ 120 h 6345"/>
                  <a:gd name="connsiteX5" fmla="*/ 1183 w 6343"/>
                  <a:gd name="connsiteY5" fmla="*/ 1049 h 6345"/>
                  <a:gd name="connsiteX6" fmla="*/ 254 w 6343"/>
                  <a:gd name="connsiteY6" fmla="*/ 3293 h 6345"/>
                  <a:gd name="connsiteX7" fmla="*/ 1183 w 6343"/>
                  <a:gd name="connsiteY7" fmla="*/ 5536 h 6345"/>
                  <a:gd name="connsiteX8" fmla="*/ 3426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65"/>
                    </a:moveTo>
                    <a:cubicBezTo>
                      <a:pt x="4267" y="6465"/>
                      <a:pt x="5074" y="6131"/>
                      <a:pt x="5668" y="5536"/>
                    </a:cubicBezTo>
                    <a:cubicBezTo>
                      <a:pt x="6263" y="4941"/>
                      <a:pt x="6597" y="4134"/>
                      <a:pt x="6597" y="3293"/>
                    </a:cubicBezTo>
                    <a:cubicBezTo>
                      <a:pt x="6597" y="2451"/>
                      <a:pt x="6263" y="1644"/>
                      <a:pt x="5668" y="1049"/>
                    </a:cubicBezTo>
                    <a:cubicBezTo>
                      <a:pt x="5074" y="454"/>
                      <a:pt x="4267" y="120"/>
                      <a:pt x="3426" y="120"/>
                    </a:cubicBezTo>
                    <a:cubicBezTo>
                      <a:pt x="2585" y="120"/>
                      <a:pt x="1778" y="454"/>
                      <a:pt x="1183" y="1049"/>
                    </a:cubicBezTo>
                    <a:cubicBezTo>
                      <a:pt x="588" y="1644"/>
                      <a:pt x="254" y="2451"/>
                      <a:pt x="254" y="3293"/>
                    </a:cubicBezTo>
                    <a:cubicBezTo>
                      <a:pt x="254" y="4134"/>
                      <a:pt x="588" y="4941"/>
                      <a:pt x="1183" y="5536"/>
                    </a:cubicBezTo>
                    <a:cubicBezTo>
                      <a:pt x="1778" y="6131"/>
                      <a:pt x="2585" y="6465"/>
                      <a:pt x="3426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B90204C1-314E-4F46-5AAA-24B8198E6DCA}"/>
                  </a:ext>
                </a:extLst>
              </p:cNvPr>
              <p:cNvSpPr/>
              <p:nvPr/>
            </p:nvSpPr>
            <p:spPr>
              <a:xfrm>
                <a:off x="4094709" y="4954040"/>
                <a:ext cx="6343" cy="6345"/>
              </a:xfrm>
              <a:custGeom>
                <a:avLst/>
                <a:gdLst>
                  <a:gd name="connsiteX0" fmla="*/ 3427 w 6343"/>
                  <a:gd name="connsiteY0" fmla="*/ 6462 h 6345"/>
                  <a:gd name="connsiteX1" fmla="*/ 5670 w 6343"/>
                  <a:gd name="connsiteY1" fmla="*/ 5532 h 6345"/>
                  <a:gd name="connsiteX2" fmla="*/ 6599 w 6343"/>
                  <a:gd name="connsiteY2" fmla="*/ 3289 h 6345"/>
                  <a:gd name="connsiteX3" fmla="*/ 5670 w 6343"/>
                  <a:gd name="connsiteY3" fmla="*/ 1045 h 6345"/>
                  <a:gd name="connsiteX4" fmla="*/ 3427 w 6343"/>
                  <a:gd name="connsiteY4" fmla="*/ 116 h 6345"/>
                  <a:gd name="connsiteX5" fmla="*/ 1185 w 6343"/>
                  <a:gd name="connsiteY5" fmla="*/ 1045 h 6345"/>
                  <a:gd name="connsiteX6" fmla="*/ 256 w 6343"/>
                  <a:gd name="connsiteY6" fmla="*/ 3289 h 6345"/>
                  <a:gd name="connsiteX7" fmla="*/ 1185 w 6343"/>
                  <a:gd name="connsiteY7" fmla="*/ 5532 h 6345"/>
                  <a:gd name="connsiteX8" fmla="*/ 3427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62"/>
                    </a:moveTo>
                    <a:cubicBezTo>
                      <a:pt x="4268" y="6462"/>
                      <a:pt x="5075" y="6127"/>
                      <a:pt x="5670" y="5532"/>
                    </a:cubicBezTo>
                    <a:cubicBezTo>
                      <a:pt x="6265" y="4937"/>
                      <a:pt x="6599" y="4130"/>
                      <a:pt x="6599" y="3289"/>
                    </a:cubicBezTo>
                    <a:cubicBezTo>
                      <a:pt x="6599" y="2447"/>
                      <a:pt x="6265" y="1640"/>
                      <a:pt x="5670" y="1045"/>
                    </a:cubicBezTo>
                    <a:cubicBezTo>
                      <a:pt x="5075" y="450"/>
                      <a:pt x="4268" y="116"/>
                      <a:pt x="3427" y="116"/>
                    </a:cubicBezTo>
                    <a:cubicBezTo>
                      <a:pt x="2586" y="116"/>
                      <a:pt x="1779" y="450"/>
                      <a:pt x="1185" y="1045"/>
                    </a:cubicBezTo>
                    <a:cubicBezTo>
                      <a:pt x="590" y="1640"/>
                      <a:pt x="256" y="2447"/>
                      <a:pt x="256" y="3289"/>
                    </a:cubicBezTo>
                    <a:cubicBezTo>
                      <a:pt x="256" y="4130"/>
                      <a:pt x="590" y="4937"/>
                      <a:pt x="1185" y="5532"/>
                    </a:cubicBezTo>
                    <a:cubicBezTo>
                      <a:pt x="1779" y="6127"/>
                      <a:pt x="2586" y="6462"/>
                      <a:pt x="3427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9AB8F241-B7B2-5E74-91C0-17A67C3D818A}"/>
                  </a:ext>
                </a:extLst>
              </p:cNvPr>
              <p:cNvSpPr/>
              <p:nvPr/>
            </p:nvSpPr>
            <p:spPr>
              <a:xfrm>
                <a:off x="4099711" y="4954684"/>
                <a:ext cx="6343" cy="6345"/>
              </a:xfrm>
              <a:custGeom>
                <a:avLst/>
                <a:gdLst>
                  <a:gd name="connsiteX0" fmla="*/ 3428 w 6343"/>
                  <a:gd name="connsiteY0" fmla="*/ 6462 h 6345"/>
                  <a:gd name="connsiteX1" fmla="*/ 5670 w 6343"/>
                  <a:gd name="connsiteY1" fmla="*/ 5532 h 6345"/>
                  <a:gd name="connsiteX2" fmla="*/ 6599 w 6343"/>
                  <a:gd name="connsiteY2" fmla="*/ 3289 h 6345"/>
                  <a:gd name="connsiteX3" fmla="*/ 5670 w 6343"/>
                  <a:gd name="connsiteY3" fmla="*/ 1046 h 6345"/>
                  <a:gd name="connsiteX4" fmla="*/ 3428 w 6343"/>
                  <a:gd name="connsiteY4" fmla="*/ 116 h 6345"/>
                  <a:gd name="connsiteX5" fmla="*/ 1185 w 6343"/>
                  <a:gd name="connsiteY5" fmla="*/ 1046 h 6345"/>
                  <a:gd name="connsiteX6" fmla="*/ 256 w 6343"/>
                  <a:gd name="connsiteY6" fmla="*/ 3289 h 6345"/>
                  <a:gd name="connsiteX7" fmla="*/ 1185 w 6343"/>
                  <a:gd name="connsiteY7" fmla="*/ 5532 h 6345"/>
                  <a:gd name="connsiteX8" fmla="*/ 3428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62"/>
                    </a:moveTo>
                    <a:cubicBezTo>
                      <a:pt x="4269" y="6462"/>
                      <a:pt x="5075" y="6127"/>
                      <a:pt x="5670" y="5532"/>
                    </a:cubicBezTo>
                    <a:cubicBezTo>
                      <a:pt x="6265" y="4937"/>
                      <a:pt x="6599" y="4130"/>
                      <a:pt x="6599" y="3289"/>
                    </a:cubicBezTo>
                    <a:cubicBezTo>
                      <a:pt x="6599" y="2448"/>
                      <a:pt x="6265" y="1640"/>
                      <a:pt x="5670" y="1046"/>
                    </a:cubicBezTo>
                    <a:cubicBezTo>
                      <a:pt x="5075" y="451"/>
                      <a:pt x="4269" y="116"/>
                      <a:pt x="3428" y="116"/>
                    </a:cubicBezTo>
                    <a:cubicBezTo>
                      <a:pt x="2586" y="116"/>
                      <a:pt x="1780" y="451"/>
                      <a:pt x="1185" y="1046"/>
                    </a:cubicBezTo>
                    <a:cubicBezTo>
                      <a:pt x="590" y="1640"/>
                      <a:pt x="256" y="2448"/>
                      <a:pt x="256" y="3289"/>
                    </a:cubicBezTo>
                    <a:cubicBezTo>
                      <a:pt x="256" y="4130"/>
                      <a:pt x="590" y="4937"/>
                      <a:pt x="1185" y="5532"/>
                    </a:cubicBezTo>
                    <a:cubicBezTo>
                      <a:pt x="1780" y="6127"/>
                      <a:pt x="2586" y="6462"/>
                      <a:pt x="3428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F2E3A4CC-BC05-7BCB-CC74-CE2FB855DEB7}"/>
                  </a:ext>
                </a:extLst>
              </p:cNvPr>
              <p:cNvSpPr/>
              <p:nvPr/>
            </p:nvSpPr>
            <p:spPr>
              <a:xfrm>
                <a:off x="4099103" y="4974254"/>
                <a:ext cx="6343" cy="6345"/>
              </a:xfrm>
              <a:custGeom>
                <a:avLst/>
                <a:gdLst>
                  <a:gd name="connsiteX0" fmla="*/ 3427 w 6343"/>
                  <a:gd name="connsiteY0" fmla="*/ 6463 h 6345"/>
                  <a:gd name="connsiteX1" fmla="*/ 5670 w 6343"/>
                  <a:gd name="connsiteY1" fmla="*/ 5534 h 6345"/>
                  <a:gd name="connsiteX2" fmla="*/ 6599 w 6343"/>
                  <a:gd name="connsiteY2" fmla="*/ 3290 h 6345"/>
                  <a:gd name="connsiteX3" fmla="*/ 5670 w 6343"/>
                  <a:gd name="connsiteY3" fmla="*/ 1047 h 6345"/>
                  <a:gd name="connsiteX4" fmla="*/ 3427 w 6343"/>
                  <a:gd name="connsiteY4" fmla="*/ 118 h 6345"/>
                  <a:gd name="connsiteX5" fmla="*/ 1185 w 6343"/>
                  <a:gd name="connsiteY5" fmla="*/ 1047 h 6345"/>
                  <a:gd name="connsiteX6" fmla="*/ 256 w 6343"/>
                  <a:gd name="connsiteY6" fmla="*/ 3290 h 6345"/>
                  <a:gd name="connsiteX7" fmla="*/ 1185 w 6343"/>
                  <a:gd name="connsiteY7" fmla="*/ 5534 h 6345"/>
                  <a:gd name="connsiteX8" fmla="*/ 3427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63"/>
                    </a:moveTo>
                    <a:cubicBezTo>
                      <a:pt x="4269" y="6463"/>
                      <a:pt x="5075" y="6129"/>
                      <a:pt x="5670" y="5534"/>
                    </a:cubicBezTo>
                    <a:cubicBezTo>
                      <a:pt x="6265" y="4939"/>
                      <a:pt x="6599" y="4132"/>
                      <a:pt x="6599" y="3290"/>
                    </a:cubicBezTo>
                    <a:cubicBezTo>
                      <a:pt x="6599" y="2449"/>
                      <a:pt x="6265" y="1642"/>
                      <a:pt x="5670" y="1047"/>
                    </a:cubicBezTo>
                    <a:cubicBezTo>
                      <a:pt x="5075" y="452"/>
                      <a:pt x="4269" y="118"/>
                      <a:pt x="3427" y="118"/>
                    </a:cubicBezTo>
                    <a:cubicBezTo>
                      <a:pt x="2586" y="118"/>
                      <a:pt x="1780" y="452"/>
                      <a:pt x="1185" y="1047"/>
                    </a:cubicBezTo>
                    <a:cubicBezTo>
                      <a:pt x="590" y="1642"/>
                      <a:pt x="256" y="2449"/>
                      <a:pt x="256" y="3290"/>
                    </a:cubicBezTo>
                    <a:cubicBezTo>
                      <a:pt x="256" y="4132"/>
                      <a:pt x="590" y="4939"/>
                      <a:pt x="1185" y="5534"/>
                    </a:cubicBezTo>
                    <a:cubicBezTo>
                      <a:pt x="1780" y="6129"/>
                      <a:pt x="2586" y="6463"/>
                      <a:pt x="3427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1A9F6698-9732-7346-3C18-BD718DBF0743}"/>
                  </a:ext>
                </a:extLst>
              </p:cNvPr>
              <p:cNvSpPr/>
              <p:nvPr/>
            </p:nvSpPr>
            <p:spPr>
              <a:xfrm>
                <a:off x="4102828" y="4978754"/>
                <a:ext cx="6343" cy="6345"/>
              </a:xfrm>
              <a:custGeom>
                <a:avLst/>
                <a:gdLst>
                  <a:gd name="connsiteX0" fmla="*/ 3428 w 6343"/>
                  <a:gd name="connsiteY0" fmla="*/ 6464 h 6345"/>
                  <a:gd name="connsiteX1" fmla="*/ 5670 w 6343"/>
                  <a:gd name="connsiteY1" fmla="*/ 5534 h 6345"/>
                  <a:gd name="connsiteX2" fmla="*/ 6599 w 6343"/>
                  <a:gd name="connsiteY2" fmla="*/ 3291 h 6345"/>
                  <a:gd name="connsiteX3" fmla="*/ 5670 w 6343"/>
                  <a:gd name="connsiteY3" fmla="*/ 1047 h 6345"/>
                  <a:gd name="connsiteX4" fmla="*/ 3428 w 6343"/>
                  <a:gd name="connsiteY4" fmla="*/ 118 h 6345"/>
                  <a:gd name="connsiteX5" fmla="*/ 1185 w 6343"/>
                  <a:gd name="connsiteY5" fmla="*/ 1047 h 6345"/>
                  <a:gd name="connsiteX6" fmla="*/ 256 w 6343"/>
                  <a:gd name="connsiteY6" fmla="*/ 3291 h 6345"/>
                  <a:gd name="connsiteX7" fmla="*/ 1185 w 6343"/>
                  <a:gd name="connsiteY7" fmla="*/ 5534 h 6345"/>
                  <a:gd name="connsiteX8" fmla="*/ 3428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64"/>
                    </a:moveTo>
                    <a:cubicBezTo>
                      <a:pt x="4269" y="6464"/>
                      <a:pt x="5076" y="6129"/>
                      <a:pt x="5670" y="5534"/>
                    </a:cubicBezTo>
                    <a:cubicBezTo>
                      <a:pt x="6265" y="4939"/>
                      <a:pt x="6599" y="4132"/>
                      <a:pt x="6599" y="3291"/>
                    </a:cubicBezTo>
                    <a:cubicBezTo>
                      <a:pt x="6599" y="2449"/>
                      <a:pt x="6265" y="1642"/>
                      <a:pt x="5670" y="1047"/>
                    </a:cubicBezTo>
                    <a:cubicBezTo>
                      <a:pt x="5076" y="452"/>
                      <a:pt x="4269" y="118"/>
                      <a:pt x="3428" y="118"/>
                    </a:cubicBezTo>
                    <a:cubicBezTo>
                      <a:pt x="2587" y="118"/>
                      <a:pt x="1780" y="452"/>
                      <a:pt x="1185" y="1047"/>
                    </a:cubicBezTo>
                    <a:cubicBezTo>
                      <a:pt x="590" y="1642"/>
                      <a:pt x="256" y="2449"/>
                      <a:pt x="256" y="3291"/>
                    </a:cubicBezTo>
                    <a:cubicBezTo>
                      <a:pt x="256" y="4132"/>
                      <a:pt x="590" y="4939"/>
                      <a:pt x="1185" y="5534"/>
                    </a:cubicBezTo>
                    <a:cubicBezTo>
                      <a:pt x="1780" y="6129"/>
                      <a:pt x="2587" y="6464"/>
                      <a:pt x="3428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D47AAA3E-3DF6-9867-0371-FA2576F42E19}"/>
                  </a:ext>
                </a:extLst>
              </p:cNvPr>
              <p:cNvSpPr/>
              <p:nvPr/>
            </p:nvSpPr>
            <p:spPr>
              <a:xfrm>
                <a:off x="4107592" y="4979769"/>
                <a:ext cx="6343" cy="6345"/>
              </a:xfrm>
              <a:custGeom>
                <a:avLst/>
                <a:gdLst>
                  <a:gd name="connsiteX0" fmla="*/ 3428 w 6343"/>
                  <a:gd name="connsiteY0" fmla="*/ 6464 h 6345"/>
                  <a:gd name="connsiteX1" fmla="*/ 5671 w 6343"/>
                  <a:gd name="connsiteY1" fmla="*/ 5534 h 6345"/>
                  <a:gd name="connsiteX2" fmla="*/ 6600 w 6343"/>
                  <a:gd name="connsiteY2" fmla="*/ 3291 h 6345"/>
                  <a:gd name="connsiteX3" fmla="*/ 5671 w 6343"/>
                  <a:gd name="connsiteY3" fmla="*/ 1047 h 6345"/>
                  <a:gd name="connsiteX4" fmla="*/ 3428 w 6343"/>
                  <a:gd name="connsiteY4" fmla="*/ 118 h 6345"/>
                  <a:gd name="connsiteX5" fmla="*/ 1186 w 6343"/>
                  <a:gd name="connsiteY5" fmla="*/ 1047 h 6345"/>
                  <a:gd name="connsiteX6" fmla="*/ 257 w 6343"/>
                  <a:gd name="connsiteY6" fmla="*/ 3291 h 6345"/>
                  <a:gd name="connsiteX7" fmla="*/ 1186 w 6343"/>
                  <a:gd name="connsiteY7" fmla="*/ 5534 h 6345"/>
                  <a:gd name="connsiteX8" fmla="*/ 3428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64"/>
                    </a:moveTo>
                    <a:cubicBezTo>
                      <a:pt x="4269" y="6464"/>
                      <a:pt x="5076" y="6129"/>
                      <a:pt x="5671" y="5534"/>
                    </a:cubicBezTo>
                    <a:cubicBezTo>
                      <a:pt x="6266" y="4939"/>
                      <a:pt x="6600" y="4132"/>
                      <a:pt x="6600" y="3291"/>
                    </a:cubicBezTo>
                    <a:cubicBezTo>
                      <a:pt x="6600" y="2450"/>
                      <a:pt x="6266" y="1642"/>
                      <a:pt x="5671" y="1047"/>
                    </a:cubicBezTo>
                    <a:cubicBezTo>
                      <a:pt x="5076" y="453"/>
                      <a:pt x="4269" y="118"/>
                      <a:pt x="3428" y="118"/>
                    </a:cubicBezTo>
                    <a:cubicBezTo>
                      <a:pt x="2587" y="118"/>
                      <a:pt x="1780" y="453"/>
                      <a:pt x="1186" y="1047"/>
                    </a:cubicBezTo>
                    <a:cubicBezTo>
                      <a:pt x="591" y="1642"/>
                      <a:pt x="257" y="2450"/>
                      <a:pt x="257" y="3291"/>
                    </a:cubicBezTo>
                    <a:cubicBezTo>
                      <a:pt x="257" y="4132"/>
                      <a:pt x="591" y="4939"/>
                      <a:pt x="1186" y="5534"/>
                    </a:cubicBezTo>
                    <a:cubicBezTo>
                      <a:pt x="1780" y="6129"/>
                      <a:pt x="2587" y="6464"/>
                      <a:pt x="3428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58079F4D-75B6-93E4-F3BD-876DF2DD752D}"/>
                  </a:ext>
                </a:extLst>
              </p:cNvPr>
              <p:cNvSpPr/>
              <p:nvPr/>
            </p:nvSpPr>
            <p:spPr>
              <a:xfrm>
                <a:off x="4111994" y="4981949"/>
                <a:ext cx="6343" cy="6345"/>
              </a:xfrm>
              <a:custGeom>
                <a:avLst/>
                <a:gdLst>
                  <a:gd name="connsiteX0" fmla="*/ 3429 w 6343"/>
                  <a:gd name="connsiteY0" fmla="*/ 6464 h 6345"/>
                  <a:gd name="connsiteX1" fmla="*/ 5671 w 6343"/>
                  <a:gd name="connsiteY1" fmla="*/ 5535 h 6345"/>
                  <a:gd name="connsiteX2" fmla="*/ 6600 w 6343"/>
                  <a:gd name="connsiteY2" fmla="*/ 3291 h 6345"/>
                  <a:gd name="connsiteX3" fmla="*/ 5671 w 6343"/>
                  <a:gd name="connsiteY3" fmla="*/ 1048 h 6345"/>
                  <a:gd name="connsiteX4" fmla="*/ 3429 w 6343"/>
                  <a:gd name="connsiteY4" fmla="*/ 118 h 6345"/>
                  <a:gd name="connsiteX5" fmla="*/ 1186 w 6343"/>
                  <a:gd name="connsiteY5" fmla="*/ 1048 h 6345"/>
                  <a:gd name="connsiteX6" fmla="*/ 257 w 6343"/>
                  <a:gd name="connsiteY6" fmla="*/ 3291 h 6345"/>
                  <a:gd name="connsiteX7" fmla="*/ 1186 w 6343"/>
                  <a:gd name="connsiteY7" fmla="*/ 5535 h 6345"/>
                  <a:gd name="connsiteX8" fmla="*/ 3429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64"/>
                    </a:moveTo>
                    <a:cubicBezTo>
                      <a:pt x="4270" y="6464"/>
                      <a:pt x="5076" y="6130"/>
                      <a:pt x="5671" y="5535"/>
                    </a:cubicBezTo>
                    <a:cubicBezTo>
                      <a:pt x="6266" y="4940"/>
                      <a:pt x="6600" y="4133"/>
                      <a:pt x="6600" y="3291"/>
                    </a:cubicBezTo>
                    <a:cubicBezTo>
                      <a:pt x="6600" y="2450"/>
                      <a:pt x="6266" y="1643"/>
                      <a:pt x="5671" y="1048"/>
                    </a:cubicBezTo>
                    <a:cubicBezTo>
                      <a:pt x="5076" y="453"/>
                      <a:pt x="4270" y="118"/>
                      <a:pt x="3429" y="118"/>
                    </a:cubicBezTo>
                    <a:cubicBezTo>
                      <a:pt x="2587" y="118"/>
                      <a:pt x="1781" y="453"/>
                      <a:pt x="1186" y="1048"/>
                    </a:cubicBezTo>
                    <a:cubicBezTo>
                      <a:pt x="591" y="1643"/>
                      <a:pt x="257" y="2450"/>
                      <a:pt x="257" y="3291"/>
                    </a:cubicBezTo>
                    <a:cubicBezTo>
                      <a:pt x="257" y="4133"/>
                      <a:pt x="591" y="4940"/>
                      <a:pt x="1186" y="5535"/>
                    </a:cubicBezTo>
                    <a:cubicBezTo>
                      <a:pt x="1781" y="6130"/>
                      <a:pt x="2587" y="6464"/>
                      <a:pt x="3429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99008383-4563-01F8-F4A0-6DFA55FCEC74}"/>
                  </a:ext>
                </a:extLst>
              </p:cNvPr>
              <p:cNvSpPr/>
              <p:nvPr/>
            </p:nvSpPr>
            <p:spPr>
              <a:xfrm>
                <a:off x="4181785" y="4782189"/>
                <a:ext cx="6343" cy="6345"/>
              </a:xfrm>
              <a:custGeom>
                <a:avLst/>
                <a:gdLst>
                  <a:gd name="connsiteX0" fmla="*/ 3434 w 6343"/>
                  <a:gd name="connsiteY0" fmla="*/ 6448 h 6345"/>
                  <a:gd name="connsiteX1" fmla="*/ 5677 w 6343"/>
                  <a:gd name="connsiteY1" fmla="*/ 5519 h 6345"/>
                  <a:gd name="connsiteX2" fmla="*/ 6606 w 6343"/>
                  <a:gd name="connsiteY2" fmla="*/ 3275 h 6345"/>
                  <a:gd name="connsiteX3" fmla="*/ 5677 w 6343"/>
                  <a:gd name="connsiteY3" fmla="*/ 1032 h 6345"/>
                  <a:gd name="connsiteX4" fmla="*/ 3434 w 6343"/>
                  <a:gd name="connsiteY4" fmla="*/ 103 h 6345"/>
                  <a:gd name="connsiteX5" fmla="*/ 1191 w 6343"/>
                  <a:gd name="connsiteY5" fmla="*/ 1032 h 6345"/>
                  <a:gd name="connsiteX6" fmla="*/ 262 w 6343"/>
                  <a:gd name="connsiteY6" fmla="*/ 3275 h 6345"/>
                  <a:gd name="connsiteX7" fmla="*/ 1191 w 6343"/>
                  <a:gd name="connsiteY7" fmla="*/ 5519 h 6345"/>
                  <a:gd name="connsiteX8" fmla="*/ 3434 w 6343"/>
                  <a:gd name="connsiteY8" fmla="*/ 64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448"/>
                    </a:moveTo>
                    <a:cubicBezTo>
                      <a:pt x="4275" y="6448"/>
                      <a:pt x="5082" y="6114"/>
                      <a:pt x="5677" y="5519"/>
                    </a:cubicBezTo>
                    <a:cubicBezTo>
                      <a:pt x="6271" y="4924"/>
                      <a:pt x="6606" y="4117"/>
                      <a:pt x="6606" y="3275"/>
                    </a:cubicBezTo>
                    <a:cubicBezTo>
                      <a:pt x="6606" y="2434"/>
                      <a:pt x="6271" y="1627"/>
                      <a:pt x="5677" y="1032"/>
                    </a:cubicBezTo>
                    <a:cubicBezTo>
                      <a:pt x="5082" y="437"/>
                      <a:pt x="4275" y="103"/>
                      <a:pt x="3434" y="103"/>
                    </a:cubicBezTo>
                    <a:cubicBezTo>
                      <a:pt x="2593" y="103"/>
                      <a:pt x="1786" y="437"/>
                      <a:pt x="1191" y="1032"/>
                    </a:cubicBezTo>
                    <a:cubicBezTo>
                      <a:pt x="597" y="1627"/>
                      <a:pt x="262" y="2434"/>
                      <a:pt x="262" y="3275"/>
                    </a:cubicBezTo>
                    <a:cubicBezTo>
                      <a:pt x="262" y="4117"/>
                      <a:pt x="597" y="4924"/>
                      <a:pt x="1191" y="5519"/>
                    </a:cubicBezTo>
                    <a:cubicBezTo>
                      <a:pt x="1786" y="6114"/>
                      <a:pt x="2593" y="6448"/>
                      <a:pt x="3434" y="64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35177CC1-7B41-AEFC-CD0C-6983280659A4}"/>
                  </a:ext>
                </a:extLst>
              </p:cNvPr>
              <p:cNvSpPr/>
              <p:nvPr/>
            </p:nvSpPr>
            <p:spPr>
              <a:xfrm>
                <a:off x="4174534" y="4823700"/>
                <a:ext cx="6343" cy="6345"/>
              </a:xfrm>
              <a:custGeom>
                <a:avLst/>
                <a:gdLst>
                  <a:gd name="connsiteX0" fmla="*/ 3433 w 6343"/>
                  <a:gd name="connsiteY0" fmla="*/ 6451 h 6345"/>
                  <a:gd name="connsiteX1" fmla="*/ 5676 w 6343"/>
                  <a:gd name="connsiteY1" fmla="*/ 5522 h 6345"/>
                  <a:gd name="connsiteX2" fmla="*/ 6605 w 6343"/>
                  <a:gd name="connsiteY2" fmla="*/ 3279 h 6345"/>
                  <a:gd name="connsiteX3" fmla="*/ 5676 w 6343"/>
                  <a:gd name="connsiteY3" fmla="*/ 1035 h 6345"/>
                  <a:gd name="connsiteX4" fmla="*/ 3433 w 6343"/>
                  <a:gd name="connsiteY4" fmla="*/ 106 h 6345"/>
                  <a:gd name="connsiteX5" fmla="*/ 1191 w 6343"/>
                  <a:gd name="connsiteY5" fmla="*/ 1035 h 6345"/>
                  <a:gd name="connsiteX6" fmla="*/ 262 w 6343"/>
                  <a:gd name="connsiteY6" fmla="*/ 3279 h 6345"/>
                  <a:gd name="connsiteX7" fmla="*/ 1191 w 6343"/>
                  <a:gd name="connsiteY7" fmla="*/ 5522 h 6345"/>
                  <a:gd name="connsiteX8" fmla="*/ 3433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451"/>
                    </a:moveTo>
                    <a:cubicBezTo>
                      <a:pt x="4275" y="6451"/>
                      <a:pt x="5081" y="6117"/>
                      <a:pt x="5676" y="5522"/>
                    </a:cubicBezTo>
                    <a:cubicBezTo>
                      <a:pt x="6271" y="4927"/>
                      <a:pt x="6605" y="4120"/>
                      <a:pt x="6605" y="3279"/>
                    </a:cubicBezTo>
                    <a:cubicBezTo>
                      <a:pt x="6605" y="2437"/>
                      <a:pt x="6271" y="1630"/>
                      <a:pt x="5676" y="1035"/>
                    </a:cubicBezTo>
                    <a:cubicBezTo>
                      <a:pt x="5081" y="440"/>
                      <a:pt x="4275" y="106"/>
                      <a:pt x="3433" y="106"/>
                    </a:cubicBezTo>
                    <a:cubicBezTo>
                      <a:pt x="2592" y="106"/>
                      <a:pt x="1786" y="440"/>
                      <a:pt x="1191" y="1035"/>
                    </a:cubicBezTo>
                    <a:cubicBezTo>
                      <a:pt x="596" y="1630"/>
                      <a:pt x="262" y="2437"/>
                      <a:pt x="262" y="3279"/>
                    </a:cubicBezTo>
                    <a:cubicBezTo>
                      <a:pt x="262" y="4120"/>
                      <a:pt x="596" y="4927"/>
                      <a:pt x="1191" y="5522"/>
                    </a:cubicBezTo>
                    <a:cubicBezTo>
                      <a:pt x="1786" y="6117"/>
                      <a:pt x="2592" y="6451"/>
                      <a:pt x="3433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10CF0259-37FA-3F83-0C8A-3F5A4F27DAA8}"/>
                  </a:ext>
                </a:extLst>
              </p:cNvPr>
              <p:cNvSpPr/>
              <p:nvPr/>
            </p:nvSpPr>
            <p:spPr>
              <a:xfrm>
                <a:off x="4179193" y="4828319"/>
                <a:ext cx="6343" cy="6345"/>
              </a:xfrm>
              <a:custGeom>
                <a:avLst/>
                <a:gdLst>
                  <a:gd name="connsiteX0" fmla="*/ 3434 w 6343"/>
                  <a:gd name="connsiteY0" fmla="*/ 6452 h 6345"/>
                  <a:gd name="connsiteX1" fmla="*/ 5676 w 6343"/>
                  <a:gd name="connsiteY1" fmla="*/ 5522 h 6345"/>
                  <a:gd name="connsiteX2" fmla="*/ 6605 w 6343"/>
                  <a:gd name="connsiteY2" fmla="*/ 3279 h 6345"/>
                  <a:gd name="connsiteX3" fmla="*/ 5676 w 6343"/>
                  <a:gd name="connsiteY3" fmla="*/ 1036 h 6345"/>
                  <a:gd name="connsiteX4" fmla="*/ 3434 w 6343"/>
                  <a:gd name="connsiteY4" fmla="*/ 106 h 6345"/>
                  <a:gd name="connsiteX5" fmla="*/ 1191 w 6343"/>
                  <a:gd name="connsiteY5" fmla="*/ 1036 h 6345"/>
                  <a:gd name="connsiteX6" fmla="*/ 262 w 6343"/>
                  <a:gd name="connsiteY6" fmla="*/ 3279 h 6345"/>
                  <a:gd name="connsiteX7" fmla="*/ 1191 w 6343"/>
                  <a:gd name="connsiteY7" fmla="*/ 5522 h 6345"/>
                  <a:gd name="connsiteX8" fmla="*/ 3434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452"/>
                    </a:moveTo>
                    <a:cubicBezTo>
                      <a:pt x="4275" y="6452"/>
                      <a:pt x="5082" y="6117"/>
                      <a:pt x="5676" y="5522"/>
                    </a:cubicBezTo>
                    <a:cubicBezTo>
                      <a:pt x="6271" y="4927"/>
                      <a:pt x="6605" y="4120"/>
                      <a:pt x="6605" y="3279"/>
                    </a:cubicBezTo>
                    <a:cubicBezTo>
                      <a:pt x="6605" y="2438"/>
                      <a:pt x="6271" y="1631"/>
                      <a:pt x="5676" y="1036"/>
                    </a:cubicBezTo>
                    <a:cubicBezTo>
                      <a:pt x="5082" y="441"/>
                      <a:pt x="4275" y="106"/>
                      <a:pt x="3434" y="106"/>
                    </a:cubicBezTo>
                    <a:cubicBezTo>
                      <a:pt x="2593" y="106"/>
                      <a:pt x="1786" y="441"/>
                      <a:pt x="1191" y="1036"/>
                    </a:cubicBezTo>
                    <a:cubicBezTo>
                      <a:pt x="596" y="1631"/>
                      <a:pt x="262" y="2438"/>
                      <a:pt x="262" y="3279"/>
                    </a:cubicBezTo>
                    <a:cubicBezTo>
                      <a:pt x="262" y="4120"/>
                      <a:pt x="596" y="4927"/>
                      <a:pt x="1191" y="5522"/>
                    </a:cubicBezTo>
                    <a:cubicBezTo>
                      <a:pt x="1786" y="6117"/>
                      <a:pt x="2593" y="6452"/>
                      <a:pt x="3434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B1F785CB-9462-D96F-D100-2C8000EA7D52}"/>
                  </a:ext>
                </a:extLst>
              </p:cNvPr>
              <p:cNvSpPr/>
              <p:nvPr/>
            </p:nvSpPr>
            <p:spPr>
              <a:xfrm>
                <a:off x="4152063" y="4925154"/>
                <a:ext cx="6343" cy="6345"/>
              </a:xfrm>
              <a:custGeom>
                <a:avLst/>
                <a:gdLst>
                  <a:gd name="connsiteX0" fmla="*/ 3432 w 6343"/>
                  <a:gd name="connsiteY0" fmla="*/ 6459 h 6345"/>
                  <a:gd name="connsiteX1" fmla="*/ 5674 w 6343"/>
                  <a:gd name="connsiteY1" fmla="*/ 5530 h 6345"/>
                  <a:gd name="connsiteX2" fmla="*/ 6603 w 6343"/>
                  <a:gd name="connsiteY2" fmla="*/ 3287 h 6345"/>
                  <a:gd name="connsiteX3" fmla="*/ 5674 w 6343"/>
                  <a:gd name="connsiteY3" fmla="*/ 1043 h 6345"/>
                  <a:gd name="connsiteX4" fmla="*/ 3432 w 6343"/>
                  <a:gd name="connsiteY4" fmla="*/ 114 h 6345"/>
                  <a:gd name="connsiteX5" fmla="*/ 1189 w 6343"/>
                  <a:gd name="connsiteY5" fmla="*/ 1043 h 6345"/>
                  <a:gd name="connsiteX6" fmla="*/ 260 w 6343"/>
                  <a:gd name="connsiteY6" fmla="*/ 3287 h 6345"/>
                  <a:gd name="connsiteX7" fmla="*/ 1189 w 6343"/>
                  <a:gd name="connsiteY7" fmla="*/ 5530 h 6345"/>
                  <a:gd name="connsiteX8" fmla="*/ 3432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459"/>
                    </a:moveTo>
                    <a:cubicBezTo>
                      <a:pt x="4273" y="6459"/>
                      <a:pt x="5080" y="6125"/>
                      <a:pt x="5674" y="5530"/>
                    </a:cubicBezTo>
                    <a:cubicBezTo>
                      <a:pt x="6269" y="4935"/>
                      <a:pt x="6603" y="4128"/>
                      <a:pt x="6603" y="3287"/>
                    </a:cubicBezTo>
                    <a:cubicBezTo>
                      <a:pt x="6603" y="2445"/>
                      <a:pt x="6269" y="1638"/>
                      <a:pt x="5674" y="1043"/>
                    </a:cubicBezTo>
                    <a:cubicBezTo>
                      <a:pt x="5080" y="448"/>
                      <a:pt x="4273" y="114"/>
                      <a:pt x="3432" y="114"/>
                    </a:cubicBezTo>
                    <a:cubicBezTo>
                      <a:pt x="2591" y="114"/>
                      <a:pt x="1784" y="448"/>
                      <a:pt x="1189" y="1043"/>
                    </a:cubicBezTo>
                    <a:cubicBezTo>
                      <a:pt x="594" y="1638"/>
                      <a:pt x="260" y="2445"/>
                      <a:pt x="260" y="3287"/>
                    </a:cubicBezTo>
                    <a:cubicBezTo>
                      <a:pt x="260" y="4128"/>
                      <a:pt x="594" y="4935"/>
                      <a:pt x="1189" y="5530"/>
                    </a:cubicBezTo>
                    <a:cubicBezTo>
                      <a:pt x="1784" y="6125"/>
                      <a:pt x="2591" y="6459"/>
                      <a:pt x="3432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756388C6-57F6-DDD3-A789-152B0D12A5D5}"/>
                  </a:ext>
                </a:extLst>
              </p:cNvPr>
              <p:cNvSpPr/>
              <p:nvPr/>
            </p:nvSpPr>
            <p:spPr>
              <a:xfrm>
                <a:off x="4157660" y="4925085"/>
                <a:ext cx="6343" cy="6345"/>
              </a:xfrm>
              <a:custGeom>
                <a:avLst/>
                <a:gdLst>
                  <a:gd name="connsiteX0" fmla="*/ 3432 w 6343"/>
                  <a:gd name="connsiteY0" fmla="*/ 6459 h 6345"/>
                  <a:gd name="connsiteX1" fmla="*/ 5675 w 6343"/>
                  <a:gd name="connsiteY1" fmla="*/ 5530 h 6345"/>
                  <a:gd name="connsiteX2" fmla="*/ 6604 w 6343"/>
                  <a:gd name="connsiteY2" fmla="*/ 3287 h 6345"/>
                  <a:gd name="connsiteX3" fmla="*/ 5675 w 6343"/>
                  <a:gd name="connsiteY3" fmla="*/ 1043 h 6345"/>
                  <a:gd name="connsiteX4" fmla="*/ 3432 w 6343"/>
                  <a:gd name="connsiteY4" fmla="*/ 114 h 6345"/>
                  <a:gd name="connsiteX5" fmla="*/ 1189 w 6343"/>
                  <a:gd name="connsiteY5" fmla="*/ 1043 h 6345"/>
                  <a:gd name="connsiteX6" fmla="*/ 261 w 6343"/>
                  <a:gd name="connsiteY6" fmla="*/ 3287 h 6345"/>
                  <a:gd name="connsiteX7" fmla="*/ 1189 w 6343"/>
                  <a:gd name="connsiteY7" fmla="*/ 5530 h 6345"/>
                  <a:gd name="connsiteX8" fmla="*/ 3432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459"/>
                    </a:moveTo>
                    <a:cubicBezTo>
                      <a:pt x="4273" y="6459"/>
                      <a:pt x="5080" y="6125"/>
                      <a:pt x="5675" y="5530"/>
                    </a:cubicBezTo>
                    <a:cubicBezTo>
                      <a:pt x="6269" y="4935"/>
                      <a:pt x="6604" y="4128"/>
                      <a:pt x="6604" y="3287"/>
                    </a:cubicBezTo>
                    <a:cubicBezTo>
                      <a:pt x="6604" y="2445"/>
                      <a:pt x="6269" y="1638"/>
                      <a:pt x="5675" y="1043"/>
                    </a:cubicBezTo>
                    <a:cubicBezTo>
                      <a:pt x="5080" y="448"/>
                      <a:pt x="4273" y="114"/>
                      <a:pt x="3432" y="114"/>
                    </a:cubicBezTo>
                    <a:cubicBezTo>
                      <a:pt x="2591" y="114"/>
                      <a:pt x="1784" y="448"/>
                      <a:pt x="1189" y="1043"/>
                    </a:cubicBezTo>
                    <a:cubicBezTo>
                      <a:pt x="595" y="1638"/>
                      <a:pt x="261" y="2445"/>
                      <a:pt x="261" y="3287"/>
                    </a:cubicBezTo>
                    <a:cubicBezTo>
                      <a:pt x="261" y="4128"/>
                      <a:pt x="595" y="4935"/>
                      <a:pt x="1189" y="5530"/>
                    </a:cubicBezTo>
                    <a:cubicBezTo>
                      <a:pt x="1784" y="6125"/>
                      <a:pt x="2591" y="6459"/>
                      <a:pt x="3432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2CB73919-BFC3-E32C-2E20-89FDEE438147}"/>
                  </a:ext>
                </a:extLst>
              </p:cNvPr>
              <p:cNvSpPr/>
              <p:nvPr/>
            </p:nvSpPr>
            <p:spPr>
              <a:xfrm>
                <a:off x="4163140" y="4925413"/>
                <a:ext cx="6343" cy="6345"/>
              </a:xfrm>
              <a:custGeom>
                <a:avLst/>
                <a:gdLst>
                  <a:gd name="connsiteX0" fmla="*/ 3433 w 6343"/>
                  <a:gd name="connsiteY0" fmla="*/ 6459 h 6345"/>
                  <a:gd name="connsiteX1" fmla="*/ 5675 w 6343"/>
                  <a:gd name="connsiteY1" fmla="*/ 5530 h 6345"/>
                  <a:gd name="connsiteX2" fmla="*/ 6604 w 6343"/>
                  <a:gd name="connsiteY2" fmla="*/ 3287 h 6345"/>
                  <a:gd name="connsiteX3" fmla="*/ 5675 w 6343"/>
                  <a:gd name="connsiteY3" fmla="*/ 1043 h 6345"/>
                  <a:gd name="connsiteX4" fmla="*/ 3433 w 6343"/>
                  <a:gd name="connsiteY4" fmla="*/ 114 h 6345"/>
                  <a:gd name="connsiteX5" fmla="*/ 1190 w 6343"/>
                  <a:gd name="connsiteY5" fmla="*/ 1043 h 6345"/>
                  <a:gd name="connsiteX6" fmla="*/ 261 w 6343"/>
                  <a:gd name="connsiteY6" fmla="*/ 3287 h 6345"/>
                  <a:gd name="connsiteX7" fmla="*/ 1190 w 6343"/>
                  <a:gd name="connsiteY7" fmla="*/ 5530 h 6345"/>
                  <a:gd name="connsiteX8" fmla="*/ 3433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459"/>
                    </a:moveTo>
                    <a:cubicBezTo>
                      <a:pt x="4274" y="6459"/>
                      <a:pt x="5080" y="6125"/>
                      <a:pt x="5675" y="5530"/>
                    </a:cubicBezTo>
                    <a:cubicBezTo>
                      <a:pt x="6270" y="4935"/>
                      <a:pt x="6604" y="4128"/>
                      <a:pt x="6604" y="3287"/>
                    </a:cubicBezTo>
                    <a:cubicBezTo>
                      <a:pt x="6604" y="2445"/>
                      <a:pt x="6270" y="1638"/>
                      <a:pt x="5675" y="1043"/>
                    </a:cubicBezTo>
                    <a:cubicBezTo>
                      <a:pt x="5080" y="448"/>
                      <a:pt x="4274" y="114"/>
                      <a:pt x="3433" y="114"/>
                    </a:cubicBezTo>
                    <a:cubicBezTo>
                      <a:pt x="2591" y="114"/>
                      <a:pt x="1785" y="448"/>
                      <a:pt x="1190" y="1043"/>
                    </a:cubicBezTo>
                    <a:cubicBezTo>
                      <a:pt x="595" y="1638"/>
                      <a:pt x="261" y="2445"/>
                      <a:pt x="261" y="3287"/>
                    </a:cubicBezTo>
                    <a:cubicBezTo>
                      <a:pt x="261" y="4128"/>
                      <a:pt x="595" y="4935"/>
                      <a:pt x="1190" y="5530"/>
                    </a:cubicBezTo>
                    <a:cubicBezTo>
                      <a:pt x="1785" y="6125"/>
                      <a:pt x="2591" y="6459"/>
                      <a:pt x="3433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BDF9ED7F-6E67-98BB-9D0A-5F1EC38F793C}"/>
                  </a:ext>
                </a:extLst>
              </p:cNvPr>
              <p:cNvSpPr/>
              <p:nvPr/>
            </p:nvSpPr>
            <p:spPr>
              <a:xfrm>
                <a:off x="4146750" y="4985706"/>
                <a:ext cx="6343" cy="6345"/>
              </a:xfrm>
              <a:custGeom>
                <a:avLst/>
                <a:gdLst>
                  <a:gd name="connsiteX0" fmla="*/ 3431 w 6343"/>
                  <a:gd name="connsiteY0" fmla="*/ 6464 h 6345"/>
                  <a:gd name="connsiteX1" fmla="*/ 5674 w 6343"/>
                  <a:gd name="connsiteY1" fmla="*/ 5535 h 6345"/>
                  <a:gd name="connsiteX2" fmla="*/ 6603 w 6343"/>
                  <a:gd name="connsiteY2" fmla="*/ 3291 h 6345"/>
                  <a:gd name="connsiteX3" fmla="*/ 5674 w 6343"/>
                  <a:gd name="connsiteY3" fmla="*/ 1048 h 6345"/>
                  <a:gd name="connsiteX4" fmla="*/ 3431 w 6343"/>
                  <a:gd name="connsiteY4" fmla="*/ 119 h 6345"/>
                  <a:gd name="connsiteX5" fmla="*/ 1189 w 6343"/>
                  <a:gd name="connsiteY5" fmla="*/ 1048 h 6345"/>
                  <a:gd name="connsiteX6" fmla="*/ 260 w 6343"/>
                  <a:gd name="connsiteY6" fmla="*/ 3291 h 6345"/>
                  <a:gd name="connsiteX7" fmla="*/ 1189 w 6343"/>
                  <a:gd name="connsiteY7" fmla="*/ 5535 h 6345"/>
                  <a:gd name="connsiteX8" fmla="*/ 3431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464"/>
                    </a:moveTo>
                    <a:cubicBezTo>
                      <a:pt x="4272" y="6464"/>
                      <a:pt x="5079" y="6130"/>
                      <a:pt x="5674" y="5535"/>
                    </a:cubicBezTo>
                    <a:cubicBezTo>
                      <a:pt x="6269" y="4940"/>
                      <a:pt x="6603" y="4133"/>
                      <a:pt x="6603" y="3291"/>
                    </a:cubicBezTo>
                    <a:cubicBezTo>
                      <a:pt x="6603" y="2450"/>
                      <a:pt x="6269" y="1643"/>
                      <a:pt x="5674" y="1048"/>
                    </a:cubicBezTo>
                    <a:cubicBezTo>
                      <a:pt x="5079" y="453"/>
                      <a:pt x="4272" y="119"/>
                      <a:pt x="3431" y="119"/>
                    </a:cubicBezTo>
                    <a:cubicBezTo>
                      <a:pt x="2590" y="119"/>
                      <a:pt x="1783" y="453"/>
                      <a:pt x="1189" y="1048"/>
                    </a:cubicBezTo>
                    <a:cubicBezTo>
                      <a:pt x="594" y="1643"/>
                      <a:pt x="260" y="2450"/>
                      <a:pt x="260" y="3291"/>
                    </a:cubicBezTo>
                    <a:cubicBezTo>
                      <a:pt x="260" y="4133"/>
                      <a:pt x="594" y="4940"/>
                      <a:pt x="1189" y="5535"/>
                    </a:cubicBezTo>
                    <a:cubicBezTo>
                      <a:pt x="1783" y="6130"/>
                      <a:pt x="2590" y="6464"/>
                      <a:pt x="3431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C3A1A7D8-770B-6F61-A652-B0D771AF8F78}"/>
                  </a:ext>
                </a:extLst>
              </p:cNvPr>
              <p:cNvSpPr/>
              <p:nvPr/>
            </p:nvSpPr>
            <p:spPr>
              <a:xfrm>
                <a:off x="4151677" y="4986507"/>
                <a:ext cx="6343" cy="6345"/>
              </a:xfrm>
              <a:custGeom>
                <a:avLst/>
                <a:gdLst>
                  <a:gd name="connsiteX0" fmla="*/ 3432 w 6343"/>
                  <a:gd name="connsiteY0" fmla="*/ 6464 h 6345"/>
                  <a:gd name="connsiteX1" fmla="*/ 5674 w 6343"/>
                  <a:gd name="connsiteY1" fmla="*/ 5535 h 6345"/>
                  <a:gd name="connsiteX2" fmla="*/ 6603 w 6343"/>
                  <a:gd name="connsiteY2" fmla="*/ 3291 h 6345"/>
                  <a:gd name="connsiteX3" fmla="*/ 5674 w 6343"/>
                  <a:gd name="connsiteY3" fmla="*/ 1048 h 6345"/>
                  <a:gd name="connsiteX4" fmla="*/ 3432 w 6343"/>
                  <a:gd name="connsiteY4" fmla="*/ 119 h 6345"/>
                  <a:gd name="connsiteX5" fmla="*/ 1189 w 6343"/>
                  <a:gd name="connsiteY5" fmla="*/ 1048 h 6345"/>
                  <a:gd name="connsiteX6" fmla="*/ 260 w 6343"/>
                  <a:gd name="connsiteY6" fmla="*/ 3291 h 6345"/>
                  <a:gd name="connsiteX7" fmla="*/ 1189 w 6343"/>
                  <a:gd name="connsiteY7" fmla="*/ 5535 h 6345"/>
                  <a:gd name="connsiteX8" fmla="*/ 3432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464"/>
                    </a:moveTo>
                    <a:cubicBezTo>
                      <a:pt x="4273" y="6464"/>
                      <a:pt x="5080" y="6130"/>
                      <a:pt x="5674" y="5535"/>
                    </a:cubicBezTo>
                    <a:cubicBezTo>
                      <a:pt x="6269" y="4940"/>
                      <a:pt x="6603" y="4133"/>
                      <a:pt x="6603" y="3291"/>
                    </a:cubicBezTo>
                    <a:cubicBezTo>
                      <a:pt x="6603" y="2450"/>
                      <a:pt x="6269" y="1643"/>
                      <a:pt x="5674" y="1048"/>
                    </a:cubicBezTo>
                    <a:cubicBezTo>
                      <a:pt x="5080" y="453"/>
                      <a:pt x="4273" y="119"/>
                      <a:pt x="3432" y="119"/>
                    </a:cubicBezTo>
                    <a:cubicBezTo>
                      <a:pt x="2591" y="119"/>
                      <a:pt x="1784" y="453"/>
                      <a:pt x="1189" y="1048"/>
                    </a:cubicBezTo>
                    <a:cubicBezTo>
                      <a:pt x="594" y="1643"/>
                      <a:pt x="260" y="2450"/>
                      <a:pt x="260" y="3291"/>
                    </a:cubicBezTo>
                    <a:cubicBezTo>
                      <a:pt x="260" y="4133"/>
                      <a:pt x="594" y="4940"/>
                      <a:pt x="1189" y="5535"/>
                    </a:cubicBezTo>
                    <a:cubicBezTo>
                      <a:pt x="1784" y="6130"/>
                      <a:pt x="2591" y="6464"/>
                      <a:pt x="3432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E4084A3E-91AD-5952-097D-9EDB2944D0BC}"/>
                  </a:ext>
                </a:extLst>
              </p:cNvPr>
              <p:cNvSpPr/>
              <p:nvPr/>
            </p:nvSpPr>
            <p:spPr>
              <a:xfrm>
                <a:off x="4177306" y="4932716"/>
                <a:ext cx="6343" cy="6345"/>
              </a:xfrm>
              <a:custGeom>
                <a:avLst/>
                <a:gdLst>
                  <a:gd name="connsiteX0" fmla="*/ 3434 w 6343"/>
                  <a:gd name="connsiteY0" fmla="*/ 6460 h 6345"/>
                  <a:gd name="connsiteX1" fmla="*/ 5676 w 6343"/>
                  <a:gd name="connsiteY1" fmla="*/ 5531 h 6345"/>
                  <a:gd name="connsiteX2" fmla="*/ 6605 w 6343"/>
                  <a:gd name="connsiteY2" fmla="*/ 3287 h 6345"/>
                  <a:gd name="connsiteX3" fmla="*/ 5676 w 6343"/>
                  <a:gd name="connsiteY3" fmla="*/ 1044 h 6345"/>
                  <a:gd name="connsiteX4" fmla="*/ 3434 w 6343"/>
                  <a:gd name="connsiteY4" fmla="*/ 115 h 6345"/>
                  <a:gd name="connsiteX5" fmla="*/ 1191 w 6343"/>
                  <a:gd name="connsiteY5" fmla="*/ 1044 h 6345"/>
                  <a:gd name="connsiteX6" fmla="*/ 262 w 6343"/>
                  <a:gd name="connsiteY6" fmla="*/ 3287 h 6345"/>
                  <a:gd name="connsiteX7" fmla="*/ 1191 w 6343"/>
                  <a:gd name="connsiteY7" fmla="*/ 5531 h 6345"/>
                  <a:gd name="connsiteX8" fmla="*/ 3434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460"/>
                    </a:moveTo>
                    <a:cubicBezTo>
                      <a:pt x="4275" y="6460"/>
                      <a:pt x="5082" y="6126"/>
                      <a:pt x="5676" y="5531"/>
                    </a:cubicBezTo>
                    <a:cubicBezTo>
                      <a:pt x="6271" y="4936"/>
                      <a:pt x="6605" y="4129"/>
                      <a:pt x="6605" y="3287"/>
                    </a:cubicBezTo>
                    <a:cubicBezTo>
                      <a:pt x="6605" y="2446"/>
                      <a:pt x="6271" y="1639"/>
                      <a:pt x="5676" y="1044"/>
                    </a:cubicBezTo>
                    <a:cubicBezTo>
                      <a:pt x="5082" y="449"/>
                      <a:pt x="4275" y="115"/>
                      <a:pt x="3434" y="115"/>
                    </a:cubicBezTo>
                    <a:cubicBezTo>
                      <a:pt x="2593" y="115"/>
                      <a:pt x="1786" y="449"/>
                      <a:pt x="1191" y="1044"/>
                    </a:cubicBezTo>
                    <a:cubicBezTo>
                      <a:pt x="596" y="1639"/>
                      <a:pt x="262" y="2446"/>
                      <a:pt x="262" y="3287"/>
                    </a:cubicBezTo>
                    <a:cubicBezTo>
                      <a:pt x="262" y="4129"/>
                      <a:pt x="596" y="4936"/>
                      <a:pt x="1191" y="5531"/>
                    </a:cubicBezTo>
                    <a:cubicBezTo>
                      <a:pt x="1786" y="6126"/>
                      <a:pt x="2593" y="6460"/>
                      <a:pt x="3434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57FE388E-0A64-9365-6AFE-294004BEEAC6}"/>
                  </a:ext>
                </a:extLst>
              </p:cNvPr>
              <p:cNvSpPr/>
              <p:nvPr/>
            </p:nvSpPr>
            <p:spPr>
              <a:xfrm>
                <a:off x="4181951" y="4935309"/>
                <a:ext cx="6343" cy="6345"/>
              </a:xfrm>
              <a:custGeom>
                <a:avLst/>
                <a:gdLst>
                  <a:gd name="connsiteX0" fmla="*/ 3434 w 6343"/>
                  <a:gd name="connsiteY0" fmla="*/ 6460 h 6345"/>
                  <a:gd name="connsiteX1" fmla="*/ 5677 w 6343"/>
                  <a:gd name="connsiteY1" fmla="*/ 5531 h 6345"/>
                  <a:gd name="connsiteX2" fmla="*/ 6606 w 6343"/>
                  <a:gd name="connsiteY2" fmla="*/ 3287 h 6345"/>
                  <a:gd name="connsiteX3" fmla="*/ 5677 w 6343"/>
                  <a:gd name="connsiteY3" fmla="*/ 1044 h 6345"/>
                  <a:gd name="connsiteX4" fmla="*/ 3434 w 6343"/>
                  <a:gd name="connsiteY4" fmla="*/ 115 h 6345"/>
                  <a:gd name="connsiteX5" fmla="*/ 1191 w 6343"/>
                  <a:gd name="connsiteY5" fmla="*/ 1044 h 6345"/>
                  <a:gd name="connsiteX6" fmla="*/ 262 w 6343"/>
                  <a:gd name="connsiteY6" fmla="*/ 3287 h 6345"/>
                  <a:gd name="connsiteX7" fmla="*/ 1191 w 6343"/>
                  <a:gd name="connsiteY7" fmla="*/ 5531 h 6345"/>
                  <a:gd name="connsiteX8" fmla="*/ 3434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460"/>
                    </a:moveTo>
                    <a:cubicBezTo>
                      <a:pt x="4275" y="6460"/>
                      <a:pt x="5082" y="6126"/>
                      <a:pt x="5677" y="5531"/>
                    </a:cubicBezTo>
                    <a:cubicBezTo>
                      <a:pt x="6271" y="4936"/>
                      <a:pt x="6606" y="4129"/>
                      <a:pt x="6606" y="3287"/>
                    </a:cubicBezTo>
                    <a:cubicBezTo>
                      <a:pt x="6606" y="2446"/>
                      <a:pt x="6271" y="1639"/>
                      <a:pt x="5677" y="1044"/>
                    </a:cubicBezTo>
                    <a:cubicBezTo>
                      <a:pt x="5082" y="449"/>
                      <a:pt x="4275" y="115"/>
                      <a:pt x="3434" y="115"/>
                    </a:cubicBezTo>
                    <a:cubicBezTo>
                      <a:pt x="2593" y="115"/>
                      <a:pt x="1786" y="449"/>
                      <a:pt x="1191" y="1044"/>
                    </a:cubicBezTo>
                    <a:cubicBezTo>
                      <a:pt x="597" y="1639"/>
                      <a:pt x="262" y="2446"/>
                      <a:pt x="262" y="3287"/>
                    </a:cubicBezTo>
                    <a:cubicBezTo>
                      <a:pt x="262" y="4129"/>
                      <a:pt x="597" y="4936"/>
                      <a:pt x="1191" y="5531"/>
                    </a:cubicBezTo>
                    <a:cubicBezTo>
                      <a:pt x="1786" y="6126"/>
                      <a:pt x="2593" y="6460"/>
                      <a:pt x="3434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AC04BEF6-4391-1793-7A5C-FF2CA423CFD4}"/>
                  </a:ext>
                </a:extLst>
              </p:cNvPr>
              <p:cNvSpPr/>
              <p:nvPr/>
            </p:nvSpPr>
            <p:spPr>
              <a:xfrm>
                <a:off x="4226426" y="4836551"/>
                <a:ext cx="6343" cy="6345"/>
              </a:xfrm>
              <a:custGeom>
                <a:avLst/>
                <a:gdLst>
                  <a:gd name="connsiteX0" fmla="*/ 3438 w 6343"/>
                  <a:gd name="connsiteY0" fmla="*/ 6452 h 6345"/>
                  <a:gd name="connsiteX1" fmla="*/ 5680 w 6343"/>
                  <a:gd name="connsiteY1" fmla="*/ 5523 h 6345"/>
                  <a:gd name="connsiteX2" fmla="*/ 6609 w 6343"/>
                  <a:gd name="connsiteY2" fmla="*/ 3280 h 6345"/>
                  <a:gd name="connsiteX3" fmla="*/ 5680 w 6343"/>
                  <a:gd name="connsiteY3" fmla="*/ 1036 h 6345"/>
                  <a:gd name="connsiteX4" fmla="*/ 3438 w 6343"/>
                  <a:gd name="connsiteY4" fmla="*/ 107 h 6345"/>
                  <a:gd name="connsiteX5" fmla="*/ 1195 w 6343"/>
                  <a:gd name="connsiteY5" fmla="*/ 1036 h 6345"/>
                  <a:gd name="connsiteX6" fmla="*/ 266 w 6343"/>
                  <a:gd name="connsiteY6" fmla="*/ 3280 h 6345"/>
                  <a:gd name="connsiteX7" fmla="*/ 1195 w 6343"/>
                  <a:gd name="connsiteY7" fmla="*/ 5523 h 6345"/>
                  <a:gd name="connsiteX8" fmla="*/ 3438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452"/>
                    </a:moveTo>
                    <a:cubicBezTo>
                      <a:pt x="4279" y="6452"/>
                      <a:pt x="5085" y="6118"/>
                      <a:pt x="5680" y="5523"/>
                    </a:cubicBezTo>
                    <a:cubicBezTo>
                      <a:pt x="6275" y="4928"/>
                      <a:pt x="6609" y="4121"/>
                      <a:pt x="6609" y="3280"/>
                    </a:cubicBezTo>
                    <a:cubicBezTo>
                      <a:pt x="6609" y="2438"/>
                      <a:pt x="6275" y="1631"/>
                      <a:pt x="5680" y="1036"/>
                    </a:cubicBezTo>
                    <a:cubicBezTo>
                      <a:pt x="5085" y="441"/>
                      <a:pt x="4279" y="107"/>
                      <a:pt x="3438" y="107"/>
                    </a:cubicBezTo>
                    <a:cubicBezTo>
                      <a:pt x="2596" y="107"/>
                      <a:pt x="1790" y="441"/>
                      <a:pt x="1195" y="1036"/>
                    </a:cubicBezTo>
                    <a:cubicBezTo>
                      <a:pt x="600" y="1631"/>
                      <a:pt x="266" y="2438"/>
                      <a:pt x="266" y="3280"/>
                    </a:cubicBezTo>
                    <a:cubicBezTo>
                      <a:pt x="266" y="4121"/>
                      <a:pt x="600" y="4928"/>
                      <a:pt x="1195" y="5523"/>
                    </a:cubicBezTo>
                    <a:cubicBezTo>
                      <a:pt x="1790" y="6118"/>
                      <a:pt x="2596" y="6452"/>
                      <a:pt x="3438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3EB18E59-7D79-D72E-AA9D-BE9B820820C5}"/>
                  </a:ext>
                </a:extLst>
              </p:cNvPr>
              <p:cNvSpPr/>
              <p:nvPr/>
            </p:nvSpPr>
            <p:spPr>
              <a:xfrm>
                <a:off x="4225408" y="4885431"/>
                <a:ext cx="6343" cy="6345"/>
              </a:xfrm>
              <a:custGeom>
                <a:avLst/>
                <a:gdLst>
                  <a:gd name="connsiteX0" fmla="*/ 3437 w 6343"/>
                  <a:gd name="connsiteY0" fmla="*/ 6456 h 6345"/>
                  <a:gd name="connsiteX1" fmla="*/ 5680 w 6343"/>
                  <a:gd name="connsiteY1" fmla="*/ 5527 h 6345"/>
                  <a:gd name="connsiteX2" fmla="*/ 6609 w 6343"/>
                  <a:gd name="connsiteY2" fmla="*/ 3283 h 6345"/>
                  <a:gd name="connsiteX3" fmla="*/ 5680 w 6343"/>
                  <a:gd name="connsiteY3" fmla="*/ 1040 h 6345"/>
                  <a:gd name="connsiteX4" fmla="*/ 3437 w 6343"/>
                  <a:gd name="connsiteY4" fmla="*/ 111 h 6345"/>
                  <a:gd name="connsiteX5" fmla="*/ 1195 w 6343"/>
                  <a:gd name="connsiteY5" fmla="*/ 1040 h 6345"/>
                  <a:gd name="connsiteX6" fmla="*/ 266 w 6343"/>
                  <a:gd name="connsiteY6" fmla="*/ 3283 h 6345"/>
                  <a:gd name="connsiteX7" fmla="*/ 1195 w 6343"/>
                  <a:gd name="connsiteY7" fmla="*/ 5527 h 6345"/>
                  <a:gd name="connsiteX8" fmla="*/ 3437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456"/>
                    </a:moveTo>
                    <a:cubicBezTo>
                      <a:pt x="4279" y="6456"/>
                      <a:pt x="5085" y="6122"/>
                      <a:pt x="5680" y="5527"/>
                    </a:cubicBezTo>
                    <a:cubicBezTo>
                      <a:pt x="6275" y="4932"/>
                      <a:pt x="6609" y="4125"/>
                      <a:pt x="6609" y="3283"/>
                    </a:cubicBezTo>
                    <a:cubicBezTo>
                      <a:pt x="6609" y="2442"/>
                      <a:pt x="6275" y="1635"/>
                      <a:pt x="5680" y="1040"/>
                    </a:cubicBezTo>
                    <a:cubicBezTo>
                      <a:pt x="5085" y="445"/>
                      <a:pt x="4279" y="111"/>
                      <a:pt x="3437" y="111"/>
                    </a:cubicBezTo>
                    <a:cubicBezTo>
                      <a:pt x="2596" y="111"/>
                      <a:pt x="1790" y="445"/>
                      <a:pt x="1195" y="1040"/>
                    </a:cubicBezTo>
                    <a:cubicBezTo>
                      <a:pt x="600" y="1635"/>
                      <a:pt x="266" y="2442"/>
                      <a:pt x="266" y="3283"/>
                    </a:cubicBezTo>
                    <a:cubicBezTo>
                      <a:pt x="266" y="4125"/>
                      <a:pt x="600" y="4932"/>
                      <a:pt x="1195" y="5527"/>
                    </a:cubicBezTo>
                    <a:cubicBezTo>
                      <a:pt x="1790" y="6122"/>
                      <a:pt x="2596" y="6456"/>
                      <a:pt x="3437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241C03CC-9378-8174-F609-1E5D9220F61E}"/>
                  </a:ext>
                </a:extLst>
              </p:cNvPr>
              <p:cNvSpPr/>
              <p:nvPr/>
            </p:nvSpPr>
            <p:spPr>
              <a:xfrm>
                <a:off x="4225437" y="4899892"/>
                <a:ext cx="6343" cy="6345"/>
              </a:xfrm>
              <a:custGeom>
                <a:avLst/>
                <a:gdLst>
                  <a:gd name="connsiteX0" fmla="*/ 3437 w 6343"/>
                  <a:gd name="connsiteY0" fmla="*/ 6457 h 6345"/>
                  <a:gd name="connsiteX1" fmla="*/ 5680 w 6343"/>
                  <a:gd name="connsiteY1" fmla="*/ 5528 h 6345"/>
                  <a:gd name="connsiteX2" fmla="*/ 6609 w 6343"/>
                  <a:gd name="connsiteY2" fmla="*/ 3285 h 6345"/>
                  <a:gd name="connsiteX3" fmla="*/ 5680 w 6343"/>
                  <a:gd name="connsiteY3" fmla="*/ 1041 h 6345"/>
                  <a:gd name="connsiteX4" fmla="*/ 3437 w 6343"/>
                  <a:gd name="connsiteY4" fmla="*/ 112 h 6345"/>
                  <a:gd name="connsiteX5" fmla="*/ 1195 w 6343"/>
                  <a:gd name="connsiteY5" fmla="*/ 1041 h 6345"/>
                  <a:gd name="connsiteX6" fmla="*/ 266 w 6343"/>
                  <a:gd name="connsiteY6" fmla="*/ 3285 h 6345"/>
                  <a:gd name="connsiteX7" fmla="*/ 1195 w 6343"/>
                  <a:gd name="connsiteY7" fmla="*/ 5528 h 6345"/>
                  <a:gd name="connsiteX8" fmla="*/ 3437 w 6343"/>
                  <a:gd name="connsiteY8" fmla="*/ 64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457"/>
                    </a:moveTo>
                    <a:cubicBezTo>
                      <a:pt x="4279" y="6457"/>
                      <a:pt x="5085" y="6123"/>
                      <a:pt x="5680" y="5528"/>
                    </a:cubicBezTo>
                    <a:cubicBezTo>
                      <a:pt x="6275" y="4933"/>
                      <a:pt x="6609" y="4126"/>
                      <a:pt x="6609" y="3285"/>
                    </a:cubicBezTo>
                    <a:cubicBezTo>
                      <a:pt x="6609" y="2443"/>
                      <a:pt x="6275" y="1636"/>
                      <a:pt x="5680" y="1041"/>
                    </a:cubicBezTo>
                    <a:cubicBezTo>
                      <a:pt x="5085" y="446"/>
                      <a:pt x="4279" y="112"/>
                      <a:pt x="3437" y="112"/>
                    </a:cubicBezTo>
                    <a:cubicBezTo>
                      <a:pt x="2596" y="112"/>
                      <a:pt x="1790" y="446"/>
                      <a:pt x="1195" y="1041"/>
                    </a:cubicBezTo>
                    <a:cubicBezTo>
                      <a:pt x="600" y="1636"/>
                      <a:pt x="266" y="2443"/>
                      <a:pt x="266" y="3285"/>
                    </a:cubicBezTo>
                    <a:cubicBezTo>
                      <a:pt x="266" y="4126"/>
                      <a:pt x="600" y="4933"/>
                      <a:pt x="1195" y="5528"/>
                    </a:cubicBezTo>
                    <a:cubicBezTo>
                      <a:pt x="1790" y="6123"/>
                      <a:pt x="2596" y="6457"/>
                      <a:pt x="3437" y="64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ED0836E1-833A-99D7-3610-BBD5D065392C}"/>
                  </a:ext>
                </a:extLst>
              </p:cNvPr>
              <p:cNvSpPr/>
              <p:nvPr/>
            </p:nvSpPr>
            <p:spPr>
              <a:xfrm>
                <a:off x="4277551" y="4792512"/>
                <a:ext cx="6343" cy="6345"/>
              </a:xfrm>
              <a:custGeom>
                <a:avLst/>
                <a:gdLst>
                  <a:gd name="connsiteX0" fmla="*/ 3442 w 6343"/>
                  <a:gd name="connsiteY0" fmla="*/ 6449 h 6345"/>
                  <a:gd name="connsiteX1" fmla="*/ 5684 w 6343"/>
                  <a:gd name="connsiteY1" fmla="*/ 5520 h 6345"/>
                  <a:gd name="connsiteX2" fmla="*/ 6613 w 6343"/>
                  <a:gd name="connsiteY2" fmla="*/ 3276 h 6345"/>
                  <a:gd name="connsiteX3" fmla="*/ 5684 w 6343"/>
                  <a:gd name="connsiteY3" fmla="*/ 1033 h 6345"/>
                  <a:gd name="connsiteX4" fmla="*/ 3442 w 6343"/>
                  <a:gd name="connsiteY4" fmla="*/ 103 h 6345"/>
                  <a:gd name="connsiteX5" fmla="*/ 1199 w 6343"/>
                  <a:gd name="connsiteY5" fmla="*/ 1033 h 6345"/>
                  <a:gd name="connsiteX6" fmla="*/ 270 w 6343"/>
                  <a:gd name="connsiteY6" fmla="*/ 3276 h 6345"/>
                  <a:gd name="connsiteX7" fmla="*/ 1199 w 6343"/>
                  <a:gd name="connsiteY7" fmla="*/ 5520 h 6345"/>
                  <a:gd name="connsiteX8" fmla="*/ 3442 w 6343"/>
                  <a:gd name="connsiteY8" fmla="*/ 64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449"/>
                    </a:moveTo>
                    <a:cubicBezTo>
                      <a:pt x="4283" y="6449"/>
                      <a:pt x="5089" y="6115"/>
                      <a:pt x="5684" y="5520"/>
                    </a:cubicBezTo>
                    <a:cubicBezTo>
                      <a:pt x="6279" y="4925"/>
                      <a:pt x="6613" y="4118"/>
                      <a:pt x="6613" y="3276"/>
                    </a:cubicBezTo>
                    <a:cubicBezTo>
                      <a:pt x="6613" y="2435"/>
                      <a:pt x="6279" y="1628"/>
                      <a:pt x="5684" y="1033"/>
                    </a:cubicBezTo>
                    <a:cubicBezTo>
                      <a:pt x="5089" y="438"/>
                      <a:pt x="4283" y="103"/>
                      <a:pt x="3442" y="103"/>
                    </a:cubicBezTo>
                    <a:cubicBezTo>
                      <a:pt x="2600" y="103"/>
                      <a:pt x="1794" y="438"/>
                      <a:pt x="1199" y="1033"/>
                    </a:cubicBezTo>
                    <a:cubicBezTo>
                      <a:pt x="604" y="1628"/>
                      <a:pt x="270" y="2435"/>
                      <a:pt x="270" y="3276"/>
                    </a:cubicBezTo>
                    <a:cubicBezTo>
                      <a:pt x="270" y="4118"/>
                      <a:pt x="604" y="4925"/>
                      <a:pt x="1199" y="5520"/>
                    </a:cubicBezTo>
                    <a:cubicBezTo>
                      <a:pt x="1794" y="6115"/>
                      <a:pt x="2600" y="6449"/>
                      <a:pt x="3442" y="64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7097A683-BF86-3FE9-BC13-8DDC751E11EB}"/>
                  </a:ext>
                </a:extLst>
              </p:cNvPr>
              <p:cNvSpPr/>
              <p:nvPr/>
            </p:nvSpPr>
            <p:spPr>
              <a:xfrm>
                <a:off x="4251614" y="4867713"/>
                <a:ext cx="6343" cy="6345"/>
              </a:xfrm>
              <a:custGeom>
                <a:avLst/>
                <a:gdLst>
                  <a:gd name="connsiteX0" fmla="*/ 3440 w 6343"/>
                  <a:gd name="connsiteY0" fmla="*/ 6455 h 6345"/>
                  <a:gd name="connsiteX1" fmla="*/ 5682 w 6343"/>
                  <a:gd name="connsiteY1" fmla="*/ 5526 h 6345"/>
                  <a:gd name="connsiteX2" fmla="*/ 6611 w 6343"/>
                  <a:gd name="connsiteY2" fmla="*/ 3282 h 6345"/>
                  <a:gd name="connsiteX3" fmla="*/ 5682 w 6343"/>
                  <a:gd name="connsiteY3" fmla="*/ 1039 h 6345"/>
                  <a:gd name="connsiteX4" fmla="*/ 3440 w 6343"/>
                  <a:gd name="connsiteY4" fmla="*/ 109 h 6345"/>
                  <a:gd name="connsiteX5" fmla="*/ 1197 w 6343"/>
                  <a:gd name="connsiteY5" fmla="*/ 1039 h 6345"/>
                  <a:gd name="connsiteX6" fmla="*/ 268 w 6343"/>
                  <a:gd name="connsiteY6" fmla="*/ 3282 h 6345"/>
                  <a:gd name="connsiteX7" fmla="*/ 1197 w 6343"/>
                  <a:gd name="connsiteY7" fmla="*/ 5526 h 6345"/>
                  <a:gd name="connsiteX8" fmla="*/ 3440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455"/>
                    </a:moveTo>
                    <a:cubicBezTo>
                      <a:pt x="4281" y="6455"/>
                      <a:pt x="5087" y="6121"/>
                      <a:pt x="5682" y="5526"/>
                    </a:cubicBezTo>
                    <a:cubicBezTo>
                      <a:pt x="6277" y="4931"/>
                      <a:pt x="6611" y="4124"/>
                      <a:pt x="6611" y="3282"/>
                    </a:cubicBezTo>
                    <a:cubicBezTo>
                      <a:pt x="6611" y="2441"/>
                      <a:pt x="6277" y="1634"/>
                      <a:pt x="5682" y="1039"/>
                    </a:cubicBezTo>
                    <a:cubicBezTo>
                      <a:pt x="5087" y="444"/>
                      <a:pt x="4281" y="109"/>
                      <a:pt x="3440" y="109"/>
                    </a:cubicBezTo>
                    <a:cubicBezTo>
                      <a:pt x="2598" y="109"/>
                      <a:pt x="1792" y="444"/>
                      <a:pt x="1197" y="1039"/>
                    </a:cubicBezTo>
                    <a:cubicBezTo>
                      <a:pt x="602" y="1634"/>
                      <a:pt x="268" y="2441"/>
                      <a:pt x="268" y="3282"/>
                    </a:cubicBezTo>
                    <a:cubicBezTo>
                      <a:pt x="268" y="4124"/>
                      <a:pt x="602" y="4931"/>
                      <a:pt x="1197" y="5526"/>
                    </a:cubicBezTo>
                    <a:cubicBezTo>
                      <a:pt x="1792" y="6121"/>
                      <a:pt x="2598" y="6455"/>
                      <a:pt x="3440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6BB58DD7-A84E-06AA-34BB-BD07AA8445A0}"/>
                  </a:ext>
                </a:extLst>
              </p:cNvPr>
              <p:cNvSpPr/>
              <p:nvPr/>
            </p:nvSpPr>
            <p:spPr>
              <a:xfrm>
                <a:off x="4274650" y="4830101"/>
                <a:ext cx="6343" cy="6345"/>
              </a:xfrm>
              <a:custGeom>
                <a:avLst/>
                <a:gdLst>
                  <a:gd name="connsiteX0" fmla="*/ 3441 w 6343"/>
                  <a:gd name="connsiteY0" fmla="*/ 6452 h 6345"/>
                  <a:gd name="connsiteX1" fmla="*/ 5684 w 6343"/>
                  <a:gd name="connsiteY1" fmla="*/ 5523 h 6345"/>
                  <a:gd name="connsiteX2" fmla="*/ 6613 w 6343"/>
                  <a:gd name="connsiteY2" fmla="*/ 3279 h 6345"/>
                  <a:gd name="connsiteX3" fmla="*/ 5684 w 6343"/>
                  <a:gd name="connsiteY3" fmla="*/ 1036 h 6345"/>
                  <a:gd name="connsiteX4" fmla="*/ 3441 w 6343"/>
                  <a:gd name="connsiteY4" fmla="*/ 106 h 6345"/>
                  <a:gd name="connsiteX5" fmla="*/ 1199 w 6343"/>
                  <a:gd name="connsiteY5" fmla="*/ 1036 h 6345"/>
                  <a:gd name="connsiteX6" fmla="*/ 270 w 6343"/>
                  <a:gd name="connsiteY6" fmla="*/ 3279 h 6345"/>
                  <a:gd name="connsiteX7" fmla="*/ 1199 w 6343"/>
                  <a:gd name="connsiteY7" fmla="*/ 5523 h 6345"/>
                  <a:gd name="connsiteX8" fmla="*/ 3441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452"/>
                    </a:moveTo>
                    <a:cubicBezTo>
                      <a:pt x="4282" y="6452"/>
                      <a:pt x="5089" y="6118"/>
                      <a:pt x="5684" y="5523"/>
                    </a:cubicBezTo>
                    <a:cubicBezTo>
                      <a:pt x="6279" y="4928"/>
                      <a:pt x="6613" y="4121"/>
                      <a:pt x="6613" y="3279"/>
                    </a:cubicBezTo>
                    <a:cubicBezTo>
                      <a:pt x="6613" y="2438"/>
                      <a:pt x="6279" y="1631"/>
                      <a:pt x="5684" y="1036"/>
                    </a:cubicBezTo>
                    <a:cubicBezTo>
                      <a:pt x="5089" y="441"/>
                      <a:pt x="4282" y="106"/>
                      <a:pt x="3441" y="106"/>
                    </a:cubicBezTo>
                    <a:cubicBezTo>
                      <a:pt x="2600" y="106"/>
                      <a:pt x="1793" y="441"/>
                      <a:pt x="1199" y="1036"/>
                    </a:cubicBezTo>
                    <a:cubicBezTo>
                      <a:pt x="604" y="1631"/>
                      <a:pt x="270" y="2438"/>
                      <a:pt x="270" y="3279"/>
                    </a:cubicBezTo>
                    <a:cubicBezTo>
                      <a:pt x="270" y="4121"/>
                      <a:pt x="604" y="4928"/>
                      <a:pt x="1199" y="5523"/>
                    </a:cubicBezTo>
                    <a:cubicBezTo>
                      <a:pt x="1793" y="6118"/>
                      <a:pt x="2600" y="6452"/>
                      <a:pt x="3441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541ADD1C-065C-6224-47AE-5C51630789E8}"/>
                  </a:ext>
                </a:extLst>
              </p:cNvPr>
              <p:cNvSpPr/>
              <p:nvPr/>
            </p:nvSpPr>
            <p:spPr>
              <a:xfrm>
                <a:off x="4261703" y="4873597"/>
                <a:ext cx="6343" cy="6345"/>
              </a:xfrm>
              <a:custGeom>
                <a:avLst/>
                <a:gdLst>
                  <a:gd name="connsiteX0" fmla="*/ 3440 w 6343"/>
                  <a:gd name="connsiteY0" fmla="*/ 6455 h 6345"/>
                  <a:gd name="connsiteX1" fmla="*/ 5683 w 6343"/>
                  <a:gd name="connsiteY1" fmla="*/ 5526 h 6345"/>
                  <a:gd name="connsiteX2" fmla="*/ 6612 w 6343"/>
                  <a:gd name="connsiteY2" fmla="*/ 3283 h 6345"/>
                  <a:gd name="connsiteX3" fmla="*/ 5683 w 6343"/>
                  <a:gd name="connsiteY3" fmla="*/ 1039 h 6345"/>
                  <a:gd name="connsiteX4" fmla="*/ 3440 w 6343"/>
                  <a:gd name="connsiteY4" fmla="*/ 110 h 6345"/>
                  <a:gd name="connsiteX5" fmla="*/ 1198 w 6343"/>
                  <a:gd name="connsiteY5" fmla="*/ 1039 h 6345"/>
                  <a:gd name="connsiteX6" fmla="*/ 269 w 6343"/>
                  <a:gd name="connsiteY6" fmla="*/ 3283 h 6345"/>
                  <a:gd name="connsiteX7" fmla="*/ 1198 w 6343"/>
                  <a:gd name="connsiteY7" fmla="*/ 5526 h 6345"/>
                  <a:gd name="connsiteX8" fmla="*/ 3440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455"/>
                    </a:moveTo>
                    <a:cubicBezTo>
                      <a:pt x="4281" y="6455"/>
                      <a:pt x="5088" y="6121"/>
                      <a:pt x="5683" y="5526"/>
                    </a:cubicBezTo>
                    <a:cubicBezTo>
                      <a:pt x="6278" y="4931"/>
                      <a:pt x="6612" y="4124"/>
                      <a:pt x="6612" y="3283"/>
                    </a:cubicBezTo>
                    <a:cubicBezTo>
                      <a:pt x="6612" y="2441"/>
                      <a:pt x="6278" y="1634"/>
                      <a:pt x="5683" y="1039"/>
                    </a:cubicBezTo>
                    <a:cubicBezTo>
                      <a:pt x="5088" y="444"/>
                      <a:pt x="4281" y="110"/>
                      <a:pt x="3440" y="110"/>
                    </a:cubicBezTo>
                    <a:cubicBezTo>
                      <a:pt x="2599" y="110"/>
                      <a:pt x="1792" y="444"/>
                      <a:pt x="1198" y="1039"/>
                    </a:cubicBezTo>
                    <a:cubicBezTo>
                      <a:pt x="603" y="1634"/>
                      <a:pt x="269" y="2441"/>
                      <a:pt x="269" y="3283"/>
                    </a:cubicBezTo>
                    <a:cubicBezTo>
                      <a:pt x="269" y="4124"/>
                      <a:pt x="603" y="4931"/>
                      <a:pt x="1198" y="5526"/>
                    </a:cubicBezTo>
                    <a:cubicBezTo>
                      <a:pt x="1792" y="6121"/>
                      <a:pt x="2599" y="6455"/>
                      <a:pt x="3440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3AF01256-4F45-8B3A-9B90-64BEA0E60F22}"/>
                  </a:ext>
                </a:extLst>
              </p:cNvPr>
              <p:cNvSpPr/>
              <p:nvPr/>
            </p:nvSpPr>
            <p:spPr>
              <a:xfrm>
                <a:off x="4237706" y="4939879"/>
                <a:ext cx="6343" cy="6345"/>
              </a:xfrm>
              <a:custGeom>
                <a:avLst/>
                <a:gdLst>
                  <a:gd name="connsiteX0" fmla="*/ 3438 w 6343"/>
                  <a:gd name="connsiteY0" fmla="*/ 6460 h 6345"/>
                  <a:gd name="connsiteX1" fmla="*/ 5681 w 6343"/>
                  <a:gd name="connsiteY1" fmla="*/ 5531 h 6345"/>
                  <a:gd name="connsiteX2" fmla="*/ 6610 w 6343"/>
                  <a:gd name="connsiteY2" fmla="*/ 3288 h 6345"/>
                  <a:gd name="connsiteX3" fmla="*/ 5681 w 6343"/>
                  <a:gd name="connsiteY3" fmla="*/ 1044 h 6345"/>
                  <a:gd name="connsiteX4" fmla="*/ 3438 w 6343"/>
                  <a:gd name="connsiteY4" fmla="*/ 115 h 6345"/>
                  <a:gd name="connsiteX5" fmla="*/ 1196 w 6343"/>
                  <a:gd name="connsiteY5" fmla="*/ 1044 h 6345"/>
                  <a:gd name="connsiteX6" fmla="*/ 267 w 6343"/>
                  <a:gd name="connsiteY6" fmla="*/ 3288 h 6345"/>
                  <a:gd name="connsiteX7" fmla="*/ 1196 w 6343"/>
                  <a:gd name="connsiteY7" fmla="*/ 5531 h 6345"/>
                  <a:gd name="connsiteX8" fmla="*/ 3438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460"/>
                    </a:moveTo>
                    <a:cubicBezTo>
                      <a:pt x="4280" y="6460"/>
                      <a:pt x="5086" y="6126"/>
                      <a:pt x="5681" y="5531"/>
                    </a:cubicBezTo>
                    <a:cubicBezTo>
                      <a:pt x="6276" y="4936"/>
                      <a:pt x="6610" y="4129"/>
                      <a:pt x="6610" y="3288"/>
                    </a:cubicBezTo>
                    <a:cubicBezTo>
                      <a:pt x="6610" y="2446"/>
                      <a:pt x="6276" y="1639"/>
                      <a:pt x="5681" y="1044"/>
                    </a:cubicBezTo>
                    <a:cubicBezTo>
                      <a:pt x="5086" y="449"/>
                      <a:pt x="4280" y="115"/>
                      <a:pt x="3438" y="115"/>
                    </a:cubicBezTo>
                    <a:cubicBezTo>
                      <a:pt x="2597" y="115"/>
                      <a:pt x="1791" y="449"/>
                      <a:pt x="1196" y="1044"/>
                    </a:cubicBezTo>
                    <a:cubicBezTo>
                      <a:pt x="601" y="1639"/>
                      <a:pt x="267" y="2446"/>
                      <a:pt x="267" y="3288"/>
                    </a:cubicBezTo>
                    <a:cubicBezTo>
                      <a:pt x="267" y="4129"/>
                      <a:pt x="601" y="4936"/>
                      <a:pt x="1196" y="5531"/>
                    </a:cubicBezTo>
                    <a:cubicBezTo>
                      <a:pt x="1791" y="6126"/>
                      <a:pt x="2597" y="6460"/>
                      <a:pt x="3438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85733BFE-46B0-12D9-5123-ABC145ED970A}"/>
                  </a:ext>
                </a:extLst>
              </p:cNvPr>
              <p:cNvSpPr/>
              <p:nvPr/>
            </p:nvSpPr>
            <p:spPr>
              <a:xfrm>
                <a:off x="4244208" y="4938636"/>
                <a:ext cx="6343" cy="6345"/>
              </a:xfrm>
              <a:custGeom>
                <a:avLst/>
                <a:gdLst>
                  <a:gd name="connsiteX0" fmla="*/ 3439 w 6343"/>
                  <a:gd name="connsiteY0" fmla="*/ 6460 h 6345"/>
                  <a:gd name="connsiteX1" fmla="*/ 5682 w 6343"/>
                  <a:gd name="connsiteY1" fmla="*/ 5531 h 6345"/>
                  <a:gd name="connsiteX2" fmla="*/ 6610 w 6343"/>
                  <a:gd name="connsiteY2" fmla="*/ 3288 h 6345"/>
                  <a:gd name="connsiteX3" fmla="*/ 5682 w 6343"/>
                  <a:gd name="connsiteY3" fmla="*/ 1044 h 6345"/>
                  <a:gd name="connsiteX4" fmla="*/ 3439 w 6343"/>
                  <a:gd name="connsiteY4" fmla="*/ 115 h 6345"/>
                  <a:gd name="connsiteX5" fmla="*/ 1196 w 6343"/>
                  <a:gd name="connsiteY5" fmla="*/ 1044 h 6345"/>
                  <a:gd name="connsiteX6" fmla="*/ 267 w 6343"/>
                  <a:gd name="connsiteY6" fmla="*/ 3288 h 6345"/>
                  <a:gd name="connsiteX7" fmla="*/ 1196 w 6343"/>
                  <a:gd name="connsiteY7" fmla="*/ 5531 h 6345"/>
                  <a:gd name="connsiteX8" fmla="*/ 3439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460"/>
                    </a:moveTo>
                    <a:cubicBezTo>
                      <a:pt x="4280" y="6460"/>
                      <a:pt x="5087" y="6126"/>
                      <a:pt x="5682" y="5531"/>
                    </a:cubicBezTo>
                    <a:cubicBezTo>
                      <a:pt x="6276" y="4936"/>
                      <a:pt x="6610" y="4129"/>
                      <a:pt x="6610" y="3288"/>
                    </a:cubicBezTo>
                    <a:cubicBezTo>
                      <a:pt x="6610" y="2446"/>
                      <a:pt x="6276" y="1639"/>
                      <a:pt x="5682" y="1044"/>
                    </a:cubicBezTo>
                    <a:cubicBezTo>
                      <a:pt x="5087" y="449"/>
                      <a:pt x="4280" y="115"/>
                      <a:pt x="3439" y="115"/>
                    </a:cubicBezTo>
                    <a:cubicBezTo>
                      <a:pt x="2598" y="115"/>
                      <a:pt x="1791" y="449"/>
                      <a:pt x="1196" y="1044"/>
                    </a:cubicBezTo>
                    <a:cubicBezTo>
                      <a:pt x="602" y="1639"/>
                      <a:pt x="267" y="2446"/>
                      <a:pt x="267" y="3288"/>
                    </a:cubicBezTo>
                    <a:cubicBezTo>
                      <a:pt x="267" y="4129"/>
                      <a:pt x="602" y="4936"/>
                      <a:pt x="1196" y="5531"/>
                    </a:cubicBezTo>
                    <a:cubicBezTo>
                      <a:pt x="1791" y="6126"/>
                      <a:pt x="2598" y="6460"/>
                      <a:pt x="3439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9AB63C7F-48FC-3CF7-91C7-1C7416270070}"/>
                  </a:ext>
                </a:extLst>
              </p:cNvPr>
              <p:cNvSpPr/>
              <p:nvPr/>
            </p:nvSpPr>
            <p:spPr>
              <a:xfrm>
                <a:off x="4286174" y="4862567"/>
                <a:ext cx="6343" cy="6345"/>
              </a:xfrm>
              <a:custGeom>
                <a:avLst/>
                <a:gdLst>
                  <a:gd name="connsiteX0" fmla="*/ 3442 w 6343"/>
                  <a:gd name="connsiteY0" fmla="*/ 6454 h 6345"/>
                  <a:gd name="connsiteX1" fmla="*/ 5685 w 6343"/>
                  <a:gd name="connsiteY1" fmla="*/ 5525 h 6345"/>
                  <a:gd name="connsiteX2" fmla="*/ 6614 w 6343"/>
                  <a:gd name="connsiteY2" fmla="*/ 3282 h 6345"/>
                  <a:gd name="connsiteX3" fmla="*/ 5685 w 6343"/>
                  <a:gd name="connsiteY3" fmla="*/ 1038 h 6345"/>
                  <a:gd name="connsiteX4" fmla="*/ 3442 w 6343"/>
                  <a:gd name="connsiteY4" fmla="*/ 109 h 6345"/>
                  <a:gd name="connsiteX5" fmla="*/ 1200 w 6343"/>
                  <a:gd name="connsiteY5" fmla="*/ 1038 h 6345"/>
                  <a:gd name="connsiteX6" fmla="*/ 271 w 6343"/>
                  <a:gd name="connsiteY6" fmla="*/ 3282 h 6345"/>
                  <a:gd name="connsiteX7" fmla="*/ 1200 w 6343"/>
                  <a:gd name="connsiteY7" fmla="*/ 5525 h 6345"/>
                  <a:gd name="connsiteX8" fmla="*/ 3442 w 6343"/>
                  <a:gd name="connsiteY8" fmla="*/ 64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454"/>
                    </a:moveTo>
                    <a:cubicBezTo>
                      <a:pt x="4283" y="6454"/>
                      <a:pt x="5090" y="6120"/>
                      <a:pt x="5685" y="5525"/>
                    </a:cubicBezTo>
                    <a:cubicBezTo>
                      <a:pt x="6280" y="4930"/>
                      <a:pt x="6614" y="4123"/>
                      <a:pt x="6614" y="3282"/>
                    </a:cubicBezTo>
                    <a:cubicBezTo>
                      <a:pt x="6614" y="2440"/>
                      <a:pt x="6280" y="1633"/>
                      <a:pt x="5685" y="1038"/>
                    </a:cubicBezTo>
                    <a:cubicBezTo>
                      <a:pt x="5090" y="443"/>
                      <a:pt x="4283" y="109"/>
                      <a:pt x="3442" y="109"/>
                    </a:cubicBezTo>
                    <a:cubicBezTo>
                      <a:pt x="2601" y="109"/>
                      <a:pt x="1794" y="443"/>
                      <a:pt x="1200" y="1038"/>
                    </a:cubicBezTo>
                    <a:cubicBezTo>
                      <a:pt x="605" y="1633"/>
                      <a:pt x="271" y="2440"/>
                      <a:pt x="271" y="3282"/>
                    </a:cubicBezTo>
                    <a:cubicBezTo>
                      <a:pt x="271" y="4123"/>
                      <a:pt x="605" y="4930"/>
                      <a:pt x="1200" y="5525"/>
                    </a:cubicBezTo>
                    <a:cubicBezTo>
                      <a:pt x="1794" y="6120"/>
                      <a:pt x="2601" y="6454"/>
                      <a:pt x="3442" y="64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58215EA8-DAA6-5BE5-E284-BCD35734E04F}"/>
                  </a:ext>
                </a:extLst>
              </p:cNvPr>
              <p:cNvSpPr/>
              <p:nvPr/>
            </p:nvSpPr>
            <p:spPr>
              <a:xfrm>
                <a:off x="4290696" y="4866835"/>
                <a:ext cx="6343" cy="6345"/>
              </a:xfrm>
              <a:custGeom>
                <a:avLst/>
                <a:gdLst>
                  <a:gd name="connsiteX0" fmla="*/ 3443 w 6343"/>
                  <a:gd name="connsiteY0" fmla="*/ 6455 h 6345"/>
                  <a:gd name="connsiteX1" fmla="*/ 5685 w 6343"/>
                  <a:gd name="connsiteY1" fmla="*/ 5525 h 6345"/>
                  <a:gd name="connsiteX2" fmla="*/ 6614 w 6343"/>
                  <a:gd name="connsiteY2" fmla="*/ 3282 h 6345"/>
                  <a:gd name="connsiteX3" fmla="*/ 5685 w 6343"/>
                  <a:gd name="connsiteY3" fmla="*/ 1039 h 6345"/>
                  <a:gd name="connsiteX4" fmla="*/ 3443 w 6343"/>
                  <a:gd name="connsiteY4" fmla="*/ 109 h 6345"/>
                  <a:gd name="connsiteX5" fmla="*/ 1200 w 6343"/>
                  <a:gd name="connsiteY5" fmla="*/ 1039 h 6345"/>
                  <a:gd name="connsiteX6" fmla="*/ 271 w 6343"/>
                  <a:gd name="connsiteY6" fmla="*/ 3282 h 6345"/>
                  <a:gd name="connsiteX7" fmla="*/ 1200 w 6343"/>
                  <a:gd name="connsiteY7" fmla="*/ 5525 h 6345"/>
                  <a:gd name="connsiteX8" fmla="*/ 3443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455"/>
                    </a:moveTo>
                    <a:cubicBezTo>
                      <a:pt x="4284" y="6455"/>
                      <a:pt x="5090" y="6120"/>
                      <a:pt x="5685" y="5525"/>
                    </a:cubicBezTo>
                    <a:cubicBezTo>
                      <a:pt x="6280" y="4931"/>
                      <a:pt x="6614" y="4123"/>
                      <a:pt x="6614" y="3282"/>
                    </a:cubicBezTo>
                    <a:cubicBezTo>
                      <a:pt x="6614" y="2441"/>
                      <a:pt x="6280" y="1634"/>
                      <a:pt x="5685" y="1039"/>
                    </a:cubicBezTo>
                    <a:cubicBezTo>
                      <a:pt x="5090" y="444"/>
                      <a:pt x="4284" y="109"/>
                      <a:pt x="3443" y="109"/>
                    </a:cubicBezTo>
                    <a:cubicBezTo>
                      <a:pt x="2601" y="109"/>
                      <a:pt x="1795" y="444"/>
                      <a:pt x="1200" y="1039"/>
                    </a:cubicBezTo>
                    <a:cubicBezTo>
                      <a:pt x="605" y="1634"/>
                      <a:pt x="271" y="2441"/>
                      <a:pt x="271" y="3282"/>
                    </a:cubicBezTo>
                    <a:cubicBezTo>
                      <a:pt x="271" y="4123"/>
                      <a:pt x="605" y="4931"/>
                      <a:pt x="1200" y="5525"/>
                    </a:cubicBezTo>
                    <a:cubicBezTo>
                      <a:pt x="1795" y="6120"/>
                      <a:pt x="2601" y="6455"/>
                      <a:pt x="3443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96AFA42B-1D4C-32FD-E4DB-7E9AD1ED7B6B}"/>
                  </a:ext>
                </a:extLst>
              </p:cNvPr>
              <p:cNvSpPr/>
              <p:nvPr/>
            </p:nvSpPr>
            <p:spPr>
              <a:xfrm>
                <a:off x="4301783" y="4857608"/>
                <a:ext cx="6343" cy="6345"/>
              </a:xfrm>
              <a:custGeom>
                <a:avLst/>
                <a:gdLst>
                  <a:gd name="connsiteX0" fmla="*/ 3443 w 6343"/>
                  <a:gd name="connsiteY0" fmla="*/ 6454 h 6345"/>
                  <a:gd name="connsiteX1" fmla="*/ 5686 w 6343"/>
                  <a:gd name="connsiteY1" fmla="*/ 5525 h 6345"/>
                  <a:gd name="connsiteX2" fmla="*/ 6615 w 6343"/>
                  <a:gd name="connsiteY2" fmla="*/ 3281 h 6345"/>
                  <a:gd name="connsiteX3" fmla="*/ 5686 w 6343"/>
                  <a:gd name="connsiteY3" fmla="*/ 1038 h 6345"/>
                  <a:gd name="connsiteX4" fmla="*/ 3443 w 6343"/>
                  <a:gd name="connsiteY4" fmla="*/ 109 h 6345"/>
                  <a:gd name="connsiteX5" fmla="*/ 1201 w 6343"/>
                  <a:gd name="connsiteY5" fmla="*/ 1038 h 6345"/>
                  <a:gd name="connsiteX6" fmla="*/ 272 w 6343"/>
                  <a:gd name="connsiteY6" fmla="*/ 3281 h 6345"/>
                  <a:gd name="connsiteX7" fmla="*/ 1201 w 6343"/>
                  <a:gd name="connsiteY7" fmla="*/ 5525 h 6345"/>
                  <a:gd name="connsiteX8" fmla="*/ 3443 w 6343"/>
                  <a:gd name="connsiteY8" fmla="*/ 64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454"/>
                    </a:moveTo>
                    <a:cubicBezTo>
                      <a:pt x="4285" y="6454"/>
                      <a:pt x="5091" y="6120"/>
                      <a:pt x="5686" y="5525"/>
                    </a:cubicBezTo>
                    <a:cubicBezTo>
                      <a:pt x="6281" y="4930"/>
                      <a:pt x="6615" y="4123"/>
                      <a:pt x="6615" y="3281"/>
                    </a:cubicBezTo>
                    <a:cubicBezTo>
                      <a:pt x="6615" y="2440"/>
                      <a:pt x="6281" y="1633"/>
                      <a:pt x="5686" y="1038"/>
                    </a:cubicBezTo>
                    <a:cubicBezTo>
                      <a:pt x="5091" y="443"/>
                      <a:pt x="4285" y="109"/>
                      <a:pt x="3443" y="109"/>
                    </a:cubicBezTo>
                    <a:cubicBezTo>
                      <a:pt x="2602" y="109"/>
                      <a:pt x="1796" y="443"/>
                      <a:pt x="1201" y="1038"/>
                    </a:cubicBezTo>
                    <a:cubicBezTo>
                      <a:pt x="606" y="1633"/>
                      <a:pt x="272" y="2440"/>
                      <a:pt x="272" y="3281"/>
                    </a:cubicBezTo>
                    <a:cubicBezTo>
                      <a:pt x="272" y="4123"/>
                      <a:pt x="606" y="4930"/>
                      <a:pt x="1201" y="5525"/>
                    </a:cubicBezTo>
                    <a:cubicBezTo>
                      <a:pt x="1796" y="6120"/>
                      <a:pt x="2602" y="6454"/>
                      <a:pt x="3443" y="64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D8D09A93-4F9F-8B33-EE27-B520AC413569}"/>
                  </a:ext>
                </a:extLst>
              </p:cNvPr>
              <p:cNvSpPr/>
              <p:nvPr/>
            </p:nvSpPr>
            <p:spPr>
              <a:xfrm>
                <a:off x="4295948" y="4882860"/>
                <a:ext cx="6343" cy="6345"/>
              </a:xfrm>
              <a:custGeom>
                <a:avLst/>
                <a:gdLst>
                  <a:gd name="connsiteX0" fmla="*/ 3443 w 6343"/>
                  <a:gd name="connsiteY0" fmla="*/ 6456 h 6345"/>
                  <a:gd name="connsiteX1" fmla="*/ 5686 w 6343"/>
                  <a:gd name="connsiteY1" fmla="*/ 5527 h 6345"/>
                  <a:gd name="connsiteX2" fmla="*/ 6615 w 6343"/>
                  <a:gd name="connsiteY2" fmla="*/ 3283 h 6345"/>
                  <a:gd name="connsiteX3" fmla="*/ 5686 w 6343"/>
                  <a:gd name="connsiteY3" fmla="*/ 1040 h 6345"/>
                  <a:gd name="connsiteX4" fmla="*/ 3443 w 6343"/>
                  <a:gd name="connsiteY4" fmla="*/ 111 h 6345"/>
                  <a:gd name="connsiteX5" fmla="*/ 1200 w 6343"/>
                  <a:gd name="connsiteY5" fmla="*/ 1040 h 6345"/>
                  <a:gd name="connsiteX6" fmla="*/ 271 w 6343"/>
                  <a:gd name="connsiteY6" fmla="*/ 3283 h 6345"/>
                  <a:gd name="connsiteX7" fmla="*/ 1200 w 6343"/>
                  <a:gd name="connsiteY7" fmla="*/ 5527 h 6345"/>
                  <a:gd name="connsiteX8" fmla="*/ 3443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456"/>
                    </a:moveTo>
                    <a:cubicBezTo>
                      <a:pt x="4284" y="6456"/>
                      <a:pt x="5091" y="6122"/>
                      <a:pt x="5686" y="5527"/>
                    </a:cubicBezTo>
                    <a:cubicBezTo>
                      <a:pt x="6280" y="4932"/>
                      <a:pt x="6615" y="4125"/>
                      <a:pt x="6615" y="3283"/>
                    </a:cubicBezTo>
                    <a:cubicBezTo>
                      <a:pt x="6615" y="2442"/>
                      <a:pt x="6280" y="1635"/>
                      <a:pt x="5686" y="1040"/>
                    </a:cubicBezTo>
                    <a:cubicBezTo>
                      <a:pt x="5091" y="445"/>
                      <a:pt x="4284" y="111"/>
                      <a:pt x="3443" y="111"/>
                    </a:cubicBezTo>
                    <a:cubicBezTo>
                      <a:pt x="2602" y="111"/>
                      <a:pt x="1795" y="445"/>
                      <a:pt x="1200" y="1040"/>
                    </a:cubicBezTo>
                    <a:cubicBezTo>
                      <a:pt x="606" y="1635"/>
                      <a:pt x="271" y="2442"/>
                      <a:pt x="271" y="3283"/>
                    </a:cubicBezTo>
                    <a:cubicBezTo>
                      <a:pt x="271" y="4125"/>
                      <a:pt x="606" y="4932"/>
                      <a:pt x="1200" y="5527"/>
                    </a:cubicBezTo>
                    <a:cubicBezTo>
                      <a:pt x="1795" y="6122"/>
                      <a:pt x="2602" y="6456"/>
                      <a:pt x="3443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5EB83CE2-BA44-C732-73EA-47D2B3BCBB2F}"/>
                  </a:ext>
                </a:extLst>
              </p:cNvPr>
              <p:cNvSpPr/>
              <p:nvPr/>
            </p:nvSpPr>
            <p:spPr>
              <a:xfrm>
                <a:off x="4283654" y="4920253"/>
                <a:ext cx="6343" cy="6345"/>
              </a:xfrm>
              <a:custGeom>
                <a:avLst/>
                <a:gdLst>
                  <a:gd name="connsiteX0" fmla="*/ 3442 w 6343"/>
                  <a:gd name="connsiteY0" fmla="*/ 6459 h 6345"/>
                  <a:gd name="connsiteX1" fmla="*/ 5685 w 6343"/>
                  <a:gd name="connsiteY1" fmla="*/ 5530 h 6345"/>
                  <a:gd name="connsiteX2" fmla="*/ 6614 w 6343"/>
                  <a:gd name="connsiteY2" fmla="*/ 3286 h 6345"/>
                  <a:gd name="connsiteX3" fmla="*/ 5685 w 6343"/>
                  <a:gd name="connsiteY3" fmla="*/ 1043 h 6345"/>
                  <a:gd name="connsiteX4" fmla="*/ 3442 w 6343"/>
                  <a:gd name="connsiteY4" fmla="*/ 114 h 6345"/>
                  <a:gd name="connsiteX5" fmla="*/ 1199 w 6343"/>
                  <a:gd name="connsiteY5" fmla="*/ 1043 h 6345"/>
                  <a:gd name="connsiteX6" fmla="*/ 270 w 6343"/>
                  <a:gd name="connsiteY6" fmla="*/ 3286 h 6345"/>
                  <a:gd name="connsiteX7" fmla="*/ 1199 w 6343"/>
                  <a:gd name="connsiteY7" fmla="*/ 5530 h 6345"/>
                  <a:gd name="connsiteX8" fmla="*/ 3442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459"/>
                    </a:moveTo>
                    <a:cubicBezTo>
                      <a:pt x="4283" y="6459"/>
                      <a:pt x="5090" y="6125"/>
                      <a:pt x="5685" y="5530"/>
                    </a:cubicBezTo>
                    <a:cubicBezTo>
                      <a:pt x="6279" y="4935"/>
                      <a:pt x="6614" y="4128"/>
                      <a:pt x="6614" y="3286"/>
                    </a:cubicBezTo>
                    <a:cubicBezTo>
                      <a:pt x="6614" y="2445"/>
                      <a:pt x="6279" y="1638"/>
                      <a:pt x="5685" y="1043"/>
                    </a:cubicBezTo>
                    <a:cubicBezTo>
                      <a:pt x="5090" y="448"/>
                      <a:pt x="4283" y="114"/>
                      <a:pt x="3442" y="114"/>
                    </a:cubicBezTo>
                    <a:cubicBezTo>
                      <a:pt x="2601" y="114"/>
                      <a:pt x="1794" y="448"/>
                      <a:pt x="1199" y="1043"/>
                    </a:cubicBezTo>
                    <a:cubicBezTo>
                      <a:pt x="605" y="1638"/>
                      <a:pt x="270" y="2445"/>
                      <a:pt x="270" y="3286"/>
                    </a:cubicBezTo>
                    <a:cubicBezTo>
                      <a:pt x="270" y="4128"/>
                      <a:pt x="605" y="4935"/>
                      <a:pt x="1199" y="5530"/>
                    </a:cubicBezTo>
                    <a:cubicBezTo>
                      <a:pt x="1794" y="6125"/>
                      <a:pt x="2601" y="6459"/>
                      <a:pt x="3442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64B3F0EE-4138-DB00-2E56-A268D4EC8733}"/>
                  </a:ext>
                </a:extLst>
              </p:cNvPr>
              <p:cNvSpPr/>
              <p:nvPr/>
            </p:nvSpPr>
            <p:spPr>
              <a:xfrm>
                <a:off x="4288409" y="4923255"/>
                <a:ext cx="6343" cy="6345"/>
              </a:xfrm>
              <a:custGeom>
                <a:avLst/>
                <a:gdLst>
                  <a:gd name="connsiteX0" fmla="*/ 3442 w 6343"/>
                  <a:gd name="connsiteY0" fmla="*/ 6459 h 6345"/>
                  <a:gd name="connsiteX1" fmla="*/ 5685 w 6343"/>
                  <a:gd name="connsiteY1" fmla="*/ 5530 h 6345"/>
                  <a:gd name="connsiteX2" fmla="*/ 6614 w 6343"/>
                  <a:gd name="connsiteY2" fmla="*/ 3286 h 6345"/>
                  <a:gd name="connsiteX3" fmla="*/ 5685 w 6343"/>
                  <a:gd name="connsiteY3" fmla="*/ 1043 h 6345"/>
                  <a:gd name="connsiteX4" fmla="*/ 3442 w 6343"/>
                  <a:gd name="connsiteY4" fmla="*/ 114 h 6345"/>
                  <a:gd name="connsiteX5" fmla="*/ 1200 w 6343"/>
                  <a:gd name="connsiteY5" fmla="*/ 1043 h 6345"/>
                  <a:gd name="connsiteX6" fmla="*/ 271 w 6343"/>
                  <a:gd name="connsiteY6" fmla="*/ 3286 h 6345"/>
                  <a:gd name="connsiteX7" fmla="*/ 1200 w 6343"/>
                  <a:gd name="connsiteY7" fmla="*/ 5530 h 6345"/>
                  <a:gd name="connsiteX8" fmla="*/ 3442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459"/>
                    </a:moveTo>
                    <a:cubicBezTo>
                      <a:pt x="4284" y="6459"/>
                      <a:pt x="5090" y="6125"/>
                      <a:pt x="5685" y="5530"/>
                    </a:cubicBezTo>
                    <a:cubicBezTo>
                      <a:pt x="6280" y="4935"/>
                      <a:pt x="6614" y="4128"/>
                      <a:pt x="6614" y="3286"/>
                    </a:cubicBezTo>
                    <a:cubicBezTo>
                      <a:pt x="6614" y="2445"/>
                      <a:pt x="6280" y="1638"/>
                      <a:pt x="5685" y="1043"/>
                    </a:cubicBezTo>
                    <a:cubicBezTo>
                      <a:pt x="5090" y="448"/>
                      <a:pt x="4284" y="114"/>
                      <a:pt x="3442" y="114"/>
                    </a:cubicBezTo>
                    <a:cubicBezTo>
                      <a:pt x="2601" y="114"/>
                      <a:pt x="1795" y="448"/>
                      <a:pt x="1200" y="1043"/>
                    </a:cubicBezTo>
                    <a:cubicBezTo>
                      <a:pt x="605" y="1638"/>
                      <a:pt x="271" y="2445"/>
                      <a:pt x="271" y="3286"/>
                    </a:cubicBezTo>
                    <a:cubicBezTo>
                      <a:pt x="271" y="4128"/>
                      <a:pt x="605" y="4935"/>
                      <a:pt x="1200" y="5530"/>
                    </a:cubicBezTo>
                    <a:cubicBezTo>
                      <a:pt x="1795" y="6125"/>
                      <a:pt x="2601" y="6459"/>
                      <a:pt x="3442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177B28BE-40DD-9A5B-B472-6AFB5EA0AB93}"/>
                  </a:ext>
                </a:extLst>
              </p:cNvPr>
              <p:cNvSpPr/>
              <p:nvPr/>
            </p:nvSpPr>
            <p:spPr>
              <a:xfrm>
                <a:off x="4315274" y="4883651"/>
                <a:ext cx="6343" cy="6345"/>
              </a:xfrm>
              <a:custGeom>
                <a:avLst/>
                <a:gdLst>
                  <a:gd name="connsiteX0" fmla="*/ 3445 w 6343"/>
                  <a:gd name="connsiteY0" fmla="*/ 6456 h 6345"/>
                  <a:gd name="connsiteX1" fmla="*/ 5687 w 6343"/>
                  <a:gd name="connsiteY1" fmla="*/ 5527 h 6345"/>
                  <a:gd name="connsiteX2" fmla="*/ 6616 w 6343"/>
                  <a:gd name="connsiteY2" fmla="*/ 3283 h 6345"/>
                  <a:gd name="connsiteX3" fmla="*/ 5687 w 6343"/>
                  <a:gd name="connsiteY3" fmla="*/ 1040 h 6345"/>
                  <a:gd name="connsiteX4" fmla="*/ 3445 w 6343"/>
                  <a:gd name="connsiteY4" fmla="*/ 111 h 6345"/>
                  <a:gd name="connsiteX5" fmla="*/ 1202 w 6343"/>
                  <a:gd name="connsiteY5" fmla="*/ 1040 h 6345"/>
                  <a:gd name="connsiteX6" fmla="*/ 273 w 6343"/>
                  <a:gd name="connsiteY6" fmla="*/ 3283 h 6345"/>
                  <a:gd name="connsiteX7" fmla="*/ 1202 w 6343"/>
                  <a:gd name="connsiteY7" fmla="*/ 5527 h 6345"/>
                  <a:gd name="connsiteX8" fmla="*/ 3445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456"/>
                    </a:moveTo>
                    <a:cubicBezTo>
                      <a:pt x="4286" y="6456"/>
                      <a:pt x="5092" y="6122"/>
                      <a:pt x="5687" y="5527"/>
                    </a:cubicBezTo>
                    <a:cubicBezTo>
                      <a:pt x="6282" y="4932"/>
                      <a:pt x="6616" y="4125"/>
                      <a:pt x="6616" y="3283"/>
                    </a:cubicBezTo>
                    <a:cubicBezTo>
                      <a:pt x="6616" y="2442"/>
                      <a:pt x="6282" y="1635"/>
                      <a:pt x="5687" y="1040"/>
                    </a:cubicBezTo>
                    <a:cubicBezTo>
                      <a:pt x="5092" y="445"/>
                      <a:pt x="4286" y="111"/>
                      <a:pt x="3445" y="111"/>
                    </a:cubicBezTo>
                    <a:cubicBezTo>
                      <a:pt x="2603" y="111"/>
                      <a:pt x="1797" y="445"/>
                      <a:pt x="1202" y="1040"/>
                    </a:cubicBezTo>
                    <a:cubicBezTo>
                      <a:pt x="607" y="1635"/>
                      <a:pt x="273" y="2442"/>
                      <a:pt x="273" y="3283"/>
                    </a:cubicBezTo>
                    <a:cubicBezTo>
                      <a:pt x="273" y="4125"/>
                      <a:pt x="607" y="4932"/>
                      <a:pt x="1202" y="5527"/>
                    </a:cubicBezTo>
                    <a:cubicBezTo>
                      <a:pt x="1797" y="6122"/>
                      <a:pt x="2603" y="6456"/>
                      <a:pt x="3445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DCC82FCB-1D4F-A8FF-116E-9CEF2B4E5B86}"/>
                  </a:ext>
                </a:extLst>
              </p:cNvPr>
              <p:cNvSpPr/>
              <p:nvPr/>
            </p:nvSpPr>
            <p:spPr>
              <a:xfrm>
                <a:off x="4320957" y="4885496"/>
                <a:ext cx="6343" cy="6345"/>
              </a:xfrm>
              <a:custGeom>
                <a:avLst/>
                <a:gdLst>
                  <a:gd name="connsiteX0" fmla="*/ 3445 w 6343"/>
                  <a:gd name="connsiteY0" fmla="*/ 6456 h 6345"/>
                  <a:gd name="connsiteX1" fmla="*/ 5688 w 6343"/>
                  <a:gd name="connsiteY1" fmla="*/ 5527 h 6345"/>
                  <a:gd name="connsiteX2" fmla="*/ 6617 w 6343"/>
                  <a:gd name="connsiteY2" fmla="*/ 3283 h 6345"/>
                  <a:gd name="connsiteX3" fmla="*/ 5688 w 6343"/>
                  <a:gd name="connsiteY3" fmla="*/ 1040 h 6345"/>
                  <a:gd name="connsiteX4" fmla="*/ 3445 w 6343"/>
                  <a:gd name="connsiteY4" fmla="*/ 111 h 6345"/>
                  <a:gd name="connsiteX5" fmla="*/ 1202 w 6343"/>
                  <a:gd name="connsiteY5" fmla="*/ 1040 h 6345"/>
                  <a:gd name="connsiteX6" fmla="*/ 273 w 6343"/>
                  <a:gd name="connsiteY6" fmla="*/ 3283 h 6345"/>
                  <a:gd name="connsiteX7" fmla="*/ 1202 w 6343"/>
                  <a:gd name="connsiteY7" fmla="*/ 5527 h 6345"/>
                  <a:gd name="connsiteX8" fmla="*/ 3445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456"/>
                    </a:moveTo>
                    <a:cubicBezTo>
                      <a:pt x="4286" y="6456"/>
                      <a:pt x="5093" y="6122"/>
                      <a:pt x="5688" y="5527"/>
                    </a:cubicBezTo>
                    <a:cubicBezTo>
                      <a:pt x="6282" y="4932"/>
                      <a:pt x="6617" y="4125"/>
                      <a:pt x="6617" y="3283"/>
                    </a:cubicBezTo>
                    <a:cubicBezTo>
                      <a:pt x="6617" y="2442"/>
                      <a:pt x="6282" y="1635"/>
                      <a:pt x="5688" y="1040"/>
                    </a:cubicBezTo>
                    <a:cubicBezTo>
                      <a:pt x="5093" y="445"/>
                      <a:pt x="4286" y="111"/>
                      <a:pt x="3445" y="111"/>
                    </a:cubicBezTo>
                    <a:cubicBezTo>
                      <a:pt x="2604" y="111"/>
                      <a:pt x="1797" y="445"/>
                      <a:pt x="1202" y="1040"/>
                    </a:cubicBezTo>
                    <a:cubicBezTo>
                      <a:pt x="608" y="1635"/>
                      <a:pt x="273" y="2442"/>
                      <a:pt x="273" y="3283"/>
                    </a:cubicBezTo>
                    <a:cubicBezTo>
                      <a:pt x="273" y="4125"/>
                      <a:pt x="608" y="4932"/>
                      <a:pt x="1202" y="5527"/>
                    </a:cubicBezTo>
                    <a:cubicBezTo>
                      <a:pt x="1797" y="6122"/>
                      <a:pt x="2604" y="6456"/>
                      <a:pt x="3445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14D1EEF5-C1A6-EA9F-8CEC-A26098173358}"/>
                  </a:ext>
                </a:extLst>
              </p:cNvPr>
              <p:cNvSpPr/>
              <p:nvPr/>
            </p:nvSpPr>
            <p:spPr>
              <a:xfrm>
                <a:off x="4327757" y="4885281"/>
                <a:ext cx="6343" cy="6345"/>
              </a:xfrm>
              <a:custGeom>
                <a:avLst/>
                <a:gdLst>
                  <a:gd name="connsiteX0" fmla="*/ 3446 w 6343"/>
                  <a:gd name="connsiteY0" fmla="*/ 6456 h 6345"/>
                  <a:gd name="connsiteX1" fmla="*/ 5688 w 6343"/>
                  <a:gd name="connsiteY1" fmla="*/ 5527 h 6345"/>
                  <a:gd name="connsiteX2" fmla="*/ 6617 w 6343"/>
                  <a:gd name="connsiteY2" fmla="*/ 3283 h 6345"/>
                  <a:gd name="connsiteX3" fmla="*/ 5688 w 6343"/>
                  <a:gd name="connsiteY3" fmla="*/ 1040 h 6345"/>
                  <a:gd name="connsiteX4" fmla="*/ 3446 w 6343"/>
                  <a:gd name="connsiteY4" fmla="*/ 111 h 6345"/>
                  <a:gd name="connsiteX5" fmla="*/ 1203 w 6343"/>
                  <a:gd name="connsiteY5" fmla="*/ 1040 h 6345"/>
                  <a:gd name="connsiteX6" fmla="*/ 274 w 6343"/>
                  <a:gd name="connsiteY6" fmla="*/ 3283 h 6345"/>
                  <a:gd name="connsiteX7" fmla="*/ 1203 w 6343"/>
                  <a:gd name="connsiteY7" fmla="*/ 5527 h 6345"/>
                  <a:gd name="connsiteX8" fmla="*/ 3446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456"/>
                    </a:moveTo>
                    <a:cubicBezTo>
                      <a:pt x="4287" y="6456"/>
                      <a:pt x="5093" y="6122"/>
                      <a:pt x="5688" y="5527"/>
                    </a:cubicBezTo>
                    <a:cubicBezTo>
                      <a:pt x="6283" y="4932"/>
                      <a:pt x="6617" y="4125"/>
                      <a:pt x="6617" y="3283"/>
                    </a:cubicBezTo>
                    <a:cubicBezTo>
                      <a:pt x="6617" y="2442"/>
                      <a:pt x="6283" y="1635"/>
                      <a:pt x="5688" y="1040"/>
                    </a:cubicBezTo>
                    <a:cubicBezTo>
                      <a:pt x="5093" y="445"/>
                      <a:pt x="4287" y="111"/>
                      <a:pt x="3446" y="111"/>
                    </a:cubicBezTo>
                    <a:cubicBezTo>
                      <a:pt x="2604" y="111"/>
                      <a:pt x="1798" y="445"/>
                      <a:pt x="1203" y="1040"/>
                    </a:cubicBezTo>
                    <a:cubicBezTo>
                      <a:pt x="608" y="1635"/>
                      <a:pt x="274" y="2442"/>
                      <a:pt x="274" y="3283"/>
                    </a:cubicBezTo>
                    <a:cubicBezTo>
                      <a:pt x="274" y="4125"/>
                      <a:pt x="608" y="4932"/>
                      <a:pt x="1203" y="5527"/>
                    </a:cubicBezTo>
                    <a:cubicBezTo>
                      <a:pt x="1798" y="6122"/>
                      <a:pt x="2604" y="6456"/>
                      <a:pt x="3446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EEDE9811-0946-A3EC-C8CD-63F90F27C494}"/>
                  </a:ext>
                </a:extLst>
              </p:cNvPr>
              <p:cNvSpPr/>
              <p:nvPr/>
            </p:nvSpPr>
            <p:spPr>
              <a:xfrm>
                <a:off x="4333010" y="4888004"/>
                <a:ext cx="6343" cy="6345"/>
              </a:xfrm>
              <a:custGeom>
                <a:avLst/>
                <a:gdLst>
                  <a:gd name="connsiteX0" fmla="*/ 3446 w 6343"/>
                  <a:gd name="connsiteY0" fmla="*/ 6456 h 6345"/>
                  <a:gd name="connsiteX1" fmla="*/ 5689 w 6343"/>
                  <a:gd name="connsiteY1" fmla="*/ 5527 h 6345"/>
                  <a:gd name="connsiteX2" fmla="*/ 6617 w 6343"/>
                  <a:gd name="connsiteY2" fmla="*/ 3284 h 6345"/>
                  <a:gd name="connsiteX3" fmla="*/ 5689 w 6343"/>
                  <a:gd name="connsiteY3" fmla="*/ 1040 h 6345"/>
                  <a:gd name="connsiteX4" fmla="*/ 3446 w 6343"/>
                  <a:gd name="connsiteY4" fmla="*/ 111 h 6345"/>
                  <a:gd name="connsiteX5" fmla="*/ 1203 w 6343"/>
                  <a:gd name="connsiteY5" fmla="*/ 1040 h 6345"/>
                  <a:gd name="connsiteX6" fmla="*/ 274 w 6343"/>
                  <a:gd name="connsiteY6" fmla="*/ 3284 h 6345"/>
                  <a:gd name="connsiteX7" fmla="*/ 1203 w 6343"/>
                  <a:gd name="connsiteY7" fmla="*/ 5527 h 6345"/>
                  <a:gd name="connsiteX8" fmla="*/ 3446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456"/>
                    </a:moveTo>
                    <a:cubicBezTo>
                      <a:pt x="4287" y="6456"/>
                      <a:pt x="5094" y="6122"/>
                      <a:pt x="5689" y="5527"/>
                    </a:cubicBezTo>
                    <a:cubicBezTo>
                      <a:pt x="6283" y="4932"/>
                      <a:pt x="6617" y="4125"/>
                      <a:pt x="6617" y="3284"/>
                    </a:cubicBezTo>
                    <a:cubicBezTo>
                      <a:pt x="6617" y="2442"/>
                      <a:pt x="6283" y="1635"/>
                      <a:pt x="5689" y="1040"/>
                    </a:cubicBezTo>
                    <a:cubicBezTo>
                      <a:pt x="5094" y="445"/>
                      <a:pt x="4287" y="111"/>
                      <a:pt x="3446" y="111"/>
                    </a:cubicBezTo>
                    <a:cubicBezTo>
                      <a:pt x="2605" y="111"/>
                      <a:pt x="1798" y="445"/>
                      <a:pt x="1203" y="1040"/>
                    </a:cubicBezTo>
                    <a:cubicBezTo>
                      <a:pt x="609" y="1635"/>
                      <a:pt x="274" y="2442"/>
                      <a:pt x="274" y="3284"/>
                    </a:cubicBezTo>
                    <a:cubicBezTo>
                      <a:pt x="274" y="4125"/>
                      <a:pt x="609" y="4932"/>
                      <a:pt x="1203" y="5527"/>
                    </a:cubicBezTo>
                    <a:cubicBezTo>
                      <a:pt x="1798" y="6122"/>
                      <a:pt x="2605" y="6456"/>
                      <a:pt x="3446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920F7A36-CBC9-83ED-B700-DEDF5B86FA74}"/>
                  </a:ext>
                </a:extLst>
              </p:cNvPr>
              <p:cNvSpPr/>
              <p:nvPr/>
            </p:nvSpPr>
            <p:spPr>
              <a:xfrm>
                <a:off x="4378824" y="4817071"/>
                <a:ext cx="6343" cy="6345"/>
              </a:xfrm>
              <a:custGeom>
                <a:avLst/>
                <a:gdLst>
                  <a:gd name="connsiteX0" fmla="*/ 3450 w 6343"/>
                  <a:gd name="connsiteY0" fmla="*/ 6451 h 6345"/>
                  <a:gd name="connsiteX1" fmla="*/ 5692 w 6343"/>
                  <a:gd name="connsiteY1" fmla="*/ 5522 h 6345"/>
                  <a:gd name="connsiteX2" fmla="*/ 6621 w 6343"/>
                  <a:gd name="connsiteY2" fmla="*/ 3278 h 6345"/>
                  <a:gd name="connsiteX3" fmla="*/ 5692 w 6343"/>
                  <a:gd name="connsiteY3" fmla="*/ 1035 h 6345"/>
                  <a:gd name="connsiteX4" fmla="*/ 3450 w 6343"/>
                  <a:gd name="connsiteY4" fmla="*/ 105 h 6345"/>
                  <a:gd name="connsiteX5" fmla="*/ 1207 w 6343"/>
                  <a:gd name="connsiteY5" fmla="*/ 1035 h 6345"/>
                  <a:gd name="connsiteX6" fmla="*/ 278 w 6343"/>
                  <a:gd name="connsiteY6" fmla="*/ 3278 h 6345"/>
                  <a:gd name="connsiteX7" fmla="*/ 1207 w 6343"/>
                  <a:gd name="connsiteY7" fmla="*/ 5522 h 6345"/>
                  <a:gd name="connsiteX8" fmla="*/ 3450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0" y="6451"/>
                    </a:moveTo>
                    <a:cubicBezTo>
                      <a:pt x="4291" y="6451"/>
                      <a:pt x="5097" y="6117"/>
                      <a:pt x="5692" y="5522"/>
                    </a:cubicBezTo>
                    <a:cubicBezTo>
                      <a:pt x="6287" y="4927"/>
                      <a:pt x="6621" y="4120"/>
                      <a:pt x="6621" y="3278"/>
                    </a:cubicBezTo>
                    <a:cubicBezTo>
                      <a:pt x="6621" y="2437"/>
                      <a:pt x="6287" y="1630"/>
                      <a:pt x="5692" y="1035"/>
                    </a:cubicBezTo>
                    <a:cubicBezTo>
                      <a:pt x="5097" y="440"/>
                      <a:pt x="4291" y="105"/>
                      <a:pt x="3450" y="105"/>
                    </a:cubicBezTo>
                    <a:cubicBezTo>
                      <a:pt x="2608" y="105"/>
                      <a:pt x="1802" y="440"/>
                      <a:pt x="1207" y="1035"/>
                    </a:cubicBezTo>
                    <a:cubicBezTo>
                      <a:pt x="612" y="1630"/>
                      <a:pt x="278" y="2437"/>
                      <a:pt x="278" y="3278"/>
                    </a:cubicBezTo>
                    <a:cubicBezTo>
                      <a:pt x="278" y="4120"/>
                      <a:pt x="612" y="4927"/>
                      <a:pt x="1207" y="5522"/>
                    </a:cubicBezTo>
                    <a:cubicBezTo>
                      <a:pt x="1802" y="6117"/>
                      <a:pt x="2608" y="6451"/>
                      <a:pt x="3450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D6A6C1C0-50CF-8818-566E-4B3C3C1C50B3}"/>
                  </a:ext>
                </a:extLst>
              </p:cNvPr>
              <p:cNvSpPr/>
              <p:nvPr/>
            </p:nvSpPr>
            <p:spPr>
              <a:xfrm>
                <a:off x="4384960" y="4819279"/>
                <a:ext cx="6343" cy="6345"/>
              </a:xfrm>
              <a:custGeom>
                <a:avLst/>
                <a:gdLst>
                  <a:gd name="connsiteX0" fmla="*/ 3450 w 6343"/>
                  <a:gd name="connsiteY0" fmla="*/ 6451 h 6345"/>
                  <a:gd name="connsiteX1" fmla="*/ 5693 w 6343"/>
                  <a:gd name="connsiteY1" fmla="*/ 5522 h 6345"/>
                  <a:gd name="connsiteX2" fmla="*/ 6622 w 6343"/>
                  <a:gd name="connsiteY2" fmla="*/ 3278 h 6345"/>
                  <a:gd name="connsiteX3" fmla="*/ 5693 w 6343"/>
                  <a:gd name="connsiteY3" fmla="*/ 1035 h 6345"/>
                  <a:gd name="connsiteX4" fmla="*/ 3450 w 6343"/>
                  <a:gd name="connsiteY4" fmla="*/ 106 h 6345"/>
                  <a:gd name="connsiteX5" fmla="*/ 1207 w 6343"/>
                  <a:gd name="connsiteY5" fmla="*/ 1035 h 6345"/>
                  <a:gd name="connsiteX6" fmla="*/ 278 w 6343"/>
                  <a:gd name="connsiteY6" fmla="*/ 3278 h 6345"/>
                  <a:gd name="connsiteX7" fmla="*/ 1207 w 6343"/>
                  <a:gd name="connsiteY7" fmla="*/ 5522 h 6345"/>
                  <a:gd name="connsiteX8" fmla="*/ 3450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0" y="6451"/>
                    </a:moveTo>
                    <a:cubicBezTo>
                      <a:pt x="4291" y="6451"/>
                      <a:pt x="5098" y="6117"/>
                      <a:pt x="5693" y="5522"/>
                    </a:cubicBezTo>
                    <a:cubicBezTo>
                      <a:pt x="6287" y="4927"/>
                      <a:pt x="6622" y="4120"/>
                      <a:pt x="6622" y="3278"/>
                    </a:cubicBezTo>
                    <a:cubicBezTo>
                      <a:pt x="6622" y="2437"/>
                      <a:pt x="6287" y="1630"/>
                      <a:pt x="5693" y="1035"/>
                    </a:cubicBezTo>
                    <a:cubicBezTo>
                      <a:pt x="5098" y="440"/>
                      <a:pt x="4291" y="106"/>
                      <a:pt x="3450" y="106"/>
                    </a:cubicBezTo>
                    <a:cubicBezTo>
                      <a:pt x="2609" y="106"/>
                      <a:pt x="1802" y="440"/>
                      <a:pt x="1207" y="1035"/>
                    </a:cubicBezTo>
                    <a:cubicBezTo>
                      <a:pt x="613" y="1630"/>
                      <a:pt x="278" y="2437"/>
                      <a:pt x="278" y="3278"/>
                    </a:cubicBezTo>
                    <a:cubicBezTo>
                      <a:pt x="278" y="4120"/>
                      <a:pt x="613" y="4927"/>
                      <a:pt x="1207" y="5522"/>
                    </a:cubicBezTo>
                    <a:cubicBezTo>
                      <a:pt x="1802" y="6117"/>
                      <a:pt x="2609" y="6451"/>
                      <a:pt x="3450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C48062DB-97C0-3D7A-4ED6-B448C4C6AC60}"/>
                  </a:ext>
                </a:extLst>
              </p:cNvPr>
              <p:cNvSpPr/>
              <p:nvPr/>
            </p:nvSpPr>
            <p:spPr>
              <a:xfrm>
                <a:off x="4390688" y="4822231"/>
                <a:ext cx="6343" cy="6345"/>
              </a:xfrm>
              <a:custGeom>
                <a:avLst/>
                <a:gdLst>
                  <a:gd name="connsiteX0" fmla="*/ 3450 w 6343"/>
                  <a:gd name="connsiteY0" fmla="*/ 6451 h 6345"/>
                  <a:gd name="connsiteX1" fmla="*/ 5693 w 6343"/>
                  <a:gd name="connsiteY1" fmla="*/ 5522 h 6345"/>
                  <a:gd name="connsiteX2" fmla="*/ 6622 w 6343"/>
                  <a:gd name="connsiteY2" fmla="*/ 3279 h 6345"/>
                  <a:gd name="connsiteX3" fmla="*/ 5693 w 6343"/>
                  <a:gd name="connsiteY3" fmla="*/ 1035 h 6345"/>
                  <a:gd name="connsiteX4" fmla="*/ 3450 w 6343"/>
                  <a:gd name="connsiteY4" fmla="*/ 106 h 6345"/>
                  <a:gd name="connsiteX5" fmla="*/ 1208 w 6343"/>
                  <a:gd name="connsiteY5" fmla="*/ 1035 h 6345"/>
                  <a:gd name="connsiteX6" fmla="*/ 279 w 6343"/>
                  <a:gd name="connsiteY6" fmla="*/ 3279 h 6345"/>
                  <a:gd name="connsiteX7" fmla="*/ 1208 w 6343"/>
                  <a:gd name="connsiteY7" fmla="*/ 5522 h 6345"/>
                  <a:gd name="connsiteX8" fmla="*/ 3450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0" y="6451"/>
                    </a:moveTo>
                    <a:cubicBezTo>
                      <a:pt x="4292" y="6451"/>
                      <a:pt x="5098" y="6117"/>
                      <a:pt x="5693" y="5522"/>
                    </a:cubicBezTo>
                    <a:cubicBezTo>
                      <a:pt x="6288" y="4927"/>
                      <a:pt x="6622" y="4120"/>
                      <a:pt x="6622" y="3279"/>
                    </a:cubicBezTo>
                    <a:cubicBezTo>
                      <a:pt x="6622" y="2437"/>
                      <a:pt x="6288" y="1630"/>
                      <a:pt x="5693" y="1035"/>
                    </a:cubicBezTo>
                    <a:cubicBezTo>
                      <a:pt x="5098" y="440"/>
                      <a:pt x="4292" y="106"/>
                      <a:pt x="3450" y="106"/>
                    </a:cubicBezTo>
                    <a:cubicBezTo>
                      <a:pt x="2609" y="106"/>
                      <a:pt x="1803" y="440"/>
                      <a:pt x="1208" y="1035"/>
                    </a:cubicBezTo>
                    <a:cubicBezTo>
                      <a:pt x="613" y="1630"/>
                      <a:pt x="279" y="2437"/>
                      <a:pt x="279" y="3279"/>
                    </a:cubicBezTo>
                    <a:cubicBezTo>
                      <a:pt x="279" y="4120"/>
                      <a:pt x="613" y="4927"/>
                      <a:pt x="1208" y="5522"/>
                    </a:cubicBezTo>
                    <a:cubicBezTo>
                      <a:pt x="1803" y="6117"/>
                      <a:pt x="2609" y="6451"/>
                      <a:pt x="3450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DE7888B4-0331-F8E0-6129-9684B76333D8}"/>
                  </a:ext>
                </a:extLst>
              </p:cNvPr>
              <p:cNvSpPr/>
              <p:nvPr/>
            </p:nvSpPr>
            <p:spPr>
              <a:xfrm>
                <a:off x="4369791" y="4883639"/>
                <a:ext cx="6343" cy="6345"/>
              </a:xfrm>
              <a:custGeom>
                <a:avLst/>
                <a:gdLst>
                  <a:gd name="connsiteX0" fmla="*/ 3449 w 6343"/>
                  <a:gd name="connsiteY0" fmla="*/ 6456 h 6345"/>
                  <a:gd name="connsiteX1" fmla="*/ 5691 w 6343"/>
                  <a:gd name="connsiteY1" fmla="*/ 5527 h 6345"/>
                  <a:gd name="connsiteX2" fmla="*/ 6620 w 6343"/>
                  <a:gd name="connsiteY2" fmla="*/ 3283 h 6345"/>
                  <a:gd name="connsiteX3" fmla="*/ 5691 w 6343"/>
                  <a:gd name="connsiteY3" fmla="*/ 1040 h 6345"/>
                  <a:gd name="connsiteX4" fmla="*/ 3449 w 6343"/>
                  <a:gd name="connsiteY4" fmla="*/ 111 h 6345"/>
                  <a:gd name="connsiteX5" fmla="*/ 1206 w 6343"/>
                  <a:gd name="connsiteY5" fmla="*/ 1040 h 6345"/>
                  <a:gd name="connsiteX6" fmla="*/ 277 w 6343"/>
                  <a:gd name="connsiteY6" fmla="*/ 3283 h 6345"/>
                  <a:gd name="connsiteX7" fmla="*/ 1206 w 6343"/>
                  <a:gd name="connsiteY7" fmla="*/ 5527 h 6345"/>
                  <a:gd name="connsiteX8" fmla="*/ 3449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456"/>
                    </a:moveTo>
                    <a:cubicBezTo>
                      <a:pt x="4290" y="6456"/>
                      <a:pt x="5097" y="6122"/>
                      <a:pt x="5691" y="5527"/>
                    </a:cubicBezTo>
                    <a:cubicBezTo>
                      <a:pt x="6286" y="4932"/>
                      <a:pt x="6620" y="4125"/>
                      <a:pt x="6620" y="3283"/>
                    </a:cubicBezTo>
                    <a:cubicBezTo>
                      <a:pt x="6620" y="2442"/>
                      <a:pt x="6286" y="1635"/>
                      <a:pt x="5691" y="1040"/>
                    </a:cubicBezTo>
                    <a:cubicBezTo>
                      <a:pt x="5097" y="445"/>
                      <a:pt x="4290" y="111"/>
                      <a:pt x="3449" y="111"/>
                    </a:cubicBezTo>
                    <a:cubicBezTo>
                      <a:pt x="2608" y="111"/>
                      <a:pt x="1801" y="445"/>
                      <a:pt x="1206" y="1040"/>
                    </a:cubicBezTo>
                    <a:cubicBezTo>
                      <a:pt x="611" y="1635"/>
                      <a:pt x="277" y="2442"/>
                      <a:pt x="277" y="3283"/>
                    </a:cubicBezTo>
                    <a:cubicBezTo>
                      <a:pt x="277" y="4125"/>
                      <a:pt x="611" y="4932"/>
                      <a:pt x="1206" y="5527"/>
                    </a:cubicBezTo>
                    <a:cubicBezTo>
                      <a:pt x="1801" y="6122"/>
                      <a:pt x="2608" y="6456"/>
                      <a:pt x="3449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01D6648B-783D-3A2D-733E-90D82446E110}"/>
                  </a:ext>
                </a:extLst>
              </p:cNvPr>
              <p:cNvSpPr/>
              <p:nvPr/>
            </p:nvSpPr>
            <p:spPr>
              <a:xfrm>
                <a:off x="4374716" y="4887196"/>
                <a:ext cx="6343" cy="6345"/>
              </a:xfrm>
              <a:custGeom>
                <a:avLst/>
                <a:gdLst>
                  <a:gd name="connsiteX0" fmla="*/ 3449 w 6343"/>
                  <a:gd name="connsiteY0" fmla="*/ 6456 h 6345"/>
                  <a:gd name="connsiteX1" fmla="*/ 5692 w 6343"/>
                  <a:gd name="connsiteY1" fmla="*/ 5527 h 6345"/>
                  <a:gd name="connsiteX2" fmla="*/ 6621 w 6343"/>
                  <a:gd name="connsiteY2" fmla="*/ 3284 h 6345"/>
                  <a:gd name="connsiteX3" fmla="*/ 5692 w 6343"/>
                  <a:gd name="connsiteY3" fmla="*/ 1040 h 6345"/>
                  <a:gd name="connsiteX4" fmla="*/ 3449 w 6343"/>
                  <a:gd name="connsiteY4" fmla="*/ 111 h 6345"/>
                  <a:gd name="connsiteX5" fmla="*/ 1207 w 6343"/>
                  <a:gd name="connsiteY5" fmla="*/ 1040 h 6345"/>
                  <a:gd name="connsiteX6" fmla="*/ 278 w 6343"/>
                  <a:gd name="connsiteY6" fmla="*/ 3284 h 6345"/>
                  <a:gd name="connsiteX7" fmla="*/ 1207 w 6343"/>
                  <a:gd name="connsiteY7" fmla="*/ 5527 h 6345"/>
                  <a:gd name="connsiteX8" fmla="*/ 3449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456"/>
                    </a:moveTo>
                    <a:cubicBezTo>
                      <a:pt x="4290" y="6456"/>
                      <a:pt x="5097" y="6122"/>
                      <a:pt x="5692" y="5527"/>
                    </a:cubicBezTo>
                    <a:cubicBezTo>
                      <a:pt x="6287" y="4932"/>
                      <a:pt x="6621" y="4125"/>
                      <a:pt x="6621" y="3284"/>
                    </a:cubicBezTo>
                    <a:cubicBezTo>
                      <a:pt x="6621" y="2442"/>
                      <a:pt x="6287" y="1635"/>
                      <a:pt x="5692" y="1040"/>
                    </a:cubicBezTo>
                    <a:cubicBezTo>
                      <a:pt x="5097" y="445"/>
                      <a:pt x="4290" y="111"/>
                      <a:pt x="3449" y="111"/>
                    </a:cubicBezTo>
                    <a:cubicBezTo>
                      <a:pt x="2608" y="111"/>
                      <a:pt x="1801" y="445"/>
                      <a:pt x="1207" y="1040"/>
                    </a:cubicBezTo>
                    <a:cubicBezTo>
                      <a:pt x="612" y="1635"/>
                      <a:pt x="278" y="2442"/>
                      <a:pt x="278" y="3284"/>
                    </a:cubicBezTo>
                    <a:cubicBezTo>
                      <a:pt x="278" y="4125"/>
                      <a:pt x="612" y="4932"/>
                      <a:pt x="1207" y="5527"/>
                    </a:cubicBezTo>
                    <a:cubicBezTo>
                      <a:pt x="1801" y="6122"/>
                      <a:pt x="2608" y="6456"/>
                      <a:pt x="3449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C0B2B904-5684-85EB-240E-3C73249AAF3B}"/>
                  </a:ext>
                </a:extLst>
              </p:cNvPr>
              <p:cNvSpPr/>
              <p:nvPr/>
            </p:nvSpPr>
            <p:spPr>
              <a:xfrm>
                <a:off x="4477307" y="4843494"/>
                <a:ext cx="6343" cy="6345"/>
              </a:xfrm>
              <a:custGeom>
                <a:avLst/>
                <a:gdLst>
                  <a:gd name="connsiteX0" fmla="*/ 3457 w 6343"/>
                  <a:gd name="connsiteY0" fmla="*/ 6453 h 6345"/>
                  <a:gd name="connsiteX1" fmla="*/ 5700 w 6343"/>
                  <a:gd name="connsiteY1" fmla="*/ 5524 h 6345"/>
                  <a:gd name="connsiteX2" fmla="*/ 6629 w 6343"/>
                  <a:gd name="connsiteY2" fmla="*/ 3280 h 6345"/>
                  <a:gd name="connsiteX3" fmla="*/ 5700 w 6343"/>
                  <a:gd name="connsiteY3" fmla="*/ 1037 h 6345"/>
                  <a:gd name="connsiteX4" fmla="*/ 3457 w 6343"/>
                  <a:gd name="connsiteY4" fmla="*/ 107 h 6345"/>
                  <a:gd name="connsiteX5" fmla="*/ 1215 w 6343"/>
                  <a:gd name="connsiteY5" fmla="*/ 1037 h 6345"/>
                  <a:gd name="connsiteX6" fmla="*/ 286 w 6343"/>
                  <a:gd name="connsiteY6" fmla="*/ 3280 h 6345"/>
                  <a:gd name="connsiteX7" fmla="*/ 1215 w 6343"/>
                  <a:gd name="connsiteY7" fmla="*/ 5524 h 6345"/>
                  <a:gd name="connsiteX8" fmla="*/ 3457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53"/>
                    </a:moveTo>
                    <a:cubicBezTo>
                      <a:pt x="4298" y="6453"/>
                      <a:pt x="5105" y="6119"/>
                      <a:pt x="5700" y="5524"/>
                    </a:cubicBezTo>
                    <a:cubicBezTo>
                      <a:pt x="6295" y="4929"/>
                      <a:pt x="6629" y="4122"/>
                      <a:pt x="6629" y="3280"/>
                    </a:cubicBezTo>
                    <a:cubicBezTo>
                      <a:pt x="6629" y="2439"/>
                      <a:pt x="6295" y="1632"/>
                      <a:pt x="5700" y="1037"/>
                    </a:cubicBezTo>
                    <a:cubicBezTo>
                      <a:pt x="5105" y="442"/>
                      <a:pt x="4298" y="107"/>
                      <a:pt x="3457" y="107"/>
                    </a:cubicBezTo>
                    <a:cubicBezTo>
                      <a:pt x="2616" y="107"/>
                      <a:pt x="1809" y="442"/>
                      <a:pt x="1215" y="1037"/>
                    </a:cubicBezTo>
                    <a:cubicBezTo>
                      <a:pt x="620" y="1632"/>
                      <a:pt x="286" y="2439"/>
                      <a:pt x="286" y="3280"/>
                    </a:cubicBezTo>
                    <a:cubicBezTo>
                      <a:pt x="286" y="4122"/>
                      <a:pt x="620" y="4929"/>
                      <a:pt x="1215" y="5524"/>
                    </a:cubicBezTo>
                    <a:cubicBezTo>
                      <a:pt x="1809" y="6119"/>
                      <a:pt x="2616" y="6453"/>
                      <a:pt x="3457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3E244C3B-A798-9BC5-F64C-1B775673EFD4}"/>
                  </a:ext>
                </a:extLst>
              </p:cNvPr>
              <p:cNvSpPr/>
              <p:nvPr/>
            </p:nvSpPr>
            <p:spPr>
              <a:xfrm>
                <a:off x="4486323" y="4842039"/>
                <a:ext cx="6343" cy="6345"/>
              </a:xfrm>
              <a:custGeom>
                <a:avLst/>
                <a:gdLst>
                  <a:gd name="connsiteX0" fmla="*/ 3458 w 6343"/>
                  <a:gd name="connsiteY0" fmla="*/ 6453 h 6345"/>
                  <a:gd name="connsiteX1" fmla="*/ 5701 w 6343"/>
                  <a:gd name="connsiteY1" fmla="*/ 5524 h 6345"/>
                  <a:gd name="connsiteX2" fmla="*/ 6630 w 6343"/>
                  <a:gd name="connsiteY2" fmla="*/ 3280 h 6345"/>
                  <a:gd name="connsiteX3" fmla="*/ 5701 w 6343"/>
                  <a:gd name="connsiteY3" fmla="*/ 1037 h 6345"/>
                  <a:gd name="connsiteX4" fmla="*/ 3458 w 6343"/>
                  <a:gd name="connsiteY4" fmla="*/ 107 h 6345"/>
                  <a:gd name="connsiteX5" fmla="*/ 1215 w 6343"/>
                  <a:gd name="connsiteY5" fmla="*/ 1037 h 6345"/>
                  <a:gd name="connsiteX6" fmla="*/ 286 w 6343"/>
                  <a:gd name="connsiteY6" fmla="*/ 3280 h 6345"/>
                  <a:gd name="connsiteX7" fmla="*/ 1215 w 6343"/>
                  <a:gd name="connsiteY7" fmla="*/ 5524 h 6345"/>
                  <a:gd name="connsiteX8" fmla="*/ 3458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453"/>
                    </a:moveTo>
                    <a:cubicBezTo>
                      <a:pt x="4299" y="6453"/>
                      <a:pt x="5106" y="6118"/>
                      <a:pt x="5701" y="5524"/>
                    </a:cubicBezTo>
                    <a:cubicBezTo>
                      <a:pt x="6295" y="4929"/>
                      <a:pt x="6630" y="4121"/>
                      <a:pt x="6630" y="3280"/>
                    </a:cubicBezTo>
                    <a:cubicBezTo>
                      <a:pt x="6630" y="2439"/>
                      <a:pt x="6295" y="1632"/>
                      <a:pt x="5701" y="1037"/>
                    </a:cubicBezTo>
                    <a:cubicBezTo>
                      <a:pt x="5106" y="442"/>
                      <a:pt x="4299" y="107"/>
                      <a:pt x="3458" y="107"/>
                    </a:cubicBezTo>
                    <a:cubicBezTo>
                      <a:pt x="2617" y="107"/>
                      <a:pt x="1810" y="442"/>
                      <a:pt x="1215" y="1037"/>
                    </a:cubicBezTo>
                    <a:cubicBezTo>
                      <a:pt x="621" y="1632"/>
                      <a:pt x="286" y="2439"/>
                      <a:pt x="286" y="3280"/>
                    </a:cubicBezTo>
                    <a:cubicBezTo>
                      <a:pt x="286" y="4121"/>
                      <a:pt x="621" y="4929"/>
                      <a:pt x="1215" y="5524"/>
                    </a:cubicBezTo>
                    <a:cubicBezTo>
                      <a:pt x="1810" y="6118"/>
                      <a:pt x="2617" y="6453"/>
                      <a:pt x="3458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DEA50B0D-2795-D8F7-283B-BE96A69BFAAF}"/>
                  </a:ext>
                </a:extLst>
              </p:cNvPr>
              <p:cNvSpPr/>
              <p:nvPr/>
            </p:nvSpPr>
            <p:spPr>
              <a:xfrm>
                <a:off x="4493287" y="4843670"/>
                <a:ext cx="6343" cy="6345"/>
              </a:xfrm>
              <a:custGeom>
                <a:avLst/>
                <a:gdLst>
                  <a:gd name="connsiteX0" fmla="*/ 3459 w 6343"/>
                  <a:gd name="connsiteY0" fmla="*/ 6453 h 6345"/>
                  <a:gd name="connsiteX1" fmla="*/ 5701 w 6343"/>
                  <a:gd name="connsiteY1" fmla="*/ 5524 h 6345"/>
                  <a:gd name="connsiteX2" fmla="*/ 6630 w 6343"/>
                  <a:gd name="connsiteY2" fmla="*/ 3280 h 6345"/>
                  <a:gd name="connsiteX3" fmla="*/ 5701 w 6343"/>
                  <a:gd name="connsiteY3" fmla="*/ 1037 h 6345"/>
                  <a:gd name="connsiteX4" fmla="*/ 3459 w 6343"/>
                  <a:gd name="connsiteY4" fmla="*/ 107 h 6345"/>
                  <a:gd name="connsiteX5" fmla="*/ 1216 w 6343"/>
                  <a:gd name="connsiteY5" fmla="*/ 1037 h 6345"/>
                  <a:gd name="connsiteX6" fmla="*/ 287 w 6343"/>
                  <a:gd name="connsiteY6" fmla="*/ 3280 h 6345"/>
                  <a:gd name="connsiteX7" fmla="*/ 1216 w 6343"/>
                  <a:gd name="connsiteY7" fmla="*/ 5524 h 6345"/>
                  <a:gd name="connsiteX8" fmla="*/ 3459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453"/>
                    </a:moveTo>
                    <a:cubicBezTo>
                      <a:pt x="4300" y="6453"/>
                      <a:pt x="5106" y="6119"/>
                      <a:pt x="5701" y="5524"/>
                    </a:cubicBezTo>
                    <a:cubicBezTo>
                      <a:pt x="6296" y="4929"/>
                      <a:pt x="6630" y="4122"/>
                      <a:pt x="6630" y="3280"/>
                    </a:cubicBezTo>
                    <a:cubicBezTo>
                      <a:pt x="6630" y="2439"/>
                      <a:pt x="6296" y="1632"/>
                      <a:pt x="5701" y="1037"/>
                    </a:cubicBezTo>
                    <a:cubicBezTo>
                      <a:pt x="5106" y="442"/>
                      <a:pt x="4300" y="107"/>
                      <a:pt x="3459" y="107"/>
                    </a:cubicBezTo>
                    <a:cubicBezTo>
                      <a:pt x="2617" y="107"/>
                      <a:pt x="1811" y="442"/>
                      <a:pt x="1216" y="1037"/>
                    </a:cubicBezTo>
                    <a:cubicBezTo>
                      <a:pt x="621" y="1632"/>
                      <a:pt x="287" y="2439"/>
                      <a:pt x="287" y="3280"/>
                    </a:cubicBezTo>
                    <a:cubicBezTo>
                      <a:pt x="287" y="4122"/>
                      <a:pt x="621" y="4929"/>
                      <a:pt x="1216" y="5524"/>
                    </a:cubicBezTo>
                    <a:cubicBezTo>
                      <a:pt x="1811" y="6119"/>
                      <a:pt x="2617" y="6453"/>
                      <a:pt x="3459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6C2820B0-0B29-06C8-A799-09CCEAC0C66E}"/>
                  </a:ext>
                </a:extLst>
              </p:cNvPr>
              <p:cNvSpPr/>
              <p:nvPr/>
            </p:nvSpPr>
            <p:spPr>
              <a:xfrm>
                <a:off x="4512072" y="4828581"/>
                <a:ext cx="6343" cy="6345"/>
              </a:xfrm>
              <a:custGeom>
                <a:avLst/>
                <a:gdLst>
                  <a:gd name="connsiteX0" fmla="*/ 3460 w 6343"/>
                  <a:gd name="connsiteY0" fmla="*/ 6452 h 6345"/>
                  <a:gd name="connsiteX1" fmla="*/ 5703 w 6343"/>
                  <a:gd name="connsiteY1" fmla="*/ 5522 h 6345"/>
                  <a:gd name="connsiteX2" fmla="*/ 6632 w 6343"/>
                  <a:gd name="connsiteY2" fmla="*/ 3279 h 6345"/>
                  <a:gd name="connsiteX3" fmla="*/ 5703 w 6343"/>
                  <a:gd name="connsiteY3" fmla="*/ 1036 h 6345"/>
                  <a:gd name="connsiteX4" fmla="*/ 3460 w 6343"/>
                  <a:gd name="connsiteY4" fmla="*/ 106 h 6345"/>
                  <a:gd name="connsiteX5" fmla="*/ 1217 w 6343"/>
                  <a:gd name="connsiteY5" fmla="*/ 1036 h 6345"/>
                  <a:gd name="connsiteX6" fmla="*/ 288 w 6343"/>
                  <a:gd name="connsiteY6" fmla="*/ 3279 h 6345"/>
                  <a:gd name="connsiteX7" fmla="*/ 1217 w 6343"/>
                  <a:gd name="connsiteY7" fmla="*/ 5522 h 6345"/>
                  <a:gd name="connsiteX8" fmla="*/ 3460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452"/>
                    </a:moveTo>
                    <a:cubicBezTo>
                      <a:pt x="4301" y="6452"/>
                      <a:pt x="5108" y="6117"/>
                      <a:pt x="5703" y="5522"/>
                    </a:cubicBezTo>
                    <a:cubicBezTo>
                      <a:pt x="6297" y="4927"/>
                      <a:pt x="6632" y="4120"/>
                      <a:pt x="6632" y="3279"/>
                    </a:cubicBezTo>
                    <a:cubicBezTo>
                      <a:pt x="6632" y="2438"/>
                      <a:pt x="6297" y="1631"/>
                      <a:pt x="5703" y="1036"/>
                    </a:cubicBezTo>
                    <a:cubicBezTo>
                      <a:pt x="5108" y="441"/>
                      <a:pt x="4301" y="106"/>
                      <a:pt x="3460" y="106"/>
                    </a:cubicBezTo>
                    <a:cubicBezTo>
                      <a:pt x="2619" y="106"/>
                      <a:pt x="1812" y="441"/>
                      <a:pt x="1217" y="1036"/>
                    </a:cubicBezTo>
                    <a:cubicBezTo>
                      <a:pt x="623" y="1631"/>
                      <a:pt x="288" y="2438"/>
                      <a:pt x="288" y="3279"/>
                    </a:cubicBezTo>
                    <a:cubicBezTo>
                      <a:pt x="288" y="4120"/>
                      <a:pt x="623" y="4927"/>
                      <a:pt x="1217" y="5522"/>
                    </a:cubicBezTo>
                    <a:cubicBezTo>
                      <a:pt x="1812" y="6117"/>
                      <a:pt x="2619" y="6452"/>
                      <a:pt x="3460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A587E63C-A930-AB69-FC2C-72D956FC5783}"/>
                  </a:ext>
                </a:extLst>
              </p:cNvPr>
              <p:cNvSpPr/>
              <p:nvPr/>
            </p:nvSpPr>
            <p:spPr>
              <a:xfrm>
                <a:off x="4664938" y="5035596"/>
                <a:ext cx="6343" cy="6345"/>
              </a:xfrm>
              <a:custGeom>
                <a:avLst/>
                <a:gdLst>
                  <a:gd name="connsiteX0" fmla="*/ 3472 w 6343"/>
                  <a:gd name="connsiteY0" fmla="*/ 6468 h 6345"/>
                  <a:gd name="connsiteX1" fmla="*/ 5715 w 6343"/>
                  <a:gd name="connsiteY1" fmla="*/ 5539 h 6345"/>
                  <a:gd name="connsiteX2" fmla="*/ 6644 w 6343"/>
                  <a:gd name="connsiteY2" fmla="*/ 3295 h 6345"/>
                  <a:gd name="connsiteX3" fmla="*/ 5715 w 6343"/>
                  <a:gd name="connsiteY3" fmla="*/ 1052 h 6345"/>
                  <a:gd name="connsiteX4" fmla="*/ 3472 w 6343"/>
                  <a:gd name="connsiteY4" fmla="*/ 123 h 6345"/>
                  <a:gd name="connsiteX5" fmla="*/ 1229 w 6343"/>
                  <a:gd name="connsiteY5" fmla="*/ 1052 h 6345"/>
                  <a:gd name="connsiteX6" fmla="*/ 301 w 6343"/>
                  <a:gd name="connsiteY6" fmla="*/ 3295 h 6345"/>
                  <a:gd name="connsiteX7" fmla="*/ 1229 w 6343"/>
                  <a:gd name="connsiteY7" fmla="*/ 5539 h 6345"/>
                  <a:gd name="connsiteX8" fmla="*/ 347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2" y="6468"/>
                    </a:moveTo>
                    <a:cubicBezTo>
                      <a:pt x="4313" y="6468"/>
                      <a:pt x="5120" y="6134"/>
                      <a:pt x="5715" y="5539"/>
                    </a:cubicBezTo>
                    <a:cubicBezTo>
                      <a:pt x="6309" y="4944"/>
                      <a:pt x="6644" y="4137"/>
                      <a:pt x="6644" y="3295"/>
                    </a:cubicBezTo>
                    <a:cubicBezTo>
                      <a:pt x="6644" y="2454"/>
                      <a:pt x="6309" y="1647"/>
                      <a:pt x="5715" y="1052"/>
                    </a:cubicBezTo>
                    <a:cubicBezTo>
                      <a:pt x="5120" y="457"/>
                      <a:pt x="4313" y="123"/>
                      <a:pt x="3472" y="123"/>
                    </a:cubicBezTo>
                    <a:cubicBezTo>
                      <a:pt x="2631" y="123"/>
                      <a:pt x="1824" y="457"/>
                      <a:pt x="1229" y="1052"/>
                    </a:cubicBezTo>
                    <a:cubicBezTo>
                      <a:pt x="635" y="1647"/>
                      <a:pt x="301" y="2454"/>
                      <a:pt x="301" y="3295"/>
                    </a:cubicBezTo>
                    <a:cubicBezTo>
                      <a:pt x="301" y="4137"/>
                      <a:pt x="635" y="4944"/>
                      <a:pt x="1229" y="5539"/>
                    </a:cubicBezTo>
                    <a:cubicBezTo>
                      <a:pt x="1824" y="6134"/>
                      <a:pt x="2631" y="6468"/>
                      <a:pt x="347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9383E7D1-65EB-6822-B781-9382AA1FEED3}"/>
                  </a:ext>
                </a:extLst>
              </p:cNvPr>
              <p:cNvSpPr/>
              <p:nvPr/>
            </p:nvSpPr>
            <p:spPr>
              <a:xfrm>
                <a:off x="4488720" y="5439894"/>
                <a:ext cx="6343" cy="6345"/>
              </a:xfrm>
              <a:custGeom>
                <a:avLst/>
                <a:gdLst>
                  <a:gd name="connsiteX0" fmla="*/ 3458 w 6343"/>
                  <a:gd name="connsiteY0" fmla="*/ 6500 h 6345"/>
                  <a:gd name="connsiteX1" fmla="*/ 5701 w 6343"/>
                  <a:gd name="connsiteY1" fmla="*/ 5571 h 6345"/>
                  <a:gd name="connsiteX2" fmla="*/ 6630 w 6343"/>
                  <a:gd name="connsiteY2" fmla="*/ 3327 h 6345"/>
                  <a:gd name="connsiteX3" fmla="*/ 5701 w 6343"/>
                  <a:gd name="connsiteY3" fmla="*/ 1084 h 6345"/>
                  <a:gd name="connsiteX4" fmla="*/ 3458 w 6343"/>
                  <a:gd name="connsiteY4" fmla="*/ 154 h 6345"/>
                  <a:gd name="connsiteX5" fmla="*/ 1216 w 6343"/>
                  <a:gd name="connsiteY5" fmla="*/ 1084 h 6345"/>
                  <a:gd name="connsiteX6" fmla="*/ 287 w 6343"/>
                  <a:gd name="connsiteY6" fmla="*/ 3327 h 6345"/>
                  <a:gd name="connsiteX7" fmla="*/ 1216 w 6343"/>
                  <a:gd name="connsiteY7" fmla="*/ 5571 h 6345"/>
                  <a:gd name="connsiteX8" fmla="*/ 3458 w 6343"/>
                  <a:gd name="connsiteY8" fmla="*/ 650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500"/>
                    </a:moveTo>
                    <a:cubicBezTo>
                      <a:pt x="4299" y="6500"/>
                      <a:pt x="5106" y="6166"/>
                      <a:pt x="5701" y="5571"/>
                    </a:cubicBezTo>
                    <a:cubicBezTo>
                      <a:pt x="6296" y="4976"/>
                      <a:pt x="6630" y="4169"/>
                      <a:pt x="6630" y="3327"/>
                    </a:cubicBezTo>
                    <a:cubicBezTo>
                      <a:pt x="6630" y="2486"/>
                      <a:pt x="6296" y="1679"/>
                      <a:pt x="5701" y="1084"/>
                    </a:cubicBezTo>
                    <a:cubicBezTo>
                      <a:pt x="5106" y="489"/>
                      <a:pt x="4299" y="154"/>
                      <a:pt x="3458" y="154"/>
                    </a:cubicBezTo>
                    <a:cubicBezTo>
                      <a:pt x="2617" y="154"/>
                      <a:pt x="1810" y="489"/>
                      <a:pt x="1216" y="1084"/>
                    </a:cubicBezTo>
                    <a:cubicBezTo>
                      <a:pt x="621" y="1679"/>
                      <a:pt x="287" y="2486"/>
                      <a:pt x="287" y="3327"/>
                    </a:cubicBezTo>
                    <a:cubicBezTo>
                      <a:pt x="287" y="4169"/>
                      <a:pt x="621" y="4976"/>
                      <a:pt x="1216" y="5571"/>
                    </a:cubicBezTo>
                    <a:cubicBezTo>
                      <a:pt x="1810" y="6166"/>
                      <a:pt x="2617" y="6500"/>
                      <a:pt x="3458" y="65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F92C8AFC-89CC-B706-5BF3-0D1B7A766FF0}"/>
                  </a:ext>
                </a:extLst>
              </p:cNvPr>
              <p:cNvSpPr/>
              <p:nvPr/>
            </p:nvSpPr>
            <p:spPr>
              <a:xfrm>
                <a:off x="4490393" y="5443739"/>
                <a:ext cx="6343" cy="6345"/>
              </a:xfrm>
              <a:custGeom>
                <a:avLst/>
                <a:gdLst>
                  <a:gd name="connsiteX0" fmla="*/ 3458 w 6343"/>
                  <a:gd name="connsiteY0" fmla="*/ 6500 h 6345"/>
                  <a:gd name="connsiteX1" fmla="*/ 5701 w 6343"/>
                  <a:gd name="connsiteY1" fmla="*/ 5571 h 6345"/>
                  <a:gd name="connsiteX2" fmla="*/ 6630 w 6343"/>
                  <a:gd name="connsiteY2" fmla="*/ 3327 h 6345"/>
                  <a:gd name="connsiteX3" fmla="*/ 5701 w 6343"/>
                  <a:gd name="connsiteY3" fmla="*/ 1084 h 6345"/>
                  <a:gd name="connsiteX4" fmla="*/ 3458 w 6343"/>
                  <a:gd name="connsiteY4" fmla="*/ 155 h 6345"/>
                  <a:gd name="connsiteX5" fmla="*/ 1216 w 6343"/>
                  <a:gd name="connsiteY5" fmla="*/ 1084 h 6345"/>
                  <a:gd name="connsiteX6" fmla="*/ 287 w 6343"/>
                  <a:gd name="connsiteY6" fmla="*/ 3327 h 6345"/>
                  <a:gd name="connsiteX7" fmla="*/ 1216 w 6343"/>
                  <a:gd name="connsiteY7" fmla="*/ 5571 h 6345"/>
                  <a:gd name="connsiteX8" fmla="*/ 3458 w 6343"/>
                  <a:gd name="connsiteY8" fmla="*/ 650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500"/>
                    </a:moveTo>
                    <a:cubicBezTo>
                      <a:pt x="4299" y="6500"/>
                      <a:pt x="5106" y="6166"/>
                      <a:pt x="5701" y="5571"/>
                    </a:cubicBezTo>
                    <a:cubicBezTo>
                      <a:pt x="6296" y="4976"/>
                      <a:pt x="6630" y="4169"/>
                      <a:pt x="6630" y="3327"/>
                    </a:cubicBezTo>
                    <a:cubicBezTo>
                      <a:pt x="6630" y="2486"/>
                      <a:pt x="6296" y="1679"/>
                      <a:pt x="5701" y="1084"/>
                    </a:cubicBezTo>
                    <a:cubicBezTo>
                      <a:pt x="5106" y="489"/>
                      <a:pt x="4299" y="155"/>
                      <a:pt x="3458" y="155"/>
                    </a:cubicBezTo>
                    <a:cubicBezTo>
                      <a:pt x="2617" y="155"/>
                      <a:pt x="1810" y="489"/>
                      <a:pt x="1216" y="1084"/>
                    </a:cubicBezTo>
                    <a:cubicBezTo>
                      <a:pt x="621" y="1679"/>
                      <a:pt x="287" y="2486"/>
                      <a:pt x="287" y="3327"/>
                    </a:cubicBezTo>
                    <a:cubicBezTo>
                      <a:pt x="287" y="4169"/>
                      <a:pt x="621" y="4976"/>
                      <a:pt x="1216" y="5571"/>
                    </a:cubicBezTo>
                    <a:cubicBezTo>
                      <a:pt x="1810" y="6166"/>
                      <a:pt x="2617" y="6500"/>
                      <a:pt x="3458" y="65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9C11BB51-2CB7-EAD4-0654-40A9C6A82593}"/>
                  </a:ext>
                </a:extLst>
              </p:cNvPr>
              <p:cNvSpPr/>
              <p:nvPr/>
            </p:nvSpPr>
            <p:spPr>
              <a:xfrm>
                <a:off x="4491352" y="5447915"/>
                <a:ext cx="6343" cy="6345"/>
              </a:xfrm>
              <a:custGeom>
                <a:avLst/>
                <a:gdLst>
                  <a:gd name="connsiteX0" fmla="*/ 3458 w 6343"/>
                  <a:gd name="connsiteY0" fmla="*/ 6501 h 6345"/>
                  <a:gd name="connsiteX1" fmla="*/ 5701 w 6343"/>
                  <a:gd name="connsiteY1" fmla="*/ 5571 h 6345"/>
                  <a:gd name="connsiteX2" fmla="*/ 6630 w 6343"/>
                  <a:gd name="connsiteY2" fmla="*/ 3328 h 6345"/>
                  <a:gd name="connsiteX3" fmla="*/ 5701 w 6343"/>
                  <a:gd name="connsiteY3" fmla="*/ 1084 h 6345"/>
                  <a:gd name="connsiteX4" fmla="*/ 3458 w 6343"/>
                  <a:gd name="connsiteY4" fmla="*/ 155 h 6345"/>
                  <a:gd name="connsiteX5" fmla="*/ 1216 w 6343"/>
                  <a:gd name="connsiteY5" fmla="*/ 1084 h 6345"/>
                  <a:gd name="connsiteX6" fmla="*/ 287 w 6343"/>
                  <a:gd name="connsiteY6" fmla="*/ 3328 h 6345"/>
                  <a:gd name="connsiteX7" fmla="*/ 1216 w 6343"/>
                  <a:gd name="connsiteY7" fmla="*/ 5571 h 6345"/>
                  <a:gd name="connsiteX8" fmla="*/ 3458 w 6343"/>
                  <a:gd name="connsiteY8" fmla="*/ 65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501"/>
                    </a:moveTo>
                    <a:cubicBezTo>
                      <a:pt x="4300" y="6501"/>
                      <a:pt x="5106" y="6166"/>
                      <a:pt x="5701" y="5571"/>
                    </a:cubicBezTo>
                    <a:cubicBezTo>
                      <a:pt x="6296" y="4976"/>
                      <a:pt x="6630" y="4169"/>
                      <a:pt x="6630" y="3328"/>
                    </a:cubicBezTo>
                    <a:cubicBezTo>
                      <a:pt x="6630" y="2486"/>
                      <a:pt x="6296" y="1679"/>
                      <a:pt x="5701" y="1084"/>
                    </a:cubicBezTo>
                    <a:cubicBezTo>
                      <a:pt x="5106" y="489"/>
                      <a:pt x="4300" y="155"/>
                      <a:pt x="3458" y="155"/>
                    </a:cubicBezTo>
                    <a:cubicBezTo>
                      <a:pt x="2617" y="155"/>
                      <a:pt x="1811" y="489"/>
                      <a:pt x="1216" y="1084"/>
                    </a:cubicBezTo>
                    <a:cubicBezTo>
                      <a:pt x="621" y="1679"/>
                      <a:pt x="287" y="2486"/>
                      <a:pt x="287" y="3328"/>
                    </a:cubicBezTo>
                    <a:cubicBezTo>
                      <a:pt x="287" y="4169"/>
                      <a:pt x="621" y="4976"/>
                      <a:pt x="1216" y="5571"/>
                    </a:cubicBezTo>
                    <a:cubicBezTo>
                      <a:pt x="1811" y="6166"/>
                      <a:pt x="2617" y="6501"/>
                      <a:pt x="3458" y="65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226DB667-1E9C-245D-B726-4BB86834407E}"/>
                  </a:ext>
                </a:extLst>
              </p:cNvPr>
              <p:cNvSpPr/>
              <p:nvPr/>
            </p:nvSpPr>
            <p:spPr>
              <a:xfrm>
                <a:off x="4490724" y="5452805"/>
                <a:ext cx="6343" cy="6345"/>
              </a:xfrm>
              <a:custGeom>
                <a:avLst/>
                <a:gdLst>
                  <a:gd name="connsiteX0" fmla="*/ 3458 w 6343"/>
                  <a:gd name="connsiteY0" fmla="*/ 6501 h 6345"/>
                  <a:gd name="connsiteX1" fmla="*/ 5701 w 6343"/>
                  <a:gd name="connsiteY1" fmla="*/ 5572 h 6345"/>
                  <a:gd name="connsiteX2" fmla="*/ 6630 w 6343"/>
                  <a:gd name="connsiteY2" fmla="*/ 3328 h 6345"/>
                  <a:gd name="connsiteX3" fmla="*/ 5701 w 6343"/>
                  <a:gd name="connsiteY3" fmla="*/ 1085 h 6345"/>
                  <a:gd name="connsiteX4" fmla="*/ 3458 w 6343"/>
                  <a:gd name="connsiteY4" fmla="*/ 155 h 6345"/>
                  <a:gd name="connsiteX5" fmla="*/ 1216 w 6343"/>
                  <a:gd name="connsiteY5" fmla="*/ 1085 h 6345"/>
                  <a:gd name="connsiteX6" fmla="*/ 287 w 6343"/>
                  <a:gd name="connsiteY6" fmla="*/ 3328 h 6345"/>
                  <a:gd name="connsiteX7" fmla="*/ 1216 w 6343"/>
                  <a:gd name="connsiteY7" fmla="*/ 5572 h 6345"/>
                  <a:gd name="connsiteX8" fmla="*/ 3458 w 6343"/>
                  <a:gd name="connsiteY8" fmla="*/ 65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501"/>
                    </a:moveTo>
                    <a:cubicBezTo>
                      <a:pt x="4299" y="6501"/>
                      <a:pt x="5106" y="6167"/>
                      <a:pt x="5701" y="5572"/>
                    </a:cubicBezTo>
                    <a:cubicBezTo>
                      <a:pt x="6296" y="4977"/>
                      <a:pt x="6630" y="4170"/>
                      <a:pt x="6630" y="3328"/>
                    </a:cubicBezTo>
                    <a:cubicBezTo>
                      <a:pt x="6630" y="2487"/>
                      <a:pt x="6296" y="1680"/>
                      <a:pt x="5701" y="1085"/>
                    </a:cubicBezTo>
                    <a:cubicBezTo>
                      <a:pt x="5106" y="490"/>
                      <a:pt x="4299" y="155"/>
                      <a:pt x="3458" y="155"/>
                    </a:cubicBezTo>
                    <a:cubicBezTo>
                      <a:pt x="2617" y="155"/>
                      <a:pt x="1810" y="490"/>
                      <a:pt x="1216" y="1085"/>
                    </a:cubicBezTo>
                    <a:cubicBezTo>
                      <a:pt x="621" y="1680"/>
                      <a:pt x="287" y="2487"/>
                      <a:pt x="287" y="3328"/>
                    </a:cubicBezTo>
                    <a:cubicBezTo>
                      <a:pt x="287" y="4170"/>
                      <a:pt x="621" y="4977"/>
                      <a:pt x="1216" y="5572"/>
                    </a:cubicBezTo>
                    <a:cubicBezTo>
                      <a:pt x="1810" y="6167"/>
                      <a:pt x="2617" y="6501"/>
                      <a:pt x="3458" y="65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5A0D62C9-6446-1312-E0DB-AFBFEA5CA7A9}"/>
                  </a:ext>
                </a:extLst>
              </p:cNvPr>
              <p:cNvSpPr/>
              <p:nvPr/>
            </p:nvSpPr>
            <p:spPr>
              <a:xfrm>
                <a:off x="4497351" y="5454393"/>
                <a:ext cx="6343" cy="6345"/>
              </a:xfrm>
              <a:custGeom>
                <a:avLst/>
                <a:gdLst>
                  <a:gd name="connsiteX0" fmla="*/ 3459 w 6343"/>
                  <a:gd name="connsiteY0" fmla="*/ 6501 h 6345"/>
                  <a:gd name="connsiteX1" fmla="*/ 5702 w 6343"/>
                  <a:gd name="connsiteY1" fmla="*/ 5572 h 6345"/>
                  <a:gd name="connsiteX2" fmla="*/ 6630 w 6343"/>
                  <a:gd name="connsiteY2" fmla="*/ 3328 h 6345"/>
                  <a:gd name="connsiteX3" fmla="*/ 5702 w 6343"/>
                  <a:gd name="connsiteY3" fmla="*/ 1085 h 6345"/>
                  <a:gd name="connsiteX4" fmla="*/ 3459 w 6343"/>
                  <a:gd name="connsiteY4" fmla="*/ 156 h 6345"/>
                  <a:gd name="connsiteX5" fmla="*/ 1216 w 6343"/>
                  <a:gd name="connsiteY5" fmla="*/ 1085 h 6345"/>
                  <a:gd name="connsiteX6" fmla="*/ 287 w 6343"/>
                  <a:gd name="connsiteY6" fmla="*/ 3328 h 6345"/>
                  <a:gd name="connsiteX7" fmla="*/ 1216 w 6343"/>
                  <a:gd name="connsiteY7" fmla="*/ 5572 h 6345"/>
                  <a:gd name="connsiteX8" fmla="*/ 3459 w 6343"/>
                  <a:gd name="connsiteY8" fmla="*/ 65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1"/>
                    </a:moveTo>
                    <a:cubicBezTo>
                      <a:pt x="4300" y="6501"/>
                      <a:pt x="5107" y="6167"/>
                      <a:pt x="5702" y="5572"/>
                    </a:cubicBezTo>
                    <a:cubicBezTo>
                      <a:pt x="6296" y="4977"/>
                      <a:pt x="6630" y="4170"/>
                      <a:pt x="6630" y="3328"/>
                    </a:cubicBezTo>
                    <a:cubicBezTo>
                      <a:pt x="6630" y="2487"/>
                      <a:pt x="6296" y="1680"/>
                      <a:pt x="5702" y="1085"/>
                    </a:cubicBezTo>
                    <a:cubicBezTo>
                      <a:pt x="5107" y="490"/>
                      <a:pt x="4300" y="156"/>
                      <a:pt x="3459" y="156"/>
                    </a:cubicBezTo>
                    <a:cubicBezTo>
                      <a:pt x="2618" y="156"/>
                      <a:pt x="1811" y="490"/>
                      <a:pt x="1216" y="1085"/>
                    </a:cubicBezTo>
                    <a:cubicBezTo>
                      <a:pt x="622" y="1680"/>
                      <a:pt x="287" y="2487"/>
                      <a:pt x="287" y="3328"/>
                    </a:cubicBezTo>
                    <a:cubicBezTo>
                      <a:pt x="287" y="4170"/>
                      <a:pt x="622" y="4977"/>
                      <a:pt x="1216" y="5572"/>
                    </a:cubicBezTo>
                    <a:cubicBezTo>
                      <a:pt x="1811" y="6167"/>
                      <a:pt x="2618" y="6501"/>
                      <a:pt x="3459" y="65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37DB02D5-A7AB-4D9D-33FC-9A44DD0EBF33}"/>
                  </a:ext>
                </a:extLst>
              </p:cNvPr>
              <p:cNvSpPr/>
              <p:nvPr/>
            </p:nvSpPr>
            <p:spPr>
              <a:xfrm>
                <a:off x="4500631" y="5457536"/>
                <a:ext cx="6343" cy="6345"/>
              </a:xfrm>
              <a:custGeom>
                <a:avLst/>
                <a:gdLst>
                  <a:gd name="connsiteX0" fmla="*/ 3459 w 6343"/>
                  <a:gd name="connsiteY0" fmla="*/ 6501 h 6345"/>
                  <a:gd name="connsiteX1" fmla="*/ 5702 w 6343"/>
                  <a:gd name="connsiteY1" fmla="*/ 5572 h 6345"/>
                  <a:gd name="connsiteX2" fmla="*/ 6631 w 6343"/>
                  <a:gd name="connsiteY2" fmla="*/ 3329 h 6345"/>
                  <a:gd name="connsiteX3" fmla="*/ 5702 w 6343"/>
                  <a:gd name="connsiteY3" fmla="*/ 1085 h 6345"/>
                  <a:gd name="connsiteX4" fmla="*/ 3459 w 6343"/>
                  <a:gd name="connsiteY4" fmla="*/ 156 h 6345"/>
                  <a:gd name="connsiteX5" fmla="*/ 1217 w 6343"/>
                  <a:gd name="connsiteY5" fmla="*/ 1085 h 6345"/>
                  <a:gd name="connsiteX6" fmla="*/ 288 w 6343"/>
                  <a:gd name="connsiteY6" fmla="*/ 3329 h 6345"/>
                  <a:gd name="connsiteX7" fmla="*/ 1217 w 6343"/>
                  <a:gd name="connsiteY7" fmla="*/ 5572 h 6345"/>
                  <a:gd name="connsiteX8" fmla="*/ 3459 w 6343"/>
                  <a:gd name="connsiteY8" fmla="*/ 65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1"/>
                    </a:moveTo>
                    <a:cubicBezTo>
                      <a:pt x="4300" y="6501"/>
                      <a:pt x="5107" y="6167"/>
                      <a:pt x="5702" y="5572"/>
                    </a:cubicBezTo>
                    <a:cubicBezTo>
                      <a:pt x="6297" y="4977"/>
                      <a:pt x="6631" y="4170"/>
                      <a:pt x="6631" y="3329"/>
                    </a:cubicBezTo>
                    <a:cubicBezTo>
                      <a:pt x="6631" y="2487"/>
                      <a:pt x="6297" y="1680"/>
                      <a:pt x="5702" y="1085"/>
                    </a:cubicBezTo>
                    <a:cubicBezTo>
                      <a:pt x="5107" y="490"/>
                      <a:pt x="4300" y="156"/>
                      <a:pt x="3459" y="156"/>
                    </a:cubicBezTo>
                    <a:cubicBezTo>
                      <a:pt x="2618" y="156"/>
                      <a:pt x="1811" y="490"/>
                      <a:pt x="1217" y="1085"/>
                    </a:cubicBezTo>
                    <a:cubicBezTo>
                      <a:pt x="622" y="1680"/>
                      <a:pt x="288" y="2487"/>
                      <a:pt x="288" y="3329"/>
                    </a:cubicBezTo>
                    <a:cubicBezTo>
                      <a:pt x="288" y="4170"/>
                      <a:pt x="622" y="4977"/>
                      <a:pt x="1217" y="5572"/>
                    </a:cubicBezTo>
                    <a:cubicBezTo>
                      <a:pt x="1811" y="6167"/>
                      <a:pt x="2618" y="6501"/>
                      <a:pt x="3459" y="65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235B2069-5CE3-B638-2409-54CF330C66AB}"/>
                  </a:ext>
                </a:extLst>
              </p:cNvPr>
              <p:cNvSpPr/>
              <p:nvPr/>
            </p:nvSpPr>
            <p:spPr>
              <a:xfrm>
                <a:off x="4500186" y="5462325"/>
                <a:ext cx="6343" cy="6345"/>
              </a:xfrm>
              <a:custGeom>
                <a:avLst/>
                <a:gdLst>
                  <a:gd name="connsiteX0" fmla="*/ 3459 w 6343"/>
                  <a:gd name="connsiteY0" fmla="*/ 6502 h 6345"/>
                  <a:gd name="connsiteX1" fmla="*/ 5702 w 6343"/>
                  <a:gd name="connsiteY1" fmla="*/ 5572 h 6345"/>
                  <a:gd name="connsiteX2" fmla="*/ 6631 w 6343"/>
                  <a:gd name="connsiteY2" fmla="*/ 3329 h 6345"/>
                  <a:gd name="connsiteX3" fmla="*/ 5702 w 6343"/>
                  <a:gd name="connsiteY3" fmla="*/ 1086 h 6345"/>
                  <a:gd name="connsiteX4" fmla="*/ 3459 w 6343"/>
                  <a:gd name="connsiteY4" fmla="*/ 156 h 6345"/>
                  <a:gd name="connsiteX5" fmla="*/ 1216 w 6343"/>
                  <a:gd name="connsiteY5" fmla="*/ 1086 h 6345"/>
                  <a:gd name="connsiteX6" fmla="*/ 288 w 6343"/>
                  <a:gd name="connsiteY6" fmla="*/ 3329 h 6345"/>
                  <a:gd name="connsiteX7" fmla="*/ 1216 w 6343"/>
                  <a:gd name="connsiteY7" fmla="*/ 5572 h 6345"/>
                  <a:gd name="connsiteX8" fmla="*/ 3459 w 6343"/>
                  <a:gd name="connsiteY8" fmla="*/ 650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2"/>
                    </a:moveTo>
                    <a:cubicBezTo>
                      <a:pt x="4300" y="6502"/>
                      <a:pt x="5107" y="6167"/>
                      <a:pt x="5702" y="5572"/>
                    </a:cubicBezTo>
                    <a:cubicBezTo>
                      <a:pt x="6296" y="4977"/>
                      <a:pt x="6631" y="4170"/>
                      <a:pt x="6631" y="3329"/>
                    </a:cubicBezTo>
                    <a:cubicBezTo>
                      <a:pt x="6631" y="2488"/>
                      <a:pt x="6296" y="1680"/>
                      <a:pt x="5702" y="1086"/>
                    </a:cubicBezTo>
                    <a:cubicBezTo>
                      <a:pt x="5107" y="491"/>
                      <a:pt x="4300" y="156"/>
                      <a:pt x="3459" y="156"/>
                    </a:cubicBezTo>
                    <a:cubicBezTo>
                      <a:pt x="2618" y="156"/>
                      <a:pt x="1811" y="491"/>
                      <a:pt x="1216" y="1086"/>
                    </a:cubicBezTo>
                    <a:cubicBezTo>
                      <a:pt x="622" y="1680"/>
                      <a:pt x="288" y="2488"/>
                      <a:pt x="288" y="3329"/>
                    </a:cubicBezTo>
                    <a:cubicBezTo>
                      <a:pt x="288" y="4170"/>
                      <a:pt x="622" y="4977"/>
                      <a:pt x="1216" y="5572"/>
                    </a:cubicBezTo>
                    <a:cubicBezTo>
                      <a:pt x="1811" y="6167"/>
                      <a:pt x="2618" y="6502"/>
                      <a:pt x="3459" y="65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008EB523-A13F-50D3-AE03-757E20DA0D94}"/>
                  </a:ext>
                </a:extLst>
              </p:cNvPr>
              <p:cNvSpPr/>
              <p:nvPr/>
            </p:nvSpPr>
            <p:spPr>
              <a:xfrm>
                <a:off x="4494588" y="5469291"/>
                <a:ext cx="6343" cy="6345"/>
              </a:xfrm>
              <a:custGeom>
                <a:avLst/>
                <a:gdLst>
                  <a:gd name="connsiteX0" fmla="*/ 3459 w 6343"/>
                  <a:gd name="connsiteY0" fmla="*/ 6502 h 6345"/>
                  <a:gd name="connsiteX1" fmla="*/ 5701 w 6343"/>
                  <a:gd name="connsiteY1" fmla="*/ 5573 h 6345"/>
                  <a:gd name="connsiteX2" fmla="*/ 6630 w 6343"/>
                  <a:gd name="connsiteY2" fmla="*/ 3329 h 6345"/>
                  <a:gd name="connsiteX3" fmla="*/ 5701 w 6343"/>
                  <a:gd name="connsiteY3" fmla="*/ 1086 h 6345"/>
                  <a:gd name="connsiteX4" fmla="*/ 3459 w 6343"/>
                  <a:gd name="connsiteY4" fmla="*/ 157 h 6345"/>
                  <a:gd name="connsiteX5" fmla="*/ 1216 w 6343"/>
                  <a:gd name="connsiteY5" fmla="*/ 1086 h 6345"/>
                  <a:gd name="connsiteX6" fmla="*/ 287 w 6343"/>
                  <a:gd name="connsiteY6" fmla="*/ 3329 h 6345"/>
                  <a:gd name="connsiteX7" fmla="*/ 1216 w 6343"/>
                  <a:gd name="connsiteY7" fmla="*/ 5573 h 6345"/>
                  <a:gd name="connsiteX8" fmla="*/ 3459 w 6343"/>
                  <a:gd name="connsiteY8" fmla="*/ 650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2"/>
                    </a:moveTo>
                    <a:cubicBezTo>
                      <a:pt x="4300" y="6502"/>
                      <a:pt x="5107" y="6168"/>
                      <a:pt x="5701" y="5573"/>
                    </a:cubicBezTo>
                    <a:cubicBezTo>
                      <a:pt x="6296" y="4978"/>
                      <a:pt x="6630" y="4171"/>
                      <a:pt x="6630" y="3329"/>
                    </a:cubicBezTo>
                    <a:cubicBezTo>
                      <a:pt x="6630" y="2488"/>
                      <a:pt x="6296" y="1681"/>
                      <a:pt x="5701" y="1086"/>
                    </a:cubicBezTo>
                    <a:cubicBezTo>
                      <a:pt x="5107" y="491"/>
                      <a:pt x="4300" y="157"/>
                      <a:pt x="3459" y="157"/>
                    </a:cubicBezTo>
                    <a:cubicBezTo>
                      <a:pt x="2618" y="157"/>
                      <a:pt x="1811" y="491"/>
                      <a:pt x="1216" y="1086"/>
                    </a:cubicBezTo>
                    <a:cubicBezTo>
                      <a:pt x="621" y="1681"/>
                      <a:pt x="287" y="2488"/>
                      <a:pt x="287" y="3329"/>
                    </a:cubicBezTo>
                    <a:cubicBezTo>
                      <a:pt x="287" y="4171"/>
                      <a:pt x="621" y="4978"/>
                      <a:pt x="1216" y="5573"/>
                    </a:cubicBezTo>
                    <a:cubicBezTo>
                      <a:pt x="1811" y="6168"/>
                      <a:pt x="2618" y="6502"/>
                      <a:pt x="3459" y="65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05E90D41-4683-8EA8-939E-75E44019CF37}"/>
                  </a:ext>
                </a:extLst>
              </p:cNvPr>
              <p:cNvSpPr/>
              <p:nvPr/>
            </p:nvSpPr>
            <p:spPr>
              <a:xfrm>
                <a:off x="4496780" y="5472871"/>
                <a:ext cx="6343" cy="6345"/>
              </a:xfrm>
              <a:custGeom>
                <a:avLst/>
                <a:gdLst>
                  <a:gd name="connsiteX0" fmla="*/ 3459 w 6343"/>
                  <a:gd name="connsiteY0" fmla="*/ 6502 h 6345"/>
                  <a:gd name="connsiteX1" fmla="*/ 5701 w 6343"/>
                  <a:gd name="connsiteY1" fmla="*/ 5573 h 6345"/>
                  <a:gd name="connsiteX2" fmla="*/ 6630 w 6343"/>
                  <a:gd name="connsiteY2" fmla="*/ 3330 h 6345"/>
                  <a:gd name="connsiteX3" fmla="*/ 5701 w 6343"/>
                  <a:gd name="connsiteY3" fmla="*/ 1086 h 6345"/>
                  <a:gd name="connsiteX4" fmla="*/ 3459 w 6343"/>
                  <a:gd name="connsiteY4" fmla="*/ 157 h 6345"/>
                  <a:gd name="connsiteX5" fmla="*/ 1216 w 6343"/>
                  <a:gd name="connsiteY5" fmla="*/ 1086 h 6345"/>
                  <a:gd name="connsiteX6" fmla="*/ 287 w 6343"/>
                  <a:gd name="connsiteY6" fmla="*/ 3330 h 6345"/>
                  <a:gd name="connsiteX7" fmla="*/ 1216 w 6343"/>
                  <a:gd name="connsiteY7" fmla="*/ 5573 h 6345"/>
                  <a:gd name="connsiteX8" fmla="*/ 3459 w 6343"/>
                  <a:gd name="connsiteY8" fmla="*/ 650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2"/>
                    </a:moveTo>
                    <a:cubicBezTo>
                      <a:pt x="4300" y="6502"/>
                      <a:pt x="5107" y="6168"/>
                      <a:pt x="5701" y="5573"/>
                    </a:cubicBezTo>
                    <a:cubicBezTo>
                      <a:pt x="6296" y="4978"/>
                      <a:pt x="6630" y="4171"/>
                      <a:pt x="6630" y="3330"/>
                    </a:cubicBezTo>
                    <a:cubicBezTo>
                      <a:pt x="6630" y="2488"/>
                      <a:pt x="6296" y="1681"/>
                      <a:pt x="5701" y="1086"/>
                    </a:cubicBezTo>
                    <a:cubicBezTo>
                      <a:pt x="5107" y="491"/>
                      <a:pt x="4300" y="157"/>
                      <a:pt x="3459" y="157"/>
                    </a:cubicBezTo>
                    <a:cubicBezTo>
                      <a:pt x="2618" y="157"/>
                      <a:pt x="1811" y="491"/>
                      <a:pt x="1216" y="1086"/>
                    </a:cubicBezTo>
                    <a:cubicBezTo>
                      <a:pt x="621" y="1681"/>
                      <a:pt x="287" y="2488"/>
                      <a:pt x="287" y="3330"/>
                    </a:cubicBezTo>
                    <a:cubicBezTo>
                      <a:pt x="287" y="4171"/>
                      <a:pt x="621" y="4978"/>
                      <a:pt x="1216" y="5573"/>
                    </a:cubicBezTo>
                    <a:cubicBezTo>
                      <a:pt x="1811" y="6168"/>
                      <a:pt x="2618" y="6502"/>
                      <a:pt x="3459" y="65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E17784C0-3D4C-B708-0A93-D68B097ACC01}"/>
                  </a:ext>
                </a:extLst>
              </p:cNvPr>
              <p:cNvSpPr/>
              <p:nvPr/>
            </p:nvSpPr>
            <p:spPr>
              <a:xfrm>
                <a:off x="4495257" y="5477996"/>
                <a:ext cx="6343" cy="6345"/>
              </a:xfrm>
              <a:custGeom>
                <a:avLst/>
                <a:gdLst>
                  <a:gd name="connsiteX0" fmla="*/ 3459 w 6343"/>
                  <a:gd name="connsiteY0" fmla="*/ 6503 h 6345"/>
                  <a:gd name="connsiteX1" fmla="*/ 5701 w 6343"/>
                  <a:gd name="connsiteY1" fmla="*/ 5574 h 6345"/>
                  <a:gd name="connsiteX2" fmla="*/ 6630 w 6343"/>
                  <a:gd name="connsiteY2" fmla="*/ 3330 h 6345"/>
                  <a:gd name="connsiteX3" fmla="*/ 5701 w 6343"/>
                  <a:gd name="connsiteY3" fmla="*/ 1087 h 6345"/>
                  <a:gd name="connsiteX4" fmla="*/ 3459 w 6343"/>
                  <a:gd name="connsiteY4" fmla="*/ 157 h 6345"/>
                  <a:gd name="connsiteX5" fmla="*/ 1216 w 6343"/>
                  <a:gd name="connsiteY5" fmla="*/ 1087 h 6345"/>
                  <a:gd name="connsiteX6" fmla="*/ 287 w 6343"/>
                  <a:gd name="connsiteY6" fmla="*/ 3330 h 6345"/>
                  <a:gd name="connsiteX7" fmla="*/ 1216 w 6343"/>
                  <a:gd name="connsiteY7" fmla="*/ 5574 h 6345"/>
                  <a:gd name="connsiteX8" fmla="*/ 3459 w 6343"/>
                  <a:gd name="connsiteY8" fmla="*/ 65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3"/>
                    </a:moveTo>
                    <a:cubicBezTo>
                      <a:pt x="4300" y="6503"/>
                      <a:pt x="5107" y="6169"/>
                      <a:pt x="5701" y="5574"/>
                    </a:cubicBezTo>
                    <a:cubicBezTo>
                      <a:pt x="6296" y="4979"/>
                      <a:pt x="6630" y="4172"/>
                      <a:pt x="6630" y="3330"/>
                    </a:cubicBezTo>
                    <a:cubicBezTo>
                      <a:pt x="6630" y="2489"/>
                      <a:pt x="6296" y="1682"/>
                      <a:pt x="5701" y="1087"/>
                    </a:cubicBezTo>
                    <a:cubicBezTo>
                      <a:pt x="5107" y="492"/>
                      <a:pt x="4300" y="157"/>
                      <a:pt x="3459" y="157"/>
                    </a:cubicBezTo>
                    <a:cubicBezTo>
                      <a:pt x="2618" y="157"/>
                      <a:pt x="1811" y="492"/>
                      <a:pt x="1216" y="1087"/>
                    </a:cubicBezTo>
                    <a:cubicBezTo>
                      <a:pt x="621" y="1682"/>
                      <a:pt x="287" y="2489"/>
                      <a:pt x="287" y="3330"/>
                    </a:cubicBezTo>
                    <a:cubicBezTo>
                      <a:pt x="287" y="4172"/>
                      <a:pt x="621" y="4979"/>
                      <a:pt x="1216" y="5574"/>
                    </a:cubicBezTo>
                    <a:cubicBezTo>
                      <a:pt x="1811" y="6169"/>
                      <a:pt x="2618" y="6503"/>
                      <a:pt x="3459" y="65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E27B7144-2CE5-B68E-FBCB-F75D78BB751F}"/>
                  </a:ext>
                </a:extLst>
              </p:cNvPr>
              <p:cNvSpPr/>
              <p:nvPr/>
            </p:nvSpPr>
            <p:spPr>
              <a:xfrm>
                <a:off x="4691878" y="5541336"/>
                <a:ext cx="6343" cy="6345"/>
              </a:xfrm>
              <a:custGeom>
                <a:avLst/>
                <a:gdLst>
                  <a:gd name="connsiteX0" fmla="*/ 3474 w 6343"/>
                  <a:gd name="connsiteY0" fmla="*/ 6508 h 6345"/>
                  <a:gd name="connsiteX1" fmla="*/ 5717 w 6343"/>
                  <a:gd name="connsiteY1" fmla="*/ 5579 h 6345"/>
                  <a:gd name="connsiteX2" fmla="*/ 6646 w 6343"/>
                  <a:gd name="connsiteY2" fmla="*/ 3335 h 6345"/>
                  <a:gd name="connsiteX3" fmla="*/ 5717 w 6343"/>
                  <a:gd name="connsiteY3" fmla="*/ 1092 h 6345"/>
                  <a:gd name="connsiteX4" fmla="*/ 3474 w 6343"/>
                  <a:gd name="connsiteY4" fmla="*/ 162 h 6345"/>
                  <a:gd name="connsiteX5" fmla="*/ 1232 w 6343"/>
                  <a:gd name="connsiteY5" fmla="*/ 1092 h 6345"/>
                  <a:gd name="connsiteX6" fmla="*/ 303 w 6343"/>
                  <a:gd name="connsiteY6" fmla="*/ 3335 h 6345"/>
                  <a:gd name="connsiteX7" fmla="*/ 1232 w 6343"/>
                  <a:gd name="connsiteY7" fmla="*/ 5579 h 6345"/>
                  <a:gd name="connsiteX8" fmla="*/ 347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4" y="6508"/>
                    </a:moveTo>
                    <a:cubicBezTo>
                      <a:pt x="4315" y="6508"/>
                      <a:pt x="5122" y="6174"/>
                      <a:pt x="5717" y="5579"/>
                    </a:cubicBezTo>
                    <a:cubicBezTo>
                      <a:pt x="6312" y="4984"/>
                      <a:pt x="6646" y="4177"/>
                      <a:pt x="6646" y="3335"/>
                    </a:cubicBezTo>
                    <a:cubicBezTo>
                      <a:pt x="6646" y="2494"/>
                      <a:pt x="6312" y="1687"/>
                      <a:pt x="5717" y="1092"/>
                    </a:cubicBezTo>
                    <a:cubicBezTo>
                      <a:pt x="5122" y="497"/>
                      <a:pt x="4315" y="162"/>
                      <a:pt x="3474" y="162"/>
                    </a:cubicBezTo>
                    <a:cubicBezTo>
                      <a:pt x="2633" y="162"/>
                      <a:pt x="1826" y="497"/>
                      <a:pt x="1232" y="1092"/>
                    </a:cubicBezTo>
                    <a:cubicBezTo>
                      <a:pt x="637" y="1687"/>
                      <a:pt x="303" y="2494"/>
                      <a:pt x="303" y="3335"/>
                    </a:cubicBezTo>
                    <a:cubicBezTo>
                      <a:pt x="303" y="4177"/>
                      <a:pt x="637" y="4984"/>
                      <a:pt x="1232" y="5579"/>
                    </a:cubicBezTo>
                    <a:cubicBezTo>
                      <a:pt x="1826" y="6174"/>
                      <a:pt x="2633" y="6508"/>
                      <a:pt x="347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19ADABE2-8691-F7B5-6A15-7BED7F8EA639}"/>
                  </a:ext>
                </a:extLst>
              </p:cNvPr>
              <p:cNvSpPr/>
              <p:nvPr/>
            </p:nvSpPr>
            <p:spPr>
              <a:xfrm>
                <a:off x="4689344" y="5547221"/>
                <a:ext cx="6343" cy="6345"/>
              </a:xfrm>
              <a:custGeom>
                <a:avLst/>
                <a:gdLst>
                  <a:gd name="connsiteX0" fmla="*/ 3474 w 6343"/>
                  <a:gd name="connsiteY0" fmla="*/ 6508 h 6345"/>
                  <a:gd name="connsiteX1" fmla="*/ 5717 w 6343"/>
                  <a:gd name="connsiteY1" fmla="*/ 5579 h 6345"/>
                  <a:gd name="connsiteX2" fmla="*/ 6646 w 6343"/>
                  <a:gd name="connsiteY2" fmla="*/ 3336 h 6345"/>
                  <a:gd name="connsiteX3" fmla="*/ 5717 w 6343"/>
                  <a:gd name="connsiteY3" fmla="*/ 1092 h 6345"/>
                  <a:gd name="connsiteX4" fmla="*/ 3474 w 6343"/>
                  <a:gd name="connsiteY4" fmla="*/ 163 h 6345"/>
                  <a:gd name="connsiteX5" fmla="*/ 1231 w 6343"/>
                  <a:gd name="connsiteY5" fmla="*/ 1092 h 6345"/>
                  <a:gd name="connsiteX6" fmla="*/ 302 w 6343"/>
                  <a:gd name="connsiteY6" fmla="*/ 3336 h 6345"/>
                  <a:gd name="connsiteX7" fmla="*/ 1231 w 6343"/>
                  <a:gd name="connsiteY7" fmla="*/ 5579 h 6345"/>
                  <a:gd name="connsiteX8" fmla="*/ 347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4" y="6508"/>
                    </a:moveTo>
                    <a:cubicBezTo>
                      <a:pt x="4315" y="6508"/>
                      <a:pt x="5122" y="6174"/>
                      <a:pt x="5717" y="5579"/>
                    </a:cubicBezTo>
                    <a:cubicBezTo>
                      <a:pt x="6311" y="4984"/>
                      <a:pt x="6646" y="4177"/>
                      <a:pt x="6646" y="3336"/>
                    </a:cubicBezTo>
                    <a:cubicBezTo>
                      <a:pt x="6646" y="2494"/>
                      <a:pt x="6311" y="1687"/>
                      <a:pt x="5717" y="1092"/>
                    </a:cubicBezTo>
                    <a:cubicBezTo>
                      <a:pt x="5122" y="497"/>
                      <a:pt x="4315" y="163"/>
                      <a:pt x="3474" y="163"/>
                    </a:cubicBezTo>
                    <a:cubicBezTo>
                      <a:pt x="2633" y="163"/>
                      <a:pt x="1826" y="497"/>
                      <a:pt x="1231" y="1092"/>
                    </a:cubicBezTo>
                    <a:cubicBezTo>
                      <a:pt x="637" y="1687"/>
                      <a:pt x="302" y="2494"/>
                      <a:pt x="302" y="3336"/>
                    </a:cubicBezTo>
                    <a:cubicBezTo>
                      <a:pt x="302" y="4177"/>
                      <a:pt x="637" y="4984"/>
                      <a:pt x="1231" y="5579"/>
                    </a:cubicBezTo>
                    <a:cubicBezTo>
                      <a:pt x="1826" y="6174"/>
                      <a:pt x="2633" y="6508"/>
                      <a:pt x="347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20CB0622-F740-CE59-2178-9899CF9DFEDB}"/>
                  </a:ext>
                </a:extLst>
              </p:cNvPr>
              <p:cNvSpPr/>
              <p:nvPr/>
            </p:nvSpPr>
            <p:spPr>
              <a:xfrm>
                <a:off x="4691831" y="5551933"/>
                <a:ext cx="6343" cy="6345"/>
              </a:xfrm>
              <a:custGeom>
                <a:avLst/>
                <a:gdLst>
                  <a:gd name="connsiteX0" fmla="*/ 3474 w 6343"/>
                  <a:gd name="connsiteY0" fmla="*/ 6509 h 6345"/>
                  <a:gd name="connsiteX1" fmla="*/ 5717 w 6343"/>
                  <a:gd name="connsiteY1" fmla="*/ 5579 h 6345"/>
                  <a:gd name="connsiteX2" fmla="*/ 6646 w 6343"/>
                  <a:gd name="connsiteY2" fmla="*/ 3336 h 6345"/>
                  <a:gd name="connsiteX3" fmla="*/ 5717 w 6343"/>
                  <a:gd name="connsiteY3" fmla="*/ 1093 h 6345"/>
                  <a:gd name="connsiteX4" fmla="*/ 3474 w 6343"/>
                  <a:gd name="connsiteY4" fmla="*/ 163 h 6345"/>
                  <a:gd name="connsiteX5" fmla="*/ 1232 w 6343"/>
                  <a:gd name="connsiteY5" fmla="*/ 1093 h 6345"/>
                  <a:gd name="connsiteX6" fmla="*/ 303 w 6343"/>
                  <a:gd name="connsiteY6" fmla="*/ 3336 h 6345"/>
                  <a:gd name="connsiteX7" fmla="*/ 1232 w 6343"/>
                  <a:gd name="connsiteY7" fmla="*/ 5579 h 6345"/>
                  <a:gd name="connsiteX8" fmla="*/ 3474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4" y="6509"/>
                    </a:moveTo>
                    <a:cubicBezTo>
                      <a:pt x="4315" y="6509"/>
                      <a:pt x="5122" y="6174"/>
                      <a:pt x="5717" y="5579"/>
                    </a:cubicBezTo>
                    <a:cubicBezTo>
                      <a:pt x="6312" y="4984"/>
                      <a:pt x="6646" y="4177"/>
                      <a:pt x="6646" y="3336"/>
                    </a:cubicBezTo>
                    <a:cubicBezTo>
                      <a:pt x="6646" y="2495"/>
                      <a:pt x="6312" y="1688"/>
                      <a:pt x="5717" y="1093"/>
                    </a:cubicBezTo>
                    <a:cubicBezTo>
                      <a:pt x="5122" y="498"/>
                      <a:pt x="4315" y="163"/>
                      <a:pt x="3474" y="163"/>
                    </a:cubicBezTo>
                    <a:cubicBezTo>
                      <a:pt x="2633" y="163"/>
                      <a:pt x="1826" y="498"/>
                      <a:pt x="1232" y="1093"/>
                    </a:cubicBezTo>
                    <a:cubicBezTo>
                      <a:pt x="637" y="1688"/>
                      <a:pt x="303" y="2495"/>
                      <a:pt x="303" y="3336"/>
                    </a:cubicBezTo>
                    <a:cubicBezTo>
                      <a:pt x="303" y="4177"/>
                      <a:pt x="637" y="4984"/>
                      <a:pt x="1232" y="5579"/>
                    </a:cubicBezTo>
                    <a:cubicBezTo>
                      <a:pt x="1826" y="6174"/>
                      <a:pt x="2633" y="6509"/>
                      <a:pt x="3474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8FF67957-14EE-1379-5478-D108BF6B3AC9}"/>
                  </a:ext>
                </a:extLst>
              </p:cNvPr>
              <p:cNvSpPr/>
              <p:nvPr/>
            </p:nvSpPr>
            <p:spPr>
              <a:xfrm>
                <a:off x="4693965" y="5556739"/>
                <a:ext cx="6343" cy="6345"/>
              </a:xfrm>
              <a:custGeom>
                <a:avLst/>
                <a:gdLst>
                  <a:gd name="connsiteX0" fmla="*/ 3474 w 6343"/>
                  <a:gd name="connsiteY0" fmla="*/ 6509 h 6345"/>
                  <a:gd name="connsiteX1" fmla="*/ 5717 w 6343"/>
                  <a:gd name="connsiteY1" fmla="*/ 5580 h 6345"/>
                  <a:gd name="connsiteX2" fmla="*/ 6646 w 6343"/>
                  <a:gd name="connsiteY2" fmla="*/ 3336 h 6345"/>
                  <a:gd name="connsiteX3" fmla="*/ 5717 w 6343"/>
                  <a:gd name="connsiteY3" fmla="*/ 1093 h 6345"/>
                  <a:gd name="connsiteX4" fmla="*/ 3474 w 6343"/>
                  <a:gd name="connsiteY4" fmla="*/ 164 h 6345"/>
                  <a:gd name="connsiteX5" fmla="*/ 1232 w 6343"/>
                  <a:gd name="connsiteY5" fmla="*/ 1093 h 6345"/>
                  <a:gd name="connsiteX6" fmla="*/ 303 w 6343"/>
                  <a:gd name="connsiteY6" fmla="*/ 3336 h 6345"/>
                  <a:gd name="connsiteX7" fmla="*/ 1232 w 6343"/>
                  <a:gd name="connsiteY7" fmla="*/ 5580 h 6345"/>
                  <a:gd name="connsiteX8" fmla="*/ 3474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4" y="6509"/>
                    </a:moveTo>
                    <a:cubicBezTo>
                      <a:pt x="4315" y="6509"/>
                      <a:pt x="5122" y="6175"/>
                      <a:pt x="5717" y="5580"/>
                    </a:cubicBezTo>
                    <a:cubicBezTo>
                      <a:pt x="6312" y="4985"/>
                      <a:pt x="6646" y="4178"/>
                      <a:pt x="6646" y="3336"/>
                    </a:cubicBezTo>
                    <a:cubicBezTo>
                      <a:pt x="6646" y="2495"/>
                      <a:pt x="6312" y="1688"/>
                      <a:pt x="5717" y="1093"/>
                    </a:cubicBezTo>
                    <a:cubicBezTo>
                      <a:pt x="5122" y="498"/>
                      <a:pt x="4315" y="164"/>
                      <a:pt x="3474" y="164"/>
                    </a:cubicBezTo>
                    <a:cubicBezTo>
                      <a:pt x="2633" y="164"/>
                      <a:pt x="1827" y="498"/>
                      <a:pt x="1232" y="1093"/>
                    </a:cubicBezTo>
                    <a:cubicBezTo>
                      <a:pt x="637" y="1688"/>
                      <a:pt x="303" y="2495"/>
                      <a:pt x="303" y="3336"/>
                    </a:cubicBezTo>
                    <a:cubicBezTo>
                      <a:pt x="303" y="4178"/>
                      <a:pt x="637" y="4985"/>
                      <a:pt x="1232" y="5580"/>
                    </a:cubicBezTo>
                    <a:cubicBezTo>
                      <a:pt x="1827" y="6175"/>
                      <a:pt x="2633" y="6509"/>
                      <a:pt x="3474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C692325D-A3E2-564E-3166-98941EA38AD3}"/>
                  </a:ext>
                </a:extLst>
              </p:cNvPr>
              <p:cNvSpPr/>
              <p:nvPr/>
            </p:nvSpPr>
            <p:spPr>
              <a:xfrm>
                <a:off x="4694279" y="5567203"/>
                <a:ext cx="6343" cy="6345"/>
              </a:xfrm>
              <a:custGeom>
                <a:avLst/>
                <a:gdLst>
                  <a:gd name="connsiteX0" fmla="*/ 3474 w 6343"/>
                  <a:gd name="connsiteY0" fmla="*/ 6510 h 6345"/>
                  <a:gd name="connsiteX1" fmla="*/ 5717 w 6343"/>
                  <a:gd name="connsiteY1" fmla="*/ 5581 h 6345"/>
                  <a:gd name="connsiteX2" fmla="*/ 6646 w 6343"/>
                  <a:gd name="connsiteY2" fmla="*/ 3337 h 6345"/>
                  <a:gd name="connsiteX3" fmla="*/ 5717 w 6343"/>
                  <a:gd name="connsiteY3" fmla="*/ 1094 h 6345"/>
                  <a:gd name="connsiteX4" fmla="*/ 3474 w 6343"/>
                  <a:gd name="connsiteY4" fmla="*/ 165 h 6345"/>
                  <a:gd name="connsiteX5" fmla="*/ 1232 w 6343"/>
                  <a:gd name="connsiteY5" fmla="*/ 1094 h 6345"/>
                  <a:gd name="connsiteX6" fmla="*/ 303 w 6343"/>
                  <a:gd name="connsiteY6" fmla="*/ 3337 h 6345"/>
                  <a:gd name="connsiteX7" fmla="*/ 1232 w 6343"/>
                  <a:gd name="connsiteY7" fmla="*/ 5581 h 6345"/>
                  <a:gd name="connsiteX8" fmla="*/ 3474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4" y="6510"/>
                    </a:moveTo>
                    <a:cubicBezTo>
                      <a:pt x="4316" y="6510"/>
                      <a:pt x="5122" y="6176"/>
                      <a:pt x="5717" y="5581"/>
                    </a:cubicBezTo>
                    <a:cubicBezTo>
                      <a:pt x="6312" y="4986"/>
                      <a:pt x="6646" y="4179"/>
                      <a:pt x="6646" y="3337"/>
                    </a:cubicBezTo>
                    <a:cubicBezTo>
                      <a:pt x="6646" y="2496"/>
                      <a:pt x="6312" y="1689"/>
                      <a:pt x="5717" y="1094"/>
                    </a:cubicBezTo>
                    <a:cubicBezTo>
                      <a:pt x="5122" y="499"/>
                      <a:pt x="4316" y="165"/>
                      <a:pt x="3474" y="165"/>
                    </a:cubicBezTo>
                    <a:cubicBezTo>
                      <a:pt x="2633" y="165"/>
                      <a:pt x="1827" y="499"/>
                      <a:pt x="1232" y="1094"/>
                    </a:cubicBezTo>
                    <a:cubicBezTo>
                      <a:pt x="637" y="1689"/>
                      <a:pt x="303" y="2496"/>
                      <a:pt x="303" y="3337"/>
                    </a:cubicBezTo>
                    <a:cubicBezTo>
                      <a:pt x="303" y="4179"/>
                      <a:pt x="637" y="4986"/>
                      <a:pt x="1232" y="5581"/>
                    </a:cubicBezTo>
                    <a:cubicBezTo>
                      <a:pt x="1827" y="6176"/>
                      <a:pt x="2633" y="6510"/>
                      <a:pt x="3474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E3AD14C9-7E08-1E63-ECB6-5D357F1671BA}"/>
                  </a:ext>
                </a:extLst>
              </p:cNvPr>
              <p:cNvSpPr/>
              <p:nvPr/>
            </p:nvSpPr>
            <p:spPr>
              <a:xfrm>
                <a:off x="4518682" y="5889167"/>
                <a:ext cx="6343" cy="6345"/>
              </a:xfrm>
              <a:custGeom>
                <a:avLst/>
                <a:gdLst>
                  <a:gd name="connsiteX0" fmla="*/ 3461 w 6343"/>
                  <a:gd name="connsiteY0" fmla="*/ 6535 h 6345"/>
                  <a:gd name="connsiteX1" fmla="*/ 5703 w 6343"/>
                  <a:gd name="connsiteY1" fmla="*/ 5606 h 6345"/>
                  <a:gd name="connsiteX2" fmla="*/ 6632 w 6343"/>
                  <a:gd name="connsiteY2" fmla="*/ 3363 h 6345"/>
                  <a:gd name="connsiteX3" fmla="*/ 5703 w 6343"/>
                  <a:gd name="connsiteY3" fmla="*/ 1119 h 6345"/>
                  <a:gd name="connsiteX4" fmla="*/ 3461 w 6343"/>
                  <a:gd name="connsiteY4" fmla="*/ 190 h 6345"/>
                  <a:gd name="connsiteX5" fmla="*/ 1218 w 6343"/>
                  <a:gd name="connsiteY5" fmla="*/ 1119 h 6345"/>
                  <a:gd name="connsiteX6" fmla="*/ 289 w 6343"/>
                  <a:gd name="connsiteY6" fmla="*/ 3363 h 6345"/>
                  <a:gd name="connsiteX7" fmla="*/ 1218 w 6343"/>
                  <a:gd name="connsiteY7" fmla="*/ 5606 h 6345"/>
                  <a:gd name="connsiteX8" fmla="*/ 3461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35"/>
                    </a:moveTo>
                    <a:cubicBezTo>
                      <a:pt x="4302" y="6535"/>
                      <a:pt x="5108" y="6201"/>
                      <a:pt x="5703" y="5606"/>
                    </a:cubicBezTo>
                    <a:cubicBezTo>
                      <a:pt x="6298" y="5011"/>
                      <a:pt x="6632" y="4204"/>
                      <a:pt x="6632" y="3363"/>
                    </a:cubicBezTo>
                    <a:cubicBezTo>
                      <a:pt x="6632" y="2521"/>
                      <a:pt x="6298" y="1714"/>
                      <a:pt x="5703" y="1119"/>
                    </a:cubicBezTo>
                    <a:cubicBezTo>
                      <a:pt x="5108" y="524"/>
                      <a:pt x="4302" y="190"/>
                      <a:pt x="3461" y="190"/>
                    </a:cubicBezTo>
                    <a:cubicBezTo>
                      <a:pt x="2619" y="190"/>
                      <a:pt x="1813" y="524"/>
                      <a:pt x="1218" y="1119"/>
                    </a:cubicBezTo>
                    <a:cubicBezTo>
                      <a:pt x="623" y="1714"/>
                      <a:pt x="289" y="2521"/>
                      <a:pt x="289" y="3363"/>
                    </a:cubicBezTo>
                    <a:cubicBezTo>
                      <a:pt x="289" y="4204"/>
                      <a:pt x="623" y="5011"/>
                      <a:pt x="1218" y="5606"/>
                    </a:cubicBezTo>
                    <a:cubicBezTo>
                      <a:pt x="1813" y="6201"/>
                      <a:pt x="2619" y="6535"/>
                      <a:pt x="3461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01BD15EB-7DEF-6E2E-1E0D-9245FA04E840}"/>
                  </a:ext>
                </a:extLst>
              </p:cNvPr>
              <p:cNvSpPr/>
              <p:nvPr/>
            </p:nvSpPr>
            <p:spPr>
              <a:xfrm>
                <a:off x="4511255" y="5891545"/>
                <a:ext cx="6343" cy="6345"/>
              </a:xfrm>
              <a:custGeom>
                <a:avLst/>
                <a:gdLst>
                  <a:gd name="connsiteX0" fmla="*/ 3460 w 6343"/>
                  <a:gd name="connsiteY0" fmla="*/ 6535 h 6345"/>
                  <a:gd name="connsiteX1" fmla="*/ 5703 w 6343"/>
                  <a:gd name="connsiteY1" fmla="*/ 5606 h 6345"/>
                  <a:gd name="connsiteX2" fmla="*/ 6632 w 6343"/>
                  <a:gd name="connsiteY2" fmla="*/ 3363 h 6345"/>
                  <a:gd name="connsiteX3" fmla="*/ 5703 w 6343"/>
                  <a:gd name="connsiteY3" fmla="*/ 1119 h 6345"/>
                  <a:gd name="connsiteX4" fmla="*/ 3460 w 6343"/>
                  <a:gd name="connsiteY4" fmla="*/ 190 h 6345"/>
                  <a:gd name="connsiteX5" fmla="*/ 1217 w 6343"/>
                  <a:gd name="connsiteY5" fmla="*/ 1119 h 6345"/>
                  <a:gd name="connsiteX6" fmla="*/ 288 w 6343"/>
                  <a:gd name="connsiteY6" fmla="*/ 3363 h 6345"/>
                  <a:gd name="connsiteX7" fmla="*/ 1217 w 6343"/>
                  <a:gd name="connsiteY7" fmla="*/ 5606 h 6345"/>
                  <a:gd name="connsiteX8" fmla="*/ 3460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5"/>
                    </a:moveTo>
                    <a:cubicBezTo>
                      <a:pt x="4301" y="6535"/>
                      <a:pt x="5108" y="6201"/>
                      <a:pt x="5703" y="5606"/>
                    </a:cubicBezTo>
                    <a:cubicBezTo>
                      <a:pt x="6297" y="5011"/>
                      <a:pt x="6632" y="4204"/>
                      <a:pt x="6632" y="3363"/>
                    </a:cubicBezTo>
                    <a:cubicBezTo>
                      <a:pt x="6632" y="2521"/>
                      <a:pt x="6297" y="1714"/>
                      <a:pt x="5703" y="1119"/>
                    </a:cubicBezTo>
                    <a:cubicBezTo>
                      <a:pt x="5108" y="524"/>
                      <a:pt x="4301" y="190"/>
                      <a:pt x="3460" y="190"/>
                    </a:cubicBezTo>
                    <a:cubicBezTo>
                      <a:pt x="2619" y="190"/>
                      <a:pt x="1812" y="524"/>
                      <a:pt x="1217" y="1119"/>
                    </a:cubicBezTo>
                    <a:cubicBezTo>
                      <a:pt x="623" y="1714"/>
                      <a:pt x="288" y="2521"/>
                      <a:pt x="288" y="3363"/>
                    </a:cubicBezTo>
                    <a:cubicBezTo>
                      <a:pt x="288" y="4204"/>
                      <a:pt x="623" y="5011"/>
                      <a:pt x="1217" y="5606"/>
                    </a:cubicBezTo>
                    <a:cubicBezTo>
                      <a:pt x="1812" y="6201"/>
                      <a:pt x="2619" y="6535"/>
                      <a:pt x="3460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E911F5FC-BD0A-CC3C-7EC6-D5D12A3DF58D}"/>
                  </a:ext>
                </a:extLst>
              </p:cNvPr>
              <p:cNvSpPr/>
              <p:nvPr/>
            </p:nvSpPr>
            <p:spPr>
              <a:xfrm>
                <a:off x="4510056" y="5895401"/>
                <a:ext cx="6343" cy="6345"/>
              </a:xfrm>
              <a:custGeom>
                <a:avLst/>
                <a:gdLst>
                  <a:gd name="connsiteX0" fmla="*/ 3460 w 6343"/>
                  <a:gd name="connsiteY0" fmla="*/ 6536 h 6345"/>
                  <a:gd name="connsiteX1" fmla="*/ 5703 w 6343"/>
                  <a:gd name="connsiteY1" fmla="*/ 5607 h 6345"/>
                  <a:gd name="connsiteX2" fmla="*/ 6631 w 6343"/>
                  <a:gd name="connsiteY2" fmla="*/ 3363 h 6345"/>
                  <a:gd name="connsiteX3" fmla="*/ 5703 w 6343"/>
                  <a:gd name="connsiteY3" fmla="*/ 1120 h 6345"/>
                  <a:gd name="connsiteX4" fmla="*/ 3460 w 6343"/>
                  <a:gd name="connsiteY4" fmla="*/ 190 h 6345"/>
                  <a:gd name="connsiteX5" fmla="*/ 1217 w 6343"/>
                  <a:gd name="connsiteY5" fmla="*/ 1120 h 6345"/>
                  <a:gd name="connsiteX6" fmla="*/ 288 w 6343"/>
                  <a:gd name="connsiteY6" fmla="*/ 3363 h 6345"/>
                  <a:gd name="connsiteX7" fmla="*/ 1217 w 6343"/>
                  <a:gd name="connsiteY7" fmla="*/ 5607 h 6345"/>
                  <a:gd name="connsiteX8" fmla="*/ 3460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6"/>
                    </a:moveTo>
                    <a:cubicBezTo>
                      <a:pt x="4301" y="6536"/>
                      <a:pt x="5108" y="6201"/>
                      <a:pt x="5703" y="5607"/>
                    </a:cubicBezTo>
                    <a:cubicBezTo>
                      <a:pt x="6297" y="5012"/>
                      <a:pt x="6631" y="4204"/>
                      <a:pt x="6631" y="3363"/>
                    </a:cubicBezTo>
                    <a:cubicBezTo>
                      <a:pt x="6631" y="2522"/>
                      <a:pt x="6297" y="1715"/>
                      <a:pt x="5703" y="1120"/>
                    </a:cubicBezTo>
                    <a:cubicBezTo>
                      <a:pt x="5108" y="525"/>
                      <a:pt x="4301" y="190"/>
                      <a:pt x="3460" y="190"/>
                    </a:cubicBezTo>
                    <a:cubicBezTo>
                      <a:pt x="2619" y="190"/>
                      <a:pt x="1812" y="525"/>
                      <a:pt x="1217" y="1120"/>
                    </a:cubicBezTo>
                    <a:cubicBezTo>
                      <a:pt x="623" y="1715"/>
                      <a:pt x="288" y="2522"/>
                      <a:pt x="288" y="3363"/>
                    </a:cubicBezTo>
                    <a:cubicBezTo>
                      <a:pt x="288" y="4204"/>
                      <a:pt x="623" y="5012"/>
                      <a:pt x="1217" y="5607"/>
                    </a:cubicBezTo>
                    <a:cubicBezTo>
                      <a:pt x="1812" y="6201"/>
                      <a:pt x="2619" y="6536"/>
                      <a:pt x="3460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B79E4BB7-6E1A-4A38-2FEA-B26E0F619EDE}"/>
                  </a:ext>
                </a:extLst>
              </p:cNvPr>
              <p:cNvSpPr/>
              <p:nvPr/>
            </p:nvSpPr>
            <p:spPr>
              <a:xfrm>
                <a:off x="4511644" y="5899973"/>
                <a:ext cx="6343" cy="6345"/>
              </a:xfrm>
              <a:custGeom>
                <a:avLst/>
                <a:gdLst>
                  <a:gd name="connsiteX0" fmla="*/ 3460 w 6343"/>
                  <a:gd name="connsiteY0" fmla="*/ 6536 h 6345"/>
                  <a:gd name="connsiteX1" fmla="*/ 5703 w 6343"/>
                  <a:gd name="connsiteY1" fmla="*/ 5607 h 6345"/>
                  <a:gd name="connsiteX2" fmla="*/ 6632 w 6343"/>
                  <a:gd name="connsiteY2" fmla="*/ 3363 h 6345"/>
                  <a:gd name="connsiteX3" fmla="*/ 5703 w 6343"/>
                  <a:gd name="connsiteY3" fmla="*/ 1120 h 6345"/>
                  <a:gd name="connsiteX4" fmla="*/ 3460 w 6343"/>
                  <a:gd name="connsiteY4" fmla="*/ 191 h 6345"/>
                  <a:gd name="connsiteX5" fmla="*/ 1217 w 6343"/>
                  <a:gd name="connsiteY5" fmla="*/ 1120 h 6345"/>
                  <a:gd name="connsiteX6" fmla="*/ 288 w 6343"/>
                  <a:gd name="connsiteY6" fmla="*/ 3363 h 6345"/>
                  <a:gd name="connsiteX7" fmla="*/ 1217 w 6343"/>
                  <a:gd name="connsiteY7" fmla="*/ 5607 h 6345"/>
                  <a:gd name="connsiteX8" fmla="*/ 3460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6"/>
                    </a:moveTo>
                    <a:cubicBezTo>
                      <a:pt x="4301" y="6536"/>
                      <a:pt x="5108" y="6202"/>
                      <a:pt x="5703" y="5607"/>
                    </a:cubicBezTo>
                    <a:cubicBezTo>
                      <a:pt x="6297" y="5012"/>
                      <a:pt x="6632" y="4205"/>
                      <a:pt x="6632" y="3363"/>
                    </a:cubicBezTo>
                    <a:cubicBezTo>
                      <a:pt x="6632" y="2522"/>
                      <a:pt x="6297" y="1715"/>
                      <a:pt x="5703" y="1120"/>
                    </a:cubicBezTo>
                    <a:cubicBezTo>
                      <a:pt x="5108" y="525"/>
                      <a:pt x="4301" y="191"/>
                      <a:pt x="3460" y="191"/>
                    </a:cubicBezTo>
                    <a:cubicBezTo>
                      <a:pt x="2619" y="191"/>
                      <a:pt x="1812" y="525"/>
                      <a:pt x="1217" y="1120"/>
                    </a:cubicBezTo>
                    <a:cubicBezTo>
                      <a:pt x="623" y="1715"/>
                      <a:pt x="288" y="2522"/>
                      <a:pt x="288" y="3363"/>
                    </a:cubicBezTo>
                    <a:cubicBezTo>
                      <a:pt x="288" y="4205"/>
                      <a:pt x="623" y="5012"/>
                      <a:pt x="1217" y="5607"/>
                    </a:cubicBezTo>
                    <a:cubicBezTo>
                      <a:pt x="1812" y="6202"/>
                      <a:pt x="2619" y="6536"/>
                      <a:pt x="3460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9459D802-2F0B-8731-0BF8-8B3B28D8A566}"/>
                  </a:ext>
                </a:extLst>
              </p:cNvPr>
              <p:cNvSpPr/>
              <p:nvPr/>
            </p:nvSpPr>
            <p:spPr>
              <a:xfrm>
                <a:off x="4418730" y="5993949"/>
                <a:ext cx="6343" cy="6345"/>
              </a:xfrm>
              <a:custGeom>
                <a:avLst/>
                <a:gdLst>
                  <a:gd name="connsiteX0" fmla="*/ 3453 w 6343"/>
                  <a:gd name="connsiteY0" fmla="*/ 6544 h 6345"/>
                  <a:gd name="connsiteX1" fmla="*/ 5695 w 6343"/>
                  <a:gd name="connsiteY1" fmla="*/ 5614 h 6345"/>
                  <a:gd name="connsiteX2" fmla="*/ 6624 w 6343"/>
                  <a:gd name="connsiteY2" fmla="*/ 3371 h 6345"/>
                  <a:gd name="connsiteX3" fmla="*/ 5695 w 6343"/>
                  <a:gd name="connsiteY3" fmla="*/ 1127 h 6345"/>
                  <a:gd name="connsiteX4" fmla="*/ 3453 w 6343"/>
                  <a:gd name="connsiteY4" fmla="*/ 198 h 6345"/>
                  <a:gd name="connsiteX5" fmla="*/ 1210 w 6343"/>
                  <a:gd name="connsiteY5" fmla="*/ 1127 h 6345"/>
                  <a:gd name="connsiteX6" fmla="*/ 281 w 6343"/>
                  <a:gd name="connsiteY6" fmla="*/ 3371 h 6345"/>
                  <a:gd name="connsiteX7" fmla="*/ 1210 w 6343"/>
                  <a:gd name="connsiteY7" fmla="*/ 5614 h 6345"/>
                  <a:gd name="connsiteX8" fmla="*/ 3453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4"/>
                    </a:moveTo>
                    <a:cubicBezTo>
                      <a:pt x="4294" y="6544"/>
                      <a:pt x="5101" y="6209"/>
                      <a:pt x="5695" y="5614"/>
                    </a:cubicBezTo>
                    <a:cubicBezTo>
                      <a:pt x="6290" y="5019"/>
                      <a:pt x="6624" y="4212"/>
                      <a:pt x="6624" y="3371"/>
                    </a:cubicBezTo>
                    <a:cubicBezTo>
                      <a:pt x="6624" y="2529"/>
                      <a:pt x="6290" y="1722"/>
                      <a:pt x="5695" y="1127"/>
                    </a:cubicBezTo>
                    <a:cubicBezTo>
                      <a:pt x="5101" y="532"/>
                      <a:pt x="4294" y="198"/>
                      <a:pt x="3453" y="198"/>
                    </a:cubicBezTo>
                    <a:cubicBezTo>
                      <a:pt x="2612" y="198"/>
                      <a:pt x="1805" y="532"/>
                      <a:pt x="1210" y="1127"/>
                    </a:cubicBezTo>
                    <a:cubicBezTo>
                      <a:pt x="615" y="1722"/>
                      <a:pt x="281" y="2529"/>
                      <a:pt x="281" y="3371"/>
                    </a:cubicBezTo>
                    <a:cubicBezTo>
                      <a:pt x="281" y="4212"/>
                      <a:pt x="615" y="5019"/>
                      <a:pt x="1210" y="5614"/>
                    </a:cubicBezTo>
                    <a:cubicBezTo>
                      <a:pt x="1805" y="6209"/>
                      <a:pt x="2612" y="6544"/>
                      <a:pt x="3453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1CAD4E87-2216-5A85-FF29-43C8903BDEAE}"/>
                  </a:ext>
                </a:extLst>
              </p:cNvPr>
              <p:cNvSpPr/>
              <p:nvPr/>
            </p:nvSpPr>
            <p:spPr>
              <a:xfrm>
                <a:off x="4417006" y="5997232"/>
                <a:ext cx="6343" cy="6345"/>
              </a:xfrm>
              <a:custGeom>
                <a:avLst/>
                <a:gdLst>
                  <a:gd name="connsiteX0" fmla="*/ 3453 w 6343"/>
                  <a:gd name="connsiteY0" fmla="*/ 6544 h 6345"/>
                  <a:gd name="connsiteX1" fmla="*/ 5695 w 6343"/>
                  <a:gd name="connsiteY1" fmla="*/ 5615 h 6345"/>
                  <a:gd name="connsiteX2" fmla="*/ 6624 w 6343"/>
                  <a:gd name="connsiteY2" fmla="*/ 3371 h 6345"/>
                  <a:gd name="connsiteX3" fmla="*/ 5695 w 6343"/>
                  <a:gd name="connsiteY3" fmla="*/ 1128 h 6345"/>
                  <a:gd name="connsiteX4" fmla="*/ 3453 w 6343"/>
                  <a:gd name="connsiteY4" fmla="*/ 198 h 6345"/>
                  <a:gd name="connsiteX5" fmla="*/ 1210 w 6343"/>
                  <a:gd name="connsiteY5" fmla="*/ 1128 h 6345"/>
                  <a:gd name="connsiteX6" fmla="*/ 281 w 6343"/>
                  <a:gd name="connsiteY6" fmla="*/ 3371 h 6345"/>
                  <a:gd name="connsiteX7" fmla="*/ 1210 w 6343"/>
                  <a:gd name="connsiteY7" fmla="*/ 5615 h 6345"/>
                  <a:gd name="connsiteX8" fmla="*/ 3453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4"/>
                    </a:moveTo>
                    <a:cubicBezTo>
                      <a:pt x="4294" y="6544"/>
                      <a:pt x="5100" y="6210"/>
                      <a:pt x="5695" y="5615"/>
                    </a:cubicBezTo>
                    <a:cubicBezTo>
                      <a:pt x="6290" y="5020"/>
                      <a:pt x="6624" y="4213"/>
                      <a:pt x="6624" y="3371"/>
                    </a:cubicBezTo>
                    <a:cubicBezTo>
                      <a:pt x="6624" y="2530"/>
                      <a:pt x="6290" y="1723"/>
                      <a:pt x="5695" y="1128"/>
                    </a:cubicBezTo>
                    <a:cubicBezTo>
                      <a:pt x="5100" y="533"/>
                      <a:pt x="4294" y="198"/>
                      <a:pt x="3453" y="198"/>
                    </a:cubicBezTo>
                    <a:cubicBezTo>
                      <a:pt x="2611" y="198"/>
                      <a:pt x="1805" y="533"/>
                      <a:pt x="1210" y="1128"/>
                    </a:cubicBezTo>
                    <a:cubicBezTo>
                      <a:pt x="615" y="1723"/>
                      <a:pt x="281" y="2530"/>
                      <a:pt x="281" y="3371"/>
                    </a:cubicBezTo>
                    <a:cubicBezTo>
                      <a:pt x="281" y="4213"/>
                      <a:pt x="615" y="5020"/>
                      <a:pt x="1210" y="5615"/>
                    </a:cubicBezTo>
                    <a:cubicBezTo>
                      <a:pt x="1805" y="6210"/>
                      <a:pt x="2611" y="6544"/>
                      <a:pt x="3453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C5AAFA24-F592-ED98-172D-45B1A707B6E1}"/>
                  </a:ext>
                </a:extLst>
              </p:cNvPr>
              <p:cNvSpPr/>
              <p:nvPr/>
            </p:nvSpPr>
            <p:spPr>
              <a:xfrm>
                <a:off x="4357708" y="5991084"/>
                <a:ext cx="6343" cy="6345"/>
              </a:xfrm>
              <a:custGeom>
                <a:avLst/>
                <a:gdLst>
                  <a:gd name="connsiteX0" fmla="*/ 3448 w 6343"/>
                  <a:gd name="connsiteY0" fmla="*/ 6543 h 6345"/>
                  <a:gd name="connsiteX1" fmla="*/ 5691 w 6343"/>
                  <a:gd name="connsiteY1" fmla="*/ 5614 h 6345"/>
                  <a:gd name="connsiteX2" fmla="*/ 6619 w 6343"/>
                  <a:gd name="connsiteY2" fmla="*/ 3371 h 6345"/>
                  <a:gd name="connsiteX3" fmla="*/ 5691 w 6343"/>
                  <a:gd name="connsiteY3" fmla="*/ 1127 h 6345"/>
                  <a:gd name="connsiteX4" fmla="*/ 3448 w 6343"/>
                  <a:gd name="connsiteY4" fmla="*/ 198 h 6345"/>
                  <a:gd name="connsiteX5" fmla="*/ 1205 w 6343"/>
                  <a:gd name="connsiteY5" fmla="*/ 1127 h 6345"/>
                  <a:gd name="connsiteX6" fmla="*/ 276 w 6343"/>
                  <a:gd name="connsiteY6" fmla="*/ 3371 h 6345"/>
                  <a:gd name="connsiteX7" fmla="*/ 1205 w 6343"/>
                  <a:gd name="connsiteY7" fmla="*/ 5614 h 6345"/>
                  <a:gd name="connsiteX8" fmla="*/ 344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3"/>
                    </a:moveTo>
                    <a:cubicBezTo>
                      <a:pt x="4289" y="6543"/>
                      <a:pt x="5096" y="6209"/>
                      <a:pt x="5691" y="5614"/>
                    </a:cubicBezTo>
                    <a:cubicBezTo>
                      <a:pt x="6285" y="5019"/>
                      <a:pt x="6619" y="4212"/>
                      <a:pt x="6619" y="3371"/>
                    </a:cubicBezTo>
                    <a:cubicBezTo>
                      <a:pt x="6619" y="2529"/>
                      <a:pt x="6285" y="1722"/>
                      <a:pt x="5691" y="1127"/>
                    </a:cubicBezTo>
                    <a:cubicBezTo>
                      <a:pt x="5096" y="532"/>
                      <a:pt x="4289" y="198"/>
                      <a:pt x="3448" y="198"/>
                    </a:cubicBezTo>
                    <a:cubicBezTo>
                      <a:pt x="2607" y="198"/>
                      <a:pt x="1800" y="532"/>
                      <a:pt x="1205" y="1127"/>
                    </a:cubicBezTo>
                    <a:cubicBezTo>
                      <a:pt x="611" y="1722"/>
                      <a:pt x="276" y="2529"/>
                      <a:pt x="276" y="3371"/>
                    </a:cubicBezTo>
                    <a:cubicBezTo>
                      <a:pt x="276" y="4212"/>
                      <a:pt x="611" y="5019"/>
                      <a:pt x="1205" y="5614"/>
                    </a:cubicBezTo>
                    <a:cubicBezTo>
                      <a:pt x="1800" y="6209"/>
                      <a:pt x="2607" y="6543"/>
                      <a:pt x="344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44131C1B-CD46-800F-6418-502CB57F85E7}"/>
                  </a:ext>
                </a:extLst>
              </p:cNvPr>
              <p:cNvSpPr/>
              <p:nvPr/>
            </p:nvSpPr>
            <p:spPr>
              <a:xfrm>
                <a:off x="4352943" y="5992347"/>
                <a:ext cx="6343" cy="6345"/>
              </a:xfrm>
              <a:custGeom>
                <a:avLst/>
                <a:gdLst>
                  <a:gd name="connsiteX0" fmla="*/ 3448 w 6343"/>
                  <a:gd name="connsiteY0" fmla="*/ 6543 h 6345"/>
                  <a:gd name="connsiteX1" fmla="*/ 5690 w 6343"/>
                  <a:gd name="connsiteY1" fmla="*/ 5614 h 6345"/>
                  <a:gd name="connsiteX2" fmla="*/ 6619 w 6343"/>
                  <a:gd name="connsiteY2" fmla="*/ 3371 h 6345"/>
                  <a:gd name="connsiteX3" fmla="*/ 5690 w 6343"/>
                  <a:gd name="connsiteY3" fmla="*/ 1127 h 6345"/>
                  <a:gd name="connsiteX4" fmla="*/ 3448 w 6343"/>
                  <a:gd name="connsiteY4" fmla="*/ 198 h 6345"/>
                  <a:gd name="connsiteX5" fmla="*/ 1205 w 6343"/>
                  <a:gd name="connsiteY5" fmla="*/ 1127 h 6345"/>
                  <a:gd name="connsiteX6" fmla="*/ 276 w 6343"/>
                  <a:gd name="connsiteY6" fmla="*/ 3371 h 6345"/>
                  <a:gd name="connsiteX7" fmla="*/ 1205 w 6343"/>
                  <a:gd name="connsiteY7" fmla="*/ 5614 h 6345"/>
                  <a:gd name="connsiteX8" fmla="*/ 344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3"/>
                    </a:moveTo>
                    <a:cubicBezTo>
                      <a:pt x="4289" y="6543"/>
                      <a:pt x="5095" y="6209"/>
                      <a:pt x="5690" y="5614"/>
                    </a:cubicBezTo>
                    <a:cubicBezTo>
                      <a:pt x="6285" y="5019"/>
                      <a:pt x="6619" y="4212"/>
                      <a:pt x="6619" y="3371"/>
                    </a:cubicBezTo>
                    <a:cubicBezTo>
                      <a:pt x="6619" y="2529"/>
                      <a:pt x="6285" y="1722"/>
                      <a:pt x="5690" y="1127"/>
                    </a:cubicBezTo>
                    <a:cubicBezTo>
                      <a:pt x="5095" y="532"/>
                      <a:pt x="4289" y="198"/>
                      <a:pt x="3448" y="198"/>
                    </a:cubicBezTo>
                    <a:cubicBezTo>
                      <a:pt x="2606" y="198"/>
                      <a:pt x="1800" y="532"/>
                      <a:pt x="1205" y="1127"/>
                    </a:cubicBezTo>
                    <a:cubicBezTo>
                      <a:pt x="610" y="1722"/>
                      <a:pt x="276" y="2529"/>
                      <a:pt x="276" y="3371"/>
                    </a:cubicBezTo>
                    <a:cubicBezTo>
                      <a:pt x="276" y="4212"/>
                      <a:pt x="610" y="5019"/>
                      <a:pt x="1205" y="5614"/>
                    </a:cubicBezTo>
                    <a:cubicBezTo>
                      <a:pt x="1800" y="6209"/>
                      <a:pt x="2606" y="6543"/>
                      <a:pt x="344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EC657761-746A-8792-D9F0-7958C5D78BEE}"/>
                  </a:ext>
                </a:extLst>
              </p:cNvPr>
              <p:cNvSpPr/>
              <p:nvPr/>
            </p:nvSpPr>
            <p:spPr>
              <a:xfrm>
                <a:off x="4354203" y="5996832"/>
                <a:ext cx="6343" cy="6345"/>
              </a:xfrm>
              <a:custGeom>
                <a:avLst/>
                <a:gdLst>
                  <a:gd name="connsiteX0" fmla="*/ 3448 w 6343"/>
                  <a:gd name="connsiteY0" fmla="*/ 6544 h 6345"/>
                  <a:gd name="connsiteX1" fmla="*/ 5690 w 6343"/>
                  <a:gd name="connsiteY1" fmla="*/ 5615 h 6345"/>
                  <a:gd name="connsiteX2" fmla="*/ 6619 w 6343"/>
                  <a:gd name="connsiteY2" fmla="*/ 3371 h 6345"/>
                  <a:gd name="connsiteX3" fmla="*/ 5690 w 6343"/>
                  <a:gd name="connsiteY3" fmla="*/ 1128 h 6345"/>
                  <a:gd name="connsiteX4" fmla="*/ 3448 w 6343"/>
                  <a:gd name="connsiteY4" fmla="*/ 198 h 6345"/>
                  <a:gd name="connsiteX5" fmla="*/ 1205 w 6343"/>
                  <a:gd name="connsiteY5" fmla="*/ 1128 h 6345"/>
                  <a:gd name="connsiteX6" fmla="*/ 276 w 6343"/>
                  <a:gd name="connsiteY6" fmla="*/ 3371 h 6345"/>
                  <a:gd name="connsiteX7" fmla="*/ 1205 w 6343"/>
                  <a:gd name="connsiteY7" fmla="*/ 5615 h 6345"/>
                  <a:gd name="connsiteX8" fmla="*/ 3448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4"/>
                    </a:moveTo>
                    <a:cubicBezTo>
                      <a:pt x="4289" y="6544"/>
                      <a:pt x="5095" y="6209"/>
                      <a:pt x="5690" y="5615"/>
                    </a:cubicBezTo>
                    <a:cubicBezTo>
                      <a:pt x="6285" y="5020"/>
                      <a:pt x="6619" y="4212"/>
                      <a:pt x="6619" y="3371"/>
                    </a:cubicBezTo>
                    <a:cubicBezTo>
                      <a:pt x="6619" y="2530"/>
                      <a:pt x="6285" y="1723"/>
                      <a:pt x="5690" y="1128"/>
                    </a:cubicBezTo>
                    <a:cubicBezTo>
                      <a:pt x="5095" y="533"/>
                      <a:pt x="4289" y="198"/>
                      <a:pt x="3448" y="198"/>
                    </a:cubicBezTo>
                    <a:cubicBezTo>
                      <a:pt x="2606" y="198"/>
                      <a:pt x="1800" y="533"/>
                      <a:pt x="1205" y="1128"/>
                    </a:cubicBezTo>
                    <a:cubicBezTo>
                      <a:pt x="610" y="1723"/>
                      <a:pt x="276" y="2530"/>
                      <a:pt x="276" y="3371"/>
                    </a:cubicBezTo>
                    <a:cubicBezTo>
                      <a:pt x="276" y="4212"/>
                      <a:pt x="610" y="5020"/>
                      <a:pt x="1205" y="5615"/>
                    </a:cubicBezTo>
                    <a:cubicBezTo>
                      <a:pt x="1800" y="6209"/>
                      <a:pt x="2606" y="6544"/>
                      <a:pt x="3448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F5055123-D9D4-AAE4-E1C5-30A628C3148A}"/>
                  </a:ext>
                </a:extLst>
              </p:cNvPr>
              <p:cNvSpPr/>
              <p:nvPr/>
            </p:nvSpPr>
            <p:spPr>
              <a:xfrm>
                <a:off x="4289087" y="5988662"/>
                <a:ext cx="6343" cy="6345"/>
              </a:xfrm>
              <a:custGeom>
                <a:avLst/>
                <a:gdLst>
                  <a:gd name="connsiteX0" fmla="*/ 3442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0 h 6345"/>
                  <a:gd name="connsiteX3" fmla="*/ 5685 w 6343"/>
                  <a:gd name="connsiteY3" fmla="*/ 1127 h 6345"/>
                  <a:gd name="connsiteX4" fmla="*/ 3442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0 h 6345"/>
                  <a:gd name="connsiteX7" fmla="*/ 1200 w 6343"/>
                  <a:gd name="connsiteY7" fmla="*/ 5614 h 6345"/>
                  <a:gd name="connsiteX8" fmla="*/ 344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43"/>
                    </a:moveTo>
                    <a:cubicBezTo>
                      <a:pt x="4284" y="6543"/>
                      <a:pt x="5090" y="6209"/>
                      <a:pt x="5685" y="5614"/>
                    </a:cubicBezTo>
                    <a:cubicBezTo>
                      <a:pt x="6280" y="5019"/>
                      <a:pt x="6614" y="4212"/>
                      <a:pt x="6614" y="3370"/>
                    </a:cubicBezTo>
                    <a:cubicBezTo>
                      <a:pt x="6614" y="2529"/>
                      <a:pt x="6280" y="1722"/>
                      <a:pt x="5685" y="1127"/>
                    </a:cubicBezTo>
                    <a:cubicBezTo>
                      <a:pt x="5090" y="532"/>
                      <a:pt x="4284" y="198"/>
                      <a:pt x="3442" y="198"/>
                    </a:cubicBezTo>
                    <a:cubicBezTo>
                      <a:pt x="2601" y="198"/>
                      <a:pt x="1795" y="532"/>
                      <a:pt x="1200" y="1127"/>
                    </a:cubicBezTo>
                    <a:cubicBezTo>
                      <a:pt x="605" y="1722"/>
                      <a:pt x="271" y="2529"/>
                      <a:pt x="271" y="3370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5" y="6209"/>
                      <a:pt x="2601" y="6543"/>
                      <a:pt x="344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1B3015A0-FE76-957B-FBA8-7E742DB49DB1}"/>
                  </a:ext>
                </a:extLst>
              </p:cNvPr>
              <p:cNvSpPr/>
              <p:nvPr/>
            </p:nvSpPr>
            <p:spPr>
              <a:xfrm>
                <a:off x="4287040" y="5990911"/>
                <a:ext cx="6343" cy="6345"/>
              </a:xfrm>
              <a:custGeom>
                <a:avLst/>
                <a:gdLst>
                  <a:gd name="connsiteX0" fmla="*/ 3442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1 h 6345"/>
                  <a:gd name="connsiteX3" fmla="*/ 5685 w 6343"/>
                  <a:gd name="connsiteY3" fmla="*/ 1127 h 6345"/>
                  <a:gd name="connsiteX4" fmla="*/ 3442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1 h 6345"/>
                  <a:gd name="connsiteX7" fmla="*/ 1200 w 6343"/>
                  <a:gd name="connsiteY7" fmla="*/ 5614 h 6345"/>
                  <a:gd name="connsiteX8" fmla="*/ 344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43"/>
                    </a:moveTo>
                    <a:cubicBezTo>
                      <a:pt x="4283" y="6543"/>
                      <a:pt x="5090" y="6209"/>
                      <a:pt x="5685" y="5614"/>
                    </a:cubicBezTo>
                    <a:cubicBezTo>
                      <a:pt x="6280" y="5019"/>
                      <a:pt x="6614" y="4212"/>
                      <a:pt x="6614" y="3371"/>
                    </a:cubicBezTo>
                    <a:cubicBezTo>
                      <a:pt x="6614" y="2529"/>
                      <a:pt x="6280" y="1722"/>
                      <a:pt x="5685" y="1127"/>
                    </a:cubicBezTo>
                    <a:cubicBezTo>
                      <a:pt x="5090" y="532"/>
                      <a:pt x="4283" y="198"/>
                      <a:pt x="3442" y="198"/>
                    </a:cubicBezTo>
                    <a:cubicBezTo>
                      <a:pt x="2601" y="198"/>
                      <a:pt x="1794" y="532"/>
                      <a:pt x="1200" y="1127"/>
                    </a:cubicBezTo>
                    <a:cubicBezTo>
                      <a:pt x="605" y="1722"/>
                      <a:pt x="271" y="2529"/>
                      <a:pt x="271" y="3371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4" y="6209"/>
                      <a:pt x="2601" y="6543"/>
                      <a:pt x="344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4ADAC450-0494-1065-45F6-A7EC69C52FC5}"/>
                  </a:ext>
                </a:extLst>
              </p:cNvPr>
              <p:cNvSpPr/>
              <p:nvPr/>
            </p:nvSpPr>
            <p:spPr>
              <a:xfrm>
                <a:off x="4276750" y="5987995"/>
                <a:ext cx="6343" cy="6345"/>
              </a:xfrm>
              <a:custGeom>
                <a:avLst/>
                <a:gdLst>
                  <a:gd name="connsiteX0" fmla="*/ 3442 w 6343"/>
                  <a:gd name="connsiteY0" fmla="*/ 6543 h 6345"/>
                  <a:gd name="connsiteX1" fmla="*/ 5684 w 6343"/>
                  <a:gd name="connsiteY1" fmla="*/ 5614 h 6345"/>
                  <a:gd name="connsiteX2" fmla="*/ 6613 w 6343"/>
                  <a:gd name="connsiteY2" fmla="*/ 3370 h 6345"/>
                  <a:gd name="connsiteX3" fmla="*/ 5684 w 6343"/>
                  <a:gd name="connsiteY3" fmla="*/ 1127 h 6345"/>
                  <a:gd name="connsiteX4" fmla="*/ 3442 w 6343"/>
                  <a:gd name="connsiteY4" fmla="*/ 198 h 6345"/>
                  <a:gd name="connsiteX5" fmla="*/ 1199 w 6343"/>
                  <a:gd name="connsiteY5" fmla="*/ 1127 h 6345"/>
                  <a:gd name="connsiteX6" fmla="*/ 270 w 6343"/>
                  <a:gd name="connsiteY6" fmla="*/ 3370 h 6345"/>
                  <a:gd name="connsiteX7" fmla="*/ 1199 w 6343"/>
                  <a:gd name="connsiteY7" fmla="*/ 5614 h 6345"/>
                  <a:gd name="connsiteX8" fmla="*/ 344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43"/>
                    </a:moveTo>
                    <a:cubicBezTo>
                      <a:pt x="4283" y="6543"/>
                      <a:pt x="5089" y="6209"/>
                      <a:pt x="5684" y="5614"/>
                    </a:cubicBezTo>
                    <a:cubicBezTo>
                      <a:pt x="6279" y="5019"/>
                      <a:pt x="6613" y="4212"/>
                      <a:pt x="6613" y="3370"/>
                    </a:cubicBezTo>
                    <a:cubicBezTo>
                      <a:pt x="6613" y="2529"/>
                      <a:pt x="6279" y="1722"/>
                      <a:pt x="5684" y="1127"/>
                    </a:cubicBezTo>
                    <a:cubicBezTo>
                      <a:pt x="5089" y="532"/>
                      <a:pt x="4283" y="198"/>
                      <a:pt x="3442" y="198"/>
                    </a:cubicBezTo>
                    <a:cubicBezTo>
                      <a:pt x="2600" y="198"/>
                      <a:pt x="1794" y="532"/>
                      <a:pt x="1199" y="1127"/>
                    </a:cubicBezTo>
                    <a:cubicBezTo>
                      <a:pt x="604" y="1722"/>
                      <a:pt x="270" y="2529"/>
                      <a:pt x="270" y="3370"/>
                    </a:cubicBezTo>
                    <a:cubicBezTo>
                      <a:pt x="270" y="4212"/>
                      <a:pt x="604" y="5019"/>
                      <a:pt x="1199" y="5614"/>
                    </a:cubicBezTo>
                    <a:cubicBezTo>
                      <a:pt x="1794" y="6209"/>
                      <a:pt x="2600" y="6543"/>
                      <a:pt x="344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69460CC6-8456-B799-0ED9-8E748EAE2D74}"/>
                  </a:ext>
                </a:extLst>
              </p:cNvPr>
              <p:cNvSpPr/>
              <p:nvPr/>
            </p:nvSpPr>
            <p:spPr>
              <a:xfrm>
                <a:off x="4244845" y="5984225"/>
                <a:ext cx="6343" cy="6345"/>
              </a:xfrm>
              <a:custGeom>
                <a:avLst/>
                <a:gdLst>
                  <a:gd name="connsiteX0" fmla="*/ 3439 w 6343"/>
                  <a:gd name="connsiteY0" fmla="*/ 6543 h 6345"/>
                  <a:gd name="connsiteX1" fmla="*/ 5682 w 6343"/>
                  <a:gd name="connsiteY1" fmla="*/ 5614 h 6345"/>
                  <a:gd name="connsiteX2" fmla="*/ 6611 w 6343"/>
                  <a:gd name="connsiteY2" fmla="*/ 3370 h 6345"/>
                  <a:gd name="connsiteX3" fmla="*/ 5682 w 6343"/>
                  <a:gd name="connsiteY3" fmla="*/ 1127 h 6345"/>
                  <a:gd name="connsiteX4" fmla="*/ 3439 w 6343"/>
                  <a:gd name="connsiteY4" fmla="*/ 197 h 6345"/>
                  <a:gd name="connsiteX5" fmla="*/ 1196 w 6343"/>
                  <a:gd name="connsiteY5" fmla="*/ 1127 h 6345"/>
                  <a:gd name="connsiteX6" fmla="*/ 267 w 6343"/>
                  <a:gd name="connsiteY6" fmla="*/ 3370 h 6345"/>
                  <a:gd name="connsiteX7" fmla="*/ 1196 w 6343"/>
                  <a:gd name="connsiteY7" fmla="*/ 5614 h 6345"/>
                  <a:gd name="connsiteX8" fmla="*/ 3439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43"/>
                    </a:moveTo>
                    <a:cubicBezTo>
                      <a:pt x="4280" y="6543"/>
                      <a:pt x="5087" y="6208"/>
                      <a:pt x="5682" y="5614"/>
                    </a:cubicBezTo>
                    <a:cubicBezTo>
                      <a:pt x="6276" y="5019"/>
                      <a:pt x="6611" y="4211"/>
                      <a:pt x="6611" y="3370"/>
                    </a:cubicBezTo>
                    <a:cubicBezTo>
                      <a:pt x="6611" y="2529"/>
                      <a:pt x="6276" y="1722"/>
                      <a:pt x="5682" y="1127"/>
                    </a:cubicBezTo>
                    <a:cubicBezTo>
                      <a:pt x="5087" y="532"/>
                      <a:pt x="4280" y="197"/>
                      <a:pt x="3439" y="197"/>
                    </a:cubicBezTo>
                    <a:cubicBezTo>
                      <a:pt x="2598" y="197"/>
                      <a:pt x="1791" y="532"/>
                      <a:pt x="1196" y="1127"/>
                    </a:cubicBezTo>
                    <a:cubicBezTo>
                      <a:pt x="602" y="1722"/>
                      <a:pt x="267" y="2529"/>
                      <a:pt x="267" y="3370"/>
                    </a:cubicBezTo>
                    <a:cubicBezTo>
                      <a:pt x="267" y="4211"/>
                      <a:pt x="602" y="5019"/>
                      <a:pt x="1196" y="5614"/>
                    </a:cubicBezTo>
                    <a:cubicBezTo>
                      <a:pt x="1791" y="6208"/>
                      <a:pt x="2598" y="6543"/>
                      <a:pt x="3439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F8FA0539-8C2B-741D-7396-FCB3D7437C6F}"/>
                  </a:ext>
                </a:extLst>
              </p:cNvPr>
              <p:cNvSpPr/>
              <p:nvPr/>
            </p:nvSpPr>
            <p:spPr>
              <a:xfrm>
                <a:off x="4229530" y="5986858"/>
                <a:ext cx="6343" cy="6345"/>
              </a:xfrm>
              <a:custGeom>
                <a:avLst/>
                <a:gdLst>
                  <a:gd name="connsiteX0" fmla="*/ 3438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8 w 6343"/>
                  <a:gd name="connsiteY4" fmla="*/ 198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43"/>
                    </a:moveTo>
                    <a:cubicBezTo>
                      <a:pt x="4279" y="6543"/>
                      <a:pt x="5086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6" y="532"/>
                      <a:pt x="4279" y="198"/>
                      <a:pt x="3438" y="198"/>
                    </a:cubicBezTo>
                    <a:cubicBezTo>
                      <a:pt x="2597" y="198"/>
                      <a:pt x="1790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90" y="6209"/>
                      <a:pt x="2597" y="6543"/>
                      <a:pt x="343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767EF503-B030-6B00-6E7A-CE28BB039BF3}"/>
                  </a:ext>
                </a:extLst>
              </p:cNvPr>
              <p:cNvSpPr/>
              <p:nvPr/>
            </p:nvSpPr>
            <p:spPr>
              <a:xfrm>
                <a:off x="4222405" y="5985057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7 w 6343"/>
                  <a:gd name="connsiteY4" fmla="*/ 197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8" y="6543"/>
                      <a:pt x="5085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5" y="532"/>
                      <a:pt x="4278" y="197"/>
                      <a:pt x="3437" y="197"/>
                    </a:cubicBezTo>
                    <a:cubicBezTo>
                      <a:pt x="2596" y="197"/>
                      <a:pt x="1789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89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B4F575F9-E722-74FB-3A78-47F7AB26942F}"/>
                  </a:ext>
                </a:extLst>
              </p:cNvPr>
              <p:cNvSpPr/>
              <p:nvPr/>
            </p:nvSpPr>
            <p:spPr>
              <a:xfrm>
                <a:off x="4220752" y="5987113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7 w 6343"/>
                  <a:gd name="connsiteY4" fmla="*/ 198 h 6345"/>
                  <a:gd name="connsiteX5" fmla="*/ 1194 w 6343"/>
                  <a:gd name="connsiteY5" fmla="*/ 1127 h 6345"/>
                  <a:gd name="connsiteX6" fmla="*/ 266 w 6343"/>
                  <a:gd name="connsiteY6" fmla="*/ 3370 h 6345"/>
                  <a:gd name="connsiteX7" fmla="*/ 1194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8" y="6543"/>
                      <a:pt x="5085" y="6209"/>
                      <a:pt x="5680" y="5614"/>
                    </a:cubicBezTo>
                    <a:cubicBezTo>
                      <a:pt x="6274" y="5019"/>
                      <a:pt x="6609" y="4212"/>
                      <a:pt x="6609" y="3370"/>
                    </a:cubicBezTo>
                    <a:cubicBezTo>
                      <a:pt x="6609" y="2529"/>
                      <a:pt x="6274" y="1722"/>
                      <a:pt x="5680" y="1127"/>
                    </a:cubicBezTo>
                    <a:cubicBezTo>
                      <a:pt x="5085" y="532"/>
                      <a:pt x="4278" y="198"/>
                      <a:pt x="3437" y="198"/>
                    </a:cubicBezTo>
                    <a:cubicBezTo>
                      <a:pt x="2596" y="198"/>
                      <a:pt x="1789" y="532"/>
                      <a:pt x="1194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4" y="5614"/>
                    </a:cubicBezTo>
                    <a:cubicBezTo>
                      <a:pt x="1789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C109B6A9-6CAE-189E-2BEE-4D2816883AC8}"/>
                  </a:ext>
                </a:extLst>
              </p:cNvPr>
              <p:cNvSpPr/>
              <p:nvPr/>
            </p:nvSpPr>
            <p:spPr>
              <a:xfrm>
                <a:off x="4414958" y="6132735"/>
                <a:ext cx="6343" cy="6345"/>
              </a:xfrm>
              <a:custGeom>
                <a:avLst/>
                <a:gdLst>
                  <a:gd name="connsiteX0" fmla="*/ 3452 w 6343"/>
                  <a:gd name="connsiteY0" fmla="*/ 6554 h 6345"/>
                  <a:gd name="connsiteX1" fmla="*/ 5695 w 6343"/>
                  <a:gd name="connsiteY1" fmla="*/ 5625 h 6345"/>
                  <a:gd name="connsiteX2" fmla="*/ 6624 w 6343"/>
                  <a:gd name="connsiteY2" fmla="*/ 3382 h 6345"/>
                  <a:gd name="connsiteX3" fmla="*/ 5695 w 6343"/>
                  <a:gd name="connsiteY3" fmla="*/ 1138 h 6345"/>
                  <a:gd name="connsiteX4" fmla="*/ 3452 w 6343"/>
                  <a:gd name="connsiteY4" fmla="*/ 209 h 6345"/>
                  <a:gd name="connsiteX5" fmla="*/ 1210 w 6343"/>
                  <a:gd name="connsiteY5" fmla="*/ 1138 h 6345"/>
                  <a:gd name="connsiteX6" fmla="*/ 281 w 6343"/>
                  <a:gd name="connsiteY6" fmla="*/ 3382 h 6345"/>
                  <a:gd name="connsiteX7" fmla="*/ 1210 w 6343"/>
                  <a:gd name="connsiteY7" fmla="*/ 5625 h 6345"/>
                  <a:gd name="connsiteX8" fmla="*/ 3452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4"/>
                    </a:moveTo>
                    <a:cubicBezTo>
                      <a:pt x="4294" y="6554"/>
                      <a:pt x="5100" y="6220"/>
                      <a:pt x="5695" y="5625"/>
                    </a:cubicBezTo>
                    <a:cubicBezTo>
                      <a:pt x="6290" y="5030"/>
                      <a:pt x="6624" y="4223"/>
                      <a:pt x="6624" y="3382"/>
                    </a:cubicBezTo>
                    <a:cubicBezTo>
                      <a:pt x="6624" y="2540"/>
                      <a:pt x="6290" y="1733"/>
                      <a:pt x="5695" y="1138"/>
                    </a:cubicBezTo>
                    <a:cubicBezTo>
                      <a:pt x="5100" y="543"/>
                      <a:pt x="4294" y="209"/>
                      <a:pt x="3452" y="209"/>
                    </a:cubicBezTo>
                    <a:cubicBezTo>
                      <a:pt x="2611" y="209"/>
                      <a:pt x="1805" y="543"/>
                      <a:pt x="1210" y="1138"/>
                    </a:cubicBezTo>
                    <a:cubicBezTo>
                      <a:pt x="615" y="1733"/>
                      <a:pt x="281" y="2540"/>
                      <a:pt x="281" y="3382"/>
                    </a:cubicBezTo>
                    <a:cubicBezTo>
                      <a:pt x="281" y="4223"/>
                      <a:pt x="615" y="5030"/>
                      <a:pt x="1210" y="5625"/>
                    </a:cubicBezTo>
                    <a:cubicBezTo>
                      <a:pt x="1805" y="6220"/>
                      <a:pt x="2611" y="6554"/>
                      <a:pt x="3452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AD50E19A-CE36-C680-DEC9-0CE8FC66EED9}"/>
                  </a:ext>
                </a:extLst>
              </p:cNvPr>
              <p:cNvSpPr/>
              <p:nvPr/>
            </p:nvSpPr>
            <p:spPr>
              <a:xfrm>
                <a:off x="4412665" y="6136167"/>
                <a:ext cx="6343" cy="6345"/>
              </a:xfrm>
              <a:custGeom>
                <a:avLst/>
                <a:gdLst>
                  <a:gd name="connsiteX0" fmla="*/ 3452 w 6343"/>
                  <a:gd name="connsiteY0" fmla="*/ 6555 h 6345"/>
                  <a:gd name="connsiteX1" fmla="*/ 5695 w 6343"/>
                  <a:gd name="connsiteY1" fmla="*/ 5625 h 6345"/>
                  <a:gd name="connsiteX2" fmla="*/ 6624 w 6343"/>
                  <a:gd name="connsiteY2" fmla="*/ 3382 h 6345"/>
                  <a:gd name="connsiteX3" fmla="*/ 5695 w 6343"/>
                  <a:gd name="connsiteY3" fmla="*/ 1139 h 6345"/>
                  <a:gd name="connsiteX4" fmla="*/ 3452 w 6343"/>
                  <a:gd name="connsiteY4" fmla="*/ 209 h 6345"/>
                  <a:gd name="connsiteX5" fmla="*/ 1210 w 6343"/>
                  <a:gd name="connsiteY5" fmla="*/ 1139 h 6345"/>
                  <a:gd name="connsiteX6" fmla="*/ 281 w 6343"/>
                  <a:gd name="connsiteY6" fmla="*/ 3382 h 6345"/>
                  <a:gd name="connsiteX7" fmla="*/ 1210 w 6343"/>
                  <a:gd name="connsiteY7" fmla="*/ 5625 h 6345"/>
                  <a:gd name="connsiteX8" fmla="*/ 3452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5"/>
                    </a:moveTo>
                    <a:cubicBezTo>
                      <a:pt x="4293" y="6555"/>
                      <a:pt x="5100" y="6220"/>
                      <a:pt x="5695" y="5625"/>
                    </a:cubicBezTo>
                    <a:cubicBezTo>
                      <a:pt x="6290" y="5031"/>
                      <a:pt x="6624" y="4223"/>
                      <a:pt x="6624" y="3382"/>
                    </a:cubicBezTo>
                    <a:cubicBezTo>
                      <a:pt x="6624" y="2541"/>
                      <a:pt x="6290" y="1734"/>
                      <a:pt x="5695" y="1139"/>
                    </a:cubicBezTo>
                    <a:cubicBezTo>
                      <a:pt x="5100" y="544"/>
                      <a:pt x="4293" y="209"/>
                      <a:pt x="3452" y="209"/>
                    </a:cubicBezTo>
                    <a:cubicBezTo>
                      <a:pt x="2611" y="209"/>
                      <a:pt x="1804" y="544"/>
                      <a:pt x="1210" y="1139"/>
                    </a:cubicBezTo>
                    <a:cubicBezTo>
                      <a:pt x="615" y="1734"/>
                      <a:pt x="281" y="2541"/>
                      <a:pt x="281" y="3382"/>
                    </a:cubicBezTo>
                    <a:cubicBezTo>
                      <a:pt x="281" y="4223"/>
                      <a:pt x="615" y="5031"/>
                      <a:pt x="1210" y="5625"/>
                    </a:cubicBezTo>
                    <a:cubicBezTo>
                      <a:pt x="1804" y="6220"/>
                      <a:pt x="2611" y="6555"/>
                      <a:pt x="3452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75E31A92-1ADC-E00A-B518-343E2BD04F55}"/>
                  </a:ext>
                </a:extLst>
              </p:cNvPr>
              <p:cNvSpPr/>
              <p:nvPr/>
            </p:nvSpPr>
            <p:spPr>
              <a:xfrm>
                <a:off x="4198649" y="5983516"/>
                <a:ext cx="6343" cy="6345"/>
              </a:xfrm>
              <a:custGeom>
                <a:avLst/>
                <a:gdLst>
                  <a:gd name="connsiteX0" fmla="*/ 3435 w 6343"/>
                  <a:gd name="connsiteY0" fmla="*/ 6543 h 6345"/>
                  <a:gd name="connsiteX1" fmla="*/ 5678 w 6343"/>
                  <a:gd name="connsiteY1" fmla="*/ 5613 h 6345"/>
                  <a:gd name="connsiteX2" fmla="*/ 6607 w 6343"/>
                  <a:gd name="connsiteY2" fmla="*/ 3370 h 6345"/>
                  <a:gd name="connsiteX3" fmla="*/ 5678 w 6343"/>
                  <a:gd name="connsiteY3" fmla="*/ 1127 h 6345"/>
                  <a:gd name="connsiteX4" fmla="*/ 3435 w 6343"/>
                  <a:gd name="connsiteY4" fmla="*/ 197 h 6345"/>
                  <a:gd name="connsiteX5" fmla="*/ 1193 w 6343"/>
                  <a:gd name="connsiteY5" fmla="*/ 1127 h 6345"/>
                  <a:gd name="connsiteX6" fmla="*/ 264 w 6343"/>
                  <a:gd name="connsiteY6" fmla="*/ 3370 h 6345"/>
                  <a:gd name="connsiteX7" fmla="*/ 1193 w 6343"/>
                  <a:gd name="connsiteY7" fmla="*/ 5613 h 6345"/>
                  <a:gd name="connsiteX8" fmla="*/ 343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43"/>
                    </a:moveTo>
                    <a:cubicBezTo>
                      <a:pt x="4276" y="6543"/>
                      <a:pt x="5083" y="6208"/>
                      <a:pt x="5678" y="5613"/>
                    </a:cubicBezTo>
                    <a:cubicBezTo>
                      <a:pt x="6273" y="5018"/>
                      <a:pt x="6607" y="4211"/>
                      <a:pt x="6607" y="3370"/>
                    </a:cubicBezTo>
                    <a:cubicBezTo>
                      <a:pt x="6607" y="2529"/>
                      <a:pt x="6273" y="1722"/>
                      <a:pt x="5678" y="1127"/>
                    </a:cubicBezTo>
                    <a:cubicBezTo>
                      <a:pt x="5083" y="532"/>
                      <a:pt x="4276" y="197"/>
                      <a:pt x="3435" y="197"/>
                    </a:cubicBezTo>
                    <a:cubicBezTo>
                      <a:pt x="2594" y="197"/>
                      <a:pt x="1787" y="532"/>
                      <a:pt x="1193" y="1127"/>
                    </a:cubicBezTo>
                    <a:cubicBezTo>
                      <a:pt x="598" y="1722"/>
                      <a:pt x="264" y="2529"/>
                      <a:pt x="264" y="3370"/>
                    </a:cubicBezTo>
                    <a:cubicBezTo>
                      <a:pt x="264" y="4211"/>
                      <a:pt x="598" y="5018"/>
                      <a:pt x="1193" y="5613"/>
                    </a:cubicBezTo>
                    <a:cubicBezTo>
                      <a:pt x="1787" y="6208"/>
                      <a:pt x="2594" y="6543"/>
                      <a:pt x="343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642D7160-1381-7293-1CAF-D4C0477BFD83}"/>
                  </a:ext>
                </a:extLst>
              </p:cNvPr>
              <p:cNvSpPr/>
              <p:nvPr/>
            </p:nvSpPr>
            <p:spPr>
              <a:xfrm>
                <a:off x="4194409" y="5983417"/>
                <a:ext cx="6343" cy="6345"/>
              </a:xfrm>
              <a:custGeom>
                <a:avLst/>
                <a:gdLst>
                  <a:gd name="connsiteX0" fmla="*/ 3435 w 6343"/>
                  <a:gd name="connsiteY0" fmla="*/ 6543 h 6345"/>
                  <a:gd name="connsiteX1" fmla="*/ 5678 w 6343"/>
                  <a:gd name="connsiteY1" fmla="*/ 5613 h 6345"/>
                  <a:gd name="connsiteX2" fmla="*/ 6607 w 6343"/>
                  <a:gd name="connsiteY2" fmla="*/ 3370 h 6345"/>
                  <a:gd name="connsiteX3" fmla="*/ 5678 w 6343"/>
                  <a:gd name="connsiteY3" fmla="*/ 1127 h 6345"/>
                  <a:gd name="connsiteX4" fmla="*/ 3435 w 6343"/>
                  <a:gd name="connsiteY4" fmla="*/ 197 h 6345"/>
                  <a:gd name="connsiteX5" fmla="*/ 1192 w 6343"/>
                  <a:gd name="connsiteY5" fmla="*/ 1127 h 6345"/>
                  <a:gd name="connsiteX6" fmla="*/ 263 w 6343"/>
                  <a:gd name="connsiteY6" fmla="*/ 3370 h 6345"/>
                  <a:gd name="connsiteX7" fmla="*/ 1192 w 6343"/>
                  <a:gd name="connsiteY7" fmla="*/ 5613 h 6345"/>
                  <a:gd name="connsiteX8" fmla="*/ 343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43"/>
                    </a:moveTo>
                    <a:cubicBezTo>
                      <a:pt x="4276" y="6543"/>
                      <a:pt x="5083" y="6208"/>
                      <a:pt x="5678" y="5613"/>
                    </a:cubicBezTo>
                    <a:cubicBezTo>
                      <a:pt x="6272" y="5018"/>
                      <a:pt x="6607" y="4211"/>
                      <a:pt x="6607" y="3370"/>
                    </a:cubicBezTo>
                    <a:cubicBezTo>
                      <a:pt x="6607" y="2529"/>
                      <a:pt x="6272" y="1722"/>
                      <a:pt x="5678" y="1127"/>
                    </a:cubicBezTo>
                    <a:cubicBezTo>
                      <a:pt x="5083" y="532"/>
                      <a:pt x="4276" y="197"/>
                      <a:pt x="3435" y="197"/>
                    </a:cubicBezTo>
                    <a:cubicBezTo>
                      <a:pt x="2594" y="197"/>
                      <a:pt x="1787" y="532"/>
                      <a:pt x="1192" y="1127"/>
                    </a:cubicBezTo>
                    <a:cubicBezTo>
                      <a:pt x="598" y="1722"/>
                      <a:pt x="263" y="2529"/>
                      <a:pt x="263" y="3370"/>
                    </a:cubicBezTo>
                    <a:cubicBezTo>
                      <a:pt x="263" y="4211"/>
                      <a:pt x="598" y="5018"/>
                      <a:pt x="1192" y="5613"/>
                    </a:cubicBezTo>
                    <a:cubicBezTo>
                      <a:pt x="1787" y="6208"/>
                      <a:pt x="2594" y="6543"/>
                      <a:pt x="343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46CD65AC-FFF8-370C-A3A0-A6178869A9E0}"/>
                  </a:ext>
                </a:extLst>
              </p:cNvPr>
              <p:cNvSpPr/>
              <p:nvPr/>
            </p:nvSpPr>
            <p:spPr>
              <a:xfrm>
                <a:off x="4188246" y="5984891"/>
                <a:ext cx="6343" cy="6345"/>
              </a:xfrm>
              <a:custGeom>
                <a:avLst/>
                <a:gdLst>
                  <a:gd name="connsiteX0" fmla="*/ 3435 w 6343"/>
                  <a:gd name="connsiteY0" fmla="*/ 6543 h 6345"/>
                  <a:gd name="connsiteX1" fmla="*/ 5677 w 6343"/>
                  <a:gd name="connsiteY1" fmla="*/ 5614 h 6345"/>
                  <a:gd name="connsiteX2" fmla="*/ 6606 w 6343"/>
                  <a:gd name="connsiteY2" fmla="*/ 3370 h 6345"/>
                  <a:gd name="connsiteX3" fmla="*/ 5677 w 6343"/>
                  <a:gd name="connsiteY3" fmla="*/ 1127 h 6345"/>
                  <a:gd name="connsiteX4" fmla="*/ 3435 w 6343"/>
                  <a:gd name="connsiteY4" fmla="*/ 197 h 6345"/>
                  <a:gd name="connsiteX5" fmla="*/ 1192 w 6343"/>
                  <a:gd name="connsiteY5" fmla="*/ 1127 h 6345"/>
                  <a:gd name="connsiteX6" fmla="*/ 263 w 6343"/>
                  <a:gd name="connsiteY6" fmla="*/ 3370 h 6345"/>
                  <a:gd name="connsiteX7" fmla="*/ 1192 w 6343"/>
                  <a:gd name="connsiteY7" fmla="*/ 5614 h 6345"/>
                  <a:gd name="connsiteX8" fmla="*/ 343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43"/>
                    </a:moveTo>
                    <a:cubicBezTo>
                      <a:pt x="4276" y="6543"/>
                      <a:pt x="5082" y="6209"/>
                      <a:pt x="5677" y="5614"/>
                    </a:cubicBezTo>
                    <a:cubicBezTo>
                      <a:pt x="6272" y="5019"/>
                      <a:pt x="6606" y="4212"/>
                      <a:pt x="6606" y="3370"/>
                    </a:cubicBezTo>
                    <a:cubicBezTo>
                      <a:pt x="6606" y="2529"/>
                      <a:pt x="6272" y="1722"/>
                      <a:pt x="5677" y="1127"/>
                    </a:cubicBezTo>
                    <a:cubicBezTo>
                      <a:pt x="5082" y="532"/>
                      <a:pt x="4276" y="197"/>
                      <a:pt x="3435" y="197"/>
                    </a:cubicBezTo>
                    <a:cubicBezTo>
                      <a:pt x="2593" y="197"/>
                      <a:pt x="1787" y="532"/>
                      <a:pt x="1192" y="1127"/>
                    </a:cubicBezTo>
                    <a:cubicBezTo>
                      <a:pt x="597" y="1722"/>
                      <a:pt x="263" y="2529"/>
                      <a:pt x="263" y="3370"/>
                    </a:cubicBezTo>
                    <a:cubicBezTo>
                      <a:pt x="263" y="4212"/>
                      <a:pt x="597" y="5019"/>
                      <a:pt x="1192" y="5614"/>
                    </a:cubicBezTo>
                    <a:cubicBezTo>
                      <a:pt x="1787" y="6209"/>
                      <a:pt x="2593" y="6543"/>
                      <a:pt x="343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B94B37A3-8A0D-3BB3-36C7-B923025F837D}"/>
                  </a:ext>
                </a:extLst>
              </p:cNvPr>
              <p:cNvSpPr/>
              <p:nvPr/>
            </p:nvSpPr>
            <p:spPr>
              <a:xfrm>
                <a:off x="4176507" y="5984820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6 w 6343"/>
                  <a:gd name="connsiteY1" fmla="*/ 5614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4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4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1" y="6209"/>
                      <a:pt x="5676" y="5614"/>
                    </a:cubicBezTo>
                    <a:cubicBezTo>
                      <a:pt x="6271" y="5019"/>
                      <a:pt x="6605" y="4212"/>
                      <a:pt x="6605" y="3370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1" y="532"/>
                      <a:pt x="4275" y="197"/>
                      <a:pt x="3434" y="197"/>
                    </a:cubicBezTo>
                    <a:cubicBezTo>
                      <a:pt x="2592" y="197"/>
                      <a:pt x="1786" y="532"/>
                      <a:pt x="1191" y="1127"/>
                    </a:cubicBezTo>
                    <a:cubicBezTo>
                      <a:pt x="596" y="1722"/>
                      <a:pt x="262" y="2529"/>
                      <a:pt x="262" y="3370"/>
                    </a:cubicBezTo>
                    <a:cubicBezTo>
                      <a:pt x="262" y="4212"/>
                      <a:pt x="596" y="5019"/>
                      <a:pt x="1191" y="5614"/>
                    </a:cubicBezTo>
                    <a:cubicBezTo>
                      <a:pt x="1786" y="6209"/>
                      <a:pt x="2592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57975576-52CB-ACA5-DE14-027C8E11C18E}"/>
                  </a:ext>
                </a:extLst>
              </p:cNvPr>
              <p:cNvSpPr/>
              <p:nvPr/>
            </p:nvSpPr>
            <p:spPr>
              <a:xfrm>
                <a:off x="4173838" y="5985734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4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3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4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9"/>
                      <a:pt x="5676" y="5614"/>
                    </a:cubicBezTo>
                    <a:cubicBezTo>
                      <a:pt x="6271" y="5019"/>
                      <a:pt x="6605" y="4212"/>
                      <a:pt x="6605" y="3370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1" y="532"/>
                      <a:pt x="4274" y="197"/>
                      <a:pt x="3433" y="197"/>
                    </a:cubicBezTo>
                    <a:cubicBezTo>
                      <a:pt x="2592" y="197"/>
                      <a:pt x="1786" y="532"/>
                      <a:pt x="1191" y="1127"/>
                    </a:cubicBezTo>
                    <a:cubicBezTo>
                      <a:pt x="596" y="1722"/>
                      <a:pt x="262" y="2529"/>
                      <a:pt x="262" y="3370"/>
                    </a:cubicBezTo>
                    <a:cubicBezTo>
                      <a:pt x="262" y="4212"/>
                      <a:pt x="596" y="5019"/>
                      <a:pt x="1191" y="5614"/>
                    </a:cubicBezTo>
                    <a:cubicBezTo>
                      <a:pt x="1786" y="6209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21262168-13C2-DD64-83A7-B8F7D8225EC5}"/>
                  </a:ext>
                </a:extLst>
              </p:cNvPr>
              <p:cNvSpPr/>
              <p:nvPr/>
            </p:nvSpPr>
            <p:spPr>
              <a:xfrm>
                <a:off x="4169531" y="5985245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4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3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4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9"/>
                      <a:pt x="5676" y="5614"/>
                    </a:cubicBezTo>
                    <a:cubicBezTo>
                      <a:pt x="6270" y="5019"/>
                      <a:pt x="6605" y="4212"/>
                      <a:pt x="6605" y="3370"/>
                    </a:cubicBezTo>
                    <a:cubicBezTo>
                      <a:pt x="6605" y="2529"/>
                      <a:pt x="6270" y="1722"/>
                      <a:pt x="5676" y="1127"/>
                    </a:cubicBezTo>
                    <a:cubicBezTo>
                      <a:pt x="5081" y="532"/>
                      <a:pt x="4274" y="197"/>
                      <a:pt x="3433" y="197"/>
                    </a:cubicBezTo>
                    <a:cubicBezTo>
                      <a:pt x="2592" y="197"/>
                      <a:pt x="1785" y="532"/>
                      <a:pt x="1190" y="1127"/>
                    </a:cubicBezTo>
                    <a:cubicBezTo>
                      <a:pt x="596" y="1722"/>
                      <a:pt x="261" y="2529"/>
                      <a:pt x="261" y="3370"/>
                    </a:cubicBezTo>
                    <a:cubicBezTo>
                      <a:pt x="261" y="4212"/>
                      <a:pt x="596" y="5019"/>
                      <a:pt x="1190" y="5614"/>
                    </a:cubicBezTo>
                    <a:cubicBezTo>
                      <a:pt x="1785" y="6209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96B5F389-61BE-9D6B-2968-89786695DE26}"/>
                  </a:ext>
                </a:extLst>
              </p:cNvPr>
              <p:cNvSpPr/>
              <p:nvPr/>
            </p:nvSpPr>
            <p:spPr>
              <a:xfrm>
                <a:off x="4165133" y="5984619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5 w 6343"/>
                  <a:gd name="connsiteY1" fmla="*/ 5614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3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4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9"/>
                      <a:pt x="5675" y="5614"/>
                    </a:cubicBezTo>
                    <a:cubicBezTo>
                      <a:pt x="6270" y="5019"/>
                      <a:pt x="6604" y="4212"/>
                      <a:pt x="6604" y="3370"/>
                    </a:cubicBezTo>
                    <a:cubicBezTo>
                      <a:pt x="6604" y="2529"/>
                      <a:pt x="6270" y="1722"/>
                      <a:pt x="5675" y="1127"/>
                    </a:cubicBezTo>
                    <a:cubicBezTo>
                      <a:pt x="5081" y="532"/>
                      <a:pt x="4274" y="197"/>
                      <a:pt x="3433" y="197"/>
                    </a:cubicBezTo>
                    <a:cubicBezTo>
                      <a:pt x="2592" y="197"/>
                      <a:pt x="1785" y="532"/>
                      <a:pt x="1190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2"/>
                      <a:pt x="595" y="5019"/>
                      <a:pt x="1190" y="5614"/>
                    </a:cubicBezTo>
                    <a:cubicBezTo>
                      <a:pt x="1785" y="6209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CA9CCDD7-1EC0-50AA-9EBB-F920E05F0288}"/>
                  </a:ext>
                </a:extLst>
              </p:cNvPr>
              <p:cNvSpPr/>
              <p:nvPr/>
            </p:nvSpPr>
            <p:spPr>
              <a:xfrm>
                <a:off x="4158232" y="5981772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3 h 6345"/>
                  <a:gd name="connsiteX2" fmla="*/ 6604 w 6343"/>
                  <a:gd name="connsiteY2" fmla="*/ 3370 h 6345"/>
                  <a:gd name="connsiteX3" fmla="*/ 5675 w 6343"/>
                  <a:gd name="connsiteY3" fmla="*/ 1126 h 6345"/>
                  <a:gd name="connsiteX4" fmla="*/ 3432 w 6343"/>
                  <a:gd name="connsiteY4" fmla="*/ 197 h 6345"/>
                  <a:gd name="connsiteX5" fmla="*/ 1190 w 6343"/>
                  <a:gd name="connsiteY5" fmla="*/ 1126 h 6345"/>
                  <a:gd name="connsiteX6" fmla="*/ 261 w 6343"/>
                  <a:gd name="connsiteY6" fmla="*/ 3370 h 6345"/>
                  <a:gd name="connsiteX7" fmla="*/ 1190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8"/>
                      <a:pt x="5675" y="5613"/>
                    </a:cubicBezTo>
                    <a:cubicBezTo>
                      <a:pt x="6270" y="5018"/>
                      <a:pt x="6604" y="4211"/>
                      <a:pt x="6604" y="3370"/>
                    </a:cubicBezTo>
                    <a:cubicBezTo>
                      <a:pt x="6604" y="2528"/>
                      <a:pt x="6270" y="1721"/>
                      <a:pt x="5675" y="1126"/>
                    </a:cubicBezTo>
                    <a:cubicBezTo>
                      <a:pt x="5080" y="531"/>
                      <a:pt x="4273" y="197"/>
                      <a:pt x="3432" y="197"/>
                    </a:cubicBezTo>
                    <a:cubicBezTo>
                      <a:pt x="2591" y="197"/>
                      <a:pt x="1784" y="531"/>
                      <a:pt x="1190" y="1126"/>
                    </a:cubicBezTo>
                    <a:cubicBezTo>
                      <a:pt x="595" y="1721"/>
                      <a:pt x="261" y="2528"/>
                      <a:pt x="261" y="3370"/>
                    </a:cubicBezTo>
                    <a:cubicBezTo>
                      <a:pt x="261" y="4211"/>
                      <a:pt x="595" y="5018"/>
                      <a:pt x="1190" y="5613"/>
                    </a:cubicBezTo>
                    <a:cubicBezTo>
                      <a:pt x="1784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2A91B949-8D77-2E56-1911-26420FCBE315}"/>
                  </a:ext>
                </a:extLst>
              </p:cNvPr>
              <p:cNvSpPr/>
              <p:nvPr/>
            </p:nvSpPr>
            <p:spPr>
              <a:xfrm>
                <a:off x="4156323" y="5983173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3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2 w 6343"/>
                  <a:gd name="connsiteY4" fmla="*/ 197 h 6345"/>
                  <a:gd name="connsiteX5" fmla="*/ 1189 w 6343"/>
                  <a:gd name="connsiteY5" fmla="*/ 1127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8"/>
                      <a:pt x="5675" y="5613"/>
                    </a:cubicBezTo>
                    <a:cubicBezTo>
                      <a:pt x="6269" y="5018"/>
                      <a:pt x="6604" y="4211"/>
                      <a:pt x="6604" y="3370"/>
                    </a:cubicBezTo>
                    <a:cubicBezTo>
                      <a:pt x="6604" y="2529"/>
                      <a:pt x="6269" y="1722"/>
                      <a:pt x="5675" y="1127"/>
                    </a:cubicBezTo>
                    <a:cubicBezTo>
                      <a:pt x="5080" y="532"/>
                      <a:pt x="4273" y="197"/>
                      <a:pt x="3432" y="197"/>
                    </a:cubicBezTo>
                    <a:cubicBezTo>
                      <a:pt x="2591" y="197"/>
                      <a:pt x="1784" y="532"/>
                      <a:pt x="1189" y="1127"/>
                    </a:cubicBezTo>
                    <a:cubicBezTo>
                      <a:pt x="595" y="1722"/>
                      <a:pt x="260" y="2529"/>
                      <a:pt x="260" y="3370"/>
                    </a:cubicBezTo>
                    <a:cubicBezTo>
                      <a:pt x="260" y="4211"/>
                      <a:pt x="595" y="5018"/>
                      <a:pt x="1189" y="5613"/>
                    </a:cubicBezTo>
                    <a:cubicBezTo>
                      <a:pt x="1784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774842A2-56D6-BDC3-B027-C240D12EA806}"/>
                  </a:ext>
                </a:extLst>
              </p:cNvPr>
              <p:cNvSpPr/>
              <p:nvPr/>
            </p:nvSpPr>
            <p:spPr>
              <a:xfrm>
                <a:off x="4150451" y="5981057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6 h 6345"/>
                  <a:gd name="connsiteX4" fmla="*/ 3432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79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8"/>
                      <a:pt x="6269" y="1721"/>
                      <a:pt x="5674" y="1126"/>
                    </a:cubicBezTo>
                    <a:cubicBezTo>
                      <a:pt x="5079" y="531"/>
                      <a:pt x="4273" y="197"/>
                      <a:pt x="3432" y="197"/>
                    </a:cubicBezTo>
                    <a:cubicBezTo>
                      <a:pt x="2590" y="197"/>
                      <a:pt x="1784" y="531"/>
                      <a:pt x="1189" y="1126"/>
                    </a:cubicBezTo>
                    <a:cubicBezTo>
                      <a:pt x="594" y="1721"/>
                      <a:pt x="260" y="2528"/>
                      <a:pt x="260" y="3370"/>
                    </a:cubicBezTo>
                    <a:cubicBezTo>
                      <a:pt x="260" y="4211"/>
                      <a:pt x="594" y="5018"/>
                      <a:pt x="1189" y="5613"/>
                    </a:cubicBezTo>
                    <a:cubicBezTo>
                      <a:pt x="1784" y="6208"/>
                      <a:pt x="2590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434F3695-856C-84E6-FD27-DCB18F9AE2FD}"/>
                  </a:ext>
                </a:extLst>
              </p:cNvPr>
              <p:cNvSpPr/>
              <p:nvPr/>
            </p:nvSpPr>
            <p:spPr>
              <a:xfrm>
                <a:off x="4148018" y="5981929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6 h 6345"/>
                  <a:gd name="connsiteX4" fmla="*/ 3431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8"/>
                      <a:pt x="6269" y="1721"/>
                      <a:pt x="5674" y="1126"/>
                    </a:cubicBezTo>
                    <a:cubicBezTo>
                      <a:pt x="5079" y="531"/>
                      <a:pt x="4272" y="197"/>
                      <a:pt x="3431" y="197"/>
                    </a:cubicBezTo>
                    <a:cubicBezTo>
                      <a:pt x="2590" y="197"/>
                      <a:pt x="1783" y="531"/>
                      <a:pt x="1189" y="1126"/>
                    </a:cubicBezTo>
                    <a:cubicBezTo>
                      <a:pt x="594" y="1721"/>
                      <a:pt x="260" y="2528"/>
                      <a:pt x="260" y="3370"/>
                    </a:cubicBezTo>
                    <a:cubicBezTo>
                      <a:pt x="260" y="4211"/>
                      <a:pt x="594" y="5018"/>
                      <a:pt x="1189" y="5613"/>
                    </a:cubicBezTo>
                    <a:cubicBezTo>
                      <a:pt x="1783" y="6208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D9418864-2E1F-393A-1C4F-051ECA1EAC22}"/>
                  </a:ext>
                </a:extLst>
              </p:cNvPr>
              <p:cNvSpPr/>
              <p:nvPr/>
            </p:nvSpPr>
            <p:spPr>
              <a:xfrm>
                <a:off x="4145162" y="5982397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6 h 6345"/>
                  <a:gd name="connsiteX4" fmla="*/ 3431 w 6343"/>
                  <a:gd name="connsiteY4" fmla="*/ 197 h 6345"/>
                  <a:gd name="connsiteX5" fmla="*/ 1188 w 6343"/>
                  <a:gd name="connsiteY5" fmla="*/ 1126 h 6345"/>
                  <a:gd name="connsiteX6" fmla="*/ 260 w 6343"/>
                  <a:gd name="connsiteY6" fmla="*/ 3370 h 6345"/>
                  <a:gd name="connsiteX7" fmla="*/ 1188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9"/>
                      <a:pt x="6269" y="1721"/>
                      <a:pt x="5674" y="1126"/>
                    </a:cubicBezTo>
                    <a:cubicBezTo>
                      <a:pt x="5079" y="532"/>
                      <a:pt x="4272" y="197"/>
                      <a:pt x="3431" y="197"/>
                    </a:cubicBezTo>
                    <a:cubicBezTo>
                      <a:pt x="2590" y="197"/>
                      <a:pt x="1783" y="532"/>
                      <a:pt x="1188" y="1126"/>
                    </a:cubicBezTo>
                    <a:cubicBezTo>
                      <a:pt x="594" y="1721"/>
                      <a:pt x="260" y="2529"/>
                      <a:pt x="260" y="3370"/>
                    </a:cubicBezTo>
                    <a:cubicBezTo>
                      <a:pt x="260" y="4211"/>
                      <a:pt x="594" y="5018"/>
                      <a:pt x="1188" y="5613"/>
                    </a:cubicBezTo>
                    <a:cubicBezTo>
                      <a:pt x="1783" y="6208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113B547E-21F4-93C2-BC19-567FE775DFF1}"/>
                  </a:ext>
                </a:extLst>
              </p:cNvPr>
              <p:cNvSpPr/>
              <p:nvPr/>
            </p:nvSpPr>
            <p:spPr>
              <a:xfrm>
                <a:off x="4138280" y="5982152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6 h 6345"/>
                  <a:gd name="connsiteX4" fmla="*/ 3431 w 6343"/>
                  <a:gd name="connsiteY4" fmla="*/ 197 h 6345"/>
                  <a:gd name="connsiteX5" fmla="*/ 1188 w 6343"/>
                  <a:gd name="connsiteY5" fmla="*/ 1126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8" y="6208"/>
                      <a:pt x="5673" y="5613"/>
                    </a:cubicBezTo>
                    <a:cubicBezTo>
                      <a:pt x="6268" y="5018"/>
                      <a:pt x="6602" y="4211"/>
                      <a:pt x="6602" y="3370"/>
                    </a:cubicBezTo>
                    <a:cubicBezTo>
                      <a:pt x="6602" y="2528"/>
                      <a:pt x="6268" y="1721"/>
                      <a:pt x="5673" y="1126"/>
                    </a:cubicBezTo>
                    <a:cubicBezTo>
                      <a:pt x="5078" y="532"/>
                      <a:pt x="4272" y="197"/>
                      <a:pt x="3431" y="197"/>
                    </a:cubicBezTo>
                    <a:cubicBezTo>
                      <a:pt x="2589" y="197"/>
                      <a:pt x="1783" y="532"/>
                      <a:pt x="1188" y="1126"/>
                    </a:cubicBezTo>
                    <a:cubicBezTo>
                      <a:pt x="593" y="1721"/>
                      <a:pt x="259" y="2528"/>
                      <a:pt x="259" y="3370"/>
                    </a:cubicBezTo>
                    <a:cubicBezTo>
                      <a:pt x="259" y="4211"/>
                      <a:pt x="593" y="5018"/>
                      <a:pt x="1188" y="5613"/>
                    </a:cubicBezTo>
                    <a:cubicBezTo>
                      <a:pt x="1783" y="6208"/>
                      <a:pt x="2589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8E60C04E-D7A3-24B8-9DDE-C456F51B1230}"/>
                  </a:ext>
                </a:extLst>
              </p:cNvPr>
              <p:cNvSpPr/>
              <p:nvPr/>
            </p:nvSpPr>
            <p:spPr>
              <a:xfrm>
                <a:off x="4133990" y="5981165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6 h 6345"/>
                  <a:gd name="connsiteX4" fmla="*/ 3430 w 6343"/>
                  <a:gd name="connsiteY4" fmla="*/ 197 h 6345"/>
                  <a:gd name="connsiteX5" fmla="*/ 1188 w 6343"/>
                  <a:gd name="connsiteY5" fmla="*/ 1126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8" y="6208"/>
                      <a:pt x="5673" y="5613"/>
                    </a:cubicBezTo>
                    <a:cubicBezTo>
                      <a:pt x="6268" y="5018"/>
                      <a:pt x="6602" y="4211"/>
                      <a:pt x="6602" y="3370"/>
                    </a:cubicBezTo>
                    <a:cubicBezTo>
                      <a:pt x="6602" y="2528"/>
                      <a:pt x="6268" y="1721"/>
                      <a:pt x="5673" y="1126"/>
                    </a:cubicBezTo>
                    <a:cubicBezTo>
                      <a:pt x="5078" y="531"/>
                      <a:pt x="4271" y="197"/>
                      <a:pt x="3430" y="197"/>
                    </a:cubicBezTo>
                    <a:cubicBezTo>
                      <a:pt x="2589" y="197"/>
                      <a:pt x="1782" y="531"/>
                      <a:pt x="1188" y="1126"/>
                    </a:cubicBezTo>
                    <a:cubicBezTo>
                      <a:pt x="593" y="1721"/>
                      <a:pt x="259" y="2528"/>
                      <a:pt x="259" y="3370"/>
                    </a:cubicBezTo>
                    <a:cubicBezTo>
                      <a:pt x="259" y="4211"/>
                      <a:pt x="593" y="5018"/>
                      <a:pt x="1188" y="5613"/>
                    </a:cubicBezTo>
                    <a:cubicBezTo>
                      <a:pt x="1782" y="6208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8844D099-01C3-05AA-709C-407ED9018D79}"/>
                  </a:ext>
                </a:extLst>
              </p:cNvPr>
              <p:cNvSpPr/>
              <p:nvPr/>
            </p:nvSpPr>
            <p:spPr>
              <a:xfrm>
                <a:off x="4130618" y="5980989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6 h 6345"/>
                  <a:gd name="connsiteX4" fmla="*/ 3430 w 6343"/>
                  <a:gd name="connsiteY4" fmla="*/ 197 h 6345"/>
                  <a:gd name="connsiteX5" fmla="*/ 1187 w 6343"/>
                  <a:gd name="connsiteY5" fmla="*/ 1126 h 6345"/>
                  <a:gd name="connsiteX6" fmla="*/ 258 w 6343"/>
                  <a:gd name="connsiteY6" fmla="*/ 3370 h 6345"/>
                  <a:gd name="connsiteX7" fmla="*/ 1187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8" y="6208"/>
                      <a:pt x="5673" y="5613"/>
                    </a:cubicBezTo>
                    <a:cubicBezTo>
                      <a:pt x="6267" y="5018"/>
                      <a:pt x="6602" y="4211"/>
                      <a:pt x="6602" y="3370"/>
                    </a:cubicBezTo>
                    <a:cubicBezTo>
                      <a:pt x="6602" y="2528"/>
                      <a:pt x="6267" y="1721"/>
                      <a:pt x="5673" y="1126"/>
                    </a:cubicBezTo>
                    <a:cubicBezTo>
                      <a:pt x="5078" y="531"/>
                      <a:pt x="4271" y="197"/>
                      <a:pt x="3430" y="197"/>
                    </a:cubicBezTo>
                    <a:cubicBezTo>
                      <a:pt x="2589" y="197"/>
                      <a:pt x="1782" y="531"/>
                      <a:pt x="1187" y="1126"/>
                    </a:cubicBezTo>
                    <a:cubicBezTo>
                      <a:pt x="593" y="1721"/>
                      <a:pt x="258" y="2528"/>
                      <a:pt x="258" y="3370"/>
                    </a:cubicBezTo>
                    <a:cubicBezTo>
                      <a:pt x="258" y="4211"/>
                      <a:pt x="593" y="5018"/>
                      <a:pt x="1187" y="5613"/>
                    </a:cubicBezTo>
                    <a:cubicBezTo>
                      <a:pt x="1782" y="6208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6ED13A3A-7925-E6AA-9482-3FCDD7D0492F}"/>
                  </a:ext>
                </a:extLst>
              </p:cNvPr>
              <p:cNvSpPr/>
              <p:nvPr/>
            </p:nvSpPr>
            <p:spPr>
              <a:xfrm>
                <a:off x="4410519" y="6254101"/>
                <a:ext cx="6343" cy="6345"/>
              </a:xfrm>
              <a:custGeom>
                <a:avLst/>
                <a:gdLst>
                  <a:gd name="connsiteX0" fmla="*/ 3452 w 6343"/>
                  <a:gd name="connsiteY0" fmla="*/ 6564 h 6345"/>
                  <a:gd name="connsiteX1" fmla="*/ 5695 w 6343"/>
                  <a:gd name="connsiteY1" fmla="*/ 5635 h 6345"/>
                  <a:gd name="connsiteX2" fmla="*/ 6624 w 6343"/>
                  <a:gd name="connsiteY2" fmla="*/ 3391 h 6345"/>
                  <a:gd name="connsiteX3" fmla="*/ 5695 w 6343"/>
                  <a:gd name="connsiteY3" fmla="*/ 1148 h 6345"/>
                  <a:gd name="connsiteX4" fmla="*/ 3452 w 6343"/>
                  <a:gd name="connsiteY4" fmla="*/ 219 h 6345"/>
                  <a:gd name="connsiteX5" fmla="*/ 1209 w 6343"/>
                  <a:gd name="connsiteY5" fmla="*/ 1148 h 6345"/>
                  <a:gd name="connsiteX6" fmla="*/ 280 w 6343"/>
                  <a:gd name="connsiteY6" fmla="*/ 3391 h 6345"/>
                  <a:gd name="connsiteX7" fmla="*/ 1209 w 6343"/>
                  <a:gd name="connsiteY7" fmla="*/ 5635 h 6345"/>
                  <a:gd name="connsiteX8" fmla="*/ 3452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4"/>
                    </a:moveTo>
                    <a:cubicBezTo>
                      <a:pt x="4293" y="6564"/>
                      <a:pt x="5100" y="6230"/>
                      <a:pt x="5695" y="5635"/>
                    </a:cubicBezTo>
                    <a:cubicBezTo>
                      <a:pt x="6289" y="5040"/>
                      <a:pt x="6624" y="4233"/>
                      <a:pt x="6624" y="3391"/>
                    </a:cubicBezTo>
                    <a:cubicBezTo>
                      <a:pt x="6624" y="2550"/>
                      <a:pt x="6289" y="1743"/>
                      <a:pt x="5695" y="1148"/>
                    </a:cubicBezTo>
                    <a:cubicBezTo>
                      <a:pt x="5100" y="553"/>
                      <a:pt x="4293" y="219"/>
                      <a:pt x="3452" y="219"/>
                    </a:cubicBezTo>
                    <a:cubicBezTo>
                      <a:pt x="2611" y="219"/>
                      <a:pt x="1804" y="553"/>
                      <a:pt x="1209" y="1148"/>
                    </a:cubicBezTo>
                    <a:cubicBezTo>
                      <a:pt x="615" y="1743"/>
                      <a:pt x="280" y="2550"/>
                      <a:pt x="280" y="3391"/>
                    </a:cubicBezTo>
                    <a:cubicBezTo>
                      <a:pt x="280" y="4233"/>
                      <a:pt x="615" y="5040"/>
                      <a:pt x="1209" y="5635"/>
                    </a:cubicBezTo>
                    <a:cubicBezTo>
                      <a:pt x="1804" y="6230"/>
                      <a:pt x="2611" y="6564"/>
                      <a:pt x="3452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C20B2CE2-FE08-8D4C-E0A9-E98B4C5797BD}"/>
                  </a:ext>
                </a:extLst>
              </p:cNvPr>
              <p:cNvSpPr/>
              <p:nvPr/>
            </p:nvSpPr>
            <p:spPr>
              <a:xfrm>
                <a:off x="4125375" y="5981970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2 w 6343"/>
                  <a:gd name="connsiteY1" fmla="*/ 5613 h 6345"/>
                  <a:gd name="connsiteX2" fmla="*/ 6601 w 6343"/>
                  <a:gd name="connsiteY2" fmla="*/ 3370 h 6345"/>
                  <a:gd name="connsiteX3" fmla="*/ 5672 w 6343"/>
                  <a:gd name="connsiteY3" fmla="*/ 1126 h 6345"/>
                  <a:gd name="connsiteX4" fmla="*/ 3430 w 6343"/>
                  <a:gd name="connsiteY4" fmla="*/ 197 h 6345"/>
                  <a:gd name="connsiteX5" fmla="*/ 1187 w 6343"/>
                  <a:gd name="connsiteY5" fmla="*/ 1126 h 6345"/>
                  <a:gd name="connsiteX6" fmla="*/ 258 w 6343"/>
                  <a:gd name="connsiteY6" fmla="*/ 3370 h 6345"/>
                  <a:gd name="connsiteX7" fmla="*/ 1187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7" y="6208"/>
                      <a:pt x="5672" y="5613"/>
                    </a:cubicBezTo>
                    <a:cubicBezTo>
                      <a:pt x="6267" y="5018"/>
                      <a:pt x="6601" y="4211"/>
                      <a:pt x="6601" y="3370"/>
                    </a:cubicBezTo>
                    <a:cubicBezTo>
                      <a:pt x="6601" y="2528"/>
                      <a:pt x="6267" y="1721"/>
                      <a:pt x="5672" y="1126"/>
                    </a:cubicBezTo>
                    <a:cubicBezTo>
                      <a:pt x="5077" y="531"/>
                      <a:pt x="4271" y="197"/>
                      <a:pt x="3430" y="197"/>
                    </a:cubicBezTo>
                    <a:cubicBezTo>
                      <a:pt x="2588" y="197"/>
                      <a:pt x="1782" y="531"/>
                      <a:pt x="1187" y="1126"/>
                    </a:cubicBezTo>
                    <a:cubicBezTo>
                      <a:pt x="592" y="1721"/>
                      <a:pt x="258" y="2528"/>
                      <a:pt x="258" y="3370"/>
                    </a:cubicBezTo>
                    <a:cubicBezTo>
                      <a:pt x="258" y="4211"/>
                      <a:pt x="592" y="5018"/>
                      <a:pt x="1187" y="5613"/>
                    </a:cubicBezTo>
                    <a:cubicBezTo>
                      <a:pt x="1782" y="6208"/>
                      <a:pt x="2588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36D9BC19-4DB0-4CC9-260A-896226428A0B}"/>
                  </a:ext>
                </a:extLst>
              </p:cNvPr>
              <p:cNvSpPr/>
              <p:nvPr/>
            </p:nvSpPr>
            <p:spPr>
              <a:xfrm>
                <a:off x="4122336" y="5982007"/>
                <a:ext cx="6343" cy="6345"/>
              </a:xfrm>
              <a:custGeom>
                <a:avLst/>
                <a:gdLst>
                  <a:gd name="connsiteX0" fmla="*/ 3429 w 6343"/>
                  <a:gd name="connsiteY0" fmla="*/ 6543 h 6345"/>
                  <a:gd name="connsiteX1" fmla="*/ 5672 w 6343"/>
                  <a:gd name="connsiteY1" fmla="*/ 5613 h 6345"/>
                  <a:gd name="connsiteX2" fmla="*/ 6601 w 6343"/>
                  <a:gd name="connsiteY2" fmla="*/ 3370 h 6345"/>
                  <a:gd name="connsiteX3" fmla="*/ 5672 w 6343"/>
                  <a:gd name="connsiteY3" fmla="*/ 1126 h 6345"/>
                  <a:gd name="connsiteX4" fmla="*/ 3429 w 6343"/>
                  <a:gd name="connsiteY4" fmla="*/ 197 h 6345"/>
                  <a:gd name="connsiteX5" fmla="*/ 1187 w 6343"/>
                  <a:gd name="connsiteY5" fmla="*/ 1126 h 6345"/>
                  <a:gd name="connsiteX6" fmla="*/ 258 w 6343"/>
                  <a:gd name="connsiteY6" fmla="*/ 3370 h 6345"/>
                  <a:gd name="connsiteX7" fmla="*/ 1187 w 6343"/>
                  <a:gd name="connsiteY7" fmla="*/ 5613 h 6345"/>
                  <a:gd name="connsiteX8" fmla="*/ 3429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43"/>
                    </a:moveTo>
                    <a:cubicBezTo>
                      <a:pt x="4270" y="6543"/>
                      <a:pt x="5077" y="6208"/>
                      <a:pt x="5672" y="5613"/>
                    </a:cubicBezTo>
                    <a:cubicBezTo>
                      <a:pt x="6267" y="5018"/>
                      <a:pt x="6601" y="4211"/>
                      <a:pt x="6601" y="3370"/>
                    </a:cubicBezTo>
                    <a:cubicBezTo>
                      <a:pt x="6601" y="2528"/>
                      <a:pt x="6267" y="1721"/>
                      <a:pt x="5672" y="1126"/>
                    </a:cubicBezTo>
                    <a:cubicBezTo>
                      <a:pt x="5077" y="531"/>
                      <a:pt x="4270" y="197"/>
                      <a:pt x="3429" y="197"/>
                    </a:cubicBezTo>
                    <a:cubicBezTo>
                      <a:pt x="2588" y="197"/>
                      <a:pt x="1781" y="531"/>
                      <a:pt x="1187" y="1126"/>
                    </a:cubicBezTo>
                    <a:cubicBezTo>
                      <a:pt x="592" y="1721"/>
                      <a:pt x="258" y="2528"/>
                      <a:pt x="258" y="3370"/>
                    </a:cubicBezTo>
                    <a:cubicBezTo>
                      <a:pt x="258" y="4211"/>
                      <a:pt x="592" y="5018"/>
                      <a:pt x="1187" y="5613"/>
                    </a:cubicBezTo>
                    <a:cubicBezTo>
                      <a:pt x="1781" y="6208"/>
                      <a:pt x="2588" y="6543"/>
                      <a:pt x="3429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5FE8FDB4-034D-DD4C-E3E7-8FD0E03CCD03}"/>
                  </a:ext>
                </a:extLst>
              </p:cNvPr>
              <p:cNvSpPr/>
              <p:nvPr/>
            </p:nvSpPr>
            <p:spPr>
              <a:xfrm>
                <a:off x="4404521" y="6267547"/>
                <a:ext cx="6343" cy="6345"/>
              </a:xfrm>
              <a:custGeom>
                <a:avLst/>
                <a:gdLst>
                  <a:gd name="connsiteX0" fmla="*/ 3452 w 6343"/>
                  <a:gd name="connsiteY0" fmla="*/ 6565 h 6345"/>
                  <a:gd name="connsiteX1" fmla="*/ 5694 w 6343"/>
                  <a:gd name="connsiteY1" fmla="*/ 5636 h 6345"/>
                  <a:gd name="connsiteX2" fmla="*/ 6623 w 6343"/>
                  <a:gd name="connsiteY2" fmla="*/ 3392 h 6345"/>
                  <a:gd name="connsiteX3" fmla="*/ 5694 w 6343"/>
                  <a:gd name="connsiteY3" fmla="*/ 1149 h 6345"/>
                  <a:gd name="connsiteX4" fmla="*/ 3452 w 6343"/>
                  <a:gd name="connsiteY4" fmla="*/ 220 h 6345"/>
                  <a:gd name="connsiteX5" fmla="*/ 1209 w 6343"/>
                  <a:gd name="connsiteY5" fmla="*/ 1149 h 6345"/>
                  <a:gd name="connsiteX6" fmla="*/ 280 w 6343"/>
                  <a:gd name="connsiteY6" fmla="*/ 3392 h 6345"/>
                  <a:gd name="connsiteX7" fmla="*/ 1209 w 6343"/>
                  <a:gd name="connsiteY7" fmla="*/ 5636 h 6345"/>
                  <a:gd name="connsiteX8" fmla="*/ 3452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5"/>
                    </a:moveTo>
                    <a:cubicBezTo>
                      <a:pt x="4293" y="6565"/>
                      <a:pt x="5099" y="6231"/>
                      <a:pt x="5694" y="5636"/>
                    </a:cubicBezTo>
                    <a:cubicBezTo>
                      <a:pt x="6289" y="5041"/>
                      <a:pt x="6623" y="4234"/>
                      <a:pt x="6623" y="3392"/>
                    </a:cubicBezTo>
                    <a:cubicBezTo>
                      <a:pt x="6623" y="2551"/>
                      <a:pt x="6289" y="1744"/>
                      <a:pt x="5694" y="1149"/>
                    </a:cubicBezTo>
                    <a:cubicBezTo>
                      <a:pt x="5099" y="554"/>
                      <a:pt x="4293" y="220"/>
                      <a:pt x="3452" y="220"/>
                    </a:cubicBezTo>
                    <a:cubicBezTo>
                      <a:pt x="2610" y="220"/>
                      <a:pt x="1804" y="554"/>
                      <a:pt x="1209" y="1149"/>
                    </a:cubicBezTo>
                    <a:cubicBezTo>
                      <a:pt x="614" y="1744"/>
                      <a:pt x="280" y="2551"/>
                      <a:pt x="280" y="3392"/>
                    </a:cubicBezTo>
                    <a:cubicBezTo>
                      <a:pt x="280" y="4234"/>
                      <a:pt x="614" y="5041"/>
                      <a:pt x="1209" y="5636"/>
                    </a:cubicBezTo>
                    <a:cubicBezTo>
                      <a:pt x="1804" y="6231"/>
                      <a:pt x="2610" y="6565"/>
                      <a:pt x="3452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A6D30FB1-5003-23B4-890F-482789D9CEA0}"/>
                  </a:ext>
                </a:extLst>
              </p:cNvPr>
              <p:cNvSpPr/>
              <p:nvPr/>
            </p:nvSpPr>
            <p:spPr>
              <a:xfrm>
                <a:off x="4114437" y="5983146"/>
                <a:ext cx="6343" cy="6345"/>
              </a:xfrm>
              <a:custGeom>
                <a:avLst/>
                <a:gdLst>
                  <a:gd name="connsiteX0" fmla="*/ 3429 w 6343"/>
                  <a:gd name="connsiteY0" fmla="*/ 6543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7 h 6345"/>
                  <a:gd name="connsiteX4" fmla="*/ 3429 w 6343"/>
                  <a:gd name="connsiteY4" fmla="*/ 197 h 6345"/>
                  <a:gd name="connsiteX5" fmla="*/ 1186 w 6343"/>
                  <a:gd name="connsiteY5" fmla="*/ 1127 h 6345"/>
                  <a:gd name="connsiteX6" fmla="*/ 257 w 6343"/>
                  <a:gd name="connsiteY6" fmla="*/ 3370 h 6345"/>
                  <a:gd name="connsiteX7" fmla="*/ 1186 w 6343"/>
                  <a:gd name="connsiteY7" fmla="*/ 5613 h 6345"/>
                  <a:gd name="connsiteX8" fmla="*/ 3429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43"/>
                    </a:moveTo>
                    <a:cubicBezTo>
                      <a:pt x="4270" y="6543"/>
                      <a:pt x="5077" y="6208"/>
                      <a:pt x="5671" y="5613"/>
                    </a:cubicBezTo>
                    <a:cubicBezTo>
                      <a:pt x="6266" y="5018"/>
                      <a:pt x="6600" y="4211"/>
                      <a:pt x="6600" y="3370"/>
                    </a:cubicBezTo>
                    <a:cubicBezTo>
                      <a:pt x="6600" y="2529"/>
                      <a:pt x="6266" y="1722"/>
                      <a:pt x="5671" y="1127"/>
                    </a:cubicBezTo>
                    <a:cubicBezTo>
                      <a:pt x="5077" y="532"/>
                      <a:pt x="4270" y="197"/>
                      <a:pt x="3429" y="197"/>
                    </a:cubicBezTo>
                    <a:cubicBezTo>
                      <a:pt x="2588" y="197"/>
                      <a:pt x="1781" y="532"/>
                      <a:pt x="1186" y="1127"/>
                    </a:cubicBezTo>
                    <a:cubicBezTo>
                      <a:pt x="591" y="1722"/>
                      <a:pt x="257" y="2529"/>
                      <a:pt x="257" y="3370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1" y="6208"/>
                      <a:pt x="2588" y="6543"/>
                      <a:pt x="3429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766CA7A9-8857-0409-6C76-1F0FB3351493}"/>
                  </a:ext>
                </a:extLst>
              </p:cNvPr>
              <p:cNvSpPr/>
              <p:nvPr/>
            </p:nvSpPr>
            <p:spPr>
              <a:xfrm>
                <a:off x="4110735" y="5982360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6 w 6343"/>
                  <a:gd name="connsiteY5" fmla="*/ 1126 h 6345"/>
                  <a:gd name="connsiteX6" fmla="*/ 257 w 6343"/>
                  <a:gd name="connsiteY6" fmla="*/ 3370 h 6345"/>
                  <a:gd name="connsiteX7" fmla="*/ 1186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70" y="6543"/>
                      <a:pt x="5076" y="6208"/>
                      <a:pt x="5671" y="5613"/>
                    </a:cubicBezTo>
                    <a:cubicBezTo>
                      <a:pt x="6266" y="5018"/>
                      <a:pt x="6600" y="4211"/>
                      <a:pt x="6600" y="3370"/>
                    </a:cubicBezTo>
                    <a:cubicBezTo>
                      <a:pt x="6600" y="2529"/>
                      <a:pt x="6266" y="1721"/>
                      <a:pt x="5671" y="1126"/>
                    </a:cubicBezTo>
                    <a:cubicBezTo>
                      <a:pt x="5076" y="532"/>
                      <a:pt x="4270" y="197"/>
                      <a:pt x="3428" y="197"/>
                    </a:cubicBezTo>
                    <a:cubicBezTo>
                      <a:pt x="2587" y="197"/>
                      <a:pt x="1781" y="532"/>
                      <a:pt x="1186" y="1126"/>
                    </a:cubicBezTo>
                    <a:cubicBezTo>
                      <a:pt x="591" y="1721"/>
                      <a:pt x="257" y="2529"/>
                      <a:pt x="257" y="3370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1" y="6208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F37C63A9-F780-073B-5CD9-96B30BD6F167}"/>
                  </a:ext>
                </a:extLst>
              </p:cNvPr>
              <p:cNvSpPr/>
              <p:nvPr/>
            </p:nvSpPr>
            <p:spPr>
              <a:xfrm>
                <a:off x="4108430" y="5982986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7 h 6345"/>
                  <a:gd name="connsiteX4" fmla="*/ 3428 w 6343"/>
                  <a:gd name="connsiteY4" fmla="*/ 197 h 6345"/>
                  <a:gd name="connsiteX5" fmla="*/ 1186 w 6343"/>
                  <a:gd name="connsiteY5" fmla="*/ 1127 h 6345"/>
                  <a:gd name="connsiteX6" fmla="*/ 257 w 6343"/>
                  <a:gd name="connsiteY6" fmla="*/ 3370 h 6345"/>
                  <a:gd name="connsiteX7" fmla="*/ 1186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8"/>
                      <a:pt x="5671" y="5613"/>
                    </a:cubicBezTo>
                    <a:cubicBezTo>
                      <a:pt x="6266" y="5018"/>
                      <a:pt x="6600" y="4211"/>
                      <a:pt x="6600" y="3370"/>
                    </a:cubicBezTo>
                    <a:cubicBezTo>
                      <a:pt x="6600" y="2529"/>
                      <a:pt x="6266" y="1722"/>
                      <a:pt x="5671" y="1127"/>
                    </a:cubicBezTo>
                    <a:cubicBezTo>
                      <a:pt x="5076" y="532"/>
                      <a:pt x="4269" y="197"/>
                      <a:pt x="3428" y="197"/>
                    </a:cubicBezTo>
                    <a:cubicBezTo>
                      <a:pt x="2587" y="197"/>
                      <a:pt x="1780" y="532"/>
                      <a:pt x="1186" y="1127"/>
                    </a:cubicBezTo>
                    <a:cubicBezTo>
                      <a:pt x="591" y="1722"/>
                      <a:pt x="257" y="2529"/>
                      <a:pt x="257" y="3370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0" y="6208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CF22DE42-CE21-36B6-653A-2315DE3C9E27}"/>
                  </a:ext>
                </a:extLst>
              </p:cNvPr>
              <p:cNvSpPr/>
              <p:nvPr/>
            </p:nvSpPr>
            <p:spPr>
              <a:xfrm>
                <a:off x="4102431" y="5982681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0 w 6343"/>
                  <a:gd name="connsiteY1" fmla="*/ 5613 h 6345"/>
                  <a:gd name="connsiteX2" fmla="*/ 6599 w 6343"/>
                  <a:gd name="connsiteY2" fmla="*/ 3370 h 6345"/>
                  <a:gd name="connsiteX3" fmla="*/ 5670 w 6343"/>
                  <a:gd name="connsiteY3" fmla="*/ 1127 h 6345"/>
                  <a:gd name="connsiteX4" fmla="*/ 3428 w 6343"/>
                  <a:gd name="connsiteY4" fmla="*/ 197 h 6345"/>
                  <a:gd name="connsiteX5" fmla="*/ 1185 w 6343"/>
                  <a:gd name="connsiteY5" fmla="*/ 1127 h 6345"/>
                  <a:gd name="connsiteX6" fmla="*/ 256 w 6343"/>
                  <a:gd name="connsiteY6" fmla="*/ 3370 h 6345"/>
                  <a:gd name="connsiteX7" fmla="*/ 1185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8"/>
                      <a:pt x="5670" y="5613"/>
                    </a:cubicBezTo>
                    <a:cubicBezTo>
                      <a:pt x="6265" y="5018"/>
                      <a:pt x="6599" y="4211"/>
                      <a:pt x="6599" y="3370"/>
                    </a:cubicBezTo>
                    <a:cubicBezTo>
                      <a:pt x="6599" y="2529"/>
                      <a:pt x="6265" y="1721"/>
                      <a:pt x="5670" y="1127"/>
                    </a:cubicBezTo>
                    <a:cubicBezTo>
                      <a:pt x="5076" y="532"/>
                      <a:pt x="4269" y="197"/>
                      <a:pt x="3428" y="197"/>
                    </a:cubicBezTo>
                    <a:cubicBezTo>
                      <a:pt x="2587" y="197"/>
                      <a:pt x="1780" y="532"/>
                      <a:pt x="1185" y="1127"/>
                    </a:cubicBezTo>
                    <a:cubicBezTo>
                      <a:pt x="590" y="1721"/>
                      <a:pt x="256" y="2529"/>
                      <a:pt x="256" y="3370"/>
                    </a:cubicBezTo>
                    <a:cubicBezTo>
                      <a:pt x="256" y="4211"/>
                      <a:pt x="590" y="5018"/>
                      <a:pt x="1185" y="5613"/>
                    </a:cubicBezTo>
                    <a:cubicBezTo>
                      <a:pt x="1780" y="6208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F13810E6-B109-35C4-1E78-180F4895E81B}"/>
                  </a:ext>
                </a:extLst>
              </p:cNvPr>
              <p:cNvSpPr/>
              <p:nvPr/>
            </p:nvSpPr>
            <p:spPr>
              <a:xfrm>
                <a:off x="4094349" y="5976925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70 w 6343"/>
                  <a:gd name="connsiteY1" fmla="*/ 5613 h 6345"/>
                  <a:gd name="connsiteX2" fmla="*/ 6599 w 6343"/>
                  <a:gd name="connsiteY2" fmla="*/ 3369 h 6345"/>
                  <a:gd name="connsiteX3" fmla="*/ 5670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6 w 6343"/>
                  <a:gd name="connsiteY6" fmla="*/ 3369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70" y="5613"/>
                    </a:cubicBezTo>
                    <a:cubicBezTo>
                      <a:pt x="6264" y="5018"/>
                      <a:pt x="6599" y="4211"/>
                      <a:pt x="6599" y="3369"/>
                    </a:cubicBezTo>
                    <a:cubicBezTo>
                      <a:pt x="6599" y="2528"/>
                      <a:pt x="6264" y="1721"/>
                      <a:pt x="5670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90" y="1721"/>
                      <a:pt x="256" y="2528"/>
                      <a:pt x="256" y="3369"/>
                    </a:cubicBezTo>
                    <a:cubicBezTo>
                      <a:pt x="256" y="4211"/>
                      <a:pt x="590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92AE592C-76A8-AF2B-2396-6B7CCB7CC4ED}"/>
                  </a:ext>
                </a:extLst>
              </p:cNvPr>
              <p:cNvSpPr/>
              <p:nvPr/>
            </p:nvSpPr>
            <p:spPr>
              <a:xfrm>
                <a:off x="4092705" y="5978103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70 w 6343"/>
                  <a:gd name="connsiteY1" fmla="*/ 5613 h 6345"/>
                  <a:gd name="connsiteX2" fmla="*/ 6599 w 6343"/>
                  <a:gd name="connsiteY2" fmla="*/ 3370 h 6345"/>
                  <a:gd name="connsiteX3" fmla="*/ 5670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70" y="5613"/>
                    </a:cubicBezTo>
                    <a:cubicBezTo>
                      <a:pt x="6264" y="5018"/>
                      <a:pt x="6599" y="4211"/>
                      <a:pt x="6599" y="3370"/>
                    </a:cubicBezTo>
                    <a:cubicBezTo>
                      <a:pt x="6599" y="2528"/>
                      <a:pt x="6264" y="1721"/>
                      <a:pt x="5670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90" y="1721"/>
                      <a:pt x="255" y="2528"/>
                      <a:pt x="255" y="3370"/>
                    </a:cubicBezTo>
                    <a:cubicBezTo>
                      <a:pt x="255" y="4211"/>
                      <a:pt x="590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C483C721-FEF0-CAC6-C481-471D36A1ABEA}"/>
                  </a:ext>
                </a:extLst>
              </p:cNvPr>
              <p:cNvSpPr/>
              <p:nvPr/>
            </p:nvSpPr>
            <p:spPr>
              <a:xfrm>
                <a:off x="4091277" y="5979517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70 w 6343"/>
                  <a:gd name="connsiteY1" fmla="*/ 5613 h 6345"/>
                  <a:gd name="connsiteX2" fmla="*/ 6598 w 6343"/>
                  <a:gd name="connsiteY2" fmla="*/ 3370 h 6345"/>
                  <a:gd name="connsiteX3" fmla="*/ 5670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70" y="5613"/>
                    </a:cubicBezTo>
                    <a:cubicBezTo>
                      <a:pt x="6264" y="5018"/>
                      <a:pt x="6598" y="4211"/>
                      <a:pt x="6598" y="3370"/>
                    </a:cubicBezTo>
                    <a:cubicBezTo>
                      <a:pt x="6598" y="2528"/>
                      <a:pt x="6264" y="1721"/>
                      <a:pt x="5670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90" y="1721"/>
                      <a:pt x="255" y="2528"/>
                      <a:pt x="255" y="3370"/>
                    </a:cubicBezTo>
                    <a:cubicBezTo>
                      <a:pt x="255" y="4211"/>
                      <a:pt x="590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FA43226C-A4BB-A026-8B1E-D0DB6130CFA8}"/>
                  </a:ext>
                </a:extLst>
              </p:cNvPr>
              <p:cNvSpPr/>
              <p:nvPr/>
            </p:nvSpPr>
            <p:spPr>
              <a:xfrm>
                <a:off x="4087224" y="5977962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70 h 6345"/>
                  <a:gd name="connsiteX3" fmla="*/ 5669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4" y="6208"/>
                      <a:pt x="5669" y="5613"/>
                    </a:cubicBezTo>
                    <a:cubicBezTo>
                      <a:pt x="6264" y="5018"/>
                      <a:pt x="6598" y="4211"/>
                      <a:pt x="6598" y="3370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4" y="531"/>
                      <a:pt x="4268" y="197"/>
                      <a:pt x="3427" y="197"/>
                    </a:cubicBezTo>
                    <a:cubicBezTo>
                      <a:pt x="2585" y="197"/>
                      <a:pt x="1779" y="531"/>
                      <a:pt x="1184" y="1126"/>
                    </a:cubicBezTo>
                    <a:cubicBezTo>
                      <a:pt x="589" y="1721"/>
                      <a:pt x="255" y="2528"/>
                      <a:pt x="255" y="3370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9" y="6208"/>
                      <a:pt x="2585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1102F127-BC85-E96A-02B4-598C58254300}"/>
                  </a:ext>
                </a:extLst>
              </p:cNvPr>
              <p:cNvSpPr/>
              <p:nvPr/>
            </p:nvSpPr>
            <p:spPr>
              <a:xfrm>
                <a:off x="4400306" y="6339857"/>
                <a:ext cx="6343" cy="6345"/>
              </a:xfrm>
              <a:custGeom>
                <a:avLst/>
                <a:gdLst>
                  <a:gd name="connsiteX0" fmla="*/ 3451 w 6343"/>
                  <a:gd name="connsiteY0" fmla="*/ 6571 h 6345"/>
                  <a:gd name="connsiteX1" fmla="*/ 5694 w 6343"/>
                  <a:gd name="connsiteY1" fmla="*/ 5642 h 6345"/>
                  <a:gd name="connsiteX2" fmla="*/ 6623 w 6343"/>
                  <a:gd name="connsiteY2" fmla="*/ 3398 h 6345"/>
                  <a:gd name="connsiteX3" fmla="*/ 5694 w 6343"/>
                  <a:gd name="connsiteY3" fmla="*/ 1155 h 6345"/>
                  <a:gd name="connsiteX4" fmla="*/ 3451 w 6343"/>
                  <a:gd name="connsiteY4" fmla="*/ 225 h 6345"/>
                  <a:gd name="connsiteX5" fmla="*/ 1209 w 6343"/>
                  <a:gd name="connsiteY5" fmla="*/ 1155 h 6345"/>
                  <a:gd name="connsiteX6" fmla="*/ 280 w 6343"/>
                  <a:gd name="connsiteY6" fmla="*/ 3398 h 6345"/>
                  <a:gd name="connsiteX7" fmla="*/ 1209 w 6343"/>
                  <a:gd name="connsiteY7" fmla="*/ 5642 h 6345"/>
                  <a:gd name="connsiteX8" fmla="*/ 3451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571"/>
                    </a:moveTo>
                    <a:cubicBezTo>
                      <a:pt x="4292" y="6571"/>
                      <a:pt x="5099" y="6237"/>
                      <a:pt x="5694" y="5642"/>
                    </a:cubicBezTo>
                    <a:cubicBezTo>
                      <a:pt x="6289" y="5047"/>
                      <a:pt x="6623" y="4240"/>
                      <a:pt x="6623" y="3398"/>
                    </a:cubicBezTo>
                    <a:cubicBezTo>
                      <a:pt x="6623" y="2557"/>
                      <a:pt x="6289" y="1750"/>
                      <a:pt x="5694" y="1155"/>
                    </a:cubicBezTo>
                    <a:cubicBezTo>
                      <a:pt x="5099" y="560"/>
                      <a:pt x="4292" y="225"/>
                      <a:pt x="3451" y="225"/>
                    </a:cubicBezTo>
                    <a:cubicBezTo>
                      <a:pt x="2610" y="225"/>
                      <a:pt x="1803" y="560"/>
                      <a:pt x="1209" y="1155"/>
                    </a:cubicBezTo>
                    <a:cubicBezTo>
                      <a:pt x="614" y="1750"/>
                      <a:pt x="280" y="2557"/>
                      <a:pt x="280" y="3398"/>
                    </a:cubicBezTo>
                    <a:cubicBezTo>
                      <a:pt x="280" y="4240"/>
                      <a:pt x="614" y="5047"/>
                      <a:pt x="1209" y="5642"/>
                    </a:cubicBezTo>
                    <a:cubicBezTo>
                      <a:pt x="1803" y="6237"/>
                      <a:pt x="2610" y="6571"/>
                      <a:pt x="3451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E73C6CB8-93AF-7CCC-027D-5B9788942B2C}"/>
                  </a:ext>
                </a:extLst>
              </p:cNvPr>
              <p:cNvSpPr/>
              <p:nvPr/>
            </p:nvSpPr>
            <p:spPr>
              <a:xfrm>
                <a:off x="4083986" y="5980284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70 h 6345"/>
                  <a:gd name="connsiteX3" fmla="*/ 5669 w 6343"/>
                  <a:gd name="connsiteY3" fmla="*/ 1126 h 6345"/>
                  <a:gd name="connsiteX4" fmla="*/ 3426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8"/>
                      <a:pt x="5669" y="5613"/>
                    </a:cubicBezTo>
                    <a:cubicBezTo>
                      <a:pt x="6264" y="5018"/>
                      <a:pt x="6598" y="4211"/>
                      <a:pt x="6598" y="3370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4" y="531"/>
                      <a:pt x="4267" y="197"/>
                      <a:pt x="3426" y="197"/>
                    </a:cubicBezTo>
                    <a:cubicBezTo>
                      <a:pt x="2585" y="197"/>
                      <a:pt x="1778" y="531"/>
                      <a:pt x="1184" y="1126"/>
                    </a:cubicBezTo>
                    <a:cubicBezTo>
                      <a:pt x="589" y="1721"/>
                      <a:pt x="255" y="2528"/>
                      <a:pt x="255" y="3370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8" y="6208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2380B5EB-C926-7A4A-1820-ED766C943D88}"/>
                  </a:ext>
                </a:extLst>
              </p:cNvPr>
              <p:cNvSpPr/>
              <p:nvPr/>
            </p:nvSpPr>
            <p:spPr>
              <a:xfrm>
                <a:off x="4071793" y="5977915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8 w 6343"/>
                  <a:gd name="connsiteY1" fmla="*/ 5613 h 6345"/>
                  <a:gd name="connsiteX2" fmla="*/ 6597 w 6343"/>
                  <a:gd name="connsiteY2" fmla="*/ 3370 h 6345"/>
                  <a:gd name="connsiteX3" fmla="*/ 5668 w 6343"/>
                  <a:gd name="connsiteY3" fmla="*/ 1126 h 6345"/>
                  <a:gd name="connsiteX4" fmla="*/ 3425 w 6343"/>
                  <a:gd name="connsiteY4" fmla="*/ 197 h 6345"/>
                  <a:gd name="connsiteX5" fmla="*/ 1183 w 6343"/>
                  <a:gd name="connsiteY5" fmla="*/ 1126 h 6345"/>
                  <a:gd name="connsiteX6" fmla="*/ 254 w 6343"/>
                  <a:gd name="connsiteY6" fmla="*/ 3370 h 6345"/>
                  <a:gd name="connsiteX7" fmla="*/ 1183 w 6343"/>
                  <a:gd name="connsiteY7" fmla="*/ 5613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6" y="6542"/>
                      <a:pt x="5073" y="6208"/>
                      <a:pt x="5668" y="5613"/>
                    </a:cubicBezTo>
                    <a:cubicBezTo>
                      <a:pt x="6263" y="5018"/>
                      <a:pt x="6597" y="4211"/>
                      <a:pt x="6597" y="3370"/>
                    </a:cubicBezTo>
                    <a:cubicBezTo>
                      <a:pt x="6597" y="2528"/>
                      <a:pt x="6263" y="1721"/>
                      <a:pt x="5668" y="1126"/>
                    </a:cubicBezTo>
                    <a:cubicBezTo>
                      <a:pt x="5073" y="531"/>
                      <a:pt x="4266" y="197"/>
                      <a:pt x="3425" y="197"/>
                    </a:cubicBezTo>
                    <a:cubicBezTo>
                      <a:pt x="2584" y="197"/>
                      <a:pt x="1777" y="531"/>
                      <a:pt x="1183" y="1126"/>
                    </a:cubicBezTo>
                    <a:cubicBezTo>
                      <a:pt x="588" y="1721"/>
                      <a:pt x="254" y="2528"/>
                      <a:pt x="254" y="3370"/>
                    </a:cubicBezTo>
                    <a:cubicBezTo>
                      <a:pt x="254" y="4211"/>
                      <a:pt x="588" y="5018"/>
                      <a:pt x="1183" y="5613"/>
                    </a:cubicBezTo>
                    <a:cubicBezTo>
                      <a:pt x="1777" y="6208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59BFA51D-2555-C7C4-F3EE-BF5EF3C0834B}"/>
                  </a:ext>
                </a:extLst>
              </p:cNvPr>
              <p:cNvSpPr/>
              <p:nvPr/>
            </p:nvSpPr>
            <p:spPr>
              <a:xfrm>
                <a:off x="4355131" y="6330962"/>
                <a:ext cx="6343" cy="6345"/>
              </a:xfrm>
              <a:custGeom>
                <a:avLst/>
                <a:gdLst>
                  <a:gd name="connsiteX0" fmla="*/ 3448 w 6343"/>
                  <a:gd name="connsiteY0" fmla="*/ 6570 h 6345"/>
                  <a:gd name="connsiteX1" fmla="*/ 5690 w 6343"/>
                  <a:gd name="connsiteY1" fmla="*/ 5641 h 6345"/>
                  <a:gd name="connsiteX2" fmla="*/ 6619 w 6343"/>
                  <a:gd name="connsiteY2" fmla="*/ 3397 h 6345"/>
                  <a:gd name="connsiteX3" fmla="*/ 5690 w 6343"/>
                  <a:gd name="connsiteY3" fmla="*/ 1154 h 6345"/>
                  <a:gd name="connsiteX4" fmla="*/ 3448 w 6343"/>
                  <a:gd name="connsiteY4" fmla="*/ 225 h 6345"/>
                  <a:gd name="connsiteX5" fmla="*/ 1205 w 6343"/>
                  <a:gd name="connsiteY5" fmla="*/ 1154 h 6345"/>
                  <a:gd name="connsiteX6" fmla="*/ 276 w 6343"/>
                  <a:gd name="connsiteY6" fmla="*/ 3397 h 6345"/>
                  <a:gd name="connsiteX7" fmla="*/ 1205 w 6343"/>
                  <a:gd name="connsiteY7" fmla="*/ 5641 h 6345"/>
                  <a:gd name="connsiteX8" fmla="*/ 3448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70"/>
                    </a:moveTo>
                    <a:cubicBezTo>
                      <a:pt x="4289" y="6570"/>
                      <a:pt x="5096" y="6236"/>
                      <a:pt x="5690" y="5641"/>
                    </a:cubicBezTo>
                    <a:cubicBezTo>
                      <a:pt x="6285" y="5046"/>
                      <a:pt x="6619" y="4239"/>
                      <a:pt x="6619" y="3397"/>
                    </a:cubicBezTo>
                    <a:cubicBezTo>
                      <a:pt x="6619" y="2556"/>
                      <a:pt x="6285" y="1749"/>
                      <a:pt x="5690" y="1154"/>
                    </a:cubicBezTo>
                    <a:cubicBezTo>
                      <a:pt x="5096" y="559"/>
                      <a:pt x="4289" y="225"/>
                      <a:pt x="3448" y="225"/>
                    </a:cubicBezTo>
                    <a:cubicBezTo>
                      <a:pt x="2607" y="225"/>
                      <a:pt x="1800" y="559"/>
                      <a:pt x="1205" y="1154"/>
                    </a:cubicBezTo>
                    <a:cubicBezTo>
                      <a:pt x="610" y="1749"/>
                      <a:pt x="276" y="2556"/>
                      <a:pt x="276" y="3397"/>
                    </a:cubicBezTo>
                    <a:cubicBezTo>
                      <a:pt x="276" y="4239"/>
                      <a:pt x="610" y="5046"/>
                      <a:pt x="1205" y="5641"/>
                    </a:cubicBezTo>
                    <a:cubicBezTo>
                      <a:pt x="1800" y="6236"/>
                      <a:pt x="2607" y="6570"/>
                      <a:pt x="3448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5719A2AB-8D15-FA47-FD0F-CEEF20C184CE}"/>
                  </a:ext>
                </a:extLst>
              </p:cNvPr>
              <p:cNvSpPr/>
              <p:nvPr/>
            </p:nvSpPr>
            <p:spPr>
              <a:xfrm>
                <a:off x="4349686" y="6331679"/>
                <a:ext cx="6343" cy="6345"/>
              </a:xfrm>
              <a:custGeom>
                <a:avLst/>
                <a:gdLst>
                  <a:gd name="connsiteX0" fmla="*/ 3447 w 6343"/>
                  <a:gd name="connsiteY0" fmla="*/ 6570 h 6345"/>
                  <a:gd name="connsiteX1" fmla="*/ 5690 w 6343"/>
                  <a:gd name="connsiteY1" fmla="*/ 5641 h 6345"/>
                  <a:gd name="connsiteX2" fmla="*/ 6619 w 6343"/>
                  <a:gd name="connsiteY2" fmla="*/ 3397 h 6345"/>
                  <a:gd name="connsiteX3" fmla="*/ 5690 w 6343"/>
                  <a:gd name="connsiteY3" fmla="*/ 1154 h 6345"/>
                  <a:gd name="connsiteX4" fmla="*/ 3447 w 6343"/>
                  <a:gd name="connsiteY4" fmla="*/ 225 h 6345"/>
                  <a:gd name="connsiteX5" fmla="*/ 1205 w 6343"/>
                  <a:gd name="connsiteY5" fmla="*/ 1154 h 6345"/>
                  <a:gd name="connsiteX6" fmla="*/ 276 w 6343"/>
                  <a:gd name="connsiteY6" fmla="*/ 3397 h 6345"/>
                  <a:gd name="connsiteX7" fmla="*/ 1205 w 6343"/>
                  <a:gd name="connsiteY7" fmla="*/ 5641 h 6345"/>
                  <a:gd name="connsiteX8" fmla="*/ 3447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70"/>
                    </a:moveTo>
                    <a:cubicBezTo>
                      <a:pt x="4288" y="6570"/>
                      <a:pt x="5095" y="6236"/>
                      <a:pt x="5690" y="5641"/>
                    </a:cubicBezTo>
                    <a:cubicBezTo>
                      <a:pt x="6285" y="5046"/>
                      <a:pt x="6619" y="4239"/>
                      <a:pt x="6619" y="3397"/>
                    </a:cubicBezTo>
                    <a:cubicBezTo>
                      <a:pt x="6619" y="2556"/>
                      <a:pt x="6285" y="1749"/>
                      <a:pt x="5690" y="1154"/>
                    </a:cubicBezTo>
                    <a:cubicBezTo>
                      <a:pt x="5095" y="559"/>
                      <a:pt x="4288" y="225"/>
                      <a:pt x="3447" y="225"/>
                    </a:cubicBezTo>
                    <a:cubicBezTo>
                      <a:pt x="2606" y="225"/>
                      <a:pt x="1799" y="559"/>
                      <a:pt x="1205" y="1154"/>
                    </a:cubicBezTo>
                    <a:cubicBezTo>
                      <a:pt x="610" y="1749"/>
                      <a:pt x="276" y="2556"/>
                      <a:pt x="276" y="3397"/>
                    </a:cubicBezTo>
                    <a:cubicBezTo>
                      <a:pt x="276" y="4239"/>
                      <a:pt x="610" y="5046"/>
                      <a:pt x="1205" y="5641"/>
                    </a:cubicBezTo>
                    <a:cubicBezTo>
                      <a:pt x="1799" y="6236"/>
                      <a:pt x="2606" y="6570"/>
                      <a:pt x="3447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D726EBA8-A73C-F5D2-B026-DDB73E55078D}"/>
                  </a:ext>
                </a:extLst>
              </p:cNvPr>
              <p:cNvSpPr/>
              <p:nvPr/>
            </p:nvSpPr>
            <p:spPr>
              <a:xfrm>
                <a:off x="4343425" y="6331305"/>
                <a:ext cx="6343" cy="6345"/>
              </a:xfrm>
              <a:custGeom>
                <a:avLst/>
                <a:gdLst>
                  <a:gd name="connsiteX0" fmla="*/ 3447 w 6343"/>
                  <a:gd name="connsiteY0" fmla="*/ 6570 h 6345"/>
                  <a:gd name="connsiteX1" fmla="*/ 5689 w 6343"/>
                  <a:gd name="connsiteY1" fmla="*/ 5641 h 6345"/>
                  <a:gd name="connsiteX2" fmla="*/ 6618 w 6343"/>
                  <a:gd name="connsiteY2" fmla="*/ 3397 h 6345"/>
                  <a:gd name="connsiteX3" fmla="*/ 5689 w 6343"/>
                  <a:gd name="connsiteY3" fmla="*/ 1154 h 6345"/>
                  <a:gd name="connsiteX4" fmla="*/ 3447 w 6343"/>
                  <a:gd name="connsiteY4" fmla="*/ 225 h 6345"/>
                  <a:gd name="connsiteX5" fmla="*/ 1204 w 6343"/>
                  <a:gd name="connsiteY5" fmla="*/ 1154 h 6345"/>
                  <a:gd name="connsiteX6" fmla="*/ 275 w 6343"/>
                  <a:gd name="connsiteY6" fmla="*/ 3397 h 6345"/>
                  <a:gd name="connsiteX7" fmla="*/ 1204 w 6343"/>
                  <a:gd name="connsiteY7" fmla="*/ 5641 h 6345"/>
                  <a:gd name="connsiteX8" fmla="*/ 3447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70"/>
                    </a:moveTo>
                    <a:cubicBezTo>
                      <a:pt x="4288" y="6570"/>
                      <a:pt x="5095" y="6236"/>
                      <a:pt x="5689" y="5641"/>
                    </a:cubicBezTo>
                    <a:cubicBezTo>
                      <a:pt x="6284" y="5046"/>
                      <a:pt x="6618" y="4239"/>
                      <a:pt x="6618" y="3397"/>
                    </a:cubicBezTo>
                    <a:cubicBezTo>
                      <a:pt x="6618" y="2556"/>
                      <a:pt x="6284" y="1749"/>
                      <a:pt x="5689" y="1154"/>
                    </a:cubicBezTo>
                    <a:cubicBezTo>
                      <a:pt x="5095" y="559"/>
                      <a:pt x="4288" y="225"/>
                      <a:pt x="3447" y="225"/>
                    </a:cubicBezTo>
                    <a:cubicBezTo>
                      <a:pt x="2606" y="225"/>
                      <a:pt x="1799" y="559"/>
                      <a:pt x="1204" y="1154"/>
                    </a:cubicBezTo>
                    <a:cubicBezTo>
                      <a:pt x="609" y="1749"/>
                      <a:pt x="275" y="2556"/>
                      <a:pt x="275" y="3397"/>
                    </a:cubicBezTo>
                    <a:cubicBezTo>
                      <a:pt x="275" y="4239"/>
                      <a:pt x="609" y="5046"/>
                      <a:pt x="1204" y="5641"/>
                    </a:cubicBezTo>
                    <a:cubicBezTo>
                      <a:pt x="1799" y="6236"/>
                      <a:pt x="2606" y="6570"/>
                      <a:pt x="3447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268D288D-2B6E-5055-DFF0-C58E53EA6F62}"/>
                  </a:ext>
                </a:extLst>
              </p:cNvPr>
              <p:cNvSpPr/>
              <p:nvPr/>
            </p:nvSpPr>
            <p:spPr>
              <a:xfrm>
                <a:off x="4337685" y="6331515"/>
                <a:ext cx="6343" cy="6345"/>
              </a:xfrm>
              <a:custGeom>
                <a:avLst/>
                <a:gdLst>
                  <a:gd name="connsiteX0" fmla="*/ 3446 w 6343"/>
                  <a:gd name="connsiteY0" fmla="*/ 6570 h 6345"/>
                  <a:gd name="connsiteX1" fmla="*/ 5689 w 6343"/>
                  <a:gd name="connsiteY1" fmla="*/ 5641 h 6345"/>
                  <a:gd name="connsiteX2" fmla="*/ 6618 w 6343"/>
                  <a:gd name="connsiteY2" fmla="*/ 3397 h 6345"/>
                  <a:gd name="connsiteX3" fmla="*/ 5689 w 6343"/>
                  <a:gd name="connsiteY3" fmla="*/ 1154 h 6345"/>
                  <a:gd name="connsiteX4" fmla="*/ 3446 w 6343"/>
                  <a:gd name="connsiteY4" fmla="*/ 225 h 6345"/>
                  <a:gd name="connsiteX5" fmla="*/ 1204 w 6343"/>
                  <a:gd name="connsiteY5" fmla="*/ 1154 h 6345"/>
                  <a:gd name="connsiteX6" fmla="*/ 275 w 6343"/>
                  <a:gd name="connsiteY6" fmla="*/ 3397 h 6345"/>
                  <a:gd name="connsiteX7" fmla="*/ 1204 w 6343"/>
                  <a:gd name="connsiteY7" fmla="*/ 5641 h 6345"/>
                  <a:gd name="connsiteX8" fmla="*/ 344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0"/>
                    </a:moveTo>
                    <a:cubicBezTo>
                      <a:pt x="4287" y="6570"/>
                      <a:pt x="5094" y="6236"/>
                      <a:pt x="5689" y="5641"/>
                    </a:cubicBezTo>
                    <a:cubicBezTo>
                      <a:pt x="6284" y="5046"/>
                      <a:pt x="6618" y="4239"/>
                      <a:pt x="6618" y="3397"/>
                    </a:cubicBezTo>
                    <a:cubicBezTo>
                      <a:pt x="6618" y="2556"/>
                      <a:pt x="6284" y="1749"/>
                      <a:pt x="5689" y="1154"/>
                    </a:cubicBezTo>
                    <a:cubicBezTo>
                      <a:pt x="5094" y="559"/>
                      <a:pt x="4287" y="225"/>
                      <a:pt x="3446" y="225"/>
                    </a:cubicBezTo>
                    <a:cubicBezTo>
                      <a:pt x="2605" y="225"/>
                      <a:pt x="1798" y="559"/>
                      <a:pt x="1204" y="1154"/>
                    </a:cubicBezTo>
                    <a:cubicBezTo>
                      <a:pt x="609" y="1749"/>
                      <a:pt x="275" y="2556"/>
                      <a:pt x="275" y="3397"/>
                    </a:cubicBezTo>
                    <a:cubicBezTo>
                      <a:pt x="275" y="4239"/>
                      <a:pt x="609" y="5046"/>
                      <a:pt x="1204" y="5641"/>
                    </a:cubicBezTo>
                    <a:cubicBezTo>
                      <a:pt x="1798" y="6236"/>
                      <a:pt x="2605" y="6570"/>
                      <a:pt x="344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1F134555-5A9C-55C8-010F-FECDDE289A4B}"/>
                  </a:ext>
                </a:extLst>
              </p:cNvPr>
              <p:cNvSpPr/>
              <p:nvPr/>
            </p:nvSpPr>
            <p:spPr>
              <a:xfrm>
                <a:off x="4331872" y="6331564"/>
                <a:ext cx="6343" cy="6345"/>
              </a:xfrm>
              <a:custGeom>
                <a:avLst/>
                <a:gdLst>
                  <a:gd name="connsiteX0" fmla="*/ 3446 w 6343"/>
                  <a:gd name="connsiteY0" fmla="*/ 6570 h 6345"/>
                  <a:gd name="connsiteX1" fmla="*/ 5688 w 6343"/>
                  <a:gd name="connsiteY1" fmla="*/ 5641 h 6345"/>
                  <a:gd name="connsiteX2" fmla="*/ 6617 w 6343"/>
                  <a:gd name="connsiteY2" fmla="*/ 3397 h 6345"/>
                  <a:gd name="connsiteX3" fmla="*/ 5688 w 6343"/>
                  <a:gd name="connsiteY3" fmla="*/ 1154 h 6345"/>
                  <a:gd name="connsiteX4" fmla="*/ 3446 w 6343"/>
                  <a:gd name="connsiteY4" fmla="*/ 225 h 6345"/>
                  <a:gd name="connsiteX5" fmla="*/ 1203 w 6343"/>
                  <a:gd name="connsiteY5" fmla="*/ 1154 h 6345"/>
                  <a:gd name="connsiteX6" fmla="*/ 274 w 6343"/>
                  <a:gd name="connsiteY6" fmla="*/ 3397 h 6345"/>
                  <a:gd name="connsiteX7" fmla="*/ 1203 w 6343"/>
                  <a:gd name="connsiteY7" fmla="*/ 5641 h 6345"/>
                  <a:gd name="connsiteX8" fmla="*/ 344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0"/>
                    </a:moveTo>
                    <a:cubicBezTo>
                      <a:pt x="4287" y="6570"/>
                      <a:pt x="5094" y="6236"/>
                      <a:pt x="5688" y="5641"/>
                    </a:cubicBezTo>
                    <a:cubicBezTo>
                      <a:pt x="6283" y="5046"/>
                      <a:pt x="6617" y="4239"/>
                      <a:pt x="6617" y="3397"/>
                    </a:cubicBezTo>
                    <a:cubicBezTo>
                      <a:pt x="6617" y="2556"/>
                      <a:pt x="6283" y="1749"/>
                      <a:pt x="5688" y="1154"/>
                    </a:cubicBezTo>
                    <a:cubicBezTo>
                      <a:pt x="5094" y="559"/>
                      <a:pt x="4287" y="225"/>
                      <a:pt x="3446" y="225"/>
                    </a:cubicBezTo>
                    <a:cubicBezTo>
                      <a:pt x="2605" y="225"/>
                      <a:pt x="1798" y="559"/>
                      <a:pt x="1203" y="1154"/>
                    </a:cubicBezTo>
                    <a:cubicBezTo>
                      <a:pt x="608" y="1749"/>
                      <a:pt x="274" y="2556"/>
                      <a:pt x="274" y="3397"/>
                    </a:cubicBezTo>
                    <a:cubicBezTo>
                      <a:pt x="274" y="4239"/>
                      <a:pt x="608" y="5046"/>
                      <a:pt x="1203" y="5641"/>
                    </a:cubicBezTo>
                    <a:cubicBezTo>
                      <a:pt x="1798" y="6236"/>
                      <a:pt x="2605" y="6570"/>
                      <a:pt x="344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33CDD647-97DE-6865-0955-2EFD18860973}"/>
                  </a:ext>
                </a:extLst>
              </p:cNvPr>
              <p:cNvSpPr/>
              <p:nvPr/>
            </p:nvSpPr>
            <p:spPr>
              <a:xfrm>
                <a:off x="4325011" y="6330162"/>
                <a:ext cx="6343" cy="6345"/>
              </a:xfrm>
              <a:custGeom>
                <a:avLst/>
                <a:gdLst>
                  <a:gd name="connsiteX0" fmla="*/ 3445 w 6343"/>
                  <a:gd name="connsiteY0" fmla="*/ 6570 h 6345"/>
                  <a:gd name="connsiteX1" fmla="*/ 5688 w 6343"/>
                  <a:gd name="connsiteY1" fmla="*/ 5641 h 6345"/>
                  <a:gd name="connsiteX2" fmla="*/ 6617 w 6343"/>
                  <a:gd name="connsiteY2" fmla="*/ 3397 h 6345"/>
                  <a:gd name="connsiteX3" fmla="*/ 5688 w 6343"/>
                  <a:gd name="connsiteY3" fmla="*/ 1154 h 6345"/>
                  <a:gd name="connsiteX4" fmla="*/ 3445 w 6343"/>
                  <a:gd name="connsiteY4" fmla="*/ 225 h 6345"/>
                  <a:gd name="connsiteX5" fmla="*/ 1203 w 6343"/>
                  <a:gd name="connsiteY5" fmla="*/ 1154 h 6345"/>
                  <a:gd name="connsiteX6" fmla="*/ 274 w 6343"/>
                  <a:gd name="connsiteY6" fmla="*/ 3397 h 6345"/>
                  <a:gd name="connsiteX7" fmla="*/ 1203 w 6343"/>
                  <a:gd name="connsiteY7" fmla="*/ 5641 h 6345"/>
                  <a:gd name="connsiteX8" fmla="*/ 344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70"/>
                    </a:moveTo>
                    <a:cubicBezTo>
                      <a:pt x="4286" y="6570"/>
                      <a:pt x="5093" y="6236"/>
                      <a:pt x="5688" y="5641"/>
                    </a:cubicBezTo>
                    <a:cubicBezTo>
                      <a:pt x="6283" y="5046"/>
                      <a:pt x="6617" y="4239"/>
                      <a:pt x="6617" y="3397"/>
                    </a:cubicBezTo>
                    <a:cubicBezTo>
                      <a:pt x="6617" y="2556"/>
                      <a:pt x="6283" y="1749"/>
                      <a:pt x="5688" y="1154"/>
                    </a:cubicBezTo>
                    <a:cubicBezTo>
                      <a:pt x="5093" y="559"/>
                      <a:pt x="4286" y="225"/>
                      <a:pt x="3445" y="225"/>
                    </a:cubicBezTo>
                    <a:cubicBezTo>
                      <a:pt x="2604" y="225"/>
                      <a:pt x="1797" y="559"/>
                      <a:pt x="1203" y="1154"/>
                    </a:cubicBezTo>
                    <a:cubicBezTo>
                      <a:pt x="608" y="1749"/>
                      <a:pt x="274" y="2556"/>
                      <a:pt x="274" y="3397"/>
                    </a:cubicBezTo>
                    <a:cubicBezTo>
                      <a:pt x="274" y="4239"/>
                      <a:pt x="608" y="5046"/>
                      <a:pt x="1203" y="5641"/>
                    </a:cubicBezTo>
                    <a:cubicBezTo>
                      <a:pt x="1797" y="6236"/>
                      <a:pt x="2604" y="6570"/>
                      <a:pt x="344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7FB39B83-6A23-5D46-E7D6-75AEBC8467A8}"/>
                  </a:ext>
                </a:extLst>
              </p:cNvPr>
              <p:cNvSpPr/>
              <p:nvPr/>
            </p:nvSpPr>
            <p:spPr>
              <a:xfrm>
                <a:off x="4319127" y="6329955"/>
                <a:ext cx="6343" cy="6345"/>
              </a:xfrm>
              <a:custGeom>
                <a:avLst/>
                <a:gdLst>
                  <a:gd name="connsiteX0" fmla="*/ 3445 w 6343"/>
                  <a:gd name="connsiteY0" fmla="*/ 6570 h 6345"/>
                  <a:gd name="connsiteX1" fmla="*/ 5687 w 6343"/>
                  <a:gd name="connsiteY1" fmla="*/ 5641 h 6345"/>
                  <a:gd name="connsiteX2" fmla="*/ 6616 w 6343"/>
                  <a:gd name="connsiteY2" fmla="*/ 3397 h 6345"/>
                  <a:gd name="connsiteX3" fmla="*/ 5687 w 6343"/>
                  <a:gd name="connsiteY3" fmla="*/ 1154 h 6345"/>
                  <a:gd name="connsiteX4" fmla="*/ 3445 w 6343"/>
                  <a:gd name="connsiteY4" fmla="*/ 225 h 6345"/>
                  <a:gd name="connsiteX5" fmla="*/ 1202 w 6343"/>
                  <a:gd name="connsiteY5" fmla="*/ 1154 h 6345"/>
                  <a:gd name="connsiteX6" fmla="*/ 273 w 6343"/>
                  <a:gd name="connsiteY6" fmla="*/ 3397 h 6345"/>
                  <a:gd name="connsiteX7" fmla="*/ 1202 w 6343"/>
                  <a:gd name="connsiteY7" fmla="*/ 5641 h 6345"/>
                  <a:gd name="connsiteX8" fmla="*/ 344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70"/>
                    </a:moveTo>
                    <a:cubicBezTo>
                      <a:pt x="4286" y="6570"/>
                      <a:pt x="5093" y="6236"/>
                      <a:pt x="5687" y="5641"/>
                    </a:cubicBezTo>
                    <a:cubicBezTo>
                      <a:pt x="6282" y="5046"/>
                      <a:pt x="6616" y="4239"/>
                      <a:pt x="6616" y="3397"/>
                    </a:cubicBezTo>
                    <a:cubicBezTo>
                      <a:pt x="6616" y="2556"/>
                      <a:pt x="6282" y="1749"/>
                      <a:pt x="5687" y="1154"/>
                    </a:cubicBezTo>
                    <a:cubicBezTo>
                      <a:pt x="5093" y="559"/>
                      <a:pt x="4286" y="225"/>
                      <a:pt x="3445" y="225"/>
                    </a:cubicBezTo>
                    <a:cubicBezTo>
                      <a:pt x="2604" y="225"/>
                      <a:pt x="1797" y="559"/>
                      <a:pt x="1202" y="1154"/>
                    </a:cubicBezTo>
                    <a:cubicBezTo>
                      <a:pt x="607" y="1749"/>
                      <a:pt x="273" y="2556"/>
                      <a:pt x="273" y="3397"/>
                    </a:cubicBezTo>
                    <a:cubicBezTo>
                      <a:pt x="273" y="4239"/>
                      <a:pt x="607" y="5046"/>
                      <a:pt x="1202" y="5641"/>
                    </a:cubicBezTo>
                    <a:cubicBezTo>
                      <a:pt x="1797" y="6236"/>
                      <a:pt x="2604" y="6570"/>
                      <a:pt x="344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5EEDA358-0C8B-6743-FDE0-A1C07366B2DD}"/>
                  </a:ext>
                </a:extLst>
              </p:cNvPr>
              <p:cNvSpPr/>
              <p:nvPr/>
            </p:nvSpPr>
            <p:spPr>
              <a:xfrm>
                <a:off x="4313206" y="6329621"/>
                <a:ext cx="6343" cy="6345"/>
              </a:xfrm>
              <a:custGeom>
                <a:avLst/>
                <a:gdLst>
                  <a:gd name="connsiteX0" fmla="*/ 3444 w 6343"/>
                  <a:gd name="connsiteY0" fmla="*/ 6570 h 6345"/>
                  <a:gd name="connsiteX1" fmla="*/ 5687 w 6343"/>
                  <a:gd name="connsiteY1" fmla="*/ 5641 h 6345"/>
                  <a:gd name="connsiteX2" fmla="*/ 6616 w 6343"/>
                  <a:gd name="connsiteY2" fmla="*/ 3397 h 6345"/>
                  <a:gd name="connsiteX3" fmla="*/ 5687 w 6343"/>
                  <a:gd name="connsiteY3" fmla="*/ 1154 h 6345"/>
                  <a:gd name="connsiteX4" fmla="*/ 3444 w 6343"/>
                  <a:gd name="connsiteY4" fmla="*/ 225 h 6345"/>
                  <a:gd name="connsiteX5" fmla="*/ 1202 w 6343"/>
                  <a:gd name="connsiteY5" fmla="*/ 1154 h 6345"/>
                  <a:gd name="connsiteX6" fmla="*/ 273 w 6343"/>
                  <a:gd name="connsiteY6" fmla="*/ 3397 h 6345"/>
                  <a:gd name="connsiteX7" fmla="*/ 1202 w 6343"/>
                  <a:gd name="connsiteY7" fmla="*/ 5641 h 6345"/>
                  <a:gd name="connsiteX8" fmla="*/ 344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70"/>
                    </a:moveTo>
                    <a:cubicBezTo>
                      <a:pt x="4285" y="6570"/>
                      <a:pt x="5092" y="6236"/>
                      <a:pt x="5687" y="5641"/>
                    </a:cubicBezTo>
                    <a:cubicBezTo>
                      <a:pt x="6282" y="5046"/>
                      <a:pt x="6616" y="4239"/>
                      <a:pt x="6616" y="3397"/>
                    </a:cubicBezTo>
                    <a:cubicBezTo>
                      <a:pt x="6616" y="2556"/>
                      <a:pt x="6282" y="1749"/>
                      <a:pt x="5687" y="1154"/>
                    </a:cubicBezTo>
                    <a:cubicBezTo>
                      <a:pt x="5092" y="559"/>
                      <a:pt x="4285" y="225"/>
                      <a:pt x="3444" y="225"/>
                    </a:cubicBezTo>
                    <a:cubicBezTo>
                      <a:pt x="2603" y="225"/>
                      <a:pt x="1796" y="559"/>
                      <a:pt x="1202" y="1154"/>
                    </a:cubicBezTo>
                    <a:cubicBezTo>
                      <a:pt x="607" y="1749"/>
                      <a:pt x="273" y="2556"/>
                      <a:pt x="273" y="3397"/>
                    </a:cubicBezTo>
                    <a:cubicBezTo>
                      <a:pt x="273" y="4239"/>
                      <a:pt x="607" y="5046"/>
                      <a:pt x="1202" y="5641"/>
                    </a:cubicBezTo>
                    <a:cubicBezTo>
                      <a:pt x="1796" y="6236"/>
                      <a:pt x="2603" y="6570"/>
                      <a:pt x="344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0D30A8AD-A930-D7B9-BCFA-981842E52D0E}"/>
                  </a:ext>
                </a:extLst>
              </p:cNvPr>
              <p:cNvSpPr/>
              <p:nvPr/>
            </p:nvSpPr>
            <p:spPr>
              <a:xfrm>
                <a:off x="4307502" y="6329507"/>
                <a:ext cx="6343" cy="6345"/>
              </a:xfrm>
              <a:custGeom>
                <a:avLst/>
                <a:gdLst>
                  <a:gd name="connsiteX0" fmla="*/ 3444 w 6343"/>
                  <a:gd name="connsiteY0" fmla="*/ 6570 h 6345"/>
                  <a:gd name="connsiteX1" fmla="*/ 5687 w 6343"/>
                  <a:gd name="connsiteY1" fmla="*/ 5641 h 6345"/>
                  <a:gd name="connsiteX2" fmla="*/ 6615 w 6343"/>
                  <a:gd name="connsiteY2" fmla="*/ 3397 h 6345"/>
                  <a:gd name="connsiteX3" fmla="*/ 5687 w 6343"/>
                  <a:gd name="connsiteY3" fmla="*/ 1154 h 6345"/>
                  <a:gd name="connsiteX4" fmla="*/ 3444 w 6343"/>
                  <a:gd name="connsiteY4" fmla="*/ 225 h 6345"/>
                  <a:gd name="connsiteX5" fmla="*/ 1201 w 6343"/>
                  <a:gd name="connsiteY5" fmla="*/ 1154 h 6345"/>
                  <a:gd name="connsiteX6" fmla="*/ 272 w 6343"/>
                  <a:gd name="connsiteY6" fmla="*/ 3397 h 6345"/>
                  <a:gd name="connsiteX7" fmla="*/ 1201 w 6343"/>
                  <a:gd name="connsiteY7" fmla="*/ 5641 h 6345"/>
                  <a:gd name="connsiteX8" fmla="*/ 344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70"/>
                    </a:moveTo>
                    <a:cubicBezTo>
                      <a:pt x="4285" y="6570"/>
                      <a:pt x="5092" y="6236"/>
                      <a:pt x="5687" y="5641"/>
                    </a:cubicBezTo>
                    <a:cubicBezTo>
                      <a:pt x="6281" y="5046"/>
                      <a:pt x="6615" y="4239"/>
                      <a:pt x="6615" y="3397"/>
                    </a:cubicBezTo>
                    <a:cubicBezTo>
                      <a:pt x="6615" y="2556"/>
                      <a:pt x="6281" y="1749"/>
                      <a:pt x="5687" y="1154"/>
                    </a:cubicBezTo>
                    <a:cubicBezTo>
                      <a:pt x="5092" y="559"/>
                      <a:pt x="4285" y="225"/>
                      <a:pt x="3444" y="225"/>
                    </a:cubicBezTo>
                    <a:cubicBezTo>
                      <a:pt x="2603" y="225"/>
                      <a:pt x="1796" y="559"/>
                      <a:pt x="1201" y="1154"/>
                    </a:cubicBezTo>
                    <a:cubicBezTo>
                      <a:pt x="607" y="1749"/>
                      <a:pt x="272" y="2556"/>
                      <a:pt x="272" y="3397"/>
                    </a:cubicBezTo>
                    <a:cubicBezTo>
                      <a:pt x="272" y="4239"/>
                      <a:pt x="607" y="5046"/>
                      <a:pt x="1201" y="5641"/>
                    </a:cubicBezTo>
                    <a:cubicBezTo>
                      <a:pt x="1796" y="6236"/>
                      <a:pt x="2603" y="6570"/>
                      <a:pt x="344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EAF1CB70-005F-F493-20D0-7E3885664A63}"/>
                  </a:ext>
                </a:extLst>
              </p:cNvPr>
              <p:cNvSpPr/>
              <p:nvPr/>
            </p:nvSpPr>
            <p:spPr>
              <a:xfrm>
                <a:off x="4301288" y="6328611"/>
                <a:ext cx="6343" cy="6345"/>
              </a:xfrm>
              <a:custGeom>
                <a:avLst/>
                <a:gdLst>
                  <a:gd name="connsiteX0" fmla="*/ 3443 w 6343"/>
                  <a:gd name="connsiteY0" fmla="*/ 6570 h 6345"/>
                  <a:gd name="connsiteX1" fmla="*/ 5686 w 6343"/>
                  <a:gd name="connsiteY1" fmla="*/ 5641 h 6345"/>
                  <a:gd name="connsiteX2" fmla="*/ 6615 w 6343"/>
                  <a:gd name="connsiteY2" fmla="*/ 3397 h 6345"/>
                  <a:gd name="connsiteX3" fmla="*/ 5686 w 6343"/>
                  <a:gd name="connsiteY3" fmla="*/ 1154 h 6345"/>
                  <a:gd name="connsiteX4" fmla="*/ 3443 w 6343"/>
                  <a:gd name="connsiteY4" fmla="*/ 225 h 6345"/>
                  <a:gd name="connsiteX5" fmla="*/ 1201 w 6343"/>
                  <a:gd name="connsiteY5" fmla="*/ 1154 h 6345"/>
                  <a:gd name="connsiteX6" fmla="*/ 272 w 6343"/>
                  <a:gd name="connsiteY6" fmla="*/ 3397 h 6345"/>
                  <a:gd name="connsiteX7" fmla="*/ 1201 w 6343"/>
                  <a:gd name="connsiteY7" fmla="*/ 5641 h 6345"/>
                  <a:gd name="connsiteX8" fmla="*/ 344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70"/>
                    </a:moveTo>
                    <a:cubicBezTo>
                      <a:pt x="4285" y="6570"/>
                      <a:pt x="5091" y="6236"/>
                      <a:pt x="5686" y="5641"/>
                    </a:cubicBezTo>
                    <a:cubicBezTo>
                      <a:pt x="6281" y="5046"/>
                      <a:pt x="6615" y="4239"/>
                      <a:pt x="6615" y="3397"/>
                    </a:cubicBezTo>
                    <a:cubicBezTo>
                      <a:pt x="6615" y="2556"/>
                      <a:pt x="6281" y="1749"/>
                      <a:pt x="5686" y="1154"/>
                    </a:cubicBezTo>
                    <a:cubicBezTo>
                      <a:pt x="5091" y="559"/>
                      <a:pt x="4285" y="225"/>
                      <a:pt x="3443" y="225"/>
                    </a:cubicBezTo>
                    <a:cubicBezTo>
                      <a:pt x="2602" y="225"/>
                      <a:pt x="1796" y="559"/>
                      <a:pt x="1201" y="1154"/>
                    </a:cubicBezTo>
                    <a:cubicBezTo>
                      <a:pt x="606" y="1749"/>
                      <a:pt x="272" y="2556"/>
                      <a:pt x="272" y="3397"/>
                    </a:cubicBezTo>
                    <a:cubicBezTo>
                      <a:pt x="272" y="4239"/>
                      <a:pt x="606" y="5046"/>
                      <a:pt x="1201" y="5641"/>
                    </a:cubicBezTo>
                    <a:cubicBezTo>
                      <a:pt x="1796" y="6236"/>
                      <a:pt x="2602" y="6570"/>
                      <a:pt x="344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16C3F4C1-9628-7E48-F17F-CB6149864BCD}"/>
                  </a:ext>
                </a:extLst>
              </p:cNvPr>
              <p:cNvSpPr/>
              <p:nvPr/>
            </p:nvSpPr>
            <p:spPr>
              <a:xfrm>
                <a:off x="4295763" y="6328592"/>
                <a:ext cx="6343" cy="6345"/>
              </a:xfrm>
              <a:custGeom>
                <a:avLst/>
                <a:gdLst>
                  <a:gd name="connsiteX0" fmla="*/ 3443 w 6343"/>
                  <a:gd name="connsiteY0" fmla="*/ 6570 h 6345"/>
                  <a:gd name="connsiteX1" fmla="*/ 5686 w 6343"/>
                  <a:gd name="connsiteY1" fmla="*/ 5641 h 6345"/>
                  <a:gd name="connsiteX2" fmla="*/ 6615 w 6343"/>
                  <a:gd name="connsiteY2" fmla="*/ 3397 h 6345"/>
                  <a:gd name="connsiteX3" fmla="*/ 5686 w 6343"/>
                  <a:gd name="connsiteY3" fmla="*/ 1154 h 6345"/>
                  <a:gd name="connsiteX4" fmla="*/ 3443 w 6343"/>
                  <a:gd name="connsiteY4" fmla="*/ 225 h 6345"/>
                  <a:gd name="connsiteX5" fmla="*/ 1200 w 6343"/>
                  <a:gd name="connsiteY5" fmla="*/ 1154 h 6345"/>
                  <a:gd name="connsiteX6" fmla="*/ 271 w 6343"/>
                  <a:gd name="connsiteY6" fmla="*/ 3397 h 6345"/>
                  <a:gd name="connsiteX7" fmla="*/ 1200 w 6343"/>
                  <a:gd name="connsiteY7" fmla="*/ 5641 h 6345"/>
                  <a:gd name="connsiteX8" fmla="*/ 344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70"/>
                    </a:moveTo>
                    <a:cubicBezTo>
                      <a:pt x="4284" y="6570"/>
                      <a:pt x="5091" y="6236"/>
                      <a:pt x="5686" y="5641"/>
                    </a:cubicBezTo>
                    <a:cubicBezTo>
                      <a:pt x="6280" y="5046"/>
                      <a:pt x="6615" y="4239"/>
                      <a:pt x="6615" y="3397"/>
                    </a:cubicBezTo>
                    <a:cubicBezTo>
                      <a:pt x="6615" y="2556"/>
                      <a:pt x="6280" y="1749"/>
                      <a:pt x="5686" y="1154"/>
                    </a:cubicBezTo>
                    <a:cubicBezTo>
                      <a:pt x="5091" y="559"/>
                      <a:pt x="4284" y="225"/>
                      <a:pt x="3443" y="225"/>
                    </a:cubicBezTo>
                    <a:cubicBezTo>
                      <a:pt x="2602" y="225"/>
                      <a:pt x="1795" y="559"/>
                      <a:pt x="1200" y="1154"/>
                    </a:cubicBezTo>
                    <a:cubicBezTo>
                      <a:pt x="606" y="1749"/>
                      <a:pt x="271" y="2556"/>
                      <a:pt x="271" y="3397"/>
                    </a:cubicBezTo>
                    <a:cubicBezTo>
                      <a:pt x="271" y="4239"/>
                      <a:pt x="606" y="5046"/>
                      <a:pt x="1200" y="5641"/>
                    </a:cubicBezTo>
                    <a:cubicBezTo>
                      <a:pt x="1795" y="6236"/>
                      <a:pt x="2602" y="6570"/>
                      <a:pt x="344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7D747626-5F1C-D844-3567-C483DA5C81E1}"/>
                  </a:ext>
                </a:extLst>
              </p:cNvPr>
              <p:cNvSpPr/>
              <p:nvPr/>
            </p:nvSpPr>
            <p:spPr>
              <a:xfrm>
                <a:off x="4290393" y="6328723"/>
                <a:ext cx="6343" cy="6345"/>
              </a:xfrm>
              <a:custGeom>
                <a:avLst/>
                <a:gdLst>
                  <a:gd name="connsiteX0" fmla="*/ 3443 w 6343"/>
                  <a:gd name="connsiteY0" fmla="*/ 6570 h 6345"/>
                  <a:gd name="connsiteX1" fmla="*/ 5685 w 6343"/>
                  <a:gd name="connsiteY1" fmla="*/ 5641 h 6345"/>
                  <a:gd name="connsiteX2" fmla="*/ 6614 w 6343"/>
                  <a:gd name="connsiteY2" fmla="*/ 3397 h 6345"/>
                  <a:gd name="connsiteX3" fmla="*/ 5685 w 6343"/>
                  <a:gd name="connsiteY3" fmla="*/ 1154 h 6345"/>
                  <a:gd name="connsiteX4" fmla="*/ 3443 w 6343"/>
                  <a:gd name="connsiteY4" fmla="*/ 225 h 6345"/>
                  <a:gd name="connsiteX5" fmla="*/ 1200 w 6343"/>
                  <a:gd name="connsiteY5" fmla="*/ 1154 h 6345"/>
                  <a:gd name="connsiteX6" fmla="*/ 271 w 6343"/>
                  <a:gd name="connsiteY6" fmla="*/ 3397 h 6345"/>
                  <a:gd name="connsiteX7" fmla="*/ 1200 w 6343"/>
                  <a:gd name="connsiteY7" fmla="*/ 5641 h 6345"/>
                  <a:gd name="connsiteX8" fmla="*/ 344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70"/>
                    </a:moveTo>
                    <a:cubicBezTo>
                      <a:pt x="4284" y="6570"/>
                      <a:pt x="5090" y="6236"/>
                      <a:pt x="5685" y="5641"/>
                    </a:cubicBezTo>
                    <a:cubicBezTo>
                      <a:pt x="6280" y="5046"/>
                      <a:pt x="6614" y="4239"/>
                      <a:pt x="6614" y="3397"/>
                    </a:cubicBezTo>
                    <a:cubicBezTo>
                      <a:pt x="6614" y="2556"/>
                      <a:pt x="6280" y="1749"/>
                      <a:pt x="5685" y="1154"/>
                    </a:cubicBezTo>
                    <a:cubicBezTo>
                      <a:pt x="5090" y="559"/>
                      <a:pt x="4284" y="225"/>
                      <a:pt x="3443" y="225"/>
                    </a:cubicBezTo>
                    <a:cubicBezTo>
                      <a:pt x="2601" y="225"/>
                      <a:pt x="1795" y="559"/>
                      <a:pt x="1200" y="1154"/>
                    </a:cubicBezTo>
                    <a:cubicBezTo>
                      <a:pt x="605" y="1749"/>
                      <a:pt x="271" y="2556"/>
                      <a:pt x="271" y="3397"/>
                    </a:cubicBezTo>
                    <a:cubicBezTo>
                      <a:pt x="271" y="4239"/>
                      <a:pt x="605" y="5046"/>
                      <a:pt x="1200" y="5641"/>
                    </a:cubicBezTo>
                    <a:cubicBezTo>
                      <a:pt x="1795" y="6236"/>
                      <a:pt x="2601" y="6570"/>
                      <a:pt x="344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645F5D1F-4DBF-CA59-FCEC-F16D8D0BF5A6}"/>
                  </a:ext>
                </a:extLst>
              </p:cNvPr>
              <p:cNvSpPr/>
              <p:nvPr/>
            </p:nvSpPr>
            <p:spPr>
              <a:xfrm>
                <a:off x="4284276" y="6327714"/>
                <a:ext cx="6343" cy="6345"/>
              </a:xfrm>
              <a:custGeom>
                <a:avLst/>
                <a:gdLst>
                  <a:gd name="connsiteX0" fmla="*/ 3442 w 6343"/>
                  <a:gd name="connsiteY0" fmla="*/ 6570 h 6345"/>
                  <a:gd name="connsiteX1" fmla="*/ 5685 w 6343"/>
                  <a:gd name="connsiteY1" fmla="*/ 5641 h 6345"/>
                  <a:gd name="connsiteX2" fmla="*/ 6614 w 6343"/>
                  <a:gd name="connsiteY2" fmla="*/ 3397 h 6345"/>
                  <a:gd name="connsiteX3" fmla="*/ 5685 w 6343"/>
                  <a:gd name="connsiteY3" fmla="*/ 1154 h 6345"/>
                  <a:gd name="connsiteX4" fmla="*/ 3442 w 6343"/>
                  <a:gd name="connsiteY4" fmla="*/ 224 h 6345"/>
                  <a:gd name="connsiteX5" fmla="*/ 1199 w 6343"/>
                  <a:gd name="connsiteY5" fmla="*/ 1154 h 6345"/>
                  <a:gd name="connsiteX6" fmla="*/ 271 w 6343"/>
                  <a:gd name="connsiteY6" fmla="*/ 3397 h 6345"/>
                  <a:gd name="connsiteX7" fmla="*/ 1199 w 6343"/>
                  <a:gd name="connsiteY7" fmla="*/ 5641 h 6345"/>
                  <a:gd name="connsiteX8" fmla="*/ 344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70"/>
                    </a:moveTo>
                    <a:cubicBezTo>
                      <a:pt x="4283" y="6570"/>
                      <a:pt x="5090" y="6236"/>
                      <a:pt x="5685" y="5641"/>
                    </a:cubicBezTo>
                    <a:cubicBezTo>
                      <a:pt x="6279" y="5046"/>
                      <a:pt x="6614" y="4239"/>
                      <a:pt x="6614" y="3397"/>
                    </a:cubicBezTo>
                    <a:cubicBezTo>
                      <a:pt x="6614" y="2556"/>
                      <a:pt x="6279" y="1749"/>
                      <a:pt x="5685" y="1154"/>
                    </a:cubicBezTo>
                    <a:cubicBezTo>
                      <a:pt x="5090" y="559"/>
                      <a:pt x="4283" y="224"/>
                      <a:pt x="3442" y="224"/>
                    </a:cubicBezTo>
                    <a:cubicBezTo>
                      <a:pt x="2601" y="224"/>
                      <a:pt x="1794" y="559"/>
                      <a:pt x="1199" y="1154"/>
                    </a:cubicBezTo>
                    <a:cubicBezTo>
                      <a:pt x="605" y="1749"/>
                      <a:pt x="271" y="2556"/>
                      <a:pt x="271" y="3397"/>
                    </a:cubicBezTo>
                    <a:cubicBezTo>
                      <a:pt x="271" y="4239"/>
                      <a:pt x="605" y="5046"/>
                      <a:pt x="1199" y="5641"/>
                    </a:cubicBezTo>
                    <a:cubicBezTo>
                      <a:pt x="1794" y="6236"/>
                      <a:pt x="2601" y="6570"/>
                      <a:pt x="344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C8119A65-9781-7C15-FB28-7A40F9D5F71F}"/>
                  </a:ext>
                </a:extLst>
              </p:cNvPr>
              <p:cNvSpPr/>
              <p:nvPr/>
            </p:nvSpPr>
            <p:spPr>
              <a:xfrm>
                <a:off x="4278860" y="6327635"/>
                <a:ext cx="6343" cy="6345"/>
              </a:xfrm>
              <a:custGeom>
                <a:avLst/>
                <a:gdLst>
                  <a:gd name="connsiteX0" fmla="*/ 3442 w 6343"/>
                  <a:gd name="connsiteY0" fmla="*/ 6570 h 6345"/>
                  <a:gd name="connsiteX1" fmla="*/ 5684 w 6343"/>
                  <a:gd name="connsiteY1" fmla="*/ 5641 h 6345"/>
                  <a:gd name="connsiteX2" fmla="*/ 6613 w 6343"/>
                  <a:gd name="connsiteY2" fmla="*/ 3397 h 6345"/>
                  <a:gd name="connsiteX3" fmla="*/ 5684 w 6343"/>
                  <a:gd name="connsiteY3" fmla="*/ 1154 h 6345"/>
                  <a:gd name="connsiteX4" fmla="*/ 3442 w 6343"/>
                  <a:gd name="connsiteY4" fmla="*/ 224 h 6345"/>
                  <a:gd name="connsiteX5" fmla="*/ 1199 w 6343"/>
                  <a:gd name="connsiteY5" fmla="*/ 1154 h 6345"/>
                  <a:gd name="connsiteX6" fmla="*/ 270 w 6343"/>
                  <a:gd name="connsiteY6" fmla="*/ 3397 h 6345"/>
                  <a:gd name="connsiteX7" fmla="*/ 1199 w 6343"/>
                  <a:gd name="connsiteY7" fmla="*/ 5641 h 6345"/>
                  <a:gd name="connsiteX8" fmla="*/ 344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70"/>
                    </a:moveTo>
                    <a:cubicBezTo>
                      <a:pt x="4283" y="6570"/>
                      <a:pt x="5090" y="6236"/>
                      <a:pt x="5684" y="5641"/>
                    </a:cubicBezTo>
                    <a:cubicBezTo>
                      <a:pt x="6279" y="5046"/>
                      <a:pt x="6613" y="4239"/>
                      <a:pt x="6613" y="3397"/>
                    </a:cubicBezTo>
                    <a:cubicBezTo>
                      <a:pt x="6613" y="2556"/>
                      <a:pt x="6279" y="1749"/>
                      <a:pt x="5684" y="1154"/>
                    </a:cubicBezTo>
                    <a:cubicBezTo>
                      <a:pt x="5090" y="559"/>
                      <a:pt x="4283" y="224"/>
                      <a:pt x="3442" y="224"/>
                    </a:cubicBezTo>
                    <a:cubicBezTo>
                      <a:pt x="2601" y="224"/>
                      <a:pt x="1794" y="559"/>
                      <a:pt x="1199" y="1154"/>
                    </a:cubicBezTo>
                    <a:cubicBezTo>
                      <a:pt x="604" y="1749"/>
                      <a:pt x="270" y="2556"/>
                      <a:pt x="270" y="3397"/>
                    </a:cubicBezTo>
                    <a:cubicBezTo>
                      <a:pt x="270" y="4239"/>
                      <a:pt x="604" y="5046"/>
                      <a:pt x="1199" y="5641"/>
                    </a:cubicBezTo>
                    <a:cubicBezTo>
                      <a:pt x="1794" y="6236"/>
                      <a:pt x="2601" y="6570"/>
                      <a:pt x="344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A3BD629C-C373-EE89-BED5-B79ECB2EDF07}"/>
                  </a:ext>
                </a:extLst>
              </p:cNvPr>
              <p:cNvSpPr/>
              <p:nvPr/>
            </p:nvSpPr>
            <p:spPr>
              <a:xfrm>
                <a:off x="4273754" y="6327946"/>
                <a:ext cx="6343" cy="6345"/>
              </a:xfrm>
              <a:custGeom>
                <a:avLst/>
                <a:gdLst>
                  <a:gd name="connsiteX0" fmla="*/ 3441 w 6343"/>
                  <a:gd name="connsiteY0" fmla="*/ 6570 h 6345"/>
                  <a:gd name="connsiteX1" fmla="*/ 5684 w 6343"/>
                  <a:gd name="connsiteY1" fmla="*/ 5641 h 6345"/>
                  <a:gd name="connsiteX2" fmla="*/ 6613 w 6343"/>
                  <a:gd name="connsiteY2" fmla="*/ 3397 h 6345"/>
                  <a:gd name="connsiteX3" fmla="*/ 5684 w 6343"/>
                  <a:gd name="connsiteY3" fmla="*/ 1154 h 6345"/>
                  <a:gd name="connsiteX4" fmla="*/ 3441 w 6343"/>
                  <a:gd name="connsiteY4" fmla="*/ 224 h 6345"/>
                  <a:gd name="connsiteX5" fmla="*/ 1199 w 6343"/>
                  <a:gd name="connsiteY5" fmla="*/ 1154 h 6345"/>
                  <a:gd name="connsiteX6" fmla="*/ 270 w 6343"/>
                  <a:gd name="connsiteY6" fmla="*/ 3397 h 6345"/>
                  <a:gd name="connsiteX7" fmla="*/ 1199 w 6343"/>
                  <a:gd name="connsiteY7" fmla="*/ 5641 h 6345"/>
                  <a:gd name="connsiteX8" fmla="*/ 3441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70"/>
                    </a:moveTo>
                    <a:cubicBezTo>
                      <a:pt x="4282" y="6570"/>
                      <a:pt x="5089" y="6236"/>
                      <a:pt x="5684" y="5641"/>
                    </a:cubicBezTo>
                    <a:cubicBezTo>
                      <a:pt x="6279" y="5046"/>
                      <a:pt x="6613" y="4239"/>
                      <a:pt x="6613" y="3397"/>
                    </a:cubicBezTo>
                    <a:cubicBezTo>
                      <a:pt x="6613" y="2556"/>
                      <a:pt x="6279" y="1749"/>
                      <a:pt x="5684" y="1154"/>
                    </a:cubicBezTo>
                    <a:cubicBezTo>
                      <a:pt x="5089" y="559"/>
                      <a:pt x="4282" y="224"/>
                      <a:pt x="3441" y="224"/>
                    </a:cubicBezTo>
                    <a:cubicBezTo>
                      <a:pt x="2600" y="224"/>
                      <a:pt x="1793" y="559"/>
                      <a:pt x="1199" y="1154"/>
                    </a:cubicBezTo>
                    <a:cubicBezTo>
                      <a:pt x="604" y="1749"/>
                      <a:pt x="270" y="2556"/>
                      <a:pt x="270" y="3397"/>
                    </a:cubicBezTo>
                    <a:cubicBezTo>
                      <a:pt x="270" y="4239"/>
                      <a:pt x="604" y="5046"/>
                      <a:pt x="1199" y="5641"/>
                    </a:cubicBezTo>
                    <a:cubicBezTo>
                      <a:pt x="1793" y="6236"/>
                      <a:pt x="2600" y="6570"/>
                      <a:pt x="3441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15F78AD4-DD77-5035-5822-F68AAE99063D}"/>
                  </a:ext>
                </a:extLst>
              </p:cNvPr>
              <p:cNvSpPr/>
              <p:nvPr/>
            </p:nvSpPr>
            <p:spPr>
              <a:xfrm>
                <a:off x="4268739" y="6328335"/>
                <a:ext cx="6343" cy="6345"/>
              </a:xfrm>
              <a:custGeom>
                <a:avLst/>
                <a:gdLst>
                  <a:gd name="connsiteX0" fmla="*/ 3441 w 6343"/>
                  <a:gd name="connsiteY0" fmla="*/ 6570 h 6345"/>
                  <a:gd name="connsiteX1" fmla="*/ 5684 w 6343"/>
                  <a:gd name="connsiteY1" fmla="*/ 5641 h 6345"/>
                  <a:gd name="connsiteX2" fmla="*/ 6612 w 6343"/>
                  <a:gd name="connsiteY2" fmla="*/ 3397 h 6345"/>
                  <a:gd name="connsiteX3" fmla="*/ 5684 w 6343"/>
                  <a:gd name="connsiteY3" fmla="*/ 1154 h 6345"/>
                  <a:gd name="connsiteX4" fmla="*/ 3441 w 6343"/>
                  <a:gd name="connsiteY4" fmla="*/ 224 h 6345"/>
                  <a:gd name="connsiteX5" fmla="*/ 1198 w 6343"/>
                  <a:gd name="connsiteY5" fmla="*/ 1154 h 6345"/>
                  <a:gd name="connsiteX6" fmla="*/ 269 w 6343"/>
                  <a:gd name="connsiteY6" fmla="*/ 3397 h 6345"/>
                  <a:gd name="connsiteX7" fmla="*/ 1198 w 6343"/>
                  <a:gd name="connsiteY7" fmla="*/ 5641 h 6345"/>
                  <a:gd name="connsiteX8" fmla="*/ 3441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70"/>
                    </a:moveTo>
                    <a:cubicBezTo>
                      <a:pt x="4282" y="6570"/>
                      <a:pt x="5089" y="6236"/>
                      <a:pt x="5684" y="5641"/>
                    </a:cubicBezTo>
                    <a:cubicBezTo>
                      <a:pt x="6278" y="5046"/>
                      <a:pt x="6612" y="4239"/>
                      <a:pt x="6612" y="3397"/>
                    </a:cubicBezTo>
                    <a:cubicBezTo>
                      <a:pt x="6612" y="2556"/>
                      <a:pt x="6278" y="1749"/>
                      <a:pt x="5684" y="1154"/>
                    </a:cubicBezTo>
                    <a:cubicBezTo>
                      <a:pt x="5089" y="559"/>
                      <a:pt x="4282" y="224"/>
                      <a:pt x="3441" y="224"/>
                    </a:cubicBezTo>
                    <a:cubicBezTo>
                      <a:pt x="2600" y="224"/>
                      <a:pt x="1793" y="559"/>
                      <a:pt x="1198" y="1154"/>
                    </a:cubicBezTo>
                    <a:cubicBezTo>
                      <a:pt x="603" y="1749"/>
                      <a:pt x="269" y="2556"/>
                      <a:pt x="269" y="3397"/>
                    </a:cubicBezTo>
                    <a:cubicBezTo>
                      <a:pt x="269" y="4239"/>
                      <a:pt x="603" y="5046"/>
                      <a:pt x="1198" y="5641"/>
                    </a:cubicBezTo>
                    <a:cubicBezTo>
                      <a:pt x="1793" y="6236"/>
                      <a:pt x="2600" y="6570"/>
                      <a:pt x="3441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C097BE60-AE4C-10AC-2EDB-36E66502CBDE}"/>
                  </a:ext>
                </a:extLst>
              </p:cNvPr>
              <p:cNvSpPr/>
              <p:nvPr/>
            </p:nvSpPr>
            <p:spPr>
              <a:xfrm>
                <a:off x="4030436" y="5974434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1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69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1" y="2528"/>
                      <a:pt x="251" y="3369"/>
                    </a:cubicBezTo>
                    <a:cubicBezTo>
                      <a:pt x="251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41696A41-7071-E84E-3B7A-684CCA9D61FF}"/>
                  </a:ext>
                </a:extLst>
              </p:cNvPr>
              <p:cNvSpPr/>
              <p:nvPr/>
            </p:nvSpPr>
            <p:spPr>
              <a:xfrm>
                <a:off x="4027438" y="5973040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6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6"/>
                      <a:pt x="3422" y="196"/>
                    </a:cubicBezTo>
                    <a:cubicBezTo>
                      <a:pt x="2581" y="196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B32BF3AE-0E44-E3FB-4541-E0A15455ED97}"/>
                  </a:ext>
                </a:extLst>
              </p:cNvPr>
              <p:cNvSpPr/>
              <p:nvPr/>
            </p:nvSpPr>
            <p:spPr>
              <a:xfrm>
                <a:off x="4026004" y="5974023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45125CCB-E5CA-0819-A5A4-AFEE5DC27DA4}"/>
                  </a:ext>
                </a:extLst>
              </p:cNvPr>
              <p:cNvSpPr/>
              <p:nvPr/>
            </p:nvSpPr>
            <p:spPr>
              <a:xfrm>
                <a:off x="4024437" y="5974797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69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69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A2CFA7E5-7291-EE69-A3C2-34DDBA238D00}"/>
                  </a:ext>
                </a:extLst>
              </p:cNvPr>
              <p:cNvSpPr/>
              <p:nvPr/>
            </p:nvSpPr>
            <p:spPr>
              <a:xfrm>
                <a:off x="4021052" y="5972652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6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69" y="531"/>
                      <a:pt x="4262" y="196"/>
                      <a:pt x="3421" y="196"/>
                    </a:cubicBezTo>
                    <a:cubicBezTo>
                      <a:pt x="2580" y="196"/>
                      <a:pt x="1773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C75B2DB4-3CCF-17DF-4705-0D0557DF88FF}"/>
                  </a:ext>
                </a:extLst>
              </p:cNvPr>
              <p:cNvSpPr/>
              <p:nvPr/>
            </p:nvSpPr>
            <p:spPr>
              <a:xfrm>
                <a:off x="4251528" y="6350408"/>
                <a:ext cx="6343" cy="6345"/>
              </a:xfrm>
              <a:custGeom>
                <a:avLst/>
                <a:gdLst>
                  <a:gd name="connsiteX0" fmla="*/ 3440 w 6343"/>
                  <a:gd name="connsiteY0" fmla="*/ 6572 h 6345"/>
                  <a:gd name="connsiteX1" fmla="*/ 5682 w 6343"/>
                  <a:gd name="connsiteY1" fmla="*/ 5642 h 6345"/>
                  <a:gd name="connsiteX2" fmla="*/ 6611 w 6343"/>
                  <a:gd name="connsiteY2" fmla="*/ 3399 h 6345"/>
                  <a:gd name="connsiteX3" fmla="*/ 5682 w 6343"/>
                  <a:gd name="connsiteY3" fmla="*/ 1155 h 6345"/>
                  <a:gd name="connsiteX4" fmla="*/ 3440 w 6343"/>
                  <a:gd name="connsiteY4" fmla="*/ 226 h 6345"/>
                  <a:gd name="connsiteX5" fmla="*/ 1197 w 6343"/>
                  <a:gd name="connsiteY5" fmla="*/ 1155 h 6345"/>
                  <a:gd name="connsiteX6" fmla="*/ 268 w 6343"/>
                  <a:gd name="connsiteY6" fmla="*/ 3399 h 6345"/>
                  <a:gd name="connsiteX7" fmla="*/ 1197 w 6343"/>
                  <a:gd name="connsiteY7" fmla="*/ 5642 h 6345"/>
                  <a:gd name="connsiteX8" fmla="*/ 3440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72"/>
                    </a:moveTo>
                    <a:cubicBezTo>
                      <a:pt x="4281" y="6572"/>
                      <a:pt x="5087" y="6237"/>
                      <a:pt x="5682" y="5642"/>
                    </a:cubicBezTo>
                    <a:cubicBezTo>
                      <a:pt x="6277" y="5047"/>
                      <a:pt x="6611" y="4240"/>
                      <a:pt x="6611" y="3399"/>
                    </a:cubicBezTo>
                    <a:cubicBezTo>
                      <a:pt x="6611" y="2558"/>
                      <a:pt x="6277" y="1750"/>
                      <a:pt x="5682" y="1155"/>
                    </a:cubicBezTo>
                    <a:cubicBezTo>
                      <a:pt x="5087" y="561"/>
                      <a:pt x="4281" y="226"/>
                      <a:pt x="3440" y="226"/>
                    </a:cubicBezTo>
                    <a:cubicBezTo>
                      <a:pt x="2598" y="226"/>
                      <a:pt x="1792" y="561"/>
                      <a:pt x="1197" y="1155"/>
                    </a:cubicBezTo>
                    <a:cubicBezTo>
                      <a:pt x="602" y="1750"/>
                      <a:pt x="268" y="2558"/>
                      <a:pt x="268" y="3399"/>
                    </a:cubicBezTo>
                    <a:cubicBezTo>
                      <a:pt x="268" y="4240"/>
                      <a:pt x="602" y="5047"/>
                      <a:pt x="1197" y="5642"/>
                    </a:cubicBezTo>
                    <a:cubicBezTo>
                      <a:pt x="1792" y="6237"/>
                      <a:pt x="2598" y="6572"/>
                      <a:pt x="3440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68EE0CFE-17F1-82B6-F6DC-DBE0CB67D7B4}"/>
                  </a:ext>
                </a:extLst>
              </p:cNvPr>
              <p:cNvSpPr/>
              <p:nvPr/>
            </p:nvSpPr>
            <p:spPr>
              <a:xfrm>
                <a:off x="4249256" y="6355202"/>
                <a:ext cx="6343" cy="6345"/>
              </a:xfrm>
              <a:custGeom>
                <a:avLst/>
                <a:gdLst>
                  <a:gd name="connsiteX0" fmla="*/ 3439 w 6343"/>
                  <a:gd name="connsiteY0" fmla="*/ 6572 h 6345"/>
                  <a:gd name="connsiteX1" fmla="*/ 5682 w 6343"/>
                  <a:gd name="connsiteY1" fmla="*/ 5643 h 6345"/>
                  <a:gd name="connsiteX2" fmla="*/ 6611 w 6343"/>
                  <a:gd name="connsiteY2" fmla="*/ 3399 h 6345"/>
                  <a:gd name="connsiteX3" fmla="*/ 5682 w 6343"/>
                  <a:gd name="connsiteY3" fmla="*/ 1156 h 6345"/>
                  <a:gd name="connsiteX4" fmla="*/ 3439 w 6343"/>
                  <a:gd name="connsiteY4" fmla="*/ 227 h 6345"/>
                  <a:gd name="connsiteX5" fmla="*/ 1197 w 6343"/>
                  <a:gd name="connsiteY5" fmla="*/ 1156 h 6345"/>
                  <a:gd name="connsiteX6" fmla="*/ 268 w 6343"/>
                  <a:gd name="connsiteY6" fmla="*/ 3399 h 6345"/>
                  <a:gd name="connsiteX7" fmla="*/ 1197 w 6343"/>
                  <a:gd name="connsiteY7" fmla="*/ 5643 h 6345"/>
                  <a:gd name="connsiteX8" fmla="*/ 3439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72"/>
                    </a:moveTo>
                    <a:cubicBezTo>
                      <a:pt x="4280" y="6572"/>
                      <a:pt x="5087" y="6238"/>
                      <a:pt x="5682" y="5643"/>
                    </a:cubicBezTo>
                    <a:cubicBezTo>
                      <a:pt x="6277" y="5048"/>
                      <a:pt x="6611" y="4241"/>
                      <a:pt x="6611" y="3399"/>
                    </a:cubicBezTo>
                    <a:cubicBezTo>
                      <a:pt x="6611" y="2558"/>
                      <a:pt x="6277" y="1751"/>
                      <a:pt x="5682" y="1156"/>
                    </a:cubicBezTo>
                    <a:cubicBezTo>
                      <a:pt x="5087" y="561"/>
                      <a:pt x="4280" y="227"/>
                      <a:pt x="3439" y="227"/>
                    </a:cubicBezTo>
                    <a:cubicBezTo>
                      <a:pt x="2598" y="227"/>
                      <a:pt x="1791" y="561"/>
                      <a:pt x="1197" y="1156"/>
                    </a:cubicBezTo>
                    <a:cubicBezTo>
                      <a:pt x="602" y="1751"/>
                      <a:pt x="268" y="2558"/>
                      <a:pt x="268" y="3399"/>
                    </a:cubicBezTo>
                    <a:cubicBezTo>
                      <a:pt x="268" y="4241"/>
                      <a:pt x="602" y="5048"/>
                      <a:pt x="1197" y="5643"/>
                    </a:cubicBezTo>
                    <a:cubicBezTo>
                      <a:pt x="1791" y="6238"/>
                      <a:pt x="2598" y="6572"/>
                      <a:pt x="3439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D9716CB3-D5BF-45FA-FA2B-7C081118C445}"/>
                  </a:ext>
                </a:extLst>
              </p:cNvPr>
              <p:cNvSpPr/>
              <p:nvPr/>
            </p:nvSpPr>
            <p:spPr>
              <a:xfrm>
                <a:off x="4016053" y="5974315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8 w 6343"/>
                  <a:gd name="connsiteY5" fmla="*/ 1126 h 6345"/>
                  <a:gd name="connsiteX6" fmla="*/ 249 w 6343"/>
                  <a:gd name="connsiteY6" fmla="*/ 3369 h 6345"/>
                  <a:gd name="connsiteX7" fmla="*/ 1178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4" y="5613"/>
                    </a:cubicBezTo>
                    <a:cubicBezTo>
                      <a:pt x="6258" y="5018"/>
                      <a:pt x="6593" y="4211"/>
                      <a:pt x="6593" y="3369"/>
                    </a:cubicBezTo>
                    <a:cubicBezTo>
                      <a:pt x="6593" y="2528"/>
                      <a:pt x="6258" y="1721"/>
                      <a:pt x="5664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3" y="531"/>
                      <a:pt x="1178" y="1126"/>
                    </a:cubicBezTo>
                    <a:cubicBezTo>
                      <a:pt x="584" y="1721"/>
                      <a:pt x="249" y="2528"/>
                      <a:pt x="249" y="3369"/>
                    </a:cubicBezTo>
                    <a:cubicBezTo>
                      <a:pt x="249" y="4211"/>
                      <a:pt x="584" y="5018"/>
                      <a:pt x="1178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A16468A8-A87F-9B3F-D2C2-244A70CE50D4}"/>
                  </a:ext>
                </a:extLst>
              </p:cNvPr>
              <p:cNvSpPr/>
              <p:nvPr/>
            </p:nvSpPr>
            <p:spPr>
              <a:xfrm>
                <a:off x="4256787" y="6404054"/>
                <a:ext cx="6343" cy="6345"/>
              </a:xfrm>
              <a:custGeom>
                <a:avLst/>
                <a:gdLst>
                  <a:gd name="connsiteX0" fmla="*/ 3440 w 6343"/>
                  <a:gd name="connsiteY0" fmla="*/ 6576 h 6345"/>
                  <a:gd name="connsiteX1" fmla="*/ 5683 w 6343"/>
                  <a:gd name="connsiteY1" fmla="*/ 5647 h 6345"/>
                  <a:gd name="connsiteX2" fmla="*/ 6611 w 6343"/>
                  <a:gd name="connsiteY2" fmla="*/ 3403 h 6345"/>
                  <a:gd name="connsiteX3" fmla="*/ 5683 w 6343"/>
                  <a:gd name="connsiteY3" fmla="*/ 1160 h 6345"/>
                  <a:gd name="connsiteX4" fmla="*/ 3440 w 6343"/>
                  <a:gd name="connsiteY4" fmla="*/ 230 h 6345"/>
                  <a:gd name="connsiteX5" fmla="*/ 1197 w 6343"/>
                  <a:gd name="connsiteY5" fmla="*/ 1160 h 6345"/>
                  <a:gd name="connsiteX6" fmla="*/ 268 w 6343"/>
                  <a:gd name="connsiteY6" fmla="*/ 3403 h 6345"/>
                  <a:gd name="connsiteX7" fmla="*/ 1197 w 6343"/>
                  <a:gd name="connsiteY7" fmla="*/ 5647 h 6345"/>
                  <a:gd name="connsiteX8" fmla="*/ 3440 w 6343"/>
                  <a:gd name="connsiteY8" fmla="*/ 65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76"/>
                    </a:moveTo>
                    <a:cubicBezTo>
                      <a:pt x="4281" y="6576"/>
                      <a:pt x="5088" y="6242"/>
                      <a:pt x="5683" y="5647"/>
                    </a:cubicBezTo>
                    <a:cubicBezTo>
                      <a:pt x="6277" y="5052"/>
                      <a:pt x="6611" y="4245"/>
                      <a:pt x="6611" y="3403"/>
                    </a:cubicBezTo>
                    <a:cubicBezTo>
                      <a:pt x="6611" y="2562"/>
                      <a:pt x="6277" y="1755"/>
                      <a:pt x="5683" y="1160"/>
                    </a:cubicBezTo>
                    <a:cubicBezTo>
                      <a:pt x="5088" y="565"/>
                      <a:pt x="4281" y="230"/>
                      <a:pt x="3440" y="230"/>
                    </a:cubicBezTo>
                    <a:cubicBezTo>
                      <a:pt x="2599" y="230"/>
                      <a:pt x="1792" y="565"/>
                      <a:pt x="1197" y="1160"/>
                    </a:cubicBezTo>
                    <a:cubicBezTo>
                      <a:pt x="603" y="1755"/>
                      <a:pt x="268" y="2562"/>
                      <a:pt x="268" y="3403"/>
                    </a:cubicBezTo>
                    <a:cubicBezTo>
                      <a:pt x="268" y="4245"/>
                      <a:pt x="603" y="5052"/>
                      <a:pt x="1197" y="5647"/>
                    </a:cubicBezTo>
                    <a:cubicBezTo>
                      <a:pt x="1792" y="6242"/>
                      <a:pt x="2599" y="6576"/>
                      <a:pt x="3440" y="65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C55E6818-78AE-C447-A49D-7F2FDECF3592}"/>
                  </a:ext>
                </a:extLst>
              </p:cNvPr>
              <p:cNvSpPr/>
              <p:nvPr/>
            </p:nvSpPr>
            <p:spPr>
              <a:xfrm>
                <a:off x="4204429" y="6329592"/>
                <a:ext cx="6343" cy="6345"/>
              </a:xfrm>
              <a:custGeom>
                <a:avLst/>
                <a:gdLst>
                  <a:gd name="connsiteX0" fmla="*/ 3436 w 6343"/>
                  <a:gd name="connsiteY0" fmla="*/ 6570 h 6345"/>
                  <a:gd name="connsiteX1" fmla="*/ 5678 w 6343"/>
                  <a:gd name="connsiteY1" fmla="*/ 5641 h 6345"/>
                  <a:gd name="connsiteX2" fmla="*/ 6607 w 6343"/>
                  <a:gd name="connsiteY2" fmla="*/ 3397 h 6345"/>
                  <a:gd name="connsiteX3" fmla="*/ 5678 w 6343"/>
                  <a:gd name="connsiteY3" fmla="*/ 1154 h 6345"/>
                  <a:gd name="connsiteX4" fmla="*/ 3436 w 6343"/>
                  <a:gd name="connsiteY4" fmla="*/ 225 h 6345"/>
                  <a:gd name="connsiteX5" fmla="*/ 1193 w 6343"/>
                  <a:gd name="connsiteY5" fmla="*/ 1154 h 6345"/>
                  <a:gd name="connsiteX6" fmla="*/ 264 w 6343"/>
                  <a:gd name="connsiteY6" fmla="*/ 3397 h 6345"/>
                  <a:gd name="connsiteX7" fmla="*/ 1193 w 6343"/>
                  <a:gd name="connsiteY7" fmla="*/ 5641 h 6345"/>
                  <a:gd name="connsiteX8" fmla="*/ 343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70"/>
                    </a:moveTo>
                    <a:cubicBezTo>
                      <a:pt x="4277" y="6570"/>
                      <a:pt x="5084" y="6236"/>
                      <a:pt x="5678" y="5641"/>
                    </a:cubicBezTo>
                    <a:cubicBezTo>
                      <a:pt x="6273" y="5046"/>
                      <a:pt x="6607" y="4239"/>
                      <a:pt x="6607" y="3397"/>
                    </a:cubicBezTo>
                    <a:cubicBezTo>
                      <a:pt x="6607" y="2556"/>
                      <a:pt x="6273" y="1749"/>
                      <a:pt x="5678" y="1154"/>
                    </a:cubicBezTo>
                    <a:cubicBezTo>
                      <a:pt x="5084" y="559"/>
                      <a:pt x="4277" y="225"/>
                      <a:pt x="3436" y="225"/>
                    </a:cubicBezTo>
                    <a:cubicBezTo>
                      <a:pt x="2595" y="225"/>
                      <a:pt x="1788" y="559"/>
                      <a:pt x="1193" y="1154"/>
                    </a:cubicBezTo>
                    <a:cubicBezTo>
                      <a:pt x="598" y="1749"/>
                      <a:pt x="264" y="2556"/>
                      <a:pt x="264" y="3397"/>
                    </a:cubicBezTo>
                    <a:cubicBezTo>
                      <a:pt x="264" y="4239"/>
                      <a:pt x="598" y="5046"/>
                      <a:pt x="1193" y="5641"/>
                    </a:cubicBezTo>
                    <a:cubicBezTo>
                      <a:pt x="1788" y="6236"/>
                      <a:pt x="2595" y="6570"/>
                      <a:pt x="343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A05A2A8F-17FC-6EC1-30FC-CFD73BBC0A24}"/>
                  </a:ext>
                </a:extLst>
              </p:cNvPr>
              <p:cNvSpPr/>
              <p:nvPr/>
            </p:nvSpPr>
            <p:spPr>
              <a:xfrm>
                <a:off x="4244422" y="6411007"/>
                <a:ext cx="6343" cy="6345"/>
              </a:xfrm>
              <a:custGeom>
                <a:avLst/>
                <a:gdLst>
                  <a:gd name="connsiteX0" fmla="*/ 3439 w 6343"/>
                  <a:gd name="connsiteY0" fmla="*/ 6576 h 6345"/>
                  <a:gd name="connsiteX1" fmla="*/ 5682 w 6343"/>
                  <a:gd name="connsiteY1" fmla="*/ 5647 h 6345"/>
                  <a:gd name="connsiteX2" fmla="*/ 6611 w 6343"/>
                  <a:gd name="connsiteY2" fmla="*/ 3404 h 6345"/>
                  <a:gd name="connsiteX3" fmla="*/ 5682 w 6343"/>
                  <a:gd name="connsiteY3" fmla="*/ 1160 h 6345"/>
                  <a:gd name="connsiteX4" fmla="*/ 3439 w 6343"/>
                  <a:gd name="connsiteY4" fmla="*/ 231 h 6345"/>
                  <a:gd name="connsiteX5" fmla="*/ 1196 w 6343"/>
                  <a:gd name="connsiteY5" fmla="*/ 1160 h 6345"/>
                  <a:gd name="connsiteX6" fmla="*/ 267 w 6343"/>
                  <a:gd name="connsiteY6" fmla="*/ 3404 h 6345"/>
                  <a:gd name="connsiteX7" fmla="*/ 1196 w 6343"/>
                  <a:gd name="connsiteY7" fmla="*/ 5647 h 6345"/>
                  <a:gd name="connsiteX8" fmla="*/ 3439 w 6343"/>
                  <a:gd name="connsiteY8" fmla="*/ 65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76"/>
                    </a:moveTo>
                    <a:cubicBezTo>
                      <a:pt x="4280" y="6576"/>
                      <a:pt x="5087" y="6242"/>
                      <a:pt x="5682" y="5647"/>
                    </a:cubicBezTo>
                    <a:cubicBezTo>
                      <a:pt x="6276" y="5052"/>
                      <a:pt x="6611" y="4245"/>
                      <a:pt x="6611" y="3404"/>
                    </a:cubicBezTo>
                    <a:cubicBezTo>
                      <a:pt x="6611" y="2562"/>
                      <a:pt x="6276" y="1755"/>
                      <a:pt x="5682" y="1160"/>
                    </a:cubicBezTo>
                    <a:cubicBezTo>
                      <a:pt x="5087" y="565"/>
                      <a:pt x="4280" y="231"/>
                      <a:pt x="3439" y="231"/>
                    </a:cubicBezTo>
                    <a:cubicBezTo>
                      <a:pt x="2598" y="231"/>
                      <a:pt x="1791" y="565"/>
                      <a:pt x="1196" y="1160"/>
                    </a:cubicBezTo>
                    <a:cubicBezTo>
                      <a:pt x="602" y="1755"/>
                      <a:pt x="267" y="2562"/>
                      <a:pt x="267" y="3404"/>
                    </a:cubicBezTo>
                    <a:cubicBezTo>
                      <a:pt x="267" y="4245"/>
                      <a:pt x="602" y="5052"/>
                      <a:pt x="1196" y="5647"/>
                    </a:cubicBezTo>
                    <a:cubicBezTo>
                      <a:pt x="1791" y="6242"/>
                      <a:pt x="2598" y="6576"/>
                      <a:pt x="3439" y="65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4D3F403E-0952-A0F2-6903-16B01C9C0800}"/>
                  </a:ext>
                </a:extLst>
              </p:cNvPr>
              <p:cNvSpPr/>
              <p:nvPr/>
            </p:nvSpPr>
            <p:spPr>
              <a:xfrm>
                <a:off x="4332902" y="6636349"/>
                <a:ext cx="6343" cy="6345"/>
              </a:xfrm>
              <a:custGeom>
                <a:avLst/>
                <a:gdLst>
                  <a:gd name="connsiteX0" fmla="*/ 3446 w 6343"/>
                  <a:gd name="connsiteY0" fmla="*/ 6594 h 6345"/>
                  <a:gd name="connsiteX1" fmla="*/ 5689 w 6343"/>
                  <a:gd name="connsiteY1" fmla="*/ 5665 h 6345"/>
                  <a:gd name="connsiteX2" fmla="*/ 6617 w 6343"/>
                  <a:gd name="connsiteY2" fmla="*/ 3421 h 6345"/>
                  <a:gd name="connsiteX3" fmla="*/ 5689 w 6343"/>
                  <a:gd name="connsiteY3" fmla="*/ 1178 h 6345"/>
                  <a:gd name="connsiteX4" fmla="*/ 3446 w 6343"/>
                  <a:gd name="connsiteY4" fmla="*/ 249 h 6345"/>
                  <a:gd name="connsiteX5" fmla="*/ 1203 w 6343"/>
                  <a:gd name="connsiteY5" fmla="*/ 1178 h 6345"/>
                  <a:gd name="connsiteX6" fmla="*/ 274 w 6343"/>
                  <a:gd name="connsiteY6" fmla="*/ 3421 h 6345"/>
                  <a:gd name="connsiteX7" fmla="*/ 1203 w 6343"/>
                  <a:gd name="connsiteY7" fmla="*/ 5665 h 6345"/>
                  <a:gd name="connsiteX8" fmla="*/ 3446 w 6343"/>
                  <a:gd name="connsiteY8" fmla="*/ 65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94"/>
                    </a:moveTo>
                    <a:cubicBezTo>
                      <a:pt x="4287" y="6594"/>
                      <a:pt x="5094" y="6260"/>
                      <a:pt x="5689" y="5665"/>
                    </a:cubicBezTo>
                    <a:cubicBezTo>
                      <a:pt x="6283" y="5070"/>
                      <a:pt x="6617" y="4263"/>
                      <a:pt x="6617" y="3421"/>
                    </a:cubicBezTo>
                    <a:cubicBezTo>
                      <a:pt x="6617" y="2580"/>
                      <a:pt x="6283" y="1773"/>
                      <a:pt x="5689" y="1178"/>
                    </a:cubicBezTo>
                    <a:cubicBezTo>
                      <a:pt x="5094" y="583"/>
                      <a:pt x="4287" y="249"/>
                      <a:pt x="3446" y="249"/>
                    </a:cubicBezTo>
                    <a:cubicBezTo>
                      <a:pt x="2605" y="249"/>
                      <a:pt x="1798" y="583"/>
                      <a:pt x="1203" y="1178"/>
                    </a:cubicBezTo>
                    <a:cubicBezTo>
                      <a:pt x="609" y="1773"/>
                      <a:pt x="274" y="2580"/>
                      <a:pt x="274" y="3421"/>
                    </a:cubicBezTo>
                    <a:cubicBezTo>
                      <a:pt x="274" y="4263"/>
                      <a:pt x="609" y="5070"/>
                      <a:pt x="1203" y="5665"/>
                    </a:cubicBezTo>
                    <a:cubicBezTo>
                      <a:pt x="1798" y="6260"/>
                      <a:pt x="2605" y="6594"/>
                      <a:pt x="3446" y="65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0BA8A237-C94A-E69E-ADA8-5118B3D3EADD}"/>
                  </a:ext>
                </a:extLst>
              </p:cNvPr>
              <p:cNvSpPr/>
              <p:nvPr/>
            </p:nvSpPr>
            <p:spPr>
              <a:xfrm>
                <a:off x="4327155" y="6638730"/>
                <a:ext cx="6343" cy="6345"/>
              </a:xfrm>
              <a:custGeom>
                <a:avLst/>
                <a:gdLst>
                  <a:gd name="connsiteX0" fmla="*/ 3445 w 6343"/>
                  <a:gd name="connsiteY0" fmla="*/ 6594 h 6345"/>
                  <a:gd name="connsiteX1" fmla="*/ 5688 w 6343"/>
                  <a:gd name="connsiteY1" fmla="*/ 5665 h 6345"/>
                  <a:gd name="connsiteX2" fmla="*/ 6617 w 6343"/>
                  <a:gd name="connsiteY2" fmla="*/ 3422 h 6345"/>
                  <a:gd name="connsiteX3" fmla="*/ 5688 w 6343"/>
                  <a:gd name="connsiteY3" fmla="*/ 1178 h 6345"/>
                  <a:gd name="connsiteX4" fmla="*/ 3445 w 6343"/>
                  <a:gd name="connsiteY4" fmla="*/ 249 h 6345"/>
                  <a:gd name="connsiteX5" fmla="*/ 1203 w 6343"/>
                  <a:gd name="connsiteY5" fmla="*/ 1178 h 6345"/>
                  <a:gd name="connsiteX6" fmla="*/ 274 w 6343"/>
                  <a:gd name="connsiteY6" fmla="*/ 3422 h 6345"/>
                  <a:gd name="connsiteX7" fmla="*/ 1203 w 6343"/>
                  <a:gd name="connsiteY7" fmla="*/ 5665 h 6345"/>
                  <a:gd name="connsiteX8" fmla="*/ 3445 w 6343"/>
                  <a:gd name="connsiteY8" fmla="*/ 65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94"/>
                    </a:moveTo>
                    <a:cubicBezTo>
                      <a:pt x="4287" y="6594"/>
                      <a:pt x="5093" y="6260"/>
                      <a:pt x="5688" y="5665"/>
                    </a:cubicBezTo>
                    <a:cubicBezTo>
                      <a:pt x="6283" y="5070"/>
                      <a:pt x="6617" y="4263"/>
                      <a:pt x="6617" y="3422"/>
                    </a:cubicBezTo>
                    <a:cubicBezTo>
                      <a:pt x="6617" y="2580"/>
                      <a:pt x="6283" y="1773"/>
                      <a:pt x="5688" y="1178"/>
                    </a:cubicBezTo>
                    <a:cubicBezTo>
                      <a:pt x="5093" y="583"/>
                      <a:pt x="4287" y="249"/>
                      <a:pt x="3445" y="249"/>
                    </a:cubicBezTo>
                    <a:cubicBezTo>
                      <a:pt x="2604" y="249"/>
                      <a:pt x="1798" y="583"/>
                      <a:pt x="1203" y="1178"/>
                    </a:cubicBezTo>
                    <a:cubicBezTo>
                      <a:pt x="608" y="1773"/>
                      <a:pt x="274" y="2580"/>
                      <a:pt x="274" y="3422"/>
                    </a:cubicBezTo>
                    <a:cubicBezTo>
                      <a:pt x="274" y="4263"/>
                      <a:pt x="608" y="5070"/>
                      <a:pt x="1203" y="5665"/>
                    </a:cubicBezTo>
                    <a:cubicBezTo>
                      <a:pt x="1798" y="6260"/>
                      <a:pt x="2604" y="6594"/>
                      <a:pt x="3445" y="65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B131C915-965F-8B5B-FDE1-0B74F7ACC470}"/>
                  </a:ext>
                </a:extLst>
              </p:cNvPr>
              <p:cNvSpPr/>
              <p:nvPr/>
            </p:nvSpPr>
            <p:spPr>
              <a:xfrm>
                <a:off x="3990670" y="5973006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2 w 6343"/>
                  <a:gd name="connsiteY1" fmla="*/ 5613 h 6345"/>
                  <a:gd name="connsiteX2" fmla="*/ 6591 w 6343"/>
                  <a:gd name="connsiteY2" fmla="*/ 3369 h 6345"/>
                  <a:gd name="connsiteX3" fmla="*/ 5662 w 6343"/>
                  <a:gd name="connsiteY3" fmla="*/ 1126 h 6345"/>
                  <a:gd name="connsiteX4" fmla="*/ 3419 w 6343"/>
                  <a:gd name="connsiteY4" fmla="*/ 196 h 6345"/>
                  <a:gd name="connsiteX5" fmla="*/ 1176 w 6343"/>
                  <a:gd name="connsiteY5" fmla="*/ 1126 h 6345"/>
                  <a:gd name="connsiteX6" fmla="*/ 247 w 6343"/>
                  <a:gd name="connsiteY6" fmla="*/ 3369 h 6345"/>
                  <a:gd name="connsiteX7" fmla="*/ 1176 w 6343"/>
                  <a:gd name="connsiteY7" fmla="*/ 5613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0" y="6542"/>
                      <a:pt x="5067" y="6208"/>
                      <a:pt x="5662" y="5613"/>
                    </a:cubicBezTo>
                    <a:cubicBezTo>
                      <a:pt x="6256" y="5018"/>
                      <a:pt x="6591" y="4211"/>
                      <a:pt x="6591" y="3369"/>
                    </a:cubicBezTo>
                    <a:cubicBezTo>
                      <a:pt x="6591" y="2528"/>
                      <a:pt x="6256" y="1721"/>
                      <a:pt x="5662" y="1126"/>
                    </a:cubicBezTo>
                    <a:cubicBezTo>
                      <a:pt x="5067" y="531"/>
                      <a:pt x="4260" y="196"/>
                      <a:pt x="3419" y="196"/>
                    </a:cubicBezTo>
                    <a:cubicBezTo>
                      <a:pt x="2578" y="196"/>
                      <a:pt x="1771" y="531"/>
                      <a:pt x="1176" y="1126"/>
                    </a:cubicBezTo>
                    <a:cubicBezTo>
                      <a:pt x="582" y="1721"/>
                      <a:pt x="247" y="2528"/>
                      <a:pt x="247" y="3369"/>
                    </a:cubicBezTo>
                    <a:cubicBezTo>
                      <a:pt x="247" y="4211"/>
                      <a:pt x="582" y="5018"/>
                      <a:pt x="1176" y="5613"/>
                    </a:cubicBezTo>
                    <a:cubicBezTo>
                      <a:pt x="1771" y="6208"/>
                      <a:pt x="2578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1E6A0ECF-8818-15F5-C71F-EFFA8EA45936}"/>
                  </a:ext>
                </a:extLst>
              </p:cNvPr>
              <p:cNvSpPr/>
              <p:nvPr/>
            </p:nvSpPr>
            <p:spPr>
              <a:xfrm>
                <a:off x="4142060" y="6323506"/>
                <a:ext cx="6343" cy="6345"/>
              </a:xfrm>
              <a:custGeom>
                <a:avLst/>
                <a:gdLst>
                  <a:gd name="connsiteX0" fmla="*/ 3431 w 6343"/>
                  <a:gd name="connsiteY0" fmla="*/ 6570 h 6345"/>
                  <a:gd name="connsiteX1" fmla="*/ 5674 w 6343"/>
                  <a:gd name="connsiteY1" fmla="*/ 5640 h 6345"/>
                  <a:gd name="connsiteX2" fmla="*/ 6602 w 6343"/>
                  <a:gd name="connsiteY2" fmla="*/ 3397 h 6345"/>
                  <a:gd name="connsiteX3" fmla="*/ 5674 w 6343"/>
                  <a:gd name="connsiteY3" fmla="*/ 1153 h 6345"/>
                  <a:gd name="connsiteX4" fmla="*/ 3431 w 6343"/>
                  <a:gd name="connsiteY4" fmla="*/ 224 h 6345"/>
                  <a:gd name="connsiteX5" fmla="*/ 1188 w 6343"/>
                  <a:gd name="connsiteY5" fmla="*/ 1153 h 6345"/>
                  <a:gd name="connsiteX6" fmla="*/ 259 w 6343"/>
                  <a:gd name="connsiteY6" fmla="*/ 3397 h 6345"/>
                  <a:gd name="connsiteX7" fmla="*/ 1188 w 6343"/>
                  <a:gd name="connsiteY7" fmla="*/ 5640 h 6345"/>
                  <a:gd name="connsiteX8" fmla="*/ 3431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70"/>
                    </a:moveTo>
                    <a:cubicBezTo>
                      <a:pt x="4272" y="6570"/>
                      <a:pt x="5079" y="6235"/>
                      <a:pt x="5674" y="5640"/>
                    </a:cubicBezTo>
                    <a:cubicBezTo>
                      <a:pt x="6268" y="5045"/>
                      <a:pt x="6602" y="4238"/>
                      <a:pt x="6602" y="3397"/>
                    </a:cubicBezTo>
                    <a:cubicBezTo>
                      <a:pt x="6602" y="2555"/>
                      <a:pt x="6268" y="1748"/>
                      <a:pt x="5674" y="1153"/>
                    </a:cubicBezTo>
                    <a:cubicBezTo>
                      <a:pt x="5079" y="558"/>
                      <a:pt x="4272" y="224"/>
                      <a:pt x="3431" y="224"/>
                    </a:cubicBezTo>
                    <a:cubicBezTo>
                      <a:pt x="2590" y="224"/>
                      <a:pt x="1783" y="558"/>
                      <a:pt x="1188" y="1153"/>
                    </a:cubicBezTo>
                    <a:cubicBezTo>
                      <a:pt x="594" y="1748"/>
                      <a:pt x="259" y="2555"/>
                      <a:pt x="259" y="3397"/>
                    </a:cubicBezTo>
                    <a:cubicBezTo>
                      <a:pt x="259" y="4238"/>
                      <a:pt x="594" y="5045"/>
                      <a:pt x="1188" y="5640"/>
                    </a:cubicBezTo>
                    <a:cubicBezTo>
                      <a:pt x="1783" y="6235"/>
                      <a:pt x="2590" y="6570"/>
                      <a:pt x="3431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A52E806A-1707-2625-2B40-510DC071265C}"/>
                  </a:ext>
                </a:extLst>
              </p:cNvPr>
              <p:cNvSpPr/>
              <p:nvPr/>
            </p:nvSpPr>
            <p:spPr>
              <a:xfrm>
                <a:off x="4139426" y="6327317"/>
                <a:ext cx="6343" cy="6345"/>
              </a:xfrm>
              <a:custGeom>
                <a:avLst/>
                <a:gdLst>
                  <a:gd name="connsiteX0" fmla="*/ 3431 w 6343"/>
                  <a:gd name="connsiteY0" fmla="*/ 6570 h 6345"/>
                  <a:gd name="connsiteX1" fmla="*/ 5673 w 6343"/>
                  <a:gd name="connsiteY1" fmla="*/ 5641 h 6345"/>
                  <a:gd name="connsiteX2" fmla="*/ 6602 w 6343"/>
                  <a:gd name="connsiteY2" fmla="*/ 3397 h 6345"/>
                  <a:gd name="connsiteX3" fmla="*/ 5673 w 6343"/>
                  <a:gd name="connsiteY3" fmla="*/ 1154 h 6345"/>
                  <a:gd name="connsiteX4" fmla="*/ 3431 w 6343"/>
                  <a:gd name="connsiteY4" fmla="*/ 224 h 6345"/>
                  <a:gd name="connsiteX5" fmla="*/ 1188 w 6343"/>
                  <a:gd name="connsiteY5" fmla="*/ 1154 h 6345"/>
                  <a:gd name="connsiteX6" fmla="*/ 259 w 6343"/>
                  <a:gd name="connsiteY6" fmla="*/ 3397 h 6345"/>
                  <a:gd name="connsiteX7" fmla="*/ 1188 w 6343"/>
                  <a:gd name="connsiteY7" fmla="*/ 5641 h 6345"/>
                  <a:gd name="connsiteX8" fmla="*/ 3431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70"/>
                    </a:moveTo>
                    <a:cubicBezTo>
                      <a:pt x="4272" y="6570"/>
                      <a:pt x="5079" y="6236"/>
                      <a:pt x="5673" y="5641"/>
                    </a:cubicBezTo>
                    <a:cubicBezTo>
                      <a:pt x="6268" y="5046"/>
                      <a:pt x="6602" y="4239"/>
                      <a:pt x="6602" y="3397"/>
                    </a:cubicBezTo>
                    <a:cubicBezTo>
                      <a:pt x="6602" y="2556"/>
                      <a:pt x="6268" y="1749"/>
                      <a:pt x="5673" y="1154"/>
                    </a:cubicBezTo>
                    <a:cubicBezTo>
                      <a:pt x="5079" y="559"/>
                      <a:pt x="4272" y="224"/>
                      <a:pt x="3431" y="224"/>
                    </a:cubicBezTo>
                    <a:cubicBezTo>
                      <a:pt x="2590" y="224"/>
                      <a:pt x="1783" y="559"/>
                      <a:pt x="1188" y="1154"/>
                    </a:cubicBezTo>
                    <a:cubicBezTo>
                      <a:pt x="593" y="1749"/>
                      <a:pt x="259" y="2556"/>
                      <a:pt x="259" y="3397"/>
                    </a:cubicBezTo>
                    <a:cubicBezTo>
                      <a:pt x="259" y="4239"/>
                      <a:pt x="593" y="5046"/>
                      <a:pt x="1188" y="5641"/>
                    </a:cubicBezTo>
                    <a:cubicBezTo>
                      <a:pt x="1783" y="6236"/>
                      <a:pt x="2590" y="6570"/>
                      <a:pt x="3431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7F8D1E6A-BEED-EF52-56B3-EBA7102BFE8B}"/>
                  </a:ext>
                </a:extLst>
              </p:cNvPr>
              <p:cNvSpPr/>
              <p:nvPr/>
            </p:nvSpPr>
            <p:spPr>
              <a:xfrm>
                <a:off x="4307886" y="6751194"/>
                <a:ext cx="6343" cy="6345"/>
              </a:xfrm>
              <a:custGeom>
                <a:avLst/>
                <a:gdLst>
                  <a:gd name="connsiteX0" fmla="*/ 3444 w 6343"/>
                  <a:gd name="connsiteY0" fmla="*/ 6603 h 6345"/>
                  <a:gd name="connsiteX1" fmla="*/ 5687 w 6343"/>
                  <a:gd name="connsiteY1" fmla="*/ 5674 h 6345"/>
                  <a:gd name="connsiteX2" fmla="*/ 6616 w 6343"/>
                  <a:gd name="connsiteY2" fmla="*/ 3431 h 6345"/>
                  <a:gd name="connsiteX3" fmla="*/ 5687 w 6343"/>
                  <a:gd name="connsiteY3" fmla="*/ 1187 h 6345"/>
                  <a:gd name="connsiteX4" fmla="*/ 3444 w 6343"/>
                  <a:gd name="connsiteY4" fmla="*/ 258 h 6345"/>
                  <a:gd name="connsiteX5" fmla="*/ 1201 w 6343"/>
                  <a:gd name="connsiteY5" fmla="*/ 1187 h 6345"/>
                  <a:gd name="connsiteX6" fmla="*/ 272 w 6343"/>
                  <a:gd name="connsiteY6" fmla="*/ 3431 h 6345"/>
                  <a:gd name="connsiteX7" fmla="*/ 1201 w 6343"/>
                  <a:gd name="connsiteY7" fmla="*/ 5674 h 6345"/>
                  <a:gd name="connsiteX8" fmla="*/ 3444 w 6343"/>
                  <a:gd name="connsiteY8" fmla="*/ 66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603"/>
                    </a:moveTo>
                    <a:cubicBezTo>
                      <a:pt x="4285" y="6603"/>
                      <a:pt x="5092" y="6269"/>
                      <a:pt x="5687" y="5674"/>
                    </a:cubicBezTo>
                    <a:cubicBezTo>
                      <a:pt x="6281" y="5079"/>
                      <a:pt x="6616" y="4272"/>
                      <a:pt x="6616" y="3431"/>
                    </a:cubicBezTo>
                    <a:cubicBezTo>
                      <a:pt x="6616" y="2589"/>
                      <a:pt x="6281" y="1782"/>
                      <a:pt x="5687" y="1187"/>
                    </a:cubicBezTo>
                    <a:cubicBezTo>
                      <a:pt x="5092" y="592"/>
                      <a:pt x="4285" y="258"/>
                      <a:pt x="3444" y="258"/>
                    </a:cubicBezTo>
                    <a:cubicBezTo>
                      <a:pt x="2603" y="258"/>
                      <a:pt x="1796" y="592"/>
                      <a:pt x="1201" y="1187"/>
                    </a:cubicBezTo>
                    <a:cubicBezTo>
                      <a:pt x="607" y="1782"/>
                      <a:pt x="272" y="2589"/>
                      <a:pt x="272" y="3431"/>
                    </a:cubicBezTo>
                    <a:cubicBezTo>
                      <a:pt x="272" y="4272"/>
                      <a:pt x="607" y="5079"/>
                      <a:pt x="1201" y="5674"/>
                    </a:cubicBezTo>
                    <a:cubicBezTo>
                      <a:pt x="1796" y="6269"/>
                      <a:pt x="2603" y="6603"/>
                      <a:pt x="3444" y="66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F2D833E1-9D18-C25F-5E70-4B9E69FDB490}"/>
                  </a:ext>
                </a:extLst>
              </p:cNvPr>
              <p:cNvSpPr/>
              <p:nvPr/>
            </p:nvSpPr>
            <p:spPr>
              <a:xfrm>
                <a:off x="3972996" y="5972884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8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9" y="196"/>
                      <a:pt x="3418" y="196"/>
                    </a:cubicBezTo>
                    <a:cubicBezTo>
                      <a:pt x="2576" y="196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8"/>
                      <a:pt x="2576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9197D1F8-7644-0F75-2398-0460667D459B}"/>
                  </a:ext>
                </a:extLst>
              </p:cNvPr>
              <p:cNvSpPr/>
              <p:nvPr/>
            </p:nvSpPr>
            <p:spPr>
              <a:xfrm>
                <a:off x="4293666" y="6752276"/>
                <a:ext cx="6343" cy="6345"/>
              </a:xfrm>
              <a:custGeom>
                <a:avLst/>
                <a:gdLst>
                  <a:gd name="connsiteX0" fmla="*/ 3443 w 6343"/>
                  <a:gd name="connsiteY0" fmla="*/ 6603 h 6345"/>
                  <a:gd name="connsiteX1" fmla="*/ 5685 w 6343"/>
                  <a:gd name="connsiteY1" fmla="*/ 5674 h 6345"/>
                  <a:gd name="connsiteX2" fmla="*/ 6614 w 6343"/>
                  <a:gd name="connsiteY2" fmla="*/ 3431 h 6345"/>
                  <a:gd name="connsiteX3" fmla="*/ 5685 w 6343"/>
                  <a:gd name="connsiteY3" fmla="*/ 1187 h 6345"/>
                  <a:gd name="connsiteX4" fmla="*/ 3443 w 6343"/>
                  <a:gd name="connsiteY4" fmla="*/ 258 h 6345"/>
                  <a:gd name="connsiteX5" fmla="*/ 1200 w 6343"/>
                  <a:gd name="connsiteY5" fmla="*/ 1187 h 6345"/>
                  <a:gd name="connsiteX6" fmla="*/ 271 w 6343"/>
                  <a:gd name="connsiteY6" fmla="*/ 3431 h 6345"/>
                  <a:gd name="connsiteX7" fmla="*/ 1200 w 6343"/>
                  <a:gd name="connsiteY7" fmla="*/ 5674 h 6345"/>
                  <a:gd name="connsiteX8" fmla="*/ 3443 w 6343"/>
                  <a:gd name="connsiteY8" fmla="*/ 66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603"/>
                    </a:moveTo>
                    <a:cubicBezTo>
                      <a:pt x="4284" y="6603"/>
                      <a:pt x="5091" y="6269"/>
                      <a:pt x="5685" y="5674"/>
                    </a:cubicBezTo>
                    <a:cubicBezTo>
                      <a:pt x="6280" y="5079"/>
                      <a:pt x="6614" y="4272"/>
                      <a:pt x="6614" y="3431"/>
                    </a:cubicBezTo>
                    <a:cubicBezTo>
                      <a:pt x="6614" y="2589"/>
                      <a:pt x="6280" y="1782"/>
                      <a:pt x="5685" y="1187"/>
                    </a:cubicBezTo>
                    <a:cubicBezTo>
                      <a:pt x="5091" y="592"/>
                      <a:pt x="4284" y="258"/>
                      <a:pt x="3443" y="258"/>
                    </a:cubicBezTo>
                    <a:cubicBezTo>
                      <a:pt x="2602" y="258"/>
                      <a:pt x="1795" y="592"/>
                      <a:pt x="1200" y="1187"/>
                    </a:cubicBezTo>
                    <a:cubicBezTo>
                      <a:pt x="605" y="1782"/>
                      <a:pt x="271" y="2589"/>
                      <a:pt x="271" y="3431"/>
                    </a:cubicBezTo>
                    <a:cubicBezTo>
                      <a:pt x="271" y="4272"/>
                      <a:pt x="605" y="5079"/>
                      <a:pt x="1200" y="5674"/>
                    </a:cubicBezTo>
                    <a:cubicBezTo>
                      <a:pt x="1795" y="6269"/>
                      <a:pt x="2602" y="6603"/>
                      <a:pt x="3443" y="66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7A9383E1-EFAB-D905-1C26-B0F00D0D4553}"/>
                  </a:ext>
                </a:extLst>
              </p:cNvPr>
              <p:cNvSpPr/>
              <p:nvPr/>
            </p:nvSpPr>
            <p:spPr>
              <a:xfrm>
                <a:off x="3969863" y="5973563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6DBA8A86-9FA4-D47D-BC82-85A1B60B0EEA}"/>
                  </a:ext>
                </a:extLst>
              </p:cNvPr>
              <p:cNvSpPr/>
              <p:nvPr/>
            </p:nvSpPr>
            <p:spPr>
              <a:xfrm>
                <a:off x="3966777" y="5970085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2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6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2"/>
                    </a:cubicBezTo>
                    <a:cubicBezTo>
                      <a:pt x="6254" y="5017"/>
                      <a:pt x="6589" y="4210"/>
                      <a:pt x="6589" y="3369"/>
                    </a:cubicBezTo>
                    <a:cubicBezTo>
                      <a:pt x="6589" y="2528"/>
                      <a:pt x="6254" y="1720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0"/>
                      <a:pt x="246" y="2528"/>
                      <a:pt x="246" y="3369"/>
                    </a:cubicBezTo>
                    <a:cubicBezTo>
                      <a:pt x="246" y="4210"/>
                      <a:pt x="580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068999A7-D565-10C5-D739-1EE794101669}"/>
                  </a:ext>
                </a:extLst>
              </p:cNvPr>
              <p:cNvSpPr/>
              <p:nvPr/>
            </p:nvSpPr>
            <p:spPr>
              <a:xfrm>
                <a:off x="3965076" y="5969991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2 h 6345"/>
                  <a:gd name="connsiteX2" fmla="*/ 6588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8"/>
                      <a:pt x="6254" y="1720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0"/>
                      <a:pt x="245" y="2528"/>
                      <a:pt x="245" y="3369"/>
                    </a:cubicBezTo>
                    <a:cubicBezTo>
                      <a:pt x="245" y="4210"/>
                      <a:pt x="580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EE0DD568-7AE9-D6B8-2B5F-0F0037D8DC2C}"/>
                  </a:ext>
                </a:extLst>
              </p:cNvPr>
              <p:cNvSpPr/>
              <p:nvPr/>
            </p:nvSpPr>
            <p:spPr>
              <a:xfrm>
                <a:off x="3963277" y="5969618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8"/>
                      <a:pt x="6254" y="1720"/>
                      <a:pt x="5659" y="1125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5"/>
                    </a:cubicBezTo>
                    <a:cubicBezTo>
                      <a:pt x="579" y="1720"/>
                      <a:pt x="245" y="2528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2F801FE4-34F7-738B-BB80-A1A1337482BF}"/>
                  </a:ext>
                </a:extLst>
              </p:cNvPr>
              <p:cNvSpPr/>
              <p:nvPr/>
            </p:nvSpPr>
            <p:spPr>
              <a:xfrm>
                <a:off x="3962093" y="5970835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18F2A2BA-40F4-6F73-0C14-77AE205F2839}"/>
                  </a:ext>
                </a:extLst>
              </p:cNvPr>
              <p:cNvSpPr/>
              <p:nvPr/>
            </p:nvSpPr>
            <p:spPr>
              <a:xfrm>
                <a:off x="3960698" y="5971511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4" y="6207"/>
                      <a:pt x="5659" y="5613"/>
                    </a:cubicBezTo>
                    <a:cubicBezTo>
                      <a:pt x="6254" y="5018"/>
                      <a:pt x="6588" y="4210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4" y="531"/>
                      <a:pt x="4258" y="196"/>
                      <a:pt x="3417" y="196"/>
                    </a:cubicBezTo>
                    <a:cubicBezTo>
                      <a:pt x="2575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0"/>
                      <a:pt x="579" y="5018"/>
                      <a:pt x="1174" y="5613"/>
                    </a:cubicBezTo>
                    <a:cubicBezTo>
                      <a:pt x="1769" y="6207"/>
                      <a:pt x="2575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F6C7CF1E-42D5-E0E6-3C80-01766E7DF9A5}"/>
                  </a:ext>
                </a:extLst>
              </p:cNvPr>
              <p:cNvSpPr/>
              <p:nvPr/>
            </p:nvSpPr>
            <p:spPr>
              <a:xfrm>
                <a:off x="3958646" y="5970389"/>
                <a:ext cx="6343" cy="6345"/>
              </a:xfrm>
              <a:custGeom>
                <a:avLst/>
                <a:gdLst>
                  <a:gd name="connsiteX0" fmla="*/ 3416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6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42"/>
                    </a:moveTo>
                    <a:cubicBezTo>
                      <a:pt x="4258" y="6542"/>
                      <a:pt x="5064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4" y="531"/>
                      <a:pt x="4258" y="196"/>
                      <a:pt x="3416" y="196"/>
                    </a:cubicBezTo>
                    <a:cubicBezTo>
                      <a:pt x="2575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5" y="6542"/>
                      <a:pt x="341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86D76AEC-5A9A-44C5-94DE-3BB66292EA28}"/>
                  </a:ext>
                </a:extLst>
              </p:cNvPr>
              <p:cNvSpPr/>
              <p:nvPr/>
            </p:nvSpPr>
            <p:spPr>
              <a:xfrm>
                <a:off x="4077745" y="6319599"/>
                <a:ext cx="6343" cy="6345"/>
              </a:xfrm>
              <a:custGeom>
                <a:avLst/>
                <a:gdLst>
                  <a:gd name="connsiteX0" fmla="*/ 3426 w 6343"/>
                  <a:gd name="connsiteY0" fmla="*/ 6569 h 6345"/>
                  <a:gd name="connsiteX1" fmla="*/ 5668 w 6343"/>
                  <a:gd name="connsiteY1" fmla="*/ 5640 h 6345"/>
                  <a:gd name="connsiteX2" fmla="*/ 6597 w 6343"/>
                  <a:gd name="connsiteY2" fmla="*/ 3397 h 6345"/>
                  <a:gd name="connsiteX3" fmla="*/ 5668 w 6343"/>
                  <a:gd name="connsiteY3" fmla="*/ 1153 h 6345"/>
                  <a:gd name="connsiteX4" fmla="*/ 3426 w 6343"/>
                  <a:gd name="connsiteY4" fmla="*/ 224 h 6345"/>
                  <a:gd name="connsiteX5" fmla="*/ 1183 w 6343"/>
                  <a:gd name="connsiteY5" fmla="*/ 1153 h 6345"/>
                  <a:gd name="connsiteX6" fmla="*/ 254 w 6343"/>
                  <a:gd name="connsiteY6" fmla="*/ 3397 h 6345"/>
                  <a:gd name="connsiteX7" fmla="*/ 1183 w 6343"/>
                  <a:gd name="connsiteY7" fmla="*/ 5640 h 6345"/>
                  <a:gd name="connsiteX8" fmla="*/ 3426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69"/>
                    </a:moveTo>
                    <a:cubicBezTo>
                      <a:pt x="4267" y="6569"/>
                      <a:pt x="5074" y="6235"/>
                      <a:pt x="5668" y="5640"/>
                    </a:cubicBezTo>
                    <a:cubicBezTo>
                      <a:pt x="6263" y="5045"/>
                      <a:pt x="6597" y="4238"/>
                      <a:pt x="6597" y="3397"/>
                    </a:cubicBezTo>
                    <a:cubicBezTo>
                      <a:pt x="6597" y="2555"/>
                      <a:pt x="6263" y="1748"/>
                      <a:pt x="5668" y="1153"/>
                    </a:cubicBezTo>
                    <a:cubicBezTo>
                      <a:pt x="5074" y="558"/>
                      <a:pt x="4267" y="224"/>
                      <a:pt x="3426" y="224"/>
                    </a:cubicBezTo>
                    <a:cubicBezTo>
                      <a:pt x="2585" y="224"/>
                      <a:pt x="1778" y="558"/>
                      <a:pt x="1183" y="1153"/>
                    </a:cubicBezTo>
                    <a:cubicBezTo>
                      <a:pt x="588" y="1748"/>
                      <a:pt x="254" y="2555"/>
                      <a:pt x="254" y="3397"/>
                    </a:cubicBezTo>
                    <a:cubicBezTo>
                      <a:pt x="254" y="4238"/>
                      <a:pt x="588" y="5045"/>
                      <a:pt x="1183" y="5640"/>
                    </a:cubicBezTo>
                    <a:cubicBezTo>
                      <a:pt x="1778" y="6235"/>
                      <a:pt x="2585" y="6569"/>
                      <a:pt x="3426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82EF3A0C-D62C-DB25-4EDD-3D62791E276C}"/>
                  </a:ext>
                </a:extLst>
              </p:cNvPr>
              <p:cNvSpPr/>
              <p:nvPr/>
            </p:nvSpPr>
            <p:spPr>
              <a:xfrm>
                <a:off x="4074360" y="6321429"/>
                <a:ext cx="6343" cy="6345"/>
              </a:xfrm>
              <a:custGeom>
                <a:avLst/>
                <a:gdLst>
                  <a:gd name="connsiteX0" fmla="*/ 3426 w 6343"/>
                  <a:gd name="connsiteY0" fmla="*/ 6569 h 6345"/>
                  <a:gd name="connsiteX1" fmla="*/ 5668 w 6343"/>
                  <a:gd name="connsiteY1" fmla="*/ 5640 h 6345"/>
                  <a:gd name="connsiteX2" fmla="*/ 6597 w 6343"/>
                  <a:gd name="connsiteY2" fmla="*/ 3397 h 6345"/>
                  <a:gd name="connsiteX3" fmla="*/ 5668 w 6343"/>
                  <a:gd name="connsiteY3" fmla="*/ 1153 h 6345"/>
                  <a:gd name="connsiteX4" fmla="*/ 3426 w 6343"/>
                  <a:gd name="connsiteY4" fmla="*/ 224 h 6345"/>
                  <a:gd name="connsiteX5" fmla="*/ 1183 w 6343"/>
                  <a:gd name="connsiteY5" fmla="*/ 1153 h 6345"/>
                  <a:gd name="connsiteX6" fmla="*/ 254 w 6343"/>
                  <a:gd name="connsiteY6" fmla="*/ 3397 h 6345"/>
                  <a:gd name="connsiteX7" fmla="*/ 1183 w 6343"/>
                  <a:gd name="connsiteY7" fmla="*/ 5640 h 6345"/>
                  <a:gd name="connsiteX8" fmla="*/ 3426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69"/>
                    </a:moveTo>
                    <a:cubicBezTo>
                      <a:pt x="4267" y="6569"/>
                      <a:pt x="5073" y="6235"/>
                      <a:pt x="5668" y="5640"/>
                    </a:cubicBezTo>
                    <a:cubicBezTo>
                      <a:pt x="6263" y="5045"/>
                      <a:pt x="6597" y="4238"/>
                      <a:pt x="6597" y="3397"/>
                    </a:cubicBezTo>
                    <a:cubicBezTo>
                      <a:pt x="6597" y="2555"/>
                      <a:pt x="6263" y="1748"/>
                      <a:pt x="5668" y="1153"/>
                    </a:cubicBezTo>
                    <a:cubicBezTo>
                      <a:pt x="5073" y="558"/>
                      <a:pt x="4267" y="224"/>
                      <a:pt x="3426" y="224"/>
                    </a:cubicBezTo>
                    <a:cubicBezTo>
                      <a:pt x="2584" y="224"/>
                      <a:pt x="1778" y="558"/>
                      <a:pt x="1183" y="1153"/>
                    </a:cubicBezTo>
                    <a:cubicBezTo>
                      <a:pt x="588" y="1748"/>
                      <a:pt x="254" y="2555"/>
                      <a:pt x="254" y="3397"/>
                    </a:cubicBezTo>
                    <a:cubicBezTo>
                      <a:pt x="254" y="4238"/>
                      <a:pt x="588" y="5045"/>
                      <a:pt x="1183" y="5640"/>
                    </a:cubicBezTo>
                    <a:cubicBezTo>
                      <a:pt x="1778" y="6235"/>
                      <a:pt x="2584" y="6569"/>
                      <a:pt x="3426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AB020BEF-6E82-C1B7-C345-306EB47A836B}"/>
                  </a:ext>
                </a:extLst>
              </p:cNvPr>
              <p:cNvSpPr/>
              <p:nvPr/>
            </p:nvSpPr>
            <p:spPr>
              <a:xfrm>
                <a:off x="4201669" y="6711512"/>
                <a:ext cx="6343" cy="6345"/>
              </a:xfrm>
              <a:custGeom>
                <a:avLst/>
                <a:gdLst>
                  <a:gd name="connsiteX0" fmla="*/ 3436 w 6343"/>
                  <a:gd name="connsiteY0" fmla="*/ 6600 h 6345"/>
                  <a:gd name="connsiteX1" fmla="*/ 5678 w 6343"/>
                  <a:gd name="connsiteY1" fmla="*/ 5671 h 6345"/>
                  <a:gd name="connsiteX2" fmla="*/ 6607 w 6343"/>
                  <a:gd name="connsiteY2" fmla="*/ 3427 h 6345"/>
                  <a:gd name="connsiteX3" fmla="*/ 5678 w 6343"/>
                  <a:gd name="connsiteY3" fmla="*/ 1184 h 6345"/>
                  <a:gd name="connsiteX4" fmla="*/ 3436 w 6343"/>
                  <a:gd name="connsiteY4" fmla="*/ 255 h 6345"/>
                  <a:gd name="connsiteX5" fmla="*/ 1193 w 6343"/>
                  <a:gd name="connsiteY5" fmla="*/ 1184 h 6345"/>
                  <a:gd name="connsiteX6" fmla="*/ 264 w 6343"/>
                  <a:gd name="connsiteY6" fmla="*/ 3427 h 6345"/>
                  <a:gd name="connsiteX7" fmla="*/ 1193 w 6343"/>
                  <a:gd name="connsiteY7" fmla="*/ 5671 h 6345"/>
                  <a:gd name="connsiteX8" fmla="*/ 3436 w 6343"/>
                  <a:gd name="connsiteY8" fmla="*/ 660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600"/>
                    </a:moveTo>
                    <a:cubicBezTo>
                      <a:pt x="4277" y="6600"/>
                      <a:pt x="5083" y="6266"/>
                      <a:pt x="5678" y="5671"/>
                    </a:cubicBezTo>
                    <a:cubicBezTo>
                      <a:pt x="6273" y="5076"/>
                      <a:pt x="6607" y="4269"/>
                      <a:pt x="6607" y="3427"/>
                    </a:cubicBezTo>
                    <a:cubicBezTo>
                      <a:pt x="6607" y="2586"/>
                      <a:pt x="6273" y="1779"/>
                      <a:pt x="5678" y="1184"/>
                    </a:cubicBezTo>
                    <a:cubicBezTo>
                      <a:pt x="5083" y="589"/>
                      <a:pt x="4277" y="255"/>
                      <a:pt x="3436" y="255"/>
                    </a:cubicBezTo>
                    <a:cubicBezTo>
                      <a:pt x="2594" y="255"/>
                      <a:pt x="1788" y="589"/>
                      <a:pt x="1193" y="1184"/>
                    </a:cubicBezTo>
                    <a:cubicBezTo>
                      <a:pt x="598" y="1779"/>
                      <a:pt x="264" y="2586"/>
                      <a:pt x="264" y="3427"/>
                    </a:cubicBezTo>
                    <a:cubicBezTo>
                      <a:pt x="264" y="4269"/>
                      <a:pt x="598" y="5076"/>
                      <a:pt x="1193" y="5671"/>
                    </a:cubicBezTo>
                    <a:cubicBezTo>
                      <a:pt x="1788" y="6266"/>
                      <a:pt x="2594" y="6600"/>
                      <a:pt x="3436" y="66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2EFD78AF-2429-4FF1-2566-A61978288341}"/>
                  </a:ext>
                </a:extLst>
              </p:cNvPr>
              <p:cNvSpPr/>
              <p:nvPr/>
            </p:nvSpPr>
            <p:spPr>
              <a:xfrm>
                <a:off x="4067323" y="6324353"/>
                <a:ext cx="6343" cy="6345"/>
              </a:xfrm>
              <a:custGeom>
                <a:avLst/>
                <a:gdLst>
                  <a:gd name="connsiteX0" fmla="*/ 3425 w 6343"/>
                  <a:gd name="connsiteY0" fmla="*/ 6570 h 6345"/>
                  <a:gd name="connsiteX1" fmla="*/ 5668 w 6343"/>
                  <a:gd name="connsiteY1" fmla="*/ 5640 h 6345"/>
                  <a:gd name="connsiteX2" fmla="*/ 6597 w 6343"/>
                  <a:gd name="connsiteY2" fmla="*/ 3397 h 6345"/>
                  <a:gd name="connsiteX3" fmla="*/ 5668 w 6343"/>
                  <a:gd name="connsiteY3" fmla="*/ 1153 h 6345"/>
                  <a:gd name="connsiteX4" fmla="*/ 3425 w 6343"/>
                  <a:gd name="connsiteY4" fmla="*/ 224 h 6345"/>
                  <a:gd name="connsiteX5" fmla="*/ 1182 w 6343"/>
                  <a:gd name="connsiteY5" fmla="*/ 1153 h 6345"/>
                  <a:gd name="connsiteX6" fmla="*/ 253 w 6343"/>
                  <a:gd name="connsiteY6" fmla="*/ 3397 h 6345"/>
                  <a:gd name="connsiteX7" fmla="*/ 1182 w 6343"/>
                  <a:gd name="connsiteY7" fmla="*/ 5640 h 6345"/>
                  <a:gd name="connsiteX8" fmla="*/ 342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70"/>
                    </a:moveTo>
                    <a:cubicBezTo>
                      <a:pt x="4266" y="6570"/>
                      <a:pt x="5073" y="6235"/>
                      <a:pt x="5668" y="5640"/>
                    </a:cubicBezTo>
                    <a:cubicBezTo>
                      <a:pt x="6262" y="5045"/>
                      <a:pt x="6597" y="4238"/>
                      <a:pt x="6597" y="3397"/>
                    </a:cubicBezTo>
                    <a:cubicBezTo>
                      <a:pt x="6597" y="2555"/>
                      <a:pt x="6262" y="1748"/>
                      <a:pt x="5668" y="1153"/>
                    </a:cubicBezTo>
                    <a:cubicBezTo>
                      <a:pt x="5073" y="558"/>
                      <a:pt x="4266" y="224"/>
                      <a:pt x="3425" y="224"/>
                    </a:cubicBezTo>
                    <a:cubicBezTo>
                      <a:pt x="2584" y="224"/>
                      <a:pt x="1777" y="558"/>
                      <a:pt x="1182" y="1153"/>
                    </a:cubicBezTo>
                    <a:cubicBezTo>
                      <a:pt x="588" y="1748"/>
                      <a:pt x="253" y="2555"/>
                      <a:pt x="253" y="3397"/>
                    </a:cubicBezTo>
                    <a:cubicBezTo>
                      <a:pt x="253" y="4238"/>
                      <a:pt x="588" y="5045"/>
                      <a:pt x="1182" y="5640"/>
                    </a:cubicBezTo>
                    <a:cubicBezTo>
                      <a:pt x="1777" y="6235"/>
                      <a:pt x="2584" y="6570"/>
                      <a:pt x="342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3B616AC4-291B-B212-5523-512F93FDD5B9}"/>
                  </a:ext>
                </a:extLst>
              </p:cNvPr>
              <p:cNvSpPr/>
              <p:nvPr/>
            </p:nvSpPr>
            <p:spPr>
              <a:xfrm>
                <a:off x="4060186" y="6327011"/>
                <a:ext cx="6343" cy="6345"/>
              </a:xfrm>
              <a:custGeom>
                <a:avLst/>
                <a:gdLst>
                  <a:gd name="connsiteX0" fmla="*/ 3424 w 6343"/>
                  <a:gd name="connsiteY0" fmla="*/ 6570 h 6345"/>
                  <a:gd name="connsiteX1" fmla="*/ 5667 w 6343"/>
                  <a:gd name="connsiteY1" fmla="*/ 5641 h 6345"/>
                  <a:gd name="connsiteX2" fmla="*/ 6596 w 6343"/>
                  <a:gd name="connsiteY2" fmla="*/ 3397 h 6345"/>
                  <a:gd name="connsiteX3" fmla="*/ 5667 w 6343"/>
                  <a:gd name="connsiteY3" fmla="*/ 1154 h 6345"/>
                  <a:gd name="connsiteX4" fmla="*/ 3424 w 6343"/>
                  <a:gd name="connsiteY4" fmla="*/ 224 h 6345"/>
                  <a:gd name="connsiteX5" fmla="*/ 1182 w 6343"/>
                  <a:gd name="connsiteY5" fmla="*/ 1154 h 6345"/>
                  <a:gd name="connsiteX6" fmla="*/ 253 w 6343"/>
                  <a:gd name="connsiteY6" fmla="*/ 3397 h 6345"/>
                  <a:gd name="connsiteX7" fmla="*/ 1182 w 6343"/>
                  <a:gd name="connsiteY7" fmla="*/ 5641 h 6345"/>
                  <a:gd name="connsiteX8" fmla="*/ 342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0"/>
                    </a:moveTo>
                    <a:cubicBezTo>
                      <a:pt x="4266" y="6570"/>
                      <a:pt x="5072" y="6235"/>
                      <a:pt x="5667" y="5641"/>
                    </a:cubicBezTo>
                    <a:cubicBezTo>
                      <a:pt x="6262" y="5046"/>
                      <a:pt x="6596" y="4238"/>
                      <a:pt x="6596" y="3397"/>
                    </a:cubicBezTo>
                    <a:cubicBezTo>
                      <a:pt x="6596" y="2556"/>
                      <a:pt x="6262" y="1749"/>
                      <a:pt x="5667" y="1154"/>
                    </a:cubicBezTo>
                    <a:cubicBezTo>
                      <a:pt x="5072" y="559"/>
                      <a:pt x="4266" y="224"/>
                      <a:pt x="3424" y="224"/>
                    </a:cubicBezTo>
                    <a:cubicBezTo>
                      <a:pt x="2583" y="224"/>
                      <a:pt x="1777" y="559"/>
                      <a:pt x="1182" y="1154"/>
                    </a:cubicBezTo>
                    <a:cubicBezTo>
                      <a:pt x="587" y="1749"/>
                      <a:pt x="253" y="2556"/>
                      <a:pt x="253" y="3397"/>
                    </a:cubicBezTo>
                    <a:cubicBezTo>
                      <a:pt x="253" y="4238"/>
                      <a:pt x="587" y="5046"/>
                      <a:pt x="1182" y="5641"/>
                    </a:cubicBezTo>
                    <a:cubicBezTo>
                      <a:pt x="1777" y="6235"/>
                      <a:pt x="2583" y="6570"/>
                      <a:pt x="342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4DFA191D-6756-54E7-D759-C03EE23D67F3}"/>
                  </a:ext>
                </a:extLst>
              </p:cNvPr>
              <p:cNvSpPr/>
              <p:nvPr/>
            </p:nvSpPr>
            <p:spPr>
              <a:xfrm>
                <a:off x="4056499" y="6327967"/>
                <a:ext cx="6343" cy="6345"/>
              </a:xfrm>
              <a:custGeom>
                <a:avLst/>
                <a:gdLst>
                  <a:gd name="connsiteX0" fmla="*/ 3424 w 6343"/>
                  <a:gd name="connsiteY0" fmla="*/ 6570 h 6345"/>
                  <a:gd name="connsiteX1" fmla="*/ 5667 w 6343"/>
                  <a:gd name="connsiteY1" fmla="*/ 5641 h 6345"/>
                  <a:gd name="connsiteX2" fmla="*/ 6596 w 6343"/>
                  <a:gd name="connsiteY2" fmla="*/ 3397 h 6345"/>
                  <a:gd name="connsiteX3" fmla="*/ 5667 w 6343"/>
                  <a:gd name="connsiteY3" fmla="*/ 1154 h 6345"/>
                  <a:gd name="connsiteX4" fmla="*/ 3424 w 6343"/>
                  <a:gd name="connsiteY4" fmla="*/ 224 h 6345"/>
                  <a:gd name="connsiteX5" fmla="*/ 1182 w 6343"/>
                  <a:gd name="connsiteY5" fmla="*/ 1154 h 6345"/>
                  <a:gd name="connsiteX6" fmla="*/ 253 w 6343"/>
                  <a:gd name="connsiteY6" fmla="*/ 3397 h 6345"/>
                  <a:gd name="connsiteX7" fmla="*/ 1182 w 6343"/>
                  <a:gd name="connsiteY7" fmla="*/ 5641 h 6345"/>
                  <a:gd name="connsiteX8" fmla="*/ 342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0"/>
                    </a:moveTo>
                    <a:cubicBezTo>
                      <a:pt x="4265" y="6570"/>
                      <a:pt x="5072" y="6236"/>
                      <a:pt x="5667" y="5641"/>
                    </a:cubicBezTo>
                    <a:cubicBezTo>
                      <a:pt x="6262" y="5046"/>
                      <a:pt x="6596" y="4239"/>
                      <a:pt x="6596" y="3397"/>
                    </a:cubicBezTo>
                    <a:cubicBezTo>
                      <a:pt x="6596" y="2556"/>
                      <a:pt x="6262" y="1749"/>
                      <a:pt x="5667" y="1154"/>
                    </a:cubicBezTo>
                    <a:cubicBezTo>
                      <a:pt x="5072" y="559"/>
                      <a:pt x="4265" y="224"/>
                      <a:pt x="3424" y="224"/>
                    </a:cubicBezTo>
                    <a:cubicBezTo>
                      <a:pt x="2583" y="224"/>
                      <a:pt x="1776" y="559"/>
                      <a:pt x="1182" y="1154"/>
                    </a:cubicBezTo>
                    <a:cubicBezTo>
                      <a:pt x="587" y="1749"/>
                      <a:pt x="253" y="2556"/>
                      <a:pt x="253" y="3397"/>
                    </a:cubicBezTo>
                    <a:cubicBezTo>
                      <a:pt x="253" y="4239"/>
                      <a:pt x="587" y="5046"/>
                      <a:pt x="1182" y="5641"/>
                    </a:cubicBezTo>
                    <a:cubicBezTo>
                      <a:pt x="1776" y="6236"/>
                      <a:pt x="2583" y="6570"/>
                      <a:pt x="342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BB3268F5-5578-AABB-B722-ADAD15D4B870}"/>
                  </a:ext>
                </a:extLst>
              </p:cNvPr>
              <p:cNvSpPr/>
              <p:nvPr/>
            </p:nvSpPr>
            <p:spPr>
              <a:xfrm>
                <a:off x="4052641" y="6328352"/>
                <a:ext cx="6343" cy="6345"/>
              </a:xfrm>
              <a:custGeom>
                <a:avLst/>
                <a:gdLst>
                  <a:gd name="connsiteX0" fmla="*/ 3424 w 6343"/>
                  <a:gd name="connsiteY0" fmla="*/ 6570 h 6345"/>
                  <a:gd name="connsiteX1" fmla="*/ 5666 w 6343"/>
                  <a:gd name="connsiteY1" fmla="*/ 5641 h 6345"/>
                  <a:gd name="connsiteX2" fmla="*/ 6595 w 6343"/>
                  <a:gd name="connsiteY2" fmla="*/ 3397 h 6345"/>
                  <a:gd name="connsiteX3" fmla="*/ 5666 w 6343"/>
                  <a:gd name="connsiteY3" fmla="*/ 1154 h 6345"/>
                  <a:gd name="connsiteX4" fmla="*/ 3424 w 6343"/>
                  <a:gd name="connsiteY4" fmla="*/ 224 h 6345"/>
                  <a:gd name="connsiteX5" fmla="*/ 1181 w 6343"/>
                  <a:gd name="connsiteY5" fmla="*/ 1154 h 6345"/>
                  <a:gd name="connsiteX6" fmla="*/ 252 w 6343"/>
                  <a:gd name="connsiteY6" fmla="*/ 3397 h 6345"/>
                  <a:gd name="connsiteX7" fmla="*/ 1181 w 6343"/>
                  <a:gd name="connsiteY7" fmla="*/ 5641 h 6345"/>
                  <a:gd name="connsiteX8" fmla="*/ 342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0"/>
                    </a:moveTo>
                    <a:cubicBezTo>
                      <a:pt x="4265" y="6570"/>
                      <a:pt x="5072" y="6236"/>
                      <a:pt x="5666" y="5641"/>
                    </a:cubicBezTo>
                    <a:cubicBezTo>
                      <a:pt x="6261" y="5046"/>
                      <a:pt x="6595" y="4239"/>
                      <a:pt x="6595" y="3397"/>
                    </a:cubicBezTo>
                    <a:cubicBezTo>
                      <a:pt x="6595" y="2556"/>
                      <a:pt x="6261" y="1749"/>
                      <a:pt x="5666" y="1154"/>
                    </a:cubicBezTo>
                    <a:cubicBezTo>
                      <a:pt x="5072" y="559"/>
                      <a:pt x="4265" y="224"/>
                      <a:pt x="3424" y="224"/>
                    </a:cubicBezTo>
                    <a:cubicBezTo>
                      <a:pt x="2583" y="224"/>
                      <a:pt x="1776" y="559"/>
                      <a:pt x="1181" y="1154"/>
                    </a:cubicBezTo>
                    <a:cubicBezTo>
                      <a:pt x="586" y="1749"/>
                      <a:pt x="252" y="2556"/>
                      <a:pt x="252" y="3397"/>
                    </a:cubicBezTo>
                    <a:cubicBezTo>
                      <a:pt x="252" y="4239"/>
                      <a:pt x="586" y="5046"/>
                      <a:pt x="1181" y="5641"/>
                    </a:cubicBezTo>
                    <a:cubicBezTo>
                      <a:pt x="1776" y="6236"/>
                      <a:pt x="2583" y="6570"/>
                      <a:pt x="342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6C9A4555-8C68-8CF4-C79F-ABD77F7D7B90}"/>
                  </a:ext>
                </a:extLst>
              </p:cNvPr>
              <p:cNvSpPr/>
              <p:nvPr/>
            </p:nvSpPr>
            <p:spPr>
              <a:xfrm>
                <a:off x="4048705" y="6328439"/>
                <a:ext cx="6343" cy="6345"/>
              </a:xfrm>
              <a:custGeom>
                <a:avLst/>
                <a:gdLst>
                  <a:gd name="connsiteX0" fmla="*/ 3424 w 6343"/>
                  <a:gd name="connsiteY0" fmla="*/ 6570 h 6345"/>
                  <a:gd name="connsiteX1" fmla="*/ 5666 w 6343"/>
                  <a:gd name="connsiteY1" fmla="*/ 5641 h 6345"/>
                  <a:gd name="connsiteX2" fmla="*/ 6595 w 6343"/>
                  <a:gd name="connsiteY2" fmla="*/ 3397 h 6345"/>
                  <a:gd name="connsiteX3" fmla="*/ 5666 w 6343"/>
                  <a:gd name="connsiteY3" fmla="*/ 1154 h 6345"/>
                  <a:gd name="connsiteX4" fmla="*/ 3424 w 6343"/>
                  <a:gd name="connsiteY4" fmla="*/ 224 h 6345"/>
                  <a:gd name="connsiteX5" fmla="*/ 1181 w 6343"/>
                  <a:gd name="connsiteY5" fmla="*/ 1154 h 6345"/>
                  <a:gd name="connsiteX6" fmla="*/ 252 w 6343"/>
                  <a:gd name="connsiteY6" fmla="*/ 3397 h 6345"/>
                  <a:gd name="connsiteX7" fmla="*/ 1181 w 6343"/>
                  <a:gd name="connsiteY7" fmla="*/ 5641 h 6345"/>
                  <a:gd name="connsiteX8" fmla="*/ 342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0"/>
                    </a:moveTo>
                    <a:cubicBezTo>
                      <a:pt x="4265" y="6570"/>
                      <a:pt x="5071" y="6236"/>
                      <a:pt x="5666" y="5641"/>
                    </a:cubicBezTo>
                    <a:cubicBezTo>
                      <a:pt x="6261" y="5046"/>
                      <a:pt x="6595" y="4239"/>
                      <a:pt x="6595" y="3397"/>
                    </a:cubicBezTo>
                    <a:cubicBezTo>
                      <a:pt x="6595" y="2556"/>
                      <a:pt x="6261" y="1749"/>
                      <a:pt x="5666" y="1154"/>
                    </a:cubicBezTo>
                    <a:cubicBezTo>
                      <a:pt x="5071" y="559"/>
                      <a:pt x="4265" y="224"/>
                      <a:pt x="3424" y="224"/>
                    </a:cubicBezTo>
                    <a:cubicBezTo>
                      <a:pt x="2582" y="224"/>
                      <a:pt x="1776" y="559"/>
                      <a:pt x="1181" y="1154"/>
                    </a:cubicBezTo>
                    <a:cubicBezTo>
                      <a:pt x="586" y="1749"/>
                      <a:pt x="252" y="2556"/>
                      <a:pt x="252" y="3397"/>
                    </a:cubicBezTo>
                    <a:cubicBezTo>
                      <a:pt x="252" y="4239"/>
                      <a:pt x="586" y="5046"/>
                      <a:pt x="1181" y="5641"/>
                    </a:cubicBezTo>
                    <a:cubicBezTo>
                      <a:pt x="1776" y="6236"/>
                      <a:pt x="2582" y="6570"/>
                      <a:pt x="342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4051F3F8-6273-C083-FCB0-1F85486A18A7}"/>
                  </a:ext>
                </a:extLst>
              </p:cNvPr>
              <p:cNvSpPr/>
              <p:nvPr/>
            </p:nvSpPr>
            <p:spPr>
              <a:xfrm>
                <a:off x="4044774" y="6328500"/>
                <a:ext cx="6343" cy="6345"/>
              </a:xfrm>
              <a:custGeom>
                <a:avLst/>
                <a:gdLst>
                  <a:gd name="connsiteX0" fmla="*/ 3423 w 6343"/>
                  <a:gd name="connsiteY0" fmla="*/ 6570 h 6345"/>
                  <a:gd name="connsiteX1" fmla="*/ 5666 w 6343"/>
                  <a:gd name="connsiteY1" fmla="*/ 5641 h 6345"/>
                  <a:gd name="connsiteX2" fmla="*/ 6595 w 6343"/>
                  <a:gd name="connsiteY2" fmla="*/ 3397 h 6345"/>
                  <a:gd name="connsiteX3" fmla="*/ 5666 w 6343"/>
                  <a:gd name="connsiteY3" fmla="*/ 1154 h 6345"/>
                  <a:gd name="connsiteX4" fmla="*/ 3423 w 6343"/>
                  <a:gd name="connsiteY4" fmla="*/ 224 h 6345"/>
                  <a:gd name="connsiteX5" fmla="*/ 1181 w 6343"/>
                  <a:gd name="connsiteY5" fmla="*/ 1154 h 6345"/>
                  <a:gd name="connsiteX6" fmla="*/ 252 w 6343"/>
                  <a:gd name="connsiteY6" fmla="*/ 3397 h 6345"/>
                  <a:gd name="connsiteX7" fmla="*/ 1181 w 6343"/>
                  <a:gd name="connsiteY7" fmla="*/ 5641 h 6345"/>
                  <a:gd name="connsiteX8" fmla="*/ 342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70"/>
                    </a:moveTo>
                    <a:cubicBezTo>
                      <a:pt x="4264" y="6570"/>
                      <a:pt x="5071" y="6236"/>
                      <a:pt x="5666" y="5641"/>
                    </a:cubicBezTo>
                    <a:cubicBezTo>
                      <a:pt x="6261" y="5046"/>
                      <a:pt x="6595" y="4239"/>
                      <a:pt x="6595" y="3397"/>
                    </a:cubicBezTo>
                    <a:cubicBezTo>
                      <a:pt x="6595" y="2556"/>
                      <a:pt x="6261" y="1749"/>
                      <a:pt x="5666" y="1154"/>
                    </a:cubicBezTo>
                    <a:cubicBezTo>
                      <a:pt x="5071" y="559"/>
                      <a:pt x="4264" y="224"/>
                      <a:pt x="3423" y="224"/>
                    </a:cubicBezTo>
                    <a:cubicBezTo>
                      <a:pt x="2582" y="224"/>
                      <a:pt x="1775" y="559"/>
                      <a:pt x="1181" y="1154"/>
                    </a:cubicBezTo>
                    <a:cubicBezTo>
                      <a:pt x="586" y="1749"/>
                      <a:pt x="252" y="2556"/>
                      <a:pt x="252" y="3397"/>
                    </a:cubicBezTo>
                    <a:cubicBezTo>
                      <a:pt x="252" y="4239"/>
                      <a:pt x="586" y="5046"/>
                      <a:pt x="1181" y="5641"/>
                    </a:cubicBezTo>
                    <a:cubicBezTo>
                      <a:pt x="1775" y="6236"/>
                      <a:pt x="2582" y="6570"/>
                      <a:pt x="342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3365E3C7-9987-D608-057C-7FE6CD894CAF}"/>
                  </a:ext>
                </a:extLst>
              </p:cNvPr>
              <p:cNvSpPr/>
              <p:nvPr/>
            </p:nvSpPr>
            <p:spPr>
              <a:xfrm>
                <a:off x="4040849" y="6328535"/>
                <a:ext cx="6343" cy="6345"/>
              </a:xfrm>
              <a:custGeom>
                <a:avLst/>
                <a:gdLst>
                  <a:gd name="connsiteX0" fmla="*/ 3423 w 6343"/>
                  <a:gd name="connsiteY0" fmla="*/ 6570 h 6345"/>
                  <a:gd name="connsiteX1" fmla="*/ 5666 w 6343"/>
                  <a:gd name="connsiteY1" fmla="*/ 5641 h 6345"/>
                  <a:gd name="connsiteX2" fmla="*/ 6594 w 6343"/>
                  <a:gd name="connsiteY2" fmla="*/ 3397 h 6345"/>
                  <a:gd name="connsiteX3" fmla="*/ 5666 w 6343"/>
                  <a:gd name="connsiteY3" fmla="*/ 1154 h 6345"/>
                  <a:gd name="connsiteX4" fmla="*/ 3423 w 6343"/>
                  <a:gd name="connsiteY4" fmla="*/ 224 h 6345"/>
                  <a:gd name="connsiteX5" fmla="*/ 1180 w 6343"/>
                  <a:gd name="connsiteY5" fmla="*/ 1154 h 6345"/>
                  <a:gd name="connsiteX6" fmla="*/ 251 w 6343"/>
                  <a:gd name="connsiteY6" fmla="*/ 3397 h 6345"/>
                  <a:gd name="connsiteX7" fmla="*/ 1180 w 6343"/>
                  <a:gd name="connsiteY7" fmla="*/ 5641 h 6345"/>
                  <a:gd name="connsiteX8" fmla="*/ 342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70"/>
                    </a:moveTo>
                    <a:cubicBezTo>
                      <a:pt x="4264" y="6570"/>
                      <a:pt x="5071" y="6236"/>
                      <a:pt x="5666" y="5641"/>
                    </a:cubicBezTo>
                    <a:cubicBezTo>
                      <a:pt x="6260" y="5046"/>
                      <a:pt x="6594" y="4239"/>
                      <a:pt x="6594" y="3397"/>
                    </a:cubicBezTo>
                    <a:cubicBezTo>
                      <a:pt x="6594" y="2556"/>
                      <a:pt x="6260" y="1749"/>
                      <a:pt x="5666" y="1154"/>
                    </a:cubicBezTo>
                    <a:cubicBezTo>
                      <a:pt x="5071" y="559"/>
                      <a:pt x="4264" y="224"/>
                      <a:pt x="3423" y="224"/>
                    </a:cubicBezTo>
                    <a:cubicBezTo>
                      <a:pt x="2582" y="224"/>
                      <a:pt x="1775" y="559"/>
                      <a:pt x="1180" y="1154"/>
                    </a:cubicBezTo>
                    <a:cubicBezTo>
                      <a:pt x="586" y="1749"/>
                      <a:pt x="251" y="2556"/>
                      <a:pt x="251" y="3397"/>
                    </a:cubicBezTo>
                    <a:cubicBezTo>
                      <a:pt x="251" y="4239"/>
                      <a:pt x="586" y="5046"/>
                      <a:pt x="1180" y="5641"/>
                    </a:cubicBezTo>
                    <a:cubicBezTo>
                      <a:pt x="1775" y="6236"/>
                      <a:pt x="2582" y="6570"/>
                      <a:pt x="342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9A9741DF-D684-3D4D-FD99-21B77316D73E}"/>
                  </a:ext>
                </a:extLst>
              </p:cNvPr>
              <p:cNvSpPr/>
              <p:nvPr/>
            </p:nvSpPr>
            <p:spPr>
              <a:xfrm>
                <a:off x="4036867" y="6328314"/>
                <a:ext cx="6343" cy="6345"/>
              </a:xfrm>
              <a:custGeom>
                <a:avLst/>
                <a:gdLst>
                  <a:gd name="connsiteX0" fmla="*/ 3423 w 6343"/>
                  <a:gd name="connsiteY0" fmla="*/ 6570 h 6345"/>
                  <a:gd name="connsiteX1" fmla="*/ 5665 w 6343"/>
                  <a:gd name="connsiteY1" fmla="*/ 5641 h 6345"/>
                  <a:gd name="connsiteX2" fmla="*/ 6594 w 6343"/>
                  <a:gd name="connsiteY2" fmla="*/ 3397 h 6345"/>
                  <a:gd name="connsiteX3" fmla="*/ 5665 w 6343"/>
                  <a:gd name="connsiteY3" fmla="*/ 1154 h 6345"/>
                  <a:gd name="connsiteX4" fmla="*/ 3423 w 6343"/>
                  <a:gd name="connsiteY4" fmla="*/ 224 h 6345"/>
                  <a:gd name="connsiteX5" fmla="*/ 1180 w 6343"/>
                  <a:gd name="connsiteY5" fmla="*/ 1154 h 6345"/>
                  <a:gd name="connsiteX6" fmla="*/ 251 w 6343"/>
                  <a:gd name="connsiteY6" fmla="*/ 3397 h 6345"/>
                  <a:gd name="connsiteX7" fmla="*/ 1180 w 6343"/>
                  <a:gd name="connsiteY7" fmla="*/ 5641 h 6345"/>
                  <a:gd name="connsiteX8" fmla="*/ 342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70"/>
                    </a:moveTo>
                    <a:cubicBezTo>
                      <a:pt x="4264" y="6570"/>
                      <a:pt x="5070" y="6236"/>
                      <a:pt x="5665" y="5641"/>
                    </a:cubicBezTo>
                    <a:cubicBezTo>
                      <a:pt x="6260" y="5046"/>
                      <a:pt x="6594" y="4239"/>
                      <a:pt x="6594" y="3397"/>
                    </a:cubicBezTo>
                    <a:cubicBezTo>
                      <a:pt x="6594" y="2556"/>
                      <a:pt x="6260" y="1749"/>
                      <a:pt x="5665" y="1154"/>
                    </a:cubicBezTo>
                    <a:cubicBezTo>
                      <a:pt x="5070" y="559"/>
                      <a:pt x="4264" y="224"/>
                      <a:pt x="3423" y="224"/>
                    </a:cubicBezTo>
                    <a:cubicBezTo>
                      <a:pt x="2581" y="224"/>
                      <a:pt x="1775" y="559"/>
                      <a:pt x="1180" y="1154"/>
                    </a:cubicBezTo>
                    <a:cubicBezTo>
                      <a:pt x="585" y="1749"/>
                      <a:pt x="251" y="2556"/>
                      <a:pt x="251" y="3397"/>
                    </a:cubicBezTo>
                    <a:cubicBezTo>
                      <a:pt x="251" y="4239"/>
                      <a:pt x="585" y="5046"/>
                      <a:pt x="1180" y="5641"/>
                    </a:cubicBezTo>
                    <a:cubicBezTo>
                      <a:pt x="1775" y="6236"/>
                      <a:pt x="2581" y="6570"/>
                      <a:pt x="342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D0B7EE79-79C6-D157-18B7-623F879FBA7E}"/>
                  </a:ext>
                </a:extLst>
              </p:cNvPr>
              <p:cNvSpPr/>
              <p:nvPr/>
            </p:nvSpPr>
            <p:spPr>
              <a:xfrm>
                <a:off x="4032868" y="6327975"/>
                <a:ext cx="6343" cy="6345"/>
              </a:xfrm>
              <a:custGeom>
                <a:avLst/>
                <a:gdLst>
                  <a:gd name="connsiteX0" fmla="*/ 3422 w 6343"/>
                  <a:gd name="connsiteY0" fmla="*/ 6570 h 6345"/>
                  <a:gd name="connsiteX1" fmla="*/ 5665 w 6343"/>
                  <a:gd name="connsiteY1" fmla="*/ 5641 h 6345"/>
                  <a:gd name="connsiteX2" fmla="*/ 6594 w 6343"/>
                  <a:gd name="connsiteY2" fmla="*/ 3397 h 6345"/>
                  <a:gd name="connsiteX3" fmla="*/ 5665 w 6343"/>
                  <a:gd name="connsiteY3" fmla="*/ 1154 h 6345"/>
                  <a:gd name="connsiteX4" fmla="*/ 3422 w 6343"/>
                  <a:gd name="connsiteY4" fmla="*/ 224 h 6345"/>
                  <a:gd name="connsiteX5" fmla="*/ 1180 w 6343"/>
                  <a:gd name="connsiteY5" fmla="*/ 1154 h 6345"/>
                  <a:gd name="connsiteX6" fmla="*/ 251 w 6343"/>
                  <a:gd name="connsiteY6" fmla="*/ 3397 h 6345"/>
                  <a:gd name="connsiteX7" fmla="*/ 1180 w 6343"/>
                  <a:gd name="connsiteY7" fmla="*/ 5641 h 6345"/>
                  <a:gd name="connsiteX8" fmla="*/ 342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70"/>
                    </a:moveTo>
                    <a:cubicBezTo>
                      <a:pt x="4263" y="6570"/>
                      <a:pt x="5070" y="6236"/>
                      <a:pt x="5665" y="5641"/>
                    </a:cubicBezTo>
                    <a:cubicBezTo>
                      <a:pt x="6260" y="5046"/>
                      <a:pt x="6594" y="4239"/>
                      <a:pt x="6594" y="3397"/>
                    </a:cubicBezTo>
                    <a:cubicBezTo>
                      <a:pt x="6594" y="2556"/>
                      <a:pt x="6260" y="1749"/>
                      <a:pt x="5665" y="1154"/>
                    </a:cubicBezTo>
                    <a:cubicBezTo>
                      <a:pt x="5070" y="559"/>
                      <a:pt x="4263" y="224"/>
                      <a:pt x="3422" y="224"/>
                    </a:cubicBezTo>
                    <a:cubicBezTo>
                      <a:pt x="2581" y="224"/>
                      <a:pt x="1774" y="559"/>
                      <a:pt x="1180" y="1154"/>
                    </a:cubicBezTo>
                    <a:cubicBezTo>
                      <a:pt x="585" y="1749"/>
                      <a:pt x="251" y="2556"/>
                      <a:pt x="251" y="3397"/>
                    </a:cubicBezTo>
                    <a:cubicBezTo>
                      <a:pt x="251" y="4239"/>
                      <a:pt x="585" y="5046"/>
                      <a:pt x="1180" y="5641"/>
                    </a:cubicBezTo>
                    <a:cubicBezTo>
                      <a:pt x="1774" y="6236"/>
                      <a:pt x="2581" y="6570"/>
                      <a:pt x="342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0FFFC935-EC4C-7E49-95CD-BA5948010919}"/>
                  </a:ext>
                </a:extLst>
              </p:cNvPr>
              <p:cNvSpPr/>
              <p:nvPr/>
            </p:nvSpPr>
            <p:spPr>
              <a:xfrm>
                <a:off x="4028735" y="6327057"/>
                <a:ext cx="6343" cy="6345"/>
              </a:xfrm>
              <a:custGeom>
                <a:avLst/>
                <a:gdLst>
                  <a:gd name="connsiteX0" fmla="*/ 3422 w 6343"/>
                  <a:gd name="connsiteY0" fmla="*/ 6570 h 6345"/>
                  <a:gd name="connsiteX1" fmla="*/ 5665 w 6343"/>
                  <a:gd name="connsiteY1" fmla="*/ 5641 h 6345"/>
                  <a:gd name="connsiteX2" fmla="*/ 6594 w 6343"/>
                  <a:gd name="connsiteY2" fmla="*/ 3397 h 6345"/>
                  <a:gd name="connsiteX3" fmla="*/ 5665 w 6343"/>
                  <a:gd name="connsiteY3" fmla="*/ 1154 h 6345"/>
                  <a:gd name="connsiteX4" fmla="*/ 3422 w 6343"/>
                  <a:gd name="connsiteY4" fmla="*/ 224 h 6345"/>
                  <a:gd name="connsiteX5" fmla="*/ 1179 w 6343"/>
                  <a:gd name="connsiteY5" fmla="*/ 1154 h 6345"/>
                  <a:gd name="connsiteX6" fmla="*/ 250 w 6343"/>
                  <a:gd name="connsiteY6" fmla="*/ 3397 h 6345"/>
                  <a:gd name="connsiteX7" fmla="*/ 1179 w 6343"/>
                  <a:gd name="connsiteY7" fmla="*/ 5641 h 6345"/>
                  <a:gd name="connsiteX8" fmla="*/ 342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70"/>
                    </a:moveTo>
                    <a:cubicBezTo>
                      <a:pt x="4263" y="6570"/>
                      <a:pt x="5070" y="6235"/>
                      <a:pt x="5665" y="5641"/>
                    </a:cubicBezTo>
                    <a:cubicBezTo>
                      <a:pt x="6259" y="5046"/>
                      <a:pt x="6594" y="4239"/>
                      <a:pt x="6594" y="3397"/>
                    </a:cubicBezTo>
                    <a:cubicBezTo>
                      <a:pt x="6594" y="2556"/>
                      <a:pt x="6259" y="1749"/>
                      <a:pt x="5665" y="1154"/>
                    </a:cubicBezTo>
                    <a:cubicBezTo>
                      <a:pt x="5070" y="559"/>
                      <a:pt x="4263" y="224"/>
                      <a:pt x="3422" y="224"/>
                    </a:cubicBezTo>
                    <a:cubicBezTo>
                      <a:pt x="2581" y="224"/>
                      <a:pt x="1774" y="559"/>
                      <a:pt x="1179" y="1154"/>
                    </a:cubicBezTo>
                    <a:cubicBezTo>
                      <a:pt x="585" y="1749"/>
                      <a:pt x="250" y="2556"/>
                      <a:pt x="250" y="3397"/>
                    </a:cubicBezTo>
                    <a:cubicBezTo>
                      <a:pt x="250" y="4239"/>
                      <a:pt x="585" y="5046"/>
                      <a:pt x="1179" y="5641"/>
                    </a:cubicBezTo>
                    <a:cubicBezTo>
                      <a:pt x="1774" y="6235"/>
                      <a:pt x="2581" y="6570"/>
                      <a:pt x="342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31EB12BC-414D-CFBF-641B-989E6CD83213}"/>
                  </a:ext>
                </a:extLst>
              </p:cNvPr>
              <p:cNvSpPr/>
              <p:nvPr/>
            </p:nvSpPr>
            <p:spPr>
              <a:xfrm>
                <a:off x="4024572" y="6325926"/>
                <a:ext cx="6343" cy="6345"/>
              </a:xfrm>
              <a:custGeom>
                <a:avLst/>
                <a:gdLst>
                  <a:gd name="connsiteX0" fmla="*/ 3422 w 6343"/>
                  <a:gd name="connsiteY0" fmla="*/ 6570 h 6345"/>
                  <a:gd name="connsiteX1" fmla="*/ 5664 w 6343"/>
                  <a:gd name="connsiteY1" fmla="*/ 5640 h 6345"/>
                  <a:gd name="connsiteX2" fmla="*/ 6593 w 6343"/>
                  <a:gd name="connsiteY2" fmla="*/ 3397 h 6345"/>
                  <a:gd name="connsiteX3" fmla="*/ 5664 w 6343"/>
                  <a:gd name="connsiteY3" fmla="*/ 1154 h 6345"/>
                  <a:gd name="connsiteX4" fmla="*/ 3422 w 6343"/>
                  <a:gd name="connsiteY4" fmla="*/ 224 h 6345"/>
                  <a:gd name="connsiteX5" fmla="*/ 1179 w 6343"/>
                  <a:gd name="connsiteY5" fmla="*/ 1154 h 6345"/>
                  <a:gd name="connsiteX6" fmla="*/ 250 w 6343"/>
                  <a:gd name="connsiteY6" fmla="*/ 3397 h 6345"/>
                  <a:gd name="connsiteX7" fmla="*/ 1179 w 6343"/>
                  <a:gd name="connsiteY7" fmla="*/ 5640 h 6345"/>
                  <a:gd name="connsiteX8" fmla="*/ 342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70"/>
                    </a:moveTo>
                    <a:cubicBezTo>
                      <a:pt x="4263" y="6570"/>
                      <a:pt x="5069" y="6235"/>
                      <a:pt x="5664" y="5640"/>
                    </a:cubicBezTo>
                    <a:cubicBezTo>
                      <a:pt x="6259" y="5045"/>
                      <a:pt x="6593" y="4238"/>
                      <a:pt x="6593" y="3397"/>
                    </a:cubicBezTo>
                    <a:cubicBezTo>
                      <a:pt x="6593" y="2556"/>
                      <a:pt x="6259" y="1749"/>
                      <a:pt x="5664" y="1154"/>
                    </a:cubicBezTo>
                    <a:cubicBezTo>
                      <a:pt x="5069" y="559"/>
                      <a:pt x="4263" y="224"/>
                      <a:pt x="3422" y="224"/>
                    </a:cubicBezTo>
                    <a:cubicBezTo>
                      <a:pt x="2581" y="224"/>
                      <a:pt x="1774" y="559"/>
                      <a:pt x="1179" y="1154"/>
                    </a:cubicBezTo>
                    <a:cubicBezTo>
                      <a:pt x="584" y="1749"/>
                      <a:pt x="250" y="2556"/>
                      <a:pt x="250" y="3397"/>
                    </a:cubicBezTo>
                    <a:cubicBezTo>
                      <a:pt x="250" y="4238"/>
                      <a:pt x="584" y="5045"/>
                      <a:pt x="1179" y="5640"/>
                    </a:cubicBezTo>
                    <a:cubicBezTo>
                      <a:pt x="1774" y="6235"/>
                      <a:pt x="2581" y="6570"/>
                      <a:pt x="342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FAAE56D3-B3C3-9588-602C-233E38C1AAF4}"/>
                  </a:ext>
                </a:extLst>
              </p:cNvPr>
              <p:cNvSpPr/>
              <p:nvPr/>
            </p:nvSpPr>
            <p:spPr>
              <a:xfrm>
                <a:off x="4020302" y="6324259"/>
                <a:ext cx="6343" cy="6345"/>
              </a:xfrm>
              <a:custGeom>
                <a:avLst/>
                <a:gdLst>
                  <a:gd name="connsiteX0" fmla="*/ 3421 w 6343"/>
                  <a:gd name="connsiteY0" fmla="*/ 6570 h 6345"/>
                  <a:gd name="connsiteX1" fmla="*/ 5664 w 6343"/>
                  <a:gd name="connsiteY1" fmla="*/ 5640 h 6345"/>
                  <a:gd name="connsiteX2" fmla="*/ 6593 w 6343"/>
                  <a:gd name="connsiteY2" fmla="*/ 3397 h 6345"/>
                  <a:gd name="connsiteX3" fmla="*/ 5664 w 6343"/>
                  <a:gd name="connsiteY3" fmla="*/ 1153 h 6345"/>
                  <a:gd name="connsiteX4" fmla="*/ 3421 w 6343"/>
                  <a:gd name="connsiteY4" fmla="*/ 224 h 6345"/>
                  <a:gd name="connsiteX5" fmla="*/ 1179 w 6343"/>
                  <a:gd name="connsiteY5" fmla="*/ 1153 h 6345"/>
                  <a:gd name="connsiteX6" fmla="*/ 250 w 6343"/>
                  <a:gd name="connsiteY6" fmla="*/ 3397 h 6345"/>
                  <a:gd name="connsiteX7" fmla="*/ 1179 w 6343"/>
                  <a:gd name="connsiteY7" fmla="*/ 5640 h 6345"/>
                  <a:gd name="connsiteX8" fmla="*/ 3421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70"/>
                    </a:moveTo>
                    <a:cubicBezTo>
                      <a:pt x="4262" y="6570"/>
                      <a:pt x="5069" y="6235"/>
                      <a:pt x="5664" y="5640"/>
                    </a:cubicBezTo>
                    <a:cubicBezTo>
                      <a:pt x="6259" y="5045"/>
                      <a:pt x="6593" y="4238"/>
                      <a:pt x="6593" y="3397"/>
                    </a:cubicBezTo>
                    <a:cubicBezTo>
                      <a:pt x="6593" y="2555"/>
                      <a:pt x="6259" y="1748"/>
                      <a:pt x="5664" y="1153"/>
                    </a:cubicBezTo>
                    <a:cubicBezTo>
                      <a:pt x="5069" y="558"/>
                      <a:pt x="4262" y="224"/>
                      <a:pt x="3421" y="224"/>
                    </a:cubicBezTo>
                    <a:cubicBezTo>
                      <a:pt x="2580" y="224"/>
                      <a:pt x="1773" y="558"/>
                      <a:pt x="1179" y="1153"/>
                    </a:cubicBezTo>
                    <a:cubicBezTo>
                      <a:pt x="584" y="1748"/>
                      <a:pt x="250" y="2555"/>
                      <a:pt x="250" y="3397"/>
                    </a:cubicBezTo>
                    <a:cubicBezTo>
                      <a:pt x="250" y="4238"/>
                      <a:pt x="584" y="5045"/>
                      <a:pt x="1179" y="5640"/>
                    </a:cubicBezTo>
                    <a:cubicBezTo>
                      <a:pt x="1773" y="6235"/>
                      <a:pt x="2580" y="6570"/>
                      <a:pt x="3421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DA4CCBCF-8393-BAE6-CDFD-FF3EE4107288}"/>
                  </a:ext>
                </a:extLst>
              </p:cNvPr>
              <p:cNvSpPr/>
              <p:nvPr/>
            </p:nvSpPr>
            <p:spPr>
              <a:xfrm>
                <a:off x="4016181" y="6323070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4 w 6343"/>
                  <a:gd name="connsiteY1" fmla="*/ 5640 h 6345"/>
                  <a:gd name="connsiteX2" fmla="*/ 6593 w 6343"/>
                  <a:gd name="connsiteY2" fmla="*/ 3397 h 6345"/>
                  <a:gd name="connsiteX3" fmla="*/ 5664 w 6343"/>
                  <a:gd name="connsiteY3" fmla="*/ 1153 h 6345"/>
                  <a:gd name="connsiteX4" fmla="*/ 3421 w 6343"/>
                  <a:gd name="connsiteY4" fmla="*/ 224 h 6345"/>
                  <a:gd name="connsiteX5" fmla="*/ 1178 w 6343"/>
                  <a:gd name="connsiteY5" fmla="*/ 1153 h 6345"/>
                  <a:gd name="connsiteX6" fmla="*/ 249 w 6343"/>
                  <a:gd name="connsiteY6" fmla="*/ 3397 h 6345"/>
                  <a:gd name="connsiteX7" fmla="*/ 1178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2" y="6569"/>
                      <a:pt x="5069" y="6235"/>
                      <a:pt x="5664" y="5640"/>
                    </a:cubicBezTo>
                    <a:cubicBezTo>
                      <a:pt x="6258" y="5045"/>
                      <a:pt x="6593" y="4238"/>
                      <a:pt x="6593" y="3397"/>
                    </a:cubicBezTo>
                    <a:cubicBezTo>
                      <a:pt x="6593" y="2555"/>
                      <a:pt x="6258" y="1748"/>
                      <a:pt x="5664" y="1153"/>
                    </a:cubicBezTo>
                    <a:cubicBezTo>
                      <a:pt x="5069" y="558"/>
                      <a:pt x="4262" y="224"/>
                      <a:pt x="3421" y="224"/>
                    </a:cubicBezTo>
                    <a:cubicBezTo>
                      <a:pt x="2580" y="224"/>
                      <a:pt x="1773" y="558"/>
                      <a:pt x="1178" y="1153"/>
                    </a:cubicBezTo>
                    <a:cubicBezTo>
                      <a:pt x="584" y="1748"/>
                      <a:pt x="249" y="2555"/>
                      <a:pt x="249" y="3397"/>
                    </a:cubicBezTo>
                    <a:cubicBezTo>
                      <a:pt x="249" y="4238"/>
                      <a:pt x="584" y="5045"/>
                      <a:pt x="1178" y="5640"/>
                    </a:cubicBezTo>
                    <a:cubicBezTo>
                      <a:pt x="1773" y="6235"/>
                      <a:pt x="2580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2F9D67EF-F28E-2D48-D1BD-0310B0BB27C4}"/>
                  </a:ext>
                </a:extLst>
              </p:cNvPr>
              <p:cNvSpPr/>
              <p:nvPr/>
            </p:nvSpPr>
            <p:spPr>
              <a:xfrm>
                <a:off x="4010632" y="6315737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3 w 6343"/>
                  <a:gd name="connsiteY1" fmla="*/ 5640 h 6345"/>
                  <a:gd name="connsiteX2" fmla="*/ 6592 w 6343"/>
                  <a:gd name="connsiteY2" fmla="*/ 3396 h 6345"/>
                  <a:gd name="connsiteX3" fmla="*/ 5663 w 6343"/>
                  <a:gd name="connsiteY3" fmla="*/ 1153 h 6345"/>
                  <a:gd name="connsiteX4" fmla="*/ 3421 w 6343"/>
                  <a:gd name="connsiteY4" fmla="*/ 223 h 6345"/>
                  <a:gd name="connsiteX5" fmla="*/ 1178 w 6343"/>
                  <a:gd name="connsiteY5" fmla="*/ 1153 h 6345"/>
                  <a:gd name="connsiteX6" fmla="*/ 249 w 6343"/>
                  <a:gd name="connsiteY6" fmla="*/ 3396 h 6345"/>
                  <a:gd name="connsiteX7" fmla="*/ 1178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2" y="6569"/>
                      <a:pt x="5068" y="6235"/>
                      <a:pt x="5663" y="5640"/>
                    </a:cubicBezTo>
                    <a:cubicBezTo>
                      <a:pt x="6258" y="5045"/>
                      <a:pt x="6592" y="4238"/>
                      <a:pt x="6592" y="3396"/>
                    </a:cubicBezTo>
                    <a:cubicBezTo>
                      <a:pt x="6592" y="2555"/>
                      <a:pt x="6258" y="1748"/>
                      <a:pt x="5663" y="1153"/>
                    </a:cubicBezTo>
                    <a:cubicBezTo>
                      <a:pt x="5068" y="558"/>
                      <a:pt x="4262" y="223"/>
                      <a:pt x="3421" y="223"/>
                    </a:cubicBezTo>
                    <a:cubicBezTo>
                      <a:pt x="2579" y="223"/>
                      <a:pt x="1773" y="558"/>
                      <a:pt x="1178" y="1153"/>
                    </a:cubicBezTo>
                    <a:cubicBezTo>
                      <a:pt x="583" y="1748"/>
                      <a:pt x="249" y="2555"/>
                      <a:pt x="249" y="3396"/>
                    </a:cubicBezTo>
                    <a:cubicBezTo>
                      <a:pt x="249" y="4238"/>
                      <a:pt x="583" y="5045"/>
                      <a:pt x="1178" y="5640"/>
                    </a:cubicBezTo>
                    <a:cubicBezTo>
                      <a:pt x="1773" y="6235"/>
                      <a:pt x="2579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27B64D3E-3F88-C3DD-7F8E-D9C38BC23C00}"/>
                  </a:ext>
                </a:extLst>
              </p:cNvPr>
              <p:cNvSpPr/>
              <p:nvPr/>
            </p:nvSpPr>
            <p:spPr>
              <a:xfrm>
                <a:off x="4008055" y="6320839"/>
                <a:ext cx="6343" cy="6345"/>
              </a:xfrm>
              <a:custGeom>
                <a:avLst/>
                <a:gdLst>
                  <a:gd name="connsiteX0" fmla="*/ 3420 w 6343"/>
                  <a:gd name="connsiteY0" fmla="*/ 6569 h 6345"/>
                  <a:gd name="connsiteX1" fmla="*/ 5663 w 6343"/>
                  <a:gd name="connsiteY1" fmla="*/ 5640 h 6345"/>
                  <a:gd name="connsiteX2" fmla="*/ 6592 w 6343"/>
                  <a:gd name="connsiteY2" fmla="*/ 3397 h 6345"/>
                  <a:gd name="connsiteX3" fmla="*/ 5663 w 6343"/>
                  <a:gd name="connsiteY3" fmla="*/ 1153 h 6345"/>
                  <a:gd name="connsiteX4" fmla="*/ 3420 w 6343"/>
                  <a:gd name="connsiteY4" fmla="*/ 224 h 6345"/>
                  <a:gd name="connsiteX5" fmla="*/ 1178 w 6343"/>
                  <a:gd name="connsiteY5" fmla="*/ 1153 h 6345"/>
                  <a:gd name="connsiteX6" fmla="*/ 249 w 6343"/>
                  <a:gd name="connsiteY6" fmla="*/ 3397 h 6345"/>
                  <a:gd name="connsiteX7" fmla="*/ 1178 w 6343"/>
                  <a:gd name="connsiteY7" fmla="*/ 5640 h 6345"/>
                  <a:gd name="connsiteX8" fmla="*/ 342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9"/>
                    </a:moveTo>
                    <a:cubicBezTo>
                      <a:pt x="4261" y="6569"/>
                      <a:pt x="5068" y="6235"/>
                      <a:pt x="5663" y="5640"/>
                    </a:cubicBezTo>
                    <a:cubicBezTo>
                      <a:pt x="6258" y="5045"/>
                      <a:pt x="6592" y="4238"/>
                      <a:pt x="6592" y="3397"/>
                    </a:cubicBezTo>
                    <a:cubicBezTo>
                      <a:pt x="6592" y="2555"/>
                      <a:pt x="6258" y="1748"/>
                      <a:pt x="5663" y="1153"/>
                    </a:cubicBezTo>
                    <a:cubicBezTo>
                      <a:pt x="5068" y="558"/>
                      <a:pt x="4261" y="224"/>
                      <a:pt x="3420" y="224"/>
                    </a:cubicBezTo>
                    <a:cubicBezTo>
                      <a:pt x="2579" y="224"/>
                      <a:pt x="1772" y="558"/>
                      <a:pt x="1178" y="1153"/>
                    </a:cubicBezTo>
                    <a:cubicBezTo>
                      <a:pt x="583" y="1748"/>
                      <a:pt x="249" y="2555"/>
                      <a:pt x="249" y="3397"/>
                    </a:cubicBezTo>
                    <a:cubicBezTo>
                      <a:pt x="249" y="4238"/>
                      <a:pt x="583" y="5045"/>
                      <a:pt x="1178" y="5640"/>
                    </a:cubicBezTo>
                    <a:cubicBezTo>
                      <a:pt x="1772" y="6235"/>
                      <a:pt x="2579" y="6569"/>
                      <a:pt x="342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03110D0A-7FA8-441E-F7F0-092F264D5B1E}"/>
                  </a:ext>
                </a:extLst>
              </p:cNvPr>
              <p:cNvSpPr/>
              <p:nvPr/>
            </p:nvSpPr>
            <p:spPr>
              <a:xfrm>
                <a:off x="4003973" y="6319472"/>
                <a:ext cx="6343" cy="6345"/>
              </a:xfrm>
              <a:custGeom>
                <a:avLst/>
                <a:gdLst>
                  <a:gd name="connsiteX0" fmla="*/ 3420 w 6343"/>
                  <a:gd name="connsiteY0" fmla="*/ 6569 h 6345"/>
                  <a:gd name="connsiteX1" fmla="*/ 5663 w 6343"/>
                  <a:gd name="connsiteY1" fmla="*/ 5640 h 6345"/>
                  <a:gd name="connsiteX2" fmla="*/ 6592 w 6343"/>
                  <a:gd name="connsiteY2" fmla="*/ 3396 h 6345"/>
                  <a:gd name="connsiteX3" fmla="*/ 5663 w 6343"/>
                  <a:gd name="connsiteY3" fmla="*/ 1153 h 6345"/>
                  <a:gd name="connsiteX4" fmla="*/ 3420 w 6343"/>
                  <a:gd name="connsiteY4" fmla="*/ 224 h 6345"/>
                  <a:gd name="connsiteX5" fmla="*/ 1177 w 6343"/>
                  <a:gd name="connsiteY5" fmla="*/ 1153 h 6345"/>
                  <a:gd name="connsiteX6" fmla="*/ 248 w 6343"/>
                  <a:gd name="connsiteY6" fmla="*/ 3396 h 6345"/>
                  <a:gd name="connsiteX7" fmla="*/ 1177 w 6343"/>
                  <a:gd name="connsiteY7" fmla="*/ 5640 h 6345"/>
                  <a:gd name="connsiteX8" fmla="*/ 342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9"/>
                    </a:moveTo>
                    <a:cubicBezTo>
                      <a:pt x="4261" y="6569"/>
                      <a:pt x="5068" y="6235"/>
                      <a:pt x="5663" y="5640"/>
                    </a:cubicBezTo>
                    <a:cubicBezTo>
                      <a:pt x="6257" y="5045"/>
                      <a:pt x="6592" y="4238"/>
                      <a:pt x="6592" y="3396"/>
                    </a:cubicBezTo>
                    <a:cubicBezTo>
                      <a:pt x="6592" y="2555"/>
                      <a:pt x="6257" y="1748"/>
                      <a:pt x="5663" y="1153"/>
                    </a:cubicBezTo>
                    <a:cubicBezTo>
                      <a:pt x="5068" y="558"/>
                      <a:pt x="4261" y="224"/>
                      <a:pt x="3420" y="224"/>
                    </a:cubicBezTo>
                    <a:cubicBezTo>
                      <a:pt x="2579" y="224"/>
                      <a:pt x="1772" y="558"/>
                      <a:pt x="1177" y="1153"/>
                    </a:cubicBezTo>
                    <a:cubicBezTo>
                      <a:pt x="583" y="1748"/>
                      <a:pt x="248" y="2555"/>
                      <a:pt x="248" y="3396"/>
                    </a:cubicBezTo>
                    <a:cubicBezTo>
                      <a:pt x="248" y="4238"/>
                      <a:pt x="583" y="5045"/>
                      <a:pt x="1177" y="5640"/>
                    </a:cubicBezTo>
                    <a:cubicBezTo>
                      <a:pt x="1772" y="6235"/>
                      <a:pt x="2579" y="6569"/>
                      <a:pt x="342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147CD5F1-FFF4-F262-DBC4-0C08624D95E7}"/>
                  </a:ext>
                </a:extLst>
              </p:cNvPr>
              <p:cNvSpPr/>
              <p:nvPr/>
            </p:nvSpPr>
            <p:spPr>
              <a:xfrm>
                <a:off x="4090467" y="6734121"/>
                <a:ext cx="6343" cy="6345"/>
              </a:xfrm>
              <a:custGeom>
                <a:avLst/>
                <a:gdLst>
                  <a:gd name="connsiteX0" fmla="*/ 3427 w 6343"/>
                  <a:gd name="connsiteY0" fmla="*/ 6602 h 6345"/>
                  <a:gd name="connsiteX1" fmla="*/ 5669 w 6343"/>
                  <a:gd name="connsiteY1" fmla="*/ 5673 h 6345"/>
                  <a:gd name="connsiteX2" fmla="*/ 6598 w 6343"/>
                  <a:gd name="connsiteY2" fmla="*/ 3429 h 6345"/>
                  <a:gd name="connsiteX3" fmla="*/ 5669 w 6343"/>
                  <a:gd name="connsiteY3" fmla="*/ 1186 h 6345"/>
                  <a:gd name="connsiteX4" fmla="*/ 3427 w 6343"/>
                  <a:gd name="connsiteY4" fmla="*/ 256 h 6345"/>
                  <a:gd name="connsiteX5" fmla="*/ 1184 w 6343"/>
                  <a:gd name="connsiteY5" fmla="*/ 1186 h 6345"/>
                  <a:gd name="connsiteX6" fmla="*/ 255 w 6343"/>
                  <a:gd name="connsiteY6" fmla="*/ 3429 h 6345"/>
                  <a:gd name="connsiteX7" fmla="*/ 1184 w 6343"/>
                  <a:gd name="connsiteY7" fmla="*/ 5673 h 6345"/>
                  <a:gd name="connsiteX8" fmla="*/ 3427 w 6343"/>
                  <a:gd name="connsiteY8" fmla="*/ 660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602"/>
                    </a:moveTo>
                    <a:cubicBezTo>
                      <a:pt x="4268" y="6602"/>
                      <a:pt x="5075" y="6268"/>
                      <a:pt x="5669" y="5673"/>
                    </a:cubicBezTo>
                    <a:cubicBezTo>
                      <a:pt x="6264" y="5078"/>
                      <a:pt x="6598" y="4271"/>
                      <a:pt x="6598" y="3429"/>
                    </a:cubicBezTo>
                    <a:cubicBezTo>
                      <a:pt x="6598" y="2588"/>
                      <a:pt x="6264" y="1781"/>
                      <a:pt x="5669" y="1186"/>
                    </a:cubicBezTo>
                    <a:cubicBezTo>
                      <a:pt x="5075" y="591"/>
                      <a:pt x="4268" y="256"/>
                      <a:pt x="3427" y="256"/>
                    </a:cubicBezTo>
                    <a:cubicBezTo>
                      <a:pt x="2586" y="256"/>
                      <a:pt x="1779" y="591"/>
                      <a:pt x="1184" y="1186"/>
                    </a:cubicBezTo>
                    <a:cubicBezTo>
                      <a:pt x="589" y="1781"/>
                      <a:pt x="255" y="2588"/>
                      <a:pt x="255" y="3429"/>
                    </a:cubicBezTo>
                    <a:cubicBezTo>
                      <a:pt x="255" y="4271"/>
                      <a:pt x="589" y="5078"/>
                      <a:pt x="1184" y="5673"/>
                    </a:cubicBezTo>
                    <a:cubicBezTo>
                      <a:pt x="1779" y="6268"/>
                      <a:pt x="2586" y="6602"/>
                      <a:pt x="3427" y="66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7F21A28D-C8FC-0C33-7B57-44976073D17A}"/>
                  </a:ext>
                </a:extLst>
              </p:cNvPr>
              <p:cNvSpPr/>
              <p:nvPr/>
            </p:nvSpPr>
            <p:spPr>
              <a:xfrm>
                <a:off x="3996398" y="6319126"/>
                <a:ext cx="6343" cy="6345"/>
              </a:xfrm>
              <a:custGeom>
                <a:avLst/>
                <a:gdLst>
                  <a:gd name="connsiteX0" fmla="*/ 3419 w 6343"/>
                  <a:gd name="connsiteY0" fmla="*/ 6569 h 6345"/>
                  <a:gd name="connsiteX1" fmla="*/ 5662 w 6343"/>
                  <a:gd name="connsiteY1" fmla="*/ 5640 h 6345"/>
                  <a:gd name="connsiteX2" fmla="*/ 6591 w 6343"/>
                  <a:gd name="connsiteY2" fmla="*/ 3396 h 6345"/>
                  <a:gd name="connsiteX3" fmla="*/ 5662 w 6343"/>
                  <a:gd name="connsiteY3" fmla="*/ 1153 h 6345"/>
                  <a:gd name="connsiteX4" fmla="*/ 3419 w 6343"/>
                  <a:gd name="connsiteY4" fmla="*/ 224 h 6345"/>
                  <a:gd name="connsiteX5" fmla="*/ 1177 w 6343"/>
                  <a:gd name="connsiteY5" fmla="*/ 1153 h 6345"/>
                  <a:gd name="connsiteX6" fmla="*/ 248 w 6343"/>
                  <a:gd name="connsiteY6" fmla="*/ 3396 h 6345"/>
                  <a:gd name="connsiteX7" fmla="*/ 1177 w 6343"/>
                  <a:gd name="connsiteY7" fmla="*/ 5640 h 6345"/>
                  <a:gd name="connsiteX8" fmla="*/ 3419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9"/>
                    </a:moveTo>
                    <a:cubicBezTo>
                      <a:pt x="4261" y="6569"/>
                      <a:pt x="5067" y="6235"/>
                      <a:pt x="5662" y="5640"/>
                    </a:cubicBezTo>
                    <a:cubicBezTo>
                      <a:pt x="6257" y="5045"/>
                      <a:pt x="6591" y="4238"/>
                      <a:pt x="6591" y="3396"/>
                    </a:cubicBezTo>
                    <a:cubicBezTo>
                      <a:pt x="6591" y="2555"/>
                      <a:pt x="6257" y="1748"/>
                      <a:pt x="5662" y="1153"/>
                    </a:cubicBezTo>
                    <a:cubicBezTo>
                      <a:pt x="5067" y="558"/>
                      <a:pt x="4261" y="224"/>
                      <a:pt x="3419" y="224"/>
                    </a:cubicBezTo>
                    <a:cubicBezTo>
                      <a:pt x="2578" y="224"/>
                      <a:pt x="1772" y="558"/>
                      <a:pt x="1177" y="1153"/>
                    </a:cubicBezTo>
                    <a:cubicBezTo>
                      <a:pt x="582" y="1748"/>
                      <a:pt x="248" y="2555"/>
                      <a:pt x="248" y="3396"/>
                    </a:cubicBezTo>
                    <a:cubicBezTo>
                      <a:pt x="248" y="4238"/>
                      <a:pt x="582" y="5045"/>
                      <a:pt x="1177" y="5640"/>
                    </a:cubicBezTo>
                    <a:cubicBezTo>
                      <a:pt x="1772" y="6235"/>
                      <a:pt x="2578" y="6569"/>
                      <a:pt x="3419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39FAA146-3285-6F61-E68E-1F50FDA81A15}"/>
                  </a:ext>
                </a:extLst>
              </p:cNvPr>
              <p:cNvSpPr/>
              <p:nvPr/>
            </p:nvSpPr>
            <p:spPr>
              <a:xfrm>
                <a:off x="3985038" y="6318165"/>
                <a:ext cx="6343" cy="6345"/>
              </a:xfrm>
              <a:custGeom>
                <a:avLst/>
                <a:gdLst>
                  <a:gd name="connsiteX0" fmla="*/ 3419 w 6343"/>
                  <a:gd name="connsiteY0" fmla="*/ 6569 h 6345"/>
                  <a:gd name="connsiteX1" fmla="*/ 5661 w 6343"/>
                  <a:gd name="connsiteY1" fmla="*/ 5640 h 6345"/>
                  <a:gd name="connsiteX2" fmla="*/ 6590 w 6343"/>
                  <a:gd name="connsiteY2" fmla="*/ 3396 h 6345"/>
                  <a:gd name="connsiteX3" fmla="*/ 5661 w 6343"/>
                  <a:gd name="connsiteY3" fmla="*/ 1153 h 6345"/>
                  <a:gd name="connsiteX4" fmla="*/ 3419 w 6343"/>
                  <a:gd name="connsiteY4" fmla="*/ 224 h 6345"/>
                  <a:gd name="connsiteX5" fmla="*/ 1176 w 6343"/>
                  <a:gd name="connsiteY5" fmla="*/ 1153 h 6345"/>
                  <a:gd name="connsiteX6" fmla="*/ 247 w 6343"/>
                  <a:gd name="connsiteY6" fmla="*/ 3396 h 6345"/>
                  <a:gd name="connsiteX7" fmla="*/ 1176 w 6343"/>
                  <a:gd name="connsiteY7" fmla="*/ 5640 h 6345"/>
                  <a:gd name="connsiteX8" fmla="*/ 3419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9"/>
                    </a:moveTo>
                    <a:cubicBezTo>
                      <a:pt x="4260" y="6569"/>
                      <a:pt x="5066" y="6235"/>
                      <a:pt x="5661" y="5640"/>
                    </a:cubicBezTo>
                    <a:cubicBezTo>
                      <a:pt x="6256" y="5045"/>
                      <a:pt x="6590" y="4238"/>
                      <a:pt x="6590" y="3396"/>
                    </a:cubicBezTo>
                    <a:cubicBezTo>
                      <a:pt x="6590" y="2555"/>
                      <a:pt x="6256" y="1748"/>
                      <a:pt x="5661" y="1153"/>
                    </a:cubicBezTo>
                    <a:cubicBezTo>
                      <a:pt x="5066" y="558"/>
                      <a:pt x="4260" y="224"/>
                      <a:pt x="3419" y="224"/>
                    </a:cubicBezTo>
                    <a:cubicBezTo>
                      <a:pt x="2577" y="224"/>
                      <a:pt x="1771" y="558"/>
                      <a:pt x="1176" y="1153"/>
                    </a:cubicBezTo>
                    <a:cubicBezTo>
                      <a:pt x="581" y="1748"/>
                      <a:pt x="247" y="2555"/>
                      <a:pt x="247" y="3396"/>
                    </a:cubicBezTo>
                    <a:cubicBezTo>
                      <a:pt x="247" y="4238"/>
                      <a:pt x="581" y="5045"/>
                      <a:pt x="1176" y="5640"/>
                    </a:cubicBezTo>
                    <a:cubicBezTo>
                      <a:pt x="1771" y="6235"/>
                      <a:pt x="2577" y="6569"/>
                      <a:pt x="3419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A5A136D3-DCB1-B4C0-A46D-5987BAF909E1}"/>
                  </a:ext>
                </a:extLst>
              </p:cNvPr>
              <p:cNvSpPr/>
              <p:nvPr/>
            </p:nvSpPr>
            <p:spPr>
              <a:xfrm>
                <a:off x="4035837" y="6611593"/>
                <a:ext cx="6343" cy="6345"/>
              </a:xfrm>
              <a:custGeom>
                <a:avLst/>
                <a:gdLst>
                  <a:gd name="connsiteX0" fmla="*/ 3423 w 6343"/>
                  <a:gd name="connsiteY0" fmla="*/ 6592 h 6345"/>
                  <a:gd name="connsiteX1" fmla="*/ 5665 w 6343"/>
                  <a:gd name="connsiteY1" fmla="*/ 5663 h 6345"/>
                  <a:gd name="connsiteX2" fmla="*/ 6594 w 6343"/>
                  <a:gd name="connsiteY2" fmla="*/ 3420 h 6345"/>
                  <a:gd name="connsiteX3" fmla="*/ 5665 w 6343"/>
                  <a:gd name="connsiteY3" fmla="*/ 1176 h 6345"/>
                  <a:gd name="connsiteX4" fmla="*/ 3423 w 6343"/>
                  <a:gd name="connsiteY4" fmla="*/ 247 h 6345"/>
                  <a:gd name="connsiteX5" fmla="*/ 1180 w 6343"/>
                  <a:gd name="connsiteY5" fmla="*/ 1176 h 6345"/>
                  <a:gd name="connsiteX6" fmla="*/ 251 w 6343"/>
                  <a:gd name="connsiteY6" fmla="*/ 3420 h 6345"/>
                  <a:gd name="connsiteX7" fmla="*/ 1180 w 6343"/>
                  <a:gd name="connsiteY7" fmla="*/ 5663 h 6345"/>
                  <a:gd name="connsiteX8" fmla="*/ 3423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92"/>
                    </a:moveTo>
                    <a:cubicBezTo>
                      <a:pt x="4264" y="6592"/>
                      <a:pt x="5070" y="6258"/>
                      <a:pt x="5665" y="5663"/>
                    </a:cubicBezTo>
                    <a:cubicBezTo>
                      <a:pt x="6260" y="5068"/>
                      <a:pt x="6594" y="4261"/>
                      <a:pt x="6594" y="3420"/>
                    </a:cubicBezTo>
                    <a:cubicBezTo>
                      <a:pt x="6594" y="2578"/>
                      <a:pt x="6260" y="1771"/>
                      <a:pt x="5665" y="1176"/>
                    </a:cubicBezTo>
                    <a:cubicBezTo>
                      <a:pt x="5070" y="581"/>
                      <a:pt x="4264" y="247"/>
                      <a:pt x="3423" y="247"/>
                    </a:cubicBezTo>
                    <a:cubicBezTo>
                      <a:pt x="2581" y="247"/>
                      <a:pt x="1775" y="581"/>
                      <a:pt x="1180" y="1176"/>
                    </a:cubicBezTo>
                    <a:cubicBezTo>
                      <a:pt x="585" y="1771"/>
                      <a:pt x="251" y="2578"/>
                      <a:pt x="251" y="3420"/>
                    </a:cubicBezTo>
                    <a:cubicBezTo>
                      <a:pt x="251" y="4261"/>
                      <a:pt x="585" y="5068"/>
                      <a:pt x="1180" y="5663"/>
                    </a:cubicBezTo>
                    <a:cubicBezTo>
                      <a:pt x="1775" y="6258"/>
                      <a:pt x="2581" y="6592"/>
                      <a:pt x="3423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EC3DAF86-B648-24AC-EDA4-4DE129B34A02}"/>
                  </a:ext>
                </a:extLst>
              </p:cNvPr>
              <p:cNvSpPr/>
              <p:nvPr/>
            </p:nvSpPr>
            <p:spPr>
              <a:xfrm>
                <a:off x="4030351" y="6611967"/>
                <a:ext cx="6343" cy="6345"/>
              </a:xfrm>
              <a:custGeom>
                <a:avLst/>
                <a:gdLst>
                  <a:gd name="connsiteX0" fmla="*/ 3422 w 6343"/>
                  <a:gd name="connsiteY0" fmla="*/ 6592 h 6345"/>
                  <a:gd name="connsiteX1" fmla="*/ 5665 w 6343"/>
                  <a:gd name="connsiteY1" fmla="*/ 5663 h 6345"/>
                  <a:gd name="connsiteX2" fmla="*/ 6594 w 6343"/>
                  <a:gd name="connsiteY2" fmla="*/ 3420 h 6345"/>
                  <a:gd name="connsiteX3" fmla="*/ 5665 w 6343"/>
                  <a:gd name="connsiteY3" fmla="*/ 1176 h 6345"/>
                  <a:gd name="connsiteX4" fmla="*/ 3422 w 6343"/>
                  <a:gd name="connsiteY4" fmla="*/ 247 h 6345"/>
                  <a:gd name="connsiteX5" fmla="*/ 1179 w 6343"/>
                  <a:gd name="connsiteY5" fmla="*/ 1176 h 6345"/>
                  <a:gd name="connsiteX6" fmla="*/ 251 w 6343"/>
                  <a:gd name="connsiteY6" fmla="*/ 3420 h 6345"/>
                  <a:gd name="connsiteX7" fmla="*/ 1179 w 6343"/>
                  <a:gd name="connsiteY7" fmla="*/ 5663 h 6345"/>
                  <a:gd name="connsiteX8" fmla="*/ 3422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92"/>
                    </a:moveTo>
                    <a:cubicBezTo>
                      <a:pt x="4263" y="6592"/>
                      <a:pt x="5070" y="6258"/>
                      <a:pt x="5665" y="5663"/>
                    </a:cubicBezTo>
                    <a:cubicBezTo>
                      <a:pt x="6259" y="5068"/>
                      <a:pt x="6594" y="4261"/>
                      <a:pt x="6594" y="3420"/>
                    </a:cubicBezTo>
                    <a:cubicBezTo>
                      <a:pt x="6594" y="2578"/>
                      <a:pt x="6259" y="1771"/>
                      <a:pt x="5665" y="1176"/>
                    </a:cubicBezTo>
                    <a:cubicBezTo>
                      <a:pt x="5070" y="581"/>
                      <a:pt x="4263" y="247"/>
                      <a:pt x="3422" y="247"/>
                    </a:cubicBezTo>
                    <a:cubicBezTo>
                      <a:pt x="2581" y="247"/>
                      <a:pt x="1774" y="581"/>
                      <a:pt x="1179" y="1176"/>
                    </a:cubicBezTo>
                    <a:cubicBezTo>
                      <a:pt x="585" y="1771"/>
                      <a:pt x="251" y="2578"/>
                      <a:pt x="251" y="3420"/>
                    </a:cubicBezTo>
                    <a:cubicBezTo>
                      <a:pt x="251" y="4261"/>
                      <a:pt x="585" y="5068"/>
                      <a:pt x="1179" y="5663"/>
                    </a:cubicBezTo>
                    <a:cubicBezTo>
                      <a:pt x="1774" y="6258"/>
                      <a:pt x="2581" y="6592"/>
                      <a:pt x="3422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ED70DA46-E779-1858-C683-CC05E6FEDA32}"/>
                  </a:ext>
                </a:extLst>
              </p:cNvPr>
              <p:cNvSpPr/>
              <p:nvPr/>
            </p:nvSpPr>
            <p:spPr>
              <a:xfrm>
                <a:off x="4024965" y="6612868"/>
                <a:ext cx="6343" cy="6345"/>
              </a:xfrm>
              <a:custGeom>
                <a:avLst/>
                <a:gdLst>
                  <a:gd name="connsiteX0" fmla="*/ 3422 w 6343"/>
                  <a:gd name="connsiteY0" fmla="*/ 6592 h 6345"/>
                  <a:gd name="connsiteX1" fmla="*/ 5664 w 6343"/>
                  <a:gd name="connsiteY1" fmla="*/ 5663 h 6345"/>
                  <a:gd name="connsiteX2" fmla="*/ 6593 w 6343"/>
                  <a:gd name="connsiteY2" fmla="*/ 3420 h 6345"/>
                  <a:gd name="connsiteX3" fmla="*/ 5664 w 6343"/>
                  <a:gd name="connsiteY3" fmla="*/ 1176 h 6345"/>
                  <a:gd name="connsiteX4" fmla="*/ 3422 w 6343"/>
                  <a:gd name="connsiteY4" fmla="*/ 247 h 6345"/>
                  <a:gd name="connsiteX5" fmla="*/ 1179 w 6343"/>
                  <a:gd name="connsiteY5" fmla="*/ 1176 h 6345"/>
                  <a:gd name="connsiteX6" fmla="*/ 250 w 6343"/>
                  <a:gd name="connsiteY6" fmla="*/ 3420 h 6345"/>
                  <a:gd name="connsiteX7" fmla="*/ 1179 w 6343"/>
                  <a:gd name="connsiteY7" fmla="*/ 5663 h 6345"/>
                  <a:gd name="connsiteX8" fmla="*/ 3422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92"/>
                    </a:moveTo>
                    <a:cubicBezTo>
                      <a:pt x="4263" y="6592"/>
                      <a:pt x="5070" y="6258"/>
                      <a:pt x="5664" y="5663"/>
                    </a:cubicBezTo>
                    <a:cubicBezTo>
                      <a:pt x="6259" y="5068"/>
                      <a:pt x="6593" y="4261"/>
                      <a:pt x="6593" y="3420"/>
                    </a:cubicBezTo>
                    <a:cubicBezTo>
                      <a:pt x="6593" y="2578"/>
                      <a:pt x="6259" y="1771"/>
                      <a:pt x="5664" y="1176"/>
                    </a:cubicBezTo>
                    <a:cubicBezTo>
                      <a:pt x="5070" y="581"/>
                      <a:pt x="4263" y="247"/>
                      <a:pt x="3422" y="247"/>
                    </a:cubicBezTo>
                    <a:cubicBezTo>
                      <a:pt x="2581" y="247"/>
                      <a:pt x="1774" y="581"/>
                      <a:pt x="1179" y="1176"/>
                    </a:cubicBezTo>
                    <a:cubicBezTo>
                      <a:pt x="584" y="1771"/>
                      <a:pt x="250" y="2578"/>
                      <a:pt x="250" y="3420"/>
                    </a:cubicBezTo>
                    <a:cubicBezTo>
                      <a:pt x="250" y="4261"/>
                      <a:pt x="584" y="5068"/>
                      <a:pt x="1179" y="5663"/>
                    </a:cubicBezTo>
                    <a:cubicBezTo>
                      <a:pt x="1774" y="6258"/>
                      <a:pt x="2581" y="6592"/>
                      <a:pt x="3422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D62320FA-4D2B-34B9-C691-CF474B61559E}"/>
                  </a:ext>
                </a:extLst>
              </p:cNvPr>
              <p:cNvSpPr/>
              <p:nvPr/>
            </p:nvSpPr>
            <p:spPr>
              <a:xfrm>
                <a:off x="4019503" y="6613315"/>
                <a:ext cx="6343" cy="6345"/>
              </a:xfrm>
              <a:custGeom>
                <a:avLst/>
                <a:gdLst>
                  <a:gd name="connsiteX0" fmla="*/ 3421 w 6343"/>
                  <a:gd name="connsiteY0" fmla="*/ 6592 h 6345"/>
                  <a:gd name="connsiteX1" fmla="*/ 5664 w 6343"/>
                  <a:gd name="connsiteY1" fmla="*/ 5663 h 6345"/>
                  <a:gd name="connsiteX2" fmla="*/ 6593 w 6343"/>
                  <a:gd name="connsiteY2" fmla="*/ 3420 h 6345"/>
                  <a:gd name="connsiteX3" fmla="*/ 5664 w 6343"/>
                  <a:gd name="connsiteY3" fmla="*/ 1176 h 6345"/>
                  <a:gd name="connsiteX4" fmla="*/ 3421 w 6343"/>
                  <a:gd name="connsiteY4" fmla="*/ 247 h 6345"/>
                  <a:gd name="connsiteX5" fmla="*/ 1179 w 6343"/>
                  <a:gd name="connsiteY5" fmla="*/ 1176 h 6345"/>
                  <a:gd name="connsiteX6" fmla="*/ 250 w 6343"/>
                  <a:gd name="connsiteY6" fmla="*/ 3420 h 6345"/>
                  <a:gd name="connsiteX7" fmla="*/ 1179 w 6343"/>
                  <a:gd name="connsiteY7" fmla="*/ 5663 h 6345"/>
                  <a:gd name="connsiteX8" fmla="*/ 3421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92"/>
                    </a:moveTo>
                    <a:cubicBezTo>
                      <a:pt x="4262" y="6592"/>
                      <a:pt x="5069" y="6258"/>
                      <a:pt x="5664" y="5663"/>
                    </a:cubicBezTo>
                    <a:cubicBezTo>
                      <a:pt x="6259" y="5068"/>
                      <a:pt x="6593" y="4261"/>
                      <a:pt x="6593" y="3420"/>
                    </a:cubicBezTo>
                    <a:cubicBezTo>
                      <a:pt x="6593" y="2578"/>
                      <a:pt x="6259" y="1771"/>
                      <a:pt x="5664" y="1176"/>
                    </a:cubicBezTo>
                    <a:cubicBezTo>
                      <a:pt x="5069" y="581"/>
                      <a:pt x="4262" y="247"/>
                      <a:pt x="3421" y="247"/>
                    </a:cubicBezTo>
                    <a:cubicBezTo>
                      <a:pt x="2580" y="247"/>
                      <a:pt x="1773" y="581"/>
                      <a:pt x="1179" y="1176"/>
                    </a:cubicBezTo>
                    <a:cubicBezTo>
                      <a:pt x="584" y="1771"/>
                      <a:pt x="250" y="2578"/>
                      <a:pt x="250" y="3420"/>
                    </a:cubicBezTo>
                    <a:cubicBezTo>
                      <a:pt x="250" y="4261"/>
                      <a:pt x="584" y="5068"/>
                      <a:pt x="1179" y="5663"/>
                    </a:cubicBezTo>
                    <a:cubicBezTo>
                      <a:pt x="1773" y="6258"/>
                      <a:pt x="2580" y="6592"/>
                      <a:pt x="3421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B6713696-7221-24A2-DAD2-47A4F0AEE1FF}"/>
                  </a:ext>
                </a:extLst>
              </p:cNvPr>
              <p:cNvSpPr/>
              <p:nvPr/>
            </p:nvSpPr>
            <p:spPr>
              <a:xfrm>
                <a:off x="4014260" y="6615090"/>
                <a:ext cx="6343" cy="6345"/>
              </a:xfrm>
              <a:custGeom>
                <a:avLst/>
                <a:gdLst>
                  <a:gd name="connsiteX0" fmla="*/ 3421 w 6343"/>
                  <a:gd name="connsiteY0" fmla="*/ 6592 h 6345"/>
                  <a:gd name="connsiteX1" fmla="*/ 5663 w 6343"/>
                  <a:gd name="connsiteY1" fmla="*/ 5663 h 6345"/>
                  <a:gd name="connsiteX2" fmla="*/ 6592 w 6343"/>
                  <a:gd name="connsiteY2" fmla="*/ 3420 h 6345"/>
                  <a:gd name="connsiteX3" fmla="*/ 5663 w 6343"/>
                  <a:gd name="connsiteY3" fmla="*/ 1176 h 6345"/>
                  <a:gd name="connsiteX4" fmla="*/ 3421 w 6343"/>
                  <a:gd name="connsiteY4" fmla="*/ 247 h 6345"/>
                  <a:gd name="connsiteX5" fmla="*/ 1178 w 6343"/>
                  <a:gd name="connsiteY5" fmla="*/ 1176 h 6345"/>
                  <a:gd name="connsiteX6" fmla="*/ 249 w 6343"/>
                  <a:gd name="connsiteY6" fmla="*/ 3420 h 6345"/>
                  <a:gd name="connsiteX7" fmla="*/ 1178 w 6343"/>
                  <a:gd name="connsiteY7" fmla="*/ 5663 h 6345"/>
                  <a:gd name="connsiteX8" fmla="*/ 3421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92"/>
                    </a:moveTo>
                    <a:cubicBezTo>
                      <a:pt x="4262" y="6592"/>
                      <a:pt x="5069" y="6258"/>
                      <a:pt x="5663" y="5663"/>
                    </a:cubicBezTo>
                    <a:cubicBezTo>
                      <a:pt x="6258" y="5068"/>
                      <a:pt x="6592" y="4261"/>
                      <a:pt x="6592" y="3420"/>
                    </a:cubicBezTo>
                    <a:cubicBezTo>
                      <a:pt x="6592" y="2578"/>
                      <a:pt x="6258" y="1771"/>
                      <a:pt x="5663" y="1176"/>
                    </a:cubicBezTo>
                    <a:cubicBezTo>
                      <a:pt x="5069" y="581"/>
                      <a:pt x="4262" y="247"/>
                      <a:pt x="3421" y="247"/>
                    </a:cubicBezTo>
                    <a:cubicBezTo>
                      <a:pt x="2580" y="247"/>
                      <a:pt x="1773" y="581"/>
                      <a:pt x="1178" y="1176"/>
                    </a:cubicBezTo>
                    <a:cubicBezTo>
                      <a:pt x="583" y="1771"/>
                      <a:pt x="249" y="2578"/>
                      <a:pt x="249" y="3420"/>
                    </a:cubicBezTo>
                    <a:cubicBezTo>
                      <a:pt x="249" y="4261"/>
                      <a:pt x="583" y="5068"/>
                      <a:pt x="1178" y="5663"/>
                    </a:cubicBezTo>
                    <a:cubicBezTo>
                      <a:pt x="1773" y="6258"/>
                      <a:pt x="2580" y="6592"/>
                      <a:pt x="3421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EC68CC92-BC7D-4E17-7F28-6421DDD6D254}"/>
                  </a:ext>
                </a:extLst>
              </p:cNvPr>
              <p:cNvSpPr/>
              <p:nvPr/>
            </p:nvSpPr>
            <p:spPr>
              <a:xfrm>
                <a:off x="4008805" y="6615564"/>
                <a:ext cx="6343" cy="6345"/>
              </a:xfrm>
              <a:custGeom>
                <a:avLst/>
                <a:gdLst>
                  <a:gd name="connsiteX0" fmla="*/ 3420 w 6343"/>
                  <a:gd name="connsiteY0" fmla="*/ 6593 h 6345"/>
                  <a:gd name="connsiteX1" fmla="*/ 5663 w 6343"/>
                  <a:gd name="connsiteY1" fmla="*/ 5663 h 6345"/>
                  <a:gd name="connsiteX2" fmla="*/ 6592 w 6343"/>
                  <a:gd name="connsiteY2" fmla="*/ 3420 h 6345"/>
                  <a:gd name="connsiteX3" fmla="*/ 5663 w 6343"/>
                  <a:gd name="connsiteY3" fmla="*/ 1176 h 6345"/>
                  <a:gd name="connsiteX4" fmla="*/ 3420 w 6343"/>
                  <a:gd name="connsiteY4" fmla="*/ 247 h 6345"/>
                  <a:gd name="connsiteX5" fmla="*/ 1178 w 6343"/>
                  <a:gd name="connsiteY5" fmla="*/ 1176 h 6345"/>
                  <a:gd name="connsiteX6" fmla="*/ 249 w 6343"/>
                  <a:gd name="connsiteY6" fmla="*/ 3420 h 6345"/>
                  <a:gd name="connsiteX7" fmla="*/ 1178 w 6343"/>
                  <a:gd name="connsiteY7" fmla="*/ 5663 h 6345"/>
                  <a:gd name="connsiteX8" fmla="*/ 3420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93"/>
                    </a:moveTo>
                    <a:cubicBezTo>
                      <a:pt x="4261" y="6593"/>
                      <a:pt x="5068" y="6258"/>
                      <a:pt x="5663" y="5663"/>
                    </a:cubicBezTo>
                    <a:cubicBezTo>
                      <a:pt x="6258" y="5068"/>
                      <a:pt x="6592" y="4261"/>
                      <a:pt x="6592" y="3420"/>
                    </a:cubicBezTo>
                    <a:cubicBezTo>
                      <a:pt x="6592" y="2578"/>
                      <a:pt x="6258" y="1771"/>
                      <a:pt x="5663" y="1176"/>
                    </a:cubicBezTo>
                    <a:cubicBezTo>
                      <a:pt x="5068" y="581"/>
                      <a:pt x="4261" y="247"/>
                      <a:pt x="3420" y="247"/>
                    </a:cubicBezTo>
                    <a:cubicBezTo>
                      <a:pt x="2579" y="247"/>
                      <a:pt x="1773" y="581"/>
                      <a:pt x="1178" y="1176"/>
                    </a:cubicBezTo>
                    <a:cubicBezTo>
                      <a:pt x="583" y="1771"/>
                      <a:pt x="249" y="2578"/>
                      <a:pt x="249" y="3420"/>
                    </a:cubicBezTo>
                    <a:cubicBezTo>
                      <a:pt x="249" y="4261"/>
                      <a:pt x="583" y="5068"/>
                      <a:pt x="1178" y="5663"/>
                    </a:cubicBezTo>
                    <a:cubicBezTo>
                      <a:pt x="1773" y="6258"/>
                      <a:pt x="2579" y="6593"/>
                      <a:pt x="3420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59A1D782-FBFB-966A-F136-06DC6E373F52}"/>
                  </a:ext>
                </a:extLst>
              </p:cNvPr>
              <p:cNvSpPr/>
              <p:nvPr/>
            </p:nvSpPr>
            <p:spPr>
              <a:xfrm>
                <a:off x="4012405" y="6677232"/>
                <a:ext cx="6343" cy="6345"/>
              </a:xfrm>
              <a:custGeom>
                <a:avLst/>
                <a:gdLst>
                  <a:gd name="connsiteX0" fmla="*/ 3421 w 6343"/>
                  <a:gd name="connsiteY0" fmla="*/ 6597 h 6345"/>
                  <a:gd name="connsiteX1" fmla="*/ 5663 w 6343"/>
                  <a:gd name="connsiteY1" fmla="*/ 5668 h 6345"/>
                  <a:gd name="connsiteX2" fmla="*/ 6592 w 6343"/>
                  <a:gd name="connsiteY2" fmla="*/ 3425 h 6345"/>
                  <a:gd name="connsiteX3" fmla="*/ 5663 w 6343"/>
                  <a:gd name="connsiteY3" fmla="*/ 1181 h 6345"/>
                  <a:gd name="connsiteX4" fmla="*/ 3421 w 6343"/>
                  <a:gd name="connsiteY4" fmla="*/ 252 h 6345"/>
                  <a:gd name="connsiteX5" fmla="*/ 1178 w 6343"/>
                  <a:gd name="connsiteY5" fmla="*/ 1181 h 6345"/>
                  <a:gd name="connsiteX6" fmla="*/ 249 w 6343"/>
                  <a:gd name="connsiteY6" fmla="*/ 3425 h 6345"/>
                  <a:gd name="connsiteX7" fmla="*/ 1178 w 6343"/>
                  <a:gd name="connsiteY7" fmla="*/ 5668 h 6345"/>
                  <a:gd name="connsiteX8" fmla="*/ 3421 w 6343"/>
                  <a:gd name="connsiteY8" fmla="*/ 65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97"/>
                    </a:moveTo>
                    <a:cubicBezTo>
                      <a:pt x="4262" y="6597"/>
                      <a:pt x="5069" y="6263"/>
                      <a:pt x="5663" y="5668"/>
                    </a:cubicBezTo>
                    <a:cubicBezTo>
                      <a:pt x="6258" y="5073"/>
                      <a:pt x="6592" y="4266"/>
                      <a:pt x="6592" y="3425"/>
                    </a:cubicBezTo>
                    <a:cubicBezTo>
                      <a:pt x="6592" y="2583"/>
                      <a:pt x="6258" y="1776"/>
                      <a:pt x="5663" y="1181"/>
                    </a:cubicBezTo>
                    <a:cubicBezTo>
                      <a:pt x="5069" y="586"/>
                      <a:pt x="4262" y="252"/>
                      <a:pt x="3421" y="252"/>
                    </a:cubicBezTo>
                    <a:cubicBezTo>
                      <a:pt x="2580" y="252"/>
                      <a:pt x="1773" y="586"/>
                      <a:pt x="1178" y="1181"/>
                    </a:cubicBezTo>
                    <a:cubicBezTo>
                      <a:pt x="583" y="1776"/>
                      <a:pt x="249" y="2583"/>
                      <a:pt x="249" y="3425"/>
                    </a:cubicBezTo>
                    <a:cubicBezTo>
                      <a:pt x="249" y="4266"/>
                      <a:pt x="583" y="5073"/>
                      <a:pt x="1178" y="5668"/>
                    </a:cubicBezTo>
                    <a:cubicBezTo>
                      <a:pt x="1773" y="6263"/>
                      <a:pt x="2580" y="6597"/>
                      <a:pt x="3421" y="65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2889F191-F618-1E96-3B08-852E2F20BCEE}"/>
                  </a:ext>
                </a:extLst>
              </p:cNvPr>
              <p:cNvSpPr/>
              <p:nvPr/>
            </p:nvSpPr>
            <p:spPr>
              <a:xfrm>
                <a:off x="3998354" y="6619662"/>
                <a:ext cx="6343" cy="6345"/>
              </a:xfrm>
              <a:custGeom>
                <a:avLst/>
                <a:gdLst>
                  <a:gd name="connsiteX0" fmla="*/ 3420 w 6343"/>
                  <a:gd name="connsiteY0" fmla="*/ 6593 h 6345"/>
                  <a:gd name="connsiteX1" fmla="*/ 5662 w 6343"/>
                  <a:gd name="connsiteY1" fmla="*/ 5664 h 6345"/>
                  <a:gd name="connsiteX2" fmla="*/ 6591 w 6343"/>
                  <a:gd name="connsiteY2" fmla="*/ 3420 h 6345"/>
                  <a:gd name="connsiteX3" fmla="*/ 5662 w 6343"/>
                  <a:gd name="connsiteY3" fmla="*/ 1177 h 6345"/>
                  <a:gd name="connsiteX4" fmla="*/ 3420 w 6343"/>
                  <a:gd name="connsiteY4" fmla="*/ 247 h 6345"/>
                  <a:gd name="connsiteX5" fmla="*/ 1177 w 6343"/>
                  <a:gd name="connsiteY5" fmla="*/ 1177 h 6345"/>
                  <a:gd name="connsiteX6" fmla="*/ 248 w 6343"/>
                  <a:gd name="connsiteY6" fmla="*/ 3420 h 6345"/>
                  <a:gd name="connsiteX7" fmla="*/ 1177 w 6343"/>
                  <a:gd name="connsiteY7" fmla="*/ 5664 h 6345"/>
                  <a:gd name="connsiteX8" fmla="*/ 3420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93"/>
                    </a:moveTo>
                    <a:cubicBezTo>
                      <a:pt x="4261" y="6593"/>
                      <a:pt x="5067" y="6259"/>
                      <a:pt x="5662" y="5664"/>
                    </a:cubicBezTo>
                    <a:cubicBezTo>
                      <a:pt x="6257" y="5069"/>
                      <a:pt x="6591" y="4262"/>
                      <a:pt x="6591" y="3420"/>
                    </a:cubicBezTo>
                    <a:cubicBezTo>
                      <a:pt x="6591" y="2579"/>
                      <a:pt x="6257" y="1772"/>
                      <a:pt x="5662" y="1177"/>
                    </a:cubicBezTo>
                    <a:cubicBezTo>
                      <a:pt x="5067" y="582"/>
                      <a:pt x="4261" y="247"/>
                      <a:pt x="3420" y="247"/>
                    </a:cubicBezTo>
                    <a:cubicBezTo>
                      <a:pt x="2578" y="247"/>
                      <a:pt x="1772" y="582"/>
                      <a:pt x="1177" y="1177"/>
                    </a:cubicBezTo>
                    <a:cubicBezTo>
                      <a:pt x="582" y="1772"/>
                      <a:pt x="248" y="2579"/>
                      <a:pt x="248" y="3420"/>
                    </a:cubicBezTo>
                    <a:cubicBezTo>
                      <a:pt x="248" y="4262"/>
                      <a:pt x="582" y="5069"/>
                      <a:pt x="1177" y="5664"/>
                    </a:cubicBezTo>
                    <a:cubicBezTo>
                      <a:pt x="1772" y="6259"/>
                      <a:pt x="2578" y="6593"/>
                      <a:pt x="3420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5C4A4405-0D78-8BE6-E7D4-793255EC5BCC}"/>
                  </a:ext>
                </a:extLst>
              </p:cNvPr>
              <p:cNvSpPr/>
              <p:nvPr/>
            </p:nvSpPr>
            <p:spPr>
              <a:xfrm>
                <a:off x="3993044" y="6621264"/>
                <a:ext cx="6343" cy="6345"/>
              </a:xfrm>
              <a:custGeom>
                <a:avLst/>
                <a:gdLst>
                  <a:gd name="connsiteX0" fmla="*/ 3419 w 6343"/>
                  <a:gd name="connsiteY0" fmla="*/ 6593 h 6345"/>
                  <a:gd name="connsiteX1" fmla="*/ 5662 w 6343"/>
                  <a:gd name="connsiteY1" fmla="*/ 5664 h 6345"/>
                  <a:gd name="connsiteX2" fmla="*/ 6591 w 6343"/>
                  <a:gd name="connsiteY2" fmla="*/ 3420 h 6345"/>
                  <a:gd name="connsiteX3" fmla="*/ 5662 w 6343"/>
                  <a:gd name="connsiteY3" fmla="*/ 1177 h 6345"/>
                  <a:gd name="connsiteX4" fmla="*/ 3419 w 6343"/>
                  <a:gd name="connsiteY4" fmla="*/ 248 h 6345"/>
                  <a:gd name="connsiteX5" fmla="*/ 1177 w 6343"/>
                  <a:gd name="connsiteY5" fmla="*/ 1177 h 6345"/>
                  <a:gd name="connsiteX6" fmla="*/ 248 w 6343"/>
                  <a:gd name="connsiteY6" fmla="*/ 3420 h 6345"/>
                  <a:gd name="connsiteX7" fmla="*/ 1177 w 6343"/>
                  <a:gd name="connsiteY7" fmla="*/ 5664 h 6345"/>
                  <a:gd name="connsiteX8" fmla="*/ 3419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93"/>
                    </a:moveTo>
                    <a:cubicBezTo>
                      <a:pt x="4260" y="6593"/>
                      <a:pt x="5067" y="6259"/>
                      <a:pt x="5662" y="5664"/>
                    </a:cubicBezTo>
                    <a:cubicBezTo>
                      <a:pt x="6257" y="5069"/>
                      <a:pt x="6591" y="4262"/>
                      <a:pt x="6591" y="3420"/>
                    </a:cubicBezTo>
                    <a:cubicBezTo>
                      <a:pt x="6591" y="2579"/>
                      <a:pt x="6257" y="1772"/>
                      <a:pt x="5662" y="1177"/>
                    </a:cubicBezTo>
                    <a:cubicBezTo>
                      <a:pt x="5067" y="582"/>
                      <a:pt x="4260" y="248"/>
                      <a:pt x="3419" y="248"/>
                    </a:cubicBezTo>
                    <a:cubicBezTo>
                      <a:pt x="2578" y="248"/>
                      <a:pt x="1771" y="582"/>
                      <a:pt x="1177" y="1177"/>
                    </a:cubicBezTo>
                    <a:cubicBezTo>
                      <a:pt x="582" y="1772"/>
                      <a:pt x="248" y="2579"/>
                      <a:pt x="248" y="3420"/>
                    </a:cubicBezTo>
                    <a:cubicBezTo>
                      <a:pt x="248" y="4262"/>
                      <a:pt x="582" y="5069"/>
                      <a:pt x="1177" y="5664"/>
                    </a:cubicBezTo>
                    <a:cubicBezTo>
                      <a:pt x="1771" y="6259"/>
                      <a:pt x="2578" y="6593"/>
                      <a:pt x="3419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E2911000-F4E7-8E45-6E5E-24FE5D1C0AF7}"/>
                  </a:ext>
                </a:extLst>
              </p:cNvPr>
              <p:cNvSpPr/>
              <p:nvPr/>
            </p:nvSpPr>
            <p:spPr>
              <a:xfrm>
                <a:off x="3903221" y="5968566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1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1" y="2527"/>
                      <a:pt x="241" y="3369"/>
                    </a:cubicBezTo>
                    <a:cubicBezTo>
                      <a:pt x="241" y="4210"/>
                      <a:pt x="575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6631ECE8-818C-7758-99CB-DB87BABA05F6}"/>
                  </a:ext>
                </a:extLst>
              </p:cNvPr>
              <p:cNvSpPr/>
              <p:nvPr/>
            </p:nvSpPr>
            <p:spPr>
              <a:xfrm>
                <a:off x="3901664" y="5967707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5 w 6343"/>
                  <a:gd name="connsiteY1" fmla="*/ 5612 h 6345"/>
                  <a:gd name="connsiteX2" fmla="*/ 6583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5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6D8CCD68-38AE-7EC9-84BF-F2A05A6D012E}"/>
                  </a:ext>
                </a:extLst>
              </p:cNvPr>
              <p:cNvSpPr/>
              <p:nvPr/>
            </p:nvSpPr>
            <p:spPr>
              <a:xfrm>
                <a:off x="3900068" y="5966412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EFDF24A7-48A8-D90D-CA01-63DD636E4919}"/>
                  </a:ext>
                </a:extLst>
              </p:cNvPr>
              <p:cNvSpPr/>
              <p:nvPr/>
            </p:nvSpPr>
            <p:spPr>
              <a:xfrm>
                <a:off x="3898516" y="5965343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5D5FA36E-3152-0FE9-BC83-4B30AECA7083}"/>
                  </a:ext>
                </a:extLst>
              </p:cNvPr>
              <p:cNvSpPr/>
              <p:nvPr/>
            </p:nvSpPr>
            <p:spPr>
              <a:xfrm>
                <a:off x="3897284" y="5967199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59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59" y="530"/>
                      <a:pt x="4253" y="196"/>
                      <a:pt x="3412" y="196"/>
                    </a:cubicBezTo>
                    <a:cubicBezTo>
                      <a:pt x="2570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0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527970BE-C889-82BA-4DB2-DE596D525D40}"/>
                  </a:ext>
                </a:extLst>
              </p:cNvPr>
              <p:cNvSpPr/>
              <p:nvPr/>
            </p:nvSpPr>
            <p:spPr>
              <a:xfrm>
                <a:off x="3960264" y="6623944"/>
                <a:ext cx="6343" cy="6345"/>
              </a:xfrm>
              <a:custGeom>
                <a:avLst/>
                <a:gdLst>
                  <a:gd name="connsiteX0" fmla="*/ 3417 w 6343"/>
                  <a:gd name="connsiteY0" fmla="*/ 6593 h 6345"/>
                  <a:gd name="connsiteX1" fmla="*/ 5659 w 6343"/>
                  <a:gd name="connsiteY1" fmla="*/ 5664 h 6345"/>
                  <a:gd name="connsiteX2" fmla="*/ 6588 w 6343"/>
                  <a:gd name="connsiteY2" fmla="*/ 3420 h 6345"/>
                  <a:gd name="connsiteX3" fmla="*/ 5659 w 6343"/>
                  <a:gd name="connsiteY3" fmla="*/ 1177 h 6345"/>
                  <a:gd name="connsiteX4" fmla="*/ 3417 w 6343"/>
                  <a:gd name="connsiteY4" fmla="*/ 248 h 6345"/>
                  <a:gd name="connsiteX5" fmla="*/ 1174 w 6343"/>
                  <a:gd name="connsiteY5" fmla="*/ 1177 h 6345"/>
                  <a:gd name="connsiteX6" fmla="*/ 245 w 6343"/>
                  <a:gd name="connsiteY6" fmla="*/ 3420 h 6345"/>
                  <a:gd name="connsiteX7" fmla="*/ 1174 w 6343"/>
                  <a:gd name="connsiteY7" fmla="*/ 5664 h 6345"/>
                  <a:gd name="connsiteX8" fmla="*/ 3417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93"/>
                    </a:moveTo>
                    <a:cubicBezTo>
                      <a:pt x="4258" y="6593"/>
                      <a:pt x="5064" y="6259"/>
                      <a:pt x="5659" y="5664"/>
                    </a:cubicBezTo>
                    <a:cubicBezTo>
                      <a:pt x="6254" y="5069"/>
                      <a:pt x="6588" y="4262"/>
                      <a:pt x="6588" y="3420"/>
                    </a:cubicBezTo>
                    <a:cubicBezTo>
                      <a:pt x="6588" y="2579"/>
                      <a:pt x="6254" y="1772"/>
                      <a:pt x="5659" y="1177"/>
                    </a:cubicBezTo>
                    <a:cubicBezTo>
                      <a:pt x="5064" y="582"/>
                      <a:pt x="4258" y="248"/>
                      <a:pt x="3417" y="248"/>
                    </a:cubicBezTo>
                    <a:cubicBezTo>
                      <a:pt x="2575" y="248"/>
                      <a:pt x="1769" y="582"/>
                      <a:pt x="1174" y="1177"/>
                    </a:cubicBezTo>
                    <a:cubicBezTo>
                      <a:pt x="579" y="1772"/>
                      <a:pt x="245" y="2579"/>
                      <a:pt x="245" y="3420"/>
                    </a:cubicBezTo>
                    <a:cubicBezTo>
                      <a:pt x="245" y="4262"/>
                      <a:pt x="579" y="5069"/>
                      <a:pt x="1174" y="5664"/>
                    </a:cubicBezTo>
                    <a:cubicBezTo>
                      <a:pt x="1769" y="6259"/>
                      <a:pt x="2575" y="6593"/>
                      <a:pt x="3417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65D7717A-AA6B-0229-8A4B-2C441910B695}"/>
                  </a:ext>
                </a:extLst>
              </p:cNvPr>
              <p:cNvSpPr/>
              <p:nvPr/>
            </p:nvSpPr>
            <p:spPr>
              <a:xfrm>
                <a:off x="3954865" y="6625031"/>
                <a:ext cx="6343" cy="6345"/>
              </a:xfrm>
              <a:custGeom>
                <a:avLst/>
                <a:gdLst>
                  <a:gd name="connsiteX0" fmla="*/ 3416 w 6343"/>
                  <a:gd name="connsiteY0" fmla="*/ 6593 h 6345"/>
                  <a:gd name="connsiteX1" fmla="*/ 5659 w 6343"/>
                  <a:gd name="connsiteY1" fmla="*/ 5664 h 6345"/>
                  <a:gd name="connsiteX2" fmla="*/ 6588 w 6343"/>
                  <a:gd name="connsiteY2" fmla="*/ 3421 h 6345"/>
                  <a:gd name="connsiteX3" fmla="*/ 5659 w 6343"/>
                  <a:gd name="connsiteY3" fmla="*/ 1177 h 6345"/>
                  <a:gd name="connsiteX4" fmla="*/ 3416 w 6343"/>
                  <a:gd name="connsiteY4" fmla="*/ 248 h 6345"/>
                  <a:gd name="connsiteX5" fmla="*/ 1173 w 6343"/>
                  <a:gd name="connsiteY5" fmla="*/ 1177 h 6345"/>
                  <a:gd name="connsiteX6" fmla="*/ 245 w 6343"/>
                  <a:gd name="connsiteY6" fmla="*/ 3421 h 6345"/>
                  <a:gd name="connsiteX7" fmla="*/ 1173 w 6343"/>
                  <a:gd name="connsiteY7" fmla="*/ 5664 h 6345"/>
                  <a:gd name="connsiteX8" fmla="*/ 3416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93"/>
                    </a:moveTo>
                    <a:cubicBezTo>
                      <a:pt x="4257" y="6593"/>
                      <a:pt x="5064" y="6259"/>
                      <a:pt x="5659" y="5664"/>
                    </a:cubicBezTo>
                    <a:cubicBezTo>
                      <a:pt x="6254" y="5069"/>
                      <a:pt x="6588" y="4262"/>
                      <a:pt x="6588" y="3421"/>
                    </a:cubicBezTo>
                    <a:cubicBezTo>
                      <a:pt x="6588" y="2579"/>
                      <a:pt x="6254" y="1772"/>
                      <a:pt x="5659" y="1177"/>
                    </a:cubicBezTo>
                    <a:cubicBezTo>
                      <a:pt x="5064" y="582"/>
                      <a:pt x="4257" y="248"/>
                      <a:pt x="3416" y="248"/>
                    </a:cubicBezTo>
                    <a:cubicBezTo>
                      <a:pt x="2575" y="248"/>
                      <a:pt x="1768" y="582"/>
                      <a:pt x="1173" y="1177"/>
                    </a:cubicBezTo>
                    <a:cubicBezTo>
                      <a:pt x="579" y="1772"/>
                      <a:pt x="245" y="2579"/>
                      <a:pt x="245" y="3421"/>
                    </a:cubicBezTo>
                    <a:cubicBezTo>
                      <a:pt x="245" y="4262"/>
                      <a:pt x="579" y="5069"/>
                      <a:pt x="1173" y="5664"/>
                    </a:cubicBezTo>
                    <a:cubicBezTo>
                      <a:pt x="1768" y="6259"/>
                      <a:pt x="2575" y="6593"/>
                      <a:pt x="3416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B1A9A55A-141B-34CE-AD6A-1F414702F746}"/>
                  </a:ext>
                </a:extLst>
              </p:cNvPr>
              <p:cNvSpPr/>
              <p:nvPr/>
            </p:nvSpPr>
            <p:spPr>
              <a:xfrm>
                <a:off x="3956613" y="6709575"/>
                <a:ext cx="6343" cy="6345"/>
              </a:xfrm>
              <a:custGeom>
                <a:avLst/>
                <a:gdLst>
                  <a:gd name="connsiteX0" fmla="*/ 3416 w 6343"/>
                  <a:gd name="connsiteY0" fmla="*/ 6600 h 6345"/>
                  <a:gd name="connsiteX1" fmla="*/ 5659 w 6343"/>
                  <a:gd name="connsiteY1" fmla="*/ 5671 h 6345"/>
                  <a:gd name="connsiteX2" fmla="*/ 6588 w 6343"/>
                  <a:gd name="connsiteY2" fmla="*/ 3427 h 6345"/>
                  <a:gd name="connsiteX3" fmla="*/ 5659 w 6343"/>
                  <a:gd name="connsiteY3" fmla="*/ 1184 h 6345"/>
                  <a:gd name="connsiteX4" fmla="*/ 3416 w 6343"/>
                  <a:gd name="connsiteY4" fmla="*/ 255 h 6345"/>
                  <a:gd name="connsiteX5" fmla="*/ 1174 w 6343"/>
                  <a:gd name="connsiteY5" fmla="*/ 1184 h 6345"/>
                  <a:gd name="connsiteX6" fmla="*/ 245 w 6343"/>
                  <a:gd name="connsiteY6" fmla="*/ 3427 h 6345"/>
                  <a:gd name="connsiteX7" fmla="*/ 1174 w 6343"/>
                  <a:gd name="connsiteY7" fmla="*/ 5671 h 6345"/>
                  <a:gd name="connsiteX8" fmla="*/ 3416 w 6343"/>
                  <a:gd name="connsiteY8" fmla="*/ 660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600"/>
                    </a:moveTo>
                    <a:cubicBezTo>
                      <a:pt x="4257" y="6600"/>
                      <a:pt x="5064" y="6266"/>
                      <a:pt x="5659" y="5671"/>
                    </a:cubicBezTo>
                    <a:cubicBezTo>
                      <a:pt x="6254" y="5076"/>
                      <a:pt x="6588" y="4269"/>
                      <a:pt x="6588" y="3427"/>
                    </a:cubicBezTo>
                    <a:cubicBezTo>
                      <a:pt x="6588" y="2586"/>
                      <a:pt x="6254" y="1779"/>
                      <a:pt x="5659" y="1184"/>
                    </a:cubicBezTo>
                    <a:cubicBezTo>
                      <a:pt x="5064" y="589"/>
                      <a:pt x="4257" y="255"/>
                      <a:pt x="3416" y="255"/>
                    </a:cubicBezTo>
                    <a:cubicBezTo>
                      <a:pt x="2575" y="255"/>
                      <a:pt x="1768" y="589"/>
                      <a:pt x="1174" y="1184"/>
                    </a:cubicBezTo>
                    <a:cubicBezTo>
                      <a:pt x="579" y="1779"/>
                      <a:pt x="245" y="2586"/>
                      <a:pt x="245" y="3427"/>
                    </a:cubicBezTo>
                    <a:cubicBezTo>
                      <a:pt x="245" y="4269"/>
                      <a:pt x="579" y="5076"/>
                      <a:pt x="1174" y="5671"/>
                    </a:cubicBezTo>
                    <a:cubicBezTo>
                      <a:pt x="1768" y="6266"/>
                      <a:pt x="2575" y="6600"/>
                      <a:pt x="3416" y="66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82F14BF4-4D3F-A9C7-A8BF-47CA3BDB8EEB}"/>
                  </a:ext>
                </a:extLst>
              </p:cNvPr>
              <p:cNvSpPr/>
              <p:nvPr/>
            </p:nvSpPr>
            <p:spPr>
              <a:xfrm>
                <a:off x="3951551" y="6721555"/>
                <a:ext cx="6343" cy="6345"/>
              </a:xfrm>
              <a:custGeom>
                <a:avLst/>
                <a:gdLst>
                  <a:gd name="connsiteX0" fmla="*/ 3416 w 6343"/>
                  <a:gd name="connsiteY0" fmla="*/ 6601 h 6345"/>
                  <a:gd name="connsiteX1" fmla="*/ 5658 w 6343"/>
                  <a:gd name="connsiteY1" fmla="*/ 5672 h 6345"/>
                  <a:gd name="connsiteX2" fmla="*/ 6587 w 6343"/>
                  <a:gd name="connsiteY2" fmla="*/ 3428 h 6345"/>
                  <a:gd name="connsiteX3" fmla="*/ 5658 w 6343"/>
                  <a:gd name="connsiteY3" fmla="*/ 1185 h 6345"/>
                  <a:gd name="connsiteX4" fmla="*/ 3416 w 6343"/>
                  <a:gd name="connsiteY4" fmla="*/ 255 h 6345"/>
                  <a:gd name="connsiteX5" fmla="*/ 1173 w 6343"/>
                  <a:gd name="connsiteY5" fmla="*/ 1185 h 6345"/>
                  <a:gd name="connsiteX6" fmla="*/ 244 w 6343"/>
                  <a:gd name="connsiteY6" fmla="*/ 3428 h 6345"/>
                  <a:gd name="connsiteX7" fmla="*/ 1173 w 6343"/>
                  <a:gd name="connsiteY7" fmla="*/ 5672 h 6345"/>
                  <a:gd name="connsiteX8" fmla="*/ 3416 w 6343"/>
                  <a:gd name="connsiteY8" fmla="*/ 66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601"/>
                    </a:moveTo>
                    <a:cubicBezTo>
                      <a:pt x="4257" y="6601"/>
                      <a:pt x="5064" y="6267"/>
                      <a:pt x="5658" y="5672"/>
                    </a:cubicBezTo>
                    <a:cubicBezTo>
                      <a:pt x="6253" y="5077"/>
                      <a:pt x="6587" y="4270"/>
                      <a:pt x="6587" y="3428"/>
                    </a:cubicBezTo>
                    <a:cubicBezTo>
                      <a:pt x="6587" y="2587"/>
                      <a:pt x="6253" y="1780"/>
                      <a:pt x="5658" y="1185"/>
                    </a:cubicBezTo>
                    <a:cubicBezTo>
                      <a:pt x="5064" y="590"/>
                      <a:pt x="4257" y="255"/>
                      <a:pt x="3416" y="255"/>
                    </a:cubicBezTo>
                    <a:cubicBezTo>
                      <a:pt x="2575" y="255"/>
                      <a:pt x="1768" y="590"/>
                      <a:pt x="1173" y="1185"/>
                    </a:cubicBezTo>
                    <a:cubicBezTo>
                      <a:pt x="578" y="1780"/>
                      <a:pt x="244" y="2587"/>
                      <a:pt x="244" y="3428"/>
                    </a:cubicBezTo>
                    <a:cubicBezTo>
                      <a:pt x="244" y="4270"/>
                      <a:pt x="578" y="5077"/>
                      <a:pt x="1173" y="5672"/>
                    </a:cubicBezTo>
                    <a:cubicBezTo>
                      <a:pt x="1768" y="6267"/>
                      <a:pt x="2575" y="6601"/>
                      <a:pt x="3416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A2D4B8D2-5EDA-C9E6-D784-CD68F282FF03}"/>
                  </a:ext>
                </a:extLst>
              </p:cNvPr>
              <p:cNvSpPr/>
              <p:nvPr/>
            </p:nvSpPr>
            <p:spPr>
              <a:xfrm>
                <a:off x="3947669" y="6751554"/>
                <a:ext cx="6343" cy="6345"/>
              </a:xfrm>
              <a:custGeom>
                <a:avLst/>
                <a:gdLst>
                  <a:gd name="connsiteX0" fmla="*/ 3416 w 6343"/>
                  <a:gd name="connsiteY0" fmla="*/ 6603 h 6345"/>
                  <a:gd name="connsiteX1" fmla="*/ 5658 w 6343"/>
                  <a:gd name="connsiteY1" fmla="*/ 5674 h 6345"/>
                  <a:gd name="connsiteX2" fmla="*/ 6587 w 6343"/>
                  <a:gd name="connsiteY2" fmla="*/ 3431 h 6345"/>
                  <a:gd name="connsiteX3" fmla="*/ 5658 w 6343"/>
                  <a:gd name="connsiteY3" fmla="*/ 1187 h 6345"/>
                  <a:gd name="connsiteX4" fmla="*/ 3416 w 6343"/>
                  <a:gd name="connsiteY4" fmla="*/ 258 h 6345"/>
                  <a:gd name="connsiteX5" fmla="*/ 1173 w 6343"/>
                  <a:gd name="connsiteY5" fmla="*/ 1187 h 6345"/>
                  <a:gd name="connsiteX6" fmla="*/ 244 w 6343"/>
                  <a:gd name="connsiteY6" fmla="*/ 3431 h 6345"/>
                  <a:gd name="connsiteX7" fmla="*/ 1173 w 6343"/>
                  <a:gd name="connsiteY7" fmla="*/ 5674 h 6345"/>
                  <a:gd name="connsiteX8" fmla="*/ 3416 w 6343"/>
                  <a:gd name="connsiteY8" fmla="*/ 66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603"/>
                    </a:moveTo>
                    <a:cubicBezTo>
                      <a:pt x="4257" y="6603"/>
                      <a:pt x="5063" y="6269"/>
                      <a:pt x="5658" y="5674"/>
                    </a:cubicBezTo>
                    <a:cubicBezTo>
                      <a:pt x="6253" y="5079"/>
                      <a:pt x="6587" y="4272"/>
                      <a:pt x="6587" y="3431"/>
                    </a:cubicBezTo>
                    <a:cubicBezTo>
                      <a:pt x="6587" y="2589"/>
                      <a:pt x="6253" y="1782"/>
                      <a:pt x="5658" y="1187"/>
                    </a:cubicBezTo>
                    <a:cubicBezTo>
                      <a:pt x="5063" y="592"/>
                      <a:pt x="4257" y="258"/>
                      <a:pt x="3416" y="258"/>
                    </a:cubicBezTo>
                    <a:cubicBezTo>
                      <a:pt x="2574" y="258"/>
                      <a:pt x="1768" y="592"/>
                      <a:pt x="1173" y="1187"/>
                    </a:cubicBezTo>
                    <a:cubicBezTo>
                      <a:pt x="578" y="1782"/>
                      <a:pt x="244" y="2589"/>
                      <a:pt x="244" y="3431"/>
                    </a:cubicBezTo>
                    <a:cubicBezTo>
                      <a:pt x="244" y="4272"/>
                      <a:pt x="578" y="5079"/>
                      <a:pt x="1173" y="5674"/>
                    </a:cubicBezTo>
                    <a:cubicBezTo>
                      <a:pt x="1768" y="6269"/>
                      <a:pt x="2574" y="6603"/>
                      <a:pt x="3416" y="66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94269495-B0C4-4869-BA5E-E7A8E943638F}"/>
                  </a:ext>
                </a:extLst>
              </p:cNvPr>
              <p:cNvSpPr/>
              <p:nvPr/>
            </p:nvSpPr>
            <p:spPr>
              <a:xfrm>
                <a:off x="3942295" y="6764771"/>
                <a:ext cx="6343" cy="6345"/>
              </a:xfrm>
              <a:custGeom>
                <a:avLst/>
                <a:gdLst>
                  <a:gd name="connsiteX0" fmla="*/ 3415 w 6343"/>
                  <a:gd name="connsiteY0" fmla="*/ 6604 h 6345"/>
                  <a:gd name="connsiteX1" fmla="*/ 5658 w 6343"/>
                  <a:gd name="connsiteY1" fmla="*/ 5675 h 6345"/>
                  <a:gd name="connsiteX2" fmla="*/ 6587 w 6343"/>
                  <a:gd name="connsiteY2" fmla="*/ 3432 h 6345"/>
                  <a:gd name="connsiteX3" fmla="*/ 5658 w 6343"/>
                  <a:gd name="connsiteY3" fmla="*/ 1188 h 6345"/>
                  <a:gd name="connsiteX4" fmla="*/ 3415 w 6343"/>
                  <a:gd name="connsiteY4" fmla="*/ 259 h 6345"/>
                  <a:gd name="connsiteX5" fmla="*/ 1173 w 6343"/>
                  <a:gd name="connsiteY5" fmla="*/ 1188 h 6345"/>
                  <a:gd name="connsiteX6" fmla="*/ 244 w 6343"/>
                  <a:gd name="connsiteY6" fmla="*/ 3432 h 6345"/>
                  <a:gd name="connsiteX7" fmla="*/ 1173 w 6343"/>
                  <a:gd name="connsiteY7" fmla="*/ 5675 h 6345"/>
                  <a:gd name="connsiteX8" fmla="*/ 3415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604"/>
                    </a:moveTo>
                    <a:cubicBezTo>
                      <a:pt x="4256" y="6604"/>
                      <a:pt x="5063" y="6270"/>
                      <a:pt x="5658" y="5675"/>
                    </a:cubicBezTo>
                    <a:cubicBezTo>
                      <a:pt x="6253" y="5080"/>
                      <a:pt x="6587" y="4273"/>
                      <a:pt x="6587" y="3432"/>
                    </a:cubicBezTo>
                    <a:cubicBezTo>
                      <a:pt x="6587" y="2590"/>
                      <a:pt x="6253" y="1783"/>
                      <a:pt x="5658" y="1188"/>
                    </a:cubicBezTo>
                    <a:cubicBezTo>
                      <a:pt x="5063" y="593"/>
                      <a:pt x="4256" y="259"/>
                      <a:pt x="3415" y="259"/>
                    </a:cubicBezTo>
                    <a:cubicBezTo>
                      <a:pt x="2574" y="259"/>
                      <a:pt x="1767" y="593"/>
                      <a:pt x="1173" y="1188"/>
                    </a:cubicBezTo>
                    <a:cubicBezTo>
                      <a:pt x="578" y="1783"/>
                      <a:pt x="244" y="2590"/>
                      <a:pt x="244" y="3432"/>
                    </a:cubicBezTo>
                    <a:cubicBezTo>
                      <a:pt x="244" y="4273"/>
                      <a:pt x="578" y="5080"/>
                      <a:pt x="1173" y="5675"/>
                    </a:cubicBezTo>
                    <a:cubicBezTo>
                      <a:pt x="1767" y="6270"/>
                      <a:pt x="2574" y="6604"/>
                      <a:pt x="3415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6C559F32-EA45-323E-2DE1-B2D3A045DF3E}"/>
                  </a:ext>
                </a:extLst>
              </p:cNvPr>
              <p:cNvSpPr/>
              <p:nvPr/>
            </p:nvSpPr>
            <p:spPr>
              <a:xfrm>
                <a:off x="3908399" y="6313328"/>
                <a:ext cx="6343" cy="6345"/>
              </a:xfrm>
              <a:custGeom>
                <a:avLst/>
                <a:gdLst>
                  <a:gd name="connsiteX0" fmla="*/ 3412 w 6343"/>
                  <a:gd name="connsiteY0" fmla="*/ 6569 h 6345"/>
                  <a:gd name="connsiteX1" fmla="*/ 5655 w 6343"/>
                  <a:gd name="connsiteY1" fmla="*/ 5639 h 6345"/>
                  <a:gd name="connsiteX2" fmla="*/ 6584 w 6343"/>
                  <a:gd name="connsiteY2" fmla="*/ 3396 h 6345"/>
                  <a:gd name="connsiteX3" fmla="*/ 5655 w 6343"/>
                  <a:gd name="connsiteY3" fmla="*/ 1153 h 6345"/>
                  <a:gd name="connsiteX4" fmla="*/ 3412 w 6343"/>
                  <a:gd name="connsiteY4" fmla="*/ 223 h 6345"/>
                  <a:gd name="connsiteX5" fmla="*/ 1170 w 6343"/>
                  <a:gd name="connsiteY5" fmla="*/ 1153 h 6345"/>
                  <a:gd name="connsiteX6" fmla="*/ 241 w 6343"/>
                  <a:gd name="connsiteY6" fmla="*/ 3396 h 6345"/>
                  <a:gd name="connsiteX7" fmla="*/ 1170 w 6343"/>
                  <a:gd name="connsiteY7" fmla="*/ 5639 h 6345"/>
                  <a:gd name="connsiteX8" fmla="*/ 341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9"/>
                    </a:moveTo>
                    <a:cubicBezTo>
                      <a:pt x="4254" y="6569"/>
                      <a:pt x="5060" y="6234"/>
                      <a:pt x="5655" y="5639"/>
                    </a:cubicBezTo>
                    <a:cubicBezTo>
                      <a:pt x="6250" y="5044"/>
                      <a:pt x="6584" y="4237"/>
                      <a:pt x="6584" y="3396"/>
                    </a:cubicBezTo>
                    <a:cubicBezTo>
                      <a:pt x="6584" y="2555"/>
                      <a:pt x="6250" y="1748"/>
                      <a:pt x="5655" y="1153"/>
                    </a:cubicBezTo>
                    <a:cubicBezTo>
                      <a:pt x="5060" y="558"/>
                      <a:pt x="4254" y="223"/>
                      <a:pt x="3412" y="223"/>
                    </a:cubicBezTo>
                    <a:cubicBezTo>
                      <a:pt x="2571" y="223"/>
                      <a:pt x="1765" y="558"/>
                      <a:pt x="1170" y="1153"/>
                    </a:cubicBezTo>
                    <a:cubicBezTo>
                      <a:pt x="575" y="1748"/>
                      <a:pt x="241" y="2555"/>
                      <a:pt x="241" y="3396"/>
                    </a:cubicBezTo>
                    <a:cubicBezTo>
                      <a:pt x="241" y="4237"/>
                      <a:pt x="575" y="5044"/>
                      <a:pt x="1170" y="5639"/>
                    </a:cubicBezTo>
                    <a:cubicBezTo>
                      <a:pt x="1765" y="6234"/>
                      <a:pt x="2571" y="6569"/>
                      <a:pt x="341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40555E38-3E55-F968-43B5-AE0DCBFAC279}"/>
                  </a:ext>
                </a:extLst>
              </p:cNvPr>
              <p:cNvSpPr/>
              <p:nvPr/>
            </p:nvSpPr>
            <p:spPr>
              <a:xfrm>
                <a:off x="3904831" y="6313106"/>
                <a:ext cx="6343" cy="6345"/>
              </a:xfrm>
              <a:custGeom>
                <a:avLst/>
                <a:gdLst>
                  <a:gd name="connsiteX0" fmla="*/ 3412 w 6343"/>
                  <a:gd name="connsiteY0" fmla="*/ 6569 h 6345"/>
                  <a:gd name="connsiteX1" fmla="*/ 5655 w 6343"/>
                  <a:gd name="connsiteY1" fmla="*/ 5639 h 6345"/>
                  <a:gd name="connsiteX2" fmla="*/ 6584 w 6343"/>
                  <a:gd name="connsiteY2" fmla="*/ 3396 h 6345"/>
                  <a:gd name="connsiteX3" fmla="*/ 5655 w 6343"/>
                  <a:gd name="connsiteY3" fmla="*/ 1153 h 6345"/>
                  <a:gd name="connsiteX4" fmla="*/ 3412 w 6343"/>
                  <a:gd name="connsiteY4" fmla="*/ 223 h 6345"/>
                  <a:gd name="connsiteX5" fmla="*/ 1170 w 6343"/>
                  <a:gd name="connsiteY5" fmla="*/ 1153 h 6345"/>
                  <a:gd name="connsiteX6" fmla="*/ 241 w 6343"/>
                  <a:gd name="connsiteY6" fmla="*/ 3396 h 6345"/>
                  <a:gd name="connsiteX7" fmla="*/ 1170 w 6343"/>
                  <a:gd name="connsiteY7" fmla="*/ 5639 h 6345"/>
                  <a:gd name="connsiteX8" fmla="*/ 341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9"/>
                    </a:moveTo>
                    <a:cubicBezTo>
                      <a:pt x="4253" y="6569"/>
                      <a:pt x="5060" y="6234"/>
                      <a:pt x="5655" y="5639"/>
                    </a:cubicBezTo>
                    <a:cubicBezTo>
                      <a:pt x="6250" y="5044"/>
                      <a:pt x="6584" y="4237"/>
                      <a:pt x="6584" y="3396"/>
                    </a:cubicBezTo>
                    <a:cubicBezTo>
                      <a:pt x="6584" y="2555"/>
                      <a:pt x="6250" y="1748"/>
                      <a:pt x="5655" y="1153"/>
                    </a:cubicBezTo>
                    <a:cubicBezTo>
                      <a:pt x="5060" y="558"/>
                      <a:pt x="4253" y="223"/>
                      <a:pt x="3412" y="223"/>
                    </a:cubicBezTo>
                    <a:cubicBezTo>
                      <a:pt x="2571" y="223"/>
                      <a:pt x="1764" y="558"/>
                      <a:pt x="1170" y="1153"/>
                    </a:cubicBezTo>
                    <a:cubicBezTo>
                      <a:pt x="575" y="1748"/>
                      <a:pt x="241" y="2555"/>
                      <a:pt x="241" y="3396"/>
                    </a:cubicBezTo>
                    <a:cubicBezTo>
                      <a:pt x="241" y="4237"/>
                      <a:pt x="575" y="5044"/>
                      <a:pt x="1170" y="5639"/>
                    </a:cubicBezTo>
                    <a:cubicBezTo>
                      <a:pt x="1764" y="6234"/>
                      <a:pt x="2571" y="6569"/>
                      <a:pt x="341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AF2F90D3-9745-1E2D-8C7C-1B1F2035DDB0}"/>
                  </a:ext>
                </a:extLst>
              </p:cNvPr>
              <p:cNvSpPr/>
              <p:nvPr/>
            </p:nvSpPr>
            <p:spPr>
              <a:xfrm>
                <a:off x="3916149" y="6618213"/>
                <a:ext cx="6343" cy="6345"/>
              </a:xfrm>
              <a:custGeom>
                <a:avLst/>
                <a:gdLst>
                  <a:gd name="connsiteX0" fmla="*/ 3413 w 6343"/>
                  <a:gd name="connsiteY0" fmla="*/ 6593 h 6345"/>
                  <a:gd name="connsiteX1" fmla="*/ 5656 w 6343"/>
                  <a:gd name="connsiteY1" fmla="*/ 5663 h 6345"/>
                  <a:gd name="connsiteX2" fmla="*/ 6585 w 6343"/>
                  <a:gd name="connsiteY2" fmla="*/ 3420 h 6345"/>
                  <a:gd name="connsiteX3" fmla="*/ 5656 w 6343"/>
                  <a:gd name="connsiteY3" fmla="*/ 1177 h 6345"/>
                  <a:gd name="connsiteX4" fmla="*/ 3413 w 6343"/>
                  <a:gd name="connsiteY4" fmla="*/ 247 h 6345"/>
                  <a:gd name="connsiteX5" fmla="*/ 1170 w 6343"/>
                  <a:gd name="connsiteY5" fmla="*/ 1177 h 6345"/>
                  <a:gd name="connsiteX6" fmla="*/ 242 w 6343"/>
                  <a:gd name="connsiteY6" fmla="*/ 3420 h 6345"/>
                  <a:gd name="connsiteX7" fmla="*/ 1170 w 6343"/>
                  <a:gd name="connsiteY7" fmla="*/ 5663 h 6345"/>
                  <a:gd name="connsiteX8" fmla="*/ 3413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93"/>
                    </a:moveTo>
                    <a:cubicBezTo>
                      <a:pt x="4254" y="6593"/>
                      <a:pt x="5061" y="6258"/>
                      <a:pt x="5656" y="5663"/>
                    </a:cubicBezTo>
                    <a:cubicBezTo>
                      <a:pt x="6250" y="5069"/>
                      <a:pt x="6585" y="4261"/>
                      <a:pt x="6585" y="3420"/>
                    </a:cubicBezTo>
                    <a:cubicBezTo>
                      <a:pt x="6585" y="2579"/>
                      <a:pt x="6250" y="1772"/>
                      <a:pt x="5656" y="1177"/>
                    </a:cubicBezTo>
                    <a:cubicBezTo>
                      <a:pt x="5061" y="582"/>
                      <a:pt x="4254" y="247"/>
                      <a:pt x="3413" y="247"/>
                    </a:cubicBezTo>
                    <a:cubicBezTo>
                      <a:pt x="2572" y="247"/>
                      <a:pt x="1765" y="582"/>
                      <a:pt x="1170" y="1177"/>
                    </a:cubicBezTo>
                    <a:cubicBezTo>
                      <a:pt x="576" y="1772"/>
                      <a:pt x="242" y="2579"/>
                      <a:pt x="242" y="3420"/>
                    </a:cubicBezTo>
                    <a:cubicBezTo>
                      <a:pt x="242" y="4261"/>
                      <a:pt x="576" y="5069"/>
                      <a:pt x="1170" y="5663"/>
                    </a:cubicBezTo>
                    <a:cubicBezTo>
                      <a:pt x="1765" y="6258"/>
                      <a:pt x="2572" y="6593"/>
                      <a:pt x="3413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26158D54-472A-E401-2D16-A4B853D517B7}"/>
                  </a:ext>
                </a:extLst>
              </p:cNvPr>
              <p:cNvSpPr/>
              <p:nvPr/>
            </p:nvSpPr>
            <p:spPr>
              <a:xfrm>
                <a:off x="3910705" y="6617747"/>
                <a:ext cx="6343" cy="6345"/>
              </a:xfrm>
              <a:custGeom>
                <a:avLst/>
                <a:gdLst>
                  <a:gd name="connsiteX0" fmla="*/ 3413 w 6343"/>
                  <a:gd name="connsiteY0" fmla="*/ 6593 h 6345"/>
                  <a:gd name="connsiteX1" fmla="*/ 5655 w 6343"/>
                  <a:gd name="connsiteY1" fmla="*/ 5663 h 6345"/>
                  <a:gd name="connsiteX2" fmla="*/ 6584 w 6343"/>
                  <a:gd name="connsiteY2" fmla="*/ 3420 h 6345"/>
                  <a:gd name="connsiteX3" fmla="*/ 5655 w 6343"/>
                  <a:gd name="connsiteY3" fmla="*/ 1177 h 6345"/>
                  <a:gd name="connsiteX4" fmla="*/ 3413 w 6343"/>
                  <a:gd name="connsiteY4" fmla="*/ 247 h 6345"/>
                  <a:gd name="connsiteX5" fmla="*/ 1170 w 6343"/>
                  <a:gd name="connsiteY5" fmla="*/ 1177 h 6345"/>
                  <a:gd name="connsiteX6" fmla="*/ 241 w 6343"/>
                  <a:gd name="connsiteY6" fmla="*/ 3420 h 6345"/>
                  <a:gd name="connsiteX7" fmla="*/ 1170 w 6343"/>
                  <a:gd name="connsiteY7" fmla="*/ 5663 h 6345"/>
                  <a:gd name="connsiteX8" fmla="*/ 3413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93"/>
                    </a:moveTo>
                    <a:cubicBezTo>
                      <a:pt x="4254" y="6593"/>
                      <a:pt x="5061" y="6258"/>
                      <a:pt x="5655" y="5663"/>
                    </a:cubicBezTo>
                    <a:cubicBezTo>
                      <a:pt x="6250" y="5068"/>
                      <a:pt x="6584" y="4261"/>
                      <a:pt x="6584" y="3420"/>
                    </a:cubicBezTo>
                    <a:cubicBezTo>
                      <a:pt x="6584" y="2579"/>
                      <a:pt x="6250" y="1772"/>
                      <a:pt x="5655" y="1177"/>
                    </a:cubicBezTo>
                    <a:cubicBezTo>
                      <a:pt x="5061" y="582"/>
                      <a:pt x="4254" y="247"/>
                      <a:pt x="3413" y="247"/>
                    </a:cubicBezTo>
                    <a:cubicBezTo>
                      <a:pt x="2572" y="247"/>
                      <a:pt x="1765" y="582"/>
                      <a:pt x="1170" y="1177"/>
                    </a:cubicBezTo>
                    <a:cubicBezTo>
                      <a:pt x="575" y="1772"/>
                      <a:pt x="241" y="2579"/>
                      <a:pt x="241" y="3420"/>
                    </a:cubicBezTo>
                    <a:cubicBezTo>
                      <a:pt x="241" y="4261"/>
                      <a:pt x="575" y="5068"/>
                      <a:pt x="1170" y="5663"/>
                    </a:cubicBezTo>
                    <a:cubicBezTo>
                      <a:pt x="1765" y="6258"/>
                      <a:pt x="2572" y="6593"/>
                      <a:pt x="3413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5132B050-0396-B535-7267-51C418FDC867}"/>
                  </a:ext>
                </a:extLst>
              </p:cNvPr>
              <p:cNvSpPr/>
              <p:nvPr/>
            </p:nvSpPr>
            <p:spPr>
              <a:xfrm>
                <a:off x="3905262" y="6617105"/>
                <a:ext cx="6343" cy="6345"/>
              </a:xfrm>
              <a:custGeom>
                <a:avLst/>
                <a:gdLst>
                  <a:gd name="connsiteX0" fmla="*/ 3412 w 6343"/>
                  <a:gd name="connsiteY0" fmla="*/ 6593 h 6345"/>
                  <a:gd name="connsiteX1" fmla="*/ 5655 w 6343"/>
                  <a:gd name="connsiteY1" fmla="*/ 5663 h 6345"/>
                  <a:gd name="connsiteX2" fmla="*/ 6584 w 6343"/>
                  <a:gd name="connsiteY2" fmla="*/ 3420 h 6345"/>
                  <a:gd name="connsiteX3" fmla="*/ 5655 w 6343"/>
                  <a:gd name="connsiteY3" fmla="*/ 1176 h 6345"/>
                  <a:gd name="connsiteX4" fmla="*/ 3412 w 6343"/>
                  <a:gd name="connsiteY4" fmla="*/ 247 h 6345"/>
                  <a:gd name="connsiteX5" fmla="*/ 1170 w 6343"/>
                  <a:gd name="connsiteY5" fmla="*/ 1176 h 6345"/>
                  <a:gd name="connsiteX6" fmla="*/ 241 w 6343"/>
                  <a:gd name="connsiteY6" fmla="*/ 3420 h 6345"/>
                  <a:gd name="connsiteX7" fmla="*/ 1170 w 6343"/>
                  <a:gd name="connsiteY7" fmla="*/ 5663 h 6345"/>
                  <a:gd name="connsiteX8" fmla="*/ 3412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93"/>
                    </a:moveTo>
                    <a:cubicBezTo>
                      <a:pt x="4253" y="6593"/>
                      <a:pt x="5060" y="6258"/>
                      <a:pt x="5655" y="5663"/>
                    </a:cubicBezTo>
                    <a:cubicBezTo>
                      <a:pt x="6250" y="5068"/>
                      <a:pt x="6584" y="4261"/>
                      <a:pt x="6584" y="3420"/>
                    </a:cubicBezTo>
                    <a:cubicBezTo>
                      <a:pt x="6584" y="2579"/>
                      <a:pt x="6250" y="1771"/>
                      <a:pt x="5655" y="1176"/>
                    </a:cubicBezTo>
                    <a:cubicBezTo>
                      <a:pt x="5060" y="582"/>
                      <a:pt x="4253" y="247"/>
                      <a:pt x="3412" y="247"/>
                    </a:cubicBezTo>
                    <a:cubicBezTo>
                      <a:pt x="2571" y="247"/>
                      <a:pt x="1764" y="582"/>
                      <a:pt x="1170" y="1176"/>
                    </a:cubicBezTo>
                    <a:cubicBezTo>
                      <a:pt x="575" y="1771"/>
                      <a:pt x="241" y="2579"/>
                      <a:pt x="241" y="3420"/>
                    </a:cubicBezTo>
                    <a:cubicBezTo>
                      <a:pt x="241" y="4261"/>
                      <a:pt x="575" y="5068"/>
                      <a:pt x="1170" y="5663"/>
                    </a:cubicBezTo>
                    <a:cubicBezTo>
                      <a:pt x="1764" y="6258"/>
                      <a:pt x="2571" y="6593"/>
                      <a:pt x="3412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E263C669-5004-FDBC-E6E6-B4E0027C211E}"/>
                  </a:ext>
                </a:extLst>
              </p:cNvPr>
              <p:cNvSpPr/>
              <p:nvPr/>
            </p:nvSpPr>
            <p:spPr>
              <a:xfrm>
                <a:off x="3890605" y="6312093"/>
                <a:ext cx="6343" cy="6345"/>
              </a:xfrm>
              <a:custGeom>
                <a:avLst/>
                <a:gdLst>
                  <a:gd name="connsiteX0" fmla="*/ 3411 w 6343"/>
                  <a:gd name="connsiteY0" fmla="*/ 6569 h 6345"/>
                  <a:gd name="connsiteX1" fmla="*/ 5654 w 6343"/>
                  <a:gd name="connsiteY1" fmla="*/ 5639 h 6345"/>
                  <a:gd name="connsiteX2" fmla="*/ 6583 w 6343"/>
                  <a:gd name="connsiteY2" fmla="*/ 3396 h 6345"/>
                  <a:gd name="connsiteX3" fmla="*/ 5654 w 6343"/>
                  <a:gd name="connsiteY3" fmla="*/ 1152 h 6345"/>
                  <a:gd name="connsiteX4" fmla="*/ 3411 w 6343"/>
                  <a:gd name="connsiteY4" fmla="*/ 223 h 6345"/>
                  <a:gd name="connsiteX5" fmla="*/ 1168 w 6343"/>
                  <a:gd name="connsiteY5" fmla="*/ 1152 h 6345"/>
                  <a:gd name="connsiteX6" fmla="*/ 240 w 6343"/>
                  <a:gd name="connsiteY6" fmla="*/ 3396 h 6345"/>
                  <a:gd name="connsiteX7" fmla="*/ 1168 w 6343"/>
                  <a:gd name="connsiteY7" fmla="*/ 5639 h 6345"/>
                  <a:gd name="connsiteX8" fmla="*/ 341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9"/>
                    </a:moveTo>
                    <a:cubicBezTo>
                      <a:pt x="4252" y="6569"/>
                      <a:pt x="5059" y="6234"/>
                      <a:pt x="5654" y="5639"/>
                    </a:cubicBezTo>
                    <a:cubicBezTo>
                      <a:pt x="6248" y="5044"/>
                      <a:pt x="6583" y="4237"/>
                      <a:pt x="6583" y="3396"/>
                    </a:cubicBezTo>
                    <a:cubicBezTo>
                      <a:pt x="6583" y="2554"/>
                      <a:pt x="6248" y="1747"/>
                      <a:pt x="5654" y="1152"/>
                    </a:cubicBezTo>
                    <a:cubicBezTo>
                      <a:pt x="5059" y="558"/>
                      <a:pt x="4252" y="223"/>
                      <a:pt x="3411" y="223"/>
                    </a:cubicBezTo>
                    <a:cubicBezTo>
                      <a:pt x="2570" y="223"/>
                      <a:pt x="1763" y="558"/>
                      <a:pt x="1168" y="1152"/>
                    </a:cubicBezTo>
                    <a:cubicBezTo>
                      <a:pt x="574" y="1747"/>
                      <a:pt x="240" y="2554"/>
                      <a:pt x="240" y="3396"/>
                    </a:cubicBezTo>
                    <a:cubicBezTo>
                      <a:pt x="240" y="4237"/>
                      <a:pt x="574" y="5044"/>
                      <a:pt x="1168" y="5639"/>
                    </a:cubicBezTo>
                    <a:cubicBezTo>
                      <a:pt x="1763" y="6234"/>
                      <a:pt x="2570" y="6569"/>
                      <a:pt x="341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9BD21E7D-9B87-C279-59DE-DCA9CF5B7B43}"/>
                  </a:ext>
                </a:extLst>
              </p:cNvPr>
              <p:cNvSpPr/>
              <p:nvPr/>
            </p:nvSpPr>
            <p:spPr>
              <a:xfrm>
                <a:off x="3899873" y="6841999"/>
                <a:ext cx="6343" cy="6345"/>
              </a:xfrm>
              <a:custGeom>
                <a:avLst/>
                <a:gdLst>
                  <a:gd name="connsiteX0" fmla="*/ 3412 w 6343"/>
                  <a:gd name="connsiteY0" fmla="*/ 6610 h 6345"/>
                  <a:gd name="connsiteX1" fmla="*/ 5654 w 6343"/>
                  <a:gd name="connsiteY1" fmla="*/ 5681 h 6345"/>
                  <a:gd name="connsiteX2" fmla="*/ 6583 w 6343"/>
                  <a:gd name="connsiteY2" fmla="*/ 3438 h 6345"/>
                  <a:gd name="connsiteX3" fmla="*/ 5654 w 6343"/>
                  <a:gd name="connsiteY3" fmla="*/ 1194 h 6345"/>
                  <a:gd name="connsiteX4" fmla="*/ 3412 w 6343"/>
                  <a:gd name="connsiteY4" fmla="*/ 265 h 6345"/>
                  <a:gd name="connsiteX5" fmla="*/ 1169 w 6343"/>
                  <a:gd name="connsiteY5" fmla="*/ 1194 h 6345"/>
                  <a:gd name="connsiteX6" fmla="*/ 240 w 6343"/>
                  <a:gd name="connsiteY6" fmla="*/ 3438 h 6345"/>
                  <a:gd name="connsiteX7" fmla="*/ 1169 w 6343"/>
                  <a:gd name="connsiteY7" fmla="*/ 5681 h 6345"/>
                  <a:gd name="connsiteX8" fmla="*/ 3412 w 6343"/>
                  <a:gd name="connsiteY8" fmla="*/ 66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610"/>
                    </a:moveTo>
                    <a:cubicBezTo>
                      <a:pt x="4253" y="6610"/>
                      <a:pt x="5060" y="6276"/>
                      <a:pt x="5654" y="5681"/>
                    </a:cubicBezTo>
                    <a:cubicBezTo>
                      <a:pt x="6249" y="5086"/>
                      <a:pt x="6583" y="4279"/>
                      <a:pt x="6583" y="3438"/>
                    </a:cubicBezTo>
                    <a:cubicBezTo>
                      <a:pt x="6583" y="2596"/>
                      <a:pt x="6249" y="1789"/>
                      <a:pt x="5654" y="1194"/>
                    </a:cubicBezTo>
                    <a:cubicBezTo>
                      <a:pt x="5060" y="599"/>
                      <a:pt x="4253" y="265"/>
                      <a:pt x="3412" y="265"/>
                    </a:cubicBezTo>
                    <a:cubicBezTo>
                      <a:pt x="2571" y="265"/>
                      <a:pt x="1764" y="599"/>
                      <a:pt x="1169" y="1194"/>
                    </a:cubicBezTo>
                    <a:cubicBezTo>
                      <a:pt x="574" y="1789"/>
                      <a:pt x="240" y="2596"/>
                      <a:pt x="240" y="3438"/>
                    </a:cubicBezTo>
                    <a:cubicBezTo>
                      <a:pt x="240" y="4279"/>
                      <a:pt x="574" y="5086"/>
                      <a:pt x="1169" y="5681"/>
                    </a:cubicBezTo>
                    <a:cubicBezTo>
                      <a:pt x="1764" y="6276"/>
                      <a:pt x="2571" y="6610"/>
                      <a:pt x="3412" y="66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08A5002E-EF6D-FEAF-1AF4-BF6BD55F9395}"/>
                  </a:ext>
                </a:extLst>
              </p:cNvPr>
              <p:cNvSpPr/>
              <p:nvPr/>
            </p:nvSpPr>
            <p:spPr>
              <a:xfrm>
                <a:off x="3883486" y="6309742"/>
                <a:ext cx="6343" cy="6345"/>
              </a:xfrm>
              <a:custGeom>
                <a:avLst/>
                <a:gdLst>
                  <a:gd name="connsiteX0" fmla="*/ 3411 w 6343"/>
                  <a:gd name="connsiteY0" fmla="*/ 6568 h 6345"/>
                  <a:gd name="connsiteX1" fmla="*/ 5653 w 6343"/>
                  <a:gd name="connsiteY1" fmla="*/ 5639 h 6345"/>
                  <a:gd name="connsiteX2" fmla="*/ 6582 w 6343"/>
                  <a:gd name="connsiteY2" fmla="*/ 3396 h 6345"/>
                  <a:gd name="connsiteX3" fmla="*/ 5653 w 6343"/>
                  <a:gd name="connsiteY3" fmla="*/ 1152 h 6345"/>
                  <a:gd name="connsiteX4" fmla="*/ 3411 w 6343"/>
                  <a:gd name="connsiteY4" fmla="*/ 223 h 6345"/>
                  <a:gd name="connsiteX5" fmla="*/ 1168 w 6343"/>
                  <a:gd name="connsiteY5" fmla="*/ 1152 h 6345"/>
                  <a:gd name="connsiteX6" fmla="*/ 239 w 6343"/>
                  <a:gd name="connsiteY6" fmla="*/ 3396 h 6345"/>
                  <a:gd name="connsiteX7" fmla="*/ 1168 w 6343"/>
                  <a:gd name="connsiteY7" fmla="*/ 5639 h 6345"/>
                  <a:gd name="connsiteX8" fmla="*/ 3411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8"/>
                    </a:moveTo>
                    <a:cubicBezTo>
                      <a:pt x="4252" y="6568"/>
                      <a:pt x="5058" y="6234"/>
                      <a:pt x="5653" y="5639"/>
                    </a:cubicBezTo>
                    <a:cubicBezTo>
                      <a:pt x="6248" y="5044"/>
                      <a:pt x="6582" y="4237"/>
                      <a:pt x="6582" y="3396"/>
                    </a:cubicBezTo>
                    <a:cubicBezTo>
                      <a:pt x="6582" y="2554"/>
                      <a:pt x="6248" y="1747"/>
                      <a:pt x="5653" y="1152"/>
                    </a:cubicBezTo>
                    <a:cubicBezTo>
                      <a:pt x="5058" y="557"/>
                      <a:pt x="4252" y="223"/>
                      <a:pt x="3411" y="223"/>
                    </a:cubicBezTo>
                    <a:cubicBezTo>
                      <a:pt x="2569" y="223"/>
                      <a:pt x="1763" y="557"/>
                      <a:pt x="1168" y="1152"/>
                    </a:cubicBezTo>
                    <a:cubicBezTo>
                      <a:pt x="573" y="1747"/>
                      <a:pt x="239" y="2554"/>
                      <a:pt x="239" y="3396"/>
                    </a:cubicBezTo>
                    <a:cubicBezTo>
                      <a:pt x="239" y="4237"/>
                      <a:pt x="573" y="5044"/>
                      <a:pt x="1168" y="5639"/>
                    </a:cubicBezTo>
                    <a:cubicBezTo>
                      <a:pt x="1763" y="6234"/>
                      <a:pt x="2569" y="6568"/>
                      <a:pt x="3411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E3F19D48-382E-6912-C2EC-6B548777267B}"/>
                  </a:ext>
                </a:extLst>
              </p:cNvPr>
              <p:cNvSpPr/>
              <p:nvPr/>
            </p:nvSpPr>
            <p:spPr>
              <a:xfrm>
                <a:off x="3879943" y="6308034"/>
                <a:ext cx="6343" cy="6345"/>
              </a:xfrm>
              <a:custGeom>
                <a:avLst/>
                <a:gdLst>
                  <a:gd name="connsiteX0" fmla="*/ 3410 w 6343"/>
                  <a:gd name="connsiteY0" fmla="*/ 6568 h 6345"/>
                  <a:gd name="connsiteX1" fmla="*/ 5653 w 6343"/>
                  <a:gd name="connsiteY1" fmla="*/ 5639 h 6345"/>
                  <a:gd name="connsiteX2" fmla="*/ 6582 w 6343"/>
                  <a:gd name="connsiteY2" fmla="*/ 3396 h 6345"/>
                  <a:gd name="connsiteX3" fmla="*/ 5653 w 6343"/>
                  <a:gd name="connsiteY3" fmla="*/ 1152 h 6345"/>
                  <a:gd name="connsiteX4" fmla="*/ 3410 w 6343"/>
                  <a:gd name="connsiteY4" fmla="*/ 223 h 6345"/>
                  <a:gd name="connsiteX5" fmla="*/ 1168 w 6343"/>
                  <a:gd name="connsiteY5" fmla="*/ 1152 h 6345"/>
                  <a:gd name="connsiteX6" fmla="*/ 239 w 6343"/>
                  <a:gd name="connsiteY6" fmla="*/ 3396 h 6345"/>
                  <a:gd name="connsiteX7" fmla="*/ 1168 w 6343"/>
                  <a:gd name="connsiteY7" fmla="*/ 5639 h 6345"/>
                  <a:gd name="connsiteX8" fmla="*/ 3410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8"/>
                    </a:moveTo>
                    <a:cubicBezTo>
                      <a:pt x="4251" y="6568"/>
                      <a:pt x="5058" y="6234"/>
                      <a:pt x="5653" y="5639"/>
                    </a:cubicBezTo>
                    <a:cubicBezTo>
                      <a:pt x="6248" y="5044"/>
                      <a:pt x="6582" y="4237"/>
                      <a:pt x="6582" y="3396"/>
                    </a:cubicBezTo>
                    <a:cubicBezTo>
                      <a:pt x="6582" y="2554"/>
                      <a:pt x="6248" y="1747"/>
                      <a:pt x="5653" y="1152"/>
                    </a:cubicBezTo>
                    <a:cubicBezTo>
                      <a:pt x="5058" y="557"/>
                      <a:pt x="4251" y="223"/>
                      <a:pt x="3410" y="223"/>
                    </a:cubicBezTo>
                    <a:cubicBezTo>
                      <a:pt x="2569" y="223"/>
                      <a:pt x="1762" y="557"/>
                      <a:pt x="1168" y="1152"/>
                    </a:cubicBezTo>
                    <a:cubicBezTo>
                      <a:pt x="573" y="1747"/>
                      <a:pt x="239" y="2554"/>
                      <a:pt x="239" y="3396"/>
                    </a:cubicBezTo>
                    <a:cubicBezTo>
                      <a:pt x="239" y="4237"/>
                      <a:pt x="573" y="5044"/>
                      <a:pt x="1168" y="5639"/>
                    </a:cubicBezTo>
                    <a:cubicBezTo>
                      <a:pt x="1762" y="6234"/>
                      <a:pt x="2569" y="6568"/>
                      <a:pt x="3410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61D79E5E-F43D-8B1A-629E-8F83D7CDF93C}"/>
                  </a:ext>
                </a:extLst>
              </p:cNvPr>
              <p:cNvSpPr/>
              <p:nvPr/>
            </p:nvSpPr>
            <p:spPr>
              <a:xfrm>
                <a:off x="3859116" y="6844664"/>
                <a:ext cx="6343" cy="6345"/>
              </a:xfrm>
              <a:custGeom>
                <a:avLst/>
                <a:gdLst>
                  <a:gd name="connsiteX0" fmla="*/ 3409 w 6343"/>
                  <a:gd name="connsiteY0" fmla="*/ 6611 h 6345"/>
                  <a:gd name="connsiteX1" fmla="*/ 5651 w 6343"/>
                  <a:gd name="connsiteY1" fmla="*/ 5681 h 6345"/>
                  <a:gd name="connsiteX2" fmla="*/ 6580 w 6343"/>
                  <a:gd name="connsiteY2" fmla="*/ 3438 h 6345"/>
                  <a:gd name="connsiteX3" fmla="*/ 5651 w 6343"/>
                  <a:gd name="connsiteY3" fmla="*/ 1194 h 6345"/>
                  <a:gd name="connsiteX4" fmla="*/ 3409 w 6343"/>
                  <a:gd name="connsiteY4" fmla="*/ 265 h 6345"/>
                  <a:gd name="connsiteX5" fmla="*/ 1166 w 6343"/>
                  <a:gd name="connsiteY5" fmla="*/ 1194 h 6345"/>
                  <a:gd name="connsiteX6" fmla="*/ 237 w 6343"/>
                  <a:gd name="connsiteY6" fmla="*/ 3438 h 6345"/>
                  <a:gd name="connsiteX7" fmla="*/ 1166 w 6343"/>
                  <a:gd name="connsiteY7" fmla="*/ 5681 h 6345"/>
                  <a:gd name="connsiteX8" fmla="*/ 3409 w 6343"/>
                  <a:gd name="connsiteY8" fmla="*/ 66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611"/>
                    </a:moveTo>
                    <a:cubicBezTo>
                      <a:pt x="4250" y="6611"/>
                      <a:pt x="5056" y="6276"/>
                      <a:pt x="5651" y="5681"/>
                    </a:cubicBezTo>
                    <a:cubicBezTo>
                      <a:pt x="6246" y="5086"/>
                      <a:pt x="6580" y="4279"/>
                      <a:pt x="6580" y="3438"/>
                    </a:cubicBezTo>
                    <a:cubicBezTo>
                      <a:pt x="6580" y="2596"/>
                      <a:pt x="6246" y="1789"/>
                      <a:pt x="5651" y="1194"/>
                    </a:cubicBezTo>
                    <a:cubicBezTo>
                      <a:pt x="5056" y="599"/>
                      <a:pt x="4250" y="265"/>
                      <a:pt x="3409" y="265"/>
                    </a:cubicBezTo>
                    <a:cubicBezTo>
                      <a:pt x="2567" y="265"/>
                      <a:pt x="1761" y="599"/>
                      <a:pt x="1166" y="1194"/>
                    </a:cubicBezTo>
                    <a:cubicBezTo>
                      <a:pt x="571" y="1789"/>
                      <a:pt x="237" y="2596"/>
                      <a:pt x="237" y="3438"/>
                    </a:cubicBezTo>
                    <a:cubicBezTo>
                      <a:pt x="237" y="4279"/>
                      <a:pt x="571" y="5086"/>
                      <a:pt x="1166" y="5681"/>
                    </a:cubicBezTo>
                    <a:cubicBezTo>
                      <a:pt x="1761" y="6276"/>
                      <a:pt x="2567" y="6611"/>
                      <a:pt x="3409" y="66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F9BF46A1-46EE-80BC-84ED-63CBDF879270}"/>
                  </a:ext>
                </a:extLst>
              </p:cNvPr>
              <p:cNvSpPr/>
              <p:nvPr/>
            </p:nvSpPr>
            <p:spPr>
              <a:xfrm>
                <a:off x="3852420" y="6838893"/>
                <a:ext cx="6343" cy="6345"/>
              </a:xfrm>
              <a:custGeom>
                <a:avLst/>
                <a:gdLst>
                  <a:gd name="connsiteX0" fmla="*/ 3408 w 6343"/>
                  <a:gd name="connsiteY0" fmla="*/ 6610 h 6345"/>
                  <a:gd name="connsiteX1" fmla="*/ 5651 w 6343"/>
                  <a:gd name="connsiteY1" fmla="*/ 5681 h 6345"/>
                  <a:gd name="connsiteX2" fmla="*/ 6580 w 6343"/>
                  <a:gd name="connsiteY2" fmla="*/ 3437 h 6345"/>
                  <a:gd name="connsiteX3" fmla="*/ 5651 w 6343"/>
                  <a:gd name="connsiteY3" fmla="*/ 1194 h 6345"/>
                  <a:gd name="connsiteX4" fmla="*/ 3408 w 6343"/>
                  <a:gd name="connsiteY4" fmla="*/ 265 h 6345"/>
                  <a:gd name="connsiteX5" fmla="*/ 1165 w 6343"/>
                  <a:gd name="connsiteY5" fmla="*/ 1194 h 6345"/>
                  <a:gd name="connsiteX6" fmla="*/ 236 w 6343"/>
                  <a:gd name="connsiteY6" fmla="*/ 3437 h 6345"/>
                  <a:gd name="connsiteX7" fmla="*/ 1165 w 6343"/>
                  <a:gd name="connsiteY7" fmla="*/ 5681 h 6345"/>
                  <a:gd name="connsiteX8" fmla="*/ 3408 w 6343"/>
                  <a:gd name="connsiteY8" fmla="*/ 66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610"/>
                    </a:moveTo>
                    <a:cubicBezTo>
                      <a:pt x="4249" y="6610"/>
                      <a:pt x="5056" y="6276"/>
                      <a:pt x="5651" y="5681"/>
                    </a:cubicBezTo>
                    <a:cubicBezTo>
                      <a:pt x="6245" y="5086"/>
                      <a:pt x="6580" y="4279"/>
                      <a:pt x="6580" y="3437"/>
                    </a:cubicBezTo>
                    <a:cubicBezTo>
                      <a:pt x="6580" y="2596"/>
                      <a:pt x="6245" y="1789"/>
                      <a:pt x="5651" y="1194"/>
                    </a:cubicBezTo>
                    <a:cubicBezTo>
                      <a:pt x="5056" y="599"/>
                      <a:pt x="4249" y="265"/>
                      <a:pt x="3408" y="265"/>
                    </a:cubicBezTo>
                    <a:cubicBezTo>
                      <a:pt x="2567" y="265"/>
                      <a:pt x="1760" y="599"/>
                      <a:pt x="1165" y="1194"/>
                    </a:cubicBezTo>
                    <a:cubicBezTo>
                      <a:pt x="571" y="1789"/>
                      <a:pt x="236" y="2596"/>
                      <a:pt x="236" y="3437"/>
                    </a:cubicBezTo>
                    <a:cubicBezTo>
                      <a:pt x="236" y="4279"/>
                      <a:pt x="571" y="5086"/>
                      <a:pt x="1165" y="5681"/>
                    </a:cubicBezTo>
                    <a:cubicBezTo>
                      <a:pt x="1760" y="6276"/>
                      <a:pt x="2567" y="6610"/>
                      <a:pt x="3408" y="66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639C4307-348A-CBCA-51F4-8B1A1B7E7A11}"/>
                  </a:ext>
                </a:extLst>
              </p:cNvPr>
              <p:cNvSpPr/>
              <p:nvPr/>
            </p:nvSpPr>
            <p:spPr>
              <a:xfrm>
                <a:off x="3851517" y="6603332"/>
                <a:ext cx="6343" cy="6345"/>
              </a:xfrm>
              <a:custGeom>
                <a:avLst/>
                <a:gdLst>
                  <a:gd name="connsiteX0" fmla="*/ 3408 w 6343"/>
                  <a:gd name="connsiteY0" fmla="*/ 6592 h 6345"/>
                  <a:gd name="connsiteX1" fmla="*/ 5651 w 6343"/>
                  <a:gd name="connsiteY1" fmla="*/ 5662 h 6345"/>
                  <a:gd name="connsiteX2" fmla="*/ 6580 w 6343"/>
                  <a:gd name="connsiteY2" fmla="*/ 3419 h 6345"/>
                  <a:gd name="connsiteX3" fmla="*/ 5651 w 6343"/>
                  <a:gd name="connsiteY3" fmla="*/ 1175 h 6345"/>
                  <a:gd name="connsiteX4" fmla="*/ 3408 w 6343"/>
                  <a:gd name="connsiteY4" fmla="*/ 246 h 6345"/>
                  <a:gd name="connsiteX5" fmla="*/ 1165 w 6343"/>
                  <a:gd name="connsiteY5" fmla="*/ 1175 h 6345"/>
                  <a:gd name="connsiteX6" fmla="*/ 236 w 6343"/>
                  <a:gd name="connsiteY6" fmla="*/ 3419 h 6345"/>
                  <a:gd name="connsiteX7" fmla="*/ 1165 w 6343"/>
                  <a:gd name="connsiteY7" fmla="*/ 5662 h 6345"/>
                  <a:gd name="connsiteX8" fmla="*/ 3408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92"/>
                    </a:moveTo>
                    <a:cubicBezTo>
                      <a:pt x="4249" y="6592"/>
                      <a:pt x="5056" y="6257"/>
                      <a:pt x="5651" y="5662"/>
                    </a:cubicBezTo>
                    <a:cubicBezTo>
                      <a:pt x="6245" y="5067"/>
                      <a:pt x="6580" y="4260"/>
                      <a:pt x="6580" y="3419"/>
                    </a:cubicBezTo>
                    <a:cubicBezTo>
                      <a:pt x="6580" y="2577"/>
                      <a:pt x="6245" y="1770"/>
                      <a:pt x="5651" y="1175"/>
                    </a:cubicBezTo>
                    <a:cubicBezTo>
                      <a:pt x="5056" y="580"/>
                      <a:pt x="4249" y="246"/>
                      <a:pt x="3408" y="246"/>
                    </a:cubicBezTo>
                    <a:cubicBezTo>
                      <a:pt x="2567" y="246"/>
                      <a:pt x="1760" y="580"/>
                      <a:pt x="1165" y="1175"/>
                    </a:cubicBezTo>
                    <a:cubicBezTo>
                      <a:pt x="571" y="1770"/>
                      <a:pt x="236" y="2577"/>
                      <a:pt x="236" y="3419"/>
                    </a:cubicBezTo>
                    <a:cubicBezTo>
                      <a:pt x="236" y="4260"/>
                      <a:pt x="571" y="5067"/>
                      <a:pt x="1165" y="5662"/>
                    </a:cubicBezTo>
                    <a:cubicBezTo>
                      <a:pt x="1760" y="6257"/>
                      <a:pt x="2567" y="6592"/>
                      <a:pt x="3408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6D52BF01-2CB5-46D7-7652-68A609DB72CC}"/>
                  </a:ext>
                </a:extLst>
              </p:cNvPr>
              <p:cNvSpPr/>
              <p:nvPr/>
            </p:nvSpPr>
            <p:spPr>
              <a:xfrm>
                <a:off x="3846204" y="6602897"/>
                <a:ext cx="6343" cy="6345"/>
              </a:xfrm>
              <a:custGeom>
                <a:avLst/>
                <a:gdLst>
                  <a:gd name="connsiteX0" fmla="*/ 3408 w 6343"/>
                  <a:gd name="connsiteY0" fmla="*/ 6592 h 6345"/>
                  <a:gd name="connsiteX1" fmla="*/ 5650 w 6343"/>
                  <a:gd name="connsiteY1" fmla="*/ 5662 h 6345"/>
                  <a:gd name="connsiteX2" fmla="*/ 6579 w 6343"/>
                  <a:gd name="connsiteY2" fmla="*/ 3419 h 6345"/>
                  <a:gd name="connsiteX3" fmla="*/ 5650 w 6343"/>
                  <a:gd name="connsiteY3" fmla="*/ 1175 h 6345"/>
                  <a:gd name="connsiteX4" fmla="*/ 3408 w 6343"/>
                  <a:gd name="connsiteY4" fmla="*/ 246 h 6345"/>
                  <a:gd name="connsiteX5" fmla="*/ 1165 w 6343"/>
                  <a:gd name="connsiteY5" fmla="*/ 1175 h 6345"/>
                  <a:gd name="connsiteX6" fmla="*/ 236 w 6343"/>
                  <a:gd name="connsiteY6" fmla="*/ 3419 h 6345"/>
                  <a:gd name="connsiteX7" fmla="*/ 1165 w 6343"/>
                  <a:gd name="connsiteY7" fmla="*/ 5662 h 6345"/>
                  <a:gd name="connsiteX8" fmla="*/ 3408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92"/>
                    </a:moveTo>
                    <a:cubicBezTo>
                      <a:pt x="4249" y="6592"/>
                      <a:pt x="5055" y="6257"/>
                      <a:pt x="5650" y="5662"/>
                    </a:cubicBezTo>
                    <a:cubicBezTo>
                      <a:pt x="6245" y="5067"/>
                      <a:pt x="6579" y="4260"/>
                      <a:pt x="6579" y="3419"/>
                    </a:cubicBezTo>
                    <a:cubicBezTo>
                      <a:pt x="6579" y="2577"/>
                      <a:pt x="6245" y="1770"/>
                      <a:pt x="5650" y="1175"/>
                    </a:cubicBezTo>
                    <a:cubicBezTo>
                      <a:pt x="5055" y="580"/>
                      <a:pt x="4249" y="246"/>
                      <a:pt x="3408" y="246"/>
                    </a:cubicBezTo>
                    <a:cubicBezTo>
                      <a:pt x="2566" y="246"/>
                      <a:pt x="1760" y="580"/>
                      <a:pt x="1165" y="1175"/>
                    </a:cubicBezTo>
                    <a:cubicBezTo>
                      <a:pt x="570" y="1770"/>
                      <a:pt x="236" y="2577"/>
                      <a:pt x="236" y="3419"/>
                    </a:cubicBezTo>
                    <a:cubicBezTo>
                      <a:pt x="236" y="4260"/>
                      <a:pt x="570" y="5067"/>
                      <a:pt x="1165" y="5662"/>
                    </a:cubicBezTo>
                    <a:cubicBezTo>
                      <a:pt x="1760" y="6257"/>
                      <a:pt x="2566" y="6592"/>
                      <a:pt x="3408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C5F1540C-A629-C796-CCBE-611DF4160EAE}"/>
                  </a:ext>
                </a:extLst>
              </p:cNvPr>
              <p:cNvSpPr/>
              <p:nvPr/>
            </p:nvSpPr>
            <p:spPr>
              <a:xfrm>
                <a:off x="3840904" y="6602193"/>
                <a:ext cx="6343" cy="6345"/>
              </a:xfrm>
              <a:custGeom>
                <a:avLst/>
                <a:gdLst>
                  <a:gd name="connsiteX0" fmla="*/ 3407 w 6343"/>
                  <a:gd name="connsiteY0" fmla="*/ 6591 h 6345"/>
                  <a:gd name="connsiteX1" fmla="*/ 5650 w 6343"/>
                  <a:gd name="connsiteY1" fmla="*/ 5662 h 6345"/>
                  <a:gd name="connsiteX2" fmla="*/ 6579 w 6343"/>
                  <a:gd name="connsiteY2" fmla="*/ 3419 h 6345"/>
                  <a:gd name="connsiteX3" fmla="*/ 5650 w 6343"/>
                  <a:gd name="connsiteY3" fmla="*/ 1175 h 6345"/>
                  <a:gd name="connsiteX4" fmla="*/ 3407 w 6343"/>
                  <a:gd name="connsiteY4" fmla="*/ 246 h 6345"/>
                  <a:gd name="connsiteX5" fmla="*/ 1165 w 6343"/>
                  <a:gd name="connsiteY5" fmla="*/ 1175 h 6345"/>
                  <a:gd name="connsiteX6" fmla="*/ 236 w 6343"/>
                  <a:gd name="connsiteY6" fmla="*/ 3419 h 6345"/>
                  <a:gd name="connsiteX7" fmla="*/ 1165 w 6343"/>
                  <a:gd name="connsiteY7" fmla="*/ 5662 h 6345"/>
                  <a:gd name="connsiteX8" fmla="*/ 3407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91"/>
                    </a:moveTo>
                    <a:cubicBezTo>
                      <a:pt x="4248" y="6591"/>
                      <a:pt x="5055" y="6257"/>
                      <a:pt x="5650" y="5662"/>
                    </a:cubicBezTo>
                    <a:cubicBezTo>
                      <a:pt x="6245" y="5067"/>
                      <a:pt x="6579" y="4260"/>
                      <a:pt x="6579" y="3419"/>
                    </a:cubicBezTo>
                    <a:cubicBezTo>
                      <a:pt x="6579" y="2577"/>
                      <a:pt x="6245" y="1770"/>
                      <a:pt x="5650" y="1175"/>
                    </a:cubicBezTo>
                    <a:cubicBezTo>
                      <a:pt x="5055" y="580"/>
                      <a:pt x="4248" y="246"/>
                      <a:pt x="3407" y="246"/>
                    </a:cubicBezTo>
                    <a:cubicBezTo>
                      <a:pt x="2566" y="246"/>
                      <a:pt x="1759" y="580"/>
                      <a:pt x="1165" y="1175"/>
                    </a:cubicBezTo>
                    <a:cubicBezTo>
                      <a:pt x="570" y="1770"/>
                      <a:pt x="236" y="2577"/>
                      <a:pt x="236" y="3419"/>
                    </a:cubicBezTo>
                    <a:cubicBezTo>
                      <a:pt x="236" y="4260"/>
                      <a:pt x="570" y="5067"/>
                      <a:pt x="1165" y="5662"/>
                    </a:cubicBezTo>
                    <a:cubicBezTo>
                      <a:pt x="1759" y="6257"/>
                      <a:pt x="2566" y="6591"/>
                      <a:pt x="3407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24CCA000-0801-FE36-452D-DC2E2C4E1DA6}"/>
                  </a:ext>
                </a:extLst>
              </p:cNvPr>
              <p:cNvSpPr/>
              <p:nvPr/>
            </p:nvSpPr>
            <p:spPr>
              <a:xfrm>
                <a:off x="3835680" y="6599886"/>
                <a:ext cx="6343" cy="6345"/>
              </a:xfrm>
              <a:custGeom>
                <a:avLst/>
                <a:gdLst>
                  <a:gd name="connsiteX0" fmla="*/ 3407 w 6343"/>
                  <a:gd name="connsiteY0" fmla="*/ 6591 h 6345"/>
                  <a:gd name="connsiteX1" fmla="*/ 5649 w 6343"/>
                  <a:gd name="connsiteY1" fmla="*/ 5662 h 6345"/>
                  <a:gd name="connsiteX2" fmla="*/ 6578 w 6343"/>
                  <a:gd name="connsiteY2" fmla="*/ 3419 h 6345"/>
                  <a:gd name="connsiteX3" fmla="*/ 5649 w 6343"/>
                  <a:gd name="connsiteY3" fmla="*/ 1175 h 6345"/>
                  <a:gd name="connsiteX4" fmla="*/ 3407 w 6343"/>
                  <a:gd name="connsiteY4" fmla="*/ 246 h 6345"/>
                  <a:gd name="connsiteX5" fmla="*/ 1164 w 6343"/>
                  <a:gd name="connsiteY5" fmla="*/ 1175 h 6345"/>
                  <a:gd name="connsiteX6" fmla="*/ 235 w 6343"/>
                  <a:gd name="connsiteY6" fmla="*/ 3419 h 6345"/>
                  <a:gd name="connsiteX7" fmla="*/ 1164 w 6343"/>
                  <a:gd name="connsiteY7" fmla="*/ 5662 h 6345"/>
                  <a:gd name="connsiteX8" fmla="*/ 3407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91"/>
                    </a:moveTo>
                    <a:cubicBezTo>
                      <a:pt x="4248" y="6591"/>
                      <a:pt x="5055" y="6257"/>
                      <a:pt x="5649" y="5662"/>
                    </a:cubicBezTo>
                    <a:cubicBezTo>
                      <a:pt x="6244" y="5067"/>
                      <a:pt x="6578" y="4260"/>
                      <a:pt x="6578" y="3419"/>
                    </a:cubicBezTo>
                    <a:cubicBezTo>
                      <a:pt x="6578" y="2577"/>
                      <a:pt x="6244" y="1770"/>
                      <a:pt x="5649" y="1175"/>
                    </a:cubicBezTo>
                    <a:cubicBezTo>
                      <a:pt x="5055" y="580"/>
                      <a:pt x="4248" y="246"/>
                      <a:pt x="3407" y="246"/>
                    </a:cubicBezTo>
                    <a:cubicBezTo>
                      <a:pt x="2566" y="246"/>
                      <a:pt x="1759" y="580"/>
                      <a:pt x="1164" y="1175"/>
                    </a:cubicBezTo>
                    <a:cubicBezTo>
                      <a:pt x="569" y="1770"/>
                      <a:pt x="235" y="2577"/>
                      <a:pt x="235" y="3419"/>
                    </a:cubicBezTo>
                    <a:cubicBezTo>
                      <a:pt x="235" y="4260"/>
                      <a:pt x="569" y="5067"/>
                      <a:pt x="1164" y="5662"/>
                    </a:cubicBezTo>
                    <a:cubicBezTo>
                      <a:pt x="1759" y="6257"/>
                      <a:pt x="2566" y="6591"/>
                      <a:pt x="3407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68F36B56-FFE9-B2A4-4021-CC9285563BA3}"/>
                  </a:ext>
                </a:extLst>
              </p:cNvPr>
              <p:cNvSpPr/>
              <p:nvPr/>
            </p:nvSpPr>
            <p:spPr>
              <a:xfrm>
                <a:off x="3830848" y="6590177"/>
                <a:ext cx="6343" cy="6345"/>
              </a:xfrm>
              <a:custGeom>
                <a:avLst/>
                <a:gdLst>
                  <a:gd name="connsiteX0" fmla="*/ 3406 w 6343"/>
                  <a:gd name="connsiteY0" fmla="*/ 6591 h 6345"/>
                  <a:gd name="connsiteX1" fmla="*/ 5649 w 6343"/>
                  <a:gd name="connsiteY1" fmla="*/ 5661 h 6345"/>
                  <a:gd name="connsiteX2" fmla="*/ 6578 w 6343"/>
                  <a:gd name="connsiteY2" fmla="*/ 3418 h 6345"/>
                  <a:gd name="connsiteX3" fmla="*/ 5649 w 6343"/>
                  <a:gd name="connsiteY3" fmla="*/ 1174 h 6345"/>
                  <a:gd name="connsiteX4" fmla="*/ 3406 w 6343"/>
                  <a:gd name="connsiteY4" fmla="*/ 245 h 6345"/>
                  <a:gd name="connsiteX5" fmla="*/ 1164 w 6343"/>
                  <a:gd name="connsiteY5" fmla="*/ 1174 h 6345"/>
                  <a:gd name="connsiteX6" fmla="*/ 235 w 6343"/>
                  <a:gd name="connsiteY6" fmla="*/ 3418 h 6345"/>
                  <a:gd name="connsiteX7" fmla="*/ 1164 w 6343"/>
                  <a:gd name="connsiteY7" fmla="*/ 5661 h 6345"/>
                  <a:gd name="connsiteX8" fmla="*/ 3406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91"/>
                    </a:moveTo>
                    <a:cubicBezTo>
                      <a:pt x="4247" y="6591"/>
                      <a:pt x="5054" y="6256"/>
                      <a:pt x="5649" y="5661"/>
                    </a:cubicBezTo>
                    <a:cubicBezTo>
                      <a:pt x="6244" y="5066"/>
                      <a:pt x="6578" y="4259"/>
                      <a:pt x="6578" y="3418"/>
                    </a:cubicBezTo>
                    <a:cubicBezTo>
                      <a:pt x="6578" y="2576"/>
                      <a:pt x="6244" y="1769"/>
                      <a:pt x="5649" y="1174"/>
                    </a:cubicBezTo>
                    <a:cubicBezTo>
                      <a:pt x="5054" y="579"/>
                      <a:pt x="4247" y="245"/>
                      <a:pt x="3406" y="245"/>
                    </a:cubicBezTo>
                    <a:cubicBezTo>
                      <a:pt x="2565" y="245"/>
                      <a:pt x="1758" y="579"/>
                      <a:pt x="1164" y="1174"/>
                    </a:cubicBezTo>
                    <a:cubicBezTo>
                      <a:pt x="569" y="1769"/>
                      <a:pt x="235" y="2576"/>
                      <a:pt x="235" y="3418"/>
                    </a:cubicBezTo>
                    <a:cubicBezTo>
                      <a:pt x="235" y="4259"/>
                      <a:pt x="569" y="5066"/>
                      <a:pt x="1164" y="5661"/>
                    </a:cubicBezTo>
                    <a:cubicBezTo>
                      <a:pt x="1758" y="6256"/>
                      <a:pt x="2565" y="6591"/>
                      <a:pt x="3406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436CB753-FFB9-C916-A101-72483F6B313C}"/>
                  </a:ext>
                </a:extLst>
              </p:cNvPr>
              <p:cNvSpPr/>
              <p:nvPr/>
            </p:nvSpPr>
            <p:spPr>
              <a:xfrm>
                <a:off x="3825779" y="6586812"/>
                <a:ext cx="6343" cy="6345"/>
              </a:xfrm>
              <a:custGeom>
                <a:avLst/>
                <a:gdLst>
                  <a:gd name="connsiteX0" fmla="*/ 3406 w 6343"/>
                  <a:gd name="connsiteY0" fmla="*/ 6590 h 6345"/>
                  <a:gd name="connsiteX1" fmla="*/ 5649 w 6343"/>
                  <a:gd name="connsiteY1" fmla="*/ 5661 h 6345"/>
                  <a:gd name="connsiteX2" fmla="*/ 6578 w 6343"/>
                  <a:gd name="connsiteY2" fmla="*/ 3418 h 6345"/>
                  <a:gd name="connsiteX3" fmla="*/ 5649 w 6343"/>
                  <a:gd name="connsiteY3" fmla="*/ 1174 h 6345"/>
                  <a:gd name="connsiteX4" fmla="*/ 3406 w 6343"/>
                  <a:gd name="connsiteY4" fmla="*/ 245 h 6345"/>
                  <a:gd name="connsiteX5" fmla="*/ 1163 w 6343"/>
                  <a:gd name="connsiteY5" fmla="*/ 1174 h 6345"/>
                  <a:gd name="connsiteX6" fmla="*/ 234 w 6343"/>
                  <a:gd name="connsiteY6" fmla="*/ 3418 h 6345"/>
                  <a:gd name="connsiteX7" fmla="*/ 1163 w 6343"/>
                  <a:gd name="connsiteY7" fmla="*/ 5661 h 6345"/>
                  <a:gd name="connsiteX8" fmla="*/ 3406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90"/>
                    </a:moveTo>
                    <a:cubicBezTo>
                      <a:pt x="4247" y="6590"/>
                      <a:pt x="5054" y="6256"/>
                      <a:pt x="5649" y="5661"/>
                    </a:cubicBezTo>
                    <a:cubicBezTo>
                      <a:pt x="6243" y="5066"/>
                      <a:pt x="6578" y="4259"/>
                      <a:pt x="6578" y="3418"/>
                    </a:cubicBezTo>
                    <a:cubicBezTo>
                      <a:pt x="6578" y="2576"/>
                      <a:pt x="6243" y="1769"/>
                      <a:pt x="5649" y="1174"/>
                    </a:cubicBezTo>
                    <a:cubicBezTo>
                      <a:pt x="5054" y="579"/>
                      <a:pt x="4247" y="245"/>
                      <a:pt x="3406" y="245"/>
                    </a:cubicBezTo>
                    <a:cubicBezTo>
                      <a:pt x="2565" y="245"/>
                      <a:pt x="1758" y="579"/>
                      <a:pt x="1163" y="1174"/>
                    </a:cubicBezTo>
                    <a:cubicBezTo>
                      <a:pt x="569" y="1769"/>
                      <a:pt x="234" y="2576"/>
                      <a:pt x="234" y="3418"/>
                    </a:cubicBezTo>
                    <a:cubicBezTo>
                      <a:pt x="234" y="4259"/>
                      <a:pt x="569" y="5066"/>
                      <a:pt x="1163" y="5661"/>
                    </a:cubicBezTo>
                    <a:cubicBezTo>
                      <a:pt x="1758" y="6256"/>
                      <a:pt x="2565" y="6590"/>
                      <a:pt x="3406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5BC77AA2-F72F-8832-EBC3-51174986FED9}"/>
                  </a:ext>
                </a:extLst>
              </p:cNvPr>
              <p:cNvSpPr/>
              <p:nvPr/>
            </p:nvSpPr>
            <p:spPr>
              <a:xfrm>
                <a:off x="3820649" y="6585032"/>
                <a:ext cx="6343" cy="6345"/>
              </a:xfrm>
              <a:custGeom>
                <a:avLst/>
                <a:gdLst>
                  <a:gd name="connsiteX0" fmla="*/ 3406 w 6343"/>
                  <a:gd name="connsiteY0" fmla="*/ 6590 h 6345"/>
                  <a:gd name="connsiteX1" fmla="*/ 5648 w 6343"/>
                  <a:gd name="connsiteY1" fmla="*/ 5661 h 6345"/>
                  <a:gd name="connsiteX2" fmla="*/ 6577 w 6343"/>
                  <a:gd name="connsiteY2" fmla="*/ 3417 h 6345"/>
                  <a:gd name="connsiteX3" fmla="*/ 5648 w 6343"/>
                  <a:gd name="connsiteY3" fmla="*/ 1174 h 6345"/>
                  <a:gd name="connsiteX4" fmla="*/ 3406 w 6343"/>
                  <a:gd name="connsiteY4" fmla="*/ 245 h 6345"/>
                  <a:gd name="connsiteX5" fmla="*/ 1163 w 6343"/>
                  <a:gd name="connsiteY5" fmla="*/ 1174 h 6345"/>
                  <a:gd name="connsiteX6" fmla="*/ 234 w 6343"/>
                  <a:gd name="connsiteY6" fmla="*/ 3417 h 6345"/>
                  <a:gd name="connsiteX7" fmla="*/ 1163 w 6343"/>
                  <a:gd name="connsiteY7" fmla="*/ 5661 h 6345"/>
                  <a:gd name="connsiteX8" fmla="*/ 3406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90"/>
                    </a:moveTo>
                    <a:cubicBezTo>
                      <a:pt x="4247" y="6590"/>
                      <a:pt x="5053" y="6256"/>
                      <a:pt x="5648" y="5661"/>
                    </a:cubicBezTo>
                    <a:cubicBezTo>
                      <a:pt x="6243" y="5066"/>
                      <a:pt x="6577" y="4259"/>
                      <a:pt x="6577" y="3417"/>
                    </a:cubicBezTo>
                    <a:cubicBezTo>
                      <a:pt x="6577" y="2576"/>
                      <a:pt x="6243" y="1769"/>
                      <a:pt x="5648" y="1174"/>
                    </a:cubicBezTo>
                    <a:cubicBezTo>
                      <a:pt x="5053" y="579"/>
                      <a:pt x="4247" y="245"/>
                      <a:pt x="3406" y="245"/>
                    </a:cubicBezTo>
                    <a:cubicBezTo>
                      <a:pt x="2564" y="245"/>
                      <a:pt x="1758" y="579"/>
                      <a:pt x="1163" y="1174"/>
                    </a:cubicBezTo>
                    <a:cubicBezTo>
                      <a:pt x="568" y="1769"/>
                      <a:pt x="234" y="2576"/>
                      <a:pt x="234" y="3417"/>
                    </a:cubicBezTo>
                    <a:cubicBezTo>
                      <a:pt x="234" y="4259"/>
                      <a:pt x="568" y="5066"/>
                      <a:pt x="1163" y="5661"/>
                    </a:cubicBezTo>
                    <a:cubicBezTo>
                      <a:pt x="1758" y="6256"/>
                      <a:pt x="2564" y="6590"/>
                      <a:pt x="3406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F3B59211-E41E-DEBC-423D-F4F8FF2A0553}"/>
                  </a:ext>
                </a:extLst>
              </p:cNvPr>
              <p:cNvSpPr/>
              <p:nvPr/>
            </p:nvSpPr>
            <p:spPr>
              <a:xfrm>
                <a:off x="3815644" y="6581702"/>
                <a:ext cx="6343" cy="6345"/>
              </a:xfrm>
              <a:custGeom>
                <a:avLst/>
                <a:gdLst>
                  <a:gd name="connsiteX0" fmla="*/ 3405 w 6343"/>
                  <a:gd name="connsiteY0" fmla="*/ 6590 h 6345"/>
                  <a:gd name="connsiteX1" fmla="*/ 5648 w 6343"/>
                  <a:gd name="connsiteY1" fmla="*/ 5661 h 6345"/>
                  <a:gd name="connsiteX2" fmla="*/ 6577 w 6343"/>
                  <a:gd name="connsiteY2" fmla="*/ 3417 h 6345"/>
                  <a:gd name="connsiteX3" fmla="*/ 5648 w 6343"/>
                  <a:gd name="connsiteY3" fmla="*/ 1174 h 6345"/>
                  <a:gd name="connsiteX4" fmla="*/ 3405 w 6343"/>
                  <a:gd name="connsiteY4" fmla="*/ 244 h 6345"/>
                  <a:gd name="connsiteX5" fmla="*/ 1163 w 6343"/>
                  <a:gd name="connsiteY5" fmla="*/ 1174 h 6345"/>
                  <a:gd name="connsiteX6" fmla="*/ 234 w 6343"/>
                  <a:gd name="connsiteY6" fmla="*/ 3417 h 6345"/>
                  <a:gd name="connsiteX7" fmla="*/ 1163 w 6343"/>
                  <a:gd name="connsiteY7" fmla="*/ 5661 h 6345"/>
                  <a:gd name="connsiteX8" fmla="*/ 3405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90"/>
                    </a:moveTo>
                    <a:cubicBezTo>
                      <a:pt x="4246" y="6590"/>
                      <a:pt x="5053" y="6256"/>
                      <a:pt x="5648" y="5661"/>
                    </a:cubicBezTo>
                    <a:cubicBezTo>
                      <a:pt x="6243" y="5066"/>
                      <a:pt x="6577" y="4259"/>
                      <a:pt x="6577" y="3417"/>
                    </a:cubicBezTo>
                    <a:cubicBezTo>
                      <a:pt x="6577" y="2576"/>
                      <a:pt x="6243" y="1769"/>
                      <a:pt x="5648" y="1174"/>
                    </a:cubicBezTo>
                    <a:cubicBezTo>
                      <a:pt x="5053" y="579"/>
                      <a:pt x="4246" y="244"/>
                      <a:pt x="3405" y="244"/>
                    </a:cubicBezTo>
                    <a:cubicBezTo>
                      <a:pt x="2564" y="244"/>
                      <a:pt x="1757" y="579"/>
                      <a:pt x="1163" y="1174"/>
                    </a:cubicBezTo>
                    <a:cubicBezTo>
                      <a:pt x="568" y="1769"/>
                      <a:pt x="234" y="2576"/>
                      <a:pt x="234" y="3417"/>
                    </a:cubicBezTo>
                    <a:cubicBezTo>
                      <a:pt x="234" y="4259"/>
                      <a:pt x="568" y="5066"/>
                      <a:pt x="1163" y="5661"/>
                    </a:cubicBezTo>
                    <a:cubicBezTo>
                      <a:pt x="1757" y="6256"/>
                      <a:pt x="2564" y="6590"/>
                      <a:pt x="3405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DD10D75E-1222-0AFD-D16B-090720B365FF}"/>
                  </a:ext>
                </a:extLst>
              </p:cNvPr>
              <p:cNvSpPr/>
              <p:nvPr/>
            </p:nvSpPr>
            <p:spPr>
              <a:xfrm>
                <a:off x="3810385" y="6582283"/>
                <a:ext cx="6343" cy="6345"/>
              </a:xfrm>
              <a:custGeom>
                <a:avLst/>
                <a:gdLst>
                  <a:gd name="connsiteX0" fmla="*/ 3405 w 6343"/>
                  <a:gd name="connsiteY0" fmla="*/ 6590 h 6345"/>
                  <a:gd name="connsiteX1" fmla="*/ 5647 w 6343"/>
                  <a:gd name="connsiteY1" fmla="*/ 5661 h 6345"/>
                  <a:gd name="connsiteX2" fmla="*/ 6576 w 6343"/>
                  <a:gd name="connsiteY2" fmla="*/ 3417 h 6345"/>
                  <a:gd name="connsiteX3" fmla="*/ 5647 w 6343"/>
                  <a:gd name="connsiteY3" fmla="*/ 1174 h 6345"/>
                  <a:gd name="connsiteX4" fmla="*/ 3405 w 6343"/>
                  <a:gd name="connsiteY4" fmla="*/ 244 h 6345"/>
                  <a:gd name="connsiteX5" fmla="*/ 1162 w 6343"/>
                  <a:gd name="connsiteY5" fmla="*/ 1174 h 6345"/>
                  <a:gd name="connsiteX6" fmla="*/ 233 w 6343"/>
                  <a:gd name="connsiteY6" fmla="*/ 3417 h 6345"/>
                  <a:gd name="connsiteX7" fmla="*/ 1162 w 6343"/>
                  <a:gd name="connsiteY7" fmla="*/ 5661 h 6345"/>
                  <a:gd name="connsiteX8" fmla="*/ 3405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90"/>
                    </a:moveTo>
                    <a:cubicBezTo>
                      <a:pt x="4246" y="6590"/>
                      <a:pt x="5053" y="6256"/>
                      <a:pt x="5647" y="5661"/>
                    </a:cubicBezTo>
                    <a:cubicBezTo>
                      <a:pt x="6242" y="5066"/>
                      <a:pt x="6576" y="4259"/>
                      <a:pt x="6576" y="3417"/>
                    </a:cubicBezTo>
                    <a:cubicBezTo>
                      <a:pt x="6576" y="2576"/>
                      <a:pt x="6242" y="1769"/>
                      <a:pt x="5647" y="1174"/>
                    </a:cubicBezTo>
                    <a:cubicBezTo>
                      <a:pt x="5053" y="579"/>
                      <a:pt x="4246" y="244"/>
                      <a:pt x="3405" y="244"/>
                    </a:cubicBezTo>
                    <a:cubicBezTo>
                      <a:pt x="2564" y="244"/>
                      <a:pt x="1757" y="579"/>
                      <a:pt x="1162" y="1174"/>
                    </a:cubicBezTo>
                    <a:cubicBezTo>
                      <a:pt x="567" y="1769"/>
                      <a:pt x="233" y="2576"/>
                      <a:pt x="233" y="3417"/>
                    </a:cubicBezTo>
                    <a:cubicBezTo>
                      <a:pt x="233" y="4259"/>
                      <a:pt x="567" y="5066"/>
                      <a:pt x="1162" y="5661"/>
                    </a:cubicBezTo>
                    <a:cubicBezTo>
                      <a:pt x="1757" y="6256"/>
                      <a:pt x="2564" y="6590"/>
                      <a:pt x="3405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C69012C5-B819-D5D0-EB3F-235D433841BC}"/>
                  </a:ext>
                </a:extLst>
              </p:cNvPr>
              <p:cNvSpPr/>
              <p:nvPr/>
            </p:nvSpPr>
            <p:spPr>
              <a:xfrm>
                <a:off x="3805501" y="6578038"/>
                <a:ext cx="6343" cy="6345"/>
              </a:xfrm>
              <a:custGeom>
                <a:avLst/>
                <a:gdLst>
                  <a:gd name="connsiteX0" fmla="*/ 3404 w 6343"/>
                  <a:gd name="connsiteY0" fmla="*/ 6590 h 6345"/>
                  <a:gd name="connsiteX1" fmla="*/ 5647 w 6343"/>
                  <a:gd name="connsiteY1" fmla="*/ 5660 h 6345"/>
                  <a:gd name="connsiteX2" fmla="*/ 6576 w 6343"/>
                  <a:gd name="connsiteY2" fmla="*/ 3417 h 6345"/>
                  <a:gd name="connsiteX3" fmla="*/ 5647 w 6343"/>
                  <a:gd name="connsiteY3" fmla="*/ 1173 h 6345"/>
                  <a:gd name="connsiteX4" fmla="*/ 3404 w 6343"/>
                  <a:gd name="connsiteY4" fmla="*/ 244 h 6345"/>
                  <a:gd name="connsiteX5" fmla="*/ 1162 w 6343"/>
                  <a:gd name="connsiteY5" fmla="*/ 1173 h 6345"/>
                  <a:gd name="connsiteX6" fmla="*/ 233 w 6343"/>
                  <a:gd name="connsiteY6" fmla="*/ 3417 h 6345"/>
                  <a:gd name="connsiteX7" fmla="*/ 1162 w 6343"/>
                  <a:gd name="connsiteY7" fmla="*/ 5660 h 6345"/>
                  <a:gd name="connsiteX8" fmla="*/ 3404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90"/>
                    </a:moveTo>
                    <a:cubicBezTo>
                      <a:pt x="4245" y="6590"/>
                      <a:pt x="5052" y="6255"/>
                      <a:pt x="5647" y="5660"/>
                    </a:cubicBezTo>
                    <a:cubicBezTo>
                      <a:pt x="6242" y="5065"/>
                      <a:pt x="6576" y="4258"/>
                      <a:pt x="6576" y="3417"/>
                    </a:cubicBezTo>
                    <a:cubicBezTo>
                      <a:pt x="6576" y="2575"/>
                      <a:pt x="6242" y="1768"/>
                      <a:pt x="5647" y="1173"/>
                    </a:cubicBezTo>
                    <a:cubicBezTo>
                      <a:pt x="5052" y="578"/>
                      <a:pt x="4245" y="244"/>
                      <a:pt x="3404" y="244"/>
                    </a:cubicBezTo>
                    <a:cubicBezTo>
                      <a:pt x="2563" y="244"/>
                      <a:pt x="1756" y="578"/>
                      <a:pt x="1162" y="1173"/>
                    </a:cubicBezTo>
                    <a:cubicBezTo>
                      <a:pt x="567" y="1768"/>
                      <a:pt x="233" y="2575"/>
                      <a:pt x="233" y="3417"/>
                    </a:cubicBezTo>
                    <a:cubicBezTo>
                      <a:pt x="233" y="4258"/>
                      <a:pt x="567" y="5065"/>
                      <a:pt x="1162" y="5660"/>
                    </a:cubicBezTo>
                    <a:cubicBezTo>
                      <a:pt x="1756" y="6255"/>
                      <a:pt x="2563" y="6590"/>
                      <a:pt x="3404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21428E1E-51E7-5F08-8E68-1F0C78CF774C}"/>
                  </a:ext>
                </a:extLst>
              </p:cNvPr>
              <p:cNvSpPr/>
              <p:nvPr/>
            </p:nvSpPr>
            <p:spPr>
              <a:xfrm>
                <a:off x="3800487" y="6575852"/>
                <a:ext cx="6343" cy="6345"/>
              </a:xfrm>
              <a:custGeom>
                <a:avLst/>
                <a:gdLst>
                  <a:gd name="connsiteX0" fmla="*/ 3404 w 6343"/>
                  <a:gd name="connsiteY0" fmla="*/ 6589 h 6345"/>
                  <a:gd name="connsiteX1" fmla="*/ 5647 w 6343"/>
                  <a:gd name="connsiteY1" fmla="*/ 5660 h 6345"/>
                  <a:gd name="connsiteX2" fmla="*/ 6576 w 6343"/>
                  <a:gd name="connsiteY2" fmla="*/ 3417 h 6345"/>
                  <a:gd name="connsiteX3" fmla="*/ 5647 w 6343"/>
                  <a:gd name="connsiteY3" fmla="*/ 1173 h 6345"/>
                  <a:gd name="connsiteX4" fmla="*/ 3404 w 6343"/>
                  <a:gd name="connsiteY4" fmla="*/ 244 h 6345"/>
                  <a:gd name="connsiteX5" fmla="*/ 1161 w 6343"/>
                  <a:gd name="connsiteY5" fmla="*/ 1173 h 6345"/>
                  <a:gd name="connsiteX6" fmla="*/ 232 w 6343"/>
                  <a:gd name="connsiteY6" fmla="*/ 3417 h 6345"/>
                  <a:gd name="connsiteX7" fmla="*/ 1161 w 6343"/>
                  <a:gd name="connsiteY7" fmla="*/ 5660 h 6345"/>
                  <a:gd name="connsiteX8" fmla="*/ 3404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89"/>
                    </a:moveTo>
                    <a:cubicBezTo>
                      <a:pt x="4245" y="6589"/>
                      <a:pt x="5052" y="6255"/>
                      <a:pt x="5647" y="5660"/>
                    </a:cubicBezTo>
                    <a:cubicBezTo>
                      <a:pt x="6241" y="5065"/>
                      <a:pt x="6576" y="4258"/>
                      <a:pt x="6576" y="3417"/>
                    </a:cubicBezTo>
                    <a:cubicBezTo>
                      <a:pt x="6576" y="2575"/>
                      <a:pt x="6241" y="1768"/>
                      <a:pt x="5647" y="1173"/>
                    </a:cubicBezTo>
                    <a:cubicBezTo>
                      <a:pt x="5052" y="578"/>
                      <a:pt x="4245" y="244"/>
                      <a:pt x="3404" y="244"/>
                    </a:cubicBezTo>
                    <a:cubicBezTo>
                      <a:pt x="2563" y="244"/>
                      <a:pt x="1756" y="578"/>
                      <a:pt x="1161" y="1173"/>
                    </a:cubicBezTo>
                    <a:cubicBezTo>
                      <a:pt x="567" y="1768"/>
                      <a:pt x="232" y="2575"/>
                      <a:pt x="232" y="3417"/>
                    </a:cubicBezTo>
                    <a:cubicBezTo>
                      <a:pt x="232" y="4258"/>
                      <a:pt x="567" y="5065"/>
                      <a:pt x="1161" y="5660"/>
                    </a:cubicBezTo>
                    <a:cubicBezTo>
                      <a:pt x="1756" y="6255"/>
                      <a:pt x="2563" y="6589"/>
                      <a:pt x="3404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E026E206-0928-3639-1459-0206A0C7F2E9}"/>
                  </a:ext>
                </a:extLst>
              </p:cNvPr>
              <p:cNvSpPr/>
              <p:nvPr/>
            </p:nvSpPr>
            <p:spPr>
              <a:xfrm>
                <a:off x="3795413" y="6574538"/>
                <a:ext cx="6343" cy="6345"/>
              </a:xfrm>
              <a:custGeom>
                <a:avLst/>
                <a:gdLst>
                  <a:gd name="connsiteX0" fmla="*/ 3404 w 6343"/>
                  <a:gd name="connsiteY0" fmla="*/ 6589 h 6345"/>
                  <a:gd name="connsiteX1" fmla="*/ 5646 w 6343"/>
                  <a:gd name="connsiteY1" fmla="*/ 5660 h 6345"/>
                  <a:gd name="connsiteX2" fmla="*/ 6575 w 6343"/>
                  <a:gd name="connsiteY2" fmla="*/ 3417 h 6345"/>
                  <a:gd name="connsiteX3" fmla="*/ 5646 w 6343"/>
                  <a:gd name="connsiteY3" fmla="*/ 1173 h 6345"/>
                  <a:gd name="connsiteX4" fmla="*/ 3404 w 6343"/>
                  <a:gd name="connsiteY4" fmla="*/ 244 h 6345"/>
                  <a:gd name="connsiteX5" fmla="*/ 1161 w 6343"/>
                  <a:gd name="connsiteY5" fmla="*/ 1173 h 6345"/>
                  <a:gd name="connsiteX6" fmla="*/ 232 w 6343"/>
                  <a:gd name="connsiteY6" fmla="*/ 3417 h 6345"/>
                  <a:gd name="connsiteX7" fmla="*/ 1161 w 6343"/>
                  <a:gd name="connsiteY7" fmla="*/ 5660 h 6345"/>
                  <a:gd name="connsiteX8" fmla="*/ 3404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89"/>
                    </a:moveTo>
                    <a:cubicBezTo>
                      <a:pt x="4245" y="6589"/>
                      <a:pt x="5051" y="6255"/>
                      <a:pt x="5646" y="5660"/>
                    </a:cubicBezTo>
                    <a:cubicBezTo>
                      <a:pt x="6241" y="5065"/>
                      <a:pt x="6575" y="4258"/>
                      <a:pt x="6575" y="3417"/>
                    </a:cubicBezTo>
                    <a:cubicBezTo>
                      <a:pt x="6575" y="2575"/>
                      <a:pt x="6241" y="1768"/>
                      <a:pt x="5646" y="1173"/>
                    </a:cubicBezTo>
                    <a:cubicBezTo>
                      <a:pt x="5051" y="578"/>
                      <a:pt x="4245" y="244"/>
                      <a:pt x="3404" y="244"/>
                    </a:cubicBezTo>
                    <a:cubicBezTo>
                      <a:pt x="2562" y="244"/>
                      <a:pt x="1756" y="578"/>
                      <a:pt x="1161" y="1173"/>
                    </a:cubicBezTo>
                    <a:cubicBezTo>
                      <a:pt x="566" y="1768"/>
                      <a:pt x="232" y="2575"/>
                      <a:pt x="232" y="3417"/>
                    </a:cubicBezTo>
                    <a:cubicBezTo>
                      <a:pt x="232" y="4258"/>
                      <a:pt x="566" y="5065"/>
                      <a:pt x="1161" y="5660"/>
                    </a:cubicBezTo>
                    <a:cubicBezTo>
                      <a:pt x="1756" y="6255"/>
                      <a:pt x="2562" y="6589"/>
                      <a:pt x="3404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7A6B9A18-533E-3ECF-3A9A-B14649924F1E}"/>
                  </a:ext>
                </a:extLst>
              </p:cNvPr>
              <p:cNvSpPr/>
              <p:nvPr/>
            </p:nvSpPr>
            <p:spPr>
              <a:xfrm>
                <a:off x="3791360" y="6563006"/>
                <a:ext cx="6343" cy="6345"/>
              </a:xfrm>
              <a:custGeom>
                <a:avLst/>
                <a:gdLst>
                  <a:gd name="connsiteX0" fmla="*/ 3403 w 6343"/>
                  <a:gd name="connsiteY0" fmla="*/ 6588 h 6345"/>
                  <a:gd name="connsiteX1" fmla="*/ 5646 w 6343"/>
                  <a:gd name="connsiteY1" fmla="*/ 5659 h 6345"/>
                  <a:gd name="connsiteX2" fmla="*/ 6575 w 6343"/>
                  <a:gd name="connsiteY2" fmla="*/ 3416 h 6345"/>
                  <a:gd name="connsiteX3" fmla="*/ 5646 w 6343"/>
                  <a:gd name="connsiteY3" fmla="*/ 1172 h 6345"/>
                  <a:gd name="connsiteX4" fmla="*/ 3403 w 6343"/>
                  <a:gd name="connsiteY4" fmla="*/ 243 h 6345"/>
                  <a:gd name="connsiteX5" fmla="*/ 1161 w 6343"/>
                  <a:gd name="connsiteY5" fmla="*/ 1172 h 6345"/>
                  <a:gd name="connsiteX6" fmla="*/ 232 w 6343"/>
                  <a:gd name="connsiteY6" fmla="*/ 3416 h 6345"/>
                  <a:gd name="connsiteX7" fmla="*/ 1161 w 6343"/>
                  <a:gd name="connsiteY7" fmla="*/ 5659 h 6345"/>
                  <a:gd name="connsiteX8" fmla="*/ 3403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88"/>
                    </a:moveTo>
                    <a:cubicBezTo>
                      <a:pt x="4244" y="6588"/>
                      <a:pt x="5051" y="6254"/>
                      <a:pt x="5646" y="5659"/>
                    </a:cubicBezTo>
                    <a:cubicBezTo>
                      <a:pt x="6241" y="5064"/>
                      <a:pt x="6575" y="4257"/>
                      <a:pt x="6575" y="3416"/>
                    </a:cubicBezTo>
                    <a:cubicBezTo>
                      <a:pt x="6575" y="2574"/>
                      <a:pt x="6241" y="1767"/>
                      <a:pt x="5646" y="1172"/>
                    </a:cubicBezTo>
                    <a:cubicBezTo>
                      <a:pt x="5051" y="577"/>
                      <a:pt x="4244" y="243"/>
                      <a:pt x="3403" y="243"/>
                    </a:cubicBezTo>
                    <a:cubicBezTo>
                      <a:pt x="2562" y="243"/>
                      <a:pt x="1755" y="577"/>
                      <a:pt x="1161" y="1172"/>
                    </a:cubicBezTo>
                    <a:cubicBezTo>
                      <a:pt x="566" y="1767"/>
                      <a:pt x="232" y="2574"/>
                      <a:pt x="232" y="3416"/>
                    </a:cubicBezTo>
                    <a:cubicBezTo>
                      <a:pt x="232" y="4257"/>
                      <a:pt x="566" y="5064"/>
                      <a:pt x="1161" y="5659"/>
                    </a:cubicBezTo>
                    <a:cubicBezTo>
                      <a:pt x="1755" y="6254"/>
                      <a:pt x="2562" y="6588"/>
                      <a:pt x="3403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26207849-BA55-013F-B53B-5BECD50AF1DA}"/>
                  </a:ext>
                </a:extLst>
              </p:cNvPr>
              <p:cNvSpPr/>
              <p:nvPr/>
            </p:nvSpPr>
            <p:spPr>
              <a:xfrm>
                <a:off x="3785958" y="6565614"/>
                <a:ext cx="6343" cy="6345"/>
              </a:xfrm>
              <a:custGeom>
                <a:avLst/>
                <a:gdLst>
                  <a:gd name="connsiteX0" fmla="*/ 3403 w 6343"/>
                  <a:gd name="connsiteY0" fmla="*/ 6589 h 6345"/>
                  <a:gd name="connsiteX1" fmla="*/ 5645 w 6343"/>
                  <a:gd name="connsiteY1" fmla="*/ 5659 h 6345"/>
                  <a:gd name="connsiteX2" fmla="*/ 6574 w 6343"/>
                  <a:gd name="connsiteY2" fmla="*/ 3416 h 6345"/>
                  <a:gd name="connsiteX3" fmla="*/ 5645 w 6343"/>
                  <a:gd name="connsiteY3" fmla="*/ 1172 h 6345"/>
                  <a:gd name="connsiteX4" fmla="*/ 3403 w 6343"/>
                  <a:gd name="connsiteY4" fmla="*/ 243 h 6345"/>
                  <a:gd name="connsiteX5" fmla="*/ 1160 w 6343"/>
                  <a:gd name="connsiteY5" fmla="*/ 1172 h 6345"/>
                  <a:gd name="connsiteX6" fmla="*/ 231 w 6343"/>
                  <a:gd name="connsiteY6" fmla="*/ 3416 h 6345"/>
                  <a:gd name="connsiteX7" fmla="*/ 1160 w 6343"/>
                  <a:gd name="connsiteY7" fmla="*/ 5659 h 6345"/>
                  <a:gd name="connsiteX8" fmla="*/ 3403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89"/>
                    </a:moveTo>
                    <a:cubicBezTo>
                      <a:pt x="4244" y="6589"/>
                      <a:pt x="5051" y="6254"/>
                      <a:pt x="5645" y="5659"/>
                    </a:cubicBezTo>
                    <a:cubicBezTo>
                      <a:pt x="6240" y="5064"/>
                      <a:pt x="6574" y="4257"/>
                      <a:pt x="6574" y="3416"/>
                    </a:cubicBezTo>
                    <a:cubicBezTo>
                      <a:pt x="6574" y="2574"/>
                      <a:pt x="6240" y="1767"/>
                      <a:pt x="5645" y="1172"/>
                    </a:cubicBezTo>
                    <a:cubicBezTo>
                      <a:pt x="5051" y="577"/>
                      <a:pt x="4244" y="243"/>
                      <a:pt x="3403" y="243"/>
                    </a:cubicBezTo>
                    <a:cubicBezTo>
                      <a:pt x="2562" y="243"/>
                      <a:pt x="1755" y="577"/>
                      <a:pt x="1160" y="1172"/>
                    </a:cubicBezTo>
                    <a:cubicBezTo>
                      <a:pt x="565" y="1767"/>
                      <a:pt x="231" y="2574"/>
                      <a:pt x="231" y="3416"/>
                    </a:cubicBezTo>
                    <a:cubicBezTo>
                      <a:pt x="231" y="4257"/>
                      <a:pt x="565" y="5064"/>
                      <a:pt x="1160" y="5659"/>
                    </a:cubicBezTo>
                    <a:cubicBezTo>
                      <a:pt x="1755" y="6254"/>
                      <a:pt x="2562" y="6589"/>
                      <a:pt x="3403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A6A2B54C-6877-A50F-A8FC-465CF2805373}"/>
                  </a:ext>
                </a:extLst>
              </p:cNvPr>
              <p:cNvSpPr/>
              <p:nvPr/>
            </p:nvSpPr>
            <p:spPr>
              <a:xfrm>
                <a:off x="3780874" y="6565016"/>
                <a:ext cx="6343" cy="6345"/>
              </a:xfrm>
              <a:custGeom>
                <a:avLst/>
                <a:gdLst>
                  <a:gd name="connsiteX0" fmla="*/ 3402 w 6343"/>
                  <a:gd name="connsiteY0" fmla="*/ 6589 h 6345"/>
                  <a:gd name="connsiteX1" fmla="*/ 5645 w 6343"/>
                  <a:gd name="connsiteY1" fmla="*/ 5659 h 6345"/>
                  <a:gd name="connsiteX2" fmla="*/ 6574 w 6343"/>
                  <a:gd name="connsiteY2" fmla="*/ 3416 h 6345"/>
                  <a:gd name="connsiteX3" fmla="*/ 5645 w 6343"/>
                  <a:gd name="connsiteY3" fmla="*/ 1172 h 6345"/>
                  <a:gd name="connsiteX4" fmla="*/ 3402 w 6343"/>
                  <a:gd name="connsiteY4" fmla="*/ 243 h 6345"/>
                  <a:gd name="connsiteX5" fmla="*/ 1160 w 6343"/>
                  <a:gd name="connsiteY5" fmla="*/ 1172 h 6345"/>
                  <a:gd name="connsiteX6" fmla="*/ 231 w 6343"/>
                  <a:gd name="connsiteY6" fmla="*/ 3416 h 6345"/>
                  <a:gd name="connsiteX7" fmla="*/ 1160 w 6343"/>
                  <a:gd name="connsiteY7" fmla="*/ 5659 h 6345"/>
                  <a:gd name="connsiteX8" fmla="*/ 3402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89"/>
                    </a:moveTo>
                    <a:cubicBezTo>
                      <a:pt x="4244" y="6589"/>
                      <a:pt x="5050" y="6254"/>
                      <a:pt x="5645" y="5659"/>
                    </a:cubicBezTo>
                    <a:cubicBezTo>
                      <a:pt x="6240" y="5064"/>
                      <a:pt x="6574" y="4257"/>
                      <a:pt x="6574" y="3416"/>
                    </a:cubicBezTo>
                    <a:cubicBezTo>
                      <a:pt x="6574" y="2574"/>
                      <a:pt x="6240" y="1767"/>
                      <a:pt x="5645" y="1172"/>
                    </a:cubicBezTo>
                    <a:cubicBezTo>
                      <a:pt x="5050" y="577"/>
                      <a:pt x="4244" y="243"/>
                      <a:pt x="3402" y="243"/>
                    </a:cubicBezTo>
                    <a:cubicBezTo>
                      <a:pt x="2561" y="243"/>
                      <a:pt x="1755" y="577"/>
                      <a:pt x="1160" y="1172"/>
                    </a:cubicBezTo>
                    <a:cubicBezTo>
                      <a:pt x="565" y="1767"/>
                      <a:pt x="231" y="2574"/>
                      <a:pt x="231" y="3416"/>
                    </a:cubicBezTo>
                    <a:cubicBezTo>
                      <a:pt x="231" y="4257"/>
                      <a:pt x="565" y="5064"/>
                      <a:pt x="1160" y="5659"/>
                    </a:cubicBezTo>
                    <a:cubicBezTo>
                      <a:pt x="1755" y="6254"/>
                      <a:pt x="2561" y="6589"/>
                      <a:pt x="3402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488F5536-A629-3E76-D3CC-E95737DECAD6}"/>
                  </a:ext>
                </a:extLst>
              </p:cNvPr>
              <p:cNvSpPr/>
              <p:nvPr/>
            </p:nvSpPr>
            <p:spPr>
              <a:xfrm>
                <a:off x="3775789" y="6564434"/>
                <a:ext cx="6343" cy="6345"/>
              </a:xfrm>
              <a:custGeom>
                <a:avLst/>
                <a:gdLst>
                  <a:gd name="connsiteX0" fmla="*/ 3402 w 6343"/>
                  <a:gd name="connsiteY0" fmla="*/ 6588 h 6345"/>
                  <a:gd name="connsiteX1" fmla="*/ 5645 w 6343"/>
                  <a:gd name="connsiteY1" fmla="*/ 5659 h 6345"/>
                  <a:gd name="connsiteX2" fmla="*/ 6574 w 6343"/>
                  <a:gd name="connsiteY2" fmla="*/ 3416 h 6345"/>
                  <a:gd name="connsiteX3" fmla="*/ 5645 w 6343"/>
                  <a:gd name="connsiteY3" fmla="*/ 1172 h 6345"/>
                  <a:gd name="connsiteX4" fmla="*/ 3402 w 6343"/>
                  <a:gd name="connsiteY4" fmla="*/ 243 h 6345"/>
                  <a:gd name="connsiteX5" fmla="*/ 1159 w 6343"/>
                  <a:gd name="connsiteY5" fmla="*/ 1172 h 6345"/>
                  <a:gd name="connsiteX6" fmla="*/ 230 w 6343"/>
                  <a:gd name="connsiteY6" fmla="*/ 3416 h 6345"/>
                  <a:gd name="connsiteX7" fmla="*/ 1159 w 6343"/>
                  <a:gd name="connsiteY7" fmla="*/ 5659 h 6345"/>
                  <a:gd name="connsiteX8" fmla="*/ 3402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88"/>
                    </a:moveTo>
                    <a:cubicBezTo>
                      <a:pt x="4243" y="6588"/>
                      <a:pt x="5050" y="6254"/>
                      <a:pt x="5645" y="5659"/>
                    </a:cubicBezTo>
                    <a:cubicBezTo>
                      <a:pt x="6239" y="5064"/>
                      <a:pt x="6574" y="4257"/>
                      <a:pt x="6574" y="3416"/>
                    </a:cubicBezTo>
                    <a:cubicBezTo>
                      <a:pt x="6574" y="2574"/>
                      <a:pt x="6239" y="1767"/>
                      <a:pt x="5645" y="1172"/>
                    </a:cubicBezTo>
                    <a:cubicBezTo>
                      <a:pt x="5050" y="577"/>
                      <a:pt x="4243" y="243"/>
                      <a:pt x="3402" y="243"/>
                    </a:cubicBezTo>
                    <a:cubicBezTo>
                      <a:pt x="2561" y="243"/>
                      <a:pt x="1754" y="577"/>
                      <a:pt x="1159" y="1172"/>
                    </a:cubicBezTo>
                    <a:cubicBezTo>
                      <a:pt x="565" y="1767"/>
                      <a:pt x="230" y="2574"/>
                      <a:pt x="230" y="3416"/>
                    </a:cubicBezTo>
                    <a:cubicBezTo>
                      <a:pt x="230" y="4257"/>
                      <a:pt x="565" y="5064"/>
                      <a:pt x="1159" y="5659"/>
                    </a:cubicBezTo>
                    <a:cubicBezTo>
                      <a:pt x="1754" y="6254"/>
                      <a:pt x="2561" y="6588"/>
                      <a:pt x="3402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40BA3BBB-B588-7B2E-008C-4F0230EA2E5A}"/>
                  </a:ext>
                </a:extLst>
              </p:cNvPr>
              <p:cNvSpPr/>
              <p:nvPr/>
            </p:nvSpPr>
            <p:spPr>
              <a:xfrm>
                <a:off x="3770683" y="6564011"/>
                <a:ext cx="6343" cy="6345"/>
              </a:xfrm>
              <a:custGeom>
                <a:avLst/>
                <a:gdLst>
                  <a:gd name="connsiteX0" fmla="*/ 3402 w 6343"/>
                  <a:gd name="connsiteY0" fmla="*/ 6588 h 6345"/>
                  <a:gd name="connsiteX1" fmla="*/ 5644 w 6343"/>
                  <a:gd name="connsiteY1" fmla="*/ 5659 h 6345"/>
                  <a:gd name="connsiteX2" fmla="*/ 6573 w 6343"/>
                  <a:gd name="connsiteY2" fmla="*/ 3416 h 6345"/>
                  <a:gd name="connsiteX3" fmla="*/ 5644 w 6343"/>
                  <a:gd name="connsiteY3" fmla="*/ 1172 h 6345"/>
                  <a:gd name="connsiteX4" fmla="*/ 3402 w 6343"/>
                  <a:gd name="connsiteY4" fmla="*/ 243 h 6345"/>
                  <a:gd name="connsiteX5" fmla="*/ 1159 w 6343"/>
                  <a:gd name="connsiteY5" fmla="*/ 1172 h 6345"/>
                  <a:gd name="connsiteX6" fmla="*/ 230 w 6343"/>
                  <a:gd name="connsiteY6" fmla="*/ 3416 h 6345"/>
                  <a:gd name="connsiteX7" fmla="*/ 1159 w 6343"/>
                  <a:gd name="connsiteY7" fmla="*/ 5659 h 6345"/>
                  <a:gd name="connsiteX8" fmla="*/ 3402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88"/>
                    </a:moveTo>
                    <a:cubicBezTo>
                      <a:pt x="4243" y="6588"/>
                      <a:pt x="5049" y="6254"/>
                      <a:pt x="5644" y="5659"/>
                    </a:cubicBezTo>
                    <a:cubicBezTo>
                      <a:pt x="6239" y="5064"/>
                      <a:pt x="6573" y="4257"/>
                      <a:pt x="6573" y="3416"/>
                    </a:cubicBezTo>
                    <a:cubicBezTo>
                      <a:pt x="6573" y="2574"/>
                      <a:pt x="6239" y="1767"/>
                      <a:pt x="5644" y="1172"/>
                    </a:cubicBezTo>
                    <a:cubicBezTo>
                      <a:pt x="5049" y="577"/>
                      <a:pt x="4243" y="243"/>
                      <a:pt x="3402" y="243"/>
                    </a:cubicBezTo>
                    <a:cubicBezTo>
                      <a:pt x="2561" y="243"/>
                      <a:pt x="1754" y="577"/>
                      <a:pt x="1159" y="1172"/>
                    </a:cubicBezTo>
                    <a:cubicBezTo>
                      <a:pt x="564" y="1767"/>
                      <a:pt x="230" y="2574"/>
                      <a:pt x="230" y="3416"/>
                    </a:cubicBezTo>
                    <a:cubicBezTo>
                      <a:pt x="230" y="4257"/>
                      <a:pt x="564" y="5064"/>
                      <a:pt x="1159" y="5659"/>
                    </a:cubicBezTo>
                    <a:cubicBezTo>
                      <a:pt x="1754" y="6254"/>
                      <a:pt x="2561" y="6588"/>
                      <a:pt x="3402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5E5D16C2-7B27-A637-4878-CCFB2F07781E}"/>
                  </a:ext>
                </a:extLst>
              </p:cNvPr>
              <p:cNvSpPr/>
              <p:nvPr/>
            </p:nvSpPr>
            <p:spPr>
              <a:xfrm>
                <a:off x="3765536" y="6563886"/>
                <a:ext cx="6343" cy="6345"/>
              </a:xfrm>
              <a:custGeom>
                <a:avLst/>
                <a:gdLst>
                  <a:gd name="connsiteX0" fmla="*/ 3401 w 6343"/>
                  <a:gd name="connsiteY0" fmla="*/ 6588 h 6345"/>
                  <a:gd name="connsiteX1" fmla="*/ 5644 w 6343"/>
                  <a:gd name="connsiteY1" fmla="*/ 5659 h 6345"/>
                  <a:gd name="connsiteX2" fmla="*/ 6573 w 6343"/>
                  <a:gd name="connsiteY2" fmla="*/ 3416 h 6345"/>
                  <a:gd name="connsiteX3" fmla="*/ 5644 w 6343"/>
                  <a:gd name="connsiteY3" fmla="*/ 1172 h 6345"/>
                  <a:gd name="connsiteX4" fmla="*/ 3401 w 6343"/>
                  <a:gd name="connsiteY4" fmla="*/ 243 h 6345"/>
                  <a:gd name="connsiteX5" fmla="*/ 1159 w 6343"/>
                  <a:gd name="connsiteY5" fmla="*/ 1172 h 6345"/>
                  <a:gd name="connsiteX6" fmla="*/ 230 w 6343"/>
                  <a:gd name="connsiteY6" fmla="*/ 3416 h 6345"/>
                  <a:gd name="connsiteX7" fmla="*/ 1159 w 6343"/>
                  <a:gd name="connsiteY7" fmla="*/ 5659 h 6345"/>
                  <a:gd name="connsiteX8" fmla="*/ 3401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88"/>
                    </a:moveTo>
                    <a:cubicBezTo>
                      <a:pt x="4242" y="6588"/>
                      <a:pt x="5049" y="6254"/>
                      <a:pt x="5644" y="5659"/>
                    </a:cubicBezTo>
                    <a:cubicBezTo>
                      <a:pt x="6239" y="5064"/>
                      <a:pt x="6573" y="4257"/>
                      <a:pt x="6573" y="3416"/>
                    </a:cubicBezTo>
                    <a:cubicBezTo>
                      <a:pt x="6573" y="2574"/>
                      <a:pt x="6239" y="1767"/>
                      <a:pt x="5644" y="1172"/>
                    </a:cubicBezTo>
                    <a:cubicBezTo>
                      <a:pt x="5049" y="577"/>
                      <a:pt x="4242" y="243"/>
                      <a:pt x="3401" y="243"/>
                    </a:cubicBezTo>
                    <a:cubicBezTo>
                      <a:pt x="2560" y="243"/>
                      <a:pt x="1753" y="577"/>
                      <a:pt x="1159" y="1172"/>
                    </a:cubicBezTo>
                    <a:cubicBezTo>
                      <a:pt x="564" y="1767"/>
                      <a:pt x="230" y="2574"/>
                      <a:pt x="230" y="3416"/>
                    </a:cubicBezTo>
                    <a:cubicBezTo>
                      <a:pt x="230" y="4257"/>
                      <a:pt x="564" y="5064"/>
                      <a:pt x="1159" y="5659"/>
                    </a:cubicBezTo>
                    <a:cubicBezTo>
                      <a:pt x="1753" y="6254"/>
                      <a:pt x="2560" y="6588"/>
                      <a:pt x="3401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96F8F7D4-71FF-1DA3-1EDF-565E5C264BD1}"/>
                  </a:ext>
                </a:extLst>
              </p:cNvPr>
              <p:cNvSpPr/>
              <p:nvPr/>
            </p:nvSpPr>
            <p:spPr>
              <a:xfrm>
                <a:off x="3760490" y="6562974"/>
                <a:ext cx="6343" cy="6345"/>
              </a:xfrm>
              <a:custGeom>
                <a:avLst/>
                <a:gdLst>
                  <a:gd name="connsiteX0" fmla="*/ 3401 w 6343"/>
                  <a:gd name="connsiteY0" fmla="*/ 6588 h 6345"/>
                  <a:gd name="connsiteX1" fmla="*/ 5643 w 6343"/>
                  <a:gd name="connsiteY1" fmla="*/ 5659 h 6345"/>
                  <a:gd name="connsiteX2" fmla="*/ 6572 w 6343"/>
                  <a:gd name="connsiteY2" fmla="*/ 3416 h 6345"/>
                  <a:gd name="connsiteX3" fmla="*/ 5643 w 6343"/>
                  <a:gd name="connsiteY3" fmla="*/ 1172 h 6345"/>
                  <a:gd name="connsiteX4" fmla="*/ 3401 w 6343"/>
                  <a:gd name="connsiteY4" fmla="*/ 243 h 6345"/>
                  <a:gd name="connsiteX5" fmla="*/ 1158 w 6343"/>
                  <a:gd name="connsiteY5" fmla="*/ 1172 h 6345"/>
                  <a:gd name="connsiteX6" fmla="*/ 229 w 6343"/>
                  <a:gd name="connsiteY6" fmla="*/ 3416 h 6345"/>
                  <a:gd name="connsiteX7" fmla="*/ 1158 w 6343"/>
                  <a:gd name="connsiteY7" fmla="*/ 5659 h 6345"/>
                  <a:gd name="connsiteX8" fmla="*/ 3401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88"/>
                    </a:moveTo>
                    <a:cubicBezTo>
                      <a:pt x="4242" y="6588"/>
                      <a:pt x="5049" y="6254"/>
                      <a:pt x="5643" y="5659"/>
                    </a:cubicBezTo>
                    <a:cubicBezTo>
                      <a:pt x="6238" y="5064"/>
                      <a:pt x="6572" y="4257"/>
                      <a:pt x="6572" y="3416"/>
                    </a:cubicBezTo>
                    <a:cubicBezTo>
                      <a:pt x="6572" y="2574"/>
                      <a:pt x="6238" y="1767"/>
                      <a:pt x="5643" y="1172"/>
                    </a:cubicBezTo>
                    <a:cubicBezTo>
                      <a:pt x="5049" y="577"/>
                      <a:pt x="4242" y="243"/>
                      <a:pt x="3401" y="243"/>
                    </a:cubicBezTo>
                    <a:cubicBezTo>
                      <a:pt x="2560" y="243"/>
                      <a:pt x="1753" y="577"/>
                      <a:pt x="1158" y="1172"/>
                    </a:cubicBezTo>
                    <a:cubicBezTo>
                      <a:pt x="563" y="1767"/>
                      <a:pt x="229" y="2574"/>
                      <a:pt x="229" y="3416"/>
                    </a:cubicBezTo>
                    <a:cubicBezTo>
                      <a:pt x="229" y="4257"/>
                      <a:pt x="563" y="5064"/>
                      <a:pt x="1158" y="5659"/>
                    </a:cubicBezTo>
                    <a:cubicBezTo>
                      <a:pt x="1753" y="6254"/>
                      <a:pt x="2560" y="6588"/>
                      <a:pt x="3401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C39CB924-7600-D466-77CD-2CBD3E6BB46C}"/>
                  </a:ext>
                </a:extLst>
              </p:cNvPr>
              <p:cNvSpPr/>
              <p:nvPr/>
            </p:nvSpPr>
            <p:spPr>
              <a:xfrm>
                <a:off x="3749538" y="6603558"/>
                <a:ext cx="6343" cy="6345"/>
              </a:xfrm>
              <a:custGeom>
                <a:avLst/>
                <a:gdLst>
                  <a:gd name="connsiteX0" fmla="*/ 3400 w 6343"/>
                  <a:gd name="connsiteY0" fmla="*/ 6592 h 6345"/>
                  <a:gd name="connsiteX1" fmla="*/ 5643 w 6343"/>
                  <a:gd name="connsiteY1" fmla="*/ 5662 h 6345"/>
                  <a:gd name="connsiteX2" fmla="*/ 6571 w 6343"/>
                  <a:gd name="connsiteY2" fmla="*/ 3419 h 6345"/>
                  <a:gd name="connsiteX3" fmla="*/ 5643 w 6343"/>
                  <a:gd name="connsiteY3" fmla="*/ 1175 h 6345"/>
                  <a:gd name="connsiteX4" fmla="*/ 3400 w 6343"/>
                  <a:gd name="connsiteY4" fmla="*/ 246 h 6345"/>
                  <a:gd name="connsiteX5" fmla="*/ 1157 w 6343"/>
                  <a:gd name="connsiteY5" fmla="*/ 1175 h 6345"/>
                  <a:gd name="connsiteX6" fmla="*/ 228 w 6343"/>
                  <a:gd name="connsiteY6" fmla="*/ 3419 h 6345"/>
                  <a:gd name="connsiteX7" fmla="*/ 1157 w 6343"/>
                  <a:gd name="connsiteY7" fmla="*/ 5662 h 6345"/>
                  <a:gd name="connsiteX8" fmla="*/ 3400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92"/>
                    </a:moveTo>
                    <a:cubicBezTo>
                      <a:pt x="4241" y="6592"/>
                      <a:pt x="5048" y="6257"/>
                      <a:pt x="5643" y="5662"/>
                    </a:cubicBezTo>
                    <a:cubicBezTo>
                      <a:pt x="6237" y="5067"/>
                      <a:pt x="6571" y="4260"/>
                      <a:pt x="6571" y="3419"/>
                    </a:cubicBezTo>
                    <a:cubicBezTo>
                      <a:pt x="6571" y="2577"/>
                      <a:pt x="6237" y="1770"/>
                      <a:pt x="5643" y="1175"/>
                    </a:cubicBezTo>
                    <a:cubicBezTo>
                      <a:pt x="5048" y="580"/>
                      <a:pt x="4241" y="246"/>
                      <a:pt x="3400" y="246"/>
                    </a:cubicBezTo>
                    <a:cubicBezTo>
                      <a:pt x="2559" y="246"/>
                      <a:pt x="1752" y="580"/>
                      <a:pt x="1157" y="1175"/>
                    </a:cubicBezTo>
                    <a:cubicBezTo>
                      <a:pt x="563" y="1770"/>
                      <a:pt x="228" y="2577"/>
                      <a:pt x="228" y="3419"/>
                    </a:cubicBezTo>
                    <a:cubicBezTo>
                      <a:pt x="228" y="4260"/>
                      <a:pt x="563" y="5067"/>
                      <a:pt x="1157" y="5662"/>
                    </a:cubicBezTo>
                    <a:cubicBezTo>
                      <a:pt x="1752" y="6257"/>
                      <a:pt x="2559" y="6592"/>
                      <a:pt x="3400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A500277A-462B-FB33-E45A-ECC0A72599F7}"/>
                  </a:ext>
                </a:extLst>
              </p:cNvPr>
              <p:cNvSpPr/>
              <p:nvPr/>
            </p:nvSpPr>
            <p:spPr>
              <a:xfrm>
                <a:off x="3744720" y="6599393"/>
                <a:ext cx="6343" cy="6345"/>
              </a:xfrm>
              <a:custGeom>
                <a:avLst/>
                <a:gdLst>
                  <a:gd name="connsiteX0" fmla="*/ 3400 w 6343"/>
                  <a:gd name="connsiteY0" fmla="*/ 6591 h 6345"/>
                  <a:gd name="connsiteX1" fmla="*/ 5642 w 6343"/>
                  <a:gd name="connsiteY1" fmla="*/ 5662 h 6345"/>
                  <a:gd name="connsiteX2" fmla="*/ 6571 w 6343"/>
                  <a:gd name="connsiteY2" fmla="*/ 3419 h 6345"/>
                  <a:gd name="connsiteX3" fmla="*/ 5642 w 6343"/>
                  <a:gd name="connsiteY3" fmla="*/ 1175 h 6345"/>
                  <a:gd name="connsiteX4" fmla="*/ 3400 w 6343"/>
                  <a:gd name="connsiteY4" fmla="*/ 246 h 6345"/>
                  <a:gd name="connsiteX5" fmla="*/ 1157 w 6343"/>
                  <a:gd name="connsiteY5" fmla="*/ 1175 h 6345"/>
                  <a:gd name="connsiteX6" fmla="*/ 228 w 6343"/>
                  <a:gd name="connsiteY6" fmla="*/ 3419 h 6345"/>
                  <a:gd name="connsiteX7" fmla="*/ 1157 w 6343"/>
                  <a:gd name="connsiteY7" fmla="*/ 5662 h 6345"/>
                  <a:gd name="connsiteX8" fmla="*/ 3400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91"/>
                    </a:moveTo>
                    <a:cubicBezTo>
                      <a:pt x="4241" y="6591"/>
                      <a:pt x="5047" y="6257"/>
                      <a:pt x="5642" y="5662"/>
                    </a:cubicBezTo>
                    <a:cubicBezTo>
                      <a:pt x="6237" y="5067"/>
                      <a:pt x="6571" y="4260"/>
                      <a:pt x="6571" y="3419"/>
                    </a:cubicBezTo>
                    <a:cubicBezTo>
                      <a:pt x="6571" y="2577"/>
                      <a:pt x="6237" y="1770"/>
                      <a:pt x="5642" y="1175"/>
                    </a:cubicBezTo>
                    <a:cubicBezTo>
                      <a:pt x="5047" y="580"/>
                      <a:pt x="4241" y="246"/>
                      <a:pt x="3400" y="246"/>
                    </a:cubicBezTo>
                    <a:cubicBezTo>
                      <a:pt x="2558" y="246"/>
                      <a:pt x="1752" y="580"/>
                      <a:pt x="1157" y="1175"/>
                    </a:cubicBezTo>
                    <a:cubicBezTo>
                      <a:pt x="562" y="1770"/>
                      <a:pt x="228" y="2577"/>
                      <a:pt x="228" y="3419"/>
                    </a:cubicBezTo>
                    <a:cubicBezTo>
                      <a:pt x="228" y="4260"/>
                      <a:pt x="562" y="5067"/>
                      <a:pt x="1157" y="5662"/>
                    </a:cubicBezTo>
                    <a:cubicBezTo>
                      <a:pt x="1752" y="6257"/>
                      <a:pt x="2558" y="6591"/>
                      <a:pt x="3400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5E227AE9-FD94-8E64-6495-C1B8EEEEADBE}"/>
                  </a:ext>
                </a:extLst>
              </p:cNvPr>
              <p:cNvSpPr/>
              <p:nvPr/>
            </p:nvSpPr>
            <p:spPr>
              <a:xfrm>
                <a:off x="3739250" y="6599718"/>
                <a:ext cx="6343" cy="6345"/>
              </a:xfrm>
              <a:custGeom>
                <a:avLst/>
                <a:gdLst>
                  <a:gd name="connsiteX0" fmla="*/ 3399 w 6343"/>
                  <a:gd name="connsiteY0" fmla="*/ 6591 h 6345"/>
                  <a:gd name="connsiteX1" fmla="*/ 5642 w 6343"/>
                  <a:gd name="connsiteY1" fmla="*/ 5662 h 6345"/>
                  <a:gd name="connsiteX2" fmla="*/ 6571 w 6343"/>
                  <a:gd name="connsiteY2" fmla="*/ 3419 h 6345"/>
                  <a:gd name="connsiteX3" fmla="*/ 5642 w 6343"/>
                  <a:gd name="connsiteY3" fmla="*/ 1175 h 6345"/>
                  <a:gd name="connsiteX4" fmla="*/ 3399 w 6343"/>
                  <a:gd name="connsiteY4" fmla="*/ 246 h 6345"/>
                  <a:gd name="connsiteX5" fmla="*/ 1156 w 6343"/>
                  <a:gd name="connsiteY5" fmla="*/ 1175 h 6345"/>
                  <a:gd name="connsiteX6" fmla="*/ 228 w 6343"/>
                  <a:gd name="connsiteY6" fmla="*/ 3419 h 6345"/>
                  <a:gd name="connsiteX7" fmla="*/ 1156 w 6343"/>
                  <a:gd name="connsiteY7" fmla="*/ 5662 h 6345"/>
                  <a:gd name="connsiteX8" fmla="*/ 3399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91"/>
                    </a:moveTo>
                    <a:cubicBezTo>
                      <a:pt x="4240" y="6591"/>
                      <a:pt x="5047" y="6257"/>
                      <a:pt x="5642" y="5662"/>
                    </a:cubicBezTo>
                    <a:cubicBezTo>
                      <a:pt x="6237" y="5067"/>
                      <a:pt x="6571" y="4260"/>
                      <a:pt x="6571" y="3419"/>
                    </a:cubicBezTo>
                    <a:cubicBezTo>
                      <a:pt x="6571" y="2577"/>
                      <a:pt x="6237" y="1770"/>
                      <a:pt x="5642" y="1175"/>
                    </a:cubicBezTo>
                    <a:cubicBezTo>
                      <a:pt x="5047" y="580"/>
                      <a:pt x="4240" y="246"/>
                      <a:pt x="3399" y="246"/>
                    </a:cubicBezTo>
                    <a:cubicBezTo>
                      <a:pt x="2558" y="246"/>
                      <a:pt x="1751" y="580"/>
                      <a:pt x="1156" y="1175"/>
                    </a:cubicBezTo>
                    <a:cubicBezTo>
                      <a:pt x="562" y="1770"/>
                      <a:pt x="228" y="2577"/>
                      <a:pt x="228" y="3419"/>
                    </a:cubicBezTo>
                    <a:cubicBezTo>
                      <a:pt x="228" y="4260"/>
                      <a:pt x="562" y="5067"/>
                      <a:pt x="1156" y="5662"/>
                    </a:cubicBezTo>
                    <a:cubicBezTo>
                      <a:pt x="1751" y="6257"/>
                      <a:pt x="2558" y="6591"/>
                      <a:pt x="3399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B411561E-0E30-4756-06A4-5F63B7D0E808}"/>
                  </a:ext>
                </a:extLst>
              </p:cNvPr>
              <p:cNvSpPr/>
              <p:nvPr/>
            </p:nvSpPr>
            <p:spPr>
              <a:xfrm>
                <a:off x="3734134" y="6597752"/>
                <a:ext cx="6343" cy="6345"/>
              </a:xfrm>
              <a:custGeom>
                <a:avLst/>
                <a:gdLst>
                  <a:gd name="connsiteX0" fmla="*/ 3399 w 6343"/>
                  <a:gd name="connsiteY0" fmla="*/ 6591 h 6345"/>
                  <a:gd name="connsiteX1" fmla="*/ 5641 w 6343"/>
                  <a:gd name="connsiteY1" fmla="*/ 5662 h 6345"/>
                  <a:gd name="connsiteX2" fmla="*/ 6570 w 6343"/>
                  <a:gd name="connsiteY2" fmla="*/ 3418 h 6345"/>
                  <a:gd name="connsiteX3" fmla="*/ 5641 w 6343"/>
                  <a:gd name="connsiteY3" fmla="*/ 1175 h 6345"/>
                  <a:gd name="connsiteX4" fmla="*/ 3399 w 6343"/>
                  <a:gd name="connsiteY4" fmla="*/ 246 h 6345"/>
                  <a:gd name="connsiteX5" fmla="*/ 1156 w 6343"/>
                  <a:gd name="connsiteY5" fmla="*/ 1175 h 6345"/>
                  <a:gd name="connsiteX6" fmla="*/ 227 w 6343"/>
                  <a:gd name="connsiteY6" fmla="*/ 3418 h 6345"/>
                  <a:gd name="connsiteX7" fmla="*/ 1156 w 6343"/>
                  <a:gd name="connsiteY7" fmla="*/ 5662 h 6345"/>
                  <a:gd name="connsiteX8" fmla="*/ 3399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91"/>
                    </a:moveTo>
                    <a:cubicBezTo>
                      <a:pt x="4240" y="6591"/>
                      <a:pt x="5047" y="6257"/>
                      <a:pt x="5641" y="5662"/>
                    </a:cubicBezTo>
                    <a:cubicBezTo>
                      <a:pt x="6236" y="5067"/>
                      <a:pt x="6570" y="4260"/>
                      <a:pt x="6570" y="3418"/>
                    </a:cubicBezTo>
                    <a:cubicBezTo>
                      <a:pt x="6570" y="2577"/>
                      <a:pt x="6236" y="1770"/>
                      <a:pt x="5641" y="1175"/>
                    </a:cubicBezTo>
                    <a:cubicBezTo>
                      <a:pt x="5047" y="580"/>
                      <a:pt x="4240" y="246"/>
                      <a:pt x="3399" y="246"/>
                    </a:cubicBezTo>
                    <a:cubicBezTo>
                      <a:pt x="2558" y="246"/>
                      <a:pt x="1751" y="580"/>
                      <a:pt x="1156" y="1175"/>
                    </a:cubicBezTo>
                    <a:cubicBezTo>
                      <a:pt x="561" y="1770"/>
                      <a:pt x="227" y="2577"/>
                      <a:pt x="227" y="3418"/>
                    </a:cubicBezTo>
                    <a:cubicBezTo>
                      <a:pt x="227" y="4260"/>
                      <a:pt x="561" y="5067"/>
                      <a:pt x="1156" y="5662"/>
                    </a:cubicBezTo>
                    <a:cubicBezTo>
                      <a:pt x="1751" y="6257"/>
                      <a:pt x="2558" y="6591"/>
                      <a:pt x="3399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D823F3CF-018F-58D1-5880-D6FA881FC745}"/>
                  </a:ext>
                </a:extLst>
              </p:cNvPr>
              <p:cNvSpPr/>
              <p:nvPr/>
            </p:nvSpPr>
            <p:spPr>
              <a:xfrm>
                <a:off x="3697377" y="6746649"/>
                <a:ext cx="6343" cy="6345"/>
              </a:xfrm>
              <a:custGeom>
                <a:avLst/>
                <a:gdLst>
                  <a:gd name="connsiteX0" fmla="*/ 3396 w 6343"/>
                  <a:gd name="connsiteY0" fmla="*/ 6603 h 6345"/>
                  <a:gd name="connsiteX1" fmla="*/ 5638 w 6343"/>
                  <a:gd name="connsiteY1" fmla="*/ 5674 h 6345"/>
                  <a:gd name="connsiteX2" fmla="*/ 6567 w 6343"/>
                  <a:gd name="connsiteY2" fmla="*/ 3430 h 6345"/>
                  <a:gd name="connsiteX3" fmla="*/ 5638 w 6343"/>
                  <a:gd name="connsiteY3" fmla="*/ 1187 h 6345"/>
                  <a:gd name="connsiteX4" fmla="*/ 3396 w 6343"/>
                  <a:gd name="connsiteY4" fmla="*/ 257 h 6345"/>
                  <a:gd name="connsiteX5" fmla="*/ 1153 w 6343"/>
                  <a:gd name="connsiteY5" fmla="*/ 1187 h 6345"/>
                  <a:gd name="connsiteX6" fmla="*/ 224 w 6343"/>
                  <a:gd name="connsiteY6" fmla="*/ 3430 h 6345"/>
                  <a:gd name="connsiteX7" fmla="*/ 1153 w 6343"/>
                  <a:gd name="connsiteY7" fmla="*/ 5674 h 6345"/>
                  <a:gd name="connsiteX8" fmla="*/ 3396 w 6343"/>
                  <a:gd name="connsiteY8" fmla="*/ 66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603"/>
                    </a:moveTo>
                    <a:cubicBezTo>
                      <a:pt x="4237" y="6603"/>
                      <a:pt x="5044" y="6269"/>
                      <a:pt x="5638" y="5674"/>
                    </a:cubicBezTo>
                    <a:cubicBezTo>
                      <a:pt x="6233" y="5079"/>
                      <a:pt x="6567" y="4272"/>
                      <a:pt x="6567" y="3430"/>
                    </a:cubicBezTo>
                    <a:cubicBezTo>
                      <a:pt x="6567" y="2589"/>
                      <a:pt x="6233" y="1782"/>
                      <a:pt x="5638" y="1187"/>
                    </a:cubicBezTo>
                    <a:cubicBezTo>
                      <a:pt x="5044" y="592"/>
                      <a:pt x="4237" y="257"/>
                      <a:pt x="3396" y="257"/>
                    </a:cubicBezTo>
                    <a:cubicBezTo>
                      <a:pt x="2555" y="257"/>
                      <a:pt x="1748" y="592"/>
                      <a:pt x="1153" y="1187"/>
                    </a:cubicBezTo>
                    <a:cubicBezTo>
                      <a:pt x="558" y="1782"/>
                      <a:pt x="224" y="2589"/>
                      <a:pt x="224" y="3430"/>
                    </a:cubicBezTo>
                    <a:cubicBezTo>
                      <a:pt x="224" y="4272"/>
                      <a:pt x="558" y="5079"/>
                      <a:pt x="1153" y="5674"/>
                    </a:cubicBezTo>
                    <a:cubicBezTo>
                      <a:pt x="1748" y="6269"/>
                      <a:pt x="2555" y="6603"/>
                      <a:pt x="3396" y="66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D414B9AC-EC0B-7F5E-9D4F-7B6425B443BE}"/>
                  </a:ext>
                </a:extLst>
              </p:cNvPr>
              <p:cNvSpPr/>
              <p:nvPr/>
            </p:nvSpPr>
            <p:spPr>
              <a:xfrm>
                <a:off x="3691179" y="6745551"/>
                <a:ext cx="6343" cy="6345"/>
              </a:xfrm>
              <a:custGeom>
                <a:avLst/>
                <a:gdLst>
                  <a:gd name="connsiteX0" fmla="*/ 3395 w 6343"/>
                  <a:gd name="connsiteY0" fmla="*/ 6603 h 6345"/>
                  <a:gd name="connsiteX1" fmla="*/ 5638 w 6343"/>
                  <a:gd name="connsiteY1" fmla="*/ 5674 h 6345"/>
                  <a:gd name="connsiteX2" fmla="*/ 6567 w 6343"/>
                  <a:gd name="connsiteY2" fmla="*/ 3430 h 6345"/>
                  <a:gd name="connsiteX3" fmla="*/ 5638 w 6343"/>
                  <a:gd name="connsiteY3" fmla="*/ 1187 h 6345"/>
                  <a:gd name="connsiteX4" fmla="*/ 3395 w 6343"/>
                  <a:gd name="connsiteY4" fmla="*/ 257 h 6345"/>
                  <a:gd name="connsiteX5" fmla="*/ 1153 w 6343"/>
                  <a:gd name="connsiteY5" fmla="*/ 1187 h 6345"/>
                  <a:gd name="connsiteX6" fmla="*/ 224 w 6343"/>
                  <a:gd name="connsiteY6" fmla="*/ 3430 h 6345"/>
                  <a:gd name="connsiteX7" fmla="*/ 1153 w 6343"/>
                  <a:gd name="connsiteY7" fmla="*/ 5674 h 6345"/>
                  <a:gd name="connsiteX8" fmla="*/ 3395 w 6343"/>
                  <a:gd name="connsiteY8" fmla="*/ 66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603"/>
                    </a:moveTo>
                    <a:cubicBezTo>
                      <a:pt x="4236" y="6603"/>
                      <a:pt x="5043" y="6268"/>
                      <a:pt x="5638" y="5674"/>
                    </a:cubicBezTo>
                    <a:cubicBezTo>
                      <a:pt x="6233" y="5079"/>
                      <a:pt x="6567" y="4271"/>
                      <a:pt x="6567" y="3430"/>
                    </a:cubicBezTo>
                    <a:cubicBezTo>
                      <a:pt x="6567" y="2589"/>
                      <a:pt x="6233" y="1782"/>
                      <a:pt x="5638" y="1187"/>
                    </a:cubicBezTo>
                    <a:cubicBezTo>
                      <a:pt x="5043" y="592"/>
                      <a:pt x="4236" y="257"/>
                      <a:pt x="3395" y="257"/>
                    </a:cubicBezTo>
                    <a:cubicBezTo>
                      <a:pt x="2554" y="257"/>
                      <a:pt x="1747" y="592"/>
                      <a:pt x="1153" y="1187"/>
                    </a:cubicBezTo>
                    <a:cubicBezTo>
                      <a:pt x="558" y="1782"/>
                      <a:pt x="224" y="2589"/>
                      <a:pt x="224" y="3430"/>
                    </a:cubicBezTo>
                    <a:cubicBezTo>
                      <a:pt x="224" y="4271"/>
                      <a:pt x="558" y="5079"/>
                      <a:pt x="1153" y="5674"/>
                    </a:cubicBezTo>
                    <a:cubicBezTo>
                      <a:pt x="1747" y="6268"/>
                      <a:pt x="2554" y="6603"/>
                      <a:pt x="3395" y="66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23C447D9-869B-E53D-E855-EA610DE93571}"/>
                  </a:ext>
                </a:extLst>
              </p:cNvPr>
              <p:cNvSpPr/>
              <p:nvPr/>
            </p:nvSpPr>
            <p:spPr>
              <a:xfrm>
                <a:off x="3713339" y="6592397"/>
                <a:ext cx="6343" cy="6345"/>
              </a:xfrm>
              <a:custGeom>
                <a:avLst/>
                <a:gdLst>
                  <a:gd name="connsiteX0" fmla="*/ 3397 w 6343"/>
                  <a:gd name="connsiteY0" fmla="*/ 6591 h 6345"/>
                  <a:gd name="connsiteX1" fmla="*/ 5640 w 6343"/>
                  <a:gd name="connsiteY1" fmla="*/ 5661 h 6345"/>
                  <a:gd name="connsiteX2" fmla="*/ 6569 w 6343"/>
                  <a:gd name="connsiteY2" fmla="*/ 3418 h 6345"/>
                  <a:gd name="connsiteX3" fmla="*/ 5640 w 6343"/>
                  <a:gd name="connsiteY3" fmla="*/ 1175 h 6345"/>
                  <a:gd name="connsiteX4" fmla="*/ 3397 w 6343"/>
                  <a:gd name="connsiteY4" fmla="*/ 245 h 6345"/>
                  <a:gd name="connsiteX5" fmla="*/ 1154 w 6343"/>
                  <a:gd name="connsiteY5" fmla="*/ 1175 h 6345"/>
                  <a:gd name="connsiteX6" fmla="*/ 226 w 6343"/>
                  <a:gd name="connsiteY6" fmla="*/ 3418 h 6345"/>
                  <a:gd name="connsiteX7" fmla="*/ 1154 w 6343"/>
                  <a:gd name="connsiteY7" fmla="*/ 5661 h 6345"/>
                  <a:gd name="connsiteX8" fmla="*/ 3397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91"/>
                    </a:moveTo>
                    <a:cubicBezTo>
                      <a:pt x="4238" y="6591"/>
                      <a:pt x="5045" y="6256"/>
                      <a:pt x="5640" y="5661"/>
                    </a:cubicBezTo>
                    <a:cubicBezTo>
                      <a:pt x="6234" y="5066"/>
                      <a:pt x="6569" y="4259"/>
                      <a:pt x="6569" y="3418"/>
                    </a:cubicBezTo>
                    <a:cubicBezTo>
                      <a:pt x="6569" y="2577"/>
                      <a:pt x="6234" y="1770"/>
                      <a:pt x="5640" y="1175"/>
                    </a:cubicBezTo>
                    <a:cubicBezTo>
                      <a:pt x="5045" y="580"/>
                      <a:pt x="4238" y="245"/>
                      <a:pt x="3397" y="245"/>
                    </a:cubicBezTo>
                    <a:cubicBezTo>
                      <a:pt x="2556" y="245"/>
                      <a:pt x="1749" y="580"/>
                      <a:pt x="1154" y="1175"/>
                    </a:cubicBezTo>
                    <a:cubicBezTo>
                      <a:pt x="560" y="1770"/>
                      <a:pt x="226" y="2577"/>
                      <a:pt x="226" y="3418"/>
                    </a:cubicBezTo>
                    <a:cubicBezTo>
                      <a:pt x="226" y="4259"/>
                      <a:pt x="560" y="5066"/>
                      <a:pt x="1154" y="5661"/>
                    </a:cubicBezTo>
                    <a:cubicBezTo>
                      <a:pt x="1749" y="6256"/>
                      <a:pt x="2556" y="6591"/>
                      <a:pt x="3397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3388A90D-6401-A99F-4F10-ED925C937612}"/>
                  </a:ext>
                </a:extLst>
              </p:cNvPr>
              <p:cNvSpPr/>
              <p:nvPr/>
            </p:nvSpPr>
            <p:spPr>
              <a:xfrm>
                <a:off x="3707221" y="6595888"/>
                <a:ext cx="6343" cy="6345"/>
              </a:xfrm>
              <a:custGeom>
                <a:avLst/>
                <a:gdLst>
                  <a:gd name="connsiteX0" fmla="*/ 3397 w 6343"/>
                  <a:gd name="connsiteY0" fmla="*/ 6591 h 6345"/>
                  <a:gd name="connsiteX1" fmla="*/ 5639 w 6343"/>
                  <a:gd name="connsiteY1" fmla="*/ 5662 h 6345"/>
                  <a:gd name="connsiteX2" fmla="*/ 6568 w 6343"/>
                  <a:gd name="connsiteY2" fmla="*/ 3418 h 6345"/>
                  <a:gd name="connsiteX3" fmla="*/ 5639 w 6343"/>
                  <a:gd name="connsiteY3" fmla="*/ 1175 h 6345"/>
                  <a:gd name="connsiteX4" fmla="*/ 3397 w 6343"/>
                  <a:gd name="connsiteY4" fmla="*/ 246 h 6345"/>
                  <a:gd name="connsiteX5" fmla="*/ 1154 w 6343"/>
                  <a:gd name="connsiteY5" fmla="*/ 1175 h 6345"/>
                  <a:gd name="connsiteX6" fmla="*/ 225 w 6343"/>
                  <a:gd name="connsiteY6" fmla="*/ 3418 h 6345"/>
                  <a:gd name="connsiteX7" fmla="*/ 1154 w 6343"/>
                  <a:gd name="connsiteY7" fmla="*/ 5662 h 6345"/>
                  <a:gd name="connsiteX8" fmla="*/ 3397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91"/>
                    </a:moveTo>
                    <a:cubicBezTo>
                      <a:pt x="4238" y="6591"/>
                      <a:pt x="5044" y="6257"/>
                      <a:pt x="5639" y="5662"/>
                    </a:cubicBezTo>
                    <a:cubicBezTo>
                      <a:pt x="6234" y="5067"/>
                      <a:pt x="6568" y="4260"/>
                      <a:pt x="6568" y="3418"/>
                    </a:cubicBezTo>
                    <a:cubicBezTo>
                      <a:pt x="6568" y="2577"/>
                      <a:pt x="6234" y="1770"/>
                      <a:pt x="5639" y="1175"/>
                    </a:cubicBezTo>
                    <a:cubicBezTo>
                      <a:pt x="5044" y="580"/>
                      <a:pt x="4238" y="246"/>
                      <a:pt x="3397" y="246"/>
                    </a:cubicBezTo>
                    <a:cubicBezTo>
                      <a:pt x="2555" y="246"/>
                      <a:pt x="1749" y="580"/>
                      <a:pt x="1154" y="1175"/>
                    </a:cubicBezTo>
                    <a:cubicBezTo>
                      <a:pt x="559" y="1770"/>
                      <a:pt x="225" y="2577"/>
                      <a:pt x="225" y="3418"/>
                    </a:cubicBezTo>
                    <a:cubicBezTo>
                      <a:pt x="225" y="4260"/>
                      <a:pt x="559" y="5067"/>
                      <a:pt x="1154" y="5662"/>
                    </a:cubicBezTo>
                    <a:cubicBezTo>
                      <a:pt x="1749" y="6257"/>
                      <a:pt x="2555" y="6591"/>
                      <a:pt x="3397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150B9770-5E70-BFFD-D118-23E6F91C18FC}"/>
                  </a:ext>
                </a:extLst>
              </p:cNvPr>
              <p:cNvSpPr/>
              <p:nvPr/>
            </p:nvSpPr>
            <p:spPr>
              <a:xfrm>
                <a:off x="3671956" y="6745393"/>
                <a:ext cx="6343" cy="6345"/>
              </a:xfrm>
              <a:custGeom>
                <a:avLst/>
                <a:gdLst>
                  <a:gd name="connsiteX0" fmla="*/ 3394 w 6343"/>
                  <a:gd name="connsiteY0" fmla="*/ 6603 h 6345"/>
                  <a:gd name="connsiteX1" fmla="*/ 5636 w 6343"/>
                  <a:gd name="connsiteY1" fmla="*/ 5673 h 6345"/>
                  <a:gd name="connsiteX2" fmla="*/ 6565 w 6343"/>
                  <a:gd name="connsiteY2" fmla="*/ 3430 h 6345"/>
                  <a:gd name="connsiteX3" fmla="*/ 5636 w 6343"/>
                  <a:gd name="connsiteY3" fmla="*/ 1187 h 6345"/>
                  <a:gd name="connsiteX4" fmla="*/ 3394 w 6343"/>
                  <a:gd name="connsiteY4" fmla="*/ 257 h 6345"/>
                  <a:gd name="connsiteX5" fmla="*/ 1151 w 6343"/>
                  <a:gd name="connsiteY5" fmla="*/ 1187 h 6345"/>
                  <a:gd name="connsiteX6" fmla="*/ 222 w 6343"/>
                  <a:gd name="connsiteY6" fmla="*/ 3430 h 6345"/>
                  <a:gd name="connsiteX7" fmla="*/ 1151 w 6343"/>
                  <a:gd name="connsiteY7" fmla="*/ 5673 h 6345"/>
                  <a:gd name="connsiteX8" fmla="*/ 3394 w 6343"/>
                  <a:gd name="connsiteY8" fmla="*/ 66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603"/>
                    </a:moveTo>
                    <a:cubicBezTo>
                      <a:pt x="4235" y="6603"/>
                      <a:pt x="5042" y="6268"/>
                      <a:pt x="5636" y="5673"/>
                    </a:cubicBezTo>
                    <a:cubicBezTo>
                      <a:pt x="6231" y="5079"/>
                      <a:pt x="6565" y="4271"/>
                      <a:pt x="6565" y="3430"/>
                    </a:cubicBezTo>
                    <a:cubicBezTo>
                      <a:pt x="6565" y="2589"/>
                      <a:pt x="6231" y="1782"/>
                      <a:pt x="5636" y="1187"/>
                    </a:cubicBezTo>
                    <a:cubicBezTo>
                      <a:pt x="5042" y="592"/>
                      <a:pt x="4235" y="257"/>
                      <a:pt x="3394" y="257"/>
                    </a:cubicBezTo>
                    <a:cubicBezTo>
                      <a:pt x="2553" y="257"/>
                      <a:pt x="1746" y="592"/>
                      <a:pt x="1151" y="1187"/>
                    </a:cubicBezTo>
                    <a:cubicBezTo>
                      <a:pt x="556" y="1782"/>
                      <a:pt x="222" y="2589"/>
                      <a:pt x="222" y="3430"/>
                    </a:cubicBezTo>
                    <a:cubicBezTo>
                      <a:pt x="222" y="4271"/>
                      <a:pt x="556" y="5079"/>
                      <a:pt x="1151" y="5673"/>
                    </a:cubicBezTo>
                    <a:cubicBezTo>
                      <a:pt x="1746" y="6268"/>
                      <a:pt x="2553" y="6603"/>
                      <a:pt x="3394" y="66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A2B5ACF7-6038-DCC5-AB02-6C8FCA9329D8}"/>
                  </a:ext>
                </a:extLst>
              </p:cNvPr>
              <p:cNvSpPr/>
              <p:nvPr/>
            </p:nvSpPr>
            <p:spPr>
              <a:xfrm>
                <a:off x="3696680" y="6593787"/>
                <a:ext cx="6343" cy="6345"/>
              </a:xfrm>
              <a:custGeom>
                <a:avLst/>
                <a:gdLst>
                  <a:gd name="connsiteX0" fmla="*/ 3396 w 6343"/>
                  <a:gd name="connsiteY0" fmla="*/ 6591 h 6345"/>
                  <a:gd name="connsiteX1" fmla="*/ 5638 w 6343"/>
                  <a:gd name="connsiteY1" fmla="*/ 5662 h 6345"/>
                  <a:gd name="connsiteX2" fmla="*/ 6567 w 6343"/>
                  <a:gd name="connsiteY2" fmla="*/ 3418 h 6345"/>
                  <a:gd name="connsiteX3" fmla="*/ 5638 w 6343"/>
                  <a:gd name="connsiteY3" fmla="*/ 1175 h 6345"/>
                  <a:gd name="connsiteX4" fmla="*/ 3396 w 6343"/>
                  <a:gd name="connsiteY4" fmla="*/ 245 h 6345"/>
                  <a:gd name="connsiteX5" fmla="*/ 1153 w 6343"/>
                  <a:gd name="connsiteY5" fmla="*/ 1175 h 6345"/>
                  <a:gd name="connsiteX6" fmla="*/ 224 w 6343"/>
                  <a:gd name="connsiteY6" fmla="*/ 3418 h 6345"/>
                  <a:gd name="connsiteX7" fmla="*/ 1153 w 6343"/>
                  <a:gd name="connsiteY7" fmla="*/ 5662 h 6345"/>
                  <a:gd name="connsiteX8" fmla="*/ 3396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91"/>
                    </a:moveTo>
                    <a:cubicBezTo>
                      <a:pt x="4237" y="6591"/>
                      <a:pt x="5044" y="6257"/>
                      <a:pt x="5638" y="5662"/>
                    </a:cubicBezTo>
                    <a:cubicBezTo>
                      <a:pt x="6233" y="5067"/>
                      <a:pt x="6567" y="4260"/>
                      <a:pt x="6567" y="3418"/>
                    </a:cubicBezTo>
                    <a:cubicBezTo>
                      <a:pt x="6567" y="2577"/>
                      <a:pt x="6233" y="1770"/>
                      <a:pt x="5638" y="1175"/>
                    </a:cubicBezTo>
                    <a:cubicBezTo>
                      <a:pt x="5044" y="580"/>
                      <a:pt x="4237" y="245"/>
                      <a:pt x="3396" y="245"/>
                    </a:cubicBezTo>
                    <a:cubicBezTo>
                      <a:pt x="2555" y="245"/>
                      <a:pt x="1748" y="580"/>
                      <a:pt x="1153" y="1175"/>
                    </a:cubicBezTo>
                    <a:cubicBezTo>
                      <a:pt x="558" y="1770"/>
                      <a:pt x="224" y="2577"/>
                      <a:pt x="224" y="3418"/>
                    </a:cubicBezTo>
                    <a:cubicBezTo>
                      <a:pt x="224" y="4260"/>
                      <a:pt x="558" y="5067"/>
                      <a:pt x="1153" y="5662"/>
                    </a:cubicBezTo>
                    <a:cubicBezTo>
                      <a:pt x="1748" y="6257"/>
                      <a:pt x="2555" y="6591"/>
                      <a:pt x="3396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CE10C452-F1DA-2490-151C-BB88829003CC}"/>
                  </a:ext>
                </a:extLst>
              </p:cNvPr>
              <p:cNvSpPr/>
              <p:nvPr/>
            </p:nvSpPr>
            <p:spPr>
              <a:xfrm>
                <a:off x="3691341" y="6593061"/>
                <a:ext cx="6343" cy="6345"/>
              </a:xfrm>
              <a:custGeom>
                <a:avLst/>
                <a:gdLst>
                  <a:gd name="connsiteX0" fmla="*/ 3395 w 6343"/>
                  <a:gd name="connsiteY0" fmla="*/ 6591 h 6345"/>
                  <a:gd name="connsiteX1" fmla="*/ 5638 w 6343"/>
                  <a:gd name="connsiteY1" fmla="*/ 5661 h 6345"/>
                  <a:gd name="connsiteX2" fmla="*/ 6567 w 6343"/>
                  <a:gd name="connsiteY2" fmla="*/ 3418 h 6345"/>
                  <a:gd name="connsiteX3" fmla="*/ 5638 w 6343"/>
                  <a:gd name="connsiteY3" fmla="*/ 1175 h 6345"/>
                  <a:gd name="connsiteX4" fmla="*/ 3395 w 6343"/>
                  <a:gd name="connsiteY4" fmla="*/ 245 h 6345"/>
                  <a:gd name="connsiteX5" fmla="*/ 1153 w 6343"/>
                  <a:gd name="connsiteY5" fmla="*/ 1175 h 6345"/>
                  <a:gd name="connsiteX6" fmla="*/ 224 w 6343"/>
                  <a:gd name="connsiteY6" fmla="*/ 3418 h 6345"/>
                  <a:gd name="connsiteX7" fmla="*/ 1153 w 6343"/>
                  <a:gd name="connsiteY7" fmla="*/ 5661 h 6345"/>
                  <a:gd name="connsiteX8" fmla="*/ 3395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91"/>
                    </a:moveTo>
                    <a:cubicBezTo>
                      <a:pt x="4236" y="6591"/>
                      <a:pt x="5043" y="6256"/>
                      <a:pt x="5638" y="5661"/>
                    </a:cubicBezTo>
                    <a:cubicBezTo>
                      <a:pt x="6233" y="5067"/>
                      <a:pt x="6567" y="4259"/>
                      <a:pt x="6567" y="3418"/>
                    </a:cubicBezTo>
                    <a:cubicBezTo>
                      <a:pt x="6567" y="2577"/>
                      <a:pt x="6233" y="1770"/>
                      <a:pt x="5638" y="1175"/>
                    </a:cubicBezTo>
                    <a:cubicBezTo>
                      <a:pt x="5043" y="580"/>
                      <a:pt x="4236" y="245"/>
                      <a:pt x="3395" y="245"/>
                    </a:cubicBezTo>
                    <a:cubicBezTo>
                      <a:pt x="2554" y="245"/>
                      <a:pt x="1747" y="580"/>
                      <a:pt x="1153" y="1175"/>
                    </a:cubicBezTo>
                    <a:cubicBezTo>
                      <a:pt x="558" y="1770"/>
                      <a:pt x="224" y="2577"/>
                      <a:pt x="224" y="3418"/>
                    </a:cubicBezTo>
                    <a:cubicBezTo>
                      <a:pt x="224" y="4259"/>
                      <a:pt x="558" y="5067"/>
                      <a:pt x="1153" y="5661"/>
                    </a:cubicBezTo>
                    <a:cubicBezTo>
                      <a:pt x="1747" y="6256"/>
                      <a:pt x="2554" y="6591"/>
                      <a:pt x="3395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AA4C2B38-237E-E3F3-DA7D-E27F72751875}"/>
                  </a:ext>
                </a:extLst>
              </p:cNvPr>
              <p:cNvSpPr/>
              <p:nvPr/>
            </p:nvSpPr>
            <p:spPr>
              <a:xfrm>
                <a:off x="3686258" y="6591138"/>
                <a:ext cx="6343" cy="6345"/>
              </a:xfrm>
              <a:custGeom>
                <a:avLst/>
                <a:gdLst>
                  <a:gd name="connsiteX0" fmla="*/ 3395 w 6343"/>
                  <a:gd name="connsiteY0" fmla="*/ 6591 h 6345"/>
                  <a:gd name="connsiteX1" fmla="*/ 5638 w 6343"/>
                  <a:gd name="connsiteY1" fmla="*/ 5661 h 6345"/>
                  <a:gd name="connsiteX2" fmla="*/ 6567 w 6343"/>
                  <a:gd name="connsiteY2" fmla="*/ 3418 h 6345"/>
                  <a:gd name="connsiteX3" fmla="*/ 5638 w 6343"/>
                  <a:gd name="connsiteY3" fmla="*/ 1174 h 6345"/>
                  <a:gd name="connsiteX4" fmla="*/ 3395 w 6343"/>
                  <a:gd name="connsiteY4" fmla="*/ 245 h 6345"/>
                  <a:gd name="connsiteX5" fmla="*/ 1152 w 6343"/>
                  <a:gd name="connsiteY5" fmla="*/ 1174 h 6345"/>
                  <a:gd name="connsiteX6" fmla="*/ 223 w 6343"/>
                  <a:gd name="connsiteY6" fmla="*/ 3418 h 6345"/>
                  <a:gd name="connsiteX7" fmla="*/ 1152 w 6343"/>
                  <a:gd name="connsiteY7" fmla="*/ 5661 h 6345"/>
                  <a:gd name="connsiteX8" fmla="*/ 3395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91"/>
                    </a:moveTo>
                    <a:cubicBezTo>
                      <a:pt x="4236" y="6591"/>
                      <a:pt x="5043" y="6256"/>
                      <a:pt x="5638" y="5661"/>
                    </a:cubicBezTo>
                    <a:cubicBezTo>
                      <a:pt x="6232" y="5066"/>
                      <a:pt x="6567" y="4259"/>
                      <a:pt x="6567" y="3418"/>
                    </a:cubicBezTo>
                    <a:cubicBezTo>
                      <a:pt x="6567" y="2576"/>
                      <a:pt x="6232" y="1769"/>
                      <a:pt x="5638" y="1174"/>
                    </a:cubicBezTo>
                    <a:cubicBezTo>
                      <a:pt x="5043" y="579"/>
                      <a:pt x="4236" y="245"/>
                      <a:pt x="3395" y="245"/>
                    </a:cubicBezTo>
                    <a:cubicBezTo>
                      <a:pt x="2554" y="245"/>
                      <a:pt x="1747" y="579"/>
                      <a:pt x="1152" y="1174"/>
                    </a:cubicBezTo>
                    <a:cubicBezTo>
                      <a:pt x="558" y="1769"/>
                      <a:pt x="223" y="2576"/>
                      <a:pt x="223" y="3418"/>
                    </a:cubicBezTo>
                    <a:cubicBezTo>
                      <a:pt x="223" y="4259"/>
                      <a:pt x="558" y="5066"/>
                      <a:pt x="1152" y="5661"/>
                    </a:cubicBezTo>
                    <a:cubicBezTo>
                      <a:pt x="1747" y="6256"/>
                      <a:pt x="2554" y="6591"/>
                      <a:pt x="3395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DACE683D-2659-D569-71C5-F57E0D9DCCBB}"/>
                  </a:ext>
                </a:extLst>
              </p:cNvPr>
              <p:cNvSpPr/>
              <p:nvPr/>
            </p:nvSpPr>
            <p:spPr>
              <a:xfrm>
                <a:off x="3680919" y="6590394"/>
                <a:ext cx="6343" cy="6345"/>
              </a:xfrm>
              <a:custGeom>
                <a:avLst/>
                <a:gdLst>
                  <a:gd name="connsiteX0" fmla="*/ 3395 w 6343"/>
                  <a:gd name="connsiteY0" fmla="*/ 6591 h 6345"/>
                  <a:gd name="connsiteX1" fmla="*/ 5637 w 6343"/>
                  <a:gd name="connsiteY1" fmla="*/ 5661 h 6345"/>
                  <a:gd name="connsiteX2" fmla="*/ 6566 w 6343"/>
                  <a:gd name="connsiteY2" fmla="*/ 3418 h 6345"/>
                  <a:gd name="connsiteX3" fmla="*/ 5637 w 6343"/>
                  <a:gd name="connsiteY3" fmla="*/ 1174 h 6345"/>
                  <a:gd name="connsiteX4" fmla="*/ 3395 w 6343"/>
                  <a:gd name="connsiteY4" fmla="*/ 245 h 6345"/>
                  <a:gd name="connsiteX5" fmla="*/ 1152 w 6343"/>
                  <a:gd name="connsiteY5" fmla="*/ 1174 h 6345"/>
                  <a:gd name="connsiteX6" fmla="*/ 223 w 6343"/>
                  <a:gd name="connsiteY6" fmla="*/ 3418 h 6345"/>
                  <a:gd name="connsiteX7" fmla="*/ 1152 w 6343"/>
                  <a:gd name="connsiteY7" fmla="*/ 5661 h 6345"/>
                  <a:gd name="connsiteX8" fmla="*/ 3395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91"/>
                    </a:moveTo>
                    <a:cubicBezTo>
                      <a:pt x="4236" y="6591"/>
                      <a:pt x="5042" y="6256"/>
                      <a:pt x="5637" y="5661"/>
                    </a:cubicBezTo>
                    <a:cubicBezTo>
                      <a:pt x="6232" y="5066"/>
                      <a:pt x="6566" y="4259"/>
                      <a:pt x="6566" y="3418"/>
                    </a:cubicBezTo>
                    <a:cubicBezTo>
                      <a:pt x="6566" y="2576"/>
                      <a:pt x="6232" y="1769"/>
                      <a:pt x="5637" y="1174"/>
                    </a:cubicBezTo>
                    <a:cubicBezTo>
                      <a:pt x="5042" y="579"/>
                      <a:pt x="4236" y="245"/>
                      <a:pt x="3395" y="245"/>
                    </a:cubicBezTo>
                    <a:cubicBezTo>
                      <a:pt x="2553" y="245"/>
                      <a:pt x="1747" y="579"/>
                      <a:pt x="1152" y="1174"/>
                    </a:cubicBezTo>
                    <a:cubicBezTo>
                      <a:pt x="557" y="1769"/>
                      <a:pt x="223" y="2576"/>
                      <a:pt x="223" y="3418"/>
                    </a:cubicBezTo>
                    <a:cubicBezTo>
                      <a:pt x="223" y="4259"/>
                      <a:pt x="557" y="5066"/>
                      <a:pt x="1152" y="5661"/>
                    </a:cubicBezTo>
                    <a:cubicBezTo>
                      <a:pt x="1747" y="6256"/>
                      <a:pt x="2553" y="6591"/>
                      <a:pt x="3395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DBAABCC6-7AC1-2F3C-40A2-AA2B8C3F9119}"/>
                  </a:ext>
                </a:extLst>
              </p:cNvPr>
              <p:cNvSpPr/>
              <p:nvPr/>
            </p:nvSpPr>
            <p:spPr>
              <a:xfrm>
                <a:off x="3676324" y="6586415"/>
                <a:ext cx="6343" cy="6345"/>
              </a:xfrm>
              <a:custGeom>
                <a:avLst/>
                <a:gdLst>
                  <a:gd name="connsiteX0" fmla="*/ 3394 w 6343"/>
                  <a:gd name="connsiteY0" fmla="*/ 6590 h 6345"/>
                  <a:gd name="connsiteX1" fmla="*/ 5637 w 6343"/>
                  <a:gd name="connsiteY1" fmla="*/ 5661 h 6345"/>
                  <a:gd name="connsiteX2" fmla="*/ 6566 w 6343"/>
                  <a:gd name="connsiteY2" fmla="*/ 3418 h 6345"/>
                  <a:gd name="connsiteX3" fmla="*/ 5637 w 6343"/>
                  <a:gd name="connsiteY3" fmla="*/ 1174 h 6345"/>
                  <a:gd name="connsiteX4" fmla="*/ 3394 w 6343"/>
                  <a:gd name="connsiteY4" fmla="*/ 245 h 6345"/>
                  <a:gd name="connsiteX5" fmla="*/ 1152 w 6343"/>
                  <a:gd name="connsiteY5" fmla="*/ 1174 h 6345"/>
                  <a:gd name="connsiteX6" fmla="*/ 223 w 6343"/>
                  <a:gd name="connsiteY6" fmla="*/ 3418 h 6345"/>
                  <a:gd name="connsiteX7" fmla="*/ 1152 w 6343"/>
                  <a:gd name="connsiteY7" fmla="*/ 5661 h 6345"/>
                  <a:gd name="connsiteX8" fmla="*/ 3394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90"/>
                    </a:moveTo>
                    <a:cubicBezTo>
                      <a:pt x="4235" y="6590"/>
                      <a:pt x="5042" y="6256"/>
                      <a:pt x="5637" y="5661"/>
                    </a:cubicBezTo>
                    <a:cubicBezTo>
                      <a:pt x="6232" y="5066"/>
                      <a:pt x="6566" y="4259"/>
                      <a:pt x="6566" y="3418"/>
                    </a:cubicBezTo>
                    <a:cubicBezTo>
                      <a:pt x="6566" y="2576"/>
                      <a:pt x="6232" y="1769"/>
                      <a:pt x="5637" y="1174"/>
                    </a:cubicBezTo>
                    <a:cubicBezTo>
                      <a:pt x="5042" y="579"/>
                      <a:pt x="4235" y="245"/>
                      <a:pt x="3394" y="245"/>
                    </a:cubicBezTo>
                    <a:cubicBezTo>
                      <a:pt x="2553" y="245"/>
                      <a:pt x="1746" y="579"/>
                      <a:pt x="1152" y="1174"/>
                    </a:cubicBezTo>
                    <a:cubicBezTo>
                      <a:pt x="557" y="1769"/>
                      <a:pt x="223" y="2576"/>
                      <a:pt x="223" y="3418"/>
                    </a:cubicBezTo>
                    <a:cubicBezTo>
                      <a:pt x="223" y="4259"/>
                      <a:pt x="557" y="5066"/>
                      <a:pt x="1152" y="5661"/>
                    </a:cubicBezTo>
                    <a:cubicBezTo>
                      <a:pt x="1746" y="6256"/>
                      <a:pt x="2553" y="6590"/>
                      <a:pt x="3394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57A24FE1-2007-2DF8-DF00-0445F8F26501}"/>
                  </a:ext>
                </a:extLst>
              </p:cNvPr>
              <p:cNvSpPr/>
              <p:nvPr/>
            </p:nvSpPr>
            <p:spPr>
              <a:xfrm>
                <a:off x="3671340" y="6584218"/>
                <a:ext cx="6343" cy="6345"/>
              </a:xfrm>
              <a:custGeom>
                <a:avLst/>
                <a:gdLst>
                  <a:gd name="connsiteX0" fmla="*/ 3394 w 6343"/>
                  <a:gd name="connsiteY0" fmla="*/ 6590 h 6345"/>
                  <a:gd name="connsiteX1" fmla="*/ 5636 w 6343"/>
                  <a:gd name="connsiteY1" fmla="*/ 5661 h 6345"/>
                  <a:gd name="connsiteX2" fmla="*/ 6565 w 6343"/>
                  <a:gd name="connsiteY2" fmla="*/ 3417 h 6345"/>
                  <a:gd name="connsiteX3" fmla="*/ 5636 w 6343"/>
                  <a:gd name="connsiteY3" fmla="*/ 1174 h 6345"/>
                  <a:gd name="connsiteX4" fmla="*/ 3394 w 6343"/>
                  <a:gd name="connsiteY4" fmla="*/ 245 h 6345"/>
                  <a:gd name="connsiteX5" fmla="*/ 1151 w 6343"/>
                  <a:gd name="connsiteY5" fmla="*/ 1174 h 6345"/>
                  <a:gd name="connsiteX6" fmla="*/ 222 w 6343"/>
                  <a:gd name="connsiteY6" fmla="*/ 3417 h 6345"/>
                  <a:gd name="connsiteX7" fmla="*/ 1151 w 6343"/>
                  <a:gd name="connsiteY7" fmla="*/ 5661 h 6345"/>
                  <a:gd name="connsiteX8" fmla="*/ 3394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90"/>
                    </a:moveTo>
                    <a:cubicBezTo>
                      <a:pt x="4235" y="6590"/>
                      <a:pt x="5042" y="6256"/>
                      <a:pt x="5636" y="5661"/>
                    </a:cubicBezTo>
                    <a:cubicBezTo>
                      <a:pt x="6231" y="5066"/>
                      <a:pt x="6565" y="4259"/>
                      <a:pt x="6565" y="3417"/>
                    </a:cubicBezTo>
                    <a:cubicBezTo>
                      <a:pt x="6565" y="2576"/>
                      <a:pt x="6231" y="1769"/>
                      <a:pt x="5636" y="1174"/>
                    </a:cubicBezTo>
                    <a:cubicBezTo>
                      <a:pt x="5042" y="579"/>
                      <a:pt x="4235" y="245"/>
                      <a:pt x="3394" y="245"/>
                    </a:cubicBezTo>
                    <a:cubicBezTo>
                      <a:pt x="2553" y="245"/>
                      <a:pt x="1746" y="579"/>
                      <a:pt x="1151" y="1174"/>
                    </a:cubicBezTo>
                    <a:cubicBezTo>
                      <a:pt x="556" y="1769"/>
                      <a:pt x="222" y="2576"/>
                      <a:pt x="222" y="3417"/>
                    </a:cubicBezTo>
                    <a:cubicBezTo>
                      <a:pt x="222" y="4259"/>
                      <a:pt x="556" y="5066"/>
                      <a:pt x="1151" y="5661"/>
                    </a:cubicBezTo>
                    <a:cubicBezTo>
                      <a:pt x="1746" y="6256"/>
                      <a:pt x="2553" y="6590"/>
                      <a:pt x="3394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C3A6A75E-39A1-BBDB-A677-C07CEFDEFAF0}"/>
                  </a:ext>
                </a:extLst>
              </p:cNvPr>
              <p:cNvSpPr/>
              <p:nvPr/>
            </p:nvSpPr>
            <p:spPr>
              <a:xfrm>
                <a:off x="3630233" y="6729949"/>
                <a:ext cx="6343" cy="6345"/>
              </a:xfrm>
              <a:custGeom>
                <a:avLst/>
                <a:gdLst>
                  <a:gd name="connsiteX0" fmla="*/ 3391 w 6343"/>
                  <a:gd name="connsiteY0" fmla="*/ 6602 h 6345"/>
                  <a:gd name="connsiteX1" fmla="*/ 5633 w 6343"/>
                  <a:gd name="connsiteY1" fmla="*/ 5672 h 6345"/>
                  <a:gd name="connsiteX2" fmla="*/ 6562 w 6343"/>
                  <a:gd name="connsiteY2" fmla="*/ 3429 h 6345"/>
                  <a:gd name="connsiteX3" fmla="*/ 5633 w 6343"/>
                  <a:gd name="connsiteY3" fmla="*/ 1185 h 6345"/>
                  <a:gd name="connsiteX4" fmla="*/ 3391 w 6343"/>
                  <a:gd name="connsiteY4" fmla="*/ 256 h 6345"/>
                  <a:gd name="connsiteX5" fmla="*/ 1148 w 6343"/>
                  <a:gd name="connsiteY5" fmla="*/ 1185 h 6345"/>
                  <a:gd name="connsiteX6" fmla="*/ 219 w 6343"/>
                  <a:gd name="connsiteY6" fmla="*/ 3429 h 6345"/>
                  <a:gd name="connsiteX7" fmla="*/ 1148 w 6343"/>
                  <a:gd name="connsiteY7" fmla="*/ 5672 h 6345"/>
                  <a:gd name="connsiteX8" fmla="*/ 3391 w 6343"/>
                  <a:gd name="connsiteY8" fmla="*/ 660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602"/>
                    </a:moveTo>
                    <a:cubicBezTo>
                      <a:pt x="4232" y="6602"/>
                      <a:pt x="5038" y="6267"/>
                      <a:pt x="5633" y="5672"/>
                    </a:cubicBezTo>
                    <a:cubicBezTo>
                      <a:pt x="6228" y="5077"/>
                      <a:pt x="6562" y="4270"/>
                      <a:pt x="6562" y="3429"/>
                    </a:cubicBezTo>
                    <a:cubicBezTo>
                      <a:pt x="6562" y="2587"/>
                      <a:pt x="6228" y="1780"/>
                      <a:pt x="5633" y="1185"/>
                    </a:cubicBezTo>
                    <a:cubicBezTo>
                      <a:pt x="5038" y="590"/>
                      <a:pt x="4232" y="256"/>
                      <a:pt x="3391" y="256"/>
                    </a:cubicBezTo>
                    <a:cubicBezTo>
                      <a:pt x="2549" y="256"/>
                      <a:pt x="1743" y="590"/>
                      <a:pt x="1148" y="1185"/>
                    </a:cubicBezTo>
                    <a:cubicBezTo>
                      <a:pt x="553" y="1780"/>
                      <a:pt x="219" y="2587"/>
                      <a:pt x="219" y="3429"/>
                    </a:cubicBezTo>
                    <a:cubicBezTo>
                      <a:pt x="219" y="4270"/>
                      <a:pt x="553" y="5077"/>
                      <a:pt x="1148" y="5672"/>
                    </a:cubicBezTo>
                    <a:cubicBezTo>
                      <a:pt x="1743" y="6267"/>
                      <a:pt x="2549" y="6602"/>
                      <a:pt x="3391" y="66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98A14C9E-04D4-7E96-F20C-D429EB2E25AD}"/>
                  </a:ext>
                </a:extLst>
              </p:cNvPr>
              <p:cNvSpPr/>
              <p:nvPr/>
            </p:nvSpPr>
            <p:spPr>
              <a:xfrm>
                <a:off x="3624347" y="6727608"/>
                <a:ext cx="6343" cy="6345"/>
              </a:xfrm>
              <a:custGeom>
                <a:avLst/>
                <a:gdLst>
                  <a:gd name="connsiteX0" fmla="*/ 3390 w 6343"/>
                  <a:gd name="connsiteY0" fmla="*/ 6601 h 6345"/>
                  <a:gd name="connsiteX1" fmla="*/ 5633 w 6343"/>
                  <a:gd name="connsiteY1" fmla="*/ 5672 h 6345"/>
                  <a:gd name="connsiteX2" fmla="*/ 6562 w 6343"/>
                  <a:gd name="connsiteY2" fmla="*/ 3429 h 6345"/>
                  <a:gd name="connsiteX3" fmla="*/ 5633 w 6343"/>
                  <a:gd name="connsiteY3" fmla="*/ 1185 h 6345"/>
                  <a:gd name="connsiteX4" fmla="*/ 3390 w 6343"/>
                  <a:gd name="connsiteY4" fmla="*/ 256 h 6345"/>
                  <a:gd name="connsiteX5" fmla="*/ 1147 w 6343"/>
                  <a:gd name="connsiteY5" fmla="*/ 1185 h 6345"/>
                  <a:gd name="connsiteX6" fmla="*/ 219 w 6343"/>
                  <a:gd name="connsiteY6" fmla="*/ 3429 h 6345"/>
                  <a:gd name="connsiteX7" fmla="*/ 1147 w 6343"/>
                  <a:gd name="connsiteY7" fmla="*/ 5672 h 6345"/>
                  <a:gd name="connsiteX8" fmla="*/ 3390 w 6343"/>
                  <a:gd name="connsiteY8" fmla="*/ 66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601"/>
                    </a:moveTo>
                    <a:cubicBezTo>
                      <a:pt x="4231" y="6601"/>
                      <a:pt x="5038" y="6267"/>
                      <a:pt x="5633" y="5672"/>
                    </a:cubicBezTo>
                    <a:cubicBezTo>
                      <a:pt x="6227" y="5077"/>
                      <a:pt x="6562" y="4270"/>
                      <a:pt x="6562" y="3429"/>
                    </a:cubicBezTo>
                    <a:cubicBezTo>
                      <a:pt x="6562" y="2587"/>
                      <a:pt x="6227" y="1780"/>
                      <a:pt x="5633" y="1185"/>
                    </a:cubicBezTo>
                    <a:cubicBezTo>
                      <a:pt x="5038" y="590"/>
                      <a:pt x="4231" y="256"/>
                      <a:pt x="3390" y="256"/>
                    </a:cubicBezTo>
                    <a:cubicBezTo>
                      <a:pt x="2549" y="256"/>
                      <a:pt x="1742" y="590"/>
                      <a:pt x="1147" y="1185"/>
                    </a:cubicBezTo>
                    <a:cubicBezTo>
                      <a:pt x="553" y="1780"/>
                      <a:pt x="219" y="2587"/>
                      <a:pt x="219" y="3429"/>
                    </a:cubicBezTo>
                    <a:cubicBezTo>
                      <a:pt x="219" y="4270"/>
                      <a:pt x="553" y="5077"/>
                      <a:pt x="1147" y="5672"/>
                    </a:cubicBezTo>
                    <a:cubicBezTo>
                      <a:pt x="1742" y="6267"/>
                      <a:pt x="2549" y="6601"/>
                      <a:pt x="3390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986C9FEF-72F3-1FF3-EED9-28C727913642}"/>
                  </a:ext>
                </a:extLst>
              </p:cNvPr>
              <p:cNvSpPr/>
              <p:nvPr/>
            </p:nvSpPr>
            <p:spPr>
              <a:xfrm>
                <a:off x="3643226" y="6585718"/>
                <a:ext cx="6343" cy="6345"/>
              </a:xfrm>
              <a:custGeom>
                <a:avLst/>
                <a:gdLst>
                  <a:gd name="connsiteX0" fmla="*/ 3392 w 6343"/>
                  <a:gd name="connsiteY0" fmla="*/ 6590 h 6345"/>
                  <a:gd name="connsiteX1" fmla="*/ 5634 w 6343"/>
                  <a:gd name="connsiteY1" fmla="*/ 5661 h 6345"/>
                  <a:gd name="connsiteX2" fmla="*/ 6563 w 6343"/>
                  <a:gd name="connsiteY2" fmla="*/ 3417 h 6345"/>
                  <a:gd name="connsiteX3" fmla="*/ 5634 w 6343"/>
                  <a:gd name="connsiteY3" fmla="*/ 1174 h 6345"/>
                  <a:gd name="connsiteX4" fmla="*/ 3392 w 6343"/>
                  <a:gd name="connsiteY4" fmla="*/ 245 h 6345"/>
                  <a:gd name="connsiteX5" fmla="*/ 1149 w 6343"/>
                  <a:gd name="connsiteY5" fmla="*/ 1174 h 6345"/>
                  <a:gd name="connsiteX6" fmla="*/ 220 w 6343"/>
                  <a:gd name="connsiteY6" fmla="*/ 3417 h 6345"/>
                  <a:gd name="connsiteX7" fmla="*/ 1149 w 6343"/>
                  <a:gd name="connsiteY7" fmla="*/ 5661 h 6345"/>
                  <a:gd name="connsiteX8" fmla="*/ 3392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90"/>
                    </a:moveTo>
                    <a:cubicBezTo>
                      <a:pt x="4233" y="6590"/>
                      <a:pt x="5039" y="6256"/>
                      <a:pt x="5634" y="5661"/>
                    </a:cubicBezTo>
                    <a:cubicBezTo>
                      <a:pt x="6229" y="5066"/>
                      <a:pt x="6563" y="4259"/>
                      <a:pt x="6563" y="3417"/>
                    </a:cubicBezTo>
                    <a:cubicBezTo>
                      <a:pt x="6563" y="2576"/>
                      <a:pt x="6229" y="1769"/>
                      <a:pt x="5634" y="1174"/>
                    </a:cubicBezTo>
                    <a:cubicBezTo>
                      <a:pt x="5039" y="579"/>
                      <a:pt x="4233" y="245"/>
                      <a:pt x="3392" y="245"/>
                    </a:cubicBezTo>
                    <a:cubicBezTo>
                      <a:pt x="2550" y="245"/>
                      <a:pt x="1744" y="579"/>
                      <a:pt x="1149" y="1174"/>
                    </a:cubicBezTo>
                    <a:cubicBezTo>
                      <a:pt x="554" y="1769"/>
                      <a:pt x="220" y="2576"/>
                      <a:pt x="220" y="3417"/>
                    </a:cubicBezTo>
                    <a:cubicBezTo>
                      <a:pt x="220" y="4259"/>
                      <a:pt x="554" y="5066"/>
                      <a:pt x="1149" y="5661"/>
                    </a:cubicBezTo>
                    <a:cubicBezTo>
                      <a:pt x="1744" y="6256"/>
                      <a:pt x="2550" y="6590"/>
                      <a:pt x="3392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65D961C4-0A15-D334-F8CC-058891CE36B8}"/>
                  </a:ext>
                </a:extLst>
              </p:cNvPr>
              <p:cNvSpPr/>
              <p:nvPr/>
            </p:nvSpPr>
            <p:spPr>
              <a:xfrm>
                <a:off x="3599069" y="6724874"/>
                <a:ext cx="6343" cy="6345"/>
              </a:xfrm>
              <a:custGeom>
                <a:avLst/>
                <a:gdLst>
                  <a:gd name="connsiteX0" fmla="*/ 3388 w 6343"/>
                  <a:gd name="connsiteY0" fmla="*/ 6601 h 6345"/>
                  <a:gd name="connsiteX1" fmla="*/ 5631 w 6343"/>
                  <a:gd name="connsiteY1" fmla="*/ 5672 h 6345"/>
                  <a:gd name="connsiteX2" fmla="*/ 6560 w 6343"/>
                  <a:gd name="connsiteY2" fmla="*/ 3428 h 6345"/>
                  <a:gd name="connsiteX3" fmla="*/ 5631 w 6343"/>
                  <a:gd name="connsiteY3" fmla="*/ 1185 h 6345"/>
                  <a:gd name="connsiteX4" fmla="*/ 3388 w 6343"/>
                  <a:gd name="connsiteY4" fmla="*/ 256 h 6345"/>
                  <a:gd name="connsiteX5" fmla="*/ 1145 w 6343"/>
                  <a:gd name="connsiteY5" fmla="*/ 1185 h 6345"/>
                  <a:gd name="connsiteX6" fmla="*/ 217 w 6343"/>
                  <a:gd name="connsiteY6" fmla="*/ 3428 h 6345"/>
                  <a:gd name="connsiteX7" fmla="*/ 1145 w 6343"/>
                  <a:gd name="connsiteY7" fmla="*/ 5672 h 6345"/>
                  <a:gd name="connsiteX8" fmla="*/ 3388 w 6343"/>
                  <a:gd name="connsiteY8" fmla="*/ 66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601"/>
                    </a:moveTo>
                    <a:cubicBezTo>
                      <a:pt x="4229" y="6601"/>
                      <a:pt x="5036" y="6267"/>
                      <a:pt x="5631" y="5672"/>
                    </a:cubicBezTo>
                    <a:cubicBezTo>
                      <a:pt x="6225" y="5077"/>
                      <a:pt x="6560" y="4270"/>
                      <a:pt x="6560" y="3428"/>
                    </a:cubicBezTo>
                    <a:cubicBezTo>
                      <a:pt x="6560" y="2587"/>
                      <a:pt x="6225" y="1780"/>
                      <a:pt x="5631" y="1185"/>
                    </a:cubicBezTo>
                    <a:cubicBezTo>
                      <a:pt x="5036" y="590"/>
                      <a:pt x="4229" y="256"/>
                      <a:pt x="3388" y="256"/>
                    </a:cubicBezTo>
                    <a:cubicBezTo>
                      <a:pt x="2547" y="256"/>
                      <a:pt x="1740" y="590"/>
                      <a:pt x="1145" y="1185"/>
                    </a:cubicBezTo>
                    <a:cubicBezTo>
                      <a:pt x="551" y="1780"/>
                      <a:pt x="217" y="2587"/>
                      <a:pt x="217" y="3428"/>
                    </a:cubicBezTo>
                    <a:cubicBezTo>
                      <a:pt x="217" y="4270"/>
                      <a:pt x="551" y="5077"/>
                      <a:pt x="1145" y="5672"/>
                    </a:cubicBezTo>
                    <a:cubicBezTo>
                      <a:pt x="1740" y="6267"/>
                      <a:pt x="2547" y="6601"/>
                      <a:pt x="3388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AC1D4030-9DFA-E81C-FE38-1D9A15C74FEA}"/>
                  </a:ext>
                </a:extLst>
              </p:cNvPr>
              <p:cNvSpPr/>
              <p:nvPr/>
            </p:nvSpPr>
            <p:spPr>
              <a:xfrm>
                <a:off x="3592630" y="6724501"/>
                <a:ext cx="6343" cy="6345"/>
              </a:xfrm>
              <a:custGeom>
                <a:avLst/>
                <a:gdLst>
                  <a:gd name="connsiteX0" fmla="*/ 3388 w 6343"/>
                  <a:gd name="connsiteY0" fmla="*/ 6601 h 6345"/>
                  <a:gd name="connsiteX1" fmla="*/ 5630 w 6343"/>
                  <a:gd name="connsiteY1" fmla="*/ 5672 h 6345"/>
                  <a:gd name="connsiteX2" fmla="*/ 6559 w 6343"/>
                  <a:gd name="connsiteY2" fmla="*/ 3428 h 6345"/>
                  <a:gd name="connsiteX3" fmla="*/ 5630 w 6343"/>
                  <a:gd name="connsiteY3" fmla="*/ 1185 h 6345"/>
                  <a:gd name="connsiteX4" fmla="*/ 3388 w 6343"/>
                  <a:gd name="connsiteY4" fmla="*/ 256 h 6345"/>
                  <a:gd name="connsiteX5" fmla="*/ 1145 w 6343"/>
                  <a:gd name="connsiteY5" fmla="*/ 1185 h 6345"/>
                  <a:gd name="connsiteX6" fmla="*/ 216 w 6343"/>
                  <a:gd name="connsiteY6" fmla="*/ 3428 h 6345"/>
                  <a:gd name="connsiteX7" fmla="*/ 1145 w 6343"/>
                  <a:gd name="connsiteY7" fmla="*/ 5672 h 6345"/>
                  <a:gd name="connsiteX8" fmla="*/ 3388 w 6343"/>
                  <a:gd name="connsiteY8" fmla="*/ 66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601"/>
                    </a:moveTo>
                    <a:cubicBezTo>
                      <a:pt x="4229" y="6601"/>
                      <a:pt x="5035" y="6267"/>
                      <a:pt x="5630" y="5672"/>
                    </a:cubicBezTo>
                    <a:cubicBezTo>
                      <a:pt x="6225" y="5077"/>
                      <a:pt x="6559" y="4270"/>
                      <a:pt x="6559" y="3428"/>
                    </a:cubicBezTo>
                    <a:cubicBezTo>
                      <a:pt x="6559" y="2587"/>
                      <a:pt x="6225" y="1780"/>
                      <a:pt x="5630" y="1185"/>
                    </a:cubicBezTo>
                    <a:cubicBezTo>
                      <a:pt x="5035" y="590"/>
                      <a:pt x="4229" y="256"/>
                      <a:pt x="3388" y="256"/>
                    </a:cubicBezTo>
                    <a:cubicBezTo>
                      <a:pt x="2546" y="256"/>
                      <a:pt x="1740" y="590"/>
                      <a:pt x="1145" y="1185"/>
                    </a:cubicBezTo>
                    <a:cubicBezTo>
                      <a:pt x="550" y="1780"/>
                      <a:pt x="216" y="2587"/>
                      <a:pt x="216" y="3428"/>
                    </a:cubicBezTo>
                    <a:cubicBezTo>
                      <a:pt x="216" y="4270"/>
                      <a:pt x="550" y="5077"/>
                      <a:pt x="1145" y="5672"/>
                    </a:cubicBezTo>
                    <a:cubicBezTo>
                      <a:pt x="1740" y="6267"/>
                      <a:pt x="2546" y="6601"/>
                      <a:pt x="3388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60724F37-193B-C837-ECBD-7D9E32296CCA}"/>
                  </a:ext>
                </a:extLst>
              </p:cNvPr>
              <p:cNvSpPr/>
              <p:nvPr/>
            </p:nvSpPr>
            <p:spPr>
              <a:xfrm>
                <a:off x="3587206" y="6720567"/>
                <a:ext cx="6343" cy="6345"/>
              </a:xfrm>
              <a:custGeom>
                <a:avLst/>
                <a:gdLst>
                  <a:gd name="connsiteX0" fmla="*/ 3387 w 6343"/>
                  <a:gd name="connsiteY0" fmla="*/ 6601 h 6345"/>
                  <a:gd name="connsiteX1" fmla="*/ 5630 w 6343"/>
                  <a:gd name="connsiteY1" fmla="*/ 5672 h 6345"/>
                  <a:gd name="connsiteX2" fmla="*/ 6559 w 6343"/>
                  <a:gd name="connsiteY2" fmla="*/ 3428 h 6345"/>
                  <a:gd name="connsiteX3" fmla="*/ 5630 w 6343"/>
                  <a:gd name="connsiteY3" fmla="*/ 1185 h 6345"/>
                  <a:gd name="connsiteX4" fmla="*/ 3387 w 6343"/>
                  <a:gd name="connsiteY4" fmla="*/ 255 h 6345"/>
                  <a:gd name="connsiteX5" fmla="*/ 1145 w 6343"/>
                  <a:gd name="connsiteY5" fmla="*/ 1185 h 6345"/>
                  <a:gd name="connsiteX6" fmla="*/ 216 w 6343"/>
                  <a:gd name="connsiteY6" fmla="*/ 3428 h 6345"/>
                  <a:gd name="connsiteX7" fmla="*/ 1145 w 6343"/>
                  <a:gd name="connsiteY7" fmla="*/ 5672 h 6345"/>
                  <a:gd name="connsiteX8" fmla="*/ 3387 w 6343"/>
                  <a:gd name="connsiteY8" fmla="*/ 66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601"/>
                    </a:moveTo>
                    <a:cubicBezTo>
                      <a:pt x="4228" y="6601"/>
                      <a:pt x="5035" y="6266"/>
                      <a:pt x="5630" y="5672"/>
                    </a:cubicBezTo>
                    <a:cubicBezTo>
                      <a:pt x="6225" y="5077"/>
                      <a:pt x="6559" y="4270"/>
                      <a:pt x="6559" y="3428"/>
                    </a:cubicBezTo>
                    <a:cubicBezTo>
                      <a:pt x="6559" y="2587"/>
                      <a:pt x="6225" y="1780"/>
                      <a:pt x="5630" y="1185"/>
                    </a:cubicBezTo>
                    <a:cubicBezTo>
                      <a:pt x="5035" y="590"/>
                      <a:pt x="4228" y="255"/>
                      <a:pt x="3387" y="255"/>
                    </a:cubicBezTo>
                    <a:cubicBezTo>
                      <a:pt x="2546" y="255"/>
                      <a:pt x="1739" y="590"/>
                      <a:pt x="1145" y="1185"/>
                    </a:cubicBezTo>
                    <a:cubicBezTo>
                      <a:pt x="550" y="1780"/>
                      <a:pt x="216" y="2587"/>
                      <a:pt x="216" y="3428"/>
                    </a:cubicBezTo>
                    <a:cubicBezTo>
                      <a:pt x="216" y="4270"/>
                      <a:pt x="550" y="5077"/>
                      <a:pt x="1145" y="5672"/>
                    </a:cubicBezTo>
                    <a:cubicBezTo>
                      <a:pt x="1739" y="6266"/>
                      <a:pt x="2546" y="6601"/>
                      <a:pt x="3387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C06AB385-F56B-03F2-3010-385FFA5D7740}"/>
                  </a:ext>
                </a:extLst>
              </p:cNvPr>
              <p:cNvSpPr/>
              <p:nvPr/>
            </p:nvSpPr>
            <p:spPr>
              <a:xfrm>
                <a:off x="3638997" y="6506695"/>
                <a:ext cx="6343" cy="6345"/>
              </a:xfrm>
              <a:custGeom>
                <a:avLst/>
                <a:gdLst>
                  <a:gd name="connsiteX0" fmla="*/ 3391 w 6343"/>
                  <a:gd name="connsiteY0" fmla="*/ 6584 h 6345"/>
                  <a:gd name="connsiteX1" fmla="*/ 5634 w 6343"/>
                  <a:gd name="connsiteY1" fmla="*/ 5655 h 6345"/>
                  <a:gd name="connsiteX2" fmla="*/ 6563 w 6343"/>
                  <a:gd name="connsiteY2" fmla="*/ 3411 h 6345"/>
                  <a:gd name="connsiteX3" fmla="*/ 5634 w 6343"/>
                  <a:gd name="connsiteY3" fmla="*/ 1168 h 6345"/>
                  <a:gd name="connsiteX4" fmla="*/ 3391 w 6343"/>
                  <a:gd name="connsiteY4" fmla="*/ 239 h 6345"/>
                  <a:gd name="connsiteX5" fmla="*/ 1149 w 6343"/>
                  <a:gd name="connsiteY5" fmla="*/ 1168 h 6345"/>
                  <a:gd name="connsiteX6" fmla="*/ 220 w 6343"/>
                  <a:gd name="connsiteY6" fmla="*/ 3411 h 6345"/>
                  <a:gd name="connsiteX7" fmla="*/ 1149 w 6343"/>
                  <a:gd name="connsiteY7" fmla="*/ 5655 h 6345"/>
                  <a:gd name="connsiteX8" fmla="*/ 3391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84"/>
                    </a:moveTo>
                    <a:cubicBezTo>
                      <a:pt x="4232" y="6584"/>
                      <a:pt x="5039" y="6250"/>
                      <a:pt x="5634" y="5655"/>
                    </a:cubicBezTo>
                    <a:cubicBezTo>
                      <a:pt x="6229" y="5060"/>
                      <a:pt x="6563" y="4253"/>
                      <a:pt x="6563" y="3411"/>
                    </a:cubicBezTo>
                    <a:cubicBezTo>
                      <a:pt x="6563" y="2570"/>
                      <a:pt x="6229" y="1763"/>
                      <a:pt x="5634" y="1168"/>
                    </a:cubicBezTo>
                    <a:cubicBezTo>
                      <a:pt x="5039" y="573"/>
                      <a:pt x="4232" y="239"/>
                      <a:pt x="3391" y="239"/>
                    </a:cubicBezTo>
                    <a:cubicBezTo>
                      <a:pt x="2550" y="239"/>
                      <a:pt x="1743" y="573"/>
                      <a:pt x="1149" y="1168"/>
                    </a:cubicBezTo>
                    <a:cubicBezTo>
                      <a:pt x="554" y="1763"/>
                      <a:pt x="220" y="2570"/>
                      <a:pt x="220" y="3411"/>
                    </a:cubicBezTo>
                    <a:cubicBezTo>
                      <a:pt x="220" y="4253"/>
                      <a:pt x="554" y="5060"/>
                      <a:pt x="1149" y="5655"/>
                    </a:cubicBezTo>
                    <a:cubicBezTo>
                      <a:pt x="1743" y="6250"/>
                      <a:pt x="2550" y="6584"/>
                      <a:pt x="3391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A8FEC133-F5EA-8EC8-3E0F-C961B836EF10}"/>
                  </a:ext>
                </a:extLst>
              </p:cNvPr>
              <p:cNvSpPr/>
              <p:nvPr/>
            </p:nvSpPr>
            <p:spPr>
              <a:xfrm>
                <a:off x="3634371" y="6504926"/>
                <a:ext cx="6343" cy="6345"/>
              </a:xfrm>
              <a:custGeom>
                <a:avLst/>
                <a:gdLst>
                  <a:gd name="connsiteX0" fmla="*/ 3391 w 6343"/>
                  <a:gd name="connsiteY0" fmla="*/ 6584 h 6345"/>
                  <a:gd name="connsiteX1" fmla="*/ 5633 w 6343"/>
                  <a:gd name="connsiteY1" fmla="*/ 5655 h 6345"/>
                  <a:gd name="connsiteX2" fmla="*/ 6562 w 6343"/>
                  <a:gd name="connsiteY2" fmla="*/ 3411 h 6345"/>
                  <a:gd name="connsiteX3" fmla="*/ 5633 w 6343"/>
                  <a:gd name="connsiteY3" fmla="*/ 1168 h 6345"/>
                  <a:gd name="connsiteX4" fmla="*/ 3391 w 6343"/>
                  <a:gd name="connsiteY4" fmla="*/ 238 h 6345"/>
                  <a:gd name="connsiteX5" fmla="*/ 1148 w 6343"/>
                  <a:gd name="connsiteY5" fmla="*/ 1168 h 6345"/>
                  <a:gd name="connsiteX6" fmla="*/ 219 w 6343"/>
                  <a:gd name="connsiteY6" fmla="*/ 3411 h 6345"/>
                  <a:gd name="connsiteX7" fmla="*/ 1148 w 6343"/>
                  <a:gd name="connsiteY7" fmla="*/ 5655 h 6345"/>
                  <a:gd name="connsiteX8" fmla="*/ 3391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84"/>
                    </a:moveTo>
                    <a:cubicBezTo>
                      <a:pt x="4232" y="6584"/>
                      <a:pt x="5039" y="6250"/>
                      <a:pt x="5633" y="5655"/>
                    </a:cubicBezTo>
                    <a:cubicBezTo>
                      <a:pt x="6228" y="5060"/>
                      <a:pt x="6562" y="4253"/>
                      <a:pt x="6562" y="3411"/>
                    </a:cubicBezTo>
                    <a:cubicBezTo>
                      <a:pt x="6562" y="2570"/>
                      <a:pt x="6228" y="1763"/>
                      <a:pt x="5633" y="1168"/>
                    </a:cubicBezTo>
                    <a:cubicBezTo>
                      <a:pt x="5039" y="573"/>
                      <a:pt x="4232" y="238"/>
                      <a:pt x="3391" y="238"/>
                    </a:cubicBezTo>
                    <a:cubicBezTo>
                      <a:pt x="2550" y="238"/>
                      <a:pt x="1743" y="573"/>
                      <a:pt x="1148" y="1168"/>
                    </a:cubicBezTo>
                    <a:cubicBezTo>
                      <a:pt x="553" y="1763"/>
                      <a:pt x="219" y="2570"/>
                      <a:pt x="219" y="3411"/>
                    </a:cubicBezTo>
                    <a:cubicBezTo>
                      <a:pt x="219" y="4253"/>
                      <a:pt x="553" y="5060"/>
                      <a:pt x="1148" y="5655"/>
                    </a:cubicBezTo>
                    <a:cubicBezTo>
                      <a:pt x="1743" y="6250"/>
                      <a:pt x="2550" y="6584"/>
                      <a:pt x="3391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6611A061-D659-BC14-E3B6-B7BC579B0530}"/>
                  </a:ext>
                </a:extLst>
              </p:cNvPr>
              <p:cNvSpPr/>
              <p:nvPr/>
            </p:nvSpPr>
            <p:spPr>
              <a:xfrm>
                <a:off x="3596132" y="6573358"/>
                <a:ext cx="6343" cy="6345"/>
              </a:xfrm>
              <a:custGeom>
                <a:avLst/>
                <a:gdLst>
                  <a:gd name="connsiteX0" fmla="*/ 3388 w 6343"/>
                  <a:gd name="connsiteY0" fmla="*/ 6589 h 6345"/>
                  <a:gd name="connsiteX1" fmla="*/ 5630 w 6343"/>
                  <a:gd name="connsiteY1" fmla="*/ 5660 h 6345"/>
                  <a:gd name="connsiteX2" fmla="*/ 6559 w 6343"/>
                  <a:gd name="connsiteY2" fmla="*/ 3416 h 6345"/>
                  <a:gd name="connsiteX3" fmla="*/ 5630 w 6343"/>
                  <a:gd name="connsiteY3" fmla="*/ 1173 h 6345"/>
                  <a:gd name="connsiteX4" fmla="*/ 3388 w 6343"/>
                  <a:gd name="connsiteY4" fmla="*/ 244 h 6345"/>
                  <a:gd name="connsiteX5" fmla="*/ 1145 w 6343"/>
                  <a:gd name="connsiteY5" fmla="*/ 1173 h 6345"/>
                  <a:gd name="connsiteX6" fmla="*/ 216 w 6343"/>
                  <a:gd name="connsiteY6" fmla="*/ 3416 h 6345"/>
                  <a:gd name="connsiteX7" fmla="*/ 1145 w 6343"/>
                  <a:gd name="connsiteY7" fmla="*/ 5660 h 6345"/>
                  <a:gd name="connsiteX8" fmla="*/ 3388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89"/>
                    </a:moveTo>
                    <a:cubicBezTo>
                      <a:pt x="4229" y="6589"/>
                      <a:pt x="5036" y="6255"/>
                      <a:pt x="5630" y="5660"/>
                    </a:cubicBezTo>
                    <a:cubicBezTo>
                      <a:pt x="6225" y="5065"/>
                      <a:pt x="6559" y="4258"/>
                      <a:pt x="6559" y="3416"/>
                    </a:cubicBezTo>
                    <a:cubicBezTo>
                      <a:pt x="6559" y="2575"/>
                      <a:pt x="6225" y="1768"/>
                      <a:pt x="5630" y="1173"/>
                    </a:cubicBezTo>
                    <a:cubicBezTo>
                      <a:pt x="5036" y="578"/>
                      <a:pt x="4229" y="244"/>
                      <a:pt x="3388" y="244"/>
                    </a:cubicBezTo>
                    <a:cubicBezTo>
                      <a:pt x="2547" y="244"/>
                      <a:pt x="1740" y="578"/>
                      <a:pt x="1145" y="1173"/>
                    </a:cubicBezTo>
                    <a:cubicBezTo>
                      <a:pt x="550" y="1768"/>
                      <a:pt x="216" y="2575"/>
                      <a:pt x="216" y="3416"/>
                    </a:cubicBezTo>
                    <a:cubicBezTo>
                      <a:pt x="216" y="4258"/>
                      <a:pt x="550" y="5065"/>
                      <a:pt x="1145" y="5660"/>
                    </a:cubicBezTo>
                    <a:cubicBezTo>
                      <a:pt x="1740" y="6255"/>
                      <a:pt x="2547" y="6589"/>
                      <a:pt x="3388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7C254DB0-F6B6-68B1-27FA-7FEDE97FC8D8}"/>
                  </a:ext>
                </a:extLst>
              </p:cNvPr>
              <p:cNvSpPr/>
              <p:nvPr/>
            </p:nvSpPr>
            <p:spPr>
              <a:xfrm>
                <a:off x="3543000" y="6713875"/>
                <a:ext cx="6343" cy="6345"/>
              </a:xfrm>
              <a:custGeom>
                <a:avLst/>
                <a:gdLst>
                  <a:gd name="connsiteX0" fmla="*/ 3384 w 6343"/>
                  <a:gd name="connsiteY0" fmla="*/ 6600 h 6345"/>
                  <a:gd name="connsiteX1" fmla="*/ 5626 w 6343"/>
                  <a:gd name="connsiteY1" fmla="*/ 5671 h 6345"/>
                  <a:gd name="connsiteX2" fmla="*/ 6555 w 6343"/>
                  <a:gd name="connsiteY2" fmla="*/ 3428 h 6345"/>
                  <a:gd name="connsiteX3" fmla="*/ 5626 w 6343"/>
                  <a:gd name="connsiteY3" fmla="*/ 1184 h 6345"/>
                  <a:gd name="connsiteX4" fmla="*/ 3384 w 6343"/>
                  <a:gd name="connsiteY4" fmla="*/ 255 h 6345"/>
                  <a:gd name="connsiteX5" fmla="*/ 1141 w 6343"/>
                  <a:gd name="connsiteY5" fmla="*/ 1184 h 6345"/>
                  <a:gd name="connsiteX6" fmla="*/ 212 w 6343"/>
                  <a:gd name="connsiteY6" fmla="*/ 3428 h 6345"/>
                  <a:gd name="connsiteX7" fmla="*/ 1141 w 6343"/>
                  <a:gd name="connsiteY7" fmla="*/ 5671 h 6345"/>
                  <a:gd name="connsiteX8" fmla="*/ 3384 w 6343"/>
                  <a:gd name="connsiteY8" fmla="*/ 660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600"/>
                    </a:moveTo>
                    <a:cubicBezTo>
                      <a:pt x="4225" y="6600"/>
                      <a:pt x="5032" y="6266"/>
                      <a:pt x="5626" y="5671"/>
                    </a:cubicBezTo>
                    <a:cubicBezTo>
                      <a:pt x="6221" y="5076"/>
                      <a:pt x="6555" y="4269"/>
                      <a:pt x="6555" y="3428"/>
                    </a:cubicBezTo>
                    <a:cubicBezTo>
                      <a:pt x="6555" y="2586"/>
                      <a:pt x="6221" y="1779"/>
                      <a:pt x="5626" y="1184"/>
                    </a:cubicBezTo>
                    <a:cubicBezTo>
                      <a:pt x="5032" y="589"/>
                      <a:pt x="4225" y="255"/>
                      <a:pt x="3384" y="255"/>
                    </a:cubicBezTo>
                    <a:cubicBezTo>
                      <a:pt x="2543" y="255"/>
                      <a:pt x="1736" y="589"/>
                      <a:pt x="1141" y="1184"/>
                    </a:cubicBezTo>
                    <a:cubicBezTo>
                      <a:pt x="546" y="1779"/>
                      <a:pt x="212" y="2586"/>
                      <a:pt x="212" y="3428"/>
                    </a:cubicBezTo>
                    <a:cubicBezTo>
                      <a:pt x="212" y="4269"/>
                      <a:pt x="546" y="5076"/>
                      <a:pt x="1141" y="5671"/>
                    </a:cubicBezTo>
                    <a:cubicBezTo>
                      <a:pt x="1736" y="6266"/>
                      <a:pt x="2543" y="6600"/>
                      <a:pt x="3384" y="66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D9FD178B-C2AF-D548-85F7-C42AF46927F8}"/>
                  </a:ext>
                </a:extLst>
              </p:cNvPr>
              <p:cNvSpPr/>
              <p:nvPr/>
            </p:nvSpPr>
            <p:spPr>
              <a:xfrm>
                <a:off x="3525156" y="6726459"/>
                <a:ext cx="6343" cy="6345"/>
              </a:xfrm>
              <a:custGeom>
                <a:avLst/>
                <a:gdLst>
                  <a:gd name="connsiteX0" fmla="*/ 3382 w 6343"/>
                  <a:gd name="connsiteY0" fmla="*/ 6601 h 6345"/>
                  <a:gd name="connsiteX1" fmla="*/ 5625 w 6343"/>
                  <a:gd name="connsiteY1" fmla="*/ 5672 h 6345"/>
                  <a:gd name="connsiteX2" fmla="*/ 6554 w 6343"/>
                  <a:gd name="connsiteY2" fmla="*/ 3429 h 6345"/>
                  <a:gd name="connsiteX3" fmla="*/ 5625 w 6343"/>
                  <a:gd name="connsiteY3" fmla="*/ 1185 h 6345"/>
                  <a:gd name="connsiteX4" fmla="*/ 3382 w 6343"/>
                  <a:gd name="connsiteY4" fmla="*/ 256 h 6345"/>
                  <a:gd name="connsiteX5" fmla="*/ 1140 w 6343"/>
                  <a:gd name="connsiteY5" fmla="*/ 1185 h 6345"/>
                  <a:gd name="connsiteX6" fmla="*/ 211 w 6343"/>
                  <a:gd name="connsiteY6" fmla="*/ 3429 h 6345"/>
                  <a:gd name="connsiteX7" fmla="*/ 1140 w 6343"/>
                  <a:gd name="connsiteY7" fmla="*/ 5672 h 6345"/>
                  <a:gd name="connsiteX8" fmla="*/ 3382 w 6343"/>
                  <a:gd name="connsiteY8" fmla="*/ 66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601"/>
                    </a:moveTo>
                    <a:cubicBezTo>
                      <a:pt x="4223" y="6601"/>
                      <a:pt x="5030" y="6267"/>
                      <a:pt x="5625" y="5672"/>
                    </a:cubicBezTo>
                    <a:cubicBezTo>
                      <a:pt x="6220" y="5077"/>
                      <a:pt x="6554" y="4270"/>
                      <a:pt x="6554" y="3429"/>
                    </a:cubicBezTo>
                    <a:cubicBezTo>
                      <a:pt x="6554" y="2587"/>
                      <a:pt x="6220" y="1780"/>
                      <a:pt x="5625" y="1185"/>
                    </a:cubicBezTo>
                    <a:cubicBezTo>
                      <a:pt x="5030" y="590"/>
                      <a:pt x="4223" y="256"/>
                      <a:pt x="3382" y="256"/>
                    </a:cubicBezTo>
                    <a:cubicBezTo>
                      <a:pt x="2541" y="256"/>
                      <a:pt x="1734" y="590"/>
                      <a:pt x="1140" y="1185"/>
                    </a:cubicBezTo>
                    <a:cubicBezTo>
                      <a:pt x="545" y="1780"/>
                      <a:pt x="211" y="2587"/>
                      <a:pt x="211" y="3429"/>
                    </a:cubicBezTo>
                    <a:cubicBezTo>
                      <a:pt x="211" y="4270"/>
                      <a:pt x="545" y="5077"/>
                      <a:pt x="1140" y="5672"/>
                    </a:cubicBezTo>
                    <a:cubicBezTo>
                      <a:pt x="1734" y="6267"/>
                      <a:pt x="2541" y="6601"/>
                      <a:pt x="3382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0007C01A-3320-7EEF-C56D-E9234D9E3695}"/>
                  </a:ext>
                </a:extLst>
              </p:cNvPr>
              <p:cNvSpPr/>
              <p:nvPr/>
            </p:nvSpPr>
            <p:spPr>
              <a:xfrm>
                <a:off x="3518956" y="6724664"/>
                <a:ext cx="6343" cy="6345"/>
              </a:xfrm>
              <a:custGeom>
                <a:avLst/>
                <a:gdLst>
                  <a:gd name="connsiteX0" fmla="*/ 3382 w 6343"/>
                  <a:gd name="connsiteY0" fmla="*/ 6601 h 6345"/>
                  <a:gd name="connsiteX1" fmla="*/ 5624 w 6343"/>
                  <a:gd name="connsiteY1" fmla="*/ 5672 h 6345"/>
                  <a:gd name="connsiteX2" fmla="*/ 6553 w 6343"/>
                  <a:gd name="connsiteY2" fmla="*/ 3428 h 6345"/>
                  <a:gd name="connsiteX3" fmla="*/ 5624 w 6343"/>
                  <a:gd name="connsiteY3" fmla="*/ 1185 h 6345"/>
                  <a:gd name="connsiteX4" fmla="*/ 3382 w 6343"/>
                  <a:gd name="connsiteY4" fmla="*/ 256 h 6345"/>
                  <a:gd name="connsiteX5" fmla="*/ 1139 w 6343"/>
                  <a:gd name="connsiteY5" fmla="*/ 1185 h 6345"/>
                  <a:gd name="connsiteX6" fmla="*/ 210 w 6343"/>
                  <a:gd name="connsiteY6" fmla="*/ 3428 h 6345"/>
                  <a:gd name="connsiteX7" fmla="*/ 1139 w 6343"/>
                  <a:gd name="connsiteY7" fmla="*/ 5672 h 6345"/>
                  <a:gd name="connsiteX8" fmla="*/ 3382 w 6343"/>
                  <a:gd name="connsiteY8" fmla="*/ 66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601"/>
                    </a:moveTo>
                    <a:cubicBezTo>
                      <a:pt x="4223" y="6601"/>
                      <a:pt x="5030" y="6267"/>
                      <a:pt x="5624" y="5672"/>
                    </a:cubicBezTo>
                    <a:cubicBezTo>
                      <a:pt x="6219" y="5077"/>
                      <a:pt x="6553" y="4270"/>
                      <a:pt x="6553" y="3428"/>
                    </a:cubicBezTo>
                    <a:cubicBezTo>
                      <a:pt x="6553" y="2587"/>
                      <a:pt x="6219" y="1780"/>
                      <a:pt x="5624" y="1185"/>
                    </a:cubicBezTo>
                    <a:cubicBezTo>
                      <a:pt x="5030" y="590"/>
                      <a:pt x="4223" y="256"/>
                      <a:pt x="3382" y="256"/>
                    </a:cubicBezTo>
                    <a:cubicBezTo>
                      <a:pt x="2541" y="256"/>
                      <a:pt x="1734" y="590"/>
                      <a:pt x="1139" y="1185"/>
                    </a:cubicBezTo>
                    <a:cubicBezTo>
                      <a:pt x="544" y="1780"/>
                      <a:pt x="210" y="2587"/>
                      <a:pt x="210" y="3428"/>
                    </a:cubicBezTo>
                    <a:cubicBezTo>
                      <a:pt x="210" y="4270"/>
                      <a:pt x="544" y="5077"/>
                      <a:pt x="1139" y="5672"/>
                    </a:cubicBezTo>
                    <a:cubicBezTo>
                      <a:pt x="1734" y="6267"/>
                      <a:pt x="2541" y="6601"/>
                      <a:pt x="3382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2FD55A0B-BFB8-65E9-5A65-4E44AFE0B09A}"/>
                  </a:ext>
                </a:extLst>
              </p:cNvPr>
              <p:cNvSpPr/>
              <p:nvPr/>
            </p:nvSpPr>
            <p:spPr>
              <a:xfrm>
                <a:off x="3569398" y="6567685"/>
                <a:ext cx="6343" cy="6345"/>
              </a:xfrm>
              <a:custGeom>
                <a:avLst/>
                <a:gdLst>
                  <a:gd name="connsiteX0" fmla="*/ 3386 w 6343"/>
                  <a:gd name="connsiteY0" fmla="*/ 6589 h 6345"/>
                  <a:gd name="connsiteX1" fmla="*/ 5628 w 6343"/>
                  <a:gd name="connsiteY1" fmla="*/ 5659 h 6345"/>
                  <a:gd name="connsiteX2" fmla="*/ 6557 w 6343"/>
                  <a:gd name="connsiteY2" fmla="*/ 3416 h 6345"/>
                  <a:gd name="connsiteX3" fmla="*/ 5628 w 6343"/>
                  <a:gd name="connsiteY3" fmla="*/ 1173 h 6345"/>
                  <a:gd name="connsiteX4" fmla="*/ 3386 w 6343"/>
                  <a:gd name="connsiteY4" fmla="*/ 243 h 6345"/>
                  <a:gd name="connsiteX5" fmla="*/ 1143 w 6343"/>
                  <a:gd name="connsiteY5" fmla="*/ 1173 h 6345"/>
                  <a:gd name="connsiteX6" fmla="*/ 214 w 6343"/>
                  <a:gd name="connsiteY6" fmla="*/ 3416 h 6345"/>
                  <a:gd name="connsiteX7" fmla="*/ 1143 w 6343"/>
                  <a:gd name="connsiteY7" fmla="*/ 5659 h 6345"/>
                  <a:gd name="connsiteX8" fmla="*/ 3386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89"/>
                    </a:moveTo>
                    <a:cubicBezTo>
                      <a:pt x="4227" y="6589"/>
                      <a:pt x="5034" y="6254"/>
                      <a:pt x="5628" y="5659"/>
                    </a:cubicBezTo>
                    <a:cubicBezTo>
                      <a:pt x="6223" y="5065"/>
                      <a:pt x="6557" y="4257"/>
                      <a:pt x="6557" y="3416"/>
                    </a:cubicBezTo>
                    <a:cubicBezTo>
                      <a:pt x="6557" y="2575"/>
                      <a:pt x="6223" y="1768"/>
                      <a:pt x="5628" y="1173"/>
                    </a:cubicBezTo>
                    <a:cubicBezTo>
                      <a:pt x="5034" y="578"/>
                      <a:pt x="4227" y="243"/>
                      <a:pt x="3386" y="243"/>
                    </a:cubicBezTo>
                    <a:cubicBezTo>
                      <a:pt x="2545" y="243"/>
                      <a:pt x="1738" y="578"/>
                      <a:pt x="1143" y="1173"/>
                    </a:cubicBezTo>
                    <a:cubicBezTo>
                      <a:pt x="548" y="1768"/>
                      <a:pt x="214" y="2575"/>
                      <a:pt x="214" y="3416"/>
                    </a:cubicBezTo>
                    <a:cubicBezTo>
                      <a:pt x="214" y="4257"/>
                      <a:pt x="548" y="5065"/>
                      <a:pt x="1143" y="5659"/>
                    </a:cubicBezTo>
                    <a:cubicBezTo>
                      <a:pt x="1738" y="6254"/>
                      <a:pt x="2545" y="6589"/>
                      <a:pt x="3386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3D605B73-7E2F-B214-2438-29394AFA80BC}"/>
                  </a:ext>
                </a:extLst>
              </p:cNvPr>
              <p:cNvSpPr/>
              <p:nvPr/>
            </p:nvSpPr>
            <p:spPr>
              <a:xfrm>
                <a:off x="3565346" y="6562994"/>
                <a:ext cx="6343" cy="6345"/>
              </a:xfrm>
              <a:custGeom>
                <a:avLst/>
                <a:gdLst>
                  <a:gd name="connsiteX0" fmla="*/ 3385 w 6343"/>
                  <a:gd name="connsiteY0" fmla="*/ 6588 h 6345"/>
                  <a:gd name="connsiteX1" fmla="*/ 5628 w 6343"/>
                  <a:gd name="connsiteY1" fmla="*/ 5659 h 6345"/>
                  <a:gd name="connsiteX2" fmla="*/ 6557 w 6343"/>
                  <a:gd name="connsiteY2" fmla="*/ 3416 h 6345"/>
                  <a:gd name="connsiteX3" fmla="*/ 5628 w 6343"/>
                  <a:gd name="connsiteY3" fmla="*/ 1172 h 6345"/>
                  <a:gd name="connsiteX4" fmla="*/ 3385 w 6343"/>
                  <a:gd name="connsiteY4" fmla="*/ 243 h 6345"/>
                  <a:gd name="connsiteX5" fmla="*/ 1143 w 6343"/>
                  <a:gd name="connsiteY5" fmla="*/ 1172 h 6345"/>
                  <a:gd name="connsiteX6" fmla="*/ 214 w 6343"/>
                  <a:gd name="connsiteY6" fmla="*/ 3416 h 6345"/>
                  <a:gd name="connsiteX7" fmla="*/ 1143 w 6343"/>
                  <a:gd name="connsiteY7" fmla="*/ 5659 h 6345"/>
                  <a:gd name="connsiteX8" fmla="*/ 3385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88"/>
                    </a:moveTo>
                    <a:cubicBezTo>
                      <a:pt x="4227" y="6588"/>
                      <a:pt x="5033" y="6254"/>
                      <a:pt x="5628" y="5659"/>
                    </a:cubicBezTo>
                    <a:cubicBezTo>
                      <a:pt x="6223" y="5064"/>
                      <a:pt x="6557" y="4257"/>
                      <a:pt x="6557" y="3416"/>
                    </a:cubicBezTo>
                    <a:cubicBezTo>
                      <a:pt x="6557" y="2574"/>
                      <a:pt x="6223" y="1767"/>
                      <a:pt x="5628" y="1172"/>
                    </a:cubicBezTo>
                    <a:cubicBezTo>
                      <a:pt x="5033" y="577"/>
                      <a:pt x="4227" y="243"/>
                      <a:pt x="3385" y="243"/>
                    </a:cubicBezTo>
                    <a:cubicBezTo>
                      <a:pt x="2544" y="243"/>
                      <a:pt x="1738" y="577"/>
                      <a:pt x="1143" y="1172"/>
                    </a:cubicBezTo>
                    <a:cubicBezTo>
                      <a:pt x="548" y="1767"/>
                      <a:pt x="214" y="2574"/>
                      <a:pt x="214" y="3416"/>
                    </a:cubicBezTo>
                    <a:cubicBezTo>
                      <a:pt x="214" y="4257"/>
                      <a:pt x="548" y="5064"/>
                      <a:pt x="1143" y="5659"/>
                    </a:cubicBezTo>
                    <a:cubicBezTo>
                      <a:pt x="1738" y="6254"/>
                      <a:pt x="2544" y="6588"/>
                      <a:pt x="3385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C095F1F5-EE1F-C64B-B89C-E5A3A57A05D4}"/>
                  </a:ext>
                </a:extLst>
              </p:cNvPr>
              <p:cNvSpPr/>
              <p:nvPr/>
            </p:nvSpPr>
            <p:spPr>
              <a:xfrm>
                <a:off x="3559568" y="6562960"/>
                <a:ext cx="6343" cy="6345"/>
              </a:xfrm>
              <a:custGeom>
                <a:avLst/>
                <a:gdLst>
                  <a:gd name="connsiteX0" fmla="*/ 3385 w 6343"/>
                  <a:gd name="connsiteY0" fmla="*/ 6588 h 6345"/>
                  <a:gd name="connsiteX1" fmla="*/ 5628 w 6343"/>
                  <a:gd name="connsiteY1" fmla="*/ 5659 h 6345"/>
                  <a:gd name="connsiteX2" fmla="*/ 6557 w 6343"/>
                  <a:gd name="connsiteY2" fmla="*/ 3416 h 6345"/>
                  <a:gd name="connsiteX3" fmla="*/ 5628 w 6343"/>
                  <a:gd name="connsiteY3" fmla="*/ 1172 h 6345"/>
                  <a:gd name="connsiteX4" fmla="*/ 3385 w 6343"/>
                  <a:gd name="connsiteY4" fmla="*/ 243 h 6345"/>
                  <a:gd name="connsiteX5" fmla="*/ 1142 w 6343"/>
                  <a:gd name="connsiteY5" fmla="*/ 1172 h 6345"/>
                  <a:gd name="connsiteX6" fmla="*/ 213 w 6343"/>
                  <a:gd name="connsiteY6" fmla="*/ 3416 h 6345"/>
                  <a:gd name="connsiteX7" fmla="*/ 1142 w 6343"/>
                  <a:gd name="connsiteY7" fmla="*/ 5659 h 6345"/>
                  <a:gd name="connsiteX8" fmla="*/ 3385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88"/>
                    </a:moveTo>
                    <a:cubicBezTo>
                      <a:pt x="4226" y="6588"/>
                      <a:pt x="5033" y="6254"/>
                      <a:pt x="5628" y="5659"/>
                    </a:cubicBezTo>
                    <a:cubicBezTo>
                      <a:pt x="6222" y="5064"/>
                      <a:pt x="6557" y="4257"/>
                      <a:pt x="6557" y="3416"/>
                    </a:cubicBezTo>
                    <a:cubicBezTo>
                      <a:pt x="6557" y="2574"/>
                      <a:pt x="6222" y="1767"/>
                      <a:pt x="5628" y="1172"/>
                    </a:cubicBezTo>
                    <a:cubicBezTo>
                      <a:pt x="5033" y="577"/>
                      <a:pt x="4226" y="243"/>
                      <a:pt x="3385" y="243"/>
                    </a:cubicBezTo>
                    <a:cubicBezTo>
                      <a:pt x="2544" y="243"/>
                      <a:pt x="1737" y="577"/>
                      <a:pt x="1142" y="1172"/>
                    </a:cubicBezTo>
                    <a:cubicBezTo>
                      <a:pt x="548" y="1767"/>
                      <a:pt x="213" y="2574"/>
                      <a:pt x="213" y="3416"/>
                    </a:cubicBezTo>
                    <a:cubicBezTo>
                      <a:pt x="213" y="4257"/>
                      <a:pt x="548" y="5064"/>
                      <a:pt x="1142" y="5659"/>
                    </a:cubicBezTo>
                    <a:cubicBezTo>
                      <a:pt x="1737" y="6254"/>
                      <a:pt x="2544" y="6588"/>
                      <a:pt x="3385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C8E19ABC-EBA0-BBE3-3F86-2E10F36DD654}"/>
                  </a:ext>
                </a:extLst>
              </p:cNvPr>
              <p:cNvSpPr/>
              <p:nvPr/>
            </p:nvSpPr>
            <p:spPr>
              <a:xfrm>
                <a:off x="3554019" y="6562263"/>
                <a:ext cx="6343" cy="6345"/>
              </a:xfrm>
              <a:custGeom>
                <a:avLst/>
                <a:gdLst>
                  <a:gd name="connsiteX0" fmla="*/ 3385 w 6343"/>
                  <a:gd name="connsiteY0" fmla="*/ 6588 h 6345"/>
                  <a:gd name="connsiteX1" fmla="*/ 5627 w 6343"/>
                  <a:gd name="connsiteY1" fmla="*/ 5659 h 6345"/>
                  <a:gd name="connsiteX2" fmla="*/ 6556 w 6343"/>
                  <a:gd name="connsiteY2" fmla="*/ 3416 h 6345"/>
                  <a:gd name="connsiteX3" fmla="*/ 5627 w 6343"/>
                  <a:gd name="connsiteY3" fmla="*/ 1172 h 6345"/>
                  <a:gd name="connsiteX4" fmla="*/ 3385 w 6343"/>
                  <a:gd name="connsiteY4" fmla="*/ 243 h 6345"/>
                  <a:gd name="connsiteX5" fmla="*/ 1142 w 6343"/>
                  <a:gd name="connsiteY5" fmla="*/ 1172 h 6345"/>
                  <a:gd name="connsiteX6" fmla="*/ 213 w 6343"/>
                  <a:gd name="connsiteY6" fmla="*/ 3416 h 6345"/>
                  <a:gd name="connsiteX7" fmla="*/ 1142 w 6343"/>
                  <a:gd name="connsiteY7" fmla="*/ 5659 h 6345"/>
                  <a:gd name="connsiteX8" fmla="*/ 3385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88"/>
                    </a:moveTo>
                    <a:cubicBezTo>
                      <a:pt x="4226" y="6588"/>
                      <a:pt x="5032" y="6254"/>
                      <a:pt x="5627" y="5659"/>
                    </a:cubicBezTo>
                    <a:cubicBezTo>
                      <a:pt x="6222" y="5064"/>
                      <a:pt x="6556" y="4257"/>
                      <a:pt x="6556" y="3416"/>
                    </a:cubicBezTo>
                    <a:cubicBezTo>
                      <a:pt x="6556" y="2574"/>
                      <a:pt x="6222" y="1767"/>
                      <a:pt x="5627" y="1172"/>
                    </a:cubicBezTo>
                    <a:cubicBezTo>
                      <a:pt x="5032" y="577"/>
                      <a:pt x="4226" y="243"/>
                      <a:pt x="3385" y="243"/>
                    </a:cubicBezTo>
                    <a:cubicBezTo>
                      <a:pt x="2543" y="243"/>
                      <a:pt x="1737" y="577"/>
                      <a:pt x="1142" y="1172"/>
                    </a:cubicBezTo>
                    <a:cubicBezTo>
                      <a:pt x="547" y="1767"/>
                      <a:pt x="213" y="2574"/>
                      <a:pt x="213" y="3416"/>
                    </a:cubicBezTo>
                    <a:cubicBezTo>
                      <a:pt x="213" y="4257"/>
                      <a:pt x="547" y="5064"/>
                      <a:pt x="1142" y="5659"/>
                    </a:cubicBezTo>
                    <a:cubicBezTo>
                      <a:pt x="1737" y="6254"/>
                      <a:pt x="2543" y="6588"/>
                      <a:pt x="3385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408EC4D7-753B-B938-94B8-510D072CE58C}"/>
                  </a:ext>
                </a:extLst>
              </p:cNvPr>
              <p:cNvSpPr/>
              <p:nvPr/>
            </p:nvSpPr>
            <p:spPr>
              <a:xfrm>
                <a:off x="3547823" y="6563169"/>
                <a:ext cx="6343" cy="6345"/>
              </a:xfrm>
              <a:custGeom>
                <a:avLst/>
                <a:gdLst>
                  <a:gd name="connsiteX0" fmla="*/ 3384 w 6343"/>
                  <a:gd name="connsiteY0" fmla="*/ 6588 h 6345"/>
                  <a:gd name="connsiteX1" fmla="*/ 5627 w 6343"/>
                  <a:gd name="connsiteY1" fmla="*/ 5659 h 6345"/>
                  <a:gd name="connsiteX2" fmla="*/ 6556 w 6343"/>
                  <a:gd name="connsiteY2" fmla="*/ 3416 h 6345"/>
                  <a:gd name="connsiteX3" fmla="*/ 5627 w 6343"/>
                  <a:gd name="connsiteY3" fmla="*/ 1172 h 6345"/>
                  <a:gd name="connsiteX4" fmla="*/ 3384 w 6343"/>
                  <a:gd name="connsiteY4" fmla="*/ 243 h 6345"/>
                  <a:gd name="connsiteX5" fmla="*/ 1141 w 6343"/>
                  <a:gd name="connsiteY5" fmla="*/ 1172 h 6345"/>
                  <a:gd name="connsiteX6" fmla="*/ 212 w 6343"/>
                  <a:gd name="connsiteY6" fmla="*/ 3416 h 6345"/>
                  <a:gd name="connsiteX7" fmla="*/ 1141 w 6343"/>
                  <a:gd name="connsiteY7" fmla="*/ 5659 h 6345"/>
                  <a:gd name="connsiteX8" fmla="*/ 3384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88"/>
                    </a:moveTo>
                    <a:cubicBezTo>
                      <a:pt x="4225" y="6588"/>
                      <a:pt x="5032" y="6254"/>
                      <a:pt x="5627" y="5659"/>
                    </a:cubicBezTo>
                    <a:cubicBezTo>
                      <a:pt x="6221" y="5064"/>
                      <a:pt x="6556" y="4257"/>
                      <a:pt x="6556" y="3416"/>
                    </a:cubicBezTo>
                    <a:cubicBezTo>
                      <a:pt x="6556" y="2574"/>
                      <a:pt x="6221" y="1767"/>
                      <a:pt x="5627" y="1172"/>
                    </a:cubicBezTo>
                    <a:cubicBezTo>
                      <a:pt x="5032" y="577"/>
                      <a:pt x="4225" y="243"/>
                      <a:pt x="3384" y="243"/>
                    </a:cubicBezTo>
                    <a:cubicBezTo>
                      <a:pt x="2543" y="243"/>
                      <a:pt x="1736" y="577"/>
                      <a:pt x="1141" y="1172"/>
                    </a:cubicBezTo>
                    <a:cubicBezTo>
                      <a:pt x="547" y="1767"/>
                      <a:pt x="212" y="2574"/>
                      <a:pt x="212" y="3416"/>
                    </a:cubicBezTo>
                    <a:cubicBezTo>
                      <a:pt x="212" y="4257"/>
                      <a:pt x="547" y="5064"/>
                      <a:pt x="1141" y="5659"/>
                    </a:cubicBezTo>
                    <a:cubicBezTo>
                      <a:pt x="1736" y="6254"/>
                      <a:pt x="2543" y="6588"/>
                      <a:pt x="3384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78B9FC11-9AC4-63AE-B54C-7B729EA9AA35}"/>
                  </a:ext>
                </a:extLst>
              </p:cNvPr>
              <p:cNvSpPr/>
              <p:nvPr/>
            </p:nvSpPr>
            <p:spPr>
              <a:xfrm>
                <a:off x="3542735" y="6561201"/>
                <a:ext cx="6343" cy="6345"/>
              </a:xfrm>
              <a:custGeom>
                <a:avLst/>
                <a:gdLst>
                  <a:gd name="connsiteX0" fmla="*/ 3384 w 6343"/>
                  <a:gd name="connsiteY0" fmla="*/ 6588 h 6345"/>
                  <a:gd name="connsiteX1" fmla="*/ 5626 w 6343"/>
                  <a:gd name="connsiteY1" fmla="*/ 5659 h 6345"/>
                  <a:gd name="connsiteX2" fmla="*/ 6555 w 6343"/>
                  <a:gd name="connsiteY2" fmla="*/ 3416 h 6345"/>
                  <a:gd name="connsiteX3" fmla="*/ 5626 w 6343"/>
                  <a:gd name="connsiteY3" fmla="*/ 1172 h 6345"/>
                  <a:gd name="connsiteX4" fmla="*/ 3384 w 6343"/>
                  <a:gd name="connsiteY4" fmla="*/ 243 h 6345"/>
                  <a:gd name="connsiteX5" fmla="*/ 1141 w 6343"/>
                  <a:gd name="connsiteY5" fmla="*/ 1172 h 6345"/>
                  <a:gd name="connsiteX6" fmla="*/ 212 w 6343"/>
                  <a:gd name="connsiteY6" fmla="*/ 3416 h 6345"/>
                  <a:gd name="connsiteX7" fmla="*/ 1141 w 6343"/>
                  <a:gd name="connsiteY7" fmla="*/ 5659 h 6345"/>
                  <a:gd name="connsiteX8" fmla="*/ 3384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88"/>
                    </a:moveTo>
                    <a:cubicBezTo>
                      <a:pt x="4225" y="6588"/>
                      <a:pt x="5032" y="6254"/>
                      <a:pt x="5626" y="5659"/>
                    </a:cubicBezTo>
                    <a:cubicBezTo>
                      <a:pt x="6221" y="5064"/>
                      <a:pt x="6555" y="4257"/>
                      <a:pt x="6555" y="3416"/>
                    </a:cubicBezTo>
                    <a:cubicBezTo>
                      <a:pt x="6555" y="2574"/>
                      <a:pt x="6221" y="1767"/>
                      <a:pt x="5626" y="1172"/>
                    </a:cubicBezTo>
                    <a:cubicBezTo>
                      <a:pt x="5032" y="577"/>
                      <a:pt x="4225" y="243"/>
                      <a:pt x="3384" y="243"/>
                    </a:cubicBezTo>
                    <a:cubicBezTo>
                      <a:pt x="2543" y="243"/>
                      <a:pt x="1736" y="577"/>
                      <a:pt x="1141" y="1172"/>
                    </a:cubicBezTo>
                    <a:cubicBezTo>
                      <a:pt x="546" y="1767"/>
                      <a:pt x="212" y="2574"/>
                      <a:pt x="212" y="3416"/>
                    </a:cubicBezTo>
                    <a:cubicBezTo>
                      <a:pt x="212" y="4257"/>
                      <a:pt x="546" y="5064"/>
                      <a:pt x="1141" y="5659"/>
                    </a:cubicBezTo>
                    <a:cubicBezTo>
                      <a:pt x="1736" y="6254"/>
                      <a:pt x="2543" y="6588"/>
                      <a:pt x="3384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21B47F82-B8DA-E372-7B80-D055724FCE5B}"/>
                  </a:ext>
                </a:extLst>
              </p:cNvPr>
              <p:cNvSpPr/>
              <p:nvPr/>
            </p:nvSpPr>
            <p:spPr>
              <a:xfrm>
                <a:off x="3537713" y="6559070"/>
                <a:ext cx="6343" cy="6345"/>
              </a:xfrm>
              <a:custGeom>
                <a:avLst/>
                <a:gdLst>
                  <a:gd name="connsiteX0" fmla="*/ 3383 w 6343"/>
                  <a:gd name="connsiteY0" fmla="*/ 6588 h 6345"/>
                  <a:gd name="connsiteX1" fmla="*/ 5626 w 6343"/>
                  <a:gd name="connsiteY1" fmla="*/ 5659 h 6345"/>
                  <a:gd name="connsiteX2" fmla="*/ 6555 w 6343"/>
                  <a:gd name="connsiteY2" fmla="*/ 3415 h 6345"/>
                  <a:gd name="connsiteX3" fmla="*/ 5626 w 6343"/>
                  <a:gd name="connsiteY3" fmla="*/ 1172 h 6345"/>
                  <a:gd name="connsiteX4" fmla="*/ 3383 w 6343"/>
                  <a:gd name="connsiteY4" fmla="*/ 243 h 6345"/>
                  <a:gd name="connsiteX5" fmla="*/ 1141 w 6343"/>
                  <a:gd name="connsiteY5" fmla="*/ 1172 h 6345"/>
                  <a:gd name="connsiteX6" fmla="*/ 212 w 6343"/>
                  <a:gd name="connsiteY6" fmla="*/ 3415 h 6345"/>
                  <a:gd name="connsiteX7" fmla="*/ 1141 w 6343"/>
                  <a:gd name="connsiteY7" fmla="*/ 5659 h 6345"/>
                  <a:gd name="connsiteX8" fmla="*/ 3383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88"/>
                    </a:moveTo>
                    <a:cubicBezTo>
                      <a:pt x="4224" y="6588"/>
                      <a:pt x="5031" y="6254"/>
                      <a:pt x="5626" y="5659"/>
                    </a:cubicBezTo>
                    <a:cubicBezTo>
                      <a:pt x="6221" y="5064"/>
                      <a:pt x="6555" y="4257"/>
                      <a:pt x="6555" y="3415"/>
                    </a:cubicBezTo>
                    <a:cubicBezTo>
                      <a:pt x="6555" y="2574"/>
                      <a:pt x="6221" y="1767"/>
                      <a:pt x="5626" y="1172"/>
                    </a:cubicBezTo>
                    <a:cubicBezTo>
                      <a:pt x="5031" y="577"/>
                      <a:pt x="4224" y="243"/>
                      <a:pt x="3383" y="243"/>
                    </a:cubicBezTo>
                    <a:cubicBezTo>
                      <a:pt x="2542" y="243"/>
                      <a:pt x="1735" y="577"/>
                      <a:pt x="1141" y="1172"/>
                    </a:cubicBezTo>
                    <a:cubicBezTo>
                      <a:pt x="546" y="1767"/>
                      <a:pt x="212" y="2574"/>
                      <a:pt x="212" y="3415"/>
                    </a:cubicBezTo>
                    <a:cubicBezTo>
                      <a:pt x="212" y="4257"/>
                      <a:pt x="546" y="5064"/>
                      <a:pt x="1141" y="5659"/>
                    </a:cubicBezTo>
                    <a:cubicBezTo>
                      <a:pt x="1735" y="6254"/>
                      <a:pt x="2542" y="6588"/>
                      <a:pt x="3383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44B11A3D-625A-5BA3-72C1-E674FCBE098B}"/>
                  </a:ext>
                </a:extLst>
              </p:cNvPr>
              <p:cNvSpPr/>
              <p:nvPr/>
            </p:nvSpPr>
            <p:spPr>
              <a:xfrm>
                <a:off x="3532304" y="6557876"/>
                <a:ext cx="6343" cy="6345"/>
              </a:xfrm>
              <a:custGeom>
                <a:avLst/>
                <a:gdLst>
                  <a:gd name="connsiteX0" fmla="*/ 3383 w 6343"/>
                  <a:gd name="connsiteY0" fmla="*/ 6588 h 6345"/>
                  <a:gd name="connsiteX1" fmla="*/ 5625 w 6343"/>
                  <a:gd name="connsiteY1" fmla="*/ 5659 h 6345"/>
                  <a:gd name="connsiteX2" fmla="*/ 6554 w 6343"/>
                  <a:gd name="connsiteY2" fmla="*/ 3415 h 6345"/>
                  <a:gd name="connsiteX3" fmla="*/ 5625 w 6343"/>
                  <a:gd name="connsiteY3" fmla="*/ 1172 h 6345"/>
                  <a:gd name="connsiteX4" fmla="*/ 3383 w 6343"/>
                  <a:gd name="connsiteY4" fmla="*/ 243 h 6345"/>
                  <a:gd name="connsiteX5" fmla="*/ 1140 w 6343"/>
                  <a:gd name="connsiteY5" fmla="*/ 1172 h 6345"/>
                  <a:gd name="connsiteX6" fmla="*/ 211 w 6343"/>
                  <a:gd name="connsiteY6" fmla="*/ 3415 h 6345"/>
                  <a:gd name="connsiteX7" fmla="*/ 1140 w 6343"/>
                  <a:gd name="connsiteY7" fmla="*/ 5659 h 6345"/>
                  <a:gd name="connsiteX8" fmla="*/ 3383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88"/>
                    </a:moveTo>
                    <a:cubicBezTo>
                      <a:pt x="4224" y="6588"/>
                      <a:pt x="5031" y="6254"/>
                      <a:pt x="5625" y="5659"/>
                    </a:cubicBezTo>
                    <a:cubicBezTo>
                      <a:pt x="6220" y="5064"/>
                      <a:pt x="6554" y="4257"/>
                      <a:pt x="6554" y="3415"/>
                    </a:cubicBezTo>
                    <a:cubicBezTo>
                      <a:pt x="6554" y="2574"/>
                      <a:pt x="6220" y="1767"/>
                      <a:pt x="5625" y="1172"/>
                    </a:cubicBezTo>
                    <a:cubicBezTo>
                      <a:pt x="5031" y="577"/>
                      <a:pt x="4224" y="243"/>
                      <a:pt x="3383" y="243"/>
                    </a:cubicBezTo>
                    <a:cubicBezTo>
                      <a:pt x="2542" y="243"/>
                      <a:pt x="1735" y="577"/>
                      <a:pt x="1140" y="1172"/>
                    </a:cubicBezTo>
                    <a:cubicBezTo>
                      <a:pt x="545" y="1767"/>
                      <a:pt x="211" y="2574"/>
                      <a:pt x="211" y="3415"/>
                    </a:cubicBezTo>
                    <a:cubicBezTo>
                      <a:pt x="211" y="4257"/>
                      <a:pt x="545" y="5064"/>
                      <a:pt x="1140" y="5659"/>
                    </a:cubicBezTo>
                    <a:cubicBezTo>
                      <a:pt x="1735" y="6254"/>
                      <a:pt x="2542" y="6588"/>
                      <a:pt x="3383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377C8DD5-EF82-6417-B1BE-6F0AB3B21E76}"/>
                  </a:ext>
                </a:extLst>
              </p:cNvPr>
              <p:cNvSpPr/>
              <p:nvPr/>
            </p:nvSpPr>
            <p:spPr>
              <a:xfrm>
                <a:off x="3527655" y="6554847"/>
                <a:ext cx="6343" cy="6345"/>
              </a:xfrm>
              <a:custGeom>
                <a:avLst/>
                <a:gdLst>
                  <a:gd name="connsiteX0" fmla="*/ 3382 w 6343"/>
                  <a:gd name="connsiteY0" fmla="*/ 6588 h 6345"/>
                  <a:gd name="connsiteX1" fmla="*/ 5625 w 6343"/>
                  <a:gd name="connsiteY1" fmla="*/ 5658 h 6345"/>
                  <a:gd name="connsiteX2" fmla="*/ 6554 w 6343"/>
                  <a:gd name="connsiteY2" fmla="*/ 3415 h 6345"/>
                  <a:gd name="connsiteX3" fmla="*/ 5625 w 6343"/>
                  <a:gd name="connsiteY3" fmla="*/ 1172 h 6345"/>
                  <a:gd name="connsiteX4" fmla="*/ 3382 w 6343"/>
                  <a:gd name="connsiteY4" fmla="*/ 242 h 6345"/>
                  <a:gd name="connsiteX5" fmla="*/ 1140 w 6343"/>
                  <a:gd name="connsiteY5" fmla="*/ 1172 h 6345"/>
                  <a:gd name="connsiteX6" fmla="*/ 211 w 6343"/>
                  <a:gd name="connsiteY6" fmla="*/ 3415 h 6345"/>
                  <a:gd name="connsiteX7" fmla="*/ 1140 w 6343"/>
                  <a:gd name="connsiteY7" fmla="*/ 5658 h 6345"/>
                  <a:gd name="connsiteX8" fmla="*/ 3382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88"/>
                    </a:moveTo>
                    <a:cubicBezTo>
                      <a:pt x="4224" y="6588"/>
                      <a:pt x="5030" y="6253"/>
                      <a:pt x="5625" y="5658"/>
                    </a:cubicBezTo>
                    <a:cubicBezTo>
                      <a:pt x="6220" y="5064"/>
                      <a:pt x="6554" y="4256"/>
                      <a:pt x="6554" y="3415"/>
                    </a:cubicBezTo>
                    <a:cubicBezTo>
                      <a:pt x="6554" y="2574"/>
                      <a:pt x="6220" y="1767"/>
                      <a:pt x="5625" y="1172"/>
                    </a:cubicBezTo>
                    <a:cubicBezTo>
                      <a:pt x="5030" y="577"/>
                      <a:pt x="4224" y="242"/>
                      <a:pt x="3382" y="242"/>
                    </a:cubicBezTo>
                    <a:cubicBezTo>
                      <a:pt x="2541" y="242"/>
                      <a:pt x="1735" y="577"/>
                      <a:pt x="1140" y="1172"/>
                    </a:cubicBezTo>
                    <a:cubicBezTo>
                      <a:pt x="545" y="1767"/>
                      <a:pt x="211" y="2574"/>
                      <a:pt x="211" y="3415"/>
                    </a:cubicBezTo>
                    <a:cubicBezTo>
                      <a:pt x="211" y="4256"/>
                      <a:pt x="545" y="5064"/>
                      <a:pt x="1140" y="5658"/>
                    </a:cubicBezTo>
                    <a:cubicBezTo>
                      <a:pt x="1735" y="6253"/>
                      <a:pt x="2541" y="6588"/>
                      <a:pt x="3382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5D797B26-A5D7-F1FD-DEAD-B0ECAE9D3F89}"/>
                  </a:ext>
                </a:extLst>
              </p:cNvPr>
              <p:cNvSpPr/>
              <p:nvPr/>
            </p:nvSpPr>
            <p:spPr>
              <a:xfrm>
                <a:off x="3521867" y="6554506"/>
                <a:ext cx="6343" cy="6345"/>
              </a:xfrm>
              <a:custGeom>
                <a:avLst/>
                <a:gdLst>
                  <a:gd name="connsiteX0" fmla="*/ 3382 w 6343"/>
                  <a:gd name="connsiteY0" fmla="*/ 6588 h 6345"/>
                  <a:gd name="connsiteX1" fmla="*/ 5625 w 6343"/>
                  <a:gd name="connsiteY1" fmla="*/ 5658 h 6345"/>
                  <a:gd name="connsiteX2" fmla="*/ 6554 w 6343"/>
                  <a:gd name="connsiteY2" fmla="*/ 3415 h 6345"/>
                  <a:gd name="connsiteX3" fmla="*/ 5625 w 6343"/>
                  <a:gd name="connsiteY3" fmla="*/ 1172 h 6345"/>
                  <a:gd name="connsiteX4" fmla="*/ 3382 w 6343"/>
                  <a:gd name="connsiteY4" fmla="*/ 242 h 6345"/>
                  <a:gd name="connsiteX5" fmla="*/ 1139 w 6343"/>
                  <a:gd name="connsiteY5" fmla="*/ 1172 h 6345"/>
                  <a:gd name="connsiteX6" fmla="*/ 210 w 6343"/>
                  <a:gd name="connsiteY6" fmla="*/ 3415 h 6345"/>
                  <a:gd name="connsiteX7" fmla="*/ 1139 w 6343"/>
                  <a:gd name="connsiteY7" fmla="*/ 5658 h 6345"/>
                  <a:gd name="connsiteX8" fmla="*/ 3382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88"/>
                    </a:moveTo>
                    <a:cubicBezTo>
                      <a:pt x="4223" y="6588"/>
                      <a:pt x="5030" y="6253"/>
                      <a:pt x="5625" y="5658"/>
                    </a:cubicBezTo>
                    <a:cubicBezTo>
                      <a:pt x="6219" y="5063"/>
                      <a:pt x="6554" y="4256"/>
                      <a:pt x="6554" y="3415"/>
                    </a:cubicBezTo>
                    <a:cubicBezTo>
                      <a:pt x="6554" y="2574"/>
                      <a:pt x="6219" y="1767"/>
                      <a:pt x="5625" y="1172"/>
                    </a:cubicBezTo>
                    <a:cubicBezTo>
                      <a:pt x="5030" y="577"/>
                      <a:pt x="4223" y="242"/>
                      <a:pt x="3382" y="242"/>
                    </a:cubicBezTo>
                    <a:cubicBezTo>
                      <a:pt x="2541" y="242"/>
                      <a:pt x="1734" y="577"/>
                      <a:pt x="1139" y="1172"/>
                    </a:cubicBezTo>
                    <a:cubicBezTo>
                      <a:pt x="545" y="1767"/>
                      <a:pt x="210" y="2574"/>
                      <a:pt x="210" y="3415"/>
                    </a:cubicBezTo>
                    <a:cubicBezTo>
                      <a:pt x="210" y="4256"/>
                      <a:pt x="545" y="5063"/>
                      <a:pt x="1139" y="5658"/>
                    </a:cubicBezTo>
                    <a:cubicBezTo>
                      <a:pt x="1734" y="6253"/>
                      <a:pt x="2541" y="6588"/>
                      <a:pt x="3382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EACCFEF3-C644-B92A-CE6C-1C1AAD37F42A}"/>
                  </a:ext>
                </a:extLst>
              </p:cNvPr>
              <p:cNvSpPr/>
              <p:nvPr/>
            </p:nvSpPr>
            <p:spPr>
              <a:xfrm>
                <a:off x="3506174" y="6549419"/>
                <a:ext cx="6343" cy="6345"/>
              </a:xfrm>
              <a:custGeom>
                <a:avLst/>
                <a:gdLst>
                  <a:gd name="connsiteX0" fmla="*/ 3381 w 6343"/>
                  <a:gd name="connsiteY0" fmla="*/ 6587 h 6345"/>
                  <a:gd name="connsiteX1" fmla="*/ 5623 w 6343"/>
                  <a:gd name="connsiteY1" fmla="*/ 5658 h 6345"/>
                  <a:gd name="connsiteX2" fmla="*/ 6552 w 6343"/>
                  <a:gd name="connsiteY2" fmla="*/ 3415 h 6345"/>
                  <a:gd name="connsiteX3" fmla="*/ 5623 w 6343"/>
                  <a:gd name="connsiteY3" fmla="*/ 1171 h 6345"/>
                  <a:gd name="connsiteX4" fmla="*/ 3381 w 6343"/>
                  <a:gd name="connsiteY4" fmla="*/ 242 h 6345"/>
                  <a:gd name="connsiteX5" fmla="*/ 1138 w 6343"/>
                  <a:gd name="connsiteY5" fmla="*/ 1171 h 6345"/>
                  <a:gd name="connsiteX6" fmla="*/ 209 w 6343"/>
                  <a:gd name="connsiteY6" fmla="*/ 3415 h 6345"/>
                  <a:gd name="connsiteX7" fmla="*/ 1138 w 6343"/>
                  <a:gd name="connsiteY7" fmla="*/ 5658 h 6345"/>
                  <a:gd name="connsiteX8" fmla="*/ 3381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587"/>
                    </a:moveTo>
                    <a:cubicBezTo>
                      <a:pt x="4222" y="6587"/>
                      <a:pt x="5029" y="6253"/>
                      <a:pt x="5623" y="5658"/>
                    </a:cubicBezTo>
                    <a:cubicBezTo>
                      <a:pt x="6218" y="5063"/>
                      <a:pt x="6552" y="4256"/>
                      <a:pt x="6552" y="3415"/>
                    </a:cubicBezTo>
                    <a:cubicBezTo>
                      <a:pt x="6552" y="2573"/>
                      <a:pt x="6218" y="1766"/>
                      <a:pt x="5623" y="1171"/>
                    </a:cubicBezTo>
                    <a:cubicBezTo>
                      <a:pt x="5029" y="576"/>
                      <a:pt x="4222" y="242"/>
                      <a:pt x="3381" y="242"/>
                    </a:cubicBezTo>
                    <a:cubicBezTo>
                      <a:pt x="2540" y="242"/>
                      <a:pt x="1733" y="576"/>
                      <a:pt x="1138" y="1171"/>
                    </a:cubicBezTo>
                    <a:cubicBezTo>
                      <a:pt x="543" y="1766"/>
                      <a:pt x="209" y="2573"/>
                      <a:pt x="209" y="3415"/>
                    </a:cubicBezTo>
                    <a:cubicBezTo>
                      <a:pt x="209" y="4256"/>
                      <a:pt x="543" y="5063"/>
                      <a:pt x="1138" y="5658"/>
                    </a:cubicBezTo>
                    <a:cubicBezTo>
                      <a:pt x="1733" y="6253"/>
                      <a:pt x="2540" y="6587"/>
                      <a:pt x="3381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E072F2A0-C0A3-319B-B3B8-6F8310528888}"/>
                  </a:ext>
                </a:extLst>
              </p:cNvPr>
              <p:cNvSpPr/>
              <p:nvPr/>
            </p:nvSpPr>
            <p:spPr>
              <a:xfrm>
                <a:off x="3481651" y="6589782"/>
                <a:ext cx="6343" cy="6345"/>
              </a:xfrm>
              <a:custGeom>
                <a:avLst/>
                <a:gdLst>
                  <a:gd name="connsiteX0" fmla="*/ 3379 w 6343"/>
                  <a:gd name="connsiteY0" fmla="*/ 6590 h 6345"/>
                  <a:gd name="connsiteX1" fmla="*/ 5621 w 6343"/>
                  <a:gd name="connsiteY1" fmla="*/ 5661 h 6345"/>
                  <a:gd name="connsiteX2" fmla="*/ 6550 w 6343"/>
                  <a:gd name="connsiteY2" fmla="*/ 3418 h 6345"/>
                  <a:gd name="connsiteX3" fmla="*/ 5621 w 6343"/>
                  <a:gd name="connsiteY3" fmla="*/ 1174 h 6345"/>
                  <a:gd name="connsiteX4" fmla="*/ 3379 w 6343"/>
                  <a:gd name="connsiteY4" fmla="*/ 245 h 6345"/>
                  <a:gd name="connsiteX5" fmla="*/ 1136 w 6343"/>
                  <a:gd name="connsiteY5" fmla="*/ 1174 h 6345"/>
                  <a:gd name="connsiteX6" fmla="*/ 207 w 6343"/>
                  <a:gd name="connsiteY6" fmla="*/ 3418 h 6345"/>
                  <a:gd name="connsiteX7" fmla="*/ 1136 w 6343"/>
                  <a:gd name="connsiteY7" fmla="*/ 5661 h 6345"/>
                  <a:gd name="connsiteX8" fmla="*/ 3379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590"/>
                    </a:moveTo>
                    <a:cubicBezTo>
                      <a:pt x="4220" y="6590"/>
                      <a:pt x="5027" y="6256"/>
                      <a:pt x="5621" y="5661"/>
                    </a:cubicBezTo>
                    <a:cubicBezTo>
                      <a:pt x="6216" y="5066"/>
                      <a:pt x="6550" y="4259"/>
                      <a:pt x="6550" y="3418"/>
                    </a:cubicBezTo>
                    <a:cubicBezTo>
                      <a:pt x="6550" y="2576"/>
                      <a:pt x="6216" y="1769"/>
                      <a:pt x="5621" y="1174"/>
                    </a:cubicBezTo>
                    <a:cubicBezTo>
                      <a:pt x="5027" y="579"/>
                      <a:pt x="4220" y="245"/>
                      <a:pt x="3379" y="245"/>
                    </a:cubicBezTo>
                    <a:cubicBezTo>
                      <a:pt x="2538" y="245"/>
                      <a:pt x="1731" y="579"/>
                      <a:pt x="1136" y="1174"/>
                    </a:cubicBezTo>
                    <a:cubicBezTo>
                      <a:pt x="541" y="1769"/>
                      <a:pt x="207" y="2576"/>
                      <a:pt x="207" y="3418"/>
                    </a:cubicBezTo>
                    <a:cubicBezTo>
                      <a:pt x="207" y="4259"/>
                      <a:pt x="541" y="5066"/>
                      <a:pt x="1136" y="5661"/>
                    </a:cubicBezTo>
                    <a:cubicBezTo>
                      <a:pt x="1731" y="6256"/>
                      <a:pt x="2538" y="6590"/>
                      <a:pt x="3379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94281F76-6627-58E0-DDB5-D3EDEDF1A846}"/>
                  </a:ext>
                </a:extLst>
              </p:cNvPr>
              <p:cNvSpPr/>
              <p:nvPr/>
            </p:nvSpPr>
            <p:spPr>
              <a:xfrm>
                <a:off x="3494329" y="6548910"/>
                <a:ext cx="6343" cy="6345"/>
              </a:xfrm>
              <a:custGeom>
                <a:avLst/>
                <a:gdLst>
                  <a:gd name="connsiteX0" fmla="*/ 3380 w 6343"/>
                  <a:gd name="connsiteY0" fmla="*/ 6587 h 6345"/>
                  <a:gd name="connsiteX1" fmla="*/ 5622 w 6343"/>
                  <a:gd name="connsiteY1" fmla="*/ 5658 h 6345"/>
                  <a:gd name="connsiteX2" fmla="*/ 6551 w 6343"/>
                  <a:gd name="connsiteY2" fmla="*/ 3415 h 6345"/>
                  <a:gd name="connsiteX3" fmla="*/ 5622 w 6343"/>
                  <a:gd name="connsiteY3" fmla="*/ 1171 h 6345"/>
                  <a:gd name="connsiteX4" fmla="*/ 3380 w 6343"/>
                  <a:gd name="connsiteY4" fmla="*/ 242 h 6345"/>
                  <a:gd name="connsiteX5" fmla="*/ 1137 w 6343"/>
                  <a:gd name="connsiteY5" fmla="*/ 1171 h 6345"/>
                  <a:gd name="connsiteX6" fmla="*/ 208 w 6343"/>
                  <a:gd name="connsiteY6" fmla="*/ 3415 h 6345"/>
                  <a:gd name="connsiteX7" fmla="*/ 1137 w 6343"/>
                  <a:gd name="connsiteY7" fmla="*/ 5658 h 6345"/>
                  <a:gd name="connsiteX8" fmla="*/ 3380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7"/>
                    </a:moveTo>
                    <a:cubicBezTo>
                      <a:pt x="4221" y="6587"/>
                      <a:pt x="5028" y="6253"/>
                      <a:pt x="5622" y="5658"/>
                    </a:cubicBezTo>
                    <a:cubicBezTo>
                      <a:pt x="6217" y="5063"/>
                      <a:pt x="6551" y="4256"/>
                      <a:pt x="6551" y="3415"/>
                    </a:cubicBezTo>
                    <a:cubicBezTo>
                      <a:pt x="6551" y="2573"/>
                      <a:pt x="6217" y="1766"/>
                      <a:pt x="5622" y="1171"/>
                    </a:cubicBezTo>
                    <a:cubicBezTo>
                      <a:pt x="5028" y="576"/>
                      <a:pt x="4221" y="242"/>
                      <a:pt x="3380" y="242"/>
                    </a:cubicBezTo>
                    <a:cubicBezTo>
                      <a:pt x="2539" y="242"/>
                      <a:pt x="1732" y="576"/>
                      <a:pt x="1137" y="1171"/>
                    </a:cubicBezTo>
                    <a:cubicBezTo>
                      <a:pt x="542" y="1766"/>
                      <a:pt x="208" y="2573"/>
                      <a:pt x="208" y="3415"/>
                    </a:cubicBezTo>
                    <a:cubicBezTo>
                      <a:pt x="208" y="4256"/>
                      <a:pt x="542" y="5063"/>
                      <a:pt x="1137" y="5658"/>
                    </a:cubicBezTo>
                    <a:cubicBezTo>
                      <a:pt x="1732" y="6253"/>
                      <a:pt x="2539" y="6587"/>
                      <a:pt x="3380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944399B0-C43C-34D9-DA58-616607508C05}"/>
                  </a:ext>
                </a:extLst>
              </p:cNvPr>
              <p:cNvSpPr/>
              <p:nvPr/>
            </p:nvSpPr>
            <p:spPr>
              <a:xfrm>
                <a:off x="3489836" y="6545537"/>
                <a:ext cx="6343" cy="6345"/>
              </a:xfrm>
              <a:custGeom>
                <a:avLst/>
                <a:gdLst>
                  <a:gd name="connsiteX0" fmla="*/ 3379 w 6343"/>
                  <a:gd name="connsiteY0" fmla="*/ 6587 h 6345"/>
                  <a:gd name="connsiteX1" fmla="*/ 5622 w 6343"/>
                  <a:gd name="connsiteY1" fmla="*/ 5658 h 6345"/>
                  <a:gd name="connsiteX2" fmla="*/ 6551 w 6343"/>
                  <a:gd name="connsiteY2" fmla="*/ 3414 h 6345"/>
                  <a:gd name="connsiteX3" fmla="*/ 5622 w 6343"/>
                  <a:gd name="connsiteY3" fmla="*/ 1171 h 6345"/>
                  <a:gd name="connsiteX4" fmla="*/ 3379 w 6343"/>
                  <a:gd name="connsiteY4" fmla="*/ 242 h 6345"/>
                  <a:gd name="connsiteX5" fmla="*/ 1137 w 6343"/>
                  <a:gd name="connsiteY5" fmla="*/ 1171 h 6345"/>
                  <a:gd name="connsiteX6" fmla="*/ 208 w 6343"/>
                  <a:gd name="connsiteY6" fmla="*/ 3414 h 6345"/>
                  <a:gd name="connsiteX7" fmla="*/ 1137 w 6343"/>
                  <a:gd name="connsiteY7" fmla="*/ 5658 h 6345"/>
                  <a:gd name="connsiteX8" fmla="*/ 3379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587"/>
                    </a:moveTo>
                    <a:cubicBezTo>
                      <a:pt x="4221" y="6587"/>
                      <a:pt x="5027" y="6253"/>
                      <a:pt x="5622" y="5658"/>
                    </a:cubicBezTo>
                    <a:cubicBezTo>
                      <a:pt x="6217" y="5063"/>
                      <a:pt x="6551" y="4256"/>
                      <a:pt x="6551" y="3414"/>
                    </a:cubicBezTo>
                    <a:cubicBezTo>
                      <a:pt x="6551" y="2573"/>
                      <a:pt x="6217" y="1766"/>
                      <a:pt x="5622" y="1171"/>
                    </a:cubicBezTo>
                    <a:cubicBezTo>
                      <a:pt x="5027" y="576"/>
                      <a:pt x="4221" y="242"/>
                      <a:pt x="3379" y="242"/>
                    </a:cubicBezTo>
                    <a:cubicBezTo>
                      <a:pt x="2538" y="242"/>
                      <a:pt x="1732" y="576"/>
                      <a:pt x="1137" y="1171"/>
                    </a:cubicBezTo>
                    <a:cubicBezTo>
                      <a:pt x="542" y="1766"/>
                      <a:pt x="208" y="2573"/>
                      <a:pt x="208" y="3414"/>
                    </a:cubicBezTo>
                    <a:cubicBezTo>
                      <a:pt x="208" y="4256"/>
                      <a:pt x="542" y="5063"/>
                      <a:pt x="1137" y="5658"/>
                    </a:cubicBezTo>
                    <a:cubicBezTo>
                      <a:pt x="1732" y="6253"/>
                      <a:pt x="2538" y="6587"/>
                      <a:pt x="3379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8E58B768-3DC1-6B4E-228D-974EC556B6D5}"/>
                  </a:ext>
                </a:extLst>
              </p:cNvPr>
              <p:cNvSpPr/>
              <p:nvPr/>
            </p:nvSpPr>
            <p:spPr>
              <a:xfrm>
                <a:off x="3493065" y="6526136"/>
                <a:ext cx="6343" cy="6345"/>
              </a:xfrm>
              <a:custGeom>
                <a:avLst/>
                <a:gdLst>
                  <a:gd name="connsiteX0" fmla="*/ 3380 w 6343"/>
                  <a:gd name="connsiteY0" fmla="*/ 6585 h 6345"/>
                  <a:gd name="connsiteX1" fmla="*/ 5622 w 6343"/>
                  <a:gd name="connsiteY1" fmla="*/ 5656 h 6345"/>
                  <a:gd name="connsiteX2" fmla="*/ 6551 w 6343"/>
                  <a:gd name="connsiteY2" fmla="*/ 3413 h 6345"/>
                  <a:gd name="connsiteX3" fmla="*/ 5622 w 6343"/>
                  <a:gd name="connsiteY3" fmla="*/ 1169 h 6345"/>
                  <a:gd name="connsiteX4" fmla="*/ 3380 w 6343"/>
                  <a:gd name="connsiteY4" fmla="*/ 240 h 6345"/>
                  <a:gd name="connsiteX5" fmla="*/ 1137 w 6343"/>
                  <a:gd name="connsiteY5" fmla="*/ 1169 h 6345"/>
                  <a:gd name="connsiteX6" fmla="*/ 208 w 6343"/>
                  <a:gd name="connsiteY6" fmla="*/ 3413 h 6345"/>
                  <a:gd name="connsiteX7" fmla="*/ 1137 w 6343"/>
                  <a:gd name="connsiteY7" fmla="*/ 5656 h 6345"/>
                  <a:gd name="connsiteX8" fmla="*/ 3380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5"/>
                    </a:moveTo>
                    <a:cubicBezTo>
                      <a:pt x="4221" y="6585"/>
                      <a:pt x="5028" y="6251"/>
                      <a:pt x="5622" y="5656"/>
                    </a:cubicBezTo>
                    <a:cubicBezTo>
                      <a:pt x="6217" y="5061"/>
                      <a:pt x="6551" y="4254"/>
                      <a:pt x="6551" y="3413"/>
                    </a:cubicBezTo>
                    <a:cubicBezTo>
                      <a:pt x="6551" y="2571"/>
                      <a:pt x="6217" y="1764"/>
                      <a:pt x="5622" y="1169"/>
                    </a:cubicBezTo>
                    <a:cubicBezTo>
                      <a:pt x="5028" y="574"/>
                      <a:pt x="4221" y="240"/>
                      <a:pt x="3380" y="240"/>
                    </a:cubicBezTo>
                    <a:cubicBezTo>
                      <a:pt x="2539" y="240"/>
                      <a:pt x="1732" y="574"/>
                      <a:pt x="1137" y="1169"/>
                    </a:cubicBezTo>
                    <a:cubicBezTo>
                      <a:pt x="542" y="1764"/>
                      <a:pt x="208" y="2571"/>
                      <a:pt x="208" y="3413"/>
                    </a:cubicBezTo>
                    <a:cubicBezTo>
                      <a:pt x="208" y="4254"/>
                      <a:pt x="542" y="5061"/>
                      <a:pt x="1137" y="5656"/>
                    </a:cubicBezTo>
                    <a:cubicBezTo>
                      <a:pt x="1732" y="6251"/>
                      <a:pt x="2539" y="6585"/>
                      <a:pt x="3380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8FA1A6FB-F5E8-4432-F978-1E337DDE807E}"/>
                  </a:ext>
                </a:extLst>
              </p:cNvPr>
              <p:cNvSpPr/>
              <p:nvPr/>
            </p:nvSpPr>
            <p:spPr>
              <a:xfrm>
                <a:off x="3493989" y="6511981"/>
                <a:ext cx="6343" cy="6345"/>
              </a:xfrm>
              <a:custGeom>
                <a:avLst/>
                <a:gdLst>
                  <a:gd name="connsiteX0" fmla="*/ 3380 w 6343"/>
                  <a:gd name="connsiteY0" fmla="*/ 6584 h 6345"/>
                  <a:gd name="connsiteX1" fmla="*/ 5622 w 6343"/>
                  <a:gd name="connsiteY1" fmla="*/ 5655 h 6345"/>
                  <a:gd name="connsiteX2" fmla="*/ 6551 w 6343"/>
                  <a:gd name="connsiteY2" fmla="*/ 3412 h 6345"/>
                  <a:gd name="connsiteX3" fmla="*/ 5622 w 6343"/>
                  <a:gd name="connsiteY3" fmla="*/ 1168 h 6345"/>
                  <a:gd name="connsiteX4" fmla="*/ 3380 w 6343"/>
                  <a:gd name="connsiteY4" fmla="*/ 239 h 6345"/>
                  <a:gd name="connsiteX5" fmla="*/ 1137 w 6343"/>
                  <a:gd name="connsiteY5" fmla="*/ 1168 h 6345"/>
                  <a:gd name="connsiteX6" fmla="*/ 208 w 6343"/>
                  <a:gd name="connsiteY6" fmla="*/ 3412 h 6345"/>
                  <a:gd name="connsiteX7" fmla="*/ 1137 w 6343"/>
                  <a:gd name="connsiteY7" fmla="*/ 5655 h 6345"/>
                  <a:gd name="connsiteX8" fmla="*/ 3380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4"/>
                    </a:moveTo>
                    <a:cubicBezTo>
                      <a:pt x="4221" y="6584"/>
                      <a:pt x="5028" y="6250"/>
                      <a:pt x="5622" y="5655"/>
                    </a:cubicBezTo>
                    <a:cubicBezTo>
                      <a:pt x="6217" y="5060"/>
                      <a:pt x="6551" y="4253"/>
                      <a:pt x="6551" y="3412"/>
                    </a:cubicBezTo>
                    <a:cubicBezTo>
                      <a:pt x="6551" y="2570"/>
                      <a:pt x="6217" y="1763"/>
                      <a:pt x="5622" y="1168"/>
                    </a:cubicBezTo>
                    <a:cubicBezTo>
                      <a:pt x="5028" y="573"/>
                      <a:pt x="4221" y="239"/>
                      <a:pt x="3380" y="239"/>
                    </a:cubicBezTo>
                    <a:cubicBezTo>
                      <a:pt x="2539" y="239"/>
                      <a:pt x="1732" y="573"/>
                      <a:pt x="1137" y="1168"/>
                    </a:cubicBezTo>
                    <a:cubicBezTo>
                      <a:pt x="542" y="1763"/>
                      <a:pt x="208" y="2570"/>
                      <a:pt x="208" y="3412"/>
                    </a:cubicBezTo>
                    <a:cubicBezTo>
                      <a:pt x="208" y="4253"/>
                      <a:pt x="542" y="5060"/>
                      <a:pt x="1137" y="5655"/>
                    </a:cubicBezTo>
                    <a:cubicBezTo>
                      <a:pt x="1732" y="6250"/>
                      <a:pt x="2539" y="6584"/>
                      <a:pt x="3380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1A7D57D0-8353-954D-328B-03BC847769E5}"/>
                  </a:ext>
                </a:extLst>
              </p:cNvPr>
              <p:cNvSpPr/>
              <p:nvPr/>
            </p:nvSpPr>
            <p:spPr>
              <a:xfrm>
                <a:off x="3488811" y="6510493"/>
                <a:ext cx="6343" cy="6345"/>
              </a:xfrm>
              <a:custGeom>
                <a:avLst/>
                <a:gdLst>
                  <a:gd name="connsiteX0" fmla="*/ 3379 w 6343"/>
                  <a:gd name="connsiteY0" fmla="*/ 6584 h 6345"/>
                  <a:gd name="connsiteX1" fmla="*/ 5622 w 6343"/>
                  <a:gd name="connsiteY1" fmla="*/ 5655 h 6345"/>
                  <a:gd name="connsiteX2" fmla="*/ 6551 w 6343"/>
                  <a:gd name="connsiteY2" fmla="*/ 3412 h 6345"/>
                  <a:gd name="connsiteX3" fmla="*/ 5622 w 6343"/>
                  <a:gd name="connsiteY3" fmla="*/ 1168 h 6345"/>
                  <a:gd name="connsiteX4" fmla="*/ 3379 w 6343"/>
                  <a:gd name="connsiteY4" fmla="*/ 239 h 6345"/>
                  <a:gd name="connsiteX5" fmla="*/ 1137 w 6343"/>
                  <a:gd name="connsiteY5" fmla="*/ 1168 h 6345"/>
                  <a:gd name="connsiteX6" fmla="*/ 208 w 6343"/>
                  <a:gd name="connsiteY6" fmla="*/ 3412 h 6345"/>
                  <a:gd name="connsiteX7" fmla="*/ 1137 w 6343"/>
                  <a:gd name="connsiteY7" fmla="*/ 5655 h 6345"/>
                  <a:gd name="connsiteX8" fmla="*/ 3379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584"/>
                    </a:moveTo>
                    <a:cubicBezTo>
                      <a:pt x="4221" y="6584"/>
                      <a:pt x="5027" y="6250"/>
                      <a:pt x="5622" y="5655"/>
                    </a:cubicBezTo>
                    <a:cubicBezTo>
                      <a:pt x="6217" y="5060"/>
                      <a:pt x="6551" y="4253"/>
                      <a:pt x="6551" y="3412"/>
                    </a:cubicBezTo>
                    <a:cubicBezTo>
                      <a:pt x="6551" y="2570"/>
                      <a:pt x="6217" y="1763"/>
                      <a:pt x="5622" y="1168"/>
                    </a:cubicBezTo>
                    <a:cubicBezTo>
                      <a:pt x="5027" y="573"/>
                      <a:pt x="4221" y="239"/>
                      <a:pt x="3379" y="239"/>
                    </a:cubicBezTo>
                    <a:cubicBezTo>
                      <a:pt x="2538" y="239"/>
                      <a:pt x="1732" y="573"/>
                      <a:pt x="1137" y="1168"/>
                    </a:cubicBezTo>
                    <a:cubicBezTo>
                      <a:pt x="542" y="1763"/>
                      <a:pt x="208" y="2570"/>
                      <a:pt x="208" y="3412"/>
                    </a:cubicBezTo>
                    <a:cubicBezTo>
                      <a:pt x="208" y="4253"/>
                      <a:pt x="542" y="5060"/>
                      <a:pt x="1137" y="5655"/>
                    </a:cubicBezTo>
                    <a:cubicBezTo>
                      <a:pt x="1732" y="6250"/>
                      <a:pt x="2538" y="6584"/>
                      <a:pt x="3379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4D1948C2-BE68-D744-FC09-903B8D7DC1D2}"/>
                  </a:ext>
                </a:extLst>
              </p:cNvPr>
              <p:cNvSpPr/>
              <p:nvPr/>
            </p:nvSpPr>
            <p:spPr>
              <a:xfrm>
                <a:off x="3483873" y="6508502"/>
                <a:ext cx="6343" cy="6345"/>
              </a:xfrm>
              <a:custGeom>
                <a:avLst/>
                <a:gdLst>
                  <a:gd name="connsiteX0" fmla="*/ 3379 w 6343"/>
                  <a:gd name="connsiteY0" fmla="*/ 6584 h 6345"/>
                  <a:gd name="connsiteX1" fmla="*/ 5622 w 6343"/>
                  <a:gd name="connsiteY1" fmla="*/ 5655 h 6345"/>
                  <a:gd name="connsiteX2" fmla="*/ 6551 w 6343"/>
                  <a:gd name="connsiteY2" fmla="*/ 3411 h 6345"/>
                  <a:gd name="connsiteX3" fmla="*/ 5622 w 6343"/>
                  <a:gd name="connsiteY3" fmla="*/ 1168 h 6345"/>
                  <a:gd name="connsiteX4" fmla="*/ 3379 w 6343"/>
                  <a:gd name="connsiteY4" fmla="*/ 239 h 6345"/>
                  <a:gd name="connsiteX5" fmla="*/ 1136 w 6343"/>
                  <a:gd name="connsiteY5" fmla="*/ 1168 h 6345"/>
                  <a:gd name="connsiteX6" fmla="*/ 207 w 6343"/>
                  <a:gd name="connsiteY6" fmla="*/ 3411 h 6345"/>
                  <a:gd name="connsiteX7" fmla="*/ 1136 w 6343"/>
                  <a:gd name="connsiteY7" fmla="*/ 5655 h 6345"/>
                  <a:gd name="connsiteX8" fmla="*/ 3379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584"/>
                    </a:moveTo>
                    <a:cubicBezTo>
                      <a:pt x="4220" y="6584"/>
                      <a:pt x="5027" y="6250"/>
                      <a:pt x="5622" y="5655"/>
                    </a:cubicBezTo>
                    <a:cubicBezTo>
                      <a:pt x="6216" y="5060"/>
                      <a:pt x="6551" y="4253"/>
                      <a:pt x="6551" y="3411"/>
                    </a:cubicBezTo>
                    <a:cubicBezTo>
                      <a:pt x="6551" y="2570"/>
                      <a:pt x="6216" y="1763"/>
                      <a:pt x="5622" y="1168"/>
                    </a:cubicBezTo>
                    <a:cubicBezTo>
                      <a:pt x="5027" y="573"/>
                      <a:pt x="4220" y="239"/>
                      <a:pt x="3379" y="239"/>
                    </a:cubicBezTo>
                    <a:cubicBezTo>
                      <a:pt x="2538" y="239"/>
                      <a:pt x="1731" y="573"/>
                      <a:pt x="1136" y="1168"/>
                    </a:cubicBezTo>
                    <a:cubicBezTo>
                      <a:pt x="542" y="1763"/>
                      <a:pt x="207" y="2570"/>
                      <a:pt x="207" y="3411"/>
                    </a:cubicBezTo>
                    <a:cubicBezTo>
                      <a:pt x="207" y="4253"/>
                      <a:pt x="542" y="5060"/>
                      <a:pt x="1136" y="5655"/>
                    </a:cubicBezTo>
                    <a:cubicBezTo>
                      <a:pt x="1731" y="6250"/>
                      <a:pt x="2538" y="6584"/>
                      <a:pt x="3379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4744E586-ABCD-A1A5-1DD6-C1B8E0581FC9}"/>
                  </a:ext>
                </a:extLst>
              </p:cNvPr>
              <p:cNvSpPr/>
              <p:nvPr/>
            </p:nvSpPr>
            <p:spPr>
              <a:xfrm>
                <a:off x="3478684" y="6506989"/>
                <a:ext cx="6343" cy="6345"/>
              </a:xfrm>
              <a:custGeom>
                <a:avLst/>
                <a:gdLst>
                  <a:gd name="connsiteX0" fmla="*/ 3379 w 6343"/>
                  <a:gd name="connsiteY0" fmla="*/ 6584 h 6345"/>
                  <a:gd name="connsiteX1" fmla="*/ 5621 w 6343"/>
                  <a:gd name="connsiteY1" fmla="*/ 5655 h 6345"/>
                  <a:gd name="connsiteX2" fmla="*/ 6550 w 6343"/>
                  <a:gd name="connsiteY2" fmla="*/ 3411 h 6345"/>
                  <a:gd name="connsiteX3" fmla="*/ 5621 w 6343"/>
                  <a:gd name="connsiteY3" fmla="*/ 1168 h 6345"/>
                  <a:gd name="connsiteX4" fmla="*/ 3379 w 6343"/>
                  <a:gd name="connsiteY4" fmla="*/ 239 h 6345"/>
                  <a:gd name="connsiteX5" fmla="*/ 1136 w 6343"/>
                  <a:gd name="connsiteY5" fmla="*/ 1168 h 6345"/>
                  <a:gd name="connsiteX6" fmla="*/ 207 w 6343"/>
                  <a:gd name="connsiteY6" fmla="*/ 3411 h 6345"/>
                  <a:gd name="connsiteX7" fmla="*/ 1136 w 6343"/>
                  <a:gd name="connsiteY7" fmla="*/ 5655 h 6345"/>
                  <a:gd name="connsiteX8" fmla="*/ 3379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584"/>
                    </a:moveTo>
                    <a:cubicBezTo>
                      <a:pt x="4220" y="6584"/>
                      <a:pt x="5026" y="6250"/>
                      <a:pt x="5621" y="5655"/>
                    </a:cubicBezTo>
                    <a:cubicBezTo>
                      <a:pt x="6216" y="5060"/>
                      <a:pt x="6550" y="4253"/>
                      <a:pt x="6550" y="3411"/>
                    </a:cubicBezTo>
                    <a:cubicBezTo>
                      <a:pt x="6550" y="2570"/>
                      <a:pt x="6216" y="1763"/>
                      <a:pt x="5621" y="1168"/>
                    </a:cubicBezTo>
                    <a:cubicBezTo>
                      <a:pt x="5026" y="573"/>
                      <a:pt x="4220" y="239"/>
                      <a:pt x="3379" y="239"/>
                    </a:cubicBezTo>
                    <a:cubicBezTo>
                      <a:pt x="2537" y="239"/>
                      <a:pt x="1731" y="573"/>
                      <a:pt x="1136" y="1168"/>
                    </a:cubicBezTo>
                    <a:cubicBezTo>
                      <a:pt x="541" y="1763"/>
                      <a:pt x="207" y="2570"/>
                      <a:pt x="207" y="3411"/>
                    </a:cubicBezTo>
                    <a:cubicBezTo>
                      <a:pt x="207" y="4253"/>
                      <a:pt x="541" y="5060"/>
                      <a:pt x="1136" y="5655"/>
                    </a:cubicBezTo>
                    <a:cubicBezTo>
                      <a:pt x="1731" y="6250"/>
                      <a:pt x="2537" y="6584"/>
                      <a:pt x="3379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02BF5F85-6087-6762-3165-98B1023386B4}"/>
                  </a:ext>
                </a:extLst>
              </p:cNvPr>
              <p:cNvSpPr/>
              <p:nvPr/>
            </p:nvSpPr>
            <p:spPr>
              <a:xfrm>
                <a:off x="3473434" y="6505567"/>
                <a:ext cx="6343" cy="6345"/>
              </a:xfrm>
              <a:custGeom>
                <a:avLst/>
                <a:gdLst>
                  <a:gd name="connsiteX0" fmla="*/ 3378 w 6343"/>
                  <a:gd name="connsiteY0" fmla="*/ 6584 h 6345"/>
                  <a:gd name="connsiteX1" fmla="*/ 5621 w 6343"/>
                  <a:gd name="connsiteY1" fmla="*/ 5655 h 6345"/>
                  <a:gd name="connsiteX2" fmla="*/ 6550 w 6343"/>
                  <a:gd name="connsiteY2" fmla="*/ 3411 h 6345"/>
                  <a:gd name="connsiteX3" fmla="*/ 5621 w 6343"/>
                  <a:gd name="connsiteY3" fmla="*/ 1168 h 6345"/>
                  <a:gd name="connsiteX4" fmla="*/ 3378 w 6343"/>
                  <a:gd name="connsiteY4" fmla="*/ 238 h 6345"/>
                  <a:gd name="connsiteX5" fmla="*/ 1136 w 6343"/>
                  <a:gd name="connsiteY5" fmla="*/ 1168 h 6345"/>
                  <a:gd name="connsiteX6" fmla="*/ 207 w 6343"/>
                  <a:gd name="connsiteY6" fmla="*/ 3411 h 6345"/>
                  <a:gd name="connsiteX7" fmla="*/ 1136 w 6343"/>
                  <a:gd name="connsiteY7" fmla="*/ 5655 h 6345"/>
                  <a:gd name="connsiteX8" fmla="*/ 3378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84"/>
                    </a:moveTo>
                    <a:cubicBezTo>
                      <a:pt x="4219" y="6584"/>
                      <a:pt x="5026" y="6250"/>
                      <a:pt x="5621" y="5655"/>
                    </a:cubicBezTo>
                    <a:cubicBezTo>
                      <a:pt x="6216" y="5060"/>
                      <a:pt x="6550" y="4253"/>
                      <a:pt x="6550" y="3411"/>
                    </a:cubicBezTo>
                    <a:cubicBezTo>
                      <a:pt x="6550" y="2570"/>
                      <a:pt x="6216" y="1763"/>
                      <a:pt x="5621" y="1168"/>
                    </a:cubicBezTo>
                    <a:cubicBezTo>
                      <a:pt x="5026" y="573"/>
                      <a:pt x="4219" y="238"/>
                      <a:pt x="3378" y="238"/>
                    </a:cubicBezTo>
                    <a:cubicBezTo>
                      <a:pt x="2537" y="238"/>
                      <a:pt x="1730" y="573"/>
                      <a:pt x="1136" y="1168"/>
                    </a:cubicBezTo>
                    <a:cubicBezTo>
                      <a:pt x="541" y="1763"/>
                      <a:pt x="207" y="2570"/>
                      <a:pt x="207" y="3411"/>
                    </a:cubicBezTo>
                    <a:cubicBezTo>
                      <a:pt x="207" y="4253"/>
                      <a:pt x="541" y="5060"/>
                      <a:pt x="1136" y="5655"/>
                    </a:cubicBezTo>
                    <a:cubicBezTo>
                      <a:pt x="1730" y="6250"/>
                      <a:pt x="2537" y="6584"/>
                      <a:pt x="3378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2F401DAF-33C0-F5DF-8D57-308777C6C24B}"/>
                  </a:ext>
                </a:extLst>
              </p:cNvPr>
              <p:cNvSpPr/>
              <p:nvPr/>
            </p:nvSpPr>
            <p:spPr>
              <a:xfrm>
                <a:off x="3468053" y="6504363"/>
                <a:ext cx="6343" cy="6345"/>
              </a:xfrm>
              <a:custGeom>
                <a:avLst/>
                <a:gdLst>
                  <a:gd name="connsiteX0" fmla="*/ 3378 w 6343"/>
                  <a:gd name="connsiteY0" fmla="*/ 6584 h 6345"/>
                  <a:gd name="connsiteX1" fmla="*/ 5620 w 6343"/>
                  <a:gd name="connsiteY1" fmla="*/ 5655 h 6345"/>
                  <a:gd name="connsiteX2" fmla="*/ 6549 w 6343"/>
                  <a:gd name="connsiteY2" fmla="*/ 3411 h 6345"/>
                  <a:gd name="connsiteX3" fmla="*/ 5620 w 6343"/>
                  <a:gd name="connsiteY3" fmla="*/ 1168 h 6345"/>
                  <a:gd name="connsiteX4" fmla="*/ 3378 w 6343"/>
                  <a:gd name="connsiteY4" fmla="*/ 238 h 6345"/>
                  <a:gd name="connsiteX5" fmla="*/ 1135 w 6343"/>
                  <a:gd name="connsiteY5" fmla="*/ 1168 h 6345"/>
                  <a:gd name="connsiteX6" fmla="*/ 206 w 6343"/>
                  <a:gd name="connsiteY6" fmla="*/ 3411 h 6345"/>
                  <a:gd name="connsiteX7" fmla="*/ 1135 w 6343"/>
                  <a:gd name="connsiteY7" fmla="*/ 5655 h 6345"/>
                  <a:gd name="connsiteX8" fmla="*/ 3378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84"/>
                    </a:moveTo>
                    <a:cubicBezTo>
                      <a:pt x="4219" y="6584"/>
                      <a:pt x="5026" y="6249"/>
                      <a:pt x="5620" y="5655"/>
                    </a:cubicBezTo>
                    <a:cubicBezTo>
                      <a:pt x="6215" y="5060"/>
                      <a:pt x="6549" y="4252"/>
                      <a:pt x="6549" y="3411"/>
                    </a:cubicBezTo>
                    <a:cubicBezTo>
                      <a:pt x="6549" y="2570"/>
                      <a:pt x="6215" y="1763"/>
                      <a:pt x="5620" y="1168"/>
                    </a:cubicBezTo>
                    <a:cubicBezTo>
                      <a:pt x="5026" y="573"/>
                      <a:pt x="4219" y="238"/>
                      <a:pt x="3378" y="238"/>
                    </a:cubicBezTo>
                    <a:cubicBezTo>
                      <a:pt x="2537" y="238"/>
                      <a:pt x="1730" y="573"/>
                      <a:pt x="1135" y="1168"/>
                    </a:cubicBezTo>
                    <a:cubicBezTo>
                      <a:pt x="540" y="1763"/>
                      <a:pt x="206" y="2570"/>
                      <a:pt x="206" y="3411"/>
                    </a:cubicBezTo>
                    <a:cubicBezTo>
                      <a:pt x="206" y="4252"/>
                      <a:pt x="540" y="5060"/>
                      <a:pt x="1135" y="5655"/>
                    </a:cubicBezTo>
                    <a:cubicBezTo>
                      <a:pt x="1730" y="6249"/>
                      <a:pt x="2537" y="6584"/>
                      <a:pt x="3378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1ED2D3D7-C1A2-007F-83A9-EDE16F5C0180}"/>
                  </a:ext>
                </a:extLst>
              </p:cNvPr>
              <p:cNvSpPr/>
              <p:nvPr/>
            </p:nvSpPr>
            <p:spPr>
              <a:xfrm>
                <a:off x="3462784" y="6502912"/>
                <a:ext cx="6343" cy="6345"/>
              </a:xfrm>
              <a:custGeom>
                <a:avLst/>
                <a:gdLst>
                  <a:gd name="connsiteX0" fmla="*/ 3377 w 6343"/>
                  <a:gd name="connsiteY0" fmla="*/ 6584 h 6345"/>
                  <a:gd name="connsiteX1" fmla="*/ 5620 w 6343"/>
                  <a:gd name="connsiteY1" fmla="*/ 5654 h 6345"/>
                  <a:gd name="connsiteX2" fmla="*/ 6549 w 6343"/>
                  <a:gd name="connsiteY2" fmla="*/ 3411 h 6345"/>
                  <a:gd name="connsiteX3" fmla="*/ 5620 w 6343"/>
                  <a:gd name="connsiteY3" fmla="*/ 1167 h 6345"/>
                  <a:gd name="connsiteX4" fmla="*/ 3377 w 6343"/>
                  <a:gd name="connsiteY4" fmla="*/ 238 h 6345"/>
                  <a:gd name="connsiteX5" fmla="*/ 1135 w 6343"/>
                  <a:gd name="connsiteY5" fmla="*/ 1167 h 6345"/>
                  <a:gd name="connsiteX6" fmla="*/ 206 w 6343"/>
                  <a:gd name="connsiteY6" fmla="*/ 3411 h 6345"/>
                  <a:gd name="connsiteX7" fmla="*/ 1135 w 6343"/>
                  <a:gd name="connsiteY7" fmla="*/ 5654 h 6345"/>
                  <a:gd name="connsiteX8" fmla="*/ 3377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84"/>
                    </a:moveTo>
                    <a:cubicBezTo>
                      <a:pt x="4218" y="6584"/>
                      <a:pt x="5025" y="6249"/>
                      <a:pt x="5620" y="5654"/>
                    </a:cubicBezTo>
                    <a:cubicBezTo>
                      <a:pt x="6215" y="5059"/>
                      <a:pt x="6549" y="4252"/>
                      <a:pt x="6549" y="3411"/>
                    </a:cubicBezTo>
                    <a:cubicBezTo>
                      <a:pt x="6549" y="2570"/>
                      <a:pt x="6215" y="1762"/>
                      <a:pt x="5620" y="1167"/>
                    </a:cubicBezTo>
                    <a:cubicBezTo>
                      <a:pt x="5025" y="573"/>
                      <a:pt x="4218" y="238"/>
                      <a:pt x="3377" y="238"/>
                    </a:cubicBezTo>
                    <a:cubicBezTo>
                      <a:pt x="2536" y="238"/>
                      <a:pt x="1729" y="573"/>
                      <a:pt x="1135" y="1167"/>
                    </a:cubicBezTo>
                    <a:cubicBezTo>
                      <a:pt x="540" y="1762"/>
                      <a:pt x="206" y="2570"/>
                      <a:pt x="206" y="3411"/>
                    </a:cubicBezTo>
                    <a:cubicBezTo>
                      <a:pt x="206" y="4252"/>
                      <a:pt x="540" y="5059"/>
                      <a:pt x="1135" y="5654"/>
                    </a:cubicBezTo>
                    <a:cubicBezTo>
                      <a:pt x="1729" y="6249"/>
                      <a:pt x="2536" y="6584"/>
                      <a:pt x="3377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ED0B8246-790E-E6F8-9815-3A6D03CF6A42}"/>
                  </a:ext>
                </a:extLst>
              </p:cNvPr>
              <p:cNvSpPr/>
              <p:nvPr/>
            </p:nvSpPr>
            <p:spPr>
              <a:xfrm>
                <a:off x="3453339" y="6509125"/>
                <a:ext cx="6343" cy="6345"/>
              </a:xfrm>
              <a:custGeom>
                <a:avLst/>
                <a:gdLst>
                  <a:gd name="connsiteX0" fmla="*/ 3377 w 6343"/>
                  <a:gd name="connsiteY0" fmla="*/ 6584 h 6345"/>
                  <a:gd name="connsiteX1" fmla="*/ 5619 w 6343"/>
                  <a:gd name="connsiteY1" fmla="*/ 5655 h 6345"/>
                  <a:gd name="connsiteX2" fmla="*/ 6548 w 6343"/>
                  <a:gd name="connsiteY2" fmla="*/ 3411 h 6345"/>
                  <a:gd name="connsiteX3" fmla="*/ 5619 w 6343"/>
                  <a:gd name="connsiteY3" fmla="*/ 1168 h 6345"/>
                  <a:gd name="connsiteX4" fmla="*/ 3377 w 6343"/>
                  <a:gd name="connsiteY4" fmla="*/ 239 h 6345"/>
                  <a:gd name="connsiteX5" fmla="*/ 1134 w 6343"/>
                  <a:gd name="connsiteY5" fmla="*/ 1168 h 6345"/>
                  <a:gd name="connsiteX6" fmla="*/ 205 w 6343"/>
                  <a:gd name="connsiteY6" fmla="*/ 3411 h 6345"/>
                  <a:gd name="connsiteX7" fmla="*/ 1134 w 6343"/>
                  <a:gd name="connsiteY7" fmla="*/ 5655 h 6345"/>
                  <a:gd name="connsiteX8" fmla="*/ 3377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84"/>
                    </a:moveTo>
                    <a:cubicBezTo>
                      <a:pt x="4218" y="6584"/>
                      <a:pt x="5024" y="6250"/>
                      <a:pt x="5619" y="5655"/>
                    </a:cubicBezTo>
                    <a:cubicBezTo>
                      <a:pt x="6214" y="5060"/>
                      <a:pt x="6548" y="4253"/>
                      <a:pt x="6548" y="3411"/>
                    </a:cubicBezTo>
                    <a:cubicBezTo>
                      <a:pt x="6548" y="2570"/>
                      <a:pt x="6214" y="1763"/>
                      <a:pt x="5619" y="1168"/>
                    </a:cubicBezTo>
                    <a:cubicBezTo>
                      <a:pt x="5024" y="573"/>
                      <a:pt x="4218" y="239"/>
                      <a:pt x="3377" y="239"/>
                    </a:cubicBezTo>
                    <a:cubicBezTo>
                      <a:pt x="2535" y="239"/>
                      <a:pt x="1729" y="573"/>
                      <a:pt x="1134" y="1168"/>
                    </a:cubicBezTo>
                    <a:cubicBezTo>
                      <a:pt x="539" y="1763"/>
                      <a:pt x="205" y="2570"/>
                      <a:pt x="205" y="3411"/>
                    </a:cubicBezTo>
                    <a:cubicBezTo>
                      <a:pt x="205" y="4253"/>
                      <a:pt x="539" y="5060"/>
                      <a:pt x="1134" y="5655"/>
                    </a:cubicBezTo>
                    <a:cubicBezTo>
                      <a:pt x="1729" y="6250"/>
                      <a:pt x="2535" y="6584"/>
                      <a:pt x="3377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4864816C-9646-E3D0-97FB-029FD353AF65}"/>
                  </a:ext>
                </a:extLst>
              </p:cNvPr>
              <p:cNvSpPr/>
              <p:nvPr/>
            </p:nvSpPr>
            <p:spPr>
              <a:xfrm>
                <a:off x="3447201" y="6509077"/>
                <a:ext cx="6343" cy="6345"/>
              </a:xfrm>
              <a:custGeom>
                <a:avLst/>
                <a:gdLst>
                  <a:gd name="connsiteX0" fmla="*/ 3376 w 6343"/>
                  <a:gd name="connsiteY0" fmla="*/ 6584 h 6345"/>
                  <a:gd name="connsiteX1" fmla="*/ 5619 w 6343"/>
                  <a:gd name="connsiteY1" fmla="*/ 5655 h 6345"/>
                  <a:gd name="connsiteX2" fmla="*/ 6548 w 6343"/>
                  <a:gd name="connsiteY2" fmla="*/ 3411 h 6345"/>
                  <a:gd name="connsiteX3" fmla="*/ 5619 w 6343"/>
                  <a:gd name="connsiteY3" fmla="*/ 1168 h 6345"/>
                  <a:gd name="connsiteX4" fmla="*/ 3376 w 6343"/>
                  <a:gd name="connsiteY4" fmla="*/ 239 h 6345"/>
                  <a:gd name="connsiteX5" fmla="*/ 1133 w 6343"/>
                  <a:gd name="connsiteY5" fmla="*/ 1168 h 6345"/>
                  <a:gd name="connsiteX6" fmla="*/ 205 w 6343"/>
                  <a:gd name="connsiteY6" fmla="*/ 3411 h 6345"/>
                  <a:gd name="connsiteX7" fmla="*/ 1133 w 6343"/>
                  <a:gd name="connsiteY7" fmla="*/ 5655 h 6345"/>
                  <a:gd name="connsiteX8" fmla="*/ 3376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584"/>
                    </a:moveTo>
                    <a:cubicBezTo>
                      <a:pt x="4217" y="6584"/>
                      <a:pt x="5024" y="6250"/>
                      <a:pt x="5619" y="5655"/>
                    </a:cubicBezTo>
                    <a:cubicBezTo>
                      <a:pt x="6213" y="5060"/>
                      <a:pt x="6548" y="4253"/>
                      <a:pt x="6548" y="3411"/>
                    </a:cubicBezTo>
                    <a:cubicBezTo>
                      <a:pt x="6548" y="2570"/>
                      <a:pt x="6213" y="1763"/>
                      <a:pt x="5619" y="1168"/>
                    </a:cubicBezTo>
                    <a:cubicBezTo>
                      <a:pt x="5024" y="573"/>
                      <a:pt x="4217" y="239"/>
                      <a:pt x="3376" y="239"/>
                    </a:cubicBezTo>
                    <a:cubicBezTo>
                      <a:pt x="2535" y="239"/>
                      <a:pt x="1728" y="573"/>
                      <a:pt x="1133" y="1168"/>
                    </a:cubicBezTo>
                    <a:cubicBezTo>
                      <a:pt x="539" y="1763"/>
                      <a:pt x="205" y="2570"/>
                      <a:pt x="205" y="3411"/>
                    </a:cubicBezTo>
                    <a:cubicBezTo>
                      <a:pt x="205" y="4253"/>
                      <a:pt x="539" y="5060"/>
                      <a:pt x="1133" y="5655"/>
                    </a:cubicBezTo>
                    <a:cubicBezTo>
                      <a:pt x="1728" y="6250"/>
                      <a:pt x="2535" y="6584"/>
                      <a:pt x="3376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3FF703F4-5553-842C-47E7-62D06630DF2F}"/>
                  </a:ext>
                </a:extLst>
              </p:cNvPr>
              <p:cNvSpPr/>
              <p:nvPr/>
            </p:nvSpPr>
            <p:spPr>
              <a:xfrm>
                <a:off x="3439353" y="6512018"/>
                <a:ext cx="6343" cy="6345"/>
              </a:xfrm>
              <a:custGeom>
                <a:avLst/>
                <a:gdLst>
                  <a:gd name="connsiteX0" fmla="*/ 3375 w 6343"/>
                  <a:gd name="connsiteY0" fmla="*/ 6584 h 6345"/>
                  <a:gd name="connsiteX1" fmla="*/ 5618 w 6343"/>
                  <a:gd name="connsiteY1" fmla="*/ 5655 h 6345"/>
                  <a:gd name="connsiteX2" fmla="*/ 6547 w 6343"/>
                  <a:gd name="connsiteY2" fmla="*/ 3412 h 6345"/>
                  <a:gd name="connsiteX3" fmla="*/ 5618 w 6343"/>
                  <a:gd name="connsiteY3" fmla="*/ 1168 h 6345"/>
                  <a:gd name="connsiteX4" fmla="*/ 3375 w 6343"/>
                  <a:gd name="connsiteY4" fmla="*/ 239 h 6345"/>
                  <a:gd name="connsiteX5" fmla="*/ 1133 w 6343"/>
                  <a:gd name="connsiteY5" fmla="*/ 1168 h 6345"/>
                  <a:gd name="connsiteX6" fmla="*/ 204 w 6343"/>
                  <a:gd name="connsiteY6" fmla="*/ 3412 h 6345"/>
                  <a:gd name="connsiteX7" fmla="*/ 1133 w 6343"/>
                  <a:gd name="connsiteY7" fmla="*/ 5655 h 6345"/>
                  <a:gd name="connsiteX8" fmla="*/ 3375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584"/>
                    </a:moveTo>
                    <a:cubicBezTo>
                      <a:pt x="4217" y="6584"/>
                      <a:pt x="5023" y="6250"/>
                      <a:pt x="5618" y="5655"/>
                    </a:cubicBezTo>
                    <a:cubicBezTo>
                      <a:pt x="6213" y="5060"/>
                      <a:pt x="6547" y="4253"/>
                      <a:pt x="6547" y="3412"/>
                    </a:cubicBezTo>
                    <a:cubicBezTo>
                      <a:pt x="6547" y="2570"/>
                      <a:pt x="6213" y="1763"/>
                      <a:pt x="5618" y="1168"/>
                    </a:cubicBezTo>
                    <a:cubicBezTo>
                      <a:pt x="5023" y="573"/>
                      <a:pt x="4217" y="239"/>
                      <a:pt x="3375" y="239"/>
                    </a:cubicBezTo>
                    <a:cubicBezTo>
                      <a:pt x="2534" y="239"/>
                      <a:pt x="1728" y="573"/>
                      <a:pt x="1133" y="1168"/>
                    </a:cubicBezTo>
                    <a:cubicBezTo>
                      <a:pt x="538" y="1763"/>
                      <a:pt x="204" y="2570"/>
                      <a:pt x="204" y="3412"/>
                    </a:cubicBezTo>
                    <a:cubicBezTo>
                      <a:pt x="204" y="4253"/>
                      <a:pt x="538" y="5060"/>
                      <a:pt x="1133" y="5655"/>
                    </a:cubicBezTo>
                    <a:cubicBezTo>
                      <a:pt x="1728" y="6250"/>
                      <a:pt x="2534" y="6584"/>
                      <a:pt x="3375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BAC26140-B238-53DF-6C0A-52E4D44F3C20}"/>
                  </a:ext>
                </a:extLst>
              </p:cNvPr>
              <p:cNvSpPr/>
              <p:nvPr/>
            </p:nvSpPr>
            <p:spPr>
              <a:xfrm>
                <a:off x="3433637" y="6511039"/>
                <a:ext cx="6343" cy="6345"/>
              </a:xfrm>
              <a:custGeom>
                <a:avLst/>
                <a:gdLst>
                  <a:gd name="connsiteX0" fmla="*/ 3375 w 6343"/>
                  <a:gd name="connsiteY0" fmla="*/ 6584 h 6345"/>
                  <a:gd name="connsiteX1" fmla="*/ 5618 w 6343"/>
                  <a:gd name="connsiteY1" fmla="*/ 5655 h 6345"/>
                  <a:gd name="connsiteX2" fmla="*/ 6547 w 6343"/>
                  <a:gd name="connsiteY2" fmla="*/ 3412 h 6345"/>
                  <a:gd name="connsiteX3" fmla="*/ 5618 w 6343"/>
                  <a:gd name="connsiteY3" fmla="*/ 1168 h 6345"/>
                  <a:gd name="connsiteX4" fmla="*/ 3375 w 6343"/>
                  <a:gd name="connsiteY4" fmla="*/ 239 h 6345"/>
                  <a:gd name="connsiteX5" fmla="*/ 1132 w 6343"/>
                  <a:gd name="connsiteY5" fmla="*/ 1168 h 6345"/>
                  <a:gd name="connsiteX6" fmla="*/ 203 w 6343"/>
                  <a:gd name="connsiteY6" fmla="*/ 3412 h 6345"/>
                  <a:gd name="connsiteX7" fmla="*/ 1132 w 6343"/>
                  <a:gd name="connsiteY7" fmla="*/ 5655 h 6345"/>
                  <a:gd name="connsiteX8" fmla="*/ 3375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584"/>
                    </a:moveTo>
                    <a:cubicBezTo>
                      <a:pt x="4216" y="6584"/>
                      <a:pt x="5023" y="6250"/>
                      <a:pt x="5618" y="5655"/>
                    </a:cubicBezTo>
                    <a:cubicBezTo>
                      <a:pt x="6212" y="5060"/>
                      <a:pt x="6547" y="4253"/>
                      <a:pt x="6547" y="3412"/>
                    </a:cubicBezTo>
                    <a:cubicBezTo>
                      <a:pt x="6547" y="2570"/>
                      <a:pt x="6212" y="1763"/>
                      <a:pt x="5618" y="1168"/>
                    </a:cubicBezTo>
                    <a:cubicBezTo>
                      <a:pt x="5023" y="573"/>
                      <a:pt x="4216" y="239"/>
                      <a:pt x="3375" y="239"/>
                    </a:cubicBezTo>
                    <a:cubicBezTo>
                      <a:pt x="2534" y="239"/>
                      <a:pt x="1727" y="573"/>
                      <a:pt x="1132" y="1168"/>
                    </a:cubicBezTo>
                    <a:cubicBezTo>
                      <a:pt x="538" y="1763"/>
                      <a:pt x="203" y="2570"/>
                      <a:pt x="203" y="3412"/>
                    </a:cubicBezTo>
                    <a:cubicBezTo>
                      <a:pt x="203" y="4253"/>
                      <a:pt x="538" y="5060"/>
                      <a:pt x="1132" y="5655"/>
                    </a:cubicBezTo>
                    <a:cubicBezTo>
                      <a:pt x="1727" y="6250"/>
                      <a:pt x="2534" y="6584"/>
                      <a:pt x="3375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F9568E7E-5E74-92CD-E4A5-12E2C5946A31}"/>
                  </a:ext>
                </a:extLst>
              </p:cNvPr>
              <p:cNvSpPr/>
              <p:nvPr/>
            </p:nvSpPr>
            <p:spPr>
              <a:xfrm>
                <a:off x="3428296" y="6509359"/>
                <a:ext cx="6343" cy="6345"/>
              </a:xfrm>
              <a:custGeom>
                <a:avLst/>
                <a:gdLst>
                  <a:gd name="connsiteX0" fmla="*/ 3375 w 6343"/>
                  <a:gd name="connsiteY0" fmla="*/ 6584 h 6345"/>
                  <a:gd name="connsiteX1" fmla="*/ 5617 w 6343"/>
                  <a:gd name="connsiteY1" fmla="*/ 5655 h 6345"/>
                  <a:gd name="connsiteX2" fmla="*/ 6546 w 6343"/>
                  <a:gd name="connsiteY2" fmla="*/ 3411 h 6345"/>
                  <a:gd name="connsiteX3" fmla="*/ 5617 w 6343"/>
                  <a:gd name="connsiteY3" fmla="*/ 1168 h 6345"/>
                  <a:gd name="connsiteX4" fmla="*/ 3375 w 6343"/>
                  <a:gd name="connsiteY4" fmla="*/ 239 h 6345"/>
                  <a:gd name="connsiteX5" fmla="*/ 1132 w 6343"/>
                  <a:gd name="connsiteY5" fmla="*/ 1168 h 6345"/>
                  <a:gd name="connsiteX6" fmla="*/ 203 w 6343"/>
                  <a:gd name="connsiteY6" fmla="*/ 3411 h 6345"/>
                  <a:gd name="connsiteX7" fmla="*/ 1132 w 6343"/>
                  <a:gd name="connsiteY7" fmla="*/ 5655 h 6345"/>
                  <a:gd name="connsiteX8" fmla="*/ 3375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584"/>
                    </a:moveTo>
                    <a:cubicBezTo>
                      <a:pt x="4216" y="6584"/>
                      <a:pt x="5022" y="6250"/>
                      <a:pt x="5617" y="5655"/>
                    </a:cubicBezTo>
                    <a:cubicBezTo>
                      <a:pt x="6212" y="5060"/>
                      <a:pt x="6546" y="4253"/>
                      <a:pt x="6546" y="3411"/>
                    </a:cubicBezTo>
                    <a:cubicBezTo>
                      <a:pt x="6546" y="2570"/>
                      <a:pt x="6212" y="1763"/>
                      <a:pt x="5617" y="1168"/>
                    </a:cubicBezTo>
                    <a:cubicBezTo>
                      <a:pt x="5022" y="573"/>
                      <a:pt x="4216" y="239"/>
                      <a:pt x="3375" y="239"/>
                    </a:cubicBezTo>
                    <a:cubicBezTo>
                      <a:pt x="2534" y="239"/>
                      <a:pt x="1727" y="573"/>
                      <a:pt x="1132" y="1168"/>
                    </a:cubicBezTo>
                    <a:cubicBezTo>
                      <a:pt x="537" y="1763"/>
                      <a:pt x="203" y="2570"/>
                      <a:pt x="203" y="3411"/>
                    </a:cubicBezTo>
                    <a:cubicBezTo>
                      <a:pt x="203" y="4253"/>
                      <a:pt x="537" y="5060"/>
                      <a:pt x="1132" y="5655"/>
                    </a:cubicBezTo>
                    <a:cubicBezTo>
                      <a:pt x="1727" y="6250"/>
                      <a:pt x="2534" y="6584"/>
                      <a:pt x="3375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A790BB2E-1D0B-BD62-4E19-737847C0C874}"/>
                  </a:ext>
                </a:extLst>
              </p:cNvPr>
              <p:cNvSpPr/>
              <p:nvPr/>
            </p:nvSpPr>
            <p:spPr>
              <a:xfrm>
                <a:off x="3423894" y="6506039"/>
                <a:ext cx="6343" cy="6345"/>
              </a:xfrm>
              <a:custGeom>
                <a:avLst/>
                <a:gdLst>
                  <a:gd name="connsiteX0" fmla="*/ 3374 w 6343"/>
                  <a:gd name="connsiteY0" fmla="*/ 6584 h 6345"/>
                  <a:gd name="connsiteX1" fmla="*/ 5617 w 6343"/>
                  <a:gd name="connsiteY1" fmla="*/ 5655 h 6345"/>
                  <a:gd name="connsiteX2" fmla="*/ 6546 w 6343"/>
                  <a:gd name="connsiteY2" fmla="*/ 3411 h 6345"/>
                  <a:gd name="connsiteX3" fmla="*/ 5617 w 6343"/>
                  <a:gd name="connsiteY3" fmla="*/ 1168 h 6345"/>
                  <a:gd name="connsiteX4" fmla="*/ 3374 w 6343"/>
                  <a:gd name="connsiteY4" fmla="*/ 238 h 6345"/>
                  <a:gd name="connsiteX5" fmla="*/ 1132 w 6343"/>
                  <a:gd name="connsiteY5" fmla="*/ 1168 h 6345"/>
                  <a:gd name="connsiteX6" fmla="*/ 203 w 6343"/>
                  <a:gd name="connsiteY6" fmla="*/ 3411 h 6345"/>
                  <a:gd name="connsiteX7" fmla="*/ 1132 w 6343"/>
                  <a:gd name="connsiteY7" fmla="*/ 5655 h 6345"/>
                  <a:gd name="connsiteX8" fmla="*/ 3374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584"/>
                    </a:moveTo>
                    <a:cubicBezTo>
                      <a:pt x="4215" y="6584"/>
                      <a:pt x="5022" y="6250"/>
                      <a:pt x="5617" y="5655"/>
                    </a:cubicBezTo>
                    <a:cubicBezTo>
                      <a:pt x="6212" y="5060"/>
                      <a:pt x="6546" y="4253"/>
                      <a:pt x="6546" y="3411"/>
                    </a:cubicBezTo>
                    <a:cubicBezTo>
                      <a:pt x="6546" y="2570"/>
                      <a:pt x="6212" y="1763"/>
                      <a:pt x="5617" y="1168"/>
                    </a:cubicBezTo>
                    <a:cubicBezTo>
                      <a:pt x="5022" y="573"/>
                      <a:pt x="4215" y="238"/>
                      <a:pt x="3374" y="238"/>
                    </a:cubicBezTo>
                    <a:cubicBezTo>
                      <a:pt x="2533" y="238"/>
                      <a:pt x="1726" y="573"/>
                      <a:pt x="1132" y="1168"/>
                    </a:cubicBezTo>
                    <a:cubicBezTo>
                      <a:pt x="537" y="1763"/>
                      <a:pt x="203" y="2570"/>
                      <a:pt x="203" y="3411"/>
                    </a:cubicBezTo>
                    <a:cubicBezTo>
                      <a:pt x="203" y="4253"/>
                      <a:pt x="537" y="5060"/>
                      <a:pt x="1132" y="5655"/>
                    </a:cubicBezTo>
                    <a:cubicBezTo>
                      <a:pt x="1726" y="6250"/>
                      <a:pt x="2533" y="6584"/>
                      <a:pt x="3374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3B7DFE0A-A017-1328-1CEA-14ECCA3BF1BA}"/>
                  </a:ext>
                </a:extLst>
              </p:cNvPr>
              <p:cNvSpPr/>
              <p:nvPr/>
            </p:nvSpPr>
            <p:spPr>
              <a:xfrm>
                <a:off x="3418328" y="6504701"/>
                <a:ext cx="6343" cy="6345"/>
              </a:xfrm>
              <a:custGeom>
                <a:avLst/>
                <a:gdLst>
                  <a:gd name="connsiteX0" fmla="*/ 3374 w 6343"/>
                  <a:gd name="connsiteY0" fmla="*/ 6584 h 6345"/>
                  <a:gd name="connsiteX1" fmla="*/ 5616 w 6343"/>
                  <a:gd name="connsiteY1" fmla="*/ 5655 h 6345"/>
                  <a:gd name="connsiteX2" fmla="*/ 6545 w 6343"/>
                  <a:gd name="connsiteY2" fmla="*/ 3411 h 6345"/>
                  <a:gd name="connsiteX3" fmla="*/ 5616 w 6343"/>
                  <a:gd name="connsiteY3" fmla="*/ 1168 h 6345"/>
                  <a:gd name="connsiteX4" fmla="*/ 3374 w 6343"/>
                  <a:gd name="connsiteY4" fmla="*/ 238 h 6345"/>
                  <a:gd name="connsiteX5" fmla="*/ 1131 w 6343"/>
                  <a:gd name="connsiteY5" fmla="*/ 1168 h 6345"/>
                  <a:gd name="connsiteX6" fmla="*/ 202 w 6343"/>
                  <a:gd name="connsiteY6" fmla="*/ 3411 h 6345"/>
                  <a:gd name="connsiteX7" fmla="*/ 1131 w 6343"/>
                  <a:gd name="connsiteY7" fmla="*/ 5655 h 6345"/>
                  <a:gd name="connsiteX8" fmla="*/ 3374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584"/>
                    </a:moveTo>
                    <a:cubicBezTo>
                      <a:pt x="4215" y="6584"/>
                      <a:pt x="5022" y="6249"/>
                      <a:pt x="5616" y="5655"/>
                    </a:cubicBezTo>
                    <a:cubicBezTo>
                      <a:pt x="6211" y="5060"/>
                      <a:pt x="6545" y="4253"/>
                      <a:pt x="6545" y="3411"/>
                    </a:cubicBezTo>
                    <a:cubicBezTo>
                      <a:pt x="6545" y="2570"/>
                      <a:pt x="6211" y="1763"/>
                      <a:pt x="5616" y="1168"/>
                    </a:cubicBezTo>
                    <a:cubicBezTo>
                      <a:pt x="5022" y="573"/>
                      <a:pt x="4215" y="238"/>
                      <a:pt x="3374" y="238"/>
                    </a:cubicBezTo>
                    <a:cubicBezTo>
                      <a:pt x="2533" y="238"/>
                      <a:pt x="1726" y="573"/>
                      <a:pt x="1131" y="1168"/>
                    </a:cubicBezTo>
                    <a:cubicBezTo>
                      <a:pt x="536" y="1763"/>
                      <a:pt x="202" y="2570"/>
                      <a:pt x="202" y="3411"/>
                    </a:cubicBezTo>
                    <a:cubicBezTo>
                      <a:pt x="202" y="4253"/>
                      <a:pt x="536" y="5060"/>
                      <a:pt x="1131" y="5655"/>
                    </a:cubicBezTo>
                    <a:cubicBezTo>
                      <a:pt x="1726" y="6249"/>
                      <a:pt x="2533" y="6584"/>
                      <a:pt x="3374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65CC79D6-CC7F-80E8-0D81-DF7D7D082C98}"/>
                  </a:ext>
                </a:extLst>
              </p:cNvPr>
              <p:cNvSpPr/>
              <p:nvPr/>
            </p:nvSpPr>
            <p:spPr>
              <a:xfrm>
                <a:off x="3412763" y="6503325"/>
                <a:ext cx="6343" cy="6345"/>
              </a:xfrm>
              <a:custGeom>
                <a:avLst/>
                <a:gdLst>
                  <a:gd name="connsiteX0" fmla="*/ 3373 w 6343"/>
                  <a:gd name="connsiteY0" fmla="*/ 6584 h 6345"/>
                  <a:gd name="connsiteX1" fmla="*/ 5616 w 6343"/>
                  <a:gd name="connsiteY1" fmla="*/ 5654 h 6345"/>
                  <a:gd name="connsiteX2" fmla="*/ 6545 w 6343"/>
                  <a:gd name="connsiteY2" fmla="*/ 3411 h 6345"/>
                  <a:gd name="connsiteX3" fmla="*/ 5616 w 6343"/>
                  <a:gd name="connsiteY3" fmla="*/ 1168 h 6345"/>
                  <a:gd name="connsiteX4" fmla="*/ 3373 w 6343"/>
                  <a:gd name="connsiteY4" fmla="*/ 238 h 6345"/>
                  <a:gd name="connsiteX5" fmla="*/ 1131 w 6343"/>
                  <a:gd name="connsiteY5" fmla="*/ 1168 h 6345"/>
                  <a:gd name="connsiteX6" fmla="*/ 202 w 6343"/>
                  <a:gd name="connsiteY6" fmla="*/ 3411 h 6345"/>
                  <a:gd name="connsiteX7" fmla="*/ 1131 w 6343"/>
                  <a:gd name="connsiteY7" fmla="*/ 5654 h 6345"/>
                  <a:gd name="connsiteX8" fmla="*/ 3373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84"/>
                    </a:moveTo>
                    <a:cubicBezTo>
                      <a:pt x="4215" y="6584"/>
                      <a:pt x="5021" y="6249"/>
                      <a:pt x="5616" y="5654"/>
                    </a:cubicBezTo>
                    <a:cubicBezTo>
                      <a:pt x="6211" y="5059"/>
                      <a:pt x="6545" y="4252"/>
                      <a:pt x="6545" y="3411"/>
                    </a:cubicBezTo>
                    <a:cubicBezTo>
                      <a:pt x="6545" y="2570"/>
                      <a:pt x="6211" y="1763"/>
                      <a:pt x="5616" y="1168"/>
                    </a:cubicBezTo>
                    <a:cubicBezTo>
                      <a:pt x="5021" y="573"/>
                      <a:pt x="4215" y="238"/>
                      <a:pt x="3373" y="238"/>
                    </a:cubicBezTo>
                    <a:cubicBezTo>
                      <a:pt x="2532" y="238"/>
                      <a:pt x="1726" y="573"/>
                      <a:pt x="1131" y="1168"/>
                    </a:cubicBezTo>
                    <a:cubicBezTo>
                      <a:pt x="536" y="1763"/>
                      <a:pt x="202" y="2570"/>
                      <a:pt x="202" y="3411"/>
                    </a:cubicBezTo>
                    <a:cubicBezTo>
                      <a:pt x="202" y="4252"/>
                      <a:pt x="536" y="5059"/>
                      <a:pt x="1131" y="5654"/>
                    </a:cubicBezTo>
                    <a:cubicBezTo>
                      <a:pt x="1726" y="6249"/>
                      <a:pt x="2532" y="6584"/>
                      <a:pt x="3373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53AA2361-3F98-6173-8AA6-39F4712197A8}"/>
                  </a:ext>
                </a:extLst>
              </p:cNvPr>
              <p:cNvSpPr/>
              <p:nvPr/>
            </p:nvSpPr>
            <p:spPr>
              <a:xfrm>
                <a:off x="3406974" y="6502274"/>
                <a:ext cx="6343" cy="6345"/>
              </a:xfrm>
              <a:custGeom>
                <a:avLst/>
                <a:gdLst>
                  <a:gd name="connsiteX0" fmla="*/ 3373 w 6343"/>
                  <a:gd name="connsiteY0" fmla="*/ 6584 h 6345"/>
                  <a:gd name="connsiteX1" fmla="*/ 5616 w 6343"/>
                  <a:gd name="connsiteY1" fmla="*/ 5654 h 6345"/>
                  <a:gd name="connsiteX2" fmla="*/ 6544 w 6343"/>
                  <a:gd name="connsiteY2" fmla="*/ 3411 h 6345"/>
                  <a:gd name="connsiteX3" fmla="*/ 5616 w 6343"/>
                  <a:gd name="connsiteY3" fmla="*/ 1167 h 6345"/>
                  <a:gd name="connsiteX4" fmla="*/ 3373 w 6343"/>
                  <a:gd name="connsiteY4" fmla="*/ 238 h 6345"/>
                  <a:gd name="connsiteX5" fmla="*/ 1130 w 6343"/>
                  <a:gd name="connsiteY5" fmla="*/ 1167 h 6345"/>
                  <a:gd name="connsiteX6" fmla="*/ 201 w 6343"/>
                  <a:gd name="connsiteY6" fmla="*/ 3411 h 6345"/>
                  <a:gd name="connsiteX7" fmla="*/ 1130 w 6343"/>
                  <a:gd name="connsiteY7" fmla="*/ 5654 h 6345"/>
                  <a:gd name="connsiteX8" fmla="*/ 3373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84"/>
                    </a:moveTo>
                    <a:cubicBezTo>
                      <a:pt x="4214" y="6584"/>
                      <a:pt x="5021" y="6249"/>
                      <a:pt x="5616" y="5654"/>
                    </a:cubicBezTo>
                    <a:cubicBezTo>
                      <a:pt x="6210" y="5059"/>
                      <a:pt x="6544" y="4252"/>
                      <a:pt x="6544" y="3411"/>
                    </a:cubicBezTo>
                    <a:cubicBezTo>
                      <a:pt x="6544" y="2569"/>
                      <a:pt x="6210" y="1762"/>
                      <a:pt x="5616" y="1167"/>
                    </a:cubicBezTo>
                    <a:cubicBezTo>
                      <a:pt x="5021" y="572"/>
                      <a:pt x="4214" y="238"/>
                      <a:pt x="3373" y="238"/>
                    </a:cubicBezTo>
                    <a:cubicBezTo>
                      <a:pt x="2532" y="238"/>
                      <a:pt x="1725" y="572"/>
                      <a:pt x="1130" y="1167"/>
                    </a:cubicBezTo>
                    <a:cubicBezTo>
                      <a:pt x="536" y="1762"/>
                      <a:pt x="201" y="2569"/>
                      <a:pt x="201" y="3411"/>
                    </a:cubicBezTo>
                    <a:cubicBezTo>
                      <a:pt x="201" y="4252"/>
                      <a:pt x="536" y="5059"/>
                      <a:pt x="1130" y="5654"/>
                    </a:cubicBezTo>
                    <a:cubicBezTo>
                      <a:pt x="1725" y="6249"/>
                      <a:pt x="2532" y="6584"/>
                      <a:pt x="3373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9811C3B9-AE71-8E68-32F9-813E788D617C}"/>
                  </a:ext>
                </a:extLst>
              </p:cNvPr>
              <p:cNvSpPr/>
              <p:nvPr/>
            </p:nvSpPr>
            <p:spPr>
              <a:xfrm>
                <a:off x="3401331" y="6500939"/>
                <a:ext cx="6343" cy="6345"/>
              </a:xfrm>
              <a:custGeom>
                <a:avLst/>
                <a:gdLst>
                  <a:gd name="connsiteX0" fmla="*/ 3372 w 6343"/>
                  <a:gd name="connsiteY0" fmla="*/ 6583 h 6345"/>
                  <a:gd name="connsiteX1" fmla="*/ 5615 w 6343"/>
                  <a:gd name="connsiteY1" fmla="*/ 5654 h 6345"/>
                  <a:gd name="connsiteX2" fmla="*/ 6544 w 6343"/>
                  <a:gd name="connsiteY2" fmla="*/ 3411 h 6345"/>
                  <a:gd name="connsiteX3" fmla="*/ 5615 w 6343"/>
                  <a:gd name="connsiteY3" fmla="*/ 1167 h 6345"/>
                  <a:gd name="connsiteX4" fmla="*/ 3372 w 6343"/>
                  <a:gd name="connsiteY4" fmla="*/ 238 h 6345"/>
                  <a:gd name="connsiteX5" fmla="*/ 1130 w 6343"/>
                  <a:gd name="connsiteY5" fmla="*/ 1167 h 6345"/>
                  <a:gd name="connsiteX6" fmla="*/ 201 w 6343"/>
                  <a:gd name="connsiteY6" fmla="*/ 3411 h 6345"/>
                  <a:gd name="connsiteX7" fmla="*/ 1130 w 6343"/>
                  <a:gd name="connsiteY7" fmla="*/ 5654 h 6345"/>
                  <a:gd name="connsiteX8" fmla="*/ 3372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83"/>
                    </a:moveTo>
                    <a:cubicBezTo>
                      <a:pt x="4214" y="6583"/>
                      <a:pt x="5020" y="6249"/>
                      <a:pt x="5615" y="5654"/>
                    </a:cubicBezTo>
                    <a:cubicBezTo>
                      <a:pt x="6210" y="5059"/>
                      <a:pt x="6544" y="4252"/>
                      <a:pt x="6544" y="3411"/>
                    </a:cubicBezTo>
                    <a:cubicBezTo>
                      <a:pt x="6544" y="2569"/>
                      <a:pt x="6210" y="1762"/>
                      <a:pt x="5615" y="1167"/>
                    </a:cubicBezTo>
                    <a:cubicBezTo>
                      <a:pt x="5020" y="572"/>
                      <a:pt x="4214" y="238"/>
                      <a:pt x="3372" y="238"/>
                    </a:cubicBezTo>
                    <a:cubicBezTo>
                      <a:pt x="2531" y="238"/>
                      <a:pt x="1725" y="572"/>
                      <a:pt x="1130" y="1167"/>
                    </a:cubicBezTo>
                    <a:cubicBezTo>
                      <a:pt x="535" y="1762"/>
                      <a:pt x="201" y="2569"/>
                      <a:pt x="201" y="3411"/>
                    </a:cubicBezTo>
                    <a:cubicBezTo>
                      <a:pt x="201" y="4252"/>
                      <a:pt x="535" y="5059"/>
                      <a:pt x="1130" y="5654"/>
                    </a:cubicBezTo>
                    <a:cubicBezTo>
                      <a:pt x="1725" y="6249"/>
                      <a:pt x="2531" y="6583"/>
                      <a:pt x="3372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FDFB4391-E04F-7387-2720-549C298C7CAB}"/>
                  </a:ext>
                </a:extLst>
              </p:cNvPr>
              <p:cNvSpPr/>
              <p:nvPr/>
            </p:nvSpPr>
            <p:spPr>
              <a:xfrm>
                <a:off x="3395510" y="6499846"/>
                <a:ext cx="6343" cy="6345"/>
              </a:xfrm>
              <a:custGeom>
                <a:avLst/>
                <a:gdLst>
                  <a:gd name="connsiteX0" fmla="*/ 3372 w 6343"/>
                  <a:gd name="connsiteY0" fmla="*/ 6583 h 6345"/>
                  <a:gd name="connsiteX1" fmla="*/ 5615 w 6343"/>
                  <a:gd name="connsiteY1" fmla="*/ 5654 h 6345"/>
                  <a:gd name="connsiteX2" fmla="*/ 6544 w 6343"/>
                  <a:gd name="connsiteY2" fmla="*/ 3411 h 6345"/>
                  <a:gd name="connsiteX3" fmla="*/ 5615 w 6343"/>
                  <a:gd name="connsiteY3" fmla="*/ 1167 h 6345"/>
                  <a:gd name="connsiteX4" fmla="*/ 3372 w 6343"/>
                  <a:gd name="connsiteY4" fmla="*/ 238 h 6345"/>
                  <a:gd name="connsiteX5" fmla="*/ 1129 w 6343"/>
                  <a:gd name="connsiteY5" fmla="*/ 1167 h 6345"/>
                  <a:gd name="connsiteX6" fmla="*/ 200 w 6343"/>
                  <a:gd name="connsiteY6" fmla="*/ 3411 h 6345"/>
                  <a:gd name="connsiteX7" fmla="*/ 1129 w 6343"/>
                  <a:gd name="connsiteY7" fmla="*/ 5654 h 6345"/>
                  <a:gd name="connsiteX8" fmla="*/ 3372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83"/>
                    </a:moveTo>
                    <a:cubicBezTo>
                      <a:pt x="4213" y="6583"/>
                      <a:pt x="5020" y="6249"/>
                      <a:pt x="5615" y="5654"/>
                    </a:cubicBezTo>
                    <a:cubicBezTo>
                      <a:pt x="6209" y="5059"/>
                      <a:pt x="6544" y="4252"/>
                      <a:pt x="6544" y="3411"/>
                    </a:cubicBezTo>
                    <a:cubicBezTo>
                      <a:pt x="6544" y="2569"/>
                      <a:pt x="6209" y="1762"/>
                      <a:pt x="5615" y="1167"/>
                    </a:cubicBezTo>
                    <a:cubicBezTo>
                      <a:pt x="5020" y="572"/>
                      <a:pt x="4213" y="238"/>
                      <a:pt x="3372" y="238"/>
                    </a:cubicBezTo>
                    <a:cubicBezTo>
                      <a:pt x="2531" y="238"/>
                      <a:pt x="1724" y="572"/>
                      <a:pt x="1129" y="1167"/>
                    </a:cubicBezTo>
                    <a:cubicBezTo>
                      <a:pt x="535" y="1762"/>
                      <a:pt x="200" y="2569"/>
                      <a:pt x="200" y="3411"/>
                    </a:cubicBezTo>
                    <a:cubicBezTo>
                      <a:pt x="200" y="4252"/>
                      <a:pt x="535" y="5059"/>
                      <a:pt x="1129" y="5654"/>
                    </a:cubicBezTo>
                    <a:cubicBezTo>
                      <a:pt x="1724" y="6249"/>
                      <a:pt x="2531" y="6583"/>
                      <a:pt x="3372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6CA7C46D-B82E-E2C4-53AB-D4E376A752F2}"/>
                  </a:ext>
                </a:extLst>
              </p:cNvPr>
              <p:cNvSpPr/>
              <p:nvPr/>
            </p:nvSpPr>
            <p:spPr>
              <a:xfrm>
                <a:off x="3389761" y="6498589"/>
                <a:ext cx="6343" cy="6345"/>
              </a:xfrm>
              <a:custGeom>
                <a:avLst/>
                <a:gdLst>
                  <a:gd name="connsiteX0" fmla="*/ 3372 w 6343"/>
                  <a:gd name="connsiteY0" fmla="*/ 6583 h 6345"/>
                  <a:gd name="connsiteX1" fmla="*/ 5614 w 6343"/>
                  <a:gd name="connsiteY1" fmla="*/ 5654 h 6345"/>
                  <a:gd name="connsiteX2" fmla="*/ 6543 w 6343"/>
                  <a:gd name="connsiteY2" fmla="*/ 3411 h 6345"/>
                  <a:gd name="connsiteX3" fmla="*/ 5614 w 6343"/>
                  <a:gd name="connsiteY3" fmla="*/ 1167 h 6345"/>
                  <a:gd name="connsiteX4" fmla="*/ 3372 w 6343"/>
                  <a:gd name="connsiteY4" fmla="*/ 238 h 6345"/>
                  <a:gd name="connsiteX5" fmla="*/ 1129 w 6343"/>
                  <a:gd name="connsiteY5" fmla="*/ 1167 h 6345"/>
                  <a:gd name="connsiteX6" fmla="*/ 200 w 6343"/>
                  <a:gd name="connsiteY6" fmla="*/ 3411 h 6345"/>
                  <a:gd name="connsiteX7" fmla="*/ 1129 w 6343"/>
                  <a:gd name="connsiteY7" fmla="*/ 5654 h 6345"/>
                  <a:gd name="connsiteX8" fmla="*/ 3372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83"/>
                    </a:moveTo>
                    <a:cubicBezTo>
                      <a:pt x="4213" y="6583"/>
                      <a:pt x="5019" y="6249"/>
                      <a:pt x="5614" y="5654"/>
                    </a:cubicBezTo>
                    <a:cubicBezTo>
                      <a:pt x="6209" y="5059"/>
                      <a:pt x="6543" y="4252"/>
                      <a:pt x="6543" y="3411"/>
                    </a:cubicBezTo>
                    <a:cubicBezTo>
                      <a:pt x="6543" y="2569"/>
                      <a:pt x="6209" y="1762"/>
                      <a:pt x="5614" y="1167"/>
                    </a:cubicBezTo>
                    <a:cubicBezTo>
                      <a:pt x="5019" y="572"/>
                      <a:pt x="4213" y="238"/>
                      <a:pt x="3372" y="238"/>
                    </a:cubicBezTo>
                    <a:cubicBezTo>
                      <a:pt x="2530" y="238"/>
                      <a:pt x="1724" y="572"/>
                      <a:pt x="1129" y="1167"/>
                    </a:cubicBezTo>
                    <a:cubicBezTo>
                      <a:pt x="534" y="1762"/>
                      <a:pt x="200" y="2569"/>
                      <a:pt x="200" y="3411"/>
                    </a:cubicBezTo>
                    <a:cubicBezTo>
                      <a:pt x="200" y="4252"/>
                      <a:pt x="534" y="5059"/>
                      <a:pt x="1129" y="5654"/>
                    </a:cubicBezTo>
                    <a:cubicBezTo>
                      <a:pt x="1724" y="6249"/>
                      <a:pt x="2530" y="6583"/>
                      <a:pt x="3372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6778CA6C-94DF-82A9-39BF-008619F73A83}"/>
                  </a:ext>
                </a:extLst>
              </p:cNvPr>
              <p:cNvSpPr/>
              <p:nvPr/>
            </p:nvSpPr>
            <p:spPr>
              <a:xfrm>
                <a:off x="3383984" y="6497330"/>
                <a:ext cx="6343" cy="6345"/>
              </a:xfrm>
              <a:custGeom>
                <a:avLst/>
                <a:gdLst>
                  <a:gd name="connsiteX0" fmla="*/ 3371 w 6343"/>
                  <a:gd name="connsiteY0" fmla="*/ 6583 h 6345"/>
                  <a:gd name="connsiteX1" fmla="*/ 5614 w 6343"/>
                  <a:gd name="connsiteY1" fmla="*/ 5654 h 6345"/>
                  <a:gd name="connsiteX2" fmla="*/ 6543 w 6343"/>
                  <a:gd name="connsiteY2" fmla="*/ 3411 h 6345"/>
                  <a:gd name="connsiteX3" fmla="*/ 5614 w 6343"/>
                  <a:gd name="connsiteY3" fmla="*/ 1167 h 6345"/>
                  <a:gd name="connsiteX4" fmla="*/ 3371 w 6343"/>
                  <a:gd name="connsiteY4" fmla="*/ 238 h 6345"/>
                  <a:gd name="connsiteX5" fmla="*/ 1128 w 6343"/>
                  <a:gd name="connsiteY5" fmla="*/ 1167 h 6345"/>
                  <a:gd name="connsiteX6" fmla="*/ 200 w 6343"/>
                  <a:gd name="connsiteY6" fmla="*/ 3411 h 6345"/>
                  <a:gd name="connsiteX7" fmla="*/ 1128 w 6343"/>
                  <a:gd name="connsiteY7" fmla="*/ 5654 h 6345"/>
                  <a:gd name="connsiteX8" fmla="*/ 3371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83"/>
                    </a:moveTo>
                    <a:cubicBezTo>
                      <a:pt x="4212" y="6583"/>
                      <a:pt x="5019" y="6249"/>
                      <a:pt x="5614" y="5654"/>
                    </a:cubicBezTo>
                    <a:cubicBezTo>
                      <a:pt x="6209" y="5059"/>
                      <a:pt x="6543" y="4252"/>
                      <a:pt x="6543" y="3411"/>
                    </a:cubicBezTo>
                    <a:cubicBezTo>
                      <a:pt x="6543" y="2569"/>
                      <a:pt x="6209" y="1762"/>
                      <a:pt x="5614" y="1167"/>
                    </a:cubicBezTo>
                    <a:cubicBezTo>
                      <a:pt x="5019" y="572"/>
                      <a:pt x="4212" y="238"/>
                      <a:pt x="3371" y="238"/>
                    </a:cubicBezTo>
                    <a:cubicBezTo>
                      <a:pt x="2530" y="238"/>
                      <a:pt x="1723" y="572"/>
                      <a:pt x="1128" y="1167"/>
                    </a:cubicBezTo>
                    <a:cubicBezTo>
                      <a:pt x="534" y="1762"/>
                      <a:pt x="200" y="2569"/>
                      <a:pt x="200" y="3411"/>
                    </a:cubicBezTo>
                    <a:cubicBezTo>
                      <a:pt x="200" y="4252"/>
                      <a:pt x="534" y="5059"/>
                      <a:pt x="1128" y="5654"/>
                    </a:cubicBezTo>
                    <a:cubicBezTo>
                      <a:pt x="1723" y="6249"/>
                      <a:pt x="2530" y="6583"/>
                      <a:pt x="3371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DF7B0C52-99E4-586E-CAD1-0F25C0572C9F}"/>
                  </a:ext>
                </a:extLst>
              </p:cNvPr>
              <p:cNvSpPr/>
              <p:nvPr/>
            </p:nvSpPr>
            <p:spPr>
              <a:xfrm>
                <a:off x="3377945" y="6496429"/>
                <a:ext cx="6343" cy="6345"/>
              </a:xfrm>
              <a:custGeom>
                <a:avLst/>
                <a:gdLst>
                  <a:gd name="connsiteX0" fmla="*/ 3371 w 6343"/>
                  <a:gd name="connsiteY0" fmla="*/ 6583 h 6345"/>
                  <a:gd name="connsiteX1" fmla="*/ 5613 w 6343"/>
                  <a:gd name="connsiteY1" fmla="*/ 5654 h 6345"/>
                  <a:gd name="connsiteX2" fmla="*/ 6542 w 6343"/>
                  <a:gd name="connsiteY2" fmla="*/ 3410 h 6345"/>
                  <a:gd name="connsiteX3" fmla="*/ 5613 w 6343"/>
                  <a:gd name="connsiteY3" fmla="*/ 1167 h 6345"/>
                  <a:gd name="connsiteX4" fmla="*/ 3371 w 6343"/>
                  <a:gd name="connsiteY4" fmla="*/ 238 h 6345"/>
                  <a:gd name="connsiteX5" fmla="*/ 1128 w 6343"/>
                  <a:gd name="connsiteY5" fmla="*/ 1167 h 6345"/>
                  <a:gd name="connsiteX6" fmla="*/ 199 w 6343"/>
                  <a:gd name="connsiteY6" fmla="*/ 3410 h 6345"/>
                  <a:gd name="connsiteX7" fmla="*/ 1128 w 6343"/>
                  <a:gd name="connsiteY7" fmla="*/ 5654 h 6345"/>
                  <a:gd name="connsiteX8" fmla="*/ 3371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83"/>
                    </a:moveTo>
                    <a:cubicBezTo>
                      <a:pt x="4212" y="6583"/>
                      <a:pt x="5019" y="6249"/>
                      <a:pt x="5613" y="5654"/>
                    </a:cubicBezTo>
                    <a:cubicBezTo>
                      <a:pt x="6208" y="5059"/>
                      <a:pt x="6542" y="4252"/>
                      <a:pt x="6542" y="3410"/>
                    </a:cubicBezTo>
                    <a:cubicBezTo>
                      <a:pt x="6542" y="2569"/>
                      <a:pt x="6208" y="1762"/>
                      <a:pt x="5613" y="1167"/>
                    </a:cubicBezTo>
                    <a:cubicBezTo>
                      <a:pt x="5019" y="572"/>
                      <a:pt x="4212" y="238"/>
                      <a:pt x="3371" y="238"/>
                    </a:cubicBezTo>
                    <a:cubicBezTo>
                      <a:pt x="2530" y="238"/>
                      <a:pt x="1723" y="572"/>
                      <a:pt x="1128" y="1167"/>
                    </a:cubicBezTo>
                    <a:cubicBezTo>
                      <a:pt x="533" y="1762"/>
                      <a:pt x="199" y="2569"/>
                      <a:pt x="199" y="3410"/>
                    </a:cubicBezTo>
                    <a:cubicBezTo>
                      <a:pt x="199" y="4252"/>
                      <a:pt x="533" y="5059"/>
                      <a:pt x="1128" y="5654"/>
                    </a:cubicBezTo>
                    <a:cubicBezTo>
                      <a:pt x="1723" y="6249"/>
                      <a:pt x="2530" y="6583"/>
                      <a:pt x="3371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EA6AE6B4-AC9B-1552-2C99-A6D5D62244F3}"/>
                  </a:ext>
                </a:extLst>
              </p:cNvPr>
              <p:cNvSpPr/>
              <p:nvPr/>
            </p:nvSpPr>
            <p:spPr>
              <a:xfrm>
                <a:off x="3371793" y="6495640"/>
                <a:ext cx="6343" cy="6345"/>
              </a:xfrm>
              <a:custGeom>
                <a:avLst/>
                <a:gdLst>
                  <a:gd name="connsiteX0" fmla="*/ 3370 w 6343"/>
                  <a:gd name="connsiteY0" fmla="*/ 6583 h 6345"/>
                  <a:gd name="connsiteX1" fmla="*/ 5613 w 6343"/>
                  <a:gd name="connsiteY1" fmla="*/ 5654 h 6345"/>
                  <a:gd name="connsiteX2" fmla="*/ 6542 w 6343"/>
                  <a:gd name="connsiteY2" fmla="*/ 3410 h 6345"/>
                  <a:gd name="connsiteX3" fmla="*/ 5613 w 6343"/>
                  <a:gd name="connsiteY3" fmla="*/ 1167 h 6345"/>
                  <a:gd name="connsiteX4" fmla="*/ 3370 w 6343"/>
                  <a:gd name="connsiteY4" fmla="*/ 238 h 6345"/>
                  <a:gd name="connsiteX5" fmla="*/ 1128 w 6343"/>
                  <a:gd name="connsiteY5" fmla="*/ 1167 h 6345"/>
                  <a:gd name="connsiteX6" fmla="*/ 199 w 6343"/>
                  <a:gd name="connsiteY6" fmla="*/ 3410 h 6345"/>
                  <a:gd name="connsiteX7" fmla="*/ 1128 w 6343"/>
                  <a:gd name="connsiteY7" fmla="*/ 5654 h 6345"/>
                  <a:gd name="connsiteX8" fmla="*/ 3370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583"/>
                    </a:moveTo>
                    <a:cubicBezTo>
                      <a:pt x="4211" y="6583"/>
                      <a:pt x="5018" y="6249"/>
                      <a:pt x="5613" y="5654"/>
                    </a:cubicBezTo>
                    <a:cubicBezTo>
                      <a:pt x="6208" y="5059"/>
                      <a:pt x="6542" y="4252"/>
                      <a:pt x="6542" y="3410"/>
                    </a:cubicBezTo>
                    <a:cubicBezTo>
                      <a:pt x="6542" y="2569"/>
                      <a:pt x="6208" y="1762"/>
                      <a:pt x="5613" y="1167"/>
                    </a:cubicBezTo>
                    <a:cubicBezTo>
                      <a:pt x="5018" y="572"/>
                      <a:pt x="4211" y="238"/>
                      <a:pt x="3370" y="238"/>
                    </a:cubicBezTo>
                    <a:cubicBezTo>
                      <a:pt x="2529" y="238"/>
                      <a:pt x="1722" y="572"/>
                      <a:pt x="1128" y="1167"/>
                    </a:cubicBezTo>
                    <a:cubicBezTo>
                      <a:pt x="533" y="1762"/>
                      <a:pt x="199" y="2569"/>
                      <a:pt x="199" y="3410"/>
                    </a:cubicBezTo>
                    <a:cubicBezTo>
                      <a:pt x="199" y="4252"/>
                      <a:pt x="533" y="5059"/>
                      <a:pt x="1128" y="5654"/>
                    </a:cubicBezTo>
                    <a:cubicBezTo>
                      <a:pt x="1722" y="6249"/>
                      <a:pt x="2529" y="6583"/>
                      <a:pt x="3370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49588524-29A5-7B12-BDA9-D847CE268E3D}"/>
                  </a:ext>
                </a:extLst>
              </p:cNvPr>
              <p:cNvSpPr/>
              <p:nvPr/>
            </p:nvSpPr>
            <p:spPr>
              <a:xfrm>
                <a:off x="3365898" y="6494409"/>
                <a:ext cx="6343" cy="6345"/>
              </a:xfrm>
              <a:custGeom>
                <a:avLst/>
                <a:gdLst>
                  <a:gd name="connsiteX0" fmla="*/ 3370 w 6343"/>
                  <a:gd name="connsiteY0" fmla="*/ 6583 h 6345"/>
                  <a:gd name="connsiteX1" fmla="*/ 5612 w 6343"/>
                  <a:gd name="connsiteY1" fmla="*/ 5654 h 6345"/>
                  <a:gd name="connsiteX2" fmla="*/ 6541 w 6343"/>
                  <a:gd name="connsiteY2" fmla="*/ 3410 h 6345"/>
                  <a:gd name="connsiteX3" fmla="*/ 5612 w 6343"/>
                  <a:gd name="connsiteY3" fmla="*/ 1167 h 6345"/>
                  <a:gd name="connsiteX4" fmla="*/ 3370 w 6343"/>
                  <a:gd name="connsiteY4" fmla="*/ 238 h 6345"/>
                  <a:gd name="connsiteX5" fmla="*/ 1127 w 6343"/>
                  <a:gd name="connsiteY5" fmla="*/ 1167 h 6345"/>
                  <a:gd name="connsiteX6" fmla="*/ 198 w 6343"/>
                  <a:gd name="connsiteY6" fmla="*/ 3410 h 6345"/>
                  <a:gd name="connsiteX7" fmla="*/ 1127 w 6343"/>
                  <a:gd name="connsiteY7" fmla="*/ 5654 h 6345"/>
                  <a:gd name="connsiteX8" fmla="*/ 3370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583"/>
                    </a:moveTo>
                    <a:cubicBezTo>
                      <a:pt x="4211" y="6583"/>
                      <a:pt x="5018" y="6249"/>
                      <a:pt x="5612" y="5654"/>
                    </a:cubicBezTo>
                    <a:cubicBezTo>
                      <a:pt x="6207" y="5059"/>
                      <a:pt x="6541" y="4252"/>
                      <a:pt x="6541" y="3410"/>
                    </a:cubicBezTo>
                    <a:cubicBezTo>
                      <a:pt x="6541" y="2569"/>
                      <a:pt x="6207" y="1762"/>
                      <a:pt x="5612" y="1167"/>
                    </a:cubicBezTo>
                    <a:cubicBezTo>
                      <a:pt x="5018" y="572"/>
                      <a:pt x="4211" y="238"/>
                      <a:pt x="3370" y="238"/>
                    </a:cubicBezTo>
                    <a:cubicBezTo>
                      <a:pt x="2529" y="238"/>
                      <a:pt x="1722" y="572"/>
                      <a:pt x="1127" y="1167"/>
                    </a:cubicBezTo>
                    <a:cubicBezTo>
                      <a:pt x="532" y="1762"/>
                      <a:pt x="198" y="2569"/>
                      <a:pt x="198" y="3410"/>
                    </a:cubicBezTo>
                    <a:cubicBezTo>
                      <a:pt x="198" y="4252"/>
                      <a:pt x="532" y="5059"/>
                      <a:pt x="1127" y="5654"/>
                    </a:cubicBezTo>
                    <a:cubicBezTo>
                      <a:pt x="1722" y="6249"/>
                      <a:pt x="2529" y="6583"/>
                      <a:pt x="3370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4C4BBDAA-D1FC-686F-07D6-953EA543253E}"/>
                  </a:ext>
                </a:extLst>
              </p:cNvPr>
              <p:cNvSpPr/>
              <p:nvPr/>
            </p:nvSpPr>
            <p:spPr>
              <a:xfrm>
                <a:off x="3360105" y="6492977"/>
                <a:ext cx="6343" cy="6345"/>
              </a:xfrm>
              <a:custGeom>
                <a:avLst/>
                <a:gdLst>
                  <a:gd name="connsiteX0" fmla="*/ 3369 w 6343"/>
                  <a:gd name="connsiteY0" fmla="*/ 6583 h 6345"/>
                  <a:gd name="connsiteX1" fmla="*/ 5612 w 6343"/>
                  <a:gd name="connsiteY1" fmla="*/ 5654 h 6345"/>
                  <a:gd name="connsiteX2" fmla="*/ 6541 w 6343"/>
                  <a:gd name="connsiteY2" fmla="*/ 3410 h 6345"/>
                  <a:gd name="connsiteX3" fmla="*/ 5612 w 6343"/>
                  <a:gd name="connsiteY3" fmla="*/ 1167 h 6345"/>
                  <a:gd name="connsiteX4" fmla="*/ 3369 w 6343"/>
                  <a:gd name="connsiteY4" fmla="*/ 237 h 6345"/>
                  <a:gd name="connsiteX5" fmla="*/ 1127 w 6343"/>
                  <a:gd name="connsiteY5" fmla="*/ 1167 h 6345"/>
                  <a:gd name="connsiteX6" fmla="*/ 198 w 6343"/>
                  <a:gd name="connsiteY6" fmla="*/ 3410 h 6345"/>
                  <a:gd name="connsiteX7" fmla="*/ 1127 w 6343"/>
                  <a:gd name="connsiteY7" fmla="*/ 5654 h 6345"/>
                  <a:gd name="connsiteX8" fmla="*/ 3369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583"/>
                    </a:moveTo>
                    <a:cubicBezTo>
                      <a:pt x="4210" y="6583"/>
                      <a:pt x="5017" y="6249"/>
                      <a:pt x="5612" y="5654"/>
                    </a:cubicBezTo>
                    <a:cubicBezTo>
                      <a:pt x="6207" y="5059"/>
                      <a:pt x="6541" y="4252"/>
                      <a:pt x="6541" y="3410"/>
                    </a:cubicBezTo>
                    <a:cubicBezTo>
                      <a:pt x="6541" y="2569"/>
                      <a:pt x="6207" y="1762"/>
                      <a:pt x="5612" y="1167"/>
                    </a:cubicBezTo>
                    <a:cubicBezTo>
                      <a:pt x="5017" y="572"/>
                      <a:pt x="4210" y="237"/>
                      <a:pt x="3369" y="237"/>
                    </a:cubicBezTo>
                    <a:cubicBezTo>
                      <a:pt x="2528" y="237"/>
                      <a:pt x="1721" y="572"/>
                      <a:pt x="1127" y="1167"/>
                    </a:cubicBezTo>
                    <a:cubicBezTo>
                      <a:pt x="532" y="1762"/>
                      <a:pt x="198" y="2569"/>
                      <a:pt x="198" y="3410"/>
                    </a:cubicBezTo>
                    <a:cubicBezTo>
                      <a:pt x="198" y="4252"/>
                      <a:pt x="532" y="5059"/>
                      <a:pt x="1127" y="5654"/>
                    </a:cubicBezTo>
                    <a:cubicBezTo>
                      <a:pt x="1721" y="6249"/>
                      <a:pt x="2528" y="6583"/>
                      <a:pt x="3369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A4301E57-537D-3FB7-1425-B46CE828E4C7}"/>
                  </a:ext>
                </a:extLst>
              </p:cNvPr>
              <p:cNvSpPr/>
              <p:nvPr/>
            </p:nvSpPr>
            <p:spPr>
              <a:xfrm>
                <a:off x="3354230" y="6491619"/>
                <a:ext cx="6343" cy="6345"/>
              </a:xfrm>
              <a:custGeom>
                <a:avLst/>
                <a:gdLst>
                  <a:gd name="connsiteX0" fmla="*/ 3369 w 6343"/>
                  <a:gd name="connsiteY0" fmla="*/ 6583 h 6345"/>
                  <a:gd name="connsiteX1" fmla="*/ 5611 w 6343"/>
                  <a:gd name="connsiteY1" fmla="*/ 5654 h 6345"/>
                  <a:gd name="connsiteX2" fmla="*/ 6540 w 6343"/>
                  <a:gd name="connsiteY2" fmla="*/ 3410 h 6345"/>
                  <a:gd name="connsiteX3" fmla="*/ 5611 w 6343"/>
                  <a:gd name="connsiteY3" fmla="*/ 1167 h 6345"/>
                  <a:gd name="connsiteX4" fmla="*/ 3369 w 6343"/>
                  <a:gd name="connsiteY4" fmla="*/ 237 h 6345"/>
                  <a:gd name="connsiteX5" fmla="*/ 1126 w 6343"/>
                  <a:gd name="connsiteY5" fmla="*/ 1167 h 6345"/>
                  <a:gd name="connsiteX6" fmla="*/ 197 w 6343"/>
                  <a:gd name="connsiteY6" fmla="*/ 3410 h 6345"/>
                  <a:gd name="connsiteX7" fmla="*/ 1126 w 6343"/>
                  <a:gd name="connsiteY7" fmla="*/ 5654 h 6345"/>
                  <a:gd name="connsiteX8" fmla="*/ 3369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583"/>
                    </a:moveTo>
                    <a:cubicBezTo>
                      <a:pt x="4210" y="6583"/>
                      <a:pt x="5017" y="6248"/>
                      <a:pt x="5611" y="5654"/>
                    </a:cubicBezTo>
                    <a:cubicBezTo>
                      <a:pt x="6206" y="5059"/>
                      <a:pt x="6540" y="4251"/>
                      <a:pt x="6540" y="3410"/>
                    </a:cubicBezTo>
                    <a:cubicBezTo>
                      <a:pt x="6540" y="2569"/>
                      <a:pt x="6206" y="1762"/>
                      <a:pt x="5611" y="1167"/>
                    </a:cubicBezTo>
                    <a:cubicBezTo>
                      <a:pt x="5017" y="572"/>
                      <a:pt x="4210" y="237"/>
                      <a:pt x="3369" y="237"/>
                    </a:cubicBezTo>
                    <a:cubicBezTo>
                      <a:pt x="2528" y="237"/>
                      <a:pt x="1721" y="572"/>
                      <a:pt x="1126" y="1167"/>
                    </a:cubicBezTo>
                    <a:cubicBezTo>
                      <a:pt x="531" y="1762"/>
                      <a:pt x="197" y="2569"/>
                      <a:pt x="197" y="3410"/>
                    </a:cubicBezTo>
                    <a:cubicBezTo>
                      <a:pt x="197" y="4251"/>
                      <a:pt x="531" y="5059"/>
                      <a:pt x="1126" y="5654"/>
                    </a:cubicBezTo>
                    <a:cubicBezTo>
                      <a:pt x="1721" y="6248"/>
                      <a:pt x="2528" y="6583"/>
                      <a:pt x="3369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829E4F5E-041E-A40A-E9CE-43B356626BAB}"/>
                  </a:ext>
                </a:extLst>
              </p:cNvPr>
              <p:cNvSpPr/>
              <p:nvPr/>
            </p:nvSpPr>
            <p:spPr>
              <a:xfrm>
                <a:off x="3347210" y="6491860"/>
                <a:ext cx="6343" cy="6345"/>
              </a:xfrm>
              <a:custGeom>
                <a:avLst/>
                <a:gdLst>
                  <a:gd name="connsiteX0" fmla="*/ 3368 w 6343"/>
                  <a:gd name="connsiteY0" fmla="*/ 6583 h 6345"/>
                  <a:gd name="connsiteX1" fmla="*/ 5611 w 6343"/>
                  <a:gd name="connsiteY1" fmla="*/ 5654 h 6345"/>
                  <a:gd name="connsiteX2" fmla="*/ 6540 w 6343"/>
                  <a:gd name="connsiteY2" fmla="*/ 3410 h 6345"/>
                  <a:gd name="connsiteX3" fmla="*/ 5611 w 6343"/>
                  <a:gd name="connsiteY3" fmla="*/ 1167 h 6345"/>
                  <a:gd name="connsiteX4" fmla="*/ 3368 w 6343"/>
                  <a:gd name="connsiteY4" fmla="*/ 237 h 6345"/>
                  <a:gd name="connsiteX5" fmla="*/ 1126 w 6343"/>
                  <a:gd name="connsiteY5" fmla="*/ 1167 h 6345"/>
                  <a:gd name="connsiteX6" fmla="*/ 197 w 6343"/>
                  <a:gd name="connsiteY6" fmla="*/ 3410 h 6345"/>
                  <a:gd name="connsiteX7" fmla="*/ 1126 w 6343"/>
                  <a:gd name="connsiteY7" fmla="*/ 5654 h 6345"/>
                  <a:gd name="connsiteX8" fmla="*/ 3368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583"/>
                    </a:moveTo>
                    <a:cubicBezTo>
                      <a:pt x="4209" y="6583"/>
                      <a:pt x="5016" y="6248"/>
                      <a:pt x="5611" y="5654"/>
                    </a:cubicBezTo>
                    <a:cubicBezTo>
                      <a:pt x="6206" y="5059"/>
                      <a:pt x="6540" y="4251"/>
                      <a:pt x="6540" y="3410"/>
                    </a:cubicBezTo>
                    <a:cubicBezTo>
                      <a:pt x="6540" y="2569"/>
                      <a:pt x="6206" y="1762"/>
                      <a:pt x="5611" y="1167"/>
                    </a:cubicBezTo>
                    <a:cubicBezTo>
                      <a:pt x="5016" y="572"/>
                      <a:pt x="4209" y="237"/>
                      <a:pt x="3368" y="237"/>
                    </a:cubicBezTo>
                    <a:cubicBezTo>
                      <a:pt x="2527" y="237"/>
                      <a:pt x="1720" y="572"/>
                      <a:pt x="1126" y="1167"/>
                    </a:cubicBezTo>
                    <a:cubicBezTo>
                      <a:pt x="531" y="1762"/>
                      <a:pt x="197" y="2569"/>
                      <a:pt x="197" y="3410"/>
                    </a:cubicBezTo>
                    <a:cubicBezTo>
                      <a:pt x="197" y="4251"/>
                      <a:pt x="531" y="5059"/>
                      <a:pt x="1126" y="5654"/>
                    </a:cubicBezTo>
                    <a:cubicBezTo>
                      <a:pt x="1720" y="6248"/>
                      <a:pt x="2527" y="6583"/>
                      <a:pt x="3368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84D30655-28C8-56AF-2776-8E10169F5499}"/>
                  </a:ext>
                </a:extLst>
              </p:cNvPr>
              <p:cNvSpPr/>
              <p:nvPr/>
            </p:nvSpPr>
            <p:spPr>
              <a:xfrm>
                <a:off x="3615955" y="6100622"/>
                <a:ext cx="6343" cy="6345"/>
              </a:xfrm>
              <a:custGeom>
                <a:avLst/>
                <a:gdLst>
                  <a:gd name="connsiteX0" fmla="*/ 3389 w 6343"/>
                  <a:gd name="connsiteY0" fmla="*/ 6552 h 6345"/>
                  <a:gd name="connsiteX1" fmla="*/ 5632 w 6343"/>
                  <a:gd name="connsiteY1" fmla="*/ 5623 h 6345"/>
                  <a:gd name="connsiteX2" fmla="*/ 6561 w 6343"/>
                  <a:gd name="connsiteY2" fmla="*/ 3379 h 6345"/>
                  <a:gd name="connsiteX3" fmla="*/ 5632 w 6343"/>
                  <a:gd name="connsiteY3" fmla="*/ 1136 h 6345"/>
                  <a:gd name="connsiteX4" fmla="*/ 3389 w 6343"/>
                  <a:gd name="connsiteY4" fmla="*/ 207 h 6345"/>
                  <a:gd name="connsiteX5" fmla="*/ 1147 w 6343"/>
                  <a:gd name="connsiteY5" fmla="*/ 1136 h 6345"/>
                  <a:gd name="connsiteX6" fmla="*/ 218 w 6343"/>
                  <a:gd name="connsiteY6" fmla="*/ 3379 h 6345"/>
                  <a:gd name="connsiteX7" fmla="*/ 1147 w 6343"/>
                  <a:gd name="connsiteY7" fmla="*/ 5623 h 6345"/>
                  <a:gd name="connsiteX8" fmla="*/ 3389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2"/>
                    </a:moveTo>
                    <a:cubicBezTo>
                      <a:pt x="4231" y="6552"/>
                      <a:pt x="5037" y="6218"/>
                      <a:pt x="5632" y="5623"/>
                    </a:cubicBezTo>
                    <a:cubicBezTo>
                      <a:pt x="6227" y="5028"/>
                      <a:pt x="6561" y="4221"/>
                      <a:pt x="6561" y="3379"/>
                    </a:cubicBezTo>
                    <a:cubicBezTo>
                      <a:pt x="6561" y="2538"/>
                      <a:pt x="6227" y="1731"/>
                      <a:pt x="5632" y="1136"/>
                    </a:cubicBezTo>
                    <a:cubicBezTo>
                      <a:pt x="5037" y="541"/>
                      <a:pt x="4231" y="207"/>
                      <a:pt x="3389" y="207"/>
                    </a:cubicBezTo>
                    <a:cubicBezTo>
                      <a:pt x="2548" y="207"/>
                      <a:pt x="1742" y="541"/>
                      <a:pt x="1147" y="1136"/>
                    </a:cubicBezTo>
                    <a:cubicBezTo>
                      <a:pt x="552" y="1731"/>
                      <a:pt x="218" y="2538"/>
                      <a:pt x="218" y="3379"/>
                    </a:cubicBezTo>
                    <a:cubicBezTo>
                      <a:pt x="218" y="4221"/>
                      <a:pt x="552" y="5028"/>
                      <a:pt x="1147" y="5623"/>
                    </a:cubicBezTo>
                    <a:cubicBezTo>
                      <a:pt x="1742" y="6218"/>
                      <a:pt x="2548" y="6552"/>
                      <a:pt x="3389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5E3468CB-59A6-A5D7-D6D9-4B2F83B13B26}"/>
                  </a:ext>
                </a:extLst>
              </p:cNvPr>
              <p:cNvSpPr/>
              <p:nvPr/>
            </p:nvSpPr>
            <p:spPr>
              <a:xfrm>
                <a:off x="3617215" y="6089530"/>
                <a:ext cx="6343" cy="6345"/>
              </a:xfrm>
              <a:custGeom>
                <a:avLst/>
                <a:gdLst>
                  <a:gd name="connsiteX0" fmla="*/ 3390 w 6343"/>
                  <a:gd name="connsiteY0" fmla="*/ 6551 h 6345"/>
                  <a:gd name="connsiteX1" fmla="*/ 5632 w 6343"/>
                  <a:gd name="connsiteY1" fmla="*/ 5622 h 6345"/>
                  <a:gd name="connsiteX2" fmla="*/ 6561 w 6343"/>
                  <a:gd name="connsiteY2" fmla="*/ 3378 h 6345"/>
                  <a:gd name="connsiteX3" fmla="*/ 5632 w 6343"/>
                  <a:gd name="connsiteY3" fmla="*/ 1135 h 6345"/>
                  <a:gd name="connsiteX4" fmla="*/ 3390 w 6343"/>
                  <a:gd name="connsiteY4" fmla="*/ 206 h 6345"/>
                  <a:gd name="connsiteX5" fmla="*/ 1147 w 6343"/>
                  <a:gd name="connsiteY5" fmla="*/ 1135 h 6345"/>
                  <a:gd name="connsiteX6" fmla="*/ 218 w 6343"/>
                  <a:gd name="connsiteY6" fmla="*/ 3378 h 6345"/>
                  <a:gd name="connsiteX7" fmla="*/ 1147 w 6343"/>
                  <a:gd name="connsiteY7" fmla="*/ 5622 h 6345"/>
                  <a:gd name="connsiteX8" fmla="*/ 3390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1"/>
                    </a:moveTo>
                    <a:cubicBezTo>
                      <a:pt x="4231" y="6551"/>
                      <a:pt x="5037" y="6217"/>
                      <a:pt x="5632" y="5622"/>
                    </a:cubicBezTo>
                    <a:cubicBezTo>
                      <a:pt x="6227" y="5027"/>
                      <a:pt x="6561" y="4220"/>
                      <a:pt x="6561" y="3378"/>
                    </a:cubicBezTo>
                    <a:cubicBezTo>
                      <a:pt x="6561" y="2537"/>
                      <a:pt x="6227" y="1730"/>
                      <a:pt x="5632" y="1135"/>
                    </a:cubicBezTo>
                    <a:cubicBezTo>
                      <a:pt x="5037" y="540"/>
                      <a:pt x="4231" y="206"/>
                      <a:pt x="3390" y="206"/>
                    </a:cubicBezTo>
                    <a:cubicBezTo>
                      <a:pt x="2548" y="206"/>
                      <a:pt x="1742" y="540"/>
                      <a:pt x="1147" y="1135"/>
                    </a:cubicBezTo>
                    <a:cubicBezTo>
                      <a:pt x="552" y="1730"/>
                      <a:pt x="218" y="2537"/>
                      <a:pt x="218" y="3378"/>
                    </a:cubicBezTo>
                    <a:cubicBezTo>
                      <a:pt x="218" y="4220"/>
                      <a:pt x="552" y="5027"/>
                      <a:pt x="1147" y="5622"/>
                    </a:cubicBezTo>
                    <a:cubicBezTo>
                      <a:pt x="1742" y="6217"/>
                      <a:pt x="2548" y="6551"/>
                      <a:pt x="3390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677F8DE4-EE42-5743-197D-A313342AE4F9}"/>
                  </a:ext>
                </a:extLst>
              </p:cNvPr>
              <p:cNvSpPr/>
              <p:nvPr/>
            </p:nvSpPr>
            <p:spPr>
              <a:xfrm>
                <a:off x="3616230" y="6086340"/>
                <a:ext cx="6343" cy="6345"/>
              </a:xfrm>
              <a:custGeom>
                <a:avLst/>
                <a:gdLst>
                  <a:gd name="connsiteX0" fmla="*/ 3389 w 6343"/>
                  <a:gd name="connsiteY0" fmla="*/ 6551 h 6345"/>
                  <a:gd name="connsiteX1" fmla="*/ 5632 w 6343"/>
                  <a:gd name="connsiteY1" fmla="*/ 5622 h 6345"/>
                  <a:gd name="connsiteX2" fmla="*/ 6561 w 6343"/>
                  <a:gd name="connsiteY2" fmla="*/ 3378 h 6345"/>
                  <a:gd name="connsiteX3" fmla="*/ 5632 w 6343"/>
                  <a:gd name="connsiteY3" fmla="*/ 1135 h 6345"/>
                  <a:gd name="connsiteX4" fmla="*/ 3389 w 6343"/>
                  <a:gd name="connsiteY4" fmla="*/ 205 h 6345"/>
                  <a:gd name="connsiteX5" fmla="*/ 1147 w 6343"/>
                  <a:gd name="connsiteY5" fmla="*/ 1135 h 6345"/>
                  <a:gd name="connsiteX6" fmla="*/ 218 w 6343"/>
                  <a:gd name="connsiteY6" fmla="*/ 3378 h 6345"/>
                  <a:gd name="connsiteX7" fmla="*/ 1147 w 6343"/>
                  <a:gd name="connsiteY7" fmla="*/ 5622 h 6345"/>
                  <a:gd name="connsiteX8" fmla="*/ 3389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1"/>
                    </a:moveTo>
                    <a:cubicBezTo>
                      <a:pt x="4231" y="6551"/>
                      <a:pt x="5037" y="6217"/>
                      <a:pt x="5632" y="5622"/>
                    </a:cubicBezTo>
                    <a:cubicBezTo>
                      <a:pt x="6227" y="5027"/>
                      <a:pt x="6561" y="4220"/>
                      <a:pt x="6561" y="3378"/>
                    </a:cubicBezTo>
                    <a:cubicBezTo>
                      <a:pt x="6561" y="2537"/>
                      <a:pt x="6227" y="1730"/>
                      <a:pt x="5632" y="1135"/>
                    </a:cubicBezTo>
                    <a:cubicBezTo>
                      <a:pt x="5037" y="540"/>
                      <a:pt x="4231" y="205"/>
                      <a:pt x="3389" y="205"/>
                    </a:cubicBezTo>
                    <a:cubicBezTo>
                      <a:pt x="2548" y="205"/>
                      <a:pt x="1742" y="540"/>
                      <a:pt x="1147" y="1135"/>
                    </a:cubicBezTo>
                    <a:cubicBezTo>
                      <a:pt x="552" y="1730"/>
                      <a:pt x="218" y="2537"/>
                      <a:pt x="218" y="3378"/>
                    </a:cubicBezTo>
                    <a:cubicBezTo>
                      <a:pt x="218" y="4220"/>
                      <a:pt x="552" y="5027"/>
                      <a:pt x="1147" y="5622"/>
                    </a:cubicBezTo>
                    <a:cubicBezTo>
                      <a:pt x="1742" y="6217"/>
                      <a:pt x="2548" y="6551"/>
                      <a:pt x="3389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D57551A9-BBAE-C098-E5FE-D61E58A884A2}"/>
                  </a:ext>
                </a:extLst>
              </p:cNvPr>
              <p:cNvSpPr/>
              <p:nvPr/>
            </p:nvSpPr>
            <p:spPr>
              <a:xfrm>
                <a:off x="3617970" y="6079519"/>
                <a:ext cx="6343" cy="6345"/>
              </a:xfrm>
              <a:custGeom>
                <a:avLst/>
                <a:gdLst>
                  <a:gd name="connsiteX0" fmla="*/ 3390 w 6343"/>
                  <a:gd name="connsiteY0" fmla="*/ 6550 h 6345"/>
                  <a:gd name="connsiteX1" fmla="*/ 5632 w 6343"/>
                  <a:gd name="connsiteY1" fmla="*/ 5621 h 6345"/>
                  <a:gd name="connsiteX2" fmla="*/ 6561 w 6343"/>
                  <a:gd name="connsiteY2" fmla="*/ 3378 h 6345"/>
                  <a:gd name="connsiteX3" fmla="*/ 5632 w 6343"/>
                  <a:gd name="connsiteY3" fmla="*/ 1134 h 6345"/>
                  <a:gd name="connsiteX4" fmla="*/ 3390 w 6343"/>
                  <a:gd name="connsiteY4" fmla="*/ 205 h 6345"/>
                  <a:gd name="connsiteX5" fmla="*/ 1147 w 6343"/>
                  <a:gd name="connsiteY5" fmla="*/ 1134 h 6345"/>
                  <a:gd name="connsiteX6" fmla="*/ 218 w 6343"/>
                  <a:gd name="connsiteY6" fmla="*/ 3378 h 6345"/>
                  <a:gd name="connsiteX7" fmla="*/ 1147 w 6343"/>
                  <a:gd name="connsiteY7" fmla="*/ 5621 h 6345"/>
                  <a:gd name="connsiteX8" fmla="*/ 339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0"/>
                    </a:moveTo>
                    <a:cubicBezTo>
                      <a:pt x="4231" y="6550"/>
                      <a:pt x="5037" y="6216"/>
                      <a:pt x="5632" y="5621"/>
                    </a:cubicBezTo>
                    <a:cubicBezTo>
                      <a:pt x="6227" y="5026"/>
                      <a:pt x="6561" y="4219"/>
                      <a:pt x="6561" y="3378"/>
                    </a:cubicBezTo>
                    <a:cubicBezTo>
                      <a:pt x="6561" y="2536"/>
                      <a:pt x="6227" y="1729"/>
                      <a:pt x="5632" y="1134"/>
                    </a:cubicBezTo>
                    <a:cubicBezTo>
                      <a:pt x="5037" y="539"/>
                      <a:pt x="4231" y="205"/>
                      <a:pt x="3390" y="205"/>
                    </a:cubicBezTo>
                    <a:cubicBezTo>
                      <a:pt x="2548" y="205"/>
                      <a:pt x="1742" y="539"/>
                      <a:pt x="1147" y="1134"/>
                    </a:cubicBezTo>
                    <a:cubicBezTo>
                      <a:pt x="552" y="1729"/>
                      <a:pt x="218" y="2536"/>
                      <a:pt x="218" y="3378"/>
                    </a:cubicBezTo>
                    <a:cubicBezTo>
                      <a:pt x="218" y="4219"/>
                      <a:pt x="552" y="5026"/>
                      <a:pt x="1147" y="5621"/>
                    </a:cubicBezTo>
                    <a:cubicBezTo>
                      <a:pt x="1742" y="6216"/>
                      <a:pt x="2548" y="6550"/>
                      <a:pt x="339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AFD9CB36-147F-CF21-F2AD-3BBCD68E6D1B}"/>
                  </a:ext>
                </a:extLst>
              </p:cNvPr>
              <p:cNvSpPr/>
              <p:nvPr/>
            </p:nvSpPr>
            <p:spPr>
              <a:xfrm>
                <a:off x="3619555" y="6073037"/>
                <a:ext cx="6343" cy="6345"/>
              </a:xfrm>
              <a:custGeom>
                <a:avLst/>
                <a:gdLst>
                  <a:gd name="connsiteX0" fmla="*/ 3390 w 6343"/>
                  <a:gd name="connsiteY0" fmla="*/ 6550 h 6345"/>
                  <a:gd name="connsiteX1" fmla="*/ 5632 w 6343"/>
                  <a:gd name="connsiteY1" fmla="*/ 5621 h 6345"/>
                  <a:gd name="connsiteX2" fmla="*/ 6561 w 6343"/>
                  <a:gd name="connsiteY2" fmla="*/ 3377 h 6345"/>
                  <a:gd name="connsiteX3" fmla="*/ 5632 w 6343"/>
                  <a:gd name="connsiteY3" fmla="*/ 1134 h 6345"/>
                  <a:gd name="connsiteX4" fmla="*/ 3390 w 6343"/>
                  <a:gd name="connsiteY4" fmla="*/ 204 h 6345"/>
                  <a:gd name="connsiteX5" fmla="*/ 1147 w 6343"/>
                  <a:gd name="connsiteY5" fmla="*/ 1134 h 6345"/>
                  <a:gd name="connsiteX6" fmla="*/ 218 w 6343"/>
                  <a:gd name="connsiteY6" fmla="*/ 3377 h 6345"/>
                  <a:gd name="connsiteX7" fmla="*/ 1147 w 6343"/>
                  <a:gd name="connsiteY7" fmla="*/ 5621 h 6345"/>
                  <a:gd name="connsiteX8" fmla="*/ 339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0"/>
                    </a:moveTo>
                    <a:cubicBezTo>
                      <a:pt x="4231" y="6550"/>
                      <a:pt x="5038" y="6215"/>
                      <a:pt x="5632" y="5621"/>
                    </a:cubicBezTo>
                    <a:cubicBezTo>
                      <a:pt x="6227" y="5026"/>
                      <a:pt x="6561" y="4218"/>
                      <a:pt x="6561" y="3377"/>
                    </a:cubicBezTo>
                    <a:cubicBezTo>
                      <a:pt x="6561" y="2536"/>
                      <a:pt x="6227" y="1729"/>
                      <a:pt x="5632" y="1134"/>
                    </a:cubicBezTo>
                    <a:cubicBezTo>
                      <a:pt x="5038" y="539"/>
                      <a:pt x="4231" y="204"/>
                      <a:pt x="3390" y="204"/>
                    </a:cubicBezTo>
                    <a:cubicBezTo>
                      <a:pt x="2549" y="204"/>
                      <a:pt x="1742" y="539"/>
                      <a:pt x="1147" y="1134"/>
                    </a:cubicBezTo>
                    <a:cubicBezTo>
                      <a:pt x="552" y="1729"/>
                      <a:pt x="218" y="2536"/>
                      <a:pt x="218" y="3377"/>
                    </a:cubicBezTo>
                    <a:cubicBezTo>
                      <a:pt x="218" y="4218"/>
                      <a:pt x="552" y="5026"/>
                      <a:pt x="1147" y="5621"/>
                    </a:cubicBezTo>
                    <a:cubicBezTo>
                      <a:pt x="1742" y="6215"/>
                      <a:pt x="2549" y="6550"/>
                      <a:pt x="339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37AAAC04-1BE7-9571-F530-1D4005B3CDCD}"/>
                  </a:ext>
                </a:extLst>
              </p:cNvPr>
              <p:cNvSpPr/>
              <p:nvPr/>
            </p:nvSpPr>
            <p:spPr>
              <a:xfrm>
                <a:off x="3620950" y="6066929"/>
                <a:ext cx="6343" cy="6345"/>
              </a:xfrm>
              <a:custGeom>
                <a:avLst/>
                <a:gdLst>
                  <a:gd name="connsiteX0" fmla="*/ 3390 w 6343"/>
                  <a:gd name="connsiteY0" fmla="*/ 6549 h 6345"/>
                  <a:gd name="connsiteX1" fmla="*/ 5632 w 6343"/>
                  <a:gd name="connsiteY1" fmla="*/ 5620 h 6345"/>
                  <a:gd name="connsiteX2" fmla="*/ 6561 w 6343"/>
                  <a:gd name="connsiteY2" fmla="*/ 3377 h 6345"/>
                  <a:gd name="connsiteX3" fmla="*/ 5632 w 6343"/>
                  <a:gd name="connsiteY3" fmla="*/ 1133 h 6345"/>
                  <a:gd name="connsiteX4" fmla="*/ 3390 w 6343"/>
                  <a:gd name="connsiteY4" fmla="*/ 204 h 6345"/>
                  <a:gd name="connsiteX5" fmla="*/ 1147 w 6343"/>
                  <a:gd name="connsiteY5" fmla="*/ 1133 h 6345"/>
                  <a:gd name="connsiteX6" fmla="*/ 218 w 6343"/>
                  <a:gd name="connsiteY6" fmla="*/ 3377 h 6345"/>
                  <a:gd name="connsiteX7" fmla="*/ 1147 w 6343"/>
                  <a:gd name="connsiteY7" fmla="*/ 5620 h 6345"/>
                  <a:gd name="connsiteX8" fmla="*/ 3390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9"/>
                    </a:moveTo>
                    <a:cubicBezTo>
                      <a:pt x="4231" y="6549"/>
                      <a:pt x="5038" y="6215"/>
                      <a:pt x="5632" y="5620"/>
                    </a:cubicBezTo>
                    <a:cubicBezTo>
                      <a:pt x="6227" y="5025"/>
                      <a:pt x="6561" y="4218"/>
                      <a:pt x="6561" y="3377"/>
                    </a:cubicBezTo>
                    <a:cubicBezTo>
                      <a:pt x="6561" y="2535"/>
                      <a:pt x="6227" y="1728"/>
                      <a:pt x="5632" y="1133"/>
                    </a:cubicBezTo>
                    <a:cubicBezTo>
                      <a:pt x="5038" y="538"/>
                      <a:pt x="4231" y="204"/>
                      <a:pt x="3390" y="204"/>
                    </a:cubicBezTo>
                    <a:cubicBezTo>
                      <a:pt x="2549" y="204"/>
                      <a:pt x="1742" y="538"/>
                      <a:pt x="1147" y="1133"/>
                    </a:cubicBezTo>
                    <a:cubicBezTo>
                      <a:pt x="552" y="1728"/>
                      <a:pt x="218" y="2535"/>
                      <a:pt x="218" y="3377"/>
                    </a:cubicBezTo>
                    <a:cubicBezTo>
                      <a:pt x="218" y="4218"/>
                      <a:pt x="552" y="5025"/>
                      <a:pt x="1147" y="5620"/>
                    </a:cubicBezTo>
                    <a:cubicBezTo>
                      <a:pt x="1742" y="6215"/>
                      <a:pt x="2549" y="6549"/>
                      <a:pt x="3390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C7228F7F-695D-66AE-DA98-E889A768257C}"/>
                  </a:ext>
                </a:extLst>
              </p:cNvPr>
              <p:cNvSpPr/>
              <p:nvPr/>
            </p:nvSpPr>
            <p:spPr>
              <a:xfrm>
                <a:off x="3285405" y="6498013"/>
                <a:ext cx="6343" cy="6345"/>
              </a:xfrm>
              <a:custGeom>
                <a:avLst/>
                <a:gdLst>
                  <a:gd name="connsiteX0" fmla="*/ 3363 w 6343"/>
                  <a:gd name="connsiteY0" fmla="*/ 6583 h 6345"/>
                  <a:gd name="connsiteX1" fmla="*/ 5606 w 6343"/>
                  <a:gd name="connsiteY1" fmla="*/ 5654 h 6345"/>
                  <a:gd name="connsiteX2" fmla="*/ 6535 w 6343"/>
                  <a:gd name="connsiteY2" fmla="*/ 3411 h 6345"/>
                  <a:gd name="connsiteX3" fmla="*/ 5606 w 6343"/>
                  <a:gd name="connsiteY3" fmla="*/ 1167 h 6345"/>
                  <a:gd name="connsiteX4" fmla="*/ 3363 w 6343"/>
                  <a:gd name="connsiteY4" fmla="*/ 238 h 6345"/>
                  <a:gd name="connsiteX5" fmla="*/ 1121 w 6343"/>
                  <a:gd name="connsiteY5" fmla="*/ 1167 h 6345"/>
                  <a:gd name="connsiteX6" fmla="*/ 192 w 6343"/>
                  <a:gd name="connsiteY6" fmla="*/ 3411 h 6345"/>
                  <a:gd name="connsiteX7" fmla="*/ 1121 w 6343"/>
                  <a:gd name="connsiteY7" fmla="*/ 5654 h 6345"/>
                  <a:gd name="connsiteX8" fmla="*/ 3363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83"/>
                    </a:moveTo>
                    <a:cubicBezTo>
                      <a:pt x="4204" y="6583"/>
                      <a:pt x="5011" y="6249"/>
                      <a:pt x="5606" y="5654"/>
                    </a:cubicBezTo>
                    <a:cubicBezTo>
                      <a:pt x="6201" y="5059"/>
                      <a:pt x="6535" y="4252"/>
                      <a:pt x="6535" y="3411"/>
                    </a:cubicBezTo>
                    <a:cubicBezTo>
                      <a:pt x="6535" y="2569"/>
                      <a:pt x="6201" y="1762"/>
                      <a:pt x="5606" y="1167"/>
                    </a:cubicBezTo>
                    <a:cubicBezTo>
                      <a:pt x="5011" y="572"/>
                      <a:pt x="4204" y="238"/>
                      <a:pt x="3363" y="238"/>
                    </a:cubicBezTo>
                    <a:cubicBezTo>
                      <a:pt x="2522" y="238"/>
                      <a:pt x="1715" y="572"/>
                      <a:pt x="1121" y="1167"/>
                    </a:cubicBezTo>
                    <a:cubicBezTo>
                      <a:pt x="526" y="1762"/>
                      <a:pt x="192" y="2569"/>
                      <a:pt x="192" y="3411"/>
                    </a:cubicBezTo>
                    <a:cubicBezTo>
                      <a:pt x="192" y="4252"/>
                      <a:pt x="526" y="5059"/>
                      <a:pt x="1121" y="5654"/>
                    </a:cubicBezTo>
                    <a:cubicBezTo>
                      <a:pt x="1715" y="6249"/>
                      <a:pt x="2522" y="6583"/>
                      <a:pt x="3363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205F5530-A7E1-7D05-28BC-E1D9C71520B9}"/>
                  </a:ext>
                </a:extLst>
              </p:cNvPr>
              <p:cNvSpPr/>
              <p:nvPr/>
            </p:nvSpPr>
            <p:spPr>
              <a:xfrm>
                <a:off x="3280505" y="6494691"/>
                <a:ext cx="6343" cy="6345"/>
              </a:xfrm>
              <a:custGeom>
                <a:avLst/>
                <a:gdLst>
                  <a:gd name="connsiteX0" fmla="*/ 3363 w 6343"/>
                  <a:gd name="connsiteY0" fmla="*/ 6583 h 6345"/>
                  <a:gd name="connsiteX1" fmla="*/ 5606 w 6343"/>
                  <a:gd name="connsiteY1" fmla="*/ 5654 h 6345"/>
                  <a:gd name="connsiteX2" fmla="*/ 6535 w 6343"/>
                  <a:gd name="connsiteY2" fmla="*/ 3410 h 6345"/>
                  <a:gd name="connsiteX3" fmla="*/ 5606 w 6343"/>
                  <a:gd name="connsiteY3" fmla="*/ 1167 h 6345"/>
                  <a:gd name="connsiteX4" fmla="*/ 3363 w 6343"/>
                  <a:gd name="connsiteY4" fmla="*/ 238 h 6345"/>
                  <a:gd name="connsiteX5" fmla="*/ 1120 w 6343"/>
                  <a:gd name="connsiteY5" fmla="*/ 1167 h 6345"/>
                  <a:gd name="connsiteX6" fmla="*/ 191 w 6343"/>
                  <a:gd name="connsiteY6" fmla="*/ 3410 h 6345"/>
                  <a:gd name="connsiteX7" fmla="*/ 1120 w 6343"/>
                  <a:gd name="connsiteY7" fmla="*/ 5654 h 6345"/>
                  <a:gd name="connsiteX8" fmla="*/ 3363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83"/>
                    </a:moveTo>
                    <a:cubicBezTo>
                      <a:pt x="4204" y="6583"/>
                      <a:pt x="5011" y="6249"/>
                      <a:pt x="5606" y="5654"/>
                    </a:cubicBezTo>
                    <a:cubicBezTo>
                      <a:pt x="6200" y="5059"/>
                      <a:pt x="6535" y="4252"/>
                      <a:pt x="6535" y="3410"/>
                    </a:cubicBezTo>
                    <a:cubicBezTo>
                      <a:pt x="6535" y="2569"/>
                      <a:pt x="6200" y="1762"/>
                      <a:pt x="5606" y="1167"/>
                    </a:cubicBezTo>
                    <a:cubicBezTo>
                      <a:pt x="5011" y="572"/>
                      <a:pt x="4204" y="238"/>
                      <a:pt x="3363" y="238"/>
                    </a:cubicBezTo>
                    <a:cubicBezTo>
                      <a:pt x="2522" y="238"/>
                      <a:pt x="1715" y="572"/>
                      <a:pt x="1120" y="1167"/>
                    </a:cubicBezTo>
                    <a:cubicBezTo>
                      <a:pt x="526" y="1762"/>
                      <a:pt x="191" y="2569"/>
                      <a:pt x="191" y="3410"/>
                    </a:cubicBezTo>
                    <a:cubicBezTo>
                      <a:pt x="191" y="4252"/>
                      <a:pt x="526" y="5059"/>
                      <a:pt x="1120" y="5654"/>
                    </a:cubicBezTo>
                    <a:cubicBezTo>
                      <a:pt x="1715" y="6249"/>
                      <a:pt x="2522" y="6583"/>
                      <a:pt x="3363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E1004589-F827-A2CE-B4EC-BAE3924A13EA}"/>
                  </a:ext>
                </a:extLst>
              </p:cNvPr>
              <p:cNvSpPr/>
              <p:nvPr/>
            </p:nvSpPr>
            <p:spPr>
              <a:xfrm>
                <a:off x="3621332" y="6054090"/>
                <a:ext cx="6343" cy="6345"/>
              </a:xfrm>
              <a:custGeom>
                <a:avLst/>
                <a:gdLst>
                  <a:gd name="connsiteX0" fmla="*/ 3390 w 6343"/>
                  <a:gd name="connsiteY0" fmla="*/ 6548 h 6345"/>
                  <a:gd name="connsiteX1" fmla="*/ 5632 w 6343"/>
                  <a:gd name="connsiteY1" fmla="*/ 5619 h 6345"/>
                  <a:gd name="connsiteX2" fmla="*/ 6561 w 6343"/>
                  <a:gd name="connsiteY2" fmla="*/ 3376 h 6345"/>
                  <a:gd name="connsiteX3" fmla="*/ 5632 w 6343"/>
                  <a:gd name="connsiteY3" fmla="*/ 1132 h 6345"/>
                  <a:gd name="connsiteX4" fmla="*/ 3390 w 6343"/>
                  <a:gd name="connsiteY4" fmla="*/ 203 h 6345"/>
                  <a:gd name="connsiteX5" fmla="*/ 1147 w 6343"/>
                  <a:gd name="connsiteY5" fmla="*/ 1132 h 6345"/>
                  <a:gd name="connsiteX6" fmla="*/ 218 w 6343"/>
                  <a:gd name="connsiteY6" fmla="*/ 3376 h 6345"/>
                  <a:gd name="connsiteX7" fmla="*/ 1147 w 6343"/>
                  <a:gd name="connsiteY7" fmla="*/ 5619 h 6345"/>
                  <a:gd name="connsiteX8" fmla="*/ 3390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8"/>
                    </a:moveTo>
                    <a:cubicBezTo>
                      <a:pt x="4231" y="6548"/>
                      <a:pt x="5038" y="6214"/>
                      <a:pt x="5632" y="5619"/>
                    </a:cubicBezTo>
                    <a:cubicBezTo>
                      <a:pt x="6227" y="5024"/>
                      <a:pt x="6561" y="4217"/>
                      <a:pt x="6561" y="3376"/>
                    </a:cubicBezTo>
                    <a:cubicBezTo>
                      <a:pt x="6561" y="2534"/>
                      <a:pt x="6227" y="1727"/>
                      <a:pt x="5632" y="1132"/>
                    </a:cubicBezTo>
                    <a:cubicBezTo>
                      <a:pt x="5038" y="537"/>
                      <a:pt x="4231" y="203"/>
                      <a:pt x="3390" y="203"/>
                    </a:cubicBezTo>
                    <a:cubicBezTo>
                      <a:pt x="2549" y="203"/>
                      <a:pt x="1742" y="537"/>
                      <a:pt x="1147" y="1132"/>
                    </a:cubicBezTo>
                    <a:cubicBezTo>
                      <a:pt x="552" y="1727"/>
                      <a:pt x="218" y="2534"/>
                      <a:pt x="218" y="3376"/>
                    </a:cubicBezTo>
                    <a:cubicBezTo>
                      <a:pt x="218" y="4217"/>
                      <a:pt x="552" y="5024"/>
                      <a:pt x="1147" y="5619"/>
                    </a:cubicBezTo>
                    <a:cubicBezTo>
                      <a:pt x="1742" y="6214"/>
                      <a:pt x="2549" y="6548"/>
                      <a:pt x="3390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F10B5042-53E0-3D9F-E951-0B0FD830F870}"/>
                  </a:ext>
                </a:extLst>
              </p:cNvPr>
              <p:cNvSpPr/>
              <p:nvPr/>
            </p:nvSpPr>
            <p:spPr>
              <a:xfrm>
                <a:off x="3627774" y="6042059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DE3073B4-A8F9-8E4C-B46F-5D85CB06B9FC}"/>
                  </a:ext>
                </a:extLst>
              </p:cNvPr>
              <p:cNvSpPr/>
              <p:nvPr/>
            </p:nvSpPr>
            <p:spPr>
              <a:xfrm>
                <a:off x="3626169" y="6040215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4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4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4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33893B4F-BC7F-4E9C-6943-55C00BFB076B}"/>
                  </a:ext>
                </a:extLst>
              </p:cNvPr>
              <p:cNvSpPr/>
              <p:nvPr/>
            </p:nvSpPr>
            <p:spPr>
              <a:xfrm>
                <a:off x="3625151" y="6037663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4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4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4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FF9E3233-EF05-A9FF-8545-4A51B61799F4}"/>
                  </a:ext>
                </a:extLst>
              </p:cNvPr>
              <p:cNvSpPr/>
              <p:nvPr/>
            </p:nvSpPr>
            <p:spPr>
              <a:xfrm>
                <a:off x="3623059" y="6036429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1 h 6345"/>
                  <a:gd name="connsiteX5" fmla="*/ 1147 w 6343"/>
                  <a:gd name="connsiteY5" fmla="*/ 1131 h 6345"/>
                  <a:gd name="connsiteX6" fmla="*/ 218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7" y="5023"/>
                      <a:pt x="6562" y="4216"/>
                      <a:pt x="6562" y="3374"/>
                    </a:cubicBezTo>
                    <a:cubicBezTo>
                      <a:pt x="6562" y="2533"/>
                      <a:pt x="6227" y="1726"/>
                      <a:pt x="5633" y="1131"/>
                    </a:cubicBezTo>
                    <a:cubicBezTo>
                      <a:pt x="5038" y="536"/>
                      <a:pt x="4231" y="201"/>
                      <a:pt x="3390" y="201"/>
                    </a:cubicBezTo>
                    <a:cubicBezTo>
                      <a:pt x="2549" y="201"/>
                      <a:pt x="1742" y="536"/>
                      <a:pt x="1147" y="1131"/>
                    </a:cubicBezTo>
                    <a:cubicBezTo>
                      <a:pt x="553" y="1726"/>
                      <a:pt x="218" y="2533"/>
                      <a:pt x="218" y="3374"/>
                    </a:cubicBezTo>
                    <a:cubicBezTo>
                      <a:pt x="218" y="4216"/>
                      <a:pt x="553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50FF8FAC-8DAD-D3EF-ED86-3E92F9ABA73C}"/>
                  </a:ext>
                </a:extLst>
              </p:cNvPr>
              <p:cNvSpPr/>
              <p:nvPr/>
            </p:nvSpPr>
            <p:spPr>
              <a:xfrm>
                <a:off x="3620789" y="6035398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2 w 6343"/>
                  <a:gd name="connsiteY1" fmla="*/ 5618 h 6345"/>
                  <a:gd name="connsiteX2" fmla="*/ 6561 w 6343"/>
                  <a:gd name="connsiteY2" fmla="*/ 3374 h 6345"/>
                  <a:gd name="connsiteX3" fmla="*/ 5632 w 6343"/>
                  <a:gd name="connsiteY3" fmla="*/ 1131 h 6345"/>
                  <a:gd name="connsiteX4" fmla="*/ 3390 w 6343"/>
                  <a:gd name="connsiteY4" fmla="*/ 201 h 6345"/>
                  <a:gd name="connsiteX5" fmla="*/ 1147 w 6343"/>
                  <a:gd name="connsiteY5" fmla="*/ 1131 h 6345"/>
                  <a:gd name="connsiteX6" fmla="*/ 218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2" y="5618"/>
                    </a:cubicBezTo>
                    <a:cubicBezTo>
                      <a:pt x="6227" y="5023"/>
                      <a:pt x="6561" y="4216"/>
                      <a:pt x="6561" y="3374"/>
                    </a:cubicBezTo>
                    <a:cubicBezTo>
                      <a:pt x="6561" y="2533"/>
                      <a:pt x="6227" y="1726"/>
                      <a:pt x="5632" y="1131"/>
                    </a:cubicBezTo>
                    <a:cubicBezTo>
                      <a:pt x="5038" y="536"/>
                      <a:pt x="4231" y="201"/>
                      <a:pt x="3390" y="201"/>
                    </a:cubicBezTo>
                    <a:cubicBezTo>
                      <a:pt x="2549" y="201"/>
                      <a:pt x="1742" y="536"/>
                      <a:pt x="1147" y="1131"/>
                    </a:cubicBezTo>
                    <a:cubicBezTo>
                      <a:pt x="552" y="1726"/>
                      <a:pt x="218" y="2533"/>
                      <a:pt x="218" y="3374"/>
                    </a:cubicBezTo>
                    <a:cubicBezTo>
                      <a:pt x="218" y="4216"/>
                      <a:pt x="552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E5D02BB8-672A-1604-8B23-9C37300011B5}"/>
                  </a:ext>
                </a:extLst>
              </p:cNvPr>
              <p:cNvSpPr/>
              <p:nvPr/>
            </p:nvSpPr>
            <p:spPr>
              <a:xfrm>
                <a:off x="3181060" y="6517991"/>
                <a:ext cx="6343" cy="6345"/>
              </a:xfrm>
              <a:custGeom>
                <a:avLst/>
                <a:gdLst>
                  <a:gd name="connsiteX0" fmla="*/ 3355 w 6343"/>
                  <a:gd name="connsiteY0" fmla="*/ 6585 h 6345"/>
                  <a:gd name="connsiteX1" fmla="*/ 5598 w 6343"/>
                  <a:gd name="connsiteY1" fmla="*/ 5656 h 6345"/>
                  <a:gd name="connsiteX2" fmla="*/ 6527 w 6343"/>
                  <a:gd name="connsiteY2" fmla="*/ 3412 h 6345"/>
                  <a:gd name="connsiteX3" fmla="*/ 5598 w 6343"/>
                  <a:gd name="connsiteY3" fmla="*/ 1169 h 6345"/>
                  <a:gd name="connsiteX4" fmla="*/ 3355 w 6343"/>
                  <a:gd name="connsiteY4" fmla="*/ 239 h 6345"/>
                  <a:gd name="connsiteX5" fmla="*/ 1112 w 6343"/>
                  <a:gd name="connsiteY5" fmla="*/ 1169 h 6345"/>
                  <a:gd name="connsiteX6" fmla="*/ 184 w 6343"/>
                  <a:gd name="connsiteY6" fmla="*/ 3412 h 6345"/>
                  <a:gd name="connsiteX7" fmla="*/ 1112 w 6343"/>
                  <a:gd name="connsiteY7" fmla="*/ 5656 h 6345"/>
                  <a:gd name="connsiteX8" fmla="*/ 3355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85"/>
                    </a:moveTo>
                    <a:cubicBezTo>
                      <a:pt x="4196" y="6585"/>
                      <a:pt x="5003" y="6251"/>
                      <a:pt x="5598" y="5656"/>
                    </a:cubicBezTo>
                    <a:cubicBezTo>
                      <a:pt x="6193" y="5061"/>
                      <a:pt x="6527" y="4254"/>
                      <a:pt x="6527" y="3412"/>
                    </a:cubicBezTo>
                    <a:cubicBezTo>
                      <a:pt x="6527" y="2571"/>
                      <a:pt x="6193" y="1764"/>
                      <a:pt x="5598" y="1169"/>
                    </a:cubicBezTo>
                    <a:cubicBezTo>
                      <a:pt x="5003" y="574"/>
                      <a:pt x="4196" y="239"/>
                      <a:pt x="3355" y="239"/>
                    </a:cubicBezTo>
                    <a:cubicBezTo>
                      <a:pt x="2514" y="239"/>
                      <a:pt x="1707" y="574"/>
                      <a:pt x="1112" y="1169"/>
                    </a:cubicBezTo>
                    <a:cubicBezTo>
                      <a:pt x="518" y="1764"/>
                      <a:pt x="184" y="2571"/>
                      <a:pt x="184" y="3412"/>
                    </a:cubicBezTo>
                    <a:cubicBezTo>
                      <a:pt x="184" y="4254"/>
                      <a:pt x="518" y="5061"/>
                      <a:pt x="1112" y="5656"/>
                    </a:cubicBezTo>
                    <a:cubicBezTo>
                      <a:pt x="1707" y="6251"/>
                      <a:pt x="2514" y="6585"/>
                      <a:pt x="3355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E0E73C56-778B-F297-535A-C21CA6B4B804}"/>
                  </a:ext>
                </a:extLst>
              </p:cNvPr>
              <p:cNvSpPr/>
              <p:nvPr/>
            </p:nvSpPr>
            <p:spPr>
              <a:xfrm>
                <a:off x="3087948" y="6501474"/>
                <a:ext cx="6343" cy="6345"/>
              </a:xfrm>
              <a:custGeom>
                <a:avLst/>
                <a:gdLst>
                  <a:gd name="connsiteX0" fmla="*/ 3348 w 6343"/>
                  <a:gd name="connsiteY0" fmla="*/ 6584 h 6345"/>
                  <a:gd name="connsiteX1" fmla="*/ 5590 w 6343"/>
                  <a:gd name="connsiteY1" fmla="*/ 5654 h 6345"/>
                  <a:gd name="connsiteX2" fmla="*/ 6519 w 6343"/>
                  <a:gd name="connsiteY2" fmla="*/ 3411 h 6345"/>
                  <a:gd name="connsiteX3" fmla="*/ 5590 w 6343"/>
                  <a:gd name="connsiteY3" fmla="*/ 1167 h 6345"/>
                  <a:gd name="connsiteX4" fmla="*/ 3348 w 6343"/>
                  <a:gd name="connsiteY4" fmla="*/ 238 h 6345"/>
                  <a:gd name="connsiteX5" fmla="*/ 1105 w 6343"/>
                  <a:gd name="connsiteY5" fmla="*/ 1167 h 6345"/>
                  <a:gd name="connsiteX6" fmla="*/ 176 w 6343"/>
                  <a:gd name="connsiteY6" fmla="*/ 3411 h 6345"/>
                  <a:gd name="connsiteX7" fmla="*/ 1105 w 6343"/>
                  <a:gd name="connsiteY7" fmla="*/ 5654 h 6345"/>
                  <a:gd name="connsiteX8" fmla="*/ 3348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84"/>
                    </a:moveTo>
                    <a:cubicBezTo>
                      <a:pt x="4189" y="6584"/>
                      <a:pt x="4996" y="6249"/>
                      <a:pt x="5590" y="5654"/>
                    </a:cubicBezTo>
                    <a:cubicBezTo>
                      <a:pt x="6185" y="5059"/>
                      <a:pt x="6519" y="4252"/>
                      <a:pt x="6519" y="3411"/>
                    </a:cubicBezTo>
                    <a:cubicBezTo>
                      <a:pt x="6519" y="2569"/>
                      <a:pt x="6185" y="1762"/>
                      <a:pt x="5590" y="1167"/>
                    </a:cubicBezTo>
                    <a:cubicBezTo>
                      <a:pt x="4996" y="572"/>
                      <a:pt x="4189" y="238"/>
                      <a:pt x="3348" y="238"/>
                    </a:cubicBezTo>
                    <a:cubicBezTo>
                      <a:pt x="2507" y="238"/>
                      <a:pt x="1700" y="572"/>
                      <a:pt x="1105" y="1167"/>
                    </a:cubicBezTo>
                    <a:cubicBezTo>
                      <a:pt x="510" y="1762"/>
                      <a:pt x="176" y="2569"/>
                      <a:pt x="176" y="3411"/>
                    </a:cubicBezTo>
                    <a:cubicBezTo>
                      <a:pt x="176" y="4252"/>
                      <a:pt x="510" y="5059"/>
                      <a:pt x="1105" y="5654"/>
                    </a:cubicBezTo>
                    <a:cubicBezTo>
                      <a:pt x="1700" y="6249"/>
                      <a:pt x="2507" y="6584"/>
                      <a:pt x="3348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FF2046E8-33B9-57E7-3790-B15C0F100310}"/>
                  </a:ext>
                </a:extLst>
              </p:cNvPr>
              <p:cNvSpPr/>
              <p:nvPr/>
            </p:nvSpPr>
            <p:spPr>
              <a:xfrm>
                <a:off x="3305018" y="6008446"/>
                <a:ext cx="6343" cy="6345"/>
              </a:xfrm>
              <a:custGeom>
                <a:avLst/>
                <a:gdLst>
                  <a:gd name="connsiteX0" fmla="*/ 3365 w 6343"/>
                  <a:gd name="connsiteY0" fmla="*/ 6545 h 6345"/>
                  <a:gd name="connsiteX1" fmla="*/ 5608 w 6343"/>
                  <a:gd name="connsiteY1" fmla="*/ 5615 h 6345"/>
                  <a:gd name="connsiteX2" fmla="*/ 6536 w 6343"/>
                  <a:gd name="connsiteY2" fmla="*/ 3372 h 6345"/>
                  <a:gd name="connsiteX3" fmla="*/ 5608 w 6343"/>
                  <a:gd name="connsiteY3" fmla="*/ 1129 h 6345"/>
                  <a:gd name="connsiteX4" fmla="*/ 3365 w 6343"/>
                  <a:gd name="connsiteY4" fmla="*/ 199 h 6345"/>
                  <a:gd name="connsiteX5" fmla="*/ 1122 w 6343"/>
                  <a:gd name="connsiteY5" fmla="*/ 1129 h 6345"/>
                  <a:gd name="connsiteX6" fmla="*/ 193 w 6343"/>
                  <a:gd name="connsiteY6" fmla="*/ 3372 h 6345"/>
                  <a:gd name="connsiteX7" fmla="*/ 1122 w 6343"/>
                  <a:gd name="connsiteY7" fmla="*/ 5615 h 6345"/>
                  <a:gd name="connsiteX8" fmla="*/ 3365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5"/>
                    </a:moveTo>
                    <a:cubicBezTo>
                      <a:pt x="4206" y="6545"/>
                      <a:pt x="5013" y="6210"/>
                      <a:pt x="5608" y="5615"/>
                    </a:cubicBezTo>
                    <a:cubicBezTo>
                      <a:pt x="6202" y="5020"/>
                      <a:pt x="6536" y="4213"/>
                      <a:pt x="6536" y="3372"/>
                    </a:cubicBezTo>
                    <a:cubicBezTo>
                      <a:pt x="6536" y="2531"/>
                      <a:pt x="6202" y="1724"/>
                      <a:pt x="5608" y="1129"/>
                    </a:cubicBezTo>
                    <a:cubicBezTo>
                      <a:pt x="5013" y="534"/>
                      <a:pt x="4206" y="199"/>
                      <a:pt x="3365" y="199"/>
                    </a:cubicBezTo>
                    <a:cubicBezTo>
                      <a:pt x="2524" y="199"/>
                      <a:pt x="1717" y="534"/>
                      <a:pt x="1122" y="1129"/>
                    </a:cubicBezTo>
                    <a:cubicBezTo>
                      <a:pt x="528" y="1724"/>
                      <a:pt x="193" y="2531"/>
                      <a:pt x="193" y="3372"/>
                    </a:cubicBezTo>
                    <a:cubicBezTo>
                      <a:pt x="193" y="4213"/>
                      <a:pt x="528" y="5020"/>
                      <a:pt x="1122" y="5615"/>
                    </a:cubicBezTo>
                    <a:cubicBezTo>
                      <a:pt x="1717" y="6210"/>
                      <a:pt x="2524" y="6545"/>
                      <a:pt x="3365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7ED7B3CE-69A2-2DC3-C9C7-87BE0A7627DB}"/>
                  </a:ext>
                </a:extLst>
              </p:cNvPr>
              <p:cNvSpPr/>
              <p:nvPr/>
            </p:nvSpPr>
            <p:spPr>
              <a:xfrm>
                <a:off x="3305248" y="6004059"/>
                <a:ext cx="6343" cy="6345"/>
              </a:xfrm>
              <a:custGeom>
                <a:avLst/>
                <a:gdLst>
                  <a:gd name="connsiteX0" fmla="*/ 3365 w 6343"/>
                  <a:gd name="connsiteY0" fmla="*/ 6544 h 6345"/>
                  <a:gd name="connsiteX1" fmla="*/ 5608 w 6343"/>
                  <a:gd name="connsiteY1" fmla="*/ 5615 h 6345"/>
                  <a:gd name="connsiteX2" fmla="*/ 6536 w 6343"/>
                  <a:gd name="connsiteY2" fmla="*/ 3372 h 6345"/>
                  <a:gd name="connsiteX3" fmla="*/ 5608 w 6343"/>
                  <a:gd name="connsiteY3" fmla="*/ 1128 h 6345"/>
                  <a:gd name="connsiteX4" fmla="*/ 3365 w 6343"/>
                  <a:gd name="connsiteY4" fmla="*/ 199 h 6345"/>
                  <a:gd name="connsiteX5" fmla="*/ 1122 w 6343"/>
                  <a:gd name="connsiteY5" fmla="*/ 1128 h 6345"/>
                  <a:gd name="connsiteX6" fmla="*/ 193 w 6343"/>
                  <a:gd name="connsiteY6" fmla="*/ 3372 h 6345"/>
                  <a:gd name="connsiteX7" fmla="*/ 1122 w 6343"/>
                  <a:gd name="connsiteY7" fmla="*/ 5615 h 6345"/>
                  <a:gd name="connsiteX8" fmla="*/ 3365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4"/>
                    </a:moveTo>
                    <a:cubicBezTo>
                      <a:pt x="4206" y="6544"/>
                      <a:pt x="5013" y="6210"/>
                      <a:pt x="5608" y="5615"/>
                    </a:cubicBezTo>
                    <a:cubicBezTo>
                      <a:pt x="6202" y="5020"/>
                      <a:pt x="6536" y="4213"/>
                      <a:pt x="6536" y="3372"/>
                    </a:cubicBezTo>
                    <a:cubicBezTo>
                      <a:pt x="6536" y="2530"/>
                      <a:pt x="6202" y="1723"/>
                      <a:pt x="5608" y="1128"/>
                    </a:cubicBezTo>
                    <a:cubicBezTo>
                      <a:pt x="5013" y="533"/>
                      <a:pt x="4206" y="199"/>
                      <a:pt x="3365" y="199"/>
                    </a:cubicBezTo>
                    <a:cubicBezTo>
                      <a:pt x="2524" y="199"/>
                      <a:pt x="1717" y="533"/>
                      <a:pt x="1122" y="1128"/>
                    </a:cubicBezTo>
                    <a:cubicBezTo>
                      <a:pt x="528" y="1723"/>
                      <a:pt x="193" y="2530"/>
                      <a:pt x="193" y="3372"/>
                    </a:cubicBezTo>
                    <a:cubicBezTo>
                      <a:pt x="193" y="4213"/>
                      <a:pt x="528" y="5020"/>
                      <a:pt x="1122" y="5615"/>
                    </a:cubicBezTo>
                    <a:cubicBezTo>
                      <a:pt x="1717" y="6210"/>
                      <a:pt x="2524" y="6544"/>
                      <a:pt x="3365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9032A252-77A3-5AC9-D562-CE290E70B8FD}"/>
                  </a:ext>
                </a:extLst>
              </p:cNvPr>
              <p:cNvSpPr/>
              <p:nvPr/>
            </p:nvSpPr>
            <p:spPr>
              <a:xfrm>
                <a:off x="3306763" y="5999103"/>
                <a:ext cx="6343" cy="6345"/>
              </a:xfrm>
              <a:custGeom>
                <a:avLst/>
                <a:gdLst>
                  <a:gd name="connsiteX0" fmla="*/ 3365 w 6343"/>
                  <a:gd name="connsiteY0" fmla="*/ 6544 h 6345"/>
                  <a:gd name="connsiteX1" fmla="*/ 5608 w 6343"/>
                  <a:gd name="connsiteY1" fmla="*/ 5615 h 6345"/>
                  <a:gd name="connsiteX2" fmla="*/ 6537 w 6343"/>
                  <a:gd name="connsiteY2" fmla="*/ 3371 h 6345"/>
                  <a:gd name="connsiteX3" fmla="*/ 5608 w 6343"/>
                  <a:gd name="connsiteY3" fmla="*/ 1128 h 6345"/>
                  <a:gd name="connsiteX4" fmla="*/ 3365 w 6343"/>
                  <a:gd name="connsiteY4" fmla="*/ 199 h 6345"/>
                  <a:gd name="connsiteX5" fmla="*/ 1122 w 6343"/>
                  <a:gd name="connsiteY5" fmla="*/ 1128 h 6345"/>
                  <a:gd name="connsiteX6" fmla="*/ 193 w 6343"/>
                  <a:gd name="connsiteY6" fmla="*/ 3371 h 6345"/>
                  <a:gd name="connsiteX7" fmla="*/ 1122 w 6343"/>
                  <a:gd name="connsiteY7" fmla="*/ 5615 h 6345"/>
                  <a:gd name="connsiteX8" fmla="*/ 3365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4"/>
                    </a:moveTo>
                    <a:cubicBezTo>
                      <a:pt x="4206" y="6544"/>
                      <a:pt x="5013" y="6210"/>
                      <a:pt x="5608" y="5615"/>
                    </a:cubicBezTo>
                    <a:cubicBezTo>
                      <a:pt x="6202" y="5020"/>
                      <a:pt x="6537" y="4213"/>
                      <a:pt x="6537" y="3371"/>
                    </a:cubicBezTo>
                    <a:cubicBezTo>
                      <a:pt x="6537" y="2530"/>
                      <a:pt x="6202" y="1723"/>
                      <a:pt x="5608" y="1128"/>
                    </a:cubicBezTo>
                    <a:cubicBezTo>
                      <a:pt x="5013" y="533"/>
                      <a:pt x="4206" y="199"/>
                      <a:pt x="3365" y="199"/>
                    </a:cubicBezTo>
                    <a:cubicBezTo>
                      <a:pt x="2524" y="199"/>
                      <a:pt x="1717" y="533"/>
                      <a:pt x="1122" y="1128"/>
                    </a:cubicBezTo>
                    <a:cubicBezTo>
                      <a:pt x="528" y="1723"/>
                      <a:pt x="193" y="2530"/>
                      <a:pt x="193" y="3371"/>
                    </a:cubicBezTo>
                    <a:cubicBezTo>
                      <a:pt x="193" y="4213"/>
                      <a:pt x="528" y="5020"/>
                      <a:pt x="1122" y="5615"/>
                    </a:cubicBezTo>
                    <a:cubicBezTo>
                      <a:pt x="1717" y="6210"/>
                      <a:pt x="2524" y="6544"/>
                      <a:pt x="3365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57294280-1347-F272-BF99-DD42BD979452}"/>
                  </a:ext>
                </a:extLst>
              </p:cNvPr>
              <p:cNvSpPr/>
              <p:nvPr/>
            </p:nvSpPr>
            <p:spPr>
              <a:xfrm>
                <a:off x="3305893" y="5995285"/>
                <a:ext cx="6343" cy="6345"/>
              </a:xfrm>
              <a:custGeom>
                <a:avLst/>
                <a:gdLst>
                  <a:gd name="connsiteX0" fmla="*/ 3365 w 6343"/>
                  <a:gd name="connsiteY0" fmla="*/ 6544 h 6345"/>
                  <a:gd name="connsiteX1" fmla="*/ 5608 w 6343"/>
                  <a:gd name="connsiteY1" fmla="*/ 5614 h 6345"/>
                  <a:gd name="connsiteX2" fmla="*/ 6537 w 6343"/>
                  <a:gd name="connsiteY2" fmla="*/ 3371 h 6345"/>
                  <a:gd name="connsiteX3" fmla="*/ 5608 w 6343"/>
                  <a:gd name="connsiteY3" fmla="*/ 1127 h 6345"/>
                  <a:gd name="connsiteX4" fmla="*/ 3365 w 6343"/>
                  <a:gd name="connsiteY4" fmla="*/ 198 h 6345"/>
                  <a:gd name="connsiteX5" fmla="*/ 1122 w 6343"/>
                  <a:gd name="connsiteY5" fmla="*/ 1127 h 6345"/>
                  <a:gd name="connsiteX6" fmla="*/ 193 w 6343"/>
                  <a:gd name="connsiteY6" fmla="*/ 3371 h 6345"/>
                  <a:gd name="connsiteX7" fmla="*/ 1122 w 6343"/>
                  <a:gd name="connsiteY7" fmla="*/ 5614 h 6345"/>
                  <a:gd name="connsiteX8" fmla="*/ 3365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4"/>
                    </a:moveTo>
                    <a:cubicBezTo>
                      <a:pt x="4206" y="6544"/>
                      <a:pt x="5013" y="6209"/>
                      <a:pt x="5608" y="5614"/>
                    </a:cubicBezTo>
                    <a:cubicBezTo>
                      <a:pt x="6202" y="5019"/>
                      <a:pt x="6537" y="4212"/>
                      <a:pt x="6537" y="3371"/>
                    </a:cubicBezTo>
                    <a:cubicBezTo>
                      <a:pt x="6537" y="2530"/>
                      <a:pt x="6202" y="1722"/>
                      <a:pt x="5608" y="1127"/>
                    </a:cubicBezTo>
                    <a:cubicBezTo>
                      <a:pt x="5013" y="533"/>
                      <a:pt x="4206" y="198"/>
                      <a:pt x="3365" y="198"/>
                    </a:cubicBezTo>
                    <a:cubicBezTo>
                      <a:pt x="2524" y="198"/>
                      <a:pt x="1717" y="533"/>
                      <a:pt x="1122" y="1127"/>
                    </a:cubicBezTo>
                    <a:cubicBezTo>
                      <a:pt x="528" y="1722"/>
                      <a:pt x="193" y="2530"/>
                      <a:pt x="193" y="3371"/>
                    </a:cubicBezTo>
                    <a:cubicBezTo>
                      <a:pt x="193" y="4212"/>
                      <a:pt x="528" y="5019"/>
                      <a:pt x="1122" y="5614"/>
                    </a:cubicBezTo>
                    <a:cubicBezTo>
                      <a:pt x="1717" y="6209"/>
                      <a:pt x="2524" y="6544"/>
                      <a:pt x="3365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F4C3B74A-C849-D4E8-E442-ACCD4299C3C8}"/>
                  </a:ext>
                </a:extLst>
              </p:cNvPr>
              <p:cNvSpPr/>
              <p:nvPr/>
            </p:nvSpPr>
            <p:spPr>
              <a:xfrm>
                <a:off x="3305092" y="5991447"/>
                <a:ext cx="6343" cy="6345"/>
              </a:xfrm>
              <a:custGeom>
                <a:avLst/>
                <a:gdLst>
                  <a:gd name="connsiteX0" fmla="*/ 3365 w 6343"/>
                  <a:gd name="connsiteY0" fmla="*/ 6543 h 6345"/>
                  <a:gd name="connsiteX1" fmla="*/ 5608 w 6343"/>
                  <a:gd name="connsiteY1" fmla="*/ 5614 h 6345"/>
                  <a:gd name="connsiteX2" fmla="*/ 6536 w 6343"/>
                  <a:gd name="connsiteY2" fmla="*/ 3371 h 6345"/>
                  <a:gd name="connsiteX3" fmla="*/ 5608 w 6343"/>
                  <a:gd name="connsiteY3" fmla="*/ 1127 h 6345"/>
                  <a:gd name="connsiteX4" fmla="*/ 3365 w 6343"/>
                  <a:gd name="connsiteY4" fmla="*/ 198 h 6345"/>
                  <a:gd name="connsiteX5" fmla="*/ 1122 w 6343"/>
                  <a:gd name="connsiteY5" fmla="*/ 1127 h 6345"/>
                  <a:gd name="connsiteX6" fmla="*/ 193 w 6343"/>
                  <a:gd name="connsiteY6" fmla="*/ 3371 h 6345"/>
                  <a:gd name="connsiteX7" fmla="*/ 1122 w 6343"/>
                  <a:gd name="connsiteY7" fmla="*/ 5614 h 6345"/>
                  <a:gd name="connsiteX8" fmla="*/ 336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3"/>
                    </a:moveTo>
                    <a:cubicBezTo>
                      <a:pt x="4206" y="6543"/>
                      <a:pt x="5013" y="6209"/>
                      <a:pt x="5608" y="5614"/>
                    </a:cubicBezTo>
                    <a:cubicBezTo>
                      <a:pt x="6202" y="5019"/>
                      <a:pt x="6536" y="4212"/>
                      <a:pt x="6536" y="3371"/>
                    </a:cubicBezTo>
                    <a:cubicBezTo>
                      <a:pt x="6536" y="2529"/>
                      <a:pt x="6202" y="1722"/>
                      <a:pt x="5608" y="1127"/>
                    </a:cubicBezTo>
                    <a:cubicBezTo>
                      <a:pt x="5013" y="532"/>
                      <a:pt x="4206" y="198"/>
                      <a:pt x="3365" y="198"/>
                    </a:cubicBezTo>
                    <a:cubicBezTo>
                      <a:pt x="2524" y="198"/>
                      <a:pt x="1717" y="532"/>
                      <a:pt x="1122" y="1127"/>
                    </a:cubicBezTo>
                    <a:cubicBezTo>
                      <a:pt x="528" y="1722"/>
                      <a:pt x="193" y="2529"/>
                      <a:pt x="193" y="3371"/>
                    </a:cubicBezTo>
                    <a:cubicBezTo>
                      <a:pt x="193" y="4212"/>
                      <a:pt x="528" y="5019"/>
                      <a:pt x="1122" y="5614"/>
                    </a:cubicBezTo>
                    <a:cubicBezTo>
                      <a:pt x="1717" y="6209"/>
                      <a:pt x="2524" y="6543"/>
                      <a:pt x="336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8370B7F4-F486-600B-C0B0-6735617A9F18}"/>
                  </a:ext>
                </a:extLst>
              </p:cNvPr>
              <p:cNvSpPr/>
              <p:nvPr/>
            </p:nvSpPr>
            <p:spPr>
              <a:xfrm>
                <a:off x="3305361" y="5987146"/>
                <a:ext cx="6343" cy="6345"/>
              </a:xfrm>
              <a:custGeom>
                <a:avLst/>
                <a:gdLst>
                  <a:gd name="connsiteX0" fmla="*/ 3365 w 6343"/>
                  <a:gd name="connsiteY0" fmla="*/ 6543 h 6345"/>
                  <a:gd name="connsiteX1" fmla="*/ 5608 w 6343"/>
                  <a:gd name="connsiteY1" fmla="*/ 5614 h 6345"/>
                  <a:gd name="connsiteX2" fmla="*/ 6536 w 6343"/>
                  <a:gd name="connsiteY2" fmla="*/ 3370 h 6345"/>
                  <a:gd name="connsiteX3" fmla="*/ 5608 w 6343"/>
                  <a:gd name="connsiteY3" fmla="*/ 1127 h 6345"/>
                  <a:gd name="connsiteX4" fmla="*/ 3365 w 6343"/>
                  <a:gd name="connsiteY4" fmla="*/ 198 h 6345"/>
                  <a:gd name="connsiteX5" fmla="*/ 1122 w 6343"/>
                  <a:gd name="connsiteY5" fmla="*/ 1127 h 6345"/>
                  <a:gd name="connsiteX6" fmla="*/ 193 w 6343"/>
                  <a:gd name="connsiteY6" fmla="*/ 3370 h 6345"/>
                  <a:gd name="connsiteX7" fmla="*/ 1122 w 6343"/>
                  <a:gd name="connsiteY7" fmla="*/ 5614 h 6345"/>
                  <a:gd name="connsiteX8" fmla="*/ 336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3"/>
                    </a:moveTo>
                    <a:cubicBezTo>
                      <a:pt x="4206" y="6543"/>
                      <a:pt x="5013" y="6209"/>
                      <a:pt x="5608" y="5614"/>
                    </a:cubicBezTo>
                    <a:cubicBezTo>
                      <a:pt x="6202" y="5019"/>
                      <a:pt x="6536" y="4212"/>
                      <a:pt x="6536" y="3370"/>
                    </a:cubicBezTo>
                    <a:cubicBezTo>
                      <a:pt x="6536" y="2529"/>
                      <a:pt x="6202" y="1722"/>
                      <a:pt x="5608" y="1127"/>
                    </a:cubicBezTo>
                    <a:cubicBezTo>
                      <a:pt x="5013" y="532"/>
                      <a:pt x="4206" y="198"/>
                      <a:pt x="3365" y="198"/>
                    </a:cubicBezTo>
                    <a:cubicBezTo>
                      <a:pt x="2524" y="198"/>
                      <a:pt x="1717" y="532"/>
                      <a:pt x="1122" y="1127"/>
                    </a:cubicBezTo>
                    <a:cubicBezTo>
                      <a:pt x="528" y="1722"/>
                      <a:pt x="193" y="2529"/>
                      <a:pt x="193" y="3370"/>
                    </a:cubicBezTo>
                    <a:cubicBezTo>
                      <a:pt x="193" y="4212"/>
                      <a:pt x="528" y="5019"/>
                      <a:pt x="1122" y="5614"/>
                    </a:cubicBezTo>
                    <a:cubicBezTo>
                      <a:pt x="1717" y="6209"/>
                      <a:pt x="2524" y="6543"/>
                      <a:pt x="336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8C83EEEB-5459-91C2-7AC9-913AAA583260}"/>
                  </a:ext>
                </a:extLst>
              </p:cNvPr>
              <p:cNvSpPr/>
              <p:nvPr/>
            </p:nvSpPr>
            <p:spPr>
              <a:xfrm>
                <a:off x="3012444" y="5979261"/>
                <a:ext cx="6343" cy="6345"/>
              </a:xfrm>
              <a:custGeom>
                <a:avLst/>
                <a:gdLst>
                  <a:gd name="connsiteX0" fmla="*/ 3342 w 6343"/>
                  <a:gd name="connsiteY0" fmla="*/ 6542 h 6345"/>
                  <a:gd name="connsiteX1" fmla="*/ 5584 w 6343"/>
                  <a:gd name="connsiteY1" fmla="*/ 5613 h 6345"/>
                  <a:gd name="connsiteX2" fmla="*/ 6513 w 6343"/>
                  <a:gd name="connsiteY2" fmla="*/ 3370 h 6345"/>
                  <a:gd name="connsiteX3" fmla="*/ 5584 w 6343"/>
                  <a:gd name="connsiteY3" fmla="*/ 1126 h 6345"/>
                  <a:gd name="connsiteX4" fmla="*/ 3342 w 6343"/>
                  <a:gd name="connsiteY4" fmla="*/ 197 h 6345"/>
                  <a:gd name="connsiteX5" fmla="*/ 1099 w 6343"/>
                  <a:gd name="connsiteY5" fmla="*/ 1126 h 6345"/>
                  <a:gd name="connsiteX6" fmla="*/ 170 w 6343"/>
                  <a:gd name="connsiteY6" fmla="*/ 3370 h 6345"/>
                  <a:gd name="connsiteX7" fmla="*/ 1099 w 6343"/>
                  <a:gd name="connsiteY7" fmla="*/ 5613 h 6345"/>
                  <a:gd name="connsiteX8" fmla="*/ 334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542"/>
                    </a:moveTo>
                    <a:cubicBezTo>
                      <a:pt x="4183" y="6542"/>
                      <a:pt x="4990" y="6208"/>
                      <a:pt x="5584" y="5613"/>
                    </a:cubicBezTo>
                    <a:cubicBezTo>
                      <a:pt x="6179" y="5018"/>
                      <a:pt x="6513" y="4211"/>
                      <a:pt x="6513" y="3370"/>
                    </a:cubicBezTo>
                    <a:cubicBezTo>
                      <a:pt x="6513" y="2528"/>
                      <a:pt x="6179" y="1721"/>
                      <a:pt x="5584" y="1126"/>
                    </a:cubicBezTo>
                    <a:cubicBezTo>
                      <a:pt x="4990" y="531"/>
                      <a:pt x="4183" y="197"/>
                      <a:pt x="3342" y="197"/>
                    </a:cubicBezTo>
                    <a:cubicBezTo>
                      <a:pt x="2501" y="197"/>
                      <a:pt x="1694" y="531"/>
                      <a:pt x="1099" y="1126"/>
                    </a:cubicBezTo>
                    <a:cubicBezTo>
                      <a:pt x="504" y="1721"/>
                      <a:pt x="170" y="2528"/>
                      <a:pt x="170" y="3370"/>
                    </a:cubicBezTo>
                    <a:cubicBezTo>
                      <a:pt x="170" y="4211"/>
                      <a:pt x="504" y="5018"/>
                      <a:pt x="1099" y="5613"/>
                    </a:cubicBezTo>
                    <a:cubicBezTo>
                      <a:pt x="1694" y="6208"/>
                      <a:pt x="2501" y="6542"/>
                      <a:pt x="334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3431EA0B-0C3A-05D8-7EF1-975F19BA7150}"/>
                  </a:ext>
                </a:extLst>
              </p:cNvPr>
              <p:cNvSpPr/>
              <p:nvPr/>
            </p:nvSpPr>
            <p:spPr>
              <a:xfrm>
                <a:off x="3012021" y="5973682"/>
                <a:ext cx="6343" cy="6345"/>
              </a:xfrm>
              <a:custGeom>
                <a:avLst/>
                <a:gdLst>
                  <a:gd name="connsiteX0" fmla="*/ 3342 w 6343"/>
                  <a:gd name="connsiteY0" fmla="*/ 6542 h 6345"/>
                  <a:gd name="connsiteX1" fmla="*/ 5584 w 6343"/>
                  <a:gd name="connsiteY1" fmla="*/ 5613 h 6345"/>
                  <a:gd name="connsiteX2" fmla="*/ 6513 w 6343"/>
                  <a:gd name="connsiteY2" fmla="*/ 3369 h 6345"/>
                  <a:gd name="connsiteX3" fmla="*/ 5584 w 6343"/>
                  <a:gd name="connsiteY3" fmla="*/ 1126 h 6345"/>
                  <a:gd name="connsiteX4" fmla="*/ 3342 w 6343"/>
                  <a:gd name="connsiteY4" fmla="*/ 197 h 6345"/>
                  <a:gd name="connsiteX5" fmla="*/ 1099 w 6343"/>
                  <a:gd name="connsiteY5" fmla="*/ 1126 h 6345"/>
                  <a:gd name="connsiteX6" fmla="*/ 170 w 6343"/>
                  <a:gd name="connsiteY6" fmla="*/ 3369 h 6345"/>
                  <a:gd name="connsiteX7" fmla="*/ 1099 w 6343"/>
                  <a:gd name="connsiteY7" fmla="*/ 5613 h 6345"/>
                  <a:gd name="connsiteX8" fmla="*/ 334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542"/>
                    </a:moveTo>
                    <a:cubicBezTo>
                      <a:pt x="4183" y="6542"/>
                      <a:pt x="4990" y="6208"/>
                      <a:pt x="5584" y="5613"/>
                    </a:cubicBezTo>
                    <a:cubicBezTo>
                      <a:pt x="6179" y="5018"/>
                      <a:pt x="6513" y="4211"/>
                      <a:pt x="6513" y="3369"/>
                    </a:cubicBezTo>
                    <a:cubicBezTo>
                      <a:pt x="6513" y="2528"/>
                      <a:pt x="6179" y="1721"/>
                      <a:pt x="5584" y="1126"/>
                    </a:cubicBezTo>
                    <a:cubicBezTo>
                      <a:pt x="4990" y="531"/>
                      <a:pt x="4183" y="197"/>
                      <a:pt x="3342" y="197"/>
                    </a:cubicBezTo>
                    <a:cubicBezTo>
                      <a:pt x="2501" y="197"/>
                      <a:pt x="1694" y="531"/>
                      <a:pt x="1099" y="1126"/>
                    </a:cubicBezTo>
                    <a:cubicBezTo>
                      <a:pt x="504" y="1721"/>
                      <a:pt x="170" y="2528"/>
                      <a:pt x="170" y="3369"/>
                    </a:cubicBezTo>
                    <a:cubicBezTo>
                      <a:pt x="170" y="4211"/>
                      <a:pt x="504" y="5018"/>
                      <a:pt x="1099" y="5613"/>
                    </a:cubicBezTo>
                    <a:cubicBezTo>
                      <a:pt x="1694" y="6208"/>
                      <a:pt x="2501" y="6542"/>
                      <a:pt x="334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6BE57193-FD8F-7F50-D379-40CF6B36A5AE}"/>
                  </a:ext>
                </a:extLst>
              </p:cNvPr>
              <p:cNvSpPr/>
              <p:nvPr/>
            </p:nvSpPr>
            <p:spPr>
              <a:xfrm>
                <a:off x="3011266" y="5968206"/>
                <a:ext cx="6343" cy="6345"/>
              </a:xfrm>
              <a:custGeom>
                <a:avLst/>
                <a:gdLst>
                  <a:gd name="connsiteX0" fmla="*/ 3342 w 6343"/>
                  <a:gd name="connsiteY0" fmla="*/ 6542 h 6345"/>
                  <a:gd name="connsiteX1" fmla="*/ 5584 w 6343"/>
                  <a:gd name="connsiteY1" fmla="*/ 5612 h 6345"/>
                  <a:gd name="connsiteX2" fmla="*/ 6513 w 6343"/>
                  <a:gd name="connsiteY2" fmla="*/ 3369 h 6345"/>
                  <a:gd name="connsiteX3" fmla="*/ 5584 w 6343"/>
                  <a:gd name="connsiteY3" fmla="*/ 1125 h 6345"/>
                  <a:gd name="connsiteX4" fmla="*/ 3342 w 6343"/>
                  <a:gd name="connsiteY4" fmla="*/ 196 h 6345"/>
                  <a:gd name="connsiteX5" fmla="*/ 1099 w 6343"/>
                  <a:gd name="connsiteY5" fmla="*/ 1125 h 6345"/>
                  <a:gd name="connsiteX6" fmla="*/ 170 w 6343"/>
                  <a:gd name="connsiteY6" fmla="*/ 3369 h 6345"/>
                  <a:gd name="connsiteX7" fmla="*/ 1099 w 6343"/>
                  <a:gd name="connsiteY7" fmla="*/ 5612 h 6345"/>
                  <a:gd name="connsiteX8" fmla="*/ 334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542"/>
                    </a:moveTo>
                    <a:cubicBezTo>
                      <a:pt x="4183" y="6542"/>
                      <a:pt x="4990" y="6207"/>
                      <a:pt x="5584" y="5612"/>
                    </a:cubicBezTo>
                    <a:cubicBezTo>
                      <a:pt x="6179" y="5017"/>
                      <a:pt x="6513" y="4210"/>
                      <a:pt x="6513" y="3369"/>
                    </a:cubicBezTo>
                    <a:cubicBezTo>
                      <a:pt x="6513" y="2527"/>
                      <a:pt x="6179" y="1720"/>
                      <a:pt x="5584" y="1125"/>
                    </a:cubicBezTo>
                    <a:cubicBezTo>
                      <a:pt x="4990" y="530"/>
                      <a:pt x="4183" y="196"/>
                      <a:pt x="3342" y="196"/>
                    </a:cubicBezTo>
                    <a:cubicBezTo>
                      <a:pt x="2501" y="196"/>
                      <a:pt x="1694" y="530"/>
                      <a:pt x="1099" y="1125"/>
                    </a:cubicBezTo>
                    <a:cubicBezTo>
                      <a:pt x="504" y="1720"/>
                      <a:pt x="170" y="2527"/>
                      <a:pt x="170" y="3369"/>
                    </a:cubicBezTo>
                    <a:cubicBezTo>
                      <a:pt x="170" y="4210"/>
                      <a:pt x="504" y="5017"/>
                      <a:pt x="1099" y="5612"/>
                    </a:cubicBezTo>
                    <a:cubicBezTo>
                      <a:pt x="1694" y="6207"/>
                      <a:pt x="2501" y="6542"/>
                      <a:pt x="334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C89BCA68-4E9F-C6A0-7127-32490E43061C}"/>
                  </a:ext>
                </a:extLst>
              </p:cNvPr>
              <p:cNvSpPr/>
              <p:nvPr/>
            </p:nvSpPr>
            <p:spPr>
              <a:xfrm>
                <a:off x="2577167" y="5341876"/>
                <a:ext cx="6343" cy="6345"/>
              </a:xfrm>
              <a:custGeom>
                <a:avLst/>
                <a:gdLst>
                  <a:gd name="connsiteX0" fmla="*/ 3308 w 6343"/>
                  <a:gd name="connsiteY0" fmla="*/ 6492 h 6345"/>
                  <a:gd name="connsiteX1" fmla="*/ 5550 w 6343"/>
                  <a:gd name="connsiteY1" fmla="*/ 5563 h 6345"/>
                  <a:gd name="connsiteX2" fmla="*/ 6479 w 6343"/>
                  <a:gd name="connsiteY2" fmla="*/ 3319 h 6345"/>
                  <a:gd name="connsiteX3" fmla="*/ 5550 w 6343"/>
                  <a:gd name="connsiteY3" fmla="*/ 1076 h 6345"/>
                  <a:gd name="connsiteX4" fmla="*/ 3308 w 6343"/>
                  <a:gd name="connsiteY4" fmla="*/ 147 h 6345"/>
                  <a:gd name="connsiteX5" fmla="*/ 1065 w 6343"/>
                  <a:gd name="connsiteY5" fmla="*/ 1076 h 6345"/>
                  <a:gd name="connsiteX6" fmla="*/ 136 w 6343"/>
                  <a:gd name="connsiteY6" fmla="*/ 3319 h 6345"/>
                  <a:gd name="connsiteX7" fmla="*/ 1065 w 6343"/>
                  <a:gd name="connsiteY7" fmla="*/ 5563 h 6345"/>
                  <a:gd name="connsiteX8" fmla="*/ 3308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492"/>
                    </a:moveTo>
                    <a:cubicBezTo>
                      <a:pt x="4149" y="6492"/>
                      <a:pt x="4955" y="6158"/>
                      <a:pt x="5550" y="5563"/>
                    </a:cubicBezTo>
                    <a:cubicBezTo>
                      <a:pt x="6145" y="4968"/>
                      <a:pt x="6479" y="4161"/>
                      <a:pt x="6479" y="3319"/>
                    </a:cubicBezTo>
                    <a:cubicBezTo>
                      <a:pt x="6479" y="2478"/>
                      <a:pt x="6145" y="1671"/>
                      <a:pt x="5550" y="1076"/>
                    </a:cubicBezTo>
                    <a:cubicBezTo>
                      <a:pt x="4955" y="481"/>
                      <a:pt x="4149" y="147"/>
                      <a:pt x="3308" y="147"/>
                    </a:cubicBezTo>
                    <a:cubicBezTo>
                      <a:pt x="2466" y="147"/>
                      <a:pt x="1660" y="481"/>
                      <a:pt x="1065" y="1076"/>
                    </a:cubicBezTo>
                    <a:cubicBezTo>
                      <a:pt x="470" y="1671"/>
                      <a:pt x="136" y="2478"/>
                      <a:pt x="136" y="3319"/>
                    </a:cubicBezTo>
                    <a:cubicBezTo>
                      <a:pt x="136" y="4161"/>
                      <a:pt x="470" y="4968"/>
                      <a:pt x="1065" y="5563"/>
                    </a:cubicBezTo>
                    <a:cubicBezTo>
                      <a:pt x="1660" y="6158"/>
                      <a:pt x="2466" y="6492"/>
                      <a:pt x="3308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115A468E-46BE-8244-AED4-D97D721CE963}"/>
                  </a:ext>
                </a:extLst>
              </p:cNvPr>
              <p:cNvSpPr/>
              <p:nvPr/>
            </p:nvSpPr>
            <p:spPr>
              <a:xfrm>
                <a:off x="2573784" y="5332120"/>
                <a:ext cx="6343" cy="6345"/>
              </a:xfrm>
              <a:custGeom>
                <a:avLst/>
                <a:gdLst>
                  <a:gd name="connsiteX0" fmla="*/ 3307 w 6343"/>
                  <a:gd name="connsiteY0" fmla="*/ 6491 h 6345"/>
                  <a:gd name="connsiteX1" fmla="*/ 5550 w 6343"/>
                  <a:gd name="connsiteY1" fmla="*/ 5562 h 6345"/>
                  <a:gd name="connsiteX2" fmla="*/ 6479 w 6343"/>
                  <a:gd name="connsiteY2" fmla="*/ 3319 h 6345"/>
                  <a:gd name="connsiteX3" fmla="*/ 5550 w 6343"/>
                  <a:gd name="connsiteY3" fmla="*/ 1075 h 6345"/>
                  <a:gd name="connsiteX4" fmla="*/ 3307 w 6343"/>
                  <a:gd name="connsiteY4" fmla="*/ 146 h 6345"/>
                  <a:gd name="connsiteX5" fmla="*/ 1065 w 6343"/>
                  <a:gd name="connsiteY5" fmla="*/ 1075 h 6345"/>
                  <a:gd name="connsiteX6" fmla="*/ 136 w 6343"/>
                  <a:gd name="connsiteY6" fmla="*/ 3319 h 6345"/>
                  <a:gd name="connsiteX7" fmla="*/ 1065 w 6343"/>
                  <a:gd name="connsiteY7" fmla="*/ 5562 h 6345"/>
                  <a:gd name="connsiteX8" fmla="*/ 3307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7" y="6491"/>
                    </a:moveTo>
                    <a:cubicBezTo>
                      <a:pt x="4148" y="6491"/>
                      <a:pt x="4955" y="6157"/>
                      <a:pt x="5550" y="5562"/>
                    </a:cubicBezTo>
                    <a:cubicBezTo>
                      <a:pt x="6145" y="4967"/>
                      <a:pt x="6479" y="4160"/>
                      <a:pt x="6479" y="3319"/>
                    </a:cubicBezTo>
                    <a:cubicBezTo>
                      <a:pt x="6479" y="2477"/>
                      <a:pt x="6145" y="1670"/>
                      <a:pt x="5550" y="1075"/>
                    </a:cubicBezTo>
                    <a:cubicBezTo>
                      <a:pt x="4955" y="480"/>
                      <a:pt x="4148" y="146"/>
                      <a:pt x="3307" y="146"/>
                    </a:cubicBezTo>
                    <a:cubicBezTo>
                      <a:pt x="2466" y="146"/>
                      <a:pt x="1659" y="480"/>
                      <a:pt x="1065" y="1075"/>
                    </a:cubicBezTo>
                    <a:cubicBezTo>
                      <a:pt x="470" y="1670"/>
                      <a:pt x="136" y="2477"/>
                      <a:pt x="136" y="3319"/>
                    </a:cubicBezTo>
                    <a:cubicBezTo>
                      <a:pt x="136" y="4160"/>
                      <a:pt x="470" y="4967"/>
                      <a:pt x="1065" y="5562"/>
                    </a:cubicBezTo>
                    <a:cubicBezTo>
                      <a:pt x="1659" y="6157"/>
                      <a:pt x="2466" y="6491"/>
                      <a:pt x="3307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B0C0C4C5-AA33-90E0-DB86-537B93BB9219}"/>
                  </a:ext>
                </a:extLst>
              </p:cNvPr>
              <p:cNvSpPr/>
              <p:nvPr/>
            </p:nvSpPr>
            <p:spPr>
              <a:xfrm>
                <a:off x="2575875" y="5324023"/>
                <a:ext cx="6343" cy="6345"/>
              </a:xfrm>
              <a:custGeom>
                <a:avLst/>
                <a:gdLst>
                  <a:gd name="connsiteX0" fmla="*/ 3307 w 6343"/>
                  <a:gd name="connsiteY0" fmla="*/ 6491 h 6345"/>
                  <a:gd name="connsiteX1" fmla="*/ 5550 w 6343"/>
                  <a:gd name="connsiteY1" fmla="*/ 5561 h 6345"/>
                  <a:gd name="connsiteX2" fmla="*/ 6479 w 6343"/>
                  <a:gd name="connsiteY2" fmla="*/ 3318 h 6345"/>
                  <a:gd name="connsiteX3" fmla="*/ 5550 w 6343"/>
                  <a:gd name="connsiteY3" fmla="*/ 1075 h 6345"/>
                  <a:gd name="connsiteX4" fmla="*/ 3307 w 6343"/>
                  <a:gd name="connsiteY4" fmla="*/ 145 h 6345"/>
                  <a:gd name="connsiteX5" fmla="*/ 1065 w 6343"/>
                  <a:gd name="connsiteY5" fmla="*/ 1075 h 6345"/>
                  <a:gd name="connsiteX6" fmla="*/ 136 w 6343"/>
                  <a:gd name="connsiteY6" fmla="*/ 3318 h 6345"/>
                  <a:gd name="connsiteX7" fmla="*/ 1065 w 6343"/>
                  <a:gd name="connsiteY7" fmla="*/ 5561 h 6345"/>
                  <a:gd name="connsiteX8" fmla="*/ 3307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7" y="6491"/>
                    </a:moveTo>
                    <a:cubicBezTo>
                      <a:pt x="4149" y="6491"/>
                      <a:pt x="4955" y="6156"/>
                      <a:pt x="5550" y="5561"/>
                    </a:cubicBezTo>
                    <a:cubicBezTo>
                      <a:pt x="6145" y="4967"/>
                      <a:pt x="6479" y="4159"/>
                      <a:pt x="6479" y="3318"/>
                    </a:cubicBezTo>
                    <a:cubicBezTo>
                      <a:pt x="6479" y="2477"/>
                      <a:pt x="6145" y="1670"/>
                      <a:pt x="5550" y="1075"/>
                    </a:cubicBezTo>
                    <a:cubicBezTo>
                      <a:pt x="4955" y="480"/>
                      <a:pt x="4149" y="145"/>
                      <a:pt x="3307" y="145"/>
                    </a:cubicBezTo>
                    <a:cubicBezTo>
                      <a:pt x="2466" y="145"/>
                      <a:pt x="1660" y="480"/>
                      <a:pt x="1065" y="1075"/>
                    </a:cubicBezTo>
                    <a:cubicBezTo>
                      <a:pt x="470" y="1670"/>
                      <a:pt x="136" y="2477"/>
                      <a:pt x="136" y="3318"/>
                    </a:cubicBezTo>
                    <a:cubicBezTo>
                      <a:pt x="136" y="4159"/>
                      <a:pt x="470" y="4967"/>
                      <a:pt x="1065" y="5561"/>
                    </a:cubicBezTo>
                    <a:cubicBezTo>
                      <a:pt x="1660" y="6156"/>
                      <a:pt x="2466" y="6491"/>
                      <a:pt x="3307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1A53354F-4FDB-6466-4608-FC7054AC0A73}"/>
                  </a:ext>
                </a:extLst>
              </p:cNvPr>
              <p:cNvSpPr/>
              <p:nvPr/>
            </p:nvSpPr>
            <p:spPr>
              <a:xfrm>
                <a:off x="2582457" y="5317375"/>
                <a:ext cx="6343" cy="6345"/>
              </a:xfrm>
              <a:custGeom>
                <a:avLst/>
                <a:gdLst>
                  <a:gd name="connsiteX0" fmla="*/ 3308 w 6343"/>
                  <a:gd name="connsiteY0" fmla="*/ 6490 h 6345"/>
                  <a:gd name="connsiteX1" fmla="*/ 5551 w 6343"/>
                  <a:gd name="connsiteY1" fmla="*/ 5561 h 6345"/>
                  <a:gd name="connsiteX2" fmla="*/ 6480 w 6343"/>
                  <a:gd name="connsiteY2" fmla="*/ 3318 h 6345"/>
                  <a:gd name="connsiteX3" fmla="*/ 5551 w 6343"/>
                  <a:gd name="connsiteY3" fmla="*/ 1074 h 6345"/>
                  <a:gd name="connsiteX4" fmla="*/ 3308 w 6343"/>
                  <a:gd name="connsiteY4" fmla="*/ 145 h 6345"/>
                  <a:gd name="connsiteX5" fmla="*/ 1065 w 6343"/>
                  <a:gd name="connsiteY5" fmla="*/ 1074 h 6345"/>
                  <a:gd name="connsiteX6" fmla="*/ 136 w 6343"/>
                  <a:gd name="connsiteY6" fmla="*/ 3318 h 6345"/>
                  <a:gd name="connsiteX7" fmla="*/ 1065 w 6343"/>
                  <a:gd name="connsiteY7" fmla="*/ 5561 h 6345"/>
                  <a:gd name="connsiteX8" fmla="*/ 3308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490"/>
                    </a:moveTo>
                    <a:cubicBezTo>
                      <a:pt x="4149" y="6490"/>
                      <a:pt x="4956" y="6156"/>
                      <a:pt x="5551" y="5561"/>
                    </a:cubicBezTo>
                    <a:cubicBezTo>
                      <a:pt x="6145" y="4966"/>
                      <a:pt x="6480" y="4159"/>
                      <a:pt x="6480" y="3318"/>
                    </a:cubicBezTo>
                    <a:cubicBezTo>
                      <a:pt x="6480" y="2476"/>
                      <a:pt x="6145" y="1669"/>
                      <a:pt x="5551" y="1074"/>
                    </a:cubicBezTo>
                    <a:cubicBezTo>
                      <a:pt x="4956" y="479"/>
                      <a:pt x="4149" y="145"/>
                      <a:pt x="3308" y="145"/>
                    </a:cubicBezTo>
                    <a:cubicBezTo>
                      <a:pt x="2467" y="145"/>
                      <a:pt x="1660" y="479"/>
                      <a:pt x="1065" y="1074"/>
                    </a:cubicBezTo>
                    <a:cubicBezTo>
                      <a:pt x="471" y="1669"/>
                      <a:pt x="136" y="2476"/>
                      <a:pt x="136" y="3318"/>
                    </a:cubicBezTo>
                    <a:cubicBezTo>
                      <a:pt x="136" y="4159"/>
                      <a:pt x="471" y="4966"/>
                      <a:pt x="1065" y="5561"/>
                    </a:cubicBezTo>
                    <a:cubicBezTo>
                      <a:pt x="1660" y="6156"/>
                      <a:pt x="2467" y="6490"/>
                      <a:pt x="3308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66289756-3C71-8B39-4F26-CA65DB179D26}"/>
                  </a:ext>
                </a:extLst>
              </p:cNvPr>
              <p:cNvSpPr/>
              <p:nvPr/>
            </p:nvSpPr>
            <p:spPr>
              <a:xfrm>
                <a:off x="2578433" y="5298439"/>
                <a:ext cx="6343" cy="6345"/>
              </a:xfrm>
              <a:custGeom>
                <a:avLst/>
                <a:gdLst>
                  <a:gd name="connsiteX0" fmla="*/ 3308 w 6343"/>
                  <a:gd name="connsiteY0" fmla="*/ 6489 h 6345"/>
                  <a:gd name="connsiteX1" fmla="*/ 5550 w 6343"/>
                  <a:gd name="connsiteY1" fmla="*/ 5559 h 6345"/>
                  <a:gd name="connsiteX2" fmla="*/ 6479 w 6343"/>
                  <a:gd name="connsiteY2" fmla="*/ 3316 h 6345"/>
                  <a:gd name="connsiteX3" fmla="*/ 5550 w 6343"/>
                  <a:gd name="connsiteY3" fmla="*/ 1073 h 6345"/>
                  <a:gd name="connsiteX4" fmla="*/ 3308 w 6343"/>
                  <a:gd name="connsiteY4" fmla="*/ 143 h 6345"/>
                  <a:gd name="connsiteX5" fmla="*/ 1065 w 6343"/>
                  <a:gd name="connsiteY5" fmla="*/ 1073 h 6345"/>
                  <a:gd name="connsiteX6" fmla="*/ 136 w 6343"/>
                  <a:gd name="connsiteY6" fmla="*/ 3316 h 6345"/>
                  <a:gd name="connsiteX7" fmla="*/ 1065 w 6343"/>
                  <a:gd name="connsiteY7" fmla="*/ 5559 h 6345"/>
                  <a:gd name="connsiteX8" fmla="*/ 3308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489"/>
                    </a:moveTo>
                    <a:cubicBezTo>
                      <a:pt x="4149" y="6489"/>
                      <a:pt x="4956" y="6154"/>
                      <a:pt x="5550" y="5559"/>
                    </a:cubicBezTo>
                    <a:cubicBezTo>
                      <a:pt x="6145" y="4965"/>
                      <a:pt x="6479" y="4157"/>
                      <a:pt x="6479" y="3316"/>
                    </a:cubicBezTo>
                    <a:cubicBezTo>
                      <a:pt x="6479" y="2475"/>
                      <a:pt x="6145" y="1668"/>
                      <a:pt x="5550" y="1073"/>
                    </a:cubicBezTo>
                    <a:cubicBezTo>
                      <a:pt x="4956" y="478"/>
                      <a:pt x="4149" y="143"/>
                      <a:pt x="3308" y="143"/>
                    </a:cubicBezTo>
                    <a:cubicBezTo>
                      <a:pt x="2467" y="143"/>
                      <a:pt x="1660" y="478"/>
                      <a:pt x="1065" y="1073"/>
                    </a:cubicBezTo>
                    <a:cubicBezTo>
                      <a:pt x="470" y="1668"/>
                      <a:pt x="136" y="2475"/>
                      <a:pt x="136" y="3316"/>
                    </a:cubicBezTo>
                    <a:cubicBezTo>
                      <a:pt x="136" y="4157"/>
                      <a:pt x="470" y="4965"/>
                      <a:pt x="1065" y="5559"/>
                    </a:cubicBezTo>
                    <a:cubicBezTo>
                      <a:pt x="1660" y="6154"/>
                      <a:pt x="2467" y="6489"/>
                      <a:pt x="3308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A4E1547A-C28D-1039-E7F8-3459719C6AC2}"/>
                  </a:ext>
                </a:extLst>
              </p:cNvPr>
              <p:cNvSpPr/>
              <p:nvPr/>
            </p:nvSpPr>
            <p:spPr>
              <a:xfrm>
                <a:off x="2500352" y="5262665"/>
                <a:ext cx="6343" cy="6345"/>
              </a:xfrm>
              <a:custGeom>
                <a:avLst/>
                <a:gdLst>
                  <a:gd name="connsiteX0" fmla="*/ 3301 w 6343"/>
                  <a:gd name="connsiteY0" fmla="*/ 6486 h 6345"/>
                  <a:gd name="connsiteX1" fmla="*/ 5544 w 6343"/>
                  <a:gd name="connsiteY1" fmla="*/ 5557 h 6345"/>
                  <a:gd name="connsiteX2" fmla="*/ 6473 w 6343"/>
                  <a:gd name="connsiteY2" fmla="*/ 3313 h 6345"/>
                  <a:gd name="connsiteX3" fmla="*/ 5544 w 6343"/>
                  <a:gd name="connsiteY3" fmla="*/ 1070 h 6345"/>
                  <a:gd name="connsiteX4" fmla="*/ 3301 w 6343"/>
                  <a:gd name="connsiteY4" fmla="*/ 141 h 6345"/>
                  <a:gd name="connsiteX5" fmla="*/ 1059 w 6343"/>
                  <a:gd name="connsiteY5" fmla="*/ 1070 h 6345"/>
                  <a:gd name="connsiteX6" fmla="*/ 130 w 6343"/>
                  <a:gd name="connsiteY6" fmla="*/ 3313 h 6345"/>
                  <a:gd name="connsiteX7" fmla="*/ 1059 w 6343"/>
                  <a:gd name="connsiteY7" fmla="*/ 5557 h 6345"/>
                  <a:gd name="connsiteX8" fmla="*/ 3301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1" y="6486"/>
                    </a:moveTo>
                    <a:cubicBezTo>
                      <a:pt x="4143" y="6486"/>
                      <a:pt x="4949" y="6152"/>
                      <a:pt x="5544" y="5557"/>
                    </a:cubicBezTo>
                    <a:cubicBezTo>
                      <a:pt x="6139" y="4962"/>
                      <a:pt x="6473" y="4155"/>
                      <a:pt x="6473" y="3313"/>
                    </a:cubicBezTo>
                    <a:cubicBezTo>
                      <a:pt x="6473" y="2472"/>
                      <a:pt x="6139" y="1665"/>
                      <a:pt x="5544" y="1070"/>
                    </a:cubicBezTo>
                    <a:cubicBezTo>
                      <a:pt x="4949" y="475"/>
                      <a:pt x="4143" y="141"/>
                      <a:pt x="3301" y="141"/>
                    </a:cubicBezTo>
                    <a:cubicBezTo>
                      <a:pt x="2460" y="141"/>
                      <a:pt x="1654" y="475"/>
                      <a:pt x="1059" y="1070"/>
                    </a:cubicBezTo>
                    <a:cubicBezTo>
                      <a:pt x="464" y="1665"/>
                      <a:pt x="130" y="2472"/>
                      <a:pt x="130" y="3313"/>
                    </a:cubicBezTo>
                    <a:cubicBezTo>
                      <a:pt x="130" y="4155"/>
                      <a:pt x="464" y="4962"/>
                      <a:pt x="1059" y="5557"/>
                    </a:cubicBezTo>
                    <a:cubicBezTo>
                      <a:pt x="1654" y="6152"/>
                      <a:pt x="2460" y="6486"/>
                      <a:pt x="3301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3FB47D63-F21C-F4A7-75FE-6CFE90D298FC}"/>
                  </a:ext>
                </a:extLst>
              </p:cNvPr>
              <p:cNvSpPr/>
              <p:nvPr/>
            </p:nvSpPr>
            <p:spPr>
              <a:xfrm>
                <a:off x="2506334" y="5255321"/>
                <a:ext cx="6343" cy="6345"/>
              </a:xfrm>
              <a:custGeom>
                <a:avLst/>
                <a:gdLst>
                  <a:gd name="connsiteX0" fmla="*/ 3302 w 6343"/>
                  <a:gd name="connsiteY0" fmla="*/ 6485 h 6345"/>
                  <a:gd name="connsiteX1" fmla="*/ 5545 w 6343"/>
                  <a:gd name="connsiteY1" fmla="*/ 5556 h 6345"/>
                  <a:gd name="connsiteX2" fmla="*/ 6474 w 6343"/>
                  <a:gd name="connsiteY2" fmla="*/ 3313 h 6345"/>
                  <a:gd name="connsiteX3" fmla="*/ 5545 w 6343"/>
                  <a:gd name="connsiteY3" fmla="*/ 1069 h 6345"/>
                  <a:gd name="connsiteX4" fmla="*/ 3302 w 6343"/>
                  <a:gd name="connsiteY4" fmla="*/ 140 h 6345"/>
                  <a:gd name="connsiteX5" fmla="*/ 1059 w 6343"/>
                  <a:gd name="connsiteY5" fmla="*/ 1069 h 6345"/>
                  <a:gd name="connsiteX6" fmla="*/ 130 w 6343"/>
                  <a:gd name="connsiteY6" fmla="*/ 3313 h 6345"/>
                  <a:gd name="connsiteX7" fmla="*/ 1059 w 6343"/>
                  <a:gd name="connsiteY7" fmla="*/ 5556 h 6345"/>
                  <a:gd name="connsiteX8" fmla="*/ 3302 w 6343"/>
                  <a:gd name="connsiteY8" fmla="*/ 64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2" y="6485"/>
                    </a:moveTo>
                    <a:cubicBezTo>
                      <a:pt x="4143" y="6485"/>
                      <a:pt x="4950" y="6151"/>
                      <a:pt x="5545" y="5556"/>
                    </a:cubicBezTo>
                    <a:cubicBezTo>
                      <a:pt x="6139" y="4961"/>
                      <a:pt x="6474" y="4154"/>
                      <a:pt x="6474" y="3313"/>
                    </a:cubicBezTo>
                    <a:cubicBezTo>
                      <a:pt x="6474" y="2471"/>
                      <a:pt x="6139" y="1664"/>
                      <a:pt x="5545" y="1069"/>
                    </a:cubicBezTo>
                    <a:cubicBezTo>
                      <a:pt x="4950" y="474"/>
                      <a:pt x="4143" y="140"/>
                      <a:pt x="3302" y="140"/>
                    </a:cubicBezTo>
                    <a:cubicBezTo>
                      <a:pt x="2461" y="140"/>
                      <a:pt x="1654" y="474"/>
                      <a:pt x="1059" y="1069"/>
                    </a:cubicBezTo>
                    <a:cubicBezTo>
                      <a:pt x="465" y="1664"/>
                      <a:pt x="130" y="2471"/>
                      <a:pt x="130" y="3313"/>
                    </a:cubicBezTo>
                    <a:cubicBezTo>
                      <a:pt x="130" y="4154"/>
                      <a:pt x="465" y="4961"/>
                      <a:pt x="1059" y="5556"/>
                    </a:cubicBezTo>
                    <a:cubicBezTo>
                      <a:pt x="1654" y="6151"/>
                      <a:pt x="2461" y="6485"/>
                      <a:pt x="3302" y="6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0CC41590-D86C-35E2-51E3-0D730DF759F7}"/>
                  </a:ext>
                </a:extLst>
              </p:cNvPr>
              <p:cNvSpPr/>
              <p:nvPr/>
            </p:nvSpPr>
            <p:spPr>
              <a:xfrm>
                <a:off x="3057179" y="5391338"/>
                <a:ext cx="6343" cy="6345"/>
              </a:xfrm>
              <a:custGeom>
                <a:avLst/>
                <a:gdLst>
                  <a:gd name="connsiteX0" fmla="*/ 3345 w 6343"/>
                  <a:gd name="connsiteY0" fmla="*/ 6496 h 6345"/>
                  <a:gd name="connsiteX1" fmla="*/ 5588 w 6343"/>
                  <a:gd name="connsiteY1" fmla="*/ 5567 h 6345"/>
                  <a:gd name="connsiteX2" fmla="*/ 6517 w 6343"/>
                  <a:gd name="connsiteY2" fmla="*/ 3323 h 6345"/>
                  <a:gd name="connsiteX3" fmla="*/ 5588 w 6343"/>
                  <a:gd name="connsiteY3" fmla="*/ 1080 h 6345"/>
                  <a:gd name="connsiteX4" fmla="*/ 3345 w 6343"/>
                  <a:gd name="connsiteY4" fmla="*/ 151 h 6345"/>
                  <a:gd name="connsiteX5" fmla="*/ 1103 w 6343"/>
                  <a:gd name="connsiteY5" fmla="*/ 1080 h 6345"/>
                  <a:gd name="connsiteX6" fmla="*/ 174 w 6343"/>
                  <a:gd name="connsiteY6" fmla="*/ 3323 h 6345"/>
                  <a:gd name="connsiteX7" fmla="*/ 1103 w 6343"/>
                  <a:gd name="connsiteY7" fmla="*/ 5567 h 6345"/>
                  <a:gd name="connsiteX8" fmla="*/ 3345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496"/>
                    </a:moveTo>
                    <a:cubicBezTo>
                      <a:pt x="4186" y="6496"/>
                      <a:pt x="4993" y="6162"/>
                      <a:pt x="5588" y="5567"/>
                    </a:cubicBezTo>
                    <a:cubicBezTo>
                      <a:pt x="6183" y="4972"/>
                      <a:pt x="6517" y="4165"/>
                      <a:pt x="6517" y="3323"/>
                    </a:cubicBezTo>
                    <a:cubicBezTo>
                      <a:pt x="6517" y="2482"/>
                      <a:pt x="6183" y="1675"/>
                      <a:pt x="5588" y="1080"/>
                    </a:cubicBezTo>
                    <a:cubicBezTo>
                      <a:pt x="4993" y="485"/>
                      <a:pt x="4186" y="151"/>
                      <a:pt x="3345" y="151"/>
                    </a:cubicBezTo>
                    <a:cubicBezTo>
                      <a:pt x="2504" y="151"/>
                      <a:pt x="1697" y="485"/>
                      <a:pt x="1103" y="1080"/>
                    </a:cubicBezTo>
                    <a:cubicBezTo>
                      <a:pt x="508" y="1675"/>
                      <a:pt x="174" y="2482"/>
                      <a:pt x="174" y="3323"/>
                    </a:cubicBezTo>
                    <a:cubicBezTo>
                      <a:pt x="174" y="4165"/>
                      <a:pt x="508" y="4972"/>
                      <a:pt x="1103" y="5567"/>
                    </a:cubicBezTo>
                    <a:cubicBezTo>
                      <a:pt x="1697" y="6162"/>
                      <a:pt x="2504" y="6496"/>
                      <a:pt x="3345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FB98F432-6E3B-C6C7-637F-8B577CDAEC07}"/>
                  </a:ext>
                </a:extLst>
              </p:cNvPr>
              <p:cNvSpPr/>
              <p:nvPr/>
            </p:nvSpPr>
            <p:spPr>
              <a:xfrm>
                <a:off x="3051383" y="5382936"/>
                <a:ext cx="6343" cy="6345"/>
              </a:xfrm>
              <a:custGeom>
                <a:avLst/>
                <a:gdLst>
                  <a:gd name="connsiteX0" fmla="*/ 3345 w 6343"/>
                  <a:gd name="connsiteY0" fmla="*/ 6495 h 6345"/>
                  <a:gd name="connsiteX1" fmla="*/ 5588 w 6343"/>
                  <a:gd name="connsiteY1" fmla="*/ 5566 h 6345"/>
                  <a:gd name="connsiteX2" fmla="*/ 6516 w 6343"/>
                  <a:gd name="connsiteY2" fmla="*/ 3323 h 6345"/>
                  <a:gd name="connsiteX3" fmla="*/ 5588 w 6343"/>
                  <a:gd name="connsiteY3" fmla="*/ 1079 h 6345"/>
                  <a:gd name="connsiteX4" fmla="*/ 3345 w 6343"/>
                  <a:gd name="connsiteY4" fmla="*/ 150 h 6345"/>
                  <a:gd name="connsiteX5" fmla="*/ 1102 w 6343"/>
                  <a:gd name="connsiteY5" fmla="*/ 1079 h 6345"/>
                  <a:gd name="connsiteX6" fmla="*/ 173 w 6343"/>
                  <a:gd name="connsiteY6" fmla="*/ 3323 h 6345"/>
                  <a:gd name="connsiteX7" fmla="*/ 1102 w 6343"/>
                  <a:gd name="connsiteY7" fmla="*/ 5566 h 6345"/>
                  <a:gd name="connsiteX8" fmla="*/ 3345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495"/>
                    </a:moveTo>
                    <a:cubicBezTo>
                      <a:pt x="4186" y="6495"/>
                      <a:pt x="4993" y="6161"/>
                      <a:pt x="5588" y="5566"/>
                    </a:cubicBezTo>
                    <a:cubicBezTo>
                      <a:pt x="6182" y="4971"/>
                      <a:pt x="6516" y="4164"/>
                      <a:pt x="6516" y="3323"/>
                    </a:cubicBezTo>
                    <a:cubicBezTo>
                      <a:pt x="6516" y="2481"/>
                      <a:pt x="6182" y="1674"/>
                      <a:pt x="5588" y="1079"/>
                    </a:cubicBezTo>
                    <a:cubicBezTo>
                      <a:pt x="4993" y="484"/>
                      <a:pt x="4186" y="150"/>
                      <a:pt x="3345" y="150"/>
                    </a:cubicBezTo>
                    <a:cubicBezTo>
                      <a:pt x="2504" y="150"/>
                      <a:pt x="1697" y="484"/>
                      <a:pt x="1102" y="1079"/>
                    </a:cubicBezTo>
                    <a:cubicBezTo>
                      <a:pt x="508" y="1674"/>
                      <a:pt x="173" y="2481"/>
                      <a:pt x="173" y="3323"/>
                    </a:cubicBezTo>
                    <a:cubicBezTo>
                      <a:pt x="173" y="4164"/>
                      <a:pt x="508" y="4971"/>
                      <a:pt x="1102" y="5566"/>
                    </a:cubicBezTo>
                    <a:cubicBezTo>
                      <a:pt x="1697" y="6161"/>
                      <a:pt x="2504" y="6495"/>
                      <a:pt x="3345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3F8C840B-1134-0664-7884-B5046D00D24D}"/>
                  </a:ext>
                </a:extLst>
              </p:cNvPr>
              <p:cNvSpPr/>
              <p:nvPr/>
            </p:nvSpPr>
            <p:spPr>
              <a:xfrm>
                <a:off x="3047625" y="5375307"/>
                <a:ext cx="6343" cy="6345"/>
              </a:xfrm>
              <a:custGeom>
                <a:avLst/>
                <a:gdLst>
                  <a:gd name="connsiteX0" fmla="*/ 3345 w 6343"/>
                  <a:gd name="connsiteY0" fmla="*/ 6495 h 6345"/>
                  <a:gd name="connsiteX1" fmla="*/ 5587 w 6343"/>
                  <a:gd name="connsiteY1" fmla="*/ 5566 h 6345"/>
                  <a:gd name="connsiteX2" fmla="*/ 6516 w 6343"/>
                  <a:gd name="connsiteY2" fmla="*/ 3322 h 6345"/>
                  <a:gd name="connsiteX3" fmla="*/ 5587 w 6343"/>
                  <a:gd name="connsiteY3" fmla="*/ 1079 h 6345"/>
                  <a:gd name="connsiteX4" fmla="*/ 3345 w 6343"/>
                  <a:gd name="connsiteY4" fmla="*/ 149 h 6345"/>
                  <a:gd name="connsiteX5" fmla="*/ 1102 w 6343"/>
                  <a:gd name="connsiteY5" fmla="*/ 1079 h 6345"/>
                  <a:gd name="connsiteX6" fmla="*/ 173 w 6343"/>
                  <a:gd name="connsiteY6" fmla="*/ 3322 h 6345"/>
                  <a:gd name="connsiteX7" fmla="*/ 1102 w 6343"/>
                  <a:gd name="connsiteY7" fmla="*/ 5566 h 6345"/>
                  <a:gd name="connsiteX8" fmla="*/ 3345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495"/>
                    </a:moveTo>
                    <a:cubicBezTo>
                      <a:pt x="4186" y="6495"/>
                      <a:pt x="4992" y="6160"/>
                      <a:pt x="5587" y="5566"/>
                    </a:cubicBezTo>
                    <a:cubicBezTo>
                      <a:pt x="6182" y="4971"/>
                      <a:pt x="6516" y="4164"/>
                      <a:pt x="6516" y="3322"/>
                    </a:cubicBezTo>
                    <a:cubicBezTo>
                      <a:pt x="6516" y="2481"/>
                      <a:pt x="6182" y="1674"/>
                      <a:pt x="5587" y="1079"/>
                    </a:cubicBezTo>
                    <a:cubicBezTo>
                      <a:pt x="4992" y="484"/>
                      <a:pt x="4186" y="149"/>
                      <a:pt x="3345" y="149"/>
                    </a:cubicBezTo>
                    <a:cubicBezTo>
                      <a:pt x="2504" y="149"/>
                      <a:pt x="1697" y="484"/>
                      <a:pt x="1102" y="1079"/>
                    </a:cubicBezTo>
                    <a:cubicBezTo>
                      <a:pt x="507" y="1674"/>
                      <a:pt x="173" y="2481"/>
                      <a:pt x="173" y="3322"/>
                    </a:cubicBezTo>
                    <a:cubicBezTo>
                      <a:pt x="173" y="4164"/>
                      <a:pt x="507" y="4971"/>
                      <a:pt x="1102" y="5566"/>
                    </a:cubicBezTo>
                    <a:cubicBezTo>
                      <a:pt x="1697" y="6160"/>
                      <a:pt x="2504" y="6495"/>
                      <a:pt x="3345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E4BB3C3F-9A21-1CD8-61A8-760E5212D852}"/>
                  </a:ext>
                </a:extLst>
              </p:cNvPr>
              <p:cNvSpPr/>
              <p:nvPr/>
            </p:nvSpPr>
            <p:spPr>
              <a:xfrm>
                <a:off x="3050547" y="5370556"/>
                <a:ext cx="6343" cy="6345"/>
              </a:xfrm>
              <a:custGeom>
                <a:avLst/>
                <a:gdLst>
                  <a:gd name="connsiteX0" fmla="*/ 3345 w 6343"/>
                  <a:gd name="connsiteY0" fmla="*/ 6494 h 6345"/>
                  <a:gd name="connsiteX1" fmla="*/ 5587 w 6343"/>
                  <a:gd name="connsiteY1" fmla="*/ 5565 h 6345"/>
                  <a:gd name="connsiteX2" fmla="*/ 6516 w 6343"/>
                  <a:gd name="connsiteY2" fmla="*/ 3322 h 6345"/>
                  <a:gd name="connsiteX3" fmla="*/ 5587 w 6343"/>
                  <a:gd name="connsiteY3" fmla="*/ 1078 h 6345"/>
                  <a:gd name="connsiteX4" fmla="*/ 3345 w 6343"/>
                  <a:gd name="connsiteY4" fmla="*/ 149 h 6345"/>
                  <a:gd name="connsiteX5" fmla="*/ 1102 w 6343"/>
                  <a:gd name="connsiteY5" fmla="*/ 1078 h 6345"/>
                  <a:gd name="connsiteX6" fmla="*/ 173 w 6343"/>
                  <a:gd name="connsiteY6" fmla="*/ 3322 h 6345"/>
                  <a:gd name="connsiteX7" fmla="*/ 1102 w 6343"/>
                  <a:gd name="connsiteY7" fmla="*/ 5565 h 6345"/>
                  <a:gd name="connsiteX8" fmla="*/ 3345 w 6343"/>
                  <a:gd name="connsiteY8" fmla="*/ 64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494"/>
                    </a:moveTo>
                    <a:cubicBezTo>
                      <a:pt x="4186" y="6494"/>
                      <a:pt x="4993" y="6160"/>
                      <a:pt x="5587" y="5565"/>
                    </a:cubicBezTo>
                    <a:cubicBezTo>
                      <a:pt x="6182" y="4970"/>
                      <a:pt x="6516" y="4163"/>
                      <a:pt x="6516" y="3322"/>
                    </a:cubicBezTo>
                    <a:cubicBezTo>
                      <a:pt x="6516" y="2480"/>
                      <a:pt x="6182" y="1673"/>
                      <a:pt x="5587" y="1078"/>
                    </a:cubicBezTo>
                    <a:cubicBezTo>
                      <a:pt x="4993" y="483"/>
                      <a:pt x="4186" y="149"/>
                      <a:pt x="3345" y="149"/>
                    </a:cubicBezTo>
                    <a:cubicBezTo>
                      <a:pt x="2504" y="149"/>
                      <a:pt x="1697" y="483"/>
                      <a:pt x="1102" y="1078"/>
                    </a:cubicBezTo>
                    <a:cubicBezTo>
                      <a:pt x="507" y="1673"/>
                      <a:pt x="173" y="2480"/>
                      <a:pt x="173" y="3322"/>
                    </a:cubicBezTo>
                    <a:cubicBezTo>
                      <a:pt x="173" y="4163"/>
                      <a:pt x="507" y="4970"/>
                      <a:pt x="1102" y="5565"/>
                    </a:cubicBezTo>
                    <a:cubicBezTo>
                      <a:pt x="1697" y="6160"/>
                      <a:pt x="2504" y="6494"/>
                      <a:pt x="3345" y="64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2A2733A7-8C4E-BFF4-3BD9-679862911967}"/>
                  </a:ext>
                </a:extLst>
              </p:cNvPr>
              <p:cNvSpPr/>
              <p:nvPr/>
            </p:nvSpPr>
            <p:spPr>
              <a:xfrm>
                <a:off x="2873682" y="5277285"/>
                <a:ext cx="6343" cy="6345"/>
              </a:xfrm>
              <a:custGeom>
                <a:avLst/>
                <a:gdLst>
                  <a:gd name="connsiteX0" fmla="*/ 3331 w 6343"/>
                  <a:gd name="connsiteY0" fmla="*/ 6487 h 6345"/>
                  <a:gd name="connsiteX1" fmla="*/ 5574 w 6343"/>
                  <a:gd name="connsiteY1" fmla="*/ 5558 h 6345"/>
                  <a:gd name="connsiteX2" fmla="*/ 6502 w 6343"/>
                  <a:gd name="connsiteY2" fmla="*/ 3314 h 6345"/>
                  <a:gd name="connsiteX3" fmla="*/ 5574 w 6343"/>
                  <a:gd name="connsiteY3" fmla="*/ 1071 h 6345"/>
                  <a:gd name="connsiteX4" fmla="*/ 3331 w 6343"/>
                  <a:gd name="connsiteY4" fmla="*/ 142 h 6345"/>
                  <a:gd name="connsiteX5" fmla="*/ 1088 w 6343"/>
                  <a:gd name="connsiteY5" fmla="*/ 1071 h 6345"/>
                  <a:gd name="connsiteX6" fmla="*/ 159 w 6343"/>
                  <a:gd name="connsiteY6" fmla="*/ 3314 h 6345"/>
                  <a:gd name="connsiteX7" fmla="*/ 1088 w 6343"/>
                  <a:gd name="connsiteY7" fmla="*/ 5558 h 6345"/>
                  <a:gd name="connsiteX8" fmla="*/ 3331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87"/>
                    </a:moveTo>
                    <a:cubicBezTo>
                      <a:pt x="4172" y="6487"/>
                      <a:pt x="4979" y="6153"/>
                      <a:pt x="5574" y="5558"/>
                    </a:cubicBezTo>
                    <a:cubicBezTo>
                      <a:pt x="6168" y="4963"/>
                      <a:pt x="6502" y="4156"/>
                      <a:pt x="6502" y="3314"/>
                    </a:cubicBezTo>
                    <a:cubicBezTo>
                      <a:pt x="6502" y="2473"/>
                      <a:pt x="6168" y="1666"/>
                      <a:pt x="5574" y="1071"/>
                    </a:cubicBezTo>
                    <a:cubicBezTo>
                      <a:pt x="4979" y="476"/>
                      <a:pt x="4172" y="142"/>
                      <a:pt x="3331" y="142"/>
                    </a:cubicBezTo>
                    <a:cubicBezTo>
                      <a:pt x="2490" y="142"/>
                      <a:pt x="1683" y="476"/>
                      <a:pt x="1088" y="1071"/>
                    </a:cubicBezTo>
                    <a:cubicBezTo>
                      <a:pt x="494" y="1666"/>
                      <a:pt x="159" y="2473"/>
                      <a:pt x="159" y="3314"/>
                    </a:cubicBezTo>
                    <a:cubicBezTo>
                      <a:pt x="159" y="4156"/>
                      <a:pt x="494" y="4963"/>
                      <a:pt x="1088" y="5558"/>
                    </a:cubicBezTo>
                    <a:cubicBezTo>
                      <a:pt x="1683" y="6153"/>
                      <a:pt x="2490" y="6487"/>
                      <a:pt x="3331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7A7E3FC1-9057-8114-3609-D96D5DBD7DA5}"/>
                  </a:ext>
                </a:extLst>
              </p:cNvPr>
              <p:cNvSpPr/>
              <p:nvPr/>
            </p:nvSpPr>
            <p:spPr>
              <a:xfrm>
                <a:off x="2876339" y="5271079"/>
                <a:ext cx="6343" cy="6345"/>
              </a:xfrm>
              <a:custGeom>
                <a:avLst/>
                <a:gdLst>
                  <a:gd name="connsiteX0" fmla="*/ 3331 w 6343"/>
                  <a:gd name="connsiteY0" fmla="*/ 6487 h 6345"/>
                  <a:gd name="connsiteX1" fmla="*/ 5574 w 6343"/>
                  <a:gd name="connsiteY1" fmla="*/ 5557 h 6345"/>
                  <a:gd name="connsiteX2" fmla="*/ 6503 w 6343"/>
                  <a:gd name="connsiteY2" fmla="*/ 3314 h 6345"/>
                  <a:gd name="connsiteX3" fmla="*/ 5574 w 6343"/>
                  <a:gd name="connsiteY3" fmla="*/ 1070 h 6345"/>
                  <a:gd name="connsiteX4" fmla="*/ 3331 w 6343"/>
                  <a:gd name="connsiteY4" fmla="*/ 141 h 6345"/>
                  <a:gd name="connsiteX5" fmla="*/ 1088 w 6343"/>
                  <a:gd name="connsiteY5" fmla="*/ 1070 h 6345"/>
                  <a:gd name="connsiteX6" fmla="*/ 160 w 6343"/>
                  <a:gd name="connsiteY6" fmla="*/ 3314 h 6345"/>
                  <a:gd name="connsiteX7" fmla="*/ 1088 w 6343"/>
                  <a:gd name="connsiteY7" fmla="*/ 5557 h 6345"/>
                  <a:gd name="connsiteX8" fmla="*/ 3331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87"/>
                    </a:moveTo>
                    <a:cubicBezTo>
                      <a:pt x="4172" y="6487"/>
                      <a:pt x="4979" y="6152"/>
                      <a:pt x="5574" y="5557"/>
                    </a:cubicBezTo>
                    <a:cubicBezTo>
                      <a:pt x="6168" y="4962"/>
                      <a:pt x="6503" y="4155"/>
                      <a:pt x="6503" y="3314"/>
                    </a:cubicBezTo>
                    <a:cubicBezTo>
                      <a:pt x="6503" y="2472"/>
                      <a:pt x="6168" y="1665"/>
                      <a:pt x="5574" y="1070"/>
                    </a:cubicBezTo>
                    <a:cubicBezTo>
                      <a:pt x="4979" y="475"/>
                      <a:pt x="4172" y="141"/>
                      <a:pt x="3331" y="141"/>
                    </a:cubicBezTo>
                    <a:cubicBezTo>
                      <a:pt x="2490" y="141"/>
                      <a:pt x="1683" y="475"/>
                      <a:pt x="1088" y="1070"/>
                    </a:cubicBezTo>
                    <a:cubicBezTo>
                      <a:pt x="494" y="1665"/>
                      <a:pt x="160" y="2472"/>
                      <a:pt x="160" y="3314"/>
                    </a:cubicBezTo>
                    <a:cubicBezTo>
                      <a:pt x="160" y="4155"/>
                      <a:pt x="494" y="4962"/>
                      <a:pt x="1088" y="5557"/>
                    </a:cubicBezTo>
                    <a:cubicBezTo>
                      <a:pt x="1683" y="6152"/>
                      <a:pt x="2490" y="6487"/>
                      <a:pt x="3331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6737657C-BCDE-6A3F-C752-E03B624E171B}"/>
                  </a:ext>
                </a:extLst>
              </p:cNvPr>
              <p:cNvSpPr/>
              <p:nvPr/>
            </p:nvSpPr>
            <p:spPr>
              <a:xfrm>
                <a:off x="2878604" y="5264684"/>
                <a:ext cx="6343" cy="6345"/>
              </a:xfrm>
              <a:custGeom>
                <a:avLst/>
                <a:gdLst>
                  <a:gd name="connsiteX0" fmla="*/ 3331 w 6343"/>
                  <a:gd name="connsiteY0" fmla="*/ 6486 h 6345"/>
                  <a:gd name="connsiteX1" fmla="*/ 5574 w 6343"/>
                  <a:gd name="connsiteY1" fmla="*/ 5557 h 6345"/>
                  <a:gd name="connsiteX2" fmla="*/ 6503 w 6343"/>
                  <a:gd name="connsiteY2" fmla="*/ 3313 h 6345"/>
                  <a:gd name="connsiteX3" fmla="*/ 5574 w 6343"/>
                  <a:gd name="connsiteY3" fmla="*/ 1070 h 6345"/>
                  <a:gd name="connsiteX4" fmla="*/ 3331 w 6343"/>
                  <a:gd name="connsiteY4" fmla="*/ 141 h 6345"/>
                  <a:gd name="connsiteX5" fmla="*/ 1089 w 6343"/>
                  <a:gd name="connsiteY5" fmla="*/ 1070 h 6345"/>
                  <a:gd name="connsiteX6" fmla="*/ 160 w 6343"/>
                  <a:gd name="connsiteY6" fmla="*/ 3313 h 6345"/>
                  <a:gd name="connsiteX7" fmla="*/ 1089 w 6343"/>
                  <a:gd name="connsiteY7" fmla="*/ 5557 h 6345"/>
                  <a:gd name="connsiteX8" fmla="*/ 3331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86"/>
                    </a:moveTo>
                    <a:cubicBezTo>
                      <a:pt x="4172" y="6486"/>
                      <a:pt x="4979" y="6152"/>
                      <a:pt x="5574" y="5557"/>
                    </a:cubicBezTo>
                    <a:cubicBezTo>
                      <a:pt x="6169" y="4962"/>
                      <a:pt x="6503" y="4155"/>
                      <a:pt x="6503" y="3313"/>
                    </a:cubicBezTo>
                    <a:cubicBezTo>
                      <a:pt x="6503" y="2472"/>
                      <a:pt x="6169" y="1665"/>
                      <a:pt x="5574" y="1070"/>
                    </a:cubicBezTo>
                    <a:cubicBezTo>
                      <a:pt x="4979" y="475"/>
                      <a:pt x="4172" y="141"/>
                      <a:pt x="3331" y="141"/>
                    </a:cubicBezTo>
                    <a:cubicBezTo>
                      <a:pt x="2490" y="141"/>
                      <a:pt x="1683" y="475"/>
                      <a:pt x="1089" y="1070"/>
                    </a:cubicBezTo>
                    <a:cubicBezTo>
                      <a:pt x="494" y="1665"/>
                      <a:pt x="160" y="2472"/>
                      <a:pt x="160" y="3313"/>
                    </a:cubicBezTo>
                    <a:cubicBezTo>
                      <a:pt x="160" y="4155"/>
                      <a:pt x="494" y="4962"/>
                      <a:pt x="1089" y="5557"/>
                    </a:cubicBezTo>
                    <a:cubicBezTo>
                      <a:pt x="1683" y="6152"/>
                      <a:pt x="2490" y="6486"/>
                      <a:pt x="3331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1D788D72-B1BA-7067-1623-6BD5D357E215}"/>
                  </a:ext>
                </a:extLst>
              </p:cNvPr>
              <p:cNvSpPr/>
              <p:nvPr/>
            </p:nvSpPr>
            <p:spPr>
              <a:xfrm>
                <a:off x="2881082" y="5258382"/>
                <a:ext cx="6343" cy="6345"/>
              </a:xfrm>
              <a:custGeom>
                <a:avLst/>
                <a:gdLst>
                  <a:gd name="connsiteX0" fmla="*/ 3331 w 6343"/>
                  <a:gd name="connsiteY0" fmla="*/ 6486 h 6345"/>
                  <a:gd name="connsiteX1" fmla="*/ 5574 w 6343"/>
                  <a:gd name="connsiteY1" fmla="*/ 5556 h 6345"/>
                  <a:gd name="connsiteX2" fmla="*/ 6503 w 6343"/>
                  <a:gd name="connsiteY2" fmla="*/ 3313 h 6345"/>
                  <a:gd name="connsiteX3" fmla="*/ 5574 w 6343"/>
                  <a:gd name="connsiteY3" fmla="*/ 1069 h 6345"/>
                  <a:gd name="connsiteX4" fmla="*/ 3331 w 6343"/>
                  <a:gd name="connsiteY4" fmla="*/ 140 h 6345"/>
                  <a:gd name="connsiteX5" fmla="*/ 1089 w 6343"/>
                  <a:gd name="connsiteY5" fmla="*/ 1069 h 6345"/>
                  <a:gd name="connsiteX6" fmla="*/ 160 w 6343"/>
                  <a:gd name="connsiteY6" fmla="*/ 3313 h 6345"/>
                  <a:gd name="connsiteX7" fmla="*/ 1089 w 6343"/>
                  <a:gd name="connsiteY7" fmla="*/ 5556 h 6345"/>
                  <a:gd name="connsiteX8" fmla="*/ 3331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86"/>
                    </a:moveTo>
                    <a:cubicBezTo>
                      <a:pt x="4173" y="6486"/>
                      <a:pt x="4979" y="6151"/>
                      <a:pt x="5574" y="5556"/>
                    </a:cubicBezTo>
                    <a:cubicBezTo>
                      <a:pt x="6169" y="4961"/>
                      <a:pt x="6503" y="4154"/>
                      <a:pt x="6503" y="3313"/>
                    </a:cubicBezTo>
                    <a:cubicBezTo>
                      <a:pt x="6503" y="2471"/>
                      <a:pt x="6169" y="1664"/>
                      <a:pt x="5574" y="1069"/>
                    </a:cubicBezTo>
                    <a:cubicBezTo>
                      <a:pt x="4979" y="474"/>
                      <a:pt x="4173" y="140"/>
                      <a:pt x="3331" y="140"/>
                    </a:cubicBezTo>
                    <a:cubicBezTo>
                      <a:pt x="2490" y="140"/>
                      <a:pt x="1684" y="474"/>
                      <a:pt x="1089" y="1069"/>
                    </a:cubicBezTo>
                    <a:cubicBezTo>
                      <a:pt x="494" y="1664"/>
                      <a:pt x="160" y="2471"/>
                      <a:pt x="160" y="3313"/>
                    </a:cubicBezTo>
                    <a:cubicBezTo>
                      <a:pt x="160" y="4154"/>
                      <a:pt x="494" y="4961"/>
                      <a:pt x="1089" y="5556"/>
                    </a:cubicBezTo>
                    <a:cubicBezTo>
                      <a:pt x="1684" y="6151"/>
                      <a:pt x="2490" y="6486"/>
                      <a:pt x="3331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1E500C75-37BA-D1C6-8DB6-EBC571763CB3}"/>
                  </a:ext>
                </a:extLst>
              </p:cNvPr>
              <p:cNvSpPr/>
              <p:nvPr/>
            </p:nvSpPr>
            <p:spPr>
              <a:xfrm>
                <a:off x="2428908" y="4904788"/>
                <a:ext cx="6343" cy="6345"/>
              </a:xfrm>
              <a:custGeom>
                <a:avLst/>
                <a:gdLst>
                  <a:gd name="connsiteX0" fmla="*/ 3296 w 6343"/>
                  <a:gd name="connsiteY0" fmla="*/ 6458 h 6345"/>
                  <a:gd name="connsiteX1" fmla="*/ 5538 w 6343"/>
                  <a:gd name="connsiteY1" fmla="*/ 5528 h 6345"/>
                  <a:gd name="connsiteX2" fmla="*/ 6467 w 6343"/>
                  <a:gd name="connsiteY2" fmla="*/ 3285 h 6345"/>
                  <a:gd name="connsiteX3" fmla="*/ 5538 w 6343"/>
                  <a:gd name="connsiteY3" fmla="*/ 1042 h 6345"/>
                  <a:gd name="connsiteX4" fmla="*/ 3296 w 6343"/>
                  <a:gd name="connsiteY4" fmla="*/ 112 h 6345"/>
                  <a:gd name="connsiteX5" fmla="*/ 1053 w 6343"/>
                  <a:gd name="connsiteY5" fmla="*/ 1042 h 6345"/>
                  <a:gd name="connsiteX6" fmla="*/ 124 w 6343"/>
                  <a:gd name="connsiteY6" fmla="*/ 3285 h 6345"/>
                  <a:gd name="connsiteX7" fmla="*/ 1053 w 6343"/>
                  <a:gd name="connsiteY7" fmla="*/ 5528 h 6345"/>
                  <a:gd name="connsiteX8" fmla="*/ 3296 w 6343"/>
                  <a:gd name="connsiteY8" fmla="*/ 64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96" y="6458"/>
                    </a:moveTo>
                    <a:cubicBezTo>
                      <a:pt x="4137" y="6458"/>
                      <a:pt x="4944" y="6123"/>
                      <a:pt x="5538" y="5528"/>
                    </a:cubicBezTo>
                    <a:cubicBezTo>
                      <a:pt x="6133" y="4933"/>
                      <a:pt x="6467" y="4126"/>
                      <a:pt x="6467" y="3285"/>
                    </a:cubicBezTo>
                    <a:cubicBezTo>
                      <a:pt x="6467" y="2444"/>
                      <a:pt x="6133" y="1637"/>
                      <a:pt x="5538" y="1042"/>
                    </a:cubicBezTo>
                    <a:cubicBezTo>
                      <a:pt x="4944" y="447"/>
                      <a:pt x="4137" y="112"/>
                      <a:pt x="3296" y="112"/>
                    </a:cubicBezTo>
                    <a:cubicBezTo>
                      <a:pt x="2455" y="112"/>
                      <a:pt x="1648" y="447"/>
                      <a:pt x="1053" y="1042"/>
                    </a:cubicBezTo>
                    <a:cubicBezTo>
                      <a:pt x="458" y="1637"/>
                      <a:pt x="124" y="2444"/>
                      <a:pt x="124" y="3285"/>
                    </a:cubicBezTo>
                    <a:cubicBezTo>
                      <a:pt x="124" y="4126"/>
                      <a:pt x="458" y="4933"/>
                      <a:pt x="1053" y="5528"/>
                    </a:cubicBezTo>
                    <a:cubicBezTo>
                      <a:pt x="1648" y="6123"/>
                      <a:pt x="2455" y="6458"/>
                      <a:pt x="3296" y="64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9E8B8A6A-164B-FB8E-8D88-51AFBC6E0658}"/>
                  </a:ext>
                </a:extLst>
              </p:cNvPr>
              <p:cNvSpPr/>
              <p:nvPr/>
            </p:nvSpPr>
            <p:spPr>
              <a:xfrm>
                <a:off x="2469371" y="4916561"/>
                <a:ext cx="6343" cy="6345"/>
              </a:xfrm>
              <a:custGeom>
                <a:avLst/>
                <a:gdLst>
                  <a:gd name="connsiteX0" fmla="*/ 3299 w 6343"/>
                  <a:gd name="connsiteY0" fmla="*/ 6459 h 6345"/>
                  <a:gd name="connsiteX1" fmla="*/ 5542 w 6343"/>
                  <a:gd name="connsiteY1" fmla="*/ 5529 h 6345"/>
                  <a:gd name="connsiteX2" fmla="*/ 6471 w 6343"/>
                  <a:gd name="connsiteY2" fmla="*/ 3286 h 6345"/>
                  <a:gd name="connsiteX3" fmla="*/ 5542 w 6343"/>
                  <a:gd name="connsiteY3" fmla="*/ 1042 h 6345"/>
                  <a:gd name="connsiteX4" fmla="*/ 3299 w 6343"/>
                  <a:gd name="connsiteY4" fmla="*/ 113 h 6345"/>
                  <a:gd name="connsiteX5" fmla="*/ 1056 w 6343"/>
                  <a:gd name="connsiteY5" fmla="*/ 1042 h 6345"/>
                  <a:gd name="connsiteX6" fmla="*/ 127 w 6343"/>
                  <a:gd name="connsiteY6" fmla="*/ 3286 h 6345"/>
                  <a:gd name="connsiteX7" fmla="*/ 1056 w 6343"/>
                  <a:gd name="connsiteY7" fmla="*/ 5529 h 6345"/>
                  <a:gd name="connsiteX8" fmla="*/ 3299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99" y="6459"/>
                    </a:moveTo>
                    <a:cubicBezTo>
                      <a:pt x="4140" y="6459"/>
                      <a:pt x="4947" y="6124"/>
                      <a:pt x="5542" y="5529"/>
                    </a:cubicBezTo>
                    <a:cubicBezTo>
                      <a:pt x="6136" y="4934"/>
                      <a:pt x="6471" y="4127"/>
                      <a:pt x="6471" y="3286"/>
                    </a:cubicBezTo>
                    <a:cubicBezTo>
                      <a:pt x="6471" y="2445"/>
                      <a:pt x="6136" y="1637"/>
                      <a:pt x="5542" y="1042"/>
                    </a:cubicBezTo>
                    <a:cubicBezTo>
                      <a:pt x="4947" y="448"/>
                      <a:pt x="4140" y="113"/>
                      <a:pt x="3299" y="113"/>
                    </a:cubicBezTo>
                    <a:cubicBezTo>
                      <a:pt x="2458" y="113"/>
                      <a:pt x="1651" y="448"/>
                      <a:pt x="1056" y="1042"/>
                    </a:cubicBezTo>
                    <a:cubicBezTo>
                      <a:pt x="462" y="1637"/>
                      <a:pt x="127" y="2445"/>
                      <a:pt x="127" y="3286"/>
                    </a:cubicBezTo>
                    <a:cubicBezTo>
                      <a:pt x="127" y="4127"/>
                      <a:pt x="462" y="4934"/>
                      <a:pt x="1056" y="5529"/>
                    </a:cubicBezTo>
                    <a:cubicBezTo>
                      <a:pt x="1651" y="6124"/>
                      <a:pt x="2458" y="6459"/>
                      <a:pt x="3299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E00E80A1-6E30-1D5B-0938-6AB151041308}"/>
                  </a:ext>
                </a:extLst>
              </p:cNvPr>
              <p:cNvSpPr/>
              <p:nvPr/>
            </p:nvSpPr>
            <p:spPr>
              <a:xfrm>
                <a:off x="2485530" y="4914534"/>
                <a:ext cx="6343" cy="6345"/>
              </a:xfrm>
              <a:custGeom>
                <a:avLst/>
                <a:gdLst>
                  <a:gd name="connsiteX0" fmla="*/ 3300 w 6343"/>
                  <a:gd name="connsiteY0" fmla="*/ 6458 h 6345"/>
                  <a:gd name="connsiteX1" fmla="*/ 5543 w 6343"/>
                  <a:gd name="connsiteY1" fmla="*/ 5529 h 6345"/>
                  <a:gd name="connsiteX2" fmla="*/ 6472 w 6343"/>
                  <a:gd name="connsiteY2" fmla="*/ 3286 h 6345"/>
                  <a:gd name="connsiteX3" fmla="*/ 5543 w 6343"/>
                  <a:gd name="connsiteY3" fmla="*/ 1042 h 6345"/>
                  <a:gd name="connsiteX4" fmla="*/ 3300 w 6343"/>
                  <a:gd name="connsiteY4" fmla="*/ 113 h 6345"/>
                  <a:gd name="connsiteX5" fmla="*/ 1058 w 6343"/>
                  <a:gd name="connsiteY5" fmla="*/ 1042 h 6345"/>
                  <a:gd name="connsiteX6" fmla="*/ 129 w 6343"/>
                  <a:gd name="connsiteY6" fmla="*/ 3286 h 6345"/>
                  <a:gd name="connsiteX7" fmla="*/ 1058 w 6343"/>
                  <a:gd name="connsiteY7" fmla="*/ 5529 h 6345"/>
                  <a:gd name="connsiteX8" fmla="*/ 3300 w 6343"/>
                  <a:gd name="connsiteY8" fmla="*/ 64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0" y="6458"/>
                    </a:moveTo>
                    <a:cubicBezTo>
                      <a:pt x="4141" y="6458"/>
                      <a:pt x="4948" y="6124"/>
                      <a:pt x="5543" y="5529"/>
                    </a:cubicBezTo>
                    <a:cubicBezTo>
                      <a:pt x="6138" y="4934"/>
                      <a:pt x="6472" y="4127"/>
                      <a:pt x="6472" y="3286"/>
                    </a:cubicBezTo>
                    <a:cubicBezTo>
                      <a:pt x="6472" y="2444"/>
                      <a:pt x="6138" y="1637"/>
                      <a:pt x="5543" y="1042"/>
                    </a:cubicBezTo>
                    <a:cubicBezTo>
                      <a:pt x="4948" y="447"/>
                      <a:pt x="4141" y="113"/>
                      <a:pt x="3300" y="113"/>
                    </a:cubicBezTo>
                    <a:cubicBezTo>
                      <a:pt x="2459" y="113"/>
                      <a:pt x="1652" y="447"/>
                      <a:pt x="1058" y="1042"/>
                    </a:cubicBezTo>
                    <a:cubicBezTo>
                      <a:pt x="463" y="1637"/>
                      <a:pt x="129" y="2444"/>
                      <a:pt x="129" y="3286"/>
                    </a:cubicBezTo>
                    <a:cubicBezTo>
                      <a:pt x="129" y="4127"/>
                      <a:pt x="463" y="4934"/>
                      <a:pt x="1058" y="5529"/>
                    </a:cubicBezTo>
                    <a:cubicBezTo>
                      <a:pt x="1652" y="6124"/>
                      <a:pt x="2459" y="6458"/>
                      <a:pt x="3300" y="64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22D8DA48-D7F9-A59B-A713-ECBE61566E78}"/>
                  </a:ext>
                </a:extLst>
              </p:cNvPr>
              <p:cNvSpPr/>
              <p:nvPr/>
            </p:nvSpPr>
            <p:spPr>
              <a:xfrm>
                <a:off x="2522777" y="4925347"/>
                <a:ext cx="6343" cy="6345"/>
              </a:xfrm>
              <a:custGeom>
                <a:avLst/>
                <a:gdLst>
                  <a:gd name="connsiteX0" fmla="*/ 3303 w 6343"/>
                  <a:gd name="connsiteY0" fmla="*/ 6459 h 6345"/>
                  <a:gd name="connsiteX1" fmla="*/ 5546 w 6343"/>
                  <a:gd name="connsiteY1" fmla="*/ 5530 h 6345"/>
                  <a:gd name="connsiteX2" fmla="*/ 6475 w 6343"/>
                  <a:gd name="connsiteY2" fmla="*/ 3287 h 6345"/>
                  <a:gd name="connsiteX3" fmla="*/ 5546 w 6343"/>
                  <a:gd name="connsiteY3" fmla="*/ 1043 h 6345"/>
                  <a:gd name="connsiteX4" fmla="*/ 3303 w 6343"/>
                  <a:gd name="connsiteY4" fmla="*/ 114 h 6345"/>
                  <a:gd name="connsiteX5" fmla="*/ 1061 w 6343"/>
                  <a:gd name="connsiteY5" fmla="*/ 1043 h 6345"/>
                  <a:gd name="connsiteX6" fmla="*/ 132 w 6343"/>
                  <a:gd name="connsiteY6" fmla="*/ 3287 h 6345"/>
                  <a:gd name="connsiteX7" fmla="*/ 1061 w 6343"/>
                  <a:gd name="connsiteY7" fmla="*/ 5530 h 6345"/>
                  <a:gd name="connsiteX8" fmla="*/ 3303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3" y="6459"/>
                    </a:moveTo>
                    <a:cubicBezTo>
                      <a:pt x="4144" y="6459"/>
                      <a:pt x="4951" y="6125"/>
                      <a:pt x="5546" y="5530"/>
                    </a:cubicBezTo>
                    <a:cubicBezTo>
                      <a:pt x="6141" y="4935"/>
                      <a:pt x="6475" y="4128"/>
                      <a:pt x="6475" y="3287"/>
                    </a:cubicBezTo>
                    <a:cubicBezTo>
                      <a:pt x="6475" y="2445"/>
                      <a:pt x="6141" y="1638"/>
                      <a:pt x="5546" y="1043"/>
                    </a:cubicBezTo>
                    <a:cubicBezTo>
                      <a:pt x="4951" y="448"/>
                      <a:pt x="4144" y="114"/>
                      <a:pt x="3303" y="114"/>
                    </a:cubicBezTo>
                    <a:cubicBezTo>
                      <a:pt x="2462" y="114"/>
                      <a:pt x="1655" y="448"/>
                      <a:pt x="1061" y="1043"/>
                    </a:cubicBezTo>
                    <a:cubicBezTo>
                      <a:pt x="466" y="1638"/>
                      <a:pt x="132" y="2445"/>
                      <a:pt x="132" y="3287"/>
                    </a:cubicBezTo>
                    <a:cubicBezTo>
                      <a:pt x="132" y="4128"/>
                      <a:pt x="466" y="4935"/>
                      <a:pt x="1061" y="5530"/>
                    </a:cubicBezTo>
                    <a:cubicBezTo>
                      <a:pt x="1655" y="6125"/>
                      <a:pt x="2462" y="6459"/>
                      <a:pt x="3303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BA3CD34D-9F4A-A8C4-1E3D-56257971D427}"/>
                  </a:ext>
                </a:extLst>
              </p:cNvPr>
              <p:cNvSpPr/>
              <p:nvPr/>
            </p:nvSpPr>
            <p:spPr>
              <a:xfrm>
                <a:off x="2565982" y="4940324"/>
                <a:ext cx="6343" cy="6345"/>
              </a:xfrm>
              <a:custGeom>
                <a:avLst/>
                <a:gdLst>
                  <a:gd name="connsiteX0" fmla="*/ 3307 w 6343"/>
                  <a:gd name="connsiteY0" fmla="*/ 6461 h 6345"/>
                  <a:gd name="connsiteX1" fmla="*/ 5549 w 6343"/>
                  <a:gd name="connsiteY1" fmla="*/ 5531 h 6345"/>
                  <a:gd name="connsiteX2" fmla="*/ 6478 w 6343"/>
                  <a:gd name="connsiteY2" fmla="*/ 3288 h 6345"/>
                  <a:gd name="connsiteX3" fmla="*/ 5549 w 6343"/>
                  <a:gd name="connsiteY3" fmla="*/ 1044 h 6345"/>
                  <a:gd name="connsiteX4" fmla="*/ 3307 w 6343"/>
                  <a:gd name="connsiteY4" fmla="*/ 115 h 6345"/>
                  <a:gd name="connsiteX5" fmla="*/ 1064 w 6343"/>
                  <a:gd name="connsiteY5" fmla="*/ 1044 h 6345"/>
                  <a:gd name="connsiteX6" fmla="*/ 135 w 6343"/>
                  <a:gd name="connsiteY6" fmla="*/ 3288 h 6345"/>
                  <a:gd name="connsiteX7" fmla="*/ 1064 w 6343"/>
                  <a:gd name="connsiteY7" fmla="*/ 5531 h 6345"/>
                  <a:gd name="connsiteX8" fmla="*/ 3307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7" y="6461"/>
                    </a:moveTo>
                    <a:cubicBezTo>
                      <a:pt x="4148" y="6461"/>
                      <a:pt x="4955" y="6126"/>
                      <a:pt x="5549" y="5531"/>
                    </a:cubicBezTo>
                    <a:cubicBezTo>
                      <a:pt x="6144" y="4936"/>
                      <a:pt x="6478" y="4129"/>
                      <a:pt x="6478" y="3288"/>
                    </a:cubicBezTo>
                    <a:cubicBezTo>
                      <a:pt x="6478" y="2446"/>
                      <a:pt x="6144" y="1639"/>
                      <a:pt x="5549" y="1044"/>
                    </a:cubicBezTo>
                    <a:cubicBezTo>
                      <a:pt x="4955" y="449"/>
                      <a:pt x="4148" y="115"/>
                      <a:pt x="3307" y="115"/>
                    </a:cubicBezTo>
                    <a:cubicBezTo>
                      <a:pt x="2466" y="115"/>
                      <a:pt x="1659" y="449"/>
                      <a:pt x="1064" y="1044"/>
                    </a:cubicBezTo>
                    <a:cubicBezTo>
                      <a:pt x="469" y="1639"/>
                      <a:pt x="135" y="2446"/>
                      <a:pt x="135" y="3288"/>
                    </a:cubicBezTo>
                    <a:cubicBezTo>
                      <a:pt x="135" y="4129"/>
                      <a:pt x="469" y="4936"/>
                      <a:pt x="1064" y="5531"/>
                    </a:cubicBezTo>
                    <a:cubicBezTo>
                      <a:pt x="1659" y="6126"/>
                      <a:pt x="2466" y="6461"/>
                      <a:pt x="3307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BDF28454-C035-7054-8F86-AB494D3F38DE}"/>
                  </a:ext>
                </a:extLst>
              </p:cNvPr>
              <p:cNvSpPr/>
              <p:nvPr/>
            </p:nvSpPr>
            <p:spPr>
              <a:xfrm>
                <a:off x="2580817" y="4938443"/>
                <a:ext cx="6343" cy="6345"/>
              </a:xfrm>
              <a:custGeom>
                <a:avLst/>
                <a:gdLst>
                  <a:gd name="connsiteX0" fmla="*/ 3308 w 6343"/>
                  <a:gd name="connsiteY0" fmla="*/ 6460 h 6345"/>
                  <a:gd name="connsiteX1" fmla="*/ 5550 w 6343"/>
                  <a:gd name="connsiteY1" fmla="*/ 5531 h 6345"/>
                  <a:gd name="connsiteX2" fmla="*/ 6479 w 6343"/>
                  <a:gd name="connsiteY2" fmla="*/ 3288 h 6345"/>
                  <a:gd name="connsiteX3" fmla="*/ 5550 w 6343"/>
                  <a:gd name="connsiteY3" fmla="*/ 1044 h 6345"/>
                  <a:gd name="connsiteX4" fmla="*/ 3308 w 6343"/>
                  <a:gd name="connsiteY4" fmla="*/ 115 h 6345"/>
                  <a:gd name="connsiteX5" fmla="*/ 1065 w 6343"/>
                  <a:gd name="connsiteY5" fmla="*/ 1044 h 6345"/>
                  <a:gd name="connsiteX6" fmla="*/ 136 w 6343"/>
                  <a:gd name="connsiteY6" fmla="*/ 3288 h 6345"/>
                  <a:gd name="connsiteX7" fmla="*/ 1065 w 6343"/>
                  <a:gd name="connsiteY7" fmla="*/ 5531 h 6345"/>
                  <a:gd name="connsiteX8" fmla="*/ 3308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460"/>
                    </a:moveTo>
                    <a:cubicBezTo>
                      <a:pt x="4149" y="6460"/>
                      <a:pt x="4956" y="6126"/>
                      <a:pt x="5550" y="5531"/>
                    </a:cubicBezTo>
                    <a:cubicBezTo>
                      <a:pt x="6145" y="4936"/>
                      <a:pt x="6479" y="4129"/>
                      <a:pt x="6479" y="3288"/>
                    </a:cubicBezTo>
                    <a:cubicBezTo>
                      <a:pt x="6479" y="2446"/>
                      <a:pt x="6145" y="1639"/>
                      <a:pt x="5550" y="1044"/>
                    </a:cubicBezTo>
                    <a:cubicBezTo>
                      <a:pt x="4956" y="449"/>
                      <a:pt x="4149" y="115"/>
                      <a:pt x="3308" y="115"/>
                    </a:cubicBezTo>
                    <a:cubicBezTo>
                      <a:pt x="2467" y="115"/>
                      <a:pt x="1660" y="449"/>
                      <a:pt x="1065" y="1044"/>
                    </a:cubicBezTo>
                    <a:cubicBezTo>
                      <a:pt x="470" y="1639"/>
                      <a:pt x="136" y="2446"/>
                      <a:pt x="136" y="3288"/>
                    </a:cubicBezTo>
                    <a:cubicBezTo>
                      <a:pt x="136" y="4129"/>
                      <a:pt x="470" y="4936"/>
                      <a:pt x="1065" y="5531"/>
                    </a:cubicBezTo>
                    <a:cubicBezTo>
                      <a:pt x="1660" y="6126"/>
                      <a:pt x="2467" y="6460"/>
                      <a:pt x="3308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1F0BD182-E9C4-B8D3-2002-3F319AC52D3F}"/>
                  </a:ext>
                </a:extLst>
              </p:cNvPr>
              <p:cNvSpPr/>
              <p:nvPr/>
            </p:nvSpPr>
            <p:spPr>
              <a:xfrm>
                <a:off x="2587669" y="4931738"/>
                <a:ext cx="6343" cy="6345"/>
              </a:xfrm>
              <a:custGeom>
                <a:avLst/>
                <a:gdLst>
                  <a:gd name="connsiteX0" fmla="*/ 3308 w 6343"/>
                  <a:gd name="connsiteY0" fmla="*/ 6460 h 6345"/>
                  <a:gd name="connsiteX1" fmla="*/ 5551 w 6343"/>
                  <a:gd name="connsiteY1" fmla="*/ 5531 h 6345"/>
                  <a:gd name="connsiteX2" fmla="*/ 6480 w 6343"/>
                  <a:gd name="connsiteY2" fmla="*/ 3287 h 6345"/>
                  <a:gd name="connsiteX3" fmla="*/ 5551 w 6343"/>
                  <a:gd name="connsiteY3" fmla="*/ 1044 h 6345"/>
                  <a:gd name="connsiteX4" fmla="*/ 3308 w 6343"/>
                  <a:gd name="connsiteY4" fmla="*/ 114 h 6345"/>
                  <a:gd name="connsiteX5" fmla="*/ 1066 w 6343"/>
                  <a:gd name="connsiteY5" fmla="*/ 1044 h 6345"/>
                  <a:gd name="connsiteX6" fmla="*/ 137 w 6343"/>
                  <a:gd name="connsiteY6" fmla="*/ 3287 h 6345"/>
                  <a:gd name="connsiteX7" fmla="*/ 1066 w 6343"/>
                  <a:gd name="connsiteY7" fmla="*/ 5531 h 6345"/>
                  <a:gd name="connsiteX8" fmla="*/ 3308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460"/>
                    </a:moveTo>
                    <a:cubicBezTo>
                      <a:pt x="4149" y="6460"/>
                      <a:pt x="4956" y="6126"/>
                      <a:pt x="5551" y="5531"/>
                    </a:cubicBezTo>
                    <a:cubicBezTo>
                      <a:pt x="6146" y="4936"/>
                      <a:pt x="6480" y="4129"/>
                      <a:pt x="6480" y="3287"/>
                    </a:cubicBezTo>
                    <a:cubicBezTo>
                      <a:pt x="6480" y="2446"/>
                      <a:pt x="6146" y="1639"/>
                      <a:pt x="5551" y="1044"/>
                    </a:cubicBezTo>
                    <a:cubicBezTo>
                      <a:pt x="4956" y="449"/>
                      <a:pt x="4149" y="114"/>
                      <a:pt x="3308" y="114"/>
                    </a:cubicBezTo>
                    <a:cubicBezTo>
                      <a:pt x="2467" y="114"/>
                      <a:pt x="1660" y="449"/>
                      <a:pt x="1066" y="1044"/>
                    </a:cubicBezTo>
                    <a:cubicBezTo>
                      <a:pt x="471" y="1639"/>
                      <a:pt x="137" y="2446"/>
                      <a:pt x="137" y="3287"/>
                    </a:cubicBezTo>
                    <a:cubicBezTo>
                      <a:pt x="137" y="4129"/>
                      <a:pt x="471" y="4936"/>
                      <a:pt x="1066" y="5531"/>
                    </a:cubicBezTo>
                    <a:cubicBezTo>
                      <a:pt x="1660" y="6126"/>
                      <a:pt x="2467" y="6460"/>
                      <a:pt x="3308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20C581B7-23BC-A2E6-9D12-9C6880495F13}"/>
                  </a:ext>
                </a:extLst>
              </p:cNvPr>
              <p:cNvSpPr/>
              <p:nvPr/>
            </p:nvSpPr>
            <p:spPr>
              <a:xfrm>
                <a:off x="2613784" y="4937279"/>
                <a:ext cx="6343" cy="6345"/>
              </a:xfrm>
              <a:custGeom>
                <a:avLst/>
                <a:gdLst>
                  <a:gd name="connsiteX0" fmla="*/ 3310 w 6343"/>
                  <a:gd name="connsiteY0" fmla="*/ 6460 h 6345"/>
                  <a:gd name="connsiteX1" fmla="*/ 5553 w 6343"/>
                  <a:gd name="connsiteY1" fmla="*/ 5531 h 6345"/>
                  <a:gd name="connsiteX2" fmla="*/ 6482 w 6343"/>
                  <a:gd name="connsiteY2" fmla="*/ 3288 h 6345"/>
                  <a:gd name="connsiteX3" fmla="*/ 5553 w 6343"/>
                  <a:gd name="connsiteY3" fmla="*/ 1044 h 6345"/>
                  <a:gd name="connsiteX4" fmla="*/ 3310 w 6343"/>
                  <a:gd name="connsiteY4" fmla="*/ 115 h 6345"/>
                  <a:gd name="connsiteX5" fmla="*/ 1068 w 6343"/>
                  <a:gd name="connsiteY5" fmla="*/ 1044 h 6345"/>
                  <a:gd name="connsiteX6" fmla="*/ 139 w 6343"/>
                  <a:gd name="connsiteY6" fmla="*/ 3288 h 6345"/>
                  <a:gd name="connsiteX7" fmla="*/ 1068 w 6343"/>
                  <a:gd name="connsiteY7" fmla="*/ 5531 h 6345"/>
                  <a:gd name="connsiteX8" fmla="*/ 3310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0" y="6460"/>
                    </a:moveTo>
                    <a:cubicBezTo>
                      <a:pt x="4152" y="6460"/>
                      <a:pt x="4958" y="6126"/>
                      <a:pt x="5553" y="5531"/>
                    </a:cubicBezTo>
                    <a:cubicBezTo>
                      <a:pt x="6148" y="4936"/>
                      <a:pt x="6482" y="4129"/>
                      <a:pt x="6482" y="3288"/>
                    </a:cubicBezTo>
                    <a:cubicBezTo>
                      <a:pt x="6482" y="2446"/>
                      <a:pt x="6148" y="1639"/>
                      <a:pt x="5553" y="1044"/>
                    </a:cubicBezTo>
                    <a:cubicBezTo>
                      <a:pt x="4958" y="449"/>
                      <a:pt x="4152" y="115"/>
                      <a:pt x="3310" y="115"/>
                    </a:cubicBezTo>
                    <a:cubicBezTo>
                      <a:pt x="2469" y="115"/>
                      <a:pt x="1663" y="449"/>
                      <a:pt x="1068" y="1044"/>
                    </a:cubicBezTo>
                    <a:cubicBezTo>
                      <a:pt x="473" y="1639"/>
                      <a:pt x="139" y="2446"/>
                      <a:pt x="139" y="3288"/>
                    </a:cubicBezTo>
                    <a:cubicBezTo>
                      <a:pt x="139" y="4129"/>
                      <a:pt x="473" y="4936"/>
                      <a:pt x="1068" y="5531"/>
                    </a:cubicBezTo>
                    <a:cubicBezTo>
                      <a:pt x="1663" y="6126"/>
                      <a:pt x="2469" y="6460"/>
                      <a:pt x="3310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9986916F-C6C5-87BA-4485-A25062BDDC19}"/>
                  </a:ext>
                </a:extLst>
              </p:cNvPr>
              <p:cNvSpPr/>
              <p:nvPr/>
            </p:nvSpPr>
            <p:spPr>
              <a:xfrm>
                <a:off x="2630206" y="4936955"/>
                <a:ext cx="6343" cy="6345"/>
              </a:xfrm>
              <a:custGeom>
                <a:avLst/>
                <a:gdLst>
                  <a:gd name="connsiteX0" fmla="*/ 3312 w 6343"/>
                  <a:gd name="connsiteY0" fmla="*/ 6460 h 6345"/>
                  <a:gd name="connsiteX1" fmla="*/ 5554 w 6343"/>
                  <a:gd name="connsiteY1" fmla="*/ 5531 h 6345"/>
                  <a:gd name="connsiteX2" fmla="*/ 6483 w 6343"/>
                  <a:gd name="connsiteY2" fmla="*/ 3288 h 6345"/>
                  <a:gd name="connsiteX3" fmla="*/ 5554 w 6343"/>
                  <a:gd name="connsiteY3" fmla="*/ 1044 h 6345"/>
                  <a:gd name="connsiteX4" fmla="*/ 3312 w 6343"/>
                  <a:gd name="connsiteY4" fmla="*/ 115 h 6345"/>
                  <a:gd name="connsiteX5" fmla="*/ 1069 w 6343"/>
                  <a:gd name="connsiteY5" fmla="*/ 1044 h 6345"/>
                  <a:gd name="connsiteX6" fmla="*/ 140 w 6343"/>
                  <a:gd name="connsiteY6" fmla="*/ 3288 h 6345"/>
                  <a:gd name="connsiteX7" fmla="*/ 1069 w 6343"/>
                  <a:gd name="connsiteY7" fmla="*/ 5531 h 6345"/>
                  <a:gd name="connsiteX8" fmla="*/ 3312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2" y="6460"/>
                    </a:moveTo>
                    <a:cubicBezTo>
                      <a:pt x="4153" y="6460"/>
                      <a:pt x="4960" y="6126"/>
                      <a:pt x="5554" y="5531"/>
                    </a:cubicBezTo>
                    <a:cubicBezTo>
                      <a:pt x="6149" y="4936"/>
                      <a:pt x="6483" y="4129"/>
                      <a:pt x="6483" y="3288"/>
                    </a:cubicBezTo>
                    <a:cubicBezTo>
                      <a:pt x="6483" y="2446"/>
                      <a:pt x="6149" y="1639"/>
                      <a:pt x="5554" y="1044"/>
                    </a:cubicBezTo>
                    <a:cubicBezTo>
                      <a:pt x="4960" y="449"/>
                      <a:pt x="4153" y="115"/>
                      <a:pt x="3312" y="115"/>
                    </a:cubicBezTo>
                    <a:cubicBezTo>
                      <a:pt x="2471" y="115"/>
                      <a:pt x="1664" y="449"/>
                      <a:pt x="1069" y="1044"/>
                    </a:cubicBezTo>
                    <a:cubicBezTo>
                      <a:pt x="474" y="1639"/>
                      <a:pt x="140" y="2446"/>
                      <a:pt x="140" y="3288"/>
                    </a:cubicBezTo>
                    <a:cubicBezTo>
                      <a:pt x="140" y="4129"/>
                      <a:pt x="474" y="4936"/>
                      <a:pt x="1069" y="5531"/>
                    </a:cubicBezTo>
                    <a:cubicBezTo>
                      <a:pt x="1664" y="6126"/>
                      <a:pt x="2471" y="6460"/>
                      <a:pt x="3312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C0842308-CECE-4B23-B4DD-8571BB2F6D19}"/>
                  </a:ext>
                </a:extLst>
              </p:cNvPr>
              <p:cNvSpPr/>
              <p:nvPr/>
            </p:nvSpPr>
            <p:spPr>
              <a:xfrm>
                <a:off x="2658238" y="4944393"/>
                <a:ext cx="6343" cy="6345"/>
              </a:xfrm>
              <a:custGeom>
                <a:avLst/>
                <a:gdLst>
                  <a:gd name="connsiteX0" fmla="*/ 3314 w 6343"/>
                  <a:gd name="connsiteY0" fmla="*/ 6461 h 6345"/>
                  <a:gd name="connsiteX1" fmla="*/ 5557 w 6343"/>
                  <a:gd name="connsiteY1" fmla="*/ 5532 h 6345"/>
                  <a:gd name="connsiteX2" fmla="*/ 6485 w 6343"/>
                  <a:gd name="connsiteY2" fmla="*/ 3288 h 6345"/>
                  <a:gd name="connsiteX3" fmla="*/ 5557 w 6343"/>
                  <a:gd name="connsiteY3" fmla="*/ 1045 h 6345"/>
                  <a:gd name="connsiteX4" fmla="*/ 3314 w 6343"/>
                  <a:gd name="connsiteY4" fmla="*/ 115 h 6345"/>
                  <a:gd name="connsiteX5" fmla="*/ 1071 w 6343"/>
                  <a:gd name="connsiteY5" fmla="*/ 1045 h 6345"/>
                  <a:gd name="connsiteX6" fmla="*/ 142 w 6343"/>
                  <a:gd name="connsiteY6" fmla="*/ 3288 h 6345"/>
                  <a:gd name="connsiteX7" fmla="*/ 1071 w 6343"/>
                  <a:gd name="connsiteY7" fmla="*/ 5532 h 6345"/>
                  <a:gd name="connsiteX8" fmla="*/ 3314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4" y="6461"/>
                    </a:moveTo>
                    <a:cubicBezTo>
                      <a:pt x="4155" y="6461"/>
                      <a:pt x="4962" y="6127"/>
                      <a:pt x="5557" y="5532"/>
                    </a:cubicBezTo>
                    <a:cubicBezTo>
                      <a:pt x="6151" y="4937"/>
                      <a:pt x="6485" y="4130"/>
                      <a:pt x="6485" y="3288"/>
                    </a:cubicBezTo>
                    <a:cubicBezTo>
                      <a:pt x="6485" y="2447"/>
                      <a:pt x="6151" y="1640"/>
                      <a:pt x="5557" y="1045"/>
                    </a:cubicBezTo>
                    <a:cubicBezTo>
                      <a:pt x="4962" y="450"/>
                      <a:pt x="4155" y="115"/>
                      <a:pt x="3314" y="115"/>
                    </a:cubicBezTo>
                    <a:cubicBezTo>
                      <a:pt x="2473" y="115"/>
                      <a:pt x="1666" y="450"/>
                      <a:pt x="1071" y="1045"/>
                    </a:cubicBezTo>
                    <a:cubicBezTo>
                      <a:pt x="477" y="1640"/>
                      <a:pt x="142" y="2447"/>
                      <a:pt x="142" y="3288"/>
                    </a:cubicBezTo>
                    <a:cubicBezTo>
                      <a:pt x="142" y="4130"/>
                      <a:pt x="477" y="4937"/>
                      <a:pt x="1071" y="5532"/>
                    </a:cubicBezTo>
                    <a:cubicBezTo>
                      <a:pt x="1666" y="6127"/>
                      <a:pt x="2473" y="6461"/>
                      <a:pt x="3314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DFB0299D-B749-6118-1F67-E56151A215A3}"/>
                  </a:ext>
                </a:extLst>
              </p:cNvPr>
              <p:cNvSpPr/>
              <p:nvPr/>
            </p:nvSpPr>
            <p:spPr>
              <a:xfrm>
                <a:off x="2671501" y="4942489"/>
                <a:ext cx="6343" cy="6345"/>
              </a:xfrm>
              <a:custGeom>
                <a:avLst/>
                <a:gdLst>
                  <a:gd name="connsiteX0" fmla="*/ 3315 w 6343"/>
                  <a:gd name="connsiteY0" fmla="*/ 6461 h 6345"/>
                  <a:gd name="connsiteX1" fmla="*/ 5558 w 6343"/>
                  <a:gd name="connsiteY1" fmla="*/ 5531 h 6345"/>
                  <a:gd name="connsiteX2" fmla="*/ 6487 w 6343"/>
                  <a:gd name="connsiteY2" fmla="*/ 3288 h 6345"/>
                  <a:gd name="connsiteX3" fmla="*/ 5558 w 6343"/>
                  <a:gd name="connsiteY3" fmla="*/ 1045 h 6345"/>
                  <a:gd name="connsiteX4" fmla="*/ 3315 w 6343"/>
                  <a:gd name="connsiteY4" fmla="*/ 115 h 6345"/>
                  <a:gd name="connsiteX5" fmla="*/ 1072 w 6343"/>
                  <a:gd name="connsiteY5" fmla="*/ 1045 h 6345"/>
                  <a:gd name="connsiteX6" fmla="*/ 143 w 6343"/>
                  <a:gd name="connsiteY6" fmla="*/ 3288 h 6345"/>
                  <a:gd name="connsiteX7" fmla="*/ 1072 w 6343"/>
                  <a:gd name="connsiteY7" fmla="*/ 5531 h 6345"/>
                  <a:gd name="connsiteX8" fmla="*/ 3315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5" y="6461"/>
                    </a:moveTo>
                    <a:cubicBezTo>
                      <a:pt x="4156" y="6461"/>
                      <a:pt x="4963" y="6126"/>
                      <a:pt x="5558" y="5531"/>
                    </a:cubicBezTo>
                    <a:cubicBezTo>
                      <a:pt x="6152" y="4936"/>
                      <a:pt x="6487" y="4129"/>
                      <a:pt x="6487" y="3288"/>
                    </a:cubicBezTo>
                    <a:cubicBezTo>
                      <a:pt x="6487" y="2447"/>
                      <a:pt x="6152" y="1640"/>
                      <a:pt x="5558" y="1045"/>
                    </a:cubicBezTo>
                    <a:cubicBezTo>
                      <a:pt x="4963" y="450"/>
                      <a:pt x="4156" y="115"/>
                      <a:pt x="3315" y="115"/>
                    </a:cubicBezTo>
                    <a:cubicBezTo>
                      <a:pt x="2474" y="115"/>
                      <a:pt x="1667" y="450"/>
                      <a:pt x="1072" y="1045"/>
                    </a:cubicBezTo>
                    <a:cubicBezTo>
                      <a:pt x="478" y="1640"/>
                      <a:pt x="143" y="2447"/>
                      <a:pt x="143" y="3288"/>
                    </a:cubicBezTo>
                    <a:cubicBezTo>
                      <a:pt x="143" y="4129"/>
                      <a:pt x="478" y="4936"/>
                      <a:pt x="1072" y="5531"/>
                    </a:cubicBezTo>
                    <a:cubicBezTo>
                      <a:pt x="1667" y="6126"/>
                      <a:pt x="2474" y="6461"/>
                      <a:pt x="3315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A69F5A97-5D96-2276-CA31-DF8D6ABB79DC}"/>
                  </a:ext>
                </a:extLst>
              </p:cNvPr>
              <p:cNvSpPr/>
              <p:nvPr/>
            </p:nvSpPr>
            <p:spPr>
              <a:xfrm>
                <a:off x="2690800" y="4944769"/>
                <a:ext cx="6343" cy="6345"/>
              </a:xfrm>
              <a:custGeom>
                <a:avLst/>
                <a:gdLst>
                  <a:gd name="connsiteX0" fmla="*/ 3316 w 6343"/>
                  <a:gd name="connsiteY0" fmla="*/ 6461 h 6345"/>
                  <a:gd name="connsiteX1" fmla="*/ 5559 w 6343"/>
                  <a:gd name="connsiteY1" fmla="*/ 5532 h 6345"/>
                  <a:gd name="connsiteX2" fmla="*/ 6488 w 6343"/>
                  <a:gd name="connsiteY2" fmla="*/ 3288 h 6345"/>
                  <a:gd name="connsiteX3" fmla="*/ 5559 w 6343"/>
                  <a:gd name="connsiteY3" fmla="*/ 1045 h 6345"/>
                  <a:gd name="connsiteX4" fmla="*/ 3316 w 6343"/>
                  <a:gd name="connsiteY4" fmla="*/ 115 h 6345"/>
                  <a:gd name="connsiteX5" fmla="*/ 1074 w 6343"/>
                  <a:gd name="connsiteY5" fmla="*/ 1045 h 6345"/>
                  <a:gd name="connsiteX6" fmla="*/ 145 w 6343"/>
                  <a:gd name="connsiteY6" fmla="*/ 3288 h 6345"/>
                  <a:gd name="connsiteX7" fmla="*/ 1074 w 6343"/>
                  <a:gd name="connsiteY7" fmla="*/ 5532 h 6345"/>
                  <a:gd name="connsiteX8" fmla="*/ 3316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6" y="6461"/>
                    </a:moveTo>
                    <a:cubicBezTo>
                      <a:pt x="4158" y="6461"/>
                      <a:pt x="4964" y="6127"/>
                      <a:pt x="5559" y="5532"/>
                    </a:cubicBezTo>
                    <a:cubicBezTo>
                      <a:pt x="6154" y="4937"/>
                      <a:pt x="6488" y="4130"/>
                      <a:pt x="6488" y="3288"/>
                    </a:cubicBezTo>
                    <a:cubicBezTo>
                      <a:pt x="6488" y="2447"/>
                      <a:pt x="6154" y="1640"/>
                      <a:pt x="5559" y="1045"/>
                    </a:cubicBezTo>
                    <a:cubicBezTo>
                      <a:pt x="4964" y="450"/>
                      <a:pt x="4158" y="115"/>
                      <a:pt x="3316" y="115"/>
                    </a:cubicBezTo>
                    <a:cubicBezTo>
                      <a:pt x="2475" y="115"/>
                      <a:pt x="1669" y="450"/>
                      <a:pt x="1074" y="1045"/>
                    </a:cubicBezTo>
                    <a:cubicBezTo>
                      <a:pt x="479" y="1640"/>
                      <a:pt x="145" y="2447"/>
                      <a:pt x="145" y="3288"/>
                    </a:cubicBezTo>
                    <a:cubicBezTo>
                      <a:pt x="145" y="4130"/>
                      <a:pt x="479" y="4937"/>
                      <a:pt x="1074" y="5532"/>
                    </a:cubicBezTo>
                    <a:cubicBezTo>
                      <a:pt x="1669" y="6127"/>
                      <a:pt x="2475" y="6461"/>
                      <a:pt x="3316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41E67BB3-548B-E880-F5AC-AEF069C8F03B}"/>
                  </a:ext>
                </a:extLst>
              </p:cNvPr>
              <p:cNvSpPr/>
              <p:nvPr/>
            </p:nvSpPr>
            <p:spPr>
              <a:xfrm>
                <a:off x="2707541" y="4945572"/>
                <a:ext cx="6343" cy="6345"/>
              </a:xfrm>
              <a:custGeom>
                <a:avLst/>
                <a:gdLst>
                  <a:gd name="connsiteX0" fmla="*/ 3318 w 6343"/>
                  <a:gd name="connsiteY0" fmla="*/ 6461 h 6345"/>
                  <a:gd name="connsiteX1" fmla="*/ 5560 w 6343"/>
                  <a:gd name="connsiteY1" fmla="*/ 5532 h 6345"/>
                  <a:gd name="connsiteX2" fmla="*/ 6489 w 6343"/>
                  <a:gd name="connsiteY2" fmla="*/ 3288 h 6345"/>
                  <a:gd name="connsiteX3" fmla="*/ 5560 w 6343"/>
                  <a:gd name="connsiteY3" fmla="*/ 1045 h 6345"/>
                  <a:gd name="connsiteX4" fmla="*/ 3318 w 6343"/>
                  <a:gd name="connsiteY4" fmla="*/ 116 h 6345"/>
                  <a:gd name="connsiteX5" fmla="*/ 1075 w 6343"/>
                  <a:gd name="connsiteY5" fmla="*/ 1045 h 6345"/>
                  <a:gd name="connsiteX6" fmla="*/ 146 w 6343"/>
                  <a:gd name="connsiteY6" fmla="*/ 3288 h 6345"/>
                  <a:gd name="connsiteX7" fmla="*/ 1075 w 6343"/>
                  <a:gd name="connsiteY7" fmla="*/ 5532 h 6345"/>
                  <a:gd name="connsiteX8" fmla="*/ 3318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8" y="6461"/>
                    </a:moveTo>
                    <a:cubicBezTo>
                      <a:pt x="4159" y="6461"/>
                      <a:pt x="4966" y="6127"/>
                      <a:pt x="5560" y="5532"/>
                    </a:cubicBezTo>
                    <a:cubicBezTo>
                      <a:pt x="6155" y="4937"/>
                      <a:pt x="6489" y="4130"/>
                      <a:pt x="6489" y="3288"/>
                    </a:cubicBezTo>
                    <a:cubicBezTo>
                      <a:pt x="6489" y="2447"/>
                      <a:pt x="6155" y="1640"/>
                      <a:pt x="5560" y="1045"/>
                    </a:cubicBezTo>
                    <a:cubicBezTo>
                      <a:pt x="4966" y="450"/>
                      <a:pt x="4159" y="116"/>
                      <a:pt x="3318" y="116"/>
                    </a:cubicBezTo>
                    <a:cubicBezTo>
                      <a:pt x="2477" y="116"/>
                      <a:pt x="1670" y="450"/>
                      <a:pt x="1075" y="1045"/>
                    </a:cubicBezTo>
                    <a:cubicBezTo>
                      <a:pt x="480" y="1640"/>
                      <a:pt x="146" y="2447"/>
                      <a:pt x="146" y="3288"/>
                    </a:cubicBezTo>
                    <a:cubicBezTo>
                      <a:pt x="146" y="4130"/>
                      <a:pt x="480" y="4937"/>
                      <a:pt x="1075" y="5532"/>
                    </a:cubicBezTo>
                    <a:cubicBezTo>
                      <a:pt x="1670" y="6127"/>
                      <a:pt x="2477" y="6461"/>
                      <a:pt x="3318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ACA203C3-A8F3-B063-52F7-64EBCF71274E}"/>
                  </a:ext>
                </a:extLst>
              </p:cNvPr>
              <p:cNvSpPr/>
              <p:nvPr/>
            </p:nvSpPr>
            <p:spPr>
              <a:xfrm>
                <a:off x="2740207" y="4957526"/>
                <a:ext cx="6343" cy="6345"/>
              </a:xfrm>
              <a:custGeom>
                <a:avLst/>
                <a:gdLst>
                  <a:gd name="connsiteX0" fmla="*/ 3320 w 6343"/>
                  <a:gd name="connsiteY0" fmla="*/ 6462 h 6345"/>
                  <a:gd name="connsiteX1" fmla="*/ 5563 w 6343"/>
                  <a:gd name="connsiteY1" fmla="*/ 5533 h 6345"/>
                  <a:gd name="connsiteX2" fmla="*/ 6492 w 6343"/>
                  <a:gd name="connsiteY2" fmla="*/ 3289 h 6345"/>
                  <a:gd name="connsiteX3" fmla="*/ 5563 w 6343"/>
                  <a:gd name="connsiteY3" fmla="*/ 1046 h 6345"/>
                  <a:gd name="connsiteX4" fmla="*/ 3320 w 6343"/>
                  <a:gd name="connsiteY4" fmla="*/ 116 h 6345"/>
                  <a:gd name="connsiteX5" fmla="*/ 1078 w 6343"/>
                  <a:gd name="connsiteY5" fmla="*/ 1046 h 6345"/>
                  <a:gd name="connsiteX6" fmla="*/ 149 w 6343"/>
                  <a:gd name="connsiteY6" fmla="*/ 3289 h 6345"/>
                  <a:gd name="connsiteX7" fmla="*/ 1078 w 6343"/>
                  <a:gd name="connsiteY7" fmla="*/ 5533 h 6345"/>
                  <a:gd name="connsiteX8" fmla="*/ 3320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0" y="6462"/>
                    </a:moveTo>
                    <a:cubicBezTo>
                      <a:pt x="4161" y="6462"/>
                      <a:pt x="4968" y="6128"/>
                      <a:pt x="5563" y="5533"/>
                    </a:cubicBezTo>
                    <a:cubicBezTo>
                      <a:pt x="6158" y="4938"/>
                      <a:pt x="6492" y="4131"/>
                      <a:pt x="6492" y="3289"/>
                    </a:cubicBezTo>
                    <a:cubicBezTo>
                      <a:pt x="6492" y="2448"/>
                      <a:pt x="6158" y="1641"/>
                      <a:pt x="5563" y="1046"/>
                    </a:cubicBezTo>
                    <a:cubicBezTo>
                      <a:pt x="4968" y="451"/>
                      <a:pt x="4161" y="116"/>
                      <a:pt x="3320" y="116"/>
                    </a:cubicBezTo>
                    <a:cubicBezTo>
                      <a:pt x="2479" y="116"/>
                      <a:pt x="1673" y="451"/>
                      <a:pt x="1078" y="1046"/>
                    </a:cubicBezTo>
                    <a:cubicBezTo>
                      <a:pt x="483" y="1641"/>
                      <a:pt x="149" y="2448"/>
                      <a:pt x="149" y="3289"/>
                    </a:cubicBezTo>
                    <a:cubicBezTo>
                      <a:pt x="149" y="4131"/>
                      <a:pt x="483" y="4938"/>
                      <a:pt x="1078" y="5533"/>
                    </a:cubicBezTo>
                    <a:cubicBezTo>
                      <a:pt x="1673" y="6128"/>
                      <a:pt x="2479" y="6462"/>
                      <a:pt x="3320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268511CD-C5BF-3D7F-BCA8-E41CF5511DF2}"/>
                  </a:ext>
                </a:extLst>
              </p:cNvPr>
              <p:cNvSpPr/>
              <p:nvPr/>
            </p:nvSpPr>
            <p:spPr>
              <a:xfrm>
                <a:off x="2763377" y="4963376"/>
                <a:ext cx="6343" cy="6345"/>
              </a:xfrm>
              <a:custGeom>
                <a:avLst/>
                <a:gdLst>
                  <a:gd name="connsiteX0" fmla="*/ 3322 w 6343"/>
                  <a:gd name="connsiteY0" fmla="*/ 6462 h 6345"/>
                  <a:gd name="connsiteX1" fmla="*/ 5565 w 6343"/>
                  <a:gd name="connsiteY1" fmla="*/ 5533 h 6345"/>
                  <a:gd name="connsiteX2" fmla="*/ 6494 w 6343"/>
                  <a:gd name="connsiteY2" fmla="*/ 3290 h 6345"/>
                  <a:gd name="connsiteX3" fmla="*/ 5565 w 6343"/>
                  <a:gd name="connsiteY3" fmla="*/ 1046 h 6345"/>
                  <a:gd name="connsiteX4" fmla="*/ 3322 w 6343"/>
                  <a:gd name="connsiteY4" fmla="*/ 117 h 6345"/>
                  <a:gd name="connsiteX5" fmla="*/ 1080 w 6343"/>
                  <a:gd name="connsiteY5" fmla="*/ 1046 h 6345"/>
                  <a:gd name="connsiteX6" fmla="*/ 151 w 6343"/>
                  <a:gd name="connsiteY6" fmla="*/ 3290 h 6345"/>
                  <a:gd name="connsiteX7" fmla="*/ 1080 w 6343"/>
                  <a:gd name="connsiteY7" fmla="*/ 5533 h 6345"/>
                  <a:gd name="connsiteX8" fmla="*/ 3322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2" y="6462"/>
                    </a:moveTo>
                    <a:cubicBezTo>
                      <a:pt x="4163" y="6462"/>
                      <a:pt x="4970" y="6128"/>
                      <a:pt x="5565" y="5533"/>
                    </a:cubicBezTo>
                    <a:cubicBezTo>
                      <a:pt x="6160" y="4938"/>
                      <a:pt x="6494" y="4131"/>
                      <a:pt x="6494" y="3290"/>
                    </a:cubicBezTo>
                    <a:cubicBezTo>
                      <a:pt x="6494" y="2448"/>
                      <a:pt x="6160" y="1641"/>
                      <a:pt x="5565" y="1046"/>
                    </a:cubicBezTo>
                    <a:cubicBezTo>
                      <a:pt x="4970" y="451"/>
                      <a:pt x="4163" y="117"/>
                      <a:pt x="3322" y="117"/>
                    </a:cubicBezTo>
                    <a:cubicBezTo>
                      <a:pt x="2481" y="117"/>
                      <a:pt x="1674" y="451"/>
                      <a:pt x="1080" y="1046"/>
                    </a:cubicBezTo>
                    <a:cubicBezTo>
                      <a:pt x="485" y="1641"/>
                      <a:pt x="151" y="2448"/>
                      <a:pt x="151" y="3290"/>
                    </a:cubicBezTo>
                    <a:cubicBezTo>
                      <a:pt x="151" y="4131"/>
                      <a:pt x="485" y="4938"/>
                      <a:pt x="1080" y="5533"/>
                    </a:cubicBezTo>
                    <a:cubicBezTo>
                      <a:pt x="1674" y="6128"/>
                      <a:pt x="2481" y="6462"/>
                      <a:pt x="3322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E6F73C3C-4EBB-43CA-BFA9-4F0F60702BB8}"/>
                  </a:ext>
                </a:extLst>
              </p:cNvPr>
              <p:cNvSpPr/>
              <p:nvPr/>
            </p:nvSpPr>
            <p:spPr>
              <a:xfrm>
                <a:off x="2772495" y="4959653"/>
                <a:ext cx="6343" cy="6345"/>
              </a:xfrm>
              <a:custGeom>
                <a:avLst/>
                <a:gdLst>
                  <a:gd name="connsiteX0" fmla="*/ 3323 w 6343"/>
                  <a:gd name="connsiteY0" fmla="*/ 6462 h 6345"/>
                  <a:gd name="connsiteX1" fmla="*/ 5566 w 6343"/>
                  <a:gd name="connsiteY1" fmla="*/ 5533 h 6345"/>
                  <a:gd name="connsiteX2" fmla="*/ 6494 w 6343"/>
                  <a:gd name="connsiteY2" fmla="*/ 3289 h 6345"/>
                  <a:gd name="connsiteX3" fmla="*/ 5566 w 6343"/>
                  <a:gd name="connsiteY3" fmla="*/ 1046 h 6345"/>
                  <a:gd name="connsiteX4" fmla="*/ 3323 w 6343"/>
                  <a:gd name="connsiteY4" fmla="*/ 117 h 6345"/>
                  <a:gd name="connsiteX5" fmla="*/ 1080 w 6343"/>
                  <a:gd name="connsiteY5" fmla="*/ 1046 h 6345"/>
                  <a:gd name="connsiteX6" fmla="*/ 151 w 6343"/>
                  <a:gd name="connsiteY6" fmla="*/ 3289 h 6345"/>
                  <a:gd name="connsiteX7" fmla="*/ 1080 w 6343"/>
                  <a:gd name="connsiteY7" fmla="*/ 5533 h 6345"/>
                  <a:gd name="connsiteX8" fmla="*/ 3323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462"/>
                    </a:moveTo>
                    <a:cubicBezTo>
                      <a:pt x="4164" y="6462"/>
                      <a:pt x="4971" y="6128"/>
                      <a:pt x="5566" y="5533"/>
                    </a:cubicBezTo>
                    <a:cubicBezTo>
                      <a:pt x="6160" y="4938"/>
                      <a:pt x="6494" y="4131"/>
                      <a:pt x="6494" y="3289"/>
                    </a:cubicBezTo>
                    <a:cubicBezTo>
                      <a:pt x="6494" y="2448"/>
                      <a:pt x="6160" y="1641"/>
                      <a:pt x="5566" y="1046"/>
                    </a:cubicBezTo>
                    <a:cubicBezTo>
                      <a:pt x="4971" y="451"/>
                      <a:pt x="4164" y="117"/>
                      <a:pt x="3323" y="117"/>
                    </a:cubicBezTo>
                    <a:cubicBezTo>
                      <a:pt x="2482" y="117"/>
                      <a:pt x="1675" y="451"/>
                      <a:pt x="1080" y="1046"/>
                    </a:cubicBezTo>
                    <a:cubicBezTo>
                      <a:pt x="486" y="1641"/>
                      <a:pt x="151" y="2448"/>
                      <a:pt x="151" y="3289"/>
                    </a:cubicBezTo>
                    <a:cubicBezTo>
                      <a:pt x="151" y="4131"/>
                      <a:pt x="486" y="4938"/>
                      <a:pt x="1080" y="5533"/>
                    </a:cubicBezTo>
                    <a:cubicBezTo>
                      <a:pt x="1675" y="6128"/>
                      <a:pt x="2482" y="6462"/>
                      <a:pt x="3323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4C4429CE-E9E1-531A-E164-961DC8B04927}"/>
                  </a:ext>
                </a:extLst>
              </p:cNvPr>
              <p:cNvSpPr/>
              <p:nvPr/>
            </p:nvSpPr>
            <p:spPr>
              <a:xfrm>
                <a:off x="2782507" y="4956650"/>
                <a:ext cx="6343" cy="6345"/>
              </a:xfrm>
              <a:custGeom>
                <a:avLst/>
                <a:gdLst>
                  <a:gd name="connsiteX0" fmla="*/ 3324 w 6343"/>
                  <a:gd name="connsiteY0" fmla="*/ 6462 h 6345"/>
                  <a:gd name="connsiteX1" fmla="*/ 5566 w 6343"/>
                  <a:gd name="connsiteY1" fmla="*/ 5533 h 6345"/>
                  <a:gd name="connsiteX2" fmla="*/ 6495 w 6343"/>
                  <a:gd name="connsiteY2" fmla="*/ 3289 h 6345"/>
                  <a:gd name="connsiteX3" fmla="*/ 5566 w 6343"/>
                  <a:gd name="connsiteY3" fmla="*/ 1046 h 6345"/>
                  <a:gd name="connsiteX4" fmla="*/ 3324 w 6343"/>
                  <a:gd name="connsiteY4" fmla="*/ 116 h 6345"/>
                  <a:gd name="connsiteX5" fmla="*/ 1081 w 6343"/>
                  <a:gd name="connsiteY5" fmla="*/ 1046 h 6345"/>
                  <a:gd name="connsiteX6" fmla="*/ 152 w 6343"/>
                  <a:gd name="connsiteY6" fmla="*/ 3289 h 6345"/>
                  <a:gd name="connsiteX7" fmla="*/ 1081 w 6343"/>
                  <a:gd name="connsiteY7" fmla="*/ 5533 h 6345"/>
                  <a:gd name="connsiteX8" fmla="*/ 3324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4" y="6462"/>
                    </a:moveTo>
                    <a:cubicBezTo>
                      <a:pt x="4165" y="6462"/>
                      <a:pt x="4972" y="6128"/>
                      <a:pt x="5566" y="5533"/>
                    </a:cubicBezTo>
                    <a:cubicBezTo>
                      <a:pt x="6161" y="4938"/>
                      <a:pt x="6495" y="4131"/>
                      <a:pt x="6495" y="3289"/>
                    </a:cubicBezTo>
                    <a:cubicBezTo>
                      <a:pt x="6495" y="2448"/>
                      <a:pt x="6161" y="1641"/>
                      <a:pt x="5566" y="1046"/>
                    </a:cubicBezTo>
                    <a:cubicBezTo>
                      <a:pt x="4972" y="451"/>
                      <a:pt x="4165" y="116"/>
                      <a:pt x="3324" y="116"/>
                    </a:cubicBezTo>
                    <a:cubicBezTo>
                      <a:pt x="2483" y="116"/>
                      <a:pt x="1676" y="451"/>
                      <a:pt x="1081" y="1046"/>
                    </a:cubicBezTo>
                    <a:cubicBezTo>
                      <a:pt x="486" y="1641"/>
                      <a:pt x="152" y="2448"/>
                      <a:pt x="152" y="3289"/>
                    </a:cubicBezTo>
                    <a:cubicBezTo>
                      <a:pt x="152" y="4131"/>
                      <a:pt x="486" y="4938"/>
                      <a:pt x="1081" y="5533"/>
                    </a:cubicBezTo>
                    <a:cubicBezTo>
                      <a:pt x="1676" y="6128"/>
                      <a:pt x="2483" y="6462"/>
                      <a:pt x="3324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31B083E1-6E8D-7850-8D28-60EFDD0A4D9A}"/>
                  </a:ext>
                </a:extLst>
              </p:cNvPr>
              <p:cNvSpPr/>
              <p:nvPr/>
            </p:nvSpPr>
            <p:spPr>
              <a:xfrm>
                <a:off x="2797455" y="4957315"/>
                <a:ext cx="6343" cy="6345"/>
              </a:xfrm>
              <a:custGeom>
                <a:avLst/>
                <a:gdLst>
                  <a:gd name="connsiteX0" fmla="*/ 3325 w 6343"/>
                  <a:gd name="connsiteY0" fmla="*/ 6462 h 6345"/>
                  <a:gd name="connsiteX1" fmla="*/ 5568 w 6343"/>
                  <a:gd name="connsiteY1" fmla="*/ 5533 h 6345"/>
                  <a:gd name="connsiteX2" fmla="*/ 6496 w 6343"/>
                  <a:gd name="connsiteY2" fmla="*/ 3289 h 6345"/>
                  <a:gd name="connsiteX3" fmla="*/ 5568 w 6343"/>
                  <a:gd name="connsiteY3" fmla="*/ 1046 h 6345"/>
                  <a:gd name="connsiteX4" fmla="*/ 3325 w 6343"/>
                  <a:gd name="connsiteY4" fmla="*/ 116 h 6345"/>
                  <a:gd name="connsiteX5" fmla="*/ 1082 w 6343"/>
                  <a:gd name="connsiteY5" fmla="*/ 1046 h 6345"/>
                  <a:gd name="connsiteX6" fmla="*/ 153 w 6343"/>
                  <a:gd name="connsiteY6" fmla="*/ 3289 h 6345"/>
                  <a:gd name="connsiteX7" fmla="*/ 1082 w 6343"/>
                  <a:gd name="connsiteY7" fmla="*/ 5533 h 6345"/>
                  <a:gd name="connsiteX8" fmla="*/ 3325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5" y="6462"/>
                    </a:moveTo>
                    <a:cubicBezTo>
                      <a:pt x="4166" y="6462"/>
                      <a:pt x="4973" y="6128"/>
                      <a:pt x="5568" y="5533"/>
                    </a:cubicBezTo>
                    <a:cubicBezTo>
                      <a:pt x="6162" y="4938"/>
                      <a:pt x="6496" y="4131"/>
                      <a:pt x="6496" y="3289"/>
                    </a:cubicBezTo>
                    <a:cubicBezTo>
                      <a:pt x="6496" y="2448"/>
                      <a:pt x="6162" y="1641"/>
                      <a:pt x="5568" y="1046"/>
                    </a:cubicBezTo>
                    <a:cubicBezTo>
                      <a:pt x="4973" y="451"/>
                      <a:pt x="4166" y="116"/>
                      <a:pt x="3325" y="116"/>
                    </a:cubicBezTo>
                    <a:cubicBezTo>
                      <a:pt x="2484" y="116"/>
                      <a:pt x="1677" y="451"/>
                      <a:pt x="1082" y="1046"/>
                    </a:cubicBezTo>
                    <a:cubicBezTo>
                      <a:pt x="488" y="1641"/>
                      <a:pt x="153" y="2448"/>
                      <a:pt x="153" y="3289"/>
                    </a:cubicBezTo>
                    <a:cubicBezTo>
                      <a:pt x="153" y="4131"/>
                      <a:pt x="488" y="4938"/>
                      <a:pt x="1082" y="5533"/>
                    </a:cubicBezTo>
                    <a:cubicBezTo>
                      <a:pt x="1677" y="6128"/>
                      <a:pt x="2484" y="6462"/>
                      <a:pt x="3325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65F4267D-CFB8-896C-0A50-BB404E356991}"/>
                  </a:ext>
                </a:extLst>
              </p:cNvPr>
              <p:cNvSpPr/>
              <p:nvPr/>
            </p:nvSpPr>
            <p:spPr>
              <a:xfrm>
                <a:off x="2815234" y="4960246"/>
                <a:ext cx="6343" cy="6345"/>
              </a:xfrm>
              <a:custGeom>
                <a:avLst/>
                <a:gdLst>
                  <a:gd name="connsiteX0" fmla="*/ 3326 w 6343"/>
                  <a:gd name="connsiteY0" fmla="*/ 6462 h 6345"/>
                  <a:gd name="connsiteX1" fmla="*/ 5569 w 6343"/>
                  <a:gd name="connsiteY1" fmla="*/ 5533 h 6345"/>
                  <a:gd name="connsiteX2" fmla="*/ 6498 w 6343"/>
                  <a:gd name="connsiteY2" fmla="*/ 3289 h 6345"/>
                  <a:gd name="connsiteX3" fmla="*/ 5569 w 6343"/>
                  <a:gd name="connsiteY3" fmla="*/ 1046 h 6345"/>
                  <a:gd name="connsiteX4" fmla="*/ 3326 w 6343"/>
                  <a:gd name="connsiteY4" fmla="*/ 117 h 6345"/>
                  <a:gd name="connsiteX5" fmla="*/ 1084 w 6343"/>
                  <a:gd name="connsiteY5" fmla="*/ 1046 h 6345"/>
                  <a:gd name="connsiteX6" fmla="*/ 155 w 6343"/>
                  <a:gd name="connsiteY6" fmla="*/ 3289 h 6345"/>
                  <a:gd name="connsiteX7" fmla="*/ 1084 w 6343"/>
                  <a:gd name="connsiteY7" fmla="*/ 5533 h 6345"/>
                  <a:gd name="connsiteX8" fmla="*/ 3326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6" y="6462"/>
                    </a:moveTo>
                    <a:cubicBezTo>
                      <a:pt x="4167" y="6462"/>
                      <a:pt x="4974" y="6128"/>
                      <a:pt x="5569" y="5533"/>
                    </a:cubicBezTo>
                    <a:cubicBezTo>
                      <a:pt x="6164" y="4938"/>
                      <a:pt x="6498" y="4131"/>
                      <a:pt x="6498" y="3289"/>
                    </a:cubicBezTo>
                    <a:cubicBezTo>
                      <a:pt x="6498" y="2448"/>
                      <a:pt x="6164" y="1641"/>
                      <a:pt x="5569" y="1046"/>
                    </a:cubicBezTo>
                    <a:cubicBezTo>
                      <a:pt x="4974" y="451"/>
                      <a:pt x="4167" y="117"/>
                      <a:pt x="3326" y="117"/>
                    </a:cubicBezTo>
                    <a:cubicBezTo>
                      <a:pt x="2485" y="117"/>
                      <a:pt x="1678" y="451"/>
                      <a:pt x="1084" y="1046"/>
                    </a:cubicBezTo>
                    <a:cubicBezTo>
                      <a:pt x="489" y="1641"/>
                      <a:pt x="155" y="2448"/>
                      <a:pt x="155" y="3289"/>
                    </a:cubicBezTo>
                    <a:cubicBezTo>
                      <a:pt x="155" y="4131"/>
                      <a:pt x="489" y="4938"/>
                      <a:pt x="1084" y="5533"/>
                    </a:cubicBezTo>
                    <a:cubicBezTo>
                      <a:pt x="1678" y="6128"/>
                      <a:pt x="2485" y="6462"/>
                      <a:pt x="3326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ED528F08-E803-7C0C-0E6F-5C5A377500DD}"/>
                  </a:ext>
                </a:extLst>
              </p:cNvPr>
              <p:cNvSpPr/>
              <p:nvPr/>
            </p:nvSpPr>
            <p:spPr>
              <a:xfrm>
                <a:off x="2830795" y="4961776"/>
                <a:ext cx="6343" cy="6345"/>
              </a:xfrm>
              <a:custGeom>
                <a:avLst/>
                <a:gdLst>
                  <a:gd name="connsiteX0" fmla="*/ 3328 w 6343"/>
                  <a:gd name="connsiteY0" fmla="*/ 6462 h 6345"/>
                  <a:gd name="connsiteX1" fmla="*/ 5570 w 6343"/>
                  <a:gd name="connsiteY1" fmla="*/ 5533 h 6345"/>
                  <a:gd name="connsiteX2" fmla="*/ 6499 w 6343"/>
                  <a:gd name="connsiteY2" fmla="*/ 3290 h 6345"/>
                  <a:gd name="connsiteX3" fmla="*/ 5570 w 6343"/>
                  <a:gd name="connsiteY3" fmla="*/ 1046 h 6345"/>
                  <a:gd name="connsiteX4" fmla="*/ 3328 w 6343"/>
                  <a:gd name="connsiteY4" fmla="*/ 117 h 6345"/>
                  <a:gd name="connsiteX5" fmla="*/ 1085 w 6343"/>
                  <a:gd name="connsiteY5" fmla="*/ 1046 h 6345"/>
                  <a:gd name="connsiteX6" fmla="*/ 156 w 6343"/>
                  <a:gd name="connsiteY6" fmla="*/ 3290 h 6345"/>
                  <a:gd name="connsiteX7" fmla="*/ 1085 w 6343"/>
                  <a:gd name="connsiteY7" fmla="*/ 5533 h 6345"/>
                  <a:gd name="connsiteX8" fmla="*/ 3328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8" y="6462"/>
                    </a:moveTo>
                    <a:cubicBezTo>
                      <a:pt x="4169" y="6462"/>
                      <a:pt x="4975" y="6128"/>
                      <a:pt x="5570" y="5533"/>
                    </a:cubicBezTo>
                    <a:cubicBezTo>
                      <a:pt x="6165" y="4938"/>
                      <a:pt x="6499" y="4131"/>
                      <a:pt x="6499" y="3290"/>
                    </a:cubicBezTo>
                    <a:cubicBezTo>
                      <a:pt x="6499" y="2448"/>
                      <a:pt x="6165" y="1641"/>
                      <a:pt x="5570" y="1046"/>
                    </a:cubicBezTo>
                    <a:cubicBezTo>
                      <a:pt x="4975" y="451"/>
                      <a:pt x="4169" y="117"/>
                      <a:pt x="3328" y="117"/>
                    </a:cubicBezTo>
                    <a:cubicBezTo>
                      <a:pt x="2486" y="117"/>
                      <a:pt x="1680" y="451"/>
                      <a:pt x="1085" y="1046"/>
                    </a:cubicBezTo>
                    <a:cubicBezTo>
                      <a:pt x="490" y="1641"/>
                      <a:pt x="156" y="2448"/>
                      <a:pt x="156" y="3290"/>
                    </a:cubicBezTo>
                    <a:cubicBezTo>
                      <a:pt x="156" y="4131"/>
                      <a:pt x="490" y="4938"/>
                      <a:pt x="1085" y="5533"/>
                    </a:cubicBezTo>
                    <a:cubicBezTo>
                      <a:pt x="1680" y="6128"/>
                      <a:pt x="2486" y="6462"/>
                      <a:pt x="3328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744D45D4-E4A2-D6E4-C803-1C79F43E926C}"/>
                  </a:ext>
                </a:extLst>
              </p:cNvPr>
              <p:cNvSpPr/>
              <p:nvPr/>
            </p:nvSpPr>
            <p:spPr>
              <a:xfrm>
                <a:off x="2845079" y="4962550"/>
                <a:ext cx="6343" cy="6345"/>
              </a:xfrm>
              <a:custGeom>
                <a:avLst/>
                <a:gdLst>
                  <a:gd name="connsiteX0" fmla="*/ 3329 w 6343"/>
                  <a:gd name="connsiteY0" fmla="*/ 6462 h 6345"/>
                  <a:gd name="connsiteX1" fmla="*/ 5571 w 6343"/>
                  <a:gd name="connsiteY1" fmla="*/ 5533 h 6345"/>
                  <a:gd name="connsiteX2" fmla="*/ 6500 w 6343"/>
                  <a:gd name="connsiteY2" fmla="*/ 3290 h 6345"/>
                  <a:gd name="connsiteX3" fmla="*/ 5571 w 6343"/>
                  <a:gd name="connsiteY3" fmla="*/ 1046 h 6345"/>
                  <a:gd name="connsiteX4" fmla="*/ 3329 w 6343"/>
                  <a:gd name="connsiteY4" fmla="*/ 117 h 6345"/>
                  <a:gd name="connsiteX5" fmla="*/ 1086 w 6343"/>
                  <a:gd name="connsiteY5" fmla="*/ 1046 h 6345"/>
                  <a:gd name="connsiteX6" fmla="*/ 157 w 6343"/>
                  <a:gd name="connsiteY6" fmla="*/ 3290 h 6345"/>
                  <a:gd name="connsiteX7" fmla="*/ 1086 w 6343"/>
                  <a:gd name="connsiteY7" fmla="*/ 5533 h 6345"/>
                  <a:gd name="connsiteX8" fmla="*/ 3329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462"/>
                    </a:moveTo>
                    <a:cubicBezTo>
                      <a:pt x="4170" y="6462"/>
                      <a:pt x="4977" y="6128"/>
                      <a:pt x="5571" y="5533"/>
                    </a:cubicBezTo>
                    <a:cubicBezTo>
                      <a:pt x="6166" y="4938"/>
                      <a:pt x="6500" y="4131"/>
                      <a:pt x="6500" y="3290"/>
                    </a:cubicBezTo>
                    <a:cubicBezTo>
                      <a:pt x="6500" y="2448"/>
                      <a:pt x="6166" y="1641"/>
                      <a:pt x="5571" y="1046"/>
                    </a:cubicBezTo>
                    <a:cubicBezTo>
                      <a:pt x="4977" y="451"/>
                      <a:pt x="4170" y="117"/>
                      <a:pt x="3329" y="117"/>
                    </a:cubicBezTo>
                    <a:cubicBezTo>
                      <a:pt x="2488" y="117"/>
                      <a:pt x="1681" y="451"/>
                      <a:pt x="1086" y="1046"/>
                    </a:cubicBezTo>
                    <a:cubicBezTo>
                      <a:pt x="491" y="1641"/>
                      <a:pt x="157" y="2448"/>
                      <a:pt x="157" y="3290"/>
                    </a:cubicBezTo>
                    <a:cubicBezTo>
                      <a:pt x="157" y="4131"/>
                      <a:pt x="491" y="4938"/>
                      <a:pt x="1086" y="5533"/>
                    </a:cubicBezTo>
                    <a:cubicBezTo>
                      <a:pt x="1681" y="6128"/>
                      <a:pt x="2488" y="6462"/>
                      <a:pt x="3329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4556B3EE-6ED5-4F87-AB8E-896D68686881}"/>
                  </a:ext>
                </a:extLst>
              </p:cNvPr>
              <p:cNvSpPr/>
              <p:nvPr/>
            </p:nvSpPr>
            <p:spPr>
              <a:xfrm>
                <a:off x="2863292" y="4966501"/>
                <a:ext cx="6343" cy="6345"/>
              </a:xfrm>
              <a:custGeom>
                <a:avLst/>
                <a:gdLst>
                  <a:gd name="connsiteX0" fmla="*/ 3330 w 6343"/>
                  <a:gd name="connsiteY0" fmla="*/ 6463 h 6345"/>
                  <a:gd name="connsiteX1" fmla="*/ 5573 w 6343"/>
                  <a:gd name="connsiteY1" fmla="*/ 5533 h 6345"/>
                  <a:gd name="connsiteX2" fmla="*/ 6502 w 6343"/>
                  <a:gd name="connsiteY2" fmla="*/ 3290 h 6345"/>
                  <a:gd name="connsiteX3" fmla="*/ 5573 w 6343"/>
                  <a:gd name="connsiteY3" fmla="*/ 1046 h 6345"/>
                  <a:gd name="connsiteX4" fmla="*/ 3330 w 6343"/>
                  <a:gd name="connsiteY4" fmla="*/ 117 h 6345"/>
                  <a:gd name="connsiteX5" fmla="*/ 1087 w 6343"/>
                  <a:gd name="connsiteY5" fmla="*/ 1046 h 6345"/>
                  <a:gd name="connsiteX6" fmla="*/ 159 w 6343"/>
                  <a:gd name="connsiteY6" fmla="*/ 3290 h 6345"/>
                  <a:gd name="connsiteX7" fmla="*/ 1087 w 6343"/>
                  <a:gd name="connsiteY7" fmla="*/ 5533 h 6345"/>
                  <a:gd name="connsiteX8" fmla="*/ 3330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463"/>
                    </a:moveTo>
                    <a:cubicBezTo>
                      <a:pt x="4171" y="6463"/>
                      <a:pt x="4978" y="6128"/>
                      <a:pt x="5573" y="5533"/>
                    </a:cubicBezTo>
                    <a:cubicBezTo>
                      <a:pt x="6167" y="4938"/>
                      <a:pt x="6502" y="4131"/>
                      <a:pt x="6502" y="3290"/>
                    </a:cubicBezTo>
                    <a:cubicBezTo>
                      <a:pt x="6502" y="2448"/>
                      <a:pt x="6167" y="1641"/>
                      <a:pt x="5573" y="1046"/>
                    </a:cubicBezTo>
                    <a:cubicBezTo>
                      <a:pt x="4978" y="451"/>
                      <a:pt x="4171" y="117"/>
                      <a:pt x="3330" y="117"/>
                    </a:cubicBezTo>
                    <a:cubicBezTo>
                      <a:pt x="2489" y="117"/>
                      <a:pt x="1682" y="451"/>
                      <a:pt x="1087" y="1046"/>
                    </a:cubicBezTo>
                    <a:cubicBezTo>
                      <a:pt x="493" y="1641"/>
                      <a:pt x="159" y="2448"/>
                      <a:pt x="159" y="3290"/>
                    </a:cubicBezTo>
                    <a:cubicBezTo>
                      <a:pt x="159" y="4131"/>
                      <a:pt x="493" y="4938"/>
                      <a:pt x="1087" y="5533"/>
                    </a:cubicBezTo>
                    <a:cubicBezTo>
                      <a:pt x="1682" y="6128"/>
                      <a:pt x="2489" y="6463"/>
                      <a:pt x="3330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CEABFF81-C1E7-2CB3-0EBD-518C70C8AF91}"/>
                  </a:ext>
                </a:extLst>
              </p:cNvPr>
              <p:cNvSpPr/>
              <p:nvPr/>
            </p:nvSpPr>
            <p:spPr>
              <a:xfrm>
                <a:off x="2877872" y="4967912"/>
                <a:ext cx="6343" cy="6345"/>
              </a:xfrm>
              <a:custGeom>
                <a:avLst/>
                <a:gdLst>
                  <a:gd name="connsiteX0" fmla="*/ 3331 w 6343"/>
                  <a:gd name="connsiteY0" fmla="*/ 6463 h 6345"/>
                  <a:gd name="connsiteX1" fmla="*/ 5574 w 6343"/>
                  <a:gd name="connsiteY1" fmla="*/ 5533 h 6345"/>
                  <a:gd name="connsiteX2" fmla="*/ 6503 w 6343"/>
                  <a:gd name="connsiteY2" fmla="*/ 3290 h 6345"/>
                  <a:gd name="connsiteX3" fmla="*/ 5574 w 6343"/>
                  <a:gd name="connsiteY3" fmla="*/ 1047 h 6345"/>
                  <a:gd name="connsiteX4" fmla="*/ 3331 w 6343"/>
                  <a:gd name="connsiteY4" fmla="*/ 117 h 6345"/>
                  <a:gd name="connsiteX5" fmla="*/ 1089 w 6343"/>
                  <a:gd name="connsiteY5" fmla="*/ 1047 h 6345"/>
                  <a:gd name="connsiteX6" fmla="*/ 160 w 6343"/>
                  <a:gd name="connsiteY6" fmla="*/ 3290 h 6345"/>
                  <a:gd name="connsiteX7" fmla="*/ 1089 w 6343"/>
                  <a:gd name="connsiteY7" fmla="*/ 5533 h 6345"/>
                  <a:gd name="connsiteX8" fmla="*/ 3331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63"/>
                    </a:moveTo>
                    <a:cubicBezTo>
                      <a:pt x="4172" y="6463"/>
                      <a:pt x="4979" y="6128"/>
                      <a:pt x="5574" y="5533"/>
                    </a:cubicBezTo>
                    <a:cubicBezTo>
                      <a:pt x="6169" y="4938"/>
                      <a:pt x="6503" y="4131"/>
                      <a:pt x="6503" y="3290"/>
                    </a:cubicBezTo>
                    <a:cubicBezTo>
                      <a:pt x="6503" y="2449"/>
                      <a:pt x="6169" y="1642"/>
                      <a:pt x="5574" y="1047"/>
                    </a:cubicBezTo>
                    <a:cubicBezTo>
                      <a:pt x="4979" y="452"/>
                      <a:pt x="4172" y="117"/>
                      <a:pt x="3331" y="117"/>
                    </a:cubicBezTo>
                    <a:cubicBezTo>
                      <a:pt x="2490" y="117"/>
                      <a:pt x="1683" y="452"/>
                      <a:pt x="1089" y="1047"/>
                    </a:cubicBezTo>
                    <a:cubicBezTo>
                      <a:pt x="494" y="1642"/>
                      <a:pt x="160" y="2449"/>
                      <a:pt x="160" y="3290"/>
                    </a:cubicBezTo>
                    <a:cubicBezTo>
                      <a:pt x="160" y="4131"/>
                      <a:pt x="494" y="4938"/>
                      <a:pt x="1089" y="5533"/>
                    </a:cubicBezTo>
                    <a:cubicBezTo>
                      <a:pt x="1683" y="6128"/>
                      <a:pt x="2490" y="6463"/>
                      <a:pt x="3331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5856ED18-9299-CAED-96F4-4FB9776031CB}"/>
                  </a:ext>
                </a:extLst>
              </p:cNvPr>
              <p:cNvSpPr/>
              <p:nvPr/>
            </p:nvSpPr>
            <p:spPr>
              <a:xfrm>
                <a:off x="2889318" y="4967067"/>
                <a:ext cx="6343" cy="6345"/>
              </a:xfrm>
              <a:custGeom>
                <a:avLst/>
                <a:gdLst>
                  <a:gd name="connsiteX0" fmla="*/ 3332 w 6343"/>
                  <a:gd name="connsiteY0" fmla="*/ 6463 h 6345"/>
                  <a:gd name="connsiteX1" fmla="*/ 5575 w 6343"/>
                  <a:gd name="connsiteY1" fmla="*/ 5533 h 6345"/>
                  <a:gd name="connsiteX2" fmla="*/ 6504 w 6343"/>
                  <a:gd name="connsiteY2" fmla="*/ 3290 h 6345"/>
                  <a:gd name="connsiteX3" fmla="*/ 5575 w 6343"/>
                  <a:gd name="connsiteY3" fmla="*/ 1046 h 6345"/>
                  <a:gd name="connsiteX4" fmla="*/ 3332 w 6343"/>
                  <a:gd name="connsiteY4" fmla="*/ 117 h 6345"/>
                  <a:gd name="connsiteX5" fmla="*/ 1090 w 6343"/>
                  <a:gd name="connsiteY5" fmla="*/ 1046 h 6345"/>
                  <a:gd name="connsiteX6" fmla="*/ 161 w 6343"/>
                  <a:gd name="connsiteY6" fmla="*/ 3290 h 6345"/>
                  <a:gd name="connsiteX7" fmla="*/ 1090 w 6343"/>
                  <a:gd name="connsiteY7" fmla="*/ 5533 h 6345"/>
                  <a:gd name="connsiteX8" fmla="*/ 3332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2" y="6463"/>
                    </a:moveTo>
                    <a:cubicBezTo>
                      <a:pt x="4173" y="6463"/>
                      <a:pt x="4980" y="6128"/>
                      <a:pt x="5575" y="5533"/>
                    </a:cubicBezTo>
                    <a:cubicBezTo>
                      <a:pt x="6170" y="4938"/>
                      <a:pt x="6504" y="4131"/>
                      <a:pt x="6504" y="3290"/>
                    </a:cubicBezTo>
                    <a:cubicBezTo>
                      <a:pt x="6504" y="2449"/>
                      <a:pt x="6170" y="1641"/>
                      <a:pt x="5575" y="1046"/>
                    </a:cubicBezTo>
                    <a:cubicBezTo>
                      <a:pt x="4980" y="452"/>
                      <a:pt x="4173" y="117"/>
                      <a:pt x="3332" y="117"/>
                    </a:cubicBezTo>
                    <a:cubicBezTo>
                      <a:pt x="2491" y="117"/>
                      <a:pt x="1684" y="452"/>
                      <a:pt x="1090" y="1046"/>
                    </a:cubicBezTo>
                    <a:cubicBezTo>
                      <a:pt x="495" y="1641"/>
                      <a:pt x="161" y="2449"/>
                      <a:pt x="161" y="3290"/>
                    </a:cubicBezTo>
                    <a:cubicBezTo>
                      <a:pt x="161" y="4131"/>
                      <a:pt x="495" y="4938"/>
                      <a:pt x="1090" y="5533"/>
                    </a:cubicBezTo>
                    <a:cubicBezTo>
                      <a:pt x="1684" y="6128"/>
                      <a:pt x="2491" y="6463"/>
                      <a:pt x="3332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C3A68CB7-2203-F725-B951-42FB5B8C9FE2}"/>
                  </a:ext>
                </a:extLst>
              </p:cNvPr>
              <p:cNvSpPr/>
              <p:nvPr/>
            </p:nvSpPr>
            <p:spPr>
              <a:xfrm>
                <a:off x="2904959" y="4969674"/>
                <a:ext cx="6343" cy="6345"/>
              </a:xfrm>
              <a:custGeom>
                <a:avLst/>
                <a:gdLst>
                  <a:gd name="connsiteX0" fmla="*/ 3333 w 6343"/>
                  <a:gd name="connsiteY0" fmla="*/ 6463 h 6345"/>
                  <a:gd name="connsiteX1" fmla="*/ 5576 w 6343"/>
                  <a:gd name="connsiteY1" fmla="*/ 5534 h 6345"/>
                  <a:gd name="connsiteX2" fmla="*/ 6505 w 6343"/>
                  <a:gd name="connsiteY2" fmla="*/ 3290 h 6345"/>
                  <a:gd name="connsiteX3" fmla="*/ 5576 w 6343"/>
                  <a:gd name="connsiteY3" fmla="*/ 1047 h 6345"/>
                  <a:gd name="connsiteX4" fmla="*/ 3333 w 6343"/>
                  <a:gd name="connsiteY4" fmla="*/ 117 h 6345"/>
                  <a:gd name="connsiteX5" fmla="*/ 1091 w 6343"/>
                  <a:gd name="connsiteY5" fmla="*/ 1047 h 6345"/>
                  <a:gd name="connsiteX6" fmla="*/ 162 w 6343"/>
                  <a:gd name="connsiteY6" fmla="*/ 3290 h 6345"/>
                  <a:gd name="connsiteX7" fmla="*/ 1091 w 6343"/>
                  <a:gd name="connsiteY7" fmla="*/ 5534 h 6345"/>
                  <a:gd name="connsiteX8" fmla="*/ 3333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3" y="6463"/>
                    </a:moveTo>
                    <a:cubicBezTo>
                      <a:pt x="4174" y="6463"/>
                      <a:pt x="4981" y="6129"/>
                      <a:pt x="5576" y="5534"/>
                    </a:cubicBezTo>
                    <a:cubicBezTo>
                      <a:pt x="6171" y="4939"/>
                      <a:pt x="6505" y="4132"/>
                      <a:pt x="6505" y="3290"/>
                    </a:cubicBezTo>
                    <a:cubicBezTo>
                      <a:pt x="6505" y="2449"/>
                      <a:pt x="6171" y="1642"/>
                      <a:pt x="5576" y="1047"/>
                    </a:cubicBezTo>
                    <a:cubicBezTo>
                      <a:pt x="4981" y="452"/>
                      <a:pt x="4174" y="117"/>
                      <a:pt x="3333" y="117"/>
                    </a:cubicBezTo>
                    <a:cubicBezTo>
                      <a:pt x="2492" y="117"/>
                      <a:pt x="1685" y="452"/>
                      <a:pt x="1091" y="1047"/>
                    </a:cubicBezTo>
                    <a:cubicBezTo>
                      <a:pt x="496" y="1642"/>
                      <a:pt x="162" y="2449"/>
                      <a:pt x="162" y="3290"/>
                    </a:cubicBezTo>
                    <a:cubicBezTo>
                      <a:pt x="162" y="4132"/>
                      <a:pt x="496" y="4939"/>
                      <a:pt x="1091" y="5534"/>
                    </a:cubicBezTo>
                    <a:cubicBezTo>
                      <a:pt x="1685" y="6129"/>
                      <a:pt x="2492" y="6463"/>
                      <a:pt x="3333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7D3E32C4-E641-9A94-B927-87AAB5DB7FF4}"/>
                  </a:ext>
                </a:extLst>
              </p:cNvPr>
              <p:cNvSpPr/>
              <p:nvPr/>
            </p:nvSpPr>
            <p:spPr>
              <a:xfrm>
                <a:off x="2935400" y="4984357"/>
                <a:ext cx="6343" cy="6345"/>
              </a:xfrm>
              <a:custGeom>
                <a:avLst/>
                <a:gdLst>
                  <a:gd name="connsiteX0" fmla="*/ 3336 w 6343"/>
                  <a:gd name="connsiteY0" fmla="*/ 6464 h 6345"/>
                  <a:gd name="connsiteX1" fmla="*/ 5578 w 6343"/>
                  <a:gd name="connsiteY1" fmla="*/ 5535 h 6345"/>
                  <a:gd name="connsiteX2" fmla="*/ 6507 w 6343"/>
                  <a:gd name="connsiteY2" fmla="*/ 3291 h 6345"/>
                  <a:gd name="connsiteX3" fmla="*/ 5578 w 6343"/>
                  <a:gd name="connsiteY3" fmla="*/ 1048 h 6345"/>
                  <a:gd name="connsiteX4" fmla="*/ 3336 w 6343"/>
                  <a:gd name="connsiteY4" fmla="*/ 119 h 6345"/>
                  <a:gd name="connsiteX5" fmla="*/ 1093 w 6343"/>
                  <a:gd name="connsiteY5" fmla="*/ 1048 h 6345"/>
                  <a:gd name="connsiteX6" fmla="*/ 164 w 6343"/>
                  <a:gd name="connsiteY6" fmla="*/ 3291 h 6345"/>
                  <a:gd name="connsiteX7" fmla="*/ 1093 w 6343"/>
                  <a:gd name="connsiteY7" fmla="*/ 5535 h 6345"/>
                  <a:gd name="connsiteX8" fmla="*/ 3336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6" y="6464"/>
                    </a:moveTo>
                    <a:cubicBezTo>
                      <a:pt x="4177" y="6464"/>
                      <a:pt x="4984" y="6130"/>
                      <a:pt x="5578" y="5535"/>
                    </a:cubicBezTo>
                    <a:cubicBezTo>
                      <a:pt x="6173" y="4940"/>
                      <a:pt x="6507" y="4133"/>
                      <a:pt x="6507" y="3291"/>
                    </a:cubicBezTo>
                    <a:cubicBezTo>
                      <a:pt x="6507" y="2450"/>
                      <a:pt x="6173" y="1643"/>
                      <a:pt x="5578" y="1048"/>
                    </a:cubicBezTo>
                    <a:cubicBezTo>
                      <a:pt x="4984" y="453"/>
                      <a:pt x="4177" y="119"/>
                      <a:pt x="3336" y="119"/>
                    </a:cubicBezTo>
                    <a:cubicBezTo>
                      <a:pt x="2495" y="119"/>
                      <a:pt x="1688" y="453"/>
                      <a:pt x="1093" y="1048"/>
                    </a:cubicBezTo>
                    <a:cubicBezTo>
                      <a:pt x="498" y="1643"/>
                      <a:pt x="164" y="2450"/>
                      <a:pt x="164" y="3291"/>
                    </a:cubicBezTo>
                    <a:cubicBezTo>
                      <a:pt x="164" y="4133"/>
                      <a:pt x="498" y="4940"/>
                      <a:pt x="1093" y="5535"/>
                    </a:cubicBezTo>
                    <a:cubicBezTo>
                      <a:pt x="1688" y="6130"/>
                      <a:pt x="2495" y="6464"/>
                      <a:pt x="3336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7FE80AC3-3D6D-60F2-D8B2-8D57F3353303}"/>
                  </a:ext>
                </a:extLst>
              </p:cNvPr>
              <p:cNvSpPr/>
              <p:nvPr/>
            </p:nvSpPr>
            <p:spPr>
              <a:xfrm>
                <a:off x="2947460" y="4984649"/>
                <a:ext cx="6343" cy="6345"/>
              </a:xfrm>
              <a:custGeom>
                <a:avLst/>
                <a:gdLst>
                  <a:gd name="connsiteX0" fmla="*/ 3337 w 6343"/>
                  <a:gd name="connsiteY0" fmla="*/ 6464 h 6345"/>
                  <a:gd name="connsiteX1" fmla="*/ 5579 w 6343"/>
                  <a:gd name="connsiteY1" fmla="*/ 5535 h 6345"/>
                  <a:gd name="connsiteX2" fmla="*/ 6508 w 6343"/>
                  <a:gd name="connsiteY2" fmla="*/ 3291 h 6345"/>
                  <a:gd name="connsiteX3" fmla="*/ 5579 w 6343"/>
                  <a:gd name="connsiteY3" fmla="*/ 1048 h 6345"/>
                  <a:gd name="connsiteX4" fmla="*/ 3337 w 6343"/>
                  <a:gd name="connsiteY4" fmla="*/ 119 h 6345"/>
                  <a:gd name="connsiteX5" fmla="*/ 1094 w 6343"/>
                  <a:gd name="connsiteY5" fmla="*/ 1048 h 6345"/>
                  <a:gd name="connsiteX6" fmla="*/ 165 w 6343"/>
                  <a:gd name="connsiteY6" fmla="*/ 3291 h 6345"/>
                  <a:gd name="connsiteX7" fmla="*/ 1094 w 6343"/>
                  <a:gd name="connsiteY7" fmla="*/ 5535 h 6345"/>
                  <a:gd name="connsiteX8" fmla="*/ 3337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7" y="6464"/>
                    </a:moveTo>
                    <a:cubicBezTo>
                      <a:pt x="4178" y="6464"/>
                      <a:pt x="4985" y="6130"/>
                      <a:pt x="5579" y="5535"/>
                    </a:cubicBezTo>
                    <a:cubicBezTo>
                      <a:pt x="6174" y="4940"/>
                      <a:pt x="6508" y="4133"/>
                      <a:pt x="6508" y="3291"/>
                    </a:cubicBezTo>
                    <a:cubicBezTo>
                      <a:pt x="6508" y="2450"/>
                      <a:pt x="6174" y="1643"/>
                      <a:pt x="5579" y="1048"/>
                    </a:cubicBezTo>
                    <a:cubicBezTo>
                      <a:pt x="4985" y="453"/>
                      <a:pt x="4178" y="119"/>
                      <a:pt x="3337" y="119"/>
                    </a:cubicBezTo>
                    <a:cubicBezTo>
                      <a:pt x="2496" y="119"/>
                      <a:pt x="1689" y="453"/>
                      <a:pt x="1094" y="1048"/>
                    </a:cubicBezTo>
                    <a:cubicBezTo>
                      <a:pt x="499" y="1643"/>
                      <a:pt x="165" y="2450"/>
                      <a:pt x="165" y="3291"/>
                    </a:cubicBezTo>
                    <a:cubicBezTo>
                      <a:pt x="165" y="4133"/>
                      <a:pt x="499" y="4940"/>
                      <a:pt x="1094" y="5535"/>
                    </a:cubicBezTo>
                    <a:cubicBezTo>
                      <a:pt x="1689" y="6130"/>
                      <a:pt x="2496" y="6464"/>
                      <a:pt x="3337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801A006B-F554-440F-7873-60FDCC87AAAB}"/>
                  </a:ext>
                </a:extLst>
              </p:cNvPr>
              <p:cNvSpPr/>
              <p:nvPr/>
            </p:nvSpPr>
            <p:spPr>
              <a:xfrm>
                <a:off x="2957862" y="4983729"/>
                <a:ext cx="6343" cy="6345"/>
              </a:xfrm>
              <a:custGeom>
                <a:avLst/>
                <a:gdLst>
                  <a:gd name="connsiteX0" fmla="*/ 3338 w 6343"/>
                  <a:gd name="connsiteY0" fmla="*/ 6464 h 6345"/>
                  <a:gd name="connsiteX1" fmla="*/ 5580 w 6343"/>
                  <a:gd name="connsiteY1" fmla="*/ 5535 h 6345"/>
                  <a:gd name="connsiteX2" fmla="*/ 6509 w 6343"/>
                  <a:gd name="connsiteY2" fmla="*/ 3291 h 6345"/>
                  <a:gd name="connsiteX3" fmla="*/ 5580 w 6343"/>
                  <a:gd name="connsiteY3" fmla="*/ 1048 h 6345"/>
                  <a:gd name="connsiteX4" fmla="*/ 3338 w 6343"/>
                  <a:gd name="connsiteY4" fmla="*/ 119 h 6345"/>
                  <a:gd name="connsiteX5" fmla="*/ 1095 w 6343"/>
                  <a:gd name="connsiteY5" fmla="*/ 1048 h 6345"/>
                  <a:gd name="connsiteX6" fmla="*/ 166 w 6343"/>
                  <a:gd name="connsiteY6" fmla="*/ 3291 h 6345"/>
                  <a:gd name="connsiteX7" fmla="*/ 1095 w 6343"/>
                  <a:gd name="connsiteY7" fmla="*/ 5535 h 6345"/>
                  <a:gd name="connsiteX8" fmla="*/ 3338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8" y="6464"/>
                    </a:moveTo>
                    <a:cubicBezTo>
                      <a:pt x="4179" y="6464"/>
                      <a:pt x="4985" y="6130"/>
                      <a:pt x="5580" y="5535"/>
                    </a:cubicBezTo>
                    <a:cubicBezTo>
                      <a:pt x="6175" y="4940"/>
                      <a:pt x="6509" y="4133"/>
                      <a:pt x="6509" y="3291"/>
                    </a:cubicBezTo>
                    <a:cubicBezTo>
                      <a:pt x="6509" y="2450"/>
                      <a:pt x="6175" y="1643"/>
                      <a:pt x="5580" y="1048"/>
                    </a:cubicBezTo>
                    <a:cubicBezTo>
                      <a:pt x="4985" y="453"/>
                      <a:pt x="4179" y="119"/>
                      <a:pt x="3338" y="119"/>
                    </a:cubicBezTo>
                    <a:cubicBezTo>
                      <a:pt x="2496" y="119"/>
                      <a:pt x="1690" y="453"/>
                      <a:pt x="1095" y="1048"/>
                    </a:cubicBezTo>
                    <a:cubicBezTo>
                      <a:pt x="500" y="1643"/>
                      <a:pt x="166" y="2450"/>
                      <a:pt x="166" y="3291"/>
                    </a:cubicBezTo>
                    <a:cubicBezTo>
                      <a:pt x="166" y="4133"/>
                      <a:pt x="500" y="4940"/>
                      <a:pt x="1095" y="5535"/>
                    </a:cubicBezTo>
                    <a:cubicBezTo>
                      <a:pt x="1690" y="6130"/>
                      <a:pt x="2496" y="6464"/>
                      <a:pt x="3338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77885B7A-5F84-6B5E-EB9B-9F9CAFB511E4}"/>
                  </a:ext>
                </a:extLst>
              </p:cNvPr>
              <p:cNvSpPr/>
              <p:nvPr/>
            </p:nvSpPr>
            <p:spPr>
              <a:xfrm>
                <a:off x="2964505" y="4979801"/>
                <a:ext cx="6343" cy="6345"/>
              </a:xfrm>
              <a:custGeom>
                <a:avLst/>
                <a:gdLst>
                  <a:gd name="connsiteX0" fmla="*/ 3338 w 6343"/>
                  <a:gd name="connsiteY0" fmla="*/ 6464 h 6345"/>
                  <a:gd name="connsiteX1" fmla="*/ 5581 w 6343"/>
                  <a:gd name="connsiteY1" fmla="*/ 5534 h 6345"/>
                  <a:gd name="connsiteX2" fmla="*/ 6510 w 6343"/>
                  <a:gd name="connsiteY2" fmla="*/ 3291 h 6345"/>
                  <a:gd name="connsiteX3" fmla="*/ 5581 w 6343"/>
                  <a:gd name="connsiteY3" fmla="*/ 1047 h 6345"/>
                  <a:gd name="connsiteX4" fmla="*/ 3338 w 6343"/>
                  <a:gd name="connsiteY4" fmla="*/ 118 h 6345"/>
                  <a:gd name="connsiteX5" fmla="*/ 1095 w 6343"/>
                  <a:gd name="connsiteY5" fmla="*/ 1047 h 6345"/>
                  <a:gd name="connsiteX6" fmla="*/ 167 w 6343"/>
                  <a:gd name="connsiteY6" fmla="*/ 3291 h 6345"/>
                  <a:gd name="connsiteX7" fmla="*/ 1095 w 6343"/>
                  <a:gd name="connsiteY7" fmla="*/ 5534 h 6345"/>
                  <a:gd name="connsiteX8" fmla="*/ 3338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8" y="6464"/>
                    </a:moveTo>
                    <a:cubicBezTo>
                      <a:pt x="4179" y="6464"/>
                      <a:pt x="4986" y="6129"/>
                      <a:pt x="5581" y="5534"/>
                    </a:cubicBezTo>
                    <a:cubicBezTo>
                      <a:pt x="6175" y="4939"/>
                      <a:pt x="6510" y="4132"/>
                      <a:pt x="6510" y="3291"/>
                    </a:cubicBezTo>
                    <a:cubicBezTo>
                      <a:pt x="6510" y="2450"/>
                      <a:pt x="6175" y="1642"/>
                      <a:pt x="5581" y="1047"/>
                    </a:cubicBezTo>
                    <a:cubicBezTo>
                      <a:pt x="4986" y="453"/>
                      <a:pt x="4179" y="118"/>
                      <a:pt x="3338" y="118"/>
                    </a:cubicBezTo>
                    <a:cubicBezTo>
                      <a:pt x="2497" y="118"/>
                      <a:pt x="1690" y="453"/>
                      <a:pt x="1095" y="1047"/>
                    </a:cubicBezTo>
                    <a:cubicBezTo>
                      <a:pt x="501" y="1642"/>
                      <a:pt x="167" y="2450"/>
                      <a:pt x="167" y="3291"/>
                    </a:cubicBezTo>
                    <a:cubicBezTo>
                      <a:pt x="167" y="4132"/>
                      <a:pt x="501" y="4939"/>
                      <a:pt x="1095" y="5534"/>
                    </a:cubicBezTo>
                    <a:cubicBezTo>
                      <a:pt x="1690" y="6129"/>
                      <a:pt x="2497" y="6464"/>
                      <a:pt x="3338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A6CF8269-D4E4-8BF7-490D-649AAB9CF1FD}"/>
                  </a:ext>
                </a:extLst>
              </p:cNvPr>
              <p:cNvSpPr/>
              <p:nvPr/>
            </p:nvSpPr>
            <p:spPr>
              <a:xfrm>
                <a:off x="2974441" y="4978688"/>
                <a:ext cx="6343" cy="6345"/>
              </a:xfrm>
              <a:custGeom>
                <a:avLst/>
                <a:gdLst>
                  <a:gd name="connsiteX0" fmla="*/ 3339 w 6343"/>
                  <a:gd name="connsiteY0" fmla="*/ 6464 h 6345"/>
                  <a:gd name="connsiteX1" fmla="*/ 5581 w 6343"/>
                  <a:gd name="connsiteY1" fmla="*/ 5534 h 6345"/>
                  <a:gd name="connsiteX2" fmla="*/ 6510 w 6343"/>
                  <a:gd name="connsiteY2" fmla="*/ 3291 h 6345"/>
                  <a:gd name="connsiteX3" fmla="*/ 5581 w 6343"/>
                  <a:gd name="connsiteY3" fmla="*/ 1047 h 6345"/>
                  <a:gd name="connsiteX4" fmla="*/ 3339 w 6343"/>
                  <a:gd name="connsiteY4" fmla="*/ 118 h 6345"/>
                  <a:gd name="connsiteX5" fmla="*/ 1096 w 6343"/>
                  <a:gd name="connsiteY5" fmla="*/ 1047 h 6345"/>
                  <a:gd name="connsiteX6" fmla="*/ 167 w 6343"/>
                  <a:gd name="connsiteY6" fmla="*/ 3291 h 6345"/>
                  <a:gd name="connsiteX7" fmla="*/ 1096 w 6343"/>
                  <a:gd name="connsiteY7" fmla="*/ 5534 h 6345"/>
                  <a:gd name="connsiteX8" fmla="*/ 3339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464"/>
                    </a:moveTo>
                    <a:cubicBezTo>
                      <a:pt x="4180" y="6464"/>
                      <a:pt x="4987" y="6129"/>
                      <a:pt x="5581" y="5534"/>
                    </a:cubicBezTo>
                    <a:cubicBezTo>
                      <a:pt x="6176" y="4939"/>
                      <a:pt x="6510" y="4132"/>
                      <a:pt x="6510" y="3291"/>
                    </a:cubicBezTo>
                    <a:cubicBezTo>
                      <a:pt x="6510" y="2449"/>
                      <a:pt x="6176" y="1642"/>
                      <a:pt x="5581" y="1047"/>
                    </a:cubicBezTo>
                    <a:cubicBezTo>
                      <a:pt x="4987" y="452"/>
                      <a:pt x="4180" y="118"/>
                      <a:pt x="3339" y="118"/>
                    </a:cubicBezTo>
                    <a:cubicBezTo>
                      <a:pt x="2498" y="118"/>
                      <a:pt x="1691" y="452"/>
                      <a:pt x="1096" y="1047"/>
                    </a:cubicBezTo>
                    <a:cubicBezTo>
                      <a:pt x="501" y="1642"/>
                      <a:pt x="167" y="2449"/>
                      <a:pt x="167" y="3291"/>
                    </a:cubicBezTo>
                    <a:cubicBezTo>
                      <a:pt x="167" y="4132"/>
                      <a:pt x="501" y="4939"/>
                      <a:pt x="1096" y="5534"/>
                    </a:cubicBezTo>
                    <a:cubicBezTo>
                      <a:pt x="1691" y="6129"/>
                      <a:pt x="2498" y="6464"/>
                      <a:pt x="3339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7E55000D-877C-5E80-9F8C-C7E1E9B5353A}"/>
                  </a:ext>
                </a:extLst>
              </p:cNvPr>
              <p:cNvSpPr/>
              <p:nvPr/>
            </p:nvSpPr>
            <p:spPr>
              <a:xfrm>
                <a:off x="2987436" y="4980296"/>
                <a:ext cx="6343" cy="6345"/>
              </a:xfrm>
              <a:custGeom>
                <a:avLst/>
                <a:gdLst>
                  <a:gd name="connsiteX0" fmla="*/ 3340 w 6343"/>
                  <a:gd name="connsiteY0" fmla="*/ 6464 h 6345"/>
                  <a:gd name="connsiteX1" fmla="*/ 5583 w 6343"/>
                  <a:gd name="connsiteY1" fmla="*/ 5534 h 6345"/>
                  <a:gd name="connsiteX2" fmla="*/ 6511 w 6343"/>
                  <a:gd name="connsiteY2" fmla="*/ 3291 h 6345"/>
                  <a:gd name="connsiteX3" fmla="*/ 5583 w 6343"/>
                  <a:gd name="connsiteY3" fmla="*/ 1048 h 6345"/>
                  <a:gd name="connsiteX4" fmla="*/ 3340 w 6343"/>
                  <a:gd name="connsiteY4" fmla="*/ 118 h 6345"/>
                  <a:gd name="connsiteX5" fmla="*/ 1097 w 6343"/>
                  <a:gd name="connsiteY5" fmla="*/ 1048 h 6345"/>
                  <a:gd name="connsiteX6" fmla="*/ 168 w 6343"/>
                  <a:gd name="connsiteY6" fmla="*/ 3291 h 6345"/>
                  <a:gd name="connsiteX7" fmla="*/ 1097 w 6343"/>
                  <a:gd name="connsiteY7" fmla="*/ 5534 h 6345"/>
                  <a:gd name="connsiteX8" fmla="*/ 3340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0" y="6464"/>
                    </a:moveTo>
                    <a:cubicBezTo>
                      <a:pt x="4181" y="6464"/>
                      <a:pt x="4988" y="6129"/>
                      <a:pt x="5583" y="5534"/>
                    </a:cubicBezTo>
                    <a:cubicBezTo>
                      <a:pt x="6177" y="4939"/>
                      <a:pt x="6511" y="4132"/>
                      <a:pt x="6511" y="3291"/>
                    </a:cubicBezTo>
                    <a:cubicBezTo>
                      <a:pt x="6511" y="2450"/>
                      <a:pt x="6177" y="1642"/>
                      <a:pt x="5583" y="1048"/>
                    </a:cubicBezTo>
                    <a:cubicBezTo>
                      <a:pt x="4988" y="453"/>
                      <a:pt x="4181" y="118"/>
                      <a:pt x="3340" y="118"/>
                    </a:cubicBezTo>
                    <a:cubicBezTo>
                      <a:pt x="2499" y="118"/>
                      <a:pt x="1692" y="453"/>
                      <a:pt x="1097" y="1048"/>
                    </a:cubicBezTo>
                    <a:cubicBezTo>
                      <a:pt x="502" y="1642"/>
                      <a:pt x="168" y="2450"/>
                      <a:pt x="168" y="3291"/>
                    </a:cubicBezTo>
                    <a:cubicBezTo>
                      <a:pt x="168" y="4132"/>
                      <a:pt x="502" y="4939"/>
                      <a:pt x="1097" y="5534"/>
                    </a:cubicBezTo>
                    <a:cubicBezTo>
                      <a:pt x="1692" y="6129"/>
                      <a:pt x="2499" y="6464"/>
                      <a:pt x="3340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EBD7495F-FB6E-8D88-E996-3DB7D554D427}"/>
                  </a:ext>
                </a:extLst>
              </p:cNvPr>
              <p:cNvSpPr/>
              <p:nvPr/>
            </p:nvSpPr>
            <p:spPr>
              <a:xfrm>
                <a:off x="3003551" y="4984775"/>
                <a:ext cx="6343" cy="6345"/>
              </a:xfrm>
              <a:custGeom>
                <a:avLst/>
                <a:gdLst>
                  <a:gd name="connsiteX0" fmla="*/ 3341 w 6343"/>
                  <a:gd name="connsiteY0" fmla="*/ 6464 h 6345"/>
                  <a:gd name="connsiteX1" fmla="*/ 5584 w 6343"/>
                  <a:gd name="connsiteY1" fmla="*/ 5535 h 6345"/>
                  <a:gd name="connsiteX2" fmla="*/ 6513 w 6343"/>
                  <a:gd name="connsiteY2" fmla="*/ 3291 h 6345"/>
                  <a:gd name="connsiteX3" fmla="*/ 5584 w 6343"/>
                  <a:gd name="connsiteY3" fmla="*/ 1048 h 6345"/>
                  <a:gd name="connsiteX4" fmla="*/ 3341 w 6343"/>
                  <a:gd name="connsiteY4" fmla="*/ 119 h 6345"/>
                  <a:gd name="connsiteX5" fmla="*/ 1099 w 6343"/>
                  <a:gd name="connsiteY5" fmla="*/ 1048 h 6345"/>
                  <a:gd name="connsiteX6" fmla="*/ 170 w 6343"/>
                  <a:gd name="connsiteY6" fmla="*/ 3291 h 6345"/>
                  <a:gd name="connsiteX7" fmla="*/ 1099 w 6343"/>
                  <a:gd name="connsiteY7" fmla="*/ 5535 h 6345"/>
                  <a:gd name="connsiteX8" fmla="*/ 3341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1" y="6464"/>
                    </a:moveTo>
                    <a:cubicBezTo>
                      <a:pt x="4182" y="6464"/>
                      <a:pt x="4989" y="6130"/>
                      <a:pt x="5584" y="5535"/>
                    </a:cubicBezTo>
                    <a:cubicBezTo>
                      <a:pt x="6179" y="4940"/>
                      <a:pt x="6513" y="4133"/>
                      <a:pt x="6513" y="3291"/>
                    </a:cubicBezTo>
                    <a:cubicBezTo>
                      <a:pt x="6513" y="2450"/>
                      <a:pt x="6179" y="1643"/>
                      <a:pt x="5584" y="1048"/>
                    </a:cubicBezTo>
                    <a:cubicBezTo>
                      <a:pt x="4989" y="453"/>
                      <a:pt x="4182" y="119"/>
                      <a:pt x="3341" y="119"/>
                    </a:cubicBezTo>
                    <a:cubicBezTo>
                      <a:pt x="2500" y="119"/>
                      <a:pt x="1693" y="453"/>
                      <a:pt x="1099" y="1048"/>
                    </a:cubicBezTo>
                    <a:cubicBezTo>
                      <a:pt x="504" y="1643"/>
                      <a:pt x="170" y="2450"/>
                      <a:pt x="170" y="3291"/>
                    </a:cubicBezTo>
                    <a:cubicBezTo>
                      <a:pt x="170" y="4133"/>
                      <a:pt x="504" y="4940"/>
                      <a:pt x="1099" y="5535"/>
                    </a:cubicBezTo>
                    <a:cubicBezTo>
                      <a:pt x="1693" y="6130"/>
                      <a:pt x="2500" y="6464"/>
                      <a:pt x="3341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DF457D16-A217-31EE-2397-106ABBE9E00D}"/>
                  </a:ext>
                </a:extLst>
              </p:cNvPr>
              <p:cNvSpPr/>
              <p:nvPr/>
            </p:nvSpPr>
            <p:spPr>
              <a:xfrm>
                <a:off x="3014878" y="4985315"/>
                <a:ext cx="6343" cy="6345"/>
              </a:xfrm>
              <a:custGeom>
                <a:avLst/>
                <a:gdLst>
                  <a:gd name="connsiteX0" fmla="*/ 3342 w 6343"/>
                  <a:gd name="connsiteY0" fmla="*/ 6464 h 6345"/>
                  <a:gd name="connsiteX1" fmla="*/ 5585 w 6343"/>
                  <a:gd name="connsiteY1" fmla="*/ 5535 h 6345"/>
                  <a:gd name="connsiteX2" fmla="*/ 6514 w 6343"/>
                  <a:gd name="connsiteY2" fmla="*/ 3291 h 6345"/>
                  <a:gd name="connsiteX3" fmla="*/ 5585 w 6343"/>
                  <a:gd name="connsiteY3" fmla="*/ 1048 h 6345"/>
                  <a:gd name="connsiteX4" fmla="*/ 3342 w 6343"/>
                  <a:gd name="connsiteY4" fmla="*/ 119 h 6345"/>
                  <a:gd name="connsiteX5" fmla="*/ 1099 w 6343"/>
                  <a:gd name="connsiteY5" fmla="*/ 1048 h 6345"/>
                  <a:gd name="connsiteX6" fmla="*/ 170 w 6343"/>
                  <a:gd name="connsiteY6" fmla="*/ 3291 h 6345"/>
                  <a:gd name="connsiteX7" fmla="*/ 1099 w 6343"/>
                  <a:gd name="connsiteY7" fmla="*/ 5535 h 6345"/>
                  <a:gd name="connsiteX8" fmla="*/ 3342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464"/>
                    </a:moveTo>
                    <a:cubicBezTo>
                      <a:pt x="4183" y="6464"/>
                      <a:pt x="4990" y="6130"/>
                      <a:pt x="5585" y="5535"/>
                    </a:cubicBezTo>
                    <a:cubicBezTo>
                      <a:pt x="6179" y="4940"/>
                      <a:pt x="6514" y="4133"/>
                      <a:pt x="6514" y="3291"/>
                    </a:cubicBezTo>
                    <a:cubicBezTo>
                      <a:pt x="6514" y="2450"/>
                      <a:pt x="6179" y="1643"/>
                      <a:pt x="5585" y="1048"/>
                    </a:cubicBezTo>
                    <a:cubicBezTo>
                      <a:pt x="4990" y="453"/>
                      <a:pt x="4183" y="119"/>
                      <a:pt x="3342" y="119"/>
                    </a:cubicBezTo>
                    <a:cubicBezTo>
                      <a:pt x="2501" y="119"/>
                      <a:pt x="1694" y="453"/>
                      <a:pt x="1099" y="1048"/>
                    </a:cubicBezTo>
                    <a:cubicBezTo>
                      <a:pt x="505" y="1643"/>
                      <a:pt x="170" y="2450"/>
                      <a:pt x="170" y="3291"/>
                    </a:cubicBezTo>
                    <a:cubicBezTo>
                      <a:pt x="170" y="4133"/>
                      <a:pt x="505" y="4940"/>
                      <a:pt x="1099" y="5535"/>
                    </a:cubicBezTo>
                    <a:cubicBezTo>
                      <a:pt x="1694" y="6130"/>
                      <a:pt x="2501" y="6464"/>
                      <a:pt x="3342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307A83EC-92E1-7769-2743-758A61B31B49}"/>
                  </a:ext>
                </a:extLst>
              </p:cNvPr>
              <p:cNvSpPr/>
              <p:nvPr/>
            </p:nvSpPr>
            <p:spPr>
              <a:xfrm>
                <a:off x="3024347" y="4984356"/>
                <a:ext cx="6343" cy="6345"/>
              </a:xfrm>
              <a:custGeom>
                <a:avLst/>
                <a:gdLst>
                  <a:gd name="connsiteX0" fmla="*/ 3343 w 6343"/>
                  <a:gd name="connsiteY0" fmla="*/ 6464 h 6345"/>
                  <a:gd name="connsiteX1" fmla="*/ 5585 w 6343"/>
                  <a:gd name="connsiteY1" fmla="*/ 5535 h 6345"/>
                  <a:gd name="connsiteX2" fmla="*/ 6514 w 6343"/>
                  <a:gd name="connsiteY2" fmla="*/ 3291 h 6345"/>
                  <a:gd name="connsiteX3" fmla="*/ 5585 w 6343"/>
                  <a:gd name="connsiteY3" fmla="*/ 1048 h 6345"/>
                  <a:gd name="connsiteX4" fmla="*/ 3343 w 6343"/>
                  <a:gd name="connsiteY4" fmla="*/ 119 h 6345"/>
                  <a:gd name="connsiteX5" fmla="*/ 1100 w 6343"/>
                  <a:gd name="connsiteY5" fmla="*/ 1048 h 6345"/>
                  <a:gd name="connsiteX6" fmla="*/ 171 w 6343"/>
                  <a:gd name="connsiteY6" fmla="*/ 3291 h 6345"/>
                  <a:gd name="connsiteX7" fmla="*/ 1100 w 6343"/>
                  <a:gd name="connsiteY7" fmla="*/ 5535 h 6345"/>
                  <a:gd name="connsiteX8" fmla="*/ 3343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3" y="6464"/>
                    </a:moveTo>
                    <a:cubicBezTo>
                      <a:pt x="4184" y="6464"/>
                      <a:pt x="4991" y="6130"/>
                      <a:pt x="5585" y="5535"/>
                    </a:cubicBezTo>
                    <a:cubicBezTo>
                      <a:pt x="6180" y="4940"/>
                      <a:pt x="6514" y="4133"/>
                      <a:pt x="6514" y="3291"/>
                    </a:cubicBezTo>
                    <a:cubicBezTo>
                      <a:pt x="6514" y="2450"/>
                      <a:pt x="6180" y="1643"/>
                      <a:pt x="5585" y="1048"/>
                    </a:cubicBezTo>
                    <a:cubicBezTo>
                      <a:pt x="4991" y="453"/>
                      <a:pt x="4184" y="119"/>
                      <a:pt x="3343" y="119"/>
                    </a:cubicBezTo>
                    <a:cubicBezTo>
                      <a:pt x="2502" y="119"/>
                      <a:pt x="1695" y="453"/>
                      <a:pt x="1100" y="1048"/>
                    </a:cubicBezTo>
                    <a:cubicBezTo>
                      <a:pt x="505" y="1643"/>
                      <a:pt x="171" y="2450"/>
                      <a:pt x="171" y="3291"/>
                    </a:cubicBezTo>
                    <a:cubicBezTo>
                      <a:pt x="171" y="4133"/>
                      <a:pt x="505" y="4940"/>
                      <a:pt x="1100" y="5535"/>
                    </a:cubicBezTo>
                    <a:cubicBezTo>
                      <a:pt x="1695" y="6130"/>
                      <a:pt x="2502" y="6464"/>
                      <a:pt x="3343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2C91A30B-36F5-6C30-B6F0-760F32FEDA52}"/>
                  </a:ext>
                </a:extLst>
              </p:cNvPr>
              <p:cNvSpPr/>
              <p:nvPr/>
            </p:nvSpPr>
            <p:spPr>
              <a:xfrm>
                <a:off x="3037414" y="4986727"/>
                <a:ext cx="6343" cy="6345"/>
              </a:xfrm>
              <a:custGeom>
                <a:avLst/>
                <a:gdLst>
                  <a:gd name="connsiteX0" fmla="*/ 3344 w 6343"/>
                  <a:gd name="connsiteY0" fmla="*/ 6464 h 6345"/>
                  <a:gd name="connsiteX1" fmla="*/ 5586 w 6343"/>
                  <a:gd name="connsiteY1" fmla="*/ 5535 h 6345"/>
                  <a:gd name="connsiteX2" fmla="*/ 6515 w 6343"/>
                  <a:gd name="connsiteY2" fmla="*/ 3291 h 6345"/>
                  <a:gd name="connsiteX3" fmla="*/ 5586 w 6343"/>
                  <a:gd name="connsiteY3" fmla="*/ 1048 h 6345"/>
                  <a:gd name="connsiteX4" fmla="*/ 3344 w 6343"/>
                  <a:gd name="connsiteY4" fmla="*/ 119 h 6345"/>
                  <a:gd name="connsiteX5" fmla="*/ 1101 w 6343"/>
                  <a:gd name="connsiteY5" fmla="*/ 1048 h 6345"/>
                  <a:gd name="connsiteX6" fmla="*/ 172 w 6343"/>
                  <a:gd name="connsiteY6" fmla="*/ 3291 h 6345"/>
                  <a:gd name="connsiteX7" fmla="*/ 1101 w 6343"/>
                  <a:gd name="connsiteY7" fmla="*/ 5535 h 6345"/>
                  <a:gd name="connsiteX8" fmla="*/ 3344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4" y="6464"/>
                    </a:moveTo>
                    <a:cubicBezTo>
                      <a:pt x="4185" y="6464"/>
                      <a:pt x="4992" y="6130"/>
                      <a:pt x="5586" y="5535"/>
                    </a:cubicBezTo>
                    <a:cubicBezTo>
                      <a:pt x="6181" y="4940"/>
                      <a:pt x="6515" y="4133"/>
                      <a:pt x="6515" y="3291"/>
                    </a:cubicBezTo>
                    <a:cubicBezTo>
                      <a:pt x="6515" y="2450"/>
                      <a:pt x="6181" y="1643"/>
                      <a:pt x="5586" y="1048"/>
                    </a:cubicBezTo>
                    <a:cubicBezTo>
                      <a:pt x="4992" y="453"/>
                      <a:pt x="4185" y="119"/>
                      <a:pt x="3344" y="119"/>
                    </a:cubicBezTo>
                    <a:cubicBezTo>
                      <a:pt x="2503" y="119"/>
                      <a:pt x="1696" y="453"/>
                      <a:pt x="1101" y="1048"/>
                    </a:cubicBezTo>
                    <a:cubicBezTo>
                      <a:pt x="506" y="1643"/>
                      <a:pt x="172" y="2450"/>
                      <a:pt x="172" y="3291"/>
                    </a:cubicBezTo>
                    <a:cubicBezTo>
                      <a:pt x="172" y="4133"/>
                      <a:pt x="506" y="4940"/>
                      <a:pt x="1101" y="5535"/>
                    </a:cubicBezTo>
                    <a:cubicBezTo>
                      <a:pt x="1696" y="6130"/>
                      <a:pt x="2503" y="6464"/>
                      <a:pt x="3344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337AF76C-4B98-7265-344C-B5A0EA320EAF}"/>
                  </a:ext>
                </a:extLst>
              </p:cNvPr>
              <p:cNvSpPr/>
              <p:nvPr/>
            </p:nvSpPr>
            <p:spPr>
              <a:xfrm>
                <a:off x="3051830" y="4990511"/>
                <a:ext cx="6343" cy="6345"/>
              </a:xfrm>
              <a:custGeom>
                <a:avLst/>
                <a:gdLst>
                  <a:gd name="connsiteX0" fmla="*/ 3345 w 6343"/>
                  <a:gd name="connsiteY0" fmla="*/ 6464 h 6345"/>
                  <a:gd name="connsiteX1" fmla="*/ 5588 w 6343"/>
                  <a:gd name="connsiteY1" fmla="*/ 5535 h 6345"/>
                  <a:gd name="connsiteX2" fmla="*/ 6517 w 6343"/>
                  <a:gd name="connsiteY2" fmla="*/ 3292 h 6345"/>
                  <a:gd name="connsiteX3" fmla="*/ 5588 w 6343"/>
                  <a:gd name="connsiteY3" fmla="*/ 1048 h 6345"/>
                  <a:gd name="connsiteX4" fmla="*/ 3345 w 6343"/>
                  <a:gd name="connsiteY4" fmla="*/ 119 h 6345"/>
                  <a:gd name="connsiteX5" fmla="*/ 1102 w 6343"/>
                  <a:gd name="connsiteY5" fmla="*/ 1048 h 6345"/>
                  <a:gd name="connsiteX6" fmla="*/ 173 w 6343"/>
                  <a:gd name="connsiteY6" fmla="*/ 3292 h 6345"/>
                  <a:gd name="connsiteX7" fmla="*/ 1102 w 6343"/>
                  <a:gd name="connsiteY7" fmla="*/ 5535 h 6345"/>
                  <a:gd name="connsiteX8" fmla="*/ 3345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464"/>
                    </a:moveTo>
                    <a:cubicBezTo>
                      <a:pt x="4186" y="6464"/>
                      <a:pt x="4993" y="6130"/>
                      <a:pt x="5588" y="5535"/>
                    </a:cubicBezTo>
                    <a:cubicBezTo>
                      <a:pt x="6182" y="4940"/>
                      <a:pt x="6517" y="4133"/>
                      <a:pt x="6517" y="3292"/>
                    </a:cubicBezTo>
                    <a:cubicBezTo>
                      <a:pt x="6517" y="2450"/>
                      <a:pt x="6182" y="1643"/>
                      <a:pt x="5588" y="1048"/>
                    </a:cubicBezTo>
                    <a:cubicBezTo>
                      <a:pt x="4993" y="453"/>
                      <a:pt x="4186" y="119"/>
                      <a:pt x="3345" y="119"/>
                    </a:cubicBezTo>
                    <a:cubicBezTo>
                      <a:pt x="2504" y="119"/>
                      <a:pt x="1697" y="453"/>
                      <a:pt x="1102" y="1048"/>
                    </a:cubicBezTo>
                    <a:cubicBezTo>
                      <a:pt x="508" y="1643"/>
                      <a:pt x="173" y="2450"/>
                      <a:pt x="173" y="3292"/>
                    </a:cubicBezTo>
                    <a:cubicBezTo>
                      <a:pt x="173" y="4133"/>
                      <a:pt x="508" y="4940"/>
                      <a:pt x="1102" y="5535"/>
                    </a:cubicBezTo>
                    <a:cubicBezTo>
                      <a:pt x="1697" y="6130"/>
                      <a:pt x="2504" y="6464"/>
                      <a:pt x="3345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871EA469-0ACE-1293-8658-9D229A974886}"/>
                  </a:ext>
                </a:extLst>
              </p:cNvPr>
              <p:cNvSpPr/>
              <p:nvPr/>
            </p:nvSpPr>
            <p:spPr>
              <a:xfrm>
                <a:off x="3061748" y="4990382"/>
                <a:ext cx="6343" cy="6345"/>
              </a:xfrm>
              <a:custGeom>
                <a:avLst/>
                <a:gdLst>
                  <a:gd name="connsiteX0" fmla="*/ 3346 w 6343"/>
                  <a:gd name="connsiteY0" fmla="*/ 6464 h 6345"/>
                  <a:gd name="connsiteX1" fmla="*/ 5588 w 6343"/>
                  <a:gd name="connsiteY1" fmla="*/ 5535 h 6345"/>
                  <a:gd name="connsiteX2" fmla="*/ 6517 w 6343"/>
                  <a:gd name="connsiteY2" fmla="*/ 3292 h 6345"/>
                  <a:gd name="connsiteX3" fmla="*/ 5588 w 6343"/>
                  <a:gd name="connsiteY3" fmla="*/ 1048 h 6345"/>
                  <a:gd name="connsiteX4" fmla="*/ 3346 w 6343"/>
                  <a:gd name="connsiteY4" fmla="*/ 119 h 6345"/>
                  <a:gd name="connsiteX5" fmla="*/ 1103 w 6343"/>
                  <a:gd name="connsiteY5" fmla="*/ 1048 h 6345"/>
                  <a:gd name="connsiteX6" fmla="*/ 174 w 6343"/>
                  <a:gd name="connsiteY6" fmla="*/ 3292 h 6345"/>
                  <a:gd name="connsiteX7" fmla="*/ 1103 w 6343"/>
                  <a:gd name="connsiteY7" fmla="*/ 5535 h 6345"/>
                  <a:gd name="connsiteX8" fmla="*/ 3346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6" y="6464"/>
                    </a:moveTo>
                    <a:cubicBezTo>
                      <a:pt x="4187" y="6464"/>
                      <a:pt x="4994" y="6130"/>
                      <a:pt x="5588" y="5535"/>
                    </a:cubicBezTo>
                    <a:cubicBezTo>
                      <a:pt x="6183" y="4940"/>
                      <a:pt x="6517" y="4133"/>
                      <a:pt x="6517" y="3292"/>
                    </a:cubicBezTo>
                    <a:cubicBezTo>
                      <a:pt x="6517" y="2450"/>
                      <a:pt x="6183" y="1643"/>
                      <a:pt x="5588" y="1048"/>
                    </a:cubicBezTo>
                    <a:cubicBezTo>
                      <a:pt x="4994" y="453"/>
                      <a:pt x="4187" y="119"/>
                      <a:pt x="3346" y="119"/>
                    </a:cubicBezTo>
                    <a:cubicBezTo>
                      <a:pt x="2505" y="119"/>
                      <a:pt x="1698" y="453"/>
                      <a:pt x="1103" y="1048"/>
                    </a:cubicBezTo>
                    <a:cubicBezTo>
                      <a:pt x="508" y="1643"/>
                      <a:pt x="174" y="2450"/>
                      <a:pt x="174" y="3292"/>
                    </a:cubicBezTo>
                    <a:cubicBezTo>
                      <a:pt x="174" y="4133"/>
                      <a:pt x="508" y="4940"/>
                      <a:pt x="1103" y="5535"/>
                    </a:cubicBezTo>
                    <a:cubicBezTo>
                      <a:pt x="1698" y="6130"/>
                      <a:pt x="2505" y="6464"/>
                      <a:pt x="3346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CDFA84A0-B0B2-E24A-F3C3-375DAC26633A}"/>
                  </a:ext>
                </a:extLst>
              </p:cNvPr>
              <p:cNvSpPr/>
              <p:nvPr/>
            </p:nvSpPr>
            <p:spPr>
              <a:xfrm>
                <a:off x="3073451" y="4992034"/>
                <a:ext cx="6343" cy="6345"/>
              </a:xfrm>
              <a:custGeom>
                <a:avLst/>
                <a:gdLst>
                  <a:gd name="connsiteX0" fmla="*/ 3347 w 6343"/>
                  <a:gd name="connsiteY0" fmla="*/ 6465 h 6345"/>
                  <a:gd name="connsiteX1" fmla="*/ 5589 w 6343"/>
                  <a:gd name="connsiteY1" fmla="*/ 5535 h 6345"/>
                  <a:gd name="connsiteX2" fmla="*/ 6518 w 6343"/>
                  <a:gd name="connsiteY2" fmla="*/ 3292 h 6345"/>
                  <a:gd name="connsiteX3" fmla="*/ 5589 w 6343"/>
                  <a:gd name="connsiteY3" fmla="*/ 1048 h 6345"/>
                  <a:gd name="connsiteX4" fmla="*/ 3347 w 6343"/>
                  <a:gd name="connsiteY4" fmla="*/ 119 h 6345"/>
                  <a:gd name="connsiteX5" fmla="*/ 1104 w 6343"/>
                  <a:gd name="connsiteY5" fmla="*/ 1048 h 6345"/>
                  <a:gd name="connsiteX6" fmla="*/ 175 w 6343"/>
                  <a:gd name="connsiteY6" fmla="*/ 3292 h 6345"/>
                  <a:gd name="connsiteX7" fmla="*/ 1104 w 6343"/>
                  <a:gd name="connsiteY7" fmla="*/ 5535 h 6345"/>
                  <a:gd name="connsiteX8" fmla="*/ 3347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7" y="6465"/>
                    </a:moveTo>
                    <a:cubicBezTo>
                      <a:pt x="4188" y="6465"/>
                      <a:pt x="4995" y="6130"/>
                      <a:pt x="5589" y="5535"/>
                    </a:cubicBezTo>
                    <a:cubicBezTo>
                      <a:pt x="6184" y="4940"/>
                      <a:pt x="6518" y="4133"/>
                      <a:pt x="6518" y="3292"/>
                    </a:cubicBezTo>
                    <a:cubicBezTo>
                      <a:pt x="6518" y="2450"/>
                      <a:pt x="6184" y="1643"/>
                      <a:pt x="5589" y="1048"/>
                    </a:cubicBezTo>
                    <a:cubicBezTo>
                      <a:pt x="4995" y="453"/>
                      <a:pt x="4188" y="119"/>
                      <a:pt x="3347" y="119"/>
                    </a:cubicBezTo>
                    <a:cubicBezTo>
                      <a:pt x="2506" y="119"/>
                      <a:pt x="1699" y="453"/>
                      <a:pt x="1104" y="1048"/>
                    </a:cubicBezTo>
                    <a:cubicBezTo>
                      <a:pt x="509" y="1643"/>
                      <a:pt x="175" y="2450"/>
                      <a:pt x="175" y="3292"/>
                    </a:cubicBezTo>
                    <a:cubicBezTo>
                      <a:pt x="175" y="4133"/>
                      <a:pt x="509" y="4940"/>
                      <a:pt x="1104" y="5535"/>
                    </a:cubicBezTo>
                    <a:cubicBezTo>
                      <a:pt x="1699" y="6130"/>
                      <a:pt x="2506" y="6465"/>
                      <a:pt x="3347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3DF14177-BFEF-C210-D433-F5ADC5A234D2}"/>
                  </a:ext>
                </a:extLst>
              </p:cNvPr>
              <p:cNvSpPr/>
              <p:nvPr/>
            </p:nvSpPr>
            <p:spPr>
              <a:xfrm>
                <a:off x="3085067" y="4993768"/>
                <a:ext cx="6343" cy="6345"/>
              </a:xfrm>
              <a:custGeom>
                <a:avLst/>
                <a:gdLst>
                  <a:gd name="connsiteX0" fmla="*/ 3348 w 6343"/>
                  <a:gd name="connsiteY0" fmla="*/ 6465 h 6345"/>
                  <a:gd name="connsiteX1" fmla="*/ 5590 w 6343"/>
                  <a:gd name="connsiteY1" fmla="*/ 5535 h 6345"/>
                  <a:gd name="connsiteX2" fmla="*/ 6519 w 6343"/>
                  <a:gd name="connsiteY2" fmla="*/ 3292 h 6345"/>
                  <a:gd name="connsiteX3" fmla="*/ 5590 w 6343"/>
                  <a:gd name="connsiteY3" fmla="*/ 1049 h 6345"/>
                  <a:gd name="connsiteX4" fmla="*/ 3348 w 6343"/>
                  <a:gd name="connsiteY4" fmla="*/ 119 h 6345"/>
                  <a:gd name="connsiteX5" fmla="*/ 1105 w 6343"/>
                  <a:gd name="connsiteY5" fmla="*/ 1049 h 6345"/>
                  <a:gd name="connsiteX6" fmla="*/ 176 w 6343"/>
                  <a:gd name="connsiteY6" fmla="*/ 3292 h 6345"/>
                  <a:gd name="connsiteX7" fmla="*/ 1105 w 6343"/>
                  <a:gd name="connsiteY7" fmla="*/ 5535 h 6345"/>
                  <a:gd name="connsiteX8" fmla="*/ 3348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465"/>
                    </a:moveTo>
                    <a:cubicBezTo>
                      <a:pt x="4189" y="6465"/>
                      <a:pt x="4995" y="6130"/>
                      <a:pt x="5590" y="5535"/>
                    </a:cubicBezTo>
                    <a:cubicBezTo>
                      <a:pt x="6185" y="4941"/>
                      <a:pt x="6519" y="4133"/>
                      <a:pt x="6519" y="3292"/>
                    </a:cubicBezTo>
                    <a:cubicBezTo>
                      <a:pt x="6519" y="2451"/>
                      <a:pt x="6185" y="1644"/>
                      <a:pt x="5590" y="1049"/>
                    </a:cubicBezTo>
                    <a:cubicBezTo>
                      <a:pt x="4995" y="454"/>
                      <a:pt x="4189" y="119"/>
                      <a:pt x="3348" y="119"/>
                    </a:cubicBezTo>
                    <a:cubicBezTo>
                      <a:pt x="2506" y="119"/>
                      <a:pt x="1700" y="454"/>
                      <a:pt x="1105" y="1049"/>
                    </a:cubicBezTo>
                    <a:cubicBezTo>
                      <a:pt x="510" y="1644"/>
                      <a:pt x="176" y="2451"/>
                      <a:pt x="176" y="3292"/>
                    </a:cubicBezTo>
                    <a:cubicBezTo>
                      <a:pt x="176" y="4133"/>
                      <a:pt x="510" y="4941"/>
                      <a:pt x="1105" y="5535"/>
                    </a:cubicBezTo>
                    <a:cubicBezTo>
                      <a:pt x="1700" y="6130"/>
                      <a:pt x="2506" y="6465"/>
                      <a:pt x="3348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F689279C-5A47-7245-F6B7-5B29550EE9E9}"/>
                  </a:ext>
                </a:extLst>
              </p:cNvPr>
              <p:cNvSpPr/>
              <p:nvPr/>
            </p:nvSpPr>
            <p:spPr>
              <a:xfrm>
                <a:off x="3093839" y="4992955"/>
                <a:ext cx="6343" cy="6345"/>
              </a:xfrm>
              <a:custGeom>
                <a:avLst/>
                <a:gdLst>
                  <a:gd name="connsiteX0" fmla="*/ 3348 w 6343"/>
                  <a:gd name="connsiteY0" fmla="*/ 6465 h 6345"/>
                  <a:gd name="connsiteX1" fmla="*/ 5591 w 6343"/>
                  <a:gd name="connsiteY1" fmla="*/ 5535 h 6345"/>
                  <a:gd name="connsiteX2" fmla="*/ 6520 w 6343"/>
                  <a:gd name="connsiteY2" fmla="*/ 3292 h 6345"/>
                  <a:gd name="connsiteX3" fmla="*/ 5591 w 6343"/>
                  <a:gd name="connsiteY3" fmla="*/ 1049 h 6345"/>
                  <a:gd name="connsiteX4" fmla="*/ 3348 w 6343"/>
                  <a:gd name="connsiteY4" fmla="*/ 119 h 6345"/>
                  <a:gd name="connsiteX5" fmla="*/ 1106 w 6343"/>
                  <a:gd name="connsiteY5" fmla="*/ 1049 h 6345"/>
                  <a:gd name="connsiteX6" fmla="*/ 177 w 6343"/>
                  <a:gd name="connsiteY6" fmla="*/ 3292 h 6345"/>
                  <a:gd name="connsiteX7" fmla="*/ 1106 w 6343"/>
                  <a:gd name="connsiteY7" fmla="*/ 5535 h 6345"/>
                  <a:gd name="connsiteX8" fmla="*/ 3348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465"/>
                    </a:moveTo>
                    <a:cubicBezTo>
                      <a:pt x="4189" y="6465"/>
                      <a:pt x="4996" y="6130"/>
                      <a:pt x="5591" y="5535"/>
                    </a:cubicBezTo>
                    <a:cubicBezTo>
                      <a:pt x="6186" y="4940"/>
                      <a:pt x="6520" y="4133"/>
                      <a:pt x="6520" y="3292"/>
                    </a:cubicBezTo>
                    <a:cubicBezTo>
                      <a:pt x="6520" y="2451"/>
                      <a:pt x="6186" y="1643"/>
                      <a:pt x="5591" y="1049"/>
                    </a:cubicBezTo>
                    <a:cubicBezTo>
                      <a:pt x="4996" y="454"/>
                      <a:pt x="4189" y="119"/>
                      <a:pt x="3348" y="119"/>
                    </a:cubicBezTo>
                    <a:cubicBezTo>
                      <a:pt x="2507" y="119"/>
                      <a:pt x="1700" y="454"/>
                      <a:pt x="1106" y="1049"/>
                    </a:cubicBezTo>
                    <a:cubicBezTo>
                      <a:pt x="511" y="1643"/>
                      <a:pt x="177" y="2451"/>
                      <a:pt x="177" y="3292"/>
                    </a:cubicBezTo>
                    <a:cubicBezTo>
                      <a:pt x="177" y="4133"/>
                      <a:pt x="511" y="4940"/>
                      <a:pt x="1106" y="5535"/>
                    </a:cubicBezTo>
                    <a:cubicBezTo>
                      <a:pt x="1700" y="6130"/>
                      <a:pt x="2507" y="6465"/>
                      <a:pt x="3348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5FDF91AC-3413-662C-0C60-B4FAC7DA4BAA}"/>
                  </a:ext>
                </a:extLst>
              </p:cNvPr>
              <p:cNvSpPr/>
              <p:nvPr/>
            </p:nvSpPr>
            <p:spPr>
              <a:xfrm>
                <a:off x="3113321" y="5002575"/>
                <a:ext cx="6343" cy="6345"/>
              </a:xfrm>
              <a:custGeom>
                <a:avLst/>
                <a:gdLst>
                  <a:gd name="connsiteX0" fmla="*/ 3350 w 6343"/>
                  <a:gd name="connsiteY0" fmla="*/ 6465 h 6345"/>
                  <a:gd name="connsiteX1" fmla="*/ 5592 w 6343"/>
                  <a:gd name="connsiteY1" fmla="*/ 5536 h 6345"/>
                  <a:gd name="connsiteX2" fmla="*/ 6521 w 6343"/>
                  <a:gd name="connsiteY2" fmla="*/ 3293 h 6345"/>
                  <a:gd name="connsiteX3" fmla="*/ 5592 w 6343"/>
                  <a:gd name="connsiteY3" fmla="*/ 1049 h 6345"/>
                  <a:gd name="connsiteX4" fmla="*/ 3350 w 6343"/>
                  <a:gd name="connsiteY4" fmla="*/ 120 h 6345"/>
                  <a:gd name="connsiteX5" fmla="*/ 1107 w 6343"/>
                  <a:gd name="connsiteY5" fmla="*/ 1049 h 6345"/>
                  <a:gd name="connsiteX6" fmla="*/ 178 w 6343"/>
                  <a:gd name="connsiteY6" fmla="*/ 3293 h 6345"/>
                  <a:gd name="connsiteX7" fmla="*/ 1107 w 6343"/>
                  <a:gd name="connsiteY7" fmla="*/ 5536 h 6345"/>
                  <a:gd name="connsiteX8" fmla="*/ 3350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465"/>
                    </a:moveTo>
                    <a:cubicBezTo>
                      <a:pt x="4191" y="6465"/>
                      <a:pt x="4998" y="6131"/>
                      <a:pt x="5592" y="5536"/>
                    </a:cubicBezTo>
                    <a:cubicBezTo>
                      <a:pt x="6187" y="4941"/>
                      <a:pt x="6521" y="4134"/>
                      <a:pt x="6521" y="3293"/>
                    </a:cubicBezTo>
                    <a:cubicBezTo>
                      <a:pt x="6521" y="2451"/>
                      <a:pt x="6187" y="1644"/>
                      <a:pt x="5592" y="1049"/>
                    </a:cubicBezTo>
                    <a:cubicBezTo>
                      <a:pt x="4998" y="454"/>
                      <a:pt x="4191" y="120"/>
                      <a:pt x="3350" y="120"/>
                    </a:cubicBezTo>
                    <a:cubicBezTo>
                      <a:pt x="2509" y="120"/>
                      <a:pt x="1702" y="454"/>
                      <a:pt x="1107" y="1049"/>
                    </a:cubicBezTo>
                    <a:cubicBezTo>
                      <a:pt x="512" y="1644"/>
                      <a:pt x="178" y="2451"/>
                      <a:pt x="178" y="3293"/>
                    </a:cubicBezTo>
                    <a:cubicBezTo>
                      <a:pt x="178" y="4134"/>
                      <a:pt x="512" y="4941"/>
                      <a:pt x="1107" y="5536"/>
                    </a:cubicBezTo>
                    <a:cubicBezTo>
                      <a:pt x="1702" y="6131"/>
                      <a:pt x="2509" y="6465"/>
                      <a:pt x="3350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D44F9FA4-9BB1-AD2A-787D-848211B2C40B}"/>
                  </a:ext>
                </a:extLst>
              </p:cNvPr>
              <p:cNvSpPr/>
              <p:nvPr/>
            </p:nvSpPr>
            <p:spPr>
              <a:xfrm>
                <a:off x="3124646" y="5004583"/>
                <a:ext cx="6343" cy="6345"/>
              </a:xfrm>
              <a:custGeom>
                <a:avLst/>
                <a:gdLst>
                  <a:gd name="connsiteX0" fmla="*/ 3351 w 6343"/>
                  <a:gd name="connsiteY0" fmla="*/ 6466 h 6345"/>
                  <a:gd name="connsiteX1" fmla="*/ 5593 w 6343"/>
                  <a:gd name="connsiteY1" fmla="*/ 5536 h 6345"/>
                  <a:gd name="connsiteX2" fmla="*/ 6522 w 6343"/>
                  <a:gd name="connsiteY2" fmla="*/ 3293 h 6345"/>
                  <a:gd name="connsiteX3" fmla="*/ 5593 w 6343"/>
                  <a:gd name="connsiteY3" fmla="*/ 1049 h 6345"/>
                  <a:gd name="connsiteX4" fmla="*/ 3351 w 6343"/>
                  <a:gd name="connsiteY4" fmla="*/ 120 h 6345"/>
                  <a:gd name="connsiteX5" fmla="*/ 1108 w 6343"/>
                  <a:gd name="connsiteY5" fmla="*/ 1049 h 6345"/>
                  <a:gd name="connsiteX6" fmla="*/ 179 w 6343"/>
                  <a:gd name="connsiteY6" fmla="*/ 3293 h 6345"/>
                  <a:gd name="connsiteX7" fmla="*/ 1108 w 6343"/>
                  <a:gd name="connsiteY7" fmla="*/ 5536 h 6345"/>
                  <a:gd name="connsiteX8" fmla="*/ 335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466"/>
                    </a:moveTo>
                    <a:cubicBezTo>
                      <a:pt x="4192" y="6466"/>
                      <a:pt x="4999" y="6131"/>
                      <a:pt x="5593" y="5536"/>
                    </a:cubicBezTo>
                    <a:cubicBezTo>
                      <a:pt x="6188" y="4941"/>
                      <a:pt x="6522" y="4134"/>
                      <a:pt x="6522" y="3293"/>
                    </a:cubicBezTo>
                    <a:cubicBezTo>
                      <a:pt x="6522" y="2451"/>
                      <a:pt x="6188" y="1644"/>
                      <a:pt x="5593" y="1049"/>
                    </a:cubicBezTo>
                    <a:cubicBezTo>
                      <a:pt x="4999" y="454"/>
                      <a:pt x="4192" y="120"/>
                      <a:pt x="3351" y="120"/>
                    </a:cubicBezTo>
                    <a:cubicBezTo>
                      <a:pt x="2510" y="120"/>
                      <a:pt x="1703" y="454"/>
                      <a:pt x="1108" y="1049"/>
                    </a:cubicBezTo>
                    <a:cubicBezTo>
                      <a:pt x="513" y="1644"/>
                      <a:pt x="179" y="2451"/>
                      <a:pt x="179" y="3293"/>
                    </a:cubicBezTo>
                    <a:cubicBezTo>
                      <a:pt x="179" y="4134"/>
                      <a:pt x="513" y="4941"/>
                      <a:pt x="1108" y="5536"/>
                    </a:cubicBezTo>
                    <a:cubicBezTo>
                      <a:pt x="1703" y="6131"/>
                      <a:pt x="2510" y="6466"/>
                      <a:pt x="335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EF9771CE-DEBA-5A62-DC70-1DD839FAC84A}"/>
                  </a:ext>
                </a:extLst>
              </p:cNvPr>
              <p:cNvSpPr/>
              <p:nvPr/>
            </p:nvSpPr>
            <p:spPr>
              <a:xfrm>
                <a:off x="3136630" y="5007405"/>
                <a:ext cx="6343" cy="6345"/>
              </a:xfrm>
              <a:custGeom>
                <a:avLst/>
                <a:gdLst>
                  <a:gd name="connsiteX0" fmla="*/ 3352 w 6343"/>
                  <a:gd name="connsiteY0" fmla="*/ 6466 h 6345"/>
                  <a:gd name="connsiteX1" fmla="*/ 5594 w 6343"/>
                  <a:gd name="connsiteY1" fmla="*/ 5537 h 6345"/>
                  <a:gd name="connsiteX2" fmla="*/ 6523 w 6343"/>
                  <a:gd name="connsiteY2" fmla="*/ 3293 h 6345"/>
                  <a:gd name="connsiteX3" fmla="*/ 5594 w 6343"/>
                  <a:gd name="connsiteY3" fmla="*/ 1050 h 6345"/>
                  <a:gd name="connsiteX4" fmla="*/ 3352 w 6343"/>
                  <a:gd name="connsiteY4" fmla="*/ 120 h 6345"/>
                  <a:gd name="connsiteX5" fmla="*/ 1109 w 6343"/>
                  <a:gd name="connsiteY5" fmla="*/ 1050 h 6345"/>
                  <a:gd name="connsiteX6" fmla="*/ 180 w 6343"/>
                  <a:gd name="connsiteY6" fmla="*/ 3293 h 6345"/>
                  <a:gd name="connsiteX7" fmla="*/ 1109 w 6343"/>
                  <a:gd name="connsiteY7" fmla="*/ 5537 h 6345"/>
                  <a:gd name="connsiteX8" fmla="*/ 3352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466"/>
                    </a:moveTo>
                    <a:cubicBezTo>
                      <a:pt x="4193" y="6466"/>
                      <a:pt x="5000" y="6132"/>
                      <a:pt x="5594" y="5537"/>
                    </a:cubicBezTo>
                    <a:cubicBezTo>
                      <a:pt x="6189" y="4942"/>
                      <a:pt x="6523" y="4135"/>
                      <a:pt x="6523" y="3293"/>
                    </a:cubicBezTo>
                    <a:cubicBezTo>
                      <a:pt x="6523" y="2452"/>
                      <a:pt x="6189" y="1645"/>
                      <a:pt x="5594" y="1050"/>
                    </a:cubicBezTo>
                    <a:cubicBezTo>
                      <a:pt x="5000" y="455"/>
                      <a:pt x="4193" y="120"/>
                      <a:pt x="3352" y="120"/>
                    </a:cubicBezTo>
                    <a:cubicBezTo>
                      <a:pt x="2511" y="120"/>
                      <a:pt x="1704" y="455"/>
                      <a:pt x="1109" y="1050"/>
                    </a:cubicBezTo>
                    <a:cubicBezTo>
                      <a:pt x="514" y="1645"/>
                      <a:pt x="180" y="2452"/>
                      <a:pt x="180" y="3293"/>
                    </a:cubicBezTo>
                    <a:cubicBezTo>
                      <a:pt x="180" y="4135"/>
                      <a:pt x="514" y="4942"/>
                      <a:pt x="1109" y="5537"/>
                    </a:cubicBezTo>
                    <a:cubicBezTo>
                      <a:pt x="1704" y="6132"/>
                      <a:pt x="2511" y="6466"/>
                      <a:pt x="3352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AC44FF21-FCBA-2036-CBF8-DCE817F1C6C9}"/>
                  </a:ext>
                </a:extLst>
              </p:cNvPr>
              <p:cNvSpPr/>
              <p:nvPr/>
            </p:nvSpPr>
            <p:spPr>
              <a:xfrm>
                <a:off x="3146800" y="5008594"/>
                <a:ext cx="6343" cy="6345"/>
              </a:xfrm>
              <a:custGeom>
                <a:avLst/>
                <a:gdLst>
                  <a:gd name="connsiteX0" fmla="*/ 3352 w 6343"/>
                  <a:gd name="connsiteY0" fmla="*/ 6466 h 6345"/>
                  <a:gd name="connsiteX1" fmla="*/ 5595 w 6343"/>
                  <a:gd name="connsiteY1" fmla="*/ 5537 h 6345"/>
                  <a:gd name="connsiteX2" fmla="*/ 6524 w 6343"/>
                  <a:gd name="connsiteY2" fmla="*/ 3293 h 6345"/>
                  <a:gd name="connsiteX3" fmla="*/ 5595 w 6343"/>
                  <a:gd name="connsiteY3" fmla="*/ 1050 h 6345"/>
                  <a:gd name="connsiteX4" fmla="*/ 3352 w 6343"/>
                  <a:gd name="connsiteY4" fmla="*/ 120 h 6345"/>
                  <a:gd name="connsiteX5" fmla="*/ 1110 w 6343"/>
                  <a:gd name="connsiteY5" fmla="*/ 1050 h 6345"/>
                  <a:gd name="connsiteX6" fmla="*/ 181 w 6343"/>
                  <a:gd name="connsiteY6" fmla="*/ 3293 h 6345"/>
                  <a:gd name="connsiteX7" fmla="*/ 1110 w 6343"/>
                  <a:gd name="connsiteY7" fmla="*/ 5537 h 6345"/>
                  <a:gd name="connsiteX8" fmla="*/ 3352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466"/>
                    </a:moveTo>
                    <a:cubicBezTo>
                      <a:pt x="4194" y="6466"/>
                      <a:pt x="5000" y="6132"/>
                      <a:pt x="5595" y="5537"/>
                    </a:cubicBezTo>
                    <a:cubicBezTo>
                      <a:pt x="6190" y="4942"/>
                      <a:pt x="6524" y="4135"/>
                      <a:pt x="6524" y="3293"/>
                    </a:cubicBezTo>
                    <a:cubicBezTo>
                      <a:pt x="6524" y="2452"/>
                      <a:pt x="6190" y="1645"/>
                      <a:pt x="5595" y="1050"/>
                    </a:cubicBezTo>
                    <a:cubicBezTo>
                      <a:pt x="5000" y="455"/>
                      <a:pt x="4194" y="120"/>
                      <a:pt x="3352" y="120"/>
                    </a:cubicBezTo>
                    <a:cubicBezTo>
                      <a:pt x="2511" y="120"/>
                      <a:pt x="1705" y="455"/>
                      <a:pt x="1110" y="1050"/>
                    </a:cubicBezTo>
                    <a:cubicBezTo>
                      <a:pt x="515" y="1645"/>
                      <a:pt x="181" y="2452"/>
                      <a:pt x="181" y="3293"/>
                    </a:cubicBezTo>
                    <a:cubicBezTo>
                      <a:pt x="181" y="4135"/>
                      <a:pt x="515" y="4942"/>
                      <a:pt x="1110" y="5537"/>
                    </a:cubicBezTo>
                    <a:cubicBezTo>
                      <a:pt x="1705" y="6132"/>
                      <a:pt x="2511" y="6466"/>
                      <a:pt x="3352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562E2CA1-28C5-3E1D-5277-F3A7C5A34A4C}"/>
                  </a:ext>
                </a:extLst>
              </p:cNvPr>
              <p:cNvSpPr/>
              <p:nvPr/>
            </p:nvSpPr>
            <p:spPr>
              <a:xfrm>
                <a:off x="3152979" y="5005879"/>
                <a:ext cx="6343" cy="6345"/>
              </a:xfrm>
              <a:custGeom>
                <a:avLst/>
                <a:gdLst>
                  <a:gd name="connsiteX0" fmla="*/ 3353 w 6343"/>
                  <a:gd name="connsiteY0" fmla="*/ 6466 h 6345"/>
                  <a:gd name="connsiteX1" fmla="*/ 5596 w 6343"/>
                  <a:gd name="connsiteY1" fmla="*/ 5536 h 6345"/>
                  <a:gd name="connsiteX2" fmla="*/ 6524 w 6343"/>
                  <a:gd name="connsiteY2" fmla="*/ 3293 h 6345"/>
                  <a:gd name="connsiteX3" fmla="*/ 5596 w 6343"/>
                  <a:gd name="connsiteY3" fmla="*/ 1050 h 6345"/>
                  <a:gd name="connsiteX4" fmla="*/ 3353 w 6343"/>
                  <a:gd name="connsiteY4" fmla="*/ 120 h 6345"/>
                  <a:gd name="connsiteX5" fmla="*/ 1110 w 6343"/>
                  <a:gd name="connsiteY5" fmla="*/ 1050 h 6345"/>
                  <a:gd name="connsiteX6" fmla="*/ 181 w 6343"/>
                  <a:gd name="connsiteY6" fmla="*/ 3293 h 6345"/>
                  <a:gd name="connsiteX7" fmla="*/ 1110 w 6343"/>
                  <a:gd name="connsiteY7" fmla="*/ 5536 h 6345"/>
                  <a:gd name="connsiteX8" fmla="*/ 335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466"/>
                    </a:moveTo>
                    <a:cubicBezTo>
                      <a:pt x="4194" y="6466"/>
                      <a:pt x="5001" y="6131"/>
                      <a:pt x="5596" y="5536"/>
                    </a:cubicBezTo>
                    <a:cubicBezTo>
                      <a:pt x="6190" y="4941"/>
                      <a:pt x="6524" y="4134"/>
                      <a:pt x="6524" y="3293"/>
                    </a:cubicBezTo>
                    <a:cubicBezTo>
                      <a:pt x="6524" y="2452"/>
                      <a:pt x="6190" y="1645"/>
                      <a:pt x="5596" y="1050"/>
                    </a:cubicBezTo>
                    <a:cubicBezTo>
                      <a:pt x="5001" y="455"/>
                      <a:pt x="4194" y="120"/>
                      <a:pt x="3353" y="120"/>
                    </a:cubicBezTo>
                    <a:cubicBezTo>
                      <a:pt x="2512" y="120"/>
                      <a:pt x="1705" y="455"/>
                      <a:pt x="1110" y="1050"/>
                    </a:cubicBezTo>
                    <a:cubicBezTo>
                      <a:pt x="516" y="1645"/>
                      <a:pt x="181" y="2452"/>
                      <a:pt x="181" y="3293"/>
                    </a:cubicBezTo>
                    <a:cubicBezTo>
                      <a:pt x="181" y="4134"/>
                      <a:pt x="516" y="4941"/>
                      <a:pt x="1110" y="5536"/>
                    </a:cubicBezTo>
                    <a:cubicBezTo>
                      <a:pt x="1705" y="6131"/>
                      <a:pt x="2512" y="6466"/>
                      <a:pt x="335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11D3270F-A640-CB7D-3DC7-CE6AA71EF127}"/>
                  </a:ext>
                </a:extLst>
              </p:cNvPr>
              <p:cNvSpPr/>
              <p:nvPr/>
            </p:nvSpPr>
            <p:spPr>
              <a:xfrm>
                <a:off x="3160029" y="5004100"/>
                <a:ext cx="6343" cy="6345"/>
              </a:xfrm>
              <a:custGeom>
                <a:avLst/>
                <a:gdLst>
                  <a:gd name="connsiteX0" fmla="*/ 3353 w 6343"/>
                  <a:gd name="connsiteY0" fmla="*/ 6466 h 6345"/>
                  <a:gd name="connsiteX1" fmla="*/ 5596 w 6343"/>
                  <a:gd name="connsiteY1" fmla="*/ 5536 h 6345"/>
                  <a:gd name="connsiteX2" fmla="*/ 6525 w 6343"/>
                  <a:gd name="connsiteY2" fmla="*/ 3293 h 6345"/>
                  <a:gd name="connsiteX3" fmla="*/ 5596 w 6343"/>
                  <a:gd name="connsiteY3" fmla="*/ 1049 h 6345"/>
                  <a:gd name="connsiteX4" fmla="*/ 3353 w 6343"/>
                  <a:gd name="connsiteY4" fmla="*/ 120 h 6345"/>
                  <a:gd name="connsiteX5" fmla="*/ 1111 w 6343"/>
                  <a:gd name="connsiteY5" fmla="*/ 1049 h 6345"/>
                  <a:gd name="connsiteX6" fmla="*/ 182 w 6343"/>
                  <a:gd name="connsiteY6" fmla="*/ 3293 h 6345"/>
                  <a:gd name="connsiteX7" fmla="*/ 1111 w 6343"/>
                  <a:gd name="connsiteY7" fmla="*/ 5536 h 6345"/>
                  <a:gd name="connsiteX8" fmla="*/ 335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466"/>
                    </a:moveTo>
                    <a:cubicBezTo>
                      <a:pt x="4195" y="6466"/>
                      <a:pt x="5001" y="6131"/>
                      <a:pt x="5596" y="5536"/>
                    </a:cubicBezTo>
                    <a:cubicBezTo>
                      <a:pt x="6191" y="4941"/>
                      <a:pt x="6525" y="4134"/>
                      <a:pt x="6525" y="3293"/>
                    </a:cubicBezTo>
                    <a:cubicBezTo>
                      <a:pt x="6525" y="2451"/>
                      <a:pt x="6191" y="1644"/>
                      <a:pt x="5596" y="1049"/>
                    </a:cubicBezTo>
                    <a:cubicBezTo>
                      <a:pt x="5001" y="454"/>
                      <a:pt x="4195" y="120"/>
                      <a:pt x="3353" y="120"/>
                    </a:cubicBezTo>
                    <a:cubicBezTo>
                      <a:pt x="2512" y="120"/>
                      <a:pt x="1706" y="454"/>
                      <a:pt x="1111" y="1049"/>
                    </a:cubicBezTo>
                    <a:cubicBezTo>
                      <a:pt x="516" y="1644"/>
                      <a:pt x="182" y="2451"/>
                      <a:pt x="182" y="3293"/>
                    </a:cubicBezTo>
                    <a:cubicBezTo>
                      <a:pt x="182" y="4134"/>
                      <a:pt x="516" y="4941"/>
                      <a:pt x="1111" y="5536"/>
                    </a:cubicBezTo>
                    <a:cubicBezTo>
                      <a:pt x="1706" y="6131"/>
                      <a:pt x="2512" y="6466"/>
                      <a:pt x="335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7D9EE1E3-843B-8941-C1AA-867322BECD60}"/>
                  </a:ext>
                </a:extLst>
              </p:cNvPr>
              <p:cNvSpPr/>
              <p:nvPr/>
            </p:nvSpPr>
            <p:spPr>
              <a:xfrm>
                <a:off x="3168692" y="5004061"/>
                <a:ext cx="6343" cy="6345"/>
              </a:xfrm>
              <a:custGeom>
                <a:avLst/>
                <a:gdLst>
                  <a:gd name="connsiteX0" fmla="*/ 3354 w 6343"/>
                  <a:gd name="connsiteY0" fmla="*/ 6466 h 6345"/>
                  <a:gd name="connsiteX1" fmla="*/ 5597 w 6343"/>
                  <a:gd name="connsiteY1" fmla="*/ 5536 h 6345"/>
                  <a:gd name="connsiteX2" fmla="*/ 6526 w 6343"/>
                  <a:gd name="connsiteY2" fmla="*/ 3293 h 6345"/>
                  <a:gd name="connsiteX3" fmla="*/ 5597 w 6343"/>
                  <a:gd name="connsiteY3" fmla="*/ 1049 h 6345"/>
                  <a:gd name="connsiteX4" fmla="*/ 3354 w 6343"/>
                  <a:gd name="connsiteY4" fmla="*/ 120 h 6345"/>
                  <a:gd name="connsiteX5" fmla="*/ 1112 w 6343"/>
                  <a:gd name="connsiteY5" fmla="*/ 1049 h 6345"/>
                  <a:gd name="connsiteX6" fmla="*/ 183 w 6343"/>
                  <a:gd name="connsiteY6" fmla="*/ 3293 h 6345"/>
                  <a:gd name="connsiteX7" fmla="*/ 1112 w 6343"/>
                  <a:gd name="connsiteY7" fmla="*/ 5536 h 6345"/>
                  <a:gd name="connsiteX8" fmla="*/ 3354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466"/>
                    </a:moveTo>
                    <a:cubicBezTo>
                      <a:pt x="4195" y="6466"/>
                      <a:pt x="5002" y="6131"/>
                      <a:pt x="5597" y="5536"/>
                    </a:cubicBezTo>
                    <a:cubicBezTo>
                      <a:pt x="6192" y="4941"/>
                      <a:pt x="6526" y="4134"/>
                      <a:pt x="6526" y="3293"/>
                    </a:cubicBezTo>
                    <a:cubicBezTo>
                      <a:pt x="6526" y="2451"/>
                      <a:pt x="6192" y="1644"/>
                      <a:pt x="5597" y="1049"/>
                    </a:cubicBezTo>
                    <a:cubicBezTo>
                      <a:pt x="5002" y="454"/>
                      <a:pt x="4195" y="120"/>
                      <a:pt x="3354" y="120"/>
                    </a:cubicBezTo>
                    <a:cubicBezTo>
                      <a:pt x="2513" y="120"/>
                      <a:pt x="1706" y="454"/>
                      <a:pt x="1112" y="1049"/>
                    </a:cubicBezTo>
                    <a:cubicBezTo>
                      <a:pt x="517" y="1644"/>
                      <a:pt x="183" y="2451"/>
                      <a:pt x="183" y="3293"/>
                    </a:cubicBezTo>
                    <a:cubicBezTo>
                      <a:pt x="183" y="4134"/>
                      <a:pt x="517" y="4941"/>
                      <a:pt x="1112" y="5536"/>
                    </a:cubicBezTo>
                    <a:cubicBezTo>
                      <a:pt x="1706" y="6131"/>
                      <a:pt x="2513" y="6466"/>
                      <a:pt x="3354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EF9ADA39-135F-B535-08C8-2D84253BD235}"/>
                  </a:ext>
                </a:extLst>
              </p:cNvPr>
              <p:cNvSpPr/>
              <p:nvPr/>
            </p:nvSpPr>
            <p:spPr>
              <a:xfrm>
                <a:off x="3177657" y="5004445"/>
                <a:ext cx="6343" cy="6345"/>
              </a:xfrm>
              <a:custGeom>
                <a:avLst/>
                <a:gdLst>
                  <a:gd name="connsiteX0" fmla="*/ 3355 w 6343"/>
                  <a:gd name="connsiteY0" fmla="*/ 6466 h 6345"/>
                  <a:gd name="connsiteX1" fmla="*/ 5597 w 6343"/>
                  <a:gd name="connsiteY1" fmla="*/ 5536 h 6345"/>
                  <a:gd name="connsiteX2" fmla="*/ 6526 w 6343"/>
                  <a:gd name="connsiteY2" fmla="*/ 3293 h 6345"/>
                  <a:gd name="connsiteX3" fmla="*/ 5597 w 6343"/>
                  <a:gd name="connsiteY3" fmla="*/ 1049 h 6345"/>
                  <a:gd name="connsiteX4" fmla="*/ 3355 w 6343"/>
                  <a:gd name="connsiteY4" fmla="*/ 120 h 6345"/>
                  <a:gd name="connsiteX5" fmla="*/ 1112 w 6343"/>
                  <a:gd name="connsiteY5" fmla="*/ 1049 h 6345"/>
                  <a:gd name="connsiteX6" fmla="*/ 183 w 6343"/>
                  <a:gd name="connsiteY6" fmla="*/ 3293 h 6345"/>
                  <a:gd name="connsiteX7" fmla="*/ 1112 w 6343"/>
                  <a:gd name="connsiteY7" fmla="*/ 5536 h 6345"/>
                  <a:gd name="connsiteX8" fmla="*/ 3355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466"/>
                    </a:moveTo>
                    <a:cubicBezTo>
                      <a:pt x="4196" y="6466"/>
                      <a:pt x="5003" y="6131"/>
                      <a:pt x="5597" y="5536"/>
                    </a:cubicBezTo>
                    <a:cubicBezTo>
                      <a:pt x="6192" y="4941"/>
                      <a:pt x="6526" y="4134"/>
                      <a:pt x="6526" y="3293"/>
                    </a:cubicBezTo>
                    <a:cubicBezTo>
                      <a:pt x="6526" y="2451"/>
                      <a:pt x="6192" y="1644"/>
                      <a:pt x="5597" y="1049"/>
                    </a:cubicBezTo>
                    <a:cubicBezTo>
                      <a:pt x="5003" y="454"/>
                      <a:pt x="4196" y="120"/>
                      <a:pt x="3355" y="120"/>
                    </a:cubicBezTo>
                    <a:cubicBezTo>
                      <a:pt x="2514" y="120"/>
                      <a:pt x="1707" y="454"/>
                      <a:pt x="1112" y="1049"/>
                    </a:cubicBezTo>
                    <a:cubicBezTo>
                      <a:pt x="517" y="1644"/>
                      <a:pt x="183" y="2451"/>
                      <a:pt x="183" y="3293"/>
                    </a:cubicBezTo>
                    <a:cubicBezTo>
                      <a:pt x="183" y="4134"/>
                      <a:pt x="517" y="4941"/>
                      <a:pt x="1112" y="5536"/>
                    </a:cubicBezTo>
                    <a:cubicBezTo>
                      <a:pt x="1707" y="6131"/>
                      <a:pt x="2514" y="6466"/>
                      <a:pt x="3355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7329D7FD-5B37-8D9B-FA3E-915F2557FF4F}"/>
                  </a:ext>
                </a:extLst>
              </p:cNvPr>
              <p:cNvSpPr/>
              <p:nvPr/>
            </p:nvSpPr>
            <p:spPr>
              <a:xfrm>
                <a:off x="3186590" y="5004913"/>
                <a:ext cx="6343" cy="6345"/>
              </a:xfrm>
              <a:custGeom>
                <a:avLst/>
                <a:gdLst>
                  <a:gd name="connsiteX0" fmla="*/ 3356 w 6343"/>
                  <a:gd name="connsiteY0" fmla="*/ 6466 h 6345"/>
                  <a:gd name="connsiteX1" fmla="*/ 5598 w 6343"/>
                  <a:gd name="connsiteY1" fmla="*/ 5536 h 6345"/>
                  <a:gd name="connsiteX2" fmla="*/ 6527 w 6343"/>
                  <a:gd name="connsiteY2" fmla="*/ 3293 h 6345"/>
                  <a:gd name="connsiteX3" fmla="*/ 5598 w 6343"/>
                  <a:gd name="connsiteY3" fmla="*/ 1049 h 6345"/>
                  <a:gd name="connsiteX4" fmla="*/ 3356 w 6343"/>
                  <a:gd name="connsiteY4" fmla="*/ 120 h 6345"/>
                  <a:gd name="connsiteX5" fmla="*/ 1113 w 6343"/>
                  <a:gd name="connsiteY5" fmla="*/ 1049 h 6345"/>
                  <a:gd name="connsiteX6" fmla="*/ 184 w 6343"/>
                  <a:gd name="connsiteY6" fmla="*/ 3293 h 6345"/>
                  <a:gd name="connsiteX7" fmla="*/ 1113 w 6343"/>
                  <a:gd name="connsiteY7" fmla="*/ 5536 h 6345"/>
                  <a:gd name="connsiteX8" fmla="*/ 3356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466"/>
                    </a:moveTo>
                    <a:cubicBezTo>
                      <a:pt x="4197" y="6466"/>
                      <a:pt x="5003" y="6131"/>
                      <a:pt x="5598" y="5536"/>
                    </a:cubicBezTo>
                    <a:cubicBezTo>
                      <a:pt x="6193" y="4941"/>
                      <a:pt x="6527" y="4134"/>
                      <a:pt x="6527" y="3293"/>
                    </a:cubicBezTo>
                    <a:cubicBezTo>
                      <a:pt x="6527" y="2451"/>
                      <a:pt x="6193" y="1644"/>
                      <a:pt x="5598" y="1049"/>
                    </a:cubicBezTo>
                    <a:cubicBezTo>
                      <a:pt x="5003" y="455"/>
                      <a:pt x="4197" y="120"/>
                      <a:pt x="3356" y="120"/>
                    </a:cubicBezTo>
                    <a:cubicBezTo>
                      <a:pt x="2514" y="120"/>
                      <a:pt x="1708" y="455"/>
                      <a:pt x="1113" y="1049"/>
                    </a:cubicBezTo>
                    <a:cubicBezTo>
                      <a:pt x="518" y="1644"/>
                      <a:pt x="184" y="2451"/>
                      <a:pt x="184" y="3293"/>
                    </a:cubicBezTo>
                    <a:cubicBezTo>
                      <a:pt x="184" y="4134"/>
                      <a:pt x="518" y="4941"/>
                      <a:pt x="1113" y="5536"/>
                    </a:cubicBezTo>
                    <a:cubicBezTo>
                      <a:pt x="1708" y="6131"/>
                      <a:pt x="2514" y="6466"/>
                      <a:pt x="3356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06CAE15C-BE4C-A2E1-8DC1-FFA9B24EA6E8}"/>
                  </a:ext>
                </a:extLst>
              </p:cNvPr>
              <p:cNvSpPr/>
              <p:nvPr/>
            </p:nvSpPr>
            <p:spPr>
              <a:xfrm>
                <a:off x="3198052" y="5008220"/>
                <a:ext cx="6343" cy="6345"/>
              </a:xfrm>
              <a:custGeom>
                <a:avLst/>
                <a:gdLst>
                  <a:gd name="connsiteX0" fmla="*/ 3356 w 6343"/>
                  <a:gd name="connsiteY0" fmla="*/ 6466 h 6345"/>
                  <a:gd name="connsiteX1" fmla="*/ 5599 w 6343"/>
                  <a:gd name="connsiteY1" fmla="*/ 5537 h 6345"/>
                  <a:gd name="connsiteX2" fmla="*/ 6528 w 6343"/>
                  <a:gd name="connsiteY2" fmla="*/ 3293 h 6345"/>
                  <a:gd name="connsiteX3" fmla="*/ 5599 w 6343"/>
                  <a:gd name="connsiteY3" fmla="*/ 1050 h 6345"/>
                  <a:gd name="connsiteX4" fmla="*/ 3356 w 6343"/>
                  <a:gd name="connsiteY4" fmla="*/ 120 h 6345"/>
                  <a:gd name="connsiteX5" fmla="*/ 1114 w 6343"/>
                  <a:gd name="connsiteY5" fmla="*/ 1050 h 6345"/>
                  <a:gd name="connsiteX6" fmla="*/ 185 w 6343"/>
                  <a:gd name="connsiteY6" fmla="*/ 3293 h 6345"/>
                  <a:gd name="connsiteX7" fmla="*/ 1114 w 6343"/>
                  <a:gd name="connsiteY7" fmla="*/ 5537 h 6345"/>
                  <a:gd name="connsiteX8" fmla="*/ 3356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466"/>
                    </a:moveTo>
                    <a:cubicBezTo>
                      <a:pt x="4198" y="6466"/>
                      <a:pt x="5004" y="6132"/>
                      <a:pt x="5599" y="5537"/>
                    </a:cubicBezTo>
                    <a:cubicBezTo>
                      <a:pt x="6194" y="4942"/>
                      <a:pt x="6528" y="4135"/>
                      <a:pt x="6528" y="3293"/>
                    </a:cubicBezTo>
                    <a:cubicBezTo>
                      <a:pt x="6528" y="2452"/>
                      <a:pt x="6194" y="1645"/>
                      <a:pt x="5599" y="1050"/>
                    </a:cubicBezTo>
                    <a:cubicBezTo>
                      <a:pt x="5004" y="455"/>
                      <a:pt x="4198" y="120"/>
                      <a:pt x="3356" y="120"/>
                    </a:cubicBezTo>
                    <a:cubicBezTo>
                      <a:pt x="2515" y="120"/>
                      <a:pt x="1709" y="455"/>
                      <a:pt x="1114" y="1050"/>
                    </a:cubicBezTo>
                    <a:cubicBezTo>
                      <a:pt x="519" y="1645"/>
                      <a:pt x="185" y="2452"/>
                      <a:pt x="185" y="3293"/>
                    </a:cubicBezTo>
                    <a:cubicBezTo>
                      <a:pt x="185" y="4135"/>
                      <a:pt x="519" y="4942"/>
                      <a:pt x="1114" y="5537"/>
                    </a:cubicBezTo>
                    <a:cubicBezTo>
                      <a:pt x="1709" y="6132"/>
                      <a:pt x="2515" y="6466"/>
                      <a:pt x="3356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6893B8DE-1C54-6A51-87D0-ED8B3418DA9E}"/>
                  </a:ext>
                </a:extLst>
              </p:cNvPr>
              <p:cNvSpPr/>
              <p:nvPr/>
            </p:nvSpPr>
            <p:spPr>
              <a:xfrm>
                <a:off x="3206099" y="5007989"/>
                <a:ext cx="6343" cy="6345"/>
              </a:xfrm>
              <a:custGeom>
                <a:avLst/>
                <a:gdLst>
                  <a:gd name="connsiteX0" fmla="*/ 3357 w 6343"/>
                  <a:gd name="connsiteY0" fmla="*/ 6466 h 6345"/>
                  <a:gd name="connsiteX1" fmla="*/ 5600 w 6343"/>
                  <a:gd name="connsiteY1" fmla="*/ 5537 h 6345"/>
                  <a:gd name="connsiteX2" fmla="*/ 6529 w 6343"/>
                  <a:gd name="connsiteY2" fmla="*/ 3293 h 6345"/>
                  <a:gd name="connsiteX3" fmla="*/ 5600 w 6343"/>
                  <a:gd name="connsiteY3" fmla="*/ 1050 h 6345"/>
                  <a:gd name="connsiteX4" fmla="*/ 3357 w 6343"/>
                  <a:gd name="connsiteY4" fmla="*/ 120 h 6345"/>
                  <a:gd name="connsiteX5" fmla="*/ 1114 w 6343"/>
                  <a:gd name="connsiteY5" fmla="*/ 1050 h 6345"/>
                  <a:gd name="connsiteX6" fmla="*/ 186 w 6343"/>
                  <a:gd name="connsiteY6" fmla="*/ 3293 h 6345"/>
                  <a:gd name="connsiteX7" fmla="*/ 1114 w 6343"/>
                  <a:gd name="connsiteY7" fmla="*/ 5537 h 6345"/>
                  <a:gd name="connsiteX8" fmla="*/ 335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466"/>
                    </a:moveTo>
                    <a:cubicBezTo>
                      <a:pt x="4198" y="6466"/>
                      <a:pt x="5005" y="6132"/>
                      <a:pt x="5600" y="5537"/>
                    </a:cubicBezTo>
                    <a:cubicBezTo>
                      <a:pt x="6194" y="4942"/>
                      <a:pt x="6529" y="4135"/>
                      <a:pt x="6529" y="3293"/>
                    </a:cubicBezTo>
                    <a:cubicBezTo>
                      <a:pt x="6529" y="2452"/>
                      <a:pt x="6194" y="1645"/>
                      <a:pt x="5600" y="1050"/>
                    </a:cubicBezTo>
                    <a:cubicBezTo>
                      <a:pt x="5005" y="455"/>
                      <a:pt x="4198" y="120"/>
                      <a:pt x="3357" y="120"/>
                    </a:cubicBezTo>
                    <a:cubicBezTo>
                      <a:pt x="2516" y="120"/>
                      <a:pt x="1709" y="455"/>
                      <a:pt x="1114" y="1050"/>
                    </a:cubicBezTo>
                    <a:cubicBezTo>
                      <a:pt x="520" y="1645"/>
                      <a:pt x="186" y="2452"/>
                      <a:pt x="186" y="3293"/>
                    </a:cubicBezTo>
                    <a:cubicBezTo>
                      <a:pt x="186" y="4135"/>
                      <a:pt x="520" y="4942"/>
                      <a:pt x="1114" y="5537"/>
                    </a:cubicBezTo>
                    <a:cubicBezTo>
                      <a:pt x="1709" y="6132"/>
                      <a:pt x="2516" y="6466"/>
                      <a:pt x="335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6C0328B4-B58B-2041-67AE-2303CA66AAAD}"/>
                  </a:ext>
                </a:extLst>
              </p:cNvPr>
              <p:cNvSpPr/>
              <p:nvPr/>
            </p:nvSpPr>
            <p:spPr>
              <a:xfrm>
                <a:off x="3216745" y="5010724"/>
                <a:ext cx="6343" cy="6345"/>
              </a:xfrm>
              <a:custGeom>
                <a:avLst/>
                <a:gdLst>
                  <a:gd name="connsiteX0" fmla="*/ 3358 w 6343"/>
                  <a:gd name="connsiteY0" fmla="*/ 6466 h 6345"/>
                  <a:gd name="connsiteX1" fmla="*/ 5601 w 6343"/>
                  <a:gd name="connsiteY1" fmla="*/ 5537 h 6345"/>
                  <a:gd name="connsiteX2" fmla="*/ 6530 w 6343"/>
                  <a:gd name="connsiteY2" fmla="*/ 3293 h 6345"/>
                  <a:gd name="connsiteX3" fmla="*/ 5601 w 6343"/>
                  <a:gd name="connsiteY3" fmla="*/ 1050 h 6345"/>
                  <a:gd name="connsiteX4" fmla="*/ 3358 w 6343"/>
                  <a:gd name="connsiteY4" fmla="*/ 121 h 6345"/>
                  <a:gd name="connsiteX5" fmla="*/ 1115 w 6343"/>
                  <a:gd name="connsiteY5" fmla="*/ 1050 h 6345"/>
                  <a:gd name="connsiteX6" fmla="*/ 186 w 6343"/>
                  <a:gd name="connsiteY6" fmla="*/ 3293 h 6345"/>
                  <a:gd name="connsiteX7" fmla="*/ 1115 w 6343"/>
                  <a:gd name="connsiteY7" fmla="*/ 5537 h 6345"/>
                  <a:gd name="connsiteX8" fmla="*/ 335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466"/>
                    </a:moveTo>
                    <a:cubicBezTo>
                      <a:pt x="4199" y="6466"/>
                      <a:pt x="5006" y="6132"/>
                      <a:pt x="5601" y="5537"/>
                    </a:cubicBezTo>
                    <a:cubicBezTo>
                      <a:pt x="6195" y="4942"/>
                      <a:pt x="6530" y="4135"/>
                      <a:pt x="6530" y="3293"/>
                    </a:cubicBezTo>
                    <a:cubicBezTo>
                      <a:pt x="6530" y="2452"/>
                      <a:pt x="6195" y="1645"/>
                      <a:pt x="5601" y="1050"/>
                    </a:cubicBezTo>
                    <a:cubicBezTo>
                      <a:pt x="5006" y="455"/>
                      <a:pt x="4199" y="121"/>
                      <a:pt x="3358" y="121"/>
                    </a:cubicBezTo>
                    <a:cubicBezTo>
                      <a:pt x="2517" y="121"/>
                      <a:pt x="1710" y="455"/>
                      <a:pt x="1115" y="1050"/>
                    </a:cubicBezTo>
                    <a:cubicBezTo>
                      <a:pt x="521" y="1645"/>
                      <a:pt x="186" y="2452"/>
                      <a:pt x="186" y="3293"/>
                    </a:cubicBezTo>
                    <a:cubicBezTo>
                      <a:pt x="186" y="4135"/>
                      <a:pt x="521" y="4942"/>
                      <a:pt x="1115" y="5537"/>
                    </a:cubicBezTo>
                    <a:cubicBezTo>
                      <a:pt x="1710" y="6132"/>
                      <a:pt x="2517" y="6466"/>
                      <a:pt x="335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AEA67856-8423-9754-EA7E-16C75D6C507A}"/>
                  </a:ext>
                </a:extLst>
              </p:cNvPr>
              <p:cNvSpPr/>
              <p:nvPr/>
            </p:nvSpPr>
            <p:spPr>
              <a:xfrm>
                <a:off x="3225236" y="5011219"/>
                <a:ext cx="6343" cy="6345"/>
              </a:xfrm>
              <a:custGeom>
                <a:avLst/>
                <a:gdLst>
                  <a:gd name="connsiteX0" fmla="*/ 3359 w 6343"/>
                  <a:gd name="connsiteY0" fmla="*/ 6466 h 6345"/>
                  <a:gd name="connsiteX1" fmla="*/ 5601 w 6343"/>
                  <a:gd name="connsiteY1" fmla="*/ 5537 h 6345"/>
                  <a:gd name="connsiteX2" fmla="*/ 6530 w 6343"/>
                  <a:gd name="connsiteY2" fmla="*/ 3293 h 6345"/>
                  <a:gd name="connsiteX3" fmla="*/ 5601 w 6343"/>
                  <a:gd name="connsiteY3" fmla="*/ 1050 h 6345"/>
                  <a:gd name="connsiteX4" fmla="*/ 3359 w 6343"/>
                  <a:gd name="connsiteY4" fmla="*/ 121 h 6345"/>
                  <a:gd name="connsiteX5" fmla="*/ 1116 w 6343"/>
                  <a:gd name="connsiteY5" fmla="*/ 1050 h 6345"/>
                  <a:gd name="connsiteX6" fmla="*/ 187 w 6343"/>
                  <a:gd name="connsiteY6" fmla="*/ 3293 h 6345"/>
                  <a:gd name="connsiteX7" fmla="*/ 1116 w 6343"/>
                  <a:gd name="connsiteY7" fmla="*/ 5537 h 6345"/>
                  <a:gd name="connsiteX8" fmla="*/ 335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466"/>
                    </a:moveTo>
                    <a:cubicBezTo>
                      <a:pt x="4200" y="6466"/>
                      <a:pt x="5006" y="6132"/>
                      <a:pt x="5601" y="5537"/>
                    </a:cubicBezTo>
                    <a:cubicBezTo>
                      <a:pt x="6196" y="4942"/>
                      <a:pt x="6530" y="4135"/>
                      <a:pt x="6530" y="3293"/>
                    </a:cubicBezTo>
                    <a:cubicBezTo>
                      <a:pt x="6530" y="2452"/>
                      <a:pt x="6196" y="1645"/>
                      <a:pt x="5601" y="1050"/>
                    </a:cubicBezTo>
                    <a:cubicBezTo>
                      <a:pt x="5006" y="455"/>
                      <a:pt x="4200" y="121"/>
                      <a:pt x="3359" y="121"/>
                    </a:cubicBezTo>
                    <a:cubicBezTo>
                      <a:pt x="2518" y="121"/>
                      <a:pt x="1711" y="455"/>
                      <a:pt x="1116" y="1050"/>
                    </a:cubicBezTo>
                    <a:cubicBezTo>
                      <a:pt x="521" y="1645"/>
                      <a:pt x="187" y="2452"/>
                      <a:pt x="187" y="3293"/>
                    </a:cubicBezTo>
                    <a:cubicBezTo>
                      <a:pt x="187" y="4135"/>
                      <a:pt x="521" y="4942"/>
                      <a:pt x="1116" y="5537"/>
                    </a:cubicBezTo>
                    <a:cubicBezTo>
                      <a:pt x="1711" y="6132"/>
                      <a:pt x="2518" y="6466"/>
                      <a:pt x="335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0B0F15DF-C99E-7E64-2138-48370AA2101F}"/>
                  </a:ext>
                </a:extLst>
              </p:cNvPr>
              <p:cNvSpPr/>
              <p:nvPr/>
            </p:nvSpPr>
            <p:spPr>
              <a:xfrm>
                <a:off x="3234075" y="5012219"/>
                <a:ext cx="6343" cy="6345"/>
              </a:xfrm>
              <a:custGeom>
                <a:avLst/>
                <a:gdLst>
                  <a:gd name="connsiteX0" fmla="*/ 3359 w 6343"/>
                  <a:gd name="connsiteY0" fmla="*/ 6466 h 6345"/>
                  <a:gd name="connsiteX1" fmla="*/ 5602 w 6343"/>
                  <a:gd name="connsiteY1" fmla="*/ 5537 h 6345"/>
                  <a:gd name="connsiteX2" fmla="*/ 6531 w 6343"/>
                  <a:gd name="connsiteY2" fmla="*/ 3293 h 6345"/>
                  <a:gd name="connsiteX3" fmla="*/ 5602 w 6343"/>
                  <a:gd name="connsiteY3" fmla="*/ 1050 h 6345"/>
                  <a:gd name="connsiteX4" fmla="*/ 3359 w 6343"/>
                  <a:gd name="connsiteY4" fmla="*/ 121 h 6345"/>
                  <a:gd name="connsiteX5" fmla="*/ 1117 w 6343"/>
                  <a:gd name="connsiteY5" fmla="*/ 1050 h 6345"/>
                  <a:gd name="connsiteX6" fmla="*/ 188 w 6343"/>
                  <a:gd name="connsiteY6" fmla="*/ 3293 h 6345"/>
                  <a:gd name="connsiteX7" fmla="*/ 1117 w 6343"/>
                  <a:gd name="connsiteY7" fmla="*/ 5537 h 6345"/>
                  <a:gd name="connsiteX8" fmla="*/ 335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466"/>
                    </a:moveTo>
                    <a:cubicBezTo>
                      <a:pt x="4200" y="6466"/>
                      <a:pt x="5007" y="6132"/>
                      <a:pt x="5602" y="5537"/>
                    </a:cubicBezTo>
                    <a:cubicBezTo>
                      <a:pt x="6197" y="4942"/>
                      <a:pt x="6531" y="4135"/>
                      <a:pt x="6531" y="3293"/>
                    </a:cubicBezTo>
                    <a:cubicBezTo>
                      <a:pt x="6531" y="2452"/>
                      <a:pt x="6197" y="1645"/>
                      <a:pt x="5602" y="1050"/>
                    </a:cubicBezTo>
                    <a:cubicBezTo>
                      <a:pt x="5007" y="455"/>
                      <a:pt x="4200" y="121"/>
                      <a:pt x="3359" y="121"/>
                    </a:cubicBezTo>
                    <a:cubicBezTo>
                      <a:pt x="2518" y="121"/>
                      <a:pt x="1711" y="455"/>
                      <a:pt x="1117" y="1050"/>
                    </a:cubicBezTo>
                    <a:cubicBezTo>
                      <a:pt x="522" y="1645"/>
                      <a:pt x="188" y="2452"/>
                      <a:pt x="188" y="3293"/>
                    </a:cubicBezTo>
                    <a:cubicBezTo>
                      <a:pt x="188" y="4135"/>
                      <a:pt x="522" y="4942"/>
                      <a:pt x="1117" y="5537"/>
                    </a:cubicBezTo>
                    <a:cubicBezTo>
                      <a:pt x="1711" y="6132"/>
                      <a:pt x="2518" y="6466"/>
                      <a:pt x="335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921EECDE-DCD1-0477-5316-2B677E7E32CB}"/>
                  </a:ext>
                </a:extLst>
              </p:cNvPr>
              <p:cNvSpPr/>
              <p:nvPr/>
            </p:nvSpPr>
            <p:spPr>
              <a:xfrm>
                <a:off x="3242313" y="5012654"/>
                <a:ext cx="6343" cy="6345"/>
              </a:xfrm>
              <a:custGeom>
                <a:avLst/>
                <a:gdLst>
                  <a:gd name="connsiteX0" fmla="*/ 3360 w 6343"/>
                  <a:gd name="connsiteY0" fmla="*/ 6466 h 6345"/>
                  <a:gd name="connsiteX1" fmla="*/ 5603 w 6343"/>
                  <a:gd name="connsiteY1" fmla="*/ 5537 h 6345"/>
                  <a:gd name="connsiteX2" fmla="*/ 6532 w 6343"/>
                  <a:gd name="connsiteY2" fmla="*/ 3294 h 6345"/>
                  <a:gd name="connsiteX3" fmla="*/ 5603 w 6343"/>
                  <a:gd name="connsiteY3" fmla="*/ 1050 h 6345"/>
                  <a:gd name="connsiteX4" fmla="*/ 3360 w 6343"/>
                  <a:gd name="connsiteY4" fmla="*/ 121 h 6345"/>
                  <a:gd name="connsiteX5" fmla="*/ 1117 w 6343"/>
                  <a:gd name="connsiteY5" fmla="*/ 1050 h 6345"/>
                  <a:gd name="connsiteX6" fmla="*/ 188 w 6343"/>
                  <a:gd name="connsiteY6" fmla="*/ 3294 h 6345"/>
                  <a:gd name="connsiteX7" fmla="*/ 1117 w 6343"/>
                  <a:gd name="connsiteY7" fmla="*/ 5537 h 6345"/>
                  <a:gd name="connsiteX8" fmla="*/ 336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466"/>
                    </a:moveTo>
                    <a:cubicBezTo>
                      <a:pt x="4201" y="6466"/>
                      <a:pt x="5008" y="6132"/>
                      <a:pt x="5603" y="5537"/>
                    </a:cubicBezTo>
                    <a:cubicBezTo>
                      <a:pt x="6197" y="4942"/>
                      <a:pt x="6532" y="4135"/>
                      <a:pt x="6532" y="3294"/>
                    </a:cubicBezTo>
                    <a:cubicBezTo>
                      <a:pt x="6532" y="2452"/>
                      <a:pt x="6197" y="1645"/>
                      <a:pt x="5603" y="1050"/>
                    </a:cubicBezTo>
                    <a:cubicBezTo>
                      <a:pt x="5008" y="455"/>
                      <a:pt x="4201" y="121"/>
                      <a:pt x="3360" y="121"/>
                    </a:cubicBezTo>
                    <a:cubicBezTo>
                      <a:pt x="2519" y="121"/>
                      <a:pt x="1712" y="455"/>
                      <a:pt x="1117" y="1050"/>
                    </a:cubicBezTo>
                    <a:cubicBezTo>
                      <a:pt x="523" y="1645"/>
                      <a:pt x="188" y="2452"/>
                      <a:pt x="188" y="3294"/>
                    </a:cubicBezTo>
                    <a:cubicBezTo>
                      <a:pt x="188" y="4135"/>
                      <a:pt x="523" y="4942"/>
                      <a:pt x="1117" y="5537"/>
                    </a:cubicBezTo>
                    <a:cubicBezTo>
                      <a:pt x="1712" y="6132"/>
                      <a:pt x="2519" y="6466"/>
                      <a:pt x="336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88F9ECA9-B593-78C9-D0E3-B3454BE5A66D}"/>
                  </a:ext>
                </a:extLst>
              </p:cNvPr>
              <p:cNvSpPr/>
              <p:nvPr/>
            </p:nvSpPr>
            <p:spPr>
              <a:xfrm>
                <a:off x="3251269" y="5014029"/>
                <a:ext cx="6343" cy="6345"/>
              </a:xfrm>
              <a:custGeom>
                <a:avLst/>
                <a:gdLst>
                  <a:gd name="connsiteX0" fmla="*/ 3361 w 6343"/>
                  <a:gd name="connsiteY0" fmla="*/ 6466 h 6345"/>
                  <a:gd name="connsiteX1" fmla="*/ 5603 w 6343"/>
                  <a:gd name="connsiteY1" fmla="*/ 5537 h 6345"/>
                  <a:gd name="connsiteX2" fmla="*/ 6532 w 6343"/>
                  <a:gd name="connsiteY2" fmla="*/ 3294 h 6345"/>
                  <a:gd name="connsiteX3" fmla="*/ 5603 w 6343"/>
                  <a:gd name="connsiteY3" fmla="*/ 1050 h 6345"/>
                  <a:gd name="connsiteX4" fmla="*/ 3361 w 6343"/>
                  <a:gd name="connsiteY4" fmla="*/ 121 h 6345"/>
                  <a:gd name="connsiteX5" fmla="*/ 1118 w 6343"/>
                  <a:gd name="connsiteY5" fmla="*/ 1050 h 6345"/>
                  <a:gd name="connsiteX6" fmla="*/ 189 w 6343"/>
                  <a:gd name="connsiteY6" fmla="*/ 3294 h 6345"/>
                  <a:gd name="connsiteX7" fmla="*/ 1118 w 6343"/>
                  <a:gd name="connsiteY7" fmla="*/ 5537 h 6345"/>
                  <a:gd name="connsiteX8" fmla="*/ 336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66"/>
                    </a:moveTo>
                    <a:cubicBezTo>
                      <a:pt x="4202" y="6466"/>
                      <a:pt x="5009" y="6132"/>
                      <a:pt x="5603" y="5537"/>
                    </a:cubicBezTo>
                    <a:cubicBezTo>
                      <a:pt x="6198" y="4942"/>
                      <a:pt x="6532" y="4135"/>
                      <a:pt x="6532" y="3294"/>
                    </a:cubicBezTo>
                    <a:cubicBezTo>
                      <a:pt x="6532" y="2452"/>
                      <a:pt x="6198" y="1645"/>
                      <a:pt x="5603" y="1050"/>
                    </a:cubicBezTo>
                    <a:cubicBezTo>
                      <a:pt x="5009" y="455"/>
                      <a:pt x="4202" y="121"/>
                      <a:pt x="3361" y="121"/>
                    </a:cubicBezTo>
                    <a:cubicBezTo>
                      <a:pt x="2520" y="121"/>
                      <a:pt x="1713" y="455"/>
                      <a:pt x="1118" y="1050"/>
                    </a:cubicBezTo>
                    <a:cubicBezTo>
                      <a:pt x="523" y="1645"/>
                      <a:pt x="189" y="2452"/>
                      <a:pt x="189" y="3294"/>
                    </a:cubicBezTo>
                    <a:cubicBezTo>
                      <a:pt x="189" y="4135"/>
                      <a:pt x="523" y="4942"/>
                      <a:pt x="1118" y="5537"/>
                    </a:cubicBezTo>
                    <a:cubicBezTo>
                      <a:pt x="1713" y="6132"/>
                      <a:pt x="2520" y="6466"/>
                      <a:pt x="336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FAD7A68E-3BB1-EC4A-C43C-7C153D539971}"/>
                  </a:ext>
                </a:extLst>
              </p:cNvPr>
              <p:cNvSpPr/>
              <p:nvPr/>
            </p:nvSpPr>
            <p:spPr>
              <a:xfrm>
                <a:off x="3260584" y="5015958"/>
                <a:ext cx="6343" cy="6345"/>
              </a:xfrm>
              <a:custGeom>
                <a:avLst/>
                <a:gdLst>
                  <a:gd name="connsiteX0" fmla="*/ 3361 w 6343"/>
                  <a:gd name="connsiteY0" fmla="*/ 6466 h 6345"/>
                  <a:gd name="connsiteX1" fmla="*/ 5604 w 6343"/>
                  <a:gd name="connsiteY1" fmla="*/ 5537 h 6345"/>
                  <a:gd name="connsiteX2" fmla="*/ 6533 w 6343"/>
                  <a:gd name="connsiteY2" fmla="*/ 3294 h 6345"/>
                  <a:gd name="connsiteX3" fmla="*/ 5604 w 6343"/>
                  <a:gd name="connsiteY3" fmla="*/ 1050 h 6345"/>
                  <a:gd name="connsiteX4" fmla="*/ 3361 w 6343"/>
                  <a:gd name="connsiteY4" fmla="*/ 121 h 6345"/>
                  <a:gd name="connsiteX5" fmla="*/ 1119 w 6343"/>
                  <a:gd name="connsiteY5" fmla="*/ 1050 h 6345"/>
                  <a:gd name="connsiteX6" fmla="*/ 190 w 6343"/>
                  <a:gd name="connsiteY6" fmla="*/ 3294 h 6345"/>
                  <a:gd name="connsiteX7" fmla="*/ 1119 w 6343"/>
                  <a:gd name="connsiteY7" fmla="*/ 5537 h 6345"/>
                  <a:gd name="connsiteX8" fmla="*/ 336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66"/>
                    </a:moveTo>
                    <a:cubicBezTo>
                      <a:pt x="4203" y="6466"/>
                      <a:pt x="5009" y="6132"/>
                      <a:pt x="5604" y="5537"/>
                    </a:cubicBezTo>
                    <a:cubicBezTo>
                      <a:pt x="6199" y="4942"/>
                      <a:pt x="6533" y="4135"/>
                      <a:pt x="6533" y="3294"/>
                    </a:cubicBezTo>
                    <a:cubicBezTo>
                      <a:pt x="6533" y="2452"/>
                      <a:pt x="6199" y="1645"/>
                      <a:pt x="5604" y="1050"/>
                    </a:cubicBezTo>
                    <a:cubicBezTo>
                      <a:pt x="5009" y="455"/>
                      <a:pt x="4203" y="121"/>
                      <a:pt x="3361" y="121"/>
                    </a:cubicBezTo>
                    <a:cubicBezTo>
                      <a:pt x="2520" y="121"/>
                      <a:pt x="1714" y="455"/>
                      <a:pt x="1119" y="1050"/>
                    </a:cubicBezTo>
                    <a:cubicBezTo>
                      <a:pt x="524" y="1645"/>
                      <a:pt x="190" y="2452"/>
                      <a:pt x="190" y="3294"/>
                    </a:cubicBezTo>
                    <a:cubicBezTo>
                      <a:pt x="190" y="4135"/>
                      <a:pt x="524" y="4942"/>
                      <a:pt x="1119" y="5537"/>
                    </a:cubicBezTo>
                    <a:cubicBezTo>
                      <a:pt x="1714" y="6132"/>
                      <a:pt x="2520" y="6466"/>
                      <a:pt x="336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03776E91-7DB3-D199-08FE-CDAA4AD7EDF5}"/>
                  </a:ext>
                </a:extLst>
              </p:cNvPr>
              <p:cNvSpPr/>
              <p:nvPr/>
            </p:nvSpPr>
            <p:spPr>
              <a:xfrm>
                <a:off x="3268810" y="5016734"/>
                <a:ext cx="6343" cy="6345"/>
              </a:xfrm>
              <a:custGeom>
                <a:avLst/>
                <a:gdLst>
                  <a:gd name="connsiteX0" fmla="*/ 3362 w 6343"/>
                  <a:gd name="connsiteY0" fmla="*/ 6467 h 6345"/>
                  <a:gd name="connsiteX1" fmla="*/ 5605 w 6343"/>
                  <a:gd name="connsiteY1" fmla="*/ 5537 h 6345"/>
                  <a:gd name="connsiteX2" fmla="*/ 6534 w 6343"/>
                  <a:gd name="connsiteY2" fmla="*/ 3294 h 6345"/>
                  <a:gd name="connsiteX3" fmla="*/ 5605 w 6343"/>
                  <a:gd name="connsiteY3" fmla="*/ 1050 h 6345"/>
                  <a:gd name="connsiteX4" fmla="*/ 3362 w 6343"/>
                  <a:gd name="connsiteY4" fmla="*/ 121 h 6345"/>
                  <a:gd name="connsiteX5" fmla="*/ 1119 w 6343"/>
                  <a:gd name="connsiteY5" fmla="*/ 1050 h 6345"/>
                  <a:gd name="connsiteX6" fmla="*/ 190 w 6343"/>
                  <a:gd name="connsiteY6" fmla="*/ 3294 h 6345"/>
                  <a:gd name="connsiteX7" fmla="*/ 1119 w 6343"/>
                  <a:gd name="connsiteY7" fmla="*/ 5537 h 6345"/>
                  <a:gd name="connsiteX8" fmla="*/ 3362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2" y="6467"/>
                    </a:moveTo>
                    <a:cubicBezTo>
                      <a:pt x="4203" y="6467"/>
                      <a:pt x="5010" y="6132"/>
                      <a:pt x="5605" y="5537"/>
                    </a:cubicBezTo>
                    <a:cubicBezTo>
                      <a:pt x="6199" y="4942"/>
                      <a:pt x="6534" y="4135"/>
                      <a:pt x="6534" y="3294"/>
                    </a:cubicBezTo>
                    <a:cubicBezTo>
                      <a:pt x="6534" y="2452"/>
                      <a:pt x="6199" y="1645"/>
                      <a:pt x="5605" y="1050"/>
                    </a:cubicBezTo>
                    <a:cubicBezTo>
                      <a:pt x="5010" y="455"/>
                      <a:pt x="4203" y="121"/>
                      <a:pt x="3362" y="121"/>
                    </a:cubicBezTo>
                    <a:cubicBezTo>
                      <a:pt x="2521" y="121"/>
                      <a:pt x="1714" y="455"/>
                      <a:pt x="1119" y="1050"/>
                    </a:cubicBezTo>
                    <a:cubicBezTo>
                      <a:pt x="525" y="1645"/>
                      <a:pt x="190" y="2452"/>
                      <a:pt x="190" y="3294"/>
                    </a:cubicBezTo>
                    <a:cubicBezTo>
                      <a:pt x="190" y="4135"/>
                      <a:pt x="525" y="4942"/>
                      <a:pt x="1119" y="5537"/>
                    </a:cubicBezTo>
                    <a:cubicBezTo>
                      <a:pt x="1714" y="6132"/>
                      <a:pt x="2521" y="6467"/>
                      <a:pt x="3362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48030F9D-705A-6369-B16D-42204B76AF3E}"/>
                  </a:ext>
                </a:extLst>
              </p:cNvPr>
              <p:cNvSpPr/>
              <p:nvPr/>
            </p:nvSpPr>
            <p:spPr>
              <a:xfrm>
                <a:off x="3276426" y="5016887"/>
                <a:ext cx="6343" cy="6345"/>
              </a:xfrm>
              <a:custGeom>
                <a:avLst/>
                <a:gdLst>
                  <a:gd name="connsiteX0" fmla="*/ 3363 w 6343"/>
                  <a:gd name="connsiteY0" fmla="*/ 6467 h 6345"/>
                  <a:gd name="connsiteX1" fmla="*/ 5605 w 6343"/>
                  <a:gd name="connsiteY1" fmla="*/ 5537 h 6345"/>
                  <a:gd name="connsiteX2" fmla="*/ 6534 w 6343"/>
                  <a:gd name="connsiteY2" fmla="*/ 3294 h 6345"/>
                  <a:gd name="connsiteX3" fmla="*/ 5605 w 6343"/>
                  <a:gd name="connsiteY3" fmla="*/ 1050 h 6345"/>
                  <a:gd name="connsiteX4" fmla="*/ 3363 w 6343"/>
                  <a:gd name="connsiteY4" fmla="*/ 121 h 6345"/>
                  <a:gd name="connsiteX5" fmla="*/ 1120 w 6343"/>
                  <a:gd name="connsiteY5" fmla="*/ 1050 h 6345"/>
                  <a:gd name="connsiteX6" fmla="*/ 191 w 6343"/>
                  <a:gd name="connsiteY6" fmla="*/ 3294 h 6345"/>
                  <a:gd name="connsiteX7" fmla="*/ 1120 w 6343"/>
                  <a:gd name="connsiteY7" fmla="*/ 5537 h 6345"/>
                  <a:gd name="connsiteX8" fmla="*/ 3363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467"/>
                    </a:moveTo>
                    <a:cubicBezTo>
                      <a:pt x="4204" y="6467"/>
                      <a:pt x="5011" y="6132"/>
                      <a:pt x="5605" y="5537"/>
                    </a:cubicBezTo>
                    <a:cubicBezTo>
                      <a:pt x="6200" y="4942"/>
                      <a:pt x="6534" y="4135"/>
                      <a:pt x="6534" y="3294"/>
                    </a:cubicBezTo>
                    <a:cubicBezTo>
                      <a:pt x="6534" y="2452"/>
                      <a:pt x="6200" y="1645"/>
                      <a:pt x="5605" y="1050"/>
                    </a:cubicBezTo>
                    <a:cubicBezTo>
                      <a:pt x="5011" y="455"/>
                      <a:pt x="4204" y="121"/>
                      <a:pt x="3363" y="121"/>
                    </a:cubicBezTo>
                    <a:cubicBezTo>
                      <a:pt x="2522" y="121"/>
                      <a:pt x="1715" y="455"/>
                      <a:pt x="1120" y="1050"/>
                    </a:cubicBezTo>
                    <a:cubicBezTo>
                      <a:pt x="525" y="1645"/>
                      <a:pt x="191" y="2452"/>
                      <a:pt x="191" y="3294"/>
                    </a:cubicBezTo>
                    <a:cubicBezTo>
                      <a:pt x="191" y="4135"/>
                      <a:pt x="525" y="4942"/>
                      <a:pt x="1120" y="5537"/>
                    </a:cubicBezTo>
                    <a:cubicBezTo>
                      <a:pt x="1715" y="6132"/>
                      <a:pt x="2522" y="6467"/>
                      <a:pt x="3363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849A3B1E-5E17-6DA5-5563-623AB33F4A2D}"/>
                  </a:ext>
                </a:extLst>
              </p:cNvPr>
              <p:cNvSpPr/>
              <p:nvPr/>
            </p:nvSpPr>
            <p:spPr>
              <a:xfrm>
                <a:off x="3284349" y="5017512"/>
                <a:ext cx="6343" cy="6345"/>
              </a:xfrm>
              <a:custGeom>
                <a:avLst/>
                <a:gdLst>
                  <a:gd name="connsiteX0" fmla="*/ 3363 w 6343"/>
                  <a:gd name="connsiteY0" fmla="*/ 6467 h 6345"/>
                  <a:gd name="connsiteX1" fmla="*/ 5606 w 6343"/>
                  <a:gd name="connsiteY1" fmla="*/ 5537 h 6345"/>
                  <a:gd name="connsiteX2" fmla="*/ 6535 w 6343"/>
                  <a:gd name="connsiteY2" fmla="*/ 3294 h 6345"/>
                  <a:gd name="connsiteX3" fmla="*/ 5606 w 6343"/>
                  <a:gd name="connsiteY3" fmla="*/ 1050 h 6345"/>
                  <a:gd name="connsiteX4" fmla="*/ 3363 w 6343"/>
                  <a:gd name="connsiteY4" fmla="*/ 121 h 6345"/>
                  <a:gd name="connsiteX5" fmla="*/ 1121 w 6343"/>
                  <a:gd name="connsiteY5" fmla="*/ 1050 h 6345"/>
                  <a:gd name="connsiteX6" fmla="*/ 192 w 6343"/>
                  <a:gd name="connsiteY6" fmla="*/ 3294 h 6345"/>
                  <a:gd name="connsiteX7" fmla="*/ 1121 w 6343"/>
                  <a:gd name="connsiteY7" fmla="*/ 5537 h 6345"/>
                  <a:gd name="connsiteX8" fmla="*/ 3363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467"/>
                    </a:moveTo>
                    <a:cubicBezTo>
                      <a:pt x="4204" y="6467"/>
                      <a:pt x="5011" y="6132"/>
                      <a:pt x="5606" y="5537"/>
                    </a:cubicBezTo>
                    <a:cubicBezTo>
                      <a:pt x="6201" y="4942"/>
                      <a:pt x="6535" y="4135"/>
                      <a:pt x="6535" y="3294"/>
                    </a:cubicBezTo>
                    <a:cubicBezTo>
                      <a:pt x="6535" y="2452"/>
                      <a:pt x="6201" y="1645"/>
                      <a:pt x="5606" y="1050"/>
                    </a:cubicBezTo>
                    <a:cubicBezTo>
                      <a:pt x="5011" y="455"/>
                      <a:pt x="4204" y="121"/>
                      <a:pt x="3363" y="121"/>
                    </a:cubicBezTo>
                    <a:cubicBezTo>
                      <a:pt x="2522" y="121"/>
                      <a:pt x="1715" y="455"/>
                      <a:pt x="1121" y="1050"/>
                    </a:cubicBezTo>
                    <a:cubicBezTo>
                      <a:pt x="526" y="1645"/>
                      <a:pt x="192" y="2452"/>
                      <a:pt x="192" y="3294"/>
                    </a:cubicBezTo>
                    <a:cubicBezTo>
                      <a:pt x="192" y="4135"/>
                      <a:pt x="526" y="4942"/>
                      <a:pt x="1121" y="5537"/>
                    </a:cubicBezTo>
                    <a:cubicBezTo>
                      <a:pt x="1715" y="6132"/>
                      <a:pt x="2522" y="6467"/>
                      <a:pt x="3363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CA1E6518-A030-5E47-6E74-348DE852974C}"/>
                  </a:ext>
                </a:extLst>
              </p:cNvPr>
              <p:cNvSpPr/>
              <p:nvPr/>
            </p:nvSpPr>
            <p:spPr>
              <a:xfrm>
                <a:off x="3291822" y="5017689"/>
                <a:ext cx="6343" cy="6345"/>
              </a:xfrm>
              <a:custGeom>
                <a:avLst/>
                <a:gdLst>
                  <a:gd name="connsiteX0" fmla="*/ 3364 w 6343"/>
                  <a:gd name="connsiteY0" fmla="*/ 6467 h 6345"/>
                  <a:gd name="connsiteX1" fmla="*/ 5606 w 6343"/>
                  <a:gd name="connsiteY1" fmla="*/ 5537 h 6345"/>
                  <a:gd name="connsiteX2" fmla="*/ 6535 w 6343"/>
                  <a:gd name="connsiteY2" fmla="*/ 3294 h 6345"/>
                  <a:gd name="connsiteX3" fmla="*/ 5606 w 6343"/>
                  <a:gd name="connsiteY3" fmla="*/ 1050 h 6345"/>
                  <a:gd name="connsiteX4" fmla="*/ 3364 w 6343"/>
                  <a:gd name="connsiteY4" fmla="*/ 121 h 6345"/>
                  <a:gd name="connsiteX5" fmla="*/ 1121 w 6343"/>
                  <a:gd name="connsiteY5" fmla="*/ 1050 h 6345"/>
                  <a:gd name="connsiteX6" fmla="*/ 192 w 6343"/>
                  <a:gd name="connsiteY6" fmla="*/ 3294 h 6345"/>
                  <a:gd name="connsiteX7" fmla="*/ 1121 w 6343"/>
                  <a:gd name="connsiteY7" fmla="*/ 5537 h 6345"/>
                  <a:gd name="connsiteX8" fmla="*/ 3364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467"/>
                    </a:moveTo>
                    <a:cubicBezTo>
                      <a:pt x="4205" y="6467"/>
                      <a:pt x="5012" y="6132"/>
                      <a:pt x="5606" y="5537"/>
                    </a:cubicBezTo>
                    <a:cubicBezTo>
                      <a:pt x="6201" y="4942"/>
                      <a:pt x="6535" y="4135"/>
                      <a:pt x="6535" y="3294"/>
                    </a:cubicBezTo>
                    <a:cubicBezTo>
                      <a:pt x="6535" y="2452"/>
                      <a:pt x="6201" y="1645"/>
                      <a:pt x="5606" y="1050"/>
                    </a:cubicBezTo>
                    <a:cubicBezTo>
                      <a:pt x="5012" y="456"/>
                      <a:pt x="4205" y="121"/>
                      <a:pt x="3364" y="121"/>
                    </a:cubicBezTo>
                    <a:cubicBezTo>
                      <a:pt x="2523" y="121"/>
                      <a:pt x="1716" y="456"/>
                      <a:pt x="1121" y="1050"/>
                    </a:cubicBezTo>
                    <a:cubicBezTo>
                      <a:pt x="526" y="1645"/>
                      <a:pt x="192" y="2452"/>
                      <a:pt x="192" y="3294"/>
                    </a:cubicBezTo>
                    <a:cubicBezTo>
                      <a:pt x="192" y="4135"/>
                      <a:pt x="526" y="4942"/>
                      <a:pt x="1121" y="5537"/>
                    </a:cubicBezTo>
                    <a:cubicBezTo>
                      <a:pt x="1716" y="6132"/>
                      <a:pt x="2523" y="6467"/>
                      <a:pt x="3364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B2FE1743-FBE3-DFFC-53D4-7D7099E8260C}"/>
                  </a:ext>
                </a:extLst>
              </p:cNvPr>
              <p:cNvSpPr/>
              <p:nvPr/>
            </p:nvSpPr>
            <p:spPr>
              <a:xfrm>
                <a:off x="3308670" y="5029688"/>
                <a:ext cx="6343" cy="6345"/>
              </a:xfrm>
              <a:custGeom>
                <a:avLst/>
                <a:gdLst>
                  <a:gd name="connsiteX0" fmla="*/ 3365 w 6343"/>
                  <a:gd name="connsiteY0" fmla="*/ 6468 h 6345"/>
                  <a:gd name="connsiteX1" fmla="*/ 5608 w 6343"/>
                  <a:gd name="connsiteY1" fmla="*/ 5538 h 6345"/>
                  <a:gd name="connsiteX2" fmla="*/ 6537 w 6343"/>
                  <a:gd name="connsiteY2" fmla="*/ 3295 h 6345"/>
                  <a:gd name="connsiteX3" fmla="*/ 5608 w 6343"/>
                  <a:gd name="connsiteY3" fmla="*/ 1051 h 6345"/>
                  <a:gd name="connsiteX4" fmla="*/ 3365 w 6343"/>
                  <a:gd name="connsiteY4" fmla="*/ 122 h 6345"/>
                  <a:gd name="connsiteX5" fmla="*/ 1123 w 6343"/>
                  <a:gd name="connsiteY5" fmla="*/ 1051 h 6345"/>
                  <a:gd name="connsiteX6" fmla="*/ 194 w 6343"/>
                  <a:gd name="connsiteY6" fmla="*/ 3295 h 6345"/>
                  <a:gd name="connsiteX7" fmla="*/ 1123 w 6343"/>
                  <a:gd name="connsiteY7" fmla="*/ 5538 h 6345"/>
                  <a:gd name="connsiteX8" fmla="*/ 3365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468"/>
                    </a:moveTo>
                    <a:cubicBezTo>
                      <a:pt x="4206" y="6468"/>
                      <a:pt x="5013" y="6133"/>
                      <a:pt x="5608" y="5538"/>
                    </a:cubicBezTo>
                    <a:cubicBezTo>
                      <a:pt x="6203" y="4943"/>
                      <a:pt x="6537" y="4136"/>
                      <a:pt x="6537" y="3295"/>
                    </a:cubicBezTo>
                    <a:cubicBezTo>
                      <a:pt x="6537" y="2453"/>
                      <a:pt x="6203" y="1646"/>
                      <a:pt x="5608" y="1051"/>
                    </a:cubicBezTo>
                    <a:cubicBezTo>
                      <a:pt x="5013" y="456"/>
                      <a:pt x="4206" y="122"/>
                      <a:pt x="3365" y="122"/>
                    </a:cubicBezTo>
                    <a:cubicBezTo>
                      <a:pt x="2524" y="122"/>
                      <a:pt x="1717" y="456"/>
                      <a:pt x="1123" y="1051"/>
                    </a:cubicBezTo>
                    <a:cubicBezTo>
                      <a:pt x="528" y="1646"/>
                      <a:pt x="194" y="2453"/>
                      <a:pt x="194" y="3295"/>
                    </a:cubicBezTo>
                    <a:cubicBezTo>
                      <a:pt x="194" y="4136"/>
                      <a:pt x="528" y="4943"/>
                      <a:pt x="1123" y="5538"/>
                    </a:cubicBezTo>
                    <a:cubicBezTo>
                      <a:pt x="1717" y="6133"/>
                      <a:pt x="2524" y="6468"/>
                      <a:pt x="3365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73F2C387-CE8D-BCE5-A0AE-62E18A614108}"/>
                  </a:ext>
                </a:extLst>
              </p:cNvPr>
              <p:cNvSpPr/>
              <p:nvPr/>
            </p:nvSpPr>
            <p:spPr>
              <a:xfrm>
                <a:off x="3316701" y="5030911"/>
                <a:ext cx="6343" cy="6345"/>
              </a:xfrm>
              <a:custGeom>
                <a:avLst/>
                <a:gdLst>
                  <a:gd name="connsiteX0" fmla="*/ 3366 w 6343"/>
                  <a:gd name="connsiteY0" fmla="*/ 6468 h 6345"/>
                  <a:gd name="connsiteX1" fmla="*/ 5608 w 6343"/>
                  <a:gd name="connsiteY1" fmla="*/ 5538 h 6345"/>
                  <a:gd name="connsiteX2" fmla="*/ 6537 w 6343"/>
                  <a:gd name="connsiteY2" fmla="*/ 3295 h 6345"/>
                  <a:gd name="connsiteX3" fmla="*/ 5608 w 6343"/>
                  <a:gd name="connsiteY3" fmla="*/ 1052 h 6345"/>
                  <a:gd name="connsiteX4" fmla="*/ 3366 w 6343"/>
                  <a:gd name="connsiteY4" fmla="*/ 122 h 6345"/>
                  <a:gd name="connsiteX5" fmla="*/ 1123 w 6343"/>
                  <a:gd name="connsiteY5" fmla="*/ 1052 h 6345"/>
                  <a:gd name="connsiteX6" fmla="*/ 194 w 6343"/>
                  <a:gd name="connsiteY6" fmla="*/ 3295 h 6345"/>
                  <a:gd name="connsiteX7" fmla="*/ 1123 w 6343"/>
                  <a:gd name="connsiteY7" fmla="*/ 5538 h 6345"/>
                  <a:gd name="connsiteX8" fmla="*/ 336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6" y="6468"/>
                    </a:moveTo>
                    <a:cubicBezTo>
                      <a:pt x="4207" y="6468"/>
                      <a:pt x="5014" y="6133"/>
                      <a:pt x="5608" y="5538"/>
                    </a:cubicBezTo>
                    <a:cubicBezTo>
                      <a:pt x="6203" y="4943"/>
                      <a:pt x="6537" y="4136"/>
                      <a:pt x="6537" y="3295"/>
                    </a:cubicBezTo>
                    <a:cubicBezTo>
                      <a:pt x="6537" y="2454"/>
                      <a:pt x="6203" y="1646"/>
                      <a:pt x="5608" y="1052"/>
                    </a:cubicBezTo>
                    <a:cubicBezTo>
                      <a:pt x="5014" y="457"/>
                      <a:pt x="4207" y="122"/>
                      <a:pt x="3366" y="122"/>
                    </a:cubicBezTo>
                    <a:cubicBezTo>
                      <a:pt x="2525" y="122"/>
                      <a:pt x="1718" y="457"/>
                      <a:pt x="1123" y="1052"/>
                    </a:cubicBezTo>
                    <a:cubicBezTo>
                      <a:pt x="528" y="1646"/>
                      <a:pt x="194" y="2454"/>
                      <a:pt x="194" y="3295"/>
                    </a:cubicBezTo>
                    <a:cubicBezTo>
                      <a:pt x="194" y="4136"/>
                      <a:pt x="528" y="4943"/>
                      <a:pt x="1123" y="5538"/>
                    </a:cubicBezTo>
                    <a:cubicBezTo>
                      <a:pt x="1718" y="6133"/>
                      <a:pt x="2525" y="6468"/>
                      <a:pt x="336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A3477A08-F1BB-CA48-7CE9-B83E6A16EACA}"/>
                  </a:ext>
                </a:extLst>
              </p:cNvPr>
              <p:cNvSpPr/>
              <p:nvPr/>
            </p:nvSpPr>
            <p:spPr>
              <a:xfrm>
                <a:off x="3323494" y="5030665"/>
                <a:ext cx="6343" cy="6345"/>
              </a:xfrm>
              <a:custGeom>
                <a:avLst/>
                <a:gdLst>
                  <a:gd name="connsiteX0" fmla="*/ 3366 w 6343"/>
                  <a:gd name="connsiteY0" fmla="*/ 6468 h 6345"/>
                  <a:gd name="connsiteX1" fmla="*/ 5609 w 6343"/>
                  <a:gd name="connsiteY1" fmla="*/ 5538 h 6345"/>
                  <a:gd name="connsiteX2" fmla="*/ 6538 w 6343"/>
                  <a:gd name="connsiteY2" fmla="*/ 3295 h 6345"/>
                  <a:gd name="connsiteX3" fmla="*/ 5609 w 6343"/>
                  <a:gd name="connsiteY3" fmla="*/ 1051 h 6345"/>
                  <a:gd name="connsiteX4" fmla="*/ 3366 w 6343"/>
                  <a:gd name="connsiteY4" fmla="*/ 122 h 6345"/>
                  <a:gd name="connsiteX5" fmla="*/ 1124 w 6343"/>
                  <a:gd name="connsiteY5" fmla="*/ 1051 h 6345"/>
                  <a:gd name="connsiteX6" fmla="*/ 195 w 6343"/>
                  <a:gd name="connsiteY6" fmla="*/ 3295 h 6345"/>
                  <a:gd name="connsiteX7" fmla="*/ 1124 w 6343"/>
                  <a:gd name="connsiteY7" fmla="*/ 5538 h 6345"/>
                  <a:gd name="connsiteX8" fmla="*/ 336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6" y="6468"/>
                    </a:moveTo>
                    <a:cubicBezTo>
                      <a:pt x="4207" y="6468"/>
                      <a:pt x="5014" y="6133"/>
                      <a:pt x="5609" y="5538"/>
                    </a:cubicBezTo>
                    <a:cubicBezTo>
                      <a:pt x="6204" y="4943"/>
                      <a:pt x="6538" y="4136"/>
                      <a:pt x="6538" y="3295"/>
                    </a:cubicBezTo>
                    <a:cubicBezTo>
                      <a:pt x="6538" y="2454"/>
                      <a:pt x="6204" y="1646"/>
                      <a:pt x="5609" y="1051"/>
                    </a:cubicBezTo>
                    <a:cubicBezTo>
                      <a:pt x="5014" y="457"/>
                      <a:pt x="4207" y="122"/>
                      <a:pt x="3366" y="122"/>
                    </a:cubicBezTo>
                    <a:cubicBezTo>
                      <a:pt x="2525" y="122"/>
                      <a:pt x="1718" y="457"/>
                      <a:pt x="1124" y="1051"/>
                    </a:cubicBezTo>
                    <a:cubicBezTo>
                      <a:pt x="529" y="1646"/>
                      <a:pt x="195" y="2454"/>
                      <a:pt x="195" y="3295"/>
                    </a:cubicBezTo>
                    <a:cubicBezTo>
                      <a:pt x="195" y="4136"/>
                      <a:pt x="529" y="4943"/>
                      <a:pt x="1124" y="5538"/>
                    </a:cubicBezTo>
                    <a:cubicBezTo>
                      <a:pt x="1718" y="6133"/>
                      <a:pt x="2525" y="6468"/>
                      <a:pt x="336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3CF51AC4-1867-82A7-7502-E3FCEFD7E567}"/>
                  </a:ext>
                </a:extLst>
              </p:cNvPr>
              <p:cNvSpPr/>
              <p:nvPr/>
            </p:nvSpPr>
            <p:spPr>
              <a:xfrm>
                <a:off x="3330792" y="5031156"/>
                <a:ext cx="6343" cy="6345"/>
              </a:xfrm>
              <a:custGeom>
                <a:avLst/>
                <a:gdLst>
                  <a:gd name="connsiteX0" fmla="*/ 3367 w 6343"/>
                  <a:gd name="connsiteY0" fmla="*/ 6468 h 6345"/>
                  <a:gd name="connsiteX1" fmla="*/ 5610 w 6343"/>
                  <a:gd name="connsiteY1" fmla="*/ 5538 h 6345"/>
                  <a:gd name="connsiteX2" fmla="*/ 6538 w 6343"/>
                  <a:gd name="connsiteY2" fmla="*/ 3295 h 6345"/>
                  <a:gd name="connsiteX3" fmla="*/ 5610 w 6343"/>
                  <a:gd name="connsiteY3" fmla="*/ 1052 h 6345"/>
                  <a:gd name="connsiteX4" fmla="*/ 3367 w 6343"/>
                  <a:gd name="connsiteY4" fmla="*/ 122 h 6345"/>
                  <a:gd name="connsiteX5" fmla="*/ 1124 w 6343"/>
                  <a:gd name="connsiteY5" fmla="*/ 1052 h 6345"/>
                  <a:gd name="connsiteX6" fmla="*/ 195 w 6343"/>
                  <a:gd name="connsiteY6" fmla="*/ 3295 h 6345"/>
                  <a:gd name="connsiteX7" fmla="*/ 1124 w 6343"/>
                  <a:gd name="connsiteY7" fmla="*/ 5538 h 6345"/>
                  <a:gd name="connsiteX8" fmla="*/ 336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7" y="6468"/>
                    </a:moveTo>
                    <a:cubicBezTo>
                      <a:pt x="4208" y="6468"/>
                      <a:pt x="5015" y="6133"/>
                      <a:pt x="5610" y="5538"/>
                    </a:cubicBezTo>
                    <a:cubicBezTo>
                      <a:pt x="6204" y="4943"/>
                      <a:pt x="6538" y="4136"/>
                      <a:pt x="6538" y="3295"/>
                    </a:cubicBezTo>
                    <a:cubicBezTo>
                      <a:pt x="6538" y="2454"/>
                      <a:pt x="6204" y="1647"/>
                      <a:pt x="5610" y="1052"/>
                    </a:cubicBezTo>
                    <a:cubicBezTo>
                      <a:pt x="5015" y="457"/>
                      <a:pt x="4208" y="122"/>
                      <a:pt x="3367" y="122"/>
                    </a:cubicBezTo>
                    <a:cubicBezTo>
                      <a:pt x="2526" y="122"/>
                      <a:pt x="1719" y="457"/>
                      <a:pt x="1124" y="1052"/>
                    </a:cubicBezTo>
                    <a:cubicBezTo>
                      <a:pt x="530" y="1647"/>
                      <a:pt x="195" y="2454"/>
                      <a:pt x="195" y="3295"/>
                    </a:cubicBezTo>
                    <a:cubicBezTo>
                      <a:pt x="195" y="4136"/>
                      <a:pt x="530" y="4943"/>
                      <a:pt x="1124" y="5538"/>
                    </a:cubicBezTo>
                    <a:cubicBezTo>
                      <a:pt x="1719" y="6133"/>
                      <a:pt x="2526" y="6468"/>
                      <a:pt x="336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7D50BF85-7E00-9F92-AB60-CCC91C96D5FA}"/>
                  </a:ext>
                </a:extLst>
              </p:cNvPr>
              <p:cNvSpPr/>
              <p:nvPr/>
            </p:nvSpPr>
            <p:spPr>
              <a:xfrm>
                <a:off x="3338034" y="5031671"/>
                <a:ext cx="6343" cy="6345"/>
              </a:xfrm>
              <a:custGeom>
                <a:avLst/>
                <a:gdLst>
                  <a:gd name="connsiteX0" fmla="*/ 3368 w 6343"/>
                  <a:gd name="connsiteY0" fmla="*/ 6468 h 6345"/>
                  <a:gd name="connsiteX1" fmla="*/ 5610 w 6343"/>
                  <a:gd name="connsiteY1" fmla="*/ 5538 h 6345"/>
                  <a:gd name="connsiteX2" fmla="*/ 6539 w 6343"/>
                  <a:gd name="connsiteY2" fmla="*/ 3295 h 6345"/>
                  <a:gd name="connsiteX3" fmla="*/ 5610 w 6343"/>
                  <a:gd name="connsiteY3" fmla="*/ 1052 h 6345"/>
                  <a:gd name="connsiteX4" fmla="*/ 3368 w 6343"/>
                  <a:gd name="connsiteY4" fmla="*/ 122 h 6345"/>
                  <a:gd name="connsiteX5" fmla="*/ 1125 w 6343"/>
                  <a:gd name="connsiteY5" fmla="*/ 1052 h 6345"/>
                  <a:gd name="connsiteX6" fmla="*/ 196 w 6343"/>
                  <a:gd name="connsiteY6" fmla="*/ 3295 h 6345"/>
                  <a:gd name="connsiteX7" fmla="*/ 1125 w 6343"/>
                  <a:gd name="connsiteY7" fmla="*/ 5538 h 6345"/>
                  <a:gd name="connsiteX8" fmla="*/ 336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68"/>
                    </a:moveTo>
                    <a:cubicBezTo>
                      <a:pt x="4209" y="6468"/>
                      <a:pt x="5015" y="6133"/>
                      <a:pt x="5610" y="5538"/>
                    </a:cubicBezTo>
                    <a:cubicBezTo>
                      <a:pt x="6205" y="4943"/>
                      <a:pt x="6539" y="4136"/>
                      <a:pt x="6539" y="3295"/>
                    </a:cubicBezTo>
                    <a:cubicBezTo>
                      <a:pt x="6539" y="2454"/>
                      <a:pt x="6205" y="1647"/>
                      <a:pt x="5610" y="1052"/>
                    </a:cubicBezTo>
                    <a:cubicBezTo>
                      <a:pt x="5015" y="457"/>
                      <a:pt x="4209" y="122"/>
                      <a:pt x="3368" y="122"/>
                    </a:cubicBezTo>
                    <a:cubicBezTo>
                      <a:pt x="2526" y="122"/>
                      <a:pt x="1720" y="457"/>
                      <a:pt x="1125" y="1052"/>
                    </a:cubicBezTo>
                    <a:cubicBezTo>
                      <a:pt x="530" y="1647"/>
                      <a:pt x="196" y="2454"/>
                      <a:pt x="196" y="3295"/>
                    </a:cubicBezTo>
                    <a:cubicBezTo>
                      <a:pt x="196" y="4136"/>
                      <a:pt x="530" y="4943"/>
                      <a:pt x="1125" y="5538"/>
                    </a:cubicBezTo>
                    <a:cubicBezTo>
                      <a:pt x="1720" y="6133"/>
                      <a:pt x="2526" y="6468"/>
                      <a:pt x="336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5853A2A8-12E2-4911-DFC7-2AF5051FCE33}"/>
                  </a:ext>
                </a:extLst>
              </p:cNvPr>
              <p:cNvSpPr/>
              <p:nvPr/>
            </p:nvSpPr>
            <p:spPr>
              <a:xfrm>
                <a:off x="3342962" y="5029200"/>
                <a:ext cx="6343" cy="6345"/>
              </a:xfrm>
              <a:custGeom>
                <a:avLst/>
                <a:gdLst>
                  <a:gd name="connsiteX0" fmla="*/ 3368 w 6343"/>
                  <a:gd name="connsiteY0" fmla="*/ 6468 h 6345"/>
                  <a:gd name="connsiteX1" fmla="*/ 5611 w 6343"/>
                  <a:gd name="connsiteY1" fmla="*/ 5538 h 6345"/>
                  <a:gd name="connsiteX2" fmla="*/ 6539 w 6343"/>
                  <a:gd name="connsiteY2" fmla="*/ 3295 h 6345"/>
                  <a:gd name="connsiteX3" fmla="*/ 5611 w 6343"/>
                  <a:gd name="connsiteY3" fmla="*/ 1051 h 6345"/>
                  <a:gd name="connsiteX4" fmla="*/ 3368 w 6343"/>
                  <a:gd name="connsiteY4" fmla="*/ 122 h 6345"/>
                  <a:gd name="connsiteX5" fmla="*/ 1125 w 6343"/>
                  <a:gd name="connsiteY5" fmla="*/ 1051 h 6345"/>
                  <a:gd name="connsiteX6" fmla="*/ 196 w 6343"/>
                  <a:gd name="connsiteY6" fmla="*/ 3295 h 6345"/>
                  <a:gd name="connsiteX7" fmla="*/ 1125 w 6343"/>
                  <a:gd name="connsiteY7" fmla="*/ 5538 h 6345"/>
                  <a:gd name="connsiteX8" fmla="*/ 336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68"/>
                    </a:moveTo>
                    <a:cubicBezTo>
                      <a:pt x="4209" y="6468"/>
                      <a:pt x="5016" y="6133"/>
                      <a:pt x="5611" y="5538"/>
                    </a:cubicBezTo>
                    <a:cubicBezTo>
                      <a:pt x="6205" y="4943"/>
                      <a:pt x="6539" y="4136"/>
                      <a:pt x="6539" y="3295"/>
                    </a:cubicBezTo>
                    <a:cubicBezTo>
                      <a:pt x="6539" y="2453"/>
                      <a:pt x="6205" y="1646"/>
                      <a:pt x="5611" y="1051"/>
                    </a:cubicBezTo>
                    <a:cubicBezTo>
                      <a:pt x="5016" y="456"/>
                      <a:pt x="4209" y="122"/>
                      <a:pt x="3368" y="122"/>
                    </a:cubicBezTo>
                    <a:cubicBezTo>
                      <a:pt x="2527" y="122"/>
                      <a:pt x="1720" y="456"/>
                      <a:pt x="1125" y="1051"/>
                    </a:cubicBezTo>
                    <a:cubicBezTo>
                      <a:pt x="531" y="1646"/>
                      <a:pt x="196" y="2453"/>
                      <a:pt x="196" y="3295"/>
                    </a:cubicBezTo>
                    <a:cubicBezTo>
                      <a:pt x="196" y="4136"/>
                      <a:pt x="531" y="4943"/>
                      <a:pt x="1125" y="5538"/>
                    </a:cubicBezTo>
                    <a:cubicBezTo>
                      <a:pt x="1720" y="6133"/>
                      <a:pt x="2527" y="6468"/>
                      <a:pt x="336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31DBB3B5-955D-8CAF-1B2A-226395E481BF}"/>
                  </a:ext>
                </a:extLst>
              </p:cNvPr>
              <p:cNvSpPr/>
              <p:nvPr/>
            </p:nvSpPr>
            <p:spPr>
              <a:xfrm>
                <a:off x="3348241" y="5027223"/>
                <a:ext cx="6343" cy="6345"/>
              </a:xfrm>
              <a:custGeom>
                <a:avLst/>
                <a:gdLst>
                  <a:gd name="connsiteX0" fmla="*/ 3368 w 6343"/>
                  <a:gd name="connsiteY0" fmla="*/ 6467 h 6345"/>
                  <a:gd name="connsiteX1" fmla="*/ 5611 w 6343"/>
                  <a:gd name="connsiteY1" fmla="*/ 5538 h 6345"/>
                  <a:gd name="connsiteX2" fmla="*/ 6540 w 6343"/>
                  <a:gd name="connsiteY2" fmla="*/ 3295 h 6345"/>
                  <a:gd name="connsiteX3" fmla="*/ 5611 w 6343"/>
                  <a:gd name="connsiteY3" fmla="*/ 1051 h 6345"/>
                  <a:gd name="connsiteX4" fmla="*/ 3368 w 6343"/>
                  <a:gd name="connsiteY4" fmla="*/ 122 h 6345"/>
                  <a:gd name="connsiteX5" fmla="*/ 1126 w 6343"/>
                  <a:gd name="connsiteY5" fmla="*/ 1051 h 6345"/>
                  <a:gd name="connsiteX6" fmla="*/ 197 w 6343"/>
                  <a:gd name="connsiteY6" fmla="*/ 3295 h 6345"/>
                  <a:gd name="connsiteX7" fmla="*/ 1126 w 6343"/>
                  <a:gd name="connsiteY7" fmla="*/ 5538 h 6345"/>
                  <a:gd name="connsiteX8" fmla="*/ 336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67"/>
                    </a:moveTo>
                    <a:cubicBezTo>
                      <a:pt x="4209" y="6467"/>
                      <a:pt x="5016" y="6133"/>
                      <a:pt x="5611" y="5538"/>
                    </a:cubicBezTo>
                    <a:cubicBezTo>
                      <a:pt x="6206" y="4943"/>
                      <a:pt x="6540" y="4136"/>
                      <a:pt x="6540" y="3295"/>
                    </a:cubicBezTo>
                    <a:cubicBezTo>
                      <a:pt x="6540" y="2453"/>
                      <a:pt x="6206" y="1646"/>
                      <a:pt x="5611" y="1051"/>
                    </a:cubicBezTo>
                    <a:cubicBezTo>
                      <a:pt x="5016" y="456"/>
                      <a:pt x="4209" y="122"/>
                      <a:pt x="3368" y="122"/>
                    </a:cubicBezTo>
                    <a:cubicBezTo>
                      <a:pt x="2527" y="122"/>
                      <a:pt x="1720" y="456"/>
                      <a:pt x="1126" y="1051"/>
                    </a:cubicBezTo>
                    <a:cubicBezTo>
                      <a:pt x="531" y="1646"/>
                      <a:pt x="197" y="2453"/>
                      <a:pt x="197" y="3295"/>
                    </a:cubicBezTo>
                    <a:cubicBezTo>
                      <a:pt x="197" y="4136"/>
                      <a:pt x="531" y="4943"/>
                      <a:pt x="1126" y="5538"/>
                    </a:cubicBezTo>
                    <a:cubicBezTo>
                      <a:pt x="1720" y="6133"/>
                      <a:pt x="2527" y="6467"/>
                      <a:pt x="336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70039B44-210A-D393-B0ED-CC8561E05204}"/>
                  </a:ext>
                </a:extLst>
              </p:cNvPr>
              <p:cNvSpPr/>
              <p:nvPr/>
            </p:nvSpPr>
            <p:spPr>
              <a:xfrm>
                <a:off x="3353524" y="5025284"/>
                <a:ext cx="6343" cy="6345"/>
              </a:xfrm>
              <a:custGeom>
                <a:avLst/>
                <a:gdLst>
                  <a:gd name="connsiteX0" fmla="*/ 3369 w 6343"/>
                  <a:gd name="connsiteY0" fmla="*/ 6467 h 6345"/>
                  <a:gd name="connsiteX1" fmla="*/ 5611 w 6343"/>
                  <a:gd name="connsiteY1" fmla="*/ 5538 h 6345"/>
                  <a:gd name="connsiteX2" fmla="*/ 6540 w 6343"/>
                  <a:gd name="connsiteY2" fmla="*/ 3295 h 6345"/>
                  <a:gd name="connsiteX3" fmla="*/ 5611 w 6343"/>
                  <a:gd name="connsiteY3" fmla="*/ 1051 h 6345"/>
                  <a:gd name="connsiteX4" fmla="*/ 3369 w 6343"/>
                  <a:gd name="connsiteY4" fmla="*/ 122 h 6345"/>
                  <a:gd name="connsiteX5" fmla="*/ 1126 w 6343"/>
                  <a:gd name="connsiteY5" fmla="*/ 1051 h 6345"/>
                  <a:gd name="connsiteX6" fmla="*/ 197 w 6343"/>
                  <a:gd name="connsiteY6" fmla="*/ 3295 h 6345"/>
                  <a:gd name="connsiteX7" fmla="*/ 1126 w 6343"/>
                  <a:gd name="connsiteY7" fmla="*/ 5538 h 6345"/>
                  <a:gd name="connsiteX8" fmla="*/ 336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7"/>
                    </a:moveTo>
                    <a:cubicBezTo>
                      <a:pt x="4210" y="6467"/>
                      <a:pt x="5017" y="6133"/>
                      <a:pt x="5611" y="5538"/>
                    </a:cubicBezTo>
                    <a:cubicBezTo>
                      <a:pt x="6206" y="4943"/>
                      <a:pt x="6540" y="4136"/>
                      <a:pt x="6540" y="3295"/>
                    </a:cubicBezTo>
                    <a:cubicBezTo>
                      <a:pt x="6540" y="2453"/>
                      <a:pt x="6206" y="1646"/>
                      <a:pt x="5611" y="1051"/>
                    </a:cubicBezTo>
                    <a:cubicBezTo>
                      <a:pt x="5017" y="456"/>
                      <a:pt x="4210" y="122"/>
                      <a:pt x="3369" y="122"/>
                    </a:cubicBezTo>
                    <a:cubicBezTo>
                      <a:pt x="2528" y="122"/>
                      <a:pt x="1721" y="456"/>
                      <a:pt x="1126" y="1051"/>
                    </a:cubicBezTo>
                    <a:cubicBezTo>
                      <a:pt x="531" y="1646"/>
                      <a:pt x="197" y="2453"/>
                      <a:pt x="197" y="3295"/>
                    </a:cubicBezTo>
                    <a:cubicBezTo>
                      <a:pt x="197" y="4136"/>
                      <a:pt x="531" y="4943"/>
                      <a:pt x="1126" y="5538"/>
                    </a:cubicBezTo>
                    <a:cubicBezTo>
                      <a:pt x="1721" y="6133"/>
                      <a:pt x="2528" y="6467"/>
                      <a:pt x="336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18028957-1BF8-B611-E2DB-60EEAEBE05C8}"/>
                  </a:ext>
                </a:extLst>
              </p:cNvPr>
              <p:cNvSpPr/>
              <p:nvPr/>
            </p:nvSpPr>
            <p:spPr>
              <a:xfrm>
                <a:off x="3356580" y="5020293"/>
                <a:ext cx="6343" cy="6345"/>
              </a:xfrm>
              <a:custGeom>
                <a:avLst/>
                <a:gdLst>
                  <a:gd name="connsiteX0" fmla="*/ 3369 w 6343"/>
                  <a:gd name="connsiteY0" fmla="*/ 6467 h 6345"/>
                  <a:gd name="connsiteX1" fmla="*/ 5612 w 6343"/>
                  <a:gd name="connsiteY1" fmla="*/ 5538 h 6345"/>
                  <a:gd name="connsiteX2" fmla="*/ 6541 w 6343"/>
                  <a:gd name="connsiteY2" fmla="*/ 3294 h 6345"/>
                  <a:gd name="connsiteX3" fmla="*/ 5612 w 6343"/>
                  <a:gd name="connsiteY3" fmla="*/ 1051 h 6345"/>
                  <a:gd name="connsiteX4" fmla="*/ 3369 w 6343"/>
                  <a:gd name="connsiteY4" fmla="*/ 121 h 6345"/>
                  <a:gd name="connsiteX5" fmla="*/ 1126 w 6343"/>
                  <a:gd name="connsiteY5" fmla="*/ 1051 h 6345"/>
                  <a:gd name="connsiteX6" fmla="*/ 197 w 6343"/>
                  <a:gd name="connsiteY6" fmla="*/ 3294 h 6345"/>
                  <a:gd name="connsiteX7" fmla="*/ 1126 w 6343"/>
                  <a:gd name="connsiteY7" fmla="*/ 5538 h 6345"/>
                  <a:gd name="connsiteX8" fmla="*/ 336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7"/>
                    </a:moveTo>
                    <a:cubicBezTo>
                      <a:pt x="4210" y="6467"/>
                      <a:pt x="5017" y="6133"/>
                      <a:pt x="5612" y="5538"/>
                    </a:cubicBezTo>
                    <a:cubicBezTo>
                      <a:pt x="6206" y="4943"/>
                      <a:pt x="6541" y="4136"/>
                      <a:pt x="6541" y="3294"/>
                    </a:cubicBezTo>
                    <a:cubicBezTo>
                      <a:pt x="6541" y="2453"/>
                      <a:pt x="6206" y="1646"/>
                      <a:pt x="5612" y="1051"/>
                    </a:cubicBezTo>
                    <a:cubicBezTo>
                      <a:pt x="5017" y="456"/>
                      <a:pt x="4210" y="121"/>
                      <a:pt x="3369" y="121"/>
                    </a:cubicBezTo>
                    <a:cubicBezTo>
                      <a:pt x="2528" y="121"/>
                      <a:pt x="1721" y="456"/>
                      <a:pt x="1126" y="1051"/>
                    </a:cubicBezTo>
                    <a:cubicBezTo>
                      <a:pt x="532" y="1646"/>
                      <a:pt x="197" y="2453"/>
                      <a:pt x="197" y="3294"/>
                    </a:cubicBezTo>
                    <a:cubicBezTo>
                      <a:pt x="197" y="4136"/>
                      <a:pt x="532" y="4943"/>
                      <a:pt x="1126" y="5538"/>
                    </a:cubicBezTo>
                    <a:cubicBezTo>
                      <a:pt x="1721" y="6133"/>
                      <a:pt x="2528" y="6467"/>
                      <a:pt x="336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B17A8FB2-AB9F-1879-5D24-445CE38D83E3}"/>
                  </a:ext>
                </a:extLst>
              </p:cNvPr>
              <p:cNvSpPr/>
              <p:nvPr/>
            </p:nvSpPr>
            <p:spPr>
              <a:xfrm>
                <a:off x="3360203" y="5016050"/>
                <a:ext cx="6343" cy="6345"/>
              </a:xfrm>
              <a:custGeom>
                <a:avLst/>
                <a:gdLst>
                  <a:gd name="connsiteX0" fmla="*/ 3369 w 6343"/>
                  <a:gd name="connsiteY0" fmla="*/ 6466 h 6345"/>
                  <a:gd name="connsiteX1" fmla="*/ 5612 w 6343"/>
                  <a:gd name="connsiteY1" fmla="*/ 5537 h 6345"/>
                  <a:gd name="connsiteX2" fmla="*/ 6541 w 6343"/>
                  <a:gd name="connsiteY2" fmla="*/ 3294 h 6345"/>
                  <a:gd name="connsiteX3" fmla="*/ 5612 w 6343"/>
                  <a:gd name="connsiteY3" fmla="*/ 1050 h 6345"/>
                  <a:gd name="connsiteX4" fmla="*/ 3369 w 6343"/>
                  <a:gd name="connsiteY4" fmla="*/ 121 h 6345"/>
                  <a:gd name="connsiteX5" fmla="*/ 1127 w 6343"/>
                  <a:gd name="connsiteY5" fmla="*/ 1050 h 6345"/>
                  <a:gd name="connsiteX6" fmla="*/ 198 w 6343"/>
                  <a:gd name="connsiteY6" fmla="*/ 3294 h 6345"/>
                  <a:gd name="connsiteX7" fmla="*/ 1127 w 6343"/>
                  <a:gd name="connsiteY7" fmla="*/ 5537 h 6345"/>
                  <a:gd name="connsiteX8" fmla="*/ 336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6"/>
                    </a:moveTo>
                    <a:cubicBezTo>
                      <a:pt x="4210" y="6466"/>
                      <a:pt x="5017" y="6132"/>
                      <a:pt x="5612" y="5537"/>
                    </a:cubicBezTo>
                    <a:cubicBezTo>
                      <a:pt x="6207" y="4942"/>
                      <a:pt x="6541" y="4135"/>
                      <a:pt x="6541" y="3294"/>
                    </a:cubicBezTo>
                    <a:cubicBezTo>
                      <a:pt x="6541" y="2452"/>
                      <a:pt x="6207" y="1645"/>
                      <a:pt x="5612" y="1050"/>
                    </a:cubicBezTo>
                    <a:cubicBezTo>
                      <a:pt x="5017" y="455"/>
                      <a:pt x="4210" y="121"/>
                      <a:pt x="3369" y="121"/>
                    </a:cubicBezTo>
                    <a:cubicBezTo>
                      <a:pt x="2528" y="121"/>
                      <a:pt x="1721" y="455"/>
                      <a:pt x="1127" y="1050"/>
                    </a:cubicBezTo>
                    <a:cubicBezTo>
                      <a:pt x="532" y="1645"/>
                      <a:pt x="198" y="2452"/>
                      <a:pt x="198" y="3294"/>
                    </a:cubicBezTo>
                    <a:cubicBezTo>
                      <a:pt x="198" y="4135"/>
                      <a:pt x="532" y="4942"/>
                      <a:pt x="1127" y="5537"/>
                    </a:cubicBezTo>
                    <a:cubicBezTo>
                      <a:pt x="1721" y="6132"/>
                      <a:pt x="2528" y="6466"/>
                      <a:pt x="336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F4E2464B-6E08-588C-EDE9-A77D69EAF8CE}"/>
                  </a:ext>
                </a:extLst>
              </p:cNvPr>
              <p:cNvSpPr/>
              <p:nvPr/>
            </p:nvSpPr>
            <p:spPr>
              <a:xfrm>
                <a:off x="3363639" y="5011512"/>
                <a:ext cx="6343" cy="6345"/>
              </a:xfrm>
              <a:custGeom>
                <a:avLst/>
                <a:gdLst>
                  <a:gd name="connsiteX0" fmla="*/ 3370 w 6343"/>
                  <a:gd name="connsiteY0" fmla="*/ 6466 h 6345"/>
                  <a:gd name="connsiteX1" fmla="*/ 5612 w 6343"/>
                  <a:gd name="connsiteY1" fmla="*/ 5537 h 6345"/>
                  <a:gd name="connsiteX2" fmla="*/ 6541 w 6343"/>
                  <a:gd name="connsiteY2" fmla="*/ 3293 h 6345"/>
                  <a:gd name="connsiteX3" fmla="*/ 5612 w 6343"/>
                  <a:gd name="connsiteY3" fmla="*/ 1050 h 6345"/>
                  <a:gd name="connsiteX4" fmla="*/ 3370 w 6343"/>
                  <a:gd name="connsiteY4" fmla="*/ 121 h 6345"/>
                  <a:gd name="connsiteX5" fmla="*/ 1127 w 6343"/>
                  <a:gd name="connsiteY5" fmla="*/ 1050 h 6345"/>
                  <a:gd name="connsiteX6" fmla="*/ 198 w 6343"/>
                  <a:gd name="connsiteY6" fmla="*/ 3293 h 6345"/>
                  <a:gd name="connsiteX7" fmla="*/ 1127 w 6343"/>
                  <a:gd name="connsiteY7" fmla="*/ 5537 h 6345"/>
                  <a:gd name="connsiteX8" fmla="*/ 337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6"/>
                    </a:moveTo>
                    <a:cubicBezTo>
                      <a:pt x="4211" y="6466"/>
                      <a:pt x="5017" y="6132"/>
                      <a:pt x="5612" y="5537"/>
                    </a:cubicBezTo>
                    <a:cubicBezTo>
                      <a:pt x="6207" y="4942"/>
                      <a:pt x="6541" y="4135"/>
                      <a:pt x="6541" y="3293"/>
                    </a:cubicBezTo>
                    <a:cubicBezTo>
                      <a:pt x="6541" y="2452"/>
                      <a:pt x="6207" y="1645"/>
                      <a:pt x="5612" y="1050"/>
                    </a:cubicBezTo>
                    <a:cubicBezTo>
                      <a:pt x="5017" y="455"/>
                      <a:pt x="4211" y="121"/>
                      <a:pt x="3370" y="121"/>
                    </a:cubicBezTo>
                    <a:cubicBezTo>
                      <a:pt x="2528" y="121"/>
                      <a:pt x="1722" y="455"/>
                      <a:pt x="1127" y="1050"/>
                    </a:cubicBezTo>
                    <a:cubicBezTo>
                      <a:pt x="532" y="1645"/>
                      <a:pt x="198" y="2452"/>
                      <a:pt x="198" y="3293"/>
                    </a:cubicBezTo>
                    <a:cubicBezTo>
                      <a:pt x="198" y="4135"/>
                      <a:pt x="532" y="4942"/>
                      <a:pt x="1127" y="5537"/>
                    </a:cubicBezTo>
                    <a:cubicBezTo>
                      <a:pt x="1722" y="6132"/>
                      <a:pt x="2528" y="6466"/>
                      <a:pt x="337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04FDC0D2-B9CE-5C21-0A81-CA25F13FF380}"/>
                  </a:ext>
                </a:extLst>
              </p:cNvPr>
              <p:cNvSpPr/>
              <p:nvPr/>
            </p:nvSpPr>
            <p:spPr>
              <a:xfrm>
                <a:off x="3364802" y="5003664"/>
                <a:ext cx="6343" cy="6345"/>
              </a:xfrm>
              <a:custGeom>
                <a:avLst/>
                <a:gdLst>
                  <a:gd name="connsiteX0" fmla="*/ 3370 w 6343"/>
                  <a:gd name="connsiteY0" fmla="*/ 6466 h 6345"/>
                  <a:gd name="connsiteX1" fmla="*/ 5612 w 6343"/>
                  <a:gd name="connsiteY1" fmla="*/ 5536 h 6345"/>
                  <a:gd name="connsiteX2" fmla="*/ 6541 w 6343"/>
                  <a:gd name="connsiteY2" fmla="*/ 3293 h 6345"/>
                  <a:gd name="connsiteX3" fmla="*/ 5612 w 6343"/>
                  <a:gd name="connsiteY3" fmla="*/ 1049 h 6345"/>
                  <a:gd name="connsiteX4" fmla="*/ 3370 w 6343"/>
                  <a:gd name="connsiteY4" fmla="*/ 120 h 6345"/>
                  <a:gd name="connsiteX5" fmla="*/ 1127 w 6343"/>
                  <a:gd name="connsiteY5" fmla="*/ 1049 h 6345"/>
                  <a:gd name="connsiteX6" fmla="*/ 198 w 6343"/>
                  <a:gd name="connsiteY6" fmla="*/ 3293 h 6345"/>
                  <a:gd name="connsiteX7" fmla="*/ 1127 w 6343"/>
                  <a:gd name="connsiteY7" fmla="*/ 5536 h 6345"/>
                  <a:gd name="connsiteX8" fmla="*/ 337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6"/>
                    </a:moveTo>
                    <a:cubicBezTo>
                      <a:pt x="4211" y="6466"/>
                      <a:pt x="5017" y="6131"/>
                      <a:pt x="5612" y="5536"/>
                    </a:cubicBezTo>
                    <a:cubicBezTo>
                      <a:pt x="6207" y="4941"/>
                      <a:pt x="6541" y="4134"/>
                      <a:pt x="6541" y="3293"/>
                    </a:cubicBezTo>
                    <a:cubicBezTo>
                      <a:pt x="6541" y="2451"/>
                      <a:pt x="6207" y="1644"/>
                      <a:pt x="5612" y="1049"/>
                    </a:cubicBezTo>
                    <a:cubicBezTo>
                      <a:pt x="5017" y="454"/>
                      <a:pt x="4211" y="120"/>
                      <a:pt x="3370" y="120"/>
                    </a:cubicBezTo>
                    <a:cubicBezTo>
                      <a:pt x="2529" y="120"/>
                      <a:pt x="1722" y="454"/>
                      <a:pt x="1127" y="1049"/>
                    </a:cubicBezTo>
                    <a:cubicBezTo>
                      <a:pt x="532" y="1644"/>
                      <a:pt x="198" y="2451"/>
                      <a:pt x="198" y="3293"/>
                    </a:cubicBezTo>
                    <a:cubicBezTo>
                      <a:pt x="198" y="4134"/>
                      <a:pt x="532" y="4941"/>
                      <a:pt x="1127" y="5536"/>
                    </a:cubicBezTo>
                    <a:cubicBezTo>
                      <a:pt x="1722" y="6131"/>
                      <a:pt x="2529" y="6466"/>
                      <a:pt x="337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F27FB53E-DB54-5E5D-02BE-C0EB11965B97}"/>
                  </a:ext>
                </a:extLst>
              </p:cNvPr>
              <p:cNvSpPr/>
              <p:nvPr/>
            </p:nvSpPr>
            <p:spPr>
              <a:xfrm>
                <a:off x="3366043" y="4995803"/>
                <a:ext cx="6343" cy="6345"/>
              </a:xfrm>
              <a:custGeom>
                <a:avLst/>
                <a:gdLst>
                  <a:gd name="connsiteX0" fmla="*/ 3370 w 6343"/>
                  <a:gd name="connsiteY0" fmla="*/ 6465 h 6345"/>
                  <a:gd name="connsiteX1" fmla="*/ 5612 w 6343"/>
                  <a:gd name="connsiteY1" fmla="*/ 5536 h 6345"/>
                  <a:gd name="connsiteX2" fmla="*/ 6541 w 6343"/>
                  <a:gd name="connsiteY2" fmla="*/ 3292 h 6345"/>
                  <a:gd name="connsiteX3" fmla="*/ 5612 w 6343"/>
                  <a:gd name="connsiteY3" fmla="*/ 1049 h 6345"/>
                  <a:gd name="connsiteX4" fmla="*/ 3370 w 6343"/>
                  <a:gd name="connsiteY4" fmla="*/ 119 h 6345"/>
                  <a:gd name="connsiteX5" fmla="*/ 1127 w 6343"/>
                  <a:gd name="connsiteY5" fmla="*/ 1049 h 6345"/>
                  <a:gd name="connsiteX6" fmla="*/ 198 w 6343"/>
                  <a:gd name="connsiteY6" fmla="*/ 3292 h 6345"/>
                  <a:gd name="connsiteX7" fmla="*/ 1127 w 6343"/>
                  <a:gd name="connsiteY7" fmla="*/ 5536 h 6345"/>
                  <a:gd name="connsiteX8" fmla="*/ 3370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5"/>
                    </a:moveTo>
                    <a:cubicBezTo>
                      <a:pt x="4211" y="6465"/>
                      <a:pt x="5018" y="6131"/>
                      <a:pt x="5612" y="5536"/>
                    </a:cubicBezTo>
                    <a:cubicBezTo>
                      <a:pt x="6207" y="4941"/>
                      <a:pt x="6541" y="4134"/>
                      <a:pt x="6541" y="3292"/>
                    </a:cubicBezTo>
                    <a:cubicBezTo>
                      <a:pt x="6541" y="2451"/>
                      <a:pt x="6207" y="1644"/>
                      <a:pt x="5612" y="1049"/>
                    </a:cubicBezTo>
                    <a:cubicBezTo>
                      <a:pt x="5018" y="454"/>
                      <a:pt x="4211" y="119"/>
                      <a:pt x="3370" y="119"/>
                    </a:cubicBezTo>
                    <a:cubicBezTo>
                      <a:pt x="2529" y="119"/>
                      <a:pt x="1722" y="454"/>
                      <a:pt x="1127" y="1049"/>
                    </a:cubicBezTo>
                    <a:cubicBezTo>
                      <a:pt x="532" y="1644"/>
                      <a:pt x="198" y="2451"/>
                      <a:pt x="198" y="3292"/>
                    </a:cubicBezTo>
                    <a:cubicBezTo>
                      <a:pt x="198" y="4134"/>
                      <a:pt x="532" y="4941"/>
                      <a:pt x="1127" y="5536"/>
                    </a:cubicBezTo>
                    <a:cubicBezTo>
                      <a:pt x="1722" y="6131"/>
                      <a:pt x="2529" y="6465"/>
                      <a:pt x="3370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DFA40466-5790-69E3-7A91-C0ADAF4EC42F}"/>
                  </a:ext>
                </a:extLst>
              </p:cNvPr>
              <p:cNvSpPr/>
              <p:nvPr/>
            </p:nvSpPr>
            <p:spPr>
              <a:xfrm>
                <a:off x="3367440" y="4988048"/>
                <a:ext cx="6343" cy="6345"/>
              </a:xfrm>
              <a:custGeom>
                <a:avLst/>
                <a:gdLst>
                  <a:gd name="connsiteX0" fmla="*/ 3370 w 6343"/>
                  <a:gd name="connsiteY0" fmla="*/ 6464 h 6345"/>
                  <a:gd name="connsiteX1" fmla="*/ 5612 w 6343"/>
                  <a:gd name="connsiteY1" fmla="*/ 5535 h 6345"/>
                  <a:gd name="connsiteX2" fmla="*/ 6541 w 6343"/>
                  <a:gd name="connsiteY2" fmla="*/ 3292 h 6345"/>
                  <a:gd name="connsiteX3" fmla="*/ 5612 w 6343"/>
                  <a:gd name="connsiteY3" fmla="*/ 1048 h 6345"/>
                  <a:gd name="connsiteX4" fmla="*/ 3370 w 6343"/>
                  <a:gd name="connsiteY4" fmla="*/ 119 h 6345"/>
                  <a:gd name="connsiteX5" fmla="*/ 1127 w 6343"/>
                  <a:gd name="connsiteY5" fmla="*/ 1048 h 6345"/>
                  <a:gd name="connsiteX6" fmla="*/ 198 w 6343"/>
                  <a:gd name="connsiteY6" fmla="*/ 3292 h 6345"/>
                  <a:gd name="connsiteX7" fmla="*/ 1127 w 6343"/>
                  <a:gd name="connsiteY7" fmla="*/ 5535 h 6345"/>
                  <a:gd name="connsiteX8" fmla="*/ 3370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4"/>
                    </a:moveTo>
                    <a:cubicBezTo>
                      <a:pt x="4211" y="6464"/>
                      <a:pt x="5018" y="6130"/>
                      <a:pt x="5612" y="5535"/>
                    </a:cubicBezTo>
                    <a:cubicBezTo>
                      <a:pt x="6207" y="4940"/>
                      <a:pt x="6541" y="4133"/>
                      <a:pt x="6541" y="3292"/>
                    </a:cubicBezTo>
                    <a:cubicBezTo>
                      <a:pt x="6541" y="2450"/>
                      <a:pt x="6207" y="1643"/>
                      <a:pt x="5612" y="1048"/>
                    </a:cubicBezTo>
                    <a:cubicBezTo>
                      <a:pt x="5018" y="453"/>
                      <a:pt x="4211" y="119"/>
                      <a:pt x="3370" y="119"/>
                    </a:cubicBezTo>
                    <a:cubicBezTo>
                      <a:pt x="2529" y="119"/>
                      <a:pt x="1722" y="453"/>
                      <a:pt x="1127" y="1048"/>
                    </a:cubicBezTo>
                    <a:cubicBezTo>
                      <a:pt x="532" y="1643"/>
                      <a:pt x="198" y="2450"/>
                      <a:pt x="198" y="3292"/>
                    </a:cubicBezTo>
                    <a:cubicBezTo>
                      <a:pt x="198" y="4133"/>
                      <a:pt x="532" y="4940"/>
                      <a:pt x="1127" y="5535"/>
                    </a:cubicBezTo>
                    <a:cubicBezTo>
                      <a:pt x="1722" y="6130"/>
                      <a:pt x="2529" y="6464"/>
                      <a:pt x="3370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6CCF1B85-5C30-4EE7-03CB-86BDC49CD9F1}"/>
                  </a:ext>
                </a:extLst>
              </p:cNvPr>
              <p:cNvSpPr/>
              <p:nvPr/>
            </p:nvSpPr>
            <p:spPr>
              <a:xfrm>
                <a:off x="3367248" y="4977786"/>
                <a:ext cx="6343" cy="6345"/>
              </a:xfrm>
              <a:custGeom>
                <a:avLst/>
                <a:gdLst>
                  <a:gd name="connsiteX0" fmla="*/ 3370 w 6343"/>
                  <a:gd name="connsiteY0" fmla="*/ 6463 h 6345"/>
                  <a:gd name="connsiteX1" fmla="*/ 5612 w 6343"/>
                  <a:gd name="connsiteY1" fmla="*/ 5534 h 6345"/>
                  <a:gd name="connsiteX2" fmla="*/ 6541 w 6343"/>
                  <a:gd name="connsiteY2" fmla="*/ 3291 h 6345"/>
                  <a:gd name="connsiteX3" fmla="*/ 5612 w 6343"/>
                  <a:gd name="connsiteY3" fmla="*/ 1047 h 6345"/>
                  <a:gd name="connsiteX4" fmla="*/ 3370 w 6343"/>
                  <a:gd name="connsiteY4" fmla="*/ 118 h 6345"/>
                  <a:gd name="connsiteX5" fmla="*/ 1127 w 6343"/>
                  <a:gd name="connsiteY5" fmla="*/ 1047 h 6345"/>
                  <a:gd name="connsiteX6" fmla="*/ 198 w 6343"/>
                  <a:gd name="connsiteY6" fmla="*/ 3291 h 6345"/>
                  <a:gd name="connsiteX7" fmla="*/ 1127 w 6343"/>
                  <a:gd name="connsiteY7" fmla="*/ 5534 h 6345"/>
                  <a:gd name="connsiteX8" fmla="*/ 3370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3"/>
                    </a:moveTo>
                    <a:cubicBezTo>
                      <a:pt x="4211" y="6463"/>
                      <a:pt x="5018" y="6129"/>
                      <a:pt x="5612" y="5534"/>
                    </a:cubicBezTo>
                    <a:cubicBezTo>
                      <a:pt x="6207" y="4939"/>
                      <a:pt x="6541" y="4132"/>
                      <a:pt x="6541" y="3291"/>
                    </a:cubicBezTo>
                    <a:cubicBezTo>
                      <a:pt x="6541" y="2449"/>
                      <a:pt x="6207" y="1642"/>
                      <a:pt x="5612" y="1047"/>
                    </a:cubicBezTo>
                    <a:cubicBezTo>
                      <a:pt x="5018" y="452"/>
                      <a:pt x="4211" y="118"/>
                      <a:pt x="3370" y="118"/>
                    </a:cubicBezTo>
                    <a:cubicBezTo>
                      <a:pt x="2529" y="118"/>
                      <a:pt x="1722" y="452"/>
                      <a:pt x="1127" y="1047"/>
                    </a:cubicBezTo>
                    <a:cubicBezTo>
                      <a:pt x="532" y="1642"/>
                      <a:pt x="198" y="2449"/>
                      <a:pt x="198" y="3291"/>
                    </a:cubicBezTo>
                    <a:cubicBezTo>
                      <a:pt x="198" y="4132"/>
                      <a:pt x="532" y="4939"/>
                      <a:pt x="1127" y="5534"/>
                    </a:cubicBezTo>
                    <a:cubicBezTo>
                      <a:pt x="1722" y="6129"/>
                      <a:pt x="2529" y="6463"/>
                      <a:pt x="3370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6F9861A6-68D2-17DE-8326-062630BB7009}"/>
                  </a:ext>
                </a:extLst>
              </p:cNvPr>
              <p:cNvSpPr/>
              <p:nvPr/>
            </p:nvSpPr>
            <p:spPr>
              <a:xfrm>
                <a:off x="3362342" y="4960173"/>
                <a:ext cx="6343" cy="6345"/>
              </a:xfrm>
              <a:custGeom>
                <a:avLst/>
                <a:gdLst>
                  <a:gd name="connsiteX0" fmla="*/ 3369 w 6343"/>
                  <a:gd name="connsiteY0" fmla="*/ 6462 h 6345"/>
                  <a:gd name="connsiteX1" fmla="*/ 5612 w 6343"/>
                  <a:gd name="connsiteY1" fmla="*/ 5533 h 6345"/>
                  <a:gd name="connsiteX2" fmla="*/ 6541 w 6343"/>
                  <a:gd name="connsiteY2" fmla="*/ 3289 h 6345"/>
                  <a:gd name="connsiteX3" fmla="*/ 5612 w 6343"/>
                  <a:gd name="connsiteY3" fmla="*/ 1046 h 6345"/>
                  <a:gd name="connsiteX4" fmla="*/ 3369 w 6343"/>
                  <a:gd name="connsiteY4" fmla="*/ 117 h 6345"/>
                  <a:gd name="connsiteX5" fmla="*/ 1127 w 6343"/>
                  <a:gd name="connsiteY5" fmla="*/ 1046 h 6345"/>
                  <a:gd name="connsiteX6" fmla="*/ 198 w 6343"/>
                  <a:gd name="connsiteY6" fmla="*/ 3289 h 6345"/>
                  <a:gd name="connsiteX7" fmla="*/ 1127 w 6343"/>
                  <a:gd name="connsiteY7" fmla="*/ 5533 h 6345"/>
                  <a:gd name="connsiteX8" fmla="*/ 3369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2"/>
                    </a:moveTo>
                    <a:cubicBezTo>
                      <a:pt x="4211" y="6462"/>
                      <a:pt x="5017" y="6128"/>
                      <a:pt x="5612" y="5533"/>
                    </a:cubicBezTo>
                    <a:cubicBezTo>
                      <a:pt x="6207" y="4938"/>
                      <a:pt x="6541" y="4131"/>
                      <a:pt x="6541" y="3289"/>
                    </a:cubicBezTo>
                    <a:cubicBezTo>
                      <a:pt x="6541" y="2448"/>
                      <a:pt x="6207" y="1641"/>
                      <a:pt x="5612" y="1046"/>
                    </a:cubicBezTo>
                    <a:cubicBezTo>
                      <a:pt x="5017" y="451"/>
                      <a:pt x="4211" y="117"/>
                      <a:pt x="3369" y="117"/>
                    </a:cubicBezTo>
                    <a:cubicBezTo>
                      <a:pt x="2528" y="117"/>
                      <a:pt x="1722" y="451"/>
                      <a:pt x="1127" y="1046"/>
                    </a:cubicBezTo>
                    <a:cubicBezTo>
                      <a:pt x="532" y="1641"/>
                      <a:pt x="198" y="2448"/>
                      <a:pt x="198" y="3289"/>
                    </a:cubicBezTo>
                    <a:cubicBezTo>
                      <a:pt x="198" y="4131"/>
                      <a:pt x="532" y="4938"/>
                      <a:pt x="1127" y="5533"/>
                    </a:cubicBezTo>
                    <a:cubicBezTo>
                      <a:pt x="1722" y="6128"/>
                      <a:pt x="2528" y="6462"/>
                      <a:pt x="3369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16249F5B-2648-43ED-E806-6FF7F144D342}"/>
                  </a:ext>
                </a:extLst>
              </p:cNvPr>
              <p:cNvSpPr/>
              <p:nvPr/>
            </p:nvSpPr>
            <p:spPr>
              <a:xfrm>
                <a:off x="3363474" y="4951460"/>
                <a:ext cx="6343" cy="6345"/>
              </a:xfrm>
              <a:custGeom>
                <a:avLst/>
                <a:gdLst>
                  <a:gd name="connsiteX0" fmla="*/ 3370 w 6343"/>
                  <a:gd name="connsiteY0" fmla="*/ 6461 h 6345"/>
                  <a:gd name="connsiteX1" fmla="*/ 5612 w 6343"/>
                  <a:gd name="connsiteY1" fmla="*/ 5532 h 6345"/>
                  <a:gd name="connsiteX2" fmla="*/ 6541 w 6343"/>
                  <a:gd name="connsiteY2" fmla="*/ 3289 h 6345"/>
                  <a:gd name="connsiteX3" fmla="*/ 5612 w 6343"/>
                  <a:gd name="connsiteY3" fmla="*/ 1045 h 6345"/>
                  <a:gd name="connsiteX4" fmla="*/ 3370 w 6343"/>
                  <a:gd name="connsiteY4" fmla="*/ 116 h 6345"/>
                  <a:gd name="connsiteX5" fmla="*/ 1127 w 6343"/>
                  <a:gd name="connsiteY5" fmla="*/ 1045 h 6345"/>
                  <a:gd name="connsiteX6" fmla="*/ 198 w 6343"/>
                  <a:gd name="connsiteY6" fmla="*/ 3289 h 6345"/>
                  <a:gd name="connsiteX7" fmla="*/ 1127 w 6343"/>
                  <a:gd name="connsiteY7" fmla="*/ 5532 h 6345"/>
                  <a:gd name="connsiteX8" fmla="*/ 3370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1"/>
                    </a:moveTo>
                    <a:cubicBezTo>
                      <a:pt x="4211" y="6461"/>
                      <a:pt x="5017" y="6127"/>
                      <a:pt x="5612" y="5532"/>
                    </a:cubicBezTo>
                    <a:cubicBezTo>
                      <a:pt x="6207" y="4937"/>
                      <a:pt x="6541" y="4130"/>
                      <a:pt x="6541" y="3289"/>
                    </a:cubicBezTo>
                    <a:cubicBezTo>
                      <a:pt x="6541" y="2447"/>
                      <a:pt x="6207" y="1640"/>
                      <a:pt x="5612" y="1045"/>
                    </a:cubicBezTo>
                    <a:cubicBezTo>
                      <a:pt x="5017" y="450"/>
                      <a:pt x="4211" y="116"/>
                      <a:pt x="3370" y="116"/>
                    </a:cubicBezTo>
                    <a:cubicBezTo>
                      <a:pt x="2528" y="116"/>
                      <a:pt x="1722" y="450"/>
                      <a:pt x="1127" y="1045"/>
                    </a:cubicBezTo>
                    <a:cubicBezTo>
                      <a:pt x="532" y="1640"/>
                      <a:pt x="198" y="2447"/>
                      <a:pt x="198" y="3289"/>
                    </a:cubicBezTo>
                    <a:cubicBezTo>
                      <a:pt x="198" y="4130"/>
                      <a:pt x="532" y="4937"/>
                      <a:pt x="1127" y="5532"/>
                    </a:cubicBezTo>
                    <a:cubicBezTo>
                      <a:pt x="1722" y="6127"/>
                      <a:pt x="2528" y="6461"/>
                      <a:pt x="3370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B44FB10B-50B5-19BC-EF24-E595A15A9629}"/>
                  </a:ext>
                </a:extLst>
              </p:cNvPr>
              <p:cNvSpPr/>
              <p:nvPr/>
            </p:nvSpPr>
            <p:spPr>
              <a:xfrm>
                <a:off x="3364847" y="4942973"/>
                <a:ext cx="6343" cy="6345"/>
              </a:xfrm>
              <a:custGeom>
                <a:avLst/>
                <a:gdLst>
                  <a:gd name="connsiteX0" fmla="*/ 3370 w 6343"/>
                  <a:gd name="connsiteY0" fmla="*/ 6461 h 6345"/>
                  <a:gd name="connsiteX1" fmla="*/ 5612 w 6343"/>
                  <a:gd name="connsiteY1" fmla="*/ 5531 h 6345"/>
                  <a:gd name="connsiteX2" fmla="*/ 6541 w 6343"/>
                  <a:gd name="connsiteY2" fmla="*/ 3288 h 6345"/>
                  <a:gd name="connsiteX3" fmla="*/ 5612 w 6343"/>
                  <a:gd name="connsiteY3" fmla="*/ 1045 h 6345"/>
                  <a:gd name="connsiteX4" fmla="*/ 3370 w 6343"/>
                  <a:gd name="connsiteY4" fmla="*/ 115 h 6345"/>
                  <a:gd name="connsiteX5" fmla="*/ 1127 w 6343"/>
                  <a:gd name="connsiteY5" fmla="*/ 1045 h 6345"/>
                  <a:gd name="connsiteX6" fmla="*/ 198 w 6343"/>
                  <a:gd name="connsiteY6" fmla="*/ 3288 h 6345"/>
                  <a:gd name="connsiteX7" fmla="*/ 1127 w 6343"/>
                  <a:gd name="connsiteY7" fmla="*/ 5531 h 6345"/>
                  <a:gd name="connsiteX8" fmla="*/ 3370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1"/>
                    </a:moveTo>
                    <a:cubicBezTo>
                      <a:pt x="4211" y="6461"/>
                      <a:pt x="5017" y="6126"/>
                      <a:pt x="5612" y="5531"/>
                    </a:cubicBezTo>
                    <a:cubicBezTo>
                      <a:pt x="6207" y="4937"/>
                      <a:pt x="6541" y="4129"/>
                      <a:pt x="6541" y="3288"/>
                    </a:cubicBezTo>
                    <a:cubicBezTo>
                      <a:pt x="6541" y="2447"/>
                      <a:pt x="6207" y="1640"/>
                      <a:pt x="5612" y="1045"/>
                    </a:cubicBezTo>
                    <a:cubicBezTo>
                      <a:pt x="5017" y="450"/>
                      <a:pt x="4211" y="115"/>
                      <a:pt x="3370" y="115"/>
                    </a:cubicBezTo>
                    <a:cubicBezTo>
                      <a:pt x="2529" y="115"/>
                      <a:pt x="1722" y="450"/>
                      <a:pt x="1127" y="1045"/>
                    </a:cubicBezTo>
                    <a:cubicBezTo>
                      <a:pt x="532" y="1640"/>
                      <a:pt x="198" y="2447"/>
                      <a:pt x="198" y="3288"/>
                    </a:cubicBezTo>
                    <a:cubicBezTo>
                      <a:pt x="198" y="4129"/>
                      <a:pt x="532" y="4937"/>
                      <a:pt x="1127" y="5531"/>
                    </a:cubicBezTo>
                    <a:cubicBezTo>
                      <a:pt x="1722" y="6126"/>
                      <a:pt x="2529" y="6461"/>
                      <a:pt x="3370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393629DA-73E9-1580-15AA-5768C33CC73D}"/>
                  </a:ext>
                </a:extLst>
              </p:cNvPr>
              <p:cNvSpPr/>
              <p:nvPr/>
            </p:nvSpPr>
            <p:spPr>
              <a:xfrm>
                <a:off x="3366281" y="4934433"/>
                <a:ext cx="6343" cy="6345"/>
              </a:xfrm>
              <a:custGeom>
                <a:avLst/>
                <a:gdLst>
                  <a:gd name="connsiteX0" fmla="*/ 3370 w 6343"/>
                  <a:gd name="connsiteY0" fmla="*/ 6460 h 6345"/>
                  <a:gd name="connsiteX1" fmla="*/ 5612 w 6343"/>
                  <a:gd name="connsiteY1" fmla="*/ 5531 h 6345"/>
                  <a:gd name="connsiteX2" fmla="*/ 6541 w 6343"/>
                  <a:gd name="connsiteY2" fmla="*/ 3287 h 6345"/>
                  <a:gd name="connsiteX3" fmla="*/ 5612 w 6343"/>
                  <a:gd name="connsiteY3" fmla="*/ 1044 h 6345"/>
                  <a:gd name="connsiteX4" fmla="*/ 3370 w 6343"/>
                  <a:gd name="connsiteY4" fmla="*/ 115 h 6345"/>
                  <a:gd name="connsiteX5" fmla="*/ 1127 w 6343"/>
                  <a:gd name="connsiteY5" fmla="*/ 1044 h 6345"/>
                  <a:gd name="connsiteX6" fmla="*/ 198 w 6343"/>
                  <a:gd name="connsiteY6" fmla="*/ 3287 h 6345"/>
                  <a:gd name="connsiteX7" fmla="*/ 1127 w 6343"/>
                  <a:gd name="connsiteY7" fmla="*/ 5531 h 6345"/>
                  <a:gd name="connsiteX8" fmla="*/ 3370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0"/>
                    </a:moveTo>
                    <a:cubicBezTo>
                      <a:pt x="4211" y="6460"/>
                      <a:pt x="5018" y="6126"/>
                      <a:pt x="5612" y="5531"/>
                    </a:cubicBezTo>
                    <a:cubicBezTo>
                      <a:pt x="6207" y="4936"/>
                      <a:pt x="6541" y="4129"/>
                      <a:pt x="6541" y="3287"/>
                    </a:cubicBezTo>
                    <a:cubicBezTo>
                      <a:pt x="6541" y="2446"/>
                      <a:pt x="6207" y="1639"/>
                      <a:pt x="5612" y="1044"/>
                    </a:cubicBezTo>
                    <a:cubicBezTo>
                      <a:pt x="5018" y="449"/>
                      <a:pt x="4211" y="115"/>
                      <a:pt x="3370" y="115"/>
                    </a:cubicBezTo>
                    <a:cubicBezTo>
                      <a:pt x="2529" y="115"/>
                      <a:pt x="1722" y="449"/>
                      <a:pt x="1127" y="1044"/>
                    </a:cubicBezTo>
                    <a:cubicBezTo>
                      <a:pt x="532" y="1639"/>
                      <a:pt x="198" y="2446"/>
                      <a:pt x="198" y="3287"/>
                    </a:cubicBezTo>
                    <a:cubicBezTo>
                      <a:pt x="198" y="4129"/>
                      <a:pt x="532" y="4936"/>
                      <a:pt x="1127" y="5531"/>
                    </a:cubicBezTo>
                    <a:cubicBezTo>
                      <a:pt x="1722" y="6126"/>
                      <a:pt x="2529" y="6460"/>
                      <a:pt x="3370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BAC8598F-352C-309B-B2DB-C06F62137F05}"/>
                  </a:ext>
                </a:extLst>
              </p:cNvPr>
              <p:cNvSpPr/>
              <p:nvPr/>
            </p:nvSpPr>
            <p:spPr>
              <a:xfrm>
                <a:off x="3367598" y="4925557"/>
                <a:ext cx="6343" cy="6345"/>
              </a:xfrm>
              <a:custGeom>
                <a:avLst/>
                <a:gdLst>
                  <a:gd name="connsiteX0" fmla="*/ 3370 w 6343"/>
                  <a:gd name="connsiteY0" fmla="*/ 6459 h 6345"/>
                  <a:gd name="connsiteX1" fmla="*/ 5612 w 6343"/>
                  <a:gd name="connsiteY1" fmla="*/ 5530 h 6345"/>
                  <a:gd name="connsiteX2" fmla="*/ 6541 w 6343"/>
                  <a:gd name="connsiteY2" fmla="*/ 3287 h 6345"/>
                  <a:gd name="connsiteX3" fmla="*/ 5612 w 6343"/>
                  <a:gd name="connsiteY3" fmla="*/ 1043 h 6345"/>
                  <a:gd name="connsiteX4" fmla="*/ 3370 w 6343"/>
                  <a:gd name="connsiteY4" fmla="*/ 114 h 6345"/>
                  <a:gd name="connsiteX5" fmla="*/ 1127 w 6343"/>
                  <a:gd name="connsiteY5" fmla="*/ 1043 h 6345"/>
                  <a:gd name="connsiteX6" fmla="*/ 198 w 6343"/>
                  <a:gd name="connsiteY6" fmla="*/ 3287 h 6345"/>
                  <a:gd name="connsiteX7" fmla="*/ 1127 w 6343"/>
                  <a:gd name="connsiteY7" fmla="*/ 5530 h 6345"/>
                  <a:gd name="connsiteX8" fmla="*/ 3370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9"/>
                    </a:moveTo>
                    <a:cubicBezTo>
                      <a:pt x="4211" y="6459"/>
                      <a:pt x="5018" y="6125"/>
                      <a:pt x="5612" y="5530"/>
                    </a:cubicBezTo>
                    <a:cubicBezTo>
                      <a:pt x="6207" y="4935"/>
                      <a:pt x="6541" y="4128"/>
                      <a:pt x="6541" y="3287"/>
                    </a:cubicBezTo>
                    <a:cubicBezTo>
                      <a:pt x="6541" y="2445"/>
                      <a:pt x="6207" y="1638"/>
                      <a:pt x="5612" y="1043"/>
                    </a:cubicBezTo>
                    <a:cubicBezTo>
                      <a:pt x="5018" y="448"/>
                      <a:pt x="4211" y="114"/>
                      <a:pt x="3370" y="114"/>
                    </a:cubicBezTo>
                    <a:cubicBezTo>
                      <a:pt x="2529" y="114"/>
                      <a:pt x="1722" y="448"/>
                      <a:pt x="1127" y="1043"/>
                    </a:cubicBezTo>
                    <a:cubicBezTo>
                      <a:pt x="532" y="1638"/>
                      <a:pt x="198" y="2445"/>
                      <a:pt x="198" y="3287"/>
                    </a:cubicBezTo>
                    <a:cubicBezTo>
                      <a:pt x="198" y="4128"/>
                      <a:pt x="532" y="4935"/>
                      <a:pt x="1127" y="5530"/>
                    </a:cubicBezTo>
                    <a:cubicBezTo>
                      <a:pt x="1722" y="6125"/>
                      <a:pt x="2529" y="6459"/>
                      <a:pt x="3370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DE692A1B-D01A-3E67-220E-83A66AC04F7A}"/>
                  </a:ext>
                </a:extLst>
              </p:cNvPr>
              <p:cNvSpPr/>
              <p:nvPr/>
            </p:nvSpPr>
            <p:spPr>
              <a:xfrm>
                <a:off x="3368256" y="4915451"/>
                <a:ext cx="6343" cy="6345"/>
              </a:xfrm>
              <a:custGeom>
                <a:avLst/>
                <a:gdLst>
                  <a:gd name="connsiteX0" fmla="*/ 3370 w 6343"/>
                  <a:gd name="connsiteY0" fmla="*/ 6459 h 6345"/>
                  <a:gd name="connsiteX1" fmla="*/ 5613 w 6343"/>
                  <a:gd name="connsiteY1" fmla="*/ 5529 h 6345"/>
                  <a:gd name="connsiteX2" fmla="*/ 6541 w 6343"/>
                  <a:gd name="connsiteY2" fmla="*/ 3286 h 6345"/>
                  <a:gd name="connsiteX3" fmla="*/ 5613 w 6343"/>
                  <a:gd name="connsiteY3" fmla="*/ 1042 h 6345"/>
                  <a:gd name="connsiteX4" fmla="*/ 3370 w 6343"/>
                  <a:gd name="connsiteY4" fmla="*/ 113 h 6345"/>
                  <a:gd name="connsiteX5" fmla="*/ 1127 w 6343"/>
                  <a:gd name="connsiteY5" fmla="*/ 1042 h 6345"/>
                  <a:gd name="connsiteX6" fmla="*/ 198 w 6343"/>
                  <a:gd name="connsiteY6" fmla="*/ 3286 h 6345"/>
                  <a:gd name="connsiteX7" fmla="*/ 1127 w 6343"/>
                  <a:gd name="connsiteY7" fmla="*/ 5529 h 6345"/>
                  <a:gd name="connsiteX8" fmla="*/ 3370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9"/>
                    </a:moveTo>
                    <a:cubicBezTo>
                      <a:pt x="4211" y="6459"/>
                      <a:pt x="5018" y="6124"/>
                      <a:pt x="5613" y="5529"/>
                    </a:cubicBezTo>
                    <a:cubicBezTo>
                      <a:pt x="6207" y="4934"/>
                      <a:pt x="6541" y="4127"/>
                      <a:pt x="6541" y="3286"/>
                    </a:cubicBezTo>
                    <a:cubicBezTo>
                      <a:pt x="6541" y="2444"/>
                      <a:pt x="6207" y="1637"/>
                      <a:pt x="5613" y="1042"/>
                    </a:cubicBezTo>
                    <a:cubicBezTo>
                      <a:pt x="5018" y="447"/>
                      <a:pt x="4211" y="113"/>
                      <a:pt x="3370" y="113"/>
                    </a:cubicBezTo>
                    <a:cubicBezTo>
                      <a:pt x="2529" y="113"/>
                      <a:pt x="1722" y="447"/>
                      <a:pt x="1127" y="1042"/>
                    </a:cubicBezTo>
                    <a:cubicBezTo>
                      <a:pt x="533" y="1637"/>
                      <a:pt x="198" y="2444"/>
                      <a:pt x="198" y="3286"/>
                    </a:cubicBezTo>
                    <a:cubicBezTo>
                      <a:pt x="198" y="4127"/>
                      <a:pt x="533" y="4934"/>
                      <a:pt x="1127" y="5529"/>
                    </a:cubicBezTo>
                    <a:cubicBezTo>
                      <a:pt x="1722" y="6124"/>
                      <a:pt x="2529" y="6459"/>
                      <a:pt x="3370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FB23D999-CBF4-5647-AEBD-8C0E5DB27AC1}"/>
                  </a:ext>
                </a:extLst>
              </p:cNvPr>
              <p:cNvSpPr/>
              <p:nvPr/>
            </p:nvSpPr>
            <p:spPr>
              <a:xfrm>
                <a:off x="3369959" y="4906870"/>
                <a:ext cx="6343" cy="6345"/>
              </a:xfrm>
              <a:custGeom>
                <a:avLst/>
                <a:gdLst>
                  <a:gd name="connsiteX0" fmla="*/ 3370 w 6343"/>
                  <a:gd name="connsiteY0" fmla="*/ 6458 h 6345"/>
                  <a:gd name="connsiteX1" fmla="*/ 5613 w 6343"/>
                  <a:gd name="connsiteY1" fmla="*/ 5529 h 6345"/>
                  <a:gd name="connsiteX2" fmla="*/ 6542 w 6343"/>
                  <a:gd name="connsiteY2" fmla="*/ 3285 h 6345"/>
                  <a:gd name="connsiteX3" fmla="*/ 5613 w 6343"/>
                  <a:gd name="connsiteY3" fmla="*/ 1042 h 6345"/>
                  <a:gd name="connsiteX4" fmla="*/ 3370 w 6343"/>
                  <a:gd name="connsiteY4" fmla="*/ 112 h 6345"/>
                  <a:gd name="connsiteX5" fmla="*/ 1127 w 6343"/>
                  <a:gd name="connsiteY5" fmla="*/ 1042 h 6345"/>
                  <a:gd name="connsiteX6" fmla="*/ 198 w 6343"/>
                  <a:gd name="connsiteY6" fmla="*/ 3285 h 6345"/>
                  <a:gd name="connsiteX7" fmla="*/ 1127 w 6343"/>
                  <a:gd name="connsiteY7" fmla="*/ 5529 h 6345"/>
                  <a:gd name="connsiteX8" fmla="*/ 3370 w 6343"/>
                  <a:gd name="connsiteY8" fmla="*/ 64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8"/>
                    </a:moveTo>
                    <a:cubicBezTo>
                      <a:pt x="4211" y="6458"/>
                      <a:pt x="5018" y="6124"/>
                      <a:pt x="5613" y="5529"/>
                    </a:cubicBezTo>
                    <a:cubicBezTo>
                      <a:pt x="6207" y="4934"/>
                      <a:pt x="6542" y="4127"/>
                      <a:pt x="6542" y="3285"/>
                    </a:cubicBezTo>
                    <a:cubicBezTo>
                      <a:pt x="6542" y="2444"/>
                      <a:pt x="6207" y="1637"/>
                      <a:pt x="5613" y="1042"/>
                    </a:cubicBezTo>
                    <a:cubicBezTo>
                      <a:pt x="5018" y="447"/>
                      <a:pt x="4211" y="112"/>
                      <a:pt x="3370" y="112"/>
                    </a:cubicBezTo>
                    <a:cubicBezTo>
                      <a:pt x="2529" y="112"/>
                      <a:pt x="1722" y="447"/>
                      <a:pt x="1127" y="1042"/>
                    </a:cubicBezTo>
                    <a:cubicBezTo>
                      <a:pt x="533" y="1637"/>
                      <a:pt x="198" y="2444"/>
                      <a:pt x="198" y="3285"/>
                    </a:cubicBezTo>
                    <a:cubicBezTo>
                      <a:pt x="198" y="4127"/>
                      <a:pt x="533" y="4934"/>
                      <a:pt x="1127" y="5529"/>
                    </a:cubicBezTo>
                    <a:cubicBezTo>
                      <a:pt x="1722" y="6124"/>
                      <a:pt x="2529" y="6458"/>
                      <a:pt x="3370" y="64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A2DB97D5-E92A-02C3-9675-DD4AB8EB1525}"/>
                  </a:ext>
                </a:extLst>
              </p:cNvPr>
              <p:cNvSpPr/>
              <p:nvPr/>
            </p:nvSpPr>
            <p:spPr>
              <a:xfrm>
                <a:off x="3370427" y="4896071"/>
                <a:ext cx="6343" cy="6345"/>
              </a:xfrm>
              <a:custGeom>
                <a:avLst/>
                <a:gdLst>
                  <a:gd name="connsiteX0" fmla="*/ 3370 w 6343"/>
                  <a:gd name="connsiteY0" fmla="*/ 6457 h 6345"/>
                  <a:gd name="connsiteX1" fmla="*/ 5613 w 6343"/>
                  <a:gd name="connsiteY1" fmla="*/ 5528 h 6345"/>
                  <a:gd name="connsiteX2" fmla="*/ 6542 w 6343"/>
                  <a:gd name="connsiteY2" fmla="*/ 3284 h 6345"/>
                  <a:gd name="connsiteX3" fmla="*/ 5613 w 6343"/>
                  <a:gd name="connsiteY3" fmla="*/ 1041 h 6345"/>
                  <a:gd name="connsiteX4" fmla="*/ 3370 w 6343"/>
                  <a:gd name="connsiteY4" fmla="*/ 112 h 6345"/>
                  <a:gd name="connsiteX5" fmla="*/ 1127 w 6343"/>
                  <a:gd name="connsiteY5" fmla="*/ 1041 h 6345"/>
                  <a:gd name="connsiteX6" fmla="*/ 199 w 6343"/>
                  <a:gd name="connsiteY6" fmla="*/ 3284 h 6345"/>
                  <a:gd name="connsiteX7" fmla="*/ 1127 w 6343"/>
                  <a:gd name="connsiteY7" fmla="*/ 5528 h 6345"/>
                  <a:gd name="connsiteX8" fmla="*/ 3370 w 6343"/>
                  <a:gd name="connsiteY8" fmla="*/ 64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7"/>
                    </a:moveTo>
                    <a:cubicBezTo>
                      <a:pt x="4211" y="6457"/>
                      <a:pt x="5018" y="6123"/>
                      <a:pt x="5613" y="5528"/>
                    </a:cubicBezTo>
                    <a:cubicBezTo>
                      <a:pt x="6207" y="4933"/>
                      <a:pt x="6542" y="4126"/>
                      <a:pt x="6542" y="3284"/>
                    </a:cubicBezTo>
                    <a:cubicBezTo>
                      <a:pt x="6542" y="2443"/>
                      <a:pt x="6207" y="1636"/>
                      <a:pt x="5613" y="1041"/>
                    </a:cubicBezTo>
                    <a:cubicBezTo>
                      <a:pt x="5018" y="446"/>
                      <a:pt x="4211" y="112"/>
                      <a:pt x="3370" y="112"/>
                    </a:cubicBezTo>
                    <a:cubicBezTo>
                      <a:pt x="2529" y="112"/>
                      <a:pt x="1722" y="446"/>
                      <a:pt x="1127" y="1041"/>
                    </a:cubicBezTo>
                    <a:cubicBezTo>
                      <a:pt x="533" y="1636"/>
                      <a:pt x="199" y="2443"/>
                      <a:pt x="199" y="3284"/>
                    </a:cubicBezTo>
                    <a:cubicBezTo>
                      <a:pt x="199" y="4126"/>
                      <a:pt x="533" y="4933"/>
                      <a:pt x="1127" y="5528"/>
                    </a:cubicBezTo>
                    <a:cubicBezTo>
                      <a:pt x="1722" y="6123"/>
                      <a:pt x="2529" y="6457"/>
                      <a:pt x="3370" y="64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03465484-06DE-C31C-D369-95E4448E01A8}"/>
                  </a:ext>
                </a:extLst>
              </p:cNvPr>
              <p:cNvSpPr/>
              <p:nvPr/>
            </p:nvSpPr>
            <p:spPr>
              <a:xfrm>
                <a:off x="3371952" y="4886848"/>
                <a:ext cx="6343" cy="6345"/>
              </a:xfrm>
              <a:custGeom>
                <a:avLst/>
                <a:gdLst>
                  <a:gd name="connsiteX0" fmla="*/ 3370 w 6343"/>
                  <a:gd name="connsiteY0" fmla="*/ 6456 h 6345"/>
                  <a:gd name="connsiteX1" fmla="*/ 5613 w 6343"/>
                  <a:gd name="connsiteY1" fmla="*/ 5527 h 6345"/>
                  <a:gd name="connsiteX2" fmla="*/ 6542 w 6343"/>
                  <a:gd name="connsiteY2" fmla="*/ 3284 h 6345"/>
                  <a:gd name="connsiteX3" fmla="*/ 5613 w 6343"/>
                  <a:gd name="connsiteY3" fmla="*/ 1040 h 6345"/>
                  <a:gd name="connsiteX4" fmla="*/ 3370 w 6343"/>
                  <a:gd name="connsiteY4" fmla="*/ 111 h 6345"/>
                  <a:gd name="connsiteX5" fmla="*/ 1128 w 6343"/>
                  <a:gd name="connsiteY5" fmla="*/ 1040 h 6345"/>
                  <a:gd name="connsiteX6" fmla="*/ 199 w 6343"/>
                  <a:gd name="connsiteY6" fmla="*/ 3284 h 6345"/>
                  <a:gd name="connsiteX7" fmla="*/ 1128 w 6343"/>
                  <a:gd name="connsiteY7" fmla="*/ 5527 h 6345"/>
                  <a:gd name="connsiteX8" fmla="*/ 3370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6"/>
                    </a:moveTo>
                    <a:cubicBezTo>
                      <a:pt x="4211" y="6456"/>
                      <a:pt x="5018" y="6122"/>
                      <a:pt x="5613" y="5527"/>
                    </a:cubicBezTo>
                    <a:cubicBezTo>
                      <a:pt x="6208" y="4932"/>
                      <a:pt x="6542" y="4125"/>
                      <a:pt x="6542" y="3284"/>
                    </a:cubicBezTo>
                    <a:cubicBezTo>
                      <a:pt x="6542" y="2442"/>
                      <a:pt x="6208" y="1635"/>
                      <a:pt x="5613" y="1040"/>
                    </a:cubicBezTo>
                    <a:cubicBezTo>
                      <a:pt x="5018" y="445"/>
                      <a:pt x="4211" y="111"/>
                      <a:pt x="3370" y="111"/>
                    </a:cubicBezTo>
                    <a:cubicBezTo>
                      <a:pt x="2529" y="111"/>
                      <a:pt x="1722" y="445"/>
                      <a:pt x="1128" y="1040"/>
                    </a:cubicBezTo>
                    <a:cubicBezTo>
                      <a:pt x="533" y="1635"/>
                      <a:pt x="199" y="2442"/>
                      <a:pt x="199" y="3284"/>
                    </a:cubicBezTo>
                    <a:cubicBezTo>
                      <a:pt x="199" y="4125"/>
                      <a:pt x="533" y="4932"/>
                      <a:pt x="1128" y="5527"/>
                    </a:cubicBezTo>
                    <a:cubicBezTo>
                      <a:pt x="1722" y="6122"/>
                      <a:pt x="2529" y="6456"/>
                      <a:pt x="3370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F50C0042-50BB-244B-E032-4B43D68AA376}"/>
                  </a:ext>
                </a:extLst>
              </p:cNvPr>
              <p:cNvSpPr/>
              <p:nvPr/>
            </p:nvSpPr>
            <p:spPr>
              <a:xfrm>
                <a:off x="3372974" y="4876583"/>
                <a:ext cx="6343" cy="6345"/>
              </a:xfrm>
              <a:custGeom>
                <a:avLst/>
                <a:gdLst>
                  <a:gd name="connsiteX0" fmla="*/ 3370 w 6343"/>
                  <a:gd name="connsiteY0" fmla="*/ 6456 h 6345"/>
                  <a:gd name="connsiteX1" fmla="*/ 5613 w 6343"/>
                  <a:gd name="connsiteY1" fmla="*/ 5526 h 6345"/>
                  <a:gd name="connsiteX2" fmla="*/ 6542 w 6343"/>
                  <a:gd name="connsiteY2" fmla="*/ 3283 h 6345"/>
                  <a:gd name="connsiteX3" fmla="*/ 5613 w 6343"/>
                  <a:gd name="connsiteY3" fmla="*/ 1039 h 6345"/>
                  <a:gd name="connsiteX4" fmla="*/ 3370 w 6343"/>
                  <a:gd name="connsiteY4" fmla="*/ 110 h 6345"/>
                  <a:gd name="connsiteX5" fmla="*/ 1128 w 6343"/>
                  <a:gd name="connsiteY5" fmla="*/ 1039 h 6345"/>
                  <a:gd name="connsiteX6" fmla="*/ 199 w 6343"/>
                  <a:gd name="connsiteY6" fmla="*/ 3283 h 6345"/>
                  <a:gd name="connsiteX7" fmla="*/ 1128 w 6343"/>
                  <a:gd name="connsiteY7" fmla="*/ 5526 h 6345"/>
                  <a:gd name="connsiteX8" fmla="*/ 3370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6"/>
                    </a:moveTo>
                    <a:cubicBezTo>
                      <a:pt x="4211" y="6456"/>
                      <a:pt x="5018" y="6121"/>
                      <a:pt x="5613" y="5526"/>
                    </a:cubicBezTo>
                    <a:cubicBezTo>
                      <a:pt x="6208" y="4931"/>
                      <a:pt x="6542" y="4124"/>
                      <a:pt x="6542" y="3283"/>
                    </a:cubicBezTo>
                    <a:cubicBezTo>
                      <a:pt x="6542" y="2441"/>
                      <a:pt x="6208" y="1634"/>
                      <a:pt x="5613" y="1039"/>
                    </a:cubicBezTo>
                    <a:cubicBezTo>
                      <a:pt x="5018" y="444"/>
                      <a:pt x="4211" y="110"/>
                      <a:pt x="3370" y="110"/>
                    </a:cubicBezTo>
                    <a:cubicBezTo>
                      <a:pt x="2529" y="110"/>
                      <a:pt x="1722" y="444"/>
                      <a:pt x="1128" y="1039"/>
                    </a:cubicBezTo>
                    <a:cubicBezTo>
                      <a:pt x="533" y="1634"/>
                      <a:pt x="199" y="2441"/>
                      <a:pt x="199" y="3283"/>
                    </a:cubicBezTo>
                    <a:cubicBezTo>
                      <a:pt x="199" y="4124"/>
                      <a:pt x="533" y="4931"/>
                      <a:pt x="1128" y="5526"/>
                    </a:cubicBezTo>
                    <a:cubicBezTo>
                      <a:pt x="1722" y="6121"/>
                      <a:pt x="2529" y="6456"/>
                      <a:pt x="3370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AB131B71-515D-8EA8-B7D3-D55C35BE1119}"/>
                  </a:ext>
                </a:extLst>
              </p:cNvPr>
              <p:cNvSpPr/>
              <p:nvPr/>
            </p:nvSpPr>
            <p:spPr>
              <a:xfrm>
                <a:off x="3374813" y="4867538"/>
                <a:ext cx="6343" cy="6345"/>
              </a:xfrm>
              <a:custGeom>
                <a:avLst/>
                <a:gdLst>
                  <a:gd name="connsiteX0" fmla="*/ 3370 w 6343"/>
                  <a:gd name="connsiteY0" fmla="*/ 6455 h 6345"/>
                  <a:gd name="connsiteX1" fmla="*/ 5613 w 6343"/>
                  <a:gd name="connsiteY1" fmla="*/ 5526 h 6345"/>
                  <a:gd name="connsiteX2" fmla="*/ 6542 w 6343"/>
                  <a:gd name="connsiteY2" fmla="*/ 3282 h 6345"/>
                  <a:gd name="connsiteX3" fmla="*/ 5613 w 6343"/>
                  <a:gd name="connsiteY3" fmla="*/ 1039 h 6345"/>
                  <a:gd name="connsiteX4" fmla="*/ 3370 w 6343"/>
                  <a:gd name="connsiteY4" fmla="*/ 109 h 6345"/>
                  <a:gd name="connsiteX5" fmla="*/ 1128 w 6343"/>
                  <a:gd name="connsiteY5" fmla="*/ 1039 h 6345"/>
                  <a:gd name="connsiteX6" fmla="*/ 199 w 6343"/>
                  <a:gd name="connsiteY6" fmla="*/ 3282 h 6345"/>
                  <a:gd name="connsiteX7" fmla="*/ 1128 w 6343"/>
                  <a:gd name="connsiteY7" fmla="*/ 5526 h 6345"/>
                  <a:gd name="connsiteX8" fmla="*/ 3370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5"/>
                    </a:moveTo>
                    <a:cubicBezTo>
                      <a:pt x="4212" y="6455"/>
                      <a:pt x="5018" y="6120"/>
                      <a:pt x="5613" y="5526"/>
                    </a:cubicBezTo>
                    <a:cubicBezTo>
                      <a:pt x="6208" y="4931"/>
                      <a:pt x="6542" y="4123"/>
                      <a:pt x="6542" y="3282"/>
                    </a:cubicBezTo>
                    <a:cubicBezTo>
                      <a:pt x="6542" y="2441"/>
                      <a:pt x="6208" y="1634"/>
                      <a:pt x="5613" y="1039"/>
                    </a:cubicBezTo>
                    <a:cubicBezTo>
                      <a:pt x="5018" y="444"/>
                      <a:pt x="4212" y="109"/>
                      <a:pt x="3370" y="109"/>
                    </a:cubicBezTo>
                    <a:cubicBezTo>
                      <a:pt x="2529" y="109"/>
                      <a:pt x="1723" y="444"/>
                      <a:pt x="1128" y="1039"/>
                    </a:cubicBezTo>
                    <a:cubicBezTo>
                      <a:pt x="533" y="1634"/>
                      <a:pt x="199" y="2441"/>
                      <a:pt x="199" y="3282"/>
                    </a:cubicBezTo>
                    <a:cubicBezTo>
                      <a:pt x="199" y="4123"/>
                      <a:pt x="533" y="4931"/>
                      <a:pt x="1128" y="5526"/>
                    </a:cubicBezTo>
                    <a:cubicBezTo>
                      <a:pt x="1723" y="6120"/>
                      <a:pt x="2529" y="6455"/>
                      <a:pt x="3370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4CD20A7D-9EFB-C214-2566-922885E71F48}"/>
                  </a:ext>
                </a:extLst>
              </p:cNvPr>
              <p:cNvSpPr/>
              <p:nvPr/>
            </p:nvSpPr>
            <p:spPr>
              <a:xfrm>
                <a:off x="3375807" y="4856825"/>
                <a:ext cx="6343" cy="6345"/>
              </a:xfrm>
              <a:custGeom>
                <a:avLst/>
                <a:gdLst>
                  <a:gd name="connsiteX0" fmla="*/ 3370 w 6343"/>
                  <a:gd name="connsiteY0" fmla="*/ 6454 h 6345"/>
                  <a:gd name="connsiteX1" fmla="*/ 5613 w 6343"/>
                  <a:gd name="connsiteY1" fmla="*/ 5525 h 6345"/>
                  <a:gd name="connsiteX2" fmla="*/ 6542 w 6343"/>
                  <a:gd name="connsiteY2" fmla="*/ 3281 h 6345"/>
                  <a:gd name="connsiteX3" fmla="*/ 5613 w 6343"/>
                  <a:gd name="connsiteY3" fmla="*/ 1038 h 6345"/>
                  <a:gd name="connsiteX4" fmla="*/ 3370 w 6343"/>
                  <a:gd name="connsiteY4" fmla="*/ 109 h 6345"/>
                  <a:gd name="connsiteX5" fmla="*/ 1128 w 6343"/>
                  <a:gd name="connsiteY5" fmla="*/ 1038 h 6345"/>
                  <a:gd name="connsiteX6" fmla="*/ 199 w 6343"/>
                  <a:gd name="connsiteY6" fmla="*/ 3281 h 6345"/>
                  <a:gd name="connsiteX7" fmla="*/ 1128 w 6343"/>
                  <a:gd name="connsiteY7" fmla="*/ 5525 h 6345"/>
                  <a:gd name="connsiteX8" fmla="*/ 3370 w 6343"/>
                  <a:gd name="connsiteY8" fmla="*/ 64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4"/>
                    </a:moveTo>
                    <a:cubicBezTo>
                      <a:pt x="4212" y="6454"/>
                      <a:pt x="5018" y="6120"/>
                      <a:pt x="5613" y="5525"/>
                    </a:cubicBezTo>
                    <a:cubicBezTo>
                      <a:pt x="6208" y="4930"/>
                      <a:pt x="6542" y="4123"/>
                      <a:pt x="6542" y="3281"/>
                    </a:cubicBezTo>
                    <a:cubicBezTo>
                      <a:pt x="6542" y="2440"/>
                      <a:pt x="6208" y="1633"/>
                      <a:pt x="5613" y="1038"/>
                    </a:cubicBezTo>
                    <a:cubicBezTo>
                      <a:pt x="5018" y="443"/>
                      <a:pt x="4212" y="109"/>
                      <a:pt x="3370" y="109"/>
                    </a:cubicBezTo>
                    <a:cubicBezTo>
                      <a:pt x="2529" y="109"/>
                      <a:pt x="1723" y="443"/>
                      <a:pt x="1128" y="1038"/>
                    </a:cubicBezTo>
                    <a:cubicBezTo>
                      <a:pt x="533" y="1633"/>
                      <a:pt x="199" y="2440"/>
                      <a:pt x="199" y="3281"/>
                    </a:cubicBezTo>
                    <a:cubicBezTo>
                      <a:pt x="199" y="4123"/>
                      <a:pt x="533" y="4930"/>
                      <a:pt x="1128" y="5525"/>
                    </a:cubicBezTo>
                    <a:cubicBezTo>
                      <a:pt x="1723" y="6120"/>
                      <a:pt x="2529" y="6454"/>
                      <a:pt x="3370" y="64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3BA5E410-FC7A-4061-A052-449CF8B98FDC}"/>
                  </a:ext>
                </a:extLst>
              </p:cNvPr>
              <p:cNvSpPr/>
              <p:nvPr/>
            </p:nvSpPr>
            <p:spPr>
              <a:xfrm>
                <a:off x="3376774" y="4845842"/>
                <a:ext cx="6343" cy="6345"/>
              </a:xfrm>
              <a:custGeom>
                <a:avLst/>
                <a:gdLst>
                  <a:gd name="connsiteX0" fmla="*/ 3371 w 6343"/>
                  <a:gd name="connsiteY0" fmla="*/ 6453 h 6345"/>
                  <a:gd name="connsiteX1" fmla="*/ 5613 w 6343"/>
                  <a:gd name="connsiteY1" fmla="*/ 5524 h 6345"/>
                  <a:gd name="connsiteX2" fmla="*/ 6542 w 6343"/>
                  <a:gd name="connsiteY2" fmla="*/ 3280 h 6345"/>
                  <a:gd name="connsiteX3" fmla="*/ 5613 w 6343"/>
                  <a:gd name="connsiteY3" fmla="*/ 1037 h 6345"/>
                  <a:gd name="connsiteX4" fmla="*/ 3371 w 6343"/>
                  <a:gd name="connsiteY4" fmla="*/ 108 h 6345"/>
                  <a:gd name="connsiteX5" fmla="*/ 1128 w 6343"/>
                  <a:gd name="connsiteY5" fmla="*/ 1037 h 6345"/>
                  <a:gd name="connsiteX6" fmla="*/ 199 w 6343"/>
                  <a:gd name="connsiteY6" fmla="*/ 3280 h 6345"/>
                  <a:gd name="connsiteX7" fmla="*/ 1128 w 6343"/>
                  <a:gd name="connsiteY7" fmla="*/ 5524 h 6345"/>
                  <a:gd name="connsiteX8" fmla="*/ 3371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3"/>
                    </a:moveTo>
                    <a:cubicBezTo>
                      <a:pt x="4212" y="6453"/>
                      <a:pt x="5018" y="6119"/>
                      <a:pt x="5613" y="5524"/>
                    </a:cubicBezTo>
                    <a:cubicBezTo>
                      <a:pt x="6208" y="4929"/>
                      <a:pt x="6542" y="4122"/>
                      <a:pt x="6542" y="3280"/>
                    </a:cubicBezTo>
                    <a:cubicBezTo>
                      <a:pt x="6542" y="2439"/>
                      <a:pt x="6208" y="1632"/>
                      <a:pt x="5613" y="1037"/>
                    </a:cubicBezTo>
                    <a:cubicBezTo>
                      <a:pt x="5018" y="442"/>
                      <a:pt x="4212" y="108"/>
                      <a:pt x="3371" y="108"/>
                    </a:cubicBezTo>
                    <a:cubicBezTo>
                      <a:pt x="2529" y="108"/>
                      <a:pt x="1723" y="442"/>
                      <a:pt x="1128" y="1037"/>
                    </a:cubicBezTo>
                    <a:cubicBezTo>
                      <a:pt x="533" y="1632"/>
                      <a:pt x="199" y="2439"/>
                      <a:pt x="199" y="3280"/>
                    </a:cubicBezTo>
                    <a:cubicBezTo>
                      <a:pt x="199" y="4122"/>
                      <a:pt x="533" y="4929"/>
                      <a:pt x="1128" y="5524"/>
                    </a:cubicBezTo>
                    <a:cubicBezTo>
                      <a:pt x="1723" y="6119"/>
                      <a:pt x="2529" y="6453"/>
                      <a:pt x="3371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D43DE487-808A-DEFF-39EB-726579BBFB07}"/>
                  </a:ext>
                </a:extLst>
              </p:cNvPr>
              <p:cNvSpPr/>
              <p:nvPr/>
            </p:nvSpPr>
            <p:spPr>
              <a:xfrm>
                <a:off x="3377880" y="4834880"/>
                <a:ext cx="6343" cy="6345"/>
              </a:xfrm>
              <a:custGeom>
                <a:avLst/>
                <a:gdLst>
                  <a:gd name="connsiteX0" fmla="*/ 3371 w 6343"/>
                  <a:gd name="connsiteY0" fmla="*/ 6452 h 6345"/>
                  <a:gd name="connsiteX1" fmla="*/ 5613 w 6343"/>
                  <a:gd name="connsiteY1" fmla="*/ 5523 h 6345"/>
                  <a:gd name="connsiteX2" fmla="*/ 6542 w 6343"/>
                  <a:gd name="connsiteY2" fmla="*/ 3280 h 6345"/>
                  <a:gd name="connsiteX3" fmla="*/ 5613 w 6343"/>
                  <a:gd name="connsiteY3" fmla="*/ 1036 h 6345"/>
                  <a:gd name="connsiteX4" fmla="*/ 3371 w 6343"/>
                  <a:gd name="connsiteY4" fmla="*/ 107 h 6345"/>
                  <a:gd name="connsiteX5" fmla="*/ 1128 w 6343"/>
                  <a:gd name="connsiteY5" fmla="*/ 1036 h 6345"/>
                  <a:gd name="connsiteX6" fmla="*/ 199 w 6343"/>
                  <a:gd name="connsiteY6" fmla="*/ 3280 h 6345"/>
                  <a:gd name="connsiteX7" fmla="*/ 1128 w 6343"/>
                  <a:gd name="connsiteY7" fmla="*/ 5523 h 6345"/>
                  <a:gd name="connsiteX8" fmla="*/ 3371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2"/>
                    </a:moveTo>
                    <a:cubicBezTo>
                      <a:pt x="4212" y="6452"/>
                      <a:pt x="5019" y="6118"/>
                      <a:pt x="5613" y="5523"/>
                    </a:cubicBezTo>
                    <a:cubicBezTo>
                      <a:pt x="6208" y="4928"/>
                      <a:pt x="6542" y="4121"/>
                      <a:pt x="6542" y="3280"/>
                    </a:cubicBezTo>
                    <a:cubicBezTo>
                      <a:pt x="6542" y="2438"/>
                      <a:pt x="6208" y="1631"/>
                      <a:pt x="5613" y="1036"/>
                    </a:cubicBezTo>
                    <a:cubicBezTo>
                      <a:pt x="5019" y="441"/>
                      <a:pt x="4212" y="107"/>
                      <a:pt x="3371" y="107"/>
                    </a:cubicBezTo>
                    <a:cubicBezTo>
                      <a:pt x="2530" y="107"/>
                      <a:pt x="1723" y="441"/>
                      <a:pt x="1128" y="1036"/>
                    </a:cubicBezTo>
                    <a:cubicBezTo>
                      <a:pt x="533" y="1631"/>
                      <a:pt x="199" y="2438"/>
                      <a:pt x="199" y="3280"/>
                    </a:cubicBezTo>
                    <a:cubicBezTo>
                      <a:pt x="199" y="4121"/>
                      <a:pt x="533" y="4928"/>
                      <a:pt x="1128" y="5523"/>
                    </a:cubicBezTo>
                    <a:cubicBezTo>
                      <a:pt x="1723" y="6118"/>
                      <a:pt x="2530" y="6452"/>
                      <a:pt x="3371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3F31FC56-EFC3-D572-0DBB-4FE3202E16A9}"/>
                  </a:ext>
                </a:extLst>
              </p:cNvPr>
              <p:cNvSpPr/>
              <p:nvPr/>
            </p:nvSpPr>
            <p:spPr>
              <a:xfrm>
                <a:off x="3382325" y="4829847"/>
                <a:ext cx="6343" cy="6345"/>
              </a:xfrm>
              <a:custGeom>
                <a:avLst/>
                <a:gdLst>
                  <a:gd name="connsiteX0" fmla="*/ 3371 w 6343"/>
                  <a:gd name="connsiteY0" fmla="*/ 6452 h 6345"/>
                  <a:gd name="connsiteX1" fmla="*/ 5614 w 6343"/>
                  <a:gd name="connsiteY1" fmla="*/ 5523 h 6345"/>
                  <a:gd name="connsiteX2" fmla="*/ 6543 w 6343"/>
                  <a:gd name="connsiteY2" fmla="*/ 3279 h 6345"/>
                  <a:gd name="connsiteX3" fmla="*/ 5614 w 6343"/>
                  <a:gd name="connsiteY3" fmla="*/ 1036 h 6345"/>
                  <a:gd name="connsiteX4" fmla="*/ 3371 w 6343"/>
                  <a:gd name="connsiteY4" fmla="*/ 106 h 6345"/>
                  <a:gd name="connsiteX5" fmla="*/ 1128 w 6343"/>
                  <a:gd name="connsiteY5" fmla="*/ 1036 h 6345"/>
                  <a:gd name="connsiteX6" fmla="*/ 199 w 6343"/>
                  <a:gd name="connsiteY6" fmla="*/ 3279 h 6345"/>
                  <a:gd name="connsiteX7" fmla="*/ 1128 w 6343"/>
                  <a:gd name="connsiteY7" fmla="*/ 5523 h 6345"/>
                  <a:gd name="connsiteX8" fmla="*/ 3371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2"/>
                    </a:moveTo>
                    <a:cubicBezTo>
                      <a:pt x="4212" y="6452"/>
                      <a:pt x="5019" y="6118"/>
                      <a:pt x="5614" y="5523"/>
                    </a:cubicBezTo>
                    <a:cubicBezTo>
                      <a:pt x="6208" y="4928"/>
                      <a:pt x="6543" y="4121"/>
                      <a:pt x="6543" y="3279"/>
                    </a:cubicBezTo>
                    <a:cubicBezTo>
                      <a:pt x="6543" y="2438"/>
                      <a:pt x="6208" y="1631"/>
                      <a:pt x="5614" y="1036"/>
                    </a:cubicBezTo>
                    <a:cubicBezTo>
                      <a:pt x="5019" y="441"/>
                      <a:pt x="4212" y="106"/>
                      <a:pt x="3371" y="106"/>
                    </a:cubicBezTo>
                    <a:cubicBezTo>
                      <a:pt x="2530" y="106"/>
                      <a:pt x="1723" y="441"/>
                      <a:pt x="1128" y="1036"/>
                    </a:cubicBezTo>
                    <a:cubicBezTo>
                      <a:pt x="534" y="1631"/>
                      <a:pt x="199" y="2438"/>
                      <a:pt x="199" y="3279"/>
                    </a:cubicBezTo>
                    <a:cubicBezTo>
                      <a:pt x="199" y="4121"/>
                      <a:pt x="534" y="4928"/>
                      <a:pt x="1128" y="5523"/>
                    </a:cubicBezTo>
                    <a:cubicBezTo>
                      <a:pt x="1723" y="6118"/>
                      <a:pt x="2530" y="6452"/>
                      <a:pt x="3371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127D4177-C91C-A448-2937-78AEBF0C24D6}"/>
                  </a:ext>
                </a:extLst>
              </p:cNvPr>
              <p:cNvSpPr/>
              <p:nvPr/>
            </p:nvSpPr>
            <p:spPr>
              <a:xfrm>
                <a:off x="3385825" y="4822985"/>
                <a:ext cx="6343" cy="6345"/>
              </a:xfrm>
              <a:custGeom>
                <a:avLst/>
                <a:gdLst>
                  <a:gd name="connsiteX0" fmla="*/ 3371 w 6343"/>
                  <a:gd name="connsiteY0" fmla="*/ 6451 h 6345"/>
                  <a:gd name="connsiteX1" fmla="*/ 5614 w 6343"/>
                  <a:gd name="connsiteY1" fmla="*/ 5522 h 6345"/>
                  <a:gd name="connsiteX2" fmla="*/ 6543 w 6343"/>
                  <a:gd name="connsiteY2" fmla="*/ 3279 h 6345"/>
                  <a:gd name="connsiteX3" fmla="*/ 5614 w 6343"/>
                  <a:gd name="connsiteY3" fmla="*/ 1035 h 6345"/>
                  <a:gd name="connsiteX4" fmla="*/ 3371 w 6343"/>
                  <a:gd name="connsiteY4" fmla="*/ 106 h 6345"/>
                  <a:gd name="connsiteX5" fmla="*/ 1129 w 6343"/>
                  <a:gd name="connsiteY5" fmla="*/ 1035 h 6345"/>
                  <a:gd name="connsiteX6" fmla="*/ 200 w 6343"/>
                  <a:gd name="connsiteY6" fmla="*/ 3279 h 6345"/>
                  <a:gd name="connsiteX7" fmla="*/ 1129 w 6343"/>
                  <a:gd name="connsiteY7" fmla="*/ 5522 h 6345"/>
                  <a:gd name="connsiteX8" fmla="*/ 3371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1"/>
                    </a:moveTo>
                    <a:cubicBezTo>
                      <a:pt x="4212" y="6451"/>
                      <a:pt x="5019" y="6117"/>
                      <a:pt x="5614" y="5522"/>
                    </a:cubicBezTo>
                    <a:cubicBezTo>
                      <a:pt x="6209" y="4927"/>
                      <a:pt x="6543" y="4120"/>
                      <a:pt x="6543" y="3279"/>
                    </a:cubicBezTo>
                    <a:cubicBezTo>
                      <a:pt x="6543" y="2437"/>
                      <a:pt x="6209" y="1630"/>
                      <a:pt x="5614" y="1035"/>
                    </a:cubicBezTo>
                    <a:cubicBezTo>
                      <a:pt x="5019" y="440"/>
                      <a:pt x="4212" y="106"/>
                      <a:pt x="3371" y="106"/>
                    </a:cubicBezTo>
                    <a:cubicBezTo>
                      <a:pt x="2530" y="106"/>
                      <a:pt x="1723" y="440"/>
                      <a:pt x="1129" y="1035"/>
                    </a:cubicBezTo>
                    <a:cubicBezTo>
                      <a:pt x="534" y="1630"/>
                      <a:pt x="200" y="2437"/>
                      <a:pt x="200" y="3279"/>
                    </a:cubicBezTo>
                    <a:cubicBezTo>
                      <a:pt x="200" y="4120"/>
                      <a:pt x="534" y="4927"/>
                      <a:pt x="1129" y="5522"/>
                    </a:cubicBezTo>
                    <a:cubicBezTo>
                      <a:pt x="1723" y="6117"/>
                      <a:pt x="2530" y="6451"/>
                      <a:pt x="3371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2A1F654D-4B4A-8599-C962-342296A5552C}"/>
                  </a:ext>
                </a:extLst>
              </p:cNvPr>
              <p:cNvSpPr/>
              <p:nvPr/>
            </p:nvSpPr>
            <p:spPr>
              <a:xfrm>
                <a:off x="3388283" y="4814024"/>
                <a:ext cx="6343" cy="6345"/>
              </a:xfrm>
              <a:custGeom>
                <a:avLst/>
                <a:gdLst>
                  <a:gd name="connsiteX0" fmla="*/ 3371 w 6343"/>
                  <a:gd name="connsiteY0" fmla="*/ 6451 h 6345"/>
                  <a:gd name="connsiteX1" fmla="*/ 5614 w 6343"/>
                  <a:gd name="connsiteY1" fmla="*/ 5521 h 6345"/>
                  <a:gd name="connsiteX2" fmla="*/ 6543 w 6343"/>
                  <a:gd name="connsiteY2" fmla="*/ 3278 h 6345"/>
                  <a:gd name="connsiteX3" fmla="*/ 5614 w 6343"/>
                  <a:gd name="connsiteY3" fmla="*/ 1034 h 6345"/>
                  <a:gd name="connsiteX4" fmla="*/ 3371 w 6343"/>
                  <a:gd name="connsiteY4" fmla="*/ 105 h 6345"/>
                  <a:gd name="connsiteX5" fmla="*/ 1129 w 6343"/>
                  <a:gd name="connsiteY5" fmla="*/ 1034 h 6345"/>
                  <a:gd name="connsiteX6" fmla="*/ 200 w 6343"/>
                  <a:gd name="connsiteY6" fmla="*/ 3278 h 6345"/>
                  <a:gd name="connsiteX7" fmla="*/ 1129 w 6343"/>
                  <a:gd name="connsiteY7" fmla="*/ 5521 h 6345"/>
                  <a:gd name="connsiteX8" fmla="*/ 3371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1"/>
                    </a:moveTo>
                    <a:cubicBezTo>
                      <a:pt x="4213" y="6451"/>
                      <a:pt x="5019" y="6116"/>
                      <a:pt x="5614" y="5521"/>
                    </a:cubicBezTo>
                    <a:cubicBezTo>
                      <a:pt x="6209" y="4926"/>
                      <a:pt x="6543" y="4119"/>
                      <a:pt x="6543" y="3278"/>
                    </a:cubicBezTo>
                    <a:cubicBezTo>
                      <a:pt x="6543" y="2436"/>
                      <a:pt x="6209" y="1629"/>
                      <a:pt x="5614" y="1034"/>
                    </a:cubicBezTo>
                    <a:cubicBezTo>
                      <a:pt x="5019" y="439"/>
                      <a:pt x="4213" y="105"/>
                      <a:pt x="3371" y="105"/>
                    </a:cubicBezTo>
                    <a:cubicBezTo>
                      <a:pt x="2530" y="105"/>
                      <a:pt x="1724" y="439"/>
                      <a:pt x="1129" y="1034"/>
                    </a:cubicBezTo>
                    <a:cubicBezTo>
                      <a:pt x="534" y="1629"/>
                      <a:pt x="200" y="2436"/>
                      <a:pt x="200" y="3278"/>
                    </a:cubicBezTo>
                    <a:cubicBezTo>
                      <a:pt x="200" y="4119"/>
                      <a:pt x="534" y="4926"/>
                      <a:pt x="1129" y="5521"/>
                    </a:cubicBezTo>
                    <a:cubicBezTo>
                      <a:pt x="1724" y="6116"/>
                      <a:pt x="2530" y="6451"/>
                      <a:pt x="3371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969556E4-E2F3-EA5E-AC0D-D9D87B4F8F13}"/>
                  </a:ext>
                </a:extLst>
              </p:cNvPr>
              <p:cNvSpPr/>
              <p:nvPr/>
            </p:nvSpPr>
            <p:spPr>
              <a:xfrm>
                <a:off x="3390547" y="4804509"/>
                <a:ext cx="6343" cy="6345"/>
              </a:xfrm>
              <a:custGeom>
                <a:avLst/>
                <a:gdLst>
                  <a:gd name="connsiteX0" fmla="*/ 3372 w 6343"/>
                  <a:gd name="connsiteY0" fmla="*/ 6450 h 6345"/>
                  <a:gd name="connsiteX1" fmla="*/ 5614 w 6343"/>
                  <a:gd name="connsiteY1" fmla="*/ 5521 h 6345"/>
                  <a:gd name="connsiteX2" fmla="*/ 6543 w 6343"/>
                  <a:gd name="connsiteY2" fmla="*/ 3277 h 6345"/>
                  <a:gd name="connsiteX3" fmla="*/ 5614 w 6343"/>
                  <a:gd name="connsiteY3" fmla="*/ 1034 h 6345"/>
                  <a:gd name="connsiteX4" fmla="*/ 3372 w 6343"/>
                  <a:gd name="connsiteY4" fmla="*/ 104 h 6345"/>
                  <a:gd name="connsiteX5" fmla="*/ 1129 w 6343"/>
                  <a:gd name="connsiteY5" fmla="*/ 1034 h 6345"/>
                  <a:gd name="connsiteX6" fmla="*/ 200 w 6343"/>
                  <a:gd name="connsiteY6" fmla="*/ 3277 h 6345"/>
                  <a:gd name="connsiteX7" fmla="*/ 1129 w 6343"/>
                  <a:gd name="connsiteY7" fmla="*/ 5521 h 6345"/>
                  <a:gd name="connsiteX8" fmla="*/ 3372 w 6343"/>
                  <a:gd name="connsiteY8" fmla="*/ 64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50"/>
                    </a:moveTo>
                    <a:cubicBezTo>
                      <a:pt x="4213" y="6450"/>
                      <a:pt x="5020" y="6116"/>
                      <a:pt x="5614" y="5521"/>
                    </a:cubicBezTo>
                    <a:cubicBezTo>
                      <a:pt x="6209" y="4926"/>
                      <a:pt x="6543" y="4119"/>
                      <a:pt x="6543" y="3277"/>
                    </a:cubicBezTo>
                    <a:cubicBezTo>
                      <a:pt x="6543" y="2436"/>
                      <a:pt x="6209" y="1629"/>
                      <a:pt x="5614" y="1034"/>
                    </a:cubicBezTo>
                    <a:cubicBezTo>
                      <a:pt x="5020" y="439"/>
                      <a:pt x="4213" y="104"/>
                      <a:pt x="3372" y="104"/>
                    </a:cubicBezTo>
                    <a:cubicBezTo>
                      <a:pt x="2531" y="104"/>
                      <a:pt x="1724" y="439"/>
                      <a:pt x="1129" y="1034"/>
                    </a:cubicBezTo>
                    <a:cubicBezTo>
                      <a:pt x="534" y="1629"/>
                      <a:pt x="200" y="2436"/>
                      <a:pt x="200" y="3277"/>
                    </a:cubicBezTo>
                    <a:cubicBezTo>
                      <a:pt x="200" y="4119"/>
                      <a:pt x="534" y="4926"/>
                      <a:pt x="1129" y="5521"/>
                    </a:cubicBezTo>
                    <a:cubicBezTo>
                      <a:pt x="1724" y="6116"/>
                      <a:pt x="2531" y="6450"/>
                      <a:pt x="3372" y="64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A3263C9C-1FA1-224A-C87B-B12A74075999}"/>
                  </a:ext>
                </a:extLst>
              </p:cNvPr>
              <p:cNvSpPr/>
              <p:nvPr/>
            </p:nvSpPr>
            <p:spPr>
              <a:xfrm>
                <a:off x="3382427" y="4774449"/>
                <a:ext cx="6343" cy="6345"/>
              </a:xfrm>
              <a:custGeom>
                <a:avLst/>
                <a:gdLst>
                  <a:gd name="connsiteX0" fmla="*/ 3371 w 6343"/>
                  <a:gd name="connsiteY0" fmla="*/ 6447 h 6345"/>
                  <a:gd name="connsiteX1" fmla="*/ 5614 w 6343"/>
                  <a:gd name="connsiteY1" fmla="*/ 5518 h 6345"/>
                  <a:gd name="connsiteX2" fmla="*/ 6543 w 6343"/>
                  <a:gd name="connsiteY2" fmla="*/ 3275 h 6345"/>
                  <a:gd name="connsiteX3" fmla="*/ 5614 w 6343"/>
                  <a:gd name="connsiteY3" fmla="*/ 1031 h 6345"/>
                  <a:gd name="connsiteX4" fmla="*/ 3371 w 6343"/>
                  <a:gd name="connsiteY4" fmla="*/ 102 h 6345"/>
                  <a:gd name="connsiteX5" fmla="*/ 1128 w 6343"/>
                  <a:gd name="connsiteY5" fmla="*/ 1031 h 6345"/>
                  <a:gd name="connsiteX6" fmla="*/ 199 w 6343"/>
                  <a:gd name="connsiteY6" fmla="*/ 3275 h 6345"/>
                  <a:gd name="connsiteX7" fmla="*/ 1128 w 6343"/>
                  <a:gd name="connsiteY7" fmla="*/ 5518 h 6345"/>
                  <a:gd name="connsiteX8" fmla="*/ 3371 w 6343"/>
                  <a:gd name="connsiteY8" fmla="*/ 64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47"/>
                    </a:moveTo>
                    <a:cubicBezTo>
                      <a:pt x="4212" y="6447"/>
                      <a:pt x="5019" y="6113"/>
                      <a:pt x="5614" y="5518"/>
                    </a:cubicBezTo>
                    <a:cubicBezTo>
                      <a:pt x="6208" y="4923"/>
                      <a:pt x="6543" y="4116"/>
                      <a:pt x="6543" y="3275"/>
                    </a:cubicBezTo>
                    <a:cubicBezTo>
                      <a:pt x="6543" y="2433"/>
                      <a:pt x="6208" y="1626"/>
                      <a:pt x="5614" y="1031"/>
                    </a:cubicBezTo>
                    <a:cubicBezTo>
                      <a:pt x="5019" y="436"/>
                      <a:pt x="4212" y="102"/>
                      <a:pt x="3371" y="102"/>
                    </a:cubicBezTo>
                    <a:cubicBezTo>
                      <a:pt x="2530" y="102"/>
                      <a:pt x="1723" y="436"/>
                      <a:pt x="1128" y="1031"/>
                    </a:cubicBezTo>
                    <a:cubicBezTo>
                      <a:pt x="534" y="1626"/>
                      <a:pt x="199" y="2433"/>
                      <a:pt x="199" y="3275"/>
                    </a:cubicBezTo>
                    <a:cubicBezTo>
                      <a:pt x="199" y="4116"/>
                      <a:pt x="534" y="4923"/>
                      <a:pt x="1128" y="5518"/>
                    </a:cubicBezTo>
                    <a:cubicBezTo>
                      <a:pt x="1723" y="6113"/>
                      <a:pt x="2530" y="6447"/>
                      <a:pt x="3371" y="64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0AA2E7E2-7CD3-4829-1AAA-778506E26880}"/>
                  </a:ext>
                </a:extLst>
              </p:cNvPr>
              <p:cNvSpPr/>
              <p:nvPr/>
            </p:nvSpPr>
            <p:spPr>
              <a:xfrm>
                <a:off x="3385614" y="4766050"/>
                <a:ext cx="6343" cy="6345"/>
              </a:xfrm>
              <a:custGeom>
                <a:avLst/>
                <a:gdLst>
                  <a:gd name="connsiteX0" fmla="*/ 3371 w 6343"/>
                  <a:gd name="connsiteY0" fmla="*/ 6447 h 6345"/>
                  <a:gd name="connsiteX1" fmla="*/ 5614 w 6343"/>
                  <a:gd name="connsiteY1" fmla="*/ 5518 h 6345"/>
                  <a:gd name="connsiteX2" fmla="*/ 6543 w 6343"/>
                  <a:gd name="connsiteY2" fmla="*/ 3274 h 6345"/>
                  <a:gd name="connsiteX3" fmla="*/ 5614 w 6343"/>
                  <a:gd name="connsiteY3" fmla="*/ 1031 h 6345"/>
                  <a:gd name="connsiteX4" fmla="*/ 3371 w 6343"/>
                  <a:gd name="connsiteY4" fmla="*/ 101 h 6345"/>
                  <a:gd name="connsiteX5" fmla="*/ 1129 w 6343"/>
                  <a:gd name="connsiteY5" fmla="*/ 1031 h 6345"/>
                  <a:gd name="connsiteX6" fmla="*/ 200 w 6343"/>
                  <a:gd name="connsiteY6" fmla="*/ 3274 h 6345"/>
                  <a:gd name="connsiteX7" fmla="*/ 1129 w 6343"/>
                  <a:gd name="connsiteY7" fmla="*/ 5518 h 6345"/>
                  <a:gd name="connsiteX8" fmla="*/ 3371 w 6343"/>
                  <a:gd name="connsiteY8" fmla="*/ 64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47"/>
                    </a:moveTo>
                    <a:cubicBezTo>
                      <a:pt x="4212" y="6447"/>
                      <a:pt x="5019" y="6112"/>
                      <a:pt x="5614" y="5518"/>
                    </a:cubicBezTo>
                    <a:cubicBezTo>
                      <a:pt x="6209" y="4923"/>
                      <a:pt x="6543" y="4115"/>
                      <a:pt x="6543" y="3274"/>
                    </a:cubicBezTo>
                    <a:cubicBezTo>
                      <a:pt x="6543" y="2433"/>
                      <a:pt x="6209" y="1626"/>
                      <a:pt x="5614" y="1031"/>
                    </a:cubicBezTo>
                    <a:cubicBezTo>
                      <a:pt x="5019" y="436"/>
                      <a:pt x="4212" y="101"/>
                      <a:pt x="3371" y="101"/>
                    </a:cubicBezTo>
                    <a:cubicBezTo>
                      <a:pt x="2530" y="101"/>
                      <a:pt x="1723" y="436"/>
                      <a:pt x="1129" y="1031"/>
                    </a:cubicBezTo>
                    <a:cubicBezTo>
                      <a:pt x="534" y="1626"/>
                      <a:pt x="200" y="2433"/>
                      <a:pt x="200" y="3274"/>
                    </a:cubicBezTo>
                    <a:cubicBezTo>
                      <a:pt x="200" y="4115"/>
                      <a:pt x="534" y="4923"/>
                      <a:pt x="1129" y="5518"/>
                    </a:cubicBezTo>
                    <a:cubicBezTo>
                      <a:pt x="1723" y="6112"/>
                      <a:pt x="2530" y="6447"/>
                      <a:pt x="3371" y="64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B6E0C87A-E33B-F1B2-532B-2E8EB04876F3}"/>
                  </a:ext>
                </a:extLst>
              </p:cNvPr>
              <p:cNvSpPr/>
              <p:nvPr/>
            </p:nvSpPr>
            <p:spPr>
              <a:xfrm>
                <a:off x="3387618" y="4755092"/>
                <a:ext cx="6343" cy="6345"/>
              </a:xfrm>
              <a:custGeom>
                <a:avLst/>
                <a:gdLst>
                  <a:gd name="connsiteX0" fmla="*/ 3371 w 6343"/>
                  <a:gd name="connsiteY0" fmla="*/ 6446 h 6345"/>
                  <a:gd name="connsiteX1" fmla="*/ 5614 w 6343"/>
                  <a:gd name="connsiteY1" fmla="*/ 5517 h 6345"/>
                  <a:gd name="connsiteX2" fmla="*/ 6543 w 6343"/>
                  <a:gd name="connsiteY2" fmla="*/ 3273 h 6345"/>
                  <a:gd name="connsiteX3" fmla="*/ 5614 w 6343"/>
                  <a:gd name="connsiteY3" fmla="*/ 1030 h 6345"/>
                  <a:gd name="connsiteX4" fmla="*/ 3371 w 6343"/>
                  <a:gd name="connsiteY4" fmla="*/ 101 h 6345"/>
                  <a:gd name="connsiteX5" fmla="*/ 1129 w 6343"/>
                  <a:gd name="connsiteY5" fmla="*/ 1030 h 6345"/>
                  <a:gd name="connsiteX6" fmla="*/ 200 w 6343"/>
                  <a:gd name="connsiteY6" fmla="*/ 3273 h 6345"/>
                  <a:gd name="connsiteX7" fmla="*/ 1129 w 6343"/>
                  <a:gd name="connsiteY7" fmla="*/ 5517 h 6345"/>
                  <a:gd name="connsiteX8" fmla="*/ 3371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46"/>
                    </a:moveTo>
                    <a:cubicBezTo>
                      <a:pt x="4213" y="6446"/>
                      <a:pt x="5019" y="6112"/>
                      <a:pt x="5614" y="5517"/>
                    </a:cubicBezTo>
                    <a:cubicBezTo>
                      <a:pt x="6209" y="4922"/>
                      <a:pt x="6543" y="4115"/>
                      <a:pt x="6543" y="3273"/>
                    </a:cubicBezTo>
                    <a:cubicBezTo>
                      <a:pt x="6543" y="2432"/>
                      <a:pt x="6209" y="1625"/>
                      <a:pt x="5614" y="1030"/>
                    </a:cubicBezTo>
                    <a:cubicBezTo>
                      <a:pt x="5019" y="435"/>
                      <a:pt x="4213" y="101"/>
                      <a:pt x="3371" y="101"/>
                    </a:cubicBezTo>
                    <a:cubicBezTo>
                      <a:pt x="2530" y="101"/>
                      <a:pt x="1724" y="435"/>
                      <a:pt x="1129" y="1030"/>
                    </a:cubicBezTo>
                    <a:cubicBezTo>
                      <a:pt x="534" y="1625"/>
                      <a:pt x="200" y="2432"/>
                      <a:pt x="200" y="3273"/>
                    </a:cubicBezTo>
                    <a:cubicBezTo>
                      <a:pt x="200" y="4115"/>
                      <a:pt x="534" y="4922"/>
                      <a:pt x="1129" y="5517"/>
                    </a:cubicBezTo>
                    <a:cubicBezTo>
                      <a:pt x="1724" y="6112"/>
                      <a:pt x="2530" y="6446"/>
                      <a:pt x="3371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203CA106-C840-3BED-4D55-9670058CBF30}"/>
                  </a:ext>
                </a:extLst>
              </p:cNvPr>
              <p:cNvSpPr/>
              <p:nvPr/>
            </p:nvSpPr>
            <p:spPr>
              <a:xfrm>
                <a:off x="3388902" y="4742409"/>
                <a:ext cx="6343" cy="6345"/>
              </a:xfrm>
              <a:custGeom>
                <a:avLst/>
                <a:gdLst>
                  <a:gd name="connsiteX0" fmla="*/ 3372 w 6343"/>
                  <a:gd name="connsiteY0" fmla="*/ 6445 h 6345"/>
                  <a:gd name="connsiteX1" fmla="*/ 5614 w 6343"/>
                  <a:gd name="connsiteY1" fmla="*/ 5516 h 6345"/>
                  <a:gd name="connsiteX2" fmla="*/ 6543 w 6343"/>
                  <a:gd name="connsiteY2" fmla="*/ 3272 h 6345"/>
                  <a:gd name="connsiteX3" fmla="*/ 5614 w 6343"/>
                  <a:gd name="connsiteY3" fmla="*/ 1029 h 6345"/>
                  <a:gd name="connsiteX4" fmla="*/ 3372 w 6343"/>
                  <a:gd name="connsiteY4" fmla="*/ 100 h 6345"/>
                  <a:gd name="connsiteX5" fmla="*/ 1129 w 6343"/>
                  <a:gd name="connsiteY5" fmla="*/ 1029 h 6345"/>
                  <a:gd name="connsiteX6" fmla="*/ 200 w 6343"/>
                  <a:gd name="connsiteY6" fmla="*/ 3272 h 6345"/>
                  <a:gd name="connsiteX7" fmla="*/ 1129 w 6343"/>
                  <a:gd name="connsiteY7" fmla="*/ 5516 h 6345"/>
                  <a:gd name="connsiteX8" fmla="*/ 3372 w 6343"/>
                  <a:gd name="connsiteY8" fmla="*/ 64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5"/>
                    </a:moveTo>
                    <a:cubicBezTo>
                      <a:pt x="4213" y="6445"/>
                      <a:pt x="5019" y="6111"/>
                      <a:pt x="5614" y="5516"/>
                    </a:cubicBezTo>
                    <a:cubicBezTo>
                      <a:pt x="6209" y="4921"/>
                      <a:pt x="6543" y="4114"/>
                      <a:pt x="6543" y="3272"/>
                    </a:cubicBezTo>
                    <a:cubicBezTo>
                      <a:pt x="6543" y="2431"/>
                      <a:pt x="6209" y="1624"/>
                      <a:pt x="5614" y="1029"/>
                    </a:cubicBezTo>
                    <a:cubicBezTo>
                      <a:pt x="5019" y="434"/>
                      <a:pt x="4213" y="100"/>
                      <a:pt x="3372" y="100"/>
                    </a:cubicBezTo>
                    <a:cubicBezTo>
                      <a:pt x="2530" y="100"/>
                      <a:pt x="1724" y="434"/>
                      <a:pt x="1129" y="1029"/>
                    </a:cubicBezTo>
                    <a:cubicBezTo>
                      <a:pt x="534" y="1624"/>
                      <a:pt x="200" y="2431"/>
                      <a:pt x="200" y="3272"/>
                    </a:cubicBezTo>
                    <a:cubicBezTo>
                      <a:pt x="200" y="4114"/>
                      <a:pt x="534" y="4921"/>
                      <a:pt x="1129" y="5516"/>
                    </a:cubicBezTo>
                    <a:cubicBezTo>
                      <a:pt x="1724" y="6111"/>
                      <a:pt x="2530" y="6445"/>
                      <a:pt x="3372" y="64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43E1099F-EE07-DFF0-F795-4F61FF1044B8}"/>
                  </a:ext>
                </a:extLst>
              </p:cNvPr>
              <p:cNvSpPr/>
              <p:nvPr/>
            </p:nvSpPr>
            <p:spPr>
              <a:xfrm>
                <a:off x="3392241" y="4733700"/>
                <a:ext cx="6343" cy="6345"/>
              </a:xfrm>
              <a:custGeom>
                <a:avLst/>
                <a:gdLst>
                  <a:gd name="connsiteX0" fmla="*/ 3372 w 6343"/>
                  <a:gd name="connsiteY0" fmla="*/ 6444 h 6345"/>
                  <a:gd name="connsiteX1" fmla="*/ 5614 w 6343"/>
                  <a:gd name="connsiteY1" fmla="*/ 5515 h 6345"/>
                  <a:gd name="connsiteX2" fmla="*/ 6543 w 6343"/>
                  <a:gd name="connsiteY2" fmla="*/ 3272 h 6345"/>
                  <a:gd name="connsiteX3" fmla="*/ 5614 w 6343"/>
                  <a:gd name="connsiteY3" fmla="*/ 1028 h 6345"/>
                  <a:gd name="connsiteX4" fmla="*/ 3372 w 6343"/>
                  <a:gd name="connsiteY4" fmla="*/ 99 h 6345"/>
                  <a:gd name="connsiteX5" fmla="*/ 1129 w 6343"/>
                  <a:gd name="connsiteY5" fmla="*/ 1028 h 6345"/>
                  <a:gd name="connsiteX6" fmla="*/ 200 w 6343"/>
                  <a:gd name="connsiteY6" fmla="*/ 3272 h 6345"/>
                  <a:gd name="connsiteX7" fmla="*/ 1129 w 6343"/>
                  <a:gd name="connsiteY7" fmla="*/ 5515 h 6345"/>
                  <a:gd name="connsiteX8" fmla="*/ 3372 w 6343"/>
                  <a:gd name="connsiteY8" fmla="*/ 64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4"/>
                    </a:moveTo>
                    <a:cubicBezTo>
                      <a:pt x="4213" y="6444"/>
                      <a:pt x="5020" y="6110"/>
                      <a:pt x="5614" y="5515"/>
                    </a:cubicBezTo>
                    <a:cubicBezTo>
                      <a:pt x="6209" y="4920"/>
                      <a:pt x="6543" y="4113"/>
                      <a:pt x="6543" y="3272"/>
                    </a:cubicBezTo>
                    <a:cubicBezTo>
                      <a:pt x="6543" y="2430"/>
                      <a:pt x="6209" y="1623"/>
                      <a:pt x="5614" y="1028"/>
                    </a:cubicBezTo>
                    <a:cubicBezTo>
                      <a:pt x="5020" y="433"/>
                      <a:pt x="4213" y="99"/>
                      <a:pt x="3372" y="99"/>
                    </a:cubicBezTo>
                    <a:cubicBezTo>
                      <a:pt x="2531" y="99"/>
                      <a:pt x="1724" y="433"/>
                      <a:pt x="1129" y="1028"/>
                    </a:cubicBezTo>
                    <a:cubicBezTo>
                      <a:pt x="534" y="1623"/>
                      <a:pt x="200" y="2430"/>
                      <a:pt x="200" y="3272"/>
                    </a:cubicBezTo>
                    <a:cubicBezTo>
                      <a:pt x="200" y="4113"/>
                      <a:pt x="534" y="4920"/>
                      <a:pt x="1129" y="5515"/>
                    </a:cubicBezTo>
                    <a:cubicBezTo>
                      <a:pt x="1724" y="6110"/>
                      <a:pt x="2531" y="6444"/>
                      <a:pt x="3372" y="64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98820748-EA30-4E1B-148D-2681F3CB0079}"/>
                  </a:ext>
                </a:extLst>
              </p:cNvPr>
              <p:cNvSpPr/>
              <p:nvPr/>
            </p:nvSpPr>
            <p:spPr>
              <a:xfrm>
                <a:off x="3391579" y="4716336"/>
                <a:ext cx="6343" cy="6345"/>
              </a:xfrm>
              <a:custGeom>
                <a:avLst/>
                <a:gdLst>
                  <a:gd name="connsiteX0" fmla="*/ 3372 w 6343"/>
                  <a:gd name="connsiteY0" fmla="*/ 6443 h 6345"/>
                  <a:gd name="connsiteX1" fmla="*/ 5614 w 6343"/>
                  <a:gd name="connsiteY1" fmla="*/ 5514 h 6345"/>
                  <a:gd name="connsiteX2" fmla="*/ 6543 w 6343"/>
                  <a:gd name="connsiteY2" fmla="*/ 3270 h 6345"/>
                  <a:gd name="connsiteX3" fmla="*/ 5614 w 6343"/>
                  <a:gd name="connsiteY3" fmla="*/ 1027 h 6345"/>
                  <a:gd name="connsiteX4" fmla="*/ 3372 w 6343"/>
                  <a:gd name="connsiteY4" fmla="*/ 97 h 6345"/>
                  <a:gd name="connsiteX5" fmla="*/ 1129 w 6343"/>
                  <a:gd name="connsiteY5" fmla="*/ 1027 h 6345"/>
                  <a:gd name="connsiteX6" fmla="*/ 200 w 6343"/>
                  <a:gd name="connsiteY6" fmla="*/ 3270 h 6345"/>
                  <a:gd name="connsiteX7" fmla="*/ 1129 w 6343"/>
                  <a:gd name="connsiteY7" fmla="*/ 5514 h 6345"/>
                  <a:gd name="connsiteX8" fmla="*/ 3372 w 6343"/>
                  <a:gd name="connsiteY8" fmla="*/ 64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3"/>
                    </a:moveTo>
                    <a:cubicBezTo>
                      <a:pt x="4213" y="6443"/>
                      <a:pt x="5020" y="6109"/>
                      <a:pt x="5614" y="5514"/>
                    </a:cubicBezTo>
                    <a:cubicBezTo>
                      <a:pt x="6209" y="4919"/>
                      <a:pt x="6543" y="4112"/>
                      <a:pt x="6543" y="3270"/>
                    </a:cubicBezTo>
                    <a:cubicBezTo>
                      <a:pt x="6543" y="2429"/>
                      <a:pt x="6209" y="1622"/>
                      <a:pt x="5614" y="1027"/>
                    </a:cubicBezTo>
                    <a:cubicBezTo>
                      <a:pt x="5020" y="432"/>
                      <a:pt x="4213" y="97"/>
                      <a:pt x="3372" y="97"/>
                    </a:cubicBezTo>
                    <a:cubicBezTo>
                      <a:pt x="2531" y="97"/>
                      <a:pt x="1724" y="432"/>
                      <a:pt x="1129" y="1027"/>
                    </a:cubicBezTo>
                    <a:cubicBezTo>
                      <a:pt x="534" y="1622"/>
                      <a:pt x="200" y="2429"/>
                      <a:pt x="200" y="3270"/>
                    </a:cubicBezTo>
                    <a:cubicBezTo>
                      <a:pt x="200" y="4112"/>
                      <a:pt x="534" y="4919"/>
                      <a:pt x="1129" y="5514"/>
                    </a:cubicBezTo>
                    <a:cubicBezTo>
                      <a:pt x="1724" y="6109"/>
                      <a:pt x="2531" y="6443"/>
                      <a:pt x="3372" y="64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EF73BEFE-DD06-78B2-3E49-CD2FAE19911A}"/>
                  </a:ext>
                </a:extLst>
              </p:cNvPr>
              <p:cNvSpPr/>
              <p:nvPr/>
            </p:nvSpPr>
            <p:spPr>
              <a:xfrm>
                <a:off x="3393823" y="4704759"/>
                <a:ext cx="6343" cy="6345"/>
              </a:xfrm>
              <a:custGeom>
                <a:avLst/>
                <a:gdLst>
                  <a:gd name="connsiteX0" fmla="*/ 3372 w 6343"/>
                  <a:gd name="connsiteY0" fmla="*/ 6442 h 6345"/>
                  <a:gd name="connsiteX1" fmla="*/ 5615 w 6343"/>
                  <a:gd name="connsiteY1" fmla="*/ 5513 h 6345"/>
                  <a:gd name="connsiteX2" fmla="*/ 6543 w 6343"/>
                  <a:gd name="connsiteY2" fmla="*/ 3269 h 6345"/>
                  <a:gd name="connsiteX3" fmla="*/ 5615 w 6343"/>
                  <a:gd name="connsiteY3" fmla="*/ 1026 h 6345"/>
                  <a:gd name="connsiteX4" fmla="*/ 3372 w 6343"/>
                  <a:gd name="connsiteY4" fmla="*/ 97 h 6345"/>
                  <a:gd name="connsiteX5" fmla="*/ 1129 w 6343"/>
                  <a:gd name="connsiteY5" fmla="*/ 1026 h 6345"/>
                  <a:gd name="connsiteX6" fmla="*/ 200 w 6343"/>
                  <a:gd name="connsiteY6" fmla="*/ 3269 h 6345"/>
                  <a:gd name="connsiteX7" fmla="*/ 1129 w 6343"/>
                  <a:gd name="connsiteY7" fmla="*/ 5513 h 6345"/>
                  <a:gd name="connsiteX8" fmla="*/ 3372 w 6343"/>
                  <a:gd name="connsiteY8" fmla="*/ 64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2"/>
                    </a:moveTo>
                    <a:cubicBezTo>
                      <a:pt x="4213" y="6442"/>
                      <a:pt x="5020" y="6108"/>
                      <a:pt x="5615" y="5513"/>
                    </a:cubicBezTo>
                    <a:cubicBezTo>
                      <a:pt x="6209" y="4918"/>
                      <a:pt x="6543" y="4111"/>
                      <a:pt x="6543" y="3269"/>
                    </a:cubicBezTo>
                    <a:cubicBezTo>
                      <a:pt x="6543" y="2428"/>
                      <a:pt x="6209" y="1621"/>
                      <a:pt x="5615" y="1026"/>
                    </a:cubicBezTo>
                    <a:cubicBezTo>
                      <a:pt x="5020" y="431"/>
                      <a:pt x="4213" y="97"/>
                      <a:pt x="3372" y="97"/>
                    </a:cubicBezTo>
                    <a:cubicBezTo>
                      <a:pt x="2531" y="97"/>
                      <a:pt x="1724" y="431"/>
                      <a:pt x="1129" y="1026"/>
                    </a:cubicBezTo>
                    <a:cubicBezTo>
                      <a:pt x="535" y="1621"/>
                      <a:pt x="200" y="2428"/>
                      <a:pt x="200" y="3269"/>
                    </a:cubicBezTo>
                    <a:cubicBezTo>
                      <a:pt x="200" y="4111"/>
                      <a:pt x="535" y="4918"/>
                      <a:pt x="1129" y="5513"/>
                    </a:cubicBezTo>
                    <a:cubicBezTo>
                      <a:pt x="1724" y="6108"/>
                      <a:pt x="2531" y="6442"/>
                      <a:pt x="3372" y="64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B94ABEAB-6D9B-8DCE-510E-FE9F59CF7F00}"/>
                  </a:ext>
                </a:extLst>
              </p:cNvPr>
              <p:cNvSpPr/>
              <p:nvPr/>
            </p:nvSpPr>
            <p:spPr>
              <a:xfrm>
                <a:off x="3395379" y="4691396"/>
                <a:ext cx="6343" cy="6345"/>
              </a:xfrm>
              <a:custGeom>
                <a:avLst/>
                <a:gdLst>
                  <a:gd name="connsiteX0" fmla="*/ 3372 w 6343"/>
                  <a:gd name="connsiteY0" fmla="*/ 6441 h 6345"/>
                  <a:gd name="connsiteX1" fmla="*/ 5615 w 6343"/>
                  <a:gd name="connsiteY1" fmla="*/ 5512 h 6345"/>
                  <a:gd name="connsiteX2" fmla="*/ 6544 w 6343"/>
                  <a:gd name="connsiteY2" fmla="*/ 3268 h 6345"/>
                  <a:gd name="connsiteX3" fmla="*/ 5615 w 6343"/>
                  <a:gd name="connsiteY3" fmla="*/ 1025 h 6345"/>
                  <a:gd name="connsiteX4" fmla="*/ 3372 w 6343"/>
                  <a:gd name="connsiteY4" fmla="*/ 95 h 6345"/>
                  <a:gd name="connsiteX5" fmla="*/ 1129 w 6343"/>
                  <a:gd name="connsiteY5" fmla="*/ 1025 h 6345"/>
                  <a:gd name="connsiteX6" fmla="*/ 200 w 6343"/>
                  <a:gd name="connsiteY6" fmla="*/ 3268 h 6345"/>
                  <a:gd name="connsiteX7" fmla="*/ 1129 w 6343"/>
                  <a:gd name="connsiteY7" fmla="*/ 5512 h 6345"/>
                  <a:gd name="connsiteX8" fmla="*/ 3372 w 6343"/>
                  <a:gd name="connsiteY8" fmla="*/ 64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1"/>
                    </a:moveTo>
                    <a:cubicBezTo>
                      <a:pt x="4213" y="6441"/>
                      <a:pt x="5020" y="6107"/>
                      <a:pt x="5615" y="5512"/>
                    </a:cubicBezTo>
                    <a:cubicBezTo>
                      <a:pt x="6209" y="4917"/>
                      <a:pt x="6544" y="4110"/>
                      <a:pt x="6544" y="3268"/>
                    </a:cubicBezTo>
                    <a:cubicBezTo>
                      <a:pt x="6544" y="2427"/>
                      <a:pt x="6209" y="1620"/>
                      <a:pt x="5615" y="1025"/>
                    </a:cubicBezTo>
                    <a:cubicBezTo>
                      <a:pt x="5020" y="430"/>
                      <a:pt x="4213" y="95"/>
                      <a:pt x="3372" y="95"/>
                    </a:cubicBezTo>
                    <a:cubicBezTo>
                      <a:pt x="2531" y="95"/>
                      <a:pt x="1724" y="430"/>
                      <a:pt x="1129" y="1025"/>
                    </a:cubicBezTo>
                    <a:cubicBezTo>
                      <a:pt x="535" y="1620"/>
                      <a:pt x="200" y="2427"/>
                      <a:pt x="200" y="3268"/>
                    </a:cubicBezTo>
                    <a:cubicBezTo>
                      <a:pt x="200" y="4110"/>
                      <a:pt x="535" y="4917"/>
                      <a:pt x="1129" y="5512"/>
                    </a:cubicBezTo>
                    <a:cubicBezTo>
                      <a:pt x="1724" y="6107"/>
                      <a:pt x="2531" y="6441"/>
                      <a:pt x="3372" y="64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42D424A7-4C2F-2DBE-0526-0D44E381AA38}"/>
                  </a:ext>
                </a:extLst>
              </p:cNvPr>
              <p:cNvSpPr/>
              <p:nvPr/>
            </p:nvSpPr>
            <p:spPr>
              <a:xfrm>
                <a:off x="3396748" y="4677274"/>
                <a:ext cx="6343" cy="6345"/>
              </a:xfrm>
              <a:custGeom>
                <a:avLst/>
                <a:gdLst>
                  <a:gd name="connsiteX0" fmla="*/ 3372 w 6343"/>
                  <a:gd name="connsiteY0" fmla="*/ 6440 h 6345"/>
                  <a:gd name="connsiteX1" fmla="*/ 5615 w 6343"/>
                  <a:gd name="connsiteY1" fmla="*/ 5511 h 6345"/>
                  <a:gd name="connsiteX2" fmla="*/ 6544 w 6343"/>
                  <a:gd name="connsiteY2" fmla="*/ 3267 h 6345"/>
                  <a:gd name="connsiteX3" fmla="*/ 5615 w 6343"/>
                  <a:gd name="connsiteY3" fmla="*/ 1024 h 6345"/>
                  <a:gd name="connsiteX4" fmla="*/ 3372 w 6343"/>
                  <a:gd name="connsiteY4" fmla="*/ 94 h 6345"/>
                  <a:gd name="connsiteX5" fmla="*/ 1130 w 6343"/>
                  <a:gd name="connsiteY5" fmla="*/ 1024 h 6345"/>
                  <a:gd name="connsiteX6" fmla="*/ 201 w 6343"/>
                  <a:gd name="connsiteY6" fmla="*/ 3267 h 6345"/>
                  <a:gd name="connsiteX7" fmla="*/ 1130 w 6343"/>
                  <a:gd name="connsiteY7" fmla="*/ 5511 h 6345"/>
                  <a:gd name="connsiteX8" fmla="*/ 3372 w 6343"/>
                  <a:gd name="connsiteY8" fmla="*/ 64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0"/>
                    </a:moveTo>
                    <a:cubicBezTo>
                      <a:pt x="4213" y="6440"/>
                      <a:pt x="5020" y="6105"/>
                      <a:pt x="5615" y="5511"/>
                    </a:cubicBezTo>
                    <a:cubicBezTo>
                      <a:pt x="6210" y="4916"/>
                      <a:pt x="6544" y="4109"/>
                      <a:pt x="6544" y="3267"/>
                    </a:cubicBezTo>
                    <a:cubicBezTo>
                      <a:pt x="6544" y="2426"/>
                      <a:pt x="6210" y="1619"/>
                      <a:pt x="5615" y="1024"/>
                    </a:cubicBezTo>
                    <a:cubicBezTo>
                      <a:pt x="5020" y="429"/>
                      <a:pt x="4213" y="94"/>
                      <a:pt x="3372" y="94"/>
                    </a:cubicBezTo>
                    <a:cubicBezTo>
                      <a:pt x="2531" y="94"/>
                      <a:pt x="1724" y="429"/>
                      <a:pt x="1130" y="1024"/>
                    </a:cubicBezTo>
                    <a:cubicBezTo>
                      <a:pt x="535" y="1619"/>
                      <a:pt x="201" y="2426"/>
                      <a:pt x="201" y="3267"/>
                    </a:cubicBezTo>
                    <a:cubicBezTo>
                      <a:pt x="201" y="4109"/>
                      <a:pt x="535" y="4916"/>
                      <a:pt x="1130" y="5511"/>
                    </a:cubicBezTo>
                    <a:cubicBezTo>
                      <a:pt x="1724" y="6105"/>
                      <a:pt x="2531" y="6440"/>
                      <a:pt x="3372" y="64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39FA5254-6B54-6F90-CFB2-573E8394652C}"/>
                  </a:ext>
                </a:extLst>
              </p:cNvPr>
              <p:cNvSpPr/>
              <p:nvPr/>
            </p:nvSpPr>
            <p:spPr>
              <a:xfrm>
                <a:off x="3398485" y="4663610"/>
                <a:ext cx="6343" cy="6345"/>
              </a:xfrm>
              <a:custGeom>
                <a:avLst/>
                <a:gdLst>
                  <a:gd name="connsiteX0" fmla="*/ 3372 w 6343"/>
                  <a:gd name="connsiteY0" fmla="*/ 6439 h 6345"/>
                  <a:gd name="connsiteX1" fmla="*/ 5615 w 6343"/>
                  <a:gd name="connsiteY1" fmla="*/ 5509 h 6345"/>
                  <a:gd name="connsiteX2" fmla="*/ 6544 w 6343"/>
                  <a:gd name="connsiteY2" fmla="*/ 3266 h 6345"/>
                  <a:gd name="connsiteX3" fmla="*/ 5615 w 6343"/>
                  <a:gd name="connsiteY3" fmla="*/ 1023 h 6345"/>
                  <a:gd name="connsiteX4" fmla="*/ 3372 w 6343"/>
                  <a:gd name="connsiteY4" fmla="*/ 93 h 6345"/>
                  <a:gd name="connsiteX5" fmla="*/ 1130 w 6343"/>
                  <a:gd name="connsiteY5" fmla="*/ 1023 h 6345"/>
                  <a:gd name="connsiteX6" fmla="*/ 201 w 6343"/>
                  <a:gd name="connsiteY6" fmla="*/ 3266 h 6345"/>
                  <a:gd name="connsiteX7" fmla="*/ 1130 w 6343"/>
                  <a:gd name="connsiteY7" fmla="*/ 5509 h 6345"/>
                  <a:gd name="connsiteX8" fmla="*/ 3372 w 6343"/>
                  <a:gd name="connsiteY8" fmla="*/ 64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39"/>
                    </a:moveTo>
                    <a:cubicBezTo>
                      <a:pt x="4213" y="6439"/>
                      <a:pt x="5020" y="6104"/>
                      <a:pt x="5615" y="5509"/>
                    </a:cubicBezTo>
                    <a:cubicBezTo>
                      <a:pt x="6210" y="4914"/>
                      <a:pt x="6544" y="4107"/>
                      <a:pt x="6544" y="3266"/>
                    </a:cubicBezTo>
                    <a:cubicBezTo>
                      <a:pt x="6544" y="2425"/>
                      <a:pt x="6210" y="1618"/>
                      <a:pt x="5615" y="1023"/>
                    </a:cubicBezTo>
                    <a:cubicBezTo>
                      <a:pt x="5020" y="428"/>
                      <a:pt x="4213" y="93"/>
                      <a:pt x="3372" y="93"/>
                    </a:cubicBezTo>
                    <a:cubicBezTo>
                      <a:pt x="2531" y="93"/>
                      <a:pt x="1724" y="428"/>
                      <a:pt x="1130" y="1023"/>
                    </a:cubicBezTo>
                    <a:cubicBezTo>
                      <a:pt x="535" y="1618"/>
                      <a:pt x="201" y="2425"/>
                      <a:pt x="201" y="3266"/>
                    </a:cubicBezTo>
                    <a:cubicBezTo>
                      <a:pt x="201" y="4107"/>
                      <a:pt x="535" y="4914"/>
                      <a:pt x="1130" y="5509"/>
                    </a:cubicBezTo>
                    <a:cubicBezTo>
                      <a:pt x="1724" y="6104"/>
                      <a:pt x="2531" y="6439"/>
                      <a:pt x="3372" y="64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E0129DBC-8881-6773-2CD2-454F8ABAA6ED}"/>
                  </a:ext>
                </a:extLst>
              </p:cNvPr>
              <p:cNvSpPr/>
              <p:nvPr/>
            </p:nvSpPr>
            <p:spPr>
              <a:xfrm>
                <a:off x="3401019" y="4651412"/>
                <a:ext cx="6343" cy="6345"/>
              </a:xfrm>
              <a:custGeom>
                <a:avLst/>
                <a:gdLst>
                  <a:gd name="connsiteX0" fmla="*/ 3372 w 6343"/>
                  <a:gd name="connsiteY0" fmla="*/ 6438 h 6345"/>
                  <a:gd name="connsiteX1" fmla="*/ 5615 w 6343"/>
                  <a:gd name="connsiteY1" fmla="*/ 5508 h 6345"/>
                  <a:gd name="connsiteX2" fmla="*/ 6544 w 6343"/>
                  <a:gd name="connsiteY2" fmla="*/ 3265 h 6345"/>
                  <a:gd name="connsiteX3" fmla="*/ 5615 w 6343"/>
                  <a:gd name="connsiteY3" fmla="*/ 1022 h 6345"/>
                  <a:gd name="connsiteX4" fmla="*/ 3372 w 6343"/>
                  <a:gd name="connsiteY4" fmla="*/ 92 h 6345"/>
                  <a:gd name="connsiteX5" fmla="*/ 1130 w 6343"/>
                  <a:gd name="connsiteY5" fmla="*/ 1022 h 6345"/>
                  <a:gd name="connsiteX6" fmla="*/ 201 w 6343"/>
                  <a:gd name="connsiteY6" fmla="*/ 3265 h 6345"/>
                  <a:gd name="connsiteX7" fmla="*/ 1130 w 6343"/>
                  <a:gd name="connsiteY7" fmla="*/ 5508 h 6345"/>
                  <a:gd name="connsiteX8" fmla="*/ 3372 w 6343"/>
                  <a:gd name="connsiteY8" fmla="*/ 64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38"/>
                    </a:moveTo>
                    <a:cubicBezTo>
                      <a:pt x="4214" y="6438"/>
                      <a:pt x="5020" y="6103"/>
                      <a:pt x="5615" y="5508"/>
                    </a:cubicBezTo>
                    <a:cubicBezTo>
                      <a:pt x="6210" y="4914"/>
                      <a:pt x="6544" y="4106"/>
                      <a:pt x="6544" y="3265"/>
                    </a:cubicBezTo>
                    <a:cubicBezTo>
                      <a:pt x="6544" y="2424"/>
                      <a:pt x="6210" y="1617"/>
                      <a:pt x="5615" y="1022"/>
                    </a:cubicBezTo>
                    <a:cubicBezTo>
                      <a:pt x="5020" y="427"/>
                      <a:pt x="4214" y="92"/>
                      <a:pt x="3372" y="92"/>
                    </a:cubicBezTo>
                    <a:cubicBezTo>
                      <a:pt x="2531" y="92"/>
                      <a:pt x="1725" y="427"/>
                      <a:pt x="1130" y="1022"/>
                    </a:cubicBezTo>
                    <a:cubicBezTo>
                      <a:pt x="535" y="1617"/>
                      <a:pt x="201" y="2424"/>
                      <a:pt x="201" y="3265"/>
                    </a:cubicBezTo>
                    <a:cubicBezTo>
                      <a:pt x="201" y="4106"/>
                      <a:pt x="535" y="4914"/>
                      <a:pt x="1130" y="5508"/>
                    </a:cubicBezTo>
                    <a:cubicBezTo>
                      <a:pt x="1725" y="6103"/>
                      <a:pt x="2531" y="6438"/>
                      <a:pt x="3372" y="64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6068B228-5293-EA37-F05F-53E12F38400F}"/>
                  </a:ext>
                </a:extLst>
              </p:cNvPr>
              <p:cNvSpPr/>
              <p:nvPr/>
            </p:nvSpPr>
            <p:spPr>
              <a:xfrm>
                <a:off x="3406872" y="4646652"/>
                <a:ext cx="6343" cy="6345"/>
              </a:xfrm>
              <a:custGeom>
                <a:avLst/>
                <a:gdLst>
                  <a:gd name="connsiteX0" fmla="*/ 3373 w 6343"/>
                  <a:gd name="connsiteY0" fmla="*/ 6437 h 6345"/>
                  <a:gd name="connsiteX1" fmla="*/ 5616 w 6343"/>
                  <a:gd name="connsiteY1" fmla="*/ 5508 h 6345"/>
                  <a:gd name="connsiteX2" fmla="*/ 6544 w 6343"/>
                  <a:gd name="connsiteY2" fmla="*/ 3265 h 6345"/>
                  <a:gd name="connsiteX3" fmla="*/ 5616 w 6343"/>
                  <a:gd name="connsiteY3" fmla="*/ 1021 h 6345"/>
                  <a:gd name="connsiteX4" fmla="*/ 3373 w 6343"/>
                  <a:gd name="connsiteY4" fmla="*/ 92 h 6345"/>
                  <a:gd name="connsiteX5" fmla="*/ 1130 w 6343"/>
                  <a:gd name="connsiteY5" fmla="*/ 1021 h 6345"/>
                  <a:gd name="connsiteX6" fmla="*/ 201 w 6343"/>
                  <a:gd name="connsiteY6" fmla="*/ 3265 h 6345"/>
                  <a:gd name="connsiteX7" fmla="*/ 1130 w 6343"/>
                  <a:gd name="connsiteY7" fmla="*/ 5508 h 6345"/>
                  <a:gd name="connsiteX8" fmla="*/ 3373 w 6343"/>
                  <a:gd name="connsiteY8" fmla="*/ 64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7"/>
                    </a:moveTo>
                    <a:cubicBezTo>
                      <a:pt x="4214" y="6437"/>
                      <a:pt x="5021" y="6103"/>
                      <a:pt x="5616" y="5508"/>
                    </a:cubicBezTo>
                    <a:cubicBezTo>
                      <a:pt x="6210" y="4913"/>
                      <a:pt x="6544" y="4106"/>
                      <a:pt x="6544" y="3265"/>
                    </a:cubicBezTo>
                    <a:cubicBezTo>
                      <a:pt x="6544" y="2423"/>
                      <a:pt x="6210" y="1616"/>
                      <a:pt x="5616" y="1021"/>
                    </a:cubicBezTo>
                    <a:cubicBezTo>
                      <a:pt x="5021" y="426"/>
                      <a:pt x="4214" y="92"/>
                      <a:pt x="3373" y="92"/>
                    </a:cubicBezTo>
                    <a:cubicBezTo>
                      <a:pt x="2532" y="92"/>
                      <a:pt x="1725" y="426"/>
                      <a:pt x="1130" y="1021"/>
                    </a:cubicBezTo>
                    <a:cubicBezTo>
                      <a:pt x="536" y="1616"/>
                      <a:pt x="201" y="2423"/>
                      <a:pt x="201" y="3265"/>
                    </a:cubicBezTo>
                    <a:cubicBezTo>
                      <a:pt x="201" y="4106"/>
                      <a:pt x="536" y="4913"/>
                      <a:pt x="1130" y="5508"/>
                    </a:cubicBezTo>
                    <a:cubicBezTo>
                      <a:pt x="1725" y="6103"/>
                      <a:pt x="2532" y="6437"/>
                      <a:pt x="3373" y="64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593F4C25-4F29-83A5-6C14-5A97502C9BDF}"/>
                  </a:ext>
                </a:extLst>
              </p:cNvPr>
              <p:cNvSpPr/>
              <p:nvPr/>
            </p:nvSpPr>
            <p:spPr>
              <a:xfrm>
                <a:off x="3409420" y="4633974"/>
                <a:ext cx="6343" cy="6345"/>
              </a:xfrm>
              <a:custGeom>
                <a:avLst/>
                <a:gdLst>
                  <a:gd name="connsiteX0" fmla="*/ 3373 w 6343"/>
                  <a:gd name="connsiteY0" fmla="*/ 6436 h 6345"/>
                  <a:gd name="connsiteX1" fmla="*/ 5616 w 6343"/>
                  <a:gd name="connsiteY1" fmla="*/ 5507 h 6345"/>
                  <a:gd name="connsiteX2" fmla="*/ 6545 w 6343"/>
                  <a:gd name="connsiteY2" fmla="*/ 3264 h 6345"/>
                  <a:gd name="connsiteX3" fmla="*/ 5616 w 6343"/>
                  <a:gd name="connsiteY3" fmla="*/ 1020 h 6345"/>
                  <a:gd name="connsiteX4" fmla="*/ 3373 w 6343"/>
                  <a:gd name="connsiteY4" fmla="*/ 91 h 6345"/>
                  <a:gd name="connsiteX5" fmla="*/ 1130 w 6343"/>
                  <a:gd name="connsiteY5" fmla="*/ 1020 h 6345"/>
                  <a:gd name="connsiteX6" fmla="*/ 202 w 6343"/>
                  <a:gd name="connsiteY6" fmla="*/ 3264 h 6345"/>
                  <a:gd name="connsiteX7" fmla="*/ 1130 w 6343"/>
                  <a:gd name="connsiteY7" fmla="*/ 5507 h 6345"/>
                  <a:gd name="connsiteX8" fmla="*/ 3373 w 6343"/>
                  <a:gd name="connsiteY8" fmla="*/ 64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6"/>
                    </a:moveTo>
                    <a:cubicBezTo>
                      <a:pt x="4214" y="6436"/>
                      <a:pt x="5021" y="6102"/>
                      <a:pt x="5616" y="5507"/>
                    </a:cubicBezTo>
                    <a:cubicBezTo>
                      <a:pt x="6211" y="4912"/>
                      <a:pt x="6545" y="4105"/>
                      <a:pt x="6545" y="3264"/>
                    </a:cubicBezTo>
                    <a:cubicBezTo>
                      <a:pt x="6545" y="2422"/>
                      <a:pt x="6211" y="1615"/>
                      <a:pt x="5616" y="1020"/>
                    </a:cubicBezTo>
                    <a:cubicBezTo>
                      <a:pt x="5021" y="425"/>
                      <a:pt x="4214" y="91"/>
                      <a:pt x="3373" y="91"/>
                    </a:cubicBezTo>
                    <a:cubicBezTo>
                      <a:pt x="2532" y="91"/>
                      <a:pt x="1725" y="425"/>
                      <a:pt x="1130" y="1020"/>
                    </a:cubicBezTo>
                    <a:cubicBezTo>
                      <a:pt x="536" y="1615"/>
                      <a:pt x="202" y="2422"/>
                      <a:pt x="202" y="3264"/>
                    </a:cubicBezTo>
                    <a:cubicBezTo>
                      <a:pt x="202" y="4105"/>
                      <a:pt x="536" y="4912"/>
                      <a:pt x="1130" y="5507"/>
                    </a:cubicBezTo>
                    <a:cubicBezTo>
                      <a:pt x="1725" y="6102"/>
                      <a:pt x="2532" y="6436"/>
                      <a:pt x="3373" y="64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C9A365A9-B7B4-CAB4-93C6-CE3F4AC100BF}"/>
                  </a:ext>
                </a:extLst>
              </p:cNvPr>
              <p:cNvSpPr/>
              <p:nvPr/>
            </p:nvSpPr>
            <p:spPr>
              <a:xfrm>
                <a:off x="3411451" y="4619702"/>
                <a:ext cx="6343" cy="6345"/>
              </a:xfrm>
              <a:custGeom>
                <a:avLst/>
                <a:gdLst>
                  <a:gd name="connsiteX0" fmla="*/ 3373 w 6343"/>
                  <a:gd name="connsiteY0" fmla="*/ 6435 h 6345"/>
                  <a:gd name="connsiteX1" fmla="*/ 5616 w 6343"/>
                  <a:gd name="connsiteY1" fmla="*/ 5506 h 6345"/>
                  <a:gd name="connsiteX2" fmla="*/ 6545 w 6343"/>
                  <a:gd name="connsiteY2" fmla="*/ 3263 h 6345"/>
                  <a:gd name="connsiteX3" fmla="*/ 5616 w 6343"/>
                  <a:gd name="connsiteY3" fmla="*/ 1019 h 6345"/>
                  <a:gd name="connsiteX4" fmla="*/ 3373 w 6343"/>
                  <a:gd name="connsiteY4" fmla="*/ 90 h 6345"/>
                  <a:gd name="connsiteX5" fmla="*/ 1131 w 6343"/>
                  <a:gd name="connsiteY5" fmla="*/ 1019 h 6345"/>
                  <a:gd name="connsiteX6" fmla="*/ 202 w 6343"/>
                  <a:gd name="connsiteY6" fmla="*/ 3263 h 6345"/>
                  <a:gd name="connsiteX7" fmla="*/ 1131 w 6343"/>
                  <a:gd name="connsiteY7" fmla="*/ 5506 h 6345"/>
                  <a:gd name="connsiteX8" fmla="*/ 3373 w 6343"/>
                  <a:gd name="connsiteY8" fmla="*/ 64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5"/>
                    </a:moveTo>
                    <a:cubicBezTo>
                      <a:pt x="4214" y="6435"/>
                      <a:pt x="5021" y="6101"/>
                      <a:pt x="5616" y="5506"/>
                    </a:cubicBezTo>
                    <a:cubicBezTo>
                      <a:pt x="6211" y="4911"/>
                      <a:pt x="6545" y="4104"/>
                      <a:pt x="6545" y="3263"/>
                    </a:cubicBezTo>
                    <a:cubicBezTo>
                      <a:pt x="6545" y="2421"/>
                      <a:pt x="6211" y="1614"/>
                      <a:pt x="5616" y="1019"/>
                    </a:cubicBezTo>
                    <a:cubicBezTo>
                      <a:pt x="5021" y="424"/>
                      <a:pt x="4214" y="90"/>
                      <a:pt x="3373" y="90"/>
                    </a:cubicBezTo>
                    <a:cubicBezTo>
                      <a:pt x="2532" y="90"/>
                      <a:pt x="1725" y="424"/>
                      <a:pt x="1131" y="1019"/>
                    </a:cubicBezTo>
                    <a:cubicBezTo>
                      <a:pt x="536" y="1614"/>
                      <a:pt x="202" y="2421"/>
                      <a:pt x="202" y="3263"/>
                    </a:cubicBezTo>
                    <a:cubicBezTo>
                      <a:pt x="202" y="4104"/>
                      <a:pt x="536" y="4911"/>
                      <a:pt x="1131" y="5506"/>
                    </a:cubicBezTo>
                    <a:cubicBezTo>
                      <a:pt x="1725" y="6101"/>
                      <a:pt x="2532" y="6435"/>
                      <a:pt x="3373" y="64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D750475D-D50C-E6B0-ABC0-2D75A94C7AF1}"/>
                  </a:ext>
                </a:extLst>
              </p:cNvPr>
              <p:cNvSpPr/>
              <p:nvPr/>
            </p:nvSpPr>
            <p:spPr>
              <a:xfrm>
                <a:off x="3405980" y="4586568"/>
                <a:ext cx="6343" cy="6345"/>
              </a:xfrm>
              <a:custGeom>
                <a:avLst/>
                <a:gdLst>
                  <a:gd name="connsiteX0" fmla="*/ 3373 w 6343"/>
                  <a:gd name="connsiteY0" fmla="*/ 6433 h 6345"/>
                  <a:gd name="connsiteX1" fmla="*/ 5615 w 6343"/>
                  <a:gd name="connsiteY1" fmla="*/ 5503 h 6345"/>
                  <a:gd name="connsiteX2" fmla="*/ 6544 w 6343"/>
                  <a:gd name="connsiteY2" fmla="*/ 3260 h 6345"/>
                  <a:gd name="connsiteX3" fmla="*/ 5615 w 6343"/>
                  <a:gd name="connsiteY3" fmla="*/ 1016 h 6345"/>
                  <a:gd name="connsiteX4" fmla="*/ 3373 w 6343"/>
                  <a:gd name="connsiteY4" fmla="*/ 87 h 6345"/>
                  <a:gd name="connsiteX5" fmla="*/ 1130 w 6343"/>
                  <a:gd name="connsiteY5" fmla="*/ 1016 h 6345"/>
                  <a:gd name="connsiteX6" fmla="*/ 201 w 6343"/>
                  <a:gd name="connsiteY6" fmla="*/ 3260 h 6345"/>
                  <a:gd name="connsiteX7" fmla="*/ 1130 w 6343"/>
                  <a:gd name="connsiteY7" fmla="*/ 5503 h 6345"/>
                  <a:gd name="connsiteX8" fmla="*/ 3373 w 6343"/>
                  <a:gd name="connsiteY8" fmla="*/ 64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3"/>
                    </a:moveTo>
                    <a:cubicBezTo>
                      <a:pt x="4214" y="6433"/>
                      <a:pt x="5021" y="6098"/>
                      <a:pt x="5615" y="5503"/>
                    </a:cubicBezTo>
                    <a:cubicBezTo>
                      <a:pt x="6210" y="4908"/>
                      <a:pt x="6544" y="4101"/>
                      <a:pt x="6544" y="3260"/>
                    </a:cubicBezTo>
                    <a:cubicBezTo>
                      <a:pt x="6544" y="2419"/>
                      <a:pt x="6210" y="1611"/>
                      <a:pt x="5615" y="1016"/>
                    </a:cubicBezTo>
                    <a:cubicBezTo>
                      <a:pt x="5021" y="422"/>
                      <a:pt x="4214" y="87"/>
                      <a:pt x="3373" y="87"/>
                    </a:cubicBezTo>
                    <a:cubicBezTo>
                      <a:pt x="2532" y="87"/>
                      <a:pt x="1725" y="422"/>
                      <a:pt x="1130" y="1016"/>
                    </a:cubicBezTo>
                    <a:cubicBezTo>
                      <a:pt x="535" y="1611"/>
                      <a:pt x="201" y="2419"/>
                      <a:pt x="201" y="3260"/>
                    </a:cubicBezTo>
                    <a:cubicBezTo>
                      <a:pt x="201" y="4101"/>
                      <a:pt x="535" y="4908"/>
                      <a:pt x="1130" y="5503"/>
                    </a:cubicBezTo>
                    <a:cubicBezTo>
                      <a:pt x="1725" y="6098"/>
                      <a:pt x="2532" y="6433"/>
                      <a:pt x="3373" y="64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1E50AD77-C9D8-4C02-3786-5858A9906099}"/>
                  </a:ext>
                </a:extLst>
              </p:cNvPr>
              <p:cNvSpPr/>
              <p:nvPr/>
            </p:nvSpPr>
            <p:spPr>
              <a:xfrm>
                <a:off x="3408301" y="4571865"/>
                <a:ext cx="6343" cy="6345"/>
              </a:xfrm>
              <a:custGeom>
                <a:avLst/>
                <a:gdLst>
                  <a:gd name="connsiteX0" fmla="*/ 3373 w 6343"/>
                  <a:gd name="connsiteY0" fmla="*/ 6431 h 6345"/>
                  <a:gd name="connsiteX1" fmla="*/ 5616 w 6343"/>
                  <a:gd name="connsiteY1" fmla="*/ 5502 h 6345"/>
                  <a:gd name="connsiteX2" fmla="*/ 6545 w 6343"/>
                  <a:gd name="connsiteY2" fmla="*/ 3259 h 6345"/>
                  <a:gd name="connsiteX3" fmla="*/ 5616 w 6343"/>
                  <a:gd name="connsiteY3" fmla="*/ 1015 h 6345"/>
                  <a:gd name="connsiteX4" fmla="*/ 3373 w 6343"/>
                  <a:gd name="connsiteY4" fmla="*/ 86 h 6345"/>
                  <a:gd name="connsiteX5" fmla="*/ 1130 w 6343"/>
                  <a:gd name="connsiteY5" fmla="*/ 1015 h 6345"/>
                  <a:gd name="connsiteX6" fmla="*/ 201 w 6343"/>
                  <a:gd name="connsiteY6" fmla="*/ 3259 h 6345"/>
                  <a:gd name="connsiteX7" fmla="*/ 1130 w 6343"/>
                  <a:gd name="connsiteY7" fmla="*/ 5502 h 6345"/>
                  <a:gd name="connsiteX8" fmla="*/ 3373 w 6343"/>
                  <a:gd name="connsiteY8" fmla="*/ 64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1"/>
                    </a:moveTo>
                    <a:cubicBezTo>
                      <a:pt x="4214" y="6431"/>
                      <a:pt x="5021" y="6097"/>
                      <a:pt x="5616" y="5502"/>
                    </a:cubicBezTo>
                    <a:cubicBezTo>
                      <a:pt x="6210" y="4907"/>
                      <a:pt x="6545" y="4100"/>
                      <a:pt x="6545" y="3259"/>
                    </a:cubicBezTo>
                    <a:cubicBezTo>
                      <a:pt x="6545" y="2417"/>
                      <a:pt x="6210" y="1610"/>
                      <a:pt x="5616" y="1015"/>
                    </a:cubicBezTo>
                    <a:cubicBezTo>
                      <a:pt x="5021" y="420"/>
                      <a:pt x="4214" y="86"/>
                      <a:pt x="3373" y="86"/>
                    </a:cubicBezTo>
                    <a:cubicBezTo>
                      <a:pt x="2532" y="86"/>
                      <a:pt x="1725" y="420"/>
                      <a:pt x="1130" y="1015"/>
                    </a:cubicBezTo>
                    <a:cubicBezTo>
                      <a:pt x="536" y="1610"/>
                      <a:pt x="201" y="2417"/>
                      <a:pt x="201" y="3259"/>
                    </a:cubicBezTo>
                    <a:cubicBezTo>
                      <a:pt x="201" y="4100"/>
                      <a:pt x="536" y="4907"/>
                      <a:pt x="1130" y="5502"/>
                    </a:cubicBezTo>
                    <a:cubicBezTo>
                      <a:pt x="1725" y="6097"/>
                      <a:pt x="2532" y="6431"/>
                      <a:pt x="3373" y="64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B87B8828-BDB4-1558-3319-C3791C6B8D8F}"/>
                  </a:ext>
                </a:extLst>
              </p:cNvPr>
              <p:cNvSpPr/>
              <p:nvPr/>
            </p:nvSpPr>
            <p:spPr>
              <a:xfrm>
                <a:off x="3410594" y="4556659"/>
                <a:ext cx="6343" cy="6345"/>
              </a:xfrm>
              <a:custGeom>
                <a:avLst/>
                <a:gdLst>
                  <a:gd name="connsiteX0" fmla="*/ 3373 w 6343"/>
                  <a:gd name="connsiteY0" fmla="*/ 6430 h 6345"/>
                  <a:gd name="connsiteX1" fmla="*/ 5616 w 6343"/>
                  <a:gd name="connsiteY1" fmla="*/ 5501 h 6345"/>
                  <a:gd name="connsiteX2" fmla="*/ 6545 w 6343"/>
                  <a:gd name="connsiteY2" fmla="*/ 3258 h 6345"/>
                  <a:gd name="connsiteX3" fmla="*/ 5616 w 6343"/>
                  <a:gd name="connsiteY3" fmla="*/ 1014 h 6345"/>
                  <a:gd name="connsiteX4" fmla="*/ 3373 w 6343"/>
                  <a:gd name="connsiteY4" fmla="*/ 85 h 6345"/>
                  <a:gd name="connsiteX5" fmla="*/ 1131 w 6343"/>
                  <a:gd name="connsiteY5" fmla="*/ 1014 h 6345"/>
                  <a:gd name="connsiteX6" fmla="*/ 202 w 6343"/>
                  <a:gd name="connsiteY6" fmla="*/ 3258 h 6345"/>
                  <a:gd name="connsiteX7" fmla="*/ 1131 w 6343"/>
                  <a:gd name="connsiteY7" fmla="*/ 5501 h 6345"/>
                  <a:gd name="connsiteX8" fmla="*/ 3373 w 6343"/>
                  <a:gd name="connsiteY8" fmla="*/ 64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0"/>
                    </a:moveTo>
                    <a:cubicBezTo>
                      <a:pt x="4214" y="6430"/>
                      <a:pt x="5021" y="6096"/>
                      <a:pt x="5616" y="5501"/>
                    </a:cubicBezTo>
                    <a:cubicBezTo>
                      <a:pt x="6211" y="4906"/>
                      <a:pt x="6545" y="4099"/>
                      <a:pt x="6545" y="3258"/>
                    </a:cubicBezTo>
                    <a:cubicBezTo>
                      <a:pt x="6545" y="2416"/>
                      <a:pt x="6211" y="1609"/>
                      <a:pt x="5616" y="1014"/>
                    </a:cubicBezTo>
                    <a:cubicBezTo>
                      <a:pt x="5021" y="419"/>
                      <a:pt x="4214" y="85"/>
                      <a:pt x="3373" y="85"/>
                    </a:cubicBezTo>
                    <a:cubicBezTo>
                      <a:pt x="2532" y="85"/>
                      <a:pt x="1725" y="419"/>
                      <a:pt x="1131" y="1014"/>
                    </a:cubicBezTo>
                    <a:cubicBezTo>
                      <a:pt x="536" y="1609"/>
                      <a:pt x="202" y="2416"/>
                      <a:pt x="202" y="3258"/>
                    </a:cubicBezTo>
                    <a:cubicBezTo>
                      <a:pt x="202" y="4099"/>
                      <a:pt x="536" y="4906"/>
                      <a:pt x="1131" y="5501"/>
                    </a:cubicBezTo>
                    <a:cubicBezTo>
                      <a:pt x="1725" y="6096"/>
                      <a:pt x="2532" y="6430"/>
                      <a:pt x="3373" y="64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D6B7E91B-CB98-C7E3-4EE5-5F55C79AD8E1}"/>
                  </a:ext>
                </a:extLst>
              </p:cNvPr>
              <p:cNvSpPr/>
              <p:nvPr/>
            </p:nvSpPr>
            <p:spPr>
              <a:xfrm>
                <a:off x="3412320" y="4539527"/>
                <a:ext cx="6343" cy="6345"/>
              </a:xfrm>
              <a:custGeom>
                <a:avLst/>
                <a:gdLst>
                  <a:gd name="connsiteX0" fmla="*/ 3373 w 6343"/>
                  <a:gd name="connsiteY0" fmla="*/ 6429 h 6345"/>
                  <a:gd name="connsiteX1" fmla="*/ 5616 w 6343"/>
                  <a:gd name="connsiteY1" fmla="*/ 5500 h 6345"/>
                  <a:gd name="connsiteX2" fmla="*/ 6545 w 6343"/>
                  <a:gd name="connsiteY2" fmla="*/ 3256 h 6345"/>
                  <a:gd name="connsiteX3" fmla="*/ 5616 w 6343"/>
                  <a:gd name="connsiteY3" fmla="*/ 1013 h 6345"/>
                  <a:gd name="connsiteX4" fmla="*/ 3373 w 6343"/>
                  <a:gd name="connsiteY4" fmla="*/ 84 h 6345"/>
                  <a:gd name="connsiteX5" fmla="*/ 1131 w 6343"/>
                  <a:gd name="connsiteY5" fmla="*/ 1013 h 6345"/>
                  <a:gd name="connsiteX6" fmla="*/ 202 w 6343"/>
                  <a:gd name="connsiteY6" fmla="*/ 3256 h 6345"/>
                  <a:gd name="connsiteX7" fmla="*/ 1131 w 6343"/>
                  <a:gd name="connsiteY7" fmla="*/ 5500 h 6345"/>
                  <a:gd name="connsiteX8" fmla="*/ 3373 w 6343"/>
                  <a:gd name="connsiteY8" fmla="*/ 64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29"/>
                    </a:moveTo>
                    <a:cubicBezTo>
                      <a:pt x="4214" y="6429"/>
                      <a:pt x="5021" y="6095"/>
                      <a:pt x="5616" y="5500"/>
                    </a:cubicBezTo>
                    <a:cubicBezTo>
                      <a:pt x="6211" y="4905"/>
                      <a:pt x="6545" y="4098"/>
                      <a:pt x="6545" y="3256"/>
                    </a:cubicBezTo>
                    <a:cubicBezTo>
                      <a:pt x="6545" y="2415"/>
                      <a:pt x="6211" y="1608"/>
                      <a:pt x="5616" y="1013"/>
                    </a:cubicBezTo>
                    <a:cubicBezTo>
                      <a:pt x="5021" y="418"/>
                      <a:pt x="4214" y="84"/>
                      <a:pt x="3373" y="84"/>
                    </a:cubicBezTo>
                    <a:cubicBezTo>
                      <a:pt x="2532" y="84"/>
                      <a:pt x="1725" y="418"/>
                      <a:pt x="1131" y="1013"/>
                    </a:cubicBezTo>
                    <a:cubicBezTo>
                      <a:pt x="536" y="1608"/>
                      <a:pt x="202" y="2415"/>
                      <a:pt x="202" y="3256"/>
                    </a:cubicBezTo>
                    <a:cubicBezTo>
                      <a:pt x="202" y="4098"/>
                      <a:pt x="536" y="4905"/>
                      <a:pt x="1131" y="5500"/>
                    </a:cubicBezTo>
                    <a:cubicBezTo>
                      <a:pt x="1725" y="6095"/>
                      <a:pt x="2532" y="6429"/>
                      <a:pt x="3373" y="64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324E1F80-6E94-B4B1-3E76-5D0A116CBFD1}"/>
                  </a:ext>
                </a:extLst>
              </p:cNvPr>
              <p:cNvSpPr/>
              <p:nvPr/>
            </p:nvSpPr>
            <p:spPr>
              <a:xfrm>
                <a:off x="3414626" y="4523396"/>
                <a:ext cx="6343" cy="6345"/>
              </a:xfrm>
              <a:custGeom>
                <a:avLst/>
                <a:gdLst>
                  <a:gd name="connsiteX0" fmla="*/ 3374 w 6343"/>
                  <a:gd name="connsiteY0" fmla="*/ 6428 h 6345"/>
                  <a:gd name="connsiteX1" fmla="*/ 5616 w 6343"/>
                  <a:gd name="connsiteY1" fmla="*/ 5498 h 6345"/>
                  <a:gd name="connsiteX2" fmla="*/ 6545 w 6343"/>
                  <a:gd name="connsiteY2" fmla="*/ 3255 h 6345"/>
                  <a:gd name="connsiteX3" fmla="*/ 5616 w 6343"/>
                  <a:gd name="connsiteY3" fmla="*/ 1012 h 6345"/>
                  <a:gd name="connsiteX4" fmla="*/ 3374 w 6343"/>
                  <a:gd name="connsiteY4" fmla="*/ 82 h 6345"/>
                  <a:gd name="connsiteX5" fmla="*/ 1131 w 6343"/>
                  <a:gd name="connsiteY5" fmla="*/ 1012 h 6345"/>
                  <a:gd name="connsiteX6" fmla="*/ 202 w 6343"/>
                  <a:gd name="connsiteY6" fmla="*/ 3255 h 6345"/>
                  <a:gd name="connsiteX7" fmla="*/ 1131 w 6343"/>
                  <a:gd name="connsiteY7" fmla="*/ 5498 h 6345"/>
                  <a:gd name="connsiteX8" fmla="*/ 3374 w 6343"/>
                  <a:gd name="connsiteY8" fmla="*/ 64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28"/>
                    </a:moveTo>
                    <a:cubicBezTo>
                      <a:pt x="4215" y="6428"/>
                      <a:pt x="5021" y="6093"/>
                      <a:pt x="5616" y="5498"/>
                    </a:cubicBezTo>
                    <a:cubicBezTo>
                      <a:pt x="6211" y="4903"/>
                      <a:pt x="6545" y="4096"/>
                      <a:pt x="6545" y="3255"/>
                    </a:cubicBezTo>
                    <a:cubicBezTo>
                      <a:pt x="6545" y="2414"/>
                      <a:pt x="6211" y="1606"/>
                      <a:pt x="5616" y="1012"/>
                    </a:cubicBezTo>
                    <a:cubicBezTo>
                      <a:pt x="5021" y="417"/>
                      <a:pt x="4215" y="82"/>
                      <a:pt x="3374" y="82"/>
                    </a:cubicBezTo>
                    <a:cubicBezTo>
                      <a:pt x="2532" y="82"/>
                      <a:pt x="1726" y="417"/>
                      <a:pt x="1131" y="1012"/>
                    </a:cubicBezTo>
                    <a:cubicBezTo>
                      <a:pt x="536" y="1606"/>
                      <a:pt x="202" y="2414"/>
                      <a:pt x="202" y="3255"/>
                    </a:cubicBezTo>
                    <a:cubicBezTo>
                      <a:pt x="202" y="4096"/>
                      <a:pt x="536" y="4903"/>
                      <a:pt x="1131" y="5498"/>
                    </a:cubicBezTo>
                    <a:cubicBezTo>
                      <a:pt x="1726" y="6093"/>
                      <a:pt x="2532" y="6428"/>
                      <a:pt x="3374" y="64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99925194-ACBD-72A5-8749-B7BC4C130B5E}"/>
                  </a:ext>
                </a:extLst>
              </p:cNvPr>
              <p:cNvSpPr/>
              <p:nvPr/>
            </p:nvSpPr>
            <p:spPr>
              <a:xfrm>
                <a:off x="3416317" y="4505106"/>
                <a:ext cx="6343" cy="6345"/>
              </a:xfrm>
              <a:custGeom>
                <a:avLst/>
                <a:gdLst>
                  <a:gd name="connsiteX0" fmla="*/ 3374 w 6343"/>
                  <a:gd name="connsiteY0" fmla="*/ 6426 h 6345"/>
                  <a:gd name="connsiteX1" fmla="*/ 5616 w 6343"/>
                  <a:gd name="connsiteY1" fmla="*/ 5497 h 6345"/>
                  <a:gd name="connsiteX2" fmla="*/ 6545 w 6343"/>
                  <a:gd name="connsiteY2" fmla="*/ 3254 h 6345"/>
                  <a:gd name="connsiteX3" fmla="*/ 5616 w 6343"/>
                  <a:gd name="connsiteY3" fmla="*/ 1010 h 6345"/>
                  <a:gd name="connsiteX4" fmla="*/ 3374 w 6343"/>
                  <a:gd name="connsiteY4" fmla="*/ 81 h 6345"/>
                  <a:gd name="connsiteX5" fmla="*/ 1131 w 6343"/>
                  <a:gd name="connsiteY5" fmla="*/ 1010 h 6345"/>
                  <a:gd name="connsiteX6" fmla="*/ 202 w 6343"/>
                  <a:gd name="connsiteY6" fmla="*/ 3254 h 6345"/>
                  <a:gd name="connsiteX7" fmla="*/ 1131 w 6343"/>
                  <a:gd name="connsiteY7" fmla="*/ 5497 h 6345"/>
                  <a:gd name="connsiteX8" fmla="*/ 3374 w 6343"/>
                  <a:gd name="connsiteY8" fmla="*/ 64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26"/>
                    </a:moveTo>
                    <a:cubicBezTo>
                      <a:pt x="4215" y="6426"/>
                      <a:pt x="5022" y="6092"/>
                      <a:pt x="5616" y="5497"/>
                    </a:cubicBezTo>
                    <a:cubicBezTo>
                      <a:pt x="6211" y="4902"/>
                      <a:pt x="6545" y="4095"/>
                      <a:pt x="6545" y="3254"/>
                    </a:cubicBezTo>
                    <a:cubicBezTo>
                      <a:pt x="6545" y="2412"/>
                      <a:pt x="6211" y="1605"/>
                      <a:pt x="5616" y="1010"/>
                    </a:cubicBezTo>
                    <a:cubicBezTo>
                      <a:pt x="5022" y="415"/>
                      <a:pt x="4215" y="81"/>
                      <a:pt x="3374" y="81"/>
                    </a:cubicBezTo>
                    <a:cubicBezTo>
                      <a:pt x="2533" y="81"/>
                      <a:pt x="1726" y="415"/>
                      <a:pt x="1131" y="1010"/>
                    </a:cubicBezTo>
                    <a:cubicBezTo>
                      <a:pt x="536" y="1605"/>
                      <a:pt x="202" y="2412"/>
                      <a:pt x="202" y="3254"/>
                    </a:cubicBezTo>
                    <a:cubicBezTo>
                      <a:pt x="202" y="4095"/>
                      <a:pt x="536" y="4902"/>
                      <a:pt x="1131" y="5497"/>
                    </a:cubicBezTo>
                    <a:cubicBezTo>
                      <a:pt x="1726" y="6092"/>
                      <a:pt x="2533" y="6426"/>
                      <a:pt x="3374" y="64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8CCBCDBC-8912-ADFD-861D-FFD4CE459F88}"/>
                  </a:ext>
                </a:extLst>
              </p:cNvPr>
              <p:cNvSpPr/>
              <p:nvPr/>
            </p:nvSpPr>
            <p:spPr>
              <a:xfrm>
                <a:off x="3417987" y="4486165"/>
                <a:ext cx="6343" cy="6345"/>
              </a:xfrm>
              <a:custGeom>
                <a:avLst/>
                <a:gdLst>
                  <a:gd name="connsiteX0" fmla="*/ 3374 w 6343"/>
                  <a:gd name="connsiteY0" fmla="*/ 6425 h 6345"/>
                  <a:gd name="connsiteX1" fmla="*/ 5616 w 6343"/>
                  <a:gd name="connsiteY1" fmla="*/ 5495 h 6345"/>
                  <a:gd name="connsiteX2" fmla="*/ 6545 w 6343"/>
                  <a:gd name="connsiteY2" fmla="*/ 3252 h 6345"/>
                  <a:gd name="connsiteX3" fmla="*/ 5616 w 6343"/>
                  <a:gd name="connsiteY3" fmla="*/ 1009 h 6345"/>
                  <a:gd name="connsiteX4" fmla="*/ 3374 w 6343"/>
                  <a:gd name="connsiteY4" fmla="*/ 79 h 6345"/>
                  <a:gd name="connsiteX5" fmla="*/ 1131 w 6343"/>
                  <a:gd name="connsiteY5" fmla="*/ 1009 h 6345"/>
                  <a:gd name="connsiteX6" fmla="*/ 202 w 6343"/>
                  <a:gd name="connsiteY6" fmla="*/ 3252 h 6345"/>
                  <a:gd name="connsiteX7" fmla="*/ 1131 w 6343"/>
                  <a:gd name="connsiteY7" fmla="*/ 5495 h 6345"/>
                  <a:gd name="connsiteX8" fmla="*/ 3374 w 6343"/>
                  <a:gd name="connsiteY8" fmla="*/ 64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25"/>
                    </a:moveTo>
                    <a:cubicBezTo>
                      <a:pt x="4215" y="6425"/>
                      <a:pt x="5022" y="6090"/>
                      <a:pt x="5616" y="5495"/>
                    </a:cubicBezTo>
                    <a:cubicBezTo>
                      <a:pt x="6211" y="4901"/>
                      <a:pt x="6545" y="4093"/>
                      <a:pt x="6545" y="3252"/>
                    </a:cubicBezTo>
                    <a:cubicBezTo>
                      <a:pt x="6545" y="2411"/>
                      <a:pt x="6211" y="1604"/>
                      <a:pt x="5616" y="1009"/>
                    </a:cubicBezTo>
                    <a:cubicBezTo>
                      <a:pt x="5022" y="414"/>
                      <a:pt x="4215" y="79"/>
                      <a:pt x="3374" y="79"/>
                    </a:cubicBezTo>
                    <a:cubicBezTo>
                      <a:pt x="2533" y="79"/>
                      <a:pt x="1726" y="414"/>
                      <a:pt x="1131" y="1009"/>
                    </a:cubicBezTo>
                    <a:cubicBezTo>
                      <a:pt x="536" y="1604"/>
                      <a:pt x="202" y="2411"/>
                      <a:pt x="202" y="3252"/>
                    </a:cubicBezTo>
                    <a:cubicBezTo>
                      <a:pt x="202" y="4093"/>
                      <a:pt x="536" y="4901"/>
                      <a:pt x="1131" y="5495"/>
                    </a:cubicBezTo>
                    <a:cubicBezTo>
                      <a:pt x="1726" y="6090"/>
                      <a:pt x="2533" y="6425"/>
                      <a:pt x="3374" y="64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DD0307FE-3F31-3CC4-AC2B-34790CD9AF43}"/>
                  </a:ext>
                </a:extLst>
              </p:cNvPr>
              <p:cNvSpPr/>
              <p:nvPr/>
            </p:nvSpPr>
            <p:spPr>
              <a:xfrm>
                <a:off x="3421316" y="4471236"/>
                <a:ext cx="6343" cy="6345"/>
              </a:xfrm>
              <a:custGeom>
                <a:avLst/>
                <a:gdLst>
                  <a:gd name="connsiteX0" fmla="*/ 3374 w 6343"/>
                  <a:gd name="connsiteY0" fmla="*/ 6424 h 6345"/>
                  <a:gd name="connsiteX1" fmla="*/ 5617 w 6343"/>
                  <a:gd name="connsiteY1" fmla="*/ 5494 h 6345"/>
                  <a:gd name="connsiteX2" fmla="*/ 6546 w 6343"/>
                  <a:gd name="connsiteY2" fmla="*/ 3251 h 6345"/>
                  <a:gd name="connsiteX3" fmla="*/ 5617 w 6343"/>
                  <a:gd name="connsiteY3" fmla="*/ 1007 h 6345"/>
                  <a:gd name="connsiteX4" fmla="*/ 3374 w 6343"/>
                  <a:gd name="connsiteY4" fmla="*/ 78 h 6345"/>
                  <a:gd name="connsiteX5" fmla="*/ 1131 w 6343"/>
                  <a:gd name="connsiteY5" fmla="*/ 1007 h 6345"/>
                  <a:gd name="connsiteX6" fmla="*/ 203 w 6343"/>
                  <a:gd name="connsiteY6" fmla="*/ 3251 h 6345"/>
                  <a:gd name="connsiteX7" fmla="*/ 1131 w 6343"/>
                  <a:gd name="connsiteY7" fmla="*/ 5494 h 6345"/>
                  <a:gd name="connsiteX8" fmla="*/ 3374 w 6343"/>
                  <a:gd name="connsiteY8" fmla="*/ 64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24"/>
                    </a:moveTo>
                    <a:cubicBezTo>
                      <a:pt x="4215" y="6424"/>
                      <a:pt x="5022" y="6089"/>
                      <a:pt x="5617" y="5494"/>
                    </a:cubicBezTo>
                    <a:cubicBezTo>
                      <a:pt x="6211" y="4899"/>
                      <a:pt x="6546" y="4092"/>
                      <a:pt x="6546" y="3251"/>
                    </a:cubicBezTo>
                    <a:cubicBezTo>
                      <a:pt x="6546" y="2409"/>
                      <a:pt x="6211" y="1602"/>
                      <a:pt x="5617" y="1007"/>
                    </a:cubicBezTo>
                    <a:cubicBezTo>
                      <a:pt x="5022" y="412"/>
                      <a:pt x="4215" y="78"/>
                      <a:pt x="3374" y="78"/>
                    </a:cubicBezTo>
                    <a:cubicBezTo>
                      <a:pt x="2533" y="78"/>
                      <a:pt x="1726" y="412"/>
                      <a:pt x="1131" y="1007"/>
                    </a:cubicBezTo>
                    <a:cubicBezTo>
                      <a:pt x="537" y="1602"/>
                      <a:pt x="203" y="2409"/>
                      <a:pt x="203" y="3251"/>
                    </a:cubicBezTo>
                    <a:cubicBezTo>
                      <a:pt x="203" y="4092"/>
                      <a:pt x="537" y="4899"/>
                      <a:pt x="1131" y="5494"/>
                    </a:cubicBezTo>
                    <a:cubicBezTo>
                      <a:pt x="1726" y="6089"/>
                      <a:pt x="2533" y="6424"/>
                      <a:pt x="3374" y="64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3374269F-1928-B52B-3F23-3DFCEDB151AB}"/>
                  </a:ext>
                </a:extLst>
              </p:cNvPr>
              <p:cNvSpPr/>
              <p:nvPr/>
            </p:nvSpPr>
            <p:spPr>
              <a:xfrm>
                <a:off x="3427362" y="4463586"/>
                <a:ext cx="6343" cy="6345"/>
              </a:xfrm>
              <a:custGeom>
                <a:avLst/>
                <a:gdLst>
                  <a:gd name="connsiteX0" fmla="*/ 3375 w 6343"/>
                  <a:gd name="connsiteY0" fmla="*/ 6423 h 6345"/>
                  <a:gd name="connsiteX1" fmla="*/ 5617 w 6343"/>
                  <a:gd name="connsiteY1" fmla="*/ 5494 h 6345"/>
                  <a:gd name="connsiteX2" fmla="*/ 6546 w 6343"/>
                  <a:gd name="connsiteY2" fmla="*/ 3250 h 6345"/>
                  <a:gd name="connsiteX3" fmla="*/ 5617 w 6343"/>
                  <a:gd name="connsiteY3" fmla="*/ 1007 h 6345"/>
                  <a:gd name="connsiteX4" fmla="*/ 3375 w 6343"/>
                  <a:gd name="connsiteY4" fmla="*/ 78 h 6345"/>
                  <a:gd name="connsiteX5" fmla="*/ 1132 w 6343"/>
                  <a:gd name="connsiteY5" fmla="*/ 1007 h 6345"/>
                  <a:gd name="connsiteX6" fmla="*/ 203 w 6343"/>
                  <a:gd name="connsiteY6" fmla="*/ 3250 h 6345"/>
                  <a:gd name="connsiteX7" fmla="*/ 1132 w 6343"/>
                  <a:gd name="connsiteY7" fmla="*/ 5494 h 6345"/>
                  <a:gd name="connsiteX8" fmla="*/ 3375 w 6343"/>
                  <a:gd name="connsiteY8" fmla="*/ 64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423"/>
                    </a:moveTo>
                    <a:cubicBezTo>
                      <a:pt x="4216" y="6423"/>
                      <a:pt x="5022" y="6089"/>
                      <a:pt x="5617" y="5494"/>
                    </a:cubicBezTo>
                    <a:cubicBezTo>
                      <a:pt x="6212" y="4899"/>
                      <a:pt x="6546" y="4092"/>
                      <a:pt x="6546" y="3250"/>
                    </a:cubicBezTo>
                    <a:cubicBezTo>
                      <a:pt x="6546" y="2409"/>
                      <a:pt x="6212" y="1602"/>
                      <a:pt x="5617" y="1007"/>
                    </a:cubicBezTo>
                    <a:cubicBezTo>
                      <a:pt x="5022" y="412"/>
                      <a:pt x="4216" y="78"/>
                      <a:pt x="3375" y="78"/>
                    </a:cubicBezTo>
                    <a:cubicBezTo>
                      <a:pt x="2533" y="78"/>
                      <a:pt x="1727" y="412"/>
                      <a:pt x="1132" y="1007"/>
                    </a:cubicBezTo>
                    <a:cubicBezTo>
                      <a:pt x="537" y="1602"/>
                      <a:pt x="203" y="2409"/>
                      <a:pt x="203" y="3250"/>
                    </a:cubicBezTo>
                    <a:cubicBezTo>
                      <a:pt x="203" y="4092"/>
                      <a:pt x="537" y="4899"/>
                      <a:pt x="1132" y="5494"/>
                    </a:cubicBezTo>
                    <a:cubicBezTo>
                      <a:pt x="1727" y="6089"/>
                      <a:pt x="2533" y="6423"/>
                      <a:pt x="3375" y="64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3880C119-5E62-CAC4-4E92-2EA148EF14C5}"/>
                  </a:ext>
                </a:extLst>
              </p:cNvPr>
              <p:cNvSpPr/>
              <p:nvPr/>
            </p:nvSpPr>
            <p:spPr>
              <a:xfrm>
                <a:off x="3432356" y="4452673"/>
                <a:ext cx="6343" cy="6345"/>
              </a:xfrm>
              <a:custGeom>
                <a:avLst/>
                <a:gdLst>
                  <a:gd name="connsiteX0" fmla="*/ 3375 w 6343"/>
                  <a:gd name="connsiteY0" fmla="*/ 6422 h 6345"/>
                  <a:gd name="connsiteX1" fmla="*/ 5618 w 6343"/>
                  <a:gd name="connsiteY1" fmla="*/ 5493 h 6345"/>
                  <a:gd name="connsiteX2" fmla="*/ 6546 w 6343"/>
                  <a:gd name="connsiteY2" fmla="*/ 3249 h 6345"/>
                  <a:gd name="connsiteX3" fmla="*/ 5618 w 6343"/>
                  <a:gd name="connsiteY3" fmla="*/ 1006 h 6345"/>
                  <a:gd name="connsiteX4" fmla="*/ 3375 w 6343"/>
                  <a:gd name="connsiteY4" fmla="*/ 77 h 6345"/>
                  <a:gd name="connsiteX5" fmla="*/ 1132 w 6343"/>
                  <a:gd name="connsiteY5" fmla="*/ 1006 h 6345"/>
                  <a:gd name="connsiteX6" fmla="*/ 203 w 6343"/>
                  <a:gd name="connsiteY6" fmla="*/ 3249 h 6345"/>
                  <a:gd name="connsiteX7" fmla="*/ 1132 w 6343"/>
                  <a:gd name="connsiteY7" fmla="*/ 5493 h 6345"/>
                  <a:gd name="connsiteX8" fmla="*/ 3375 w 6343"/>
                  <a:gd name="connsiteY8" fmla="*/ 64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422"/>
                    </a:moveTo>
                    <a:cubicBezTo>
                      <a:pt x="4216" y="6422"/>
                      <a:pt x="5023" y="6088"/>
                      <a:pt x="5618" y="5493"/>
                    </a:cubicBezTo>
                    <a:cubicBezTo>
                      <a:pt x="6212" y="4898"/>
                      <a:pt x="6546" y="4091"/>
                      <a:pt x="6546" y="3249"/>
                    </a:cubicBezTo>
                    <a:cubicBezTo>
                      <a:pt x="6546" y="2408"/>
                      <a:pt x="6212" y="1601"/>
                      <a:pt x="5618" y="1006"/>
                    </a:cubicBezTo>
                    <a:cubicBezTo>
                      <a:pt x="5023" y="411"/>
                      <a:pt x="4216" y="77"/>
                      <a:pt x="3375" y="77"/>
                    </a:cubicBezTo>
                    <a:cubicBezTo>
                      <a:pt x="2534" y="77"/>
                      <a:pt x="1727" y="411"/>
                      <a:pt x="1132" y="1006"/>
                    </a:cubicBezTo>
                    <a:cubicBezTo>
                      <a:pt x="538" y="1601"/>
                      <a:pt x="203" y="2408"/>
                      <a:pt x="203" y="3249"/>
                    </a:cubicBezTo>
                    <a:cubicBezTo>
                      <a:pt x="203" y="4091"/>
                      <a:pt x="538" y="4898"/>
                      <a:pt x="1132" y="5493"/>
                    </a:cubicBezTo>
                    <a:cubicBezTo>
                      <a:pt x="1727" y="6088"/>
                      <a:pt x="2534" y="6422"/>
                      <a:pt x="3375" y="64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4DC710E5-33AD-47B3-E122-E2A180880473}"/>
                  </a:ext>
                </a:extLst>
              </p:cNvPr>
              <p:cNvSpPr/>
              <p:nvPr/>
            </p:nvSpPr>
            <p:spPr>
              <a:xfrm>
                <a:off x="3434594" y="4433240"/>
                <a:ext cx="6343" cy="6345"/>
              </a:xfrm>
              <a:custGeom>
                <a:avLst/>
                <a:gdLst>
                  <a:gd name="connsiteX0" fmla="*/ 3375 w 6343"/>
                  <a:gd name="connsiteY0" fmla="*/ 6421 h 6345"/>
                  <a:gd name="connsiteX1" fmla="*/ 5618 w 6343"/>
                  <a:gd name="connsiteY1" fmla="*/ 5491 h 6345"/>
                  <a:gd name="connsiteX2" fmla="*/ 6547 w 6343"/>
                  <a:gd name="connsiteY2" fmla="*/ 3248 h 6345"/>
                  <a:gd name="connsiteX3" fmla="*/ 5618 w 6343"/>
                  <a:gd name="connsiteY3" fmla="*/ 1004 h 6345"/>
                  <a:gd name="connsiteX4" fmla="*/ 3375 w 6343"/>
                  <a:gd name="connsiteY4" fmla="*/ 75 h 6345"/>
                  <a:gd name="connsiteX5" fmla="*/ 1132 w 6343"/>
                  <a:gd name="connsiteY5" fmla="*/ 1004 h 6345"/>
                  <a:gd name="connsiteX6" fmla="*/ 204 w 6343"/>
                  <a:gd name="connsiteY6" fmla="*/ 3248 h 6345"/>
                  <a:gd name="connsiteX7" fmla="*/ 1132 w 6343"/>
                  <a:gd name="connsiteY7" fmla="*/ 5491 h 6345"/>
                  <a:gd name="connsiteX8" fmla="*/ 3375 w 6343"/>
                  <a:gd name="connsiteY8" fmla="*/ 64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421"/>
                    </a:moveTo>
                    <a:cubicBezTo>
                      <a:pt x="4216" y="6421"/>
                      <a:pt x="5023" y="6086"/>
                      <a:pt x="5618" y="5491"/>
                    </a:cubicBezTo>
                    <a:cubicBezTo>
                      <a:pt x="6212" y="4896"/>
                      <a:pt x="6547" y="4089"/>
                      <a:pt x="6547" y="3248"/>
                    </a:cubicBezTo>
                    <a:cubicBezTo>
                      <a:pt x="6547" y="2406"/>
                      <a:pt x="6212" y="1599"/>
                      <a:pt x="5618" y="1004"/>
                    </a:cubicBezTo>
                    <a:cubicBezTo>
                      <a:pt x="5023" y="409"/>
                      <a:pt x="4216" y="75"/>
                      <a:pt x="3375" y="75"/>
                    </a:cubicBezTo>
                    <a:cubicBezTo>
                      <a:pt x="2534" y="75"/>
                      <a:pt x="1727" y="409"/>
                      <a:pt x="1132" y="1004"/>
                    </a:cubicBezTo>
                    <a:cubicBezTo>
                      <a:pt x="538" y="1599"/>
                      <a:pt x="204" y="2406"/>
                      <a:pt x="204" y="3248"/>
                    </a:cubicBezTo>
                    <a:cubicBezTo>
                      <a:pt x="204" y="4089"/>
                      <a:pt x="538" y="4896"/>
                      <a:pt x="1132" y="5491"/>
                    </a:cubicBezTo>
                    <a:cubicBezTo>
                      <a:pt x="1727" y="6086"/>
                      <a:pt x="2534" y="6421"/>
                      <a:pt x="3375" y="64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DAFC8A90-0044-7D22-4EED-614DBE6F5D8F}"/>
                  </a:ext>
                </a:extLst>
              </p:cNvPr>
              <p:cNvSpPr/>
              <p:nvPr/>
            </p:nvSpPr>
            <p:spPr>
              <a:xfrm>
                <a:off x="3648407" y="4761293"/>
                <a:ext cx="6343" cy="6345"/>
              </a:xfrm>
              <a:custGeom>
                <a:avLst/>
                <a:gdLst>
                  <a:gd name="connsiteX0" fmla="*/ 3392 w 6343"/>
                  <a:gd name="connsiteY0" fmla="*/ 6446 h 6345"/>
                  <a:gd name="connsiteX1" fmla="*/ 5635 w 6343"/>
                  <a:gd name="connsiteY1" fmla="*/ 5517 h 6345"/>
                  <a:gd name="connsiteX2" fmla="*/ 6564 w 6343"/>
                  <a:gd name="connsiteY2" fmla="*/ 3274 h 6345"/>
                  <a:gd name="connsiteX3" fmla="*/ 5635 w 6343"/>
                  <a:gd name="connsiteY3" fmla="*/ 1030 h 6345"/>
                  <a:gd name="connsiteX4" fmla="*/ 3392 w 6343"/>
                  <a:gd name="connsiteY4" fmla="*/ 101 h 6345"/>
                  <a:gd name="connsiteX5" fmla="*/ 1149 w 6343"/>
                  <a:gd name="connsiteY5" fmla="*/ 1030 h 6345"/>
                  <a:gd name="connsiteX6" fmla="*/ 220 w 6343"/>
                  <a:gd name="connsiteY6" fmla="*/ 3274 h 6345"/>
                  <a:gd name="connsiteX7" fmla="*/ 1149 w 6343"/>
                  <a:gd name="connsiteY7" fmla="*/ 5517 h 6345"/>
                  <a:gd name="connsiteX8" fmla="*/ 3392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46"/>
                    </a:moveTo>
                    <a:cubicBezTo>
                      <a:pt x="4233" y="6446"/>
                      <a:pt x="5040" y="6112"/>
                      <a:pt x="5635" y="5517"/>
                    </a:cubicBezTo>
                    <a:cubicBezTo>
                      <a:pt x="6229" y="4922"/>
                      <a:pt x="6564" y="4115"/>
                      <a:pt x="6564" y="3274"/>
                    </a:cubicBezTo>
                    <a:cubicBezTo>
                      <a:pt x="6564" y="2432"/>
                      <a:pt x="6229" y="1625"/>
                      <a:pt x="5635" y="1030"/>
                    </a:cubicBezTo>
                    <a:cubicBezTo>
                      <a:pt x="5040" y="435"/>
                      <a:pt x="4233" y="101"/>
                      <a:pt x="3392" y="101"/>
                    </a:cubicBezTo>
                    <a:cubicBezTo>
                      <a:pt x="2551" y="101"/>
                      <a:pt x="1744" y="435"/>
                      <a:pt x="1149" y="1030"/>
                    </a:cubicBezTo>
                    <a:cubicBezTo>
                      <a:pt x="555" y="1625"/>
                      <a:pt x="220" y="2432"/>
                      <a:pt x="220" y="3274"/>
                    </a:cubicBezTo>
                    <a:cubicBezTo>
                      <a:pt x="220" y="4115"/>
                      <a:pt x="555" y="4922"/>
                      <a:pt x="1149" y="5517"/>
                    </a:cubicBezTo>
                    <a:cubicBezTo>
                      <a:pt x="1744" y="6112"/>
                      <a:pt x="2551" y="6446"/>
                      <a:pt x="3392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1E1037D5-E2B0-5C6C-0377-07F9B9EB85E7}"/>
                  </a:ext>
                </a:extLst>
              </p:cNvPr>
              <p:cNvSpPr/>
              <p:nvPr/>
            </p:nvSpPr>
            <p:spPr>
              <a:xfrm>
                <a:off x="3661885" y="4765545"/>
                <a:ext cx="6343" cy="6345"/>
              </a:xfrm>
              <a:custGeom>
                <a:avLst/>
                <a:gdLst>
                  <a:gd name="connsiteX0" fmla="*/ 3393 w 6343"/>
                  <a:gd name="connsiteY0" fmla="*/ 6447 h 6345"/>
                  <a:gd name="connsiteX1" fmla="*/ 5636 w 6343"/>
                  <a:gd name="connsiteY1" fmla="*/ 5517 h 6345"/>
                  <a:gd name="connsiteX2" fmla="*/ 6565 w 6343"/>
                  <a:gd name="connsiteY2" fmla="*/ 3274 h 6345"/>
                  <a:gd name="connsiteX3" fmla="*/ 5636 w 6343"/>
                  <a:gd name="connsiteY3" fmla="*/ 1031 h 6345"/>
                  <a:gd name="connsiteX4" fmla="*/ 3393 w 6343"/>
                  <a:gd name="connsiteY4" fmla="*/ 101 h 6345"/>
                  <a:gd name="connsiteX5" fmla="*/ 1150 w 6343"/>
                  <a:gd name="connsiteY5" fmla="*/ 1031 h 6345"/>
                  <a:gd name="connsiteX6" fmla="*/ 221 w 6343"/>
                  <a:gd name="connsiteY6" fmla="*/ 3274 h 6345"/>
                  <a:gd name="connsiteX7" fmla="*/ 1150 w 6343"/>
                  <a:gd name="connsiteY7" fmla="*/ 5517 h 6345"/>
                  <a:gd name="connsiteX8" fmla="*/ 3393 w 6343"/>
                  <a:gd name="connsiteY8" fmla="*/ 64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47"/>
                    </a:moveTo>
                    <a:cubicBezTo>
                      <a:pt x="4234" y="6447"/>
                      <a:pt x="5041" y="6112"/>
                      <a:pt x="5636" y="5517"/>
                    </a:cubicBezTo>
                    <a:cubicBezTo>
                      <a:pt x="6230" y="4923"/>
                      <a:pt x="6565" y="4115"/>
                      <a:pt x="6565" y="3274"/>
                    </a:cubicBezTo>
                    <a:cubicBezTo>
                      <a:pt x="6565" y="2433"/>
                      <a:pt x="6230" y="1626"/>
                      <a:pt x="5636" y="1031"/>
                    </a:cubicBezTo>
                    <a:cubicBezTo>
                      <a:pt x="5041" y="436"/>
                      <a:pt x="4234" y="101"/>
                      <a:pt x="3393" y="101"/>
                    </a:cubicBezTo>
                    <a:cubicBezTo>
                      <a:pt x="2552" y="101"/>
                      <a:pt x="1745" y="436"/>
                      <a:pt x="1150" y="1031"/>
                    </a:cubicBezTo>
                    <a:cubicBezTo>
                      <a:pt x="556" y="1626"/>
                      <a:pt x="221" y="2433"/>
                      <a:pt x="221" y="3274"/>
                    </a:cubicBezTo>
                    <a:cubicBezTo>
                      <a:pt x="221" y="4115"/>
                      <a:pt x="556" y="4923"/>
                      <a:pt x="1150" y="5517"/>
                    </a:cubicBezTo>
                    <a:cubicBezTo>
                      <a:pt x="1745" y="6112"/>
                      <a:pt x="2552" y="6447"/>
                      <a:pt x="3393" y="64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1FBB83E0-8746-6A37-2A76-6B819F59298D}"/>
                  </a:ext>
                </a:extLst>
              </p:cNvPr>
              <p:cNvSpPr/>
              <p:nvPr/>
            </p:nvSpPr>
            <p:spPr>
              <a:xfrm>
                <a:off x="3684934" y="4845193"/>
                <a:ext cx="6343" cy="6345"/>
              </a:xfrm>
              <a:custGeom>
                <a:avLst/>
                <a:gdLst>
                  <a:gd name="connsiteX0" fmla="*/ 3395 w 6343"/>
                  <a:gd name="connsiteY0" fmla="*/ 6453 h 6345"/>
                  <a:gd name="connsiteX1" fmla="*/ 5637 w 6343"/>
                  <a:gd name="connsiteY1" fmla="*/ 5524 h 6345"/>
                  <a:gd name="connsiteX2" fmla="*/ 6566 w 6343"/>
                  <a:gd name="connsiteY2" fmla="*/ 3280 h 6345"/>
                  <a:gd name="connsiteX3" fmla="*/ 5637 w 6343"/>
                  <a:gd name="connsiteY3" fmla="*/ 1037 h 6345"/>
                  <a:gd name="connsiteX4" fmla="*/ 3395 w 6343"/>
                  <a:gd name="connsiteY4" fmla="*/ 108 h 6345"/>
                  <a:gd name="connsiteX5" fmla="*/ 1152 w 6343"/>
                  <a:gd name="connsiteY5" fmla="*/ 1037 h 6345"/>
                  <a:gd name="connsiteX6" fmla="*/ 223 w 6343"/>
                  <a:gd name="connsiteY6" fmla="*/ 3280 h 6345"/>
                  <a:gd name="connsiteX7" fmla="*/ 1152 w 6343"/>
                  <a:gd name="connsiteY7" fmla="*/ 5524 h 6345"/>
                  <a:gd name="connsiteX8" fmla="*/ 3395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53"/>
                    </a:moveTo>
                    <a:cubicBezTo>
                      <a:pt x="4236" y="6453"/>
                      <a:pt x="5043" y="6119"/>
                      <a:pt x="5637" y="5524"/>
                    </a:cubicBezTo>
                    <a:cubicBezTo>
                      <a:pt x="6232" y="4929"/>
                      <a:pt x="6566" y="4122"/>
                      <a:pt x="6566" y="3280"/>
                    </a:cubicBezTo>
                    <a:cubicBezTo>
                      <a:pt x="6566" y="2439"/>
                      <a:pt x="6232" y="1632"/>
                      <a:pt x="5637" y="1037"/>
                    </a:cubicBezTo>
                    <a:cubicBezTo>
                      <a:pt x="5043" y="442"/>
                      <a:pt x="4236" y="108"/>
                      <a:pt x="3395" y="108"/>
                    </a:cubicBezTo>
                    <a:cubicBezTo>
                      <a:pt x="2554" y="108"/>
                      <a:pt x="1747" y="442"/>
                      <a:pt x="1152" y="1037"/>
                    </a:cubicBezTo>
                    <a:cubicBezTo>
                      <a:pt x="557" y="1632"/>
                      <a:pt x="223" y="2439"/>
                      <a:pt x="223" y="3280"/>
                    </a:cubicBezTo>
                    <a:cubicBezTo>
                      <a:pt x="223" y="4122"/>
                      <a:pt x="557" y="4929"/>
                      <a:pt x="1152" y="5524"/>
                    </a:cubicBezTo>
                    <a:cubicBezTo>
                      <a:pt x="1747" y="6119"/>
                      <a:pt x="2554" y="6453"/>
                      <a:pt x="3395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5EA0E34B-BF22-3F84-93D0-88AA030B861C}"/>
                  </a:ext>
                </a:extLst>
              </p:cNvPr>
              <p:cNvSpPr/>
              <p:nvPr/>
            </p:nvSpPr>
            <p:spPr>
              <a:xfrm>
                <a:off x="3736626" y="5069732"/>
                <a:ext cx="6343" cy="6345"/>
              </a:xfrm>
              <a:custGeom>
                <a:avLst/>
                <a:gdLst>
                  <a:gd name="connsiteX0" fmla="*/ 3399 w 6343"/>
                  <a:gd name="connsiteY0" fmla="*/ 6471 h 6345"/>
                  <a:gd name="connsiteX1" fmla="*/ 5642 w 6343"/>
                  <a:gd name="connsiteY1" fmla="*/ 5541 h 6345"/>
                  <a:gd name="connsiteX2" fmla="*/ 6570 w 6343"/>
                  <a:gd name="connsiteY2" fmla="*/ 3298 h 6345"/>
                  <a:gd name="connsiteX3" fmla="*/ 5642 w 6343"/>
                  <a:gd name="connsiteY3" fmla="*/ 1055 h 6345"/>
                  <a:gd name="connsiteX4" fmla="*/ 3399 w 6343"/>
                  <a:gd name="connsiteY4" fmla="*/ 125 h 6345"/>
                  <a:gd name="connsiteX5" fmla="*/ 1156 w 6343"/>
                  <a:gd name="connsiteY5" fmla="*/ 1055 h 6345"/>
                  <a:gd name="connsiteX6" fmla="*/ 227 w 6343"/>
                  <a:gd name="connsiteY6" fmla="*/ 3298 h 6345"/>
                  <a:gd name="connsiteX7" fmla="*/ 1156 w 6343"/>
                  <a:gd name="connsiteY7" fmla="*/ 5541 h 6345"/>
                  <a:gd name="connsiteX8" fmla="*/ 3399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1"/>
                    </a:moveTo>
                    <a:cubicBezTo>
                      <a:pt x="4240" y="6471"/>
                      <a:pt x="5047" y="6136"/>
                      <a:pt x="5642" y="5541"/>
                    </a:cubicBezTo>
                    <a:cubicBezTo>
                      <a:pt x="6236" y="4946"/>
                      <a:pt x="6570" y="4139"/>
                      <a:pt x="6570" y="3298"/>
                    </a:cubicBezTo>
                    <a:cubicBezTo>
                      <a:pt x="6570" y="2457"/>
                      <a:pt x="6236" y="1650"/>
                      <a:pt x="5642" y="1055"/>
                    </a:cubicBezTo>
                    <a:cubicBezTo>
                      <a:pt x="5047" y="460"/>
                      <a:pt x="4240" y="125"/>
                      <a:pt x="3399" y="125"/>
                    </a:cubicBezTo>
                    <a:cubicBezTo>
                      <a:pt x="2558" y="125"/>
                      <a:pt x="1751" y="460"/>
                      <a:pt x="1156" y="1055"/>
                    </a:cubicBezTo>
                    <a:cubicBezTo>
                      <a:pt x="562" y="1650"/>
                      <a:pt x="227" y="2457"/>
                      <a:pt x="227" y="3298"/>
                    </a:cubicBezTo>
                    <a:cubicBezTo>
                      <a:pt x="227" y="4139"/>
                      <a:pt x="562" y="4946"/>
                      <a:pt x="1156" y="5541"/>
                    </a:cubicBezTo>
                    <a:cubicBezTo>
                      <a:pt x="1751" y="6136"/>
                      <a:pt x="2558" y="6471"/>
                      <a:pt x="3399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E4221CCA-5042-0FFF-CEAB-E5BD924ABA64}"/>
                  </a:ext>
                </a:extLst>
              </p:cNvPr>
              <p:cNvSpPr/>
              <p:nvPr/>
            </p:nvSpPr>
            <p:spPr>
              <a:xfrm>
                <a:off x="3739433" y="5062458"/>
                <a:ext cx="6343" cy="6345"/>
              </a:xfrm>
              <a:custGeom>
                <a:avLst/>
                <a:gdLst>
                  <a:gd name="connsiteX0" fmla="*/ 3399 w 6343"/>
                  <a:gd name="connsiteY0" fmla="*/ 6470 h 6345"/>
                  <a:gd name="connsiteX1" fmla="*/ 5642 w 6343"/>
                  <a:gd name="connsiteY1" fmla="*/ 5541 h 6345"/>
                  <a:gd name="connsiteX2" fmla="*/ 6571 w 6343"/>
                  <a:gd name="connsiteY2" fmla="*/ 3297 h 6345"/>
                  <a:gd name="connsiteX3" fmla="*/ 5642 w 6343"/>
                  <a:gd name="connsiteY3" fmla="*/ 1054 h 6345"/>
                  <a:gd name="connsiteX4" fmla="*/ 3399 w 6343"/>
                  <a:gd name="connsiteY4" fmla="*/ 125 h 6345"/>
                  <a:gd name="connsiteX5" fmla="*/ 1157 w 6343"/>
                  <a:gd name="connsiteY5" fmla="*/ 1054 h 6345"/>
                  <a:gd name="connsiteX6" fmla="*/ 228 w 6343"/>
                  <a:gd name="connsiteY6" fmla="*/ 3297 h 6345"/>
                  <a:gd name="connsiteX7" fmla="*/ 1157 w 6343"/>
                  <a:gd name="connsiteY7" fmla="*/ 5541 h 6345"/>
                  <a:gd name="connsiteX8" fmla="*/ 339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0"/>
                    </a:moveTo>
                    <a:cubicBezTo>
                      <a:pt x="4240" y="6470"/>
                      <a:pt x="5047" y="6136"/>
                      <a:pt x="5642" y="5541"/>
                    </a:cubicBezTo>
                    <a:cubicBezTo>
                      <a:pt x="6237" y="4946"/>
                      <a:pt x="6571" y="4139"/>
                      <a:pt x="6571" y="3297"/>
                    </a:cubicBezTo>
                    <a:cubicBezTo>
                      <a:pt x="6571" y="2456"/>
                      <a:pt x="6237" y="1649"/>
                      <a:pt x="5642" y="1054"/>
                    </a:cubicBezTo>
                    <a:cubicBezTo>
                      <a:pt x="5047" y="459"/>
                      <a:pt x="4240" y="125"/>
                      <a:pt x="3399" y="125"/>
                    </a:cubicBezTo>
                    <a:cubicBezTo>
                      <a:pt x="2558" y="125"/>
                      <a:pt x="1751" y="459"/>
                      <a:pt x="1157" y="1054"/>
                    </a:cubicBezTo>
                    <a:cubicBezTo>
                      <a:pt x="562" y="1649"/>
                      <a:pt x="228" y="2456"/>
                      <a:pt x="228" y="3297"/>
                    </a:cubicBezTo>
                    <a:cubicBezTo>
                      <a:pt x="228" y="4139"/>
                      <a:pt x="562" y="4946"/>
                      <a:pt x="1157" y="5541"/>
                    </a:cubicBezTo>
                    <a:cubicBezTo>
                      <a:pt x="1751" y="6136"/>
                      <a:pt x="2558" y="6470"/>
                      <a:pt x="339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6417C13F-3D1C-7E8C-1BAB-662A3997009D}"/>
                  </a:ext>
                </a:extLst>
              </p:cNvPr>
              <p:cNvSpPr/>
              <p:nvPr/>
            </p:nvSpPr>
            <p:spPr>
              <a:xfrm>
                <a:off x="3743681" y="5062258"/>
                <a:ext cx="6343" cy="6345"/>
              </a:xfrm>
              <a:custGeom>
                <a:avLst/>
                <a:gdLst>
                  <a:gd name="connsiteX0" fmla="*/ 3399 w 6343"/>
                  <a:gd name="connsiteY0" fmla="*/ 6470 h 6345"/>
                  <a:gd name="connsiteX1" fmla="*/ 5642 w 6343"/>
                  <a:gd name="connsiteY1" fmla="*/ 5541 h 6345"/>
                  <a:gd name="connsiteX2" fmla="*/ 6571 w 6343"/>
                  <a:gd name="connsiteY2" fmla="*/ 3297 h 6345"/>
                  <a:gd name="connsiteX3" fmla="*/ 5642 w 6343"/>
                  <a:gd name="connsiteY3" fmla="*/ 1054 h 6345"/>
                  <a:gd name="connsiteX4" fmla="*/ 3399 w 6343"/>
                  <a:gd name="connsiteY4" fmla="*/ 125 h 6345"/>
                  <a:gd name="connsiteX5" fmla="*/ 1157 w 6343"/>
                  <a:gd name="connsiteY5" fmla="*/ 1054 h 6345"/>
                  <a:gd name="connsiteX6" fmla="*/ 228 w 6343"/>
                  <a:gd name="connsiteY6" fmla="*/ 3297 h 6345"/>
                  <a:gd name="connsiteX7" fmla="*/ 1157 w 6343"/>
                  <a:gd name="connsiteY7" fmla="*/ 5541 h 6345"/>
                  <a:gd name="connsiteX8" fmla="*/ 339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0"/>
                    </a:moveTo>
                    <a:cubicBezTo>
                      <a:pt x="4241" y="6470"/>
                      <a:pt x="5047" y="6136"/>
                      <a:pt x="5642" y="5541"/>
                    </a:cubicBezTo>
                    <a:cubicBezTo>
                      <a:pt x="6237" y="4946"/>
                      <a:pt x="6571" y="4139"/>
                      <a:pt x="6571" y="3297"/>
                    </a:cubicBezTo>
                    <a:cubicBezTo>
                      <a:pt x="6571" y="2456"/>
                      <a:pt x="6237" y="1649"/>
                      <a:pt x="5642" y="1054"/>
                    </a:cubicBezTo>
                    <a:cubicBezTo>
                      <a:pt x="5047" y="459"/>
                      <a:pt x="4241" y="125"/>
                      <a:pt x="3399" y="125"/>
                    </a:cubicBezTo>
                    <a:cubicBezTo>
                      <a:pt x="2558" y="125"/>
                      <a:pt x="1752" y="459"/>
                      <a:pt x="1157" y="1054"/>
                    </a:cubicBezTo>
                    <a:cubicBezTo>
                      <a:pt x="562" y="1649"/>
                      <a:pt x="228" y="2456"/>
                      <a:pt x="228" y="3297"/>
                    </a:cubicBezTo>
                    <a:cubicBezTo>
                      <a:pt x="228" y="4139"/>
                      <a:pt x="562" y="4946"/>
                      <a:pt x="1157" y="5541"/>
                    </a:cubicBezTo>
                    <a:cubicBezTo>
                      <a:pt x="1752" y="6136"/>
                      <a:pt x="2558" y="6470"/>
                      <a:pt x="339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8B62284E-B222-51E8-BE04-C28F482C3328}"/>
                  </a:ext>
                </a:extLst>
              </p:cNvPr>
              <p:cNvSpPr/>
              <p:nvPr/>
            </p:nvSpPr>
            <p:spPr>
              <a:xfrm>
                <a:off x="3748249" y="5063819"/>
                <a:ext cx="6343" cy="6345"/>
              </a:xfrm>
              <a:custGeom>
                <a:avLst/>
                <a:gdLst>
                  <a:gd name="connsiteX0" fmla="*/ 3400 w 6343"/>
                  <a:gd name="connsiteY0" fmla="*/ 6470 h 6345"/>
                  <a:gd name="connsiteX1" fmla="*/ 5642 w 6343"/>
                  <a:gd name="connsiteY1" fmla="*/ 5541 h 6345"/>
                  <a:gd name="connsiteX2" fmla="*/ 6571 w 6343"/>
                  <a:gd name="connsiteY2" fmla="*/ 3298 h 6345"/>
                  <a:gd name="connsiteX3" fmla="*/ 5642 w 6343"/>
                  <a:gd name="connsiteY3" fmla="*/ 1054 h 6345"/>
                  <a:gd name="connsiteX4" fmla="*/ 3400 w 6343"/>
                  <a:gd name="connsiteY4" fmla="*/ 125 h 6345"/>
                  <a:gd name="connsiteX5" fmla="*/ 1157 w 6343"/>
                  <a:gd name="connsiteY5" fmla="*/ 1054 h 6345"/>
                  <a:gd name="connsiteX6" fmla="*/ 228 w 6343"/>
                  <a:gd name="connsiteY6" fmla="*/ 3298 h 6345"/>
                  <a:gd name="connsiteX7" fmla="*/ 1157 w 6343"/>
                  <a:gd name="connsiteY7" fmla="*/ 5541 h 6345"/>
                  <a:gd name="connsiteX8" fmla="*/ 3400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0"/>
                    </a:moveTo>
                    <a:cubicBezTo>
                      <a:pt x="4241" y="6470"/>
                      <a:pt x="5048" y="6136"/>
                      <a:pt x="5642" y="5541"/>
                    </a:cubicBezTo>
                    <a:cubicBezTo>
                      <a:pt x="6237" y="4946"/>
                      <a:pt x="6571" y="4139"/>
                      <a:pt x="6571" y="3298"/>
                    </a:cubicBezTo>
                    <a:cubicBezTo>
                      <a:pt x="6571" y="2456"/>
                      <a:pt x="6237" y="1649"/>
                      <a:pt x="5642" y="1054"/>
                    </a:cubicBezTo>
                    <a:cubicBezTo>
                      <a:pt x="5048" y="459"/>
                      <a:pt x="4241" y="125"/>
                      <a:pt x="3400" y="125"/>
                    </a:cubicBezTo>
                    <a:cubicBezTo>
                      <a:pt x="2559" y="125"/>
                      <a:pt x="1752" y="459"/>
                      <a:pt x="1157" y="1054"/>
                    </a:cubicBezTo>
                    <a:cubicBezTo>
                      <a:pt x="562" y="1649"/>
                      <a:pt x="228" y="2456"/>
                      <a:pt x="228" y="3298"/>
                    </a:cubicBezTo>
                    <a:cubicBezTo>
                      <a:pt x="228" y="4139"/>
                      <a:pt x="562" y="4946"/>
                      <a:pt x="1157" y="5541"/>
                    </a:cubicBezTo>
                    <a:cubicBezTo>
                      <a:pt x="1752" y="6136"/>
                      <a:pt x="2559" y="6470"/>
                      <a:pt x="3400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2DE7B541-215A-ECD1-87D4-605DEC621C1F}"/>
                  </a:ext>
                </a:extLst>
              </p:cNvPr>
              <p:cNvSpPr/>
              <p:nvPr/>
            </p:nvSpPr>
            <p:spPr>
              <a:xfrm>
                <a:off x="3753061" y="5066911"/>
                <a:ext cx="6343" cy="6345"/>
              </a:xfrm>
              <a:custGeom>
                <a:avLst/>
                <a:gdLst>
                  <a:gd name="connsiteX0" fmla="*/ 3400 w 6343"/>
                  <a:gd name="connsiteY0" fmla="*/ 6470 h 6345"/>
                  <a:gd name="connsiteX1" fmla="*/ 5643 w 6343"/>
                  <a:gd name="connsiteY1" fmla="*/ 5541 h 6345"/>
                  <a:gd name="connsiteX2" fmla="*/ 6572 w 6343"/>
                  <a:gd name="connsiteY2" fmla="*/ 3298 h 6345"/>
                  <a:gd name="connsiteX3" fmla="*/ 5643 w 6343"/>
                  <a:gd name="connsiteY3" fmla="*/ 1054 h 6345"/>
                  <a:gd name="connsiteX4" fmla="*/ 3400 w 6343"/>
                  <a:gd name="connsiteY4" fmla="*/ 125 h 6345"/>
                  <a:gd name="connsiteX5" fmla="*/ 1158 w 6343"/>
                  <a:gd name="connsiteY5" fmla="*/ 1054 h 6345"/>
                  <a:gd name="connsiteX6" fmla="*/ 229 w 6343"/>
                  <a:gd name="connsiteY6" fmla="*/ 3298 h 6345"/>
                  <a:gd name="connsiteX7" fmla="*/ 1158 w 6343"/>
                  <a:gd name="connsiteY7" fmla="*/ 5541 h 6345"/>
                  <a:gd name="connsiteX8" fmla="*/ 3400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0"/>
                    </a:moveTo>
                    <a:cubicBezTo>
                      <a:pt x="4241" y="6470"/>
                      <a:pt x="5048" y="6136"/>
                      <a:pt x="5643" y="5541"/>
                    </a:cubicBezTo>
                    <a:cubicBezTo>
                      <a:pt x="6238" y="4946"/>
                      <a:pt x="6572" y="4139"/>
                      <a:pt x="6572" y="3298"/>
                    </a:cubicBezTo>
                    <a:cubicBezTo>
                      <a:pt x="6572" y="2456"/>
                      <a:pt x="6238" y="1649"/>
                      <a:pt x="5643" y="1054"/>
                    </a:cubicBezTo>
                    <a:cubicBezTo>
                      <a:pt x="5048" y="459"/>
                      <a:pt x="4241" y="125"/>
                      <a:pt x="3400" y="125"/>
                    </a:cubicBezTo>
                    <a:cubicBezTo>
                      <a:pt x="2559" y="125"/>
                      <a:pt x="1752" y="459"/>
                      <a:pt x="1158" y="1054"/>
                    </a:cubicBezTo>
                    <a:cubicBezTo>
                      <a:pt x="563" y="1649"/>
                      <a:pt x="229" y="2456"/>
                      <a:pt x="229" y="3298"/>
                    </a:cubicBezTo>
                    <a:cubicBezTo>
                      <a:pt x="229" y="4139"/>
                      <a:pt x="563" y="4946"/>
                      <a:pt x="1158" y="5541"/>
                    </a:cubicBezTo>
                    <a:cubicBezTo>
                      <a:pt x="1752" y="6136"/>
                      <a:pt x="2559" y="6470"/>
                      <a:pt x="3400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FA37BCCB-0AF5-498B-0B24-EF9E4283E272}"/>
                  </a:ext>
                </a:extLst>
              </p:cNvPr>
              <p:cNvSpPr/>
              <p:nvPr/>
            </p:nvSpPr>
            <p:spPr>
              <a:xfrm>
                <a:off x="3757254" y="5066703"/>
                <a:ext cx="6343" cy="6345"/>
              </a:xfrm>
              <a:custGeom>
                <a:avLst/>
                <a:gdLst>
                  <a:gd name="connsiteX0" fmla="*/ 3401 w 6343"/>
                  <a:gd name="connsiteY0" fmla="*/ 6470 h 6345"/>
                  <a:gd name="connsiteX1" fmla="*/ 5643 w 6343"/>
                  <a:gd name="connsiteY1" fmla="*/ 5541 h 6345"/>
                  <a:gd name="connsiteX2" fmla="*/ 6572 w 6343"/>
                  <a:gd name="connsiteY2" fmla="*/ 3298 h 6345"/>
                  <a:gd name="connsiteX3" fmla="*/ 5643 w 6343"/>
                  <a:gd name="connsiteY3" fmla="*/ 1054 h 6345"/>
                  <a:gd name="connsiteX4" fmla="*/ 3401 w 6343"/>
                  <a:gd name="connsiteY4" fmla="*/ 125 h 6345"/>
                  <a:gd name="connsiteX5" fmla="*/ 1158 w 6343"/>
                  <a:gd name="connsiteY5" fmla="*/ 1054 h 6345"/>
                  <a:gd name="connsiteX6" fmla="*/ 229 w 6343"/>
                  <a:gd name="connsiteY6" fmla="*/ 3298 h 6345"/>
                  <a:gd name="connsiteX7" fmla="*/ 1158 w 6343"/>
                  <a:gd name="connsiteY7" fmla="*/ 5541 h 6345"/>
                  <a:gd name="connsiteX8" fmla="*/ 3401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0"/>
                    </a:moveTo>
                    <a:cubicBezTo>
                      <a:pt x="4242" y="6470"/>
                      <a:pt x="5048" y="6136"/>
                      <a:pt x="5643" y="5541"/>
                    </a:cubicBezTo>
                    <a:cubicBezTo>
                      <a:pt x="6238" y="4946"/>
                      <a:pt x="6572" y="4139"/>
                      <a:pt x="6572" y="3298"/>
                    </a:cubicBezTo>
                    <a:cubicBezTo>
                      <a:pt x="6572" y="2456"/>
                      <a:pt x="6238" y="1649"/>
                      <a:pt x="5643" y="1054"/>
                    </a:cubicBezTo>
                    <a:cubicBezTo>
                      <a:pt x="5048" y="459"/>
                      <a:pt x="4242" y="125"/>
                      <a:pt x="3401" y="125"/>
                    </a:cubicBezTo>
                    <a:cubicBezTo>
                      <a:pt x="2559" y="125"/>
                      <a:pt x="1753" y="459"/>
                      <a:pt x="1158" y="1054"/>
                    </a:cubicBezTo>
                    <a:cubicBezTo>
                      <a:pt x="563" y="1649"/>
                      <a:pt x="229" y="2456"/>
                      <a:pt x="229" y="3298"/>
                    </a:cubicBezTo>
                    <a:cubicBezTo>
                      <a:pt x="229" y="4139"/>
                      <a:pt x="563" y="4946"/>
                      <a:pt x="1158" y="5541"/>
                    </a:cubicBezTo>
                    <a:cubicBezTo>
                      <a:pt x="1753" y="6136"/>
                      <a:pt x="2559" y="6470"/>
                      <a:pt x="3401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BEB66BAF-FFAF-F43D-4DCF-DA8DC973F0BE}"/>
                  </a:ext>
                </a:extLst>
              </p:cNvPr>
              <p:cNvSpPr/>
              <p:nvPr/>
            </p:nvSpPr>
            <p:spPr>
              <a:xfrm>
                <a:off x="3761689" y="5067979"/>
                <a:ext cx="6343" cy="6345"/>
              </a:xfrm>
              <a:custGeom>
                <a:avLst/>
                <a:gdLst>
                  <a:gd name="connsiteX0" fmla="*/ 3401 w 6343"/>
                  <a:gd name="connsiteY0" fmla="*/ 6471 h 6345"/>
                  <a:gd name="connsiteX1" fmla="*/ 5644 w 6343"/>
                  <a:gd name="connsiteY1" fmla="*/ 5541 h 6345"/>
                  <a:gd name="connsiteX2" fmla="*/ 6572 w 6343"/>
                  <a:gd name="connsiteY2" fmla="*/ 3298 h 6345"/>
                  <a:gd name="connsiteX3" fmla="*/ 5644 w 6343"/>
                  <a:gd name="connsiteY3" fmla="*/ 1054 h 6345"/>
                  <a:gd name="connsiteX4" fmla="*/ 3401 w 6343"/>
                  <a:gd name="connsiteY4" fmla="*/ 125 h 6345"/>
                  <a:gd name="connsiteX5" fmla="*/ 1158 w 6343"/>
                  <a:gd name="connsiteY5" fmla="*/ 1054 h 6345"/>
                  <a:gd name="connsiteX6" fmla="*/ 229 w 6343"/>
                  <a:gd name="connsiteY6" fmla="*/ 3298 h 6345"/>
                  <a:gd name="connsiteX7" fmla="*/ 1158 w 6343"/>
                  <a:gd name="connsiteY7" fmla="*/ 5541 h 6345"/>
                  <a:gd name="connsiteX8" fmla="*/ 3401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1"/>
                    </a:moveTo>
                    <a:cubicBezTo>
                      <a:pt x="4242" y="6471"/>
                      <a:pt x="5049" y="6136"/>
                      <a:pt x="5644" y="5541"/>
                    </a:cubicBezTo>
                    <a:cubicBezTo>
                      <a:pt x="6238" y="4946"/>
                      <a:pt x="6572" y="4139"/>
                      <a:pt x="6572" y="3298"/>
                    </a:cubicBezTo>
                    <a:cubicBezTo>
                      <a:pt x="6572" y="2456"/>
                      <a:pt x="6238" y="1649"/>
                      <a:pt x="5644" y="1054"/>
                    </a:cubicBezTo>
                    <a:cubicBezTo>
                      <a:pt x="5049" y="459"/>
                      <a:pt x="4242" y="125"/>
                      <a:pt x="3401" y="125"/>
                    </a:cubicBezTo>
                    <a:cubicBezTo>
                      <a:pt x="2560" y="125"/>
                      <a:pt x="1753" y="459"/>
                      <a:pt x="1158" y="1054"/>
                    </a:cubicBezTo>
                    <a:cubicBezTo>
                      <a:pt x="564" y="1649"/>
                      <a:pt x="229" y="2456"/>
                      <a:pt x="229" y="3298"/>
                    </a:cubicBezTo>
                    <a:cubicBezTo>
                      <a:pt x="229" y="4139"/>
                      <a:pt x="564" y="4946"/>
                      <a:pt x="1158" y="5541"/>
                    </a:cubicBezTo>
                    <a:cubicBezTo>
                      <a:pt x="1753" y="6136"/>
                      <a:pt x="2560" y="6471"/>
                      <a:pt x="3401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C40E77DA-7303-507F-B3B7-BC1CD687879E}"/>
                  </a:ext>
                </a:extLst>
              </p:cNvPr>
              <p:cNvSpPr/>
              <p:nvPr/>
            </p:nvSpPr>
            <p:spPr>
              <a:xfrm>
                <a:off x="3766450" y="5071447"/>
                <a:ext cx="6343" cy="6345"/>
              </a:xfrm>
              <a:custGeom>
                <a:avLst/>
                <a:gdLst>
                  <a:gd name="connsiteX0" fmla="*/ 3401 w 6343"/>
                  <a:gd name="connsiteY0" fmla="*/ 6471 h 6345"/>
                  <a:gd name="connsiteX1" fmla="*/ 5644 w 6343"/>
                  <a:gd name="connsiteY1" fmla="*/ 5542 h 6345"/>
                  <a:gd name="connsiteX2" fmla="*/ 6573 w 6343"/>
                  <a:gd name="connsiteY2" fmla="*/ 3298 h 6345"/>
                  <a:gd name="connsiteX3" fmla="*/ 5644 w 6343"/>
                  <a:gd name="connsiteY3" fmla="*/ 1055 h 6345"/>
                  <a:gd name="connsiteX4" fmla="*/ 3401 w 6343"/>
                  <a:gd name="connsiteY4" fmla="*/ 125 h 6345"/>
                  <a:gd name="connsiteX5" fmla="*/ 1159 w 6343"/>
                  <a:gd name="connsiteY5" fmla="*/ 1055 h 6345"/>
                  <a:gd name="connsiteX6" fmla="*/ 230 w 6343"/>
                  <a:gd name="connsiteY6" fmla="*/ 3298 h 6345"/>
                  <a:gd name="connsiteX7" fmla="*/ 1159 w 6343"/>
                  <a:gd name="connsiteY7" fmla="*/ 5542 h 6345"/>
                  <a:gd name="connsiteX8" fmla="*/ 3401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1"/>
                    </a:moveTo>
                    <a:cubicBezTo>
                      <a:pt x="4242" y="6471"/>
                      <a:pt x="5049" y="6137"/>
                      <a:pt x="5644" y="5542"/>
                    </a:cubicBezTo>
                    <a:cubicBezTo>
                      <a:pt x="6239" y="4947"/>
                      <a:pt x="6573" y="4140"/>
                      <a:pt x="6573" y="3298"/>
                    </a:cubicBezTo>
                    <a:cubicBezTo>
                      <a:pt x="6573" y="2457"/>
                      <a:pt x="6239" y="1650"/>
                      <a:pt x="5644" y="1055"/>
                    </a:cubicBezTo>
                    <a:cubicBezTo>
                      <a:pt x="5049" y="460"/>
                      <a:pt x="4242" y="125"/>
                      <a:pt x="3401" y="125"/>
                    </a:cubicBezTo>
                    <a:cubicBezTo>
                      <a:pt x="2560" y="125"/>
                      <a:pt x="1753" y="460"/>
                      <a:pt x="1159" y="1055"/>
                    </a:cubicBezTo>
                    <a:cubicBezTo>
                      <a:pt x="564" y="1650"/>
                      <a:pt x="230" y="2457"/>
                      <a:pt x="230" y="3298"/>
                    </a:cubicBezTo>
                    <a:cubicBezTo>
                      <a:pt x="230" y="4140"/>
                      <a:pt x="564" y="4947"/>
                      <a:pt x="1159" y="5542"/>
                    </a:cubicBezTo>
                    <a:cubicBezTo>
                      <a:pt x="1753" y="6137"/>
                      <a:pt x="2560" y="6471"/>
                      <a:pt x="3401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71568C84-3D9E-F2C7-1EDE-8E39D5770366}"/>
                  </a:ext>
                </a:extLst>
              </p:cNvPr>
              <p:cNvSpPr/>
              <p:nvPr/>
            </p:nvSpPr>
            <p:spPr>
              <a:xfrm>
                <a:off x="3702782" y="4631420"/>
                <a:ext cx="6343" cy="6345"/>
              </a:xfrm>
              <a:custGeom>
                <a:avLst/>
                <a:gdLst>
                  <a:gd name="connsiteX0" fmla="*/ 3396 w 6343"/>
                  <a:gd name="connsiteY0" fmla="*/ 6436 h 6345"/>
                  <a:gd name="connsiteX1" fmla="*/ 5639 w 6343"/>
                  <a:gd name="connsiteY1" fmla="*/ 5507 h 6345"/>
                  <a:gd name="connsiteX2" fmla="*/ 6568 w 6343"/>
                  <a:gd name="connsiteY2" fmla="*/ 3263 h 6345"/>
                  <a:gd name="connsiteX3" fmla="*/ 5639 w 6343"/>
                  <a:gd name="connsiteY3" fmla="*/ 1020 h 6345"/>
                  <a:gd name="connsiteX4" fmla="*/ 3396 w 6343"/>
                  <a:gd name="connsiteY4" fmla="*/ 91 h 6345"/>
                  <a:gd name="connsiteX5" fmla="*/ 1154 w 6343"/>
                  <a:gd name="connsiteY5" fmla="*/ 1020 h 6345"/>
                  <a:gd name="connsiteX6" fmla="*/ 225 w 6343"/>
                  <a:gd name="connsiteY6" fmla="*/ 3263 h 6345"/>
                  <a:gd name="connsiteX7" fmla="*/ 1154 w 6343"/>
                  <a:gd name="connsiteY7" fmla="*/ 5507 h 6345"/>
                  <a:gd name="connsiteX8" fmla="*/ 3396 w 6343"/>
                  <a:gd name="connsiteY8" fmla="*/ 64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36"/>
                    </a:moveTo>
                    <a:cubicBezTo>
                      <a:pt x="4237" y="6436"/>
                      <a:pt x="5044" y="6102"/>
                      <a:pt x="5639" y="5507"/>
                    </a:cubicBezTo>
                    <a:cubicBezTo>
                      <a:pt x="6234" y="4912"/>
                      <a:pt x="6568" y="4105"/>
                      <a:pt x="6568" y="3263"/>
                    </a:cubicBezTo>
                    <a:cubicBezTo>
                      <a:pt x="6568" y="2422"/>
                      <a:pt x="6234" y="1615"/>
                      <a:pt x="5639" y="1020"/>
                    </a:cubicBezTo>
                    <a:cubicBezTo>
                      <a:pt x="5044" y="425"/>
                      <a:pt x="4237" y="91"/>
                      <a:pt x="3396" y="91"/>
                    </a:cubicBezTo>
                    <a:cubicBezTo>
                      <a:pt x="2555" y="91"/>
                      <a:pt x="1748" y="425"/>
                      <a:pt x="1154" y="1020"/>
                    </a:cubicBezTo>
                    <a:cubicBezTo>
                      <a:pt x="559" y="1615"/>
                      <a:pt x="225" y="2422"/>
                      <a:pt x="225" y="3263"/>
                    </a:cubicBezTo>
                    <a:cubicBezTo>
                      <a:pt x="225" y="4105"/>
                      <a:pt x="559" y="4912"/>
                      <a:pt x="1154" y="5507"/>
                    </a:cubicBezTo>
                    <a:cubicBezTo>
                      <a:pt x="1748" y="6102"/>
                      <a:pt x="2555" y="6436"/>
                      <a:pt x="3396" y="64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5D59CC5E-5A80-B5EB-FDC0-8EE6E21F12C4}"/>
                  </a:ext>
                </a:extLst>
              </p:cNvPr>
              <p:cNvSpPr/>
              <p:nvPr/>
            </p:nvSpPr>
            <p:spPr>
              <a:xfrm>
                <a:off x="3745243" y="4871666"/>
                <a:ext cx="6343" cy="6345"/>
              </a:xfrm>
              <a:custGeom>
                <a:avLst/>
                <a:gdLst>
                  <a:gd name="connsiteX0" fmla="*/ 3400 w 6343"/>
                  <a:gd name="connsiteY0" fmla="*/ 6455 h 6345"/>
                  <a:gd name="connsiteX1" fmla="*/ 5642 w 6343"/>
                  <a:gd name="connsiteY1" fmla="*/ 5526 h 6345"/>
                  <a:gd name="connsiteX2" fmla="*/ 6571 w 6343"/>
                  <a:gd name="connsiteY2" fmla="*/ 3282 h 6345"/>
                  <a:gd name="connsiteX3" fmla="*/ 5642 w 6343"/>
                  <a:gd name="connsiteY3" fmla="*/ 1039 h 6345"/>
                  <a:gd name="connsiteX4" fmla="*/ 3400 w 6343"/>
                  <a:gd name="connsiteY4" fmla="*/ 110 h 6345"/>
                  <a:gd name="connsiteX5" fmla="*/ 1157 w 6343"/>
                  <a:gd name="connsiteY5" fmla="*/ 1039 h 6345"/>
                  <a:gd name="connsiteX6" fmla="*/ 228 w 6343"/>
                  <a:gd name="connsiteY6" fmla="*/ 3282 h 6345"/>
                  <a:gd name="connsiteX7" fmla="*/ 1157 w 6343"/>
                  <a:gd name="connsiteY7" fmla="*/ 5526 h 6345"/>
                  <a:gd name="connsiteX8" fmla="*/ 3400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55"/>
                    </a:moveTo>
                    <a:cubicBezTo>
                      <a:pt x="4241" y="6455"/>
                      <a:pt x="5047" y="6121"/>
                      <a:pt x="5642" y="5526"/>
                    </a:cubicBezTo>
                    <a:cubicBezTo>
                      <a:pt x="6237" y="4931"/>
                      <a:pt x="6571" y="4124"/>
                      <a:pt x="6571" y="3282"/>
                    </a:cubicBezTo>
                    <a:cubicBezTo>
                      <a:pt x="6571" y="2441"/>
                      <a:pt x="6237" y="1634"/>
                      <a:pt x="5642" y="1039"/>
                    </a:cubicBezTo>
                    <a:cubicBezTo>
                      <a:pt x="5047" y="444"/>
                      <a:pt x="4241" y="110"/>
                      <a:pt x="3400" y="110"/>
                    </a:cubicBezTo>
                    <a:cubicBezTo>
                      <a:pt x="2558" y="110"/>
                      <a:pt x="1752" y="444"/>
                      <a:pt x="1157" y="1039"/>
                    </a:cubicBezTo>
                    <a:cubicBezTo>
                      <a:pt x="562" y="1634"/>
                      <a:pt x="228" y="2441"/>
                      <a:pt x="228" y="3282"/>
                    </a:cubicBezTo>
                    <a:cubicBezTo>
                      <a:pt x="228" y="4124"/>
                      <a:pt x="562" y="4931"/>
                      <a:pt x="1157" y="5526"/>
                    </a:cubicBezTo>
                    <a:cubicBezTo>
                      <a:pt x="1752" y="6121"/>
                      <a:pt x="2558" y="6455"/>
                      <a:pt x="3400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BF7C4BB7-8BA9-B459-F08A-E9011C1897C7}"/>
                  </a:ext>
                </a:extLst>
              </p:cNvPr>
              <p:cNvSpPr/>
              <p:nvPr/>
            </p:nvSpPr>
            <p:spPr>
              <a:xfrm>
                <a:off x="3748146" y="4853962"/>
                <a:ext cx="6343" cy="6345"/>
              </a:xfrm>
              <a:custGeom>
                <a:avLst/>
                <a:gdLst>
                  <a:gd name="connsiteX0" fmla="*/ 3400 w 6343"/>
                  <a:gd name="connsiteY0" fmla="*/ 6454 h 6345"/>
                  <a:gd name="connsiteX1" fmla="*/ 5642 w 6343"/>
                  <a:gd name="connsiteY1" fmla="*/ 5524 h 6345"/>
                  <a:gd name="connsiteX2" fmla="*/ 6571 w 6343"/>
                  <a:gd name="connsiteY2" fmla="*/ 3281 h 6345"/>
                  <a:gd name="connsiteX3" fmla="*/ 5642 w 6343"/>
                  <a:gd name="connsiteY3" fmla="*/ 1038 h 6345"/>
                  <a:gd name="connsiteX4" fmla="*/ 3400 w 6343"/>
                  <a:gd name="connsiteY4" fmla="*/ 108 h 6345"/>
                  <a:gd name="connsiteX5" fmla="*/ 1157 w 6343"/>
                  <a:gd name="connsiteY5" fmla="*/ 1038 h 6345"/>
                  <a:gd name="connsiteX6" fmla="*/ 228 w 6343"/>
                  <a:gd name="connsiteY6" fmla="*/ 3281 h 6345"/>
                  <a:gd name="connsiteX7" fmla="*/ 1157 w 6343"/>
                  <a:gd name="connsiteY7" fmla="*/ 5524 h 6345"/>
                  <a:gd name="connsiteX8" fmla="*/ 3400 w 6343"/>
                  <a:gd name="connsiteY8" fmla="*/ 64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54"/>
                    </a:moveTo>
                    <a:cubicBezTo>
                      <a:pt x="4241" y="6454"/>
                      <a:pt x="5048" y="6119"/>
                      <a:pt x="5642" y="5524"/>
                    </a:cubicBezTo>
                    <a:cubicBezTo>
                      <a:pt x="6237" y="4929"/>
                      <a:pt x="6571" y="4122"/>
                      <a:pt x="6571" y="3281"/>
                    </a:cubicBezTo>
                    <a:cubicBezTo>
                      <a:pt x="6571" y="2440"/>
                      <a:pt x="6237" y="1633"/>
                      <a:pt x="5642" y="1038"/>
                    </a:cubicBezTo>
                    <a:cubicBezTo>
                      <a:pt x="5048" y="443"/>
                      <a:pt x="4241" y="108"/>
                      <a:pt x="3400" y="108"/>
                    </a:cubicBezTo>
                    <a:cubicBezTo>
                      <a:pt x="2559" y="108"/>
                      <a:pt x="1752" y="443"/>
                      <a:pt x="1157" y="1038"/>
                    </a:cubicBezTo>
                    <a:cubicBezTo>
                      <a:pt x="562" y="1633"/>
                      <a:pt x="228" y="2440"/>
                      <a:pt x="228" y="3281"/>
                    </a:cubicBezTo>
                    <a:cubicBezTo>
                      <a:pt x="228" y="4122"/>
                      <a:pt x="562" y="4929"/>
                      <a:pt x="1157" y="5524"/>
                    </a:cubicBezTo>
                    <a:cubicBezTo>
                      <a:pt x="1752" y="6119"/>
                      <a:pt x="2559" y="6454"/>
                      <a:pt x="3400" y="64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4" name="Freeform: Shape 1003">
                <a:extLst>
                  <a:ext uri="{FF2B5EF4-FFF2-40B4-BE49-F238E27FC236}">
                    <a16:creationId xmlns:a16="http://schemas.microsoft.com/office/drawing/2014/main" id="{EF4CF94B-079A-81E5-8C3D-EA2A8EDB06AA}"/>
                  </a:ext>
                </a:extLst>
              </p:cNvPr>
              <p:cNvSpPr/>
              <p:nvPr/>
            </p:nvSpPr>
            <p:spPr>
              <a:xfrm>
                <a:off x="3729501" y="4675544"/>
                <a:ext cx="6343" cy="6345"/>
              </a:xfrm>
              <a:custGeom>
                <a:avLst/>
                <a:gdLst>
                  <a:gd name="connsiteX0" fmla="*/ 3398 w 6343"/>
                  <a:gd name="connsiteY0" fmla="*/ 6440 h 6345"/>
                  <a:gd name="connsiteX1" fmla="*/ 5641 w 6343"/>
                  <a:gd name="connsiteY1" fmla="*/ 5510 h 6345"/>
                  <a:gd name="connsiteX2" fmla="*/ 6570 w 6343"/>
                  <a:gd name="connsiteY2" fmla="*/ 3267 h 6345"/>
                  <a:gd name="connsiteX3" fmla="*/ 5641 w 6343"/>
                  <a:gd name="connsiteY3" fmla="*/ 1024 h 6345"/>
                  <a:gd name="connsiteX4" fmla="*/ 3398 w 6343"/>
                  <a:gd name="connsiteY4" fmla="*/ 94 h 6345"/>
                  <a:gd name="connsiteX5" fmla="*/ 1156 w 6343"/>
                  <a:gd name="connsiteY5" fmla="*/ 1024 h 6345"/>
                  <a:gd name="connsiteX6" fmla="*/ 227 w 6343"/>
                  <a:gd name="connsiteY6" fmla="*/ 3267 h 6345"/>
                  <a:gd name="connsiteX7" fmla="*/ 1156 w 6343"/>
                  <a:gd name="connsiteY7" fmla="*/ 5510 h 6345"/>
                  <a:gd name="connsiteX8" fmla="*/ 3398 w 6343"/>
                  <a:gd name="connsiteY8" fmla="*/ 64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40"/>
                    </a:moveTo>
                    <a:cubicBezTo>
                      <a:pt x="4239" y="6440"/>
                      <a:pt x="5046" y="6105"/>
                      <a:pt x="5641" y="5510"/>
                    </a:cubicBezTo>
                    <a:cubicBezTo>
                      <a:pt x="6236" y="4915"/>
                      <a:pt x="6570" y="4108"/>
                      <a:pt x="6570" y="3267"/>
                    </a:cubicBezTo>
                    <a:cubicBezTo>
                      <a:pt x="6570" y="2426"/>
                      <a:pt x="6236" y="1618"/>
                      <a:pt x="5641" y="1024"/>
                    </a:cubicBezTo>
                    <a:cubicBezTo>
                      <a:pt x="5046" y="429"/>
                      <a:pt x="4239" y="94"/>
                      <a:pt x="3398" y="94"/>
                    </a:cubicBezTo>
                    <a:cubicBezTo>
                      <a:pt x="2557" y="94"/>
                      <a:pt x="1750" y="429"/>
                      <a:pt x="1156" y="1024"/>
                    </a:cubicBezTo>
                    <a:cubicBezTo>
                      <a:pt x="561" y="1618"/>
                      <a:pt x="227" y="2426"/>
                      <a:pt x="227" y="3267"/>
                    </a:cubicBezTo>
                    <a:cubicBezTo>
                      <a:pt x="227" y="4108"/>
                      <a:pt x="561" y="4915"/>
                      <a:pt x="1156" y="5510"/>
                    </a:cubicBezTo>
                    <a:cubicBezTo>
                      <a:pt x="1750" y="6105"/>
                      <a:pt x="2557" y="6440"/>
                      <a:pt x="3398" y="64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5" name="Freeform: Shape 1004">
                <a:extLst>
                  <a:ext uri="{FF2B5EF4-FFF2-40B4-BE49-F238E27FC236}">
                    <a16:creationId xmlns:a16="http://schemas.microsoft.com/office/drawing/2014/main" id="{2C622132-7FE1-FD33-A058-BA630F4335DD}"/>
                  </a:ext>
                </a:extLst>
              </p:cNvPr>
              <p:cNvSpPr/>
              <p:nvPr/>
            </p:nvSpPr>
            <p:spPr>
              <a:xfrm>
                <a:off x="3771806" y="4819477"/>
                <a:ext cx="6343" cy="6345"/>
              </a:xfrm>
              <a:custGeom>
                <a:avLst/>
                <a:gdLst>
                  <a:gd name="connsiteX0" fmla="*/ 3402 w 6343"/>
                  <a:gd name="connsiteY0" fmla="*/ 6451 h 6345"/>
                  <a:gd name="connsiteX1" fmla="*/ 5644 w 6343"/>
                  <a:gd name="connsiteY1" fmla="*/ 5522 h 6345"/>
                  <a:gd name="connsiteX2" fmla="*/ 6573 w 6343"/>
                  <a:gd name="connsiteY2" fmla="*/ 3278 h 6345"/>
                  <a:gd name="connsiteX3" fmla="*/ 5644 w 6343"/>
                  <a:gd name="connsiteY3" fmla="*/ 1035 h 6345"/>
                  <a:gd name="connsiteX4" fmla="*/ 3402 w 6343"/>
                  <a:gd name="connsiteY4" fmla="*/ 106 h 6345"/>
                  <a:gd name="connsiteX5" fmla="*/ 1159 w 6343"/>
                  <a:gd name="connsiteY5" fmla="*/ 1035 h 6345"/>
                  <a:gd name="connsiteX6" fmla="*/ 230 w 6343"/>
                  <a:gd name="connsiteY6" fmla="*/ 3278 h 6345"/>
                  <a:gd name="connsiteX7" fmla="*/ 1159 w 6343"/>
                  <a:gd name="connsiteY7" fmla="*/ 5522 h 6345"/>
                  <a:gd name="connsiteX8" fmla="*/ 3402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51"/>
                    </a:moveTo>
                    <a:cubicBezTo>
                      <a:pt x="4243" y="6451"/>
                      <a:pt x="5050" y="6117"/>
                      <a:pt x="5644" y="5522"/>
                    </a:cubicBezTo>
                    <a:cubicBezTo>
                      <a:pt x="6239" y="4927"/>
                      <a:pt x="6573" y="4120"/>
                      <a:pt x="6573" y="3278"/>
                    </a:cubicBezTo>
                    <a:cubicBezTo>
                      <a:pt x="6573" y="2437"/>
                      <a:pt x="6239" y="1630"/>
                      <a:pt x="5644" y="1035"/>
                    </a:cubicBezTo>
                    <a:cubicBezTo>
                      <a:pt x="5050" y="440"/>
                      <a:pt x="4243" y="106"/>
                      <a:pt x="3402" y="106"/>
                    </a:cubicBezTo>
                    <a:cubicBezTo>
                      <a:pt x="2561" y="106"/>
                      <a:pt x="1754" y="440"/>
                      <a:pt x="1159" y="1035"/>
                    </a:cubicBezTo>
                    <a:cubicBezTo>
                      <a:pt x="564" y="1630"/>
                      <a:pt x="230" y="2437"/>
                      <a:pt x="230" y="3278"/>
                    </a:cubicBezTo>
                    <a:cubicBezTo>
                      <a:pt x="230" y="4120"/>
                      <a:pt x="564" y="4927"/>
                      <a:pt x="1159" y="5522"/>
                    </a:cubicBezTo>
                    <a:cubicBezTo>
                      <a:pt x="1754" y="6117"/>
                      <a:pt x="2561" y="6451"/>
                      <a:pt x="3402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6" name="Freeform: Shape 1005">
                <a:extLst>
                  <a:ext uri="{FF2B5EF4-FFF2-40B4-BE49-F238E27FC236}">
                    <a16:creationId xmlns:a16="http://schemas.microsoft.com/office/drawing/2014/main" id="{31DF0BBF-2667-9502-3C8A-A8A96252343A}"/>
                  </a:ext>
                </a:extLst>
              </p:cNvPr>
              <p:cNvSpPr/>
              <p:nvPr/>
            </p:nvSpPr>
            <p:spPr>
              <a:xfrm>
                <a:off x="3783708" y="4879104"/>
                <a:ext cx="6343" cy="6345"/>
              </a:xfrm>
              <a:custGeom>
                <a:avLst/>
                <a:gdLst>
                  <a:gd name="connsiteX0" fmla="*/ 3403 w 6343"/>
                  <a:gd name="connsiteY0" fmla="*/ 6456 h 6345"/>
                  <a:gd name="connsiteX1" fmla="*/ 5645 w 6343"/>
                  <a:gd name="connsiteY1" fmla="*/ 5526 h 6345"/>
                  <a:gd name="connsiteX2" fmla="*/ 6574 w 6343"/>
                  <a:gd name="connsiteY2" fmla="*/ 3283 h 6345"/>
                  <a:gd name="connsiteX3" fmla="*/ 5645 w 6343"/>
                  <a:gd name="connsiteY3" fmla="*/ 1040 h 6345"/>
                  <a:gd name="connsiteX4" fmla="*/ 3403 w 6343"/>
                  <a:gd name="connsiteY4" fmla="*/ 110 h 6345"/>
                  <a:gd name="connsiteX5" fmla="*/ 1160 w 6343"/>
                  <a:gd name="connsiteY5" fmla="*/ 1040 h 6345"/>
                  <a:gd name="connsiteX6" fmla="*/ 231 w 6343"/>
                  <a:gd name="connsiteY6" fmla="*/ 3283 h 6345"/>
                  <a:gd name="connsiteX7" fmla="*/ 1160 w 6343"/>
                  <a:gd name="connsiteY7" fmla="*/ 5526 h 6345"/>
                  <a:gd name="connsiteX8" fmla="*/ 3403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56"/>
                    </a:moveTo>
                    <a:cubicBezTo>
                      <a:pt x="4244" y="6456"/>
                      <a:pt x="5051" y="6121"/>
                      <a:pt x="5645" y="5526"/>
                    </a:cubicBezTo>
                    <a:cubicBezTo>
                      <a:pt x="6240" y="4931"/>
                      <a:pt x="6574" y="4124"/>
                      <a:pt x="6574" y="3283"/>
                    </a:cubicBezTo>
                    <a:cubicBezTo>
                      <a:pt x="6574" y="2442"/>
                      <a:pt x="6240" y="1635"/>
                      <a:pt x="5645" y="1040"/>
                    </a:cubicBezTo>
                    <a:cubicBezTo>
                      <a:pt x="5051" y="445"/>
                      <a:pt x="4244" y="110"/>
                      <a:pt x="3403" y="110"/>
                    </a:cubicBezTo>
                    <a:cubicBezTo>
                      <a:pt x="2562" y="110"/>
                      <a:pt x="1755" y="445"/>
                      <a:pt x="1160" y="1040"/>
                    </a:cubicBezTo>
                    <a:cubicBezTo>
                      <a:pt x="565" y="1635"/>
                      <a:pt x="231" y="2442"/>
                      <a:pt x="231" y="3283"/>
                    </a:cubicBezTo>
                    <a:cubicBezTo>
                      <a:pt x="231" y="4124"/>
                      <a:pt x="565" y="4931"/>
                      <a:pt x="1160" y="5526"/>
                    </a:cubicBezTo>
                    <a:cubicBezTo>
                      <a:pt x="1755" y="6121"/>
                      <a:pt x="2562" y="6456"/>
                      <a:pt x="3403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7" name="Freeform: Shape 1006">
                <a:extLst>
                  <a:ext uri="{FF2B5EF4-FFF2-40B4-BE49-F238E27FC236}">
                    <a16:creationId xmlns:a16="http://schemas.microsoft.com/office/drawing/2014/main" id="{7E3E6AA3-5D47-FC4B-B813-769BA2D02FC4}"/>
                  </a:ext>
                </a:extLst>
              </p:cNvPr>
              <p:cNvSpPr/>
              <p:nvPr/>
            </p:nvSpPr>
            <p:spPr>
              <a:xfrm>
                <a:off x="3788480" y="4873640"/>
                <a:ext cx="6343" cy="6345"/>
              </a:xfrm>
              <a:custGeom>
                <a:avLst/>
                <a:gdLst>
                  <a:gd name="connsiteX0" fmla="*/ 3403 w 6343"/>
                  <a:gd name="connsiteY0" fmla="*/ 6455 h 6345"/>
                  <a:gd name="connsiteX1" fmla="*/ 5646 w 6343"/>
                  <a:gd name="connsiteY1" fmla="*/ 5526 h 6345"/>
                  <a:gd name="connsiteX2" fmla="*/ 6575 w 6343"/>
                  <a:gd name="connsiteY2" fmla="*/ 3283 h 6345"/>
                  <a:gd name="connsiteX3" fmla="*/ 5646 w 6343"/>
                  <a:gd name="connsiteY3" fmla="*/ 1039 h 6345"/>
                  <a:gd name="connsiteX4" fmla="*/ 3403 w 6343"/>
                  <a:gd name="connsiteY4" fmla="*/ 110 h 6345"/>
                  <a:gd name="connsiteX5" fmla="*/ 1160 w 6343"/>
                  <a:gd name="connsiteY5" fmla="*/ 1039 h 6345"/>
                  <a:gd name="connsiteX6" fmla="*/ 231 w 6343"/>
                  <a:gd name="connsiteY6" fmla="*/ 3283 h 6345"/>
                  <a:gd name="connsiteX7" fmla="*/ 1160 w 6343"/>
                  <a:gd name="connsiteY7" fmla="*/ 5526 h 6345"/>
                  <a:gd name="connsiteX8" fmla="*/ 3403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55"/>
                    </a:moveTo>
                    <a:cubicBezTo>
                      <a:pt x="4244" y="6455"/>
                      <a:pt x="5051" y="6121"/>
                      <a:pt x="5646" y="5526"/>
                    </a:cubicBezTo>
                    <a:cubicBezTo>
                      <a:pt x="6240" y="4931"/>
                      <a:pt x="6575" y="4124"/>
                      <a:pt x="6575" y="3283"/>
                    </a:cubicBezTo>
                    <a:cubicBezTo>
                      <a:pt x="6575" y="2441"/>
                      <a:pt x="6240" y="1634"/>
                      <a:pt x="5646" y="1039"/>
                    </a:cubicBezTo>
                    <a:cubicBezTo>
                      <a:pt x="5051" y="444"/>
                      <a:pt x="4244" y="110"/>
                      <a:pt x="3403" y="110"/>
                    </a:cubicBezTo>
                    <a:cubicBezTo>
                      <a:pt x="2562" y="110"/>
                      <a:pt x="1755" y="444"/>
                      <a:pt x="1160" y="1039"/>
                    </a:cubicBezTo>
                    <a:cubicBezTo>
                      <a:pt x="566" y="1634"/>
                      <a:pt x="231" y="2441"/>
                      <a:pt x="231" y="3283"/>
                    </a:cubicBezTo>
                    <a:cubicBezTo>
                      <a:pt x="231" y="4124"/>
                      <a:pt x="566" y="4931"/>
                      <a:pt x="1160" y="5526"/>
                    </a:cubicBezTo>
                    <a:cubicBezTo>
                      <a:pt x="1755" y="6121"/>
                      <a:pt x="2562" y="6455"/>
                      <a:pt x="3403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8" name="Freeform: Shape 1007">
                <a:extLst>
                  <a:ext uri="{FF2B5EF4-FFF2-40B4-BE49-F238E27FC236}">
                    <a16:creationId xmlns:a16="http://schemas.microsoft.com/office/drawing/2014/main" id="{E4299598-432D-2F45-0503-6740F768AED8}"/>
                  </a:ext>
                </a:extLst>
              </p:cNvPr>
              <p:cNvSpPr/>
              <p:nvPr/>
            </p:nvSpPr>
            <p:spPr>
              <a:xfrm>
                <a:off x="3793668" y="4872045"/>
                <a:ext cx="6343" cy="6345"/>
              </a:xfrm>
              <a:custGeom>
                <a:avLst/>
                <a:gdLst>
                  <a:gd name="connsiteX0" fmla="*/ 3403 w 6343"/>
                  <a:gd name="connsiteY0" fmla="*/ 6455 h 6345"/>
                  <a:gd name="connsiteX1" fmla="*/ 5646 w 6343"/>
                  <a:gd name="connsiteY1" fmla="*/ 5526 h 6345"/>
                  <a:gd name="connsiteX2" fmla="*/ 6575 w 6343"/>
                  <a:gd name="connsiteY2" fmla="*/ 3282 h 6345"/>
                  <a:gd name="connsiteX3" fmla="*/ 5646 w 6343"/>
                  <a:gd name="connsiteY3" fmla="*/ 1039 h 6345"/>
                  <a:gd name="connsiteX4" fmla="*/ 3403 w 6343"/>
                  <a:gd name="connsiteY4" fmla="*/ 110 h 6345"/>
                  <a:gd name="connsiteX5" fmla="*/ 1161 w 6343"/>
                  <a:gd name="connsiteY5" fmla="*/ 1039 h 6345"/>
                  <a:gd name="connsiteX6" fmla="*/ 232 w 6343"/>
                  <a:gd name="connsiteY6" fmla="*/ 3282 h 6345"/>
                  <a:gd name="connsiteX7" fmla="*/ 1161 w 6343"/>
                  <a:gd name="connsiteY7" fmla="*/ 5526 h 6345"/>
                  <a:gd name="connsiteX8" fmla="*/ 3403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55"/>
                    </a:moveTo>
                    <a:cubicBezTo>
                      <a:pt x="4245" y="6455"/>
                      <a:pt x="5051" y="6121"/>
                      <a:pt x="5646" y="5526"/>
                    </a:cubicBezTo>
                    <a:cubicBezTo>
                      <a:pt x="6241" y="4931"/>
                      <a:pt x="6575" y="4124"/>
                      <a:pt x="6575" y="3282"/>
                    </a:cubicBezTo>
                    <a:cubicBezTo>
                      <a:pt x="6575" y="2441"/>
                      <a:pt x="6241" y="1634"/>
                      <a:pt x="5646" y="1039"/>
                    </a:cubicBezTo>
                    <a:cubicBezTo>
                      <a:pt x="5051" y="444"/>
                      <a:pt x="4245" y="110"/>
                      <a:pt x="3403" y="110"/>
                    </a:cubicBezTo>
                    <a:cubicBezTo>
                      <a:pt x="2562" y="110"/>
                      <a:pt x="1756" y="444"/>
                      <a:pt x="1161" y="1039"/>
                    </a:cubicBezTo>
                    <a:cubicBezTo>
                      <a:pt x="566" y="1634"/>
                      <a:pt x="232" y="2441"/>
                      <a:pt x="232" y="3282"/>
                    </a:cubicBezTo>
                    <a:cubicBezTo>
                      <a:pt x="232" y="4124"/>
                      <a:pt x="566" y="4931"/>
                      <a:pt x="1161" y="5526"/>
                    </a:cubicBezTo>
                    <a:cubicBezTo>
                      <a:pt x="1756" y="6121"/>
                      <a:pt x="2562" y="6455"/>
                      <a:pt x="3403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9" name="Freeform: Shape 1008">
                <a:extLst>
                  <a:ext uri="{FF2B5EF4-FFF2-40B4-BE49-F238E27FC236}">
                    <a16:creationId xmlns:a16="http://schemas.microsoft.com/office/drawing/2014/main" id="{7CC59225-DB72-BAF7-31C3-F2B793E87188}"/>
                  </a:ext>
                </a:extLst>
              </p:cNvPr>
              <p:cNvSpPr/>
              <p:nvPr/>
            </p:nvSpPr>
            <p:spPr>
              <a:xfrm>
                <a:off x="3798575" y="4867017"/>
                <a:ext cx="6343" cy="6345"/>
              </a:xfrm>
              <a:custGeom>
                <a:avLst/>
                <a:gdLst>
                  <a:gd name="connsiteX0" fmla="*/ 3404 w 6343"/>
                  <a:gd name="connsiteY0" fmla="*/ 6455 h 6345"/>
                  <a:gd name="connsiteX1" fmla="*/ 5646 w 6343"/>
                  <a:gd name="connsiteY1" fmla="*/ 5525 h 6345"/>
                  <a:gd name="connsiteX2" fmla="*/ 6575 w 6343"/>
                  <a:gd name="connsiteY2" fmla="*/ 3282 h 6345"/>
                  <a:gd name="connsiteX3" fmla="*/ 5646 w 6343"/>
                  <a:gd name="connsiteY3" fmla="*/ 1039 h 6345"/>
                  <a:gd name="connsiteX4" fmla="*/ 3404 w 6343"/>
                  <a:gd name="connsiteY4" fmla="*/ 109 h 6345"/>
                  <a:gd name="connsiteX5" fmla="*/ 1161 w 6343"/>
                  <a:gd name="connsiteY5" fmla="*/ 1039 h 6345"/>
                  <a:gd name="connsiteX6" fmla="*/ 232 w 6343"/>
                  <a:gd name="connsiteY6" fmla="*/ 3282 h 6345"/>
                  <a:gd name="connsiteX7" fmla="*/ 1161 w 6343"/>
                  <a:gd name="connsiteY7" fmla="*/ 5525 h 6345"/>
                  <a:gd name="connsiteX8" fmla="*/ 3404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55"/>
                    </a:moveTo>
                    <a:cubicBezTo>
                      <a:pt x="4245" y="6455"/>
                      <a:pt x="5052" y="6120"/>
                      <a:pt x="5646" y="5525"/>
                    </a:cubicBezTo>
                    <a:cubicBezTo>
                      <a:pt x="6241" y="4931"/>
                      <a:pt x="6575" y="4123"/>
                      <a:pt x="6575" y="3282"/>
                    </a:cubicBezTo>
                    <a:cubicBezTo>
                      <a:pt x="6575" y="2441"/>
                      <a:pt x="6241" y="1634"/>
                      <a:pt x="5646" y="1039"/>
                    </a:cubicBezTo>
                    <a:cubicBezTo>
                      <a:pt x="5052" y="444"/>
                      <a:pt x="4245" y="109"/>
                      <a:pt x="3404" y="109"/>
                    </a:cubicBezTo>
                    <a:cubicBezTo>
                      <a:pt x="2563" y="109"/>
                      <a:pt x="1756" y="444"/>
                      <a:pt x="1161" y="1039"/>
                    </a:cubicBezTo>
                    <a:cubicBezTo>
                      <a:pt x="566" y="1634"/>
                      <a:pt x="232" y="2441"/>
                      <a:pt x="232" y="3282"/>
                    </a:cubicBezTo>
                    <a:cubicBezTo>
                      <a:pt x="232" y="4123"/>
                      <a:pt x="566" y="4931"/>
                      <a:pt x="1161" y="5525"/>
                    </a:cubicBezTo>
                    <a:cubicBezTo>
                      <a:pt x="1756" y="6120"/>
                      <a:pt x="2563" y="6455"/>
                      <a:pt x="3404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0" name="Freeform: Shape 1009">
                <a:extLst>
                  <a:ext uri="{FF2B5EF4-FFF2-40B4-BE49-F238E27FC236}">
                    <a16:creationId xmlns:a16="http://schemas.microsoft.com/office/drawing/2014/main" id="{82ACCC11-E442-5AD1-24C3-EEB539EDCFE1}"/>
                  </a:ext>
                </a:extLst>
              </p:cNvPr>
              <p:cNvSpPr/>
              <p:nvPr/>
            </p:nvSpPr>
            <p:spPr>
              <a:xfrm>
                <a:off x="3803051" y="4855842"/>
                <a:ext cx="6343" cy="6345"/>
              </a:xfrm>
              <a:custGeom>
                <a:avLst/>
                <a:gdLst>
                  <a:gd name="connsiteX0" fmla="*/ 3404 w 6343"/>
                  <a:gd name="connsiteY0" fmla="*/ 6454 h 6345"/>
                  <a:gd name="connsiteX1" fmla="*/ 5647 w 6343"/>
                  <a:gd name="connsiteY1" fmla="*/ 5525 h 6345"/>
                  <a:gd name="connsiteX2" fmla="*/ 6576 w 6343"/>
                  <a:gd name="connsiteY2" fmla="*/ 3281 h 6345"/>
                  <a:gd name="connsiteX3" fmla="*/ 5647 w 6343"/>
                  <a:gd name="connsiteY3" fmla="*/ 1038 h 6345"/>
                  <a:gd name="connsiteX4" fmla="*/ 3404 w 6343"/>
                  <a:gd name="connsiteY4" fmla="*/ 108 h 6345"/>
                  <a:gd name="connsiteX5" fmla="*/ 1162 w 6343"/>
                  <a:gd name="connsiteY5" fmla="*/ 1038 h 6345"/>
                  <a:gd name="connsiteX6" fmla="*/ 233 w 6343"/>
                  <a:gd name="connsiteY6" fmla="*/ 3281 h 6345"/>
                  <a:gd name="connsiteX7" fmla="*/ 1162 w 6343"/>
                  <a:gd name="connsiteY7" fmla="*/ 5525 h 6345"/>
                  <a:gd name="connsiteX8" fmla="*/ 3404 w 6343"/>
                  <a:gd name="connsiteY8" fmla="*/ 64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54"/>
                    </a:moveTo>
                    <a:cubicBezTo>
                      <a:pt x="4245" y="6454"/>
                      <a:pt x="5052" y="6120"/>
                      <a:pt x="5647" y="5525"/>
                    </a:cubicBezTo>
                    <a:cubicBezTo>
                      <a:pt x="6242" y="4930"/>
                      <a:pt x="6576" y="4123"/>
                      <a:pt x="6576" y="3281"/>
                    </a:cubicBezTo>
                    <a:cubicBezTo>
                      <a:pt x="6576" y="2440"/>
                      <a:pt x="6242" y="1633"/>
                      <a:pt x="5647" y="1038"/>
                    </a:cubicBezTo>
                    <a:cubicBezTo>
                      <a:pt x="5052" y="443"/>
                      <a:pt x="4245" y="108"/>
                      <a:pt x="3404" y="108"/>
                    </a:cubicBezTo>
                    <a:cubicBezTo>
                      <a:pt x="2563" y="108"/>
                      <a:pt x="1756" y="443"/>
                      <a:pt x="1162" y="1038"/>
                    </a:cubicBezTo>
                    <a:cubicBezTo>
                      <a:pt x="567" y="1633"/>
                      <a:pt x="233" y="2440"/>
                      <a:pt x="233" y="3281"/>
                    </a:cubicBezTo>
                    <a:cubicBezTo>
                      <a:pt x="233" y="4123"/>
                      <a:pt x="567" y="4930"/>
                      <a:pt x="1162" y="5525"/>
                    </a:cubicBezTo>
                    <a:cubicBezTo>
                      <a:pt x="1756" y="6120"/>
                      <a:pt x="2563" y="6454"/>
                      <a:pt x="3404" y="64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1" name="Freeform: Shape 1010">
                <a:extLst>
                  <a:ext uri="{FF2B5EF4-FFF2-40B4-BE49-F238E27FC236}">
                    <a16:creationId xmlns:a16="http://schemas.microsoft.com/office/drawing/2014/main" id="{E6AE9371-8BC5-0358-054F-F0B0A94F257C}"/>
                  </a:ext>
                </a:extLst>
              </p:cNvPr>
              <p:cNvSpPr/>
              <p:nvPr/>
            </p:nvSpPr>
            <p:spPr>
              <a:xfrm>
                <a:off x="3812694" y="4913305"/>
                <a:ext cx="6343" cy="6345"/>
              </a:xfrm>
              <a:custGeom>
                <a:avLst/>
                <a:gdLst>
                  <a:gd name="connsiteX0" fmla="*/ 3405 w 6343"/>
                  <a:gd name="connsiteY0" fmla="*/ 6458 h 6345"/>
                  <a:gd name="connsiteX1" fmla="*/ 5648 w 6343"/>
                  <a:gd name="connsiteY1" fmla="*/ 5529 h 6345"/>
                  <a:gd name="connsiteX2" fmla="*/ 6576 w 6343"/>
                  <a:gd name="connsiteY2" fmla="*/ 3286 h 6345"/>
                  <a:gd name="connsiteX3" fmla="*/ 5648 w 6343"/>
                  <a:gd name="connsiteY3" fmla="*/ 1042 h 6345"/>
                  <a:gd name="connsiteX4" fmla="*/ 3405 w 6343"/>
                  <a:gd name="connsiteY4" fmla="*/ 113 h 6345"/>
                  <a:gd name="connsiteX5" fmla="*/ 1162 w 6343"/>
                  <a:gd name="connsiteY5" fmla="*/ 1042 h 6345"/>
                  <a:gd name="connsiteX6" fmla="*/ 233 w 6343"/>
                  <a:gd name="connsiteY6" fmla="*/ 3286 h 6345"/>
                  <a:gd name="connsiteX7" fmla="*/ 1162 w 6343"/>
                  <a:gd name="connsiteY7" fmla="*/ 5529 h 6345"/>
                  <a:gd name="connsiteX8" fmla="*/ 3405 w 6343"/>
                  <a:gd name="connsiteY8" fmla="*/ 64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58"/>
                    </a:moveTo>
                    <a:cubicBezTo>
                      <a:pt x="4246" y="6458"/>
                      <a:pt x="5053" y="6124"/>
                      <a:pt x="5648" y="5529"/>
                    </a:cubicBezTo>
                    <a:cubicBezTo>
                      <a:pt x="6242" y="4934"/>
                      <a:pt x="6576" y="4127"/>
                      <a:pt x="6576" y="3286"/>
                    </a:cubicBezTo>
                    <a:cubicBezTo>
                      <a:pt x="6576" y="2444"/>
                      <a:pt x="6242" y="1637"/>
                      <a:pt x="5648" y="1042"/>
                    </a:cubicBezTo>
                    <a:cubicBezTo>
                      <a:pt x="5053" y="447"/>
                      <a:pt x="4246" y="113"/>
                      <a:pt x="3405" y="113"/>
                    </a:cubicBezTo>
                    <a:cubicBezTo>
                      <a:pt x="2564" y="113"/>
                      <a:pt x="1757" y="447"/>
                      <a:pt x="1162" y="1042"/>
                    </a:cubicBezTo>
                    <a:cubicBezTo>
                      <a:pt x="568" y="1637"/>
                      <a:pt x="233" y="2444"/>
                      <a:pt x="233" y="3286"/>
                    </a:cubicBezTo>
                    <a:cubicBezTo>
                      <a:pt x="233" y="4127"/>
                      <a:pt x="568" y="4934"/>
                      <a:pt x="1162" y="5529"/>
                    </a:cubicBezTo>
                    <a:cubicBezTo>
                      <a:pt x="1757" y="6124"/>
                      <a:pt x="2564" y="6458"/>
                      <a:pt x="3405" y="64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2" name="Freeform: Shape 1011">
                <a:extLst>
                  <a:ext uri="{FF2B5EF4-FFF2-40B4-BE49-F238E27FC236}">
                    <a16:creationId xmlns:a16="http://schemas.microsoft.com/office/drawing/2014/main" id="{788DFAE0-16AC-7CDA-E78A-D90935CD102D}"/>
                  </a:ext>
                </a:extLst>
              </p:cNvPr>
              <p:cNvSpPr/>
              <p:nvPr/>
            </p:nvSpPr>
            <p:spPr>
              <a:xfrm>
                <a:off x="3817739" y="4912950"/>
                <a:ext cx="6343" cy="6345"/>
              </a:xfrm>
              <a:custGeom>
                <a:avLst/>
                <a:gdLst>
                  <a:gd name="connsiteX0" fmla="*/ 3405 w 6343"/>
                  <a:gd name="connsiteY0" fmla="*/ 6458 h 6345"/>
                  <a:gd name="connsiteX1" fmla="*/ 5648 w 6343"/>
                  <a:gd name="connsiteY1" fmla="*/ 5529 h 6345"/>
                  <a:gd name="connsiteX2" fmla="*/ 6577 w 6343"/>
                  <a:gd name="connsiteY2" fmla="*/ 3286 h 6345"/>
                  <a:gd name="connsiteX3" fmla="*/ 5648 w 6343"/>
                  <a:gd name="connsiteY3" fmla="*/ 1042 h 6345"/>
                  <a:gd name="connsiteX4" fmla="*/ 3405 w 6343"/>
                  <a:gd name="connsiteY4" fmla="*/ 113 h 6345"/>
                  <a:gd name="connsiteX5" fmla="*/ 1163 w 6343"/>
                  <a:gd name="connsiteY5" fmla="*/ 1042 h 6345"/>
                  <a:gd name="connsiteX6" fmla="*/ 234 w 6343"/>
                  <a:gd name="connsiteY6" fmla="*/ 3286 h 6345"/>
                  <a:gd name="connsiteX7" fmla="*/ 1163 w 6343"/>
                  <a:gd name="connsiteY7" fmla="*/ 5529 h 6345"/>
                  <a:gd name="connsiteX8" fmla="*/ 3405 w 6343"/>
                  <a:gd name="connsiteY8" fmla="*/ 64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58"/>
                    </a:moveTo>
                    <a:cubicBezTo>
                      <a:pt x="4246" y="6458"/>
                      <a:pt x="5053" y="6124"/>
                      <a:pt x="5648" y="5529"/>
                    </a:cubicBezTo>
                    <a:cubicBezTo>
                      <a:pt x="6243" y="4934"/>
                      <a:pt x="6577" y="4127"/>
                      <a:pt x="6577" y="3286"/>
                    </a:cubicBezTo>
                    <a:cubicBezTo>
                      <a:pt x="6577" y="2444"/>
                      <a:pt x="6243" y="1637"/>
                      <a:pt x="5648" y="1042"/>
                    </a:cubicBezTo>
                    <a:cubicBezTo>
                      <a:pt x="5053" y="447"/>
                      <a:pt x="4246" y="113"/>
                      <a:pt x="3405" y="113"/>
                    </a:cubicBezTo>
                    <a:cubicBezTo>
                      <a:pt x="2564" y="113"/>
                      <a:pt x="1757" y="447"/>
                      <a:pt x="1163" y="1042"/>
                    </a:cubicBezTo>
                    <a:cubicBezTo>
                      <a:pt x="568" y="1637"/>
                      <a:pt x="234" y="2444"/>
                      <a:pt x="234" y="3286"/>
                    </a:cubicBezTo>
                    <a:cubicBezTo>
                      <a:pt x="234" y="4127"/>
                      <a:pt x="568" y="4934"/>
                      <a:pt x="1163" y="5529"/>
                    </a:cubicBezTo>
                    <a:cubicBezTo>
                      <a:pt x="1757" y="6124"/>
                      <a:pt x="2564" y="6458"/>
                      <a:pt x="3405" y="64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3" name="Freeform: Shape 1012">
                <a:extLst>
                  <a:ext uri="{FF2B5EF4-FFF2-40B4-BE49-F238E27FC236}">
                    <a16:creationId xmlns:a16="http://schemas.microsoft.com/office/drawing/2014/main" id="{D4778BD5-42EA-716F-4A0F-7E0A21B04316}"/>
                  </a:ext>
                </a:extLst>
              </p:cNvPr>
              <p:cNvSpPr/>
              <p:nvPr/>
            </p:nvSpPr>
            <p:spPr>
              <a:xfrm>
                <a:off x="3802340" y="4577682"/>
                <a:ext cx="6343" cy="6345"/>
              </a:xfrm>
              <a:custGeom>
                <a:avLst/>
                <a:gdLst>
                  <a:gd name="connsiteX0" fmla="*/ 3404 w 6343"/>
                  <a:gd name="connsiteY0" fmla="*/ 6432 h 6345"/>
                  <a:gd name="connsiteX1" fmla="*/ 5647 w 6343"/>
                  <a:gd name="connsiteY1" fmla="*/ 5503 h 6345"/>
                  <a:gd name="connsiteX2" fmla="*/ 6576 w 6343"/>
                  <a:gd name="connsiteY2" fmla="*/ 3259 h 6345"/>
                  <a:gd name="connsiteX3" fmla="*/ 5647 w 6343"/>
                  <a:gd name="connsiteY3" fmla="*/ 1016 h 6345"/>
                  <a:gd name="connsiteX4" fmla="*/ 3404 w 6343"/>
                  <a:gd name="connsiteY4" fmla="*/ 87 h 6345"/>
                  <a:gd name="connsiteX5" fmla="*/ 1161 w 6343"/>
                  <a:gd name="connsiteY5" fmla="*/ 1016 h 6345"/>
                  <a:gd name="connsiteX6" fmla="*/ 233 w 6343"/>
                  <a:gd name="connsiteY6" fmla="*/ 3259 h 6345"/>
                  <a:gd name="connsiteX7" fmla="*/ 1161 w 6343"/>
                  <a:gd name="connsiteY7" fmla="*/ 5503 h 6345"/>
                  <a:gd name="connsiteX8" fmla="*/ 3404 w 6343"/>
                  <a:gd name="connsiteY8" fmla="*/ 64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32"/>
                    </a:moveTo>
                    <a:cubicBezTo>
                      <a:pt x="4245" y="6432"/>
                      <a:pt x="5052" y="6098"/>
                      <a:pt x="5647" y="5503"/>
                    </a:cubicBezTo>
                    <a:cubicBezTo>
                      <a:pt x="6241" y="4908"/>
                      <a:pt x="6576" y="4101"/>
                      <a:pt x="6576" y="3259"/>
                    </a:cubicBezTo>
                    <a:cubicBezTo>
                      <a:pt x="6576" y="2418"/>
                      <a:pt x="6241" y="1611"/>
                      <a:pt x="5647" y="1016"/>
                    </a:cubicBezTo>
                    <a:cubicBezTo>
                      <a:pt x="5052" y="421"/>
                      <a:pt x="4245" y="87"/>
                      <a:pt x="3404" y="87"/>
                    </a:cubicBezTo>
                    <a:cubicBezTo>
                      <a:pt x="2563" y="87"/>
                      <a:pt x="1756" y="421"/>
                      <a:pt x="1161" y="1016"/>
                    </a:cubicBezTo>
                    <a:cubicBezTo>
                      <a:pt x="567" y="1611"/>
                      <a:pt x="233" y="2418"/>
                      <a:pt x="233" y="3259"/>
                    </a:cubicBezTo>
                    <a:cubicBezTo>
                      <a:pt x="233" y="4101"/>
                      <a:pt x="567" y="4908"/>
                      <a:pt x="1161" y="5503"/>
                    </a:cubicBezTo>
                    <a:cubicBezTo>
                      <a:pt x="1756" y="6098"/>
                      <a:pt x="2563" y="6432"/>
                      <a:pt x="3404" y="64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4" name="Freeform: Shape 1013">
                <a:extLst>
                  <a:ext uri="{FF2B5EF4-FFF2-40B4-BE49-F238E27FC236}">
                    <a16:creationId xmlns:a16="http://schemas.microsoft.com/office/drawing/2014/main" id="{47471705-8157-2456-4FB7-2FCE3D5BF8A4}"/>
                  </a:ext>
                </a:extLst>
              </p:cNvPr>
              <p:cNvSpPr/>
              <p:nvPr/>
            </p:nvSpPr>
            <p:spPr>
              <a:xfrm>
                <a:off x="3832266" y="4993066"/>
                <a:ext cx="6343" cy="6345"/>
              </a:xfrm>
              <a:custGeom>
                <a:avLst/>
                <a:gdLst>
                  <a:gd name="connsiteX0" fmla="*/ 3406 w 6343"/>
                  <a:gd name="connsiteY0" fmla="*/ 6465 h 6345"/>
                  <a:gd name="connsiteX1" fmla="*/ 5649 w 6343"/>
                  <a:gd name="connsiteY1" fmla="*/ 5535 h 6345"/>
                  <a:gd name="connsiteX2" fmla="*/ 6578 w 6343"/>
                  <a:gd name="connsiteY2" fmla="*/ 3292 h 6345"/>
                  <a:gd name="connsiteX3" fmla="*/ 5649 w 6343"/>
                  <a:gd name="connsiteY3" fmla="*/ 1049 h 6345"/>
                  <a:gd name="connsiteX4" fmla="*/ 3406 w 6343"/>
                  <a:gd name="connsiteY4" fmla="*/ 119 h 6345"/>
                  <a:gd name="connsiteX5" fmla="*/ 1164 w 6343"/>
                  <a:gd name="connsiteY5" fmla="*/ 1049 h 6345"/>
                  <a:gd name="connsiteX6" fmla="*/ 235 w 6343"/>
                  <a:gd name="connsiteY6" fmla="*/ 3292 h 6345"/>
                  <a:gd name="connsiteX7" fmla="*/ 1164 w 6343"/>
                  <a:gd name="connsiteY7" fmla="*/ 5535 h 6345"/>
                  <a:gd name="connsiteX8" fmla="*/ 3406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5"/>
                    </a:moveTo>
                    <a:cubicBezTo>
                      <a:pt x="4248" y="6465"/>
                      <a:pt x="5054" y="6130"/>
                      <a:pt x="5649" y="5535"/>
                    </a:cubicBezTo>
                    <a:cubicBezTo>
                      <a:pt x="6244" y="4940"/>
                      <a:pt x="6578" y="4133"/>
                      <a:pt x="6578" y="3292"/>
                    </a:cubicBezTo>
                    <a:cubicBezTo>
                      <a:pt x="6578" y="2451"/>
                      <a:pt x="6244" y="1643"/>
                      <a:pt x="5649" y="1049"/>
                    </a:cubicBezTo>
                    <a:cubicBezTo>
                      <a:pt x="5054" y="454"/>
                      <a:pt x="4248" y="119"/>
                      <a:pt x="3406" y="119"/>
                    </a:cubicBezTo>
                    <a:cubicBezTo>
                      <a:pt x="2565" y="119"/>
                      <a:pt x="1759" y="454"/>
                      <a:pt x="1164" y="1049"/>
                    </a:cubicBezTo>
                    <a:cubicBezTo>
                      <a:pt x="569" y="1643"/>
                      <a:pt x="235" y="2451"/>
                      <a:pt x="235" y="3292"/>
                    </a:cubicBezTo>
                    <a:cubicBezTo>
                      <a:pt x="235" y="4133"/>
                      <a:pt x="569" y="4940"/>
                      <a:pt x="1164" y="5535"/>
                    </a:cubicBezTo>
                    <a:cubicBezTo>
                      <a:pt x="1759" y="6130"/>
                      <a:pt x="2565" y="6465"/>
                      <a:pt x="3406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5" name="Freeform: Shape 1014">
                <a:extLst>
                  <a:ext uri="{FF2B5EF4-FFF2-40B4-BE49-F238E27FC236}">
                    <a16:creationId xmlns:a16="http://schemas.microsoft.com/office/drawing/2014/main" id="{47509359-B5BD-E7C8-D485-7DA3F0817BF5}"/>
                  </a:ext>
                </a:extLst>
              </p:cNvPr>
              <p:cNvSpPr/>
              <p:nvPr/>
            </p:nvSpPr>
            <p:spPr>
              <a:xfrm>
                <a:off x="3828961" y="4831550"/>
                <a:ext cx="6343" cy="6345"/>
              </a:xfrm>
              <a:custGeom>
                <a:avLst/>
                <a:gdLst>
                  <a:gd name="connsiteX0" fmla="*/ 3406 w 6343"/>
                  <a:gd name="connsiteY0" fmla="*/ 6452 h 6345"/>
                  <a:gd name="connsiteX1" fmla="*/ 5649 w 6343"/>
                  <a:gd name="connsiteY1" fmla="*/ 5523 h 6345"/>
                  <a:gd name="connsiteX2" fmla="*/ 6578 w 6343"/>
                  <a:gd name="connsiteY2" fmla="*/ 3279 h 6345"/>
                  <a:gd name="connsiteX3" fmla="*/ 5649 w 6343"/>
                  <a:gd name="connsiteY3" fmla="*/ 1036 h 6345"/>
                  <a:gd name="connsiteX4" fmla="*/ 3406 w 6343"/>
                  <a:gd name="connsiteY4" fmla="*/ 107 h 6345"/>
                  <a:gd name="connsiteX5" fmla="*/ 1164 w 6343"/>
                  <a:gd name="connsiteY5" fmla="*/ 1036 h 6345"/>
                  <a:gd name="connsiteX6" fmla="*/ 235 w 6343"/>
                  <a:gd name="connsiteY6" fmla="*/ 3279 h 6345"/>
                  <a:gd name="connsiteX7" fmla="*/ 1164 w 6343"/>
                  <a:gd name="connsiteY7" fmla="*/ 5523 h 6345"/>
                  <a:gd name="connsiteX8" fmla="*/ 3406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52"/>
                    </a:moveTo>
                    <a:cubicBezTo>
                      <a:pt x="4247" y="6452"/>
                      <a:pt x="5054" y="6118"/>
                      <a:pt x="5649" y="5523"/>
                    </a:cubicBezTo>
                    <a:cubicBezTo>
                      <a:pt x="6244" y="4928"/>
                      <a:pt x="6578" y="4121"/>
                      <a:pt x="6578" y="3279"/>
                    </a:cubicBezTo>
                    <a:cubicBezTo>
                      <a:pt x="6578" y="2438"/>
                      <a:pt x="6244" y="1631"/>
                      <a:pt x="5649" y="1036"/>
                    </a:cubicBezTo>
                    <a:cubicBezTo>
                      <a:pt x="5054" y="441"/>
                      <a:pt x="4247" y="107"/>
                      <a:pt x="3406" y="107"/>
                    </a:cubicBezTo>
                    <a:cubicBezTo>
                      <a:pt x="2565" y="107"/>
                      <a:pt x="1758" y="441"/>
                      <a:pt x="1164" y="1036"/>
                    </a:cubicBezTo>
                    <a:cubicBezTo>
                      <a:pt x="569" y="1631"/>
                      <a:pt x="235" y="2438"/>
                      <a:pt x="235" y="3279"/>
                    </a:cubicBezTo>
                    <a:cubicBezTo>
                      <a:pt x="235" y="4121"/>
                      <a:pt x="569" y="4928"/>
                      <a:pt x="1164" y="5523"/>
                    </a:cubicBezTo>
                    <a:cubicBezTo>
                      <a:pt x="1758" y="6118"/>
                      <a:pt x="2565" y="6452"/>
                      <a:pt x="3406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6" name="Freeform: Shape 1015">
                <a:extLst>
                  <a:ext uri="{FF2B5EF4-FFF2-40B4-BE49-F238E27FC236}">
                    <a16:creationId xmlns:a16="http://schemas.microsoft.com/office/drawing/2014/main" id="{EDF578A6-6A2B-8F3C-5E1A-7C6D79CCB8BB}"/>
                  </a:ext>
                </a:extLst>
              </p:cNvPr>
              <p:cNvSpPr/>
              <p:nvPr/>
            </p:nvSpPr>
            <p:spPr>
              <a:xfrm>
                <a:off x="3841378" y="4992621"/>
                <a:ext cx="6343" cy="6345"/>
              </a:xfrm>
              <a:custGeom>
                <a:avLst/>
                <a:gdLst>
                  <a:gd name="connsiteX0" fmla="*/ 3407 w 6343"/>
                  <a:gd name="connsiteY0" fmla="*/ 6465 h 6345"/>
                  <a:gd name="connsiteX1" fmla="*/ 5650 w 6343"/>
                  <a:gd name="connsiteY1" fmla="*/ 5535 h 6345"/>
                  <a:gd name="connsiteX2" fmla="*/ 6579 w 6343"/>
                  <a:gd name="connsiteY2" fmla="*/ 3292 h 6345"/>
                  <a:gd name="connsiteX3" fmla="*/ 5650 w 6343"/>
                  <a:gd name="connsiteY3" fmla="*/ 1048 h 6345"/>
                  <a:gd name="connsiteX4" fmla="*/ 3407 w 6343"/>
                  <a:gd name="connsiteY4" fmla="*/ 119 h 6345"/>
                  <a:gd name="connsiteX5" fmla="*/ 1165 w 6343"/>
                  <a:gd name="connsiteY5" fmla="*/ 1048 h 6345"/>
                  <a:gd name="connsiteX6" fmla="*/ 236 w 6343"/>
                  <a:gd name="connsiteY6" fmla="*/ 3292 h 6345"/>
                  <a:gd name="connsiteX7" fmla="*/ 1165 w 6343"/>
                  <a:gd name="connsiteY7" fmla="*/ 5535 h 6345"/>
                  <a:gd name="connsiteX8" fmla="*/ 3407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5"/>
                    </a:moveTo>
                    <a:cubicBezTo>
                      <a:pt x="4248" y="6465"/>
                      <a:pt x="5055" y="6130"/>
                      <a:pt x="5650" y="5535"/>
                    </a:cubicBezTo>
                    <a:cubicBezTo>
                      <a:pt x="6245" y="4940"/>
                      <a:pt x="6579" y="4133"/>
                      <a:pt x="6579" y="3292"/>
                    </a:cubicBezTo>
                    <a:cubicBezTo>
                      <a:pt x="6579" y="2451"/>
                      <a:pt x="6245" y="1643"/>
                      <a:pt x="5650" y="1048"/>
                    </a:cubicBezTo>
                    <a:cubicBezTo>
                      <a:pt x="5055" y="454"/>
                      <a:pt x="4248" y="119"/>
                      <a:pt x="3407" y="119"/>
                    </a:cubicBezTo>
                    <a:cubicBezTo>
                      <a:pt x="2566" y="119"/>
                      <a:pt x="1759" y="454"/>
                      <a:pt x="1165" y="1048"/>
                    </a:cubicBezTo>
                    <a:cubicBezTo>
                      <a:pt x="570" y="1643"/>
                      <a:pt x="236" y="2451"/>
                      <a:pt x="236" y="3292"/>
                    </a:cubicBezTo>
                    <a:cubicBezTo>
                      <a:pt x="236" y="4133"/>
                      <a:pt x="570" y="4940"/>
                      <a:pt x="1165" y="5535"/>
                    </a:cubicBezTo>
                    <a:cubicBezTo>
                      <a:pt x="1759" y="6130"/>
                      <a:pt x="2566" y="6465"/>
                      <a:pt x="3407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7" name="Freeform: Shape 1016">
                <a:extLst>
                  <a:ext uri="{FF2B5EF4-FFF2-40B4-BE49-F238E27FC236}">
                    <a16:creationId xmlns:a16="http://schemas.microsoft.com/office/drawing/2014/main" id="{9ACC86BB-4E7E-05AA-D595-B8FF975D776A}"/>
                  </a:ext>
                </a:extLst>
              </p:cNvPr>
              <p:cNvSpPr/>
              <p:nvPr/>
            </p:nvSpPr>
            <p:spPr>
              <a:xfrm>
                <a:off x="3835998" y="4719803"/>
                <a:ext cx="6343" cy="6345"/>
              </a:xfrm>
              <a:custGeom>
                <a:avLst/>
                <a:gdLst>
                  <a:gd name="connsiteX0" fmla="*/ 3407 w 6343"/>
                  <a:gd name="connsiteY0" fmla="*/ 6443 h 6345"/>
                  <a:gd name="connsiteX1" fmla="*/ 5649 w 6343"/>
                  <a:gd name="connsiteY1" fmla="*/ 5514 h 6345"/>
                  <a:gd name="connsiteX2" fmla="*/ 6578 w 6343"/>
                  <a:gd name="connsiteY2" fmla="*/ 3270 h 6345"/>
                  <a:gd name="connsiteX3" fmla="*/ 5649 w 6343"/>
                  <a:gd name="connsiteY3" fmla="*/ 1027 h 6345"/>
                  <a:gd name="connsiteX4" fmla="*/ 3407 w 6343"/>
                  <a:gd name="connsiteY4" fmla="*/ 98 h 6345"/>
                  <a:gd name="connsiteX5" fmla="*/ 1164 w 6343"/>
                  <a:gd name="connsiteY5" fmla="*/ 1027 h 6345"/>
                  <a:gd name="connsiteX6" fmla="*/ 235 w 6343"/>
                  <a:gd name="connsiteY6" fmla="*/ 3270 h 6345"/>
                  <a:gd name="connsiteX7" fmla="*/ 1164 w 6343"/>
                  <a:gd name="connsiteY7" fmla="*/ 5514 h 6345"/>
                  <a:gd name="connsiteX8" fmla="*/ 3407 w 6343"/>
                  <a:gd name="connsiteY8" fmla="*/ 64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43"/>
                    </a:moveTo>
                    <a:cubicBezTo>
                      <a:pt x="4248" y="6443"/>
                      <a:pt x="5055" y="6109"/>
                      <a:pt x="5649" y="5514"/>
                    </a:cubicBezTo>
                    <a:cubicBezTo>
                      <a:pt x="6244" y="4919"/>
                      <a:pt x="6578" y="4112"/>
                      <a:pt x="6578" y="3270"/>
                    </a:cubicBezTo>
                    <a:cubicBezTo>
                      <a:pt x="6578" y="2429"/>
                      <a:pt x="6244" y="1622"/>
                      <a:pt x="5649" y="1027"/>
                    </a:cubicBezTo>
                    <a:cubicBezTo>
                      <a:pt x="5055" y="432"/>
                      <a:pt x="4248" y="98"/>
                      <a:pt x="3407" y="98"/>
                    </a:cubicBezTo>
                    <a:cubicBezTo>
                      <a:pt x="2566" y="98"/>
                      <a:pt x="1759" y="432"/>
                      <a:pt x="1164" y="1027"/>
                    </a:cubicBezTo>
                    <a:cubicBezTo>
                      <a:pt x="569" y="1622"/>
                      <a:pt x="235" y="2429"/>
                      <a:pt x="235" y="3270"/>
                    </a:cubicBezTo>
                    <a:cubicBezTo>
                      <a:pt x="235" y="4112"/>
                      <a:pt x="569" y="4919"/>
                      <a:pt x="1164" y="5514"/>
                    </a:cubicBezTo>
                    <a:cubicBezTo>
                      <a:pt x="1759" y="6109"/>
                      <a:pt x="2566" y="6443"/>
                      <a:pt x="3407" y="64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8" name="Freeform: Shape 1017">
                <a:extLst>
                  <a:ext uri="{FF2B5EF4-FFF2-40B4-BE49-F238E27FC236}">
                    <a16:creationId xmlns:a16="http://schemas.microsoft.com/office/drawing/2014/main" id="{5B123667-0B2B-C1BB-9C5E-BECA0D7A78FF}"/>
                  </a:ext>
                </a:extLst>
              </p:cNvPr>
              <p:cNvSpPr/>
              <p:nvPr/>
            </p:nvSpPr>
            <p:spPr>
              <a:xfrm>
                <a:off x="3845982" y="4843416"/>
                <a:ext cx="6343" cy="6345"/>
              </a:xfrm>
              <a:custGeom>
                <a:avLst/>
                <a:gdLst>
                  <a:gd name="connsiteX0" fmla="*/ 3408 w 6343"/>
                  <a:gd name="connsiteY0" fmla="*/ 6453 h 6345"/>
                  <a:gd name="connsiteX1" fmla="*/ 5650 w 6343"/>
                  <a:gd name="connsiteY1" fmla="*/ 5524 h 6345"/>
                  <a:gd name="connsiteX2" fmla="*/ 6579 w 6343"/>
                  <a:gd name="connsiteY2" fmla="*/ 3280 h 6345"/>
                  <a:gd name="connsiteX3" fmla="*/ 5650 w 6343"/>
                  <a:gd name="connsiteY3" fmla="*/ 1037 h 6345"/>
                  <a:gd name="connsiteX4" fmla="*/ 3408 w 6343"/>
                  <a:gd name="connsiteY4" fmla="*/ 107 h 6345"/>
                  <a:gd name="connsiteX5" fmla="*/ 1165 w 6343"/>
                  <a:gd name="connsiteY5" fmla="*/ 1037 h 6345"/>
                  <a:gd name="connsiteX6" fmla="*/ 236 w 6343"/>
                  <a:gd name="connsiteY6" fmla="*/ 3280 h 6345"/>
                  <a:gd name="connsiteX7" fmla="*/ 1165 w 6343"/>
                  <a:gd name="connsiteY7" fmla="*/ 5524 h 6345"/>
                  <a:gd name="connsiteX8" fmla="*/ 3408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53"/>
                    </a:moveTo>
                    <a:cubicBezTo>
                      <a:pt x="4249" y="6453"/>
                      <a:pt x="5055" y="6119"/>
                      <a:pt x="5650" y="5524"/>
                    </a:cubicBezTo>
                    <a:cubicBezTo>
                      <a:pt x="6245" y="4929"/>
                      <a:pt x="6579" y="4122"/>
                      <a:pt x="6579" y="3280"/>
                    </a:cubicBezTo>
                    <a:cubicBezTo>
                      <a:pt x="6579" y="2439"/>
                      <a:pt x="6245" y="1632"/>
                      <a:pt x="5650" y="1037"/>
                    </a:cubicBezTo>
                    <a:cubicBezTo>
                      <a:pt x="5055" y="442"/>
                      <a:pt x="4249" y="107"/>
                      <a:pt x="3408" y="107"/>
                    </a:cubicBezTo>
                    <a:cubicBezTo>
                      <a:pt x="2566" y="107"/>
                      <a:pt x="1760" y="442"/>
                      <a:pt x="1165" y="1037"/>
                    </a:cubicBezTo>
                    <a:cubicBezTo>
                      <a:pt x="570" y="1632"/>
                      <a:pt x="236" y="2439"/>
                      <a:pt x="236" y="3280"/>
                    </a:cubicBezTo>
                    <a:cubicBezTo>
                      <a:pt x="236" y="4122"/>
                      <a:pt x="570" y="4929"/>
                      <a:pt x="1165" y="5524"/>
                    </a:cubicBezTo>
                    <a:cubicBezTo>
                      <a:pt x="1760" y="6119"/>
                      <a:pt x="2566" y="6453"/>
                      <a:pt x="3408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9" name="Freeform: Shape 1018">
                <a:extLst>
                  <a:ext uri="{FF2B5EF4-FFF2-40B4-BE49-F238E27FC236}">
                    <a16:creationId xmlns:a16="http://schemas.microsoft.com/office/drawing/2014/main" id="{03FE45E1-6129-DED2-8C75-E5B4CBE92450}"/>
                  </a:ext>
                </a:extLst>
              </p:cNvPr>
              <p:cNvSpPr/>
              <p:nvPr/>
            </p:nvSpPr>
            <p:spPr>
              <a:xfrm>
                <a:off x="3851662" y="4851840"/>
                <a:ext cx="6343" cy="6345"/>
              </a:xfrm>
              <a:custGeom>
                <a:avLst/>
                <a:gdLst>
                  <a:gd name="connsiteX0" fmla="*/ 3408 w 6343"/>
                  <a:gd name="connsiteY0" fmla="*/ 6454 h 6345"/>
                  <a:gd name="connsiteX1" fmla="*/ 5651 w 6343"/>
                  <a:gd name="connsiteY1" fmla="*/ 5524 h 6345"/>
                  <a:gd name="connsiteX2" fmla="*/ 6580 w 6343"/>
                  <a:gd name="connsiteY2" fmla="*/ 3281 h 6345"/>
                  <a:gd name="connsiteX3" fmla="*/ 5651 w 6343"/>
                  <a:gd name="connsiteY3" fmla="*/ 1037 h 6345"/>
                  <a:gd name="connsiteX4" fmla="*/ 3408 w 6343"/>
                  <a:gd name="connsiteY4" fmla="*/ 108 h 6345"/>
                  <a:gd name="connsiteX5" fmla="*/ 1165 w 6343"/>
                  <a:gd name="connsiteY5" fmla="*/ 1037 h 6345"/>
                  <a:gd name="connsiteX6" fmla="*/ 236 w 6343"/>
                  <a:gd name="connsiteY6" fmla="*/ 3281 h 6345"/>
                  <a:gd name="connsiteX7" fmla="*/ 1165 w 6343"/>
                  <a:gd name="connsiteY7" fmla="*/ 5524 h 6345"/>
                  <a:gd name="connsiteX8" fmla="*/ 3408 w 6343"/>
                  <a:gd name="connsiteY8" fmla="*/ 64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54"/>
                    </a:moveTo>
                    <a:cubicBezTo>
                      <a:pt x="4249" y="6454"/>
                      <a:pt x="5056" y="6119"/>
                      <a:pt x="5651" y="5524"/>
                    </a:cubicBezTo>
                    <a:cubicBezTo>
                      <a:pt x="6245" y="4929"/>
                      <a:pt x="6580" y="4122"/>
                      <a:pt x="6580" y="3281"/>
                    </a:cubicBezTo>
                    <a:cubicBezTo>
                      <a:pt x="6580" y="2439"/>
                      <a:pt x="6245" y="1632"/>
                      <a:pt x="5651" y="1037"/>
                    </a:cubicBezTo>
                    <a:cubicBezTo>
                      <a:pt x="5056" y="442"/>
                      <a:pt x="4249" y="108"/>
                      <a:pt x="3408" y="108"/>
                    </a:cubicBezTo>
                    <a:cubicBezTo>
                      <a:pt x="2567" y="108"/>
                      <a:pt x="1760" y="442"/>
                      <a:pt x="1165" y="1037"/>
                    </a:cubicBezTo>
                    <a:cubicBezTo>
                      <a:pt x="571" y="1632"/>
                      <a:pt x="236" y="2439"/>
                      <a:pt x="236" y="3281"/>
                    </a:cubicBezTo>
                    <a:cubicBezTo>
                      <a:pt x="236" y="4122"/>
                      <a:pt x="571" y="4929"/>
                      <a:pt x="1165" y="5524"/>
                    </a:cubicBezTo>
                    <a:cubicBezTo>
                      <a:pt x="1760" y="6119"/>
                      <a:pt x="2567" y="6454"/>
                      <a:pt x="3408" y="64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0" name="Freeform: Shape 1019">
                <a:extLst>
                  <a:ext uri="{FF2B5EF4-FFF2-40B4-BE49-F238E27FC236}">
                    <a16:creationId xmlns:a16="http://schemas.microsoft.com/office/drawing/2014/main" id="{742874DD-3AF5-5362-EB8D-85F82102A86F}"/>
                  </a:ext>
                </a:extLst>
              </p:cNvPr>
              <p:cNvSpPr/>
              <p:nvPr/>
            </p:nvSpPr>
            <p:spPr>
              <a:xfrm>
                <a:off x="3851602" y="4547748"/>
                <a:ext cx="6343" cy="6345"/>
              </a:xfrm>
              <a:custGeom>
                <a:avLst/>
                <a:gdLst>
                  <a:gd name="connsiteX0" fmla="*/ 3408 w 6343"/>
                  <a:gd name="connsiteY0" fmla="*/ 6430 h 6345"/>
                  <a:gd name="connsiteX1" fmla="*/ 5651 w 6343"/>
                  <a:gd name="connsiteY1" fmla="*/ 5500 h 6345"/>
                  <a:gd name="connsiteX2" fmla="*/ 6580 w 6343"/>
                  <a:gd name="connsiteY2" fmla="*/ 3257 h 6345"/>
                  <a:gd name="connsiteX3" fmla="*/ 5651 w 6343"/>
                  <a:gd name="connsiteY3" fmla="*/ 1013 h 6345"/>
                  <a:gd name="connsiteX4" fmla="*/ 3408 w 6343"/>
                  <a:gd name="connsiteY4" fmla="*/ 84 h 6345"/>
                  <a:gd name="connsiteX5" fmla="*/ 1165 w 6343"/>
                  <a:gd name="connsiteY5" fmla="*/ 1013 h 6345"/>
                  <a:gd name="connsiteX6" fmla="*/ 236 w 6343"/>
                  <a:gd name="connsiteY6" fmla="*/ 3257 h 6345"/>
                  <a:gd name="connsiteX7" fmla="*/ 1165 w 6343"/>
                  <a:gd name="connsiteY7" fmla="*/ 5500 h 6345"/>
                  <a:gd name="connsiteX8" fmla="*/ 3408 w 6343"/>
                  <a:gd name="connsiteY8" fmla="*/ 64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30"/>
                    </a:moveTo>
                    <a:cubicBezTo>
                      <a:pt x="4249" y="6430"/>
                      <a:pt x="5056" y="6095"/>
                      <a:pt x="5651" y="5500"/>
                    </a:cubicBezTo>
                    <a:cubicBezTo>
                      <a:pt x="6245" y="4905"/>
                      <a:pt x="6580" y="4098"/>
                      <a:pt x="6580" y="3257"/>
                    </a:cubicBezTo>
                    <a:cubicBezTo>
                      <a:pt x="6580" y="2415"/>
                      <a:pt x="6245" y="1608"/>
                      <a:pt x="5651" y="1013"/>
                    </a:cubicBezTo>
                    <a:cubicBezTo>
                      <a:pt x="5056" y="418"/>
                      <a:pt x="4249" y="84"/>
                      <a:pt x="3408" y="84"/>
                    </a:cubicBezTo>
                    <a:cubicBezTo>
                      <a:pt x="2567" y="84"/>
                      <a:pt x="1760" y="418"/>
                      <a:pt x="1165" y="1013"/>
                    </a:cubicBezTo>
                    <a:cubicBezTo>
                      <a:pt x="571" y="1608"/>
                      <a:pt x="236" y="2415"/>
                      <a:pt x="236" y="3257"/>
                    </a:cubicBezTo>
                    <a:cubicBezTo>
                      <a:pt x="236" y="4098"/>
                      <a:pt x="571" y="4905"/>
                      <a:pt x="1165" y="5500"/>
                    </a:cubicBezTo>
                    <a:cubicBezTo>
                      <a:pt x="1760" y="6095"/>
                      <a:pt x="2567" y="6430"/>
                      <a:pt x="3408" y="64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1" name="Freeform: Shape 1020">
                <a:extLst>
                  <a:ext uri="{FF2B5EF4-FFF2-40B4-BE49-F238E27FC236}">
                    <a16:creationId xmlns:a16="http://schemas.microsoft.com/office/drawing/2014/main" id="{2F1664D1-E722-49DF-E2FA-47F9BCA82A04}"/>
                  </a:ext>
                </a:extLst>
              </p:cNvPr>
              <p:cNvSpPr/>
              <p:nvPr/>
            </p:nvSpPr>
            <p:spPr>
              <a:xfrm>
                <a:off x="3858009" y="4473745"/>
                <a:ext cx="6343" cy="6345"/>
              </a:xfrm>
              <a:custGeom>
                <a:avLst/>
                <a:gdLst>
                  <a:gd name="connsiteX0" fmla="*/ 3408 w 6343"/>
                  <a:gd name="connsiteY0" fmla="*/ 6424 h 6345"/>
                  <a:gd name="connsiteX1" fmla="*/ 5651 w 6343"/>
                  <a:gd name="connsiteY1" fmla="*/ 5494 h 6345"/>
                  <a:gd name="connsiteX2" fmla="*/ 6580 w 6343"/>
                  <a:gd name="connsiteY2" fmla="*/ 3251 h 6345"/>
                  <a:gd name="connsiteX3" fmla="*/ 5651 w 6343"/>
                  <a:gd name="connsiteY3" fmla="*/ 1008 h 6345"/>
                  <a:gd name="connsiteX4" fmla="*/ 3408 w 6343"/>
                  <a:gd name="connsiteY4" fmla="*/ 78 h 6345"/>
                  <a:gd name="connsiteX5" fmla="*/ 1166 w 6343"/>
                  <a:gd name="connsiteY5" fmla="*/ 1008 h 6345"/>
                  <a:gd name="connsiteX6" fmla="*/ 237 w 6343"/>
                  <a:gd name="connsiteY6" fmla="*/ 3251 h 6345"/>
                  <a:gd name="connsiteX7" fmla="*/ 1166 w 6343"/>
                  <a:gd name="connsiteY7" fmla="*/ 5494 h 6345"/>
                  <a:gd name="connsiteX8" fmla="*/ 3408 w 6343"/>
                  <a:gd name="connsiteY8" fmla="*/ 64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24"/>
                    </a:moveTo>
                    <a:cubicBezTo>
                      <a:pt x="4250" y="6424"/>
                      <a:pt x="5056" y="6089"/>
                      <a:pt x="5651" y="5494"/>
                    </a:cubicBezTo>
                    <a:cubicBezTo>
                      <a:pt x="6246" y="4900"/>
                      <a:pt x="6580" y="4092"/>
                      <a:pt x="6580" y="3251"/>
                    </a:cubicBezTo>
                    <a:cubicBezTo>
                      <a:pt x="6580" y="2410"/>
                      <a:pt x="6246" y="1603"/>
                      <a:pt x="5651" y="1008"/>
                    </a:cubicBezTo>
                    <a:cubicBezTo>
                      <a:pt x="5056" y="413"/>
                      <a:pt x="4250" y="78"/>
                      <a:pt x="3408" y="78"/>
                    </a:cubicBezTo>
                    <a:cubicBezTo>
                      <a:pt x="2567" y="78"/>
                      <a:pt x="1761" y="413"/>
                      <a:pt x="1166" y="1008"/>
                    </a:cubicBezTo>
                    <a:cubicBezTo>
                      <a:pt x="571" y="1603"/>
                      <a:pt x="237" y="2410"/>
                      <a:pt x="237" y="3251"/>
                    </a:cubicBezTo>
                    <a:cubicBezTo>
                      <a:pt x="237" y="4092"/>
                      <a:pt x="571" y="4900"/>
                      <a:pt x="1166" y="5494"/>
                    </a:cubicBezTo>
                    <a:cubicBezTo>
                      <a:pt x="1761" y="6089"/>
                      <a:pt x="2567" y="6424"/>
                      <a:pt x="3408" y="64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2" name="Freeform: Shape 1021">
                <a:extLst>
                  <a:ext uri="{FF2B5EF4-FFF2-40B4-BE49-F238E27FC236}">
                    <a16:creationId xmlns:a16="http://schemas.microsoft.com/office/drawing/2014/main" id="{828921C2-900B-95DF-BBDC-C983A3289C60}"/>
                  </a:ext>
                </a:extLst>
              </p:cNvPr>
              <p:cNvSpPr/>
              <p:nvPr/>
            </p:nvSpPr>
            <p:spPr>
              <a:xfrm>
                <a:off x="3867512" y="4779604"/>
                <a:ext cx="6343" cy="6345"/>
              </a:xfrm>
              <a:custGeom>
                <a:avLst/>
                <a:gdLst>
                  <a:gd name="connsiteX0" fmla="*/ 3409 w 6343"/>
                  <a:gd name="connsiteY0" fmla="*/ 6448 h 6345"/>
                  <a:gd name="connsiteX1" fmla="*/ 5652 w 6343"/>
                  <a:gd name="connsiteY1" fmla="*/ 5519 h 6345"/>
                  <a:gd name="connsiteX2" fmla="*/ 6581 w 6343"/>
                  <a:gd name="connsiteY2" fmla="*/ 3275 h 6345"/>
                  <a:gd name="connsiteX3" fmla="*/ 5652 w 6343"/>
                  <a:gd name="connsiteY3" fmla="*/ 1032 h 6345"/>
                  <a:gd name="connsiteX4" fmla="*/ 3409 w 6343"/>
                  <a:gd name="connsiteY4" fmla="*/ 102 h 6345"/>
                  <a:gd name="connsiteX5" fmla="*/ 1167 w 6343"/>
                  <a:gd name="connsiteY5" fmla="*/ 1032 h 6345"/>
                  <a:gd name="connsiteX6" fmla="*/ 238 w 6343"/>
                  <a:gd name="connsiteY6" fmla="*/ 3275 h 6345"/>
                  <a:gd name="connsiteX7" fmla="*/ 1167 w 6343"/>
                  <a:gd name="connsiteY7" fmla="*/ 5519 h 6345"/>
                  <a:gd name="connsiteX8" fmla="*/ 3409 w 6343"/>
                  <a:gd name="connsiteY8" fmla="*/ 64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48"/>
                    </a:moveTo>
                    <a:cubicBezTo>
                      <a:pt x="4250" y="6448"/>
                      <a:pt x="5057" y="6114"/>
                      <a:pt x="5652" y="5519"/>
                    </a:cubicBezTo>
                    <a:cubicBezTo>
                      <a:pt x="6247" y="4924"/>
                      <a:pt x="6581" y="4117"/>
                      <a:pt x="6581" y="3275"/>
                    </a:cubicBezTo>
                    <a:cubicBezTo>
                      <a:pt x="6581" y="2434"/>
                      <a:pt x="6247" y="1627"/>
                      <a:pt x="5652" y="1032"/>
                    </a:cubicBezTo>
                    <a:cubicBezTo>
                      <a:pt x="5057" y="437"/>
                      <a:pt x="4250" y="102"/>
                      <a:pt x="3409" y="102"/>
                    </a:cubicBezTo>
                    <a:cubicBezTo>
                      <a:pt x="2568" y="102"/>
                      <a:pt x="1761" y="437"/>
                      <a:pt x="1167" y="1032"/>
                    </a:cubicBezTo>
                    <a:cubicBezTo>
                      <a:pt x="572" y="1627"/>
                      <a:pt x="238" y="2434"/>
                      <a:pt x="238" y="3275"/>
                    </a:cubicBezTo>
                    <a:cubicBezTo>
                      <a:pt x="238" y="4117"/>
                      <a:pt x="572" y="4924"/>
                      <a:pt x="1167" y="5519"/>
                    </a:cubicBezTo>
                    <a:cubicBezTo>
                      <a:pt x="1761" y="6114"/>
                      <a:pt x="2568" y="6448"/>
                      <a:pt x="3409" y="64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3" name="Freeform: Shape 1022">
                <a:extLst>
                  <a:ext uri="{FF2B5EF4-FFF2-40B4-BE49-F238E27FC236}">
                    <a16:creationId xmlns:a16="http://schemas.microsoft.com/office/drawing/2014/main" id="{79B052F2-E052-AAF6-C181-0CF517FC41CD}"/>
                  </a:ext>
                </a:extLst>
              </p:cNvPr>
              <p:cNvSpPr/>
              <p:nvPr/>
            </p:nvSpPr>
            <p:spPr>
              <a:xfrm>
                <a:off x="3873489" y="4474704"/>
                <a:ext cx="6343" cy="6345"/>
              </a:xfrm>
              <a:custGeom>
                <a:avLst/>
                <a:gdLst>
                  <a:gd name="connsiteX0" fmla="*/ 3410 w 6343"/>
                  <a:gd name="connsiteY0" fmla="*/ 6424 h 6345"/>
                  <a:gd name="connsiteX1" fmla="*/ 5652 w 6343"/>
                  <a:gd name="connsiteY1" fmla="*/ 5495 h 6345"/>
                  <a:gd name="connsiteX2" fmla="*/ 6581 w 6343"/>
                  <a:gd name="connsiteY2" fmla="*/ 3251 h 6345"/>
                  <a:gd name="connsiteX3" fmla="*/ 5652 w 6343"/>
                  <a:gd name="connsiteY3" fmla="*/ 1008 h 6345"/>
                  <a:gd name="connsiteX4" fmla="*/ 3410 w 6343"/>
                  <a:gd name="connsiteY4" fmla="*/ 78 h 6345"/>
                  <a:gd name="connsiteX5" fmla="*/ 1167 w 6343"/>
                  <a:gd name="connsiteY5" fmla="*/ 1008 h 6345"/>
                  <a:gd name="connsiteX6" fmla="*/ 238 w 6343"/>
                  <a:gd name="connsiteY6" fmla="*/ 3251 h 6345"/>
                  <a:gd name="connsiteX7" fmla="*/ 1167 w 6343"/>
                  <a:gd name="connsiteY7" fmla="*/ 5495 h 6345"/>
                  <a:gd name="connsiteX8" fmla="*/ 3410 w 6343"/>
                  <a:gd name="connsiteY8" fmla="*/ 64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24"/>
                    </a:moveTo>
                    <a:cubicBezTo>
                      <a:pt x="4251" y="6424"/>
                      <a:pt x="5058" y="6090"/>
                      <a:pt x="5652" y="5495"/>
                    </a:cubicBezTo>
                    <a:cubicBezTo>
                      <a:pt x="6247" y="4900"/>
                      <a:pt x="6581" y="4093"/>
                      <a:pt x="6581" y="3251"/>
                    </a:cubicBezTo>
                    <a:cubicBezTo>
                      <a:pt x="6581" y="2410"/>
                      <a:pt x="6247" y="1603"/>
                      <a:pt x="5652" y="1008"/>
                    </a:cubicBezTo>
                    <a:cubicBezTo>
                      <a:pt x="5058" y="413"/>
                      <a:pt x="4251" y="78"/>
                      <a:pt x="3410" y="78"/>
                    </a:cubicBezTo>
                    <a:cubicBezTo>
                      <a:pt x="2569" y="78"/>
                      <a:pt x="1762" y="413"/>
                      <a:pt x="1167" y="1008"/>
                    </a:cubicBezTo>
                    <a:cubicBezTo>
                      <a:pt x="572" y="1603"/>
                      <a:pt x="238" y="2410"/>
                      <a:pt x="238" y="3251"/>
                    </a:cubicBezTo>
                    <a:cubicBezTo>
                      <a:pt x="238" y="4093"/>
                      <a:pt x="572" y="4900"/>
                      <a:pt x="1167" y="5495"/>
                    </a:cubicBezTo>
                    <a:cubicBezTo>
                      <a:pt x="1762" y="6090"/>
                      <a:pt x="2569" y="6424"/>
                      <a:pt x="3410" y="64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EFA7BC48-8509-5A5E-9BD1-E4641424EF34}"/>
                  </a:ext>
                </a:extLst>
              </p:cNvPr>
              <p:cNvSpPr/>
              <p:nvPr/>
            </p:nvSpPr>
            <p:spPr>
              <a:xfrm>
                <a:off x="3879294" y="4771222"/>
                <a:ext cx="6343" cy="6345"/>
              </a:xfrm>
              <a:custGeom>
                <a:avLst/>
                <a:gdLst>
                  <a:gd name="connsiteX0" fmla="*/ 3410 w 6343"/>
                  <a:gd name="connsiteY0" fmla="*/ 6447 h 6345"/>
                  <a:gd name="connsiteX1" fmla="*/ 5653 w 6343"/>
                  <a:gd name="connsiteY1" fmla="*/ 5518 h 6345"/>
                  <a:gd name="connsiteX2" fmla="*/ 6582 w 6343"/>
                  <a:gd name="connsiteY2" fmla="*/ 3274 h 6345"/>
                  <a:gd name="connsiteX3" fmla="*/ 5653 w 6343"/>
                  <a:gd name="connsiteY3" fmla="*/ 1031 h 6345"/>
                  <a:gd name="connsiteX4" fmla="*/ 3410 w 6343"/>
                  <a:gd name="connsiteY4" fmla="*/ 102 h 6345"/>
                  <a:gd name="connsiteX5" fmla="*/ 1168 w 6343"/>
                  <a:gd name="connsiteY5" fmla="*/ 1031 h 6345"/>
                  <a:gd name="connsiteX6" fmla="*/ 239 w 6343"/>
                  <a:gd name="connsiteY6" fmla="*/ 3274 h 6345"/>
                  <a:gd name="connsiteX7" fmla="*/ 1168 w 6343"/>
                  <a:gd name="connsiteY7" fmla="*/ 5518 h 6345"/>
                  <a:gd name="connsiteX8" fmla="*/ 3410 w 6343"/>
                  <a:gd name="connsiteY8" fmla="*/ 64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47"/>
                    </a:moveTo>
                    <a:cubicBezTo>
                      <a:pt x="4251" y="6447"/>
                      <a:pt x="5058" y="6113"/>
                      <a:pt x="5653" y="5518"/>
                    </a:cubicBezTo>
                    <a:cubicBezTo>
                      <a:pt x="6248" y="4923"/>
                      <a:pt x="6582" y="4116"/>
                      <a:pt x="6582" y="3274"/>
                    </a:cubicBezTo>
                    <a:cubicBezTo>
                      <a:pt x="6582" y="2433"/>
                      <a:pt x="6248" y="1626"/>
                      <a:pt x="5653" y="1031"/>
                    </a:cubicBezTo>
                    <a:cubicBezTo>
                      <a:pt x="5058" y="436"/>
                      <a:pt x="4251" y="102"/>
                      <a:pt x="3410" y="102"/>
                    </a:cubicBezTo>
                    <a:cubicBezTo>
                      <a:pt x="2569" y="102"/>
                      <a:pt x="1762" y="436"/>
                      <a:pt x="1168" y="1031"/>
                    </a:cubicBezTo>
                    <a:cubicBezTo>
                      <a:pt x="573" y="1626"/>
                      <a:pt x="239" y="2433"/>
                      <a:pt x="239" y="3274"/>
                    </a:cubicBezTo>
                    <a:cubicBezTo>
                      <a:pt x="239" y="4116"/>
                      <a:pt x="573" y="4923"/>
                      <a:pt x="1168" y="5518"/>
                    </a:cubicBezTo>
                    <a:cubicBezTo>
                      <a:pt x="1762" y="6113"/>
                      <a:pt x="2569" y="6447"/>
                      <a:pt x="3410" y="64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F696198C-6EC8-74CA-38B2-619B8B21E435}"/>
                  </a:ext>
                </a:extLst>
              </p:cNvPr>
              <p:cNvSpPr/>
              <p:nvPr/>
            </p:nvSpPr>
            <p:spPr>
              <a:xfrm>
                <a:off x="3887808" y="4565657"/>
                <a:ext cx="6343" cy="6345"/>
              </a:xfrm>
              <a:custGeom>
                <a:avLst/>
                <a:gdLst>
                  <a:gd name="connsiteX0" fmla="*/ 3411 w 6343"/>
                  <a:gd name="connsiteY0" fmla="*/ 6431 h 6345"/>
                  <a:gd name="connsiteX1" fmla="*/ 5653 w 6343"/>
                  <a:gd name="connsiteY1" fmla="*/ 5502 h 6345"/>
                  <a:gd name="connsiteX2" fmla="*/ 6582 w 6343"/>
                  <a:gd name="connsiteY2" fmla="*/ 3258 h 6345"/>
                  <a:gd name="connsiteX3" fmla="*/ 5653 w 6343"/>
                  <a:gd name="connsiteY3" fmla="*/ 1015 h 6345"/>
                  <a:gd name="connsiteX4" fmla="*/ 3411 w 6343"/>
                  <a:gd name="connsiteY4" fmla="*/ 86 h 6345"/>
                  <a:gd name="connsiteX5" fmla="*/ 1168 w 6343"/>
                  <a:gd name="connsiteY5" fmla="*/ 1015 h 6345"/>
                  <a:gd name="connsiteX6" fmla="*/ 239 w 6343"/>
                  <a:gd name="connsiteY6" fmla="*/ 3258 h 6345"/>
                  <a:gd name="connsiteX7" fmla="*/ 1168 w 6343"/>
                  <a:gd name="connsiteY7" fmla="*/ 5502 h 6345"/>
                  <a:gd name="connsiteX8" fmla="*/ 3411 w 6343"/>
                  <a:gd name="connsiteY8" fmla="*/ 64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31"/>
                    </a:moveTo>
                    <a:cubicBezTo>
                      <a:pt x="4252" y="6431"/>
                      <a:pt x="5059" y="6097"/>
                      <a:pt x="5653" y="5502"/>
                    </a:cubicBezTo>
                    <a:cubicBezTo>
                      <a:pt x="6248" y="4907"/>
                      <a:pt x="6582" y="4100"/>
                      <a:pt x="6582" y="3258"/>
                    </a:cubicBezTo>
                    <a:cubicBezTo>
                      <a:pt x="6582" y="2417"/>
                      <a:pt x="6248" y="1610"/>
                      <a:pt x="5653" y="1015"/>
                    </a:cubicBezTo>
                    <a:cubicBezTo>
                      <a:pt x="5059" y="420"/>
                      <a:pt x="4252" y="86"/>
                      <a:pt x="3411" y="86"/>
                    </a:cubicBezTo>
                    <a:cubicBezTo>
                      <a:pt x="2570" y="86"/>
                      <a:pt x="1763" y="420"/>
                      <a:pt x="1168" y="1015"/>
                    </a:cubicBezTo>
                    <a:cubicBezTo>
                      <a:pt x="573" y="1610"/>
                      <a:pt x="239" y="2417"/>
                      <a:pt x="239" y="3258"/>
                    </a:cubicBezTo>
                    <a:cubicBezTo>
                      <a:pt x="239" y="4100"/>
                      <a:pt x="573" y="4907"/>
                      <a:pt x="1168" y="5502"/>
                    </a:cubicBezTo>
                    <a:cubicBezTo>
                      <a:pt x="1763" y="6097"/>
                      <a:pt x="2570" y="6431"/>
                      <a:pt x="3411" y="64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6" name="Freeform: Shape 1025">
                <a:extLst>
                  <a:ext uri="{FF2B5EF4-FFF2-40B4-BE49-F238E27FC236}">
                    <a16:creationId xmlns:a16="http://schemas.microsoft.com/office/drawing/2014/main" id="{50BD2F47-423D-4DEF-451F-96DE170908A8}"/>
                  </a:ext>
                </a:extLst>
              </p:cNvPr>
              <p:cNvSpPr/>
              <p:nvPr/>
            </p:nvSpPr>
            <p:spPr>
              <a:xfrm>
                <a:off x="3894964" y="4566817"/>
                <a:ext cx="6343" cy="6345"/>
              </a:xfrm>
              <a:custGeom>
                <a:avLst/>
                <a:gdLst>
                  <a:gd name="connsiteX0" fmla="*/ 3411 w 6343"/>
                  <a:gd name="connsiteY0" fmla="*/ 6431 h 6345"/>
                  <a:gd name="connsiteX1" fmla="*/ 5654 w 6343"/>
                  <a:gd name="connsiteY1" fmla="*/ 5502 h 6345"/>
                  <a:gd name="connsiteX2" fmla="*/ 6583 w 6343"/>
                  <a:gd name="connsiteY2" fmla="*/ 3258 h 6345"/>
                  <a:gd name="connsiteX3" fmla="*/ 5654 w 6343"/>
                  <a:gd name="connsiteY3" fmla="*/ 1015 h 6345"/>
                  <a:gd name="connsiteX4" fmla="*/ 3411 w 6343"/>
                  <a:gd name="connsiteY4" fmla="*/ 86 h 6345"/>
                  <a:gd name="connsiteX5" fmla="*/ 1169 w 6343"/>
                  <a:gd name="connsiteY5" fmla="*/ 1015 h 6345"/>
                  <a:gd name="connsiteX6" fmla="*/ 240 w 6343"/>
                  <a:gd name="connsiteY6" fmla="*/ 3258 h 6345"/>
                  <a:gd name="connsiteX7" fmla="*/ 1169 w 6343"/>
                  <a:gd name="connsiteY7" fmla="*/ 5502 h 6345"/>
                  <a:gd name="connsiteX8" fmla="*/ 3411 w 6343"/>
                  <a:gd name="connsiteY8" fmla="*/ 64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31"/>
                    </a:moveTo>
                    <a:cubicBezTo>
                      <a:pt x="4253" y="6431"/>
                      <a:pt x="5059" y="6097"/>
                      <a:pt x="5654" y="5502"/>
                    </a:cubicBezTo>
                    <a:cubicBezTo>
                      <a:pt x="6249" y="4907"/>
                      <a:pt x="6583" y="4100"/>
                      <a:pt x="6583" y="3258"/>
                    </a:cubicBezTo>
                    <a:cubicBezTo>
                      <a:pt x="6583" y="2417"/>
                      <a:pt x="6249" y="1610"/>
                      <a:pt x="5654" y="1015"/>
                    </a:cubicBezTo>
                    <a:cubicBezTo>
                      <a:pt x="5059" y="420"/>
                      <a:pt x="4253" y="86"/>
                      <a:pt x="3411" y="86"/>
                    </a:cubicBezTo>
                    <a:cubicBezTo>
                      <a:pt x="2570" y="86"/>
                      <a:pt x="1764" y="420"/>
                      <a:pt x="1169" y="1015"/>
                    </a:cubicBezTo>
                    <a:cubicBezTo>
                      <a:pt x="574" y="1610"/>
                      <a:pt x="240" y="2417"/>
                      <a:pt x="240" y="3258"/>
                    </a:cubicBezTo>
                    <a:cubicBezTo>
                      <a:pt x="240" y="4100"/>
                      <a:pt x="574" y="4907"/>
                      <a:pt x="1169" y="5502"/>
                    </a:cubicBezTo>
                    <a:cubicBezTo>
                      <a:pt x="1764" y="6097"/>
                      <a:pt x="2570" y="6431"/>
                      <a:pt x="3411" y="64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7" name="Freeform: Shape 1026">
                <a:extLst>
                  <a:ext uri="{FF2B5EF4-FFF2-40B4-BE49-F238E27FC236}">
                    <a16:creationId xmlns:a16="http://schemas.microsoft.com/office/drawing/2014/main" id="{A318FE43-6FD2-7A28-9C1B-91B34D6F08AC}"/>
                  </a:ext>
                </a:extLst>
              </p:cNvPr>
              <p:cNvSpPr/>
              <p:nvPr/>
            </p:nvSpPr>
            <p:spPr>
              <a:xfrm>
                <a:off x="3901803" y="4580215"/>
                <a:ext cx="6343" cy="6345"/>
              </a:xfrm>
              <a:custGeom>
                <a:avLst/>
                <a:gdLst>
                  <a:gd name="connsiteX0" fmla="*/ 3412 w 6343"/>
                  <a:gd name="connsiteY0" fmla="*/ 6432 h 6345"/>
                  <a:gd name="connsiteX1" fmla="*/ 5655 w 6343"/>
                  <a:gd name="connsiteY1" fmla="*/ 5503 h 6345"/>
                  <a:gd name="connsiteX2" fmla="*/ 6584 w 6343"/>
                  <a:gd name="connsiteY2" fmla="*/ 3259 h 6345"/>
                  <a:gd name="connsiteX3" fmla="*/ 5655 w 6343"/>
                  <a:gd name="connsiteY3" fmla="*/ 1016 h 6345"/>
                  <a:gd name="connsiteX4" fmla="*/ 3412 w 6343"/>
                  <a:gd name="connsiteY4" fmla="*/ 87 h 6345"/>
                  <a:gd name="connsiteX5" fmla="*/ 1169 w 6343"/>
                  <a:gd name="connsiteY5" fmla="*/ 1016 h 6345"/>
                  <a:gd name="connsiteX6" fmla="*/ 240 w 6343"/>
                  <a:gd name="connsiteY6" fmla="*/ 3259 h 6345"/>
                  <a:gd name="connsiteX7" fmla="*/ 1169 w 6343"/>
                  <a:gd name="connsiteY7" fmla="*/ 5503 h 6345"/>
                  <a:gd name="connsiteX8" fmla="*/ 3412 w 6343"/>
                  <a:gd name="connsiteY8" fmla="*/ 64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32"/>
                    </a:moveTo>
                    <a:cubicBezTo>
                      <a:pt x="4253" y="6432"/>
                      <a:pt x="5060" y="6098"/>
                      <a:pt x="5655" y="5503"/>
                    </a:cubicBezTo>
                    <a:cubicBezTo>
                      <a:pt x="6249" y="4908"/>
                      <a:pt x="6584" y="4101"/>
                      <a:pt x="6584" y="3259"/>
                    </a:cubicBezTo>
                    <a:cubicBezTo>
                      <a:pt x="6584" y="2418"/>
                      <a:pt x="6249" y="1611"/>
                      <a:pt x="5655" y="1016"/>
                    </a:cubicBezTo>
                    <a:cubicBezTo>
                      <a:pt x="5060" y="421"/>
                      <a:pt x="4253" y="87"/>
                      <a:pt x="3412" y="87"/>
                    </a:cubicBezTo>
                    <a:cubicBezTo>
                      <a:pt x="2571" y="87"/>
                      <a:pt x="1764" y="421"/>
                      <a:pt x="1169" y="1016"/>
                    </a:cubicBezTo>
                    <a:cubicBezTo>
                      <a:pt x="575" y="1611"/>
                      <a:pt x="240" y="2418"/>
                      <a:pt x="240" y="3259"/>
                    </a:cubicBezTo>
                    <a:cubicBezTo>
                      <a:pt x="240" y="4101"/>
                      <a:pt x="575" y="4908"/>
                      <a:pt x="1169" y="5503"/>
                    </a:cubicBezTo>
                    <a:cubicBezTo>
                      <a:pt x="1764" y="6098"/>
                      <a:pt x="2571" y="6432"/>
                      <a:pt x="3412" y="64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8" name="Freeform: Shape 1027">
                <a:extLst>
                  <a:ext uri="{FF2B5EF4-FFF2-40B4-BE49-F238E27FC236}">
                    <a16:creationId xmlns:a16="http://schemas.microsoft.com/office/drawing/2014/main" id="{7F31E7B9-2D6E-54B3-698F-295F1C35E663}"/>
                  </a:ext>
                </a:extLst>
              </p:cNvPr>
              <p:cNvSpPr/>
              <p:nvPr/>
            </p:nvSpPr>
            <p:spPr>
              <a:xfrm>
                <a:off x="3906925" y="4643656"/>
                <a:ext cx="6343" cy="6345"/>
              </a:xfrm>
              <a:custGeom>
                <a:avLst/>
                <a:gdLst>
                  <a:gd name="connsiteX0" fmla="*/ 3412 w 6343"/>
                  <a:gd name="connsiteY0" fmla="*/ 6437 h 6345"/>
                  <a:gd name="connsiteX1" fmla="*/ 5655 w 6343"/>
                  <a:gd name="connsiteY1" fmla="*/ 5508 h 6345"/>
                  <a:gd name="connsiteX2" fmla="*/ 6584 w 6343"/>
                  <a:gd name="connsiteY2" fmla="*/ 3264 h 6345"/>
                  <a:gd name="connsiteX3" fmla="*/ 5655 w 6343"/>
                  <a:gd name="connsiteY3" fmla="*/ 1021 h 6345"/>
                  <a:gd name="connsiteX4" fmla="*/ 3412 w 6343"/>
                  <a:gd name="connsiteY4" fmla="*/ 92 h 6345"/>
                  <a:gd name="connsiteX5" fmla="*/ 1170 w 6343"/>
                  <a:gd name="connsiteY5" fmla="*/ 1021 h 6345"/>
                  <a:gd name="connsiteX6" fmla="*/ 241 w 6343"/>
                  <a:gd name="connsiteY6" fmla="*/ 3264 h 6345"/>
                  <a:gd name="connsiteX7" fmla="*/ 1170 w 6343"/>
                  <a:gd name="connsiteY7" fmla="*/ 5508 h 6345"/>
                  <a:gd name="connsiteX8" fmla="*/ 3412 w 6343"/>
                  <a:gd name="connsiteY8" fmla="*/ 64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37"/>
                    </a:moveTo>
                    <a:cubicBezTo>
                      <a:pt x="4253" y="6437"/>
                      <a:pt x="5060" y="6103"/>
                      <a:pt x="5655" y="5508"/>
                    </a:cubicBezTo>
                    <a:cubicBezTo>
                      <a:pt x="6250" y="4913"/>
                      <a:pt x="6584" y="4106"/>
                      <a:pt x="6584" y="3264"/>
                    </a:cubicBezTo>
                    <a:cubicBezTo>
                      <a:pt x="6584" y="2423"/>
                      <a:pt x="6250" y="1616"/>
                      <a:pt x="5655" y="1021"/>
                    </a:cubicBezTo>
                    <a:cubicBezTo>
                      <a:pt x="5060" y="426"/>
                      <a:pt x="4253" y="92"/>
                      <a:pt x="3412" y="92"/>
                    </a:cubicBezTo>
                    <a:cubicBezTo>
                      <a:pt x="2571" y="92"/>
                      <a:pt x="1764" y="426"/>
                      <a:pt x="1170" y="1021"/>
                    </a:cubicBezTo>
                    <a:cubicBezTo>
                      <a:pt x="575" y="1616"/>
                      <a:pt x="241" y="2423"/>
                      <a:pt x="241" y="3264"/>
                    </a:cubicBezTo>
                    <a:cubicBezTo>
                      <a:pt x="241" y="4106"/>
                      <a:pt x="575" y="4913"/>
                      <a:pt x="1170" y="5508"/>
                    </a:cubicBezTo>
                    <a:cubicBezTo>
                      <a:pt x="1764" y="6103"/>
                      <a:pt x="2571" y="6437"/>
                      <a:pt x="3412" y="64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9" name="Freeform: Shape 1028">
                <a:extLst>
                  <a:ext uri="{FF2B5EF4-FFF2-40B4-BE49-F238E27FC236}">
                    <a16:creationId xmlns:a16="http://schemas.microsoft.com/office/drawing/2014/main" id="{8323B27A-F150-4189-157D-B048D6FB430F}"/>
                  </a:ext>
                </a:extLst>
              </p:cNvPr>
              <p:cNvSpPr/>
              <p:nvPr/>
            </p:nvSpPr>
            <p:spPr>
              <a:xfrm>
                <a:off x="3917945" y="4527662"/>
                <a:ext cx="6343" cy="6345"/>
              </a:xfrm>
              <a:custGeom>
                <a:avLst/>
                <a:gdLst>
                  <a:gd name="connsiteX0" fmla="*/ 3413 w 6343"/>
                  <a:gd name="connsiteY0" fmla="*/ 6428 h 6345"/>
                  <a:gd name="connsiteX1" fmla="*/ 5656 w 6343"/>
                  <a:gd name="connsiteY1" fmla="*/ 5499 h 6345"/>
                  <a:gd name="connsiteX2" fmla="*/ 6585 w 6343"/>
                  <a:gd name="connsiteY2" fmla="*/ 3255 h 6345"/>
                  <a:gd name="connsiteX3" fmla="*/ 5656 w 6343"/>
                  <a:gd name="connsiteY3" fmla="*/ 1012 h 6345"/>
                  <a:gd name="connsiteX4" fmla="*/ 3413 w 6343"/>
                  <a:gd name="connsiteY4" fmla="*/ 83 h 6345"/>
                  <a:gd name="connsiteX5" fmla="*/ 1171 w 6343"/>
                  <a:gd name="connsiteY5" fmla="*/ 1012 h 6345"/>
                  <a:gd name="connsiteX6" fmla="*/ 242 w 6343"/>
                  <a:gd name="connsiteY6" fmla="*/ 3255 h 6345"/>
                  <a:gd name="connsiteX7" fmla="*/ 1171 w 6343"/>
                  <a:gd name="connsiteY7" fmla="*/ 5499 h 6345"/>
                  <a:gd name="connsiteX8" fmla="*/ 3413 w 6343"/>
                  <a:gd name="connsiteY8" fmla="*/ 64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28"/>
                    </a:moveTo>
                    <a:cubicBezTo>
                      <a:pt x="4254" y="6428"/>
                      <a:pt x="5061" y="6094"/>
                      <a:pt x="5656" y="5499"/>
                    </a:cubicBezTo>
                    <a:cubicBezTo>
                      <a:pt x="6251" y="4904"/>
                      <a:pt x="6585" y="4097"/>
                      <a:pt x="6585" y="3255"/>
                    </a:cubicBezTo>
                    <a:cubicBezTo>
                      <a:pt x="6585" y="2414"/>
                      <a:pt x="6251" y="1607"/>
                      <a:pt x="5656" y="1012"/>
                    </a:cubicBezTo>
                    <a:cubicBezTo>
                      <a:pt x="5061" y="417"/>
                      <a:pt x="4254" y="83"/>
                      <a:pt x="3413" y="83"/>
                    </a:cubicBezTo>
                    <a:cubicBezTo>
                      <a:pt x="2572" y="83"/>
                      <a:pt x="1765" y="417"/>
                      <a:pt x="1171" y="1012"/>
                    </a:cubicBezTo>
                    <a:cubicBezTo>
                      <a:pt x="576" y="1607"/>
                      <a:pt x="242" y="2414"/>
                      <a:pt x="242" y="3255"/>
                    </a:cubicBezTo>
                    <a:cubicBezTo>
                      <a:pt x="242" y="4097"/>
                      <a:pt x="576" y="4904"/>
                      <a:pt x="1171" y="5499"/>
                    </a:cubicBezTo>
                    <a:cubicBezTo>
                      <a:pt x="1765" y="6094"/>
                      <a:pt x="2572" y="6428"/>
                      <a:pt x="3413" y="64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0" name="Freeform: Shape 1029">
                <a:extLst>
                  <a:ext uri="{FF2B5EF4-FFF2-40B4-BE49-F238E27FC236}">
                    <a16:creationId xmlns:a16="http://schemas.microsoft.com/office/drawing/2014/main" id="{280C7509-B4F6-1112-9475-4B442E754F74}"/>
                  </a:ext>
                </a:extLst>
              </p:cNvPr>
              <p:cNvSpPr/>
              <p:nvPr/>
            </p:nvSpPr>
            <p:spPr>
              <a:xfrm>
                <a:off x="3904973" y="4998257"/>
                <a:ext cx="6343" cy="6345"/>
              </a:xfrm>
              <a:custGeom>
                <a:avLst/>
                <a:gdLst>
                  <a:gd name="connsiteX0" fmla="*/ 3412 w 6343"/>
                  <a:gd name="connsiteY0" fmla="*/ 6465 h 6345"/>
                  <a:gd name="connsiteX1" fmla="*/ 5655 w 6343"/>
                  <a:gd name="connsiteY1" fmla="*/ 5536 h 6345"/>
                  <a:gd name="connsiteX2" fmla="*/ 6584 w 6343"/>
                  <a:gd name="connsiteY2" fmla="*/ 3292 h 6345"/>
                  <a:gd name="connsiteX3" fmla="*/ 5655 w 6343"/>
                  <a:gd name="connsiteY3" fmla="*/ 1049 h 6345"/>
                  <a:gd name="connsiteX4" fmla="*/ 3412 w 6343"/>
                  <a:gd name="connsiteY4" fmla="*/ 120 h 6345"/>
                  <a:gd name="connsiteX5" fmla="*/ 1170 w 6343"/>
                  <a:gd name="connsiteY5" fmla="*/ 1049 h 6345"/>
                  <a:gd name="connsiteX6" fmla="*/ 241 w 6343"/>
                  <a:gd name="connsiteY6" fmla="*/ 3292 h 6345"/>
                  <a:gd name="connsiteX7" fmla="*/ 1170 w 6343"/>
                  <a:gd name="connsiteY7" fmla="*/ 5536 h 6345"/>
                  <a:gd name="connsiteX8" fmla="*/ 3412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5"/>
                    </a:moveTo>
                    <a:cubicBezTo>
                      <a:pt x="4253" y="6465"/>
                      <a:pt x="5060" y="6131"/>
                      <a:pt x="5655" y="5536"/>
                    </a:cubicBezTo>
                    <a:cubicBezTo>
                      <a:pt x="6250" y="4941"/>
                      <a:pt x="6584" y="4134"/>
                      <a:pt x="6584" y="3292"/>
                    </a:cubicBezTo>
                    <a:cubicBezTo>
                      <a:pt x="6584" y="2451"/>
                      <a:pt x="6250" y="1644"/>
                      <a:pt x="5655" y="1049"/>
                    </a:cubicBezTo>
                    <a:cubicBezTo>
                      <a:pt x="5060" y="454"/>
                      <a:pt x="4253" y="120"/>
                      <a:pt x="3412" y="120"/>
                    </a:cubicBezTo>
                    <a:cubicBezTo>
                      <a:pt x="2571" y="120"/>
                      <a:pt x="1764" y="454"/>
                      <a:pt x="1170" y="1049"/>
                    </a:cubicBezTo>
                    <a:cubicBezTo>
                      <a:pt x="575" y="1644"/>
                      <a:pt x="241" y="2451"/>
                      <a:pt x="241" y="3292"/>
                    </a:cubicBezTo>
                    <a:cubicBezTo>
                      <a:pt x="241" y="4134"/>
                      <a:pt x="575" y="4941"/>
                      <a:pt x="1170" y="5536"/>
                    </a:cubicBezTo>
                    <a:cubicBezTo>
                      <a:pt x="1764" y="6131"/>
                      <a:pt x="2571" y="6465"/>
                      <a:pt x="3412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1" name="Freeform: Shape 1030">
                <a:extLst>
                  <a:ext uri="{FF2B5EF4-FFF2-40B4-BE49-F238E27FC236}">
                    <a16:creationId xmlns:a16="http://schemas.microsoft.com/office/drawing/2014/main" id="{72E940E5-1F52-D0FD-E106-3F629D40B0F3}"/>
                  </a:ext>
                </a:extLst>
              </p:cNvPr>
              <p:cNvSpPr/>
              <p:nvPr/>
            </p:nvSpPr>
            <p:spPr>
              <a:xfrm>
                <a:off x="3909387" y="5000655"/>
                <a:ext cx="6343" cy="6345"/>
              </a:xfrm>
              <a:custGeom>
                <a:avLst/>
                <a:gdLst>
                  <a:gd name="connsiteX0" fmla="*/ 3413 w 6343"/>
                  <a:gd name="connsiteY0" fmla="*/ 6465 h 6345"/>
                  <a:gd name="connsiteX1" fmla="*/ 5655 w 6343"/>
                  <a:gd name="connsiteY1" fmla="*/ 5536 h 6345"/>
                  <a:gd name="connsiteX2" fmla="*/ 6584 w 6343"/>
                  <a:gd name="connsiteY2" fmla="*/ 3293 h 6345"/>
                  <a:gd name="connsiteX3" fmla="*/ 5655 w 6343"/>
                  <a:gd name="connsiteY3" fmla="*/ 1049 h 6345"/>
                  <a:gd name="connsiteX4" fmla="*/ 3413 w 6343"/>
                  <a:gd name="connsiteY4" fmla="*/ 120 h 6345"/>
                  <a:gd name="connsiteX5" fmla="*/ 1170 w 6343"/>
                  <a:gd name="connsiteY5" fmla="*/ 1049 h 6345"/>
                  <a:gd name="connsiteX6" fmla="*/ 241 w 6343"/>
                  <a:gd name="connsiteY6" fmla="*/ 3293 h 6345"/>
                  <a:gd name="connsiteX7" fmla="*/ 1170 w 6343"/>
                  <a:gd name="connsiteY7" fmla="*/ 5536 h 6345"/>
                  <a:gd name="connsiteX8" fmla="*/ 3413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5"/>
                    </a:moveTo>
                    <a:cubicBezTo>
                      <a:pt x="4254" y="6465"/>
                      <a:pt x="5060" y="6131"/>
                      <a:pt x="5655" y="5536"/>
                    </a:cubicBezTo>
                    <a:cubicBezTo>
                      <a:pt x="6250" y="4941"/>
                      <a:pt x="6584" y="4134"/>
                      <a:pt x="6584" y="3293"/>
                    </a:cubicBezTo>
                    <a:cubicBezTo>
                      <a:pt x="6584" y="2451"/>
                      <a:pt x="6250" y="1644"/>
                      <a:pt x="5655" y="1049"/>
                    </a:cubicBezTo>
                    <a:cubicBezTo>
                      <a:pt x="5060" y="454"/>
                      <a:pt x="4254" y="120"/>
                      <a:pt x="3413" y="120"/>
                    </a:cubicBezTo>
                    <a:cubicBezTo>
                      <a:pt x="2571" y="120"/>
                      <a:pt x="1765" y="454"/>
                      <a:pt x="1170" y="1049"/>
                    </a:cubicBezTo>
                    <a:cubicBezTo>
                      <a:pt x="575" y="1644"/>
                      <a:pt x="241" y="2451"/>
                      <a:pt x="241" y="3293"/>
                    </a:cubicBezTo>
                    <a:cubicBezTo>
                      <a:pt x="241" y="4134"/>
                      <a:pt x="575" y="4941"/>
                      <a:pt x="1170" y="5536"/>
                    </a:cubicBezTo>
                    <a:cubicBezTo>
                      <a:pt x="1765" y="6131"/>
                      <a:pt x="2571" y="6465"/>
                      <a:pt x="3413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2" name="Freeform: Shape 1031">
                <a:extLst>
                  <a:ext uri="{FF2B5EF4-FFF2-40B4-BE49-F238E27FC236}">
                    <a16:creationId xmlns:a16="http://schemas.microsoft.com/office/drawing/2014/main" id="{B112308E-CB82-E35C-F356-9720C96B1D7E}"/>
                  </a:ext>
                </a:extLst>
              </p:cNvPr>
              <p:cNvSpPr/>
              <p:nvPr/>
            </p:nvSpPr>
            <p:spPr>
              <a:xfrm>
                <a:off x="3913992" y="4999132"/>
                <a:ext cx="6343" cy="6345"/>
              </a:xfrm>
              <a:custGeom>
                <a:avLst/>
                <a:gdLst>
                  <a:gd name="connsiteX0" fmla="*/ 3413 w 6343"/>
                  <a:gd name="connsiteY0" fmla="*/ 6465 h 6345"/>
                  <a:gd name="connsiteX1" fmla="*/ 5656 w 6343"/>
                  <a:gd name="connsiteY1" fmla="*/ 5536 h 6345"/>
                  <a:gd name="connsiteX2" fmla="*/ 6584 w 6343"/>
                  <a:gd name="connsiteY2" fmla="*/ 3292 h 6345"/>
                  <a:gd name="connsiteX3" fmla="*/ 5656 w 6343"/>
                  <a:gd name="connsiteY3" fmla="*/ 1049 h 6345"/>
                  <a:gd name="connsiteX4" fmla="*/ 3413 w 6343"/>
                  <a:gd name="connsiteY4" fmla="*/ 120 h 6345"/>
                  <a:gd name="connsiteX5" fmla="*/ 1170 w 6343"/>
                  <a:gd name="connsiteY5" fmla="*/ 1049 h 6345"/>
                  <a:gd name="connsiteX6" fmla="*/ 241 w 6343"/>
                  <a:gd name="connsiteY6" fmla="*/ 3292 h 6345"/>
                  <a:gd name="connsiteX7" fmla="*/ 1170 w 6343"/>
                  <a:gd name="connsiteY7" fmla="*/ 5536 h 6345"/>
                  <a:gd name="connsiteX8" fmla="*/ 3413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5"/>
                    </a:moveTo>
                    <a:cubicBezTo>
                      <a:pt x="4254" y="6465"/>
                      <a:pt x="5061" y="6131"/>
                      <a:pt x="5656" y="5536"/>
                    </a:cubicBezTo>
                    <a:cubicBezTo>
                      <a:pt x="6250" y="4941"/>
                      <a:pt x="6584" y="4134"/>
                      <a:pt x="6584" y="3292"/>
                    </a:cubicBezTo>
                    <a:cubicBezTo>
                      <a:pt x="6584" y="2451"/>
                      <a:pt x="6250" y="1644"/>
                      <a:pt x="5656" y="1049"/>
                    </a:cubicBezTo>
                    <a:cubicBezTo>
                      <a:pt x="5061" y="454"/>
                      <a:pt x="4254" y="120"/>
                      <a:pt x="3413" y="120"/>
                    </a:cubicBezTo>
                    <a:cubicBezTo>
                      <a:pt x="2572" y="120"/>
                      <a:pt x="1765" y="454"/>
                      <a:pt x="1170" y="1049"/>
                    </a:cubicBezTo>
                    <a:cubicBezTo>
                      <a:pt x="576" y="1644"/>
                      <a:pt x="241" y="2451"/>
                      <a:pt x="241" y="3292"/>
                    </a:cubicBezTo>
                    <a:cubicBezTo>
                      <a:pt x="241" y="4134"/>
                      <a:pt x="576" y="4941"/>
                      <a:pt x="1170" y="5536"/>
                    </a:cubicBezTo>
                    <a:cubicBezTo>
                      <a:pt x="1765" y="6131"/>
                      <a:pt x="2572" y="6465"/>
                      <a:pt x="3413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3" name="Freeform: Shape 1032">
                <a:extLst>
                  <a:ext uri="{FF2B5EF4-FFF2-40B4-BE49-F238E27FC236}">
                    <a16:creationId xmlns:a16="http://schemas.microsoft.com/office/drawing/2014/main" id="{AC1F67A8-1A15-D6C9-527F-60FC232D9D76}"/>
                  </a:ext>
                </a:extLst>
              </p:cNvPr>
              <p:cNvSpPr/>
              <p:nvPr/>
            </p:nvSpPr>
            <p:spPr>
              <a:xfrm>
                <a:off x="3922866" y="4928873"/>
                <a:ext cx="6343" cy="6345"/>
              </a:xfrm>
              <a:custGeom>
                <a:avLst/>
                <a:gdLst>
                  <a:gd name="connsiteX0" fmla="*/ 3414 w 6343"/>
                  <a:gd name="connsiteY0" fmla="*/ 6460 h 6345"/>
                  <a:gd name="connsiteX1" fmla="*/ 5656 w 6343"/>
                  <a:gd name="connsiteY1" fmla="*/ 5530 h 6345"/>
                  <a:gd name="connsiteX2" fmla="*/ 6585 w 6343"/>
                  <a:gd name="connsiteY2" fmla="*/ 3287 h 6345"/>
                  <a:gd name="connsiteX3" fmla="*/ 5656 w 6343"/>
                  <a:gd name="connsiteY3" fmla="*/ 1043 h 6345"/>
                  <a:gd name="connsiteX4" fmla="*/ 3414 w 6343"/>
                  <a:gd name="connsiteY4" fmla="*/ 114 h 6345"/>
                  <a:gd name="connsiteX5" fmla="*/ 1171 w 6343"/>
                  <a:gd name="connsiteY5" fmla="*/ 1043 h 6345"/>
                  <a:gd name="connsiteX6" fmla="*/ 242 w 6343"/>
                  <a:gd name="connsiteY6" fmla="*/ 3287 h 6345"/>
                  <a:gd name="connsiteX7" fmla="*/ 1171 w 6343"/>
                  <a:gd name="connsiteY7" fmla="*/ 5530 h 6345"/>
                  <a:gd name="connsiteX8" fmla="*/ 3414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60"/>
                    </a:moveTo>
                    <a:cubicBezTo>
                      <a:pt x="4255" y="6460"/>
                      <a:pt x="5061" y="6125"/>
                      <a:pt x="5656" y="5530"/>
                    </a:cubicBezTo>
                    <a:cubicBezTo>
                      <a:pt x="6251" y="4935"/>
                      <a:pt x="6585" y="4128"/>
                      <a:pt x="6585" y="3287"/>
                    </a:cubicBezTo>
                    <a:cubicBezTo>
                      <a:pt x="6585" y="2446"/>
                      <a:pt x="6251" y="1638"/>
                      <a:pt x="5656" y="1043"/>
                    </a:cubicBezTo>
                    <a:cubicBezTo>
                      <a:pt x="5061" y="449"/>
                      <a:pt x="4255" y="114"/>
                      <a:pt x="3414" y="114"/>
                    </a:cubicBezTo>
                    <a:cubicBezTo>
                      <a:pt x="2572" y="114"/>
                      <a:pt x="1766" y="449"/>
                      <a:pt x="1171" y="1043"/>
                    </a:cubicBezTo>
                    <a:cubicBezTo>
                      <a:pt x="576" y="1638"/>
                      <a:pt x="242" y="2446"/>
                      <a:pt x="242" y="3287"/>
                    </a:cubicBezTo>
                    <a:cubicBezTo>
                      <a:pt x="242" y="4128"/>
                      <a:pt x="576" y="4935"/>
                      <a:pt x="1171" y="5530"/>
                    </a:cubicBezTo>
                    <a:cubicBezTo>
                      <a:pt x="1766" y="6125"/>
                      <a:pt x="2572" y="6460"/>
                      <a:pt x="3414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4" name="Freeform: Shape 1033">
                <a:extLst>
                  <a:ext uri="{FF2B5EF4-FFF2-40B4-BE49-F238E27FC236}">
                    <a16:creationId xmlns:a16="http://schemas.microsoft.com/office/drawing/2014/main" id="{6212E57E-D7BE-653A-A425-1F6716D19002}"/>
                  </a:ext>
                </a:extLst>
              </p:cNvPr>
              <p:cNvSpPr/>
              <p:nvPr/>
            </p:nvSpPr>
            <p:spPr>
              <a:xfrm>
                <a:off x="3927461" y="4934375"/>
                <a:ext cx="6343" cy="6345"/>
              </a:xfrm>
              <a:custGeom>
                <a:avLst/>
                <a:gdLst>
                  <a:gd name="connsiteX0" fmla="*/ 3414 w 6343"/>
                  <a:gd name="connsiteY0" fmla="*/ 6460 h 6345"/>
                  <a:gd name="connsiteX1" fmla="*/ 5657 w 6343"/>
                  <a:gd name="connsiteY1" fmla="*/ 5531 h 6345"/>
                  <a:gd name="connsiteX2" fmla="*/ 6586 w 6343"/>
                  <a:gd name="connsiteY2" fmla="*/ 3287 h 6345"/>
                  <a:gd name="connsiteX3" fmla="*/ 5657 w 6343"/>
                  <a:gd name="connsiteY3" fmla="*/ 1044 h 6345"/>
                  <a:gd name="connsiteX4" fmla="*/ 3414 w 6343"/>
                  <a:gd name="connsiteY4" fmla="*/ 115 h 6345"/>
                  <a:gd name="connsiteX5" fmla="*/ 1171 w 6343"/>
                  <a:gd name="connsiteY5" fmla="*/ 1044 h 6345"/>
                  <a:gd name="connsiteX6" fmla="*/ 242 w 6343"/>
                  <a:gd name="connsiteY6" fmla="*/ 3287 h 6345"/>
                  <a:gd name="connsiteX7" fmla="*/ 1171 w 6343"/>
                  <a:gd name="connsiteY7" fmla="*/ 5531 h 6345"/>
                  <a:gd name="connsiteX8" fmla="*/ 3414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60"/>
                    </a:moveTo>
                    <a:cubicBezTo>
                      <a:pt x="4255" y="6460"/>
                      <a:pt x="5062" y="6126"/>
                      <a:pt x="5657" y="5531"/>
                    </a:cubicBezTo>
                    <a:cubicBezTo>
                      <a:pt x="6251" y="4936"/>
                      <a:pt x="6586" y="4129"/>
                      <a:pt x="6586" y="3287"/>
                    </a:cubicBezTo>
                    <a:cubicBezTo>
                      <a:pt x="6586" y="2446"/>
                      <a:pt x="6251" y="1639"/>
                      <a:pt x="5657" y="1044"/>
                    </a:cubicBezTo>
                    <a:cubicBezTo>
                      <a:pt x="5062" y="449"/>
                      <a:pt x="4255" y="115"/>
                      <a:pt x="3414" y="115"/>
                    </a:cubicBezTo>
                    <a:cubicBezTo>
                      <a:pt x="2573" y="115"/>
                      <a:pt x="1766" y="449"/>
                      <a:pt x="1171" y="1044"/>
                    </a:cubicBezTo>
                    <a:cubicBezTo>
                      <a:pt x="577" y="1639"/>
                      <a:pt x="242" y="2446"/>
                      <a:pt x="242" y="3287"/>
                    </a:cubicBezTo>
                    <a:cubicBezTo>
                      <a:pt x="242" y="4129"/>
                      <a:pt x="577" y="4936"/>
                      <a:pt x="1171" y="5531"/>
                    </a:cubicBezTo>
                    <a:cubicBezTo>
                      <a:pt x="1766" y="6126"/>
                      <a:pt x="2573" y="6460"/>
                      <a:pt x="3414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5" name="Freeform: Shape 1034">
                <a:extLst>
                  <a:ext uri="{FF2B5EF4-FFF2-40B4-BE49-F238E27FC236}">
                    <a16:creationId xmlns:a16="http://schemas.microsoft.com/office/drawing/2014/main" id="{199FEA5F-E873-F1CF-CC4A-6C7AA4FF175B}"/>
                  </a:ext>
                </a:extLst>
              </p:cNvPr>
              <p:cNvSpPr/>
              <p:nvPr/>
            </p:nvSpPr>
            <p:spPr>
              <a:xfrm>
                <a:off x="3942178" y="4802442"/>
                <a:ext cx="6343" cy="6345"/>
              </a:xfrm>
              <a:custGeom>
                <a:avLst/>
                <a:gdLst>
                  <a:gd name="connsiteX0" fmla="*/ 3415 w 6343"/>
                  <a:gd name="connsiteY0" fmla="*/ 6450 h 6345"/>
                  <a:gd name="connsiteX1" fmla="*/ 5658 w 6343"/>
                  <a:gd name="connsiteY1" fmla="*/ 5520 h 6345"/>
                  <a:gd name="connsiteX2" fmla="*/ 6587 w 6343"/>
                  <a:gd name="connsiteY2" fmla="*/ 3277 h 6345"/>
                  <a:gd name="connsiteX3" fmla="*/ 5658 w 6343"/>
                  <a:gd name="connsiteY3" fmla="*/ 1034 h 6345"/>
                  <a:gd name="connsiteX4" fmla="*/ 3415 w 6343"/>
                  <a:gd name="connsiteY4" fmla="*/ 104 h 6345"/>
                  <a:gd name="connsiteX5" fmla="*/ 1172 w 6343"/>
                  <a:gd name="connsiteY5" fmla="*/ 1034 h 6345"/>
                  <a:gd name="connsiteX6" fmla="*/ 244 w 6343"/>
                  <a:gd name="connsiteY6" fmla="*/ 3277 h 6345"/>
                  <a:gd name="connsiteX7" fmla="*/ 1172 w 6343"/>
                  <a:gd name="connsiteY7" fmla="*/ 5520 h 6345"/>
                  <a:gd name="connsiteX8" fmla="*/ 3415 w 6343"/>
                  <a:gd name="connsiteY8" fmla="*/ 64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50"/>
                    </a:moveTo>
                    <a:cubicBezTo>
                      <a:pt x="4256" y="6450"/>
                      <a:pt x="5063" y="6115"/>
                      <a:pt x="5658" y="5520"/>
                    </a:cubicBezTo>
                    <a:cubicBezTo>
                      <a:pt x="6253" y="4925"/>
                      <a:pt x="6587" y="4118"/>
                      <a:pt x="6587" y="3277"/>
                    </a:cubicBezTo>
                    <a:cubicBezTo>
                      <a:pt x="6587" y="2436"/>
                      <a:pt x="6253" y="1628"/>
                      <a:pt x="5658" y="1034"/>
                    </a:cubicBezTo>
                    <a:cubicBezTo>
                      <a:pt x="5063" y="439"/>
                      <a:pt x="4256" y="104"/>
                      <a:pt x="3415" y="104"/>
                    </a:cubicBezTo>
                    <a:cubicBezTo>
                      <a:pt x="2574" y="104"/>
                      <a:pt x="1767" y="439"/>
                      <a:pt x="1172" y="1034"/>
                    </a:cubicBezTo>
                    <a:cubicBezTo>
                      <a:pt x="578" y="1628"/>
                      <a:pt x="244" y="2436"/>
                      <a:pt x="244" y="3277"/>
                    </a:cubicBezTo>
                    <a:cubicBezTo>
                      <a:pt x="244" y="4118"/>
                      <a:pt x="578" y="4925"/>
                      <a:pt x="1172" y="5520"/>
                    </a:cubicBezTo>
                    <a:cubicBezTo>
                      <a:pt x="1767" y="6115"/>
                      <a:pt x="2574" y="6450"/>
                      <a:pt x="3415" y="64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6" name="Freeform: Shape 1035">
                <a:extLst>
                  <a:ext uri="{FF2B5EF4-FFF2-40B4-BE49-F238E27FC236}">
                    <a16:creationId xmlns:a16="http://schemas.microsoft.com/office/drawing/2014/main" id="{E359C2F0-9647-6B5F-C40C-3F6C4D8F4C36}"/>
                  </a:ext>
                </a:extLst>
              </p:cNvPr>
              <p:cNvSpPr/>
              <p:nvPr/>
            </p:nvSpPr>
            <p:spPr>
              <a:xfrm>
                <a:off x="3929546" y="5031513"/>
                <a:ext cx="6343" cy="6345"/>
              </a:xfrm>
              <a:custGeom>
                <a:avLst/>
                <a:gdLst>
                  <a:gd name="connsiteX0" fmla="*/ 3414 w 6343"/>
                  <a:gd name="connsiteY0" fmla="*/ 6468 h 6345"/>
                  <a:gd name="connsiteX1" fmla="*/ 5657 w 6343"/>
                  <a:gd name="connsiteY1" fmla="*/ 5538 h 6345"/>
                  <a:gd name="connsiteX2" fmla="*/ 6586 w 6343"/>
                  <a:gd name="connsiteY2" fmla="*/ 3295 h 6345"/>
                  <a:gd name="connsiteX3" fmla="*/ 5657 w 6343"/>
                  <a:gd name="connsiteY3" fmla="*/ 1052 h 6345"/>
                  <a:gd name="connsiteX4" fmla="*/ 3414 w 6343"/>
                  <a:gd name="connsiteY4" fmla="*/ 122 h 6345"/>
                  <a:gd name="connsiteX5" fmla="*/ 1171 w 6343"/>
                  <a:gd name="connsiteY5" fmla="*/ 1052 h 6345"/>
                  <a:gd name="connsiteX6" fmla="*/ 243 w 6343"/>
                  <a:gd name="connsiteY6" fmla="*/ 3295 h 6345"/>
                  <a:gd name="connsiteX7" fmla="*/ 1171 w 6343"/>
                  <a:gd name="connsiteY7" fmla="*/ 5538 h 6345"/>
                  <a:gd name="connsiteX8" fmla="*/ 3414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68"/>
                    </a:moveTo>
                    <a:cubicBezTo>
                      <a:pt x="4255" y="6468"/>
                      <a:pt x="5062" y="6133"/>
                      <a:pt x="5657" y="5538"/>
                    </a:cubicBezTo>
                    <a:cubicBezTo>
                      <a:pt x="6252" y="4943"/>
                      <a:pt x="6586" y="4136"/>
                      <a:pt x="6586" y="3295"/>
                    </a:cubicBezTo>
                    <a:cubicBezTo>
                      <a:pt x="6586" y="2454"/>
                      <a:pt x="6252" y="1647"/>
                      <a:pt x="5657" y="1052"/>
                    </a:cubicBezTo>
                    <a:cubicBezTo>
                      <a:pt x="5062" y="457"/>
                      <a:pt x="4255" y="122"/>
                      <a:pt x="3414" y="122"/>
                    </a:cubicBezTo>
                    <a:cubicBezTo>
                      <a:pt x="2573" y="122"/>
                      <a:pt x="1766" y="457"/>
                      <a:pt x="1171" y="1052"/>
                    </a:cubicBezTo>
                    <a:cubicBezTo>
                      <a:pt x="577" y="1647"/>
                      <a:pt x="243" y="2454"/>
                      <a:pt x="243" y="3295"/>
                    </a:cubicBezTo>
                    <a:cubicBezTo>
                      <a:pt x="243" y="4136"/>
                      <a:pt x="577" y="4943"/>
                      <a:pt x="1171" y="5538"/>
                    </a:cubicBezTo>
                    <a:cubicBezTo>
                      <a:pt x="1766" y="6133"/>
                      <a:pt x="2573" y="6468"/>
                      <a:pt x="3414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7" name="Freeform: Shape 1036">
                <a:extLst>
                  <a:ext uri="{FF2B5EF4-FFF2-40B4-BE49-F238E27FC236}">
                    <a16:creationId xmlns:a16="http://schemas.microsoft.com/office/drawing/2014/main" id="{FE0C1A69-7B37-7502-F547-5BACA62E2393}"/>
                  </a:ext>
                </a:extLst>
              </p:cNvPr>
              <p:cNvSpPr/>
              <p:nvPr/>
            </p:nvSpPr>
            <p:spPr>
              <a:xfrm>
                <a:off x="3933863" y="5031873"/>
                <a:ext cx="6343" cy="6345"/>
              </a:xfrm>
              <a:custGeom>
                <a:avLst/>
                <a:gdLst>
                  <a:gd name="connsiteX0" fmla="*/ 3414 w 6343"/>
                  <a:gd name="connsiteY0" fmla="*/ 6468 h 6345"/>
                  <a:gd name="connsiteX1" fmla="*/ 5657 w 6343"/>
                  <a:gd name="connsiteY1" fmla="*/ 5538 h 6345"/>
                  <a:gd name="connsiteX2" fmla="*/ 6586 w 6343"/>
                  <a:gd name="connsiteY2" fmla="*/ 3295 h 6345"/>
                  <a:gd name="connsiteX3" fmla="*/ 5657 w 6343"/>
                  <a:gd name="connsiteY3" fmla="*/ 1052 h 6345"/>
                  <a:gd name="connsiteX4" fmla="*/ 3414 w 6343"/>
                  <a:gd name="connsiteY4" fmla="*/ 122 h 6345"/>
                  <a:gd name="connsiteX5" fmla="*/ 1172 w 6343"/>
                  <a:gd name="connsiteY5" fmla="*/ 1052 h 6345"/>
                  <a:gd name="connsiteX6" fmla="*/ 243 w 6343"/>
                  <a:gd name="connsiteY6" fmla="*/ 3295 h 6345"/>
                  <a:gd name="connsiteX7" fmla="*/ 1172 w 6343"/>
                  <a:gd name="connsiteY7" fmla="*/ 5538 h 6345"/>
                  <a:gd name="connsiteX8" fmla="*/ 3414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68"/>
                    </a:moveTo>
                    <a:cubicBezTo>
                      <a:pt x="4256" y="6468"/>
                      <a:pt x="5062" y="6133"/>
                      <a:pt x="5657" y="5538"/>
                    </a:cubicBezTo>
                    <a:cubicBezTo>
                      <a:pt x="6252" y="4944"/>
                      <a:pt x="6586" y="4136"/>
                      <a:pt x="6586" y="3295"/>
                    </a:cubicBezTo>
                    <a:cubicBezTo>
                      <a:pt x="6586" y="2454"/>
                      <a:pt x="6252" y="1647"/>
                      <a:pt x="5657" y="1052"/>
                    </a:cubicBezTo>
                    <a:cubicBezTo>
                      <a:pt x="5062" y="457"/>
                      <a:pt x="4256" y="122"/>
                      <a:pt x="3414" y="122"/>
                    </a:cubicBezTo>
                    <a:cubicBezTo>
                      <a:pt x="2573" y="122"/>
                      <a:pt x="1767" y="457"/>
                      <a:pt x="1172" y="1052"/>
                    </a:cubicBezTo>
                    <a:cubicBezTo>
                      <a:pt x="577" y="1647"/>
                      <a:pt x="243" y="2454"/>
                      <a:pt x="243" y="3295"/>
                    </a:cubicBezTo>
                    <a:cubicBezTo>
                      <a:pt x="243" y="4136"/>
                      <a:pt x="577" y="4944"/>
                      <a:pt x="1172" y="5538"/>
                    </a:cubicBezTo>
                    <a:cubicBezTo>
                      <a:pt x="1767" y="6133"/>
                      <a:pt x="2573" y="6468"/>
                      <a:pt x="3414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8" name="Freeform: Shape 1037">
                <a:extLst>
                  <a:ext uri="{FF2B5EF4-FFF2-40B4-BE49-F238E27FC236}">
                    <a16:creationId xmlns:a16="http://schemas.microsoft.com/office/drawing/2014/main" id="{44444CFD-2692-ADA9-9115-3174C1426652}"/>
                  </a:ext>
                </a:extLst>
              </p:cNvPr>
              <p:cNvSpPr/>
              <p:nvPr/>
            </p:nvSpPr>
            <p:spPr>
              <a:xfrm>
                <a:off x="3943510" y="4974712"/>
                <a:ext cx="6343" cy="6345"/>
              </a:xfrm>
              <a:custGeom>
                <a:avLst/>
                <a:gdLst>
                  <a:gd name="connsiteX0" fmla="*/ 3415 w 6343"/>
                  <a:gd name="connsiteY0" fmla="*/ 6463 h 6345"/>
                  <a:gd name="connsiteX1" fmla="*/ 5658 w 6343"/>
                  <a:gd name="connsiteY1" fmla="*/ 5534 h 6345"/>
                  <a:gd name="connsiteX2" fmla="*/ 6587 w 6343"/>
                  <a:gd name="connsiteY2" fmla="*/ 3291 h 6345"/>
                  <a:gd name="connsiteX3" fmla="*/ 5658 w 6343"/>
                  <a:gd name="connsiteY3" fmla="*/ 1047 h 6345"/>
                  <a:gd name="connsiteX4" fmla="*/ 3415 w 6343"/>
                  <a:gd name="connsiteY4" fmla="*/ 118 h 6345"/>
                  <a:gd name="connsiteX5" fmla="*/ 1173 w 6343"/>
                  <a:gd name="connsiteY5" fmla="*/ 1047 h 6345"/>
                  <a:gd name="connsiteX6" fmla="*/ 244 w 6343"/>
                  <a:gd name="connsiteY6" fmla="*/ 3291 h 6345"/>
                  <a:gd name="connsiteX7" fmla="*/ 1173 w 6343"/>
                  <a:gd name="connsiteY7" fmla="*/ 5534 h 6345"/>
                  <a:gd name="connsiteX8" fmla="*/ 3415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63"/>
                    </a:moveTo>
                    <a:cubicBezTo>
                      <a:pt x="4256" y="6463"/>
                      <a:pt x="5063" y="6129"/>
                      <a:pt x="5658" y="5534"/>
                    </a:cubicBezTo>
                    <a:cubicBezTo>
                      <a:pt x="6253" y="4939"/>
                      <a:pt x="6587" y="4132"/>
                      <a:pt x="6587" y="3291"/>
                    </a:cubicBezTo>
                    <a:cubicBezTo>
                      <a:pt x="6587" y="2449"/>
                      <a:pt x="6253" y="1642"/>
                      <a:pt x="5658" y="1047"/>
                    </a:cubicBezTo>
                    <a:cubicBezTo>
                      <a:pt x="5063" y="452"/>
                      <a:pt x="4256" y="118"/>
                      <a:pt x="3415" y="118"/>
                    </a:cubicBezTo>
                    <a:cubicBezTo>
                      <a:pt x="2574" y="118"/>
                      <a:pt x="1767" y="452"/>
                      <a:pt x="1173" y="1047"/>
                    </a:cubicBezTo>
                    <a:cubicBezTo>
                      <a:pt x="578" y="1642"/>
                      <a:pt x="244" y="2449"/>
                      <a:pt x="244" y="3291"/>
                    </a:cubicBezTo>
                    <a:cubicBezTo>
                      <a:pt x="244" y="4132"/>
                      <a:pt x="578" y="4939"/>
                      <a:pt x="1173" y="5534"/>
                    </a:cubicBezTo>
                    <a:cubicBezTo>
                      <a:pt x="1767" y="6129"/>
                      <a:pt x="2574" y="6463"/>
                      <a:pt x="3415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9" name="Freeform: Shape 1038">
                <a:extLst>
                  <a:ext uri="{FF2B5EF4-FFF2-40B4-BE49-F238E27FC236}">
                    <a16:creationId xmlns:a16="http://schemas.microsoft.com/office/drawing/2014/main" id="{D3492C1E-0C88-29FB-1B83-EDAF1C4E6080}"/>
                  </a:ext>
                </a:extLst>
              </p:cNvPr>
              <p:cNvSpPr/>
              <p:nvPr/>
            </p:nvSpPr>
            <p:spPr>
              <a:xfrm>
                <a:off x="3956137" y="4894601"/>
                <a:ext cx="6343" cy="6345"/>
              </a:xfrm>
              <a:custGeom>
                <a:avLst/>
                <a:gdLst>
                  <a:gd name="connsiteX0" fmla="*/ 3416 w 6343"/>
                  <a:gd name="connsiteY0" fmla="*/ 6457 h 6345"/>
                  <a:gd name="connsiteX1" fmla="*/ 5659 w 6343"/>
                  <a:gd name="connsiteY1" fmla="*/ 5528 h 6345"/>
                  <a:gd name="connsiteX2" fmla="*/ 6588 w 6343"/>
                  <a:gd name="connsiteY2" fmla="*/ 3284 h 6345"/>
                  <a:gd name="connsiteX3" fmla="*/ 5659 w 6343"/>
                  <a:gd name="connsiteY3" fmla="*/ 1041 h 6345"/>
                  <a:gd name="connsiteX4" fmla="*/ 3416 w 6343"/>
                  <a:gd name="connsiteY4" fmla="*/ 112 h 6345"/>
                  <a:gd name="connsiteX5" fmla="*/ 1174 w 6343"/>
                  <a:gd name="connsiteY5" fmla="*/ 1041 h 6345"/>
                  <a:gd name="connsiteX6" fmla="*/ 245 w 6343"/>
                  <a:gd name="connsiteY6" fmla="*/ 3284 h 6345"/>
                  <a:gd name="connsiteX7" fmla="*/ 1174 w 6343"/>
                  <a:gd name="connsiteY7" fmla="*/ 5528 h 6345"/>
                  <a:gd name="connsiteX8" fmla="*/ 3416 w 6343"/>
                  <a:gd name="connsiteY8" fmla="*/ 64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57"/>
                    </a:moveTo>
                    <a:cubicBezTo>
                      <a:pt x="4257" y="6457"/>
                      <a:pt x="5064" y="6123"/>
                      <a:pt x="5659" y="5528"/>
                    </a:cubicBezTo>
                    <a:cubicBezTo>
                      <a:pt x="6254" y="4933"/>
                      <a:pt x="6588" y="4126"/>
                      <a:pt x="6588" y="3284"/>
                    </a:cubicBezTo>
                    <a:cubicBezTo>
                      <a:pt x="6588" y="2443"/>
                      <a:pt x="6254" y="1636"/>
                      <a:pt x="5659" y="1041"/>
                    </a:cubicBezTo>
                    <a:cubicBezTo>
                      <a:pt x="5064" y="446"/>
                      <a:pt x="4257" y="112"/>
                      <a:pt x="3416" y="112"/>
                    </a:cubicBezTo>
                    <a:cubicBezTo>
                      <a:pt x="2575" y="112"/>
                      <a:pt x="1768" y="446"/>
                      <a:pt x="1174" y="1041"/>
                    </a:cubicBezTo>
                    <a:cubicBezTo>
                      <a:pt x="579" y="1636"/>
                      <a:pt x="245" y="2443"/>
                      <a:pt x="245" y="3284"/>
                    </a:cubicBezTo>
                    <a:cubicBezTo>
                      <a:pt x="245" y="4126"/>
                      <a:pt x="579" y="4933"/>
                      <a:pt x="1174" y="5528"/>
                    </a:cubicBezTo>
                    <a:cubicBezTo>
                      <a:pt x="1768" y="6123"/>
                      <a:pt x="2575" y="6457"/>
                      <a:pt x="3416" y="64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0" name="Freeform: Shape 1039">
                <a:extLst>
                  <a:ext uri="{FF2B5EF4-FFF2-40B4-BE49-F238E27FC236}">
                    <a16:creationId xmlns:a16="http://schemas.microsoft.com/office/drawing/2014/main" id="{3903785F-F862-2100-E3DE-DDB226DEE96E}"/>
                  </a:ext>
                </a:extLst>
              </p:cNvPr>
              <p:cNvSpPr/>
              <p:nvPr/>
            </p:nvSpPr>
            <p:spPr>
              <a:xfrm>
                <a:off x="3954754" y="4957391"/>
                <a:ext cx="6343" cy="6345"/>
              </a:xfrm>
              <a:custGeom>
                <a:avLst/>
                <a:gdLst>
                  <a:gd name="connsiteX0" fmla="*/ 3416 w 6343"/>
                  <a:gd name="connsiteY0" fmla="*/ 6462 h 6345"/>
                  <a:gd name="connsiteX1" fmla="*/ 5659 w 6343"/>
                  <a:gd name="connsiteY1" fmla="*/ 5533 h 6345"/>
                  <a:gd name="connsiteX2" fmla="*/ 6588 w 6343"/>
                  <a:gd name="connsiteY2" fmla="*/ 3289 h 6345"/>
                  <a:gd name="connsiteX3" fmla="*/ 5659 w 6343"/>
                  <a:gd name="connsiteY3" fmla="*/ 1046 h 6345"/>
                  <a:gd name="connsiteX4" fmla="*/ 3416 w 6343"/>
                  <a:gd name="connsiteY4" fmla="*/ 116 h 6345"/>
                  <a:gd name="connsiteX5" fmla="*/ 1173 w 6343"/>
                  <a:gd name="connsiteY5" fmla="*/ 1046 h 6345"/>
                  <a:gd name="connsiteX6" fmla="*/ 245 w 6343"/>
                  <a:gd name="connsiteY6" fmla="*/ 3289 h 6345"/>
                  <a:gd name="connsiteX7" fmla="*/ 1173 w 6343"/>
                  <a:gd name="connsiteY7" fmla="*/ 5533 h 6345"/>
                  <a:gd name="connsiteX8" fmla="*/ 3416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62"/>
                    </a:moveTo>
                    <a:cubicBezTo>
                      <a:pt x="4257" y="6462"/>
                      <a:pt x="5064" y="6128"/>
                      <a:pt x="5659" y="5533"/>
                    </a:cubicBezTo>
                    <a:cubicBezTo>
                      <a:pt x="6253" y="4938"/>
                      <a:pt x="6588" y="4131"/>
                      <a:pt x="6588" y="3289"/>
                    </a:cubicBezTo>
                    <a:cubicBezTo>
                      <a:pt x="6588" y="2448"/>
                      <a:pt x="6253" y="1641"/>
                      <a:pt x="5659" y="1046"/>
                    </a:cubicBezTo>
                    <a:cubicBezTo>
                      <a:pt x="5064" y="451"/>
                      <a:pt x="4257" y="116"/>
                      <a:pt x="3416" y="116"/>
                    </a:cubicBezTo>
                    <a:cubicBezTo>
                      <a:pt x="2575" y="116"/>
                      <a:pt x="1768" y="451"/>
                      <a:pt x="1173" y="1046"/>
                    </a:cubicBezTo>
                    <a:cubicBezTo>
                      <a:pt x="579" y="1641"/>
                      <a:pt x="245" y="2448"/>
                      <a:pt x="245" y="3289"/>
                    </a:cubicBezTo>
                    <a:cubicBezTo>
                      <a:pt x="245" y="4131"/>
                      <a:pt x="579" y="4938"/>
                      <a:pt x="1173" y="5533"/>
                    </a:cubicBezTo>
                    <a:cubicBezTo>
                      <a:pt x="1768" y="6128"/>
                      <a:pt x="2575" y="6462"/>
                      <a:pt x="3416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1" name="Freeform: Shape 1040">
                <a:extLst>
                  <a:ext uri="{FF2B5EF4-FFF2-40B4-BE49-F238E27FC236}">
                    <a16:creationId xmlns:a16="http://schemas.microsoft.com/office/drawing/2014/main" id="{B63DC155-1677-D9CC-293F-1C7CEB9493B3}"/>
                  </a:ext>
                </a:extLst>
              </p:cNvPr>
              <p:cNvSpPr/>
              <p:nvPr/>
            </p:nvSpPr>
            <p:spPr>
              <a:xfrm>
                <a:off x="3959531" y="4957859"/>
                <a:ext cx="6343" cy="6345"/>
              </a:xfrm>
              <a:custGeom>
                <a:avLst/>
                <a:gdLst>
                  <a:gd name="connsiteX0" fmla="*/ 3416 w 6343"/>
                  <a:gd name="connsiteY0" fmla="*/ 6462 h 6345"/>
                  <a:gd name="connsiteX1" fmla="*/ 5659 w 6343"/>
                  <a:gd name="connsiteY1" fmla="*/ 5533 h 6345"/>
                  <a:gd name="connsiteX2" fmla="*/ 6588 w 6343"/>
                  <a:gd name="connsiteY2" fmla="*/ 3289 h 6345"/>
                  <a:gd name="connsiteX3" fmla="*/ 5659 w 6343"/>
                  <a:gd name="connsiteY3" fmla="*/ 1046 h 6345"/>
                  <a:gd name="connsiteX4" fmla="*/ 3416 w 6343"/>
                  <a:gd name="connsiteY4" fmla="*/ 116 h 6345"/>
                  <a:gd name="connsiteX5" fmla="*/ 1174 w 6343"/>
                  <a:gd name="connsiteY5" fmla="*/ 1046 h 6345"/>
                  <a:gd name="connsiteX6" fmla="*/ 245 w 6343"/>
                  <a:gd name="connsiteY6" fmla="*/ 3289 h 6345"/>
                  <a:gd name="connsiteX7" fmla="*/ 1174 w 6343"/>
                  <a:gd name="connsiteY7" fmla="*/ 5533 h 6345"/>
                  <a:gd name="connsiteX8" fmla="*/ 3416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62"/>
                    </a:moveTo>
                    <a:cubicBezTo>
                      <a:pt x="4258" y="6462"/>
                      <a:pt x="5064" y="6128"/>
                      <a:pt x="5659" y="5533"/>
                    </a:cubicBezTo>
                    <a:cubicBezTo>
                      <a:pt x="6254" y="4938"/>
                      <a:pt x="6588" y="4131"/>
                      <a:pt x="6588" y="3289"/>
                    </a:cubicBezTo>
                    <a:cubicBezTo>
                      <a:pt x="6588" y="2448"/>
                      <a:pt x="6254" y="1641"/>
                      <a:pt x="5659" y="1046"/>
                    </a:cubicBezTo>
                    <a:cubicBezTo>
                      <a:pt x="5064" y="451"/>
                      <a:pt x="4258" y="116"/>
                      <a:pt x="3416" y="116"/>
                    </a:cubicBezTo>
                    <a:cubicBezTo>
                      <a:pt x="2575" y="116"/>
                      <a:pt x="1769" y="451"/>
                      <a:pt x="1174" y="1046"/>
                    </a:cubicBezTo>
                    <a:cubicBezTo>
                      <a:pt x="579" y="1641"/>
                      <a:pt x="245" y="2448"/>
                      <a:pt x="245" y="3289"/>
                    </a:cubicBezTo>
                    <a:cubicBezTo>
                      <a:pt x="245" y="4131"/>
                      <a:pt x="579" y="4938"/>
                      <a:pt x="1174" y="5533"/>
                    </a:cubicBezTo>
                    <a:cubicBezTo>
                      <a:pt x="1769" y="6128"/>
                      <a:pt x="2575" y="6462"/>
                      <a:pt x="3416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2" name="Freeform: Shape 1041">
                <a:extLst>
                  <a:ext uri="{FF2B5EF4-FFF2-40B4-BE49-F238E27FC236}">
                    <a16:creationId xmlns:a16="http://schemas.microsoft.com/office/drawing/2014/main" id="{C8F5EAE4-08F2-1E63-285A-A2A08692DBF0}"/>
                  </a:ext>
                </a:extLst>
              </p:cNvPr>
              <p:cNvSpPr/>
              <p:nvPr/>
            </p:nvSpPr>
            <p:spPr>
              <a:xfrm>
                <a:off x="3964089" y="4960203"/>
                <a:ext cx="6343" cy="6345"/>
              </a:xfrm>
              <a:custGeom>
                <a:avLst/>
                <a:gdLst>
                  <a:gd name="connsiteX0" fmla="*/ 3417 w 6343"/>
                  <a:gd name="connsiteY0" fmla="*/ 6462 h 6345"/>
                  <a:gd name="connsiteX1" fmla="*/ 5659 w 6343"/>
                  <a:gd name="connsiteY1" fmla="*/ 5533 h 6345"/>
                  <a:gd name="connsiteX2" fmla="*/ 6588 w 6343"/>
                  <a:gd name="connsiteY2" fmla="*/ 3289 h 6345"/>
                  <a:gd name="connsiteX3" fmla="*/ 5659 w 6343"/>
                  <a:gd name="connsiteY3" fmla="*/ 1046 h 6345"/>
                  <a:gd name="connsiteX4" fmla="*/ 3417 w 6343"/>
                  <a:gd name="connsiteY4" fmla="*/ 117 h 6345"/>
                  <a:gd name="connsiteX5" fmla="*/ 1174 w 6343"/>
                  <a:gd name="connsiteY5" fmla="*/ 1046 h 6345"/>
                  <a:gd name="connsiteX6" fmla="*/ 245 w 6343"/>
                  <a:gd name="connsiteY6" fmla="*/ 3289 h 6345"/>
                  <a:gd name="connsiteX7" fmla="*/ 1174 w 6343"/>
                  <a:gd name="connsiteY7" fmla="*/ 5533 h 6345"/>
                  <a:gd name="connsiteX8" fmla="*/ 3417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2"/>
                    </a:moveTo>
                    <a:cubicBezTo>
                      <a:pt x="4258" y="6462"/>
                      <a:pt x="5065" y="6128"/>
                      <a:pt x="5659" y="5533"/>
                    </a:cubicBezTo>
                    <a:cubicBezTo>
                      <a:pt x="6254" y="4938"/>
                      <a:pt x="6588" y="4131"/>
                      <a:pt x="6588" y="3289"/>
                    </a:cubicBezTo>
                    <a:cubicBezTo>
                      <a:pt x="6588" y="2448"/>
                      <a:pt x="6254" y="1641"/>
                      <a:pt x="5659" y="1046"/>
                    </a:cubicBezTo>
                    <a:cubicBezTo>
                      <a:pt x="5065" y="451"/>
                      <a:pt x="4258" y="117"/>
                      <a:pt x="3417" y="117"/>
                    </a:cubicBezTo>
                    <a:cubicBezTo>
                      <a:pt x="2576" y="117"/>
                      <a:pt x="1769" y="451"/>
                      <a:pt x="1174" y="1046"/>
                    </a:cubicBezTo>
                    <a:cubicBezTo>
                      <a:pt x="579" y="1641"/>
                      <a:pt x="245" y="2448"/>
                      <a:pt x="245" y="3289"/>
                    </a:cubicBezTo>
                    <a:cubicBezTo>
                      <a:pt x="245" y="4131"/>
                      <a:pt x="579" y="4938"/>
                      <a:pt x="1174" y="5533"/>
                    </a:cubicBezTo>
                    <a:cubicBezTo>
                      <a:pt x="1769" y="6128"/>
                      <a:pt x="2576" y="6462"/>
                      <a:pt x="3417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3" name="Freeform: Shape 1042">
                <a:extLst>
                  <a:ext uri="{FF2B5EF4-FFF2-40B4-BE49-F238E27FC236}">
                    <a16:creationId xmlns:a16="http://schemas.microsoft.com/office/drawing/2014/main" id="{8010E7D5-562B-4D2A-577C-8334D523F2B2}"/>
                  </a:ext>
                </a:extLst>
              </p:cNvPr>
              <p:cNvSpPr/>
              <p:nvPr/>
            </p:nvSpPr>
            <p:spPr>
              <a:xfrm>
                <a:off x="3968077" y="4966970"/>
                <a:ext cx="6343" cy="6345"/>
              </a:xfrm>
              <a:custGeom>
                <a:avLst/>
                <a:gdLst>
                  <a:gd name="connsiteX0" fmla="*/ 3417 w 6343"/>
                  <a:gd name="connsiteY0" fmla="*/ 6463 h 6345"/>
                  <a:gd name="connsiteX1" fmla="*/ 5660 w 6343"/>
                  <a:gd name="connsiteY1" fmla="*/ 5533 h 6345"/>
                  <a:gd name="connsiteX2" fmla="*/ 6589 w 6343"/>
                  <a:gd name="connsiteY2" fmla="*/ 3290 h 6345"/>
                  <a:gd name="connsiteX3" fmla="*/ 5660 w 6343"/>
                  <a:gd name="connsiteY3" fmla="*/ 1046 h 6345"/>
                  <a:gd name="connsiteX4" fmla="*/ 3417 w 6343"/>
                  <a:gd name="connsiteY4" fmla="*/ 117 h 6345"/>
                  <a:gd name="connsiteX5" fmla="*/ 1175 w 6343"/>
                  <a:gd name="connsiteY5" fmla="*/ 1046 h 6345"/>
                  <a:gd name="connsiteX6" fmla="*/ 246 w 6343"/>
                  <a:gd name="connsiteY6" fmla="*/ 3290 h 6345"/>
                  <a:gd name="connsiteX7" fmla="*/ 1175 w 6343"/>
                  <a:gd name="connsiteY7" fmla="*/ 5533 h 6345"/>
                  <a:gd name="connsiteX8" fmla="*/ 3417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3"/>
                    </a:moveTo>
                    <a:cubicBezTo>
                      <a:pt x="4258" y="6463"/>
                      <a:pt x="5065" y="6128"/>
                      <a:pt x="5660" y="5533"/>
                    </a:cubicBezTo>
                    <a:cubicBezTo>
                      <a:pt x="6255" y="4938"/>
                      <a:pt x="6589" y="4131"/>
                      <a:pt x="6589" y="3290"/>
                    </a:cubicBezTo>
                    <a:cubicBezTo>
                      <a:pt x="6589" y="2449"/>
                      <a:pt x="6255" y="1641"/>
                      <a:pt x="5660" y="1046"/>
                    </a:cubicBezTo>
                    <a:cubicBezTo>
                      <a:pt x="5065" y="452"/>
                      <a:pt x="4258" y="117"/>
                      <a:pt x="3417" y="117"/>
                    </a:cubicBezTo>
                    <a:cubicBezTo>
                      <a:pt x="2576" y="117"/>
                      <a:pt x="1769" y="452"/>
                      <a:pt x="1175" y="1046"/>
                    </a:cubicBezTo>
                    <a:cubicBezTo>
                      <a:pt x="580" y="1641"/>
                      <a:pt x="246" y="2449"/>
                      <a:pt x="246" y="3290"/>
                    </a:cubicBezTo>
                    <a:cubicBezTo>
                      <a:pt x="246" y="4131"/>
                      <a:pt x="580" y="4938"/>
                      <a:pt x="1175" y="5533"/>
                    </a:cubicBezTo>
                    <a:cubicBezTo>
                      <a:pt x="1769" y="6128"/>
                      <a:pt x="2576" y="6463"/>
                      <a:pt x="3417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4" name="Freeform: Shape 1043">
                <a:extLst>
                  <a:ext uri="{FF2B5EF4-FFF2-40B4-BE49-F238E27FC236}">
                    <a16:creationId xmlns:a16="http://schemas.microsoft.com/office/drawing/2014/main" id="{4469C647-F1CC-CA6D-4289-B7D49668E445}"/>
                  </a:ext>
                </a:extLst>
              </p:cNvPr>
              <p:cNvSpPr/>
              <p:nvPr/>
            </p:nvSpPr>
            <p:spPr>
              <a:xfrm>
                <a:off x="3975552" y="4946306"/>
                <a:ext cx="6343" cy="6345"/>
              </a:xfrm>
              <a:custGeom>
                <a:avLst/>
                <a:gdLst>
                  <a:gd name="connsiteX0" fmla="*/ 3418 w 6343"/>
                  <a:gd name="connsiteY0" fmla="*/ 6461 h 6345"/>
                  <a:gd name="connsiteX1" fmla="*/ 5660 w 6343"/>
                  <a:gd name="connsiteY1" fmla="*/ 5532 h 6345"/>
                  <a:gd name="connsiteX2" fmla="*/ 6589 w 6343"/>
                  <a:gd name="connsiteY2" fmla="*/ 3288 h 6345"/>
                  <a:gd name="connsiteX3" fmla="*/ 5660 w 6343"/>
                  <a:gd name="connsiteY3" fmla="*/ 1045 h 6345"/>
                  <a:gd name="connsiteX4" fmla="*/ 3418 w 6343"/>
                  <a:gd name="connsiteY4" fmla="*/ 116 h 6345"/>
                  <a:gd name="connsiteX5" fmla="*/ 1175 w 6343"/>
                  <a:gd name="connsiteY5" fmla="*/ 1045 h 6345"/>
                  <a:gd name="connsiteX6" fmla="*/ 246 w 6343"/>
                  <a:gd name="connsiteY6" fmla="*/ 3288 h 6345"/>
                  <a:gd name="connsiteX7" fmla="*/ 1175 w 6343"/>
                  <a:gd name="connsiteY7" fmla="*/ 5532 h 6345"/>
                  <a:gd name="connsiteX8" fmla="*/ 3418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1"/>
                    </a:moveTo>
                    <a:cubicBezTo>
                      <a:pt x="4259" y="6461"/>
                      <a:pt x="5066" y="6127"/>
                      <a:pt x="5660" y="5532"/>
                    </a:cubicBezTo>
                    <a:cubicBezTo>
                      <a:pt x="6255" y="4937"/>
                      <a:pt x="6589" y="4130"/>
                      <a:pt x="6589" y="3288"/>
                    </a:cubicBezTo>
                    <a:cubicBezTo>
                      <a:pt x="6589" y="2447"/>
                      <a:pt x="6255" y="1640"/>
                      <a:pt x="5660" y="1045"/>
                    </a:cubicBezTo>
                    <a:cubicBezTo>
                      <a:pt x="5066" y="450"/>
                      <a:pt x="4259" y="116"/>
                      <a:pt x="3418" y="116"/>
                    </a:cubicBezTo>
                    <a:cubicBezTo>
                      <a:pt x="2577" y="116"/>
                      <a:pt x="1770" y="450"/>
                      <a:pt x="1175" y="1045"/>
                    </a:cubicBezTo>
                    <a:cubicBezTo>
                      <a:pt x="580" y="1640"/>
                      <a:pt x="246" y="2447"/>
                      <a:pt x="246" y="3288"/>
                    </a:cubicBezTo>
                    <a:cubicBezTo>
                      <a:pt x="246" y="4130"/>
                      <a:pt x="580" y="4937"/>
                      <a:pt x="1175" y="5532"/>
                    </a:cubicBezTo>
                    <a:cubicBezTo>
                      <a:pt x="1770" y="6127"/>
                      <a:pt x="2577" y="6461"/>
                      <a:pt x="3418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5" name="Freeform: Shape 1044">
                <a:extLst>
                  <a:ext uri="{FF2B5EF4-FFF2-40B4-BE49-F238E27FC236}">
                    <a16:creationId xmlns:a16="http://schemas.microsoft.com/office/drawing/2014/main" id="{8A6F434F-D151-F72A-2DC9-F0FECD8E4F51}"/>
                  </a:ext>
                </a:extLst>
              </p:cNvPr>
              <p:cNvSpPr/>
              <p:nvPr/>
            </p:nvSpPr>
            <p:spPr>
              <a:xfrm>
                <a:off x="3979369" y="4954456"/>
                <a:ext cx="6343" cy="6345"/>
              </a:xfrm>
              <a:custGeom>
                <a:avLst/>
                <a:gdLst>
                  <a:gd name="connsiteX0" fmla="*/ 3418 w 6343"/>
                  <a:gd name="connsiteY0" fmla="*/ 6462 h 6345"/>
                  <a:gd name="connsiteX1" fmla="*/ 5661 w 6343"/>
                  <a:gd name="connsiteY1" fmla="*/ 5532 h 6345"/>
                  <a:gd name="connsiteX2" fmla="*/ 6590 w 6343"/>
                  <a:gd name="connsiteY2" fmla="*/ 3289 h 6345"/>
                  <a:gd name="connsiteX3" fmla="*/ 5661 w 6343"/>
                  <a:gd name="connsiteY3" fmla="*/ 1045 h 6345"/>
                  <a:gd name="connsiteX4" fmla="*/ 3418 w 6343"/>
                  <a:gd name="connsiteY4" fmla="*/ 116 h 6345"/>
                  <a:gd name="connsiteX5" fmla="*/ 1175 w 6343"/>
                  <a:gd name="connsiteY5" fmla="*/ 1045 h 6345"/>
                  <a:gd name="connsiteX6" fmla="*/ 247 w 6343"/>
                  <a:gd name="connsiteY6" fmla="*/ 3289 h 6345"/>
                  <a:gd name="connsiteX7" fmla="*/ 1175 w 6343"/>
                  <a:gd name="connsiteY7" fmla="*/ 5532 h 6345"/>
                  <a:gd name="connsiteX8" fmla="*/ 3418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2"/>
                    </a:moveTo>
                    <a:cubicBezTo>
                      <a:pt x="4259" y="6462"/>
                      <a:pt x="5066" y="6127"/>
                      <a:pt x="5661" y="5532"/>
                    </a:cubicBezTo>
                    <a:cubicBezTo>
                      <a:pt x="6255" y="4937"/>
                      <a:pt x="6590" y="4130"/>
                      <a:pt x="6590" y="3289"/>
                    </a:cubicBezTo>
                    <a:cubicBezTo>
                      <a:pt x="6590" y="2448"/>
                      <a:pt x="6255" y="1640"/>
                      <a:pt x="5661" y="1045"/>
                    </a:cubicBezTo>
                    <a:cubicBezTo>
                      <a:pt x="5066" y="451"/>
                      <a:pt x="4259" y="116"/>
                      <a:pt x="3418" y="116"/>
                    </a:cubicBezTo>
                    <a:cubicBezTo>
                      <a:pt x="2577" y="116"/>
                      <a:pt x="1770" y="451"/>
                      <a:pt x="1175" y="1045"/>
                    </a:cubicBezTo>
                    <a:cubicBezTo>
                      <a:pt x="581" y="1640"/>
                      <a:pt x="247" y="2448"/>
                      <a:pt x="247" y="3289"/>
                    </a:cubicBezTo>
                    <a:cubicBezTo>
                      <a:pt x="247" y="4130"/>
                      <a:pt x="581" y="4937"/>
                      <a:pt x="1175" y="5532"/>
                    </a:cubicBezTo>
                    <a:cubicBezTo>
                      <a:pt x="1770" y="6127"/>
                      <a:pt x="2577" y="6462"/>
                      <a:pt x="3418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6" name="Freeform: Shape 1045">
                <a:extLst>
                  <a:ext uri="{FF2B5EF4-FFF2-40B4-BE49-F238E27FC236}">
                    <a16:creationId xmlns:a16="http://schemas.microsoft.com/office/drawing/2014/main" id="{D8BD98FE-DFBD-F026-FD12-D603A0803F7E}"/>
                  </a:ext>
                </a:extLst>
              </p:cNvPr>
              <p:cNvSpPr/>
              <p:nvPr/>
            </p:nvSpPr>
            <p:spPr>
              <a:xfrm>
                <a:off x="3978200" y="4996963"/>
                <a:ext cx="6343" cy="6345"/>
              </a:xfrm>
              <a:custGeom>
                <a:avLst/>
                <a:gdLst>
                  <a:gd name="connsiteX0" fmla="*/ 3418 w 6343"/>
                  <a:gd name="connsiteY0" fmla="*/ 6465 h 6345"/>
                  <a:gd name="connsiteX1" fmla="*/ 5661 w 6343"/>
                  <a:gd name="connsiteY1" fmla="*/ 5536 h 6345"/>
                  <a:gd name="connsiteX2" fmla="*/ 6590 w 6343"/>
                  <a:gd name="connsiteY2" fmla="*/ 3292 h 6345"/>
                  <a:gd name="connsiteX3" fmla="*/ 5661 w 6343"/>
                  <a:gd name="connsiteY3" fmla="*/ 1049 h 6345"/>
                  <a:gd name="connsiteX4" fmla="*/ 3418 w 6343"/>
                  <a:gd name="connsiteY4" fmla="*/ 120 h 6345"/>
                  <a:gd name="connsiteX5" fmla="*/ 1175 w 6343"/>
                  <a:gd name="connsiteY5" fmla="*/ 1049 h 6345"/>
                  <a:gd name="connsiteX6" fmla="*/ 246 w 6343"/>
                  <a:gd name="connsiteY6" fmla="*/ 3292 h 6345"/>
                  <a:gd name="connsiteX7" fmla="*/ 1175 w 6343"/>
                  <a:gd name="connsiteY7" fmla="*/ 5536 h 6345"/>
                  <a:gd name="connsiteX8" fmla="*/ 3418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5"/>
                    </a:moveTo>
                    <a:cubicBezTo>
                      <a:pt x="4259" y="6465"/>
                      <a:pt x="5066" y="6131"/>
                      <a:pt x="5661" y="5536"/>
                    </a:cubicBezTo>
                    <a:cubicBezTo>
                      <a:pt x="6255" y="4941"/>
                      <a:pt x="6590" y="4134"/>
                      <a:pt x="6590" y="3292"/>
                    </a:cubicBezTo>
                    <a:cubicBezTo>
                      <a:pt x="6590" y="2451"/>
                      <a:pt x="6255" y="1644"/>
                      <a:pt x="5661" y="1049"/>
                    </a:cubicBezTo>
                    <a:cubicBezTo>
                      <a:pt x="5066" y="454"/>
                      <a:pt x="4259" y="120"/>
                      <a:pt x="3418" y="120"/>
                    </a:cubicBezTo>
                    <a:cubicBezTo>
                      <a:pt x="2577" y="120"/>
                      <a:pt x="1770" y="454"/>
                      <a:pt x="1175" y="1049"/>
                    </a:cubicBezTo>
                    <a:cubicBezTo>
                      <a:pt x="581" y="1644"/>
                      <a:pt x="246" y="2451"/>
                      <a:pt x="246" y="3292"/>
                    </a:cubicBezTo>
                    <a:cubicBezTo>
                      <a:pt x="246" y="4134"/>
                      <a:pt x="581" y="4941"/>
                      <a:pt x="1175" y="5536"/>
                    </a:cubicBezTo>
                    <a:cubicBezTo>
                      <a:pt x="1770" y="6131"/>
                      <a:pt x="2577" y="6465"/>
                      <a:pt x="3418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7" name="Freeform: Shape 1046">
                <a:extLst>
                  <a:ext uri="{FF2B5EF4-FFF2-40B4-BE49-F238E27FC236}">
                    <a16:creationId xmlns:a16="http://schemas.microsoft.com/office/drawing/2014/main" id="{B9F891A0-745F-1B74-C9BE-BF116947DC97}"/>
                  </a:ext>
                </a:extLst>
              </p:cNvPr>
              <p:cNvSpPr/>
              <p:nvPr/>
            </p:nvSpPr>
            <p:spPr>
              <a:xfrm>
                <a:off x="3982708" y="4997763"/>
                <a:ext cx="6343" cy="6345"/>
              </a:xfrm>
              <a:custGeom>
                <a:avLst/>
                <a:gdLst>
                  <a:gd name="connsiteX0" fmla="*/ 3418 w 6343"/>
                  <a:gd name="connsiteY0" fmla="*/ 6465 h 6345"/>
                  <a:gd name="connsiteX1" fmla="*/ 5661 w 6343"/>
                  <a:gd name="connsiteY1" fmla="*/ 5536 h 6345"/>
                  <a:gd name="connsiteX2" fmla="*/ 6590 w 6343"/>
                  <a:gd name="connsiteY2" fmla="*/ 3292 h 6345"/>
                  <a:gd name="connsiteX3" fmla="*/ 5661 w 6343"/>
                  <a:gd name="connsiteY3" fmla="*/ 1049 h 6345"/>
                  <a:gd name="connsiteX4" fmla="*/ 3418 w 6343"/>
                  <a:gd name="connsiteY4" fmla="*/ 120 h 6345"/>
                  <a:gd name="connsiteX5" fmla="*/ 1176 w 6343"/>
                  <a:gd name="connsiteY5" fmla="*/ 1049 h 6345"/>
                  <a:gd name="connsiteX6" fmla="*/ 247 w 6343"/>
                  <a:gd name="connsiteY6" fmla="*/ 3292 h 6345"/>
                  <a:gd name="connsiteX7" fmla="*/ 1176 w 6343"/>
                  <a:gd name="connsiteY7" fmla="*/ 5536 h 6345"/>
                  <a:gd name="connsiteX8" fmla="*/ 3418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5"/>
                    </a:moveTo>
                    <a:cubicBezTo>
                      <a:pt x="4259" y="6465"/>
                      <a:pt x="5066" y="6131"/>
                      <a:pt x="5661" y="5536"/>
                    </a:cubicBezTo>
                    <a:cubicBezTo>
                      <a:pt x="6256" y="4941"/>
                      <a:pt x="6590" y="4134"/>
                      <a:pt x="6590" y="3292"/>
                    </a:cubicBezTo>
                    <a:cubicBezTo>
                      <a:pt x="6590" y="2451"/>
                      <a:pt x="6256" y="1644"/>
                      <a:pt x="5661" y="1049"/>
                    </a:cubicBezTo>
                    <a:cubicBezTo>
                      <a:pt x="5066" y="454"/>
                      <a:pt x="4259" y="120"/>
                      <a:pt x="3418" y="120"/>
                    </a:cubicBezTo>
                    <a:cubicBezTo>
                      <a:pt x="2577" y="120"/>
                      <a:pt x="1770" y="454"/>
                      <a:pt x="1176" y="1049"/>
                    </a:cubicBezTo>
                    <a:cubicBezTo>
                      <a:pt x="581" y="1644"/>
                      <a:pt x="247" y="2451"/>
                      <a:pt x="247" y="3292"/>
                    </a:cubicBezTo>
                    <a:cubicBezTo>
                      <a:pt x="247" y="4134"/>
                      <a:pt x="581" y="4941"/>
                      <a:pt x="1176" y="5536"/>
                    </a:cubicBezTo>
                    <a:cubicBezTo>
                      <a:pt x="1770" y="6131"/>
                      <a:pt x="2577" y="6465"/>
                      <a:pt x="3418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8" name="Freeform: Shape 1047">
                <a:extLst>
                  <a:ext uri="{FF2B5EF4-FFF2-40B4-BE49-F238E27FC236}">
                    <a16:creationId xmlns:a16="http://schemas.microsoft.com/office/drawing/2014/main" id="{163D3480-B57D-84DD-F9C1-0EF357E883C3}"/>
                  </a:ext>
                </a:extLst>
              </p:cNvPr>
              <p:cNvSpPr/>
              <p:nvPr/>
            </p:nvSpPr>
            <p:spPr>
              <a:xfrm>
                <a:off x="4031709" y="4711383"/>
                <a:ext cx="6343" cy="6345"/>
              </a:xfrm>
              <a:custGeom>
                <a:avLst/>
                <a:gdLst>
                  <a:gd name="connsiteX0" fmla="*/ 3422 w 6343"/>
                  <a:gd name="connsiteY0" fmla="*/ 6442 h 6345"/>
                  <a:gd name="connsiteX1" fmla="*/ 5665 w 6343"/>
                  <a:gd name="connsiteY1" fmla="*/ 5513 h 6345"/>
                  <a:gd name="connsiteX2" fmla="*/ 6594 w 6343"/>
                  <a:gd name="connsiteY2" fmla="*/ 3270 h 6345"/>
                  <a:gd name="connsiteX3" fmla="*/ 5665 w 6343"/>
                  <a:gd name="connsiteY3" fmla="*/ 1026 h 6345"/>
                  <a:gd name="connsiteX4" fmla="*/ 3422 w 6343"/>
                  <a:gd name="connsiteY4" fmla="*/ 97 h 6345"/>
                  <a:gd name="connsiteX5" fmla="*/ 1180 w 6343"/>
                  <a:gd name="connsiteY5" fmla="*/ 1026 h 6345"/>
                  <a:gd name="connsiteX6" fmla="*/ 251 w 6343"/>
                  <a:gd name="connsiteY6" fmla="*/ 3270 h 6345"/>
                  <a:gd name="connsiteX7" fmla="*/ 1180 w 6343"/>
                  <a:gd name="connsiteY7" fmla="*/ 5513 h 6345"/>
                  <a:gd name="connsiteX8" fmla="*/ 3422 w 6343"/>
                  <a:gd name="connsiteY8" fmla="*/ 64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42"/>
                    </a:moveTo>
                    <a:cubicBezTo>
                      <a:pt x="4263" y="6442"/>
                      <a:pt x="5070" y="6108"/>
                      <a:pt x="5665" y="5513"/>
                    </a:cubicBezTo>
                    <a:cubicBezTo>
                      <a:pt x="6260" y="4918"/>
                      <a:pt x="6594" y="4111"/>
                      <a:pt x="6594" y="3270"/>
                    </a:cubicBezTo>
                    <a:cubicBezTo>
                      <a:pt x="6594" y="2428"/>
                      <a:pt x="6260" y="1621"/>
                      <a:pt x="5665" y="1026"/>
                    </a:cubicBezTo>
                    <a:cubicBezTo>
                      <a:pt x="5070" y="431"/>
                      <a:pt x="4263" y="97"/>
                      <a:pt x="3422" y="97"/>
                    </a:cubicBezTo>
                    <a:cubicBezTo>
                      <a:pt x="2581" y="97"/>
                      <a:pt x="1774" y="431"/>
                      <a:pt x="1180" y="1026"/>
                    </a:cubicBezTo>
                    <a:cubicBezTo>
                      <a:pt x="585" y="1621"/>
                      <a:pt x="251" y="2428"/>
                      <a:pt x="251" y="3270"/>
                    </a:cubicBezTo>
                    <a:cubicBezTo>
                      <a:pt x="251" y="4111"/>
                      <a:pt x="585" y="4918"/>
                      <a:pt x="1180" y="5513"/>
                    </a:cubicBezTo>
                    <a:cubicBezTo>
                      <a:pt x="1774" y="6108"/>
                      <a:pt x="2581" y="6442"/>
                      <a:pt x="3422" y="64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9" name="Freeform: Shape 1048">
                <a:extLst>
                  <a:ext uri="{FF2B5EF4-FFF2-40B4-BE49-F238E27FC236}">
                    <a16:creationId xmlns:a16="http://schemas.microsoft.com/office/drawing/2014/main" id="{91191FD6-E974-4D85-D770-AD2ACD98CF20}"/>
                  </a:ext>
                </a:extLst>
              </p:cNvPr>
              <p:cNvSpPr/>
              <p:nvPr/>
            </p:nvSpPr>
            <p:spPr>
              <a:xfrm>
                <a:off x="4039360" y="4703862"/>
                <a:ext cx="6343" cy="6345"/>
              </a:xfrm>
              <a:custGeom>
                <a:avLst/>
                <a:gdLst>
                  <a:gd name="connsiteX0" fmla="*/ 3423 w 6343"/>
                  <a:gd name="connsiteY0" fmla="*/ 6442 h 6345"/>
                  <a:gd name="connsiteX1" fmla="*/ 5665 w 6343"/>
                  <a:gd name="connsiteY1" fmla="*/ 5513 h 6345"/>
                  <a:gd name="connsiteX2" fmla="*/ 6594 w 6343"/>
                  <a:gd name="connsiteY2" fmla="*/ 3269 h 6345"/>
                  <a:gd name="connsiteX3" fmla="*/ 5665 w 6343"/>
                  <a:gd name="connsiteY3" fmla="*/ 1026 h 6345"/>
                  <a:gd name="connsiteX4" fmla="*/ 3423 w 6343"/>
                  <a:gd name="connsiteY4" fmla="*/ 96 h 6345"/>
                  <a:gd name="connsiteX5" fmla="*/ 1180 w 6343"/>
                  <a:gd name="connsiteY5" fmla="*/ 1026 h 6345"/>
                  <a:gd name="connsiteX6" fmla="*/ 251 w 6343"/>
                  <a:gd name="connsiteY6" fmla="*/ 3269 h 6345"/>
                  <a:gd name="connsiteX7" fmla="*/ 1180 w 6343"/>
                  <a:gd name="connsiteY7" fmla="*/ 5513 h 6345"/>
                  <a:gd name="connsiteX8" fmla="*/ 3423 w 6343"/>
                  <a:gd name="connsiteY8" fmla="*/ 64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42"/>
                    </a:moveTo>
                    <a:cubicBezTo>
                      <a:pt x="4264" y="6442"/>
                      <a:pt x="5071" y="6108"/>
                      <a:pt x="5665" y="5513"/>
                    </a:cubicBezTo>
                    <a:cubicBezTo>
                      <a:pt x="6260" y="4918"/>
                      <a:pt x="6594" y="4111"/>
                      <a:pt x="6594" y="3269"/>
                    </a:cubicBezTo>
                    <a:cubicBezTo>
                      <a:pt x="6594" y="2428"/>
                      <a:pt x="6260" y="1621"/>
                      <a:pt x="5665" y="1026"/>
                    </a:cubicBezTo>
                    <a:cubicBezTo>
                      <a:pt x="5071" y="431"/>
                      <a:pt x="4264" y="96"/>
                      <a:pt x="3423" y="96"/>
                    </a:cubicBezTo>
                    <a:cubicBezTo>
                      <a:pt x="2582" y="96"/>
                      <a:pt x="1775" y="431"/>
                      <a:pt x="1180" y="1026"/>
                    </a:cubicBezTo>
                    <a:cubicBezTo>
                      <a:pt x="585" y="1621"/>
                      <a:pt x="251" y="2428"/>
                      <a:pt x="251" y="3269"/>
                    </a:cubicBezTo>
                    <a:cubicBezTo>
                      <a:pt x="251" y="4111"/>
                      <a:pt x="585" y="4918"/>
                      <a:pt x="1180" y="5513"/>
                    </a:cubicBezTo>
                    <a:cubicBezTo>
                      <a:pt x="1775" y="6108"/>
                      <a:pt x="2582" y="6442"/>
                      <a:pt x="3423" y="64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0" name="Freeform: Shape 1049">
                <a:extLst>
                  <a:ext uri="{FF2B5EF4-FFF2-40B4-BE49-F238E27FC236}">
                    <a16:creationId xmlns:a16="http://schemas.microsoft.com/office/drawing/2014/main" id="{285D6BE3-7915-BDD5-B897-AF56735BAA1C}"/>
                  </a:ext>
                </a:extLst>
              </p:cNvPr>
              <p:cNvSpPr/>
              <p:nvPr/>
            </p:nvSpPr>
            <p:spPr>
              <a:xfrm>
                <a:off x="4018756" y="4865656"/>
                <a:ext cx="6343" cy="6345"/>
              </a:xfrm>
              <a:custGeom>
                <a:avLst/>
                <a:gdLst>
                  <a:gd name="connsiteX0" fmla="*/ 3421 w 6343"/>
                  <a:gd name="connsiteY0" fmla="*/ 6455 h 6345"/>
                  <a:gd name="connsiteX1" fmla="*/ 5664 w 6343"/>
                  <a:gd name="connsiteY1" fmla="*/ 5525 h 6345"/>
                  <a:gd name="connsiteX2" fmla="*/ 6593 w 6343"/>
                  <a:gd name="connsiteY2" fmla="*/ 3282 h 6345"/>
                  <a:gd name="connsiteX3" fmla="*/ 5664 w 6343"/>
                  <a:gd name="connsiteY3" fmla="*/ 1038 h 6345"/>
                  <a:gd name="connsiteX4" fmla="*/ 3421 w 6343"/>
                  <a:gd name="connsiteY4" fmla="*/ 109 h 6345"/>
                  <a:gd name="connsiteX5" fmla="*/ 1179 w 6343"/>
                  <a:gd name="connsiteY5" fmla="*/ 1038 h 6345"/>
                  <a:gd name="connsiteX6" fmla="*/ 250 w 6343"/>
                  <a:gd name="connsiteY6" fmla="*/ 3282 h 6345"/>
                  <a:gd name="connsiteX7" fmla="*/ 1179 w 6343"/>
                  <a:gd name="connsiteY7" fmla="*/ 5525 h 6345"/>
                  <a:gd name="connsiteX8" fmla="*/ 3421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55"/>
                    </a:moveTo>
                    <a:cubicBezTo>
                      <a:pt x="4262" y="6455"/>
                      <a:pt x="5069" y="6120"/>
                      <a:pt x="5664" y="5525"/>
                    </a:cubicBezTo>
                    <a:cubicBezTo>
                      <a:pt x="6259" y="4930"/>
                      <a:pt x="6593" y="4123"/>
                      <a:pt x="6593" y="3282"/>
                    </a:cubicBezTo>
                    <a:cubicBezTo>
                      <a:pt x="6593" y="2441"/>
                      <a:pt x="6259" y="1633"/>
                      <a:pt x="5664" y="1038"/>
                    </a:cubicBezTo>
                    <a:cubicBezTo>
                      <a:pt x="5069" y="444"/>
                      <a:pt x="4262" y="109"/>
                      <a:pt x="3421" y="109"/>
                    </a:cubicBezTo>
                    <a:cubicBezTo>
                      <a:pt x="2580" y="109"/>
                      <a:pt x="1773" y="444"/>
                      <a:pt x="1179" y="1038"/>
                    </a:cubicBezTo>
                    <a:cubicBezTo>
                      <a:pt x="584" y="1633"/>
                      <a:pt x="250" y="2441"/>
                      <a:pt x="250" y="3282"/>
                    </a:cubicBezTo>
                    <a:cubicBezTo>
                      <a:pt x="250" y="4123"/>
                      <a:pt x="584" y="4930"/>
                      <a:pt x="1179" y="5525"/>
                    </a:cubicBezTo>
                    <a:cubicBezTo>
                      <a:pt x="1773" y="6120"/>
                      <a:pt x="2580" y="6455"/>
                      <a:pt x="3421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1" name="Freeform: Shape 1050">
                <a:extLst>
                  <a:ext uri="{FF2B5EF4-FFF2-40B4-BE49-F238E27FC236}">
                    <a16:creationId xmlns:a16="http://schemas.microsoft.com/office/drawing/2014/main" id="{03785B87-4603-9B2D-A3AB-5FBE8F500B29}"/>
                  </a:ext>
                </a:extLst>
              </p:cNvPr>
              <p:cNvSpPr/>
              <p:nvPr/>
            </p:nvSpPr>
            <p:spPr>
              <a:xfrm>
                <a:off x="4024007" y="4867036"/>
                <a:ext cx="6343" cy="6345"/>
              </a:xfrm>
              <a:custGeom>
                <a:avLst/>
                <a:gdLst>
                  <a:gd name="connsiteX0" fmla="*/ 3422 w 6343"/>
                  <a:gd name="connsiteY0" fmla="*/ 6455 h 6345"/>
                  <a:gd name="connsiteX1" fmla="*/ 5664 w 6343"/>
                  <a:gd name="connsiteY1" fmla="*/ 5525 h 6345"/>
                  <a:gd name="connsiteX2" fmla="*/ 6593 w 6343"/>
                  <a:gd name="connsiteY2" fmla="*/ 3282 h 6345"/>
                  <a:gd name="connsiteX3" fmla="*/ 5664 w 6343"/>
                  <a:gd name="connsiteY3" fmla="*/ 1039 h 6345"/>
                  <a:gd name="connsiteX4" fmla="*/ 3422 w 6343"/>
                  <a:gd name="connsiteY4" fmla="*/ 109 h 6345"/>
                  <a:gd name="connsiteX5" fmla="*/ 1179 w 6343"/>
                  <a:gd name="connsiteY5" fmla="*/ 1039 h 6345"/>
                  <a:gd name="connsiteX6" fmla="*/ 250 w 6343"/>
                  <a:gd name="connsiteY6" fmla="*/ 3282 h 6345"/>
                  <a:gd name="connsiteX7" fmla="*/ 1179 w 6343"/>
                  <a:gd name="connsiteY7" fmla="*/ 5525 h 6345"/>
                  <a:gd name="connsiteX8" fmla="*/ 3422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55"/>
                    </a:moveTo>
                    <a:cubicBezTo>
                      <a:pt x="4263" y="6455"/>
                      <a:pt x="5069" y="6120"/>
                      <a:pt x="5664" y="5525"/>
                    </a:cubicBezTo>
                    <a:cubicBezTo>
                      <a:pt x="6259" y="4931"/>
                      <a:pt x="6593" y="4123"/>
                      <a:pt x="6593" y="3282"/>
                    </a:cubicBezTo>
                    <a:cubicBezTo>
                      <a:pt x="6593" y="2441"/>
                      <a:pt x="6259" y="1634"/>
                      <a:pt x="5664" y="1039"/>
                    </a:cubicBezTo>
                    <a:cubicBezTo>
                      <a:pt x="5069" y="444"/>
                      <a:pt x="4263" y="109"/>
                      <a:pt x="3422" y="109"/>
                    </a:cubicBezTo>
                    <a:cubicBezTo>
                      <a:pt x="2580" y="109"/>
                      <a:pt x="1774" y="444"/>
                      <a:pt x="1179" y="1039"/>
                    </a:cubicBezTo>
                    <a:cubicBezTo>
                      <a:pt x="584" y="1634"/>
                      <a:pt x="250" y="2441"/>
                      <a:pt x="250" y="3282"/>
                    </a:cubicBezTo>
                    <a:cubicBezTo>
                      <a:pt x="250" y="4123"/>
                      <a:pt x="584" y="4931"/>
                      <a:pt x="1179" y="5525"/>
                    </a:cubicBezTo>
                    <a:cubicBezTo>
                      <a:pt x="1774" y="6120"/>
                      <a:pt x="2580" y="6455"/>
                      <a:pt x="3422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2" name="Freeform: Shape 1051">
                <a:extLst>
                  <a:ext uri="{FF2B5EF4-FFF2-40B4-BE49-F238E27FC236}">
                    <a16:creationId xmlns:a16="http://schemas.microsoft.com/office/drawing/2014/main" id="{F6741F1A-44F8-83B0-EAE4-B0C81466A773}"/>
                  </a:ext>
                </a:extLst>
              </p:cNvPr>
              <p:cNvSpPr/>
              <p:nvPr/>
            </p:nvSpPr>
            <p:spPr>
              <a:xfrm>
                <a:off x="4030895" y="4859304"/>
                <a:ext cx="6343" cy="6345"/>
              </a:xfrm>
              <a:custGeom>
                <a:avLst/>
                <a:gdLst>
                  <a:gd name="connsiteX0" fmla="*/ 3422 w 6343"/>
                  <a:gd name="connsiteY0" fmla="*/ 6454 h 6345"/>
                  <a:gd name="connsiteX1" fmla="*/ 5665 w 6343"/>
                  <a:gd name="connsiteY1" fmla="*/ 5525 h 6345"/>
                  <a:gd name="connsiteX2" fmla="*/ 6594 w 6343"/>
                  <a:gd name="connsiteY2" fmla="*/ 3281 h 6345"/>
                  <a:gd name="connsiteX3" fmla="*/ 5665 w 6343"/>
                  <a:gd name="connsiteY3" fmla="*/ 1038 h 6345"/>
                  <a:gd name="connsiteX4" fmla="*/ 3422 w 6343"/>
                  <a:gd name="connsiteY4" fmla="*/ 109 h 6345"/>
                  <a:gd name="connsiteX5" fmla="*/ 1179 w 6343"/>
                  <a:gd name="connsiteY5" fmla="*/ 1038 h 6345"/>
                  <a:gd name="connsiteX6" fmla="*/ 251 w 6343"/>
                  <a:gd name="connsiteY6" fmla="*/ 3281 h 6345"/>
                  <a:gd name="connsiteX7" fmla="*/ 1179 w 6343"/>
                  <a:gd name="connsiteY7" fmla="*/ 5525 h 6345"/>
                  <a:gd name="connsiteX8" fmla="*/ 3422 w 6343"/>
                  <a:gd name="connsiteY8" fmla="*/ 64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54"/>
                    </a:moveTo>
                    <a:cubicBezTo>
                      <a:pt x="4263" y="6454"/>
                      <a:pt x="5070" y="6120"/>
                      <a:pt x="5665" y="5525"/>
                    </a:cubicBezTo>
                    <a:cubicBezTo>
                      <a:pt x="6259" y="4930"/>
                      <a:pt x="6594" y="4123"/>
                      <a:pt x="6594" y="3281"/>
                    </a:cubicBezTo>
                    <a:cubicBezTo>
                      <a:pt x="6594" y="2440"/>
                      <a:pt x="6259" y="1633"/>
                      <a:pt x="5665" y="1038"/>
                    </a:cubicBezTo>
                    <a:cubicBezTo>
                      <a:pt x="5070" y="443"/>
                      <a:pt x="4263" y="109"/>
                      <a:pt x="3422" y="109"/>
                    </a:cubicBezTo>
                    <a:cubicBezTo>
                      <a:pt x="2581" y="109"/>
                      <a:pt x="1774" y="443"/>
                      <a:pt x="1179" y="1038"/>
                    </a:cubicBezTo>
                    <a:cubicBezTo>
                      <a:pt x="585" y="1633"/>
                      <a:pt x="251" y="2440"/>
                      <a:pt x="251" y="3281"/>
                    </a:cubicBezTo>
                    <a:cubicBezTo>
                      <a:pt x="251" y="4123"/>
                      <a:pt x="585" y="4930"/>
                      <a:pt x="1179" y="5525"/>
                    </a:cubicBezTo>
                    <a:cubicBezTo>
                      <a:pt x="1774" y="6120"/>
                      <a:pt x="2581" y="6454"/>
                      <a:pt x="3422" y="64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3" name="Freeform: Shape 1052">
                <a:extLst>
                  <a:ext uri="{FF2B5EF4-FFF2-40B4-BE49-F238E27FC236}">
                    <a16:creationId xmlns:a16="http://schemas.microsoft.com/office/drawing/2014/main" id="{4CC4621E-ADB7-81F3-1F6C-2FC54ED2AF82}"/>
                  </a:ext>
                </a:extLst>
              </p:cNvPr>
              <p:cNvSpPr/>
              <p:nvPr/>
            </p:nvSpPr>
            <p:spPr>
              <a:xfrm>
                <a:off x="4037603" y="4853123"/>
                <a:ext cx="6343" cy="6345"/>
              </a:xfrm>
              <a:custGeom>
                <a:avLst/>
                <a:gdLst>
                  <a:gd name="connsiteX0" fmla="*/ 3423 w 6343"/>
                  <a:gd name="connsiteY0" fmla="*/ 6454 h 6345"/>
                  <a:gd name="connsiteX1" fmla="*/ 5665 w 6343"/>
                  <a:gd name="connsiteY1" fmla="*/ 5524 h 6345"/>
                  <a:gd name="connsiteX2" fmla="*/ 6594 w 6343"/>
                  <a:gd name="connsiteY2" fmla="*/ 3281 h 6345"/>
                  <a:gd name="connsiteX3" fmla="*/ 5665 w 6343"/>
                  <a:gd name="connsiteY3" fmla="*/ 1038 h 6345"/>
                  <a:gd name="connsiteX4" fmla="*/ 3423 w 6343"/>
                  <a:gd name="connsiteY4" fmla="*/ 108 h 6345"/>
                  <a:gd name="connsiteX5" fmla="*/ 1180 w 6343"/>
                  <a:gd name="connsiteY5" fmla="*/ 1038 h 6345"/>
                  <a:gd name="connsiteX6" fmla="*/ 251 w 6343"/>
                  <a:gd name="connsiteY6" fmla="*/ 3281 h 6345"/>
                  <a:gd name="connsiteX7" fmla="*/ 1180 w 6343"/>
                  <a:gd name="connsiteY7" fmla="*/ 5524 h 6345"/>
                  <a:gd name="connsiteX8" fmla="*/ 3423 w 6343"/>
                  <a:gd name="connsiteY8" fmla="*/ 64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54"/>
                    </a:moveTo>
                    <a:cubicBezTo>
                      <a:pt x="4264" y="6454"/>
                      <a:pt x="5071" y="6119"/>
                      <a:pt x="5665" y="5524"/>
                    </a:cubicBezTo>
                    <a:cubicBezTo>
                      <a:pt x="6260" y="4929"/>
                      <a:pt x="6594" y="4122"/>
                      <a:pt x="6594" y="3281"/>
                    </a:cubicBezTo>
                    <a:cubicBezTo>
                      <a:pt x="6594" y="2440"/>
                      <a:pt x="6260" y="1632"/>
                      <a:pt x="5665" y="1038"/>
                    </a:cubicBezTo>
                    <a:cubicBezTo>
                      <a:pt x="5071" y="443"/>
                      <a:pt x="4264" y="108"/>
                      <a:pt x="3423" y="108"/>
                    </a:cubicBezTo>
                    <a:cubicBezTo>
                      <a:pt x="2582" y="108"/>
                      <a:pt x="1775" y="443"/>
                      <a:pt x="1180" y="1038"/>
                    </a:cubicBezTo>
                    <a:cubicBezTo>
                      <a:pt x="585" y="1632"/>
                      <a:pt x="251" y="2440"/>
                      <a:pt x="251" y="3281"/>
                    </a:cubicBezTo>
                    <a:cubicBezTo>
                      <a:pt x="251" y="4122"/>
                      <a:pt x="585" y="4929"/>
                      <a:pt x="1180" y="5524"/>
                    </a:cubicBezTo>
                    <a:cubicBezTo>
                      <a:pt x="1775" y="6119"/>
                      <a:pt x="2582" y="6454"/>
                      <a:pt x="3423" y="64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4" name="Freeform: Shape 1053">
                <a:extLst>
                  <a:ext uri="{FF2B5EF4-FFF2-40B4-BE49-F238E27FC236}">
                    <a16:creationId xmlns:a16="http://schemas.microsoft.com/office/drawing/2014/main" id="{DF82D713-63A1-7D50-30D4-F5C166FF1431}"/>
                  </a:ext>
                </a:extLst>
              </p:cNvPr>
              <p:cNvSpPr/>
              <p:nvPr/>
            </p:nvSpPr>
            <p:spPr>
              <a:xfrm>
                <a:off x="4081989" y="4652047"/>
                <a:ext cx="6343" cy="6345"/>
              </a:xfrm>
              <a:custGeom>
                <a:avLst/>
                <a:gdLst>
                  <a:gd name="connsiteX0" fmla="*/ 3426 w 6343"/>
                  <a:gd name="connsiteY0" fmla="*/ 6438 h 6345"/>
                  <a:gd name="connsiteX1" fmla="*/ 5669 w 6343"/>
                  <a:gd name="connsiteY1" fmla="*/ 5509 h 6345"/>
                  <a:gd name="connsiteX2" fmla="*/ 6598 w 6343"/>
                  <a:gd name="connsiteY2" fmla="*/ 3265 h 6345"/>
                  <a:gd name="connsiteX3" fmla="*/ 5669 w 6343"/>
                  <a:gd name="connsiteY3" fmla="*/ 1022 h 6345"/>
                  <a:gd name="connsiteX4" fmla="*/ 3426 w 6343"/>
                  <a:gd name="connsiteY4" fmla="*/ 92 h 6345"/>
                  <a:gd name="connsiteX5" fmla="*/ 1184 w 6343"/>
                  <a:gd name="connsiteY5" fmla="*/ 1022 h 6345"/>
                  <a:gd name="connsiteX6" fmla="*/ 255 w 6343"/>
                  <a:gd name="connsiteY6" fmla="*/ 3265 h 6345"/>
                  <a:gd name="connsiteX7" fmla="*/ 1184 w 6343"/>
                  <a:gd name="connsiteY7" fmla="*/ 5509 h 6345"/>
                  <a:gd name="connsiteX8" fmla="*/ 3426 w 6343"/>
                  <a:gd name="connsiteY8" fmla="*/ 64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38"/>
                    </a:moveTo>
                    <a:cubicBezTo>
                      <a:pt x="4267" y="6438"/>
                      <a:pt x="5074" y="6104"/>
                      <a:pt x="5669" y="5509"/>
                    </a:cubicBezTo>
                    <a:cubicBezTo>
                      <a:pt x="6264" y="4914"/>
                      <a:pt x="6598" y="4107"/>
                      <a:pt x="6598" y="3265"/>
                    </a:cubicBezTo>
                    <a:cubicBezTo>
                      <a:pt x="6598" y="2424"/>
                      <a:pt x="6264" y="1617"/>
                      <a:pt x="5669" y="1022"/>
                    </a:cubicBezTo>
                    <a:cubicBezTo>
                      <a:pt x="5074" y="427"/>
                      <a:pt x="4267" y="92"/>
                      <a:pt x="3426" y="92"/>
                    </a:cubicBezTo>
                    <a:cubicBezTo>
                      <a:pt x="2585" y="92"/>
                      <a:pt x="1778" y="427"/>
                      <a:pt x="1184" y="1022"/>
                    </a:cubicBezTo>
                    <a:cubicBezTo>
                      <a:pt x="589" y="1617"/>
                      <a:pt x="255" y="2424"/>
                      <a:pt x="255" y="3265"/>
                    </a:cubicBezTo>
                    <a:cubicBezTo>
                      <a:pt x="255" y="4107"/>
                      <a:pt x="589" y="4914"/>
                      <a:pt x="1184" y="5509"/>
                    </a:cubicBezTo>
                    <a:cubicBezTo>
                      <a:pt x="1778" y="6104"/>
                      <a:pt x="2585" y="6438"/>
                      <a:pt x="3426" y="64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5" name="Freeform: Shape 1054">
                <a:extLst>
                  <a:ext uri="{FF2B5EF4-FFF2-40B4-BE49-F238E27FC236}">
                    <a16:creationId xmlns:a16="http://schemas.microsoft.com/office/drawing/2014/main" id="{052CABCF-7332-260B-AD1D-E022492289D5}"/>
                  </a:ext>
                </a:extLst>
              </p:cNvPr>
              <p:cNvSpPr/>
              <p:nvPr/>
            </p:nvSpPr>
            <p:spPr>
              <a:xfrm>
                <a:off x="4114846" y="4521768"/>
                <a:ext cx="6343" cy="6345"/>
              </a:xfrm>
              <a:custGeom>
                <a:avLst/>
                <a:gdLst>
                  <a:gd name="connsiteX0" fmla="*/ 3429 w 6343"/>
                  <a:gd name="connsiteY0" fmla="*/ 6428 h 6345"/>
                  <a:gd name="connsiteX1" fmla="*/ 5671 w 6343"/>
                  <a:gd name="connsiteY1" fmla="*/ 5498 h 6345"/>
                  <a:gd name="connsiteX2" fmla="*/ 6600 w 6343"/>
                  <a:gd name="connsiteY2" fmla="*/ 3255 h 6345"/>
                  <a:gd name="connsiteX3" fmla="*/ 5671 w 6343"/>
                  <a:gd name="connsiteY3" fmla="*/ 1011 h 6345"/>
                  <a:gd name="connsiteX4" fmla="*/ 3429 w 6343"/>
                  <a:gd name="connsiteY4" fmla="*/ 82 h 6345"/>
                  <a:gd name="connsiteX5" fmla="*/ 1186 w 6343"/>
                  <a:gd name="connsiteY5" fmla="*/ 1011 h 6345"/>
                  <a:gd name="connsiteX6" fmla="*/ 257 w 6343"/>
                  <a:gd name="connsiteY6" fmla="*/ 3255 h 6345"/>
                  <a:gd name="connsiteX7" fmla="*/ 1186 w 6343"/>
                  <a:gd name="connsiteY7" fmla="*/ 5498 h 6345"/>
                  <a:gd name="connsiteX8" fmla="*/ 3429 w 6343"/>
                  <a:gd name="connsiteY8" fmla="*/ 64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28"/>
                    </a:moveTo>
                    <a:cubicBezTo>
                      <a:pt x="4270" y="6428"/>
                      <a:pt x="5077" y="6093"/>
                      <a:pt x="5671" y="5498"/>
                    </a:cubicBezTo>
                    <a:cubicBezTo>
                      <a:pt x="6266" y="4903"/>
                      <a:pt x="6600" y="4096"/>
                      <a:pt x="6600" y="3255"/>
                    </a:cubicBezTo>
                    <a:cubicBezTo>
                      <a:pt x="6600" y="2413"/>
                      <a:pt x="6266" y="1606"/>
                      <a:pt x="5671" y="1011"/>
                    </a:cubicBezTo>
                    <a:cubicBezTo>
                      <a:pt x="5077" y="416"/>
                      <a:pt x="4270" y="82"/>
                      <a:pt x="3429" y="82"/>
                    </a:cubicBezTo>
                    <a:cubicBezTo>
                      <a:pt x="2588" y="82"/>
                      <a:pt x="1781" y="416"/>
                      <a:pt x="1186" y="1011"/>
                    </a:cubicBezTo>
                    <a:cubicBezTo>
                      <a:pt x="591" y="1606"/>
                      <a:pt x="257" y="2413"/>
                      <a:pt x="257" y="3255"/>
                    </a:cubicBezTo>
                    <a:cubicBezTo>
                      <a:pt x="257" y="4096"/>
                      <a:pt x="591" y="4903"/>
                      <a:pt x="1186" y="5498"/>
                    </a:cubicBezTo>
                    <a:cubicBezTo>
                      <a:pt x="1781" y="6093"/>
                      <a:pt x="2588" y="6428"/>
                      <a:pt x="3429" y="64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6" name="Freeform: Shape 1055">
                <a:extLst>
                  <a:ext uri="{FF2B5EF4-FFF2-40B4-BE49-F238E27FC236}">
                    <a16:creationId xmlns:a16="http://schemas.microsoft.com/office/drawing/2014/main" id="{8EE0EF1C-6BB7-49F7-6A0E-93597510A3A3}"/>
                  </a:ext>
                </a:extLst>
              </p:cNvPr>
              <p:cNvSpPr/>
              <p:nvPr/>
            </p:nvSpPr>
            <p:spPr>
              <a:xfrm>
                <a:off x="4120569" y="4531628"/>
                <a:ext cx="6343" cy="6345"/>
              </a:xfrm>
              <a:custGeom>
                <a:avLst/>
                <a:gdLst>
                  <a:gd name="connsiteX0" fmla="*/ 3429 w 6343"/>
                  <a:gd name="connsiteY0" fmla="*/ 6428 h 6345"/>
                  <a:gd name="connsiteX1" fmla="*/ 5672 w 6343"/>
                  <a:gd name="connsiteY1" fmla="*/ 5499 h 6345"/>
                  <a:gd name="connsiteX2" fmla="*/ 6601 w 6343"/>
                  <a:gd name="connsiteY2" fmla="*/ 3256 h 6345"/>
                  <a:gd name="connsiteX3" fmla="*/ 5672 w 6343"/>
                  <a:gd name="connsiteY3" fmla="*/ 1012 h 6345"/>
                  <a:gd name="connsiteX4" fmla="*/ 3429 w 6343"/>
                  <a:gd name="connsiteY4" fmla="*/ 83 h 6345"/>
                  <a:gd name="connsiteX5" fmla="*/ 1187 w 6343"/>
                  <a:gd name="connsiteY5" fmla="*/ 1012 h 6345"/>
                  <a:gd name="connsiteX6" fmla="*/ 258 w 6343"/>
                  <a:gd name="connsiteY6" fmla="*/ 3256 h 6345"/>
                  <a:gd name="connsiteX7" fmla="*/ 1187 w 6343"/>
                  <a:gd name="connsiteY7" fmla="*/ 5499 h 6345"/>
                  <a:gd name="connsiteX8" fmla="*/ 3429 w 6343"/>
                  <a:gd name="connsiteY8" fmla="*/ 64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28"/>
                    </a:moveTo>
                    <a:cubicBezTo>
                      <a:pt x="4270" y="6428"/>
                      <a:pt x="5077" y="6094"/>
                      <a:pt x="5672" y="5499"/>
                    </a:cubicBezTo>
                    <a:cubicBezTo>
                      <a:pt x="6267" y="4904"/>
                      <a:pt x="6601" y="4097"/>
                      <a:pt x="6601" y="3256"/>
                    </a:cubicBezTo>
                    <a:cubicBezTo>
                      <a:pt x="6601" y="2414"/>
                      <a:pt x="6267" y="1607"/>
                      <a:pt x="5672" y="1012"/>
                    </a:cubicBezTo>
                    <a:cubicBezTo>
                      <a:pt x="5077" y="417"/>
                      <a:pt x="4270" y="83"/>
                      <a:pt x="3429" y="83"/>
                    </a:cubicBezTo>
                    <a:cubicBezTo>
                      <a:pt x="2588" y="83"/>
                      <a:pt x="1781" y="417"/>
                      <a:pt x="1187" y="1012"/>
                    </a:cubicBezTo>
                    <a:cubicBezTo>
                      <a:pt x="592" y="1607"/>
                      <a:pt x="258" y="2414"/>
                      <a:pt x="258" y="3256"/>
                    </a:cubicBezTo>
                    <a:cubicBezTo>
                      <a:pt x="258" y="4097"/>
                      <a:pt x="592" y="4904"/>
                      <a:pt x="1187" y="5499"/>
                    </a:cubicBezTo>
                    <a:cubicBezTo>
                      <a:pt x="1781" y="6094"/>
                      <a:pt x="2588" y="6428"/>
                      <a:pt x="3429" y="64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7" name="Freeform: Shape 1056">
                <a:extLst>
                  <a:ext uri="{FF2B5EF4-FFF2-40B4-BE49-F238E27FC236}">
                    <a16:creationId xmlns:a16="http://schemas.microsoft.com/office/drawing/2014/main" id="{26D5E3AA-8E2D-E58C-169D-2512FB5424B8}"/>
                  </a:ext>
                </a:extLst>
              </p:cNvPr>
              <p:cNvSpPr/>
              <p:nvPr/>
            </p:nvSpPr>
            <p:spPr>
              <a:xfrm>
                <a:off x="4125924" y="4542725"/>
                <a:ext cx="6343" cy="6345"/>
              </a:xfrm>
              <a:custGeom>
                <a:avLst/>
                <a:gdLst>
                  <a:gd name="connsiteX0" fmla="*/ 3430 w 6343"/>
                  <a:gd name="connsiteY0" fmla="*/ 6429 h 6345"/>
                  <a:gd name="connsiteX1" fmla="*/ 5672 w 6343"/>
                  <a:gd name="connsiteY1" fmla="*/ 5500 h 6345"/>
                  <a:gd name="connsiteX2" fmla="*/ 6601 w 6343"/>
                  <a:gd name="connsiteY2" fmla="*/ 3256 h 6345"/>
                  <a:gd name="connsiteX3" fmla="*/ 5672 w 6343"/>
                  <a:gd name="connsiteY3" fmla="*/ 1013 h 6345"/>
                  <a:gd name="connsiteX4" fmla="*/ 3430 w 6343"/>
                  <a:gd name="connsiteY4" fmla="*/ 84 h 6345"/>
                  <a:gd name="connsiteX5" fmla="*/ 1187 w 6343"/>
                  <a:gd name="connsiteY5" fmla="*/ 1013 h 6345"/>
                  <a:gd name="connsiteX6" fmla="*/ 258 w 6343"/>
                  <a:gd name="connsiteY6" fmla="*/ 3256 h 6345"/>
                  <a:gd name="connsiteX7" fmla="*/ 1187 w 6343"/>
                  <a:gd name="connsiteY7" fmla="*/ 5500 h 6345"/>
                  <a:gd name="connsiteX8" fmla="*/ 3430 w 6343"/>
                  <a:gd name="connsiteY8" fmla="*/ 64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429"/>
                    </a:moveTo>
                    <a:cubicBezTo>
                      <a:pt x="4271" y="6429"/>
                      <a:pt x="5077" y="6095"/>
                      <a:pt x="5672" y="5500"/>
                    </a:cubicBezTo>
                    <a:cubicBezTo>
                      <a:pt x="6267" y="4905"/>
                      <a:pt x="6601" y="4098"/>
                      <a:pt x="6601" y="3256"/>
                    </a:cubicBezTo>
                    <a:cubicBezTo>
                      <a:pt x="6601" y="2415"/>
                      <a:pt x="6267" y="1608"/>
                      <a:pt x="5672" y="1013"/>
                    </a:cubicBezTo>
                    <a:cubicBezTo>
                      <a:pt x="5077" y="418"/>
                      <a:pt x="4271" y="84"/>
                      <a:pt x="3430" y="84"/>
                    </a:cubicBezTo>
                    <a:cubicBezTo>
                      <a:pt x="2589" y="84"/>
                      <a:pt x="1782" y="418"/>
                      <a:pt x="1187" y="1013"/>
                    </a:cubicBezTo>
                    <a:cubicBezTo>
                      <a:pt x="592" y="1608"/>
                      <a:pt x="258" y="2415"/>
                      <a:pt x="258" y="3256"/>
                    </a:cubicBezTo>
                    <a:cubicBezTo>
                      <a:pt x="258" y="4098"/>
                      <a:pt x="592" y="4905"/>
                      <a:pt x="1187" y="5500"/>
                    </a:cubicBezTo>
                    <a:cubicBezTo>
                      <a:pt x="1782" y="6095"/>
                      <a:pt x="2589" y="6429"/>
                      <a:pt x="3430" y="64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8" name="Freeform: Shape 1057">
                <a:extLst>
                  <a:ext uri="{FF2B5EF4-FFF2-40B4-BE49-F238E27FC236}">
                    <a16:creationId xmlns:a16="http://schemas.microsoft.com/office/drawing/2014/main" id="{31DEC11D-49AF-99A3-E4AB-B1BC1AA2C5DA}"/>
                  </a:ext>
                </a:extLst>
              </p:cNvPr>
              <p:cNvSpPr/>
              <p:nvPr/>
            </p:nvSpPr>
            <p:spPr>
              <a:xfrm>
                <a:off x="4098340" y="4733575"/>
                <a:ext cx="6343" cy="6345"/>
              </a:xfrm>
              <a:custGeom>
                <a:avLst/>
                <a:gdLst>
                  <a:gd name="connsiteX0" fmla="*/ 3427 w 6343"/>
                  <a:gd name="connsiteY0" fmla="*/ 6444 h 6345"/>
                  <a:gd name="connsiteX1" fmla="*/ 5670 w 6343"/>
                  <a:gd name="connsiteY1" fmla="*/ 5515 h 6345"/>
                  <a:gd name="connsiteX2" fmla="*/ 6599 w 6343"/>
                  <a:gd name="connsiteY2" fmla="*/ 3272 h 6345"/>
                  <a:gd name="connsiteX3" fmla="*/ 5670 w 6343"/>
                  <a:gd name="connsiteY3" fmla="*/ 1028 h 6345"/>
                  <a:gd name="connsiteX4" fmla="*/ 3427 w 6343"/>
                  <a:gd name="connsiteY4" fmla="*/ 99 h 6345"/>
                  <a:gd name="connsiteX5" fmla="*/ 1185 w 6343"/>
                  <a:gd name="connsiteY5" fmla="*/ 1028 h 6345"/>
                  <a:gd name="connsiteX6" fmla="*/ 256 w 6343"/>
                  <a:gd name="connsiteY6" fmla="*/ 3272 h 6345"/>
                  <a:gd name="connsiteX7" fmla="*/ 1185 w 6343"/>
                  <a:gd name="connsiteY7" fmla="*/ 5515 h 6345"/>
                  <a:gd name="connsiteX8" fmla="*/ 3427 w 6343"/>
                  <a:gd name="connsiteY8" fmla="*/ 64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44"/>
                    </a:moveTo>
                    <a:cubicBezTo>
                      <a:pt x="4269" y="6444"/>
                      <a:pt x="5075" y="6110"/>
                      <a:pt x="5670" y="5515"/>
                    </a:cubicBezTo>
                    <a:cubicBezTo>
                      <a:pt x="6265" y="4920"/>
                      <a:pt x="6599" y="4113"/>
                      <a:pt x="6599" y="3272"/>
                    </a:cubicBezTo>
                    <a:cubicBezTo>
                      <a:pt x="6599" y="2430"/>
                      <a:pt x="6265" y="1623"/>
                      <a:pt x="5670" y="1028"/>
                    </a:cubicBezTo>
                    <a:cubicBezTo>
                      <a:pt x="5075" y="433"/>
                      <a:pt x="4269" y="99"/>
                      <a:pt x="3427" y="99"/>
                    </a:cubicBezTo>
                    <a:cubicBezTo>
                      <a:pt x="2586" y="99"/>
                      <a:pt x="1780" y="433"/>
                      <a:pt x="1185" y="1028"/>
                    </a:cubicBezTo>
                    <a:cubicBezTo>
                      <a:pt x="590" y="1623"/>
                      <a:pt x="256" y="2430"/>
                      <a:pt x="256" y="3272"/>
                    </a:cubicBezTo>
                    <a:cubicBezTo>
                      <a:pt x="256" y="4113"/>
                      <a:pt x="590" y="4920"/>
                      <a:pt x="1185" y="5515"/>
                    </a:cubicBezTo>
                    <a:cubicBezTo>
                      <a:pt x="1780" y="6110"/>
                      <a:pt x="2586" y="6444"/>
                      <a:pt x="3427" y="64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9" name="Freeform: Shape 1058">
                <a:extLst>
                  <a:ext uri="{FF2B5EF4-FFF2-40B4-BE49-F238E27FC236}">
                    <a16:creationId xmlns:a16="http://schemas.microsoft.com/office/drawing/2014/main" id="{3621FA4A-E79A-86BE-5118-8D512143B588}"/>
                  </a:ext>
                </a:extLst>
              </p:cNvPr>
              <p:cNvSpPr/>
              <p:nvPr/>
            </p:nvSpPr>
            <p:spPr>
              <a:xfrm>
                <a:off x="4067750" y="4916679"/>
                <a:ext cx="6343" cy="6345"/>
              </a:xfrm>
              <a:custGeom>
                <a:avLst/>
                <a:gdLst>
                  <a:gd name="connsiteX0" fmla="*/ 3425 w 6343"/>
                  <a:gd name="connsiteY0" fmla="*/ 6459 h 6345"/>
                  <a:gd name="connsiteX1" fmla="*/ 5668 w 6343"/>
                  <a:gd name="connsiteY1" fmla="*/ 5529 h 6345"/>
                  <a:gd name="connsiteX2" fmla="*/ 6597 w 6343"/>
                  <a:gd name="connsiteY2" fmla="*/ 3286 h 6345"/>
                  <a:gd name="connsiteX3" fmla="*/ 5668 w 6343"/>
                  <a:gd name="connsiteY3" fmla="*/ 1043 h 6345"/>
                  <a:gd name="connsiteX4" fmla="*/ 3425 w 6343"/>
                  <a:gd name="connsiteY4" fmla="*/ 113 h 6345"/>
                  <a:gd name="connsiteX5" fmla="*/ 1182 w 6343"/>
                  <a:gd name="connsiteY5" fmla="*/ 1043 h 6345"/>
                  <a:gd name="connsiteX6" fmla="*/ 253 w 6343"/>
                  <a:gd name="connsiteY6" fmla="*/ 3286 h 6345"/>
                  <a:gd name="connsiteX7" fmla="*/ 1182 w 6343"/>
                  <a:gd name="connsiteY7" fmla="*/ 5529 h 6345"/>
                  <a:gd name="connsiteX8" fmla="*/ 3425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59"/>
                    </a:moveTo>
                    <a:cubicBezTo>
                      <a:pt x="4266" y="6459"/>
                      <a:pt x="5073" y="6124"/>
                      <a:pt x="5668" y="5529"/>
                    </a:cubicBezTo>
                    <a:cubicBezTo>
                      <a:pt x="6262" y="4934"/>
                      <a:pt x="6597" y="4127"/>
                      <a:pt x="6597" y="3286"/>
                    </a:cubicBezTo>
                    <a:cubicBezTo>
                      <a:pt x="6597" y="2445"/>
                      <a:pt x="6262" y="1637"/>
                      <a:pt x="5668" y="1043"/>
                    </a:cubicBezTo>
                    <a:cubicBezTo>
                      <a:pt x="5073" y="448"/>
                      <a:pt x="4266" y="113"/>
                      <a:pt x="3425" y="113"/>
                    </a:cubicBezTo>
                    <a:cubicBezTo>
                      <a:pt x="2584" y="113"/>
                      <a:pt x="1777" y="448"/>
                      <a:pt x="1182" y="1043"/>
                    </a:cubicBezTo>
                    <a:cubicBezTo>
                      <a:pt x="588" y="1637"/>
                      <a:pt x="253" y="2445"/>
                      <a:pt x="253" y="3286"/>
                    </a:cubicBezTo>
                    <a:cubicBezTo>
                      <a:pt x="253" y="4127"/>
                      <a:pt x="588" y="4934"/>
                      <a:pt x="1182" y="5529"/>
                    </a:cubicBezTo>
                    <a:cubicBezTo>
                      <a:pt x="1777" y="6124"/>
                      <a:pt x="2584" y="6459"/>
                      <a:pt x="3425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0" name="Freeform: Shape 1059">
                <a:extLst>
                  <a:ext uri="{FF2B5EF4-FFF2-40B4-BE49-F238E27FC236}">
                    <a16:creationId xmlns:a16="http://schemas.microsoft.com/office/drawing/2014/main" id="{78D8F7C5-837D-CABC-4709-A19B6B1CFB2E}"/>
                  </a:ext>
                </a:extLst>
              </p:cNvPr>
              <p:cNvSpPr/>
              <p:nvPr/>
            </p:nvSpPr>
            <p:spPr>
              <a:xfrm>
                <a:off x="4058569" y="4976022"/>
                <a:ext cx="6343" cy="6345"/>
              </a:xfrm>
              <a:custGeom>
                <a:avLst/>
                <a:gdLst>
                  <a:gd name="connsiteX0" fmla="*/ 3424 w 6343"/>
                  <a:gd name="connsiteY0" fmla="*/ 6463 h 6345"/>
                  <a:gd name="connsiteX1" fmla="*/ 5667 w 6343"/>
                  <a:gd name="connsiteY1" fmla="*/ 5534 h 6345"/>
                  <a:gd name="connsiteX2" fmla="*/ 6596 w 6343"/>
                  <a:gd name="connsiteY2" fmla="*/ 3291 h 6345"/>
                  <a:gd name="connsiteX3" fmla="*/ 5667 w 6343"/>
                  <a:gd name="connsiteY3" fmla="*/ 1047 h 6345"/>
                  <a:gd name="connsiteX4" fmla="*/ 3424 w 6343"/>
                  <a:gd name="connsiteY4" fmla="*/ 118 h 6345"/>
                  <a:gd name="connsiteX5" fmla="*/ 1182 w 6343"/>
                  <a:gd name="connsiteY5" fmla="*/ 1047 h 6345"/>
                  <a:gd name="connsiteX6" fmla="*/ 253 w 6343"/>
                  <a:gd name="connsiteY6" fmla="*/ 3291 h 6345"/>
                  <a:gd name="connsiteX7" fmla="*/ 1182 w 6343"/>
                  <a:gd name="connsiteY7" fmla="*/ 5534 h 6345"/>
                  <a:gd name="connsiteX8" fmla="*/ 3424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63"/>
                    </a:moveTo>
                    <a:cubicBezTo>
                      <a:pt x="4265" y="6463"/>
                      <a:pt x="5072" y="6129"/>
                      <a:pt x="5667" y="5534"/>
                    </a:cubicBezTo>
                    <a:cubicBezTo>
                      <a:pt x="6262" y="4939"/>
                      <a:pt x="6596" y="4132"/>
                      <a:pt x="6596" y="3291"/>
                    </a:cubicBezTo>
                    <a:cubicBezTo>
                      <a:pt x="6596" y="2449"/>
                      <a:pt x="6262" y="1642"/>
                      <a:pt x="5667" y="1047"/>
                    </a:cubicBezTo>
                    <a:cubicBezTo>
                      <a:pt x="5072" y="452"/>
                      <a:pt x="4265" y="118"/>
                      <a:pt x="3424" y="118"/>
                    </a:cubicBezTo>
                    <a:cubicBezTo>
                      <a:pt x="2583" y="118"/>
                      <a:pt x="1776" y="452"/>
                      <a:pt x="1182" y="1047"/>
                    </a:cubicBezTo>
                    <a:cubicBezTo>
                      <a:pt x="587" y="1642"/>
                      <a:pt x="253" y="2449"/>
                      <a:pt x="253" y="3291"/>
                    </a:cubicBezTo>
                    <a:cubicBezTo>
                      <a:pt x="253" y="4132"/>
                      <a:pt x="587" y="4939"/>
                      <a:pt x="1182" y="5534"/>
                    </a:cubicBezTo>
                    <a:cubicBezTo>
                      <a:pt x="1776" y="6129"/>
                      <a:pt x="2583" y="6463"/>
                      <a:pt x="3424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1" name="Freeform: Shape 1060">
                <a:extLst>
                  <a:ext uri="{FF2B5EF4-FFF2-40B4-BE49-F238E27FC236}">
                    <a16:creationId xmlns:a16="http://schemas.microsoft.com/office/drawing/2014/main" id="{48925516-E6AE-3CE6-869B-D970BA28CDCA}"/>
                  </a:ext>
                </a:extLst>
              </p:cNvPr>
              <p:cNvSpPr/>
              <p:nvPr/>
            </p:nvSpPr>
            <p:spPr>
              <a:xfrm>
                <a:off x="4063908" y="4974448"/>
                <a:ext cx="6343" cy="6345"/>
              </a:xfrm>
              <a:custGeom>
                <a:avLst/>
                <a:gdLst>
                  <a:gd name="connsiteX0" fmla="*/ 3425 w 6343"/>
                  <a:gd name="connsiteY0" fmla="*/ 6463 h 6345"/>
                  <a:gd name="connsiteX1" fmla="*/ 5667 w 6343"/>
                  <a:gd name="connsiteY1" fmla="*/ 5534 h 6345"/>
                  <a:gd name="connsiteX2" fmla="*/ 6596 w 6343"/>
                  <a:gd name="connsiteY2" fmla="*/ 3291 h 6345"/>
                  <a:gd name="connsiteX3" fmla="*/ 5667 w 6343"/>
                  <a:gd name="connsiteY3" fmla="*/ 1047 h 6345"/>
                  <a:gd name="connsiteX4" fmla="*/ 3425 w 6343"/>
                  <a:gd name="connsiteY4" fmla="*/ 118 h 6345"/>
                  <a:gd name="connsiteX5" fmla="*/ 1182 w 6343"/>
                  <a:gd name="connsiteY5" fmla="*/ 1047 h 6345"/>
                  <a:gd name="connsiteX6" fmla="*/ 253 w 6343"/>
                  <a:gd name="connsiteY6" fmla="*/ 3291 h 6345"/>
                  <a:gd name="connsiteX7" fmla="*/ 1182 w 6343"/>
                  <a:gd name="connsiteY7" fmla="*/ 5534 h 6345"/>
                  <a:gd name="connsiteX8" fmla="*/ 3425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63"/>
                    </a:moveTo>
                    <a:cubicBezTo>
                      <a:pt x="4266" y="6463"/>
                      <a:pt x="5073" y="6129"/>
                      <a:pt x="5667" y="5534"/>
                    </a:cubicBezTo>
                    <a:cubicBezTo>
                      <a:pt x="6262" y="4939"/>
                      <a:pt x="6596" y="4132"/>
                      <a:pt x="6596" y="3291"/>
                    </a:cubicBezTo>
                    <a:cubicBezTo>
                      <a:pt x="6596" y="2449"/>
                      <a:pt x="6262" y="1642"/>
                      <a:pt x="5667" y="1047"/>
                    </a:cubicBezTo>
                    <a:cubicBezTo>
                      <a:pt x="5073" y="452"/>
                      <a:pt x="4266" y="118"/>
                      <a:pt x="3425" y="118"/>
                    </a:cubicBezTo>
                    <a:cubicBezTo>
                      <a:pt x="2584" y="118"/>
                      <a:pt x="1777" y="452"/>
                      <a:pt x="1182" y="1047"/>
                    </a:cubicBezTo>
                    <a:cubicBezTo>
                      <a:pt x="587" y="1642"/>
                      <a:pt x="253" y="2449"/>
                      <a:pt x="253" y="3291"/>
                    </a:cubicBezTo>
                    <a:cubicBezTo>
                      <a:pt x="253" y="4132"/>
                      <a:pt x="587" y="4939"/>
                      <a:pt x="1182" y="5534"/>
                    </a:cubicBezTo>
                    <a:cubicBezTo>
                      <a:pt x="1777" y="6129"/>
                      <a:pt x="2584" y="6463"/>
                      <a:pt x="3425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2" name="Freeform: Shape 1061">
                <a:extLst>
                  <a:ext uri="{FF2B5EF4-FFF2-40B4-BE49-F238E27FC236}">
                    <a16:creationId xmlns:a16="http://schemas.microsoft.com/office/drawing/2014/main" id="{F9D7BA76-10B0-1366-6DAD-4FC1D8B274A3}"/>
                  </a:ext>
                </a:extLst>
              </p:cNvPr>
              <p:cNvSpPr/>
              <p:nvPr/>
            </p:nvSpPr>
            <p:spPr>
              <a:xfrm>
                <a:off x="4211929" y="4418522"/>
                <a:ext cx="6343" cy="6345"/>
              </a:xfrm>
              <a:custGeom>
                <a:avLst/>
                <a:gdLst>
                  <a:gd name="connsiteX0" fmla="*/ 3436 w 6343"/>
                  <a:gd name="connsiteY0" fmla="*/ 6419 h 6345"/>
                  <a:gd name="connsiteX1" fmla="*/ 5679 w 6343"/>
                  <a:gd name="connsiteY1" fmla="*/ 5490 h 6345"/>
                  <a:gd name="connsiteX2" fmla="*/ 6608 w 6343"/>
                  <a:gd name="connsiteY2" fmla="*/ 3247 h 6345"/>
                  <a:gd name="connsiteX3" fmla="*/ 5679 w 6343"/>
                  <a:gd name="connsiteY3" fmla="*/ 1003 h 6345"/>
                  <a:gd name="connsiteX4" fmla="*/ 3436 w 6343"/>
                  <a:gd name="connsiteY4" fmla="*/ 74 h 6345"/>
                  <a:gd name="connsiteX5" fmla="*/ 1194 w 6343"/>
                  <a:gd name="connsiteY5" fmla="*/ 1003 h 6345"/>
                  <a:gd name="connsiteX6" fmla="*/ 265 w 6343"/>
                  <a:gd name="connsiteY6" fmla="*/ 3247 h 6345"/>
                  <a:gd name="connsiteX7" fmla="*/ 1194 w 6343"/>
                  <a:gd name="connsiteY7" fmla="*/ 5490 h 6345"/>
                  <a:gd name="connsiteX8" fmla="*/ 3436 w 6343"/>
                  <a:gd name="connsiteY8" fmla="*/ 64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419"/>
                    </a:moveTo>
                    <a:cubicBezTo>
                      <a:pt x="4278" y="6419"/>
                      <a:pt x="5084" y="6085"/>
                      <a:pt x="5679" y="5490"/>
                    </a:cubicBezTo>
                    <a:cubicBezTo>
                      <a:pt x="6274" y="4895"/>
                      <a:pt x="6608" y="4088"/>
                      <a:pt x="6608" y="3247"/>
                    </a:cubicBezTo>
                    <a:cubicBezTo>
                      <a:pt x="6608" y="2405"/>
                      <a:pt x="6274" y="1598"/>
                      <a:pt x="5679" y="1003"/>
                    </a:cubicBezTo>
                    <a:cubicBezTo>
                      <a:pt x="5084" y="408"/>
                      <a:pt x="4278" y="74"/>
                      <a:pt x="3436" y="74"/>
                    </a:cubicBezTo>
                    <a:cubicBezTo>
                      <a:pt x="2595" y="74"/>
                      <a:pt x="1789" y="408"/>
                      <a:pt x="1194" y="1003"/>
                    </a:cubicBezTo>
                    <a:cubicBezTo>
                      <a:pt x="599" y="1598"/>
                      <a:pt x="265" y="2405"/>
                      <a:pt x="265" y="3247"/>
                    </a:cubicBezTo>
                    <a:cubicBezTo>
                      <a:pt x="265" y="4088"/>
                      <a:pt x="599" y="4895"/>
                      <a:pt x="1194" y="5490"/>
                    </a:cubicBezTo>
                    <a:cubicBezTo>
                      <a:pt x="1789" y="6085"/>
                      <a:pt x="2595" y="6419"/>
                      <a:pt x="3436" y="64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3" name="Freeform: Shape 1062">
                <a:extLst>
                  <a:ext uri="{FF2B5EF4-FFF2-40B4-BE49-F238E27FC236}">
                    <a16:creationId xmlns:a16="http://schemas.microsoft.com/office/drawing/2014/main" id="{4A3834C7-E2C2-CFFC-1216-63B6EFAE6F79}"/>
                  </a:ext>
                </a:extLst>
              </p:cNvPr>
              <p:cNvSpPr/>
              <p:nvPr/>
            </p:nvSpPr>
            <p:spPr>
              <a:xfrm>
                <a:off x="4121879" y="4792485"/>
                <a:ext cx="6343" cy="6345"/>
              </a:xfrm>
              <a:custGeom>
                <a:avLst/>
                <a:gdLst>
                  <a:gd name="connsiteX0" fmla="*/ 3429 w 6343"/>
                  <a:gd name="connsiteY0" fmla="*/ 6449 h 6345"/>
                  <a:gd name="connsiteX1" fmla="*/ 5672 w 6343"/>
                  <a:gd name="connsiteY1" fmla="*/ 5520 h 6345"/>
                  <a:gd name="connsiteX2" fmla="*/ 6601 w 6343"/>
                  <a:gd name="connsiteY2" fmla="*/ 3276 h 6345"/>
                  <a:gd name="connsiteX3" fmla="*/ 5672 w 6343"/>
                  <a:gd name="connsiteY3" fmla="*/ 1033 h 6345"/>
                  <a:gd name="connsiteX4" fmla="*/ 3429 w 6343"/>
                  <a:gd name="connsiteY4" fmla="*/ 103 h 6345"/>
                  <a:gd name="connsiteX5" fmla="*/ 1187 w 6343"/>
                  <a:gd name="connsiteY5" fmla="*/ 1033 h 6345"/>
                  <a:gd name="connsiteX6" fmla="*/ 258 w 6343"/>
                  <a:gd name="connsiteY6" fmla="*/ 3276 h 6345"/>
                  <a:gd name="connsiteX7" fmla="*/ 1187 w 6343"/>
                  <a:gd name="connsiteY7" fmla="*/ 5520 h 6345"/>
                  <a:gd name="connsiteX8" fmla="*/ 3429 w 6343"/>
                  <a:gd name="connsiteY8" fmla="*/ 64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49"/>
                    </a:moveTo>
                    <a:cubicBezTo>
                      <a:pt x="4270" y="6449"/>
                      <a:pt x="5077" y="6115"/>
                      <a:pt x="5672" y="5520"/>
                    </a:cubicBezTo>
                    <a:cubicBezTo>
                      <a:pt x="6267" y="4925"/>
                      <a:pt x="6601" y="4118"/>
                      <a:pt x="6601" y="3276"/>
                    </a:cubicBezTo>
                    <a:cubicBezTo>
                      <a:pt x="6601" y="2435"/>
                      <a:pt x="6267" y="1628"/>
                      <a:pt x="5672" y="1033"/>
                    </a:cubicBezTo>
                    <a:cubicBezTo>
                      <a:pt x="5077" y="438"/>
                      <a:pt x="4270" y="103"/>
                      <a:pt x="3429" y="103"/>
                    </a:cubicBezTo>
                    <a:cubicBezTo>
                      <a:pt x="2588" y="103"/>
                      <a:pt x="1781" y="438"/>
                      <a:pt x="1187" y="1033"/>
                    </a:cubicBezTo>
                    <a:cubicBezTo>
                      <a:pt x="592" y="1628"/>
                      <a:pt x="258" y="2435"/>
                      <a:pt x="258" y="3276"/>
                    </a:cubicBezTo>
                    <a:cubicBezTo>
                      <a:pt x="258" y="4118"/>
                      <a:pt x="592" y="4925"/>
                      <a:pt x="1187" y="5520"/>
                    </a:cubicBezTo>
                    <a:cubicBezTo>
                      <a:pt x="1781" y="6115"/>
                      <a:pt x="2588" y="6449"/>
                      <a:pt x="3429" y="64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4" name="Freeform: Shape 1063">
                <a:extLst>
                  <a:ext uri="{FF2B5EF4-FFF2-40B4-BE49-F238E27FC236}">
                    <a16:creationId xmlns:a16="http://schemas.microsoft.com/office/drawing/2014/main" id="{61CDEFB8-6E16-C339-98FA-8167A3092FF1}"/>
                  </a:ext>
                </a:extLst>
              </p:cNvPr>
              <p:cNvSpPr/>
              <p:nvPr/>
            </p:nvSpPr>
            <p:spPr>
              <a:xfrm>
                <a:off x="4211704" y="4483261"/>
                <a:ext cx="6343" cy="6345"/>
              </a:xfrm>
              <a:custGeom>
                <a:avLst/>
                <a:gdLst>
                  <a:gd name="connsiteX0" fmla="*/ 3436 w 6343"/>
                  <a:gd name="connsiteY0" fmla="*/ 6425 h 6345"/>
                  <a:gd name="connsiteX1" fmla="*/ 5679 w 6343"/>
                  <a:gd name="connsiteY1" fmla="*/ 5495 h 6345"/>
                  <a:gd name="connsiteX2" fmla="*/ 6608 w 6343"/>
                  <a:gd name="connsiteY2" fmla="*/ 3252 h 6345"/>
                  <a:gd name="connsiteX3" fmla="*/ 5679 w 6343"/>
                  <a:gd name="connsiteY3" fmla="*/ 1008 h 6345"/>
                  <a:gd name="connsiteX4" fmla="*/ 3436 w 6343"/>
                  <a:gd name="connsiteY4" fmla="*/ 79 h 6345"/>
                  <a:gd name="connsiteX5" fmla="*/ 1194 w 6343"/>
                  <a:gd name="connsiteY5" fmla="*/ 1008 h 6345"/>
                  <a:gd name="connsiteX6" fmla="*/ 265 w 6343"/>
                  <a:gd name="connsiteY6" fmla="*/ 3252 h 6345"/>
                  <a:gd name="connsiteX7" fmla="*/ 1194 w 6343"/>
                  <a:gd name="connsiteY7" fmla="*/ 5495 h 6345"/>
                  <a:gd name="connsiteX8" fmla="*/ 3436 w 6343"/>
                  <a:gd name="connsiteY8" fmla="*/ 64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425"/>
                    </a:moveTo>
                    <a:cubicBezTo>
                      <a:pt x="4277" y="6425"/>
                      <a:pt x="5084" y="6090"/>
                      <a:pt x="5679" y="5495"/>
                    </a:cubicBezTo>
                    <a:cubicBezTo>
                      <a:pt x="6274" y="4900"/>
                      <a:pt x="6608" y="4093"/>
                      <a:pt x="6608" y="3252"/>
                    </a:cubicBezTo>
                    <a:cubicBezTo>
                      <a:pt x="6608" y="2410"/>
                      <a:pt x="6274" y="1603"/>
                      <a:pt x="5679" y="1008"/>
                    </a:cubicBezTo>
                    <a:cubicBezTo>
                      <a:pt x="5084" y="413"/>
                      <a:pt x="4277" y="79"/>
                      <a:pt x="3436" y="79"/>
                    </a:cubicBezTo>
                    <a:cubicBezTo>
                      <a:pt x="2595" y="79"/>
                      <a:pt x="1788" y="413"/>
                      <a:pt x="1194" y="1008"/>
                    </a:cubicBezTo>
                    <a:cubicBezTo>
                      <a:pt x="599" y="1603"/>
                      <a:pt x="265" y="2410"/>
                      <a:pt x="265" y="3252"/>
                    </a:cubicBezTo>
                    <a:cubicBezTo>
                      <a:pt x="265" y="4093"/>
                      <a:pt x="599" y="4900"/>
                      <a:pt x="1194" y="5495"/>
                    </a:cubicBezTo>
                    <a:cubicBezTo>
                      <a:pt x="1788" y="6090"/>
                      <a:pt x="2595" y="6425"/>
                      <a:pt x="3436" y="64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5" name="Freeform: Shape 1064">
                <a:extLst>
                  <a:ext uri="{FF2B5EF4-FFF2-40B4-BE49-F238E27FC236}">
                    <a16:creationId xmlns:a16="http://schemas.microsoft.com/office/drawing/2014/main" id="{71FAA367-E1CC-E041-0EF5-A990B0383C97}"/>
                  </a:ext>
                </a:extLst>
              </p:cNvPr>
              <p:cNvSpPr/>
              <p:nvPr/>
            </p:nvSpPr>
            <p:spPr>
              <a:xfrm>
                <a:off x="4218883" y="4487154"/>
                <a:ext cx="6343" cy="6345"/>
              </a:xfrm>
              <a:custGeom>
                <a:avLst/>
                <a:gdLst>
                  <a:gd name="connsiteX0" fmla="*/ 3437 w 6343"/>
                  <a:gd name="connsiteY0" fmla="*/ 6425 h 6345"/>
                  <a:gd name="connsiteX1" fmla="*/ 5680 w 6343"/>
                  <a:gd name="connsiteY1" fmla="*/ 5496 h 6345"/>
                  <a:gd name="connsiteX2" fmla="*/ 6608 w 6343"/>
                  <a:gd name="connsiteY2" fmla="*/ 3252 h 6345"/>
                  <a:gd name="connsiteX3" fmla="*/ 5680 w 6343"/>
                  <a:gd name="connsiteY3" fmla="*/ 1009 h 6345"/>
                  <a:gd name="connsiteX4" fmla="*/ 3437 w 6343"/>
                  <a:gd name="connsiteY4" fmla="*/ 79 h 6345"/>
                  <a:gd name="connsiteX5" fmla="*/ 1194 w 6343"/>
                  <a:gd name="connsiteY5" fmla="*/ 1009 h 6345"/>
                  <a:gd name="connsiteX6" fmla="*/ 265 w 6343"/>
                  <a:gd name="connsiteY6" fmla="*/ 3252 h 6345"/>
                  <a:gd name="connsiteX7" fmla="*/ 1194 w 6343"/>
                  <a:gd name="connsiteY7" fmla="*/ 5496 h 6345"/>
                  <a:gd name="connsiteX8" fmla="*/ 3437 w 6343"/>
                  <a:gd name="connsiteY8" fmla="*/ 64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425"/>
                    </a:moveTo>
                    <a:cubicBezTo>
                      <a:pt x="4278" y="6425"/>
                      <a:pt x="5085" y="6091"/>
                      <a:pt x="5680" y="5496"/>
                    </a:cubicBezTo>
                    <a:cubicBezTo>
                      <a:pt x="6274" y="4901"/>
                      <a:pt x="6608" y="4094"/>
                      <a:pt x="6608" y="3252"/>
                    </a:cubicBezTo>
                    <a:cubicBezTo>
                      <a:pt x="6608" y="2411"/>
                      <a:pt x="6274" y="1604"/>
                      <a:pt x="5680" y="1009"/>
                    </a:cubicBezTo>
                    <a:cubicBezTo>
                      <a:pt x="5085" y="414"/>
                      <a:pt x="4278" y="79"/>
                      <a:pt x="3437" y="79"/>
                    </a:cubicBezTo>
                    <a:cubicBezTo>
                      <a:pt x="2596" y="79"/>
                      <a:pt x="1789" y="414"/>
                      <a:pt x="1194" y="1009"/>
                    </a:cubicBezTo>
                    <a:cubicBezTo>
                      <a:pt x="600" y="1604"/>
                      <a:pt x="265" y="2411"/>
                      <a:pt x="265" y="3252"/>
                    </a:cubicBezTo>
                    <a:cubicBezTo>
                      <a:pt x="265" y="4094"/>
                      <a:pt x="600" y="4901"/>
                      <a:pt x="1194" y="5496"/>
                    </a:cubicBezTo>
                    <a:cubicBezTo>
                      <a:pt x="1789" y="6091"/>
                      <a:pt x="2596" y="6425"/>
                      <a:pt x="3437" y="64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6" name="Freeform: Shape 1065">
                <a:extLst>
                  <a:ext uri="{FF2B5EF4-FFF2-40B4-BE49-F238E27FC236}">
                    <a16:creationId xmlns:a16="http://schemas.microsoft.com/office/drawing/2014/main" id="{8849CB56-12DA-A087-3688-0DAB0385F1CD}"/>
                  </a:ext>
                </a:extLst>
              </p:cNvPr>
              <p:cNvSpPr/>
              <p:nvPr/>
            </p:nvSpPr>
            <p:spPr>
              <a:xfrm>
                <a:off x="4224844" y="4495258"/>
                <a:ext cx="6343" cy="6345"/>
              </a:xfrm>
              <a:custGeom>
                <a:avLst/>
                <a:gdLst>
                  <a:gd name="connsiteX0" fmla="*/ 3437 w 6343"/>
                  <a:gd name="connsiteY0" fmla="*/ 6425 h 6345"/>
                  <a:gd name="connsiteX1" fmla="*/ 5680 w 6343"/>
                  <a:gd name="connsiteY1" fmla="*/ 5496 h 6345"/>
                  <a:gd name="connsiteX2" fmla="*/ 6609 w 6343"/>
                  <a:gd name="connsiteY2" fmla="*/ 3253 h 6345"/>
                  <a:gd name="connsiteX3" fmla="*/ 5680 w 6343"/>
                  <a:gd name="connsiteY3" fmla="*/ 1009 h 6345"/>
                  <a:gd name="connsiteX4" fmla="*/ 3437 w 6343"/>
                  <a:gd name="connsiteY4" fmla="*/ 80 h 6345"/>
                  <a:gd name="connsiteX5" fmla="*/ 1195 w 6343"/>
                  <a:gd name="connsiteY5" fmla="*/ 1009 h 6345"/>
                  <a:gd name="connsiteX6" fmla="*/ 266 w 6343"/>
                  <a:gd name="connsiteY6" fmla="*/ 3253 h 6345"/>
                  <a:gd name="connsiteX7" fmla="*/ 1195 w 6343"/>
                  <a:gd name="connsiteY7" fmla="*/ 5496 h 6345"/>
                  <a:gd name="connsiteX8" fmla="*/ 3437 w 6343"/>
                  <a:gd name="connsiteY8" fmla="*/ 64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425"/>
                    </a:moveTo>
                    <a:cubicBezTo>
                      <a:pt x="4279" y="6425"/>
                      <a:pt x="5085" y="6091"/>
                      <a:pt x="5680" y="5496"/>
                    </a:cubicBezTo>
                    <a:cubicBezTo>
                      <a:pt x="6275" y="4901"/>
                      <a:pt x="6609" y="4094"/>
                      <a:pt x="6609" y="3253"/>
                    </a:cubicBezTo>
                    <a:cubicBezTo>
                      <a:pt x="6609" y="2411"/>
                      <a:pt x="6275" y="1604"/>
                      <a:pt x="5680" y="1009"/>
                    </a:cubicBezTo>
                    <a:cubicBezTo>
                      <a:pt x="5085" y="414"/>
                      <a:pt x="4279" y="80"/>
                      <a:pt x="3437" y="80"/>
                    </a:cubicBezTo>
                    <a:cubicBezTo>
                      <a:pt x="2596" y="80"/>
                      <a:pt x="1790" y="414"/>
                      <a:pt x="1195" y="1009"/>
                    </a:cubicBezTo>
                    <a:cubicBezTo>
                      <a:pt x="600" y="1604"/>
                      <a:pt x="266" y="2411"/>
                      <a:pt x="266" y="3253"/>
                    </a:cubicBezTo>
                    <a:cubicBezTo>
                      <a:pt x="266" y="4094"/>
                      <a:pt x="600" y="4901"/>
                      <a:pt x="1195" y="5496"/>
                    </a:cubicBezTo>
                    <a:cubicBezTo>
                      <a:pt x="1790" y="6091"/>
                      <a:pt x="2596" y="6425"/>
                      <a:pt x="3437" y="64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7" name="Freeform: Shape 1066">
                <a:extLst>
                  <a:ext uri="{FF2B5EF4-FFF2-40B4-BE49-F238E27FC236}">
                    <a16:creationId xmlns:a16="http://schemas.microsoft.com/office/drawing/2014/main" id="{633BCCAB-1A84-40A3-D481-5919771EAD82}"/>
                  </a:ext>
                </a:extLst>
              </p:cNvPr>
              <p:cNvSpPr/>
              <p:nvPr/>
            </p:nvSpPr>
            <p:spPr>
              <a:xfrm>
                <a:off x="4202413" y="4600894"/>
                <a:ext cx="6343" cy="6345"/>
              </a:xfrm>
              <a:custGeom>
                <a:avLst/>
                <a:gdLst>
                  <a:gd name="connsiteX0" fmla="*/ 3436 w 6343"/>
                  <a:gd name="connsiteY0" fmla="*/ 6434 h 6345"/>
                  <a:gd name="connsiteX1" fmla="*/ 5678 w 6343"/>
                  <a:gd name="connsiteY1" fmla="*/ 5505 h 6345"/>
                  <a:gd name="connsiteX2" fmla="*/ 6607 w 6343"/>
                  <a:gd name="connsiteY2" fmla="*/ 3261 h 6345"/>
                  <a:gd name="connsiteX3" fmla="*/ 5678 w 6343"/>
                  <a:gd name="connsiteY3" fmla="*/ 1018 h 6345"/>
                  <a:gd name="connsiteX4" fmla="*/ 3436 w 6343"/>
                  <a:gd name="connsiteY4" fmla="*/ 88 h 6345"/>
                  <a:gd name="connsiteX5" fmla="*/ 1193 w 6343"/>
                  <a:gd name="connsiteY5" fmla="*/ 1018 h 6345"/>
                  <a:gd name="connsiteX6" fmla="*/ 264 w 6343"/>
                  <a:gd name="connsiteY6" fmla="*/ 3261 h 6345"/>
                  <a:gd name="connsiteX7" fmla="*/ 1193 w 6343"/>
                  <a:gd name="connsiteY7" fmla="*/ 5505 h 6345"/>
                  <a:gd name="connsiteX8" fmla="*/ 3436 w 6343"/>
                  <a:gd name="connsiteY8" fmla="*/ 64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434"/>
                    </a:moveTo>
                    <a:cubicBezTo>
                      <a:pt x="4277" y="6434"/>
                      <a:pt x="5084" y="6099"/>
                      <a:pt x="5678" y="5505"/>
                    </a:cubicBezTo>
                    <a:cubicBezTo>
                      <a:pt x="6273" y="4910"/>
                      <a:pt x="6607" y="4102"/>
                      <a:pt x="6607" y="3261"/>
                    </a:cubicBezTo>
                    <a:cubicBezTo>
                      <a:pt x="6607" y="2420"/>
                      <a:pt x="6273" y="1613"/>
                      <a:pt x="5678" y="1018"/>
                    </a:cubicBezTo>
                    <a:cubicBezTo>
                      <a:pt x="5084" y="423"/>
                      <a:pt x="4277" y="88"/>
                      <a:pt x="3436" y="88"/>
                    </a:cubicBezTo>
                    <a:cubicBezTo>
                      <a:pt x="2595" y="88"/>
                      <a:pt x="1788" y="423"/>
                      <a:pt x="1193" y="1018"/>
                    </a:cubicBezTo>
                    <a:cubicBezTo>
                      <a:pt x="598" y="1613"/>
                      <a:pt x="264" y="2420"/>
                      <a:pt x="264" y="3261"/>
                    </a:cubicBezTo>
                    <a:cubicBezTo>
                      <a:pt x="264" y="4102"/>
                      <a:pt x="598" y="4910"/>
                      <a:pt x="1193" y="5505"/>
                    </a:cubicBezTo>
                    <a:cubicBezTo>
                      <a:pt x="1788" y="6099"/>
                      <a:pt x="2595" y="6434"/>
                      <a:pt x="3436" y="64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8" name="Freeform: Shape 1067">
                <a:extLst>
                  <a:ext uri="{FF2B5EF4-FFF2-40B4-BE49-F238E27FC236}">
                    <a16:creationId xmlns:a16="http://schemas.microsoft.com/office/drawing/2014/main" id="{9A878E93-1F0F-0813-F36C-D8CEB5D5A56E}"/>
                  </a:ext>
                </a:extLst>
              </p:cNvPr>
              <p:cNvSpPr/>
              <p:nvPr/>
            </p:nvSpPr>
            <p:spPr>
              <a:xfrm>
                <a:off x="4174334" y="4720910"/>
                <a:ext cx="6343" cy="6345"/>
              </a:xfrm>
              <a:custGeom>
                <a:avLst/>
                <a:gdLst>
                  <a:gd name="connsiteX0" fmla="*/ 3433 w 6343"/>
                  <a:gd name="connsiteY0" fmla="*/ 6443 h 6345"/>
                  <a:gd name="connsiteX1" fmla="*/ 5676 w 6343"/>
                  <a:gd name="connsiteY1" fmla="*/ 5514 h 6345"/>
                  <a:gd name="connsiteX2" fmla="*/ 6605 w 6343"/>
                  <a:gd name="connsiteY2" fmla="*/ 3271 h 6345"/>
                  <a:gd name="connsiteX3" fmla="*/ 5676 w 6343"/>
                  <a:gd name="connsiteY3" fmla="*/ 1027 h 6345"/>
                  <a:gd name="connsiteX4" fmla="*/ 3433 w 6343"/>
                  <a:gd name="connsiteY4" fmla="*/ 98 h 6345"/>
                  <a:gd name="connsiteX5" fmla="*/ 1191 w 6343"/>
                  <a:gd name="connsiteY5" fmla="*/ 1027 h 6345"/>
                  <a:gd name="connsiteX6" fmla="*/ 262 w 6343"/>
                  <a:gd name="connsiteY6" fmla="*/ 3271 h 6345"/>
                  <a:gd name="connsiteX7" fmla="*/ 1191 w 6343"/>
                  <a:gd name="connsiteY7" fmla="*/ 5514 h 6345"/>
                  <a:gd name="connsiteX8" fmla="*/ 3433 w 6343"/>
                  <a:gd name="connsiteY8" fmla="*/ 64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443"/>
                    </a:moveTo>
                    <a:cubicBezTo>
                      <a:pt x="4275" y="6443"/>
                      <a:pt x="5081" y="6109"/>
                      <a:pt x="5676" y="5514"/>
                    </a:cubicBezTo>
                    <a:cubicBezTo>
                      <a:pt x="6271" y="4919"/>
                      <a:pt x="6605" y="4112"/>
                      <a:pt x="6605" y="3271"/>
                    </a:cubicBezTo>
                    <a:cubicBezTo>
                      <a:pt x="6605" y="2429"/>
                      <a:pt x="6271" y="1622"/>
                      <a:pt x="5676" y="1027"/>
                    </a:cubicBezTo>
                    <a:cubicBezTo>
                      <a:pt x="5081" y="432"/>
                      <a:pt x="4275" y="98"/>
                      <a:pt x="3433" y="98"/>
                    </a:cubicBezTo>
                    <a:cubicBezTo>
                      <a:pt x="2592" y="98"/>
                      <a:pt x="1786" y="432"/>
                      <a:pt x="1191" y="1027"/>
                    </a:cubicBezTo>
                    <a:cubicBezTo>
                      <a:pt x="596" y="1622"/>
                      <a:pt x="262" y="2429"/>
                      <a:pt x="262" y="3271"/>
                    </a:cubicBezTo>
                    <a:cubicBezTo>
                      <a:pt x="262" y="4112"/>
                      <a:pt x="596" y="4919"/>
                      <a:pt x="1191" y="5514"/>
                    </a:cubicBezTo>
                    <a:cubicBezTo>
                      <a:pt x="1786" y="6109"/>
                      <a:pt x="2592" y="6443"/>
                      <a:pt x="3433" y="64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9" name="Freeform: Shape 1068">
                <a:extLst>
                  <a:ext uri="{FF2B5EF4-FFF2-40B4-BE49-F238E27FC236}">
                    <a16:creationId xmlns:a16="http://schemas.microsoft.com/office/drawing/2014/main" id="{6B7851F7-59D2-6730-F4D7-5C1E1EC70237}"/>
                  </a:ext>
                </a:extLst>
              </p:cNvPr>
              <p:cNvSpPr/>
              <p:nvPr/>
            </p:nvSpPr>
            <p:spPr>
              <a:xfrm>
                <a:off x="4182297" y="4717034"/>
                <a:ext cx="6343" cy="6345"/>
              </a:xfrm>
              <a:custGeom>
                <a:avLst/>
                <a:gdLst>
                  <a:gd name="connsiteX0" fmla="*/ 3434 w 6343"/>
                  <a:gd name="connsiteY0" fmla="*/ 6443 h 6345"/>
                  <a:gd name="connsiteX1" fmla="*/ 5677 w 6343"/>
                  <a:gd name="connsiteY1" fmla="*/ 5514 h 6345"/>
                  <a:gd name="connsiteX2" fmla="*/ 6606 w 6343"/>
                  <a:gd name="connsiteY2" fmla="*/ 3270 h 6345"/>
                  <a:gd name="connsiteX3" fmla="*/ 5677 w 6343"/>
                  <a:gd name="connsiteY3" fmla="*/ 1027 h 6345"/>
                  <a:gd name="connsiteX4" fmla="*/ 3434 w 6343"/>
                  <a:gd name="connsiteY4" fmla="*/ 98 h 6345"/>
                  <a:gd name="connsiteX5" fmla="*/ 1191 w 6343"/>
                  <a:gd name="connsiteY5" fmla="*/ 1027 h 6345"/>
                  <a:gd name="connsiteX6" fmla="*/ 262 w 6343"/>
                  <a:gd name="connsiteY6" fmla="*/ 3270 h 6345"/>
                  <a:gd name="connsiteX7" fmla="*/ 1191 w 6343"/>
                  <a:gd name="connsiteY7" fmla="*/ 5514 h 6345"/>
                  <a:gd name="connsiteX8" fmla="*/ 3434 w 6343"/>
                  <a:gd name="connsiteY8" fmla="*/ 64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443"/>
                    </a:moveTo>
                    <a:cubicBezTo>
                      <a:pt x="4275" y="6443"/>
                      <a:pt x="5082" y="6109"/>
                      <a:pt x="5677" y="5514"/>
                    </a:cubicBezTo>
                    <a:cubicBezTo>
                      <a:pt x="6271" y="4919"/>
                      <a:pt x="6606" y="4112"/>
                      <a:pt x="6606" y="3270"/>
                    </a:cubicBezTo>
                    <a:cubicBezTo>
                      <a:pt x="6606" y="2429"/>
                      <a:pt x="6271" y="1622"/>
                      <a:pt x="5677" y="1027"/>
                    </a:cubicBezTo>
                    <a:cubicBezTo>
                      <a:pt x="5082" y="432"/>
                      <a:pt x="4275" y="98"/>
                      <a:pt x="3434" y="98"/>
                    </a:cubicBezTo>
                    <a:cubicBezTo>
                      <a:pt x="2593" y="98"/>
                      <a:pt x="1786" y="432"/>
                      <a:pt x="1191" y="1027"/>
                    </a:cubicBezTo>
                    <a:cubicBezTo>
                      <a:pt x="597" y="1622"/>
                      <a:pt x="262" y="2429"/>
                      <a:pt x="262" y="3270"/>
                    </a:cubicBezTo>
                    <a:cubicBezTo>
                      <a:pt x="262" y="4112"/>
                      <a:pt x="597" y="4919"/>
                      <a:pt x="1191" y="5514"/>
                    </a:cubicBezTo>
                    <a:cubicBezTo>
                      <a:pt x="1786" y="6109"/>
                      <a:pt x="2593" y="6443"/>
                      <a:pt x="3434" y="64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0" name="Freeform: Shape 1069">
                <a:extLst>
                  <a:ext uri="{FF2B5EF4-FFF2-40B4-BE49-F238E27FC236}">
                    <a16:creationId xmlns:a16="http://schemas.microsoft.com/office/drawing/2014/main" id="{7A387135-68CD-6DDA-C3B8-E7EC5C260370}"/>
                  </a:ext>
                </a:extLst>
              </p:cNvPr>
              <p:cNvSpPr/>
              <p:nvPr/>
            </p:nvSpPr>
            <p:spPr>
              <a:xfrm>
                <a:off x="4188891" y="4717814"/>
                <a:ext cx="6343" cy="6345"/>
              </a:xfrm>
              <a:custGeom>
                <a:avLst/>
                <a:gdLst>
                  <a:gd name="connsiteX0" fmla="*/ 3435 w 6343"/>
                  <a:gd name="connsiteY0" fmla="*/ 6443 h 6345"/>
                  <a:gd name="connsiteX1" fmla="*/ 5677 w 6343"/>
                  <a:gd name="connsiteY1" fmla="*/ 5514 h 6345"/>
                  <a:gd name="connsiteX2" fmla="*/ 6606 w 6343"/>
                  <a:gd name="connsiteY2" fmla="*/ 3270 h 6345"/>
                  <a:gd name="connsiteX3" fmla="*/ 5677 w 6343"/>
                  <a:gd name="connsiteY3" fmla="*/ 1027 h 6345"/>
                  <a:gd name="connsiteX4" fmla="*/ 3435 w 6343"/>
                  <a:gd name="connsiteY4" fmla="*/ 98 h 6345"/>
                  <a:gd name="connsiteX5" fmla="*/ 1192 w 6343"/>
                  <a:gd name="connsiteY5" fmla="*/ 1027 h 6345"/>
                  <a:gd name="connsiteX6" fmla="*/ 263 w 6343"/>
                  <a:gd name="connsiteY6" fmla="*/ 3270 h 6345"/>
                  <a:gd name="connsiteX7" fmla="*/ 1192 w 6343"/>
                  <a:gd name="connsiteY7" fmla="*/ 5514 h 6345"/>
                  <a:gd name="connsiteX8" fmla="*/ 3435 w 6343"/>
                  <a:gd name="connsiteY8" fmla="*/ 64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443"/>
                    </a:moveTo>
                    <a:cubicBezTo>
                      <a:pt x="4276" y="6443"/>
                      <a:pt x="5082" y="6109"/>
                      <a:pt x="5677" y="5514"/>
                    </a:cubicBezTo>
                    <a:cubicBezTo>
                      <a:pt x="6272" y="4919"/>
                      <a:pt x="6606" y="4112"/>
                      <a:pt x="6606" y="3270"/>
                    </a:cubicBezTo>
                    <a:cubicBezTo>
                      <a:pt x="6606" y="2429"/>
                      <a:pt x="6272" y="1622"/>
                      <a:pt x="5677" y="1027"/>
                    </a:cubicBezTo>
                    <a:cubicBezTo>
                      <a:pt x="5082" y="432"/>
                      <a:pt x="4276" y="98"/>
                      <a:pt x="3435" y="98"/>
                    </a:cubicBezTo>
                    <a:cubicBezTo>
                      <a:pt x="2593" y="98"/>
                      <a:pt x="1787" y="432"/>
                      <a:pt x="1192" y="1027"/>
                    </a:cubicBezTo>
                    <a:cubicBezTo>
                      <a:pt x="597" y="1622"/>
                      <a:pt x="263" y="2429"/>
                      <a:pt x="263" y="3270"/>
                    </a:cubicBezTo>
                    <a:cubicBezTo>
                      <a:pt x="263" y="4112"/>
                      <a:pt x="597" y="4919"/>
                      <a:pt x="1192" y="5514"/>
                    </a:cubicBezTo>
                    <a:cubicBezTo>
                      <a:pt x="1787" y="6109"/>
                      <a:pt x="2593" y="6443"/>
                      <a:pt x="3435" y="64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1" name="Freeform: Shape 1070">
                <a:extLst>
                  <a:ext uri="{FF2B5EF4-FFF2-40B4-BE49-F238E27FC236}">
                    <a16:creationId xmlns:a16="http://schemas.microsoft.com/office/drawing/2014/main" id="{4399B607-A2FD-356E-2DDB-F979474E33A3}"/>
                  </a:ext>
                </a:extLst>
              </p:cNvPr>
              <p:cNvSpPr/>
              <p:nvPr/>
            </p:nvSpPr>
            <p:spPr>
              <a:xfrm>
                <a:off x="4179489" y="4769093"/>
                <a:ext cx="6343" cy="6345"/>
              </a:xfrm>
              <a:custGeom>
                <a:avLst/>
                <a:gdLst>
                  <a:gd name="connsiteX0" fmla="*/ 3434 w 6343"/>
                  <a:gd name="connsiteY0" fmla="*/ 6447 h 6345"/>
                  <a:gd name="connsiteX1" fmla="*/ 5676 w 6343"/>
                  <a:gd name="connsiteY1" fmla="*/ 5518 h 6345"/>
                  <a:gd name="connsiteX2" fmla="*/ 6605 w 6343"/>
                  <a:gd name="connsiteY2" fmla="*/ 3274 h 6345"/>
                  <a:gd name="connsiteX3" fmla="*/ 5676 w 6343"/>
                  <a:gd name="connsiteY3" fmla="*/ 1031 h 6345"/>
                  <a:gd name="connsiteX4" fmla="*/ 3434 w 6343"/>
                  <a:gd name="connsiteY4" fmla="*/ 102 h 6345"/>
                  <a:gd name="connsiteX5" fmla="*/ 1191 w 6343"/>
                  <a:gd name="connsiteY5" fmla="*/ 1031 h 6345"/>
                  <a:gd name="connsiteX6" fmla="*/ 262 w 6343"/>
                  <a:gd name="connsiteY6" fmla="*/ 3274 h 6345"/>
                  <a:gd name="connsiteX7" fmla="*/ 1191 w 6343"/>
                  <a:gd name="connsiteY7" fmla="*/ 5518 h 6345"/>
                  <a:gd name="connsiteX8" fmla="*/ 3434 w 6343"/>
                  <a:gd name="connsiteY8" fmla="*/ 64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447"/>
                    </a:moveTo>
                    <a:cubicBezTo>
                      <a:pt x="4275" y="6447"/>
                      <a:pt x="5082" y="6113"/>
                      <a:pt x="5676" y="5518"/>
                    </a:cubicBezTo>
                    <a:cubicBezTo>
                      <a:pt x="6271" y="4923"/>
                      <a:pt x="6605" y="4116"/>
                      <a:pt x="6605" y="3274"/>
                    </a:cubicBezTo>
                    <a:cubicBezTo>
                      <a:pt x="6605" y="2433"/>
                      <a:pt x="6271" y="1626"/>
                      <a:pt x="5676" y="1031"/>
                    </a:cubicBezTo>
                    <a:cubicBezTo>
                      <a:pt x="5082" y="436"/>
                      <a:pt x="4275" y="102"/>
                      <a:pt x="3434" y="102"/>
                    </a:cubicBezTo>
                    <a:cubicBezTo>
                      <a:pt x="2593" y="102"/>
                      <a:pt x="1786" y="436"/>
                      <a:pt x="1191" y="1031"/>
                    </a:cubicBezTo>
                    <a:cubicBezTo>
                      <a:pt x="596" y="1626"/>
                      <a:pt x="262" y="2433"/>
                      <a:pt x="262" y="3274"/>
                    </a:cubicBezTo>
                    <a:cubicBezTo>
                      <a:pt x="262" y="4116"/>
                      <a:pt x="596" y="4923"/>
                      <a:pt x="1191" y="5518"/>
                    </a:cubicBezTo>
                    <a:cubicBezTo>
                      <a:pt x="1786" y="6113"/>
                      <a:pt x="2593" y="6447"/>
                      <a:pt x="3434" y="64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2" name="Freeform: Shape 1071">
                <a:extLst>
                  <a:ext uri="{FF2B5EF4-FFF2-40B4-BE49-F238E27FC236}">
                    <a16:creationId xmlns:a16="http://schemas.microsoft.com/office/drawing/2014/main" id="{A2499C33-1AC4-44F9-1B1E-F10533AC314A}"/>
                  </a:ext>
                </a:extLst>
              </p:cNvPr>
              <p:cNvSpPr/>
              <p:nvPr/>
            </p:nvSpPr>
            <p:spPr>
              <a:xfrm>
                <a:off x="4201749" y="4720544"/>
                <a:ext cx="6343" cy="6345"/>
              </a:xfrm>
              <a:custGeom>
                <a:avLst/>
                <a:gdLst>
                  <a:gd name="connsiteX0" fmla="*/ 3436 w 6343"/>
                  <a:gd name="connsiteY0" fmla="*/ 6443 h 6345"/>
                  <a:gd name="connsiteX1" fmla="*/ 5678 w 6343"/>
                  <a:gd name="connsiteY1" fmla="*/ 5514 h 6345"/>
                  <a:gd name="connsiteX2" fmla="*/ 6607 w 6343"/>
                  <a:gd name="connsiteY2" fmla="*/ 3270 h 6345"/>
                  <a:gd name="connsiteX3" fmla="*/ 5678 w 6343"/>
                  <a:gd name="connsiteY3" fmla="*/ 1027 h 6345"/>
                  <a:gd name="connsiteX4" fmla="*/ 3436 w 6343"/>
                  <a:gd name="connsiteY4" fmla="*/ 98 h 6345"/>
                  <a:gd name="connsiteX5" fmla="*/ 1193 w 6343"/>
                  <a:gd name="connsiteY5" fmla="*/ 1027 h 6345"/>
                  <a:gd name="connsiteX6" fmla="*/ 264 w 6343"/>
                  <a:gd name="connsiteY6" fmla="*/ 3270 h 6345"/>
                  <a:gd name="connsiteX7" fmla="*/ 1193 w 6343"/>
                  <a:gd name="connsiteY7" fmla="*/ 5514 h 6345"/>
                  <a:gd name="connsiteX8" fmla="*/ 3436 w 6343"/>
                  <a:gd name="connsiteY8" fmla="*/ 64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443"/>
                    </a:moveTo>
                    <a:cubicBezTo>
                      <a:pt x="4277" y="6443"/>
                      <a:pt x="5083" y="6109"/>
                      <a:pt x="5678" y="5514"/>
                    </a:cubicBezTo>
                    <a:cubicBezTo>
                      <a:pt x="6273" y="4919"/>
                      <a:pt x="6607" y="4112"/>
                      <a:pt x="6607" y="3270"/>
                    </a:cubicBezTo>
                    <a:cubicBezTo>
                      <a:pt x="6607" y="2429"/>
                      <a:pt x="6273" y="1622"/>
                      <a:pt x="5678" y="1027"/>
                    </a:cubicBezTo>
                    <a:cubicBezTo>
                      <a:pt x="5083" y="432"/>
                      <a:pt x="4277" y="98"/>
                      <a:pt x="3436" y="98"/>
                    </a:cubicBezTo>
                    <a:cubicBezTo>
                      <a:pt x="2594" y="98"/>
                      <a:pt x="1788" y="432"/>
                      <a:pt x="1193" y="1027"/>
                    </a:cubicBezTo>
                    <a:cubicBezTo>
                      <a:pt x="598" y="1622"/>
                      <a:pt x="264" y="2429"/>
                      <a:pt x="264" y="3270"/>
                    </a:cubicBezTo>
                    <a:cubicBezTo>
                      <a:pt x="264" y="4112"/>
                      <a:pt x="598" y="4919"/>
                      <a:pt x="1193" y="5514"/>
                    </a:cubicBezTo>
                    <a:cubicBezTo>
                      <a:pt x="1788" y="6109"/>
                      <a:pt x="2594" y="6443"/>
                      <a:pt x="3436" y="64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3" name="Freeform: Shape 1072">
                <a:extLst>
                  <a:ext uri="{FF2B5EF4-FFF2-40B4-BE49-F238E27FC236}">
                    <a16:creationId xmlns:a16="http://schemas.microsoft.com/office/drawing/2014/main" id="{466D2E08-05BD-CD1C-6BD9-1EF34703B763}"/>
                  </a:ext>
                </a:extLst>
              </p:cNvPr>
              <p:cNvSpPr/>
              <p:nvPr/>
            </p:nvSpPr>
            <p:spPr>
              <a:xfrm>
                <a:off x="4252451" y="4588050"/>
                <a:ext cx="6343" cy="6345"/>
              </a:xfrm>
              <a:custGeom>
                <a:avLst/>
                <a:gdLst>
                  <a:gd name="connsiteX0" fmla="*/ 3440 w 6343"/>
                  <a:gd name="connsiteY0" fmla="*/ 6433 h 6345"/>
                  <a:gd name="connsiteX1" fmla="*/ 5682 w 6343"/>
                  <a:gd name="connsiteY1" fmla="*/ 5504 h 6345"/>
                  <a:gd name="connsiteX2" fmla="*/ 6611 w 6343"/>
                  <a:gd name="connsiteY2" fmla="*/ 3260 h 6345"/>
                  <a:gd name="connsiteX3" fmla="*/ 5682 w 6343"/>
                  <a:gd name="connsiteY3" fmla="*/ 1017 h 6345"/>
                  <a:gd name="connsiteX4" fmla="*/ 3440 w 6343"/>
                  <a:gd name="connsiteY4" fmla="*/ 87 h 6345"/>
                  <a:gd name="connsiteX5" fmla="*/ 1197 w 6343"/>
                  <a:gd name="connsiteY5" fmla="*/ 1017 h 6345"/>
                  <a:gd name="connsiteX6" fmla="*/ 268 w 6343"/>
                  <a:gd name="connsiteY6" fmla="*/ 3260 h 6345"/>
                  <a:gd name="connsiteX7" fmla="*/ 1197 w 6343"/>
                  <a:gd name="connsiteY7" fmla="*/ 5504 h 6345"/>
                  <a:gd name="connsiteX8" fmla="*/ 3440 w 6343"/>
                  <a:gd name="connsiteY8" fmla="*/ 64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433"/>
                    </a:moveTo>
                    <a:cubicBezTo>
                      <a:pt x="4281" y="6433"/>
                      <a:pt x="5087" y="6098"/>
                      <a:pt x="5682" y="5504"/>
                    </a:cubicBezTo>
                    <a:cubicBezTo>
                      <a:pt x="6277" y="4909"/>
                      <a:pt x="6611" y="4101"/>
                      <a:pt x="6611" y="3260"/>
                    </a:cubicBezTo>
                    <a:cubicBezTo>
                      <a:pt x="6611" y="2419"/>
                      <a:pt x="6277" y="1612"/>
                      <a:pt x="5682" y="1017"/>
                    </a:cubicBezTo>
                    <a:cubicBezTo>
                      <a:pt x="5087" y="422"/>
                      <a:pt x="4281" y="87"/>
                      <a:pt x="3440" y="87"/>
                    </a:cubicBezTo>
                    <a:cubicBezTo>
                      <a:pt x="2598" y="87"/>
                      <a:pt x="1792" y="422"/>
                      <a:pt x="1197" y="1017"/>
                    </a:cubicBezTo>
                    <a:cubicBezTo>
                      <a:pt x="602" y="1612"/>
                      <a:pt x="268" y="2419"/>
                      <a:pt x="268" y="3260"/>
                    </a:cubicBezTo>
                    <a:cubicBezTo>
                      <a:pt x="268" y="4101"/>
                      <a:pt x="602" y="4909"/>
                      <a:pt x="1197" y="5504"/>
                    </a:cubicBezTo>
                    <a:cubicBezTo>
                      <a:pt x="1792" y="6098"/>
                      <a:pt x="2598" y="6433"/>
                      <a:pt x="3440" y="64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4" name="Freeform: Shape 1073">
                <a:extLst>
                  <a:ext uri="{FF2B5EF4-FFF2-40B4-BE49-F238E27FC236}">
                    <a16:creationId xmlns:a16="http://schemas.microsoft.com/office/drawing/2014/main" id="{4E8E01D8-E4A2-D40A-8EE8-55345582579A}"/>
                  </a:ext>
                </a:extLst>
              </p:cNvPr>
              <p:cNvSpPr/>
              <p:nvPr/>
            </p:nvSpPr>
            <p:spPr>
              <a:xfrm>
                <a:off x="4200633" y="4764786"/>
                <a:ext cx="6343" cy="6345"/>
              </a:xfrm>
              <a:custGeom>
                <a:avLst/>
                <a:gdLst>
                  <a:gd name="connsiteX0" fmla="*/ 3436 w 6343"/>
                  <a:gd name="connsiteY0" fmla="*/ 6447 h 6345"/>
                  <a:gd name="connsiteX1" fmla="*/ 5678 w 6343"/>
                  <a:gd name="connsiteY1" fmla="*/ 5517 h 6345"/>
                  <a:gd name="connsiteX2" fmla="*/ 6607 w 6343"/>
                  <a:gd name="connsiteY2" fmla="*/ 3274 h 6345"/>
                  <a:gd name="connsiteX3" fmla="*/ 5678 w 6343"/>
                  <a:gd name="connsiteY3" fmla="*/ 1031 h 6345"/>
                  <a:gd name="connsiteX4" fmla="*/ 3436 w 6343"/>
                  <a:gd name="connsiteY4" fmla="*/ 101 h 6345"/>
                  <a:gd name="connsiteX5" fmla="*/ 1193 w 6343"/>
                  <a:gd name="connsiteY5" fmla="*/ 1031 h 6345"/>
                  <a:gd name="connsiteX6" fmla="*/ 264 w 6343"/>
                  <a:gd name="connsiteY6" fmla="*/ 3274 h 6345"/>
                  <a:gd name="connsiteX7" fmla="*/ 1193 w 6343"/>
                  <a:gd name="connsiteY7" fmla="*/ 5517 h 6345"/>
                  <a:gd name="connsiteX8" fmla="*/ 3436 w 6343"/>
                  <a:gd name="connsiteY8" fmla="*/ 64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447"/>
                    </a:moveTo>
                    <a:cubicBezTo>
                      <a:pt x="4277" y="6447"/>
                      <a:pt x="5083" y="6112"/>
                      <a:pt x="5678" y="5517"/>
                    </a:cubicBezTo>
                    <a:cubicBezTo>
                      <a:pt x="6273" y="4922"/>
                      <a:pt x="6607" y="4115"/>
                      <a:pt x="6607" y="3274"/>
                    </a:cubicBezTo>
                    <a:cubicBezTo>
                      <a:pt x="6607" y="2433"/>
                      <a:pt x="6273" y="1626"/>
                      <a:pt x="5678" y="1031"/>
                    </a:cubicBezTo>
                    <a:cubicBezTo>
                      <a:pt x="5083" y="436"/>
                      <a:pt x="4277" y="101"/>
                      <a:pt x="3436" y="101"/>
                    </a:cubicBezTo>
                    <a:cubicBezTo>
                      <a:pt x="2594" y="101"/>
                      <a:pt x="1788" y="436"/>
                      <a:pt x="1193" y="1031"/>
                    </a:cubicBezTo>
                    <a:cubicBezTo>
                      <a:pt x="598" y="1626"/>
                      <a:pt x="264" y="2433"/>
                      <a:pt x="264" y="3274"/>
                    </a:cubicBezTo>
                    <a:cubicBezTo>
                      <a:pt x="264" y="4115"/>
                      <a:pt x="598" y="4922"/>
                      <a:pt x="1193" y="5517"/>
                    </a:cubicBezTo>
                    <a:cubicBezTo>
                      <a:pt x="1788" y="6112"/>
                      <a:pt x="2594" y="6447"/>
                      <a:pt x="3436" y="64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5" name="Freeform: Shape 1074">
                <a:extLst>
                  <a:ext uri="{FF2B5EF4-FFF2-40B4-BE49-F238E27FC236}">
                    <a16:creationId xmlns:a16="http://schemas.microsoft.com/office/drawing/2014/main" id="{006DA043-493F-C242-F584-1357741F60F3}"/>
                  </a:ext>
                </a:extLst>
              </p:cNvPr>
              <p:cNvSpPr/>
              <p:nvPr/>
            </p:nvSpPr>
            <p:spPr>
              <a:xfrm>
                <a:off x="4209110" y="4759473"/>
                <a:ext cx="6343" cy="6345"/>
              </a:xfrm>
              <a:custGeom>
                <a:avLst/>
                <a:gdLst>
                  <a:gd name="connsiteX0" fmla="*/ 3436 w 6343"/>
                  <a:gd name="connsiteY0" fmla="*/ 6446 h 6345"/>
                  <a:gd name="connsiteX1" fmla="*/ 5679 w 6343"/>
                  <a:gd name="connsiteY1" fmla="*/ 5517 h 6345"/>
                  <a:gd name="connsiteX2" fmla="*/ 6608 w 6343"/>
                  <a:gd name="connsiteY2" fmla="*/ 3274 h 6345"/>
                  <a:gd name="connsiteX3" fmla="*/ 5679 w 6343"/>
                  <a:gd name="connsiteY3" fmla="*/ 1030 h 6345"/>
                  <a:gd name="connsiteX4" fmla="*/ 3436 w 6343"/>
                  <a:gd name="connsiteY4" fmla="*/ 101 h 6345"/>
                  <a:gd name="connsiteX5" fmla="*/ 1194 w 6343"/>
                  <a:gd name="connsiteY5" fmla="*/ 1030 h 6345"/>
                  <a:gd name="connsiteX6" fmla="*/ 265 w 6343"/>
                  <a:gd name="connsiteY6" fmla="*/ 3274 h 6345"/>
                  <a:gd name="connsiteX7" fmla="*/ 1194 w 6343"/>
                  <a:gd name="connsiteY7" fmla="*/ 5517 h 6345"/>
                  <a:gd name="connsiteX8" fmla="*/ 3436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446"/>
                    </a:moveTo>
                    <a:cubicBezTo>
                      <a:pt x="4277" y="6446"/>
                      <a:pt x="5084" y="6112"/>
                      <a:pt x="5679" y="5517"/>
                    </a:cubicBezTo>
                    <a:cubicBezTo>
                      <a:pt x="6274" y="4922"/>
                      <a:pt x="6608" y="4115"/>
                      <a:pt x="6608" y="3274"/>
                    </a:cubicBezTo>
                    <a:cubicBezTo>
                      <a:pt x="6608" y="2432"/>
                      <a:pt x="6274" y="1625"/>
                      <a:pt x="5679" y="1030"/>
                    </a:cubicBezTo>
                    <a:cubicBezTo>
                      <a:pt x="5084" y="435"/>
                      <a:pt x="4277" y="101"/>
                      <a:pt x="3436" y="101"/>
                    </a:cubicBezTo>
                    <a:cubicBezTo>
                      <a:pt x="2595" y="101"/>
                      <a:pt x="1788" y="435"/>
                      <a:pt x="1194" y="1030"/>
                    </a:cubicBezTo>
                    <a:cubicBezTo>
                      <a:pt x="599" y="1625"/>
                      <a:pt x="265" y="2432"/>
                      <a:pt x="265" y="3274"/>
                    </a:cubicBezTo>
                    <a:cubicBezTo>
                      <a:pt x="265" y="4115"/>
                      <a:pt x="599" y="4922"/>
                      <a:pt x="1194" y="5517"/>
                    </a:cubicBezTo>
                    <a:cubicBezTo>
                      <a:pt x="1788" y="6112"/>
                      <a:pt x="2595" y="6446"/>
                      <a:pt x="3436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6" name="Freeform: Shape 1075">
                <a:extLst>
                  <a:ext uri="{FF2B5EF4-FFF2-40B4-BE49-F238E27FC236}">
                    <a16:creationId xmlns:a16="http://schemas.microsoft.com/office/drawing/2014/main" id="{DEEDA7CB-67C7-1F7A-5217-608B239E4325}"/>
                  </a:ext>
                </a:extLst>
              </p:cNvPr>
              <p:cNvSpPr/>
              <p:nvPr/>
            </p:nvSpPr>
            <p:spPr>
              <a:xfrm>
                <a:off x="4215785" y="4759576"/>
                <a:ext cx="6343" cy="6345"/>
              </a:xfrm>
              <a:custGeom>
                <a:avLst/>
                <a:gdLst>
                  <a:gd name="connsiteX0" fmla="*/ 3437 w 6343"/>
                  <a:gd name="connsiteY0" fmla="*/ 6446 h 6345"/>
                  <a:gd name="connsiteX1" fmla="*/ 5679 w 6343"/>
                  <a:gd name="connsiteY1" fmla="*/ 5517 h 6345"/>
                  <a:gd name="connsiteX2" fmla="*/ 6608 w 6343"/>
                  <a:gd name="connsiteY2" fmla="*/ 3274 h 6345"/>
                  <a:gd name="connsiteX3" fmla="*/ 5679 w 6343"/>
                  <a:gd name="connsiteY3" fmla="*/ 1030 h 6345"/>
                  <a:gd name="connsiteX4" fmla="*/ 3437 w 6343"/>
                  <a:gd name="connsiteY4" fmla="*/ 101 h 6345"/>
                  <a:gd name="connsiteX5" fmla="*/ 1194 w 6343"/>
                  <a:gd name="connsiteY5" fmla="*/ 1030 h 6345"/>
                  <a:gd name="connsiteX6" fmla="*/ 265 w 6343"/>
                  <a:gd name="connsiteY6" fmla="*/ 3274 h 6345"/>
                  <a:gd name="connsiteX7" fmla="*/ 1194 w 6343"/>
                  <a:gd name="connsiteY7" fmla="*/ 5517 h 6345"/>
                  <a:gd name="connsiteX8" fmla="*/ 3437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446"/>
                    </a:moveTo>
                    <a:cubicBezTo>
                      <a:pt x="4278" y="6446"/>
                      <a:pt x="5085" y="6112"/>
                      <a:pt x="5679" y="5517"/>
                    </a:cubicBezTo>
                    <a:cubicBezTo>
                      <a:pt x="6274" y="4922"/>
                      <a:pt x="6608" y="4115"/>
                      <a:pt x="6608" y="3274"/>
                    </a:cubicBezTo>
                    <a:cubicBezTo>
                      <a:pt x="6608" y="2432"/>
                      <a:pt x="6274" y="1625"/>
                      <a:pt x="5679" y="1030"/>
                    </a:cubicBezTo>
                    <a:cubicBezTo>
                      <a:pt x="5085" y="435"/>
                      <a:pt x="4278" y="101"/>
                      <a:pt x="3437" y="101"/>
                    </a:cubicBezTo>
                    <a:cubicBezTo>
                      <a:pt x="2596" y="101"/>
                      <a:pt x="1789" y="435"/>
                      <a:pt x="1194" y="1030"/>
                    </a:cubicBezTo>
                    <a:cubicBezTo>
                      <a:pt x="599" y="1625"/>
                      <a:pt x="265" y="2432"/>
                      <a:pt x="265" y="3274"/>
                    </a:cubicBezTo>
                    <a:cubicBezTo>
                      <a:pt x="265" y="4115"/>
                      <a:pt x="599" y="4922"/>
                      <a:pt x="1194" y="5517"/>
                    </a:cubicBezTo>
                    <a:cubicBezTo>
                      <a:pt x="1789" y="6112"/>
                      <a:pt x="2596" y="6446"/>
                      <a:pt x="3437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7" name="Freeform: Shape 1076">
                <a:extLst>
                  <a:ext uri="{FF2B5EF4-FFF2-40B4-BE49-F238E27FC236}">
                    <a16:creationId xmlns:a16="http://schemas.microsoft.com/office/drawing/2014/main" id="{76ACD170-176A-0787-A998-2B41AAD78030}"/>
                  </a:ext>
                </a:extLst>
              </p:cNvPr>
              <p:cNvSpPr/>
              <p:nvPr/>
            </p:nvSpPr>
            <p:spPr>
              <a:xfrm>
                <a:off x="4194010" y="4839206"/>
                <a:ext cx="6343" cy="6345"/>
              </a:xfrm>
              <a:custGeom>
                <a:avLst/>
                <a:gdLst>
                  <a:gd name="connsiteX0" fmla="*/ 3435 w 6343"/>
                  <a:gd name="connsiteY0" fmla="*/ 6453 h 6345"/>
                  <a:gd name="connsiteX1" fmla="*/ 5678 w 6343"/>
                  <a:gd name="connsiteY1" fmla="*/ 5523 h 6345"/>
                  <a:gd name="connsiteX2" fmla="*/ 6607 w 6343"/>
                  <a:gd name="connsiteY2" fmla="*/ 3280 h 6345"/>
                  <a:gd name="connsiteX3" fmla="*/ 5678 w 6343"/>
                  <a:gd name="connsiteY3" fmla="*/ 1036 h 6345"/>
                  <a:gd name="connsiteX4" fmla="*/ 3435 w 6343"/>
                  <a:gd name="connsiteY4" fmla="*/ 107 h 6345"/>
                  <a:gd name="connsiteX5" fmla="*/ 1192 w 6343"/>
                  <a:gd name="connsiteY5" fmla="*/ 1036 h 6345"/>
                  <a:gd name="connsiteX6" fmla="*/ 263 w 6343"/>
                  <a:gd name="connsiteY6" fmla="*/ 3280 h 6345"/>
                  <a:gd name="connsiteX7" fmla="*/ 1192 w 6343"/>
                  <a:gd name="connsiteY7" fmla="*/ 5523 h 6345"/>
                  <a:gd name="connsiteX8" fmla="*/ 3435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453"/>
                    </a:moveTo>
                    <a:cubicBezTo>
                      <a:pt x="4276" y="6453"/>
                      <a:pt x="5083" y="6118"/>
                      <a:pt x="5678" y="5523"/>
                    </a:cubicBezTo>
                    <a:cubicBezTo>
                      <a:pt x="6272" y="4928"/>
                      <a:pt x="6607" y="4121"/>
                      <a:pt x="6607" y="3280"/>
                    </a:cubicBezTo>
                    <a:cubicBezTo>
                      <a:pt x="6607" y="2438"/>
                      <a:pt x="6272" y="1631"/>
                      <a:pt x="5678" y="1036"/>
                    </a:cubicBezTo>
                    <a:cubicBezTo>
                      <a:pt x="5083" y="441"/>
                      <a:pt x="4276" y="107"/>
                      <a:pt x="3435" y="107"/>
                    </a:cubicBezTo>
                    <a:cubicBezTo>
                      <a:pt x="2594" y="107"/>
                      <a:pt x="1787" y="441"/>
                      <a:pt x="1192" y="1036"/>
                    </a:cubicBezTo>
                    <a:cubicBezTo>
                      <a:pt x="598" y="1631"/>
                      <a:pt x="263" y="2438"/>
                      <a:pt x="263" y="3280"/>
                    </a:cubicBezTo>
                    <a:cubicBezTo>
                      <a:pt x="263" y="4121"/>
                      <a:pt x="598" y="4928"/>
                      <a:pt x="1192" y="5523"/>
                    </a:cubicBezTo>
                    <a:cubicBezTo>
                      <a:pt x="1787" y="6118"/>
                      <a:pt x="2594" y="6453"/>
                      <a:pt x="3435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8" name="Freeform: Shape 1077">
                <a:extLst>
                  <a:ext uri="{FF2B5EF4-FFF2-40B4-BE49-F238E27FC236}">
                    <a16:creationId xmlns:a16="http://schemas.microsoft.com/office/drawing/2014/main" id="{D6447A77-324B-91AA-CDD0-9F2D3E4597E7}"/>
                  </a:ext>
                </a:extLst>
              </p:cNvPr>
              <p:cNvSpPr/>
              <p:nvPr/>
            </p:nvSpPr>
            <p:spPr>
              <a:xfrm>
                <a:off x="4198734" y="4843296"/>
                <a:ext cx="6343" cy="6345"/>
              </a:xfrm>
              <a:custGeom>
                <a:avLst/>
                <a:gdLst>
                  <a:gd name="connsiteX0" fmla="*/ 3435 w 6343"/>
                  <a:gd name="connsiteY0" fmla="*/ 6453 h 6345"/>
                  <a:gd name="connsiteX1" fmla="*/ 5678 w 6343"/>
                  <a:gd name="connsiteY1" fmla="*/ 5524 h 6345"/>
                  <a:gd name="connsiteX2" fmla="*/ 6607 w 6343"/>
                  <a:gd name="connsiteY2" fmla="*/ 3280 h 6345"/>
                  <a:gd name="connsiteX3" fmla="*/ 5678 w 6343"/>
                  <a:gd name="connsiteY3" fmla="*/ 1037 h 6345"/>
                  <a:gd name="connsiteX4" fmla="*/ 3435 w 6343"/>
                  <a:gd name="connsiteY4" fmla="*/ 107 h 6345"/>
                  <a:gd name="connsiteX5" fmla="*/ 1193 w 6343"/>
                  <a:gd name="connsiteY5" fmla="*/ 1037 h 6345"/>
                  <a:gd name="connsiteX6" fmla="*/ 264 w 6343"/>
                  <a:gd name="connsiteY6" fmla="*/ 3280 h 6345"/>
                  <a:gd name="connsiteX7" fmla="*/ 1193 w 6343"/>
                  <a:gd name="connsiteY7" fmla="*/ 5524 h 6345"/>
                  <a:gd name="connsiteX8" fmla="*/ 3435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453"/>
                    </a:moveTo>
                    <a:cubicBezTo>
                      <a:pt x="4276" y="6453"/>
                      <a:pt x="5083" y="6119"/>
                      <a:pt x="5678" y="5524"/>
                    </a:cubicBezTo>
                    <a:cubicBezTo>
                      <a:pt x="6273" y="4929"/>
                      <a:pt x="6607" y="4122"/>
                      <a:pt x="6607" y="3280"/>
                    </a:cubicBezTo>
                    <a:cubicBezTo>
                      <a:pt x="6607" y="2439"/>
                      <a:pt x="6273" y="1632"/>
                      <a:pt x="5678" y="1037"/>
                    </a:cubicBezTo>
                    <a:cubicBezTo>
                      <a:pt x="5083" y="442"/>
                      <a:pt x="4276" y="107"/>
                      <a:pt x="3435" y="107"/>
                    </a:cubicBezTo>
                    <a:cubicBezTo>
                      <a:pt x="2594" y="107"/>
                      <a:pt x="1787" y="442"/>
                      <a:pt x="1193" y="1037"/>
                    </a:cubicBezTo>
                    <a:cubicBezTo>
                      <a:pt x="598" y="1632"/>
                      <a:pt x="264" y="2439"/>
                      <a:pt x="264" y="3280"/>
                    </a:cubicBezTo>
                    <a:cubicBezTo>
                      <a:pt x="264" y="4122"/>
                      <a:pt x="598" y="4929"/>
                      <a:pt x="1193" y="5524"/>
                    </a:cubicBezTo>
                    <a:cubicBezTo>
                      <a:pt x="1787" y="6119"/>
                      <a:pt x="2594" y="6453"/>
                      <a:pt x="3435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9" name="Freeform: Shape 1078">
                <a:extLst>
                  <a:ext uri="{FF2B5EF4-FFF2-40B4-BE49-F238E27FC236}">
                    <a16:creationId xmlns:a16="http://schemas.microsoft.com/office/drawing/2014/main" id="{A083E73D-8574-3923-9C03-C0889AC4CF88}"/>
                  </a:ext>
                </a:extLst>
              </p:cNvPr>
              <p:cNvSpPr/>
              <p:nvPr/>
            </p:nvSpPr>
            <p:spPr>
              <a:xfrm>
                <a:off x="4230397" y="4774893"/>
                <a:ext cx="6343" cy="6345"/>
              </a:xfrm>
              <a:custGeom>
                <a:avLst/>
                <a:gdLst>
                  <a:gd name="connsiteX0" fmla="*/ 3438 w 6343"/>
                  <a:gd name="connsiteY0" fmla="*/ 6447 h 6345"/>
                  <a:gd name="connsiteX1" fmla="*/ 5680 w 6343"/>
                  <a:gd name="connsiteY1" fmla="*/ 5518 h 6345"/>
                  <a:gd name="connsiteX2" fmla="*/ 6609 w 6343"/>
                  <a:gd name="connsiteY2" fmla="*/ 3275 h 6345"/>
                  <a:gd name="connsiteX3" fmla="*/ 5680 w 6343"/>
                  <a:gd name="connsiteY3" fmla="*/ 1031 h 6345"/>
                  <a:gd name="connsiteX4" fmla="*/ 3438 w 6343"/>
                  <a:gd name="connsiteY4" fmla="*/ 102 h 6345"/>
                  <a:gd name="connsiteX5" fmla="*/ 1195 w 6343"/>
                  <a:gd name="connsiteY5" fmla="*/ 1031 h 6345"/>
                  <a:gd name="connsiteX6" fmla="*/ 266 w 6343"/>
                  <a:gd name="connsiteY6" fmla="*/ 3275 h 6345"/>
                  <a:gd name="connsiteX7" fmla="*/ 1195 w 6343"/>
                  <a:gd name="connsiteY7" fmla="*/ 5518 h 6345"/>
                  <a:gd name="connsiteX8" fmla="*/ 3438 w 6343"/>
                  <a:gd name="connsiteY8" fmla="*/ 64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447"/>
                    </a:moveTo>
                    <a:cubicBezTo>
                      <a:pt x="4279" y="6447"/>
                      <a:pt x="5086" y="6113"/>
                      <a:pt x="5680" y="5518"/>
                    </a:cubicBezTo>
                    <a:cubicBezTo>
                      <a:pt x="6275" y="4923"/>
                      <a:pt x="6609" y="4116"/>
                      <a:pt x="6609" y="3275"/>
                    </a:cubicBezTo>
                    <a:cubicBezTo>
                      <a:pt x="6609" y="2433"/>
                      <a:pt x="6275" y="1626"/>
                      <a:pt x="5680" y="1031"/>
                    </a:cubicBezTo>
                    <a:cubicBezTo>
                      <a:pt x="5086" y="436"/>
                      <a:pt x="4279" y="102"/>
                      <a:pt x="3438" y="102"/>
                    </a:cubicBezTo>
                    <a:cubicBezTo>
                      <a:pt x="2597" y="102"/>
                      <a:pt x="1790" y="436"/>
                      <a:pt x="1195" y="1031"/>
                    </a:cubicBezTo>
                    <a:cubicBezTo>
                      <a:pt x="600" y="1626"/>
                      <a:pt x="266" y="2433"/>
                      <a:pt x="266" y="3275"/>
                    </a:cubicBezTo>
                    <a:cubicBezTo>
                      <a:pt x="266" y="4116"/>
                      <a:pt x="600" y="4923"/>
                      <a:pt x="1195" y="5518"/>
                    </a:cubicBezTo>
                    <a:cubicBezTo>
                      <a:pt x="1790" y="6113"/>
                      <a:pt x="2597" y="6447"/>
                      <a:pt x="3438" y="64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0" name="Freeform: Shape 1079">
                <a:extLst>
                  <a:ext uri="{FF2B5EF4-FFF2-40B4-BE49-F238E27FC236}">
                    <a16:creationId xmlns:a16="http://schemas.microsoft.com/office/drawing/2014/main" id="{E3141E72-3DB1-0B09-6702-0C0B7843EF15}"/>
                  </a:ext>
                </a:extLst>
              </p:cNvPr>
              <p:cNvSpPr/>
              <p:nvPr/>
            </p:nvSpPr>
            <p:spPr>
              <a:xfrm>
                <a:off x="4235236" y="4779866"/>
                <a:ext cx="6343" cy="6345"/>
              </a:xfrm>
              <a:custGeom>
                <a:avLst/>
                <a:gdLst>
                  <a:gd name="connsiteX0" fmla="*/ 3438 w 6343"/>
                  <a:gd name="connsiteY0" fmla="*/ 6448 h 6345"/>
                  <a:gd name="connsiteX1" fmla="*/ 5681 w 6343"/>
                  <a:gd name="connsiteY1" fmla="*/ 5519 h 6345"/>
                  <a:gd name="connsiteX2" fmla="*/ 6610 w 6343"/>
                  <a:gd name="connsiteY2" fmla="*/ 3275 h 6345"/>
                  <a:gd name="connsiteX3" fmla="*/ 5681 w 6343"/>
                  <a:gd name="connsiteY3" fmla="*/ 1032 h 6345"/>
                  <a:gd name="connsiteX4" fmla="*/ 3438 w 6343"/>
                  <a:gd name="connsiteY4" fmla="*/ 102 h 6345"/>
                  <a:gd name="connsiteX5" fmla="*/ 1196 w 6343"/>
                  <a:gd name="connsiteY5" fmla="*/ 1032 h 6345"/>
                  <a:gd name="connsiteX6" fmla="*/ 267 w 6343"/>
                  <a:gd name="connsiteY6" fmla="*/ 3275 h 6345"/>
                  <a:gd name="connsiteX7" fmla="*/ 1196 w 6343"/>
                  <a:gd name="connsiteY7" fmla="*/ 5519 h 6345"/>
                  <a:gd name="connsiteX8" fmla="*/ 3438 w 6343"/>
                  <a:gd name="connsiteY8" fmla="*/ 64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448"/>
                    </a:moveTo>
                    <a:cubicBezTo>
                      <a:pt x="4279" y="6448"/>
                      <a:pt x="5086" y="6114"/>
                      <a:pt x="5681" y="5519"/>
                    </a:cubicBezTo>
                    <a:cubicBezTo>
                      <a:pt x="6276" y="4924"/>
                      <a:pt x="6610" y="4117"/>
                      <a:pt x="6610" y="3275"/>
                    </a:cubicBezTo>
                    <a:cubicBezTo>
                      <a:pt x="6610" y="2434"/>
                      <a:pt x="6276" y="1627"/>
                      <a:pt x="5681" y="1032"/>
                    </a:cubicBezTo>
                    <a:cubicBezTo>
                      <a:pt x="5086" y="437"/>
                      <a:pt x="4279" y="102"/>
                      <a:pt x="3438" y="102"/>
                    </a:cubicBezTo>
                    <a:cubicBezTo>
                      <a:pt x="2597" y="102"/>
                      <a:pt x="1790" y="437"/>
                      <a:pt x="1196" y="1032"/>
                    </a:cubicBezTo>
                    <a:cubicBezTo>
                      <a:pt x="601" y="1627"/>
                      <a:pt x="267" y="2434"/>
                      <a:pt x="267" y="3275"/>
                    </a:cubicBezTo>
                    <a:cubicBezTo>
                      <a:pt x="267" y="4117"/>
                      <a:pt x="601" y="4924"/>
                      <a:pt x="1196" y="5519"/>
                    </a:cubicBezTo>
                    <a:cubicBezTo>
                      <a:pt x="1790" y="6114"/>
                      <a:pt x="2597" y="6448"/>
                      <a:pt x="3438" y="64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1" name="Freeform: Shape 1080">
                <a:extLst>
                  <a:ext uri="{FF2B5EF4-FFF2-40B4-BE49-F238E27FC236}">
                    <a16:creationId xmlns:a16="http://schemas.microsoft.com/office/drawing/2014/main" id="{D1CD0B80-DE0B-B6A8-AB24-A9A07AB7550B}"/>
                  </a:ext>
                </a:extLst>
              </p:cNvPr>
              <p:cNvSpPr/>
              <p:nvPr/>
            </p:nvSpPr>
            <p:spPr>
              <a:xfrm>
                <a:off x="4191214" y="4911314"/>
                <a:ext cx="6343" cy="6345"/>
              </a:xfrm>
              <a:custGeom>
                <a:avLst/>
                <a:gdLst>
                  <a:gd name="connsiteX0" fmla="*/ 3435 w 6343"/>
                  <a:gd name="connsiteY0" fmla="*/ 6458 h 6345"/>
                  <a:gd name="connsiteX1" fmla="*/ 5677 w 6343"/>
                  <a:gd name="connsiteY1" fmla="*/ 5529 h 6345"/>
                  <a:gd name="connsiteX2" fmla="*/ 6606 w 6343"/>
                  <a:gd name="connsiteY2" fmla="*/ 3286 h 6345"/>
                  <a:gd name="connsiteX3" fmla="*/ 5677 w 6343"/>
                  <a:gd name="connsiteY3" fmla="*/ 1042 h 6345"/>
                  <a:gd name="connsiteX4" fmla="*/ 3435 w 6343"/>
                  <a:gd name="connsiteY4" fmla="*/ 113 h 6345"/>
                  <a:gd name="connsiteX5" fmla="*/ 1192 w 6343"/>
                  <a:gd name="connsiteY5" fmla="*/ 1042 h 6345"/>
                  <a:gd name="connsiteX6" fmla="*/ 263 w 6343"/>
                  <a:gd name="connsiteY6" fmla="*/ 3286 h 6345"/>
                  <a:gd name="connsiteX7" fmla="*/ 1192 w 6343"/>
                  <a:gd name="connsiteY7" fmla="*/ 5529 h 6345"/>
                  <a:gd name="connsiteX8" fmla="*/ 3435 w 6343"/>
                  <a:gd name="connsiteY8" fmla="*/ 64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458"/>
                    </a:moveTo>
                    <a:cubicBezTo>
                      <a:pt x="4276" y="6458"/>
                      <a:pt x="5083" y="6124"/>
                      <a:pt x="5677" y="5529"/>
                    </a:cubicBezTo>
                    <a:cubicBezTo>
                      <a:pt x="6272" y="4934"/>
                      <a:pt x="6606" y="4127"/>
                      <a:pt x="6606" y="3286"/>
                    </a:cubicBezTo>
                    <a:cubicBezTo>
                      <a:pt x="6606" y="2444"/>
                      <a:pt x="6272" y="1637"/>
                      <a:pt x="5677" y="1042"/>
                    </a:cubicBezTo>
                    <a:cubicBezTo>
                      <a:pt x="5083" y="447"/>
                      <a:pt x="4276" y="113"/>
                      <a:pt x="3435" y="113"/>
                    </a:cubicBezTo>
                    <a:cubicBezTo>
                      <a:pt x="2594" y="113"/>
                      <a:pt x="1787" y="447"/>
                      <a:pt x="1192" y="1042"/>
                    </a:cubicBezTo>
                    <a:cubicBezTo>
                      <a:pt x="597" y="1637"/>
                      <a:pt x="263" y="2444"/>
                      <a:pt x="263" y="3286"/>
                    </a:cubicBezTo>
                    <a:cubicBezTo>
                      <a:pt x="263" y="4127"/>
                      <a:pt x="597" y="4934"/>
                      <a:pt x="1192" y="5529"/>
                    </a:cubicBezTo>
                    <a:cubicBezTo>
                      <a:pt x="1787" y="6124"/>
                      <a:pt x="2594" y="6458"/>
                      <a:pt x="3435" y="64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2" name="Freeform: Shape 1081">
                <a:extLst>
                  <a:ext uri="{FF2B5EF4-FFF2-40B4-BE49-F238E27FC236}">
                    <a16:creationId xmlns:a16="http://schemas.microsoft.com/office/drawing/2014/main" id="{0D133A78-80CE-593E-8238-C6B19DEDA100}"/>
                  </a:ext>
                </a:extLst>
              </p:cNvPr>
              <p:cNvSpPr/>
              <p:nvPr/>
            </p:nvSpPr>
            <p:spPr>
              <a:xfrm>
                <a:off x="4209389" y="4879894"/>
                <a:ext cx="6343" cy="6345"/>
              </a:xfrm>
              <a:custGeom>
                <a:avLst/>
                <a:gdLst>
                  <a:gd name="connsiteX0" fmla="*/ 3436 w 6343"/>
                  <a:gd name="connsiteY0" fmla="*/ 6456 h 6345"/>
                  <a:gd name="connsiteX1" fmla="*/ 5679 w 6343"/>
                  <a:gd name="connsiteY1" fmla="*/ 5527 h 6345"/>
                  <a:gd name="connsiteX2" fmla="*/ 6608 w 6343"/>
                  <a:gd name="connsiteY2" fmla="*/ 3283 h 6345"/>
                  <a:gd name="connsiteX3" fmla="*/ 5679 w 6343"/>
                  <a:gd name="connsiteY3" fmla="*/ 1040 h 6345"/>
                  <a:gd name="connsiteX4" fmla="*/ 3436 w 6343"/>
                  <a:gd name="connsiteY4" fmla="*/ 110 h 6345"/>
                  <a:gd name="connsiteX5" fmla="*/ 1194 w 6343"/>
                  <a:gd name="connsiteY5" fmla="*/ 1040 h 6345"/>
                  <a:gd name="connsiteX6" fmla="*/ 265 w 6343"/>
                  <a:gd name="connsiteY6" fmla="*/ 3283 h 6345"/>
                  <a:gd name="connsiteX7" fmla="*/ 1194 w 6343"/>
                  <a:gd name="connsiteY7" fmla="*/ 5527 h 6345"/>
                  <a:gd name="connsiteX8" fmla="*/ 3436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456"/>
                    </a:moveTo>
                    <a:cubicBezTo>
                      <a:pt x="4277" y="6456"/>
                      <a:pt x="5084" y="6121"/>
                      <a:pt x="5679" y="5527"/>
                    </a:cubicBezTo>
                    <a:cubicBezTo>
                      <a:pt x="6274" y="4932"/>
                      <a:pt x="6608" y="4124"/>
                      <a:pt x="6608" y="3283"/>
                    </a:cubicBezTo>
                    <a:cubicBezTo>
                      <a:pt x="6608" y="2442"/>
                      <a:pt x="6274" y="1635"/>
                      <a:pt x="5679" y="1040"/>
                    </a:cubicBezTo>
                    <a:cubicBezTo>
                      <a:pt x="5084" y="445"/>
                      <a:pt x="4277" y="110"/>
                      <a:pt x="3436" y="110"/>
                    </a:cubicBezTo>
                    <a:cubicBezTo>
                      <a:pt x="2595" y="110"/>
                      <a:pt x="1788" y="445"/>
                      <a:pt x="1194" y="1040"/>
                    </a:cubicBezTo>
                    <a:cubicBezTo>
                      <a:pt x="599" y="1635"/>
                      <a:pt x="265" y="2442"/>
                      <a:pt x="265" y="3283"/>
                    </a:cubicBezTo>
                    <a:cubicBezTo>
                      <a:pt x="265" y="4124"/>
                      <a:pt x="599" y="4932"/>
                      <a:pt x="1194" y="5527"/>
                    </a:cubicBezTo>
                    <a:cubicBezTo>
                      <a:pt x="1788" y="6121"/>
                      <a:pt x="2595" y="6456"/>
                      <a:pt x="3436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3" name="Freeform: Shape 1082">
                <a:extLst>
                  <a:ext uri="{FF2B5EF4-FFF2-40B4-BE49-F238E27FC236}">
                    <a16:creationId xmlns:a16="http://schemas.microsoft.com/office/drawing/2014/main" id="{E49DC0E3-316E-DCC9-9DB8-6BB12D5AE650}"/>
                  </a:ext>
                </a:extLst>
              </p:cNvPr>
              <p:cNvSpPr/>
              <p:nvPr/>
            </p:nvSpPr>
            <p:spPr>
              <a:xfrm>
                <a:off x="4213940" y="4883699"/>
                <a:ext cx="6343" cy="6345"/>
              </a:xfrm>
              <a:custGeom>
                <a:avLst/>
                <a:gdLst>
                  <a:gd name="connsiteX0" fmla="*/ 3437 w 6343"/>
                  <a:gd name="connsiteY0" fmla="*/ 6456 h 6345"/>
                  <a:gd name="connsiteX1" fmla="*/ 5679 w 6343"/>
                  <a:gd name="connsiteY1" fmla="*/ 5527 h 6345"/>
                  <a:gd name="connsiteX2" fmla="*/ 6608 w 6343"/>
                  <a:gd name="connsiteY2" fmla="*/ 3283 h 6345"/>
                  <a:gd name="connsiteX3" fmla="*/ 5679 w 6343"/>
                  <a:gd name="connsiteY3" fmla="*/ 1040 h 6345"/>
                  <a:gd name="connsiteX4" fmla="*/ 3437 w 6343"/>
                  <a:gd name="connsiteY4" fmla="*/ 111 h 6345"/>
                  <a:gd name="connsiteX5" fmla="*/ 1194 w 6343"/>
                  <a:gd name="connsiteY5" fmla="*/ 1040 h 6345"/>
                  <a:gd name="connsiteX6" fmla="*/ 265 w 6343"/>
                  <a:gd name="connsiteY6" fmla="*/ 3283 h 6345"/>
                  <a:gd name="connsiteX7" fmla="*/ 1194 w 6343"/>
                  <a:gd name="connsiteY7" fmla="*/ 5527 h 6345"/>
                  <a:gd name="connsiteX8" fmla="*/ 3437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456"/>
                    </a:moveTo>
                    <a:cubicBezTo>
                      <a:pt x="4278" y="6456"/>
                      <a:pt x="5084" y="6122"/>
                      <a:pt x="5679" y="5527"/>
                    </a:cubicBezTo>
                    <a:cubicBezTo>
                      <a:pt x="6274" y="4932"/>
                      <a:pt x="6608" y="4125"/>
                      <a:pt x="6608" y="3283"/>
                    </a:cubicBezTo>
                    <a:cubicBezTo>
                      <a:pt x="6608" y="2442"/>
                      <a:pt x="6274" y="1635"/>
                      <a:pt x="5679" y="1040"/>
                    </a:cubicBezTo>
                    <a:cubicBezTo>
                      <a:pt x="5084" y="445"/>
                      <a:pt x="4278" y="111"/>
                      <a:pt x="3437" y="111"/>
                    </a:cubicBezTo>
                    <a:cubicBezTo>
                      <a:pt x="2595" y="111"/>
                      <a:pt x="1789" y="445"/>
                      <a:pt x="1194" y="1040"/>
                    </a:cubicBezTo>
                    <a:cubicBezTo>
                      <a:pt x="599" y="1635"/>
                      <a:pt x="265" y="2442"/>
                      <a:pt x="265" y="3283"/>
                    </a:cubicBezTo>
                    <a:cubicBezTo>
                      <a:pt x="265" y="4125"/>
                      <a:pt x="599" y="4932"/>
                      <a:pt x="1194" y="5527"/>
                    </a:cubicBezTo>
                    <a:cubicBezTo>
                      <a:pt x="1789" y="6122"/>
                      <a:pt x="2595" y="6456"/>
                      <a:pt x="3437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4" name="Freeform: Shape 1083">
                <a:extLst>
                  <a:ext uri="{FF2B5EF4-FFF2-40B4-BE49-F238E27FC236}">
                    <a16:creationId xmlns:a16="http://schemas.microsoft.com/office/drawing/2014/main" id="{3C8C3C92-8DA7-6ECF-8062-B1D56F7EC1DB}"/>
                  </a:ext>
                </a:extLst>
              </p:cNvPr>
              <p:cNvSpPr/>
              <p:nvPr/>
            </p:nvSpPr>
            <p:spPr>
              <a:xfrm>
                <a:off x="4236665" y="4842831"/>
                <a:ext cx="6343" cy="6345"/>
              </a:xfrm>
              <a:custGeom>
                <a:avLst/>
                <a:gdLst>
                  <a:gd name="connsiteX0" fmla="*/ 3438 w 6343"/>
                  <a:gd name="connsiteY0" fmla="*/ 6453 h 6345"/>
                  <a:gd name="connsiteX1" fmla="*/ 5681 w 6343"/>
                  <a:gd name="connsiteY1" fmla="*/ 5524 h 6345"/>
                  <a:gd name="connsiteX2" fmla="*/ 6610 w 6343"/>
                  <a:gd name="connsiteY2" fmla="*/ 3280 h 6345"/>
                  <a:gd name="connsiteX3" fmla="*/ 5681 w 6343"/>
                  <a:gd name="connsiteY3" fmla="*/ 1037 h 6345"/>
                  <a:gd name="connsiteX4" fmla="*/ 3438 w 6343"/>
                  <a:gd name="connsiteY4" fmla="*/ 107 h 6345"/>
                  <a:gd name="connsiteX5" fmla="*/ 1196 w 6343"/>
                  <a:gd name="connsiteY5" fmla="*/ 1037 h 6345"/>
                  <a:gd name="connsiteX6" fmla="*/ 267 w 6343"/>
                  <a:gd name="connsiteY6" fmla="*/ 3280 h 6345"/>
                  <a:gd name="connsiteX7" fmla="*/ 1196 w 6343"/>
                  <a:gd name="connsiteY7" fmla="*/ 5524 h 6345"/>
                  <a:gd name="connsiteX8" fmla="*/ 3438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453"/>
                    </a:moveTo>
                    <a:cubicBezTo>
                      <a:pt x="4279" y="6453"/>
                      <a:pt x="5086" y="6119"/>
                      <a:pt x="5681" y="5524"/>
                    </a:cubicBezTo>
                    <a:cubicBezTo>
                      <a:pt x="6276" y="4929"/>
                      <a:pt x="6610" y="4122"/>
                      <a:pt x="6610" y="3280"/>
                    </a:cubicBezTo>
                    <a:cubicBezTo>
                      <a:pt x="6610" y="2439"/>
                      <a:pt x="6276" y="1632"/>
                      <a:pt x="5681" y="1037"/>
                    </a:cubicBezTo>
                    <a:cubicBezTo>
                      <a:pt x="5086" y="442"/>
                      <a:pt x="4279" y="107"/>
                      <a:pt x="3438" y="107"/>
                    </a:cubicBezTo>
                    <a:cubicBezTo>
                      <a:pt x="2597" y="107"/>
                      <a:pt x="1790" y="442"/>
                      <a:pt x="1196" y="1037"/>
                    </a:cubicBezTo>
                    <a:cubicBezTo>
                      <a:pt x="601" y="1632"/>
                      <a:pt x="267" y="2439"/>
                      <a:pt x="267" y="3280"/>
                    </a:cubicBezTo>
                    <a:cubicBezTo>
                      <a:pt x="267" y="4122"/>
                      <a:pt x="601" y="4929"/>
                      <a:pt x="1196" y="5524"/>
                    </a:cubicBezTo>
                    <a:cubicBezTo>
                      <a:pt x="1790" y="6119"/>
                      <a:pt x="2597" y="6453"/>
                      <a:pt x="3438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5" name="Freeform: Shape 1084">
                <a:extLst>
                  <a:ext uri="{FF2B5EF4-FFF2-40B4-BE49-F238E27FC236}">
                    <a16:creationId xmlns:a16="http://schemas.microsoft.com/office/drawing/2014/main" id="{0BA9165A-E539-2784-1C42-E033C9044D6D}"/>
                  </a:ext>
                </a:extLst>
              </p:cNvPr>
              <p:cNvSpPr/>
              <p:nvPr/>
            </p:nvSpPr>
            <p:spPr>
              <a:xfrm>
                <a:off x="4224967" y="4886495"/>
                <a:ext cx="6343" cy="6345"/>
              </a:xfrm>
              <a:custGeom>
                <a:avLst/>
                <a:gdLst>
                  <a:gd name="connsiteX0" fmla="*/ 3437 w 6343"/>
                  <a:gd name="connsiteY0" fmla="*/ 6456 h 6345"/>
                  <a:gd name="connsiteX1" fmla="*/ 5680 w 6343"/>
                  <a:gd name="connsiteY1" fmla="*/ 5527 h 6345"/>
                  <a:gd name="connsiteX2" fmla="*/ 6609 w 6343"/>
                  <a:gd name="connsiteY2" fmla="*/ 3284 h 6345"/>
                  <a:gd name="connsiteX3" fmla="*/ 5680 w 6343"/>
                  <a:gd name="connsiteY3" fmla="*/ 1040 h 6345"/>
                  <a:gd name="connsiteX4" fmla="*/ 3437 w 6343"/>
                  <a:gd name="connsiteY4" fmla="*/ 111 h 6345"/>
                  <a:gd name="connsiteX5" fmla="*/ 1195 w 6343"/>
                  <a:gd name="connsiteY5" fmla="*/ 1040 h 6345"/>
                  <a:gd name="connsiteX6" fmla="*/ 266 w 6343"/>
                  <a:gd name="connsiteY6" fmla="*/ 3284 h 6345"/>
                  <a:gd name="connsiteX7" fmla="*/ 1195 w 6343"/>
                  <a:gd name="connsiteY7" fmla="*/ 5527 h 6345"/>
                  <a:gd name="connsiteX8" fmla="*/ 3437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456"/>
                    </a:moveTo>
                    <a:cubicBezTo>
                      <a:pt x="4279" y="6456"/>
                      <a:pt x="5085" y="6122"/>
                      <a:pt x="5680" y="5527"/>
                    </a:cubicBezTo>
                    <a:cubicBezTo>
                      <a:pt x="6275" y="4932"/>
                      <a:pt x="6609" y="4125"/>
                      <a:pt x="6609" y="3284"/>
                    </a:cubicBezTo>
                    <a:cubicBezTo>
                      <a:pt x="6609" y="2442"/>
                      <a:pt x="6275" y="1635"/>
                      <a:pt x="5680" y="1040"/>
                    </a:cubicBezTo>
                    <a:cubicBezTo>
                      <a:pt x="5085" y="445"/>
                      <a:pt x="4279" y="111"/>
                      <a:pt x="3437" y="111"/>
                    </a:cubicBezTo>
                    <a:cubicBezTo>
                      <a:pt x="2596" y="111"/>
                      <a:pt x="1790" y="445"/>
                      <a:pt x="1195" y="1040"/>
                    </a:cubicBezTo>
                    <a:cubicBezTo>
                      <a:pt x="600" y="1635"/>
                      <a:pt x="266" y="2442"/>
                      <a:pt x="266" y="3284"/>
                    </a:cubicBezTo>
                    <a:cubicBezTo>
                      <a:pt x="266" y="4125"/>
                      <a:pt x="600" y="4932"/>
                      <a:pt x="1195" y="5527"/>
                    </a:cubicBezTo>
                    <a:cubicBezTo>
                      <a:pt x="1790" y="6122"/>
                      <a:pt x="2596" y="6456"/>
                      <a:pt x="3437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6" name="Freeform: Shape 1085">
                <a:extLst>
                  <a:ext uri="{FF2B5EF4-FFF2-40B4-BE49-F238E27FC236}">
                    <a16:creationId xmlns:a16="http://schemas.microsoft.com/office/drawing/2014/main" id="{090351D2-881A-BE70-4D6E-0E712BF103C1}"/>
                  </a:ext>
                </a:extLst>
              </p:cNvPr>
              <p:cNvSpPr/>
              <p:nvPr/>
            </p:nvSpPr>
            <p:spPr>
              <a:xfrm>
                <a:off x="4239462" y="4866634"/>
                <a:ext cx="6343" cy="6345"/>
              </a:xfrm>
              <a:custGeom>
                <a:avLst/>
                <a:gdLst>
                  <a:gd name="connsiteX0" fmla="*/ 3439 w 6343"/>
                  <a:gd name="connsiteY0" fmla="*/ 6455 h 6345"/>
                  <a:gd name="connsiteX1" fmla="*/ 5681 w 6343"/>
                  <a:gd name="connsiteY1" fmla="*/ 5525 h 6345"/>
                  <a:gd name="connsiteX2" fmla="*/ 6610 w 6343"/>
                  <a:gd name="connsiteY2" fmla="*/ 3282 h 6345"/>
                  <a:gd name="connsiteX3" fmla="*/ 5681 w 6343"/>
                  <a:gd name="connsiteY3" fmla="*/ 1039 h 6345"/>
                  <a:gd name="connsiteX4" fmla="*/ 3439 w 6343"/>
                  <a:gd name="connsiteY4" fmla="*/ 109 h 6345"/>
                  <a:gd name="connsiteX5" fmla="*/ 1196 w 6343"/>
                  <a:gd name="connsiteY5" fmla="*/ 1039 h 6345"/>
                  <a:gd name="connsiteX6" fmla="*/ 267 w 6343"/>
                  <a:gd name="connsiteY6" fmla="*/ 3282 h 6345"/>
                  <a:gd name="connsiteX7" fmla="*/ 1196 w 6343"/>
                  <a:gd name="connsiteY7" fmla="*/ 5525 h 6345"/>
                  <a:gd name="connsiteX8" fmla="*/ 3439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455"/>
                    </a:moveTo>
                    <a:cubicBezTo>
                      <a:pt x="4280" y="6455"/>
                      <a:pt x="5086" y="6120"/>
                      <a:pt x="5681" y="5525"/>
                    </a:cubicBezTo>
                    <a:cubicBezTo>
                      <a:pt x="6276" y="4930"/>
                      <a:pt x="6610" y="4123"/>
                      <a:pt x="6610" y="3282"/>
                    </a:cubicBezTo>
                    <a:cubicBezTo>
                      <a:pt x="6610" y="2441"/>
                      <a:pt x="6276" y="1634"/>
                      <a:pt x="5681" y="1039"/>
                    </a:cubicBezTo>
                    <a:cubicBezTo>
                      <a:pt x="5086" y="444"/>
                      <a:pt x="4280" y="109"/>
                      <a:pt x="3439" y="109"/>
                    </a:cubicBezTo>
                    <a:cubicBezTo>
                      <a:pt x="2597" y="109"/>
                      <a:pt x="1791" y="444"/>
                      <a:pt x="1196" y="1039"/>
                    </a:cubicBezTo>
                    <a:cubicBezTo>
                      <a:pt x="601" y="1634"/>
                      <a:pt x="267" y="2441"/>
                      <a:pt x="267" y="3282"/>
                    </a:cubicBezTo>
                    <a:cubicBezTo>
                      <a:pt x="267" y="4123"/>
                      <a:pt x="601" y="4930"/>
                      <a:pt x="1196" y="5525"/>
                    </a:cubicBezTo>
                    <a:cubicBezTo>
                      <a:pt x="1791" y="6120"/>
                      <a:pt x="2597" y="6455"/>
                      <a:pt x="3439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7" name="Freeform: Shape 1086">
                <a:extLst>
                  <a:ext uri="{FF2B5EF4-FFF2-40B4-BE49-F238E27FC236}">
                    <a16:creationId xmlns:a16="http://schemas.microsoft.com/office/drawing/2014/main" id="{6A246009-9AEA-0381-AC60-ADBB640C5EEF}"/>
                  </a:ext>
                </a:extLst>
              </p:cNvPr>
              <p:cNvSpPr/>
              <p:nvPr/>
            </p:nvSpPr>
            <p:spPr>
              <a:xfrm>
                <a:off x="4254100" y="4847182"/>
                <a:ext cx="6343" cy="6345"/>
              </a:xfrm>
              <a:custGeom>
                <a:avLst/>
                <a:gdLst>
                  <a:gd name="connsiteX0" fmla="*/ 3440 w 6343"/>
                  <a:gd name="connsiteY0" fmla="*/ 6453 h 6345"/>
                  <a:gd name="connsiteX1" fmla="*/ 5682 w 6343"/>
                  <a:gd name="connsiteY1" fmla="*/ 5524 h 6345"/>
                  <a:gd name="connsiteX2" fmla="*/ 6611 w 6343"/>
                  <a:gd name="connsiteY2" fmla="*/ 3280 h 6345"/>
                  <a:gd name="connsiteX3" fmla="*/ 5682 w 6343"/>
                  <a:gd name="connsiteY3" fmla="*/ 1037 h 6345"/>
                  <a:gd name="connsiteX4" fmla="*/ 3440 w 6343"/>
                  <a:gd name="connsiteY4" fmla="*/ 108 h 6345"/>
                  <a:gd name="connsiteX5" fmla="*/ 1197 w 6343"/>
                  <a:gd name="connsiteY5" fmla="*/ 1037 h 6345"/>
                  <a:gd name="connsiteX6" fmla="*/ 268 w 6343"/>
                  <a:gd name="connsiteY6" fmla="*/ 3280 h 6345"/>
                  <a:gd name="connsiteX7" fmla="*/ 1197 w 6343"/>
                  <a:gd name="connsiteY7" fmla="*/ 5524 h 6345"/>
                  <a:gd name="connsiteX8" fmla="*/ 3440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453"/>
                    </a:moveTo>
                    <a:cubicBezTo>
                      <a:pt x="4281" y="6453"/>
                      <a:pt x="5088" y="6119"/>
                      <a:pt x="5682" y="5524"/>
                    </a:cubicBezTo>
                    <a:cubicBezTo>
                      <a:pt x="6277" y="4929"/>
                      <a:pt x="6611" y="4122"/>
                      <a:pt x="6611" y="3280"/>
                    </a:cubicBezTo>
                    <a:cubicBezTo>
                      <a:pt x="6611" y="2439"/>
                      <a:pt x="6277" y="1632"/>
                      <a:pt x="5682" y="1037"/>
                    </a:cubicBezTo>
                    <a:cubicBezTo>
                      <a:pt x="5088" y="442"/>
                      <a:pt x="4281" y="108"/>
                      <a:pt x="3440" y="108"/>
                    </a:cubicBezTo>
                    <a:cubicBezTo>
                      <a:pt x="2599" y="108"/>
                      <a:pt x="1792" y="442"/>
                      <a:pt x="1197" y="1037"/>
                    </a:cubicBezTo>
                    <a:cubicBezTo>
                      <a:pt x="602" y="1632"/>
                      <a:pt x="268" y="2439"/>
                      <a:pt x="268" y="3280"/>
                    </a:cubicBezTo>
                    <a:cubicBezTo>
                      <a:pt x="268" y="4122"/>
                      <a:pt x="602" y="4929"/>
                      <a:pt x="1197" y="5524"/>
                    </a:cubicBezTo>
                    <a:cubicBezTo>
                      <a:pt x="1792" y="6119"/>
                      <a:pt x="2599" y="6453"/>
                      <a:pt x="3440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8" name="Freeform: Shape 1087">
                <a:extLst>
                  <a:ext uri="{FF2B5EF4-FFF2-40B4-BE49-F238E27FC236}">
                    <a16:creationId xmlns:a16="http://schemas.microsoft.com/office/drawing/2014/main" id="{C647F087-DBAF-6ACF-028C-EAC11DE3FFFF}"/>
                  </a:ext>
                </a:extLst>
              </p:cNvPr>
              <p:cNvSpPr/>
              <p:nvPr/>
            </p:nvSpPr>
            <p:spPr>
              <a:xfrm>
                <a:off x="4260057" y="4848358"/>
                <a:ext cx="6343" cy="6345"/>
              </a:xfrm>
              <a:custGeom>
                <a:avLst/>
                <a:gdLst>
                  <a:gd name="connsiteX0" fmla="*/ 3440 w 6343"/>
                  <a:gd name="connsiteY0" fmla="*/ 6453 h 6345"/>
                  <a:gd name="connsiteX1" fmla="*/ 5683 w 6343"/>
                  <a:gd name="connsiteY1" fmla="*/ 5524 h 6345"/>
                  <a:gd name="connsiteX2" fmla="*/ 6612 w 6343"/>
                  <a:gd name="connsiteY2" fmla="*/ 3281 h 6345"/>
                  <a:gd name="connsiteX3" fmla="*/ 5683 w 6343"/>
                  <a:gd name="connsiteY3" fmla="*/ 1037 h 6345"/>
                  <a:gd name="connsiteX4" fmla="*/ 3440 w 6343"/>
                  <a:gd name="connsiteY4" fmla="*/ 108 h 6345"/>
                  <a:gd name="connsiteX5" fmla="*/ 1198 w 6343"/>
                  <a:gd name="connsiteY5" fmla="*/ 1037 h 6345"/>
                  <a:gd name="connsiteX6" fmla="*/ 269 w 6343"/>
                  <a:gd name="connsiteY6" fmla="*/ 3281 h 6345"/>
                  <a:gd name="connsiteX7" fmla="*/ 1198 w 6343"/>
                  <a:gd name="connsiteY7" fmla="*/ 5524 h 6345"/>
                  <a:gd name="connsiteX8" fmla="*/ 3440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453"/>
                    </a:moveTo>
                    <a:cubicBezTo>
                      <a:pt x="4281" y="6453"/>
                      <a:pt x="5088" y="6119"/>
                      <a:pt x="5683" y="5524"/>
                    </a:cubicBezTo>
                    <a:cubicBezTo>
                      <a:pt x="6278" y="4929"/>
                      <a:pt x="6612" y="4122"/>
                      <a:pt x="6612" y="3281"/>
                    </a:cubicBezTo>
                    <a:cubicBezTo>
                      <a:pt x="6612" y="2439"/>
                      <a:pt x="6278" y="1632"/>
                      <a:pt x="5683" y="1037"/>
                    </a:cubicBezTo>
                    <a:cubicBezTo>
                      <a:pt x="5088" y="442"/>
                      <a:pt x="4281" y="108"/>
                      <a:pt x="3440" y="108"/>
                    </a:cubicBezTo>
                    <a:cubicBezTo>
                      <a:pt x="2599" y="108"/>
                      <a:pt x="1792" y="442"/>
                      <a:pt x="1198" y="1037"/>
                    </a:cubicBezTo>
                    <a:cubicBezTo>
                      <a:pt x="603" y="1632"/>
                      <a:pt x="269" y="2439"/>
                      <a:pt x="269" y="3281"/>
                    </a:cubicBezTo>
                    <a:cubicBezTo>
                      <a:pt x="269" y="4122"/>
                      <a:pt x="603" y="4929"/>
                      <a:pt x="1198" y="5524"/>
                    </a:cubicBezTo>
                    <a:cubicBezTo>
                      <a:pt x="1792" y="6119"/>
                      <a:pt x="2599" y="6453"/>
                      <a:pt x="3440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9" name="Freeform: Shape 1088">
                <a:extLst>
                  <a:ext uri="{FF2B5EF4-FFF2-40B4-BE49-F238E27FC236}">
                    <a16:creationId xmlns:a16="http://schemas.microsoft.com/office/drawing/2014/main" id="{81094D63-B9D2-0300-A0E5-00EAAE692883}"/>
                  </a:ext>
                </a:extLst>
              </p:cNvPr>
              <p:cNvSpPr/>
              <p:nvPr/>
            </p:nvSpPr>
            <p:spPr>
              <a:xfrm>
                <a:off x="4233213" y="4923524"/>
                <a:ext cx="6343" cy="6345"/>
              </a:xfrm>
              <a:custGeom>
                <a:avLst/>
                <a:gdLst>
                  <a:gd name="connsiteX0" fmla="*/ 3438 w 6343"/>
                  <a:gd name="connsiteY0" fmla="*/ 6459 h 6345"/>
                  <a:gd name="connsiteX1" fmla="*/ 5681 w 6343"/>
                  <a:gd name="connsiteY1" fmla="*/ 5530 h 6345"/>
                  <a:gd name="connsiteX2" fmla="*/ 6610 w 6343"/>
                  <a:gd name="connsiteY2" fmla="*/ 3286 h 6345"/>
                  <a:gd name="connsiteX3" fmla="*/ 5681 w 6343"/>
                  <a:gd name="connsiteY3" fmla="*/ 1043 h 6345"/>
                  <a:gd name="connsiteX4" fmla="*/ 3438 w 6343"/>
                  <a:gd name="connsiteY4" fmla="*/ 114 h 6345"/>
                  <a:gd name="connsiteX5" fmla="*/ 1195 w 6343"/>
                  <a:gd name="connsiteY5" fmla="*/ 1043 h 6345"/>
                  <a:gd name="connsiteX6" fmla="*/ 267 w 6343"/>
                  <a:gd name="connsiteY6" fmla="*/ 3286 h 6345"/>
                  <a:gd name="connsiteX7" fmla="*/ 1195 w 6343"/>
                  <a:gd name="connsiteY7" fmla="*/ 5530 h 6345"/>
                  <a:gd name="connsiteX8" fmla="*/ 3438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459"/>
                    </a:moveTo>
                    <a:cubicBezTo>
                      <a:pt x="4279" y="6459"/>
                      <a:pt x="5086" y="6125"/>
                      <a:pt x="5681" y="5530"/>
                    </a:cubicBezTo>
                    <a:cubicBezTo>
                      <a:pt x="6275" y="4935"/>
                      <a:pt x="6610" y="4128"/>
                      <a:pt x="6610" y="3286"/>
                    </a:cubicBezTo>
                    <a:cubicBezTo>
                      <a:pt x="6610" y="2445"/>
                      <a:pt x="6275" y="1638"/>
                      <a:pt x="5681" y="1043"/>
                    </a:cubicBezTo>
                    <a:cubicBezTo>
                      <a:pt x="5086" y="448"/>
                      <a:pt x="4279" y="114"/>
                      <a:pt x="3438" y="114"/>
                    </a:cubicBezTo>
                    <a:cubicBezTo>
                      <a:pt x="2597" y="114"/>
                      <a:pt x="1790" y="448"/>
                      <a:pt x="1195" y="1043"/>
                    </a:cubicBezTo>
                    <a:cubicBezTo>
                      <a:pt x="601" y="1638"/>
                      <a:pt x="267" y="2445"/>
                      <a:pt x="267" y="3286"/>
                    </a:cubicBezTo>
                    <a:cubicBezTo>
                      <a:pt x="267" y="4128"/>
                      <a:pt x="601" y="4935"/>
                      <a:pt x="1195" y="5530"/>
                    </a:cubicBezTo>
                    <a:cubicBezTo>
                      <a:pt x="1790" y="6125"/>
                      <a:pt x="2597" y="6459"/>
                      <a:pt x="3438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0" name="Freeform: Shape 1089">
                <a:extLst>
                  <a:ext uri="{FF2B5EF4-FFF2-40B4-BE49-F238E27FC236}">
                    <a16:creationId xmlns:a16="http://schemas.microsoft.com/office/drawing/2014/main" id="{6131EC97-676D-25C7-F4C7-F437A11AAC81}"/>
                  </a:ext>
                </a:extLst>
              </p:cNvPr>
              <p:cNvSpPr/>
              <p:nvPr/>
            </p:nvSpPr>
            <p:spPr>
              <a:xfrm>
                <a:off x="4238559" y="4924925"/>
                <a:ext cx="6343" cy="6345"/>
              </a:xfrm>
              <a:custGeom>
                <a:avLst/>
                <a:gdLst>
                  <a:gd name="connsiteX0" fmla="*/ 3438 w 6343"/>
                  <a:gd name="connsiteY0" fmla="*/ 6459 h 6345"/>
                  <a:gd name="connsiteX1" fmla="*/ 5681 w 6343"/>
                  <a:gd name="connsiteY1" fmla="*/ 5530 h 6345"/>
                  <a:gd name="connsiteX2" fmla="*/ 6610 w 6343"/>
                  <a:gd name="connsiteY2" fmla="*/ 3287 h 6345"/>
                  <a:gd name="connsiteX3" fmla="*/ 5681 w 6343"/>
                  <a:gd name="connsiteY3" fmla="*/ 1043 h 6345"/>
                  <a:gd name="connsiteX4" fmla="*/ 3438 w 6343"/>
                  <a:gd name="connsiteY4" fmla="*/ 114 h 6345"/>
                  <a:gd name="connsiteX5" fmla="*/ 1196 w 6343"/>
                  <a:gd name="connsiteY5" fmla="*/ 1043 h 6345"/>
                  <a:gd name="connsiteX6" fmla="*/ 267 w 6343"/>
                  <a:gd name="connsiteY6" fmla="*/ 3287 h 6345"/>
                  <a:gd name="connsiteX7" fmla="*/ 1196 w 6343"/>
                  <a:gd name="connsiteY7" fmla="*/ 5530 h 6345"/>
                  <a:gd name="connsiteX8" fmla="*/ 3438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459"/>
                    </a:moveTo>
                    <a:cubicBezTo>
                      <a:pt x="4280" y="6459"/>
                      <a:pt x="5086" y="6125"/>
                      <a:pt x="5681" y="5530"/>
                    </a:cubicBezTo>
                    <a:cubicBezTo>
                      <a:pt x="6276" y="4935"/>
                      <a:pt x="6610" y="4128"/>
                      <a:pt x="6610" y="3287"/>
                    </a:cubicBezTo>
                    <a:cubicBezTo>
                      <a:pt x="6610" y="2445"/>
                      <a:pt x="6276" y="1638"/>
                      <a:pt x="5681" y="1043"/>
                    </a:cubicBezTo>
                    <a:cubicBezTo>
                      <a:pt x="5086" y="448"/>
                      <a:pt x="4280" y="114"/>
                      <a:pt x="3438" y="114"/>
                    </a:cubicBezTo>
                    <a:cubicBezTo>
                      <a:pt x="2597" y="114"/>
                      <a:pt x="1791" y="448"/>
                      <a:pt x="1196" y="1043"/>
                    </a:cubicBezTo>
                    <a:cubicBezTo>
                      <a:pt x="601" y="1638"/>
                      <a:pt x="267" y="2445"/>
                      <a:pt x="267" y="3287"/>
                    </a:cubicBezTo>
                    <a:cubicBezTo>
                      <a:pt x="267" y="4128"/>
                      <a:pt x="601" y="4935"/>
                      <a:pt x="1196" y="5530"/>
                    </a:cubicBezTo>
                    <a:cubicBezTo>
                      <a:pt x="1791" y="6125"/>
                      <a:pt x="2597" y="6459"/>
                      <a:pt x="3438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1" name="Freeform: Shape 1090">
                <a:extLst>
                  <a:ext uri="{FF2B5EF4-FFF2-40B4-BE49-F238E27FC236}">
                    <a16:creationId xmlns:a16="http://schemas.microsoft.com/office/drawing/2014/main" id="{A9315AAA-C2F2-EA46-1860-3CE9DEA17388}"/>
                  </a:ext>
                </a:extLst>
              </p:cNvPr>
              <p:cNvSpPr/>
              <p:nvPr/>
            </p:nvSpPr>
            <p:spPr>
              <a:xfrm>
                <a:off x="4271275" y="4866635"/>
                <a:ext cx="6343" cy="6345"/>
              </a:xfrm>
              <a:custGeom>
                <a:avLst/>
                <a:gdLst>
                  <a:gd name="connsiteX0" fmla="*/ 3441 w 6343"/>
                  <a:gd name="connsiteY0" fmla="*/ 6455 h 6345"/>
                  <a:gd name="connsiteX1" fmla="*/ 5684 w 6343"/>
                  <a:gd name="connsiteY1" fmla="*/ 5525 h 6345"/>
                  <a:gd name="connsiteX2" fmla="*/ 6613 w 6343"/>
                  <a:gd name="connsiteY2" fmla="*/ 3282 h 6345"/>
                  <a:gd name="connsiteX3" fmla="*/ 5684 w 6343"/>
                  <a:gd name="connsiteY3" fmla="*/ 1039 h 6345"/>
                  <a:gd name="connsiteX4" fmla="*/ 3441 w 6343"/>
                  <a:gd name="connsiteY4" fmla="*/ 109 h 6345"/>
                  <a:gd name="connsiteX5" fmla="*/ 1198 w 6343"/>
                  <a:gd name="connsiteY5" fmla="*/ 1039 h 6345"/>
                  <a:gd name="connsiteX6" fmla="*/ 270 w 6343"/>
                  <a:gd name="connsiteY6" fmla="*/ 3282 h 6345"/>
                  <a:gd name="connsiteX7" fmla="*/ 1198 w 6343"/>
                  <a:gd name="connsiteY7" fmla="*/ 5525 h 6345"/>
                  <a:gd name="connsiteX8" fmla="*/ 3441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455"/>
                    </a:moveTo>
                    <a:cubicBezTo>
                      <a:pt x="4282" y="6455"/>
                      <a:pt x="5089" y="6120"/>
                      <a:pt x="5684" y="5525"/>
                    </a:cubicBezTo>
                    <a:cubicBezTo>
                      <a:pt x="6278" y="4930"/>
                      <a:pt x="6613" y="4123"/>
                      <a:pt x="6613" y="3282"/>
                    </a:cubicBezTo>
                    <a:cubicBezTo>
                      <a:pt x="6613" y="2441"/>
                      <a:pt x="6278" y="1634"/>
                      <a:pt x="5684" y="1039"/>
                    </a:cubicBezTo>
                    <a:cubicBezTo>
                      <a:pt x="5089" y="444"/>
                      <a:pt x="4282" y="109"/>
                      <a:pt x="3441" y="109"/>
                    </a:cubicBezTo>
                    <a:cubicBezTo>
                      <a:pt x="2600" y="109"/>
                      <a:pt x="1793" y="444"/>
                      <a:pt x="1198" y="1039"/>
                    </a:cubicBezTo>
                    <a:cubicBezTo>
                      <a:pt x="604" y="1634"/>
                      <a:pt x="270" y="2441"/>
                      <a:pt x="270" y="3282"/>
                    </a:cubicBezTo>
                    <a:cubicBezTo>
                      <a:pt x="270" y="4123"/>
                      <a:pt x="604" y="4930"/>
                      <a:pt x="1198" y="5525"/>
                    </a:cubicBezTo>
                    <a:cubicBezTo>
                      <a:pt x="1793" y="6120"/>
                      <a:pt x="2600" y="6455"/>
                      <a:pt x="3441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2" name="Freeform: Shape 1091">
                <a:extLst>
                  <a:ext uri="{FF2B5EF4-FFF2-40B4-BE49-F238E27FC236}">
                    <a16:creationId xmlns:a16="http://schemas.microsoft.com/office/drawing/2014/main" id="{86AB6FB3-1461-68DB-E247-C12D18FD4725}"/>
                  </a:ext>
                </a:extLst>
              </p:cNvPr>
              <p:cNvSpPr/>
              <p:nvPr/>
            </p:nvSpPr>
            <p:spPr>
              <a:xfrm>
                <a:off x="4277623" y="4866893"/>
                <a:ext cx="6343" cy="6345"/>
              </a:xfrm>
              <a:custGeom>
                <a:avLst/>
                <a:gdLst>
                  <a:gd name="connsiteX0" fmla="*/ 3442 w 6343"/>
                  <a:gd name="connsiteY0" fmla="*/ 6455 h 6345"/>
                  <a:gd name="connsiteX1" fmla="*/ 5684 w 6343"/>
                  <a:gd name="connsiteY1" fmla="*/ 5525 h 6345"/>
                  <a:gd name="connsiteX2" fmla="*/ 6613 w 6343"/>
                  <a:gd name="connsiteY2" fmla="*/ 3282 h 6345"/>
                  <a:gd name="connsiteX3" fmla="*/ 5684 w 6343"/>
                  <a:gd name="connsiteY3" fmla="*/ 1039 h 6345"/>
                  <a:gd name="connsiteX4" fmla="*/ 3442 w 6343"/>
                  <a:gd name="connsiteY4" fmla="*/ 109 h 6345"/>
                  <a:gd name="connsiteX5" fmla="*/ 1199 w 6343"/>
                  <a:gd name="connsiteY5" fmla="*/ 1039 h 6345"/>
                  <a:gd name="connsiteX6" fmla="*/ 270 w 6343"/>
                  <a:gd name="connsiteY6" fmla="*/ 3282 h 6345"/>
                  <a:gd name="connsiteX7" fmla="*/ 1199 w 6343"/>
                  <a:gd name="connsiteY7" fmla="*/ 5525 h 6345"/>
                  <a:gd name="connsiteX8" fmla="*/ 3442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455"/>
                    </a:moveTo>
                    <a:cubicBezTo>
                      <a:pt x="4283" y="6455"/>
                      <a:pt x="5089" y="6120"/>
                      <a:pt x="5684" y="5525"/>
                    </a:cubicBezTo>
                    <a:cubicBezTo>
                      <a:pt x="6279" y="4931"/>
                      <a:pt x="6613" y="4123"/>
                      <a:pt x="6613" y="3282"/>
                    </a:cubicBezTo>
                    <a:cubicBezTo>
                      <a:pt x="6613" y="2441"/>
                      <a:pt x="6279" y="1634"/>
                      <a:pt x="5684" y="1039"/>
                    </a:cubicBezTo>
                    <a:cubicBezTo>
                      <a:pt x="5089" y="444"/>
                      <a:pt x="4283" y="109"/>
                      <a:pt x="3442" y="109"/>
                    </a:cubicBezTo>
                    <a:cubicBezTo>
                      <a:pt x="2600" y="109"/>
                      <a:pt x="1794" y="444"/>
                      <a:pt x="1199" y="1039"/>
                    </a:cubicBezTo>
                    <a:cubicBezTo>
                      <a:pt x="604" y="1634"/>
                      <a:pt x="270" y="2441"/>
                      <a:pt x="270" y="3282"/>
                    </a:cubicBezTo>
                    <a:cubicBezTo>
                      <a:pt x="270" y="4123"/>
                      <a:pt x="604" y="4931"/>
                      <a:pt x="1199" y="5525"/>
                    </a:cubicBezTo>
                    <a:cubicBezTo>
                      <a:pt x="1794" y="6120"/>
                      <a:pt x="2600" y="6455"/>
                      <a:pt x="3442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3" name="Freeform: Shape 1092">
                <a:extLst>
                  <a:ext uri="{FF2B5EF4-FFF2-40B4-BE49-F238E27FC236}">
                    <a16:creationId xmlns:a16="http://schemas.microsoft.com/office/drawing/2014/main" id="{7A344955-A2B9-4464-9E96-6B5DD3991C3E}"/>
                  </a:ext>
                </a:extLst>
              </p:cNvPr>
              <p:cNvSpPr/>
              <p:nvPr/>
            </p:nvSpPr>
            <p:spPr>
              <a:xfrm>
                <a:off x="4478426" y="4456327"/>
                <a:ext cx="6343" cy="6345"/>
              </a:xfrm>
              <a:custGeom>
                <a:avLst/>
                <a:gdLst>
                  <a:gd name="connsiteX0" fmla="*/ 3457 w 6343"/>
                  <a:gd name="connsiteY0" fmla="*/ 6422 h 6345"/>
                  <a:gd name="connsiteX1" fmla="*/ 5700 w 6343"/>
                  <a:gd name="connsiteY1" fmla="*/ 5493 h 6345"/>
                  <a:gd name="connsiteX2" fmla="*/ 6629 w 6343"/>
                  <a:gd name="connsiteY2" fmla="*/ 3250 h 6345"/>
                  <a:gd name="connsiteX3" fmla="*/ 5700 w 6343"/>
                  <a:gd name="connsiteY3" fmla="*/ 1006 h 6345"/>
                  <a:gd name="connsiteX4" fmla="*/ 3457 w 6343"/>
                  <a:gd name="connsiteY4" fmla="*/ 77 h 6345"/>
                  <a:gd name="connsiteX5" fmla="*/ 1215 w 6343"/>
                  <a:gd name="connsiteY5" fmla="*/ 1006 h 6345"/>
                  <a:gd name="connsiteX6" fmla="*/ 286 w 6343"/>
                  <a:gd name="connsiteY6" fmla="*/ 3250 h 6345"/>
                  <a:gd name="connsiteX7" fmla="*/ 1215 w 6343"/>
                  <a:gd name="connsiteY7" fmla="*/ 5493 h 6345"/>
                  <a:gd name="connsiteX8" fmla="*/ 3457 w 6343"/>
                  <a:gd name="connsiteY8" fmla="*/ 64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22"/>
                    </a:moveTo>
                    <a:cubicBezTo>
                      <a:pt x="4299" y="6422"/>
                      <a:pt x="5105" y="6088"/>
                      <a:pt x="5700" y="5493"/>
                    </a:cubicBezTo>
                    <a:cubicBezTo>
                      <a:pt x="6295" y="4898"/>
                      <a:pt x="6629" y="4091"/>
                      <a:pt x="6629" y="3250"/>
                    </a:cubicBezTo>
                    <a:cubicBezTo>
                      <a:pt x="6629" y="2408"/>
                      <a:pt x="6295" y="1601"/>
                      <a:pt x="5700" y="1006"/>
                    </a:cubicBezTo>
                    <a:cubicBezTo>
                      <a:pt x="5105" y="411"/>
                      <a:pt x="4299" y="77"/>
                      <a:pt x="3457" y="77"/>
                    </a:cubicBezTo>
                    <a:cubicBezTo>
                      <a:pt x="2616" y="77"/>
                      <a:pt x="1810" y="411"/>
                      <a:pt x="1215" y="1006"/>
                    </a:cubicBezTo>
                    <a:cubicBezTo>
                      <a:pt x="620" y="1601"/>
                      <a:pt x="286" y="2408"/>
                      <a:pt x="286" y="3250"/>
                    </a:cubicBezTo>
                    <a:cubicBezTo>
                      <a:pt x="286" y="4091"/>
                      <a:pt x="620" y="4898"/>
                      <a:pt x="1215" y="5493"/>
                    </a:cubicBezTo>
                    <a:cubicBezTo>
                      <a:pt x="1810" y="6088"/>
                      <a:pt x="2616" y="6422"/>
                      <a:pt x="3457" y="64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4" name="Freeform: Shape 1093">
                <a:extLst>
                  <a:ext uri="{FF2B5EF4-FFF2-40B4-BE49-F238E27FC236}">
                    <a16:creationId xmlns:a16="http://schemas.microsoft.com/office/drawing/2014/main" id="{499DB4C6-5107-AE8E-8456-1F220E499693}"/>
                  </a:ext>
                </a:extLst>
              </p:cNvPr>
              <p:cNvSpPr/>
              <p:nvPr/>
            </p:nvSpPr>
            <p:spPr>
              <a:xfrm>
                <a:off x="4270186" y="4909495"/>
                <a:ext cx="6343" cy="6345"/>
              </a:xfrm>
              <a:custGeom>
                <a:avLst/>
                <a:gdLst>
                  <a:gd name="connsiteX0" fmla="*/ 3441 w 6343"/>
                  <a:gd name="connsiteY0" fmla="*/ 6458 h 6345"/>
                  <a:gd name="connsiteX1" fmla="*/ 5684 w 6343"/>
                  <a:gd name="connsiteY1" fmla="*/ 5529 h 6345"/>
                  <a:gd name="connsiteX2" fmla="*/ 6613 w 6343"/>
                  <a:gd name="connsiteY2" fmla="*/ 3285 h 6345"/>
                  <a:gd name="connsiteX3" fmla="*/ 5684 w 6343"/>
                  <a:gd name="connsiteY3" fmla="*/ 1042 h 6345"/>
                  <a:gd name="connsiteX4" fmla="*/ 3441 w 6343"/>
                  <a:gd name="connsiteY4" fmla="*/ 113 h 6345"/>
                  <a:gd name="connsiteX5" fmla="*/ 1198 w 6343"/>
                  <a:gd name="connsiteY5" fmla="*/ 1042 h 6345"/>
                  <a:gd name="connsiteX6" fmla="*/ 269 w 6343"/>
                  <a:gd name="connsiteY6" fmla="*/ 3285 h 6345"/>
                  <a:gd name="connsiteX7" fmla="*/ 1198 w 6343"/>
                  <a:gd name="connsiteY7" fmla="*/ 5529 h 6345"/>
                  <a:gd name="connsiteX8" fmla="*/ 3441 w 6343"/>
                  <a:gd name="connsiteY8" fmla="*/ 64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458"/>
                    </a:moveTo>
                    <a:cubicBezTo>
                      <a:pt x="4282" y="6458"/>
                      <a:pt x="5089" y="6124"/>
                      <a:pt x="5684" y="5529"/>
                    </a:cubicBezTo>
                    <a:cubicBezTo>
                      <a:pt x="6278" y="4934"/>
                      <a:pt x="6613" y="4127"/>
                      <a:pt x="6613" y="3285"/>
                    </a:cubicBezTo>
                    <a:cubicBezTo>
                      <a:pt x="6613" y="2444"/>
                      <a:pt x="6278" y="1637"/>
                      <a:pt x="5684" y="1042"/>
                    </a:cubicBezTo>
                    <a:cubicBezTo>
                      <a:pt x="5089" y="447"/>
                      <a:pt x="4282" y="113"/>
                      <a:pt x="3441" y="113"/>
                    </a:cubicBezTo>
                    <a:cubicBezTo>
                      <a:pt x="2600" y="113"/>
                      <a:pt x="1793" y="447"/>
                      <a:pt x="1198" y="1042"/>
                    </a:cubicBezTo>
                    <a:cubicBezTo>
                      <a:pt x="604" y="1637"/>
                      <a:pt x="269" y="2444"/>
                      <a:pt x="269" y="3285"/>
                    </a:cubicBezTo>
                    <a:cubicBezTo>
                      <a:pt x="269" y="4127"/>
                      <a:pt x="604" y="4934"/>
                      <a:pt x="1198" y="5529"/>
                    </a:cubicBezTo>
                    <a:cubicBezTo>
                      <a:pt x="1793" y="6124"/>
                      <a:pt x="2600" y="6458"/>
                      <a:pt x="3441" y="64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5" name="Freeform: Shape 1094">
                <a:extLst>
                  <a:ext uri="{FF2B5EF4-FFF2-40B4-BE49-F238E27FC236}">
                    <a16:creationId xmlns:a16="http://schemas.microsoft.com/office/drawing/2014/main" id="{145D7E82-BB38-B12F-ACBD-6D34814E2798}"/>
                  </a:ext>
                </a:extLst>
              </p:cNvPr>
              <p:cNvSpPr/>
              <p:nvPr/>
            </p:nvSpPr>
            <p:spPr>
              <a:xfrm>
                <a:off x="4275015" y="4912419"/>
                <a:ext cx="6343" cy="6345"/>
              </a:xfrm>
              <a:custGeom>
                <a:avLst/>
                <a:gdLst>
                  <a:gd name="connsiteX0" fmla="*/ 3441 w 6343"/>
                  <a:gd name="connsiteY0" fmla="*/ 6458 h 6345"/>
                  <a:gd name="connsiteX1" fmla="*/ 5684 w 6343"/>
                  <a:gd name="connsiteY1" fmla="*/ 5529 h 6345"/>
                  <a:gd name="connsiteX2" fmla="*/ 6613 w 6343"/>
                  <a:gd name="connsiteY2" fmla="*/ 3286 h 6345"/>
                  <a:gd name="connsiteX3" fmla="*/ 5684 w 6343"/>
                  <a:gd name="connsiteY3" fmla="*/ 1042 h 6345"/>
                  <a:gd name="connsiteX4" fmla="*/ 3441 w 6343"/>
                  <a:gd name="connsiteY4" fmla="*/ 113 h 6345"/>
                  <a:gd name="connsiteX5" fmla="*/ 1199 w 6343"/>
                  <a:gd name="connsiteY5" fmla="*/ 1042 h 6345"/>
                  <a:gd name="connsiteX6" fmla="*/ 270 w 6343"/>
                  <a:gd name="connsiteY6" fmla="*/ 3286 h 6345"/>
                  <a:gd name="connsiteX7" fmla="*/ 1199 w 6343"/>
                  <a:gd name="connsiteY7" fmla="*/ 5529 h 6345"/>
                  <a:gd name="connsiteX8" fmla="*/ 3441 w 6343"/>
                  <a:gd name="connsiteY8" fmla="*/ 64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458"/>
                    </a:moveTo>
                    <a:cubicBezTo>
                      <a:pt x="4282" y="6458"/>
                      <a:pt x="5089" y="6124"/>
                      <a:pt x="5684" y="5529"/>
                    </a:cubicBezTo>
                    <a:cubicBezTo>
                      <a:pt x="6279" y="4934"/>
                      <a:pt x="6613" y="4127"/>
                      <a:pt x="6613" y="3286"/>
                    </a:cubicBezTo>
                    <a:cubicBezTo>
                      <a:pt x="6613" y="2444"/>
                      <a:pt x="6279" y="1637"/>
                      <a:pt x="5684" y="1042"/>
                    </a:cubicBezTo>
                    <a:cubicBezTo>
                      <a:pt x="5089" y="447"/>
                      <a:pt x="4282" y="113"/>
                      <a:pt x="3441" y="113"/>
                    </a:cubicBezTo>
                    <a:cubicBezTo>
                      <a:pt x="2600" y="113"/>
                      <a:pt x="1793" y="447"/>
                      <a:pt x="1199" y="1042"/>
                    </a:cubicBezTo>
                    <a:cubicBezTo>
                      <a:pt x="604" y="1637"/>
                      <a:pt x="270" y="2444"/>
                      <a:pt x="270" y="3286"/>
                    </a:cubicBezTo>
                    <a:cubicBezTo>
                      <a:pt x="270" y="4127"/>
                      <a:pt x="604" y="4934"/>
                      <a:pt x="1199" y="5529"/>
                    </a:cubicBezTo>
                    <a:cubicBezTo>
                      <a:pt x="1793" y="6124"/>
                      <a:pt x="2600" y="6458"/>
                      <a:pt x="3441" y="64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6" name="Freeform: Shape 1095">
                <a:extLst>
                  <a:ext uri="{FF2B5EF4-FFF2-40B4-BE49-F238E27FC236}">
                    <a16:creationId xmlns:a16="http://schemas.microsoft.com/office/drawing/2014/main" id="{661C8AEB-487F-0AAA-182A-4775EE34912E}"/>
                  </a:ext>
                </a:extLst>
              </p:cNvPr>
              <p:cNvSpPr/>
              <p:nvPr/>
            </p:nvSpPr>
            <p:spPr>
              <a:xfrm>
                <a:off x="4423328" y="4642923"/>
                <a:ext cx="6343" cy="6345"/>
              </a:xfrm>
              <a:custGeom>
                <a:avLst/>
                <a:gdLst>
                  <a:gd name="connsiteX0" fmla="*/ 3453 w 6343"/>
                  <a:gd name="connsiteY0" fmla="*/ 6437 h 6345"/>
                  <a:gd name="connsiteX1" fmla="*/ 5696 w 6343"/>
                  <a:gd name="connsiteY1" fmla="*/ 5508 h 6345"/>
                  <a:gd name="connsiteX2" fmla="*/ 6625 w 6343"/>
                  <a:gd name="connsiteY2" fmla="*/ 3264 h 6345"/>
                  <a:gd name="connsiteX3" fmla="*/ 5696 w 6343"/>
                  <a:gd name="connsiteY3" fmla="*/ 1021 h 6345"/>
                  <a:gd name="connsiteX4" fmla="*/ 3453 w 6343"/>
                  <a:gd name="connsiteY4" fmla="*/ 92 h 6345"/>
                  <a:gd name="connsiteX5" fmla="*/ 1210 w 6343"/>
                  <a:gd name="connsiteY5" fmla="*/ 1021 h 6345"/>
                  <a:gd name="connsiteX6" fmla="*/ 281 w 6343"/>
                  <a:gd name="connsiteY6" fmla="*/ 3264 h 6345"/>
                  <a:gd name="connsiteX7" fmla="*/ 1210 w 6343"/>
                  <a:gd name="connsiteY7" fmla="*/ 5508 h 6345"/>
                  <a:gd name="connsiteX8" fmla="*/ 3453 w 6343"/>
                  <a:gd name="connsiteY8" fmla="*/ 64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437"/>
                    </a:moveTo>
                    <a:cubicBezTo>
                      <a:pt x="4294" y="6437"/>
                      <a:pt x="5101" y="6103"/>
                      <a:pt x="5696" y="5508"/>
                    </a:cubicBezTo>
                    <a:cubicBezTo>
                      <a:pt x="6290" y="4913"/>
                      <a:pt x="6625" y="4106"/>
                      <a:pt x="6625" y="3264"/>
                    </a:cubicBezTo>
                    <a:cubicBezTo>
                      <a:pt x="6625" y="2423"/>
                      <a:pt x="6290" y="1616"/>
                      <a:pt x="5696" y="1021"/>
                    </a:cubicBezTo>
                    <a:cubicBezTo>
                      <a:pt x="5101" y="426"/>
                      <a:pt x="4294" y="92"/>
                      <a:pt x="3453" y="92"/>
                    </a:cubicBezTo>
                    <a:cubicBezTo>
                      <a:pt x="2612" y="92"/>
                      <a:pt x="1805" y="426"/>
                      <a:pt x="1210" y="1021"/>
                    </a:cubicBezTo>
                    <a:cubicBezTo>
                      <a:pt x="616" y="1616"/>
                      <a:pt x="281" y="2423"/>
                      <a:pt x="281" y="3264"/>
                    </a:cubicBezTo>
                    <a:cubicBezTo>
                      <a:pt x="281" y="4106"/>
                      <a:pt x="616" y="4913"/>
                      <a:pt x="1210" y="5508"/>
                    </a:cubicBezTo>
                    <a:cubicBezTo>
                      <a:pt x="1805" y="6103"/>
                      <a:pt x="2612" y="6437"/>
                      <a:pt x="3453" y="64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7" name="Freeform: Shape 1096">
                <a:extLst>
                  <a:ext uri="{FF2B5EF4-FFF2-40B4-BE49-F238E27FC236}">
                    <a16:creationId xmlns:a16="http://schemas.microsoft.com/office/drawing/2014/main" id="{A43405B2-D35B-8338-53C1-2C26F3E19898}"/>
                  </a:ext>
                </a:extLst>
              </p:cNvPr>
              <p:cNvSpPr/>
              <p:nvPr/>
            </p:nvSpPr>
            <p:spPr>
              <a:xfrm>
                <a:off x="4430063" y="4646237"/>
                <a:ext cx="6343" cy="6345"/>
              </a:xfrm>
              <a:custGeom>
                <a:avLst/>
                <a:gdLst>
                  <a:gd name="connsiteX0" fmla="*/ 3454 w 6343"/>
                  <a:gd name="connsiteY0" fmla="*/ 6437 h 6345"/>
                  <a:gd name="connsiteX1" fmla="*/ 5696 w 6343"/>
                  <a:gd name="connsiteY1" fmla="*/ 5508 h 6345"/>
                  <a:gd name="connsiteX2" fmla="*/ 6625 w 6343"/>
                  <a:gd name="connsiteY2" fmla="*/ 3265 h 6345"/>
                  <a:gd name="connsiteX3" fmla="*/ 5696 w 6343"/>
                  <a:gd name="connsiteY3" fmla="*/ 1021 h 6345"/>
                  <a:gd name="connsiteX4" fmla="*/ 3454 w 6343"/>
                  <a:gd name="connsiteY4" fmla="*/ 92 h 6345"/>
                  <a:gd name="connsiteX5" fmla="*/ 1211 w 6343"/>
                  <a:gd name="connsiteY5" fmla="*/ 1021 h 6345"/>
                  <a:gd name="connsiteX6" fmla="*/ 282 w 6343"/>
                  <a:gd name="connsiteY6" fmla="*/ 3265 h 6345"/>
                  <a:gd name="connsiteX7" fmla="*/ 1211 w 6343"/>
                  <a:gd name="connsiteY7" fmla="*/ 5508 h 6345"/>
                  <a:gd name="connsiteX8" fmla="*/ 3454 w 6343"/>
                  <a:gd name="connsiteY8" fmla="*/ 64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4" y="6437"/>
                    </a:moveTo>
                    <a:cubicBezTo>
                      <a:pt x="4295" y="6437"/>
                      <a:pt x="5101" y="6103"/>
                      <a:pt x="5696" y="5508"/>
                    </a:cubicBezTo>
                    <a:cubicBezTo>
                      <a:pt x="6291" y="4913"/>
                      <a:pt x="6625" y="4106"/>
                      <a:pt x="6625" y="3265"/>
                    </a:cubicBezTo>
                    <a:cubicBezTo>
                      <a:pt x="6625" y="2423"/>
                      <a:pt x="6291" y="1616"/>
                      <a:pt x="5696" y="1021"/>
                    </a:cubicBezTo>
                    <a:cubicBezTo>
                      <a:pt x="5101" y="426"/>
                      <a:pt x="4295" y="92"/>
                      <a:pt x="3454" y="92"/>
                    </a:cubicBezTo>
                    <a:cubicBezTo>
                      <a:pt x="2612" y="92"/>
                      <a:pt x="1806" y="426"/>
                      <a:pt x="1211" y="1021"/>
                    </a:cubicBezTo>
                    <a:cubicBezTo>
                      <a:pt x="616" y="1616"/>
                      <a:pt x="282" y="2423"/>
                      <a:pt x="282" y="3265"/>
                    </a:cubicBezTo>
                    <a:cubicBezTo>
                      <a:pt x="282" y="4106"/>
                      <a:pt x="616" y="4913"/>
                      <a:pt x="1211" y="5508"/>
                    </a:cubicBezTo>
                    <a:cubicBezTo>
                      <a:pt x="1806" y="6103"/>
                      <a:pt x="2612" y="6437"/>
                      <a:pt x="3454" y="64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8" name="Freeform: Shape 1097">
                <a:extLst>
                  <a:ext uri="{FF2B5EF4-FFF2-40B4-BE49-F238E27FC236}">
                    <a16:creationId xmlns:a16="http://schemas.microsoft.com/office/drawing/2014/main" id="{F3B476E2-2229-829B-1770-6A9457A2BF71}"/>
                  </a:ext>
                </a:extLst>
              </p:cNvPr>
              <p:cNvSpPr/>
              <p:nvPr/>
            </p:nvSpPr>
            <p:spPr>
              <a:xfrm>
                <a:off x="4437020" y="4649126"/>
                <a:ext cx="6343" cy="6345"/>
              </a:xfrm>
              <a:custGeom>
                <a:avLst/>
                <a:gdLst>
                  <a:gd name="connsiteX0" fmla="*/ 3454 w 6343"/>
                  <a:gd name="connsiteY0" fmla="*/ 6438 h 6345"/>
                  <a:gd name="connsiteX1" fmla="*/ 5697 w 6343"/>
                  <a:gd name="connsiteY1" fmla="*/ 5508 h 6345"/>
                  <a:gd name="connsiteX2" fmla="*/ 6626 w 6343"/>
                  <a:gd name="connsiteY2" fmla="*/ 3265 h 6345"/>
                  <a:gd name="connsiteX3" fmla="*/ 5697 w 6343"/>
                  <a:gd name="connsiteY3" fmla="*/ 1021 h 6345"/>
                  <a:gd name="connsiteX4" fmla="*/ 3454 w 6343"/>
                  <a:gd name="connsiteY4" fmla="*/ 92 h 6345"/>
                  <a:gd name="connsiteX5" fmla="*/ 1212 w 6343"/>
                  <a:gd name="connsiteY5" fmla="*/ 1021 h 6345"/>
                  <a:gd name="connsiteX6" fmla="*/ 283 w 6343"/>
                  <a:gd name="connsiteY6" fmla="*/ 3265 h 6345"/>
                  <a:gd name="connsiteX7" fmla="*/ 1212 w 6343"/>
                  <a:gd name="connsiteY7" fmla="*/ 5508 h 6345"/>
                  <a:gd name="connsiteX8" fmla="*/ 3454 w 6343"/>
                  <a:gd name="connsiteY8" fmla="*/ 64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4" y="6438"/>
                    </a:moveTo>
                    <a:cubicBezTo>
                      <a:pt x="4295" y="6438"/>
                      <a:pt x="5102" y="6103"/>
                      <a:pt x="5697" y="5508"/>
                    </a:cubicBezTo>
                    <a:cubicBezTo>
                      <a:pt x="6292" y="4913"/>
                      <a:pt x="6626" y="4106"/>
                      <a:pt x="6626" y="3265"/>
                    </a:cubicBezTo>
                    <a:cubicBezTo>
                      <a:pt x="6626" y="2423"/>
                      <a:pt x="6292" y="1616"/>
                      <a:pt x="5697" y="1021"/>
                    </a:cubicBezTo>
                    <a:cubicBezTo>
                      <a:pt x="5102" y="426"/>
                      <a:pt x="4295" y="92"/>
                      <a:pt x="3454" y="92"/>
                    </a:cubicBezTo>
                    <a:cubicBezTo>
                      <a:pt x="2613" y="92"/>
                      <a:pt x="1806" y="426"/>
                      <a:pt x="1212" y="1021"/>
                    </a:cubicBezTo>
                    <a:cubicBezTo>
                      <a:pt x="617" y="1616"/>
                      <a:pt x="283" y="2423"/>
                      <a:pt x="283" y="3265"/>
                    </a:cubicBezTo>
                    <a:cubicBezTo>
                      <a:pt x="283" y="4106"/>
                      <a:pt x="617" y="4913"/>
                      <a:pt x="1212" y="5508"/>
                    </a:cubicBezTo>
                    <a:cubicBezTo>
                      <a:pt x="1806" y="6103"/>
                      <a:pt x="2613" y="6438"/>
                      <a:pt x="3454" y="64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9" name="Freeform: Shape 1098">
                <a:extLst>
                  <a:ext uri="{FF2B5EF4-FFF2-40B4-BE49-F238E27FC236}">
                    <a16:creationId xmlns:a16="http://schemas.microsoft.com/office/drawing/2014/main" id="{D3E62100-9C6C-2347-2303-EDF3BF44A2F3}"/>
                  </a:ext>
                </a:extLst>
              </p:cNvPr>
              <p:cNvSpPr/>
              <p:nvPr/>
            </p:nvSpPr>
            <p:spPr>
              <a:xfrm>
                <a:off x="4444362" y="4651302"/>
                <a:ext cx="6343" cy="6345"/>
              </a:xfrm>
              <a:custGeom>
                <a:avLst/>
                <a:gdLst>
                  <a:gd name="connsiteX0" fmla="*/ 3455 w 6343"/>
                  <a:gd name="connsiteY0" fmla="*/ 6438 h 6345"/>
                  <a:gd name="connsiteX1" fmla="*/ 5697 w 6343"/>
                  <a:gd name="connsiteY1" fmla="*/ 5508 h 6345"/>
                  <a:gd name="connsiteX2" fmla="*/ 6626 w 6343"/>
                  <a:gd name="connsiteY2" fmla="*/ 3265 h 6345"/>
                  <a:gd name="connsiteX3" fmla="*/ 5697 w 6343"/>
                  <a:gd name="connsiteY3" fmla="*/ 1022 h 6345"/>
                  <a:gd name="connsiteX4" fmla="*/ 3455 w 6343"/>
                  <a:gd name="connsiteY4" fmla="*/ 92 h 6345"/>
                  <a:gd name="connsiteX5" fmla="*/ 1212 w 6343"/>
                  <a:gd name="connsiteY5" fmla="*/ 1022 h 6345"/>
                  <a:gd name="connsiteX6" fmla="*/ 283 w 6343"/>
                  <a:gd name="connsiteY6" fmla="*/ 3265 h 6345"/>
                  <a:gd name="connsiteX7" fmla="*/ 1212 w 6343"/>
                  <a:gd name="connsiteY7" fmla="*/ 5508 h 6345"/>
                  <a:gd name="connsiteX8" fmla="*/ 3455 w 6343"/>
                  <a:gd name="connsiteY8" fmla="*/ 64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438"/>
                    </a:moveTo>
                    <a:cubicBezTo>
                      <a:pt x="4296" y="6438"/>
                      <a:pt x="5103" y="6103"/>
                      <a:pt x="5697" y="5508"/>
                    </a:cubicBezTo>
                    <a:cubicBezTo>
                      <a:pt x="6292" y="4914"/>
                      <a:pt x="6626" y="4106"/>
                      <a:pt x="6626" y="3265"/>
                    </a:cubicBezTo>
                    <a:cubicBezTo>
                      <a:pt x="6626" y="2424"/>
                      <a:pt x="6292" y="1617"/>
                      <a:pt x="5697" y="1022"/>
                    </a:cubicBezTo>
                    <a:cubicBezTo>
                      <a:pt x="5103" y="427"/>
                      <a:pt x="4296" y="92"/>
                      <a:pt x="3455" y="92"/>
                    </a:cubicBezTo>
                    <a:cubicBezTo>
                      <a:pt x="2614" y="92"/>
                      <a:pt x="1807" y="427"/>
                      <a:pt x="1212" y="1022"/>
                    </a:cubicBezTo>
                    <a:cubicBezTo>
                      <a:pt x="617" y="1617"/>
                      <a:pt x="283" y="2424"/>
                      <a:pt x="283" y="3265"/>
                    </a:cubicBezTo>
                    <a:cubicBezTo>
                      <a:pt x="283" y="4106"/>
                      <a:pt x="617" y="4914"/>
                      <a:pt x="1212" y="5508"/>
                    </a:cubicBezTo>
                    <a:cubicBezTo>
                      <a:pt x="1807" y="6103"/>
                      <a:pt x="2614" y="6438"/>
                      <a:pt x="3455" y="64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0" name="Freeform: Shape 1099">
                <a:extLst>
                  <a:ext uri="{FF2B5EF4-FFF2-40B4-BE49-F238E27FC236}">
                    <a16:creationId xmlns:a16="http://schemas.microsoft.com/office/drawing/2014/main" id="{06935DE4-B626-23B3-CB96-A40E394898E7}"/>
                  </a:ext>
                </a:extLst>
              </p:cNvPr>
              <p:cNvSpPr/>
              <p:nvPr/>
            </p:nvSpPr>
            <p:spPr>
              <a:xfrm>
                <a:off x="4451451" y="4653988"/>
                <a:ext cx="6343" cy="6345"/>
              </a:xfrm>
              <a:custGeom>
                <a:avLst/>
                <a:gdLst>
                  <a:gd name="connsiteX0" fmla="*/ 3455 w 6343"/>
                  <a:gd name="connsiteY0" fmla="*/ 6438 h 6345"/>
                  <a:gd name="connsiteX1" fmla="*/ 5698 w 6343"/>
                  <a:gd name="connsiteY1" fmla="*/ 5509 h 6345"/>
                  <a:gd name="connsiteX2" fmla="*/ 6627 w 6343"/>
                  <a:gd name="connsiteY2" fmla="*/ 3265 h 6345"/>
                  <a:gd name="connsiteX3" fmla="*/ 5698 w 6343"/>
                  <a:gd name="connsiteY3" fmla="*/ 1022 h 6345"/>
                  <a:gd name="connsiteX4" fmla="*/ 3455 w 6343"/>
                  <a:gd name="connsiteY4" fmla="*/ 93 h 6345"/>
                  <a:gd name="connsiteX5" fmla="*/ 1213 w 6343"/>
                  <a:gd name="connsiteY5" fmla="*/ 1022 h 6345"/>
                  <a:gd name="connsiteX6" fmla="*/ 284 w 6343"/>
                  <a:gd name="connsiteY6" fmla="*/ 3265 h 6345"/>
                  <a:gd name="connsiteX7" fmla="*/ 1213 w 6343"/>
                  <a:gd name="connsiteY7" fmla="*/ 5509 h 6345"/>
                  <a:gd name="connsiteX8" fmla="*/ 3455 w 6343"/>
                  <a:gd name="connsiteY8" fmla="*/ 64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438"/>
                    </a:moveTo>
                    <a:cubicBezTo>
                      <a:pt x="4296" y="6438"/>
                      <a:pt x="5103" y="6104"/>
                      <a:pt x="5698" y="5509"/>
                    </a:cubicBezTo>
                    <a:cubicBezTo>
                      <a:pt x="6293" y="4914"/>
                      <a:pt x="6627" y="4107"/>
                      <a:pt x="6627" y="3265"/>
                    </a:cubicBezTo>
                    <a:cubicBezTo>
                      <a:pt x="6627" y="2424"/>
                      <a:pt x="6293" y="1617"/>
                      <a:pt x="5698" y="1022"/>
                    </a:cubicBezTo>
                    <a:cubicBezTo>
                      <a:pt x="5103" y="427"/>
                      <a:pt x="4296" y="93"/>
                      <a:pt x="3455" y="93"/>
                    </a:cubicBezTo>
                    <a:cubicBezTo>
                      <a:pt x="2614" y="93"/>
                      <a:pt x="1807" y="427"/>
                      <a:pt x="1213" y="1022"/>
                    </a:cubicBezTo>
                    <a:cubicBezTo>
                      <a:pt x="618" y="1617"/>
                      <a:pt x="284" y="2424"/>
                      <a:pt x="284" y="3265"/>
                    </a:cubicBezTo>
                    <a:cubicBezTo>
                      <a:pt x="284" y="4107"/>
                      <a:pt x="618" y="4914"/>
                      <a:pt x="1213" y="5509"/>
                    </a:cubicBezTo>
                    <a:cubicBezTo>
                      <a:pt x="1807" y="6104"/>
                      <a:pt x="2614" y="6438"/>
                      <a:pt x="3455" y="64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1" name="Freeform: Shape 1100">
                <a:extLst>
                  <a:ext uri="{FF2B5EF4-FFF2-40B4-BE49-F238E27FC236}">
                    <a16:creationId xmlns:a16="http://schemas.microsoft.com/office/drawing/2014/main" id="{4802B8E2-26AB-A89E-40C2-C26EC60F6CF9}"/>
                  </a:ext>
                </a:extLst>
              </p:cNvPr>
              <p:cNvSpPr/>
              <p:nvPr/>
            </p:nvSpPr>
            <p:spPr>
              <a:xfrm>
                <a:off x="4458597" y="4656596"/>
                <a:ext cx="6343" cy="6345"/>
              </a:xfrm>
              <a:custGeom>
                <a:avLst/>
                <a:gdLst>
                  <a:gd name="connsiteX0" fmla="*/ 3456 w 6343"/>
                  <a:gd name="connsiteY0" fmla="*/ 6438 h 6345"/>
                  <a:gd name="connsiteX1" fmla="*/ 5698 w 6343"/>
                  <a:gd name="connsiteY1" fmla="*/ 5509 h 6345"/>
                  <a:gd name="connsiteX2" fmla="*/ 6627 w 6343"/>
                  <a:gd name="connsiteY2" fmla="*/ 3265 h 6345"/>
                  <a:gd name="connsiteX3" fmla="*/ 5698 w 6343"/>
                  <a:gd name="connsiteY3" fmla="*/ 1022 h 6345"/>
                  <a:gd name="connsiteX4" fmla="*/ 3456 w 6343"/>
                  <a:gd name="connsiteY4" fmla="*/ 93 h 6345"/>
                  <a:gd name="connsiteX5" fmla="*/ 1213 w 6343"/>
                  <a:gd name="connsiteY5" fmla="*/ 1022 h 6345"/>
                  <a:gd name="connsiteX6" fmla="*/ 284 w 6343"/>
                  <a:gd name="connsiteY6" fmla="*/ 3265 h 6345"/>
                  <a:gd name="connsiteX7" fmla="*/ 1213 w 6343"/>
                  <a:gd name="connsiteY7" fmla="*/ 5509 h 6345"/>
                  <a:gd name="connsiteX8" fmla="*/ 3456 w 6343"/>
                  <a:gd name="connsiteY8" fmla="*/ 64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438"/>
                    </a:moveTo>
                    <a:cubicBezTo>
                      <a:pt x="4297" y="6438"/>
                      <a:pt x="5104" y="6104"/>
                      <a:pt x="5698" y="5509"/>
                    </a:cubicBezTo>
                    <a:cubicBezTo>
                      <a:pt x="6293" y="4914"/>
                      <a:pt x="6627" y="4107"/>
                      <a:pt x="6627" y="3265"/>
                    </a:cubicBezTo>
                    <a:cubicBezTo>
                      <a:pt x="6627" y="2424"/>
                      <a:pt x="6293" y="1617"/>
                      <a:pt x="5698" y="1022"/>
                    </a:cubicBezTo>
                    <a:cubicBezTo>
                      <a:pt x="5104" y="427"/>
                      <a:pt x="4297" y="93"/>
                      <a:pt x="3456" y="93"/>
                    </a:cubicBezTo>
                    <a:cubicBezTo>
                      <a:pt x="2615" y="93"/>
                      <a:pt x="1808" y="427"/>
                      <a:pt x="1213" y="1022"/>
                    </a:cubicBezTo>
                    <a:cubicBezTo>
                      <a:pt x="618" y="1617"/>
                      <a:pt x="284" y="2424"/>
                      <a:pt x="284" y="3265"/>
                    </a:cubicBezTo>
                    <a:cubicBezTo>
                      <a:pt x="284" y="4107"/>
                      <a:pt x="618" y="4914"/>
                      <a:pt x="1213" y="5509"/>
                    </a:cubicBezTo>
                    <a:cubicBezTo>
                      <a:pt x="1808" y="6104"/>
                      <a:pt x="2615" y="6438"/>
                      <a:pt x="3456" y="64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2" name="Freeform: Shape 1101">
                <a:extLst>
                  <a:ext uri="{FF2B5EF4-FFF2-40B4-BE49-F238E27FC236}">
                    <a16:creationId xmlns:a16="http://schemas.microsoft.com/office/drawing/2014/main" id="{752DB7FB-CEA6-50EA-0CED-105470C0A0E2}"/>
                  </a:ext>
                </a:extLst>
              </p:cNvPr>
              <p:cNvSpPr/>
              <p:nvPr/>
            </p:nvSpPr>
            <p:spPr>
              <a:xfrm>
                <a:off x="4464400" y="4661671"/>
                <a:ext cx="6343" cy="6345"/>
              </a:xfrm>
              <a:custGeom>
                <a:avLst/>
                <a:gdLst>
                  <a:gd name="connsiteX0" fmla="*/ 3456 w 6343"/>
                  <a:gd name="connsiteY0" fmla="*/ 6439 h 6345"/>
                  <a:gd name="connsiteX1" fmla="*/ 5699 w 6343"/>
                  <a:gd name="connsiteY1" fmla="*/ 5509 h 6345"/>
                  <a:gd name="connsiteX2" fmla="*/ 6628 w 6343"/>
                  <a:gd name="connsiteY2" fmla="*/ 3266 h 6345"/>
                  <a:gd name="connsiteX3" fmla="*/ 5699 w 6343"/>
                  <a:gd name="connsiteY3" fmla="*/ 1022 h 6345"/>
                  <a:gd name="connsiteX4" fmla="*/ 3456 w 6343"/>
                  <a:gd name="connsiteY4" fmla="*/ 93 h 6345"/>
                  <a:gd name="connsiteX5" fmla="*/ 1214 w 6343"/>
                  <a:gd name="connsiteY5" fmla="*/ 1022 h 6345"/>
                  <a:gd name="connsiteX6" fmla="*/ 285 w 6343"/>
                  <a:gd name="connsiteY6" fmla="*/ 3266 h 6345"/>
                  <a:gd name="connsiteX7" fmla="*/ 1214 w 6343"/>
                  <a:gd name="connsiteY7" fmla="*/ 5509 h 6345"/>
                  <a:gd name="connsiteX8" fmla="*/ 3456 w 6343"/>
                  <a:gd name="connsiteY8" fmla="*/ 64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439"/>
                    </a:moveTo>
                    <a:cubicBezTo>
                      <a:pt x="4297" y="6439"/>
                      <a:pt x="5104" y="6104"/>
                      <a:pt x="5699" y="5509"/>
                    </a:cubicBezTo>
                    <a:cubicBezTo>
                      <a:pt x="6294" y="4914"/>
                      <a:pt x="6628" y="4107"/>
                      <a:pt x="6628" y="3266"/>
                    </a:cubicBezTo>
                    <a:cubicBezTo>
                      <a:pt x="6628" y="2424"/>
                      <a:pt x="6294" y="1617"/>
                      <a:pt x="5699" y="1022"/>
                    </a:cubicBezTo>
                    <a:cubicBezTo>
                      <a:pt x="5104" y="427"/>
                      <a:pt x="4297" y="93"/>
                      <a:pt x="3456" y="93"/>
                    </a:cubicBezTo>
                    <a:cubicBezTo>
                      <a:pt x="2615" y="93"/>
                      <a:pt x="1808" y="427"/>
                      <a:pt x="1214" y="1022"/>
                    </a:cubicBezTo>
                    <a:cubicBezTo>
                      <a:pt x="619" y="1617"/>
                      <a:pt x="285" y="2424"/>
                      <a:pt x="285" y="3266"/>
                    </a:cubicBezTo>
                    <a:cubicBezTo>
                      <a:pt x="285" y="4107"/>
                      <a:pt x="619" y="4914"/>
                      <a:pt x="1214" y="5509"/>
                    </a:cubicBezTo>
                    <a:cubicBezTo>
                      <a:pt x="1808" y="6104"/>
                      <a:pt x="2615" y="6439"/>
                      <a:pt x="3456" y="64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3" name="Freeform: Shape 1102">
                <a:extLst>
                  <a:ext uri="{FF2B5EF4-FFF2-40B4-BE49-F238E27FC236}">
                    <a16:creationId xmlns:a16="http://schemas.microsoft.com/office/drawing/2014/main" id="{D327FFBE-63FF-57BB-EBA7-E5C0DA6CB2C5}"/>
                  </a:ext>
                </a:extLst>
              </p:cNvPr>
              <p:cNvSpPr/>
              <p:nvPr/>
            </p:nvSpPr>
            <p:spPr>
              <a:xfrm>
                <a:off x="4431381" y="4736191"/>
                <a:ext cx="6343" cy="6345"/>
              </a:xfrm>
              <a:custGeom>
                <a:avLst/>
                <a:gdLst>
                  <a:gd name="connsiteX0" fmla="*/ 3454 w 6343"/>
                  <a:gd name="connsiteY0" fmla="*/ 6444 h 6345"/>
                  <a:gd name="connsiteX1" fmla="*/ 5696 w 6343"/>
                  <a:gd name="connsiteY1" fmla="*/ 5515 h 6345"/>
                  <a:gd name="connsiteX2" fmla="*/ 6625 w 6343"/>
                  <a:gd name="connsiteY2" fmla="*/ 3272 h 6345"/>
                  <a:gd name="connsiteX3" fmla="*/ 5696 w 6343"/>
                  <a:gd name="connsiteY3" fmla="*/ 1028 h 6345"/>
                  <a:gd name="connsiteX4" fmla="*/ 3454 w 6343"/>
                  <a:gd name="connsiteY4" fmla="*/ 99 h 6345"/>
                  <a:gd name="connsiteX5" fmla="*/ 1211 w 6343"/>
                  <a:gd name="connsiteY5" fmla="*/ 1028 h 6345"/>
                  <a:gd name="connsiteX6" fmla="*/ 282 w 6343"/>
                  <a:gd name="connsiteY6" fmla="*/ 3272 h 6345"/>
                  <a:gd name="connsiteX7" fmla="*/ 1211 w 6343"/>
                  <a:gd name="connsiteY7" fmla="*/ 5515 h 6345"/>
                  <a:gd name="connsiteX8" fmla="*/ 3454 w 6343"/>
                  <a:gd name="connsiteY8" fmla="*/ 64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4" y="6444"/>
                    </a:moveTo>
                    <a:cubicBezTo>
                      <a:pt x="4295" y="6444"/>
                      <a:pt x="5102" y="6110"/>
                      <a:pt x="5696" y="5515"/>
                    </a:cubicBezTo>
                    <a:cubicBezTo>
                      <a:pt x="6291" y="4920"/>
                      <a:pt x="6625" y="4113"/>
                      <a:pt x="6625" y="3272"/>
                    </a:cubicBezTo>
                    <a:cubicBezTo>
                      <a:pt x="6625" y="2430"/>
                      <a:pt x="6291" y="1623"/>
                      <a:pt x="5696" y="1028"/>
                    </a:cubicBezTo>
                    <a:cubicBezTo>
                      <a:pt x="5102" y="433"/>
                      <a:pt x="4295" y="99"/>
                      <a:pt x="3454" y="99"/>
                    </a:cubicBezTo>
                    <a:cubicBezTo>
                      <a:pt x="2613" y="99"/>
                      <a:pt x="1806" y="433"/>
                      <a:pt x="1211" y="1028"/>
                    </a:cubicBezTo>
                    <a:cubicBezTo>
                      <a:pt x="616" y="1623"/>
                      <a:pt x="282" y="2430"/>
                      <a:pt x="282" y="3272"/>
                    </a:cubicBezTo>
                    <a:cubicBezTo>
                      <a:pt x="282" y="4113"/>
                      <a:pt x="616" y="4920"/>
                      <a:pt x="1211" y="5515"/>
                    </a:cubicBezTo>
                    <a:cubicBezTo>
                      <a:pt x="1806" y="6110"/>
                      <a:pt x="2613" y="6444"/>
                      <a:pt x="3454" y="64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4" name="Freeform: Shape 1103">
                <a:extLst>
                  <a:ext uri="{FF2B5EF4-FFF2-40B4-BE49-F238E27FC236}">
                    <a16:creationId xmlns:a16="http://schemas.microsoft.com/office/drawing/2014/main" id="{98D7FEE7-EF92-1A81-DBE1-2649B65EFA8B}"/>
                  </a:ext>
                </a:extLst>
              </p:cNvPr>
              <p:cNvSpPr/>
              <p:nvPr/>
            </p:nvSpPr>
            <p:spPr>
              <a:xfrm>
                <a:off x="4437195" y="4740175"/>
                <a:ext cx="6343" cy="6345"/>
              </a:xfrm>
              <a:custGeom>
                <a:avLst/>
                <a:gdLst>
                  <a:gd name="connsiteX0" fmla="*/ 3454 w 6343"/>
                  <a:gd name="connsiteY0" fmla="*/ 6445 h 6345"/>
                  <a:gd name="connsiteX1" fmla="*/ 5697 w 6343"/>
                  <a:gd name="connsiteY1" fmla="*/ 5515 h 6345"/>
                  <a:gd name="connsiteX2" fmla="*/ 6626 w 6343"/>
                  <a:gd name="connsiteY2" fmla="*/ 3272 h 6345"/>
                  <a:gd name="connsiteX3" fmla="*/ 5697 w 6343"/>
                  <a:gd name="connsiteY3" fmla="*/ 1029 h 6345"/>
                  <a:gd name="connsiteX4" fmla="*/ 3454 w 6343"/>
                  <a:gd name="connsiteY4" fmla="*/ 99 h 6345"/>
                  <a:gd name="connsiteX5" fmla="*/ 1212 w 6343"/>
                  <a:gd name="connsiteY5" fmla="*/ 1029 h 6345"/>
                  <a:gd name="connsiteX6" fmla="*/ 283 w 6343"/>
                  <a:gd name="connsiteY6" fmla="*/ 3272 h 6345"/>
                  <a:gd name="connsiteX7" fmla="*/ 1212 w 6343"/>
                  <a:gd name="connsiteY7" fmla="*/ 5515 h 6345"/>
                  <a:gd name="connsiteX8" fmla="*/ 3454 w 6343"/>
                  <a:gd name="connsiteY8" fmla="*/ 64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4" y="6445"/>
                    </a:moveTo>
                    <a:cubicBezTo>
                      <a:pt x="4295" y="6445"/>
                      <a:pt x="5102" y="6110"/>
                      <a:pt x="5697" y="5515"/>
                    </a:cubicBezTo>
                    <a:cubicBezTo>
                      <a:pt x="6292" y="4921"/>
                      <a:pt x="6626" y="4113"/>
                      <a:pt x="6626" y="3272"/>
                    </a:cubicBezTo>
                    <a:cubicBezTo>
                      <a:pt x="6626" y="2431"/>
                      <a:pt x="6292" y="1624"/>
                      <a:pt x="5697" y="1029"/>
                    </a:cubicBezTo>
                    <a:cubicBezTo>
                      <a:pt x="5102" y="434"/>
                      <a:pt x="4295" y="99"/>
                      <a:pt x="3454" y="99"/>
                    </a:cubicBezTo>
                    <a:cubicBezTo>
                      <a:pt x="2613" y="99"/>
                      <a:pt x="1806" y="434"/>
                      <a:pt x="1212" y="1029"/>
                    </a:cubicBezTo>
                    <a:cubicBezTo>
                      <a:pt x="617" y="1624"/>
                      <a:pt x="283" y="2431"/>
                      <a:pt x="283" y="3272"/>
                    </a:cubicBezTo>
                    <a:cubicBezTo>
                      <a:pt x="283" y="4113"/>
                      <a:pt x="617" y="4921"/>
                      <a:pt x="1212" y="5515"/>
                    </a:cubicBezTo>
                    <a:cubicBezTo>
                      <a:pt x="1806" y="6110"/>
                      <a:pt x="2613" y="6445"/>
                      <a:pt x="3454" y="64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5" name="Freeform: Shape 1104">
                <a:extLst>
                  <a:ext uri="{FF2B5EF4-FFF2-40B4-BE49-F238E27FC236}">
                    <a16:creationId xmlns:a16="http://schemas.microsoft.com/office/drawing/2014/main" id="{DB350C45-B38C-DF78-2B02-1EAD25121812}"/>
                  </a:ext>
                </a:extLst>
              </p:cNvPr>
              <p:cNvSpPr/>
              <p:nvPr/>
            </p:nvSpPr>
            <p:spPr>
              <a:xfrm>
                <a:off x="4484725" y="4671585"/>
                <a:ext cx="6343" cy="6345"/>
              </a:xfrm>
              <a:custGeom>
                <a:avLst/>
                <a:gdLst>
                  <a:gd name="connsiteX0" fmla="*/ 3458 w 6343"/>
                  <a:gd name="connsiteY0" fmla="*/ 6439 h 6345"/>
                  <a:gd name="connsiteX1" fmla="*/ 5701 w 6343"/>
                  <a:gd name="connsiteY1" fmla="*/ 5510 h 6345"/>
                  <a:gd name="connsiteX2" fmla="*/ 6629 w 6343"/>
                  <a:gd name="connsiteY2" fmla="*/ 3267 h 6345"/>
                  <a:gd name="connsiteX3" fmla="*/ 5701 w 6343"/>
                  <a:gd name="connsiteY3" fmla="*/ 1023 h 6345"/>
                  <a:gd name="connsiteX4" fmla="*/ 3458 w 6343"/>
                  <a:gd name="connsiteY4" fmla="*/ 94 h 6345"/>
                  <a:gd name="connsiteX5" fmla="*/ 1215 w 6343"/>
                  <a:gd name="connsiteY5" fmla="*/ 1023 h 6345"/>
                  <a:gd name="connsiteX6" fmla="*/ 286 w 6343"/>
                  <a:gd name="connsiteY6" fmla="*/ 3267 h 6345"/>
                  <a:gd name="connsiteX7" fmla="*/ 1215 w 6343"/>
                  <a:gd name="connsiteY7" fmla="*/ 5510 h 6345"/>
                  <a:gd name="connsiteX8" fmla="*/ 3458 w 6343"/>
                  <a:gd name="connsiteY8" fmla="*/ 64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439"/>
                    </a:moveTo>
                    <a:cubicBezTo>
                      <a:pt x="4299" y="6439"/>
                      <a:pt x="5106" y="6105"/>
                      <a:pt x="5701" y="5510"/>
                    </a:cubicBezTo>
                    <a:cubicBezTo>
                      <a:pt x="6295" y="4915"/>
                      <a:pt x="6629" y="4108"/>
                      <a:pt x="6629" y="3267"/>
                    </a:cubicBezTo>
                    <a:cubicBezTo>
                      <a:pt x="6629" y="2425"/>
                      <a:pt x="6295" y="1618"/>
                      <a:pt x="5701" y="1023"/>
                    </a:cubicBezTo>
                    <a:cubicBezTo>
                      <a:pt x="5106" y="428"/>
                      <a:pt x="4299" y="94"/>
                      <a:pt x="3458" y="94"/>
                    </a:cubicBezTo>
                    <a:cubicBezTo>
                      <a:pt x="2617" y="94"/>
                      <a:pt x="1810" y="428"/>
                      <a:pt x="1215" y="1023"/>
                    </a:cubicBezTo>
                    <a:cubicBezTo>
                      <a:pt x="621" y="1618"/>
                      <a:pt x="286" y="2425"/>
                      <a:pt x="286" y="3267"/>
                    </a:cubicBezTo>
                    <a:cubicBezTo>
                      <a:pt x="286" y="4108"/>
                      <a:pt x="621" y="4915"/>
                      <a:pt x="1215" y="5510"/>
                    </a:cubicBezTo>
                    <a:cubicBezTo>
                      <a:pt x="1810" y="6105"/>
                      <a:pt x="2617" y="6439"/>
                      <a:pt x="3458" y="64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6" name="Freeform: Shape 1105">
                <a:extLst>
                  <a:ext uri="{FF2B5EF4-FFF2-40B4-BE49-F238E27FC236}">
                    <a16:creationId xmlns:a16="http://schemas.microsoft.com/office/drawing/2014/main" id="{0EAA6FE8-DC98-4A4D-7065-E8B3EECA3057}"/>
                  </a:ext>
                </a:extLst>
              </p:cNvPr>
              <p:cNvSpPr/>
              <p:nvPr/>
            </p:nvSpPr>
            <p:spPr>
              <a:xfrm>
                <a:off x="4440124" y="4763020"/>
                <a:ext cx="6343" cy="6345"/>
              </a:xfrm>
              <a:custGeom>
                <a:avLst/>
                <a:gdLst>
                  <a:gd name="connsiteX0" fmla="*/ 3454 w 6343"/>
                  <a:gd name="connsiteY0" fmla="*/ 6447 h 6345"/>
                  <a:gd name="connsiteX1" fmla="*/ 5697 w 6343"/>
                  <a:gd name="connsiteY1" fmla="*/ 5517 h 6345"/>
                  <a:gd name="connsiteX2" fmla="*/ 6626 w 6343"/>
                  <a:gd name="connsiteY2" fmla="*/ 3274 h 6345"/>
                  <a:gd name="connsiteX3" fmla="*/ 5697 w 6343"/>
                  <a:gd name="connsiteY3" fmla="*/ 1030 h 6345"/>
                  <a:gd name="connsiteX4" fmla="*/ 3454 w 6343"/>
                  <a:gd name="connsiteY4" fmla="*/ 101 h 6345"/>
                  <a:gd name="connsiteX5" fmla="*/ 1212 w 6343"/>
                  <a:gd name="connsiteY5" fmla="*/ 1030 h 6345"/>
                  <a:gd name="connsiteX6" fmla="*/ 283 w 6343"/>
                  <a:gd name="connsiteY6" fmla="*/ 3274 h 6345"/>
                  <a:gd name="connsiteX7" fmla="*/ 1212 w 6343"/>
                  <a:gd name="connsiteY7" fmla="*/ 5517 h 6345"/>
                  <a:gd name="connsiteX8" fmla="*/ 3454 w 6343"/>
                  <a:gd name="connsiteY8" fmla="*/ 64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4" y="6447"/>
                    </a:moveTo>
                    <a:cubicBezTo>
                      <a:pt x="4295" y="6447"/>
                      <a:pt x="5102" y="6112"/>
                      <a:pt x="5697" y="5517"/>
                    </a:cubicBezTo>
                    <a:cubicBezTo>
                      <a:pt x="6292" y="4922"/>
                      <a:pt x="6626" y="4115"/>
                      <a:pt x="6626" y="3274"/>
                    </a:cubicBezTo>
                    <a:cubicBezTo>
                      <a:pt x="6626" y="2432"/>
                      <a:pt x="6292" y="1625"/>
                      <a:pt x="5697" y="1030"/>
                    </a:cubicBezTo>
                    <a:cubicBezTo>
                      <a:pt x="5102" y="435"/>
                      <a:pt x="4295" y="101"/>
                      <a:pt x="3454" y="101"/>
                    </a:cubicBezTo>
                    <a:cubicBezTo>
                      <a:pt x="2613" y="101"/>
                      <a:pt x="1807" y="435"/>
                      <a:pt x="1212" y="1030"/>
                    </a:cubicBezTo>
                    <a:cubicBezTo>
                      <a:pt x="617" y="1625"/>
                      <a:pt x="283" y="2432"/>
                      <a:pt x="283" y="3274"/>
                    </a:cubicBezTo>
                    <a:cubicBezTo>
                      <a:pt x="283" y="4115"/>
                      <a:pt x="617" y="4922"/>
                      <a:pt x="1212" y="5517"/>
                    </a:cubicBezTo>
                    <a:cubicBezTo>
                      <a:pt x="1807" y="6112"/>
                      <a:pt x="2613" y="6447"/>
                      <a:pt x="3454" y="64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7" name="Freeform: Shape 1106">
                <a:extLst>
                  <a:ext uri="{FF2B5EF4-FFF2-40B4-BE49-F238E27FC236}">
                    <a16:creationId xmlns:a16="http://schemas.microsoft.com/office/drawing/2014/main" id="{47C8F8D5-D0CA-4F45-0961-CBA13C050FC2}"/>
                  </a:ext>
                </a:extLst>
              </p:cNvPr>
              <p:cNvSpPr/>
              <p:nvPr/>
            </p:nvSpPr>
            <p:spPr>
              <a:xfrm>
                <a:off x="4455391" y="4750772"/>
                <a:ext cx="6343" cy="6345"/>
              </a:xfrm>
              <a:custGeom>
                <a:avLst/>
                <a:gdLst>
                  <a:gd name="connsiteX0" fmla="*/ 3456 w 6343"/>
                  <a:gd name="connsiteY0" fmla="*/ 6446 h 6345"/>
                  <a:gd name="connsiteX1" fmla="*/ 5698 w 6343"/>
                  <a:gd name="connsiteY1" fmla="*/ 5516 h 6345"/>
                  <a:gd name="connsiteX2" fmla="*/ 6627 w 6343"/>
                  <a:gd name="connsiteY2" fmla="*/ 3273 h 6345"/>
                  <a:gd name="connsiteX3" fmla="*/ 5698 w 6343"/>
                  <a:gd name="connsiteY3" fmla="*/ 1029 h 6345"/>
                  <a:gd name="connsiteX4" fmla="*/ 3456 w 6343"/>
                  <a:gd name="connsiteY4" fmla="*/ 100 h 6345"/>
                  <a:gd name="connsiteX5" fmla="*/ 1213 w 6343"/>
                  <a:gd name="connsiteY5" fmla="*/ 1029 h 6345"/>
                  <a:gd name="connsiteX6" fmla="*/ 284 w 6343"/>
                  <a:gd name="connsiteY6" fmla="*/ 3273 h 6345"/>
                  <a:gd name="connsiteX7" fmla="*/ 1213 w 6343"/>
                  <a:gd name="connsiteY7" fmla="*/ 5516 h 6345"/>
                  <a:gd name="connsiteX8" fmla="*/ 3456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446"/>
                    </a:moveTo>
                    <a:cubicBezTo>
                      <a:pt x="4297" y="6446"/>
                      <a:pt x="5103" y="6111"/>
                      <a:pt x="5698" y="5516"/>
                    </a:cubicBezTo>
                    <a:cubicBezTo>
                      <a:pt x="6293" y="4921"/>
                      <a:pt x="6627" y="4114"/>
                      <a:pt x="6627" y="3273"/>
                    </a:cubicBezTo>
                    <a:cubicBezTo>
                      <a:pt x="6627" y="2431"/>
                      <a:pt x="6293" y="1624"/>
                      <a:pt x="5698" y="1029"/>
                    </a:cubicBezTo>
                    <a:cubicBezTo>
                      <a:pt x="5103" y="434"/>
                      <a:pt x="4297" y="100"/>
                      <a:pt x="3456" y="100"/>
                    </a:cubicBezTo>
                    <a:cubicBezTo>
                      <a:pt x="2614" y="100"/>
                      <a:pt x="1808" y="434"/>
                      <a:pt x="1213" y="1029"/>
                    </a:cubicBezTo>
                    <a:cubicBezTo>
                      <a:pt x="618" y="1624"/>
                      <a:pt x="284" y="2431"/>
                      <a:pt x="284" y="3273"/>
                    </a:cubicBezTo>
                    <a:cubicBezTo>
                      <a:pt x="284" y="4114"/>
                      <a:pt x="618" y="4921"/>
                      <a:pt x="1213" y="5516"/>
                    </a:cubicBezTo>
                    <a:cubicBezTo>
                      <a:pt x="1808" y="6111"/>
                      <a:pt x="2614" y="6446"/>
                      <a:pt x="3456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8" name="Freeform: Shape 1107">
                <a:extLst>
                  <a:ext uri="{FF2B5EF4-FFF2-40B4-BE49-F238E27FC236}">
                    <a16:creationId xmlns:a16="http://schemas.microsoft.com/office/drawing/2014/main" id="{3950BB75-39CF-583C-518E-125073B626B3}"/>
                  </a:ext>
                </a:extLst>
              </p:cNvPr>
              <p:cNvSpPr/>
              <p:nvPr/>
            </p:nvSpPr>
            <p:spPr>
              <a:xfrm>
                <a:off x="4461396" y="4754406"/>
                <a:ext cx="6343" cy="6345"/>
              </a:xfrm>
              <a:custGeom>
                <a:avLst/>
                <a:gdLst>
                  <a:gd name="connsiteX0" fmla="*/ 3456 w 6343"/>
                  <a:gd name="connsiteY0" fmla="*/ 6446 h 6345"/>
                  <a:gd name="connsiteX1" fmla="*/ 5699 w 6343"/>
                  <a:gd name="connsiteY1" fmla="*/ 5517 h 6345"/>
                  <a:gd name="connsiteX2" fmla="*/ 6628 w 6343"/>
                  <a:gd name="connsiteY2" fmla="*/ 3273 h 6345"/>
                  <a:gd name="connsiteX3" fmla="*/ 5699 w 6343"/>
                  <a:gd name="connsiteY3" fmla="*/ 1030 h 6345"/>
                  <a:gd name="connsiteX4" fmla="*/ 3456 w 6343"/>
                  <a:gd name="connsiteY4" fmla="*/ 100 h 6345"/>
                  <a:gd name="connsiteX5" fmla="*/ 1213 w 6343"/>
                  <a:gd name="connsiteY5" fmla="*/ 1030 h 6345"/>
                  <a:gd name="connsiteX6" fmla="*/ 284 w 6343"/>
                  <a:gd name="connsiteY6" fmla="*/ 3273 h 6345"/>
                  <a:gd name="connsiteX7" fmla="*/ 1213 w 6343"/>
                  <a:gd name="connsiteY7" fmla="*/ 5517 h 6345"/>
                  <a:gd name="connsiteX8" fmla="*/ 3456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446"/>
                    </a:moveTo>
                    <a:cubicBezTo>
                      <a:pt x="4297" y="6446"/>
                      <a:pt x="5104" y="6112"/>
                      <a:pt x="5699" y="5517"/>
                    </a:cubicBezTo>
                    <a:cubicBezTo>
                      <a:pt x="6293" y="4922"/>
                      <a:pt x="6628" y="4115"/>
                      <a:pt x="6628" y="3273"/>
                    </a:cubicBezTo>
                    <a:cubicBezTo>
                      <a:pt x="6628" y="2432"/>
                      <a:pt x="6293" y="1625"/>
                      <a:pt x="5699" y="1030"/>
                    </a:cubicBezTo>
                    <a:cubicBezTo>
                      <a:pt x="5104" y="435"/>
                      <a:pt x="4297" y="100"/>
                      <a:pt x="3456" y="100"/>
                    </a:cubicBezTo>
                    <a:cubicBezTo>
                      <a:pt x="2615" y="100"/>
                      <a:pt x="1808" y="435"/>
                      <a:pt x="1213" y="1030"/>
                    </a:cubicBezTo>
                    <a:cubicBezTo>
                      <a:pt x="619" y="1625"/>
                      <a:pt x="284" y="2432"/>
                      <a:pt x="284" y="3273"/>
                    </a:cubicBezTo>
                    <a:cubicBezTo>
                      <a:pt x="284" y="4115"/>
                      <a:pt x="619" y="4922"/>
                      <a:pt x="1213" y="5517"/>
                    </a:cubicBezTo>
                    <a:cubicBezTo>
                      <a:pt x="1808" y="6112"/>
                      <a:pt x="2615" y="6446"/>
                      <a:pt x="3456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9" name="Freeform: Shape 1108">
                <a:extLst>
                  <a:ext uri="{FF2B5EF4-FFF2-40B4-BE49-F238E27FC236}">
                    <a16:creationId xmlns:a16="http://schemas.microsoft.com/office/drawing/2014/main" id="{15710FEB-E890-DA4A-A748-7FEB90652B57}"/>
                  </a:ext>
                </a:extLst>
              </p:cNvPr>
              <p:cNvSpPr/>
              <p:nvPr/>
            </p:nvSpPr>
            <p:spPr>
              <a:xfrm>
                <a:off x="4468418" y="4756367"/>
                <a:ext cx="6343" cy="6345"/>
              </a:xfrm>
              <a:custGeom>
                <a:avLst/>
                <a:gdLst>
                  <a:gd name="connsiteX0" fmla="*/ 3457 w 6343"/>
                  <a:gd name="connsiteY0" fmla="*/ 6446 h 6345"/>
                  <a:gd name="connsiteX1" fmla="*/ 5699 w 6343"/>
                  <a:gd name="connsiteY1" fmla="*/ 5517 h 6345"/>
                  <a:gd name="connsiteX2" fmla="*/ 6628 w 6343"/>
                  <a:gd name="connsiteY2" fmla="*/ 3273 h 6345"/>
                  <a:gd name="connsiteX3" fmla="*/ 5699 w 6343"/>
                  <a:gd name="connsiteY3" fmla="*/ 1030 h 6345"/>
                  <a:gd name="connsiteX4" fmla="*/ 3457 w 6343"/>
                  <a:gd name="connsiteY4" fmla="*/ 101 h 6345"/>
                  <a:gd name="connsiteX5" fmla="*/ 1214 w 6343"/>
                  <a:gd name="connsiteY5" fmla="*/ 1030 h 6345"/>
                  <a:gd name="connsiteX6" fmla="*/ 285 w 6343"/>
                  <a:gd name="connsiteY6" fmla="*/ 3273 h 6345"/>
                  <a:gd name="connsiteX7" fmla="*/ 1214 w 6343"/>
                  <a:gd name="connsiteY7" fmla="*/ 5517 h 6345"/>
                  <a:gd name="connsiteX8" fmla="*/ 3457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46"/>
                    </a:moveTo>
                    <a:cubicBezTo>
                      <a:pt x="4298" y="6446"/>
                      <a:pt x="5104" y="6112"/>
                      <a:pt x="5699" y="5517"/>
                    </a:cubicBezTo>
                    <a:cubicBezTo>
                      <a:pt x="6294" y="4922"/>
                      <a:pt x="6628" y="4115"/>
                      <a:pt x="6628" y="3273"/>
                    </a:cubicBezTo>
                    <a:cubicBezTo>
                      <a:pt x="6628" y="2432"/>
                      <a:pt x="6294" y="1625"/>
                      <a:pt x="5699" y="1030"/>
                    </a:cubicBezTo>
                    <a:cubicBezTo>
                      <a:pt x="5104" y="435"/>
                      <a:pt x="4298" y="101"/>
                      <a:pt x="3457" y="101"/>
                    </a:cubicBezTo>
                    <a:cubicBezTo>
                      <a:pt x="2615" y="101"/>
                      <a:pt x="1809" y="435"/>
                      <a:pt x="1214" y="1030"/>
                    </a:cubicBezTo>
                    <a:cubicBezTo>
                      <a:pt x="619" y="1625"/>
                      <a:pt x="285" y="2432"/>
                      <a:pt x="285" y="3273"/>
                    </a:cubicBezTo>
                    <a:cubicBezTo>
                      <a:pt x="285" y="4115"/>
                      <a:pt x="619" y="4922"/>
                      <a:pt x="1214" y="5517"/>
                    </a:cubicBezTo>
                    <a:cubicBezTo>
                      <a:pt x="1809" y="6112"/>
                      <a:pt x="2615" y="6446"/>
                      <a:pt x="3457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0" name="Freeform: Shape 1109">
                <a:extLst>
                  <a:ext uri="{FF2B5EF4-FFF2-40B4-BE49-F238E27FC236}">
                    <a16:creationId xmlns:a16="http://schemas.microsoft.com/office/drawing/2014/main" id="{ED9012FF-8CBF-1987-9ED8-4B639E4A1319}"/>
                  </a:ext>
                </a:extLst>
              </p:cNvPr>
              <p:cNvSpPr/>
              <p:nvPr/>
            </p:nvSpPr>
            <p:spPr>
              <a:xfrm>
                <a:off x="4474888" y="4759269"/>
                <a:ext cx="6343" cy="6345"/>
              </a:xfrm>
              <a:custGeom>
                <a:avLst/>
                <a:gdLst>
                  <a:gd name="connsiteX0" fmla="*/ 3457 w 6343"/>
                  <a:gd name="connsiteY0" fmla="*/ 6446 h 6345"/>
                  <a:gd name="connsiteX1" fmla="*/ 5700 w 6343"/>
                  <a:gd name="connsiteY1" fmla="*/ 5517 h 6345"/>
                  <a:gd name="connsiteX2" fmla="*/ 6629 w 6343"/>
                  <a:gd name="connsiteY2" fmla="*/ 3274 h 6345"/>
                  <a:gd name="connsiteX3" fmla="*/ 5700 w 6343"/>
                  <a:gd name="connsiteY3" fmla="*/ 1030 h 6345"/>
                  <a:gd name="connsiteX4" fmla="*/ 3457 w 6343"/>
                  <a:gd name="connsiteY4" fmla="*/ 101 h 6345"/>
                  <a:gd name="connsiteX5" fmla="*/ 1214 w 6343"/>
                  <a:gd name="connsiteY5" fmla="*/ 1030 h 6345"/>
                  <a:gd name="connsiteX6" fmla="*/ 286 w 6343"/>
                  <a:gd name="connsiteY6" fmla="*/ 3274 h 6345"/>
                  <a:gd name="connsiteX7" fmla="*/ 1214 w 6343"/>
                  <a:gd name="connsiteY7" fmla="*/ 5517 h 6345"/>
                  <a:gd name="connsiteX8" fmla="*/ 3457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46"/>
                    </a:moveTo>
                    <a:cubicBezTo>
                      <a:pt x="4298" y="6446"/>
                      <a:pt x="5105" y="6112"/>
                      <a:pt x="5700" y="5517"/>
                    </a:cubicBezTo>
                    <a:cubicBezTo>
                      <a:pt x="6294" y="4922"/>
                      <a:pt x="6629" y="4115"/>
                      <a:pt x="6629" y="3274"/>
                    </a:cubicBezTo>
                    <a:cubicBezTo>
                      <a:pt x="6629" y="2432"/>
                      <a:pt x="6294" y="1625"/>
                      <a:pt x="5700" y="1030"/>
                    </a:cubicBezTo>
                    <a:cubicBezTo>
                      <a:pt x="5105" y="435"/>
                      <a:pt x="4298" y="101"/>
                      <a:pt x="3457" y="101"/>
                    </a:cubicBezTo>
                    <a:cubicBezTo>
                      <a:pt x="2616" y="101"/>
                      <a:pt x="1809" y="435"/>
                      <a:pt x="1214" y="1030"/>
                    </a:cubicBezTo>
                    <a:cubicBezTo>
                      <a:pt x="620" y="1625"/>
                      <a:pt x="286" y="2432"/>
                      <a:pt x="286" y="3274"/>
                    </a:cubicBezTo>
                    <a:cubicBezTo>
                      <a:pt x="286" y="4115"/>
                      <a:pt x="620" y="4922"/>
                      <a:pt x="1214" y="5517"/>
                    </a:cubicBezTo>
                    <a:cubicBezTo>
                      <a:pt x="1809" y="6112"/>
                      <a:pt x="2616" y="6446"/>
                      <a:pt x="3457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1" name="Freeform: Shape 1110">
                <a:extLst>
                  <a:ext uri="{FF2B5EF4-FFF2-40B4-BE49-F238E27FC236}">
                    <a16:creationId xmlns:a16="http://schemas.microsoft.com/office/drawing/2014/main" id="{9969728F-8FF0-6FD3-B247-082F3DB33865}"/>
                  </a:ext>
                </a:extLst>
              </p:cNvPr>
              <p:cNvSpPr/>
              <p:nvPr/>
            </p:nvSpPr>
            <p:spPr>
              <a:xfrm>
                <a:off x="4481294" y="4762294"/>
                <a:ext cx="6343" cy="6345"/>
              </a:xfrm>
              <a:custGeom>
                <a:avLst/>
                <a:gdLst>
                  <a:gd name="connsiteX0" fmla="*/ 3458 w 6343"/>
                  <a:gd name="connsiteY0" fmla="*/ 6446 h 6345"/>
                  <a:gd name="connsiteX1" fmla="*/ 5700 w 6343"/>
                  <a:gd name="connsiteY1" fmla="*/ 5517 h 6345"/>
                  <a:gd name="connsiteX2" fmla="*/ 6629 w 6343"/>
                  <a:gd name="connsiteY2" fmla="*/ 3274 h 6345"/>
                  <a:gd name="connsiteX3" fmla="*/ 5700 w 6343"/>
                  <a:gd name="connsiteY3" fmla="*/ 1030 h 6345"/>
                  <a:gd name="connsiteX4" fmla="*/ 3458 w 6343"/>
                  <a:gd name="connsiteY4" fmla="*/ 101 h 6345"/>
                  <a:gd name="connsiteX5" fmla="*/ 1215 w 6343"/>
                  <a:gd name="connsiteY5" fmla="*/ 1030 h 6345"/>
                  <a:gd name="connsiteX6" fmla="*/ 286 w 6343"/>
                  <a:gd name="connsiteY6" fmla="*/ 3274 h 6345"/>
                  <a:gd name="connsiteX7" fmla="*/ 1215 w 6343"/>
                  <a:gd name="connsiteY7" fmla="*/ 5517 h 6345"/>
                  <a:gd name="connsiteX8" fmla="*/ 3458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446"/>
                    </a:moveTo>
                    <a:cubicBezTo>
                      <a:pt x="4299" y="6446"/>
                      <a:pt x="5106" y="6112"/>
                      <a:pt x="5700" y="5517"/>
                    </a:cubicBezTo>
                    <a:cubicBezTo>
                      <a:pt x="6295" y="4922"/>
                      <a:pt x="6629" y="4115"/>
                      <a:pt x="6629" y="3274"/>
                    </a:cubicBezTo>
                    <a:cubicBezTo>
                      <a:pt x="6629" y="2432"/>
                      <a:pt x="6295" y="1625"/>
                      <a:pt x="5700" y="1030"/>
                    </a:cubicBezTo>
                    <a:cubicBezTo>
                      <a:pt x="5106" y="435"/>
                      <a:pt x="4299" y="101"/>
                      <a:pt x="3458" y="101"/>
                    </a:cubicBezTo>
                    <a:cubicBezTo>
                      <a:pt x="2617" y="101"/>
                      <a:pt x="1810" y="435"/>
                      <a:pt x="1215" y="1030"/>
                    </a:cubicBezTo>
                    <a:cubicBezTo>
                      <a:pt x="620" y="1625"/>
                      <a:pt x="286" y="2432"/>
                      <a:pt x="286" y="3274"/>
                    </a:cubicBezTo>
                    <a:cubicBezTo>
                      <a:pt x="286" y="4115"/>
                      <a:pt x="620" y="4922"/>
                      <a:pt x="1215" y="5517"/>
                    </a:cubicBezTo>
                    <a:cubicBezTo>
                      <a:pt x="1810" y="6112"/>
                      <a:pt x="2617" y="6446"/>
                      <a:pt x="3458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2" name="Freeform: Shape 1111">
                <a:extLst>
                  <a:ext uri="{FF2B5EF4-FFF2-40B4-BE49-F238E27FC236}">
                    <a16:creationId xmlns:a16="http://schemas.microsoft.com/office/drawing/2014/main" id="{A044298D-243C-90B0-48C2-BFBE92F1EBFF}"/>
                  </a:ext>
                </a:extLst>
              </p:cNvPr>
              <p:cNvSpPr/>
              <p:nvPr/>
            </p:nvSpPr>
            <p:spPr>
              <a:xfrm>
                <a:off x="4490338" y="4761177"/>
                <a:ext cx="6343" cy="6345"/>
              </a:xfrm>
              <a:custGeom>
                <a:avLst/>
                <a:gdLst>
                  <a:gd name="connsiteX0" fmla="*/ 3458 w 6343"/>
                  <a:gd name="connsiteY0" fmla="*/ 6446 h 6345"/>
                  <a:gd name="connsiteX1" fmla="*/ 5701 w 6343"/>
                  <a:gd name="connsiteY1" fmla="*/ 5517 h 6345"/>
                  <a:gd name="connsiteX2" fmla="*/ 6630 w 6343"/>
                  <a:gd name="connsiteY2" fmla="*/ 3274 h 6345"/>
                  <a:gd name="connsiteX3" fmla="*/ 5701 w 6343"/>
                  <a:gd name="connsiteY3" fmla="*/ 1030 h 6345"/>
                  <a:gd name="connsiteX4" fmla="*/ 3458 w 6343"/>
                  <a:gd name="connsiteY4" fmla="*/ 101 h 6345"/>
                  <a:gd name="connsiteX5" fmla="*/ 1216 w 6343"/>
                  <a:gd name="connsiteY5" fmla="*/ 1030 h 6345"/>
                  <a:gd name="connsiteX6" fmla="*/ 287 w 6343"/>
                  <a:gd name="connsiteY6" fmla="*/ 3274 h 6345"/>
                  <a:gd name="connsiteX7" fmla="*/ 1216 w 6343"/>
                  <a:gd name="connsiteY7" fmla="*/ 5517 h 6345"/>
                  <a:gd name="connsiteX8" fmla="*/ 3458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446"/>
                    </a:moveTo>
                    <a:cubicBezTo>
                      <a:pt x="4299" y="6446"/>
                      <a:pt x="5106" y="6112"/>
                      <a:pt x="5701" y="5517"/>
                    </a:cubicBezTo>
                    <a:cubicBezTo>
                      <a:pt x="6296" y="4922"/>
                      <a:pt x="6630" y="4115"/>
                      <a:pt x="6630" y="3274"/>
                    </a:cubicBezTo>
                    <a:cubicBezTo>
                      <a:pt x="6630" y="2432"/>
                      <a:pt x="6296" y="1625"/>
                      <a:pt x="5701" y="1030"/>
                    </a:cubicBezTo>
                    <a:cubicBezTo>
                      <a:pt x="5106" y="435"/>
                      <a:pt x="4299" y="101"/>
                      <a:pt x="3458" y="101"/>
                    </a:cubicBezTo>
                    <a:cubicBezTo>
                      <a:pt x="2617" y="101"/>
                      <a:pt x="1810" y="435"/>
                      <a:pt x="1216" y="1030"/>
                    </a:cubicBezTo>
                    <a:cubicBezTo>
                      <a:pt x="621" y="1625"/>
                      <a:pt x="287" y="2432"/>
                      <a:pt x="287" y="3274"/>
                    </a:cubicBezTo>
                    <a:cubicBezTo>
                      <a:pt x="287" y="4115"/>
                      <a:pt x="621" y="4922"/>
                      <a:pt x="1216" y="5517"/>
                    </a:cubicBezTo>
                    <a:cubicBezTo>
                      <a:pt x="1810" y="6112"/>
                      <a:pt x="2617" y="6446"/>
                      <a:pt x="3458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3" name="Freeform: Shape 1112">
                <a:extLst>
                  <a:ext uri="{FF2B5EF4-FFF2-40B4-BE49-F238E27FC236}">
                    <a16:creationId xmlns:a16="http://schemas.microsoft.com/office/drawing/2014/main" id="{3D17E63D-50D5-9422-0AB1-BB653478CF1E}"/>
                  </a:ext>
                </a:extLst>
              </p:cNvPr>
              <p:cNvSpPr/>
              <p:nvPr/>
            </p:nvSpPr>
            <p:spPr>
              <a:xfrm>
                <a:off x="4552947" y="4690928"/>
                <a:ext cx="6343" cy="6345"/>
              </a:xfrm>
              <a:custGeom>
                <a:avLst/>
                <a:gdLst>
                  <a:gd name="connsiteX0" fmla="*/ 3463 w 6343"/>
                  <a:gd name="connsiteY0" fmla="*/ 6441 h 6345"/>
                  <a:gd name="connsiteX1" fmla="*/ 5706 w 6343"/>
                  <a:gd name="connsiteY1" fmla="*/ 5512 h 6345"/>
                  <a:gd name="connsiteX2" fmla="*/ 6635 w 6343"/>
                  <a:gd name="connsiteY2" fmla="*/ 3268 h 6345"/>
                  <a:gd name="connsiteX3" fmla="*/ 5706 w 6343"/>
                  <a:gd name="connsiteY3" fmla="*/ 1025 h 6345"/>
                  <a:gd name="connsiteX4" fmla="*/ 3463 w 6343"/>
                  <a:gd name="connsiteY4" fmla="*/ 95 h 6345"/>
                  <a:gd name="connsiteX5" fmla="*/ 1221 w 6343"/>
                  <a:gd name="connsiteY5" fmla="*/ 1025 h 6345"/>
                  <a:gd name="connsiteX6" fmla="*/ 292 w 6343"/>
                  <a:gd name="connsiteY6" fmla="*/ 3268 h 6345"/>
                  <a:gd name="connsiteX7" fmla="*/ 1221 w 6343"/>
                  <a:gd name="connsiteY7" fmla="*/ 5512 h 6345"/>
                  <a:gd name="connsiteX8" fmla="*/ 3463 w 6343"/>
                  <a:gd name="connsiteY8" fmla="*/ 64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3" y="6441"/>
                    </a:moveTo>
                    <a:cubicBezTo>
                      <a:pt x="4304" y="6441"/>
                      <a:pt x="5111" y="6107"/>
                      <a:pt x="5706" y="5512"/>
                    </a:cubicBezTo>
                    <a:cubicBezTo>
                      <a:pt x="6301" y="4917"/>
                      <a:pt x="6635" y="4110"/>
                      <a:pt x="6635" y="3268"/>
                    </a:cubicBezTo>
                    <a:cubicBezTo>
                      <a:pt x="6635" y="2427"/>
                      <a:pt x="6301" y="1620"/>
                      <a:pt x="5706" y="1025"/>
                    </a:cubicBezTo>
                    <a:cubicBezTo>
                      <a:pt x="5111" y="430"/>
                      <a:pt x="4304" y="95"/>
                      <a:pt x="3463" y="95"/>
                    </a:cubicBezTo>
                    <a:cubicBezTo>
                      <a:pt x="2622" y="95"/>
                      <a:pt x="1815" y="430"/>
                      <a:pt x="1221" y="1025"/>
                    </a:cubicBezTo>
                    <a:cubicBezTo>
                      <a:pt x="626" y="1620"/>
                      <a:pt x="292" y="2427"/>
                      <a:pt x="292" y="3268"/>
                    </a:cubicBezTo>
                    <a:cubicBezTo>
                      <a:pt x="292" y="4110"/>
                      <a:pt x="626" y="4917"/>
                      <a:pt x="1221" y="5512"/>
                    </a:cubicBezTo>
                    <a:cubicBezTo>
                      <a:pt x="1815" y="6107"/>
                      <a:pt x="2622" y="6441"/>
                      <a:pt x="3463" y="64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4" name="Freeform: Shape 1113">
                <a:extLst>
                  <a:ext uri="{FF2B5EF4-FFF2-40B4-BE49-F238E27FC236}">
                    <a16:creationId xmlns:a16="http://schemas.microsoft.com/office/drawing/2014/main" id="{30A24153-C320-C142-4527-606D52034BC2}"/>
                  </a:ext>
                </a:extLst>
              </p:cNvPr>
              <p:cNvSpPr/>
              <p:nvPr/>
            </p:nvSpPr>
            <p:spPr>
              <a:xfrm>
                <a:off x="4554279" y="4702796"/>
                <a:ext cx="6343" cy="6345"/>
              </a:xfrm>
              <a:custGeom>
                <a:avLst/>
                <a:gdLst>
                  <a:gd name="connsiteX0" fmla="*/ 3463 w 6343"/>
                  <a:gd name="connsiteY0" fmla="*/ 6442 h 6345"/>
                  <a:gd name="connsiteX1" fmla="*/ 5706 w 6343"/>
                  <a:gd name="connsiteY1" fmla="*/ 5513 h 6345"/>
                  <a:gd name="connsiteX2" fmla="*/ 6635 w 6343"/>
                  <a:gd name="connsiteY2" fmla="*/ 3269 h 6345"/>
                  <a:gd name="connsiteX3" fmla="*/ 5706 w 6343"/>
                  <a:gd name="connsiteY3" fmla="*/ 1026 h 6345"/>
                  <a:gd name="connsiteX4" fmla="*/ 3463 w 6343"/>
                  <a:gd name="connsiteY4" fmla="*/ 96 h 6345"/>
                  <a:gd name="connsiteX5" fmla="*/ 1221 w 6343"/>
                  <a:gd name="connsiteY5" fmla="*/ 1026 h 6345"/>
                  <a:gd name="connsiteX6" fmla="*/ 292 w 6343"/>
                  <a:gd name="connsiteY6" fmla="*/ 3269 h 6345"/>
                  <a:gd name="connsiteX7" fmla="*/ 1221 w 6343"/>
                  <a:gd name="connsiteY7" fmla="*/ 5513 h 6345"/>
                  <a:gd name="connsiteX8" fmla="*/ 3463 w 6343"/>
                  <a:gd name="connsiteY8" fmla="*/ 64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3" y="6442"/>
                    </a:moveTo>
                    <a:cubicBezTo>
                      <a:pt x="4304" y="6442"/>
                      <a:pt x="5111" y="6108"/>
                      <a:pt x="5706" y="5513"/>
                    </a:cubicBezTo>
                    <a:cubicBezTo>
                      <a:pt x="6301" y="4918"/>
                      <a:pt x="6635" y="4111"/>
                      <a:pt x="6635" y="3269"/>
                    </a:cubicBezTo>
                    <a:cubicBezTo>
                      <a:pt x="6635" y="2428"/>
                      <a:pt x="6301" y="1621"/>
                      <a:pt x="5706" y="1026"/>
                    </a:cubicBezTo>
                    <a:cubicBezTo>
                      <a:pt x="5111" y="431"/>
                      <a:pt x="4304" y="96"/>
                      <a:pt x="3463" y="96"/>
                    </a:cubicBezTo>
                    <a:cubicBezTo>
                      <a:pt x="2622" y="96"/>
                      <a:pt x="1815" y="431"/>
                      <a:pt x="1221" y="1026"/>
                    </a:cubicBezTo>
                    <a:cubicBezTo>
                      <a:pt x="626" y="1621"/>
                      <a:pt x="292" y="2428"/>
                      <a:pt x="292" y="3269"/>
                    </a:cubicBezTo>
                    <a:cubicBezTo>
                      <a:pt x="292" y="4111"/>
                      <a:pt x="626" y="4918"/>
                      <a:pt x="1221" y="5513"/>
                    </a:cubicBezTo>
                    <a:cubicBezTo>
                      <a:pt x="1815" y="6108"/>
                      <a:pt x="2622" y="6442"/>
                      <a:pt x="3463" y="64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5" name="Freeform: Shape 1114">
                <a:extLst>
                  <a:ext uri="{FF2B5EF4-FFF2-40B4-BE49-F238E27FC236}">
                    <a16:creationId xmlns:a16="http://schemas.microsoft.com/office/drawing/2014/main" id="{699F779D-6B68-C6DB-07FF-3CFF4034BCD9}"/>
                  </a:ext>
                </a:extLst>
              </p:cNvPr>
              <p:cNvSpPr/>
              <p:nvPr/>
            </p:nvSpPr>
            <p:spPr>
              <a:xfrm>
                <a:off x="4658401" y="4560692"/>
                <a:ext cx="6343" cy="6345"/>
              </a:xfrm>
              <a:custGeom>
                <a:avLst/>
                <a:gdLst>
                  <a:gd name="connsiteX0" fmla="*/ 3472 w 6343"/>
                  <a:gd name="connsiteY0" fmla="*/ 6431 h 6345"/>
                  <a:gd name="connsiteX1" fmla="*/ 5714 w 6343"/>
                  <a:gd name="connsiteY1" fmla="*/ 5501 h 6345"/>
                  <a:gd name="connsiteX2" fmla="*/ 6643 w 6343"/>
                  <a:gd name="connsiteY2" fmla="*/ 3258 h 6345"/>
                  <a:gd name="connsiteX3" fmla="*/ 5714 w 6343"/>
                  <a:gd name="connsiteY3" fmla="*/ 1014 h 6345"/>
                  <a:gd name="connsiteX4" fmla="*/ 3472 w 6343"/>
                  <a:gd name="connsiteY4" fmla="*/ 85 h 6345"/>
                  <a:gd name="connsiteX5" fmla="*/ 1229 w 6343"/>
                  <a:gd name="connsiteY5" fmla="*/ 1014 h 6345"/>
                  <a:gd name="connsiteX6" fmla="*/ 300 w 6343"/>
                  <a:gd name="connsiteY6" fmla="*/ 3258 h 6345"/>
                  <a:gd name="connsiteX7" fmla="*/ 1229 w 6343"/>
                  <a:gd name="connsiteY7" fmla="*/ 5501 h 6345"/>
                  <a:gd name="connsiteX8" fmla="*/ 3472 w 6343"/>
                  <a:gd name="connsiteY8" fmla="*/ 64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2" y="6431"/>
                    </a:moveTo>
                    <a:cubicBezTo>
                      <a:pt x="4313" y="6431"/>
                      <a:pt x="5119" y="6096"/>
                      <a:pt x="5714" y="5501"/>
                    </a:cubicBezTo>
                    <a:cubicBezTo>
                      <a:pt x="6309" y="4906"/>
                      <a:pt x="6643" y="4099"/>
                      <a:pt x="6643" y="3258"/>
                    </a:cubicBezTo>
                    <a:cubicBezTo>
                      <a:pt x="6643" y="2416"/>
                      <a:pt x="6309" y="1609"/>
                      <a:pt x="5714" y="1014"/>
                    </a:cubicBezTo>
                    <a:cubicBezTo>
                      <a:pt x="5119" y="419"/>
                      <a:pt x="4313" y="85"/>
                      <a:pt x="3472" y="85"/>
                    </a:cubicBezTo>
                    <a:cubicBezTo>
                      <a:pt x="2630" y="85"/>
                      <a:pt x="1824" y="419"/>
                      <a:pt x="1229" y="1014"/>
                    </a:cubicBezTo>
                    <a:cubicBezTo>
                      <a:pt x="634" y="1609"/>
                      <a:pt x="300" y="2416"/>
                      <a:pt x="300" y="3258"/>
                    </a:cubicBezTo>
                    <a:cubicBezTo>
                      <a:pt x="300" y="4099"/>
                      <a:pt x="634" y="4906"/>
                      <a:pt x="1229" y="5501"/>
                    </a:cubicBezTo>
                    <a:cubicBezTo>
                      <a:pt x="1824" y="6096"/>
                      <a:pt x="2630" y="6431"/>
                      <a:pt x="3472" y="64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6" name="Freeform: Shape 1115">
                <a:extLst>
                  <a:ext uri="{FF2B5EF4-FFF2-40B4-BE49-F238E27FC236}">
                    <a16:creationId xmlns:a16="http://schemas.microsoft.com/office/drawing/2014/main" id="{79761307-6E1E-7282-1281-3748181EE8F1}"/>
                  </a:ext>
                </a:extLst>
              </p:cNvPr>
              <p:cNvSpPr/>
              <p:nvPr/>
            </p:nvSpPr>
            <p:spPr>
              <a:xfrm>
                <a:off x="4571118" y="4705004"/>
                <a:ext cx="6343" cy="6345"/>
              </a:xfrm>
              <a:custGeom>
                <a:avLst/>
                <a:gdLst>
                  <a:gd name="connsiteX0" fmla="*/ 3465 w 6343"/>
                  <a:gd name="connsiteY0" fmla="*/ 6442 h 6345"/>
                  <a:gd name="connsiteX1" fmla="*/ 5707 w 6343"/>
                  <a:gd name="connsiteY1" fmla="*/ 5513 h 6345"/>
                  <a:gd name="connsiteX2" fmla="*/ 6636 w 6343"/>
                  <a:gd name="connsiteY2" fmla="*/ 3269 h 6345"/>
                  <a:gd name="connsiteX3" fmla="*/ 5707 w 6343"/>
                  <a:gd name="connsiteY3" fmla="*/ 1026 h 6345"/>
                  <a:gd name="connsiteX4" fmla="*/ 3465 w 6343"/>
                  <a:gd name="connsiteY4" fmla="*/ 97 h 6345"/>
                  <a:gd name="connsiteX5" fmla="*/ 1222 w 6343"/>
                  <a:gd name="connsiteY5" fmla="*/ 1026 h 6345"/>
                  <a:gd name="connsiteX6" fmla="*/ 293 w 6343"/>
                  <a:gd name="connsiteY6" fmla="*/ 3269 h 6345"/>
                  <a:gd name="connsiteX7" fmla="*/ 1222 w 6343"/>
                  <a:gd name="connsiteY7" fmla="*/ 5513 h 6345"/>
                  <a:gd name="connsiteX8" fmla="*/ 3465 w 6343"/>
                  <a:gd name="connsiteY8" fmla="*/ 64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5" y="6442"/>
                    </a:moveTo>
                    <a:cubicBezTo>
                      <a:pt x="4306" y="6442"/>
                      <a:pt x="5113" y="6108"/>
                      <a:pt x="5707" y="5513"/>
                    </a:cubicBezTo>
                    <a:cubicBezTo>
                      <a:pt x="6302" y="4918"/>
                      <a:pt x="6636" y="4111"/>
                      <a:pt x="6636" y="3269"/>
                    </a:cubicBezTo>
                    <a:cubicBezTo>
                      <a:pt x="6636" y="2428"/>
                      <a:pt x="6302" y="1621"/>
                      <a:pt x="5707" y="1026"/>
                    </a:cubicBezTo>
                    <a:cubicBezTo>
                      <a:pt x="5113" y="431"/>
                      <a:pt x="4306" y="97"/>
                      <a:pt x="3465" y="97"/>
                    </a:cubicBezTo>
                    <a:cubicBezTo>
                      <a:pt x="2624" y="97"/>
                      <a:pt x="1817" y="431"/>
                      <a:pt x="1222" y="1026"/>
                    </a:cubicBezTo>
                    <a:cubicBezTo>
                      <a:pt x="627" y="1621"/>
                      <a:pt x="293" y="2428"/>
                      <a:pt x="293" y="3269"/>
                    </a:cubicBezTo>
                    <a:cubicBezTo>
                      <a:pt x="293" y="4111"/>
                      <a:pt x="627" y="4918"/>
                      <a:pt x="1222" y="5513"/>
                    </a:cubicBezTo>
                    <a:cubicBezTo>
                      <a:pt x="1817" y="6108"/>
                      <a:pt x="2624" y="6442"/>
                      <a:pt x="3465" y="64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7" name="Freeform: Shape 1116">
                <a:extLst>
                  <a:ext uri="{FF2B5EF4-FFF2-40B4-BE49-F238E27FC236}">
                    <a16:creationId xmlns:a16="http://schemas.microsoft.com/office/drawing/2014/main" id="{83A88DBA-3A2E-8B96-207B-0D9C125EF768}"/>
                  </a:ext>
                </a:extLst>
              </p:cNvPr>
              <p:cNvSpPr/>
              <p:nvPr/>
            </p:nvSpPr>
            <p:spPr>
              <a:xfrm>
                <a:off x="4575890" y="4711547"/>
                <a:ext cx="6343" cy="6345"/>
              </a:xfrm>
              <a:custGeom>
                <a:avLst/>
                <a:gdLst>
                  <a:gd name="connsiteX0" fmla="*/ 3465 w 6343"/>
                  <a:gd name="connsiteY0" fmla="*/ 6442 h 6345"/>
                  <a:gd name="connsiteX1" fmla="*/ 5708 w 6343"/>
                  <a:gd name="connsiteY1" fmla="*/ 5513 h 6345"/>
                  <a:gd name="connsiteX2" fmla="*/ 6637 w 6343"/>
                  <a:gd name="connsiteY2" fmla="*/ 3270 h 6345"/>
                  <a:gd name="connsiteX3" fmla="*/ 5708 w 6343"/>
                  <a:gd name="connsiteY3" fmla="*/ 1026 h 6345"/>
                  <a:gd name="connsiteX4" fmla="*/ 3465 w 6343"/>
                  <a:gd name="connsiteY4" fmla="*/ 97 h 6345"/>
                  <a:gd name="connsiteX5" fmla="*/ 1222 w 6343"/>
                  <a:gd name="connsiteY5" fmla="*/ 1026 h 6345"/>
                  <a:gd name="connsiteX6" fmla="*/ 294 w 6343"/>
                  <a:gd name="connsiteY6" fmla="*/ 3270 h 6345"/>
                  <a:gd name="connsiteX7" fmla="*/ 1222 w 6343"/>
                  <a:gd name="connsiteY7" fmla="*/ 5513 h 6345"/>
                  <a:gd name="connsiteX8" fmla="*/ 3465 w 6343"/>
                  <a:gd name="connsiteY8" fmla="*/ 64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5" y="6442"/>
                    </a:moveTo>
                    <a:cubicBezTo>
                      <a:pt x="4306" y="6442"/>
                      <a:pt x="5113" y="6108"/>
                      <a:pt x="5708" y="5513"/>
                    </a:cubicBezTo>
                    <a:cubicBezTo>
                      <a:pt x="6302" y="4918"/>
                      <a:pt x="6637" y="4111"/>
                      <a:pt x="6637" y="3270"/>
                    </a:cubicBezTo>
                    <a:cubicBezTo>
                      <a:pt x="6637" y="2428"/>
                      <a:pt x="6302" y="1621"/>
                      <a:pt x="5708" y="1026"/>
                    </a:cubicBezTo>
                    <a:cubicBezTo>
                      <a:pt x="5113" y="431"/>
                      <a:pt x="4306" y="97"/>
                      <a:pt x="3465" y="97"/>
                    </a:cubicBezTo>
                    <a:cubicBezTo>
                      <a:pt x="2624" y="97"/>
                      <a:pt x="1817" y="431"/>
                      <a:pt x="1222" y="1026"/>
                    </a:cubicBezTo>
                    <a:cubicBezTo>
                      <a:pt x="628" y="1621"/>
                      <a:pt x="294" y="2428"/>
                      <a:pt x="294" y="3270"/>
                    </a:cubicBezTo>
                    <a:cubicBezTo>
                      <a:pt x="294" y="4111"/>
                      <a:pt x="628" y="4918"/>
                      <a:pt x="1222" y="5513"/>
                    </a:cubicBezTo>
                    <a:cubicBezTo>
                      <a:pt x="1817" y="6108"/>
                      <a:pt x="2624" y="6442"/>
                      <a:pt x="3465" y="64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8" name="Freeform: Shape 1117">
                <a:extLst>
                  <a:ext uri="{FF2B5EF4-FFF2-40B4-BE49-F238E27FC236}">
                    <a16:creationId xmlns:a16="http://schemas.microsoft.com/office/drawing/2014/main" id="{3E4FBA61-ED9B-E45F-69C3-F2BAD824C4CD}"/>
                  </a:ext>
                </a:extLst>
              </p:cNvPr>
              <p:cNvSpPr/>
              <p:nvPr/>
            </p:nvSpPr>
            <p:spPr>
              <a:xfrm>
                <a:off x="4672363" y="4601083"/>
                <a:ext cx="6343" cy="6345"/>
              </a:xfrm>
              <a:custGeom>
                <a:avLst/>
                <a:gdLst>
                  <a:gd name="connsiteX0" fmla="*/ 3473 w 6343"/>
                  <a:gd name="connsiteY0" fmla="*/ 6434 h 6345"/>
                  <a:gd name="connsiteX1" fmla="*/ 5715 w 6343"/>
                  <a:gd name="connsiteY1" fmla="*/ 5505 h 6345"/>
                  <a:gd name="connsiteX2" fmla="*/ 6644 w 6343"/>
                  <a:gd name="connsiteY2" fmla="*/ 3261 h 6345"/>
                  <a:gd name="connsiteX3" fmla="*/ 5715 w 6343"/>
                  <a:gd name="connsiteY3" fmla="*/ 1018 h 6345"/>
                  <a:gd name="connsiteX4" fmla="*/ 3473 w 6343"/>
                  <a:gd name="connsiteY4" fmla="*/ 88 h 6345"/>
                  <a:gd name="connsiteX5" fmla="*/ 1230 w 6343"/>
                  <a:gd name="connsiteY5" fmla="*/ 1018 h 6345"/>
                  <a:gd name="connsiteX6" fmla="*/ 301 w 6343"/>
                  <a:gd name="connsiteY6" fmla="*/ 3261 h 6345"/>
                  <a:gd name="connsiteX7" fmla="*/ 1230 w 6343"/>
                  <a:gd name="connsiteY7" fmla="*/ 5505 h 6345"/>
                  <a:gd name="connsiteX8" fmla="*/ 3473 w 6343"/>
                  <a:gd name="connsiteY8" fmla="*/ 64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3" y="6434"/>
                    </a:moveTo>
                    <a:cubicBezTo>
                      <a:pt x="4314" y="6434"/>
                      <a:pt x="5121" y="6099"/>
                      <a:pt x="5715" y="5505"/>
                    </a:cubicBezTo>
                    <a:cubicBezTo>
                      <a:pt x="6310" y="4910"/>
                      <a:pt x="6644" y="4103"/>
                      <a:pt x="6644" y="3261"/>
                    </a:cubicBezTo>
                    <a:cubicBezTo>
                      <a:pt x="6644" y="2420"/>
                      <a:pt x="6310" y="1613"/>
                      <a:pt x="5715" y="1018"/>
                    </a:cubicBezTo>
                    <a:cubicBezTo>
                      <a:pt x="5121" y="423"/>
                      <a:pt x="4314" y="88"/>
                      <a:pt x="3473" y="88"/>
                    </a:cubicBezTo>
                    <a:cubicBezTo>
                      <a:pt x="2632" y="88"/>
                      <a:pt x="1825" y="423"/>
                      <a:pt x="1230" y="1018"/>
                    </a:cubicBezTo>
                    <a:cubicBezTo>
                      <a:pt x="635" y="1613"/>
                      <a:pt x="301" y="2420"/>
                      <a:pt x="301" y="3261"/>
                    </a:cubicBezTo>
                    <a:cubicBezTo>
                      <a:pt x="301" y="4103"/>
                      <a:pt x="635" y="4910"/>
                      <a:pt x="1230" y="5505"/>
                    </a:cubicBezTo>
                    <a:cubicBezTo>
                      <a:pt x="1825" y="6099"/>
                      <a:pt x="2632" y="6434"/>
                      <a:pt x="3473" y="64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9" name="Freeform: Shape 1118">
                <a:extLst>
                  <a:ext uri="{FF2B5EF4-FFF2-40B4-BE49-F238E27FC236}">
                    <a16:creationId xmlns:a16="http://schemas.microsoft.com/office/drawing/2014/main" id="{8E13C779-604B-B2D1-35FE-4E0B5D258CA5}"/>
                  </a:ext>
                </a:extLst>
              </p:cNvPr>
              <p:cNvSpPr/>
              <p:nvPr/>
            </p:nvSpPr>
            <p:spPr>
              <a:xfrm>
                <a:off x="4642080" y="4658162"/>
                <a:ext cx="6343" cy="6345"/>
              </a:xfrm>
              <a:custGeom>
                <a:avLst/>
                <a:gdLst>
                  <a:gd name="connsiteX0" fmla="*/ 3470 w 6343"/>
                  <a:gd name="connsiteY0" fmla="*/ 6438 h 6345"/>
                  <a:gd name="connsiteX1" fmla="*/ 5713 w 6343"/>
                  <a:gd name="connsiteY1" fmla="*/ 5509 h 6345"/>
                  <a:gd name="connsiteX2" fmla="*/ 6642 w 6343"/>
                  <a:gd name="connsiteY2" fmla="*/ 3266 h 6345"/>
                  <a:gd name="connsiteX3" fmla="*/ 5713 w 6343"/>
                  <a:gd name="connsiteY3" fmla="*/ 1022 h 6345"/>
                  <a:gd name="connsiteX4" fmla="*/ 3470 w 6343"/>
                  <a:gd name="connsiteY4" fmla="*/ 93 h 6345"/>
                  <a:gd name="connsiteX5" fmla="*/ 1228 w 6343"/>
                  <a:gd name="connsiteY5" fmla="*/ 1022 h 6345"/>
                  <a:gd name="connsiteX6" fmla="*/ 299 w 6343"/>
                  <a:gd name="connsiteY6" fmla="*/ 3266 h 6345"/>
                  <a:gd name="connsiteX7" fmla="*/ 1228 w 6343"/>
                  <a:gd name="connsiteY7" fmla="*/ 5509 h 6345"/>
                  <a:gd name="connsiteX8" fmla="*/ 3470 w 6343"/>
                  <a:gd name="connsiteY8" fmla="*/ 64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0" y="6438"/>
                    </a:moveTo>
                    <a:cubicBezTo>
                      <a:pt x="4311" y="6438"/>
                      <a:pt x="5118" y="6104"/>
                      <a:pt x="5713" y="5509"/>
                    </a:cubicBezTo>
                    <a:cubicBezTo>
                      <a:pt x="6308" y="4914"/>
                      <a:pt x="6642" y="4107"/>
                      <a:pt x="6642" y="3266"/>
                    </a:cubicBezTo>
                    <a:cubicBezTo>
                      <a:pt x="6642" y="2424"/>
                      <a:pt x="6308" y="1617"/>
                      <a:pt x="5713" y="1022"/>
                    </a:cubicBezTo>
                    <a:cubicBezTo>
                      <a:pt x="5118" y="427"/>
                      <a:pt x="4311" y="93"/>
                      <a:pt x="3470" y="93"/>
                    </a:cubicBezTo>
                    <a:cubicBezTo>
                      <a:pt x="2629" y="93"/>
                      <a:pt x="1822" y="427"/>
                      <a:pt x="1228" y="1022"/>
                    </a:cubicBezTo>
                    <a:cubicBezTo>
                      <a:pt x="633" y="1617"/>
                      <a:pt x="299" y="2424"/>
                      <a:pt x="299" y="3266"/>
                    </a:cubicBezTo>
                    <a:cubicBezTo>
                      <a:pt x="299" y="4107"/>
                      <a:pt x="633" y="4914"/>
                      <a:pt x="1228" y="5509"/>
                    </a:cubicBezTo>
                    <a:cubicBezTo>
                      <a:pt x="1822" y="6104"/>
                      <a:pt x="2629" y="6438"/>
                      <a:pt x="3470" y="64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0" name="Freeform: Shape 1119">
                <a:extLst>
                  <a:ext uri="{FF2B5EF4-FFF2-40B4-BE49-F238E27FC236}">
                    <a16:creationId xmlns:a16="http://schemas.microsoft.com/office/drawing/2014/main" id="{DB5FC7FD-D6F7-A4C0-7B6B-ADFFD2496505}"/>
                  </a:ext>
                </a:extLst>
              </p:cNvPr>
              <p:cNvSpPr/>
              <p:nvPr/>
            </p:nvSpPr>
            <p:spPr>
              <a:xfrm>
                <a:off x="4669973" y="4633448"/>
                <a:ext cx="6343" cy="6345"/>
              </a:xfrm>
              <a:custGeom>
                <a:avLst/>
                <a:gdLst>
                  <a:gd name="connsiteX0" fmla="*/ 3472 w 6343"/>
                  <a:gd name="connsiteY0" fmla="*/ 6436 h 6345"/>
                  <a:gd name="connsiteX1" fmla="*/ 5715 w 6343"/>
                  <a:gd name="connsiteY1" fmla="*/ 5507 h 6345"/>
                  <a:gd name="connsiteX2" fmla="*/ 6644 w 6343"/>
                  <a:gd name="connsiteY2" fmla="*/ 3264 h 6345"/>
                  <a:gd name="connsiteX3" fmla="*/ 5715 w 6343"/>
                  <a:gd name="connsiteY3" fmla="*/ 1020 h 6345"/>
                  <a:gd name="connsiteX4" fmla="*/ 3472 w 6343"/>
                  <a:gd name="connsiteY4" fmla="*/ 91 h 6345"/>
                  <a:gd name="connsiteX5" fmla="*/ 1230 w 6343"/>
                  <a:gd name="connsiteY5" fmla="*/ 1020 h 6345"/>
                  <a:gd name="connsiteX6" fmla="*/ 301 w 6343"/>
                  <a:gd name="connsiteY6" fmla="*/ 3264 h 6345"/>
                  <a:gd name="connsiteX7" fmla="*/ 1230 w 6343"/>
                  <a:gd name="connsiteY7" fmla="*/ 5507 h 6345"/>
                  <a:gd name="connsiteX8" fmla="*/ 3472 w 6343"/>
                  <a:gd name="connsiteY8" fmla="*/ 64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2" y="6436"/>
                    </a:moveTo>
                    <a:cubicBezTo>
                      <a:pt x="4314" y="6436"/>
                      <a:pt x="5120" y="6102"/>
                      <a:pt x="5715" y="5507"/>
                    </a:cubicBezTo>
                    <a:cubicBezTo>
                      <a:pt x="6310" y="4912"/>
                      <a:pt x="6644" y="4105"/>
                      <a:pt x="6644" y="3264"/>
                    </a:cubicBezTo>
                    <a:cubicBezTo>
                      <a:pt x="6644" y="2422"/>
                      <a:pt x="6310" y="1615"/>
                      <a:pt x="5715" y="1020"/>
                    </a:cubicBezTo>
                    <a:cubicBezTo>
                      <a:pt x="5120" y="425"/>
                      <a:pt x="4314" y="91"/>
                      <a:pt x="3472" y="91"/>
                    </a:cubicBezTo>
                    <a:cubicBezTo>
                      <a:pt x="2631" y="91"/>
                      <a:pt x="1825" y="425"/>
                      <a:pt x="1230" y="1020"/>
                    </a:cubicBezTo>
                    <a:cubicBezTo>
                      <a:pt x="635" y="1615"/>
                      <a:pt x="301" y="2422"/>
                      <a:pt x="301" y="3264"/>
                    </a:cubicBezTo>
                    <a:cubicBezTo>
                      <a:pt x="301" y="4105"/>
                      <a:pt x="635" y="4912"/>
                      <a:pt x="1230" y="5507"/>
                    </a:cubicBezTo>
                    <a:cubicBezTo>
                      <a:pt x="1825" y="6102"/>
                      <a:pt x="2631" y="6436"/>
                      <a:pt x="3472" y="64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1" name="Freeform: Shape 1120">
                <a:extLst>
                  <a:ext uri="{FF2B5EF4-FFF2-40B4-BE49-F238E27FC236}">
                    <a16:creationId xmlns:a16="http://schemas.microsoft.com/office/drawing/2014/main" id="{96957902-9166-D89D-E08A-E27C850F3B60}"/>
                  </a:ext>
                </a:extLst>
              </p:cNvPr>
              <p:cNvSpPr/>
              <p:nvPr/>
            </p:nvSpPr>
            <p:spPr>
              <a:xfrm>
                <a:off x="4856773" y="4392547"/>
                <a:ext cx="6343" cy="6345"/>
              </a:xfrm>
              <a:custGeom>
                <a:avLst/>
                <a:gdLst>
                  <a:gd name="connsiteX0" fmla="*/ 3487 w 6343"/>
                  <a:gd name="connsiteY0" fmla="*/ 6417 h 6345"/>
                  <a:gd name="connsiteX1" fmla="*/ 5730 w 6343"/>
                  <a:gd name="connsiteY1" fmla="*/ 5488 h 6345"/>
                  <a:gd name="connsiteX2" fmla="*/ 6659 w 6343"/>
                  <a:gd name="connsiteY2" fmla="*/ 3245 h 6345"/>
                  <a:gd name="connsiteX3" fmla="*/ 5730 w 6343"/>
                  <a:gd name="connsiteY3" fmla="*/ 1001 h 6345"/>
                  <a:gd name="connsiteX4" fmla="*/ 3487 w 6343"/>
                  <a:gd name="connsiteY4" fmla="*/ 72 h 6345"/>
                  <a:gd name="connsiteX5" fmla="*/ 1245 w 6343"/>
                  <a:gd name="connsiteY5" fmla="*/ 1001 h 6345"/>
                  <a:gd name="connsiteX6" fmla="*/ 316 w 6343"/>
                  <a:gd name="connsiteY6" fmla="*/ 3245 h 6345"/>
                  <a:gd name="connsiteX7" fmla="*/ 1245 w 6343"/>
                  <a:gd name="connsiteY7" fmla="*/ 5488 h 6345"/>
                  <a:gd name="connsiteX8" fmla="*/ 3487 w 6343"/>
                  <a:gd name="connsiteY8" fmla="*/ 641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7" y="6417"/>
                    </a:moveTo>
                    <a:cubicBezTo>
                      <a:pt x="4328" y="6417"/>
                      <a:pt x="5135" y="6083"/>
                      <a:pt x="5730" y="5488"/>
                    </a:cubicBezTo>
                    <a:cubicBezTo>
                      <a:pt x="6325" y="4893"/>
                      <a:pt x="6659" y="4086"/>
                      <a:pt x="6659" y="3245"/>
                    </a:cubicBezTo>
                    <a:cubicBezTo>
                      <a:pt x="6659" y="2403"/>
                      <a:pt x="6325" y="1596"/>
                      <a:pt x="5730" y="1001"/>
                    </a:cubicBezTo>
                    <a:cubicBezTo>
                      <a:pt x="5135" y="406"/>
                      <a:pt x="4328" y="72"/>
                      <a:pt x="3487" y="72"/>
                    </a:cubicBezTo>
                    <a:cubicBezTo>
                      <a:pt x="2646" y="72"/>
                      <a:pt x="1839" y="406"/>
                      <a:pt x="1245" y="1001"/>
                    </a:cubicBezTo>
                    <a:cubicBezTo>
                      <a:pt x="650" y="1596"/>
                      <a:pt x="316" y="2403"/>
                      <a:pt x="316" y="3245"/>
                    </a:cubicBezTo>
                    <a:cubicBezTo>
                      <a:pt x="316" y="4086"/>
                      <a:pt x="650" y="4893"/>
                      <a:pt x="1245" y="5488"/>
                    </a:cubicBezTo>
                    <a:cubicBezTo>
                      <a:pt x="1839" y="6083"/>
                      <a:pt x="2646" y="6417"/>
                      <a:pt x="3487" y="641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2" name="Freeform: Shape 1121">
                <a:extLst>
                  <a:ext uri="{FF2B5EF4-FFF2-40B4-BE49-F238E27FC236}">
                    <a16:creationId xmlns:a16="http://schemas.microsoft.com/office/drawing/2014/main" id="{AD950574-F9F1-62D4-BEA9-CBCED334A925}"/>
                  </a:ext>
                </a:extLst>
              </p:cNvPr>
              <p:cNvSpPr/>
              <p:nvPr/>
            </p:nvSpPr>
            <p:spPr>
              <a:xfrm>
                <a:off x="4666742" y="4665810"/>
                <a:ext cx="6343" cy="6345"/>
              </a:xfrm>
              <a:custGeom>
                <a:avLst/>
                <a:gdLst>
                  <a:gd name="connsiteX0" fmla="*/ 3472 w 6343"/>
                  <a:gd name="connsiteY0" fmla="*/ 6439 h 6345"/>
                  <a:gd name="connsiteX1" fmla="*/ 5715 w 6343"/>
                  <a:gd name="connsiteY1" fmla="*/ 5510 h 6345"/>
                  <a:gd name="connsiteX2" fmla="*/ 6644 w 6343"/>
                  <a:gd name="connsiteY2" fmla="*/ 3266 h 6345"/>
                  <a:gd name="connsiteX3" fmla="*/ 5715 w 6343"/>
                  <a:gd name="connsiteY3" fmla="*/ 1023 h 6345"/>
                  <a:gd name="connsiteX4" fmla="*/ 3472 w 6343"/>
                  <a:gd name="connsiteY4" fmla="*/ 93 h 6345"/>
                  <a:gd name="connsiteX5" fmla="*/ 1230 w 6343"/>
                  <a:gd name="connsiteY5" fmla="*/ 1023 h 6345"/>
                  <a:gd name="connsiteX6" fmla="*/ 301 w 6343"/>
                  <a:gd name="connsiteY6" fmla="*/ 3266 h 6345"/>
                  <a:gd name="connsiteX7" fmla="*/ 1230 w 6343"/>
                  <a:gd name="connsiteY7" fmla="*/ 5510 h 6345"/>
                  <a:gd name="connsiteX8" fmla="*/ 3472 w 6343"/>
                  <a:gd name="connsiteY8" fmla="*/ 64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2" y="6439"/>
                    </a:moveTo>
                    <a:cubicBezTo>
                      <a:pt x="4313" y="6439"/>
                      <a:pt x="5120" y="6105"/>
                      <a:pt x="5715" y="5510"/>
                    </a:cubicBezTo>
                    <a:cubicBezTo>
                      <a:pt x="6310" y="4915"/>
                      <a:pt x="6644" y="4108"/>
                      <a:pt x="6644" y="3266"/>
                    </a:cubicBezTo>
                    <a:cubicBezTo>
                      <a:pt x="6644" y="2425"/>
                      <a:pt x="6310" y="1618"/>
                      <a:pt x="5715" y="1023"/>
                    </a:cubicBezTo>
                    <a:cubicBezTo>
                      <a:pt x="5120" y="428"/>
                      <a:pt x="4313" y="93"/>
                      <a:pt x="3472" y="93"/>
                    </a:cubicBezTo>
                    <a:cubicBezTo>
                      <a:pt x="2631" y="93"/>
                      <a:pt x="1824" y="428"/>
                      <a:pt x="1230" y="1023"/>
                    </a:cubicBezTo>
                    <a:cubicBezTo>
                      <a:pt x="635" y="1618"/>
                      <a:pt x="301" y="2425"/>
                      <a:pt x="301" y="3266"/>
                    </a:cubicBezTo>
                    <a:cubicBezTo>
                      <a:pt x="301" y="4108"/>
                      <a:pt x="635" y="4915"/>
                      <a:pt x="1230" y="5510"/>
                    </a:cubicBezTo>
                    <a:cubicBezTo>
                      <a:pt x="1824" y="6105"/>
                      <a:pt x="2631" y="6439"/>
                      <a:pt x="3472" y="64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3" name="Freeform: Shape 1122">
                <a:extLst>
                  <a:ext uri="{FF2B5EF4-FFF2-40B4-BE49-F238E27FC236}">
                    <a16:creationId xmlns:a16="http://schemas.microsoft.com/office/drawing/2014/main" id="{507C12A8-D97C-4484-AA10-D244ECEE0D28}"/>
                  </a:ext>
                </a:extLst>
              </p:cNvPr>
              <p:cNvSpPr/>
              <p:nvPr/>
            </p:nvSpPr>
            <p:spPr>
              <a:xfrm>
                <a:off x="4677901" y="4678135"/>
                <a:ext cx="6343" cy="6345"/>
              </a:xfrm>
              <a:custGeom>
                <a:avLst/>
                <a:gdLst>
                  <a:gd name="connsiteX0" fmla="*/ 3473 w 6343"/>
                  <a:gd name="connsiteY0" fmla="*/ 6440 h 6345"/>
                  <a:gd name="connsiteX1" fmla="*/ 5716 w 6343"/>
                  <a:gd name="connsiteY1" fmla="*/ 5511 h 6345"/>
                  <a:gd name="connsiteX2" fmla="*/ 6645 w 6343"/>
                  <a:gd name="connsiteY2" fmla="*/ 3267 h 6345"/>
                  <a:gd name="connsiteX3" fmla="*/ 5716 w 6343"/>
                  <a:gd name="connsiteY3" fmla="*/ 1024 h 6345"/>
                  <a:gd name="connsiteX4" fmla="*/ 3473 w 6343"/>
                  <a:gd name="connsiteY4" fmla="*/ 94 h 6345"/>
                  <a:gd name="connsiteX5" fmla="*/ 1230 w 6343"/>
                  <a:gd name="connsiteY5" fmla="*/ 1024 h 6345"/>
                  <a:gd name="connsiteX6" fmla="*/ 302 w 6343"/>
                  <a:gd name="connsiteY6" fmla="*/ 3267 h 6345"/>
                  <a:gd name="connsiteX7" fmla="*/ 1230 w 6343"/>
                  <a:gd name="connsiteY7" fmla="*/ 5511 h 6345"/>
                  <a:gd name="connsiteX8" fmla="*/ 3473 w 6343"/>
                  <a:gd name="connsiteY8" fmla="*/ 64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3" y="6440"/>
                    </a:moveTo>
                    <a:cubicBezTo>
                      <a:pt x="4314" y="6440"/>
                      <a:pt x="5121" y="6106"/>
                      <a:pt x="5716" y="5511"/>
                    </a:cubicBezTo>
                    <a:cubicBezTo>
                      <a:pt x="6310" y="4916"/>
                      <a:pt x="6645" y="4109"/>
                      <a:pt x="6645" y="3267"/>
                    </a:cubicBezTo>
                    <a:cubicBezTo>
                      <a:pt x="6645" y="2426"/>
                      <a:pt x="6310" y="1619"/>
                      <a:pt x="5716" y="1024"/>
                    </a:cubicBezTo>
                    <a:cubicBezTo>
                      <a:pt x="5121" y="429"/>
                      <a:pt x="4314" y="94"/>
                      <a:pt x="3473" y="94"/>
                    </a:cubicBezTo>
                    <a:cubicBezTo>
                      <a:pt x="2632" y="94"/>
                      <a:pt x="1825" y="429"/>
                      <a:pt x="1230" y="1024"/>
                    </a:cubicBezTo>
                    <a:cubicBezTo>
                      <a:pt x="636" y="1619"/>
                      <a:pt x="302" y="2426"/>
                      <a:pt x="302" y="3267"/>
                    </a:cubicBezTo>
                    <a:cubicBezTo>
                      <a:pt x="302" y="4109"/>
                      <a:pt x="636" y="4916"/>
                      <a:pt x="1230" y="5511"/>
                    </a:cubicBezTo>
                    <a:cubicBezTo>
                      <a:pt x="1825" y="6106"/>
                      <a:pt x="2632" y="6440"/>
                      <a:pt x="3473" y="64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4" name="Freeform: Shape 1123">
                <a:extLst>
                  <a:ext uri="{FF2B5EF4-FFF2-40B4-BE49-F238E27FC236}">
                    <a16:creationId xmlns:a16="http://schemas.microsoft.com/office/drawing/2014/main" id="{013C4931-874F-A98B-F436-721DAC577790}"/>
                  </a:ext>
                </a:extLst>
              </p:cNvPr>
              <p:cNvSpPr/>
              <p:nvPr/>
            </p:nvSpPr>
            <p:spPr>
              <a:xfrm>
                <a:off x="4717588" y="4640008"/>
                <a:ext cx="6343" cy="6345"/>
              </a:xfrm>
              <a:custGeom>
                <a:avLst/>
                <a:gdLst>
                  <a:gd name="connsiteX0" fmla="*/ 3476 w 6343"/>
                  <a:gd name="connsiteY0" fmla="*/ 6437 h 6345"/>
                  <a:gd name="connsiteX1" fmla="*/ 5719 w 6343"/>
                  <a:gd name="connsiteY1" fmla="*/ 5508 h 6345"/>
                  <a:gd name="connsiteX2" fmla="*/ 6648 w 6343"/>
                  <a:gd name="connsiteY2" fmla="*/ 3264 h 6345"/>
                  <a:gd name="connsiteX3" fmla="*/ 5719 w 6343"/>
                  <a:gd name="connsiteY3" fmla="*/ 1021 h 6345"/>
                  <a:gd name="connsiteX4" fmla="*/ 3476 w 6343"/>
                  <a:gd name="connsiteY4" fmla="*/ 91 h 6345"/>
                  <a:gd name="connsiteX5" fmla="*/ 1234 w 6343"/>
                  <a:gd name="connsiteY5" fmla="*/ 1021 h 6345"/>
                  <a:gd name="connsiteX6" fmla="*/ 305 w 6343"/>
                  <a:gd name="connsiteY6" fmla="*/ 3264 h 6345"/>
                  <a:gd name="connsiteX7" fmla="*/ 1234 w 6343"/>
                  <a:gd name="connsiteY7" fmla="*/ 5508 h 6345"/>
                  <a:gd name="connsiteX8" fmla="*/ 3476 w 6343"/>
                  <a:gd name="connsiteY8" fmla="*/ 64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6" y="6437"/>
                    </a:moveTo>
                    <a:cubicBezTo>
                      <a:pt x="4317" y="6437"/>
                      <a:pt x="5124" y="6103"/>
                      <a:pt x="5719" y="5508"/>
                    </a:cubicBezTo>
                    <a:cubicBezTo>
                      <a:pt x="6314" y="4913"/>
                      <a:pt x="6648" y="4106"/>
                      <a:pt x="6648" y="3264"/>
                    </a:cubicBezTo>
                    <a:cubicBezTo>
                      <a:pt x="6648" y="2423"/>
                      <a:pt x="6314" y="1616"/>
                      <a:pt x="5719" y="1021"/>
                    </a:cubicBezTo>
                    <a:cubicBezTo>
                      <a:pt x="5124" y="426"/>
                      <a:pt x="4317" y="91"/>
                      <a:pt x="3476" y="91"/>
                    </a:cubicBezTo>
                    <a:cubicBezTo>
                      <a:pt x="2635" y="91"/>
                      <a:pt x="1828" y="426"/>
                      <a:pt x="1234" y="1021"/>
                    </a:cubicBezTo>
                    <a:cubicBezTo>
                      <a:pt x="639" y="1616"/>
                      <a:pt x="305" y="2423"/>
                      <a:pt x="305" y="3264"/>
                    </a:cubicBezTo>
                    <a:cubicBezTo>
                      <a:pt x="305" y="4106"/>
                      <a:pt x="639" y="4913"/>
                      <a:pt x="1234" y="5508"/>
                    </a:cubicBezTo>
                    <a:cubicBezTo>
                      <a:pt x="1828" y="6103"/>
                      <a:pt x="2635" y="6437"/>
                      <a:pt x="3476" y="64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5" name="Freeform: Shape 1124">
                <a:extLst>
                  <a:ext uri="{FF2B5EF4-FFF2-40B4-BE49-F238E27FC236}">
                    <a16:creationId xmlns:a16="http://schemas.microsoft.com/office/drawing/2014/main" id="{AD04A41F-5C60-2CCF-41E2-D15B8C889B5E}"/>
                  </a:ext>
                </a:extLst>
              </p:cNvPr>
              <p:cNvSpPr/>
              <p:nvPr/>
            </p:nvSpPr>
            <p:spPr>
              <a:xfrm>
                <a:off x="4716904" y="4654675"/>
                <a:ext cx="6343" cy="6345"/>
              </a:xfrm>
              <a:custGeom>
                <a:avLst/>
                <a:gdLst>
                  <a:gd name="connsiteX0" fmla="*/ 3476 w 6343"/>
                  <a:gd name="connsiteY0" fmla="*/ 6438 h 6345"/>
                  <a:gd name="connsiteX1" fmla="*/ 5719 w 6343"/>
                  <a:gd name="connsiteY1" fmla="*/ 5509 h 6345"/>
                  <a:gd name="connsiteX2" fmla="*/ 6648 w 6343"/>
                  <a:gd name="connsiteY2" fmla="*/ 3265 h 6345"/>
                  <a:gd name="connsiteX3" fmla="*/ 5719 w 6343"/>
                  <a:gd name="connsiteY3" fmla="*/ 1022 h 6345"/>
                  <a:gd name="connsiteX4" fmla="*/ 3476 w 6343"/>
                  <a:gd name="connsiteY4" fmla="*/ 93 h 6345"/>
                  <a:gd name="connsiteX5" fmla="*/ 1234 w 6343"/>
                  <a:gd name="connsiteY5" fmla="*/ 1022 h 6345"/>
                  <a:gd name="connsiteX6" fmla="*/ 305 w 6343"/>
                  <a:gd name="connsiteY6" fmla="*/ 3265 h 6345"/>
                  <a:gd name="connsiteX7" fmla="*/ 1234 w 6343"/>
                  <a:gd name="connsiteY7" fmla="*/ 5509 h 6345"/>
                  <a:gd name="connsiteX8" fmla="*/ 3476 w 6343"/>
                  <a:gd name="connsiteY8" fmla="*/ 64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6" y="6438"/>
                    </a:moveTo>
                    <a:cubicBezTo>
                      <a:pt x="4317" y="6438"/>
                      <a:pt x="5124" y="6104"/>
                      <a:pt x="5719" y="5509"/>
                    </a:cubicBezTo>
                    <a:cubicBezTo>
                      <a:pt x="6314" y="4914"/>
                      <a:pt x="6648" y="4107"/>
                      <a:pt x="6648" y="3265"/>
                    </a:cubicBezTo>
                    <a:cubicBezTo>
                      <a:pt x="6648" y="2424"/>
                      <a:pt x="6314" y="1617"/>
                      <a:pt x="5719" y="1022"/>
                    </a:cubicBezTo>
                    <a:cubicBezTo>
                      <a:pt x="5124" y="427"/>
                      <a:pt x="4317" y="93"/>
                      <a:pt x="3476" y="93"/>
                    </a:cubicBezTo>
                    <a:cubicBezTo>
                      <a:pt x="2635" y="93"/>
                      <a:pt x="1828" y="427"/>
                      <a:pt x="1234" y="1022"/>
                    </a:cubicBezTo>
                    <a:cubicBezTo>
                      <a:pt x="639" y="1617"/>
                      <a:pt x="305" y="2424"/>
                      <a:pt x="305" y="3265"/>
                    </a:cubicBezTo>
                    <a:cubicBezTo>
                      <a:pt x="305" y="4107"/>
                      <a:pt x="639" y="4914"/>
                      <a:pt x="1234" y="5509"/>
                    </a:cubicBezTo>
                    <a:cubicBezTo>
                      <a:pt x="1828" y="6104"/>
                      <a:pt x="2635" y="6438"/>
                      <a:pt x="3476" y="64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6" name="Freeform: Shape 1125">
                <a:extLst>
                  <a:ext uri="{FF2B5EF4-FFF2-40B4-BE49-F238E27FC236}">
                    <a16:creationId xmlns:a16="http://schemas.microsoft.com/office/drawing/2014/main" id="{C379E867-F831-F88E-EB0F-3D9249FB4778}"/>
                  </a:ext>
                </a:extLst>
              </p:cNvPr>
              <p:cNvSpPr/>
              <p:nvPr/>
            </p:nvSpPr>
            <p:spPr>
              <a:xfrm>
                <a:off x="4684429" y="4709315"/>
                <a:ext cx="6343" cy="6345"/>
              </a:xfrm>
              <a:custGeom>
                <a:avLst/>
                <a:gdLst>
                  <a:gd name="connsiteX0" fmla="*/ 3474 w 6343"/>
                  <a:gd name="connsiteY0" fmla="*/ 6442 h 6345"/>
                  <a:gd name="connsiteX1" fmla="*/ 5716 w 6343"/>
                  <a:gd name="connsiteY1" fmla="*/ 5513 h 6345"/>
                  <a:gd name="connsiteX2" fmla="*/ 6645 w 6343"/>
                  <a:gd name="connsiteY2" fmla="*/ 3270 h 6345"/>
                  <a:gd name="connsiteX3" fmla="*/ 5716 w 6343"/>
                  <a:gd name="connsiteY3" fmla="*/ 1026 h 6345"/>
                  <a:gd name="connsiteX4" fmla="*/ 3474 w 6343"/>
                  <a:gd name="connsiteY4" fmla="*/ 97 h 6345"/>
                  <a:gd name="connsiteX5" fmla="*/ 1231 w 6343"/>
                  <a:gd name="connsiteY5" fmla="*/ 1026 h 6345"/>
                  <a:gd name="connsiteX6" fmla="*/ 302 w 6343"/>
                  <a:gd name="connsiteY6" fmla="*/ 3270 h 6345"/>
                  <a:gd name="connsiteX7" fmla="*/ 1231 w 6343"/>
                  <a:gd name="connsiteY7" fmla="*/ 5513 h 6345"/>
                  <a:gd name="connsiteX8" fmla="*/ 3474 w 6343"/>
                  <a:gd name="connsiteY8" fmla="*/ 64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4" y="6442"/>
                    </a:moveTo>
                    <a:cubicBezTo>
                      <a:pt x="4315" y="6442"/>
                      <a:pt x="5122" y="6108"/>
                      <a:pt x="5716" y="5513"/>
                    </a:cubicBezTo>
                    <a:cubicBezTo>
                      <a:pt x="6311" y="4918"/>
                      <a:pt x="6645" y="4111"/>
                      <a:pt x="6645" y="3270"/>
                    </a:cubicBezTo>
                    <a:cubicBezTo>
                      <a:pt x="6645" y="2428"/>
                      <a:pt x="6311" y="1621"/>
                      <a:pt x="5716" y="1026"/>
                    </a:cubicBezTo>
                    <a:cubicBezTo>
                      <a:pt x="5122" y="431"/>
                      <a:pt x="4315" y="97"/>
                      <a:pt x="3474" y="97"/>
                    </a:cubicBezTo>
                    <a:cubicBezTo>
                      <a:pt x="2633" y="97"/>
                      <a:pt x="1826" y="431"/>
                      <a:pt x="1231" y="1026"/>
                    </a:cubicBezTo>
                    <a:cubicBezTo>
                      <a:pt x="636" y="1621"/>
                      <a:pt x="302" y="2428"/>
                      <a:pt x="302" y="3270"/>
                    </a:cubicBezTo>
                    <a:cubicBezTo>
                      <a:pt x="302" y="4111"/>
                      <a:pt x="636" y="4918"/>
                      <a:pt x="1231" y="5513"/>
                    </a:cubicBezTo>
                    <a:cubicBezTo>
                      <a:pt x="1826" y="6108"/>
                      <a:pt x="2633" y="6442"/>
                      <a:pt x="3474" y="64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7" name="Freeform: Shape 1126">
                <a:extLst>
                  <a:ext uri="{FF2B5EF4-FFF2-40B4-BE49-F238E27FC236}">
                    <a16:creationId xmlns:a16="http://schemas.microsoft.com/office/drawing/2014/main" id="{D98449E2-A2C7-ABF0-D5AC-E0C7FDD95B4F}"/>
                  </a:ext>
                </a:extLst>
              </p:cNvPr>
              <p:cNvSpPr/>
              <p:nvPr/>
            </p:nvSpPr>
            <p:spPr>
              <a:xfrm>
                <a:off x="4697586" y="4705724"/>
                <a:ext cx="6343" cy="6345"/>
              </a:xfrm>
              <a:custGeom>
                <a:avLst/>
                <a:gdLst>
                  <a:gd name="connsiteX0" fmla="*/ 3475 w 6343"/>
                  <a:gd name="connsiteY0" fmla="*/ 6442 h 6345"/>
                  <a:gd name="connsiteX1" fmla="*/ 5717 w 6343"/>
                  <a:gd name="connsiteY1" fmla="*/ 5513 h 6345"/>
                  <a:gd name="connsiteX2" fmla="*/ 6646 w 6343"/>
                  <a:gd name="connsiteY2" fmla="*/ 3269 h 6345"/>
                  <a:gd name="connsiteX3" fmla="*/ 5717 w 6343"/>
                  <a:gd name="connsiteY3" fmla="*/ 1026 h 6345"/>
                  <a:gd name="connsiteX4" fmla="*/ 3475 w 6343"/>
                  <a:gd name="connsiteY4" fmla="*/ 97 h 6345"/>
                  <a:gd name="connsiteX5" fmla="*/ 1232 w 6343"/>
                  <a:gd name="connsiteY5" fmla="*/ 1026 h 6345"/>
                  <a:gd name="connsiteX6" fmla="*/ 303 w 6343"/>
                  <a:gd name="connsiteY6" fmla="*/ 3269 h 6345"/>
                  <a:gd name="connsiteX7" fmla="*/ 1232 w 6343"/>
                  <a:gd name="connsiteY7" fmla="*/ 5513 h 6345"/>
                  <a:gd name="connsiteX8" fmla="*/ 3475 w 6343"/>
                  <a:gd name="connsiteY8" fmla="*/ 64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442"/>
                    </a:moveTo>
                    <a:cubicBezTo>
                      <a:pt x="4316" y="6442"/>
                      <a:pt x="5123" y="6108"/>
                      <a:pt x="5717" y="5513"/>
                    </a:cubicBezTo>
                    <a:cubicBezTo>
                      <a:pt x="6312" y="4918"/>
                      <a:pt x="6646" y="4111"/>
                      <a:pt x="6646" y="3269"/>
                    </a:cubicBezTo>
                    <a:cubicBezTo>
                      <a:pt x="6646" y="2428"/>
                      <a:pt x="6312" y="1621"/>
                      <a:pt x="5717" y="1026"/>
                    </a:cubicBezTo>
                    <a:cubicBezTo>
                      <a:pt x="5123" y="431"/>
                      <a:pt x="4316" y="97"/>
                      <a:pt x="3475" y="97"/>
                    </a:cubicBezTo>
                    <a:cubicBezTo>
                      <a:pt x="2634" y="97"/>
                      <a:pt x="1827" y="431"/>
                      <a:pt x="1232" y="1026"/>
                    </a:cubicBezTo>
                    <a:cubicBezTo>
                      <a:pt x="637" y="1621"/>
                      <a:pt x="303" y="2428"/>
                      <a:pt x="303" y="3269"/>
                    </a:cubicBezTo>
                    <a:cubicBezTo>
                      <a:pt x="303" y="4111"/>
                      <a:pt x="637" y="4918"/>
                      <a:pt x="1232" y="5513"/>
                    </a:cubicBezTo>
                    <a:cubicBezTo>
                      <a:pt x="1827" y="6108"/>
                      <a:pt x="2634" y="6442"/>
                      <a:pt x="3475" y="64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8" name="Freeform: Shape 1127">
                <a:extLst>
                  <a:ext uri="{FF2B5EF4-FFF2-40B4-BE49-F238E27FC236}">
                    <a16:creationId xmlns:a16="http://schemas.microsoft.com/office/drawing/2014/main" id="{58EA6E7F-A46B-9250-2CD7-E70C09EEA47C}"/>
                  </a:ext>
                </a:extLst>
              </p:cNvPr>
              <p:cNvSpPr/>
              <p:nvPr/>
            </p:nvSpPr>
            <p:spPr>
              <a:xfrm>
                <a:off x="4717839" y="4693597"/>
                <a:ext cx="6343" cy="6345"/>
              </a:xfrm>
              <a:custGeom>
                <a:avLst/>
                <a:gdLst>
                  <a:gd name="connsiteX0" fmla="*/ 3476 w 6343"/>
                  <a:gd name="connsiteY0" fmla="*/ 6441 h 6345"/>
                  <a:gd name="connsiteX1" fmla="*/ 5719 w 6343"/>
                  <a:gd name="connsiteY1" fmla="*/ 5512 h 6345"/>
                  <a:gd name="connsiteX2" fmla="*/ 6648 w 6343"/>
                  <a:gd name="connsiteY2" fmla="*/ 3268 h 6345"/>
                  <a:gd name="connsiteX3" fmla="*/ 5719 w 6343"/>
                  <a:gd name="connsiteY3" fmla="*/ 1025 h 6345"/>
                  <a:gd name="connsiteX4" fmla="*/ 3476 w 6343"/>
                  <a:gd name="connsiteY4" fmla="*/ 96 h 6345"/>
                  <a:gd name="connsiteX5" fmla="*/ 1234 w 6343"/>
                  <a:gd name="connsiteY5" fmla="*/ 1025 h 6345"/>
                  <a:gd name="connsiteX6" fmla="*/ 305 w 6343"/>
                  <a:gd name="connsiteY6" fmla="*/ 3268 h 6345"/>
                  <a:gd name="connsiteX7" fmla="*/ 1234 w 6343"/>
                  <a:gd name="connsiteY7" fmla="*/ 5512 h 6345"/>
                  <a:gd name="connsiteX8" fmla="*/ 3476 w 6343"/>
                  <a:gd name="connsiteY8" fmla="*/ 64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6" y="6441"/>
                    </a:moveTo>
                    <a:cubicBezTo>
                      <a:pt x="4317" y="6441"/>
                      <a:pt x="5124" y="6107"/>
                      <a:pt x="5719" y="5512"/>
                    </a:cubicBezTo>
                    <a:cubicBezTo>
                      <a:pt x="6314" y="4917"/>
                      <a:pt x="6648" y="4110"/>
                      <a:pt x="6648" y="3268"/>
                    </a:cubicBezTo>
                    <a:cubicBezTo>
                      <a:pt x="6648" y="2427"/>
                      <a:pt x="6314" y="1620"/>
                      <a:pt x="5719" y="1025"/>
                    </a:cubicBezTo>
                    <a:cubicBezTo>
                      <a:pt x="5124" y="430"/>
                      <a:pt x="4317" y="96"/>
                      <a:pt x="3476" y="96"/>
                    </a:cubicBezTo>
                    <a:cubicBezTo>
                      <a:pt x="2635" y="96"/>
                      <a:pt x="1828" y="430"/>
                      <a:pt x="1234" y="1025"/>
                    </a:cubicBezTo>
                    <a:cubicBezTo>
                      <a:pt x="639" y="1620"/>
                      <a:pt x="305" y="2427"/>
                      <a:pt x="305" y="3268"/>
                    </a:cubicBezTo>
                    <a:cubicBezTo>
                      <a:pt x="305" y="4110"/>
                      <a:pt x="639" y="4917"/>
                      <a:pt x="1234" y="5512"/>
                    </a:cubicBezTo>
                    <a:cubicBezTo>
                      <a:pt x="1828" y="6107"/>
                      <a:pt x="2635" y="6441"/>
                      <a:pt x="3476" y="64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9" name="Freeform: Shape 1128">
                <a:extLst>
                  <a:ext uri="{FF2B5EF4-FFF2-40B4-BE49-F238E27FC236}">
                    <a16:creationId xmlns:a16="http://schemas.microsoft.com/office/drawing/2014/main" id="{0FF53181-E329-7B8D-E408-37A8B90BCC21}"/>
                  </a:ext>
                </a:extLst>
              </p:cNvPr>
              <p:cNvSpPr/>
              <p:nvPr/>
            </p:nvSpPr>
            <p:spPr>
              <a:xfrm>
                <a:off x="4745677" y="4672660"/>
                <a:ext cx="6343" cy="6345"/>
              </a:xfrm>
              <a:custGeom>
                <a:avLst/>
                <a:gdLst>
                  <a:gd name="connsiteX0" fmla="*/ 3478 w 6343"/>
                  <a:gd name="connsiteY0" fmla="*/ 6439 h 6345"/>
                  <a:gd name="connsiteX1" fmla="*/ 5721 w 6343"/>
                  <a:gd name="connsiteY1" fmla="*/ 5510 h 6345"/>
                  <a:gd name="connsiteX2" fmla="*/ 6650 w 6343"/>
                  <a:gd name="connsiteY2" fmla="*/ 3267 h 6345"/>
                  <a:gd name="connsiteX3" fmla="*/ 5721 w 6343"/>
                  <a:gd name="connsiteY3" fmla="*/ 1023 h 6345"/>
                  <a:gd name="connsiteX4" fmla="*/ 3478 w 6343"/>
                  <a:gd name="connsiteY4" fmla="*/ 94 h 6345"/>
                  <a:gd name="connsiteX5" fmla="*/ 1236 w 6343"/>
                  <a:gd name="connsiteY5" fmla="*/ 1023 h 6345"/>
                  <a:gd name="connsiteX6" fmla="*/ 307 w 6343"/>
                  <a:gd name="connsiteY6" fmla="*/ 3267 h 6345"/>
                  <a:gd name="connsiteX7" fmla="*/ 1236 w 6343"/>
                  <a:gd name="connsiteY7" fmla="*/ 5510 h 6345"/>
                  <a:gd name="connsiteX8" fmla="*/ 3478 w 6343"/>
                  <a:gd name="connsiteY8" fmla="*/ 64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8" y="6439"/>
                    </a:moveTo>
                    <a:cubicBezTo>
                      <a:pt x="4320" y="6439"/>
                      <a:pt x="5126" y="6105"/>
                      <a:pt x="5721" y="5510"/>
                    </a:cubicBezTo>
                    <a:cubicBezTo>
                      <a:pt x="6316" y="4915"/>
                      <a:pt x="6650" y="4108"/>
                      <a:pt x="6650" y="3267"/>
                    </a:cubicBezTo>
                    <a:cubicBezTo>
                      <a:pt x="6650" y="2425"/>
                      <a:pt x="6316" y="1618"/>
                      <a:pt x="5721" y="1023"/>
                    </a:cubicBezTo>
                    <a:cubicBezTo>
                      <a:pt x="5126" y="428"/>
                      <a:pt x="4320" y="94"/>
                      <a:pt x="3478" y="94"/>
                    </a:cubicBezTo>
                    <a:cubicBezTo>
                      <a:pt x="2637" y="94"/>
                      <a:pt x="1831" y="428"/>
                      <a:pt x="1236" y="1023"/>
                    </a:cubicBezTo>
                    <a:cubicBezTo>
                      <a:pt x="641" y="1618"/>
                      <a:pt x="307" y="2425"/>
                      <a:pt x="307" y="3267"/>
                    </a:cubicBezTo>
                    <a:cubicBezTo>
                      <a:pt x="307" y="4108"/>
                      <a:pt x="641" y="4915"/>
                      <a:pt x="1236" y="5510"/>
                    </a:cubicBezTo>
                    <a:cubicBezTo>
                      <a:pt x="1831" y="6105"/>
                      <a:pt x="2637" y="6439"/>
                      <a:pt x="3478" y="64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0" name="Freeform: Shape 1129">
                <a:extLst>
                  <a:ext uri="{FF2B5EF4-FFF2-40B4-BE49-F238E27FC236}">
                    <a16:creationId xmlns:a16="http://schemas.microsoft.com/office/drawing/2014/main" id="{FD857B26-AA6C-9A2B-25AC-F3DE2919D0E1}"/>
                  </a:ext>
                </a:extLst>
              </p:cNvPr>
              <p:cNvSpPr/>
              <p:nvPr/>
            </p:nvSpPr>
            <p:spPr>
              <a:xfrm>
                <a:off x="4755682" y="4673824"/>
                <a:ext cx="6343" cy="6345"/>
              </a:xfrm>
              <a:custGeom>
                <a:avLst/>
                <a:gdLst>
                  <a:gd name="connsiteX0" fmla="*/ 3479 w 6343"/>
                  <a:gd name="connsiteY0" fmla="*/ 6440 h 6345"/>
                  <a:gd name="connsiteX1" fmla="*/ 5722 w 6343"/>
                  <a:gd name="connsiteY1" fmla="*/ 5510 h 6345"/>
                  <a:gd name="connsiteX2" fmla="*/ 6651 w 6343"/>
                  <a:gd name="connsiteY2" fmla="*/ 3267 h 6345"/>
                  <a:gd name="connsiteX3" fmla="*/ 5722 w 6343"/>
                  <a:gd name="connsiteY3" fmla="*/ 1023 h 6345"/>
                  <a:gd name="connsiteX4" fmla="*/ 3479 w 6343"/>
                  <a:gd name="connsiteY4" fmla="*/ 94 h 6345"/>
                  <a:gd name="connsiteX5" fmla="*/ 1237 w 6343"/>
                  <a:gd name="connsiteY5" fmla="*/ 1023 h 6345"/>
                  <a:gd name="connsiteX6" fmla="*/ 308 w 6343"/>
                  <a:gd name="connsiteY6" fmla="*/ 3267 h 6345"/>
                  <a:gd name="connsiteX7" fmla="*/ 1237 w 6343"/>
                  <a:gd name="connsiteY7" fmla="*/ 5510 h 6345"/>
                  <a:gd name="connsiteX8" fmla="*/ 3479 w 6343"/>
                  <a:gd name="connsiteY8" fmla="*/ 64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9" y="6440"/>
                    </a:moveTo>
                    <a:cubicBezTo>
                      <a:pt x="4320" y="6440"/>
                      <a:pt x="5127" y="6105"/>
                      <a:pt x="5722" y="5510"/>
                    </a:cubicBezTo>
                    <a:cubicBezTo>
                      <a:pt x="6317" y="4915"/>
                      <a:pt x="6651" y="4108"/>
                      <a:pt x="6651" y="3267"/>
                    </a:cubicBezTo>
                    <a:cubicBezTo>
                      <a:pt x="6651" y="2425"/>
                      <a:pt x="6317" y="1618"/>
                      <a:pt x="5722" y="1023"/>
                    </a:cubicBezTo>
                    <a:cubicBezTo>
                      <a:pt x="5127" y="428"/>
                      <a:pt x="4320" y="94"/>
                      <a:pt x="3479" y="94"/>
                    </a:cubicBezTo>
                    <a:cubicBezTo>
                      <a:pt x="2638" y="94"/>
                      <a:pt x="1831" y="428"/>
                      <a:pt x="1237" y="1023"/>
                    </a:cubicBezTo>
                    <a:cubicBezTo>
                      <a:pt x="642" y="1618"/>
                      <a:pt x="308" y="2425"/>
                      <a:pt x="308" y="3267"/>
                    </a:cubicBezTo>
                    <a:cubicBezTo>
                      <a:pt x="308" y="4108"/>
                      <a:pt x="642" y="4915"/>
                      <a:pt x="1237" y="5510"/>
                    </a:cubicBezTo>
                    <a:cubicBezTo>
                      <a:pt x="1831" y="6105"/>
                      <a:pt x="2638" y="6440"/>
                      <a:pt x="3479" y="64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1" name="Freeform: Shape 1130">
                <a:extLst>
                  <a:ext uri="{FF2B5EF4-FFF2-40B4-BE49-F238E27FC236}">
                    <a16:creationId xmlns:a16="http://schemas.microsoft.com/office/drawing/2014/main" id="{16802273-9FFC-5D19-B2C5-6476911521FE}"/>
                  </a:ext>
                </a:extLst>
              </p:cNvPr>
              <p:cNvSpPr/>
              <p:nvPr/>
            </p:nvSpPr>
            <p:spPr>
              <a:xfrm>
                <a:off x="4775278" y="4663699"/>
                <a:ext cx="6343" cy="6345"/>
              </a:xfrm>
              <a:custGeom>
                <a:avLst/>
                <a:gdLst>
                  <a:gd name="connsiteX0" fmla="*/ 3481 w 6343"/>
                  <a:gd name="connsiteY0" fmla="*/ 6439 h 6345"/>
                  <a:gd name="connsiteX1" fmla="*/ 5723 w 6343"/>
                  <a:gd name="connsiteY1" fmla="*/ 5509 h 6345"/>
                  <a:gd name="connsiteX2" fmla="*/ 6652 w 6343"/>
                  <a:gd name="connsiteY2" fmla="*/ 3266 h 6345"/>
                  <a:gd name="connsiteX3" fmla="*/ 5723 w 6343"/>
                  <a:gd name="connsiteY3" fmla="*/ 1023 h 6345"/>
                  <a:gd name="connsiteX4" fmla="*/ 3481 w 6343"/>
                  <a:gd name="connsiteY4" fmla="*/ 93 h 6345"/>
                  <a:gd name="connsiteX5" fmla="*/ 1238 w 6343"/>
                  <a:gd name="connsiteY5" fmla="*/ 1023 h 6345"/>
                  <a:gd name="connsiteX6" fmla="*/ 309 w 6343"/>
                  <a:gd name="connsiteY6" fmla="*/ 3266 h 6345"/>
                  <a:gd name="connsiteX7" fmla="*/ 1238 w 6343"/>
                  <a:gd name="connsiteY7" fmla="*/ 5509 h 6345"/>
                  <a:gd name="connsiteX8" fmla="*/ 3481 w 6343"/>
                  <a:gd name="connsiteY8" fmla="*/ 64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1" y="6439"/>
                    </a:moveTo>
                    <a:cubicBezTo>
                      <a:pt x="4322" y="6439"/>
                      <a:pt x="5129" y="6104"/>
                      <a:pt x="5723" y="5509"/>
                    </a:cubicBezTo>
                    <a:cubicBezTo>
                      <a:pt x="6318" y="4914"/>
                      <a:pt x="6652" y="4107"/>
                      <a:pt x="6652" y="3266"/>
                    </a:cubicBezTo>
                    <a:cubicBezTo>
                      <a:pt x="6652" y="2425"/>
                      <a:pt x="6318" y="1618"/>
                      <a:pt x="5723" y="1023"/>
                    </a:cubicBezTo>
                    <a:cubicBezTo>
                      <a:pt x="5129" y="428"/>
                      <a:pt x="4322" y="93"/>
                      <a:pt x="3481" y="93"/>
                    </a:cubicBezTo>
                    <a:cubicBezTo>
                      <a:pt x="2640" y="93"/>
                      <a:pt x="1833" y="428"/>
                      <a:pt x="1238" y="1023"/>
                    </a:cubicBezTo>
                    <a:cubicBezTo>
                      <a:pt x="643" y="1618"/>
                      <a:pt x="309" y="2425"/>
                      <a:pt x="309" y="3266"/>
                    </a:cubicBezTo>
                    <a:cubicBezTo>
                      <a:pt x="309" y="4107"/>
                      <a:pt x="643" y="4914"/>
                      <a:pt x="1238" y="5509"/>
                    </a:cubicBezTo>
                    <a:cubicBezTo>
                      <a:pt x="1833" y="6104"/>
                      <a:pt x="2640" y="6439"/>
                      <a:pt x="3481" y="64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2" name="Freeform: Shape 1131">
                <a:extLst>
                  <a:ext uri="{FF2B5EF4-FFF2-40B4-BE49-F238E27FC236}">
                    <a16:creationId xmlns:a16="http://schemas.microsoft.com/office/drawing/2014/main" id="{1B8889D6-18B9-A5DC-38D8-493EF4415771}"/>
                  </a:ext>
                </a:extLst>
              </p:cNvPr>
              <p:cNvSpPr/>
              <p:nvPr/>
            </p:nvSpPr>
            <p:spPr>
              <a:xfrm>
                <a:off x="4763758" y="4690467"/>
                <a:ext cx="6343" cy="6345"/>
              </a:xfrm>
              <a:custGeom>
                <a:avLst/>
                <a:gdLst>
                  <a:gd name="connsiteX0" fmla="*/ 3480 w 6343"/>
                  <a:gd name="connsiteY0" fmla="*/ 6441 h 6345"/>
                  <a:gd name="connsiteX1" fmla="*/ 5723 w 6343"/>
                  <a:gd name="connsiteY1" fmla="*/ 5512 h 6345"/>
                  <a:gd name="connsiteX2" fmla="*/ 6651 w 6343"/>
                  <a:gd name="connsiteY2" fmla="*/ 3268 h 6345"/>
                  <a:gd name="connsiteX3" fmla="*/ 5723 w 6343"/>
                  <a:gd name="connsiteY3" fmla="*/ 1025 h 6345"/>
                  <a:gd name="connsiteX4" fmla="*/ 3480 w 6343"/>
                  <a:gd name="connsiteY4" fmla="*/ 95 h 6345"/>
                  <a:gd name="connsiteX5" fmla="*/ 1237 w 6343"/>
                  <a:gd name="connsiteY5" fmla="*/ 1025 h 6345"/>
                  <a:gd name="connsiteX6" fmla="*/ 308 w 6343"/>
                  <a:gd name="connsiteY6" fmla="*/ 3268 h 6345"/>
                  <a:gd name="connsiteX7" fmla="*/ 1237 w 6343"/>
                  <a:gd name="connsiteY7" fmla="*/ 5512 h 6345"/>
                  <a:gd name="connsiteX8" fmla="*/ 3480 w 6343"/>
                  <a:gd name="connsiteY8" fmla="*/ 64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0" y="6441"/>
                    </a:moveTo>
                    <a:cubicBezTo>
                      <a:pt x="4321" y="6441"/>
                      <a:pt x="5128" y="6107"/>
                      <a:pt x="5723" y="5512"/>
                    </a:cubicBezTo>
                    <a:cubicBezTo>
                      <a:pt x="6317" y="4917"/>
                      <a:pt x="6651" y="4110"/>
                      <a:pt x="6651" y="3268"/>
                    </a:cubicBezTo>
                    <a:cubicBezTo>
                      <a:pt x="6651" y="2427"/>
                      <a:pt x="6317" y="1620"/>
                      <a:pt x="5723" y="1025"/>
                    </a:cubicBezTo>
                    <a:cubicBezTo>
                      <a:pt x="5128" y="430"/>
                      <a:pt x="4321" y="95"/>
                      <a:pt x="3480" y="95"/>
                    </a:cubicBezTo>
                    <a:cubicBezTo>
                      <a:pt x="2639" y="95"/>
                      <a:pt x="1832" y="430"/>
                      <a:pt x="1237" y="1025"/>
                    </a:cubicBezTo>
                    <a:cubicBezTo>
                      <a:pt x="643" y="1620"/>
                      <a:pt x="308" y="2427"/>
                      <a:pt x="308" y="3268"/>
                    </a:cubicBezTo>
                    <a:cubicBezTo>
                      <a:pt x="308" y="4110"/>
                      <a:pt x="643" y="4917"/>
                      <a:pt x="1237" y="5512"/>
                    </a:cubicBezTo>
                    <a:cubicBezTo>
                      <a:pt x="1832" y="6107"/>
                      <a:pt x="2639" y="6441"/>
                      <a:pt x="3480" y="64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3" name="Freeform: Shape 1132">
                <a:extLst>
                  <a:ext uri="{FF2B5EF4-FFF2-40B4-BE49-F238E27FC236}">
                    <a16:creationId xmlns:a16="http://schemas.microsoft.com/office/drawing/2014/main" id="{6096401C-E1A8-4BE0-1337-1C7B2B52EFCD}"/>
                  </a:ext>
                </a:extLst>
              </p:cNvPr>
              <p:cNvSpPr/>
              <p:nvPr/>
            </p:nvSpPr>
            <p:spPr>
              <a:xfrm>
                <a:off x="4764176" y="4702879"/>
                <a:ext cx="6343" cy="6345"/>
              </a:xfrm>
              <a:custGeom>
                <a:avLst/>
                <a:gdLst>
                  <a:gd name="connsiteX0" fmla="*/ 3480 w 6343"/>
                  <a:gd name="connsiteY0" fmla="*/ 6442 h 6345"/>
                  <a:gd name="connsiteX1" fmla="*/ 5723 w 6343"/>
                  <a:gd name="connsiteY1" fmla="*/ 5513 h 6345"/>
                  <a:gd name="connsiteX2" fmla="*/ 6651 w 6343"/>
                  <a:gd name="connsiteY2" fmla="*/ 3269 h 6345"/>
                  <a:gd name="connsiteX3" fmla="*/ 5723 w 6343"/>
                  <a:gd name="connsiteY3" fmla="*/ 1026 h 6345"/>
                  <a:gd name="connsiteX4" fmla="*/ 3480 w 6343"/>
                  <a:gd name="connsiteY4" fmla="*/ 96 h 6345"/>
                  <a:gd name="connsiteX5" fmla="*/ 1237 w 6343"/>
                  <a:gd name="connsiteY5" fmla="*/ 1026 h 6345"/>
                  <a:gd name="connsiteX6" fmla="*/ 308 w 6343"/>
                  <a:gd name="connsiteY6" fmla="*/ 3269 h 6345"/>
                  <a:gd name="connsiteX7" fmla="*/ 1237 w 6343"/>
                  <a:gd name="connsiteY7" fmla="*/ 5513 h 6345"/>
                  <a:gd name="connsiteX8" fmla="*/ 3480 w 6343"/>
                  <a:gd name="connsiteY8" fmla="*/ 64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0" y="6442"/>
                    </a:moveTo>
                    <a:cubicBezTo>
                      <a:pt x="4321" y="6442"/>
                      <a:pt x="5128" y="6108"/>
                      <a:pt x="5723" y="5513"/>
                    </a:cubicBezTo>
                    <a:cubicBezTo>
                      <a:pt x="6317" y="4918"/>
                      <a:pt x="6651" y="4111"/>
                      <a:pt x="6651" y="3269"/>
                    </a:cubicBezTo>
                    <a:cubicBezTo>
                      <a:pt x="6651" y="2428"/>
                      <a:pt x="6317" y="1621"/>
                      <a:pt x="5723" y="1026"/>
                    </a:cubicBezTo>
                    <a:cubicBezTo>
                      <a:pt x="5128" y="431"/>
                      <a:pt x="4321" y="96"/>
                      <a:pt x="3480" y="96"/>
                    </a:cubicBezTo>
                    <a:cubicBezTo>
                      <a:pt x="2639" y="96"/>
                      <a:pt x="1832" y="431"/>
                      <a:pt x="1237" y="1026"/>
                    </a:cubicBezTo>
                    <a:cubicBezTo>
                      <a:pt x="643" y="1621"/>
                      <a:pt x="308" y="2428"/>
                      <a:pt x="308" y="3269"/>
                    </a:cubicBezTo>
                    <a:cubicBezTo>
                      <a:pt x="308" y="4111"/>
                      <a:pt x="643" y="4918"/>
                      <a:pt x="1237" y="5513"/>
                    </a:cubicBezTo>
                    <a:cubicBezTo>
                      <a:pt x="1832" y="6108"/>
                      <a:pt x="2639" y="6442"/>
                      <a:pt x="3480" y="64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4" name="Freeform: Shape 1133">
                <a:extLst>
                  <a:ext uri="{FF2B5EF4-FFF2-40B4-BE49-F238E27FC236}">
                    <a16:creationId xmlns:a16="http://schemas.microsoft.com/office/drawing/2014/main" id="{84F842E7-8F3A-525B-4A70-4F78AAB52046}"/>
                  </a:ext>
                </a:extLst>
              </p:cNvPr>
              <p:cNvSpPr/>
              <p:nvPr/>
            </p:nvSpPr>
            <p:spPr>
              <a:xfrm>
                <a:off x="4877653" y="4599858"/>
                <a:ext cx="6343" cy="6345"/>
              </a:xfrm>
              <a:custGeom>
                <a:avLst/>
                <a:gdLst>
                  <a:gd name="connsiteX0" fmla="*/ 3489 w 6343"/>
                  <a:gd name="connsiteY0" fmla="*/ 6434 h 6345"/>
                  <a:gd name="connsiteX1" fmla="*/ 5732 w 6343"/>
                  <a:gd name="connsiteY1" fmla="*/ 5504 h 6345"/>
                  <a:gd name="connsiteX2" fmla="*/ 6660 w 6343"/>
                  <a:gd name="connsiteY2" fmla="*/ 3261 h 6345"/>
                  <a:gd name="connsiteX3" fmla="*/ 5732 w 6343"/>
                  <a:gd name="connsiteY3" fmla="*/ 1018 h 6345"/>
                  <a:gd name="connsiteX4" fmla="*/ 3489 w 6343"/>
                  <a:gd name="connsiteY4" fmla="*/ 88 h 6345"/>
                  <a:gd name="connsiteX5" fmla="*/ 1246 w 6343"/>
                  <a:gd name="connsiteY5" fmla="*/ 1018 h 6345"/>
                  <a:gd name="connsiteX6" fmla="*/ 317 w 6343"/>
                  <a:gd name="connsiteY6" fmla="*/ 3261 h 6345"/>
                  <a:gd name="connsiteX7" fmla="*/ 1246 w 6343"/>
                  <a:gd name="connsiteY7" fmla="*/ 5504 h 6345"/>
                  <a:gd name="connsiteX8" fmla="*/ 3489 w 6343"/>
                  <a:gd name="connsiteY8" fmla="*/ 64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9" y="6434"/>
                    </a:moveTo>
                    <a:cubicBezTo>
                      <a:pt x="4330" y="6434"/>
                      <a:pt x="5137" y="6099"/>
                      <a:pt x="5732" y="5504"/>
                    </a:cubicBezTo>
                    <a:cubicBezTo>
                      <a:pt x="6326" y="4909"/>
                      <a:pt x="6660" y="4102"/>
                      <a:pt x="6660" y="3261"/>
                    </a:cubicBezTo>
                    <a:cubicBezTo>
                      <a:pt x="6660" y="2420"/>
                      <a:pt x="6326" y="1613"/>
                      <a:pt x="5732" y="1018"/>
                    </a:cubicBezTo>
                    <a:cubicBezTo>
                      <a:pt x="5137" y="423"/>
                      <a:pt x="4330" y="88"/>
                      <a:pt x="3489" y="88"/>
                    </a:cubicBezTo>
                    <a:cubicBezTo>
                      <a:pt x="2648" y="88"/>
                      <a:pt x="1841" y="423"/>
                      <a:pt x="1246" y="1018"/>
                    </a:cubicBezTo>
                    <a:cubicBezTo>
                      <a:pt x="651" y="1613"/>
                      <a:pt x="317" y="2420"/>
                      <a:pt x="317" y="3261"/>
                    </a:cubicBezTo>
                    <a:cubicBezTo>
                      <a:pt x="317" y="4102"/>
                      <a:pt x="651" y="4909"/>
                      <a:pt x="1246" y="5504"/>
                    </a:cubicBezTo>
                    <a:cubicBezTo>
                      <a:pt x="1841" y="6099"/>
                      <a:pt x="2648" y="6434"/>
                      <a:pt x="3489" y="64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5" name="Freeform: Shape 1134">
                <a:extLst>
                  <a:ext uri="{FF2B5EF4-FFF2-40B4-BE49-F238E27FC236}">
                    <a16:creationId xmlns:a16="http://schemas.microsoft.com/office/drawing/2014/main" id="{9C529688-FA48-CA38-469B-D7685AC9356E}"/>
                  </a:ext>
                </a:extLst>
              </p:cNvPr>
              <p:cNvSpPr/>
              <p:nvPr/>
            </p:nvSpPr>
            <p:spPr>
              <a:xfrm>
                <a:off x="4888064" y="4602177"/>
                <a:ext cx="6343" cy="6345"/>
              </a:xfrm>
              <a:custGeom>
                <a:avLst/>
                <a:gdLst>
                  <a:gd name="connsiteX0" fmla="*/ 3490 w 6343"/>
                  <a:gd name="connsiteY0" fmla="*/ 6434 h 6345"/>
                  <a:gd name="connsiteX1" fmla="*/ 5732 w 6343"/>
                  <a:gd name="connsiteY1" fmla="*/ 5505 h 6345"/>
                  <a:gd name="connsiteX2" fmla="*/ 6661 w 6343"/>
                  <a:gd name="connsiteY2" fmla="*/ 3261 h 6345"/>
                  <a:gd name="connsiteX3" fmla="*/ 5732 w 6343"/>
                  <a:gd name="connsiteY3" fmla="*/ 1018 h 6345"/>
                  <a:gd name="connsiteX4" fmla="*/ 3490 w 6343"/>
                  <a:gd name="connsiteY4" fmla="*/ 88 h 6345"/>
                  <a:gd name="connsiteX5" fmla="*/ 1247 w 6343"/>
                  <a:gd name="connsiteY5" fmla="*/ 1018 h 6345"/>
                  <a:gd name="connsiteX6" fmla="*/ 318 w 6343"/>
                  <a:gd name="connsiteY6" fmla="*/ 3261 h 6345"/>
                  <a:gd name="connsiteX7" fmla="*/ 1247 w 6343"/>
                  <a:gd name="connsiteY7" fmla="*/ 5505 h 6345"/>
                  <a:gd name="connsiteX8" fmla="*/ 3490 w 6343"/>
                  <a:gd name="connsiteY8" fmla="*/ 64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0" y="6434"/>
                    </a:moveTo>
                    <a:cubicBezTo>
                      <a:pt x="4331" y="6434"/>
                      <a:pt x="5138" y="6100"/>
                      <a:pt x="5732" y="5505"/>
                    </a:cubicBezTo>
                    <a:cubicBezTo>
                      <a:pt x="6327" y="4910"/>
                      <a:pt x="6661" y="4103"/>
                      <a:pt x="6661" y="3261"/>
                    </a:cubicBezTo>
                    <a:cubicBezTo>
                      <a:pt x="6661" y="2420"/>
                      <a:pt x="6327" y="1613"/>
                      <a:pt x="5732" y="1018"/>
                    </a:cubicBezTo>
                    <a:cubicBezTo>
                      <a:pt x="5138" y="423"/>
                      <a:pt x="4331" y="88"/>
                      <a:pt x="3490" y="88"/>
                    </a:cubicBezTo>
                    <a:cubicBezTo>
                      <a:pt x="2649" y="88"/>
                      <a:pt x="1842" y="423"/>
                      <a:pt x="1247" y="1018"/>
                    </a:cubicBezTo>
                    <a:cubicBezTo>
                      <a:pt x="652" y="1613"/>
                      <a:pt x="318" y="2420"/>
                      <a:pt x="318" y="3261"/>
                    </a:cubicBezTo>
                    <a:cubicBezTo>
                      <a:pt x="318" y="4103"/>
                      <a:pt x="652" y="4910"/>
                      <a:pt x="1247" y="5505"/>
                    </a:cubicBezTo>
                    <a:cubicBezTo>
                      <a:pt x="1842" y="6100"/>
                      <a:pt x="2649" y="6434"/>
                      <a:pt x="3490" y="64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6" name="Freeform: Shape 1135">
                <a:extLst>
                  <a:ext uri="{FF2B5EF4-FFF2-40B4-BE49-F238E27FC236}">
                    <a16:creationId xmlns:a16="http://schemas.microsoft.com/office/drawing/2014/main" id="{A6D17AAE-130E-BE5C-85EA-75E897FC17CF}"/>
                  </a:ext>
                </a:extLst>
              </p:cNvPr>
              <p:cNvSpPr/>
              <p:nvPr/>
            </p:nvSpPr>
            <p:spPr>
              <a:xfrm>
                <a:off x="4893397" y="4610193"/>
                <a:ext cx="6343" cy="6345"/>
              </a:xfrm>
              <a:custGeom>
                <a:avLst/>
                <a:gdLst>
                  <a:gd name="connsiteX0" fmla="*/ 3490 w 6343"/>
                  <a:gd name="connsiteY0" fmla="*/ 6435 h 6345"/>
                  <a:gd name="connsiteX1" fmla="*/ 5733 w 6343"/>
                  <a:gd name="connsiteY1" fmla="*/ 5505 h 6345"/>
                  <a:gd name="connsiteX2" fmla="*/ 6662 w 6343"/>
                  <a:gd name="connsiteY2" fmla="*/ 3262 h 6345"/>
                  <a:gd name="connsiteX3" fmla="*/ 5733 w 6343"/>
                  <a:gd name="connsiteY3" fmla="*/ 1018 h 6345"/>
                  <a:gd name="connsiteX4" fmla="*/ 3490 w 6343"/>
                  <a:gd name="connsiteY4" fmla="*/ 89 h 6345"/>
                  <a:gd name="connsiteX5" fmla="*/ 1247 w 6343"/>
                  <a:gd name="connsiteY5" fmla="*/ 1018 h 6345"/>
                  <a:gd name="connsiteX6" fmla="*/ 319 w 6343"/>
                  <a:gd name="connsiteY6" fmla="*/ 3262 h 6345"/>
                  <a:gd name="connsiteX7" fmla="*/ 1247 w 6343"/>
                  <a:gd name="connsiteY7" fmla="*/ 5505 h 6345"/>
                  <a:gd name="connsiteX8" fmla="*/ 3490 w 6343"/>
                  <a:gd name="connsiteY8" fmla="*/ 64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0" y="6435"/>
                    </a:moveTo>
                    <a:cubicBezTo>
                      <a:pt x="4331" y="6435"/>
                      <a:pt x="5138" y="6100"/>
                      <a:pt x="5733" y="5505"/>
                    </a:cubicBezTo>
                    <a:cubicBezTo>
                      <a:pt x="6327" y="4910"/>
                      <a:pt x="6662" y="4103"/>
                      <a:pt x="6662" y="3262"/>
                    </a:cubicBezTo>
                    <a:cubicBezTo>
                      <a:pt x="6662" y="2420"/>
                      <a:pt x="6327" y="1613"/>
                      <a:pt x="5733" y="1018"/>
                    </a:cubicBezTo>
                    <a:cubicBezTo>
                      <a:pt x="5138" y="423"/>
                      <a:pt x="4331" y="89"/>
                      <a:pt x="3490" y="89"/>
                    </a:cubicBezTo>
                    <a:cubicBezTo>
                      <a:pt x="2649" y="89"/>
                      <a:pt x="1842" y="423"/>
                      <a:pt x="1247" y="1018"/>
                    </a:cubicBezTo>
                    <a:cubicBezTo>
                      <a:pt x="653" y="1613"/>
                      <a:pt x="319" y="2420"/>
                      <a:pt x="319" y="3262"/>
                    </a:cubicBezTo>
                    <a:cubicBezTo>
                      <a:pt x="319" y="4103"/>
                      <a:pt x="653" y="4910"/>
                      <a:pt x="1247" y="5505"/>
                    </a:cubicBezTo>
                    <a:cubicBezTo>
                      <a:pt x="1842" y="6100"/>
                      <a:pt x="2649" y="6435"/>
                      <a:pt x="3490" y="64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7" name="Freeform: Shape 1136">
                <a:extLst>
                  <a:ext uri="{FF2B5EF4-FFF2-40B4-BE49-F238E27FC236}">
                    <a16:creationId xmlns:a16="http://schemas.microsoft.com/office/drawing/2014/main" id="{F3708BF0-0F1F-1FBB-D6D0-C0F720D81088}"/>
                  </a:ext>
                </a:extLst>
              </p:cNvPr>
              <p:cNvSpPr/>
              <p:nvPr/>
            </p:nvSpPr>
            <p:spPr>
              <a:xfrm>
                <a:off x="4456531" y="5122927"/>
                <a:ext cx="6343" cy="6345"/>
              </a:xfrm>
              <a:custGeom>
                <a:avLst/>
                <a:gdLst>
                  <a:gd name="connsiteX0" fmla="*/ 3456 w 6343"/>
                  <a:gd name="connsiteY0" fmla="*/ 6475 h 6345"/>
                  <a:gd name="connsiteX1" fmla="*/ 5698 w 6343"/>
                  <a:gd name="connsiteY1" fmla="*/ 5546 h 6345"/>
                  <a:gd name="connsiteX2" fmla="*/ 6627 w 6343"/>
                  <a:gd name="connsiteY2" fmla="*/ 3302 h 6345"/>
                  <a:gd name="connsiteX3" fmla="*/ 5698 w 6343"/>
                  <a:gd name="connsiteY3" fmla="*/ 1059 h 6345"/>
                  <a:gd name="connsiteX4" fmla="*/ 3456 w 6343"/>
                  <a:gd name="connsiteY4" fmla="*/ 130 h 6345"/>
                  <a:gd name="connsiteX5" fmla="*/ 1213 w 6343"/>
                  <a:gd name="connsiteY5" fmla="*/ 1059 h 6345"/>
                  <a:gd name="connsiteX6" fmla="*/ 284 w 6343"/>
                  <a:gd name="connsiteY6" fmla="*/ 3302 h 6345"/>
                  <a:gd name="connsiteX7" fmla="*/ 1213 w 6343"/>
                  <a:gd name="connsiteY7" fmla="*/ 5546 h 6345"/>
                  <a:gd name="connsiteX8" fmla="*/ 3456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475"/>
                    </a:moveTo>
                    <a:cubicBezTo>
                      <a:pt x="4297" y="6475"/>
                      <a:pt x="5104" y="6141"/>
                      <a:pt x="5698" y="5546"/>
                    </a:cubicBezTo>
                    <a:cubicBezTo>
                      <a:pt x="6293" y="4951"/>
                      <a:pt x="6627" y="4144"/>
                      <a:pt x="6627" y="3302"/>
                    </a:cubicBezTo>
                    <a:cubicBezTo>
                      <a:pt x="6627" y="2461"/>
                      <a:pt x="6293" y="1654"/>
                      <a:pt x="5698" y="1059"/>
                    </a:cubicBezTo>
                    <a:cubicBezTo>
                      <a:pt x="5104" y="464"/>
                      <a:pt x="4297" y="130"/>
                      <a:pt x="3456" y="130"/>
                    </a:cubicBezTo>
                    <a:cubicBezTo>
                      <a:pt x="2615" y="130"/>
                      <a:pt x="1808" y="464"/>
                      <a:pt x="1213" y="1059"/>
                    </a:cubicBezTo>
                    <a:cubicBezTo>
                      <a:pt x="618" y="1654"/>
                      <a:pt x="284" y="2461"/>
                      <a:pt x="284" y="3302"/>
                    </a:cubicBezTo>
                    <a:cubicBezTo>
                      <a:pt x="284" y="4144"/>
                      <a:pt x="618" y="4951"/>
                      <a:pt x="1213" y="5546"/>
                    </a:cubicBezTo>
                    <a:cubicBezTo>
                      <a:pt x="1808" y="6141"/>
                      <a:pt x="2615" y="6475"/>
                      <a:pt x="3456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8" name="Freeform: Shape 1137">
                <a:extLst>
                  <a:ext uri="{FF2B5EF4-FFF2-40B4-BE49-F238E27FC236}">
                    <a16:creationId xmlns:a16="http://schemas.microsoft.com/office/drawing/2014/main" id="{462F5451-545C-AFC0-1263-A95D50979F16}"/>
                  </a:ext>
                </a:extLst>
              </p:cNvPr>
              <p:cNvSpPr/>
              <p:nvPr/>
            </p:nvSpPr>
            <p:spPr>
              <a:xfrm>
                <a:off x="4458631" y="5142956"/>
                <a:ext cx="6343" cy="6345"/>
              </a:xfrm>
              <a:custGeom>
                <a:avLst/>
                <a:gdLst>
                  <a:gd name="connsiteX0" fmla="*/ 3456 w 6343"/>
                  <a:gd name="connsiteY0" fmla="*/ 6476 h 6345"/>
                  <a:gd name="connsiteX1" fmla="*/ 5698 w 6343"/>
                  <a:gd name="connsiteY1" fmla="*/ 5547 h 6345"/>
                  <a:gd name="connsiteX2" fmla="*/ 6627 w 6343"/>
                  <a:gd name="connsiteY2" fmla="*/ 3304 h 6345"/>
                  <a:gd name="connsiteX3" fmla="*/ 5698 w 6343"/>
                  <a:gd name="connsiteY3" fmla="*/ 1060 h 6345"/>
                  <a:gd name="connsiteX4" fmla="*/ 3456 w 6343"/>
                  <a:gd name="connsiteY4" fmla="*/ 131 h 6345"/>
                  <a:gd name="connsiteX5" fmla="*/ 1213 w 6343"/>
                  <a:gd name="connsiteY5" fmla="*/ 1060 h 6345"/>
                  <a:gd name="connsiteX6" fmla="*/ 284 w 6343"/>
                  <a:gd name="connsiteY6" fmla="*/ 3304 h 6345"/>
                  <a:gd name="connsiteX7" fmla="*/ 1213 w 6343"/>
                  <a:gd name="connsiteY7" fmla="*/ 5547 h 6345"/>
                  <a:gd name="connsiteX8" fmla="*/ 3456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476"/>
                    </a:moveTo>
                    <a:cubicBezTo>
                      <a:pt x="4297" y="6476"/>
                      <a:pt x="5104" y="6142"/>
                      <a:pt x="5698" y="5547"/>
                    </a:cubicBezTo>
                    <a:cubicBezTo>
                      <a:pt x="6293" y="4952"/>
                      <a:pt x="6627" y="4145"/>
                      <a:pt x="6627" y="3304"/>
                    </a:cubicBezTo>
                    <a:cubicBezTo>
                      <a:pt x="6627" y="2462"/>
                      <a:pt x="6293" y="1655"/>
                      <a:pt x="5698" y="1060"/>
                    </a:cubicBezTo>
                    <a:cubicBezTo>
                      <a:pt x="5104" y="465"/>
                      <a:pt x="4297" y="131"/>
                      <a:pt x="3456" y="131"/>
                    </a:cubicBezTo>
                    <a:cubicBezTo>
                      <a:pt x="2615" y="131"/>
                      <a:pt x="1808" y="465"/>
                      <a:pt x="1213" y="1060"/>
                    </a:cubicBezTo>
                    <a:cubicBezTo>
                      <a:pt x="618" y="1655"/>
                      <a:pt x="284" y="2462"/>
                      <a:pt x="284" y="3304"/>
                    </a:cubicBezTo>
                    <a:cubicBezTo>
                      <a:pt x="284" y="4145"/>
                      <a:pt x="618" y="4952"/>
                      <a:pt x="1213" y="5547"/>
                    </a:cubicBezTo>
                    <a:cubicBezTo>
                      <a:pt x="1808" y="6142"/>
                      <a:pt x="2615" y="6476"/>
                      <a:pt x="3456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9" name="Freeform: Shape 1138">
                <a:extLst>
                  <a:ext uri="{FF2B5EF4-FFF2-40B4-BE49-F238E27FC236}">
                    <a16:creationId xmlns:a16="http://schemas.microsoft.com/office/drawing/2014/main" id="{7698AD82-EA6A-7036-CF89-370147841A37}"/>
                  </a:ext>
                </a:extLst>
              </p:cNvPr>
              <p:cNvSpPr/>
              <p:nvPr/>
            </p:nvSpPr>
            <p:spPr>
              <a:xfrm>
                <a:off x="4821854" y="4875928"/>
                <a:ext cx="6343" cy="6345"/>
              </a:xfrm>
              <a:custGeom>
                <a:avLst/>
                <a:gdLst>
                  <a:gd name="connsiteX0" fmla="*/ 3484 w 6343"/>
                  <a:gd name="connsiteY0" fmla="*/ 6455 h 6345"/>
                  <a:gd name="connsiteX1" fmla="*/ 5727 w 6343"/>
                  <a:gd name="connsiteY1" fmla="*/ 5526 h 6345"/>
                  <a:gd name="connsiteX2" fmla="*/ 6656 w 6343"/>
                  <a:gd name="connsiteY2" fmla="*/ 3283 h 6345"/>
                  <a:gd name="connsiteX3" fmla="*/ 5727 w 6343"/>
                  <a:gd name="connsiteY3" fmla="*/ 1039 h 6345"/>
                  <a:gd name="connsiteX4" fmla="*/ 3484 w 6343"/>
                  <a:gd name="connsiteY4" fmla="*/ 110 h 6345"/>
                  <a:gd name="connsiteX5" fmla="*/ 1242 w 6343"/>
                  <a:gd name="connsiteY5" fmla="*/ 1039 h 6345"/>
                  <a:gd name="connsiteX6" fmla="*/ 313 w 6343"/>
                  <a:gd name="connsiteY6" fmla="*/ 3283 h 6345"/>
                  <a:gd name="connsiteX7" fmla="*/ 1242 w 6343"/>
                  <a:gd name="connsiteY7" fmla="*/ 5526 h 6345"/>
                  <a:gd name="connsiteX8" fmla="*/ 3484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4" y="6455"/>
                    </a:moveTo>
                    <a:cubicBezTo>
                      <a:pt x="4326" y="6455"/>
                      <a:pt x="5132" y="6121"/>
                      <a:pt x="5727" y="5526"/>
                    </a:cubicBezTo>
                    <a:cubicBezTo>
                      <a:pt x="6322" y="4931"/>
                      <a:pt x="6656" y="4124"/>
                      <a:pt x="6656" y="3283"/>
                    </a:cubicBezTo>
                    <a:cubicBezTo>
                      <a:pt x="6656" y="2441"/>
                      <a:pt x="6322" y="1634"/>
                      <a:pt x="5727" y="1039"/>
                    </a:cubicBezTo>
                    <a:cubicBezTo>
                      <a:pt x="5132" y="444"/>
                      <a:pt x="4326" y="110"/>
                      <a:pt x="3484" y="110"/>
                    </a:cubicBezTo>
                    <a:cubicBezTo>
                      <a:pt x="2643" y="110"/>
                      <a:pt x="1837" y="444"/>
                      <a:pt x="1242" y="1039"/>
                    </a:cubicBezTo>
                    <a:cubicBezTo>
                      <a:pt x="647" y="1634"/>
                      <a:pt x="313" y="2441"/>
                      <a:pt x="313" y="3283"/>
                    </a:cubicBezTo>
                    <a:cubicBezTo>
                      <a:pt x="313" y="4124"/>
                      <a:pt x="647" y="4931"/>
                      <a:pt x="1242" y="5526"/>
                    </a:cubicBezTo>
                    <a:cubicBezTo>
                      <a:pt x="1837" y="6121"/>
                      <a:pt x="2643" y="6455"/>
                      <a:pt x="3484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0" name="Freeform: Shape 1139">
                <a:extLst>
                  <a:ext uri="{FF2B5EF4-FFF2-40B4-BE49-F238E27FC236}">
                    <a16:creationId xmlns:a16="http://schemas.microsoft.com/office/drawing/2014/main" id="{47A2700F-CFD8-CEDE-1882-80AA317DCD78}"/>
                  </a:ext>
                </a:extLst>
              </p:cNvPr>
              <p:cNvSpPr/>
              <p:nvPr/>
            </p:nvSpPr>
            <p:spPr>
              <a:xfrm>
                <a:off x="4826257" y="4882530"/>
                <a:ext cx="6343" cy="6345"/>
              </a:xfrm>
              <a:custGeom>
                <a:avLst/>
                <a:gdLst>
                  <a:gd name="connsiteX0" fmla="*/ 3485 w 6343"/>
                  <a:gd name="connsiteY0" fmla="*/ 6456 h 6345"/>
                  <a:gd name="connsiteX1" fmla="*/ 5727 w 6343"/>
                  <a:gd name="connsiteY1" fmla="*/ 5527 h 6345"/>
                  <a:gd name="connsiteX2" fmla="*/ 6656 w 6343"/>
                  <a:gd name="connsiteY2" fmla="*/ 3283 h 6345"/>
                  <a:gd name="connsiteX3" fmla="*/ 5727 w 6343"/>
                  <a:gd name="connsiteY3" fmla="*/ 1040 h 6345"/>
                  <a:gd name="connsiteX4" fmla="*/ 3485 w 6343"/>
                  <a:gd name="connsiteY4" fmla="*/ 111 h 6345"/>
                  <a:gd name="connsiteX5" fmla="*/ 1242 w 6343"/>
                  <a:gd name="connsiteY5" fmla="*/ 1040 h 6345"/>
                  <a:gd name="connsiteX6" fmla="*/ 313 w 6343"/>
                  <a:gd name="connsiteY6" fmla="*/ 3283 h 6345"/>
                  <a:gd name="connsiteX7" fmla="*/ 1242 w 6343"/>
                  <a:gd name="connsiteY7" fmla="*/ 5527 h 6345"/>
                  <a:gd name="connsiteX8" fmla="*/ 3485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5" y="6456"/>
                    </a:moveTo>
                    <a:cubicBezTo>
                      <a:pt x="4326" y="6456"/>
                      <a:pt x="5133" y="6122"/>
                      <a:pt x="5727" y="5527"/>
                    </a:cubicBezTo>
                    <a:cubicBezTo>
                      <a:pt x="6322" y="4932"/>
                      <a:pt x="6656" y="4125"/>
                      <a:pt x="6656" y="3283"/>
                    </a:cubicBezTo>
                    <a:cubicBezTo>
                      <a:pt x="6656" y="2442"/>
                      <a:pt x="6322" y="1635"/>
                      <a:pt x="5727" y="1040"/>
                    </a:cubicBezTo>
                    <a:cubicBezTo>
                      <a:pt x="5133" y="445"/>
                      <a:pt x="4326" y="111"/>
                      <a:pt x="3485" y="111"/>
                    </a:cubicBezTo>
                    <a:cubicBezTo>
                      <a:pt x="2644" y="111"/>
                      <a:pt x="1837" y="445"/>
                      <a:pt x="1242" y="1040"/>
                    </a:cubicBezTo>
                    <a:cubicBezTo>
                      <a:pt x="647" y="1635"/>
                      <a:pt x="313" y="2442"/>
                      <a:pt x="313" y="3283"/>
                    </a:cubicBezTo>
                    <a:cubicBezTo>
                      <a:pt x="313" y="4125"/>
                      <a:pt x="647" y="4932"/>
                      <a:pt x="1242" y="5527"/>
                    </a:cubicBezTo>
                    <a:cubicBezTo>
                      <a:pt x="1837" y="6122"/>
                      <a:pt x="2644" y="6456"/>
                      <a:pt x="3485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1" name="Freeform: Shape 1140">
                <a:extLst>
                  <a:ext uri="{FF2B5EF4-FFF2-40B4-BE49-F238E27FC236}">
                    <a16:creationId xmlns:a16="http://schemas.microsoft.com/office/drawing/2014/main" id="{2DE974C9-4BBE-7B2D-9E23-1F08677DFD56}"/>
                  </a:ext>
                </a:extLst>
              </p:cNvPr>
              <p:cNvSpPr/>
              <p:nvPr/>
            </p:nvSpPr>
            <p:spPr>
              <a:xfrm>
                <a:off x="4664755" y="5035758"/>
                <a:ext cx="6343" cy="6345"/>
              </a:xfrm>
              <a:custGeom>
                <a:avLst/>
                <a:gdLst>
                  <a:gd name="connsiteX0" fmla="*/ 3472 w 6343"/>
                  <a:gd name="connsiteY0" fmla="*/ 6468 h 6345"/>
                  <a:gd name="connsiteX1" fmla="*/ 5715 w 6343"/>
                  <a:gd name="connsiteY1" fmla="*/ 5539 h 6345"/>
                  <a:gd name="connsiteX2" fmla="*/ 6644 w 6343"/>
                  <a:gd name="connsiteY2" fmla="*/ 3295 h 6345"/>
                  <a:gd name="connsiteX3" fmla="*/ 5715 w 6343"/>
                  <a:gd name="connsiteY3" fmla="*/ 1052 h 6345"/>
                  <a:gd name="connsiteX4" fmla="*/ 3472 w 6343"/>
                  <a:gd name="connsiteY4" fmla="*/ 123 h 6345"/>
                  <a:gd name="connsiteX5" fmla="*/ 1229 w 6343"/>
                  <a:gd name="connsiteY5" fmla="*/ 1052 h 6345"/>
                  <a:gd name="connsiteX6" fmla="*/ 301 w 6343"/>
                  <a:gd name="connsiteY6" fmla="*/ 3295 h 6345"/>
                  <a:gd name="connsiteX7" fmla="*/ 1229 w 6343"/>
                  <a:gd name="connsiteY7" fmla="*/ 5539 h 6345"/>
                  <a:gd name="connsiteX8" fmla="*/ 347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2" y="6468"/>
                    </a:moveTo>
                    <a:cubicBezTo>
                      <a:pt x="4313" y="6468"/>
                      <a:pt x="5120" y="6134"/>
                      <a:pt x="5715" y="5539"/>
                    </a:cubicBezTo>
                    <a:cubicBezTo>
                      <a:pt x="6309" y="4944"/>
                      <a:pt x="6644" y="4137"/>
                      <a:pt x="6644" y="3295"/>
                    </a:cubicBezTo>
                    <a:cubicBezTo>
                      <a:pt x="6644" y="2454"/>
                      <a:pt x="6309" y="1647"/>
                      <a:pt x="5715" y="1052"/>
                    </a:cubicBezTo>
                    <a:cubicBezTo>
                      <a:pt x="5120" y="457"/>
                      <a:pt x="4313" y="123"/>
                      <a:pt x="3472" y="123"/>
                    </a:cubicBezTo>
                    <a:cubicBezTo>
                      <a:pt x="2631" y="123"/>
                      <a:pt x="1824" y="457"/>
                      <a:pt x="1229" y="1052"/>
                    </a:cubicBezTo>
                    <a:cubicBezTo>
                      <a:pt x="635" y="1647"/>
                      <a:pt x="301" y="2454"/>
                      <a:pt x="301" y="3295"/>
                    </a:cubicBezTo>
                    <a:cubicBezTo>
                      <a:pt x="301" y="4137"/>
                      <a:pt x="635" y="4944"/>
                      <a:pt x="1229" y="5539"/>
                    </a:cubicBezTo>
                    <a:cubicBezTo>
                      <a:pt x="1824" y="6134"/>
                      <a:pt x="2631" y="6468"/>
                      <a:pt x="347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2" name="Freeform: Shape 1141">
                <a:extLst>
                  <a:ext uri="{FF2B5EF4-FFF2-40B4-BE49-F238E27FC236}">
                    <a16:creationId xmlns:a16="http://schemas.microsoft.com/office/drawing/2014/main" id="{30C4020B-CD9A-D7A4-E3C3-3F666EBD1013}"/>
                  </a:ext>
                </a:extLst>
              </p:cNvPr>
              <p:cNvSpPr/>
              <p:nvPr/>
            </p:nvSpPr>
            <p:spPr>
              <a:xfrm>
                <a:off x="4668207" y="5041351"/>
                <a:ext cx="6343" cy="6345"/>
              </a:xfrm>
              <a:custGeom>
                <a:avLst/>
                <a:gdLst>
                  <a:gd name="connsiteX0" fmla="*/ 3472 w 6343"/>
                  <a:gd name="connsiteY0" fmla="*/ 6468 h 6345"/>
                  <a:gd name="connsiteX1" fmla="*/ 5715 w 6343"/>
                  <a:gd name="connsiteY1" fmla="*/ 5539 h 6345"/>
                  <a:gd name="connsiteX2" fmla="*/ 6644 w 6343"/>
                  <a:gd name="connsiteY2" fmla="*/ 3296 h 6345"/>
                  <a:gd name="connsiteX3" fmla="*/ 5715 w 6343"/>
                  <a:gd name="connsiteY3" fmla="*/ 1052 h 6345"/>
                  <a:gd name="connsiteX4" fmla="*/ 3472 w 6343"/>
                  <a:gd name="connsiteY4" fmla="*/ 123 h 6345"/>
                  <a:gd name="connsiteX5" fmla="*/ 1230 w 6343"/>
                  <a:gd name="connsiteY5" fmla="*/ 1052 h 6345"/>
                  <a:gd name="connsiteX6" fmla="*/ 301 w 6343"/>
                  <a:gd name="connsiteY6" fmla="*/ 3296 h 6345"/>
                  <a:gd name="connsiteX7" fmla="*/ 1230 w 6343"/>
                  <a:gd name="connsiteY7" fmla="*/ 5539 h 6345"/>
                  <a:gd name="connsiteX8" fmla="*/ 347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2" y="6468"/>
                    </a:moveTo>
                    <a:cubicBezTo>
                      <a:pt x="4313" y="6468"/>
                      <a:pt x="5120" y="6134"/>
                      <a:pt x="5715" y="5539"/>
                    </a:cubicBezTo>
                    <a:cubicBezTo>
                      <a:pt x="6310" y="4944"/>
                      <a:pt x="6644" y="4137"/>
                      <a:pt x="6644" y="3296"/>
                    </a:cubicBezTo>
                    <a:cubicBezTo>
                      <a:pt x="6644" y="2454"/>
                      <a:pt x="6310" y="1647"/>
                      <a:pt x="5715" y="1052"/>
                    </a:cubicBezTo>
                    <a:cubicBezTo>
                      <a:pt x="5120" y="457"/>
                      <a:pt x="4313" y="123"/>
                      <a:pt x="3472" y="123"/>
                    </a:cubicBezTo>
                    <a:cubicBezTo>
                      <a:pt x="2631" y="123"/>
                      <a:pt x="1824" y="457"/>
                      <a:pt x="1230" y="1052"/>
                    </a:cubicBezTo>
                    <a:cubicBezTo>
                      <a:pt x="635" y="1647"/>
                      <a:pt x="301" y="2454"/>
                      <a:pt x="301" y="3296"/>
                    </a:cubicBezTo>
                    <a:cubicBezTo>
                      <a:pt x="301" y="4137"/>
                      <a:pt x="635" y="4944"/>
                      <a:pt x="1230" y="5539"/>
                    </a:cubicBezTo>
                    <a:cubicBezTo>
                      <a:pt x="1824" y="6134"/>
                      <a:pt x="2631" y="6468"/>
                      <a:pt x="347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3" name="Freeform: Shape 1142">
                <a:extLst>
                  <a:ext uri="{FF2B5EF4-FFF2-40B4-BE49-F238E27FC236}">
                    <a16:creationId xmlns:a16="http://schemas.microsoft.com/office/drawing/2014/main" id="{FC92263E-8749-AD94-CD19-F128F6E61C54}"/>
                  </a:ext>
                </a:extLst>
              </p:cNvPr>
              <p:cNvSpPr/>
              <p:nvPr/>
            </p:nvSpPr>
            <p:spPr>
              <a:xfrm>
                <a:off x="4671657" y="5046929"/>
                <a:ext cx="6343" cy="6345"/>
              </a:xfrm>
              <a:custGeom>
                <a:avLst/>
                <a:gdLst>
                  <a:gd name="connsiteX0" fmla="*/ 3473 w 6343"/>
                  <a:gd name="connsiteY0" fmla="*/ 6469 h 6345"/>
                  <a:gd name="connsiteX1" fmla="*/ 5715 w 6343"/>
                  <a:gd name="connsiteY1" fmla="*/ 5540 h 6345"/>
                  <a:gd name="connsiteX2" fmla="*/ 6644 w 6343"/>
                  <a:gd name="connsiteY2" fmla="*/ 3296 h 6345"/>
                  <a:gd name="connsiteX3" fmla="*/ 5715 w 6343"/>
                  <a:gd name="connsiteY3" fmla="*/ 1053 h 6345"/>
                  <a:gd name="connsiteX4" fmla="*/ 3473 w 6343"/>
                  <a:gd name="connsiteY4" fmla="*/ 124 h 6345"/>
                  <a:gd name="connsiteX5" fmla="*/ 1230 w 6343"/>
                  <a:gd name="connsiteY5" fmla="*/ 1053 h 6345"/>
                  <a:gd name="connsiteX6" fmla="*/ 301 w 6343"/>
                  <a:gd name="connsiteY6" fmla="*/ 3296 h 6345"/>
                  <a:gd name="connsiteX7" fmla="*/ 1230 w 6343"/>
                  <a:gd name="connsiteY7" fmla="*/ 5540 h 6345"/>
                  <a:gd name="connsiteX8" fmla="*/ 3473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3" y="6469"/>
                    </a:moveTo>
                    <a:cubicBezTo>
                      <a:pt x="4314" y="6469"/>
                      <a:pt x="5121" y="6135"/>
                      <a:pt x="5715" y="5540"/>
                    </a:cubicBezTo>
                    <a:cubicBezTo>
                      <a:pt x="6310" y="4945"/>
                      <a:pt x="6644" y="4138"/>
                      <a:pt x="6644" y="3296"/>
                    </a:cubicBezTo>
                    <a:cubicBezTo>
                      <a:pt x="6644" y="2455"/>
                      <a:pt x="6310" y="1648"/>
                      <a:pt x="5715" y="1053"/>
                    </a:cubicBezTo>
                    <a:cubicBezTo>
                      <a:pt x="5121" y="458"/>
                      <a:pt x="4314" y="124"/>
                      <a:pt x="3473" y="124"/>
                    </a:cubicBezTo>
                    <a:cubicBezTo>
                      <a:pt x="2632" y="124"/>
                      <a:pt x="1825" y="458"/>
                      <a:pt x="1230" y="1053"/>
                    </a:cubicBezTo>
                    <a:cubicBezTo>
                      <a:pt x="635" y="1648"/>
                      <a:pt x="301" y="2455"/>
                      <a:pt x="301" y="3296"/>
                    </a:cubicBezTo>
                    <a:cubicBezTo>
                      <a:pt x="301" y="4138"/>
                      <a:pt x="635" y="4945"/>
                      <a:pt x="1230" y="5540"/>
                    </a:cubicBezTo>
                    <a:cubicBezTo>
                      <a:pt x="1825" y="6135"/>
                      <a:pt x="2632" y="6469"/>
                      <a:pt x="3473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4" name="Freeform: Shape 1143">
                <a:extLst>
                  <a:ext uri="{FF2B5EF4-FFF2-40B4-BE49-F238E27FC236}">
                    <a16:creationId xmlns:a16="http://schemas.microsoft.com/office/drawing/2014/main" id="{CAE44495-E3BA-628E-B845-931E6D7B4EAC}"/>
                  </a:ext>
                </a:extLst>
              </p:cNvPr>
              <p:cNvSpPr/>
              <p:nvPr/>
            </p:nvSpPr>
            <p:spPr>
              <a:xfrm>
                <a:off x="4672820" y="5054438"/>
                <a:ext cx="6343" cy="6345"/>
              </a:xfrm>
              <a:custGeom>
                <a:avLst/>
                <a:gdLst>
                  <a:gd name="connsiteX0" fmla="*/ 3473 w 6343"/>
                  <a:gd name="connsiteY0" fmla="*/ 6470 h 6345"/>
                  <a:gd name="connsiteX1" fmla="*/ 5715 w 6343"/>
                  <a:gd name="connsiteY1" fmla="*/ 5540 h 6345"/>
                  <a:gd name="connsiteX2" fmla="*/ 6644 w 6343"/>
                  <a:gd name="connsiteY2" fmla="*/ 3297 h 6345"/>
                  <a:gd name="connsiteX3" fmla="*/ 5715 w 6343"/>
                  <a:gd name="connsiteY3" fmla="*/ 1053 h 6345"/>
                  <a:gd name="connsiteX4" fmla="*/ 3473 w 6343"/>
                  <a:gd name="connsiteY4" fmla="*/ 124 h 6345"/>
                  <a:gd name="connsiteX5" fmla="*/ 1230 w 6343"/>
                  <a:gd name="connsiteY5" fmla="*/ 1053 h 6345"/>
                  <a:gd name="connsiteX6" fmla="*/ 301 w 6343"/>
                  <a:gd name="connsiteY6" fmla="*/ 3297 h 6345"/>
                  <a:gd name="connsiteX7" fmla="*/ 1230 w 6343"/>
                  <a:gd name="connsiteY7" fmla="*/ 5540 h 6345"/>
                  <a:gd name="connsiteX8" fmla="*/ 3473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3" y="6470"/>
                    </a:moveTo>
                    <a:cubicBezTo>
                      <a:pt x="4314" y="6470"/>
                      <a:pt x="5121" y="6135"/>
                      <a:pt x="5715" y="5540"/>
                    </a:cubicBezTo>
                    <a:cubicBezTo>
                      <a:pt x="6310" y="4945"/>
                      <a:pt x="6644" y="4138"/>
                      <a:pt x="6644" y="3297"/>
                    </a:cubicBezTo>
                    <a:cubicBezTo>
                      <a:pt x="6644" y="2455"/>
                      <a:pt x="6310" y="1648"/>
                      <a:pt x="5715" y="1053"/>
                    </a:cubicBezTo>
                    <a:cubicBezTo>
                      <a:pt x="5121" y="458"/>
                      <a:pt x="4314" y="124"/>
                      <a:pt x="3473" y="124"/>
                    </a:cubicBezTo>
                    <a:cubicBezTo>
                      <a:pt x="2632" y="124"/>
                      <a:pt x="1825" y="458"/>
                      <a:pt x="1230" y="1053"/>
                    </a:cubicBezTo>
                    <a:cubicBezTo>
                      <a:pt x="635" y="1648"/>
                      <a:pt x="301" y="2455"/>
                      <a:pt x="301" y="3297"/>
                    </a:cubicBezTo>
                    <a:cubicBezTo>
                      <a:pt x="301" y="4138"/>
                      <a:pt x="635" y="4945"/>
                      <a:pt x="1230" y="5540"/>
                    </a:cubicBezTo>
                    <a:cubicBezTo>
                      <a:pt x="1825" y="6135"/>
                      <a:pt x="2632" y="6470"/>
                      <a:pt x="3473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5" name="Freeform: Shape 1144">
                <a:extLst>
                  <a:ext uri="{FF2B5EF4-FFF2-40B4-BE49-F238E27FC236}">
                    <a16:creationId xmlns:a16="http://schemas.microsoft.com/office/drawing/2014/main" id="{81C4096E-0A6F-36F8-4B21-146DB45CAC6E}"/>
                  </a:ext>
                </a:extLst>
              </p:cNvPr>
              <p:cNvSpPr/>
              <p:nvPr/>
            </p:nvSpPr>
            <p:spPr>
              <a:xfrm>
                <a:off x="4496233" y="5450284"/>
                <a:ext cx="6343" cy="6345"/>
              </a:xfrm>
              <a:custGeom>
                <a:avLst/>
                <a:gdLst>
                  <a:gd name="connsiteX0" fmla="*/ 3459 w 6343"/>
                  <a:gd name="connsiteY0" fmla="*/ 6501 h 6345"/>
                  <a:gd name="connsiteX1" fmla="*/ 5701 w 6343"/>
                  <a:gd name="connsiteY1" fmla="*/ 5571 h 6345"/>
                  <a:gd name="connsiteX2" fmla="*/ 6630 w 6343"/>
                  <a:gd name="connsiteY2" fmla="*/ 3328 h 6345"/>
                  <a:gd name="connsiteX3" fmla="*/ 5701 w 6343"/>
                  <a:gd name="connsiteY3" fmla="*/ 1085 h 6345"/>
                  <a:gd name="connsiteX4" fmla="*/ 3459 w 6343"/>
                  <a:gd name="connsiteY4" fmla="*/ 155 h 6345"/>
                  <a:gd name="connsiteX5" fmla="*/ 1216 w 6343"/>
                  <a:gd name="connsiteY5" fmla="*/ 1085 h 6345"/>
                  <a:gd name="connsiteX6" fmla="*/ 287 w 6343"/>
                  <a:gd name="connsiteY6" fmla="*/ 3328 h 6345"/>
                  <a:gd name="connsiteX7" fmla="*/ 1216 w 6343"/>
                  <a:gd name="connsiteY7" fmla="*/ 5571 h 6345"/>
                  <a:gd name="connsiteX8" fmla="*/ 3459 w 6343"/>
                  <a:gd name="connsiteY8" fmla="*/ 65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1"/>
                    </a:moveTo>
                    <a:cubicBezTo>
                      <a:pt x="4300" y="6501"/>
                      <a:pt x="5107" y="6166"/>
                      <a:pt x="5701" y="5571"/>
                    </a:cubicBezTo>
                    <a:cubicBezTo>
                      <a:pt x="6296" y="4976"/>
                      <a:pt x="6630" y="4169"/>
                      <a:pt x="6630" y="3328"/>
                    </a:cubicBezTo>
                    <a:cubicBezTo>
                      <a:pt x="6630" y="2487"/>
                      <a:pt x="6296" y="1680"/>
                      <a:pt x="5701" y="1085"/>
                    </a:cubicBezTo>
                    <a:cubicBezTo>
                      <a:pt x="5107" y="490"/>
                      <a:pt x="4300" y="155"/>
                      <a:pt x="3459" y="155"/>
                    </a:cubicBezTo>
                    <a:cubicBezTo>
                      <a:pt x="2618" y="155"/>
                      <a:pt x="1811" y="490"/>
                      <a:pt x="1216" y="1085"/>
                    </a:cubicBezTo>
                    <a:cubicBezTo>
                      <a:pt x="621" y="1680"/>
                      <a:pt x="287" y="2487"/>
                      <a:pt x="287" y="3328"/>
                    </a:cubicBezTo>
                    <a:cubicBezTo>
                      <a:pt x="287" y="4169"/>
                      <a:pt x="621" y="4976"/>
                      <a:pt x="1216" y="5571"/>
                    </a:cubicBezTo>
                    <a:cubicBezTo>
                      <a:pt x="1811" y="6166"/>
                      <a:pt x="2618" y="6501"/>
                      <a:pt x="3459" y="65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6" name="Freeform: Shape 1145">
                <a:extLst>
                  <a:ext uri="{FF2B5EF4-FFF2-40B4-BE49-F238E27FC236}">
                    <a16:creationId xmlns:a16="http://schemas.microsoft.com/office/drawing/2014/main" id="{21EF0910-BA7B-B99A-B4F2-7A843C7CC27D}"/>
                  </a:ext>
                </a:extLst>
              </p:cNvPr>
              <p:cNvSpPr/>
              <p:nvPr/>
            </p:nvSpPr>
            <p:spPr>
              <a:xfrm>
                <a:off x="4499294" y="5458129"/>
                <a:ext cx="6343" cy="6345"/>
              </a:xfrm>
              <a:custGeom>
                <a:avLst/>
                <a:gdLst>
                  <a:gd name="connsiteX0" fmla="*/ 3459 w 6343"/>
                  <a:gd name="connsiteY0" fmla="*/ 6501 h 6345"/>
                  <a:gd name="connsiteX1" fmla="*/ 5702 w 6343"/>
                  <a:gd name="connsiteY1" fmla="*/ 5572 h 6345"/>
                  <a:gd name="connsiteX2" fmla="*/ 6631 w 6343"/>
                  <a:gd name="connsiteY2" fmla="*/ 3329 h 6345"/>
                  <a:gd name="connsiteX3" fmla="*/ 5702 w 6343"/>
                  <a:gd name="connsiteY3" fmla="*/ 1085 h 6345"/>
                  <a:gd name="connsiteX4" fmla="*/ 3459 w 6343"/>
                  <a:gd name="connsiteY4" fmla="*/ 156 h 6345"/>
                  <a:gd name="connsiteX5" fmla="*/ 1216 w 6343"/>
                  <a:gd name="connsiteY5" fmla="*/ 1085 h 6345"/>
                  <a:gd name="connsiteX6" fmla="*/ 287 w 6343"/>
                  <a:gd name="connsiteY6" fmla="*/ 3329 h 6345"/>
                  <a:gd name="connsiteX7" fmla="*/ 1216 w 6343"/>
                  <a:gd name="connsiteY7" fmla="*/ 5572 h 6345"/>
                  <a:gd name="connsiteX8" fmla="*/ 3459 w 6343"/>
                  <a:gd name="connsiteY8" fmla="*/ 65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1"/>
                    </a:moveTo>
                    <a:cubicBezTo>
                      <a:pt x="4300" y="6501"/>
                      <a:pt x="5107" y="6167"/>
                      <a:pt x="5702" y="5572"/>
                    </a:cubicBezTo>
                    <a:cubicBezTo>
                      <a:pt x="6296" y="4977"/>
                      <a:pt x="6631" y="4170"/>
                      <a:pt x="6631" y="3329"/>
                    </a:cubicBezTo>
                    <a:cubicBezTo>
                      <a:pt x="6631" y="2487"/>
                      <a:pt x="6296" y="1680"/>
                      <a:pt x="5702" y="1085"/>
                    </a:cubicBezTo>
                    <a:cubicBezTo>
                      <a:pt x="5107" y="490"/>
                      <a:pt x="4300" y="156"/>
                      <a:pt x="3459" y="156"/>
                    </a:cubicBezTo>
                    <a:cubicBezTo>
                      <a:pt x="2618" y="156"/>
                      <a:pt x="1811" y="490"/>
                      <a:pt x="1216" y="1085"/>
                    </a:cubicBezTo>
                    <a:cubicBezTo>
                      <a:pt x="622" y="1680"/>
                      <a:pt x="287" y="2487"/>
                      <a:pt x="287" y="3329"/>
                    </a:cubicBezTo>
                    <a:cubicBezTo>
                      <a:pt x="287" y="4170"/>
                      <a:pt x="622" y="4977"/>
                      <a:pt x="1216" y="5572"/>
                    </a:cubicBezTo>
                    <a:cubicBezTo>
                      <a:pt x="1811" y="6167"/>
                      <a:pt x="2618" y="6501"/>
                      <a:pt x="3459" y="65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7" name="Freeform: Shape 1146">
                <a:extLst>
                  <a:ext uri="{FF2B5EF4-FFF2-40B4-BE49-F238E27FC236}">
                    <a16:creationId xmlns:a16="http://schemas.microsoft.com/office/drawing/2014/main" id="{CBCE13D0-FA8B-81F7-003E-1F91DE599719}"/>
                  </a:ext>
                </a:extLst>
              </p:cNvPr>
              <p:cNvSpPr/>
              <p:nvPr/>
            </p:nvSpPr>
            <p:spPr>
              <a:xfrm>
                <a:off x="4498451" y="5463081"/>
                <a:ext cx="6343" cy="6345"/>
              </a:xfrm>
              <a:custGeom>
                <a:avLst/>
                <a:gdLst>
                  <a:gd name="connsiteX0" fmla="*/ 3459 w 6343"/>
                  <a:gd name="connsiteY0" fmla="*/ 6502 h 6345"/>
                  <a:gd name="connsiteX1" fmla="*/ 5702 w 6343"/>
                  <a:gd name="connsiteY1" fmla="*/ 5572 h 6345"/>
                  <a:gd name="connsiteX2" fmla="*/ 6631 w 6343"/>
                  <a:gd name="connsiteY2" fmla="*/ 3329 h 6345"/>
                  <a:gd name="connsiteX3" fmla="*/ 5702 w 6343"/>
                  <a:gd name="connsiteY3" fmla="*/ 1086 h 6345"/>
                  <a:gd name="connsiteX4" fmla="*/ 3459 w 6343"/>
                  <a:gd name="connsiteY4" fmla="*/ 156 h 6345"/>
                  <a:gd name="connsiteX5" fmla="*/ 1216 w 6343"/>
                  <a:gd name="connsiteY5" fmla="*/ 1086 h 6345"/>
                  <a:gd name="connsiteX6" fmla="*/ 287 w 6343"/>
                  <a:gd name="connsiteY6" fmla="*/ 3329 h 6345"/>
                  <a:gd name="connsiteX7" fmla="*/ 1216 w 6343"/>
                  <a:gd name="connsiteY7" fmla="*/ 5572 h 6345"/>
                  <a:gd name="connsiteX8" fmla="*/ 3459 w 6343"/>
                  <a:gd name="connsiteY8" fmla="*/ 650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2"/>
                    </a:moveTo>
                    <a:cubicBezTo>
                      <a:pt x="4300" y="6502"/>
                      <a:pt x="5107" y="6167"/>
                      <a:pt x="5702" y="5572"/>
                    </a:cubicBezTo>
                    <a:cubicBezTo>
                      <a:pt x="6296" y="4977"/>
                      <a:pt x="6631" y="4170"/>
                      <a:pt x="6631" y="3329"/>
                    </a:cubicBezTo>
                    <a:cubicBezTo>
                      <a:pt x="6631" y="2488"/>
                      <a:pt x="6296" y="1681"/>
                      <a:pt x="5702" y="1086"/>
                    </a:cubicBezTo>
                    <a:cubicBezTo>
                      <a:pt x="5107" y="491"/>
                      <a:pt x="4300" y="156"/>
                      <a:pt x="3459" y="156"/>
                    </a:cubicBezTo>
                    <a:cubicBezTo>
                      <a:pt x="2618" y="156"/>
                      <a:pt x="1811" y="491"/>
                      <a:pt x="1216" y="1086"/>
                    </a:cubicBezTo>
                    <a:cubicBezTo>
                      <a:pt x="622" y="1681"/>
                      <a:pt x="287" y="2488"/>
                      <a:pt x="287" y="3329"/>
                    </a:cubicBezTo>
                    <a:cubicBezTo>
                      <a:pt x="287" y="4170"/>
                      <a:pt x="622" y="4977"/>
                      <a:pt x="1216" y="5572"/>
                    </a:cubicBezTo>
                    <a:cubicBezTo>
                      <a:pt x="1811" y="6167"/>
                      <a:pt x="2618" y="6502"/>
                      <a:pt x="3459" y="65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8" name="Freeform: Shape 1147">
                <a:extLst>
                  <a:ext uri="{FF2B5EF4-FFF2-40B4-BE49-F238E27FC236}">
                    <a16:creationId xmlns:a16="http://schemas.microsoft.com/office/drawing/2014/main" id="{F99CCB3F-E59E-7EC1-3922-E799373EC67A}"/>
                  </a:ext>
                </a:extLst>
              </p:cNvPr>
              <p:cNvSpPr/>
              <p:nvPr/>
            </p:nvSpPr>
            <p:spPr>
              <a:xfrm>
                <a:off x="4498754" y="5467506"/>
                <a:ext cx="6343" cy="6345"/>
              </a:xfrm>
              <a:custGeom>
                <a:avLst/>
                <a:gdLst>
                  <a:gd name="connsiteX0" fmla="*/ 3459 w 6343"/>
                  <a:gd name="connsiteY0" fmla="*/ 6502 h 6345"/>
                  <a:gd name="connsiteX1" fmla="*/ 5702 w 6343"/>
                  <a:gd name="connsiteY1" fmla="*/ 5573 h 6345"/>
                  <a:gd name="connsiteX2" fmla="*/ 6631 w 6343"/>
                  <a:gd name="connsiteY2" fmla="*/ 3329 h 6345"/>
                  <a:gd name="connsiteX3" fmla="*/ 5702 w 6343"/>
                  <a:gd name="connsiteY3" fmla="*/ 1086 h 6345"/>
                  <a:gd name="connsiteX4" fmla="*/ 3459 w 6343"/>
                  <a:gd name="connsiteY4" fmla="*/ 157 h 6345"/>
                  <a:gd name="connsiteX5" fmla="*/ 1216 w 6343"/>
                  <a:gd name="connsiteY5" fmla="*/ 1086 h 6345"/>
                  <a:gd name="connsiteX6" fmla="*/ 287 w 6343"/>
                  <a:gd name="connsiteY6" fmla="*/ 3329 h 6345"/>
                  <a:gd name="connsiteX7" fmla="*/ 1216 w 6343"/>
                  <a:gd name="connsiteY7" fmla="*/ 5573 h 6345"/>
                  <a:gd name="connsiteX8" fmla="*/ 3459 w 6343"/>
                  <a:gd name="connsiteY8" fmla="*/ 650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2"/>
                    </a:moveTo>
                    <a:cubicBezTo>
                      <a:pt x="4300" y="6502"/>
                      <a:pt x="5107" y="6168"/>
                      <a:pt x="5702" y="5573"/>
                    </a:cubicBezTo>
                    <a:cubicBezTo>
                      <a:pt x="6296" y="4978"/>
                      <a:pt x="6631" y="4171"/>
                      <a:pt x="6631" y="3329"/>
                    </a:cubicBezTo>
                    <a:cubicBezTo>
                      <a:pt x="6631" y="2488"/>
                      <a:pt x="6296" y="1681"/>
                      <a:pt x="5702" y="1086"/>
                    </a:cubicBezTo>
                    <a:cubicBezTo>
                      <a:pt x="5107" y="491"/>
                      <a:pt x="4300" y="157"/>
                      <a:pt x="3459" y="157"/>
                    </a:cubicBezTo>
                    <a:cubicBezTo>
                      <a:pt x="2618" y="157"/>
                      <a:pt x="1811" y="491"/>
                      <a:pt x="1216" y="1086"/>
                    </a:cubicBezTo>
                    <a:cubicBezTo>
                      <a:pt x="622" y="1681"/>
                      <a:pt x="287" y="2488"/>
                      <a:pt x="287" y="3329"/>
                    </a:cubicBezTo>
                    <a:cubicBezTo>
                      <a:pt x="287" y="4171"/>
                      <a:pt x="622" y="4978"/>
                      <a:pt x="1216" y="5573"/>
                    </a:cubicBezTo>
                    <a:cubicBezTo>
                      <a:pt x="1811" y="6168"/>
                      <a:pt x="2618" y="6502"/>
                      <a:pt x="3459" y="65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9" name="Freeform: Shape 1148">
                <a:extLst>
                  <a:ext uri="{FF2B5EF4-FFF2-40B4-BE49-F238E27FC236}">
                    <a16:creationId xmlns:a16="http://schemas.microsoft.com/office/drawing/2014/main" id="{F8325D1C-531E-ECE6-98AD-6ADEAFDFB270}"/>
                  </a:ext>
                </a:extLst>
              </p:cNvPr>
              <p:cNvSpPr/>
              <p:nvPr/>
            </p:nvSpPr>
            <p:spPr>
              <a:xfrm>
                <a:off x="4498543" y="5472128"/>
                <a:ext cx="6343" cy="6345"/>
              </a:xfrm>
              <a:custGeom>
                <a:avLst/>
                <a:gdLst>
                  <a:gd name="connsiteX0" fmla="*/ 3459 w 6343"/>
                  <a:gd name="connsiteY0" fmla="*/ 6502 h 6345"/>
                  <a:gd name="connsiteX1" fmla="*/ 5702 w 6343"/>
                  <a:gd name="connsiteY1" fmla="*/ 5573 h 6345"/>
                  <a:gd name="connsiteX2" fmla="*/ 6631 w 6343"/>
                  <a:gd name="connsiteY2" fmla="*/ 3330 h 6345"/>
                  <a:gd name="connsiteX3" fmla="*/ 5702 w 6343"/>
                  <a:gd name="connsiteY3" fmla="*/ 1086 h 6345"/>
                  <a:gd name="connsiteX4" fmla="*/ 3459 w 6343"/>
                  <a:gd name="connsiteY4" fmla="*/ 157 h 6345"/>
                  <a:gd name="connsiteX5" fmla="*/ 1216 w 6343"/>
                  <a:gd name="connsiteY5" fmla="*/ 1086 h 6345"/>
                  <a:gd name="connsiteX6" fmla="*/ 287 w 6343"/>
                  <a:gd name="connsiteY6" fmla="*/ 3330 h 6345"/>
                  <a:gd name="connsiteX7" fmla="*/ 1216 w 6343"/>
                  <a:gd name="connsiteY7" fmla="*/ 5573 h 6345"/>
                  <a:gd name="connsiteX8" fmla="*/ 3459 w 6343"/>
                  <a:gd name="connsiteY8" fmla="*/ 650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2"/>
                    </a:moveTo>
                    <a:cubicBezTo>
                      <a:pt x="4300" y="6502"/>
                      <a:pt x="5107" y="6168"/>
                      <a:pt x="5702" y="5573"/>
                    </a:cubicBezTo>
                    <a:cubicBezTo>
                      <a:pt x="6296" y="4978"/>
                      <a:pt x="6631" y="4171"/>
                      <a:pt x="6631" y="3330"/>
                    </a:cubicBezTo>
                    <a:cubicBezTo>
                      <a:pt x="6631" y="2488"/>
                      <a:pt x="6296" y="1681"/>
                      <a:pt x="5702" y="1086"/>
                    </a:cubicBezTo>
                    <a:cubicBezTo>
                      <a:pt x="5107" y="491"/>
                      <a:pt x="4300" y="157"/>
                      <a:pt x="3459" y="157"/>
                    </a:cubicBezTo>
                    <a:cubicBezTo>
                      <a:pt x="2618" y="157"/>
                      <a:pt x="1811" y="491"/>
                      <a:pt x="1216" y="1086"/>
                    </a:cubicBezTo>
                    <a:cubicBezTo>
                      <a:pt x="622" y="1681"/>
                      <a:pt x="287" y="2488"/>
                      <a:pt x="287" y="3330"/>
                    </a:cubicBezTo>
                    <a:cubicBezTo>
                      <a:pt x="287" y="4171"/>
                      <a:pt x="622" y="4978"/>
                      <a:pt x="1216" y="5573"/>
                    </a:cubicBezTo>
                    <a:cubicBezTo>
                      <a:pt x="1811" y="6168"/>
                      <a:pt x="2618" y="6502"/>
                      <a:pt x="3459" y="65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0" name="Freeform: Shape 1149">
                <a:extLst>
                  <a:ext uri="{FF2B5EF4-FFF2-40B4-BE49-F238E27FC236}">
                    <a16:creationId xmlns:a16="http://schemas.microsoft.com/office/drawing/2014/main" id="{07A3EDAF-2263-1F64-B8A1-C27F649D4814}"/>
                  </a:ext>
                </a:extLst>
              </p:cNvPr>
              <p:cNvSpPr/>
              <p:nvPr/>
            </p:nvSpPr>
            <p:spPr>
              <a:xfrm>
                <a:off x="4499047" y="5476428"/>
                <a:ext cx="6343" cy="6345"/>
              </a:xfrm>
              <a:custGeom>
                <a:avLst/>
                <a:gdLst>
                  <a:gd name="connsiteX0" fmla="*/ 3459 w 6343"/>
                  <a:gd name="connsiteY0" fmla="*/ 6503 h 6345"/>
                  <a:gd name="connsiteX1" fmla="*/ 5702 w 6343"/>
                  <a:gd name="connsiteY1" fmla="*/ 5574 h 6345"/>
                  <a:gd name="connsiteX2" fmla="*/ 6631 w 6343"/>
                  <a:gd name="connsiteY2" fmla="*/ 3330 h 6345"/>
                  <a:gd name="connsiteX3" fmla="*/ 5702 w 6343"/>
                  <a:gd name="connsiteY3" fmla="*/ 1087 h 6345"/>
                  <a:gd name="connsiteX4" fmla="*/ 3459 w 6343"/>
                  <a:gd name="connsiteY4" fmla="*/ 157 h 6345"/>
                  <a:gd name="connsiteX5" fmla="*/ 1216 w 6343"/>
                  <a:gd name="connsiteY5" fmla="*/ 1087 h 6345"/>
                  <a:gd name="connsiteX6" fmla="*/ 287 w 6343"/>
                  <a:gd name="connsiteY6" fmla="*/ 3330 h 6345"/>
                  <a:gd name="connsiteX7" fmla="*/ 1216 w 6343"/>
                  <a:gd name="connsiteY7" fmla="*/ 5574 h 6345"/>
                  <a:gd name="connsiteX8" fmla="*/ 3459 w 6343"/>
                  <a:gd name="connsiteY8" fmla="*/ 65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3"/>
                    </a:moveTo>
                    <a:cubicBezTo>
                      <a:pt x="4300" y="6503"/>
                      <a:pt x="5107" y="6168"/>
                      <a:pt x="5702" y="5574"/>
                    </a:cubicBezTo>
                    <a:cubicBezTo>
                      <a:pt x="6296" y="4979"/>
                      <a:pt x="6631" y="4171"/>
                      <a:pt x="6631" y="3330"/>
                    </a:cubicBezTo>
                    <a:cubicBezTo>
                      <a:pt x="6631" y="2489"/>
                      <a:pt x="6296" y="1682"/>
                      <a:pt x="5702" y="1087"/>
                    </a:cubicBezTo>
                    <a:cubicBezTo>
                      <a:pt x="5107" y="492"/>
                      <a:pt x="4300" y="157"/>
                      <a:pt x="3459" y="157"/>
                    </a:cubicBezTo>
                    <a:cubicBezTo>
                      <a:pt x="2618" y="157"/>
                      <a:pt x="1811" y="492"/>
                      <a:pt x="1216" y="1087"/>
                    </a:cubicBezTo>
                    <a:cubicBezTo>
                      <a:pt x="622" y="1682"/>
                      <a:pt x="287" y="2489"/>
                      <a:pt x="287" y="3330"/>
                    </a:cubicBezTo>
                    <a:cubicBezTo>
                      <a:pt x="287" y="4171"/>
                      <a:pt x="622" y="4979"/>
                      <a:pt x="1216" y="5574"/>
                    </a:cubicBezTo>
                    <a:cubicBezTo>
                      <a:pt x="1811" y="6168"/>
                      <a:pt x="2618" y="6503"/>
                      <a:pt x="3459" y="65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1" name="Freeform: Shape 1150">
                <a:extLst>
                  <a:ext uri="{FF2B5EF4-FFF2-40B4-BE49-F238E27FC236}">
                    <a16:creationId xmlns:a16="http://schemas.microsoft.com/office/drawing/2014/main" id="{2C3321FE-C91E-5F76-216E-B4798ED55535}"/>
                  </a:ext>
                </a:extLst>
              </p:cNvPr>
              <p:cNvSpPr/>
              <p:nvPr/>
            </p:nvSpPr>
            <p:spPr>
              <a:xfrm>
                <a:off x="5353310" y="5336108"/>
                <a:ext cx="6343" cy="6345"/>
              </a:xfrm>
              <a:custGeom>
                <a:avLst/>
                <a:gdLst>
                  <a:gd name="connsiteX0" fmla="*/ 3526 w 6343"/>
                  <a:gd name="connsiteY0" fmla="*/ 6492 h 6345"/>
                  <a:gd name="connsiteX1" fmla="*/ 5769 w 6343"/>
                  <a:gd name="connsiteY1" fmla="*/ 5562 h 6345"/>
                  <a:gd name="connsiteX2" fmla="*/ 6698 w 6343"/>
                  <a:gd name="connsiteY2" fmla="*/ 3319 h 6345"/>
                  <a:gd name="connsiteX3" fmla="*/ 5769 w 6343"/>
                  <a:gd name="connsiteY3" fmla="*/ 1076 h 6345"/>
                  <a:gd name="connsiteX4" fmla="*/ 3526 w 6343"/>
                  <a:gd name="connsiteY4" fmla="*/ 146 h 6345"/>
                  <a:gd name="connsiteX5" fmla="*/ 1284 w 6343"/>
                  <a:gd name="connsiteY5" fmla="*/ 1076 h 6345"/>
                  <a:gd name="connsiteX6" fmla="*/ 355 w 6343"/>
                  <a:gd name="connsiteY6" fmla="*/ 3319 h 6345"/>
                  <a:gd name="connsiteX7" fmla="*/ 1284 w 6343"/>
                  <a:gd name="connsiteY7" fmla="*/ 5562 h 6345"/>
                  <a:gd name="connsiteX8" fmla="*/ 3526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6" y="6492"/>
                    </a:moveTo>
                    <a:cubicBezTo>
                      <a:pt x="4367" y="6492"/>
                      <a:pt x="5174" y="6157"/>
                      <a:pt x="5769" y="5562"/>
                    </a:cubicBezTo>
                    <a:cubicBezTo>
                      <a:pt x="6364" y="4967"/>
                      <a:pt x="6698" y="4160"/>
                      <a:pt x="6698" y="3319"/>
                    </a:cubicBezTo>
                    <a:cubicBezTo>
                      <a:pt x="6698" y="2478"/>
                      <a:pt x="6364" y="1671"/>
                      <a:pt x="5769" y="1076"/>
                    </a:cubicBezTo>
                    <a:cubicBezTo>
                      <a:pt x="5174" y="481"/>
                      <a:pt x="4367" y="146"/>
                      <a:pt x="3526" y="146"/>
                    </a:cubicBezTo>
                    <a:cubicBezTo>
                      <a:pt x="2685" y="146"/>
                      <a:pt x="1878" y="481"/>
                      <a:pt x="1284" y="1076"/>
                    </a:cubicBezTo>
                    <a:cubicBezTo>
                      <a:pt x="689" y="1671"/>
                      <a:pt x="355" y="2478"/>
                      <a:pt x="355" y="3319"/>
                    </a:cubicBezTo>
                    <a:cubicBezTo>
                      <a:pt x="355" y="4160"/>
                      <a:pt x="689" y="4967"/>
                      <a:pt x="1284" y="5562"/>
                    </a:cubicBezTo>
                    <a:cubicBezTo>
                      <a:pt x="1878" y="6157"/>
                      <a:pt x="2685" y="6492"/>
                      <a:pt x="3526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2" name="Freeform: Shape 1151">
                <a:extLst>
                  <a:ext uri="{FF2B5EF4-FFF2-40B4-BE49-F238E27FC236}">
                    <a16:creationId xmlns:a16="http://schemas.microsoft.com/office/drawing/2014/main" id="{DEB17A8B-752A-5E83-42D9-82C7220EF9C0}"/>
                  </a:ext>
                </a:extLst>
              </p:cNvPr>
              <p:cNvSpPr/>
              <p:nvPr/>
            </p:nvSpPr>
            <p:spPr>
              <a:xfrm>
                <a:off x="5353107" y="5345892"/>
                <a:ext cx="6343" cy="6345"/>
              </a:xfrm>
              <a:custGeom>
                <a:avLst/>
                <a:gdLst>
                  <a:gd name="connsiteX0" fmla="*/ 3526 w 6343"/>
                  <a:gd name="connsiteY0" fmla="*/ 6492 h 6345"/>
                  <a:gd name="connsiteX1" fmla="*/ 5769 w 6343"/>
                  <a:gd name="connsiteY1" fmla="*/ 5563 h 6345"/>
                  <a:gd name="connsiteX2" fmla="*/ 6698 w 6343"/>
                  <a:gd name="connsiteY2" fmla="*/ 3320 h 6345"/>
                  <a:gd name="connsiteX3" fmla="*/ 5769 w 6343"/>
                  <a:gd name="connsiteY3" fmla="*/ 1076 h 6345"/>
                  <a:gd name="connsiteX4" fmla="*/ 3526 w 6343"/>
                  <a:gd name="connsiteY4" fmla="*/ 147 h 6345"/>
                  <a:gd name="connsiteX5" fmla="*/ 1284 w 6343"/>
                  <a:gd name="connsiteY5" fmla="*/ 1076 h 6345"/>
                  <a:gd name="connsiteX6" fmla="*/ 355 w 6343"/>
                  <a:gd name="connsiteY6" fmla="*/ 3320 h 6345"/>
                  <a:gd name="connsiteX7" fmla="*/ 1284 w 6343"/>
                  <a:gd name="connsiteY7" fmla="*/ 5563 h 6345"/>
                  <a:gd name="connsiteX8" fmla="*/ 3526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6" y="6492"/>
                    </a:moveTo>
                    <a:cubicBezTo>
                      <a:pt x="4367" y="6492"/>
                      <a:pt x="5174" y="6158"/>
                      <a:pt x="5769" y="5563"/>
                    </a:cubicBezTo>
                    <a:cubicBezTo>
                      <a:pt x="6364" y="4968"/>
                      <a:pt x="6698" y="4161"/>
                      <a:pt x="6698" y="3320"/>
                    </a:cubicBezTo>
                    <a:cubicBezTo>
                      <a:pt x="6698" y="2478"/>
                      <a:pt x="6364" y="1671"/>
                      <a:pt x="5769" y="1076"/>
                    </a:cubicBezTo>
                    <a:cubicBezTo>
                      <a:pt x="5174" y="481"/>
                      <a:pt x="4367" y="147"/>
                      <a:pt x="3526" y="147"/>
                    </a:cubicBezTo>
                    <a:cubicBezTo>
                      <a:pt x="2685" y="147"/>
                      <a:pt x="1878" y="481"/>
                      <a:pt x="1284" y="1076"/>
                    </a:cubicBezTo>
                    <a:cubicBezTo>
                      <a:pt x="689" y="1671"/>
                      <a:pt x="355" y="2478"/>
                      <a:pt x="355" y="3320"/>
                    </a:cubicBezTo>
                    <a:cubicBezTo>
                      <a:pt x="355" y="4161"/>
                      <a:pt x="689" y="4968"/>
                      <a:pt x="1284" y="5563"/>
                    </a:cubicBezTo>
                    <a:cubicBezTo>
                      <a:pt x="1878" y="6158"/>
                      <a:pt x="2685" y="6492"/>
                      <a:pt x="3526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3" name="Freeform: Shape 1152">
                <a:extLst>
                  <a:ext uri="{FF2B5EF4-FFF2-40B4-BE49-F238E27FC236}">
                    <a16:creationId xmlns:a16="http://schemas.microsoft.com/office/drawing/2014/main" id="{6A8FC680-9EA7-BE72-BF31-8BECA4046457}"/>
                  </a:ext>
                </a:extLst>
              </p:cNvPr>
              <p:cNvSpPr/>
              <p:nvPr/>
            </p:nvSpPr>
            <p:spPr>
              <a:xfrm>
                <a:off x="5352747" y="5355683"/>
                <a:ext cx="6343" cy="6345"/>
              </a:xfrm>
              <a:custGeom>
                <a:avLst/>
                <a:gdLst>
                  <a:gd name="connsiteX0" fmla="*/ 3526 w 6343"/>
                  <a:gd name="connsiteY0" fmla="*/ 6493 h 6345"/>
                  <a:gd name="connsiteX1" fmla="*/ 5769 w 6343"/>
                  <a:gd name="connsiteY1" fmla="*/ 5564 h 6345"/>
                  <a:gd name="connsiteX2" fmla="*/ 6698 w 6343"/>
                  <a:gd name="connsiteY2" fmla="*/ 3321 h 6345"/>
                  <a:gd name="connsiteX3" fmla="*/ 5769 w 6343"/>
                  <a:gd name="connsiteY3" fmla="*/ 1077 h 6345"/>
                  <a:gd name="connsiteX4" fmla="*/ 3526 w 6343"/>
                  <a:gd name="connsiteY4" fmla="*/ 148 h 6345"/>
                  <a:gd name="connsiteX5" fmla="*/ 1284 w 6343"/>
                  <a:gd name="connsiteY5" fmla="*/ 1077 h 6345"/>
                  <a:gd name="connsiteX6" fmla="*/ 355 w 6343"/>
                  <a:gd name="connsiteY6" fmla="*/ 3321 h 6345"/>
                  <a:gd name="connsiteX7" fmla="*/ 1284 w 6343"/>
                  <a:gd name="connsiteY7" fmla="*/ 5564 h 6345"/>
                  <a:gd name="connsiteX8" fmla="*/ 3526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6" y="6493"/>
                    </a:moveTo>
                    <a:cubicBezTo>
                      <a:pt x="4367" y="6493"/>
                      <a:pt x="5174" y="6159"/>
                      <a:pt x="5769" y="5564"/>
                    </a:cubicBezTo>
                    <a:cubicBezTo>
                      <a:pt x="6364" y="4969"/>
                      <a:pt x="6698" y="4162"/>
                      <a:pt x="6698" y="3321"/>
                    </a:cubicBezTo>
                    <a:cubicBezTo>
                      <a:pt x="6698" y="2479"/>
                      <a:pt x="6364" y="1672"/>
                      <a:pt x="5769" y="1077"/>
                    </a:cubicBezTo>
                    <a:cubicBezTo>
                      <a:pt x="5174" y="482"/>
                      <a:pt x="4367" y="148"/>
                      <a:pt x="3526" y="148"/>
                    </a:cubicBezTo>
                    <a:cubicBezTo>
                      <a:pt x="2685" y="148"/>
                      <a:pt x="1878" y="482"/>
                      <a:pt x="1284" y="1077"/>
                    </a:cubicBezTo>
                    <a:cubicBezTo>
                      <a:pt x="689" y="1672"/>
                      <a:pt x="355" y="2479"/>
                      <a:pt x="355" y="3321"/>
                    </a:cubicBezTo>
                    <a:cubicBezTo>
                      <a:pt x="355" y="4162"/>
                      <a:pt x="689" y="4969"/>
                      <a:pt x="1284" y="5564"/>
                    </a:cubicBezTo>
                    <a:cubicBezTo>
                      <a:pt x="1878" y="6159"/>
                      <a:pt x="2685" y="6493"/>
                      <a:pt x="3526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4" name="Freeform: Shape 1153">
                <a:extLst>
                  <a:ext uri="{FF2B5EF4-FFF2-40B4-BE49-F238E27FC236}">
                    <a16:creationId xmlns:a16="http://schemas.microsoft.com/office/drawing/2014/main" id="{B6B39112-AC96-FA5A-26D7-5CE3374BD9FB}"/>
                  </a:ext>
                </a:extLst>
              </p:cNvPr>
              <p:cNvSpPr/>
              <p:nvPr/>
            </p:nvSpPr>
            <p:spPr>
              <a:xfrm>
                <a:off x="5352832" y="5365327"/>
                <a:ext cx="6343" cy="6345"/>
              </a:xfrm>
              <a:custGeom>
                <a:avLst/>
                <a:gdLst>
                  <a:gd name="connsiteX0" fmla="*/ 3526 w 6343"/>
                  <a:gd name="connsiteY0" fmla="*/ 6494 h 6345"/>
                  <a:gd name="connsiteX1" fmla="*/ 5769 w 6343"/>
                  <a:gd name="connsiteY1" fmla="*/ 5565 h 6345"/>
                  <a:gd name="connsiteX2" fmla="*/ 6698 w 6343"/>
                  <a:gd name="connsiteY2" fmla="*/ 3321 h 6345"/>
                  <a:gd name="connsiteX3" fmla="*/ 5769 w 6343"/>
                  <a:gd name="connsiteY3" fmla="*/ 1078 h 6345"/>
                  <a:gd name="connsiteX4" fmla="*/ 3526 w 6343"/>
                  <a:gd name="connsiteY4" fmla="*/ 149 h 6345"/>
                  <a:gd name="connsiteX5" fmla="*/ 1284 w 6343"/>
                  <a:gd name="connsiteY5" fmla="*/ 1078 h 6345"/>
                  <a:gd name="connsiteX6" fmla="*/ 355 w 6343"/>
                  <a:gd name="connsiteY6" fmla="*/ 3321 h 6345"/>
                  <a:gd name="connsiteX7" fmla="*/ 1284 w 6343"/>
                  <a:gd name="connsiteY7" fmla="*/ 5565 h 6345"/>
                  <a:gd name="connsiteX8" fmla="*/ 3526 w 6343"/>
                  <a:gd name="connsiteY8" fmla="*/ 64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6" y="6494"/>
                    </a:moveTo>
                    <a:cubicBezTo>
                      <a:pt x="4367" y="6494"/>
                      <a:pt x="5174" y="6160"/>
                      <a:pt x="5769" y="5565"/>
                    </a:cubicBezTo>
                    <a:cubicBezTo>
                      <a:pt x="6364" y="4970"/>
                      <a:pt x="6698" y="4163"/>
                      <a:pt x="6698" y="3321"/>
                    </a:cubicBezTo>
                    <a:cubicBezTo>
                      <a:pt x="6698" y="2480"/>
                      <a:pt x="6364" y="1673"/>
                      <a:pt x="5769" y="1078"/>
                    </a:cubicBezTo>
                    <a:cubicBezTo>
                      <a:pt x="5174" y="483"/>
                      <a:pt x="4367" y="149"/>
                      <a:pt x="3526" y="149"/>
                    </a:cubicBezTo>
                    <a:cubicBezTo>
                      <a:pt x="2685" y="149"/>
                      <a:pt x="1878" y="483"/>
                      <a:pt x="1284" y="1078"/>
                    </a:cubicBezTo>
                    <a:cubicBezTo>
                      <a:pt x="689" y="1673"/>
                      <a:pt x="355" y="2480"/>
                      <a:pt x="355" y="3321"/>
                    </a:cubicBezTo>
                    <a:cubicBezTo>
                      <a:pt x="355" y="4163"/>
                      <a:pt x="689" y="4970"/>
                      <a:pt x="1284" y="5565"/>
                    </a:cubicBezTo>
                    <a:cubicBezTo>
                      <a:pt x="1878" y="6160"/>
                      <a:pt x="2685" y="6494"/>
                      <a:pt x="3526" y="64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5" name="Freeform: Shape 1154">
                <a:extLst>
                  <a:ext uri="{FF2B5EF4-FFF2-40B4-BE49-F238E27FC236}">
                    <a16:creationId xmlns:a16="http://schemas.microsoft.com/office/drawing/2014/main" id="{8BED4890-AEE1-06AF-6C48-73AB99F50229}"/>
                  </a:ext>
                </a:extLst>
              </p:cNvPr>
              <p:cNvSpPr/>
              <p:nvPr/>
            </p:nvSpPr>
            <p:spPr>
              <a:xfrm>
                <a:off x="5350633" y="5375500"/>
                <a:ext cx="6343" cy="6345"/>
              </a:xfrm>
              <a:custGeom>
                <a:avLst/>
                <a:gdLst>
                  <a:gd name="connsiteX0" fmla="*/ 3526 w 6343"/>
                  <a:gd name="connsiteY0" fmla="*/ 6495 h 6345"/>
                  <a:gd name="connsiteX1" fmla="*/ 5769 w 6343"/>
                  <a:gd name="connsiteY1" fmla="*/ 5566 h 6345"/>
                  <a:gd name="connsiteX2" fmla="*/ 6698 w 6343"/>
                  <a:gd name="connsiteY2" fmla="*/ 3322 h 6345"/>
                  <a:gd name="connsiteX3" fmla="*/ 5769 w 6343"/>
                  <a:gd name="connsiteY3" fmla="*/ 1079 h 6345"/>
                  <a:gd name="connsiteX4" fmla="*/ 3526 w 6343"/>
                  <a:gd name="connsiteY4" fmla="*/ 149 h 6345"/>
                  <a:gd name="connsiteX5" fmla="*/ 1284 w 6343"/>
                  <a:gd name="connsiteY5" fmla="*/ 1079 h 6345"/>
                  <a:gd name="connsiteX6" fmla="*/ 355 w 6343"/>
                  <a:gd name="connsiteY6" fmla="*/ 3322 h 6345"/>
                  <a:gd name="connsiteX7" fmla="*/ 1284 w 6343"/>
                  <a:gd name="connsiteY7" fmla="*/ 5566 h 6345"/>
                  <a:gd name="connsiteX8" fmla="*/ 3526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6" y="6495"/>
                    </a:moveTo>
                    <a:cubicBezTo>
                      <a:pt x="4367" y="6495"/>
                      <a:pt x="5174" y="6161"/>
                      <a:pt x="5769" y="5566"/>
                    </a:cubicBezTo>
                    <a:cubicBezTo>
                      <a:pt x="6364" y="4971"/>
                      <a:pt x="6698" y="4164"/>
                      <a:pt x="6698" y="3322"/>
                    </a:cubicBezTo>
                    <a:cubicBezTo>
                      <a:pt x="6698" y="2481"/>
                      <a:pt x="6364" y="1674"/>
                      <a:pt x="5769" y="1079"/>
                    </a:cubicBezTo>
                    <a:cubicBezTo>
                      <a:pt x="5174" y="484"/>
                      <a:pt x="4367" y="149"/>
                      <a:pt x="3526" y="149"/>
                    </a:cubicBezTo>
                    <a:cubicBezTo>
                      <a:pt x="2685" y="149"/>
                      <a:pt x="1878" y="484"/>
                      <a:pt x="1284" y="1079"/>
                    </a:cubicBezTo>
                    <a:cubicBezTo>
                      <a:pt x="689" y="1674"/>
                      <a:pt x="355" y="2481"/>
                      <a:pt x="355" y="3322"/>
                    </a:cubicBezTo>
                    <a:cubicBezTo>
                      <a:pt x="355" y="4164"/>
                      <a:pt x="689" y="4971"/>
                      <a:pt x="1284" y="5566"/>
                    </a:cubicBezTo>
                    <a:cubicBezTo>
                      <a:pt x="1878" y="6161"/>
                      <a:pt x="2685" y="6495"/>
                      <a:pt x="3526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6" name="Freeform: Shape 1155">
                <a:extLst>
                  <a:ext uri="{FF2B5EF4-FFF2-40B4-BE49-F238E27FC236}">
                    <a16:creationId xmlns:a16="http://schemas.microsoft.com/office/drawing/2014/main" id="{E71FB45A-303B-1894-3483-539CC34DBF4D}"/>
                  </a:ext>
                </a:extLst>
              </p:cNvPr>
              <p:cNvSpPr/>
              <p:nvPr/>
            </p:nvSpPr>
            <p:spPr>
              <a:xfrm>
                <a:off x="4698275" y="5555801"/>
                <a:ext cx="6343" cy="6345"/>
              </a:xfrm>
              <a:custGeom>
                <a:avLst/>
                <a:gdLst>
                  <a:gd name="connsiteX0" fmla="*/ 3475 w 6343"/>
                  <a:gd name="connsiteY0" fmla="*/ 6509 h 6345"/>
                  <a:gd name="connsiteX1" fmla="*/ 5717 w 6343"/>
                  <a:gd name="connsiteY1" fmla="*/ 5580 h 6345"/>
                  <a:gd name="connsiteX2" fmla="*/ 6646 w 6343"/>
                  <a:gd name="connsiteY2" fmla="*/ 3336 h 6345"/>
                  <a:gd name="connsiteX3" fmla="*/ 5717 w 6343"/>
                  <a:gd name="connsiteY3" fmla="*/ 1093 h 6345"/>
                  <a:gd name="connsiteX4" fmla="*/ 3475 w 6343"/>
                  <a:gd name="connsiteY4" fmla="*/ 164 h 6345"/>
                  <a:gd name="connsiteX5" fmla="*/ 1232 w 6343"/>
                  <a:gd name="connsiteY5" fmla="*/ 1093 h 6345"/>
                  <a:gd name="connsiteX6" fmla="*/ 303 w 6343"/>
                  <a:gd name="connsiteY6" fmla="*/ 3336 h 6345"/>
                  <a:gd name="connsiteX7" fmla="*/ 1232 w 6343"/>
                  <a:gd name="connsiteY7" fmla="*/ 5580 h 6345"/>
                  <a:gd name="connsiteX8" fmla="*/ 3475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509"/>
                    </a:moveTo>
                    <a:cubicBezTo>
                      <a:pt x="4316" y="6509"/>
                      <a:pt x="5123" y="6175"/>
                      <a:pt x="5717" y="5580"/>
                    </a:cubicBezTo>
                    <a:cubicBezTo>
                      <a:pt x="6312" y="4985"/>
                      <a:pt x="6646" y="4178"/>
                      <a:pt x="6646" y="3336"/>
                    </a:cubicBezTo>
                    <a:cubicBezTo>
                      <a:pt x="6646" y="2495"/>
                      <a:pt x="6312" y="1688"/>
                      <a:pt x="5717" y="1093"/>
                    </a:cubicBezTo>
                    <a:cubicBezTo>
                      <a:pt x="5123" y="498"/>
                      <a:pt x="4316" y="164"/>
                      <a:pt x="3475" y="164"/>
                    </a:cubicBezTo>
                    <a:cubicBezTo>
                      <a:pt x="2634" y="164"/>
                      <a:pt x="1827" y="498"/>
                      <a:pt x="1232" y="1093"/>
                    </a:cubicBezTo>
                    <a:cubicBezTo>
                      <a:pt x="637" y="1688"/>
                      <a:pt x="303" y="2495"/>
                      <a:pt x="303" y="3336"/>
                    </a:cubicBezTo>
                    <a:cubicBezTo>
                      <a:pt x="303" y="4178"/>
                      <a:pt x="637" y="4985"/>
                      <a:pt x="1232" y="5580"/>
                    </a:cubicBezTo>
                    <a:cubicBezTo>
                      <a:pt x="1827" y="6175"/>
                      <a:pt x="2634" y="6509"/>
                      <a:pt x="3475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7" name="Freeform: Shape 1156">
                <a:extLst>
                  <a:ext uri="{FF2B5EF4-FFF2-40B4-BE49-F238E27FC236}">
                    <a16:creationId xmlns:a16="http://schemas.microsoft.com/office/drawing/2014/main" id="{EF1CA43C-55C1-E0B4-37F2-83C5A6D3C66D}"/>
                  </a:ext>
                </a:extLst>
              </p:cNvPr>
              <p:cNvSpPr/>
              <p:nvPr/>
            </p:nvSpPr>
            <p:spPr>
              <a:xfrm>
                <a:off x="5406178" y="5450582"/>
                <a:ext cx="6343" cy="6345"/>
              </a:xfrm>
              <a:custGeom>
                <a:avLst/>
                <a:gdLst>
                  <a:gd name="connsiteX0" fmla="*/ 3531 w 6343"/>
                  <a:gd name="connsiteY0" fmla="*/ 6501 h 6345"/>
                  <a:gd name="connsiteX1" fmla="*/ 5773 w 6343"/>
                  <a:gd name="connsiteY1" fmla="*/ 5571 h 6345"/>
                  <a:gd name="connsiteX2" fmla="*/ 6702 w 6343"/>
                  <a:gd name="connsiteY2" fmla="*/ 3328 h 6345"/>
                  <a:gd name="connsiteX3" fmla="*/ 5773 w 6343"/>
                  <a:gd name="connsiteY3" fmla="*/ 1085 h 6345"/>
                  <a:gd name="connsiteX4" fmla="*/ 3531 w 6343"/>
                  <a:gd name="connsiteY4" fmla="*/ 155 h 6345"/>
                  <a:gd name="connsiteX5" fmla="*/ 1288 w 6343"/>
                  <a:gd name="connsiteY5" fmla="*/ 1085 h 6345"/>
                  <a:gd name="connsiteX6" fmla="*/ 359 w 6343"/>
                  <a:gd name="connsiteY6" fmla="*/ 3328 h 6345"/>
                  <a:gd name="connsiteX7" fmla="*/ 1288 w 6343"/>
                  <a:gd name="connsiteY7" fmla="*/ 5571 h 6345"/>
                  <a:gd name="connsiteX8" fmla="*/ 3531 w 6343"/>
                  <a:gd name="connsiteY8" fmla="*/ 65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1" y="6501"/>
                    </a:moveTo>
                    <a:cubicBezTo>
                      <a:pt x="4372" y="6501"/>
                      <a:pt x="5178" y="6166"/>
                      <a:pt x="5773" y="5571"/>
                    </a:cubicBezTo>
                    <a:cubicBezTo>
                      <a:pt x="6368" y="4976"/>
                      <a:pt x="6702" y="4169"/>
                      <a:pt x="6702" y="3328"/>
                    </a:cubicBezTo>
                    <a:cubicBezTo>
                      <a:pt x="6702" y="2487"/>
                      <a:pt x="6368" y="1680"/>
                      <a:pt x="5773" y="1085"/>
                    </a:cubicBezTo>
                    <a:cubicBezTo>
                      <a:pt x="5178" y="490"/>
                      <a:pt x="4372" y="155"/>
                      <a:pt x="3531" y="155"/>
                    </a:cubicBezTo>
                    <a:cubicBezTo>
                      <a:pt x="2689" y="155"/>
                      <a:pt x="1883" y="490"/>
                      <a:pt x="1288" y="1085"/>
                    </a:cubicBezTo>
                    <a:cubicBezTo>
                      <a:pt x="693" y="1680"/>
                      <a:pt x="359" y="2487"/>
                      <a:pt x="359" y="3328"/>
                    </a:cubicBezTo>
                    <a:cubicBezTo>
                      <a:pt x="359" y="4169"/>
                      <a:pt x="693" y="4976"/>
                      <a:pt x="1288" y="5571"/>
                    </a:cubicBezTo>
                    <a:cubicBezTo>
                      <a:pt x="1883" y="6166"/>
                      <a:pt x="2689" y="6501"/>
                      <a:pt x="3531" y="65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8" name="Freeform: Shape 1157">
                <a:extLst>
                  <a:ext uri="{FF2B5EF4-FFF2-40B4-BE49-F238E27FC236}">
                    <a16:creationId xmlns:a16="http://schemas.microsoft.com/office/drawing/2014/main" id="{CA50EC41-919B-EC58-79F8-A0D3310F7C86}"/>
                  </a:ext>
                </a:extLst>
              </p:cNvPr>
              <p:cNvSpPr/>
              <p:nvPr/>
            </p:nvSpPr>
            <p:spPr>
              <a:xfrm>
                <a:off x="5406351" y="5460276"/>
                <a:ext cx="6343" cy="6345"/>
              </a:xfrm>
              <a:custGeom>
                <a:avLst/>
                <a:gdLst>
                  <a:gd name="connsiteX0" fmla="*/ 3531 w 6343"/>
                  <a:gd name="connsiteY0" fmla="*/ 6501 h 6345"/>
                  <a:gd name="connsiteX1" fmla="*/ 5773 w 6343"/>
                  <a:gd name="connsiteY1" fmla="*/ 5572 h 6345"/>
                  <a:gd name="connsiteX2" fmla="*/ 6702 w 6343"/>
                  <a:gd name="connsiteY2" fmla="*/ 3329 h 6345"/>
                  <a:gd name="connsiteX3" fmla="*/ 5773 w 6343"/>
                  <a:gd name="connsiteY3" fmla="*/ 1085 h 6345"/>
                  <a:gd name="connsiteX4" fmla="*/ 3531 w 6343"/>
                  <a:gd name="connsiteY4" fmla="*/ 156 h 6345"/>
                  <a:gd name="connsiteX5" fmla="*/ 1288 w 6343"/>
                  <a:gd name="connsiteY5" fmla="*/ 1085 h 6345"/>
                  <a:gd name="connsiteX6" fmla="*/ 359 w 6343"/>
                  <a:gd name="connsiteY6" fmla="*/ 3329 h 6345"/>
                  <a:gd name="connsiteX7" fmla="*/ 1288 w 6343"/>
                  <a:gd name="connsiteY7" fmla="*/ 5572 h 6345"/>
                  <a:gd name="connsiteX8" fmla="*/ 3531 w 6343"/>
                  <a:gd name="connsiteY8" fmla="*/ 65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1" y="6501"/>
                    </a:moveTo>
                    <a:cubicBezTo>
                      <a:pt x="4372" y="6501"/>
                      <a:pt x="5178" y="6167"/>
                      <a:pt x="5773" y="5572"/>
                    </a:cubicBezTo>
                    <a:cubicBezTo>
                      <a:pt x="6368" y="4977"/>
                      <a:pt x="6702" y="4170"/>
                      <a:pt x="6702" y="3329"/>
                    </a:cubicBezTo>
                    <a:cubicBezTo>
                      <a:pt x="6702" y="2487"/>
                      <a:pt x="6368" y="1680"/>
                      <a:pt x="5773" y="1085"/>
                    </a:cubicBezTo>
                    <a:cubicBezTo>
                      <a:pt x="5178" y="490"/>
                      <a:pt x="4372" y="156"/>
                      <a:pt x="3531" y="156"/>
                    </a:cubicBezTo>
                    <a:cubicBezTo>
                      <a:pt x="2689" y="156"/>
                      <a:pt x="1883" y="490"/>
                      <a:pt x="1288" y="1085"/>
                    </a:cubicBezTo>
                    <a:cubicBezTo>
                      <a:pt x="693" y="1680"/>
                      <a:pt x="359" y="2487"/>
                      <a:pt x="359" y="3329"/>
                    </a:cubicBezTo>
                    <a:cubicBezTo>
                      <a:pt x="359" y="4170"/>
                      <a:pt x="693" y="4977"/>
                      <a:pt x="1288" y="5572"/>
                    </a:cubicBezTo>
                    <a:cubicBezTo>
                      <a:pt x="1883" y="6167"/>
                      <a:pt x="2689" y="6501"/>
                      <a:pt x="3531" y="65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9" name="Freeform: Shape 1158">
                <a:extLst>
                  <a:ext uri="{FF2B5EF4-FFF2-40B4-BE49-F238E27FC236}">
                    <a16:creationId xmlns:a16="http://schemas.microsoft.com/office/drawing/2014/main" id="{554E6F79-0E82-61E0-E84A-184949493982}"/>
                  </a:ext>
                </a:extLst>
              </p:cNvPr>
              <p:cNvSpPr/>
              <p:nvPr/>
            </p:nvSpPr>
            <p:spPr>
              <a:xfrm>
                <a:off x="5406462" y="5469961"/>
                <a:ext cx="6343" cy="6345"/>
              </a:xfrm>
              <a:custGeom>
                <a:avLst/>
                <a:gdLst>
                  <a:gd name="connsiteX0" fmla="*/ 3531 w 6343"/>
                  <a:gd name="connsiteY0" fmla="*/ 6502 h 6345"/>
                  <a:gd name="connsiteX1" fmla="*/ 5773 w 6343"/>
                  <a:gd name="connsiteY1" fmla="*/ 5573 h 6345"/>
                  <a:gd name="connsiteX2" fmla="*/ 6702 w 6343"/>
                  <a:gd name="connsiteY2" fmla="*/ 3330 h 6345"/>
                  <a:gd name="connsiteX3" fmla="*/ 5773 w 6343"/>
                  <a:gd name="connsiteY3" fmla="*/ 1086 h 6345"/>
                  <a:gd name="connsiteX4" fmla="*/ 3531 w 6343"/>
                  <a:gd name="connsiteY4" fmla="*/ 157 h 6345"/>
                  <a:gd name="connsiteX5" fmla="*/ 1288 w 6343"/>
                  <a:gd name="connsiteY5" fmla="*/ 1086 h 6345"/>
                  <a:gd name="connsiteX6" fmla="*/ 359 w 6343"/>
                  <a:gd name="connsiteY6" fmla="*/ 3330 h 6345"/>
                  <a:gd name="connsiteX7" fmla="*/ 1288 w 6343"/>
                  <a:gd name="connsiteY7" fmla="*/ 5573 h 6345"/>
                  <a:gd name="connsiteX8" fmla="*/ 3531 w 6343"/>
                  <a:gd name="connsiteY8" fmla="*/ 650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1" y="6502"/>
                    </a:moveTo>
                    <a:cubicBezTo>
                      <a:pt x="4372" y="6502"/>
                      <a:pt x="5178" y="6168"/>
                      <a:pt x="5773" y="5573"/>
                    </a:cubicBezTo>
                    <a:cubicBezTo>
                      <a:pt x="6368" y="4978"/>
                      <a:pt x="6702" y="4171"/>
                      <a:pt x="6702" y="3330"/>
                    </a:cubicBezTo>
                    <a:cubicBezTo>
                      <a:pt x="6702" y="2488"/>
                      <a:pt x="6368" y="1681"/>
                      <a:pt x="5773" y="1086"/>
                    </a:cubicBezTo>
                    <a:cubicBezTo>
                      <a:pt x="5178" y="491"/>
                      <a:pt x="4372" y="157"/>
                      <a:pt x="3531" y="157"/>
                    </a:cubicBezTo>
                    <a:cubicBezTo>
                      <a:pt x="2689" y="157"/>
                      <a:pt x="1883" y="491"/>
                      <a:pt x="1288" y="1086"/>
                    </a:cubicBezTo>
                    <a:cubicBezTo>
                      <a:pt x="693" y="1681"/>
                      <a:pt x="359" y="2488"/>
                      <a:pt x="359" y="3330"/>
                    </a:cubicBezTo>
                    <a:cubicBezTo>
                      <a:pt x="359" y="4171"/>
                      <a:pt x="693" y="4978"/>
                      <a:pt x="1288" y="5573"/>
                    </a:cubicBezTo>
                    <a:cubicBezTo>
                      <a:pt x="1883" y="6168"/>
                      <a:pt x="2689" y="6502"/>
                      <a:pt x="3531" y="65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0" name="Freeform: Shape 1159">
                <a:extLst>
                  <a:ext uri="{FF2B5EF4-FFF2-40B4-BE49-F238E27FC236}">
                    <a16:creationId xmlns:a16="http://schemas.microsoft.com/office/drawing/2014/main" id="{4B434926-14F3-500E-ED07-BB57BC3AD996}"/>
                  </a:ext>
                </a:extLst>
              </p:cNvPr>
              <p:cNvSpPr/>
              <p:nvPr/>
            </p:nvSpPr>
            <p:spPr>
              <a:xfrm>
                <a:off x="5406277" y="5479676"/>
                <a:ext cx="6343" cy="6345"/>
              </a:xfrm>
              <a:custGeom>
                <a:avLst/>
                <a:gdLst>
                  <a:gd name="connsiteX0" fmla="*/ 3531 w 6343"/>
                  <a:gd name="connsiteY0" fmla="*/ 6503 h 6345"/>
                  <a:gd name="connsiteX1" fmla="*/ 5773 w 6343"/>
                  <a:gd name="connsiteY1" fmla="*/ 5574 h 6345"/>
                  <a:gd name="connsiteX2" fmla="*/ 6702 w 6343"/>
                  <a:gd name="connsiteY2" fmla="*/ 3330 h 6345"/>
                  <a:gd name="connsiteX3" fmla="*/ 5773 w 6343"/>
                  <a:gd name="connsiteY3" fmla="*/ 1087 h 6345"/>
                  <a:gd name="connsiteX4" fmla="*/ 3531 w 6343"/>
                  <a:gd name="connsiteY4" fmla="*/ 158 h 6345"/>
                  <a:gd name="connsiteX5" fmla="*/ 1288 w 6343"/>
                  <a:gd name="connsiteY5" fmla="*/ 1087 h 6345"/>
                  <a:gd name="connsiteX6" fmla="*/ 359 w 6343"/>
                  <a:gd name="connsiteY6" fmla="*/ 3330 h 6345"/>
                  <a:gd name="connsiteX7" fmla="*/ 1288 w 6343"/>
                  <a:gd name="connsiteY7" fmla="*/ 5574 h 6345"/>
                  <a:gd name="connsiteX8" fmla="*/ 3531 w 6343"/>
                  <a:gd name="connsiteY8" fmla="*/ 65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1" y="6503"/>
                    </a:moveTo>
                    <a:cubicBezTo>
                      <a:pt x="4372" y="6503"/>
                      <a:pt x="5178" y="6169"/>
                      <a:pt x="5773" y="5574"/>
                    </a:cubicBezTo>
                    <a:cubicBezTo>
                      <a:pt x="6368" y="4979"/>
                      <a:pt x="6702" y="4172"/>
                      <a:pt x="6702" y="3330"/>
                    </a:cubicBezTo>
                    <a:cubicBezTo>
                      <a:pt x="6702" y="2489"/>
                      <a:pt x="6368" y="1682"/>
                      <a:pt x="5773" y="1087"/>
                    </a:cubicBezTo>
                    <a:cubicBezTo>
                      <a:pt x="5178" y="492"/>
                      <a:pt x="4372" y="158"/>
                      <a:pt x="3531" y="158"/>
                    </a:cubicBezTo>
                    <a:cubicBezTo>
                      <a:pt x="2689" y="158"/>
                      <a:pt x="1883" y="492"/>
                      <a:pt x="1288" y="1087"/>
                    </a:cubicBezTo>
                    <a:cubicBezTo>
                      <a:pt x="693" y="1682"/>
                      <a:pt x="359" y="2489"/>
                      <a:pt x="359" y="3330"/>
                    </a:cubicBezTo>
                    <a:cubicBezTo>
                      <a:pt x="359" y="4172"/>
                      <a:pt x="693" y="4979"/>
                      <a:pt x="1288" y="5574"/>
                    </a:cubicBezTo>
                    <a:cubicBezTo>
                      <a:pt x="1883" y="6169"/>
                      <a:pt x="2689" y="6503"/>
                      <a:pt x="3531" y="65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1" name="Freeform: Shape 1160">
                <a:extLst>
                  <a:ext uri="{FF2B5EF4-FFF2-40B4-BE49-F238E27FC236}">
                    <a16:creationId xmlns:a16="http://schemas.microsoft.com/office/drawing/2014/main" id="{060663AA-5550-4B72-AA4A-59DC2B418F2B}"/>
                  </a:ext>
                </a:extLst>
              </p:cNvPr>
              <p:cNvSpPr/>
              <p:nvPr/>
            </p:nvSpPr>
            <p:spPr>
              <a:xfrm>
                <a:off x="5406689" y="5489273"/>
                <a:ext cx="6343" cy="6345"/>
              </a:xfrm>
              <a:custGeom>
                <a:avLst/>
                <a:gdLst>
                  <a:gd name="connsiteX0" fmla="*/ 3531 w 6343"/>
                  <a:gd name="connsiteY0" fmla="*/ 6504 h 6345"/>
                  <a:gd name="connsiteX1" fmla="*/ 5773 w 6343"/>
                  <a:gd name="connsiteY1" fmla="*/ 5575 h 6345"/>
                  <a:gd name="connsiteX2" fmla="*/ 6702 w 6343"/>
                  <a:gd name="connsiteY2" fmla="*/ 3331 h 6345"/>
                  <a:gd name="connsiteX3" fmla="*/ 5773 w 6343"/>
                  <a:gd name="connsiteY3" fmla="*/ 1088 h 6345"/>
                  <a:gd name="connsiteX4" fmla="*/ 3531 w 6343"/>
                  <a:gd name="connsiteY4" fmla="*/ 158 h 6345"/>
                  <a:gd name="connsiteX5" fmla="*/ 1288 w 6343"/>
                  <a:gd name="connsiteY5" fmla="*/ 1088 h 6345"/>
                  <a:gd name="connsiteX6" fmla="*/ 359 w 6343"/>
                  <a:gd name="connsiteY6" fmla="*/ 3331 h 6345"/>
                  <a:gd name="connsiteX7" fmla="*/ 1288 w 6343"/>
                  <a:gd name="connsiteY7" fmla="*/ 5575 h 6345"/>
                  <a:gd name="connsiteX8" fmla="*/ 3531 w 6343"/>
                  <a:gd name="connsiteY8" fmla="*/ 65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1" y="6504"/>
                    </a:moveTo>
                    <a:cubicBezTo>
                      <a:pt x="4372" y="6504"/>
                      <a:pt x="5178" y="6169"/>
                      <a:pt x="5773" y="5575"/>
                    </a:cubicBezTo>
                    <a:cubicBezTo>
                      <a:pt x="6368" y="4980"/>
                      <a:pt x="6702" y="4172"/>
                      <a:pt x="6702" y="3331"/>
                    </a:cubicBezTo>
                    <a:cubicBezTo>
                      <a:pt x="6702" y="2490"/>
                      <a:pt x="6368" y="1683"/>
                      <a:pt x="5773" y="1088"/>
                    </a:cubicBezTo>
                    <a:cubicBezTo>
                      <a:pt x="5178" y="493"/>
                      <a:pt x="4372" y="158"/>
                      <a:pt x="3531" y="158"/>
                    </a:cubicBezTo>
                    <a:cubicBezTo>
                      <a:pt x="2689" y="158"/>
                      <a:pt x="1883" y="493"/>
                      <a:pt x="1288" y="1088"/>
                    </a:cubicBezTo>
                    <a:cubicBezTo>
                      <a:pt x="693" y="1683"/>
                      <a:pt x="359" y="2490"/>
                      <a:pt x="359" y="3331"/>
                    </a:cubicBezTo>
                    <a:cubicBezTo>
                      <a:pt x="359" y="4172"/>
                      <a:pt x="693" y="4980"/>
                      <a:pt x="1288" y="5575"/>
                    </a:cubicBezTo>
                    <a:cubicBezTo>
                      <a:pt x="1883" y="6169"/>
                      <a:pt x="2689" y="6504"/>
                      <a:pt x="3531" y="65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2" name="Freeform: Shape 1161">
                <a:extLst>
                  <a:ext uri="{FF2B5EF4-FFF2-40B4-BE49-F238E27FC236}">
                    <a16:creationId xmlns:a16="http://schemas.microsoft.com/office/drawing/2014/main" id="{D94FCEB3-B3E2-6048-A4DA-3C7F08A7D27B}"/>
                  </a:ext>
                </a:extLst>
              </p:cNvPr>
              <p:cNvSpPr/>
              <p:nvPr/>
            </p:nvSpPr>
            <p:spPr>
              <a:xfrm>
                <a:off x="5407042" y="5498865"/>
                <a:ext cx="6343" cy="6345"/>
              </a:xfrm>
              <a:custGeom>
                <a:avLst/>
                <a:gdLst>
                  <a:gd name="connsiteX0" fmla="*/ 3531 w 6343"/>
                  <a:gd name="connsiteY0" fmla="*/ 6505 h 6345"/>
                  <a:gd name="connsiteX1" fmla="*/ 5773 w 6343"/>
                  <a:gd name="connsiteY1" fmla="*/ 5575 h 6345"/>
                  <a:gd name="connsiteX2" fmla="*/ 6702 w 6343"/>
                  <a:gd name="connsiteY2" fmla="*/ 3332 h 6345"/>
                  <a:gd name="connsiteX3" fmla="*/ 5773 w 6343"/>
                  <a:gd name="connsiteY3" fmla="*/ 1088 h 6345"/>
                  <a:gd name="connsiteX4" fmla="*/ 3531 w 6343"/>
                  <a:gd name="connsiteY4" fmla="*/ 159 h 6345"/>
                  <a:gd name="connsiteX5" fmla="*/ 1288 w 6343"/>
                  <a:gd name="connsiteY5" fmla="*/ 1088 h 6345"/>
                  <a:gd name="connsiteX6" fmla="*/ 359 w 6343"/>
                  <a:gd name="connsiteY6" fmla="*/ 3332 h 6345"/>
                  <a:gd name="connsiteX7" fmla="*/ 1288 w 6343"/>
                  <a:gd name="connsiteY7" fmla="*/ 5575 h 6345"/>
                  <a:gd name="connsiteX8" fmla="*/ 3531 w 6343"/>
                  <a:gd name="connsiteY8" fmla="*/ 650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1" y="6505"/>
                    </a:moveTo>
                    <a:cubicBezTo>
                      <a:pt x="4372" y="6505"/>
                      <a:pt x="5178" y="6170"/>
                      <a:pt x="5773" y="5575"/>
                    </a:cubicBezTo>
                    <a:cubicBezTo>
                      <a:pt x="6368" y="4980"/>
                      <a:pt x="6702" y="4173"/>
                      <a:pt x="6702" y="3332"/>
                    </a:cubicBezTo>
                    <a:cubicBezTo>
                      <a:pt x="6702" y="2490"/>
                      <a:pt x="6368" y="1683"/>
                      <a:pt x="5773" y="1088"/>
                    </a:cubicBezTo>
                    <a:cubicBezTo>
                      <a:pt x="5178" y="493"/>
                      <a:pt x="4372" y="159"/>
                      <a:pt x="3531" y="159"/>
                    </a:cubicBezTo>
                    <a:cubicBezTo>
                      <a:pt x="2689" y="159"/>
                      <a:pt x="1883" y="493"/>
                      <a:pt x="1288" y="1088"/>
                    </a:cubicBezTo>
                    <a:cubicBezTo>
                      <a:pt x="693" y="1683"/>
                      <a:pt x="359" y="2490"/>
                      <a:pt x="359" y="3332"/>
                    </a:cubicBezTo>
                    <a:cubicBezTo>
                      <a:pt x="359" y="4173"/>
                      <a:pt x="693" y="4980"/>
                      <a:pt x="1288" y="5575"/>
                    </a:cubicBezTo>
                    <a:cubicBezTo>
                      <a:pt x="1883" y="6170"/>
                      <a:pt x="2689" y="6505"/>
                      <a:pt x="3531" y="65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3" name="Freeform: Shape 1162">
                <a:extLst>
                  <a:ext uri="{FF2B5EF4-FFF2-40B4-BE49-F238E27FC236}">
                    <a16:creationId xmlns:a16="http://schemas.microsoft.com/office/drawing/2014/main" id="{8AA53D6E-0BB4-8281-0590-87612D9BAE79}"/>
                  </a:ext>
                </a:extLst>
              </p:cNvPr>
              <p:cNvSpPr/>
              <p:nvPr/>
            </p:nvSpPr>
            <p:spPr>
              <a:xfrm>
                <a:off x="5425538" y="5583161"/>
                <a:ext cx="6343" cy="6345"/>
              </a:xfrm>
              <a:custGeom>
                <a:avLst/>
                <a:gdLst>
                  <a:gd name="connsiteX0" fmla="*/ 3532 w 6343"/>
                  <a:gd name="connsiteY0" fmla="*/ 6511 h 6345"/>
                  <a:gd name="connsiteX1" fmla="*/ 5775 w 6343"/>
                  <a:gd name="connsiteY1" fmla="*/ 5582 h 6345"/>
                  <a:gd name="connsiteX2" fmla="*/ 6704 w 6343"/>
                  <a:gd name="connsiteY2" fmla="*/ 3338 h 6345"/>
                  <a:gd name="connsiteX3" fmla="*/ 5775 w 6343"/>
                  <a:gd name="connsiteY3" fmla="*/ 1095 h 6345"/>
                  <a:gd name="connsiteX4" fmla="*/ 3532 w 6343"/>
                  <a:gd name="connsiteY4" fmla="*/ 166 h 6345"/>
                  <a:gd name="connsiteX5" fmla="*/ 1289 w 6343"/>
                  <a:gd name="connsiteY5" fmla="*/ 1095 h 6345"/>
                  <a:gd name="connsiteX6" fmla="*/ 360 w 6343"/>
                  <a:gd name="connsiteY6" fmla="*/ 3338 h 6345"/>
                  <a:gd name="connsiteX7" fmla="*/ 1289 w 6343"/>
                  <a:gd name="connsiteY7" fmla="*/ 5582 h 6345"/>
                  <a:gd name="connsiteX8" fmla="*/ 3532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2" y="6511"/>
                    </a:moveTo>
                    <a:cubicBezTo>
                      <a:pt x="4373" y="6511"/>
                      <a:pt x="5180" y="6177"/>
                      <a:pt x="5775" y="5582"/>
                    </a:cubicBezTo>
                    <a:cubicBezTo>
                      <a:pt x="6369" y="4987"/>
                      <a:pt x="6704" y="4180"/>
                      <a:pt x="6704" y="3338"/>
                    </a:cubicBezTo>
                    <a:cubicBezTo>
                      <a:pt x="6704" y="2497"/>
                      <a:pt x="6369" y="1690"/>
                      <a:pt x="5775" y="1095"/>
                    </a:cubicBezTo>
                    <a:cubicBezTo>
                      <a:pt x="5180" y="500"/>
                      <a:pt x="4373" y="166"/>
                      <a:pt x="3532" y="166"/>
                    </a:cubicBezTo>
                    <a:cubicBezTo>
                      <a:pt x="2691" y="166"/>
                      <a:pt x="1884" y="500"/>
                      <a:pt x="1289" y="1095"/>
                    </a:cubicBezTo>
                    <a:cubicBezTo>
                      <a:pt x="695" y="1690"/>
                      <a:pt x="360" y="2497"/>
                      <a:pt x="360" y="3338"/>
                    </a:cubicBezTo>
                    <a:cubicBezTo>
                      <a:pt x="360" y="4180"/>
                      <a:pt x="695" y="4987"/>
                      <a:pt x="1289" y="5582"/>
                    </a:cubicBezTo>
                    <a:cubicBezTo>
                      <a:pt x="1884" y="6177"/>
                      <a:pt x="2691" y="6511"/>
                      <a:pt x="3532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4" name="Freeform: Shape 1163">
                <a:extLst>
                  <a:ext uri="{FF2B5EF4-FFF2-40B4-BE49-F238E27FC236}">
                    <a16:creationId xmlns:a16="http://schemas.microsoft.com/office/drawing/2014/main" id="{9B9EF050-E8B0-2FF1-0682-E5C1A8E056FA}"/>
                  </a:ext>
                </a:extLst>
              </p:cNvPr>
              <p:cNvSpPr/>
              <p:nvPr/>
            </p:nvSpPr>
            <p:spPr>
              <a:xfrm>
                <a:off x="5345243" y="5609268"/>
                <a:ext cx="6343" cy="6345"/>
              </a:xfrm>
              <a:custGeom>
                <a:avLst/>
                <a:gdLst>
                  <a:gd name="connsiteX0" fmla="*/ 3526 w 6343"/>
                  <a:gd name="connsiteY0" fmla="*/ 6513 h 6345"/>
                  <a:gd name="connsiteX1" fmla="*/ 5768 w 6343"/>
                  <a:gd name="connsiteY1" fmla="*/ 5584 h 6345"/>
                  <a:gd name="connsiteX2" fmla="*/ 6697 w 6343"/>
                  <a:gd name="connsiteY2" fmla="*/ 3341 h 6345"/>
                  <a:gd name="connsiteX3" fmla="*/ 5768 w 6343"/>
                  <a:gd name="connsiteY3" fmla="*/ 1097 h 6345"/>
                  <a:gd name="connsiteX4" fmla="*/ 3526 w 6343"/>
                  <a:gd name="connsiteY4" fmla="*/ 168 h 6345"/>
                  <a:gd name="connsiteX5" fmla="*/ 1283 w 6343"/>
                  <a:gd name="connsiteY5" fmla="*/ 1097 h 6345"/>
                  <a:gd name="connsiteX6" fmla="*/ 354 w 6343"/>
                  <a:gd name="connsiteY6" fmla="*/ 3341 h 6345"/>
                  <a:gd name="connsiteX7" fmla="*/ 1283 w 6343"/>
                  <a:gd name="connsiteY7" fmla="*/ 5584 h 6345"/>
                  <a:gd name="connsiteX8" fmla="*/ 3526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6" y="6513"/>
                    </a:moveTo>
                    <a:cubicBezTo>
                      <a:pt x="4367" y="6513"/>
                      <a:pt x="5174" y="6179"/>
                      <a:pt x="5768" y="5584"/>
                    </a:cubicBezTo>
                    <a:cubicBezTo>
                      <a:pt x="6363" y="4989"/>
                      <a:pt x="6697" y="4182"/>
                      <a:pt x="6697" y="3341"/>
                    </a:cubicBezTo>
                    <a:cubicBezTo>
                      <a:pt x="6697" y="2499"/>
                      <a:pt x="6363" y="1692"/>
                      <a:pt x="5768" y="1097"/>
                    </a:cubicBezTo>
                    <a:cubicBezTo>
                      <a:pt x="5174" y="502"/>
                      <a:pt x="4367" y="168"/>
                      <a:pt x="3526" y="168"/>
                    </a:cubicBezTo>
                    <a:cubicBezTo>
                      <a:pt x="2685" y="168"/>
                      <a:pt x="1878" y="502"/>
                      <a:pt x="1283" y="1097"/>
                    </a:cubicBezTo>
                    <a:cubicBezTo>
                      <a:pt x="688" y="1692"/>
                      <a:pt x="354" y="2499"/>
                      <a:pt x="354" y="3341"/>
                    </a:cubicBezTo>
                    <a:cubicBezTo>
                      <a:pt x="354" y="4182"/>
                      <a:pt x="688" y="4989"/>
                      <a:pt x="1283" y="5584"/>
                    </a:cubicBezTo>
                    <a:cubicBezTo>
                      <a:pt x="1878" y="6179"/>
                      <a:pt x="2685" y="6513"/>
                      <a:pt x="3526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5" name="Freeform: Shape 1164">
                <a:extLst>
                  <a:ext uri="{FF2B5EF4-FFF2-40B4-BE49-F238E27FC236}">
                    <a16:creationId xmlns:a16="http://schemas.microsoft.com/office/drawing/2014/main" id="{0A16F07C-207C-44A0-B641-B6A3FB57789B}"/>
                  </a:ext>
                </a:extLst>
              </p:cNvPr>
              <p:cNvSpPr/>
              <p:nvPr/>
            </p:nvSpPr>
            <p:spPr>
              <a:xfrm>
                <a:off x="5345706" y="5618329"/>
                <a:ext cx="6343" cy="6345"/>
              </a:xfrm>
              <a:custGeom>
                <a:avLst/>
                <a:gdLst>
                  <a:gd name="connsiteX0" fmla="*/ 3526 w 6343"/>
                  <a:gd name="connsiteY0" fmla="*/ 6514 h 6345"/>
                  <a:gd name="connsiteX1" fmla="*/ 5768 w 6343"/>
                  <a:gd name="connsiteY1" fmla="*/ 5585 h 6345"/>
                  <a:gd name="connsiteX2" fmla="*/ 6697 w 6343"/>
                  <a:gd name="connsiteY2" fmla="*/ 3341 h 6345"/>
                  <a:gd name="connsiteX3" fmla="*/ 5768 w 6343"/>
                  <a:gd name="connsiteY3" fmla="*/ 1098 h 6345"/>
                  <a:gd name="connsiteX4" fmla="*/ 3526 w 6343"/>
                  <a:gd name="connsiteY4" fmla="*/ 169 h 6345"/>
                  <a:gd name="connsiteX5" fmla="*/ 1283 w 6343"/>
                  <a:gd name="connsiteY5" fmla="*/ 1098 h 6345"/>
                  <a:gd name="connsiteX6" fmla="*/ 354 w 6343"/>
                  <a:gd name="connsiteY6" fmla="*/ 3341 h 6345"/>
                  <a:gd name="connsiteX7" fmla="*/ 1283 w 6343"/>
                  <a:gd name="connsiteY7" fmla="*/ 5585 h 6345"/>
                  <a:gd name="connsiteX8" fmla="*/ 3526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6" y="6514"/>
                    </a:moveTo>
                    <a:cubicBezTo>
                      <a:pt x="4367" y="6514"/>
                      <a:pt x="5174" y="6180"/>
                      <a:pt x="5768" y="5585"/>
                    </a:cubicBezTo>
                    <a:cubicBezTo>
                      <a:pt x="6363" y="4990"/>
                      <a:pt x="6697" y="4183"/>
                      <a:pt x="6697" y="3341"/>
                    </a:cubicBezTo>
                    <a:cubicBezTo>
                      <a:pt x="6697" y="2500"/>
                      <a:pt x="6363" y="1693"/>
                      <a:pt x="5768" y="1098"/>
                    </a:cubicBezTo>
                    <a:cubicBezTo>
                      <a:pt x="5174" y="503"/>
                      <a:pt x="4367" y="169"/>
                      <a:pt x="3526" y="169"/>
                    </a:cubicBezTo>
                    <a:cubicBezTo>
                      <a:pt x="2685" y="169"/>
                      <a:pt x="1878" y="503"/>
                      <a:pt x="1283" y="1098"/>
                    </a:cubicBezTo>
                    <a:cubicBezTo>
                      <a:pt x="688" y="1693"/>
                      <a:pt x="354" y="2500"/>
                      <a:pt x="354" y="3341"/>
                    </a:cubicBezTo>
                    <a:cubicBezTo>
                      <a:pt x="354" y="4183"/>
                      <a:pt x="688" y="4990"/>
                      <a:pt x="1283" y="5585"/>
                    </a:cubicBezTo>
                    <a:cubicBezTo>
                      <a:pt x="1878" y="6180"/>
                      <a:pt x="2685" y="6514"/>
                      <a:pt x="3526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6" name="Freeform: Shape 1165">
                <a:extLst>
                  <a:ext uri="{FF2B5EF4-FFF2-40B4-BE49-F238E27FC236}">
                    <a16:creationId xmlns:a16="http://schemas.microsoft.com/office/drawing/2014/main" id="{74B45631-70E4-B7FE-0D32-14A79609D563}"/>
                  </a:ext>
                </a:extLst>
              </p:cNvPr>
              <p:cNvSpPr/>
              <p:nvPr/>
            </p:nvSpPr>
            <p:spPr>
              <a:xfrm>
                <a:off x="5346160" y="5627388"/>
                <a:ext cx="6343" cy="6345"/>
              </a:xfrm>
              <a:custGeom>
                <a:avLst/>
                <a:gdLst>
                  <a:gd name="connsiteX0" fmla="*/ 3526 w 6343"/>
                  <a:gd name="connsiteY0" fmla="*/ 6515 h 6345"/>
                  <a:gd name="connsiteX1" fmla="*/ 5768 w 6343"/>
                  <a:gd name="connsiteY1" fmla="*/ 5585 h 6345"/>
                  <a:gd name="connsiteX2" fmla="*/ 6697 w 6343"/>
                  <a:gd name="connsiteY2" fmla="*/ 3342 h 6345"/>
                  <a:gd name="connsiteX3" fmla="*/ 5768 w 6343"/>
                  <a:gd name="connsiteY3" fmla="*/ 1099 h 6345"/>
                  <a:gd name="connsiteX4" fmla="*/ 3526 w 6343"/>
                  <a:gd name="connsiteY4" fmla="*/ 169 h 6345"/>
                  <a:gd name="connsiteX5" fmla="*/ 1283 w 6343"/>
                  <a:gd name="connsiteY5" fmla="*/ 1099 h 6345"/>
                  <a:gd name="connsiteX6" fmla="*/ 354 w 6343"/>
                  <a:gd name="connsiteY6" fmla="*/ 3342 h 6345"/>
                  <a:gd name="connsiteX7" fmla="*/ 1283 w 6343"/>
                  <a:gd name="connsiteY7" fmla="*/ 5585 h 6345"/>
                  <a:gd name="connsiteX8" fmla="*/ 3526 w 6343"/>
                  <a:gd name="connsiteY8" fmla="*/ 651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6" y="6515"/>
                    </a:moveTo>
                    <a:cubicBezTo>
                      <a:pt x="4367" y="6515"/>
                      <a:pt x="5174" y="6180"/>
                      <a:pt x="5768" y="5585"/>
                    </a:cubicBezTo>
                    <a:cubicBezTo>
                      <a:pt x="6363" y="4990"/>
                      <a:pt x="6697" y="4183"/>
                      <a:pt x="6697" y="3342"/>
                    </a:cubicBezTo>
                    <a:cubicBezTo>
                      <a:pt x="6697" y="2501"/>
                      <a:pt x="6363" y="1693"/>
                      <a:pt x="5768" y="1099"/>
                    </a:cubicBezTo>
                    <a:cubicBezTo>
                      <a:pt x="5174" y="504"/>
                      <a:pt x="4367" y="169"/>
                      <a:pt x="3526" y="169"/>
                    </a:cubicBezTo>
                    <a:cubicBezTo>
                      <a:pt x="2685" y="169"/>
                      <a:pt x="1878" y="504"/>
                      <a:pt x="1283" y="1099"/>
                    </a:cubicBezTo>
                    <a:cubicBezTo>
                      <a:pt x="688" y="1693"/>
                      <a:pt x="354" y="2501"/>
                      <a:pt x="354" y="3342"/>
                    </a:cubicBezTo>
                    <a:cubicBezTo>
                      <a:pt x="354" y="4183"/>
                      <a:pt x="688" y="4990"/>
                      <a:pt x="1283" y="5585"/>
                    </a:cubicBezTo>
                    <a:cubicBezTo>
                      <a:pt x="1878" y="6180"/>
                      <a:pt x="2685" y="6515"/>
                      <a:pt x="3526" y="6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7" name="Freeform: Shape 1166">
                <a:extLst>
                  <a:ext uri="{FF2B5EF4-FFF2-40B4-BE49-F238E27FC236}">
                    <a16:creationId xmlns:a16="http://schemas.microsoft.com/office/drawing/2014/main" id="{4B26D8AA-5167-2269-B537-0481A2C854D0}"/>
                  </a:ext>
                </a:extLst>
              </p:cNvPr>
              <p:cNvSpPr/>
              <p:nvPr/>
            </p:nvSpPr>
            <p:spPr>
              <a:xfrm>
                <a:off x="5413862" y="5650908"/>
                <a:ext cx="6343" cy="6345"/>
              </a:xfrm>
              <a:custGeom>
                <a:avLst/>
                <a:gdLst>
                  <a:gd name="connsiteX0" fmla="*/ 3531 w 6343"/>
                  <a:gd name="connsiteY0" fmla="*/ 6517 h 6345"/>
                  <a:gd name="connsiteX1" fmla="*/ 5774 w 6343"/>
                  <a:gd name="connsiteY1" fmla="*/ 5587 h 6345"/>
                  <a:gd name="connsiteX2" fmla="*/ 6703 w 6343"/>
                  <a:gd name="connsiteY2" fmla="*/ 3344 h 6345"/>
                  <a:gd name="connsiteX3" fmla="*/ 5774 w 6343"/>
                  <a:gd name="connsiteY3" fmla="*/ 1100 h 6345"/>
                  <a:gd name="connsiteX4" fmla="*/ 3531 w 6343"/>
                  <a:gd name="connsiteY4" fmla="*/ 171 h 6345"/>
                  <a:gd name="connsiteX5" fmla="*/ 1289 w 6343"/>
                  <a:gd name="connsiteY5" fmla="*/ 1100 h 6345"/>
                  <a:gd name="connsiteX6" fmla="*/ 360 w 6343"/>
                  <a:gd name="connsiteY6" fmla="*/ 3344 h 6345"/>
                  <a:gd name="connsiteX7" fmla="*/ 1289 w 6343"/>
                  <a:gd name="connsiteY7" fmla="*/ 5587 h 6345"/>
                  <a:gd name="connsiteX8" fmla="*/ 3531 w 6343"/>
                  <a:gd name="connsiteY8" fmla="*/ 651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1" y="6517"/>
                    </a:moveTo>
                    <a:cubicBezTo>
                      <a:pt x="4372" y="6517"/>
                      <a:pt x="5179" y="6182"/>
                      <a:pt x="5774" y="5587"/>
                    </a:cubicBezTo>
                    <a:cubicBezTo>
                      <a:pt x="6369" y="4992"/>
                      <a:pt x="6703" y="4185"/>
                      <a:pt x="6703" y="3344"/>
                    </a:cubicBezTo>
                    <a:cubicBezTo>
                      <a:pt x="6703" y="2502"/>
                      <a:pt x="6369" y="1695"/>
                      <a:pt x="5774" y="1100"/>
                    </a:cubicBezTo>
                    <a:cubicBezTo>
                      <a:pt x="5179" y="505"/>
                      <a:pt x="4372" y="171"/>
                      <a:pt x="3531" y="171"/>
                    </a:cubicBezTo>
                    <a:cubicBezTo>
                      <a:pt x="2690" y="171"/>
                      <a:pt x="1883" y="505"/>
                      <a:pt x="1289" y="1100"/>
                    </a:cubicBezTo>
                    <a:cubicBezTo>
                      <a:pt x="694" y="1695"/>
                      <a:pt x="360" y="2502"/>
                      <a:pt x="360" y="3344"/>
                    </a:cubicBezTo>
                    <a:cubicBezTo>
                      <a:pt x="360" y="4185"/>
                      <a:pt x="694" y="4992"/>
                      <a:pt x="1289" y="5587"/>
                    </a:cubicBezTo>
                    <a:cubicBezTo>
                      <a:pt x="1883" y="6182"/>
                      <a:pt x="2690" y="6517"/>
                      <a:pt x="3531" y="651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8" name="Freeform: Shape 1167">
                <a:extLst>
                  <a:ext uri="{FF2B5EF4-FFF2-40B4-BE49-F238E27FC236}">
                    <a16:creationId xmlns:a16="http://schemas.microsoft.com/office/drawing/2014/main" id="{33D1520B-6C36-F13F-686A-8639588EBAD0}"/>
                  </a:ext>
                </a:extLst>
              </p:cNvPr>
              <p:cNvSpPr/>
              <p:nvPr/>
            </p:nvSpPr>
            <p:spPr>
              <a:xfrm>
                <a:off x="5415637" y="5660304"/>
                <a:ext cx="6343" cy="6345"/>
              </a:xfrm>
              <a:custGeom>
                <a:avLst/>
                <a:gdLst>
                  <a:gd name="connsiteX0" fmla="*/ 3531 w 6343"/>
                  <a:gd name="connsiteY0" fmla="*/ 6517 h 6345"/>
                  <a:gd name="connsiteX1" fmla="*/ 5774 w 6343"/>
                  <a:gd name="connsiteY1" fmla="*/ 5588 h 6345"/>
                  <a:gd name="connsiteX2" fmla="*/ 6703 w 6343"/>
                  <a:gd name="connsiteY2" fmla="*/ 3345 h 6345"/>
                  <a:gd name="connsiteX3" fmla="*/ 5774 w 6343"/>
                  <a:gd name="connsiteY3" fmla="*/ 1101 h 6345"/>
                  <a:gd name="connsiteX4" fmla="*/ 3531 w 6343"/>
                  <a:gd name="connsiteY4" fmla="*/ 172 h 6345"/>
                  <a:gd name="connsiteX5" fmla="*/ 1289 w 6343"/>
                  <a:gd name="connsiteY5" fmla="*/ 1101 h 6345"/>
                  <a:gd name="connsiteX6" fmla="*/ 360 w 6343"/>
                  <a:gd name="connsiteY6" fmla="*/ 3345 h 6345"/>
                  <a:gd name="connsiteX7" fmla="*/ 1289 w 6343"/>
                  <a:gd name="connsiteY7" fmla="*/ 5588 h 6345"/>
                  <a:gd name="connsiteX8" fmla="*/ 3531 w 6343"/>
                  <a:gd name="connsiteY8" fmla="*/ 651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1" y="6517"/>
                    </a:moveTo>
                    <a:cubicBezTo>
                      <a:pt x="4372" y="6517"/>
                      <a:pt x="5179" y="6183"/>
                      <a:pt x="5774" y="5588"/>
                    </a:cubicBezTo>
                    <a:cubicBezTo>
                      <a:pt x="6369" y="4993"/>
                      <a:pt x="6703" y="4186"/>
                      <a:pt x="6703" y="3345"/>
                    </a:cubicBezTo>
                    <a:cubicBezTo>
                      <a:pt x="6703" y="2503"/>
                      <a:pt x="6369" y="1696"/>
                      <a:pt x="5774" y="1101"/>
                    </a:cubicBezTo>
                    <a:cubicBezTo>
                      <a:pt x="5179" y="506"/>
                      <a:pt x="4372" y="172"/>
                      <a:pt x="3531" y="172"/>
                    </a:cubicBezTo>
                    <a:cubicBezTo>
                      <a:pt x="2690" y="172"/>
                      <a:pt x="1883" y="506"/>
                      <a:pt x="1289" y="1101"/>
                    </a:cubicBezTo>
                    <a:cubicBezTo>
                      <a:pt x="694" y="1696"/>
                      <a:pt x="360" y="2503"/>
                      <a:pt x="360" y="3345"/>
                    </a:cubicBezTo>
                    <a:cubicBezTo>
                      <a:pt x="360" y="4186"/>
                      <a:pt x="694" y="4993"/>
                      <a:pt x="1289" y="5588"/>
                    </a:cubicBezTo>
                    <a:cubicBezTo>
                      <a:pt x="1883" y="6183"/>
                      <a:pt x="2690" y="6517"/>
                      <a:pt x="3531" y="651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9" name="Freeform: Shape 1168">
                <a:extLst>
                  <a:ext uri="{FF2B5EF4-FFF2-40B4-BE49-F238E27FC236}">
                    <a16:creationId xmlns:a16="http://schemas.microsoft.com/office/drawing/2014/main" id="{48741B4C-DA5D-01E3-2D5F-F88560B01C83}"/>
                  </a:ext>
                </a:extLst>
              </p:cNvPr>
              <p:cNvSpPr/>
              <p:nvPr/>
            </p:nvSpPr>
            <p:spPr>
              <a:xfrm>
                <a:off x="5402170" y="5717334"/>
                <a:ext cx="6343" cy="6345"/>
              </a:xfrm>
              <a:custGeom>
                <a:avLst/>
                <a:gdLst>
                  <a:gd name="connsiteX0" fmla="*/ 3530 w 6343"/>
                  <a:gd name="connsiteY0" fmla="*/ 6522 h 6345"/>
                  <a:gd name="connsiteX1" fmla="*/ 5773 w 6343"/>
                  <a:gd name="connsiteY1" fmla="*/ 5592 h 6345"/>
                  <a:gd name="connsiteX2" fmla="*/ 6702 w 6343"/>
                  <a:gd name="connsiteY2" fmla="*/ 3349 h 6345"/>
                  <a:gd name="connsiteX3" fmla="*/ 5773 w 6343"/>
                  <a:gd name="connsiteY3" fmla="*/ 1106 h 6345"/>
                  <a:gd name="connsiteX4" fmla="*/ 3530 w 6343"/>
                  <a:gd name="connsiteY4" fmla="*/ 176 h 6345"/>
                  <a:gd name="connsiteX5" fmla="*/ 1288 w 6343"/>
                  <a:gd name="connsiteY5" fmla="*/ 1106 h 6345"/>
                  <a:gd name="connsiteX6" fmla="*/ 359 w 6343"/>
                  <a:gd name="connsiteY6" fmla="*/ 3349 h 6345"/>
                  <a:gd name="connsiteX7" fmla="*/ 1288 w 6343"/>
                  <a:gd name="connsiteY7" fmla="*/ 5592 h 6345"/>
                  <a:gd name="connsiteX8" fmla="*/ 3530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0" y="6522"/>
                    </a:moveTo>
                    <a:cubicBezTo>
                      <a:pt x="4371" y="6522"/>
                      <a:pt x="5178" y="6187"/>
                      <a:pt x="5773" y="5592"/>
                    </a:cubicBezTo>
                    <a:cubicBezTo>
                      <a:pt x="6368" y="4998"/>
                      <a:pt x="6702" y="4190"/>
                      <a:pt x="6702" y="3349"/>
                    </a:cubicBezTo>
                    <a:cubicBezTo>
                      <a:pt x="6702" y="2508"/>
                      <a:pt x="6368" y="1701"/>
                      <a:pt x="5773" y="1106"/>
                    </a:cubicBezTo>
                    <a:cubicBezTo>
                      <a:pt x="5178" y="511"/>
                      <a:pt x="4371" y="176"/>
                      <a:pt x="3530" y="176"/>
                    </a:cubicBezTo>
                    <a:cubicBezTo>
                      <a:pt x="2689" y="176"/>
                      <a:pt x="1882" y="511"/>
                      <a:pt x="1288" y="1106"/>
                    </a:cubicBezTo>
                    <a:cubicBezTo>
                      <a:pt x="693" y="1701"/>
                      <a:pt x="359" y="2508"/>
                      <a:pt x="359" y="3349"/>
                    </a:cubicBezTo>
                    <a:cubicBezTo>
                      <a:pt x="359" y="4190"/>
                      <a:pt x="693" y="4998"/>
                      <a:pt x="1288" y="5592"/>
                    </a:cubicBezTo>
                    <a:cubicBezTo>
                      <a:pt x="1882" y="6187"/>
                      <a:pt x="2689" y="6522"/>
                      <a:pt x="3530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0" name="Freeform: Shape 1169">
                <a:extLst>
                  <a:ext uri="{FF2B5EF4-FFF2-40B4-BE49-F238E27FC236}">
                    <a16:creationId xmlns:a16="http://schemas.microsoft.com/office/drawing/2014/main" id="{E3719F7A-201B-89BD-9365-11DA7927085B}"/>
                  </a:ext>
                </a:extLst>
              </p:cNvPr>
              <p:cNvSpPr/>
              <p:nvPr/>
            </p:nvSpPr>
            <p:spPr>
              <a:xfrm>
                <a:off x="5400729" y="5726729"/>
                <a:ext cx="6343" cy="6345"/>
              </a:xfrm>
              <a:custGeom>
                <a:avLst/>
                <a:gdLst>
                  <a:gd name="connsiteX0" fmla="*/ 3530 w 6343"/>
                  <a:gd name="connsiteY0" fmla="*/ 6522 h 6345"/>
                  <a:gd name="connsiteX1" fmla="*/ 5773 w 6343"/>
                  <a:gd name="connsiteY1" fmla="*/ 5593 h 6345"/>
                  <a:gd name="connsiteX2" fmla="*/ 6702 w 6343"/>
                  <a:gd name="connsiteY2" fmla="*/ 3350 h 6345"/>
                  <a:gd name="connsiteX3" fmla="*/ 5773 w 6343"/>
                  <a:gd name="connsiteY3" fmla="*/ 1106 h 6345"/>
                  <a:gd name="connsiteX4" fmla="*/ 3530 w 6343"/>
                  <a:gd name="connsiteY4" fmla="*/ 177 h 6345"/>
                  <a:gd name="connsiteX5" fmla="*/ 1287 w 6343"/>
                  <a:gd name="connsiteY5" fmla="*/ 1106 h 6345"/>
                  <a:gd name="connsiteX6" fmla="*/ 359 w 6343"/>
                  <a:gd name="connsiteY6" fmla="*/ 3350 h 6345"/>
                  <a:gd name="connsiteX7" fmla="*/ 1287 w 6343"/>
                  <a:gd name="connsiteY7" fmla="*/ 5593 h 6345"/>
                  <a:gd name="connsiteX8" fmla="*/ 3530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0" y="6522"/>
                    </a:moveTo>
                    <a:cubicBezTo>
                      <a:pt x="4371" y="6522"/>
                      <a:pt x="5178" y="6188"/>
                      <a:pt x="5773" y="5593"/>
                    </a:cubicBezTo>
                    <a:cubicBezTo>
                      <a:pt x="6367" y="4998"/>
                      <a:pt x="6702" y="4191"/>
                      <a:pt x="6702" y="3350"/>
                    </a:cubicBezTo>
                    <a:cubicBezTo>
                      <a:pt x="6702" y="2508"/>
                      <a:pt x="6367" y="1701"/>
                      <a:pt x="5773" y="1106"/>
                    </a:cubicBezTo>
                    <a:cubicBezTo>
                      <a:pt x="5178" y="511"/>
                      <a:pt x="4371" y="177"/>
                      <a:pt x="3530" y="177"/>
                    </a:cubicBezTo>
                    <a:cubicBezTo>
                      <a:pt x="2689" y="177"/>
                      <a:pt x="1882" y="511"/>
                      <a:pt x="1287" y="1106"/>
                    </a:cubicBezTo>
                    <a:cubicBezTo>
                      <a:pt x="693" y="1701"/>
                      <a:pt x="359" y="2508"/>
                      <a:pt x="359" y="3350"/>
                    </a:cubicBezTo>
                    <a:cubicBezTo>
                      <a:pt x="359" y="4191"/>
                      <a:pt x="693" y="4998"/>
                      <a:pt x="1287" y="5593"/>
                    </a:cubicBezTo>
                    <a:cubicBezTo>
                      <a:pt x="1882" y="6188"/>
                      <a:pt x="2689" y="6522"/>
                      <a:pt x="3530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1" name="Freeform: Shape 1170">
                <a:extLst>
                  <a:ext uri="{FF2B5EF4-FFF2-40B4-BE49-F238E27FC236}">
                    <a16:creationId xmlns:a16="http://schemas.microsoft.com/office/drawing/2014/main" id="{94CFEC60-7B28-15F6-9105-BEF82347D49D}"/>
                  </a:ext>
                </a:extLst>
              </p:cNvPr>
              <p:cNvSpPr/>
              <p:nvPr/>
            </p:nvSpPr>
            <p:spPr>
              <a:xfrm>
                <a:off x="5399945" y="5736106"/>
                <a:ext cx="6343" cy="6345"/>
              </a:xfrm>
              <a:custGeom>
                <a:avLst/>
                <a:gdLst>
                  <a:gd name="connsiteX0" fmla="*/ 3530 w 6343"/>
                  <a:gd name="connsiteY0" fmla="*/ 6523 h 6345"/>
                  <a:gd name="connsiteX1" fmla="*/ 5773 w 6343"/>
                  <a:gd name="connsiteY1" fmla="*/ 5594 h 6345"/>
                  <a:gd name="connsiteX2" fmla="*/ 6702 w 6343"/>
                  <a:gd name="connsiteY2" fmla="*/ 3351 h 6345"/>
                  <a:gd name="connsiteX3" fmla="*/ 5773 w 6343"/>
                  <a:gd name="connsiteY3" fmla="*/ 1107 h 6345"/>
                  <a:gd name="connsiteX4" fmla="*/ 3530 w 6343"/>
                  <a:gd name="connsiteY4" fmla="*/ 178 h 6345"/>
                  <a:gd name="connsiteX5" fmla="*/ 1287 w 6343"/>
                  <a:gd name="connsiteY5" fmla="*/ 1107 h 6345"/>
                  <a:gd name="connsiteX6" fmla="*/ 358 w 6343"/>
                  <a:gd name="connsiteY6" fmla="*/ 3351 h 6345"/>
                  <a:gd name="connsiteX7" fmla="*/ 1287 w 6343"/>
                  <a:gd name="connsiteY7" fmla="*/ 5594 h 6345"/>
                  <a:gd name="connsiteX8" fmla="*/ 3530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0" y="6523"/>
                    </a:moveTo>
                    <a:cubicBezTo>
                      <a:pt x="4371" y="6523"/>
                      <a:pt x="5178" y="6189"/>
                      <a:pt x="5773" y="5594"/>
                    </a:cubicBezTo>
                    <a:cubicBezTo>
                      <a:pt x="6367" y="4999"/>
                      <a:pt x="6702" y="4192"/>
                      <a:pt x="6702" y="3351"/>
                    </a:cubicBezTo>
                    <a:cubicBezTo>
                      <a:pt x="6702" y="2509"/>
                      <a:pt x="6367" y="1702"/>
                      <a:pt x="5773" y="1107"/>
                    </a:cubicBezTo>
                    <a:cubicBezTo>
                      <a:pt x="5178" y="512"/>
                      <a:pt x="4371" y="178"/>
                      <a:pt x="3530" y="178"/>
                    </a:cubicBezTo>
                    <a:cubicBezTo>
                      <a:pt x="2689" y="178"/>
                      <a:pt x="1882" y="512"/>
                      <a:pt x="1287" y="1107"/>
                    </a:cubicBezTo>
                    <a:cubicBezTo>
                      <a:pt x="693" y="1702"/>
                      <a:pt x="358" y="2509"/>
                      <a:pt x="358" y="3351"/>
                    </a:cubicBezTo>
                    <a:cubicBezTo>
                      <a:pt x="358" y="4192"/>
                      <a:pt x="693" y="4999"/>
                      <a:pt x="1287" y="5594"/>
                    </a:cubicBezTo>
                    <a:cubicBezTo>
                      <a:pt x="1882" y="6189"/>
                      <a:pt x="2689" y="6523"/>
                      <a:pt x="3530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2" name="Freeform: Shape 1171">
                <a:extLst>
                  <a:ext uri="{FF2B5EF4-FFF2-40B4-BE49-F238E27FC236}">
                    <a16:creationId xmlns:a16="http://schemas.microsoft.com/office/drawing/2014/main" id="{FFBB52D8-4EB6-8029-CF5F-A8AEFD0C5952}"/>
                  </a:ext>
                </a:extLst>
              </p:cNvPr>
              <p:cNvSpPr/>
              <p:nvPr/>
            </p:nvSpPr>
            <p:spPr>
              <a:xfrm>
                <a:off x="5398722" y="5745470"/>
                <a:ext cx="6343" cy="6345"/>
              </a:xfrm>
              <a:custGeom>
                <a:avLst/>
                <a:gdLst>
                  <a:gd name="connsiteX0" fmla="*/ 3530 w 6343"/>
                  <a:gd name="connsiteY0" fmla="*/ 6524 h 6345"/>
                  <a:gd name="connsiteX1" fmla="*/ 5773 w 6343"/>
                  <a:gd name="connsiteY1" fmla="*/ 5595 h 6345"/>
                  <a:gd name="connsiteX2" fmla="*/ 6701 w 6343"/>
                  <a:gd name="connsiteY2" fmla="*/ 3351 h 6345"/>
                  <a:gd name="connsiteX3" fmla="*/ 5773 w 6343"/>
                  <a:gd name="connsiteY3" fmla="*/ 1108 h 6345"/>
                  <a:gd name="connsiteX4" fmla="*/ 3530 w 6343"/>
                  <a:gd name="connsiteY4" fmla="*/ 179 h 6345"/>
                  <a:gd name="connsiteX5" fmla="*/ 1287 w 6343"/>
                  <a:gd name="connsiteY5" fmla="*/ 1108 h 6345"/>
                  <a:gd name="connsiteX6" fmla="*/ 358 w 6343"/>
                  <a:gd name="connsiteY6" fmla="*/ 3351 h 6345"/>
                  <a:gd name="connsiteX7" fmla="*/ 1287 w 6343"/>
                  <a:gd name="connsiteY7" fmla="*/ 5595 h 6345"/>
                  <a:gd name="connsiteX8" fmla="*/ 3530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0" y="6524"/>
                    </a:moveTo>
                    <a:cubicBezTo>
                      <a:pt x="4371" y="6524"/>
                      <a:pt x="5178" y="6190"/>
                      <a:pt x="5773" y="5595"/>
                    </a:cubicBezTo>
                    <a:cubicBezTo>
                      <a:pt x="6367" y="5000"/>
                      <a:pt x="6701" y="4193"/>
                      <a:pt x="6701" y="3351"/>
                    </a:cubicBezTo>
                    <a:cubicBezTo>
                      <a:pt x="6701" y="2510"/>
                      <a:pt x="6367" y="1703"/>
                      <a:pt x="5773" y="1108"/>
                    </a:cubicBezTo>
                    <a:cubicBezTo>
                      <a:pt x="5178" y="513"/>
                      <a:pt x="4371" y="179"/>
                      <a:pt x="3530" y="179"/>
                    </a:cubicBezTo>
                    <a:cubicBezTo>
                      <a:pt x="2689" y="179"/>
                      <a:pt x="1882" y="513"/>
                      <a:pt x="1287" y="1108"/>
                    </a:cubicBezTo>
                    <a:cubicBezTo>
                      <a:pt x="693" y="1703"/>
                      <a:pt x="358" y="2510"/>
                      <a:pt x="358" y="3351"/>
                    </a:cubicBezTo>
                    <a:cubicBezTo>
                      <a:pt x="358" y="4193"/>
                      <a:pt x="693" y="5000"/>
                      <a:pt x="1287" y="5595"/>
                    </a:cubicBezTo>
                    <a:cubicBezTo>
                      <a:pt x="1882" y="6190"/>
                      <a:pt x="2689" y="6524"/>
                      <a:pt x="3530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3" name="Freeform: Shape 1172">
                <a:extLst>
                  <a:ext uri="{FF2B5EF4-FFF2-40B4-BE49-F238E27FC236}">
                    <a16:creationId xmlns:a16="http://schemas.microsoft.com/office/drawing/2014/main" id="{66DE6DC7-3350-512C-5A75-B0E4858A6C82}"/>
                  </a:ext>
                </a:extLst>
              </p:cNvPr>
              <p:cNvSpPr/>
              <p:nvPr/>
            </p:nvSpPr>
            <p:spPr>
              <a:xfrm>
                <a:off x="5350247" y="5763292"/>
                <a:ext cx="6343" cy="6345"/>
              </a:xfrm>
              <a:custGeom>
                <a:avLst/>
                <a:gdLst>
                  <a:gd name="connsiteX0" fmla="*/ 3526 w 6343"/>
                  <a:gd name="connsiteY0" fmla="*/ 6525 h 6345"/>
                  <a:gd name="connsiteX1" fmla="*/ 5769 w 6343"/>
                  <a:gd name="connsiteY1" fmla="*/ 5596 h 6345"/>
                  <a:gd name="connsiteX2" fmla="*/ 6698 w 6343"/>
                  <a:gd name="connsiteY2" fmla="*/ 3353 h 6345"/>
                  <a:gd name="connsiteX3" fmla="*/ 5769 w 6343"/>
                  <a:gd name="connsiteY3" fmla="*/ 1109 h 6345"/>
                  <a:gd name="connsiteX4" fmla="*/ 3526 w 6343"/>
                  <a:gd name="connsiteY4" fmla="*/ 180 h 6345"/>
                  <a:gd name="connsiteX5" fmla="*/ 1283 w 6343"/>
                  <a:gd name="connsiteY5" fmla="*/ 1109 h 6345"/>
                  <a:gd name="connsiteX6" fmla="*/ 355 w 6343"/>
                  <a:gd name="connsiteY6" fmla="*/ 3353 h 6345"/>
                  <a:gd name="connsiteX7" fmla="*/ 1283 w 6343"/>
                  <a:gd name="connsiteY7" fmla="*/ 5596 h 6345"/>
                  <a:gd name="connsiteX8" fmla="*/ 3526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6" y="6525"/>
                    </a:moveTo>
                    <a:cubicBezTo>
                      <a:pt x="4367" y="6525"/>
                      <a:pt x="5174" y="6191"/>
                      <a:pt x="5769" y="5596"/>
                    </a:cubicBezTo>
                    <a:cubicBezTo>
                      <a:pt x="6363" y="5001"/>
                      <a:pt x="6698" y="4194"/>
                      <a:pt x="6698" y="3353"/>
                    </a:cubicBezTo>
                    <a:cubicBezTo>
                      <a:pt x="6698" y="2511"/>
                      <a:pt x="6363" y="1704"/>
                      <a:pt x="5769" y="1109"/>
                    </a:cubicBezTo>
                    <a:cubicBezTo>
                      <a:pt x="5174" y="514"/>
                      <a:pt x="4367" y="180"/>
                      <a:pt x="3526" y="180"/>
                    </a:cubicBezTo>
                    <a:cubicBezTo>
                      <a:pt x="2685" y="180"/>
                      <a:pt x="1878" y="514"/>
                      <a:pt x="1283" y="1109"/>
                    </a:cubicBezTo>
                    <a:cubicBezTo>
                      <a:pt x="689" y="1704"/>
                      <a:pt x="355" y="2511"/>
                      <a:pt x="355" y="3353"/>
                    </a:cubicBezTo>
                    <a:cubicBezTo>
                      <a:pt x="355" y="4194"/>
                      <a:pt x="689" y="5001"/>
                      <a:pt x="1283" y="5596"/>
                    </a:cubicBezTo>
                    <a:cubicBezTo>
                      <a:pt x="1878" y="6191"/>
                      <a:pt x="2685" y="6525"/>
                      <a:pt x="3526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4" name="Freeform: Shape 1173">
                <a:extLst>
                  <a:ext uri="{FF2B5EF4-FFF2-40B4-BE49-F238E27FC236}">
                    <a16:creationId xmlns:a16="http://schemas.microsoft.com/office/drawing/2014/main" id="{94E0B1B7-1883-EA03-6AB3-8972ACC42406}"/>
                  </a:ext>
                </a:extLst>
              </p:cNvPr>
              <p:cNvSpPr/>
              <p:nvPr/>
            </p:nvSpPr>
            <p:spPr>
              <a:xfrm>
                <a:off x="5347859" y="5772304"/>
                <a:ext cx="6343" cy="6345"/>
              </a:xfrm>
              <a:custGeom>
                <a:avLst/>
                <a:gdLst>
                  <a:gd name="connsiteX0" fmla="*/ 3526 w 6343"/>
                  <a:gd name="connsiteY0" fmla="*/ 6526 h 6345"/>
                  <a:gd name="connsiteX1" fmla="*/ 5769 w 6343"/>
                  <a:gd name="connsiteY1" fmla="*/ 5597 h 6345"/>
                  <a:gd name="connsiteX2" fmla="*/ 6697 w 6343"/>
                  <a:gd name="connsiteY2" fmla="*/ 3353 h 6345"/>
                  <a:gd name="connsiteX3" fmla="*/ 5769 w 6343"/>
                  <a:gd name="connsiteY3" fmla="*/ 1110 h 6345"/>
                  <a:gd name="connsiteX4" fmla="*/ 3526 w 6343"/>
                  <a:gd name="connsiteY4" fmla="*/ 181 h 6345"/>
                  <a:gd name="connsiteX5" fmla="*/ 1283 w 6343"/>
                  <a:gd name="connsiteY5" fmla="*/ 1110 h 6345"/>
                  <a:gd name="connsiteX6" fmla="*/ 354 w 6343"/>
                  <a:gd name="connsiteY6" fmla="*/ 3353 h 6345"/>
                  <a:gd name="connsiteX7" fmla="*/ 1283 w 6343"/>
                  <a:gd name="connsiteY7" fmla="*/ 5597 h 6345"/>
                  <a:gd name="connsiteX8" fmla="*/ 3526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6" y="6526"/>
                    </a:moveTo>
                    <a:cubicBezTo>
                      <a:pt x="4367" y="6526"/>
                      <a:pt x="5174" y="6192"/>
                      <a:pt x="5769" y="5597"/>
                    </a:cubicBezTo>
                    <a:cubicBezTo>
                      <a:pt x="6363" y="5002"/>
                      <a:pt x="6697" y="4195"/>
                      <a:pt x="6697" y="3353"/>
                    </a:cubicBezTo>
                    <a:cubicBezTo>
                      <a:pt x="6697" y="2512"/>
                      <a:pt x="6363" y="1705"/>
                      <a:pt x="5769" y="1110"/>
                    </a:cubicBezTo>
                    <a:cubicBezTo>
                      <a:pt x="5174" y="515"/>
                      <a:pt x="4367" y="181"/>
                      <a:pt x="3526" y="181"/>
                    </a:cubicBezTo>
                    <a:cubicBezTo>
                      <a:pt x="2685" y="181"/>
                      <a:pt x="1878" y="515"/>
                      <a:pt x="1283" y="1110"/>
                    </a:cubicBezTo>
                    <a:cubicBezTo>
                      <a:pt x="689" y="1705"/>
                      <a:pt x="354" y="2512"/>
                      <a:pt x="354" y="3353"/>
                    </a:cubicBezTo>
                    <a:cubicBezTo>
                      <a:pt x="354" y="4195"/>
                      <a:pt x="689" y="5002"/>
                      <a:pt x="1283" y="5597"/>
                    </a:cubicBezTo>
                    <a:cubicBezTo>
                      <a:pt x="1878" y="6192"/>
                      <a:pt x="2685" y="6526"/>
                      <a:pt x="3526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5" name="Freeform: Shape 1174">
                <a:extLst>
                  <a:ext uri="{FF2B5EF4-FFF2-40B4-BE49-F238E27FC236}">
                    <a16:creationId xmlns:a16="http://schemas.microsoft.com/office/drawing/2014/main" id="{A15990D0-11EB-DBCF-4FE6-0B7889DC20D3}"/>
                  </a:ext>
                </a:extLst>
              </p:cNvPr>
              <p:cNvSpPr/>
              <p:nvPr/>
            </p:nvSpPr>
            <p:spPr>
              <a:xfrm>
                <a:off x="5390118" y="5782676"/>
                <a:ext cx="6343" cy="6345"/>
              </a:xfrm>
              <a:custGeom>
                <a:avLst/>
                <a:gdLst>
                  <a:gd name="connsiteX0" fmla="*/ 3529 w 6343"/>
                  <a:gd name="connsiteY0" fmla="*/ 6527 h 6345"/>
                  <a:gd name="connsiteX1" fmla="*/ 5772 w 6343"/>
                  <a:gd name="connsiteY1" fmla="*/ 5598 h 6345"/>
                  <a:gd name="connsiteX2" fmla="*/ 6701 w 6343"/>
                  <a:gd name="connsiteY2" fmla="*/ 3354 h 6345"/>
                  <a:gd name="connsiteX3" fmla="*/ 5772 w 6343"/>
                  <a:gd name="connsiteY3" fmla="*/ 1111 h 6345"/>
                  <a:gd name="connsiteX4" fmla="*/ 3529 w 6343"/>
                  <a:gd name="connsiteY4" fmla="*/ 181 h 6345"/>
                  <a:gd name="connsiteX5" fmla="*/ 1287 w 6343"/>
                  <a:gd name="connsiteY5" fmla="*/ 1111 h 6345"/>
                  <a:gd name="connsiteX6" fmla="*/ 358 w 6343"/>
                  <a:gd name="connsiteY6" fmla="*/ 3354 h 6345"/>
                  <a:gd name="connsiteX7" fmla="*/ 1287 w 6343"/>
                  <a:gd name="connsiteY7" fmla="*/ 5598 h 6345"/>
                  <a:gd name="connsiteX8" fmla="*/ 3529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9" y="6527"/>
                    </a:moveTo>
                    <a:cubicBezTo>
                      <a:pt x="4370" y="6527"/>
                      <a:pt x="5177" y="6193"/>
                      <a:pt x="5772" y="5598"/>
                    </a:cubicBezTo>
                    <a:cubicBezTo>
                      <a:pt x="6367" y="5003"/>
                      <a:pt x="6701" y="4196"/>
                      <a:pt x="6701" y="3354"/>
                    </a:cubicBezTo>
                    <a:cubicBezTo>
                      <a:pt x="6701" y="2513"/>
                      <a:pt x="6367" y="1706"/>
                      <a:pt x="5772" y="1111"/>
                    </a:cubicBezTo>
                    <a:cubicBezTo>
                      <a:pt x="5177" y="516"/>
                      <a:pt x="4370" y="181"/>
                      <a:pt x="3529" y="181"/>
                    </a:cubicBezTo>
                    <a:cubicBezTo>
                      <a:pt x="2688" y="181"/>
                      <a:pt x="1881" y="516"/>
                      <a:pt x="1287" y="1111"/>
                    </a:cubicBezTo>
                    <a:cubicBezTo>
                      <a:pt x="692" y="1706"/>
                      <a:pt x="358" y="2513"/>
                      <a:pt x="358" y="3354"/>
                    </a:cubicBezTo>
                    <a:cubicBezTo>
                      <a:pt x="358" y="4196"/>
                      <a:pt x="692" y="5003"/>
                      <a:pt x="1287" y="5598"/>
                    </a:cubicBezTo>
                    <a:cubicBezTo>
                      <a:pt x="1881" y="6193"/>
                      <a:pt x="2688" y="6527"/>
                      <a:pt x="3529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6" name="Freeform: Shape 1175">
                <a:extLst>
                  <a:ext uri="{FF2B5EF4-FFF2-40B4-BE49-F238E27FC236}">
                    <a16:creationId xmlns:a16="http://schemas.microsoft.com/office/drawing/2014/main" id="{9733E91A-EA2B-B0C3-174B-7ACC4C499229}"/>
                  </a:ext>
                </a:extLst>
              </p:cNvPr>
              <p:cNvSpPr/>
              <p:nvPr/>
            </p:nvSpPr>
            <p:spPr>
              <a:xfrm>
                <a:off x="5387802" y="5791913"/>
                <a:ext cx="6343" cy="6345"/>
              </a:xfrm>
              <a:custGeom>
                <a:avLst/>
                <a:gdLst>
                  <a:gd name="connsiteX0" fmla="*/ 3529 w 6343"/>
                  <a:gd name="connsiteY0" fmla="*/ 6528 h 6345"/>
                  <a:gd name="connsiteX1" fmla="*/ 5772 w 6343"/>
                  <a:gd name="connsiteY1" fmla="*/ 5598 h 6345"/>
                  <a:gd name="connsiteX2" fmla="*/ 6701 w 6343"/>
                  <a:gd name="connsiteY2" fmla="*/ 3355 h 6345"/>
                  <a:gd name="connsiteX3" fmla="*/ 5772 w 6343"/>
                  <a:gd name="connsiteY3" fmla="*/ 1111 h 6345"/>
                  <a:gd name="connsiteX4" fmla="*/ 3529 w 6343"/>
                  <a:gd name="connsiteY4" fmla="*/ 182 h 6345"/>
                  <a:gd name="connsiteX5" fmla="*/ 1286 w 6343"/>
                  <a:gd name="connsiteY5" fmla="*/ 1111 h 6345"/>
                  <a:gd name="connsiteX6" fmla="*/ 358 w 6343"/>
                  <a:gd name="connsiteY6" fmla="*/ 3355 h 6345"/>
                  <a:gd name="connsiteX7" fmla="*/ 1286 w 6343"/>
                  <a:gd name="connsiteY7" fmla="*/ 5598 h 6345"/>
                  <a:gd name="connsiteX8" fmla="*/ 3529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9" y="6528"/>
                    </a:moveTo>
                    <a:cubicBezTo>
                      <a:pt x="4370" y="6528"/>
                      <a:pt x="5177" y="6193"/>
                      <a:pt x="5772" y="5598"/>
                    </a:cubicBezTo>
                    <a:cubicBezTo>
                      <a:pt x="6366" y="5003"/>
                      <a:pt x="6701" y="4196"/>
                      <a:pt x="6701" y="3355"/>
                    </a:cubicBezTo>
                    <a:cubicBezTo>
                      <a:pt x="6701" y="2514"/>
                      <a:pt x="6366" y="1706"/>
                      <a:pt x="5772" y="1111"/>
                    </a:cubicBezTo>
                    <a:cubicBezTo>
                      <a:pt x="5177" y="517"/>
                      <a:pt x="4370" y="182"/>
                      <a:pt x="3529" y="182"/>
                    </a:cubicBezTo>
                    <a:cubicBezTo>
                      <a:pt x="2688" y="182"/>
                      <a:pt x="1881" y="517"/>
                      <a:pt x="1286" y="1111"/>
                    </a:cubicBezTo>
                    <a:cubicBezTo>
                      <a:pt x="692" y="1706"/>
                      <a:pt x="358" y="2514"/>
                      <a:pt x="358" y="3355"/>
                    </a:cubicBezTo>
                    <a:cubicBezTo>
                      <a:pt x="358" y="4196"/>
                      <a:pt x="692" y="5003"/>
                      <a:pt x="1286" y="5598"/>
                    </a:cubicBezTo>
                    <a:cubicBezTo>
                      <a:pt x="1881" y="6193"/>
                      <a:pt x="2688" y="6528"/>
                      <a:pt x="3529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7" name="Freeform: Shape 1176">
                <a:extLst>
                  <a:ext uri="{FF2B5EF4-FFF2-40B4-BE49-F238E27FC236}">
                    <a16:creationId xmlns:a16="http://schemas.microsoft.com/office/drawing/2014/main" id="{027DBEC6-F318-E2C5-0B6E-B3B2EC4300C9}"/>
                  </a:ext>
                </a:extLst>
              </p:cNvPr>
              <p:cNvSpPr/>
              <p:nvPr/>
            </p:nvSpPr>
            <p:spPr>
              <a:xfrm>
                <a:off x="5310865" y="5797889"/>
                <a:ext cx="6343" cy="6345"/>
              </a:xfrm>
              <a:custGeom>
                <a:avLst/>
                <a:gdLst>
                  <a:gd name="connsiteX0" fmla="*/ 3523 w 6343"/>
                  <a:gd name="connsiteY0" fmla="*/ 6528 h 6345"/>
                  <a:gd name="connsiteX1" fmla="*/ 5766 w 6343"/>
                  <a:gd name="connsiteY1" fmla="*/ 5599 h 6345"/>
                  <a:gd name="connsiteX2" fmla="*/ 6695 w 6343"/>
                  <a:gd name="connsiteY2" fmla="*/ 3355 h 6345"/>
                  <a:gd name="connsiteX3" fmla="*/ 5766 w 6343"/>
                  <a:gd name="connsiteY3" fmla="*/ 1112 h 6345"/>
                  <a:gd name="connsiteX4" fmla="*/ 3523 w 6343"/>
                  <a:gd name="connsiteY4" fmla="*/ 183 h 6345"/>
                  <a:gd name="connsiteX5" fmla="*/ 1280 w 6343"/>
                  <a:gd name="connsiteY5" fmla="*/ 1112 h 6345"/>
                  <a:gd name="connsiteX6" fmla="*/ 351 w 6343"/>
                  <a:gd name="connsiteY6" fmla="*/ 3355 h 6345"/>
                  <a:gd name="connsiteX7" fmla="*/ 1280 w 6343"/>
                  <a:gd name="connsiteY7" fmla="*/ 5599 h 6345"/>
                  <a:gd name="connsiteX8" fmla="*/ 3523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3" y="6528"/>
                    </a:moveTo>
                    <a:cubicBezTo>
                      <a:pt x="4364" y="6528"/>
                      <a:pt x="5171" y="6194"/>
                      <a:pt x="5766" y="5599"/>
                    </a:cubicBezTo>
                    <a:cubicBezTo>
                      <a:pt x="6360" y="5004"/>
                      <a:pt x="6695" y="4197"/>
                      <a:pt x="6695" y="3355"/>
                    </a:cubicBezTo>
                    <a:cubicBezTo>
                      <a:pt x="6695" y="2514"/>
                      <a:pt x="6360" y="1707"/>
                      <a:pt x="5766" y="1112"/>
                    </a:cubicBezTo>
                    <a:cubicBezTo>
                      <a:pt x="5171" y="517"/>
                      <a:pt x="4364" y="183"/>
                      <a:pt x="3523" y="183"/>
                    </a:cubicBezTo>
                    <a:cubicBezTo>
                      <a:pt x="2682" y="183"/>
                      <a:pt x="1875" y="517"/>
                      <a:pt x="1280" y="1112"/>
                    </a:cubicBezTo>
                    <a:cubicBezTo>
                      <a:pt x="686" y="1707"/>
                      <a:pt x="351" y="2514"/>
                      <a:pt x="351" y="3355"/>
                    </a:cubicBezTo>
                    <a:cubicBezTo>
                      <a:pt x="351" y="4197"/>
                      <a:pt x="686" y="5004"/>
                      <a:pt x="1280" y="5599"/>
                    </a:cubicBezTo>
                    <a:cubicBezTo>
                      <a:pt x="1875" y="6194"/>
                      <a:pt x="2682" y="6528"/>
                      <a:pt x="3523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8" name="Freeform: Shape 1177">
                <a:extLst>
                  <a:ext uri="{FF2B5EF4-FFF2-40B4-BE49-F238E27FC236}">
                    <a16:creationId xmlns:a16="http://schemas.microsoft.com/office/drawing/2014/main" id="{FAE685AE-CFAF-2D94-2A66-433143DC9685}"/>
                  </a:ext>
                </a:extLst>
              </p:cNvPr>
              <p:cNvSpPr/>
              <p:nvPr/>
            </p:nvSpPr>
            <p:spPr>
              <a:xfrm>
                <a:off x="5381764" y="5810244"/>
                <a:ext cx="6343" cy="6345"/>
              </a:xfrm>
              <a:custGeom>
                <a:avLst/>
                <a:gdLst>
                  <a:gd name="connsiteX0" fmla="*/ 3529 w 6343"/>
                  <a:gd name="connsiteY0" fmla="*/ 6529 h 6345"/>
                  <a:gd name="connsiteX1" fmla="*/ 5771 w 6343"/>
                  <a:gd name="connsiteY1" fmla="*/ 5600 h 6345"/>
                  <a:gd name="connsiteX2" fmla="*/ 6700 w 6343"/>
                  <a:gd name="connsiteY2" fmla="*/ 3356 h 6345"/>
                  <a:gd name="connsiteX3" fmla="*/ 5771 w 6343"/>
                  <a:gd name="connsiteY3" fmla="*/ 1113 h 6345"/>
                  <a:gd name="connsiteX4" fmla="*/ 3529 w 6343"/>
                  <a:gd name="connsiteY4" fmla="*/ 184 h 6345"/>
                  <a:gd name="connsiteX5" fmla="*/ 1286 w 6343"/>
                  <a:gd name="connsiteY5" fmla="*/ 1113 h 6345"/>
                  <a:gd name="connsiteX6" fmla="*/ 357 w 6343"/>
                  <a:gd name="connsiteY6" fmla="*/ 3356 h 6345"/>
                  <a:gd name="connsiteX7" fmla="*/ 1286 w 6343"/>
                  <a:gd name="connsiteY7" fmla="*/ 5600 h 6345"/>
                  <a:gd name="connsiteX8" fmla="*/ 3529 w 6343"/>
                  <a:gd name="connsiteY8" fmla="*/ 65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9" y="6529"/>
                    </a:moveTo>
                    <a:cubicBezTo>
                      <a:pt x="4370" y="6529"/>
                      <a:pt x="5176" y="6195"/>
                      <a:pt x="5771" y="5600"/>
                    </a:cubicBezTo>
                    <a:cubicBezTo>
                      <a:pt x="6366" y="5005"/>
                      <a:pt x="6700" y="4198"/>
                      <a:pt x="6700" y="3356"/>
                    </a:cubicBezTo>
                    <a:cubicBezTo>
                      <a:pt x="6700" y="2515"/>
                      <a:pt x="6366" y="1708"/>
                      <a:pt x="5771" y="1113"/>
                    </a:cubicBezTo>
                    <a:cubicBezTo>
                      <a:pt x="5176" y="518"/>
                      <a:pt x="4370" y="184"/>
                      <a:pt x="3529" y="184"/>
                    </a:cubicBezTo>
                    <a:cubicBezTo>
                      <a:pt x="2687" y="184"/>
                      <a:pt x="1881" y="518"/>
                      <a:pt x="1286" y="1113"/>
                    </a:cubicBezTo>
                    <a:cubicBezTo>
                      <a:pt x="691" y="1708"/>
                      <a:pt x="357" y="2515"/>
                      <a:pt x="357" y="3356"/>
                    </a:cubicBezTo>
                    <a:cubicBezTo>
                      <a:pt x="357" y="4198"/>
                      <a:pt x="691" y="5005"/>
                      <a:pt x="1286" y="5600"/>
                    </a:cubicBezTo>
                    <a:cubicBezTo>
                      <a:pt x="1881" y="6195"/>
                      <a:pt x="2687" y="6529"/>
                      <a:pt x="3529" y="65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9" name="Freeform: Shape 1178">
                <a:extLst>
                  <a:ext uri="{FF2B5EF4-FFF2-40B4-BE49-F238E27FC236}">
                    <a16:creationId xmlns:a16="http://schemas.microsoft.com/office/drawing/2014/main" id="{FC31E286-283D-6A7F-7196-56E6B7A8D826}"/>
                  </a:ext>
                </a:extLst>
              </p:cNvPr>
              <p:cNvSpPr/>
              <p:nvPr/>
            </p:nvSpPr>
            <p:spPr>
              <a:xfrm>
                <a:off x="5356835" y="5818143"/>
                <a:ext cx="6343" cy="6345"/>
              </a:xfrm>
              <a:custGeom>
                <a:avLst/>
                <a:gdLst>
                  <a:gd name="connsiteX0" fmla="*/ 3527 w 6343"/>
                  <a:gd name="connsiteY0" fmla="*/ 6530 h 6345"/>
                  <a:gd name="connsiteX1" fmla="*/ 5769 w 6343"/>
                  <a:gd name="connsiteY1" fmla="*/ 5600 h 6345"/>
                  <a:gd name="connsiteX2" fmla="*/ 6698 w 6343"/>
                  <a:gd name="connsiteY2" fmla="*/ 3357 h 6345"/>
                  <a:gd name="connsiteX3" fmla="*/ 5769 w 6343"/>
                  <a:gd name="connsiteY3" fmla="*/ 1114 h 6345"/>
                  <a:gd name="connsiteX4" fmla="*/ 3527 w 6343"/>
                  <a:gd name="connsiteY4" fmla="*/ 184 h 6345"/>
                  <a:gd name="connsiteX5" fmla="*/ 1284 w 6343"/>
                  <a:gd name="connsiteY5" fmla="*/ 1114 h 6345"/>
                  <a:gd name="connsiteX6" fmla="*/ 355 w 6343"/>
                  <a:gd name="connsiteY6" fmla="*/ 3357 h 6345"/>
                  <a:gd name="connsiteX7" fmla="*/ 1284 w 6343"/>
                  <a:gd name="connsiteY7" fmla="*/ 5600 h 6345"/>
                  <a:gd name="connsiteX8" fmla="*/ 3527 w 6343"/>
                  <a:gd name="connsiteY8" fmla="*/ 65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7" y="6530"/>
                    </a:moveTo>
                    <a:cubicBezTo>
                      <a:pt x="4368" y="6530"/>
                      <a:pt x="5175" y="6195"/>
                      <a:pt x="5769" y="5600"/>
                    </a:cubicBezTo>
                    <a:cubicBezTo>
                      <a:pt x="6364" y="5005"/>
                      <a:pt x="6698" y="4198"/>
                      <a:pt x="6698" y="3357"/>
                    </a:cubicBezTo>
                    <a:cubicBezTo>
                      <a:pt x="6698" y="2516"/>
                      <a:pt x="6364" y="1709"/>
                      <a:pt x="5769" y="1114"/>
                    </a:cubicBezTo>
                    <a:cubicBezTo>
                      <a:pt x="5175" y="519"/>
                      <a:pt x="4368" y="184"/>
                      <a:pt x="3527" y="184"/>
                    </a:cubicBezTo>
                    <a:cubicBezTo>
                      <a:pt x="2686" y="184"/>
                      <a:pt x="1879" y="519"/>
                      <a:pt x="1284" y="1114"/>
                    </a:cubicBezTo>
                    <a:cubicBezTo>
                      <a:pt x="689" y="1709"/>
                      <a:pt x="355" y="2516"/>
                      <a:pt x="355" y="3357"/>
                    </a:cubicBezTo>
                    <a:cubicBezTo>
                      <a:pt x="355" y="4198"/>
                      <a:pt x="689" y="5005"/>
                      <a:pt x="1284" y="5600"/>
                    </a:cubicBezTo>
                    <a:cubicBezTo>
                      <a:pt x="1879" y="6195"/>
                      <a:pt x="2686" y="6530"/>
                      <a:pt x="3527" y="65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0" name="Freeform: Shape 1179">
                <a:extLst>
                  <a:ext uri="{FF2B5EF4-FFF2-40B4-BE49-F238E27FC236}">
                    <a16:creationId xmlns:a16="http://schemas.microsoft.com/office/drawing/2014/main" id="{6272953A-A459-A95C-711B-16B000FA5AC5}"/>
                  </a:ext>
                </a:extLst>
              </p:cNvPr>
              <p:cNvSpPr/>
              <p:nvPr/>
            </p:nvSpPr>
            <p:spPr>
              <a:xfrm>
                <a:off x="5376694" y="5828509"/>
                <a:ext cx="6343" cy="6345"/>
              </a:xfrm>
              <a:custGeom>
                <a:avLst/>
                <a:gdLst>
                  <a:gd name="connsiteX0" fmla="*/ 3528 w 6343"/>
                  <a:gd name="connsiteY0" fmla="*/ 6531 h 6345"/>
                  <a:gd name="connsiteX1" fmla="*/ 5771 w 6343"/>
                  <a:gd name="connsiteY1" fmla="*/ 5601 h 6345"/>
                  <a:gd name="connsiteX2" fmla="*/ 6700 w 6343"/>
                  <a:gd name="connsiteY2" fmla="*/ 3358 h 6345"/>
                  <a:gd name="connsiteX3" fmla="*/ 5771 w 6343"/>
                  <a:gd name="connsiteY3" fmla="*/ 1114 h 6345"/>
                  <a:gd name="connsiteX4" fmla="*/ 3528 w 6343"/>
                  <a:gd name="connsiteY4" fmla="*/ 185 h 6345"/>
                  <a:gd name="connsiteX5" fmla="*/ 1286 w 6343"/>
                  <a:gd name="connsiteY5" fmla="*/ 1114 h 6345"/>
                  <a:gd name="connsiteX6" fmla="*/ 357 w 6343"/>
                  <a:gd name="connsiteY6" fmla="*/ 3358 h 6345"/>
                  <a:gd name="connsiteX7" fmla="*/ 1286 w 6343"/>
                  <a:gd name="connsiteY7" fmla="*/ 5601 h 6345"/>
                  <a:gd name="connsiteX8" fmla="*/ 3528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31"/>
                    </a:moveTo>
                    <a:cubicBezTo>
                      <a:pt x="4369" y="6531"/>
                      <a:pt x="5176" y="6196"/>
                      <a:pt x="5771" y="5601"/>
                    </a:cubicBezTo>
                    <a:cubicBezTo>
                      <a:pt x="6366" y="5006"/>
                      <a:pt x="6700" y="4199"/>
                      <a:pt x="6700" y="3358"/>
                    </a:cubicBezTo>
                    <a:cubicBezTo>
                      <a:pt x="6700" y="2516"/>
                      <a:pt x="6366" y="1709"/>
                      <a:pt x="5771" y="1114"/>
                    </a:cubicBezTo>
                    <a:cubicBezTo>
                      <a:pt x="5176" y="519"/>
                      <a:pt x="4369" y="185"/>
                      <a:pt x="3528" y="185"/>
                    </a:cubicBezTo>
                    <a:cubicBezTo>
                      <a:pt x="2687" y="185"/>
                      <a:pt x="1880" y="519"/>
                      <a:pt x="1286" y="1114"/>
                    </a:cubicBezTo>
                    <a:cubicBezTo>
                      <a:pt x="691" y="1709"/>
                      <a:pt x="357" y="2516"/>
                      <a:pt x="357" y="3358"/>
                    </a:cubicBezTo>
                    <a:cubicBezTo>
                      <a:pt x="357" y="4199"/>
                      <a:pt x="691" y="5006"/>
                      <a:pt x="1286" y="5601"/>
                    </a:cubicBezTo>
                    <a:cubicBezTo>
                      <a:pt x="1880" y="6196"/>
                      <a:pt x="2687" y="6531"/>
                      <a:pt x="3528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1" name="Freeform: Shape 1180">
                <a:extLst>
                  <a:ext uri="{FF2B5EF4-FFF2-40B4-BE49-F238E27FC236}">
                    <a16:creationId xmlns:a16="http://schemas.microsoft.com/office/drawing/2014/main" id="{F6A2A44C-9EE6-77E1-1836-7E45C2BD8264}"/>
                  </a:ext>
                </a:extLst>
              </p:cNvPr>
              <p:cNvSpPr/>
              <p:nvPr/>
            </p:nvSpPr>
            <p:spPr>
              <a:xfrm>
                <a:off x="5377426" y="5837828"/>
                <a:ext cx="6343" cy="6345"/>
              </a:xfrm>
              <a:custGeom>
                <a:avLst/>
                <a:gdLst>
                  <a:gd name="connsiteX0" fmla="*/ 3528 w 6343"/>
                  <a:gd name="connsiteY0" fmla="*/ 6531 h 6345"/>
                  <a:gd name="connsiteX1" fmla="*/ 5771 w 6343"/>
                  <a:gd name="connsiteY1" fmla="*/ 5602 h 6345"/>
                  <a:gd name="connsiteX2" fmla="*/ 6700 w 6343"/>
                  <a:gd name="connsiteY2" fmla="*/ 3359 h 6345"/>
                  <a:gd name="connsiteX3" fmla="*/ 5771 w 6343"/>
                  <a:gd name="connsiteY3" fmla="*/ 1115 h 6345"/>
                  <a:gd name="connsiteX4" fmla="*/ 3528 w 6343"/>
                  <a:gd name="connsiteY4" fmla="*/ 186 h 6345"/>
                  <a:gd name="connsiteX5" fmla="*/ 1286 w 6343"/>
                  <a:gd name="connsiteY5" fmla="*/ 1115 h 6345"/>
                  <a:gd name="connsiteX6" fmla="*/ 357 w 6343"/>
                  <a:gd name="connsiteY6" fmla="*/ 3359 h 6345"/>
                  <a:gd name="connsiteX7" fmla="*/ 1286 w 6343"/>
                  <a:gd name="connsiteY7" fmla="*/ 5602 h 6345"/>
                  <a:gd name="connsiteX8" fmla="*/ 3528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31"/>
                    </a:moveTo>
                    <a:cubicBezTo>
                      <a:pt x="4369" y="6531"/>
                      <a:pt x="5176" y="6197"/>
                      <a:pt x="5771" y="5602"/>
                    </a:cubicBezTo>
                    <a:cubicBezTo>
                      <a:pt x="6366" y="5007"/>
                      <a:pt x="6700" y="4200"/>
                      <a:pt x="6700" y="3359"/>
                    </a:cubicBezTo>
                    <a:cubicBezTo>
                      <a:pt x="6700" y="2517"/>
                      <a:pt x="6366" y="1710"/>
                      <a:pt x="5771" y="1115"/>
                    </a:cubicBezTo>
                    <a:cubicBezTo>
                      <a:pt x="5176" y="520"/>
                      <a:pt x="4369" y="186"/>
                      <a:pt x="3528" y="186"/>
                    </a:cubicBezTo>
                    <a:cubicBezTo>
                      <a:pt x="2687" y="186"/>
                      <a:pt x="1880" y="520"/>
                      <a:pt x="1286" y="1115"/>
                    </a:cubicBezTo>
                    <a:cubicBezTo>
                      <a:pt x="691" y="1710"/>
                      <a:pt x="357" y="2517"/>
                      <a:pt x="357" y="3359"/>
                    </a:cubicBezTo>
                    <a:cubicBezTo>
                      <a:pt x="357" y="4200"/>
                      <a:pt x="691" y="5007"/>
                      <a:pt x="1286" y="5602"/>
                    </a:cubicBezTo>
                    <a:cubicBezTo>
                      <a:pt x="1880" y="6197"/>
                      <a:pt x="2687" y="6531"/>
                      <a:pt x="3528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2" name="Freeform: Shape 1181">
                <a:extLst>
                  <a:ext uri="{FF2B5EF4-FFF2-40B4-BE49-F238E27FC236}">
                    <a16:creationId xmlns:a16="http://schemas.microsoft.com/office/drawing/2014/main" id="{19D03BCE-94FD-30A3-500E-691F99344D76}"/>
                  </a:ext>
                </a:extLst>
              </p:cNvPr>
              <p:cNvSpPr/>
              <p:nvPr/>
            </p:nvSpPr>
            <p:spPr>
              <a:xfrm>
                <a:off x="5376391" y="5847031"/>
                <a:ext cx="6343" cy="6345"/>
              </a:xfrm>
              <a:custGeom>
                <a:avLst/>
                <a:gdLst>
                  <a:gd name="connsiteX0" fmla="*/ 3528 w 6343"/>
                  <a:gd name="connsiteY0" fmla="*/ 6532 h 6345"/>
                  <a:gd name="connsiteX1" fmla="*/ 5771 w 6343"/>
                  <a:gd name="connsiteY1" fmla="*/ 5603 h 6345"/>
                  <a:gd name="connsiteX2" fmla="*/ 6700 w 6343"/>
                  <a:gd name="connsiteY2" fmla="*/ 3359 h 6345"/>
                  <a:gd name="connsiteX3" fmla="*/ 5771 w 6343"/>
                  <a:gd name="connsiteY3" fmla="*/ 1116 h 6345"/>
                  <a:gd name="connsiteX4" fmla="*/ 3528 w 6343"/>
                  <a:gd name="connsiteY4" fmla="*/ 187 h 6345"/>
                  <a:gd name="connsiteX5" fmla="*/ 1286 w 6343"/>
                  <a:gd name="connsiteY5" fmla="*/ 1116 h 6345"/>
                  <a:gd name="connsiteX6" fmla="*/ 357 w 6343"/>
                  <a:gd name="connsiteY6" fmla="*/ 3359 h 6345"/>
                  <a:gd name="connsiteX7" fmla="*/ 1286 w 6343"/>
                  <a:gd name="connsiteY7" fmla="*/ 5603 h 6345"/>
                  <a:gd name="connsiteX8" fmla="*/ 3528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32"/>
                    </a:moveTo>
                    <a:cubicBezTo>
                      <a:pt x="4369" y="6532"/>
                      <a:pt x="5176" y="6198"/>
                      <a:pt x="5771" y="5603"/>
                    </a:cubicBezTo>
                    <a:cubicBezTo>
                      <a:pt x="6366" y="5008"/>
                      <a:pt x="6700" y="4201"/>
                      <a:pt x="6700" y="3359"/>
                    </a:cubicBezTo>
                    <a:cubicBezTo>
                      <a:pt x="6700" y="2518"/>
                      <a:pt x="6366" y="1711"/>
                      <a:pt x="5771" y="1116"/>
                    </a:cubicBezTo>
                    <a:cubicBezTo>
                      <a:pt x="5176" y="521"/>
                      <a:pt x="4369" y="187"/>
                      <a:pt x="3528" y="187"/>
                    </a:cubicBezTo>
                    <a:cubicBezTo>
                      <a:pt x="2687" y="187"/>
                      <a:pt x="1880" y="521"/>
                      <a:pt x="1286" y="1116"/>
                    </a:cubicBezTo>
                    <a:cubicBezTo>
                      <a:pt x="691" y="1711"/>
                      <a:pt x="357" y="2518"/>
                      <a:pt x="357" y="3359"/>
                    </a:cubicBezTo>
                    <a:cubicBezTo>
                      <a:pt x="357" y="4201"/>
                      <a:pt x="691" y="5008"/>
                      <a:pt x="1286" y="5603"/>
                    </a:cubicBezTo>
                    <a:cubicBezTo>
                      <a:pt x="1880" y="6198"/>
                      <a:pt x="2687" y="6532"/>
                      <a:pt x="3528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3" name="Freeform: Shape 1182">
                <a:extLst>
                  <a:ext uri="{FF2B5EF4-FFF2-40B4-BE49-F238E27FC236}">
                    <a16:creationId xmlns:a16="http://schemas.microsoft.com/office/drawing/2014/main" id="{B98985BF-DF1F-7641-F41E-C1E1702B2DA8}"/>
                  </a:ext>
                </a:extLst>
              </p:cNvPr>
              <p:cNvSpPr/>
              <p:nvPr/>
            </p:nvSpPr>
            <p:spPr>
              <a:xfrm>
                <a:off x="5376534" y="5856325"/>
                <a:ext cx="6343" cy="6345"/>
              </a:xfrm>
              <a:custGeom>
                <a:avLst/>
                <a:gdLst>
                  <a:gd name="connsiteX0" fmla="*/ 3528 w 6343"/>
                  <a:gd name="connsiteY0" fmla="*/ 6533 h 6345"/>
                  <a:gd name="connsiteX1" fmla="*/ 5771 w 6343"/>
                  <a:gd name="connsiteY1" fmla="*/ 5603 h 6345"/>
                  <a:gd name="connsiteX2" fmla="*/ 6700 w 6343"/>
                  <a:gd name="connsiteY2" fmla="*/ 3360 h 6345"/>
                  <a:gd name="connsiteX3" fmla="*/ 5771 w 6343"/>
                  <a:gd name="connsiteY3" fmla="*/ 1117 h 6345"/>
                  <a:gd name="connsiteX4" fmla="*/ 3528 w 6343"/>
                  <a:gd name="connsiteY4" fmla="*/ 187 h 6345"/>
                  <a:gd name="connsiteX5" fmla="*/ 1286 w 6343"/>
                  <a:gd name="connsiteY5" fmla="*/ 1117 h 6345"/>
                  <a:gd name="connsiteX6" fmla="*/ 357 w 6343"/>
                  <a:gd name="connsiteY6" fmla="*/ 3360 h 6345"/>
                  <a:gd name="connsiteX7" fmla="*/ 1286 w 6343"/>
                  <a:gd name="connsiteY7" fmla="*/ 5603 h 6345"/>
                  <a:gd name="connsiteX8" fmla="*/ 3528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33"/>
                    </a:moveTo>
                    <a:cubicBezTo>
                      <a:pt x="4369" y="6533"/>
                      <a:pt x="5176" y="6198"/>
                      <a:pt x="5771" y="5603"/>
                    </a:cubicBezTo>
                    <a:cubicBezTo>
                      <a:pt x="6366" y="5008"/>
                      <a:pt x="6700" y="4201"/>
                      <a:pt x="6700" y="3360"/>
                    </a:cubicBezTo>
                    <a:cubicBezTo>
                      <a:pt x="6700" y="2519"/>
                      <a:pt x="6366" y="1712"/>
                      <a:pt x="5771" y="1117"/>
                    </a:cubicBezTo>
                    <a:cubicBezTo>
                      <a:pt x="5176" y="522"/>
                      <a:pt x="4369" y="187"/>
                      <a:pt x="3528" y="187"/>
                    </a:cubicBezTo>
                    <a:cubicBezTo>
                      <a:pt x="2687" y="187"/>
                      <a:pt x="1880" y="522"/>
                      <a:pt x="1286" y="1117"/>
                    </a:cubicBezTo>
                    <a:cubicBezTo>
                      <a:pt x="691" y="1712"/>
                      <a:pt x="357" y="2519"/>
                      <a:pt x="357" y="3360"/>
                    </a:cubicBezTo>
                    <a:cubicBezTo>
                      <a:pt x="357" y="4201"/>
                      <a:pt x="691" y="5008"/>
                      <a:pt x="1286" y="5603"/>
                    </a:cubicBezTo>
                    <a:cubicBezTo>
                      <a:pt x="1880" y="6198"/>
                      <a:pt x="2687" y="6533"/>
                      <a:pt x="3528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4" name="Freeform: Shape 1183">
                <a:extLst>
                  <a:ext uri="{FF2B5EF4-FFF2-40B4-BE49-F238E27FC236}">
                    <a16:creationId xmlns:a16="http://schemas.microsoft.com/office/drawing/2014/main" id="{F25F0CC3-8D5D-E095-B7BC-9C6FA897D7C2}"/>
                  </a:ext>
                </a:extLst>
              </p:cNvPr>
              <p:cNvSpPr/>
              <p:nvPr/>
            </p:nvSpPr>
            <p:spPr>
              <a:xfrm>
                <a:off x="5374768" y="5865465"/>
                <a:ext cx="6343" cy="6345"/>
              </a:xfrm>
              <a:custGeom>
                <a:avLst/>
                <a:gdLst>
                  <a:gd name="connsiteX0" fmla="*/ 3528 w 6343"/>
                  <a:gd name="connsiteY0" fmla="*/ 6533 h 6345"/>
                  <a:gd name="connsiteX1" fmla="*/ 5771 w 6343"/>
                  <a:gd name="connsiteY1" fmla="*/ 5604 h 6345"/>
                  <a:gd name="connsiteX2" fmla="*/ 6700 w 6343"/>
                  <a:gd name="connsiteY2" fmla="*/ 3361 h 6345"/>
                  <a:gd name="connsiteX3" fmla="*/ 5771 w 6343"/>
                  <a:gd name="connsiteY3" fmla="*/ 1117 h 6345"/>
                  <a:gd name="connsiteX4" fmla="*/ 3528 w 6343"/>
                  <a:gd name="connsiteY4" fmla="*/ 188 h 6345"/>
                  <a:gd name="connsiteX5" fmla="*/ 1285 w 6343"/>
                  <a:gd name="connsiteY5" fmla="*/ 1117 h 6345"/>
                  <a:gd name="connsiteX6" fmla="*/ 356 w 6343"/>
                  <a:gd name="connsiteY6" fmla="*/ 3361 h 6345"/>
                  <a:gd name="connsiteX7" fmla="*/ 1285 w 6343"/>
                  <a:gd name="connsiteY7" fmla="*/ 5604 h 6345"/>
                  <a:gd name="connsiteX8" fmla="*/ 3528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33"/>
                    </a:moveTo>
                    <a:cubicBezTo>
                      <a:pt x="4369" y="6533"/>
                      <a:pt x="5176" y="6199"/>
                      <a:pt x="5771" y="5604"/>
                    </a:cubicBezTo>
                    <a:cubicBezTo>
                      <a:pt x="6365" y="5009"/>
                      <a:pt x="6700" y="4202"/>
                      <a:pt x="6700" y="3361"/>
                    </a:cubicBezTo>
                    <a:cubicBezTo>
                      <a:pt x="6700" y="2519"/>
                      <a:pt x="6365" y="1712"/>
                      <a:pt x="5771" y="1117"/>
                    </a:cubicBezTo>
                    <a:cubicBezTo>
                      <a:pt x="5176" y="522"/>
                      <a:pt x="4369" y="188"/>
                      <a:pt x="3528" y="188"/>
                    </a:cubicBezTo>
                    <a:cubicBezTo>
                      <a:pt x="2687" y="188"/>
                      <a:pt x="1880" y="522"/>
                      <a:pt x="1285" y="1117"/>
                    </a:cubicBezTo>
                    <a:cubicBezTo>
                      <a:pt x="691" y="1712"/>
                      <a:pt x="356" y="2519"/>
                      <a:pt x="356" y="3361"/>
                    </a:cubicBezTo>
                    <a:cubicBezTo>
                      <a:pt x="356" y="4202"/>
                      <a:pt x="691" y="5009"/>
                      <a:pt x="1285" y="5604"/>
                    </a:cubicBezTo>
                    <a:cubicBezTo>
                      <a:pt x="1880" y="6199"/>
                      <a:pt x="2687" y="6533"/>
                      <a:pt x="3528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5" name="Freeform: Shape 1184">
                <a:extLst>
                  <a:ext uri="{FF2B5EF4-FFF2-40B4-BE49-F238E27FC236}">
                    <a16:creationId xmlns:a16="http://schemas.microsoft.com/office/drawing/2014/main" id="{D47AE647-D5DE-1182-C6B0-09F2582C01DA}"/>
                  </a:ext>
                </a:extLst>
              </p:cNvPr>
              <p:cNvSpPr/>
              <p:nvPr/>
            </p:nvSpPr>
            <p:spPr>
              <a:xfrm>
                <a:off x="5374275" y="5874711"/>
                <a:ext cx="6343" cy="6345"/>
              </a:xfrm>
              <a:custGeom>
                <a:avLst/>
                <a:gdLst>
                  <a:gd name="connsiteX0" fmla="*/ 3528 w 6343"/>
                  <a:gd name="connsiteY0" fmla="*/ 6534 h 6345"/>
                  <a:gd name="connsiteX1" fmla="*/ 5771 w 6343"/>
                  <a:gd name="connsiteY1" fmla="*/ 5605 h 6345"/>
                  <a:gd name="connsiteX2" fmla="*/ 6700 w 6343"/>
                  <a:gd name="connsiteY2" fmla="*/ 3361 h 6345"/>
                  <a:gd name="connsiteX3" fmla="*/ 5771 w 6343"/>
                  <a:gd name="connsiteY3" fmla="*/ 1118 h 6345"/>
                  <a:gd name="connsiteX4" fmla="*/ 3528 w 6343"/>
                  <a:gd name="connsiteY4" fmla="*/ 189 h 6345"/>
                  <a:gd name="connsiteX5" fmla="*/ 1285 w 6343"/>
                  <a:gd name="connsiteY5" fmla="*/ 1118 h 6345"/>
                  <a:gd name="connsiteX6" fmla="*/ 356 w 6343"/>
                  <a:gd name="connsiteY6" fmla="*/ 3361 h 6345"/>
                  <a:gd name="connsiteX7" fmla="*/ 1285 w 6343"/>
                  <a:gd name="connsiteY7" fmla="*/ 5605 h 6345"/>
                  <a:gd name="connsiteX8" fmla="*/ 3528 w 6343"/>
                  <a:gd name="connsiteY8" fmla="*/ 65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34"/>
                    </a:moveTo>
                    <a:cubicBezTo>
                      <a:pt x="4369" y="6534"/>
                      <a:pt x="5176" y="6200"/>
                      <a:pt x="5771" y="5605"/>
                    </a:cubicBezTo>
                    <a:cubicBezTo>
                      <a:pt x="6365" y="5010"/>
                      <a:pt x="6700" y="4203"/>
                      <a:pt x="6700" y="3361"/>
                    </a:cubicBezTo>
                    <a:cubicBezTo>
                      <a:pt x="6700" y="2520"/>
                      <a:pt x="6365" y="1713"/>
                      <a:pt x="5771" y="1118"/>
                    </a:cubicBezTo>
                    <a:cubicBezTo>
                      <a:pt x="5176" y="523"/>
                      <a:pt x="4369" y="189"/>
                      <a:pt x="3528" y="189"/>
                    </a:cubicBezTo>
                    <a:cubicBezTo>
                      <a:pt x="2687" y="189"/>
                      <a:pt x="1880" y="523"/>
                      <a:pt x="1285" y="1118"/>
                    </a:cubicBezTo>
                    <a:cubicBezTo>
                      <a:pt x="691" y="1713"/>
                      <a:pt x="356" y="2520"/>
                      <a:pt x="356" y="3361"/>
                    </a:cubicBezTo>
                    <a:cubicBezTo>
                      <a:pt x="356" y="4203"/>
                      <a:pt x="691" y="5010"/>
                      <a:pt x="1285" y="5605"/>
                    </a:cubicBezTo>
                    <a:cubicBezTo>
                      <a:pt x="1880" y="6200"/>
                      <a:pt x="2687" y="6534"/>
                      <a:pt x="3528" y="65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6" name="Freeform: Shape 1185">
                <a:extLst>
                  <a:ext uri="{FF2B5EF4-FFF2-40B4-BE49-F238E27FC236}">
                    <a16:creationId xmlns:a16="http://schemas.microsoft.com/office/drawing/2014/main" id="{1E52F938-187D-CCFC-BA95-056722935BAD}"/>
                  </a:ext>
                </a:extLst>
              </p:cNvPr>
              <p:cNvSpPr/>
              <p:nvPr/>
            </p:nvSpPr>
            <p:spPr>
              <a:xfrm>
                <a:off x="5376712" y="5884251"/>
                <a:ext cx="6343" cy="6345"/>
              </a:xfrm>
              <a:custGeom>
                <a:avLst/>
                <a:gdLst>
                  <a:gd name="connsiteX0" fmla="*/ 3528 w 6343"/>
                  <a:gd name="connsiteY0" fmla="*/ 6535 h 6345"/>
                  <a:gd name="connsiteX1" fmla="*/ 5771 w 6343"/>
                  <a:gd name="connsiteY1" fmla="*/ 5606 h 6345"/>
                  <a:gd name="connsiteX2" fmla="*/ 6700 w 6343"/>
                  <a:gd name="connsiteY2" fmla="*/ 3362 h 6345"/>
                  <a:gd name="connsiteX3" fmla="*/ 5771 w 6343"/>
                  <a:gd name="connsiteY3" fmla="*/ 1119 h 6345"/>
                  <a:gd name="connsiteX4" fmla="*/ 3528 w 6343"/>
                  <a:gd name="connsiteY4" fmla="*/ 189 h 6345"/>
                  <a:gd name="connsiteX5" fmla="*/ 1286 w 6343"/>
                  <a:gd name="connsiteY5" fmla="*/ 1119 h 6345"/>
                  <a:gd name="connsiteX6" fmla="*/ 357 w 6343"/>
                  <a:gd name="connsiteY6" fmla="*/ 3362 h 6345"/>
                  <a:gd name="connsiteX7" fmla="*/ 1286 w 6343"/>
                  <a:gd name="connsiteY7" fmla="*/ 5606 h 6345"/>
                  <a:gd name="connsiteX8" fmla="*/ 3528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35"/>
                    </a:moveTo>
                    <a:cubicBezTo>
                      <a:pt x="4369" y="6535"/>
                      <a:pt x="5176" y="6201"/>
                      <a:pt x="5771" y="5606"/>
                    </a:cubicBezTo>
                    <a:cubicBezTo>
                      <a:pt x="6366" y="5011"/>
                      <a:pt x="6700" y="4204"/>
                      <a:pt x="6700" y="3362"/>
                    </a:cubicBezTo>
                    <a:cubicBezTo>
                      <a:pt x="6700" y="2521"/>
                      <a:pt x="6366" y="1714"/>
                      <a:pt x="5771" y="1119"/>
                    </a:cubicBezTo>
                    <a:cubicBezTo>
                      <a:pt x="5176" y="524"/>
                      <a:pt x="4369" y="189"/>
                      <a:pt x="3528" y="189"/>
                    </a:cubicBezTo>
                    <a:cubicBezTo>
                      <a:pt x="2687" y="189"/>
                      <a:pt x="1880" y="524"/>
                      <a:pt x="1286" y="1119"/>
                    </a:cubicBezTo>
                    <a:cubicBezTo>
                      <a:pt x="691" y="1714"/>
                      <a:pt x="357" y="2521"/>
                      <a:pt x="357" y="3362"/>
                    </a:cubicBezTo>
                    <a:cubicBezTo>
                      <a:pt x="357" y="4204"/>
                      <a:pt x="691" y="5011"/>
                      <a:pt x="1286" y="5606"/>
                    </a:cubicBezTo>
                    <a:cubicBezTo>
                      <a:pt x="1880" y="6201"/>
                      <a:pt x="2687" y="6535"/>
                      <a:pt x="3528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7" name="Freeform: Shape 1186">
                <a:extLst>
                  <a:ext uri="{FF2B5EF4-FFF2-40B4-BE49-F238E27FC236}">
                    <a16:creationId xmlns:a16="http://schemas.microsoft.com/office/drawing/2014/main" id="{CFBCC887-ACA0-933A-63CB-A57340526C65}"/>
                  </a:ext>
                </a:extLst>
              </p:cNvPr>
              <p:cNvSpPr/>
              <p:nvPr/>
            </p:nvSpPr>
            <p:spPr>
              <a:xfrm>
                <a:off x="5431097" y="5899293"/>
                <a:ext cx="6343" cy="6345"/>
              </a:xfrm>
              <a:custGeom>
                <a:avLst/>
                <a:gdLst>
                  <a:gd name="connsiteX0" fmla="*/ 3532 w 6343"/>
                  <a:gd name="connsiteY0" fmla="*/ 6536 h 6345"/>
                  <a:gd name="connsiteX1" fmla="*/ 5775 w 6343"/>
                  <a:gd name="connsiteY1" fmla="*/ 5607 h 6345"/>
                  <a:gd name="connsiteX2" fmla="*/ 6704 w 6343"/>
                  <a:gd name="connsiteY2" fmla="*/ 3363 h 6345"/>
                  <a:gd name="connsiteX3" fmla="*/ 5775 w 6343"/>
                  <a:gd name="connsiteY3" fmla="*/ 1120 h 6345"/>
                  <a:gd name="connsiteX4" fmla="*/ 3532 w 6343"/>
                  <a:gd name="connsiteY4" fmla="*/ 191 h 6345"/>
                  <a:gd name="connsiteX5" fmla="*/ 1290 w 6343"/>
                  <a:gd name="connsiteY5" fmla="*/ 1120 h 6345"/>
                  <a:gd name="connsiteX6" fmla="*/ 361 w 6343"/>
                  <a:gd name="connsiteY6" fmla="*/ 3363 h 6345"/>
                  <a:gd name="connsiteX7" fmla="*/ 1290 w 6343"/>
                  <a:gd name="connsiteY7" fmla="*/ 5607 h 6345"/>
                  <a:gd name="connsiteX8" fmla="*/ 3532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2" y="6536"/>
                    </a:moveTo>
                    <a:cubicBezTo>
                      <a:pt x="4374" y="6536"/>
                      <a:pt x="5180" y="6202"/>
                      <a:pt x="5775" y="5607"/>
                    </a:cubicBezTo>
                    <a:cubicBezTo>
                      <a:pt x="6370" y="5012"/>
                      <a:pt x="6704" y="4205"/>
                      <a:pt x="6704" y="3363"/>
                    </a:cubicBezTo>
                    <a:cubicBezTo>
                      <a:pt x="6704" y="2522"/>
                      <a:pt x="6370" y="1715"/>
                      <a:pt x="5775" y="1120"/>
                    </a:cubicBezTo>
                    <a:cubicBezTo>
                      <a:pt x="5180" y="525"/>
                      <a:pt x="4374" y="191"/>
                      <a:pt x="3532" y="191"/>
                    </a:cubicBezTo>
                    <a:cubicBezTo>
                      <a:pt x="2691" y="191"/>
                      <a:pt x="1885" y="525"/>
                      <a:pt x="1290" y="1120"/>
                    </a:cubicBezTo>
                    <a:cubicBezTo>
                      <a:pt x="695" y="1715"/>
                      <a:pt x="361" y="2522"/>
                      <a:pt x="361" y="3363"/>
                    </a:cubicBezTo>
                    <a:cubicBezTo>
                      <a:pt x="361" y="4205"/>
                      <a:pt x="695" y="5012"/>
                      <a:pt x="1290" y="5607"/>
                    </a:cubicBezTo>
                    <a:cubicBezTo>
                      <a:pt x="1885" y="6202"/>
                      <a:pt x="2691" y="6536"/>
                      <a:pt x="3532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8" name="Freeform: Shape 1187">
                <a:extLst>
                  <a:ext uri="{FF2B5EF4-FFF2-40B4-BE49-F238E27FC236}">
                    <a16:creationId xmlns:a16="http://schemas.microsoft.com/office/drawing/2014/main" id="{419D84C3-23C6-BF44-946E-AB13A60F6AB7}"/>
                  </a:ext>
                </a:extLst>
              </p:cNvPr>
              <p:cNvSpPr/>
              <p:nvPr/>
            </p:nvSpPr>
            <p:spPr>
              <a:xfrm>
                <a:off x="5373923" y="5902604"/>
                <a:ext cx="6343" cy="6345"/>
              </a:xfrm>
              <a:custGeom>
                <a:avLst/>
                <a:gdLst>
                  <a:gd name="connsiteX0" fmla="*/ 3528 w 6343"/>
                  <a:gd name="connsiteY0" fmla="*/ 6536 h 6345"/>
                  <a:gd name="connsiteX1" fmla="*/ 5771 w 6343"/>
                  <a:gd name="connsiteY1" fmla="*/ 5607 h 6345"/>
                  <a:gd name="connsiteX2" fmla="*/ 6700 w 6343"/>
                  <a:gd name="connsiteY2" fmla="*/ 3364 h 6345"/>
                  <a:gd name="connsiteX3" fmla="*/ 5771 w 6343"/>
                  <a:gd name="connsiteY3" fmla="*/ 1120 h 6345"/>
                  <a:gd name="connsiteX4" fmla="*/ 3528 w 6343"/>
                  <a:gd name="connsiteY4" fmla="*/ 191 h 6345"/>
                  <a:gd name="connsiteX5" fmla="*/ 1285 w 6343"/>
                  <a:gd name="connsiteY5" fmla="*/ 1120 h 6345"/>
                  <a:gd name="connsiteX6" fmla="*/ 356 w 6343"/>
                  <a:gd name="connsiteY6" fmla="*/ 3364 h 6345"/>
                  <a:gd name="connsiteX7" fmla="*/ 1285 w 6343"/>
                  <a:gd name="connsiteY7" fmla="*/ 5607 h 6345"/>
                  <a:gd name="connsiteX8" fmla="*/ 3528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36"/>
                    </a:moveTo>
                    <a:cubicBezTo>
                      <a:pt x="4369" y="6536"/>
                      <a:pt x="5176" y="6202"/>
                      <a:pt x="5771" y="5607"/>
                    </a:cubicBezTo>
                    <a:cubicBezTo>
                      <a:pt x="6365" y="5012"/>
                      <a:pt x="6700" y="4205"/>
                      <a:pt x="6700" y="3364"/>
                    </a:cubicBezTo>
                    <a:cubicBezTo>
                      <a:pt x="6700" y="2522"/>
                      <a:pt x="6365" y="1715"/>
                      <a:pt x="5771" y="1120"/>
                    </a:cubicBezTo>
                    <a:cubicBezTo>
                      <a:pt x="5176" y="525"/>
                      <a:pt x="4369" y="191"/>
                      <a:pt x="3528" y="191"/>
                    </a:cubicBezTo>
                    <a:cubicBezTo>
                      <a:pt x="2687" y="191"/>
                      <a:pt x="1880" y="525"/>
                      <a:pt x="1285" y="1120"/>
                    </a:cubicBezTo>
                    <a:cubicBezTo>
                      <a:pt x="691" y="1715"/>
                      <a:pt x="356" y="2522"/>
                      <a:pt x="356" y="3364"/>
                    </a:cubicBezTo>
                    <a:cubicBezTo>
                      <a:pt x="356" y="4205"/>
                      <a:pt x="691" y="5012"/>
                      <a:pt x="1285" y="5607"/>
                    </a:cubicBezTo>
                    <a:cubicBezTo>
                      <a:pt x="1880" y="6202"/>
                      <a:pt x="2687" y="6536"/>
                      <a:pt x="3528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9" name="Freeform: Shape 1188">
                <a:extLst>
                  <a:ext uri="{FF2B5EF4-FFF2-40B4-BE49-F238E27FC236}">
                    <a16:creationId xmlns:a16="http://schemas.microsoft.com/office/drawing/2014/main" id="{588877AA-06A5-4AA7-0B1F-408ABE0C5D17}"/>
                  </a:ext>
                </a:extLst>
              </p:cNvPr>
              <p:cNvSpPr/>
              <p:nvPr/>
            </p:nvSpPr>
            <p:spPr>
              <a:xfrm>
                <a:off x="5277633" y="5971005"/>
                <a:ext cx="6343" cy="6345"/>
              </a:xfrm>
              <a:custGeom>
                <a:avLst/>
                <a:gdLst>
                  <a:gd name="connsiteX0" fmla="*/ 3520 w 6343"/>
                  <a:gd name="connsiteY0" fmla="*/ 6542 h 6345"/>
                  <a:gd name="connsiteX1" fmla="*/ 5763 w 6343"/>
                  <a:gd name="connsiteY1" fmla="*/ 5612 h 6345"/>
                  <a:gd name="connsiteX2" fmla="*/ 6692 w 6343"/>
                  <a:gd name="connsiteY2" fmla="*/ 3369 h 6345"/>
                  <a:gd name="connsiteX3" fmla="*/ 5763 w 6343"/>
                  <a:gd name="connsiteY3" fmla="*/ 1126 h 6345"/>
                  <a:gd name="connsiteX4" fmla="*/ 3520 w 6343"/>
                  <a:gd name="connsiteY4" fmla="*/ 196 h 6345"/>
                  <a:gd name="connsiteX5" fmla="*/ 1278 w 6343"/>
                  <a:gd name="connsiteY5" fmla="*/ 1126 h 6345"/>
                  <a:gd name="connsiteX6" fmla="*/ 349 w 6343"/>
                  <a:gd name="connsiteY6" fmla="*/ 3369 h 6345"/>
                  <a:gd name="connsiteX7" fmla="*/ 1278 w 6343"/>
                  <a:gd name="connsiteY7" fmla="*/ 5612 h 6345"/>
                  <a:gd name="connsiteX8" fmla="*/ 3520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0" y="6542"/>
                    </a:moveTo>
                    <a:cubicBezTo>
                      <a:pt x="4362" y="6542"/>
                      <a:pt x="5168" y="6207"/>
                      <a:pt x="5763" y="5612"/>
                    </a:cubicBezTo>
                    <a:cubicBezTo>
                      <a:pt x="6358" y="5018"/>
                      <a:pt x="6692" y="4210"/>
                      <a:pt x="6692" y="3369"/>
                    </a:cubicBezTo>
                    <a:cubicBezTo>
                      <a:pt x="6692" y="2528"/>
                      <a:pt x="6358" y="1721"/>
                      <a:pt x="5763" y="1126"/>
                    </a:cubicBezTo>
                    <a:cubicBezTo>
                      <a:pt x="5168" y="531"/>
                      <a:pt x="4362" y="196"/>
                      <a:pt x="3520" y="196"/>
                    </a:cubicBezTo>
                    <a:cubicBezTo>
                      <a:pt x="2679" y="196"/>
                      <a:pt x="1873" y="531"/>
                      <a:pt x="1278" y="1126"/>
                    </a:cubicBezTo>
                    <a:cubicBezTo>
                      <a:pt x="683" y="1721"/>
                      <a:pt x="349" y="2528"/>
                      <a:pt x="349" y="3369"/>
                    </a:cubicBezTo>
                    <a:cubicBezTo>
                      <a:pt x="349" y="4210"/>
                      <a:pt x="683" y="5018"/>
                      <a:pt x="1278" y="5612"/>
                    </a:cubicBezTo>
                    <a:cubicBezTo>
                      <a:pt x="1873" y="6207"/>
                      <a:pt x="2679" y="6542"/>
                      <a:pt x="3520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0" name="Freeform: Shape 1189">
                <a:extLst>
                  <a:ext uri="{FF2B5EF4-FFF2-40B4-BE49-F238E27FC236}">
                    <a16:creationId xmlns:a16="http://schemas.microsoft.com/office/drawing/2014/main" id="{A8DC9601-F59B-B8CA-6FAC-75AD45835982}"/>
                  </a:ext>
                </a:extLst>
              </p:cNvPr>
              <p:cNvSpPr/>
              <p:nvPr/>
            </p:nvSpPr>
            <p:spPr>
              <a:xfrm>
                <a:off x="5275975" y="5979589"/>
                <a:ext cx="6343" cy="6345"/>
              </a:xfrm>
              <a:custGeom>
                <a:avLst/>
                <a:gdLst>
                  <a:gd name="connsiteX0" fmla="*/ 3520 w 6343"/>
                  <a:gd name="connsiteY0" fmla="*/ 6542 h 6345"/>
                  <a:gd name="connsiteX1" fmla="*/ 5763 w 6343"/>
                  <a:gd name="connsiteY1" fmla="*/ 5613 h 6345"/>
                  <a:gd name="connsiteX2" fmla="*/ 6692 w 6343"/>
                  <a:gd name="connsiteY2" fmla="*/ 3370 h 6345"/>
                  <a:gd name="connsiteX3" fmla="*/ 5763 w 6343"/>
                  <a:gd name="connsiteY3" fmla="*/ 1126 h 6345"/>
                  <a:gd name="connsiteX4" fmla="*/ 3520 w 6343"/>
                  <a:gd name="connsiteY4" fmla="*/ 197 h 6345"/>
                  <a:gd name="connsiteX5" fmla="*/ 1278 w 6343"/>
                  <a:gd name="connsiteY5" fmla="*/ 1126 h 6345"/>
                  <a:gd name="connsiteX6" fmla="*/ 349 w 6343"/>
                  <a:gd name="connsiteY6" fmla="*/ 3370 h 6345"/>
                  <a:gd name="connsiteX7" fmla="*/ 1278 w 6343"/>
                  <a:gd name="connsiteY7" fmla="*/ 5613 h 6345"/>
                  <a:gd name="connsiteX8" fmla="*/ 3520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0" y="6542"/>
                    </a:moveTo>
                    <a:cubicBezTo>
                      <a:pt x="4361" y="6542"/>
                      <a:pt x="5168" y="6208"/>
                      <a:pt x="5763" y="5613"/>
                    </a:cubicBezTo>
                    <a:cubicBezTo>
                      <a:pt x="6358" y="5018"/>
                      <a:pt x="6692" y="4211"/>
                      <a:pt x="6692" y="3370"/>
                    </a:cubicBezTo>
                    <a:cubicBezTo>
                      <a:pt x="6692" y="2528"/>
                      <a:pt x="6358" y="1721"/>
                      <a:pt x="5763" y="1126"/>
                    </a:cubicBezTo>
                    <a:cubicBezTo>
                      <a:pt x="5168" y="531"/>
                      <a:pt x="4361" y="197"/>
                      <a:pt x="3520" y="197"/>
                    </a:cubicBezTo>
                    <a:cubicBezTo>
                      <a:pt x="2679" y="197"/>
                      <a:pt x="1872" y="531"/>
                      <a:pt x="1278" y="1126"/>
                    </a:cubicBezTo>
                    <a:cubicBezTo>
                      <a:pt x="683" y="1721"/>
                      <a:pt x="349" y="2528"/>
                      <a:pt x="349" y="3370"/>
                    </a:cubicBezTo>
                    <a:cubicBezTo>
                      <a:pt x="349" y="4211"/>
                      <a:pt x="683" y="5018"/>
                      <a:pt x="1278" y="5613"/>
                    </a:cubicBezTo>
                    <a:cubicBezTo>
                      <a:pt x="1872" y="6208"/>
                      <a:pt x="2679" y="6542"/>
                      <a:pt x="3520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1" name="Freeform: Shape 1190">
                <a:extLst>
                  <a:ext uri="{FF2B5EF4-FFF2-40B4-BE49-F238E27FC236}">
                    <a16:creationId xmlns:a16="http://schemas.microsoft.com/office/drawing/2014/main" id="{38841B61-ECA6-B2D3-C69B-C142243B0DE4}"/>
                  </a:ext>
                </a:extLst>
              </p:cNvPr>
              <p:cNvSpPr/>
              <p:nvPr/>
            </p:nvSpPr>
            <p:spPr>
              <a:xfrm>
                <a:off x="5384251" y="6056158"/>
                <a:ext cx="6343" cy="6345"/>
              </a:xfrm>
              <a:custGeom>
                <a:avLst/>
                <a:gdLst>
                  <a:gd name="connsiteX0" fmla="*/ 3529 w 6343"/>
                  <a:gd name="connsiteY0" fmla="*/ 6548 h 6345"/>
                  <a:gd name="connsiteX1" fmla="*/ 5771 w 6343"/>
                  <a:gd name="connsiteY1" fmla="*/ 5619 h 6345"/>
                  <a:gd name="connsiteX2" fmla="*/ 6700 w 6343"/>
                  <a:gd name="connsiteY2" fmla="*/ 3376 h 6345"/>
                  <a:gd name="connsiteX3" fmla="*/ 5771 w 6343"/>
                  <a:gd name="connsiteY3" fmla="*/ 1132 h 6345"/>
                  <a:gd name="connsiteX4" fmla="*/ 3529 w 6343"/>
                  <a:gd name="connsiteY4" fmla="*/ 203 h 6345"/>
                  <a:gd name="connsiteX5" fmla="*/ 1286 w 6343"/>
                  <a:gd name="connsiteY5" fmla="*/ 1132 h 6345"/>
                  <a:gd name="connsiteX6" fmla="*/ 357 w 6343"/>
                  <a:gd name="connsiteY6" fmla="*/ 3376 h 6345"/>
                  <a:gd name="connsiteX7" fmla="*/ 1286 w 6343"/>
                  <a:gd name="connsiteY7" fmla="*/ 5619 h 6345"/>
                  <a:gd name="connsiteX8" fmla="*/ 3529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9" y="6548"/>
                    </a:moveTo>
                    <a:cubicBezTo>
                      <a:pt x="4370" y="6548"/>
                      <a:pt x="5177" y="6214"/>
                      <a:pt x="5771" y="5619"/>
                    </a:cubicBezTo>
                    <a:cubicBezTo>
                      <a:pt x="6366" y="5024"/>
                      <a:pt x="6700" y="4217"/>
                      <a:pt x="6700" y="3376"/>
                    </a:cubicBezTo>
                    <a:cubicBezTo>
                      <a:pt x="6700" y="2534"/>
                      <a:pt x="6366" y="1727"/>
                      <a:pt x="5771" y="1132"/>
                    </a:cubicBezTo>
                    <a:cubicBezTo>
                      <a:pt x="5177" y="537"/>
                      <a:pt x="4370" y="203"/>
                      <a:pt x="3529" y="203"/>
                    </a:cubicBezTo>
                    <a:cubicBezTo>
                      <a:pt x="2688" y="203"/>
                      <a:pt x="1881" y="537"/>
                      <a:pt x="1286" y="1132"/>
                    </a:cubicBezTo>
                    <a:cubicBezTo>
                      <a:pt x="691" y="1727"/>
                      <a:pt x="357" y="2534"/>
                      <a:pt x="357" y="3376"/>
                    </a:cubicBezTo>
                    <a:cubicBezTo>
                      <a:pt x="357" y="4217"/>
                      <a:pt x="691" y="5024"/>
                      <a:pt x="1286" y="5619"/>
                    </a:cubicBezTo>
                    <a:cubicBezTo>
                      <a:pt x="1881" y="6214"/>
                      <a:pt x="2688" y="6548"/>
                      <a:pt x="3529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2" name="Freeform: Shape 1191">
                <a:extLst>
                  <a:ext uri="{FF2B5EF4-FFF2-40B4-BE49-F238E27FC236}">
                    <a16:creationId xmlns:a16="http://schemas.microsoft.com/office/drawing/2014/main" id="{34A86FA3-4212-2D88-892F-FC9D9097A07B}"/>
                  </a:ext>
                </a:extLst>
              </p:cNvPr>
              <p:cNvSpPr/>
              <p:nvPr/>
            </p:nvSpPr>
            <p:spPr>
              <a:xfrm>
                <a:off x="5378718" y="6074350"/>
                <a:ext cx="6343" cy="6345"/>
              </a:xfrm>
              <a:custGeom>
                <a:avLst/>
                <a:gdLst>
                  <a:gd name="connsiteX0" fmla="*/ 3528 w 6343"/>
                  <a:gd name="connsiteY0" fmla="*/ 6550 h 6345"/>
                  <a:gd name="connsiteX1" fmla="*/ 5771 w 6343"/>
                  <a:gd name="connsiteY1" fmla="*/ 5621 h 6345"/>
                  <a:gd name="connsiteX2" fmla="*/ 6700 w 6343"/>
                  <a:gd name="connsiteY2" fmla="*/ 3377 h 6345"/>
                  <a:gd name="connsiteX3" fmla="*/ 5771 w 6343"/>
                  <a:gd name="connsiteY3" fmla="*/ 1134 h 6345"/>
                  <a:gd name="connsiteX4" fmla="*/ 3528 w 6343"/>
                  <a:gd name="connsiteY4" fmla="*/ 204 h 6345"/>
                  <a:gd name="connsiteX5" fmla="*/ 1286 w 6343"/>
                  <a:gd name="connsiteY5" fmla="*/ 1134 h 6345"/>
                  <a:gd name="connsiteX6" fmla="*/ 357 w 6343"/>
                  <a:gd name="connsiteY6" fmla="*/ 3377 h 6345"/>
                  <a:gd name="connsiteX7" fmla="*/ 1286 w 6343"/>
                  <a:gd name="connsiteY7" fmla="*/ 5621 h 6345"/>
                  <a:gd name="connsiteX8" fmla="*/ 3528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50"/>
                    </a:moveTo>
                    <a:cubicBezTo>
                      <a:pt x="4369" y="6550"/>
                      <a:pt x="5176" y="6216"/>
                      <a:pt x="5771" y="5621"/>
                    </a:cubicBezTo>
                    <a:cubicBezTo>
                      <a:pt x="6366" y="5026"/>
                      <a:pt x="6700" y="4219"/>
                      <a:pt x="6700" y="3377"/>
                    </a:cubicBezTo>
                    <a:cubicBezTo>
                      <a:pt x="6700" y="2536"/>
                      <a:pt x="6366" y="1729"/>
                      <a:pt x="5771" y="1134"/>
                    </a:cubicBezTo>
                    <a:cubicBezTo>
                      <a:pt x="5176" y="539"/>
                      <a:pt x="4369" y="204"/>
                      <a:pt x="3528" y="204"/>
                    </a:cubicBezTo>
                    <a:cubicBezTo>
                      <a:pt x="2687" y="204"/>
                      <a:pt x="1880" y="539"/>
                      <a:pt x="1286" y="1134"/>
                    </a:cubicBezTo>
                    <a:cubicBezTo>
                      <a:pt x="691" y="1729"/>
                      <a:pt x="357" y="2536"/>
                      <a:pt x="357" y="3377"/>
                    </a:cubicBezTo>
                    <a:cubicBezTo>
                      <a:pt x="357" y="4219"/>
                      <a:pt x="691" y="5026"/>
                      <a:pt x="1286" y="5621"/>
                    </a:cubicBezTo>
                    <a:cubicBezTo>
                      <a:pt x="1880" y="6216"/>
                      <a:pt x="2687" y="6550"/>
                      <a:pt x="3528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3" name="Freeform: Shape 1192">
                <a:extLst>
                  <a:ext uri="{FF2B5EF4-FFF2-40B4-BE49-F238E27FC236}">
                    <a16:creationId xmlns:a16="http://schemas.microsoft.com/office/drawing/2014/main" id="{1DA67760-1AA0-F4AE-17EE-CD16F84C585C}"/>
                  </a:ext>
                </a:extLst>
              </p:cNvPr>
              <p:cNvSpPr/>
              <p:nvPr/>
            </p:nvSpPr>
            <p:spPr>
              <a:xfrm>
                <a:off x="4511433" y="5891589"/>
                <a:ext cx="6343" cy="6345"/>
              </a:xfrm>
              <a:custGeom>
                <a:avLst/>
                <a:gdLst>
                  <a:gd name="connsiteX0" fmla="*/ 3460 w 6343"/>
                  <a:gd name="connsiteY0" fmla="*/ 6535 h 6345"/>
                  <a:gd name="connsiteX1" fmla="*/ 5703 w 6343"/>
                  <a:gd name="connsiteY1" fmla="*/ 5606 h 6345"/>
                  <a:gd name="connsiteX2" fmla="*/ 6632 w 6343"/>
                  <a:gd name="connsiteY2" fmla="*/ 3363 h 6345"/>
                  <a:gd name="connsiteX3" fmla="*/ 5703 w 6343"/>
                  <a:gd name="connsiteY3" fmla="*/ 1119 h 6345"/>
                  <a:gd name="connsiteX4" fmla="*/ 3460 w 6343"/>
                  <a:gd name="connsiteY4" fmla="*/ 190 h 6345"/>
                  <a:gd name="connsiteX5" fmla="*/ 1217 w 6343"/>
                  <a:gd name="connsiteY5" fmla="*/ 1119 h 6345"/>
                  <a:gd name="connsiteX6" fmla="*/ 288 w 6343"/>
                  <a:gd name="connsiteY6" fmla="*/ 3363 h 6345"/>
                  <a:gd name="connsiteX7" fmla="*/ 1217 w 6343"/>
                  <a:gd name="connsiteY7" fmla="*/ 5606 h 6345"/>
                  <a:gd name="connsiteX8" fmla="*/ 3460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5"/>
                    </a:moveTo>
                    <a:cubicBezTo>
                      <a:pt x="4301" y="6535"/>
                      <a:pt x="5108" y="6201"/>
                      <a:pt x="5703" y="5606"/>
                    </a:cubicBezTo>
                    <a:cubicBezTo>
                      <a:pt x="6297" y="5011"/>
                      <a:pt x="6632" y="4204"/>
                      <a:pt x="6632" y="3363"/>
                    </a:cubicBezTo>
                    <a:cubicBezTo>
                      <a:pt x="6632" y="2521"/>
                      <a:pt x="6297" y="1714"/>
                      <a:pt x="5703" y="1119"/>
                    </a:cubicBezTo>
                    <a:cubicBezTo>
                      <a:pt x="5108" y="524"/>
                      <a:pt x="4301" y="190"/>
                      <a:pt x="3460" y="190"/>
                    </a:cubicBezTo>
                    <a:cubicBezTo>
                      <a:pt x="2619" y="190"/>
                      <a:pt x="1812" y="524"/>
                      <a:pt x="1217" y="1119"/>
                    </a:cubicBezTo>
                    <a:cubicBezTo>
                      <a:pt x="623" y="1714"/>
                      <a:pt x="288" y="2521"/>
                      <a:pt x="288" y="3363"/>
                    </a:cubicBezTo>
                    <a:cubicBezTo>
                      <a:pt x="288" y="4204"/>
                      <a:pt x="623" y="5011"/>
                      <a:pt x="1217" y="5606"/>
                    </a:cubicBezTo>
                    <a:cubicBezTo>
                      <a:pt x="1812" y="6201"/>
                      <a:pt x="2619" y="6535"/>
                      <a:pt x="3460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4" name="Freeform: Shape 1193">
                <a:extLst>
                  <a:ext uri="{FF2B5EF4-FFF2-40B4-BE49-F238E27FC236}">
                    <a16:creationId xmlns:a16="http://schemas.microsoft.com/office/drawing/2014/main" id="{38739BFD-BAD8-3859-9D2A-4DADE15C0F58}"/>
                  </a:ext>
                </a:extLst>
              </p:cNvPr>
              <p:cNvSpPr/>
              <p:nvPr/>
            </p:nvSpPr>
            <p:spPr>
              <a:xfrm>
                <a:off x="4510742" y="5895574"/>
                <a:ext cx="6343" cy="6345"/>
              </a:xfrm>
              <a:custGeom>
                <a:avLst/>
                <a:gdLst>
                  <a:gd name="connsiteX0" fmla="*/ 3460 w 6343"/>
                  <a:gd name="connsiteY0" fmla="*/ 6536 h 6345"/>
                  <a:gd name="connsiteX1" fmla="*/ 5703 w 6343"/>
                  <a:gd name="connsiteY1" fmla="*/ 5607 h 6345"/>
                  <a:gd name="connsiteX2" fmla="*/ 6632 w 6343"/>
                  <a:gd name="connsiteY2" fmla="*/ 3363 h 6345"/>
                  <a:gd name="connsiteX3" fmla="*/ 5703 w 6343"/>
                  <a:gd name="connsiteY3" fmla="*/ 1120 h 6345"/>
                  <a:gd name="connsiteX4" fmla="*/ 3460 w 6343"/>
                  <a:gd name="connsiteY4" fmla="*/ 190 h 6345"/>
                  <a:gd name="connsiteX5" fmla="*/ 1217 w 6343"/>
                  <a:gd name="connsiteY5" fmla="*/ 1120 h 6345"/>
                  <a:gd name="connsiteX6" fmla="*/ 288 w 6343"/>
                  <a:gd name="connsiteY6" fmla="*/ 3363 h 6345"/>
                  <a:gd name="connsiteX7" fmla="*/ 1217 w 6343"/>
                  <a:gd name="connsiteY7" fmla="*/ 5607 h 6345"/>
                  <a:gd name="connsiteX8" fmla="*/ 3460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6"/>
                    </a:moveTo>
                    <a:cubicBezTo>
                      <a:pt x="4301" y="6536"/>
                      <a:pt x="5108" y="6201"/>
                      <a:pt x="5703" y="5607"/>
                    </a:cubicBezTo>
                    <a:cubicBezTo>
                      <a:pt x="6297" y="5012"/>
                      <a:pt x="6632" y="4205"/>
                      <a:pt x="6632" y="3363"/>
                    </a:cubicBezTo>
                    <a:cubicBezTo>
                      <a:pt x="6632" y="2522"/>
                      <a:pt x="6297" y="1715"/>
                      <a:pt x="5703" y="1120"/>
                    </a:cubicBezTo>
                    <a:cubicBezTo>
                      <a:pt x="5108" y="525"/>
                      <a:pt x="4301" y="190"/>
                      <a:pt x="3460" y="190"/>
                    </a:cubicBezTo>
                    <a:cubicBezTo>
                      <a:pt x="2619" y="190"/>
                      <a:pt x="1812" y="525"/>
                      <a:pt x="1217" y="1120"/>
                    </a:cubicBezTo>
                    <a:cubicBezTo>
                      <a:pt x="623" y="1715"/>
                      <a:pt x="288" y="2522"/>
                      <a:pt x="288" y="3363"/>
                    </a:cubicBezTo>
                    <a:cubicBezTo>
                      <a:pt x="288" y="4205"/>
                      <a:pt x="623" y="5012"/>
                      <a:pt x="1217" y="5607"/>
                    </a:cubicBezTo>
                    <a:cubicBezTo>
                      <a:pt x="1812" y="6201"/>
                      <a:pt x="2619" y="6536"/>
                      <a:pt x="3460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5" name="Freeform: Shape 1194">
                <a:extLst>
                  <a:ext uri="{FF2B5EF4-FFF2-40B4-BE49-F238E27FC236}">
                    <a16:creationId xmlns:a16="http://schemas.microsoft.com/office/drawing/2014/main" id="{0E689985-C16B-AECD-60B9-51BB79FDD47A}"/>
                  </a:ext>
                </a:extLst>
              </p:cNvPr>
              <p:cNvSpPr/>
              <p:nvPr/>
            </p:nvSpPr>
            <p:spPr>
              <a:xfrm>
                <a:off x="5433488" y="6137354"/>
                <a:ext cx="6343" cy="6345"/>
              </a:xfrm>
              <a:custGeom>
                <a:avLst/>
                <a:gdLst>
                  <a:gd name="connsiteX0" fmla="*/ 3533 w 6343"/>
                  <a:gd name="connsiteY0" fmla="*/ 6555 h 6345"/>
                  <a:gd name="connsiteX1" fmla="*/ 5775 w 6343"/>
                  <a:gd name="connsiteY1" fmla="*/ 5626 h 6345"/>
                  <a:gd name="connsiteX2" fmla="*/ 6704 w 6343"/>
                  <a:gd name="connsiteY2" fmla="*/ 3382 h 6345"/>
                  <a:gd name="connsiteX3" fmla="*/ 5775 w 6343"/>
                  <a:gd name="connsiteY3" fmla="*/ 1139 h 6345"/>
                  <a:gd name="connsiteX4" fmla="*/ 3533 w 6343"/>
                  <a:gd name="connsiteY4" fmla="*/ 209 h 6345"/>
                  <a:gd name="connsiteX5" fmla="*/ 1290 w 6343"/>
                  <a:gd name="connsiteY5" fmla="*/ 1139 h 6345"/>
                  <a:gd name="connsiteX6" fmla="*/ 361 w 6343"/>
                  <a:gd name="connsiteY6" fmla="*/ 3382 h 6345"/>
                  <a:gd name="connsiteX7" fmla="*/ 1290 w 6343"/>
                  <a:gd name="connsiteY7" fmla="*/ 5626 h 6345"/>
                  <a:gd name="connsiteX8" fmla="*/ 3533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3" y="6555"/>
                    </a:moveTo>
                    <a:cubicBezTo>
                      <a:pt x="4374" y="6555"/>
                      <a:pt x="5181" y="6221"/>
                      <a:pt x="5775" y="5626"/>
                    </a:cubicBezTo>
                    <a:cubicBezTo>
                      <a:pt x="6370" y="5031"/>
                      <a:pt x="6704" y="4224"/>
                      <a:pt x="6704" y="3382"/>
                    </a:cubicBezTo>
                    <a:cubicBezTo>
                      <a:pt x="6704" y="2541"/>
                      <a:pt x="6370" y="1734"/>
                      <a:pt x="5775" y="1139"/>
                    </a:cubicBezTo>
                    <a:cubicBezTo>
                      <a:pt x="5181" y="544"/>
                      <a:pt x="4374" y="209"/>
                      <a:pt x="3533" y="209"/>
                    </a:cubicBezTo>
                    <a:cubicBezTo>
                      <a:pt x="2692" y="209"/>
                      <a:pt x="1885" y="544"/>
                      <a:pt x="1290" y="1139"/>
                    </a:cubicBezTo>
                    <a:cubicBezTo>
                      <a:pt x="695" y="1734"/>
                      <a:pt x="361" y="2541"/>
                      <a:pt x="361" y="3382"/>
                    </a:cubicBezTo>
                    <a:cubicBezTo>
                      <a:pt x="361" y="4224"/>
                      <a:pt x="695" y="5031"/>
                      <a:pt x="1290" y="5626"/>
                    </a:cubicBezTo>
                    <a:cubicBezTo>
                      <a:pt x="1885" y="6221"/>
                      <a:pt x="2692" y="6555"/>
                      <a:pt x="3533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6" name="Freeform: Shape 1195">
                <a:extLst>
                  <a:ext uri="{FF2B5EF4-FFF2-40B4-BE49-F238E27FC236}">
                    <a16:creationId xmlns:a16="http://schemas.microsoft.com/office/drawing/2014/main" id="{D332B3B1-B446-5E37-83FB-780464646CAE}"/>
                  </a:ext>
                </a:extLst>
              </p:cNvPr>
              <p:cNvSpPr/>
              <p:nvPr/>
            </p:nvSpPr>
            <p:spPr>
              <a:xfrm>
                <a:off x="5287454" y="6109020"/>
                <a:ext cx="6343" cy="6345"/>
              </a:xfrm>
              <a:custGeom>
                <a:avLst/>
                <a:gdLst>
                  <a:gd name="connsiteX0" fmla="*/ 3521 w 6343"/>
                  <a:gd name="connsiteY0" fmla="*/ 6553 h 6345"/>
                  <a:gd name="connsiteX1" fmla="*/ 5764 w 6343"/>
                  <a:gd name="connsiteY1" fmla="*/ 5623 h 6345"/>
                  <a:gd name="connsiteX2" fmla="*/ 6693 w 6343"/>
                  <a:gd name="connsiteY2" fmla="*/ 3380 h 6345"/>
                  <a:gd name="connsiteX3" fmla="*/ 5764 w 6343"/>
                  <a:gd name="connsiteY3" fmla="*/ 1136 h 6345"/>
                  <a:gd name="connsiteX4" fmla="*/ 3521 w 6343"/>
                  <a:gd name="connsiteY4" fmla="*/ 207 h 6345"/>
                  <a:gd name="connsiteX5" fmla="*/ 1279 w 6343"/>
                  <a:gd name="connsiteY5" fmla="*/ 1136 h 6345"/>
                  <a:gd name="connsiteX6" fmla="*/ 350 w 6343"/>
                  <a:gd name="connsiteY6" fmla="*/ 3380 h 6345"/>
                  <a:gd name="connsiteX7" fmla="*/ 1279 w 6343"/>
                  <a:gd name="connsiteY7" fmla="*/ 5623 h 6345"/>
                  <a:gd name="connsiteX8" fmla="*/ 3521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1" y="6553"/>
                    </a:moveTo>
                    <a:cubicBezTo>
                      <a:pt x="4362" y="6553"/>
                      <a:pt x="5169" y="6218"/>
                      <a:pt x="5764" y="5623"/>
                    </a:cubicBezTo>
                    <a:cubicBezTo>
                      <a:pt x="6359" y="5028"/>
                      <a:pt x="6693" y="4221"/>
                      <a:pt x="6693" y="3380"/>
                    </a:cubicBezTo>
                    <a:cubicBezTo>
                      <a:pt x="6693" y="2538"/>
                      <a:pt x="6359" y="1731"/>
                      <a:pt x="5764" y="1136"/>
                    </a:cubicBezTo>
                    <a:cubicBezTo>
                      <a:pt x="5169" y="542"/>
                      <a:pt x="4362" y="207"/>
                      <a:pt x="3521" y="207"/>
                    </a:cubicBezTo>
                    <a:cubicBezTo>
                      <a:pt x="2680" y="207"/>
                      <a:pt x="1873" y="542"/>
                      <a:pt x="1279" y="1136"/>
                    </a:cubicBezTo>
                    <a:cubicBezTo>
                      <a:pt x="684" y="1731"/>
                      <a:pt x="350" y="2538"/>
                      <a:pt x="350" y="3380"/>
                    </a:cubicBezTo>
                    <a:cubicBezTo>
                      <a:pt x="350" y="4221"/>
                      <a:pt x="684" y="5028"/>
                      <a:pt x="1279" y="5623"/>
                    </a:cubicBezTo>
                    <a:cubicBezTo>
                      <a:pt x="1873" y="6218"/>
                      <a:pt x="2680" y="6553"/>
                      <a:pt x="3521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7" name="Freeform: Shape 1196">
                <a:extLst>
                  <a:ext uri="{FF2B5EF4-FFF2-40B4-BE49-F238E27FC236}">
                    <a16:creationId xmlns:a16="http://schemas.microsoft.com/office/drawing/2014/main" id="{5979C6B5-49C5-6533-8366-770D115A32A8}"/>
                  </a:ext>
                </a:extLst>
              </p:cNvPr>
              <p:cNvSpPr/>
              <p:nvPr/>
            </p:nvSpPr>
            <p:spPr>
              <a:xfrm>
                <a:off x="5218932" y="6099778"/>
                <a:ext cx="6343" cy="6345"/>
              </a:xfrm>
              <a:custGeom>
                <a:avLst/>
                <a:gdLst>
                  <a:gd name="connsiteX0" fmla="*/ 3516 w 6343"/>
                  <a:gd name="connsiteY0" fmla="*/ 6552 h 6345"/>
                  <a:gd name="connsiteX1" fmla="*/ 5758 w 6343"/>
                  <a:gd name="connsiteY1" fmla="*/ 5623 h 6345"/>
                  <a:gd name="connsiteX2" fmla="*/ 6687 w 6343"/>
                  <a:gd name="connsiteY2" fmla="*/ 3379 h 6345"/>
                  <a:gd name="connsiteX3" fmla="*/ 5758 w 6343"/>
                  <a:gd name="connsiteY3" fmla="*/ 1136 h 6345"/>
                  <a:gd name="connsiteX4" fmla="*/ 3516 w 6343"/>
                  <a:gd name="connsiteY4" fmla="*/ 206 h 6345"/>
                  <a:gd name="connsiteX5" fmla="*/ 1273 w 6343"/>
                  <a:gd name="connsiteY5" fmla="*/ 1136 h 6345"/>
                  <a:gd name="connsiteX6" fmla="*/ 344 w 6343"/>
                  <a:gd name="connsiteY6" fmla="*/ 3379 h 6345"/>
                  <a:gd name="connsiteX7" fmla="*/ 1273 w 6343"/>
                  <a:gd name="connsiteY7" fmla="*/ 5623 h 6345"/>
                  <a:gd name="connsiteX8" fmla="*/ 3516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6" y="6552"/>
                    </a:moveTo>
                    <a:cubicBezTo>
                      <a:pt x="4357" y="6552"/>
                      <a:pt x="5164" y="6218"/>
                      <a:pt x="5758" y="5623"/>
                    </a:cubicBezTo>
                    <a:cubicBezTo>
                      <a:pt x="6353" y="5028"/>
                      <a:pt x="6687" y="4221"/>
                      <a:pt x="6687" y="3379"/>
                    </a:cubicBezTo>
                    <a:cubicBezTo>
                      <a:pt x="6687" y="2538"/>
                      <a:pt x="6353" y="1731"/>
                      <a:pt x="5758" y="1136"/>
                    </a:cubicBezTo>
                    <a:cubicBezTo>
                      <a:pt x="5164" y="541"/>
                      <a:pt x="4357" y="206"/>
                      <a:pt x="3516" y="206"/>
                    </a:cubicBezTo>
                    <a:cubicBezTo>
                      <a:pt x="2675" y="206"/>
                      <a:pt x="1868" y="541"/>
                      <a:pt x="1273" y="1136"/>
                    </a:cubicBezTo>
                    <a:cubicBezTo>
                      <a:pt x="678" y="1731"/>
                      <a:pt x="344" y="2538"/>
                      <a:pt x="344" y="3379"/>
                    </a:cubicBezTo>
                    <a:cubicBezTo>
                      <a:pt x="344" y="4221"/>
                      <a:pt x="678" y="5028"/>
                      <a:pt x="1273" y="5623"/>
                    </a:cubicBezTo>
                    <a:cubicBezTo>
                      <a:pt x="1868" y="6218"/>
                      <a:pt x="2675" y="6552"/>
                      <a:pt x="3516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8" name="Freeform: Shape 1197">
                <a:extLst>
                  <a:ext uri="{FF2B5EF4-FFF2-40B4-BE49-F238E27FC236}">
                    <a16:creationId xmlns:a16="http://schemas.microsoft.com/office/drawing/2014/main" id="{BE754C8C-7CEC-4C0D-1445-1F93ACE7AC3D}"/>
                  </a:ext>
                </a:extLst>
              </p:cNvPr>
              <p:cNvSpPr/>
              <p:nvPr/>
            </p:nvSpPr>
            <p:spPr>
              <a:xfrm>
                <a:off x="5360252" y="6217516"/>
                <a:ext cx="6343" cy="6345"/>
              </a:xfrm>
              <a:custGeom>
                <a:avLst/>
                <a:gdLst>
                  <a:gd name="connsiteX0" fmla="*/ 3527 w 6343"/>
                  <a:gd name="connsiteY0" fmla="*/ 6561 h 6345"/>
                  <a:gd name="connsiteX1" fmla="*/ 5770 w 6343"/>
                  <a:gd name="connsiteY1" fmla="*/ 5632 h 6345"/>
                  <a:gd name="connsiteX2" fmla="*/ 6698 w 6343"/>
                  <a:gd name="connsiteY2" fmla="*/ 3388 h 6345"/>
                  <a:gd name="connsiteX3" fmla="*/ 5770 w 6343"/>
                  <a:gd name="connsiteY3" fmla="*/ 1145 h 6345"/>
                  <a:gd name="connsiteX4" fmla="*/ 3527 w 6343"/>
                  <a:gd name="connsiteY4" fmla="*/ 216 h 6345"/>
                  <a:gd name="connsiteX5" fmla="*/ 1284 w 6343"/>
                  <a:gd name="connsiteY5" fmla="*/ 1145 h 6345"/>
                  <a:gd name="connsiteX6" fmla="*/ 355 w 6343"/>
                  <a:gd name="connsiteY6" fmla="*/ 3388 h 6345"/>
                  <a:gd name="connsiteX7" fmla="*/ 1284 w 6343"/>
                  <a:gd name="connsiteY7" fmla="*/ 5632 h 6345"/>
                  <a:gd name="connsiteX8" fmla="*/ 3527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7" y="6561"/>
                    </a:moveTo>
                    <a:cubicBezTo>
                      <a:pt x="4368" y="6561"/>
                      <a:pt x="5175" y="6227"/>
                      <a:pt x="5770" y="5632"/>
                    </a:cubicBezTo>
                    <a:cubicBezTo>
                      <a:pt x="6364" y="5037"/>
                      <a:pt x="6698" y="4230"/>
                      <a:pt x="6698" y="3388"/>
                    </a:cubicBezTo>
                    <a:cubicBezTo>
                      <a:pt x="6698" y="2547"/>
                      <a:pt x="6364" y="1740"/>
                      <a:pt x="5770" y="1145"/>
                    </a:cubicBezTo>
                    <a:cubicBezTo>
                      <a:pt x="5175" y="550"/>
                      <a:pt x="4368" y="216"/>
                      <a:pt x="3527" y="216"/>
                    </a:cubicBezTo>
                    <a:cubicBezTo>
                      <a:pt x="2686" y="216"/>
                      <a:pt x="1879" y="550"/>
                      <a:pt x="1284" y="1145"/>
                    </a:cubicBezTo>
                    <a:cubicBezTo>
                      <a:pt x="690" y="1740"/>
                      <a:pt x="355" y="2547"/>
                      <a:pt x="355" y="3388"/>
                    </a:cubicBezTo>
                    <a:cubicBezTo>
                      <a:pt x="355" y="4230"/>
                      <a:pt x="690" y="5037"/>
                      <a:pt x="1284" y="5632"/>
                    </a:cubicBezTo>
                    <a:cubicBezTo>
                      <a:pt x="1879" y="6227"/>
                      <a:pt x="2686" y="6561"/>
                      <a:pt x="3527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9" name="Freeform: Shape 1198">
                <a:extLst>
                  <a:ext uri="{FF2B5EF4-FFF2-40B4-BE49-F238E27FC236}">
                    <a16:creationId xmlns:a16="http://schemas.microsoft.com/office/drawing/2014/main" id="{7B802272-E909-AB8A-625E-A9DD3AF9E2D5}"/>
                  </a:ext>
                </a:extLst>
              </p:cNvPr>
              <p:cNvSpPr/>
              <p:nvPr/>
            </p:nvSpPr>
            <p:spPr>
              <a:xfrm>
                <a:off x="5176596" y="6266879"/>
                <a:ext cx="6343" cy="6345"/>
              </a:xfrm>
              <a:custGeom>
                <a:avLst/>
                <a:gdLst>
                  <a:gd name="connsiteX0" fmla="*/ 3512 w 6343"/>
                  <a:gd name="connsiteY0" fmla="*/ 6565 h 6345"/>
                  <a:gd name="connsiteX1" fmla="*/ 5755 w 6343"/>
                  <a:gd name="connsiteY1" fmla="*/ 5636 h 6345"/>
                  <a:gd name="connsiteX2" fmla="*/ 6684 w 6343"/>
                  <a:gd name="connsiteY2" fmla="*/ 3392 h 6345"/>
                  <a:gd name="connsiteX3" fmla="*/ 5755 w 6343"/>
                  <a:gd name="connsiteY3" fmla="*/ 1149 h 6345"/>
                  <a:gd name="connsiteX4" fmla="*/ 3512 w 6343"/>
                  <a:gd name="connsiteY4" fmla="*/ 220 h 6345"/>
                  <a:gd name="connsiteX5" fmla="*/ 1270 w 6343"/>
                  <a:gd name="connsiteY5" fmla="*/ 1149 h 6345"/>
                  <a:gd name="connsiteX6" fmla="*/ 341 w 6343"/>
                  <a:gd name="connsiteY6" fmla="*/ 3392 h 6345"/>
                  <a:gd name="connsiteX7" fmla="*/ 1270 w 6343"/>
                  <a:gd name="connsiteY7" fmla="*/ 5636 h 6345"/>
                  <a:gd name="connsiteX8" fmla="*/ 3512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2" y="6565"/>
                    </a:moveTo>
                    <a:cubicBezTo>
                      <a:pt x="4354" y="6565"/>
                      <a:pt x="5160" y="6231"/>
                      <a:pt x="5755" y="5636"/>
                    </a:cubicBezTo>
                    <a:cubicBezTo>
                      <a:pt x="6350" y="5041"/>
                      <a:pt x="6684" y="4234"/>
                      <a:pt x="6684" y="3392"/>
                    </a:cubicBezTo>
                    <a:cubicBezTo>
                      <a:pt x="6684" y="2551"/>
                      <a:pt x="6350" y="1744"/>
                      <a:pt x="5755" y="1149"/>
                    </a:cubicBezTo>
                    <a:cubicBezTo>
                      <a:pt x="5160" y="554"/>
                      <a:pt x="4354" y="220"/>
                      <a:pt x="3512" y="220"/>
                    </a:cubicBezTo>
                    <a:cubicBezTo>
                      <a:pt x="2671" y="220"/>
                      <a:pt x="1865" y="554"/>
                      <a:pt x="1270" y="1149"/>
                    </a:cubicBezTo>
                    <a:cubicBezTo>
                      <a:pt x="675" y="1744"/>
                      <a:pt x="341" y="2551"/>
                      <a:pt x="341" y="3392"/>
                    </a:cubicBezTo>
                    <a:cubicBezTo>
                      <a:pt x="341" y="4234"/>
                      <a:pt x="675" y="5041"/>
                      <a:pt x="1270" y="5636"/>
                    </a:cubicBezTo>
                    <a:cubicBezTo>
                      <a:pt x="1865" y="6231"/>
                      <a:pt x="2671" y="6565"/>
                      <a:pt x="3512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0" name="Freeform: Shape 1199">
                <a:extLst>
                  <a:ext uri="{FF2B5EF4-FFF2-40B4-BE49-F238E27FC236}">
                    <a16:creationId xmlns:a16="http://schemas.microsoft.com/office/drawing/2014/main" id="{FCB5EC92-EC9F-2F73-40BF-6DE2353B47CD}"/>
                  </a:ext>
                </a:extLst>
              </p:cNvPr>
              <p:cNvSpPr/>
              <p:nvPr/>
            </p:nvSpPr>
            <p:spPr>
              <a:xfrm>
                <a:off x="5172345" y="6274469"/>
                <a:ext cx="6343" cy="6345"/>
              </a:xfrm>
              <a:custGeom>
                <a:avLst/>
                <a:gdLst>
                  <a:gd name="connsiteX0" fmla="*/ 3512 w 6343"/>
                  <a:gd name="connsiteY0" fmla="*/ 6566 h 6345"/>
                  <a:gd name="connsiteX1" fmla="*/ 5755 w 6343"/>
                  <a:gd name="connsiteY1" fmla="*/ 5636 h 6345"/>
                  <a:gd name="connsiteX2" fmla="*/ 6684 w 6343"/>
                  <a:gd name="connsiteY2" fmla="*/ 3393 h 6345"/>
                  <a:gd name="connsiteX3" fmla="*/ 5755 w 6343"/>
                  <a:gd name="connsiteY3" fmla="*/ 1149 h 6345"/>
                  <a:gd name="connsiteX4" fmla="*/ 3512 w 6343"/>
                  <a:gd name="connsiteY4" fmla="*/ 220 h 6345"/>
                  <a:gd name="connsiteX5" fmla="*/ 1269 w 6343"/>
                  <a:gd name="connsiteY5" fmla="*/ 1149 h 6345"/>
                  <a:gd name="connsiteX6" fmla="*/ 341 w 6343"/>
                  <a:gd name="connsiteY6" fmla="*/ 3393 h 6345"/>
                  <a:gd name="connsiteX7" fmla="*/ 1269 w 6343"/>
                  <a:gd name="connsiteY7" fmla="*/ 5636 h 6345"/>
                  <a:gd name="connsiteX8" fmla="*/ 3512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2" y="6566"/>
                    </a:moveTo>
                    <a:cubicBezTo>
                      <a:pt x="4353" y="6566"/>
                      <a:pt x="5160" y="6231"/>
                      <a:pt x="5755" y="5636"/>
                    </a:cubicBezTo>
                    <a:cubicBezTo>
                      <a:pt x="6349" y="5041"/>
                      <a:pt x="6684" y="4234"/>
                      <a:pt x="6684" y="3393"/>
                    </a:cubicBezTo>
                    <a:cubicBezTo>
                      <a:pt x="6684" y="2552"/>
                      <a:pt x="6349" y="1744"/>
                      <a:pt x="5755" y="1149"/>
                    </a:cubicBezTo>
                    <a:cubicBezTo>
                      <a:pt x="5160" y="555"/>
                      <a:pt x="4353" y="220"/>
                      <a:pt x="3512" y="220"/>
                    </a:cubicBezTo>
                    <a:cubicBezTo>
                      <a:pt x="2671" y="220"/>
                      <a:pt x="1864" y="555"/>
                      <a:pt x="1269" y="1149"/>
                    </a:cubicBezTo>
                    <a:cubicBezTo>
                      <a:pt x="675" y="1744"/>
                      <a:pt x="341" y="2552"/>
                      <a:pt x="341" y="3393"/>
                    </a:cubicBezTo>
                    <a:cubicBezTo>
                      <a:pt x="341" y="4234"/>
                      <a:pt x="675" y="5041"/>
                      <a:pt x="1269" y="5636"/>
                    </a:cubicBezTo>
                    <a:cubicBezTo>
                      <a:pt x="1864" y="6231"/>
                      <a:pt x="2671" y="6566"/>
                      <a:pt x="3512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1" name="Freeform: Shape 1200">
                <a:extLst>
                  <a:ext uri="{FF2B5EF4-FFF2-40B4-BE49-F238E27FC236}">
                    <a16:creationId xmlns:a16="http://schemas.microsoft.com/office/drawing/2014/main" id="{8D7E2DA1-9B18-0C8D-43D8-3EEDB6B97E2B}"/>
                  </a:ext>
                </a:extLst>
              </p:cNvPr>
              <p:cNvSpPr/>
              <p:nvPr/>
            </p:nvSpPr>
            <p:spPr>
              <a:xfrm>
                <a:off x="5169235" y="6282527"/>
                <a:ext cx="6343" cy="6345"/>
              </a:xfrm>
              <a:custGeom>
                <a:avLst/>
                <a:gdLst>
                  <a:gd name="connsiteX0" fmla="*/ 3512 w 6343"/>
                  <a:gd name="connsiteY0" fmla="*/ 6566 h 6345"/>
                  <a:gd name="connsiteX1" fmla="*/ 5754 w 6343"/>
                  <a:gd name="connsiteY1" fmla="*/ 5637 h 6345"/>
                  <a:gd name="connsiteX2" fmla="*/ 6683 w 6343"/>
                  <a:gd name="connsiteY2" fmla="*/ 3394 h 6345"/>
                  <a:gd name="connsiteX3" fmla="*/ 5754 w 6343"/>
                  <a:gd name="connsiteY3" fmla="*/ 1150 h 6345"/>
                  <a:gd name="connsiteX4" fmla="*/ 3512 w 6343"/>
                  <a:gd name="connsiteY4" fmla="*/ 221 h 6345"/>
                  <a:gd name="connsiteX5" fmla="*/ 1269 w 6343"/>
                  <a:gd name="connsiteY5" fmla="*/ 1150 h 6345"/>
                  <a:gd name="connsiteX6" fmla="*/ 340 w 6343"/>
                  <a:gd name="connsiteY6" fmla="*/ 3394 h 6345"/>
                  <a:gd name="connsiteX7" fmla="*/ 1269 w 6343"/>
                  <a:gd name="connsiteY7" fmla="*/ 5637 h 6345"/>
                  <a:gd name="connsiteX8" fmla="*/ 3512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2" y="6566"/>
                    </a:moveTo>
                    <a:cubicBezTo>
                      <a:pt x="4353" y="6566"/>
                      <a:pt x="5160" y="6232"/>
                      <a:pt x="5754" y="5637"/>
                    </a:cubicBezTo>
                    <a:cubicBezTo>
                      <a:pt x="6349" y="5042"/>
                      <a:pt x="6683" y="4235"/>
                      <a:pt x="6683" y="3394"/>
                    </a:cubicBezTo>
                    <a:cubicBezTo>
                      <a:pt x="6683" y="2552"/>
                      <a:pt x="6349" y="1745"/>
                      <a:pt x="5754" y="1150"/>
                    </a:cubicBezTo>
                    <a:cubicBezTo>
                      <a:pt x="5160" y="555"/>
                      <a:pt x="4353" y="221"/>
                      <a:pt x="3512" y="221"/>
                    </a:cubicBezTo>
                    <a:cubicBezTo>
                      <a:pt x="2671" y="221"/>
                      <a:pt x="1864" y="555"/>
                      <a:pt x="1269" y="1150"/>
                    </a:cubicBezTo>
                    <a:cubicBezTo>
                      <a:pt x="674" y="1745"/>
                      <a:pt x="340" y="2552"/>
                      <a:pt x="340" y="3394"/>
                    </a:cubicBezTo>
                    <a:cubicBezTo>
                      <a:pt x="340" y="4235"/>
                      <a:pt x="674" y="5042"/>
                      <a:pt x="1269" y="5637"/>
                    </a:cubicBezTo>
                    <a:cubicBezTo>
                      <a:pt x="1864" y="6232"/>
                      <a:pt x="2671" y="6566"/>
                      <a:pt x="3512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2" name="Freeform: Shape 1201">
                <a:extLst>
                  <a:ext uri="{FF2B5EF4-FFF2-40B4-BE49-F238E27FC236}">
                    <a16:creationId xmlns:a16="http://schemas.microsoft.com/office/drawing/2014/main" id="{E3F26E4F-1F10-EF0C-DF50-323897D7A679}"/>
                  </a:ext>
                </a:extLst>
              </p:cNvPr>
              <p:cNvSpPr/>
              <p:nvPr/>
            </p:nvSpPr>
            <p:spPr>
              <a:xfrm>
                <a:off x="5152032" y="6331652"/>
                <a:ext cx="6343" cy="6345"/>
              </a:xfrm>
              <a:custGeom>
                <a:avLst/>
                <a:gdLst>
                  <a:gd name="connsiteX0" fmla="*/ 3510 w 6343"/>
                  <a:gd name="connsiteY0" fmla="*/ 6570 h 6345"/>
                  <a:gd name="connsiteX1" fmla="*/ 5753 w 6343"/>
                  <a:gd name="connsiteY1" fmla="*/ 5641 h 6345"/>
                  <a:gd name="connsiteX2" fmla="*/ 6682 w 6343"/>
                  <a:gd name="connsiteY2" fmla="*/ 3397 h 6345"/>
                  <a:gd name="connsiteX3" fmla="*/ 5753 w 6343"/>
                  <a:gd name="connsiteY3" fmla="*/ 1154 h 6345"/>
                  <a:gd name="connsiteX4" fmla="*/ 3510 w 6343"/>
                  <a:gd name="connsiteY4" fmla="*/ 225 h 6345"/>
                  <a:gd name="connsiteX5" fmla="*/ 1268 w 6343"/>
                  <a:gd name="connsiteY5" fmla="*/ 1154 h 6345"/>
                  <a:gd name="connsiteX6" fmla="*/ 339 w 6343"/>
                  <a:gd name="connsiteY6" fmla="*/ 3397 h 6345"/>
                  <a:gd name="connsiteX7" fmla="*/ 1268 w 6343"/>
                  <a:gd name="connsiteY7" fmla="*/ 5641 h 6345"/>
                  <a:gd name="connsiteX8" fmla="*/ 3510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0" y="6570"/>
                    </a:moveTo>
                    <a:cubicBezTo>
                      <a:pt x="4352" y="6570"/>
                      <a:pt x="5158" y="6236"/>
                      <a:pt x="5753" y="5641"/>
                    </a:cubicBezTo>
                    <a:cubicBezTo>
                      <a:pt x="6348" y="5046"/>
                      <a:pt x="6682" y="4239"/>
                      <a:pt x="6682" y="3397"/>
                    </a:cubicBezTo>
                    <a:cubicBezTo>
                      <a:pt x="6682" y="2556"/>
                      <a:pt x="6348" y="1749"/>
                      <a:pt x="5753" y="1154"/>
                    </a:cubicBezTo>
                    <a:cubicBezTo>
                      <a:pt x="5158" y="559"/>
                      <a:pt x="4352" y="225"/>
                      <a:pt x="3510" y="225"/>
                    </a:cubicBezTo>
                    <a:cubicBezTo>
                      <a:pt x="2669" y="225"/>
                      <a:pt x="1863" y="559"/>
                      <a:pt x="1268" y="1154"/>
                    </a:cubicBezTo>
                    <a:cubicBezTo>
                      <a:pt x="673" y="1749"/>
                      <a:pt x="339" y="2556"/>
                      <a:pt x="339" y="3397"/>
                    </a:cubicBezTo>
                    <a:cubicBezTo>
                      <a:pt x="339" y="4239"/>
                      <a:pt x="673" y="5046"/>
                      <a:pt x="1268" y="5641"/>
                    </a:cubicBezTo>
                    <a:cubicBezTo>
                      <a:pt x="1863" y="6236"/>
                      <a:pt x="2669" y="6570"/>
                      <a:pt x="3510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3" name="Freeform: Shape 1202">
                <a:extLst>
                  <a:ext uri="{FF2B5EF4-FFF2-40B4-BE49-F238E27FC236}">
                    <a16:creationId xmlns:a16="http://schemas.microsoft.com/office/drawing/2014/main" id="{71002722-DE45-E027-1852-27A7C73B1D21}"/>
                  </a:ext>
                </a:extLst>
              </p:cNvPr>
              <p:cNvSpPr/>
              <p:nvPr/>
            </p:nvSpPr>
            <p:spPr>
              <a:xfrm>
                <a:off x="4418725" y="5998059"/>
                <a:ext cx="6343" cy="6345"/>
              </a:xfrm>
              <a:custGeom>
                <a:avLst/>
                <a:gdLst>
                  <a:gd name="connsiteX0" fmla="*/ 3453 w 6343"/>
                  <a:gd name="connsiteY0" fmla="*/ 6544 h 6345"/>
                  <a:gd name="connsiteX1" fmla="*/ 5695 w 6343"/>
                  <a:gd name="connsiteY1" fmla="*/ 5615 h 6345"/>
                  <a:gd name="connsiteX2" fmla="*/ 6624 w 6343"/>
                  <a:gd name="connsiteY2" fmla="*/ 3371 h 6345"/>
                  <a:gd name="connsiteX3" fmla="*/ 5695 w 6343"/>
                  <a:gd name="connsiteY3" fmla="*/ 1128 h 6345"/>
                  <a:gd name="connsiteX4" fmla="*/ 3453 w 6343"/>
                  <a:gd name="connsiteY4" fmla="*/ 198 h 6345"/>
                  <a:gd name="connsiteX5" fmla="*/ 1210 w 6343"/>
                  <a:gd name="connsiteY5" fmla="*/ 1128 h 6345"/>
                  <a:gd name="connsiteX6" fmla="*/ 281 w 6343"/>
                  <a:gd name="connsiteY6" fmla="*/ 3371 h 6345"/>
                  <a:gd name="connsiteX7" fmla="*/ 1210 w 6343"/>
                  <a:gd name="connsiteY7" fmla="*/ 5615 h 6345"/>
                  <a:gd name="connsiteX8" fmla="*/ 3453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4"/>
                    </a:moveTo>
                    <a:cubicBezTo>
                      <a:pt x="4294" y="6544"/>
                      <a:pt x="5101" y="6210"/>
                      <a:pt x="5695" y="5615"/>
                    </a:cubicBezTo>
                    <a:cubicBezTo>
                      <a:pt x="6290" y="5020"/>
                      <a:pt x="6624" y="4213"/>
                      <a:pt x="6624" y="3371"/>
                    </a:cubicBezTo>
                    <a:cubicBezTo>
                      <a:pt x="6624" y="2530"/>
                      <a:pt x="6290" y="1723"/>
                      <a:pt x="5695" y="1128"/>
                    </a:cubicBezTo>
                    <a:cubicBezTo>
                      <a:pt x="5101" y="533"/>
                      <a:pt x="4294" y="198"/>
                      <a:pt x="3453" y="198"/>
                    </a:cubicBezTo>
                    <a:cubicBezTo>
                      <a:pt x="2612" y="198"/>
                      <a:pt x="1805" y="533"/>
                      <a:pt x="1210" y="1128"/>
                    </a:cubicBezTo>
                    <a:cubicBezTo>
                      <a:pt x="615" y="1723"/>
                      <a:pt x="281" y="2530"/>
                      <a:pt x="281" y="3371"/>
                    </a:cubicBezTo>
                    <a:cubicBezTo>
                      <a:pt x="281" y="4213"/>
                      <a:pt x="615" y="5020"/>
                      <a:pt x="1210" y="5615"/>
                    </a:cubicBezTo>
                    <a:cubicBezTo>
                      <a:pt x="1805" y="6210"/>
                      <a:pt x="2612" y="6544"/>
                      <a:pt x="3453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4" name="Freeform: Shape 1203">
                <a:extLst>
                  <a:ext uri="{FF2B5EF4-FFF2-40B4-BE49-F238E27FC236}">
                    <a16:creationId xmlns:a16="http://schemas.microsoft.com/office/drawing/2014/main" id="{D3316CFB-2CAC-50D0-75B5-EF3DB61ECD56}"/>
                  </a:ext>
                </a:extLst>
              </p:cNvPr>
              <p:cNvSpPr/>
              <p:nvPr/>
            </p:nvSpPr>
            <p:spPr>
              <a:xfrm>
                <a:off x="4423096" y="6004331"/>
                <a:ext cx="6343" cy="6345"/>
              </a:xfrm>
              <a:custGeom>
                <a:avLst/>
                <a:gdLst>
                  <a:gd name="connsiteX0" fmla="*/ 3453 w 6343"/>
                  <a:gd name="connsiteY0" fmla="*/ 6544 h 6345"/>
                  <a:gd name="connsiteX1" fmla="*/ 5696 w 6343"/>
                  <a:gd name="connsiteY1" fmla="*/ 5615 h 6345"/>
                  <a:gd name="connsiteX2" fmla="*/ 6625 w 6343"/>
                  <a:gd name="connsiteY2" fmla="*/ 3372 h 6345"/>
                  <a:gd name="connsiteX3" fmla="*/ 5696 w 6343"/>
                  <a:gd name="connsiteY3" fmla="*/ 1128 h 6345"/>
                  <a:gd name="connsiteX4" fmla="*/ 3453 w 6343"/>
                  <a:gd name="connsiteY4" fmla="*/ 199 h 6345"/>
                  <a:gd name="connsiteX5" fmla="*/ 1210 w 6343"/>
                  <a:gd name="connsiteY5" fmla="*/ 1128 h 6345"/>
                  <a:gd name="connsiteX6" fmla="*/ 281 w 6343"/>
                  <a:gd name="connsiteY6" fmla="*/ 3372 h 6345"/>
                  <a:gd name="connsiteX7" fmla="*/ 1210 w 6343"/>
                  <a:gd name="connsiteY7" fmla="*/ 5615 h 6345"/>
                  <a:gd name="connsiteX8" fmla="*/ 3453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4"/>
                    </a:moveTo>
                    <a:cubicBezTo>
                      <a:pt x="4294" y="6544"/>
                      <a:pt x="5101" y="6210"/>
                      <a:pt x="5696" y="5615"/>
                    </a:cubicBezTo>
                    <a:cubicBezTo>
                      <a:pt x="6290" y="5020"/>
                      <a:pt x="6625" y="4213"/>
                      <a:pt x="6625" y="3372"/>
                    </a:cubicBezTo>
                    <a:cubicBezTo>
                      <a:pt x="6625" y="2530"/>
                      <a:pt x="6290" y="1723"/>
                      <a:pt x="5696" y="1128"/>
                    </a:cubicBezTo>
                    <a:cubicBezTo>
                      <a:pt x="5101" y="533"/>
                      <a:pt x="4294" y="199"/>
                      <a:pt x="3453" y="199"/>
                    </a:cubicBezTo>
                    <a:cubicBezTo>
                      <a:pt x="2612" y="199"/>
                      <a:pt x="1805" y="533"/>
                      <a:pt x="1210" y="1128"/>
                    </a:cubicBezTo>
                    <a:cubicBezTo>
                      <a:pt x="616" y="1723"/>
                      <a:pt x="281" y="2530"/>
                      <a:pt x="281" y="3372"/>
                    </a:cubicBezTo>
                    <a:cubicBezTo>
                      <a:pt x="281" y="4213"/>
                      <a:pt x="616" y="5020"/>
                      <a:pt x="1210" y="5615"/>
                    </a:cubicBezTo>
                    <a:cubicBezTo>
                      <a:pt x="1805" y="6210"/>
                      <a:pt x="2612" y="6544"/>
                      <a:pt x="3453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5" name="Freeform: Shape 1204">
                <a:extLst>
                  <a:ext uri="{FF2B5EF4-FFF2-40B4-BE49-F238E27FC236}">
                    <a16:creationId xmlns:a16="http://schemas.microsoft.com/office/drawing/2014/main" id="{1DCFD01F-F3D0-5FA7-A626-708DD0DF0844}"/>
                  </a:ext>
                </a:extLst>
              </p:cNvPr>
              <p:cNvSpPr/>
              <p:nvPr/>
            </p:nvSpPr>
            <p:spPr>
              <a:xfrm>
                <a:off x="5309360" y="6470515"/>
                <a:ext cx="6343" cy="6345"/>
              </a:xfrm>
              <a:custGeom>
                <a:avLst/>
                <a:gdLst>
                  <a:gd name="connsiteX0" fmla="*/ 3523 w 6343"/>
                  <a:gd name="connsiteY0" fmla="*/ 6581 h 6345"/>
                  <a:gd name="connsiteX1" fmla="*/ 5766 w 6343"/>
                  <a:gd name="connsiteY1" fmla="*/ 5652 h 6345"/>
                  <a:gd name="connsiteX2" fmla="*/ 6694 w 6343"/>
                  <a:gd name="connsiteY2" fmla="*/ 3408 h 6345"/>
                  <a:gd name="connsiteX3" fmla="*/ 5766 w 6343"/>
                  <a:gd name="connsiteY3" fmla="*/ 1165 h 6345"/>
                  <a:gd name="connsiteX4" fmla="*/ 3523 w 6343"/>
                  <a:gd name="connsiteY4" fmla="*/ 236 h 6345"/>
                  <a:gd name="connsiteX5" fmla="*/ 1280 w 6343"/>
                  <a:gd name="connsiteY5" fmla="*/ 1165 h 6345"/>
                  <a:gd name="connsiteX6" fmla="*/ 351 w 6343"/>
                  <a:gd name="connsiteY6" fmla="*/ 3408 h 6345"/>
                  <a:gd name="connsiteX7" fmla="*/ 1280 w 6343"/>
                  <a:gd name="connsiteY7" fmla="*/ 5652 h 6345"/>
                  <a:gd name="connsiteX8" fmla="*/ 3523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3" y="6581"/>
                    </a:moveTo>
                    <a:cubicBezTo>
                      <a:pt x="4364" y="6581"/>
                      <a:pt x="5171" y="6247"/>
                      <a:pt x="5766" y="5652"/>
                    </a:cubicBezTo>
                    <a:cubicBezTo>
                      <a:pt x="6360" y="5057"/>
                      <a:pt x="6694" y="4250"/>
                      <a:pt x="6694" y="3408"/>
                    </a:cubicBezTo>
                    <a:cubicBezTo>
                      <a:pt x="6694" y="2567"/>
                      <a:pt x="6360" y="1760"/>
                      <a:pt x="5766" y="1165"/>
                    </a:cubicBezTo>
                    <a:cubicBezTo>
                      <a:pt x="5171" y="570"/>
                      <a:pt x="4364" y="236"/>
                      <a:pt x="3523" y="236"/>
                    </a:cubicBezTo>
                    <a:cubicBezTo>
                      <a:pt x="2682" y="236"/>
                      <a:pt x="1875" y="570"/>
                      <a:pt x="1280" y="1165"/>
                    </a:cubicBezTo>
                    <a:cubicBezTo>
                      <a:pt x="686" y="1760"/>
                      <a:pt x="351" y="2567"/>
                      <a:pt x="351" y="3408"/>
                    </a:cubicBezTo>
                    <a:cubicBezTo>
                      <a:pt x="351" y="4250"/>
                      <a:pt x="686" y="5057"/>
                      <a:pt x="1280" y="5652"/>
                    </a:cubicBezTo>
                    <a:cubicBezTo>
                      <a:pt x="1875" y="6247"/>
                      <a:pt x="2682" y="6581"/>
                      <a:pt x="3523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6" name="Freeform: Shape 1205">
                <a:extLst>
                  <a:ext uri="{FF2B5EF4-FFF2-40B4-BE49-F238E27FC236}">
                    <a16:creationId xmlns:a16="http://schemas.microsoft.com/office/drawing/2014/main" id="{98C87BEB-F9D1-86F4-E40C-73C6489FEF9E}"/>
                  </a:ext>
                </a:extLst>
              </p:cNvPr>
              <p:cNvSpPr/>
              <p:nvPr/>
            </p:nvSpPr>
            <p:spPr>
              <a:xfrm>
                <a:off x="4353957" y="5992890"/>
                <a:ext cx="6343" cy="6345"/>
              </a:xfrm>
              <a:custGeom>
                <a:avLst/>
                <a:gdLst>
                  <a:gd name="connsiteX0" fmla="*/ 3448 w 6343"/>
                  <a:gd name="connsiteY0" fmla="*/ 6543 h 6345"/>
                  <a:gd name="connsiteX1" fmla="*/ 5690 w 6343"/>
                  <a:gd name="connsiteY1" fmla="*/ 5614 h 6345"/>
                  <a:gd name="connsiteX2" fmla="*/ 6619 w 6343"/>
                  <a:gd name="connsiteY2" fmla="*/ 3371 h 6345"/>
                  <a:gd name="connsiteX3" fmla="*/ 5690 w 6343"/>
                  <a:gd name="connsiteY3" fmla="*/ 1127 h 6345"/>
                  <a:gd name="connsiteX4" fmla="*/ 3448 w 6343"/>
                  <a:gd name="connsiteY4" fmla="*/ 198 h 6345"/>
                  <a:gd name="connsiteX5" fmla="*/ 1205 w 6343"/>
                  <a:gd name="connsiteY5" fmla="*/ 1127 h 6345"/>
                  <a:gd name="connsiteX6" fmla="*/ 276 w 6343"/>
                  <a:gd name="connsiteY6" fmla="*/ 3371 h 6345"/>
                  <a:gd name="connsiteX7" fmla="*/ 1205 w 6343"/>
                  <a:gd name="connsiteY7" fmla="*/ 5614 h 6345"/>
                  <a:gd name="connsiteX8" fmla="*/ 344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3"/>
                    </a:moveTo>
                    <a:cubicBezTo>
                      <a:pt x="4289" y="6543"/>
                      <a:pt x="5095" y="6209"/>
                      <a:pt x="5690" y="5614"/>
                    </a:cubicBezTo>
                    <a:cubicBezTo>
                      <a:pt x="6285" y="5019"/>
                      <a:pt x="6619" y="4212"/>
                      <a:pt x="6619" y="3371"/>
                    </a:cubicBezTo>
                    <a:cubicBezTo>
                      <a:pt x="6619" y="2529"/>
                      <a:pt x="6285" y="1722"/>
                      <a:pt x="5690" y="1127"/>
                    </a:cubicBezTo>
                    <a:cubicBezTo>
                      <a:pt x="5095" y="532"/>
                      <a:pt x="4289" y="198"/>
                      <a:pt x="3448" y="198"/>
                    </a:cubicBezTo>
                    <a:cubicBezTo>
                      <a:pt x="2606" y="198"/>
                      <a:pt x="1800" y="532"/>
                      <a:pt x="1205" y="1127"/>
                    </a:cubicBezTo>
                    <a:cubicBezTo>
                      <a:pt x="610" y="1722"/>
                      <a:pt x="276" y="2529"/>
                      <a:pt x="276" y="3371"/>
                    </a:cubicBezTo>
                    <a:cubicBezTo>
                      <a:pt x="276" y="4212"/>
                      <a:pt x="610" y="5019"/>
                      <a:pt x="1205" y="5614"/>
                    </a:cubicBezTo>
                    <a:cubicBezTo>
                      <a:pt x="1800" y="6209"/>
                      <a:pt x="2606" y="6543"/>
                      <a:pt x="344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7" name="Freeform: Shape 1206">
                <a:extLst>
                  <a:ext uri="{FF2B5EF4-FFF2-40B4-BE49-F238E27FC236}">
                    <a16:creationId xmlns:a16="http://schemas.microsoft.com/office/drawing/2014/main" id="{AC829DBF-8D82-F9C3-BC65-B2B7CECB4397}"/>
                  </a:ext>
                </a:extLst>
              </p:cNvPr>
              <p:cNvSpPr/>
              <p:nvPr/>
            </p:nvSpPr>
            <p:spPr>
              <a:xfrm>
                <a:off x="4349273" y="5994155"/>
                <a:ext cx="6343" cy="6345"/>
              </a:xfrm>
              <a:custGeom>
                <a:avLst/>
                <a:gdLst>
                  <a:gd name="connsiteX0" fmla="*/ 3447 w 6343"/>
                  <a:gd name="connsiteY0" fmla="*/ 6544 h 6345"/>
                  <a:gd name="connsiteX1" fmla="*/ 5690 w 6343"/>
                  <a:gd name="connsiteY1" fmla="*/ 5614 h 6345"/>
                  <a:gd name="connsiteX2" fmla="*/ 6619 w 6343"/>
                  <a:gd name="connsiteY2" fmla="*/ 3371 h 6345"/>
                  <a:gd name="connsiteX3" fmla="*/ 5690 w 6343"/>
                  <a:gd name="connsiteY3" fmla="*/ 1127 h 6345"/>
                  <a:gd name="connsiteX4" fmla="*/ 3447 w 6343"/>
                  <a:gd name="connsiteY4" fmla="*/ 198 h 6345"/>
                  <a:gd name="connsiteX5" fmla="*/ 1205 w 6343"/>
                  <a:gd name="connsiteY5" fmla="*/ 1127 h 6345"/>
                  <a:gd name="connsiteX6" fmla="*/ 276 w 6343"/>
                  <a:gd name="connsiteY6" fmla="*/ 3371 h 6345"/>
                  <a:gd name="connsiteX7" fmla="*/ 1205 w 6343"/>
                  <a:gd name="connsiteY7" fmla="*/ 5614 h 6345"/>
                  <a:gd name="connsiteX8" fmla="*/ 3447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44"/>
                    </a:moveTo>
                    <a:cubicBezTo>
                      <a:pt x="4288" y="6544"/>
                      <a:pt x="5095" y="6209"/>
                      <a:pt x="5690" y="5614"/>
                    </a:cubicBezTo>
                    <a:cubicBezTo>
                      <a:pt x="6285" y="5019"/>
                      <a:pt x="6619" y="4212"/>
                      <a:pt x="6619" y="3371"/>
                    </a:cubicBezTo>
                    <a:cubicBezTo>
                      <a:pt x="6619" y="2529"/>
                      <a:pt x="6285" y="1722"/>
                      <a:pt x="5690" y="1127"/>
                    </a:cubicBezTo>
                    <a:cubicBezTo>
                      <a:pt x="5095" y="532"/>
                      <a:pt x="4288" y="198"/>
                      <a:pt x="3447" y="198"/>
                    </a:cubicBezTo>
                    <a:cubicBezTo>
                      <a:pt x="2606" y="198"/>
                      <a:pt x="1799" y="532"/>
                      <a:pt x="1205" y="1127"/>
                    </a:cubicBezTo>
                    <a:cubicBezTo>
                      <a:pt x="610" y="1722"/>
                      <a:pt x="276" y="2529"/>
                      <a:pt x="276" y="3371"/>
                    </a:cubicBezTo>
                    <a:cubicBezTo>
                      <a:pt x="276" y="4212"/>
                      <a:pt x="610" y="5019"/>
                      <a:pt x="1205" y="5614"/>
                    </a:cubicBezTo>
                    <a:cubicBezTo>
                      <a:pt x="1799" y="6209"/>
                      <a:pt x="2606" y="6544"/>
                      <a:pt x="3447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8" name="Freeform: Shape 1207">
                <a:extLst>
                  <a:ext uri="{FF2B5EF4-FFF2-40B4-BE49-F238E27FC236}">
                    <a16:creationId xmlns:a16="http://schemas.microsoft.com/office/drawing/2014/main" id="{67D78B0F-3D75-29BE-9CF9-E182F083742A}"/>
                  </a:ext>
                </a:extLst>
              </p:cNvPr>
              <p:cNvSpPr/>
              <p:nvPr/>
            </p:nvSpPr>
            <p:spPr>
              <a:xfrm>
                <a:off x="4294197" y="5988243"/>
                <a:ext cx="6343" cy="6345"/>
              </a:xfrm>
              <a:custGeom>
                <a:avLst/>
                <a:gdLst>
                  <a:gd name="connsiteX0" fmla="*/ 3443 w 6343"/>
                  <a:gd name="connsiteY0" fmla="*/ 6543 h 6345"/>
                  <a:gd name="connsiteX1" fmla="*/ 5686 w 6343"/>
                  <a:gd name="connsiteY1" fmla="*/ 5614 h 6345"/>
                  <a:gd name="connsiteX2" fmla="*/ 6614 w 6343"/>
                  <a:gd name="connsiteY2" fmla="*/ 3370 h 6345"/>
                  <a:gd name="connsiteX3" fmla="*/ 5686 w 6343"/>
                  <a:gd name="connsiteY3" fmla="*/ 1127 h 6345"/>
                  <a:gd name="connsiteX4" fmla="*/ 3443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0 h 6345"/>
                  <a:gd name="connsiteX7" fmla="*/ 1200 w 6343"/>
                  <a:gd name="connsiteY7" fmla="*/ 5614 h 6345"/>
                  <a:gd name="connsiteX8" fmla="*/ 344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43"/>
                    </a:moveTo>
                    <a:cubicBezTo>
                      <a:pt x="4284" y="6543"/>
                      <a:pt x="5091" y="6209"/>
                      <a:pt x="5686" y="5614"/>
                    </a:cubicBezTo>
                    <a:cubicBezTo>
                      <a:pt x="6280" y="5019"/>
                      <a:pt x="6614" y="4212"/>
                      <a:pt x="6614" y="3370"/>
                    </a:cubicBezTo>
                    <a:cubicBezTo>
                      <a:pt x="6614" y="2529"/>
                      <a:pt x="6280" y="1722"/>
                      <a:pt x="5686" y="1127"/>
                    </a:cubicBezTo>
                    <a:cubicBezTo>
                      <a:pt x="5091" y="532"/>
                      <a:pt x="4284" y="198"/>
                      <a:pt x="3443" y="198"/>
                    </a:cubicBezTo>
                    <a:cubicBezTo>
                      <a:pt x="2602" y="198"/>
                      <a:pt x="1795" y="532"/>
                      <a:pt x="1200" y="1127"/>
                    </a:cubicBezTo>
                    <a:cubicBezTo>
                      <a:pt x="605" y="1722"/>
                      <a:pt x="271" y="2529"/>
                      <a:pt x="271" y="3370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5" y="6209"/>
                      <a:pt x="2602" y="6543"/>
                      <a:pt x="344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9" name="Freeform: Shape 1208">
                <a:extLst>
                  <a:ext uri="{FF2B5EF4-FFF2-40B4-BE49-F238E27FC236}">
                    <a16:creationId xmlns:a16="http://schemas.microsoft.com/office/drawing/2014/main" id="{CA8F17DD-F75B-0DC9-A705-890F595FA868}"/>
                  </a:ext>
                </a:extLst>
              </p:cNvPr>
              <p:cNvSpPr/>
              <p:nvPr/>
            </p:nvSpPr>
            <p:spPr>
              <a:xfrm>
                <a:off x="4289221" y="5988744"/>
                <a:ext cx="6343" cy="6345"/>
              </a:xfrm>
              <a:custGeom>
                <a:avLst/>
                <a:gdLst>
                  <a:gd name="connsiteX0" fmla="*/ 3442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0 h 6345"/>
                  <a:gd name="connsiteX3" fmla="*/ 5685 w 6343"/>
                  <a:gd name="connsiteY3" fmla="*/ 1127 h 6345"/>
                  <a:gd name="connsiteX4" fmla="*/ 3442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0 h 6345"/>
                  <a:gd name="connsiteX7" fmla="*/ 1200 w 6343"/>
                  <a:gd name="connsiteY7" fmla="*/ 5614 h 6345"/>
                  <a:gd name="connsiteX8" fmla="*/ 344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43"/>
                    </a:moveTo>
                    <a:cubicBezTo>
                      <a:pt x="4284" y="6543"/>
                      <a:pt x="5090" y="6209"/>
                      <a:pt x="5685" y="5614"/>
                    </a:cubicBezTo>
                    <a:cubicBezTo>
                      <a:pt x="6280" y="5019"/>
                      <a:pt x="6614" y="4212"/>
                      <a:pt x="6614" y="3370"/>
                    </a:cubicBezTo>
                    <a:cubicBezTo>
                      <a:pt x="6614" y="2529"/>
                      <a:pt x="6280" y="1722"/>
                      <a:pt x="5685" y="1127"/>
                    </a:cubicBezTo>
                    <a:cubicBezTo>
                      <a:pt x="5090" y="532"/>
                      <a:pt x="4284" y="198"/>
                      <a:pt x="3442" y="198"/>
                    </a:cubicBezTo>
                    <a:cubicBezTo>
                      <a:pt x="2601" y="198"/>
                      <a:pt x="1795" y="532"/>
                      <a:pt x="1200" y="1127"/>
                    </a:cubicBezTo>
                    <a:cubicBezTo>
                      <a:pt x="605" y="1722"/>
                      <a:pt x="271" y="2529"/>
                      <a:pt x="271" y="3370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5" y="6209"/>
                      <a:pt x="2601" y="6543"/>
                      <a:pt x="344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0" name="Freeform: Shape 1209">
                <a:extLst>
                  <a:ext uri="{FF2B5EF4-FFF2-40B4-BE49-F238E27FC236}">
                    <a16:creationId xmlns:a16="http://schemas.microsoft.com/office/drawing/2014/main" id="{C7D12E32-7862-5B32-F084-E0B4CE641554}"/>
                  </a:ext>
                </a:extLst>
              </p:cNvPr>
              <p:cNvSpPr/>
              <p:nvPr/>
            </p:nvSpPr>
            <p:spPr>
              <a:xfrm>
                <a:off x="4287539" y="5991218"/>
                <a:ext cx="6343" cy="6345"/>
              </a:xfrm>
              <a:custGeom>
                <a:avLst/>
                <a:gdLst>
                  <a:gd name="connsiteX0" fmla="*/ 3442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1 h 6345"/>
                  <a:gd name="connsiteX3" fmla="*/ 5685 w 6343"/>
                  <a:gd name="connsiteY3" fmla="*/ 1127 h 6345"/>
                  <a:gd name="connsiteX4" fmla="*/ 3442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1 h 6345"/>
                  <a:gd name="connsiteX7" fmla="*/ 1200 w 6343"/>
                  <a:gd name="connsiteY7" fmla="*/ 5614 h 6345"/>
                  <a:gd name="connsiteX8" fmla="*/ 344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43"/>
                    </a:moveTo>
                    <a:cubicBezTo>
                      <a:pt x="4283" y="6543"/>
                      <a:pt x="5090" y="6209"/>
                      <a:pt x="5685" y="5614"/>
                    </a:cubicBezTo>
                    <a:cubicBezTo>
                      <a:pt x="6280" y="5019"/>
                      <a:pt x="6614" y="4212"/>
                      <a:pt x="6614" y="3371"/>
                    </a:cubicBezTo>
                    <a:cubicBezTo>
                      <a:pt x="6614" y="2529"/>
                      <a:pt x="6280" y="1722"/>
                      <a:pt x="5685" y="1127"/>
                    </a:cubicBezTo>
                    <a:cubicBezTo>
                      <a:pt x="5090" y="532"/>
                      <a:pt x="4283" y="198"/>
                      <a:pt x="3442" y="198"/>
                    </a:cubicBezTo>
                    <a:cubicBezTo>
                      <a:pt x="2601" y="198"/>
                      <a:pt x="1794" y="532"/>
                      <a:pt x="1200" y="1127"/>
                    </a:cubicBezTo>
                    <a:cubicBezTo>
                      <a:pt x="605" y="1722"/>
                      <a:pt x="271" y="2529"/>
                      <a:pt x="271" y="3371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4" y="6209"/>
                      <a:pt x="2601" y="6543"/>
                      <a:pt x="344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1" name="Freeform: Shape 1210">
                <a:extLst>
                  <a:ext uri="{FF2B5EF4-FFF2-40B4-BE49-F238E27FC236}">
                    <a16:creationId xmlns:a16="http://schemas.microsoft.com/office/drawing/2014/main" id="{C3E35494-616C-0C59-B58B-01710B49A9E9}"/>
                  </a:ext>
                </a:extLst>
              </p:cNvPr>
              <p:cNvSpPr/>
              <p:nvPr/>
            </p:nvSpPr>
            <p:spPr>
              <a:xfrm>
                <a:off x="4229084" y="5986544"/>
                <a:ext cx="6343" cy="6345"/>
              </a:xfrm>
              <a:custGeom>
                <a:avLst/>
                <a:gdLst>
                  <a:gd name="connsiteX0" fmla="*/ 3438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8 w 6343"/>
                  <a:gd name="connsiteY4" fmla="*/ 198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43"/>
                    </a:moveTo>
                    <a:cubicBezTo>
                      <a:pt x="4279" y="6543"/>
                      <a:pt x="5086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6" y="532"/>
                      <a:pt x="4279" y="198"/>
                      <a:pt x="3438" y="198"/>
                    </a:cubicBezTo>
                    <a:cubicBezTo>
                      <a:pt x="2597" y="198"/>
                      <a:pt x="1790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90" y="6209"/>
                      <a:pt x="2597" y="6543"/>
                      <a:pt x="343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2" name="Freeform: Shape 1211">
                <a:extLst>
                  <a:ext uri="{FF2B5EF4-FFF2-40B4-BE49-F238E27FC236}">
                    <a16:creationId xmlns:a16="http://schemas.microsoft.com/office/drawing/2014/main" id="{060E9D3C-9506-635F-5D83-F2DCFB0439EE}"/>
                  </a:ext>
                </a:extLst>
              </p:cNvPr>
              <p:cNvSpPr/>
              <p:nvPr/>
            </p:nvSpPr>
            <p:spPr>
              <a:xfrm>
                <a:off x="4222887" y="5985402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7 w 6343"/>
                  <a:gd name="connsiteY4" fmla="*/ 197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8" y="6543"/>
                      <a:pt x="5085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5" y="532"/>
                      <a:pt x="4278" y="197"/>
                      <a:pt x="3437" y="197"/>
                    </a:cubicBezTo>
                    <a:cubicBezTo>
                      <a:pt x="2596" y="197"/>
                      <a:pt x="1789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89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3" name="Freeform: Shape 1212">
                <a:extLst>
                  <a:ext uri="{FF2B5EF4-FFF2-40B4-BE49-F238E27FC236}">
                    <a16:creationId xmlns:a16="http://schemas.microsoft.com/office/drawing/2014/main" id="{957EE5D5-9F7C-1FEE-C58E-13724F3A3747}"/>
                  </a:ext>
                </a:extLst>
              </p:cNvPr>
              <p:cNvSpPr/>
              <p:nvPr/>
            </p:nvSpPr>
            <p:spPr>
              <a:xfrm>
                <a:off x="4221387" y="5987572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7 w 6343"/>
                  <a:gd name="connsiteY4" fmla="*/ 198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8" y="6543"/>
                      <a:pt x="5085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5" y="532"/>
                      <a:pt x="4278" y="198"/>
                      <a:pt x="3437" y="198"/>
                    </a:cubicBezTo>
                    <a:cubicBezTo>
                      <a:pt x="2596" y="198"/>
                      <a:pt x="1789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89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4" name="Freeform: Shape 1213">
                <a:extLst>
                  <a:ext uri="{FF2B5EF4-FFF2-40B4-BE49-F238E27FC236}">
                    <a16:creationId xmlns:a16="http://schemas.microsoft.com/office/drawing/2014/main" id="{07913933-1785-F760-1632-59B88E7EFF23}"/>
                  </a:ext>
                </a:extLst>
              </p:cNvPr>
              <p:cNvSpPr/>
              <p:nvPr/>
            </p:nvSpPr>
            <p:spPr>
              <a:xfrm>
                <a:off x="4416114" y="6133582"/>
                <a:ext cx="6343" cy="6345"/>
              </a:xfrm>
              <a:custGeom>
                <a:avLst/>
                <a:gdLst>
                  <a:gd name="connsiteX0" fmla="*/ 3452 w 6343"/>
                  <a:gd name="connsiteY0" fmla="*/ 6555 h 6345"/>
                  <a:gd name="connsiteX1" fmla="*/ 5695 w 6343"/>
                  <a:gd name="connsiteY1" fmla="*/ 5625 h 6345"/>
                  <a:gd name="connsiteX2" fmla="*/ 6624 w 6343"/>
                  <a:gd name="connsiteY2" fmla="*/ 3382 h 6345"/>
                  <a:gd name="connsiteX3" fmla="*/ 5695 w 6343"/>
                  <a:gd name="connsiteY3" fmla="*/ 1138 h 6345"/>
                  <a:gd name="connsiteX4" fmla="*/ 3452 w 6343"/>
                  <a:gd name="connsiteY4" fmla="*/ 209 h 6345"/>
                  <a:gd name="connsiteX5" fmla="*/ 1210 w 6343"/>
                  <a:gd name="connsiteY5" fmla="*/ 1138 h 6345"/>
                  <a:gd name="connsiteX6" fmla="*/ 281 w 6343"/>
                  <a:gd name="connsiteY6" fmla="*/ 3382 h 6345"/>
                  <a:gd name="connsiteX7" fmla="*/ 1210 w 6343"/>
                  <a:gd name="connsiteY7" fmla="*/ 5625 h 6345"/>
                  <a:gd name="connsiteX8" fmla="*/ 3452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5"/>
                    </a:moveTo>
                    <a:cubicBezTo>
                      <a:pt x="4294" y="6555"/>
                      <a:pt x="5100" y="6220"/>
                      <a:pt x="5695" y="5625"/>
                    </a:cubicBezTo>
                    <a:cubicBezTo>
                      <a:pt x="6290" y="5030"/>
                      <a:pt x="6624" y="4223"/>
                      <a:pt x="6624" y="3382"/>
                    </a:cubicBezTo>
                    <a:cubicBezTo>
                      <a:pt x="6624" y="2540"/>
                      <a:pt x="6290" y="1733"/>
                      <a:pt x="5695" y="1138"/>
                    </a:cubicBezTo>
                    <a:cubicBezTo>
                      <a:pt x="5100" y="543"/>
                      <a:pt x="4294" y="209"/>
                      <a:pt x="3452" y="209"/>
                    </a:cubicBezTo>
                    <a:cubicBezTo>
                      <a:pt x="2611" y="209"/>
                      <a:pt x="1805" y="543"/>
                      <a:pt x="1210" y="1138"/>
                    </a:cubicBezTo>
                    <a:cubicBezTo>
                      <a:pt x="615" y="1733"/>
                      <a:pt x="281" y="2540"/>
                      <a:pt x="281" y="3382"/>
                    </a:cubicBezTo>
                    <a:cubicBezTo>
                      <a:pt x="281" y="4223"/>
                      <a:pt x="615" y="5030"/>
                      <a:pt x="1210" y="5625"/>
                    </a:cubicBezTo>
                    <a:cubicBezTo>
                      <a:pt x="1805" y="6220"/>
                      <a:pt x="2611" y="6555"/>
                      <a:pt x="3452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5" name="Freeform: Shape 1214">
                <a:extLst>
                  <a:ext uri="{FF2B5EF4-FFF2-40B4-BE49-F238E27FC236}">
                    <a16:creationId xmlns:a16="http://schemas.microsoft.com/office/drawing/2014/main" id="{51F600E0-22CD-6C1D-663B-54A802110576}"/>
                  </a:ext>
                </a:extLst>
              </p:cNvPr>
              <p:cNvSpPr/>
              <p:nvPr/>
            </p:nvSpPr>
            <p:spPr>
              <a:xfrm>
                <a:off x="4413318" y="6136652"/>
                <a:ext cx="6343" cy="6345"/>
              </a:xfrm>
              <a:custGeom>
                <a:avLst/>
                <a:gdLst>
                  <a:gd name="connsiteX0" fmla="*/ 3452 w 6343"/>
                  <a:gd name="connsiteY0" fmla="*/ 6555 h 6345"/>
                  <a:gd name="connsiteX1" fmla="*/ 5695 w 6343"/>
                  <a:gd name="connsiteY1" fmla="*/ 5626 h 6345"/>
                  <a:gd name="connsiteX2" fmla="*/ 6624 w 6343"/>
                  <a:gd name="connsiteY2" fmla="*/ 3382 h 6345"/>
                  <a:gd name="connsiteX3" fmla="*/ 5695 w 6343"/>
                  <a:gd name="connsiteY3" fmla="*/ 1139 h 6345"/>
                  <a:gd name="connsiteX4" fmla="*/ 3452 w 6343"/>
                  <a:gd name="connsiteY4" fmla="*/ 209 h 6345"/>
                  <a:gd name="connsiteX5" fmla="*/ 1210 w 6343"/>
                  <a:gd name="connsiteY5" fmla="*/ 1139 h 6345"/>
                  <a:gd name="connsiteX6" fmla="*/ 281 w 6343"/>
                  <a:gd name="connsiteY6" fmla="*/ 3382 h 6345"/>
                  <a:gd name="connsiteX7" fmla="*/ 1210 w 6343"/>
                  <a:gd name="connsiteY7" fmla="*/ 5626 h 6345"/>
                  <a:gd name="connsiteX8" fmla="*/ 3452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5"/>
                    </a:moveTo>
                    <a:cubicBezTo>
                      <a:pt x="4293" y="6555"/>
                      <a:pt x="5100" y="6220"/>
                      <a:pt x="5695" y="5626"/>
                    </a:cubicBezTo>
                    <a:cubicBezTo>
                      <a:pt x="6290" y="5031"/>
                      <a:pt x="6624" y="4223"/>
                      <a:pt x="6624" y="3382"/>
                    </a:cubicBezTo>
                    <a:cubicBezTo>
                      <a:pt x="6624" y="2541"/>
                      <a:pt x="6290" y="1734"/>
                      <a:pt x="5695" y="1139"/>
                    </a:cubicBezTo>
                    <a:cubicBezTo>
                      <a:pt x="5100" y="544"/>
                      <a:pt x="4293" y="209"/>
                      <a:pt x="3452" y="209"/>
                    </a:cubicBezTo>
                    <a:cubicBezTo>
                      <a:pt x="2611" y="209"/>
                      <a:pt x="1804" y="544"/>
                      <a:pt x="1210" y="1139"/>
                    </a:cubicBezTo>
                    <a:cubicBezTo>
                      <a:pt x="615" y="1734"/>
                      <a:pt x="281" y="2541"/>
                      <a:pt x="281" y="3382"/>
                    </a:cubicBezTo>
                    <a:cubicBezTo>
                      <a:pt x="281" y="4223"/>
                      <a:pt x="615" y="5031"/>
                      <a:pt x="1210" y="5626"/>
                    </a:cubicBezTo>
                    <a:cubicBezTo>
                      <a:pt x="1804" y="6220"/>
                      <a:pt x="2611" y="6555"/>
                      <a:pt x="3452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6" name="Freeform: Shape 1215">
                <a:extLst>
                  <a:ext uri="{FF2B5EF4-FFF2-40B4-BE49-F238E27FC236}">
                    <a16:creationId xmlns:a16="http://schemas.microsoft.com/office/drawing/2014/main" id="{9F7809F6-E0CC-DE99-CF1C-163A8F6CC43B}"/>
                  </a:ext>
                </a:extLst>
              </p:cNvPr>
              <p:cNvSpPr/>
              <p:nvPr/>
            </p:nvSpPr>
            <p:spPr>
              <a:xfrm>
                <a:off x="4206983" y="5986642"/>
                <a:ext cx="6343" cy="6345"/>
              </a:xfrm>
              <a:custGeom>
                <a:avLst/>
                <a:gdLst>
                  <a:gd name="connsiteX0" fmla="*/ 3436 w 6343"/>
                  <a:gd name="connsiteY0" fmla="*/ 6543 h 6345"/>
                  <a:gd name="connsiteX1" fmla="*/ 5679 w 6343"/>
                  <a:gd name="connsiteY1" fmla="*/ 5614 h 6345"/>
                  <a:gd name="connsiteX2" fmla="*/ 6608 w 6343"/>
                  <a:gd name="connsiteY2" fmla="*/ 3370 h 6345"/>
                  <a:gd name="connsiteX3" fmla="*/ 5679 w 6343"/>
                  <a:gd name="connsiteY3" fmla="*/ 1127 h 6345"/>
                  <a:gd name="connsiteX4" fmla="*/ 3436 w 6343"/>
                  <a:gd name="connsiteY4" fmla="*/ 198 h 6345"/>
                  <a:gd name="connsiteX5" fmla="*/ 1193 w 6343"/>
                  <a:gd name="connsiteY5" fmla="*/ 1127 h 6345"/>
                  <a:gd name="connsiteX6" fmla="*/ 264 w 6343"/>
                  <a:gd name="connsiteY6" fmla="*/ 3370 h 6345"/>
                  <a:gd name="connsiteX7" fmla="*/ 1193 w 6343"/>
                  <a:gd name="connsiteY7" fmla="*/ 5614 h 6345"/>
                  <a:gd name="connsiteX8" fmla="*/ 343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43"/>
                    </a:moveTo>
                    <a:cubicBezTo>
                      <a:pt x="4277" y="6543"/>
                      <a:pt x="5084" y="6209"/>
                      <a:pt x="5679" y="5614"/>
                    </a:cubicBezTo>
                    <a:cubicBezTo>
                      <a:pt x="6273" y="5019"/>
                      <a:pt x="6608" y="4212"/>
                      <a:pt x="6608" y="3370"/>
                    </a:cubicBezTo>
                    <a:cubicBezTo>
                      <a:pt x="6608" y="2529"/>
                      <a:pt x="6273" y="1722"/>
                      <a:pt x="5679" y="1127"/>
                    </a:cubicBezTo>
                    <a:cubicBezTo>
                      <a:pt x="5084" y="532"/>
                      <a:pt x="4277" y="198"/>
                      <a:pt x="3436" y="198"/>
                    </a:cubicBezTo>
                    <a:cubicBezTo>
                      <a:pt x="2595" y="198"/>
                      <a:pt x="1788" y="532"/>
                      <a:pt x="1193" y="1127"/>
                    </a:cubicBezTo>
                    <a:cubicBezTo>
                      <a:pt x="599" y="1722"/>
                      <a:pt x="264" y="2529"/>
                      <a:pt x="264" y="3370"/>
                    </a:cubicBezTo>
                    <a:cubicBezTo>
                      <a:pt x="264" y="4212"/>
                      <a:pt x="599" y="5019"/>
                      <a:pt x="1193" y="5614"/>
                    </a:cubicBezTo>
                    <a:cubicBezTo>
                      <a:pt x="1788" y="6209"/>
                      <a:pt x="2595" y="6543"/>
                      <a:pt x="343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7" name="Freeform: Shape 1216">
                <a:extLst>
                  <a:ext uri="{FF2B5EF4-FFF2-40B4-BE49-F238E27FC236}">
                    <a16:creationId xmlns:a16="http://schemas.microsoft.com/office/drawing/2014/main" id="{20555664-3346-E7B8-E7B6-DADD4ABD0FC3}"/>
                  </a:ext>
                </a:extLst>
              </p:cNvPr>
              <p:cNvSpPr/>
              <p:nvPr/>
            </p:nvSpPr>
            <p:spPr>
              <a:xfrm>
                <a:off x="4200748" y="5988307"/>
                <a:ext cx="6343" cy="6345"/>
              </a:xfrm>
              <a:custGeom>
                <a:avLst/>
                <a:gdLst>
                  <a:gd name="connsiteX0" fmla="*/ 3436 w 6343"/>
                  <a:gd name="connsiteY0" fmla="*/ 6543 h 6345"/>
                  <a:gd name="connsiteX1" fmla="*/ 5678 w 6343"/>
                  <a:gd name="connsiteY1" fmla="*/ 5614 h 6345"/>
                  <a:gd name="connsiteX2" fmla="*/ 6607 w 6343"/>
                  <a:gd name="connsiteY2" fmla="*/ 3370 h 6345"/>
                  <a:gd name="connsiteX3" fmla="*/ 5678 w 6343"/>
                  <a:gd name="connsiteY3" fmla="*/ 1127 h 6345"/>
                  <a:gd name="connsiteX4" fmla="*/ 3436 w 6343"/>
                  <a:gd name="connsiteY4" fmla="*/ 198 h 6345"/>
                  <a:gd name="connsiteX5" fmla="*/ 1193 w 6343"/>
                  <a:gd name="connsiteY5" fmla="*/ 1127 h 6345"/>
                  <a:gd name="connsiteX6" fmla="*/ 264 w 6343"/>
                  <a:gd name="connsiteY6" fmla="*/ 3370 h 6345"/>
                  <a:gd name="connsiteX7" fmla="*/ 1193 w 6343"/>
                  <a:gd name="connsiteY7" fmla="*/ 5614 h 6345"/>
                  <a:gd name="connsiteX8" fmla="*/ 343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43"/>
                    </a:moveTo>
                    <a:cubicBezTo>
                      <a:pt x="4277" y="6543"/>
                      <a:pt x="5083" y="6209"/>
                      <a:pt x="5678" y="5614"/>
                    </a:cubicBezTo>
                    <a:cubicBezTo>
                      <a:pt x="6273" y="5019"/>
                      <a:pt x="6607" y="4212"/>
                      <a:pt x="6607" y="3370"/>
                    </a:cubicBezTo>
                    <a:cubicBezTo>
                      <a:pt x="6607" y="2529"/>
                      <a:pt x="6273" y="1722"/>
                      <a:pt x="5678" y="1127"/>
                    </a:cubicBezTo>
                    <a:cubicBezTo>
                      <a:pt x="5083" y="532"/>
                      <a:pt x="4277" y="198"/>
                      <a:pt x="3436" y="198"/>
                    </a:cubicBezTo>
                    <a:cubicBezTo>
                      <a:pt x="2594" y="198"/>
                      <a:pt x="1788" y="532"/>
                      <a:pt x="1193" y="1127"/>
                    </a:cubicBezTo>
                    <a:cubicBezTo>
                      <a:pt x="598" y="1722"/>
                      <a:pt x="264" y="2529"/>
                      <a:pt x="264" y="3370"/>
                    </a:cubicBezTo>
                    <a:cubicBezTo>
                      <a:pt x="264" y="4212"/>
                      <a:pt x="598" y="5019"/>
                      <a:pt x="1193" y="5614"/>
                    </a:cubicBezTo>
                    <a:cubicBezTo>
                      <a:pt x="1788" y="6209"/>
                      <a:pt x="2594" y="6543"/>
                      <a:pt x="343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8" name="Freeform: Shape 1217">
                <a:extLst>
                  <a:ext uri="{FF2B5EF4-FFF2-40B4-BE49-F238E27FC236}">
                    <a16:creationId xmlns:a16="http://schemas.microsoft.com/office/drawing/2014/main" id="{9534FDD2-EAA8-EB07-BD9B-BE2E85C43DA5}"/>
                  </a:ext>
                </a:extLst>
              </p:cNvPr>
              <p:cNvSpPr/>
              <p:nvPr/>
            </p:nvSpPr>
            <p:spPr>
              <a:xfrm>
                <a:off x="4186303" y="5986494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7 w 6343"/>
                  <a:gd name="connsiteY1" fmla="*/ 5614 h 6345"/>
                  <a:gd name="connsiteX2" fmla="*/ 6606 w 6343"/>
                  <a:gd name="connsiteY2" fmla="*/ 3370 h 6345"/>
                  <a:gd name="connsiteX3" fmla="*/ 5677 w 6343"/>
                  <a:gd name="connsiteY3" fmla="*/ 1127 h 6345"/>
                  <a:gd name="connsiteX4" fmla="*/ 3434 w 6343"/>
                  <a:gd name="connsiteY4" fmla="*/ 198 h 6345"/>
                  <a:gd name="connsiteX5" fmla="*/ 1192 w 6343"/>
                  <a:gd name="connsiteY5" fmla="*/ 1127 h 6345"/>
                  <a:gd name="connsiteX6" fmla="*/ 263 w 6343"/>
                  <a:gd name="connsiteY6" fmla="*/ 3370 h 6345"/>
                  <a:gd name="connsiteX7" fmla="*/ 1192 w 6343"/>
                  <a:gd name="connsiteY7" fmla="*/ 5614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2" y="6209"/>
                      <a:pt x="5677" y="5614"/>
                    </a:cubicBezTo>
                    <a:cubicBezTo>
                      <a:pt x="6272" y="5019"/>
                      <a:pt x="6606" y="4212"/>
                      <a:pt x="6606" y="3370"/>
                    </a:cubicBezTo>
                    <a:cubicBezTo>
                      <a:pt x="6606" y="2529"/>
                      <a:pt x="6272" y="1722"/>
                      <a:pt x="5677" y="1127"/>
                    </a:cubicBezTo>
                    <a:cubicBezTo>
                      <a:pt x="5082" y="532"/>
                      <a:pt x="4275" y="198"/>
                      <a:pt x="3434" y="198"/>
                    </a:cubicBezTo>
                    <a:cubicBezTo>
                      <a:pt x="2593" y="198"/>
                      <a:pt x="1786" y="532"/>
                      <a:pt x="1192" y="1127"/>
                    </a:cubicBezTo>
                    <a:cubicBezTo>
                      <a:pt x="597" y="1722"/>
                      <a:pt x="263" y="2529"/>
                      <a:pt x="263" y="3370"/>
                    </a:cubicBezTo>
                    <a:cubicBezTo>
                      <a:pt x="263" y="4212"/>
                      <a:pt x="597" y="5019"/>
                      <a:pt x="1192" y="5614"/>
                    </a:cubicBezTo>
                    <a:cubicBezTo>
                      <a:pt x="1786" y="6209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9" name="Freeform: Shape 1218">
                <a:extLst>
                  <a:ext uri="{FF2B5EF4-FFF2-40B4-BE49-F238E27FC236}">
                    <a16:creationId xmlns:a16="http://schemas.microsoft.com/office/drawing/2014/main" id="{1FE57792-FD12-EA0E-7CE0-68E7A23F1DCD}"/>
                  </a:ext>
                </a:extLst>
              </p:cNvPr>
              <p:cNvSpPr/>
              <p:nvPr/>
            </p:nvSpPr>
            <p:spPr>
              <a:xfrm>
                <a:off x="4181577" y="5985831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7 w 6343"/>
                  <a:gd name="connsiteY1" fmla="*/ 5614 h 6345"/>
                  <a:gd name="connsiteX2" fmla="*/ 6606 w 6343"/>
                  <a:gd name="connsiteY2" fmla="*/ 3370 h 6345"/>
                  <a:gd name="connsiteX3" fmla="*/ 5677 w 6343"/>
                  <a:gd name="connsiteY3" fmla="*/ 1127 h 6345"/>
                  <a:gd name="connsiteX4" fmla="*/ 3434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4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2" y="6209"/>
                      <a:pt x="5677" y="5614"/>
                    </a:cubicBezTo>
                    <a:cubicBezTo>
                      <a:pt x="6271" y="5019"/>
                      <a:pt x="6606" y="4212"/>
                      <a:pt x="6606" y="3370"/>
                    </a:cubicBezTo>
                    <a:cubicBezTo>
                      <a:pt x="6606" y="2529"/>
                      <a:pt x="6271" y="1722"/>
                      <a:pt x="5677" y="1127"/>
                    </a:cubicBezTo>
                    <a:cubicBezTo>
                      <a:pt x="5082" y="532"/>
                      <a:pt x="4275" y="197"/>
                      <a:pt x="3434" y="197"/>
                    </a:cubicBezTo>
                    <a:cubicBezTo>
                      <a:pt x="2593" y="197"/>
                      <a:pt x="1786" y="532"/>
                      <a:pt x="1191" y="1127"/>
                    </a:cubicBezTo>
                    <a:cubicBezTo>
                      <a:pt x="597" y="1722"/>
                      <a:pt x="262" y="2529"/>
                      <a:pt x="262" y="3370"/>
                    </a:cubicBezTo>
                    <a:cubicBezTo>
                      <a:pt x="262" y="4212"/>
                      <a:pt x="597" y="5019"/>
                      <a:pt x="1191" y="5614"/>
                    </a:cubicBezTo>
                    <a:cubicBezTo>
                      <a:pt x="1786" y="6209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0" name="Freeform: Shape 1219">
                <a:extLst>
                  <a:ext uri="{FF2B5EF4-FFF2-40B4-BE49-F238E27FC236}">
                    <a16:creationId xmlns:a16="http://schemas.microsoft.com/office/drawing/2014/main" id="{A9E4CA1A-E6AB-3701-A436-1EF930809F00}"/>
                  </a:ext>
                </a:extLst>
              </p:cNvPr>
              <p:cNvSpPr/>
              <p:nvPr/>
            </p:nvSpPr>
            <p:spPr>
              <a:xfrm>
                <a:off x="4177644" y="5985754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6 w 6343"/>
                  <a:gd name="connsiteY1" fmla="*/ 5614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4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4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2" y="6209"/>
                      <a:pt x="5676" y="5614"/>
                    </a:cubicBezTo>
                    <a:cubicBezTo>
                      <a:pt x="6271" y="5019"/>
                      <a:pt x="6605" y="4212"/>
                      <a:pt x="6605" y="3370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2" y="532"/>
                      <a:pt x="4275" y="197"/>
                      <a:pt x="3434" y="197"/>
                    </a:cubicBezTo>
                    <a:cubicBezTo>
                      <a:pt x="2593" y="197"/>
                      <a:pt x="1786" y="532"/>
                      <a:pt x="1191" y="1127"/>
                    </a:cubicBezTo>
                    <a:cubicBezTo>
                      <a:pt x="596" y="1722"/>
                      <a:pt x="262" y="2529"/>
                      <a:pt x="262" y="3370"/>
                    </a:cubicBezTo>
                    <a:cubicBezTo>
                      <a:pt x="262" y="4212"/>
                      <a:pt x="596" y="5019"/>
                      <a:pt x="1191" y="5614"/>
                    </a:cubicBezTo>
                    <a:cubicBezTo>
                      <a:pt x="1786" y="6209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1" name="Freeform: Shape 1220">
                <a:extLst>
                  <a:ext uri="{FF2B5EF4-FFF2-40B4-BE49-F238E27FC236}">
                    <a16:creationId xmlns:a16="http://schemas.microsoft.com/office/drawing/2014/main" id="{DE825E51-1996-8983-FEE0-06EB88D336E6}"/>
                  </a:ext>
                </a:extLst>
              </p:cNvPr>
              <p:cNvSpPr/>
              <p:nvPr/>
            </p:nvSpPr>
            <p:spPr>
              <a:xfrm>
                <a:off x="4172295" y="5984451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4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3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4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8"/>
                      <a:pt x="5676" y="5614"/>
                    </a:cubicBezTo>
                    <a:cubicBezTo>
                      <a:pt x="6271" y="5019"/>
                      <a:pt x="6605" y="4212"/>
                      <a:pt x="6605" y="3370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1" y="532"/>
                      <a:pt x="4274" y="197"/>
                      <a:pt x="3433" y="197"/>
                    </a:cubicBezTo>
                    <a:cubicBezTo>
                      <a:pt x="2592" y="197"/>
                      <a:pt x="1785" y="532"/>
                      <a:pt x="1191" y="1127"/>
                    </a:cubicBezTo>
                    <a:cubicBezTo>
                      <a:pt x="596" y="1722"/>
                      <a:pt x="262" y="2529"/>
                      <a:pt x="262" y="3370"/>
                    </a:cubicBezTo>
                    <a:cubicBezTo>
                      <a:pt x="262" y="4212"/>
                      <a:pt x="596" y="5019"/>
                      <a:pt x="1191" y="5614"/>
                    </a:cubicBezTo>
                    <a:cubicBezTo>
                      <a:pt x="1785" y="6208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2" name="Freeform: Shape 1221">
                <a:extLst>
                  <a:ext uri="{FF2B5EF4-FFF2-40B4-BE49-F238E27FC236}">
                    <a16:creationId xmlns:a16="http://schemas.microsoft.com/office/drawing/2014/main" id="{FDAEF83A-25FF-F2C1-E9AD-B50BA91D7C02}"/>
                  </a:ext>
                </a:extLst>
              </p:cNvPr>
              <p:cNvSpPr/>
              <p:nvPr/>
            </p:nvSpPr>
            <p:spPr>
              <a:xfrm>
                <a:off x="4164218" y="5983839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5 w 6343"/>
                  <a:gd name="connsiteY1" fmla="*/ 5613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3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3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8"/>
                      <a:pt x="5675" y="5613"/>
                    </a:cubicBezTo>
                    <a:cubicBezTo>
                      <a:pt x="6270" y="5019"/>
                      <a:pt x="6604" y="4211"/>
                      <a:pt x="6604" y="3370"/>
                    </a:cubicBezTo>
                    <a:cubicBezTo>
                      <a:pt x="6604" y="2529"/>
                      <a:pt x="6270" y="1722"/>
                      <a:pt x="5675" y="1127"/>
                    </a:cubicBezTo>
                    <a:cubicBezTo>
                      <a:pt x="5081" y="532"/>
                      <a:pt x="4274" y="197"/>
                      <a:pt x="3433" y="197"/>
                    </a:cubicBezTo>
                    <a:cubicBezTo>
                      <a:pt x="2592" y="197"/>
                      <a:pt x="1785" y="532"/>
                      <a:pt x="1190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1"/>
                      <a:pt x="595" y="5019"/>
                      <a:pt x="1190" y="5613"/>
                    </a:cubicBezTo>
                    <a:cubicBezTo>
                      <a:pt x="1785" y="6208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3" name="Freeform: Shape 1222">
                <a:extLst>
                  <a:ext uri="{FF2B5EF4-FFF2-40B4-BE49-F238E27FC236}">
                    <a16:creationId xmlns:a16="http://schemas.microsoft.com/office/drawing/2014/main" id="{94BEA231-B3CB-523F-F366-B7C8BE573B52}"/>
                  </a:ext>
                </a:extLst>
              </p:cNvPr>
              <p:cNvSpPr/>
              <p:nvPr/>
            </p:nvSpPr>
            <p:spPr>
              <a:xfrm>
                <a:off x="4158184" y="5981730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3 h 6345"/>
                  <a:gd name="connsiteX2" fmla="*/ 6604 w 6343"/>
                  <a:gd name="connsiteY2" fmla="*/ 3370 h 6345"/>
                  <a:gd name="connsiteX3" fmla="*/ 5675 w 6343"/>
                  <a:gd name="connsiteY3" fmla="*/ 1126 h 6345"/>
                  <a:gd name="connsiteX4" fmla="*/ 3432 w 6343"/>
                  <a:gd name="connsiteY4" fmla="*/ 197 h 6345"/>
                  <a:gd name="connsiteX5" fmla="*/ 1190 w 6343"/>
                  <a:gd name="connsiteY5" fmla="*/ 1126 h 6345"/>
                  <a:gd name="connsiteX6" fmla="*/ 261 w 6343"/>
                  <a:gd name="connsiteY6" fmla="*/ 3370 h 6345"/>
                  <a:gd name="connsiteX7" fmla="*/ 1190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8"/>
                      <a:pt x="5675" y="5613"/>
                    </a:cubicBezTo>
                    <a:cubicBezTo>
                      <a:pt x="6270" y="5018"/>
                      <a:pt x="6604" y="4211"/>
                      <a:pt x="6604" y="3370"/>
                    </a:cubicBezTo>
                    <a:cubicBezTo>
                      <a:pt x="6604" y="2528"/>
                      <a:pt x="6270" y="1721"/>
                      <a:pt x="5675" y="1126"/>
                    </a:cubicBezTo>
                    <a:cubicBezTo>
                      <a:pt x="5080" y="531"/>
                      <a:pt x="4273" y="197"/>
                      <a:pt x="3432" y="197"/>
                    </a:cubicBezTo>
                    <a:cubicBezTo>
                      <a:pt x="2591" y="197"/>
                      <a:pt x="1784" y="531"/>
                      <a:pt x="1190" y="1126"/>
                    </a:cubicBezTo>
                    <a:cubicBezTo>
                      <a:pt x="595" y="1721"/>
                      <a:pt x="261" y="2528"/>
                      <a:pt x="261" y="3370"/>
                    </a:cubicBezTo>
                    <a:cubicBezTo>
                      <a:pt x="261" y="4211"/>
                      <a:pt x="595" y="5018"/>
                      <a:pt x="1190" y="5613"/>
                    </a:cubicBezTo>
                    <a:cubicBezTo>
                      <a:pt x="1784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4" name="Freeform: Shape 1223">
                <a:extLst>
                  <a:ext uri="{FF2B5EF4-FFF2-40B4-BE49-F238E27FC236}">
                    <a16:creationId xmlns:a16="http://schemas.microsoft.com/office/drawing/2014/main" id="{D8A5B836-3E73-8E58-348B-3E255F725754}"/>
                  </a:ext>
                </a:extLst>
              </p:cNvPr>
              <p:cNvSpPr/>
              <p:nvPr/>
            </p:nvSpPr>
            <p:spPr>
              <a:xfrm>
                <a:off x="4156418" y="5983256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3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2 w 6343"/>
                  <a:gd name="connsiteY4" fmla="*/ 197 h 6345"/>
                  <a:gd name="connsiteX5" fmla="*/ 1189 w 6343"/>
                  <a:gd name="connsiteY5" fmla="*/ 1127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8"/>
                      <a:pt x="5675" y="5613"/>
                    </a:cubicBezTo>
                    <a:cubicBezTo>
                      <a:pt x="6269" y="5018"/>
                      <a:pt x="6604" y="4211"/>
                      <a:pt x="6604" y="3370"/>
                    </a:cubicBezTo>
                    <a:cubicBezTo>
                      <a:pt x="6604" y="2529"/>
                      <a:pt x="6269" y="1722"/>
                      <a:pt x="5675" y="1127"/>
                    </a:cubicBezTo>
                    <a:cubicBezTo>
                      <a:pt x="5080" y="532"/>
                      <a:pt x="4273" y="197"/>
                      <a:pt x="3432" y="197"/>
                    </a:cubicBezTo>
                    <a:cubicBezTo>
                      <a:pt x="2591" y="197"/>
                      <a:pt x="1784" y="532"/>
                      <a:pt x="1189" y="1127"/>
                    </a:cubicBezTo>
                    <a:cubicBezTo>
                      <a:pt x="595" y="1722"/>
                      <a:pt x="260" y="2529"/>
                      <a:pt x="260" y="3370"/>
                    </a:cubicBezTo>
                    <a:cubicBezTo>
                      <a:pt x="260" y="4211"/>
                      <a:pt x="595" y="5018"/>
                      <a:pt x="1189" y="5613"/>
                    </a:cubicBezTo>
                    <a:cubicBezTo>
                      <a:pt x="1784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5046EA1B-8A75-96C7-5C9F-0DD6D89E85FC}"/>
                  </a:ext>
                </a:extLst>
              </p:cNvPr>
              <p:cNvSpPr/>
              <p:nvPr/>
            </p:nvSpPr>
            <p:spPr>
              <a:xfrm>
                <a:off x="4149971" y="5980633"/>
                <a:ext cx="6343" cy="6345"/>
              </a:xfrm>
              <a:custGeom>
                <a:avLst/>
                <a:gdLst>
                  <a:gd name="connsiteX0" fmla="*/ 3432 w 6343"/>
                  <a:gd name="connsiteY0" fmla="*/ 6542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6 h 6345"/>
                  <a:gd name="connsiteX4" fmla="*/ 3432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2"/>
                    </a:moveTo>
                    <a:cubicBezTo>
                      <a:pt x="4273" y="6542"/>
                      <a:pt x="5079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8"/>
                      <a:pt x="6269" y="1721"/>
                      <a:pt x="5674" y="1126"/>
                    </a:cubicBezTo>
                    <a:cubicBezTo>
                      <a:pt x="5079" y="531"/>
                      <a:pt x="4273" y="197"/>
                      <a:pt x="3432" y="197"/>
                    </a:cubicBezTo>
                    <a:cubicBezTo>
                      <a:pt x="2590" y="197"/>
                      <a:pt x="1784" y="531"/>
                      <a:pt x="1189" y="1126"/>
                    </a:cubicBezTo>
                    <a:cubicBezTo>
                      <a:pt x="594" y="1721"/>
                      <a:pt x="260" y="2528"/>
                      <a:pt x="260" y="3370"/>
                    </a:cubicBezTo>
                    <a:cubicBezTo>
                      <a:pt x="260" y="4211"/>
                      <a:pt x="594" y="5018"/>
                      <a:pt x="1189" y="5613"/>
                    </a:cubicBezTo>
                    <a:cubicBezTo>
                      <a:pt x="1784" y="6208"/>
                      <a:pt x="2590" y="6542"/>
                      <a:pt x="343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868F81D0-63DE-04E1-8F60-2AECDF73D2F1}"/>
                  </a:ext>
                </a:extLst>
              </p:cNvPr>
              <p:cNvSpPr/>
              <p:nvPr/>
            </p:nvSpPr>
            <p:spPr>
              <a:xfrm>
                <a:off x="4148285" y="5982169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6 h 6345"/>
                  <a:gd name="connsiteX4" fmla="*/ 3431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8"/>
                      <a:pt x="6269" y="1721"/>
                      <a:pt x="5674" y="1126"/>
                    </a:cubicBezTo>
                    <a:cubicBezTo>
                      <a:pt x="5079" y="532"/>
                      <a:pt x="4272" y="197"/>
                      <a:pt x="3431" y="197"/>
                    </a:cubicBezTo>
                    <a:cubicBezTo>
                      <a:pt x="2590" y="197"/>
                      <a:pt x="1783" y="532"/>
                      <a:pt x="1189" y="1126"/>
                    </a:cubicBezTo>
                    <a:cubicBezTo>
                      <a:pt x="594" y="1721"/>
                      <a:pt x="260" y="2528"/>
                      <a:pt x="260" y="3370"/>
                    </a:cubicBezTo>
                    <a:cubicBezTo>
                      <a:pt x="260" y="4211"/>
                      <a:pt x="594" y="5018"/>
                      <a:pt x="1189" y="5613"/>
                    </a:cubicBezTo>
                    <a:cubicBezTo>
                      <a:pt x="1783" y="6208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F4247CBA-7AE5-5DC8-6E90-6DD68A1ABE03}"/>
                  </a:ext>
                </a:extLst>
              </p:cNvPr>
              <p:cNvSpPr/>
              <p:nvPr/>
            </p:nvSpPr>
            <p:spPr>
              <a:xfrm>
                <a:off x="4145921" y="5983085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7 h 6345"/>
                  <a:gd name="connsiteX4" fmla="*/ 3431 w 6343"/>
                  <a:gd name="connsiteY4" fmla="*/ 197 h 6345"/>
                  <a:gd name="connsiteX5" fmla="*/ 1189 w 6343"/>
                  <a:gd name="connsiteY5" fmla="*/ 1127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9"/>
                      <a:pt x="6269" y="1722"/>
                      <a:pt x="5674" y="1127"/>
                    </a:cubicBezTo>
                    <a:cubicBezTo>
                      <a:pt x="5079" y="532"/>
                      <a:pt x="4272" y="197"/>
                      <a:pt x="3431" y="197"/>
                    </a:cubicBezTo>
                    <a:cubicBezTo>
                      <a:pt x="2590" y="197"/>
                      <a:pt x="1783" y="532"/>
                      <a:pt x="1189" y="1127"/>
                    </a:cubicBezTo>
                    <a:cubicBezTo>
                      <a:pt x="594" y="1722"/>
                      <a:pt x="260" y="2529"/>
                      <a:pt x="260" y="3370"/>
                    </a:cubicBezTo>
                    <a:cubicBezTo>
                      <a:pt x="260" y="4211"/>
                      <a:pt x="594" y="5018"/>
                      <a:pt x="1189" y="5613"/>
                    </a:cubicBezTo>
                    <a:cubicBezTo>
                      <a:pt x="1783" y="6208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5CBD31F6-519A-0E51-D838-71E518DB15DD}"/>
                  </a:ext>
                </a:extLst>
              </p:cNvPr>
              <p:cNvSpPr/>
              <p:nvPr/>
            </p:nvSpPr>
            <p:spPr>
              <a:xfrm>
                <a:off x="4143346" y="5983789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7 h 6345"/>
                  <a:gd name="connsiteX4" fmla="*/ 3431 w 6343"/>
                  <a:gd name="connsiteY4" fmla="*/ 197 h 6345"/>
                  <a:gd name="connsiteX5" fmla="*/ 1188 w 6343"/>
                  <a:gd name="connsiteY5" fmla="*/ 1127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8"/>
                      <a:pt x="5674" y="5613"/>
                    </a:cubicBezTo>
                    <a:cubicBezTo>
                      <a:pt x="6268" y="5019"/>
                      <a:pt x="6603" y="4211"/>
                      <a:pt x="6603" y="3370"/>
                    </a:cubicBezTo>
                    <a:cubicBezTo>
                      <a:pt x="6603" y="2529"/>
                      <a:pt x="6268" y="1722"/>
                      <a:pt x="5674" y="1127"/>
                    </a:cubicBezTo>
                    <a:cubicBezTo>
                      <a:pt x="5079" y="532"/>
                      <a:pt x="4272" y="197"/>
                      <a:pt x="3431" y="197"/>
                    </a:cubicBezTo>
                    <a:cubicBezTo>
                      <a:pt x="2590" y="197"/>
                      <a:pt x="1783" y="532"/>
                      <a:pt x="1188" y="1127"/>
                    </a:cubicBezTo>
                    <a:cubicBezTo>
                      <a:pt x="594" y="1722"/>
                      <a:pt x="259" y="2529"/>
                      <a:pt x="259" y="3370"/>
                    </a:cubicBezTo>
                    <a:cubicBezTo>
                      <a:pt x="259" y="4211"/>
                      <a:pt x="594" y="5019"/>
                      <a:pt x="1188" y="5613"/>
                    </a:cubicBezTo>
                    <a:cubicBezTo>
                      <a:pt x="1783" y="6208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08FC399D-4ADB-068B-6633-F7E98D2ADA12}"/>
                  </a:ext>
                </a:extLst>
              </p:cNvPr>
              <p:cNvSpPr/>
              <p:nvPr/>
            </p:nvSpPr>
            <p:spPr>
              <a:xfrm>
                <a:off x="4136015" y="5983071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7 h 6345"/>
                  <a:gd name="connsiteX4" fmla="*/ 3430 w 6343"/>
                  <a:gd name="connsiteY4" fmla="*/ 197 h 6345"/>
                  <a:gd name="connsiteX5" fmla="*/ 1188 w 6343"/>
                  <a:gd name="connsiteY5" fmla="*/ 1127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2" y="6543"/>
                      <a:pt x="5078" y="6208"/>
                      <a:pt x="5673" y="5613"/>
                    </a:cubicBezTo>
                    <a:cubicBezTo>
                      <a:pt x="6268" y="5018"/>
                      <a:pt x="6602" y="4211"/>
                      <a:pt x="6602" y="3370"/>
                    </a:cubicBezTo>
                    <a:cubicBezTo>
                      <a:pt x="6602" y="2529"/>
                      <a:pt x="6268" y="1722"/>
                      <a:pt x="5673" y="1127"/>
                    </a:cubicBezTo>
                    <a:cubicBezTo>
                      <a:pt x="5078" y="532"/>
                      <a:pt x="4272" y="197"/>
                      <a:pt x="3430" y="197"/>
                    </a:cubicBezTo>
                    <a:cubicBezTo>
                      <a:pt x="2589" y="197"/>
                      <a:pt x="1783" y="532"/>
                      <a:pt x="1188" y="1127"/>
                    </a:cubicBezTo>
                    <a:cubicBezTo>
                      <a:pt x="593" y="1722"/>
                      <a:pt x="259" y="2529"/>
                      <a:pt x="259" y="3370"/>
                    </a:cubicBezTo>
                    <a:cubicBezTo>
                      <a:pt x="259" y="4211"/>
                      <a:pt x="593" y="5018"/>
                      <a:pt x="1188" y="5613"/>
                    </a:cubicBezTo>
                    <a:cubicBezTo>
                      <a:pt x="1783" y="6208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3CBF09DC-0724-9765-6711-B4912380BD26}"/>
                  </a:ext>
                </a:extLst>
              </p:cNvPr>
              <p:cNvSpPr/>
              <p:nvPr/>
            </p:nvSpPr>
            <p:spPr>
              <a:xfrm>
                <a:off x="4409628" y="6246921"/>
                <a:ext cx="6343" cy="6345"/>
              </a:xfrm>
              <a:custGeom>
                <a:avLst/>
                <a:gdLst>
                  <a:gd name="connsiteX0" fmla="*/ 3452 w 6343"/>
                  <a:gd name="connsiteY0" fmla="*/ 6563 h 6345"/>
                  <a:gd name="connsiteX1" fmla="*/ 5695 w 6343"/>
                  <a:gd name="connsiteY1" fmla="*/ 5634 h 6345"/>
                  <a:gd name="connsiteX2" fmla="*/ 6624 w 6343"/>
                  <a:gd name="connsiteY2" fmla="*/ 3391 h 6345"/>
                  <a:gd name="connsiteX3" fmla="*/ 5695 w 6343"/>
                  <a:gd name="connsiteY3" fmla="*/ 1147 h 6345"/>
                  <a:gd name="connsiteX4" fmla="*/ 3452 w 6343"/>
                  <a:gd name="connsiteY4" fmla="*/ 218 h 6345"/>
                  <a:gd name="connsiteX5" fmla="*/ 1209 w 6343"/>
                  <a:gd name="connsiteY5" fmla="*/ 1147 h 6345"/>
                  <a:gd name="connsiteX6" fmla="*/ 280 w 6343"/>
                  <a:gd name="connsiteY6" fmla="*/ 3391 h 6345"/>
                  <a:gd name="connsiteX7" fmla="*/ 1209 w 6343"/>
                  <a:gd name="connsiteY7" fmla="*/ 5634 h 6345"/>
                  <a:gd name="connsiteX8" fmla="*/ 345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3"/>
                    </a:moveTo>
                    <a:cubicBezTo>
                      <a:pt x="4293" y="6563"/>
                      <a:pt x="5100" y="6229"/>
                      <a:pt x="5695" y="5634"/>
                    </a:cubicBezTo>
                    <a:cubicBezTo>
                      <a:pt x="6289" y="5039"/>
                      <a:pt x="6624" y="4232"/>
                      <a:pt x="6624" y="3391"/>
                    </a:cubicBezTo>
                    <a:cubicBezTo>
                      <a:pt x="6624" y="2549"/>
                      <a:pt x="6289" y="1742"/>
                      <a:pt x="5695" y="1147"/>
                    </a:cubicBezTo>
                    <a:cubicBezTo>
                      <a:pt x="5100" y="552"/>
                      <a:pt x="4293" y="218"/>
                      <a:pt x="3452" y="218"/>
                    </a:cubicBezTo>
                    <a:cubicBezTo>
                      <a:pt x="2611" y="218"/>
                      <a:pt x="1804" y="552"/>
                      <a:pt x="1209" y="1147"/>
                    </a:cubicBezTo>
                    <a:cubicBezTo>
                      <a:pt x="615" y="1742"/>
                      <a:pt x="280" y="2549"/>
                      <a:pt x="280" y="3391"/>
                    </a:cubicBezTo>
                    <a:cubicBezTo>
                      <a:pt x="280" y="4232"/>
                      <a:pt x="615" y="5039"/>
                      <a:pt x="1209" y="5634"/>
                    </a:cubicBezTo>
                    <a:cubicBezTo>
                      <a:pt x="1804" y="6229"/>
                      <a:pt x="2611" y="6563"/>
                      <a:pt x="345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3222115C-9C41-5228-9BF8-DC985165C593}"/>
                  </a:ext>
                </a:extLst>
              </p:cNvPr>
              <p:cNvSpPr/>
              <p:nvPr/>
            </p:nvSpPr>
            <p:spPr>
              <a:xfrm>
                <a:off x="4121870" y="5981547"/>
                <a:ext cx="6343" cy="6345"/>
              </a:xfrm>
              <a:custGeom>
                <a:avLst/>
                <a:gdLst>
                  <a:gd name="connsiteX0" fmla="*/ 3429 w 6343"/>
                  <a:gd name="connsiteY0" fmla="*/ 6543 h 6345"/>
                  <a:gd name="connsiteX1" fmla="*/ 5672 w 6343"/>
                  <a:gd name="connsiteY1" fmla="*/ 5613 h 6345"/>
                  <a:gd name="connsiteX2" fmla="*/ 6601 w 6343"/>
                  <a:gd name="connsiteY2" fmla="*/ 3370 h 6345"/>
                  <a:gd name="connsiteX3" fmla="*/ 5672 w 6343"/>
                  <a:gd name="connsiteY3" fmla="*/ 1126 h 6345"/>
                  <a:gd name="connsiteX4" fmla="*/ 3429 w 6343"/>
                  <a:gd name="connsiteY4" fmla="*/ 197 h 6345"/>
                  <a:gd name="connsiteX5" fmla="*/ 1187 w 6343"/>
                  <a:gd name="connsiteY5" fmla="*/ 1126 h 6345"/>
                  <a:gd name="connsiteX6" fmla="*/ 258 w 6343"/>
                  <a:gd name="connsiteY6" fmla="*/ 3370 h 6345"/>
                  <a:gd name="connsiteX7" fmla="*/ 1187 w 6343"/>
                  <a:gd name="connsiteY7" fmla="*/ 5613 h 6345"/>
                  <a:gd name="connsiteX8" fmla="*/ 3429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43"/>
                    </a:moveTo>
                    <a:cubicBezTo>
                      <a:pt x="4270" y="6543"/>
                      <a:pt x="5077" y="6208"/>
                      <a:pt x="5672" y="5613"/>
                    </a:cubicBezTo>
                    <a:cubicBezTo>
                      <a:pt x="6267" y="5018"/>
                      <a:pt x="6601" y="4211"/>
                      <a:pt x="6601" y="3370"/>
                    </a:cubicBezTo>
                    <a:cubicBezTo>
                      <a:pt x="6601" y="2528"/>
                      <a:pt x="6267" y="1721"/>
                      <a:pt x="5672" y="1126"/>
                    </a:cubicBezTo>
                    <a:cubicBezTo>
                      <a:pt x="5077" y="531"/>
                      <a:pt x="4270" y="197"/>
                      <a:pt x="3429" y="197"/>
                    </a:cubicBezTo>
                    <a:cubicBezTo>
                      <a:pt x="2588" y="197"/>
                      <a:pt x="1781" y="531"/>
                      <a:pt x="1187" y="1126"/>
                    </a:cubicBezTo>
                    <a:cubicBezTo>
                      <a:pt x="592" y="1721"/>
                      <a:pt x="258" y="2528"/>
                      <a:pt x="258" y="3370"/>
                    </a:cubicBezTo>
                    <a:cubicBezTo>
                      <a:pt x="258" y="4211"/>
                      <a:pt x="592" y="5018"/>
                      <a:pt x="1187" y="5613"/>
                    </a:cubicBezTo>
                    <a:cubicBezTo>
                      <a:pt x="1781" y="6208"/>
                      <a:pt x="2588" y="6543"/>
                      <a:pt x="3429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2" name="Freeform: Shape 1231">
                <a:extLst>
                  <a:ext uri="{FF2B5EF4-FFF2-40B4-BE49-F238E27FC236}">
                    <a16:creationId xmlns:a16="http://schemas.microsoft.com/office/drawing/2014/main" id="{0FDF967A-A72B-33C3-78A3-635EBABC9FB4}"/>
                  </a:ext>
                </a:extLst>
              </p:cNvPr>
              <p:cNvSpPr/>
              <p:nvPr/>
            </p:nvSpPr>
            <p:spPr>
              <a:xfrm>
                <a:off x="4403487" y="6266512"/>
                <a:ext cx="6343" cy="6345"/>
              </a:xfrm>
              <a:custGeom>
                <a:avLst/>
                <a:gdLst>
                  <a:gd name="connsiteX0" fmla="*/ 3451 w 6343"/>
                  <a:gd name="connsiteY0" fmla="*/ 6565 h 6345"/>
                  <a:gd name="connsiteX1" fmla="*/ 5694 w 6343"/>
                  <a:gd name="connsiteY1" fmla="*/ 5636 h 6345"/>
                  <a:gd name="connsiteX2" fmla="*/ 6623 w 6343"/>
                  <a:gd name="connsiteY2" fmla="*/ 3392 h 6345"/>
                  <a:gd name="connsiteX3" fmla="*/ 5694 w 6343"/>
                  <a:gd name="connsiteY3" fmla="*/ 1149 h 6345"/>
                  <a:gd name="connsiteX4" fmla="*/ 3451 w 6343"/>
                  <a:gd name="connsiteY4" fmla="*/ 220 h 6345"/>
                  <a:gd name="connsiteX5" fmla="*/ 1209 w 6343"/>
                  <a:gd name="connsiteY5" fmla="*/ 1149 h 6345"/>
                  <a:gd name="connsiteX6" fmla="*/ 280 w 6343"/>
                  <a:gd name="connsiteY6" fmla="*/ 3392 h 6345"/>
                  <a:gd name="connsiteX7" fmla="*/ 1209 w 6343"/>
                  <a:gd name="connsiteY7" fmla="*/ 5636 h 6345"/>
                  <a:gd name="connsiteX8" fmla="*/ 3451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565"/>
                    </a:moveTo>
                    <a:cubicBezTo>
                      <a:pt x="4293" y="6565"/>
                      <a:pt x="5099" y="6231"/>
                      <a:pt x="5694" y="5636"/>
                    </a:cubicBezTo>
                    <a:cubicBezTo>
                      <a:pt x="6289" y="5041"/>
                      <a:pt x="6623" y="4234"/>
                      <a:pt x="6623" y="3392"/>
                    </a:cubicBezTo>
                    <a:cubicBezTo>
                      <a:pt x="6623" y="2551"/>
                      <a:pt x="6289" y="1744"/>
                      <a:pt x="5694" y="1149"/>
                    </a:cubicBezTo>
                    <a:cubicBezTo>
                      <a:pt x="5099" y="554"/>
                      <a:pt x="4293" y="220"/>
                      <a:pt x="3451" y="220"/>
                    </a:cubicBezTo>
                    <a:cubicBezTo>
                      <a:pt x="2610" y="220"/>
                      <a:pt x="1804" y="554"/>
                      <a:pt x="1209" y="1149"/>
                    </a:cubicBezTo>
                    <a:cubicBezTo>
                      <a:pt x="614" y="1744"/>
                      <a:pt x="280" y="2551"/>
                      <a:pt x="280" y="3392"/>
                    </a:cubicBezTo>
                    <a:cubicBezTo>
                      <a:pt x="280" y="4234"/>
                      <a:pt x="614" y="5041"/>
                      <a:pt x="1209" y="5636"/>
                    </a:cubicBezTo>
                    <a:cubicBezTo>
                      <a:pt x="1804" y="6231"/>
                      <a:pt x="2610" y="6565"/>
                      <a:pt x="3451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3" name="Freeform: Shape 1232">
                <a:extLst>
                  <a:ext uri="{FF2B5EF4-FFF2-40B4-BE49-F238E27FC236}">
                    <a16:creationId xmlns:a16="http://schemas.microsoft.com/office/drawing/2014/main" id="{A171D4A2-851F-B282-241B-DAD99FC4F93C}"/>
                  </a:ext>
                </a:extLst>
              </p:cNvPr>
              <p:cNvSpPr/>
              <p:nvPr/>
            </p:nvSpPr>
            <p:spPr>
              <a:xfrm>
                <a:off x="4115422" y="5981124"/>
                <a:ext cx="6343" cy="6345"/>
              </a:xfrm>
              <a:custGeom>
                <a:avLst/>
                <a:gdLst>
                  <a:gd name="connsiteX0" fmla="*/ 3429 w 6343"/>
                  <a:gd name="connsiteY0" fmla="*/ 6543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6 h 6345"/>
                  <a:gd name="connsiteX4" fmla="*/ 3429 w 6343"/>
                  <a:gd name="connsiteY4" fmla="*/ 197 h 6345"/>
                  <a:gd name="connsiteX5" fmla="*/ 1186 w 6343"/>
                  <a:gd name="connsiteY5" fmla="*/ 1126 h 6345"/>
                  <a:gd name="connsiteX6" fmla="*/ 257 w 6343"/>
                  <a:gd name="connsiteY6" fmla="*/ 3370 h 6345"/>
                  <a:gd name="connsiteX7" fmla="*/ 1186 w 6343"/>
                  <a:gd name="connsiteY7" fmla="*/ 5613 h 6345"/>
                  <a:gd name="connsiteX8" fmla="*/ 3429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43"/>
                    </a:moveTo>
                    <a:cubicBezTo>
                      <a:pt x="4270" y="6543"/>
                      <a:pt x="5077" y="6208"/>
                      <a:pt x="5671" y="5613"/>
                    </a:cubicBezTo>
                    <a:cubicBezTo>
                      <a:pt x="6266" y="5018"/>
                      <a:pt x="6600" y="4211"/>
                      <a:pt x="6600" y="3370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7" y="531"/>
                      <a:pt x="4270" y="197"/>
                      <a:pt x="3429" y="197"/>
                    </a:cubicBezTo>
                    <a:cubicBezTo>
                      <a:pt x="2588" y="197"/>
                      <a:pt x="1781" y="531"/>
                      <a:pt x="1186" y="1126"/>
                    </a:cubicBezTo>
                    <a:cubicBezTo>
                      <a:pt x="591" y="1721"/>
                      <a:pt x="257" y="2528"/>
                      <a:pt x="257" y="3370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1" y="6208"/>
                      <a:pt x="2588" y="6543"/>
                      <a:pt x="3429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4" name="Freeform: Shape 1233">
                <a:extLst>
                  <a:ext uri="{FF2B5EF4-FFF2-40B4-BE49-F238E27FC236}">
                    <a16:creationId xmlns:a16="http://schemas.microsoft.com/office/drawing/2014/main" id="{8118E04A-FEDC-D5FC-9A10-97BDD57F7549}"/>
                  </a:ext>
                </a:extLst>
              </p:cNvPr>
              <p:cNvSpPr/>
              <p:nvPr/>
            </p:nvSpPr>
            <p:spPr>
              <a:xfrm>
                <a:off x="4112747" y="5981413"/>
                <a:ext cx="6343" cy="6345"/>
              </a:xfrm>
              <a:custGeom>
                <a:avLst/>
                <a:gdLst>
                  <a:gd name="connsiteX0" fmla="*/ 3429 w 6343"/>
                  <a:gd name="connsiteY0" fmla="*/ 6543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6 h 6345"/>
                  <a:gd name="connsiteX4" fmla="*/ 3429 w 6343"/>
                  <a:gd name="connsiteY4" fmla="*/ 197 h 6345"/>
                  <a:gd name="connsiteX5" fmla="*/ 1186 w 6343"/>
                  <a:gd name="connsiteY5" fmla="*/ 1126 h 6345"/>
                  <a:gd name="connsiteX6" fmla="*/ 257 w 6343"/>
                  <a:gd name="connsiteY6" fmla="*/ 3370 h 6345"/>
                  <a:gd name="connsiteX7" fmla="*/ 1186 w 6343"/>
                  <a:gd name="connsiteY7" fmla="*/ 5613 h 6345"/>
                  <a:gd name="connsiteX8" fmla="*/ 3429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43"/>
                    </a:moveTo>
                    <a:cubicBezTo>
                      <a:pt x="4270" y="6543"/>
                      <a:pt x="5076" y="6208"/>
                      <a:pt x="5671" y="5613"/>
                    </a:cubicBezTo>
                    <a:cubicBezTo>
                      <a:pt x="6266" y="5018"/>
                      <a:pt x="6600" y="4211"/>
                      <a:pt x="6600" y="3370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6" y="531"/>
                      <a:pt x="4270" y="197"/>
                      <a:pt x="3429" y="197"/>
                    </a:cubicBezTo>
                    <a:cubicBezTo>
                      <a:pt x="2587" y="197"/>
                      <a:pt x="1781" y="531"/>
                      <a:pt x="1186" y="1126"/>
                    </a:cubicBezTo>
                    <a:cubicBezTo>
                      <a:pt x="591" y="1721"/>
                      <a:pt x="257" y="2528"/>
                      <a:pt x="257" y="3370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1" y="6208"/>
                      <a:pt x="2587" y="6543"/>
                      <a:pt x="3429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5" name="Freeform: Shape 1234">
                <a:extLst>
                  <a:ext uri="{FF2B5EF4-FFF2-40B4-BE49-F238E27FC236}">
                    <a16:creationId xmlns:a16="http://schemas.microsoft.com/office/drawing/2014/main" id="{DAE4EC25-2197-2F67-47FB-535E3A95D14D}"/>
                  </a:ext>
                </a:extLst>
              </p:cNvPr>
              <p:cNvSpPr/>
              <p:nvPr/>
            </p:nvSpPr>
            <p:spPr>
              <a:xfrm>
                <a:off x="4109881" y="5981472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6 w 6343"/>
                  <a:gd name="connsiteY5" fmla="*/ 1126 h 6345"/>
                  <a:gd name="connsiteX6" fmla="*/ 257 w 6343"/>
                  <a:gd name="connsiteY6" fmla="*/ 3370 h 6345"/>
                  <a:gd name="connsiteX7" fmla="*/ 1186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8"/>
                      <a:pt x="5671" y="5613"/>
                    </a:cubicBezTo>
                    <a:cubicBezTo>
                      <a:pt x="6266" y="5018"/>
                      <a:pt x="6600" y="4211"/>
                      <a:pt x="6600" y="3370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6" y="1126"/>
                    </a:cubicBezTo>
                    <a:cubicBezTo>
                      <a:pt x="591" y="1721"/>
                      <a:pt x="257" y="2528"/>
                      <a:pt x="257" y="3370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0" y="6208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6" name="Freeform: Shape 1235">
                <a:extLst>
                  <a:ext uri="{FF2B5EF4-FFF2-40B4-BE49-F238E27FC236}">
                    <a16:creationId xmlns:a16="http://schemas.microsoft.com/office/drawing/2014/main" id="{8B75A1EC-9026-5F76-8DDF-94F10190AEA2}"/>
                  </a:ext>
                </a:extLst>
              </p:cNvPr>
              <p:cNvSpPr/>
              <p:nvPr/>
            </p:nvSpPr>
            <p:spPr>
              <a:xfrm>
                <a:off x="4107482" y="5981989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6 w 6343"/>
                  <a:gd name="connsiteY5" fmla="*/ 1126 h 6345"/>
                  <a:gd name="connsiteX6" fmla="*/ 257 w 6343"/>
                  <a:gd name="connsiteY6" fmla="*/ 3370 h 6345"/>
                  <a:gd name="connsiteX7" fmla="*/ 1186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8"/>
                      <a:pt x="5671" y="5613"/>
                    </a:cubicBezTo>
                    <a:cubicBezTo>
                      <a:pt x="6266" y="5018"/>
                      <a:pt x="6600" y="4211"/>
                      <a:pt x="6600" y="3370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6" y="1126"/>
                    </a:cubicBezTo>
                    <a:cubicBezTo>
                      <a:pt x="591" y="1721"/>
                      <a:pt x="257" y="2528"/>
                      <a:pt x="257" y="3370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0" y="6208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7" name="Freeform: Shape 1236">
                <a:extLst>
                  <a:ext uri="{FF2B5EF4-FFF2-40B4-BE49-F238E27FC236}">
                    <a16:creationId xmlns:a16="http://schemas.microsoft.com/office/drawing/2014/main" id="{626E2A65-B1FA-A2B1-5326-D10C3CB05BBA}"/>
                  </a:ext>
                </a:extLst>
              </p:cNvPr>
              <p:cNvSpPr/>
              <p:nvPr/>
            </p:nvSpPr>
            <p:spPr>
              <a:xfrm>
                <a:off x="4105607" y="5983041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7 h 6345"/>
                  <a:gd name="connsiteX4" fmla="*/ 3428 w 6343"/>
                  <a:gd name="connsiteY4" fmla="*/ 197 h 6345"/>
                  <a:gd name="connsiteX5" fmla="*/ 1185 w 6343"/>
                  <a:gd name="connsiteY5" fmla="*/ 1127 h 6345"/>
                  <a:gd name="connsiteX6" fmla="*/ 256 w 6343"/>
                  <a:gd name="connsiteY6" fmla="*/ 3370 h 6345"/>
                  <a:gd name="connsiteX7" fmla="*/ 1185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8"/>
                      <a:pt x="5671" y="5613"/>
                    </a:cubicBezTo>
                    <a:cubicBezTo>
                      <a:pt x="6265" y="5018"/>
                      <a:pt x="6600" y="4211"/>
                      <a:pt x="6600" y="3370"/>
                    </a:cubicBezTo>
                    <a:cubicBezTo>
                      <a:pt x="6600" y="2529"/>
                      <a:pt x="6265" y="1722"/>
                      <a:pt x="5671" y="1127"/>
                    </a:cubicBezTo>
                    <a:cubicBezTo>
                      <a:pt x="5076" y="532"/>
                      <a:pt x="4269" y="197"/>
                      <a:pt x="3428" y="197"/>
                    </a:cubicBezTo>
                    <a:cubicBezTo>
                      <a:pt x="2587" y="197"/>
                      <a:pt x="1780" y="532"/>
                      <a:pt x="1185" y="1127"/>
                    </a:cubicBezTo>
                    <a:cubicBezTo>
                      <a:pt x="591" y="1722"/>
                      <a:pt x="256" y="2529"/>
                      <a:pt x="256" y="3370"/>
                    </a:cubicBezTo>
                    <a:cubicBezTo>
                      <a:pt x="256" y="4211"/>
                      <a:pt x="591" y="5018"/>
                      <a:pt x="1185" y="5613"/>
                    </a:cubicBezTo>
                    <a:cubicBezTo>
                      <a:pt x="1780" y="6208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8" name="Freeform: Shape 1237">
                <a:extLst>
                  <a:ext uri="{FF2B5EF4-FFF2-40B4-BE49-F238E27FC236}">
                    <a16:creationId xmlns:a16="http://schemas.microsoft.com/office/drawing/2014/main" id="{15E5EBF5-864F-2182-78AE-4FBA25C2BF58}"/>
                  </a:ext>
                </a:extLst>
              </p:cNvPr>
              <p:cNvSpPr/>
              <p:nvPr/>
            </p:nvSpPr>
            <p:spPr>
              <a:xfrm>
                <a:off x="4102886" y="5983172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0 w 6343"/>
                  <a:gd name="connsiteY1" fmla="*/ 5613 h 6345"/>
                  <a:gd name="connsiteX2" fmla="*/ 6599 w 6343"/>
                  <a:gd name="connsiteY2" fmla="*/ 3370 h 6345"/>
                  <a:gd name="connsiteX3" fmla="*/ 5670 w 6343"/>
                  <a:gd name="connsiteY3" fmla="*/ 1127 h 6345"/>
                  <a:gd name="connsiteX4" fmla="*/ 3428 w 6343"/>
                  <a:gd name="connsiteY4" fmla="*/ 197 h 6345"/>
                  <a:gd name="connsiteX5" fmla="*/ 1185 w 6343"/>
                  <a:gd name="connsiteY5" fmla="*/ 1127 h 6345"/>
                  <a:gd name="connsiteX6" fmla="*/ 256 w 6343"/>
                  <a:gd name="connsiteY6" fmla="*/ 3370 h 6345"/>
                  <a:gd name="connsiteX7" fmla="*/ 1185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8"/>
                      <a:pt x="5670" y="5613"/>
                    </a:cubicBezTo>
                    <a:cubicBezTo>
                      <a:pt x="6265" y="5018"/>
                      <a:pt x="6599" y="4211"/>
                      <a:pt x="6599" y="3370"/>
                    </a:cubicBezTo>
                    <a:cubicBezTo>
                      <a:pt x="6599" y="2529"/>
                      <a:pt x="6265" y="1722"/>
                      <a:pt x="5670" y="1127"/>
                    </a:cubicBezTo>
                    <a:cubicBezTo>
                      <a:pt x="5076" y="532"/>
                      <a:pt x="4269" y="197"/>
                      <a:pt x="3428" y="197"/>
                    </a:cubicBezTo>
                    <a:cubicBezTo>
                      <a:pt x="2587" y="197"/>
                      <a:pt x="1780" y="532"/>
                      <a:pt x="1185" y="1127"/>
                    </a:cubicBezTo>
                    <a:cubicBezTo>
                      <a:pt x="590" y="1722"/>
                      <a:pt x="256" y="2529"/>
                      <a:pt x="256" y="3370"/>
                    </a:cubicBezTo>
                    <a:cubicBezTo>
                      <a:pt x="256" y="4211"/>
                      <a:pt x="590" y="5018"/>
                      <a:pt x="1185" y="5613"/>
                    </a:cubicBezTo>
                    <a:cubicBezTo>
                      <a:pt x="1780" y="6208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9" name="Freeform: Shape 1238">
                <a:extLst>
                  <a:ext uri="{FF2B5EF4-FFF2-40B4-BE49-F238E27FC236}">
                    <a16:creationId xmlns:a16="http://schemas.microsoft.com/office/drawing/2014/main" id="{EDCF7073-FF56-4780-AFFE-B6B74EDF7CC4}"/>
                  </a:ext>
                </a:extLst>
              </p:cNvPr>
              <p:cNvSpPr/>
              <p:nvPr/>
            </p:nvSpPr>
            <p:spPr>
              <a:xfrm>
                <a:off x="4094893" y="5977519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70 w 6343"/>
                  <a:gd name="connsiteY1" fmla="*/ 5613 h 6345"/>
                  <a:gd name="connsiteX2" fmla="*/ 6599 w 6343"/>
                  <a:gd name="connsiteY2" fmla="*/ 3370 h 6345"/>
                  <a:gd name="connsiteX3" fmla="*/ 5670 w 6343"/>
                  <a:gd name="connsiteY3" fmla="*/ 1126 h 6345"/>
                  <a:gd name="connsiteX4" fmla="*/ 3427 w 6343"/>
                  <a:gd name="connsiteY4" fmla="*/ 197 h 6345"/>
                  <a:gd name="connsiteX5" fmla="*/ 1185 w 6343"/>
                  <a:gd name="connsiteY5" fmla="*/ 1126 h 6345"/>
                  <a:gd name="connsiteX6" fmla="*/ 256 w 6343"/>
                  <a:gd name="connsiteY6" fmla="*/ 3370 h 6345"/>
                  <a:gd name="connsiteX7" fmla="*/ 1185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70" y="5613"/>
                    </a:cubicBezTo>
                    <a:cubicBezTo>
                      <a:pt x="6265" y="5018"/>
                      <a:pt x="6599" y="4211"/>
                      <a:pt x="6599" y="3370"/>
                    </a:cubicBezTo>
                    <a:cubicBezTo>
                      <a:pt x="6599" y="2528"/>
                      <a:pt x="6265" y="1721"/>
                      <a:pt x="5670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5" y="1126"/>
                    </a:cubicBezTo>
                    <a:cubicBezTo>
                      <a:pt x="590" y="1721"/>
                      <a:pt x="256" y="2528"/>
                      <a:pt x="256" y="3370"/>
                    </a:cubicBezTo>
                    <a:cubicBezTo>
                      <a:pt x="256" y="4211"/>
                      <a:pt x="590" y="5018"/>
                      <a:pt x="1185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0" name="Freeform: Shape 1239">
                <a:extLst>
                  <a:ext uri="{FF2B5EF4-FFF2-40B4-BE49-F238E27FC236}">
                    <a16:creationId xmlns:a16="http://schemas.microsoft.com/office/drawing/2014/main" id="{9B98274D-1141-0834-C398-B003F7B438D6}"/>
                  </a:ext>
                </a:extLst>
              </p:cNvPr>
              <p:cNvSpPr/>
              <p:nvPr/>
            </p:nvSpPr>
            <p:spPr>
              <a:xfrm>
                <a:off x="4092414" y="5977781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70 w 6343"/>
                  <a:gd name="connsiteY1" fmla="*/ 5613 h 6345"/>
                  <a:gd name="connsiteX2" fmla="*/ 6599 w 6343"/>
                  <a:gd name="connsiteY2" fmla="*/ 3370 h 6345"/>
                  <a:gd name="connsiteX3" fmla="*/ 5670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70" y="5613"/>
                    </a:cubicBezTo>
                    <a:cubicBezTo>
                      <a:pt x="6264" y="5018"/>
                      <a:pt x="6599" y="4211"/>
                      <a:pt x="6599" y="3370"/>
                    </a:cubicBezTo>
                    <a:cubicBezTo>
                      <a:pt x="6599" y="2528"/>
                      <a:pt x="6264" y="1721"/>
                      <a:pt x="5670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90" y="1721"/>
                      <a:pt x="255" y="2528"/>
                      <a:pt x="255" y="3370"/>
                    </a:cubicBezTo>
                    <a:cubicBezTo>
                      <a:pt x="255" y="4211"/>
                      <a:pt x="590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1" name="Freeform: Shape 1240">
                <a:extLst>
                  <a:ext uri="{FF2B5EF4-FFF2-40B4-BE49-F238E27FC236}">
                    <a16:creationId xmlns:a16="http://schemas.microsoft.com/office/drawing/2014/main" id="{645F173D-6FF6-5F37-8155-777B7F97AA80}"/>
                  </a:ext>
                </a:extLst>
              </p:cNvPr>
              <p:cNvSpPr/>
              <p:nvPr/>
            </p:nvSpPr>
            <p:spPr>
              <a:xfrm>
                <a:off x="4092004" y="5980330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70 w 6343"/>
                  <a:gd name="connsiteY1" fmla="*/ 5613 h 6345"/>
                  <a:gd name="connsiteX2" fmla="*/ 6598 w 6343"/>
                  <a:gd name="connsiteY2" fmla="*/ 3370 h 6345"/>
                  <a:gd name="connsiteX3" fmla="*/ 5670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70" y="5613"/>
                    </a:cubicBezTo>
                    <a:cubicBezTo>
                      <a:pt x="6264" y="5018"/>
                      <a:pt x="6598" y="4211"/>
                      <a:pt x="6598" y="3370"/>
                    </a:cubicBezTo>
                    <a:cubicBezTo>
                      <a:pt x="6598" y="2528"/>
                      <a:pt x="6264" y="1721"/>
                      <a:pt x="5670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90" y="1721"/>
                      <a:pt x="255" y="2528"/>
                      <a:pt x="255" y="3370"/>
                    </a:cubicBezTo>
                    <a:cubicBezTo>
                      <a:pt x="255" y="4211"/>
                      <a:pt x="590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2" name="Freeform: Shape 1241">
                <a:extLst>
                  <a:ext uri="{FF2B5EF4-FFF2-40B4-BE49-F238E27FC236}">
                    <a16:creationId xmlns:a16="http://schemas.microsoft.com/office/drawing/2014/main" id="{6E602A49-54BA-D38C-2B27-EDBDA0F2EB37}"/>
                  </a:ext>
                </a:extLst>
              </p:cNvPr>
              <p:cNvSpPr/>
              <p:nvPr/>
            </p:nvSpPr>
            <p:spPr>
              <a:xfrm>
                <a:off x="4088796" y="5979742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70 h 6345"/>
                  <a:gd name="connsiteX3" fmla="*/ 5669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69" y="5613"/>
                    </a:cubicBezTo>
                    <a:cubicBezTo>
                      <a:pt x="6264" y="5018"/>
                      <a:pt x="6598" y="4211"/>
                      <a:pt x="6598" y="3370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89" y="1721"/>
                      <a:pt x="255" y="2528"/>
                      <a:pt x="255" y="3370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3" name="Freeform: Shape 1242">
                <a:extLst>
                  <a:ext uri="{FF2B5EF4-FFF2-40B4-BE49-F238E27FC236}">
                    <a16:creationId xmlns:a16="http://schemas.microsoft.com/office/drawing/2014/main" id="{915A91AD-AD92-550C-320B-3A1B2319D807}"/>
                  </a:ext>
                </a:extLst>
              </p:cNvPr>
              <p:cNvSpPr/>
              <p:nvPr/>
            </p:nvSpPr>
            <p:spPr>
              <a:xfrm>
                <a:off x="4086919" y="5980630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70 h 6345"/>
                  <a:gd name="connsiteX3" fmla="*/ 5669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4" y="6208"/>
                      <a:pt x="5669" y="5613"/>
                    </a:cubicBezTo>
                    <a:cubicBezTo>
                      <a:pt x="6264" y="5018"/>
                      <a:pt x="6598" y="4211"/>
                      <a:pt x="6598" y="3370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4" y="531"/>
                      <a:pt x="4268" y="197"/>
                      <a:pt x="3427" y="197"/>
                    </a:cubicBezTo>
                    <a:cubicBezTo>
                      <a:pt x="2585" y="197"/>
                      <a:pt x="1779" y="531"/>
                      <a:pt x="1184" y="1126"/>
                    </a:cubicBezTo>
                    <a:cubicBezTo>
                      <a:pt x="589" y="1721"/>
                      <a:pt x="255" y="2528"/>
                      <a:pt x="255" y="3370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9" y="6208"/>
                      <a:pt x="2585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4" name="Freeform: Shape 1243">
                <a:extLst>
                  <a:ext uri="{FF2B5EF4-FFF2-40B4-BE49-F238E27FC236}">
                    <a16:creationId xmlns:a16="http://schemas.microsoft.com/office/drawing/2014/main" id="{8808DDA9-ED82-3CA6-2435-0AE731DB796E}"/>
                  </a:ext>
                </a:extLst>
              </p:cNvPr>
              <p:cNvSpPr/>
              <p:nvPr/>
            </p:nvSpPr>
            <p:spPr>
              <a:xfrm>
                <a:off x="4893041" y="6919247"/>
                <a:ext cx="6343" cy="6345"/>
              </a:xfrm>
              <a:custGeom>
                <a:avLst/>
                <a:gdLst>
                  <a:gd name="connsiteX0" fmla="*/ 3490 w 6343"/>
                  <a:gd name="connsiteY0" fmla="*/ 6616 h 6345"/>
                  <a:gd name="connsiteX1" fmla="*/ 5733 w 6343"/>
                  <a:gd name="connsiteY1" fmla="*/ 5687 h 6345"/>
                  <a:gd name="connsiteX2" fmla="*/ 6662 w 6343"/>
                  <a:gd name="connsiteY2" fmla="*/ 3444 h 6345"/>
                  <a:gd name="connsiteX3" fmla="*/ 5733 w 6343"/>
                  <a:gd name="connsiteY3" fmla="*/ 1200 h 6345"/>
                  <a:gd name="connsiteX4" fmla="*/ 3490 w 6343"/>
                  <a:gd name="connsiteY4" fmla="*/ 271 h 6345"/>
                  <a:gd name="connsiteX5" fmla="*/ 1247 w 6343"/>
                  <a:gd name="connsiteY5" fmla="*/ 1200 h 6345"/>
                  <a:gd name="connsiteX6" fmla="*/ 319 w 6343"/>
                  <a:gd name="connsiteY6" fmla="*/ 3444 h 6345"/>
                  <a:gd name="connsiteX7" fmla="*/ 1247 w 6343"/>
                  <a:gd name="connsiteY7" fmla="*/ 5687 h 6345"/>
                  <a:gd name="connsiteX8" fmla="*/ 3490 w 6343"/>
                  <a:gd name="connsiteY8" fmla="*/ 661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0" y="6616"/>
                    </a:moveTo>
                    <a:cubicBezTo>
                      <a:pt x="4331" y="6616"/>
                      <a:pt x="5138" y="6282"/>
                      <a:pt x="5733" y="5687"/>
                    </a:cubicBezTo>
                    <a:cubicBezTo>
                      <a:pt x="6327" y="5092"/>
                      <a:pt x="6662" y="4285"/>
                      <a:pt x="6662" y="3444"/>
                    </a:cubicBezTo>
                    <a:cubicBezTo>
                      <a:pt x="6662" y="2602"/>
                      <a:pt x="6327" y="1795"/>
                      <a:pt x="5733" y="1200"/>
                    </a:cubicBezTo>
                    <a:cubicBezTo>
                      <a:pt x="5138" y="605"/>
                      <a:pt x="4331" y="271"/>
                      <a:pt x="3490" y="271"/>
                    </a:cubicBezTo>
                    <a:cubicBezTo>
                      <a:pt x="2649" y="271"/>
                      <a:pt x="1842" y="605"/>
                      <a:pt x="1247" y="1200"/>
                    </a:cubicBezTo>
                    <a:cubicBezTo>
                      <a:pt x="653" y="1795"/>
                      <a:pt x="319" y="2602"/>
                      <a:pt x="319" y="3444"/>
                    </a:cubicBezTo>
                    <a:cubicBezTo>
                      <a:pt x="319" y="4285"/>
                      <a:pt x="653" y="5092"/>
                      <a:pt x="1247" y="5687"/>
                    </a:cubicBezTo>
                    <a:cubicBezTo>
                      <a:pt x="1842" y="6282"/>
                      <a:pt x="2649" y="6616"/>
                      <a:pt x="3490" y="661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5" name="Freeform: Shape 1244">
                <a:extLst>
                  <a:ext uri="{FF2B5EF4-FFF2-40B4-BE49-F238E27FC236}">
                    <a16:creationId xmlns:a16="http://schemas.microsoft.com/office/drawing/2014/main" id="{C5DD21B8-D666-5C0D-DD92-EBD4D78433D4}"/>
                  </a:ext>
                </a:extLst>
              </p:cNvPr>
              <p:cNvSpPr/>
              <p:nvPr/>
            </p:nvSpPr>
            <p:spPr>
              <a:xfrm>
                <a:off x="4082723" y="5981858"/>
                <a:ext cx="6343" cy="6345"/>
              </a:xfrm>
              <a:custGeom>
                <a:avLst/>
                <a:gdLst>
                  <a:gd name="connsiteX0" fmla="*/ 3426 w 6343"/>
                  <a:gd name="connsiteY0" fmla="*/ 6543 h 6345"/>
                  <a:gd name="connsiteX1" fmla="*/ 5669 w 6343"/>
                  <a:gd name="connsiteY1" fmla="*/ 5613 h 6345"/>
                  <a:gd name="connsiteX2" fmla="*/ 6598 w 6343"/>
                  <a:gd name="connsiteY2" fmla="*/ 3370 h 6345"/>
                  <a:gd name="connsiteX3" fmla="*/ 5669 w 6343"/>
                  <a:gd name="connsiteY3" fmla="*/ 1126 h 6345"/>
                  <a:gd name="connsiteX4" fmla="*/ 3426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3"/>
                    </a:moveTo>
                    <a:cubicBezTo>
                      <a:pt x="4267" y="6543"/>
                      <a:pt x="5074" y="6208"/>
                      <a:pt x="5669" y="5613"/>
                    </a:cubicBezTo>
                    <a:cubicBezTo>
                      <a:pt x="6264" y="5018"/>
                      <a:pt x="6598" y="4211"/>
                      <a:pt x="6598" y="3370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4" y="531"/>
                      <a:pt x="4267" y="197"/>
                      <a:pt x="3426" y="197"/>
                    </a:cubicBezTo>
                    <a:cubicBezTo>
                      <a:pt x="2585" y="197"/>
                      <a:pt x="1778" y="531"/>
                      <a:pt x="1184" y="1126"/>
                    </a:cubicBezTo>
                    <a:cubicBezTo>
                      <a:pt x="589" y="1721"/>
                      <a:pt x="255" y="2528"/>
                      <a:pt x="255" y="3370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8" y="6208"/>
                      <a:pt x="2585" y="6543"/>
                      <a:pt x="342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6" name="Freeform: Shape 1245">
                <a:extLst>
                  <a:ext uri="{FF2B5EF4-FFF2-40B4-BE49-F238E27FC236}">
                    <a16:creationId xmlns:a16="http://schemas.microsoft.com/office/drawing/2014/main" id="{A4F63D82-6135-C7A6-31FC-183556A82EE0}"/>
                  </a:ext>
                </a:extLst>
              </p:cNvPr>
              <p:cNvSpPr/>
              <p:nvPr/>
            </p:nvSpPr>
            <p:spPr>
              <a:xfrm>
                <a:off x="4883778" y="6938025"/>
                <a:ext cx="6343" cy="6345"/>
              </a:xfrm>
              <a:custGeom>
                <a:avLst/>
                <a:gdLst>
                  <a:gd name="connsiteX0" fmla="*/ 3489 w 6343"/>
                  <a:gd name="connsiteY0" fmla="*/ 6618 h 6345"/>
                  <a:gd name="connsiteX1" fmla="*/ 5732 w 6343"/>
                  <a:gd name="connsiteY1" fmla="*/ 5689 h 6345"/>
                  <a:gd name="connsiteX2" fmla="*/ 6661 w 6343"/>
                  <a:gd name="connsiteY2" fmla="*/ 3445 h 6345"/>
                  <a:gd name="connsiteX3" fmla="*/ 5732 w 6343"/>
                  <a:gd name="connsiteY3" fmla="*/ 1202 h 6345"/>
                  <a:gd name="connsiteX4" fmla="*/ 3489 w 6343"/>
                  <a:gd name="connsiteY4" fmla="*/ 273 h 6345"/>
                  <a:gd name="connsiteX5" fmla="*/ 1247 w 6343"/>
                  <a:gd name="connsiteY5" fmla="*/ 1202 h 6345"/>
                  <a:gd name="connsiteX6" fmla="*/ 318 w 6343"/>
                  <a:gd name="connsiteY6" fmla="*/ 3445 h 6345"/>
                  <a:gd name="connsiteX7" fmla="*/ 1247 w 6343"/>
                  <a:gd name="connsiteY7" fmla="*/ 5689 h 6345"/>
                  <a:gd name="connsiteX8" fmla="*/ 3489 w 6343"/>
                  <a:gd name="connsiteY8" fmla="*/ 661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9" y="6618"/>
                    </a:moveTo>
                    <a:cubicBezTo>
                      <a:pt x="4330" y="6618"/>
                      <a:pt x="5137" y="6284"/>
                      <a:pt x="5732" y="5689"/>
                    </a:cubicBezTo>
                    <a:cubicBezTo>
                      <a:pt x="6327" y="5094"/>
                      <a:pt x="6661" y="4287"/>
                      <a:pt x="6661" y="3445"/>
                    </a:cubicBezTo>
                    <a:cubicBezTo>
                      <a:pt x="6661" y="2604"/>
                      <a:pt x="6327" y="1797"/>
                      <a:pt x="5732" y="1202"/>
                    </a:cubicBezTo>
                    <a:cubicBezTo>
                      <a:pt x="5137" y="607"/>
                      <a:pt x="4330" y="273"/>
                      <a:pt x="3489" y="273"/>
                    </a:cubicBezTo>
                    <a:cubicBezTo>
                      <a:pt x="2648" y="273"/>
                      <a:pt x="1841" y="607"/>
                      <a:pt x="1247" y="1202"/>
                    </a:cubicBezTo>
                    <a:cubicBezTo>
                      <a:pt x="652" y="1797"/>
                      <a:pt x="318" y="2604"/>
                      <a:pt x="318" y="3445"/>
                    </a:cubicBezTo>
                    <a:cubicBezTo>
                      <a:pt x="318" y="4287"/>
                      <a:pt x="652" y="5094"/>
                      <a:pt x="1247" y="5689"/>
                    </a:cubicBezTo>
                    <a:cubicBezTo>
                      <a:pt x="1841" y="6284"/>
                      <a:pt x="2648" y="6618"/>
                      <a:pt x="3489" y="66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7" name="Freeform: Shape 1246">
                <a:extLst>
                  <a:ext uri="{FF2B5EF4-FFF2-40B4-BE49-F238E27FC236}">
                    <a16:creationId xmlns:a16="http://schemas.microsoft.com/office/drawing/2014/main" id="{4DE282BF-F62D-FC1E-0D47-27F8F7B8D1FF}"/>
                  </a:ext>
                </a:extLst>
              </p:cNvPr>
              <p:cNvSpPr/>
              <p:nvPr/>
            </p:nvSpPr>
            <p:spPr>
              <a:xfrm>
                <a:off x="4878270" y="6946479"/>
                <a:ext cx="6343" cy="6345"/>
              </a:xfrm>
              <a:custGeom>
                <a:avLst/>
                <a:gdLst>
                  <a:gd name="connsiteX0" fmla="*/ 3489 w 6343"/>
                  <a:gd name="connsiteY0" fmla="*/ 6619 h 6345"/>
                  <a:gd name="connsiteX1" fmla="*/ 5732 w 6343"/>
                  <a:gd name="connsiteY1" fmla="*/ 5689 h 6345"/>
                  <a:gd name="connsiteX2" fmla="*/ 6660 w 6343"/>
                  <a:gd name="connsiteY2" fmla="*/ 3446 h 6345"/>
                  <a:gd name="connsiteX3" fmla="*/ 5732 w 6343"/>
                  <a:gd name="connsiteY3" fmla="*/ 1202 h 6345"/>
                  <a:gd name="connsiteX4" fmla="*/ 3489 w 6343"/>
                  <a:gd name="connsiteY4" fmla="*/ 273 h 6345"/>
                  <a:gd name="connsiteX5" fmla="*/ 1246 w 6343"/>
                  <a:gd name="connsiteY5" fmla="*/ 1202 h 6345"/>
                  <a:gd name="connsiteX6" fmla="*/ 317 w 6343"/>
                  <a:gd name="connsiteY6" fmla="*/ 3446 h 6345"/>
                  <a:gd name="connsiteX7" fmla="*/ 1246 w 6343"/>
                  <a:gd name="connsiteY7" fmla="*/ 5689 h 6345"/>
                  <a:gd name="connsiteX8" fmla="*/ 3489 w 6343"/>
                  <a:gd name="connsiteY8" fmla="*/ 66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9" y="6619"/>
                    </a:moveTo>
                    <a:cubicBezTo>
                      <a:pt x="4330" y="6619"/>
                      <a:pt x="5137" y="6284"/>
                      <a:pt x="5732" y="5689"/>
                    </a:cubicBezTo>
                    <a:cubicBezTo>
                      <a:pt x="6326" y="5094"/>
                      <a:pt x="6660" y="4287"/>
                      <a:pt x="6660" y="3446"/>
                    </a:cubicBezTo>
                    <a:cubicBezTo>
                      <a:pt x="6660" y="2604"/>
                      <a:pt x="6326" y="1797"/>
                      <a:pt x="5732" y="1202"/>
                    </a:cubicBezTo>
                    <a:cubicBezTo>
                      <a:pt x="5137" y="607"/>
                      <a:pt x="4330" y="273"/>
                      <a:pt x="3489" y="273"/>
                    </a:cubicBezTo>
                    <a:cubicBezTo>
                      <a:pt x="2648" y="273"/>
                      <a:pt x="1841" y="607"/>
                      <a:pt x="1246" y="1202"/>
                    </a:cubicBezTo>
                    <a:cubicBezTo>
                      <a:pt x="652" y="1797"/>
                      <a:pt x="317" y="2604"/>
                      <a:pt x="317" y="3446"/>
                    </a:cubicBezTo>
                    <a:cubicBezTo>
                      <a:pt x="317" y="4287"/>
                      <a:pt x="652" y="5094"/>
                      <a:pt x="1246" y="5689"/>
                    </a:cubicBezTo>
                    <a:cubicBezTo>
                      <a:pt x="1841" y="6284"/>
                      <a:pt x="2648" y="6619"/>
                      <a:pt x="3489" y="66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8" name="Freeform: Shape 1247">
                <a:extLst>
                  <a:ext uri="{FF2B5EF4-FFF2-40B4-BE49-F238E27FC236}">
                    <a16:creationId xmlns:a16="http://schemas.microsoft.com/office/drawing/2014/main" id="{A5F600F1-7436-4D2C-A70E-AD2A68BEDD8E}"/>
                  </a:ext>
                </a:extLst>
              </p:cNvPr>
              <p:cNvSpPr/>
              <p:nvPr/>
            </p:nvSpPr>
            <p:spPr>
              <a:xfrm>
                <a:off x="4074019" y="5980630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8 w 6343"/>
                  <a:gd name="connsiteY1" fmla="*/ 5613 h 6345"/>
                  <a:gd name="connsiteX2" fmla="*/ 6597 w 6343"/>
                  <a:gd name="connsiteY2" fmla="*/ 3370 h 6345"/>
                  <a:gd name="connsiteX3" fmla="*/ 5668 w 6343"/>
                  <a:gd name="connsiteY3" fmla="*/ 1126 h 6345"/>
                  <a:gd name="connsiteX4" fmla="*/ 3426 w 6343"/>
                  <a:gd name="connsiteY4" fmla="*/ 197 h 6345"/>
                  <a:gd name="connsiteX5" fmla="*/ 1183 w 6343"/>
                  <a:gd name="connsiteY5" fmla="*/ 1126 h 6345"/>
                  <a:gd name="connsiteX6" fmla="*/ 254 w 6343"/>
                  <a:gd name="connsiteY6" fmla="*/ 3370 h 6345"/>
                  <a:gd name="connsiteX7" fmla="*/ 1183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3" y="6208"/>
                      <a:pt x="5668" y="5613"/>
                    </a:cubicBezTo>
                    <a:cubicBezTo>
                      <a:pt x="6263" y="5018"/>
                      <a:pt x="6597" y="4211"/>
                      <a:pt x="6597" y="3370"/>
                    </a:cubicBezTo>
                    <a:cubicBezTo>
                      <a:pt x="6597" y="2528"/>
                      <a:pt x="6263" y="1721"/>
                      <a:pt x="5668" y="1126"/>
                    </a:cubicBezTo>
                    <a:cubicBezTo>
                      <a:pt x="5073" y="531"/>
                      <a:pt x="4267" y="197"/>
                      <a:pt x="3426" y="197"/>
                    </a:cubicBezTo>
                    <a:cubicBezTo>
                      <a:pt x="2584" y="197"/>
                      <a:pt x="1778" y="531"/>
                      <a:pt x="1183" y="1126"/>
                    </a:cubicBezTo>
                    <a:cubicBezTo>
                      <a:pt x="588" y="1721"/>
                      <a:pt x="254" y="2528"/>
                      <a:pt x="254" y="3370"/>
                    </a:cubicBezTo>
                    <a:cubicBezTo>
                      <a:pt x="254" y="4211"/>
                      <a:pt x="588" y="5018"/>
                      <a:pt x="1183" y="5613"/>
                    </a:cubicBezTo>
                    <a:cubicBezTo>
                      <a:pt x="1778" y="6208"/>
                      <a:pt x="2584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9" name="Freeform: Shape 1248">
                <a:extLst>
                  <a:ext uri="{FF2B5EF4-FFF2-40B4-BE49-F238E27FC236}">
                    <a16:creationId xmlns:a16="http://schemas.microsoft.com/office/drawing/2014/main" id="{821BB14E-8A9C-00CF-0E83-14B1E1C6C9A3}"/>
                  </a:ext>
                </a:extLst>
              </p:cNvPr>
              <p:cNvSpPr/>
              <p:nvPr/>
            </p:nvSpPr>
            <p:spPr>
              <a:xfrm>
                <a:off x="4356315" y="6332425"/>
                <a:ext cx="6343" cy="6345"/>
              </a:xfrm>
              <a:custGeom>
                <a:avLst/>
                <a:gdLst>
                  <a:gd name="connsiteX0" fmla="*/ 3448 w 6343"/>
                  <a:gd name="connsiteY0" fmla="*/ 6570 h 6345"/>
                  <a:gd name="connsiteX1" fmla="*/ 5690 w 6343"/>
                  <a:gd name="connsiteY1" fmla="*/ 5641 h 6345"/>
                  <a:gd name="connsiteX2" fmla="*/ 6619 w 6343"/>
                  <a:gd name="connsiteY2" fmla="*/ 3398 h 6345"/>
                  <a:gd name="connsiteX3" fmla="*/ 5690 w 6343"/>
                  <a:gd name="connsiteY3" fmla="*/ 1154 h 6345"/>
                  <a:gd name="connsiteX4" fmla="*/ 3448 w 6343"/>
                  <a:gd name="connsiteY4" fmla="*/ 225 h 6345"/>
                  <a:gd name="connsiteX5" fmla="*/ 1205 w 6343"/>
                  <a:gd name="connsiteY5" fmla="*/ 1154 h 6345"/>
                  <a:gd name="connsiteX6" fmla="*/ 276 w 6343"/>
                  <a:gd name="connsiteY6" fmla="*/ 3398 h 6345"/>
                  <a:gd name="connsiteX7" fmla="*/ 1205 w 6343"/>
                  <a:gd name="connsiteY7" fmla="*/ 5641 h 6345"/>
                  <a:gd name="connsiteX8" fmla="*/ 3448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70"/>
                    </a:moveTo>
                    <a:cubicBezTo>
                      <a:pt x="4289" y="6570"/>
                      <a:pt x="5096" y="6236"/>
                      <a:pt x="5690" y="5641"/>
                    </a:cubicBezTo>
                    <a:cubicBezTo>
                      <a:pt x="6285" y="5046"/>
                      <a:pt x="6619" y="4239"/>
                      <a:pt x="6619" y="3398"/>
                    </a:cubicBezTo>
                    <a:cubicBezTo>
                      <a:pt x="6619" y="2556"/>
                      <a:pt x="6285" y="1749"/>
                      <a:pt x="5690" y="1154"/>
                    </a:cubicBezTo>
                    <a:cubicBezTo>
                      <a:pt x="5096" y="559"/>
                      <a:pt x="4289" y="225"/>
                      <a:pt x="3448" y="225"/>
                    </a:cubicBezTo>
                    <a:cubicBezTo>
                      <a:pt x="2607" y="225"/>
                      <a:pt x="1800" y="559"/>
                      <a:pt x="1205" y="1154"/>
                    </a:cubicBezTo>
                    <a:cubicBezTo>
                      <a:pt x="610" y="1749"/>
                      <a:pt x="276" y="2556"/>
                      <a:pt x="276" y="3398"/>
                    </a:cubicBezTo>
                    <a:cubicBezTo>
                      <a:pt x="276" y="4239"/>
                      <a:pt x="610" y="5046"/>
                      <a:pt x="1205" y="5641"/>
                    </a:cubicBezTo>
                    <a:cubicBezTo>
                      <a:pt x="1800" y="6236"/>
                      <a:pt x="2607" y="6570"/>
                      <a:pt x="3448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0" name="Freeform: Shape 1249">
                <a:extLst>
                  <a:ext uri="{FF2B5EF4-FFF2-40B4-BE49-F238E27FC236}">
                    <a16:creationId xmlns:a16="http://schemas.microsoft.com/office/drawing/2014/main" id="{49DD1201-ED42-E1F2-5677-4E983F68A98F}"/>
                  </a:ext>
                </a:extLst>
              </p:cNvPr>
              <p:cNvSpPr/>
              <p:nvPr/>
            </p:nvSpPr>
            <p:spPr>
              <a:xfrm>
                <a:off x="4350473" y="6332663"/>
                <a:ext cx="6343" cy="6345"/>
              </a:xfrm>
              <a:custGeom>
                <a:avLst/>
                <a:gdLst>
                  <a:gd name="connsiteX0" fmla="*/ 3447 w 6343"/>
                  <a:gd name="connsiteY0" fmla="*/ 6570 h 6345"/>
                  <a:gd name="connsiteX1" fmla="*/ 5690 w 6343"/>
                  <a:gd name="connsiteY1" fmla="*/ 5641 h 6345"/>
                  <a:gd name="connsiteX2" fmla="*/ 6619 w 6343"/>
                  <a:gd name="connsiteY2" fmla="*/ 3398 h 6345"/>
                  <a:gd name="connsiteX3" fmla="*/ 5690 w 6343"/>
                  <a:gd name="connsiteY3" fmla="*/ 1154 h 6345"/>
                  <a:gd name="connsiteX4" fmla="*/ 3447 w 6343"/>
                  <a:gd name="connsiteY4" fmla="*/ 225 h 6345"/>
                  <a:gd name="connsiteX5" fmla="*/ 1205 w 6343"/>
                  <a:gd name="connsiteY5" fmla="*/ 1154 h 6345"/>
                  <a:gd name="connsiteX6" fmla="*/ 276 w 6343"/>
                  <a:gd name="connsiteY6" fmla="*/ 3398 h 6345"/>
                  <a:gd name="connsiteX7" fmla="*/ 1205 w 6343"/>
                  <a:gd name="connsiteY7" fmla="*/ 5641 h 6345"/>
                  <a:gd name="connsiteX8" fmla="*/ 3447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70"/>
                    </a:moveTo>
                    <a:cubicBezTo>
                      <a:pt x="4288" y="6570"/>
                      <a:pt x="5095" y="6236"/>
                      <a:pt x="5690" y="5641"/>
                    </a:cubicBezTo>
                    <a:cubicBezTo>
                      <a:pt x="6285" y="5046"/>
                      <a:pt x="6619" y="4239"/>
                      <a:pt x="6619" y="3398"/>
                    </a:cubicBezTo>
                    <a:cubicBezTo>
                      <a:pt x="6619" y="2556"/>
                      <a:pt x="6285" y="1749"/>
                      <a:pt x="5690" y="1154"/>
                    </a:cubicBezTo>
                    <a:cubicBezTo>
                      <a:pt x="5095" y="559"/>
                      <a:pt x="4288" y="225"/>
                      <a:pt x="3447" y="225"/>
                    </a:cubicBezTo>
                    <a:cubicBezTo>
                      <a:pt x="2606" y="225"/>
                      <a:pt x="1799" y="559"/>
                      <a:pt x="1205" y="1154"/>
                    </a:cubicBezTo>
                    <a:cubicBezTo>
                      <a:pt x="610" y="1749"/>
                      <a:pt x="276" y="2556"/>
                      <a:pt x="276" y="3398"/>
                    </a:cubicBezTo>
                    <a:cubicBezTo>
                      <a:pt x="276" y="4239"/>
                      <a:pt x="610" y="5046"/>
                      <a:pt x="1205" y="5641"/>
                    </a:cubicBezTo>
                    <a:cubicBezTo>
                      <a:pt x="1799" y="6236"/>
                      <a:pt x="2606" y="6570"/>
                      <a:pt x="3447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1" name="Freeform: Shape 1250">
                <a:extLst>
                  <a:ext uri="{FF2B5EF4-FFF2-40B4-BE49-F238E27FC236}">
                    <a16:creationId xmlns:a16="http://schemas.microsoft.com/office/drawing/2014/main" id="{53B94D47-B861-3A51-7AAD-77E4111B2898}"/>
                  </a:ext>
                </a:extLst>
              </p:cNvPr>
              <p:cNvSpPr/>
              <p:nvPr/>
            </p:nvSpPr>
            <p:spPr>
              <a:xfrm>
                <a:off x="4343880" y="6331881"/>
                <a:ext cx="6343" cy="6345"/>
              </a:xfrm>
              <a:custGeom>
                <a:avLst/>
                <a:gdLst>
                  <a:gd name="connsiteX0" fmla="*/ 3447 w 6343"/>
                  <a:gd name="connsiteY0" fmla="*/ 6570 h 6345"/>
                  <a:gd name="connsiteX1" fmla="*/ 5689 w 6343"/>
                  <a:gd name="connsiteY1" fmla="*/ 5641 h 6345"/>
                  <a:gd name="connsiteX2" fmla="*/ 6618 w 6343"/>
                  <a:gd name="connsiteY2" fmla="*/ 3397 h 6345"/>
                  <a:gd name="connsiteX3" fmla="*/ 5689 w 6343"/>
                  <a:gd name="connsiteY3" fmla="*/ 1154 h 6345"/>
                  <a:gd name="connsiteX4" fmla="*/ 3447 w 6343"/>
                  <a:gd name="connsiteY4" fmla="*/ 225 h 6345"/>
                  <a:gd name="connsiteX5" fmla="*/ 1204 w 6343"/>
                  <a:gd name="connsiteY5" fmla="*/ 1154 h 6345"/>
                  <a:gd name="connsiteX6" fmla="*/ 275 w 6343"/>
                  <a:gd name="connsiteY6" fmla="*/ 3397 h 6345"/>
                  <a:gd name="connsiteX7" fmla="*/ 1204 w 6343"/>
                  <a:gd name="connsiteY7" fmla="*/ 5641 h 6345"/>
                  <a:gd name="connsiteX8" fmla="*/ 3447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70"/>
                    </a:moveTo>
                    <a:cubicBezTo>
                      <a:pt x="4288" y="6570"/>
                      <a:pt x="5095" y="6236"/>
                      <a:pt x="5689" y="5641"/>
                    </a:cubicBezTo>
                    <a:cubicBezTo>
                      <a:pt x="6284" y="5046"/>
                      <a:pt x="6618" y="4239"/>
                      <a:pt x="6618" y="3397"/>
                    </a:cubicBezTo>
                    <a:cubicBezTo>
                      <a:pt x="6618" y="2556"/>
                      <a:pt x="6284" y="1749"/>
                      <a:pt x="5689" y="1154"/>
                    </a:cubicBezTo>
                    <a:cubicBezTo>
                      <a:pt x="5095" y="559"/>
                      <a:pt x="4288" y="225"/>
                      <a:pt x="3447" y="225"/>
                    </a:cubicBezTo>
                    <a:cubicBezTo>
                      <a:pt x="2606" y="225"/>
                      <a:pt x="1799" y="559"/>
                      <a:pt x="1204" y="1154"/>
                    </a:cubicBezTo>
                    <a:cubicBezTo>
                      <a:pt x="609" y="1749"/>
                      <a:pt x="275" y="2556"/>
                      <a:pt x="275" y="3397"/>
                    </a:cubicBezTo>
                    <a:cubicBezTo>
                      <a:pt x="275" y="4239"/>
                      <a:pt x="609" y="5046"/>
                      <a:pt x="1204" y="5641"/>
                    </a:cubicBezTo>
                    <a:cubicBezTo>
                      <a:pt x="1799" y="6236"/>
                      <a:pt x="2606" y="6570"/>
                      <a:pt x="3447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2" name="Freeform: Shape 1251">
                <a:extLst>
                  <a:ext uri="{FF2B5EF4-FFF2-40B4-BE49-F238E27FC236}">
                    <a16:creationId xmlns:a16="http://schemas.microsoft.com/office/drawing/2014/main" id="{599A5CD9-C76F-B3C4-5C6F-847D059CBDAA}"/>
                  </a:ext>
                </a:extLst>
              </p:cNvPr>
              <p:cNvSpPr/>
              <p:nvPr/>
            </p:nvSpPr>
            <p:spPr>
              <a:xfrm>
                <a:off x="4338310" y="6332317"/>
                <a:ext cx="6343" cy="6345"/>
              </a:xfrm>
              <a:custGeom>
                <a:avLst/>
                <a:gdLst>
                  <a:gd name="connsiteX0" fmla="*/ 3446 w 6343"/>
                  <a:gd name="connsiteY0" fmla="*/ 6570 h 6345"/>
                  <a:gd name="connsiteX1" fmla="*/ 5689 w 6343"/>
                  <a:gd name="connsiteY1" fmla="*/ 5641 h 6345"/>
                  <a:gd name="connsiteX2" fmla="*/ 6618 w 6343"/>
                  <a:gd name="connsiteY2" fmla="*/ 3398 h 6345"/>
                  <a:gd name="connsiteX3" fmla="*/ 5689 w 6343"/>
                  <a:gd name="connsiteY3" fmla="*/ 1154 h 6345"/>
                  <a:gd name="connsiteX4" fmla="*/ 3446 w 6343"/>
                  <a:gd name="connsiteY4" fmla="*/ 225 h 6345"/>
                  <a:gd name="connsiteX5" fmla="*/ 1204 w 6343"/>
                  <a:gd name="connsiteY5" fmla="*/ 1154 h 6345"/>
                  <a:gd name="connsiteX6" fmla="*/ 275 w 6343"/>
                  <a:gd name="connsiteY6" fmla="*/ 3398 h 6345"/>
                  <a:gd name="connsiteX7" fmla="*/ 1204 w 6343"/>
                  <a:gd name="connsiteY7" fmla="*/ 5641 h 6345"/>
                  <a:gd name="connsiteX8" fmla="*/ 344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0"/>
                    </a:moveTo>
                    <a:cubicBezTo>
                      <a:pt x="4287" y="6570"/>
                      <a:pt x="5094" y="6236"/>
                      <a:pt x="5689" y="5641"/>
                    </a:cubicBezTo>
                    <a:cubicBezTo>
                      <a:pt x="6284" y="5046"/>
                      <a:pt x="6618" y="4239"/>
                      <a:pt x="6618" y="3398"/>
                    </a:cubicBezTo>
                    <a:cubicBezTo>
                      <a:pt x="6618" y="2556"/>
                      <a:pt x="6284" y="1749"/>
                      <a:pt x="5689" y="1154"/>
                    </a:cubicBezTo>
                    <a:cubicBezTo>
                      <a:pt x="5094" y="559"/>
                      <a:pt x="4287" y="225"/>
                      <a:pt x="3446" y="225"/>
                    </a:cubicBezTo>
                    <a:cubicBezTo>
                      <a:pt x="2605" y="225"/>
                      <a:pt x="1798" y="559"/>
                      <a:pt x="1204" y="1154"/>
                    </a:cubicBezTo>
                    <a:cubicBezTo>
                      <a:pt x="609" y="1749"/>
                      <a:pt x="275" y="2556"/>
                      <a:pt x="275" y="3398"/>
                    </a:cubicBezTo>
                    <a:cubicBezTo>
                      <a:pt x="275" y="4239"/>
                      <a:pt x="609" y="5046"/>
                      <a:pt x="1204" y="5641"/>
                    </a:cubicBezTo>
                    <a:cubicBezTo>
                      <a:pt x="1798" y="6236"/>
                      <a:pt x="2605" y="6570"/>
                      <a:pt x="344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3" name="Freeform: Shape 1252">
                <a:extLst>
                  <a:ext uri="{FF2B5EF4-FFF2-40B4-BE49-F238E27FC236}">
                    <a16:creationId xmlns:a16="http://schemas.microsoft.com/office/drawing/2014/main" id="{1B5E5B96-56FA-6051-D401-B6CA0790305F}"/>
                  </a:ext>
                </a:extLst>
              </p:cNvPr>
              <p:cNvSpPr/>
              <p:nvPr/>
            </p:nvSpPr>
            <p:spPr>
              <a:xfrm>
                <a:off x="4332316" y="6332141"/>
                <a:ext cx="6343" cy="6345"/>
              </a:xfrm>
              <a:custGeom>
                <a:avLst/>
                <a:gdLst>
                  <a:gd name="connsiteX0" fmla="*/ 3446 w 6343"/>
                  <a:gd name="connsiteY0" fmla="*/ 6570 h 6345"/>
                  <a:gd name="connsiteX1" fmla="*/ 5689 w 6343"/>
                  <a:gd name="connsiteY1" fmla="*/ 5641 h 6345"/>
                  <a:gd name="connsiteX2" fmla="*/ 6617 w 6343"/>
                  <a:gd name="connsiteY2" fmla="*/ 3397 h 6345"/>
                  <a:gd name="connsiteX3" fmla="*/ 5689 w 6343"/>
                  <a:gd name="connsiteY3" fmla="*/ 1154 h 6345"/>
                  <a:gd name="connsiteX4" fmla="*/ 3446 w 6343"/>
                  <a:gd name="connsiteY4" fmla="*/ 225 h 6345"/>
                  <a:gd name="connsiteX5" fmla="*/ 1203 w 6343"/>
                  <a:gd name="connsiteY5" fmla="*/ 1154 h 6345"/>
                  <a:gd name="connsiteX6" fmla="*/ 274 w 6343"/>
                  <a:gd name="connsiteY6" fmla="*/ 3397 h 6345"/>
                  <a:gd name="connsiteX7" fmla="*/ 1203 w 6343"/>
                  <a:gd name="connsiteY7" fmla="*/ 5641 h 6345"/>
                  <a:gd name="connsiteX8" fmla="*/ 344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0"/>
                    </a:moveTo>
                    <a:cubicBezTo>
                      <a:pt x="4287" y="6570"/>
                      <a:pt x="5094" y="6236"/>
                      <a:pt x="5689" y="5641"/>
                    </a:cubicBezTo>
                    <a:cubicBezTo>
                      <a:pt x="6283" y="5046"/>
                      <a:pt x="6617" y="4239"/>
                      <a:pt x="6617" y="3397"/>
                    </a:cubicBezTo>
                    <a:cubicBezTo>
                      <a:pt x="6617" y="2556"/>
                      <a:pt x="6283" y="1749"/>
                      <a:pt x="5689" y="1154"/>
                    </a:cubicBezTo>
                    <a:cubicBezTo>
                      <a:pt x="5094" y="559"/>
                      <a:pt x="4287" y="225"/>
                      <a:pt x="3446" y="225"/>
                    </a:cubicBezTo>
                    <a:cubicBezTo>
                      <a:pt x="2605" y="225"/>
                      <a:pt x="1798" y="559"/>
                      <a:pt x="1203" y="1154"/>
                    </a:cubicBezTo>
                    <a:cubicBezTo>
                      <a:pt x="609" y="1749"/>
                      <a:pt x="274" y="2556"/>
                      <a:pt x="274" y="3397"/>
                    </a:cubicBezTo>
                    <a:cubicBezTo>
                      <a:pt x="274" y="4239"/>
                      <a:pt x="609" y="5046"/>
                      <a:pt x="1203" y="5641"/>
                    </a:cubicBezTo>
                    <a:cubicBezTo>
                      <a:pt x="1798" y="6236"/>
                      <a:pt x="2605" y="6570"/>
                      <a:pt x="344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4" name="Freeform: Shape 1253">
                <a:extLst>
                  <a:ext uri="{FF2B5EF4-FFF2-40B4-BE49-F238E27FC236}">
                    <a16:creationId xmlns:a16="http://schemas.microsoft.com/office/drawing/2014/main" id="{D04B52D4-39CB-43BB-8D82-CA24BF04AF1B}"/>
                  </a:ext>
                </a:extLst>
              </p:cNvPr>
              <p:cNvSpPr/>
              <p:nvPr/>
            </p:nvSpPr>
            <p:spPr>
              <a:xfrm>
                <a:off x="4325478" y="6330777"/>
                <a:ext cx="6343" cy="6345"/>
              </a:xfrm>
              <a:custGeom>
                <a:avLst/>
                <a:gdLst>
                  <a:gd name="connsiteX0" fmla="*/ 3445 w 6343"/>
                  <a:gd name="connsiteY0" fmla="*/ 6570 h 6345"/>
                  <a:gd name="connsiteX1" fmla="*/ 5688 w 6343"/>
                  <a:gd name="connsiteY1" fmla="*/ 5641 h 6345"/>
                  <a:gd name="connsiteX2" fmla="*/ 6617 w 6343"/>
                  <a:gd name="connsiteY2" fmla="*/ 3397 h 6345"/>
                  <a:gd name="connsiteX3" fmla="*/ 5688 w 6343"/>
                  <a:gd name="connsiteY3" fmla="*/ 1154 h 6345"/>
                  <a:gd name="connsiteX4" fmla="*/ 3445 w 6343"/>
                  <a:gd name="connsiteY4" fmla="*/ 225 h 6345"/>
                  <a:gd name="connsiteX5" fmla="*/ 1203 w 6343"/>
                  <a:gd name="connsiteY5" fmla="*/ 1154 h 6345"/>
                  <a:gd name="connsiteX6" fmla="*/ 274 w 6343"/>
                  <a:gd name="connsiteY6" fmla="*/ 3397 h 6345"/>
                  <a:gd name="connsiteX7" fmla="*/ 1203 w 6343"/>
                  <a:gd name="connsiteY7" fmla="*/ 5641 h 6345"/>
                  <a:gd name="connsiteX8" fmla="*/ 344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70"/>
                    </a:moveTo>
                    <a:cubicBezTo>
                      <a:pt x="4286" y="6570"/>
                      <a:pt x="5093" y="6236"/>
                      <a:pt x="5688" y="5641"/>
                    </a:cubicBezTo>
                    <a:cubicBezTo>
                      <a:pt x="6283" y="5046"/>
                      <a:pt x="6617" y="4239"/>
                      <a:pt x="6617" y="3397"/>
                    </a:cubicBezTo>
                    <a:cubicBezTo>
                      <a:pt x="6617" y="2556"/>
                      <a:pt x="6283" y="1749"/>
                      <a:pt x="5688" y="1154"/>
                    </a:cubicBezTo>
                    <a:cubicBezTo>
                      <a:pt x="5093" y="559"/>
                      <a:pt x="4286" y="225"/>
                      <a:pt x="3445" y="225"/>
                    </a:cubicBezTo>
                    <a:cubicBezTo>
                      <a:pt x="2604" y="225"/>
                      <a:pt x="1797" y="559"/>
                      <a:pt x="1203" y="1154"/>
                    </a:cubicBezTo>
                    <a:cubicBezTo>
                      <a:pt x="608" y="1749"/>
                      <a:pt x="274" y="2556"/>
                      <a:pt x="274" y="3397"/>
                    </a:cubicBezTo>
                    <a:cubicBezTo>
                      <a:pt x="274" y="4239"/>
                      <a:pt x="608" y="5046"/>
                      <a:pt x="1203" y="5641"/>
                    </a:cubicBezTo>
                    <a:cubicBezTo>
                      <a:pt x="1797" y="6236"/>
                      <a:pt x="2604" y="6570"/>
                      <a:pt x="344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5" name="Freeform: Shape 1254">
                <a:extLst>
                  <a:ext uri="{FF2B5EF4-FFF2-40B4-BE49-F238E27FC236}">
                    <a16:creationId xmlns:a16="http://schemas.microsoft.com/office/drawing/2014/main" id="{AB6450F6-BB00-4D74-0589-9E4746B3CB23}"/>
                  </a:ext>
                </a:extLst>
              </p:cNvPr>
              <p:cNvSpPr/>
              <p:nvPr/>
            </p:nvSpPr>
            <p:spPr>
              <a:xfrm>
                <a:off x="4320017" y="6331142"/>
                <a:ext cx="6343" cy="6345"/>
              </a:xfrm>
              <a:custGeom>
                <a:avLst/>
                <a:gdLst>
                  <a:gd name="connsiteX0" fmla="*/ 3445 w 6343"/>
                  <a:gd name="connsiteY0" fmla="*/ 6570 h 6345"/>
                  <a:gd name="connsiteX1" fmla="*/ 5688 w 6343"/>
                  <a:gd name="connsiteY1" fmla="*/ 5641 h 6345"/>
                  <a:gd name="connsiteX2" fmla="*/ 6616 w 6343"/>
                  <a:gd name="connsiteY2" fmla="*/ 3397 h 6345"/>
                  <a:gd name="connsiteX3" fmla="*/ 5688 w 6343"/>
                  <a:gd name="connsiteY3" fmla="*/ 1154 h 6345"/>
                  <a:gd name="connsiteX4" fmla="*/ 3445 w 6343"/>
                  <a:gd name="connsiteY4" fmla="*/ 225 h 6345"/>
                  <a:gd name="connsiteX5" fmla="*/ 1202 w 6343"/>
                  <a:gd name="connsiteY5" fmla="*/ 1154 h 6345"/>
                  <a:gd name="connsiteX6" fmla="*/ 273 w 6343"/>
                  <a:gd name="connsiteY6" fmla="*/ 3397 h 6345"/>
                  <a:gd name="connsiteX7" fmla="*/ 1202 w 6343"/>
                  <a:gd name="connsiteY7" fmla="*/ 5641 h 6345"/>
                  <a:gd name="connsiteX8" fmla="*/ 344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70"/>
                    </a:moveTo>
                    <a:cubicBezTo>
                      <a:pt x="4286" y="6570"/>
                      <a:pt x="5093" y="6236"/>
                      <a:pt x="5688" y="5641"/>
                    </a:cubicBezTo>
                    <a:cubicBezTo>
                      <a:pt x="6282" y="5046"/>
                      <a:pt x="6616" y="4239"/>
                      <a:pt x="6616" y="3397"/>
                    </a:cubicBezTo>
                    <a:cubicBezTo>
                      <a:pt x="6616" y="2556"/>
                      <a:pt x="6282" y="1749"/>
                      <a:pt x="5688" y="1154"/>
                    </a:cubicBezTo>
                    <a:cubicBezTo>
                      <a:pt x="5093" y="559"/>
                      <a:pt x="4286" y="225"/>
                      <a:pt x="3445" y="225"/>
                    </a:cubicBezTo>
                    <a:cubicBezTo>
                      <a:pt x="2604" y="225"/>
                      <a:pt x="1797" y="559"/>
                      <a:pt x="1202" y="1154"/>
                    </a:cubicBezTo>
                    <a:cubicBezTo>
                      <a:pt x="608" y="1749"/>
                      <a:pt x="273" y="2556"/>
                      <a:pt x="273" y="3397"/>
                    </a:cubicBezTo>
                    <a:cubicBezTo>
                      <a:pt x="273" y="4239"/>
                      <a:pt x="608" y="5046"/>
                      <a:pt x="1202" y="5641"/>
                    </a:cubicBezTo>
                    <a:cubicBezTo>
                      <a:pt x="1797" y="6236"/>
                      <a:pt x="2604" y="6570"/>
                      <a:pt x="344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6" name="Freeform: Shape 1255">
                <a:extLst>
                  <a:ext uri="{FF2B5EF4-FFF2-40B4-BE49-F238E27FC236}">
                    <a16:creationId xmlns:a16="http://schemas.microsoft.com/office/drawing/2014/main" id="{4CD0DB7A-6D29-9AC6-5C9D-677550A407A7}"/>
                  </a:ext>
                </a:extLst>
              </p:cNvPr>
              <p:cNvSpPr/>
              <p:nvPr/>
            </p:nvSpPr>
            <p:spPr>
              <a:xfrm>
                <a:off x="4313804" y="6330429"/>
                <a:ext cx="6343" cy="6345"/>
              </a:xfrm>
              <a:custGeom>
                <a:avLst/>
                <a:gdLst>
                  <a:gd name="connsiteX0" fmla="*/ 3444 w 6343"/>
                  <a:gd name="connsiteY0" fmla="*/ 6570 h 6345"/>
                  <a:gd name="connsiteX1" fmla="*/ 5687 w 6343"/>
                  <a:gd name="connsiteY1" fmla="*/ 5641 h 6345"/>
                  <a:gd name="connsiteX2" fmla="*/ 6616 w 6343"/>
                  <a:gd name="connsiteY2" fmla="*/ 3397 h 6345"/>
                  <a:gd name="connsiteX3" fmla="*/ 5687 w 6343"/>
                  <a:gd name="connsiteY3" fmla="*/ 1154 h 6345"/>
                  <a:gd name="connsiteX4" fmla="*/ 3444 w 6343"/>
                  <a:gd name="connsiteY4" fmla="*/ 225 h 6345"/>
                  <a:gd name="connsiteX5" fmla="*/ 1202 w 6343"/>
                  <a:gd name="connsiteY5" fmla="*/ 1154 h 6345"/>
                  <a:gd name="connsiteX6" fmla="*/ 273 w 6343"/>
                  <a:gd name="connsiteY6" fmla="*/ 3397 h 6345"/>
                  <a:gd name="connsiteX7" fmla="*/ 1202 w 6343"/>
                  <a:gd name="connsiteY7" fmla="*/ 5641 h 6345"/>
                  <a:gd name="connsiteX8" fmla="*/ 344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70"/>
                    </a:moveTo>
                    <a:cubicBezTo>
                      <a:pt x="4286" y="6570"/>
                      <a:pt x="5092" y="6236"/>
                      <a:pt x="5687" y="5641"/>
                    </a:cubicBezTo>
                    <a:cubicBezTo>
                      <a:pt x="6282" y="5046"/>
                      <a:pt x="6616" y="4239"/>
                      <a:pt x="6616" y="3397"/>
                    </a:cubicBezTo>
                    <a:cubicBezTo>
                      <a:pt x="6616" y="2556"/>
                      <a:pt x="6282" y="1749"/>
                      <a:pt x="5687" y="1154"/>
                    </a:cubicBezTo>
                    <a:cubicBezTo>
                      <a:pt x="5092" y="559"/>
                      <a:pt x="4286" y="225"/>
                      <a:pt x="3444" y="225"/>
                    </a:cubicBezTo>
                    <a:cubicBezTo>
                      <a:pt x="2603" y="225"/>
                      <a:pt x="1797" y="559"/>
                      <a:pt x="1202" y="1154"/>
                    </a:cubicBezTo>
                    <a:cubicBezTo>
                      <a:pt x="607" y="1749"/>
                      <a:pt x="273" y="2556"/>
                      <a:pt x="273" y="3397"/>
                    </a:cubicBezTo>
                    <a:cubicBezTo>
                      <a:pt x="273" y="4239"/>
                      <a:pt x="607" y="5046"/>
                      <a:pt x="1202" y="5641"/>
                    </a:cubicBezTo>
                    <a:cubicBezTo>
                      <a:pt x="1797" y="6236"/>
                      <a:pt x="2603" y="6570"/>
                      <a:pt x="344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7" name="Freeform: Shape 1256">
                <a:extLst>
                  <a:ext uri="{FF2B5EF4-FFF2-40B4-BE49-F238E27FC236}">
                    <a16:creationId xmlns:a16="http://schemas.microsoft.com/office/drawing/2014/main" id="{8EF2DFFB-78F2-A235-FB1D-16569DF176A5}"/>
                  </a:ext>
                </a:extLst>
              </p:cNvPr>
              <p:cNvSpPr/>
              <p:nvPr/>
            </p:nvSpPr>
            <p:spPr>
              <a:xfrm>
                <a:off x="4308825" y="6331316"/>
                <a:ext cx="6343" cy="6345"/>
              </a:xfrm>
              <a:custGeom>
                <a:avLst/>
                <a:gdLst>
                  <a:gd name="connsiteX0" fmla="*/ 3444 w 6343"/>
                  <a:gd name="connsiteY0" fmla="*/ 6570 h 6345"/>
                  <a:gd name="connsiteX1" fmla="*/ 5687 w 6343"/>
                  <a:gd name="connsiteY1" fmla="*/ 5641 h 6345"/>
                  <a:gd name="connsiteX2" fmla="*/ 6616 w 6343"/>
                  <a:gd name="connsiteY2" fmla="*/ 3397 h 6345"/>
                  <a:gd name="connsiteX3" fmla="*/ 5687 w 6343"/>
                  <a:gd name="connsiteY3" fmla="*/ 1154 h 6345"/>
                  <a:gd name="connsiteX4" fmla="*/ 3444 w 6343"/>
                  <a:gd name="connsiteY4" fmla="*/ 225 h 6345"/>
                  <a:gd name="connsiteX5" fmla="*/ 1201 w 6343"/>
                  <a:gd name="connsiteY5" fmla="*/ 1154 h 6345"/>
                  <a:gd name="connsiteX6" fmla="*/ 272 w 6343"/>
                  <a:gd name="connsiteY6" fmla="*/ 3397 h 6345"/>
                  <a:gd name="connsiteX7" fmla="*/ 1201 w 6343"/>
                  <a:gd name="connsiteY7" fmla="*/ 5641 h 6345"/>
                  <a:gd name="connsiteX8" fmla="*/ 344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70"/>
                    </a:moveTo>
                    <a:cubicBezTo>
                      <a:pt x="4285" y="6570"/>
                      <a:pt x="5092" y="6236"/>
                      <a:pt x="5687" y="5641"/>
                    </a:cubicBezTo>
                    <a:cubicBezTo>
                      <a:pt x="6281" y="5046"/>
                      <a:pt x="6616" y="4239"/>
                      <a:pt x="6616" y="3397"/>
                    </a:cubicBezTo>
                    <a:cubicBezTo>
                      <a:pt x="6616" y="2556"/>
                      <a:pt x="6281" y="1749"/>
                      <a:pt x="5687" y="1154"/>
                    </a:cubicBezTo>
                    <a:cubicBezTo>
                      <a:pt x="5092" y="559"/>
                      <a:pt x="4285" y="225"/>
                      <a:pt x="3444" y="225"/>
                    </a:cubicBezTo>
                    <a:cubicBezTo>
                      <a:pt x="2603" y="225"/>
                      <a:pt x="1796" y="559"/>
                      <a:pt x="1201" y="1154"/>
                    </a:cubicBezTo>
                    <a:cubicBezTo>
                      <a:pt x="607" y="1749"/>
                      <a:pt x="272" y="2556"/>
                      <a:pt x="272" y="3397"/>
                    </a:cubicBezTo>
                    <a:cubicBezTo>
                      <a:pt x="272" y="4239"/>
                      <a:pt x="607" y="5046"/>
                      <a:pt x="1201" y="5641"/>
                    </a:cubicBezTo>
                    <a:cubicBezTo>
                      <a:pt x="1796" y="6236"/>
                      <a:pt x="2603" y="6570"/>
                      <a:pt x="344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8" name="Freeform: Shape 1257">
                <a:extLst>
                  <a:ext uri="{FF2B5EF4-FFF2-40B4-BE49-F238E27FC236}">
                    <a16:creationId xmlns:a16="http://schemas.microsoft.com/office/drawing/2014/main" id="{817D90CF-7B0D-BFB1-E8B0-F78B84C8909A}"/>
                  </a:ext>
                </a:extLst>
              </p:cNvPr>
              <p:cNvSpPr/>
              <p:nvPr/>
            </p:nvSpPr>
            <p:spPr>
              <a:xfrm>
                <a:off x="4302430" y="6330194"/>
                <a:ext cx="6343" cy="6345"/>
              </a:xfrm>
              <a:custGeom>
                <a:avLst/>
                <a:gdLst>
                  <a:gd name="connsiteX0" fmla="*/ 3444 w 6343"/>
                  <a:gd name="connsiteY0" fmla="*/ 6570 h 6345"/>
                  <a:gd name="connsiteX1" fmla="*/ 5686 w 6343"/>
                  <a:gd name="connsiteY1" fmla="*/ 5641 h 6345"/>
                  <a:gd name="connsiteX2" fmla="*/ 6615 w 6343"/>
                  <a:gd name="connsiteY2" fmla="*/ 3397 h 6345"/>
                  <a:gd name="connsiteX3" fmla="*/ 5686 w 6343"/>
                  <a:gd name="connsiteY3" fmla="*/ 1154 h 6345"/>
                  <a:gd name="connsiteX4" fmla="*/ 3444 w 6343"/>
                  <a:gd name="connsiteY4" fmla="*/ 225 h 6345"/>
                  <a:gd name="connsiteX5" fmla="*/ 1201 w 6343"/>
                  <a:gd name="connsiteY5" fmla="*/ 1154 h 6345"/>
                  <a:gd name="connsiteX6" fmla="*/ 272 w 6343"/>
                  <a:gd name="connsiteY6" fmla="*/ 3397 h 6345"/>
                  <a:gd name="connsiteX7" fmla="*/ 1201 w 6343"/>
                  <a:gd name="connsiteY7" fmla="*/ 5641 h 6345"/>
                  <a:gd name="connsiteX8" fmla="*/ 344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70"/>
                    </a:moveTo>
                    <a:cubicBezTo>
                      <a:pt x="4285" y="6570"/>
                      <a:pt x="5091" y="6236"/>
                      <a:pt x="5686" y="5641"/>
                    </a:cubicBezTo>
                    <a:cubicBezTo>
                      <a:pt x="6281" y="5046"/>
                      <a:pt x="6615" y="4239"/>
                      <a:pt x="6615" y="3397"/>
                    </a:cubicBezTo>
                    <a:cubicBezTo>
                      <a:pt x="6615" y="2556"/>
                      <a:pt x="6281" y="1749"/>
                      <a:pt x="5686" y="1154"/>
                    </a:cubicBezTo>
                    <a:cubicBezTo>
                      <a:pt x="5091" y="559"/>
                      <a:pt x="4285" y="225"/>
                      <a:pt x="3444" y="225"/>
                    </a:cubicBezTo>
                    <a:cubicBezTo>
                      <a:pt x="2602" y="225"/>
                      <a:pt x="1796" y="559"/>
                      <a:pt x="1201" y="1154"/>
                    </a:cubicBezTo>
                    <a:cubicBezTo>
                      <a:pt x="606" y="1749"/>
                      <a:pt x="272" y="2556"/>
                      <a:pt x="272" y="3397"/>
                    </a:cubicBezTo>
                    <a:cubicBezTo>
                      <a:pt x="272" y="4239"/>
                      <a:pt x="606" y="5046"/>
                      <a:pt x="1201" y="5641"/>
                    </a:cubicBezTo>
                    <a:cubicBezTo>
                      <a:pt x="1796" y="6236"/>
                      <a:pt x="2602" y="6570"/>
                      <a:pt x="344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9" name="Freeform: Shape 1258">
                <a:extLst>
                  <a:ext uri="{FF2B5EF4-FFF2-40B4-BE49-F238E27FC236}">
                    <a16:creationId xmlns:a16="http://schemas.microsoft.com/office/drawing/2014/main" id="{B73111B0-4215-EC61-1685-15DE9C592471}"/>
                  </a:ext>
                </a:extLst>
              </p:cNvPr>
              <p:cNvSpPr/>
              <p:nvPr/>
            </p:nvSpPr>
            <p:spPr>
              <a:xfrm>
                <a:off x="4296950" y="6330258"/>
                <a:ext cx="6343" cy="6345"/>
              </a:xfrm>
              <a:custGeom>
                <a:avLst/>
                <a:gdLst>
                  <a:gd name="connsiteX0" fmla="*/ 3443 w 6343"/>
                  <a:gd name="connsiteY0" fmla="*/ 6570 h 6345"/>
                  <a:gd name="connsiteX1" fmla="*/ 5686 w 6343"/>
                  <a:gd name="connsiteY1" fmla="*/ 5641 h 6345"/>
                  <a:gd name="connsiteX2" fmla="*/ 6615 w 6343"/>
                  <a:gd name="connsiteY2" fmla="*/ 3397 h 6345"/>
                  <a:gd name="connsiteX3" fmla="*/ 5686 w 6343"/>
                  <a:gd name="connsiteY3" fmla="*/ 1154 h 6345"/>
                  <a:gd name="connsiteX4" fmla="*/ 3443 w 6343"/>
                  <a:gd name="connsiteY4" fmla="*/ 225 h 6345"/>
                  <a:gd name="connsiteX5" fmla="*/ 1200 w 6343"/>
                  <a:gd name="connsiteY5" fmla="*/ 1154 h 6345"/>
                  <a:gd name="connsiteX6" fmla="*/ 272 w 6343"/>
                  <a:gd name="connsiteY6" fmla="*/ 3397 h 6345"/>
                  <a:gd name="connsiteX7" fmla="*/ 1200 w 6343"/>
                  <a:gd name="connsiteY7" fmla="*/ 5641 h 6345"/>
                  <a:gd name="connsiteX8" fmla="*/ 344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70"/>
                    </a:moveTo>
                    <a:cubicBezTo>
                      <a:pt x="4284" y="6570"/>
                      <a:pt x="5091" y="6236"/>
                      <a:pt x="5686" y="5641"/>
                    </a:cubicBezTo>
                    <a:cubicBezTo>
                      <a:pt x="6280" y="5046"/>
                      <a:pt x="6615" y="4239"/>
                      <a:pt x="6615" y="3397"/>
                    </a:cubicBezTo>
                    <a:cubicBezTo>
                      <a:pt x="6615" y="2556"/>
                      <a:pt x="6280" y="1749"/>
                      <a:pt x="5686" y="1154"/>
                    </a:cubicBezTo>
                    <a:cubicBezTo>
                      <a:pt x="5091" y="559"/>
                      <a:pt x="4284" y="225"/>
                      <a:pt x="3443" y="225"/>
                    </a:cubicBezTo>
                    <a:cubicBezTo>
                      <a:pt x="2602" y="225"/>
                      <a:pt x="1795" y="559"/>
                      <a:pt x="1200" y="1154"/>
                    </a:cubicBezTo>
                    <a:cubicBezTo>
                      <a:pt x="606" y="1749"/>
                      <a:pt x="272" y="2556"/>
                      <a:pt x="272" y="3397"/>
                    </a:cubicBezTo>
                    <a:cubicBezTo>
                      <a:pt x="272" y="4239"/>
                      <a:pt x="606" y="5046"/>
                      <a:pt x="1200" y="5641"/>
                    </a:cubicBezTo>
                    <a:cubicBezTo>
                      <a:pt x="1795" y="6236"/>
                      <a:pt x="2602" y="6570"/>
                      <a:pt x="344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0" name="Freeform: Shape 1259">
                <a:extLst>
                  <a:ext uri="{FF2B5EF4-FFF2-40B4-BE49-F238E27FC236}">
                    <a16:creationId xmlns:a16="http://schemas.microsoft.com/office/drawing/2014/main" id="{DD38666A-C001-F154-ABB3-79C2865C4E76}"/>
                  </a:ext>
                </a:extLst>
              </p:cNvPr>
              <p:cNvSpPr/>
              <p:nvPr/>
            </p:nvSpPr>
            <p:spPr>
              <a:xfrm>
                <a:off x="4290609" y="6329030"/>
                <a:ext cx="6343" cy="6345"/>
              </a:xfrm>
              <a:custGeom>
                <a:avLst/>
                <a:gdLst>
                  <a:gd name="connsiteX0" fmla="*/ 3443 w 6343"/>
                  <a:gd name="connsiteY0" fmla="*/ 6570 h 6345"/>
                  <a:gd name="connsiteX1" fmla="*/ 5685 w 6343"/>
                  <a:gd name="connsiteY1" fmla="*/ 5641 h 6345"/>
                  <a:gd name="connsiteX2" fmla="*/ 6614 w 6343"/>
                  <a:gd name="connsiteY2" fmla="*/ 3397 h 6345"/>
                  <a:gd name="connsiteX3" fmla="*/ 5685 w 6343"/>
                  <a:gd name="connsiteY3" fmla="*/ 1154 h 6345"/>
                  <a:gd name="connsiteX4" fmla="*/ 3443 w 6343"/>
                  <a:gd name="connsiteY4" fmla="*/ 225 h 6345"/>
                  <a:gd name="connsiteX5" fmla="*/ 1200 w 6343"/>
                  <a:gd name="connsiteY5" fmla="*/ 1154 h 6345"/>
                  <a:gd name="connsiteX6" fmla="*/ 271 w 6343"/>
                  <a:gd name="connsiteY6" fmla="*/ 3397 h 6345"/>
                  <a:gd name="connsiteX7" fmla="*/ 1200 w 6343"/>
                  <a:gd name="connsiteY7" fmla="*/ 5641 h 6345"/>
                  <a:gd name="connsiteX8" fmla="*/ 344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70"/>
                    </a:moveTo>
                    <a:cubicBezTo>
                      <a:pt x="4284" y="6570"/>
                      <a:pt x="5090" y="6236"/>
                      <a:pt x="5685" y="5641"/>
                    </a:cubicBezTo>
                    <a:cubicBezTo>
                      <a:pt x="6280" y="5046"/>
                      <a:pt x="6614" y="4239"/>
                      <a:pt x="6614" y="3397"/>
                    </a:cubicBezTo>
                    <a:cubicBezTo>
                      <a:pt x="6614" y="2556"/>
                      <a:pt x="6280" y="1749"/>
                      <a:pt x="5685" y="1154"/>
                    </a:cubicBezTo>
                    <a:cubicBezTo>
                      <a:pt x="5090" y="559"/>
                      <a:pt x="4284" y="225"/>
                      <a:pt x="3443" y="225"/>
                    </a:cubicBezTo>
                    <a:cubicBezTo>
                      <a:pt x="2601" y="225"/>
                      <a:pt x="1795" y="559"/>
                      <a:pt x="1200" y="1154"/>
                    </a:cubicBezTo>
                    <a:cubicBezTo>
                      <a:pt x="605" y="1749"/>
                      <a:pt x="271" y="2556"/>
                      <a:pt x="271" y="3397"/>
                    </a:cubicBezTo>
                    <a:cubicBezTo>
                      <a:pt x="271" y="4239"/>
                      <a:pt x="605" y="5046"/>
                      <a:pt x="1200" y="5641"/>
                    </a:cubicBezTo>
                    <a:cubicBezTo>
                      <a:pt x="1795" y="6236"/>
                      <a:pt x="2601" y="6570"/>
                      <a:pt x="344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1" name="Freeform: Shape 1260">
                <a:extLst>
                  <a:ext uri="{FF2B5EF4-FFF2-40B4-BE49-F238E27FC236}">
                    <a16:creationId xmlns:a16="http://schemas.microsoft.com/office/drawing/2014/main" id="{0D52BCE8-59B9-BFB7-1D46-9B54A9594039}"/>
                  </a:ext>
                </a:extLst>
              </p:cNvPr>
              <p:cNvSpPr/>
              <p:nvPr/>
            </p:nvSpPr>
            <p:spPr>
              <a:xfrm>
                <a:off x="4284977" y="6328725"/>
                <a:ext cx="6343" cy="6345"/>
              </a:xfrm>
              <a:custGeom>
                <a:avLst/>
                <a:gdLst>
                  <a:gd name="connsiteX0" fmla="*/ 3442 w 6343"/>
                  <a:gd name="connsiteY0" fmla="*/ 6570 h 6345"/>
                  <a:gd name="connsiteX1" fmla="*/ 5685 w 6343"/>
                  <a:gd name="connsiteY1" fmla="*/ 5641 h 6345"/>
                  <a:gd name="connsiteX2" fmla="*/ 6614 w 6343"/>
                  <a:gd name="connsiteY2" fmla="*/ 3397 h 6345"/>
                  <a:gd name="connsiteX3" fmla="*/ 5685 w 6343"/>
                  <a:gd name="connsiteY3" fmla="*/ 1154 h 6345"/>
                  <a:gd name="connsiteX4" fmla="*/ 3442 w 6343"/>
                  <a:gd name="connsiteY4" fmla="*/ 225 h 6345"/>
                  <a:gd name="connsiteX5" fmla="*/ 1200 w 6343"/>
                  <a:gd name="connsiteY5" fmla="*/ 1154 h 6345"/>
                  <a:gd name="connsiteX6" fmla="*/ 271 w 6343"/>
                  <a:gd name="connsiteY6" fmla="*/ 3397 h 6345"/>
                  <a:gd name="connsiteX7" fmla="*/ 1200 w 6343"/>
                  <a:gd name="connsiteY7" fmla="*/ 5641 h 6345"/>
                  <a:gd name="connsiteX8" fmla="*/ 344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70"/>
                    </a:moveTo>
                    <a:cubicBezTo>
                      <a:pt x="4283" y="6570"/>
                      <a:pt x="5090" y="6236"/>
                      <a:pt x="5685" y="5641"/>
                    </a:cubicBezTo>
                    <a:cubicBezTo>
                      <a:pt x="6280" y="5046"/>
                      <a:pt x="6614" y="4239"/>
                      <a:pt x="6614" y="3397"/>
                    </a:cubicBezTo>
                    <a:cubicBezTo>
                      <a:pt x="6614" y="2556"/>
                      <a:pt x="6280" y="1749"/>
                      <a:pt x="5685" y="1154"/>
                    </a:cubicBezTo>
                    <a:cubicBezTo>
                      <a:pt x="5090" y="559"/>
                      <a:pt x="4283" y="225"/>
                      <a:pt x="3442" y="225"/>
                    </a:cubicBezTo>
                    <a:cubicBezTo>
                      <a:pt x="2601" y="225"/>
                      <a:pt x="1794" y="559"/>
                      <a:pt x="1200" y="1154"/>
                    </a:cubicBezTo>
                    <a:cubicBezTo>
                      <a:pt x="605" y="1749"/>
                      <a:pt x="271" y="2556"/>
                      <a:pt x="271" y="3397"/>
                    </a:cubicBezTo>
                    <a:cubicBezTo>
                      <a:pt x="271" y="4239"/>
                      <a:pt x="605" y="5046"/>
                      <a:pt x="1200" y="5641"/>
                    </a:cubicBezTo>
                    <a:cubicBezTo>
                      <a:pt x="1794" y="6236"/>
                      <a:pt x="2601" y="6570"/>
                      <a:pt x="344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2" name="Freeform: Shape 1261">
                <a:extLst>
                  <a:ext uri="{FF2B5EF4-FFF2-40B4-BE49-F238E27FC236}">
                    <a16:creationId xmlns:a16="http://schemas.microsoft.com/office/drawing/2014/main" id="{B2632C87-7D1E-FC67-5726-7D40217C2A66}"/>
                  </a:ext>
                </a:extLst>
              </p:cNvPr>
              <p:cNvSpPr/>
              <p:nvPr/>
            </p:nvSpPr>
            <p:spPr>
              <a:xfrm>
                <a:off x="4279366" y="6328373"/>
                <a:ext cx="6343" cy="6345"/>
              </a:xfrm>
              <a:custGeom>
                <a:avLst/>
                <a:gdLst>
                  <a:gd name="connsiteX0" fmla="*/ 3442 w 6343"/>
                  <a:gd name="connsiteY0" fmla="*/ 6570 h 6345"/>
                  <a:gd name="connsiteX1" fmla="*/ 5684 w 6343"/>
                  <a:gd name="connsiteY1" fmla="*/ 5641 h 6345"/>
                  <a:gd name="connsiteX2" fmla="*/ 6613 w 6343"/>
                  <a:gd name="connsiteY2" fmla="*/ 3397 h 6345"/>
                  <a:gd name="connsiteX3" fmla="*/ 5684 w 6343"/>
                  <a:gd name="connsiteY3" fmla="*/ 1154 h 6345"/>
                  <a:gd name="connsiteX4" fmla="*/ 3442 w 6343"/>
                  <a:gd name="connsiteY4" fmla="*/ 224 h 6345"/>
                  <a:gd name="connsiteX5" fmla="*/ 1199 w 6343"/>
                  <a:gd name="connsiteY5" fmla="*/ 1154 h 6345"/>
                  <a:gd name="connsiteX6" fmla="*/ 270 w 6343"/>
                  <a:gd name="connsiteY6" fmla="*/ 3397 h 6345"/>
                  <a:gd name="connsiteX7" fmla="*/ 1199 w 6343"/>
                  <a:gd name="connsiteY7" fmla="*/ 5641 h 6345"/>
                  <a:gd name="connsiteX8" fmla="*/ 344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70"/>
                    </a:moveTo>
                    <a:cubicBezTo>
                      <a:pt x="4283" y="6570"/>
                      <a:pt x="5090" y="6236"/>
                      <a:pt x="5684" y="5641"/>
                    </a:cubicBezTo>
                    <a:cubicBezTo>
                      <a:pt x="6279" y="5046"/>
                      <a:pt x="6613" y="4239"/>
                      <a:pt x="6613" y="3397"/>
                    </a:cubicBezTo>
                    <a:cubicBezTo>
                      <a:pt x="6613" y="2556"/>
                      <a:pt x="6279" y="1749"/>
                      <a:pt x="5684" y="1154"/>
                    </a:cubicBezTo>
                    <a:cubicBezTo>
                      <a:pt x="5090" y="559"/>
                      <a:pt x="4283" y="224"/>
                      <a:pt x="3442" y="224"/>
                    </a:cubicBezTo>
                    <a:cubicBezTo>
                      <a:pt x="2601" y="224"/>
                      <a:pt x="1794" y="559"/>
                      <a:pt x="1199" y="1154"/>
                    </a:cubicBezTo>
                    <a:cubicBezTo>
                      <a:pt x="604" y="1749"/>
                      <a:pt x="270" y="2556"/>
                      <a:pt x="270" y="3397"/>
                    </a:cubicBezTo>
                    <a:cubicBezTo>
                      <a:pt x="270" y="4239"/>
                      <a:pt x="604" y="5046"/>
                      <a:pt x="1199" y="5641"/>
                    </a:cubicBezTo>
                    <a:cubicBezTo>
                      <a:pt x="1794" y="6236"/>
                      <a:pt x="2601" y="6570"/>
                      <a:pt x="344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3" name="Freeform: Shape 1262">
                <a:extLst>
                  <a:ext uri="{FF2B5EF4-FFF2-40B4-BE49-F238E27FC236}">
                    <a16:creationId xmlns:a16="http://schemas.microsoft.com/office/drawing/2014/main" id="{273EA735-4914-7CAC-077A-5E546FF997CF}"/>
                  </a:ext>
                </a:extLst>
              </p:cNvPr>
              <p:cNvSpPr/>
              <p:nvPr/>
            </p:nvSpPr>
            <p:spPr>
              <a:xfrm>
                <a:off x="4274254" y="6328685"/>
                <a:ext cx="6343" cy="6345"/>
              </a:xfrm>
              <a:custGeom>
                <a:avLst/>
                <a:gdLst>
                  <a:gd name="connsiteX0" fmla="*/ 3441 w 6343"/>
                  <a:gd name="connsiteY0" fmla="*/ 6570 h 6345"/>
                  <a:gd name="connsiteX1" fmla="*/ 5684 w 6343"/>
                  <a:gd name="connsiteY1" fmla="*/ 5641 h 6345"/>
                  <a:gd name="connsiteX2" fmla="*/ 6613 w 6343"/>
                  <a:gd name="connsiteY2" fmla="*/ 3397 h 6345"/>
                  <a:gd name="connsiteX3" fmla="*/ 5684 w 6343"/>
                  <a:gd name="connsiteY3" fmla="*/ 1154 h 6345"/>
                  <a:gd name="connsiteX4" fmla="*/ 3441 w 6343"/>
                  <a:gd name="connsiteY4" fmla="*/ 225 h 6345"/>
                  <a:gd name="connsiteX5" fmla="*/ 1199 w 6343"/>
                  <a:gd name="connsiteY5" fmla="*/ 1154 h 6345"/>
                  <a:gd name="connsiteX6" fmla="*/ 270 w 6343"/>
                  <a:gd name="connsiteY6" fmla="*/ 3397 h 6345"/>
                  <a:gd name="connsiteX7" fmla="*/ 1199 w 6343"/>
                  <a:gd name="connsiteY7" fmla="*/ 5641 h 6345"/>
                  <a:gd name="connsiteX8" fmla="*/ 3441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70"/>
                    </a:moveTo>
                    <a:cubicBezTo>
                      <a:pt x="4282" y="6570"/>
                      <a:pt x="5089" y="6236"/>
                      <a:pt x="5684" y="5641"/>
                    </a:cubicBezTo>
                    <a:cubicBezTo>
                      <a:pt x="6279" y="5046"/>
                      <a:pt x="6613" y="4239"/>
                      <a:pt x="6613" y="3397"/>
                    </a:cubicBezTo>
                    <a:cubicBezTo>
                      <a:pt x="6613" y="2556"/>
                      <a:pt x="6279" y="1749"/>
                      <a:pt x="5684" y="1154"/>
                    </a:cubicBezTo>
                    <a:cubicBezTo>
                      <a:pt x="5089" y="559"/>
                      <a:pt x="4282" y="225"/>
                      <a:pt x="3441" y="225"/>
                    </a:cubicBezTo>
                    <a:cubicBezTo>
                      <a:pt x="2600" y="225"/>
                      <a:pt x="1793" y="559"/>
                      <a:pt x="1199" y="1154"/>
                    </a:cubicBezTo>
                    <a:cubicBezTo>
                      <a:pt x="604" y="1749"/>
                      <a:pt x="270" y="2556"/>
                      <a:pt x="270" y="3397"/>
                    </a:cubicBezTo>
                    <a:cubicBezTo>
                      <a:pt x="270" y="4239"/>
                      <a:pt x="604" y="5046"/>
                      <a:pt x="1199" y="5641"/>
                    </a:cubicBezTo>
                    <a:cubicBezTo>
                      <a:pt x="1793" y="6236"/>
                      <a:pt x="2600" y="6570"/>
                      <a:pt x="3441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4" name="Freeform: Shape 1263">
                <a:extLst>
                  <a:ext uri="{FF2B5EF4-FFF2-40B4-BE49-F238E27FC236}">
                    <a16:creationId xmlns:a16="http://schemas.microsoft.com/office/drawing/2014/main" id="{86250389-E929-0E33-89F9-B4ECF7802C2A}"/>
                  </a:ext>
                </a:extLst>
              </p:cNvPr>
              <p:cNvSpPr/>
              <p:nvPr/>
            </p:nvSpPr>
            <p:spPr>
              <a:xfrm>
                <a:off x="4268255" y="6327610"/>
                <a:ext cx="6343" cy="6345"/>
              </a:xfrm>
              <a:custGeom>
                <a:avLst/>
                <a:gdLst>
                  <a:gd name="connsiteX0" fmla="*/ 3441 w 6343"/>
                  <a:gd name="connsiteY0" fmla="*/ 6570 h 6345"/>
                  <a:gd name="connsiteX1" fmla="*/ 5683 w 6343"/>
                  <a:gd name="connsiteY1" fmla="*/ 5641 h 6345"/>
                  <a:gd name="connsiteX2" fmla="*/ 6612 w 6343"/>
                  <a:gd name="connsiteY2" fmla="*/ 3397 h 6345"/>
                  <a:gd name="connsiteX3" fmla="*/ 5683 w 6343"/>
                  <a:gd name="connsiteY3" fmla="*/ 1154 h 6345"/>
                  <a:gd name="connsiteX4" fmla="*/ 3441 w 6343"/>
                  <a:gd name="connsiteY4" fmla="*/ 224 h 6345"/>
                  <a:gd name="connsiteX5" fmla="*/ 1198 w 6343"/>
                  <a:gd name="connsiteY5" fmla="*/ 1154 h 6345"/>
                  <a:gd name="connsiteX6" fmla="*/ 269 w 6343"/>
                  <a:gd name="connsiteY6" fmla="*/ 3397 h 6345"/>
                  <a:gd name="connsiteX7" fmla="*/ 1198 w 6343"/>
                  <a:gd name="connsiteY7" fmla="*/ 5641 h 6345"/>
                  <a:gd name="connsiteX8" fmla="*/ 3441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70"/>
                    </a:moveTo>
                    <a:cubicBezTo>
                      <a:pt x="4282" y="6570"/>
                      <a:pt x="5089" y="6236"/>
                      <a:pt x="5683" y="5641"/>
                    </a:cubicBezTo>
                    <a:cubicBezTo>
                      <a:pt x="6278" y="5046"/>
                      <a:pt x="6612" y="4239"/>
                      <a:pt x="6612" y="3397"/>
                    </a:cubicBezTo>
                    <a:cubicBezTo>
                      <a:pt x="6612" y="2556"/>
                      <a:pt x="6278" y="1749"/>
                      <a:pt x="5683" y="1154"/>
                    </a:cubicBezTo>
                    <a:cubicBezTo>
                      <a:pt x="5089" y="559"/>
                      <a:pt x="4282" y="224"/>
                      <a:pt x="3441" y="224"/>
                    </a:cubicBezTo>
                    <a:cubicBezTo>
                      <a:pt x="2600" y="224"/>
                      <a:pt x="1793" y="559"/>
                      <a:pt x="1198" y="1154"/>
                    </a:cubicBezTo>
                    <a:cubicBezTo>
                      <a:pt x="603" y="1749"/>
                      <a:pt x="269" y="2556"/>
                      <a:pt x="269" y="3397"/>
                    </a:cubicBezTo>
                    <a:cubicBezTo>
                      <a:pt x="269" y="4239"/>
                      <a:pt x="603" y="5046"/>
                      <a:pt x="1198" y="5641"/>
                    </a:cubicBezTo>
                    <a:cubicBezTo>
                      <a:pt x="1793" y="6236"/>
                      <a:pt x="2600" y="6570"/>
                      <a:pt x="3441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5" name="Freeform: Shape 1264">
                <a:extLst>
                  <a:ext uri="{FF2B5EF4-FFF2-40B4-BE49-F238E27FC236}">
                    <a16:creationId xmlns:a16="http://schemas.microsoft.com/office/drawing/2014/main" id="{21146490-3F3A-CDE4-4204-049AB62CC2A4}"/>
                  </a:ext>
                </a:extLst>
              </p:cNvPr>
              <p:cNvSpPr/>
              <p:nvPr/>
            </p:nvSpPr>
            <p:spPr>
              <a:xfrm>
                <a:off x="4030548" y="5974605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1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69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1" y="2528"/>
                      <a:pt x="251" y="3369"/>
                    </a:cubicBezTo>
                    <a:cubicBezTo>
                      <a:pt x="251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6" name="Freeform: Shape 1265">
                <a:extLst>
                  <a:ext uri="{FF2B5EF4-FFF2-40B4-BE49-F238E27FC236}">
                    <a16:creationId xmlns:a16="http://schemas.microsoft.com/office/drawing/2014/main" id="{2D4C2AC0-DBDB-DF4F-A7A4-969DAAADD4A1}"/>
                  </a:ext>
                </a:extLst>
              </p:cNvPr>
              <p:cNvSpPr/>
              <p:nvPr/>
            </p:nvSpPr>
            <p:spPr>
              <a:xfrm>
                <a:off x="4027470" y="5973090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6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6"/>
                      <a:pt x="3422" y="196"/>
                    </a:cubicBezTo>
                    <a:cubicBezTo>
                      <a:pt x="2581" y="196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7" name="Freeform: Shape 1266">
                <a:extLst>
                  <a:ext uri="{FF2B5EF4-FFF2-40B4-BE49-F238E27FC236}">
                    <a16:creationId xmlns:a16="http://schemas.microsoft.com/office/drawing/2014/main" id="{17C9851B-F19A-703F-1842-49D56F36C104}"/>
                  </a:ext>
                </a:extLst>
              </p:cNvPr>
              <p:cNvSpPr/>
              <p:nvPr/>
            </p:nvSpPr>
            <p:spPr>
              <a:xfrm>
                <a:off x="4026704" y="5975116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8" name="Freeform: Shape 1267">
                <a:extLst>
                  <a:ext uri="{FF2B5EF4-FFF2-40B4-BE49-F238E27FC236}">
                    <a16:creationId xmlns:a16="http://schemas.microsoft.com/office/drawing/2014/main" id="{DCE931E8-1C95-D8F8-837D-D124C33A7E68}"/>
                  </a:ext>
                </a:extLst>
              </p:cNvPr>
              <p:cNvSpPr/>
              <p:nvPr/>
            </p:nvSpPr>
            <p:spPr>
              <a:xfrm>
                <a:off x="4025029" y="5975733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9" name="Freeform: Shape 1268">
                <a:extLst>
                  <a:ext uri="{FF2B5EF4-FFF2-40B4-BE49-F238E27FC236}">
                    <a16:creationId xmlns:a16="http://schemas.microsoft.com/office/drawing/2014/main" id="{AC7A801B-BF5B-DE31-5652-D33BB1219B35}"/>
                  </a:ext>
                </a:extLst>
              </p:cNvPr>
              <p:cNvSpPr/>
              <p:nvPr/>
            </p:nvSpPr>
            <p:spPr>
              <a:xfrm>
                <a:off x="4022721" y="5975327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3" y="6542"/>
                      <a:pt x="5069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69" y="531"/>
                      <a:pt x="4263" y="197"/>
                      <a:pt x="3421" y="197"/>
                    </a:cubicBezTo>
                    <a:cubicBezTo>
                      <a:pt x="2580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0" name="Freeform: Shape 1269">
                <a:extLst>
                  <a:ext uri="{FF2B5EF4-FFF2-40B4-BE49-F238E27FC236}">
                    <a16:creationId xmlns:a16="http://schemas.microsoft.com/office/drawing/2014/main" id="{6A551FBD-376A-251F-F405-FB9EB5B1E505}"/>
                  </a:ext>
                </a:extLst>
              </p:cNvPr>
              <p:cNvSpPr/>
              <p:nvPr/>
            </p:nvSpPr>
            <p:spPr>
              <a:xfrm>
                <a:off x="4250425" y="6348616"/>
                <a:ext cx="6343" cy="6345"/>
              </a:xfrm>
              <a:custGeom>
                <a:avLst/>
                <a:gdLst>
                  <a:gd name="connsiteX0" fmla="*/ 3439 w 6343"/>
                  <a:gd name="connsiteY0" fmla="*/ 6571 h 6345"/>
                  <a:gd name="connsiteX1" fmla="*/ 5682 w 6343"/>
                  <a:gd name="connsiteY1" fmla="*/ 5642 h 6345"/>
                  <a:gd name="connsiteX2" fmla="*/ 6611 w 6343"/>
                  <a:gd name="connsiteY2" fmla="*/ 3399 h 6345"/>
                  <a:gd name="connsiteX3" fmla="*/ 5682 w 6343"/>
                  <a:gd name="connsiteY3" fmla="*/ 1155 h 6345"/>
                  <a:gd name="connsiteX4" fmla="*/ 3439 w 6343"/>
                  <a:gd name="connsiteY4" fmla="*/ 226 h 6345"/>
                  <a:gd name="connsiteX5" fmla="*/ 1197 w 6343"/>
                  <a:gd name="connsiteY5" fmla="*/ 1155 h 6345"/>
                  <a:gd name="connsiteX6" fmla="*/ 268 w 6343"/>
                  <a:gd name="connsiteY6" fmla="*/ 3399 h 6345"/>
                  <a:gd name="connsiteX7" fmla="*/ 1197 w 6343"/>
                  <a:gd name="connsiteY7" fmla="*/ 5642 h 6345"/>
                  <a:gd name="connsiteX8" fmla="*/ 3439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71"/>
                    </a:moveTo>
                    <a:cubicBezTo>
                      <a:pt x="4281" y="6571"/>
                      <a:pt x="5087" y="6237"/>
                      <a:pt x="5682" y="5642"/>
                    </a:cubicBezTo>
                    <a:cubicBezTo>
                      <a:pt x="6277" y="5047"/>
                      <a:pt x="6611" y="4240"/>
                      <a:pt x="6611" y="3399"/>
                    </a:cubicBezTo>
                    <a:cubicBezTo>
                      <a:pt x="6611" y="2557"/>
                      <a:pt x="6277" y="1750"/>
                      <a:pt x="5682" y="1155"/>
                    </a:cubicBezTo>
                    <a:cubicBezTo>
                      <a:pt x="5087" y="560"/>
                      <a:pt x="4281" y="226"/>
                      <a:pt x="3439" y="226"/>
                    </a:cubicBezTo>
                    <a:cubicBezTo>
                      <a:pt x="2598" y="226"/>
                      <a:pt x="1792" y="560"/>
                      <a:pt x="1197" y="1155"/>
                    </a:cubicBezTo>
                    <a:cubicBezTo>
                      <a:pt x="602" y="1750"/>
                      <a:pt x="268" y="2557"/>
                      <a:pt x="268" y="3399"/>
                    </a:cubicBezTo>
                    <a:cubicBezTo>
                      <a:pt x="268" y="4240"/>
                      <a:pt x="602" y="5047"/>
                      <a:pt x="1197" y="5642"/>
                    </a:cubicBezTo>
                    <a:cubicBezTo>
                      <a:pt x="1792" y="6237"/>
                      <a:pt x="2598" y="6571"/>
                      <a:pt x="3439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1" name="Freeform: Shape 1270">
                <a:extLst>
                  <a:ext uri="{FF2B5EF4-FFF2-40B4-BE49-F238E27FC236}">
                    <a16:creationId xmlns:a16="http://schemas.microsoft.com/office/drawing/2014/main" id="{01C94B17-D0EA-2426-AD4B-02FE0DEF71C4}"/>
                  </a:ext>
                </a:extLst>
              </p:cNvPr>
              <p:cNvSpPr/>
              <p:nvPr/>
            </p:nvSpPr>
            <p:spPr>
              <a:xfrm>
                <a:off x="4247424" y="6352183"/>
                <a:ext cx="6343" cy="6345"/>
              </a:xfrm>
              <a:custGeom>
                <a:avLst/>
                <a:gdLst>
                  <a:gd name="connsiteX0" fmla="*/ 3439 w 6343"/>
                  <a:gd name="connsiteY0" fmla="*/ 6572 h 6345"/>
                  <a:gd name="connsiteX1" fmla="*/ 5682 w 6343"/>
                  <a:gd name="connsiteY1" fmla="*/ 5643 h 6345"/>
                  <a:gd name="connsiteX2" fmla="*/ 6611 w 6343"/>
                  <a:gd name="connsiteY2" fmla="*/ 3399 h 6345"/>
                  <a:gd name="connsiteX3" fmla="*/ 5682 w 6343"/>
                  <a:gd name="connsiteY3" fmla="*/ 1156 h 6345"/>
                  <a:gd name="connsiteX4" fmla="*/ 3439 w 6343"/>
                  <a:gd name="connsiteY4" fmla="*/ 226 h 6345"/>
                  <a:gd name="connsiteX5" fmla="*/ 1197 w 6343"/>
                  <a:gd name="connsiteY5" fmla="*/ 1156 h 6345"/>
                  <a:gd name="connsiteX6" fmla="*/ 268 w 6343"/>
                  <a:gd name="connsiteY6" fmla="*/ 3399 h 6345"/>
                  <a:gd name="connsiteX7" fmla="*/ 1197 w 6343"/>
                  <a:gd name="connsiteY7" fmla="*/ 5643 h 6345"/>
                  <a:gd name="connsiteX8" fmla="*/ 3439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72"/>
                    </a:moveTo>
                    <a:cubicBezTo>
                      <a:pt x="4280" y="6572"/>
                      <a:pt x="5087" y="6237"/>
                      <a:pt x="5682" y="5643"/>
                    </a:cubicBezTo>
                    <a:cubicBezTo>
                      <a:pt x="6277" y="5048"/>
                      <a:pt x="6611" y="4240"/>
                      <a:pt x="6611" y="3399"/>
                    </a:cubicBezTo>
                    <a:cubicBezTo>
                      <a:pt x="6611" y="2558"/>
                      <a:pt x="6277" y="1751"/>
                      <a:pt x="5682" y="1156"/>
                    </a:cubicBezTo>
                    <a:cubicBezTo>
                      <a:pt x="5087" y="561"/>
                      <a:pt x="4280" y="226"/>
                      <a:pt x="3439" y="226"/>
                    </a:cubicBezTo>
                    <a:cubicBezTo>
                      <a:pt x="2598" y="226"/>
                      <a:pt x="1791" y="561"/>
                      <a:pt x="1197" y="1156"/>
                    </a:cubicBezTo>
                    <a:cubicBezTo>
                      <a:pt x="602" y="1751"/>
                      <a:pt x="268" y="2558"/>
                      <a:pt x="268" y="3399"/>
                    </a:cubicBezTo>
                    <a:cubicBezTo>
                      <a:pt x="268" y="4240"/>
                      <a:pt x="602" y="5048"/>
                      <a:pt x="1197" y="5643"/>
                    </a:cubicBezTo>
                    <a:cubicBezTo>
                      <a:pt x="1791" y="6237"/>
                      <a:pt x="2598" y="6572"/>
                      <a:pt x="3439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2" name="Freeform: Shape 1271">
                <a:extLst>
                  <a:ext uri="{FF2B5EF4-FFF2-40B4-BE49-F238E27FC236}">
                    <a16:creationId xmlns:a16="http://schemas.microsoft.com/office/drawing/2014/main" id="{351452EE-CCC0-1DC0-D72F-8445F3229DF6}"/>
                  </a:ext>
                </a:extLst>
              </p:cNvPr>
              <p:cNvSpPr/>
              <p:nvPr/>
            </p:nvSpPr>
            <p:spPr>
              <a:xfrm>
                <a:off x="4017183" y="5976202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8 w 6343"/>
                  <a:gd name="connsiteY5" fmla="*/ 1126 h 6345"/>
                  <a:gd name="connsiteX6" fmla="*/ 249 w 6343"/>
                  <a:gd name="connsiteY6" fmla="*/ 3369 h 6345"/>
                  <a:gd name="connsiteX7" fmla="*/ 1178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4" y="5613"/>
                    </a:cubicBezTo>
                    <a:cubicBezTo>
                      <a:pt x="6258" y="5018"/>
                      <a:pt x="6593" y="4211"/>
                      <a:pt x="6593" y="3369"/>
                    </a:cubicBezTo>
                    <a:cubicBezTo>
                      <a:pt x="6593" y="2528"/>
                      <a:pt x="6258" y="1721"/>
                      <a:pt x="5664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3" y="531"/>
                      <a:pt x="1178" y="1126"/>
                    </a:cubicBezTo>
                    <a:cubicBezTo>
                      <a:pt x="584" y="1721"/>
                      <a:pt x="249" y="2528"/>
                      <a:pt x="249" y="3369"/>
                    </a:cubicBezTo>
                    <a:cubicBezTo>
                      <a:pt x="249" y="4211"/>
                      <a:pt x="584" y="5018"/>
                      <a:pt x="1178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3" name="Freeform: Shape 1272">
                <a:extLst>
                  <a:ext uri="{FF2B5EF4-FFF2-40B4-BE49-F238E27FC236}">
                    <a16:creationId xmlns:a16="http://schemas.microsoft.com/office/drawing/2014/main" id="{A49A4A2F-D428-F186-7D1D-1EF0DD67ADF4}"/>
                  </a:ext>
                </a:extLst>
              </p:cNvPr>
              <p:cNvSpPr/>
              <p:nvPr/>
            </p:nvSpPr>
            <p:spPr>
              <a:xfrm>
                <a:off x="4015414" y="5976590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2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8 w 6343"/>
                  <a:gd name="connsiteY5" fmla="*/ 1126 h 6345"/>
                  <a:gd name="connsiteX6" fmla="*/ 249 w 6343"/>
                  <a:gd name="connsiteY6" fmla="*/ 3369 h 6345"/>
                  <a:gd name="connsiteX7" fmla="*/ 1178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4" y="5613"/>
                    </a:cubicBezTo>
                    <a:cubicBezTo>
                      <a:pt x="6258" y="5018"/>
                      <a:pt x="6592" y="4211"/>
                      <a:pt x="6592" y="3369"/>
                    </a:cubicBezTo>
                    <a:cubicBezTo>
                      <a:pt x="6592" y="2528"/>
                      <a:pt x="6258" y="1721"/>
                      <a:pt x="5664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3" y="531"/>
                      <a:pt x="1178" y="1126"/>
                    </a:cubicBezTo>
                    <a:cubicBezTo>
                      <a:pt x="584" y="1721"/>
                      <a:pt x="249" y="2528"/>
                      <a:pt x="249" y="3369"/>
                    </a:cubicBezTo>
                    <a:cubicBezTo>
                      <a:pt x="249" y="4211"/>
                      <a:pt x="584" y="5018"/>
                      <a:pt x="1178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4" name="Freeform: Shape 1273">
                <a:extLst>
                  <a:ext uri="{FF2B5EF4-FFF2-40B4-BE49-F238E27FC236}">
                    <a16:creationId xmlns:a16="http://schemas.microsoft.com/office/drawing/2014/main" id="{2AD0F152-A55A-73D1-A56E-1F3095A0B7E5}"/>
                  </a:ext>
                </a:extLst>
              </p:cNvPr>
              <p:cNvSpPr/>
              <p:nvPr/>
            </p:nvSpPr>
            <p:spPr>
              <a:xfrm>
                <a:off x="4013430" y="5976594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3 w 6343"/>
                  <a:gd name="connsiteY1" fmla="*/ 5613 h 6345"/>
                  <a:gd name="connsiteX2" fmla="*/ 6592 w 6343"/>
                  <a:gd name="connsiteY2" fmla="*/ 3369 h 6345"/>
                  <a:gd name="connsiteX3" fmla="*/ 5663 w 6343"/>
                  <a:gd name="connsiteY3" fmla="*/ 1126 h 6345"/>
                  <a:gd name="connsiteX4" fmla="*/ 3421 w 6343"/>
                  <a:gd name="connsiteY4" fmla="*/ 197 h 6345"/>
                  <a:gd name="connsiteX5" fmla="*/ 1178 w 6343"/>
                  <a:gd name="connsiteY5" fmla="*/ 1126 h 6345"/>
                  <a:gd name="connsiteX6" fmla="*/ 249 w 6343"/>
                  <a:gd name="connsiteY6" fmla="*/ 3369 h 6345"/>
                  <a:gd name="connsiteX7" fmla="*/ 1178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3" y="5613"/>
                    </a:cubicBezTo>
                    <a:cubicBezTo>
                      <a:pt x="6258" y="5018"/>
                      <a:pt x="6592" y="4211"/>
                      <a:pt x="6592" y="3369"/>
                    </a:cubicBezTo>
                    <a:cubicBezTo>
                      <a:pt x="6592" y="2528"/>
                      <a:pt x="6258" y="1721"/>
                      <a:pt x="5663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3" y="531"/>
                      <a:pt x="1178" y="1126"/>
                    </a:cubicBezTo>
                    <a:cubicBezTo>
                      <a:pt x="583" y="1721"/>
                      <a:pt x="249" y="2528"/>
                      <a:pt x="249" y="3369"/>
                    </a:cubicBezTo>
                    <a:cubicBezTo>
                      <a:pt x="249" y="4211"/>
                      <a:pt x="583" y="5018"/>
                      <a:pt x="1178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5" name="Freeform: Shape 1274">
                <a:extLst>
                  <a:ext uri="{FF2B5EF4-FFF2-40B4-BE49-F238E27FC236}">
                    <a16:creationId xmlns:a16="http://schemas.microsoft.com/office/drawing/2014/main" id="{C884CA04-96B7-BC52-94E8-670E427D4162}"/>
                  </a:ext>
                </a:extLst>
              </p:cNvPr>
              <p:cNvSpPr/>
              <p:nvPr/>
            </p:nvSpPr>
            <p:spPr>
              <a:xfrm>
                <a:off x="4255425" y="6401681"/>
                <a:ext cx="6343" cy="6345"/>
              </a:xfrm>
              <a:custGeom>
                <a:avLst/>
                <a:gdLst>
                  <a:gd name="connsiteX0" fmla="*/ 3440 w 6343"/>
                  <a:gd name="connsiteY0" fmla="*/ 6576 h 6345"/>
                  <a:gd name="connsiteX1" fmla="*/ 5682 w 6343"/>
                  <a:gd name="connsiteY1" fmla="*/ 5646 h 6345"/>
                  <a:gd name="connsiteX2" fmla="*/ 6611 w 6343"/>
                  <a:gd name="connsiteY2" fmla="*/ 3403 h 6345"/>
                  <a:gd name="connsiteX3" fmla="*/ 5682 w 6343"/>
                  <a:gd name="connsiteY3" fmla="*/ 1160 h 6345"/>
                  <a:gd name="connsiteX4" fmla="*/ 3440 w 6343"/>
                  <a:gd name="connsiteY4" fmla="*/ 230 h 6345"/>
                  <a:gd name="connsiteX5" fmla="*/ 1197 w 6343"/>
                  <a:gd name="connsiteY5" fmla="*/ 1160 h 6345"/>
                  <a:gd name="connsiteX6" fmla="*/ 268 w 6343"/>
                  <a:gd name="connsiteY6" fmla="*/ 3403 h 6345"/>
                  <a:gd name="connsiteX7" fmla="*/ 1197 w 6343"/>
                  <a:gd name="connsiteY7" fmla="*/ 5646 h 6345"/>
                  <a:gd name="connsiteX8" fmla="*/ 3440 w 6343"/>
                  <a:gd name="connsiteY8" fmla="*/ 65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76"/>
                    </a:moveTo>
                    <a:cubicBezTo>
                      <a:pt x="4281" y="6576"/>
                      <a:pt x="5088" y="6241"/>
                      <a:pt x="5682" y="5646"/>
                    </a:cubicBezTo>
                    <a:cubicBezTo>
                      <a:pt x="6277" y="5051"/>
                      <a:pt x="6611" y="4244"/>
                      <a:pt x="6611" y="3403"/>
                    </a:cubicBezTo>
                    <a:cubicBezTo>
                      <a:pt x="6611" y="2562"/>
                      <a:pt x="6277" y="1754"/>
                      <a:pt x="5682" y="1160"/>
                    </a:cubicBezTo>
                    <a:cubicBezTo>
                      <a:pt x="5088" y="565"/>
                      <a:pt x="4281" y="230"/>
                      <a:pt x="3440" y="230"/>
                    </a:cubicBezTo>
                    <a:cubicBezTo>
                      <a:pt x="2599" y="230"/>
                      <a:pt x="1792" y="565"/>
                      <a:pt x="1197" y="1160"/>
                    </a:cubicBezTo>
                    <a:cubicBezTo>
                      <a:pt x="602" y="1754"/>
                      <a:pt x="268" y="2562"/>
                      <a:pt x="268" y="3403"/>
                    </a:cubicBezTo>
                    <a:cubicBezTo>
                      <a:pt x="268" y="4244"/>
                      <a:pt x="602" y="5051"/>
                      <a:pt x="1197" y="5646"/>
                    </a:cubicBezTo>
                    <a:cubicBezTo>
                      <a:pt x="1792" y="6241"/>
                      <a:pt x="2599" y="6576"/>
                      <a:pt x="3440" y="65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6" name="Freeform: Shape 1275">
                <a:extLst>
                  <a:ext uri="{FF2B5EF4-FFF2-40B4-BE49-F238E27FC236}">
                    <a16:creationId xmlns:a16="http://schemas.microsoft.com/office/drawing/2014/main" id="{6D495BE8-3CB3-5D5A-E300-9212579C1424}"/>
                  </a:ext>
                </a:extLst>
              </p:cNvPr>
              <p:cNvSpPr/>
              <p:nvPr/>
            </p:nvSpPr>
            <p:spPr>
              <a:xfrm>
                <a:off x="4207391" y="6326353"/>
                <a:ext cx="6343" cy="6345"/>
              </a:xfrm>
              <a:custGeom>
                <a:avLst/>
                <a:gdLst>
                  <a:gd name="connsiteX0" fmla="*/ 3436 w 6343"/>
                  <a:gd name="connsiteY0" fmla="*/ 6570 h 6345"/>
                  <a:gd name="connsiteX1" fmla="*/ 5679 w 6343"/>
                  <a:gd name="connsiteY1" fmla="*/ 5640 h 6345"/>
                  <a:gd name="connsiteX2" fmla="*/ 6608 w 6343"/>
                  <a:gd name="connsiteY2" fmla="*/ 3397 h 6345"/>
                  <a:gd name="connsiteX3" fmla="*/ 5679 w 6343"/>
                  <a:gd name="connsiteY3" fmla="*/ 1154 h 6345"/>
                  <a:gd name="connsiteX4" fmla="*/ 3436 w 6343"/>
                  <a:gd name="connsiteY4" fmla="*/ 224 h 6345"/>
                  <a:gd name="connsiteX5" fmla="*/ 1193 w 6343"/>
                  <a:gd name="connsiteY5" fmla="*/ 1154 h 6345"/>
                  <a:gd name="connsiteX6" fmla="*/ 264 w 6343"/>
                  <a:gd name="connsiteY6" fmla="*/ 3397 h 6345"/>
                  <a:gd name="connsiteX7" fmla="*/ 1193 w 6343"/>
                  <a:gd name="connsiteY7" fmla="*/ 5640 h 6345"/>
                  <a:gd name="connsiteX8" fmla="*/ 343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70"/>
                    </a:moveTo>
                    <a:cubicBezTo>
                      <a:pt x="4277" y="6570"/>
                      <a:pt x="5084" y="6235"/>
                      <a:pt x="5679" y="5640"/>
                    </a:cubicBezTo>
                    <a:cubicBezTo>
                      <a:pt x="6273" y="5046"/>
                      <a:pt x="6608" y="4238"/>
                      <a:pt x="6608" y="3397"/>
                    </a:cubicBezTo>
                    <a:cubicBezTo>
                      <a:pt x="6608" y="2556"/>
                      <a:pt x="6273" y="1749"/>
                      <a:pt x="5679" y="1154"/>
                    </a:cubicBezTo>
                    <a:cubicBezTo>
                      <a:pt x="5084" y="559"/>
                      <a:pt x="4277" y="224"/>
                      <a:pt x="3436" y="224"/>
                    </a:cubicBezTo>
                    <a:cubicBezTo>
                      <a:pt x="2595" y="224"/>
                      <a:pt x="1788" y="559"/>
                      <a:pt x="1193" y="1154"/>
                    </a:cubicBezTo>
                    <a:cubicBezTo>
                      <a:pt x="599" y="1749"/>
                      <a:pt x="264" y="2556"/>
                      <a:pt x="264" y="3397"/>
                    </a:cubicBezTo>
                    <a:cubicBezTo>
                      <a:pt x="264" y="4238"/>
                      <a:pt x="599" y="5046"/>
                      <a:pt x="1193" y="5640"/>
                    </a:cubicBezTo>
                    <a:cubicBezTo>
                      <a:pt x="1788" y="6235"/>
                      <a:pt x="2595" y="6570"/>
                      <a:pt x="343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7" name="Freeform: Shape 1276">
                <a:extLst>
                  <a:ext uri="{FF2B5EF4-FFF2-40B4-BE49-F238E27FC236}">
                    <a16:creationId xmlns:a16="http://schemas.microsoft.com/office/drawing/2014/main" id="{EC914007-93AD-48AD-61EB-BA28DF6463E7}"/>
                  </a:ext>
                </a:extLst>
              </p:cNvPr>
              <p:cNvSpPr/>
              <p:nvPr/>
            </p:nvSpPr>
            <p:spPr>
              <a:xfrm>
                <a:off x="4203877" y="6328602"/>
                <a:ext cx="6343" cy="6345"/>
              </a:xfrm>
              <a:custGeom>
                <a:avLst/>
                <a:gdLst>
                  <a:gd name="connsiteX0" fmla="*/ 3436 w 6343"/>
                  <a:gd name="connsiteY0" fmla="*/ 6570 h 6345"/>
                  <a:gd name="connsiteX1" fmla="*/ 5678 w 6343"/>
                  <a:gd name="connsiteY1" fmla="*/ 5641 h 6345"/>
                  <a:gd name="connsiteX2" fmla="*/ 6607 w 6343"/>
                  <a:gd name="connsiteY2" fmla="*/ 3397 h 6345"/>
                  <a:gd name="connsiteX3" fmla="*/ 5678 w 6343"/>
                  <a:gd name="connsiteY3" fmla="*/ 1154 h 6345"/>
                  <a:gd name="connsiteX4" fmla="*/ 3436 w 6343"/>
                  <a:gd name="connsiteY4" fmla="*/ 225 h 6345"/>
                  <a:gd name="connsiteX5" fmla="*/ 1193 w 6343"/>
                  <a:gd name="connsiteY5" fmla="*/ 1154 h 6345"/>
                  <a:gd name="connsiteX6" fmla="*/ 264 w 6343"/>
                  <a:gd name="connsiteY6" fmla="*/ 3397 h 6345"/>
                  <a:gd name="connsiteX7" fmla="*/ 1193 w 6343"/>
                  <a:gd name="connsiteY7" fmla="*/ 5641 h 6345"/>
                  <a:gd name="connsiteX8" fmla="*/ 343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70"/>
                    </a:moveTo>
                    <a:cubicBezTo>
                      <a:pt x="4277" y="6570"/>
                      <a:pt x="5084" y="6236"/>
                      <a:pt x="5678" y="5641"/>
                    </a:cubicBezTo>
                    <a:cubicBezTo>
                      <a:pt x="6273" y="5046"/>
                      <a:pt x="6607" y="4239"/>
                      <a:pt x="6607" y="3397"/>
                    </a:cubicBezTo>
                    <a:cubicBezTo>
                      <a:pt x="6607" y="2556"/>
                      <a:pt x="6273" y="1749"/>
                      <a:pt x="5678" y="1154"/>
                    </a:cubicBezTo>
                    <a:cubicBezTo>
                      <a:pt x="5084" y="559"/>
                      <a:pt x="4277" y="225"/>
                      <a:pt x="3436" y="225"/>
                    </a:cubicBezTo>
                    <a:cubicBezTo>
                      <a:pt x="2595" y="225"/>
                      <a:pt x="1788" y="559"/>
                      <a:pt x="1193" y="1154"/>
                    </a:cubicBezTo>
                    <a:cubicBezTo>
                      <a:pt x="598" y="1749"/>
                      <a:pt x="264" y="2556"/>
                      <a:pt x="264" y="3397"/>
                    </a:cubicBezTo>
                    <a:cubicBezTo>
                      <a:pt x="264" y="4239"/>
                      <a:pt x="598" y="5046"/>
                      <a:pt x="1193" y="5641"/>
                    </a:cubicBezTo>
                    <a:cubicBezTo>
                      <a:pt x="1788" y="6236"/>
                      <a:pt x="2595" y="6570"/>
                      <a:pt x="343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8" name="Freeform: Shape 1277">
                <a:extLst>
                  <a:ext uri="{FF2B5EF4-FFF2-40B4-BE49-F238E27FC236}">
                    <a16:creationId xmlns:a16="http://schemas.microsoft.com/office/drawing/2014/main" id="{7CA747F2-74EF-D79A-E07B-7DF220DDB216}"/>
                  </a:ext>
                </a:extLst>
              </p:cNvPr>
              <p:cNvSpPr/>
              <p:nvPr/>
            </p:nvSpPr>
            <p:spPr>
              <a:xfrm>
                <a:off x="3998964" y="5974811"/>
                <a:ext cx="6343" cy="6345"/>
              </a:xfrm>
              <a:custGeom>
                <a:avLst/>
                <a:gdLst>
                  <a:gd name="connsiteX0" fmla="*/ 3420 w 6343"/>
                  <a:gd name="connsiteY0" fmla="*/ 6542 h 6345"/>
                  <a:gd name="connsiteX1" fmla="*/ 5662 w 6343"/>
                  <a:gd name="connsiteY1" fmla="*/ 5613 h 6345"/>
                  <a:gd name="connsiteX2" fmla="*/ 6591 w 6343"/>
                  <a:gd name="connsiteY2" fmla="*/ 3369 h 6345"/>
                  <a:gd name="connsiteX3" fmla="*/ 5662 w 6343"/>
                  <a:gd name="connsiteY3" fmla="*/ 1126 h 6345"/>
                  <a:gd name="connsiteX4" fmla="*/ 3420 w 6343"/>
                  <a:gd name="connsiteY4" fmla="*/ 197 h 6345"/>
                  <a:gd name="connsiteX5" fmla="*/ 1177 w 6343"/>
                  <a:gd name="connsiteY5" fmla="*/ 1126 h 6345"/>
                  <a:gd name="connsiteX6" fmla="*/ 248 w 6343"/>
                  <a:gd name="connsiteY6" fmla="*/ 3369 h 6345"/>
                  <a:gd name="connsiteX7" fmla="*/ 1177 w 6343"/>
                  <a:gd name="connsiteY7" fmla="*/ 5613 h 6345"/>
                  <a:gd name="connsiteX8" fmla="*/ 3420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42"/>
                    </a:moveTo>
                    <a:cubicBezTo>
                      <a:pt x="4261" y="6542"/>
                      <a:pt x="5067" y="6208"/>
                      <a:pt x="5662" y="5613"/>
                    </a:cubicBezTo>
                    <a:cubicBezTo>
                      <a:pt x="6257" y="5018"/>
                      <a:pt x="6591" y="4211"/>
                      <a:pt x="6591" y="3369"/>
                    </a:cubicBezTo>
                    <a:cubicBezTo>
                      <a:pt x="6591" y="2528"/>
                      <a:pt x="6257" y="1721"/>
                      <a:pt x="5662" y="1126"/>
                    </a:cubicBezTo>
                    <a:cubicBezTo>
                      <a:pt x="5067" y="531"/>
                      <a:pt x="4261" y="197"/>
                      <a:pt x="3420" y="197"/>
                    </a:cubicBezTo>
                    <a:cubicBezTo>
                      <a:pt x="2578" y="197"/>
                      <a:pt x="1772" y="531"/>
                      <a:pt x="1177" y="1126"/>
                    </a:cubicBezTo>
                    <a:cubicBezTo>
                      <a:pt x="582" y="1721"/>
                      <a:pt x="248" y="2528"/>
                      <a:pt x="248" y="3369"/>
                    </a:cubicBezTo>
                    <a:cubicBezTo>
                      <a:pt x="248" y="4211"/>
                      <a:pt x="582" y="5018"/>
                      <a:pt x="1177" y="5613"/>
                    </a:cubicBezTo>
                    <a:cubicBezTo>
                      <a:pt x="1772" y="6208"/>
                      <a:pt x="2578" y="6542"/>
                      <a:pt x="3420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9" name="Freeform: Shape 1278">
                <a:extLst>
                  <a:ext uri="{FF2B5EF4-FFF2-40B4-BE49-F238E27FC236}">
                    <a16:creationId xmlns:a16="http://schemas.microsoft.com/office/drawing/2014/main" id="{57C6C912-A898-7786-CE0D-02D58BB88CAF}"/>
                  </a:ext>
                </a:extLst>
              </p:cNvPr>
              <p:cNvSpPr/>
              <p:nvPr/>
            </p:nvSpPr>
            <p:spPr>
              <a:xfrm>
                <a:off x="4399029" y="6750478"/>
                <a:ext cx="6343" cy="6345"/>
              </a:xfrm>
              <a:custGeom>
                <a:avLst/>
                <a:gdLst>
                  <a:gd name="connsiteX0" fmla="*/ 3451 w 6343"/>
                  <a:gd name="connsiteY0" fmla="*/ 6603 h 6345"/>
                  <a:gd name="connsiteX1" fmla="*/ 5694 w 6343"/>
                  <a:gd name="connsiteY1" fmla="*/ 5674 h 6345"/>
                  <a:gd name="connsiteX2" fmla="*/ 6623 w 6343"/>
                  <a:gd name="connsiteY2" fmla="*/ 3430 h 6345"/>
                  <a:gd name="connsiteX3" fmla="*/ 5694 w 6343"/>
                  <a:gd name="connsiteY3" fmla="*/ 1187 h 6345"/>
                  <a:gd name="connsiteX4" fmla="*/ 3451 w 6343"/>
                  <a:gd name="connsiteY4" fmla="*/ 258 h 6345"/>
                  <a:gd name="connsiteX5" fmla="*/ 1209 w 6343"/>
                  <a:gd name="connsiteY5" fmla="*/ 1187 h 6345"/>
                  <a:gd name="connsiteX6" fmla="*/ 280 w 6343"/>
                  <a:gd name="connsiteY6" fmla="*/ 3430 h 6345"/>
                  <a:gd name="connsiteX7" fmla="*/ 1209 w 6343"/>
                  <a:gd name="connsiteY7" fmla="*/ 5674 h 6345"/>
                  <a:gd name="connsiteX8" fmla="*/ 3451 w 6343"/>
                  <a:gd name="connsiteY8" fmla="*/ 66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603"/>
                    </a:moveTo>
                    <a:cubicBezTo>
                      <a:pt x="4292" y="6603"/>
                      <a:pt x="5099" y="6269"/>
                      <a:pt x="5694" y="5674"/>
                    </a:cubicBezTo>
                    <a:cubicBezTo>
                      <a:pt x="6289" y="5079"/>
                      <a:pt x="6623" y="4272"/>
                      <a:pt x="6623" y="3430"/>
                    </a:cubicBezTo>
                    <a:cubicBezTo>
                      <a:pt x="6623" y="2589"/>
                      <a:pt x="6289" y="1782"/>
                      <a:pt x="5694" y="1187"/>
                    </a:cubicBezTo>
                    <a:cubicBezTo>
                      <a:pt x="5099" y="592"/>
                      <a:pt x="4292" y="258"/>
                      <a:pt x="3451" y="258"/>
                    </a:cubicBezTo>
                    <a:cubicBezTo>
                      <a:pt x="2610" y="258"/>
                      <a:pt x="1803" y="592"/>
                      <a:pt x="1209" y="1187"/>
                    </a:cubicBezTo>
                    <a:cubicBezTo>
                      <a:pt x="614" y="1782"/>
                      <a:pt x="280" y="2589"/>
                      <a:pt x="280" y="3430"/>
                    </a:cubicBezTo>
                    <a:cubicBezTo>
                      <a:pt x="280" y="4272"/>
                      <a:pt x="614" y="5079"/>
                      <a:pt x="1209" y="5674"/>
                    </a:cubicBezTo>
                    <a:cubicBezTo>
                      <a:pt x="1803" y="6269"/>
                      <a:pt x="2610" y="6603"/>
                      <a:pt x="3451" y="66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0" name="Freeform: Shape 1279">
                <a:extLst>
                  <a:ext uri="{FF2B5EF4-FFF2-40B4-BE49-F238E27FC236}">
                    <a16:creationId xmlns:a16="http://schemas.microsoft.com/office/drawing/2014/main" id="{93DED1E2-6829-816C-A8BB-28409FB15C58}"/>
                  </a:ext>
                </a:extLst>
              </p:cNvPr>
              <p:cNvSpPr/>
              <p:nvPr/>
            </p:nvSpPr>
            <p:spPr>
              <a:xfrm>
                <a:off x="4330372" y="6631392"/>
                <a:ext cx="6343" cy="6345"/>
              </a:xfrm>
              <a:custGeom>
                <a:avLst/>
                <a:gdLst>
                  <a:gd name="connsiteX0" fmla="*/ 3446 w 6343"/>
                  <a:gd name="connsiteY0" fmla="*/ 6594 h 6345"/>
                  <a:gd name="connsiteX1" fmla="*/ 5688 w 6343"/>
                  <a:gd name="connsiteY1" fmla="*/ 5665 h 6345"/>
                  <a:gd name="connsiteX2" fmla="*/ 6617 w 6343"/>
                  <a:gd name="connsiteY2" fmla="*/ 3421 h 6345"/>
                  <a:gd name="connsiteX3" fmla="*/ 5688 w 6343"/>
                  <a:gd name="connsiteY3" fmla="*/ 1178 h 6345"/>
                  <a:gd name="connsiteX4" fmla="*/ 3446 w 6343"/>
                  <a:gd name="connsiteY4" fmla="*/ 248 h 6345"/>
                  <a:gd name="connsiteX5" fmla="*/ 1203 w 6343"/>
                  <a:gd name="connsiteY5" fmla="*/ 1178 h 6345"/>
                  <a:gd name="connsiteX6" fmla="*/ 274 w 6343"/>
                  <a:gd name="connsiteY6" fmla="*/ 3421 h 6345"/>
                  <a:gd name="connsiteX7" fmla="*/ 1203 w 6343"/>
                  <a:gd name="connsiteY7" fmla="*/ 5665 h 6345"/>
                  <a:gd name="connsiteX8" fmla="*/ 3446 w 6343"/>
                  <a:gd name="connsiteY8" fmla="*/ 65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94"/>
                    </a:moveTo>
                    <a:cubicBezTo>
                      <a:pt x="4287" y="6594"/>
                      <a:pt x="5094" y="6259"/>
                      <a:pt x="5688" y="5665"/>
                    </a:cubicBezTo>
                    <a:cubicBezTo>
                      <a:pt x="6283" y="5070"/>
                      <a:pt x="6617" y="4262"/>
                      <a:pt x="6617" y="3421"/>
                    </a:cubicBezTo>
                    <a:cubicBezTo>
                      <a:pt x="6617" y="2580"/>
                      <a:pt x="6283" y="1773"/>
                      <a:pt x="5688" y="1178"/>
                    </a:cubicBezTo>
                    <a:cubicBezTo>
                      <a:pt x="5094" y="583"/>
                      <a:pt x="4287" y="248"/>
                      <a:pt x="3446" y="248"/>
                    </a:cubicBezTo>
                    <a:cubicBezTo>
                      <a:pt x="2605" y="248"/>
                      <a:pt x="1798" y="583"/>
                      <a:pt x="1203" y="1178"/>
                    </a:cubicBezTo>
                    <a:cubicBezTo>
                      <a:pt x="608" y="1773"/>
                      <a:pt x="274" y="2580"/>
                      <a:pt x="274" y="3421"/>
                    </a:cubicBezTo>
                    <a:cubicBezTo>
                      <a:pt x="274" y="4262"/>
                      <a:pt x="608" y="5070"/>
                      <a:pt x="1203" y="5665"/>
                    </a:cubicBezTo>
                    <a:cubicBezTo>
                      <a:pt x="1798" y="6259"/>
                      <a:pt x="2605" y="6594"/>
                      <a:pt x="3446" y="65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1" name="Freeform: Shape 1280">
                <a:extLst>
                  <a:ext uri="{FF2B5EF4-FFF2-40B4-BE49-F238E27FC236}">
                    <a16:creationId xmlns:a16="http://schemas.microsoft.com/office/drawing/2014/main" id="{7BB41DEE-79A1-ED23-A60C-4448144E904E}"/>
                  </a:ext>
                </a:extLst>
              </p:cNvPr>
              <p:cNvSpPr/>
              <p:nvPr/>
            </p:nvSpPr>
            <p:spPr>
              <a:xfrm>
                <a:off x="4324719" y="6633885"/>
                <a:ext cx="6343" cy="6345"/>
              </a:xfrm>
              <a:custGeom>
                <a:avLst/>
                <a:gdLst>
                  <a:gd name="connsiteX0" fmla="*/ 3445 w 6343"/>
                  <a:gd name="connsiteY0" fmla="*/ 6594 h 6345"/>
                  <a:gd name="connsiteX1" fmla="*/ 5688 w 6343"/>
                  <a:gd name="connsiteY1" fmla="*/ 5665 h 6345"/>
                  <a:gd name="connsiteX2" fmla="*/ 6617 w 6343"/>
                  <a:gd name="connsiteY2" fmla="*/ 3421 h 6345"/>
                  <a:gd name="connsiteX3" fmla="*/ 5688 w 6343"/>
                  <a:gd name="connsiteY3" fmla="*/ 1178 h 6345"/>
                  <a:gd name="connsiteX4" fmla="*/ 3445 w 6343"/>
                  <a:gd name="connsiteY4" fmla="*/ 249 h 6345"/>
                  <a:gd name="connsiteX5" fmla="*/ 1203 w 6343"/>
                  <a:gd name="connsiteY5" fmla="*/ 1178 h 6345"/>
                  <a:gd name="connsiteX6" fmla="*/ 274 w 6343"/>
                  <a:gd name="connsiteY6" fmla="*/ 3421 h 6345"/>
                  <a:gd name="connsiteX7" fmla="*/ 1203 w 6343"/>
                  <a:gd name="connsiteY7" fmla="*/ 5665 h 6345"/>
                  <a:gd name="connsiteX8" fmla="*/ 3445 w 6343"/>
                  <a:gd name="connsiteY8" fmla="*/ 65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94"/>
                    </a:moveTo>
                    <a:cubicBezTo>
                      <a:pt x="4286" y="6594"/>
                      <a:pt x="5093" y="6260"/>
                      <a:pt x="5688" y="5665"/>
                    </a:cubicBezTo>
                    <a:cubicBezTo>
                      <a:pt x="6283" y="5070"/>
                      <a:pt x="6617" y="4263"/>
                      <a:pt x="6617" y="3421"/>
                    </a:cubicBezTo>
                    <a:cubicBezTo>
                      <a:pt x="6617" y="2580"/>
                      <a:pt x="6283" y="1773"/>
                      <a:pt x="5688" y="1178"/>
                    </a:cubicBezTo>
                    <a:cubicBezTo>
                      <a:pt x="5093" y="583"/>
                      <a:pt x="4286" y="249"/>
                      <a:pt x="3445" y="249"/>
                    </a:cubicBezTo>
                    <a:cubicBezTo>
                      <a:pt x="2604" y="249"/>
                      <a:pt x="1797" y="583"/>
                      <a:pt x="1203" y="1178"/>
                    </a:cubicBezTo>
                    <a:cubicBezTo>
                      <a:pt x="608" y="1773"/>
                      <a:pt x="274" y="2580"/>
                      <a:pt x="274" y="3421"/>
                    </a:cubicBezTo>
                    <a:cubicBezTo>
                      <a:pt x="274" y="4263"/>
                      <a:pt x="608" y="5070"/>
                      <a:pt x="1203" y="5665"/>
                    </a:cubicBezTo>
                    <a:cubicBezTo>
                      <a:pt x="1797" y="6260"/>
                      <a:pt x="2604" y="6594"/>
                      <a:pt x="3445" y="65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2" name="Freeform: Shape 1281">
                <a:extLst>
                  <a:ext uri="{FF2B5EF4-FFF2-40B4-BE49-F238E27FC236}">
                    <a16:creationId xmlns:a16="http://schemas.microsoft.com/office/drawing/2014/main" id="{EC22549F-3211-7CAD-40B7-618DB628867F}"/>
                  </a:ext>
                </a:extLst>
              </p:cNvPr>
              <p:cNvSpPr/>
              <p:nvPr/>
            </p:nvSpPr>
            <p:spPr>
              <a:xfrm>
                <a:off x="4320025" y="6638305"/>
                <a:ext cx="6343" cy="6345"/>
              </a:xfrm>
              <a:custGeom>
                <a:avLst/>
                <a:gdLst>
                  <a:gd name="connsiteX0" fmla="*/ 3445 w 6343"/>
                  <a:gd name="connsiteY0" fmla="*/ 6594 h 6345"/>
                  <a:gd name="connsiteX1" fmla="*/ 5688 w 6343"/>
                  <a:gd name="connsiteY1" fmla="*/ 5665 h 6345"/>
                  <a:gd name="connsiteX2" fmla="*/ 6616 w 6343"/>
                  <a:gd name="connsiteY2" fmla="*/ 3422 h 6345"/>
                  <a:gd name="connsiteX3" fmla="*/ 5688 w 6343"/>
                  <a:gd name="connsiteY3" fmla="*/ 1178 h 6345"/>
                  <a:gd name="connsiteX4" fmla="*/ 3445 w 6343"/>
                  <a:gd name="connsiteY4" fmla="*/ 249 h 6345"/>
                  <a:gd name="connsiteX5" fmla="*/ 1202 w 6343"/>
                  <a:gd name="connsiteY5" fmla="*/ 1178 h 6345"/>
                  <a:gd name="connsiteX6" fmla="*/ 273 w 6343"/>
                  <a:gd name="connsiteY6" fmla="*/ 3422 h 6345"/>
                  <a:gd name="connsiteX7" fmla="*/ 1202 w 6343"/>
                  <a:gd name="connsiteY7" fmla="*/ 5665 h 6345"/>
                  <a:gd name="connsiteX8" fmla="*/ 3445 w 6343"/>
                  <a:gd name="connsiteY8" fmla="*/ 65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94"/>
                    </a:moveTo>
                    <a:cubicBezTo>
                      <a:pt x="4286" y="6594"/>
                      <a:pt x="5093" y="6260"/>
                      <a:pt x="5688" y="5665"/>
                    </a:cubicBezTo>
                    <a:cubicBezTo>
                      <a:pt x="6282" y="5070"/>
                      <a:pt x="6616" y="4263"/>
                      <a:pt x="6616" y="3422"/>
                    </a:cubicBezTo>
                    <a:cubicBezTo>
                      <a:pt x="6616" y="2580"/>
                      <a:pt x="6282" y="1773"/>
                      <a:pt x="5688" y="1178"/>
                    </a:cubicBezTo>
                    <a:cubicBezTo>
                      <a:pt x="5093" y="583"/>
                      <a:pt x="4286" y="249"/>
                      <a:pt x="3445" y="249"/>
                    </a:cubicBezTo>
                    <a:cubicBezTo>
                      <a:pt x="2604" y="249"/>
                      <a:pt x="1797" y="583"/>
                      <a:pt x="1202" y="1178"/>
                    </a:cubicBezTo>
                    <a:cubicBezTo>
                      <a:pt x="608" y="1773"/>
                      <a:pt x="273" y="2580"/>
                      <a:pt x="273" y="3422"/>
                    </a:cubicBezTo>
                    <a:cubicBezTo>
                      <a:pt x="273" y="4263"/>
                      <a:pt x="608" y="5070"/>
                      <a:pt x="1202" y="5665"/>
                    </a:cubicBezTo>
                    <a:cubicBezTo>
                      <a:pt x="1797" y="6260"/>
                      <a:pt x="2604" y="6594"/>
                      <a:pt x="3445" y="65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3" name="Freeform: Shape 1282">
                <a:extLst>
                  <a:ext uri="{FF2B5EF4-FFF2-40B4-BE49-F238E27FC236}">
                    <a16:creationId xmlns:a16="http://schemas.microsoft.com/office/drawing/2014/main" id="{9EFED200-ED33-A7DF-4103-0617EA16B18C}"/>
                  </a:ext>
                </a:extLst>
              </p:cNvPr>
              <p:cNvSpPr/>
              <p:nvPr/>
            </p:nvSpPr>
            <p:spPr>
              <a:xfrm>
                <a:off x="3984449" y="5971253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1 w 6343"/>
                  <a:gd name="connsiteY1" fmla="*/ 5612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8 w 6343"/>
                  <a:gd name="connsiteY4" fmla="*/ 196 h 6345"/>
                  <a:gd name="connsiteX5" fmla="*/ 1176 w 6343"/>
                  <a:gd name="connsiteY5" fmla="*/ 1126 h 6345"/>
                  <a:gd name="connsiteX6" fmla="*/ 247 w 6343"/>
                  <a:gd name="connsiteY6" fmla="*/ 3369 h 6345"/>
                  <a:gd name="connsiteX7" fmla="*/ 1176 w 6343"/>
                  <a:gd name="connsiteY7" fmla="*/ 5612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60" y="6542"/>
                      <a:pt x="5066" y="6207"/>
                      <a:pt x="5661" y="5612"/>
                    </a:cubicBezTo>
                    <a:cubicBezTo>
                      <a:pt x="6256" y="5018"/>
                      <a:pt x="6590" y="4210"/>
                      <a:pt x="6590" y="3369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6" y="531"/>
                      <a:pt x="4260" y="196"/>
                      <a:pt x="3418" y="196"/>
                    </a:cubicBezTo>
                    <a:cubicBezTo>
                      <a:pt x="2577" y="196"/>
                      <a:pt x="1771" y="531"/>
                      <a:pt x="1176" y="1126"/>
                    </a:cubicBezTo>
                    <a:cubicBezTo>
                      <a:pt x="581" y="1721"/>
                      <a:pt x="247" y="2528"/>
                      <a:pt x="247" y="3369"/>
                    </a:cubicBezTo>
                    <a:cubicBezTo>
                      <a:pt x="247" y="4210"/>
                      <a:pt x="581" y="5018"/>
                      <a:pt x="1176" y="5612"/>
                    </a:cubicBezTo>
                    <a:cubicBezTo>
                      <a:pt x="1771" y="6207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4" name="Freeform: Shape 1283">
                <a:extLst>
                  <a:ext uri="{FF2B5EF4-FFF2-40B4-BE49-F238E27FC236}">
                    <a16:creationId xmlns:a16="http://schemas.microsoft.com/office/drawing/2014/main" id="{A68CFBF3-7472-D977-D868-540AA568AD9B}"/>
                  </a:ext>
                </a:extLst>
              </p:cNvPr>
              <p:cNvSpPr/>
              <p:nvPr/>
            </p:nvSpPr>
            <p:spPr>
              <a:xfrm>
                <a:off x="3982640" y="5971154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1 w 6343"/>
                  <a:gd name="connsiteY1" fmla="*/ 5612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8 w 6343"/>
                  <a:gd name="connsiteY4" fmla="*/ 196 h 6345"/>
                  <a:gd name="connsiteX5" fmla="*/ 1176 w 6343"/>
                  <a:gd name="connsiteY5" fmla="*/ 1126 h 6345"/>
                  <a:gd name="connsiteX6" fmla="*/ 247 w 6343"/>
                  <a:gd name="connsiteY6" fmla="*/ 3369 h 6345"/>
                  <a:gd name="connsiteX7" fmla="*/ 1176 w 6343"/>
                  <a:gd name="connsiteY7" fmla="*/ 5612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6" y="6207"/>
                      <a:pt x="5661" y="5612"/>
                    </a:cubicBezTo>
                    <a:cubicBezTo>
                      <a:pt x="6256" y="5018"/>
                      <a:pt x="6590" y="4210"/>
                      <a:pt x="6590" y="3369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6" y="531"/>
                      <a:pt x="4259" y="196"/>
                      <a:pt x="3418" y="196"/>
                    </a:cubicBezTo>
                    <a:cubicBezTo>
                      <a:pt x="2577" y="196"/>
                      <a:pt x="1770" y="531"/>
                      <a:pt x="1176" y="1126"/>
                    </a:cubicBezTo>
                    <a:cubicBezTo>
                      <a:pt x="581" y="1721"/>
                      <a:pt x="247" y="2528"/>
                      <a:pt x="247" y="3369"/>
                    </a:cubicBezTo>
                    <a:cubicBezTo>
                      <a:pt x="247" y="4210"/>
                      <a:pt x="581" y="5018"/>
                      <a:pt x="1176" y="5612"/>
                    </a:cubicBezTo>
                    <a:cubicBezTo>
                      <a:pt x="1770" y="6207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5" name="Freeform: Shape 1284">
                <a:extLst>
                  <a:ext uri="{FF2B5EF4-FFF2-40B4-BE49-F238E27FC236}">
                    <a16:creationId xmlns:a16="http://schemas.microsoft.com/office/drawing/2014/main" id="{E252396E-8127-CF5D-5D25-1404CA7D7367}"/>
                  </a:ext>
                </a:extLst>
              </p:cNvPr>
              <p:cNvSpPr/>
              <p:nvPr/>
            </p:nvSpPr>
            <p:spPr>
              <a:xfrm>
                <a:off x="4143580" y="6326829"/>
                <a:ext cx="6343" cy="6345"/>
              </a:xfrm>
              <a:custGeom>
                <a:avLst/>
                <a:gdLst>
                  <a:gd name="connsiteX0" fmla="*/ 3431 w 6343"/>
                  <a:gd name="connsiteY0" fmla="*/ 6570 h 6345"/>
                  <a:gd name="connsiteX1" fmla="*/ 5674 w 6343"/>
                  <a:gd name="connsiteY1" fmla="*/ 5641 h 6345"/>
                  <a:gd name="connsiteX2" fmla="*/ 6603 w 6343"/>
                  <a:gd name="connsiteY2" fmla="*/ 3397 h 6345"/>
                  <a:gd name="connsiteX3" fmla="*/ 5674 w 6343"/>
                  <a:gd name="connsiteY3" fmla="*/ 1154 h 6345"/>
                  <a:gd name="connsiteX4" fmla="*/ 3431 w 6343"/>
                  <a:gd name="connsiteY4" fmla="*/ 224 h 6345"/>
                  <a:gd name="connsiteX5" fmla="*/ 1188 w 6343"/>
                  <a:gd name="connsiteY5" fmla="*/ 1154 h 6345"/>
                  <a:gd name="connsiteX6" fmla="*/ 259 w 6343"/>
                  <a:gd name="connsiteY6" fmla="*/ 3397 h 6345"/>
                  <a:gd name="connsiteX7" fmla="*/ 1188 w 6343"/>
                  <a:gd name="connsiteY7" fmla="*/ 5641 h 6345"/>
                  <a:gd name="connsiteX8" fmla="*/ 3431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70"/>
                    </a:moveTo>
                    <a:cubicBezTo>
                      <a:pt x="4272" y="6570"/>
                      <a:pt x="5079" y="6235"/>
                      <a:pt x="5674" y="5641"/>
                    </a:cubicBezTo>
                    <a:cubicBezTo>
                      <a:pt x="6268" y="5046"/>
                      <a:pt x="6603" y="4238"/>
                      <a:pt x="6603" y="3397"/>
                    </a:cubicBezTo>
                    <a:cubicBezTo>
                      <a:pt x="6603" y="2556"/>
                      <a:pt x="6268" y="1749"/>
                      <a:pt x="5674" y="1154"/>
                    </a:cubicBezTo>
                    <a:cubicBezTo>
                      <a:pt x="5079" y="559"/>
                      <a:pt x="4272" y="224"/>
                      <a:pt x="3431" y="224"/>
                    </a:cubicBezTo>
                    <a:cubicBezTo>
                      <a:pt x="2590" y="224"/>
                      <a:pt x="1783" y="559"/>
                      <a:pt x="1188" y="1154"/>
                    </a:cubicBezTo>
                    <a:cubicBezTo>
                      <a:pt x="594" y="1749"/>
                      <a:pt x="259" y="2556"/>
                      <a:pt x="259" y="3397"/>
                    </a:cubicBezTo>
                    <a:cubicBezTo>
                      <a:pt x="259" y="4238"/>
                      <a:pt x="594" y="5046"/>
                      <a:pt x="1188" y="5641"/>
                    </a:cubicBezTo>
                    <a:cubicBezTo>
                      <a:pt x="1783" y="6235"/>
                      <a:pt x="2590" y="6570"/>
                      <a:pt x="3431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6" name="Freeform: Shape 1285">
                <a:extLst>
                  <a:ext uri="{FF2B5EF4-FFF2-40B4-BE49-F238E27FC236}">
                    <a16:creationId xmlns:a16="http://schemas.microsoft.com/office/drawing/2014/main" id="{8E6D5719-F1AA-2EBF-CEA0-68CFC8DF9784}"/>
                  </a:ext>
                </a:extLst>
              </p:cNvPr>
              <p:cNvSpPr/>
              <p:nvPr/>
            </p:nvSpPr>
            <p:spPr>
              <a:xfrm>
                <a:off x="4139245" y="6326915"/>
                <a:ext cx="6343" cy="6345"/>
              </a:xfrm>
              <a:custGeom>
                <a:avLst/>
                <a:gdLst>
                  <a:gd name="connsiteX0" fmla="*/ 3431 w 6343"/>
                  <a:gd name="connsiteY0" fmla="*/ 6570 h 6345"/>
                  <a:gd name="connsiteX1" fmla="*/ 5673 w 6343"/>
                  <a:gd name="connsiteY1" fmla="*/ 5641 h 6345"/>
                  <a:gd name="connsiteX2" fmla="*/ 6602 w 6343"/>
                  <a:gd name="connsiteY2" fmla="*/ 3397 h 6345"/>
                  <a:gd name="connsiteX3" fmla="*/ 5673 w 6343"/>
                  <a:gd name="connsiteY3" fmla="*/ 1154 h 6345"/>
                  <a:gd name="connsiteX4" fmla="*/ 3431 w 6343"/>
                  <a:gd name="connsiteY4" fmla="*/ 224 h 6345"/>
                  <a:gd name="connsiteX5" fmla="*/ 1188 w 6343"/>
                  <a:gd name="connsiteY5" fmla="*/ 1154 h 6345"/>
                  <a:gd name="connsiteX6" fmla="*/ 259 w 6343"/>
                  <a:gd name="connsiteY6" fmla="*/ 3397 h 6345"/>
                  <a:gd name="connsiteX7" fmla="*/ 1188 w 6343"/>
                  <a:gd name="connsiteY7" fmla="*/ 5641 h 6345"/>
                  <a:gd name="connsiteX8" fmla="*/ 3431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70"/>
                    </a:moveTo>
                    <a:cubicBezTo>
                      <a:pt x="4272" y="6570"/>
                      <a:pt x="5079" y="6235"/>
                      <a:pt x="5673" y="5641"/>
                    </a:cubicBezTo>
                    <a:cubicBezTo>
                      <a:pt x="6268" y="5046"/>
                      <a:pt x="6602" y="4238"/>
                      <a:pt x="6602" y="3397"/>
                    </a:cubicBezTo>
                    <a:cubicBezTo>
                      <a:pt x="6602" y="2556"/>
                      <a:pt x="6268" y="1749"/>
                      <a:pt x="5673" y="1154"/>
                    </a:cubicBezTo>
                    <a:cubicBezTo>
                      <a:pt x="5079" y="559"/>
                      <a:pt x="4272" y="224"/>
                      <a:pt x="3431" y="224"/>
                    </a:cubicBezTo>
                    <a:cubicBezTo>
                      <a:pt x="2590" y="224"/>
                      <a:pt x="1783" y="559"/>
                      <a:pt x="1188" y="1154"/>
                    </a:cubicBezTo>
                    <a:cubicBezTo>
                      <a:pt x="593" y="1749"/>
                      <a:pt x="259" y="2556"/>
                      <a:pt x="259" y="3397"/>
                    </a:cubicBezTo>
                    <a:cubicBezTo>
                      <a:pt x="259" y="4238"/>
                      <a:pt x="593" y="5046"/>
                      <a:pt x="1188" y="5641"/>
                    </a:cubicBezTo>
                    <a:cubicBezTo>
                      <a:pt x="1783" y="6235"/>
                      <a:pt x="2590" y="6570"/>
                      <a:pt x="3431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7" name="Freeform: Shape 1286">
                <a:extLst>
                  <a:ext uri="{FF2B5EF4-FFF2-40B4-BE49-F238E27FC236}">
                    <a16:creationId xmlns:a16="http://schemas.microsoft.com/office/drawing/2014/main" id="{8A15721F-82F2-7977-AB39-623947A98E15}"/>
                  </a:ext>
                </a:extLst>
              </p:cNvPr>
              <p:cNvSpPr/>
              <p:nvPr/>
            </p:nvSpPr>
            <p:spPr>
              <a:xfrm>
                <a:off x="3977130" y="5970518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1 w 6343"/>
                  <a:gd name="connsiteY1" fmla="*/ 5612 h 6345"/>
                  <a:gd name="connsiteX2" fmla="*/ 6589 w 6343"/>
                  <a:gd name="connsiteY2" fmla="*/ 3369 h 6345"/>
                  <a:gd name="connsiteX3" fmla="*/ 5661 w 6343"/>
                  <a:gd name="connsiteY3" fmla="*/ 1126 h 6345"/>
                  <a:gd name="connsiteX4" fmla="*/ 3418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2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6" y="6207"/>
                      <a:pt x="5661" y="5612"/>
                    </a:cubicBezTo>
                    <a:cubicBezTo>
                      <a:pt x="6255" y="5017"/>
                      <a:pt x="6589" y="4210"/>
                      <a:pt x="6589" y="3369"/>
                    </a:cubicBezTo>
                    <a:cubicBezTo>
                      <a:pt x="6589" y="2528"/>
                      <a:pt x="6255" y="1721"/>
                      <a:pt x="5661" y="1126"/>
                    </a:cubicBezTo>
                    <a:cubicBezTo>
                      <a:pt x="5066" y="531"/>
                      <a:pt x="4259" y="196"/>
                      <a:pt x="3418" y="196"/>
                    </a:cubicBezTo>
                    <a:cubicBezTo>
                      <a:pt x="2577" y="196"/>
                      <a:pt x="1770" y="531"/>
                      <a:pt x="1175" y="1126"/>
                    </a:cubicBezTo>
                    <a:cubicBezTo>
                      <a:pt x="581" y="1721"/>
                      <a:pt x="246" y="2528"/>
                      <a:pt x="246" y="3369"/>
                    </a:cubicBezTo>
                    <a:cubicBezTo>
                      <a:pt x="246" y="4210"/>
                      <a:pt x="581" y="5017"/>
                      <a:pt x="1175" y="5612"/>
                    </a:cubicBezTo>
                    <a:cubicBezTo>
                      <a:pt x="1770" y="6207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8" name="Freeform: Shape 1287">
                <a:extLst>
                  <a:ext uri="{FF2B5EF4-FFF2-40B4-BE49-F238E27FC236}">
                    <a16:creationId xmlns:a16="http://schemas.microsoft.com/office/drawing/2014/main" id="{E207A64B-A3D3-55F7-3391-C94A42B301BE}"/>
                  </a:ext>
                </a:extLst>
              </p:cNvPr>
              <p:cNvSpPr/>
              <p:nvPr/>
            </p:nvSpPr>
            <p:spPr>
              <a:xfrm>
                <a:off x="4363582" y="6862150"/>
                <a:ext cx="6343" cy="6345"/>
              </a:xfrm>
              <a:custGeom>
                <a:avLst/>
                <a:gdLst>
                  <a:gd name="connsiteX0" fmla="*/ 3448 w 6343"/>
                  <a:gd name="connsiteY0" fmla="*/ 6612 h 6345"/>
                  <a:gd name="connsiteX1" fmla="*/ 5691 w 6343"/>
                  <a:gd name="connsiteY1" fmla="*/ 5683 h 6345"/>
                  <a:gd name="connsiteX2" fmla="*/ 6620 w 6343"/>
                  <a:gd name="connsiteY2" fmla="*/ 3439 h 6345"/>
                  <a:gd name="connsiteX3" fmla="*/ 5691 w 6343"/>
                  <a:gd name="connsiteY3" fmla="*/ 1196 h 6345"/>
                  <a:gd name="connsiteX4" fmla="*/ 3448 w 6343"/>
                  <a:gd name="connsiteY4" fmla="*/ 267 h 6345"/>
                  <a:gd name="connsiteX5" fmla="*/ 1206 w 6343"/>
                  <a:gd name="connsiteY5" fmla="*/ 1196 h 6345"/>
                  <a:gd name="connsiteX6" fmla="*/ 277 w 6343"/>
                  <a:gd name="connsiteY6" fmla="*/ 3439 h 6345"/>
                  <a:gd name="connsiteX7" fmla="*/ 1206 w 6343"/>
                  <a:gd name="connsiteY7" fmla="*/ 5683 h 6345"/>
                  <a:gd name="connsiteX8" fmla="*/ 3448 w 6343"/>
                  <a:gd name="connsiteY8" fmla="*/ 66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612"/>
                    </a:moveTo>
                    <a:cubicBezTo>
                      <a:pt x="4289" y="6612"/>
                      <a:pt x="5096" y="6278"/>
                      <a:pt x="5691" y="5683"/>
                    </a:cubicBezTo>
                    <a:cubicBezTo>
                      <a:pt x="6286" y="5088"/>
                      <a:pt x="6620" y="4281"/>
                      <a:pt x="6620" y="3439"/>
                    </a:cubicBezTo>
                    <a:cubicBezTo>
                      <a:pt x="6620" y="2598"/>
                      <a:pt x="6286" y="1791"/>
                      <a:pt x="5691" y="1196"/>
                    </a:cubicBezTo>
                    <a:cubicBezTo>
                      <a:pt x="5096" y="601"/>
                      <a:pt x="4289" y="267"/>
                      <a:pt x="3448" y="267"/>
                    </a:cubicBezTo>
                    <a:cubicBezTo>
                      <a:pt x="2607" y="267"/>
                      <a:pt x="1800" y="601"/>
                      <a:pt x="1206" y="1196"/>
                    </a:cubicBezTo>
                    <a:cubicBezTo>
                      <a:pt x="611" y="1791"/>
                      <a:pt x="277" y="2598"/>
                      <a:pt x="277" y="3439"/>
                    </a:cubicBezTo>
                    <a:cubicBezTo>
                      <a:pt x="277" y="4281"/>
                      <a:pt x="611" y="5088"/>
                      <a:pt x="1206" y="5683"/>
                    </a:cubicBezTo>
                    <a:cubicBezTo>
                      <a:pt x="1800" y="6278"/>
                      <a:pt x="2607" y="6612"/>
                      <a:pt x="3448" y="66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9" name="Freeform: Shape 1288">
                <a:extLst>
                  <a:ext uri="{FF2B5EF4-FFF2-40B4-BE49-F238E27FC236}">
                    <a16:creationId xmlns:a16="http://schemas.microsoft.com/office/drawing/2014/main" id="{74EC1BDF-2D09-486E-BA63-EC2ED8B22E0D}"/>
                  </a:ext>
                </a:extLst>
              </p:cNvPr>
              <p:cNvSpPr/>
              <p:nvPr/>
            </p:nvSpPr>
            <p:spPr>
              <a:xfrm>
                <a:off x="4314909" y="6767600"/>
                <a:ext cx="6343" cy="6345"/>
              </a:xfrm>
              <a:custGeom>
                <a:avLst/>
                <a:gdLst>
                  <a:gd name="connsiteX0" fmla="*/ 3445 w 6343"/>
                  <a:gd name="connsiteY0" fmla="*/ 6605 h 6345"/>
                  <a:gd name="connsiteX1" fmla="*/ 5687 w 6343"/>
                  <a:gd name="connsiteY1" fmla="*/ 5675 h 6345"/>
                  <a:gd name="connsiteX2" fmla="*/ 6616 w 6343"/>
                  <a:gd name="connsiteY2" fmla="*/ 3432 h 6345"/>
                  <a:gd name="connsiteX3" fmla="*/ 5687 w 6343"/>
                  <a:gd name="connsiteY3" fmla="*/ 1188 h 6345"/>
                  <a:gd name="connsiteX4" fmla="*/ 3445 w 6343"/>
                  <a:gd name="connsiteY4" fmla="*/ 259 h 6345"/>
                  <a:gd name="connsiteX5" fmla="*/ 1202 w 6343"/>
                  <a:gd name="connsiteY5" fmla="*/ 1188 h 6345"/>
                  <a:gd name="connsiteX6" fmla="*/ 273 w 6343"/>
                  <a:gd name="connsiteY6" fmla="*/ 3432 h 6345"/>
                  <a:gd name="connsiteX7" fmla="*/ 1202 w 6343"/>
                  <a:gd name="connsiteY7" fmla="*/ 5675 h 6345"/>
                  <a:gd name="connsiteX8" fmla="*/ 3445 w 6343"/>
                  <a:gd name="connsiteY8" fmla="*/ 660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605"/>
                    </a:moveTo>
                    <a:cubicBezTo>
                      <a:pt x="4286" y="6605"/>
                      <a:pt x="5092" y="6270"/>
                      <a:pt x="5687" y="5675"/>
                    </a:cubicBezTo>
                    <a:cubicBezTo>
                      <a:pt x="6282" y="5080"/>
                      <a:pt x="6616" y="4273"/>
                      <a:pt x="6616" y="3432"/>
                    </a:cubicBezTo>
                    <a:cubicBezTo>
                      <a:pt x="6616" y="2590"/>
                      <a:pt x="6282" y="1783"/>
                      <a:pt x="5687" y="1188"/>
                    </a:cubicBezTo>
                    <a:cubicBezTo>
                      <a:pt x="5092" y="593"/>
                      <a:pt x="4286" y="259"/>
                      <a:pt x="3445" y="259"/>
                    </a:cubicBezTo>
                    <a:cubicBezTo>
                      <a:pt x="2603" y="259"/>
                      <a:pt x="1797" y="593"/>
                      <a:pt x="1202" y="1188"/>
                    </a:cubicBezTo>
                    <a:cubicBezTo>
                      <a:pt x="607" y="1783"/>
                      <a:pt x="273" y="2590"/>
                      <a:pt x="273" y="3432"/>
                    </a:cubicBezTo>
                    <a:cubicBezTo>
                      <a:pt x="273" y="4273"/>
                      <a:pt x="607" y="5080"/>
                      <a:pt x="1202" y="5675"/>
                    </a:cubicBezTo>
                    <a:cubicBezTo>
                      <a:pt x="1797" y="6270"/>
                      <a:pt x="2603" y="6605"/>
                      <a:pt x="3445" y="66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0" name="Freeform: Shape 1289">
                <a:extLst>
                  <a:ext uri="{FF2B5EF4-FFF2-40B4-BE49-F238E27FC236}">
                    <a16:creationId xmlns:a16="http://schemas.microsoft.com/office/drawing/2014/main" id="{DCCA562C-E2C7-56F0-318F-623CE7126DD2}"/>
                  </a:ext>
                </a:extLst>
              </p:cNvPr>
              <p:cNvSpPr/>
              <p:nvPr/>
            </p:nvSpPr>
            <p:spPr>
              <a:xfrm>
                <a:off x="3972883" y="5972614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8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9" y="196"/>
                      <a:pt x="3418" y="196"/>
                    </a:cubicBezTo>
                    <a:cubicBezTo>
                      <a:pt x="2576" y="196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8"/>
                      <a:pt x="2576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1" name="Freeform: Shape 1290">
                <a:extLst>
                  <a:ext uri="{FF2B5EF4-FFF2-40B4-BE49-F238E27FC236}">
                    <a16:creationId xmlns:a16="http://schemas.microsoft.com/office/drawing/2014/main" id="{B824F7DF-0595-741E-5E46-B47BD91DFF9C}"/>
                  </a:ext>
                </a:extLst>
              </p:cNvPr>
              <p:cNvSpPr/>
              <p:nvPr/>
            </p:nvSpPr>
            <p:spPr>
              <a:xfrm>
                <a:off x="3971536" y="5973486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9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9" y="197"/>
                      <a:pt x="3417" y="197"/>
                    </a:cubicBezTo>
                    <a:cubicBezTo>
                      <a:pt x="2576" y="197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2" name="Freeform: Shape 1291">
                <a:extLst>
                  <a:ext uri="{FF2B5EF4-FFF2-40B4-BE49-F238E27FC236}">
                    <a16:creationId xmlns:a16="http://schemas.microsoft.com/office/drawing/2014/main" id="{C3ED0C66-83CD-9A06-E71C-2EFBBC2CF99D}"/>
                  </a:ext>
                </a:extLst>
              </p:cNvPr>
              <p:cNvSpPr/>
              <p:nvPr/>
            </p:nvSpPr>
            <p:spPr>
              <a:xfrm>
                <a:off x="3968981" y="5971394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3"/>
                    </a:cubicBezTo>
                    <a:cubicBezTo>
                      <a:pt x="6255" y="5018"/>
                      <a:pt x="6589" y="4210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0"/>
                      <a:pt x="580" y="5018"/>
                      <a:pt x="1175" y="5613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3" name="Freeform: Shape 1292">
                <a:extLst>
                  <a:ext uri="{FF2B5EF4-FFF2-40B4-BE49-F238E27FC236}">
                    <a16:creationId xmlns:a16="http://schemas.microsoft.com/office/drawing/2014/main" id="{10FB7A94-E3D2-FA7B-812F-DA45E51CD40F}"/>
                  </a:ext>
                </a:extLst>
              </p:cNvPr>
              <p:cNvSpPr/>
              <p:nvPr/>
            </p:nvSpPr>
            <p:spPr>
              <a:xfrm>
                <a:off x="3966897" y="5970385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2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6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2"/>
                    </a:cubicBezTo>
                    <a:cubicBezTo>
                      <a:pt x="6254" y="5017"/>
                      <a:pt x="6589" y="4210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0"/>
                      <a:pt x="580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4" name="Freeform: Shape 1293">
                <a:extLst>
                  <a:ext uri="{FF2B5EF4-FFF2-40B4-BE49-F238E27FC236}">
                    <a16:creationId xmlns:a16="http://schemas.microsoft.com/office/drawing/2014/main" id="{3A4C4D63-2FE6-7A13-6B5D-C9C2B40CC1F0}"/>
                  </a:ext>
                </a:extLst>
              </p:cNvPr>
              <p:cNvSpPr/>
              <p:nvPr/>
            </p:nvSpPr>
            <p:spPr>
              <a:xfrm>
                <a:off x="3965211" y="5970336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2 h 6345"/>
                  <a:gd name="connsiteX2" fmla="*/ 6588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8"/>
                      <a:pt x="6254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1"/>
                      <a:pt x="245" y="2528"/>
                      <a:pt x="245" y="3369"/>
                    </a:cubicBezTo>
                    <a:cubicBezTo>
                      <a:pt x="245" y="4210"/>
                      <a:pt x="580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5" name="Freeform: Shape 1294">
                <a:extLst>
                  <a:ext uri="{FF2B5EF4-FFF2-40B4-BE49-F238E27FC236}">
                    <a16:creationId xmlns:a16="http://schemas.microsoft.com/office/drawing/2014/main" id="{D70CF10A-67AE-4874-7220-3331AD28922A}"/>
                  </a:ext>
                </a:extLst>
              </p:cNvPr>
              <p:cNvSpPr/>
              <p:nvPr/>
            </p:nvSpPr>
            <p:spPr>
              <a:xfrm>
                <a:off x="3963273" y="5969607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8"/>
                      <a:pt x="6254" y="1720"/>
                      <a:pt x="5659" y="1125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5"/>
                    </a:cubicBezTo>
                    <a:cubicBezTo>
                      <a:pt x="579" y="1720"/>
                      <a:pt x="245" y="2528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6" name="Freeform: Shape 1295">
                <a:extLst>
                  <a:ext uri="{FF2B5EF4-FFF2-40B4-BE49-F238E27FC236}">
                    <a16:creationId xmlns:a16="http://schemas.microsoft.com/office/drawing/2014/main" id="{DD366915-369F-AC4C-4202-45EA2E8F3FA5}"/>
                  </a:ext>
                </a:extLst>
              </p:cNvPr>
              <p:cNvSpPr/>
              <p:nvPr/>
            </p:nvSpPr>
            <p:spPr>
              <a:xfrm>
                <a:off x="3962240" y="5971226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59" y="5612"/>
                    </a:cubicBezTo>
                    <a:cubicBezTo>
                      <a:pt x="6254" y="5018"/>
                      <a:pt x="6588" y="4210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0"/>
                      <a:pt x="579" y="5018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7" name="Freeform: Shape 1296">
                <a:extLst>
                  <a:ext uri="{FF2B5EF4-FFF2-40B4-BE49-F238E27FC236}">
                    <a16:creationId xmlns:a16="http://schemas.microsoft.com/office/drawing/2014/main" id="{7C60BABD-F8BC-7515-74CA-447B51E9C506}"/>
                  </a:ext>
                </a:extLst>
              </p:cNvPr>
              <p:cNvSpPr/>
              <p:nvPr/>
            </p:nvSpPr>
            <p:spPr>
              <a:xfrm>
                <a:off x="3960810" y="5971814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4" y="6208"/>
                      <a:pt x="5659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4" y="531"/>
                      <a:pt x="4258" y="196"/>
                      <a:pt x="3417" y="196"/>
                    </a:cubicBezTo>
                    <a:cubicBezTo>
                      <a:pt x="2575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1"/>
                      <a:pt x="579" y="5018"/>
                      <a:pt x="1174" y="5613"/>
                    </a:cubicBezTo>
                    <a:cubicBezTo>
                      <a:pt x="1769" y="6208"/>
                      <a:pt x="2575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8" name="Freeform: Shape 1297">
                <a:extLst>
                  <a:ext uri="{FF2B5EF4-FFF2-40B4-BE49-F238E27FC236}">
                    <a16:creationId xmlns:a16="http://schemas.microsoft.com/office/drawing/2014/main" id="{6CD78F21-E884-C4CC-1600-D5B9F2C4B68A}"/>
                  </a:ext>
                </a:extLst>
              </p:cNvPr>
              <p:cNvSpPr/>
              <p:nvPr/>
            </p:nvSpPr>
            <p:spPr>
              <a:xfrm>
                <a:off x="4082707" y="6322203"/>
                <a:ext cx="6343" cy="6345"/>
              </a:xfrm>
              <a:custGeom>
                <a:avLst/>
                <a:gdLst>
                  <a:gd name="connsiteX0" fmla="*/ 3426 w 6343"/>
                  <a:gd name="connsiteY0" fmla="*/ 6569 h 6345"/>
                  <a:gd name="connsiteX1" fmla="*/ 5669 w 6343"/>
                  <a:gd name="connsiteY1" fmla="*/ 5640 h 6345"/>
                  <a:gd name="connsiteX2" fmla="*/ 6598 w 6343"/>
                  <a:gd name="connsiteY2" fmla="*/ 3397 h 6345"/>
                  <a:gd name="connsiteX3" fmla="*/ 5669 w 6343"/>
                  <a:gd name="connsiteY3" fmla="*/ 1153 h 6345"/>
                  <a:gd name="connsiteX4" fmla="*/ 3426 w 6343"/>
                  <a:gd name="connsiteY4" fmla="*/ 224 h 6345"/>
                  <a:gd name="connsiteX5" fmla="*/ 1184 w 6343"/>
                  <a:gd name="connsiteY5" fmla="*/ 1153 h 6345"/>
                  <a:gd name="connsiteX6" fmla="*/ 255 w 6343"/>
                  <a:gd name="connsiteY6" fmla="*/ 3397 h 6345"/>
                  <a:gd name="connsiteX7" fmla="*/ 1184 w 6343"/>
                  <a:gd name="connsiteY7" fmla="*/ 5640 h 6345"/>
                  <a:gd name="connsiteX8" fmla="*/ 3426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69"/>
                    </a:moveTo>
                    <a:cubicBezTo>
                      <a:pt x="4267" y="6569"/>
                      <a:pt x="5074" y="6235"/>
                      <a:pt x="5669" y="5640"/>
                    </a:cubicBezTo>
                    <a:cubicBezTo>
                      <a:pt x="6264" y="5045"/>
                      <a:pt x="6598" y="4238"/>
                      <a:pt x="6598" y="3397"/>
                    </a:cubicBezTo>
                    <a:cubicBezTo>
                      <a:pt x="6598" y="2555"/>
                      <a:pt x="6264" y="1748"/>
                      <a:pt x="5669" y="1153"/>
                    </a:cubicBezTo>
                    <a:cubicBezTo>
                      <a:pt x="5074" y="558"/>
                      <a:pt x="4267" y="224"/>
                      <a:pt x="3426" y="224"/>
                    </a:cubicBezTo>
                    <a:cubicBezTo>
                      <a:pt x="2585" y="224"/>
                      <a:pt x="1778" y="558"/>
                      <a:pt x="1184" y="1153"/>
                    </a:cubicBezTo>
                    <a:cubicBezTo>
                      <a:pt x="589" y="1748"/>
                      <a:pt x="255" y="2555"/>
                      <a:pt x="255" y="3397"/>
                    </a:cubicBezTo>
                    <a:cubicBezTo>
                      <a:pt x="255" y="4238"/>
                      <a:pt x="589" y="5045"/>
                      <a:pt x="1184" y="5640"/>
                    </a:cubicBezTo>
                    <a:cubicBezTo>
                      <a:pt x="1778" y="6235"/>
                      <a:pt x="2585" y="6569"/>
                      <a:pt x="3426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9" name="Freeform: Shape 1298">
                <a:extLst>
                  <a:ext uri="{FF2B5EF4-FFF2-40B4-BE49-F238E27FC236}">
                    <a16:creationId xmlns:a16="http://schemas.microsoft.com/office/drawing/2014/main" id="{F7556251-0865-DA6F-C400-0F1DA8C0AAE7}"/>
                  </a:ext>
                </a:extLst>
              </p:cNvPr>
              <p:cNvSpPr/>
              <p:nvPr/>
            </p:nvSpPr>
            <p:spPr>
              <a:xfrm>
                <a:off x="4078711" y="6322354"/>
                <a:ext cx="6343" cy="6345"/>
              </a:xfrm>
              <a:custGeom>
                <a:avLst/>
                <a:gdLst>
                  <a:gd name="connsiteX0" fmla="*/ 3426 w 6343"/>
                  <a:gd name="connsiteY0" fmla="*/ 6569 h 6345"/>
                  <a:gd name="connsiteX1" fmla="*/ 5669 w 6343"/>
                  <a:gd name="connsiteY1" fmla="*/ 5640 h 6345"/>
                  <a:gd name="connsiteX2" fmla="*/ 6597 w 6343"/>
                  <a:gd name="connsiteY2" fmla="*/ 3397 h 6345"/>
                  <a:gd name="connsiteX3" fmla="*/ 5669 w 6343"/>
                  <a:gd name="connsiteY3" fmla="*/ 1153 h 6345"/>
                  <a:gd name="connsiteX4" fmla="*/ 3426 w 6343"/>
                  <a:gd name="connsiteY4" fmla="*/ 224 h 6345"/>
                  <a:gd name="connsiteX5" fmla="*/ 1183 w 6343"/>
                  <a:gd name="connsiteY5" fmla="*/ 1153 h 6345"/>
                  <a:gd name="connsiteX6" fmla="*/ 254 w 6343"/>
                  <a:gd name="connsiteY6" fmla="*/ 3397 h 6345"/>
                  <a:gd name="connsiteX7" fmla="*/ 1183 w 6343"/>
                  <a:gd name="connsiteY7" fmla="*/ 5640 h 6345"/>
                  <a:gd name="connsiteX8" fmla="*/ 3426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69"/>
                    </a:moveTo>
                    <a:cubicBezTo>
                      <a:pt x="4267" y="6569"/>
                      <a:pt x="5074" y="6235"/>
                      <a:pt x="5669" y="5640"/>
                    </a:cubicBezTo>
                    <a:cubicBezTo>
                      <a:pt x="6263" y="5045"/>
                      <a:pt x="6597" y="4238"/>
                      <a:pt x="6597" y="3397"/>
                    </a:cubicBezTo>
                    <a:cubicBezTo>
                      <a:pt x="6597" y="2555"/>
                      <a:pt x="6263" y="1748"/>
                      <a:pt x="5669" y="1153"/>
                    </a:cubicBezTo>
                    <a:cubicBezTo>
                      <a:pt x="5074" y="558"/>
                      <a:pt x="4267" y="224"/>
                      <a:pt x="3426" y="224"/>
                    </a:cubicBezTo>
                    <a:cubicBezTo>
                      <a:pt x="2585" y="224"/>
                      <a:pt x="1778" y="558"/>
                      <a:pt x="1183" y="1153"/>
                    </a:cubicBezTo>
                    <a:cubicBezTo>
                      <a:pt x="589" y="1748"/>
                      <a:pt x="254" y="2555"/>
                      <a:pt x="254" y="3397"/>
                    </a:cubicBezTo>
                    <a:cubicBezTo>
                      <a:pt x="254" y="4238"/>
                      <a:pt x="589" y="5045"/>
                      <a:pt x="1183" y="5640"/>
                    </a:cubicBezTo>
                    <a:cubicBezTo>
                      <a:pt x="1778" y="6235"/>
                      <a:pt x="2585" y="6569"/>
                      <a:pt x="3426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0" name="Freeform: Shape 1299">
                <a:extLst>
                  <a:ext uri="{FF2B5EF4-FFF2-40B4-BE49-F238E27FC236}">
                    <a16:creationId xmlns:a16="http://schemas.microsoft.com/office/drawing/2014/main" id="{60AB3F67-A2E1-293C-0F63-E49A47E9BC0F}"/>
                  </a:ext>
                </a:extLst>
              </p:cNvPr>
              <p:cNvSpPr/>
              <p:nvPr/>
            </p:nvSpPr>
            <p:spPr>
              <a:xfrm>
                <a:off x="4075216" y="6323921"/>
                <a:ext cx="6343" cy="6345"/>
              </a:xfrm>
              <a:custGeom>
                <a:avLst/>
                <a:gdLst>
                  <a:gd name="connsiteX0" fmla="*/ 3426 w 6343"/>
                  <a:gd name="connsiteY0" fmla="*/ 6570 h 6345"/>
                  <a:gd name="connsiteX1" fmla="*/ 5668 w 6343"/>
                  <a:gd name="connsiteY1" fmla="*/ 5640 h 6345"/>
                  <a:gd name="connsiteX2" fmla="*/ 6597 w 6343"/>
                  <a:gd name="connsiteY2" fmla="*/ 3397 h 6345"/>
                  <a:gd name="connsiteX3" fmla="*/ 5668 w 6343"/>
                  <a:gd name="connsiteY3" fmla="*/ 1153 h 6345"/>
                  <a:gd name="connsiteX4" fmla="*/ 3426 w 6343"/>
                  <a:gd name="connsiteY4" fmla="*/ 224 h 6345"/>
                  <a:gd name="connsiteX5" fmla="*/ 1183 w 6343"/>
                  <a:gd name="connsiteY5" fmla="*/ 1153 h 6345"/>
                  <a:gd name="connsiteX6" fmla="*/ 254 w 6343"/>
                  <a:gd name="connsiteY6" fmla="*/ 3397 h 6345"/>
                  <a:gd name="connsiteX7" fmla="*/ 1183 w 6343"/>
                  <a:gd name="connsiteY7" fmla="*/ 5640 h 6345"/>
                  <a:gd name="connsiteX8" fmla="*/ 342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70"/>
                    </a:moveTo>
                    <a:cubicBezTo>
                      <a:pt x="4267" y="6570"/>
                      <a:pt x="5073" y="6235"/>
                      <a:pt x="5668" y="5640"/>
                    </a:cubicBezTo>
                    <a:cubicBezTo>
                      <a:pt x="6263" y="5045"/>
                      <a:pt x="6597" y="4238"/>
                      <a:pt x="6597" y="3397"/>
                    </a:cubicBezTo>
                    <a:cubicBezTo>
                      <a:pt x="6597" y="2555"/>
                      <a:pt x="6263" y="1748"/>
                      <a:pt x="5668" y="1153"/>
                    </a:cubicBezTo>
                    <a:cubicBezTo>
                      <a:pt x="5073" y="558"/>
                      <a:pt x="4267" y="224"/>
                      <a:pt x="3426" y="224"/>
                    </a:cubicBezTo>
                    <a:cubicBezTo>
                      <a:pt x="2585" y="224"/>
                      <a:pt x="1778" y="558"/>
                      <a:pt x="1183" y="1153"/>
                    </a:cubicBezTo>
                    <a:cubicBezTo>
                      <a:pt x="588" y="1748"/>
                      <a:pt x="254" y="2555"/>
                      <a:pt x="254" y="3397"/>
                    </a:cubicBezTo>
                    <a:cubicBezTo>
                      <a:pt x="254" y="4238"/>
                      <a:pt x="588" y="5045"/>
                      <a:pt x="1183" y="5640"/>
                    </a:cubicBezTo>
                    <a:cubicBezTo>
                      <a:pt x="1778" y="6235"/>
                      <a:pt x="2585" y="6570"/>
                      <a:pt x="342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1" name="Freeform: Shape 1300">
                <a:extLst>
                  <a:ext uri="{FF2B5EF4-FFF2-40B4-BE49-F238E27FC236}">
                    <a16:creationId xmlns:a16="http://schemas.microsoft.com/office/drawing/2014/main" id="{6D1EDE20-AE7B-20D6-AD53-3FE11FC86813}"/>
                  </a:ext>
                </a:extLst>
              </p:cNvPr>
              <p:cNvSpPr/>
              <p:nvPr/>
            </p:nvSpPr>
            <p:spPr>
              <a:xfrm>
                <a:off x="4202587" y="6714242"/>
                <a:ext cx="6343" cy="6345"/>
              </a:xfrm>
              <a:custGeom>
                <a:avLst/>
                <a:gdLst>
                  <a:gd name="connsiteX0" fmla="*/ 3436 w 6343"/>
                  <a:gd name="connsiteY0" fmla="*/ 6600 h 6345"/>
                  <a:gd name="connsiteX1" fmla="*/ 5678 w 6343"/>
                  <a:gd name="connsiteY1" fmla="*/ 5671 h 6345"/>
                  <a:gd name="connsiteX2" fmla="*/ 6607 w 6343"/>
                  <a:gd name="connsiteY2" fmla="*/ 3428 h 6345"/>
                  <a:gd name="connsiteX3" fmla="*/ 5678 w 6343"/>
                  <a:gd name="connsiteY3" fmla="*/ 1184 h 6345"/>
                  <a:gd name="connsiteX4" fmla="*/ 3436 w 6343"/>
                  <a:gd name="connsiteY4" fmla="*/ 255 h 6345"/>
                  <a:gd name="connsiteX5" fmla="*/ 1193 w 6343"/>
                  <a:gd name="connsiteY5" fmla="*/ 1184 h 6345"/>
                  <a:gd name="connsiteX6" fmla="*/ 264 w 6343"/>
                  <a:gd name="connsiteY6" fmla="*/ 3428 h 6345"/>
                  <a:gd name="connsiteX7" fmla="*/ 1193 w 6343"/>
                  <a:gd name="connsiteY7" fmla="*/ 5671 h 6345"/>
                  <a:gd name="connsiteX8" fmla="*/ 3436 w 6343"/>
                  <a:gd name="connsiteY8" fmla="*/ 660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600"/>
                    </a:moveTo>
                    <a:cubicBezTo>
                      <a:pt x="4277" y="6600"/>
                      <a:pt x="5084" y="6266"/>
                      <a:pt x="5678" y="5671"/>
                    </a:cubicBezTo>
                    <a:cubicBezTo>
                      <a:pt x="6273" y="5076"/>
                      <a:pt x="6607" y="4269"/>
                      <a:pt x="6607" y="3428"/>
                    </a:cubicBezTo>
                    <a:cubicBezTo>
                      <a:pt x="6607" y="2586"/>
                      <a:pt x="6273" y="1779"/>
                      <a:pt x="5678" y="1184"/>
                    </a:cubicBezTo>
                    <a:cubicBezTo>
                      <a:pt x="5084" y="589"/>
                      <a:pt x="4277" y="255"/>
                      <a:pt x="3436" y="255"/>
                    </a:cubicBezTo>
                    <a:cubicBezTo>
                      <a:pt x="2595" y="255"/>
                      <a:pt x="1788" y="589"/>
                      <a:pt x="1193" y="1184"/>
                    </a:cubicBezTo>
                    <a:cubicBezTo>
                      <a:pt x="598" y="1779"/>
                      <a:pt x="264" y="2586"/>
                      <a:pt x="264" y="3428"/>
                    </a:cubicBezTo>
                    <a:cubicBezTo>
                      <a:pt x="264" y="4269"/>
                      <a:pt x="598" y="5076"/>
                      <a:pt x="1193" y="5671"/>
                    </a:cubicBezTo>
                    <a:cubicBezTo>
                      <a:pt x="1788" y="6266"/>
                      <a:pt x="2595" y="6600"/>
                      <a:pt x="3436" y="66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2" name="Freeform: Shape 1301">
                <a:extLst>
                  <a:ext uri="{FF2B5EF4-FFF2-40B4-BE49-F238E27FC236}">
                    <a16:creationId xmlns:a16="http://schemas.microsoft.com/office/drawing/2014/main" id="{E8EDF0E1-30FB-222E-C51B-26108852EE4B}"/>
                  </a:ext>
                </a:extLst>
              </p:cNvPr>
              <p:cNvSpPr/>
              <p:nvPr/>
            </p:nvSpPr>
            <p:spPr>
              <a:xfrm>
                <a:off x="4060722" y="6328706"/>
                <a:ext cx="6343" cy="6345"/>
              </a:xfrm>
              <a:custGeom>
                <a:avLst/>
                <a:gdLst>
                  <a:gd name="connsiteX0" fmla="*/ 3424 w 6343"/>
                  <a:gd name="connsiteY0" fmla="*/ 6570 h 6345"/>
                  <a:gd name="connsiteX1" fmla="*/ 5667 w 6343"/>
                  <a:gd name="connsiteY1" fmla="*/ 5641 h 6345"/>
                  <a:gd name="connsiteX2" fmla="*/ 6596 w 6343"/>
                  <a:gd name="connsiteY2" fmla="*/ 3397 h 6345"/>
                  <a:gd name="connsiteX3" fmla="*/ 5667 w 6343"/>
                  <a:gd name="connsiteY3" fmla="*/ 1154 h 6345"/>
                  <a:gd name="connsiteX4" fmla="*/ 3424 w 6343"/>
                  <a:gd name="connsiteY4" fmla="*/ 225 h 6345"/>
                  <a:gd name="connsiteX5" fmla="*/ 1182 w 6343"/>
                  <a:gd name="connsiteY5" fmla="*/ 1154 h 6345"/>
                  <a:gd name="connsiteX6" fmla="*/ 253 w 6343"/>
                  <a:gd name="connsiteY6" fmla="*/ 3397 h 6345"/>
                  <a:gd name="connsiteX7" fmla="*/ 1182 w 6343"/>
                  <a:gd name="connsiteY7" fmla="*/ 5641 h 6345"/>
                  <a:gd name="connsiteX8" fmla="*/ 342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0"/>
                    </a:moveTo>
                    <a:cubicBezTo>
                      <a:pt x="4266" y="6570"/>
                      <a:pt x="5072" y="6236"/>
                      <a:pt x="5667" y="5641"/>
                    </a:cubicBezTo>
                    <a:cubicBezTo>
                      <a:pt x="6262" y="5046"/>
                      <a:pt x="6596" y="4239"/>
                      <a:pt x="6596" y="3397"/>
                    </a:cubicBezTo>
                    <a:cubicBezTo>
                      <a:pt x="6596" y="2556"/>
                      <a:pt x="6262" y="1749"/>
                      <a:pt x="5667" y="1154"/>
                    </a:cubicBezTo>
                    <a:cubicBezTo>
                      <a:pt x="5072" y="559"/>
                      <a:pt x="4266" y="225"/>
                      <a:pt x="3424" y="225"/>
                    </a:cubicBezTo>
                    <a:cubicBezTo>
                      <a:pt x="2583" y="225"/>
                      <a:pt x="1777" y="559"/>
                      <a:pt x="1182" y="1154"/>
                    </a:cubicBezTo>
                    <a:cubicBezTo>
                      <a:pt x="587" y="1749"/>
                      <a:pt x="253" y="2556"/>
                      <a:pt x="253" y="3397"/>
                    </a:cubicBezTo>
                    <a:cubicBezTo>
                      <a:pt x="253" y="4239"/>
                      <a:pt x="587" y="5046"/>
                      <a:pt x="1182" y="5641"/>
                    </a:cubicBezTo>
                    <a:cubicBezTo>
                      <a:pt x="1777" y="6236"/>
                      <a:pt x="2583" y="6570"/>
                      <a:pt x="342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3" name="Freeform: Shape 1302">
                <a:extLst>
                  <a:ext uri="{FF2B5EF4-FFF2-40B4-BE49-F238E27FC236}">
                    <a16:creationId xmlns:a16="http://schemas.microsoft.com/office/drawing/2014/main" id="{B8FE7434-3038-05E8-DD9D-980EBFE85026}"/>
                  </a:ext>
                </a:extLst>
              </p:cNvPr>
              <p:cNvSpPr/>
              <p:nvPr/>
            </p:nvSpPr>
            <p:spPr>
              <a:xfrm>
                <a:off x="4056813" y="6328982"/>
                <a:ext cx="6343" cy="6345"/>
              </a:xfrm>
              <a:custGeom>
                <a:avLst/>
                <a:gdLst>
                  <a:gd name="connsiteX0" fmla="*/ 3424 w 6343"/>
                  <a:gd name="connsiteY0" fmla="*/ 6570 h 6345"/>
                  <a:gd name="connsiteX1" fmla="*/ 5667 w 6343"/>
                  <a:gd name="connsiteY1" fmla="*/ 5641 h 6345"/>
                  <a:gd name="connsiteX2" fmla="*/ 6596 w 6343"/>
                  <a:gd name="connsiteY2" fmla="*/ 3397 h 6345"/>
                  <a:gd name="connsiteX3" fmla="*/ 5667 w 6343"/>
                  <a:gd name="connsiteY3" fmla="*/ 1154 h 6345"/>
                  <a:gd name="connsiteX4" fmla="*/ 3424 w 6343"/>
                  <a:gd name="connsiteY4" fmla="*/ 225 h 6345"/>
                  <a:gd name="connsiteX5" fmla="*/ 1182 w 6343"/>
                  <a:gd name="connsiteY5" fmla="*/ 1154 h 6345"/>
                  <a:gd name="connsiteX6" fmla="*/ 253 w 6343"/>
                  <a:gd name="connsiteY6" fmla="*/ 3397 h 6345"/>
                  <a:gd name="connsiteX7" fmla="*/ 1182 w 6343"/>
                  <a:gd name="connsiteY7" fmla="*/ 5641 h 6345"/>
                  <a:gd name="connsiteX8" fmla="*/ 342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0"/>
                    </a:moveTo>
                    <a:cubicBezTo>
                      <a:pt x="4265" y="6570"/>
                      <a:pt x="5072" y="6236"/>
                      <a:pt x="5667" y="5641"/>
                    </a:cubicBezTo>
                    <a:cubicBezTo>
                      <a:pt x="6262" y="5046"/>
                      <a:pt x="6596" y="4239"/>
                      <a:pt x="6596" y="3397"/>
                    </a:cubicBezTo>
                    <a:cubicBezTo>
                      <a:pt x="6596" y="2556"/>
                      <a:pt x="6262" y="1749"/>
                      <a:pt x="5667" y="1154"/>
                    </a:cubicBezTo>
                    <a:cubicBezTo>
                      <a:pt x="5072" y="559"/>
                      <a:pt x="4265" y="225"/>
                      <a:pt x="3424" y="225"/>
                    </a:cubicBezTo>
                    <a:cubicBezTo>
                      <a:pt x="2583" y="225"/>
                      <a:pt x="1776" y="559"/>
                      <a:pt x="1182" y="1154"/>
                    </a:cubicBezTo>
                    <a:cubicBezTo>
                      <a:pt x="587" y="1749"/>
                      <a:pt x="253" y="2556"/>
                      <a:pt x="253" y="3397"/>
                    </a:cubicBezTo>
                    <a:cubicBezTo>
                      <a:pt x="253" y="4239"/>
                      <a:pt x="587" y="5046"/>
                      <a:pt x="1182" y="5641"/>
                    </a:cubicBezTo>
                    <a:cubicBezTo>
                      <a:pt x="1776" y="6236"/>
                      <a:pt x="2583" y="6570"/>
                      <a:pt x="342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4" name="Freeform: Shape 1303">
                <a:extLst>
                  <a:ext uri="{FF2B5EF4-FFF2-40B4-BE49-F238E27FC236}">
                    <a16:creationId xmlns:a16="http://schemas.microsoft.com/office/drawing/2014/main" id="{7FA05D8D-CD86-B995-641E-BC66DF3C7530}"/>
                  </a:ext>
                </a:extLst>
              </p:cNvPr>
              <p:cNvSpPr/>
              <p:nvPr/>
            </p:nvSpPr>
            <p:spPr>
              <a:xfrm>
                <a:off x="4052770" y="6328776"/>
                <a:ext cx="6343" cy="6345"/>
              </a:xfrm>
              <a:custGeom>
                <a:avLst/>
                <a:gdLst>
                  <a:gd name="connsiteX0" fmla="*/ 3424 w 6343"/>
                  <a:gd name="connsiteY0" fmla="*/ 6570 h 6345"/>
                  <a:gd name="connsiteX1" fmla="*/ 5666 w 6343"/>
                  <a:gd name="connsiteY1" fmla="*/ 5641 h 6345"/>
                  <a:gd name="connsiteX2" fmla="*/ 6595 w 6343"/>
                  <a:gd name="connsiteY2" fmla="*/ 3397 h 6345"/>
                  <a:gd name="connsiteX3" fmla="*/ 5666 w 6343"/>
                  <a:gd name="connsiteY3" fmla="*/ 1154 h 6345"/>
                  <a:gd name="connsiteX4" fmla="*/ 3424 w 6343"/>
                  <a:gd name="connsiteY4" fmla="*/ 225 h 6345"/>
                  <a:gd name="connsiteX5" fmla="*/ 1181 w 6343"/>
                  <a:gd name="connsiteY5" fmla="*/ 1154 h 6345"/>
                  <a:gd name="connsiteX6" fmla="*/ 252 w 6343"/>
                  <a:gd name="connsiteY6" fmla="*/ 3397 h 6345"/>
                  <a:gd name="connsiteX7" fmla="*/ 1181 w 6343"/>
                  <a:gd name="connsiteY7" fmla="*/ 5641 h 6345"/>
                  <a:gd name="connsiteX8" fmla="*/ 342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0"/>
                    </a:moveTo>
                    <a:cubicBezTo>
                      <a:pt x="4265" y="6570"/>
                      <a:pt x="5072" y="6236"/>
                      <a:pt x="5666" y="5641"/>
                    </a:cubicBezTo>
                    <a:cubicBezTo>
                      <a:pt x="6261" y="5046"/>
                      <a:pt x="6595" y="4239"/>
                      <a:pt x="6595" y="3397"/>
                    </a:cubicBezTo>
                    <a:cubicBezTo>
                      <a:pt x="6595" y="2556"/>
                      <a:pt x="6261" y="1749"/>
                      <a:pt x="5666" y="1154"/>
                    </a:cubicBezTo>
                    <a:cubicBezTo>
                      <a:pt x="5072" y="559"/>
                      <a:pt x="4265" y="225"/>
                      <a:pt x="3424" y="225"/>
                    </a:cubicBezTo>
                    <a:cubicBezTo>
                      <a:pt x="2583" y="225"/>
                      <a:pt x="1776" y="559"/>
                      <a:pt x="1181" y="1154"/>
                    </a:cubicBezTo>
                    <a:cubicBezTo>
                      <a:pt x="586" y="1749"/>
                      <a:pt x="252" y="2556"/>
                      <a:pt x="252" y="3397"/>
                    </a:cubicBezTo>
                    <a:cubicBezTo>
                      <a:pt x="252" y="4239"/>
                      <a:pt x="586" y="5046"/>
                      <a:pt x="1181" y="5641"/>
                    </a:cubicBezTo>
                    <a:cubicBezTo>
                      <a:pt x="1776" y="6236"/>
                      <a:pt x="2583" y="6570"/>
                      <a:pt x="342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5" name="Freeform: Shape 1304">
                <a:extLst>
                  <a:ext uri="{FF2B5EF4-FFF2-40B4-BE49-F238E27FC236}">
                    <a16:creationId xmlns:a16="http://schemas.microsoft.com/office/drawing/2014/main" id="{69FEA60D-FAE6-5E3E-C7B7-3B86501AF70D}"/>
                  </a:ext>
                </a:extLst>
              </p:cNvPr>
              <p:cNvSpPr/>
              <p:nvPr/>
            </p:nvSpPr>
            <p:spPr>
              <a:xfrm>
                <a:off x="4048803" y="6328772"/>
                <a:ext cx="6343" cy="6345"/>
              </a:xfrm>
              <a:custGeom>
                <a:avLst/>
                <a:gdLst>
                  <a:gd name="connsiteX0" fmla="*/ 3424 w 6343"/>
                  <a:gd name="connsiteY0" fmla="*/ 6570 h 6345"/>
                  <a:gd name="connsiteX1" fmla="*/ 5666 w 6343"/>
                  <a:gd name="connsiteY1" fmla="*/ 5641 h 6345"/>
                  <a:gd name="connsiteX2" fmla="*/ 6595 w 6343"/>
                  <a:gd name="connsiteY2" fmla="*/ 3397 h 6345"/>
                  <a:gd name="connsiteX3" fmla="*/ 5666 w 6343"/>
                  <a:gd name="connsiteY3" fmla="*/ 1154 h 6345"/>
                  <a:gd name="connsiteX4" fmla="*/ 3424 w 6343"/>
                  <a:gd name="connsiteY4" fmla="*/ 225 h 6345"/>
                  <a:gd name="connsiteX5" fmla="*/ 1181 w 6343"/>
                  <a:gd name="connsiteY5" fmla="*/ 1154 h 6345"/>
                  <a:gd name="connsiteX6" fmla="*/ 252 w 6343"/>
                  <a:gd name="connsiteY6" fmla="*/ 3397 h 6345"/>
                  <a:gd name="connsiteX7" fmla="*/ 1181 w 6343"/>
                  <a:gd name="connsiteY7" fmla="*/ 5641 h 6345"/>
                  <a:gd name="connsiteX8" fmla="*/ 342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0"/>
                    </a:moveTo>
                    <a:cubicBezTo>
                      <a:pt x="4265" y="6570"/>
                      <a:pt x="5071" y="6236"/>
                      <a:pt x="5666" y="5641"/>
                    </a:cubicBezTo>
                    <a:cubicBezTo>
                      <a:pt x="6261" y="5046"/>
                      <a:pt x="6595" y="4239"/>
                      <a:pt x="6595" y="3397"/>
                    </a:cubicBezTo>
                    <a:cubicBezTo>
                      <a:pt x="6595" y="2556"/>
                      <a:pt x="6261" y="1749"/>
                      <a:pt x="5666" y="1154"/>
                    </a:cubicBezTo>
                    <a:cubicBezTo>
                      <a:pt x="5071" y="559"/>
                      <a:pt x="4265" y="225"/>
                      <a:pt x="3424" y="225"/>
                    </a:cubicBezTo>
                    <a:cubicBezTo>
                      <a:pt x="2582" y="225"/>
                      <a:pt x="1776" y="559"/>
                      <a:pt x="1181" y="1154"/>
                    </a:cubicBezTo>
                    <a:cubicBezTo>
                      <a:pt x="586" y="1749"/>
                      <a:pt x="252" y="2556"/>
                      <a:pt x="252" y="3397"/>
                    </a:cubicBezTo>
                    <a:cubicBezTo>
                      <a:pt x="252" y="4239"/>
                      <a:pt x="586" y="5046"/>
                      <a:pt x="1181" y="5641"/>
                    </a:cubicBezTo>
                    <a:cubicBezTo>
                      <a:pt x="1776" y="6236"/>
                      <a:pt x="2582" y="6570"/>
                      <a:pt x="342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6" name="Freeform: Shape 1305">
                <a:extLst>
                  <a:ext uri="{FF2B5EF4-FFF2-40B4-BE49-F238E27FC236}">
                    <a16:creationId xmlns:a16="http://schemas.microsoft.com/office/drawing/2014/main" id="{A0A80D67-4B6D-74BA-6E55-92D03D8000DA}"/>
                  </a:ext>
                </a:extLst>
              </p:cNvPr>
              <p:cNvSpPr/>
              <p:nvPr/>
            </p:nvSpPr>
            <p:spPr>
              <a:xfrm>
                <a:off x="4044883" y="6328878"/>
                <a:ext cx="6343" cy="6345"/>
              </a:xfrm>
              <a:custGeom>
                <a:avLst/>
                <a:gdLst>
                  <a:gd name="connsiteX0" fmla="*/ 3423 w 6343"/>
                  <a:gd name="connsiteY0" fmla="*/ 6570 h 6345"/>
                  <a:gd name="connsiteX1" fmla="*/ 5666 w 6343"/>
                  <a:gd name="connsiteY1" fmla="*/ 5641 h 6345"/>
                  <a:gd name="connsiteX2" fmla="*/ 6595 w 6343"/>
                  <a:gd name="connsiteY2" fmla="*/ 3397 h 6345"/>
                  <a:gd name="connsiteX3" fmla="*/ 5666 w 6343"/>
                  <a:gd name="connsiteY3" fmla="*/ 1154 h 6345"/>
                  <a:gd name="connsiteX4" fmla="*/ 3423 w 6343"/>
                  <a:gd name="connsiteY4" fmla="*/ 225 h 6345"/>
                  <a:gd name="connsiteX5" fmla="*/ 1181 w 6343"/>
                  <a:gd name="connsiteY5" fmla="*/ 1154 h 6345"/>
                  <a:gd name="connsiteX6" fmla="*/ 252 w 6343"/>
                  <a:gd name="connsiteY6" fmla="*/ 3397 h 6345"/>
                  <a:gd name="connsiteX7" fmla="*/ 1181 w 6343"/>
                  <a:gd name="connsiteY7" fmla="*/ 5641 h 6345"/>
                  <a:gd name="connsiteX8" fmla="*/ 342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70"/>
                    </a:moveTo>
                    <a:cubicBezTo>
                      <a:pt x="4264" y="6570"/>
                      <a:pt x="5071" y="6236"/>
                      <a:pt x="5666" y="5641"/>
                    </a:cubicBezTo>
                    <a:cubicBezTo>
                      <a:pt x="6261" y="5046"/>
                      <a:pt x="6595" y="4239"/>
                      <a:pt x="6595" y="3397"/>
                    </a:cubicBezTo>
                    <a:cubicBezTo>
                      <a:pt x="6595" y="2556"/>
                      <a:pt x="6261" y="1749"/>
                      <a:pt x="5666" y="1154"/>
                    </a:cubicBezTo>
                    <a:cubicBezTo>
                      <a:pt x="5071" y="559"/>
                      <a:pt x="4264" y="225"/>
                      <a:pt x="3423" y="225"/>
                    </a:cubicBezTo>
                    <a:cubicBezTo>
                      <a:pt x="2582" y="225"/>
                      <a:pt x="1775" y="559"/>
                      <a:pt x="1181" y="1154"/>
                    </a:cubicBezTo>
                    <a:cubicBezTo>
                      <a:pt x="586" y="1749"/>
                      <a:pt x="252" y="2556"/>
                      <a:pt x="252" y="3397"/>
                    </a:cubicBezTo>
                    <a:cubicBezTo>
                      <a:pt x="252" y="4239"/>
                      <a:pt x="586" y="5046"/>
                      <a:pt x="1181" y="5641"/>
                    </a:cubicBezTo>
                    <a:cubicBezTo>
                      <a:pt x="1775" y="6236"/>
                      <a:pt x="2582" y="6570"/>
                      <a:pt x="342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7" name="Freeform: Shape 1306">
                <a:extLst>
                  <a:ext uri="{FF2B5EF4-FFF2-40B4-BE49-F238E27FC236}">
                    <a16:creationId xmlns:a16="http://schemas.microsoft.com/office/drawing/2014/main" id="{73C74C5B-29B8-2ECF-C5F9-976E1C92EFFE}"/>
                  </a:ext>
                </a:extLst>
              </p:cNvPr>
              <p:cNvSpPr/>
              <p:nvPr/>
            </p:nvSpPr>
            <p:spPr>
              <a:xfrm>
                <a:off x="4040917" y="6328775"/>
                <a:ext cx="6343" cy="6345"/>
              </a:xfrm>
              <a:custGeom>
                <a:avLst/>
                <a:gdLst>
                  <a:gd name="connsiteX0" fmla="*/ 3423 w 6343"/>
                  <a:gd name="connsiteY0" fmla="*/ 6570 h 6345"/>
                  <a:gd name="connsiteX1" fmla="*/ 5666 w 6343"/>
                  <a:gd name="connsiteY1" fmla="*/ 5641 h 6345"/>
                  <a:gd name="connsiteX2" fmla="*/ 6594 w 6343"/>
                  <a:gd name="connsiteY2" fmla="*/ 3397 h 6345"/>
                  <a:gd name="connsiteX3" fmla="*/ 5666 w 6343"/>
                  <a:gd name="connsiteY3" fmla="*/ 1154 h 6345"/>
                  <a:gd name="connsiteX4" fmla="*/ 3423 w 6343"/>
                  <a:gd name="connsiteY4" fmla="*/ 225 h 6345"/>
                  <a:gd name="connsiteX5" fmla="*/ 1180 w 6343"/>
                  <a:gd name="connsiteY5" fmla="*/ 1154 h 6345"/>
                  <a:gd name="connsiteX6" fmla="*/ 251 w 6343"/>
                  <a:gd name="connsiteY6" fmla="*/ 3397 h 6345"/>
                  <a:gd name="connsiteX7" fmla="*/ 1180 w 6343"/>
                  <a:gd name="connsiteY7" fmla="*/ 5641 h 6345"/>
                  <a:gd name="connsiteX8" fmla="*/ 342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70"/>
                    </a:moveTo>
                    <a:cubicBezTo>
                      <a:pt x="4264" y="6570"/>
                      <a:pt x="5071" y="6236"/>
                      <a:pt x="5666" y="5641"/>
                    </a:cubicBezTo>
                    <a:cubicBezTo>
                      <a:pt x="6260" y="5046"/>
                      <a:pt x="6594" y="4239"/>
                      <a:pt x="6594" y="3397"/>
                    </a:cubicBezTo>
                    <a:cubicBezTo>
                      <a:pt x="6594" y="2556"/>
                      <a:pt x="6260" y="1749"/>
                      <a:pt x="5666" y="1154"/>
                    </a:cubicBezTo>
                    <a:cubicBezTo>
                      <a:pt x="5071" y="559"/>
                      <a:pt x="4264" y="225"/>
                      <a:pt x="3423" y="225"/>
                    </a:cubicBezTo>
                    <a:cubicBezTo>
                      <a:pt x="2582" y="225"/>
                      <a:pt x="1775" y="559"/>
                      <a:pt x="1180" y="1154"/>
                    </a:cubicBezTo>
                    <a:cubicBezTo>
                      <a:pt x="586" y="1749"/>
                      <a:pt x="251" y="2556"/>
                      <a:pt x="251" y="3397"/>
                    </a:cubicBezTo>
                    <a:cubicBezTo>
                      <a:pt x="251" y="4239"/>
                      <a:pt x="586" y="5046"/>
                      <a:pt x="1180" y="5641"/>
                    </a:cubicBezTo>
                    <a:cubicBezTo>
                      <a:pt x="1775" y="6236"/>
                      <a:pt x="2582" y="6570"/>
                      <a:pt x="342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8" name="Freeform: Shape 1307">
                <a:extLst>
                  <a:ext uri="{FF2B5EF4-FFF2-40B4-BE49-F238E27FC236}">
                    <a16:creationId xmlns:a16="http://schemas.microsoft.com/office/drawing/2014/main" id="{3F1C90FF-8FAA-B4B4-E0C3-0FCDF6EF8A82}"/>
                  </a:ext>
                </a:extLst>
              </p:cNvPr>
              <p:cNvSpPr/>
              <p:nvPr/>
            </p:nvSpPr>
            <p:spPr>
              <a:xfrm>
                <a:off x="4036996" y="6328784"/>
                <a:ext cx="6343" cy="6345"/>
              </a:xfrm>
              <a:custGeom>
                <a:avLst/>
                <a:gdLst>
                  <a:gd name="connsiteX0" fmla="*/ 3423 w 6343"/>
                  <a:gd name="connsiteY0" fmla="*/ 6570 h 6345"/>
                  <a:gd name="connsiteX1" fmla="*/ 5665 w 6343"/>
                  <a:gd name="connsiteY1" fmla="*/ 5641 h 6345"/>
                  <a:gd name="connsiteX2" fmla="*/ 6594 w 6343"/>
                  <a:gd name="connsiteY2" fmla="*/ 3397 h 6345"/>
                  <a:gd name="connsiteX3" fmla="*/ 5665 w 6343"/>
                  <a:gd name="connsiteY3" fmla="*/ 1154 h 6345"/>
                  <a:gd name="connsiteX4" fmla="*/ 3423 w 6343"/>
                  <a:gd name="connsiteY4" fmla="*/ 225 h 6345"/>
                  <a:gd name="connsiteX5" fmla="*/ 1180 w 6343"/>
                  <a:gd name="connsiteY5" fmla="*/ 1154 h 6345"/>
                  <a:gd name="connsiteX6" fmla="*/ 251 w 6343"/>
                  <a:gd name="connsiteY6" fmla="*/ 3397 h 6345"/>
                  <a:gd name="connsiteX7" fmla="*/ 1180 w 6343"/>
                  <a:gd name="connsiteY7" fmla="*/ 5641 h 6345"/>
                  <a:gd name="connsiteX8" fmla="*/ 342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70"/>
                    </a:moveTo>
                    <a:cubicBezTo>
                      <a:pt x="4264" y="6570"/>
                      <a:pt x="5070" y="6236"/>
                      <a:pt x="5665" y="5641"/>
                    </a:cubicBezTo>
                    <a:cubicBezTo>
                      <a:pt x="6260" y="5046"/>
                      <a:pt x="6594" y="4239"/>
                      <a:pt x="6594" y="3397"/>
                    </a:cubicBezTo>
                    <a:cubicBezTo>
                      <a:pt x="6594" y="2556"/>
                      <a:pt x="6260" y="1749"/>
                      <a:pt x="5665" y="1154"/>
                    </a:cubicBezTo>
                    <a:cubicBezTo>
                      <a:pt x="5070" y="559"/>
                      <a:pt x="4264" y="225"/>
                      <a:pt x="3423" y="225"/>
                    </a:cubicBezTo>
                    <a:cubicBezTo>
                      <a:pt x="2581" y="225"/>
                      <a:pt x="1775" y="559"/>
                      <a:pt x="1180" y="1154"/>
                    </a:cubicBezTo>
                    <a:cubicBezTo>
                      <a:pt x="585" y="1749"/>
                      <a:pt x="251" y="2556"/>
                      <a:pt x="251" y="3397"/>
                    </a:cubicBezTo>
                    <a:cubicBezTo>
                      <a:pt x="251" y="4239"/>
                      <a:pt x="585" y="5046"/>
                      <a:pt x="1180" y="5641"/>
                    </a:cubicBezTo>
                    <a:cubicBezTo>
                      <a:pt x="1775" y="6236"/>
                      <a:pt x="2581" y="6570"/>
                      <a:pt x="342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9" name="Freeform: Shape 1308">
                <a:extLst>
                  <a:ext uri="{FF2B5EF4-FFF2-40B4-BE49-F238E27FC236}">
                    <a16:creationId xmlns:a16="http://schemas.microsoft.com/office/drawing/2014/main" id="{509AD633-5ACD-A151-9D6C-0E21F3CBA2F8}"/>
                  </a:ext>
                </a:extLst>
              </p:cNvPr>
              <p:cNvSpPr/>
              <p:nvPr/>
            </p:nvSpPr>
            <p:spPr>
              <a:xfrm>
                <a:off x="4032983" y="6328399"/>
                <a:ext cx="6343" cy="6345"/>
              </a:xfrm>
              <a:custGeom>
                <a:avLst/>
                <a:gdLst>
                  <a:gd name="connsiteX0" fmla="*/ 3422 w 6343"/>
                  <a:gd name="connsiteY0" fmla="*/ 6570 h 6345"/>
                  <a:gd name="connsiteX1" fmla="*/ 5665 w 6343"/>
                  <a:gd name="connsiteY1" fmla="*/ 5641 h 6345"/>
                  <a:gd name="connsiteX2" fmla="*/ 6594 w 6343"/>
                  <a:gd name="connsiteY2" fmla="*/ 3397 h 6345"/>
                  <a:gd name="connsiteX3" fmla="*/ 5665 w 6343"/>
                  <a:gd name="connsiteY3" fmla="*/ 1154 h 6345"/>
                  <a:gd name="connsiteX4" fmla="*/ 3422 w 6343"/>
                  <a:gd name="connsiteY4" fmla="*/ 224 h 6345"/>
                  <a:gd name="connsiteX5" fmla="*/ 1180 w 6343"/>
                  <a:gd name="connsiteY5" fmla="*/ 1154 h 6345"/>
                  <a:gd name="connsiteX6" fmla="*/ 251 w 6343"/>
                  <a:gd name="connsiteY6" fmla="*/ 3397 h 6345"/>
                  <a:gd name="connsiteX7" fmla="*/ 1180 w 6343"/>
                  <a:gd name="connsiteY7" fmla="*/ 5641 h 6345"/>
                  <a:gd name="connsiteX8" fmla="*/ 342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70"/>
                    </a:moveTo>
                    <a:cubicBezTo>
                      <a:pt x="4263" y="6570"/>
                      <a:pt x="5070" y="6236"/>
                      <a:pt x="5665" y="5641"/>
                    </a:cubicBezTo>
                    <a:cubicBezTo>
                      <a:pt x="6260" y="5046"/>
                      <a:pt x="6594" y="4239"/>
                      <a:pt x="6594" y="3397"/>
                    </a:cubicBezTo>
                    <a:cubicBezTo>
                      <a:pt x="6594" y="2556"/>
                      <a:pt x="6260" y="1749"/>
                      <a:pt x="5665" y="1154"/>
                    </a:cubicBezTo>
                    <a:cubicBezTo>
                      <a:pt x="5070" y="559"/>
                      <a:pt x="4263" y="224"/>
                      <a:pt x="3422" y="224"/>
                    </a:cubicBezTo>
                    <a:cubicBezTo>
                      <a:pt x="2581" y="224"/>
                      <a:pt x="1774" y="559"/>
                      <a:pt x="1180" y="1154"/>
                    </a:cubicBezTo>
                    <a:cubicBezTo>
                      <a:pt x="585" y="1749"/>
                      <a:pt x="251" y="2556"/>
                      <a:pt x="251" y="3397"/>
                    </a:cubicBezTo>
                    <a:cubicBezTo>
                      <a:pt x="251" y="4239"/>
                      <a:pt x="585" y="5046"/>
                      <a:pt x="1180" y="5641"/>
                    </a:cubicBezTo>
                    <a:cubicBezTo>
                      <a:pt x="1774" y="6236"/>
                      <a:pt x="2581" y="6570"/>
                      <a:pt x="342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0" name="Freeform: Shape 1309">
                <a:extLst>
                  <a:ext uri="{FF2B5EF4-FFF2-40B4-BE49-F238E27FC236}">
                    <a16:creationId xmlns:a16="http://schemas.microsoft.com/office/drawing/2014/main" id="{F3E617FE-4CC5-4D25-C495-AF79FE7AF86F}"/>
                  </a:ext>
                </a:extLst>
              </p:cNvPr>
              <p:cNvSpPr/>
              <p:nvPr/>
            </p:nvSpPr>
            <p:spPr>
              <a:xfrm>
                <a:off x="4028737" y="6327065"/>
                <a:ext cx="6343" cy="6345"/>
              </a:xfrm>
              <a:custGeom>
                <a:avLst/>
                <a:gdLst>
                  <a:gd name="connsiteX0" fmla="*/ 3422 w 6343"/>
                  <a:gd name="connsiteY0" fmla="*/ 6570 h 6345"/>
                  <a:gd name="connsiteX1" fmla="*/ 5665 w 6343"/>
                  <a:gd name="connsiteY1" fmla="*/ 5641 h 6345"/>
                  <a:gd name="connsiteX2" fmla="*/ 6594 w 6343"/>
                  <a:gd name="connsiteY2" fmla="*/ 3397 h 6345"/>
                  <a:gd name="connsiteX3" fmla="*/ 5665 w 6343"/>
                  <a:gd name="connsiteY3" fmla="*/ 1154 h 6345"/>
                  <a:gd name="connsiteX4" fmla="*/ 3422 w 6343"/>
                  <a:gd name="connsiteY4" fmla="*/ 224 h 6345"/>
                  <a:gd name="connsiteX5" fmla="*/ 1179 w 6343"/>
                  <a:gd name="connsiteY5" fmla="*/ 1154 h 6345"/>
                  <a:gd name="connsiteX6" fmla="*/ 250 w 6343"/>
                  <a:gd name="connsiteY6" fmla="*/ 3397 h 6345"/>
                  <a:gd name="connsiteX7" fmla="*/ 1179 w 6343"/>
                  <a:gd name="connsiteY7" fmla="*/ 5641 h 6345"/>
                  <a:gd name="connsiteX8" fmla="*/ 342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70"/>
                    </a:moveTo>
                    <a:cubicBezTo>
                      <a:pt x="4263" y="6570"/>
                      <a:pt x="5070" y="6235"/>
                      <a:pt x="5665" y="5641"/>
                    </a:cubicBezTo>
                    <a:cubicBezTo>
                      <a:pt x="6259" y="5046"/>
                      <a:pt x="6594" y="4239"/>
                      <a:pt x="6594" y="3397"/>
                    </a:cubicBezTo>
                    <a:cubicBezTo>
                      <a:pt x="6594" y="2556"/>
                      <a:pt x="6259" y="1749"/>
                      <a:pt x="5665" y="1154"/>
                    </a:cubicBezTo>
                    <a:cubicBezTo>
                      <a:pt x="5070" y="559"/>
                      <a:pt x="4263" y="224"/>
                      <a:pt x="3422" y="224"/>
                    </a:cubicBezTo>
                    <a:cubicBezTo>
                      <a:pt x="2581" y="224"/>
                      <a:pt x="1774" y="559"/>
                      <a:pt x="1179" y="1154"/>
                    </a:cubicBezTo>
                    <a:cubicBezTo>
                      <a:pt x="585" y="1749"/>
                      <a:pt x="250" y="2556"/>
                      <a:pt x="250" y="3397"/>
                    </a:cubicBezTo>
                    <a:cubicBezTo>
                      <a:pt x="250" y="4239"/>
                      <a:pt x="585" y="5046"/>
                      <a:pt x="1179" y="5641"/>
                    </a:cubicBezTo>
                    <a:cubicBezTo>
                      <a:pt x="1774" y="6235"/>
                      <a:pt x="2581" y="6570"/>
                      <a:pt x="342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1" name="Freeform: Shape 1310">
                <a:extLst>
                  <a:ext uri="{FF2B5EF4-FFF2-40B4-BE49-F238E27FC236}">
                    <a16:creationId xmlns:a16="http://schemas.microsoft.com/office/drawing/2014/main" id="{3CA4489D-B6B7-7FC4-71F9-53A97C29122C}"/>
                  </a:ext>
                </a:extLst>
              </p:cNvPr>
              <p:cNvSpPr/>
              <p:nvPr/>
            </p:nvSpPr>
            <p:spPr>
              <a:xfrm>
                <a:off x="4024716" y="6326487"/>
                <a:ext cx="6343" cy="6345"/>
              </a:xfrm>
              <a:custGeom>
                <a:avLst/>
                <a:gdLst>
                  <a:gd name="connsiteX0" fmla="*/ 3422 w 6343"/>
                  <a:gd name="connsiteY0" fmla="*/ 6570 h 6345"/>
                  <a:gd name="connsiteX1" fmla="*/ 5664 w 6343"/>
                  <a:gd name="connsiteY1" fmla="*/ 5640 h 6345"/>
                  <a:gd name="connsiteX2" fmla="*/ 6593 w 6343"/>
                  <a:gd name="connsiteY2" fmla="*/ 3397 h 6345"/>
                  <a:gd name="connsiteX3" fmla="*/ 5664 w 6343"/>
                  <a:gd name="connsiteY3" fmla="*/ 1154 h 6345"/>
                  <a:gd name="connsiteX4" fmla="*/ 3422 w 6343"/>
                  <a:gd name="connsiteY4" fmla="*/ 224 h 6345"/>
                  <a:gd name="connsiteX5" fmla="*/ 1179 w 6343"/>
                  <a:gd name="connsiteY5" fmla="*/ 1154 h 6345"/>
                  <a:gd name="connsiteX6" fmla="*/ 250 w 6343"/>
                  <a:gd name="connsiteY6" fmla="*/ 3397 h 6345"/>
                  <a:gd name="connsiteX7" fmla="*/ 1179 w 6343"/>
                  <a:gd name="connsiteY7" fmla="*/ 5640 h 6345"/>
                  <a:gd name="connsiteX8" fmla="*/ 342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70"/>
                    </a:moveTo>
                    <a:cubicBezTo>
                      <a:pt x="4263" y="6570"/>
                      <a:pt x="5070" y="6235"/>
                      <a:pt x="5664" y="5640"/>
                    </a:cubicBezTo>
                    <a:cubicBezTo>
                      <a:pt x="6259" y="5046"/>
                      <a:pt x="6593" y="4238"/>
                      <a:pt x="6593" y="3397"/>
                    </a:cubicBezTo>
                    <a:cubicBezTo>
                      <a:pt x="6593" y="2556"/>
                      <a:pt x="6259" y="1749"/>
                      <a:pt x="5664" y="1154"/>
                    </a:cubicBezTo>
                    <a:cubicBezTo>
                      <a:pt x="5070" y="559"/>
                      <a:pt x="4263" y="224"/>
                      <a:pt x="3422" y="224"/>
                    </a:cubicBezTo>
                    <a:cubicBezTo>
                      <a:pt x="2581" y="224"/>
                      <a:pt x="1774" y="559"/>
                      <a:pt x="1179" y="1154"/>
                    </a:cubicBezTo>
                    <a:cubicBezTo>
                      <a:pt x="584" y="1749"/>
                      <a:pt x="250" y="2556"/>
                      <a:pt x="250" y="3397"/>
                    </a:cubicBezTo>
                    <a:cubicBezTo>
                      <a:pt x="250" y="4238"/>
                      <a:pt x="584" y="5046"/>
                      <a:pt x="1179" y="5640"/>
                    </a:cubicBezTo>
                    <a:cubicBezTo>
                      <a:pt x="1774" y="6235"/>
                      <a:pt x="2581" y="6570"/>
                      <a:pt x="342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2" name="Freeform: Shape 1311">
                <a:extLst>
                  <a:ext uri="{FF2B5EF4-FFF2-40B4-BE49-F238E27FC236}">
                    <a16:creationId xmlns:a16="http://schemas.microsoft.com/office/drawing/2014/main" id="{A6AFA24A-7180-B673-8EB2-1D5107A9D377}"/>
                  </a:ext>
                </a:extLst>
              </p:cNvPr>
              <p:cNvSpPr/>
              <p:nvPr/>
            </p:nvSpPr>
            <p:spPr>
              <a:xfrm>
                <a:off x="4020199" y="6323847"/>
                <a:ext cx="6343" cy="6345"/>
              </a:xfrm>
              <a:custGeom>
                <a:avLst/>
                <a:gdLst>
                  <a:gd name="connsiteX0" fmla="*/ 3421 w 6343"/>
                  <a:gd name="connsiteY0" fmla="*/ 6570 h 6345"/>
                  <a:gd name="connsiteX1" fmla="*/ 5664 w 6343"/>
                  <a:gd name="connsiteY1" fmla="*/ 5640 h 6345"/>
                  <a:gd name="connsiteX2" fmla="*/ 6593 w 6343"/>
                  <a:gd name="connsiteY2" fmla="*/ 3397 h 6345"/>
                  <a:gd name="connsiteX3" fmla="*/ 5664 w 6343"/>
                  <a:gd name="connsiteY3" fmla="*/ 1153 h 6345"/>
                  <a:gd name="connsiteX4" fmla="*/ 3421 w 6343"/>
                  <a:gd name="connsiteY4" fmla="*/ 224 h 6345"/>
                  <a:gd name="connsiteX5" fmla="*/ 1179 w 6343"/>
                  <a:gd name="connsiteY5" fmla="*/ 1153 h 6345"/>
                  <a:gd name="connsiteX6" fmla="*/ 250 w 6343"/>
                  <a:gd name="connsiteY6" fmla="*/ 3397 h 6345"/>
                  <a:gd name="connsiteX7" fmla="*/ 1179 w 6343"/>
                  <a:gd name="connsiteY7" fmla="*/ 5640 h 6345"/>
                  <a:gd name="connsiteX8" fmla="*/ 3421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70"/>
                    </a:moveTo>
                    <a:cubicBezTo>
                      <a:pt x="4262" y="6570"/>
                      <a:pt x="5069" y="6235"/>
                      <a:pt x="5664" y="5640"/>
                    </a:cubicBezTo>
                    <a:cubicBezTo>
                      <a:pt x="6259" y="5045"/>
                      <a:pt x="6593" y="4238"/>
                      <a:pt x="6593" y="3397"/>
                    </a:cubicBezTo>
                    <a:cubicBezTo>
                      <a:pt x="6593" y="2555"/>
                      <a:pt x="6259" y="1748"/>
                      <a:pt x="5664" y="1153"/>
                    </a:cubicBezTo>
                    <a:cubicBezTo>
                      <a:pt x="5069" y="558"/>
                      <a:pt x="4262" y="224"/>
                      <a:pt x="3421" y="224"/>
                    </a:cubicBezTo>
                    <a:cubicBezTo>
                      <a:pt x="2580" y="224"/>
                      <a:pt x="1773" y="558"/>
                      <a:pt x="1179" y="1153"/>
                    </a:cubicBezTo>
                    <a:cubicBezTo>
                      <a:pt x="584" y="1748"/>
                      <a:pt x="250" y="2555"/>
                      <a:pt x="250" y="3397"/>
                    </a:cubicBezTo>
                    <a:cubicBezTo>
                      <a:pt x="250" y="4238"/>
                      <a:pt x="584" y="5045"/>
                      <a:pt x="1179" y="5640"/>
                    </a:cubicBezTo>
                    <a:cubicBezTo>
                      <a:pt x="1773" y="6235"/>
                      <a:pt x="2580" y="6570"/>
                      <a:pt x="3421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3" name="Freeform: Shape 1312">
                <a:extLst>
                  <a:ext uri="{FF2B5EF4-FFF2-40B4-BE49-F238E27FC236}">
                    <a16:creationId xmlns:a16="http://schemas.microsoft.com/office/drawing/2014/main" id="{C5E320B9-6358-2356-8A93-75F88124098A}"/>
                  </a:ext>
                </a:extLst>
              </p:cNvPr>
              <p:cNvSpPr/>
              <p:nvPr/>
            </p:nvSpPr>
            <p:spPr>
              <a:xfrm>
                <a:off x="4015946" y="6322101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4 w 6343"/>
                  <a:gd name="connsiteY1" fmla="*/ 5640 h 6345"/>
                  <a:gd name="connsiteX2" fmla="*/ 6592 w 6343"/>
                  <a:gd name="connsiteY2" fmla="*/ 3397 h 6345"/>
                  <a:gd name="connsiteX3" fmla="*/ 5664 w 6343"/>
                  <a:gd name="connsiteY3" fmla="*/ 1153 h 6345"/>
                  <a:gd name="connsiteX4" fmla="*/ 3421 w 6343"/>
                  <a:gd name="connsiteY4" fmla="*/ 224 h 6345"/>
                  <a:gd name="connsiteX5" fmla="*/ 1178 w 6343"/>
                  <a:gd name="connsiteY5" fmla="*/ 1153 h 6345"/>
                  <a:gd name="connsiteX6" fmla="*/ 249 w 6343"/>
                  <a:gd name="connsiteY6" fmla="*/ 3397 h 6345"/>
                  <a:gd name="connsiteX7" fmla="*/ 1178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2" y="6569"/>
                      <a:pt x="5069" y="6235"/>
                      <a:pt x="5664" y="5640"/>
                    </a:cubicBezTo>
                    <a:cubicBezTo>
                      <a:pt x="6258" y="5045"/>
                      <a:pt x="6592" y="4238"/>
                      <a:pt x="6592" y="3397"/>
                    </a:cubicBezTo>
                    <a:cubicBezTo>
                      <a:pt x="6592" y="2555"/>
                      <a:pt x="6258" y="1748"/>
                      <a:pt x="5664" y="1153"/>
                    </a:cubicBezTo>
                    <a:cubicBezTo>
                      <a:pt x="5069" y="558"/>
                      <a:pt x="4262" y="224"/>
                      <a:pt x="3421" y="224"/>
                    </a:cubicBezTo>
                    <a:cubicBezTo>
                      <a:pt x="2580" y="224"/>
                      <a:pt x="1773" y="558"/>
                      <a:pt x="1178" y="1153"/>
                    </a:cubicBezTo>
                    <a:cubicBezTo>
                      <a:pt x="584" y="1748"/>
                      <a:pt x="249" y="2555"/>
                      <a:pt x="249" y="3397"/>
                    </a:cubicBezTo>
                    <a:cubicBezTo>
                      <a:pt x="249" y="4238"/>
                      <a:pt x="584" y="5045"/>
                      <a:pt x="1178" y="5640"/>
                    </a:cubicBezTo>
                    <a:cubicBezTo>
                      <a:pt x="1773" y="6235"/>
                      <a:pt x="2580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4" name="Freeform: Shape 1313">
                <a:extLst>
                  <a:ext uri="{FF2B5EF4-FFF2-40B4-BE49-F238E27FC236}">
                    <a16:creationId xmlns:a16="http://schemas.microsoft.com/office/drawing/2014/main" id="{6A0E4314-76BD-05E3-C7F4-C735F745EBFD}"/>
                  </a:ext>
                </a:extLst>
              </p:cNvPr>
              <p:cNvSpPr/>
              <p:nvPr/>
            </p:nvSpPr>
            <p:spPr>
              <a:xfrm>
                <a:off x="4011565" y="6319675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3 w 6343"/>
                  <a:gd name="connsiteY1" fmla="*/ 5640 h 6345"/>
                  <a:gd name="connsiteX2" fmla="*/ 6592 w 6343"/>
                  <a:gd name="connsiteY2" fmla="*/ 3397 h 6345"/>
                  <a:gd name="connsiteX3" fmla="*/ 5663 w 6343"/>
                  <a:gd name="connsiteY3" fmla="*/ 1153 h 6345"/>
                  <a:gd name="connsiteX4" fmla="*/ 3421 w 6343"/>
                  <a:gd name="connsiteY4" fmla="*/ 224 h 6345"/>
                  <a:gd name="connsiteX5" fmla="*/ 1178 w 6343"/>
                  <a:gd name="connsiteY5" fmla="*/ 1153 h 6345"/>
                  <a:gd name="connsiteX6" fmla="*/ 249 w 6343"/>
                  <a:gd name="connsiteY6" fmla="*/ 3397 h 6345"/>
                  <a:gd name="connsiteX7" fmla="*/ 1178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2" y="6569"/>
                      <a:pt x="5068" y="6235"/>
                      <a:pt x="5663" y="5640"/>
                    </a:cubicBezTo>
                    <a:cubicBezTo>
                      <a:pt x="6258" y="5045"/>
                      <a:pt x="6592" y="4238"/>
                      <a:pt x="6592" y="3397"/>
                    </a:cubicBezTo>
                    <a:cubicBezTo>
                      <a:pt x="6592" y="2555"/>
                      <a:pt x="6258" y="1748"/>
                      <a:pt x="5663" y="1153"/>
                    </a:cubicBezTo>
                    <a:cubicBezTo>
                      <a:pt x="5068" y="558"/>
                      <a:pt x="4262" y="224"/>
                      <a:pt x="3421" y="224"/>
                    </a:cubicBezTo>
                    <a:cubicBezTo>
                      <a:pt x="2579" y="224"/>
                      <a:pt x="1773" y="558"/>
                      <a:pt x="1178" y="1153"/>
                    </a:cubicBezTo>
                    <a:cubicBezTo>
                      <a:pt x="583" y="1748"/>
                      <a:pt x="249" y="2555"/>
                      <a:pt x="249" y="3397"/>
                    </a:cubicBezTo>
                    <a:cubicBezTo>
                      <a:pt x="249" y="4238"/>
                      <a:pt x="583" y="5045"/>
                      <a:pt x="1178" y="5640"/>
                    </a:cubicBezTo>
                    <a:cubicBezTo>
                      <a:pt x="1773" y="6235"/>
                      <a:pt x="2579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5" name="Freeform: Shape 1314">
                <a:extLst>
                  <a:ext uri="{FF2B5EF4-FFF2-40B4-BE49-F238E27FC236}">
                    <a16:creationId xmlns:a16="http://schemas.microsoft.com/office/drawing/2014/main" id="{035A790F-3399-3703-293F-D0B43E828377}"/>
                  </a:ext>
                </a:extLst>
              </p:cNvPr>
              <p:cNvSpPr/>
              <p:nvPr/>
            </p:nvSpPr>
            <p:spPr>
              <a:xfrm>
                <a:off x="4007648" y="6319075"/>
                <a:ext cx="6343" cy="6345"/>
              </a:xfrm>
              <a:custGeom>
                <a:avLst/>
                <a:gdLst>
                  <a:gd name="connsiteX0" fmla="*/ 3420 w 6343"/>
                  <a:gd name="connsiteY0" fmla="*/ 6569 h 6345"/>
                  <a:gd name="connsiteX1" fmla="*/ 5663 w 6343"/>
                  <a:gd name="connsiteY1" fmla="*/ 5640 h 6345"/>
                  <a:gd name="connsiteX2" fmla="*/ 6592 w 6343"/>
                  <a:gd name="connsiteY2" fmla="*/ 3396 h 6345"/>
                  <a:gd name="connsiteX3" fmla="*/ 5663 w 6343"/>
                  <a:gd name="connsiteY3" fmla="*/ 1153 h 6345"/>
                  <a:gd name="connsiteX4" fmla="*/ 3420 w 6343"/>
                  <a:gd name="connsiteY4" fmla="*/ 224 h 6345"/>
                  <a:gd name="connsiteX5" fmla="*/ 1178 w 6343"/>
                  <a:gd name="connsiteY5" fmla="*/ 1153 h 6345"/>
                  <a:gd name="connsiteX6" fmla="*/ 249 w 6343"/>
                  <a:gd name="connsiteY6" fmla="*/ 3396 h 6345"/>
                  <a:gd name="connsiteX7" fmla="*/ 1178 w 6343"/>
                  <a:gd name="connsiteY7" fmla="*/ 5640 h 6345"/>
                  <a:gd name="connsiteX8" fmla="*/ 342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9"/>
                    </a:moveTo>
                    <a:cubicBezTo>
                      <a:pt x="4261" y="6569"/>
                      <a:pt x="5068" y="6235"/>
                      <a:pt x="5663" y="5640"/>
                    </a:cubicBezTo>
                    <a:cubicBezTo>
                      <a:pt x="6258" y="5045"/>
                      <a:pt x="6592" y="4238"/>
                      <a:pt x="6592" y="3396"/>
                    </a:cubicBezTo>
                    <a:cubicBezTo>
                      <a:pt x="6592" y="2555"/>
                      <a:pt x="6258" y="1748"/>
                      <a:pt x="5663" y="1153"/>
                    </a:cubicBezTo>
                    <a:cubicBezTo>
                      <a:pt x="5068" y="558"/>
                      <a:pt x="4261" y="224"/>
                      <a:pt x="3420" y="224"/>
                    </a:cubicBezTo>
                    <a:cubicBezTo>
                      <a:pt x="2579" y="224"/>
                      <a:pt x="1772" y="558"/>
                      <a:pt x="1178" y="1153"/>
                    </a:cubicBezTo>
                    <a:cubicBezTo>
                      <a:pt x="583" y="1748"/>
                      <a:pt x="249" y="2555"/>
                      <a:pt x="249" y="3396"/>
                    </a:cubicBezTo>
                    <a:cubicBezTo>
                      <a:pt x="249" y="4238"/>
                      <a:pt x="583" y="5045"/>
                      <a:pt x="1178" y="5640"/>
                    </a:cubicBezTo>
                    <a:cubicBezTo>
                      <a:pt x="1772" y="6235"/>
                      <a:pt x="2579" y="6569"/>
                      <a:pt x="342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6" name="Freeform: Shape 1315">
                <a:extLst>
                  <a:ext uri="{FF2B5EF4-FFF2-40B4-BE49-F238E27FC236}">
                    <a16:creationId xmlns:a16="http://schemas.microsoft.com/office/drawing/2014/main" id="{07354F1A-AEA4-A1BE-CF93-E9707FC2D9C5}"/>
                  </a:ext>
                </a:extLst>
              </p:cNvPr>
              <p:cNvSpPr/>
              <p:nvPr/>
            </p:nvSpPr>
            <p:spPr>
              <a:xfrm>
                <a:off x="4092080" y="6712652"/>
                <a:ext cx="6343" cy="6345"/>
              </a:xfrm>
              <a:custGeom>
                <a:avLst/>
                <a:gdLst>
                  <a:gd name="connsiteX0" fmla="*/ 3427 w 6343"/>
                  <a:gd name="connsiteY0" fmla="*/ 6600 h 6345"/>
                  <a:gd name="connsiteX1" fmla="*/ 5670 w 6343"/>
                  <a:gd name="connsiteY1" fmla="*/ 5671 h 6345"/>
                  <a:gd name="connsiteX2" fmla="*/ 6599 w 6343"/>
                  <a:gd name="connsiteY2" fmla="*/ 3427 h 6345"/>
                  <a:gd name="connsiteX3" fmla="*/ 5670 w 6343"/>
                  <a:gd name="connsiteY3" fmla="*/ 1184 h 6345"/>
                  <a:gd name="connsiteX4" fmla="*/ 3427 w 6343"/>
                  <a:gd name="connsiteY4" fmla="*/ 255 h 6345"/>
                  <a:gd name="connsiteX5" fmla="*/ 1184 w 6343"/>
                  <a:gd name="connsiteY5" fmla="*/ 1184 h 6345"/>
                  <a:gd name="connsiteX6" fmla="*/ 255 w 6343"/>
                  <a:gd name="connsiteY6" fmla="*/ 3427 h 6345"/>
                  <a:gd name="connsiteX7" fmla="*/ 1184 w 6343"/>
                  <a:gd name="connsiteY7" fmla="*/ 5671 h 6345"/>
                  <a:gd name="connsiteX8" fmla="*/ 3427 w 6343"/>
                  <a:gd name="connsiteY8" fmla="*/ 660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600"/>
                    </a:moveTo>
                    <a:cubicBezTo>
                      <a:pt x="4268" y="6600"/>
                      <a:pt x="5075" y="6266"/>
                      <a:pt x="5670" y="5671"/>
                    </a:cubicBezTo>
                    <a:cubicBezTo>
                      <a:pt x="6264" y="5076"/>
                      <a:pt x="6599" y="4269"/>
                      <a:pt x="6599" y="3427"/>
                    </a:cubicBezTo>
                    <a:cubicBezTo>
                      <a:pt x="6599" y="2586"/>
                      <a:pt x="6264" y="1779"/>
                      <a:pt x="5670" y="1184"/>
                    </a:cubicBezTo>
                    <a:cubicBezTo>
                      <a:pt x="5075" y="589"/>
                      <a:pt x="4268" y="255"/>
                      <a:pt x="3427" y="255"/>
                    </a:cubicBezTo>
                    <a:cubicBezTo>
                      <a:pt x="2586" y="255"/>
                      <a:pt x="1779" y="589"/>
                      <a:pt x="1184" y="1184"/>
                    </a:cubicBezTo>
                    <a:cubicBezTo>
                      <a:pt x="590" y="1779"/>
                      <a:pt x="255" y="2586"/>
                      <a:pt x="255" y="3427"/>
                    </a:cubicBezTo>
                    <a:cubicBezTo>
                      <a:pt x="255" y="4269"/>
                      <a:pt x="590" y="5076"/>
                      <a:pt x="1184" y="5671"/>
                    </a:cubicBezTo>
                    <a:cubicBezTo>
                      <a:pt x="1779" y="6266"/>
                      <a:pt x="2586" y="6600"/>
                      <a:pt x="3427" y="66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7" name="Freeform: Shape 1316">
                <a:extLst>
                  <a:ext uri="{FF2B5EF4-FFF2-40B4-BE49-F238E27FC236}">
                    <a16:creationId xmlns:a16="http://schemas.microsoft.com/office/drawing/2014/main" id="{00E0CC7B-EF7E-E422-6306-B7D18E7A830A}"/>
                  </a:ext>
                </a:extLst>
              </p:cNvPr>
              <p:cNvSpPr/>
              <p:nvPr/>
            </p:nvSpPr>
            <p:spPr>
              <a:xfrm>
                <a:off x="4086215" y="6714584"/>
                <a:ext cx="6343" cy="6345"/>
              </a:xfrm>
              <a:custGeom>
                <a:avLst/>
                <a:gdLst>
                  <a:gd name="connsiteX0" fmla="*/ 3426 w 6343"/>
                  <a:gd name="connsiteY0" fmla="*/ 6600 h 6345"/>
                  <a:gd name="connsiteX1" fmla="*/ 5669 w 6343"/>
                  <a:gd name="connsiteY1" fmla="*/ 5671 h 6345"/>
                  <a:gd name="connsiteX2" fmla="*/ 6598 w 6343"/>
                  <a:gd name="connsiteY2" fmla="*/ 3428 h 6345"/>
                  <a:gd name="connsiteX3" fmla="*/ 5669 w 6343"/>
                  <a:gd name="connsiteY3" fmla="*/ 1184 h 6345"/>
                  <a:gd name="connsiteX4" fmla="*/ 3426 w 6343"/>
                  <a:gd name="connsiteY4" fmla="*/ 255 h 6345"/>
                  <a:gd name="connsiteX5" fmla="*/ 1184 w 6343"/>
                  <a:gd name="connsiteY5" fmla="*/ 1184 h 6345"/>
                  <a:gd name="connsiteX6" fmla="*/ 255 w 6343"/>
                  <a:gd name="connsiteY6" fmla="*/ 3428 h 6345"/>
                  <a:gd name="connsiteX7" fmla="*/ 1184 w 6343"/>
                  <a:gd name="connsiteY7" fmla="*/ 5671 h 6345"/>
                  <a:gd name="connsiteX8" fmla="*/ 3426 w 6343"/>
                  <a:gd name="connsiteY8" fmla="*/ 660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600"/>
                    </a:moveTo>
                    <a:cubicBezTo>
                      <a:pt x="4268" y="6600"/>
                      <a:pt x="5074" y="6266"/>
                      <a:pt x="5669" y="5671"/>
                    </a:cubicBezTo>
                    <a:cubicBezTo>
                      <a:pt x="6264" y="5076"/>
                      <a:pt x="6598" y="4269"/>
                      <a:pt x="6598" y="3428"/>
                    </a:cubicBezTo>
                    <a:cubicBezTo>
                      <a:pt x="6598" y="2586"/>
                      <a:pt x="6264" y="1779"/>
                      <a:pt x="5669" y="1184"/>
                    </a:cubicBezTo>
                    <a:cubicBezTo>
                      <a:pt x="5074" y="589"/>
                      <a:pt x="4268" y="255"/>
                      <a:pt x="3426" y="255"/>
                    </a:cubicBezTo>
                    <a:cubicBezTo>
                      <a:pt x="2585" y="255"/>
                      <a:pt x="1779" y="589"/>
                      <a:pt x="1184" y="1184"/>
                    </a:cubicBezTo>
                    <a:cubicBezTo>
                      <a:pt x="589" y="1779"/>
                      <a:pt x="255" y="2586"/>
                      <a:pt x="255" y="3428"/>
                    </a:cubicBezTo>
                    <a:cubicBezTo>
                      <a:pt x="255" y="4269"/>
                      <a:pt x="589" y="5076"/>
                      <a:pt x="1184" y="5671"/>
                    </a:cubicBezTo>
                    <a:cubicBezTo>
                      <a:pt x="1779" y="6266"/>
                      <a:pt x="2585" y="6600"/>
                      <a:pt x="3426" y="66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8" name="Freeform: Shape 1317">
                <a:extLst>
                  <a:ext uri="{FF2B5EF4-FFF2-40B4-BE49-F238E27FC236}">
                    <a16:creationId xmlns:a16="http://schemas.microsoft.com/office/drawing/2014/main" id="{420110BF-276D-EDFD-DDF0-8A05BB260A7D}"/>
                  </a:ext>
                </a:extLst>
              </p:cNvPr>
              <p:cNvSpPr/>
              <p:nvPr/>
            </p:nvSpPr>
            <p:spPr>
              <a:xfrm>
                <a:off x="4080097" y="6715361"/>
                <a:ext cx="6343" cy="6345"/>
              </a:xfrm>
              <a:custGeom>
                <a:avLst/>
                <a:gdLst>
                  <a:gd name="connsiteX0" fmla="*/ 3426 w 6343"/>
                  <a:gd name="connsiteY0" fmla="*/ 6600 h 6345"/>
                  <a:gd name="connsiteX1" fmla="*/ 5669 w 6343"/>
                  <a:gd name="connsiteY1" fmla="*/ 5671 h 6345"/>
                  <a:gd name="connsiteX2" fmla="*/ 6598 w 6343"/>
                  <a:gd name="connsiteY2" fmla="*/ 3428 h 6345"/>
                  <a:gd name="connsiteX3" fmla="*/ 5669 w 6343"/>
                  <a:gd name="connsiteY3" fmla="*/ 1184 h 6345"/>
                  <a:gd name="connsiteX4" fmla="*/ 3426 w 6343"/>
                  <a:gd name="connsiteY4" fmla="*/ 255 h 6345"/>
                  <a:gd name="connsiteX5" fmla="*/ 1183 w 6343"/>
                  <a:gd name="connsiteY5" fmla="*/ 1184 h 6345"/>
                  <a:gd name="connsiteX6" fmla="*/ 254 w 6343"/>
                  <a:gd name="connsiteY6" fmla="*/ 3428 h 6345"/>
                  <a:gd name="connsiteX7" fmla="*/ 1183 w 6343"/>
                  <a:gd name="connsiteY7" fmla="*/ 5671 h 6345"/>
                  <a:gd name="connsiteX8" fmla="*/ 3426 w 6343"/>
                  <a:gd name="connsiteY8" fmla="*/ 660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600"/>
                    </a:moveTo>
                    <a:cubicBezTo>
                      <a:pt x="4267" y="6600"/>
                      <a:pt x="5074" y="6266"/>
                      <a:pt x="5669" y="5671"/>
                    </a:cubicBezTo>
                    <a:cubicBezTo>
                      <a:pt x="6263" y="5076"/>
                      <a:pt x="6598" y="4269"/>
                      <a:pt x="6598" y="3428"/>
                    </a:cubicBezTo>
                    <a:cubicBezTo>
                      <a:pt x="6598" y="2586"/>
                      <a:pt x="6263" y="1779"/>
                      <a:pt x="5669" y="1184"/>
                    </a:cubicBezTo>
                    <a:cubicBezTo>
                      <a:pt x="5074" y="589"/>
                      <a:pt x="4267" y="255"/>
                      <a:pt x="3426" y="255"/>
                    </a:cubicBezTo>
                    <a:cubicBezTo>
                      <a:pt x="2585" y="255"/>
                      <a:pt x="1778" y="589"/>
                      <a:pt x="1183" y="1184"/>
                    </a:cubicBezTo>
                    <a:cubicBezTo>
                      <a:pt x="589" y="1779"/>
                      <a:pt x="254" y="2586"/>
                      <a:pt x="254" y="3428"/>
                    </a:cubicBezTo>
                    <a:cubicBezTo>
                      <a:pt x="254" y="4269"/>
                      <a:pt x="589" y="5076"/>
                      <a:pt x="1183" y="5671"/>
                    </a:cubicBezTo>
                    <a:cubicBezTo>
                      <a:pt x="1778" y="6266"/>
                      <a:pt x="2585" y="6600"/>
                      <a:pt x="3426" y="66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9" name="Freeform: Shape 1318">
                <a:extLst>
                  <a:ext uri="{FF2B5EF4-FFF2-40B4-BE49-F238E27FC236}">
                    <a16:creationId xmlns:a16="http://schemas.microsoft.com/office/drawing/2014/main" id="{2CA448F8-0BBD-96F7-283C-B73581D53034}"/>
                  </a:ext>
                </a:extLst>
              </p:cNvPr>
              <p:cNvSpPr/>
              <p:nvPr/>
            </p:nvSpPr>
            <p:spPr>
              <a:xfrm>
                <a:off x="4068258" y="6718810"/>
                <a:ext cx="6343" cy="6345"/>
              </a:xfrm>
              <a:custGeom>
                <a:avLst/>
                <a:gdLst>
                  <a:gd name="connsiteX0" fmla="*/ 3425 w 6343"/>
                  <a:gd name="connsiteY0" fmla="*/ 6601 h 6345"/>
                  <a:gd name="connsiteX1" fmla="*/ 5668 w 6343"/>
                  <a:gd name="connsiteY1" fmla="*/ 5671 h 6345"/>
                  <a:gd name="connsiteX2" fmla="*/ 6597 w 6343"/>
                  <a:gd name="connsiteY2" fmla="*/ 3428 h 6345"/>
                  <a:gd name="connsiteX3" fmla="*/ 5668 w 6343"/>
                  <a:gd name="connsiteY3" fmla="*/ 1185 h 6345"/>
                  <a:gd name="connsiteX4" fmla="*/ 3425 w 6343"/>
                  <a:gd name="connsiteY4" fmla="*/ 255 h 6345"/>
                  <a:gd name="connsiteX5" fmla="*/ 1182 w 6343"/>
                  <a:gd name="connsiteY5" fmla="*/ 1185 h 6345"/>
                  <a:gd name="connsiteX6" fmla="*/ 254 w 6343"/>
                  <a:gd name="connsiteY6" fmla="*/ 3428 h 6345"/>
                  <a:gd name="connsiteX7" fmla="*/ 1182 w 6343"/>
                  <a:gd name="connsiteY7" fmla="*/ 5671 h 6345"/>
                  <a:gd name="connsiteX8" fmla="*/ 3425 w 6343"/>
                  <a:gd name="connsiteY8" fmla="*/ 66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601"/>
                    </a:moveTo>
                    <a:cubicBezTo>
                      <a:pt x="4266" y="6601"/>
                      <a:pt x="5073" y="6266"/>
                      <a:pt x="5668" y="5671"/>
                    </a:cubicBezTo>
                    <a:cubicBezTo>
                      <a:pt x="6262" y="5076"/>
                      <a:pt x="6597" y="4269"/>
                      <a:pt x="6597" y="3428"/>
                    </a:cubicBezTo>
                    <a:cubicBezTo>
                      <a:pt x="6597" y="2587"/>
                      <a:pt x="6262" y="1779"/>
                      <a:pt x="5668" y="1185"/>
                    </a:cubicBezTo>
                    <a:cubicBezTo>
                      <a:pt x="5073" y="590"/>
                      <a:pt x="4266" y="255"/>
                      <a:pt x="3425" y="255"/>
                    </a:cubicBezTo>
                    <a:cubicBezTo>
                      <a:pt x="2584" y="255"/>
                      <a:pt x="1777" y="590"/>
                      <a:pt x="1182" y="1185"/>
                    </a:cubicBezTo>
                    <a:cubicBezTo>
                      <a:pt x="588" y="1779"/>
                      <a:pt x="254" y="2587"/>
                      <a:pt x="254" y="3428"/>
                    </a:cubicBezTo>
                    <a:cubicBezTo>
                      <a:pt x="254" y="4269"/>
                      <a:pt x="588" y="5076"/>
                      <a:pt x="1182" y="5671"/>
                    </a:cubicBezTo>
                    <a:cubicBezTo>
                      <a:pt x="1777" y="6266"/>
                      <a:pt x="2584" y="6601"/>
                      <a:pt x="3425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0" name="Freeform: Shape 1319">
                <a:extLst>
                  <a:ext uri="{FF2B5EF4-FFF2-40B4-BE49-F238E27FC236}">
                    <a16:creationId xmlns:a16="http://schemas.microsoft.com/office/drawing/2014/main" id="{CC2E9303-D69D-91A0-CF01-04E3E6EDF63D}"/>
                  </a:ext>
                </a:extLst>
              </p:cNvPr>
              <p:cNvSpPr/>
              <p:nvPr/>
            </p:nvSpPr>
            <p:spPr>
              <a:xfrm>
                <a:off x="4062286" y="6720317"/>
                <a:ext cx="6343" cy="6345"/>
              </a:xfrm>
              <a:custGeom>
                <a:avLst/>
                <a:gdLst>
                  <a:gd name="connsiteX0" fmla="*/ 3425 w 6343"/>
                  <a:gd name="connsiteY0" fmla="*/ 6601 h 6345"/>
                  <a:gd name="connsiteX1" fmla="*/ 5667 w 6343"/>
                  <a:gd name="connsiteY1" fmla="*/ 5672 h 6345"/>
                  <a:gd name="connsiteX2" fmla="*/ 6596 w 6343"/>
                  <a:gd name="connsiteY2" fmla="*/ 3428 h 6345"/>
                  <a:gd name="connsiteX3" fmla="*/ 5667 w 6343"/>
                  <a:gd name="connsiteY3" fmla="*/ 1185 h 6345"/>
                  <a:gd name="connsiteX4" fmla="*/ 3425 w 6343"/>
                  <a:gd name="connsiteY4" fmla="*/ 255 h 6345"/>
                  <a:gd name="connsiteX5" fmla="*/ 1182 w 6343"/>
                  <a:gd name="connsiteY5" fmla="*/ 1185 h 6345"/>
                  <a:gd name="connsiteX6" fmla="*/ 253 w 6343"/>
                  <a:gd name="connsiteY6" fmla="*/ 3428 h 6345"/>
                  <a:gd name="connsiteX7" fmla="*/ 1182 w 6343"/>
                  <a:gd name="connsiteY7" fmla="*/ 5672 h 6345"/>
                  <a:gd name="connsiteX8" fmla="*/ 3425 w 6343"/>
                  <a:gd name="connsiteY8" fmla="*/ 66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601"/>
                    </a:moveTo>
                    <a:cubicBezTo>
                      <a:pt x="4266" y="6601"/>
                      <a:pt x="5072" y="6266"/>
                      <a:pt x="5667" y="5672"/>
                    </a:cubicBezTo>
                    <a:cubicBezTo>
                      <a:pt x="6262" y="5077"/>
                      <a:pt x="6596" y="4269"/>
                      <a:pt x="6596" y="3428"/>
                    </a:cubicBezTo>
                    <a:cubicBezTo>
                      <a:pt x="6596" y="2587"/>
                      <a:pt x="6262" y="1780"/>
                      <a:pt x="5667" y="1185"/>
                    </a:cubicBezTo>
                    <a:cubicBezTo>
                      <a:pt x="5072" y="590"/>
                      <a:pt x="4266" y="255"/>
                      <a:pt x="3425" y="255"/>
                    </a:cubicBezTo>
                    <a:cubicBezTo>
                      <a:pt x="2583" y="255"/>
                      <a:pt x="1777" y="590"/>
                      <a:pt x="1182" y="1185"/>
                    </a:cubicBezTo>
                    <a:cubicBezTo>
                      <a:pt x="587" y="1780"/>
                      <a:pt x="253" y="2587"/>
                      <a:pt x="253" y="3428"/>
                    </a:cubicBezTo>
                    <a:cubicBezTo>
                      <a:pt x="253" y="4269"/>
                      <a:pt x="587" y="5077"/>
                      <a:pt x="1182" y="5672"/>
                    </a:cubicBezTo>
                    <a:cubicBezTo>
                      <a:pt x="1777" y="6266"/>
                      <a:pt x="2583" y="6601"/>
                      <a:pt x="3425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1" name="Freeform: Shape 1320">
                <a:extLst>
                  <a:ext uri="{FF2B5EF4-FFF2-40B4-BE49-F238E27FC236}">
                    <a16:creationId xmlns:a16="http://schemas.microsoft.com/office/drawing/2014/main" id="{12927215-0CDE-A565-B650-EEFA6E84ECB1}"/>
                  </a:ext>
                </a:extLst>
              </p:cNvPr>
              <p:cNvSpPr/>
              <p:nvPr/>
            </p:nvSpPr>
            <p:spPr>
              <a:xfrm>
                <a:off x="4036527" y="6615311"/>
                <a:ext cx="6343" cy="6345"/>
              </a:xfrm>
              <a:custGeom>
                <a:avLst/>
                <a:gdLst>
                  <a:gd name="connsiteX0" fmla="*/ 3423 w 6343"/>
                  <a:gd name="connsiteY0" fmla="*/ 6593 h 6345"/>
                  <a:gd name="connsiteX1" fmla="*/ 5665 w 6343"/>
                  <a:gd name="connsiteY1" fmla="*/ 5663 h 6345"/>
                  <a:gd name="connsiteX2" fmla="*/ 6594 w 6343"/>
                  <a:gd name="connsiteY2" fmla="*/ 3420 h 6345"/>
                  <a:gd name="connsiteX3" fmla="*/ 5665 w 6343"/>
                  <a:gd name="connsiteY3" fmla="*/ 1176 h 6345"/>
                  <a:gd name="connsiteX4" fmla="*/ 3423 w 6343"/>
                  <a:gd name="connsiteY4" fmla="*/ 247 h 6345"/>
                  <a:gd name="connsiteX5" fmla="*/ 1180 w 6343"/>
                  <a:gd name="connsiteY5" fmla="*/ 1176 h 6345"/>
                  <a:gd name="connsiteX6" fmla="*/ 251 w 6343"/>
                  <a:gd name="connsiteY6" fmla="*/ 3420 h 6345"/>
                  <a:gd name="connsiteX7" fmla="*/ 1180 w 6343"/>
                  <a:gd name="connsiteY7" fmla="*/ 5663 h 6345"/>
                  <a:gd name="connsiteX8" fmla="*/ 3423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93"/>
                    </a:moveTo>
                    <a:cubicBezTo>
                      <a:pt x="4264" y="6593"/>
                      <a:pt x="5070" y="6258"/>
                      <a:pt x="5665" y="5663"/>
                    </a:cubicBezTo>
                    <a:cubicBezTo>
                      <a:pt x="6260" y="5068"/>
                      <a:pt x="6594" y="4261"/>
                      <a:pt x="6594" y="3420"/>
                    </a:cubicBezTo>
                    <a:cubicBezTo>
                      <a:pt x="6594" y="2578"/>
                      <a:pt x="6260" y="1771"/>
                      <a:pt x="5665" y="1176"/>
                    </a:cubicBezTo>
                    <a:cubicBezTo>
                      <a:pt x="5070" y="581"/>
                      <a:pt x="4264" y="247"/>
                      <a:pt x="3423" y="247"/>
                    </a:cubicBezTo>
                    <a:cubicBezTo>
                      <a:pt x="2581" y="247"/>
                      <a:pt x="1775" y="581"/>
                      <a:pt x="1180" y="1176"/>
                    </a:cubicBezTo>
                    <a:cubicBezTo>
                      <a:pt x="585" y="1771"/>
                      <a:pt x="251" y="2578"/>
                      <a:pt x="251" y="3420"/>
                    </a:cubicBezTo>
                    <a:cubicBezTo>
                      <a:pt x="251" y="4261"/>
                      <a:pt x="585" y="5068"/>
                      <a:pt x="1180" y="5663"/>
                    </a:cubicBezTo>
                    <a:cubicBezTo>
                      <a:pt x="1775" y="6258"/>
                      <a:pt x="2581" y="6593"/>
                      <a:pt x="3423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2" name="Freeform: Shape 1321">
                <a:extLst>
                  <a:ext uri="{FF2B5EF4-FFF2-40B4-BE49-F238E27FC236}">
                    <a16:creationId xmlns:a16="http://schemas.microsoft.com/office/drawing/2014/main" id="{FB4A448E-BD73-EFBE-8A08-F598322C39F2}"/>
                  </a:ext>
                </a:extLst>
              </p:cNvPr>
              <p:cNvSpPr/>
              <p:nvPr/>
            </p:nvSpPr>
            <p:spPr>
              <a:xfrm>
                <a:off x="4031036" y="6615782"/>
                <a:ext cx="6343" cy="6345"/>
              </a:xfrm>
              <a:custGeom>
                <a:avLst/>
                <a:gdLst>
                  <a:gd name="connsiteX0" fmla="*/ 3422 w 6343"/>
                  <a:gd name="connsiteY0" fmla="*/ 6593 h 6345"/>
                  <a:gd name="connsiteX1" fmla="*/ 5665 w 6343"/>
                  <a:gd name="connsiteY1" fmla="*/ 5663 h 6345"/>
                  <a:gd name="connsiteX2" fmla="*/ 6594 w 6343"/>
                  <a:gd name="connsiteY2" fmla="*/ 3420 h 6345"/>
                  <a:gd name="connsiteX3" fmla="*/ 5665 w 6343"/>
                  <a:gd name="connsiteY3" fmla="*/ 1176 h 6345"/>
                  <a:gd name="connsiteX4" fmla="*/ 3422 w 6343"/>
                  <a:gd name="connsiteY4" fmla="*/ 247 h 6345"/>
                  <a:gd name="connsiteX5" fmla="*/ 1179 w 6343"/>
                  <a:gd name="connsiteY5" fmla="*/ 1176 h 6345"/>
                  <a:gd name="connsiteX6" fmla="*/ 251 w 6343"/>
                  <a:gd name="connsiteY6" fmla="*/ 3420 h 6345"/>
                  <a:gd name="connsiteX7" fmla="*/ 1179 w 6343"/>
                  <a:gd name="connsiteY7" fmla="*/ 5663 h 6345"/>
                  <a:gd name="connsiteX8" fmla="*/ 3422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93"/>
                    </a:moveTo>
                    <a:cubicBezTo>
                      <a:pt x="4263" y="6593"/>
                      <a:pt x="5070" y="6258"/>
                      <a:pt x="5665" y="5663"/>
                    </a:cubicBezTo>
                    <a:cubicBezTo>
                      <a:pt x="6260" y="5068"/>
                      <a:pt x="6594" y="4261"/>
                      <a:pt x="6594" y="3420"/>
                    </a:cubicBezTo>
                    <a:cubicBezTo>
                      <a:pt x="6594" y="2578"/>
                      <a:pt x="6260" y="1771"/>
                      <a:pt x="5665" y="1176"/>
                    </a:cubicBezTo>
                    <a:cubicBezTo>
                      <a:pt x="5070" y="581"/>
                      <a:pt x="4263" y="247"/>
                      <a:pt x="3422" y="247"/>
                    </a:cubicBezTo>
                    <a:cubicBezTo>
                      <a:pt x="2581" y="247"/>
                      <a:pt x="1774" y="581"/>
                      <a:pt x="1179" y="1176"/>
                    </a:cubicBezTo>
                    <a:cubicBezTo>
                      <a:pt x="585" y="1771"/>
                      <a:pt x="251" y="2578"/>
                      <a:pt x="251" y="3420"/>
                    </a:cubicBezTo>
                    <a:cubicBezTo>
                      <a:pt x="251" y="4261"/>
                      <a:pt x="585" y="5068"/>
                      <a:pt x="1179" y="5663"/>
                    </a:cubicBezTo>
                    <a:cubicBezTo>
                      <a:pt x="1774" y="6258"/>
                      <a:pt x="2581" y="6593"/>
                      <a:pt x="3422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3" name="Freeform: Shape 1322">
                <a:extLst>
                  <a:ext uri="{FF2B5EF4-FFF2-40B4-BE49-F238E27FC236}">
                    <a16:creationId xmlns:a16="http://schemas.microsoft.com/office/drawing/2014/main" id="{04A8D1DC-4DD5-390C-9837-F2F146A611B2}"/>
                  </a:ext>
                </a:extLst>
              </p:cNvPr>
              <p:cNvSpPr/>
              <p:nvPr/>
            </p:nvSpPr>
            <p:spPr>
              <a:xfrm>
                <a:off x="4025732" y="6617298"/>
                <a:ext cx="6343" cy="6345"/>
              </a:xfrm>
              <a:custGeom>
                <a:avLst/>
                <a:gdLst>
                  <a:gd name="connsiteX0" fmla="*/ 3422 w 6343"/>
                  <a:gd name="connsiteY0" fmla="*/ 6593 h 6345"/>
                  <a:gd name="connsiteX1" fmla="*/ 5664 w 6343"/>
                  <a:gd name="connsiteY1" fmla="*/ 5663 h 6345"/>
                  <a:gd name="connsiteX2" fmla="*/ 6593 w 6343"/>
                  <a:gd name="connsiteY2" fmla="*/ 3420 h 6345"/>
                  <a:gd name="connsiteX3" fmla="*/ 5664 w 6343"/>
                  <a:gd name="connsiteY3" fmla="*/ 1177 h 6345"/>
                  <a:gd name="connsiteX4" fmla="*/ 3422 w 6343"/>
                  <a:gd name="connsiteY4" fmla="*/ 247 h 6345"/>
                  <a:gd name="connsiteX5" fmla="*/ 1179 w 6343"/>
                  <a:gd name="connsiteY5" fmla="*/ 1177 h 6345"/>
                  <a:gd name="connsiteX6" fmla="*/ 250 w 6343"/>
                  <a:gd name="connsiteY6" fmla="*/ 3420 h 6345"/>
                  <a:gd name="connsiteX7" fmla="*/ 1179 w 6343"/>
                  <a:gd name="connsiteY7" fmla="*/ 5663 h 6345"/>
                  <a:gd name="connsiteX8" fmla="*/ 3422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93"/>
                    </a:moveTo>
                    <a:cubicBezTo>
                      <a:pt x="4263" y="6593"/>
                      <a:pt x="5070" y="6258"/>
                      <a:pt x="5664" y="5663"/>
                    </a:cubicBezTo>
                    <a:cubicBezTo>
                      <a:pt x="6259" y="5068"/>
                      <a:pt x="6593" y="4261"/>
                      <a:pt x="6593" y="3420"/>
                    </a:cubicBezTo>
                    <a:cubicBezTo>
                      <a:pt x="6593" y="2579"/>
                      <a:pt x="6259" y="1771"/>
                      <a:pt x="5664" y="1177"/>
                    </a:cubicBezTo>
                    <a:cubicBezTo>
                      <a:pt x="5070" y="582"/>
                      <a:pt x="4263" y="247"/>
                      <a:pt x="3422" y="247"/>
                    </a:cubicBezTo>
                    <a:cubicBezTo>
                      <a:pt x="2581" y="247"/>
                      <a:pt x="1774" y="582"/>
                      <a:pt x="1179" y="1177"/>
                    </a:cubicBezTo>
                    <a:cubicBezTo>
                      <a:pt x="584" y="1771"/>
                      <a:pt x="250" y="2579"/>
                      <a:pt x="250" y="3420"/>
                    </a:cubicBezTo>
                    <a:cubicBezTo>
                      <a:pt x="250" y="4261"/>
                      <a:pt x="584" y="5068"/>
                      <a:pt x="1179" y="5663"/>
                    </a:cubicBezTo>
                    <a:cubicBezTo>
                      <a:pt x="1774" y="6258"/>
                      <a:pt x="2581" y="6593"/>
                      <a:pt x="3422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4" name="Freeform: Shape 1323">
                <a:extLst>
                  <a:ext uri="{FF2B5EF4-FFF2-40B4-BE49-F238E27FC236}">
                    <a16:creationId xmlns:a16="http://schemas.microsoft.com/office/drawing/2014/main" id="{F864791E-86B0-71DB-A36E-D513175C0694}"/>
                  </a:ext>
                </a:extLst>
              </p:cNvPr>
              <p:cNvSpPr/>
              <p:nvPr/>
            </p:nvSpPr>
            <p:spPr>
              <a:xfrm>
                <a:off x="4020007" y="6616339"/>
                <a:ext cx="6343" cy="6345"/>
              </a:xfrm>
              <a:custGeom>
                <a:avLst/>
                <a:gdLst>
                  <a:gd name="connsiteX0" fmla="*/ 3421 w 6343"/>
                  <a:gd name="connsiteY0" fmla="*/ 6593 h 6345"/>
                  <a:gd name="connsiteX1" fmla="*/ 5664 w 6343"/>
                  <a:gd name="connsiteY1" fmla="*/ 5663 h 6345"/>
                  <a:gd name="connsiteX2" fmla="*/ 6593 w 6343"/>
                  <a:gd name="connsiteY2" fmla="*/ 3420 h 6345"/>
                  <a:gd name="connsiteX3" fmla="*/ 5664 w 6343"/>
                  <a:gd name="connsiteY3" fmla="*/ 1176 h 6345"/>
                  <a:gd name="connsiteX4" fmla="*/ 3421 w 6343"/>
                  <a:gd name="connsiteY4" fmla="*/ 247 h 6345"/>
                  <a:gd name="connsiteX5" fmla="*/ 1179 w 6343"/>
                  <a:gd name="connsiteY5" fmla="*/ 1176 h 6345"/>
                  <a:gd name="connsiteX6" fmla="*/ 250 w 6343"/>
                  <a:gd name="connsiteY6" fmla="*/ 3420 h 6345"/>
                  <a:gd name="connsiteX7" fmla="*/ 1179 w 6343"/>
                  <a:gd name="connsiteY7" fmla="*/ 5663 h 6345"/>
                  <a:gd name="connsiteX8" fmla="*/ 3421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93"/>
                    </a:moveTo>
                    <a:cubicBezTo>
                      <a:pt x="4262" y="6593"/>
                      <a:pt x="5069" y="6258"/>
                      <a:pt x="5664" y="5663"/>
                    </a:cubicBezTo>
                    <a:cubicBezTo>
                      <a:pt x="6259" y="5068"/>
                      <a:pt x="6593" y="4261"/>
                      <a:pt x="6593" y="3420"/>
                    </a:cubicBezTo>
                    <a:cubicBezTo>
                      <a:pt x="6593" y="2578"/>
                      <a:pt x="6259" y="1771"/>
                      <a:pt x="5664" y="1176"/>
                    </a:cubicBezTo>
                    <a:cubicBezTo>
                      <a:pt x="5069" y="581"/>
                      <a:pt x="4262" y="247"/>
                      <a:pt x="3421" y="247"/>
                    </a:cubicBezTo>
                    <a:cubicBezTo>
                      <a:pt x="2580" y="247"/>
                      <a:pt x="1773" y="581"/>
                      <a:pt x="1179" y="1176"/>
                    </a:cubicBezTo>
                    <a:cubicBezTo>
                      <a:pt x="584" y="1771"/>
                      <a:pt x="250" y="2578"/>
                      <a:pt x="250" y="3420"/>
                    </a:cubicBezTo>
                    <a:cubicBezTo>
                      <a:pt x="250" y="4261"/>
                      <a:pt x="584" y="5068"/>
                      <a:pt x="1179" y="5663"/>
                    </a:cubicBezTo>
                    <a:cubicBezTo>
                      <a:pt x="1773" y="6258"/>
                      <a:pt x="2580" y="6593"/>
                      <a:pt x="3421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5" name="Freeform: Shape 1324">
                <a:extLst>
                  <a:ext uri="{FF2B5EF4-FFF2-40B4-BE49-F238E27FC236}">
                    <a16:creationId xmlns:a16="http://schemas.microsoft.com/office/drawing/2014/main" id="{9AD863E6-B73D-F1D1-4AAE-029C278640E0}"/>
                  </a:ext>
                </a:extLst>
              </p:cNvPr>
              <p:cNvSpPr/>
              <p:nvPr/>
            </p:nvSpPr>
            <p:spPr>
              <a:xfrm>
                <a:off x="4014655" y="6617554"/>
                <a:ext cx="6343" cy="6345"/>
              </a:xfrm>
              <a:custGeom>
                <a:avLst/>
                <a:gdLst>
                  <a:gd name="connsiteX0" fmla="*/ 3421 w 6343"/>
                  <a:gd name="connsiteY0" fmla="*/ 6593 h 6345"/>
                  <a:gd name="connsiteX1" fmla="*/ 5663 w 6343"/>
                  <a:gd name="connsiteY1" fmla="*/ 5663 h 6345"/>
                  <a:gd name="connsiteX2" fmla="*/ 6592 w 6343"/>
                  <a:gd name="connsiteY2" fmla="*/ 3420 h 6345"/>
                  <a:gd name="connsiteX3" fmla="*/ 5663 w 6343"/>
                  <a:gd name="connsiteY3" fmla="*/ 1177 h 6345"/>
                  <a:gd name="connsiteX4" fmla="*/ 3421 w 6343"/>
                  <a:gd name="connsiteY4" fmla="*/ 247 h 6345"/>
                  <a:gd name="connsiteX5" fmla="*/ 1178 w 6343"/>
                  <a:gd name="connsiteY5" fmla="*/ 1177 h 6345"/>
                  <a:gd name="connsiteX6" fmla="*/ 249 w 6343"/>
                  <a:gd name="connsiteY6" fmla="*/ 3420 h 6345"/>
                  <a:gd name="connsiteX7" fmla="*/ 1178 w 6343"/>
                  <a:gd name="connsiteY7" fmla="*/ 5663 h 6345"/>
                  <a:gd name="connsiteX8" fmla="*/ 3421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93"/>
                    </a:moveTo>
                    <a:cubicBezTo>
                      <a:pt x="4262" y="6593"/>
                      <a:pt x="5069" y="6258"/>
                      <a:pt x="5663" y="5663"/>
                    </a:cubicBezTo>
                    <a:cubicBezTo>
                      <a:pt x="6258" y="5068"/>
                      <a:pt x="6592" y="4261"/>
                      <a:pt x="6592" y="3420"/>
                    </a:cubicBezTo>
                    <a:cubicBezTo>
                      <a:pt x="6592" y="2579"/>
                      <a:pt x="6258" y="1772"/>
                      <a:pt x="5663" y="1177"/>
                    </a:cubicBezTo>
                    <a:cubicBezTo>
                      <a:pt x="5069" y="582"/>
                      <a:pt x="4262" y="247"/>
                      <a:pt x="3421" y="247"/>
                    </a:cubicBezTo>
                    <a:cubicBezTo>
                      <a:pt x="2580" y="247"/>
                      <a:pt x="1773" y="582"/>
                      <a:pt x="1178" y="1177"/>
                    </a:cubicBezTo>
                    <a:cubicBezTo>
                      <a:pt x="583" y="1772"/>
                      <a:pt x="249" y="2579"/>
                      <a:pt x="249" y="3420"/>
                    </a:cubicBezTo>
                    <a:cubicBezTo>
                      <a:pt x="249" y="4261"/>
                      <a:pt x="583" y="5068"/>
                      <a:pt x="1178" y="5663"/>
                    </a:cubicBezTo>
                    <a:cubicBezTo>
                      <a:pt x="1773" y="6258"/>
                      <a:pt x="2580" y="6593"/>
                      <a:pt x="3421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6" name="Freeform: Shape 1325">
                <a:extLst>
                  <a:ext uri="{FF2B5EF4-FFF2-40B4-BE49-F238E27FC236}">
                    <a16:creationId xmlns:a16="http://schemas.microsoft.com/office/drawing/2014/main" id="{68C21B43-9AFF-D67C-0484-99DAD6B6DD9C}"/>
                  </a:ext>
                </a:extLst>
              </p:cNvPr>
              <p:cNvSpPr/>
              <p:nvPr/>
            </p:nvSpPr>
            <p:spPr>
              <a:xfrm>
                <a:off x="4010847" y="6628813"/>
                <a:ext cx="6343" cy="6345"/>
              </a:xfrm>
              <a:custGeom>
                <a:avLst/>
                <a:gdLst>
                  <a:gd name="connsiteX0" fmla="*/ 3421 w 6343"/>
                  <a:gd name="connsiteY0" fmla="*/ 6594 h 6345"/>
                  <a:gd name="connsiteX1" fmla="*/ 5663 w 6343"/>
                  <a:gd name="connsiteY1" fmla="*/ 5664 h 6345"/>
                  <a:gd name="connsiteX2" fmla="*/ 6592 w 6343"/>
                  <a:gd name="connsiteY2" fmla="*/ 3421 h 6345"/>
                  <a:gd name="connsiteX3" fmla="*/ 5663 w 6343"/>
                  <a:gd name="connsiteY3" fmla="*/ 1177 h 6345"/>
                  <a:gd name="connsiteX4" fmla="*/ 3421 w 6343"/>
                  <a:gd name="connsiteY4" fmla="*/ 248 h 6345"/>
                  <a:gd name="connsiteX5" fmla="*/ 1178 w 6343"/>
                  <a:gd name="connsiteY5" fmla="*/ 1177 h 6345"/>
                  <a:gd name="connsiteX6" fmla="*/ 249 w 6343"/>
                  <a:gd name="connsiteY6" fmla="*/ 3421 h 6345"/>
                  <a:gd name="connsiteX7" fmla="*/ 1178 w 6343"/>
                  <a:gd name="connsiteY7" fmla="*/ 5664 h 6345"/>
                  <a:gd name="connsiteX8" fmla="*/ 3421 w 6343"/>
                  <a:gd name="connsiteY8" fmla="*/ 65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94"/>
                    </a:moveTo>
                    <a:cubicBezTo>
                      <a:pt x="4262" y="6594"/>
                      <a:pt x="5068" y="6259"/>
                      <a:pt x="5663" y="5664"/>
                    </a:cubicBezTo>
                    <a:cubicBezTo>
                      <a:pt x="6258" y="5069"/>
                      <a:pt x="6592" y="4262"/>
                      <a:pt x="6592" y="3421"/>
                    </a:cubicBezTo>
                    <a:cubicBezTo>
                      <a:pt x="6592" y="2579"/>
                      <a:pt x="6258" y="1772"/>
                      <a:pt x="5663" y="1177"/>
                    </a:cubicBezTo>
                    <a:cubicBezTo>
                      <a:pt x="5068" y="582"/>
                      <a:pt x="4262" y="248"/>
                      <a:pt x="3421" y="248"/>
                    </a:cubicBezTo>
                    <a:cubicBezTo>
                      <a:pt x="2579" y="248"/>
                      <a:pt x="1773" y="582"/>
                      <a:pt x="1178" y="1177"/>
                    </a:cubicBezTo>
                    <a:cubicBezTo>
                      <a:pt x="583" y="1772"/>
                      <a:pt x="249" y="2579"/>
                      <a:pt x="249" y="3421"/>
                    </a:cubicBezTo>
                    <a:cubicBezTo>
                      <a:pt x="249" y="4262"/>
                      <a:pt x="583" y="5069"/>
                      <a:pt x="1178" y="5664"/>
                    </a:cubicBezTo>
                    <a:cubicBezTo>
                      <a:pt x="1773" y="6259"/>
                      <a:pt x="2579" y="6594"/>
                      <a:pt x="3421" y="65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7" name="Freeform: Shape 1326">
                <a:extLst>
                  <a:ext uri="{FF2B5EF4-FFF2-40B4-BE49-F238E27FC236}">
                    <a16:creationId xmlns:a16="http://schemas.microsoft.com/office/drawing/2014/main" id="{E2BB95F2-D4B1-87B9-A62D-FAC629EBCE33}"/>
                  </a:ext>
                </a:extLst>
              </p:cNvPr>
              <p:cNvSpPr/>
              <p:nvPr/>
            </p:nvSpPr>
            <p:spPr>
              <a:xfrm>
                <a:off x="3999105" y="6624964"/>
                <a:ext cx="6343" cy="6345"/>
              </a:xfrm>
              <a:custGeom>
                <a:avLst/>
                <a:gdLst>
                  <a:gd name="connsiteX0" fmla="*/ 3420 w 6343"/>
                  <a:gd name="connsiteY0" fmla="*/ 6593 h 6345"/>
                  <a:gd name="connsiteX1" fmla="*/ 5662 w 6343"/>
                  <a:gd name="connsiteY1" fmla="*/ 5664 h 6345"/>
                  <a:gd name="connsiteX2" fmla="*/ 6591 w 6343"/>
                  <a:gd name="connsiteY2" fmla="*/ 3421 h 6345"/>
                  <a:gd name="connsiteX3" fmla="*/ 5662 w 6343"/>
                  <a:gd name="connsiteY3" fmla="*/ 1177 h 6345"/>
                  <a:gd name="connsiteX4" fmla="*/ 3420 w 6343"/>
                  <a:gd name="connsiteY4" fmla="*/ 248 h 6345"/>
                  <a:gd name="connsiteX5" fmla="*/ 1177 w 6343"/>
                  <a:gd name="connsiteY5" fmla="*/ 1177 h 6345"/>
                  <a:gd name="connsiteX6" fmla="*/ 248 w 6343"/>
                  <a:gd name="connsiteY6" fmla="*/ 3421 h 6345"/>
                  <a:gd name="connsiteX7" fmla="*/ 1177 w 6343"/>
                  <a:gd name="connsiteY7" fmla="*/ 5664 h 6345"/>
                  <a:gd name="connsiteX8" fmla="*/ 3420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93"/>
                    </a:moveTo>
                    <a:cubicBezTo>
                      <a:pt x="4261" y="6593"/>
                      <a:pt x="5067" y="6259"/>
                      <a:pt x="5662" y="5664"/>
                    </a:cubicBezTo>
                    <a:cubicBezTo>
                      <a:pt x="6257" y="5069"/>
                      <a:pt x="6591" y="4262"/>
                      <a:pt x="6591" y="3421"/>
                    </a:cubicBezTo>
                    <a:cubicBezTo>
                      <a:pt x="6591" y="2579"/>
                      <a:pt x="6257" y="1772"/>
                      <a:pt x="5662" y="1177"/>
                    </a:cubicBezTo>
                    <a:cubicBezTo>
                      <a:pt x="5067" y="582"/>
                      <a:pt x="4261" y="248"/>
                      <a:pt x="3420" y="248"/>
                    </a:cubicBezTo>
                    <a:cubicBezTo>
                      <a:pt x="2579" y="248"/>
                      <a:pt x="1772" y="582"/>
                      <a:pt x="1177" y="1177"/>
                    </a:cubicBezTo>
                    <a:cubicBezTo>
                      <a:pt x="582" y="1772"/>
                      <a:pt x="248" y="2579"/>
                      <a:pt x="248" y="3421"/>
                    </a:cubicBezTo>
                    <a:cubicBezTo>
                      <a:pt x="248" y="4262"/>
                      <a:pt x="582" y="5069"/>
                      <a:pt x="1177" y="5664"/>
                    </a:cubicBezTo>
                    <a:cubicBezTo>
                      <a:pt x="1772" y="6259"/>
                      <a:pt x="2579" y="6593"/>
                      <a:pt x="3420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8" name="Freeform: Shape 1327">
                <a:extLst>
                  <a:ext uri="{FF2B5EF4-FFF2-40B4-BE49-F238E27FC236}">
                    <a16:creationId xmlns:a16="http://schemas.microsoft.com/office/drawing/2014/main" id="{16F224B3-83E0-F6C0-3228-C8BBCBF103C5}"/>
                  </a:ext>
                </a:extLst>
              </p:cNvPr>
              <p:cNvSpPr/>
              <p:nvPr/>
            </p:nvSpPr>
            <p:spPr>
              <a:xfrm>
                <a:off x="3904813" y="5969581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70 w 6343"/>
                  <a:gd name="connsiteY5" fmla="*/ 1125 h 6345"/>
                  <a:gd name="connsiteX6" fmla="*/ 241 w 6343"/>
                  <a:gd name="connsiteY6" fmla="*/ 3369 h 6345"/>
                  <a:gd name="connsiteX7" fmla="*/ 1170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50" y="5017"/>
                      <a:pt x="6584" y="4210"/>
                      <a:pt x="6584" y="3369"/>
                    </a:cubicBezTo>
                    <a:cubicBezTo>
                      <a:pt x="6584" y="2528"/>
                      <a:pt x="6250" y="1720"/>
                      <a:pt x="5655" y="1125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70" y="1125"/>
                    </a:cubicBezTo>
                    <a:cubicBezTo>
                      <a:pt x="575" y="1720"/>
                      <a:pt x="241" y="2528"/>
                      <a:pt x="241" y="3369"/>
                    </a:cubicBezTo>
                    <a:cubicBezTo>
                      <a:pt x="241" y="4210"/>
                      <a:pt x="575" y="5017"/>
                      <a:pt x="1170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9" name="Freeform: Shape 1328">
                <a:extLst>
                  <a:ext uri="{FF2B5EF4-FFF2-40B4-BE49-F238E27FC236}">
                    <a16:creationId xmlns:a16="http://schemas.microsoft.com/office/drawing/2014/main" id="{E51EA518-D6BA-C6AA-3A2A-4E6C9A622119}"/>
                  </a:ext>
                </a:extLst>
              </p:cNvPr>
              <p:cNvSpPr/>
              <p:nvPr/>
            </p:nvSpPr>
            <p:spPr>
              <a:xfrm>
                <a:off x="3903108" y="5967692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0" name="Freeform: Shape 1329">
                <a:extLst>
                  <a:ext uri="{FF2B5EF4-FFF2-40B4-BE49-F238E27FC236}">
                    <a16:creationId xmlns:a16="http://schemas.microsoft.com/office/drawing/2014/main" id="{7523EB31-2383-3970-B692-A73C8F0B1C2D}"/>
                  </a:ext>
                </a:extLst>
              </p:cNvPr>
              <p:cNvSpPr/>
              <p:nvPr/>
            </p:nvSpPr>
            <p:spPr>
              <a:xfrm>
                <a:off x="3901829" y="5969054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1" name="Freeform: Shape 1330">
                <a:extLst>
                  <a:ext uri="{FF2B5EF4-FFF2-40B4-BE49-F238E27FC236}">
                    <a16:creationId xmlns:a16="http://schemas.microsoft.com/office/drawing/2014/main" id="{9819E3CB-6FF6-8139-D92A-171A7066E67F}"/>
                  </a:ext>
                </a:extLst>
              </p:cNvPr>
              <p:cNvSpPr/>
              <p:nvPr/>
            </p:nvSpPr>
            <p:spPr>
              <a:xfrm>
                <a:off x="3899999" y="5965819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2" name="Freeform: Shape 1331">
                <a:extLst>
                  <a:ext uri="{FF2B5EF4-FFF2-40B4-BE49-F238E27FC236}">
                    <a16:creationId xmlns:a16="http://schemas.microsoft.com/office/drawing/2014/main" id="{492D2E0F-71D1-744C-3B70-FB84D1DCB9A3}"/>
                  </a:ext>
                </a:extLst>
              </p:cNvPr>
              <p:cNvSpPr/>
              <p:nvPr/>
            </p:nvSpPr>
            <p:spPr>
              <a:xfrm>
                <a:off x="3898540" y="5965554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3" name="Freeform: Shape 1332">
                <a:extLst>
                  <a:ext uri="{FF2B5EF4-FFF2-40B4-BE49-F238E27FC236}">
                    <a16:creationId xmlns:a16="http://schemas.microsoft.com/office/drawing/2014/main" id="{5738970D-F55E-539D-C1FB-03EE6FBA4051}"/>
                  </a:ext>
                </a:extLst>
              </p:cNvPr>
              <p:cNvSpPr/>
              <p:nvPr/>
            </p:nvSpPr>
            <p:spPr>
              <a:xfrm>
                <a:off x="3897465" y="5968928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59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59" y="530"/>
                      <a:pt x="4253" y="196"/>
                      <a:pt x="3412" y="196"/>
                    </a:cubicBezTo>
                    <a:cubicBezTo>
                      <a:pt x="2570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0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4" name="Freeform: Shape 1333">
                <a:extLst>
                  <a:ext uri="{FF2B5EF4-FFF2-40B4-BE49-F238E27FC236}">
                    <a16:creationId xmlns:a16="http://schemas.microsoft.com/office/drawing/2014/main" id="{4311B49B-44BA-DD04-76BB-1B0277B5FFFA}"/>
                  </a:ext>
                </a:extLst>
              </p:cNvPr>
              <p:cNvSpPr/>
              <p:nvPr/>
            </p:nvSpPr>
            <p:spPr>
              <a:xfrm>
                <a:off x="3960340" y="6624721"/>
                <a:ext cx="6343" cy="6345"/>
              </a:xfrm>
              <a:custGeom>
                <a:avLst/>
                <a:gdLst>
                  <a:gd name="connsiteX0" fmla="*/ 3417 w 6343"/>
                  <a:gd name="connsiteY0" fmla="*/ 6593 h 6345"/>
                  <a:gd name="connsiteX1" fmla="*/ 5659 w 6343"/>
                  <a:gd name="connsiteY1" fmla="*/ 5664 h 6345"/>
                  <a:gd name="connsiteX2" fmla="*/ 6588 w 6343"/>
                  <a:gd name="connsiteY2" fmla="*/ 3421 h 6345"/>
                  <a:gd name="connsiteX3" fmla="*/ 5659 w 6343"/>
                  <a:gd name="connsiteY3" fmla="*/ 1177 h 6345"/>
                  <a:gd name="connsiteX4" fmla="*/ 3417 w 6343"/>
                  <a:gd name="connsiteY4" fmla="*/ 248 h 6345"/>
                  <a:gd name="connsiteX5" fmla="*/ 1174 w 6343"/>
                  <a:gd name="connsiteY5" fmla="*/ 1177 h 6345"/>
                  <a:gd name="connsiteX6" fmla="*/ 245 w 6343"/>
                  <a:gd name="connsiteY6" fmla="*/ 3421 h 6345"/>
                  <a:gd name="connsiteX7" fmla="*/ 1174 w 6343"/>
                  <a:gd name="connsiteY7" fmla="*/ 5664 h 6345"/>
                  <a:gd name="connsiteX8" fmla="*/ 3417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93"/>
                    </a:moveTo>
                    <a:cubicBezTo>
                      <a:pt x="4258" y="6593"/>
                      <a:pt x="5064" y="6259"/>
                      <a:pt x="5659" y="5664"/>
                    </a:cubicBezTo>
                    <a:cubicBezTo>
                      <a:pt x="6254" y="5069"/>
                      <a:pt x="6588" y="4262"/>
                      <a:pt x="6588" y="3421"/>
                    </a:cubicBezTo>
                    <a:cubicBezTo>
                      <a:pt x="6588" y="2579"/>
                      <a:pt x="6254" y="1772"/>
                      <a:pt x="5659" y="1177"/>
                    </a:cubicBezTo>
                    <a:cubicBezTo>
                      <a:pt x="5064" y="582"/>
                      <a:pt x="4258" y="248"/>
                      <a:pt x="3417" y="248"/>
                    </a:cubicBezTo>
                    <a:cubicBezTo>
                      <a:pt x="2575" y="248"/>
                      <a:pt x="1769" y="582"/>
                      <a:pt x="1174" y="1177"/>
                    </a:cubicBezTo>
                    <a:cubicBezTo>
                      <a:pt x="579" y="1772"/>
                      <a:pt x="245" y="2579"/>
                      <a:pt x="245" y="3421"/>
                    </a:cubicBezTo>
                    <a:cubicBezTo>
                      <a:pt x="245" y="4262"/>
                      <a:pt x="579" y="5069"/>
                      <a:pt x="1174" y="5664"/>
                    </a:cubicBezTo>
                    <a:cubicBezTo>
                      <a:pt x="1769" y="6259"/>
                      <a:pt x="2575" y="6593"/>
                      <a:pt x="3417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5" name="Freeform: Shape 1334">
                <a:extLst>
                  <a:ext uri="{FF2B5EF4-FFF2-40B4-BE49-F238E27FC236}">
                    <a16:creationId xmlns:a16="http://schemas.microsoft.com/office/drawing/2014/main" id="{6E8F9C51-0963-F8CA-300F-A98E4DE2F6A0}"/>
                  </a:ext>
                </a:extLst>
              </p:cNvPr>
              <p:cNvSpPr/>
              <p:nvPr/>
            </p:nvSpPr>
            <p:spPr>
              <a:xfrm>
                <a:off x="3954749" y="6623769"/>
                <a:ext cx="6343" cy="6345"/>
              </a:xfrm>
              <a:custGeom>
                <a:avLst/>
                <a:gdLst>
                  <a:gd name="connsiteX0" fmla="*/ 3416 w 6343"/>
                  <a:gd name="connsiteY0" fmla="*/ 6593 h 6345"/>
                  <a:gd name="connsiteX1" fmla="*/ 5659 w 6343"/>
                  <a:gd name="connsiteY1" fmla="*/ 5664 h 6345"/>
                  <a:gd name="connsiteX2" fmla="*/ 6588 w 6343"/>
                  <a:gd name="connsiteY2" fmla="*/ 3420 h 6345"/>
                  <a:gd name="connsiteX3" fmla="*/ 5659 w 6343"/>
                  <a:gd name="connsiteY3" fmla="*/ 1177 h 6345"/>
                  <a:gd name="connsiteX4" fmla="*/ 3416 w 6343"/>
                  <a:gd name="connsiteY4" fmla="*/ 248 h 6345"/>
                  <a:gd name="connsiteX5" fmla="*/ 1173 w 6343"/>
                  <a:gd name="connsiteY5" fmla="*/ 1177 h 6345"/>
                  <a:gd name="connsiteX6" fmla="*/ 245 w 6343"/>
                  <a:gd name="connsiteY6" fmla="*/ 3420 h 6345"/>
                  <a:gd name="connsiteX7" fmla="*/ 1173 w 6343"/>
                  <a:gd name="connsiteY7" fmla="*/ 5664 h 6345"/>
                  <a:gd name="connsiteX8" fmla="*/ 3416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93"/>
                    </a:moveTo>
                    <a:cubicBezTo>
                      <a:pt x="4257" y="6593"/>
                      <a:pt x="5064" y="6259"/>
                      <a:pt x="5659" y="5664"/>
                    </a:cubicBezTo>
                    <a:cubicBezTo>
                      <a:pt x="6253" y="5069"/>
                      <a:pt x="6588" y="4262"/>
                      <a:pt x="6588" y="3420"/>
                    </a:cubicBezTo>
                    <a:cubicBezTo>
                      <a:pt x="6588" y="2579"/>
                      <a:pt x="6253" y="1772"/>
                      <a:pt x="5659" y="1177"/>
                    </a:cubicBezTo>
                    <a:cubicBezTo>
                      <a:pt x="5064" y="582"/>
                      <a:pt x="4257" y="248"/>
                      <a:pt x="3416" y="248"/>
                    </a:cubicBezTo>
                    <a:cubicBezTo>
                      <a:pt x="2575" y="248"/>
                      <a:pt x="1768" y="582"/>
                      <a:pt x="1173" y="1177"/>
                    </a:cubicBezTo>
                    <a:cubicBezTo>
                      <a:pt x="579" y="1772"/>
                      <a:pt x="245" y="2579"/>
                      <a:pt x="245" y="3420"/>
                    </a:cubicBezTo>
                    <a:cubicBezTo>
                      <a:pt x="245" y="4262"/>
                      <a:pt x="579" y="5069"/>
                      <a:pt x="1173" y="5664"/>
                    </a:cubicBezTo>
                    <a:cubicBezTo>
                      <a:pt x="1768" y="6259"/>
                      <a:pt x="2575" y="6593"/>
                      <a:pt x="3416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6" name="Freeform: Shape 1335">
                <a:extLst>
                  <a:ext uri="{FF2B5EF4-FFF2-40B4-BE49-F238E27FC236}">
                    <a16:creationId xmlns:a16="http://schemas.microsoft.com/office/drawing/2014/main" id="{F78DEAEF-2FC4-F0E8-6CEA-8D370E9A014C}"/>
                  </a:ext>
                </a:extLst>
              </p:cNvPr>
              <p:cNvSpPr/>
              <p:nvPr/>
            </p:nvSpPr>
            <p:spPr>
              <a:xfrm>
                <a:off x="3949430" y="6625773"/>
                <a:ext cx="6343" cy="6345"/>
              </a:xfrm>
              <a:custGeom>
                <a:avLst/>
                <a:gdLst>
                  <a:gd name="connsiteX0" fmla="*/ 3416 w 6343"/>
                  <a:gd name="connsiteY0" fmla="*/ 6593 h 6345"/>
                  <a:gd name="connsiteX1" fmla="*/ 5658 w 6343"/>
                  <a:gd name="connsiteY1" fmla="*/ 5664 h 6345"/>
                  <a:gd name="connsiteX2" fmla="*/ 6587 w 6343"/>
                  <a:gd name="connsiteY2" fmla="*/ 3421 h 6345"/>
                  <a:gd name="connsiteX3" fmla="*/ 5658 w 6343"/>
                  <a:gd name="connsiteY3" fmla="*/ 1177 h 6345"/>
                  <a:gd name="connsiteX4" fmla="*/ 3416 w 6343"/>
                  <a:gd name="connsiteY4" fmla="*/ 248 h 6345"/>
                  <a:gd name="connsiteX5" fmla="*/ 1173 w 6343"/>
                  <a:gd name="connsiteY5" fmla="*/ 1177 h 6345"/>
                  <a:gd name="connsiteX6" fmla="*/ 244 w 6343"/>
                  <a:gd name="connsiteY6" fmla="*/ 3421 h 6345"/>
                  <a:gd name="connsiteX7" fmla="*/ 1173 w 6343"/>
                  <a:gd name="connsiteY7" fmla="*/ 5664 h 6345"/>
                  <a:gd name="connsiteX8" fmla="*/ 3416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93"/>
                    </a:moveTo>
                    <a:cubicBezTo>
                      <a:pt x="4257" y="6593"/>
                      <a:pt x="5064" y="6259"/>
                      <a:pt x="5658" y="5664"/>
                    </a:cubicBezTo>
                    <a:cubicBezTo>
                      <a:pt x="6253" y="5069"/>
                      <a:pt x="6587" y="4262"/>
                      <a:pt x="6587" y="3421"/>
                    </a:cubicBezTo>
                    <a:cubicBezTo>
                      <a:pt x="6587" y="2579"/>
                      <a:pt x="6253" y="1772"/>
                      <a:pt x="5658" y="1177"/>
                    </a:cubicBezTo>
                    <a:cubicBezTo>
                      <a:pt x="5064" y="582"/>
                      <a:pt x="4257" y="248"/>
                      <a:pt x="3416" y="248"/>
                    </a:cubicBezTo>
                    <a:cubicBezTo>
                      <a:pt x="2575" y="248"/>
                      <a:pt x="1768" y="582"/>
                      <a:pt x="1173" y="1177"/>
                    </a:cubicBezTo>
                    <a:cubicBezTo>
                      <a:pt x="578" y="1772"/>
                      <a:pt x="244" y="2579"/>
                      <a:pt x="244" y="3421"/>
                    </a:cubicBezTo>
                    <a:cubicBezTo>
                      <a:pt x="244" y="4262"/>
                      <a:pt x="578" y="5069"/>
                      <a:pt x="1173" y="5664"/>
                    </a:cubicBezTo>
                    <a:cubicBezTo>
                      <a:pt x="1768" y="6259"/>
                      <a:pt x="2575" y="6593"/>
                      <a:pt x="3416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7" name="Freeform: Shape 1336">
                <a:extLst>
                  <a:ext uri="{FF2B5EF4-FFF2-40B4-BE49-F238E27FC236}">
                    <a16:creationId xmlns:a16="http://schemas.microsoft.com/office/drawing/2014/main" id="{F6BACCC1-8A12-3826-832B-68DC32A8FC43}"/>
                  </a:ext>
                </a:extLst>
              </p:cNvPr>
              <p:cNvSpPr/>
              <p:nvPr/>
            </p:nvSpPr>
            <p:spPr>
              <a:xfrm>
                <a:off x="3943965" y="6626177"/>
                <a:ext cx="6343" cy="6345"/>
              </a:xfrm>
              <a:custGeom>
                <a:avLst/>
                <a:gdLst>
                  <a:gd name="connsiteX0" fmla="*/ 3415 w 6343"/>
                  <a:gd name="connsiteY0" fmla="*/ 6593 h 6345"/>
                  <a:gd name="connsiteX1" fmla="*/ 5658 w 6343"/>
                  <a:gd name="connsiteY1" fmla="*/ 5664 h 6345"/>
                  <a:gd name="connsiteX2" fmla="*/ 6587 w 6343"/>
                  <a:gd name="connsiteY2" fmla="*/ 3421 h 6345"/>
                  <a:gd name="connsiteX3" fmla="*/ 5658 w 6343"/>
                  <a:gd name="connsiteY3" fmla="*/ 1177 h 6345"/>
                  <a:gd name="connsiteX4" fmla="*/ 3415 w 6343"/>
                  <a:gd name="connsiteY4" fmla="*/ 248 h 6345"/>
                  <a:gd name="connsiteX5" fmla="*/ 1173 w 6343"/>
                  <a:gd name="connsiteY5" fmla="*/ 1177 h 6345"/>
                  <a:gd name="connsiteX6" fmla="*/ 244 w 6343"/>
                  <a:gd name="connsiteY6" fmla="*/ 3421 h 6345"/>
                  <a:gd name="connsiteX7" fmla="*/ 1173 w 6343"/>
                  <a:gd name="connsiteY7" fmla="*/ 5664 h 6345"/>
                  <a:gd name="connsiteX8" fmla="*/ 3415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93"/>
                    </a:moveTo>
                    <a:cubicBezTo>
                      <a:pt x="4256" y="6593"/>
                      <a:pt x="5063" y="6259"/>
                      <a:pt x="5658" y="5664"/>
                    </a:cubicBezTo>
                    <a:cubicBezTo>
                      <a:pt x="6253" y="5069"/>
                      <a:pt x="6587" y="4262"/>
                      <a:pt x="6587" y="3421"/>
                    </a:cubicBezTo>
                    <a:cubicBezTo>
                      <a:pt x="6587" y="2579"/>
                      <a:pt x="6253" y="1772"/>
                      <a:pt x="5658" y="1177"/>
                    </a:cubicBezTo>
                    <a:cubicBezTo>
                      <a:pt x="5063" y="582"/>
                      <a:pt x="4256" y="248"/>
                      <a:pt x="3415" y="248"/>
                    </a:cubicBezTo>
                    <a:cubicBezTo>
                      <a:pt x="2574" y="248"/>
                      <a:pt x="1767" y="582"/>
                      <a:pt x="1173" y="1177"/>
                    </a:cubicBezTo>
                    <a:cubicBezTo>
                      <a:pt x="578" y="1772"/>
                      <a:pt x="244" y="2579"/>
                      <a:pt x="244" y="3421"/>
                    </a:cubicBezTo>
                    <a:cubicBezTo>
                      <a:pt x="244" y="4262"/>
                      <a:pt x="578" y="5069"/>
                      <a:pt x="1173" y="5664"/>
                    </a:cubicBezTo>
                    <a:cubicBezTo>
                      <a:pt x="1767" y="6259"/>
                      <a:pt x="2574" y="6593"/>
                      <a:pt x="3415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8" name="Freeform: Shape 1337">
                <a:extLst>
                  <a:ext uri="{FF2B5EF4-FFF2-40B4-BE49-F238E27FC236}">
                    <a16:creationId xmlns:a16="http://schemas.microsoft.com/office/drawing/2014/main" id="{9411F244-6CE1-625E-381E-1BFF82548506}"/>
                  </a:ext>
                </a:extLst>
              </p:cNvPr>
              <p:cNvSpPr/>
              <p:nvPr/>
            </p:nvSpPr>
            <p:spPr>
              <a:xfrm>
                <a:off x="3938435" y="6625693"/>
                <a:ext cx="6343" cy="6345"/>
              </a:xfrm>
              <a:custGeom>
                <a:avLst/>
                <a:gdLst>
                  <a:gd name="connsiteX0" fmla="*/ 3415 w 6343"/>
                  <a:gd name="connsiteY0" fmla="*/ 6593 h 6345"/>
                  <a:gd name="connsiteX1" fmla="*/ 5657 w 6343"/>
                  <a:gd name="connsiteY1" fmla="*/ 5664 h 6345"/>
                  <a:gd name="connsiteX2" fmla="*/ 6586 w 6343"/>
                  <a:gd name="connsiteY2" fmla="*/ 3421 h 6345"/>
                  <a:gd name="connsiteX3" fmla="*/ 5657 w 6343"/>
                  <a:gd name="connsiteY3" fmla="*/ 1177 h 6345"/>
                  <a:gd name="connsiteX4" fmla="*/ 3415 w 6343"/>
                  <a:gd name="connsiteY4" fmla="*/ 248 h 6345"/>
                  <a:gd name="connsiteX5" fmla="*/ 1172 w 6343"/>
                  <a:gd name="connsiteY5" fmla="*/ 1177 h 6345"/>
                  <a:gd name="connsiteX6" fmla="*/ 243 w 6343"/>
                  <a:gd name="connsiteY6" fmla="*/ 3421 h 6345"/>
                  <a:gd name="connsiteX7" fmla="*/ 1172 w 6343"/>
                  <a:gd name="connsiteY7" fmla="*/ 5664 h 6345"/>
                  <a:gd name="connsiteX8" fmla="*/ 3415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93"/>
                    </a:moveTo>
                    <a:cubicBezTo>
                      <a:pt x="4256" y="6593"/>
                      <a:pt x="5063" y="6259"/>
                      <a:pt x="5657" y="5664"/>
                    </a:cubicBezTo>
                    <a:cubicBezTo>
                      <a:pt x="6252" y="5069"/>
                      <a:pt x="6586" y="4262"/>
                      <a:pt x="6586" y="3421"/>
                    </a:cubicBezTo>
                    <a:cubicBezTo>
                      <a:pt x="6586" y="2579"/>
                      <a:pt x="6252" y="1772"/>
                      <a:pt x="5657" y="1177"/>
                    </a:cubicBezTo>
                    <a:cubicBezTo>
                      <a:pt x="5063" y="582"/>
                      <a:pt x="4256" y="248"/>
                      <a:pt x="3415" y="248"/>
                    </a:cubicBezTo>
                    <a:cubicBezTo>
                      <a:pt x="2574" y="248"/>
                      <a:pt x="1767" y="582"/>
                      <a:pt x="1172" y="1177"/>
                    </a:cubicBezTo>
                    <a:cubicBezTo>
                      <a:pt x="577" y="1772"/>
                      <a:pt x="243" y="2579"/>
                      <a:pt x="243" y="3421"/>
                    </a:cubicBezTo>
                    <a:cubicBezTo>
                      <a:pt x="243" y="4262"/>
                      <a:pt x="577" y="5069"/>
                      <a:pt x="1172" y="5664"/>
                    </a:cubicBezTo>
                    <a:cubicBezTo>
                      <a:pt x="1767" y="6259"/>
                      <a:pt x="2574" y="6593"/>
                      <a:pt x="3415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9" name="Freeform: Shape 1338">
                <a:extLst>
                  <a:ext uri="{FF2B5EF4-FFF2-40B4-BE49-F238E27FC236}">
                    <a16:creationId xmlns:a16="http://schemas.microsoft.com/office/drawing/2014/main" id="{64AD99C2-D86A-D9D1-3C8D-8822A08F830C}"/>
                  </a:ext>
                </a:extLst>
              </p:cNvPr>
              <p:cNvSpPr/>
              <p:nvPr/>
            </p:nvSpPr>
            <p:spPr>
              <a:xfrm>
                <a:off x="3911803" y="6311041"/>
                <a:ext cx="6343" cy="6345"/>
              </a:xfrm>
              <a:custGeom>
                <a:avLst/>
                <a:gdLst>
                  <a:gd name="connsiteX0" fmla="*/ 3413 w 6343"/>
                  <a:gd name="connsiteY0" fmla="*/ 6569 h 6345"/>
                  <a:gd name="connsiteX1" fmla="*/ 5655 w 6343"/>
                  <a:gd name="connsiteY1" fmla="*/ 5639 h 6345"/>
                  <a:gd name="connsiteX2" fmla="*/ 6584 w 6343"/>
                  <a:gd name="connsiteY2" fmla="*/ 3396 h 6345"/>
                  <a:gd name="connsiteX3" fmla="*/ 5655 w 6343"/>
                  <a:gd name="connsiteY3" fmla="*/ 1152 h 6345"/>
                  <a:gd name="connsiteX4" fmla="*/ 3413 w 6343"/>
                  <a:gd name="connsiteY4" fmla="*/ 223 h 6345"/>
                  <a:gd name="connsiteX5" fmla="*/ 1170 w 6343"/>
                  <a:gd name="connsiteY5" fmla="*/ 1152 h 6345"/>
                  <a:gd name="connsiteX6" fmla="*/ 241 w 6343"/>
                  <a:gd name="connsiteY6" fmla="*/ 3396 h 6345"/>
                  <a:gd name="connsiteX7" fmla="*/ 1170 w 6343"/>
                  <a:gd name="connsiteY7" fmla="*/ 5639 h 6345"/>
                  <a:gd name="connsiteX8" fmla="*/ 3413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69"/>
                    </a:moveTo>
                    <a:cubicBezTo>
                      <a:pt x="4254" y="6569"/>
                      <a:pt x="5061" y="6234"/>
                      <a:pt x="5655" y="5639"/>
                    </a:cubicBezTo>
                    <a:cubicBezTo>
                      <a:pt x="6250" y="5044"/>
                      <a:pt x="6584" y="4237"/>
                      <a:pt x="6584" y="3396"/>
                    </a:cubicBezTo>
                    <a:cubicBezTo>
                      <a:pt x="6584" y="2554"/>
                      <a:pt x="6250" y="1747"/>
                      <a:pt x="5655" y="1152"/>
                    </a:cubicBezTo>
                    <a:cubicBezTo>
                      <a:pt x="5061" y="557"/>
                      <a:pt x="4254" y="223"/>
                      <a:pt x="3413" y="223"/>
                    </a:cubicBezTo>
                    <a:cubicBezTo>
                      <a:pt x="2572" y="223"/>
                      <a:pt x="1765" y="557"/>
                      <a:pt x="1170" y="1152"/>
                    </a:cubicBezTo>
                    <a:cubicBezTo>
                      <a:pt x="575" y="1747"/>
                      <a:pt x="241" y="2554"/>
                      <a:pt x="241" y="3396"/>
                    </a:cubicBezTo>
                    <a:cubicBezTo>
                      <a:pt x="241" y="4237"/>
                      <a:pt x="575" y="5044"/>
                      <a:pt x="1170" y="5639"/>
                    </a:cubicBezTo>
                    <a:cubicBezTo>
                      <a:pt x="1765" y="6234"/>
                      <a:pt x="2572" y="6569"/>
                      <a:pt x="3413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0" name="Freeform: Shape 1339">
                <a:extLst>
                  <a:ext uri="{FF2B5EF4-FFF2-40B4-BE49-F238E27FC236}">
                    <a16:creationId xmlns:a16="http://schemas.microsoft.com/office/drawing/2014/main" id="{B37C14E9-6D66-0BFE-6212-4BFD1438647E}"/>
                  </a:ext>
                </a:extLst>
              </p:cNvPr>
              <p:cNvSpPr/>
              <p:nvPr/>
            </p:nvSpPr>
            <p:spPr>
              <a:xfrm>
                <a:off x="3938966" y="6814088"/>
                <a:ext cx="6343" cy="6345"/>
              </a:xfrm>
              <a:custGeom>
                <a:avLst/>
                <a:gdLst>
                  <a:gd name="connsiteX0" fmla="*/ 3415 w 6343"/>
                  <a:gd name="connsiteY0" fmla="*/ 6608 h 6345"/>
                  <a:gd name="connsiteX1" fmla="*/ 5658 w 6343"/>
                  <a:gd name="connsiteY1" fmla="*/ 5679 h 6345"/>
                  <a:gd name="connsiteX2" fmla="*/ 6586 w 6343"/>
                  <a:gd name="connsiteY2" fmla="*/ 3435 h 6345"/>
                  <a:gd name="connsiteX3" fmla="*/ 5658 w 6343"/>
                  <a:gd name="connsiteY3" fmla="*/ 1192 h 6345"/>
                  <a:gd name="connsiteX4" fmla="*/ 3415 w 6343"/>
                  <a:gd name="connsiteY4" fmla="*/ 263 h 6345"/>
                  <a:gd name="connsiteX5" fmla="*/ 1172 w 6343"/>
                  <a:gd name="connsiteY5" fmla="*/ 1192 h 6345"/>
                  <a:gd name="connsiteX6" fmla="*/ 243 w 6343"/>
                  <a:gd name="connsiteY6" fmla="*/ 3435 h 6345"/>
                  <a:gd name="connsiteX7" fmla="*/ 1172 w 6343"/>
                  <a:gd name="connsiteY7" fmla="*/ 5679 h 6345"/>
                  <a:gd name="connsiteX8" fmla="*/ 3415 w 6343"/>
                  <a:gd name="connsiteY8" fmla="*/ 66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608"/>
                    </a:moveTo>
                    <a:cubicBezTo>
                      <a:pt x="4256" y="6608"/>
                      <a:pt x="5063" y="6274"/>
                      <a:pt x="5658" y="5679"/>
                    </a:cubicBezTo>
                    <a:cubicBezTo>
                      <a:pt x="6252" y="5084"/>
                      <a:pt x="6586" y="4277"/>
                      <a:pt x="6586" y="3435"/>
                    </a:cubicBezTo>
                    <a:cubicBezTo>
                      <a:pt x="6586" y="2594"/>
                      <a:pt x="6252" y="1787"/>
                      <a:pt x="5658" y="1192"/>
                    </a:cubicBezTo>
                    <a:cubicBezTo>
                      <a:pt x="5063" y="597"/>
                      <a:pt x="4256" y="263"/>
                      <a:pt x="3415" y="263"/>
                    </a:cubicBezTo>
                    <a:cubicBezTo>
                      <a:pt x="2574" y="263"/>
                      <a:pt x="1767" y="597"/>
                      <a:pt x="1172" y="1192"/>
                    </a:cubicBezTo>
                    <a:cubicBezTo>
                      <a:pt x="577" y="1787"/>
                      <a:pt x="243" y="2594"/>
                      <a:pt x="243" y="3435"/>
                    </a:cubicBezTo>
                    <a:cubicBezTo>
                      <a:pt x="243" y="4277"/>
                      <a:pt x="577" y="5084"/>
                      <a:pt x="1172" y="5679"/>
                    </a:cubicBezTo>
                    <a:cubicBezTo>
                      <a:pt x="1767" y="6274"/>
                      <a:pt x="2574" y="6608"/>
                      <a:pt x="3415" y="66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1" name="Freeform: Shape 1340">
                <a:extLst>
                  <a:ext uri="{FF2B5EF4-FFF2-40B4-BE49-F238E27FC236}">
                    <a16:creationId xmlns:a16="http://schemas.microsoft.com/office/drawing/2014/main" id="{AE560F9E-C74F-0584-AD9A-2505696E5662}"/>
                  </a:ext>
                </a:extLst>
              </p:cNvPr>
              <p:cNvSpPr/>
              <p:nvPr/>
            </p:nvSpPr>
            <p:spPr>
              <a:xfrm>
                <a:off x="3921973" y="6625413"/>
                <a:ext cx="6343" cy="6345"/>
              </a:xfrm>
              <a:custGeom>
                <a:avLst/>
                <a:gdLst>
                  <a:gd name="connsiteX0" fmla="*/ 3414 w 6343"/>
                  <a:gd name="connsiteY0" fmla="*/ 6593 h 6345"/>
                  <a:gd name="connsiteX1" fmla="*/ 5656 w 6343"/>
                  <a:gd name="connsiteY1" fmla="*/ 5664 h 6345"/>
                  <a:gd name="connsiteX2" fmla="*/ 6585 w 6343"/>
                  <a:gd name="connsiteY2" fmla="*/ 3421 h 6345"/>
                  <a:gd name="connsiteX3" fmla="*/ 5656 w 6343"/>
                  <a:gd name="connsiteY3" fmla="*/ 1177 h 6345"/>
                  <a:gd name="connsiteX4" fmla="*/ 3414 w 6343"/>
                  <a:gd name="connsiteY4" fmla="*/ 248 h 6345"/>
                  <a:gd name="connsiteX5" fmla="*/ 1171 w 6343"/>
                  <a:gd name="connsiteY5" fmla="*/ 1177 h 6345"/>
                  <a:gd name="connsiteX6" fmla="*/ 242 w 6343"/>
                  <a:gd name="connsiteY6" fmla="*/ 3421 h 6345"/>
                  <a:gd name="connsiteX7" fmla="*/ 1171 w 6343"/>
                  <a:gd name="connsiteY7" fmla="*/ 5664 h 6345"/>
                  <a:gd name="connsiteX8" fmla="*/ 3414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93"/>
                    </a:moveTo>
                    <a:cubicBezTo>
                      <a:pt x="4255" y="6593"/>
                      <a:pt x="5061" y="6259"/>
                      <a:pt x="5656" y="5664"/>
                    </a:cubicBezTo>
                    <a:cubicBezTo>
                      <a:pt x="6251" y="5069"/>
                      <a:pt x="6585" y="4262"/>
                      <a:pt x="6585" y="3421"/>
                    </a:cubicBezTo>
                    <a:cubicBezTo>
                      <a:pt x="6585" y="2579"/>
                      <a:pt x="6251" y="1772"/>
                      <a:pt x="5656" y="1177"/>
                    </a:cubicBezTo>
                    <a:cubicBezTo>
                      <a:pt x="5061" y="582"/>
                      <a:pt x="4255" y="248"/>
                      <a:pt x="3414" y="248"/>
                    </a:cubicBezTo>
                    <a:cubicBezTo>
                      <a:pt x="2572" y="248"/>
                      <a:pt x="1766" y="582"/>
                      <a:pt x="1171" y="1177"/>
                    </a:cubicBezTo>
                    <a:cubicBezTo>
                      <a:pt x="576" y="1772"/>
                      <a:pt x="242" y="2579"/>
                      <a:pt x="242" y="3421"/>
                    </a:cubicBezTo>
                    <a:cubicBezTo>
                      <a:pt x="242" y="4262"/>
                      <a:pt x="576" y="5069"/>
                      <a:pt x="1171" y="5664"/>
                    </a:cubicBezTo>
                    <a:cubicBezTo>
                      <a:pt x="1766" y="6259"/>
                      <a:pt x="2572" y="6593"/>
                      <a:pt x="3414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2" name="Freeform: Shape 1341">
                <a:extLst>
                  <a:ext uri="{FF2B5EF4-FFF2-40B4-BE49-F238E27FC236}">
                    <a16:creationId xmlns:a16="http://schemas.microsoft.com/office/drawing/2014/main" id="{1C9364BB-0A11-2B43-656D-2AEDB9C83E45}"/>
                  </a:ext>
                </a:extLst>
              </p:cNvPr>
              <p:cNvSpPr/>
              <p:nvPr/>
            </p:nvSpPr>
            <p:spPr>
              <a:xfrm>
                <a:off x="3925782" y="6815863"/>
                <a:ext cx="6343" cy="6345"/>
              </a:xfrm>
              <a:custGeom>
                <a:avLst/>
                <a:gdLst>
                  <a:gd name="connsiteX0" fmla="*/ 3414 w 6343"/>
                  <a:gd name="connsiteY0" fmla="*/ 6608 h 6345"/>
                  <a:gd name="connsiteX1" fmla="*/ 5656 w 6343"/>
                  <a:gd name="connsiteY1" fmla="*/ 5679 h 6345"/>
                  <a:gd name="connsiteX2" fmla="*/ 6585 w 6343"/>
                  <a:gd name="connsiteY2" fmla="*/ 3436 h 6345"/>
                  <a:gd name="connsiteX3" fmla="*/ 5656 w 6343"/>
                  <a:gd name="connsiteY3" fmla="*/ 1192 h 6345"/>
                  <a:gd name="connsiteX4" fmla="*/ 3414 w 6343"/>
                  <a:gd name="connsiteY4" fmla="*/ 263 h 6345"/>
                  <a:gd name="connsiteX5" fmla="*/ 1171 w 6343"/>
                  <a:gd name="connsiteY5" fmla="*/ 1192 h 6345"/>
                  <a:gd name="connsiteX6" fmla="*/ 242 w 6343"/>
                  <a:gd name="connsiteY6" fmla="*/ 3436 h 6345"/>
                  <a:gd name="connsiteX7" fmla="*/ 1171 w 6343"/>
                  <a:gd name="connsiteY7" fmla="*/ 5679 h 6345"/>
                  <a:gd name="connsiteX8" fmla="*/ 3414 w 6343"/>
                  <a:gd name="connsiteY8" fmla="*/ 66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608"/>
                    </a:moveTo>
                    <a:cubicBezTo>
                      <a:pt x="4255" y="6608"/>
                      <a:pt x="5062" y="6274"/>
                      <a:pt x="5656" y="5679"/>
                    </a:cubicBezTo>
                    <a:cubicBezTo>
                      <a:pt x="6251" y="5084"/>
                      <a:pt x="6585" y="4277"/>
                      <a:pt x="6585" y="3436"/>
                    </a:cubicBezTo>
                    <a:cubicBezTo>
                      <a:pt x="6585" y="2594"/>
                      <a:pt x="6251" y="1787"/>
                      <a:pt x="5656" y="1192"/>
                    </a:cubicBezTo>
                    <a:cubicBezTo>
                      <a:pt x="5062" y="597"/>
                      <a:pt x="4255" y="263"/>
                      <a:pt x="3414" y="263"/>
                    </a:cubicBezTo>
                    <a:cubicBezTo>
                      <a:pt x="2573" y="263"/>
                      <a:pt x="1766" y="597"/>
                      <a:pt x="1171" y="1192"/>
                    </a:cubicBezTo>
                    <a:cubicBezTo>
                      <a:pt x="576" y="1787"/>
                      <a:pt x="242" y="2594"/>
                      <a:pt x="242" y="3436"/>
                    </a:cubicBezTo>
                    <a:cubicBezTo>
                      <a:pt x="242" y="4277"/>
                      <a:pt x="576" y="5084"/>
                      <a:pt x="1171" y="5679"/>
                    </a:cubicBezTo>
                    <a:cubicBezTo>
                      <a:pt x="1766" y="6274"/>
                      <a:pt x="2573" y="6608"/>
                      <a:pt x="3414" y="66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3" name="Freeform: Shape 1342">
                <a:extLst>
                  <a:ext uri="{FF2B5EF4-FFF2-40B4-BE49-F238E27FC236}">
                    <a16:creationId xmlns:a16="http://schemas.microsoft.com/office/drawing/2014/main" id="{893C2478-3FFC-ED42-BF00-ED37994A5CE8}"/>
                  </a:ext>
                </a:extLst>
              </p:cNvPr>
              <p:cNvSpPr/>
              <p:nvPr/>
            </p:nvSpPr>
            <p:spPr>
              <a:xfrm>
                <a:off x="3919202" y="6817261"/>
                <a:ext cx="6343" cy="6345"/>
              </a:xfrm>
              <a:custGeom>
                <a:avLst/>
                <a:gdLst>
                  <a:gd name="connsiteX0" fmla="*/ 3413 w 6343"/>
                  <a:gd name="connsiteY0" fmla="*/ 6608 h 6345"/>
                  <a:gd name="connsiteX1" fmla="*/ 5656 w 6343"/>
                  <a:gd name="connsiteY1" fmla="*/ 5679 h 6345"/>
                  <a:gd name="connsiteX2" fmla="*/ 6585 w 6343"/>
                  <a:gd name="connsiteY2" fmla="*/ 3436 h 6345"/>
                  <a:gd name="connsiteX3" fmla="*/ 5656 w 6343"/>
                  <a:gd name="connsiteY3" fmla="*/ 1192 h 6345"/>
                  <a:gd name="connsiteX4" fmla="*/ 3413 w 6343"/>
                  <a:gd name="connsiteY4" fmla="*/ 263 h 6345"/>
                  <a:gd name="connsiteX5" fmla="*/ 1171 w 6343"/>
                  <a:gd name="connsiteY5" fmla="*/ 1192 h 6345"/>
                  <a:gd name="connsiteX6" fmla="*/ 242 w 6343"/>
                  <a:gd name="connsiteY6" fmla="*/ 3436 h 6345"/>
                  <a:gd name="connsiteX7" fmla="*/ 1171 w 6343"/>
                  <a:gd name="connsiteY7" fmla="*/ 5679 h 6345"/>
                  <a:gd name="connsiteX8" fmla="*/ 3413 w 6343"/>
                  <a:gd name="connsiteY8" fmla="*/ 66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608"/>
                    </a:moveTo>
                    <a:cubicBezTo>
                      <a:pt x="4254" y="6608"/>
                      <a:pt x="5061" y="6274"/>
                      <a:pt x="5656" y="5679"/>
                    </a:cubicBezTo>
                    <a:cubicBezTo>
                      <a:pt x="6251" y="5084"/>
                      <a:pt x="6585" y="4277"/>
                      <a:pt x="6585" y="3436"/>
                    </a:cubicBezTo>
                    <a:cubicBezTo>
                      <a:pt x="6585" y="2594"/>
                      <a:pt x="6251" y="1787"/>
                      <a:pt x="5656" y="1192"/>
                    </a:cubicBezTo>
                    <a:cubicBezTo>
                      <a:pt x="5061" y="597"/>
                      <a:pt x="4254" y="263"/>
                      <a:pt x="3413" y="263"/>
                    </a:cubicBezTo>
                    <a:cubicBezTo>
                      <a:pt x="2572" y="263"/>
                      <a:pt x="1765" y="597"/>
                      <a:pt x="1171" y="1192"/>
                    </a:cubicBezTo>
                    <a:cubicBezTo>
                      <a:pt x="576" y="1787"/>
                      <a:pt x="242" y="2594"/>
                      <a:pt x="242" y="3436"/>
                    </a:cubicBezTo>
                    <a:cubicBezTo>
                      <a:pt x="242" y="4277"/>
                      <a:pt x="576" y="5084"/>
                      <a:pt x="1171" y="5679"/>
                    </a:cubicBezTo>
                    <a:cubicBezTo>
                      <a:pt x="1765" y="6274"/>
                      <a:pt x="2572" y="6608"/>
                      <a:pt x="3413" y="66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4" name="Freeform: Shape 1343">
                <a:extLst>
                  <a:ext uri="{FF2B5EF4-FFF2-40B4-BE49-F238E27FC236}">
                    <a16:creationId xmlns:a16="http://schemas.microsoft.com/office/drawing/2014/main" id="{672D1BAD-BA25-CCD5-9402-B84475592699}"/>
                  </a:ext>
                </a:extLst>
              </p:cNvPr>
              <p:cNvSpPr/>
              <p:nvPr/>
            </p:nvSpPr>
            <p:spPr>
              <a:xfrm>
                <a:off x="3912542" y="6816857"/>
                <a:ext cx="6343" cy="6345"/>
              </a:xfrm>
              <a:custGeom>
                <a:avLst/>
                <a:gdLst>
                  <a:gd name="connsiteX0" fmla="*/ 3413 w 6343"/>
                  <a:gd name="connsiteY0" fmla="*/ 6608 h 6345"/>
                  <a:gd name="connsiteX1" fmla="*/ 5655 w 6343"/>
                  <a:gd name="connsiteY1" fmla="*/ 5679 h 6345"/>
                  <a:gd name="connsiteX2" fmla="*/ 6584 w 6343"/>
                  <a:gd name="connsiteY2" fmla="*/ 3436 h 6345"/>
                  <a:gd name="connsiteX3" fmla="*/ 5655 w 6343"/>
                  <a:gd name="connsiteY3" fmla="*/ 1192 h 6345"/>
                  <a:gd name="connsiteX4" fmla="*/ 3413 w 6343"/>
                  <a:gd name="connsiteY4" fmla="*/ 263 h 6345"/>
                  <a:gd name="connsiteX5" fmla="*/ 1170 w 6343"/>
                  <a:gd name="connsiteY5" fmla="*/ 1192 h 6345"/>
                  <a:gd name="connsiteX6" fmla="*/ 241 w 6343"/>
                  <a:gd name="connsiteY6" fmla="*/ 3436 h 6345"/>
                  <a:gd name="connsiteX7" fmla="*/ 1170 w 6343"/>
                  <a:gd name="connsiteY7" fmla="*/ 5679 h 6345"/>
                  <a:gd name="connsiteX8" fmla="*/ 3413 w 6343"/>
                  <a:gd name="connsiteY8" fmla="*/ 66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608"/>
                    </a:moveTo>
                    <a:cubicBezTo>
                      <a:pt x="4254" y="6608"/>
                      <a:pt x="5061" y="6274"/>
                      <a:pt x="5655" y="5679"/>
                    </a:cubicBezTo>
                    <a:cubicBezTo>
                      <a:pt x="6250" y="5084"/>
                      <a:pt x="6584" y="4277"/>
                      <a:pt x="6584" y="3436"/>
                    </a:cubicBezTo>
                    <a:cubicBezTo>
                      <a:pt x="6584" y="2594"/>
                      <a:pt x="6250" y="1787"/>
                      <a:pt x="5655" y="1192"/>
                    </a:cubicBezTo>
                    <a:cubicBezTo>
                      <a:pt x="5061" y="597"/>
                      <a:pt x="4254" y="263"/>
                      <a:pt x="3413" y="263"/>
                    </a:cubicBezTo>
                    <a:cubicBezTo>
                      <a:pt x="2572" y="263"/>
                      <a:pt x="1765" y="597"/>
                      <a:pt x="1170" y="1192"/>
                    </a:cubicBezTo>
                    <a:cubicBezTo>
                      <a:pt x="575" y="1787"/>
                      <a:pt x="241" y="2594"/>
                      <a:pt x="241" y="3436"/>
                    </a:cubicBezTo>
                    <a:cubicBezTo>
                      <a:pt x="241" y="4277"/>
                      <a:pt x="575" y="5084"/>
                      <a:pt x="1170" y="5679"/>
                    </a:cubicBezTo>
                    <a:cubicBezTo>
                      <a:pt x="1765" y="6274"/>
                      <a:pt x="2572" y="6608"/>
                      <a:pt x="3413" y="66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5" name="Freeform: Shape 1344">
                <a:extLst>
                  <a:ext uri="{FF2B5EF4-FFF2-40B4-BE49-F238E27FC236}">
                    <a16:creationId xmlns:a16="http://schemas.microsoft.com/office/drawing/2014/main" id="{5D1B1E89-EB64-9101-7540-66B9F3881CD0}"/>
                  </a:ext>
                </a:extLst>
              </p:cNvPr>
              <p:cNvSpPr/>
              <p:nvPr/>
            </p:nvSpPr>
            <p:spPr>
              <a:xfrm>
                <a:off x="3905855" y="6815269"/>
                <a:ext cx="6343" cy="6345"/>
              </a:xfrm>
              <a:custGeom>
                <a:avLst/>
                <a:gdLst>
                  <a:gd name="connsiteX0" fmla="*/ 3412 w 6343"/>
                  <a:gd name="connsiteY0" fmla="*/ 6608 h 6345"/>
                  <a:gd name="connsiteX1" fmla="*/ 5655 w 6343"/>
                  <a:gd name="connsiteY1" fmla="*/ 5679 h 6345"/>
                  <a:gd name="connsiteX2" fmla="*/ 6584 w 6343"/>
                  <a:gd name="connsiteY2" fmla="*/ 3436 h 6345"/>
                  <a:gd name="connsiteX3" fmla="*/ 5655 w 6343"/>
                  <a:gd name="connsiteY3" fmla="*/ 1192 h 6345"/>
                  <a:gd name="connsiteX4" fmla="*/ 3412 w 6343"/>
                  <a:gd name="connsiteY4" fmla="*/ 263 h 6345"/>
                  <a:gd name="connsiteX5" fmla="*/ 1170 w 6343"/>
                  <a:gd name="connsiteY5" fmla="*/ 1192 h 6345"/>
                  <a:gd name="connsiteX6" fmla="*/ 241 w 6343"/>
                  <a:gd name="connsiteY6" fmla="*/ 3436 h 6345"/>
                  <a:gd name="connsiteX7" fmla="*/ 1170 w 6343"/>
                  <a:gd name="connsiteY7" fmla="*/ 5679 h 6345"/>
                  <a:gd name="connsiteX8" fmla="*/ 3412 w 6343"/>
                  <a:gd name="connsiteY8" fmla="*/ 66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608"/>
                    </a:moveTo>
                    <a:cubicBezTo>
                      <a:pt x="4253" y="6608"/>
                      <a:pt x="5060" y="6274"/>
                      <a:pt x="5655" y="5679"/>
                    </a:cubicBezTo>
                    <a:cubicBezTo>
                      <a:pt x="6250" y="5084"/>
                      <a:pt x="6584" y="4277"/>
                      <a:pt x="6584" y="3436"/>
                    </a:cubicBezTo>
                    <a:cubicBezTo>
                      <a:pt x="6584" y="2594"/>
                      <a:pt x="6250" y="1787"/>
                      <a:pt x="5655" y="1192"/>
                    </a:cubicBezTo>
                    <a:cubicBezTo>
                      <a:pt x="5060" y="597"/>
                      <a:pt x="4253" y="263"/>
                      <a:pt x="3412" y="263"/>
                    </a:cubicBezTo>
                    <a:cubicBezTo>
                      <a:pt x="2571" y="263"/>
                      <a:pt x="1764" y="597"/>
                      <a:pt x="1170" y="1192"/>
                    </a:cubicBezTo>
                    <a:cubicBezTo>
                      <a:pt x="575" y="1787"/>
                      <a:pt x="241" y="2594"/>
                      <a:pt x="241" y="3436"/>
                    </a:cubicBezTo>
                    <a:cubicBezTo>
                      <a:pt x="241" y="4277"/>
                      <a:pt x="575" y="5084"/>
                      <a:pt x="1170" y="5679"/>
                    </a:cubicBezTo>
                    <a:cubicBezTo>
                      <a:pt x="1764" y="6274"/>
                      <a:pt x="2571" y="6608"/>
                      <a:pt x="3412" y="66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6" name="Freeform: Shape 1345">
                <a:extLst>
                  <a:ext uri="{FF2B5EF4-FFF2-40B4-BE49-F238E27FC236}">
                    <a16:creationId xmlns:a16="http://schemas.microsoft.com/office/drawing/2014/main" id="{7AEDC2F6-E7D2-728A-D51B-2A12F3A19DF2}"/>
                  </a:ext>
                </a:extLst>
              </p:cNvPr>
              <p:cNvSpPr/>
              <p:nvPr/>
            </p:nvSpPr>
            <p:spPr>
              <a:xfrm>
                <a:off x="3887061" y="6311888"/>
                <a:ext cx="6343" cy="6345"/>
              </a:xfrm>
              <a:custGeom>
                <a:avLst/>
                <a:gdLst>
                  <a:gd name="connsiteX0" fmla="*/ 3411 w 6343"/>
                  <a:gd name="connsiteY0" fmla="*/ 6569 h 6345"/>
                  <a:gd name="connsiteX1" fmla="*/ 5653 w 6343"/>
                  <a:gd name="connsiteY1" fmla="*/ 5639 h 6345"/>
                  <a:gd name="connsiteX2" fmla="*/ 6582 w 6343"/>
                  <a:gd name="connsiteY2" fmla="*/ 3396 h 6345"/>
                  <a:gd name="connsiteX3" fmla="*/ 5653 w 6343"/>
                  <a:gd name="connsiteY3" fmla="*/ 1152 h 6345"/>
                  <a:gd name="connsiteX4" fmla="*/ 3411 w 6343"/>
                  <a:gd name="connsiteY4" fmla="*/ 223 h 6345"/>
                  <a:gd name="connsiteX5" fmla="*/ 1168 w 6343"/>
                  <a:gd name="connsiteY5" fmla="*/ 1152 h 6345"/>
                  <a:gd name="connsiteX6" fmla="*/ 239 w 6343"/>
                  <a:gd name="connsiteY6" fmla="*/ 3396 h 6345"/>
                  <a:gd name="connsiteX7" fmla="*/ 1168 w 6343"/>
                  <a:gd name="connsiteY7" fmla="*/ 5639 h 6345"/>
                  <a:gd name="connsiteX8" fmla="*/ 341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9"/>
                    </a:moveTo>
                    <a:cubicBezTo>
                      <a:pt x="4252" y="6569"/>
                      <a:pt x="5059" y="6234"/>
                      <a:pt x="5653" y="5639"/>
                    </a:cubicBezTo>
                    <a:cubicBezTo>
                      <a:pt x="6248" y="5044"/>
                      <a:pt x="6582" y="4237"/>
                      <a:pt x="6582" y="3396"/>
                    </a:cubicBezTo>
                    <a:cubicBezTo>
                      <a:pt x="6582" y="2554"/>
                      <a:pt x="6248" y="1747"/>
                      <a:pt x="5653" y="1152"/>
                    </a:cubicBezTo>
                    <a:cubicBezTo>
                      <a:pt x="5059" y="557"/>
                      <a:pt x="4252" y="223"/>
                      <a:pt x="3411" y="223"/>
                    </a:cubicBezTo>
                    <a:cubicBezTo>
                      <a:pt x="2570" y="223"/>
                      <a:pt x="1763" y="557"/>
                      <a:pt x="1168" y="1152"/>
                    </a:cubicBezTo>
                    <a:cubicBezTo>
                      <a:pt x="573" y="1747"/>
                      <a:pt x="239" y="2554"/>
                      <a:pt x="239" y="3396"/>
                    </a:cubicBezTo>
                    <a:cubicBezTo>
                      <a:pt x="239" y="4237"/>
                      <a:pt x="573" y="5044"/>
                      <a:pt x="1168" y="5639"/>
                    </a:cubicBezTo>
                    <a:cubicBezTo>
                      <a:pt x="1763" y="6234"/>
                      <a:pt x="2570" y="6569"/>
                      <a:pt x="341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7" name="Freeform: Shape 1346">
                <a:extLst>
                  <a:ext uri="{FF2B5EF4-FFF2-40B4-BE49-F238E27FC236}">
                    <a16:creationId xmlns:a16="http://schemas.microsoft.com/office/drawing/2014/main" id="{6634B369-0CDA-2A4E-2EA8-6681B8EAA6A1}"/>
                  </a:ext>
                </a:extLst>
              </p:cNvPr>
              <p:cNvSpPr/>
              <p:nvPr/>
            </p:nvSpPr>
            <p:spPr>
              <a:xfrm>
                <a:off x="3883506" y="6310867"/>
                <a:ext cx="6343" cy="6345"/>
              </a:xfrm>
              <a:custGeom>
                <a:avLst/>
                <a:gdLst>
                  <a:gd name="connsiteX0" fmla="*/ 3411 w 6343"/>
                  <a:gd name="connsiteY0" fmla="*/ 6569 h 6345"/>
                  <a:gd name="connsiteX1" fmla="*/ 5653 w 6343"/>
                  <a:gd name="connsiteY1" fmla="*/ 5639 h 6345"/>
                  <a:gd name="connsiteX2" fmla="*/ 6582 w 6343"/>
                  <a:gd name="connsiteY2" fmla="*/ 3396 h 6345"/>
                  <a:gd name="connsiteX3" fmla="*/ 5653 w 6343"/>
                  <a:gd name="connsiteY3" fmla="*/ 1152 h 6345"/>
                  <a:gd name="connsiteX4" fmla="*/ 3411 w 6343"/>
                  <a:gd name="connsiteY4" fmla="*/ 223 h 6345"/>
                  <a:gd name="connsiteX5" fmla="*/ 1168 w 6343"/>
                  <a:gd name="connsiteY5" fmla="*/ 1152 h 6345"/>
                  <a:gd name="connsiteX6" fmla="*/ 239 w 6343"/>
                  <a:gd name="connsiteY6" fmla="*/ 3396 h 6345"/>
                  <a:gd name="connsiteX7" fmla="*/ 1168 w 6343"/>
                  <a:gd name="connsiteY7" fmla="*/ 5639 h 6345"/>
                  <a:gd name="connsiteX8" fmla="*/ 341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9"/>
                    </a:moveTo>
                    <a:cubicBezTo>
                      <a:pt x="4252" y="6569"/>
                      <a:pt x="5058" y="6234"/>
                      <a:pt x="5653" y="5639"/>
                    </a:cubicBezTo>
                    <a:cubicBezTo>
                      <a:pt x="6248" y="5044"/>
                      <a:pt x="6582" y="4237"/>
                      <a:pt x="6582" y="3396"/>
                    </a:cubicBezTo>
                    <a:cubicBezTo>
                      <a:pt x="6582" y="2554"/>
                      <a:pt x="6248" y="1747"/>
                      <a:pt x="5653" y="1152"/>
                    </a:cubicBezTo>
                    <a:cubicBezTo>
                      <a:pt x="5058" y="557"/>
                      <a:pt x="4252" y="223"/>
                      <a:pt x="3411" y="223"/>
                    </a:cubicBezTo>
                    <a:cubicBezTo>
                      <a:pt x="2569" y="223"/>
                      <a:pt x="1763" y="557"/>
                      <a:pt x="1168" y="1152"/>
                    </a:cubicBezTo>
                    <a:cubicBezTo>
                      <a:pt x="573" y="1747"/>
                      <a:pt x="239" y="2554"/>
                      <a:pt x="239" y="3396"/>
                    </a:cubicBezTo>
                    <a:cubicBezTo>
                      <a:pt x="239" y="4237"/>
                      <a:pt x="573" y="5044"/>
                      <a:pt x="1168" y="5639"/>
                    </a:cubicBezTo>
                    <a:cubicBezTo>
                      <a:pt x="1763" y="6234"/>
                      <a:pt x="2569" y="6569"/>
                      <a:pt x="341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8" name="Freeform: Shape 1347">
                <a:extLst>
                  <a:ext uri="{FF2B5EF4-FFF2-40B4-BE49-F238E27FC236}">
                    <a16:creationId xmlns:a16="http://schemas.microsoft.com/office/drawing/2014/main" id="{8539CACE-A372-6F1D-9C8F-B00B908FCCA5}"/>
                  </a:ext>
                </a:extLst>
              </p:cNvPr>
              <p:cNvSpPr/>
              <p:nvPr/>
            </p:nvSpPr>
            <p:spPr>
              <a:xfrm>
                <a:off x="3879935" y="6307347"/>
                <a:ext cx="6343" cy="6345"/>
              </a:xfrm>
              <a:custGeom>
                <a:avLst/>
                <a:gdLst>
                  <a:gd name="connsiteX0" fmla="*/ 3410 w 6343"/>
                  <a:gd name="connsiteY0" fmla="*/ 6568 h 6345"/>
                  <a:gd name="connsiteX1" fmla="*/ 5653 w 6343"/>
                  <a:gd name="connsiteY1" fmla="*/ 5639 h 6345"/>
                  <a:gd name="connsiteX2" fmla="*/ 6582 w 6343"/>
                  <a:gd name="connsiteY2" fmla="*/ 3396 h 6345"/>
                  <a:gd name="connsiteX3" fmla="*/ 5653 w 6343"/>
                  <a:gd name="connsiteY3" fmla="*/ 1152 h 6345"/>
                  <a:gd name="connsiteX4" fmla="*/ 3410 w 6343"/>
                  <a:gd name="connsiteY4" fmla="*/ 223 h 6345"/>
                  <a:gd name="connsiteX5" fmla="*/ 1168 w 6343"/>
                  <a:gd name="connsiteY5" fmla="*/ 1152 h 6345"/>
                  <a:gd name="connsiteX6" fmla="*/ 239 w 6343"/>
                  <a:gd name="connsiteY6" fmla="*/ 3396 h 6345"/>
                  <a:gd name="connsiteX7" fmla="*/ 1168 w 6343"/>
                  <a:gd name="connsiteY7" fmla="*/ 5639 h 6345"/>
                  <a:gd name="connsiteX8" fmla="*/ 3410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8"/>
                    </a:moveTo>
                    <a:cubicBezTo>
                      <a:pt x="4251" y="6568"/>
                      <a:pt x="5058" y="6234"/>
                      <a:pt x="5653" y="5639"/>
                    </a:cubicBezTo>
                    <a:cubicBezTo>
                      <a:pt x="6248" y="5044"/>
                      <a:pt x="6582" y="4237"/>
                      <a:pt x="6582" y="3396"/>
                    </a:cubicBezTo>
                    <a:cubicBezTo>
                      <a:pt x="6582" y="2554"/>
                      <a:pt x="6248" y="1747"/>
                      <a:pt x="5653" y="1152"/>
                    </a:cubicBezTo>
                    <a:cubicBezTo>
                      <a:pt x="5058" y="557"/>
                      <a:pt x="4251" y="223"/>
                      <a:pt x="3410" y="223"/>
                    </a:cubicBezTo>
                    <a:cubicBezTo>
                      <a:pt x="2569" y="223"/>
                      <a:pt x="1762" y="557"/>
                      <a:pt x="1168" y="1152"/>
                    </a:cubicBezTo>
                    <a:cubicBezTo>
                      <a:pt x="573" y="1747"/>
                      <a:pt x="239" y="2554"/>
                      <a:pt x="239" y="3396"/>
                    </a:cubicBezTo>
                    <a:cubicBezTo>
                      <a:pt x="239" y="4237"/>
                      <a:pt x="573" y="5044"/>
                      <a:pt x="1168" y="5639"/>
                    </a:cubicBezTo>
                    <a:cubicBezTo>
                      <a:pt x="1762" y="6234"/>
                      <a:pt x="2569" y="6568"/>
                      <a:pt x="3410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9" name="Freeform: Shape 1348">
                <a:extLst>
                  <a:ext uri="{FF2B5EF4-FFF2-40B4-BE49-F238E27FC236}">
                    <a16:creationId xmlns:a16="http://schemas.microsoft.com/office/drawing/2014/main" id="{9E418EA7-DE43-0C50-DD23-06822C66507E}"/>
                  </a:ext>
                </a:extLst>
              </p:cNvPr>
              <p:cNvSpPr/>
              <p:nvPr/>
            </p:nvSpPr>
            <p:spPr>
              <a:xfrm>
                <a:off x="3880088" y="6942388"/>
                <a:ext cx="6343" cy="6345"/>
              </a:xfrm>
              <a:custGeom>
                <a:avLst/>
                <a:gdLst>
                  <a:gd name="connsiteX0" fmla="*/ 3410 w 6343"/>
                  <a:gd name="connsiteY0" fmla="*/ 6618 h 6345"/>
                  <a:gd name="connsiteX1" fmla="*/ 5653 w 6343"/>
                  <a:gd name="connsiteY1" fmla="*/ 5689 h 6345"/>
                  <a:gd name="connsiteX2" fmla="*/ 6582 w 6343"/>
                  <a:gd name="connsiteY2" fmla="*/ 3446 h 6345"/>
                  <a:gd name="connsiteX3" fmla="*/ 5653 w 6343"/>
                  <a:gd name="connsiteY3" fmla="*/ 1202 h 6345"/>
                  <a:gd name="connsiteX4" fmla="*/ 3410 w 6343"/>
                  <a:gd name="connsiteY4" fmla="*/ 273 h 6345"/>
                  <a:gd name="connsiteX5" fmla="*/ 1168 w 6343"/>
                  <a:gd name="connsiteY5" fmla="*/ 1202 h 6345"/>
                  <a:gd name="connsiteX6" fmla="*/ 239 w 6343"/>
                  <a:gd name="connsiteY6" fmla="*/ 3446 h 6345"/>
                  <a:gd name="connsiteX7" fmla="*/ 1168 w 6343"/>
                  <a:gd name="connsiteY7" fmla="*/ 5689 h 6345"/>
                  <a:gd name="connsiteX8" fmla="*/ 3410 w 6343"/>
                  <a:gd name="connsiteY8" fmla="*/ 661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618"/>
                    </a:moveTo>
                    <a:cubicBezTo>
                      <a:pt x="4251" y="6618"/>
                      <a:pt x="5058" y="6284"/>
                      <a:pt x="5653" y="5689"/>
                    </a:cubicBezTo>
                    <a:cubicBezTo>
                      <a:pt x="6248" y="5094"/>
                      <a:pt x="6582" y="4287"/>
                      <a:pt x="6582" y="3446"/>
                    </a:cubicBezTo>
                    <a:cubicBezTo>
                      <a:pt x="6582" y="2604"/>
                      <a:pt x="6248" y="1797"/>
                      <a:pt x="5653" y="1202"/>
                    </a:cubicBezTo>
                    <a:cubicBezTo>
                      <a:pt x="5058" y="607"/>
                      <a:pt x="4251" y="273"/>
                      <a:pt x="3410" y="273"/>
                    </a:cubicBezTo>
                    <a:cubicBezTo>
                      <a:pt x="2569" y="273"/>
                      <a:pt x="1762" y="607"/>
                      <a:pt x="1168" y="1202"/>
                    </a:cubicBezTo>
                    <a:cubicBezTo>
                      <a:pt x="573" y="1797"/>
                      <a:pt x="239" y="2604"/>
                      <a:pt x="239" y="3446"/>
                    </a:cubicBezTo>
                    <a:cubicBezTo>
                      <a:pt x="239" y="4287"/>
                      <a:pt x="573" y="5094"/>
                      <a:pt x="1168" y="5689"/>
                    </a:cubicBezTo>
                    <a:cubicBezTo>
                      <a:pt x="1762" y="6284"/>
                      <a:pt x="2569" y="6618"/>
                      <a:pt x="3410" y="66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0" name="Freeform: Shape 1349">
                <a:extLst>
                  <a:ext uri="{FF2B5EF4-FFF2-40B4-BE49-F238E27FC236}">
                    <a16:creationId xmlns:a16="http://schemas.microsoft.com/office/drawing/2014/main" id="{2DA98B08-4BA0-23DD-F8A4-5B0B25239CBB}"/>
                  </a:ext>
                </a:extLst>
              </p:cNvPr>
              <p:cNvSpPr/>
              <p:nvPr/>
            </p:nvSpPr>
            <p:spPr>
              <a:xfrm>
                <a:off x="3872808" y="6611986"/>
                <a:ext cx="6343" cy="6345"/>
              </a:xfrm>
              <a:custGeom>
                <a:avLst/>
                <a:gdLst>
                  <a:gd name="connsiteX0" fmla="*/ 3410 w 6343"/>
                  <a:gd name="connsiteY0" fmla="*/ 6592 h 6345"/>
                  <a:gd name="connsiteX1" fmla="*/ 5652 w 6343"/>
                  <a:gd name="connsiteY1" fmla="*/ 5663 h 6345"/>
                  <a:gd name="connsiteX2" fmla="*/ 6581 w 6343"/>
                  <a:gd name="connsiteY2" fmla="*/ 3420 h 6345"/>
                  <a:gd name="connsiteX3" fmla="*/ 5652 w 6343"/>
                  <a:gd name="connsiteY3" fmla="*/ 1176 h 6345"/>
                  <a:gd name="connsiteX4" fmla="*/ 3410 w 6343"/>
                  <a:gd name="connsiteY4" fmla="*/ 247 h 6345"/>
                  <a:gd name="connsiteX5" fmla="*/ 1167 w 6343"/>
                  <a:gd name="connsiteY5" fmla="*/ 1176 h 6345"/>
                  <a:gd name="connsiteX6" fmla="*/ 238 w 6343"/>
                  <a:gd name="connsiteY6" fmla="*/ 3420 h 6345"/>
                  <a:gd name="connsiteX7" fmla="*/ 1167 w 6343"/>
                  <a:gd name="connsiteY7" fmla="*/ 5663 h 6345"/>
                  <a:gd name="connsiteX8" fmla="*/ 3410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92"/>
                    </a:moveTo>
                    <a:cubicBezTo>
                      <a:pt x="4251" y="6592"/>
                      <a:pt x="5058" y="6258"/>
                      <a:pt x="5652" y="5663"/>
                    </a:cubicBezTo>
                    <a:cubicBezTo>
                      <a:pt x="6247" y="5068"/>
                      <a:pt x="6581" y="4261"/>
                      <a:pt x="6581" y="3420"/>
                    </a:cubicBezTo>
                    <a:cubicBezTo>
                      <a:pt x="6581" y="2578"/>
                      <a:pt x="6247" y="1771"/>
                      <a:pt x="5652" y="1176"/>
                    </a:cubicBezTo>
                    <a:cubicBezTo>
                      <a:pt x="5058" y="581"/>
                      <a:pt x="4251" y="247"/>
                      <a:pt x="3410" y="247"/>
                    </a:cubicBezTo>
                    <a:cubicBezTo>
                      <a:pt x="2569" y="247"/>
                      <a:pt x="1762" y="581"/>
                      <a:pt x="1167" y="1176"/>
                    </a:cubicBezTo>
                    <a:cubicBezTo>
                      <a:pt x="572" y="1771"/>
                      <a:pt x="238" y="2578"/>
                      <a:pt x="238" y="3420"/>
                    </a:cubicBezTo>
                    <a:cubicBezTo>
                      <a:pt x="238" y="4261"/>
                      <a:pt x="572" y="5068"/>
                      <a:pt x="1167" y="5663"/>
                    </a:cubicBezTo>
                    <a:cubicBezTo>
                      <a:pt x="1762" y="6258"/>
                      <a:pt x="2569" y="6592"/>
                      <a:pt x="3410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1" name="Freeform: Shape 1350">
                <a:extLst>
                  <a:ext uri="{FF2B5EF4-FFF2-40B4-BE49-F238E27FC236}">
                    <a16:creationId xmlns:a16="http://schemas.microsoft.com/office/drawing/2014/main" id="{9606677A-C29E-5689-3AC9-E7285D5DFA5D}"/>
                  </a:ext>
                </a:extLst>
              </p:cNvPr>
              <p:cNvSpPr/>
              <p:nvPr/>
            </p:nvSpPr>
            <p:spPr>
              <a:xfrm>
                <a:off x="3865788" y="6864770"/>
                <a:ext cx="6343" cy="6345"/>
              </a:xfrm>
              <a:custGeom>
                <a:avLst/>
                <a:gdLst>
                  <a:gd name="connsiteX0" fmla="*/ 3409 w 6343"/>
                  <a:gd name="connsiteY0" fmla="*/ 6612 h 6345"/>
                  <a:gd name="connsiteX1" fmla="*/ 5652 w 6343"/>
                  <a:gd name="connsiteY1" fmla="*/ 5683 h 6345"/>
                  <a:gd name="connsiteX2" fmla="*/ 6581 w 6343"/>
                  <a:gd name="connsiteY2" fmla="*/ 3439 h 6345"/>
                  <a:gd name="connsiteX3" fmla="*/ 5652 w 6343"/>
                  <a:gd name="connsiteY3" fmla="*/ 1196 h 6345"/>
                  <a:gd name="connsiteX4" fmla="*/ 3409 w 6343"/>
                  <a:gd name="connsiteY4" fmla="*/ 267 h 6345"/>
                  <a:gd name="connsiteX5" fmla="*/ 1166 w 6343"/>
                  <a:gd name="connsiteY5" fmla="*/ 1196 h 6345"/>
                  <a:gd name="connsiteX6" fmla="*/ 238 w 6343"/>
                  <a:gd name="connsiteY6" fmla="*/ 3439 h 6345"/>
                  <a:gd name="connsiteX7" fmla="*/ 1166 w 6343"/>
                  <a:gd name="connsiteY7" fmla="*/ 5683 h 6345"/>
                  <a:gd name="connsiteX8" fmla="*/ 3409 w 6343"/>
                  <a:gd name="connsiteY8" fmla="*/ 66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612"/>
                    </a:moveTo>
                    <a:cubicBezTo>
                      <a:pt x="4250" y="6612"/>
                      <a:pt x="5057" y="6278"/>
                      <a:pt x="5652" y="5683"/>
                    </a:cubicBezTo>
                    <a:cubicBezTo>
                      <a:pt x="6246" y="5088"/>
                      <a:pt x="6581" y="4281"/>
                      <a:pt x="6581" y="3439"/>
                    </a:cubicBezTo>
                    <a:cubicBezTo>
                      <a:pt x="6581" y="2598"/>
                      <a:pt x="6246" y="1791"/>
                      <a:pt x="5652" y="1196"/>
                    </a:cubicBezTo>
                    <a:cubicBezTo>
                      <a:pt x="5057" y="601"/>
                      <a:pt x="4250" y="267"/>
                      <a:pt x="3409" y="267"/>
                    </a:cubicBezTo>
                    <a:cubicBezTo>
                      <a:pt x="2568" y="267"/>
                      <a:pt x="1761" y="601"/>
                      <a:pt x="1166" y="1196"/>
                    </a:cubicBezTo>
                    <a:cubicBezTo>
                      <a:pt x="572" y="1791"/>
                      <a:pt x="238" y="2598"/>
                      <a:pt x="238" y="3439"/>
                    </a:cubicBezTo>
                    <a:cubicBezTo>
                      <a:pt x="238" y="4281"/>
                      <a:pt x="572" y="5088"/>
                      <a:pt x="1166" y="5683"/>
                    </a:cubicBezTo>
                    <a:cubicBezTo>
                      <a:pt x="1761" y="6278"/>
                      <a:pt x="2568" y="6612"/>
                      <a:pt x="3409" y="66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2" name="Freeform: Shape 1351">
                <a:extLst>
                  <a:ext uri="{FF2B5EF4-FFF2-40B4-BE49-F238E27FC236}">
                    <a16:creationId xmlns:a16="http://schemas.microsoft.com/office/drawing/2014/main" id="{2864E855-C747-DEDA-D5F5-D311B3467065}"/>
                  </a:ext>
                </a:extLst>
              </p:cNvPr>
              <p:cNvSpPr/>
              <p:nvPr/>
            </p:nvSpPr>
            <p:spPr>
              <a:xfrm>
                <a:off x="3859031" y="6851365"/>
                <a:ext cx="6343" cy="6345"/>
              </a:xfrm>
              <a:custGeom>
                <a:avLst/>
                <a:gdLst>
                  <a:gd name="connsiteX0" fmla="*/ 3409 w 6343"/>
                  <a:gd name="connsiteY0" fmla="*/ 6611 h 6345"/>
                  <a:gd name="connsiteX1" fmla="*/ 5651 w 6343"/>
                  <a:gd name="connsiteY1" fmla="*/ 5682 h 6345"/>
                  <a:gd name="connsiteX2" fmla="*/ 6580 w 6343"/>
                  <a:gd name="connsiteY2" fmla="*/ 3438 h 6345"/>
                  <a:gd name="connsiteX3" fmla="*/ 5651 w 6343"/>
                  <a:gd name="connsiteY3" fmla="*/ 1195 h 6345"/>
                  <a:gd name="connsiteX4" fmla="*/ 3409 w 6343"/>
                  <a:gd name="connsiteY4" fmla="*/ 266 h 6345"/>
                  <a:gd name="connsiteX5" fmla="*/ 1166 w 6343"/>
                  <a:gd name="connsiteY5" fmla="*/ 1195 h 6345"/>
                  <a:gd name="connsiteX6" fmla="*/ 237 w 6343"/>
                  <a:gd name="connsiteY6" fmla="*/ 3438 h 6345"/>
                  <a:gd name="connsiteX7" fmla="*/ 1166 w 6343"/>
                  <a:gd name="connsiteY7" fmla="*/ 5682 h 6345"/>
                  <a:gd name="connsiteX8" fmla="*/ 3409 w 6343"/>
                  <a:gd name="connsiteY8" fmla="*/ 66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611"/>
                    </a:moveTo>
                    <a:cubicBezTo>
                      <a:pt x="4250" y="6611"/>
                      <a:pt x="5056" y="6277"/>
                      <a:pt x="5651" y="5682"/>
                    </a:cubicBezTo>
                    <a:cubicBezTo>
                      <a:pt x="6246" y="5087"/>
                      <a:pt x="6580" y="4280"/>
                      <a:pt x="6580" y="3438"/>
                    </a:cubicBezTo>
                    <a:cubicBezTo>
                      <a:pt x="6580" y="2597"/>
                      <a:pt x="6246" y="1790"/>
                      <a:pt x="5651" y="1195"/>
                    </a:cubicBezTo>
                    <a:cubicBezTo>
                      <a:pt x="5056" y="600"/>
                      <a:pt x="4250" y="266"/>
                      <a:pt x="3409" y="266"/>
                    </a:cubicBezTo>
                    <a:cubicBezTo>
                      <a:pt x="2567" y="266"/>
                      <a:pt x="1761" y="600"/>
                      <a:pt x="1166" y="1195"/>
                    </a:cubicBezTo>
                    <a:cubicBezTo>
                      <a:pt x="571" y="1790"/>
                      <a:pt x="237" y="2597"/>
                      <a:pt x="237" y="3438"/>
                    </a:cubicBezTo>
                    <a:cubicBezTo>
                      <a:pt x="237" y="4280"/>
                      <a:pt x="571" y="5087"/>
                      <a:pt x="1166" y="5682"/>
                    </a:cubicBezTo>
                    <a:cubicBezTo>
                      <a:pt x="1761" y="6277"/>
                      <a:pt x="2567" y="6611"/>
                      <a:pt x="3409" y="66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3" name="Freeform: Shape 1352">
                <a:extLst>
                  <a:ext uri="{FF2B5EF4-FFF2-40B4-BE49-F238E27FC236}">
                    <a16:creationId xmlns:a16="http://schemas.microsoft.com/office/drawing/2014/main" id="{1BAABD3D-1610-C1B6-A38D-E7FA83E31D56}"/>
                  </a:ext>
                </a:extLst>
              </p:cNvPr>
              <p:cNvSpPr/>
              <p:nvPr/>
            </p:nvSpPr>
            <p:spPr>
              <a:xfrm>
                <a:off x="3852290" y="6845779"/>
                <a:ext cx="6343" cy="6345"/>
              </a:xfrm>
              <a:custGeom>
                <a:avLst/>
                <a:gdLst>
                  <a:gd name="connsiteX0" fmla="*/ 3408 w 6343"/>
                  <a:gd name="connsiteY0" fmla="*/ 6611 h 6345"/>
                  <a:gd name="connsiteX1" fmla="*/ 5651 w 6343"/>
                  <a:gd name="connsiteY1" fmla="*/ 5681 h 6345"/>
                  <a:gd name="connsiteX2" fmla="*/ 6580 w 6343"/>
                  <a:gd name="connsiteY2" fmla="*/ 3438 h 6345"/>
                  <a:gd name="connsiteX3" fmla="*/ 5651 w 6343"/>
                  <a:gd name="connsiteY3" fmla="*/ 1195 h 6345"/>
                  <a:gd name="connsiteX4" fmla="*/ 3408 w 6343"/>
                  <a:gd name="connsiteY4" fmla="*/ 265 h 6345"/>
                  <a:gd name="connsiteX5" fmla="*/ 1165 w 6343"/>
                  <a:gd name="connsiteY5" fmla="*/ 1195 h 6345"/>
                  <a:gd name="connsiteX6" fmla="*/ 236 w 6343"/>
                  <a:gd name="connsiteY6" fmla="*/ 3438 h 6345"/>
                  <a:gd name="connsiteX7" fmla="*/ 1165 w 6343"/>
                  <a:gd name="connsiteY7" fmla="*/ 5681 h 6345"/>
                  <a:gd name="connsiteX8" fmla="*/ 3408 w 6343"/>
                  <a:gd name="connsiteY8" fmla="*/ 66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611"/>
                    </a:moveTo>
                    <a:cubicBezTo>
                      <a:pt x="4249" y="6611"/>
                      <a:pt x="5056" y="6276"/>
                      <a:pt x="5651" y="5681"/>
                    </a:cubicBezTo>
                    <a:cubicBezTo>
                      <a:pt x="6245" y="5086"/>
                      <a:pt x="6580" y="4279"/>
                      <a:pt x="6580" y="3438"/>
                    </a:cubicBezTo>
                    <a:cubicBezTo>
                      <a:pt x="6580" y="2597"/>
                      <a:pt x="6245" y="1789"/>
                      <a:pt x="5651" y="1195"/>
                    </a:cubicBezTo>
                    <a:cubicBezTo>
                      <a:pt x="5056" y="600"/>
                      <a:pt x="4249" y="265"/>
                      <a:pt x="3408" y="265"/>
                    </a:cubicBezTo>
                    <a:cubicBezTo>
                      <a:pt x="2567" y="265"/>
                      <a:pt x="1760" y="600"/>
                      <a:pt x="1165" y="1195"/>
                    </a:cubicBezTo>
                    <a:cubicBezTo>
                      <a:pt x="571" y="1789"/>
                      <a:pt x="236" y="2597"/>
                      <a:pt x="236" y="3438"/>
                    </a:cubicBezTo>
                    <a:cubicBezTo>
                      <a:pt x="236" y="4279"/>
                      <a:pt x="571" y="5086"/>
                      <a:pt x="1165" y="5681"/>
                    </a:cubicBezTo>
                    <a:cubicBezTo>
                      <a:pt x="1760" y="6276"/>
                      <a:pt x="2567" y="6611"/>
                      <a:pt x="3408" y="66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4" name="Freeform: Shape 1353">
                <a:extLst>
                  <a:ext uri="{FF2B5EF4-FFF2-40B4-BE49-F238E27FC236}">
                    <a16:creationId xmlns:a16="http://schemas.microsoft.com/office/drawing/2014/main" id="{F0E65F34-67AD-7B43-2B36-A2C147DD1EE0}"/>
                  </a:ext>
                </a:extLst>
              </p:cNvPr>
              <p:cNvSpPr/>
              <p:nvPr/>
            </p:nvSpPr>
            <p:spPr>
              <a:xfrm>
                <a:off x="3840187" y="7058159"/>
                <a:ext cx="6343" cy="6345"/>
              </a:xfrm>
              <a:custGeom>
                <a:avLst/>
                <a:gdLst>
                  <a:gd name="connsiteX0" fmla="*/ 3407 w 6343"/>
                  <a:gd name="connsiteY0" fmla="*/ 6627 h 6345"/>
                  <a:gd name="connsiteX1" fmla="*/ 5650 w 6343"/>
                  <a:gd name="connsiteY1" fmla="*/ 5698 h 6345"/>
                  <a:gd name="connsiteX2" fmla="*/ 6579 w 6343"/>
                  <a:gd name="connsiteY2" fmla="*/ 3455 h 6345"/>
                  <a:gd name="connsiteX3" fmla="*/ 5650 w 6343"/>
                  <a:gd name="connsiteY3" fmla="*/ 1211 h 6345"/>
                  <a:gd name="connsiteX4" fmla="*/ 3407 w 6343"/>
                  <a:gd name="connsiteY4" fmla="*/ 282 h 6345"/>
                  <a:gd name="connsiteX5" fmla="*/ 1164 w 6343"/>
                  <a:gd name="connsiteY5" fmla="*/ 1211 h 6345"/>
                  <a:gd name="connsiteX6" fmla="*/ 236 w 6343"/>
                  <a:gd name="connsiteY6" fmla="*/ 3455 h 6345"/>
                  <a:gd name="connsiteX7" fmla="*/ 1164 w 6343"/>
                  <a:gd name="connsiteY7" fmla="*/ 5698 h 6345"/>
                  <a:gd name="connsiteX8" fmla="*/ 3407 w 6343"/>
                  <a:gd name="connsiteY8" fmla="*/ 66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627"/>
                    </a:moveTo>
                    <a:cubicBezTo>
                      <a:pt x="4248" y="6627"/>
                      <a:pt x="5055" y="6293"/>
                      <a:pt x="5650" y="5698"/>
                    </a:cubicBezTo>
                    <a:cubicBezTo>
                      <a:pt x="6244" y="5103"/>
                      <a:pt x="6579" y="4296"/>
                      <a:pt x="6579" y="3455"/>
                    </a:cubicBezTo>
                    <a:cubicBezTo>
                      <a:pt x="6579" y="2613"/>
                      <a:pt x="6244" y="1806"/>
                      <a:pt x="5650" y="1211"/>
                    </a:cubicBezTo>
                    <a:cubicBezTo>
                      <a:pt x="5055" y="616"/>
                      <a:pt x="4248" y="282"/>
                      <a:pt x="3407" y="282"/>
                    </a:cubicBezTo>
                    <a:cubicBezTo>
                      <a:pt x="2566" y="282"/>
                      <a:pt x="1759" y="616"/>
                      <a:pt x="1164" y="1211"/>
                    </a:cubicBezTo>
                    <a:cubicBezTo>
                      <a:pt x="570" y="1806"/>
                      <a:pt x="236" y="2613"/>
                      <a:pt x="236" y="3455"/>
                    </a:cubicBezTo>
                    <a:cubicBezTo>
                      <a:pt x="236" y="4296"/>
                      <a:pt x="570" y="5103"/>
                      <a:pt x="1164" y="5698"/>
                    </a:cubicBezTo>
                    <a:cubicBezTo>
                      <a:pt x="1759" y="6293"/>
                      <a:pt x="2566" y="6627"/>
                      <a:pt x="3407" y="66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5" name="Freeform: Shape 1354">
                <a:extLst>
                  <a:ext uri="{FF2B5EF4-FFF2-40B4-BE49-F238E27FC236}">
                    <a16:creationId xmlns:a16="http://schemas.microsoft.com/office/drawing/2014/main" id="{754BAF85-9895-A403-4674-CBBDCFB55D51}"/>
                  </a:ext>
                </a:extLst>
              </p:cNvPr>
              <p:cNvSpPr/>
              <p:nvPr/>
            </p:nvSpPr>
            <p:spPr>
              <a:xfrm>
                <a:off x="3846086" y="6606708"/>
                <a:ext cx="6343" cy="6345"/>
              </a:xfrm>
              <a:custGeom>
                <a:avLst/>
                <a:gdLst>
                  <a:gd name="connsiteX0" fmla="*/ 3408 w 6343"/>
                  <a:gd name="connsiteY0" fmla="*/ 6592 h 6345"/>
                  <a:gd name="connsiteX1" fmla="*/ 5650 w 6343"/>
                  <a:gd name="connsiteY1" fmla="*/ 5663 h 6345"/>
                  <a:gd name="connsiteX2" fmla="*/ 6579 w 6343"/>
                  <a:gd name="connsiteY2" fmla="*/ 3419 h 6345"/>
                  <a:gd name="connsiteX3" fmla="*/ 5650 w 6343"/>
                  <a:gd name="connsiteY3" fmla="*/ 1176 h 6345"/>
                  <a:gd name="connsiteX4" fmla="*/ 3408 w 6343"/>
                  <a:gd name="connsiteY4" fmla="*/ 246 h 6345"/>
                  <a:gd name="connsiteX5" fmla="*/ 1165 w 6343"/>
                  <a:gd name="connsiteY5" fmla="*/ 1176 h 6345"/>
                  <a:gd name="connsiteX6" fmla="*/ 236 w 6343"/>
                  <a:gd name="connsiteY6" fmla="*/ 3419 h 6345"/>
                  <a:gd name="connsiteX7" fmla="*/ 1165 w 6343"/>
                  <a:gd name="connsiteY7" fmla="*/ 5663 h 6345"/>
                  <a:gd name="connsiteX8" fmla="*/ 3408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92"/>
                    </a:moveTo>
                    <a:cubicBezTo>
                      <a:pt x="4249" y="6592"/>
                      <a:pt x="5055" y="6258"/>
                      <a:pt x="5650" y="5663"/>
                    </a:cubicBezTo>
                    <a:cubicBezTo>
                      <a:pt x="6245" y="5068"/>
                      <a:pt x="6579" y="4261"/>
                      <a:pt x="6579" y="3419"/>
                    </a:cubicBezTo>
                    <a:cubicBezTo>
                      <a:pt x="6579" y="2578"/>
                      <a:pt x="6245" y="1771"/>
                      <a:pt x="5650" y="1176"/>
                    </a:cubicBezTo>
                    <a:cubicBezTo>
                      <a:pt x="5055" y="581"/>
                      <a:pt x="4249" y="246"/>
                      <a:pt x="3408" y="246"/>
                    </a:cubicBezTo>
                    <a:cubicBezTo>
                      <a:pt x="2566" y="246"/>
                      <a:pt x="1760" y="581"/>
                      <a:pt x="1165" y="1176"/>
                    </a:cubicBezTo>
                    <a:cubicBezTo>
                      <a:pt x="570" y="1771"/>
                      <a:pt x="236" y="2578"/>
                      <a:pt x="236" y="3419"/>
                    </a:cubicBezTo>
                    <a:cubicBezTo>
                      <a:pt x="236" y="4261"/>
                      <a:pt x="570" y="5068"/>
                      <a:pt x="1165" y="5663"/>
                    </a:cubicBezTo>
                    <a:cubicBezTo>
                      <a:pt x="1760" y="6258"/>
                      <a:pt x="2566" y="6592"/>
                      <a:pt x="3408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6" name="Freeform: Shape 1355">
                <a:extLst>
                  <a:ext uri="{FF2B5EF4-FFF2-40B4-BE49-F238E27FC236}">
                    <a16:creationId xmlns:a16="http://schemas.microsoft.com/office/drawing/2014/main" id="{30BCD046-8A85-91D1-AE3F-09FFDCCB9D41}"/>
                  </a:ext>
                </a:extLst>
              </p:cNvPr>
              <p:cNvSpPr/>
              <p:nvPr/>
            </p:nvSpPr>
            <p:spPr>
              <a:xfrm>
                <a:off x="3840909" y="6602051"/>
                <a:ext cx="6343" cy="6345"/>
              </a:xfrm>
              <a:custGeom>
                <a:avLst/>
                <a:gdLst>
                  <a:gd name="connsiteX0" fmla="*/ 3407 w 6343"/>
                  <a:gd name="connsiteY0" fmla="*/ 6591 h 6345"/>
                  <a:gd name="connsiteX1" fmla="*/ 5650 w 6343"/>
                  <a:gd name="connsiteY1" fmla="*/ 5662 h 6345"/>
                  <a:gd name="connsiteX2" fmla="*/ 6579 w 6343"/>
                  <a:gd name="connsiteY2" fmla="*/ 3419 h 6345"/>
                  <a:gd name="connsiteX3" fmla="*/ 5650 w 6343"/>
                  <a:gd name="connsiteY3" fmla="*/ 1175 h 6345"/>
                  <a:gd name="connsiteX4" fmla="*/ 3407 w 6343"/>
                  <a:gd name="connsiteY4" fmla="*/ 246 h 6345"/>
                  <a:gd name="connsiteX5" fmla="*/ 1165 w 6343"/>
                  <a:gd name="connsiteY5" fmla="*/ 1175 h 6345"/>
                  <a:gd name="connsiteX6" fmla="*/ 236 w 6343"/>
                  <a:gd name="connsiteY6" fmla="*/ 3419 h 6345"/>
                  <a:gd name="connsiteX7" fmla="*/ 1165 w 6343"/>
                  <a:gd name="connsiteY7" fmla="*/ 5662 h 6345"/>
                  <a:gd name="connsiteX8" fmla="*/ 3407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91"/>
                    </a:moveTo>
                    <a:cubicBezTo>
                      <a:pt x="4248" y="6591"/>
                      <a:pt x="5055" y="6257"/>
                      <a:pt x="5650" y="5662"/>
                    </a:cubicBezTo>
                    <a:cubicBezTo>
                      <a:pt x="6245" y="5067"/>
                      <a:pt x="6579" y="4260"/>
                      <a:pt x="6579" y="3419"/>
                    </a:cubicBezTo>
                    <a:cubicBezTo>
                      <a:pt x="6579" y="2577"/>
                      <a:pt x="6245" y="1770"/>
                      <a:pt x="5650" y="1175"/>
                    </a:cubicBezTo>
                    <a:cubicBezTo>
                      <a:pt x="5055" y="580"/>
                      <a:pt x="4248" y="246"/>
                      <a:pt x="3407" y="246"/>
                    </a:cubicBezTo>
                    <a:cubicBezTo>
                      <a:pt x="2566" y="246"/>
                      <a:pt x="1759" y="580"/>
                      <a:pt x="1165" y="1175"/>
                    </a:cubicBezTo>
                    <a:cubicBezTo>
                      <a:pt x="570" y="1770"/>
                      <a:pt x="236" y="2577"/>
                      <a:pt x="236" y="3419"/>
                    </a:cubicBezTo>
                    <a:cubicBezTo>
                      <a:pt x="236" y="4260"/>
                      <a:pt x="570" y="5067"/>
                      <a:pt x="1165" y="5662"/>
                    </a:cubicBezTo>
                    <a:cubicBezTo>
                      <a:pt x="1759" y="6257"/>
                      <a:pt x="2566" y="6591"/>
                      <a:pt x="3407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7" name="Freeform: Shape 1356">
                <a:extLst>
                  <a:ext uri="{FF2B5EF4-FFF2-40B4-BE49-F238E27FC236}">
                    <a16:creationId xmlns:a16="http://schemas.microsoft.com/office/drawing/2014/main" id="{C24E85AC-7C73-CCA7-1642-8D87620A3864}"/>
                  </a:ext>
                </a:extLst>
              </p:cNvPr>
              <p:cNvSpPr/>
              <p:nvPr/>
            </p:nvSpPr>
            <p:spPr>
              <a:xfrm>
                <a:off x="3838095" y="6544144"/>
                <a:ext cx="6343" cy="6345"/>
              </a:xfrm>
              <a:custGeom>
                <a:avLst/>
                <a:gdLst>
                  <a:gd name="connsiteX0" fmla="*/ 3407 w 6343"/>
                  <a:gd name="connsiteY0" fmla="*/ 6587 h 6345"/>
                  <a:gd name="connsiteX1" fmla="*/ 5650 w 6343"/>
                  <a:gd name="connsiteY1" fmla="*/ 5658 h 6345"/>
                  <a:gd name="connsiteX2" fmla="*/ 6578 w 6343"/>
                  <a:gd name="connsiteY2" fmla="*/ 3414 h 6345"/>
                  <a:gd name="connsiteX3" fmla="*/ 5650 w 6343"/>
                  <a:gd name="connsiteY3" fmla="*/ 1171 h 6345"/>
                  <a:gd name="connsiteX4" fmla="*/ 3407 w 6343"/>
                  <a:gd name="connsiteY4" fmla="*/ 241 h 6345"/>
                  <a:gd name="connsiteX5" fmla="*/ 1164 w 6343"/>
                  <a:gd name="connsiteY5" fmla="*/ 1171 h 6345"/>
                  <a:gd name="connsiteX6" fmla="*/ 235 w 6343"/>
                  <a:gd name="connsiteY6" fmla="*/ 3414 h 6345"/>
                  <a:gd name="connsiteX7" fmla="*/ 1164 w 6343"/>
                  <a:gd name="connsiteY7" fmla="*/ 5658 h 6345"/>
                  <a:gd name="connsiteX8" fmla="*/ 3407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87"/>
                    </a:moveTo>
                    <a:cubicBezTo>
                      <a:pt x="4248" y="6587"/>
                      <a:pt x="5055" y="6253"/>
                      <a:pt x="5650" y="5658"/>
                    </a:cubicBezTo>
                    <a:cubicBezTo>
                      <a:pt x="6244" y="5063"/>
                      <a:pt x="6578" y="4256"/>
                      <a:pt x="6578" y="3414"/>
                    </a:cubicBezTo>
                    <a:cubicBezTo>
                      <a:pt x="6578" y="2573"/>
                      <a:pt x="6244" y="1766"/>
                      <a:pt x="5650" y="1171"/>
                    </a:cubicBezTo>
                    <a:cubicBezTo>
                      <a:pt x="5055" y="576"/>
                      <a:pt x="4248" y="241"/>
                      <a:pt x="3407" y="241"/>
                    </a:cubicBezTo>
                    <a:cubicBezTo>
                      <a:pt x="2566" y="241"/>
                      <a:pt x="1759" y="576"/>
                      <a:pt x="1164" y="1171"/>
                    </a:cubicBezTo>
                    <a:cubicBezTo>
                      <a:pt x="570" y="1766"/>
                      <a:pt x="235" y="2573"/>
                      <a:pt x="235" y="3414"/>
                    </a:cubicBezTo>
                    <a:cubicBezTo>
                      <a:pt x="235" y="4256"/>
                      <a:pt x="570" y="5063"/>
                      <a:pt x="1164" y="5658"/>
                    </a:cubicBezTo>
                    <a:cubicBezTo>
                      <a:pt x="1759" y="6253"/>
                      <a:pt x="2566" y="6587"/>
                      <a:pt x="3407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8" name="Freeform: Shape 1357">
                <a:extLst>
                  <a:ext uri="{FF2B5EF4-FFF2-40B4-BE49-F238E27FC236}">
                    <a16:creationId xmlns:a16="http://schemas.microsoft.com/office/drawing/2014/main" id="{5D9E669B-0A41-20B7-AC3B-3282A2836580}"/>
                  </a:ext>
                </a:extLst>
              </p:cNvPr>
              <p:cNvSpPr/>
              <p:nvPr/>
            </p:nvSpPr>
            <p:spPr>
              <a:xfrm>
                <a:off x="3833344" y="6539727"/>
                <a:ext cx="6343" cy="6345"/>
              </a:xfrm>
              <a:custGeom>
                <a:avLst/>
                <a:gdLst>
                  <a:gd name="connsiteX0" fmla="*/ 3407 w 6343"/>
                  <a:gd name="connsiteY0" fmla="*/ 6587 h 6345"/>
                  <a:gd name="connsiteX1" fmla="*/ 5649 w 6343"/>
                  <a:gd name="connsiteY1" fmla="*/ 5657 h 6345"/>
                  <a:gd name="connsiteX2" fmla="*/ 6578 w 6343"/>
                  <a:gd name="connsiteY2" fmla="*/ 3414 h 6345"/>
                  <a:gd name="connsiteX3" fmla="*/ 5649 w 6343"/>
                  <a:gd name="connsiteY3" fmla="*/ 1170 h 6345"/>
                  <a:gd name="connsiteX4" fmla="*/ 3407 w 6343"/>
                  <a:gd name="connsiteY4" fmla="*/ 241 h 6345"/>
                  <a:gd name="connsiteX5" fmla="*/ 1164 w 6343"/>
                  <a:gd name="connsiteY5" fmla="*/ 1170 h 6345"/>
                  <a:gd name="connsiteX6" fmla="*/ 235 w 6343"/>
                  <a:gd name="connsiteY6" fmla="*/ 3414 h 6345"/>
                  <a:gd name="connsiteX7" fmla="*/ 1164 w 6343"/>
                  <a:gd name="connsiteY7" fmla="*/ 5657 h 6345"/>
                  <a:gd name="connsiteX8" fmla="*/ 3407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87"/>
                    </a:moveTo>
                    <a:cubicBezTo>
                      <a:pt x="4248" y="6587"/>
                      <a:pt x="5054" y="6252"/>
                      <a:pt x="5649" y="5657"/>
                    </a:cubicBezTo>
                    <a:cubicBezTo>
                      <a:pt x="6244" y="5062"/>
                      <a:pt x="6578" y="4255"/>
                      <a:pt x="6578" y="3414"/>
                    </a:cubicBezTo>
                    <a:cubicBezTo>
                      <a:pt x="6578" y="2572"/>
                      <a:pt x="6244" y="1765"/>
                      <a:pt x="5649" y="1170"/>
                    </a:cubicBezTo>
                    <a:cubicBezTo>
                      <a:pt x="5054" y="575"/>
                      <a:pt x="4248" y="241"/>
                      <a:pt x="3407" y="241"/>
                    </a:cubicBezTo>
                    <a:cubicBezTo>
                      <a:pt x="2565" y="241"/>
                      <a:pt x="1759" y="575"/>
                      <a:pt x="1164" y="1170"/>
                    </a:cubicBezTo>
                    <a:cubicBezTo>
                      <a:pt x="569" y="1765"/>
                      <a:pt x="235" y="2572"/>
                      <a:pt x="235" y="3414"/>
                    </a:cubicBezTo>
                    <a:cubicBezTo>
                      <a:pt x="235" y="4255"/>
                      <a:pt x="569" y="5062"/>
                      <a:pt x="1164" y="5657"/>
                    </a:cubicBezTo>
                    <a:cubicBezTo>
                      <a:pt x="1759" y="6252"/>
                      <a:pt x="2565" y="6587"/>
                      <a:pt x="3407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9" name="Freeform: Shape 1358">
                <a:extLst>
                  <a:ext uri="{FF2B5EF4-FFF2-40B4-BE49-F238E27FC236}">
                    <a16:creationId xmlns:a16="http://schemas.microsoft.com/office/drawing/2014/main" id="{DA1C728A-4D7D-3601-3F89-31F8A89383A0}"/>
                  </a:ext>
                </a:extLst>
              </p:cNvPr>
              <p:cNvSpPr/>
              <p:nvPr/>
            </p:nvSpPr>
            <p:spPr>
              <a:xfrm>
                <a:off x="3828444" y="6538897"/>
                <a:ext cx="6343" cy="6345"/>
              </a:xfrm>
              <a:custGeom>
                <a:avLst/>
                <a:gdLst>
                  <a:gd name="connsiteX0" fmla="*/ 3406 w 6343"/>
                  <a:gd name="connsiteY0" fmla="*/ 6586 h 6345"/>
                  <a:gd name="connsiteX1" fmla="*/ 5649 w 6343"/>
                  <a:gd name="connsiteY1" fmla="*/ 5657 h 6345"/>
                  <a:gd name="connsiteX2" fmla="*/ 6578 w 6343"/>
                  <a:gd name="connsiteY2" fmla="*/ 3414 h 6345"/>
                  <a:gd name="connsiteX3" fmla="*/ 5649 w 6343"/>
                  <a:gd name="connsiteY3" fmla="*/ 1170 h 6345"/>
                  <a:gd name="connsiteX4" fmla="*/ 3406 w 6343"/>
                  <a:gd name="connsiteY4" fmla="*/ 241 h 6345"/>
                  <a:gd name="connsiteX5" fmla="*/ 1164 w 6343"/>
                  <a:gd name="connsiteY5" fmla="*/ 1170 h 6345"/>
                  <a:gd name="connsiteX6" fmla="*/ 235 w 6343"/>
                  <a:gd name="connsiteY6" fmla="*/ 3414 h 6345"/>
                  <a:gd name="connsiteX7" fmla="*/ 1164 w 6343"/>
                  <a:gd name="connsiteY7" fmla="*/ 5657 h 6345"/>
                  <a:gd name="connsiteX8" fmla="*/ 3406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86"/>
                    </a:moveTo>
                    <a:cubicBezTo>
                      <a:pt x="4247" y="6586"/>
                      <a:pt x="5054" y="6252"/>
                      <a:pt x="5649" y="5657"/>
                    </a:cubicBezTo>
                    <a:cubicBezTo>
                      <a:pt x="6244" y="5062"/>
                      <a:pt x="6578" y="4255"/>
                      <a:pt x="6578" y="3414"/>
                    </a:cubicBezTo>
                    <a:cubicBezTo>
                      <a:pt x="6578" y="2572"/>
                      <a:pt x="6244" y="1765"/>
                      <a:pt x="5649" y="1170"/>
                    </a:cubicBezTo>
                    <a:cubicBezTo>
                      <a:pt x="5054" y="575"/>
                      <a:pt x="4247" y="241"/>
                      <a:pt x="3406" y="241"/>
                    </a:cubicBezTo>
                    <a:cubicBezTo>
                      <a:pt x="2565" y="241"/>
                      <a:pt x="1758" y="575"/>
                      <a:pt x="1164" y="1170"/>
                    </a:cubicBezTo>
                    <a:cubicBezTo>
                      <a:pt x="569" y="1765"/>
                      <a:pt x="235" y="2572"/>
                      <a:pt x="235" y="3414"/>
                    </a:cubicBezTo>
                    <a:cubicBezTo>
                      <a:pt x="235" y="4255"/>
                      <a:pt x="569" y="5062"/>
                      <a:pt x="1164" y="5657"/>
                    </a:cubicBezTo>
                    <a:cubicBezTo>
                      <a:pt x="1758" y="6252"/>
                      <a:pt x="2565" y="6586"/>
                      <a:pt x="3406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0" name="Freeform: Shape 1359">
                <a:extLst>
                  <a:ext uri="{FF2B5EF4-FFF2-40B4-BE49-F238E27FC236}">
                    <a16:creationId xmlns:a16="http://schemas.microsoft.com/office/drawing/2014/main" id="{05F63B80-5F1C-01B2-7AF5-D1FE684C5498}"/>
                  </a:ext>
                </a:extLst>
              </p:cNvPr>
              <p:cNvSpPr/>
              <p:nvPr/>
            </p:nvSpPr>
            <p:spPr>
              <a:xfrm>
                <a:off x="3822918" y="6548309"/>
                <a:ext cx="6343" cy="6345"/>
              </a:xfrm>
              <a:custGeom>
                <a:avLst/>
                <a:gdLst>
                  <a:gd name="connsiteX0" fmla="*/ 3406 w 6343"/>
                  <a:gd name="connsiteY0" fmla="*/ 6587 h 6345"/>
                  <a:gd name="connsiteX1" fmla="*/ 5648 w 6343"/>
                  <a:gd name="connsiteY1" fmla="*/ 5658 h 6345"/>
                  <a:gd name="connsiteX2" fmla="*/ 6577 w 6343"/>
                  <a:gd name="connsiteY2" fmla="*/ 3415 h 6345"/>
                  <a:gd name="connsiteX3" fmla="*/ 5648 w 6343"/>
                  <a:gd name="connsiteY3" fmla="*/ 1171 h 6345"/>
                  <a:gd name="connsiteX4" fmla="*/ 3406 w 6343"/>
                  <a:gd name="connsiteY4" fmla="*/ 242 h 6345"/>
                  <a:gd name="connsiteX5" fmla="*/ 1163 w 6343"/>
                  <a:gd name="connsiteY5" fmla="*/ 1171 h 6345"/>
                  <a:gd name="connsiteX6" fmla="*/ 234 w 6343"/>
                  <a:gd name="connsiteY6" fmla="*/ 3415 h 6345"/>
                  <a:gd name="connsiteX7" fmla="*/ 1163 w 6343"/>
                  <a:gd name="connsiteY7" fmla="*/ 5658 h 6345"/>
                  <a:gd name="connsiteX8" fmla="*/ 3406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87"/>
                    </a:moveTo>
                    <a:cubicBezTo>
                      <a:pt x="4247" y="6587"/>
                      <a:pt x="5054" y="6253"/>
                      <a:pt x="5648" y="5658"/>
                    </a:cubicBezTo>
                    <a:cubicBezTo>
                      <a:pt x="6243" y="5063"/>
                      <a:pt x="6577" y="4256"/>
                      <a:pt x="6577" y="3415"/>
                    </a:cubicBezTo>
                    <a:cubicBezTo>
                      <a:pt x="6577" y="2573"/>
                      <a:pt x="6243" y="1766"/>
                      <a:pt x="5648" y="1171"/>
                    </a:cubicBezTo>
                    <a:cubicBezTo>
                      <a:pt x="5054" y="576"/>
                      <a:pt x="4247" y="242"/>
                      <a:pt x="3406" y="242"/>
                    </a:cubicBezTo>
                    <a:cubicBezTo>
                      <a:pt x="2565" y="242"/>
                      <a:pt x="1758" y="576"/>
                      <a:pt x="1163" y="1171"/>
                    </a:cubicBezTo>
                    <a:cubicBezTo>
                      <a:pt x="568" y="1766"/>
                      <a:pt x="234" y="2573"/>
                      <a:pt x="234" y="3415"/>
                    </a:cubicBezTo>
                    <a:cubicBezTo>
                      <a:pt x="234" y="4256"/>
                      <a:pt x="568" y="5063"/>
                      <a:pt x="1163" y="5658"/>
                    </a:cubicBezTo>
                    <a:cubicBezTo>
                      <a:pt x="1758" y="6253"/>
                      <a:pt x="2565" y="6587"/>
                      <a:pt x="3406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1" name="Freeform: Shape 1360">
                <a:extLst>
                  <a:ext uri="{FF2B5EF4-FFF2-40B4-BE49-F238E27FC236}">
                    <a16:creationId xmlns:a16="http://schemas.microsoft.com/office/drawing/2014/main" id="{77009737-6002-FC65-8FCE-51ADD2BF92CB}"/>
                  </a:ext>
                </a:extLst>
              </p:cNvPr>
              <p:cNvSpPr/>
              <p:nvPr/>
            </p:nvSpPr>
            <p:spPr>
              <a:xfrm>
                <a:off x="3815451" y="6584541"/>
                <a:ext cx="6343" cy="6345"/>
              </a:xfrm>
              <a:custGeom>
                <a:avLst/>
                <a:gdLst>
                  <a:gd name="connsiteX0" fmla="*/ 3405 w 6343"/>
                  <a:gd name="connsiteY0" fmla="*/ 6590 h 6345"/>
                  <a:gd name="connsiteX1" fmla="*/ 5648 w 6343"/>
                  <a:gd name="connsiteY1" fmla="*/ 5661 h 6345"/>
                  <a:gd name="connsiteX2" fmla="*/ 6577 w 6343"/>
                  <a:gd name="connsiteY2" fmla="*/ 3417 h 6345"/>
                  <a:gd name="connsiteX3" fmla="*/ 5648 w 6343"/>
                  <a:gd name="connsiteY3" fmla="*/ 1174 h 6345"/>
                  <a:gd name="connsiteX4" fmla="*/ 3405 w 6343"/>
                  <a:gd name="connsiteY4" fmla="*/ 245 h 6345"/>
                  <a:gd name="connsiteX5" fmla="*/ 1163 w 6343"/>
                  <a:gd name="connsiteY5" fmla="*/ 1174 h 6345"/>
                  <a:gd name="connsiteX6" fmla="*/ 234 w 6343"/>
                  <a:gd name="connsiteY6" fmla="*/ 3417 h 6345"/>
                  <a:gd name="connsiteX7" fmla="*/ 1163 w 6343"/>
                  <a:gd name="connsiteY7" fmla="*/ 5661 h 6345"/>
                  <a:gd name="connsiteX8" fmla="*/ 3405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90"/>
                    </a:moveTo>
                    <a:cubicBezTo>
                      <a:pt x="4246" y="6590"/>
                      <a:pt x="5053" y="6256"/>
                      <a:pt x="5648" y="5661"/>
                    </a:cubicBezTo>
                    <a:cubicBezTo>
                      <a:pt x="6243" y="5066"/>
                      <a:pt x="6577" y="4259"/>
                      <a:pt x="6577" y="3417"/>
                    </a:cubicBezTo>
                    <a:cubicBezTo>
                      <a:pt x="6577" y="2576"/>
                      <a:pt x="6243" y="1769"/>
                      <a:pt x="5648" y="1174"/>
                    </a:cubicBezTo>
                    <a:cubicBezTo>
                      <a:pt x="5053" y="579"/>
                      <a:pt x="4246" y="245"/>
                      <a:pt x="3405" y="245"/>
                    </a:cubicBezTo>
                    <a:cubicBezTo>
                      <a:pt x="2564" y="245"/>
                      <a:pt x="1757" y="579"/>
                      <a:pt x="1163" y="1174"/>
                    </a:cubicBezTo>
                    <a:cubicBezTo>
                      <a:pt x="568" y="1769"/>
                      <a:pt x="234" y="2576"/>
                      <a:pt x="234" y="3417"/>
                    </a:cubicBezTo>
                    <a:cubicBezTo>
                      <a:pt x="234" y="4259"/>
                      <a:pt x="568" y="5066"/>
                      <a:pt x="1163" y="5661"/>
                    </a:cubicBezTo>
                    <a:cubicBezTo>
                      <a:pt x="1757" y="6256"/>
                      <a:pt x="2564" y="6590"/>
                      <a:pt x="3405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2" name="Freeform: Shape 1361">
                <a:extLst>
                  <a:ext uri="{FF2B5EF4-FFF2-40B4-BE49-F238E27FC236}">
                    <a16:creationId xmlns:a16="http://schemas.microsoft.com/office/drawing/2014/main" id="{E166FD27-9A73-9C12-9458-2A35CAB9CCE1}"/>
                  </a:ext>
                </a:extLst>
              </p:cNvPr>
              <p:cNvSpPr/>
              <p:nvPr/>
            </p:nvSpPr>
            <p:spPr>
              <a:xfrm>
                <a:off x="3810378" y="6582366"/>
                <a:ext cx="6343" cy="6345"/>
              </a:xfrm>
              <a:custGeom>
                <a:avLst/>
                <a:gdLst>
                  <a:gd name="connsiteX0" fmla="*/ 3405 w 6343"/>
                  <a:gd name="connsiteY0" fmla="*/ 6590 h 6345"/>
                  <a:gd name="connsiteX1" fmla="*/ 5647 w 6343"/>
                  <a:gd name="connsiteY1" fmla="*/ 5661 h 6345"/>
                  <a:gd name="connsiteX2" fmla="*/ 6576 w 6343"/>
                  <a:gd name="connsiteY2" fmla="*/ 3417 h 6345"/>
                  <a:gd name="connsiteX3" fmla="*/ 5647 w 6343"/>
                  <a:gd name="connsiteY3" fmla="*/ 1174 h 6345"/>
                  <a:gd name="connsiteX4" fmla="*/ 3405 w 6343"/>
                  <a:gd name="connsiteY4" fmla="*/ 244 h 6345"/>
                  <a:gd name="connsiteX5" fmla="*/ 1162 w 6343"/>
                  <a:gd name="connsiteY5" fmla="*/ 1174 h 6345"/>
                  <a:gd name="connsiteX6" fmla="*/ 233 w 6343"/>
                  <a:gd name="connsiteY6" fmla="*/ 3417 h 6345"/>
                  <a:gd name="connsiteX7" fmla="*/ 1162 w 6343"/>
                  <a:gd name="connsiteY7" fmla="*/ 5661 h 6345"/>
                  <a:gd name="connsiteX8" fmla="*/ 3405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90"/>
                    </a:moveTo>
                    <a:cubicBezTo>
                      <a:pt x="4246" y="6590"/>
                      <a:pt x="5053" y="6256"/>
                      <a:pt x="5647" y="5661"/>
                    </a:cubicBezTo>
                    <a:cubicBezTo>
                      <a:pt x="6242" y="5066"/>
                      <a:pt x="6576" y="4259"/>
                      <a:pt x="6576" y="3417"/>
                    </a:cubicBezTo>
                    <a:cubicBezTo>
                      <a:pt x="6576" y="2576"/>
                      <a:pt x="6242" y="1769"/>
                      <a:pt x="5647" y="1174"/>
                    </a:cubicBezTo>
                    <a:cubicBezTo>
                      <a:pt x="5053" y="579"/>
                      <a:pt x="4246" y="244"/>
                      <a:pt x="3405" y="244"/>
                    </a:cubicBezTo>
                    <a:cubicBezTo>
                      <a:pt x="2564" y="244"/>
                      <a:pt x="1757" y="579"/>
                      <a:pt x="1162" y="1174"/>
                    </a:cubicBezTo>
                    <a:cubicBezTo>
                      <a:pt x="567" y="1769"/>
                      <a:pt x="233" y="2576"/>
                      <a:pt x="233" y="3417"/>
                    </a:cubicBezTo>
                    <a:cubicBezTo>
                      <a:pt x="233" y="4259"/>
                      <a:pt x="567" y="5066"/>
                      <a:pt x="1162" y="5661"/>
                    </a:cubicBezTo>
                    <a:cubicBezTo>
                      <a:pt x="1757" y="6256"/>
                      <a:pt x="2564" y="6590"/>
                      <a:pt x="3405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3" name="Freeform: Shape 1362">
                <a:extLst>
                  <a:ext uri="{FF2B5EF4-FFF2-40B4-BE49-F238E27FC236}">
                    <a16:creationId xmlns:a16="http://schemas.microsoft.com/office/drawing/2014/main" id="{E106D12F-F0EA-3810-739D-14A046A85445}"/>
                  </a:ext>
                </a:extLst>
              </p:cNvPr>
              <p:cNvSpPr/>
              <p:nvPr/>
            </p:nvSpPr>
            <p:spPr>
              <a:xfrm>
                <a:off x="3805521" y="6577786"/>
                <a:ext cx="6343" cy="6345"/>
              </a:xfrm>
              <a:custGeom>
                <a:avLst/>
                <a:gdLst>
                  <a:gd name="connsiteX0" fmla="*/ 3404 w 6343"/>
                  <a:gd name="connsiteY0" fmla="*/ 6590 h 6345"/>
                  <a:gd name="connsiteX1" fmla="*/ 5647 w 6343"/>
                  <a:gd name="connsiteY1" fmla="*/ 5660 h 6345"/>
                  <a:gd name="connsiteX2" fmla="*/ 6576 w 6343"/>
                  <a:gd name="connsiteY2" fmla="*/ 3417 h 6345"/>
                  <a:gd name="connsiteX3" fmla="*/ 5647 w 6343"/>
                  <a:gd name="connsiteY3" fmla="*/ 1173 h 6345"/>
                  <a:gd name="connsiteX4" fmla="*/ 3404 w 6343"/>
                  <a:gd name="connsiteY4" fmla="*/ 244 h 6345"/>
                  <a:gd name="connsiteX5" fmla="*/ 1162 w 6343"/>
                  <a:gd name="connsiteY5" fmla="*/ 1173 h 6345"/>
                  <a:gd name="connsiteX6" fmla="*/ 233 w 6343"/>
                  <a:gd name="connsiteY6" fmla="*/ 3417 h 6345"/>
                  <a:gd name="connsiteX7" fmla="*/ 1162 w 6343"/>
                  <a:gd name="connsiteY7" fmla="*/ 5660 h 6345"/>
                  <a:gd name="connsiteX8" fmla="*/ 3404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90"/>
                    </a:moveTo>
                    <a:cubicBezTo>
                      <a:pt x="4245" y="6590"/>
                      <a:pt x="5052" y="6255"/>
                      <a:pt x="5647" y="5660"/>
                    </a:cubicBezTo>
                    <a:cubicBezTo>
                      <a:pt x="6242" y="5065"/>
                      <a:pt x="6576" y="4258"/>
                      <a:pt x="6576" y="3417"/>
                    </a:cubicBezTo>
                    <a:cubicBezTo>
                      <a:pt x="6576" y="2575"/>
                      <a:pt x="6242" y="1768"/>
                      <a:pt x="5647" y="1173"/>
                    </a:cubicBezTo>
                    <a:cubicBezTo>
                      <a:pt x="5052" y="578"/>
                      <a:pt x="4245" y="244"/>
                      <a:pt x="3404" y="244"/>
                    </a:cubicBezTo>
                    <a:cubicBezTo>
                      <a:pt x="2563" y="244"/>
                      <a:pt x="1756" y="578"/>
                      <a:pt x="1162" y="1173"/>
                    </a:cubicBezTo>
                    <a:cubicBezTo>
                      <a:pt x="567" y="1768"/>
                      <a:pt x="233" y="2575"/>
                      <a:pt x="233" y="3417"/>
                    </a:cubicBezTo>
                    <a:cubicBezTo>
                      <a:pt x="233" y="4258"/>
                      <a:pt x="567" y="5065"/>
                      <a:pt x="1162" y="5660"/>
                    </a:cubicBezTo>
                    <a:cubicBezTo>
                      <a:pt x="1756" y="6255"/>
                      <a:pt x="2563" y="6590"/>
                      <a:pt x="3404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4" name="Freeform: Shape 1363">
                <a:extLst>
                  <a:ext uri="{FF2B5EF4-FFF2-40B4-BE49-F238E27FC236}">
                    <a16:creationId xmlns:a16="http://schemas.microsoft.com/office/drawing/2014/main" id="{FDDA026F-C04A-49A1-682B-F1DEF1F8B866}"/>
                  </a:ext>
                </a:extLst>
              </p:cNvPr>
              <p:cNvSpPr/>
              <p:nvPr/>
            </p:nvSpPr>
            <p:spPr>
              <a:xfrm>
                <a:off x="3800410" y="6576738"/>
                <a:ext cx="6343" cy="6345"/>
              </a:xfrm>
              <a:custGeom>
                <a:avLst/>
                <a:gdLst>
                  <a:gd name="connsiteX0" fmla="*/ 3404 w 6343"/>
                  <a:gd name="connsiteY0" fmla="*/ 6589 h 6345"/>
                  <a:gd name="connsiteX1" fmla="*/ 5647 w 6343"/>
                  <a:gd name="connsiteY1" fmla="*/ 5660 h 6345"/>
                  <a:gd name="connsiteX2" fmla="*/ 6576 w 6343"/>
                  <a:gd name="connsiteY2" fmla="*/ 3417 h 6345"/>
                  <a:gd name="connsiteX3" fmla="*/ 5647 w 6343"/>
                  <a:gd name="connsiteY3" fmla="*/ 1173 h 6345"/>
                  <a:gd name="connsiteX4" fmla="*/ 3404 w 6343"/>
                  <a:gd name="connsiteY4" fmla="*/ 244 h 6345"/>
                  <a:gd name="connsiteX5" fmla="*/ 1161 w 6343"/>
                  <a:gd name="connsiteY5" fmla="*/ 1173 h 6345"/>
                  <a:gd name="connsiteX6" fmla="*/ 232 w 6343"/>
                  <a:gd name="connsiteY6" fmla="*/ 3417 h 6345"/>
                  <a:gd name="connsiteX7" fmla="*/ 1161 w 6343"/>
                  <a:gd name="connsiteY7" fmla="*/ 5660 h 6345"/>
                  <a:gd name="connsiteX8" fmla="*/ 3404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89"/>
                    </a:moveTo>
                    <a:cubicBezTo>
                      <a:pt x="4245" y="6589"/>
                      <a:pt x="5052" y="6255"/>
                      <a:pt x="5647" y="5660"/>
                    </a:cubicBezTo>
                    <a:cubicBezTo>
                      <a:pt x="6241" y="5065"/>
                      <a:pt x="6576" y="4258"/>
                      <a:pt x="6576" y="3417"/>
                    </a:cubicBezTo>
                    <a:cubicBezTo>
                      <a:pt x="6576" y="2575"/>
                      <a:pt x="6241" y="1768"/>
                      <a:pt x="5647" y="1173"/>
                    </a:cubicBezTo>
                    <a:cubicBezTo>
                      <a:pt x="5052" y="578"/>
                      <a:pt x="4245" y="244"/>
                      <a:pt x="3404" y="244"/>
                    </a:cubicBezTo>
                    <a:cubicBezTo>
                      <a:pt x="2563" y="244"/>
                      <a:pt x="1756" y="578"/>
                      <a:pt x="1161" y="1173"/>
                    </a:cubicBezTo>
                    <a:cubicBezTo>
                      <a:pt x="567" y="1768"/>
                      <a:pt x="232" y="2575"/>
                      <a:pt x="232" y="3417"/>
                    </a:cubicBezTo>
                    <a:cubicBezTo>
                      <a:pt x="232" y="4258"/>
                      <a:pt x="567" y="5065"/>
                      <a:pt x="1161" y="5660"/>
                    </a:cubicBezTo>
                    <a:cubicBezTo>
                      <a:pt x="1756" y="6255"/>
                      <a:pt x="2563" y="6589"/>
                      <a:pt x="3404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5" name="Freeform: Shape 1364">
                <a:extLst>
                  <a:ext uri="{FF2B5EF4-FFF2-40B4-BE49-F238E27FC236}">
                    <a16:creationId xmlns:a16="http://schemas.microsoft.com/office/drawing/2014/main" id="{63F780D5-88EE-99D9-C6FB-23A7A48F15BC}"/>
                  </a:ext>
                </a:extLst>
              </p:cNvPr>
              <p:cNvSpPr/>
              <p:nvPr/>
            </p:nvSpPr>
            <p:spPr>
              <a:xfrm>
                <a:off x="3795661" y="6571864"/>
                <a:ext cx="6343" cy="6345"/>
              </a:xfrm>
              <a:custGeom>
                <a:avLst/>
                <a:gdLst>
                  <a:gd name="connsiteX0" fmla="*/ 3404 w 6343"/>
                  <a:gd name="connsiteY0" fmla="*/ 6589 h 6345"/>
                  <a:gd name="connsiteX1" fmla="*/ 5646 w 6343"/>
                  <a:gd name="connsiteY1" fmla="*/ 5660 h 6345"/>
                  <a:gd name="connsiteX2" fmla="*/ 6575 w 6343"/>
                  <a:gd name="connsiteY2" fmla="*/ 3416 h 6345"/>
                  <a:gd name="connsiteX3" fmla="*/ 5646 w 6343"/>
                  <a:gd name="connsiteY3" fmla="*/ 1173 h 6345"/>
                  <a:gd name="connsiteX4" fmla="*/ 3404 w 6343"/>
                  <a:gd name="connsiteY4" fmla="*/ 244 h 6345"/>
                  <a:gd name="connsiteX5" fmla="*/ 1161 w 6343"/>
                  <a:gd name="connsiteY5" fmla="*/ 1173 h 6345"/>
                  <a:gd name="connsiteX6" fmla="*/ 232 w 6343"/>
                  <a:gd name="connsiteY6" fmla="*/ 3416 h 6345"/>
                  <a:gd name="connsiteX7" fmla="*/ 1161 w 6343"/>
                  <a:gd name="connsiteY7" fmla="*/ 5660 h 6345"/>
                  <a:gd name="connsiteX8" fmla="*/ 3404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89"/>
                    </a:moveTo>
                    <a:cubicBezTo>
                      <a:pt x="4245" y="6589"/>
                      <a:pt x="5051" y="6255"/>
                      <a:pt x="5646" y="5660"/>
                    </a:cubicBezTo>
                    <a:cubicBezTo>
                      <a:pt x="6241" y="5065"/>
                      <a:pt x="6575" y="4258"/>
                      <a:pt x="6575" y="3416"/>
                    </a:cubicBezTo>
                    <a:cubicBezTo>
                      <a:pt x="6575" y="2575"/>
                      <a:pt x="6241" y="1768"/>
                      <a:pt x="5646" y="1173"/>
                    </a:cubicBezTo>
                    <a:cubicBezTo>
                      <a:pt x="5051" y="578"/>
                      <a:pt x="4245" y="244"/>
                      <a:pt x="3404" y="244"/>
                    </a:cubicBezTo>
                    <a:cubicBezTo>
                      <a:pt x="2562" y="244"/>
                      <a:pt x="1756" y="578"/>
                      <a:pt x="1161" y="1173"/>
                    </a:cubicBezTo>
                    <a:cubicBezTo>
                      <a:pt x="566" y="1768"/>
                      <a:pt x="232" y="2575"/>
                      <a:pt x="232" y="3416"/>
                    </a:cubicBezTo>
                    <a:cubicBezTo>
                      <a:pt x="232" y="4258"/>
                      <a:pt x="566" y="5065"/>
                      <a:pt x="1161" y="5660"/>
                    </a:cubicBezTo>
                    <a:cubicBezTo>
                      <a:pt x="1756" y="6255"/>
                      <a:pt x="2562" y="6589"/>
                      <a:pt x="3404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6" name="Freeform: Shape 1365">
                <a:extLst>
                  <a:ext uri="{FF2B5EF4-FFF2-40B4-BE49-F238E27FC236}">
                    <a16:creationId xmlns:a16="http://schemas.microsoft.com/office/drawing/2014/main" id="{60E8B87A-7970-A8BF-E974-6F76813BBC73}"/>
                  </a:ext>
                </a:extLst>
              </p:cNvPr>
              <p:cNvSpPr/>
              <p:nvPr/>
            </p:nvSpPr>
            <p:spPr>
              <a:xfrm>
                <a:off x="3791053" y="6566110"/>
                <a:ext cx="6343" cy="6345"/>
              </a:xfrm>
              <a:custGeom>
                <a:avLst/>
                <a:gdLst>
                  <a:gd name="connsiteX0" fmla="*/ 3403 w 6343"/>
                  <a:gd name="connsiteY0" fmla="*/ 6589 h 6345"/>
                  <a:gd name="connsiteX1" fmla="*/ 5646 w 6343"/>
                  <a:gd name="connsiteY1" fmla="*/ 5659 h 6345"/>
                  <a:gd name="connsiteX2" fmla="*/ 6575 w 6343"/>
                  <a:gd name="connsiteY2" fmla="*/ 3416 h 6345"/>
                  <a:gd name="connsiteX3" fmla="*/ 5646 w 6343"/>
                  <a:gd name="connsiteY3" fmla="*/ 1172 h 6345"/>
                  <a:gd name="connsiteX4" fmla="*/ 3403 w 6343"/>
                  <a:gd name="connsiteY4" fmla="*/ 243 h 6345"/>
                  <a:gd name="connsiteX5" fmla="*/ 1161 w 6343"/>
                  <a:gd name="connsiteY5" fmla="*/ 1172 h 6345"/>
                  <a:gd name="connsiteX6" fmla="*/ 232 w 6343"/>
                  <a:gd name="connsiteY6" fmla="*/ 3416 h 6345"/>
                  <a:gd name="connsiteX7" fmla="*/ 1161 w 6343"/>
                  <a:gd name="connsiteY7" fmla="*/ 5659 h 6345"/>
                  <a:gd name="connsiteX8" fmla="*/ 3403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89"/>
                    </a:moveTo>
                    <a:cubicBezTo>
                      <a:pt x="4244" y="6589"/>
                      <a:pt x="5051" y="6254"/>
                      <a:pt x="5646" y="5659"/>
                    </a:cubicBezTo>
                    <a:cubicBezTo>
                      <a:pt x="6241" y="5064"/>
                      <a:pt x="6575" y="4257"/>
                      <a:pt x="6575" y="3416"/>
                    </a:cubicBezTo>
                    <a:cubicBezTo>
                      <a:pt x="6575" y="2575"/>
                      <a:pt x="6241" y="1767"/>
                      <a:pt x="5646" y="1172"/>
                    </a:cubicBezTo>
                    <a:cubicBezTo>
                      <a:pt x="5051" y="578"/>
                      <a:pt x="4244" y="243"/>
                      <a:pt x="3403" y="243"/>
                    </a:cubicBezTo>
                    <a:cubicBezTo>
                      <a:pt x="2562" y="243"/>
                      <a:pt x="1755" y="578"/>
                      <a:pt x="1161" y="1172"/>
                    </a:cubicBezTo>
                    <a:cubicBezTo>
                      <a:pt x="566" y="1767"/>
                      <a:pt x="232" y="2575"/>
                      <a:pt x="232" y="3416"/>
                    </a:cubicBezTo>
                    <a:cubicBezTo>
                      <a:pt x="232" y="4257"/>
                      <a:pt x="566" y="5064"/>
                      <a:pt x="1161" y="5659"/>
                    </a:cubicBezTo>
                    <a:cubicBezTo>
                      <a:pt x="1755" y="6254"/>
                      <a:pt x="2562" y="6589"/>
                      <a:pt x="3403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7" name="Freeform: Shape 1366">
                <a:extLst>
                  <a:ext uri="{FF2B5EF4-FFF2-40B4-BE49-F238E27FC236}">
                    <a16:creationId xmlns:a16="http://schemas.microsoft.com/office/drawing/2014/main" id="{B6CBD341-A164-C705-F3F2-255ACD61F991}"/>
                  </a:ext>
                </a:extLst>
              </p:cNvPr>
              <p:cNvSpPr/>
              <p:nvPr/>
            </p:nvSpPr>
            <p:spPr>
              <a:xfrm>
                <a:off x="3785801" y="6567107"/>
                <a:ext cx="6343" cy="6345"/>
              </a:xfrm>
              <a:custGeom>
                <a:avLst/>
                <a:gdLst>
                  <a:gd name="connsiteX0" fmla="*/ 3403 w 6343"/>
                  <a:gd name="connsiteY0" fmla="*/ 6589 h 6345"/>
                  <a:gd name="connsiteX1" fmla="*/ 5645 w 6343"/>
                  <a:gd name="connsiteY1" fmla="*/ 5659 h 6345"/>
                  <a:gd name="connsiteX2" fmla="*/ 6574 w 6343"/>
                  <a:gd name="connsiteY2" fmla="*/ 3416 h 6345"/>
                  <a:gd name="connsiteX3" fmla="*/ 5645 w 6343"/>
                  <a:gd name="connsiteY3" fmla="*/ 1173 h 6345"/>
                  <a:gd name="connsiteX4" fmla="*/ 3403 w 6343"/>
                  <a:gd name="connsiteY4" fmla="*/ 243 h 6345"/>
                  <a:gd name="connsiteX5" fmla="*/ 1160 w 6343"/>
                  <a:gd name="connsiteY5" fmla="*/ 1173 h 6345"/>
                  <a:gd name="connsiteX6" fmla="*/ 231 w 6343"/>
                  <a:gd name="connsiteY6" fmla="*/ 3416 h 6345"/>
                  <a:gd name="connsiteX7" fmla="*/ 1160 w 6343"/>
                  <a:gd name="connsiteY7" fmla="*/ 5659 h 6345"/>
                  <a:gd name="connsiteX8" fmla="*/ 3403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89"/>
                    </a:moveTo>
                    <a:cubicBezTo>
                      <a:pt x="4244" y="6589"/>
                      <a:pt x="5051" y="6254"/>
                      <a:pt x="5645" y="5659"/>
                    </a:cubicBezTo>
                    <a:cubicBezTo>
                      <a:pt x="6240" y="5064"/>
                      <a:pt x="6574" y="4257"/>
                      <a:pt x="6574" y="3416"/>
                    </a:cubicBezTo>
                    <a:cubicBezTo>
                      <a:pt x="6574" y="2575"/>
                      <a:pt x="6240" y="1768"/>
                      <a:pt x="5645" y="1173"/>
                    </a:cubicBezTo>
                    <a:cubicBezTo>
                      <a:pt x="5051" y="578"/>
                      <a:pt x="4244" y="243"/>
                      <a:pt x="3403" y="243"/>
                    </a:cubicBezTo>
                    <a:cubicBezTo>
                      <a:pt x="2562" y="243"/>
                      <a:pt x="1755" y="578"/>
                      <a:pt x="1160" y="1173"/>
                    </a:cubicBezTo>
                    <a:cubicBezTo>
                      <a:pt x="565" y="1768"/>
                      <a:pt x="231" y="2575"/>
                      <a:pt x="231" y="3416"/>
                    </a:cubicBezTo>
                    <a:cubicBezTo>
                      <a:pt x="231" y="4257"/>
                      <a:pt x="565" y="5064"/>
                      <a:pt x="1160" y="5659"/>
                    </a:cubicBezTo>
                    <a:cubicBezTo>
                      <a:pt x="1755" y="6254"/>
                      <a:pt x="2562" y="6589"/>
                      <a:pt x="3403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8" name="Freeform: Shape 1367">
                <a:extLst>
                  <a:ext uri="{FF2B5EF4-FFF2-40B4-BE49-F238E27FC236}">
                    <a16:creationId xmlns:a16="http://schemas.microsoft.com/office/drawing/2014/main" id="{2BA44A0F-315D-78C6-C037-07748C1658E6}"/>
                  </a:ext>
                </a:extLst>
              </p:cNvPr>
              <p:cNvSpPr/>
              <p:nvPr/>
            </p:nvSpPr>
            <p:spPr>
              <a:xfrm>
                <a:off x="3780740" y="6566224"/>
                <a:ext cx="6343" cy="6345"/>
              </a:xfrm>
              <a:custGeom>
                <a:avLst/>
                <a:gdLst>
                  <a:gd name="connsiteX0" fmla="*/ 3402 w 6343"/>
                  <a:gd name="connsiteY0" fmla="*/ 6589 h 6345"/>
                  <a:gd name="connsiteX1" fmla="*/ 5645 w 6343"/>
                  <a:gd name="connsiteY1" fmla="*/ 5659 h 6345"/>
                  <a:gd name="connsiteX2" fmla="*/ 6574 w 6343"/>
                  <a:gd name="connsiteY2" fmla="*/ 3416 h 6345"/>
                  <a:gd name="connsiteX3" fmla="*/ 5645 w 6343"/>
                  <a:gd name="connsiteY3" fmla="*/ 1172 h 6345"/>
                  <a:gd name="connsiteX4" fmla="*/ 3402 w 6343"/>
                  <a:gd name="connsiteY4" fmla="*/ 243 h 6345"/>
                  <a:gd name="connsiteX5" fmla="*/ 1160 w 6343"/>
                  <a:gd name="connsiteY5" fmla="*/ 1172 h 6345"/>
                  <a:gd name="connsiteX6" fmla="*/ 231 w 6343"/>
                  <a:gd name="connsiteY6" fmla="*/ 3416 h 6345"/>
                  <a:gd name="connsiteX7" fmla="*/ 1160 w 6343"/>
                  <a:gd name="connsiteY7" fmla="*/ 5659 h 6345"/>
                  <a:gd name="connsiteX8" fmla="*/ 3402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89"/>
                    </a:moveTo>
                    <a:cubicBezTo>
                      <a:pt x="4244" y="6589"/>
                      <a:pt x="5050" y="6254"/>
                      <a:pt x="5645" y="5659"/>
                    </a:cubicBezTo>
                    <a:cubicBezTo>
                      <a:pt x="6240" y="5064"/>
                      <a:pt x="6574" y="4257"/>
                      <a:pt x="6574" y="3416"/>
                    </a:cubicBezTo>
                    <a:cubicBezTo>
                      <a:pt x="6574" y="2575"/>
                      <a:pt x="6240" y="1767"/>
                      <a:pt x="5645" y="1172"/>
                    </a:cubicBezTo>
                    <a:cubicBezTo>
                      <a:pt x="5050" y="578"/>
                      <a:pt x="4244" y="243"/>
                      <a:pt x="3402" y="243"/>
                    </a:cubicBezTo>
                    <a:cubicBezTo>
                      <a:pt x="2561" y="243"/>
                      <a:pt x="1755" y="578"/>
                      <a:pt x="1160" y="1172"/>
                    </a:cubicBezTo>
                    <a:cubicBezTo>
                      <a:pt x="565" y="1767"/>
                      <a:pt x="231" y="2575"/>
                      <a:pt x="231" y="3416"/>
                    </a:cubicBezTo>
                    <a:cubicBezTo>
                      <a:pt x="231" y="4257"/>
                      <a:pt x="565" y="5064"/>
                      <a:pt x="1160" y="5659"/>
                    </a:cubicBezTo>
                    <a:cubicBezTo>
                      <a:pt x="1755" y="6254"/>
                      <a:pt x="2561" y="6589"/>
                      <a:pt x="3402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9" name="Freeform: Shape 1368">
                <a:extLst>
                  <a:ext uri="{FF2B5EF4-FFF2-40B4-BE49-F238E27FC236}">
                    <a16:creationId xmlns:a16="http://schemas.microsoft.com/office/drawing/2014/main" id="{06560365-B507-53FD-C4D2-14EEB527BA38}"/>
                  </a:ext>
                </a:extLst>
              </p:cNvPr>
              <p:cNvSpPr/>
              <p:nvPr/>
            </p:nvSpPr>
            <p:spPr>
              <a:xfrm>
                <a:off x="3775686" y="6565311"/>
                <a:ext cx="6343" cy="6345"/>
              </a:xfrm>
              <a:custGeom>
                <a:avLst/>
                <a:gdLst>
                  <a:gd name="connsiteX0" fmla="*/ 3402 w 6343"/>
                  <a:gd name="connsiteY0" fmla="*/ 6589 h 6345"/>
                  <a:gd name="connsiteX1" fmla="*/ 5645 w 6343"/>
                  <a:gd name="connsiteY1" fmla="*/ 5659 h 6345"/>
                  <a:gd name="connsiteX2" fmla="*/ 6574 w 6343"/>
                  <a:gd name="connsiteY2" fmla="*/ 3416 h 6345"/>
                  <a:gd name="connsiteX3" fmla="*/ 5645 w 6343"/>
                  <a:gd name="connsiteY3" fmla="*/ 1172 h 6345"/>
                  <a:gd name="connsiteX4" fmla="*/ 3402 w 6343"/>
                  <a:gd name="connsiteY4" fmla="*/ 243 h 6345"/>
                  <a:gd name="connsiteX5" fmla="*/ 1159 w 6343"/>
                  <a:gd name="connsiteY5" fmla="*/ 1172 h 6345"/>
                  <a:gd name="connsiteX6" fmla="*/ 230 w 6343"/>
                  <a:gd name="connsiteY6" fmla="*/ 3416 h 6345"/>
                  <a:gd name="connsiteX7" fmla="*/ 1159 w 6343"/>
                  <a:gd name="connsiteY7" fmla="*/ 5659 h 6345"/>
                  <a:gd name="connsiteX8" fmla="*/ 3402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89"/>
                    </a:moveTo>
                    <a:cubicBezTo>
                      <a:pt x="4243" y="6589"/>
                      <a:pt x="5050" y="6254"/>
                      <a:pt x="5645" y="5659"/>
                    </a:cubicBezTo>
                    <a:cubicBezTo>
                      <a:pt x="6239" y="5064"/>
                      <a:pt x="6574" y="4257"/>
                      <a:pt x="6574" y="3416"/>
                    </a:cubicBezTo>
                    <a:cubicBezTo>
                      <a:pt x="6574" y="2574"/>
                      <a:pt x="6239" y="1767"/>
                      <a:pt x="5645" y="1172"/>
                    </a:cubicBezTo>
                    <a:cubicBezTo>
                      <a:pt x="5050" y="577"/>
                      <a:pt x="4243" y="243"/>
                      <a:pt x="3402" y="243"/>
                    </a:cubicBezTo>
                    <a:cubicBezTo>
                      <a:pt x="2561" y="243"/>
                      <a:pt x="1754" y="577"/>
                      <a:pt x="1159" y="1172"/>
                    </a:cubicBezTo>
                    <a:cubicBezTo>
                      <a:pt x="565" y="1767"/>
                      <a:pt x="230" y="2574"/>
                      <a:pt x="230" y="3416"/>
                    </a:cubicBezTo>
                    <a:cubicBezTo>
                      <a:pt x="230" y="4257"/>
                      <a:pt x="565" y="5064"/>
                      <a:pt x="1159" y="5659"/>
                    </a:cubicBezTo>
                    <a:cubicBezTo>
                      <a:pt x="1754" y="6254"/>
                      <a:pt x="2561" y="6589"/>
                      <a:pt x="3402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0" name="Freeform: Shape 1369">
                <a:extLst>
                  <a:ext uri="{FF2B5EF4-FFF2-40B4-BE49-F238E27FC236}">
                    <a16:creationId xmlns:a16="http://schemas.microsoft.com/office/drawing/2014/main" id="{CE4778CD-F51E-85CA-E30D-4D50FA74CD4F}"/>
                  </a:ext>
                </a:extLst>
              </p:cNvPr>
              <p:cNvSpPr/>
              <p:nvPr/>
            </p:nvSpPr>
            <p:spPr>
              <a:xfrm>
                <a:off x="3770575" y="6564886"/>
                <a:ext cx="6343" cy="6345"/>
              </a:xfrm>
              <a:custGeom>
                <a:avLst/>
                <a:gdLst>
                  <a:gd name="connsiteX0" fmla="*/ 3402 w 6343"/>
                  <a:gd name="connsiteY0" fmla="*/ 6589 h 6345"/>
                  <a:gd name="connsiteX1" fmla="*/ 5644 w 6343"/>
                  <a:gd name="connsiteY1" fmla="*/ 5659 h 6345"/>
                  <a:gd name="connsiteX2" fmla="*/ 6573 w 6343"/>
                  <a:gd name="connsiteY2" fmla="*/ 3416 h 6345"/>
                  <a:gd name="connsiteX3" fmla="*/ 5644 w 6343"/>
                  <a:gd name="connsiteY3" fmla="*/ 1172 h 6345"/>
                  <a:gd name="connsiteX4" fmla="*/ 3402 w 6343"/>
                  <a:gd name="connsiteY4" fmla="*/ 243 h 6345"/>
                  <a:gd name="connsiteX5" fmla="*/ 1159 w 6343"/>
                  <a:gd name="connsiteY5" fmla="*/ 1172 h 6345"/>
                  <a:gd name="connsiteX6" fmla="*/ 230 w 6343"/>
                  <a:gd name="connsiteY6" fmla="*/ 3416 h 6345"/>
                  <a:gd name="connsiteX7" fmla="*/ 1159 w 6343"/>
                  <a:gd name="connsiteY7" fmla="*/ 5659 h 6345"/>
                  <a:gd name="connsiteX8" fmla="*/ 3402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89"/>
                    </a:moveTo>
                    <a:cubicBezTo>
                      <a:pt x="4243" y="6589"/>
                      <a:pt x="5049" y="6254"/>
                      <a:pt x="5644" y="5659"/>
                    </a:cubicBezTo>
                    <a:cubicBezTo>
                      <a:pt x="6239" y="5064"/>
                      <a:pt x="6573" y="4257"/>
                      <a:pt x="6573" y="3416"/>
                    </a:cubicBezTo>
                    <a:cubicBezTo>
                      <a:pt x="6573" y="2574"/>
                      <a:pt x="6239" y="1767"/>
                      <a:pt x="5644" y="1172"/>
                    </a:cubicBezTo>
                    <a:cubicBezTo>
                      <a:pt x="5049" y="577"/>
                      <a:pt x="4243" y="243"/>
                      <a:pt x="3402" y="243"/>
                    </a:cubicBezTo>
                    <a:cubicBezTo>
                      <a:pt x="2560" y="243"/>
                      <a:pt x="1754" y="577"/>
                      <a:pt x="1159" y="1172"/>
                    </a:cubicBezTo>
                    <a:cubicBezTo>
                      <a:pt x="564" y="1767"/>
                      <a:pt x="230" y="2574"/>
                      <a:pt x="230" y="3416"/>
                    </a:cubicBezTo>
                    <a:cubicBezTo>
                      <a:pt x="230" y="4257"/>
                      <a:pt x="564" y="5064"/>
                      <a:pt x="1159" y="5659"/>
                    </a:cubicBezTo>
                    <a:cubicBezTo>
                      <a:pt x="1754" y="6254"/>
                      <a:pt x="2560" y="6589"/>
                      <a:pt x="3402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1" name="Freeform: Shape 1370">
                <a:extLst>
                  <a:ext uri="{FF2B5EF4-FFF2-40B4-BE49-F238E27FC236}">
                    <a16:creationId xmlns:a16="http://schemas.microsoft.com/office/drawing/2014/main" id="{F5FF6AE4-0C42-8C4D-0DA1-CA8862C21601}"/>
                  </a:ext>
                </a:extLst>
              </p:cNvPr>
              <p:cNvSpPr/>
              <p:nvPr/>
            </p:nvSpPr>
            <p:spPr>
              <a:xfrm>
                <a:off x="3765447" y="6564572"/>
                <a:ext cx="6343" cy="6345"/>
              </a:xfrm>
              <a:custGeom>
                <a:avLst/>
                <a:gdLst>
                  <a:gd name="connsiteX0" fmla="*/ 3401 w 6343"/>
                  <a:gd name="connsiteY0" fmla="*/ 6589 h 6345"/>
                  <a:gd name="connsiteX1" fmla="*/ 5644 w 6343"/>
                  <a:gd name="connsiteY1" fmla="*/ 5659 h 6345"/>
                  <a:gd name="connsiteX2" fmla="*/ 6573 w 6343"/>
                  <a:gd name="connsiteY2" fmla="*/ 3416 h 6345"/>
                  <a:gd name="connsiteX3" fmla="*/ 5644 w 6343"/>
                  <a:gd name="connsiteY3" fmla="*/ 1172 h 6345"/>
                  <a:gd name="connsiteX4" fmla="*/ 3401 w 6343"/>
                  <a:gd name="connsiteY4" fmla="*/ 243 h 6345"/>
                  <a:gd name="connsiteX5" fmla="*/ 1159 w 6343"/>
                  <a:gd name="connsiteY5" fmla="*/ 1172 h 6345"/>
                  <a:gd name="connsiteX6" fmla="*/ 230 w 6343"/>
                  <a:gd name="connsiteY6" fmla="*/ 3416 h 6345"/>
                  <a:gd name="connsiteX7" fmla="*/ 1159 w 6343"/>
                  <a:gd name="connsiteY7" fmla="*/ 5659 h 6345"/>
                  <a:gd name="connsiteX8" fmla="*/ 3401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89"/>
                    </a:moveTo>
                    <a:cubicBezTo>
                      <a:pt x="4242" y="6589"/>
                      <a:pt x="5049" y="6254"/>
                      <a:pt x="5644" y="5659"/>
                    </a:cubicBezTo>
                    <a:cubicBezTo>
                      <a:pt x="6239" y="5064"/>
                      <a:pt x="6573" y="4257"/>
                      <a:pt x="6573" y="3416"/>
                    </a:cubicBezTo>
                    <a:cubicBezTo>
                      <a:pt x="6573" y="2574"/>
                      <a:pt x="6239" y="1767"/>
                      <a:pt x="5644" y="1172"/>
                    </a:cubicBezTo>
                    <a:cubicBezTo>
                      <a:pt x="5049" y="577"/>
                      <a:pt x="4242" y="243"/>
                      <a:pt x="3401" y="243"/>
                    </a:cubicBezTo>
                    <a:cubicBezTo>
                      <a:pt x="2560" y="243"/>
                      <a:pt x="1753" y="577"/>
                      <a:pt x="1159" y="1172"/>
                    </a:cubicBezTo>
                    <a:cubicBezTo>
                      <a:pt x="564" y="1767"/>
                      <a:pt x="230" y="2574"/>
                      <a:pt x="230" y="3416"/>
                    </a:cubicBezTo>
                    <a:cubicBezTo>
                      <a:pt x="230" y="4257"/>
                      <a:pt x="564" y="5064"/>
                      <a:pt x="1159" y="5659"/>
                    </a:cubicBezTo>
                    <a:cubicBezTo>
                      <a:pt x="1753" y="6254"/>
                      <a:pt x="2560" y="6589"/>
                      <a:pt x="3401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2" name="Freeform: Shape 1371">
                <a:extLst>
                  <a:ext uri="{FF2B5EF4-FFF2-40B4-BE49-F238E27FC236}">
                    <a16:creationId xmlns:a16="http://schemas.microsoft.com/office/drawing/2014/main" id="{D0A6815A-38B0-19AB-485D-40A912611737}"/>
                  </a:ext>
                </a:extLst>
              </p:cNvPr>
              <p:cNvSpPr/>
              <p:nvPr/>
            </p:nvSpPr>
            <p:spPr>
              <a:xfrm>
                <a:off x="3755518" y="6599492"/>
                <a:ext cx="6343" cy="6345"/>
              </a:xfrm>
              <a:custGeom>
                <a:avLst/>
                <a:gdLst>
                  <a:gd name="connsiteX0" fmla="*/ 3400 w 6343"/>
                  <a:gd name="connsiteY0" fmla="*/ 6591 h 6345"/>
                  <a:gd name="connsiteX1" fmla="*/ 5643 w 6343"/>
                  <a:gd name="connsiteY1" fmla="*/ 5662 h 6345"/>
                  <a:gd name="connsiteX2" fmla="*/ 6572 w 6343"/>
                  <a:gd name="connsiteY2" fmla="*/ 3419 h 6345"/>
                  <a:gd name="connsiteX3" fmla="*/ 5643 w 6343"/>
                  <a:gd name="connsiteY3" fmla="*/ 1175 h 6345"/>
                  <a:gd name="connsiteX4" fmla="*/ 3400 w 6343"/>
                  <a:gd name="connsiteY4" fmla="*/ 246 h 6345"/>
                  <a:gd name="connsiteX5" fmla="*/ 1158 w 6343"/>
                  <a:gd name="connsiteY5" fmla="*/ 1175 h 6345"/>
                  <a:gd name="connsiteX6" fmla="*/ 229 w 6343"/>
                  <a:gd name="connsiteY6" fmla="*/ 3419 h 6345"/>
                  <a:gd name="connsiteX7" fmla="*/ 1158 w 6343"/>
                  <a:gd name="connsiteY7" fmla="*/ 5662 h 6345"/>
                  <a:gd name="connsiteX8" fmla="*/ 3400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91"/>
                    </a:moveTo>
                    <a:cubicBezTo>
                      <a:pt x="4242" y="6591"/>
                      <a:pt x="5048" y="6257"/>
                      <a:pt x="5643" y="5662"/>
                    </a:cubicBezTo>
                    <a:cubicBezTo>
                      <a:pt x="6238" y="5067"/>
                      <a:pt x="6572" y="4260"/>
                      <a:pt x="6572" y="3419"/>
                    </a:cubicBezTo>
                    <a:cubicBezTo>
                      <a:pt x="6572" y="2577"/>
                      <a:pt x="6238" y="1770"/>
                      <a:pt x="5643" y="1175"/>
                    </a:cubicBezTo>
                    <a:cubicBezTo>
                      <a:pt x="5048" y="580"/>
                      <a:pt x="4242" y="246"/>
                      <a:pt x="3400" y="246"/>
                    </a:cubicBezTo>
                    <a:cubicBezTo>
                      <a:pt x="2559" y="246"/>
                      <a:pt x="1753" y="580"/>
                      <a:pt x="1158" y="1175"/>
                    </a:cubicBezTo>
                    <a:cubicBezTo>
                      <a:pt x="563" y="1770"/>
                      <a:pt x="229" y="2577"/>
                      <a:pt x="229" y="3419"/>
                    </a:cubicBezTo>
                    <a:cubicBezTo>
                      <a:pt x="229" y="4260"/>
                      <a:pt x="563" y="5067"/>
                      <a:pt x="1158" y="5662"/>
                    </a:cubicBezTo>
                    <a:cubicBezTo>
                      <a:pt x="1753" y="6257"/>
                      <a:pt x="2559" y="6591"/>
                      <a:pt x="3400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3" name="Freeform: Shape 1372">
                <a:extLst>
                  <a:ext uri="{FF2B5EF4-FFF2-40B4-BE49-F238E27FC236}">
                    <a16:creationId xmlns:a16="http://schemas.microsoft.com/office/drawing/2014/main" id="{395290DB-3AF5-D6D0-6D96-526275953334}"/>
                  </a:ext>
                </a:extLst>
              </p:cNvPr>
              <p:cNvSpPr/>
              <p:nvPr/>
            </p:nvSpPr>
            <p:spPr>
              <a:xfrm>
                <a:off x="3749933" y="6600783"/>
                <a:ext cx="6343" cy="6345"/>
              </a:xfrm>
              <a:custGeom>
                <a:avLst/>
                <a:gdLst>
                  <a:gd name="connsiteX0" fmla="*/ 3400 w 6343"/>
                  <a:gd name="connsiteY0" fmla="*/ 6591 h 6345"/>
                  <a:gd name="connsiteX1" fmla="*/ 5643 w 6343"/>
                  <a:gd name="connsiteY1" fmla="*/ 5662 h 6345"/>
                  <a:gd name="connsiteX2" fmla="*/ 6572 w 6343"/>
                  <a:gd name="connsiteY2" fmla="*/ 3419 h 6345"/>
                  <a:gd name="connsiteX3" fmla="*/ 5643 w 6343"/>
                  <a:gd name="connsiteY3" fmla="*/ 1175 h 6345"/>
                  <a:gd name="connsiteX4" fmla="*/ 3400 w 6343"/>
                  <a:gd name="connsiteY4" fmla="*/ 246 h 6345"/>
                  <a:gd name="connsiteX5" fmla="*/ 1157 w 6343"/>
                  <a:gd name="connsiteY5" fmla="*/ 1175 h 6345"/>
                  <a:gd name="connsiteX6" fmla="*/ 228 w 6343"/>
                  <a:gd name="connsiteY6" fmla="*/ 3419 h 6345"/>
                  <a:gd name="connsiteX7" fmla="*/ 1157 w 6343"/>
                  <a:gd name="connsiteY7" fmla="*/ 5662 h 6345"/>
                  <a:gd name="connsiteX8" fmla="*/ 3400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91"/>
                    </a:moveTo>
                    <a:cubicBezTo>
                      <a:pt x="4241" y="6591"/>
                      <a:pt x="5048" y="6257"/>
                      <a:pt x="5643" y="5662"/>
                    </a:cubicBezTo>
                    <a:cubicBezTo>
                      <a:pt x="6237" y="5067"/>
                      <a:pt x="6572" y="4260"/>
                      <a:pt x="6572" y="3419"/>
                    </a:cubicBezTo>
                    <a:cubicBezTo>
                      <a:pt x="6572" y="2577"/>
                      <a:pt x="6237" y="1770"/>
                      <a:pt x="5643" y="1175"/>
                    </a:cubicBezTo>
                    <a:cubicBezTo>
                      <a:pt x="5048" y="580"/>
                      <a:pt x="4241" y="246"/>
                      <a:pt x="3400" y="246"/>
                    </a:cubicBezTo>
                    <a:cubicBezTo>
                      <a:pt x="2559" y="246"/>
                      <a:pt x="1752" y="580"/>
                      <a:pt x="1157" y="1175"/>
                    </a:cubicBezTo>
                    <a:cubicBezTo>
                      <a:pt x="563" y="1770"/>
                      <a:pt x="228" y="2577"/>
                      <a:pt x="228" y="3419"/>
                    </a:cubicBezTo>
                    <a:cubicBezTo>
                      <a:pt x="228" y="4260"/>
                      <a:pt x="563" y="5067"/>
                      <a:pt x="1157" y="5662"/>
                    </a:cubicBezTo>
                    <a:cubicBezTo>
                      <a:pt x="1752" y="6257"/>
                      <a:pt x="2559" y="6591"/>
                      <a:pt x="3400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4" name="Freeform: Shape 1373">
                <a:extLst>
                  <a:ext uri="{FF2B5EF4-FFF2-40B4-BE49-F238E27FC236}">
                    <a16:creationId xmlns:a16="http://schemas.microsoft.com/office/drawing/2014/main" id="{933FA4C3-1A00-E179-B322-EDF3764AE983}"/>
                  </a:ext>
                </a:extLst>
              </p:cNvPr>
              <p:cNvSpPr/>
              <p:nvPr/>
            </p:nvSpPr>
            <p:spPr>
              <a:xfrm>
                <a:off x="3744656" y="6599822"/>
                <a:ext cx="6343" cy="6345"/>
              </a:xfrm>
              <a:custGeom>
                <a:avLst/>
                <a:gdLst>
                  <a:gd name="connsiteX0" fmla="*/ 3400 w 6343"/>
                  <a:gd name="connsiteY0" fmla="*/ 6591 h 6345"/>
                  <a:gd name="connsiteX1" fmla="*/ 5642 w 6343"/>
                  <a:gd name="connsiteY1" fmla="*/ 5662 h 6345"/>
                  <a:gd name="connsiteX2" fmla="*/ 6571 w 6343"/>
                  <a:gd name="connsiteY2" fmla="*/ 3419 h 6345"/>
                  <a:gd name="connsiteX3" fmla="*/ 5642 w 6343"/>
                  <a:gd name="connsiteY3" fmla="*/ 1175 h 6345"/>
                  <a:gd name="connsiteX4" fmla="*/ 3400 w 6343"/>
                  <a:gd name="connsiteY4" fmla="*/ 246 h 6345"/>
                  <a:gd name="connsiteX5" fmla="*/ 1157 w 6343"/>
                  <a:gd name="connsiteY5" fmla="*/ 1175 h 6345"/>
                  <a:gd name="connsiteX6" fmla="*/ 228 w 6343"/>
                  <a:gd name="connsiteY6" fmla="*/ 3419 h 6345"/>
                  <a:gd name="connsiteX7" fmla="*/ 1157 w 6343"/>
                  <a:gd name="connsiteY7" fmla="*/ 5662 h 6345"/>
                  <a:gd name="connsiteX8" fmla="*/ 3400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91"/>
                    </a:moveTo>
                    <a:cubicBezTo>
                      <a:pt x="4241" y="6591"/>
                      <a:pt x="5047" y="6257"/>
                      <a:pt x="5642" y="5662"/>
                    </a:cubicBezTo>
                    <a:cubicBezTo>
                      <a:pt x="6237" y="5067"/>
                      <a:pt x="6571" y="4260"/>
                      <a:pt x="6571" y="3419"/>
                    </a:cubicBezTo>
                    <a:cubicBezTo>
                      <a:pt x="6571" y="2577"/>
                      <a:pt x="6237" y="1770"/>
                      <a:pt x="5642" y="1175"/>
                    </a:cubicBezTo>
                    <a:cubicBezTo>
                      <a:pt x="5047" y="580"/>
                      <a:pt x="4241" y="246"/>
                      <a:pt x="3400" y="246"/>
                    </a:cubicBezTo>
                    <a:cubicBezTo>
                      <a:pt x="2558" y="246"/>
                      <a:pt x="1752" y="580"/>
                      <a:pt x="1157" y="1175"/>
                    </a:cubicBezTo>
                    <a:cubicBezTo>
                      <a:pt x="562" y="1770"/>
                      <a:pt x="228" y="2577"/>
                      <a:pt x="228" y="3419"/>
                    </a:cubicBezTo>
                    <a:cubicBezTo>
                      <a:pt x="228" y="4260"/>
                      <a:pt x="562" y="5067"/>
                      <a:pt x="1157" y="5662"/>
                    </a:cubicBezTo>
                    <a:cubicBezTo>
                      <a:pt x="1752" y="6257"/>
                      <a:pt x="2558" y="6591"/>
                      <a:pt x="3400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5" name="Freeform: Shape 1374">
                <a:extLst>
                  <a:ext uri="{FF2B5EF4-FFF2-40B4-BE49-F238E27FC236}">
                    <a16:creationId xmlns:a16="http://schemas.microsoft.com/office/drawing/2014/main" id="{A8232EA4-569A-14AD-FFDA-1F08C74E33E1}"/>
                  </a:ext>
                </a:extLst>
              </p:cNvPr>
              <p:cNvSpPr/>
              <p:nvPr/>
            </p:nvSpPr>
            <p:spPr>
              <a:xfrm>
                <a:off x="3718859" y="6731322"/>
                <a:ext cx="6343" cy="6345"/>
              </a:xfrm>
              <a:custGeom>
                <a:avLst/>
                <a:gdLst>
                  <a:gd name="connsiteX0" fmla="*/ 3398 w 6343"/>
                  <a:gd name="connsiteY0" fmla="*/ 6602 h 6345"/>
                  <a:gd name="connsiteX1" fmla="*/ 5640 w 6343"/>
                  <a:gd name="connsiteY1" fmla="*/ 5672 h 6345"/>
                  <a:gd name="connsiteX2" fmla="*/ 6569 w 6343"/>
                  <a:gd name="connsiteY2" fmla="*/ 3429 h 6345"/>
                  <a:gd name="connsiteX3" fmla="*/ 5640 w 6343"/>
                  <a:gd name="connsiteY3" fmla="*/ 1185 h 6345"/>
                  <a:gd name="connsiteX4" fmla="*/ 3398 w 6343"/>
                  <a:gd name="connsiteY4" fmla="*/ 256 h 6345"/>
                  <a:gd name="connsiteX5" fmla="*/ 1155 w 6343"/>
                  <a:gd name="connsiteY5" fmla="*/ 1185 h 6345"/>
                  <a:gd name="connsiteX6" fmla="*/ 226 w 6343"/>
                  <a:gd name="connsiteY6" fmla="*/ 3429 h 6345"/>
                  <a:gd name="connsiteX7" fmla="*/ 1155 w 6343"/>
                  <a:gd name="connsiteY7" fmla="*/ 5672 h 6345"/>
                  <a:gd name="connsiteX8" fmla="*/ 3398 w 6343"/>
                  <a:gd name="connsiteY8" fmla="*/ 660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602"/>
                    </a:moveTo>
                    <a:cubicBezTo>
                      <a:pt x="4239" y="6602"/>
                      <a:pt x="5045" y="6267"/>
                      <a:pt x="5640" y="5672"/>
                    </a:cubicBezTo>
                    <a:cubicBezTo>
                      <a:pt x="6235" y="5077"/>
                      <a:pt x="6569" y="4270"/>
                      <a:pt x="6569" y="3429"/>
                    </a:cubicBezTo>
                    <a:cubicBezTo>
                      <a:pt x="6569" y="2588"/>
                      <a:pt x="6235" y="1780"/>
                      <a:pt x="5640" y="1185"/>
                    </a:cubicBezTo>
                    <a:cubicBezTo>
                      <a:pt x="5045" y="591"/>
                      <a:pt x="4239" y="256"/>
                      <a:pt x="3398" y="256"/>
                    </a:cubicBezTo>
                    <a:cubicBezTo>
                      <a:pt x="2556" y="256"/>
                      <a:pt x="1750" y="591"/>
                      <a:pt x="1155" y="1185"/>
                    </a:cubicBezTo>
                    <a:cubicBezTo>
                      <a:pt x="560" y="1780"/>
                      <a:pt x="226" y="2588"/>
                      <a:pt x="226" y="3429"/>
                    </a:cubicBezTo>
                    <a:cubicBezTo>
                      <a:pt x="226" y="4270"/>
                      <a:pt x="560" y="5077"/>
                      <a:pt x="1155" y="5672"/>
                    </a:cubicBezTo>
                    <a:cubicBezTo>
                      <a:pt x="1750" y="6267"/>
                      <a:pt x="2556" y="6602"/>
                      <a:pt x="3398" y="66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6" name="Freeform: Shape 1375">
                <a:extLst>
                  <a:ext uri="{FF2B5EF4-FFF2-40B4-BE49-F238E27FC236}">
                    <a16:creationId xmlns:a16="http://schemas.microsoft.com/office/drawing/2014/main" id="{4609E7B1-8148-99E2-FBA0-40F6ABCCB098}"/>
                  </a:ext>
                </a:extLst>
              </p:cNvPr>
              <p:cNvSpPr/>
              <p:nvPr/>
            </p:nvSpPr>
            <p:spPr>
              <a:xfrm>
                <a:off x="3740321" y="6559374"/>
                <a:ext cx="6343" cy="6345"/>
              </a:xfrm>
              <a:custGeom>
                <a:avLst/>
                <a:gdLst>
                  <a:gd name="connsiteX0" fmla="*/ 3399 w 6343"/>
                  <a:gd name="connsiteY0" fmla="*/ 6588 h 6345"/>
                  <a:gd name="connsiteX1" fmla="*/ 5642 w 6343"/>
                  <a:gd name="connsiteY1" fmla="*/ 5659 h 6345"/>
                  <a:gd name="connsiteX2" fmla="*/ 6571 w 6343"/>
                  <a:gd name="connsiteY2" fmla="*/ 3415 h 6345"/>
                  <a:gd name="connsiteX3" fmla="*/ 5642 w 6343"/>
                  <a:gd name="connsiteY3" fmla="*/ 1172 h 6345"/>
                  <a:gd name="connsiteX4" fmla="*/ 3399 w 6343"/>
                  <a:gd name="connsiteY4" fmla="*/ 243 h 6345"/>
                  <a:gd name="connsiteX5" fmla="*/ 1157 w 6343"/>
                  <a:gd name="connsiteY5" fmla="*/ 1172 h 6345"/>
                  <a:gd name="connsiteX6" fmla="*/ 228 w 6343"/>
                  <a:gd name="connsiteY6" fmla="*/ 3415 h 6345"/>
                  <a:gd name="connsiteX7" fmla="*/ 1157 w 6343"/>
                  <a:gd name="connsiteY7" fmla="*/ 5659 h 6345"/>
                  <a:gd name="connsiteX8" fmla="*/ 3399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88"/>
                    </a:moveTo>
                    <a:cubicBezTo>
                      <a:pt x="4240" y="6588"/>
                      <a:pt x="5047" y="6254"/>
                      <a:pt x="5642" y="5659"/>
                    </a:cubicBezTo>
                    <a:cubicBezTo>
                      <a:pt x="6237" y="5064"/>
                      <a:pt x="6571" y="4257"/>
                      <a:pt x="6571" y="3415"/>
                    </a:cubicBezTo>
                    <a:cubicBezTo>
                      <a:pt x="6571" y="2574"/>
                      <a:pt x="6237" y="1767"/>
                      <a:pt x="5642" y="1172"/>
                    </a:cubicBezTo>
                    <a:cubicBezTo>
                      <a:pt x="5047" y="577"/>
                      <a:pt x="4240" y="243"/>
                      <a:pt x="3399" y="243"/>
                    </a:cubicBezTo>
                    <a:cubicBezTo>
                      <a:pt x="2558" y="243"/>
                      <a:pt x="1751" y="577"/>
                      <a:pt x="1157" y="1172"/>
                    </a:cubicBezTo>
                    <a:cubicBezTo>
                      <a:pt x="562" y="1767"/>
                      <a:pt x="228" y="2574"/>
                      <a:pt x="228" y="3415"/>
                    </a:cubicBezTo>
                    <a:cubicBezTo>
                      <a:pt x="228" y="4257"/>
                      <a:pt x="562" y="5064"/>
                      <a:pt x="1157" y="5659"/>
                    </a:cubicBezTo>
                    <a:cubicBezTo>
                      <a:pt x="1751" y="6254"/>
                      <a:pt x="2558" y="6588"/>
                      <a:pt x="3399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7" name="Freeform: Shape 1376">
                <a:extLst>
                  <a:ext uri="{FF2B5EF4-FFF2-40B4-BE49-F238E27FC236}">
                    <a16:creationId xmlns:a16="http://schemas.microsoft.com/office/drawing/2014/main" id="{E996DDED-AB4D-05F3-72B2-2942B361AC78}"/>
                  </a:ext>
                </a:extLst>
              </p:cNvPr>
              <p:cNvSpPr/>
              <p:nvPr/>
            </p:nvSpPr>
            <p:spPr>
              <a:xfrm>
                <a:off x="3785321" y="6259780"/>
                <a:ext cx="6343" cy="6345"/>
              </a:xfrm>
              <a:custGeom>
                <a:avLst/>
                <a:gdLst>
                  <a:gd name="connsiteX0" fmla="*/ 3403 w 6343"/>
                  <a:gd name="connsiteY0" fmla="*/ 6564 h 6345"/>
                  <a:gd name="connsiteX1" fmla="*/ 5645 w 6343"/>
                  <a:gd name="connsiteY1" fmla="*/ 5635 h 6345"/>
                  <a:gd name="connsiteX2" fmla="*/ 6574 w 6343"/>
                  <a:gd name="connsiteY2" fmla="*/ 3392 h 6345"/>
                  <a:gd name="connsiteX3" fmla="*/ 5645 w 6343"/>
                  <a:gd name="connsiteY3" fmla="*/ 1148 h 6345"/>
                  <a:gd name="connsiteX4" fmla="*/ 3403 w 6343"/>
                  <a:gd name="connsiteY4" fmla="*/ 219 h 6345"/>
                  <a:gd name="connsiteX5" fmla="*/ 1160 w 6343"/>
                  <a:gd name="connsiteY5" fmla="*/ 1148 h 6345"/>
                  <a:gd name="connsiteX6" fmla="*/ 231 w 6343"/>
                  <a:gd name="connsiteY6" fmla="*/ 3392 h 6345"/>
                  <a:gd name="connsiteX7" fmla="*/ 1160 w 6343"/>
                  <a:gd name="connsiteY7" fmla="*/ 5635 h 6345"/>
                  <a:gd name="connsiteX8" fmla="*/ 3403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64"/>
                    </a:moveTo>
                    <a:cubicBezTo>
                      <a:pt x="4244" y="6564"/>
                      <a:pt x="5051" y="6230"/>
                      <a:pt x="5645" y="5635"/>
                    </a:cubicBezTo>
                    <a:cubicBezTo>
                      <a:pt x="6240" y="5040"/>
                      <a:pt x="6574" y="4233"/>
                      <a:pt x="6574" y="3392"/>
                    </a:cubicBezTo>
                    <a:cubicBezTo>
                      <a:pt x="6574" y="2550"/>
                      <a:pt x="6240" y="1743"/>
                      <a:pt x="5645" y="1148"/>
                    </a:cubicBezTo>
                    <a:cubicBezTo>
                      <a:pt x="5051" y="553"/>
                      <a:pt x="4244" y="219"/>
                      <a:pt x="3403" y="219"/>
                    </a:cubicBezTo>
                    <a:cubicBezTo>
                      <a:pt x="2562" y="219"/>
                      <a:pt x="1755" y="553"/>
                      <a:pt x="1160" y="1148"/>
                    </a:cubicBezTo>
                    <a:cubicBezTo>
                      <a:pt x="565" y="1743"/>
                      <a:pt x="231" y="2550"/>
                      <a:pt x="231" y="3392"/>
                    </a:cubicBezTo>
                    <a:cubicBezTo>
                      <a:pt x="231" y="4233"/>
                      <a:pt x="565" y="5040"/>
                      <a:pt x="1160" y="5635"/>
                    </a:cubicBezTo>
                    <a:cubicBezTo>
                      <a:pt x="1755" y="6230"/>
                      <a:pt x="2562" y="6564"/>
                      <a:pt x="3403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8" name="Freeform: Shape 1377">
                <a:extLst>
                  <a:ext uri="{FF2B5EF4-FFF2-40B4-BE49-F238E27FC236}">
                    <a16:creationId xmlns:a16="http://schemas.microsoft.com/office/drawing/2014/main" id="{9AEB1BD3-6409-C965-E3B8-C85F15C6AD85}"/>
                  </a:ext>
                </a:extLst>
              </p:cNvPr>
              <p:cNvSpPr/>
              <p:nvPr/>
            </p:nvSpPr>
            <p:spPr>
              <a:xfrm>
                <a:off x="3782744" y="6255570"/>
                <a:ext cx="6343" cy="6345"/>
              </a:xfrm>
              <a:custGeom>
                <a:avLst/>
                <a:gdLst>
                  <a:gd name="connsiteX0" fmla="*/ 3403 w 6343"/>
                  <a:gd name="connsiteY0" fmla="*/ 6564 h 6345"/>
                  <a:gd name="connsiteX1" fmla="*/ 5645 w 6343"/>
                  <a:gd name="connsiteY1" fmla="*/ 5635 h 6345"/>
                  <a:gd name="connsiteX2" fmla="*/ 6574 w 6343"/>
                  <a:gd name="connsiteY2" fmla="*/ 3391 h 6345"/>
                  <a:gd name="connsiteX3" fmla="*/ 5645 w 6343"/>
                  <a:gd name="connsiteY3" fmla="*/ 1148 h 6345"/>
                  <a:gd name="connsiteX4" fmla="*/ 3403 w 6343"/>
                  <a:gd name="connsiteY4" fmla="*/ 219 h 6345"/>
                  <a:gd name="connsiteX5" fmla="*/ 1160 w 6343"/>
                  <a:gd name="connsiteY5" fmla="*/ 1148 h 6345"/>
                  <a:gd name="connsiteX6" fmla="*/ 231 w 6343"/>
                  <a:gd name="connsiteY6" fmla="*/ 3391 h 6345"/>
                  <a:gd name="connsiteX7" fmla="*/ 1160 w 6343"/>
                  <a:gd name="connsiteY7" fmla="*/ 5635 h 6345"/>
                  <a:gd name="connsiteX8" fmla="*/ 3403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64"/>
                    </a:moveTo>
                    <a:cubicBezTo>
                      <a:pt x="4244" y="6564"/>
                      <a:pt x="5050" y="6230"/>
                      <a:pt x="5645" y="5635"/>
                    </a:cubicBezTo>
                    <a:cubicBezTo>
                      <a:pt x="6240" y="5040"/>
                      <a:pt x="6574" y="4233"/>
                      <a:pt x="6574" y="3391"/>
                    </a:cubicBezTo>
                    <a:cubicBezTo>
                      <a:pt x="6574" y="2550"/>
                      <a:pt x="6240" y="1743"/>
                      <a:pt x="5645" y="1148"/>
                    </a:cubicBezTo>
                    <a:cubicBezTo>
                      <a:pt x="5050" y="553"/>
                      <a:pt x="4244" y="219"/>
                      <a:pt x="3403" y="219"/>
                    </a:cubicBezTo>
                    <a:cubicBezTo>
                      <a:pt x="2561" y="219"/>
                      <a:pt x="1755" y="553"/>
                      <a:pt x="1160" y="1148"/>
                    </a:cubicBezTo>
                    <a:cubicBezTo>
                      <a:pt x="565" y="1743"/>
                      <a:pt x="231" y="2550"/>
                      <a:pt x="231" y="3391"/>
                    </a:cubicBezTo>
                    <a:cubicBezTo>
                      <a:pt x="231" y="4233"/>
                      <a:pt x="565" y="5040"/>
                      <a:pt x="1160" y="5635"/>
                    </a:cubicBezTo>
                    <a:cubicBezTo>
                      <a:pt x="1755" y="6230"/>
                      <a:pt x="2561" y="6564"/>
                      <a:pt x="3403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9" name="Freeform: Shape 1378">
                <a:extLst>
                  <a:ext uri="{FF2B5EF4-FFF2-40B4-BE49-F238E27FC236}">
                    <a16:creationId xmlns:a16="http://schemas.microsoft.com/office/drawing/2014/main" id="{EAA1A1C9-3DC8-7FAF-A1F1-014552092614}"/>
                  </a:ext>
                </a:extLst>
              </p:cNvPr>
              <p:cNvSpPr/>
              <p:nvPr/>
            </p:nvSpPr>
            <p:spPr>
              <a:xfrm>
                <a:off x="3779531" y="6255146"/>
                <a:ext cx="6343" cy="6345"/>
              </a:xfrm>
              <a:custGeom>
                <a:avLst/>
                <a:gdLst>
                  <a:gd name="connsiteX0" fmla="*/ 3402 w 6343"/>
                  <a:gd name="connsiteY0" fmla="*/ 6564 h 6345"/>
                  <a:gd name="connsiteX1" fmla="*/ 5645 w 6343"/>
                  <a:gd name="connsiteY1" fmla="*/ 5635 h 6345"/>
                  <a:gd name="connsiteX2" fmla="*/ 6574 w 6343"/>
                  <a:gd name="connsiteY2" fmla="*/ 3391 h 6345"/>
                  <a:gd name="connsiteX3" fmla="*/ 5645 w 6343"/>
                  <a:gd name="connsiteY3" fmla="*/ 1148 h 6345"/>
                  <a:gd name="connsiteX4" fmla="*/ 3402 w 6343"/>
                  <a:gd name="connsiteY4" fmla="*/ 219 h 6345"/>
                  <a:gd name="connsiteX5" fmla="*/ 1160 w 6343"/>
                  <a:gd name="connsiteY5" fmla="*/ 1148 h 6345"/>
                  <a:gd name="connsiteX6" fmla="*/ 231 w 6343"/>
                  <a:gd name="connsiteY6" fmla="*/ 3391 h 6345"/>
                  <a:gd name="connsiteX7" fmla="*/ 1160 w 6343"/>
                  <a:gd name="connsiteY7" fmla="*/ 5635 h 6345"/>
                  <a:gd name="connsiteX8" fmla="*/ 3402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4"/>
                    </a:moveTo>
                    <a:cubicBezTo>
                      <a:pt x="4243" y="6564"/>
                      <a:pt x="5050" y="6230"/>
                      <a:pt x="5645" y="5635"/>
                    </a:cubicBezTo>
                    <a:cubicBezTo>
                      <a:pt x="6240" y="5040"/>
                      <a:pt x="6574" y="4233"/>
                      <a:pt x="6574" y="3391"/>
                    </a:cubicBezTo>
                    <a:cubicBezTo>
                      <a:pt x="6574" y="2550"/>
                      <a:pt x="6240" y="1743"/>
                      <a:pt x="5645" y="1148"/>
                    </a:cubicBezTo>
                    <a:cubicBezTo>
                      <a:pt x="5050" y="553"/>
                      <a:pt x="4243" y="219"/>
                      <a:pt x="3402" y="219"/>
                    </a:cubicBezTo>
                    <a:cubicBezTo>
                      <a:pt x="2561" y="219"/>
                      <a:pt x="1754" y="553"/>
                      <a:pt x="1160" y="1148"/>
                    </a:cubicBezTo>
                    <a:cubicBezTo>
                      <a:pt x="565" y="1743"/>
                      <a:pt x="231" y="2550"/>
                      <a:pt x="231" y="3391"/>
                    </a:cubicBezTo>
                    <a:cubicBezTo>
                      <a:pt x="231" y="4233"/>
                      <a:pt x="565" y="5040"/>
                      <a:pt x="1160" y="5635"/>
                    </a:cubicBezTo>
                    <a:cubicBezTo>
                      <a:pt x="1754" y="6230"/>
                      <a:pt x="2561" y="6564"/>
                      <a:pt x="3402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0" name="Freeform: Shape 1379">
                <a:extLst>
                  <a:ext uri="{FF2B5EF4-FFF2-40B4-BE49-F238E27FC236}">
                    <a16:creationId xmlns:a16="http://schemas.microsoft.com/office/drawing/2014/main" id="{1A9353C1-D6A2-17FC-6D87-02602F17403C}"/>
                  </a:ext>
                </a:extLst>
              </p:cNvPr>
              <p:cNvSpPr/>
              <p:nvPr/>
            </p:nvSpPr>
            <p:spPr>
              <a:xfrm>
                <a:off x="3776381" y="6254375"/>
                <a:ext cx="6343" cy="6345"/>
              </a:xfrm>
              <a:custGeom>
                <a:avLst/>
                <a:gdLst>
                  <a:gd name="connsiteX0" fmla="*/ 3402 w 6343"/>
                  <a:gd name="connsiteY0" fmla="*/ 6564 h 6345"/>
                  <a:gd name="connsiteX1" fmla="*/ 5645 w 6343"/>
                  <a:gd name="connsiteY1" fmla="*/ 5635 h 6345"/>
                  <a:gd name="connsiteX2" fmla="*/ 6574 w 6343"/>
                  <a:gd name="connsiteY2" fmla="*/ 3391 h 6345"/>
                  <a:gd name="connsiteX3" fmla="*/ 5645 w 6343"/>
                  <a:gd name="connsiteY3" fmla="*/ 1148 h 6345"/>
                  <a:gd name="connsiteX4" fmla="*/ 3402 w 6343"/>
                  <a:gd name="connsiteY4" fmla="*/ 219 h 6345"/>
                  <a:gd name="connsiteX5" fmla="*/ 1159 w 6343"/>
                  <a:gd name="connsiteY5" fmla="*/ 1148 h 6345"/>
                  <a:gd name="connsiteX6" fmla="*/ 231 w 6343"/>
                  <a:gd name="connsiteY6" fmla="*/ 3391 h 6345"/>
                  <a:gd name="connsiteX7" fmla="*/ 1159 w 6343"/>
                  <a:gd name="connsiteY7" fmla="*/ 5635 h 6345"/>
                  <a:gd name="connsiteX8" fmla="*/ 3402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4"/>
                    </a:moveTo>
                    <a:cubicBezTo>
                      <a:pt x="4243" y="6564"/>
                      <a:pt x="5050" y="6230"/>
                      <a:pt x="5645" y="5635"/>
                    </a:cubicBezTo>
                    <a:cubicBezTo>
                      <a:pt x="6239" y="5040"/>
                      <a:pt x="6574" y="4233"/>
                      <a:pt x="6574" y="3391"/>
                    </a:cubicBezTo>
                    <a:cubicBezTo>
                      <a:pt x="6574" y="2550"/>
                      <a:pt x="6239" y="1743"/>
                      <a:pt x="5645" y="1148"/>
                    </a:cubicBezTo>
                    <a:cubicBezTo>
                      <a:pt x="5050" y="553"/>
                      <a:pt x="4243" y="219"/>
                      <a:pt x="3402" y="219"/>
                    </a:cubicBezTo>
                    <a:cubicBezTo>
                      <a:pt x="2561" y="219"/>
                      <a:pt x="1754" y="553"/>
                      <a:pt x="1159" y="1148"/>
                    </a:cubicBezTo>
                    <a:cubicBezTo>
                      <a:pt x="565" y="1743"/>
                      <a:pt x="231" y="2550"/>
                      <a:pt x="231" y="3391"/>
                    </a:cubicBezTo>
                    <a:cubicBezTo>
                      <a:pt x="231" y="4233"/>
                      <a:pt x="565" y="5040"/>
                      <a:pt x="1159" y="5635"/>
                    </a:cubicBezTo>
                    <a:cubicBezTo>
                      <a:pt x="1754" y="6230"/>
                      <a:pt x="2561" y="6564"/>
                      <a:pt x="3402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1" name="Freeform: Shape 1380">
                <a:extLst>
                  <a:ext uri="{FF2B5EF4-FFF2-40B4-BE49-F238E27FC236}">
                    <a16:creationId xmlns:a16="http://schemas.microsoft.com/office/drawing/2014/main" id="{6B13621D-2934-C576-D05C-C76BBB1A012C}"/>
                  </a:ext>
                </a:extLst>
              </p:cNvPr>
              <p:cNvSpPr/>
              <p:nvPr/>
            </p:nvSpPr>
            <p:spPr>
              <a:xfrm>
                <a:off x="3710008" y="6554395"/>
                <a:ext cx="6343" cy="6345"/>
              </a:xfrm>
              <a:custGeom>
                <a:avLst/>
                <a:gdLst>
                  <a:gd name="connsiteX0" fmla="*/ 3397 w 6343"/>
                  <a:gd name="connsiteY0" fmla="*/ 6588 h 6345"/>
                  <a:gd name="connsiteX1" fmla="*/ 5639 w 6343"/>
                  <a:gd name="connsiteY1" fmla="*/ 5658 h 6345"/>
                  <a:gd name="connsiteX2" fmla="*/ 6568 w 6343"/>
                  <a:gd name="connsiteY2" fmla="*/ 3415 h 6345"/>
                  <a:gd name="connsiteX3" fmla="*/ 5639 w 6343"/>
                  <a:gd name="connsiteY3" fmla="*/ 1172 h 6345"/>
                  <a:gd name="connsiteX4" fmla="*/ 3397 w 6343"/>
                  <a:gd name="connsiteY4" fmla="*/ 242 h 6345"/>
                  <a:gd name="connsiteX5" fmla="*/ 1154 w 6343"/>
                  <a:gd name="connsiteY5" fmla="*/ 1172 h 6345"/>
                  <a:gd name="connsiteX6" fmla="*/ 225 w 6343"/>
                  <a:gd name="connsiteY6" fmla="*/ 3415 h 6345"/>
                  <a:gd name="connsiteX7" fmla="*/ 1154 w 6343"/>
                  <a:gd name="connsiteY7" fmla="*/ 5658 h 6345"/>
                  <a:gd name="connsiteX8" fmla="*/ 3397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88"/>
                    </a:moveTo>
                    <a:cubicBezTo>
                      <a:pt x="4238" y="6588"/>
                      <a:pt x="5045" y="6253"/>
                      <a:pt x="5639" y="5658"/>
                    </a:cubicBezTo>
                    <a:cubicBezTo>
                      <a:pt x="6234" y="5063"/>
                      <a:pt x="6568" y="4256"/>
                      <a:pt x="6568" y="3415"/>
                    </a:cubicBezTo>
                    <a:cubicBezTo>
                      <a:pt x="6568" y="2574"/>
                      <a:pt x="6234" y="1767"/>
                      <a:pt x="5639" y="1172"/>
                    </a:cubicBezTo>
                    <a:cubicBezTo>
                      <a:pt x="5045" y="577"/>
                      <a:pt x="4238" y="242"/>
                      <a:pt x="3397" y="242"/>
                    </a:cubicBezTo>
                    <a:cubicBezTo>
                      <a:pt x="2556" y="242"/>
                      <a:pt x="1749" y="577"/>
                      <a:pt x="1154" y="1172"/>
                    </a:cubicBezTo>
                    <a:cubicBezTo>
                      <a:pt x="559" y="1767"/>
                      <a:pt x="225" y="2574"/>
                      <a:pt x="225" y="3415"/>
                    </a:cubicBezTo>
                    <a:cubicBezTo>
                      <a:pt x="225" y="4256"/>
                      <a:pt x="559" y="5063"/>
                      <a:pt x="1154" y="5658"/>
                    </a:cubicBezTo>
                    <a:cubicBezTo>
                      <a:pt x="1749" y="6253"/>
                      <a:pt x="2556" y="6588"/>
                      <a:pt x="3397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2" name="Freeform: Shape 1381">
                <a:extLst>
                  <a:ext uri="{FF2B5EF4-FFF2-40B4-BE49-F238E27FC236}">
                    <a16:creationId xmlns:a16="http://schemas.microsoft.com/office/drawing/2014/main" id="{230E9A89-5DB3-645C-4347-B5252445D4A5}"/>
                  </a:ext>
                </a:extLst>
              </p:cNvPr>
              <p:cNvSpPr/>
              <p:nvPr/>
            </p:nvSpPr>
            <p:spPr>
              <a:xfrm>
                <a:off x="3696497" y="6594681"/>
                <a:ext cx="6343" cy="6345"/>
              </a:xfrm>
              <a:custGeom>
                <a:avLst/>
                <a:gdLst>
                  <a:gd name="connsiteX0" fmla="*/ 3396 w 6343"/>
                  <a:gd name="connsiteY0" fmla="*/ 6591 h 6345"/>
                  <a:gd name="connsiteX1" fmla="*/ 5638 w 6343"/>
                  <a:gd name="connsiteY1" fmla="*/ 5662 h 6345"/>
                  <a:gd name="connsiteX2" fmla="*/ 6567 w 6343"/>
                  <a:gd name="connsiteY2" fmla="*/ 3418 h 6345"/>
                  <a:gd name="connsiteX3" fmla="*/ 5638 w 6343"/>
                  <a:gd name="connsiteY3" fmla="*/ 1175 h 6345"/>
                  <a:gd name="connsiteX4" fmla="*/ 3396 w 6343"/>
                  <a:gd name="connsiteY4" fmla="*/ 245 h 6345"/>
                  <a:gd name="connsiteX5" fmla="*/ 1153 w 6343"/>
                  <a:gd name="connsiteY5" fmla="*/ 1175 h 6345"/>
                  <a:gd name="connsiteX6" fmla="*/ 224 w 6343"/>
                  <a:gd name="connsiteY6" fmla="*/ 3418 h 6345"/>
                  <a:gd name="connsiteX7" fmla="*/ 1153 w 6343"/>
                  <a:gd name="connsiteY7" fmla="*/ 5662 h 6345"/>
                  <a:gd name="connsiteX8" fmla="*/ 3396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91"/>
                    </a:moveTo>
                    <a:cubicBezTo>
                      <a:pt x="4237" y="6591"/>
                      <a:pt x="5044" y="6257"/>
                      <a:pt x="5638" y="5662"/>
                    </a:cubicBezTo>
                    <a:cubicBezTo>
                      <a:pt x="6233" y="5067"/>
                      <a:pt x="6567" y="4260"/>
                      <a:pt x="6567" y="3418"/>
                    </a:cubicBezTo>
                    <a:cubicBezTo>
                      <a:pt x="6567" y="2577"/>
                      <a:pt x="6233" y="1770"/>
                      <a:pt x="5638" y="1175"/>
                    </a:cubicBezTo>
                    <a:cubicBezTo>
                      <a:pt x="5044" y="580"/>
                      <a:pt x="4237" y="245"/>
                      <a:pt x="3396" y="245"/>
                    </a:cubicBezTo>
                    <a:cubicBezTo>
                      <a:pt x="2555" y="245"/>
                      <a:pt x="1748" y="580"/>
                      <a:pt x="1153" y="1175"/>
                    </a:cubicBezTo>
                    <a:cubicBezTo>
                      <a:pt x="558" y="1770"/>
                      <a:pt x="224" y="2577"/>
                      <a:pt x="224" y="3418"/>
                    </a:cubicBezTo>
                    <a:cubicBezTo>
                      <a:pt x="224" y="4260"/>
                      <a:pt x="558" y="5067"/>
                      <a:pt x="1153" y="5662"/>
                    </a:cubicBezTo>
                    <a:cubicBezTo>
                      <a:pt x="1748" y="6257"/>
                      <a:pt x="2555" y="6591"/>
                      <a:pt x="3396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3" name="Freeform: Shape 1382">
                <a:extLst>
                  <a:ext uri="{FF2B5EF4-FFF2-40B4-BE49-F238E27FC236}">
                    <a16:creationId xmlns:a16="http://schemas.microsoft.com/office/drawing/2014/main" id="{3368EFBC-DDE6-228B-D874-578558198142}"/>
                  </a:ext>
                </a:extLst>
              </p:cNvPr>
              <p:cNvSpPr/>
              <p:nvPr/>
            </p:nvSpPr>
            <p:spPr>
              <a:xfrm>
                <a:off x="3691399" y="6592788"/>
                <a:ext cx="6343" cy="6345"/>
              </a:xfrm>
              <a:custGeom>
                <a:avLst/>
                <a:gdLst>
                  <a:gd name="connsiteX0" fmla="*/ 3395 w 6343"/>
                  <a:gd name="connsiteY0" fmla="*/ 6591 h 6345"/>
                  <a:gd name="connsiteX1" fmla="*/ 5638 w 6343"/>
                  <a:gd name="connsiteY1" fmla="*/ 5661 h 6345"/>
                  <a:gd name="connsiteX2" fmla="*/ 6567 w 6343"/>
                  <a:gd name="connsiteY2" fmla="*/ 3418 h 6345"/>
                  <a:gd name="connsiteX3" fmla="*/ 5638 w 6343"/>
                  <a:gd name="connsiteY3" fmla="*/ 1175 h 6345"/>
                  <a:gd name="connsiteX4" fmla="*/ 3395 w 6343"/>
                  <a:gd name="connsiteY4" fmla="*/ 245 h 6345"/>
                  <a:gd name="connsiteX5" fmla="*/ 1153 w 6343"/>
                  <a:gd name="connsiteY5" fmla="*/ 1175 h 6345"/>
                  <a:gd name="connsiteX6" fmla="*/ 224 w 6343"/>
                  <a:gd name="connsiteY6" fmla="*/ 3418 h 6345"/>
                  <a:gd name="connsiteX7" fmla="*/ 1153 w 6343"/>
                  <a:gd name="connsiteY7" fmla="*/ 5661 h 6345"/>
                  <a:gd name="connsiteX8" fmla="*/ 3395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91"/>
                    </a:moveTo>
                    <a:cubicBezTo>
                      <a:pt x="4236" y="6591"/>
                      <a:pt x="5043" y="6256"/>
                      <a:pt x="5638" y="5661"/>
                    </a:cubicBezTo>
                    <a:cubicBezTo>
                      <a:pt x="6233" y="5067"/>
                      <a:pt x="6567" y="4259"/>
                      <a:pt x="6567" y="3418"/>
                    </a:cubicBezTo>
                    <a:cubicBezTo>
                      <a:pt x="6567" y="2577"/>
                      <a:pt x="6233" y="1770"/>
                      <a:pt x="5638" y="1175"/>
                    </a:cubicBezTo>
                    <a:cubicBezTo>
                      <a:pt x="5043" y="580"/>
                      <a:pt x="4236" y="245"/>
                      <a:pt x="3395" y="245"/>
                    </a:cubicBezTo>
                    <a:cubicBezTo>
                      <a:pt x="2554" y="245"/>
                      <a:pt x="1747" y="580"/>
                      <a:pt x="1153" y="1175"/>
                    </a:cubicBezTo>
                    <a:cubicBezTo>
                      <a:pt x="558" y="1770"/>
                      <a:pt x="224" y="2577"/>
                      <a:pt x="224" y="3418"/>
                    </a:cubicBezTo>
                    <a:cubicBezTo>
                      <a:pt x="224" y="4259"/>
                      <a:pt x="558" y="5067"/>
                      <a:pt x="1153" y="5661"/>
                    </a:cubicBezTo>
                    <a:cubicBezTo>
                      <a:pt x="1747" y="6256"/>
                      <a:pt x="2554" y="6591"/>
                      <a:pt x="3395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4" name="Freeform: Shape 1383">
                <a:extLst>
                  <a:ext uri="{FF2B5EF4-FFF2-40B4-BE49-F238E27FC236}">
                    <a16:creationId xmlns:a16="http://schemas.microsoft.com/office/drawing/2014/main" id="{862D6248-3227-A009-5079-2CD8A80DFFB5}"/>
                  </a:ext>
                </a:extLst>
              </p:cNvPr>
              <p:cNvSpPr/>
              <p:nvPr/>
            </p:nvSpPr>
            <p:spPr>
              <a:xfrm>
                <a:off x="3686002" y="6592309"/>
                <a:ext cx="6343" cy="6345"/>
              </a:xfrm>
              <a:custGeom>
                <a:avLst/>
                <a:gdLst>
                  <a:gd name="connsiteX0" fmla="*/ 3395 w 6343"/>
                  <a:gd name="connsiteY0" fmla="*/ 6591 h 6345"/>
                  <a:gd name="connsiteX1" fmla="*/ 5638 w 6343"/>
                  <a:gd name="connsiteY1" fmla="*/ 5661 h 6345"/>
                  <a:gd name="connsiteX2" fmla="*/ 6566 w 6343"/>
                  <a:gd name="connsiteY2" fmla="*/ 3418 h 6345"/>
                  <a:gd name="connsiteX3" fmla="*/ 5638 w 6343"/>
                  <a:gd name="connsiteY3" fmla="*/ 1175 h 6345"/>
                  <a:gd name="connsiteX4" fmla="*/ 3395 w 6343"/>
                  <a:gd name="connsiteY4" fmla="*/ 245 h 6345"/>
                  <a:gd name="connsiteX5" fmla="*/ 1152 w 6343"/>
                  <a:gd name="connsiteY5" fmla="*/ 1175 h 6345"/>
                  <a:gd name="connsiteX6" fmla="*/ 223 w 6343"/>
                  <a:gd name="connsiteY6" fmla="*/ 3418 h 6345"/>
                  <a:gd name="connsiteX7" fmla="*/ 1152 w 6343"/>
                  <a:gd name="connsiteY7" fmla="*/ 5661 h 6345"/>
                  <a:gd name="connsiteX8" fmla="*/ 3395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91"/>
                    </a:moveTo>
                    <a:cubicBezTo>
                      <a:pt x="4236" y="6591"/>
                      <a:pt x="5043" y="6256"/>
                      <a:pt x="5638" y="5661"/>
                    </a:cubicBezTo>
                    <a:cubicBezTo>
                      <a:pt x="6232" y="5066"/>
                      <a:pt x="6566" y="4259"/>
                      <a:pt x="6566" y="3418"/>
                    </a:cubicBezTo>
                    <a:cubicBezTo>
                      <a:pt x="6566" y="2577"/>
                      <a:pt x="6232" y="1770"/>
                      <a:pt x="5638" y="1175"/>
                    </a:cubicBezTo>
                    <a:cubicBezTo>
                      <a:pt x="5043" y="580"/>
                      <a:pt x="4236" y="245"/>
                      <a:pt x="3395" y="245"/>
                    </a:cubicBezTo>
                    <a:cubicBezTo>
                      <a:pt x="2554" y="245"/>
                      <a:pt x="1747" y="580"/>
                      <a:pt x="1152" y="1175"/>
                    </a:cubicBezTo>
                    <a:cubicBezTo>
                      <a:pt x="558" y="1770"/>
                      <a:pt x="223" y="2577"/>
                      <a:pt x="223" y="3418"/>
                    </a:cubicBezTo>
                    <a:cubicBezTo>
                      <a:pt x="223" y="4259"/>
                      <a:pt x="558" y="5066"/>
                      <a:pt x="1152" y="5661"/>
                    </a:cubicBezTo>
                    <a:cubicBezTo>
                      <a:pt x="1747" y="6256"/>
                      <a:pt x="2554" y="6591"/>
                      <a:pt x="3395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5" name="Freeform: Shape 1384">
                <a:extLst>
                  <a:ext uri="{FF2B5EF4-FFF2-40B4-BE49-F238E27FC236}">
                    <a16:creationId xmlns:a16="http://schemas.microsoft.com/office/drawing/2014/main" id="{F18C8EF9-4297-A835-37EF-DF7B4294A1DB}"/>
                  </a:ext>
                </a:extLst>
              </p:cNvPr>
              <p:cNvSpPr/>
              <p:nvPr/>
            </p:nvSpPr>
            <p:spPr>
              <a:xfrm>
                <a:off x="3680719" y="6591284"/>
                <a:ext cx="6343" cy="6345"/>
              </a:xfrm>
              <a:custGeom>
                <a:avLst/>
                <a:gdLst>
                  <a:gd name="connsiteX0" fmla="*/ 3395 w 6343"/>
                  <a:gd name="connsiteY0" fmla="*/ 6591 h 6345"/>
                  <a:gd name="connsiteX1" fmla="*/ 5637 w 6343"/>
                  <a:gd name="connsiteY1" fmla="*/ 5661 h 6345"/>
                  <a:gd name="connsiteX2" fmla="*/ 6566 w 6343"/>
                  <a:gd name="connsiteY2" fmla="*/ 3418 h 6345"/>
                  <a:gd name="connsiteX3" fmla="*/ 5637 w 6343"/>
                  <a:gd name="connsiteY3" fmla="*/ 1174 h 6345"/>
                  <a:gd name="connsiteX4" fmla="*/ 3395 w 6343"/>
                  <a:gd name="connsiteY4" fmla="*/ 245 h 6345"/>
                  <a:gd name="connsiteX5" fmla="*/ 1152 w 6343"/>
                  <a:gd name="connsiteY5" fmla="*/ 1174 h 6345"/>
                  <a:gd name="connsiteX6" fmla="*/ 223 w 6343"/>
                  <a:gd name="connsiteY6" fmla="*/ 3418 h 6345"/>
                  <a:gd name="connsiteX7" fmla="*/ 1152 w 6343"/>
                  <a:gd name="connsiteY7" fmla="*/ 5661 h 6345"/>
                  <a:gd name="connsiteX8" fmla="*/ 3395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91"/>
                    </a:moveTo>
                    <a:cubicBezTo>
                      <a:pt x="4236" y="6591"/>
                      <a:pt x="5042" y="6256"/>
                      <a:pt x="5637" y="5661"/>
                    </a:cubicBezTo>
                    <a:cubicBezTo>
                      <a:pt x="6232" y="5066"/>
                      <a:pt x="6566" y="4259"/>
                      <a:pt x="6566" y="3418"/>
                    </a:cubicBezTo>
                    <a:cubicBezTo>
                      <a:pt x="6566" y="2576"/>
                      <a:pt x="6232" y="1769"/>
                      <a:pt x="5637" y="1174"/>
                    </a:cubicBezTo>
                    <a:cubicBezTo>
                      <a:pt x="5042" y="580"/>
                      <a:pt x="4236" y="245"/>
                      <a:pt x="3395" y="245"/>
                    </a:cubicBezTo>
                    <a:cubicBezTo>
                      <a:pt x="2553" y="245"/>
                      <a:pt x="1747" y="580"/>
                      <a:pt x="1152" y="1174"/>
                    </a:cubicBezTo>
                    <a:cubicBezTo>
                      <a:pt x="557" y="1769"/>
                      <a:pt x="223" y="2576"/>
                      <a:pt x="223" y="3418"/>
                    </a:cubicBezTo>
                    <a:cubicBezTo>
                      <a:pt x="223" y="4259"/>
                      <a:pt x="557" y="5066"/>
                      <a:pt x="1152" y="5661"/>
                    </a:cubicBezTo>
                    <a:cubicBezTo>
                      <a:pt x="1747" y="6256"/>
                      <a:pt x="2553" y="6591"/>
                      <a:pt x="3395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6" name="Freeform: Shape 1385">
                <a:extLst>
                  <a:ext uri="{FF2B5EF4-FFF2-40B4-BE49-F238E27FC236}">
                    <a16:creationId xmlns:a16="http://schemas.microsoft.com/office/drawing/2014/main" id="{E2027709-DFF1-00EE-F80E-1114BF113838}"/>
                  </a:ext>
                </a:extLst>
              </p:cNvPr>
              <p:cNvSpPr/>
              <p:nvPr/>
            </p:nvSpPr>
            <p:spPr>
              <a:xfrm>
                <a:off x="3675775" y="6588787"/>
                <a:ext cx="6343" cy="6345"/>
              </a:xfrm>
              <a:custGeom>
                <a:avLst/>
                <a:gdLst>
                  <a:gd name="connsiteX0" fmla="*/ 3394 w 6343"/>
                  <a:gd name="connsiteY0" fmla="*/ 6590 h 6345"/>
                  <a:gd name="connsiteX1" fmla="*/ 5637 w 6343"/>
                  <a:gd name="connsiteY1" fmla="*/ 5661 h 6345"/>
                  <a:gd name="connsiteX2" fmla="*/ 6566 w 6343"/>
                  <a:gd name="connsiteY2" fmla="*/ 3418 h 6345"/>
                  <a:gd name="connsiteX3" fmla="*/ 5637 w 6343"/>
                  <a:gd name="connsiteY3" fmla="*/ 1174 h 6345"/>
                  <a:gd name="connsiteX4" fmla="*/ 3394 w 6343"/>
                  <a:gd name="connsiteY4" fmla="*/ 245 h 6345"/>
                  <a:gd name="connsiteX5" fmla="*/ 1151 w 6343"/>
                  <a:gd name="connsiteY5" fmla="*/ 1174 h 6345"/>
                  <a:gd name="connsiteX6" fmla="*/ 223 w 6343"/>
                  <a:gd name="connsiteY6" fmla="*/ 3418 h 6345"/>
                  <a:gd name="connsiteX7" fmla="*/ 1151 w 6343"/>
                  <a:gd name="connsiteY7" fmla="*/ 5661 h 6345"/>
                  <a:gd name="connsiteX8" fmla="*/ 3394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90"/>
                    </a:moveTo>
                    <a:cubicBezTo>
                      <a:pt x="4235" y="6590"/>
                      <a:pt x="5042" y="6256"/>
                      <a:pt x="5637" y="5661"/>
                    </a:cubicBezTo>
                    <a:cubicBezTo>
                      <a:pt x="6232" y="5066"/>
                      <a:pt x="6566" y="4259"/>
                      <a:pt x="6566" y="3418"/>
                    </a:cubicBezTo>
                    <a:cubicBezTo>
                      <a:pt x="6566" y="2576"/>
                      <a:pt x="6232" y="1769"/>
                      <a:pt x="5637" y="1174"/>
                    </a:cubicBezTo>
                    <a:cubicBezTo>
                      <a:pt x="5042" y="579"/>
                      <a:pt x="4235" y="245"/>
                      <a:pt x="3394" y="245"/>
                    </a:cubicBezTo>
                    <a:cubicBezTo>
                      <a:pt x="2553" y="245"/>
                      <a:pt x="1746" y="579"/>
                      <a:pt x="1151" y="1174"/>
                    </a:cubicBezTo>
                    <a:cubicBezTo>
                      <a:pt x="557" y="1769"/>
                      <a:pt x="223" y="2576"/>
                      <a:pt x="223" y="3418"/>
                    </a:cubicBezTo>
                    <a:cubicBezTo>
                      <a:pt x="223" y="4259"/>
                      <a:pt x="557" y="5066"/>
                      <a:pt x="1151" y="5661"/>
                    </a:cubicBezTo>
                    <a:cubicBezTo>
                      <a:pt x="1746" y="6256"/>
                      <a:pt x="2553" y="6590"/>
                      <a:pt x="3394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7" name="Freeform: Shape 1386">
                <a:extLst>
                  <a:ext uri="{FF2B5EF4-FFF2-40B4-BE49-F238E27FC236}">
                    <a16:creationId xmlns:a16="http://schemas.microsoft.com/office/drawing/2014/main" id="{AE0B9090-A30A-F75C-793A-E861A8090530}"/>
                  </a:ext>
                </a:extLst>
              </p:cNvPr>
              <p:cNvSpPr/>
              <p:nvPr/>
            </p:nvSpPr>
            <p:spPr>
              <a:xfrm>
                <a:off x="3764289" y="6193334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4 w 6343"/>
                  <a:gd name="connsiteY1" fmla="*/ 5630 h 6345"/>
                  <a:gd name="connsiteX2" fmla="*/ 6573 w 6343"/>
                  <a:gd name="connsiteY2" fmla="*/ 3387 h 6345"/>
                  <a:gd name="connsiteX3" fmla="*/ 5644 w 6343"/>
                  <a:gd name="connsiteY3" fmla="*/ 1143 h 6345"/>
                  <a:gd name="connsiteX4" fmla="*/ 3401 w 6343"/>
                  <a:gd name="connsiteY4" fmla="*/ 214 h 6345"/>
                  <a:gd name="connsiteX5" fmla="*/ 1158 w 6343"/>
                  <a:gd name="connsiteY5" fmla="*/ 1143 h 6345"/>
                  <a:gd name="connsiteX6" fmla="*/ 230 w 6343"/>
                  <a:gd name="connsiteY6" fmla="*/ 3387 h 6345"/>
                  <a:gd name="connsiteX7" fmla="*/ 1158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5"/>
                      <a:pt x="5644" y="5630"/>
                    </a:cubicBezTo>
                    <a:cubicBezTo>
                      <a:pt x="6238" y="5035"/>
                      <a:pt x="6573" y="4228"/>
                      <a:pt x="6573" y="3387"/>
                    </a:cubicBezTo>
                    <a:cubicBezTo>
                      <a:pt x="6573" y="2545"/>
                      <a:pt x="6238" y="1738"/>
                      <a:pt x="5644" y="1143"/>
                    </a:cubicBezTo>
                    <a:cubicBezTo>
                      <a:pt x="5049" y="548"/>
                      <a:pt x="4242" y="214"/>
                      <a:pt x="3401" y="214"/>
                    </a:cubicBezTo>
                    <a:cubicBezTo>
                      <a:pt x="2560" y="214"/>
                      <a:pt x="1753" y="548"/>
                      <a:pt x="1158" y="1143"/>
                    </a:cubicBezTo>
                    <a:cubicBezTo>
                      <a:pt x="564" y="1738"/>
                      <a:pt x="230" y="2545"/>
                      <a:pt x="230" y="3387"/>
                    </a:cubicBezTo>
                    <a:cubicBezTo>
                      <a:pt x="230" y="4228"/>
                      <a:pt x="564" y="5035"/>
                      <a:pt x="1158" y="5630"/>
                    </a:cubicBezTo>
                    <a:cubicBezTo>
                      <a:pt x="1753" y="6225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8" name="Freeform: Shape 1387">
                <a:extLst>
                  <a:ext uri="{FF2B5EF4-FFF2-40B4-BE49-F238E27FC236}">
                    <a16:creationId xmlns:a16="http://schemas.microsoft.com/office/drawing/2014/main" id="{00974987-336E-093F-E6F3-A8ED4C0FEAF0}"/>
                  </a:ext>
                </a:extLst>
              </p:cNvPr>
              <p:cNvSpPr/>
              <p:nvPr/>
            </p:nvSpPr>
            <p:spPr>
              <a:xfrm>
                <a:off x="3761302" y="6193398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4 w 6343"/>
                  <a:gd name="connsiteY1" fmla="*/ 5630 h 6345"/>
                  <a:gd name="connsiteX2" fmla="*/ 6572 w 6343"/>
                  <a:gd name="connsiteY2" fmla="*/ 3387 h 6345"/>
                  <a:gd name="connsiteX3" fmla="*/ 5644 w 6343"/>
                  <a:gd name="connsiteY3" fmla="*/ 1143 h 6345"/>
                  <a:gd name="connsiteX4" fmla="*/ 3401 w 6343"/>
                  <a:gd name="connsiteY4" fmla="*/ 214 h 6345"/>
                  <a:gd name="connsiteX5" fmla="*/ 1158 w 6343"/>
                  <a:gd name="connsiteY5" fmla="*/ 1143 h 6345"/>
                  <a:gd name="connsiteX6" fmla="*/ 229 w 6343"/>
                  <a:gd name="connsiteY6" fmla="*/ 3387 h 6345"/>
                  <a:gd name="connsiteX7" fmla="*/ 1158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5"/>
                      <a:pt x="5644" y="5630"/>
                    </a:cubicBezTo>
                    <a:cubicBezTo>
                      <a:pt x="6238" y="5035"/>
                      <a:pt x="6572" y="4228"/>
                      <a:pt x="6572" y="3387"/>
                    </a:cubicBezTo>
                    <a:cubicBezTo>
                      <a:pt x="6572" y="2545"/>
                      <a:pt x="6238" y="1738"/>
                      <a:pt x="5644" y="1143"/>
                    </a:cubicBezTo>
                    <a:cubicBezTo>
                      <a:pt x="5049" y="548"/>
                      <a:pt x="4242" y="214"/>
                      <a:pt x="3401" y="214"/>
                    </a:cubicBezTo>
                    <a:cubicBezTo>
                      <a:pt x="2560" y="214"/>
                      <a:pt x="1753" y="548"/>
                      <a:pt x="1158" y="1143"/>
                    </a:cubicBezTo>
                    <a:cubicBezTo>
                      <a:pt x="563" y="1738"/>
                      <a:pt x="229" y="2545"/>
                      <a:pt x="229" y="3387"/>
                    </a:cubicBezTo>
                    <a:cubicBezTo>
                      <a:pt x="229" y="4228"/>
                      <a:pt x="563" y="5035"/>
                      <a:pt x="1158" y="5630"/>
                    </a:cubicBezTo>
                    <a:cubicBezTo>
                      <a:pt x="1753" y="6225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9" name="Freeform: Shape 1388">
                <a:extLst>
                  <a:ext uri="{FF2B5EF4-FFF2-40B4-BE49-F238E27FC236}">
                    <a16:creationId xmlns:a16="http://schemas.microsoft.com/office/drawing/2014/main" id="{A8D22EB1-0E9B-2ADD-D9CA-79DBE915CD15}"/>
                  </a:ext>
                </a:extLst>
              </p:cNvPr>
              <p:cNvSpPr/>
              <p:nvPr/>
            </p:nvSpPr>
            <p:spPr>
              <a:xfrm>
                <a:off x="3643808" y="6583566"/>
                <a:ext cx="6343" cy="6345"/>
              </a:xfrm>
              <a:custGeom>
                <a:avLst/>
                <a:gdLst>
                  <a:gd name="connsiteX0" fmla="*/ 3392 w 6343"/>
                  <a:gd name="connsiteY0" fmla="*/ 6590 h 6345"/>
                  <a:gd name="connsiteX1" fmla="*/ 5634 w 6343"/>
                  <a:gd name="connsiteY1" fmla="*/ 5661 h 6345"/>
                  <a:gd name="connsiteX2" fmla="*/ 6563 w 6343"/>
                  <a:gd name="connsiteY2" fmla="*/ 3417 h 6345"/>
                  <a:gd name="connsiteX3" fmla="*/ 5634 w 6343"/>
                  <a:gd name="connsiteY3" fmla="*/ 1174 h 6345"/>
                  <a:gd name="connsiteX4" fmla="*/ 3392 w 6343"/>
                  <a:gd name="connsiteY4" fmla="*/ 245 h 6345"/>
                  <a:gd name="connsiteX5" fmla="*/ 1149 w 6343"/>
                  <a:gd name="connsiteY5" fmla="*/ 1174 h 6345"/>
                  <a:gd name="connsiteX6" fmla="*/ 220 w 6343"/>
                  <a:gd name="connsiteY6" fmla="*/ 3417 h 6345"/>
                  <a:gd name="connsiteX7" fmla="*/ 1149 w 6343"/>
                  <a:gd name="connsiteY7" fmla="*/ 5661 h 6345"/>
                  <a:gd name="connsiteX8" fmla="*/ 3392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90"/>
                    </a:moveTo>
                    <a:cubicBezTo>
                      <a:pt x="4233" y="6590"/>
                      <a:pt x="5039" y="6256"/>
                      <a:pt x="5634" y="5661"/>
                    </a:cubicBezTo>
                    <a:cubicBezTo>
                      <a:pt x="6229" y="5066"/>
                      <a:pt x="6563" y="4259"/>
                      <a:pt x="6563" y="3417"/>
                    </a:cubicBezTo>
                    <a:cubicBezTo>
                      <a:pt x="6563" y="2576"/>
                      <a:pt x="6229" y="1769"/>
                      <a:pt x="5634" y="1174"/>
                    </a:cubicBezTo>
                    <a:cubicBezTo>
                      <a:pt x="5039" y="579"/>
                      <a:pt x="4233" y="245"/>
                      <a:pt x="3392" y="245"/>
                    </a:cubicBezTo>
                    <a:cubicBezTo>
                      <a:pt x="2550" y="245"/>
                      <a:pt x="1744" y="579"/>
                      <a:pt x="1149" y="1174"/>
                    </a:cubicBezTo>
                    <a:cubicBezTo>
                      <a:pt x="554" y="1769"/>
                      <a:pt x="220" y="2576"/>
                      <a:pt x="220" y="3417"/>
                    </a:cubicBezTo>
                    <a:cubicBezTo>
                      <a:pt x="220" y="4259"/>
                      <a:pt x="554" y="5066"/>
                      <a:pt x="1149" y="5661"/>
                    </a:cubicBezTo>
                    <a:cubicBezTo>
                      <a:pt x="1744" y="6256"/>
                      <a:pt x="2550" y="6590"/>
                      <a:pt x="3392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0" name="Freeform: Shape 1389">
                <a:extLst>
                  <a:ext uri="{FF2B5EF4-FFF2-40B4-BE49-F238E27FC236}">
                    <a16:creationId xmlns:a16="http://schemas.microsoft.com/office/drawing/2014/main" id="{DBBA0CF1-6435-C5A2-DB01-F35BFDE5401F}"/>
                  </a:ext>
                </a:extLst>
              </p:cNvPr>
              <p:cNvSpPr/>
              <p:nvPr/>
            </p:nvSpPr>
            <p:spPr>
              <a:xfrm>
                <a:off x="3598962" y="6725260"/>
                <a:ext cx="6343" cy="6345"/>
              </a:xfrm>
              <a:custGeom>
                <a:avLst/>
                <a:gdLst>
                  <a:gd name="connsiteX0" fmla="*/ 3388 w 6343"/>
                  <a:gd name="connsiteY0" fmla="*/ 6601 h 6345"/>
                  <a:gd name="connsiteX1" fmla="*/ 5631 w 6343"/>
                  <a:gd name="connsiteY1" fmla="*/ 5672 h 6345"/>
                  <a:gd name="connsiteX2" fmla="*/ 6560 w 6343"/>
                  <a:gd name="connsiteY2" fmla="*/ 3428 h 6345"/>
                  <a:gd name="connsiteX3" fmla="*/ 5631 w 6343"/>
                  <a:gd name="connsiteY3" fmla="*/ 1185 h 6345"/>
                  <a:gd name="connsiteX4" fmla="*/ 3388 w 6343"/>
                  <a:gd name="connsiteY4" fmla="*/ 256 h 6345"/>
                  <a:gd name="connsiteX5" fmla="*/ 1145 w 6343"/>
                  <a:gd name="connsiteY5" fmla="*/ 1185 h 6345"/>
                  <a:gd name="connsiteX6" fmla="*/ 217 w 6343"/>
                  <a:gd name="connsiteY6" fmla="*/ 3428 h 6345"/>
                  <a:gd name="connsiteX7" fmla="*/ 1145 w 6343"/>
                  <a:gd name="connsiteY7" fmla="*/ 5672 h 6345"/>
                  <a:gd name="connsiteX8" fmla="*/ 3388 w 6343"/>
                  <a:gd name="connsiteY8" fmla="*/ 66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601"/>
                    </a:moveTo>
                    <a:cubicBezTo>
                      <a:pt x="4229" y="6601"/>
                      <a:pt x="5036" y="6267"/>
                      <a:pt x="5631" y="5672"/>
                    </a:cubicBezTo>
                    <a:cubicBezTo>
                      <a:pt x="6225" y="5077"/>
                      <a:pt x="6560" y="4270"/>
                      <a:pt x="6560" y="3428"/>
                    </a:cubicBezTo>
                    <a:cubicBezTo>
                      <a:pt x="6560" y="2587"/>
                      <a:pt x="6225" y="1780"/>
                      <a:pt x="5631" y="1185"/>
                    </a:cubicBezTo>
                    <a:cubicBezTo>
                      <a:pt x="5036" y="590"/>
                      <a:pt x="4229" y="256"/>
                      <a:pt x="3388" y="256"/>
                    </a:cubicBezTo>
                    <a:cubicBezTo>
                      <a:pt x="2547" y="256"/>
                      <a:pt x="1740" y="590"/>
                      <a:pt x="1145" y="1185"/>
                    </a:cubicBezTo>
                    <a:cubicBezTo>
                      <a:pt x="551" y="1780"/>
                      <a:pt x="217" y="2587"/>
                      <a:pt x="217" y="3428"/>
                    </a:cubicBezTo>
                    <a:cubicBezTo>
                      <a:pt x="217" y="4270"/>
                      <a:pt x="551" y="5077"/>
                      <a:pt x="1145" y="5672"/>
                    </a:cubicBezTo>
                    <a:cubicBezTo>
                      <a:pt x="1740" y="6267"/>
                      <a:pt x="2547" y="6601"/>
                      <a:pt x="3388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1" name="Freeform: Shape 1390">
                <a:extLst>
                  <a:ext uri="{FF2B5EF4-FFF2-40B4-BE49-F238E27FC236}">
                    <a16:creationId xmlns:a16="http://schemas.microsoft.com/office/drawing/2014/main" id="{6A7A6646-A086-1C99-DEF7-F62BAF66D44F}"/>
                  </a:ext>
                </a:extLst>
              </p:cNvPr>
              <p:cNvSpPr/>
              <p:nvPr/>
            </p:nvSpPr>
            <p:spPr>
              <a:xfrm>
                <a:off x="3592650" y="6724429"/>
                <a:ext cx="6343" cy="6345"/>
              </a:xfrm>
              <a:custGeom>
                <a:avLst/>
                <a:gdLst>
                  <a:gd name="connsiteX0" fmla="*/ 3388 w 6343"/>
                  <a:gd name="connsiteY0" fmla="*/ 6601 h 6345"/>
                  <a:gd name="connsiteX1" fmla="*/ 5630 w 6343"/>
                  <a:gd name="connsiteY1" fmla="*/ 5672 h 6345"/>
                  <a:gd name="connsiteX2" fmla="*/ 6559 w 6343"/>
                  <a:gd name="connsiteY2" fmla="*/ 3428 h 6345"/>
                  <a:gd name="connsiteX3" fmla="*/ 5630 w 6343"/>
                  <a:gd name="connsiteY3" fmla="*/ 1185 h 6345"/>
                  <a:gd name="connsiteX4" fmla="*/ 3388 w 6343"/>
                  <a:gd name="connsiteY4" fmla="*/ 256 h 6345"/>
                  <a:gd name="connsiteX5" fmla="*/ 1145 w 6343"/>
                  <a:gd name="connsiteY5" fmla="*/ 1185 h 6345"/>
                  <a:gd name="connsiteX6" fmla="*/ 216 w 6343"/>
                  <a:gd name="connsiteY6" fmla="*/ 3428 h 6345"/>
                  <a:gd name="connsiteX7" fmla="*/ 1145 w 6343"/>
                  <a:gd name="connsiteY7" fmla="*/ 5672 h 6345"/>
                  <a:gd name="connsiteX8" fmla="*/ 3388 w 6343"/>
                  <a:gd name="connsiteY8" fmla="*/ 66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601"/>
                    </a:moveTo>
                    <a:cubicBezTo>
                      <a:pt x="4229" y="6601"/>
                      <a:pt x="5035" y="6267"/>
                      <a:pt x="5630" y="5672"/>
                    </a:cubicBezTo>
                    <a:cubicBezTo>
                      <a:pt x="6225" y="5077"/>
                      <a:pt x="6559" y="4270"/>
                      <a:pt x="6559" y="3428"/>
                    </a:cubicBezTo>
                    <a:cubicBezTo>
                      <a:pt x="6559" y="2587"/>
                      <a:pt x="6225" y="1780"/>
                      <a:pt x="5630" y="1185"/>
                    </a:cubicBezTo>
                    <a:cubicBezTo>
                      <a:pt x="5035" y="590"/>
                      <a:pt x="4229" y="256"/>
                      <a:pt x="3388" y="256"/>
                    </a:cubicBezTo>
                    <a:cubicBezTo>
                      <a:pt x="2546" y="256"/>
                      <a:pt x="1740" y="590"/>
                      <a:pt x="1145" y="1185"/>
                    </a:cubicBezTo>
                    <a:cubicBezTo>
                      <a:pt x="550" y="1780"/>
                      <a:pt x="216" y="2587"/>
                      <a:pt x="216" y="3428"/>
                    </a:cubicBezTo>
                    <a:cubicBezTo>
                      <a:pt x="216" y="4270"/>
                      <a:pt x="550" y="5077"/>
                      <a:pt x="1145" y="5672"/>
                    </a:cubicBezTo>
                    <a:cubicBezTo>
                      <a:pt x="1740" y="6267"/>
                      <a:pt x="2546" y="6601"/>
                      <a:pt x="3388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2" name="Freeform: Shape 1391">
                <a:extLst>
                  <a:ext uri="{FF2B5EF4-FFF2-40B4-BE49-F238E27FC236}">
                    <a16:creationId xmlns:a16="http://schemas.microsoft.com/office/drawing/2014/main" id="{8004DAC2-2DDD-BC92-A1BF-EC92B14F6B16}"/>
                  </a:ext>
                </a:extLst>
              </p:cNvPr>
              <p:cNvSpPr/>
              <p:nvPr/>
            </p:nvSpPr>
            <p:spPr>
              <a:xfrm>
                <a:off x="3648725" y="6508646"/>
                <a:ext cx="6343" cy="6345"/>
              </a:xfrm>
              <a:custGeom>
                <a:avLst/>
                <a:gdLst>
                  <a:gd name="connsiteX0" fmla="*/ 3392 w 6343"/>
                  <a:gd name="connsiteY0" fmla="*/ 6584 h 6345"/>
                  <a:gd name="connsiteX1" fmla="*/ 5635 w 6343"/>
                  <a:gd name="connsiteY1" fmla="*/ 5655 h 6345"/>
                  <a:gd name="connsiteX2" fmla="*/ 6564 w 6343"/>
                  <a:gd name="connsiteY2" fmla="*/ 3411 h 6345"/>
                  <a:gd name="connsiteX3" fmla="*/ 5635 w 6343"/>
                  <a:gd name="connsiteY3" fmla="*/ 1168 h 6345"/>
                  <a:gd name="connsiteX4" fmla="*/ 3392 w 6343"/>
                  <a:gd name="connsiteY4" fmla="*/ 239 h 6345"/>
                  <a:gd name="connsiteX5" fmla="*/ 1149 w 6343"/>
                  <a:gd name="connsiteY5" fmla="*/ 1168 h 6345"/>
                  <a:gd name="connsiteX6" fmla="*/ 220 w 6343"/>
                  <a:gd name="connsiteY6" fmla="*/ 3411 h 6345"/>
                  <a:gd name="connsiteX7" fmla="*/ 1149 w 6343"/>
                  <a:gd name="connsiteY7" fmla="*/ 5655 h 6345"/>
                  <a:gd name="connsiteX8" fmla="*/ 3392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84"/>
                    </a:moveTo>
                    <a:cubicBezTo>
                      <a:pt x="4233" y="6584"/>
                      <a:pt x="5040" y="6250"/>
                      <a:pt x="5635" y="5655"/>
                    </a:cubicBezTo>
                    <a:cubicBezTo>
                      <a:pt x="6229" y="5060"/>
                      <a:pt x="6564" y="4253"/>
                      <a:pt x="6564" y="3411"/>
                    </a:cubicBezTo>
                    <a:cubicBezTo>
                      <a:pt x="6564" y="2570"/>
                      <a:pt x="6229" y="1763"/>
                      <a:pt x="5635" y="1168"/>
                    </a:cubicBezTo>
                    <a:cubicBezTo>
                      <a:pt x="5040" y="573"/>
                      <a:pt x="4233" y="239"/>
                      <a:pt x="3392" y="239"/>
                    </a:cubicBezTo>
                    <a:cubicBezTo>
                      <a:pt x="2551" y="239"/>
                      <a:pt x="1744" y="573"/>
                      <a:pt x="1149" y="1168"/>
                    </a:cubicBezTo>
                    <a:cubicBezTo>
                      <a:pt x="555" y="1763"/>
                      <a:pt x="220" y="2570"/>
                      <a:pt x="220" y="3411"/>
                    </a:cubicBezTo>
                    <a:cubicBezTo>
                      <a:pt x="220" y="4253"/>
                      <a:pt x="555" y="5060"/>
                      <a:pt x="1149" y="5655"/>
                    </a:cubicBezTo>
                    <a:cubicBezTo>
                      <a:pt x="1744" y="6250"/>
                      <a:pt x="2551" y="6584"/>
                      <a:pt x="3392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3" name="Freeform: Shape 1392">
                <a:extLst>
                  <a:ext uri="{FF2B5EF4-FFF2-40B4-BE49-F238E27FC236}">
                    <a16:creationId xmlns:a16="http://schemas.microsoft.com/office/drawing/2014/main" id="{CA109040-D7BB-3020-80A2-410A997A217B}"/>
                  </a:ext>
                </a:extLst>
              </p:cNvPr>
              <p:cNvSpPr/>
              <p:nvPr/>
            </p:nvSpPr>
            <p:spPr>
              <a:xfrm>
                <a:off x="3644896" y="6504194"/>
                <a:ext cx="6343" cy="6345"/>
              </a:xfrm>
              <a:custGeom>
                <a:avLst/>
                <a:gdLst>
                  <a:gd name="connsiteX0" fmla="*/ 3392 w 6343"/>
                  <a:gd name="connsiteY0" fmla="*/ 6584 h 6345"/>
                  <a:gd name="connsiteX1" fmla="*/ 5634 w 6343"/>
                  <a:gd name="connsiteY1" fmla="*/ 5654 h 6345"/>
                  <a:gd name="connsiteX2" fmla="*/ 6563 w 6343"/>
                  <a:gd name="connsiteY2" fmla="*/ 3411 h 6345"/>
                  <a:gd name="connsiteX3" fmla="*/ 5634 w 6343"/>
                  <a:gd name="connsiteY3" fmla="*/ 1168 h 6345"/>
                  <a:gd name="connsiteX4" fmla="*/ 3392 w 6343"/>
                  <a:gd name="connsiteY4" fmla="*/ 238 h 6345"/>
                  <a:gd name="connsiteX5" fmla="*/ 1149 w 6343"/>
                  <a:gd name="connsiteY5" fmla="*/ 1168 h 6345"/>
                  <a:gd name="connsiteX6" fmla="*/ 220 w 6343"/>
                  <a:gd name="connsiteY6" fmla="*/ 3411 h 6345"/>
                  <a:gd name="connsiteX7" fmla="*/ 1149 w 6343"/>
                  <a:gd name="connsiteY7" fmla="*/ 5654 h 6345"/>
                  <a:gd name="connsiteX8" fmla="*/ 3392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84"/>
                    </a:moveTo>
                    <a:cubicBezTo>
                      <a:pt x="4233" y="6584"/>
                      <a:pt x="5040" y="6249"/>
                      <a:pt x="5634" y="5654"/>
                    </a:cubicBezTo>
                    <a:cubicBezTo>
                      <a:pt x="6229" y="5060"/>
                      <a:pt x="6563" y="4252"/>
                      <a:pt x="6563" y="3411"/>
                    </a:cubicBezTo>
                    <a:cubicBezTo>
                      <a:pt x="6563" y="2570"/>
                      <a:pt x="6229" y="1763"/>
                      <a:pt x="5634" y="1168"/>
                    </a:cubicBezTo>
                    <a:cubicBezTo>
                      <a:pt x="5040" y="573"/>
                      <a:pt x="4233" y="238"/>
                      <a:pt x="3392" y="238"/>
                    </a:cubicBezTo>
                    <a:cubicBezTo>
                      <a:pt x="2551" y="238"/>
                      <a:pt x="1744" y="573"/>
                      <a:pt x="1149" y="1168"/>
                    </a:cubicBezTo>
                    <a:cubicBezTo>
                      <a:pt x="554" y="1763"/>
                      <a:pt x="220" y="2570"/>
                      <a:pt x="220" y="3411"/>
                    </a:cubicBezTo>
                    <a:cubicBezTo>
                      <a:pt x="220" y="4252"/>
                      <a:pt x="554" y="5060"/>
                      <a:pt x="1149" y="5654"/>
                    </a:cubicBezTo>
                    <a:cubicBezTo>
                      <a:pt x="1744" y="6249"/>
                      <a:pt x="2551" y="6584"/>
                      <a:pt x="3392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4" name="Freeform: Shape 1393">
                <a:extLst>
                  <a:ext uri="{FF2B5EF4-FFF2-40B4-BE49-F238E27FC236}">
                    <a16:creationId xmlns:a16="http://schemas.microsoft.com/office/drawing/2014/main" id="{7644B6CE-030E-EB95-79A3-5E3BC9B646D4}"/>
                  </a:ext>
                </a:extLst>
              </p:cNvPr>
              <p:cNvSpPr/>
              <p:nvPr/>
            </p:nvSpPr>
            <p:spPr>
              <a:xfrm>
                <a:off x="3640546" y="6501594"/>
                <a:ext cx="6343" cy="6345"/>
              </a:xfrm>
              <a:custGeom>
                <a:avLst/>
                <a:gdLst>
                  <a:gd name="connsiteX0" fmla="*/ 3391 w 6343"/>
                  <a:gd name="connsiteY0" fmla="*/ 6584 h 6345"/>
                  <a:gd name="connsiteX1" fmla="*/ 5634 w 6343"/>
                  <a:gd name="connsiteY1" fmla="*/ 5654 h 6345"/>
                  <a:gd name="connsiteX2" fmla="*/ 6563 w 6343"/>
                  <a:gd name="connsiteY2" fmla="*/ 3411 h 6345"/>
                  <a:gd name="connsiteX3" fmla="*/ 5634 w 6343"/>
                  <a:gd name="connsiteY3" fmla="*/ 1167 h 6345"/>
                  <a:gd name="connsiteX4" fmla="*/ 3391 w 6343"/>
                  <a:gd name="connsiteY4" fmla="*/ 238 h 6345"/>
                  <a:gd name="connsiteX5" fmla="*/ 1149 w 6343"/>
                  <a:gd name="connsiteY5" fmla="*/ 1167 h 6345"/>
                  <a:gd name="connsiteX6" fmla="*/ 220 w 6343"/>
                  <a:gd name="connsiteY6" fmla="*/ 3411 h 6345"/>
                  <a:gd name="connsiteX7" fmla="*/ 1149 w 6343"/>
                  <a:gd name="connsiteY7" fmla="*/ 5654 h 6345"/>
                  <a:gd name="connsiteX8" fmla="*/ 3391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84"/>
                    </a:moveTo>
                    <a:cubicBezTo>
                      <a:pt x="4232" y="6584"/>
                      <a:pt x="5039" y="6249"/>
                      <a:pt x="5634" y="5654"/>
                    </a:cubicBezTo>
                    <a:cubicBezTo>
                      <a:pt x="6229" y="5059"/>
                      <a:pt x="6563" y="4252"/>
                      <a:pt x="6563" y="3411"/>
                    </a:cubicBezTo>
                    <a:cubicBezTo>
                      <a:pt x="6563" y="2569"/>
                      <a:pt x="6229" y="1762"/>
                      <a:pt x="5634" y="1167"/>
                    </a:cubicBezTo>
                    <a:cubicBezTo>
                      <a:pt x="5039" y="572"/>
                      <a:pt x="4232" y="238"/>
                      <a:pt x="3391" y="238"/>
                    </a:cubicBezTo>
                    <a:cubicBezTo>
                      <a:pt x="2550" y="238"/>
                      <a:pt x="1743" y="572"/>
                      <a:pt x="1149" y="1167"/>
                    </a:cubicBezTo>
                    <a:cubicBezTo>
                      <a:pt x="554" y="1762"/>
                      <a:pt x="220" y="2569"/>
                      <a:pt x="220" y="3411"/>
                    </a:cubicBezTo>
                    <a:cubicBezTo>
                      <a:pt x="220" y="4252"/>
                      <a:pt x="554" y="5059"/>
                      <a:pt x="1149" y="5654"/>
                    </a:cubicBezTo>
                    <a:cubicBezTo>
                      <a:pt x="1743" y="6249"/>
                      <a:pt x="2550" y="6584"/>
                      <a:pt x="3391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5" name="Freeform: Shape 1394">
                <a:extLst>
                  <a:ext uri="{FF2B5EF4-FFF2-40B4-BE49-F238E27FC236}">
                    <a16:creationId xmlns:a16="http://schemas.microsoft.com/office/drawing/2014/main" id="{F7241C6B-B811-CEC4-A5CF-98499724A60F}"/>
                  </a:ext>
                </a:extLst>
              </p:cNvPr>
              <p:cNvSpPr/>
              <p:nvPr/>
            </p:nvSpPr>
            <p:spPr>
              <a:xfrm>
                <a:off x="3635979" y="6499742"/>
                <a:ext cx="6343" cy="6345"/>
              </a:xfrm>
              <a:custGeom>
                <a:avLst/>
                <a:gdLst>
                  <a:gd name="connsiteX0" fmla="*/ 3391 w 6343"/>
                  <a:gd name="connsiteY0" fmla="*/ 6583 h 6345"/>
                  <a:gd name="connsiteX1" fmla="*/ 5634 w 6343"/>
                  <a:gd name="connsiteY1" fmla="*/ 5654 h 6345"/>
                  <a:gd name="connsiteX2" fmla="*/ 6563 w 6343"/>
                  <a:gd name="connsiteY2" fmla="*/ 3411 h 6345"/>
                  <a:gd name="connsiteX3" fmla="*/ 5634 w 6343"/>
                  <a:gd name="connsiteY3" fmla="*/ 1167 h 6345"/>
                  <a:gd name="connsiteX4" fmla="*/ 3391 w 6343"/>
                  <a:gd name="connsiteY4" fmla="*/ 238 h 6345"/>
                  <a:gd name="connsiteX5" fmla="*/ 1148 w 6343"/>
                  <a:gd name="connsiteY5" fmla="*/ 1167 h 6345"/>
                  <a:gd name="connsiteX6" fmla="*/ 219 w 6343"/>
                  <a:gd name="connsiteY6" fmla="*/ 3411 h 6345"/>
                  <a:gd name="connsiteX7" fmla="*/ 1148 w 6343"/>
                  <a:gd name="connsiteY7" fmla="*/ 5654 h 6345"/>
                  <a:gd name="connsiteX8" fmla="*/ 3391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83"/>
                    </a:moveTo>
                    <a:cubicBezTo>
                      <a:pt x="4232" y="6583"/>
                      <a:pt x="5039" y="6249"/>
                      <a:pt x="5634" y="5654"/>
                    </a:cubicBezTo>
                    <a:cubicBezTo>
                      <a:pt x="6228" y="5059"/>
                      <a:pt x="6563" y="4252"/>
                      <a:pt x="6563" y="3411"/>
                    </a:cubicBezTo>
                    <a:cubicBezTo>
                      <a:pt x="6563" y="2569"/>
                      <a:pt x="6228" y="1762"/>
                      <a:pt x="5634" y="1167"/>
                    </a:cubicBezTo>
                    <a:cubicBezTo>
                      <a:pt x="5039" y="572"/>
                      <a:pt x="4232" y="238"/>
                      <a:pt x="3391" y="238"/>
                    </a:cubicBezTo>
                    <a:cubicBezTo>
                      <a:pt x="2550" y="238"/>
                      <a:pt x="1743" y="572"/>
                      <a:pt x="1148" y="1167"/>
                    </a:cubicBezTo>
                    <a:cubicBezTo>
                      <a:pt x="554" y="1762"/>
                      <a:pt x="219" y="2569"/>
                      <a:pt x="219" y="3411"/>
                    </a:cubicBezTo>
                    <a:cubicBezTo>
                      <a:pt x="219" y="4252"/>
                      <a:pt x="554" y="5059"/>
                      <a:pt x="1148" y="5654"/>
                    </a:cubicBezTo>
                    <a:cubicBezTo>
                      <a:pt x="1743" y="6249"/>
                      <a:pt x="2550" y="6583"/>
                      <a:pt x="3391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6" name="Freeform: Shape 1395">
                <a:extLst>
                  <a:ext uri="{FF2B5EF4-FFF2-40B4-BE49-F238E27FC236}">
                    <a16:creationId xmlns:a16="http://schemas.microsoft.com/office/drawing/2014/main" id="{7EBDA564-586E-D288-2FAE-670D4A9C7450}"/>
                  </a:ext>
                </a:extLst>
              </p:cNvPr>
              <p:cNvSpPr/>
              <p:nvPr/>
            </p:nvSpPr>
            <p:spPr>
              <a:xfrm>
                <a:off x="3631110" y="6498863"/>
                <a:ext cx="6343" cy="6345"/>
              </a:xfrm>
              <a:custGeom>
                <a:avLst/>
                <a:gdLst>
                  <a:gd name="connsiteX0" fmla="*/ 3391 w 6343"/>
                  <a:gd name="connsiteY0" fmla="*/ 6583 h 6345"/>
                  <a:gd name="connsiteX1" fmla="*/ 5633 w 6343"/>
                  <a:gd name="connsiteY1" fmla="*/ 5654 h 6345"/>
                  <a:gd name="connsiteX2" fmla="*/ 6562 w 6343"/>
                  <a:gd name="connsiteY2" fmla="*/ 3411 h 6345"/>
                  <a:gd name="connsiteX3" fmla="*/ 5633 w 6343"/>
                  <a:gd name="connsiteY3" fmla="*/ 1167 h 6345"/>
                  <a:gd name="connsiteX4" fmla="*/ 3391 w 6343"/>
                  <a:gd name="connsiteY4" fmla="*/ 238 h 6345"/>
                  <a:gd name="connsiteX5" fmla="*/ 1148 w 6343"/>
                  <a:gd name="connsiteY5" fmla="*/ 1167 h 6345"/>
                  <a:gd name="connsiteX6" fmla="*/ 219 w 6343"/>
                  <a:gd name="connsiteY6" fmla="*/ 3411 h 6345"/>
                  <a:gd name="connsiteX7" fmla="*/ 1148 w 6343"/>
                  <a:gd name="connsiteY7" fmla="*/ 5654 h 6345"/>
                  <a:gd name="connsiteX8" fmla="*/ 3391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83"/>
                    </a:moveTo>
                    <a:cubicBezTo>
                      <a:pt x="4232" y="6583"/>
                      <a:pt x="5038" y="6249"/>
                      <a:pt x="5633" y="5654"/>
                    </a:cubicBezTo>
                    <a:cubicBezTo>
                      <a:pt x="6228" y="5059"/>
                      <a:pt x="6562" y="4252"/>
                      <a:pt x="6562" y="3411"/>
                    </a:cubicBezTo>
                    <a:cubicBezTo>
                      <a:pt x="6562" y="2569"/>
                      <a:pt x="6228" y="1762"/>
                      <a:pt x="5633" y="1167"/>
                    </a:cubicBezTo>
                    <a:cubicBezTo>
                      <a:pt x="5038" y="572"/>
                      <a:pt x="4232" y="238"/>
                      <a:pt x="3391" y="238"/>
                    </a:cubicBezTo>
                    <a:cubicBezTo>
                      <a:pt x="2549" y="238"/>
                      <a:pt x="1743" y="572"/>
                      <a:pt x="1148" y="1167"/>
                    </a:cubicBezTo>
                    <a:cubicBezTo>
                      <a:pt x="553" y="1762"/>
                      <a:pt x="219" y="2569"/>
                      <a:pt x="219" y="3411"/>
                    </a:cubicBezTo>
                    <a:cubicBezTo>
                      <a:pt x="219" y="4252"/>
                      <a:pt x="553" y="5059"/>
                      <a:pt x="1148" y="5654"/>
                    </a:cubicBezTo>
                    <a:cubicBezTo>
                      <a:pt x="1743" y="6249"/>
                      <a:pt x="2549" y="6583"/>
                      <a:pt x="3391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7" name="Freeform: Shape 1396">
                <a:extLst>
                  <a:ext uri="{FF2B5EF4-FFF2-40B4-BE49-F238E27FC236}">
                    <a16:creationId xmlns:a16="http://schemas.microsoft.com/office/drawing/2014/main" id="{9D4F293B-F3C2-1C31-3FD2-5836663AD624}"/>
                  </a:ext>
                </a:extLst>
              </p:cNvPr>
              <p:cNvSpPr/>
              <p:nvPr/>
            </p:nvSpPr>
            <p:spPr>
              <a:xfrm>
                <a:off x="3600627" y="6577047"/>
                <a:ext cx="6343" cy="6345"/>
              </a:xfrm>
              <a:custGeom>
                <a:avLst/>
                <a:gdLst>
                  <a:gd name="connsiteX0" fmla="*/ 3388 w 6343"/>
                  <a:gd name="connsiteY0" fmla="*/ 6589 h 6345"/>
                  <a:gd name="connsiteX1" fmla="*/ 5631 w 6343"/>
                  <a:gd name="connsiteY1" fmla="*/ 5660 h 6345"/>
                  <a:gd name="connsiteX2" fmla="*/ 6560 w 6343"/>
                  <a:gd name="connsiteY2" fmla="*/ 3417 h 6345"/>
                  <a:gd name="connsiteX3" fmla="*/ 5631 w 6343"/>
                  <a:gd name="connsiteY3" fmla="*/ 1173 h 6345"/>
                  <a:gd name="connsiteX4" fmla="*/ 3388 w 6343"/>
                  <a:gd name="connsiteY4" fmla="*/ 244 h 6345"/>
                  <a:gd name="connsiteX5" fmla="*/ 1146 w 6343"/>
                  <a:gd name="connsiteY5" fmla="*/ 1173 h 6345"/>
                  <a:gd name="connsiteX6" fmla="*/ 217 w 6343"/>
                  <a:gd name="connsiteY6" fmla="*/ 3417 h 6345"/>
                  <a:gd name="connsiteX7" fmla="*/ 1146 w 6343"/>
                  <a:gd name="connsiteY7" fmla="*/ 5660 h 6345"/>
                  <a:gd name="connsiteX8" fmla="*/ 3388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89"/>
                    </a:moveTo>
                    <a:cubicBezTo>
                      <a:pt x="4229" y="6589"/>
                      <a:pt x="5036" y="6255"/>
                      <a:pt x="5631" y="5660"/>
                    </a:cubicBezTo>
                    <a:cubicBezTo>
                      <a:pt x="6226" y="5065"/>
                      <a:pt x="6560" y="4258"/>
                      <a:pt x="6560" y="3417"/>
                    </a:cubicBezTo>
                    <a:cubicBezTo>
                      <a:pt x="6560" y="2575"/>
                      <a:pt x="6226" y="1768"/>
                      <a:pt x="5631" y="1173"/>
                    </a:cubicBezTo>
                    <a:cubicBezTo>
                      <a:pt x="5036" y="578"/>
                      <a:pt x="4229" y="244"/>
                      <a:pt x="3388" y="244"/>
                    </a:cubicBezTo>
                    <a:cubicBezTo>
                      <a:pt x="2547" y="244"/>
                      <a:pt x="1740" y="578"/>
                      <a:pt x="1146" y="1173"/>
                    </a:cubicBezTo>
                    <a:cubicBezTo>
                      <a:pt x="551" y="1768"/>
                      <a:pt x="217" y="2575"/>
                      <a:pt x="217" y="3417"/>
                    </a:cubicBezTo>
                    <a:cubicBezTo>
                      <a:pt x="217" y="4258"/>
                      <a:pt x="551" y="5065"/>
                      <a:pt x="1146" y="5660"/>
                    </a:cubicBezTo>
                    <a:cubicBezTo>
                      <a:pt x="1740" y="6255"/>
                      <a:pt x="2547" y="6589"/>
                      <a:pt x="3388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8" name="Freeform: Shape 1397">
                <a:extLst>
                  <a:ext uri="{FF2B5EF4-FFF2-40B4-BE49-F238E27FC236}">
                    <a16:creationId xmlns:a16="http://schemas.microsoft.com/office/drawing/2014/main" id="{58FDB6F1-4B1C-8E64-58C0-9E64CA3AA512}"/>
                  </a:ext>
                </a:extLst>
              </p:cNvPr>
              <p:cNvSpPr/>
              <p:nvPr/>
            </p:nvSpPr>
            <p:spPr>
              <a:xfrm>
                <a:off x="3595934" y="6573957"/>
                <a:ext cx="6343" cy="6345"/>
              </a:xfrm>
              <a:custGeom>
                <a:avLst/>
                <a:gdLst>
                  <a:gd name="connsiteX0" fmla="*/ 3388 w 6343"/>
                  <a:gd name="connsiteY0" fmla="*/ 6589 h 6345"/>
                  <a:gd name="connsiteX1" fmla="*/ 5630 w 6343"/>
                  <a:gd name="connsiteY1" fmla="*/ 5660 h 6345"/>
                  <a:gd name="connsiteX2" fmla="*/ 6559 w 6343"/>
                  <a:gd name="connsiteY2" fmla="*/ 3417 h 6345"/>
                  <a:gd name="connsiteX3" fmla="*/ 5630 w 6343"/>
                  <a:gd name="connsiteY3" fmla="*/ 1173 h 6345"/>
                  <a:gd name="connsiteX4" fmla="*/ 3388 w 6343"/>
                  <a:gd name="connsiteY4" fmla="*/ 244 h 6345"/>
                  <a:gd name="connsiteX5" fmla="*/ 1145 w 6343"/>
                  <a:gd name="connsiteY5" fmla="*/ 1173 h 6345"/>
                  <a:gd name="connsiteX6" fmla="*/ 216 w 6343"/>
                  <a:gd name="connsiteY6" fmla="*/ 3417 h 6345"/>
                  <a:gd name="connsiteX7" fmla="*/ 1145 w 6343"/>
                  <a:gd name="connsiteY7" fmla="*/ 5660 h 6345"/>
                  <a:gd name="connsiteX8" fmla="*/ 3388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89"/>
                    </a:moveTo>
                    <a:cubicBezTo>
                      <a:pt x="4229" y="6589"/>
                      <a:pt x="5036" y="6255"/>
                      <a:pt x="5630" y="5660"/>
                    </a:cubicBezTo>
                    <a:cubicBezTo>
                      <a:pt x="6225" y="5065"/>
                      <a:pt x="6559" y="4258"/>
                      <a:pt x="6559" y="3417"/>
                    </a:cubicBezTo>
                    <a:cubicBezTo>
                      <a:pt x="6559" y="2575"/>
                      <a:pt x="6225" y="1768"/>
                      <a:pt x="5630" y="1173"/>
                    </a:cubicBezTo>
                    <a:cubicBezTo>
                      <a:pt x="5036" y="578"/>
                      <a:pt x="4229" y="244"/>
                      <a:pt x="3388" y="244"/>
                    </a:cubicBezTo>
                    <a:cubicBezTo>
                      <a:pt x="2547" y="244"/>
                      <a:pt x="1740" y="578"/>
                      <a:pt x="1145" y="1173"/>
                    </a:cubicBezTo>
                    <a:cubicBezTo>
                      <a:pt x="550" y="1768"/>
                      <a:pt x="216" y="2575"/>
                      <a:pt x="216" y="3417"/>
                    </a:cubicBezTo>
                    <a:cubicBezTo>
                      <a:pt x="216" y="4258"/>
                      <a:pt x="550" y="5065"/>
                      <a:pt x="1145" y="5660"/>
                    </a:cubicBezTo>
                    <a:cubicBezTo>
                      <a:pt x="1740" y="6255"/>
                      <a:pt x="2547" y="6589"/>
                      <a:pt x="3388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9" name="Freeform: Shape 1398">
                <a:extLst>
                  <a:ext uri="{FF2B5EF4-FFF2-40B4-BE49-F238E27FC236}">
                    <a16:creationId xmlns:a16="http://schemas.microsoft.com/office/drawing/2014/main" id="{0ED2E5E0-86AC-ACE9-DF11-BC5542FB03D2}"/>
                  </a:ext>
                </a:extLst>
              </p:cNvPr>
              <p:cNvSpPr/>
              <p:nvPr/>
            </p:nvSpPr>
            <p:spPr>
              <a:xfrm>
                <a:off x="3543313" y="6712949"/>
                <a:ext cx="6343" cy="6345"/>
              </a:xfrm>
              <a:custGeom>
                <a:avLst/>
                <a:gdLst>
                  <a:gd name="connsiteX0" fmla="*/ 3384 w 6343"/>
                  <a:gd name="connsiteY0" fmla="*/ 6600 h 6345"/>
                  <a:gd name="connsiteX1" fmla="*/ 5626 w 6343"/>
                  <a:gd name="connsiteY1" fmla="*/ 5671 h 6345"/>
                  <a:gd name="connsiteX2" fmla="*/ 6555 w 6343"/>
                  <a:gd name="connsiteY2" fmla="*/ 3427 h 6345"/>
                  <a:gd name="connsiteX3" fmla="*/ 5626 w 6343"/>
                  <a:gd name="connsiteY3" fmla="*/ 1184 h 6345"/>
                  <a:gd name="connsiteX4" fmla="*/ 3384 w 6343"/>
                  <a:gd name="connsiteY4" fmla="*/ 255 h 6345"/>
                  <a:gd name="connsiteX5" fmla="*/ 1141 w 6343"/>
                  <a:gd name="connsiteY5" fmla="*/ 1184 h 6345"/>
                  <a:gd name="connsiteX6" fmla="*/ 212 w 6343"/>
                  <a:gd name="connsiteY6" fmla="*/ 3427 h 6345"/>
                  <a:gd name="connsiteX7" fmla="*/ 1141 w 6343"/>
                  <a:gd name="connsiteY7" fmla="*/ 5671 h 6345"/>
                  <a:gd name="connsiteX8" fmla="*/ 3384 w 6343"/>
                  <a:gd name="connsiteY8" fmla="*/ 660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600"/>
                    </a:moveTo>
                    <a:cubicBezTo>
                      <a:pt x="4225" y="6600"/>
                      <a:pt x="5032" y="6266"/>
                      <a:pt x="5626" y="5671"/>
                    </a:cubicBezTo>
                    <a:cubicBezTo>
                      <a:pt x="6221" y="5076"/>
                      <a:pt x="6555" y="4269"/>
                      <a:pt x="6555" y="3427"/>
                    </a:cubicBezTo>
                    <a:cubicBezTo>
                      <a:pt x="6555" y="2586"/>
                      <a:pt x="6221" y="1779"/>
                      <a:pt x="5626" y="1184"/>
                    </a:cubicBezTo>
                    <a:cubicBezTo>
                      <a:pt x="5032" y="589"/>
                      <a:pt x="4225" y="255"/>
                      <a:pt x="3384" y="255"/>
                    </a:cubicBezTo>
                    <a:cubicBezTo>
                      <a:pt x="2543" y="255"/>
                      <a:pt x="1736" y="589"/>
                      <a:pt x="1141" y="1184"/>
                    </a:cubicBezTo>
                    <a:cubicBezTo>
                      <a:pt x="546" y="1779"/>
                      <a:pt x="212" y="2586"/>
                      <a:pt x="212" y="3427"/>
                    </a:cubicBezTo>
                    <a:cubicBezTo>
                      <a:pt x="212" y="4269"/>
                      <a:pt x="546" y="5076"/>
                      <a:pt x="1141" y="5671"/>
                    </a:cubicBezTo>
                    <a:cubicBezTo>
                      <a:pt x="1736" y="6266"/>
                      <a:pt x="2543" y="6600"/>
                      <a:pt x="3384" y="66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0" name="Freeform: Shape 1399">
                <a:extLst>
                  <a:ext uri="{FF2B5EF4-FFF2-40B4-BE49-F238E27FC236}">
                    <a16:creationId xmlns:a16="http://schemas.microsoft.com/office/drawing/2014/main" id="{292320CB-D8A9-5B3D-DF72-EDD0DC75F88B}"/>
                  </a:ext>
                </a:extLst>
              </p:cNvPr>
              <p:cNvSpPr/>
              <p:nvPr/>
            </p:nvSpPr>
            <p:spPr>
              <a:xfrm>
                <a:off x="3359727" y="7226710"/>
                <a:ext cx="6343" cy="6345"/>
              </a:xfrm>
              <a:custGeom>
                <a:avLst/>
                <a:gdLst>
                  <a:gd name="connsiteX0" fmla="*/ 3369 w 6343"/>
                  <a:gd name="connsiteY0" fmla="*/ 6641 h 6345"/>
                  <a:gd name="connsiteX1" fmla="*/ 5612 w 6343"/>
                  <a:gd name="connsiteY1" fmla="*/ 5711 h 6345"/>
                  <a:gd name="connsiteX2" fmla="*/ 6541 w 6343"/>
                  <a:gd name="connsiteY2" fmla="*/ 3468 h 6345"/>
                  <a:gd name="connsiteX3" fmla="*/ 5612 w 6343"/>
                  <a:gd name="connsiteY3" fmla="*/ 1225 h 6345"/>
                  <a:gd name="connsiteX4" fmla="*/ 3369 w 6343"/>
                  <a:gd name="connsiteY4" fmla="*/ 295 h 6345"/>
                  <a:gd name="connsiteX5" fmla="*/ 1127 w 6343"/>
                  <a:gd name="connsiteY5" fmla="*/ 1225 h 6345"/>
                  <a:gd name="connsiteX6" fmla="*/ 198 w 6343"/>
                  <a:gd name="connsiteY6" fmla="*/ 3468 h 6345"/>
                  <a:gd name="connsiteX7" fmla="*/ 1127 w 6343"/>
                  <a:gd name="connsiteY7" fmla="*/ 5711 h 6345"/>
                  <a:gd name="connsiteX8" fmla="*/ 3369 w 6343"/>
                  <a:gd name="connsiteY8" fmla="*/ 66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641"/>
                    </a:moveTo>
                    <a:cubicBezTo>
                      <a:pt x="4210" y="6641"/>
                      <a:pt x="5017" y="6306"/>
                      <a:pt x="5612" y="5711"/>
                    </a:cubicBezTo>
                    <a:cubicBezTo>
                      <a:pt x="6207" y="5116"/>
                      <a:pt x="6541" y="4309"/>
                      <a:pt x="6541" y="3468"/>
                    </a:cubicBezTo>
                    <a:cubicBezTo>
                      <a:pt x="6541" y="2627"/>
                      <a:pt x="6207" y="1820"/>
                      <a:pt x="5612" y="1225"/>
                    </a:cubicBezTo>
                    <a:cubicBezTo>
                      <a:pt x="5017" y="630"/>
                      <a:pt x="4210" y="295"/>
                      <a:pt x="3369" y="295"/>
                    </a:cubicBezTo>
                    <a:cubicBezTo>
                      <a:pt x="2528" y="295"/>
                      <a:pt x="1721" y="630"/>
                      <a:pt x="1127" y="1225"/>
                    </a:cubicBezTo>
                    <a:cubicBezTo>
                      <a:pt x="532" y="1820"/>
                      <a:pt x="198" y="2627"/>
                      <a:pt x="198" y="3468"/>
                    </a:cubicBezTo>
                    <a:cubicBezTo>
                      <a:pt x="198" y="4309"/>
                      <a:pt x="532" y="5116"/>
                      <a:pt x="1127" y="5711"/>
                    </a:cubicBezTo>
                    <a:cubicBezTo>
                      <a:pt x="1721" y="6306"/>
                      <a:pt x="2528" y="6641"/>
                      <a:pt x="3369" y="66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1" name="Freeform: Shape 1400">
                <a:extLst>
                  <a:ext uri="{FF2B5EF4-FFF2-40B4-BE49-F238E27FC236}">
                    <a16:creationId xmlns:a16="http://schemas.microsoft.com/office/drawing/2014/main" id="{6A6DFB87-896C-B061-B59E-3ABA1643829D}"/>
                  </a:ext>
                </a:extLst>
              </p:cNvPr>
              <p:cNvSpPr/>
              <p:nvPr/>
            </p:nvSpPr>
            <p:spPr>
              <a:xfrm>
                <a:off x="3524276" y="6728966"/>
                <a:ext cx="6343" cy="6345"/>
              </a:xfrm>
              <a:custGeom>
                <a:avLst/>
                <a:gdLst>
                  <a:gd name="connsiteX0" fmla="*/ 3382 w 6343"/>
                  <a:gd name="connsiteY0" fmla="*/ 6601 h 6345"/>
                  <a:gd name="connsiteX1" fmla="*/ 5625 w 6343"/>
                  <a:gd name="connsiteY1" fmla="*/ 5672 h 6345"/>
                  <a:gd name="connsiteX2" fmla="*/ 6554 w 6343"/>
                  <a:gd name="connsiteY2" fmla="*/ 3429 h 6345"/>
                  <a:gd name="connsiteX3" fmla="*/ 5625 w 6343"/>
                  <a:gd name="connsiteY3" fmla="*/ 1185 h 6345"/>
                  <a:gd name="connsiteX4" fmla="*/ 3382 w 6343"/>
                  <a:gd name="connsiteY4" fmla="*/ 256 h 6345"/>
                  <a:gd name="connsiteX5" fmla="*/ 1140 w 6343"/>
                  <a:gd name="connsiteY5" fmla="*/ 1185 h 6345"/>
                  <a:gd name="connsiteX6" fmla="*/ 211 w 6343"/>
                  <a:gd name="connsiteY6" fmla="*/ 3429 h 6345"/>
                  <a:gd name="connsiteX7" fmla="*/ 1140 w 6343"/>
                  <a:gd name="connsiteY7" fmla="*/ 5672 h 6345"/>
                  <a:gd name="connsiteX8" fmla="*/ 3382 w 6343"/>
                  <a:gd name="connsiteY8" fmla="*/ 66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601"/>
                    </a:moveTo>
                    <a:cubicBezTo>
                      <a:pt x="4223" y="6601"/>
                      <a:pt x="5030" y="6267"/>
                      <a:pt x="5625" y="5672"/>
                    </a:cubicBezTo>
                    <a:cubicBezTo>
                      <a:pt x="6220" y="5077"/>
                      <a:pt x="6554" y="4270"/>
                      <a:pt x="6554" y="3429"/>
                    </a:cubicBezTo>
                    <a:cubicBezTo>
                      <a:pt x="6554" y="2587"/>
                      <a:pt x="6220" y="1780"/>
                      <a:pt x="5625" y="1185"/>
                    </a:cubicBezTo>
                    <a:cubicBezTo>
                      <a:pt x="5030" y="590"/>
                      <a:pt x="4223" y="256"/>
                      <a:pt x="3382" y="256"/>
                    </a:cubicBezTo>
                    <a:cubicBezTo>
                      <a:pt x="2541" y="256"/>
                      <a:pt x="1734" y="590"/>
                      <a:pt x="1140" y="1185"/>
                    </a:cubicBezTo>
                    <a:cubicBezTo>
                      <a:pt x="545" y="1780"/>
                      <a:pt x="211" y="2587"/>
                      <a:pt x="211" y="3429"/>
                    </a:cubicBezTo>
                    <a:cubicBezTo>
                      <a:pt x="211" y="4270"/>
                      <a:pt x="545" y="5077"/>
                      <a:pt x="1140" y="5672"/>
                    </a:cubicBezTo>
                    <a:cubicBezTo>
                      <a:pt x="1734" y="6267"/>
                      <a:pt x="2541" y="6601"/>
                      <a:pt x="3382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2" name="Freeform: Shape 1401">
                <a:extLst>
                  <a:ext uri="{FF2B5EF4-FFF2-40B4-BE49-F238E27FC236}">
                    <a16:creationId xmlns:a16="http://schemas.microsoft.com/office/drawing/2014/main" id="{47E6C001-0BAB-82CC-278C-1D19C8DED1E2}"/>
                  </a:ext>
                </a:extLst>
              </p:cNvPr>
              <p:cNvSpPr/>
              <p:nvPr/>
            </p:nvSpPr>
            <p:spPr>
              <a:xfrm>
                <a:off x="3563780" y="6567203"/>
                <a:ext cx="6343" cy="6345"/>
              </a:xfrm>
              <a:custGeom>
                <a:avLst/>
                <a:gdLst>
                  <a:gd name="connsiteX0" fmla="*/ 3385 w 6343"/>
                  <a:gd name="connsiteY0" fmla="*/ 6589 h 6345"/>
                  <a:gd name="connsiteX1" fmla="*/ 5628 w 6343"/>
                  <a:gd name="connsiteY1" fmla="*/ 5659 h 6345"/>
                  <a:gd name="connsiteX2" fmla="*/ 6557 w 6343"/>
                  <a:gd name="connsiteY2" fmla="*/ 3416 h 6345"/>
                  <a:gd name="connsiteX3" fmla="*/ 5628 w 6343"/>
                  <a:gd name="connsiteY3" fmla="*/ 1173 h 6345"/>
                  <a:gd name="connsiteX4" fmla="*/ 3385 w 6343"/>
                  <a:gd name="connsiteY4" fmla="*/ 243 h 6345"/>
                  <a:gd name="connsiteX5" fmla="*/ 1143 w 6343"/>
                  <a:gd name="connsiteY5" fmla="*/ 1173 h 6345"/>
                  <a:gd name="connsiteX6" fmla="*/ 214 w 6343"/>
                  <a:gd name="connsiteY6" fmla="*/ 3416 h 6345"/>
                  <a:gd name="connsiteX7" fmla="*/ 1143 w 6343"/>
                  <a:gd name="connsiteY7" fmla="*/ 5659 h 6345"/>
                  <a:gd name="connsiteX8" fmla="*/ 3385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89"/>
                    </a:moveTo>
                    <a:cubicBezTo>
                      <a:pt x="4226" y="6589"/>
                      <a:pt x="5033" y="6254"/>
                      <a:pt x="5628" y="5659"/>
                    </a:cubicBezTo>
                    <a:cubicBezTo>
                      <a:pt x="6223" y="5064"/>
                      <a:pt x="6557" y="4257"/>
                      <a:pt x="6557" y="3416"/>
                    </a:cubicBezTo>
                    <a:cubicBezTo>
                      <a:pt x="6557" y="2575"/>
                      <a:pt x="6223" y="1768"/>
                      <a:pt x="5628" y="1173"/>
                    </a:cubicBezTo>
                    <a:cubicBezTo>
                      <a:pt x="5033" y="578"/>
                      <a:pt x="4226" y="243"/>
                      <a:pt x="3385" y="243"/>
                    </a:cubicBezTo>
                    <a:cubicBezTo>
                      <a:pt x="2544" y="243"/>
                      <a:pt x="1737" y="578"/>
                      <a:pt x="1143" y="1173"/>
                    </a:cubicBezTo>
                    <a:cubicBezTo>
                      <a:pt x="548" y="1768"/>
                      <a:pt x="214" y="2575"/>
                      <a:pt x="214" y="3416"/>
                    </a:cubicBezTo>
                    <a:cubicBezTo>
                      <a:pt x="214" y="4257"/>
                      <a:pt x="548" y="5064"/>
                      <a:pt x="1143" y="5659"/>
                    </a:cubicBezTo>
                    <a:cubicBezTo>
                      <a:pt x="1737" y="6254"/>
                      <a:pt x="2544" y="6589"/>
                      <a:pt x="3385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3" name="Freeform: Shape 1402">
                <a:extLst>
                  <a:ext uri="{FF2B5EF4-FFF2-40B4-BE49-F238E27FC236}">
                    <a16:creationId xmlns:a16="http://schemas.microsoft.com/office/drawing/2014/main" id="{850E1B2A-D555-3163-5E79-745A407EBA8C}"/>
                  </a:ext>
                </a:extLst>
              </p:cNvPr>
              <p:cNvSpPr/>
              <p:nvPr/>
            </p:nvSpPr>
            <p:spPr>
              <a:xfrm>
                <a:off x="3558652" y="6565378"/>
                <a:ext cx="6343" cy="6345"/>
              </a:xfrm>
              <a:custGeom>
                <a:avLst/>
                <a:gdLst>
                  <a:gd name="connsiteX0" fmla="*/ 3385 w 6343"/>
                  <a:gd name="connsiteY0" fmla="*/ 6589 h 6345"/>
                  <a:gd name="connsiteX1" fmla="*/ 5628 w 6343"/>
                  <a:gd name="connsiteY1" fmla="*/ 5659 h 6345"/>
                  <a:gd name="connsiteX2" fmla="*/ 6556 w 6343"/>
                  <a:gd name="connsiteY2" fmla="*/ 3416 h 6345"/>
                  <a:gd name="connsiteX3" fmla="*/ 5628 w 6343"/>
                  <a:gd name="connsiteY3" fmla="*/ 1172 h 6345"/>
                  <a:gd name="connsiteX4" fmla="*/ 3385 w 6343"/>
                  <a:gd name="connsiteY4" fmla="*/ 243 h 6345"/>
                  <a:gd name="connsiteX5" fmla="*/ 1142 w 6343"/>
                  <a:gd name="connsiteY5" fmla="*/ 1172 h 6345"/>
                  <a:gd name="connsiteX6" fmla="*/ 213 w 6343"/>
                  <a:gd name="connsiteY6" fmla="*/ 3416 h 6345"/>
                  <a:gd name="connsiteX7" fmla="*/ 1142 w 6343"/>
                  <a:gd name="connsiteY7" fmla="*/ 5659 h 6345"/>
                  <a:gd name="connsiteX8" fmla="*/ 3385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89"/>
                    </a:moveTo>
                    <a:cubicBezTo>
                      <a:pt x="4226" y="6589"/>
                      <a:pt x="5033" y="6254"/>
                      <a:pt x="5628" y="5659"/>
                    </a:cubicBezTo>
                    <a:cubicBezTo>
                      <a:pt x="6222" y="5064"/>
                      <a:pt x="6556" y="4257"/>
                      <a:pt x="6556" y="3416"/>
                    </a:cubicBezTo>
                    <a:cubicBezTo>
                      <a:pt x="6556" y="2574"/>
                      <a:pt x="6222" y="1767"/>
                      <a:pt x="5628" y="1172"/>
                    </a:cubicBezTo>
                    <a:cubicBezTo>
                      <a:pt x="5033" y="577"/>
                      <a:pt x="4226" y="243"/>
                      <a:pt x="3385" y="243"/>
                    </a:cubicBezTo>
                    <a:cubicBezTo>
                      <a:pt x="2544" y="243"/>
                      <a:pt x="1737" y="577"/>
                      <a:pt x="1142" y="1172"/>
                    </a:cubicBezTo>
                    <a:cubicBezTo>
                      <a:pt x="548" y="1767"/>
                      <a:pt x="213" y="2574"/>
                      <a:pt x="213" y="3416"/>
                    </a:cubicBezTo>
                    <a:cubicBezTo>
                      <a:pt x="213" y="4257"/>
                      <a:pt x="548" y="5064"/>
                      <a:pt x="1142" y="5659"/>
                    </a:cubicBezTo>
                    <a:cubicBezTo>
                      <a:pt x="1737" y="6254"/>
                      <a:pt x="2544" y="6589"/>
                      <a:pt x="3385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4" name="Freeform: Shape 1403">
                <a:extLst>
                  <a:ext uri="{FF2B5EF4-FFF2-40B4-BE49-F238E27FC236}">
                    <a16:creationId xmlns:a16="http://schemas.microsoft.com/office/drawing/2014/main" id="{C4C8CFBF-AE01-C744-7069-99928AA3BCE2}"/>
                  </a:ext>
                </a:extLst>
              </p:cNvPr>
              <p:cNvSpPr/>
              <p:nvPr/>
            </p:nvSpPr>
            <p:spPr>
              <a:xfrm>
                <a:off x="3553499" y="6563610"/>
                <a:ext cx="6343" cy="6345"/>
              </a:xfrm>
              <a:custGeom>
                <a:avLst/>
                <a:gdLst>
                  <a:gd name="connsiteX0" fmla="*/ 3384 w 6343"/>
                  <a:gd name="connsiteY0" fmla="*/ 6588 h 6345"/>
                  <a:gd name="connsiteX1" fmla="*/ 5627 w 6343"/>
                  <a:gd name="connsiteY1" fmla="*/ 5659 h 6345"/>
                  <a:gd name="connsiteX2" fmla="*/ 6556 w 6343"/>
                  <a:gd name="connsiteY2" fmla="*/ 3416 h 6345"/>
                  <a:gd name="connsiteX3" fmla="*/ 5627 w 6343"/>
                  <a:gd name="connsiteY3" fmla="*/ 1172 h 6345"/>
                  <a:gd name="connsiteX4" fmla="*/ 3384 w 6343"/>
                  <a:gd name="connsiteY4" fmla="*/ 243 h 6345"/>
                  <a:gd name="connsiteX5" fmla="*/ 1142 w 6343"/>
                  <a:gd name="connsiteY5" fmla="*/ 1172 h 6345"/>
                  <a:gd name="connsiteX6" fmla="*/ 213 w 6343"/>
                  <a:gd name="connsiteY6" fmla="*/ 3416 h 6345"/>
                  <a:gd name="connsiteX7" fmla="*/ 1142 w 6343"/>
                  <a:gd name="connsiteY7" fmla="*/ 5659 h 6345"/>
                  <a:gd name="connsiteX8" fmla="*/ 3384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88"/>
                    </a:moveTo>
                    <a:cubicBezTo>
                      <a:pt x="4226" y="6588"/>
                      <a:pt x="5032" y="6254"/>
                      <a:pt x="5627" y="5659"/>
                    </a:cubicBezTo>
                    <a:cubicBezTo>
                      <a:pt x="6222" y="5064"/>
                      <a:pt x="6556" y="4257"/>
                      <a:pt x="6556" y="3416"/>
                    </a:cubicBezTo>
                    <a:cubicBezTo>
                      <a:pt x="6556" y="2574"/>
                      <a:pt x="6222" y="1767"/>
                      <a:pt x="5627" y="1172"/>
                    </a:cubicBezTo>
                    <a:cubicBezTo>
                      <a:pt x="5032" y="577"/>
                      <a:pt x="4226" y="243"/>
                      <a:pt x="3384" y="243"/>
                    </a:cubicBezTo>
                    <a:cubicBezTo>
                      <a:pt x="2543" y="243"/>
                      <a:pt x="1737" y="577"/>
                      <a:pt x="1142" y="1172"/>
                    </a:cubicBezTo>
                    <a:cubicBezTo>
                      <a:pt x="547" y="1767"/>
                      <a:pt x="213" y="2574"/>
                      <a:pt x="213" y="3416"/>
                    </a:cubicBezTo>
                    <a:cubicBezTo>
                      <a:pt x="213" y="4257"/>
                      <a:pt x="547" y="5064"/>
                      <a:pt x="1142" y="5659"/>
                    </a:cubicBezTo>
                    <a:cubicBezTo>
                      <a:pt x="1737" y="6254"/>
                      <a:pt x="2543" y="6588"/>
                      <a:pt x="3384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5" name="Freeform: Shape 1404">
                <a:extLst>
                  <a:ext uri="{FF2B5EF4-FFF2-40B4-BE49-F238E27FC236}">
                    <a16:creationId xmlns:a16="http://schemas.microsoft.com/office/drawing/2014/main" id="{7E1C17F4-82F4-EE16-3DD6-1AEC5B75D505}"/>
                  </a:ext>
                </a:extLst>
              </p:cNvPr>
              <p:cNvSpPr/>
              <p:nvPr/>
            </p:nvSpPr>
            <p:spPr>
              <a:xfrm>
                <a:off x="3547084" y="6565047"/>
                <a:ext cx="6343" cy="6345"/>
              </a:xfrm>
              <a:custGeom>
                <a:avLst/>
                <a:gdLst>
                  <a:gd name="connsiteX0" fmla="*/ 3384 w 6343"/>
                  <a:gd name="connsiteY0" fmla="*/ 6589 h 6345"/>
                  <a:gd name="connsiteX1" fmla="*/ 5627 w 6343"/>
                  <a:gd name="connsiteY1" fmla="*/ 5659 h 6345"/>
                  <a:gd name="connsiteX2" fmla="*/ 6556 w 6343"/>
                  <a:gd name="connsiteY2" fmla="*/ 3416 h 6345"/>
                  <a:gd name="connsiteX3" fmla="*/ 5627 w 6343"/>
                  <a:gd name="connsiteY3" fmla="*/ 1172 h 6345"/>
                  <a:gd name="connsiteX4" fmla="*/ 3384 w 6343"/>
                  <a:gd name="connsiteY4" fmla="*/ 243 h 6345"/>
                  <a:gd name="connsiteX5" fmla="*/ 1141 w 6343"/>
                  <a:gd name="connsiteY5" fmla="*/ 1172 h 6345"/>
                  <a:gd name="connsiteX6" fmla="*/ 212 w 6343"/>
                  <a:gd name="connsiteY6" fmla="*/ 3416 h 6345"/>
                  <a:gd name="connsiteX7" fmla="*/ 1141 w 6343"/>
                  <a:gd name="connsiteY7" fmla="*/ 5659 h 6345"/>
                  <a:gd name="connsiteX8" fmla="*/ 3384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89"/>
                    </a:moveTo>
                    <a:cubicBezTo>
                      <a:pt x="4225" y="6589"/>
                      <a:pt x="5032" y="6254"/>
                      <a:pt x="5627" y="5659"/>
                    </a:cubicBezTo>
                    <a:cubicBezTo>
                      <a:pt x="6221" y="5064"/>
                      <a:pt x="6556" y="4257"/>
                      <a:pt x="6556" y="3416"/>
                    </a:cubicBezTo>
                    <a:cubicBezTo>
                      <a:pt x="6556" y="2574"/>
                      <a:pt x="6221" y="1767"/>
                      <a:pt x="5627" y="1172"/>
                    </a:cubicBezTo>
                    <a:cubicBezTo>
                      <a:pt x="5032" y="577"/>
                      <a:pt x="4225" y="243"/>
                      <a:pt x="3384" y="243"/>
                    </a:cubicBezTo>
                    <a:cubicBezTo>
                      <a:pt x="2543" y="243"/>
                      <a:pt x="1736" y="577"/>
                      <a:pt x="1141" y="1172"/>
                    </a:cubicBezTo>
                    <a:cubicBezTo>
                      <a:pt x="547" y="1767"/>
                      <a:pt x="212" y="2574"/>
                      <a:pt x="212" y="3416"/>
                    </a:cubicBezTo>
                    <a:cubicBezTo>
                      <a:pt x="212" y="4257"/>
                      <a:pt x="547" y="5064"/>
                      <a:pt x="1141" y="5659"/>
                    </a:cubicBezTo>
                    <a:cubicBezTo>
                      <a:pt x="1736" y="6254"/>
                      <a:pt x="2543" y="6589"/>
                      <a:pt x="3384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6" name="Freeform: Shape 1405">
                <a:extLst>
                  <a:ext uri="{FF2B5EF4-FFF2-40B4-BE49-F238E27FC236}">
                    <a16:creationId xmlns:a16="http://schemas.microsoft.com/office/drawing/2014/main" id="{177C0608-80FD-0132-F567-D6A2A7FF6030}"/>
                  </a:ext>
                </a:extLst>
              </p:cNvPr>
              <p:cNvSpPr/>
              <p:nvPr/>
            </p:nvSpPr>
            <p:spPr>
              <a:xfrm>
                <a:off x="3310129" y="7142434"/>
                <a:ext cx="6343" cy="6345"/>
              </a:xfrm>
              <a:custGeom>
                <a:avLst/>
                <a:gdLst>
                  <a:gd name="connsiteX0" fmla="*/ 3365 w 6343"/>
                  <a:gd name="connsiteY0" fmla="*/ 6634 h 6345"/>
                  <a:gd name="connsiteX1" fmla="*/ 5608 w 6343"/>
                  <a:gd name="connsiteY1" fmla="*/ 5705 h 6345"/>
                  <a:gd name="connsiteX2" fmla="*/ 6537 w 6343"/>
                  <a:gd name="connsiteY2" fmla="*/ 3461 h 6345"/>
                  <a:gd name="connsiteX3" fmla="*/ 5608 w 6343"/>
                  <a:gd name="connsiteY3" fmla="*/ 1218 h 6345"/>
                  <a:gd name="connsiteX4" fmla="*/ 3365 w 6343"/>
                  <a:gd name="connsiteY4" fmla="*/ 289 h 6345"/>
                  <a:gd name="connsiteX5" fmla="*/ 1123 w 6343"/>
                  <a:gd name="connsiteY5" fmla="*/ 1218 h 6345"/>
                  <a:gd name="connsiteX6" fmla="*/ 194 w 6343"/>
                  <a:gd name="connsiteY6" fmla="*/ 3461 h 6345"/>
                  <a:gd name="connsiteX7" fmla="*/ 1123 w 6343"/>
                  <a:gd name="connsiteY7" fmla="*/ 5705 h 6345"/>
                  <a:gd name="connsiteX8" fmla="*/ 3365 w 6343"/>
                  <a:gd name="connsiteY8" fmla="*/ 66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634"/>
                    </a:moveTo>
                    <a:cubicBezTo>
                      <a:pt x="4206" y="6634"/>
                      <a:pt x="5013" y="6300"/>
                      <a:pt x="5608" y="5705"/>
                    </a:cubicBezTo>
                    <a:cubicBezTo>
                      <a:pt x="6203" y="5110"/>
                      <a:pt x="6537" y="4303"/>
                      <a:pt x="6537" y="3461"/>
                    </a:cubicBezTo>
                    <a:cubicBezTo>
                      <a:pt x="6537" y="2620"/>
                      <a:pt x="6203" y="1813"/>
                      <a:pt x="5608" y="1218"/>
                    </a:cubicBezTo>
                    <a:cubicBezTo>
                      <a:pt x="5013" y="623"/>
                      <a:pt x="4206" y="289"/>
                      <a:pt x="3365" y="289"/>
                    </a:cubicBezTo>
                    <a:cubicBezTo>
                      <a:pt x="2524" y="289"/>
                      <a:pt x="1717" y="623"/>
                      <a:pt x="1123" y="1218"/>
                    </a:cubicBezTo>
                    <a:cubicBezTo>
                      <a:pt x="528" y="1813"/>
                      <a:pt x="194" y="2620"/>
                      <a:pt x="194" y="3461"/>
                    </a:cubicBezTo>
                    <a:cubicBezTo>
                      <a:pt x="194" y="4303"/>
                      <a:pt x="528" y="5110"/>
                      <a:pt x="1123" y="5705"/>
                    </a:cubicBezTo>
                    <a:cubicBezTo>
                      <a:pt x="1717" y="6300"/>
                      <a:pt x="2524" y="6634"/>
                      <a:pt x="3365" y="66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7" name="Freeform: Shape 1406">
                <a:extLst>
                  <a:ext uri="{FF2B5EF4-FFF2-40B4-BE49-F238E27FC236}">
                    <a16:creationId xmlns:a16="http://schemas.microsoft.com/office/drawing/2014/main" id="{4C0E4922-8740-359D-EE7E-3A8E4C883DEC}"/>
                  </a:ext>
                </a:extLst>
              </p:cNvPr>
              <p:cNvSpPr/>
              <p:nvPr/>
            </p:nvSpPr>
            <p:spPr>
              <a:xfrm>
                <a:off x="3537042" y="6560718"/>
                <a:ext cx="6343" cy="6345"/>
              </a:xfrm>
              <a:custGeom>
                <a:avLst/>
                <a:gdLst>
                  <a:gd name="connsiteX0" fmla="*/ 3383 w 6343"/>
                  <a:gd name="connsiteY0" fmla="*/ 6588 h 6345"/>
                  <a:gd name="connsiteX1" fmla="*/ 5626 w 6343"/>
                  <a:gd name="connsiteY1" fmla="*/ 5659 h 6345"/>
                  <a:gd name="connsiteX2" fmla="*/ 6555 w 6343"/>
                  <a:gd name="connsiteY2" fmla="*/ 3415 h 6345"/>
                  <a:gd name="connsiteX3" fmla="*/ 5626 w 6343"/>
                  <a:gd name="connsiteY3" fmla="*/ 1172 h 6345"/>
                  <a:gd name="connsiteX4" fmla="*/ 3383 w 6343"/>
                  <a:gd name="connsiteY4" fmla="*/ 243 h 6345"/>
                  <a:gd name="connsiteX5" fmla="*/ 1141 w 6343"/>
                  <a:gd name="connsiteY5" fmla="*/ 1172 h 6345"/>
                  <a:gd name="connsiteX6" fmla="*/ 212 w 6343"/>
                  <a:gd name="connsiteY6" fmla="*/ 3415 h 6345"/>
                  <a:gd name="connsiteX7" fmla="*/ 1141 w 6343"/>
                  <a:gd name="connsiteY7" fmla="*/ 5659 h 6345"/>
                  <a:gd name="connsiteX8" fmla="*/ 3383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88"/>
                    </a:moveTo>
                    <a:cubicBezTo>
                      <a:pt x="4224" y="6588"/>
                      <a:pt x="5031" y="6254"/>
                      <a:pt x="5626" y="5659"/>
                    </a:cubicBezTo>
                    <a:cubicBezTo>
                      <a:pt x="6221" y="5064"/>
                      <a:pt x="6555" y="4257"/>
                      <a:pt x="6555" y="3415"/>
                    </a:cubicBezTo>
                    <a:cubicBezTo>
                      <a:pt x="6555" y="2574"/>
                      <a:pt x="6221" y="1767"/>
                      <a:pt x="5626" y="1172"/>
                    </a:cubicBezTo>
                    <a:cubicBezTo>
                      <a:pt x="5031" y="577"/>
                      <a:pt x="4224" y="243"/>
                      <a:pt x="3383" y="243"/>
                    </a:cubicBezTo>
                    <a:cubicBezTo>
                      <a:pt x="2542" y="243"/>
                      <a:pt x="1735" y="577"/>
                      <a:pt x="1141" y="1172"/>
                    </a:cubicBezTo>
                    <a:cubicBezTo>
                      <a:pt x="546" y="1767"/>
                      <a:pt x="212" y="2574"/>
                      <a:pt x="212" y="3415"/>
                    </a:cubicBezTo>
                    <a:cubicBezTo>
                      <a:pt x="212" y="4257"/>
                      <a:pt x="546" y="5064"/>
                      <a:pt x="1141" y="5659"/>
                    </a:cubicBezTo>
                    <a:cubicBezTo>
                      <a:pt x="1735" y="6254"/>
                      <a:pt x="2542" y="6588"/>
                      <a:pt x="3383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8" name="Freeform: Shape 1407">
                <a:extLst>
                  <a:ext uri="{FF2B5EF4-FFF2-40B4-BE49-F238E27FC236}">
                    <a16:creationId xmlns:a16="http://schemas.microsoft.com/office/drawing/2014/main" id="{CB0A0D08-BEAC-5A25-1667-5D1FECB7BCA7}"/>
                  </a:ext>
                </a:extLst>
              </p:cNvPr>
              <p:cNvSpPr/>
              <p:nvPr/>
            </p:nvSpPr>
            <p:spPr>
              <a:xfrm>
                <a:off x="3531969" y="6558684"/>
                <a:ext cx="6343" cy="6345"/>
              </a:xfrm>
              <a:custGeom>
                <a:avLst/>
                <a:gdLst>
                  <a:gd name="connsiteX0" fmla="*/ 3383 w 6343"/>
                  <a:gd name="connsiteY0" fmla="*/ 6588 h 6345"/>
                  <a:gd name="connsiteX1" fmla="*/ 5625 w 6343"/>
                  <a:gd name="connsiteY1" fmla="*/ 5659 h 6345"/>
                  <a:gd name="connsiteX2" fmla="*/ 6554 w 6343"/>
                  <a:gd name="connsiteY2" fmla="*/ 3415 h 6345"/>
                  <a:gd name="connsiteX3" fmla="*/ 5625 w 6343"/>
                  <a:gd name="connsiteY3" fmla="*/ 1172 h 6345"/>
                  <a:gd name="connsiteX4" fmla="*/ 3383 w 6343"/>
                  <a:gd name="connsiteY4" fmla="*/ 243 h 6345"/>
                  <a:gd name="connsiteX5" fmla="*/ 1140 w 6343"/>
                  <a:gd name="connsiteY5" fmla="*/ 1172 h 6345"/>
                  <a:gd name="connsiteX6" fmla="*/ 211 w 6343"/>
                  <a:gd name="connsiteY6" fmla="*/ 3415 h 6345"/>
                  <a:gd name="connsiteX7" fmla="*/ 1140 w 6343"/>
                  <a:gd name="connsiteY7" fmla="*/ 5659 h 6345"/>
                  <a:gd name="connsiteX8" fmla="*/ 3383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88"/>
                    </a:moveTo>
                    <a:cubicBezTo>
                      <a:pt x="4224" y="6588"/>
                      <a:pt x="5031" y="6254"/>
                      <a:pt x="5625" y="5659"/>
                    </a:cubicBezTo>
                    <a:cubicBezTo>
                      <a:pt x="6220" y="5064"/>
                      <a:pt x="6554" y="4257"/>
                      <a:pt x="6554" y="3415"/>
                    </a:cubicBezTo>
                    <a:cubicBezTo>
                      <a:pt x="6554" y="2574"/>
                      <a:pt x="6220" y="1767"/>
                      <a:pt x="5625" y="1172"/>
                    </a:cubicBezTo>
                    <a:cubicBezTo>
                      <a:pt x="5031" y="577"/>
                      <a:pt x="4224" y="243"/>
                      <a:pt x="3383" y="243"/>
                    </a:cubicBezTo>
                    <a:cubicBezTo>
                      <a:pt x="2542" y="243"/>
                      <a:pt x="1735" y="577"/>
                      <a:pt x="1140" y="1172"/>
                    </a:cubicBezTo>
                    <a:cubicBezTo>
                      <a:pt x="545" y="1767"/>
                      <a:pt x="211" y="2574"/>
                      <a:pt x="211" y="3415"/>
                    </a:cubicBezTo>
                    <a:cubicBezTo>
                      <a:pt x="211" y="4257"/>
                      <a:pt x="545" y="5064"/>
                      <a:pt x="1140" y="5659"/>
                    </a:cubicBezTo>
                    <a:cubicBezTo>
                      <a:pt x="1735" y="6254"/>
                      <a:pt x="2542" y="6588"/>
                      <a:pt x="3383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9" name="Freeform: Shape 1408">
                <a:extLst>
                  <a:ext uri="{FF2B5EF4-FFF2-40B4-BE49-F238E27FC236}">
                    <a16:creationId xmlns:a16="http://schemas.microsoft.com/office/drawing/2014/main" id="{D5B986C9-CDEF-94DB-C0FB-A27E3626A257}"/>
                  </a:ext>
                </a:extLst>
              </p:cNvPr>
              <p:cNvSpPr/>
              <p:nvPr/>
            </p:nvSpPr>
            <p:spPr>
              <a:xfrm>
                <a:off x="3525964" y="6558857"/>
                <a:ext cx="6343" cy="6345"/>
              </a:xfrm>
              <a:custGeom>
                <a:avLst/>
                <a:gdLst>
                  <a:gd name="connsiteX0" fmla="*/ 3382 w 6343"/>
                  <a:gd name="connsiteY0" fmla="*/ 6588 h 6345"/>
                  <a:gd name="connsiteX1" fmla="*/ 5625 w 6343"/>
                  <a:gd name="connsiteY1" fmla="*/ 5659 h 6345"/>
                  <a:gd name="connsiteX2" fmla="*/ 6554 w 6343"/>
                  <a:gd name="connsiteY2" fmla="*/ 3415 h 6345"/>
                  <a:gd name="connsiteX3" fmla="*/ 5625 w 6343"/>
                  <a:gd name="connsiteY3" fmla="*/ 1172 h 6345"/>
                  <a:gd name="connsiteX4" fmla="*/ 3382 w 6343"/>
                  <a:gd name="connsiteY4" fmla="*/ 243 h 6345"/>
                  <a:gd name="connsiteX5" fmla="*/ 1140 w 6343"/>
                  <a:gd name="connsiteY5" fmla="*/ 1172 h 6345"/>
                  <a:gd name="connsiteX6" fmla="*/ 211 w 6343"/>
                  <a:gd name="connsiteY6" fmla="*/ 3415 h 6345"/>
                  <a:gd name="connsiteX7" fmla="*/ 1140 w 6343"/>
                  <a:gd name="connsiteY7" fmla="*/ 5659 h 6345"/>
                  <a:gd name="connsiteX8" fmla="*/ 3382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88"/>
                    </a:moveTo>
                    <a:cubicBezTo>
                      <a:pt x="4223" y="6588"/>
                      <a:pt x="5030" y="6254"/>
                      <a:pt x="5625" y="5659"/>
                    </a:cubicBezTo>
                    <a:cubicBezTo>
                      <a:pt x="6220" y="5064"/>
                      <a:pt x="6554" y="4257"/>
                      <a:pt x="6554" y="3415"/>
                    </a:cubicBezTo>
                    <a:cubicBezTo>
                      <a:pt x="6554" y="2574"/>
                      <a:pt x="6220" y="1767"/>
                      <a:pt x="5625" y="1172"/>
                    </a:cubicBezTo>
                    <a:cubicBezTo>
                      <a:pt x="5030" y="577"/>
                      <a:pt x="4223" y="243"/>
                      <a:pt x="3382" y="243"/>
                    </a:cubicBezTo>
                    <a:cubicBezTo>
                      <a:pt x="2541" y="243"/>
                      <a:pt x="1734" y="577"/>
                      <a:pt x="1140" y="1172"/>
                    </a:cubicBezTo>
                    <a:cubicBezTo>
                      <a:pt x="545" y="1767"/>
                      <a:pt x="211" y="2574"/>
                      <a:pt x="211" y="3415"/>
                    </a:cubicBezTo>
                    <a:cubicBezTo>
                      <a:pt x="211" y="4257"/>
                      <a:pt x="545" y="5064"/>
                      <a:pt x="1140" y="5659"/>
                    </a:cubicBezTo>
                    <a:cubicBezTo>
                      <a:pt x="1734" y="6254"/>
                      <a:pt x="2541" y="6588"/>
                      <a:pt x="3382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0" name="Freeform: Shape 1409">
                <a:extLst>
                  <a:ext uri="{FF2B5EF4-FFF2-40B4-BE49-F238E27FC236}">
                    <a16:creationId xmlns:a16="http://schemas.microsoft.com/office/drawing/2014/main" id="{70B9EDB8-1129-4544-DA79-76E97A01580E}"/>
                  </a:ext>
                </a:extLst>
              </p:cNvPr>
              <p:cNvSpPr/>
              <p:nvPr/>
            </p:nvSpPr>
            <p:spPr>
              <a:xfrm>
                <a:off x="3417060" y="6798841"/>
                <a:ext cx="6343" cy="6345"/>
              </a:xfrm>
              <a:custGeom>
                <a:avLst/>
                <a:gdLst>
                  <a:gd name="connsiteX0" fmla="*/ 3374 w 6343"/>
                  <a:gd name="connsiteY0" fmla="*/ 6607 h 6345"/>
                  <a:gd name="connsiteX1" fmla="*/ 5616 w 6343"/>
                  <a:gd name="connsiteY1" fmla="*/ 5678 h 6345"/>
                  <a:gd name="connsiteX2" fmla="*/ 6545 w 6343"/>
                  <a:gd name="connsiteY2" fmla="*/ 3434 h 6345"/>
                  <a:gd name="connsiteX3" fmla="*/ 5616 w 6343"/>
                  <a:gd name="connsiteY3" fmla="*/ 1191 h 6345"/>
                  <a:gd name="connsiteX4" fmla="*/ 3374 w 6343"/>
                  <a:gd name="connsiteY4" fmla="*/ 262 h 6345"/>
                  <a:gd name="connsiteX5" fmla="*/ 1131 w 6343"/>
                  <a:gd name="connsiteY5" fmla="*/ 1191 h 6345"/>
                  <a:gd name="connsiteX6" fmla="*/ 202 w 6343"/>
                  <a:gd name="connsiteY6" fmla="*/ 3434 h 6345"/>
                  <a:gd name="connsiteX7" fmla="*/ 1131 w 6343"/>
                  <a:gd name="connsiteY7" fmla="*/ 5678 h 6345"/>
                  <a:gd name="connsiteX8" fmla="*/ 3374 w 6343"/>
                  <a:gd name="connsiteY8" fmla="*/ 66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607"/>
                    </a:moveTo>
                    <a:cubicBezTo>
                      <a:pt x="4215" y="6607"/>
                      <a:pt x="5022" y="6273"/>
                      <a:pt x="5616" y="5678"/>
                    </a:cubicBezTo>
                    <a:cubicBezTo>
                      <a:pt x="6211" y="5083"/>
                      <a:pt x="6545" y="4276"/>
                      <a:pt x="6545" y="3434"/>
                    </a:cubicBezTo>
                    <a:cubicBezTo>
                      <a:pt x="6545" y="2593"/>
                      <a:pt x="6211" y="1786"/>
                      <a:pt x="5616" y="1191"/>
                    </a:cubicBezTo>
                    <a:cubicBezTo>
                      <a:pt x="5022" y="596"/>
                      <a:pt x="4215" y="262"/>
                      <a:pt x="3374" y="262"/>
                    </a:cubicBezTo>
                    <a:cubicBezTo>
                      <a:pt x="2533" y="262"/>
                      <a:pt x="1726" y="596"/>
                      <a:pt x="1131" y="1191"/>
                    </a:cubicBezTo>
                    <a:cubicBezTo>
                      <a:pt x="536" y="1786"/>
                      <a:pt x="202" y="2593"/>
                      <a:pt x="202" y="3434"/>
                    </a:cubicBezTo>
                    <a:cubicBezTo>
                      <a:pt x="202" y="4276"/>
                      <a:pt x="536" y="5083"/>
                      <a:pt x="1131" y="5678"/>
                    </a:cubicBezTo>
                    <a:cubicBezTo>
                      <a:pt x="1726" y="6273"/>
                      <a:pt x="2533" y="6607"/>
                      <a:pt x="3374" y="66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1" name="Freeform: Shape 1410">
                <a:extLst>
                  <a:ext uri="{FF2B5EF4-FFF2-40B4-BE49-F238E27FC236}">
                    <a16:creationId xmlns:a16="http://schemas.microsoft.com/office/drawing/2014/main" id="{F84643F6-E75E-3D8B-B029-6082C92E6969}"/>
                  </a:ext>
                </a:extLst>
              </p:cNvPr>
              <p:cNvSpPr/>
              <p:nvPr/>
            </p:nvSpPr>
            <p:spPr>
              <a:xfrm>
                <a:off x="3410318" y="6796546"/>
                <a:ext cx="6343" cy="6345"/>
              </a:xfrm>
              <a:custGeom>
                <a:avLst/>
                <a:gdLst>
                  <a:gd name="connsiteX0" fmla="*/ 3373 w 6343"/>
                  <a:gd name="connsiteY0" fmla="*/ 6607 h 6345"/>
                  <a:gd name="connsiteX1" fmla="*/ 5616 w 6343"/>
                  <a:gd name="connsiteY1" fmla="*/ 5678 h 6345"/>
                  <a:gd name="connsiteX2" fmla="*/ 6545 w 6343"/>
                  <a:gd name="connsiteY2" fmla="*/ 3434 h 6345"/>
                  <a:gd name="connsiteX3" fmla="*/ 5616 w 6343"/>
                  <a:gd name="connsiteY3" fmla="*/ 1191 h 6345"/>
                  <a:gd name="connsiteX4" fmla="*/ 3373 w 6343"/>
                  <a:gd name="connsiteY4" fmla="*/ 261 h 6345"/>
                  <a:gd name="connsiteX5" fmla="*/ 1131 w 6343"/>
                  <a:gd name="connsiteY5" fmla="*/ 1191 h 6345"/>
                  <a:gd name="connsiteX6" fmla="*/ 202 w 6343"/>
                  <a:gd name="connsiteY6" fmla="*/ 3434 h 6345"/>
                  <a:gd name="connsiteX7" fmla="*/ 1131 w 6343"/>
                  <a:gd name="connsiteY7" fmla="*/ 5678 h 6345"/>
                  <a:gd name="connsiteX8" fmla="*/ 3373 w 6343"/>
                  <a:gd name="connsiteY8" fmla="*/ 66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607"/>
                    </a:moveTo>
                    <a:cubicBezTo>
                      <a:pt x="4214" y="6607"/>
                      <a:pt x="5021" y="6272"/>
                      <a:pt x="5616" y="5678"/>
                    </a:cubicBezTo>
                    <a:cubicBezTo>
                      <a:pt x="6211" y="5083"/>
                      <a:pt x="6545" y="4275"/>
                      <a:pt x="6545" y="3434"/>
                    </a:cubicBezTo>
                    <a:cubicBezTo>
                      <a:pt x="6545" y="2593"/>
                      <a:pt x="6211" y="1786"/>
                      <a:pt x="5616" y="1191"/>
                    </a:cubicBezTo>
                    <a:cubicBezTo>
                      <a:pt x="5021" y="596"/>
                      <a:pt x="4214" y="261"/>
                      <a:pt x="3373" y="261"/>
                    </a:cubicBezTo>
                    <a:cubicBezTo>
                      <a:pt x="2532" y="261"/>
                      <a:pt x="1725" y="596"/>
                      <a:pt x="1131" y="1191"/>
                    </a:cubicBezTo>
                    <a:cubicBezTo>
                      <a:pt x="536" y="1786"/>
                      <a:pt x="202" y="2593"/>
                      <a:pt x="202" y="3434"/>
                    </a:cubicBezTo>
                    <a:cubicBezTo>
                      <a:pt x="202" y="4275"/>
                      <a:pt x="536" y="5083"/>
                      <a:pt x="1131" y="5678"/>
                    </a:cubicBezTo>
                    <a:cubicBezTo>
                      <a:pt x="1725" y="6272"/>
                      <a:pt x="2532" y="6607"/>
                      <a:pt x="3373" y="66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2" name="Freeform: Shape 1411">
                <a:extLst>
                  <a:ext uri="{FF2B5EF4-FFF2-40B4-BE49-F238E27FC236}">
                    <a16:creationId xmlns:a16="http://schemas.microsoft.com/office/drawing/2014/main" id="{C50C466D-A803-F938-4AA1-918B8CB50970}"/>
                  </a:ext>
                </a:extLst>
              </p:cNvPr>
              <p:cNvSpPr/>
              <p:nvPr/>
            </p:nvSpPr>
            <p:spPr>
              <a:xfrm>
                <a:off x="3403665" y="6794034"/>
                <a:ext cx="6343" cy="6345"/>
              </a:xfrm>
              <a:custGeom>
                <a:avLst/>
                <a:gdLst>
                  <a:gd name="connsiteX0" fmla="*/ 3373 w 6343"/>
                  <a:gd name="connsiteY0" fmla="*/ 6607 h 6345"/>
                  <a:gd name="connsiteX1" fmla="*/ 5615 w 6343"/>
                  <a:gd name="connsiteY1" fmla="*/ 5677 h 6345"/>
                  <a:gd name="connsiteX2" fmla="*/ 6544 w 6343"/>
                  <a:gd name="connsiteY2" fmla="*/ 3434 h 6345"/>
                  <a:gd name="connsiteX3" fmla="*/ 5615 w 6343"/>
                  <a:gd name="connsiteY3" fmla="*/ 1190 h 6345"/>
                  <a:gd name="connsiteX4" fmla="*/ 3373 w 6343"/>
                  <a:gd name="connsiteY4" fmla="*/ 261 h 6345"/>
                  <a:gd name="connsiteX5" fmla="*/ 1130 w 6343"/>
                  <a:gd name="connsiteY5" fmla="*/ 1190 h 6345"/>
                  <a:gd name="connsiteX6" fmla="*/ 201 w 6343"/>
                  <a:gd name="connsiteY6" fmla="*/ 3434 h 6345"/>
                  <a:gd name="connsiteX7" fmla="*/ 1130 w 6343"/>
                  <a:gd name="connsiteY7" fmla="*/ 5677 h 6345"/>
                  <a:gd name="connsiteX8" fmla="*/ 3373 w 6343"/>
                  <a:gd name="connsiteY8" fmla="*/ 66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607"/>
                    </a:moveTo>
                    <a:cubicBezTo>
                      <a:pt x="4214" y="6607"/>
                      <a:pt x="5021" y="6272"/>
                      <a:pt x="5615" y="5677"/>
                    </a:cubicBezTo>
                    <a:cubicBezTo>
                      <a:pt x="6210" y="5082"/>
                      <a:pt x="6544" y="4275"/>
                      <a:pt x="6544" y="3434"/>
                    </a:cubicBezTo>
                    <a:cubicBezTo>
                      <a:pt x="6544" y="2592"/>
                      <a:pt x="6210" y="1785"/>
                      <a:pt x="5615" y="1190"/>
                    </a:cubicBezTo>
                    <a:cubicBezTo>
                      <a:pt x="5021" y="595"/>
                      <a:pt x="4214" y="261"/>
                      <a:pt x="3373" y="261"/>
                    </a:cubicBezTo>
                    <a:cubicBezTo>
                      <a:pt x="2532" y="261"/>
                      <a:pt x="1725" y="595"/>
                      <a:pt x="1130" y="1190"/>
                    </a:cubicBezTo>
                    <a:cubicBezTo>
                      <a:pt x="535" y="1785"/>
                      <a:pt x="201" y="2592"/>
                      <a:pt x="201" y="3434"/>
                    </a:cubicBezTo>
                    <a:cubicBezTo>
                      <a:pt x="201" y="4275"/>
                      <a:pt x="535" y="5082"/>
                      <a:pt x="1130" y="5677"/>
                    </a:cubicBezTo>
                    <a:cubicBezTo>
                      <a:pt x="1725" y="6272"/>
                      <a:pt x="2532" y="6607"/>
                      <a:pt x="3373" y="66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3" name="Freeform: Shape 1412">
                <a:extLst>
                  <a:ext uri="{FF2B5EF4-FFF2-40B4-BE49-F238E27FC236}">
                    <a16:creationId xmlns:a16="http://schemas.microsoft.com/office/drawing/2014/main" id="{1DF13380-C02D-6AE5-83D2-75C7E2B11BF2}"/>
                  </a:ext>
                </a:extLst>
              </p:cNvPr>
              <p:cNvSpPr/>
              <p:nvPr/>
            </p:nvSpPr>
            <p:spPr>
              <a:xfrm>
                <a:off x="3487228" y="6591434"/>
                <a:ext cx="6343" cy="6345"/>
              </a:xfrm>
              <a:custGeom>
                <a:avLst/>
                <a:gdLst>
                  <a:gd name="connsiteX0" fmla="*/ 3379 w 6343"/>
                  <a:gd name="connsiteY0" fmla="*/ 6591 h 6345"/>
                  <a:gd name="connsiteX1" fmla="*/ 5622 w 6343"/>
                  <a:gd name="connsiteY1" fmla="*/ 5661 h 6345"/>
                  <a:gd name="connsiteX2" fmla="*/ 6551 w 6343"/>
                  <a:gd name="connsiteY2" fmla="*/ 3418 h 6345"/>
                  <a:gd name="connsiteX3" fmla="*/ 5622 w 6343"/>
                  <a:gd name="connsiteY3" fmla="*/ 1174 h 6345"/>
                  <a:gd name="connsiteX4" fmla="*/ 3379 w 6343"/>
                  <a:gd name="connsiteY4" fmla="*/ 245 h 6345"/>
                  <a:gd name="connsiteX5" fmla="*/ 1137 w 6343"/>
                  <a:gd name="connsiteY5" fmla="*/ 1174 h 6345"/>
                  <a:gd name="connsiteX6" fmla="*/ 208 w 6343"/>
                  <a:gd name="connsiteY6" fmla="*/ 3418 h 6345"/>
                  <a:gd name="connsiteX7" fmla="*/ 1137 w 6343"/>
                  <a:gd name="connsiteY7" fmla="*/ 5661 h 6345"/>
                  <a:gd name="connsiteX8" fmla="*/ 3379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591"/>
                    </a:moveTo>
                    <a:cubicBezTo>
                      <a:pt x="4220" y="6591"/>
                      <a:pt x="5027" y="6256"/>
                      <a:pt x="5622" y="5661"/>
                    </a:cubicBezTo>
                    <a:cubicBezTo>
                      <a:pt x="6217" y="5066"/>
                      <a:pt x="6551" y="4259"/>
                      <a:pt x="6551" y="3418"/>
                    </a:cubicBezTo>
                    <a:cubicBezTo>
                      <a:pt x="6551" y="2577"/>
                      <a:pt x="6217" y="1769"/>
                      <a:pt x="5622" y="1174"/>
                    </a:cubicBezTo>
                    <a:cubicBezTo>
                      <a:pt x="5027" y="580"/>
                      <a:pt x="4220" y="245"/>
                      <a:pt x="3379" y="245"/>
                    </a:cubicBezTo>
                    <a:cubicBezTo>
                      <a:pt x="2538" y="245"/>
                      <a:pt x="1731" y="580"/>
                      <a:pt x="1137" y="1174"/>
                    </a:cubicBezTo>
                    <a:cubicBezTo>
                      <a:pt x="542" y="1769"/>
                      <a:pt x="208" y="2577"/>
                      <a:pt x="208" y="3418"/>
                    </a:cubicBezTo>
                    <a:cubicBezTo>
                      <a:pt x="208" y="4259"/>
                      <a:pt x="542" y="5066"/>
                      <a:pt x="1137" y="5661"/>
                    </a:cubicBezTo>
                    <a:cubicBezTo>
                      <a:pt x="1731" y="6256"/>
                      <a:pt x="2538" y="6591"/>
                      <a:pt x="3379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4" name="Freeform: Shape 1413">
                <a:extLst>
                  <a:ext uri="{FF2B5EF4-FFF2-40B4-BE49-F238E27FC236}">
                    <a16:creationId xmlns:a16="http://schemas.microsoft.com/office/drawing/2014/main" id="{81334C38-285D-F43E-1390-E6F58C730399}"/>
                  </a:ext>
                </a:extLst>
              </p:cNvPr>
              <p:cNvSpPr/>
              <p:nvPr/>
            </p:nvSpPr>
            <p:spPr>
              <a:xfrm>
                <a:off x="3498779" y="6552409"/>
                <a:ext cx="6343" cy="6345"/>
              </a:xfrm>
              <a:custGeom>
                <a:avLst/>
                <a:gdLst>
                  <a:gd name="connsiteX0" fmla="*/ 3380 w 6343"/>
                  <a:gd name="connsiteY0" fmla="*/ 6588 h 6345"/>
                  <a:gd name="connsiteX1" fmla="*/ 5623 w 6343"/>
                  <a:gd name="connsiteY1" fmla="*/ 5658 h 6345"/>
                  <a:gd name="connsiteX2" fmla="*/ 6552 w 6343"/>
                  <a:gd name="connsiteY2" fmla="*/ 3415 h 6345"/>
                  <a:gd name="connsiteX3" fmla="*/ 5623 w 6343"/>
                  <a:gd name="connsiteY3" fmla="*/ 1171 h 6345"/>
                  <a:gd name="connsiteX4" fmla="*/ 3380 w 6343"/>
                  <a:gd name="connsiteY4" fmla="*/ 242 h 6345"/>
                  <a:gd name="connsiteX5" fmla="*/ 1138 w 6343"/>
                  <a:gd name="connsiteY5" fmla="*/ 1171 h 6345"/>
                  <a:gd name="connsiteX6" fmla="*/ 209 w 6343"/>
                  <a:gd name="connsiteY6" fmla="*/ 3415 h 6345"/>
                  <a:gd name="connsiteX7" fmla="*/ 1138 w 6343"/>
                  <a:gd name="connsiteY7" fmla="*/ 5658 h 6345"/>
                  <a:gd name="connsiteX8" fmla="*/ 3380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8"/>
                    </a:moveTo>
                    <a:cubicBezTo>
                      <a:pt x="4221" y="6588"/>
                      <a:pt x="5028" y="6253"/>
                      <a:pt x="5623" y="5658"/>
                    </a:cubicBezTo>
                    <a:cubicBezTo>
                      <a:pt x="6218" y="5063"/>
                      <a:pt x="6552" y="4256"/>
                      <a:pt x="6552" y="3415"/>
                    </a:cubicBezTo>
                    <a:cubicBezTo>
                      <a:pt x="6552" y="2573"/>
                      <a:pt x="6218" y="1766"/>
                      <a:pt x="5623" y="1171"/>
                    </a:cubicBezTo>
                    <a:cubicBezTo>
                      <a:pt x="5028" y="576"/>
                      <a:pt x="4221" y="242"/>
                      <a:pt x="3380" y="242"/>
                    </a:cubicBezTo>
                    <a:cubicBezTo>
                      <a:pt x="2539" y="242"/>
                      <a:pt x="1732" y="576"/>
                      <a:pt x="1138" y="1171"/>
                    </a:cubicBezTo>
                    <a:cubicBezTo>
                      <a:pt x="543" y="1766"/>
                      <a:pt x="209" y="2573"/>
                      <a:pt x="209" y="3415"/>
                    </a:cubicBezTo>
                    <a:cubicBezTo>
                      <a:pt x="209" y="4256"/>
                      <a:pt x="543" y="5063"/>
                      <a:pt x="1138" y="5658"/>
                    </a:cubicBezTo>
                    <a:cubicBezTo>
                      <a:pt x="1732" y="6253"/>
                      <a:pt x="2539" y="6588"/>
                      <a:pt x="3380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5" name="Freeform: Shape 1414">
                <a:extLst>
                  <a:ext uri="{FF2B5EF4-FFF2-40B4-BE49-F238E27FC236}">
                    <a16:creationId xmlns:a16="http://schemas.microsoft.com/office/drawing/2014/main" id="{AA28E5CD-0E9C-81EA-65D7-596EAAB8E775}"/>
                  </a:ext>
                </a:extLst>
              </p:cNvPr>
              <p:cNvSpPr/>
              <p:nvPr/>
            </p:nvSpPr>
            <p:spPr>
              <a:xfrm>
                <a:off x="3494138" y="6549319"/>
                <a:ext cx="6343" cy="6345"/>
              </a:xfrm>
              <a:custGeom>
                <a:avLst/>
                <a:gdLst>
                  <a:gd name="connsiteX0" fmla="*/ 3380 w 6343"/>
                  <a:gd name="connsiteY0" fmla="*/ 6587 h 6345"/>
                  <a:gd name="connsiteX1" fmla="*/ 5622 w 6343"/>
                  <a:gd name="connsiteY1" fmla="*/ 5658 h 6345"/>
                  <a:gd name="connsiteX2" fmla="*/ 6551 w 6343"/>
                  <a:gd name="connsiteY2" fmla="*/ 3415 h 6345"/>
                  <a:gd name="connsiteX3" fmla="*/ 5622 w 6343"/>
                  <a:gd name="connsiteY3" fmla="*/ 1171 h 6345"/>
                  <a:gd name="connsiteX4" fmla="*/ 3380 w 6343"/>
                  <a:gd name="connsiteY4" fmla="*/ 242 h 6345"/>
                  <a:gd name="connsiteX5" fmla="*/ 1137 w 6343"/>
                  <a:gd name="connsiteY5" fmla="*/ 1171 h 6345"/>
                  <a:gd name="connsiteX6" fmla="*/ 208 w 6343"/>
                  <a:gd name="connsiteY6" fmla="*/ 3415 h 6345"/>
                  <a:gd name="connsiteX7" fmla="*/ 1137 w 6343"/>
                  <a:gd name="connsiteY7" fmla="*/ 5658 h 6345"/>
                  <a:gd name="connsiteX8" fmla="*/ 3380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7"/>
                    </a:moveTo>
                    <a:cubicBezTo>
                      <a:pt x="4221" y="6587"/>
                      <a:pt x="5028" y="6253"/>
                      <a:pt x="5622" y="5658"/>
                    </a:cubicBezTo>
                    <a:cubicBezTo>
                      <a:pt x="6217" y="5063"/>
                      <a:pt x="6551" y="4256"/>
                      <a:pt x="6551" y="3415"/>
                    </a:cubicBezTo>
                    <a:cubicBezTo>
                      <a:pt x="6551" y="2573"/>
                      <a:pt x="6217" y="1766"/>
                      <a:pt x="5622" y="1171"/>
                    </a:cubicBezTo>
                    <a:cubicBezTo>
                      <a:pt x="5028" y="576"/>
                      <a:pt x="4221" y="242"/>
                      <a:pt x="3380" y="242"/>
                    </a:cubicBezTo>
                    <a:cubicBezTo>
                      <a:pt x="2539" y="242"/>
                      <a:pt x="1732" y="576"/>
                      <a:pt x="1137" y="1171"/>
                    </a:cubicBezTo>
                    <a:cubicBezTo>
                      <a:pt x="542" y="1766"/>
                      <a:pt x="208" y="2573"/>
                      <a:pt x="208" y="3415"/>
                    </a:cubicBezTo>
                    <a:cubicBezTo>
                      <a:pt x="208" y="4256"/>
                      <a:pt x="542" y="5063"/>
                      <a:pt x="1137" y="5658"/>
                    </a:cubicBezTo>
                    <a:cubicBezTo>
                      <a:pt x="1732" y="6253"/>
                      <a:pt x="2539" y="6587"/>
                      <a:pt x="3380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6" name="Freeform: Shape 1415">
                <a:extLst>
                  <a:ext uri="{FF2B5EF4-FFF2-40B4-BE49-F238E27FC236}">
                    <a16:creationId xmlns:a16="http://schemas.microsoft.com/office/drawing/2014/main" id="{4C471408-4A1B-5507-58A0-E91D214080BD}"/>
                  </a:ext>
                </a:extLst>
              </p:cNvPr>
              <p:cNvSpPr/>
              <p:nvPr/>
            </p:nvSpPr>
            <p:spPr>
              <a:xfrm>
                <a:off x="3490520" y="6544092"/>
                <a:ext cx="6343" cy="6345"/>
              </a:xfrm>
              <a:custGeom>
                <a:avLst/>
                <a:gdLst>
                  <a:gd name="connsiteX0" fmla="*/ 3380 w 6343"/>
                  <a:gd name="connsiteY0" fmla="*/ 6587 h 6345"/>
                  <a:gd name="connsiteX1" fmla="*/ 5622 w 6343"/>
                  <a:gd name="connsiteY1" fmla="*/ 5658 h 6345"/>
                  <a:gd name="connsiteX2" fmla="*/ 6551 w 6343"/>
                  <a:gd name="connsiteY2" fmla="*/ 3414 h 6345"/>
                  <a:gd name="connsiteX3" fmla="*/ 5622 w 6343"/>
                  <a:gd name="connsiteY3" fmla="*/ 1171 h 6345"/>
                  <a:gd name="connsiteX4" fmla="*/ 3380 w 6343"/>
                  <a:gd name="connsiteY4" fmla="*/ 241 h 6345"/>
                  <a:gd name="connsiteX5" fmla="*/ 1137 w 6343"/>
                  <a:gd name="connsiteY5" fmla="*/ 1171 h 6345"/>
                  <a:gd name="connsiteX6" fmla="*/ 208 w 6343"/>
                  <a:gd name="connsiteY6" fmla="*/ 3414 h 6345"/>
                  <a:gd name="connsiteX7" fmla="*/ 1137 w 6343"/>
                  <a:gd name="connsiteY7" fmla="*/ 5658 h 6345"/>
                  <a:gd name="connsiteX8" fmla="*/ 3380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7"/>
                    </a:moveTo>
                    <a:cubicBezTo>
                      <a:pt x="4221" y="6587"/>
                      <a:pt x="5027" y="6253"/>
                      <a:pt x="5622" y="5658"/>
                    </a:cubicBezTo>
                    <a:cubicBezTo>
                      <a:pt x="6217" y="5063"/>
                      <a:pt x="6551" y="4256"/>
                      <a:pt x="6551" y="3414"/>
                    </a:cubicBezTo>
                    <a:cubicBezTo>
                      <a:pt x="6551" y="2573"/>
                      <a:pt x="6217" y="1766"/>
                      <a:pt x="5622" y="1171"/>
                    </a:cubicBezTo>
                    <a:cubicBezTo>
                      <a:pt x="5027" y="576"/>
                      <a:pt x="4221" y="241"/>
                      <a:pt x="3380" y="241"/>
                    </a:cubicBezTo>
                    <a:cubicBezTo>
                      <a:pt x="2538" y="241"/>
                      <a:pt x="1732" y="576"/>
                      <a:pt x="1137" y="1171"/>
                    </a:cubicBezTo>
                    <a:cubicBezTo>
                      <a:pt x="542" y="1766"/>
                      <a:pt x="208" y="2573"/>
                      <a:pt x="208" y="3414"/>
                    </a:cubicBezTo>
                    <a:cubicBezTo>
                      <a:pt x="208" y="4256"/>
                      <a:pt x="542" y="5063"/>
                      <a:pt x="1137" y="5658"/>
                    </a:cubicBezTo>
                    <a:cubicBezTo>
                      <a:pt x="1732" y="6253"/>
                      <a:pt x="2538" y="6587"/>
                      <a:pt x="3380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7" name="Freeform: Shape 1416">
                <a:extLst>
                  <a:ext uri="{FF2B5EF4-FFF2-40B4-BE49-F238E27FC236}">
                    <a16:creationId xmlns:a16="http://schemas.microsoft.com/office/drawing/2014/main" id="{BF8095CE-F30B-4EC9-B2C2-C2A488CCAFDC}"/>
                  </a:ext>
                </a:extLst>
              </p:cNvPr>
              <p:cNvSpPr/>
              <p:nvPr/>
            </p:nvSpPr>
            <p:spPr>
              <a:xfrm>
                <a:off x="3495910" y="6520217"/>
                <a:ext cx="6343" cy="6345"/>
              </a:xfrm>
              <a:custGeom>
                <a:avLst/>
                <a:gdLst>
                  <a:gd name="connsiteX0" fmla="*/ 3380 w 6343"/>
                  <a:gd name="connsiteY0" fmla="*/ 6585 h 6345"/>
                  <a:gd name="connsiteX1" fmla="*/ 5623 w 6343"/>
                  <a:gd name="connsiteY1" fmla="*/ 5656 h 6345"/>
                  <a:gd name="connsiteX2" fmla="*/ 6552 w 6343"/>
                  <a:gd name="connsiteY2" fmla="*/ 3412 h 6345"/>
                  <a:gd name="connsiteX3" fmla="*/ 5623 w 6343"/>
                  <a:gd name="connsiteY3" fmla="*/ 1169 h 6345"/>
                  <a:gd name="connsiteX4" fmla="*/ 3380 w 6343"/>
                  <a:gd name="connsiteY4" fmla="*/ 240 h 6345"/>
                  <a:gd name="connsiteX5" fmla="*/ 1137 w 6343"/>
                  <a:gd name="connsiteY5" fmla="*/ 1169 h 6345"/>
                  <a:gd name="connsiteX6" fmla="*/ 208 w 6343"/>
                  <a:gd name="connsiteY6" fmla="*/ 3412 h 6345"/>
                  <a:gd name="connsiteX7" fmla="*/ 1137 w 6343"/>
                  <a:gd name="connsiteY7" fmla="*/ 5656 h 6345"/>
                  <a:gd name="connsiteX8" fmla="*/ 3380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5"/>
                    </a:moveTo>
                    <a:cubicBezTo>
                      <a:pt x="4221" y="6585"/>
                      <a:pt x="5028" y="6251"/>
                      <a:pt x="5623" y="5656"/>
                    </a:cubicBezTo>
                    <a:cubicBezTo>
                      <a:pt x="6217" y="5061"/>
                      <a:pt x="6552" y="4254"/>
                      <a:pt x="6552" y="3412"/>
                    </a:cubicBezTo>
                    <a:cubicBezTo>
                      <a:pt x="6552" y="2571"/>
                      <a:pt x="6217" y="1764"/>
                      <a:pt x="5623" y="1169"/>
                    </a:cubicBezTo>
                    <a:cubicBezTo>
                      <a:pt x="5028" y="574"/>
                      <a:pt x="4221" y="240"/>
                      <a:pt x="3380" y="240"/>
                    </a:cubicBezTo>
                    <a:cubicBezTo>
                      <a:pt x="2539" y="240"/>
                      <a:pt x="1732" y="574"/>
                      <a:pt x="1137" y="1169"/>
                    </a:cubicBezTo>
                    <a:cubicBezTo>
                      <a:pt x="543" y="1764"/>
                      <a:pt x="208" y="2571"/>
                      <a:pt x="208" y="3412"/>
                    </a:cubicBezTo>
                    <a:cubicBezTo>
                      <a:pt x="208" y="4254"/>
                      <a:pt x="543" y="5061"/>
                      <a:pt x="1137" y="5656"/>
                    </a:cubicBezTo>
                    <a:cubicBezTo>
                      <a:pt x="1732" y="6251"/>
                      <a:pt x="2539" y="6585"/>
                      <a:pt x="3380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8" name="Freeform: Shape 1417">
                <a:extLst>
                  <a:ext uri="{FF2B5EF4-FFF2-40B4-BE49-F238E27FC236}">
                    <a16:creationId xmlns:a16="http://schemas.microsoft.com/office/drawing/2014/main" id="{BE685769-199E-0A46-C710-8E5451678FE5}"/>
                  </a:ext>
                </a:extLst>
              </p:cNvPr>
              <p:cNvSpPr/>
              <p:nvPr/>
            </p:nvSpPr>
            <p:spPr>
              <a:xfrm>
                <a:off x="3493864" y="6512236"/>
                <a:ext cx="6343" cy="6345"/>
              </a:xfrm>
              <a:custGeom>
                <a:avLst/>
                <a:gdLst>
                  <a:gd name="connsiteX0" fmla="*/ 3380 w 6343"/>
                  <a:gd name="connsiteY0" fmla="*/ 6584 h 6345"/>
                  <a:gd name="connsiteX1" fmla="*/ 5622 w 6343"/>
                  <a:gd name="connsiteY1" fmla="*/ 5655 h 6345"/>
                  <a:gd name="connsiteX2" fmla="*/ 6551 w 6343"/>
                  <a:gd name="connsiteY2" fmla="*/ 3412 h 6345"/>
                  <a:gd name="connsiteX3" fmla="*/ 5622 w 6343"/>
                  <a:gd name="connsiteY3" fmla="*/ 1168 h 6345"/>
                  <a:gd name="connsiteX4" fmla="*/ 3380 w 6343"/>
                  <a:gd name="connsiteY4" fmla="*/ 239 h 6345"/>
                  <a:gd name="connsiteX5" fmla="*/ 1137 w 6343"/>
                  <a:gd name="connsiteY5" fmla="*/ 1168 h 6345"/>
                  <a:gd name="connsiteX6" fmla="*/ 208 w 6343"/>
                  <a:gd name="connsiteY6" fmla="*/ 3412 h 6345"/>
                  <a:gd name="connsiteX7" fmla="*/ 1137 w 6343"/>
                  <a:gd name="connsiteY7" fmla="*/ 5655 h 6345"/>
                  <a:gd name="connsiteX8" fmla="*/ 3380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4"/>
                    </a:moveTo>
                    <a:cubicBezTo>
                      <a:pt x="4221" y="6584"/>
                      <a:pt x="5028" y="6250"/>
                      <a:pt x="5622" y="5655"/>
                    </a:cubicBezTo>
                    <a:cubicBezTo>
                      <a:pt x="6217" y="5060"/>
                      <a:pt x="6551" y="4253"/>
                      <a:pt x="6551" y="3412"/>
                    </a:cubicBezTo>
                    <a:cubicBezTo>
                      <a:pt x="6551" y="2570"/>
                      <a:pt x="6217" y="1763"/>
                      <a:pt x="5622" y="1168"/>
                    </a:cubicBezTo>
                    <a:cubicBezTo>
                      <a:pt x="5028" y="573"/>
                      <a:pt x="4221" y="239"/>
                      <a:pt x="3380" y="239"/>
                    </a:cubicBezTo>
                    <a:cubicBezTo>
                      <a:pt x="2539" y="239"/>
                      <a:pt x="1732" y="573"/>
                      <a:pt x="1137" y="1168"/>
                    </a:cubicBezTo>
                    <a:cubicBezTo>
                      <a:pt x="542" y="1763"/>
                      <a:pt x="208" y="2570"/>
                      <a:pt x="208" y="3412"/>
                    </a:cubicBezTo>
                    <a:cubicBezTo>
                      <a:pt x="208" y="4253"/>
                      <a:pt x="542" y="5060"/>
                      <a:pt x="1137" y="5655"/>
                    </a:cubicBezTo>
                    <a:cubicBezTo>
                      <a:pt x="1732" y="6250"/>
                      <a:pt x="2539" y="6584"/>
                      <a:pt x="3380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9" name="Freeform: Shape 1418">
                <a:extLst>
                  <a:ext uri="{FF2B5EF4-FFF2-40B4-BE49-F238E27FC236}">
                    <a16:creationId xmlns:a16="http://schemas.microsoft.com/office/drawing/2014/main" id="{AE303396-1BBD-F011-096C-50312B2B1A99}"/>
                  </a:ext>
                </a:extLst>
              </p:cNvPr>
              <p:cNvSpPr/>
              <p:nvPr/>
            </p:nvSpPr>
            <p:spPr>
              <a:xfrm>
                <a:off x="3489023" y="6510065"/>
                <a:ext cx="6343" cy="6345"/>
              </a:xfrm>
              <a:custGeom>
                <a:avLst/>
                <a:gdLst>
                  <a:gd name="connsiteX0" fmla="*/ 3379 w 6343"/>
                  <a:gd name="connsiteY0" fmla="*/ 6584 h 6345"/>
                  <a:gd name="connsiteX1" fmla="*/ 5622 w 6343"/>
                  <a:gd name="connsiteY1" fmla="*/ 5655 h 6345"/>
                  <a:gd name="connsiteX2" fmla="*/ 6551 w 6343"/>
                  <a:gd name="connsiteY2" fmla="*/ 3412 h 6345"/>
                  <a:gd name="connsiteX3" fmla="*/ 5622 w 6343"/>
                  <a:gd name="connsiteY3" fmla="*/ 1168 h 6345"/>
                  <a:gd name="connsiteX4" fmla="*/ 3379 w 6343"/>
                  <a:gd name="connsiteY4" fmla="*/ 239 h 6345"/>
                  <a:gd name="connsiteX5" fmla="*/ 1137 w 6343"/>
                  <a:gd name="connsiteY5" fmla="*/ 1168 h 6345"/>
                  <a:gd name="connsiteX6" fmla="*/ 208 w 6343"/>
                  <a:gd name="connsiteY6" fmla="*/ 3412 h 6345"/>
                  <a:gd name="connsiteX7" fmla="*/ 1137 w 6343"/>
                  <a:gd name="connsiteY7" fmla="*/ 5655 h 6345"/>
                  <a:gd name="connsiteX8" fmla="*/ 3379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584"/>
                    </a:moveTo>
                    <a:cubicBezTo>
                      <a:pt x="4221" y="6584"/>
                      <a:pt x="5027" y="6250"/>
                      <a:pt x="5622" y="5655"/>
                    </a:cubicBezTo>
                    <a:cubicBezTo>
                      <a:pt x="6217" y="5060"/>
                      <a:pt x="6551" y="4253"/>
                      <a:pt x="6551" y="3412"/>
                    </a:cubicBezTo>
                    <a:cubicBezTo>
                      <a:pt x="6551" y="2570"/>
                      <a:pt x="6217" y="1763"/>
                      <a:pt x="5622" y="1168"/>
                    </a:cubicBezTo>
                    <a:cubicBezTo>
                      <a:pt x="5027" y="573"/>
                      <a:pt x="4221" y="239"/>
                      <a:pt x="3379" y="239"/>
                    </a:cubicBezTo>
                    <a:cubicBezTo>
                      <a:pt x="2538" y="239"/>
                      <a:pt x="1732" y="573"/>
                      <a:pt x="1137" y="1168"/>
                    </a:cubicBezTo>
                    <a:cubicBezTo>
                      <a:pt x="542" y="1763"/>
                      <a:pt x="208" y="2570"/>
                      <a:pt x="208" y="3412"/>
                    </a:cubicBezTo>
                    <a:cubicBezTo>
                      <a:pt x="208" y="4253"/>
                      <a:pt x="542" y="5060"/>
                      <a:pt x="1137" y="5655"/>
                    </a:cubicBezTo>
                    <a:cubicBezTo>
                      <a:pt x="1732" y="6250"/>
                      <a:pt x="2538" y="6584"/>
                      <a:pt x="3379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0" name="Freeform: Shape 1419">
                <a:extLst>
                  <a:ext uri="{FF2B5EF4-FFF2-40B4-BE49-F238E27FC236}">
                    <a16:creationId xmlns:a16="http://schemas.microsoft.com/office/drawing/2014/main" id="{47F8CE40-0832-4C65-E1F8-8981DE34D61E}"/>
                  </a:ext>
                </a:extLst>
              </p:cNvPr>
              <p:cNvSpPr/>
              <p:nvPr/>
            </p:nvSpPr>
            <p:spPr>
              <a:xfrm>
                <a:off x="3639862" y="6198778"/>
                <a:ext cx="6343" cy="6345"/>
              </a:xfrm>
              <a:custGeom>
                <a:avLst/>
                <a:gdLst>
                  <a:gd name="connsiteX0" fmla="*/ 3391 w 6343"/>
                  <a:gd name="connsiteY0" fmla="*/ 6560 h 6345"/>
                  <a:gd name="connsiteX1" fmla="*/ 5634 w 6343"/>
                  <a:gd name="connsiteY1" fmla="*/ 5630 h 6345"/>
                  <a:gd name="connsiteX2" fmla="*/ 6563 w 6343"/>
                  <a:gd name="connsiteY2" fmla="*/ 3387 h 6345"/>
                  <a:gd name="connsiteX3" fmla="*/ 5634 w 6343"/>
                  <a:gd name="connsiteY3" fmla="*/ 1144 h 6345"/>
                  <a:gd name="connsiteX4" fmla="*/ 3391 w 6343"/>
                  <a:gd name="connsiteY4" fmla="*/ 214 h 6345"/>
                  <a:gd name="connsiteX5" fmla="*/ 1149 w 6343"/>
                  <a:gd name="connsiteY5" fmla="*/ 1144 h 6345"/>
                  <a:gd name="connsiteX6" fmla="*/ 220 w 6343"/>
                  <a:gd name="connsiteY6" fmla="*/ 3387 h 6345"/>
                  <a:gd name="connsiteX7" fmla="*/ 1149 w 6343"/>
                  <a:gd name="connsiteY7" fmla="*/ 5630 h 6345"/>
                  <a:gd name="connsiteX8" fmla="*/ 339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0"/>
                    </a:moveTo>
                    <a:cubicBezTo>
                      <a:pt x="4232" y="6560"/>
                      <a:pt x="5039" y="6225"/>
                      <a:pt x="5634" y="5630"/>
                    </a:cubicBezTo>
                    <a:cubicBezTo>
                      <a:pt x="6229" y="5035"/>
                      <a:pt x="6563" y="4228"/>
                      <a:pt x="6563" y="3387"/>
                    </a:cubicBezTo>
                    <a:cubicBezTo>
                      <a:pt x="6563" y="2546"/>
                      <a:pt x="6229" y="1739"/>
                      <a:pt x="5634" y="1144"/>
                    </a:cubicBezTo>
                    <a:cubicBezTo>
                      <a:pt x="5039" y="549"/>
                      <a:pt x="4232" y="214"/>
                      <a:pt x="3391" y="214"/>
                    </a:cubicBezTo>
                    <a:cubicBezTo>
                      <a:pt x="2550" y="214"/>
                      <a:pt x="1743" y="549"/>
                      <a:pt x="1149" y="1144"/>
                    </a:cubicBezTo>
                    <a:cubicBezTo>
                      <a:pt x="554" y="1739"/>
                      <a:pt x="220" y="2546"/>
                      <a:pt x="220" y="3387"/>
                    </a:cubicBezTo>
                    <a:cubicBezTo>
                      <a:pt x="220" y="4228"/>
                      <a:pt x="554" y="5035"/>
                      <a:pt x="1149" y="5630"/>
                    </a:cubicBezTo>
                    <a:cubicBezTo>
                      <a:pt x="1743" y="6225"/>
                      <a:pt x="2550" y="6560"/>
                      <a:pt x="339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1" name="Freeform: Shape 1420">
                <a:extLst>
                  <a:ext uri="{FF2B5EF4-FFF2-40B4-BE49-F238E27FC236}">
                    <a16:creationId xmlns:a16="http://schemas.microsoft.com/office/drawing/2014/main" id="{9D568BA1-08DB-9F17-A3B2-53DC0F5C0A72}"/>
                  </a:ext>
                </a:extLst>
              </p:cNvPr>
              <p:cNvSpPr/>
              <p:nvPr/>
            </p:nvSpPr>
            <p:spPr>
              <a:xfrm>
                <a:off x="3637546" y="6196320"/>
                <a:ext cx="6343" cy="6345"/>
              </a:xfrm>
              <a:custGeom>
                <a:avLst/>
                <a:gdLst>
                  <a:gd name="connsiteX0" fmla="*/ 3391 w 6343"/>
                  <a:gd name="connsiteY0" fmla="*/ 6559 h 6345"/>
                  <a:gd name="connsiteX1" fmla="*/ 5634 w 6343"/>
                  <a:gd name="connsiteY1" fmla="*/ 5630 h 6345"/>
                  <a:gd name="connsiteX2" fmla="*/ 6563 w 6343"/>
                  <a:gd name="connsiteY2" fmla="*/ 3387 h 6345"/>
                  <a:gd name="connsiteX3" fmla="*/ 5634 w 6343"/>
                  <a:gd name="connsiteY3" fmla="*/ 1143 h 6345"/>
                  <a:gd name="connsiteX4" fmla="*/ 3391 w 6343"/>
                  <a:gd name="connsiteY4" fmla="*/ 214 h 6345"/>
                  <a:gd name="connsiteX5" fmla="*/ 1148 w 6343"/>
                  <a:gd name="connsiteY5" fmla="*/ 1143 h 6345"/>
                  <a:gd name="connsiteX6" fmla="*/ 220 w 6343"/>
                  <a:gd name="connsiteY6" fmla="*/ 3387 h 6345"/>
                  <a:gd name="connsiteX7" fmla="*/ 1148 w 6343"/>
                  <a:gd name="connsiteY7" fmla="*/ 5630 h 6345"/>
                  <a:gd name="connsiteX8" fmla="*/ 339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59"/>
                    </a:moveTo>
                    <a:cubicBezTo>
                      <a:pt x="4232" y="6559"/>
                      <a:pt x="5039" y="6225"/>
                      <a:pt x="5634" y="5630"/>
                    </a:cubicBezTo>
                    <a:cubicBezTo>
                      <a:pt x="6228" y="5035"/>
                      <a:pt x="6563" y="4228"/>
                      <a:pt x="6563" y="3387"/>
                    </a:cubicBezTo>
                    <a:cubicBezTo>
                      <a:pt x="6563" y="2545"/>
                      <a:pt x="6228" y="1738"/>
                      <a:pt x="5634" y="1143"/>
                    </a:cubicBezTo>
                    <a:cubicBezTo>
                      <a:pt x="5039" y="548"/>
                      <a:pt x="4232" y="214"/>
                      <a:pt x="3391" y="214"/>
                    </a:cubicBezTo>
                    <a:cubicBezTo>
                      <a:pt x="2550" y="214"/>
                      <a:pt x="1743" y="548"/>
                      <a:pt x="1148" y="1143"/>
                    </a:cubicBezTo>
                    <a:cubicBezTo>
                      <a:pt x="554" y="1738"/>
                      <a:pt x="220" y="2545"/>
                      <a:pt x="220" y="3387"/>
                    </a:cubicBezTo>
                    <a:cubicBezTo>
                      <a:pt x="220" y="4228"/>
                      <a:pt x="554" y="5035"/>
                      <a:pt x="1148" y="5630"/>
                    </a:cubicBezTo>
                    <a:cubicBezTo>
                      <a:pt x="1743" y="6225"/>
                      <a:pt x="2550" y="6559"/>
                      <a:pt x="339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2" name="Freeform: Shape 1421">
                <a:extLst>
                  <a:ext uri="{FF2B5EF4-FFF2-40B4-BE49-F238E27FC236}">
                    <a16:creationId xmlns:a16="http://schemas.microsoft.com/office/drawing/2014/main" id="{A39E23B2-A3FF-31CE-8F76-4C46AC782BBB}"/>
                  </a:ext>
                </a:extLst>
              </p:cNvPr>
              <p:cNvSpPr/>
              <p:nvPr/>
            </p:nvSpPr>
            <p:spPr>
              <a:xfrm>
                <a:off x="3634198" y="6195880"/>
                <a:ext cx="6343" cy="6345"/>
              </a:xfrm>
              <a:custGeom>
                <a:avLst/>
                <a:gdLst>
                  <a:gd name="connsiteX0" fmla="*/ 3391 w 6343"/>
                  <a:gd name="connsiteY0" fmla="*/ 6559 h 6345"/>
                  <a:gd name="connsiteX1" fmla="*/ 5633 w 6343"/>
                  <a:gd name="connsiteY1" fmla="*/ 5630 h 6345"/>
                  <a:gd name="connsiteX2" fmla="*/ 6562 w 6343"/>
                  <a:gd name="connsiteY2" fmla="*/ 3387 h 6345"/>
                  <a:gd name="connsiteX3" fmla="*/ 5633 w 6343"/>
                  <a:gd name="connsiteY3" fmla="*/ 1143 h 6345"/>
                  <a:gd name="connsiteX4" fmla="*/ 3391 w 6343"/>
                  <a:gd name="connsiteY4" fmla="*/ 214 h 6345"/>
                  <a:gd name="connsiteX5" fmla="*/ 1148 w 6343"/>
                  <a:gd name="connsiteY5" fmla="*/ 1143 h 6345"/>
                  <a:gd name="connsiteX6" fmla="*/ 219 w 6343"/>
                  <a:gd name="connsiteY6" fmla="*/ 3387 h 6345"/>
                  <a:gd name="connsiteX7" fmla="*/ 1148 w 6343"/>
                  <a:gd name="connsiteY7" fmla="*/ 5630 h 6345"/>
                  <a:gd name="connsiteX8" fmla="*/ 339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59"/>
                    </a:moveTo>
                    <a:cubicBezTo>
                      <a:pt x="4232" y="6559"/>
                      <a:pt x="5039" y="6225"/>
                      <a:pt x="5633" y="5630"/>
                    </a:cubicBezTo>
                    <a:cubicBezTo>
                      <a:pt x="6228" y="5035"/>
                      <a:pt x="6562" y="4228"/>
                      <a:pt x="6562" y="3387"/>
                    </a:cubicBezTo>
                    <a:cubicBezTo>
                      <a:pt x="6562" y="2545"/>
                      <a:pt x="6228" y="1738"/>
                      <a:pt x="5633" y="1143"/>
                    </a:cubicBezTo>
                    <a:cubicBezTo>
                      <a:pt x="5039" y="548"/>
                      <a:pt x="4232" y="214"/>
                      <a:pt x="3391" y="214"/>
                    </a:cubicBezTo>
                    <a:cubicBezTo>
                      <a:pt x="2550" y="214"/>
                      <a:pt x="1743" y="548"/>
                      <a:pt x="1148" y="1143"/>
                    </a:cubicBezTo>
                    <a:cubicBezTo>
                      <a:pt x="553" y="1738"/>
                      <a:pt x="219" y="2545"/>
                      <a:pt x="219" y="3387"/>
                    </a:cubicBezTo>
                    <a:cubicBezTo>
                      <a:pt x="219" y="4228"/>
                      <a:pt x="553" y="5035"/>
                      <a:pt x="1148" y="5630"/>
                    </a:cubicBezTo>
                    <a:cubicBezTo>
                      <a:pt x="1743" y="6225"/>
                      <a:pt x="2550" y="6559"/>
                      <a:pt x="339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3" name="Freeform: Shape 1422">
                <a:extLst>
                  <a:ext uri="{FF2B5EF4-FFF2-40B4-BE49-F238E27FC236}">
                    <a16:creationId xmlns:a16="http://schemas.microsoft.com/office/drawing/2014/main" id="{A1B53F4B-8052-9AF2-A34C-E5CC6D576284}"/>
                  </a:ext>
                </a:extLst>
              </p:cNvPr>
              <p:cNvSpPr/>
              <p:nvPr/>
            </p:nvSpPr>
            <p:spPr>
              <a:xfrm>
                <a:off x="3468451" y="6503606"/>
                <a:ext cx="6343" cy="6345"/>
              </a:xfrm>
              <a:custGeom>
                <a:avLst/>
                <a:gdLst>
                  <a:gd name="connsiteX0" fmla="*/ 3378 w 6343"/>
                  <a:gd name="connsiteY0" fmla="*/ 6584 h 6345"/>
                  <a:gd name="connsiteX1" fmla="*/ 5620 w 6343"/>
                  <a:gd name="connsiteY1" fmla="*/ 5654 h 6345"/>
                  <a:gd name="connsiteX2" fmla="*/ 6549 w 6343"/>
                  <a:gd name="connsiteY2" fmla="*/ 3411 h 6345"/>
                  <a:gd name="connsiteX3" fmla="*/ 5620 w 6343"/>
                  <a:gd name="connsiteY3" fmla="*/ 1168 h 6345"/>
                  <a:gd name="connsiteX4" fmla="*/ 3378 w 6343"/>
                  <a:gd name="connsiteY4" fmla="*/ 238 h 6345"/>
                  <a:gd name="connsiteX5" fmla="*/ 1135 w 6343"/>
                  <a:gd name="connsiteY5" fmla="*/ 1168 h 6345"/>
                  <a:gd name="connsiteX6" fmla="*/ 206 w 6343"/>
                  <a:gd name="connsiteY6" fmla="*/ 3411 h 6345"/>
                  <a:gd name="connsiteX7" fmla="*/ 1135 w 6343"/>
                  <a:gd name="connsiteY7" fmla="*/ 5654 h 6345"/>
                  <a:gd name="connsiteX8" fmla="*/ 3378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84"/>
                    </a:moveTo>
                    <a:cubicBezTo>
                      <a:pt x="4219" y="6584"/>
                      <a:pt x="5026" y="6249"/>
                      <a:pt x="5620" y="5654"/>
                    </a:cubicBezTo>
                    <a:cubicBezTo>
                      <a:pt x="6215" y="5059"/>
                      <a:pt x="6549" y="4252"/>
                      <a:pt x="6549" y="3411"/>
                    </a:cubicBezTo>
                    <a:cubicBezTo>
                      <a:pt x="6549" y="2570"/>
                      <a:pt x="6215" y="1763"/>
                      <a:pt x="5620" y="1168"/>
                    </a:cubicBezTo>
                    <a:cubicBezTo>
                      <a:pt x="5026" y="573"/>
                      <a:pt x="4219" y="238"/>
                      <a:pt x="3378" y="238"/>
                    </a:cubicBezTo>
                    <a:cubicBezTo>
                      <a:pt x="2537" y="238"/>
                      <a:pt x="1730" y="573"/>
                      <a:pt x="1135" y="1168"/>
                    </a:cubicBezTo>
                    <a:cubicBezTo>
                      <a:pt x="540" y="1763"/>
                      <a:pt x="206" y="2570"/>
                      <a:pt x="206" y="3411"/>
                    </a:cubicBezTo>
                    <a:cubicBezTo>
                      <a:pt x="206" y="4252"/>
                      <a:pt x="540" y="5059"/>
                      <a:pt x="1135" y="5654"/>
                    </a:cubicBezTo>
                    <a:cubicBezTo>
                      <a:pt x="1730" y="6249"/>
                      <a:pt x="2537" y="6584"/>
                      <a:pt x="3378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4" name="Freeform: Shape 1423">
                <a:extLst>
                  <a:ext uri="{FF2B5EF4-FFF2-40B4-BE49-F238E27FC236}">
                    <a16:creationId xmlns:a16="http://schemas.microsoft.com/office/drawing/2014/main" id="{7F284632-399B-49CE-5ADA-CEB537D002FE}"/>
                  </a:ext>
                </a:extLst>
              </p:cNvPr>
              <p:cNvSpPr/>
              <p:nvPr/>
            </p:nvSpPr>
            <p:spPr>
              <a:xfrm>
                <a:off x="3458671" y="6510603"/>
                <a:ext cx="6343" cy="6345"/>
              </a:xfrm>
              <a:custGeom>
                <a:avLst/>
                <a:gdLst>
                  <a:gd name="connsiteX0" fmla="*/ 3377 w 6343"/>
                  <a:gd name="connsiteY0" fmla="*/ 6584 h 6345"/>
                  <a:gd name="connsiteX1" fmla="*/ 5620 w 6343"/>
                  <a:gd name="connsiteY1" fmla="*/ 5655 h 6345"/>
                  <a:gd name="connsiteX2" fmla="*/ 6549 w 6343"/>
                  <a:gd name="connsiteY2" fmla="*/ 3412 h 6345"/>
                  <a:gd name="connsiteX3" fmla="*/ 5620 w 6343"/>
                  <a:gd name="connsiteY3" fmla="*/ 1168 h 6345"/>
                  <a:gd name="connsiteX4" fmla="*/ 3377 w 6343"/>
                  <a:gd name="connsiteY4" fmla="*/ 239 h 6345"/>
                  <a:gd name="connsiteX5" fmla="*/ 1134 w 6343"/>
                  <a:gd name="connsiteY5" fmla="*/ 1168 h 6345"/>
                  <a:gd name="connsiteX6" fmla="*/ 205 w 6343"/>
                  <a:gd name="connsiteY6" fmla="*/ 3412 h 6345"/>
                  <a:gd name="connsiteX7" fmla="*/ 1134 w 6343"/>
                  <a:gd name="connsiteY7" fmla="*/ 5655 h 6345"/>
                  <a:gd name="connsiteX8" fmla="*/ 3377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84"/>
                    </a:moveTo>
                    <a:cubicBezTo>
                      <a:pt x="4218" y="6584"/>
                      <a:pt x="5025" y="6250"/>
                      <a:pt x="5620" y="5655"/>
                    </a:cubicBezTo>
                    <a:cubicBezTo>
                      <a:pt x="6214" y="5060"/>
                      <a:pt x="6549" y="4253"/>
                      <a:pt x="6549" y="3412"/>
                    </a:cubicBezTo>
                    <a:cubicBezTo>
                      <a:pt x="6549" y="2570"/>
                      <a:pt x="6214" y="1763"/>
                      <a:pt x="5620" y="1168"/>
                    </a:cubicBezTo>
                    <a:cubicBezTo>
                      <a:pt x="5025" y="573"/>
                      <a:pt x="4218" y="239"/>
                      <a:pt x="3377" y="239"/>
                    </a:cubicBezTo>
                    <a:cubicBezTo>
                      <a:pt x="2536" y="239"/>
                      <a:pt x="1729" y="573"/>
                      <a:pt x="1134" y="1168"/>
                    </a:cubicBezTo>
                    <a:cubicBezTo>
                      <a:pt x="540" y="1763"/>
                      <a:pt x="205" y="2570"/>
                      <a:pt x="205" y="3412"/>
                    </a:cubicBezTo>
                    <a:cubicBezTo>
                      <a:pt x="205" y="4253"/>
                      <a:pt x="540" y="5060"/>
                      <a:pt x="1134" y="5655"/>
                    </a:cubicBezTo>
                    <a:cubicBezTo>
                      <a:pt x="1729" y="6250"/>
                      <a:pt x="2536" y="6584"/>
                      <a:pt x="3377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5" name="Freeform: Shape 1424">
                <a:extLst>
                  <a:ext uri="{FF2B5EF4-FFF2-40B4-BE49-F238E27FC236}">
                    <a16:creationId xmlns:a16="http://schemas.microsoft.com/office/drawing/2014/main" id="{62D76065-5343-B69D-3F36-AF44A1F92660}"/>
                  </a:ext>
                </a:extLst>
              </p:cNvPr>
              <p:cNvSpPr/>
              <p:nvPr/>
            </p:nvSpPr>
            <p:spPr>
              <a:xfrm>
                <a:off x="3453152" y="6509468"/>
                <a:ext cx="6343" cy="6345"/>
              </a:xfrm>
              <a:custGeom>
                <a:avLst/>
                <a:gdLst>
                  <a:gd name="connsiteX0" fmla="*/ 3377 w 6343"/>
                  <a:gd name="connsiteY0" fmla="*/ 6584 h 6345"/>
                  <a:gd name="connsiteX1" fmla="*/ 5619 w 6343"/>
                  <a:gd name="connsiteY1" fmla="*/ 5655 h 6345"/>
                  <a:gd name="connsiteX2" fmla="*/ 6548 w 6343"/>
                  <a:gd name="connsiteY2" fmla="*/ 3411 h 6345"/>
                  <a:gd name="connsiteX3" fmla="*/ 5619 w 6343"/>
                  <a:gd name="connsiteY3" fmla="*/ 1168 h 6345"/>
                  <a:gd name="connsiteX4" fmla="*/ 3377 w 6343"/>
                  <a:gd name="connsiteY4" fmla="*/ 239 h 6345"/>
                  <a:gd name="connsiteX5" fmla="*/ 1134 w 6343"/>
                  <a:gd name="connsiteY5" fmla="*/ 1168 h 6345"/>
                  <a:gd name="connsiteX6" fmla="*/ 205 w 6343"/>
                  <a:gd name="connsiteY6" fmla="*/ 3411 h 6345"/>
                  <a:gd name="connsiteX7" fmla="*/ 1134 w 6343"/>
                  <a:gd name="connsiteY7" fmla="*/ 5655 h 6345"/>
                  <a:gd name="connsiteX8" fmla="*/ 3377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84"/>
                    </a:moveTo>
                    <a:cubicBezTo>
                      <a:pt x="4218" y="6584"/>
                      <a:pt x="5024" y="6250"/>
                      <a:pt x="5619" y="5655"/>
                    </a:cubicBezTo>
                    <a:cubicBezTo>
                      <a:pt x="6214" y="5060"/>
                      <a:pt x="6548" y="4253"/>
                      <a:pt x="6548" y="3411"/>
                    </a:cubicBezTo>
                    <a:cubicBezTo>
                      <a:pt x="6548" y="2570"/>
                      <a:pt x="6214" y="1763"/>
                      <a:pt x="5619" y="1168"/>
                    </a:cubicBezTo>
                    <a:cubicBezTo>
                      <a:pt x="5024" y="573"/>
                      <a:pt x="4218" y="239"/>
                      <a:pt x="3377" y="239"/>
                    </a:cubicBezTo>
                    <a:cubicBezTo>
                      <a:pt x="2535" y="239"/>
                      <a:pt x="1729" y="573"/>
                      <a:pt x="1134" y="1168"/>
                    </a:cubicBezTo>
                    <a:cubicBezTo>
                      <a:pt x="539" y="1763"/>
                      <a:pt x="205" y="2570"/>
                      <a:pt x="205" y="3411"/>
                    </a:cubicBezTo>
                    <a:cubicBezTo>
                      <a:pt x="205" y="4253"/>
                      <a:pt x="539" y="5060"/>
                      <a:pt x="1134" y="5655"/>
                    </a:cubicBezTo>
                    <a:cubicBezTo>
                      <a:pt x="1729" y="6250"/>
                      <a:pt x="2535" y="6584"/>
                      <a:pt x="3377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6" name="Freeform: Shape 1425">
                <a:extLst>
                  <a:ext uri="{FF2B5EF4-FFF2-40B4-BE49-F238E27FC236}">
                    <a16:creationId xmlns:a16="http://schemas.microsoft.com/office/drawing/2014/main" id="{B2CC4F28-CC9A-D8D9-211F-72100F2EDB3B}"/>
                  </a:ext>
                </a:extLst>
              </p:cNvPr>
              <p:cNvSpPr/>
              <p:nvPr/>
            </p:nvSpPr>
            <p:spPr>
              <a:xfrm>
                <a:off x="3445104" y="6512886"/>
                <a:ext cx="6343" cy="6345"/>
              </a:xfrm>
              <a:custGeom>
                <a:avLst/>
                <a:gdLst>
                  <a:gd name="connsiteX0" fmla="*/ 3376 w 6343"/>
                  <a:gd name="connsiteY0" fmla="*/ 6584 h 6345"/>
                  <a:gd name="connsiteX1" fmla="*/ 5619 w 6343"/>
                  <a:gd name="connsiteY1" fmla="*/ 5655 h 6345"/>
                  <a:gd name="connsiteX2" fmla="*/ 6548 w 6343"/>
                  <a:gd name="connsiteY2" fmla="*/ 3412 h 6345"/>
                  <a:gd name="connsiteX3" fmla="*/ 5619 w 6343"/>
                  <a:gd name="connsiteY3" fmla="*/ 1168 h 6345"/>
                  <a:gd name="connsiteX4" fmla="*/ 3376 w 6343"/>
                  <a:gd name="connsiteY4" fmla="*/ 239 h 6345"/>
                  <a:gd name="connsiteX5" fmla="*/ 1133 w 6343"/>
                  <a:gd name="connsiteY5" fmla="*/ 1168 h 6345"/>
                  <a:gd name="connsiteX6" fmla="*/ 204 w 6343"/>
                  <a:gd name="connsiteY6" fmla="*/ 3412 h 6345"/>
                  <a:gd name="connsiteX7" fmla="*/ 1133 w 6343"/>
                  <a:gd name="connsiteY7" fmla="*/ 5655 h 6345"/>
                  <a:gd name="connsiteX8" fmla="*/ 3376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584"/>
                    </a:moveTo>
                    <a:cubicBezTo>
                      <a:pt x="4217" y="6584"/>
                      <a:pt x="5024" y="6250"/>
                      <a:pt x="5619" y="5655"/>
                    </a:cubicBezTo>
                    <a:cubicBezTo>
                      <a:pt x="6213" y="5060"/>
                      <a:pt x="6548" y="4253"/>
                      <a:pt x="6548" y="3412"/>
                    </a:cubicBezTo>
                    <a:cubicBezTo>
                      <a:pt x="6548" y="2570"/>
                      <a:pt x="6213" y="1763"/>
                      <a:pt x="5619" y="1168"/>
                    </a:cubicBezTo>
                    <a:cubicBezTo>
                      <a:pt x="5024" y="573"/>
                      <a:pt x="4217" y="239"/>
                      <a:pt x="3376" y="239"/>
                    </a:cubicBezTo>
                    <a:cubicBezTo>
                      <a:pt x="2535" y="239"/>
                      <a:pt x="1728" y="573"/>
                      <a:pt x="1133" y="1168"/>
                    </a:cubicBezTo>
                    <a:cubicBezTo>
                      <a:pt x="539" y="1763"/>
                      <a:pt x="204" y="2570"/>
                      <a:pt x="204" y="3412"/>
                    </a:cubicBezTo>
                    <a:cubicBezTo>
                      <a:pt x="204" y="4253"/>
                      <a:pt x="539" y="5060"/>
                      <a:pt x="1133" y="5655"/>
                    </a:cubicBezTo>
                    <a:cubicBezTo>
                      <a:pt x="1728" y="6250"/>
                      <a:pt x="2535" y="6584"/>
                      <a:pt x="3376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7" name="Freeform: Shape 1426">
                <a:extLst>
                  <a:ext uri="{FF2B5EF4-FFF2-40B4-BE49-F238E27FC236}">
                    <a16:creationId xmlns:a16="http://schemas.microsoft.com/office/drawing/2014/main" id="{0CDB841C-3914-A544-2220-529480512C1B}"/>
                  </a:ext>
                </a:extLst>
              </p:cNvPr>
              <p:cNvSpPr/>
              <p:nvPr/>
            </p:nvSpPr>
            <p:spPr>
              <a:xfrm>
                <a:off x="3438950" y="6512739"/>
                <a:ext cx="6343" cy="6345"/>
              </a:xfrm>
              <a:custGeom>
                <a:avLst/>
                <a:gdLst>
                  <a:gd name="connsiteX0" fmla="*/ 3375 w 6343"/>
                  <a:gd name="connsiteY0" fmla="*/ 6584 h 6345"/>
                  <a:gd name="connsiteX1" fmla="*/ 5618 w 6343"/>
                  <a:gd name="connsiteY1" fmla="*/ 5655 h 6345"/>
                  <a:gd name="connsiteX2" fmla="*/ 6547 w 6343"/>
                  <a:gd name="connsiteY2" fmla="*/ 3412 h 6345"/>
                  <a:gd name="connsiteX3" fmla="*/ 5618 w 6343"/>
                  <a:gd name="connsiteY3" fmla="*/ 1168 h 6345"/>
                  <a:gd name="connsiteX4" fmla="*/ 3375 w 6343"/>
                  <a:gd name="connsiteY4" fmla="*/ 239 h 6345"/>
                  <a:gd name="connsiteX5" fmla="*/ 1133 w 6343"/>
                  <a:gd name="connsiteY5" fmla="*/ 1168 h 6345"/>
                  <a:gd name="connsiteX6" fmla="*/ 204 w 6343"/>
                  <a:gd name="connsiteY6" fmla="*/ 3412 h 6345"/>
                  <a:gd name="connsiteX7" fmla="*/ 1133 w 6343"/>
                  <a:gd name="connsiteY7" fmla="*/ 5655 h 6345"/>
                  <a:gd name="connsiteX8" fmla="*/ 3375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584"/>
                    </a:moveTo>
                    <a:cubicBezTo>
                      <a:pt x="4217" y="6584"/>
                      <a:pt x="5023" y="6250"/>
                      <a:pt x="5618" y="5655"/>
                    </a:cubicBezTo>
                    <a:cubicBezTo>
                      <a:pt x="6213" y="5060"/>
                      <a:pt x="6547" y="4253"/>
                      <a:pt x="6547" y="3412"/>
                    </a:cubicBezTo>
                    <a:cubicBezTo>
                      <a:pt x="6547" y="2570"/>
                      <a:pt x="6213" y="1763"/>
                      <a:pt x="5618" y="1168"/>
                    </a:cubicBezTo>
                    <a:cubicBezTo>
                      <a:pt x="5023" y="573"/>
                      <a:pt x="4217" y="239"/>
                      <a:pt x="3375" y="239"/>
                    </a:cubicBezTo>
                    <a:cubicBezTo>
                      <a:pt x="2534" y="239"/>
                      <a:pt x="1728" y="573"/>
                      <a:pt x="1133" y="1168"/>
                    </a:cubicBezTo>
                    <a:cubicBezTo>
                      <a:pt x="538" y="1763"/>
                      <a:pt x="204" y="2570"/>
                      <a:pt x="204" y="3412"/>
                    </a:cubicBezTo>
                    <a:cubicBezTo>
                      <a:pt x="204" y="4253"/>
                      <a:pt x="538" y="5060"/>
                      <a:pt x="1133" y="5655"/>
                    </a:cubicBezTo>
                    <a:cubicBezTo>
                      <a:pt x="1728" y="6250"/>
                      <a:pt x="2534" y="6584"/>
                      <a:pt x="3375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8" name="Freeform: Shape 1427">
                <a:extLst>
                  <a:ext uri="{FF2B5EF4-FFF2-40B4-BE49-F238E27FC236}">
                    <a16:creationId xmlns:a16="http://schemas.microsoft.com/office/drawing/2014/main" id="{463B67B4-961D-B2C9-E375-2CAB7F7C602E}"/>
                  </a:ext>
                </a:extLst>
              </p:cNvPr>
              <p:cNvSpPr/>
              <p:nvPr/>
            </p:nvSpPr>
            <p:spPr>
              <a:xfrm>
                <a:off x="3433205" y="6511801"/>
                <a:ext cx="6343" cy="6345"/>
              </a:xfrm>
              <a:custGeom>
                <a:avLst/>
                <a:gdLst>
                  <a:gd name="connsiteX0" fmla="*/ 3375 w 6343"/>
                  <a:gd name="connsiteY0" fmla="*/ 6584 h 6345"/>
                  <a:gd name="connsiteX1" fmla="*/ 5618 w 6343"/>
                  <a:gd name="connsiteY1" fmla="*/ 5655 h 6345"/>
                  <a:gd name="connsiteX2" fmla="*/ 6547 w 6343"/>
                  <a:gd name="connsiteY2" fmla="*/ 3412 h 6345"/>
                  <a:gd name="connsiteX3" fmla="*/ 5618 w 6343"/>
                  <a:gd name="connsiteY3" fmla="*/ 1168 h 6345"/>
                  <a:gd name="connsiteX4" fmla="*/ 3375 w 6343"/>
                  <a:gd name="connsiteY4" fmla="*/ 239 h 6345"/>
                  <a:gd name="connsiteX5" fmla="*/ 1132 w 6343"/>
                  <a:gd name="connsiteY5" fmla="*/ 1168 h 6345"/>
                  <a:gd name="connsiteX6" fmla="*/ 203 w 6343"/>
                  <a:gd name="connsiteY6" fmla="*/ 3412 h 6345"/>
                  <a:gd name="connsiteX7" fmla="*/ 1132 w 6343"/>
                  <a:gd name="connsiteY7" fmla="*/ 5655 h 6345"/>
                  <a:gd name="connsiteX8" fmla="*/ 3375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584"/>
                    </a:moveTo>
                    <a:cubicBezTo>
                      <a:pt x="4216" y="6584"/>
                      <a:pt x="5023" y="6250"/>
                      <a:pt x="5618" y="5655"/>
                    </a:cubicBezTo>
                    <a:cubicBezTo>
                      <a:pt x="6212" y="5060"/>
                      <a:pt x="6547" y="4253"/>
                      <a:pt x="6547" y="3412"/>
                    </a:cubicBezTo>
                    <a:cubicBezTo>
                      <a:pt x="6547" y="2570"/>
                      <a:pt x="6212" y="1763"/>
                      <a:pt x="5618" y="1168"/>
                    </a:cubicBezTo>
                    <a:cubicBezTo>
                      <a:pt x="5023" y="573"/>
                      <a:pt x="4216" y="239"/>
                      <a:pt x="3375" y="239"/>
                    </a:cubicBezTo>
                    <a:cubicBezTo>
                      <a:pt x="2534" y="239"/>
                      <a:pt x="1727" y="573"/>
                      <a:pt x="1132" y="1168"/>
                    </a:cubicBezTo>
                    <a:cubicBezTo>
                      <a:pt x="538" y="1763"/>
                      <a:pt x="203" y="2570"/>
                      <a:pt x="203" y="3412"/>
                    </a:cubicBezTo>
                    <a:cubicBezTo>
                      <a:pt x="203" y="4253"/>
                      <a:pt x="538" y="5060"/>
                      <a:pt x="1132" y="5655"/>
                    </a:cubicBezTo>
                    <a:cubicBezTo>
                      <a:pt x="1727" y="6250"/>
                      <a:pt x="2534" y="6584"/>
                      <a:pt x="3375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9" name="Freeform: Shape 1428">
                <a:extLst>
                  <a:ext uri="{FF2B5EF4-FFF2-40B4-BE49-F238E27FC236}">
                    <a16:creationId xmlns:a16="http://schemas.microsoft.com/office/drawing/2014/main" id="{E204F928-A209-A2D1-C000-9459B6F8A8D3}"/>
                  </a:ext>
                </a:extLst>
              </p:cNvPr>
              <p:cNvSpPr/>
              <p:nvPr/>
            </p:nvSpPr>
            <p:spPr>
              <a:xfrm>
                <a:off x="3427740" y="6510325"/>
                <a:ext cx="6343" cy="6345"/>
              </a:xfrm>
              <a:custGeom>
                <a:avLst/>
                <a:gdLst>
                  <a:gd name="connsiteX0" fmla="*/ 3375 w 6343"/>
                  <a:gd name="connsiteY0" fmla="*/ 6584 h 6345"/>
                  <a:gd name="connsiteX1" fmla="*/ 5617 w 6343"/>
                  <a:gd name="connsiteY1" fmla="*/ 5655 h 6345"/>
                  <a:gd name="connsiteX2" fmla="*/ 6546 w 6343"/>
                  <a:gd name="connsiteY2" fmla="*/ 3412 h 6345"/>
                  <a:gd name="connsiteX3" fmla="*/ 5617 w 6343"/>
                  <a:gd name="connsiteY3" fmla="*/ 1168 h 6345"/>
                  <a:gd name="connsiteX4" fmla="*/ 3375 w 6343"/>
                  <a:gd name="connsiteY4" fmla="*/ 239 h 6345"/>
                  <a:gd name="connsiteX5" fmla="*/ 1132 w 6343"/>
                  <a:gd name="connsiteY5" fmla="*/ 1168 h 6345"/>
                  <a:gd name="connsiteX6" fmla="*/ 203 w 6343"/>
                  <a:gd name="connsiteY6" fmla="*/ 3412 h 6345"/>
                  <a:gd name="connsiteX7" fmla="*/ 1132 w 6343"/>
                  <a:gd name="connsiteY7" fmla="*/ 5655 h 6345"/>
                  <a:gd name="connsiteX8" fmla="*/ 3375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584"/>
                    </a:moveTo>
                    <a:cubicBezTo>
                      <a:pt x="4216" y="6584"/>
                      <a:pt x="5022" y="6250"/>
                      <a:pt x="5617" y="5655"/>
                    </a:cubicBezTo>
                    <a:cubicBezTo>
                      <a:pt x="6212" y="5060"/>
                      <a:pt x="6546" y="4253"/>
                      <a:pt x="6546" y="3412"/>
                    </a:cubicBezTo>
                    <a:cubicBezTo>
                      <a:pt x="6546" y="2570"/>
                      <a:pt x="6212" y="1763"/>
                      <a:pt x="5617" y="1168"/>
                    </a:cubicBezTo>
                    <a:cubicBezTo>
                      <a:pt x="5022" y="573"/>
                      <a:pt x="4216" y="239"/>
                      <a:pt x="3375" y="239"/>
                    </a:cubicBezTo>
                    <a:cubicBezTo>
                      <a:pt x="2533" y="239"/>
                      <a:pt x="1727" y="573"/>
                      <a:pt x="1132" y="1168"/>
                    </a:cubicBezTo>
                    <a:cubicBezTo>
                      <a:pt x="537" y="1763"/>
                      <a:pt x="203" y="2570"/>
                      <a:pt x="203" y="3412"/>
                    </a:cubicBezTo>
                    <a:cubicBezTo>
                      <a:pt x="203" y="4253"/>
                      <a:pt x="537" y="5060"/>
                      <a:pt x="1132" y="5655"/>
                    </a:cubicBezTo>
                    <a:cubicBezTo>
                      <a:pt x="1727" y="6250"/>
                      <a:pt x="2533" y="6584"/>
                      <a:pt x="3375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0" name="Freeform: Shape 1429">
                <a:extLst>
                  <a:ext uri="{FF2B5EF4-FFF2-40B4-BE49-F238E27FC236}">
                    <a16:creationId xmlns:a16="http://schemas.microsoft.com/office/drawing/2014/main" id="{9A426D07-1F52-9B09-06DA-37F75B694095}"/>
                  </a:ext>
                </a:extLst>
              </p:cNvPr>
              <p:cNvSpPr/>
              <p:nvPr/>
            </p:nvSpPr>
            <p:spPr>
              <a:xfrm>
                <a:off x="3422565" y="6508318"/>
                <a:ext cx="6343" cy="6345"/>
              </a:xfrm>
              <a:custGeom>
                <a:avLst/>
                <a:gdLst>
                  <a:gd name="connsiteX0" fmla="*/ 3374 w 6343"/>
                  <a:gd name="connsiteY0" fmla="*/ 6584 h 6345"/>
                  <a:gd name="connsiteX1" fmla="*/ 5617 w 6343"/>
                  <a:gd name="connsiteY1" fmla="*/ 5655 h 6345"/>
                  <a:gd name="connsiteX2" fmla="*/ 6546 w 6343"/>
                  <a:gd name="connsiteY2" fmla="*/ 3411 h 6345"/>
                  <a:gd name="connsiteX3" fmla="*/ 5617 w 6343"/>
                  <a:gd name="connsiteY3" fmla="*/ 1168 h 6345"/>
                  <a:gd name="connsiteX4" fmla="*/ 3374 w 6343"/>
                  <a:gd name="connsiteY4" fmla="*/ 239 h 6345"/>
                  <a:gd name="connsiteX5" fmla="*/ 1132 w 6343"/>
                  <a:gd name="connsiteY5" fmla="*/ 1168 h 6345"/>
                  <a:gd name="connsiteX6" fmla="*/ 203 w 6343"/>
                  <a:gd name="connsiteY6" fmla="*/ 3411 h 6345"/>
                  <a:gd name="connsiteX7" fmla="*/ 1132 w 6343"/>
                  <a:gd name="connsiteY7" fmla="*/ 5655 h 6345"/>
                  <a:gd name="connsiteX8" fmla="*/ 3374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584"/>
                    </a:moveTo>
                    <a:cubicBezTo>
                      <a:pt x="4215" y="6584"/>
                      <a:pt x="5022" y="6250"/>
                      <a:pt x="5617" y="5655"/>
                    </a:cubicBezTo>
                    <a:cubicBezTo>
                      <a:pt x="6212" y="5060"/>
                      <a:pt x="6546" y="4253"/>
                      <a:pt x="6546" y="3411"/>
                    </a:cubicBezTo>
                    <a:cubicBezTo>
                      <a:pt x="6546" y="2570"/>
                      <a:pt x="6212" y="1763"/>
                      <a:pt x="5617" y="1168"/>
                    </a:cubicBezTo>
                    <a:cubicBezTo>
                      <a:pt x="5022" y="573"/>
                      <a:pt x="4215" y="239"/>
                      <a:pt x="3374" y="239"/>
                    </a:cubicBezTo>
                    <a:cubicBezTo>
                      <a:pt x="2533" y="239"/>
                      <a:pt x="1726" y="573"/>
                      <a:pt x="1132" y="1168"/>
                    </a:cubicBezTo>
                    <a:cubicBezTo>
                      <a:pt x="537" y="1763"/>
                      <a:pt x="203" y="2570"/>
                      <a:pt x="203" y="3411"/>
                    </a:cubicBezTo>
                    <a:cubicBezTo>
                      <a:pt x="203" y="4253"/>
                      <a:pt x="537" y="5060"/>
                      <a:pt x="1132" y="5655"/>
                    </a:cubicBezTo>
                    <a:cubicBezTo>
                      <a:pt x="1726" y="6250"/>
                      <a:pt x="2533" y="6584"/>
                      <a:pt x="3374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1" name="Freeform: Shape 1430">
                <a:extLst>
                  <a:ext uri="{FF2B5EF4-FFF2-40B4-BE49-F238E27FC236}">
                    <a16:creationId xmlns:a16="http://schemas.microsoft.com/office/drawing/2014/main" id="{2483F434-B59F-44F7-10DA-322107C6F005}"/>
                  </a:ext>
                </a:extLst>
              </p:cNvPr>
              <p:cNvSpPr/>
              <p:nvPr/>
            </p:nvSpPr>
            <p:spPr>
              <a:xfrm>
                <a:off x="3410801" y="6517430"/>
                <a:ext cx="6343" cy="6345"/>
              </a:xfrm>
              <a:custGeom>
                <a:avLst/>
                <a:gdLst>
                  <a:gd name="connsiteX0" fmla="*/ 3373 w 6343"/>
                  <a:gd name="connsiteY0" fmla="*/ 6585 h 6345"/>
                  <a:gd name="connsiteX1" fmla="*/ 5616 w 6343"/>
                  <a:gd name="connsiteY1" fmla="*/ 5656 h 6345"/>
                  <a:gd name="connsiteX2" fmla="*/ 6545 w 6343"/>
                  <a:gd name="connsiteY2" fmla="*/ 3412 h 6345"/>
                  <a:gd name="connsiteX3" fmla="*/ 5616 w 6343"/>
                  <a:gd name="connsiteY3" fmla="*/ 1169 h 6345"/>
                  <a:gd name="connsiteX4" fmla="*/ 3373 w 6343"/>
                  <a:gd name="connsiteY4" fmla="*/ 239 h 6345"/>
                  <a:gd name="connsiteX5" fmla="*/ 1131 w 6343"/>
                  <a:gd name="connsiteY5" fmla="*/ 1169 h 6345"/>
                  <a:gd name="connsiteX6" fmla="*/ 202 w 6343"/>
                  <a:gd name="connsiteY6" fmla="*/ 3412 h 6345"/>
                  <a:gd name="connsiteX7" fmla="*/ 1131 w 6343"/>
                  <a:gd name="connsiteY7" fmla="*/ 5656 h 6345"/>
                  <a:gd name="connsiteX8" fmla="*/ 3373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85"/>
                    </a:moveTo>
                    <a:cubicBezTo>
                      <a:pt x="4214" y="6585"/>
                      <a:pt x="5021" y="6250"/>
                      <a:pt x="5616" y="5656"/>
                    </a:cubicBezTo>
                    <a:cubicBezTo>
                      <a:pt x="6211" y="5061"/>
                      <a:pt x="6545" y="4254"/>
                      <a:pt x="6545" y="3412"/>
                    </a:cubicBezTo>
                    <a:cubicBezTo>
                      <a:pt x="6545" y="2571"/>
                      <a:pt x="6211" y="1764"/>
                      <a:pt x="5616" y="1169"/>
                    </a:cubicBezTo>
                    <a:cubicBezTo>
                      <a:pt x="5021" y="574"/>
                      <a:pt x="4214" y="239"/>
                      <a:pt x="3373" y="239"/>
                    </a:cubicBezTo>
                    <a:cubicBezTo>
                      <a:pt x="2532" y="239"/>
                      <a:pt x="1725" y="574"/>
                      <a:pt x="1131" y="1169"/>
                    </a:cubicBezTo>
                    <a:cubicBezTo>
                      <a:pt x="536" y="1764"/>
                      <a:pt x="202" y="2571"/>
                      <a:pt x="202" y="3412"/>
                    </a:cubicBezTo>
                    <a:cubicBezTo>
                      <a:pt x="202" y="4254"/>
                      <a:pt x="536" y="5061"/>
                      <a:pt x="1131" y="5656"/>
                    </a:cubicBezTo>
                    <a:cubicBezTo>
                      <a:pt x="1725" y="6250"/>
                      <a:pt x="2532" y="6585"/>
                      <a:pt x="3373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2" name="Freeform: Shape 1431">
                <a:extLst>
                  <a:ext uri="{FF2B5EF4-FFF2-40B4-BE49-F238E27FC236}">
                    <a16:creationId xmlns:a16="http://schemas.microsoft.com/office/drawing/2014/main" id="{BDCC3E63-91A2-54B2-B89B-772591C95A03}"/>
                  </a:ext>
                </a:extLst>
              </p:cNvPr>
              <p:cNvSpPr/>
              <p:nvPr/>
            </p:nvSpPr>
            <p:spPr>
              <a:xfrm>
                <a:off x="3405304" y="6515763"/>
                <a:ext cx="6343" cy="6345"/>
              </a:xfrm>
              <a:custGeom>
                <a:avLst/>
                <a:gdLst>
                  <a:gd name="connsiteX0" fmla="*/ 3373 w 6343"/>
                  <a:gd name="connsiteY0" fmla="*/ 6585 h 6345"/>
                  <a:gd name="connsiteX1" fmla="*/ 5615 w 6343"/>
                  <a:gd name="connsiteY1" fmla="*/ 5655 h 6345"/>
                  <a:gd name="connsiteX2" fmla="*/ 6544 w 6343"/>
                  <a:gd name="connsiteY2" fmla="*/ 3412 h 6345"/>
                  <a:gd name="connsiteX3" fmla="*/ 5615 w 6343"/>
                  <a:gd name="connsiteY3" fmla="*/ 1169 h 6345"/>
                  <a:gd name="connsiteX4" fmla="*/ 3373 w 6343"/>
                  <a:gd name="connsiteY4" fmla="*/ 239 h 6345"/>
                  <a:gd name="connsiteX5" fmla="*/ 1130 w 6343"/>
                  <a:gd name="connsiteY5" fmla="*/ 1169 h 6345"/>
                  <a:gd name="connsiteX6" fmla="*/ 201 w 6343"/>
                  <a:gd name="connsiteY6" fmla="*/ 3412 h 6345"/>
                  <a:gd name="connsiteX7" fmla="*/ 1130 w 6343"/>
                  <a:gd name="connsiteY7" fmla="*/ 5655 h 6345"/>
                  <a:gd name="connsiteX8" fmla="*/ 3373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85"/>
                    </a:moveTo>
                    <a:cubicBezTo>
                      <a:pt x="4214" y="6585"/>
                      <a:pt x="5021" y="6250"/>
                      <a:pt x="5615" y="5655"/>
                    </a:cubicBezTo>
                    <a:cubicBezTo>
                      <a:pt x="6210" y="5060"/>
                      <a:pt x="6544" y="4253"/>
                      <a:pt x="6544" y="3412"/>
                    </a:cubicBezTo>
                    <a:cubicBezTo>
                      <a:pt x="6544" y="2571"/>
                      <a:pt x="6210" y="1763"/>
                      <a:pt x="5615" y="1169"/>
                    </a:cubicBezTo>
                    <a:cubicBezTo>
                      <a:pt x="5021" y="574"/>
                      <a:pt x="4214" y="239"/>
                      <a:pt x="3373" y="239"/>
                    </a:cubicBezTo>
                    <a:cubicBezTo>
                      <a:pt x="2532" y="239"/>
                      <a:pt x="1725" y="574"/>
                      <a:pt x="1130" y="1169"/>
                    </a:cubicBezTo>
                    <a:cubicBezTo>
                      <a:pt x="535" y="1763"/>
                      <a:pt x="201" y="2571"/>
                      <a:pt x="201" y="3412"/>
                    </a:cubicBezTo>
                    <a:cubicBezTo>
                      <a:pt x="201" y="4253"/>
                      <a:pt x="535" y="5060"/>
                      <a:pt x="1130" y="5655"/>
                    </a:cubicBezTo>
                    <a:cubicBezTo>
                      <a:pt x="1725" y="6250"/>
                      <a:pt x="2532" y="6585"/>
                      <a:pt x="3373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3" name="Freeform: Shape 1432">
                <a:extLst>
                  <a:ext uri="{FF2B5EF4-FFF2-40B4-BE49-F238E27FC236}">
                    <a16:creationId xmlns:a16="http://schemas.microsoft.com/office/drawing/2014/main" id="{B171ED55-F853-CEDD-8892-00545E56612F}"/>
                  </a:ext>
                </a:extLst>
              </p:cNvPr>
              <p:cNvSpPr/>
              <p:nvPr/>
            </p:nvSpPr>
            <p:spPr>
              <a:xfrm>
                <a:off x="3399141" y="6515157"/>
                <a:ext cx="6343" cy="6345"/>
              </a:xfrm>
              <a:custGeom>
                <a:avLst/>
                <a:gdLst>
                  <a:gd name="connsiteX0" fmla="*/ 3372 w 6343"/>
                  <a:gd name="connsiteY0" fmla="*/ 6585 h 6345"/>
                  <a:gd name="connsiteX1" fmla="*/ 5615 w 6343"/>
                  <a:gd name="connsiteY1" fmla="*/ 5655 h 6345"/>
                  <a:gd name="connsiteX2" fmla="*/ 6544 w 6343"/>
                  <a:gd name="connsiteY2" fmla="*/ 3412 h 6345"/>
                  <a:gd name="connsiteX3" fmla="*/ 5615 w 6343"/>
                  <a:gd name="connsiteY3" fmla="*/ 1168 h 6345"/>
                  <a:gd name="connsiteX4" fmla="*/ 3372 w 6343"/>
                  <a:gd name="connsiteY4" fmla="*/ 239 h 6345"/>
                  <a:gd name="connsiteX5" fmla="*/ 1130 w 6343"/>
                  <a:gd name="connsiteY5" fmla="*/ 1168 h 6345"/>
                  <a:gd name="connsiteX6" fmla="*/ 201 w 6343"/>
                  <a:gd name="connsiteY6" fmla="*/ 3412 h 6345"/>
                  <a:gd name="connsiteX7" fmla="*/ 1130 w 6343"/>
                  <a:gd name="connsiteY7" fmla="*/ 5655 h 6345"/>
                  <a:gd name="connsiteX8" fmla="*/ 3372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85"/>
                    </a:moveTo>
                    <a:cubicBezTo>
                      <a:pt x="4213" y="6585"/>
                      <a:pt x="5020" y="6250"/>
                      <a:pt x="5615" y="5655"/>
                    </a:cubicBezTo>
                    <a:cubicBezTo>
                      <a:pt x="6210" y="5060"/>
                      <a:pt x="6544" y="4253"/>
                      <a:pt x="6544" y="3412"/>
                    </a:cubicBezTo>
                    <a:cubicBezTo>
                      <a:pt x="6544" y="2570"/>
                      <a:pt x="6210" y="1763"/>
                      <a:pt x="5615" y="1168"/>
                    </a:cubicBezTo>
                    <a:cubicBezTo>
                      <a:pt x="5020" y="574"/>
                      <a:pt x="4213" y="239"/>
                      <a:pt x="3372" y="239"/>
                    </a:cubicBezTo>
                    <a:cubicBezTo>
                      <a:pt x="2531" y="239"/>
                      <a:pt x="1724" y="574"/>
                      <a:pt x="1130" y="1168"/>
                    </a:cubicBezTo>
                    <a:cubicBezTo>
                      <a:pt x="535" y="1763"/>
                      <a:pt x="201" y="2570"/>
                      <a:pt x="201" y="3412"/>
                    </a:cubicBezTo>
                    <a:cubicBezTo>
                      <a:pt x="201" y="4253"/>
                      <a:pt x="535" y="5060"/>
                      <a:pt x="1130" y="5655"/>
                    </a:cubicBezTo>
                    <a:cubicBezTo>
                      <a:pt x="1724" y="6250"/>
                      <a:pt x="2531" y="6585"/>
                      <a:pt x="3372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4" name="Freeform: Shape 1433">
                <a:extLst>
                  <a:ext uri="{FF2B5EF4-FFF2-40B4-BE49-F238E27FC236}">
                    <a16:creationId xmlns:a16="http://schemas.microsoft.com/office/drawing/2014/main" id="{0D8EEB4A-BC1C-4014-343A-28767A137772}"/>
                  </a:ext>
                </a:extLst>
              </p:cNvPr>
              <p:cNvSpPr/>
              <p:nvPr/>
            </p:nvSpPr>
            <p:spPr>
              <a:xfrm>
                <a:off x="3393443" y="6513733"/>
                <a:ext cx="6343" cy="6345"/>
              </a:xfrm>
              <a:custGeom>
                <a:avLst/>
                <a:gdLst>
                  <a:gd name="connsiteX0" fmla="*/ 3372 w 6343"/>
                  <a:gd name="connsiteY0" fmla="*/ 6585 h 6345"/>
                  <a:gd name="connsiteX1" fmla="*/ 5615 w 6343"/>
                  <a:gd name="connsiteY1" fmla="*/ 5655 h 6345"/>
                  <a:gd name="connsiteX2" fmla="*/ 6543 w 6343"/>
                  <a:gd name="connsiteY2" fmla="*/ 3412 h 6345"/>
                  <a:gd name="connsiteX3" fmla="*/ 5615 w 6343"/>
                  <a:gd name="connsiteY3" fmla="*/ 1168 h 6345"/>
                  <a:gd name="connsiteX4" fmla="*/ 3372 w 6343"/>
                  <a:gd name="connsiteY4" fmla="*/ 239 h 6345"/>
                  <a:gd name="connsiteX5" fmla="*/ 1129 w 6343"/>
                  <a:gd name="connsiteY5" fmla="*/ 1168 h 6345"/>
                  <a:gd name="connsiteX6" fmla="*/ 200 w 6343"/>
                  <a:gd name="connsiteY6" fmla="*/ 3412 h 6345"/>
                  <a:gd name="connsiteX7" fmla="*/ 1129 w 6343"/>
                  <a:gd name="connsiteY7" fmla="*/ 5655 h 6345"/>
                  <a:gd name="connsiteX8" fmla="*/ 3372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85"/>
                    </a:moveTo>
                    <a:cubicBezTo>
                      <a:pt x="4213" y="6585"/>
                      <a:pt x="5020" y="6250"/>
                      <a:pt x="5615" y="5655"/>
                    </a:cubicBezTo>
                    <a:cubicBezTo>
                      <a:pt x="6209" y="5060"/>
                      <a:pt x="6543" y="4253"/>
                      <a:pt x="6543" y="3412"/>
                    </a:cubicBezTo>
                    <a:cubicBezTo>
                      <a:pt x="6543" y="2570"/>
                      <a:pt x="6209" y="1763"/>
                      <a:pt x="5615" y="1168"/>
                    </a:cubicBezTo>
                    <a:cubicBezTo>
                      <a:pt x="5020" y="573"/>
                      <a:pt x="4213" y="239"/>
                      <a:pt x="3372" y="239"/>
                    </a:cubicBezTo>
                    <a:cubicBezTo>
                      <a:pt x="2531" y="239"/>
                      <a:pt x="1724" y="573"/>
                      <a:pt x="1129" y="1168"/>
                    </a:cubicBezTo>
                    <a:cubicBezTo>
                      <a:pt x="534" y="1763"/>
                      <a:pt x="200" y="2570"/>
                      <a:pt x="200" y="3412"/>
                    </a:cubicBezTo>
                    <a:cubicBezTo>
                      <a:pt x="200" y="4253"/>
                      <a:pt x="534" y="5060"/>
                      <a:pt x="1129" y="5655"/>
                    </a:cubicBezTo>
                    <a:cubicBezTo>
                      <a:pt x="1724" y="6250"/>
                      <a:pt x="2531" y="6585"/>
                      <a:pt x="3372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5" name="Freeform: Shape 1434">
                <a:extLst>
                  <a:ext uri="{FF2B5EF4-FFF2-40B4-BE49-F238E27FC236}">
                    <a16:creationId xmlns:a16="http://schemas.microsoft.com/office/drawing/2014/main" id="{F781A19E-990A-E813-3B0F-C56B0421AE46}"/>
                  </a:ext>
                </a:extLst>
              </p:cNvPr>
              <p:cNvSpPr/>
              <p:nvPr/>
            </p:nvSpPr>
            <p:spPr>
              <a:xfrm>
                <a:off x="3387543" y="6512593"/>
                <a:ext cx="6343" cy="6345"/>
              </a:xfrm>
              <a:custGeom>
                <a:avLst/>
                <a:gdLst>
                  <a:gd name="connsiteX0" fmla="*/ 3371 w 6343"/>
                  <a:gd name="connsiteY0" fmla="*/ 6584 h 6345"/>
                  <a:gd name="connsiteX1" fmla="*/ 5614 w 6343"/>
                  <a:gd name="connsiteY1" fmla="*/ 5655 h 6345"/>
                  <a:gd name="connsiteX2" fmla="*/ 6543 w 6343"/>
                  <a:gd name="connsiteY2" fmla="*/ 3412 h 6345"/>
                  <a:gd name="connsiteX3" fmla="*/ 5614 w 6343"/>
                  <a:gd name="connsiteY3" fmla="*/ 1168 h 6345"/>
                  <a:gd name="connsiteX4" fmla="*/ 3371 w 6343"/>
                  <a:gd name="connsiteY4" fmla="*/ 239 h 6345"/>
                  <a:gd name="connsiteX5" fmla="*/ 1129 w 6343"/>
                  <a:gd name="connsiteY5" fmla="*/ 1168 h 6345"/>
                  <a:gd name="connsiteX6" fmla="*/ 200 w 6343"/>
                  <a:gd name="connsiteY6" fmla="*/ 3412 h 6345"/>
                  <a:gd name="connsiteX7" fmla="*/ 1129 w 6343"/>
                  <a:gd name="connsiteY7" fmla="*/ 5655 h 6345"/>
                  <a:gd name="connsiteX8" fmla="*/ 3371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84"/>
                    </a:moveTo>
                    <a:cubicBezTo>
                      <a:pt x="4213" y="6584"/>
                      <a:pt x="5019" y="6250"/>
                      <a:pt x="5614" y="5655"/>
                    </a:cubicBezTo>
                    <a:cubicBezTo>
                      <a:pt x="6209" y="5060"/>
                      <a:pt x="6543" y="4253"/>
                      <a:pt x="6543" y="3412"/>
                    </a:cubicBezTo>
                    <a:cubicBezTo>
                      <a:pt x="6543" y="2570"/>
                      <a:pt x="6209" y="1763"/>
                      <a:pt x="5614" y="1168"/>
                    </a:cubicBezTo>
                    <a:cubicBezTo>
                      <a:pt x="5019" y="573"/>
                      <a:pt x="4213" y="239"/>
                      <a:pt x="3371" y="239"/>
                    </a:cubicBezTo>
                    <a:cubicBezTo>
                      <a:pt x="2530" y="239"/>
                      <a:pt x="1724" y="573"/>
                      <a:pt x="1129" y="1168"/>
                    </a:cubicBezTo>
                    <a:cubicBezTo>
                      <a:pt x="534" y="1763"/>
                      <a:pt x="200" y="2570"/>
                      <a:pt x="200" y="3412"/>
                    </a:cubicBezTo>
                    <a:cubicBezTo>
                      <a:pt x="200" y="4253"/>
                      <a:pt x="534" y="5060"/>
                      <a:pt x="1129" y="5655"/>
                    </a:cubicBezTo>
                    <a:cubicBezTo>
                      <a:pt x="1724" y="6250"/>
                      <a:pt x="2530" y="6584"/>
                      <a:pt x="3371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6" name="Freeform: Shape 1435">
                <a:extLst>
                  <a:ext uri="{FF2B5EF4-FFF2-40B4-BE49-F238E27FC236}">
                    <a16:creationId xmlns:a16="http://schemas.microsoft.com/office/drawing/2014/main" id="{405A653B-40CB-02A8-ABC3-457562BC4CA2}"/>
                  </a:ext>
                </a:extLst>
              </p:cNvPr>
              <p:cNvSpPr/>
              <p:nvPr/>
            </p:nvSpPr>
            <p:spPr>
              <a:xfrm>
                <a:off x="3381716" y="6511288"/>
                <a:ext cx="6343" cy="6345"/>
              </a:xfrm>
              <a:custGeom>
                <a:avLst/>
                <a:gdLst>
                  <a:gd name="connsiteX0" fmla="*/ 3371 w 6343"/>
                  <a:gd name="connsiteY0" fmla="*/ 6584 h 6345"/>
                  <a:gd name="connsiteX1" fmla="*/ 5614 w 6343"/>
                  <a:gd name="connsiteY1" fmla="*/ 5655 h 6345"/>
                  <a:gd name="connsiteX2" fmla="*/ 6543 w 6343"/>
                  <a:gd name="connsiteY2" fmla="*/ 3412 h 6345"/>
                  <a:gd name="connsiteX3" fmla="*/ 5614 w 6343"/>
                  <a:gd name="connsiteY3" fmla="*/ 1168 h 6345"/>
                  <a:gd name="connsiteX4" fmla="*/ 3371 w 6343"/>
                  <a:gd name="connsiteY4" fmla="*/ 239 h 6345"/>
                  <a:gd name="connsiteX5" fmla="*/ 1128 w 6343"/>
                  <a:gd name="connsiteY5" fmla="*/ 1168 h 6345"/>
                  <a:gd name="connsiteX6" fmla="*/ 199 w 6343"/>
                  <a:gd name="connsiteY6" fmla="*/ 3412 h 6345"/>
                  <a:gd name="connsiteX7" fmla="*/ 1128 w 6343"/>
                  <a:gd name="connsiteY7" fmla="*/ 5655 h 6345"/>
                  <a:gd name="connsiteX8" fmla="*/ 3371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84"/>
                    </a:moveTo>
                    <a:cubicBezTo>
                      <a:pt x="4212" y="6584"/>
                      <a:pt x="5019" y="6250"/>
                      <a:pt x="5614" y="5655"/>
                    </a:cubicBezTo>
                    <a:cubicBezTo>
                      <a:pt x="6208" y="5060"/>
                      <a:pt x="6543" y="4253"/>
                      <a:pt x="6543" y="3412"/>
                    </a:cubicBezTo>
                    <a:cubicBezTo>
                      <a:pt x="6543" y="2570"/>
                      <a:pt x="6208" y="1763"/>
                      <a:pt x="5614" y="1168"/>
                    </a:cubicBezTo>
                    <a:cubicBezTo>
                      <a:pt x="5019" y="573"/>
                      <a:pt x="4212" y="239"/>
                      <a:pt x="3371" y="239"/>
                    </a:cubicBezTo>
                    <a:cubicBezTo>
                      <a:pt x="2530" y="239"/>
                      <a:pt x="1723" y="573"/>
                      <a:pt x="1128" y="1168"/>
                    </a:cubicBezTo>
                    <a:cubicBezTo>
                      <a:pt x="534" y="1763"/>
                      <a:pt x="199" y="2570"/>
                      <a:pt x="199" y="3412"/>
                    </a:cubicBezTo>
                    <a:cubicBezTo>
                      <a:pt x="199" y="4253"/>
                      <a:pt x="534" y="5060"/>
                      <a:pt x="1128" y="5655"/>
                    </a:cubicBezTo>
                    <a:cubicBezTo>
                      <a:pt x="1723" y="6250"/>
                      <a:pt x="2530" y="6584"/>
                      <a:pt x="3371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7" name="Freeform: Shape 1436">
                <a:extLst>
                  <a:ext uri="{FF2B5EF4-FFF2-40B4-BE49-F238E27FC236}">
                    <a16:creationId xmlns:a16="http://schemas.microsoft.com/office/drawing/2014/main" id="{2C673566-EFAF-115D-0E0D-F556F96DD9B4}"/>
                  </a:ext>
                </a:extLst>
              </p:cNvPr>
              <p:cNvSpPr/>
              <p:nvPr/>
            </p:nvSpPr>
            <p:spPr>
              <a:xfrm>
                <a:off x="3376736" y="6508618"/>
                <a:ext cx="6343" cy="6345"/>
              </a:xfrm>
              <a:custGeom>
                <a:avLst/>
                <a:gdLst>
                  <a:gd name="connsiteX0" fmla="*/ 3371 w 6343"/>
                  <a:gd name="connsiteY0" fmla="*/ 6584 h 6345"/>
                  <a:gd name="connsiteX1" fmla="*/ 5613 w 6343"/>
                  <a:gd name="connsiteY1" fmla="*/ 5655 h 6345"/>
                  <a:gd name="connsiteX2" fmla="*/ 6542 w 6343"/>
                  <a:gd name="connsiteY2" fmla="*/ 3411 h 6345"/>
                  <a:gd name="connsiteX3" fmla="*/ 5613 w 6343"/>
                  <a:gd name="connsiteY3" fmla="*/ 1168 h 6345"/>
                  <a:gd name="connsiteX4" fmla="*/ 3371 w 6343"/>
                  <a:gd name="connsiteY4" fmla="*/ 239 h 6345"/>
                  <a:gd name="connsiteX5" fmla="*/ 1128 w 6343"/>
                  <a:gd name="connsiteY5" fmla="*/ 1168 h 6345"/>
                  <a:gd name="connsiteX6" fmla="*/ 199 w 6343"/>
                  <a:gd name="connsiteY6" fmla="*/ 3411 h 6345"/>
                  <a:gd name="connsiteX7" fmla="*/ 1128 w 6343"/>
                  <a:gd name="connsiteY7" fmla="*/ 5655 h 6345"/>
                  <a:gd name="connsiteX8" fmla="*/ 3371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84"/>
                    </a:moveTo>
                    <a:cubicBezTo>
                      <a:pt x="4212" y="6584"/>
                      <a:pt x="5018" y="6250"/>
                      <a:pt x="5613" y="5655"/>
                    </a:cubicBezTo>
                    <a:cubicBezTo>
                      <a:pt x="6208" y="5060"/>
                      <a:pt x="6542" y="4253"/>
                      <a:pt x="6542" y="3411"/>
                    </a:cubicBezTo>
                    <a:cubicBezTo>
                      <a:pt x="6542" y="2570"/>
                      <a:pt x="6208" y="1763"/>
                      <a:pt x="5613" y="1168"/>
                    </a:cubicBezTo>
                    <a:cubicBezTo>
                      <a:pt x="5018" y="573"/>
                      <a:pt x="4212" y="239"/>
                      <a:pt x="3371" y="239"/>
                    </a:cubicBezTo>
                    <a:cubicBezTo>
                      <a:pt x="2529" y="239"/>
                      <a:pt x="1723" y="573"/>
                      <a:pt x="1128" y="1168"/>
                    </a:cubicBezTo>
                    <a:cubicBezTo>
                      <a:pt x="533" y="1763"/>
                      <a:pt x="199" y="2570"/>
                      <a:pt x="199" y="3411"/>
                    </a:cubicBezTo>
                    <a:cubicBezTo>
                      <a:pt x="199" y="4253"/>
                      <a:pt x="533" y="5060"/>
                      <a:pt x="1128" y="5655"/>
                    </a:cubicBezTo>
                    <a:cubicBezTo>
                      <a:pt x="1723" y="6250"/>
                      <a:pt x="2529" y="6584"/>
                      <a:pt x="3371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8" name="Freeform: Shape 1437">
                <a:extLst>
                  <a:ext uri="{FF2B5EF4-FFF2-40B4-BE49-F238E27FC236}">
                    <a16:creationId xmlns:a16="http://schemas.microsoft.com/office/drawing/2014/main" id="{130DD97C-2B2E-C286-4CCD-DF7863A07256}"/>
                  </a:ext>
                </a:extLst>
              </p:cNvPr>
              <p:cNvSpPr/>
              <p:nvPr/>
            </p:nvSpPr>
            <p:spPr>
              <a:xfrm>
                <a:off x="3250819" y="6679036"/>
                <a:ext cx="6343" cy="6345"/>
              </a:xfrm>
              <a:custGeom>
                <a:avLst/>
                <a:gdLst>
                  <a:gd name="connsiteX0" fmla="*/ 3361 w 6343"/>
                  <a:gd name="connsiteY0" fmla="*/ 6598 h 6345"/>
                  <a:gd name="connsiteX1" fmla="*/ 5603 w 6343"/>
                  <a:gd name="connsiteY1" fmla="*/ 5668 h 6345"/>
                  <a:gd name="connsiteX2" fmla="*/ 6532 w 6343"/>
                  <a:gd name="connsiteY2" fmla="*/ 3425 h 6345"/>
                  <a:gd name="connsiteX3" fmla="*/ 5603 w 6343"/>
                  <a:gd name="connsiteY3" fmla="*/ 1181 h 6345"/>
                  <a:gd name="connsiteX4" fmla="*/ 3361 w 6343"/>
                  <a:gd name="connsiteY4" fmla="*/ 252 h 6345"/>
                  <a:gd name="connsiteX5" fmla="*/ 1118 w 6343"/>
                  <a:gd name="connsiteY5" fmla="*/ 1181 h 6345"/>
                  <a:gd name="connsiteX6" fmla="*/ 189 w 6343"/>
                  <a:gd name="connsiteY6" fmla="*/ 3425 h 6345"/>
                  <a:gd name="connsiteX7" fmla="*/ 1118 w 6343"/>
                  <a:gd name="connsiteY7" fmla="*/ 5668 h 6345"/>
                  <a:gd name="connsiteX8" fmla="*/ 3361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598"/>
                    </a:moveTo>
                    <a:cubicBezTo>
                      <a:pt x="4202" y="6598"/>
                      <a:pt x="5009" y="6263"/>
                      <a:pt x="5603" y="5668"/>
                    </a:cubicBezTo>
                    <a:cubicBezTo>
                      <a:pt x="6198" y="5073"/>
                      <a:pt x="6532" y="4266"/>
                      <a:pt x="6532" y="3425"/>
                    </a:cubicBezTo>
                    <a:cubicBezTo>
                      <a:pt x="6532" y="2583"/>
                      <a:pt x="6198" y="1776"/>
                      <a:pt x="5603" y="1181"/>
                    </a:cubicBezTo>
                    <a:cubicBezTo>
                      <a:pt x="5009" y="586"/>
                      <a:pt x="4202" y="252"/>
                      <a:pt x="3361" y="252"/>
                    </a:cubicBezTo>
                    <a:cubicBezTo>
                      <a:pt x="2520" y="252"/>
                      <a:pt x="1713" y="586"/>
                      <a:pt x="1118" y="1181"/>
                    </a:cubicBezTo>
                    <a:cubicBezTo>
                      <a:pt x="523" y="1776"/>
                      <a:pt x="189" y="2583"/>
                      <a:pt x="189" y="3425"/>
                    </a:cubicBezTo>
                    <a:cubicBezTo>
                      <a:pt x="189" y="4266"/>
                      <a:pt x="523" y="5073"/>
                      <a:pt x="1118" y="5668"/>
                    </a:cubicBezTo>
                    <a:cubicBezTo>
                      <a:pt x="1713" y="6263"/>
                      <a:pt x="2520" y="6598"/>
                      <a:pt x="3361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9" name="Freeform: Shape 1438">
                <a:extLst>
                  <a:ext uri="{FF2B5EF4-FFF2-40B4-BE49-F238E27FC236}">
                    <a16:creationId xmlns:a16="http://schemas.microsoft.com/office/drawing/2014/main" id="{ECC408AF-9AD3-18F3-1E65-9C2982F68D0F}"/>
                  </a:ext>
                </a:extLst>
              </p:cNvPr>
              <p:cNvSpPr/>
              <p:nvPr/>
            </p:nvSpPr>
            <p:spPr>
              <a:xfrm>
                <a:off x="3250948" y="6666367"/>
                <a:ext cx="6343" cy="6345"/>
              </a:xfrm>
              <a:custGeom>
                <a:avLst/>
                <a:gdLst>
                  <a:gd name="connsiteX0" fmla="*/ 3361 w 6343"/>
                  <a:gd name="connsiteY0" fmla="*/ 6597 h 6345"/>
                  <a:gd name="connsiteX1" fmla="*/ 5603 w 6343"/>
                  <a:gd name="connsiteY1" fmla="*/ 5667 h 6345"/>
                  <a:gd name="connsiteX2" fmla="*/ 6532 w 6343"/>
                  <a:gd name="connsiteY2" fmla="*/ 3424 h 6345"/>
                  <a:gd name="connsiteX3" fmla="*/ 5603 w 6343"/>
                  <a:gd name="connsiteY3" fmla="*/ 1180 h 6345"/>
                  <a:gd name="connsiteX4" fmla="*/ 3361 w 6343"/>
                  <a:gd name="connsiteY4" fmla="*/ 251 h 6345"/>
                  <a:gd name="connsiteX5" fmla="*/ 1118 w 6343"/>
                  <a:gd name="connsiteY5" fmla="*/ 1180 h 6345"/>
                  <a:gd name="connsiteX6" fmla="*/ 189 w 6343"/>
                  <a:gd name="connsiteY6" fmla="*/ 3424 h 6345"/>
                  <a:gd name="connsiteX7" fmla="*/ 1118 w 6343"/>
                  <a:gd name="connsiteY7" fmla="*/ 5667 h 6345"/>
                  <a:gd name="connsiteX8" fmla="*/ 3361 w 6343"/>
                  <a:gd name="connsiteY8" fmla="*/ 65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597"/>
                    </a:moveTo>
                    <a:cubicBezTo>
                      <a:pt x="4202" y="6597"/>
                      <a:pt x="5009" y="6262"/>
                      <a:pt x="5603" y="5667"/>
                    </a:cubicBezTo>
                    <a:cubicBezTo>
                      <a:pt x="6198" y="5072"/>
                      <a:pt x="6532" y="4265"/>
                      <a:pt x="6532" y="3424"/>
                    </a:cubicBezTo>
                    <a:cubicBezTo>
                      <a:pt x="6532" y="2582"/>
                      <a:pt x="6198" y="1775"/>
                      <a:pt x="5603" y="1180"/>
                    </a:cubicBezTo>
                    <a:cubicBezTo>
                      <a:pt x="5009" y="585"/>
                      <a:pt x="4202" y="251"/>
                      <a:pt x="3361" y="251"/>
                    </a:cubicBezTo>
                    <a:cubicBezTo>
                      <a:pt x="2520" y="251"/>
                      <a:pt x="1713" y="585"/>
                      <a:pt x="1118" y="1180"/>
                    </a:cubicBezTo>
                    <a:cubicBezTo>
                      <a:pt x="523" y="1775"/>
                      <a:pt x="189" y="2582"/>
                      <a:pt x="189" y="3424"/>
                    </a:cubicBezTo>
                    <a:cubicBezTo>
                      <a:pt x="189" y="4265"/>
                      <a:pt x="523" y="5072"/>
                      <a:pt x="1118" y="5667"/>
                    </a:cubicBezTo>
                    <a:cubicBezTo>
                      <a:pt x="1713" y="6262"/>
                      <a:pt x="2520" y="6597"/>
                      <a:pt x="3361" y="65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0" name="Freeform: Shape 1439">
                <a:extLst>
                  <a:ext uri="{FF2B5EF4-FFF2-40B4-BE49-F238E27FC236}">
                    <a16:creationId xmlns:a16="http://schemas.microsoft.com/office/drawing/2014/main" id="{98328CFC-71F8-C4DD-9CC0-C6CF95D15A96}"/>
                  </a:ext>
                </a:extLst>
              </p:cNvPr>
              <p:cNvSpPr/>
              <p:nvPr/>
            </p:nvSpPr>
            <p:spPr>
              <a:xfrm>
                <a:off x="3247870" y="6658665"/>
                <a:ext cx="6343" cy="6345"/>
              </a:xfrm>
              <a:custGeom>
                <a:avLst/>
                <a:gdLst>
                  <a:gd name="connsiteX0" fmla="*/ 3360 w 6343"/>
                  <a:gd name="connsiteY0" fmla="*/ 6596 h 6345"/>
                  <a:gd name="connsiteX1" fmla="*/ 5603 w 6343"/>
                  <a:gd name="connsiteY1" fmla="*/ 5667 h 6345"/>
                  <a:gd name="connsiteX2" fmla="*/ 6532 w 6343"/>
                  <a:gd name="connsiteY2" fmla="*/ 3423 h 6345"/>
                  <a:gd name="connsiteX3" fmla="*/ 5603 w 6343"/>
                  <a:gd name="connsiteY3" fmla="*/ 1180 h 6345"/>
                  <a:gd name="connsiteX4" fmla="*/ 3360 w 6343"/>
                  <a:gd name="connsiteY4" fmla="*/ 251 h 6345"/>
                  <a:gd name="connsiteX5" fmla="*/ 1118 w 6343"/>
                  <a:gd name="connsiteY5" fmla="*/ 1180 h 6345"/>
                  <a:gd name="connsiteX6" fmla="*/ 189 w 6343"/>
                  <a:gd name="connsiteY6" fmla="*/ 3423 h 6345"/>
                  <a:gd name="connsiteX7" fmla="*/ 1118 w 6343"/>
                  <a:gd name="connsiteY7" fmla="*/ 5667 h 6345"/>
                  <a:gd name="connsiteX8" fmla="*/ 3360 w 6343"/>
                  <a:gd name="connsiteY8" fmla="*/ 65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596"/>
                    </a:moveTo>
                    <a:cubicBezTo>
                      <a:pt x="4202" y="6596"/>
                      <a:pt x="5008" y="6262"/>
                      <a:pt x="5603" y="5667"/>
                    </a:cubicBezTo>
                    <a:cubicBezTo>
                      <a:pt x="6198" y="5072"/>
                      <a:pt x="6532" y="4265"/>
                      <a:pt x="6532" y="3423"/>
                    </a:cubicBezTo>
                    <a:cubicBezTo>
                      <a:pt x="6532" y="2582"/>
                      <a:pt x="6198" y="1775"/>
                      <a:pt x="5603" y="1180"/>
                    </a:cubicBezTo>
                    <a:cubicBezTo>
                      <a:pt x="5008" y="585"/>
                      <a:pt x="4202" y="251"/>
                      <a:pt x="3360" y="251"/>
                    </a:cubicBezTo>
                    <a:cubicBezTo>
                      <a:pt x="2519" y="251"/>
                      <a:pt x="1713" y="585"/>
                      <a:pt x="1118" y="1180"/>
                    </a:cubicBezTo>
                    <a:cubicBezTo>
                      <a:pt x="523" y="1775"/>
                      <a:pt x="189" y="2582"/>
                      <a:pt x="189" y="3423"/>
                    </a:cubicBezTo>
                    <a:cubicBezTo>
                      <a:pt x="189" y="4265"/>
                      <a:pt x="523" y="5072"/>
                      <a:pt x="1118" y="5667"/>
                    </a:cubicBezTo>
                    <a:cubicBezTo>
                      <a:pt x="1713" y="6262"/>
                      <a:pt x="2519" y="6596"/>
                      <a:pt x="3360" y="65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1" name="Freeform: Shape 1440">
                <a:extLst>
                  <a:ext uri="{FF2B5EF4-FFF2-40B4-BE49-F238E27FC236}">
                    <a16:creationId xmlns:a16="http://schemas.microsoft.com/office/drawing/2014/main" id="{163D8201-995B-5B27-EE2F-92C51023651B}"/>
                  </a:ext>
                </a:extLst>
              </p:cNvPr>
              <p:cNvSpPr/>
              <p:nvPr/>
            </p:nvSpPr>
            <p:spPr>
              <a:xfrm>
                <a:off x="3329919" y="6527039"/>
                <a:ext cx="6343" cy="6345"/>
              </a:xfrm>
              <a:custGeom>
                <a:avLst/>
                <a:gdLst>
                  <a:gd name="connsiteX0" fmla="*/ 3367 w 6343"/>
                  <a:gd name="connsiteY0" fmla="*/ 6586 h 6345"/>
                  <a:gd name="connsiteX1" fmla="*/ 5609 w 6343"/>
                  <a:gd name="connsiteY1" fmla="*/ 5656 h 6345"/>
                  <a:gd name="connsiteX2" fmla="*/ 6538 w 6343"/>
                  <a:gd name="connsiteY2" fmla="*/ 3413 h 6345"/>
                  <a:gd name="connsiteX3" fmla="*/ 5609 w 6343"/>
                  <a:gd name="connsiteY3" fmla="*/ 1169 h 6345"/>
                  <a:gd name="connsiteX4" fmla="*/ 3367 w 6343"/>
                  <a:gd name="connsiteY4" fmla="*/ 240 h 6345"/>
                  <a:gd name="connsiteX5" fmla="*/ 1124 w 6343"/>
                  <a:gd name="connsiteY5" fmla="*/ 1169 h 6345"/>
                  <a:gd name="connsiteX6" fmla="*/ 195 w 6343"/>
                  <a:gd name="connsiteY6" fmla="*/ 3413 h 6345"/>
                  <a:gd name="connsiteX7" fmla="*/ 1124 w 6343"/>
                  <a:gd name="connsiteY7" fmla="*/ 5656 h 6345"/>
                  <a:gd name="connsiteX8" fmla="*/ 3367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7" y="6586"/>
                    </a:moveTo>
                    <a:cubicBezTo>
                      <a:pt x="4208" y="6586"/>
                      <a:pt x="5015" y="6251"/>
                      <a:pt x="5609" y="5656"/>
                    </a:cubicBezTo>
                    <a:cubicBezTo>
                      <a:pt x="6204" y="5061"/>
                      <a:pt x="6538" y="4254"/>
                      <a:pt x="6538" y="3413"/>
                    </a:cubicBezTo>
                    <a:cubicBezTo>
                      <a:pt x="6538" y="2571"/>
                      <a:pt x="6204" y="1764"/>
                      <a:pt x="5609" y="1169"/>
                    </a:cubicBezTo>
                    <a:cubicBezTo>
                      <a:pt x="5015" y="574"/>
                      <a:pt x="4208" y="240"/>
                      <a:pt x="3367" y="240"/>
                    </a:cubicBezTo>
                    <a:cubicBezTo>
                      <a:pt x="2526" y="240"/>
                      <a:pt x="1719" y="574"/>
                      <a:pt x="1124" y="1169"/>
                    </a:cubicBezTo>
                    <a:cubicBezTo>
                      <a:pt x="529" y="1764"/>
                      <a:pt x="195" y="2571"/>
                      <a:pt x="195" y="3413"/>
                    </a:cubicBezTo>
                    <a:cubicBezTo>
                      <a:pt x="195" y="4254"/>
                      <a:pt x="529" y="5061"/>
                      <a:pt x="1124" y="5656"/>
                    </a:cubicBezTo>
                    <a:cubicBezTo>
                      <a:pt x="1719" y="6251"/>
                      <a:pt x="2526" y="6586"/>
                      <a:pt x="3367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2" name="Freeform: Shape 1441">
                <a:extLst>
                  <a:ext uri="{FF2B5EF4-FFF2-40B4-BE49-F238E27FC236}">
                    <a16:creationId xmlns:a16="http://schemas.microsoft.com/office/drawing/2014/main" id="{65F02A4E-7638-595D-3C5F-9941E0044343}"/>
                  </a:ext>
                </a:extLst>
              </p:cNvPr>
              <p:cNvSpPr/>
              <p:nvPr/>
            </p:nvSpPr>
            <p:spPr>
              <a:xfrm>
                <a:off x="3324938" y="6523885"/>
                <a:ext cx="6343" cy="6345"/>
              </a:xfrm>
              <a:custGeom>
                <a:avLst/>
                <a:gdLst>
                  <a:gd name="connsiteX0" fmla="*/ 3366 w 6343"/>
                  <a:gd name="connsiteY0" fmla="*/ 6585 h 6345"/>
                  <a:gd name="connsiteX1" fmla="*/ 5609 w 6343"/>
                  <a:gd name="connsiteY1" fmla="*/ 5656 h 6345"/>
                  <a:gd name="connsiteX2" fmla="*/ 6538 w 6343"/>
                  <a:gd name="connsiteY2" fmla="*/ 3413 h 6345"/>
                  <a:gd name="connsiteX3" fmla="*/ 5609 w 6343"/>
                  <a:gd name="connsiteY3" fmla="*/ 1169 h 6345"/>
                  <a:gd name="connsiteX4" fmla="*/ 3366 w 6343"/>
                  <a:gd name="connsiteY4" fmla="*/ 240 h 6345"/>
                  <a:gd name="connsiteX5" fmla="*/ 1124 w 6343"/>
                  <a:gd name="connsiteY5" fmla="*/ 1169 h 6345"/>
                  <a:gd name="connsiteX6" fmla="*/ 195 w 6343"/>
                  <a:gd name="connsiteY6" fmla="*/ 3413 h 6345"/>
                  <a:gd name="connsiteX7" fmla="*/ 1124 w 6343"/>
                  <a:gd name="connsiteY7" fmla="*/ 5656 h 6345"/>
                  <a:gd name="connsiteX8" fmla="*/ 3366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6" y="6585"/>
                    </a:moveTo>
                    <a:cubicBezTo>
                      <a:pt x="4208" y="6585"/>
                      <a:pt x="5014" y="6251"/>
                      <a:pt x="5609" y="5656"/>
                    </a:cubicBezTo>
                    <a:cubicBezTo>
                      <a:pt x="6204" y="5061"/>
                      <a:pt x="6538" y="4254"/>
                      <a:pt x="6538" y="3413"/>
                    </a:cubicBezTo>
                    <a:cubicBezTo>
                      <a:pt x="6538" y="2571"/>
                      <a:pt x="6204" y="1764"/>
                      <a:pt x="5609" y="1169"/>
                    </a:cubicBezTo>
                    <a:cubicBezTo>
                      <a:pt x="5014" y="574"/>
                      <a:pt x="4208" y="240"/>
                      <a:pt x="3366" y="240"/>
                    </a:cubicBezTo>
                    <a:cubicBezTo>
                      <a:pt x="2525" y="240"/>
                      <a:pt x="1719" y="574"/>
                      <a:pt x="1124" y="1169"/>
                    </a:cubicBezTo>
                    <a:cubicBezTo>
                      <a:pt x="529" y="1764"/>
                      <a:pt x="195" y="2571"/>
                      <a:pt x="195" y="3413"/>
                    </a:cubicBezTo>
                    <a:cubicBezTo>
                      <a:pt x="195" y="4254"/>
                      <a:pt x="529" y="5061"/>
                      <a:pt x="1124" y="5656"/>
                    </a:cubicBezTo>
                    <a:cubicBezTo>
                      <a:pt x="1719" y="6251"/>
                      <a:pt x="2525" y="6585"/>
                      <a:pt x="3366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3" name="Freeform: Shape 1442">
                <a:extLst>
                  <a:ext uri="{FF2B5EF4-FFF2-40B4-BE49-F238E27FC236}">
                    <a16:creationId xmlns:a16="http://schemas.microsoft.com/office/drawing/2014/main" id="{2977D5A4-CA05-C78C-AD35-B97E86A180A5}"/>
                  </a:ext>
                </a:extLst>
              </p:cNvPr>
              <p:cNvSpPr/>
              <p:nvPr/>
            </p:nvSpPr>
            <p:spPr>
              <a:xfrm>
                <a:off x="3617061" y="6099052"/>
                <a:ext cx="6343" cy="6345"/>
              </a:xfrm>
              <a:custGeom>
                <a:avLst/>
                <a:gdLst>
                  <a:gd name="connsiteX0" fmla="*/ 3390 w 6343"/>
                  <a:gd name="connsiteY0" fmla="*/ 6552 h 6345"/>
                  <a:gd name="connsiteX1" fmla="*/ 5632 w 6343"/>
                  <a:gd name="connsiteY1" fmla="*/ 5623 h 6345"/>
                  <a:gd name="connsiteX2" fmla="*/ 6561 w 6343"/>
                  <a:gd name="connsiteY2" fmla="*/ 3379 h 6345"/>
                  <a:gd name="connsiteX3" fmla="*/ 5632 w 6343"/>
                  <a:gd name="connsiteY3" fmla="*/ 1136 h 6345"/>
                  <a:gd name="connsiteX4" fmla="*/ 3390 w 6343"/>
                  <a:gd name="connsiteY4" fmla="*/ 206 h 6345"/>
                  <a:gd name="connsiteX5" fmla="*/ 1147 w 6343"/>
                  <a:gd name="connsiteY5" fmla="*/ 1136 h 6345"/>
                  <a:gd name="connsiteX6" fmla="*/ 218 w 6343"/>
                  <a:gd name="connsiteY6" fmla="*/ 3379 h 6345"/>
                  <a:gd name="connsiteX7" fmla="*/ 1147 w 6343"/>
                  <a:gd name="connsiteY7" fmla="*/ 5623 h 6345"/>
                  <a:gd name="connsiteX8" fmla="*/ 3390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2"/>
                    </a:moveTo>
                    <a:cubicBezTo>
                      <a:pt x="4231" y="6552"/>
                      <a:pt x="5037" y="6218"/>
                      <a:pt x="5632" y="5623"/>
                    </a:cubicBezTo>
                    <a:cubicBezTo>
                      <a:pt x="6227" y="5028"/>
                      <a:pt x="6561" y="4221"/>
                      <a:pt x="6561" y="3379"/>
                    </a:cubicBezTo>
                    <a:cubicBezTo>
                      <a:pt x="6561" y="2538"/>
                      <a:pt x="6227" y="1731"/>
                      <a:pt x="5632" y="1136"/>
                    </a:cubicBezTo>
                    <a:cubicBezTo>
                      <a:pt x="5037" y="541"/>
                      <a:pt x="4231" y="206"/>
                      <a:pt x="3390" y="206"/>
                    </a:cubicBezTo>
                    <a:cubicBezTo>
                      <a:pt x="2548" y="206"/>
                      <a:pt x="1742" y="541"/>
                      <a:pt x="1147" y="1136"/>
                    </a:cubicBezTo>
                    <a:cubicBezTo>
                      <a:pt x="552" y="1731"/>
                      <a:pt x="218" y="2538"/>
                      <a:pt x="218" y="3379"/>
                    </a:cubicBezTo>
                    <a:cubicBezTo>
                      <a:pt x="218" y="4221"/>
                      <a:pt x="552" y="5028"/>
                      <a:pt x="1147" y="5623"/>
                    </a:cubicBezTo>
                    <a:cubicBezTo>
                      <a:pt x="1742" y="6218"/>
                      <a:pt x="2548" y="6552"/>
                      <a:pt x="3390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4" name="Freeform: Shape 1443">
                <a:extLst>
                  <a:ext uri="{FF2B5EF4-FFF2-40B4-BE49-F238E27FC236}">
                    <a16:creationId xmlns:a16="http://schemas.microsoft.com/office/drawing/2014/main" id="{2F0BA7DA-9DC8-3434-2B43-00E48339E1B0}"/>
                  </a:ext>
                </a:extLst>
              </p:cNvPr>
              <p:cNvSpPr/>
              <p:nvPr/>
            </p:nvSpPr>
            <p:spPr>
              <a:xfrm>
                <a:off x="3320485" y="6509846"/>
                <a:ext cx="6343" cy="6345"/>
              </a:xfrm>
              <a:custGeom>
                <a:avLst/>
                <a:gdLst>
                  <a:gd name="connsiteX0" fmla="*/ 3366 w 6343"/>
                  <a:gd name="connsiteY0" fmla="*/ 6584 h 6345"/>
                  <a:gd name="connsiteX1" fmla="*/ 5609 w 6343"/>
                  <a:gd name="connsiteY1" fmla="*/ 5655 h 6345"/>
                  <a:gd name="connsiteX2" fmla="*/ 6538 w 6343"/>
                  <a:gd name="connsiteY2" fmla="*/ 3411 h 6345"/>
                  <a:gd name="connsiteX3" fmla="*/ 5609 w 6343"/>
                  <a:gd name="connsiteY3" fmla="*/ 1168 h 6345"/>
                  <a:gd name="connsiteX4" fmla="*/ 3366 w 6343"/>
                  <a:gd name="connsiteY4" fmla="*/ 239 h 6345"/>
                  <a:gd name="connsiteX5" fmla="*/ 1123 w 6343"/>
                  <a:gd name="connsiteY5" fmla="*/ 1168 h 6345"/>
                  <a:gd name="connsiteX6" fmla="*/ 195 w 6343"/>
                  <a:gd name="connsiteY6" fmla="*/ 3411 h 6345"/>
                  <a:gd name="connsiteX7" fmla="*/ 1123 w 6343"/>
                  <a:gd name="connsiteY7" fmla="*/ 5655 h 6345"/>
                  <a:gd name="connsiteX8" fmla="*/ 3366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6" y="6584"/>
                    </a:moveTo>
                    <a:cubicBezTo>
                      <a:pt x="4207" y="6584"/>
                      <a:pt x="5014" y="6250"/>
                      <a:pt x="5609" y="5655"/>
                    </a:cubicBezTo>
                    <a:cubicBezTo>
                      <a:pt x="6203" y="5060"/>
                      <a:pt x="6538" y="4253"/>
                      <a:pt x="6538" y="3411"/>
                    </a:cubicBezTo>
                    <a:cubicBezTo>
                      <a:pt x="6538" y="2570"/>
                      <a:pt x="6203" y="1763"/>
                      <a:pt x="5609" y="1168"/>
                    </a:cubicBezTo>
                    <a:cubicBezTo>
                      <a:pt x="5014" y="573"/>
                      <a:pt x="4207" y="239"/>
                      <a:pt x="3366" y="239"/>
                    </a:cubicBezTo>
                    <a:cubicBezTo>
                      <a:pt x="2525" y="239"/>
                      <a:pt x="1718" y="573"/>
                      <a:pt x="1123" y="1168"/>
                    </a:cubicBezTo>
                    <a:cubicBezTo>
                      <a:pt x="529" y="1763"/>
                      <a:pt x="195" y="2570"/>
                      <a:pt x="195" y="3411"/>
                    </a:cubicBezTo>
                    <a:cubicBezTo>
                      <a:pt x="195" y="4253"/>
                      <a:pt x="529" y="5060"/>
                      <a:pt x="1123" y="5655"/>
                    </a:cubicBezTo>
                    <a:cubicBezTo>
                      <a:pt x="1718" y="6250"/>
                      <a:pt x="2525" y="6584"/>
                      <a:pt x="3366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5" name="Freeform: Shape 1444">
                <a:extLst>
                  <a:ext uri="{FF2B5EF4-FFF2-40B4-BE49-F238E27FC236}">
                    <a16:creationId xmlns:a16="http://schemas.microsoft.com/office/drawing/2014/main" id="{E548B3DB-89FD-1D65-71D4-88424A392CEA}"/>
                  </a:ext>
                </a:extLst>
              </p:cNvPr>
              <p:cNvSpPr/>
              <p:nvPr/>
            </p:nvSpPr>
            <p:spPr>
              <a:xfrm>
                <a:off x="3616334" y="6090748"/>
                <a:ext cx="6343" cy="6345"/>
              </a:xfrm>
              <a:custGeom>
                <a:avLst/>
                <a:gdLst>
                  <a:gd name="connsiteX0" fmla="*/ 3389 w 6343"/>
                  <a:gd name="connsiteY0" fmla="*/ 6551 h 6345"/>
                  <a:gd name="connsiteX1" fmla="*/ 5632 w 6343"/>
                  <a:gd name="connsiteY1" fmla="*/ 5622 h 6345"/>
                  <a:gd name="connsiteX2" fmla="*/ 6561 w 6343"/>
                  <a:gd name="connsiteY2" fmla="*/ 3378 h 6345"/>
                  <a:gd name="connsiteX3" fmla="*/ 5632 w 6343"/>
                  <a:gd name="connsiteY3" fmla="*/ 1135 h 6345"/>
                  <a:gd name="connsiteX4" fmla="*/ 3389 w 6343"/>
                  <a:gd name="connsiteY4" fmla="*/ 206 h 6345"/>
                  <a:gd name="connsiteX5" fmla="*/ 1147 w 6343"/>
                  <a:gd name="connsiteY5" fmla="*/ 1135 h 6345"/>
                  <a:gd name="connsiteX6" fmla="*/ 218 w 6343"/>
                  <a:gd name="connsiteY6" fmla="*/ 3378 h 6345"/>
                  <a:gd name="connsiteX7" fmla="*/ 1147 w 6343"/>
                  <a:gd name="connsiteY7" fmla="*/ 5622 h 6345"/>
                  <a:gd name="connsiteX8" fmla="*/ 3389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1"/>
                    </a:moveTo>
                    <a:cubicBezTo>
                      <a:pt x="4231" y="6551"/>
                      <a:pt x="5037" y="6217"/>
                      <a:pt x="5632" y="5622"/>
                    </a:cubicBezTo>
                    <a:cubicBezTo>
                      <a:pt x="6227" y="5027"/>
                      <a:pt x="6561" y="4220"/>
                      <a:pt x="6561" y="3378"/>
                    </a:cubicBezTo>
                    <a:cubicBezTo>
                      <a:pt x="6561" y="2537"/>
                      <a:pt x="6227" y="1730"/>
                      <a:pt x="5632" y="1135"/>
                    </a:cubicBezTo>
                    <a:cubicBezTo>
                      <a:pt x="5037" y="540"/>
                      <a:pt x="4231" y="206"/>
                      <a:pt x="3389" y="206"/>
                    </a:cubicBezTo>
                    <a:cubicBezTo>
                      <a:pt x="2548" y="206"/>
                      <a:pt x="1742" y="540"/>
                      <a:pt x="1147" y="1135"/>
                    </a:cubicBezTo>
                    <a:cubicBezTo>
                      <a:pt x="552" y="1730"/>
                      <a:pt x="218" y="2537"/>
                      <a:pt x="218" y="3378"/>
                    </a:cubicBezTo>
                    <a:cubicBezTo>
                      <a:pt x="218" y="4220"/>
                      <a:pt x="552" y="5027"/>
                      <a:pt x="1147" y="5622"/>
                    </a:cubicBezTo>
                    <a:cubicBezTo>
                      <a:pt x="1742" y="6217"/>
                      <a:pt x="2548" y="6551"/>
                      <a:pt x="3389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6" name="Freeform: Shape 1445">
                <a:extLst>
                  <a:ext uri="{FF2B5EF4-FFF2-40B4-BE49-F238E27FC236}">
                    <a16:creationId xmlns:a16="http://schemas.microsoft.com/office/drawing/2014/main" id="{AE344040-5D69-AF36-912C-CA164EAF9190}"/>
                  </a:ext>
                </a:extLst>
              </p:cNvPr>
              <p:cNvSpPr/>
              <p:nvPr/>
            </p:nvSpPr>
            <p:spPr>
              <a:xfrm>
                <a:off x="3617117" y="6085130"/>
                <a:ext cx="6343" cy="6345"/>
              </a:xfrm>
              <a:custGeom>
                <a:avLst/>
                <a:gdLst>
                  <a:gd name="connsiteX0" fmla="*/ 3390 w 6343"/>
                  <a:gd name="connsiteY0" fmla="*/ 6551 h 6345"/>
                  <a:gd name="connsiteX1" fmla="*/ 5632 w 6343"/>
                  <a:gd name="connsiteY1" fmla="*/ 5621 h 6345"/>
                  <a:gd name="connsiteX2" fmla="*/ 6561 w 6343"/>
                  <a:gd name="connsiteY2" fmla="*/ 3378 h 6345"/>
                  <a:gd name="connsiteX3" fmla="*/ 5632 w 6343"/>
                  <a:gd name="connsiteY3" fmla="*/ 1135 h 6345"/>
                  <a:gd name="connsiteX4" fmla="*/ 3390 w 6343"/>
                  <a:gd name="connsiteY4" fmla="*/ 205 h 6345"/>
                  <a:gd name="connsiteX5" fmla="*/ 1147 w 6343"/>
                  <a:gd name="connsiteY5" fmla="*/ 1135 h 6345"/>
                  <a:gd name="connsiteX6" fmla="*/ 218 w 6343"/>
                  <a:gd name="connsiteY6" fmla="*/ 3378 h 6345"/>
                  <a:gd name="connsiteX7" fmla="*/ 1147 w 6343"/>
                  <a:gd name="connsiteY7" fmla="*/ 5621 h 6345"/>
                  <a:gd name="connsiteX8" fmla="*/ 3390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1"/>
                    </a:moveTo>
                    <a:cubicBezTo>
                      <a:pt x="4231" y="6551"/>
                      <a:pt x="5037" y="6216"/>
                      <a:pt x="5632" y="5621"/>
                    </a:cubicBezTo>
                    <a:cubicBezTo>
                      <a:pt x="6227" y="5026"/>
                      <a:pt x="6561" y="4219"/>
                      <a:pt x="6561" y="3378"/>
                    </a:cubicBezTo>
                    <a:cubicBezTo>
                      <a:pt x="6561" y="2537"/>
                      <a:pt x="6227" y="1730"/>
                      <a:pt x="5632" y="1135"/>
                    </a:cubicBezTo>
                    <a:cubicBezTo>
                      <a:pt x="5037" y="540"/>
                      <a:pt x="4231" y="205"/>
                      <a:pt x="3390" y="205"/>
                    </a:cubicBezTo>
                    <a:cubicBezTo>
                      <a:pt x="2548" y="205"/>
                      <a:pt x="1742" y="540"/>
                      <a:pt x="1147" y="1135"/>
                    </a:cubicBezTo>
                    <a:cubicBezTo>
                      <a:pt x="552" y="1730"/>
                      <a:pt x="218" y="2537"/>
                      <a:pt x="218" y="3378"/>
                    </a:cubicBezTo>
                    <a:cubicBezTo>
                      <a:pt x="218" y="4219"/>
                      <a:pt x="552" y="5026"/>
                      <a:pt x="1147" y="5621"/>
                    </a:cubicBezTo>
                    <a:cubicBezTo>
                      <a:pt x="1742" y="6216"/>
                      <a:pt x="2548" y="6551"/>
                      <a:pt x="3390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7" name="Freeform: Shape 1446">
                <a:extLst>
                  <a:ext uri="{FF2B5EF4-FFF2-40B4-BE49-F238E27FC236}">
                    <a16:creationId xmlns:a16="http://schemas.microsoft.com/office/drawing/2014/main" id="{3F52AE14-D04F-B664-52F3-24803D75B7CF}"/>
                  </a:ext>
                </a:extLst>
              </p:cNvPr>
              <p:cNvSpPr/>
              <p:nvPr/>
            </p:nvSpPr>
            <p:spPr>
              <a:xfrm>
                <a:off x="3620002" y="6076780"/>
                <a:ext cx="6343" cy="6345"/>
              </a:xfrm>
              <a:custGeom>
                <a:avLst/>
                <a:gdLst>
                  <a:gd name="connsiteX0" fmla="*/ 3390 w 6343"/>
                  <a:gd name="connsiteY0" fmla="*/ 6550 h 6345"/>
                  <a:gd name="connsiteX1" fmla="*/ 5632 w 6343"/>
                  <a:gd name="connsiteY1" fmla="*/ 5621 h 6345"/>
                  <a:gd name="connsiteX2" fmla="*/ 6561 w 6343"/>
                  <a:gd name="connsiteY2" fmla="*/ 3377 h 6345"/>
                  <a:gd name="connsiteX3" fmla="*/ 5632 w 6343"/>
                  <a:gd name="connsiteY3" fmla="*/ 1134 h 6345"/>
                  <a:gd name="connsiteX4" fmla="*/ 3390 w 6343"/>
                  <a:gd name="connsiteY4" fmla="*/ 205 h 6345"/>
                  <a:gd name="connsiteX5" fmla="*/ 1147 w 6343"/>
                  <a:gd name="connsiteY5" fmla="*/ 1134 h 6345"/>
                  <a:gd name="connsiteX6" fmla="*/ 218 w 6343"/>
                  <a:gd name="connsiteY6" fmla="*/ 3377 h 6345"/>
                  <a:gd name="connsiteX7" fmla="*/ 1147 w 6343"/>
                  <a:gd name="connsiteY7" fmla="*/ 5621 h 6345"/>
                  <a:gd name="connsiteX8" fmla="*/ 339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0"/>
                    </a:moveTo>
                    <a:cubicBezTo>
                      <a:pt x="4231" y="6550"/>
                      <a:pt x="5038" y="6216"/>
                      <a:pt x="5632" y="5621"/>
                    </a:cubicBezTo>
                    <a:cubicBezTo>
                      <a:pt x="6227" y="5026"/>
                      <a:pt x="6561" y="4219"/>
                      <a:pt x="6561" y="3377"/>
                    </a:cubicBezTo>
                    <a:cubicBezTo>
                      <a:pt x="6561" y="2536"/>
                      <a:pt x="6227" y="1729"/>
                      <a:pt x="5632" y="1134"/>
                    </a:cubicBezTo>
                    <a:cubicBezTo>
                      <a:pt x="5038" y="539"/>
                      <a:pt x="4231" y="205"/>
                      <a:pt x="3390" y="205"/>
                    </a:cubicBezTo>
                    <a:cubicBezTo>
                      <a:pt x="2549" y="205"/>
                      <a:pt x="1742" y="539"/>
                      <a:pt x="1147" y="1134"/>
                    </a:cubicBezTo>
                    <a:cubicBezTo>
                      <a:pt x="552" y="1729"/>
                      <a:pt x="218" y="2536"/>
                      <a:pt x="218" y="3377"/>
                    </a:cubicBezTo>
                    <a:cubicBezTo>
                      <a:pt x="218" y="4219"/>
                      <a:pt x="552" y="5026"/>
                      <a:pt x="1147" y="5621"/>
                    </a:cubicBezTo>
                    <a:cubicBezTo>
                      <a:pt x="1742" y="6216"/>
                      <a:pt x="2549" y="6550"/>
                      <a:pt x="339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8" name="Freeform: Shape 1447">
                <a:extLst>
                  <a:ext uri="{FF2B5EF4-FFF2-40B4-BE49-F238E27FC236}">
                    <a16:creationId xmlns:a16="http://schemas.microsoft.com/office/drawing/2014/main" id="{5E09F0F7-FC52-B7FE-93C7-3CCD99A2D8C5}"/>
                  </a:ext>
                </a:extLst>
              </p:cNvPr>
              <p:cNvSpPr/>
              <p:nvPr/>
            </p:nvSpPr>
            <p:spPr>
              <a:xfrm>
                <a:off x="3620690" y="6071526"/>
                <a:ext cx="6343" cy="6345"/>
              </a:xfrm>
              <a:custGeom>
                <a:avLst/>
                <a:gdLst>
                  <a:gd name="connsiteX0" fmla="*/ 3390 w 6343"/>
                  <a:gd name="connsiteY0" fmla="*/ 6550 h 6345"/>
                  <a:gd name="connsiteX1" fmla="*/ 5632 w 6343"/>
                  <a:gd name="connsiteY1" fmla="*/ 5620 h 6345"/>
                  <a:gd name="connsiteX2" fmla="*/ 6561 w 6343"/>
                  <a:gd name="connsiteY2" fmla="*/ 3377 h 6345"/>
                  <a:gd name="connsiteX3" fmla="*/ 5632 w 6343"/>
                  <a:gd name="connsiteY3" fmla="*/ 1134 h 6345"/>
                  <a:gd name="connsiteX4" fmla="*/ 3390 w 6343"/>
                  <a:gd name="connsiteY4" fmla="*/ 204 h 6345"/>
                  <a:gd name="connsiteX5" fmla="*/ 1147 w 6343"/>
                  <a:gd name="connsiteY5" fmla="*/ 1134 h 6345"/>
                  <a:gd name="connsiteX6" fmla="*/ 218 w 6343"/>
                  <a:gd name="connsiteY6" fmla="*/ 3377 h 6345"/>
                  <a:gd name="connsiteX7" fmla="*/ 1147 w 6343"/>
                  <a:gd name="connsiteY7" fmla="*/ 5620 h 6345"/>
                  <a:gd name="connsiteX8" fmla="*/ 339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0"/>
                    </a:moveTo>
                    <a:cubicBezTo>
                      <a:pt x="4231" y="6550"/>
                      <a:pt x="5038" y="6215"/>
                      <a:pt x="5632" y="5620"/>
                    </a:cubicBezTo>
                    <a:cubicBezTo>
                      <a:pt x="6227" y="5025"/>
                      <a:pt x="6561" y="4218"/>
                      <a:pt x="6561" y="3377"/>
                    </a:cubicBezTo>
                    <a:cubicBezTo>
                      <a:pt x="6561" y="2536"/>
                      <a:pt x="6227" y="1728"/>
                      <a:pt x="5632" y="1134"/>
                    </a:cubicBezTo>
                    <a:cubicBezTo>
                      <a:pt x="5038" y="539"/>
                      <a:pt x="4231" y="204"/>
                      <a:pt x="3390" y="204"/>
                    </a:cubicBezTo>
                    <a:cubicBezTo>
                      <a:pt x="2549" y="204"/>
                      <a:pt x="1742" y="539"/>
                      <a:pt x="1147" y="1134"/>
                    </a:cubicBezTo>
                    <a:cubicBezTo>
                      <a:pt x="552" y="1728"/>
                      <a:pt x="218" y="2536"/>
                      <a:pt x="218" y="3377"/>
                    </a:cubicBezTo>
                    <a:cubicBezTo>
                      <a:pt x="218" y="4218"/>
                      <a:pt x="552" y="5025"/>
                      <a:pt x="1147" y="5620"/>
                    </a:cubicBezTo>
                    <a:cubicBezTo>
                      <a:pt x="1742" y="6215"/>
                      <a:pt x="2549" y="6550"/>
                      <a:pt x="339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9" name="Freeform: Shape 1448">
                <a:extLst>
                  <a:ext uri="{FF2B5EF4-FFF2-40B4-BE49-F238E27FC236}">
                    <a16:creationId xmlns:a16="http://schemas.microsoft.com/office/drawing/2014/main" id="{863EC6EC-E4CF-ACD8-AD43-A3E44D2467EA}"/>
                  </a:ext>
                </a:extLst>
              </p:cNvPr>
              <p:cNvSpPr/>
              <p:nvPr/>
            </p:nvSpPr>
            <p:spPr>
              <a:xfrm>
                <a:off x="3622703" y="6064626"/>
                <a:ext cx="6343" cy="6345"/>
              </a:xfrm>
              <a:custGeom>
                <a:avLst/>
                <a:gdLst>
                  <a:gd name="connsiteX0" fmla="*/ 3390 w 6343"/>
                  <a:gd name="connsiteY0" fmla="*/ 6549 h 6345"/>
                  <a:gd name="connsiteX1" fmla="*/ 5633 w 6343"/>
                  <a:gd name="connsiteY1" fmla="*/ 5620 h 6345"/>
                  <a:gd name="connsiteX2" fmla="*/ 6562 w 6343"/>
                  <a:gd name="connsiteY2" fmla="*/ 3376 h 6345"/>
                  <a:gd name="connsiteX3" fmla="*/ 5633 w 6343"/>
                  <a:gd name="connsiteY3" fmla="*/ 1133 h 6345"/>
                  <a:gd name="connsiteX4" fmla="*/ 3390 w 6343"/>
                  <a:gd name="connsiteY4" fmla="*/ 204 h 6345"/>
                  <a:gd name="connsiteX5" fmla="*/ 1147 w 6343"/>
                  <a:gd name="connsiteY5" fmla="*/ 1133 h 6345"/>
                  <a:gd name="connsiteX6" fmla="*/ 218 w 6343"/>
                  <a:gd name="connsiteY6" fmla="*/ 3376 h 6345"/>
                  <a:gd name="connsiteX7" fmla="*/ 1147 w 6343"/>
                  <a:gd name="connsiteY7" fmla="*/ 5620 h 6345"/>
                  <a:gd name="connsiteX8" fmla="*/ 3390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9"/>
                    </a:moveTo>
                    <a:cubicBezTo>
                      <a:pt x="4231" y="6549"/>
                      <a:pt x="5038" y="6215"/>
                      <a:pt x="5633" y="5620"/>
                    </a:cubicBezTo>
                    <a:cubicBezTo>
                      <a:pt x="6227" y="5025"/>
                      <a:pt x="6562" y="4218"/>
                      <a:pt x="6562" y="3376"/>
                    </a:cubicBezTo>
                    <a:cubicBezTo>
                      <a:pt x="6562" y="2535"/>
                      <a:pt x="6227" y="1728"/>
                      <a:pt x="5633" y="1133"/>
                    </a:cubicBezTo>
                    <a:cubicBezTo>
                      <a:pt x="5038" y="538"/>
                      <a:pt x="4231" y="204"/>
                      <a:pt x="3390" y="204"/>
                    </a:cubicBezTo>
                    <a:cubicBezTo>
                      <a:pt x="2549" y="204"/>
                      <a:pt x="1742" y="538"/>
                      <a:pt x="1147" y="1133"/>
                    </a:cubicBezTo>
                    <a:cubicBezTo>
                      <a:pt x="553" y="1728"/>
                      <a:pt x="218" y="2535"/>
                      <a:pt x="218" y="3376"/>
                    </a:cubicBezTo>
                    <a:cubicBezTo>
                      <a:pt x="218" y="4218"/>
                      <a:pt x="553" y="5025"/>
                      <a:pt x="1147" y="5620"/>
                    </a:cubicBezTo>
                    <a:cubicBezTo>
                      <a:pt x="1742" y="6215"/>
                      <a:pt x="2549" y="6549"/>
                      <a:pt x="3390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0" name="Freeform: Shape 1449">
                <a:extLst>
                  <a:ext uri="{FF2B5EF4-FFF2-40B4-BE49-F238E27FC236}">
                    <a16:creationId xmlns:a16="http://schemas.microsoft.com/office/drawing/2014/main" id="{FC91A067-BE1A-6881-ACBC-B02A80FE4446}"/>
                  </a:ext>
                </a:extLst>
              </p:cNvPr>
              <p:cNvSpPr/>
              <p:nvPr/>
            </p:nvSpPr>
            <p:spPr>
              <a:xfrm>
                <a:off x="3285333" y="6498105"/>
                <a:ext cx="6343" cy="6345"/>
              </a:xfrm>
              <a:custGeom>
                <a:avLst/>
                <a:gdLst>
                  <a:gd name="connsiteX0" fmla="*/ 3363 w 6343"/>
                  <a:gd name="connsiteY0" fmla="*/ 6583 h 6345"/>
                  <a:gd name="connsiteX1" fmla="*/ 5606 w 6343"/>
                  <a:gd name="connsiteY1" fmla="*/ 5654 h 6345"/>
                  <a:gd name="connsiteX2" fmla="*/ 6535 w 6343"/>
                  <a:gd name="connsiteY2" fmla="*/ 3411 h 6345"/>
                  <a:gd name="connsiteX3" fmla="*/ 5606 w 6343"/>
                  <a:gd name="connsiteY3" fmla="*/ 1167 h 6345"/>
                  <a:gd name="connsiteX4" fmla="*/ 3363 w 6343"/>
                  <a:gd name="connsiteY4" fmla="*/ 238 h 6345"/>
                  <a:gd name="connsiteX5" fmla="*/ 1121 w 6343"/>
                  <a:gd name="connsiteY5" fmla="*/ 1167 h 6345"/>
                  <a:gd name="connsiteX6" fmla="*/ 192 w 6343"/>
                  <a:gd name="connsiteY6" fmla="*/ 3411 h 6345"/>
                  <a:gd name="connsiteX7" fmla="*/ 1121 w 6343"/>
                  <a:gd name="connsiteY7" fmla="*/ 5654 h 6345"/>
                  <a:gd name="connsiteX8" fmla="*/ 3363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83"/>
                    </a:moveTo>
                    <a:cubicBezTo>
                      <a:pt x="4204" y="6583"/>
                      <a:pt x="5011" y="6249"/>
                      <a:pt x="5606" y="5654"/>
                    </a:cubicBezTo>
                    <a:cubicBezTo>
                      <a:pt x="6201" y="5059"/>
                      <a:pt x="6535" y="4252"/>
                      <a:pt x="6535" y="3411"/>
                    </a:cubicBezTo>
                    <a:cubicBezTo>
                      <a:pt x="6535" y="2569"/>
                      <a:pt x="6201" y="1762"/>
                      <a:pt x="5606" y="1167"/>
                    </a:cubicBezTo>
                    <a:cubicBezTo>
                      <a:pt x="5011" y="572"/>
                      <a:pt x="4204" y="238"/>
                      <a:pt x="3363" y="238"/>
                    </a:cubicBezTo>
                    <a:cubicBezTo>
                      <a:pt x="2522" y="238"/>
                      <a:pt x="1715" y="572"/>
                      <a:pt x="1121" y="1167"/>
                    </a:cubicBezTo>
                    <a:cubicBezTo>
                      <a:pt x="526" y="1762"/>
                      <a:pt x="192" y="2569"/>
                      <a:pt x="192" y="3411"/>
                    </a:cubicBezTo>
                    <a:cubicBezTo>
                      <a:pt x="192" y="4252"/>
                      <a:pt x="526" y="5059"/>
                      <a:pt x="1121" y="5654"/>
                    </a:cubicBezTo>
                    <a:cubicBezTo>
                      <a:pt x="1715" y="6249"/>
                      <a:pt x="2522" y="6583"/>
                      <a:pt x="3363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1" name="Freeform: Shape 1450">
                <a:extLst>
                  <a:ext uri="{FF2B5EF4-FFF2-40B4-BE49-F238E27FC236}">
                    <a16:creationId xmlns:a16="http://schemas.microsoft.com/office/drawing/2014/main" id="{3338C440-9C35-6D79-D6A5-A91353962346}"/>
                  </a:ext>
                </a:extLst>
              </p:cNvPr>
              <p:cNvSpPr/>
              <p:nvPr/>
            </p:nvSpPr>
            <p:spPr>
              <a:xfrm>
                <a:off x="3280667" y="6494483"/>
                <a:ext cx="6343" cy="6345"/>
              </a:xfrm>
              <a:custGeom>
                <a:avLst/>
                <a:gdLst>
                  <a:gd name="connsiteX0" fmla="*/ 3363 w 6343"/>
                  <a:gd name="connsiteY0" fmla="*/ 6583 h 6345"/>
                  <a:gd name="connsiteX1" fmla="*/ 5606 w 6343"/>
                  <a:gd name="connsiteY1" fmla="*/ 5654 h 6345"/>
                  <a:gd name="connsiteX2" fmla="*/ 6535 w 6343"/>
                  <a:gd name="connsiteY2" fmla="*/ 3410 h 6345"/>
                  <a:gd name="connsiteX3" fmla="*/ 5606 w 6343"/>
                  <a:gd name="connsiteY3" fmla="*/ 1167 h 6345"/>
                  <a:gd name="connsiteX4" fmla="*/ 3363 w 6343"/>
                  <a:gd name="connsiteY4" fmla="*/ 238 h 6345"/>
                  <a:gd name="connsiteX5" fmla="*/ 1120 w 6343"/>
                  <a:gd name="connsiteY5" fmla="*/ 1167 h 6345"/>
                  <a:gd name="connsiteX6" fmla="*/ 191 w 6343"/>
                  <a:gd name="connsiteY6" fmla="*/ 3410 h 6345"/>
                  <a:gd name="connsiteX7" fmla="*/ 1120 w 6343"/>
                  <a:gd name="connsiteY7" fmla="*/ 5654 h 6345"/>
                  <a:gd name="connsiteX8" fmla="*/ 3363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83"/>
                    </a:moveTo>
                    <a:cubicBezTo>
                      <a:pt x="4204" y="6583"/>
                      <a:pt x="5011" y="6249"/>
                      <a:pt x="5606" y="5654"/>
                    </a:cubicBezTo>
                    <a:cubicBezTo>
                      <a:pt x="6200" y="5059"/>
                      <a:pt x="6535" y="4252"/>
                      <a:pt x="6535" y="3410"/>
                    </a:cubicBezTo>
                    <a:cubicBezTo>
                      <a:pt x="6535" y="2569"/>
                      <a:pt x="6200" y="1762"/>
                      <a:pt x="5606" y="1167"/>
                    </a:cubicBezTo>
                    <a:cubicBezTo>
                      <a:pt x="5011" y="572"/>
                      <a:pt x="4204" y="238"/>
                      <a:pt x="3363" y="238"/>
                    </a:cubicBezTo>
                    <a:cubicBezTo>
                      <a:pt x="2522" y="238"/>
                      <a:pt x="1715" y="572"/>
                      <a:pt x="1120" y="1167"/>
                    </a:cubicBezTo>
                    <a:cubicBezTo>
                      <a:pt x="526" y="1762"/>
                      <a:pt x="191" y="2569"/>
                      <a:pt x="191" y="3410"/>
                    </a:cubicBezTo>
                    <a:cubicBezTo>
                      <a:pt x="191" y="4252"/>
                      <a:pt x="526" y="5059"/>
                      <a:pt x="1120" y="5654"/>
                    </a:cubicBezTo>
                    <a:cubicBezTo>
                      <a:pt x="1715" y="6249"/>
                      <a:pt x="2522" y="6583"/>
                      <a:pt x="3363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2" name="Freeform: Shape 1451">
                <a:extLst>
                  <a:ext uri="{FF2B5EF4-FFF2-40B4-BE49-F238E27FC236}">
                    <a16:creationId xmlns:a16="http://schemas.microsoft.com/office/drawing/2014/main" id="{2C40FE9B-3200-F26C-EFB4-3742E3B79533}"/>
                  </a:ext>
                </a:extLst>
              </p:cNvPr>
              <p:cNvSpPr/>
              <p:nvPr/>
            </p:nvSpPr>
            <p:spPr>
              <a:xfrm>
                <a:off x="3624314" y="6050318"/>
                <a:ext cx="6343" cy="6345"/>
              </a:xfrm>
              <a:custGeom>
                <a:avLst/>
                <a:gdLst>
                  <a:gd name="connsiteX0" fmla="*/ 3390 w 6343"/>
                  <a:gd name="connsiteY0" fmla="*/ 6548 h 6345"/>
                  <a:gd name="connsiteX1" fmla="*/ 5633 w 6343"/>
                  <a:gd name="connsiteY1" fmla="*/ 5619 h 6345"/>
                  <a:gd name="connsiteX2" fmla="*/ 6562 w 6343"/>
                  <a:gd name="connsiteY2" fmla="*/ 3375 h 6345"/>
                  <a:gd name="connsiteX3" fmla="*/ 5633 w 6343"/>
                  <a:gd name="connsiteY3" fmla="*/ 1132 h 6345"/>
                  <a:gd name="connsiteX4" fmla="*/ 3390 w 6343"/>
                  <a:gd name="connsiteY4" fmla="*/ 203 h 6345"/>
                  <a:gd name="connsiteX5" fmla="*/ 1147 w 6343"/>
                  <a:gd name="connsiteY5" fmla="*/ 1132 h 6345"/>
                  <a:gd name="connsiteX6" fmla="*/ 219 w 6343"/>
                  <a:gd name="connsiteY6" fmla="*/ 3375 h 6345"/>
                  <a:gd name="connsiteX7" fmla="*/ 1147 w 6343"/>
                  <a:gd name="connsiteY7" fmla="*/ 5619 h 6345"/>
                  <a:gd name="connsiteX8" fmla="*/ 3390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8"/>
                    </a:moveTo>
                    <a:cubicBezTo>
                      <a:pt x="4231" y="6548"/>
                      <a:pt x="5038" y="6214"/>
                      <a:pt x="5633" y="5619"/>
                    </a:cubicBezTo>
                    <a:cubicBezTo>
                      <a:pt x="6227" y="5024"/>
                      <a:pt x="6562" y="4217"/>
                      <a:pt x="6562" y="3375"/>
                    </a:cubicBezTo>
                    <a:cubicBezTo>
                      <a:pt x="6562" y="2534"/>
                      <a:pt x="6227" y="1727"/>
                      <a:pt x="5633" y="1132"/>
                    </a:cubicBezTo>
                    <a:cubicBezTo>
                      <a:pt x="5038" y="537"/>
                      <a:pt x="4231" y="203"/>
                      <a:pt x="3390" y="203"/>
                    </a:cubicBezTo>
                    <a:cubicBezTo>
                      <a:pt x="2549" y="203"/>
                      <a:pt x="1742" y="537"/>
                      <a:pt x="1147" y="1132"/>
                    </a:cubicBezTo>
                    <a:cubicBezTo>
                      <a:pt x="553" y="1727"/>
                      <a:pt x="219" y="2534"/>
                      <a:pt x="219" y="3375"/>
                    </a:cubicBezTo>
                    <a:cubicBezTo>
                      <a:pt x="219" y="4217"/>
                      <a:pt x="553" y="5024"/>
                      <a:pt x="1147" y="5619"/>
                    </a:cubicBezTo>
                    <a:cubicBezTo>
                      <a:pt x="1742" y="6214"/>
                      <a:pt x="2549" y="6548"/>
                      <a:pt x="3390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3" name="Freeform: Shape 1452">
                <a:extLst>
                  <a:ext uri="{FF2B5EF4-FFF2-40B4-BE49-F238E27FC236}">
                    <a16:creationId xmlns:a16="http://schemas.microsoft.com/office/drawing/2014/main" id="{95A9B70D-E05B-9ECF-F961-87E8B17BA2AB}"/>
                  </a:ext>
                </a:extLst>
              </p:cNvPr>
              <p:cNvSpPr/>
              <p:nvPr/>
            </p:nvSpPr>
            <p:spPr>
              <a:xfrm>
                <a:off x="3627450" y="6042464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4" name="Freeform: Shape 1453">
                <a:extLst>
                  <a:ext uri="{FF2B5EF4-FFF2-40B4-BE49-F238E27FC236}">
                    <a16:creationId xmlns:a16="http://schemas.microsoft.com/office/drawing/2014/main" id="{7441623A-067B-86CD-7436-FAADD1E470AC}"/>
                  </a:ext>
                </a:extLst>
              </p:cNvPr>
              <p:cNvSpPr/>
              <p:nvPr/>
            </p:nvSpPr>
            <p:spPr>
              <a:xfrm>
                <a:off x="3627372" y="6038730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4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4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4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5" name="Freeform: Shape 1454">
                <a:extLst>
                  <a:ext uri="{FF2B5EF4-FFF2-40B4-BE49-F238E27FC236}">
                    <a16:creationId xmlns:a16="http://schemas.microsoft.com/office/drawing/2014/main" id="{FA99F312-1C4C-4308-E8F5-4970DEA3AFC9}"/>
                  </a:ext>
                </a:extLst>
              </p:cNvPr>
              <p:cNvSpPr/>
              <p:nvPr/>
            </p:nvSpPr>
            <p:spPr>
              <a:xfrm>
                <a:off x="3624913" y="6037953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7 w 6343"/>
                  <a:gd name="connsiteY5" fmla="*/ 1131 h 6345"/>
                  <a:gd name="connsiteX6" fmla="*/ 219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7" y="5023"/>
                      <a:pt x="6562" y="4216"/>
                      <a:pt x="6562" y="3374"/>
                    </a:cubicBezTo>
                    <a:cubicBezTo>
                      <a:pt x="6562" y="2533"/>
                      <a:pt x="6227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7" y="1131"/>
                    </a:cubicBezTo>
                    <a:cubicBezTo>
                      <a:pt x="553" y="1726"/>
                      <a:pt x="219" y="2533"/>
                      <a:pt x="219" y="3374"/>
                    </a:cubicBezTo>
                    <a:cubicBezTo>
                      <a:pt x="219" y="4216"/>
                      <a:pt x="553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6" name="Freeform: Shape 1455">
                <a:extLst>
                  <a:ext uri="{FF2B5EF4-FFF2-40B4-BE49-F238E27FC236}">
                    <a16:creationId xmlns:a16="http://schemas.microsoft.com/office/drawing/2014/main" id="{063DC48E-7A88-02E5-B148-D8AC3DF88555}"/>
                  </a:ext>
                </a:extLst>
              </p:cNvPr>
              <p:cNvSpPr/>
              <p:nvPr/>
            </p:nvSpPr>
            <p:spPr>
              <a:xfrm>
                <a:off x="3622759" y="6036790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7 w 6343"/>
                  <a:gd name="connsiteY5" fmla="*/ 1131 h 6345"/>
                  <a:gd name="connsiteX6" fmla="*/ 218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7" y="5023"/>
                      <a:pt x="6562" y="4216"/>
                      <a:pt x="6562" y="3374"/>
                    </a:cubicBezTo>
                    <a:cubicBezTo>
                      <a:pt x="6562" y="2533"/>
                      <a:pt x="6227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7" y="1131"/>
                    </a:cubicBezTo>
                    <a:cubicBezTo>
                      <a:pt x="553" y="1726"/>
                      <a:pt x="218" y="2533"/>
                      <a:pt x="218" y="3374"/>
                    </a:cubicBezTo>
                    <a:cubicBezTo>
                      <a:pt x="218" y="4216"/>
                      <a:pt x="553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7" name="Freeform: Shape 1456">
                <a:extLst>
                  <a:ext uri="{FF2B5EF4-FFF2-40B4-BE49-F238E27FC236}">
                    <a16:creationId xmlns:a16="http://schemas.microsoft.com/office/drawing/2014/main" id="{31260866-3244-F6E2-8F8C-71CC86EC4886}"/>
                  </a:ext>
                </a:extLst>
              </p:cNvPr>
              <p:cNvSpPr/>
              <p:nvPr/>
            </p:nvSpPr>
            <p:spPr>
              <a:xfrm>
                <a:off x="3620671" y="6035539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2 w 6343"/>
                  <a:gd name="connsiteY1" fmla="*/ 5618 h 6345"/>
                  <a:gd name="connsiteX2" fmla="*/ 6561 w 6343"/>
                  <a:gd name="connsiteY2" fmla="*/ 3374 h 6345"/>
                  <a:gd name="connsiteX3" fmla="*/ 5632 w 6343"/>
                  <a:gd name="connsiteY3" fmla="*/ 1131 h 6345"/>
                  <a:gd name="connsiteX4" fmla="*/ 3390 w 6343"/>
                  <a:gd name="connsiteY4" fmla="*/ 201 h 6345"/>
                  <a:gd name="connsiteX5" fmla="*/ 1147 w 6343"/>
                  <a:gd name="connsiteY5" fmla="*/ 1131 h 6345"/>
                  <a:gd name="connsiteX6" fmla="*/ 218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2" y="5618"/>
                    </a:cubicBezTo>
                    <a:cubicBezTo>
                      <a:pt x="6227" y="5023"/>
                      <a:pt x="6561" y="4216"/>
                      <a:pt x="6561" y="3374"/>
                    </a:cubicBezTo>
                    <a:cubicBezTo>
                      <a:pt x="6561" y="2533"/>
                      <a:pt x="6227" y="1726"/>
                      <a:pt x="5632" y="1131"/>
                    </a:cubicBezTo>
                    <a:cubicBezTo>
                      <a:pt x="5038" y="536"/>
                      <a:pt x="4231" y="201"/>
                      <a:pt x="3390" y="201"/>
                    </a:cubicBezTo>
                    <a:cubicBezTo>
                      <a:pt x="2549" y="201"/>
                      <a:pt x="1742" y="536"/>
                      <a:pt x="1147" y="1131"/>
                    </a:cubicBezTo>
                    <a:cubicBezTo>
                      <a:pt x="552" y="1726"/>
                      <a:pt x="218" y="2533"/>
                      <a:pt x="218" y="3374"/>
                    </a:cubicBezTo>
                    <a:cubicBezTo>
                      <a:pt x="218" y="4216"/>
                      <a:pt x="552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8" name="Freeform: Shape 1457">
                <a:extLst>
                  <a:ext uri="{FF2B5EF4-FFF2-40B4-BE49-F238E27FC236}">
                    <a16:creationId xmlns:a16="http://schemas.microsoft.com/office/drawing/2014/main" id="{5379A0F0-E61D-9D5D-4320-CED426C06977}"/>
                  </a:ext>
                </a:extLst>
              </p:cNvPr>
              <p:cNvSpPr/>
              <p:nvPr/>
            </p:nvSpPr>
            <p:spPr>
              <a:xfrm>
                <a:off x="2927732" y="6844861"/>
                <a:ext cx="6343" cy="6345"/>
              </a:xfrm>
              <a:custGeom>
                <a:avLst/>
                <a:gdLst>
                  <a:gd name="connsiteX0" fmla="*/ 3335 w 6343"/>
                  <a:gd name="connsiteY0" fmla="*/ 6611 h 6345"/>
                  <a:gd name="connsiteX1" fmla="*/ 5578 w 6343"/>
                  <a:gd name="connsiteY1" fmla="*/ 5681 h 6345"/>
                  <a:gd name="connsiteX2" fmla="*/ 6507 w 6343"/>
                  <a:gd name="connsiteY2" fmla="*/ 3438 h 6345"/>
                  <a:gd name="connsiteX3" fmla="*/ 5578 w 6343"/>
                  <a:gd name="connsiteY3" fmla="*/ 1194 h 6345"/>
                  <a:gd name="connsiteX4" fmla="*/ 3335 w 6343"/>
                  <a:gd name="connsiteY4" fmla="*/ 265 h 6345"/>
                  <a:gd name="connsiteX5" fmla="*/ 1093 w 6343"/>
                  <a:gd name="connsiteY5" fmla="*/ 1194 h 6345"/>
                  <a:gd name="connsiteX6" fmla="*/ 164 w 6343"/>
                  <a:gd name="connsiteY6" fmla="*/ 3438 h 6345"/>
                  <a:gd name="connsiteX7" fmla="*/ 1093 w 6343"/>
                  <a:gd name="connsiteY7" fmla="*/ 5681 h 6345"/>
                  <a:gd name="connsiteX8" fmla="*/ 3335 w 6343"/>
                  <a:gd name="connsiteY8" fmla="*/ 66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5" y="6611"/>
                    </a:moveTo>
                    <a:cubicBezTo>
                      <a:pt x="4176" y="6611"/>
                      <a:pt x="4983" y="6276"/>
                      <a:pt x="5578" y="5681"/>
                    </a:cubicBezTo>
                    <a:cubicBezTo>
                      <a:pt x="6173" y="5086"/>
                      <a:pt x="6507" y="4279"/>
                      <a:pt x="6507" y="3438"/>
                    </a:cubicBezTo>
                    <a:cubicBezTo>
                      <a:pt x="6507" y="2596"/>
                      <a:pt x="6173" y="1789"/>
                      <a:pt x="5578" y="1194"/>
                    </a:cubicBezTo>
                    <a:cubicBezTo>
                      <a:pt x="4983" y="599"/>
                      <a:pt x="4176" y="265"/>
                      <a:pt x="3335" y="265"/>
                    </a:cubicBezTo>
                    <a:cubicBezTo>
                      <a:pt x="2494" y="265"/>
                      <a:pt x="1687" y="599"/>
                      <a:pt x="1093" y="1194"/>
                    </a:cubicBezTo>
                    <a:cubicBezTo>
                      <a:pt x="498" y="1789"/>
                      <a:pt x="164" y="2596"/>
                      <a:pt x="164" y="3438"/>
                    </a:cubicBezTo>
                    <a:cubicBezTo>
                      <a:pt x="164" y="4279"/>
                      <a:pt x="498" y="5086"/>
                      <a:pt x="1093" y="5681"/>
                    </a:cubicBezTo>
                    <a:cubicBezTo>
                      <a:pt x="1687" y="6276"/>
                      <a:pt x="2494" y="6611"/>
                      <a:pt x="3335" y="66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9" name="Freeform: Shape 1458">
                <a:extLst>
                  <a:ext uri="{FF2B5EF4-FFF2-40B4-BE49-F238E27FC236}">
                    <a16:creationId xmlns:a16="http://schemas.microsoft.com/office/drawing/2014/main" id="{3FB1A4F8-FE06-816B-B780-C1A7839FB117}"/>
                  </a:ext>
                </a:extLst>
              </p:cNvPr>
              <p:cNvSpPr/>
              <p:nvPr/>
            </p:nvSpPr>
            <p:spPr>
              <a:xfrm>
                <a:off x="2920853" y="6839145"/>
                <a:ext cx="6343" cy="6345"/>
              </a:xfrm>
              <a:custGeom>
                <a:avLst/>
                <a:gdLst>
                  <a:gd name="connsiteX0" fmla="*/ 3335 w 6343"/>
                  <a:gd name="connsiteY0" fmla="*/ 6610 h 6345"/>
                  <a:gd name="connsiteX1" fmla="*/ 5577 w 6343"/>
                  <a:gd name="connsiteY1" fmla="*/ 5681 h 6345"/>
                  <a:gd name="connsiteX2" fmla="*/ 6506 w 6343"/>
                  <a:gd name="connsiteY2" fmla="*/ 3437 h 6345"/>
                  <a:gd name="connsiteX3" fmla="*/ 5577 w 6343"/>
                  <a:gd name="connsiteY3" fmla="*/ 1194 h 6345"/>
                  <a:gd name="connsiteX4" fmla="*/ 3335 w 6343"/>
                  <a:gd name="connsiteY4" fmla="*/ 265 h 6345"/>
                  <a:gd name="connsiteX5" fmla="*/ 1092 w 6343"/>
                  <a:gd name="connsiteY5" fmla="*/ 1194 h 6345"/>
                  <a:gd name="connsiteX6" fmla="*/ 163 w 6343"/>
                  <a:gd name="connsiteY6" fmla="*/ 3437 h 6345"/>
                  <a:gd name="connsiteX7" fmla="*/ 1092 w 6343"/>
                  <a:gd name="connsiteY7" fmla="*/ 5681 h 6345"/>
                  <a:gd name="connsiteX8" fmla="*/ 3335 w 6343"/>
                  <a:gd name="connsiteY8" fmla="*/ 66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5" y="6610"/>
                    </a:moveTo>
                    <a:cubicBezTo>
                      <a:pt x="4176" y="6610"/>
                      <a:pt x="4982" y="6276"/>
                      <a:pt x="5577" y="5681"/>
                    </a:cubicBezTo>
                    <a:cubicBezTo>
                      <a:pt x="6172" y="5086"/>
                      <a:pt x="6506" y="4279"/>
                      <a:pt x="6506" y="3437"/>
                    </a:cubicBezTo>
                    <a:cubicBezTo>
                      <a:pt x="6506" y="2596"/>
                      <a:pt x="6172" y="1789"/>
                      <a:pt x="5577" y="1194"/>
                    </a:cubicBezTo>
                    <a:cubicBezTo>
                      <a:pt x="4982" y="599"/>
                      <a:pt x="4176" y="265"/>
                      <a:pt x="3335" y="265"/>
                    </a:cubicBezTo>
                    <a:cubicBezTo>
                      <a:pt x="2494" y="265"/>
                      <a:pt x="1687" y="599"/>
                      <a:pt x="1092" y="1194"/>
                    </a:cubicBezTo>
                    <a:cubicBezTo>
                      <a:pt x="497" y="1789"/>
                      <a:pt x="163" y="2596"/>
                      <a:pt x="163" y="3437"/>
                    </a:cubicBezTo>
                    <a:cubicBezTo>
                      <a:pt x="163" y="4279"/>
                      <a:pt x="497" y="5086"/>
                      <a:pt x="1092" y="5681"/>
                    </a:cubicBezTo>
                    <a:cubicBezTo>
                      <a:pt x="1687" y="6276"/>
                      <a:pt x="2494" y="6610"/>
                      <a:pt x="3335" y="66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0" name="Freeform: Shape 1459">
                <a:extLst>
                  <a:ext uri="{FF2B5EF4-FFF2-40B4-BE49-F238E27FC236}">
                    <a16:creationId xmlns:a16="http://schemas.microsoft.com/office/drawing/2014/main" id="{2F74A343-C325-3B3E-F620-8E7F375E7722}"/>
                  </a:ext>
                </a:extLst>
              </p:cNvPr>
              <p:cNvSpPr/>
              <p:nvPr/>
            </p:nvSpPr>
            <p:spPr>
              <a:xfrm>
                <a:off x="3187982" y="6519809"/>
                <a:ext cx="6343" cy="6345"/>
              </a:xfrm>
              <a:custGeom>
                <a:avLst/>
                <a:gdLst>
                  <a:gd name="connsiteX0" fmla="*/ 3356 w 6343"/>
                  <a:gd name="connsiteY0" fmla="*/ 6585 h 6345"/>
                  <a:gd name="connsiteX1" fmla="*/ 5598 w 6343"/>
                  <a:gd name="connsiteY1" fmla="*/ 5656 h 6345"/>
                  <a:gd name="connsiteX2" fmla="*/ 6527 w 6343"/>
                  <a:gd name="connsiteY2" fmla="*/ 3412 h 6345"/>
                  <a:gd name="connsiteX3" fmla="*/ 5598 w 6343"/>
                  <a:gd name="connsiteY3" fmla="*/ 1169 h 6345"/>
                  <a:gd name="connsiteX4" fmla="*/ 3356 w 6343"/>
                  <a:gd name="connsiteY4" fmla="*/ 240 h 6345"/>
                  <a:gd name="connsiteX5" fmla="*/ 1113 w 6343"/>
                  <a:gd name="connsiteY5" fmla="*/ 1169 h 6345"/>
                  <a:gd name="connsiteX6" fmla="*/ 184 w 6343"/>
                  <a:gd name="connsiteY6" fmla="*/ 3412 h 6345"/>
                  <a:gd name="connsiteX7" fmla="*/ 1113 w 6343"/>
                  <a:gd name="connsiteY7" fmla="*/ 5656 h 6345"/>
                  <a:gd name="connsiteX8" fmla="*/ 3356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585"/>
                    </a:moveTo>
                    <a:cubicBezTo>
                      <a:pt x="4197" y="6585"/>
                      <a:pt x="5004" y="6251"/>
                      <a:pt x="5598" y="5656"/>
                    </a:cubicBezTo>
                    <a:cubicBezTo>
                      <a:pt x="6193" y="5061"/>
                      <a:pt x="6527" y="4254"/>
                      <a:pt x="6527" y="3412"/>
                    </a:cubicBezTo>
                    <a:cubicBezTo>
                      <a:pt x="6527" y="2571"/>
                      <a:pt x="6193" y="1764"/>
                      <a:pt x="5598" y="1169"/>
                    </a:cubicBezTo>
                    <a:cubicBezTo>
                      <a:pt x="5004" y="574"/>
                      <a:pt x="4197" y="240"/>
                      <a:pt x="3356" y="240"/>
                    </a:cubicBezTo>
                    <a:cubicBezTo>
                      <a:pt x="2515" y="240"/>
                      <a:pt x="1708" y="574"/>
                      <a:pt x="1113" y="1169"/>
                    </a:cubicBezTo>
                    <a:cubicBezTo>
                      <a:pt x="518" y="1764"/>
                      <a:pt x="184" y="2571"/>
                      <a:pt x="184" y="3412"/>
                    </a:cubicBezTo>
                    <a:cubicBezTo>
                      <a:pt x="184" y="4254"/>
                      <a:pt x="518" y="5061"/>
                      <a:pt x="1113" y="5656"/>
                    </a:cubicBezTo>
                    <a:cubicBezTo>
                      <a:pt x="1708" y="6251"/>
                      <a:pt x="2515" y="6585"/>
                      <a:pt x="3356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1" name="Freeform: Shape 1460">
                <a:extLst>
                  <a:ext uri="{FF2B5EF4-FFF2-40B4-BE49-F238E27FC236}">
                    <a16:creationId xmlns:a16="http://schemas.microsoft.com/office/drawing/2014/main" id="{AA31B8C5-E58B-9753-468E-C1AB898234F7}"/>
                  </a:ext>
                </a:extLst>
              </p:cNvPr>
              <p:cNvSpPr/>
              <p:nvPr/>
            </p:nvSpPr>
            <p:spPr>
              <a:xfrm>
                <a:off x="3182175" y="6516731"/>
                <a:ext cx="6343" cy="6345"/>
              </a:xfrm>
              <a:custGeom>
                <a:avLst/>
                <a:gdLst>
                  <a:gd name="connsiteX0" fmla="*/ 3355 w 6343"/>
                  <a:gd name="connsiteY0" fmla="*/ 6585 h 6345"/>
                  <a:gd name="connsiteX1" fmla="*/ 5598 w 6343"/>
                  <a:gd name="connsiteY1" fmla="*/ 5655 h 6345"/>
                  <a:gd name="connsiteX2" fmla="*/ 6527 w 6343"/>
                  <a:gd name="connsiteY2" fmla="*/ 3412 h 6345"/>
                  <a:gd name="connsiteX3" fmla="*/ 5598 w 6343"/>
                  <a:gd name="connsiteY3" fmla="*/ 1169 h 6345"/>
                  <a:gd name="connsiteX4" fmla="*/ 3355 w 6343"/>
                  <a:gd name="connsiteY4" fmla="*/ 239 h 6345"/>
                  <a:gd name="connsiteX5" fmla="*/ 1113 w 6343"/>
                  <a:gd name="connsiteY5" fmla="*/ 1169 h 6345"/>
                  <a:gd name="connsiteX6" fmla="*/ 184 w 6343"/>
                  <a:gd name="connsiteY6" fmla="*/ 3412 h 6345"/>
                  <a:gd name="connsiteX7" fmla="*/ 1113 w 6343"/>
                  <a:gd name="connsiteY7" fmla="*/ 5655 h 6345"/>
                  <a:gd name="connsiteX8" fmla="*/ 3355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85"/>
                    </a:moveTo>
                    <a:cubicBezTo>
                      <a:pt x="4196" y="6585"/>
                      <a:pt x="5003" y="6250"/>
                      <a:pt x="5598" y="5655"/>
                    </a:cubicBezTo>
                    <a:cubicBezTo>
                      <a:pt x="6193" y="5061"/>
                      <a:pt x="6527" y="4253"/>
                      <a:pt x="6527" y="3412"/>
                    </a:cubicBezTo>
                    <a:cubicBezTo>
                      <a:pt x="6527" y="2571"/>
                      <a:pt x="6193" y="1764"/>
                      <a:pt x="5598" y="1169"/>
                    </a:cubicBezTo>
                    <a:cubicBezTo>
                      <a:pt x="5003" y="574"/>
                      <a:pt x="4196" y="239"/>
                      <a:pt x="3355" y="239"/>
                    </a:cubicBezTo>
                    <a:cubicBezTo>
                      <a:pt x="2514" y="239"/>
                      <a:pt x="1707" y="574"/>
                      <a:pt x="1113" y="1169"/>
                    </a:cubicBezTo>
                    <a:cubicBezTo>
                      <a:pt x="518" y="1764"/>
                      <a:pt x="184" y="2571"/>
                      <a:pt x="184" y="3412"/>
                    </a:cubicBezTo>
                    <a:cubicBezTo>
                      <a:pt x="184" y="4253"/>
                      <a:pt x="518" y="5061"/>
                      <a:pt x="1113" y="5655"/>
                    </a:cubicBezTo>
                    <a:cubicBezTo>
                      <a:pt x="1707" y="6250"/>
                      <a:pt x="2514" y="6585"/>
                      <a:pt x="3355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2" name="Freeform: Shape 1461">
                <a:extLst>
                  <a:ext uri="{FF2B5EF4-FFF2-40B4-BE49-F238E27FC236}">
                    <a16:creationId xmlns:a16="http://schemas.microsoft.com/office/drawing/2014/main" id="{D30BC342-6D68-B2C0-3B66-527254E3FFF5}"/>
                  </a:ext>
                </a:extLst>
              </p:cNvPr>
              <p:cNvSpPr/>
              <p:nvPr/>
            </p:nvSpPr>
            <p:spPr>
              <a:xfrm>
                <a:off x="2952290" y="6763829"/>
                <a:ext cx="6343" cy="6345"/>
              </a:xfrm>
              <a:custGeom>
                <a:avLst/>
                <a:gdLst>
                  <a:gd name="connsiteX0" fmla="*/ 3337 w 6343"/>
                  <a:gd name="connsiteY0" fmla="*/ 6604 h 6345"/>
                  <a:gd name="connsiteX1" fmla="*/ 5580 w 6343"/>
                  <a:gd name="connsiteY1" fmla="*/ 5675 h 6345"/>
                  <a:gd name="connsiteX2" fmla="*/ 6509 w 6343"/>
                  <a:gd name="connsiteY2" fmla="*/ 3432 h 6345"/>
                  <a:gd name="connsiteX3" fmla="*/ 5580 w 6343"/>
                  <a:gd name="connsiteY3" fmla="*/ 1188 h 6345"/>
                  <a:gd name="connsiteX4" fmla="*/ 3337 w 6343"/>
                  <a:gd name="connsiteY4" fmla="*/ 259 h 6345"/>
                  <a:gd name="connsiteX5" fmla="*/ 1094 w 6343"/>
                  <a:gd name="connsiteY5" fmla="*/ 1188 h 6345"/>
                  <a:gd name="connsiteX6" fmla="*/ 166 w 6343"/>
                  <a:gd name="connsiteY6" fmla="*/ 3432 h 6345"/>
                  <a:gd name="connsiteX7" fmla="*/ 1094 w 6343"/>
                  <a:gd name="connsiteY7" fmla="*/ 5675 h 6345"/>
                  <a:gd name="connsiteX8" fmla="*/ 3337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7" y="6604"/>
                    </a:moveTo>
                    <a:cubicBezTo>
                      <a:pt x="4178" y="6604"/>
                      <a:pt x="4985" y="6270"/>
                      <a:pt x="5580" y="5675"/>
                    </a:cubicBezTo>
                    <a:cubicBezTo>
                      <a:pt x="6174" y="5080"/>
                      <a:pt x="6509" y="4273"/>
                      <a:pt x="6509" y="3432"/>
                    </a:cubicBezTo>
                    <a:cubicBezTo>
                      <a:pt x="6509" y="2590"/>
                      <a:pt x="6174" y="1783"/>
                      <a:pt x="5580" y="1188"/>
                    </a:cubicBezTo>
                    <a:cubicBezTo>
                      <a:pt x="4985" y="593"/>
                      <a:pt x="4178" y="259"/>
                      <a:pt x="3337" y="259"/>
                    </a:cubicBezTo>
                    <a:cubicBezTo>
                      <a:pt x="2496" y="259"/>
                      <a:pt x="1689" y="593"/>
                      <a:pt x="1094" y="1188"/>
                    </a:cubicBezTo>
                    <a:cubicBezTo>
                      <a:pt x="500" y="1783"/>
                      <a:pt x="166" y="2590"/>
                      <a:pt x="166" y="3432"/>
                    </a:cubicBezTo>
                    <a:cubicBezTo>
                      <a:pt x="166" y="4273"/>
                      <a:pt x="500" y="5080"/>
                      <a:pt x="1094" y="5675"/>
                    </a:cubicBezTo>
                    <a:cubicBezTo>
                      <a:pt x="1689" y="6270"/>
                      <a:pt x="2496" y="6604"/>
                      <a:pt x="3337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3" name="Freeform: Shape 1462">
                <a:extLst>
                  <a:ext uri="{FF2B5EF4-FFF2-40B4-BE49-F238E27FC236}">
                    <a16:creationId xmlns:a16="http://schemas.microsoft.com/office/drawing/2014/main" id="{71128F6F-A575-593A-54F9-BD7F1A93C856}"/>
                  </a:ext>
                </a:extLst>
              </p:cNvPr>
              <p:cNvSpPr/>
              <p:nvPr/>
            </p:nvSpPr>
            <p:spPr>
              <a:xfrm>
                <a:off x="2970191" y="6731478"/>
                <a:ext cx="6343" cy="6345"/>
              </a:xfrm>
              <a:custGeom>
                <a:avLst/>
                <a:gdLst>
                  <a:gd name="connsiteX0" fmla="*/ 3339 w 6343"/>
                  <a:gd name="connsiteY0" fmla="*/ 6602 h 6345"/>
                  <a:gd name="connsiteX1" fmla="*/ 5581 w 6343"/>
                  <a:gd name="connsiteY1" fmla="*/ 5672 h 6345"/>
                  <a:gd name="connsiteX2" fmla="*/ 6510 w 6343"/>
                  <a:gd name="connsiteY2" fmla="*/ 3429 h 6345"/>
                  <a:gd name="connsiteX3" fmla="*/ 5581 w 6343"/>
                  <a:gd name="connsiteY3" fmla="*/ 1186 h 6345"/>
                  <a:gd name="connsiteX4" fmla="*/ 3339 w 6343"/>
                  <a:gd name="connsiteY4" fmla="*/ 256 h 6345"/>
                  <a:gd name="connsiteX5" fmla="*/ 1096 w 6343"/>
                  <a:gd name="connsiteY5" fmla="*/ 1186 h 6345"/>
                  <a:gd name="connsiteX6" fmla="*/ 167 w 6343"/>
                  <a:gd name="connsiteY6" fmla="*/ 3429 h 6345"/>
                  <a:gd name="connsiteX7" fmla="*/ 1096 w 6343"/>
                  <a:gd name="connsiteY7" fmla="*/ 5672 h 6345"/>
                  <a:gd name="connsiteX8" fmla="*/ 3339 w 6343"/>
                  <a:gd name="connsiteY8" fmla="*/ 660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602"/>
                    </a:moveTo>
                    <a:cubicBezTo>
                      <a:pt x="4180" y="6602"/>
                      <a:pt x="4986" y="6267"/>
                      <a:pt x="5581" y="5672"/>
                    </a:cubicBezTo>
                    <a:cubicBezTo>
                      <a:pt x="6176" y="5077"/>
                      <a:pt x="6510" y="4270"/>
                      <a:pt x="6510" y="3429"/>
                    </a:cubicBezTo>
                    <a:cubicBezTo>
                      <a:pt x="6510" y="2588"/>
                      <a:pt x="6176" y="1780"/>
                      <a:pt x="5581" y="1186"/>
                    </a:cubicBezTo>
                    <a:cubicBezTo>
                      <a:pt x="4986" y="591"/>
                      <a:pt x="4180" y="256"/>
                      <a:pt x="3339" y="256"/>
                    </a:cubicBezTo>
                    <a:cubicBezTo>
                      <a:pt x="2497" y="256"/>
                      <a:pt x="1691" y="591"/>
                      <a:pt x="1096" y="1186"/>
                    </a:cubicBezTo>
                    <a:cubicBezTo>
                      <a:pt x="501" y="1780"/>
                      <a:pt x="167" y="2588"/>
                      <a:pt x="167" y="3429"/>
                    </a:cubicBezTo>
                    <a:cubicBezTo>
                      <a:pt x="167" y="4270"/>
                      <a:pt x="501" y="5077"/>
                      <a:pt x="1096" y="5672"/>
                    </a:cubicBezTo>
                    <a:cubicBezTo>
                      <a:pt x="1691" y="6267"/>
                      <a:pt x="2497" y="6602"/>
                      <a:pt x="3339" y="66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4" name="Freeform: Shape 1463">
                <a:extLst>
                  <a:ext uri="{FF2B5EF4-FFF2-40B4-BE49-F238E27FC236}">
                    <a16:creationId xmlns:a16="http://schemas.microsoft.com/office/drawing/2014/main" id="{513C1EEC-3DE7-86D5-8A60-673DBD09C63E}"/>
                  </a:ext>
                </a:extLst>
              </p:cNvPr>
              <p:cNvSpPr/>
              <p:nvPr/>
            </p:nvSpPr>
            <p:spPr>
              <a:xfrm>
                <a:off x="2966612" y="6723180"/>
                <a:ext cx="6343" cy="6345"/>
              </a:xfrm>
              <a:custGeom>
                <a:avLst/>
                <a:gdLst>
                  <a:gd name="connsiteX0" fmla="*/ 3338 w 6343"/>
                  <a:gd name="connsiteY0" fmla="*/ 6601 h 6345"/>
                  <a:gd name="connsiteX1" fmla="*/ 5581 w 6343"/>
                  <a:gd name="connsiteY1" fmla="*/ 5672 h 6345"/>
                  <a:gd name="connsiteX2" fmla="*/ 6510 w 6343"/>
                  <a:gd name="connsiteY2" fmla="*/ 3428 h 6345"/>
                  <a:gd name="connsiteX3" fmla="*/ 5581 w 6343"/>
                  <a:gd name="connsiteY3" fmla="*/ 1185 h 6345"/>
                  <a:gd name="connsiteX4" fmla="*/ 3338 w 6343"/>
                  <a:gd name="connsiteY4" fmla="*/ 256 h 6345"/>
                  <a:gd name="connsiteX5" fmla="*/ 1096 w 6343"/>
                  <a:gd name="connsiteY5" fmla="*/ 1185 h 6345"/>
                  <a:gd name="connsiteX6" fmla="*/ 167 w 6343"/>
                  <a:gd name="connsiteY6" fmla="*/ 3428 h 6345"/>
                  <a:gd name="connsiteX7" fmla="*/ 1096 w 6343"/>
                  <a:gd name="connsiteY7" fmla="*/ 5672 h 6345"/>
                  <a:gd name="connsiteX8" fmla="*/ 3338 w 6343"/>
                  <a:gd name="connsiteY8" fmla="*/ 66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8" y="6601"/>
                    </a:moveTo>
                    <a:cubicBezTo>
                      <a:pt x="4179" y="6601"/>
                      <a:pt x="4986" y="6267"/>
                      <a:pt x="5581" y="5672"/>
                    </a:cubicBezTo>
                    <a:cubicBezTo>
                      <a:pt x="6176" y="5077"/>
                      <a:pt x="6510" y="4270"/>
                      <a:pt x="6510" y="3428"/>
                    </a:cubicBezTo>
                    <a:cubicBezTo>
                      <a:pt x="6510" y="2587"/>
                      <a:pt x="6176" y="1780"/>
                      <a:pt x="5581" y="1185"/>
                    </a:cubicBezTo>
                    <a:cubicBezTo>
                      <a:pt x="4986" y="590"/>
                      <a:pt x="4179" y="256"/>
                      <a:pt x="3338" y="256"/>
                    </a:cubicBezTo>
                    <a:cubicBezTo>
                      <a:pt x="2497" y="256"/>
                      <a:pt x="1690" y="590"/>
                      <a:pt x="1096" y="1185"/>
                    </a:cubicBezTo>
                    <a:cubicBezTo>
                      <a:pt x="501" y="1780"/>
                      <a:pt x="167" y="2587"/>
                      <a:pt x="167" y="3428"/>
                    </a:cubicBezTo>
                    <a:cubicBezTo>
                      <a:pt x="167" y="4270"/>
                      <a:pt x="501" y="5077"/>
                      <a:pt x="1096" y="5672"/>
                    </a:cubicBezTo>
                    <a:cubicBezTo>
                      <a:pt x="1690" y="6267"/>
                      <a:pt x="2497" y="6601"/>
                      <a:pt x="3338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5" name="Freeform: Shape 1464">
                <a:extLst>
                  <a:ext uri="{FF2B5EF4-FFF2-40B4-BE49-F238E27FC236}">
                    <a16:creationId xmlns:a16="http://schemas.microsoft.com/office/drawing/2014/main" id="{82334DFF-3A97-CB59-72AF-76A2B3A4CF8F}"/>
                  </a:ext>
                </a:extLst>
              </p:cNvPr>
              <p:cNvSpPr/>
              <p:nvPr/>
            </p:nvSpPr>
            <p:spPr>
              <a:xfrm>
                <a:off x="3080396" y="6588658"/>
                <a:ext cx="6343" cy="6345"/>
              </a:xfrm>
              <a:custGeom>
                <a:avLst/>
                <a:gdLst>
                  <a:gd name="connsiteX0" fmla="*/ 3347 w 6343"/>
                  <a:gd name="connsiteY0" fmla="*/ 6590 h 6345"/>
                  <a:gd name="connsiteX1" fmla="*/ 5590 w 6343"/>
                  <a:gd name="connsiteY1" fmla="*/ 5661 h 6345"/>
                  <a:gd name="connsiteX2" fmla="*/ 6519 w 6343"/>
                  <a:gd name="connsiteY2" fmla="*/ 3418 h 6345"/>
                  <a:gd name="connsiteX3" fmla="*/ 5590 w 6343"/>
                  <a:gd name="connsiteY3" fmla="*/ 1174 h 6345"/>
                  <a:gd name="connsiteX4" fmla="*/ 3347 w 6343"/>
                  <a:gd name="connsiteY4" fmla="*/ 245 h 6345"/>
                  <a:gd name="connsiteX5" fmla="*/ 1105 w 6343"/>
                  <a:gd name="connsiteY5" fmla="*/ 1174 h 6345"/>
                  <a:gd name="connsiteX6" fmla="*/ 176 w 6343"/>
                  <a:gd name="connsiteY6" fmla="*/ 3418 h 6345"/>
                  <a:gd name="connsiteX7" fmla="*/ 1105 w 6343"/>
                  <a:gd name="connsiteY7" fmla="*/ 5661 h 6345"/>
                  <a:gd name="connsiteX8" fmla="*/ 3347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7" y="6590"/>
                    </a:moveTo>
                    <a:cubicBezTo>
                      <a:pt x="4188" y="6590"/>
                      <a:pt x="4995" y="6256"/>
                      <a:pt x="5590" y="5661"/>
                    </a:cubicBezTo>
                    <a:cubicBezTo>
                      <a:pt x="6185" y="5066"/>
                      <a:pt x="6519" y="4259"/>
                      <a:pt x="6519" y="3418"/>
                    </a:cubicBezTo>
                    <a:cubicBezTo>
                      <a:pt x="6519" y="2576"/>
                      <a:pt x="6185" y="1769"/>
                      <a:pt x="5590" y="1174"/>
                    </a:cubicBezTo>
                    <a:cubicBezTo>
                      <a:pt x="4995" y="579"/>
                      <a:pt x="4188" y="245"/>
                      <a:pt x="3347" y="245"/>
                    </a:cubicBezTo>
                    <a:cubicBezTo>
                      <a:pt x="2506" y="245"/>
                      <a:pt x="1699" y="579"/>
                      <a:pt x="1105" y="1174"/>
                    </a:cubicBezTo>
                    <a:cubicBezTo>
                      <a:pt x="510" y="1769"/>
                      <a:pt x="176" y="2576"/>
                      <a:pt x="176" y="3418"/>
                    </a:cubicBezTo>
                    <a:cubicBezTo>
                      <a:pt x="176" y="4259"/>
                      <a:pt x="510" y="5066"/>
                      <a:pt x="1105" y="5661"/>
                    </a:cubicBezTo>
                    <a:cubicBezTo>
                      <a:pt x="1699" y="6256"/>
                      <a:pt x="2506" y="6590"/>
                      <a:pt x="3347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6" name="Freeform: Shape 1465">
                <a:extLst>
                  <a:ext uri="{FF2B5EF4-FFF2-40B4-BE49-F238E27FC236}">
                    <a16:creationId xmlns:a16="http://schemas.microsoft.com/office/drawing/2014/main" id="{A6289977-12A7-C78E-BF9B-FE9E69842B0B}"/>
                  </a:ext>
                </a:extLst>
              </p:cNvPr>
              <p:cNvSpPr/>
              <p:nvPr/>
            </p:nvSpPr>
            <p:spPr>
              <a:xfrm>
                <a:off x="3075505" y="6583429"/>
                <a:ext cx="6343" cy="6345"/>
              </a:xfrm>
              <a:custGeom>
                <a:avLst/>
                <a:gdLst>
                  <a:gd name="connsiteX0" fmla="*/ 3347 w 6343"/>
                  <a:gd name="connsiteY0" fmla="*/ 6590 h 6345"/>
                  <a:gd name="connsiteX1" fmla="*/ 5589 w 6343"/>
                  <a:gd name="connsiteY1" fmla="*/ 5661 h 6345"/>
                  <a:gd name="connsiteX2" fmla="*/ 6518 w 6343"/>
                  <a:gd name="connsiteY2" fmla="*/ 3417 h 6345"/>
                  <a:gd name="connsiteX3" fmla="*/ 5589 w 6343"/>
                  <a:gd name="connsiteY3" fmla="*/ 1174 h 6345"/>
                  <a:gd name="connsiteX4" fmla="*/ 3347 w 6343"/>
                  <a:gd name="connsiteY4" fmla="*/ 245 h 6345"/>
                  <a:gd name="connsiteX5" fmla="*/ 1104 w 6343"/>
                  <a:gd name="connsiteY5" fmla="*/ 1174 h 6345"/>
                  <a:gd name="connsiteX6" fmla="*/ 175 w 6343"/>
                  <a:gd name="connsiteY6" fmla="*/ 3417 h 6345"/>
                  <a:gd name="connsiteX7" fmla="*/ 1104 w 6343"/>
                  <a:gd name="connsiteY7" fmla="*/ 5661 h 6345"/>
                  <a:gd name="connsiteX8" fmla="*/ 3347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7" y="6590"/>
                    </a:moveTo>
                    <a:cubicBezTo>
                      <a:pt x="4188" y="6590"/>
                      <a:pt x="4995" y="6256"/>
                      <a:pt x="5589" y="5661"/>
                    </a:cubicBezTo>
                    <a:cubicBezTo>
                      <a:pt x="6184" y="5066"/>
                      <a:pt x="6518" y="4259"/>
                      <a:pt x="6518" y="3417"/>
                    </a:cubicBezTo>
                    <a:cubicBezTo>
                      <a:pt x="6518" y="2576"/>
                      <a:pt x="6184" y="1769"/>
                      <a:pt x="5589" y="1174"/>
                    </a:cubicBezTo>
                    <a:cubicBezTo>
                      <a:pt x="4995" y="579"/>
                      <a:pt x="4188" y="245"/>
                      <a:pt x="3347" y="245"/>
                    </a:cubicBezTo>
                    <a:cubicBezTo>
                      <a:pt x="2506" y="245"/>
                      <a:pt x="1699" y="579"/>
                      <a:pt x="1104" y="1174"/>
                    </a:cubicBezTo>
                    <a:cubicBezTo>
                      <a:pt x="509" y="1769"/>
                      <a:pt x="175" y="2576"/>
                      <a:pt x="175" y="3417"/>
                    </a:cubicBezTo>
                    <a:cubicBezTo>
                      <a:pt x="175" y="4259"/>
                      <a:pt x="509" y="5066"/>
                      <a:pt x="1104" y="5661"/>
                    </a:cubicBezTo>
                    <a:cubicBezTo>
                      <a:pt x="1699" y="6256"/>
                      <a:pt x="2506" y="6590"/>
                      <a:pt x="3347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7" name="Freeform: Shape 1466">
                <a:extLst>
                  <a:ext uri="{FF2B5EF4-FFF2-40B4-BE49-F238E27FC236}">
                    <a16:creationId xmlns:a16="http://schemas.microsoft.com/office/drawing/2014/main" id="{BAB2E491-EB15-7F7D-3AD6-372A99B85C95}"/>
                  </a:ext>
                </a:extLst>
              </p:cNvPr>
              <p:cNvSpPr/>
              <p:nvPr/>
            </p:nvSpPr>
            <p:spPr>
              <a:xfrm>
                <a:off x="2977440" y="6676035"/>
                <a:ext cx="6343" cy="6345"/>
              </a:xfrm>
              <a:custGeom>
                <a:avLst/>
                <a:gdLst>
                  <a:gd name="connsiteX0" fmla="*/ 3339 w 6343"/>
                  <a:gd name="connsiteY0" fmla="*/ 6597 h 6345"/>
                  <a:gd name="connsiteX1" fmla="*/ 5582 w 6343"/>
                  <a:gd name="connsiteY1" fmla="*/ 5668 h 6345"/>
                  <a:gd name="connsiteX2" fmla="*/ 6511 w 6343"/>
                  <a:gd name="connsiteY2" fmla="*/ 3425 h 6345"/>
                  <a:gd name="connsiteX3" fmla="*/ 5582 w 6343"/>
                  <a:gd name="connsiteY3" fmla="*/ 1181 h 6345"/>
                  <a:gd name="connsiteX4" fmla="*/ 3339 w 6343"/>
                  <a:gd name="connsiteY4" fmla="*/ 252 h 6345"/>
                  <a:gd name="connsiteX5" fmla="*/ 1096 w 6343"/>
                  <a:gd name="connsiteY5" fmla="*/ 1181 h 6345"/>
                  <a:gd name="connsiteX6" fmla="*/ 168 w 6343"/>
                  <a:gd name="connsiteY6" fmla="*/ 3425 h 6345"/>
                  <a:gd name="connsiteX7" fmla="*/ 1096 w 6343"/>
                  <a:gd name="connsiteY7" fmla="*/ 5668 h 6345"/>
                  <a:gd name="connsiteX8" fmla="*/ 3339 w 6343"/>
                  <a:gd name="connsiteY8" fmla="*/ 65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97"/>
                    </a:moveTo>
                    <a:cubicBezTo>
                      <a:pt x="4180" y="6597"/>
                      <a:pt x="4987" y="6263"/>
                      <a:pt x="5582" y="5668"/>
                    </a:cubicBezTo>
                    <a:cubicBezTo>
                      <a:pt x="6176" y="5073"/>
                      <a:pt x="6511" y="4266"/>
                      <a:pt x="6511" y="3425"/>
                    </a:cubicBezTo>
                    <a:cubicBezTo>
                      <a:pt x="6511" y="2583"/>
                      <a:pt x="6176" y="1776"/>
                      <a:pt x="5582" y="1181"/>
                    </a:cubicBezTo>
                    <a:cubicBezTo>
                      <a:pt x="4987" y="586"/>
                      <a:pt x="4180" y="252"/>
                      <a:pt x="3339" y="252"/>
                    </a:cubicBezTo>
                    <a:cubicBezTo>
                      <a:pt x="2498" y="252"/>
                      <a:pt x="1691" y="586"/>
                      <a:pt x="1096" y="1181"/>
                    </a:cubicBezTo>
                    <a:cubicBezTo>
                      <a:pt x="502" y="1776"/>
                      <a:pt x="168" y="2583"/>
                      <a:pt x="168" y="3425"/>
                    </a:cubicBezTo>
                    <a:cubicBezTo>
                      <a:pt x="168" y="4266"/>
                      <a:pt x="502" y="5073"/>
                      <a:pt x="1096" y="5668"/>
                    </a:cubicBezTo>
                    <a:cubicBezTo>
                      <a:pt x="1691" y="6263"/>
                      <a:pt x="2498" y="6597"/>
                      <a:pt x="3339" y="65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8" name="Freeform: Shape 1467">
                <a:extLst>
                  <a:ext uri="{FF2B5EF4-FFF2-40B4-BE49-F238E27FC236}">
                    <a16:creationId xmlns:a16="http://schemas.microsoft.com/office/drawing/2014/main" id="{FAB23067-86CE-E6E2-F3C2-3E83A2B2C326}"/>
                  </a:ext>
                </a:extLst>
              </p:cNvPr>
              <p:cNvSpPr/>
              <p:nvPr/>
            </p:nvSpPr>
            <p:spPr>
              <a:xfrm>
                <a:off x="2976450" y="6665582"/>
                <a:ext cx="6343" cy="6345"/>
              </a:xfrm>
              <a:custGeom>
                <a:avLst/>
                <a:gdLst>
                  <a:gd name="connsiteX0" fmla="*/ 3339 w 6343"/>
                  <a:gd name="connsiteY0" fmla="*/ 6596 h 6345"/>
                  <a:gd name="connsiteX1" fmla="*/ 5582 w 6343"/>
                  <a:gd name="connsiteY1" fmla="*/ 5667 h 6345"/>
                  <a:gd name="connsiteX2" fmla="*/ 6511 w 6343"/>
                  <a:gd name="connsiteY2" fmla="*/ 3424 h 6345"/>
                  <a:gd name="connsiteX3" fmla="*/ 5582 w 6343"/>
                  <a:gd name="connsiteY3" fmla="*/ 1180 h 6345"/>
                  <a:gd name="connsiteX4" fmla="*/ 3339 w 6343"/>
                  <a:gd name="connsiteY4" fmla="*/ 251 h 6345"/>
                  <a:gd name="connsiteX5" fmla="*/ 1096 w 6343"/>
                  <a:gd name="connsiteY5" fmla="*/ 1180 h 6345"/>
                  <a:gd name="connsiteX6" fmla="*/ 167 w 6343"/>
                  <a:gd name="connsiteY6" fmla="*/ 3424 h 6345"/>
                  <a:gd name="connsiteX7" fmla="*/ 1096 w 6343"/>
                  <a:gd name="connsiteY7" fmla="*/ 5667 h 6345"/>
                  <a:gd name="connsiteX8" fmla="*/ 3339 w 6343"/>
                  <a:gd name="connsiteY8" fmla="*/ 65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96"/>
                    </a:moveTo>
                    <a:cubicBezTo>
                      <a:pt x="4180" y="6596"/>
                      <a:pt x="4987" y="6262"/>
                      <a:pt x="5582" y="5667"/>
                    </a:cubicBezTo>
                    <a:cubicBezTo>
                      <a:pt x="6176" y="5072"/>
                      <a:pt x="6511" y="4265"/>
                      <a:pt x="6511" y="3424"/>
                    </a:cubicBezTo>
                    <a:cubicBezTo>
                      <a:pt x="6511" y="2582"/>
                      <a:pt x="6176" y="1775"/>
                      <a:pt x="5582" y="1180"/>
                    </a:cubicBezTo>
                    <a:cubicBezTo>
                      <a:pt x="4987" y="585"/>
                      <a:pt x="4180" y="251"/>
                      <a:pt x="3339" y="251"/>
                    </a:cubicBezTo>
                    <a:cubicBezTo>
                      <a:pt x="2498" y="251"/>
                      <a:pt x="1691" y="585"/>
                      <a:pt x="1096" y="1180"/>
                    </a:cubicBezTo>
                    <a:cubicBezTo>
                      <a:pt x="502" y="1775"/>
                      <a:pt x="167" y="2582"/>
                      <a:pt x="167" y="3424"/>
                    </a:cubicBezTo>
                    <a:cubicBezTo>
                      <a:pt x="167" y="4265"/>
                      <a:pt x="502" y="5072"/>
                      <a:pt x="1096" y="5667"/>
                    </a:cubicBezTo>
                    <a:cubicBezTo>
                      <a:pt x="1691" y="6262"/>
                      <a:pt x="2498" y="6596"/>
                      <a:pt x="3339" y="65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9" name="Freeform: Shape 1468">
                <a:extLst>
                  <a:ext uri="{FF2B5EF4-FFF2-40B4-BE49-F238E27FC236}">
                    <a16:creationId xmlns:a16="http://schemas.microsoft.com/office/drawing/2014/main" id="{3D9C885C-D402-8EB8-9246-C11C2CAFF8D3}"/>
                  </a:ext>
                </a:extLst>
              </p:cNvPr>
              <p:cNvSpPr/>
              <p:nvPr/>
            </p:nvSpPr>
            <p:spPr>
              <a:xfrm>
                <a:off x="2980945" y="6649629"/>
                <a:ext cx="6343" cy="6345"/>
              </a:xfrm>
              <a:custGeom>
                <a:avLst/>
                <a:gdLst>
                  <a:gd name="connsiteX0" fmla="*/ 3339 w 6343"/>
                  <a:gd name="connsiteY0" fmla="*/ 6595 h 6345"/>
                  <a:gd name="connsiteX1" fmla="*/ 5582 w 6343"/>
                  <a:gd name="connsiteY1" fmla="*/ 5666 h 6345"/>
                  <a:gd name="connsiteX2" fmla="*/ 6511 w 6343"/>
                  <a:gd name="connsiteY2" fmla="*/ 3423 h 6345"/>
                  <a:gd name="connsiteX3" fmla="*/ 5582 w 6343"/>
                  <a:gd name="connsiteY3" fmla="*/ 1179 h 6345"/>
                  <a:gd name="connsiteX4" fmla="*/ 3339 w 6343"/>
                  <a:gd name="connsiteY4" fmla="*/ 250 h 6345"/>
                  <a:gd name="connsiteX5" fmla="*/ 1097 w 6343"/>
                  <a:gd name="connsiteY5" fmla="*/ 1179 h 6345"/>
                  <a:gd name="connsiteX6" fmla="*/ 168 w 6343"/>
                  <a:gd name="connsiteY6" fmla="*/ 3423 h 6345"/>
                  <a:gd name="connsiteX7" fmla="*/ 1097 w 6343"/>
                  <a:gd name="connsiteY7" fmla="*/ 5666 h 6345"/>
                  <a:gd name="connsiteX8" fmla="*/ 3339 w 6343"/>
                  <a:gd name="connsiteY8" fmla="*/ 65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95"/>
                    </a:moveTo>
                    <a:cubicBezTo>
                      <a:pt x="4180" y="6595"/>
                      <a:pt x="4987" y="6261"/>
                      <a:pt x="5582" y="5666"/>
                    </a:cubicBezTo>
                    <a:cubicBezTo>
                      <a:pt x="6177" y="5071"/>
                      <a:pt x="6511" y="4264"/>
                      <a:pt x="6511" y="3423"/>
                    </a:cubicBezTo>
                    <a:cubicBezTo>
                      <a:pt x="6511" y="2581"/>
                      <a:pt x="6177" y="1774"/>
                      <a:pt x="5582" y="1179"/>
                    </a:cubicBezTo>
                    <a:cubicBezTo>
                      <a:pt x="4987" y="584"/>
                      <a:pt x="4180" y="250"/>
                      <a:pt x="3339" y="250"/>
                    </a:cubicBezTo>
                    <a:cubicBezTo>
                      <a:pt x="2498" y="250"/>
                      <a:pt x="1691" y="584"/>
                      <a:pt x="1097" y="1179"/>
                    </a:cubicBezTo>
                    <a:cubicBezTo>
                      <a:pt x="502" y="1774"/>
                      <a:pt x="168" y="2581"/>
                      <a:pt x="168" y="3423"/>
                    </a:cubicBezTo>
                    <a:cubicBezTo>
                      <a:pt x="168" y="4264"/>
                      <a:pt x="502" y="5071"/>
                      <a:pt x="1097" y="5666"/>
                    </a:cubicBezTo>
                    <a:cubicBezTo>
                      <a:pt x="1691" y="6261"/>
                      <a:pt x="2498" y="6595"/>
                      <a:pt x="3339" y="65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0" name="Freeform: Shape 1469">
                <a:extLst>
                  <a:ext uri="{FF2B5EF4-FFF2-40B4-BE49-F238E27FC236}">
                    <a16:creationId xmlns:a16="http://schemas.microsoft.com/office/drawing/2014/main" id="{759B8C73-B011-0282-9824-BFBFFD171BBC}"/>
                  </a:ext>
                </a:extLst>
              </p:cNvPr>
              <p:cNvSpPr/>
              <p:nvPr/>
            </p:nvSpPr>
            <p:spPr>
              <a:xfrm>
                <a:off x="2986037" y="6633327"/>
                <a:ext cx="6343" cy="6345"/>
              </a:xfrm>
              <a:custGeom>
                <a:avLst/>
                <a:gdLst>
                  <a:gd name="connsiteX0" fmla="*/ 3340 w 6343"/>
                  <a:gd name="connsiteY0" fmla="*/ 6594 h 6345"/>
                  <a:gd name="connsiteX1" fmla="*/ 5582 w 6343"/>
                  <a:gd name="connsiteY1" fmla="*/ 5665 h 6345"/>
                  <a:gd name="connsiteX2" fmla="*/ 6511 w 6343"/>
                  <a:gd name="connsiteY2" fmla="*/ 3421 h 6345"/>
                  <a:gd name="connsiteX3" fmla="*/ 5582 w 6343"/>
                  <a:gd name="connsiteY3" fmla="*/ 1178 h 6345"/>
                  <a:gd name="connsiteX4" fmla="*/ 3340 w 6343"/>
                  <a:gd name="connsiteY4" fmla="*/ 249 h 6345"/>
                  <a:gd name="connsiteX5" fmla="*/ 1097 w 6343"/>
                  <a:gd name="connsiteY5" fmla="*/ 1178 h 6345"/>
                  <a:gd name="connsiteX6" fmla="*/ 168 w 6343"/>
                  <a:gd name="connsiteY6" fmla="*/ 3421 h 6345"/>
                  <a:gd name="connsiteX7" fmla="*/ 1097 w 6343"/>
                  <a:gd name="connsiteY7" fmla="*/ 5665 h 6345"/>
                  <a:gd name="connsiteX8" fmla="*/ 3340 w 6343"/>
                  <a:gd name="connsiteY8" fmla="*/ 65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0" y="6594"/>
                    </a:moveTo>
                    <a:cubicBezTo>
                      <a:pt x="4181" y="6594"/>
                      <a:pt x="4988" y="6260"/>
                      <a:pt x="5582" y="5665"/>
                    </a:cubicBezTo>
                    <a:cubicBezTo>
                      <a:pt x="6177" y="5070"/>
                      <a:pt x="6511" y="4263"/>
                      <a:pt x="6511" y="3421"/>
                    </a:cubicBezTo>
                    <a:cubicBezTo>
                      <a:pt x="6511" y="2580"/>
                      <a:pt x="6177" y="1773"/>
                      <a:pt x="5582" y="1178"/>
                    </a:cubicBezTo>
                    <a:cubicBezTo>
                      <a:pt x="4988" y="583"/>
                      <a:pt x="4181" y="249"/>
                      <a:pt x="3340" y="249"/>
                    </a:cubicBezTo>
                    <a:cubicBezTo>
                      <a:pt x="2499" y="249"/>
                      <a:pt x="1692" y="583"/>
                      <a:pt x="1097" y="1178"/>
                    </a:cubicBezTo>
                    <a:cubicBezTo>
                      <a:pt x="502" y="1773"/>
                      <a:pt x="168" y="2580"/>
                      <a:pt x="168" y="3421"/>
                    </a:cubicBezTo>
                    <a:cubicBezTo>
                      <a:pt x="168" y="4263"/>
                      <a:pt x="502" y="5070"/>
                      <a:pt x="1097" y="5665"/>
                    </a:cubicBezTo>
                    <a:cubicBezTo>
                      <a:pt x="1692" y="6260"/>
                      <a:pt x="2499" y="6594"/>
                      <a:pt x="3340" y="65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1" name="Freeform: Shape 1470">
                <a:extLst>
                  <a:ext uri="{FF2B5EF4-FFF2-40B4-BE49-F238E27FC236}">
                    <a16:creationId xmlns:a16="http://schemas.microsoft.com/office/drawing/2014/main" id="{836D6FC0-2D1D-619B-37FA-080CDDD4A8E6}"/>
                  </a:ext>
                </a:extLst>
              </p:cNvPr>
              <p:cNvSpPr/>
              <p:nvPr/>
            </p:nvSpPr>
            <p:spPr>
              <a:xfrm>
                <a:off x="2985163" y="6623251"/>
                <a:ext cx="6343" cy="6345"/>
              </a:xfrm>
              <a:custGeom>
                <a:avLst/>
                <a:gdLst>
                  <a:gd name="connsiteX0" fmla="*/ 3340 w 6343"/>
                  <a:gd name="connsiteY0" fmla="*/ 6593 h 6345"/>
                  <a:gd name="connsiteX1" fmla="*/ 5582 w 6343"/>
                  <a:gd name="connsiteY1" fmla="*/ 5664 h 6345"/>
                  <a:gd name="connsiteX2" fmla="*/ 6511 w 6343"/>
                  <a:gd name="connsiteY2" fmla="*/ 3420 h 6345"/>
                  <a:gd name="connsiteX3" fmla="*/ 5582 w 6343"/>
                  <a:gd name="connsiteY3" fmla="*/ 1177 h 6345"/>
                  <a:gd name="connsiteX4" fmla="*/ 3340 w 6343"/>
                  <a:gd name="connsiteY4" fmla="*/ 248 h 6345"/>
                  <a:gd name="connsiteX5" fmla="*/ 1097 w 6343"/>
                  <a:gd name="connsiteY5" fmla="*/ 1177 h 6345"/>
                  <a:gd name="connsiteX6" fmla="*/ 168 w 6343"/>
                  <a:gd name="connsiteY6" fmla="*/ 3420 h 6345"/>
                  <a:gd name="connsiteX7" fmla="*/ 1097 w 6343"/>
                  <a:gd name="connsiteY7" fmla="*/ 5664 h 6345"/>
                  <a:gd name="connsiteX8" fmla="*/ 3340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0" y="6593"/>
                    </a:moveTo>
                    <a:cubicBezTo>
                      <a:pt x="4181" y="6593"/>
                      <a:pt x="4988" y="6259"/>
                      <a:pt x="5582" y="5664"/>
                    </a:cubicBezTo>
                    <a:cubicBezTo>
                      <a:pt x="6177" y="5069"/>
                      <a:pt x="6511" y="4262"/>
                      <a:pt x="6511" y="3420"/>
                    </a:cubicBezTo>
                    <a:cubicBezTo>
                      <a:pt x="6511" y="2579"/>
                      <a:pt x="6177" y="1772"/>
                      <a:pt x="5582" y="1177"/>
                    </a:cubicBezTo>
                    <a:cubicBezTo>
                      <a:pt x="4988" y="582"/>
                      <a:pt x="4181" y="248"/>
                      <a:pt x="3340" y="248"/>
                    </a:cubicBezTo>
                    <a:cubicBezTo>
                      <a:pt x="2499" y="248"/>
                      <a:pt x="1692" y="582"/>
                      <a:pt x="1097" y="1177"/>
                    </a:cubicBezTo>
                    <a:cubicBezTo>
                      <a:pt x="502" y="1772"/>
                      <a:pt x="168" y="2579"/>
                      <a:pt x="168" y="3420"/>
                    </a:cubicBezTo>
                    <a:cubicBezTo>
                      <a:pt x="168" y="4262"/>
                      <a:pt x="502" y="5069"/>
                      <a:pt x="1097" y="5664"/>
                    </a:cubicBezTo>
                    <a:cubicBezTo>
                      <a:pt x="1692" y="6259"/>
                      <a:pt x="2499" y="6593"/>
                      <a:pt x="3340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2" name="Freeform: Shape 1471">
                <a:extLst>
                  <a:ext uri="{FF2B5EF4-FFF2-40B4-BE49-F238E27FC236}">
                    <a16:creationId xmlns:a16="http://schemas.microsoft.com/office/drawing/2014/main" id="{889669E4-EBAC-EDA2-23D6-EECC6CE43358}"/>
                  </a:ext>
                </a:extLst>
              </p:cNvPr>
              <p:cNvSpPr/>
              <p:nvPr/>
            </p:nvSpPr>
            <p:spPr>
              <a:xfrm>
                <a:off x="2984582" y="6612998"/>
                <a:ext cx="6343" cy="6345"/>
              </a:xfrm>
              <a:custGeom>
                <a:avLst/>
                <a:gdLst>
                  <a:gd name="connsiteX0" fmla="*/ 3340 w 6343"/>
                  <a:gd name="connsiteY0" fmla="*/ 6592 h 6345"/>
                  <a:gd name="connsiteX1" fmla="*/ 5582 w 6343"/>
                  <a:gd name="connsiteY1" fmla="*/ 5663 h 6345"/>
                  <a:gd name="connsiteX2" fmla="*/ 6511 w 6343"/>
                  <a:gd name="connsiteY2" fmla="*/ 3420 h 6345"/>
                  <a:gd name="connsiteX3" fmla="*/ 5582 w 6343"/>
                  <a:gd name="connsiteY3" fmla="*/ 1176 h 6345"/>
                  <a:gd name="connsiteX4" fmla="*/ 3340 w 6343"/>
                  <a:gd name="connsiteY4" fmla="*/ 247 h 6345"/>
                  <a:gd name="connsiteX5" fmla="*/ 1097 w 6343"/>
                  <a:gd name="connsiteY5" fmla="*/ 1176 h 6345"/>
                  <a:gd name="connsiteX6" fmla="*/ 168 w 6343"/>
                  <a:gd name="connsiteY6" fmla="*/ 3420 h 6345"/>
                  <a:gd name="connsiteX7" fmla="*/ 1097 w 6343"/>
                  <a:gd name="connsiteY7" fmla="*/ 5663 h 6345"/>
                  <a:gd name="connsiteX8" fmla="*/ 3340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0" y="6592"/>
                    </a:moveTo>
                    <a:cubicBezTo>
                      <a:pt x="4181" y="6592"/>
                      <a:pt x="4988" y="6258"/>
                      <a:pt x="5582" y="5663"/>
                    </a:cubicBezTo>
                    <a:cubicBezTo>
                      <a:pt x="6177" y="5068"/>
                      <a:pt x="6511" y="4261"/>
                      <a:pt x="6511" y="3420"/>
                    </a:cubicBezTo>
                    <a:cubicBezTo>
                      <a:pt x="6511" y="2578"/>
                      <a:pt x="6177" y="1771"/>
                      <a:pt x="5582" y="1176"/>
                    </a:cubicBezTo>
                    <a:cubicBezTo>
                      <a:pt x="4988" y="581"/>
                      <a:pt x="4181" y="247"/>
                      <a:pt x="3340" y="247"/>
                    </a:cubicBezTo>
                    <a:cubicBezTo>
                      <a:pt x="2499" y="247"/>
                      <a:pt x="1692" y="581"/>
                      <a:pt x="1097" y="1176"/>
                    </a:cubicBezTo>
                    <a:cubicBezTo>
                      <a:pt x="502" y="1771"/>
                      <a:pt x="168" y="2578"/>
                      <a:pt x="168" y="3420"/>
                    </a:cubicBezTo>
                    <a:cubicBezTo>
                      <a:pt x="168" y="4261"/>
                      <a:pt x="502" y="5068"/>
                      <a:pt x="1097" y="5663"/>
                    </a:cubicBezTo>
                    <a:cubicBezTo>
                      <a:pt x="1692" y="6258"/>
                      <a:pt x="2499" y="6592"/>
                      <a:pt x="3340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3" name="Freeform: Shape 1472">
                <a:extLst>
                  <a:ext uri="{FF2B5EF4-FFF2-40B4-BE49-F238E27FC236}">
                    <a16:creationId xmlns:a16="http://schemas.microsoft.com/office/drawing/2014/main" id="{7F5EAF90-677A-79AF-464A-E8FB338FDCF2}"/>
                  </a:ext>
                </a:extLst>
              </p:cNvPr>
              <p:cNvSpPr/>
              <p:nvPr/>
            </p:nvSpPr>
            <p:spPr>
              <a:xfrm>
                <a:off x="3087694" y="6501722"/>
                <a:ext cx="6343" cy="6345"/>
              </a:xfrm>
              <a:custGeom>
                <a:avLst/>
                <a:gdLst>
                  <a:gd name="connsiteX0" fmla="*/ 3348 w 6343"/>
                  <a:gd name="connsiteY0" fmla="*/ 6584 h 6345"/>
                  <a:gd name="connsiteX1" fmla="*/ 5590 w 6343"/>
                  <a:gd name="connsiteY1" fmla="*/ 5654 h 6345"/>
                  <a:gd name="connsiteX2" fmla="*/ 6519 w 6343"/>
                  <a:gd name="connsiteY2" fmla="*/ 3411 h 6345"/>
                  <a:gd name="connsiteX3" fmla="*/ 5590 w 6343"/>
                  <a:gd name="connsiteY3" fmla="*/ 1167 h 6345"/>
                  <a:gd name="connsiteX4" fmla="*/ 3348 w 6343"/>
                  <a:gd name="connsiteY4" fmla="*/ 238 h 6345"/>
                  <a:gd name="connsiteX5" fmla="*/ 1105 w 6343"/>
                  <a:gd name="connsiteY5" fmla="*/ 1167 h 6345"/>
                  <a:gd name="connsiteX6" fmla="*/ 176 w 6343"/>
                  <a:gd name="connsiteY6" fmla="*/ 3411 h 6345"/>
                  <a:gd name="connsiteX7" fmla="*/ 1105 w 6343"/>
                  <a:gd name="connsiteY7" fmla="*/ 5654 h 6345"/>
                  <a:gd name="connsiteX8" fmla="*/ 3348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84"/>
                    </a:moveTo>
                    <a:cubicBezTo>
                      <a:pt x="4189" y="6584"/>
                      <a:pt x="4996" y="6249"/>
                      <a:pt x="5590" y="5654"/>
                    </a:cubicBezTo>
                    <a:cubicBezTo>
                      <a:pt x="6185" y="5059"/>
                      <a:pt x="6519" y="4252"/>
                      <a:pt x="6519" y="3411"/>
                    </a:cubicBezTo>
                    <a:cubicBezTo>
                      <a:pt x="6519" y="2569"/>
                      <a:pt x="6185" y="1762"/>
                      <a:pt x="5590" y="1167"/>
                    </a:cubicBezTo>
                    <a:cubicBezTo>
                      <a:pt x="4996" y="572"/>
                      <a:pt x="4189" y="238"/>
                      <a:pt x="3348" y="238"/>
                    </a:cubicBezTo>
                    <a:cubicBezTo>
                      <a:pt x="2507" y="238"/>
                      <a:pt x="1700" y="572"/>
                      <a:pt x="1105" y="1167"/>
                    </a:cubicBezTo>
                    <a:cubicBezTo>
                      <a:pt x="510" y="1762"/>
                      <a:pt x="176" y="2569"/>
                      <a:pt x="176" y="3411"/>
                    </a:cubicBezTo>
                    <a:cubicBezTo>
                      <a:pt x="176" y="4252"/>
                      <a:pt x="510" y="5059"/>
                      <a:pt x="1105" y="5654"/>
                    </a:cubicBezTo>
                    <a:cubicBezTo>
                      <a:pt x="1700" y="6249"/>
                      <a:pt x="2507" y="6584"/>
                      <a:pt x="3348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4" name="Freeform: Shape 1473">
                <a:extLst>
                  <a:ext uri="{FF2B5EF4-FFF2-40B4-BE49-F238E27FC236}">
                    <a16:creationId xmlns:a16="http://schemas.microsoft.com/office/drawing/2014/main" id="{39E71FEA-004A-4132-B898-0DE660663528}"/>
                  </a:ext>
                </a:extLst>
              </p:cNvPr>
              <p:cNvSpPr/>
              <p:nvPr/>
            </p:nvSpPr>
            <p:spPr>
              <a:xfrm>
                <a:off x="2977248" y="6598786"/>
                <a:ext cx="6343" cy="6345"/>
              </a:xfrm>
              <a:custGeom>
                <a:avLst/>
                <a:gdLst>
                  <a:gd name="connsiteX0" fmla="*/ 3339 w 6343"/>
                  <a:gd name="connsiteY0" fmla="*/ 6591 h 6345"/>
                  <a:gd name="connsiteX1" fmla="*/ 5582 w 6343"/>
                  <a:gd name="connsiteY1" fmla="*/ 5662 h 6345"/>
                  <a:gd name="connsiteX2" fmla="*/ 6511 w 6343"/>
                  <a:gd name="connsiteY2" fmla="*/ 3418 h 6345"/>
                  <a:gd name="connsiteX3" fmla="*/ 5582 w 6343"/>
                  <a:gd name="connsiteY3" fmla="*/ 1175 h 6345"/>
                  <a:gd name="connsiteX4" fmla="*/ 3339 w 6343"/>
                  <a:gd name="connsiteY4" fmla="*/ 246 h 6345"/>
                  <a:gd name="connsiteX5" fmla="*/ 1096 w 6343"/>
                  <a:gd name="connsiteY5" fmla="*/ 1175 h 6345"/>
                  <a:gd name="connsiteX6" fmla="*/ 168 w 6343"/>
                  <a:gd name="connsiteY6" fmla="*/ 3418 h 6345"/>
                  <a:gd name="connsiteX7" fmla="*/ 1096 w 6343"/>
                  <a:gd name="connsiteY7" fmla="*/ 5662 h 6345"/>
                  <a:gd name="connsiteX8" fmla="*/ 3339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91"/>
                    </a:moveTo>
                    <a:cubicBezTo>
                      <a:pt x="4180" y="6591"/>
                      <a:pt x="4987" y="6257"/>
                      <a:pt x="5582" y="5662"/>
                    </a:cubicBezTo>
                    <a:cubicBezTo>
                      <a:pt x="6176" y="5067"/>
                      <a:pt x="6511" y="4260"/>
                      <a:pt x="6511" y="3418"/>
                    </a:cubicBezTo>
                    <a:cubicBezTo>
                      <a:pt x="6511" y="2577"/>
                      <a:pt x="6176" y="1770"/>
                      <a:pt x="5582" y="1175"/>
                    </a:cubicBezTo>
                    <a:cubicBezTo>
                      <a:pt x="4987" y="580"/>
                      <a:pt x="4180" y="246"/>
                      <a:pt x="3339" y="246"/>
                    </a:cubicBezTo>
                    <a:cubicBezTo>
                      <a:pt x="2498" y="246"/>
                      <a:pt x="1691" y="580"/>
                      <a:pt x="1096" y="1175"/>
                    </a:cubicBezTo>
                    <a:cubicBezTo>
                      <a:pt x="502" y="1770"/>
                      <a:pt x="168" y="2577"/>
                      <a:pt x="168" y="3418"/>
                    </a:cubicBezTo>
                    <a:cubicBezTo>
                      <a:pt x="168" y="4260"/>
                      <a:pt x="502" y="5067"/>
                      <a:pt x="1096" y="5662"/>
                    </a:cubicBezTo>
                    <a:cubicBezTo>
                      <a:pt x="1691" y="6257"/>
                      <a:pt x="2498" y="6591"/>
                      <a:pt x="3339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5" name="Freeform: Shape 1474">
                <a:extLst>
                  <a:ext uri="{FF2B5EF4-FFF2-40B4-BE49-F238E27FC236}">
                    <a16:creationId xmlns:a16="http://schemas.microsoft.com/office/drawing/2014/main" id="{868B73D4-DD98-57BA-BA7E-404CEDEDD30B}"/>
                  </a:ext>
                </a:extLst>
              </p:cNvPr>
              <p:cNvSpPr/>
              <p:nvPr/>
            </p:nvSpPr>
            <p:spPr>
              <a:xfrm>
                <a:off x="2972005" y="6593238"/>
                <a:ext cx="6343" cy="6345"/>
              </a:xfrm>
              <a:custGeom>
                <a:avLst/>
                <a:gdLst>
                  <a:gd name="connsiteX0" fmla="*/ 3339 w 6343"/>
                  <a:gd name="connsiteY0" fmla="*/ 6591 h 6345"/>
                  <a:gd name="connsiteX1" fmla="*/ 5581 w 6343"/>
                  <a:gd name="connsiteY1" fmla="*/ 5662 h 6345"/>
                  <a:gd name="connsiteX2" fmla="*/ 6510 w 6343"/>
                  <a:gd name="connsiteY2" fmla="*/ 3418 h 6345"/>
                  <a:gd name="connsiteX3" fmla="*/ 5581 w 6343"/>
                  <a:gd name="connsiteY3" fmla="*/ 1175 h 6345"/>
                  <a:gd name="connsiteX4" fmla="*/ 3339 w 6343"/>
                  <a:gd name="connsiteY4" fmla="*/ 245 h 6345"/>
                  <a:gd name="connsiteX5" fmla="*/ 1096 w 6343"/>
                  <a:gd name="connsiteY5" fmla="*/ 1175 h 6345"/>
                  <a:gd name="connsiteX6" fmla="*/ 167 w 6343"/>
                  <a:gd name="connsiteY6" fmla="*/ 3418 h 6345"/>
                  <a:gd name="connsiteX7" fmla="*/ 1096 w 6343"/>
                  <a:gd name="connsiteY7" fmla="*/ 5662 h 6345"/>
                  <a:gd name="connsiteX8" fmla="*/ 3339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91"/>
                    </a:moveTo>
                    <a:cubicBezTo>
                      <a:pt x="4180" y="6591"/>
                      <a:pt x="4987" y="6256"/>
                      <a:pt x="5581" y="5662"/>
                    </a:cubicBezTo>
                    <a:cubicBezTo>
                      <a:pt x="6176" y="5067"/>
                      <a:pt x="6510" y="4259"/>
                      <a:pt x="6510" y="3418"/>
                    </a:cubicBezTo>
                    <a:cubicBezTo>
                      <a:pt x="6510" y="2577"/>
                      <a:pt x="6176" y="1770"/>
                      <a:pt x="5581" y="1175"/>
                    </a:cubicBezTo>
                    <a:cubicBezTo>
                      <a:pt x="4987" y="580"/>
                      <a:pt x="4180" y="245"/>
                      <a:pt x="3339" y="245"/>
                    </a:cubicBezTo>
                    <a:cubicBezTo>
                      <a:pt x="2498" y="245"/>
                      <a:pt x="1691" y="580"/>
                      <a:pt x="1096" y="1175"/>
                    </a:cubicBezTo>
                    <a:cubicBezTo>
                      <a:pt x="501" y="1770"/>
                      <a:pt x="167" y="2577"/>
                      <a:pt x="167" y="3418"/>
                    </a:cubicBezTo>
                    <a:cubicBezTo>
                      <a:pt x="167" y="4259"/>
                      <a:pt x="501" y="5067"/>
                      <a:pt x="1096" y="5662"/>
                    </a:cubicBezTo>
                    <a:cubicBezTo>
                      <a:pt x="1691" y="6256"/>
                      <a:pt x="2498" y="6591"/>
                      <a:pt x="3339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6" name="Freeform: Shape 1475">
                <a:extLst>
                  <a:ext uri="{FF2B5EF4-FFF2-40B4-BE49-F238E27FC236}">
                    <a16:creationId xmlns:a16="http://schemas.microsoft.com/office/drawing/2014/main" id="{6DF8FE35-9C1E-1C3C-8166-E28341AF645C}"/>
                  </a:ext>
                </a:extLst>
              </p:cNvPr>
              <p:cNvSpPr/>
              <p:nvPr/>
            </p:nvSpPr>
            <p:spPr>
              <a:xfrm>
                <a:off x="2967872" y="6586647"/>
                <a:ext cx="6343" cy="6345"/>
              </a:xfrm>
              <a:custGeom>
                <a:avLst/>
                <a:gdLst>
                  <a:gd name="connsiteX0" fmla="*/ 3338 w 6343"/>
                  <a:gd name="connsiteY0" fmla="*/ 6590 h 6345"/>
                  <a:gd name="connsiteX1" fmla="*/ 5581 w 6343"/>
                  <a:gd name="connsiteY1" fmla="*/ 5661 h 6345"/>
                  <a:gd name="connsiteX2" fmla="*/ 6510 w 6343"/>
                  <a:gd name="connsiteY2" fmla="*/ 3418 h 6345"/>
                  <a:gd name="connsiteX3" fmla="*/ 5581 w 6343"/>
                  <a:gd name="connsiteY3" fmla="*/ 1174 h 6345"/>
                  <a:gd name="connsiteX4" fmla="*/ 3338 w 6343"/>
                  <a:gd name="connsiteY4" fmla="*/ 245 h 6345"/>
                  <a:gd name="connsiteX5" fmla="*/ 1096 w 6343"/>
                  <a:gd name="connsiteY5" fmla="*/ 1174 h 6345"/>
                  <a:gd name="connsiteX6" fmla="*/ 167 w 6343"/>
                  <a:gd name="connsiteY6" fmla="*/ 3418 h 6345"/>
                  <a:gd name="connsiteX7" fmla="*/ 1096 w 6343"/>
                  <a:gd name="connsiteY7" fmla="*/ 5661 h 6345"/>
                  <a:gd name="connsiteX8" fmla="*/ 3338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8" y="6590"/>
                    </a:moveTo>
                    <a:cubicBezTo>
                      <a:pt x="4179" y="6590"/>
                      <a:pt x="4986" y="6256"/>
                      <a:pt x="5581" y="5661"/>
                    </a:cubicBezTo>
                    <a:cubicBezTo>
                      <a:pt x="6176" y="5066"/>
                      <a:pt x="6510" y="4259"/>
                      <a:pt x="6510" y="3418"/>
                    </a:cubicBezTo>
                    <a:cubicBezTo>
                      <a:pt x="6510" y="2576"/>
                      <a:pt x="6176" y="1769"/>
                      <a:pt x="5581" y="1174"/>
                    </a:cubicBezTo>
                    <a:cubicBezTo>
                      <a:pt x="4986" y="579"/>
                      <a:pt x="4179" y="245"/>
                      <a:pt x="3338" y="245"/>
                    </a:cubicBezTo>
                    <a:cubicBezTo>
                      <a:pt x="2497" y="245"/>
                      <a:pt x="1690" y="579"/>
                      <a:pt x="1096" y="1174"/>
                    </a:cubicBezTo>
                    <a:cubicBezTo>
                      <a:pt x="501" y="1769"/>
                      <a:pt x="167" y="2576"/>
                      <a:pt x="167" y="3418"/>
                    </a:cubicBezTo>
                    <a:cubicBezTo>
                      <a:pt x="167" y="4259"/>
                      <a:pt x="501" y="5066"/>
                      <a:pt x="1096" y="5661"/>
                    </a:cubicBezTo>
                    <a:cubicBezTo>
                      <a:pt x="1690" y="6256"/>
                      <a:pt x="2497" y="6590"/>
                      <a:pt x="3338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7" name="Freeform: Shape 1476">
                <a:extLst>
                  <a:ext uri="{FF2B5EF4-FFF2-40B4-BE49-F238E27FC236}">
                    <a16:creationId xmlns:a16="http://schemas.microsoft.com/office/drawing/2014/main" id="{C3E859BF-BDFD-A369-5A6A-98B26A0F5AF4}"/>
                  </a:ext>
                </a:extLst>
              </p:cNvPr>
              <p:cNvSpPr/>
              <p:nvPr/>
            </p:nvSpPr>
            <p:spPr>
              <a:xfrm>
                <a:off x="2974991" y="6569632"/>
                <a:ext cx="6343" cy="6345"/>
              </a:xfrm>
              <a:custGeom>
                <a:avLst/>
                <a:gdLst>
                  <a:gd name="connsiteX0" fmla="*/ 3339 w 6343"/>
                  <a:gd name="connsiteY0" fmla="*/ 6589 h 6345"/>
                  <a:gd name="connsiteX1" fmla="*/ 5582 w 6343"/>
                  <a:gd name="connsiteY1" fmla="*/ 5660 h 6345"/>
                  <a:gd name="connsiteX2" fmla="*/ 6510 w 6343"/>
                  <a:gd name="connsiteY2" fmla="*/ 3416 h 6345"/>
                  <a:gd name="connsiteX3" fmla="*/ 5582 w 6343"/>
                  <a:gd name="connsiteY3" fmla="*/ 1173 h 6345"/>
                  <a:gd name="connsiteX4" fmla="*/ 3339 w 6343"/>
                  <a:gd name="connsiteY4" fmla="*/ 243 h 6345"/>
                  <a:gd name="connsiteX5" fmla="*/ 1096 w 6343"/>
                  <a:gd name="connsiteY5" fmla="*/ 1173 h 6345"/>
                  <a:gd name="connsiteX6" fmla="*/ 167 w 6343"/>
                  <a:gd name="connsiteY6" fmla="*/ 3416 h 6345"/>
                  <a:gd name="connsiteX7" fmla="*/ 1096 w 6343"/>
                  <a:gd name="connsiteY7" fmla="*/ 5660 h 6345"/>
                  <a:gd name="connsiteX8" fmla="*/ 3339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89"/>
                    </a:moveTo>
                    <a:cubicBezTo>
                      <a:pt x="4180" y="6589"/>
                      <a:pt x="4987" y="6255"/>
                      <a:pt x="5582" y="5660"/>
                    </a:cubicBezTo>
                    <a:cubicBezTo>
                      <a:pt x="6176" y="5065"/>
                      <a:pt x="6510" y="4258"/>
                      <a:pt x="6510" y="3416"/>
                    </a:cubicBezTo>
                    <a:cubicBezTo>
                      <a:pt x="6510" y="2575"/>
                      <a:pt x="6176" y="1768"/>
                      <a:pt x="5582" y="1173"/>
                    </a:cubicBezTo>
                    <a:cubicBezTo>
                      <a:pt x="4987" y="578"/>
                      <a:pt x="4180" y="243"/>
                      <a:pt x="3339" y="243"/>
                    </a:cubicBezTo>
                    <a:cubicBezTo>
                      <a:pt x="2498" y="243"/>
                      <a:pt x="1691" y="578"/>
                      <a:pt x="1096" y="1173"/>
                    </a:cubicBezTo>
                    <a:cubicBezTo>
                      <a:pt x="502" y="1768"/>
                      <a:pt x="167" y="2575"/>
                      <a:pt x="167" y="3416"/>
                    </a:cubicBezTo>
                    <a:cubicBezTo>
                      <a:pt x="167" y="4258"/>
                      <a:pt x="502" y="5065"/>
                      <a:pt x="1096" y="5660"/>
                    </a:cubicBezTo>
                    <a:cubicBezTo>
                      <a:pt x="1691" y="6255"/>
                      <a:pt x="2498" y="6589"/>
                      <a:pt x="3339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8" name="Freeform: Shape 1477">
                <a:extLst>
                  <a:ext uri="{FF2B5EF4-FFF2-40B4-BE49-F238E27FC236}">
                    <a16:creationId xmlns:a16="http://schemas.microsoft.com/office/drawing/2014/main" id="{DCECF6B6-D459-3110-A00A-881FD24B3E94}"/>
                  </a:ext>
                </a:extLst>
              </p:cNvPr>
              <p:cNvSpPr/>
              <p:nvPr/>
            </p:nvSpPr>
            <p:spPr>
              <a:xfrm>
                <a:off x="2974105" y="6560240"/>
                <a:ext cx="6343" cy="6345"/>
              </a:xfrm>
              <a:custGeom>
                <a:avLst/>
                <a:gdLst>
                  <a:gd name="connsiteX0" fmla="*/ 3339 w 6343"/>
                  <a:gd name="connsiteY0" fmla="*/ 6588 h 6345"/>
                  <a:gd name="connsiteX1" fmla="*/ 5581 w 6343"/>
                  <a:gd name="connsiteY1" fmla="*/ 5659 h 6345"/>
                  <a:gd name="connsiteX2" fmla="*/ 6510 w 6343"/>
                  <a:gd name="connsiteY2" fmla="*/ 3415 h 6345"/>
                  <a:gd name="connsiteX3" fmla="*/ 5581 w 6343"/>
                  <a:gd name="connsiteY3" fmla="*/ 1172 h 6345"/>
                  <a:gd name="connsiteX4" fmla="*/ 3339 w 6343"/>
                  <a:gd name="connsiteY4" fmla="*/ 243 h 6345"/>
                  <a:gd name="connsiteX5" fmla="*/ 1096 w 6343"/>
                  <a:gd name="connsiteY5" fmla="*/ 1172 h 6345"/>
                  <a:gd name="connsiteX6" fmla="*/ 167 w 6343"/>
                  <a:gd name="connsiteY6" fmla="*/ 3415 h 6345"/>
                  <a:gd name="connsiteX7" fmla="*/ 1096 w 6343"/>
                  <a:gd name="connsiteY7" fmla="*/ 5659 h 6345"/>
                  <a:gd name="connsiteX8" fmla="*/ 3339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88"/>
                    </a:moveTo>
                    <a:cubicBezTo>
                      <a:pt x="4180" y="6588"/>
                      <a:pt x="4987" y="6254"/>
                      <a:pt x="5581" y="5659"/>
                    </a:cubicBezTo>
                    <a:cubicBezTo>
                      <a:pt x="6176" y="5064"/>
                      <a:pt x="6510" y="4257"/>
                      <a:pt x="6510" y="3415"/>
                    </a:cubicBezTo>
                    <a:cubicBezTo>
                      <a:pt x="6510" y="2574"/>
                      <a:pt x="6176" y="1767"/>
                      <a:pt x="5581" y="1172"/>
                    </a:cubicBezTo>
                    <a:cubicBezTo>
                      <a:pt x="4987" y="577"/>
                      <a:pt x="4180" y="243"/>
                      <a:pt x="3339" y="243"/>
                    </a:cubicBezTo>
                    <a:cubicBezTo>
                      <a:pt x="2498" y="243"/>
                      <a:pt x="1691" y="577"/>
                      <a:pt x="1096" y="1172"/>
                    </a:cubicBezTo>
                    <a:cubicBezTo>
                      <a:pt x="501" y="1767"/>
                      <a:pt x="167" y="2574"/>
                      <a:pt x="167" y="3415"/>
                    </a:cubicBezTo>
                    <a:cubicBezTo>
                      <a:pt x="167" y="4257"/>
                      <a:pt x="501" y="5064"/>
                      <a:pt x="1096" y="5659"/>
                    </a:cubicBezTo>
                    <a:cubicBezTo>
                      <a:pt x="1691" y="6254"/>
                      <a:pt x="2498" y="6588"/>
                      <a:pt x="3339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9" name="Freeform: Shape 1478">
                <a:extLst>
                  <a:ext uri="{FF2B5EF4-FFF2-40B4-BE49-F238E27FC236}">
                    <a16:creationId xmlns:a16="http://schemas.microsoft.com/office/drawing/2014/main" id="{A08B344E-9095-CD1C-5C58-F2A40DA4C31A}"/>
                  </a:ext>
                </a:extLst>
              </p:cNvPr>
              <p:cNvSpPr/>
              <p:nvPr/>
            </p:nvSpPr>
            <p:spPr>
              <a:xfrm>
                <a:off x="2976053" y="6548374"/>
                <a:ext cx="6343" cy="6345"/>
              </a:xfrm>
              <a:custGeom>
                <a:avLst/>
                <a:gdLst>
                  <a:gd name="connsiteX0" fmla="*/ 3339 w 6343"/>
                  <a:gd name="connsiteY0" fmla="*/ 6587 h 6345"/>
                  <a:gd name="connsiteX1" fmla="*/ 5582 w 6343"/>
                  <a:gd name="connsiteY1" fmla="*/ 5658 h 6345"/>
                  <a:gd name="connsiteX2" fmla="*/ 6511 w 6343"/>
                  <a:gd name="connsiteY2" fmla="*/ 3415 h 6345"/>
                  <a:gd name="connsiteX3" fmla="*/ 5582 w 6343"/>
                  <a:gd name="connsiteY3" fmla="*/ 1171 h 6345"/>
                  <a:gd name="connsiteX4" fmla="*/ 3339 w 6343"/>
                  <a:gd name="connsiteY4" fmla="*/ 242 h 6345"/>
                  <a:gd name="connsiteX5" fmla="*/ 1096 w 6343"/>
                  <a:gd name="connsiteY5" fmla="*/ 1171 h 6345"/>
                  <a:gd name="connsiteX6" fmla="*/ 167 w 6343"/>
                  <a:gd name="connsiteY6" fmla="*/ 3415 h 6345"/>
                  <a:gd name="connsiteX7" fmla="*/ 1096 w 6343"/>
                  <a:gd name="connsiteY7" fmla="*/ 5658 h 6345"/>
                  <a:gd name="connsiteX8" fmla="*/ 3339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87"/>
                    </a:moveTo>
                    <a:cubicBezTo>
                      <a:pt x="4180" y="6587"/>
                      <a:pt x="4987" y="6253"/>
                      <a:pt x="5582" y="5658"/>
                    </a:cubicBezTo>
                    <a:cubicBezTo>
                      <a:pt x="6176" y="5063"/>
                      <a:pt x="6511" y="4256"/>
                      <a:pt x="6511" y="3415"/>
                    </a:cubicBezTo>
                    <a:cubicBezTo>
                      <a:pt x="6511" y="2573"/>
                      <a:pt x="6176" y="1766"/>
                      <a:pt x="5582" y="1171"/>
                    </a:cubicBezTo>
                    <a:cubicBezTo>
                      <a:pt x="4987" y="576"/>
                      <a:pt x="4180" y="242"/>
                      <a:pt x="3339" y="242"/>
                    </a:cubicBezTo>
                    <a:cubicBezTo>
                      <a:pt x="2498" y="242"/>
                      <a:pt x="1691" y="576"/>
                      <a:pt x="1096" y="1171"/>
                    </a:cubicBezTo>
                    <a:cubicBezTo>
                      <a:pt x="502" y="1766"/>
                      <a:pt x="167" y="2573"/>
                      <a:pt x="167" y="3415"/>
                    </a:cubicBezTo>
                    <a:cubicBezTo>
                      <a:pt x="167" y="4256"/>
                      <a:pt x="502" y="5063"/>
                      <a:pt x="1096" y="5658"/>
                    </a:cubicBezTo>
                    <a:cubicBezTo>
                      <a:pt x="1691" y="6253"/>
                      <a:pt x="2498" y="6587"/>
                      <a:pt x="3339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0" name="Freeform: Shape 1479">
                <a:extLst>
                  <a:ext uri="{FF2B5EF4-FFF2-40B4-BE49-F238E27FC236}">
                    <a16:creationId xmlns:a16="http://schemas.microsoft.com/office/drawing/2014/main" id="{96B5D3A2-1F04-701F-ABAD-2C9C995DEC2A}"/>
                  </a:ext>
                </a:extLst>
              </p:cNvPr>
              <p:cNvSpPr/>
              <p:nvPr/>
            </p:nvSpPr>
            <p:spPr>
              <a:xfrm>
                <a:off x="2974386" y="6539898"/>
                <a:ext cx="6343" cy="6345"/>
              </a:xfrm>
              <a:custGeom>
                <a:avLst/>
                <a:gdLst>
                  <a:gd name="connsiteX0" fmla="*/ 3339 w 6343"/>
                  <a:gd name="connsiteY0" fmla="*/ 6587 h 6345"/>
                  <a:gd name="connsiteX1" fmla="*/ 5581 w 6343"/>
                  <a:gd name="connsiteY1" fmla="*/ 5657 h 6345"/>
                  <a:gd name="connsiteX2" fmla="*/ 6510 w 6343"/>
                  <a:gd name="connsiteY2" fmla="*/ 3414 h 6345"/>
                  <a:gd name="connsiteX3" fmla="*/ 5581 w 6343"/>
                  <a:gd name="connsiteY3" fmla="*/ 1170 h 6345"/>
                  <a:gd name="connsiteX4" fmla="*/ 3339 w 6343"/>
                  <a:gd name="connsiteY4" fmla="*/ 241 h 6345"/>
                  <a:gd name="connsiteX5" fmla="*/ 1096 w 6343"/>
                  <a:gd name="connsiteY5" fmla="*/ 1170 h 6345"/>
                  <a:gd name="connsiteX6" fmla="*/ 167 w 6343"/>
                  <a:gd name="connsiteY6" fmla="*/ 3414 h 6345"/>
                  <a:gd name="connsiteX7" fmla="*/ 1096 w 6343"/>
                  <a:gd name="connsiteY7" fmla="*/ 5657 h 6345"/>
                  <a:gd name="connsiteX8" fmla="*/ 3339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87"/>
                    </a:moveTo>
                    <a:cubicBezTo>
                      <a:pt x="4180" y="6587"/>
                      <a:pt x="4987" y="6252"/>
                      <a:pt x="5581" y="5657"/>
                    </a:cubicBezTo>
                    <a:cubicBezTo>
                      <a:pt x="6176" y="5062"/>
                      <a:pt x="6510" y="4255"/>
                      <a:pt x="6510" y="3414"/>
                    </a:cubicBezTo>
                    <a:cubicBezTo>
                      <a:pt x="6510" y="2572"/>
                      <a:pt x="6176" y="1765"/>
                      <a:pt x="5581" y="1170"/>
                    </a:cubicBezTo>
                    <a:cubicBezTo>
                      <a:pt x="4987" y="575"/>
                      <a:pt x="4180" y="241"/>
                      <a:pt x="3339" y="241"/>
                    </a:cubicBezTo>
                    <a:cubicBezTo>
                      <a:pt x="2498" y="241"/>
                      <a:pt x="1691" y="575"/>
                      <a:pt x="1096" y="1170"/>
                    </a:cubicBezTo>
                    <a:cubicBezTo>
                      <a:pt x="501" y="1765"/>
                      <a:pt x="167" y="2572"/>
                      <a:pt x="167" y="3414"/>
                    </a:cubicBezTo>
                    <a:cubicBezTo>
                      <a:pt x="167" y="4255"/>
                      <a:pt x="501" y="5062"/>
                      <a:pt x="1096" y="5657"/>
                    </a:cubicBezTo>
                    <a:cubicBezTo>
                      <a:pt x="1691" y="6252"/>
                      <a:pt x="2498" y="6587"/>
                      <a:pt x="3339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1" name="Freeform: Shape 1480">
                <a:extLst>
                  <a:ext uri="{FF2B5EF4-FFF2-40B4-BE49-F238E27FC236}">
                    <a16:creationId xmlns:a16="http://schemas.microsoft.com/office/drawing/2014/main" id="{99E90AD5-FC78-1515-B619-87988D754FF7}"/>
                  </a:ext>
                </a:extLst>
              </p:cNvPr>
              <p:cNvSpPr/>
              <p:nvPr/>
            </p:nvSpPr>
            <p:spPr>
              <a:xfrm>
                <a:off x="2975288" y="6529225"/>
                <a:ext cx="6343" cy="6345"/>
              </a:xfrm>
              <a:custGeom>
                <a:avLst/>
                <a:gdLst>
                  <a:gd name="connsiteX0" fmla="*/ 3339 w 6343"/>
                  <a:gd name="connsiteY0" fmla="*/ 6586 h 6345"/>
                  <a:gd name="connsiteX1" fmla="*/ 5582 w 6343"/>
                  <a:gd name="connsiteY1" fmla="*/ 5656 h 6345"/>
                  <a:gd name="connsiteX2" fmla="*/ 6510 w 6343"/>
                  <a:gd name="connsiteY2" fmla="*/ 3413 h 6345"/>
                  <a:gd name="connsiteX3" fmla="*/ 5582 w 6343"/>
                  <a:gd name="connsiteY3" fmla="*/ 1170 h 6345"/>
                  <a:gd name="connsiteX4" fmla="*/ 3339 w 6343"/>
                  <a:gd name="connsiteY4" fmla="*/ 240 h 6345"/>
                  <a:gd name="connsiteX5" fmla="*/ 1096 w 6343"/>
                  <a:gd name="connsiteY5" fmla="*/ 1170 h 6345"/>
                  <a:gd name="connsiteX6" fmla="*/ 167 w 6343"/>
                  <a:gd name="connsiteY6" fmla="*/ 3413 h 6345"/>
                  <a:gd name="connsiteX7" fmla="*/ 1096 w 6343"/>
                  <a:gd name="connsiteY7" fmla="*/ 5656 h 6345"/>
                  <a:gd name="connsiteX8" fmla="*/ 3339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86"/>
                    </a:moveTo>
                    <a:cubicBezTo>
                      <a:pt x="4180" y="6586"/>
                      <a:pt x="4987" y="6251"/>
                      <a:pt x="5582" y="5656"/>
                    </a:cubicBezTo>
                    <a:cubicBezTo>
                      <a:pt x="6176" y="5061"/>
                      <a:pt x="6510" y="4254"/>
                      <a:pt x="6510" y="3413"/>
                    </a:cubicBezTo>
                    <a:cubicBezTo>
                      <a:pt x="6510" y="2572"/>
                      <a:pt x="6176" y="1765"/>
                      <a:pt x="5582" y="1170"/>
                    </a:cubicBezTo>
                    <a:cubicBezTo>
                      <a:pt x="4987" y="575"/>
                      <a:pt x="4180" y="240"/>
                      <a:pt x="3339" y="240"/>
                    </a:cubicBezTo>
                    <a:cubicBezTo>
                      <a:pt x="2498" y="240"/>
                      <a:pt x="1691" y="575"/>
                      <a:pt x="1096" y="1170"/>
                    </a:cubicBezTo>
                    <a:cubicBezTo>
                      <a:pt x="502" y="1765"/>
                      <a:pt x="167" y="2572"/>
                      <a:pt x="167" y="3413"/>
                    </a:cubicBezTo>
                    <a:cubicBezTo>
                      <a:pt x="167" y="4254"/>
                      <a:pt x="502" y="5061"/>
                      <a:pt x="1096" y="5656"/>
                    </a:cubicBezTo>
                    <a:cubicBezTo>
                      <a:pt x="1691" y="6251"/>
                      <a:pt x="2498" y="6586"/>
                      <a:pt x="3339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2" name="Freeform: Shape 1481">
                <a:extLst>
                  <a:ext uri="{FF2B5EF4-FFF2-40B4-BE49-F238E27FC236}">
                    <a16:creationId xmlns:a16="http://schemas.microsoft.com/office/drawing/2014/main" id="{810D3316-3265-13A0-9B6F-8BC32090037A}"/>
                  </a:ext>
                </a:extLst>
              </p:cNvPr>
              <p:cNvSpPr/>
              <p:nvPr/>
            </p:nvSpPr>
            <p:spPr>
              <a:xfrm>
                <a:off x="2972805" y="6521631"/>
                <a:ext cx="6343" cy="6345"/>
              </a:xfrm>
              <a:custGeom>
                <a:avLst/>
                <a:gdLst>
                  <a:gd name="connsiteX0" fmla="*/ 3339 w 6343"/>
                  <a:gd name="connsiteY0" fmla="*/ 6585 h 6345"/>
                  <a:gd name="connsiteX1" fmla="*/ 5581 w 6343"/>
                  <a:gd name="connsiteY1" fmla="*/ 5656 h 6345"/>
                  <a:gd name="connsiteX2" fmla="*/ 6510 w 6343"/>
                  <a:gd name="connsiteY2" fmla="*/ 3412 h 6345"/>
                  <a:gd name="connsiteX3" fmla="*/ 5581 w 6343"/>
                  <a:gd name="connsiteY3" fmla="*/ 1169 h 6345"/>
                  <a:gd name="connsiteX4" fmla="*/ 3339 w 6343"/>
                  <a:gd name="connsiteY4" fmla="*/ 240 h 6345"/>
                  <a:gd name="connsiteX5" fmla="*/ 1096 w 6343"/>
                  <a:gd name="connsiteY5" fmla="*/ 1169 h 6345"/>
                  <a:gd name="connsiteX6" fmla="*/ 167 w 6343"/>
                  <a:gd name="connsiteY6" fmla="*/ 3412 h 6345"/>
                  <a:gd name="connsiteX7" fmla="*/ 1096 w 6343"/>
                  <a:gd name="connsiteY7" fmla="*/ 5656 h 6345"/>
                  <a:gd name="connsiteX8" fmla="*/ 3339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85"/>
                    </a:moveTo>
                    <a:cubicBezTo>
                      <a:pt x="4180" y="6585"/>
                      <a:pt x="4987" y="6251"/>
                      <a:pt x="5581" y="5656"/>
                    </a:cubicBezTo>
                    <a:cubicBezTo>
                      <a:pt x="6176" y="5061"/>
                      <a:pt x="6510" y="4254"/>
                      <a:pt x="6510" y="3412"/>
                    </a:cubicBezTo>
                    <a:cubicBezTo>
                      <a:pt x="6510" y="2571"/>
                      <a:pt x="6176" y="1764"/>
                      <a:pt x="5581" y="1169"/>
                    </a:cubicBezTo>
                    <a:cubicBezTo>
                      <a:pt x="4987" y="574"/>
                      <a:pt x="4180" y="240"/>
                      <a:pt x="3339" y="240"/>
                    </a:cubicBezTo>
                    <a:cubicBezTo>
                      <a:pt x="2498" y="240"/>
                      <a:pt x="1691" y="574"/>
                      <a:pt x="1096" y="1169"/>
                    </a:cubicBezTo>
                    <a:cubicBezTo>
                      <a:pt x="501" y="1764"/>
                      <a:pt x="167" y="2571"/>
                      <a:pt x="167" y="3412"/>
                    </a:cubicBezTo>
                    <a:cubicBezTo>
                      <a:pt x="167" y="4254"/>
                      <a:pt x="501" y="5061"/>
                      <a:pt x="1096" y="5656"/>
                    </a:cubicBezTo>
                    <a:cubicBezTo>
                      <a:pt x="1691" y="6251"/>
                      <a:pt x="2498" y="6585"/>
                      <a:pt x="3339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3" name="Freeform: Shape 1482">
                <a:extLst>
                  <a:ext uri="{FF2B5EF4-FFF2-40B4-BE49-F238E27FC236}">
                    <a16:creationId xmlns:a16="http://schemas.microsoft.com/office/drawing/2014/main" id="{E01DBA6A-902B-2AC2-69A8-125E883CF047}"/>
                  </a:ext>
                </a:extLst>
              </p:cNvPr>
              <p:cNvSpPr/>
              <p:nvPr/>
            </p:nvSpPr>
            <p:spPr>
              <a:xfrm>
                <a:off x="2993867" y="6493786"/>
                <a:ext cx="6343" cy="6345"/>
              </a:xfrm>
              <a:custGeom>
                <a:avLst/>
                <a:gdLst>
                  <a:gd name="connsiteX0" fmla="*/ 3340 w 6343"/>
                  <a:gd name="connsiteY0" fmla="*/ 6583 h 6345"/>
                  <a:gd name="connsiteX1" fmla="*/ 5583 w 6343"/>
                  <a:gd name="connsiteY1" fmla="*/ 5654 h 6345"/>
                  <a:gd name="connsiteX2" fmla="*/ 6512 w 6343"/>
                  <a:gd name="connsiteY2" fmla="*/ 3410 h 6345"/>
                  <a:gd name="connsiteX3" fmla="*/ 5583 w 6343"/>
                  <a:gd name="connsiteY3" fmla="*/ 1167 h 6345"/>
                  <a:gd name="connsiteX4" fmla="*/ 3340 w 6343"/>
                  <a:gd name="connsiteY4" fmla="*/ 238 h 6345"/>
                  <a:gd name="connsiteX5" fmla="*/ 1098 w 6343"/>
                  <a:gd name="connsiteY5" fmla="*/ 1167 h 6345"/>
                  <a:gd name="connsiteX6" fmla="*/ 169 w 6343"/>
                  <a:gd name="connsiteY6" fmla="*/ 3410 h 6345"/>
                  <a:gd name="connsiteX7" fmla="*/ 1098 w 6343"/>
                  <a:gd name="connsiteY7" fmla="*/ 5654 h 6345"/>
                  <a:gd name="connsiteX8" fmla="*/ 3340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0" y="6583"/>
                    </a:moveTo>
                    <a:cubicBezTo>
                      <a:pt x="4181" y="6583"/>
                      <a:pt x="4988" y="6249"/>
                      <a:pt x="5583" y="5654"/>
                    </a:cubicBezTo>
                    <a:cubicBezTo>
                      <a:pt x="6178" y="5059"/>
                      <a:pt x="6512" y="4252"/>
                      <a:pt x="6512" y="3410"/>
                    </a:cubicBezTo>
                    <a:cubicBezTo>
                      <a:pt x="6512" y="2569"/>
                      <a:pt x="6178" y="1762"/>
                      <a:pt x="5583" y="1167"/>
                    </a:cubicBezTo>
                    <a:cubicBezTo>
                      <a:pt x="4988" y="572"/>
                      <a:pt x="4181" y="238"/>
                      <a:pt x="3340" y="238"/>
                    </a:cubicBezTo>
                    <a:cubicBezTo>
                      <a:pt x="2499" y="238"/>
                      <a:pt x="1692" y="572"/>
                      <a:pt x="1098" y="1167"/>
                    </a:cubicBezTo>
                    <a:cubicBezTo>
                      <a:pt x="503" y="1762"/>
                      <a:pt x="169" y="2569"/>
                      <a:pt x="169" y="3410"/>
                    </a:cubicBezTo>
                    <a:cubicBezTo>
                      <a:pt x="169" y="4252"/>
                      <a:pt x="503" y="5059"/>
                      <a:pt x="1098" y="5654"/>
                    </a:cubicBezTo>
                    <a:cubicBezTo>
                      <a:pt x="1692" y="6249"/>
                      <a:pt x="2499" y="6583"/>
                      <a:pt x="3340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4" name="Freeform: Shape 1483">
                <a:extLst>
                  <a:ext uri="{FF2B5EF4-FFF2-40B4-BE49-F238E27FC236}">
                    <a16:creationId xmlns:a16="http://schemas.microsoft.com/office/drawing/2014/main" id="{048B194E-2E1E-0E39-E381-A2369027E81D}"/>
                  </a:ext>
                </a:extLst>
              </p:cNvPr>
              <p:cNvSpPr/>
              <p:nvPr/>
            </p:nvSpPr>
            <p:spPr>
              <a:xfrm>
                <a:off x="2994891" y="6483557"/>
                <a:ext cx="6343" cy="6345"/>
              </a:xfrm>
              <a:custGeom>
                <a:avLst/>
                <a:gdLst>
                  <a:gd name="connsiteX0" fmla="*/ 3340 w 6343"/>
                  <a:gd name="connsiteY0" fmla="*/ 6582 h 6345"/>
                  <a:gd name="connsiteX1" fmla="*/ 5583 w 6343"/>
                  <a:gd name="connsiteY1" fmla="*/ 5653 h 6345"/>
                  <a:gd name="connsiteX2" fmla="*/ 6512 w 6343"/>
                  <a:gd name="connsiteY2" fmla="*/ 3409 h 6345"/>
                  <a:gd name="connsiteX3" fmla="*/ 5583 w 6343"/>
                  <a:gd name="connsiteY3" fmla="*/ 1166 h 6345"/>
                  <a:gd name="connsiteX4" fmla="*/ 3340 w 6343"/>
                  <a:gd name="connsiteY4" fmla="*/ 237 h 6345"/>
                  <a:gd name="connsiteX5" fmla="*/ 1098 w 6343"/>
                  <a:gd name="connsiteY5" fmla="*/ 1166 h 6345"/>
                  <a:gd name="connsiteX6" fmla="*/ 169 w 6343"/>
                  <a:gd name="connsiteY6" fmla="*/ 3409 h 6345"/>
                  <a:gd name="connsiteX7" fmla="*/ 1098 w 6343"/>
                  <a:gd name="connsiteY7" fmla="*/ 5653 h 6345"/>
                  <a:gd name="connsiteX8" fmla="*/ 3340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0" y="6582"/>
                    </a:moveTo>
                    <a:cubicBezTo>
                      <a:pt x="4182" y="6582"/>
                      <a:pt x="4988" y="6248"/>
                      <a:pt x="5583" y="5653"/>
                    </a:cubicBezTo>
                    <a:cubicBezTo>
                      <a:pt x="6178" y="5058"/>
                      <a:pt x="6512" y="4251"/>
                      <a:pt x="6512" y="3409"/>
                    </a:cubicBezTo>
                    <a:cubicBezTo>
                      <a:pt x="6512" y="2568"/>
                      <a:pt x="6178" y="1761"/>
                      <a:pt x="5583" y="1166"/>
                    </a:cubicBezTo>
                    <a:cubicBezTo>
                      <a:pt x="4988" y="571"/>
                      <a:pt x="4182" y="237"/>
                      <a:pt x="3340" y="237"/>
                    </a:cubicBezTo>
                    <a:cubicBezTo>
                      <a:pt x="2499" y="237"/>
                      <a:pt x="1693" y="571"/>
                      <a:pt x="1098" y="1166"/>
                    </a:cubicBezTo>
                    <a:cubicBezTo>
                      <a:pt x="503" y="1761"/>
                      <a:pt x="169" y="2568"/>
                      <a:pt x="169" y="3409"/>
                    </a:cubicBezTo>
                    <a:cubicBezTo>
                      <a:pt x="169" y="4251"/>
                      <a:pt x="503" y="5058"/>
                      <a:pt x="1098" y="5653"/>
                    </a:cubicBezTo>
                    <a:cubicBezTo>
                      <a:pt x="1693" y="6248"/>
                      <a:pt x="2499" y="6582"/>
                      <a:pt x="3340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5" name="Freeform: Shape 1484">
                <a:extLst>
                  <a:ext uri="{FF2B5EF4-FFF2-40B4-BE49-F238E27FC236}">
                    <a16:creationId xmlns:a16="http://schemas.microsoft.com/office/drawing/2014/main" id="{1CC0DAD4-8351-F7CB-8A6E-55F4015C1195}"/>
                  </a:ext>
                </a:extLst>
              </p:cNvPr>
              <p:cNvSpPr/>
              <p:nvPr/>
            </p:nvSpPr>
            <p:spPr>
              <a:xfrm>
                <a:off x="2985362" y="6482323"/>
                <a:ext cx="6343" cy="6345"/>
              </a:xfrm>
              <a:custGeom>
                <a:avLst/>
                <a:gdLst>
                  <a:gd name="connsiteX0" fmla="*/ 3340 w 6343"/>
                  <a:gd name="connsiteY0" fmla="*/ 6582 h 6345"/>
                  <a:gd name="connsiteX1" fmla="*/ 5582 w 6343"/>
                  <a:gd name="connsiteY1" fmla="*/ 5653 h 6345"/>
                  <a:gd name="connsiteX2" fmla="*/ 6511 w 6343"/>
                  <a:gd name="connsiteY2" fmla="*/ 3409 h 6345"/>
                  <a:gd name="connsiteX3" fmla="*/ 5582 w 6343"/>
                  <a:gd name="connsiteY3" fmla="*/ 1166 h 6345"/>
                  <a:gd name="connsiteX4" fmla="*/ 3340 w 6343"/>
                  <a:gd name="connsiteY4" fmla="*/ 237 h 6345"/>
                  <a:gd name="connsiteX5" fmla="*/ 1097 w 6343"/>
                  <a:gd name="connsiteY5" fmla="*/ 1166 h 6345"/>
                  <a:gd name="connsiteX6" fmla="*/ 168 w 6343"/>
                  <a:gd name="connsiteY6" fmla="*/ 3409 h 6345"/>
                  <a:gd name="connsiteX7" fmla="*/ 1097 w 6343"/>
                  <a:gd name="connsiteY7" fmla="*/ 5653 h 6345"/>
                  <a:gd name="connsiteX8" fmla="*/ 3340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0" y="6582"/>
                    </a:moveTo>
                    <a:cubicBezTo>
                      <a:pt x="4181" y="6582"/>
                      <a:pt x="4988" y="6248"/>
                      <a:pt x="5582" y="5653"/>
                    </a:cubicBezTo>
                    <a:cubicBezTo>
                      <a:pt x="6177" y="5058"/>
                      <a:pt x="6511" y="4251"/>
                      <a:pt x="6511" y="3409"/>
                    </a:cubicBezTo>
                    <a:cubicBezTo>
                      <a:pt x="6511" y="2568"/>
                      <a:pt x="6177" y="1761"/>
                      <a:pt x="5582" y="1166"/>
                    </a:cubicBezTo>
                    <a:cubicBezTo>
                      <a:pt x="4988" y="571"/>
                      <a:pt x="4181" y="237"/>
                      <a:pt x="3340" y="237"/>
                    </a:cubicBezTo>
                    <a:cubicBezTo>
                      <a:pt x="2499" y="237"/>
                      <a:pt x="1692" y="571"/>
                      <a:pt x="1097" y="1166"/>
                    </a:cubicBezTo>
                    <a:cubicBezTo>
                      <a:pt x="502" y="1761"/>
                      <a:pt x="168" y="2568"/>
                      <a:pt x="168" y="3409"/>
                    </a:cubicBezTo>
                    <a:cubicBezTo>
                      <a:pt x="168" y="4251"/>
                      <a:pt x="502" y="5058"/>
                      <a:pt x="1097" y="5653"/>
                    </a:cubicBezTo>
                    <a:cubicBezTo>
                      <a:pt x="1692" y="6248"/>
                      <a:pt x="2499" y="6582"/>
                      <a:pt x="3340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6" name="Freeform: Shape 1485">
                <a:extLst>
                  <a:ext uri="{FF2B5EF4-FFF2-40B4-BE49-F238E27FC236}">
                    <a16:creationId xmlns:a16="http://schemas.microsoft.com/office/drawing/2014/main" id="{F096EC3E-C259-3FA7-9F59-F6CB9F66F42A}"/>
                  </a:ext>
                </a:extLst>
              </p:cNvPr>
              <p:cNvSpPr/>
              <p:nvPr/>
            </p:nvSpPr>
            <p:spPr>
              <a:xfrm>
                <a:off x="2978087" y="6479112"/>
                <a:ext cx="6343" cy="6345"/>
              </a:xfrm>
              <a:custGeom>
                <a:avLst/>
                <a:gdLst>
                  <a:gd name="connsiteX0" fmla="*/ 3339 w 6343"/>
                  <a:gd name="connsiteY0" fmla="*/ 6582 h 6345"/>
                  <a:gd name="connsiteX1" fmla="*/ 5582 w 6343"/>
                  <a:gd name="connsiteY1" fmla="*/ 5653 h 6345"/>
                  <a:gd name="connsiteX2" fmla="*/ 6511 w 6343"/>
                  <a:gd name="connsiteY2" fmla="*/ 3409 h 6345"/>
                  <a:gd name="connsiteX3" fmla="*/ 5582 w 6343"/>
                  <a:gd name="connsiteY3" fmla="*/ 1166 h 6345"/>
                  <a:gd name="connsiteX4" fmla="*/ 3339 w 6343"/>
                  <a:gd name="connsiteY4" fmla="*/ 236 h 6345"/>
                  <a:gd name="connsiteX5" fmla="*/ 1096 w 6343"/>
                  <a:gd name="connsiteY5" fmla="*/ 1166 h 6345"/>
                  <a:gd name="connsiteX6" fmla="*/ 168 w 6343"/>
                  <a:gd name="connsiteY6" fmla="*/ 3409 h 6345"/>
                  <a:gd name="connsiteX7" fmla="*/ 1096 w 6343"/>
                  <a:gd name="connsiteY7" fmla="*/ 5653 h 6345"/>
                  <a:gd name="connsiteX8" fmla="*/ 3339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82"/>
                    </a:moveTo>
                    <a:cubicBezTo>
                      <a:pt x="4180" y="6582"/>
                      <a:pt x="4987" y="6247"/>
                      <a:pt x="5582" y="5653"/>
                    </a:cubicBezTo>
                    <a:cubicBezTo>
                      <a:pt x="6177" y="5058"/>
                      <a:pt x="6511" y="4250"/>
                      <a:pt x="6511" y="3409"/>
                    </a:cubicBezTo>
                    <a:cubicBezTo>
                      <a:pt x="6511" y="2568"/>
                      <a:pt x="6177" y="1761"/>
                      <a:pt x="5582" y="1166"/>
                    </a:cubicBezTo>
                    <a:cubicBezTo>
                      <a:pt x="4987" y="571"/>
                      <a:pt x="4180" y="236"/>
                      <a:pt x="3339" y="236"/>
                    </a:cubicBezTo>
                    <a:cubicBezTo>
                      <a:pt x="2498" y="236"/>
                      <a:pt x="1691" y="571"/>
                      <a:pt x="1096" y="1166"/>
                    </a:cubicBezTo>
                    <a:cubicBezTo>
                      <a:pt x="502" y="1761"/>
                      <a:pt x="168" y="2568"/>
                      <a:pt x="168" y="3409"/>
                    </a:cubicBezTo>
                    <a:cubicBezTo>
                      <a:pt x="168" y="4250"/>
                      <a:pt x="502" y="5058"/>
                      <a:pt x="1096" y="5653"/>
                    </a:cubicBezTo>
                    <a:cubicBezTo>
                      <a:pt x="1691" y="6247"/>
                      <a:pt x="2498" y="6582"/>
                      <a:pt x="3339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7" name="Freeform: Shape 1486">
                <a:extLst>
                  <a:ext uri="{FF2B5EF4-FFF2-40B4-BE49-F238E27FC236}">
                    <a16:creationId xmlns:a16="http://schemas.microsoft.com/office/drawing/2014/main" id="{14162C7F-C519-6EC7-92B2-3CC9C8B7EE90}"/>
                  </a:ext>
                </a:extLst>
              </p:cNvPr>
              <p:cNvSpPr/>
              <p:nvPr/>
            </p:nvSpPr>
            <p:spPr>
              <a:xfrm>
                <a:off x="2970892" y="6475780"/>
                <a:ext cx="6343" cy="6345"/>
              </a:xfrm>
              <a:custGeom>
                <a:avLst/>
                <a:gdLst>
                  <a:gd name="connsiteX0" fmla="*/ 3339 w 6343"/>
                  <a:gd name="connsiteY0" fmla="*/ 6582 h 6345"/>
                  <a:gd name="connsiteX1" fmla="*/ 5581 w 6343"/>
                  <a:gd name="connsiteY1" fmla="*/ 5652 h 6345"/>
                  <a:gd name="connsiteX2" fmla="*/ 6510 w 6343"/>
                  <a:gd name="connsiteY2" fmla="*/ 3409 h 6345"/>
                  <a:gd name="connsiteX3" fmla="*/ 5581 w 6343"/>
                  <a:gd name="connsiteY3" fmla="*/ 1165 h 6345"/>
                  <a:gd name="connsiteX4" fmla="*/ 3339 w 6343"/>
                  <a:gd name="connsiteY4" fmla="*/ 236 h 6345"/>
                  <a:gd name="connsiteX5" fmla="*/ 1096 w 6343"/>
                  <a:gd name="connsiteY5" fmla="*/ 1165 h 6345"/>
                  <a:gd name="connsiteX6" fmla="*/ 167 w 6343"/>
                  <a:gd name="connsiteY6" fmla="*/ 3409 h 6345"/>
                  <a:gd name="connsiteX7" fmla="*/ 1096 w 6343"/>
                  <a:gd name="connsiteY7" fmla="*/ 5652 h 6345"/>
                  <a:gd name="connsiteX8" fmla="*/ 3339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82"/>
                    </a:moveTo>
                    <a:cubicBezTo>
                      <a:pt x="4180" y="6582"/>
                      <a:pt x="4986" y="6247"/>
                      <a:pt x="5581" y="5652"/>
                    </a:cubicBezTo>
                    <a:cubicBezTo>
                      <a:pt x="6176" y="5057"/>
                      <a:pt x="6510" y="4250"/>
                      <a:pt x="6510" y="3409"/>
                    </a:cubicBezTo>
                    <a:cubicBezTo>
                      <a:pt x="6510" y="2567"/>
                      <a:pt x="6176" y="1760"/>
                      <a:pt x="5581" y="1165"/>
                    </a:cubicBezTo>
                    <a:cubicBezTo>
                      <a:pt x="4986" y="570"/>
                      <a:pt x="4180" y="236"/>
                      <a:pt x="3339" y="236"/>
                    </a:cubicBezTo>
                    <a:cubicBezTo>
                      <a:pt x="2497" y="236"/>
                      <a:pt x="1691" y="570"/>
                      <a:pt x="1096" y="1165"/>
                    </a:cubicBezTo>
                    <a:cubicBezTo>
                      <a:pt x="501" y="1760"/>
                      <a:pt x="167" y="2567"/>
                      <a:pt x="167" y="3409"/>
                    </a:cubicBezTo>
                    <a:cubicBezTo>
                      <a:pt x="167" y="4250"/>
                      <a:pt x="501" y="5057"/>
                      <a:pt x="1096" y="5652"/>
                    </a:cubicBezTo>
                    <a:cubicBezTo>
                      <a:pt x="1691" y="6247"/>
                      <a:pt x="2497" y="6582"/>
                      <a:pt x="3339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8" name="Freeform: Shape 1487">
                <a:extLst>
                  <a:ext uri="{FF2B5EF4-FFF2-40B4-BE49-F238E27FC236}">
                    <a16:creationId xmlns:a16="http://schemas.microsoft.com/office/drawing/2014/main" id="{FF972493-35C1-2C1E-85AE-A62C452F5966}"/>
                  </a:ext>
                </a:extLst>
              </p:cNvPr>
              <p:cNvSpPr/>
              <p:nvPr/>
            </p:nvSpPr>
            <p:spPr>
              <a:xfrm>
                <a:off x="2961039" y="6474546"/>
                <a:ext cx="6343" cy="6345"/>
              </a:xfrm>
              <a:custGeom>
                <a:avLst/>
                <a:gdLst>
                  <a:gd name="connsiteX0" fmla="*/ 3338 w 6343"/>
                  <a:gd name="connsiteY0" fmla="*/ 6581 h 6345"/>
                  <a:gd name="connsiteX1" fmla="*/ 5580 w 6343"/>
                  <a:gd name="connsiteY1" fmla="*/ 5652 h 6345"/>
                  <a:gd name="connsiteX2" fmla="*/ 6509 w 6343"/>
                  <a:gd name="connsiteY2" fmla="*/ 3409 h 6345"/>
                  <a:gd name="connsiteX3" fmla="*/ 5580 w 6343"/>
                  <a:gd name="connsiteY3" fmla="*/ 1165 h 6345"/>
                  <a:gd name="connsiteX4" fmla="*/ 3338 w 6343"/>
                  <a:gd name="connsiteY4" fmla="*/ 236 h 6345"/>
                  <a:gd name="connsiteX5" fmla="*/ 1095 w 6343"/>
                  <a:gd name="connsiteY5" fmla="*/ 1165 h 6345"/>
                  <a:gd name="connsiteX6" fmla="*/ 166 w 6343"/>
                  <a:gd name="connsiteY6" fmla="*/ 3409 h 6345"/>
                  <a:gd name="connsiteX7" fmla="*/ 1095 w 6343"/>
                  <a:gd name="connsiteY7" fmla="*/ 5652 h 6345"/>
                  <a:gd name="connsiteX8" fmla="*/ 3338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8" y="6581"/>
                    </a:moveTo>
                    <a:cubicBezTo>
                      <a:pt x="4179" y="6581"/>
                      <a:pt x="4986" y="6247"/>
                      <a:pt x="5580" y="5652"/>
                    </a:cubicBezTo>
                    <a:cubicBezTo>
                      <a:pt x="6175" y="5057"/>
                      <a:pt x="6509" y="4250"/>
                      <a:pt x="6509" y="3409"/>
                    </a:cubicBezTo>
                    <a:cubicBezTo>
                      <a:pt x="6509" y="2567"/>
                      <a:pt x="6175" y="1760"/>
                      <a:pt x="5580" y="1165"/>
                    </a:cubicBezTo>
                    <a:cubicBezTo>
                      <a:pt x="4986" y="570"/>
                      <a:pt x="4179" y="236"/>
                      <a:pt x="3338" y="236"/>
                    </a:cubicBezTo>
                    <a:cubicBezTo>
                      <a:pt x="2497" y="236"/>
                      <a:pt x="1690" y="570"/>
                      <a:pt x="1095" y="1165"/>
                    </a:cubicBezTo>
                    <a:cubicBezTo>
                      <a:pt x="500" y="1760"/>
                      <a:pt x="166" y="2567"/>
                      <a:pt x="166" y="3409"/>
                    </a:cubicBezTo>
                    <a:cubicBezTo>
                      <a:pt x="166" y="4250"/>
                      <a:pt x="500" y="5057"/>
                      <a:pt x="1095" y="5652"/>
                    </a:cubicBezTo>
                    <a:cubicBezTo>
                      <a:pt x="1690" y="6247"/>
                      <a:pt x="2497" y="6581"/>
                      <a:pt x="3338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9" name="Freeform: Shape 1488">
                <a:extLst>
                  <a:ext uri="{FF2B5EF4-FFF2-40B4-BE49-F238E27FC236}">
                    <a16:creationId xmlns:a16="http://schemas.microsoft.com/office/drawing/2014/main" id="{209D3E98-3504-F2BC-8657-260BBACBB75B}"/>
                  </a:ext>
                </a:extLst>
              </p:cNvPr>
              <p:cNvSpPr/>
              <p:nvPr/>
            </p:nvSpPr>
            <p:spPr>
              <a:xfrm>
                <a:off x="2947782" y="6475927"/>
                <a:ext cx="6343" cy="6345"/>
              </a:xfrm>
              <a:custGeom>
                <a:avLst/>
                <a:gdLst>
                  <a:gd name="connsiteX0" fmla="*/ 3337 w 6343"/>
                  <a:gd name="connsiteY0" fmla="*/ 6582 h 6345"/>
                  <a:gd name="connsiteX1" fmla="*/ 5579 w 6343"/>
                  <a:gd name="connsiteY1" fmla="*/ 5652 h 6345"/>
                  <a:gd name="connsiteX2" fmla="*/ 6508 w 6343"/>
                  <a:gd name="connsiteY2" fmla="*/ 3409 h 6345"/>
                  <a:gd name="connsiteX3" fmla="*/ 5579 w 6343"/>
                  <a:gd name="connsiteY3" fmla="*/ 1165 h 6345"/>
                  <a:gd name="connsiteX4" fmla="*/ 3337 w 6343"/>
                  <a:gd name="connsiteY4" fmla="*/ 236 h 6345"/>
                  <a:gd name="connsiteX5" fmla="*/ 1094 w 6343"/>
                  <a:gd name="connsiteY5" fmla="*/ 1165 h 6345"/>
                  <a:gd name="connsiteX6" fmla="*/ 165 w 6343"/>
                  <a:gd name="connsiteY6" fmla="*/ 3409 h 6345"/>
                  <a:gd name="connsiteX7" fmla="*/ 1094 w 6343"/>
                  <a:gd name="connsiteY7" fmla="*/ 5652 h 6345"/>
                  <a:gd name="connsiteX8" fmla="*/ 3337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7" y="6582"/>
                    </a:moveTo>
                    <a:cubicBezTo>
                      <a:pt x="4178" y="6582"/>
                      <a:pt x="4985" y="6247"/>
                      <a:pt x="5579" y="5652"/>
                    </a:cubicBezTo>
                    <a:cubicBezTo>
                      <a:pt x="6174" y="5057"/>
                      <a:pt x="6508" y="4250"/>
                      <a:pt x="6508" y="3409"/>
                    </a:cubicBezTo>
                    <a:cubicBezTo>
                      <a:pt x="6508" y="2567"/>
                      <a:pt x="6174" y="1760"/>
                      <a:pt x="5579" y="1165"/>
                    </a:cubicBezTo>
                    <a:cubicBezTo>
                      <a:pt x="4985" y="570"/>
                      <a:pt x="4178" y="236"/>
                      <a:pt x="3337" y="236"/>
                    </a:cubicBezTo>
                    <a:cubicBezTo>
                      <a:pt x="2496" y="236"/>
                      <a:pt x="1689" y="570"/>
                      <a:pt x="1094" y="1165"/>
                    </a:cubicBezTo>
                    <a:cubicBezTo>
                      <a:pt x="499" y="1760"/>
                      <a:pt x="165" y="2567"/>
                      <a:pt x="165" y="3409"/>
                    </a:cubicBezTo>
                    <a:cubicBezTo>
                      <a:pt x="165" y="4250"/>
                      <a:pt x="499" y="5057"/>
                      <a:pt x="1094" y="5652"/>
                    </a:cubicBezTo>
                    <a:cubicBezTo>
                      <a:pt x="1689" y="6247"/>
                      <a:pt x="2496" y="6582"/>
                      <a:pt x="3337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0" name="Freeform: Shape 1489">
                <a:extLst>
                  <a:ext uri="{FF2B5EF4-FFF2-40B4-BE49-F238E27FC236}">
                    <a16:creationId xmlns:a16="http://schemas.microsoft.com/office/drawing/2014/main" id="{1592BE2C-7583-3266-094C-A9DEA545CD61}"/>
                  </a:ext>
                </a:extLst>
              </p:cNvPr>
              <p:cNvSpPr/>
              <p:nvPr/>
            </p:nvSpPr>
            <p:spPr>
              <a:xfrm>
                <a:off x="2934886" y="6476848"/>
                <a:ext cx="6343" cy="6345"/>
              </a:xfrm>
              <a:custGeom>
                <a:avLst/>
                <a:gdLst>
                  <a:gd name="connsiteX0" fmla="*/ 3336 w 6343"/>
                  <a:gd name="connsiteY0" fmla="*/ 6582 h 6345"/>
                  <a:gd name="connsiteX1" fmla="*/ 5578 w 6343"/>
                  <a:gd name="connsiteY1" fmla="*/ 5652 h 6345"/>
                  <a:gd name="connsiteX2" fmla="*/ 6507 w 6343"/>
                  <a:gd name="connsiteY2" fmla="*/ 3409 h 6345"/>
                  <a:gd name="connsiteX3" fmla="*/ 5578 w 6343"/>
                  <a:gd name="connsiteY3" fmla="*/ 1165 h 6345"/>
                  <a:gd name="connsiteX4" fmla="*/ 3336 w 6343"/>
                  <a:gd name="connsiteY4" fmla="*/ 236 h 6345"/>
                  <a:gd name="connsiteX5" fmla="*/ 1093 w 6343"/>
                  <a:gd name="connsiteY5" fmla="*/ 1165 h 6345"/>
                  <a:gd name="connsiteX6" fmla="*/ 164 w 6343"/>
                  <a:gd name="connsiteY6" fmla="*/ 3409 h 6345"/>
                  <a:gd name="connsiteX7" fmla="*/ 1093 w 6343"/>
                  <a:gd name="connsiteY7" fmla="*/ 5652 h 6345"/>
                  <a:gd name="connsiteX8" fmla="*/ 3336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6" y="6582"/>
                    </a:moveTo>
                    <a:cubicBezTo>
                      <a:pt x="4177" y="6582"/>
                      <a:pt x="4984" y="6247"/>
                      <a:pt x="5578" y="5652"/>
                    </a:cubicBezTo>
                    <a:cubicBezTo>
                      <a:pt x="6173" y="5057"/>
                      <a:pt x="6507" y="4250"/>
                      <a:pt x="6507" y="3409"/>
                    </a:cubicBezTo>
                    <a:cubicBezTo>
                      <a:pt x="6507" y="2567"/>
                      <a:pt x="6173" y="1760"/>
                      <a:pt x="5578" y="1165"/>
                    </a:cubicBezTo>
                    <a:cubicBezTo>
                      <a:pt x="4984" y="570"/>
                      <a:pt x="4177" y="236"/>
                      <a:pt x="3336" y="236"/>
                    </a:cubicBezTo>
                    <a:cubicBezTo>
                      <a:pt x="2495" y="236"/>
                      <a:pt x="1688" y="570"/>
                      <a:pt x="1093" y="1165"/>
                    </a:cubicBezTo>
                    <a:cubicBezTo>
                      <a:pt x="498" y="1760"/>
                      <a:pt x="164" y="2567"/>
                      <a:pt x="164" y="3409"/>
                    </a:cubicBezTo>
                    <a:cubicBezTo>
                      <a:pt x="164" y="4250"/>
                      <a:pt x="498" y="5057"/>
                      <a:pt x="1093" y="5652"/>
                    </a:cubicBezTo>
                    <a:cubicBezTo>
                      <a:pt x="1688" y="6247"/>
                      <a:pt x="2495" y="6582"/>
                      <a:pt x="3336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1" name="Freeform: Shape 1490">
                <a:extLst>
                  <a:ext uri="{FF2B5EF4-FFF2-40B4-BE49-F238E27FC236}">
                    <a16:creationId xmlns:a16="http://schemas.microsoft.com/office/drawing/2014/main" id="{0C7FBF16-3B73-F72B-9682-6F91DDD89608}"/>
                  </a:ext>
                </a:extLst>
              </p:cNvPr>
              <p:cNvSpPr/>
              <p:nvPr/>
            </p:nvSpPr>
            <p:spPr>
              <a:xfrm>
                <a:off x="2926714" y="6473918"/>
                <a:ext cx="6343" cy="6345"/>
              </a:xfrm>
              <a:custGeom>
                <a:avLst/>
                <a:gdLst>
                  <a:gd name="connsiteX0" fmla="*/ 3335 w 6343"/>
                  <a:gd name="connsiteY0" fmla="*/ 6581 h 6345"/>
                  <a:gd name="connsiteX1" fmla="*/ 5578 w 6343"/>
                  <a:gd name="connsiteY1" fmla="*/ 5652 h 6345"/>
                  <a:gd name="connsiteX2" fmla="*/ 6507 w 6343"/>
                  <a:gd name="connsiteY2" fmla="*/ 3409 h 6345"/>
                  <a:gd name="connsiteX3" fmla="*/ 5578 w 6343"/>
                  <a:gd name="connsiteY3" fmla="*/ 1165 h 6345"/>
                  <a:gd name="connsiteX4" fmla="*/ 3335 w 6343"/>
                  <a:gd name="connsiteY4" fmla="*/ 236 h 6345"/>
                  <a:gd name="connsiteX5" fmla="*/ 1092 w 6343"/>
                  <a:gd name="connsiteY5" fmla="*/ 1165 h 6345"/>
                  <a:gd name="connsiteX6" fmla="*/ 164 w 6343"/>
                  <a:gd name="connsiteY6" fmla="*/ 3409 h 6345"/>
                  <a:gd name="connsiteX7" fmla="*/ 1092 w 6343"/>
                  <a:gd name="connsiteY7" fmla="*/ 5652 h 6345"/>
                  <a:gd name="connsiteX8" fmla="*/ 3335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5" y="6581"/>
                    </a:moveTo>
                    <a:cubicBezTo>
                      <a:pt x="4176" y="6581"/>
                      <a:pt x="4983" y="6247"/>
                      <a:pt x="5578" y="5652"/>
                    </a:cubicBezTo>
                    <a:cubicBezTo>
                      <a:pt x="6172" y="5057"/>
                      <a:pt x="6507" y="4250"/>
                      <a:pt x="6507" y="3409"/>
                    </a:cubicBezTo>
                    <a:cubicBezTo>
                      <a:pt x="6507" y="2567"/>
                      <a:pt x="6172" y="1760"/>
                      <a:pt x="5578" y="1165"/>
                    </a:cubicBezTo>
                    <a:cubicBezTo>
                      <a:pt x="4983" y="570"/>
                      <a:pt x="4176" y="236"/>
                      <a:pt x="3335" y="236"/>
                    </a:cubicBezTo>
                    <a:cubicBezTo>
                      <a:pt x="2494" y="236"/>
                      <a:pt x="1687" y="570"/>
                      <a:pt x="1092" y="1165"/>
                    </a:cubicBezTo>
                    <a:cubicBezTo>
                      <a:pt x="498" y="1760"/>
                      <a:pt x="164" y="2567"/>
                      <a:pt x="164" y="3409"/>
                    </a:cubicBezTo>
                    <a:cubicBezTo>
                      <a:pt x="164" y="4250"/>
                      <a:pt x="498" y="5057"/>
                      <a:pt x="1092" y="5652"/>
                    </a:cubicBezTo>
                    <a:cubicBezTo>
                      <a:pt x="1687" y="6247"/>
                      <a:pt x="2494" y="6581"/>
                      <a:pt x="3335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2" name="Freeform: Shape 1491">
                <a:extLst>
                  <a:ext uri="{FF2B5EF4-FFF2-40B4-BE49-F238E27FC236}">
                    <a16:creationId xmlns:a16="http://schemas.microsoft.com/office/drawing/2014/main" id="{F2ACFBCD-1D07-6FED-1584-FB5235F94B8C}"/>
                  </a:ext>
                </a:extLst>
              </p:cNvPr>
              <p:cNvSpPr/>
              <p:nvPr/>
            </p:nvSpPr>
            <p:spPr>
              <a:xfrm>
                <a:off x="2916354" y="6472601"/>
                <a:ext cx="6343" cy="6345"/>
              </a:xfrm>
              <a:custGeom>
                <a:avLst/>
                <a:gdLst>
                  <a:gd name="connsiteX0" fmla="*/ 3334 w 6343"/>
                  <a:gd name="connsiteY0" fmla="*/ 6581 h 6345"/>
                  <a:gd name="connsiteX1" fmla="*/ 5577 w 6343"/>
                  <a:gd name="connsiteY1" fmla="*/ 5652 h 6345"/>
                  <a:gd name="connsiteX2" fmla="*/ 6506 w 6343"/>
                  <a:gd name="connsiteY2" fmla="*/ 3409 h 6345"/>
                  <a:gd name="connsiteX3" fmla="*/ 5577 w 6343"/>
                  <a:gd name="connsiteY3" fmla="*/ 1165 h 6345"/>
                  <a:gd name="connsiteX4" fmla="*/ 3334 w 6343"/>
                  <a:gd name="connsiteY4" fmla="*/ 236 h 6345"/>
                  <a:gd name="connsiteX5" fmla="*/ 1092 w 6343"/>
                  <a:gd name="connsiteY5" fmla="*/ 1165 h 6345"/>
                  <a:gd name="connsiteX6" fmla="*/ 163 w 6343"/>
                  <a:gd name="connsiteY6" fmla="*/ 3409 h 6345"/>
                  <a:gd name="connsiteX7" fmla="*/ 1092 w 6343"/>
                  <a:gd name="connsiteY7" fmla="*/ 5652 h 6345"/>
                  <a:gd name="connsiteX8" fmla="*/ 3334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4" y="6581"/>
                    </a:moveTo>
                    <a:cubicBezTo>
                      <a:pt x="4175" y="6581"/>
                      <a:pt x="4982" y="6247"/>
                      <a:pt x="5577" y="5652"/>
                    </a:cubicBezTo>
                    <a:cubicBezTo>
                      <a:pt x="6172" y="5057"/>
                      <a:pt x="6506" y="4250"/>
                      <a:pt x="6506" y="3409"/>
                    </a:cubicBezTo>
                    <a:cubicBezTo>
                      <a:pt x="6506" y="2567"/>
                      <a:pt x="6172" y="1760"/>
                      <a:pt x="5577" y="1165"/>
                    </a:cubicBezTo>
                    <a:cubicBezTo>
                      <a:pt x="4982" y="570"/>
                      <a:pt x="4175" y="236"/>
                      <a:pt x="3334" y="236"/>
                    </a:cubicBezTo>
                    <a:cubicBezTo>
                      <a:pt x="2493" y="236"/>
                      <a:pt x="1686" y="570"/>
                      <a:pt x="1092" y="1165"/>
                    </a:cubicBezTo>
                    <a:cubicBezTo>
                      <a:pt x="497" y="1760"/>
                      <a:pt x="163" y="2567"/>
                      <a:pt x="163" y="3409"/>
                    </a:cubicBezTo>
                    <a:cubicBezTo>
                      <a:pt x="163" y="4250"/>
                      <a:pt x="497" y="5057"/>
                      <a:pt x="1092" y="5652"/>
                    </a:cubicBezTo>
                    <a:cubicBezTo>
                      <a:pt x="1686" y="6247"/>
                      <a:pt x="2493" y="6581"/>
                      <a:pt x="3334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3" name="Freeform: Shape 1492">
                <a:extLst>
                  <a:ext uri="{FF2B5EF4-FFF2-40B4-BE49-F238E27FC236}">
                    <a16:creationId xmlns:a16="http://schemas.microsoft.com/office/drawing/2014/main" id="{C5AA32CC-03D0-DD46-4D77-A62A486A4ED0}"/>
                  </a:ext>
                </a:extLst>
              </p:cNvPr>
              <p:cNvSpPr/>
              <p:nvPr/>
            </p:nvSpPr>
            <p:spPr>
              <a:xfrm>
                <a:off x="2909576" y="6468444"/>
                <a:ext cx="6343" cy="6345"/>
              </a:xfrm>
              <a:custGeom>
                <a:avLst/>
                <a:gdLst>
                  <a:gd name="connsiteX0" fmla="*/ 3334 w 6343"/>
                  <a:gd name="connsiteY0" fmla="*/ 6581 h 6345"/>
                  <a:gd name="connsiteX1" fmla="*/ 5576 w 6343"/>
                  <a:gd name="connsiteY1" fmla="*/ 5652 h 6345"/>
                  <a:gd name="connsiteX2" fmla="*/ 6505 w 6343"/>
                  <a:gd name="connsiteY2" fmla="*/ 3408 h 6345"/>
                  <a:gd name="connsiteX3" fmla="*/ 5576 w 6343"/>
                  <a:gd name="connsiteY3" fmla="*/ 1165 h 6345"/>
                  <a:gd name="connsiteX4" fmla="*/ 3334 w 6343"/>
                  <a:gd name="connsiteY4" fmla="*/ 236 h 6345"/>
                  <a:gd name="connsiteX5" fmla="*/ 1091 w 6343"/>
                  <a:gd name="connsiteY5" fmla="*/ 1165 h 6345"/>
                  <a:gd name="connsiteX6" fmla="*/ 162 w 6343"/>
                  <a:gd name="connsiteY6" fmla="*/ 3408 h 6345"/>
                  <a:gd name="connsiteX7" fmla="*/ 1091 w 6343"/>
                  <a:gd name="connsiteY7" fmla="*/ 5652 h 6345"/>
                  <a:gd name="connsiteX8" fmla="*/ 3334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4" y="6581"/>
                    </a:moveTo>
                    <a:cubicBezTo>
                      <a:pt x="4175" y="6581"/>
                      <a:pt x="4982" y="6247"/>
                      <a:pt x="5576" y="5652"/>
                    </a:cubicBezTo>
                    <a:cubicBezTo>
                      <a:pt x="6171" y="5057"/>
                      <a:pt x="6505" y="4250"/>
                      <a:pt x="6505" y="3408"/>
                    </a:cubicBezTo>
                    <a:cubicBezTo>
                      <a:pt x="6505" y="2567"/>
                      <a:pt x="6171" y="1760"/>
                      <a:pt x="5576" y="1165"/>
                    </a:cubicBezTo>
                    <a:cubicBezTo>
                      <a:pt x="4982" y="570"/>
                      <a:pt x="4175" y="236"/>
                      <a:pt x="3334" y="236"/>
                    </a:cubicBezTo>
                    <a:cubicBezTo>
                      <a:pt x="2493" y="236"/>
                      <a:pt x="1686" y="570"/>
                      <a:pt x="1091" y="1165"/>
                    </a:cubicBezTo>
                    <a:cubicBezTo>
                      <a:pt x="496" y="1760"/>
                      <a:pt x="162" y="2567"/>
                      <a:pt x="162" y="3408"/>
                    </a:cubicBezTo>
                    <a:cubicBezTo>
                      <a:pt x="162" y="4250"/>
                      <a:pt x="496" y="5057"/>
                      <a:pt x="1091" y="5652"/>
                    </a:cubicBezTo>
                    <a:cubicBezTo>
                      <a:pt x="1686" y="6247"/>
                      <a:pt x="2493" y="6581"/>
                      <a:pt x="3334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4" name="Freeform: Shape 1493">
                <a:extLst>
                  <a:ext uri="{FF2B5EF4-FFF2-40B4-BE49-F238E27FC236}">
                    <a16:creationId xmlns:a16="http://schemas.microsoft.com/office/drawing/2014/main" id="{C951ECD1-5CF6-C139-1D52-D08CC5B02DC2}"/>
                  </a:ext>
                </a:extLst>
              </p:cNvPr>
              <p:cNvSpPr/>
              <p:nvPr/>
            </p:nvSpPr>
            <p:spPr>
              <a:xfrm>
                <a:off x="2894434" y="6470525"/>
                <a:ext cx="6343" cy="6345"/>
              </a:xfrm>
              <a:custGeom>
                <a:avLst/>
                <a:gdLst>
                  <a:gd name="connsiteX0" fmla="*/ 3333 w 6343"/>
                  <a:gd name="connsiteY0" fmla="*/ 6581 h 6345"/>
                  <a:gd name="connsiteX1" fmla="*/ 5575 w 6343"/>
                  <a:gd name="connsiteY1" fmla="*/ 5652 h 6345"/>
                  <a:gd name="connsiteX2" fmla="*/ 6504 w 6343"/>
                  <a:gd name="connsiteY2" fmla="*/ 3408 h 6345"/>
                  <a:gd name="connsiteX3" fmla="*/ 5575 w 6343"/>
                  <a:gd name="connsiteY3" fmla="*/ 1165 h 6345"/>
                  <a:gd name="connsiteX4" fmla="*/ 3333 w 6343"/>
                  <a:gd name="connsiteY4" fmla="*/ 236 h 6345"/>
                  <a:gd name="connsiteX5" fmla="*/ 1090 w 6343"/>
                  <a:gd name="connsiteY5" fmla="*/ 1165 h 6345"/>
                  <a:gd name="connsiteX6" fmla="*/ 161 w 6343"/>
                  <a:gd name="connsiteY6" fmla="*/ 3408 h 6345"/>
                  <a:gd name="connsiteX7" fmla="*/ 1090 w 6343"/>
                  <a:gd name="connsiteY7" fmla="*/ 5652 h 6345"/>
                  <a:gd name="connsiteX8" fmla="*/ 3333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3" y="6581"/>
                    </a:moveTo>
                    <a:cubicBezTo>
                      <a:pt x="4174" y="6581"/>
                      <a:pt x="4980" y="6247"/>
                      <a:pt x="5575" y="5652"/>
                    </a:cubicBezTo>
                    <a:cubicBezTo>
                      <a:pt x="6170" y="5057"/>
                      <a:pt x="6504" y="4250"/>
                      <a:pt x="6504" y="3408"/>
                    </a:cubicBezTo>
                    <a:cubicBezTo>
                      <a:pt x="6504" y="2567"/>
                      <a:pt x="6170" y="1760"/>
                      <a:pt x="5575" y="1165"/>
                    </a:cubicBezTo>
                    <a:cubicBezTo>
                      <a:pt x="4980" y="570"/>
                      <a:pt x="4174" y="236"/>
                      <a:pt x="3333" y="236"/>
                    </a:cubicBezTo>
                    <a:cubicBezTo>
                      <a:pt x="2491" y="236"/>
                      <a:pt x="1685" y="570"/>
                      <a:pt x="1090" y="1165"/>
                    </a:cubicBezTo>
                    <a:cubicBezTo>
                      <a:pt x="495" y="1760"/>
                      <a:pt x="161" y="2567"/>
                      <a:pt x="161" y="3408"/>
                    </a:cubicBezTo>
                    <a:cubicBezTo>
                      <a:pt x="161" y="4250"/>
                      <a:pt x="495" y="5057"/>
                      <a:pt x="1090" y="5652"/>
                    </a:cubicBezTo>
                    <a:cubicBezTo>
                      <a:pt x="1685" y="6247"/>
                      <a:pt x="2491" y="6581"/>
                      <a:pt x="3333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5" name="Freeform: Shape 1494">
                <a:extLst>
                  <a:ext uri="{FF2B5EF4-FFF2-40B4-BE49-F238E27FC236}">
                    <a16:creationId xmlns:a16="http://schemas.microsoft.com/office/drawing/2014/main" id="{F07D1616-3D36-5A8D-DEFC-8BBA99D4DE35}"/>
                  </a:ext>
                </a:extLst>
              </p:cNvPr>
              <p:cNvSpPr/>
              <p:nvPr/>
            </p:nvSpPr>
            <p:spPr>
              <a:xfrm>
                <a:off x="2886883" y="6466774"/>
                <a:ext cx="6343" cy="6345"/>
              </a:xfrm>
              <a:custGeom>
                <a:avLst/>
                <a:gdLst>
                  <a:gd name="connsiteX0" fmla="*/ 3332 w 6343"/>
                  <a:gd name="connsiteY0" fmla="*/ 6581 h 6345"/>
                  <a:gd name="connsiteX1" fmla="*/ 5575 w 6343"/>
                  <a:gd name="connsiteY1" fmla="*/ 5652 h 6345"/>
                  <a:gd name="connsiteX2" fmla="*/ 6503 w 6343"/>
                  <a:gd name="connsiteY2" fmla="*/ 3408 h 6345"/>
                  <a:gd name="connsiteX3" fmla="*/ 5575 w 6343"/>
                  <a:gd name="connsiteY3" fmla="*/ 1165 h 6345"/>
                  <a:gd name="connsiteX4" fmla="*/ 3332 w 6343"/>
                  <a:gd name="connsiteY4" fmla="*/ 235 h 6345"/>
                  <a:gd name="connsiteX5" fmla="*/ 1089 w 6343"/>
                  <a:gd name="connsiteY5" fmla="*/ 1165 h 6345"/>
                  <a:gd name="connsiteX6" fmla="*/ 160 w 6343"/>
                  <a:gd name="connsiteY6" fmla="*/ 3408 h 6345"/>
                  <a:gd name="connsiteX7" fmla="*/ 1089 w 6343"/>
                  <a:gd name="connsiteY7" fmla="*/ 5652 h 6345"/>
                  <a:gd name="connsiteX8" fmla="*/ 3332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2" y="6581"/>
                    </a:moveTo>
                    <a:cubicBezTo>
                      <a:pt x="4173" y="6581"/>
                      <a:pt x="4980" y="6247"/>
                      <a:pt x="5575" y="5652"/>
                    </a:cubicBezTo>
                    <a:cubicBezTo>
                      <a:pt x="6169" y="5057"/>
                      <a:pt x="6503" y="4250"/>
                      <a:pt x="6503" y="3408"/>
                    </a:cubicBezTo>
                    <a:cubicBezTo>
                      <a:pt x="6503" y="2567"/>
                      <a:pt x="6169" y="1760"/>
                      <a:pt x="5575" y="1165"/>
                    </a:cubicBezTo>
                    <a:cubicBezTo>
                      <a:pt x="4980" y="570"/>
                      <a:pt x="4173" y="235"/>
                      <a:pt x="3332" y="235"/>
                    </a:cubicBezTo>
                    <a:cubicBezTo>
                      <a:pt x="2491" y="235"/>
                      <a:pt x="1684" y="570"/>
                      <a:pt x="1089" y="1165"/>
                    </a:cubicBezTo>
                    <a:cubicBezTo>
                      <a:pt x="495" y="1760"/>
                      <a:pt x="160" y="2567"/>
                      <a:pt x="160" y="3408"/>
                    </a:cubicBezTo>
                    <a:cubicBezTo>
                      <a:pt x="160" y="4250"/>
                      <a:pt x="495" y="5057"/>
                      <a:pt x="1089" y="5652"/>
                    </a:cubicBezTo>
                    <a:cubicBezTo>
                      <a:pt x="1684" y="6247"/>
                      <a:pt x="2491" y="6581"/>
                      <a:pt x="3332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6" name="Freeform: Shape 1495">
                <a:extLst>
                  <a:ext uri="{FF2B5EF4-FFF2-40B4-BE49-F238E27FC236}">
                    <a16:creationId xmlns:a16="http://schemas.microsoft.com/office/drawing/2014/main" id="{0FE7C5E3-FE5A-BF30-5769-DA0582AF91C8}"/>
                  </a:ext>
                </a:extLst>
              </p:cNvPr>
              <p:cNvSpPr/>
              <p:nvPr/>
            </p:nvSpPr>
            <p:spPr>
              <a:xfrm>
                <a:off x="2876420" y="6465095"/>
                <a:ext cx="6343" cy="6345"/>
              </a:xfrm>
              <a:custGeom>
                <a:avLst/>
                <a:gdLst>
                  <a:gd name="connsiteX0" fmla="*/ 3331 w 6343"/>
                  <a:gd name="connsiteY0" fmla="*/ 6581 h 6345"/>
                  <a:gd name="connsiteX1" fmla="*/ 5574 w 6343"/>
                  <a:gd name="connsiteY1" fmla="*/ 5651 h 6345"/>
                  <a:gd name="connsiteX2" fmla="*/ 6503 w 6343"/>
                  <a:gd name="connsiteY2" fmla="*/ 3408 h 6345"/>
                  <a:gd name="connsiteX3" fmla="*/ 5574 w 6343"/>
                  <a:gd name="connsiteY3" fmla="*/ 1165 h 6345"/>
                  <a:gd name="connsiteX4" fmla="*/ 3331 w 6343"/>
                  <a:gd name="connsiteY4" fmla="*/ 235 h 6345"/>
                  <a:gd name="connsiteX5" fmla="*/ 1088 w 6343"/>
                  <a:gd name="connsiteY5" fmla="*/ 1165 h 6345"/>
                  <a:gd name="connsiteX6" fmla="*/ 160 w 6343"/>
                  <a:gd name="connsiteY6" fmla="*/ 3408 h 6345"/>
                  <a:gd name="connsiteX7" fmla="*/ 1088 w 6343"/>
                  <a:gd name="connsiteY7" fmla="*/ 5651 h 6345"/>
                  <a:gd name="connsiteX8" fmla="*/ 3331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581"/>
                    </a:moveTo>
                    <a:cubicBezTo>
                      <a:pt x="4172" y="6581"/>
                      <a:pt x="4979" y="6246"/>
                      <a:pt x="5574" y="5651"/>
                    </a:cubicBezTo>
                    <a:cubicBezTo>
                      <a:pt x="6168" y="5056"/>
                      <a:pt x="6503" y="4249"/>
                      <a:pt x="6503" y="3408"/>
                    </a:cubicBezTo>
                    <a:cubicBezTo>
                      <a:pt x="6503" y="2567"/>
                      <a:pt x="6168" y="1759"/>
                      <a:pt x="5574" y="1165"/>
                    </a:cubicBezTo>
                    <a:cubicBezTo>
                      <a:pt x="4979" y="570"/>
                      <a:pt x="4172" y="235"/>
                      <a:pt x="3331" y="235"/>
                    </a:cubicBezTo>
                    <a:cubicBezTo>
                      <a:pt x="2490" y="235"/>
                      <a:pt x="1683" y="570"/>
                      <a:pt x="1088" y="1165"/>
                    </a:cubicBezTo>
                    <a:cubicBezTo>
                      <a:pt x="494" y="1759"/>
                      <a:pt x="160" y="2567"/>
                      <a:pt x="160" y="3408"/>
                    </a:cubicBezTo>
                    <a:cubicBezTo>
                      <a:pt x="160" y="4249"/>
                      <a:pt x="494" y="5056"/>
                      <a:pt x="1088" y="5651"/>
                    </a:cubicBezTo>
                    <a:cubicBezTo>
                      <a:pt x="1683" y="6246"/>
                      <a:pt x="2490" y="6581"/>
                      <a:pt x="3331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7" name="Freeform: Shape 1496">
                <a:extLst>
                  <a:ext uri="{FF2B5EF4-FFF2-40B4-BE49-F238E27FC236}">
                    <a16:creationId xmlns:a16="http://schemas.microsoft.com/office/drawing/2014/main" id="{2A565990-2D88-1588-B62B-03FA29CE954A}"/>
                  </a:ext>
                </a:extLst>
              </p:cNvPr>
              <p:cNvSpPr/>
              <p:nvPr/>
            </p:nvSpPr>
            <p:spPr>
              <a:xfrm>
                <a:off x="2866984" y="6462563"/>
                <a:ext cx="6343" cy="6345"/>
              </a:xfrm>
              <a:custGeom>
                <a:avLst/>
                <a:gdLst>
                  <a:gd name="connsiteX0" fmla="*/ 3330 w 6343"/>
                  <a:gd name="connsiteY0" fmla="*/ 6580 h 6345"/>
                  <a:gd name="connsiteX1" fmla="*/ 5573 w 6343"/>
                  <a:gd name="connsiteY1" fmla="*/ 5651 h 6345"/>
                  <a:gd name="connsiteX2" fmla="*/ 6502 w 6343"/>
                  <a:gd name="connsiteY2" fmla="*/ 3408 h 6345"/>
                  <a:gd name="connsiteX3" fmla="*/ 5573 w 6343"/>
                  <a:gd name="connsiteY3" fmla="*/ 1164 h 6345"/>
                  <a:gd name="connsiteX4" fmla="*/ 3330 w 6343"/>
                  <a:gd name="connsiteY4" fmla="*/ 235 h 6345"/>
                  <a:gd name="connsiteX5" fmla="*/ 1088 w 6343"/>
                  <a:gd name="connsiteY5" fmla="*/ 1164 h 6345"/>
                  <a:gd name="connsiteX6" fmla="*/ 159 w 6343"/>
                  <a:gd name="connsiteY6" fmla="*/ 3408 h 6345"/>
                  <a:gd name="connsiteX7" fmla="*/ 1088 w 6343"/>
                  <a:gd name="connsiteY7" fmla="*/ 5651 h 6345"/>
                  <a:gd name="connsiteX8" fmla="*/ 3330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580"/>
                    </a:moveTo>
                    <a:cubicBezTo>
                      <a:pt x="4171" y="6580"/>
                      <a:pt x="4978" y="6246"/>
                      <a:pt x="5573" y="5651"/>
                    </a:cubicBezTo>
                    <a:cubicBezTo>
                      <a:pt x="6168" y="5056"/>
                      <a:pt x="6502" y="4249"/>
                      <a:pt x="6502" y="3408"/>
                    </a:cubicBezTo>
                    <a:cubicBezTo>
                      <a:pt x="6502" y="2566"/>
                      <a:pt x="6168" y="1759"/>
                      <a:pt x="5573" y="1164"/>
                    </a:cubicBezTo>
                    <a:cubicBezTo>
                      <a:pt x="4978" y="569"/>
                      <a:pt x="4171" y="235"/>
                      <a:pt x="3330" y="235"/>
                    </a:cubicBezTo>
                    <a:cubicBezTo>
                      <a:pt x="2489" y="235"/>
                      <a:pt x="1682" y="569"/>
                      <a:pt x="1088" y="1164"/>
                    </a:cubicBezTo>
                    <a:cubicBezTo>
                      <a:pt x="493" y="1759"/>
                      <a:pt x="159" y="2566"/>
                      <a:pt x="159" y="3408"/>
                    </a:cubicBezTo>
                    <a:cubicBezTo>
                      <a:pt x="159" y="4249"/>
                      <a:pt x="493" y="5056"/>
                      <a:pt x="1088" y="5651"/>
                    </a:cubicBezTo>
                    <a:cubicBezTo>
                      <a:pt x="1682" y="6246"/>
                      <a:pt x="2489" y="6580"/>
                      <a:pt x="3330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8" name="Freeform: Shape 1497">
                <a:extLst>
                  <a:ext uri="{FF2B5EF4-FFF2-40B4-BE49-F238E27FC236}">
                    <a16:creationId xmlns:a16="http://schemas.microsoft.com/office/drawing/2014/main" id="{0EC06C1D-1440-FA74-CCFC-1A492AD0C382}"/>
                  </a:ext>
                </a:extLst>
              </p:cNvPr>
              <p:cNvSpPr/>
              <p:nvPr/>
            </p:nvSpPr>
            <p:spPr>
              <a:xfrm>
                <a:off x="2859170" y="6458780"/>
                <a:ext cx="6343" cy="6345"/>
              </a:xfrm>
              <a:custGeom>
                <a:avLst/>
                <a:gdLst>
                  <a:gd name="connsiteX0" fmla="*/ 3330 w 6343"/>
                  <a:gd name="connsiteY0" fmla="*/ 6580 h 6345"/>
                  <a:gd name="connsiteX1" fmla="*/ 5572 w 6343"/>
                  <a:gd name="connsiteY1" fmla="*/ 5651 h 6345"/>
                  <a:gd name="connsiteX2" fmla="*/ 6501 w 6343"/>
                  <a:gd name="connsiteY2" fmla="*/ 3407 h 6345"/>
                  <a:gd name="connsiteX3" fmla="*/ 5572 w 6343"/>
                  <a:gd name="connsiteY3" fmla="*/ 1164 h 6345"/>
                  <a:gd name="connsiteX4" fmla="*/ 3330 w 6343"/>
                  <a:gd name="connsiteY4" fmla="*/ 235 h 6345"/>
                  <a:gd name="connsiteX5" fmla="*/ 1087 w 6343"/>
                  <a:gd name="connsiteY5" fmla="*/ 1164 h 6345"/>
                  <a:gd name="connsiteX6" fmla="*/ 158 w 6343"/>
                  <a:gd name="connsiteY6" fmla="*/ 3407 h 6345"/>
                  <a:gd name="connsiteX7" fmla="*/ 1087 w 6343"/>
                  <a:gd name="connsiteY7" fmla="*/ 5651 h 6345"/>
                  <a:gd name="connsiteX8" fmla="*/ 3330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580"/>
                    </a:moveTo>
                    <a:cubicBezTo>
                      <a:pt x="4171" y="6580"/>
                      <a:pt x="4978" y="6246"/>
                      <a:pt x="5572" y="5651"/>
                    </a:cubicBezTo>
                    <a:cubicBezTo>
                      <a:pt x="6167" y="5056"/>
                      <a:pt x="6501" y="4249"/>
                      <a:pt x="6501" y="3407"/>
                    </a:cubicBezTo>
                    <a:cubicBezTo>
                      <a:pt x="6501" y="2566"/>
                      <a:pt x="6167" y="1759"/>
                      <a:pt x="5572" y="1164"/>
                    </a:cubicBezTo>
                    <a:cubicBezTo>
                      <a:pt x="4978" y="569"/>
                      <a:pt x="4171" y="235"/>
                      <a:pt x="3330" y="235"/>
                    </a:cubicBezTo>
                    <a:cubicBezTo>
                      <a:pt x="2489" y="235"/>
                      <a:pt x="1682" y="569"/>
                      <a:pt x="1087" y="1164"/>
                    </a:cubicBezTo>
                    <a:cubicBezTo>
                      <a:pt x="492" y="1759"/>
                      <a:pt x="158" y="2566"/>
                      <a:pt x="158" y="3407"/>
                    </a:cubicBezTo>
                    <a:cubicBezTo>
                      <a:pt x="158" y="4249"/>
                      <a:pt x="492" y="5056"/>
                      <a:pt x="1087" y="5651"/>
                    </a:cubicBezTo>
                    <a:cubicBezTo>
                      <a:pt x="1682" y="6246"/>
                      <a:pt x="2489" y="6580"/>
                      <a:pt x="3330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9" name="Freeform: Shape 1498">
                <a:extLst>
                  <a:ext uri="{FF2B5EF4-FFF2-40B4-BE49-F238E27FC236}">
                    <a16:creationId xmlns:a16="http://schemas.microsoft.com/office/drawing/2014/main" id="{A8C4693E-A5CC-5C9E-ECB7-04317E56253F}"/>
                  </a:ext>
                </a:extLst>
              </p:cNvPr>
              <p:cNvSpPr/>
              <p:nvPr/>
            </p:nvSpPr>
            <p:spPr>
              <a:xfrm>
                <a:off x="2848950" y="6456628"/>
                <a:ext cx="6343" cy="6345"/>
              </a:xfrm>
              <a:custGeom>
                <a:avLst/>
                <a:gdLst>
                  <a:gd name="connsiteX0" fmla="*/ 3329 w 6343"/>
                  <a:gd name="connsiteY0" fmla="*/ 6580 h 6345"/>
                  <a:gd name="connsiteX1" fmla="*/ 5572 w 6343"/>
                  <a:gd name="connsiteY1" fmla="*/ 5651 h 6345"/>
                  <a:gd name="connsiteX2" fmla="*/ 6501 w 6343"/>
                  <a:gd name="connsiteY2" fmla="*/ 3407 h 6345"/>
                  <a:gd name="connsiteX3" fmla="*/ 5572 w 6343"/>
                  <a:gd name="connsiteY3" fmla="*/ 1164 h 6345"/>
                  <a:gd name="connsiteX4" fmla="*/ 3329 w 6343"/>
                  <a:gd name="connsiteY4" fmla="*/ 235 h 6345"/>
                  <a:gd name="connsiteX5" fmla="*/ 1086 w 6343"/>
                  <a:gd name="connsiteY5" fmla="*/ 1164 h 6345"/>
                  <a:gd name="connsiteX6" fmla="*/ 157 w 6343"/>
                  <a:gd name="connsiteY6" fmla="*/ 3407 h 6345"/>
                  <a:gd name="connsiteX7" fmla="*/ 1086 w 6343"/>
                  <a:gd name="connsiteY7" fmla="*/ 5651 h 6345"/>
                  <a:gd name="connsiteX8" fmla="*/ 3329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580"/>
                    </a:moveTo>
                    <a:cubicBezTo>
                      <a:pt x="4170" y="6580"/>
                      <a:pt x="4977" y="6246"/>
                      <a:pt x="5572" y="5651"/>
                    </a:cubicBezTo>
                    <a:cubicBezTo>
                      <a:pt x="6166" y="5056"/>
                      <a:pt x="6501" y="4249"/>
                      <a:pt x="6501" y="3407"/>
                    </a:cubicBezTo>
                    <a:cubicBezTo>
                      <a:pt x="6501" y="2566"/>
                      <a:pt x="6166" y="1759"/>
                      <a:pt x="5572" y="1164"/>
                    </a:cubicBezTo>
                    <a:cubicBezTo>
                      <a:pt x="4977" y="569"/>
                      <a:pt x="4170" y="235"/>
                      <a:pt x="3329" y="235"/>
                    </a:cubicBezTo>
                    <a:cubicBezTo>
                      <a:pt x="2488" y="235"/>
                      <a:pt x="1681" y="569"/>
                      <a:pt x="1086" y="1164"/>
                    </a:cubicBezTo>
                    <a:cubicBezTo>
                      <a:pt x="492" y="1759"/>
                      <a:pt x="157" y="2566"/>
                      <a:pt x="157" y="3407"/>
                    </a:cubicBezTo>
                    <a:cubicBezTo>
                      <a:pt x="157" y="4249"/>
                      <a:pt x="492" y="5056"/>
                      <a:pt x="1086" y="5651"/>
                    </a:cubicBezTo>
                    <a:cubicBezTo>
                      <a:pt x="1681" y="6246"/>
                      <a:pt x="2488" y="6580"/>
                      <a:pt x="3329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0" name="Freeform: Shape 1499">
                <a:extLst>
                  <a:ext uri="{FF2B5EF4-FFF2-40B4-BE49-F238E27FC236}">
                    <a16:creationId xmlns:a16="http://schemas.microsoft.com/office/drawing/2014/main" id="{270013B9-1601-3ACF-CEA0-73611E11D722}"/>
                  </a:ext>
                </a:extLst>
              </p:cNvPr>
              <p:cNvSpPr/>
              <p:nvPr/>
            </p:nvSpPr>
            <p:spPr>
              <a:xfrm>
                <a:off x="2839187" y="6454052"/>
                <a:ext cx="6343" cy="6345"/>
              </a:xfrm>
              <a:custGeom>
                <a:avLst/>
                <a:gdLst>
                  <a:gd name="connsiteX0" fmla="*/ 3328 w 6343"/>
                  <a:gd name="connsiteY0" fmla="*/ 6580 h 6345"/>
                  <a:gd name="connsiteX1" fmla="*/ 5571 w 6343"/>
                  <a:gd name="connsiteY1" fmla="*/ 5651 h 6345"/>
                  <a:gd name="connsiteX2" fmla="*/ 6500 w 6343"/>
                  <a:gd name="connsiteY2" fmla="*/ 3407 h 6345"/>
                  <a:gd name="connsiteX3" fmla="*/ 5571 w 6343"/>
                  <a:gd name="connsiteY3" fmla="*/ 1164 h 6345"/>
                  <a:gd name="connsiteX4" fmla="*/ 3328 w 6343"/>
                  <a:gd name="connsiteY4" fmla="*/ 234 h 6345"/>
                  <a:gd name="connsiteX5" fmla="*/ 1086 w 6343"/>
                  <a:gd name="connsiteY5" fmla="*/ 1164 h 6345"/>
                  <a:gd name="connsiteX6" fmla="*/ 157 w 6343"/>
                  <a:gd name="connsiteY6" fmla="*/ 3407 h 6345"/>
                  <a:gd name="connsiteX7" fmla="*/ 1086 w 6343"/>
                  <a:gd name="connsiteY7" fmla="*/ 5651 h 6345"/>
                  <a:gd name="connsiteX8" fmla="*/ 3328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8" y="6580"/>
                    </a:moveTo>
                    <a:cubicBezTo>
                      <a:pt x="4169" y="6580"/>
                      <a:pt x="4976" y="6245"/>
                      <a:pt x="5571" y="5651"/>
                    </a:cubicBezTo>
                    <a:cubicBezTo>
                      <a:pt x="6166" y="5056"/>
                      <a:pt x="6500" y="4249"/>
                      <a:pt x="6500" y="3407"/>
                    </a:cubicBezTo>
                    <a:cubicBezTo>
                      <a:pt x="6500" y="2566"/>
                      <a:pt x="6166" y="1759"/>
                      <a:pt x="5571" y="1164"/>
                    </a:cubicBezTo>
                    <a:cubicBezTo>
                      <a:pt x="4976" y="569"/>
                      <a:pt x="4169" y="234"/>
                      <a:pt x="3328" y="234"/>
                    </a:cubicBezTo>
                    <a:cubicBezTo>
                      <a:pt x="2487" y="234"/>
                      <a:pt x="1680" y="569"/>
                      <a:pt x="1086" y="1164"/>
                    </a:cubicBezTo>
                    <a:cubicBezTo>
                      <a:pt x="491" y="1759"/>
                      <a:pt x="157" y="2566"/>
                      <a:pt x="157" y="3407"/>
                    </a:cubicBezTo>
                    <a:cubicBezTo>
                      <a:pt x="157" y="4249"/>
                      <a:pt x="491" y="5056"/>
                      <a:pt x="1086" y="5651"/>
                    </a:cubicBezTo>
                    <a:cubicBezTo>
                      <a:pt x="1680" y="6245"/>
                      <a:pt x="2487" y="6580"/>
                      <a:pt x="3328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1" name="Freeform: Shape 1500">
                <a:extLst>
                  <a:ext uri="{FF2B5EF4-FFF2-40B4-BE49-F238E27FC236}">
                    <a16:creationId xmlns:a16="http://schemas.microsoft.com/office/drawing/2014/main" id="{662B76D7-8CB7-BB4A-C772-1EE53ADF2FDC}"/>
                  </a:ext>
                </a:extLst>
              </p:cNvPr>
              <p:cNvSpPr/>
              <p:nvPr/>
            </p:nvSpPr>
            <p:spPr>
              <a:xfrm>
                <a:off x="2827886" y="6452434"/>
                <a:ext cx="6343" cy="6345"/>
              </a:xfrm>
              <a:custGeom>
                <a:avLst/>
                <a:gdLst>
                  <a:gd name="connsiteX0" fmla="*/ 3327 w 6343"/>
                  <a:gd name="connsiteY0" fmla="*/ 6580 h 6345"/>
                  <a:gd name="connsiteX1" fmla="*/ 5570 w 6343"/>
                  <a:gd name="connsiteY1" fmla="*/ 5650 h 6345"/>
                  <a:gd name="connsiteX2" fmla="*/ 6499 w 6343"/>
                  <a:gd name="connsiteY2" fmla="*/ 3407 h 6345"/>
                  <a:gd name="connsiteX3" fmla="*/ 5570 w 6343"/>
                  <a:gd name="connsiteY3" fmla="*/ 1164 h 6345"/>
                  <a:gd name="connsiteX4" fmla="*/ 3327 w 6343"/>
                  <a:gd name="connsiteY4" fmla="*/ 234 h 6345"/>
                  <a:gd name="connsiteX5" fmla="*/ 1085 w 6343"/>
                  <a:gd name="connsiteY5" fmla="*/ 1164 h 6345"/>
                  <a:gd name="connsiteX6" fmla="*/ 156 w 6343"/>
                  <a:gd name="connsiteY6" fmla="*/ 3407 h 6345"/>
                  <a:gd name="connsiteX7" fmla="*/ 1085 w 6343"/>
                  <a:gd name="connsiteY7" fmla="*/ 5650 h 6345"/>
                  <a:gd name="connsiteX8" fmla="*/ 3327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7" y="6580"/>
                    </a:moveTo>
                    <a:cubicBezTo>
                      <a:pt x="4168" y="6580"/>
                      <a:pt x="4975" y="6245"/>
                      <a:pt x="5570" y="5650"/>
                    </a:cubicBezTo>
                    <a:cubicBezTo>
                      <a:pt x="6165" y="5055"/>
                      <a:pt x="6499" y="4248"/>
                      <a:pt x="6499" y="3407"/>
                    </a:cubicBezTo>
                    <a:cubicBezTo>
                      <a:pt x="6499" y="2566"/>
                      <a:pt x="6165" y="1758"/>
                      <a:pt x="5570" y="1164"/>
                    </a:cubicBezTo>
                    <a:cubicBezTo>
                      <a:pt x="4975" y="569"/>
                      <a:pt x="4168" y="234"/>
                      <a:pt x="3327" y="234"/>
                    </a:cubicBezTo>
                    <a:cubicBezTo>
                      <a:pt x="2486" y="234"/>
                      <a:pt x="1679" y="569"/>
                      <a:pt x="1085" y="1164"/>
                    </a:cubicBezTo>
                    <a:cubicBezTo>
                      <a:pt x="490" y="1758"/>
                      <a:pt x="156" y="2566"/>
                      <a:pt x="156" y="3407"/>
                    </a:cubicBezTo>
                    <a:cubicBezTo>
                      <a:pt x="156" y="4248"/>
                      <a:pt x="490" y="5055"/>
                      <a:pt x="1085" y="5650"/>
                    </a:cubicBezTo>
                    <a:cubicBezTo>
                      <a:pt x="1679" y="6245"/>
                      <a:pt x="2486" y="6580"/>
                      <a:pt x="3327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2" name="Freeform: Shape 1501">
                <a:extLst>
                  <a:ext uri="{FF2B5EF4-FFF2-40B4-BE49-F238E27FC236}">
                    <a16:creationId xmlns:a16="http://schemas.microsoft.com/office/drawing/2014/main" id="{EC1A639A-16DD-7B9B-636E-F6D4E8404208}"/>
                  </a:ext>
                </a:extLst>
              </p:cNvPr>
              <p:cNvSpPr/>
              <p:nvPr/>
            </p:nvSpPr>
            <p:spPr>
              <a:xfrm>
                <a:off x="2819011" y="6449049"/>
                <a:ext cx="6343" cy="6345"/>
              </a:xfrm>
              <a:custGeom>
                <a:avLst/>
                <a:gdLst>
                  <a:gd name="connsiteX0" fmla="*/ 3327 w 6343"/>
                  <a:gd name="connsiteY0" fmla="*/ 6579 h 6345"/>
                  <a:gd name="connsiteX1" fmla="*/ 5569 w 6343"/>
                  <a:gd name="connsiteY1" fmla="*/ 5650 h 6345"/>
                  <a:gd name="connsiteX2" fmla="*/ 6498 w 6343"/>
                  <a:gd name="connsiteY2" fmla="*/ 3407 h 6345"/>
                  <a:gd name="connsiteX3" fmla="*/ 5569 w 6343"/>
                  <a:gd name="connsiteY3" fmla="*/ 1163 h 6345"/>
                  <a:gd name="connsiteX4" fmla="*/ 3327 w 6343"/>
                  <a:gd name="connsiteY4" fmla="*/ 234 h 6345"/>
                  <a:gd name="connsiteX5" fmla="*/ 1084 w 6343"/>
                  <a:gd name="connsiteY5" fmla="*/ 1163 h 6345"/>
                  <a:gd name="connsiteX6" fmla="*/ 155 w 6343"/>
                  <a:gd name="connsiteY6" fmla="*/ 3407 h 6345"/>
                  <a:gd name="connsiteX7" fmla="*/ 1084 w 6343"/>
                  <a:gd name="connsiteY7" fmla="*/ 5650 h 6345"/>
                  <a:gd name="connsiteX8" fmla="*/ 3327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7" y="6579"/>
                    </a:moveTo>
                    <a:cubicBezTo>
                      <a:pt x="4168" y="6579"/>
                      <a:pt x="4974" y="6245"/>
                      <a:pt x="5569" y="5650"/>
                    </a:cubicBezTo>
                    <a:cubicBezTo>
                      <a:pt x="6164" y="5055"/>
                      <a:pt x="6498" y="4248"/>
                      <a:pt x="6498" y="3407"/>
                    </a:cubicBezTo>
                    <a:cubicBezTo>
                      <a:pt x="6498" y="2565"/>
                      <a:pt x="6164" y="1758"/>
                      <a:pt x="5569" y="1163"/>
                    </a:cubicBezTo>
                    <a:cubicBezTo>
                      <a:pt x="4974" y="568"/>
                      <a:pt x="4168" y="234"/>
                      <a:pt x="3327" y="234"/>
                    </a:cubicBezTo>
                    <a:cubicBezTo>
                      <a:pt x="2485" y="234"/>
                      <a:pt x="1679" y="568"/>
                      <a:pt x="1084" y="1163"/>
                    </a:cubicBezTo>
                    <a:cubicBezTo>
                      <a:pt x="489" y="1758"/>
                      <a:pt x="155" y="2565"/>
                      <a:pt x="155" y="3407"/>
                    </a:cubicBezTo>
                    <a:cubicBezTo>
                      <a:pt x="155" y="4248"/>
                      <a:pt x="489" y="5055"/>
                      <a:pt x="1084" y="5650"/>
                    </a:cubicBezTo>
                    <a:cubicBezTo>
                      <a:pt x="1679" y="6245"/>
                      <a:pt x="2485" y="6579"/>
                      <a:pt x="3327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3" name="Freeform: Shape 1502">
                <a:extLst>
                  <a:ext uri="{FF2B5EF4-FFF2-40B4-BE49-F238E27FC236}">
                    <a16:creationId xmlns:a16="http://schemas.microsoft.com/office/drawing/2014/main" id="{10CBB095-4F03-9953-6E2E-2436B5D5CADC}"/>
                  </a:ext>
                </a:extLst>
              </p:cNvPr>
              <p:cNvSpPr/>
              <p:nvPr/>
            </p:nvSpPr>
            <p:spPr>
              <a:xfrm>
                <a:off x="2799920" y="6452407"/>
                <a:ext cx="6343" cy="6345"/>
              </a:xfrm>
              <a:custGeom>
                <a:avLst/>
                <a:gdLst>
                  <a:gd name="connsiteX0" fmla="*/ 3325 w 6343"/>
                  <a:gd name="connsiteY0" fmla="*/ 6580 h 6345"/>
                  <a:gd name="connsiteX1" fmla="*/ 5568 w 6343"/>
                  <a:gd name="connsiteY1" fmla="*/ 5650 h 6345"/>
                  <a:gd name="connsiteX2" fmla="*/ 6497 w 6343"/>
                  <a:gd name="connsiteY2" fmla="*/ 3407 h 6345"/>
                  <a:gd name="connsiteX3" fmla="*/ 5568 w 6343"/>
                  <a:gd name="connsiteY3" fmla="*/ 1164 h 6345"/>
                  <a:gd name="connsiteX4" fmla="*/ 3325 w 6343"/>
                  <a:gd name="connsiteY4" fmla="*/ 234 h 6345"/>
                  <a:gd name="connsiteX5" fmla="*/ 1082 w 6343"/>
                  <a:gd name="connsiteY5" fmla="*/ 1164 h 6345"/>
                  <a:gd name="connsiteX6" fmla="*/ 154 w 6343"/>
                  <a:gd name="connsiteY6" fmla="*/ 3407 h 6345"/>
                  <a:gd name="connsiteX7" fmla="*/ 1082 w 6343"/>
                  <a:gd name="connsiteY7" fmla="*/ 5650 h 6345"/>
                  <a:gd name="connsiteX8" fmla="*/ 3325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5" y="6580"/>
                    </a:moveTo>
                    <a:cubicBezTo>
                      <a:pt x="4166" y="6580"/>
                      <a:pt x="4973" y="6245"/>
                      <a:pt x="5568" y="5650"/>
                    </a:cubicBezTo>
                    <a:cubicBezTo>
                      <a:pt x="6162" y="5055"/>
                      <a:pt x="6497" y="4248"/>
                      <a:pt x="6497" y="3407"/>
                    </a:cubicBezTo>
                    <a:cubicBezTo>
                      <a:pt x="6497" y="2566"/>
                      <a:pt x="6162" y="1758"/>
                      <a:pt x="5568" y="1164"/>
                    </a:cubicBezTo>
                    <a:cubicBezTo>
                      <a:pt x="4973" y="569"/>
                      <a:pt x="4166" y="234"/>
                      <a:pt x="3325" y="234"/>
                    </a:cubicBezTo>
                    <a:cubicBezTo>
                      <a:pt x="2484" y="234"/>
                      <a:pt x="1677" y="569"/>
                      <a:pt x="1082" y="1164"/>
                    </a:cubicBezTo>
                    <a:cubicBezTo>
                      <a:pt x="488" y="1758"/>
                      <a:pt x="154" y="2566"/>
                      <a:pt x="154" y="3407"/>
                    </a:cubicBezTo>
                    <a:cubicBezTo>
                      <a:pt x="154" y="4248"/>
                      <a:pt x="488" y="5055"/>
                      <a:pt x="1082" y="5650"/>
                    </a:cubicBezTo>
                    <a:cubicBezTo>
                      <a:pt x="1677" y="6245"/>
                      <a:pt x="2484" y="6580"/>
                      <a:pt x="3325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4" name="Freeform: Shape 1503">
                <a:extLst>
                  <a:ext uri="{FF2B5EF4-FFF2-40B4-BE49-F238E27FC236}">
                    <a16:creationId xmlns:a16="http://schemas.microsoft.com/office/drawing/2014/main" id="{97D14E47-A3D8-BCD5-3CA2-85C9CEB77C56}"/>
                  </a:ext>
                </a:extLst>
              </p:cNvPr>
              <p:cNvSpPr/>
              <p:nvPr/>
            </p:nvSpPr>
            <p:spPr>
              <a:xfrm>
                <a:off x="2789299" y="6449922"/>
                <a:ext cx="6343" cy="6345"/>
              </a:xfrm>
              <a:custGeom>
                <a:avLst/>
                <a:gdLst>
                  <a:gd name="connsiteX0" fmla="*/ 3324 w 6343"/>
                  <a:gd name="connsiteY0" fmla="*/ 6579 h 6345"/>
                  <a:gd name="connsiteX1" fmla="*/ 5567 w 6343"/>
                  <a:gd name="connsiteY1" fmla="*/ 5650 h 6345"/>
                  <a:gd name="connsiteX2" fmla="*/ 6496 w 6343"/>
                  <a:gd name="connsiteY2" fmla="*/ 3407 h 6345"/>
                  <a:gd name="connsiteX3" fmla="*/ 5567 w 6343"/>
                  <a:gd name="connsiteY3" fmla="*/ 1163 h 6345"/>
                  <a:gd name="connsiteX4" fmla="*/ 3324 w 6343"/>
                  <a:gd name="connsiteY4" fmla="*/ 234 h 6345"/>
                  <a:gd name="connsiteX5" fmla="*/ 1082 w 6343"/>
                  <a:gd name="connsiteY5" fmla="*/ 1163 h 6345"/>
                  <a:gd name="connsiteX6" fmla="*/ 153 w 6343"/>
                  <a:gd name="connsiteY6" fmla="*/ 3407 h 6345"/>
                  <a:gd name="connsiteX7" fmla="*/ 1082 w 6343"/>
                  <a:gd name="connsiteY7" fmla="*/ 5650 h 6345"/>
                  <a:gd name="connsiteX8" fmla="*/ 3324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4" y="6579"/>
                    </a:moveTo>
                    <a:cubicBezTo>
                      <a:pt x="4165" y="6579"/>
                      <a:pt x="4972" y="6245"/>
                      <a:pt x="5567" y="5650"/>
                    </a:cubicBezTo>
                    <a:cubicBezTo>
                      <a:pt x="6162" y="5055"/>
                      <a:pt x="6496" y="4248"/>
                      <a:pt x="6496" y="3407"/>
                    </a:cubicBezTo>
                    <a:cubicBezTo>
                      <a:pt x="6496" y="2565"/>
                      <a:pt x="6162" y="1758"/>
                      <a:pt x="5567" y="1163"/>
                    </a:cubicBezTo>
                    <a:cubicBezTo>
                      <a:pt x="4972" y="568"/>
                      <a:pt x="4165" y="234"/>
                      <a:pt x="3324" y="234"/>
                    </a:cubicBezTo>
                    <a:cubicBezTo>
                      <a:pt x="2483" y="234"/>
                      <a:pt x="1676" y="568"/>
                      <a:pt x="1082" y="1163"/>
                    </a:cubicBezTo>
                    <a:cubicBezTo>
                      <a:pt x="487" y="1758"/>
                      <a:pt x="153" y="2565"/>
                      <a:pt x="153" y="3407"/>
                    </a:cubicBezTo>
                    <a:cubicBezTo>
                      <a:pt x="153" y="4248"/>
                      <a:pt x="487" y="5055"/>
                      <a:pt x="1082" y="5650"/>
                    </a:cubicBezTo>
                    <a:cubicBezTo>
                      <a:pt x="1676" y="6245"/>
                      <a:pt x="2483" y="6579"/>
                      <a:pt x="3324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5" name="Freeform: Shape 1504">
                <a:extLst>
                  <a:ext uri="{FF2B5EF4-FFF2-40B4-BE49-F238E27FC236}">
                    <a16:creationId xmlns:a16="http://schemas.microsoft.com/office/drawing/2014/main" id="{B9BCCE0A-2E54-C6CF-7FC9-1F943BCDF1DF}"/>
                  </a:ext>
                </a:extLst>
              </p:cNvPr>
              <p:cNvSpPr/>
              <p:nvPr/>
            </p:nvSpPr>
            <p:spPr>
              <a:xfrm>
                <a:off x="2781344" y="6445593"/>
                <a:ext cx="6343" cy="6345"/>
              </a:xfrm>
              <a:custGeom>
                <a:avLst/>
                <a:gdLst>
                  <a:gd name="connsiteX0" fmla="*/ 3324 w 6343"/>
                  <a:gd name="connsiteY0" fmla="*/ 6579 h 6345"/>
                  <a:gd name="connsiteX1" fmla="*/ 5566 w 6343"/>
                  <a:gd name="connsiteY1" fmla="*/ 5650 h 6345"/>
                  <a:gd name="connsiteX2" fmla="*/ 6495 w 6343"/>
                  <a:gd name="connsiteY2" fmla="*/ 3406 h 6345"/>
                  <a:gd name="connsiteX3" fmla="*/ 5566 w 6343"/>
                  <a:gd name="connsiteY3" fmla="*/ 1163 h 6345"/>
                  <a:gd name="connsiteX4" fmla="*/ 3324 w 6343"/>
                  <a:gd name="connsiteY4" fmla="*/ 234 h 6345"/>
                  <a:gd name="connsiteX5" fmla="*/ 1081 w 6343"/>
                  <a:gd name="connsiteY5" fmla="*/ 1163 h 6345"/>
                  <a:gd name="connsiteX6" fmla="*/ 152 w 6343"/>
                  <a:gd name="connsiteY6" fmla="*/ 3406 h 6345"/>
                  <a:gd name="connsiteX7" fmla="*/ 1081 w 6343"/>
                  <a:gd name="connsiteY7" fmla="*/ 5650 h 6345"/>
                  <a:gd name="connsiteX8" fmla="*/ 3324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4" y="6579"/>
                    </a:moveTo>
                    <a:cubicBezTo>
                      <a:pt x="4165" y="6579"/>
                      <a:pt x="4972" y="6245"/>
                      <a:pt x="5566" y="5650"/>
                    </a:cubicBezTo>
                    <a:cubicBezTo>
                      <a:pt x="6161" y="5055"/>
                      <a:pt x="6495" y="4248"/>
                      <a:pt x="6495" y="3406"/>
                    </a:cubicBezTo>
                    <a:cubicBezTo>
                      <a:pt x="6495" y="2565"/>
                      <a:pt x="6161" y="1758"/>
                      <a:pt x="5566" y="1163"/>
                    </a:cubicBezTo>
                    <a:cubicBezTo>
                      <a:pt x="4972" y="568"/>
                      <a:pt x="4165" y="234"/>
                      <a:pt x="3324" y="234"/>
                    </a:cubicBezTo>
                    <a:cubicBezTo>
                      <a:pt x="2483" y="234"/>
                      <a:pt x="1676" y="568"/>
                      <a:pt x="1081" y="1163"/>
                    </a:cubicBezTo>
                    <a:cubicBezTo>
                      <a:pt x="486" y="1758"/>
                      <a:pt x="152" y="2565"/>
                      <a:pt x="152" y="3406"/>
                    </a:cubicBezTo>
                    <a:cubicBezTo>
                      <a:pt x="152" y="4248"/>
                      <a:pt x="486" y="5055"/>
                      <a:pt x="1081" y="5650"/>
                    </a:cubicBezTo>
                    <a:cubicBezTo>
                      <a:pt x="1676" y="6245"/>
                      <a:pt x="2483" y="6579"/>
                      <a:pt x="3324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6" name="Freeform: Shape 1505">
                <a:extLst>
                  <a:ext uri="{FF2B5EF4-FFF2-40B4-BE49-F238E27FC236}">
                    <a16:creationId xmlns:a16="http://schemas.microsoft.com/office/drawing/2014/main" id="{A5262040-8431-AD4E-BF3F-118610F0C094}"/>
                  </a:ext>
                </a:extLst>
              </p:cNvPr>
              <p:cNvSpPr/>
              <p:nvPr/>
            </p:nvSpPr>
            <p:spPr>
              <a:xfrm>
                <a:off x="2775366" y="6439933"/>
                <a:ext cx="6343" cy="6345"/>
              </a:xfrm>
              <a:custGeom>
                <a:avLst/>
                <a:gdLst>
                  <a:gd name="connsiteX0" fmla="*/ 3323 w 6343"/>
                  <a:gd name="connsiteY0" fmla="*/ 6579 h 6345"/>
                  <a:gd name="connsiteX1" fmla="*/ 5566 w 6343"/>
                  <a:gd name="connsiteY1" fmla="*/ 5649 h 6345"/>
                  <a:gd name="connsiteX2" fmla="*/ 6495 w 6343"/>
                  <a:gd name="connsiteY2" fmla="*/ 3406 h 6345"/>
                  <a:gd name="connsiteX3" fmla="*/ 5566 w 6343"/>
                  <a:gd name="connsiteY3" fmla="*/ 1163 h 6345"/>
                  <a:gd name="connsiteX4" fmla="*/ 3323 w 6343"/>
                  <a:gd name="connsiteY4" fmla="*/ 233 h 6345"/>
                  <a:gd name="connsiteX5" fmla="*/ 1081 w 6343"/>
                  <a:gd name="connsiteY5" fmla="*/ 1163 h 6345"/>
                  <a:gd name="connsiteX6" fmla="*/ 152 w 6343"/>
                  <a:gd name="connsiteY6" fmla="*/ 3406 h 6345"/>
                  <a:gd name="connsiteX7" fmla="*/ 1081 w 6343"/>
                  <a:gd name="connsiteY7" fmla="*/ 5649 h 6345"/>
                  <a:gd name="connsiteX8" fmla="*/ 3323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579"/>
                    </a:moveTo>
                    <a:cubicBezTo>
                      <a:pt x="4164" y="6579"/>
                      <a:pt x="4971" y="6244"/>
                      <a:pt x="5566" y="5649"/>
                    </a:cubicBezTo>
                    <a:cubicBezTo>
                      <a:pt x="6161" y="5054"/>
                      <a:pt x="6495" y="4247"/>
                      <a:pt x="6495" y="3406"/>
                    </a:cubicBezTo>
                    <a:cubicBezTo>
                      <a:pt x="6495" y="2565"/>
                      <a:pt x="6161" y="1758"/>
                      <a:pt x="5566" y="1163"/>
                    </a:cubicBezTo>
                    <a:cubicBezTo>
                      <a:pt x="4971" y="568"/>
                      <a:pt x="4164" y="233"/>
                      <a:pt x="3323" y="233"/>
                    </a:cubicBezTo>
                    <a:cubicBezTo>
                      <a:pt x="2482" y="233"/>
                      <a:pt x="1675" y="568"/>
                      <a:pt x="1081" y="1163"/>
                    </a:cubicBezTo>
                    <a:cubicBezTo>
                      <a:pt x="486" y="1758"/>
                      <a:pt x="152" y="2565"/>
                      <a:pt x="152" y="3406"/>
                    </a:cubicBezTo>
                    <a:cubicBezTo>
                      <a:pt x="152" y="4247"/>
                      <a:pt x="486" y="5054"/>
                      <a:pt x="1081" y="5649"/>
                    </a:cubicBezTo>
                    <a:cubicBezTo>
                      <a:pt x="1675" y="6244"/>
                      <a:pt x="2482" y="6579"/>
                      <a:pt x="3323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7" name="Freeform: Shape 1506">
                <a:extLst>
                  <a:ext uri="{FF2B5EF4-FFF2-40B4-BE49-F238E27FC236}">
                    <a16:creationId xmlns:a16="http://schemas.microsoft.com/office/drawing/2014/main" id="{8F64895D-590A-9F45-2CE2-3C8CBE7507E7}"/>
                  </a:ext>
                </a:extLst>
              </p:cNvPr>
              <p:cNvSpPr/>
              <p:nvPr/>
            </p:nvSpPr>
            <p:spPr>
              <a:xfrm>
                <a:off x="2767444" y="6435475"/>
                <a:ext cx="6343" cy="6345"/>
              </a:xfrm>
              <a:custGeom>
                <a:avLst/>
                <a:gdLst>
                  <a:gd name="connsiteX0" fmla="*/ 3323 w 6343"/>
                  <a:gd name="connsiteY0" fmla="*/ 6578 h 6345"/>
                  <a:gd name="connsiteX1" fmla="*/ 5565 w 6343"/>
                  <a:gd name="connsiteY1" fmla="*/ 5649 h 6345"/>
                  <a:gd name="connsiteX2" fmla="*/ 6494 w 6343"/>
                  <a:gd name="connsiteY2" fmla="*/ 3406 h 6345"/>
                  <a:gd name="connsiteX3" fmla="*/ 5565 w 6343"/>
                  <a:gd name="connsiteY3" fmla="*/ 1162 h 6345"/>
                  <a:gd name="connsiteX4" fmla="*/ 3323 w 6343"/>
                  <a:gd name="connsiteY4" fmla="*/ 233 h 6345"/>
                  <a:gd name="connsiteX5" fmla="*/ 1080 w 6343"/>
                  <a:gd name="connsiteY5" fmla="*/ 1162 h 6345"/>
                  <a:gd name="connsiteX6" fmla="*/ 151 w 6343"/>
                  <a:gd name="connsiteY6" fmla="*/ 3406 h 6345"/>
                  <a:gd name="connsiteX7" fmla="*/ 1080 w 6343"/>
                  <a:gd name="connsiteY7" fmla="*/ 5649 h 6345"/>
                  <a:gd name="connsiteX8" fmla="*/ 3323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578"/>
                    </a:moveTo>
                    <a:cubicBezTo>
                      <a:pt x="4164" y="6578"/>
                      <a:pt x="4970" y="6244"/>
                      <a:pt x="5565" y="5649"/>
                    </a:cubicBezTo>
                    <a:cubicBezTo>
                      <a:pt x="6160" y="5054"/>
                      <a:pt x="6494" y="4247"/>
                      <a:pt x="6494" y="3406"/>
                    </a:cubicBezTo>
                    <a:cubicBezTo>
                      <a:pt x="6494" y="2564"/>
                      <a:pt x="6160" y="1757"/>
                      <a:pt x="5565" y="1162"/>
                    </a:cubicBezTo>
                    <a:cubicBezTo>
                      <a:pt x="4970" y="567"/>
                      <a:pt x="4164" y="233"/>
                      <a:pt x="3323" y="233"/>
                    </a:cubicBezTo>
                    <a:cubicBezTo>
                      <a:pt x="2481" y="233"/>
                      <a:pt x="1675" y="567"/>
                      <a:pt x="1080" y="1162"/>
                    </a:cubicBezTo>
                    <a:cubicBezTo>
                      <a:pt x="485" y="1757"/>
                      <a:pt x="151" y="2564"/>
                      <a:pt x="151" y="3406"/>
                    </a:cubicBezTo>
                    <a:cubicBezTo>
                      <a:pt x="151" y="4247"/>
                      <a:pt x="485" y="5054"/>
                      <a:pt x="1080" y="5649"/>
                    </a:cubicBezTo>
                    <a:cubicBezTo>
                      <a:pt x="1675" y="6244"/>
                      <a:pt x="2481" y="6578"/>
                      <a:pt x="3323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8" name="Freeform: Shape 1507">
                <a:extLst>
                  <a:ext uri="{FF2B5EF4-FFF2-40B4-BE49-F238E27FC236}">
                    <a16:creationId xmlns:a16="http://schemas.microsoft.com/office/drawing/2014/main" id="{59C5E7A7-9B1A-E31A-8215-518F6A1B3E5F}"/>
                  </a:ext>
                </a:extLst>
              </p:cNvPr>
              <p:cNvSpPr/>
              <p:nvPr/>
            </p:nvSpPr>
            <p:spPr>
              <a:xfrm>
                <a:off x="2755859" y="6433241"/>
                <a:ext cx="6343" cy="6345"/>
              </a:xfrm>
              <a:custGeom>
                <a:avLst/>
                <a:gdLst>
                  <a:gd name="connsiteX0" fmla="*/ 3322 w 6343"/>
                  <a:gd name="connsiteY0" fmla="*/ 6578 h 6345"/>
                  <a:gd name="connsiteX1" fmla="*/ 5564 w 6343"/>
                  <a:gd name="connsiteY1" fmla="*/ 5649 h 6345"/>
                  <a:gd name="connsiteX2" fmla="*/ 6493 w 6343"/>
                  <a:gd name="connsiteY2" fmla="*/ 3405 h 6345"/>
                  <a:gd name="connsiteX3" fmla="*/ 5564 w 6343"/>
                  <a:gd name="connsiteY3" fmla="*/ 1162 h 6345"/>
                  <a:gd name="connsiteX4" fmla="*/ 3322 w 6343"/>
                  <a:gd name="connsiteY4" fmla="*/ 233 h 6345"/>
                  <a:gd name="connsiteX5" fmla="*/ 1079 w 6343"/>
                  <a:gd name="connsiteY5" fmla="*/ 1162 h 6345"/>
                  <a:gd name="connsiteX6" fmla="*/ 150 w 6343"/>
                  <a:gd name="connsiteY6" fmla="*/ 3405 h 6345"/>
                  <a:gd name="connsiteX7" fmla="*/ 1079 w 6343"/>
                  <a:gd name="connsiteY7" fmla="*/ 5649 h 6345"/>
                  <a:gd name="connsiteX8" fmla="*/ 3322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2" y="6578"/>
                    </a:moveTo>
                    <a:cubicBezTo>
                      <a:pt x="4163" y="6578"/>
                      <a:pt x="4969" y="6244"/>
                      <a:pt x="5564" y="5649"/>
                    </a:cubicBezTo>
                    <a:cubicBezTo>
                      <a:pt x="6159" y="5054"/>
                      <a:pt x="6493" y="4247"/>
                      <a:pt x="6493" y="3405"/>
                    </a:cubicBezTo>
                    <a:cubicBezTo>
                      <a:pt x="6493" y="2564"/>
                      <a:pt x="6159" y="1757"/>
                      <a:pt x="5564" y="1162"/>
                    </a:cubicBezTo>
                    <a:cubicBezTo>
                      <a:pt x="4969" y="567"/>
                      <a:pt x="4163" y="233"/>
                      <a:pt x="3322" y="233"/>
                    </a:cubicBezTo>
                    <a:cubicBezTo>
                      <a:pt x="2481" y="233"/>
                      <a:pt x="1674" y="567"/>
                      <a:pt x="1079" y="1162"/>
                    </a:cubicBezTo>
                    <a:cubicBezTo>
                      <a:pt x="484" y="1757"/>
                      <a:pt x="150" y="2564"/>
                      <a:pt x="150" y="3405"/>
                    </a:cubicBezTo>
                    <a:cubicBezTo>
                      <a:pt x="150" y="4247"/>
                      <a:pt x="484" y="5054"/>
                      <a:pt x="1079" y="5649"/>
                    </a:cubicBezTo>
                    <a:cubicBezTo>
                      <a:pt x="1674" y="6244"/>
                      <a:pt x="2481" y="6578"/>
                      <a:pt x="3322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9" name="Freeform: Shape 1508">
                <a:extLst>
                  <a:ext uri="{FF2B5EF4-FFF2-40B4-BE49-F238E27FC236}">
                    <a16:creationId xmlns:a16="http://schemas.microsoft.com/office/drawing/2014/main" id="{C9BD3789-78CC-A6C3-F28E-DD6B87A7A26A}"/>
                  </a:ext>
                </a:extLst>
              </p:cNvPr>
              <p:cNvSpPr/>
              <p:nvPr/>
            </p:nvSpPr>
            <p:spPr>
              <a:xfrm>
                <a:off x="2744260" y="6430892"/>
                <a:ext cx="6343" cy="6345"/>
              </a:xfrm>
              <a:custGeom>
                <a:avLst/>
                <a:gdLst>
                  <a:gd name="connsiteX0" fmla="*/ 3321 w 6343"/>
                  <a:gd name="connsiteY0" fmla="*/ 6578 h 6345"/>
                  <a:gd name="connsiteX1" fmla="*/ 5563 w 6343"/>
                  <a:gd name="connsiteY1" fmla="*/ 5649 h 6345"/>
                  <a:gd name="connsiteX2" fmla="*/ 6492 w 6343"/>
                  <a:gd name="connsiteY2" fmla="*/ 3405 h 6345"/>
                  <a:gd name="connsiteX3" fmla="*/ 5563 w 6343"/>
                  <a:gd name="connsiteY3" fmla="*/ 1162 h 6345"/>
                  <a:gd name="connsiteX4" fmla="*/ 3321 w 6343"/>
                  <a:gd name="connsiteY4" fmla="*/ 233 h 6345"/>
                  <a:gd name="connsiteX5" fmla="*/ 1078 w 6343"/>
                  <a:gd name="connsiteY5" fmla="*/ 1162 h 6345"/>
                  <a:gd name="connsiteX6" fmla="*/ 149 w 6343"/>
                  <a:gd name="connsiteY6" fmla="*/ 3405 h 6345"/>
                  <a:gd name="connsiteX7" fmla="*/ 1078 w 6343"/>
                  <a:gd name="connsiteY7" fmla="*/ 5649 h 6345"/>
                  <a:gd name="connsiteX8" fmla="*/ 3321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1" y="6578"/>
                    </a:moveTo>
                    <a:cubicBezTo>
                      <a:pt x="4162" y="6578"/>
                      <a:pt x="4969" y="6244"/>
                      <a:pt x="5563" y="5649"/>
                    </a:cubicBezTo>
                    <a:cubicBezTo>
                      <a:pt x="6158" y="5054"/>
                      <a:pt x="6492" y="4247"/>
                      <a:pt x="6492" y="3405"/>
                    </a:cubicBezTo>
                    <a:cubicBezTo>
                      <a:pt x="6492" y="2564"/>
                      <a:pt x="6158" y="1757"/>
                      <a:pt x="5563" y="1162"/>
                    </a:cubicBezTo>
                    <a:cubicBezTo>
                      <a:pt x="4969" y="567"/>
                      <a:pt x="4162" y="233"/>
                      <a:pt x="3321" y="233"/>
                    </a:cubicBezTo>
                    <a:cubicBezTo>
                      <a:pt x="2480" y="233"/>
                      <a:pt x="1673" y="567"/>
                      <a:pt x="1078" y="1162"/>
                    </a:cubicBezTo>
                    <a:cubicBezTo>
                      <a:pt x="483" y="1757"/>
                      <a:pt x="149" y="2564"/>
                      <a:pt x="149" y="3405"/>
                    </a:cubicBezTo>
                    <a:cubicBezTo>
                      <a:pt x="149" y="4247"/>
                      <a:pt x="483" y="5054"/>
                      <a:pt x="1078" y="5649"/>
                    </a:cubicBezTo>
                    <a:cubicBezTo>
                      <a:pt x="1673" y="6244"/>
                      <a:pt x="2480" y="6578"/>
                      <a:pt x="3321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0" name="Freeform: Shape 1509">
                <a:extLst>
                  <a:ext uri="{FF2B5EF4-FFF2-40B4-BE49-F238E27FC236}">
                    <a16:creationId xmlns:a16="http://schemas.microsoft.com/office/drawing/2014/main" id="{B20BC4CA-6633-790A-7F39-75699D99D5A0}"/>
                  </a:ext>
                </a:extLst>
              </p:cNvPr>
              <p:cNvSpPr/>
              <p:nvPr/>
            </p:nvSpPr>
            <p:spPr>
              <a:xfrm>
                <a:off x="2780009" y="6381423"/>
                <a:ext cx="6343" cy="6345"/>
              </a:xfrm>
              <a:custGeom>
                <a:avLst/>
                <a:gdLst>
                  <a:gd name="connsiteX0" fmla="*/ 3324 w 6343"/>
                  <a:gd name="connsiteY0" fmla="*/ 6574 h 6345"/>
                  <a:gd name="connsiteX1" fmla="*/ 5566 w 6343"/>
                  <a:gd name="connsiteY1" fmla="*/ 5645 h 6345"/>
                  <a:gd name="connsiteX2" fmla="*/ 6495 w 6343"/>
                  <a:gd name="connsiteY2" fmla="*/ 3401 h 6345"/>
                  <a:gd name="connsiteX3" fmla="*/ 5566 w 6343"/>
                  <a:gd name="connsiteY3" fmla="*/ 1158 h 6345"/>
                  <a:gd name="connsiteX4" fmla="*/ 3324 w 6343"/>
                  <a:gd name="connsiteY4" fmla="*/ 229 h 6345"/>
                  <a:gd name="connsiteX5" fmla="*/ 1081 w 6343"/>
                  <a:gd name="connsiteY5" fmla="*/ 1158 h 6345"/>
                  <a:gd name="connsiteX6" fmla="*/ 152 w 6343"/>
                  <a:gd name="connsiteY6" fmla="*/ 3401 h 6345"/>
                  <a:gd name="connsiteX7" fmla="*/ 1081 w 6343"/>
                  <a:gd name="connsiteY7" fmla="*/ 5645 h 6345"/>
                  <a:gd name="connsiteX8" fmla="*/ 3324 w 6343"/>
                  <a:gd name="connsiteY8" fmla="*/ 65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4" y="6574"/>
                    </a:moveTo>
                    <a:cubicBezTo>
                      <a:pt x="4165" y="6574"/>
                      <a:pt x="4971" y="6240"/>
                      <a:pt x="5566" y="5645"/>
                    </a:cubicBezTo>
                    <a:cubicBezTo>
                      <a:pt x="6161" y="5050"/>
                      <a:pt x="6495" y="4243"/>
                      <a:pt x="6495" y="3401"/>
                    </a:cubicBezTo>
                    <a:cubicBezTo>
                      <a:pt x="6495" y="2560"/>
                      <a:pt x="6161" y="1753"/>
                      <a:pt x="5566" y="1158"/>
                    </a:cubicBezTo>
                    <a:cubicBezTo>
                      <a:pt x="4971" y="563"/>
                      <a:pt x="4165" y="229"/>
                      <a:pt x="3324" y="229"/>
                    </a:cubicBezTo>
                    <a:cubicBezTo>
                      <a:pt x="2482" y="229"/>
                      <a:pt x="1676" y="563"/>
                      <a:pt x="1081" y="1158"/>
                    </a:cubicBezTo>
                    <a:cubicBezTo>
                      <a:pt x="486" y="1753"/>
                      <a:pt x="152" y="2560"/>
                      <a:pt x="152" y="3401"/>
                    </a:cubicBezTo>
                    <a:cubicBezTo>
                      <a:pt x="152" y="4243"/>
                      <a:pt x="486" y="5050"/>
                      <a:pt x="1081" y="5645"/>
                    </a:cubicBezTo>
                    <a:cubicBezTo>
                      <a:pt x="1676" y="6240"/>
                      <a:pt x="2482" y="6574"/>
                      <a:pt x="3324" y="65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1" name="Freeform: Shape 1510">
                <a:extLst>
                  <a:ext uri="{FF2B5EF4-FFF2-40B4-BE49-F238E27FC236}">
                    <a16:creationId xmlns:a16="http://schemas.microsoft.com/office/drawing/2014/main" id="{FED36BBE-A24C-9B1E-C221-A4AAEAEC7178}"/>
                  </a:ext>
                </a:extLst>
              </p:cNvPr>
              <p:cNvSpPr/>
              <p:nvPr/>
            </p:nvSpPr>
            <p:spPr>
              <a:xfrm>
                <a:off x="2579448" y="6416579"/>
                <a:ext cx="6343" cy="6345"/>
              </a:xfrm>
              <a:custGeom>
                <a:avLst/>
                <a:gdLst>
                  <a:gd name="connsiteX0" fmla="*/ 3308 w 6343"/>
                  <a:gd name="connsiteY0" fmla="*/ 6577 h 6345"/>
                  <a:gd name="connsiteX1" fmla="*/ 5550 w 6343"/>
                  <a:gd name="connsiteY1" fmla="*/ 5648 h 6345"/>
                  <a:gd name="connsiteX2" fmla="*/ 6479 w 6343"/>
                  <a:gd name="connsiteY2" fmla="*/ 3404 h 6345"/>
                  <a:gd name="connsiteX3" fmla="*/ 5550 w 6343"/>
                  <a:gd name="connsiteY3" fmla="*/ 1161 h 6345"/>
                  <a:gd name="connsiteX4" fmla="*/ 3308 w 6343"/>
                  <a:gd name="connsiteY4" fmla="*/ 231 h 6345"/>
                  <a:gd name="connsiteX5" fmla="*/ 1065 w 6343"/>
                  <a:gd name="connsiteY5" fmla="*/ 1161 h 6345"/>
                  <a:gd name="connsiteX6" fmla="*/ 136 w 6343"/>
                  <a:gd name="connsiteY6" fmla="*/ 3404 h 6345"/>
                  <a:gd name="connsiteX7" fmla="*/ 1065 w 6343"/>
                  <a:gd name="connsiteY7" fmla="*/ 5648 h 6345"/>
                  <a:gd name="connsiteX8" fmla="*/ 3308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577"/>
                    </a:moveTo>
                    <a:cubicBezTo>
                      <a:pt x="4149" y="6577"/>
                      <a:pt x="4956" y="6243"/>
                      <a:pt x="5550" y="5648"/>
                    </a:cubicBezTo>
                    <a:cubicBezTo>
                      <a:pt x="6145" y="5053"/>
                      <a:pt x="6479" y="4246"/>
                      <a:pt x="6479" y="3404"/>
                    </a:cubicBezTo>
                    <a:cubicBezTo>
                      <a:pt x="6479" y="2563"/>
                      <a:pt x="6145" y="1756"/>
                      <a:pt x="5550" y="1161"/>
                    </a:cubicBezTo>
                    <a:cubicBezTo>
                      <a:pt x="4956" y="566"/>
                      <a:pt x="4149" y="231"/>
                      <a:pt x="3308" y="231"/>
                    </a:cubicBezTo>
                    <a:cubicBezTo>
                      <a:pt x="2467" y="231"/>
                      <a:pt x="1660" y="566"/>
                      <a:pt x="1065" y="1161"/>
                    </a:cubicBezTo>
                    <a:cubicBezTo>
                      <a:pt x="470" y="1756"/>
                      <a:pt x="136" y="2563"/>
                      <a:pt x="136" y="3404"/>
                    </a:cubicBezTo>
                    <a:cubicBezTo>
                      <a:pt x="136" y="4246"/>
                      <a:pt x="470" y="5053"/>
                      <a:pt x="1065" y="5648"/>
                    </a:cubicBezTo>
                    <a:cubicBezTo>
                      <a:pt x="1660" y="6243"/>
                      <a:pt x="2467" y="6577"/>
                      <a:pt x="3308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2" name="Freeform: Shape 1511">
                <a:extLst>
                  <a:ext uri="{FF2B5EF4-FFF2-40B4-BE49-F238E27FC236}">
                    <a16:creationId xmlns:a16="http://schemas.microsoft.com/office/drawing/2014/main" id="{B2D35FA9-AE41-1A27-D02C-C52E36CEEC4D}"/>
                  </a:ext>
                </a:extLst>
              </p:cNvPr>
              <p:cNvSpPr/>
              <p:nvPr/>
            </p:nvSpPr>
            <p:spPr>
              <a:xfrm>
                <a:off x="2575337" y="6408604"/>
                <a:ext cx="6343" cy="6345"/>
              </a:xfrm>
              <a:custGeom>
                <a:avLst/>
                <a:gdLst>
                  <a:gd name="connsiteX0" fmla="*/ 3307 w 6343"/>
                  <a:gd name="connsiteY0" fmla="*/ 6576 h 6345"/>
                  <a:gd name="connsiteX1" fmla="*/ 5550 w 6343"/>
                  <a:gd name="connsiteY1" fmla="*/ 5647 h 6345"/>
                  <a:gd name="connsiteX2" fmla="*/ 6479 w 6343"/>
                  <a:gd name="connsiteY2" fmla="*/ 3404 h 6345"/>
                  <a:gd name="connsiteX3" fmla="*/ 5550 w 6343"/>
                  <a:gd name="connsiteY3" fmla="*/ 1160 h 6345"/>
                  <a:gd name="connsiteX4" fmla="*/ 3307 w 6343"/>
                  <a:gd name="connsiteY4" fmla="*/ 231 h 6345"/>
                  <a:gd name="connsiteX5" fmla="*/ 1065 w 6343"/>
                  <a:gd name="connsiteY5" fmla="*/ 1160 h 6345"/>
                  <a:gd name="connsiteX6" fmla="*/ 136 w 6343"/>
                  <a:gd name="connsiteY6" fmla="*/ 3404 h 6345"/>
                  <a:gd name="connsiteX7" fmla="*/ 1065 w 6343"/>
                  <a:gd name="connsiteY7" fmla="*/ 5647 h 6345"/>
                  <a:gd name="connsiteX8" fmla="*/ 3307 w 6343"/>
                  <a:gd name="connsiteY8" fmla="*/ 65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7" y="6576"/>
                    </a:moveTo>
                    <a:cubicBezTo>
                      <a:pt x="4148" y="6576"/>
                      <a:pt x="4955" y="6242"/>
                      <a:pt x="5550" y="5647"/>
                    </a:cubicBezTo>
                    <a:cubicBezTo>
                      <a:pt x="6145" y="5052"/>
                      <a:pt x="6479" y="4245"/>
                      <a:pt x="6479" y="3404"/>
                    </a:cubicBezTo>
                    <a:cubicBezTo>
                      <a:pt x="6479" y="2562"/>
                      <a:pt x="6145" y="1755"/>
                      <a:pt x="5550" y="1160"/>
                    </a:cubicBezTo>
                    <a:cubicBezTo>
                      <a:pt x="4955" y="565"/>
                      <a:pt x="4148" y="231"/>
                      <a:pt x="3307" y="231"/>
                    </a:cubicBezTo>
                    <a:cubicBezTo>
                      <a:pt x="2466" y="231"/>
                      <a:pt x="1660" y="565"/>
                      <a:pt x="1065" y="1160"/>
                    </a:cubicBezTo>
                    <a:cubicBezTo>
                      <a:pt x="470" y="1755"/>
                      <a:pt x="136" y="2562"/>
                      <a:pt x="136" y="3404"/>
                    </a:cubicBezTo>
                    <a:cubicBezTo>
                      <a:pt x="136" y="4245"/>
                      <a:pt x="470" y="5052"/>
                      <a:pt x="1065" y="5647"/>
                    </a:cubicBezTo>
                    <a:cubicBezTo>
                      <a:pt x="1660" y="6242"/>
                      <a:pt x="2466" y="6576"/>
                      <a:pt x="3307" y="65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3" name="Freeform: Shape 1512">
                <a:extLst>
                  <a:ext uri="{FF2B5EF4-FFF2-40B4-BE49-F238E27FC236}">
                    <a16:creationId xmlns:a16="http://schemas.microsoft.com/office/drawing/2014/main" id="{0FC319B2-34DB-8E9C-F41D-31077B7159DE}"/>
                  </a:ext>
                </a:extLst>
              </p:cNvPr>
              <p:cNvSpPr/>
              <p:nvPr/>
            </p:nvSpPr>
            <p:spPr>
              <a:xfrm>
                <a:off x="3308777" y="5998166"/>
                <a:ext cx="6343" cy="6345"/>
              </a:xfrm>
              <a:custGeom>
                <a:avLst/>
                <a:gdLst>
                  <a:gd name="connsiteX0" fmla="*/ 3365 w 6343"/>
                  <a:gd name="connsiteY0" fmla="*/ 6544 h 6345"/>
                  <a:gd name="connsiteX1" fmla="*/ 5608 w 6343"/>
                  <a:gd name="connsiteY1" fmla="*/ 5615 h 6345"/>
                  <a:gd name="connsiteX2" fmla="*/ 6537 w 6343"/>
                  <a:gd name="connsiteY2" fmla="*/ 3371 h 6345"/>
                  <a:gd name="connsiteX3" fmla="*/ 5608 w 6343"/>
                  <a:gd name="connsiteY3" fmla="*/ 1128 h 6345"/>
                  <a:gd name="connsiteX4" fmla="*/ 3365 w 6343"/>
                  <a:gd name="connsiteY4" fmla="*/ 198 h 6345"/>
                  <a:gd name="connsiteX5" fmla="*/ 1123 w 6343"/>
                  <a:gd name="connsiteY5" fmla="*/ 1128 h 6345"/>
                  <a:gd name="connsiteX6" fmla="*/ 194 w 6343"/>
                  <a:gd name="connsiteY6" fmla="*/ 3371 h 6345"/>
                  <a:gd name="connsiteX7" fmla="*/ 1123 w 6343"/>
                  <a:gd name="connsiteY7" fmla="*/ 5615 h 6345"/>
                  <a:gd name="connsiteX8" fmla="*/ 3365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4"/>
                    </a:moveTo>
                    <a:cubicBezTo>
                      <a:pt x="4206" y="6544"/>
                      <a:pt x="5013" y="6210"/>
                      <a:pt x="5608" y="5615"/>
                    </a:cubicBezTo>
                    <a:cubicBezTo>
                      <a:pt x="6203" y="5020"/>
                      <a:pt x="6537" y="4213"/>
                      <a:pt x="6537" y="3371"/>
                    </a:cubicBezTo>
                    <a:cubicBezTo>
                      <a:pt x="6537" y="2530"/>
                      <a:pt x="6203" y="1723"/>
                      <a:pt x="5608" y="1128"/>
                    </a:cubicBezTo>
                    <a:cubicBezTo>
                      <a:pt x="5013" y="533"/>
                      <a:pt x="4206" y="198"/>
                      <a:pt x="3365" y="198"/>
                    </a:cubicBezTo>
                    <a:cubicBezTo>
                      <a:pt x="2524" y="198"/>
                      <a:pt x="1717" y="533"/>
                      <a:pt x="1123" y="1128"/>
                    </a:cubicBezTo>
                    <a:cubicBezTo>
                      <a:pt x="528" y="1723"/>
                      <a:pt x="194" y="2530"/>
                      <a:pt x="194" y="3371"/>
                    </a:cubicBezTo>
                    <a:cubicBezTo>
                      <a:pt x="194" y="4213"/>
                      <a:pt x="528" y="5020"/>
                      <a:pt x="1123" y="5615"/>
                    </a:cubicBezTo>
                    <a:cubicBezTo>
                      <a:pt x="1717" y="6210"/>
                      <a:pt x="2524" y="6544"/>
                      <a:pt x="3365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4" name="Freeform: Shape 1513">
                <a:extLst>
                  <a:ext uri="{FF2B5EF4-FFF2-40B4-BE49-F238E27FC236}">
                    <a16:creationId xmlns:a16="http://schemas.microsoft.com/office/drawing/2014/main" id="{7ADA4802-2957-432A-9E4E-EF45A26FA5FA}"/>
                  </a:ext>
                </a:extLst>
              </p:cNvPr>
              <p:cNvSpPr/>
              <p:nvPr/>
            </p:nvSpPr>
            <p:spPr>
              <a:xfrm>
                <a:off x="3015950" y="5972596"/>
                <a:ext cx="6343" cy="6345"/>
              </a:xfrm>
              <a:custGeom>
                <a:avLst/>
                <a:gdLst>
                  <a:gd name="connsiteX0" fmla="*/ 3342 w 6343"/>
                  <a:gd name="connsiteY0" fmla="*/ 6542 h 6345"/>
                  <a:gd name="connsiteX1" fmla="*/ 5585 w 6343"/>
                  <a:gd name="connsiteY1" fmla="*/ 5613 h 6345"/>
                  <a:gd name="connsiteX2" fmla="*/ 6514 w 6343"/>
                  <a:gd name="connsiteY2" fmla="*/ 3369 h 6345"/>
                  <a:gd name="connsiteX3" fmla="*/ 5585 w 6343"/>
                  <a:gd name="connsiteY3" fmla="*/ 1126 h 6345"/>
                  <a:gd name="connsiteX4" fmla="*/ 3342 w 6343"/>
                  <a:gd name="connsiteY4" fmla="*/ 196 h 6345"/>
                  <a:gd name="connsiteX5" fmla="*/ 1099 w 6343"/>
                  <a:gd name="connsiteY5" fmla="*/ 1126 h 6345"/>
                  <a:gd name="connsiteX6" fmla="*/ 171 w 6343"/>
                  <a:gd name="connsiteY6" fmla="*/ 3369 h 6345"/>
                  <a:gd name="connsiteX7" fmla="*/ 1099 w 6343"/>
                  <a:gd name="connsiteY7" fmla="*/ 5613 h 6345"/>
                  <a:gd name="connsiteX8" fmla="*/ 334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542"/>
                    </a:moveTo>
                    <a:cubicBezTo>
                      <a:pt x="4183" y="6542"/>
                      <a:pt x="4990" y="6208"/>
                      <a:pt x="5585" y="5613"/>
                    </a:cubicBezTo>
                    <a:cubicBezTo>
                      <a:pt x="6179" y="5018"/>
                      <a:pt x="6514" y="4211"/>
                      <a:pt x="6514" y="3369"/>
                    </a:cubicBezTo>
                    <a:cubicBezTo>
                      <a:pt x="6514" y="2528"/>
                      <a:pt x="6179" y="1721"/>
                      <a:pt x="5585" y="1126"/>
                    </a:cubicBezTo>
                    <a:cubicBezTo>
                      <a:pt x="4990" y="531"/>
                      <a:pt x="4183" y="196"/>
                      <a:pt x="3342" y="196"/>
                    </a:cubicBezTo>
                    <a:cubicBezTo>
                      <a:pt x="2501" y="196"/>
                      <a:pt x="1694" y="531"/>
                      <a:pt x="1099" y="1126"/>
                    </a:cubicBezTo>
                    <a:cubicBezTo>
                      <a:pt x="505" y="1721"/>
                      <a:pt x="171" y="2528"/>
                      <a:pt x="171" y="3369"/>
                    </a:cubicBezTo>
                    <a:cubicBezTo>
                      <a:pt x="171" y="4211"/>
                      <a:pt x="505" y="5018"/>
                      <a:pt x="1099" y="5613"/>
                    </a:cubicBezTo>
                    <a:cubicBezTo>
                      <a:pt x="1694" y="6208"/>
                      <a:pt x="2501" y="6542"/>
                      <a:pt x="334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5" name="Freeform: Shape 1514">
                <a:extLst>
                  <a:ext uri="{FF2B5EF4-FFF2-40B4-BE49-F238E27FC236}">
                    <a16:creationId xmlns:a16="http://schemas.microsoft.com/office/drawing/2014/main" id="{42AC66AC-AE38-173C-86B5-DE84F9580182}"/>
                  </a:ext>
                </a:extLst>
              </p:cNvPr>
              <p:cNvSpPr/>
              <p:nvPr/>
            </p:nvSpPr>
            <p:spPr>
              <a:xfrm>
                <a:off x="2501896" y="5272858"/>
                <a:ext cx="6343" cy="6345"/>
              </a:xfrm>
              <a:custGeom>
                <a:avLst/>
                <a:gdLst>
                  <a:gd name="connsiteX0" fmla="*/ 3302 w 6343"/>
                  <a:gd name="connsiteY0" fmla="*/ 6487 h 6345"/>
                  <a:gd name="connsiteX1" fmla="*/ 5544 w 6343"/>
                  <a:gd name="connsiteY1" fmla="*/ 5557 h 6345"/>
                  <a:gd name="connsiteX2" fmla="*/ 6473 w 6343"/>
                  <a:gd name="connsiteY2" fmla="*/ 3314 h 6345"/>
                  <a:gd name="connsiteX3" fmla="*/ 5544 w 6343"/>
                  <a:gd name="connsiteY3" fmla="*/ 1071 h 6345"/>
                  <a:gd name="connsiteX4" fmla="*/ 3302 w 6343"/>
                  <a:gd name="connsiteY4" fmla="*/ 141 h 6345"/>
                  <a:gd name="connsiteX5" fmla="*/ 1059 w 6343"/>
                  <a:gd name="connsiteY5" fmla="*/ 1071 h 6345"/>
                  <a:gd name="connsiteX6" fmla="*/ 130 w 6343"/>
                  <a:gd name="connsiteY6" fmla="*/ 3314 h 6345"/>
                  <a:gd name="connsiteX7" fmla="*/ 1059 w 6343"/>
                  <a:gd name="connsiteY7" fmla="*/ 5557 h 6345"/>
                  <a:gd name="connsiteX8" fmla="*/ 3302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2" y="6487"/>
                    </a:moveTo>
                    <a:cubicBezTo>
                      <a:pt x="4143" y="6487"/>
                      <a:pt x="4949" y="6152"/>
                      <a:pt x="5544" y="5557"/>
                    </a:cubicBezTo>
                    <a:cubicBezTo>
                      <a:pt x="6139" y="4962"/>
                      <a:pt x="6473" y="4155"/>
                      <a:pt x="6473" y="3314"/>
                    </a:cubicBezTo>
                    <a:cubicBezTo>
                      <a:pt x="6473" y="2473"/>
                      <a:pt x="6139" y="1666"/>
                      <a:pt x="5544" y="1071"/>
                    </a:cubicBezTo>
                    <a:cubicBezTo>
                      <a:pt x="4949" y="476"/>
                      <a:pt x="4143" y="141"/>
                      <a:pt x="3302" y="141"/>
                    </a:cubicBezTo>
                    <a:cubicBezTo>
                      <a:pt x="2460" y="141"/>
                      <a:pt x="1654" y="476"/>
                      <a:pt x="1059" y="1071"/>
                    </a:cubicBezTo>
                    <a:cubicBezTo>
                      <a:pt x="464" y="1666"/>
                      <a:pt x="130" y="2473"/>
                      <a:pt x="130" y="3314"/>
                    </a:cubicBezTo>
                    <a:cubicBezTo>
                      <a:pt x="130" y="4155"/>
                      <a:pt x="464" y="4962"/>
                      <a:pt x="1059" y="5557"/>
                    </a:cubicBezTo>
                    <a:cubicBezTo>
                      <a:pt x="1654" y="6152"/>
                      <a:pt x="2460" y="6487"/>
                      <a:pt x="3302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6" name="Freeform: Shape 1515">
                <a:extLst>
                  <a:ext uri="{FF2B5EF4-FFF2-40B4-BE49-F238E27FC236}">
                    <a16:creationId xmlns:a16="http://schemas.microsoft.com/office/drawing/2014/main" id="{78EB5D1A-E9F0-507B-E2D2-D098DA63F5A3}"/>
                  </a:ext>
                </a:extLst>
              </p:cNvPr>
              <p:cNvSpPr/>
              <p:nvPr/>
            </p:nvSpPr>
            <p:spPr>
              <a:xfrm>
                <a:off x="2507372" y="5265350"/>
                <a:ext cx="6343" cy="6345"/>
              </a:xfrm>
              <a:custGeom>
                <a:avLst/>
                <a:gdLst>
                  <a:gd name="connsiteX0" fmla="*/ 3302 w 6343"/>
                  <a:gd name="connsiteY0" fmla="*/ 6486 h 6345"/>
                  <a:gd name="connsiteX1" fmla="*/ 5545 w 6343"/>
                  <a:gd name="connsiteY1" fmla="*/ 5557 h 6345"/>
                  <a:gd name="connsiteX2" fmla="*/ 6474 w 6343"/>
                  <a:gd name="connsiteY2" fmla="*/ 3313 h 6345"/>
                  <a:gd name="connsiteX3" fmla="*/ 5545 w 6343"/>
                  <a:gd name="connsiteY3" fmla="*/ 1070 h 6345"/>
                  <a:gd name="connsiteX4" fmla="*/ 3302 w 6343"/>
                  <a:gd name="connsiteY4" fmla="*/ 141 h 6345"/>
                  <a:gd name="connsiteX5" fmla="*/ 1059 w 6343"/>
                  <a:gd name="connsiteY5" fmla="*/ 1070 h 6345"/>
                  <a:gd name="connsiteX6" fmla="*/ 130 w 6343"/>
                  <a:gd name="connsiteY6" fmla="*/ 3313 h 6345"/>
                  <a:gd name="connsiteX7" fmla="*/ 1059 w 6343"/>
                  <a:gd name="connsiteY7" fmla="*/ 5557 h 6345"/>
                  <a:gd name="connsiteX8" fmla="*/ 3302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2" y="6486"/>
                    </a:moveTo>
                    <a:cubicBezTo>
                      <a:pt x="4143" y="6486"/>
                      <a:pt x="4950" y="6152"/>
                      <a:pt x="5545" y="5557"/>
                    </a:cubicBezTo>
                    <a:cubicBezTo>
                      <a:pt x="6139" y="4962"/>
                      <a:pt x="6474" y="4155"/>
                      <a:pt x="6474" y="3313"/>
                    </a:cubicBezTo>
                    <a:cubicBezTo>
                      <a:pt x="6474" y="2472"/>
                      <a:pt x="6139" y="1665"/>
                      <a:pt x="5545" y="1070"/>
                    </a:cubicBezTo>
                    <a:cubicBezTo>
                      <a:pt x="4950" y="475"/>
                      <a:pt x="4143" y="141"/>
                      <a:pt x="3302" y="141"/>
                    </a:cubicBezTo>
                    <a:cubicBezTo>
                      <a:pt x="2461" y="141"/>
                      <a:pt x="1654" y="475"/>
                      <a:pt x="1059" y="1070"/>
                    </a:cubicBezTo>
                    <a:cubicBezTo>
                      <a:pt x="465" y="1665"/>
                      <a:pt x="130" y="2472"/>
                      <a:pt x="130" y="3313"/>
                    </a:cubicBezTo>
                    <a:cubicBezTo>
                      <a:pt x="130" y="4155"/>
                      <a:pt x="465" y="4962"/>
                      <a:pt x="1059" y="5557"/>
                    </a:cubicBezTo>
                    <a:cubicBezTo>
                      <a:pt x="1654" y="6152"/>
                      <a:pt x="2461" y="6486"/>
                      <a:pt x="3302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7" name="Freeform: Shape 1516">
                <a:extLst>
                  <a:ext uri="{FF2B5EF4-FFF2-40B4-BE49-F238E27FC236}">
                    <a16:creationId xmlns:a16="http://schemas.microsoft.com/office/drawing/2014/main" id="{CC4F62D8-3F63-8123-B960-16B8DDE7502D}"/>
                  </a:ext>
                </a:extLst>
              </p:cNvPr>
              <p:cNvSpPr/>
              <p:nvPr/>
            </p:nvSpPr>
            <p:spPr>
              <a:xfrm>
                <a:off x="2509833" y="5256818"/>
                <a:ext cx="6343" cy="6345"/>
              </a:xfrm>
              <a:custGeom>
                <a:avLst/>
                <a:gdLst>
                  <a:gd name="connsiteX0" fmla="*/ 3302 w 6343"/>
                  <a:gd name="connsiteY0" fmla="*/ 6485 h 6345"/>
                  <a:gd name="connsiteX1" fmla="*/ 5545 w 6343"/>
                  <a:gd name="connsiteY1" fmla="*/ 5556 h 6345"/>
                  <a:gd name="connsiteX2" fmla="*/ 6474 w 6343"/>
                  <a:gd name="connsiteY2" fmla="*/ 3313 h 6345"/>
                  <a:gd name="connsiteX3" fmla="*/ 5545 w 6343"/>
                  <a:gd name="connsiteY3" fmla="*/ 1069 h 6345"/>
                  <a:gd name="connsiteX4" fmla="*/ 3302 w 6343"/>
                  <a:gd name="connsiteY4" fmla="*/ 140 h 6345"/>
                  <a:gd name="connsiteX5" fmla="*/ 1060 w 6343"/>
                  <a:gd name="connsiteY5" fmla="*/ 1069 h 6345"/>
                  <a:gd name="connsiteX6" fmla="*/ 131 w 6343"/>
                  <a:gd name="connsiteY6" fmla="*/ 3313 h 6345"/>
                  <a:gd name="connsiteX7" fmla="*/ 1060 w 6343"/>
                  <a:gd name="connsiteY7" fmla="*/ 5556 h 6345"/>
                  <a:gd name="connsiteX8" fmla="*/ 3302 w 6343"/>
                  <a:gd name="connsiteY8" fmla="*/ 64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2" y="6485"/>
                    </a:moveTo>
                    <a:cubicBezTo>
                      <a:pt x="4143" y="6485"/>
                      <a:pt x="4950" y="6151"/>
                      <a:pt x="5545" y="5556"/>
                    </a:cubicBezTo>
                    <a:cubicBezTo>
                      <a:pt x="6140" y="4961"/>
                      <a:pt x="6474" y="4154"/>
                      <a:pt x="6474" y="3313"/>
                    </a:cubicBezTo>
                    <a:cubicBezTo>
                      <a:pt x="6474" y="2471"/>
                      <a:pt x="6140" y="1664"/>
                      <a:pt x="5545" y="1069"/>
                    </a:cubicBezTo>
                    <a:cubicBezTo>
                      <a:pt x="4950" y="474"/>
                      <a:pt x="4143" y="140"/>
                      <a:pt x="3302" y="140"/>
                    </a:cubicBezTo>
                    <a:cubicBezTo>
                      <a:pt x="2461" y="140"/>
                      <a:pt x="1654" y="474"/>
                      <a:pt x="1060" y="1069"/>
                    </a:cubicBezTo>
                    <a:cubicBezTo>
                      <a:pt x="465" y="1664"/>
                      <a:pt x="131" y="2471"/>
                      <a:pt x="131" y="3313"/>
                    </a:cubicBezTo>
                    <a:cubicBezTo>
                      <a:pt x="131" y="4154"/>
                      <a:pt x="465" y="4961"/>
                      <a:pt x="1060" y="5556"/>
                    </a:cubicBezTo>
                    <a:cubicBezTo>
                      <a:pt x="1654" y="6151"/>
                      <a:pt x="2461" y="6485"/>
                      <a:pt x="3302" y="6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8" name="Freeform: Shape 1517">
                <a:extLst>
                  <a:ext uri="{FF2B5EF4-FFF2-40B4-BE49-F238E27FC236}">
                    <a16:creationId xmlns:a16="http://schemas.microsoft.com/office/drawing/2014/main" id="{BB3C50D7-EA98-1F4F-2B80-DED56C403A66}"/>
                  </a:ext>
                </a:extLst>
              </p:cNvPr>
              <p:cNvSpPr/>
              <p:nvPr/>
            </p:nvSpPr>
            <p:spPr>
              <a:xfrm>
                <a:off x="2510687" y="5247705"/>
                <a:ext cx="6343" cy="6345"/>
              </a:xfrm>
              <a:custGeom>
                <a:avLst/>
                <a:gdLst>
                  <a:gd name="connsiteX0" fmla="*/ 3302 w 6343"/>
                  <a:gd name="connsiteY0" fmla="*/ 6485 h 6345"/>
                  <a:gd name="connsiteX1" fmla="*/ 5545 w 6343"/>
                  <a:gd name="connsiteY1" fmla="*/ 5555 h 6345"/>
                  <a:gd name="connsiteX2" fmla="*/ 6474 w 6343"/>
                  <a:gd name="connsiteY2" fmla="*/ 3312 h 6345"/>
                  <a:gd name="connsiteX3" fmla="*/ 5545 w 6343"/>
                  <a:gd name="connsiteY3" fmla="*/ 1069 h 6345"/>
                  <a:gd name="connsiteX4" fmla="*/ 3302 w 6343"/>
                  <a:gd name="connsiteY4" fmla="*/ 139 h 6345"/>
                  <a:gd name="connsiteX5" fmla="*/ 1060 w 6343"/>
                  <a:gd name="connsiteY5" fmla="*/ 1069 h 6345"/>
                  <a:gd name="connsiteX6" fmla="*/ 131 w 6343"/>
                  <a:gd name="connsiteY6" fmla="*/ 3312 h 6345"/>
                  <a:gd name="connsiteX7" fmla="*/ 1060 w 6343"/>
                  <a:gd name="connsiteY7" fmla="*/ 5555 h 6345"/>
                  <a:gd name="connsiteX8" fmla="*/ 3302 w 6343"/>
                  <a:gd name="connsiteY8" fmla="*/ 64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2" y="6485"/>
                    </a:moveTo>
                    <a:cubicBezTo>
                      <a:pt x="4143" y="6485"/>
                      <a:pt x="4950" y="6150"/>
                      <a:pt x="5545" y="5555"/>
                    </a:cubicBezTo>
                    <a:cubicBezTo>
                      <a:pt x="6140" y="4961"/>
                      <a:pt x="6474" y="4153"/>
                      <a:pt x="6474" y="3312"/>
                    </a:cubicBezTo>
                    <a:cubicBezTo>
                      <a:pt x="6474" y="2471"/>
                      <a:pt x="6140" y="1664"/>
                      <a:pt x="5545" y="1069"/>
                    </a:cubicBezTo>
                    <a:cubicBezTo>
                      <a:pt x="4950" y="474"/>
                      <a:pt x="4143" y="139"/>
                      <a:pt x="3302" y="139"/>
                    </a:cubicBezTo>
                    <a:cubicBezTo>
                      <a:pt x="2461" y="139"/>
                      <a:pt x="1654" y="474"/>
                      <a:pt x="1060" y="1069"/>
                    </a:cubicBezTo>
                    <a:cubicBezTo>
                      <a:pt x="465" y="1664"/>
                      <a:pt x="131" y="2471"/>
                      <a:pt x="131" y="3312"/>
                    </a:cubicBezTo>
                    <a:cubicBezTo>
                      <a:pt x="131" y="4153"/>
                      <a:pt x="465" y="4961"/>
                      <a:pt x="1060" y="5555"/>
                    </a:cubicBezTo>
                    <a:cubicBezTo>
                      <a:pt x="1654" y="6150"/>
                      <a:pt x="2461" y="6485"/>
                      <a:pt x="3302" y="6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9" name="Freeform: Shape 1518">
                <a:extLst>
                  <a:ext uri="{FF2B5EF4-FFF2-40B4-BE49-F238E27FC236}">
                    <a16:creationId xmlns:a16="http://schemas.microsoft.com/office/drawing/2014/main" id="{AD79A39E-DB72-E6D1-5B99-8894B00E2705}"/>
                  </a:ext>
                </a:extLst>
              </p:cNvPr>
              <p:cNvSpPr/>
              <p:nvPr/>
            </p:nvSpPr>
            <p:spPr>
              <a:xfrm>
                <a:off x="3057513" y="5391647"/>
                <a:ext cx="6343" cy="6345"/>
              </a:xfrm>
              <a:custGeom>
                <a:avLst/>
                <a:gdLst>
                  <a:gd name="connsiteX0" fmla="*/ 3345 w 6343"/>
                  <a:gd name="connsiteY0" fmla="*/ 6496 h 6345"/>
                  <a:gd name="connsiteX1" fmla="*/ 5588 w 6343"/>
                  <a:gd name="connsiteY1" fmla="*/ 5567 h 6345"/>
                  <a:gd name="connsiteX2" fmla="*/ 6517 w 6343"/>
                  <a:gd name="connsiteY2" fmla="*/ 3323 h 6345"/>
                  <a:gd name="connsiteX3" fmla="*/ 5588 w 6343"/>
                  <a:gd name="connsiteY3" fmla="*/ 1080 h 6345"/>
                  <a:gd name="connsiteX4" fmla="*/ 3345 w 6343"/>
                  <a:gd name="connsiteY4" fmla="*/ 151 h 6345"/>
                  <a:gd name="connsiteX5" fmla="*/ 1103 w 6343"/>
                  <a:gd name="connsiteY5" fmla="*/ 1080 h 6345"/>
                  <a:gd name="connsiteX6" fmla="*/ 174 w 6343"/>
                  <a:gd name="connsiteY6" fmla="*/ 3323 h 6345"/>
                  <a:gd name="connsiteX7" fmla="*/ 1103 w 6343"/>
                  <a:gd name="connsiteY7" fmla="*/ 5567 h 6345"/>
                  <a:gd name="connsiteX8" fmla="*/ 3345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496"/>
                    </a:moveTo>
                    <a:cubicBezTo>
                      <a:pt x="4187" y="6496"/>
                      <a:pt x="4993" y="6162"/>
                      <a:pt x="5588" y="5567"/>
                    </a:cubicBezTo>
                    <a:cubicBezTo>
                      <a:pt x="6183" y="4972"/>
                      <a:pt x="6517" y="4165"/>
                      <a:pt x="6517" y="3323"/>
                    </a:cubicBezTo>
                    <a:cubicBezTo>
                      <a:pt x="6517" y="2482"/>
                      <a:pt x="6183" y="1675"/>
                      <a:pt x="5588" y="1080"/>
                    </a:cubicBezTo>
                    <a:cubicBezTo>
                      <a:pt x="4993" y="485"/>
                      <a:pt x="4187" y="151"/>
                      <a:pt x="3345" y="151"/>
                    </a:cubicBezTo>
                    <a:cubicBezTo>
                      <a:pt x="2504" y="151"/>
                      <a:pt x="1698" y="485"/>
                      <a:pt x="1103" y="1080"/>
                    </a:cubicBezTo>
                    <a:cubicBezTo>
                      <a:pt x="508" y="1675"/>
                      <a:pt x="174" y="2482"/>
                      <a:pt x="174" y="3323"/>
                    </a:cubicBezTo>
                    <a:cubicBezTo>
                      <a:pt x="174" y="4165"/>
                      <a:pt x="508" y="4972"/>
                      <a:pt x="1103" y="5567"/>
                    </a:cubicBezTo>
                    <a:cubicBezTo>
                      <a:pt x="1698" y="6162"/>
                      <a:pt x="2504" y="6496"/>
                      <a:pt x="3345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0" name="Freeform: Shape 1519">
                <a:extLst>
                  <a:ext uri="{FF2B5EF4-FFF2-40B4-BE49-F238E27FC236}">
                    <a16:creationId xmlns:a16="http://schemas.microsoft.com/office/drawing/2014/main" id="{AF623551-F52E-1952-58C1-0514F58D185C}"/>
                  </a:ext>
                </a:extLst>
              </p:cNvPr>
              <p:cNvSpPr/>
              <p:nvPr/>
            </p:nvSpPr>
            <p:spPr>
              <a:xfrm>
                <a:off x="3057012" y="5385520"/>
                <a:ext cx="6343" cy="6345"/>
              </a:xfrm>
              <a:custGeom>
                <a:avLst/>
                <a:gdLst>
                  <a:gd name="connsiteX0" fmla="*/ 3345 w 6343"/>
                  <a:gd name="connsiteY0" fmla="*/ 6496 h 6345"/>
                  <a:gd name="connsiteX1" fmla="*/ 5588 w 6343"/>
                  <a:gd name="connsiteY1" fmla="*/ 5566 h 6345"/>
                  <a:gd name="connsiteX2" fmla="*/ 6517 w 6343"/>
                  <a:gd name="connsiteY2" fmla="*/ 3323 h 6345"/>
                  <a:gd name="connsiteX3" fmla="*/ 5588 w 6343"/>
                  <a:gd name="connsiteY3" fmla="*/ 1079 h 6345"/>
                  <a:gd name="connsiteX4" fmla="*/ 3345 w 6343"/>
                  <a:gd name="connsiteY4" fmla="*/ 150 h 6345"/>
                  <a:gd name="connsiteX5" fmla="*/ 1103 w 6343"/>
                  <a:gd name="connsiteY5" fmla="*/ 1079 h 6345"/>
                  <a:gd name="connsiteX6" fmla="*/ 174 w 6343"/>
                  <a:gd name="connsiteY6" fmla="*/ 3323 h 6345"/>
                  <a:gd name="connsiteX7" fmla="*/ 1103 w 6343"/>
                  <a:gd name="connsiteY7" fmla="*/ 5566 h 6345"/>
                  <a:gd name="connsiteX8" fmla="*/ 3345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496"/>
                    </a:moveTo>
                    <a:cubicBezTo>
                      <a:pt x="4186" y="6496"/>
                      <a:pt x="4993" y="6161"/>
                      <a:pt x="5588" y="5566"/>
                    </a:cubicBezTo>
                    <a:cubicBezTo>
                      <a:pt x="6183" y="4971"/>
                      <a:pt x="6517" y="4164"/>
                      <a:pt x="6517" y="3323"/>
                    </a:cubicBezTo>
                    <a:cubicBezTo>
                      <a:pt x="6517" y="2481"/>
                      <a:pt x="6183" y="1674"/>
                      <a:pt x="5588" y="1079"/>
                    </a:cubicBezTo>
                    <a:cubicBezTo>
                      <a:pt x="4993" y="484"/>
                      <a:pt x="4186" y="150"/>
                      <a:pt x="3345" y="150"/>
                    </a:cubicBezTo>
                    <a:cubicBezTo>
                      <a:pt x="2504" y="150"/>
                      <a:pt x="1697" y="484"/>
                      <a:pt x="1103" y="1079"/>
                    </a:cubicBezTo>
                    <a:cubicBezTo>
                      <a:pt x="508" y="1674"/>
                      <a:pt x="174" y="2481"/>
                      <a:pt x="174" y="3323"/>
                    </a:cubicBezTo>
                    <a:cubicBezTo>
                      <a:pt x="174" y="4164"/>
                      <a:pt x="508" y="4971"/>
                      <a:pt x="1103" y="5566"/>
                    </a:cubicBezTo>
                    <a:cubicBezTo>
                      <a:pt x="1697" y="6161"/>
                      <a:pt x="2504" y="6496"/>
                      <a:pt x="3345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1" name="Freeform: Shape 1520">
                <a:extLst>
                  <a:ext uri="{FF2B5EF4-FFF2-40B4-BE49-F238E27FC236}">
                    <a16:creationId xmlns:a16="http://schemas.microsoft.com/office/drawing/2014/main" id="{487BE2FD-097A-0A2B-E123-E608BCAA7EFA}"/>
                  </a:ext>
                </a:extLst>
              </p:cNvPr>
              <p:cNvSpPr/>
              <p:nvPr/>
            </p:nvSpPr>
            <p:spPr>
              <a:xfrm>
                <a:off x="3054459" y="5378460"/>
                <a:ext cx="6343" cy="6345"/>
              </a:xfrm>
              <a:custGeom>
                <a:avLst/>
                <a:gdLst>
                  <a:gd name="connsiteX0" fmla="*/ 3345 w 6343"/>
                  <a:gd name="connsiteY0" fmla="*/ 6495 h 6345"/>
                  <a:gd name="connsiteX1" fmla="*/ 5588 w 6343"/>
                  <a:gd name="connsiteY1" fmla="*/ 5566 h 6345"/>
                  <a:gd name="connsiteX2" fmla="*/ 6517 w 6343"/>
                  <a:gd name="connsiteY2" fmla="*/ 3322 h 6345"/>
                  <a:gd name="connsiteX3" fmla="*/ 5588 w 6343"/>
                  <a:gd name="connsiteY3" fmla="*/ 1079 h 6345"/>
                  <a:gd name="connsiteX4" fmla="*/ 3345 w 6343"/>
                  <a:gd name="connsiteY4" fmla="*/ 150 h 6345"/>
                  <a:gd name="connsiteX5" fmla="*/ 1103 w 6343"/>
                  <a:gd name="connsiteY5" fmla="*/ 1079 h 6345"/>
                  <a:gd name="connsiteX6" fmla="*/ 174 w 6343"/>
                  <a:gd name="connsiteY6" fmla="*/ 3322 h 6345"/>
                  <a:gd name="connsiteX7" fmla="*/ 1103 w 6343"/>
                  <a:gd name="connsiteY7" fmla="*/ 5566 h 6345"/>
                  <a:gd name="connsiteX8" fmla="*/ 3345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495"/>
                    </a:moveTo>
                    <a:cubicBezTo>
                      <a:pt x="4186" y="6495"/>
                      <a:pt x="4993" y="6161"/>
                      <a:pt x="5588" y="5566"/>
                    </a:cubicBezTo>
                    <a:cubicBezTo>
                      <a:pt x="6183" y="4971"/>
                      <a:pt x="6517" y="4164"/>
                      <a:pt x="6517" y="3322"/>
                    </a:cubicBezTo>
                    <a:cubicBezTo>
                      <a:pt x="6517" y="2481"/>
                      <a:pt x="6183" y="1674"/>
                      <a:pt x="5588" y="1079"/>
                    </a:cubicBezTo>
                    <a:cubicBezTo>
                      <a:pt x="4993" y="484"/>
                      <a:pt x="4186" y="150"/>
                      <a:pt x="3345" y="150"/>
                    </a:cubicBezTo>
                    <a:cubicBezTo>
                      <a:pt x="2504" y="150"/>
                      <a:pt x="1697" y="484"/>
                      <a:pt x="1103" y="1079"/>
                    </a:cubicBezTo>
                    <a:cubicBezTo>
                      <a:pt x="508" y="1674"/>
                      <a:pt x="174" y="2481"/>
                      <a:pt x="174" y="3322"/>
                    </a:cubicBezTo>
                    <a:cubicBezTo>
                      <a:pt x="174" y="4164"/>
                      <a:pt x="508" y="4971"/>
                      <a:pt x="1103" y="5566"/>
                    </a:cubicBezTo>
                    <a:cubicBezTo>
                      <a:pt x="1697" y="6161"/>
                      <a:pt x="2504" y="6495"/>
                      <a:pt x="3345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2" name="Freeform: Shape 1521">
                <a:extLst>
                  <a:ext uri="{FF2B5EF4-FFF2-40B4-BE49-F238E27FC236}">
                    <a16:creationId xmlns:a16="http://schemas.microsoft.com/office/drawing/2014/main" id="{8A61C1D2-3136-A0A8-B02F-00AF9C067435}"/>
                  </a:ext>
                </a:extLst>
              </p:cNvPr>
              <p:cNvSpPr/>
              <p:nvPr/>
            </p:nvSpPr>
            <p:spPr>
              <a:xfrm>
                <a:off x="3051440" y="5371124"/>
                <a:ext cx="6343" cy="6345"/>
              </a:xfrm>
              <a:custGeom>
                <a:avLst/>
                <a:gdLst>
                  <a:gd name="connsiteX0" fmla="*/ 3345 w 6343"/>
                  <a:gd name="connsiteY0" fmla="*/ 6494 h 6345"/>
                  <a:gd name="connsiteX1" fmla="*/ 5588 w 6343"/>
                  <a:gd name="connsiteY1" fmla="*/ 5565 h 6345"/>
                  <a:gd name="connsiteX2" fmla="*/ 6516 w 6343"/>
                  <a:gd name="connsiteY2" fmla="*/ 3322 h 6345"/>
                  <a:gd name="connsiteX3" fmla="*/ 5588 w 6343"/>
                  <a:gd name="connsiteY3" fmla="*/ 1078 h 6345"/>
                  <a:gd name="connsiteX4" fmla="*/ 3345 w 6343"/>
                  <a:gd name="connsiteY4" fmla="*/ 149 h 6345"/>
                  <a:gd name="connsiteX5" fmla="*/ 1102 w 6343"/>
                  <a:gd name="connsiteY5" fmla="*/ 1078 h 6345"/>
                  <a:gd name="connsiteX6" fmla="*/ 173 w 6343"/>
                  <a:gd name="connsiteY6" fmla="*/ 3322 h 6345"/>
                  <a:gd name="connsiteX7" fmla="*/ 1102 w 6343"/>
                  <a:gd name="connsiteY7" fmla="*/ 5565 h 6345"/>
                  <a:gd name="connsiteX8" fmla="*/ 3345 w 6343"/>
                  <a:gd name="connsiteY8" fmla="*/ 64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494"/>
                    </a:moveTo>
                    <a:cubicBezTo>
                      <a:pt x="4186" y="6494"/>
                      <a:pt x="4993" y="6160"/>
                      <a:pt x="5588" y="5565"/>
                    </a:cubicBezTo>
                    <a:cubicBezTo>
                      <a:pt x="6182" y="4970"/>
                      <a:pt x="6516" y="4163"/>
                      <a:pt x="6516" y="3322"/>
                    </a:cubicBezTo>
                    <a:cubicBezTo>
                      <a:pt x="6516" y="2480"/>
                      <a:pt x="6182" y="1673"/>
                      <a:pt x="5588" y="1078"/>
                    </a:cubicBezTo>
                    <a:cubicBezTo>
                      <a:pt x="4993" y="483"/>
                      <a:pt x="4186" y="149"/>
                      <a:pt x="3345" y="149"/>
                    </a:cubicBezTo>
                    <a:cubicBezTo>
                      <a:pt x="2504" y="149"/>
                      <a:pt x="1697" y="483"/>
                      <a:pt x="1102" y="1078"/>
                    </a:cubicBezTo>
                    <a:cubicBezTo>
                      <a:pt x="508" y="1673"/>
                      <a:pt x="173" y="2480"/>
                      <a:pt x="173" y="3322"/>
                    </a:cubicBezTo>
                    <a:cubicBezTo>
                      <a:pt x="173" y="4163"/>
                      <a:pt x="508" y="4970"/>
                      <a:pt x="1102" y="5565"/>
                    </a:cubicBezTo>
                    <a:cubicBezTo>
                      <a:pt x="1697" y="6160"/>
                      <a:pt x="2504" y="6494"/>
                      <a:pt x="3345" y="64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3" name="Freeform: Shape 1522">
                <a:extLst>
                  <a:ext uri="{FF2B5EF4-FFF2-40B4-BE49-F238E27FC236}">
                    <a16:creationId xmlns:a16="http://schemas.microsoft.com/office/drawing/2014/main" id="{08BD0DC6-4182-F6E0-B650-F8B793DE59F4}"/>
                  </a:ext>
                </a:extLst>
              </p:cNvPr>
              <p:cNvSpPr/>
              <p:nvPr/>
            </p:nvSpPr>
            <p:spPr>
              <a:xfrm>
                <a:off x="2871831" y="5284063"/>
                <a:ext cx="6343" cy="6345"/>
              </a:xfrm>
              <a:custGeom>
                <a:avLst/>
                <a:gdLst>
                  <a:gd name="connsiteX0" fmla="*/ 3331 w 6343"/>
                  <a:gd name="connsiteY0" fmla="*/ 6488 h 6345"/>
                  <a:gd name="connsiteX1" fmla="*/ 5573 w 6343"/>
                  <a:gd name="connsiteY1" fmla="*/ 5558 h 6345"/>
                  <a:gd name="connsiteX2" fmla="*/ 6502 w 6343"/>
                  <a:gd name="connsiteY2" fmla="*/ 3315 h 6345"/>
                  <a:gd name="connsiteX3" fmla="*/ 5573 w 6343"/>
                  <a:gd name="connsiteY3" fmla="*/ 1071 h 6345"/>
                  <a:gd name="connsiteX4" fmla="*/ 3331 w 6343"/>
                  <a:gd name="connsiteY4" fmla="*/ 142 h 6345"/>
                  <a:gd name="connsiteX5" fmla="*/ 1088 w 6343"/>
                  <a:gd name="connsiteY5" fmla="*/ 1071 h 6345"/>
                  <a:gd name="connsiteX6" fmla="*/ 159 w 6343"/>
                  <a:gd name="connsiteY6" fmla="*/ 3315 h 6345"/>
                  <a:gd name="connsiteX7" fmla="*/ 1088 w 6343"/>
                  <a:gd name="connsiteY7" fmla="*/ 5558 h 6345"/>
                  <a:gd name="connsiteX8" fmla="*/ 3331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88"/>
                    </a:moveTo>
                    <a:cubicBezTo>
                      <a:pt x="4172" y="6488"/>
                      <a:pt x="4979" y="6153"/>
                      <a:pt x="5573" y="5558"/>
                    </a:cubicBezTo>
                    <a:cubicBezTo>
                      <a:pt x="6168" y="4963"/>
                      <a:pt x="6502" y="4156"/>
                      <a:pt x="6502" y="3315"/>
                    </a:cubicBezTo>
                    <a:cubicBezTo>
                      <a:pt x="6502" y="2473"/>
                      <a:pt x="6168" y="1666"/>
                      <a:pt x="5573" y="1071"/>
                    </a:cubicBezTo>
                    <a:cubicBezTo>
                      <a:pt x="4979" y="476"/>
                      <a:pt x="4172" y="142"/>
                      <a:pt x="3331" y="142"/>
                    </a:cubicBezTo>
                    <a:cubicBezTo>
                      <a:pt x="2490" y="142"/>
                      <a:pt x="1683" y="476"/>
                      <a:pt x="1088" y="1071"/>
                    </a:cubicBezTo>
                    <a:cubicBezTo>
                      <a:pt x="493" y="1666"/>
                      <a:pt x="159" y="2473"/>
                      <a:pt x="159" y="3315"/>
                    </a:cubicBezTo>
                    <a:cubicBezTo>
                      <a:pt x="159" y="4156"/>
                      <a:pt x="493" y="4963"/>
                      <a:pt x="1088" y="5558"/>
                    </a:cubicBezTo>
                    <a:cubicBezTo>
                      <a:pt x="1683" y="6153"/>
                      <a:pt x="2490" y="6488"/>
                      <a:pt x="3331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4" name="Freeform: Shape 1523">
                <a:extLst>
                  <a:ext uri="{FF2B5EF4-FFF2-40B4-BE49-F238E27FC236}">
                    <a16:creationId xmlns:a16="http://schemas.microsoft.com/office/drawing/2014/main" id="{BE6D5D18-27A4-D63A-B589-E837C5B33D9C}"/>
                  </a:ext>
                </a:extLst>
              </p:cNvPr>
              <p:cNvSpPr/>
              <p:nvPr/>
            </p:nvSpPr>
            <p:spPr>
              <a:xfrm>
                <a:off x="2875226" y="5278204"/>
                <a:ext cx="6343" cy="6345"/>
              </a:xfrm>
              <a:custGeom>
                <a:avLst/>
                <a:gdLst>
                  <a:gd name="connsiteX0" fmla="*/ 3331 w 6343"/>
                  <a:gd name="connsiteY0" fmla="*/ 6487 h 6345"/>
                  <a:gd name="connsiteX1" fmla="*/ 5574 w 6343"/>
                  <a:gd name="connsiteY1" fmla="*/ 5558 h 6345"/>
                  <a:gd name="connsiteX2" fmla="*/ 6503 w 6343"/>
                  <a:gd name="connsiteY2" fmla="*/ 3314 h 6345"/>
                  <a:gd name="connsiteX3" fmla="*/ 5574 w 6343"/>
                  <a:gd name="connsiteY3" fmla="*/ 1071 h 6345"/>
                  <a:gd name="connsiteX4" fmla="*/ 3331 w 6343"/>
                  <a:gd name="connsiteY4" fmla="*/ 142 h 6345"/>
                  <a:gd name="connsiteX5" fmla="*/ 1088 w 6343"/>
                  <a:gd name="connsiteY5" fmla="*/ 1071 h 6345"/>
                  <a:gd name="connsiteX6" fmla="*/ 159 w 6343"/>
                  <a:gd name="connsiteY6" fmla="*/ 3314 h 6345"/>
                  <a:gd name="connsiteX7" fmla="*/ 1088 w 6343"/>
                  <a:gd name="connsiteY7" fmla="*/ 5558 h 6345"/>
                  <a:gd name="connsiteX8" fmla="*/ 3331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87"/>
                    </a:moveTo>
                    <a:cubicBezTo>
                      <a:pt x="4172" y="6487"/>
                      <a:pt x="4979" y="6153"/>
                      <a:pt x="5574" y="5558"/>
                    </a:cubicBezTo>
                    <a:cubicBezTo>
                      <a:pt x="6168" y="4963"/>
                      <a:pt x="6503" y="4156"/>
                      <a:pt x="6503" y="3314"/>
                    </a:cubicBezTo>
                    <a:cubicBezTo>
                      <a:pt x="6503" y="2473"/>
                      <a:pt x="6168" y="1666"/>
                      <a:pt x="5574" y="1071"/>
                    </a:cubicBezTo>
                    <a:cubicBezTo>
                      <a:pt x="4979" y="476"/>
                      <a:pt x="4172" y="142"/>
                      <a:pt x="3331" y="142"/>
                    </a:cubicBezTo>
                    <a:cubicBezTo>
                      <a:pt x="2490" y="142"/>
                      <a:pt x="1683" y="476"/>
                      <a:pt x="1088" y="1071"/>
                    </a:cubicBezTo>
                    <a:cubicBezTo>
                      <a:pt x="494" y="1666"/>
                      <a:pt x="159" y="2473"/>
                      <a:pt x="159" y="3314"/>
                    </a:cubicBezTo>
                    <a:cubicBezTo>
                      <a:pt x="159" y="4156"/>
                      <a:pt x="494" y="4963"/>
                      <a:pt x="1088" y="5558"/>
                    </a:cubicBezTo>
                    <a:cubicBezTo>
                      <a:pt x="1683" y="6153"/>
                      <a:pt x="2490" y="6487"/>
                      <a:pt x="3331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5" name="Freeform: Shape 1524">
                <a:extLst>
                  <a:ext uri="{FF2B5EF4-FFF2-40B4-BE49-F238E27FC236}">
                    <a16:creationId xmlns:a16="http://schemas.microsoft.com/office/drawing/2014/main" id="{39BDED71-2815-BA46-DD21-1830C389B3EC}"/>
                  </a:ext>
                </a:extLst>
              </p:cNvPr>
              <p:cNvSpPr/>
              <p:nvPr/>
            </p:nvSpPr>
            <p:spPr>
              <a:xfrm>
                <a:off x="2878525" y="5272309"/>
                <a:ext cx="6343" cy="6345"/>
              </a:xfrm>
              <a:custGeom>
                <a:avLst/>
                <a:gdLst>
                  <a:gd name="connsiteX0" fmla="*/ 3331 w 6343"/>
                  <a:gd name="connsiteY0" fmla="*/ 6487 h 6345"/>
                  <a:gd name="connsiteX1" fmla="*/ 5574 w 6343"/>
                  <a:gd name="connsiteY1" fmla="*/ 5557 h 6345"/>
                  <a:gd name="connsiteX2" fmla="*/ 6503 w 6343"/>
                  <a:gd name="connsiteY2" fmla="*/ 3314 h 6345"/>
                  <a:gd name="connsiteX3" fmla="*/ 5574 w 6343"/>
                  <a:gd name="connsiteY3" fmla="*/ 1071 h 6345"/>
                  <a:gd name="connsiteX4" fmla="*/ 3331 w 6343"/>
                  <a:gd name="connsiteY4" fmla="*/ 141 h 6345"/>
                  <a:gd name="connsiteX5" fmla="*/ 1089 w 6343"/>
                  <a:gd name="connsiteY5" fmla="*/ 1071 h 6345"/>
                  <a:gd name="connsiteX6" fmla="*/ 160 w 6343"/>
                  <a:gd name="connsiteY6" fmla="*/ 3314 h 6345"/>
                  <a:gd name="connsiteX7" fmla="*/ 1089 w 6343"/>
                  <a:gd name="connsiteY7" fmla="*/ 5557 h 6345"/>
                  <a:gd name="connsiteX8" fmla="*/ 3331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87"/>
                    </a:moveTo>
                    <a:cubicBezTo>
                      <a:pt x="4172" y="6487"/>
                      <a:pt x="4979" y="6152"/>
                      <a:pt x="5574" y="5557"/>
                    </a:cubicBezTo>
                    <a:cubicBezTo>
                      <a:pt x="6169" y="4962"/>
                      <a:pt x="6503" y="4155"/>
                      <a:pt x="6503" y="3314"/>
                    </a:cubicBezTo>
                    <a:cubicBezTo>
                      <a:pt x="6503" y="2473"/>
                      <a:pt x="6169" y="1666"/>
                      <a:pt x="5574" y="1071"/>
                    </a:cubicBezTo>
                    <a:cubicBezTo>
                      <a:pt x="4979" y="476"/>
                      <a:pt x="4172" y="141"/>
                      <a:pt x="3331" y="141"/>
                    </a:cubicBezTo>
                    <a:cubicBezTo>
                      <a:pt x="2490" y="141"/>
                      <a:pt x="1683" y="476"/>
                      <a:pt x="1089" y="1071"/>
                    </a:cubicBezTo>
                    <a:cubicBezTo>
                      <a:pt x="494" y="1666"/>
                      <a:pt x="160" y="2473"/>
                      <a:pt x="160" y="3314"/>
                    </a:cubicBezTo>
                    <a:cubicBezTo>
                      <a:pt x="160" y="4155"/>
                      <a:pt x="494" y="4962"/>
                      <a:pt x="1089" y="5557"/>
                    </a:cubicBezTo>
                    <a:cubicBezTo>
                      <a:pt x="1683" y="6152"/>
                      <a:pt x="2490" y="6487"/>
                      <a:pt x="3331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6" name="Freeform: Shape 1525">
                <a:extLst>
                  <a:ext uri="{FF2B5EF4-FFF2-40B4-BE49-F238E27FC236}">
                    <a16:creationId xmlns:a16="http://schemas.microsoft.com/office/drawing/2014/main" id="{A5342197-DA86-7203-0077-F4F5AE95C79F}"/>
                  </a:ext>
                </a:extLst>
              </p:cNvPr>
              <p:cNvSpPr/>
              <p:nvPr/>
            </p:nvSpPr>
            <p:spPr>
              <a:xfrm>
                <a:off x="2880051" y="5265581"/>
                <a:ext cx="6343" cy="6345"/>
              </a:xfrm>
              <a:custGeom>
                <a:avLst/>
                <a:gdLst>
                  <a:gd name="connsiteX0" fmla="*/ 3331 w 6343"/>
                  <a:gd name="connsiteY0" fmla="*/ 6486 h 6345"/>
                  <a:gd name="connsiteX1" fmla="*/ 5574 w 6343"/>
                  <a:gd name="connsiteY1" fmla="*/ 5557 h 6345"/>
                  <a:gd name="connsiteX2" fmla="*/ 6503 w 6343"/>
                  <a:gd name="connsiteY2" fmla="*/ 3313 h 6345"/>
                  <a:gd name="connsiteX3" fmla="*/ 5574 w 6343"/>
                  <a:gd name="connsiteY3" fmla="*/ 1070 h 6345"/>
                  <a:gd name="connsiteX4" fmla="*/ 3331 w 6343"/>
                  <a:gd name="connsiteY4" fmla="*/ 141 h 6345"/>
                  <a:gd name="connsiteX5" fmla="*/ 1089 w 6343"/>
                  <a:gd name="connsiteY5" fmla="*/ 1070 h 6345"/>
                  <a:gd name="connsiteX6" fmla="*/ 160 w 6343"/>
                  <a:gd name="connsiteY6" fmla="*/ 3313 h 6345"/>
                  <a:gd name="connsiteX7" fmla="*/ 1089 w 6343"/>
                  <a:gd name="connsiteY7" fmla="*/ 5557 h 6345"/>
                  <a:gd name="connsiteX8" fmla="*/ 3331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86"/>
                    </a:moveTo>
                    <a:cubicBezTo>
                      <a:pt x="4173" y="6486"/>
                      <a:pt x="4979" y="6152"/>
                      <a:pt x="5574" y="5557"/>
                    </a:cubicBezTo>
                    <a:cubicBezTo>
                      <a:pt x="6169" y="4962"/>
                      <a:pt x="6503" y="4155"/>
                      <a:pt x="6503" y="3313"/>
                    </a:cubicBezTo>
                    <a:cubicBezTo>
                      <a:pt x="6503" y="2472"/>
                      <a:pt x="6169" y="1665"/>
                      <a:pt x="5574" y="1070"/>
                    </a:cubicBezTo>
                    <a:cubicBezTo>
                      <a:pt x="4979" y="475"/>
                      <a:pt x="4173" y="141"/>
                      <a:pt x="3331" y="141"/>
                    </a:cubicBezTo>
                    <a:cubicBezTo>
                      <a:pt x="2490" y="141"/>
                      <a:pt x="1684" y="475"/>
                      <a:pt x="1089" y="1070"/>
                    </a:cubicBezTo>
                    <a:cubicBezTo>
                      <a:pt x="494" y="1665"/>
                      <a:pt x="160" y="2472"/>
                      <a:pt x="160" y="3313"/>
                    </a:cubicBezTo>
                    <a:cubicBezTo>
                      <a:pt x="160" y="4155"/>
                      <a:pt x="494" y="4962"/>
                      <a:pt x="1089" y="5557"/>
                    </a:cubicBezTo>
                    <a:cubicBezTo>
                      <a:pt x="1684" y="6152"/>
                      <a:pt x="2490" y="6486"/>
                      <a:pt x="3331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7" name="Freeform: Shape 1526">
                <a:extLst>
                  <a:ext uri="{FF2B5EF4-FFF2-40B4-BE49-F238E27FC236}">
                    <a16:creationId xmlns:a16="http://schemas.microsoft.com/office/drawing/2014/main" id="{915A0528-17F5-A0CD-8D1C-BBA60F6FED48}"/>
                  </a:ext>
                </a:extLst>
              </p:cNvPr>
              <p:cNvSpPr/>
              <p:nvPr/>
            </p:nvSpPr>
            <p:spPr>
              <a:xfrm>
                <a:off x="2426026" y="4915242"/>
                <a:ext cx="6343" cy="6345"/>
              </a:xfrm>
              <a:custGeom>
                <a:avLst/>
                <a:gdLst>
                  <a:gd name="connsiteX0" fmla="*/ 3296 w 6343"/>
                  <a:gd name="connsiteY0" fmla="*/ 6459 h 6345"/>
                  <a:gd name="connsiteX1" fmla="*/ 5538 w 6343"/>
                  <a:gd name="connsiteY1" fmla="*/ 5529 h 6345"/>
                  <a:gd name="connsiteX2" fmla="*/ 6467 w 6343"/>
                  <a:gd name="connsiteY2" fmla="*/ 3286 h 6345"/>
                  <a:gd name="connsiteX3" fmla="*/ 5538 w 6343"/>
                  <a:gd name="connsiteY3" fmla="*/ 1042 h 6345"/>
                  <a:gd name="connsiteX4" fmla="*/ 3296 w 6343"/>
                  <a:gd name="connsiteY4" fmla="*/ 113 h 6345"/>
                  <a:gd name="connsiteX5" fmla="*/ 1053 w 6343"/>
                  <a:gd name="connsiteY5" fmla="*/ 1042 h 6345"/>
                  <a:gd name="connsiteX6" fmla="*/ 124 w 6343"/>
                  <a:gd name="connsiteY6" fmla="*/ 3286 h 6345"/>
                  <a:gd name="connsiteX7" fmla="*/ 1053 w 6343"/>
                  <a:gd name="connsiteY7" fmla="*/ 5529 h 6345"/>
                  <a:gd name="connsiteX8" fmla="*/ 3296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96" y="6459"/>
                    </a:moveTo>
                    <a:cubicBezTo>
                      <a:pt x="4137" y="6459"/>
                      <a:pt x="4943" y="6124"/>
                      <a:pt x="5538" y="5529"/>
                    </a:cubicBezTo>
                    <a:cubicBezTo>
                      <a:pt x="6133" y="4934"/>
                      <a:pt x="6467" y="4127"/>
                      <a:pt x="6467" y="3286"/>
                    </a:cubicBezTo>
                    <a:cubicBezTo>
                      <a:pt x="6467" y="2444"/>
                      <a:pt x="6133" y="1637"/>
                      <a:pt x="5538" y="1042"/>
                    </a:cubicBezTo>
                    <a:cubicBezTo>
                      <a:pt x="4943" y="447"/>
                      <a:pt x="4137" y="113"/>
                      <a:pt x="3296" y="113"/>
                    </a:cubicBezTo>
                    <a:cubicBezTo>
                      <a:pt x="2455" y="113"/>
                      <a:pt x="1648" y="447"/>
                      <a:pt x="1053" y="1042"/>
                    </a:cubicBezTo>
                    <a:cubicBezTo>
                      <a:pt x="458" y="1637"/>
                      <a:pt x="124" y="2444"/>
                      <a:pt x="124" y="3286"/>
                    </a:cubicBezTo>
                    <a:cubicBezTo>
                      <a:pt x="124" y="4127"/>
                      <a:pt x="458" y="4934"/>
                      <a:pt x="1053" y="5529"/>
                    </a:cubicBezTo>
                    <a:cubicBezTo>
                      <a:pt x="1648" y="6124"/>
                      <a:pt x="2455" y="6459"/>
                      <a:pt x="3296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8" name="Freeform: Shape 1527">
                <a:extLst>
                  <a:ext uri="{FF2B5EF4-FFF2-40B4-BE49-F238E27FC236}">
                    <a16:creationId xmlns:a16="http://schemas.microsoft.com/office/drawing/2014/main" id="{57F8AEAB-7416-65DE-7EFB-AAA35524BEBC}"/>
                  </a:ext>
                </a:extLst>
              </p:cNvPr>
              <p:cNvSpPr/>
              <p:nvPr/>
            </p:nvSpPr>
            <p:spPr>
              <a:xfrm>
                <a:off x="2443928" y="4913761"/>
                <a:ext cx="6343" cy="6345"/>
              </a:xfrm>
              <a:custGeom>
                <a:avLst/>
                <a:gdLst>
                  <a:gd name="connsiteX0" fmla="*/ 3297 w 6343"/>
                  <a:gd name="connsiteY0" fmla="*/ 6458 h 6345"/>
                  <a:gd name="connsiteX1" fmla="*/ 5540 w 6343"/>
                  <a:gd name="connsiteY1" fmla="*/ 5529 h 6345"/>
                  <a:gd name="connsiteX2" fmla="*/ 6469 w 6343"/>
                  <a:gd name="connsiteY2" fmla="*/ 3286 h 6345"/>
                  <a:gd name="connsiteX3" fmla="*/ 5540 w 6343"/>
                  <a:gd name="connsiteY3" fmla="*/ 1042 h 6345"/>
                  <a:gd name="connsiteX4" fmla="*/ 3297 w 6343"/>
                  <a:gd name="connsiteY4" fmla="*/ 113 h 6345"/>
                  <a:gd name="connsiteX5" fmla="*/ 1054 w 6343"/>
                  <a:gd name="connsiteY5" fmla="*/ 1042 h 6345"/>
                  <a:gd name="connsiteX6" fmla="*/ 125 w 6343"/>
                  <a:gd name="connsiteY6" fmla="*/ 3286 h 6345"/>
                  <a:gd name="connsiteX7" fmla="*/ 1054 w 6343"/>
                  <a:gd name="connsiteY7" fmla="*/ 5529 h 6345"/>
                  <a:gd name="connsiteX8" fmla="*/ 3297 w 6343"/>
                  <a:gd name="connsiteY8" fmla="*/ 64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97" y="6458"/>
                    </a:moveTo>
                    <a:cubicBezTo>
                      <a:pt x="4138" y="6458"/>
                      <a:pt x="4945" y="6124"/>
                      <a:pt x="5540" y="5529"/>
                    </a:cubicBezTo>
                    <a:cubicBezTo>
                      <a:pt x="6134" y="4934"/>
                      <a:pt x="6469" y="4127"/>
                      <a:pt x="6469" y="3286"/>
                    </a:cubicBezTo>
                    <a:cubicBezTo>
                      <a:pt x="6469" y="2444"/>
                      <a:pt x="6134" y="1637"/>
                      <a:pt x="5540" y="1042"/>
                    </a:cubicBezTo>
                    <a:cubicBezTo>
                      <a:pt x="4945" y="447"/>
                      <a:pt x="4138" y="113"/>
                      <a:pt x="3297" y="113"/>
                    </a:cubicBezTo>
                    <a:cubicBezTo>
                      <a:pt x="2456" y="113"/>
                      <a:pt x="1649" y="447"/>
                      <a:pt x="1054" y="1042"/>
                    </a:cubicBezTo>
                    <a:cubicBezTo>
                      <a:pt x="460" y="1637"/>
                      <a:pt x="125" y="2444"/>
                      <a:pt x="125" y="3286"/>
                    </a:cubicBezTo>
                    <a:cubicBezTo>
                      <a:pt x="125" y="4127"/>
                      <a:pt x="460" y="4934"/>
                      <a:pt x="1054" y="5529"/>
                    </a:cubicBezTo>
                    <a:cubicBezTo>
                      <a:pt x="1649" y="6124"/>
                      <a:pt x="2456" y="6458"/>
                      <a:pt x="3297" y="64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9" name="Freeform: Shape 1528">
                <a:extLst>
                  <a:ext uri="{FF2B5EF4-FFF2-40B4-BE49-F238E27FC236}">
                    <a16:creationId xmlns:a16="http://schemas.microsoft.com/office/drawing/2014/main" id="{8C86E804-DD7E-0D6C-0811-17897FA87ABA}"/>
                  </a:ext>
                </a:extLst>
              </p:cNvPr>
              <p:cNvSpPr/>
              <p:nvPr/>
            </p:nvSpPr>
            <p:spPr>
              <a:xfrm>
                <a:off x="2484302" y="4925598"/>
                <a:ext cx="6343" cy="6345"/>
              </a:xfrm>
              <a:custGeom>
                <a:avLst/>
                <a:gdLst>
                  <a:gd name="connsiteX0" fmla="*/ 3300 w 6343"/>
                  <a:gd name="connsiteY0" fmla="*/ 6459 h 6345"/>
                  <a:gd name="connsiteX1" fmla="*/ 5543 w 6343"/>
                  <a:gd name="connsiteY1" fmla="*/ 5530 h 6345"/>
                  <a:gd name="connsiteX2" fmla="*/ 6472 w 6343"/>
                  <a:gd name="connsiteY2" fmla="*/ 3287 h 6345"/>
                  <a:gd name="connsiteX3" fmla="*/ 5543 w 6343"/>
                  <a:gd name="connsiteY3" fmla="*/ 1043 h 6345"/>
                  <a:gd name="connsiteX4" fmla="*/ 3300 w 6343"/>
                  <a:gd name="connsiteY4" fmla="*/ 114 h 6345"/>
                  <a:gd name="connsiteX5" fmla="*/ 1058 w 6343"/>
                  <a:gd name="connsiteY5" fmla="*/ 1043 h 6345"/>
                  <a:gd name="connsiteX6" fmla="*/ 129 w 6343"/>
                  <a:gd name="connsiteY6" fmla="*/ 3287 h 6345"/>
                  <a:gd name="connsiteX7" fmla="*/ 1058 w 6343"/>
                  <a:gd name="connsiteY7" fmla="*/ 5530 h 6345"/>
                  <a:gd name="connsiteX8" fmla="*/ 3300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0" y="6459"/>
                    </a:moveTo>
                    <a:cubicBezTo>
                      <a:pt x="4141" y="6459"/>
                      <a:pt x="4948" y="6125"/>
                      <a:pt x="5543" y="5530"/>
                    </a:cubicBezTo>
                    <a:cubicBezTo>
                      <a:pt x="6138" y="4935"/>
                      <a:pt x="6472" y="4128"/>
                      <a:pt x="6472" y="3287"/>
                    </a:cubicBezTo>
                    <a:cubicBezTo>
                      <a:pt x="6472" y="2445"/>
                      <a:pt x="6138" y="1638"/>
                      <a:pt x="5543" y="1043"/>
                    </a:cubicBezTo>
                    <a:cubicBezTo>
                      <a:pt x="4948" y="448"/>
                      <a:pt x="4141" y="114"/>
                      <a:pt x="3300" y="114"/>
                    </a:cubicBezTo>
                    <a:cubicBezTo>
                      <a:pt x="2459" y="114"/>
                      <a:pt x="1652" y="448"/>
                      <a:pt x="1058" y="1043"/>
                    </a:cubicBezTo>
                    <a:cubicBezTo>
                      <a:pt x="463" y="1638"/>
                      <a:pt x="129" y="2445"/>
                      <a:pt x="129" y="3287"/>
                    </a:cubicBezTo>
                    <a:cubicBezTo>
                      <a:pt x="129" y="4128"/>
                      <a:pt x="463" y="4935"/>
                      <a:pt x="1058" y="5530"/>
                    </a:cubicBezTo>
                    <a:cubicBezTo>
                      <a:pt x="1652" y="6125"/>
                      <a:pt x="2459" y="6459"/>
                      <a:pt x="3300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0" name="Freeform: Shape 1529">
                <a:extLst>
                  <a:ext uri="{FF2B5EF4-FFF2-40B4-BE49-F238E27FC236}">
                    <a16:creationId xmlns:a16="http://schemas.microsoft.com/office/drawing/2014/main" id="{8CC80706-F8B5-CAC5-DFA1-EFC848148F97}"/>
                  </a:ext>
                </a:extLst>
              </p:cNvPr>
              <p:cNvSpPr/>
              <p:nvPr/>
            </p:nvSpPr>
            <p:spPr>
              <a:xfrm>
                <a:off x="2497866" y="4922158"/>
                <a:ext cx="6343" cy="6345"/>
              </a:xfrm>
              <a:custGeom>
                <a:avLst/>
                <a:gdLst>
                  <a:gd name="connsiteX0" fmla="*/ 3301 w 6343"/>
                  <a:gd name="connsiteY0" fmla="*/ 6459 h 6345"/>
                  <a:gd name="connsiteX1" fmla="*/ 5544 w 6343"/>
                  <a:gd name="connsiteY1" fmla="*/ 5530 h 6345"/>
                  <a:gd name="connsiteX2" fmla="*/ 6473 w 6343"/>
                  <a:gd name="connsiteY2" fmla="*/ 3286 h 6345"/>
                  <a:gd name="connsiteX3" fmla="*/ 5544 w 6343"/>
                  <a:gd name="connsiteY3" fmla="*/ 1043 h 6345"/>
                  <a:gd name="connsiteX4" fmla="*/ 3301 w 6343"/>
                  <a:gd name="connsiteY4" fmla="*/ 114 h 6345"/>
                  <a:gd name="connsiteX5" fmla="*/ 1059 w 6343"/>
                  <a:gd name="connsiteY5" fmla="*/ 1043 h 6345"/>
                  <a:gd name="connsiteX6" fmla="*/ 130 w 6343"/>
                  <a:gd name="connsiteY6" fmla="*/ 3286 h 6345"/>
                  <a:gd name="connsiteX7" fmla="*/ 1059 w 6343"/>
                  <a:gd name="connsiteY7" fmla="*/ 5530 h 6345"/>
                  <a:gd name="connsiteX8" fmla="*/ 3301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1" y="6459"/>
                    </a:moveTo>
                    <a:cubicBezTo>
                      <a:pt x="4142" y="6459"/>
                      <a:pt x="4949" y="6125"/>
                      <a:pt x="5544" y="5530"/>
                    </a:cubicBezTo>
                    <a:cubicBezTo>
                      <a:pt x="6139" y="4935"/>
                      <a:pt x="6473" y="4128"/>
                      <a:pt x="6473" y="3286"/>
                    </a:cubicBezTo>
                    <a:cubicBezTo>
                      <a:pt x="6473" y="2445"/>
                      <a:pt x="6139" y="1638"/>
                      <a:pt x="5544" y="1043"/>
                    </a:cubicBezTo>
                    <a:cubicBezTo>
                      <a:pt x="4949" y="448"/>
                      <a:pt x="4142" y="114"/>
                      <a:pt x="3301" y="114"/>
                    </a:cubicBezTo>
                    <a:cubicBezTo>
                      <a:pt x="2460" y="114"/>
                      <a:pt x="1653" y="448"/>
                      <a:pt x="1059" y="1043"/>
                    </a:cubicBezTo>
                    <a:cubicBezTo>
                      <a:pt x="464" y="1638"/>
                      <a:pt x="130" y="2445"/>
                      <a:pt x="130" y="3286"/>
                    </a:cubicBezTo>
                    <a:cubicBezTo>
                      <a:pt x="130" y="4128"/>
                      <a:pt x="464" y="4935"/>
                      <a:pt x="1059" y="5530"/>
                    </a:cubicBezTo>
                    <a:cubicBezTo>
                      <a:pt x="1653" y="6125"/>
                      <a:pt x="2460" y="6459"/>
                      <a:pt x="3301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1" name="Freeform: Shape 1530">
                <a:extLst>
                  <a:ext uri="{FF2B5EF4-FFF2-40B4-BE49-F238E27FC236}">
                    <a16:creationId xmlns:a16="http://schemas.microsoft.com/office/drawing/2014/main" id="{7683AB3E-CDBC-6B18-D40B-8E8534CE361E}"/>
                  </a:ext>
                </a:extLst>
              </p:cNvPr>
              <p:cNvSpPr/>
              <p:nvPr/>
            </p:nvSpPr>
            <p:spPr>
              <a:xfrm>
                <a:off x="2529189" y="4929514"/>
                <a:ext cx="6343" cy="6345"/>
              </a:xfrm>
              <a:custGeom>
                <a:avLst/>
                <a:gdLst>
                  <a:gd name="connsiteX0" fmla="*/ 3304 w 6343"/>
                  <a:gd name="connsiteY0" fmla="*/ 6460 h 6345"/>
                  <a:gd name="connsiteX1" fmla="*/ 5546 w 6343"/>
                  <a:gd name="connsiteY1" fmla="*/ 5530 h 6345"/>
                  <a:gd name="connsiteX2" fmla="*/ 6475 w 6343"/>
                  <a:gd name="connsiteY2" fmla="*/ 3287 h 6345"/>
                  <a:gd name="connsiteX3" fmla="*/ 5546 w 6343"/>
                  <a:gd name="connsiteY3" fmla="*/ 1044 h 6345"/>
                  <a:gd name="connsiteX4" fmla="*/ 3304 w 6343"/>
                  <a:gd name="connsiteY4" fmla="*/ 114 h 6345"/>
                  <a:gd name="connsiteX5" fmla="*/ 1061 w 6343"/>
                  <a:gd name="connsiteY5" fmla="*/ 1044 h 6345"/>
                  <a:gd name="connsiteX6" fmla="*/ 132 w 6343"/>
                  <a:gd name="connsiteY6" fmla="*/ 3287 h 6345"/>
                  <a:gd name="connsiteX7" fmla="*/ 1061 w 6343"/>
                  <a:gd name="connsiteY7" fmla="*/ 5530 h 6345"/>
                  <a:gd name="connsiteX8" fmla="*/ 3304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4" y="6460"/>
                    </a:moveTo>
                    <a:cubicBezTo>
                      <a:pt x="4145" y="6460"/>
                      <a:pt x="4952" y="6125"/>
                      <a:pt x="5546" y="5530"/>
                    </a:cubicBezTo>
                    <a:cubicBezTo>
                      <a:pt x="6141" y="4935"/>
                      <a:pt x="6475" y="4128"/>
                      <a:pt x="6475" y="3287"/>
                    </a:cubicBezTo>
                    <a:cubicBezTo>
                      <a:pt x="6475" y="2446"/>
                      <a:pt x="6141" y="1638"/>
                      <a:pt x="5546" y="1044"/>
                    </a:cubicBezTo>
                    <a:cubicBezTo>
                      <a:pt x="4952" y="449"/>
                      <a:pt x="4145" y="114"/>
                      <a:pt x="3304" y="114"/>
                    </a:cubicBezTo>
                    <a:cubicBezTo>
                      <a:pt x="2463" y="114"/>
                      <a:pt x="1656" y="449"/>
                      <a:pt x="1061" y="1044"/>
                    </a:cubicBezTo>
                    <a:cubicBezTo>
                      <a:pt x="466" y="1638"/>
                      <a:pt x="132" y="2446"/>
                      <a:pt x="132" y="3287"/>
                    </a:cubicBezTo>
                    <a:cubicBezTo>
                      <a:pt x="132" y="4128"/>
                      <a:pt x="466" y="4935"/>
                      <a:pt x="1061" y="5530"/>
                    </a:cubicBezTo>
                    <a:cubicBezTo>
                      <a:pt x="1656" y="6125"/>
                      <a:pt x="2463" y="6460"/>
                      <a:pt x="3304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2" name="Freeform: Shape 1531">
                <a:extLst>
                  <a:ext uri="{FF2B5EF4-FFF2-40B4-BE49-F238E27FC236}">
                    <a16:creationId xmlns:a16="http://schemas.microsoft.com/office/drawing/2014/main" id="{AD198D08-7A9C-6ECD-5434-AE0444FA6E99}"/>
                  </a:ext>
                </a:extLst>
              </p:cNvPr>
              <p:cNvSpPr/>
              <p:nvPr/>
            </p:nvSpPr>
            <p:spPr>
              <a:xfrm>
                <a:off x="2569121" y="4942545"/>
                <a:ext cx="6343" cy="6345"/>
              </a:xfrm>
              <a:custGeom>
                <a:avLst/>
                <a:gdLst>
                  <a:gd name="connsiteX0" fmla="*/ 3307 w 6343"/>
                  <a:gd name="connsiteY0" fmla="*/ 6461 h 6345"/>
                  <a:gd name="connsiteX1" fmla="*/ 5550 w 6343"/>
                  <a:gd name="connsiteY1" fmla="*/ 5531 h 6345"/>
                  <a:gd name="connsiteX2" fmla="*/ 6478 w 6343"/>
                  <a:gd name="connsiteY2" fmla="*/ 3288 h 6345"/>
                  <a:gd name="connsiteX3" fmla="*/ 5550 w 6343"/>
                  <a:gd name="connsiteY3" fmla="*/ 1045 h 6345"/>
                  <a:gd name="connsiteX4" fmla="*/ 3307 w 6343"/>
                  <a:gd name="connsiteY4" fmla="*/ 115 h 6345"/>
                  <a:gd name="connsiteX5" fmla="*/ 1064 w 6343"/>
                  <a:gd name="connsiteY5" fmla="*/ 1045 h 6345"/>
                  <a:gd name="connsiteX6" fmla="*/ 135 w 6343"/>
                  <a:gd name="connsiteY6" fmla="*/ 3288 h 6345"/>
                  <a:gd name="connsiteX7" fmla="*/ 1064 w 6343"/>
                  <a:gd name="connsiteY7" fmla="*/ 5531 h 6345"/>
                  <a:gd name="connsiteX8" fmla="*/ 3307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7" y="6461"/>
                    </a:moveTo>
                    <a:cubicBezTo>
                      <a:pt x="4148" y="6461"/>
                      <a:pt x="4955" y="6126"/>
                      <a:pt x="5550" y="5531"/>
                    </a:cubicBezTo>
                    <a:cubicBezTo>
                      <a:pt x="6144" y="4936"/>
                      <a:pt x="6478" y="4129"/>
                      <a:pt x="6478" y="3288"/>
                    </a:cubicBezTo>
                    <a:cubicBezTo>
                      <a:pt x="6478" y="2447"/>
                      <a:pt x="6144" y="1640"/>
                      <a:pt x="5550" y="1045"/>
                    </a:cubicBezTo>
                    <a:cubicBezTo>
                      <a:pt x="4955" y="450"/>
                      <a:pt x="4148" y="115"/>
                      <a:pt x="3307" y="115"/>
                    </a:cubicBezTo>
                    <a:cubicBezTo>
                      <a:pt x="2466" y="115"/>
                      <a:pt x="1659" y="450"/>
                      <a:pt x="1064" y="1045"/>
                    </a:cubicBezTo>
                    <a:cubicBezTo>
                      <a:pt x="470" y="1640"/>
                      <a:pt x="135" y="2447"/>
                      <a:pt x="135" y="3288"/>
                    </a:cubicBezTo>
                    <a:cubicBezTo>
                      <a:pt x="135" y="4129"/>
                      <a:pt x="470" y="4936"/>
                      <a:pt x="1064" y="5531"/>
                    </a:cubicBezTo>
                    <a:cubicBezTo>
                      <a:pt x="1659" y="6126"/>
                      <a:pt x="2466" y="6461"/>
                      <a:pt x="3307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3" name="Freeform: Shape 1532">
                <a:extLst>
                  <a:ext uri="{FF2B5EF4-FFF2-40B4-BE49-F238E27FC236}">
                    <a16:creationId xmlns:a16="http://schemas.microsoft.com/office/drawing/2014/main" id="{00895533-4EB8-60C7-6030-DD184ADC1193}"/>
                  </a:ext>
                </a:extLst>
              </p:cNvPr>
              <p:cNvSpPr/>
              <p:nvPr/>
            </p:nvSpPr>
            <p:spPr>
              <a:xfrm>
                <a:off x="2583011" y="4940107"/>
                <a:ext cx="6343" cy="6345"/>
              </a:xfrm>
              <a:custGeom>
                <a:avLst/>
                <a:gdLst>
                  <a:gd name="connsiteX0" fmla="*/ 3308 w 6343"/>
                  <a:gd name="connsiteY0" fmla="*/ 6461 h 6345"/>
                  <a:gd name="connsiteX1" fmla="*/ 5551 w 6343"/>
                  <a:gd name="connsiteY1" fmla="*/ 5531 h 6345"/>
                  <a:gd name="connsiteX2" fmla="*/ 6480 w 6343"/>
                  <a:gd name="connsiteY2" fmla="*/ 3288 h 6345"/>
                  <a:gd name="connsiteX3" fmla="*/ 5551 w 6343"/>
                  <a:gd name="connsiteY3" fmla="*/ 1044 h 6345"/>
                  <a:gd name="connsiteX4" fmla="*/ 3308 w 6343"/>
                  <a:gd name="connsiteY4" fmla="*/ 115 h 6345"/>
                  <a:gd name="connsiteX5" fmla="*/ 1065 w 6343"/>
                  <a:gd name="connsiteY5" fmla="*/ 1044 h 6345"/>
                  <a:gd name="connsiteX6" fmla="*/ 136 w 6343"/>
                  <a:gd name="connsiteY6" fmla="*/ 3288 h 6345"/>
                  <a:gd name="connsiteX7" fmla="*/ 1065 w 6343"/>
                  <a:gd name="connsiteY7" fmla="*/ 5531 h 6345"/>
                  <a:gd name="connsiteX8" fmla="*/ 3308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461"/>
                    </a:moveTo>
                    <a:cubicBezTo>
                      <a:pt x="4149" y="6461"/>
                      <a:pt x="4956" y="6126"/>
                      <a:pt x="5551" y="5531"/>
                    </a:cubicBezTo>
                    <a:cubicBezTo>
                      <a:pt x="6145" y="4936"/>
                      <a:pt x="6480" y="4129"/>
                      <a:pt x="6480" y="3288"/>
                    </a:cubicBezTo>
                    <a:cubicBezTo>
                      <a:pt x="6480" y="2446"/>
                      <a:pt x="6145" y="1639"/>
                      <a:pt x="5551" y="1044"/>
                    </a:cubicBezTo>
                    <a:cubicBezTo>
                      <a:pt x="4956" y="449"/>
                      <a:pt x="4149" y="115"/>
                      <a:pt x="3308" y="115"/>
                    </a:cubicBezTo>
                    <a:cubicBezTo>
                      <a:pt x="2467" y="115"/>
                      <a:pt x="1660" y="449"/>
                      <a:pt x="1065" y="1044"/>
                    </a:cubicBezTo>
                    <a:cubicBezTo>
                      <a:pt x="471" y="1639"/>
                      <a:pt x="136" y="2446"/>
                      <a:pt x="136" y="3288"/>
                    </a:cubicBezTo>
                    <a:cubicBezTo>
                      <a:pt x="136" y="4129"/>
                      <a:pt x="471" y="4936"/>
                      <a:pt x="1065" y="5531"/>
                    </a:cubicBezTo>
                    <a:cubicBezTo>
                      <a:pt x="1660" y="6126"/>
                      <a:pt x="2467" y="6461"/>
                      <a:pt x="3308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4" name="Freeform: Shape 1533">
                <a:extLst>
                  <a:ext uri="{FF2B5EF4-FFF2-40B4-BE49-F238E27FC236}">
                    <a16:creationId xmlns:a16="http://schemas.microsoft.com/office/drawing/2014/main" id="{333EEB86-D4EB-4CCC-6154-0EA2ADA7DF16}"/>
                  </a:ext>
                </a:extLst>
              </p:cNvPr>
              <p:cNvSpPr/>
              <p:nvPr/>
            </p:nvSpPr>
            <p:spPr>
              <a:xfrm>
                <a:off x="2593812" y="4935891"/>
                <a:ext cx="6343" cy="6345"/>
              </a:xfrm>
              <a:custGeom>
                <a:avLst/>
                <a:gdLst>
                  <a:gd name="connsiteX0" fmla="*/ 3309 w 6343"/>
                  <a:gd name="connsiteY0" fmla="*/ 6460 h 6345"/>
                  <a:gd name="connsiteX1" fmla="*/ 5551 w 6343"/>
                  <a:gd name="connsiteY1" fmla="*/ 5531 h 6345"/>
                  <a:gd name="connsiteX2" fmla="*/ 6480 w 6343"/>
                  <a:gd name="connsiteY2" fmla="*/ 3287 h 6345"/>
                  <a:gd name="connsiteX3" fmla="*/ 5551 w 6343"/>
                  <a:gd name="connsiteY3" fmla="*/ 1044 h 6345"/>
                  <a:gd name="connsiteX4" fmla="*/ 3309 w 6343"/>
                  <a:gd name="connsiteY4" fmla="*/ 115 h 6345"/>
                  <a:gd name="connsiteX5" fmla="*/ 1066 w 6343"/>
                  <a:gd name="connsiteY5" fmla="*/ 1044 h 6345"/>
                  <a:gd name="connsiteX6" fmla="*/ 137 w 6343"/>
                  <a:gd name="connsiteY6" fmla="*/ 3287 h 6345"/>
                  <a:gd name="connsiteX7" fmla="*/ 1066 w 6343"/>
                  <a:gd name="connsiteY7" fmla="*/ 5531 h 6345"/>
                  <a:gd name="connsiteX8" fmla="*/ 3309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9" y="6460"/>
                    </a:moveTo>
                    <a:cubicBezTo>
                      <a:pt x="4150" y="6460"/>
                      <a:pt x="4957" y="6126"/>
                      <a:pt x="5551" y="5531"/>
                    </a:cubicBezTo>
                    <a:cubicBezTo>
                      <a:pt x="6146" y="4936"/>
                      <a:pt x="6480" y="4129"/>
                      <a:pt x="6480" y="3287"/>
                    </a:cubicBezTo>
                    <a:cubicBezTo>
                      <a:pt x="6480" y="2446"/>
                      <a:pt x="6146" y="1639"/>
                      <a:pt x="5551" y="1044"/>
                    </a:cubicBezTo>
                    <a:cubicBezTo>
                      <a:pt x="4957" y="449"/>
                      <a:pt x="4150" y="115"/>
                      <a:pt x="3309" y="115"/>
                    </a:cubicBezTo>
                    <a:cubicBezTo>
                      <a:pt x="2468" y="115"/>
                      <a:pt x="1661" y="449"/>
                      <a:pt x="1066" y="1044"/>
                    </a:cubicBezTo>
                    <a:cubicBezTo>
                      <a:pt x="471" y="1639"/>
                      <a:pt x="137" y="2446"/>
                      <a:pt x="137" y="3287"/>
                    </a:cubicBezTo>
                    <a:cubicBezTo>
                      <a:pt x="137" y="4129"/>
                      <a:pt x="471" y="4936"/>
                      <a:pt x="1066" y="5531"/>
                    </a:cubicBezTo>
                    <a:cubicBezTo>
                      <a:pt x="1661" y="6126"/>
                      <a:pt x="2468" y="6460"/>
                      <a:pt x="3309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5" name="Freeform: Shape 1534">
                <a:extLst>
                  <a:ext uri="{FF2B5EF4-FFF2-40B4-BE49-F238E27FC236}">
                    <a16:creationId xmlns:a16="http://schemas.microsoft.com/office/drawing/2014/main" id="{1A2BE8E3-835A-5979-EB93-557C36F503E0}"/>
                  </a:ext>
                </a:extLst>
              </p:cNvPr>
              <p:cNvSpPr/>
              <p:nvPr/>
            </p:nvSpPr>
            <p:spPr>
              <a:xfrm>
                <a:off x="2617010" y="4939631"/>
                <a:ext cx="6343" cy="6345"/>
              </a:xfrm>
              <a:custGeom>
                <a:avLst/>
                <a:gdLst>
                  <a:gd name="connsiteX0" fmla="*/ 3311 w 6343"/>
                  <a:gd name="connsiteY0" fmla="*/ 6460 h 6345"/>
                  <a:gd name="connsiteX1" fmla="*/ 5553 w 6343"/>
                  <a:gd name="connsiteY1" fmla="*/ 5531 h 6345"/>
                  <a:gd name="connsiteX2" fmla="*/ 6482 w 6343"/>
                  <a:gd name="connsiteY2" fmla="*/ 3288 h 6345"/>
                  <a:gd name="connsiteX3" fmla="*/ 5553 w 6343"/>
                  <a:gd name="connsiteY3" fmla="*/ 1044 h 6345"/>
                  <a:gd name="connsiteX4" fmla="*/ 3311 w 6343"/>
                  <a:gd name="connsiteY4" fmla="*/ 115 h 6345"/>
                  <a:gd name="connsiteX5" fmla="*/ 1068 w 6343"/>
                  <a:gd name="connsiteY5" fmla="*/ 1044 h 6345"/>
                  <a:gd name="connsiteX6" fmla="*/ 139 w 6343"/>
                  <a:gd name="connsiteY6" fmla="*/ 3288 h 6345"/>
                  <a:gd name="connsiteX7" fmla="*/ 1068 w 6343"/>
                  <a:gd name="connsiteY7" fmla="*/ 5531 h 6345"/>
                  <a:gd name="connsiteX8" fmla="*/ 3311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1" y="6460"/>
                    </a:moveTo>
                    <a:cubicBezTo>
                      <a:pt x="4152" y="6460"/>
                      <a:pt x="4959" y="6126"/>
                      <a:pt x="5553" y="5531"/>
                    </a:cubicBezTo>
                    <a:cubicBezTo>
                      <a:pt x="6148" y="4936"/>
                      <a:pt x="6482" y="4129"/>
                      <a:pt x="6482" y="3288"/>
                    </a:cubicBezTo>
                    <a:cubicBezTo>
                      <a:pt x="6482" y="2446"/>
                      <a:pt x="6148" y="1639"/>
                      <a:pt x="5553" y="1044"/>
                    </a:cubicBezTo>
                    <a:cubicBezTo>
                      <a:pt x="4959" y="449"/>
                      <a:pt x="4152" y="115"/>
                      <a:pt x="3311" y="115"/>
                    </a:cubicBezTo>
                    <a:cubicBezTo>
                      <a:pt x="2470" y="115"/>
                      <a:pt x="1663" y="449"/>
                      <a:pt x="1068" y="1044"/>
                    </a:cubicBezTo>
                    <a:cubicBezTo>
                      <a:pt x="473" y="1639"/>
                      <a:pt x="139" y="2446"/>
                      <a:pt x="139" y="3288"/>
                    </a:cubicBezTo>
                    <a:cubicBezTo>
                      <a:pt x="139" y="4129"/>
                      <a:pt x="473" y="4936"/>
                      <a:pt x="1068" y="5531"/>
                    </a:cubicBezTo>
                    <a:cubicBezTo>
                      <a:pt x="1663" y="6126"/>
                      <a:pt x="2470" y="6460"/>
                      <a:pt x="3311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6" name="Freeform: Shape 1535">
                <a:extLst>
                  <a:ext uri="{FF2B5EF4-FFF2-40B4-BE49-F238E27FC236}">
                    <a16:creationId xmlns:a16="http://schemas.microsoft.com/office/drawing/2014/main" id="{320DFD59-A429-AA5D-28DC-68D7BB041962}"/>
                  </a:ext>
                </a:extLst>
              </p:cNvPr>
              <p:cNvSpPr/>
              <p:nvPr/>
            </p:nvSpPr>
            <p:spPr>
              <a:xfrm>
                <a:off x="2632377" y="4938656"/>
                <a:ext cx="6343" cy="6345"/>
              </a:xfrm>
              <a:custGeom>
                <a:avLst/>
                <a:gdLst>
                  <a:gd name="connsiteX0" fmla="*/ 3312 w 6343"/>
                  <a:gd name="connsiteY0" fmla="*/ 6460 h 6345"/>
                  <a:gd name="connsiteX1" fmla="*/ 5555 w 6343"/>
                  <a:gd name="connsiteY1" fmla="*/ 5531 h 6345"/>
                  <a:gd name="connsiteX2" fmla="*/ 6483 w 6343"/>
                  <a:gd name="connsiteY2" fmla="*/ 3288 h 6345"/>
                  <a:gd name="connsiteX3" fmla="*/ 5555 w 6343"/>
                  <a:gd name="connsiteY3" fmla="*/ 1044 h 6345"/>
                  <a:gd name="connsiteX4" fmla="*/ 3312 w 6343"/>
                  <a:gd name="connsiteY4" fmla="*/ 115 h 6345"/>
                  <a:gd name="connsiteX5" fmla="*/ 1069 w 6343"/>
                  <a:gd name="connsiteY5" fmla="*/ 1044 h 6345"/>
                  <a:gd name="connsiteX6" fmla="*/ 140 w 6343"/>
                  <a:gd name="connsiteY6" fmla="*/ 3288 h 6345"/>
                  <a:gd name="connsiteX7" fmla="*/ 1069 w 6343"/>
                  <a:gd name="connsiteY7" fmla="*/ 5531 h 6345"/>
                  <a:gd name="connsiteX8" fmla="*/ 3312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2" y="6460"/>
                    </a:moveTo>
                    <a:cubicBezTo>
                      <a:pt x="4153" y="6460"/>
                      <a:pt x="4960" y="6126"/>
                      <a:pt x="5555" y="5531"/>
                    </a:cubicBezTo>
                    <a:cubicBezTo>
                      <a:pt x="6149" y="4936"/>
                      <a:pt x="6483" y="4129"/>
                      <a:pt x="6483" y="3288"/>
                    </a:cubicBezTo>
                    <a:cubicBezTo>
                      <a:pt x="6483" y="2446"/>
                      <a:pt x="6149" y="1639"/>
                      <a:pt x="5555" y="1044"/>
                    </a:cubicBezTo>
                    <a:cubicBezTo>
                      <a:pt x="4960" y="449"/>
                      <a:pt x="4153" y="115"/>
                      <a:pt x="3312" y="115"/>
                    </a:cubicBezTo>
                    <a:cubicBezTo>
                      <a:pt x="2471" y="115"/>
                      <a:pt x="1664" y="449"/>
                      <a:pt x="1069" y="1044"/>
                    </a:cubicBezTo>
                    <a:cubicBezTo>
                      <a:pt x="475" y="1639"/>
                      <a:pt x="140" y="2446"/>
                      <a:pt x="140" y="3288"/>
                    </a:cubicBezTo>
                    <a:cubicBezTo>
                      <a:pt x="140" y="4129"/>
                      <a:pt x="475" y="4936"/>
                      <a:pt x="1069" y="5531"/>
                    </a:cubicBezTo>
                    <a:cubicBezTo>
                      <a:pt x="1664" y="6126"/>
                      <a:pt x="2471" y="6460"/>
                      <a:pt x="3312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7" name="Freeform: Shape 1536">
                <a:extLst>
                  <a:ext uri="{FF2B5EF4-FFF2-40B4-BE49-F238E27FC236}">
                    <a16:creationId xmlns:a16="http://schemas.microsoft.com/office/drawing/2014/main" id="{0DD7F8C3-DC9E-0FA9-40CD-C2352D69B534}"/>
                  </a:ext>
                </a:extLst>
              </p:cNvPr>
              <p:cNvSpPr/>
              <p:nvPr/>
            </p:nvSpPr>
            <p:spPr>
              <a:xfrm>
                <a:off x="2658567" y="4944910"/>
                <a:ext cx="6343" cy="6345"/>
              </a:xfrm>
              <a:custGeom>
                <a:avLst/>
                <a:gdLst>
                  <a:gd name="connsiteX0" fmla="*/ 3314 w 6343"/>
                  <a:gd name="connsiteY0" fmla="*/ 6461 h 6345"/>
                  <a:gd name="connsiteX1" fmla="*/ 5557 w 6343"/>
                  <a:gd name="connsiteY1" fmla="*/ 5532 h 6345"/>
                  <a:gd name="connsiteX2" fmla="*/ 6486 w 6343"/>
                  <a:gd name="connsiteY2" fmla="*/ 3288 h 6345"/>
                  <a:gd name="connsiteX3" fmla="*/ 5557 w 6343"/>
                  <a:gd name="connsiteY3" fmla="*/ 1045 h 6345"/>
                  <a:gd name="connsiteX4" fmla="*/ 3314 w 6343"/>
                  <a:gd name="connsiteY4" fmla="*/ 115 h 6345"/>
                  <a:gd name="connsiteX5" fmla="*/ 1071 w 6343"/>
                  <a:gd name="connsiteY5" fmla="*/ 1045 h 6345"/>
                  <a:gd name="connsiteX6" fmla="*/ 142 w 6343"/>
                  <a:gd name="connsiteY6" fmla="*/ 3288 h 6345"/>
                  <a:gd name="connsiteX7" fmla="*/ 1071 w 6343"/>
                  <a:gd name="connsiteY7" fmla="*/ 5532 h 6345"/>
                  <a:gd name="connsiteX8" fmla="*/ 3314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4" y="6461"/>
                    </a:moveTo>
                    <a:cubicBezTo>
                      <a:pt x="4155" y="6461"/>
                      <a:pt x="4962" y="6127"/>
                      <a:pt x="5557" y="5532"/>
                    </a:cubicBezTo>
                    <a:cubicBezTo>
                      <a:pt x="6151" y="4937"/>
                      <a:pt x="6486" y="4130"/>
                      <a:pt x="6486" y="3288"/>
                    </a:cubicBezTo>
                    <a:cubicBezTo>
                      <a:pt x="6486" y="2447"/>
                      <a:pt x="6151" y="1640"/>
                      <a:pt x="5557" y="1045"/>
                    </a:cubicBezTo>
                    <a:cubicBezTo>
                      <a:pt x="4962" y="450"/>
                      <a:pt x="4155" y="115"/>
                      <a:pt x="3314" y="115"/>
                    </a:cubicBezTo>
                    <a:cubicBezTo>
                      <a:pt x="2473" y="115"/>
                      <a:pt x="1666" y="450"/>
                      <a:pt x="1071" y="1045"/>
                    </a:cubicBezTo>
                    <a:cubicBezTo>
                      <a:pt x="477" y="1640"/>
                      <a:pt x="142" y="2447"/>
                      <a:pt x="142" y="3288"/>
                    </a:cubicBezTo>
                    <a:cubicBezTo>
                      <a:pt x="142" y="4130"/>
                      <a:pt x="477" y="4937"/>
                      <a:pt x="1071" y="5532"/>
                    </a:cubicBezTo>
                    <a:cubicBezTo>
                      <a:pt x="1666" y="6127"/>
                      <a:pt x="2473" y="6461"/>
                      <a:pt x="3314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8" name="Freeform: Shape 1537">
                <a:extLst>
                  <a:ext uri="{FF2B5EF4-FFF2-40B4-BE49-F238E27FC236}">
                    <a16:creationId xmlns:a16="http://schemas.microsoft.com/office/drawing/2014/main" id="{714C39A4-4F1B-27B8-60F2-DA986F7846DB}"/>
                  </a:ext>
                </a:extLst>
              </p:cNvPr>
              <p:cNvSpPr/>
              <p:nvPr/>
            </p:nvSpPr>
            <p:spPr>
              <a:xfrm>
                <a:off x="2674613" y="4944843"/>
                <a:ext cx="6343" cy="6345"/>
              </a:xfrm>
              <a:custGeom>
                <a:avLst/>
                <a:gdLst>
                  <a:gd name="connsiteX0" fmla="*/ 3315 w 6343"/>
                  <a:gd name="connsiteY0" fmla="*/ 6461 h 6345"/>
                  <a:gd name="connsiteX1" fmla="*/ 5558 w 6343"/>
                  <a:gd name="connsiteY1" fmla="*/ 5532 h 6345"/>
                  <a:gd name="connsiteX2" fmla="*/ 6487 w 6343"/>
                  <a:gd name="connsiteY2" fmla="*/ 3288 h 6345"/>
                  <a:gd name="connsiteX3" fmla="*/ 5558 w 6343"/>
                  <a:gd name="connsiteY3" fmla="*/ 1045 h 6345"/>
                  <a:gd name="connsiteX4" fmla="*/ 3315 w 6343"/>
                  <a:gd name="connsiteY4" fmla="*/ 115 h 6345"/>
                  <a:gd name="connsiteX5" fmla="*/ 1073 w 6343"/>
                  <a:gd name="connsiteY5" fmla="*/ 1045 h 6345"/>
                  <a:gd name="connsiteX6" fmla="*/ 144 w 6343"/>
                  <a:gd name="connsiteY6" fmla="*/ 3288 h 6345"/>
                  <a:gd name="connsiteX7" fmla="*/ 1073 w 6343"/>
                  <a:gd name="connsiteY7" fmla="*/ 5532 h 6345"/>
                  <a:gd name="connsiteX8" fmla="*/ 3315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5" y="6461"/>
                    </a:moveTo>
                    <a:cubicBezTo>
                      <a:pt x="4156" y="6461"/>
                      <a:pt x="4963" y="6127"/>
                      <a:pt x="5558" y="5532"/>
                    </a:cubicBezTo>
                    <a:cubicBezTo>
                      <a:pt x="6153" y="4937"/>
                      <a:pt x="6487" y="4130"/>
                      <a:pt x="6487" y="3288"/>
                    </a:cubicBezTo>
                    <a:cubicBezTo>
                      <a:pt x="6487" y="2447"/>
                      <a:pt x="6153" y="1640"/>
                      <a:pt x="5558" y="1045"/>
                    </a:cubicBezTo>
                    <a:cubicBezTo>
                      <a:pt x="4963" y="450"/>
                      <a:pt x="4156" y="115"/>
                      <a:pt x="3315" y="115"/>
                    </a:cubicBezTo>
                    <a:cubicBezTo>
                      <a:pt x="2474" y="115"/>
                      <a:pt x="1667" y="450"/>
                      <a:pt x="1073" y="1045"/>
                    </a:cubicBezTo>
                    <a:cubicBezTo>
                      <a:pt x="478" y="1640"/>
                      <a:pt x="144" y="2447"/>
                      <a:pt x="144" y="3288"/>
                    </a:cubicBezTo>
                    <a:cubicBezTo>
                      <a:pt x="144" y="4130"/>
                      <a:pt x="478" y="4937"/>
                      <a:pt x="1073" y="5532"/>
                    </a:cubicBezTo>
                    <a:cubicBezTo>
                      <a:pt x="1667" y="6127"/>
                      <a:pt x="2474" y="6461"/>
                      <a:pt x="3315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9" name="Freeform: Shape 1538">
                <a:extLst>
                  <a:ext uri="{FF2B5EF4-FFF2-40B4-BE49-F238E27FC236}">
                    <a16:creationId xmlns:a16="http://schemas.microsoft.com/office/drawing/2014/main" id="{6C52A9A6-0ECA-BA28-2A27-F26010A958D3}"/>
                  </a:ext>
                </a:extLst>
              </p:cNvPr>
              <p:cNvSpPr/>
              <p:nvPr/>
            </p:nvSpPr>
            <p:spPr>
              <a:xfrm>
                <a:off x="2692475" y="4946187"/>
                <a:ext cx="6343" cy="6345"/>
              </a:xfrm>
              <a:custGeom>
                <a:avLst/>
                <a:gdLst>
                  <a:gd name="connsiteX0" fmla="*/ 3317 w 6343"/>
                  <a:gd name="connsiteY0" fmla="*/ 6461 h 6345"/>
                  <a:gd name="connsiteX1" fmla="*/ 5559 w 6343"/>
                  <a:gd name="connsiteY1" fmla="*/ 5532 h 6345"/>
                  <a:gd name="connsiteX2" fmla="*/ 6488 w 6343"/>
                  <a:gd name="connsiteY2" fmla="*/ 3288 h 6345"/>
                  <a:gd name="connsiteX3" fmla="*/ 5559 w 6343"/>
                  <a:gd name="connsiteY3" fmla="*/ 1045 h 6345"/>
                  <a:gd name="connsiteX4" fmla="*/ 3317 w 6343"/>
                  <a:gd name="connsiteY4" fmla="*/ 116 h 6345"/>
                  <a:gd name="connsiteX5" fmla="*/ 1074 w 6343"/>
                  <a:gd name="connsiteY5" fmla="*/ 1045 h 6345"/>
                  <a:gd name="connsiteX6" fmla="*/ 145 w 6343"/>
                  <a:gd name="connsiteY6" fmla="*/ 3288 h 6345"/>
                  <a:gd name="connsiteX7" fmla="*/ 1074 w 6343"/>
                  <a:gd name="connsiteY7" fmla="*/ 5532 h 6345"/>
                  <a:gd name="connsiteX8" fmla="*/ 3317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7" y="6461"/>
                    </a:moveTo>
                    <a:cubicBezTo>
                      <a:pt x="4158" y="6461"/>
                      <a:pt x="4964" y="6127"/>
                      <a:pt x="5559" y="5532"/>
                    </a:cubicBezTo>
                    <a:cubicBezTo>
                      <a:pt x="6154" y="4937"/>
                      <a:pt x="6488" y="4130"/>
                      <a:pt x="6488" y="3288"/>
                    </a:cubicBezTo>
                    <a:cubicBezTo>
                      <a:pt x="6488" y="2447"/>
                      <a:pt x="6154" y="1640"/>
                      <a:pt x="5559" y="1045"/>
                    </a:cubicBezTo>
                    <a:cubicBezTo>
                      <a:pt x="4964" y="450"/>
                      <a:pt x="4158" y="116"/>
                      <a:pt x="3317" y="116"/>
                    </a:cubicBezTo>
                    <a:cubicBezTo>
                      <a:pt x="2476" y="116"/>
                      <a:pt x="1669" y="450"/>
                      <a:pt x="1074" y="1045"/>
                    </a:cubicBezTo>
                    <a:cubicBezTo>
                      <a:pt x="479" y="1640"/>
                      <a:pt x="145" y="2447"/>
                      <a:pt x="145" y="3288"/>
                    </a:cubicBezTo>
                    <a:cubicBezTo>
                      <a:pt x="145" y="4130"/>
                      <a:pt x="479" y="4937"/>
                      <a:pt x="1074" y="5532"/>
                    </a:cubicBezTo>
                    <a:cubicBezTo>
                      <a:pt x="1669" y="6127"/>
                      <a:pt x="2476" y="6461"/>
                      <a:pt x="3317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0" name="Freeform: Shape 1539">
                <a:extLst>
                  <a:ext uri="{FF2B5EF4-FFF2-40B4-BE49-F238E27FC236}">
                    <a16:creationId xmlns:a16="http://schemas.microsoft.com/office/drawing/2014/main" id="{556F53F6-B766-2CD5-E140-F3BEFBB722E5}"/>
                  </a:ext>
                </a:extLst>
              </p:cNvPr>
              <p:cNvSpPr/>
              <p:nvPr/>
            </p:nvSpPr>
            <p:spPr>
              <a:xfrm>
                <a:off x="2707159" y="4945610"/>
                <a:ext cx="6343" cy="6345"/>
              </a:xfrm>
              <a:custGeom>
                <a:avLst/>
                <a:gdLst>
                  <a:gd name="connsiteX0" fmla="*/ 3318 w 6343"/>
                  <a:gd name="connsiteY0" fmla="*/ 6461 h 6345"/>
                  <a:gd name="connsiteX1" fmla="*/ 5560 w 6343"/>
                  <a:gd name="connsiteY1" fmla="*/ 5532 h 6345"/>
                  <a:gd name="connsiteX2" fmla="*/ 6489 w 6343"/>
                  <a:gd name="connsiteY2" fmla="*/ 3288 h 6345"/>
                  <a:gd name="connsiteX3" fmla="*/ 5560 w 6343"/>
                  <a:gd name="connsiteY3" fmla="*/ 1045 h 6345"/>
                  <a:gd name="connsiteX4" fmla="*/ 3318 w 6343"/>
                  <a:gd name="connsiteY4" fmla="*/ 116 h 6345"/>
                  <a:gd name="connsiteX5" fmla="*/ 1075 w 6343"/>
                  <a:gd name="connsiteY5" fmla="*/ 1045 h 6345"/>
                  <a:gd name="connsiteX6" fmla="*/ 146 w 6343"/>
                  <a:gd name="connsiteY6" fmla="*/ 3288 h 6345"/>
                  <a:gd name="connsiteX7" fmla="*/ 1075 w 6343"/>
                  <a:gd name="connsiteY7" fmla="*/ 5532 h 6345"/>
                  <a:gd name="connsiteX8" fmla="*/ 3318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8" y="6461"/>
                    </a:moveTo>
                    <a:cubicBezTo>
                      <a:pt x="4159" y="6461"/>
                      <a:pt x="4966" y="6127"/>
                      <a:pt x="5560" y="5532"/>
                    </a:cubicBezTo>
                    <a:cubicBezTo>
                      <a:pt x="6155" y="4937"/>
                      <a:pt x="6489" y="4130"/>
                      <a:pt x="6489" y="3288"/>
                    </a:cubicBezTo>
                    <a:cubicBezTo>
                      <a:pt x="6489" y="2447"/>
                      <a:pt x="6155" y="1640"/>
                      <a:pt x="5560" y="1045"/>
                    </a:cubicBezTo>
                    <a:cubicBezTo>
                      <a:pt x="4966" y="450"/>
                      <a:pt x="4159" y="116"/>
                      <a:pt x="3318" y="116"/>
                    </a:cubicBezTo>
                    <a:cubicBezTo>
                      <a:pt x="2477" y="116"/>
                      <a:pt x="1670" y="450"/>
                      <a:pt x="1075" y="1045"/>
                    </a:cubicBezTo>
                    <a:cubicBezTo>
                      <a:pt x="480" y="1640"/>
                      <a:pt x="146" y="2447"/>
                      <a:pt x="146" y="3288"/>
                    </a:cubicBezTo>
                    <a:cubicBezTo>
                      <a:pt x="146" y="4130"/>
                      <a:pt x="480" y="4937"/>
                      <a:pt x="1075" y="5532"/>
                    </a:cubicBezTo>
                    <a:cubicBezTo>
                      <a:pt x="1670" y="6127"/>
                      <a:pt x="2477" y="6461"/>
                      <a:pt x="3318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1" name="Freeform: Shape 1540">
                <a:extLst>
                  <a:ext uri="{FF2B5EF4-FFF2-40B4-BE49-F238E27FC236}">
                    <a16:creationId xmlns:a16="http://schemas.microsoft.com/office/drawing/2014/main" id="{D56D9DE4-9983-833F-79AD-FEC2596EB30D}"/>
                  </a:ext>
                </a:extLst>
              </p:cNvPr>
              <p:cNvSpPr/>
              <p:nvPr/>
            </p:nvSpPr>
            <p:spPr>
              <a:xfrm>
                <a:off x="2749571" y="4964247"/>
                <a:ext cx="6343" cy="6345"/>
              </a:xfrm>
              <a:custGeom>
                <a:avLst/>
                <a:gdLst>
                  <a:gd name="connsiteX0" fmla="*/ 3321 w 6343"/>
                  <a:gd name="connsiteY0" fmla="*/ 6462 h 6345"/>
                  <a:gd name="connsiteX1" fmla="*/ 5564 w 6343"/>
                  <a:gd name="connsiteY1" fmla="*/ 5533 h 6345"/>
                  <a:gd name="connsiteX2" fmla="*/ 6493 w 6343"/>
                  <a:gd name="connsiteY2" fmla="*/ 3290 h 6345"/>
                  <a:gd name="connsiteX3" fmla="*/ 5564 w 6343"/>
                  <a:gd name="connsiteY3" fmla="*/ 1046 h 6345"/>
                  <a:gd name="connsiteX4" fmla="*/ 3321 w 6343"/>
                  <a:gd name="connsiteY4" fmla="*/ 117 h 6345"/>
                  <a:gd name="connsiteX5" fmla="*/ 1078 w 6343"/>
                  <a:gd name="connsiteY5" fmla="*/ 1046 h 6345"/>
                  <a:gd name="connsiteX6" fmla="*/ 150 w 6343"/>
                  <a:gd name="connsiteY6" fmla="*/ 3290 h 6345"/>
                  <a:gd name="connsiteX7" fmla="*/ 1078 w 6343"/>
                  <a:gd name="connsiteY7" fmla="*/ 5533 h 6345"/>
                  <a:gd name="connsiteX8" fmla="*/ 3321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1" y="6462"/>
                    </a:moveTo>
                    <a:cubicBezTo>
                      <a:pt x="4162" y="6462"/>
                      <a:pt x="4969" y="6128"/>
                      <a:pt x="5564" y="5533"/>
                    </a:cubicBezTo>
                    <a:cubicBezTo>
                      <a:pt x="6158" y="4938"/>
                      <a:pt x="6493" y="4131"/>
                      <a:pt x="6493" y="3290"/>
                    </a:cubicBezTo>
                    <a:cubicBezTo>
                      <a:pt x="6493" y="2448"/>
                      <a:pt x="6158" y="1641"/>
                      <a:pt x="5564" y="1046"/>
                    </a:cubicBezTo>
                    <a:cubicBezTo>
                      <a:pt x="4969" y="451"/>
                      <a:pt x="4162" y="117"/>
                      <a:pt x="3321" y="117"/>
                    </a:cubicBezTo>
                    <a:cubicBezTo>
                      <a:pt x="2480" y="117"/>
                      <a:pt x="1673" y="451"/>
                      <a:pt x="1078" y="1046"/>
                    </a:cubicBezTo>
                    <a:cubicBezTo>
                      <a:pt x="484" y="1641"/>
                      <a:pt x="150" y="2448"/>
                      <a:pt x="150" y="3290"/>
                    </a:cubicBezTo>
                    <a:cubicBezTo>
                      <a:pt x="150" y="4131"/>
                      <a:pt x="484" y="4938"/>
                      <a:pt x="1078" y="5533"/>
                    </a:cubicBezTo>
                    <a:cubicBezTo>
                      <a:pt x="1673" y="6128"/>
                      <a:pt x="2480" y="6462"/>
                      <a:pt x="3321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2" name="Freeform: Shape 1541">
                <a:extLst>
                  <a:ext uri="{FF2B5EF4-FFF2-40B4-BE49-F238E27FC236}">
                    <a16:creationId xmlns:a16="http://schemas.microsoft.com/office/drawing/2014/main" id="{0896A9C2-7498-D374-933A-245F2F82D2DD}"/>
                  </a:ext>
                </a:extLst>
              </p:cNvPr>
              <p:cNvSpPr/>
              <p:nvPr/>
            </p:nvSpPr>
            <p:spPr>
              <a:xfrm>
                <a:off x="2762653" y="4963160"/>
                <a:ext cx="6343" cy="6345"/>
              </a:xfrm>
              <a:custGeom>
                <a:avLst/>
                <a:gdLst>
                  <a:gd name="connsiteX0" fmla="*/ 3322 w 6343"/>
                  <a:gd name="connsiteY0" fmla="*/ 6462 h 6345"/>
                  <a:gd name="connsiteX1" fmla="*/ 5565 w 6343"/>
                  <a:gd name="connsiteY1" fmla="*/ 5533 h 6345"/>
                  <a:gd name="connsiteX2" fmla="*/ 6494 w 6343"/>
                  <a:gd name="connsiteY2" fmla="*/ 3290 h 6345"/>
                  <a:gd name="connsiteX3" fmla="*/ 5565 w 6343"/>
                  <a:gd name="connsiteY3" fmla="*/ 1046 h 6345"/>
                  <a:gd name="connsiteX4" fmla="*/ 3322 w 6343"/>
                  <a:gd name="connsiteY4" fmla="*/ 117 h 6345"/>
                  <a:gd name="connsiteX5" fmla="*/ 1080 w 6343"/>
                  <a:gd name="connsiteY5" fmla="*/ 1046 h 6345"/>
                  <a:gd name="connsiteX6" fmla="*/ 151 w 6343"/>
                  <a:gd name="connsiteY6" fmla="*/ 3290 h 6345"/>
                  <a:gd name="connsiteX7" fmla="*/ 1080 w 6343"/>
                  <a:gd name="connsiteY7" fmla="*/ 5533 h 6345"/>
                  <a:gd name="connsiteX8" fmla="*/ 3322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2" y="6462"/>
                    </a:moveTo>
                    <a:cubicBezTo>
                      <a:pt x="4163" y="6462"/>
                      <a:pt x="4970" y="6128"/>
                      <a:pt x="5565" y="5533"/>
                    </a:cubicBezTo>
                    <a:cubicBezTo>
                      <a:pt x="6160" y="4938"/>
                      <a:pt x="6494" y="4131"/>
                      <a:pt x="6494" y="3290"/>
                    </a:cubicBezTo>
                    <a:cubicBezTo>
                      <a:pt x="6494" y="2448"/>
                      <a:pt x="6160" y="1641"/>
                      <a:pt x="5565" y="1046"/>
                    </a:cubicBezTo>
                    <a:cubicBezTo>
                      <a:pt x="4970" y="451"/>
                      <a:pt x="4163" y="117"/>
                      <a:pt x="3322" y="117"/>
                    </a:cubicBezTo>
                    <a:cubicBezTo>
                      <a:pt x="2481" y="117"/>
                      <a:pt x="1674" y="451"/>
                      <a:pt x="1080" y="1046"/>
                    </a:cubicBezTo>
                    <a:cubicBezTo>
                      <a:pt x="485" y="1641"/>
                      <a:pt x="151" y="2448"/>
                      <a:pt x="151" y="3290"/>
                    </a:cubicBezTo>
                    <a:cubicBezTo>
                      <a:pt x="151" y="4131"/>
                      <a:pt x="485" y="4938"/>
                      <a:pt x="1080" y="5533"/>
                    </a:cubicBezTo>
                    <a:cubicBezTo>
                      <a:pt x="1674" y="6128"/>
                      <a:pt x="2481" y="6462"/>
                      <a:pt x="3322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3" name="Freeform: Shape 1542">
                <a:extLst>
                  <a:ext uri="{FF2B5EF4-FFF2-40B4-BE49-F238E27FC236}">
                    <a16:creationId xmlns:a16="http://schemas.microsoft.com/office/drawing/2014/main" id="{9B574AA7-0AF3-6B2F-24D6-F767DAFCC258}"/>
                  </a:ext>
                </a:extLst>
              </p:cNvPr>
              <p:cNvSpPr/>
              <p:nvPr/>
            </p:nvSpPr>
            <p:spPr>
              <a:xfrm>
                <a:off x="2773525" y="4960667"/>
                <a:ext cx="6343" cy="6345"/>
              </a:xfrm>
              <a:custGeom>
                <a:avLst/>
                <a:gdLst>
                  <a:gd name="connsiteX0" fmla="*/ 3323 w 6343"/>
                  <a:gd name="connsiteY0" fmla="*/ 6462 h 6345"/>
                  <a:gd name="connsiteX1" fmla="*/ 5566 w 6343"/>
                  <a:gd name="connsiteY1" fmla="*/ 5533 h 6345"/>
                  <a:gd name="connsiteX2" fmla="*/ 6495 w 6343"/>
                  <a:gd name="connsiteY2" fmla="*/ 3289 h 6345"/>
                  <a:gd name="connsiteX3" fmla="*/ 5566 w 6343"/>
                  <a:gd name="connsiteY3" fmla="*/ 1046 h 6345"/>
                  <a:gd name="connsiteX4" fmla="*/ 3323 w 6343"/>
                  <a:gd name="connsiteY4" fmla="*/ 117 h 6345"/>
                  <a:gd name="connsiteX5" fmla="*/ 1080 w 6343"/>
                  <a:gd name="connsiteY5" fmla="*/ 1046 h 6345"/>
                  <a:gd name="connsiteX6" fmla="*/ 151 w 6343"/>
                  <a:gd name="connsiteY6" fmla="*/ 3289 h 6345"/>
                  <a:gd name="connsiteX7" fmla="*/ 1080 w 6343"/>
                  <a:gd name="connsiteY7" fmla="*/ 5533 h 6345"/>
                  <a:gd name="connsiteX8" fmla="*/ 3323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462"/>
                    </a:moveTo>
                    <a:cubicBezTo>
                      <a:pt x="4164" y="6462"/>
                      <a:pt x="4971" y="6128"/>
                      <a:pt x="5566" y="5533"/>
                    </a:cubicBezTo>
                    <a:cubicBezTo>
                      <a:pt x="6160" y="4938"/>
                      <a:pt x="6495" y="4131"/>
                      <a:pt x="6495" y="3289"/>
                    </a:cubicBezTo>
                    <a:cubicBezTo>
                      <a:pt x="6495" y="2448"/>
                      <a:pt x="6160" y="1641"/>
                      <a:pt x="5566" y="1046"/>
                    </a:cubicBezTo>
                    <a:cubicBezTo>
                      <a:pt x="4971" y="451"/>
                      <a:pt x="4164" y="117"/>
                      <a:pt x="3323" y="117"/>
                    </a:cubicBezTo>
                    <a:cubicBezTo>
                      <a:pt x="2482" y="117"/>
                      <a:pt x="1675" y="451"/>
                      <a:pt x="1080" y="1046"/>
                    </a:cubicBezTo>
                    <a:cubicBezTo>
                      <a:pt x="486" y="1641"/>
                      <a:pt x="151" y="2448"/>
                      <a:pt x="151" y="3289"/>
                    </a:cubicBezTo>
                    <a:cubicBezTo>
                      <a:pt x="151" y="4131"/>
                      <a:pt x="486" y="4938"/>
                      <a:pt x="1080" y="5533"/>
                    </a:cubicBezTo>
                    <a:cubicBezTo>
                      <a:pt x="1675" y="6128"/>
                      <a:pt x="2482" y="6462"/>
                      <a:pt x="3323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4" name="Freeform: Shape 1543">
                <a:extLst>
                  <a:ext uri="{FF2B5EF4-FFF2-40B4-BE49-F238E27FC236}">
                    <a16:creationId xmlns:a16="http://schemas.microsoft.com/office/drawing/2014/main" id="{B20030A6-419B-8F52-DBE2-242C1F3A48EB}"/>
                  </a:ext>
                </a:extLst>
              </p:cNvPr>
              <p:cNvSpPr/>
              <p:nvPr/>
            </p:nvSpPr>
            <p:spPr>
              <a:xfrm>
                <a:off x="2782680" y="4957061"/>
                <a:ext cx="6343" cy="6345"/>
              </a:xfrm>
              <a:custGeom>
                <a:avLst/>
                <a:gdLst>
                  <a:gd name="connsiteX0" fmla="*/ 3324 w 6343"/>
                  <a:gd name="connsiteY0" fmla="*/ 6462 h 6345"/>
                  <a:gd name="connsiteX1" fmla="*/ 5566 w 6343"/>
                  <a:gd name="connsiteY1" fmla="*/ 5533 h 6345"/>
                  <a:gd name="connsiteX2" fmla="*/ 6495 w 6343"/>
                  <a:gd name="connsiteY2" fmla="*/ 3289 h 6345"/>
                  <a:gd name="connsiteX3" fmla="*/ 5566 w 6343"/>
                  <a:gd name="connsiteY3" fmla="*/ 1046 h 6345"/>
                  <a:gd name="connsiteX4" fmla="*/ 3324 w 6343"/>
                  <a:gd name="connsiteY4" fmla="*/ 116 h 6345"/>
                  <a:gd name="connsiteX5" fmla="*/ 1081 w 6343"/>
                  <a:gd name="connsiteY5" fmla="*/ 1046 h 6345"/>
                  <a:gd name="connsiteX6" fmla="*/ 152 w 6343"/>
                  <a:gd name="connsiteY6" fmla="*/ 3289 h 6345"/>
                  <a:gd name="connsiteX7" fmla="*/ 1081 w 6343"/>
                  <a:gd name="connsiteY7" fmla="*/ 5533 h 6345"/>
                  <a:gd name="connsiteX8" fmla="*/ 3324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4" y="6462"/>
                    </a:moveTo>
                    <a:cubicBezTo>
                      <a:pt x="4165" y="6462"/>
                      <a:pt x="4972" y="6128"/>
                      <a:pt x="5566" y="5533"/>
                    </a:cubicBezTo>
                    <a:cubicBezTo>
                      <a:pt x="6161" y="4938"/>
                      <a:pt x="6495" y="4131"/>
                      <a:pt x="6495" y="3289"/>
                    </a:cubicBezTo>
                    <a:cubicBezTo>
                      <a:pt x="6495" y="2448"/>
                      <a:pt x="6161" y="1641"/>
                      <a:pt x="5566" y="1046"/>
                    </a:cubicBezTo>
                    <a:cubicBezTo>
                      <a:pt x="4972" y="451"/>
                      <a:pt x="4165" y="116"/>
                      <a:pt x="3324" y="116"/>
                    </a:cubicBezTo>
                    <a:cubicBezTo>
                      <a:pt x="2483" y="116"/>
                      <a:pt x="1676" y="451"/>
                      <a:pt x="1081" y="1046"/>
                    </a:cubicBezTo>
                    <a:cubicBezTo>
                      <a:pt x="486" y="1641"/>
                      <a:pt x="152" y="2448"/>
                      <a:pt x="152" y="3289"/>
                    </a:cubicBezTo>
                    <a:cubicBezTo>
                      <a:pt x="152" y="4131"/>
                      <a:pt x="486" y="4938"/>
                      <a:pt x="1081" y="5533"/>
                    </a:cubicBezTo>
                    <a:cubicBezTo>
                      <a:pt x="1676" y="6128"/>
                      <a:pt x="2483" y="6462"/>
                      <a:pt x="3324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5" name="Freeform: Shape 1544">
                <a:extLst>
                  <a:ext uri="{FF2B5EF4-FFF2-40B4-BE49-F238E27FC236}">
                    <a16:creationId xmlns:a16="http://schemas.microsoft.com/office/drawing/2014/main" id="{94067B0D-C462-84A4-43DF-BC0E8DDBA988}"/>
                  </a:ext>
                </a:extLst>
              </p:cNvPr>
              <p:cNvSpPr/>
              <p:nvPr/>
            </p:nvSpPr>
            <p:spPr>
              <a:xfrm>
                <a:off x="2800561" y="4959848"/>
                <a:ext cx="6343" cy="6345"/>
              </a:xfrm>
              <a:custGeom>
                <a:avLst/>
                <a:gdLst>
                  <a:gd name="connsiteX0" fmla="*/ 3325 w 6343"/>
                  <a:gd name="connsiteY0" fmla="*/ 6462 h 6345"/>
                  <a:gd name="connsiteX1" fmla="*/ 5568 w 6343"/>
                  <a:gd name="connsiteY1" fmla="*/ 5533 h 6345"/>
                  <a:gd name="connsiteX2" fmla="*/ 6497 w 6343"/>
                  <a:gd name="connsiteY2" fmla="*/ 3289 h 6345"/>
                  <a:gd name="connsiteX3" fmla="*/ 5568 w 6343"/>
                  <a:gd name="connsiteY3" fmla="*/ 1046 h 6345"/>
                  <a:gd name="connsiteX4" fmla="*/ 3325 w 6343"/>
                  <a:gd name="connsiteY4" fmla="*/ 117 h 6345"/>
                  <a:gd name="connsiteX5" fmla="*/ 1083 w 6343"/>
                  <a:gd name="connsiteY5" fmla="*/ 1046 h 6345"/>
                  <a:gd name="connsiteX6" fmla="*/ 154 w 6343"/>
                  <a:gd name="connsiteY6" fmla="*/ 3289 h 6345"/>
                  <a:gd name="connsiteX7" fmla="*/ 1083 w 6343"/>
                  <a:gd name="connsiteY7" fmla="*/ 5533 h 6345"/>
                  <a:gd name="connsiteX8" fmla="*/ 3325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5" y="6462"/>
                    </a:moveTo>
                    <a:cubicBezTo>
                      <a:pt x="4166" y="6462"/>
                      <a:pt x="4973" y="6128"/>
                      <a:pt x="5568" y="5533"/>
                    </a:cubicBezTo>
                    <a:cubicBezTo>
                      <a:pt x="6163" y="4938"/>
                      <a:pt x="6497" y="4131"/>
                      <a:pt x="6497" y="3289"/>
                    </a:cubicBezTo>
                    <a:cubicBezTo>
                      <a:pt x="6497" y="2448"/>
                      <a:pt x="6163" y="1641"/>
                      <a:pt x="5568" y="1046"/>
                    </a:cubicBezTo>
                    <a:cubicBezTo>
                      <a:pt x="4973" y="451"/>
                      <a:pt x="4166" y="117"/>
                      <a:pt x="3325" y="117"/>
                    </a:cubicBezTo>
                    <a:cubicBezTo>
                      <a:pt x="2484" y="117"/>
                      <a:pt x="1677" y="451"/>
                      <a:pt x="1083" y="1046"/>
                    </a:cubicBezTo>
                    <a:cubicBezTo>
                      <a:pt x="488" y="1641"/>
                      <a:pt x="154" y="2448"/>
                      <a:pt x="154" y="3289"/>
                    </a:cubicBezTo>
                    <a:cubicBezTo>
                      <a:pt x="154" y="4131"/>
                      <a:pt x="488" y="4938"/>
                      <a:pt x="1083" y="5533"/>
                    </a:cubicBezTo>
                    <a:cubicBezTo>
                      <a:pt x="1677" y="6128"/>
                      <a:pt x="2484" y="6462"/>
                      <a:pt x="3325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6" name="Freeform: Shape 1545">
                <a:extLst>
                  <a:ext uri="{FF2B5EF4-FFF2-40B4-BE49-F238E27FC236}">
                    <a16:creationId xmlns:a16="http://schemas.microsoft.com/office/drawing/2014/main" id="{F72E7C06-ABD4-F1C6-7E9B-D0B6975091ED}"/>
                  </a:ext>
                </a:extLst>
              </p:cNvPr>
              <p:cNvSpPr/>
              <p:nvPr/>
            </p:nvSpPr>
            <p:spPr>
              <a:xfrm>
                <a:off x="2815446" y="4960685"/>
                <a:ext cx="6343" cy="6345"/>
              </a:xfrm>
              <a:custGeom>
                <a:avLst/>
                <a:gdLst>
                  <a:gd name="connsiteX0" fmla="*/ 3326 w 6343"/>
                  <a:gd name="connsiteY0" fmla="*/ 6462 h 6345"/>
                  <a:gd name="connsiteX1" fmla="*/ 5569 w 6343"/>
                  <a:gd name="connsiteY1" fmla="*/ 5533 h 6345"/>
                  <a:gd name="connsiteX2" fmla="*/ 6498 w 6343"/>
                  <a:gd name="connsiteY2" fmla="*/ 3289 h 6345"/>
                  <a:gd name="connsiteX3" fmla="*/ 5569 w 6343"/>
                  <a:gd name="connsiteY3" fmla="*/ 1046 h 6345"/>
                  <a:gd name="connsiteX4" fmla="*/ 3326 w 6343"/>
                  <a:gd name="connsiteY4" fmla="*/ 117 h 6345"/>
                  <a:gd name="connsiteX5" fmla="*/ 1084 w 6343"/>
                  <a:gd name="connsiteY5" fmla="*/ 1046 h 6345"/>
                  <a:gd name="connsiteX6" fmla="*/ 155 w 6343"/>
                  <a:gd name="connsiteY6" fmla="*/ 3289 h 6345"/>
                  <a:gd name="connsiteX7" fmla="*/ 1084 w 6343"/>
                  <a:gd name="connsiteY7" fmla="*/ 5533 h 6345"/>
                  <a:gd name="connsiteX8" fmla="*/ 3326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6" y="6462"/>
                    </a:moveTo>
                    <a:cubicBezTo>
                      <a:pt x="4167" y="6462"/>
                      <a:pt x="4974" y="6128"/>
                      <a:pt x="5569" y="5533"/>
                    </a:cubicBezTo>
                    <a:cubicBezTo>
                      <a:pt x="6164" y="4938"/>
                      <a:pt x="6498" y="4131"/>
                      <a:pt x="6498" y="3289"/>
                    </a:cubicBezTo>
                    <a:cubicBezTo>
                      <a:pt x="6498" y="2448"/>
                      <a:pt x="6164" y="1641"/>
                      <a:pt x="5569" y="1046"/>
                    </a:cubicBezTo>
                    <a:cubicBezTo>
                      <a:pt x="4974" y="451"/>
                      <a:pt x="4167" y="117"/>
                      <a:pt x="3326" y="117"/>
                    </a:cubicBezTo>
                    <a:cubicBezTo>
                      <a:pt x="2485" y="117"/>
                      <a:pt x="1678" y="451"/>
                      <a:pt x="1084" y="1046"/>
                    </a:cubicBezTo>
                    <a:cubicBezTo>
                      <a:pt x="489" y="1641"/>
                      <a:pt x="155" y="2448"/>
                      <a:pt x="155" y="3289"/>
                    </a:cubicBezTo>
                    <a:cubicBezTo>
                      <a:pt x="155" y="4131"/>
                      <a:pt x="489" y="4938"/>
                      <a:pt x="1084" y="5533"/>
                    </a:cubicBezTo>
                    <a:cubicBezTo>
                      <a:pt x="1678" y="6128"/>
                      <a:pt x="2485" y="6462"/>
                      <a:pt x="3326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7" name="Freeform: Shape 1546">
                <a:extLst>
                  <a:ext uri="{FF2B5EF4-FFF2-40B4-BE49-F238E27FC236}">
                    <a16:creationId xmlns:a16="http://schemas.microsoft.com/office/drawing/2014/main" id="{6C0B604E-0648-1A80-C581-65D0FA6226C6}"/>
                  </a:ext>
                </a:extLst>
              </p:cNvPr>
              <p:cNvSpPr/>
              <p:nvPr/>
            </p:nvSpPr>
            <p:spPr>
              <a:xfrm>
                <a:off x="2832537" y="4963350"/>
                <a:ext cx="6343" cy="6345"/>
              </a:xfrm>
              <a:custGeom>
                <a:avLst/>
                <a:gdLst>
                  <a:gd name="connsiteX0" fmla="*/ 3328 w 6343"/>
                  <a:gd name="connsiteY0" fmla="*/ 6462 h 6345"/>
                  <a:gd name="connsiteX1" fmla="*/ 5570 w 6343"/>
                  <a:gd name="connsiteY1" fmla="*/ 5533 h 6345"/>
                  <a:gd name="connsiteX2" fmla="*/ 6499 w 6343"/>
                  <a:gd name="connsiteY2" fmla="*/ 3290 h 6345"/>
                  <a:gd name="connsiteX3" fmla="*/ 5570 w 6343"/>
                  <a:gd name="connsiteY3" fmla="*/ 1046 h 6345"/>
                  <a:gd name="connsiteX4" fmla="*/ 3328 w 6343"/>
                  <a:gd name="connsiteY4" fmla="*/ 117 h 6345"/>
                  <a:gd name="connsiteX5" fmla="*/ 1085 w 6343"/>
                  <a:gd name="connsiteY5" fmla="*/ 1046 h 6345"/>
                  <a:gd name="connsiteX6" fmla="*/ 156 w 6343"/>
                  <a:gd name="connsiteY6" fmla="*/ 3290 h 6345"/>
                  <a:gd name="connsiteX7" fmla="*/ 1085 w 6343"/>
                  <a:gd name="connsiteY7" fmla="*/ 5533 h 6345"/>
                  <a:gd name="connsiteX8" fmla="*/ 3328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8" y="6462"/>
                    </a:moveTo>
                    <a:cubicBezTo>
                      <a:pt x="4169" y="6462"/>
                      <a:pt x="4976" y="6128"/>
                      <a:pt x="5570" y="5533"/>
                    </a:cubicBezTo>
                    <a:cubicBezTo>
                      <a:pt x="6165" y="4938"/>
                      <a:pt x="6499" y="4131"/>
                      <a:pt x="6499" y="3290"/>
                    </a:cubicBezTo>
                    <a:cubicBezTo>
                      <a:pt x="6499" y="2448"/>
                      <a:pt x="6165" y="1641"/>
                      <a:pt x="5570" y="1046"/>
                    </a:cubicBezTo>
                    <a:cubicBezTo>
                      <a:pt x="4976" y="451"/>
                      <a:pt x="4169" y="117"/>
                      <a:pt x="3328" y="117"/>
                    </a:cubicBezTo>
                    <a:cubicBezTo>
                      <a:pt x="2487" y="117"/>
                      <a:pt x="1680" y="451"/>
                      <a:pt x="1085" y="1046"/>
                    </a:cubicBezTo>
                    <a:cubicBezTo>
                      <a:pt x="490" y="1641"/>
                      <a:pt x="156" y="2448"/>
                      <a:pt x="156" y="3290"/>
                    </a:cubicBezTo>
                    <a:cubicBezTo>
                      <a:pt x="156" y="4131"/>
                      <a:pt x="490" y="4938"/>
                      <a:pt x="1085" y="5533"/>
                    </a:cubicBezTo>
                    <a:cubicBezTo>
                      <a:pt x="1680" y="6128"/>
                      <a:pt x="2487" y="6462"/>
                      <a:pt x="3328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8" name="Freeform: Shape 1547">
                <a:extLst>
                  <a:ext uri="{FF2B5EF4-FFF2-40B4-BE49-F238E27FC236}">
                    <a16:creationId xmlns:a16="http://schemas.microsoft.com/office/drawing/2014/main" id="{C15A51DD-890B-D03E-C12E-C812AF60C7B2}"/>
                  </a:ext>
                </a:extLst>
              </p:cNvPr>
              <p:cNvSpPr/>
              <p:nvPr/>
            </p:nvSpPr>
            <p:spPr>
              <a:xfrm>
                <a:off x="2848031" y="4965051"/>
                <a:ext cx="6343" cy="6345"/>
              </a:xfrm>
              <a:custGeom>
                <a:avLst/>
                <a:gdLst>
                  <a:gd name="connsiteX0" fmla="*/ 3329 w 6343"/>
                  <a:gd name="connsiteY0" fmla="*/ 6462 h 6345"/>
                  <a:gd name="connsiteX1" fmla="*/ 5572 w 6343"/>
                  <a:gd name="connsiteY1" fmla="*/ 5533 h 6345"/>
                  <a:gd name="connsiteX2" fmla="*/ 6500 w 6343"/>
                  <a:gd name="connsiteY2" fmla="*/ 3290 h 6345"/>
                  <a:gd name="connsiteX3" fmla="*/ 5572 w 6343"/>
                  <a:gd name="connsiteY3" fmla="*/ 1046 h 6345"/>
                  <a:gd name="connsiteX4" fmla="*/ 3329 w 6343"/>
                  <a:gd name="connsiteY4" fmla="*/ 117 h 6345"/>
                  <a:gd name="connsiteX5" fmla="*/ 1086 w 6343"/>
                  <a:gd name="connsiteY5" fmla="*/ 1046 h 6345"/>
                  <a:gd name="connsiteX6" fmla="*/ 157 w 6343"/>
                  <a:gd name="connsiteY6" fmla="*/ 3290 h 6345"/>
                  <a:gd name="connsiteX7" fmla="*/ 1086 w 6343"/>
                  <a:gd name="connsiteY7" fmla="*/ 5533 h 6345"/>
                  <a:gd name="connsiteX8" fmla="*/ 3329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462"/>
                    </a:moveTo>
                    <a:cubicBezTo>
                      <a:pt x="4170" y="6462"/>
                      <a:pt x="4977" y="6128"/>
                      <a:pt x="5572" y="5533"/>
                    </a:cubicBezTo>
                    <a:cubicBezTo>
                      <a:pt x="6166" y="4938"/>
                      <a:pt x="6500" y="4131"/>
                      <a:pt x="6500" y="3290"/>
                    </a:cubicBezTo>
                    <a:cubicBezTo>
                      <a:pt x="6500" y="2448"/>
                      <a:pt x="6166" y="1641"/>
                      <a:pt x="5572" y="1046"/>
                    </a:cubicBezTo>
                    <a:cubicBezTo>
                      <a:pt x="4977" y="451"/>
                      <a:pt x="4170" y="117"/>
                      <a:pt x="3329" y="117"/>
                    </a:cubicBezTo>
                    <a:cubicBezTo>
                      <a:pt x="2488" y="117"/>
                      <a:pt x="1681" y="451"/>
                      <a:pt x="1086" y="1046"/>
                    </a:cubicBezTo>
                    <a:cubicBezTo>
                      <a:pt x="492" y="1641"/>
                      <a:pt x="157" y="2448"/>
                      <a:pt x="157" y="3290"/>
                    </a:cubicBezTo>
                    <a:cubicBezTo>
                      <a:pt x="157" y="4131"/>
                      <a:pt x="492" y="4938"/>
                      <a:pt x="1086" y="5533"/>
                    </a:cubicBezTo>
                    <a:cubicBezTo>
                      <a:pt x="1681" y="6128"/>
                      <a:pt x="2488" y="6462"/>
                      <a:pt x="3329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9" name="Freeform: Shape 1548">
                <a:extLst>
                  <a:ext uri="{FF2B5EF4-FFF2-40B4-BE49-F238E27FC236}">
                    <a16:creationId xmlns:a16="http://schemas.microsoft.com/office/drawing/2014/main" id="{B4DE8E9C-93A7-22A3-BD6F-D0AC63CAB429}"/>
                  </a:ext>
                </a:extLst>
              </p:cNvPr>
              <p:cNvSpPr/>
              <p:nvPr/>
            </p:nvSpPr>
            <p:spPr>
              <a:xfrm>
                <a:off x="2864148" y="4967432"/>
                <a:ext cx="6343" cy="6345"/>
              </a:xfrm>
              <a:custGeom>
                <a:avLst/>
                <a:gdLst>
                  <a:gd name="connsiteX0" fmla="*/ 3330 w 6343"/>
                  <a:gd name="connsiteY0" fmla="*/ 6463 h 6345"/>
                  <a:gd name="connsiteX1" fmla="*/ 5573 w 6343"/>
                  <a:gd name="connsiteY1" fmla="*/ 5533 h 6345"/>
                  <a:gd name="connsiteX2" fmla="*/ 6502 w 6343"/>
                  <a:gd name="connsiteY2" fmla="*/ 3290 h 6345"/>
                  <a:gd name="connsiteX3" fmla="*/ 5573 w 6343"/>
                  <a:gd name="connsiteY3" fmla="*/ 1047 h 6345"/>
                  <a:gd name="connsiteX4" fmla="*/ 3330 w 6343"/>
                  <a:gd name="connsiteY4" fmla="*/ 117 h 6345"/>
                  <a:gd name="connsiteX5" fmla="*/ 1088 w 6343"/>
                  <a:gd name="connsiteY5" fmla="*/ 1047 h 6345"/>
                  <a:gd name="connsiteX6" fmla="*/ 159 w 6343"/>
                  <a:gd name="connsiteY6" fmla="*/ 3290 h 6345"/>
                  <a:gd name="connsiteX7" fmla="*/ 1088 w 6343"/>
                  <a:gd name="connsiteY7" fmla="*/ 5533 h 6345"/>
                  <a:gd name="connsiteX8" fmla="*/ 3330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463"/>
                    </a:moveTo>
                    <a:cubicBezTo>
                      <a:pt x="4171" y="6463"/>
                      <a:pt x="4978" y="6128"/>
                      <a:pt x="5573" y="5533"/>
                    </a:cubicBezTo>
                    <a:cubicBezTo>
                      <a:pt x="6168" y="4938"/>
                      <a:pt x="6502" y="4131"/>
                      <a:pt x="6502" y="3290"/>
                    </a:cubicBezTo>
                    <a:cubicBezTo>
                      <a:pt x="6502" y="2449"/>
                      <a:pt x="6168" y="1641"/>
                      <a:pt x="5573" y="1047"/>
                    </a:cubicBezTo>
                    <a:cubicBezTo>
                      <a:pt x="4978" y="452"/>
                      <a:pt x="4171" y="117"/>
                      <a:pt x="3330" y="117"/>
                    </a:cubicBezTo>
                    <a:cubicBezTo>
                      <a:pt x="2489" y="117"/>
                      <a:pt x="1682" y="452"/>
                      <a:pt x="1088" y="1047"/>
                    </a:cubicBezTo>
                    <a:cubicBezTo>
                      <a:pt x="493" y="1641"/>
                      <a:pt x="159" y="2449"/>
                      <a:pt x="159" y="3290"/>
                    </a:cubicBezTo>
                    <a:cubicBezTo>
                      <a:pt x="159" y="4131"/>
                      <a:pt x="493" y="4938"/>
                      <a:pt x="1088" y="5533"/>
                    </a:cubicBezTo>
                    <a:cubicBezTo>
                      <a:pt x="1682" y="6128"/>
                      <a:pt x="2489" y="6463"/>
                      <a:pt x="3330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0" name="Freeform: Shape 1549">
                <a:extLst>
                  <a:ext uri="{FF2B5EF4-FFF2-40B4-BE49-F238E27FC236}">
                    <a16:creationId xmlns:a16="http://schemas.microsoft.com/office/drawing/2014/main" id="{C9FAE37F-89C1-5729-B802-465B103FDD8C}"/>
                  </a:ext>
                </a:extLst>
              </p:cNvPr>
              <p:cNvSpPr/>
              <p:nvPr/>
            </p:nvSpPr>
            <p:spPr>
              <a:xfrm>
                <a:off x="2878649" y="4968788"/>
                <a:ext cx="6343" cy="6345"/>
              </a:xfrm>
              <a:custGeom>
                <a:avLst/>
                <a:gdLst>
                  <a:gd name="connsiteX0" fmla="*/ 3331 w 6343"/>
                  <a:gd name="connsiteY0" fmla="*/ 6463 h 6345"/>
                  <a:gd name="connsiteX1" fmla="*/ 5574 w 6343"/>
                  <a:gd name="connsiteY1" fmla="*/ 5534 h 6345"/>
                  <a:gd name="connsiteX2" fmla="*/ 6503 w 6343"/>
                  <a:gd name="connsiteY2" fmla="*/ 3290 h 6345"/>
                  <a:gd name="connsiteX3" fmla="*/ 5574 w 6343"/>
                  <a:gd name="connsiteY3" fmla="*/ 1047 h 6345"/>
                  <a:gd name="connsiteX4" fmla="*/ 3331 w 6343"/>
                  <a:gd name="connsiteY4" fmla="*/ 117 h 6345"/>
                  <a:gd name="connsiteX5" fmla="*/ 1089 w 6343"/>
                  <a:gd name="connsiteY5" fmla="*/ 1047 h 6345"/>
                  <a:gd name="connsiteX6" fmla="*/ 160 w 6343"/>
                  <a:gd name="connsiteY6" fmla="*/ 3290 h 6345"/>
                  <a:gd name="connsiteX7" fmla="*/ 1089 w 6343"/>
                  <a:gd name="connsiteY7" fmla="*/ 5534 h 6345"/>
                  <a:gd name="connsiteX8" fmla="*/ 3331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63"/>
                    </a:moveTo>
                    <a:cubicBezTo>
                      <a:pt x="4172" y="6463"/>
                      <a:pt x="4979" y="6128"/>
                      <a:pt x="5574" y="5534"/>
                    </a:cubicBezTo>
                    <a:cubicBezTo>
                      <a:pt x="6169" y="4939"/>
                      <a:pt x="6503" y="4131"/>
                      <a:pt x="6503" y="3290"/>
                    </a:cubicBezTo>
                    <a:cubicBezTo>
                      <a:pt x="6503" y="2449"/>
                      <a:pt x="6169" y="1642"/>
                      <a:pt x="5574" y="1047"/>
                    </a:cubicBezTo>
                    <a:cubicBezTo>
                      <a:pt x="4979" y="452"/>
                      <a:pt x="4172" y="117"/>
                      <a:pt x="3331" y="117"/>
                    </a:cubicBezTo>
                    <a:cubicBezTo>
                      <a:pt x="2490" y="117"/>
                      <a:pt x="1683" y="452"/>
                      <a:pt x="1089" y="1047"/>
                    </a:cubicBezTo>
                    <a:cubicBezTo>
                      <a:pt x="494" y="1642"/>
                      <a:pt x="160" y="2449"/>
                      <a:pt x="160" y="3290"/>
                    </a:cubicBezTo>
                    <a:cubicBezTo>
                      <a:pt x="160" y="4131"/>
                      <a:pt x="494" y="4939"/>
                      <a:pt x="1089" y="5534"/>
                    </a:cubicBezTo>
                    <a:cubicBezTo>
                      <a:pt x="1683" y="6128"/>
                      <a:pt x="2490" y="6463"/>
                      <a:pt x="3331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1" name="Freeform: Shape 1550">
                <a:extLst>
                  <a:ext uri="{FF2B5EF4-FFF2-40B4-BE49-F238E27FC236}">
                    <a16:creationId xmlns:a16="http://schemas.microsoft.com/office/drawing/2014/main" id="{A8AC1340-A25E-83AF-D5C7-9CF1730495B7}"/>
                  </a:ext>
                </a:extLst>
              </p:cNvPr>
              <p:cNvSpPr/>
              <p:nvPr/>
            </p:nvSpPr>
            <p:spPr>
              <a:xfrm>
                <a:off x="2892795" y="4970059"/>
                <a:ext cx="6343" cy="6345"/>
              </a:xfrm>
              <a:custGeom>
                <a:avLst/>
                <a:gdLst>
                  <a:gd name="connsiteX0" fmla="*/ 3332 w 6343"/>
                  <a:gd name="connsiteY0" fmla="*/ 6463 h 6345"/>
                  <a:gd name="connsiteX1" fmla="*/ 5575 w 6343"/>
                  <a:gd name="connsiteY1" fmla="*/ 5534 h 6345"/>
                  <a:gd name="connsiteX2" fmla="*/ 6504 w 6343"/>
                  <a:gd name="connsiteY2" fmla="*/ 3290 h 6345"/>
                  <a:gd name="connsiteX3" fmla="*/ 5575 w 6343"/>
                  <a:gd name="connsiteY3" fmla="*/ 1047 h 6345"/>
                  <a:gd name="connsiteX4" fmla="*/ 3332 w 6343"/>
                  <a:gd name="connsiteY4" fmla="*/ 117 h 6345"/>
                  <a:gd name="connsiteX5" fmla="*/ 1090 w 6343"/>
                  <a:gd name="connsiteY5" fmla="*/ 1047 h 6345"/>
                  <a:gd name="connsiteX6" fmla="*/ 161 w 6343"/>
                  <a:gd name="connsiteY6" fmla="*/ 3290 h 6345"/>
                  <a:gd name="connsiteX7" fmla="*/ 1090 w 6343"/>
                  <a:gd name="connsiteY7" fmla="*/ 5534 h 6345"/>
                  <a:gd name="connsiteX8" fmla="*/ 3332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2" y="6463"/>
                    </a:moveTo>
                    <a:cubicBezTo>
                      <a:pt x="4174" y="6463"/>
                      <a:pt x="4980" y="6129"/>
                      <a:pt x="5575" y="5534"/>
                    </a:cubicBezTo>
                    <a:cubicBezTo>
                      <a:pt x="6170" y="4939"/>
                      <a:pt x="6504" y="4132"/>
                      <a:pt x="6504" y="3290"/>
                    </a:cubicBezTo>
                    <a:cubicBezTo>
                      <a:pt x="6504" y="2449"/>
                      <a:pt x="6170" y="1642"/>
                      <a:pt x="5575" y="1047"/>
                    </a:cubicBezTo>
                    <a:cubicBezTo>
                      <a:pt x="4980" y="452"/>
                      <a:pt x="4174" y="117"/>
                      <a:pt x="3332" y="117"/>
                    </a:cubicBezTo>
                    <a:cubicBezTo>
                      <a:pt x="2491" y="117"/>
                      <a:pt x="1685" y="452"/>
                      <a:pt x="1090" y="1047"/>
                    </a:cubicBezTo>
                    <a:cubicBezTo>
                      <a:pt x="495" y="1642"/>
                      <a:pt x="161" y="2449"/>
                      <a:pt x="161" y="3290"/>
                    </a:cubicBezTo>
                    <a:cubicBezTo>
                      <a:pt x="161" y="4132"/>
                      <a:pt x="495" y="4939"/>
                      <a:pt x="1090" y="5534"/>
                    </a:cubicBezTo>
                    <a:cubicBezTo>
                      <a:pt x="1685" y="6129"/>
                      <a:pt x="2491" y="6463"/>
                      <a:pt x="3332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2" name="Freeform: Shape 1551">
                <a:extLst>
                  <a:ext uri="{FF2B5EF4-FFF2-40B4-BE49-F238E27FC236}">
                    <a16:creationId xmlns:a16="http://schemas.microsoft.com/office/drawing/2014/main" id="{3080B319-361E-DABB-212C-A339C21C4BAB}"/>
                  </a:ext>
                </a:extLst>
              </p:cNvPr>
              <p:cNvSpPr/>
              <p:nvPr/>
            </p:nvSpPr>
            <p:spPr>
              <a:xfrm>
                <a:off x="2904272" y="4969405"/>
                <a:ext cx="6343" cy="6345"/>
              </a:xfrm>
              <a:custGeom>
                <a:avLst/>
                <a:gdLst>
                  <a:gd name="connsiteX0" fmla="*/ 3333 w 6343"/>
                  <a:gd name="connsiteY0" fmla="*/ 6463 h 6345"/>
                  <a:gd name="connsiteX1" fmla="*/ 5576 w 6343"/>
                  <a:gd name="connsiteY1" fmla="*/ 5534 h 6345"/>
                  <a:gd name="connsiteX2" fmla="*/ 6505 w 6343"/>
                  <a:gd name="connsiteY2" fmla="*/ 3290 h 6345"/>
                  <a:gd name="connsiteX3" fmla="*/ 5576 w 6343"/>
                  <a:gd name="connsiteY3" fmla="*/ 1047 h 6345"/>
                  <a:gd name="connsiteX4" fmla="*/ 3333 w 6343"/>
                  <a:gd name="connsiteY4" fmla="*/ 117 h 6345"/>
                  <a:gd name="connsiteX5" fmla="*/ 1091 w 6343"/>
                  <a:gd name="connsiteY5" fmla="*/ 1047 h 6345"/>
                  <a:gd name="connsiteX6" fmla="*/ 162 w 6343"/>
                  <a:gd name="connsiteY6" fmla="*/ 3290 h 6345"/>
                  <a:gd name="connsiteX7" fmla="*/ 1091 w 6343"/>
                  <a:gd name="connsiteY7" fmla="*/ 5534 h 6345"/>
                  <a:gd name="connsiteX8" fmla="*/ 3333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3" y="6463"/>
                    </a:moveTo>
                    <a:cubicBezTo>
                      <a:pt x="4174" y="6463"/>
                      <a:pt x="4981" y="6129"/>
                      <a:pt x="5576" y="5534"/>
                    </a:cubicBezTo>
                    <a:cubicBezTo>
                      <a:pt x="6171" y="4939"/>
                      <a:pt x="6505" y="4132"/>
                      <a:pt x="6505" y="3290"/>
                    </a:cubicBezTo>
                    <a:cubicBezTo>
                      <a:pt x="6505" y="2449"/>
                      <a:pt x="6171" y="1642"/>
                      <a:pt x="5576" y="1047"/>
                    </a:cubicBezTo>
                    <a:cubicBezTo>
                      <a:pt x="4981" y="452"/>
                      <a:pt x="4174" y="117"/>
                      <a:pt x="3333" y="117"/>
                    </a:cubicBezTo>
                    <a:cubicBezTo>
                      <a:pt x="2492" y="117"/>
                      <a:pt x="1685" y="452"/>
                      <a:pt x="1091" y="1047"/>
                    </a:cubicBezTo>
                    <a:cubicBezTo>
                      <a:pt x="496" y="1642"/>
                      <a:pt x="162" y="2449"/>
                      <a:pt x="162" y="3290"/>
                    </a:cubicBezTo>
                    <a:cubicBezTo>
                      <a:pt x="162" y="4132"/>
                      <a:pt x="496" y="4939"/>
                      <a:pt x="1091" y="5534"/>
                    </a:cubicBezTo>
                    <a:cubicBezTo>
                      <a:pt x="1685" y="6129"/>
                      <a:pt x="2492" y="6463"/>
                      <a:pt x="3333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3" name="Freeform: Shape 1552">
                <a:extLst>
                  <a:ext uri="{FF2B5EF4-FFF2-40B4-BE49-F238E27FC236}">
                    <a16:creationId xmlns:a16="http://schemas.microsoft.com/office/drawing/2014/main" id="{207CF81E-3889-E5E3-5C2D-160D3F5CED7A}"/>
                  </a:ext>
                </a:extLst>
              </p:cNvPr>
              <p:cNvSpPr/>
              <p:nvPr/>
            </p:nvSpPr>
            <p:spPr>
              <a:xfrm>
                <a:off x="2937064" y="4985959"/>
                <a:ext cx="6343" cy="6345"/>
              </a:xfrm>
              <a:custGeom>
                <a:avLst/>
                <a:gdLst>
                  <a:gd name="connsiteX0" fmla="*/ 3336 w 6343"/>
                  <a:gd name="connsiteY0" fmla="*/ 6464 h 6345"/>
                  <a:gd name="connsiteX1" fmla="*/ 5579 w 6343"/>
                  <a:gd name="connsiteY1" fmla="*/ 5535 h 6345"/>
                  <a:gd name="connsiteX2" fmla="*/ 6507 w 6343"/>
                  <a:gd name="connsiteY2" fmla="*/ 3291 h 6345"/>
                  <a:gd name="connsiteX3" fmla="*/ 5579 w 6343"/>
                  <a:gd name="connsiteY3" fmla="*/ 1048 h 6345"/>
                  <a:gd name="connsiteX4" fmla="*/ 3336 w 6343"/>
                  <a:gd name="connsiteY4" fmla="*/ 119 h 6345"/>
                  <a:gd name="connsiteX5" fmla="*/ 1093 w 6343"/>
                  <a:gd name="connsiteY5" fmla="*/ 1048 h 6345"/>
                  <a:gd name="connsiteX6" fmla="*/ 164 w 6343"/>
                  <a:gd name="connsiteY6" fmla="*/ 3291 h 6345"/>
                  <a:gd name="connsiteX7" fmla="*/ 1093 w 6343"/>
                  <a:gd name="connsiteY7" fmla="*/ 5535 h 6345"/>
                  <a:gd name="connsiteX8" fmla="*/ 3336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6" y="6464"/>
                    </a:moveTo>
                    <a:cubicBezTo>
                      <a:pt x="4177" y="6464"/>
                      <a:pt x="4984" y="6130"/>
                      <a:pt x="5579" y="5535"/>
                    </a:cubicBezTo>
                    <a:cubicBezTo>
                      <a:pt x="6173" y="4940"/>
                      <a:pt x="6507" y="4133"/>
                      <a:pt x="6507" y="3291"/>
                    </a:cubicBezTo>
                    <a:cubicBezTo>
                      <a:pt x="6507" y="2450"/>
                      <a:pt x="6173" y="1643"/>
                      <a:pt x="5579" y="1048"/>
                    </a:cubicBezTo>
                    <a:cubicBezTo>
                      <a:pt x="4984" y="453"/>
                      <a:pt x="4177" y="119"/>
                      <a:pt x="3336" y="119"/>
                    </a:cubicBezTo>
                    <a:cubicBezTo>
                      <a:pt x="2495" y="119"/>
                      <a:pt x="1688" y="453"/>
                      <a:pt x="1093" y="1048"/>
                    </a:cubicBezTo>
                    <a:cubicBezTo>
                      <a:pt x="499" y="1643"/>
                      <a:pt x="164" y="2450"/>
                      <a:pt x="164" y="3291"/>
                    </a:cubicBezTo>
                    <a:cubicBezTo>
                      <a:pt x="164" y="4133"/>
                      <a:pt x="499" y="4940"/>
                      <a:pt x="1093" y="5535"/>
                    </a:cubicBezTo>
                    <a:cubicBezTo>
                      <a:pt x="1688" y="6130"/>
                      <a:pt x="2495" y="6464"/>
                      <a:pt x="3336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4" name="Freeform: Shape 1553">
                <a:extLst>
                  <a:ext uri="{FF2B5EF4-FFF2-40B4-BE49-F238E27FC236}">
                    <a16:creationId xmlns:a16="http://schemas.microsoft.com/office/drawing/2014/main" id="{FD028D01-4E4A-7B54-F87B-F860010FB1E6}"/>
                  </a:ext>
                </a:extLst>
              </p:cNvPr>
              <p:cNvSpPr/>
              <p:nvPr/>
            </p:nvSpPr>
            <p:spPr>
              <a:xfrm>
                <a:off x="2948635" y="4985869"/>
                <a:ext cx="6343" cy="6345"/>
              </a:xfrm>
              <a:custGeom>
                <a:avLst/>
                <a:gdLst>
                  <a:gd name="connsiteX0" fmla="*/ 3337 w 6343"/>
                  <a:gd name="connsiteY0" fmla="*/ 6464 h 6345"/>
                  <a:gd name="connsiteX1" fmla="*/ 5579 w 6343"/>
                  <a:gd name="connsiteY1" fmla="*/ 5535 h 6345"/>
                  <a:gd name="connsiteX2" fmla="*/ 6508 w 6343"/>
                  <a:gd name="connsiteY2" fmla="*/ 3291 h 6345"/>
                  <a:gd name="connsiteX3" fmla="*/ 5579 w 6343"/>
                  <a:gd name="connsiteY3" fmla="*/ 1048 h 6345"/>
                  <a:gd name="connsiteX4" fmla="*/ 3337 w 6343"/>
                  <a:gd name="connsiteY4" fmla="*/ 119 h 6345"/>
                  <a:gd name="connsiteX5" fmla="*/ 1094 w 6343"/>
                  <a:gd name="connsiteY5" fmla="*/ 1048 h 6345"/>
                  <a:gd name="connsiteX6" fmla="*/ 165 w 6343"/>
                  <a:gd name="connsiteY6" fmla="*/ 3291 h 6345"/>
                  <a:gd name="connsiteX7" fmla="*/ 1094 w 6343"/>
                  <a:gd name="connsiteY7" fmla="*/ 5535 h 6345"/>
                  <a:gd name="connsiteX8" fmla="*/ 3337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7" y="6464"/>
                    </a:moveTo>
                    <a:cubicBezTo>
                      <a:pt x="4178" y="6464"/>
                      <a:pt x="4985" y="6130"/>
                      <a:pt x="5579" y="5535"/>
                    </a:cubicBezTo>
                    <a:cubicBezTo>
                      <a:pt x="6174" y="4940"/>
                      <a:pt x="6508" y="4133"/>
                      <a:pt x="6508" y="3291"/>
                    </a:cubicBezTo>
                    <a:cubicBezTo>
                      <a:pt x="6508" y="2450"/>
                      <a:pt x="6174" y="1643"/>
                      <a:pt x="5579" y="1048"/>
                    </a:cubicBezTo>
                    <a:cubicBezTo>
                      <a:pt x="4985" y="453"/>
                      <a:pt x="4178" y="119"/>
                      <a:pt x="3337" y="119"/>
                    </a:cubicBezTo>
                    <a:cubicBezTo>
                      <a:pt x="2496" y="119"/>
                      <a:pt x="1689" y="453"/>
                      <a:pt x="1094" y="1048"/>
                    </a:cubicBezTo>
                    <a:cubicBezTo>
                      <a:pt x="499" y="1643"/>
                      <a:pt x="165" y="2450"/>
                      <a:pt x="165" y="3291"/>
                    </a:cubicBezTo>
                    <a:cubicBezTo>
                      <a:pt x="165" y="4133"/>
                      <a:pt x="499" y="4940"/>
                      <a:pt x="1094" y="5535"/>
                    </a:cubicBezTo>
                    <a:cubicBezTo>
                      <a:pt x="1689" y="6130"/>
                      <a:pt x="2496" y="6464"/>
                      <a:pt x="3337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5" name="Freeform: Shape 1554">
                <a:extLst>
                  <a:ext uri="{FF2B5EF4-FFF2-40B4-BE49-F238E27FC236}">
                    <a16:creationId xmlns:a16="http://schemas.microsoft.com/office/drawing/2014/main" id="{6ED1982C-9779-7A72-10E9-00BAB55B2EAA}"/>
                  </a:ext>
                </a:extLst>
              </p:cNvPr>
              <p:cNvSpPr/>
              <p:nvPr/>
            </p:nvSpPr>
            <p:spPr>
              <a:xfrm>
                <a:off x="2960283" y="4985984"/>
                <a:ext cx="6343" cy="6345"/>
              </a:xfrm>
              <a:custGeom>
                <a:avLst/>
                <a:gdLst>
                  <a:gd name="connsiteX0" fmla="*/ 3338 w 6343"/>
                  <a:gd name="connsiteY0" fmla="*/ 6464 h 6345"/>
                  <a:gd name="connsiteX1" fmla="*/ 5580 w 6343"/>
                  <a:gd name="connsiteY1" fmla="*/ 5535 h 6345"/>
                  <a:gd name="connsiteX2" fmla="*/ 6509 w 6343"/>
                  <a:gd name="connsiteY2" fmla="*/ 3291 h 6345"/>
                  <a:gd name="connsiteX3" fmla="*/ 5580 w 6343"/>
                  <a:gd name="connsiteY3" fmla="*/ 1048 h 6345"/>
                  <a:gd name="connsiteX4" fmla="*/ 3338 w 6343"/>
                  <a:gd name="connsiteY4" fmla="*/ 119 h 6345"/>
                  <a:gd name="connsiteX5" fmla="*/ 1095 w 6343"/>
                  <a:gd name="connsiteY5" fmla="*/ 1048 h 6345"/>
                  <a:gd name="connsiteX6" fmla="*/ 166 w 6343"/>
                  <a:gd name="connsiteY6" fmla="*/ 3291 h 6345"/>
                  <a:gd name="connsiteX7" fmla="*/ 1095 w 6343"/>
                  <a:gd name="connsiteY7" fmla="*/ 5535 h 6345"/>
                  <a:gd name="connsiteX8" fmla="*/ 3338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8" y="6464"/>
                    </a:moveTo>
                    <a:cubicBezTo>
                      <a:pt x="4179" y="6464"/>
                      <a:pt x="4986" y="6130"/>
                      <a:pt x="5580" y="5535"/>
                    </a:cubicBezTo>
                    <a:cubicBezTo>
                      <a:pt x="6175" y="4940"/>
                      <a:pt x="6509" y="4133"/>
                      <a:pt x="6509" y="3291"/>
                    </a:cubicBezTo>
                    <a:cubicBezTo>
                      <a:pt x="6509" y="2450"/>
                      <a:pt x="6175" y="1643"/>
                      <a:pt x="5580" y="1048"/>
                    </a:cubicBezTo>
                    <a:cubicBezTo>
                      <a:pt x="4986" y="453"/>
                      <a:pt x="4179" y="119"/>
                      <a:pt x="3338" y="119"/>
                    </a:cubicBezTo>
                    <a:cubicBezTo>
                      <a:pt x="2497" y="119"/>
                      <a:pt x="1690" y="453"/>
                      <a:pt x="1095" y="1048"/>
                    </a:cubicBezTo>
                    <a:cubicBezTo>
                      <a:pt x="500" y="1643"/>
                      <a:pt x="166" y="2450"/>
                      <a:pt x="166" y="3291"/>
                    </a:cubicBezTo>
                    <a:cubicBezTo>
                      <a:pt x="166" y="4133"/>
                      <a:pt x="500" y="4940"/>
                      <a:pt x="1095" y="5535"/>
                    </a:cubicBezTo>
                    <a:cubicBezTo>
                      <a:pt x="1690" y="6130"/>
                      <a:pt x="2497" y="6464"/>
                      <a:pt x="3338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6" name="Freeform: Shape 1555">
                <a:extLst>
                  <a:ext uri="{FF2B5EF4-FFF2-40B4-BE49-F238E27FC236}">
                    <a16:creationId xmlns:a16="http://schemas.microsoft.com/office/drawing/2014/main" id="{35BF0A95-DE49-36BF-DC65-083C36504DD2}"/>
                  </a:ext>
                </a:extLst>
              </p:cNvPr>
              <p:cNvSpPr/>
              <p:nvPr/>
            </p:nvSpPr>
            <p:spPr>
              <a:xfrm>
                <a:off x="2967169" y="4982284"/>
                <a:ext cx="6343" cy="6345"/>
              </a:xfrm>
              <a:custGeom>
                <a:avLst/>
                <a:gdLst>
                  <a:gd name="connsiteX0" fmla="*/ 3338 w 6343"/>
                  <a:gd name="connsiteY0" fmla="*/ 6464 h 6345"/>
                  <a:gd name="connsiteX1" fmla="*/ 5581 w 6343"/>
                  <a:gd name="connsiteY1" fmla="*/ 5535 h 6345"/>
                  <a:gd name="connsiteX2" fmla="*/ 6510 w 6343"/>
                  <a:gd name="connsiteY2" fmla="*/ 3291 h 6345"/>
                  <a:gd name="connsiteX3" fmla="*/ 5581 w 6343"/>
                  <a:gd name="connsiteY3" fmla="*/ 1048 h 6345"/>
                  <a:gd name="connsiteX4" fmla="*/ 3338 w 6343"/>
                  <a:gd name="connsiteY4" fmla="*/ 118 h 6345"/>
                  <a:gd name="connsiteX5" fmla="*/ 1096 w 6343"/>
                  <a:gd name="connsiteY5" fmla="*/ 1048 h 6345"/>
                  <a:gd name="connsiteX6" fmla="*/ 167 w 6343"/>
                  <a:gd name="connsiteY6" fmla="*/ 3291 h 6345"/>
                  <a:gd name="connsiteX7" fmla="*/ 1096 w 6343"/>
                  <a:gd name="connsiteY7" fmla="*/ 5535 h 6345"/>
                  <a:gd name="connsiteX8" fmla="*/ 3338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8" y="6464"/>
                    </a:moveTo>
                    <a:cubicBezTo>
                      <a:pt x="4179" y="6464"/>
                      <a:pt x="4986" y="6130"/>
                      <a:pt x="5581" y="5535"/>
                    </a:cubicBezTo>
                    <a:cubicBezTo>
                      <a:pt x="6176" y="4940"/>
                      <a:pt x="6510" y="4133"/>
                      <a:pt x="6510" y="3291"/>
                    </a:cubicBezTo>
                    <a:cubicBezTo>
                      <a:pt x="6510" y="2450"/>
                      <a:pt x="6176" y="1643"/>
                      <a:pt x="5581" y="1048"/>
                    </a:cubicBezTo>
                    <a:cubicBezTo>
                      <a:pt x="4986" y="453"/>
                      <a:pt x="4179" y="118"/>
                      <a:pt x="3338" y="118"/>
                    </a:cubicBezTo>
                    <a:cubicBezTo>
                      <a:pt x="2497" y="118"/>
                      <a:pt x="1690" y="453"/>
                      <a:pt x="1096" y="1048"/>
                    </a:cubicBezTo>
                    <a:cubicBezTo>
                      <a:pt x="501" y="1643"/>
                      <a:pt x="167" y="2450"/>
                      <a:pt x="167" y="3291"/>
                    </a:cubicBezTo>
                    <a:cubicBezTo>
                      <a:pt x="167" y="4133"/>
                      <a:pt x="501" y="4940"/>
                      <a:pt x="1096" y="5535"/>
                    </a:cubicBezTo>
                    <a:cubicBezTo>
                      <a:pt x="1690" y="6130"/>
                      <a:pt x="2497" y="6464"/>
                      <a:pt x="3338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7" name="Freeform: Shape 1556">
                <a:extLst>
                  <a:ext uri="{FF2B5EF4-FFF2-40B4-BE49-F238E27FC236}">
                    <a16:creationId xmlns:a16="http://schemas.microsoft.com/office/drawing/2014/main" id="{CAF9CC2A-3273-304A-62DD-FF70698607F5}"/>
                  </a:ext>
                </a:extLst>
              </p:cNvPr>
              <p:cNvSpPr/>
              <p:nvPr/>
            </p:nvSpPr>
            <p:spPr>
              <a:xfrm>
                <a:off x="2978876" y="4982691"/>
                <a:ext cx="6343" cy="6345"/>
              </a:xfrm>
              <a:custGeom>
                <a:avLst/>
                <a:gdLst>
                  <a:gd name="connsiteX0" fmla="*/ 3339 w 6343"/>
                  <a:gd name="connsiteY0" fmla="*/ 6464 h 6345"/>
                  <a:gd name="connsiteX1" fmla="*/ 5582 w 6343"/>
                  <a:gd name="connsiteY1" fmla="*/ 5535 h 6345"/>
                  <a:gd name="connsiteX2" fmla="*/ 6511 w 6343"/>
                  <a:gd name="connsiteY2" fmla="*/ 3291 h 6345"/>
                  <a:gd name="connsiteX3" fmla="*/ 5582 w 6343"/>
                  <a:gd name="connsiteY3" fmla="*/ 1048 h 6345"/>
                  <a:gd name="connsiteX4" fmla="*/ 3339 w 6343"/>
                  <a:gd name="connsiteY4" fmla="*/ 118 h 6345"/>
                  <a:gd name="connsiteX5" fmla="*/ 1097 w 6343"/>
                  <a:gd name="connsiteY5" fmla="*/ 1048 h 6345"/>
                  <a:gd name="connsiteX6" fmla="*/ 168 w 6343"/>
                  <a:gd name="connsiteY6" fmla="*/ 3291 h 6345"/>
                  <a:gd name="connsiteX7" fmla="*/ 1097 w 6343"/>
                  <a:gd name="connsiteY7" fmla="*/ 5535 h 6345"/>
                  <a:gd name="connsiteX8" fmla="*/ 3339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464"/>
                    </a:moveTo>
                    <a:cubicBezTo>
                      <a:pt x="4180" y="6464"/>
                      <a:pt x="4987" y="6130"/>
                      <a:pt x="5582" y="5535"/>
                    </a:cubicBezTo>
                    <a:cubicBezTo>
                      <a:pt x="6177" y="4940"/>
                      <a:pt x="6511" y="4133"/>
                      <a:pt x="6511" y="3291"/>
                    </a:cubicBezTo>
                    <a:cubicBezTo>
                      <a:pt x="6511" y="2450"/>
                      <a:pt x="6177" y="1643"/>
                      <a:pt x="5582" y="1048"/>
                    </a:cubicBezTo>
                    <a:cubicBezTo>
                      <a:pt x="4987" y="453"/>
                      <a:pt x="4180" y="118"/>
                      <a:pt x="3339" y="118"/>
                    </a:cubicBezTo>
                    <a:cubicBezTo>
                      <a:pt x="2498" y="118"/>
                      <a:pt x="1691" y="453"/>
                      <a:pt x="1097" y="1048"/>
                    </a:cubicBezTo>
                    <a:cubicBezTo>
                      <a:pt x="502" y="1643"/>
                      <a:pt x="168" y="2450"/>
                      <a:pt x="168" y="3291"/>
                    </a:cubicBezTo>
                    <a:cubicBezTo>
                      <a:pt x="168" y="4133"/>
                      <a:pt x="502" y="4940"/>
                      <a:pt x="1097" y="5535"/>
                    </a:cubicBezTo>
                    <a:cubicBezTo>
                      <a:pt x="1691" y="6130"/>
                      <a:pt x="2498" y="6464"/>
                      <a:pt x="3339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8" name="Freeform: Shape 1557">
                <a:extLst>
                  <a:ext uri="{FF2B5EF4-FFF2-40B4-BE49-F238E27FC236}">
                    <a16:creationId xmlns:a16="http://schemas.microsoft.com/office/drawing/2014/main" id="{24FE0416-2422-9FF4-DF82-5C0D899D574E}"/>
                  </a:ext>
                </a:extLst>
              </p:cNvPr>
              <p:cNvSpPr/>
              <p:nvPr/>
            </p:nvSpPr>
            <p:spPr>
              <a:xfrm>
                <a:off x="2990399" y="4983089"/>
                <a:ext cx="6343" cy="6345"/>
              </a:xfrm>
              <a:custGeom>
                <a:avLst/>
                <a:gdLst>
                  <a:gd name="connsiteX0" fmla="*/ 3340 w 6343"/>
                  <a:gd name="connsiteY0" fmla="*/ 6464 h 6345"/>
                  <a:gd name="connsiteX1" fmla="*/ 5583 w 6343"/>
                  <a:gd name="connsiteY1" fmla="*/ 5535 h 6345"/>
                  <a:gd name="connsiteX2" fmla="*/ 6512 w 6343"/>
                  <a:gd name="connsiteY2" fmla="*/ 3291 h 6345"/>
                  <a:gd name="connsiteX3" fmla="*/ 5583 w 6343"/>
                  <a:gd name="connsiteY3" fmla="*/ 1048 h 6345"/>
                  <a:gd name="connsiteX4" fmla="*/ 3340 w 6343"/>
                  <a:gd name="connsiteY4" fmla="*/ 118 h 6345"/>
                  <a:gd name="connsiteX5" fmla="*/ 1097 w 6343"/>
                  <a:gd name="connsiteY5" fmla="*/ 1048 h 6345"/>
                  <a:gd name="connsiteX6" fmla="*/ 169 w 6343"/>
                  <a:gd name="connsiteY6" fmla="*/ 3291 h 6345"/>
                  <a:gd name="connsiteX7" fmla="*/ 1097 w 6343"/>
                  <a:gd name="connsiteY7" fmla="*/ 5535 h 6345"/>
                  <a:gd name="connsiteX8" fmla="*/ 3340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0" y="6464"/>
                    </a:moveTo>
                    <a:cubicBezTo>
                      <a:pt x="4181" y="6464"/>
                      <a:pt x="4988" y="6130"/>
                      <a:pt x="5583" y="5535"/>
                    </a:cubicBezTo>
                    <a:cubicBezTo>
                      <a:pt x="6177" y="4940"/>
                      <a:pt x="6512" y="4133"/>
                      <a:pt x="6512" y="3291"/>
                    </a:cubicBezTo>
                    <a:cubicBezTo>
                      <a:pt x="6512" y="2450"/>
                      <a:pt x="6177" y="1643"/>
                      <a:pt x="5583" y="1048"/>
                    </a:cubicBezTo>
                    <a:cubicBezTo>
                      <a:pt x="4988" y="453"/>
                      <a:pt x="4181" y="118"/>
                      <a:pt x="3340" y="118"/>
                    </a:cubicBezTo>
                    <a:cubicBezTo>
                      <a:pt x="2499" y="118"/>
                      <a:pt x="1692" y="453"/>
                      <a:pt x="1097" y="1048"/>
                    </a:cubicBezTo>
                    <a:cubicBezTo>
                      <a:pt x="503" y="1643"/>
                      <a:pt x="169" y="2450"/>
                      <a:pt x="169" y="3291"/>
                    </a:cubicBezTo>
                    <a:cubicBezTo>
                      <a:pt x="169" y="4133"/>
                      <a:pt x="503" y="4940"/>
                      <a:pt x="1097" y="5535"/>
                    </a:cubicBezTo>
                    <a:cubicBezTo>
                      <a:pt x="1692" y="6130"/>
                      <a:pt x="2499" y="6464"/>
                      <a:pt x="3340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9" name="Freeform: Shape 1558">
                <a:extLst>
                  <a:ext uri="{FF2B5EF4-FFF2-40B4-BE49-F238E27FC236}">
                    <a16:creationId xmlns:a16="http://schemas.microsoft.com/office/drawing/2014/main" id="{4D114E45-7547-DBB3-026D-8EE44988317A}"/>
                  </a:ext>
                </a:extLst>
              </p:cNvPr>
              <p:cNvSpPr/>
              <p:nvPr/>
            </p:nvSpPr>
            <p:spPr>
              <a:xfrm>
                <a:off x="3001559" y="4983320"/>
                <a:ext cx="6343" cy="6345"/>
              </a:xfrm>
              <a:custGeom>
                <a:avLst/>
                <a:gdLst>
                  <a:gd name="connsiteX0" fmla="*/ 3341 w 6343"/>
                  <a:gd name="connsiteY0" fmla="*/ 6464 h 6345"/>
                  <a:gd name="connsiteX1" fmla="*/ 5584 w 6343"/>
                  <a:gd name="connsiteY1" fmla="*/ 5535 h 6345"/>
                  <a:gd name="connsiteX2" fmla="*/ 6513 w 6343"/>
                  <a:gd name="connsiteY2" fmla="*/ 3291 h 6345"/>
                  <a:gd name="connsiteX3" fmla="*/ 5584 w 6343"/>
                  <a:gd name="connsiteY3" fmla="*/ 1048 h 6345"/>
                  <a:gd name="connsiteX4" fmla="*/ 3341 w 6343"/>
                  <a:gd name="connsiteY4" fmla="*/ 118 h 6345"/>
                  <a:gd name="connsiteX5" fmla="*/ 1098 w 6343"/>
                  <a:gd name="connsiteY5" fmla="*/ 1048 h 6345"/>
                  <a:gd name="connsiteX6" fmla="*/ 169 w 6343"/>
                  <a:gd name="connsiteY6" fmla="*/ 3291 h 6345"/>
                  <a:gd name="connsiteX7" fmla="*/ 1098 w 6343"/>
                  <a:gd name="connsiteY7" fmla="*/ 5535 h 6345"/>
                  <a:gd name="connsiteX8" fmla="*/ 3341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1" y="6464"/>
                    </a:moveTo>
                    <a:cubicBezTo>
                      <a:pt x="4182" y="6464"/>
                      <a:pt x="4989" y="6130"/>
                      <a:pt x="5584" y="5535"/>
                    </a:cubicBezTo>
                    <a:cubicBezTo>
                      <a:pt x="6178" y="4940"/>
                      <a:pt x="6513" y="4133"/>
                      <a:pt x="6513" y="3291"/>
                    </a:cubicBezTo>
                    <a:cubicBezTo>
                      <a:pt x="6513" y="2450"/>
                      <a:pt x="6178" y="1643"/>
                      <a:pt x="5584" y="1048"/>
                    </a:cubicBezTo>
                    <a:cubicBezTo>
                      <a:pt x="4989" y="453"/>
                      <a:pt x="4182" y="118"/>
                      <a:pt x="3341" y="118"/>
                    </a:cubicBezTo>
                    <a:cubicBezTo>
                      <a:pt x="2500" y="118"/>
                      <a:pt x="1693" y="453"/>
                      <a:pt x="1098" y="1048"/>
                    </a:cubicBezTo>
                    <a:cubicBezTo>
                      <a:pt x="504" y="1643"/>
                      <a:pt x="169" y="2450"/>
                      <a:pt x="169" y="3291"/>
                    </a:cubicBezTo>
                    <a:cubicBezTo>
                      <a:pt x="169" y="4133"/>
                      <a:pt x="504" y="4940"/>
                      <a:pt x="1098" y="5535"/>
                    </a:cubicBezTo>
                    <a:cubicBezTo>
                      <a:pt x="1693" y="6130"/>
                      <a:pt x="2500" y="6464"/>
                      <a:pt x="3341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0" name="Freeform: Shape 1559">
                <a:extLst>
                  <a:ext uri="{FF2B5EF4-FFF2-40B4-BE49-F238E27FC236}">
                    <a16:creationId xmlns:a16="http://schemas.microsoft.com/office/drawing/2014/main" id="{86CE2739-2DF9-F260-0571-3CEB3BB6C2C8}"/>
                  </a:ext>
                </a:extLst>
              </p:cNvPr>
              <p:cNvSpPr/>
              <p:nvPr/>
            </p:nvSpPr>
            <p:spPr>
              <a:xfrm>
                <a:off x="3017345" y="4987735"/>
                <a:ext cx="6343" cy="6345"/>
              </a:xfrm>
              <a:custGeom>
                <a:avLst/>
                <a:gdLst>
                  <a:gd name="connsiteX0" fmla="*/ 3342 w 6343"/>
                  <a:gd name="connsiteY0" fmla="*/ 6464 h 6345"/>
                  <a:gd name="connsiteX1" fmla="*/ 5585 w 6343"/>
                  <a:gd name="connsiteY1" fmla="*/ 5535 h 6345"/>
                  <a:gd name="connsiteX2" fmla="*/ 6514 w 6343"/>
                  <a:gd name="connsiteY2" fmla="*/ 3292 h 6345"/>
                  <a:gd name="connsiteX3" fmla="*/ 5585 w 6343"/>
                  <a:gd name="connsiteY3" fmla="*/ 1048 h 6345"/>
                  <a:gd name="connsiteX4" fmla="*/ 3342 w 6343"/>
                  <a:gd name="connsiteY4" fmla="*/ 119 h 6345"/>
                  <a:gd name="connsiteX5" fmla="*/ 1100 w 6343"/>
                  <a:gd name="connsiteY5" fmla="*/ 1048 h 6345"/>
                  <a:gd name="connsiteX6" fmla="*/ 171 w 6343"/>
                  <a:gd name="connsiteY6" fmla="*/ 3292 h 6345"/>
                  <a:gd name="connsiteX7" fmla="*/ 1100 w 6343"/>
                  <a:gd name="connsiteY7" fmla="*/ 5535 h 6345"/>
                  <a:gd name="connsiteX8" fmla="*/ 3342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464"/>
                    </a:moveTo>
                    <a:cubicBezTo>
                      <a:pt x="4183" y="6464"/>
                      <a:pt x="4990" y="6130"/>
                      <a:pt x="5585" y="5535"/>
                    </a:cubicBezTo>
                    <a:cubicBezTo>
                      <a:pt x="6180" y="4940"/>
                      <a:pt x="6514" y="4133"/>
                      <a:pt x="6514" y="3292"/>
                    </a:cubicBezTo>
                    <a:cubicBezTo>
                      <a:pt x="6514" y="2450"/>
                      <a:pt x="6180" y="1643"/>
                      <a:pt x="5585" y="1048"/>
                    </a:cubicBezTo>
                    <a:cubicBezTo>
                      <a:pt x="4990" y="453"/>
                      <a:pt x="4183" y="119"/>
                      <a:pt x="3342" y="119"/>
                    </a:cubicBezTo>
                    <a:cubicBezTo>
                      <a:pt x="2501" y="119"/>
                      <a:pt x="1694" y="453"/>
                      <a:pt x="1100" y="1048"/>
                    </a:cubicBezTo>
                    <a:cubicBezTo>
                      <a:pt x="505" y="1643"/>
                      <a:pt x="171" y="2450"/>
                      <a:pt x="171" y="3292"/>
                    </a:cubicBezTo>
                    <a:cubicBezTo>
                      <a:pt x="171" y="4133"/>
                      <a:pt x="505" y="4940"/>
                      <a:pt x="1100" y="5535"/>
                    </a:cubicBezTo>
                    <a:cubicBezTo>
                      <a:pt x="1694" y="6130"/>
                      <a:pt x="2501" y="6464"/>
                      <a:pt x="3342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1" name="Freeform: Shape 1560">
                <a:extLst>
                  <a:ext uri="{FF2B5EF4-FFF2-40B4-BE49-F238E27FC236}">
                    <a16:creationId xmlns:a16="http://schemas.microsoft.com/office/drawing/2014/main" id="{67D1E294-5106-C75E-39BC-059BD92E0D26}"/>
                  </a:ext>
                </a:extLst>
              </p:cNvPr>
              <p:cNvSpPr/>
              <p:nvPr/>
            </p:nvSpPr>
            <p:spPr>
              <a:xfrm>
                <a:off x="3030475" y="4990043"/>
                <a:ext cx="6343" cy="6345"/>
              </a:xfrm>
              <a:custGeom>
                <a:avLst/>
                <a:gdLst>
                  <a:gd name="connsiteX0" fmla="*/ 3343 w 6343"/>
                  <a:gd name="connsiteY0" fmla="*/ 6464 h 6345"/>
                  <a:gd name="connsiteX1" fmla="*/ 5586 w 6343"/>
                  <a:gd name="connsiteY1" fmla="*/ 5535 h 6345"/>
                  <a:gd name="connsiteX2" fmla="*/ 6515 w 6343"/>
                  <a:gd name="connsiteY2" fmla="*/ 3292 h 6345"/>
                  <a:gd name="connsiteX3" fmla="*/ 5586 w 6343"/>
                  <a:gd name="connsiteY3" fmla="*/ 1048 h 6345"/>
                  <a:gd name="connsiteX4" fmla="*/ 3343 w 6343"/>
                  <a:gd name="connsiteY4" fmla="*/ 119 h 6345"/>
                  <a:gd name="connsiteX5" fmla="*/ 1101 w 6343"/>
                  <a:gd name="connsiteY5" fmla="*/ 1048 h 6345"/>
                  <a:gd name="connsiteX6" fmla="*/ 172 w 6343"/>
                  <a:gd name="connsiteY6" fmla="*/ 3292 h 6345"/>
                  <a:gd name="connsiteX7" fmla="*/ 1101 w 6343"/>
                  <a:gd name="connsiteY7" fmla="*/ 5535 h 6345"/>
                  <a:gd name="connsiteX8" fmla="*/ 3343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3" y="6464"/>
                    </a:moveTo>
                    <a:cubicBezTo>
                      <a:pt x="4184" y="6464"/>
                      <a:pt x="4991" y="6130"/>
                      <a:pt x="5586" y="5535"/>
                    </a:cubicBezTo>
                    <a:cubicBezTo>
                      <a:pt x="6181" y="4940"/>
                      <a:pt x="6515" y="4133"/>
                      <a:pt x="6515" y="3292"/>
                    </a:cubicBezTo>
                    <a:cubicBezTo>
                      <a:pt x="6515" y="2450"/>
                      <a:pt x="6181" y="1643"/>
                      <a:pt x="5586" y="1048"/>
                    </a:cubicBezTo>
                    <a:cubicBezTo>
                      <a:pt x="4991" y="453"/>
                      <a:pt x="4184" y="119"/>
                      <a:pt x="3343" y="119"/>
                    </a:cubicBezTo>
                    <a:cubicBezTo>
                      <a:pt x="2502" y="119"/>
                      <a:pt x="1695" y="453"/>
                      <a:pt x="1101" y="1048"/>
                    </a:cubicBezTo>
                    <a:cubicBezTo>
                      <a:pt x="506" y="1643"/>
                      <a:pt x="172" y="2450"/>
                      <a:pt x="172" y="3292"/>
                    </a:cubicBezTo>
                    <a:cubicBezTo>
                      <a:pt x="172" y="4133"/>
                      <a:pt x="506" y="4940"/>
                      <a:pt x="1101" y="5535"/>
                    </a:cubicBezTo>
                    <a:cubicBezTo>
                      <a:pt x="1695" y="6130"/>
                      <a:pt x="2502" y="6464"/>
                      <a:pt x="3343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2" name="Freeform: Shape 1561">
                <a:extLst>
                  <a:ext uri="{FF2B5EF4-FFF2-40B4-BE49-F238E27FC236}">
                    <a16:creationId xmlns:a16="http://schemas.microsoft.com/office/drawing/2014/main" id="{26EA5067-71BC-777C-DB57-F8EF85A6E5F2}"/>
                  </a:ext>
                </a:extLst>
              </p:cNvPr>
              <p:cNvSpPr/>
              <p:nvPr/>
            </p:nvSpPr>
            <p:spPr>
              <a:xfrm>
                <a:off x="3037796" y="4987332"/>
                <a:ext cx="6343" cy="6345"/>
              </a:xfrm>
              <a:custGeom>
                <a:avLst/>
                <a:gdLst>
                  <a:gd name="connsiteX0" fmla="*/ 3344 w 6343"/>
                  <a:gd name="connsiteY0" fmla="*/ 6464 h 6345"/>
                  <a:gd name="connsiteX1" fmla="*/ 5586 w 6343"/>
                  <a:gd name="connsiteY1" fmla="*/ 5535 h 6345"/>
                  <a:gd name="connsiteX2" fmla="*/ 6515 w 6343"/>
                  <a:gd name="connsiteY2" fmla="*/ 3292 h 6345"/>
                  <a:gd name="connsiteX3" fmla="*/ 5586 w 6343"/>
                  <a:gd name="connsiteY3" fmla="*/ 1048 h 6345"/>
                  <a:gd name="connsiteX4" fmla="*/ 3344 w 6343"/>
                  <a:gd name="connsiteY4" fmla="*/ 119 h 6345"/>
                  <a:gd name="connsiteX5" fmla="*/ 1101 w 6343"/>
                  <a:gd name="connsiteY5" fmla="*/ 1048 h 6345"/>
                  <a:gd name="connsiteX6" fmla="*/ 172 w 6343"/>
                  <a:gd name="connsiteY6" fmla="*/ 3292 h 6345"/>
                  <a:gd name="connsiteX7" fmla="*/ 1101 w 6343"/>
                  <a:gd name="connsiteY7" fmla="*/ 5535 h 6345"/>
                  <a:gd name="connsiteX8" fmla="*/ 3344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4" y="6464"/>
                    </a:moveTo>
                    <a:cubicBezTo>
                      <a:pt x="4185" y="6464"/>
                      <a:pt x="4992" y="6130"/>
                      <a:pt x="5586" y="5535"/>
                    </a:cubicBezTo>
                    <a:cubicBezTo>
                      <a:pt x="6181" y="4940"/>
                      <a:pt x="6515" y="4133"/>
                      <a:pt x="6515" y="3292"/>
                    </a:cubicBezTo>
                    <a:cubicBezTo>
                      <a:pt x="6515" y="2450"/>
                      <a:pt x="6181" y="1643"/>
                      <a:pt x="5586" y="1048"/>
                    </a:cubicBezTo>
                    <a:cubicBezTo>
                      <a:pt x="4992" y="453"/>
                      <a:pt x="4185" y="119"/>
                      <a:pt x="3344" y="119"/>
                    </a:cubicBezTo>
                    <a:cubicBezTo>
                      <a:pt x="2503" y="119"/>
                      <a:pt x="1696" y="453"/>
                      <a:pt x="1101" y="1048"/>
                    </a:cubicBezTo>
                    <a:cubicBezTo>
                      <a:pt x="506" y="1643"/>
                      <a:pt x="172" y="2450"/>
                      <a:pt x="172" y="3292"/>
                    </a:cubicBezTo>
                    <a:cubicBezTo>
                      <a:pt x="172" y="4133"/>
                      <a:pt x="506" y="4940"/>
                      <a:pt x="1101" y="5535"/>
                    </a:cubicBezTo>
                    <a:cubicBezTo>
                      <a:pt x="1696" y="6130"/>
                      <a:pt x="2503" y="6464"/>
                      <a:pt x="3344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3" name="Freeform: Shape 1562">
                <a:extLst>
                  <a:ext uri="{FF2B5EF4-FFF2-40B4-BE49-F238E27FC236}">
                    <a16:creationId xmlns:a16="http://schemas.microsoft.com/office/drawing/2014/main" id="{F2397EE5-78A2-64DF-89D6-88C45CCD59CC}"/>
                  </a:ext>
                </a:extLst>
              </p:cNvPr>
              <p:cNvSpPr/>
              <p:nvPr/>
            </p:nvSpPr>
            <p:spPr>
              <a:xfrm>
                <a:off x="3051506" y="4990477"/>
                <a:ext cx="6343" cy="6345"/>
              </a:xfrm>
              <a:custGeom>
                <a:avLst/>
                <a:gdLst>
                  <a:gd name="connsiteX0" fmla="*/ 3345 w 6343"/>
                  <a:gd name="connsiteY0" fmla="*/ 6464 h 6345"/>
                  <a:gd name="connsiteX1" fmla="*/ 5588 w 6343"/>
                  <a:gd name="connsiteY1" fmla="*/ 5535 h 6345"/>
                  <a:gd name="connsiteX2" fmla="*/ 6516 w 6343"/>
                  <a:gd name="connsiteY2" fmla="*/ 3292 h 6345"/>
                  <a:gd name="connsiteX3" fmla="*/ 5588 w 6343"/>
                  <a:gd name="connsiteY3" fmla="*/ 1048 h 6345"/>
                  <a:gd name="connsiteX4" fmla="*/ 3345 w 6343"/>
                  <a:gd name="connsiteY4" fmla="*/ 119 h 6345"/>
                  <a:gd name="connsiteX5" fmla="*/ 1102 w 6343"/>
                  <a:gd name="connsiteY5" fmla="*/ 1048 h 6345"/>
                  <a:gd name="connsiteX6" fmla="*/ 173 w 6343"/>
                  <a:gd name="connsiteY6" fmla="*/ 3292 h 6345"/>
                  <a:gd name="connsiteX7" fmla="*/ 1102 w 6343"/>
                  <a:gd name="connsiteY7" fmla="*/ 5535 h 6345"/>
                  <a:gd name="connsiteX8" fmla="*/ 3345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464"/>
                    </a:moveTo>
                    <a:cubicBezTo>
                      <a:pt x="4186" y="6464"/>
                      <a:pt x="4993" y="6130"/>
                      <a:pt x="5588" y="5535"/>
                    </a:cubicBezTo>
                    <a:cubicBezTo>
                      <a:pt x="6182" y="4940"/>
                      <a:pt x="6516" y="4133"/>
                      <a:pt x="6516" y="3292"/>
                    </a:cubicBezTo>
                    <a:cubicBezTo>
                      <a:pt x="6516" y="2450"/>
                      <a:pt x="6182" y="1643"/>
                      <a:pt x="5588" y="1048"/>
                    </a:cubicBezTo>
                    <a:cubicBezTo>
                      <a:pt x="4993" y="453"/>
                      <a:pt x="4186" y="119"/>
                      <a:pt x="3345" y="119"/>
                    </a:cubicBezTo>
                    <a:cubicBezTo>
                      <a:pt x="2504" y="119"/>
                      <a:pt x="1697" y="453"/>
                      <a:pt x="1102" y="1048"/>
                    </a:cubicBezTo>
                    <a:cubicBezTo>
                      <a:pt x="508" y="1643"/>
                      <a:pt x="173" y="2450"/>
                      <a:pt x="173" y="3292"/>
                    </a:cubicBezTo>
                    <a:cubicBezTo>
                      <a:pt x="173" y="4133"/>
                      <a:pt x="508" y="4940"/>
                      <a:pt x="1102" y="5535"/>
                    </a:cubicBezTo>
                    <a:cubicBezTo>
                      <a:pt x="1697" y="6130"/>
                      <a:pt x="2504" y="6464"/>
                      <a:pt x="3345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4" name="Freeform: Shape 1563">
                <a:extLst>
                  <a:ext uri="{FF2B5EF4-FFF2-40B4-BE49-F238E27FC236}">
                    <a16:creationId xmlns:a16="http://schemas.microsoft.com/office/drawing/2014/main" id="{E29976C7-BEE2-436C-5E74-79181DB0B073}"/>
                  </a:ext>
                </a:extLst>
              </p:cNvPr>
              <p:cNvSpPr/>
              <p:nvPr/>
            </p:nvSpPr>
            <p:spPr>
              <a:xfrm>
                <a:off x="3062829" y="4991635"/>
                <a:ext cx="6343" cy="6345"/>
              </a:xfrm>
              <a:custGeom>
                <a:avLst/>
                <a:gdLst>
                  <a:gd name="connsiteX0" fmla="*/ 3346 w 6343"/>
                  <a:gd name="connsiteY0" fmla="*/ 6465 h 6345"/>
                  <a:gd name="connsiteX1" fmla="*/ 5588 w 6343"/>
                  <a:gd name="connsiteY1" fmla="*/ 5535 h 6345"/>
                  <a:gd name="connsiteX2" fmla="*/ 6517 w 6343"/>
                  <a:gd name="connsiteY2" fmla="*/ 3292 h 6345"/>
                  <a:gd name="connsiteX3" fmla="*/ 5588 w 6343"/>
                  <a:gd name="connsiteY3" fmla="*/ 1048 h 6345"/>
                  <a:gd name="connsiteX4" fmla="*/ 3346 w 6343"/>
                  <a:gd name="connsiteY4" fmla="*/ 119 h 6345"/>
                  <a:gd name="connsiteX5" fmla="*/ 1103 w 6343"/>
                  <a:gd name="connsiteY5" fmla="*/ 1048 h 6345"/>
                  <a:gd name="connsiteX6" fmla="*/ 174 w 6343"/>
                  <a:gd name="connsiteY6" fmla="*/ 3292 h 6345"/>
                  <a:gd name="connsiteX7" fmla="*/ 1103 w 6343"/>
                  <a:gd name="connsiteY7" fmla="*/ 5535 h 6345"/>
                  <a:gd name="connsiteX8" fmla="*/ 3346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6" y="6465"/>
                    </a:moveTo>
                    <a:cubicBezTo>
                      <a:pt x="4187" y="6465"/>
                      <a:pt x="4994" y="6130"/>
                      <a:pt x="5588" y="5535"/>
                    </a:cubicBezTo>
                    <a:cubicBezTo>
                      <a:pt x="6183" y="4940"/>
                      <a:pt x="6517" y="4133"/>
                      <a:pt x="6517" y="3292"/>
                    </a:cubicBezTo>
                    <a:cubicBezTo>
                      <a:pt x="6517" y="2450"/>
                      <a:pt x="6183" y="1643"/>
                      <a:pt x="5588" y="1048"/>
                    </a:cubicBezTo>
                    <a:cubicBezTo>
                      <a:pt x="4994" y="453"/>
                      <a:pt x="4187" y="119"/>
                      <a:pt x="3346" y="119"/>
                    </a:cubicBezTo>
                    <a:cubicBezTo>
                      <a:pt x="2505" y="119"/>
                      <a:pt x="1698" y="453"/>
                      <a:pt x="1103" y="1048"/>
                    </a:cubicBezTo>
                    <a:cubicBezTo>
                      <a:pt x="508" y="1643"/>
                      <a:pt x="174" y="2450"/>
                      <a:pt x="174" y="3292"/>
                    </a:cubicBezTo>
                    <a:cubicBezTo>
                      <a:pt x="174" y="4133"/>
                      <a:pt x="508" y="4940"/>
                      <a:pt x="1103" y="5535"/>
                    </a:cubicBezTo>
                    <a:cubicBezTo>
                      <a:pt x="1698" y="6130"/>
                      <a:pt x="2505" y="6465"/>
                      <a:pt x="3346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5" name="Freeform: Shape 1564">
                <a:extLst>
                  <a:ext uri="{FF2B5EF4-FFF2-40B4-BE49-F238E27FC236}">
                    <a16:creationId xmlns:a16="http://schemas.microsoft.com/office/drawing/2014/main" id="{DC0E5E62-1BF6-00FA-5443-FF20679530BC}"/>
                  </a:ext>
                </a:extLst>
              </p:cNvPr>
              <p:cNvSpPr/>
              <p:nvPr/>
            </p:nvSpPr>
            <p:spPr>
              <a:xfrm>
                <a:off x="3073549" y="4992385"/>
                <a:ext cx="6343" cy="6345"/>
              </a:xfrm>
              <a:custGeom>
                <a:avLst/>
                <a:gdLst>
                  <a:gd name="connsiteX0" fmla="*/ 3347 w 6343"/>
                  <a:gd name="connsiteY0" fmla="*/ 6465 h 6345"/>
                  <a:gd name="connsiteX1" fmla="*/ 5589 w 6343"/>
                  <a:gd name="connsiteY1" fmla="*/ 5535 h 6345"/>
                  <a:gd name="connsiteX2" fmla="*/ 6518 w 6343"/>
                  <a:gd name="connsiteY2" fmla="*/ 3292 h 6345"/>
                  <a:gd name="connsiteX3" fmla="*/ 5589 w 6343"/>
                  <a:gd name="connsiteY3" fmla="*/ 1048 h 6345"/>
                  <a:gd name="connsiteX4" fmla="*/ 3347 w 6343"/>
                  <a:gd name="connsiteY4" fmla="*/ 119 h 6345"/>
                  <a:gd name="connsiteX5" fmla="*/ 1104 w 6343"/>
                  <a:gd name="connsiteY5" fmla="*/ 1048 h 6345"/>
                  <a:gd name="connsiteX6" fmla="*/ 175 w 6343"/>
                  <a:gd name="connsiteY6" fmla="*/ 3292 h 6345"/>
                  <a:gd name="connsiteX7" fmla="*/ 1104 w 6343"/>
                  <a:gd name="connsiteY7" fmla="*/ 5535 h 6345"/>
                  <a:gd name="connsiteX8" fmla="*/ 3347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7" y="6465"/>
                    </a:moveTo>
                    <a:cubicBezTo>
                      <a:pt x="4188" y="6465"/>
                      <a:pt x="4995" y="6130"/>
                      <a:pt x="5589" y="5535"/>
                    </a:cubicBezTo>
                    <a:cubicBezTo>
                      <a:pt x="6184" y="4940"/>
                      <a:pt x="6518" y="4133"/>
                      <a:pt x="6518" y="3292"/>
                    </a:cubicBezTo>
                    <a:cubicBezTo>
                      <a:pt x="6518" y="2451"/>
                      <a:pt x="6184" y="1643"/>
                      <a:pt x="5589" y="1048"/>
                    </a:cubicBezTo>
                    <a:cubicBezTo>
                      <a:pt x="4995" y="454"/>
                      <a:pt x="4188" y="119"/>
                      <a:pt x="3347" y="119"/>
                    </a:cubicBezTo>
                    <a:cubicBezTo>
                      <a:pt x="2506" y="119"/>
                      <a:pt x="1699" y="454"/>
                      <a:pt x="1104" y="1048"/>
                    </a:cubicBezTo>
                    <a:cubicBezTo>
                      <a:pt x="509" y="1643"/>
                      <a:pt x="175" y="2451"/>
                      <a:pt x="175" y="3292"/>
                    </a:cubicBezTo>
                    <a:cubicBezTo>
                      <a:pt x="175" y="4133"/>
                      <a:pt x="509" y="4940"/>
                      <a:pt x="1104" y="5535"/>
                    </a:cubicBezTo>
                    <a:cubicBezTo>
                      <a:pt x="1699" y="6130"/>
                      <a:pt x="2506" y="6465"/>
                      <a:pt x="3347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6" name="Freeform: Shape 1565">
                <a:extLst>
                  <a:ext uri="{FF2B5EF4-FFF2-40B4-BE49-F238E27FC236}">
                    <a16:creationId xmlns:a16="http://schemas.microsoft.com/office/drawing/2014/main" id="{90CD064A-CD11-6B5D-B76E-99D2EB01A934}"/>
                  </a:ext>
                </a:extLst>
              </p:cNvPr>
              <p:cNvSpPr/>
              <p:nvPr/>
            </p:nvSpPr>
            <p:spPr>
              <a:xfrm>
                <a:off x="3084645" y="4993630"/>
                <a:ext cx="6343" cy="6345"/>
              </a:xfrm>
              <a:custGeom>
                <a:avLst/>
                <a:gdLst>
                  <a:gd name="connsiteX0" fmla="*/ 3348 w 6343"/>
                  <a:gd name="connsiteY0" fmla="*/ 6465 h 6345"/>
                  <a:gd name="connsiteX1" fmla="*/ 5590 w 6343"/>
                  <a:gd name="connsiteY1" fmla="*/ 5535 h 6345"/>
                  <a:gd name="connsiteX2" fmla="*/ 6519 w 6343"/>
                  <a:gd name="connsiteY2" fmla="*/ 3292 h 6345"/>
                  <a:gd name="connsiteX3" fmla="*/ 5590 w 6343"/>
                  <a:gd name="connsiteY3" fmla="*/ 1049 h 6345"/>
                  <a:gd name="connsiteX4" fmla="*/ 3348 w 6343"/>
                  <a:gd name="connsiteY4" fmla="*/ 119 h 6345"/>
                  <a:gd name="connsiteX5" fmla="*/ 1105 w 6343"/>
                  <a:gd name="connsiteY5" fmla="*/ 1049 h 6345"/>
                  <a:gd name="connsiteX6" fmla="*/ 176 w 6343"/>
                  <a:gd name="connsiteY6" fmla="*/ 3292 h 6345"/>
                  <a:gd name="connsiteX7" fmla="*/ 1105 w 6343"/>
                  <a:gd name="connsiteY7" fmla="*/ 5535 h 6345"/>
                  <a:gd name="connsiteX8" fmla="*/ 3348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465"/>
                    </a:moveTo>
                    <a:cubicBezTo>
                      <a:pt x="4189" y="6465"/>
                      <a:pt x="4995" y="6130"/>
                      <a:pt x="5590" y="5535"/>
                    </a:cubicBezTo>
                    <a:cubicBezTo>
                      <a:pt x="6185" y="4940"/>
                      <a:pt x="6519" y="4133"/>
                      <a:pt x="6519" y="3292"/>
                    </a:cubicBezTo>
                    <a:cubicBezTo>
                      <a:pt x="6519" y="2451"/>
                      <a:pt x="6185" y="1644"/>
                      <a:pt x="5590" y="1049"/>
                    </a:cubicBezTo>
                    <a:cubicBezTo>
                      <a:pt x="4995" y="454"/>
                      <a:pt x="4189" y="119"/>
                      <a:pt x="3348" y="119"/>
                    </a:cubicBezTo>
                    <a:cubicBezTo>
                      <a:pt x="2506" y="119"/>
                      <a:pt x="1700" y="454"/>
                      <a:pt x="1105" y="1049"/>
                    </a:cubicBezTo>
                    <a:cubicBezTo>
                      <a:pt x="510" y="1644"/>
                      <a:pt x="176" y="2451"/>
                      <a:pt x="176" y="3292"/>
                    </a:cubicBezTo>
                    <a:cubicBezTo>
                      <a:pt x="176" y="4133"/>
                      <a:pt x="510" y="4940"/>
                      <a:pt x="1105" y="5535"/>
                    </a:cubicBezTo>
                    <a:cubicBezTo>
                      <a:pt x="1700" y="6130"/>
                      <a:pt x="2506" y="6465"/>
                      <a:pt x="3348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7" name="Freeform: Shape 1566">
                <a:extLst>
                  <a:ext uri="{FF2B5EF4-FFF2-40B4-BE49-F238E27FC236}">
                    <a16:creationId xmlns:a16="http://schemas.microsoft.com/office/drawing/2014/main" id="{E9B7791F-39B1-34DB-56C0-CB01203423F9}"/>
                  </a:ext>
                </a:extLst>
              </p:cNvPr>
              <p:cNvSpPr/>
              <p:nvPr/>
            </p:nvSpPr>
            <p:spPr>
              <a:xfrm>
                <a:off x="3095074" y="4994391"/>
                <a:ext cx="6343" cy="6345"/>
              </a:xfrm>
              <a:custGeom>
                <a:avLst/>
                <a:gdLst>
                  <a:gd name="connsiteX0" fmla="*/ 3348 w 6343"/>
                  <a:gd name="connsiteY0" fmla="*/ 6465 h 6345"/>
                  <a:gd name="connsiteX1" fmla="*/ 5591 w 6343"/>
                  <a:gd name="connsiteY1" fmla="*/ 5536 h 6345"/>
                  <a:gd name="connsiteX2" fmla="*/ 6520 w 6343"/>
                  <a:gd name="connsiteY2" fmla="*/ 3292 h 6345"/>
                  <a:gd name="connsiteX3" fmla="*/ 5591 w 6343"/>
                  <a:gd name="connsiteY3" fmla="*/ 1049 h 6345"/>
                  <a:gd name="connsiteX4" fmla="*/ 3348 w 6343"/>
                  <a:gd name="connsiteY4" fmla="*/ 119 h 6345"/>
                  <a:gd name="connsiteX5" fmla="*/ 1106 w 6343"/>
                  <a:gd name="connsiteY5" fmla="*/ 1049 h 6345"/>
                  <a:gd name="connsiteX6" fmla="*/ 177 w 6343"/>
                  <a:gd name="connsiteY6" fmla="*/ 3292 h 6345"/>
                  <a:gd name="connsiteX7" fmla="*/ 1106 w 6343"/>
                  <a:gd name="connsiteY7" fmla="*/ 5536 h 6345"/>
                  <a:gd name="connsiteX8" fmla="*/ 3348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465"/>
                    </a:moveTo>
                    <a:cubicBezTo>
                      <a:pt x="4189" y="6465"/>
                      <a:pt x="4996" y="6130"/>
                      <a:pt x="5591" y="5536"/>
                    </a:cubicBezTo>
                    <a:cubicBezTo>
                      <a:pt x="6186" y="4941"/>
                      <a:pt x="6520" y="4133"/>
                      <a:pt x="6520" y="3292"/>
                    </a:cubicBezTo>
                    <a:cubicBezTo>
                      <a:pt x="6520" y="2451"/>
                      <a:pt x="6186" y="1644"/>
                      <a:pt x="5591" y="1049"/>
                    </a:cubicBezTo>
                    <a:cubicBezTo>
                      <a:pt x="4996" y="454"/>
                      <a:pt x="4189" y="119"/>
                      <a:pt x="3348" y="119"/>
                    </a:cubicBezTo>
                    <a:cubicBezTo>
                      <a:pt x="2507" y="119"/>
                      <a:pt x="1700" y="454"/>
                      <a:pt x="1106" y="1049"/>
                    </a:cubicBezTo>
                    <a:cubicBezTo>
                      <a:pt x="511" y="1644"/>
                      <a:pt x="177" y="2451"/>
                      <a:pt x="177" y="3292"/>
                    </a:cubicBezTo>
                    <a:cubicBezTo>
                      <a:pt x="177" y="4133"/>
                      <a:pt x="511" y="4941"/>
                      <a:pt x="1106" y="5536"/>
                    </a:cubicBezTo>
                    <a:cubicBezTo>
                      <a:pt x="1700" y="6130"/>
                      <a:pt x="2507" y="6465"/>
                      <a:pt x="3348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8" name="Freeform: Shape 1567">
                <a:extLst>
                  <a:ext uri="{FF2B5EF4-FFF2-40B4-BE49-F238E27FC236}">
                    <a16:creationId xmlns:a16="http://schemas.microsoft.com/office/drawing/2014/main" id="{448335EA-4B7D-1825-9104-C6B312265E21}"/>
                  </a:ext>
                </a:extLst>
              </p:cNvPr>
              <p:cNvSpPr/>
              <p:nvPr/>
            </p:nvSpPr>
            <p:spPr>
              <a:xfrm>
                <a:off x="3112082" y="5001636"/>
                <a:ext cx="6343" cy="6345"/>
              </a:xfrm>
              <a:custGeom>
                <a:avLst/>
                <a:gdLst>
                  <a:gd name="connsiteX0" fmla="*/ 3350 w 6343"/>
                  <a:gd name="connsiteY0" fmla="*/ 6465 h 6345"/>
                  <a:gd name="connsiteX1" fmla="*/ 5592 w 6343"/>
                  <a:gd name="connsiteY1" fmla="*/ 5536 h 6345"/>
                  <a:gd name="connsiteX2" fmla="*/ 6521 w 6343"/>
                  <a:gd name="connsiteY2" fmla="*/ 3293 h 6345"/>
                  <a:gd name="connsiteX3" fmla="*/ 5592 w 6343"/>
                  <a:gd name="connsiteY3" fmla="*/ 1049 h 6345"/>
                  <a:gd name="connsiteX4" fmla="*/ 3350 w 6343"/>
                  <a:gd name="connsiteY4" fmla="*/ 120 h 6345"/>
                  <a:gd name="connsiteX5" fmla="*/ 1107 w 6343"/>
                  <a:gd name="connsiteY5" fmla="*/ 1049 h 6345"/>
                  <a:gd name="connsiteX6" fmla="*/ 178 w 6343"/>
                  <a:gd name="connsiteY6" fmla="*/ 3293 h 6345"/>
                  <a:gd name="connsiteX7" fmla="*/ 1107 w 6343"/>
                  <a:gd name="connsiteY7" fmla="*/ 5536 h 6345"/>
                  <a:gd name="connsiteX8" fmla="*/ 3350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465"/>
                    </a:moveTo>
                    <a:cubicBezTo>
                      <a:pt x="4191" y="6465"/>
                      <a:pt x="4998" y="6131"/>
                      <a:pt x="5592" y="5536"/>
                    </a:cubicBezTo>
                    <a:cubicBezTo>
                      <a:pt x="6187" y="4941"/>
                      <a:pt x="6521" y="4134"/>
                      <a:pt x="6521" y="3293"/>
                    </a:cubicBezTo>
                    <a:cubicBezTo>
                      <a:pt x="6521" y="2451"/>
                      <a:pt x="6187" y="1644"/>
                      <a:pt x="5592" y="1049"/>
                    </a:cubicBezTo>
                    <a:cubicBezTo>
                      <a:pt x="4998" y="454"/>
                      <a:pt x="4191" y="120"/>
                      <a:pt x="3350" y="120"/>
                    </a:cubicBezTo>
                    <a:cubicBezTo>
                      <a:pt x="2509" y="120"/>
                      <a:pt x="1702" y="454"/>
                      <a:pt x="1107" y="1049"/>
                    </a:cubicBezTo>
                    <a:cubicBezTo>
                      <a:pt x="512" y="1644"/>
                      <a:pt x="178" y="2451"/>
                      <a:pt x="178" y="3293"/>
                    </a:cubicBezTo>
                    <a:cubicBezTo>
                      <a:pt x="178" y="4134"/>
                      <a:pt x="512" y="4941"/>
                      <a:pt x="1107" y="5536"/>
                    </a:cubicBezTo>
                    <a:cubicBezTo>
                      <a:pt x="1702" y="6131"/>
                      <a:pt x="2509" y="6465"/>
                      <a:pt x="3350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9" name="Freeform: Shape 1568">
                <a:extLst>
                  <a:ext uri="{FF2B5EF4-FFF2-40B4-BE49-F238E27FC236}">
                    <a16:creationId xmlns:a16="http://schemas.microsoft.com/office/drawing/2014/main" id="{A7DF10D4-E5C8-7BA0-2020-A85843A3C4E5}"/>
                  </a:ext>
                </a:extLst>
              </p:cNvPr>
              <p:cNvSpPr/>
              <p:nvPr/>
            </p:nvSpPr>
            <p:spPr>
              <a:xfrm>
                <a:off x="3127472" y="5007597"/>
                <a:ext cx="6343" cy="6345"/>
              </a:xfrm>
              <a:custGeom>
                <a:avLst/>
                <a:gdLst>
                  <a:gd name="connsiteX0" fmla="*/ 3351 w 6343"/>
                  <a:gd name="connsiteY0" fmla="*/ 6466 h 6345"/>
                  <a:gd name="connsiteX1" fmla="*/ 5594 w 6343"/>
                  <a:gd name="connsiteY1" fmla="*/ 5537 h 6345"/>
                  <a:gd name="connsiteX2" fmla="*/ 6522 w 6343"/>
                  <a:gd name="connsiteY2" fmla="*/ 3293 h 6345"/>
                  <a:gd name="connsiteX3" fmla="*/ 5594 w 6343"/>
                  <a:gd name="connsiteY3" fmla="*/ 1050 h 6345"/>
                  <a:gd name="connsiteX4" fmla="*/ 3351 w 6343"/>
                  <a:gd name="connsiteY4" fmla="*/ 120 h 6345"/>
                  <a:gd name="connsiteX5" fmla="*/ 1108 w 6343"/>
                  <a:gd name="connsiteY5" fmla="*/ 1050 h 6345"/>
                  <a:gd name="connsiteX6" fmla="*/ 179 w 6343"/>
                  <a:gd name="connsiteY6" fmla="*/ 3293 h 6345"/>
                  <a:gd name="connsiteX7" fmla="*/ 1108 w 6343"/>
                  <a:gd name="connsiteY7" fmla="*/ 5537 h 6345"/>
                  <a:gd name="connsiteX8" fmla="*/ 335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466"/>
                    </a:moveTo>
                    <a:cubicBezTo>
                      <a:pt x="4192" y="6466"/>
                      <a:pt x="4999" y="6132"/>
                      <a:pt x="5594" y="5537"/>
                    </a:cubicBezTo>
                    <a:cubicBezTo>
                      <a:pt x="6188" y="4942"/>
                      <a:pt x="6522" y="4135"/>
                      <a:pt x="6522" y="3293"/>
                    </a:cubicBezTo>
                    <a:cubicBezTo>
                      <a:pt x="6522" y="2452"/>
                      <a:pt x="6188" y="1645"/>
                      <a:pt x="5594" y="1050"/>
                    </a:cubicBezTo>
                    <a:cubicBezTo>
                      <a:pt x="4999" y="455"/>
                      <a:pt x="4192" y="120"/>
                      <a:pt x="3351" y="120"/>
                    </a:cubicBezTo>
                    <a:cubicBezTo>
                      <a:pt x="2510" y="120"/>
                      <a:pt x="1703" y="455"/>
                      <a:pt x="1108" y="1050"/>
                    </a:cubicBezTo>
                    <a:cubicBezTo>
                      <a:pt x="514" y="1645"/>
                      <a:pt x="179" y="2452"/>
                      <a:pt x="179" y="3293"/>
                    </a:cubicBezTo>
                    <a:cubicBezTo>
                      <a:pt x="179" y="4135"/>
                      <a:pt x="514" y="4942"/>
                      <a:pt x="1108" y="5537"/>
                    </a:cubicBezTo>
                    <a:cubicBezTo>
                      <a:pt x="1703" y="6132"/>
                      <a:pt x="2510" y="6466"/>
                      <a:pt x="335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0" name="Freeform: Shape 1569">
                <a:extLst>
                  <a:ext uri="{FF2B5EF4-FFF2-40B4-BE49-F238E27FC236}">
                    <a16:creationId xmlns:a16="http://schemas.microsoft.com/office/drawing/2014/main" id="{F908A15E-CBCA-F271-F9C8-391D28A1DDF8}"/>
                  </a:ext>
                </a:extLst>
              </p:cNvPr>
              <p:cNvSpPr/>
              <p:nvPr/>
            </p:nvSpPr>
            <p:spPr>
              <a:xfrm>
                <a:off x="3138592" y="5009598"/>
                <a:ext cx="6343" cy="6345"/>
              </a:xfrm>
              <a:custGeom>
                <a:avLst/>
                <a:gdLst>
                  <a:gd name="connsiteX0" fmla="*/ 3352 w 6343"/>
                  <a:gd name="connsiteY0" fmla="*/ 6466 h 6345"/>
                  <a:gd name="connsiteX1" fmla="*/ 5594 w 6343"/>
                  <a:gd name="connsiteY1" fmla="*/ 5537 h 6345"/>
                  <a:gd name="connsiteX2" fmla="*/ 6523 w 6343"/>
                  <a:gd name="connsiteY2" fmla="*/ 3293 h 6345"/>
                  <a:gd name="connsiteX3" fmla="*/ 5594 w 6343"/>
                  <a:gd name="connsiteY3" fmla="*/ 1050 h 6345"/>
                  <a:gd name="connsiteX4" fmla="*/ 3352 w 6343"/>
                  <a:gd name="connsiteY4" fmla="*/ 121 h 6345"/>
                  <a:gd name="connsiteX5" fmla="*/ 1109 w 6343"/>
                  <a:gd name="connsiteY5" fmla="*/ 1050 h 6345"/>
                  <a:gd name="connsiteX6" fmla="*/ 180 w 6343"/>
                  <a:gd name="connsiteY6" fmla="*/ 3293 h 6345"/>
                  <a:gd name="connsiteX7" fmla="*/ 1109 w 6343"/>
                  <a:gd name="connsiteY7" fmla="*/ 5537 h 6345"/>
                  <a:gd name="connsiteX8" fmla="*/ 3352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466"/>
                    </a:moveTo>
                    <a:cubicBezTo>
                      <a:pt x="4193" y="6466"/>
                      <a:pt x="5000" y="6132"/>
                      <a:pt x="5594" y="5537"/>
                    </a:cubicBezTo>
                    <a:cubicBezTo>
                      <a:pt x="6189" y="4942"/>
                      <a:pt x="6523" y="4135"/>
                      <a:pt x="6523" y="3293"/>
                    </a:cubicBezTo>
                    <a:cubicBezTo>
                      <a:pt x="6523" y="2452"/>
                      <a:pt x="6189" y="1645"/>
                      <a:pt x="5594" y="1050"/>
                    </a:cubicBezTo>
                    <a:cubicBezTo>
                      <a:pt x="5000" y="455"/>
                      <a:pt x="4193" y="121"/>
                      <a:pt x="3352" y="121"/>
                    </a:cubicBezTo>
                    <a:cubicBezTo>
                      <a:pt x="2511" y="121"/>
                      <a:pt x="1704" y="455"/>
                      <a:pt x="1109" y="1050"/>
                    </a:cubicBezTo>
                    <a:cubicBezTo>
                      <a:pt x="514" y="1645"/>
                      <a:pt x="180" y="2452"/>
                      <a:pt x="180" y="3293"/>
                    </a:cubicBezTo>
                    <a:cubicBezTo>
                      <a:pt x="180" y="4135"/>
                      <a:pt x="514" y="4942"/>
                      <a:pt x="1109" y="5537"/>
                    </a:cubicBezTo>
                    <a:cubicBezTo>
                      <a:pt x="1704" y="6132"/>
                      <a:pt x="2511" y="6466"/>
                      <a:pt x="3352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1" name="Freeform: Shape 1570">
                <a:extLst>
                  <a:ext uri="{FF2B5EF4-FFF2-40B4-BE49-F238E27FC236}">
                    <a16:creationId xmlns:a16="http://schemas.microsoft.com/office/drawing/2014/main" id="{39586258-806F-F465-A861-5B81F18F5AC9}"/>
                  </a:ext>
                </a:extLst>
              </p:cNvPr>
              <p:cNvSpPr/>
              <p:nvPr/>
            </p:nvSpPr>
            <p:spPr>
              <a:xfrm>
                <a:off x="3146898" y="5008946"/>
                <a:ext cx="6343" cy="6345"/>
              </a:xfrm>
              <a:custGeom>
                <a:avLst/>
                <a:gdLst>
                  <a:gd name="connsiteX0" fmla="*/ 3352 w 6343"/>
                  <a:gd name="connsiteY0" fmla="*/ 6466 h 6345"/>
                  <a:gd name="connsiteX1" fmla="*/ 5595 w 6343"/>
                  <a:gd name="connsiteY1" fmla="*/ 5537 h 6345"/>
                  <a:gd name="connsiteX2" fmla="*/ 6524 w 6343"/>
                  <a:gd name="connsiteY2" fmla="*/ 3293 h 6345"/>
                  <a:gd name="connsiteX3" fmla="*/ 5595 w 6343"/>
                  <a:gd name="connsiteY3" fmla="*/ 1050 h 6345"/>
                  <a:gd name="connsiteX4" fmla="*/ 3352 w 6343"/>
                  <a:gd name="connsiteY4" fmla="*/ 121 h 6345"/>
                  <a:gd name="connsiteX5" fmla="*/ 1110 w 6343"/>
                  <a:gd name="connsiteY5" fmla="*/ 1050 h 6345"/>
                  <a:gd name="connsiteX6" fmla="*/ 181 w 6343"/>
                  <a:gd name="connsiteY6" fmla="*/ 3293 h 6345"/>
                  <a:gd name="connsiteX7" fmla="*/ 1110 w 6343"/>
                  <a:gd name="connsiteY7" fmla="*/ 5537 h 6345"/>
                  <a:gd name="connsiteX8" fmla="*/ 3352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466"/>
                    </a:moveTo>
                    <a:cubicBezTo>
                      <a:pt x="4194" y="6466"/>
                      <a:pt x="5000" y="6132"/>
                      <a:pt x="5595" y="5537"/>
                    </a:cubicBezTo>
                    <a:cubicBezTo>
                      <a:pt x="6190" y="4942"/>
                      <a:pt x="6524" y="4135"/>
                      <a:pt x="6524" y="3293"/>
                    </a:cubicBezTo>
                    <a:cubicBezTo>
                      <a:pt x="6524" y="2452"/>
                      <a:pt x="6190" y="1645"/>
                      <a:pt x="5595" y="1050"/>
                    </a:cubicBezTo>
                    <a:cubicBezTo>
                      <a:pt x="5000" y="455"/>
                      <a:pt x="4194" y="121"/>
                      <a:pt x="3352" y="121"/>
                    </a:cubicBezTo>
                    <a:cubicBezTo>
                      <a:pt x="2511" y="121"/>
                      <a:pt x="1705" y="455"/>
                      <a:pt x="1110" y="1050"/>
                    </a:cubicBezTo>
                    <a:cubicBezTo>
                      <a:pt x="515" y="1645"/>
                      <a:pt x="181" y="2452"/>
                      <a:pt x="181" y="3293"/>
                    </a:cubicBezTo>
                    <a:cubicBezTo>
                      <a:pt x="181" y="4135"/>
                      <a:pt x="515" y="4942"/>
                      <a:pt x="1110" y="5537"/>
                    </a:cubicBezTo>
                    <a:cubicBezTo>
                      <a:pt x="1705" y="6132"/>
                      <a:pt x="2511" y="6466"/>
                      <a:pt x="3352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2" name="Freeform: Shape 1571">
                <a:extLst>
                  <a:ext uri="{FF2B5EF4-FFF2-40B4-BE49-F238E27FC236}">
                    <a16:creationId xmlns:a16="http://schemas.microsoft.com/office/drawing/2014/main" id="{236781C6-5C19-28D5-7363-2CEDA6E6C69F}"/>
                  </a:ext>
                </a:extLst>
              </p:cNvPr>
              <p:cNvSpPr/>
              <p:nvPr/>
            </p:nvSpPr>
            <p:spPr>
              <a:xfrm>
                <a:off x="3153410" y="5006570"/>
                <a:ext cx="6343" cy="6345"/>
              </a:xfrm>
              <a:custGeom>
                <a:avLst/>
                <a:gdLst>
                  <a:gd name="connsiteX0" fmla="*/ 3353 w 6343"/>
                  <a:gd name="connsiteY0" fmla="*/ 6466 h 6345"/>
                  <a:gd name="connsiteX1" fmla="*/ 5596 w 6343"/>
                  <a:gd name="connsiteY1" fmla="*/ 5536 h 6345"/>
                  <a:gd name="connsiteX2" fmla="*/ 6525 w 6343"/>
                  <a:gd name="connsiteY2" fmla="*/ 3293 h 6345"/>
                  <a:gd name="connsiteX3" fmla="*/ 5596 w 6343"/>
                  <a:gd name="connsiteY3" fmla="*/ 1050 h 6345"/>
                  <a:gd name="connsiteX4" fmla="*/ 3353 w 6343"/>
                  <a:gd name="connsiteY4" fmla="*/ 120 h 6345"/>
                  <a:gd name="connsiteX5" fmla="*/ 1110 w 6343"/>
                  <a:gd name="connsiteY5" fmla="*/ 1050 h 6345"/>
                  <a:gd name="connsiteX6" fmla="*/ 181 w 6343"/>
                  <a:gd name="connsiteY6" fmla="*/ 3293 h 6345"/>
                  <a:gd name="connsiteX7" fmla="*/ 1110 w 6343"/>
                  <a:gd name="connsiteY7" fmla="*/ 5536 h 6345"/>
                  <a:gd name="connsiteX8" fmla="*/ 335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466"/>
                    </a:moveTo>
                    <a:cubicBezTo>
                      <a:pt x="4194" y="6466"/>
                      <a:pt x="5001" y="6131"/>
                      <a:pt x="5596" y="5536"/>
                    </a:cubicBezTo>
                    <a:cubicBezTo>
                      <a:pt x="6190" y="4942"/>
                      <a:pt x="6525" y="4134"/>
                      <a:pt x="6525" y="3293"/>
                    </a:cubicBezTo>
                    <a:cubicBezTo>
                      <a:pt x="6525" y="2452"/>
                      <a:pt x="6190" y="1645"/>
                      <a:pt x="5596" y="1050"/>
                    </a:cubicBezTo>
                    <a:cubicBezTo>
                      <a:pt x="5001" y="455"/>
                      <a:pt x="4194" y="120"/>
                      <a:pt x="3353" y="120"/>
                    </a:cubicBezTo>
                    <a:cubicBezTo>
                      <a:pt x="2512" y="120"/>
                      <a:pt x="1705" y="455"/>
                      <a:pt x="1110" y="1050"/>
                    </a:cubicBezTo>
                    <a:cubicBezTo>
                      <a:pt x="516" y="1645"/>
                      <a:pt x="181" y="2452"/>
                      <a:pt x="181" y="3293"/>
                    </a:cubicBezTo>
                    <a:cubicBezTo>
                      <a:pt x="181" y="4134"/>
                      <a:pt x="516" y="4942"/>
                      <a:pt x="1110" y="5536"/>
                    </a:cubicBezTo>
                    <a:cubicBezTo>
                      <a:pt x="1705" y="6131"/>
                      <a:pt x="2512" y="6466"/>
                      <a:pt x="335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3" name="Freeform: Shape 1572">
                <a:extLst>
                  <a:ext uri="{FF2B5EF4-FFF2-40B4-BE49-F238E27FC236}">
                    <a16:creationId xmlns:a16="http://schemas.microsoft.com/office/drawing/2014/main" id="{644CAE7B-D8FF-ACE2-70E4-39C934D4605C}"/>
                  </a:ext>
                </a:extLst>
              </p:cNvPr>
              <p:cNvSpPr/>
              <p:nvPr/>
            </p:nvSpPr>
            <p:spPr>
              <a:xfrm>
                <a:off x="3159625" y="5003940"/>
                <a:ext cx="6343" cy="6345"/>
              </a:xfrm>
              <a:custGeom>
                <a:avLst/>
                <a:gdLst>
                  <a:gd name="connsiteX0" fmla="*/ 3353 w 6343"/>
                  <a:gd name="connsiteY0" fmla="*/ 6466 h 6345"/>
                  <a:gd name="connsiteX1" fmla="*/ 5596 w 6343"/>
                  <a:gd name="connsiteY1" fmla="*/ 5536 h 6345"/>
                  <a:gd name="connsiteX2" fmla="*/ 6525 w 6343"/>
                  <a:gd name="connsiteY2" fmla="*/ 3293 h 6345"/>
                  <a:gd name="connsiteX3" fmla="*/ 5596 w 6343"/>
                  <a:gd name="connsiteY3" fmla="*/ 1049 h 6345"/>
                  <a:gd name="connsiteX4" fmla="*/ 3353 w 6343"/>
                  <a:gd name="connsiteY4" fmla="*/ 120 h 6345"/>
                  <a:gd name="connsiteX5" fmla="*/ 1111 w 6343"/>
                  <a:gd name="connsiteY5" fmla="*/ 1049 h 6345"/>
                  <a:gd name="connsiteX6" fmla="*/ 182 w 6343"/>
                  <a:gd name="connsiteY6" fmla="*/ 3293 h 6345"/>
                  <a:gd name="connsiteX7" fmla="*/ 1111 w 6343"/>
                  <a:gd name="connsiteY7" fmla="*/ 5536 h 6345"/>
                  <a:gd name="connsiteX8" fmla="*/ 335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466"/>
                    </a:moveTo>
                    <a:cubicBezTo>
                      <a:pt x="4195" y="6466"/>
                      <a:pt x="5001" y="6131"/>
                      <a:pt x="5596" y="5536"/>
                    </a:cubicBezTo>
                    <a:cubicBezTo>
                      <a:pt x="6191" y="4941"/>
                      <a:pt x="6525" y="4134"/>
                      <a:pt x="6525" y="3293"/>
                    </a:cubicBezTo>
                    <a:cubicBezTo>
                      <a:pt x="6525" y="2451"/>
                      <a:pt x="6191" y="1644"/>
                      <a:pt x="5596" y="1049"/>
                    </a:cubicBezTo>
                    <a:cubicBezTo>
                      <a:pt x="5001" y="454"/>
                      <a:pt x="4195" y="120"/>
                      <a:pt x="3353" y="120"/>
                    </a:cubicBezTo>
                    <a:cubicBezTo>
                      <a:pt x="2512" y="120"/>
                      <a:pt x="1706" y="454"/>
                      <a:pt x="1111" y="1049"/>
                    </a:cubicBezTo>
                    <a:cubicBezTo>
                      <a:pt x="516" y="1644"/>
                      <a:pt x="182" y="2451"/>
                      <a:pt x="182" y="3293"/>
                    </a:cubicBezTo>
                    <a:cubicBezTo>
                      <a:pt x="182" y="4134"/>
                      <a:pt x="516" y="4941"/>
                      <a:pt x="1111" y="5536"/>
                    </a:cubicBezTo>
                    <a:cubicBezTo>
                      <a:pt x="1706" y="6131"/>
                      <a:pt x="2512" y="6466"/>
                      <a:pt x="335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4" name="Freeform: Shape 1573">
                <a:extLst>
                  <a:ext uri="{FF2B5EF4-FFF2-40B4-BE49-F238E27FC236}">
                    <a16:creationId xmlns:a16="http://schemas.microsoft.com/office/drawing/2014/main" id="{A4FEC2CC-CE80-491F-C418-A81F6533C2A1}"/>
                  </a:ext>
                </a:extLst>
              </p:cNvPr>
              <p:cNvSpPr/>
              <p:nvPr/>
            </p:nvSpPr>
            <p:spPr>
              <a:xfrm>
                <a:off x="3169645" y="5005305"/>
                <a:ext cx="6343" cy="6345"/>
              </a:xfrm>
              <a:custGeom>
                <a:avLst/>
                <a:gdLst>
                  <a:gd name="connsiteX0" fmla="*/ 3354 w 6343"/>
                  <a:gd name="connsiteY0" fmla="*/ 6466 h 6345"/>
                  <a:gd name="connsiteX1" fmla="*/ 5597 w 6343"/>
                  <a:gd name="connsiteY1" fmla="*/ 5536 h 6345"/>
                  <a:gd name="connsiteX2" fmla="*/ 6526 w 6343"/>
                  <a:gd name="connsiteY2" fmla="*/ 3293 h 6345"/>
                  <a:gd name="connsiteX3" fmla="*/ 5597 w 6343"/>
                  <a:gd name="connsiteY3" fmla="*/ 1049 h 6345"/>
                  <a:gd name="connsiteX4" fmla="*/ 3354 w 6343"/>
                  <a:gd name="connsiteY4" fmla="*/ 120 h 6345"/>
                  <a:gd name="connsiteX5" fmla="*/ 1112 w 6343"/>
                  <a:gd name="connsiteY5" fmla="*/ 1049 h 6345"/>
                  <a:gd name="connsiteX6" fmla="*/ 183 w 6343"/>
                  <a:gd name="connsiteY6" fmla="*/ 3293 h 6345"/>
                  <a:gd name="connsiteX7" fmla="*/ 1112 w 6343"/>
                  <a:gd name="connsiteY7" fmla="*/ 5536 h 6345"/>
                  <a:gd name="connsiteX8" fmla="*/ 3354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466"/>
                    </a:moveTo>
                    <a:cubicBezTo>
                      <a:pt x="4195" y="6466"/>
                      <a:pt x="5002" y="6131"/>
                      <a:pt x="5597" y="5536"/>
                    </a:cubicBezTo>
                    <a:cubicBezTo>
                      <a:pt x="6192" y="4941"/>
                      <a:pt x="6526" y="4134"/>
                      <a:pt x="6526" y="3293"/>
                    </a:cubicBezTo>
                    <a:cubicBezTo>
                      <a:pt x="6526" y="2452"/>
                      <a:pt x="6192" y="1644"/>
                      <a:pt x="5597" y="1049"/>
                    </a:cubicBezTo>
                    <a:cubicBezTo>
                      <a:pt x="5002" y="455"/>
                      <a:pt x="4195" y="120"/>
                      <a:pt x="3354" y="120"/>
                    </a:cubicBezTo>
                    <a:cubicBezTo>
                      <a:pt x="2513" y="120"/>
                      <a:pt x="1706" y="455"/>
                      <a:pt x="1112" y="1049"/>
                    </a:cubicBezTo>
                    <a:cubicBezTo>
                      <a:pt x="517" y="1644"/>
                      <a:pt x="183" y="2452"/>
                      <a:pt x="183" y="3293"/>
                    </a:cubicBezTo>
                    <a:cubicBezTo>
                      <a:pt x="183" y="4134"/>
                      <a:pt x="517" y="4941"/>
                      <a:pt x="1112" y="5536"/>
                    </a:cubicBezTo>
                    <a:cubicBezTo>
                      <a:pt x="1706" y="6131"/>
                      <a:pt x="2513" y="6466"/>
                      <a:pt x="3354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5" name="Freeform: Shape 1574">
                <a:extLst>
                  <a:ext uri="{FF2B5EF4-FFF2-40B4-BE49-F238E27FC236}">
                    <a16:creationId xmlns:a16="http://schemas.microsoft.com/office/drawing/2014/main" id="{D6DC2D97-E2AB-E57D-8690-F66160C45B0A}"/>
                  </a:ext>
                </a:extLst>
              </p:cNvPr>
              <p:cNvSpPr/>
              <p:nvPr/>
            </p:nvSpPr>
            <p:spPr>
              <a:xfrm>
                <a:off x="3178768" y="5005868"/>
                <a:ext cx="6343" cy="6345"/>
              </a:xfrm>
              <a:custGeom>
                <a:avLst/>
                <a:gdLst>
                  <a:gd name="connsiteX0" fmla="*/ 3355 w 6343"/>
                  <a:gd name="connsiteY0" fmla="*/ 6466 h 6345"/>
                  <a:gd name="connsiteX1" fmla="*/ 5598 w 6343"/>
                  <a:gd name="connsiteY1" fmla="*/ 5536 h 6345"/>
                  <a:gd name="connsiteX2" fmla="*/ 6527 w 6343"/>
                  <a:gd name="connsiteY2" fmla="*/ 3293 h 6345"/>
                  <a:gd name="connsiteX3" fmla="*/ 5598 w 6343"/>
                  <a:gd name="connsiteY3" fmla="*/ 1050 h 6345"/>
                  <a:gd name="connsiteX4" fmla="*/ 3355 w 6343"/>
                  <a:gd name="connsiteY4" fmla="*/ 120 h 6345"/>
                  <a:gd name="connsiteX5" fmla="*/ 1112 w 6343"/>
                  <a:gd name="connsiteY5" fmla="*/ 1050 h 6345"/>
                  <a:gd name="connsiteX6" fmla="*/ 183 w 6343"/>
                  <a:gd name="connsiteY6" fmla="*/ 3293 h 6345"/>
                  <a:gd name="connsiteX7" fmla="*/ 1112 w 6343"/>
                  <a:gd name="connsiteY7" fmla="*/ 5536 h 6345"/>
                  <a:gd name="connsiteX8" fmla="*/ 3355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466"/>
                    </a:moveTo>
                    <a:cubicBezTo>
                      <a:pt x="4196" y="6466"/>
                      <a:pt x="5003" y="6131"/>
                      <a:pt x="5598" y="5536"/>
                    </a:cubicBezTo>
                    <a:cubicBezTo>
                      <a:pt x="6192" y="4941"/>
                      <a:pt x="6527" y="4134"/>
                      <a:pt x="6527" y="3293"/>
                    </a:cubicBezTo>
                    <a:cubicBezTo>
                      <a:pt x="6527" y="2452"/>
                      <a:pt x="6192" y="1645"/>
                      <a:pt x="5598" y="1050"/>
                    </a:cubicBezTo>
                    <a:cubicBezTo>
                      <a:pt x="5003" y="455"/>
                      <a:pt x="4196" y="120"/>
                      <a:pt x="3355" y="120"/>
                    </a:cubicBezTo>
                    <a:cubicBezTo>
                      <a:pt x="2514" y="120"/>
                      <a:pt x="1707" y="455"/>
                      <a:pt x="1112" y="1050"/>
                    </a:cubicBezTo>
                    <a:cubicBezTo>
                      <a:pt x="518" y="1645"/>
                      <a:pt x="183" y="2452"/>
                      <a:pt x="183" y="3293"/>
                    </a:cubicBezTo>
                    <a:cubicBezTo>
                      <a:pt x="183" y="4134"/>
                      <a:pt x="518" y="4941"/>
                      <a:pt x="1112" y="5536"/>
                    </a:cubicBezTo>
                    <a:cubicBezTo>
                      <a:pt x="1707" y="6131"/>
                      <a:pt x="2514" y="6466"/>
                      <a:pt x="3355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6" name="Freeform: Shape 1575">
                <a:extLst>
                  <a:ext uri="{FF2B5EF4-FFF2-40B4-BE49-F238E27FC236}">
                    <a16:creationId xmlns:a16="http://schemas.microsoft.com/office/drawing/2014/main" id="{7D8CB821-4478-96BB-288F-C58D3EE4ACF7}"/>
                  </a:ext>
                </a:extLst>
              </p:cNvPr>
              <p:cNvSpPr/>
              <p:nvPr/>
            </p:nvSpPr>
            <p:spPr>
              <a:xfrm>
                <a:off x="3189097" y="5007835"/>
                <a:ext cx="6343" cy="6345"/>
              </a:xfrm>
              <a:custGeom>
                <a:avLst/>
                <a:gdLst>
                  <a:gd name="connsiteX0" fmla="*/ 3356 w 6343"/>
                  <a:gd name="connsiteY0" fmla="*/ 6466 h 6345"/>
                  <a:gd name="connsiteX1" fmla="*/ 5598 w 6343"/>
                  <a:gd name="connsiteY1" fmla="*/ 5537 h 6345"/>
                  <a:gd name="connsiteX2" fmla="*/ 6527 w 6343"/>
                  <a:gd name="connsiteY2" fmla="*/ 3293 h 6345"/>
                  <a:gd name="connsiteX3" fmla="*/ 5598 w 6343"/>
                  <a:gd name="connsiteY3" fmla="*/ 1050 h 6345"/>
                  <a:gd name="connsiteX4" fmla="*/ 3356 w 6343"/>
                  <a:gd name="connsiteY4" fmla="*/ 120 h 6345"/>
                  <a:gd name="connsiteX5" fmla="*/ 1113 w 6343"/>
                  <a:gd name="connsiteY5" fmla="*/ 1050 h 6345"/>
                  <a:gd name="connsiteX6" fmla="*/ 184 w 6343"/>
                  <a:gd name="connsiteY6" fmla="*/ 3293 h 6345"/>
                  <a:gd name="connsiteX7" fmla="*/ 1113 w 6343"/>
                  <a:gd name="connsiteY7" fmla="*/ 5537 h 6345"/>
                  <a:gd name="connsiteX8" fmla="*/ 3356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466"/>
                    </a:moveTo>
                    <a:cubicBezTo>
                      <a:pt x="4197" y="6466"/>
                      <a:pt x="5004" y="6132"/>
                      <a:pt x="5598" y="5537"/>
                    </a:cubicBezTo>
                    <a:cubicBezTo>
                      <a:pt x="6193" y="4942"/>
                      <a:pt x="6527" y="4135"/>
                      <a:pt x="6527" y="3293"/>
                    </a:cubicBezTo>
                    <a:cubicBezTo>
                      <a:pt x="6527" y="2452"/>
                      <a:pt x="6193" y="1645"/>
                      <a:pt x="5598" y="1050"/>
                    </a:cubicBezTo>
                    <a:cubicBezTo>
                      <a:pt x="5004" y="455"/>
                      <a:pt x="4197" y="120"/>
                      <a:pt x="3356" y="120"/>
                    </a:cubicBezTo>
                    <a:cubicBezTo>
                      <a:pt x="2515" y="120"/>
                      <a:pt x="1708" y="455"/>
                      <a:pt x="1113" y="1050"/>
                    </a:cubicBezTo>
                    <a:cubicBezTo>
                      <a:pt x="518" y="1645"/>
                      <a:pt x="184" y="2452"/>
                      <a:pt x="184" y="3293"/>
                    </a:cubicBezTo>
                    <a:cubicBezTo>
                      <a:pt x="184" y="4135"/>
                      <a:pt x="518" y="4942"/>
                      <a:pt x="1113" y="5537"/>
                    </a:cubicBezTo>
                    <a:cubicBezTo>
                      <a:pt x="1708" y="6132"/>
                      <a:pt x="2515" y="6466"/>
                      <a:pt x="3356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7" name="Freeform: Shape 1576">
                <a:extLst>
                  <a:ext uri="{FF2B5EF4-FFF2-40B4-BE49-F238E27FC236}">
                    <a16:creationId xmlns:a16="http://schemas.microsoft.com/office/drawing/2014/main" id="{EFB41C41-612C-209B-9D65-45498AC83E07}"/>
                  </a:ext>
                </a:extLst>
              </p:cNvPr>
              <p:cNvSpPr/>
              <p:nvPr/>
            </p:nvSpPr>
            <p:spPr>
              <a:xfrm>
                <a:off x="3198435" y="5008888"/>
                <a:ext cx="6343" cy="6345"/>
              </a:xfrm>
              <a:custGeom>
                <a:avLst/>
                <a:gdLst>
                  <a:gd name="connsiteX0" fmla="*/ 3357 w 6343"/>
                  <a:gd name="connsiteY0" fmla="*/ 6466 h 6345"/>
                  <a:gd name="connsiteX1" fmla="*/ 5599 w 6343"/>
                  <a:gd name="connsiteY1" fmla="*/ 5537 h 6345"/>
                  <a:gd name="connsiteX2" fmla="*/ 6528 w 6343"/>
                  <a:gd name="connsiteY2" fmla="*/ 3293 h 6345"/>
                  <a:gd name="connsiteX3" fmla="*/ 5599 w 6343"/>
                  <a:gd name="connsiteY3" fmla="*/ 1050 h 6345"/>
                  <a:gd name="connsiteX4" fmla="*/ 3357 w 6343"/>
                  <a:gd name="connsiteY4" fmla="*/ 121 h 6345"/>
                  <a:gd name="connsiteX5" fmla="*/ 1114 w 6343"/>
                  <a:gd name="connsiteY5" fmla="*/ 1050 h 6345"/>
                  <a:gd name="connsiteX6" fmla="*/ 185 w 6343"/>
                  <a:gd name="connsiteY6" fmla="*/ 3293 h 6345"/>
                  <a:gd name="connsiteX7" fmla="*/ 1114 w 6343"/>
                  <a:gd name="connsiteY7" fmla="*/ 5537 h 6345"/>
                  <a:gd name="connsiteX8" fmla="*/ 335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466"/>
                    </a:moveTo>
                    <a:cubicBezTo>
                      <a:pt x="4198" y="6466"/>
                      <a:pt x="5004" y="6132"/>
                      <a:pt x="5599" y="5537"/>
                    </a:cubicBezTo>
                    <a:cubicBezTo>
                      <a:pt x="6194" y="4942"/>
                      <a:pt x="6528" y="4135"/>
                      <a:pt x="6528" y="3293"/>
                    </a:cubicBezTo>
                    <a:cubicBezTo>
                      <a:pt x="6528" y="2452"/>
                      <a:pt x="6194" y="1645"/>
                      <a:pt x="5599" y="1050"/>
                    </a:cubicBezTo>
                    <a:cubicBezTo>
                      <a:pt x="5004" y="455"/>
                      <a:pt x="4198" y="121"/>
                      <a:pt x="3357" y="121"/>
                    </a:cubicBezTo>
                    <a:cubicBezTo>
                      <a:pt x="2515" y="121"/>
                      <a:pt x="1709" y="455"/>
                      <a:pt x="1114" y="1050"/>
                    </a:cubicBezTo>
                    <a:cubicBezTo>
                      <a:pt x="519" y="1645"/>
                      <a:pt x="185" y="2452"/>
                      <a:pt x="185" y="3293"/>
                    </a:cubicBezTo>
                    <a:cubicBezTo>
                      <a:pt x="185" y="4135"/>
                      <a:pt x="519" y="4942"/>
                      <a:pt x="1114" y="5537"/>
                    </a:cubicBezTo>
                    <a:cubicBezTo>
                      <a:pt x="1709" y="6132"/>
                      <a:pt x="2515" y="6466"/>
                      <a:pt x="335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8" name="Freeform: Shape 1577">
                <a:extLst>
                  <a:ext uri="{FF2B5EF4-FFF2-40B4-BE49-F238E27FC236}">
                    <a16:creationId xmlns:a16="http://schemas.microsoft.com/office/drawing/2014/main" id="{72EB0C18-BD39-0FBE-D9EF-166F03E0D0E0}"/>
                  </a:ext>
                </a:extLst>
              </p:cNvPr>
              <p:cNvSpPr/>
              <p:nvPr/>
            </p:nvSpPr>
            <p:spPr>
              <a:xfrm>
                <a:off x="3207896" y="5010204"/>
                <a:ext cx="6343" cy="6345"/>
              </a:xfrm>
              <a:custGeom>
                <a:avLst/>
                <a:gdLst>
                  <a:gd name="connsiteX0" fmla="*/ 3357 w 6343"/>
                  <a:gd name="connsiteY0" fmla="*/ 6466 h 6345"/>
                  <a:gd name="connsiteX1" fmla="*/ 5600 w 6343"/>
                  <a:gd name="connsiteY1" fmla="*/ 5537 h 6345"/>
                  <a:gd name="connsiteX2" fmla="*/ 6529 w 6343"/>
                  <a:gd name="connsiteY2" fmla="*/ 3293 h 6345"/>
                  <a:gd name="connsiteX3" fmla="*/ 5600 w 6343"/>
                  <a:gd name="connsiteY3" fmla="*/ 1050 h 6345"/>
                  <a:gd name="connsiteX4" fmla="*/ 3357 w 6343"/>
                  <a:gd name="connsiteY4" fmla="*/ 121 h 6345"/>
                  <a:gd name="connsiteX5" fmla="*/ 1115 w 6343"/>
                  <a:gd name="connsiteY5" fmla="*/ 1050 h 6345"/>
                  <a:gd name="connsiteX6" fmla="*/ 186 w 6343"/>
                  <a:gd name="connsiteY6" fmla="*/ 3293 h 6345"/>
                  <a:gd name="connsiteX7" fmla="*/ 1115 w 6343"/>
                  <a:gd name="connsiteY7" fmla="*/ 5537 h 6345"/>
                  <a:gd name="connsiteX8" fmla="*/ 335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466"/>
                    </a:moveTo>
                    <a:cubicBezTo>
                      <a:pt x="4198" y="6466"/>
                      <a:pt x="5005" y="6132"/>
                      <a:pt x="5600" y="5537"/>
                    </a:cubicBezTo>
                    <a:cubicBezTo>
                      <a:pt x="6195" y="4942"/>
                      <a:pt x="6529" y="4135"/>
                      <a:pt x="6529" y="3293"/>
                    </a:cubicBezTo>
                    <a:cubicBezTo>
                      <a:pt x="6529" y="2452"/>
                      <a:pt x="6195" y="1645"/>
                      <a:pt x="5600" y="1050"/>
                    </a:cubicBezTo>
                    <a:cubicBezTo>
                      <a:pt x="5005" y="455"/>
                      <a:pt x="4198" y="121"/>
                      <a:pt x="3357" y="121"/>
                    </a:cubicBezTo>
                    <a:cubicBezTo>
                      <a:pt x="2516" y="121"/>
                      <a:pt x="1709" y="455"/>
                      <a:pt x="1115" y="1050"/>
                    </a:cubicBezTo>
                    <a:cubicBezTo>
                      <a:pt x="520" y="1645"/>
                      <a:pt x="186" y="2452"/>
                      <a:pt x="186" y="3293"/>
                    </a:cubicBezTo>
                    <a:cubicBezTo>
                      <a:pt x="186" y="4135"/>
                      <a:pt x="520" y="4942"/>
                      <a:pt x="1115" y="5537"/>
                    </a:cubicBezTo>
                    <a:cubicBezTo>
                      <a:pt x="1709" y="6132"/>
                      <a:pt x="2516" y="6466"/>
                      <a:pt x="335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9" name="Freeform: Shape 1578">
                <a:extLst>
                  <a:ext uri="{FF2B5EF4-FFF2-40B4-BE49-F238E27FC236}">
                    <a16:creationId xmlns:a16="http://schemas.microsoft.com/office/drawing/2014/main" id="{61A010CA-CE81-A018-F3F1-5910111646FF}"/>
                  </a:ext>
                </a:extLst>
              </p:cNvPr>
              <p:cNvSpPr/>
              <p:nvPr/>
            </p:nvSpPr>
            <p:spPr>
              <a:xfrm>
                <a:off x="3216995" y="5011255"/>
                <a:ext cx="6343" cy="6345"/>
              </a:xfrm>
              <a:custGeom>
                <a:avLst/>
                <a:gdLst>
                  <a:gd name="connsiteX0" fmla="*/ 3358 w 6343"/>
                  <a:gd name="connsiteY0" fmla="*/ 6466 h 6345"/>
                  <a:gd name="connsiteX1" fmla="*/ 5601 w 6343"/>
                  <a:gd name="connsiteY1" fmla="*/ 5537 h 6345"/>
                  <a:gd name="connsiteX2" fmla="*/ 6530 w 6343"/>
                  <a:gd name="connsiteY2" fmla="*/ 3293 h 6345"/>
                  <a:gd name="connsiteX3" fmla="*/ 5601 w 6343"/>
                  <a:gd name="connsiteY3" fmla="*/ 1050 h 6345"/>
                  <a:gd name="connsiteX4" fmla="*/ 3358 w 6343"/>
                  <a:gd name="connsiteY4" fmla="*/ 121 h 6345"/>
                  <a:gd name="connsiteX5" fmla="*/ 1115 w 6343"/>
                  <a:gd name="connsiteY5" fmla="*/ 1050 h 6345"/>
                  <a:gd name="connsiteX6" fmla="*/ 186 w 6343"/>
                  <a:gd name="connsiteY6" fmla="*/ 3293 h 6345"/>
                  <a:gd name="connsiteX7" fmla="*/ 1115 w 6343"/>
                  <a:gd name="connsiteY7" fmla="*/ 5537 h 6345"/>
                  <a:gd name="connsiteX8" fmla="*/ 335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466"/>
                    </a:moveTo>
                    <a:cubicBezTo>
                      <a:pt x="4199" y="6466"/>
                      <a:pt x="5006" y="6132"/>
                      <a:pt x="5601" y="5537"/>
                    </a:cubicBezTo>
                    <a:cubicBezTo>
                      <a:pt x="6195" y="4942"/>
                      <a:pt x="6530" y="4135"/>
                      <a:pt x="6530" y="3293"/>
                    </a:cubicBezTo>
                    <a:cubicBezTo>
                      <a:pt x="6530" y="2452"/>
                      <a:pt x="6195" y="1645"/>
                      <a:pt x="5601" y="1050"/>
                    </a:cubicBezTo>
                    <a:cubicBezTo>
                      <a:pt x="5006" y="455"/>
                      <a:pt x="4199" y="121"/>
                      <a:pt x="3358" y="121"/>
                    </a:cubicBezTo>
                    <a:cubicBezTo>
                      <a:pt x="2517" y="121"/>
                      <a:pt x="1710" y="455"/>
                      <a:pt x="1115" y="1050"/>
                    </a:cubicBezTo>
                    <a:cubicBezTo>
                      <a:pt x="521" y="1645"/>
                      <a:pt x="186" y="2452"/>
                      <a:pt x="186" y="3293"/>
                    </a:cubicBezTo>
                    <a:cubicBezTo>
                      <a:pt x="186" y="4135"/>
                      <a:pt x="521" y="4942"/>
                      <a:pt x="1115" y="5537"/>
                    </a:cubicBezTo>
                    <a:cubicBezTo>
                      <a:pt x="1710" y="6132"/>
                      <a:pt x="2517" y="6466"/>
                      <a:pt x="335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0" name="Freeform: Shape 1579">
                <a:extLst>
                  <a:ext uri="{FF2B5EF4-FFF2-40B4-BE49-F238E27FC236}">
                    <a16:creationId xmlns:a16="http://schemas.microsoft.com/office/drawing/2014/main" id="{6B961C83-4B1A-DAEB-52AB-8C734959930F}"/>
                  </a:ext>
                </a:extLst>
              </p:cNvPr>
              <p:cNvSpPr/>
              <p:nvPr/>
            </p:nvSpPr>
            <p:spPr>
              <a:xfrm>
                <a:off x="3225421" y="5011680"/>
                <a:ext cx="6343" cy="6345"/>
              </a:xfrm>
              <a:custGeom>
                <a:avLst/>
                <a:gdLst>
                  <a:gd name="connsiteX0" fmla="*/ 3359 w 6343"/>
                  <a:gd name="connsiteY0" fmla="*/ 6466 h 6345"/>
                  <a:gd name="connsiteX1" fmla="*/ 5601 w 6343"/>
                  <a:gd name="connsiteY1" fmla="*/ 5537 h 6345"/>
                  <a:gd name="connsiteX2" fmla="*/ 6530 w 6343"/>
                  <a:gd name="connsiteY2" fmla="*/ 3293 h 6345"/>
                  <a:gd name="connsiteX3" fmla="*/ 5601 w 6343"/>
                  <a:gd name="connsiteY3" fmla="*/ 1050 h 6345"/>
                  <a:gd name="connsiteX4" fmla="*/ 3359 w 6343"/>
                  <a:gd name="connsiteY4" fmla="*/ 121 h 6345"/>
                  <a:gd name="connsiteX5" fmla="*/ 1116 w 6343"/>
                  <a:gd name="connsiteY5" fmla="*/ 1050 h 6345"/>
                  <a:gd name="connsiteX6" fmla="*/ 187 w 6343"/>
                  <a:gd name="connsiteY6" fmla="*/ 3293 h 6345"/>
                  <a:gd name="connsiteX7" fmla="*/ 1116 w 6343"/>
                  <a:gd name="connsiteY7" fmla="*/ 5537 h 6345"/>
                  <a:gd name="connsiteX8" fmla="*/ 335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466"/>
                    </a:moveTo>
                    <a:cubicBezTo>
                      <a:pt x="4200" y="6466"/>
                      <a:pt x="5007" y="6132"/>
                      <a:pt x="5601" y="5537"/>
                    </a:cubicBezTo>
                    <a:cubicBezTo>
                      <a:pt x="6196" y="4942"/>
                      <a:pt x="6530" y="4135"/>
                      <a:pt x="6530" y="3293"/>
                    </a:cubicBezTo>
                    <a:cubicBezTo>
                      <a:pt x="6530" y="2452"/>
                      <a:pt x="6196" y="1645"/>
                      <a:pt x="5601" y="1050"/>
                    </a:cubicBezTo>
                    <a:cubicBezTo>
                      <a:pt x="5007" y="455"/>
                      <a:pt x="4200" y="121"/>
                      <a:pt x="3359" y="121"/>
                    </a:cubicBezTo>
                    <a:cubicBezTo>
                      <a:pt x="2518" y="121"/>
                      <a:pt x="1711" y="455"/>
                      <a:pt x="1116" y="1050"/>
                    </a:cubicBezTo>
                    <a:cubicBezTo>
                      <a:pt x="521" y="1645"/>
                      <a:pt x="187" y="2452"/>
                      <a:pt x="187" y="3293"/>
                    </a:cubicBezTo>
                    <a:cubicBezTo>
                      <a:pt x="187" y="4135"/>
                      <a:pt x="521" y="4942"/>
                      <a:pt x="1116" y="5537"/>
                    </a:cubicBezTo>
                    <a:cubicBezTo>
                      <a:pt x="1711" y="6132"/>
                      <a:pt x="2518" y="6466"/>
                      <a:pt x="335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1" name="Freeform: Shape 1580">
                <a:extLst>
                  <a:ext uri="{FF2B5EF4-FFF2-40B4-BE49-F238E27FC236}">
                    <a16:creationId xmlns:a16="http://schemas.microsoft.com/office/drawing/2014/main" id="{66482A67-0B96-8E5B-7A15-0884C459F3AA}"/>
                  </a:ext>
                </a:extLst>
              </p:cNvPr>
              <p:cNvSpPr/>
              <p:nvPr/>
            </p:nvSpPr>
            <p:spPr>
              <a:xfrm>
                <a:off x="3233912" y="5012288"/>
                <a:ext cx="6343" cy="6345"/>
              </a:xfrm>
              <a:custGeom>
                <a:avLst/>
                <a:gdLst>
                  <a:gd name="connsiteX0" fmla="*/ 3359 w 6343"/>
                  <a:gd name="connsiteY0" fmla="*/ 6466 h 6345"/>
                  <a:gd name="connsiteX1" fmla="*/ 5602 w 6343"/>
                  <a:gd name="connsiteY1" fmla="*/ 5537 h 6345"/>
                  <a:gd name="connsiteX2" fmla="*/ 6531 w 6343"/>
                  <a:gd name="connsiteY2" fmla="*/ 3293 h 6345"/>
                  <a:gd name="connsiteX3" fmla="*/ 5602 w 6343"/>
                  <a:gd name="connsiteY3" fmla="*/ 1050 h 6345"/>
                  <a:gd name="connsiteX4" fmla="*/ 3359 w 6343"/>
                  <a:gd name="connsiteY4" fmla="*/ 121 h 6345"/>
                  <a:gd name="connsiteX5" fmla="*/ 1117 w 6343"/>
                  <a:gd name="connsiteY5" fmla="*/ 1050 h 6345"/>
                  <a:gd name="connsiteX6" fmla="*/ 188 w 6343"/>
                  <a:gd name="connsiteY6" fmla="*/ 3293 h 6345"/>
                  <a:gd name="connsiteX7" fmla="*/ 1117 w 6343"/>
                  <a:gd name="connsiteY7" fmla="*/ 5537 h 6345"/>
                  <a:gd name="connsiteX8" fmla="*/ 335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466"/>
                    </a:moveTo>
                    <a:cubicBezTo>
                      <a:pt x="4200" y="6466"/>
                      <a:pt x="5007" y="6132"/>
                      <a:pt x="5602" y="5537"/>
                    </a:cubicBezTo>
                    <a:cubicBezTo>
                      <a:pt x="6197" y="4942"/>
                      <a:pt x="6531" y="4135"/>
                      <a:pt x="6531" y="3293"/>
                    </a:cubicBezTo>
                    <a:cubicBezTo>
                      <a:pt x="6531" y="2452"/>
                      <a:pt x="6197" y="1645"/>
                      <a:pt x="5602" y="1050"/>
                    </a:cubicBezTo>
                    <a:cubicBezTo>
                      <a:pt x="5007" y="455"/>
                      <a:pt x="4200" y="121"/>
                      <a:pt x="3359" y="121"/>
                    </a:cubicBezTo>
                    <a:cubicBezTo>
                      <a:pt x="2518" y="121"/>
                      <a:pt x="1711" y="455"/>
                      <a:pt x="1117" y="1050"/>
                    </a:cubicBezTo>
                    <a:cubicBezTo>
                      <a:pt x="522" y="1645"/>
                      <a:pt x="188" y="2452"/>
                      <a:pt x="188" y="3293"/>
                    </a:cubicBezTo>
                    <a:cubicBezTo>
                      <a:pt x="188" y="4135"/>
                      <a:pt x="522" y="4942"/>
                      <a:pt x="1117" y="5537"/>
                    </a:cubicBezTo>
                    <a:cubicBezTo>
                      <a:pt x="1711" y="6132"/>
                      <a:pt x="2518" y="6466"/>
                      <a:pt x="335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2" name="Freeform: Shape 1581">
                <a:extLst>
                  <a:ext uri="{FF2B5EF4-FFF2-40B4-BE49-F238E27FC236}">
                    <a16:creationId xmlns:a16="http://schemas.microsoft.com/office/drawing/2014/main" id="{A2D60EC0-AE9D-046E-5096-6A8E797F726B}"/>
                  </a:ext>
                </a:extLst>
              </p:cNvPr>
              <p:cNvSpPr/>
              <p:nvPr/>
            </p:nvSpPr>
            <p:spPr>
              <a:xfrm>
                <a:off x="3243216" y="5013942"/>
                <a:ext cx="6343" cy="6345"/>
              </a:xfrm>
              <a:custGeom>
                <a:avLst/>
                <a:gdLst>
                  <a:gd name="connsiteX0" fmla="*/ 3360 w 6343"/>
                  <a:gd name="connsiteY0" fmla="*/ 6466 h 6345"/>
                  <a:gd name="connsiteX1" fmla="*/ 5603 w 6343"/>
                  <a:gd name="connsiteY1" fmla="*/ 5537 h 6345"/>
                  <a:gd name="connsiteX2" fmla="*/ 6532 w 6343"/>
                  <a:gd name="connsiteY2" fmla="*/ 3294 h 6345"/>
                  <a:gd name="connsiteX3" fmla="*/ 5603 w 6343"/>
                  <a:gd name="connsiteY3" fmla="*/ 1050 h 6345"/>
                  <a:gd name="connsiteX4" fmla="*/ 3360 w 6343"/>
                  <a:gd name="connsiteY4" fmla="*/ 121 h 6345"/>
                  <a:gd name="connsiteX5" fmla="*/ 1117 w 6343"/>
                  <a:gd name="connsiteY5" fmla="*/ 1050 h 6345"/>
                  <a:gd name="connsiteX6" fmla="*/ 188 w 6343"/>
                  <a:gd name="connsiteY6" fmla="*/ 3294 h 6345"/>
                  <a:gd name="connsiteX7" fmla="*/ 1117 w 6343"/>
                  <a:gd name="connsiteY7" fmla="*/ 5537 h 6345"/>
                  <a:gd name="connsiteX8" fmla="*/ 336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466"/>
                    </a:moveTo>
                    <a:cubicBezTo>
                      <a:pt x="4201" y="6466"/>
                      <a:pt x="5008" y="6132"/>
                      <a:pt x="5603" y="5537"/>
                    </a:cubicBezTo>
                    <a:cubicBezTo>
                      <a:pt x="6197" y="4942"/>
                      <a:pt x="6532" y="4135"/>
                      <a:pt x="6532" y="3294"/>
                    </a:cubicBezTo>
                    <a:cubicBezTo>
                      <a:pt x="6532" y="2452"/>
                      <a:pt x="6197" y="1645"/>
                      <a:pt x="5603" y="1050"/>
                    </a:cubicBezTo>
                    <a:cubicBezTo>
                      <a:pt x="5008" y="455"/>
                      <a:pt x="4201" y="121"/>
                      <a:pt x="3360" y="121"/>
                    </a:cubicBezTo>
                    <a:cubicBezTo>
                      <a:pt x="2519" y="121"/>
                      <a:pt x="1712" y="455"/>
                      <a:pt x="1117" y="1050"/>
                    </a:cubicBezTo>
                    <a:cubicBezTo>
                      <a:pt x="523" y="1645"/>
                      <a:pt x="188" y="2452"/>
                      <a:pt x="188" y="3294"/>
                    </a:cubicBezTo>
                    <a:cubicBezTo>
                      <a:pt x="188" y="4135"/>
                      <a:pt x="523" y="4942"/>
                      <a:pt x="1117" y="5537"/>
                    </a:cubicBezTo>
                    <a:cubicBezTo>
                      <a:pt x="1712" y="6132"/>
                      <a:pt x="2519" y="6466"/>
                      <a:pt x="336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3" name="Freeform: Shape 1582">
                <a:extLst>
                  <a:ext uri="{FF2B5EF4-FFF2-40B4-BE49-F238E27FC236}">
                    <a16:creationId xmlns:a16="http://schemas.microsoft.com/office/drawing/2014/main" id="{9AF12E43-69C6-5796-DE7B-AAE27345B972}"/>
                  </a:ext>
                </a:extLst>
              </p:cNvPr>
              <p:cNvSpPr/>
              <p:nvPr/>
            </p:nvSpPr>
            <p:spPr>
              <a:xfrm>
                <a:off x="3252537" y="5015756"/>
                <a:ext cx="6343" cy="6345"/>
              </a:xfrm>
              <a:custGeom>
                <a:avLst/>
                <a:gdLst>
                  <a:gd name="connsiteX0" fmla="*/ 3361 w 6343"/>
                  <a:gd name="connsiteY0" fmla="*/ 6466 h 6345"/>
                  <a:gd name="connsiteX1" fmla="*/ 5603 w 6343"/>
                  <a:gd name="connsiteY1" fmla="*/ 5537 h 6345"/>
                  <a:gd name="connsiteX2" fmla="*/ 6532 w 6343"/>
                  <a:gd name="connsiteY2" fmla="*/ 3294 h 6345"/>
                  <a:gd name="connsiteX3" fmla="*/ 5603 w 6343"/>
                  <a:gd name="connsiteY3" fmla="*/ 1050 h 6345"/>
                  <a:gd name="connsiteX4" fmla="*/ 3361 w 6343"/>
                  <a:gd name="connsiteY4" fmla="*/ 121 h 6345"/>
                  <a:gd name="connsiteX5" fmla="*/ 1118 w 6343"/>
                  <a:gd name="connsiteY5" fmla="*/ 1050 h 6345"/>
                  <a:gd name="connsiteX6" fmla="*/ 189 w 6343"/>
                  <a:gd name="connsiteY6" fmla="*/ 3294 h 6345"/>
                  <a:gd name="connsiteX7" fmla="*/ 1118 w 6343"/>
                  <a:gd name="connsiteY7" fmla="*/ 5537 h 6345"/>
                  <a:gd name="connsiteX8" fmla="*/ 336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66"/>
                    </a:moveTo>
                    <a:cubicBezTo>
                      <a:pt x="4202" y="6466"/>
                      <a:pt x="5009" y="6132"/>
                      <a:pt x="5603" y="5537"/>
                    </a:cubicBezTo>
                    <a:cubicBezTo>
                      <a:pt x="6198" y="4942"/>
                      <a:pt x="6532" y="4135"/>
                      <a:pt x="6532" y="3294"/>
                    </a:cubicBezTo>
                    <a:cubicBezTo>
                      <a:pt x="6532" y="2452"/>
                      <a:pt x="6198" y="1645"/>
                      <a:pt x="5603" y="1050"/>
                    </a:cubicBezTo>
                    <a:cubicBezTo>
                      <a:pt x="5009" y="455"/>
                      <a:pt x="4202" y="121"/>
                      <a:pt x="3361" y="121"/>
                    </a:cubicBezTo>
                    <a:cubicBezTo>
                      <a:pt x="2520" y="121"/>
                      <a:pt x="1713" y="455"/>
                      <a:pt x="1118" y="1050"/>
                    </a:cubicBezTo>
                    <a:cubicBezTo>
                      <a:pt x="523" y="1645"/>
                      <a:pt x="189" y="2452"/>
                      <a:pt x="189" y="3294"/>
                    </a:cubicBezTo>
                    <a:cubicBezTo>
                      <a:pt x="189" y="4135"/>
                      <a:pt x="523" y="4942"/>
                      <a:pt x="1118" y="5537"/>
                    </a:cubicBezTo>
                    <a:cubicBezTo>
                      <a:pt x="1713" y="6132"/>
                      <a:pt x="2520" y="6466"/>
                      <a:pt x="336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4" name="Freeform: Shape 1583">
                <a:extLst>
                  <a:ext uri="{FF2B5EF4-FFF2-40B4-BE49-F238E27FC236}">
                    <a16:creationId xmlns:a16="http://schemas.microsoft.com/office/drawing/2014/main" id="{286AD7E4-666F-3CE4-C50E-003E2CF13F4A}"/>
                  </a:ext>
                </a:extLst>
              </p:cNvPr>
              <p:cNvSpPr/>
              <p:nvPr/>
            </p:nvSpPr>
            <p:spPr>
              <a:xfrm>
                <a:off x="3260918" y="5016604"/>
                <a:ext cx="6343" cy="6345"/>
              </a:xfrm>
              <a:custGeom>
                <a:avLst/>
                <a:gdLst>
                  <a:gd name="connsiteX0" fmla="*/ 3361 w 6343"/>
                  <a:gd name="connsiteY0" fmla="*/ 6467 h 6345"/>
                  <a:gd name="connsiteX1" fmla="*/ 5604 w 6343"/>
                  <a:gd name="connsiteY1" fmla="*/ 5537 h 6345"/>
                  <a:gd name="connsiteX2" fmla="*/ 6533 w 6343"/>
                  <a:gd name="connsiteY2" fmla="*/ 3294 h 6345"/>
                  <a:gd name="connsiteX3" fmla="*/ 5604 w 6343"/>
                  <a:gd name="connsiteY3" fmla="*/ 1050 h 6345"/>
                  <a:gd name="connsiteX4" fmla="*/ 3361 w 6343"/>
                  <a:gd name="connsiteY4" fmla="*/ 121 h 6345"/>
                  <a:gd name="connsiteX5" fmla="*/ 1119 w 6343"/>
                  <a:gd name="connsiteY5" fmla="*/ 1050 h 6345"/>
                  <a:gd name="connsiteX6" fmla="*/ 190 w 6343"/>
                  <a:gd name="connsiteY6" fmla="*/ 3294 h 6345"/>
                  <a:gd name="connsiteX7" fmla="*/ 1119 w 6343"/>
                  <a:gd name="connsiteY7" fmla="*/ 5537 h 6345"/>
                  <a:gd name="connsiteX8" fmla="*/ 3361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67"/>
                    </a:moveTo>
                    <a:cubicBezTo>
                      <a:pt x="4203" y="6467"/>
                      <a:pt x="5009" y="6132"/>
                      <a:pt x="5604" y="5537"/>
                    </a:cubicBezTo>
                    <a:cubicBezTo>
                      <a:pt x="6199" y="4942"/>
                      <a:pt x="6533" y="4135"/>
                      <a:pt x="6533" y="3294"/>
                    </a:cubicBezTo>
                    <a:cubicBezTo>
                      <a:pt x="6533" y="2452"/>
                      <a:pt x="6199" y="1645"/>
                      <a:pt x="5604" y="1050"/>
                    </a:cubicBezTo>
                    <a:cubicBezTo>
                      <a:pt x="5009" y="455"/>
                      <a:pt x="4203" y="121"/>
                      <a:pt x="3361" y="121"/>
                    </a:cubicBezTo>
                    <a:cubicBezTo>
                      <a:pt x="2520" y="121"/>
                      <a:pt x="1714" y="455"/>
                      <a:pt x="1119" y="1050"/>
                    </a:cubicBezTo>
                    <a:cubicBezTo>
                      <a:pt x="524" y="1645"/>
                      <a:pt x="190" y="2452"/>
                      <a:pt x="190" y="3294"/>
                    </a:cubicBezTo>
                    <a:cubicBezTo>
                      <a:pt x="190" y="4135"/>
                      <a:pt x="524" y="4942"/>
                      <a:pt x="1119" y="5537"/>
                    </a:cubicBezTo>
                    <a:cubicBezTo>
                      <a:pt x="1714" y="6132"/>
                      <a:pt x="2520" y="6467"/>
                      <a:pt x="3361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5" name="Freeform: Shape 1584">
                <a:extLst>
                  <a:ext uri="{FF2B5EF4-FFF2-40B4-BE49-F238E27FC236}">
                    <a16:creationId xmlns:a16="http://schemas.microsoft.com/office/drawing/2014/main" id="{FECD82CC-688C-07B7-0842-F8E6F7EE7F00}"/>
                  </a:ext>
                </a:extLst>
              </p:cNvPr>
              <p:cNvSpPr/>
              <p:nvPr/>
            </p:nvSpPr>
            <p:spPr>
              <a:xfrm>
                <a:off x="3269448" y="5017746"/>
                <a:ext cx="6343" cy="6345"/>
              </a:xfrm>
              <a:custGeom>
                <a:avLst/>
                <a:gdLst>
                  <a:gd name="connsiteX0" fmla="*/ 3362 w 6343"/>
                  <a:gd name="connsiteY0" fmla="*/ 6467 h 6345"/>
                  <a:gd name="connsiteX1" fmla="*/ 5605 w 6343"/>
                  <a:gd name="connsiteY1" fmla="*/ 5537 h 6345"/>
                  <a:gd name="connsiteX2" fmla="*/ 6534 w 6343"/>
                  <a:gd name="connsiteY2" fmla="*/ 3294 h 6345"/>
                  <a:gd name="connsiteX3" fmla="*/ 5605 w 6343"/>
                  <a:gd name="connsiteY3" fmla="*/ 1050 h 6345"/>
                  <a:gd name="connsiteX4" fmla="*/ 3362 w 6343"/>
                  <a:gd name="connsiteY4" fmla="*/ 121 h 6345"/>
                  <a:gd name="connsiteX5" fmla="*/ 1119 w 6343"/>
                  <a:gd name="connsiteY5" fmla="*/ 1050 h 6345"/>
                  <a:gd name="connsiteX6" fmla="*/ 191 w 6343"/>
                  <a:gd name="connsiteY6" fmla="*/ 3294 h 6345"/>
                  <a:gd name="connsiteX7" fmla="*/ 1119 w 6343"/>
                  <a:gd name="connsiteY7" fmla="*/ 5537 h 6345"/>
                  <a:gd name="connsiteX8" fmla="*/ 3362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2" y="6467"/>
                    </a:moveTo>
                    <a:cubicBezTo>
                      <a:pt x="4203" y="6467"/>
                      <a:pt x="5010" y="6132"/>
                      <a:pt x="5605" y="5537"/>
                    </a:cubicBezTo>
                    <a:cubicBezTo>
                      <a:pt x="6199" y="4942"/>
                      <a:pt x="6534" y="4135"/>
                      <a:pt x="6534" y="3294"/>
                    </a:cubicBezTo>
                    <a:cubicBezTo>
                      <a:pt x="6534" y="2453"/>
                      <a:pt x="6199" y="1645"/>
                      <a:pt x="5605" y="1050"/>
                    </a:cubicBezTo>
                    <a:cubicBezTo>
                      <a:pt x="5010" y="456"/>
                      <a:pt x="4203" y="121"/>
                      <a:pt x="3362" y="121"/>
                    </a:cubicBezTo>
                    <a:cubicBezTo>
                      <a:pt x="2521" y="121"/>
                      <a:pt x="1714" y="456"/>
                      <a:pt x="1119" y="1050"/>
                    </a:cubicBezTo>
                    <a:cubicBezTo>
                      <a:pt x="525" y="1645"/>
                      <a:pt x="191" y="2453"/>
                      <a:pt x="191" y="3294"/>
                    </a:cubicBezTo>
                    <a:cubicBezTo>
                      <a:pt x="191" y="4135"/>
                      <a:pt x="525" y="4942"/>
                      <a:pt x="1119" y="5537"/>
                    </a:cubicBezTo>
                    <a:cubicBezTo>
                      <a:pt x="1714" y="6132"/>
                      <a:pt x="2521" y="6467"/>
                      <a:pt x="3362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6" name="Freeform: Shape 1585">
                <a:extLst>
                  <a:ext uri="{FF2B5EF4-FFF2-40B4-BE49-F238E27FC236}">
                    <a16:creationId xmlns:a16="http://schemas.microsoft.com/office/drawing/2014/main" id="{62C1C9B2-C2D9-31D1-BF9E-816E9DF48044}"/>
                  </a:ext>
                </a:extLst>
              </p:cNvPr>
              <p:cNvSpPr/>
              <p:nvPr/>
            </p:nvSpPr>
            <p:spPr>
              <a:xfrm>
                <a:off x="3277301" y="5018197"/>
                <a:ext cx="6343" cy="6345"/>
              </a:xfrm>
              <a:custGeom>
                <a:avLst/>
                <a:gdLst>
                  <a:gd name="connsiteX0" fmla="*/ 3363 w 6343"/>
                  <a:gd name="connsiteY0" fmla="*/ 6467 h 6345"/>
                  <a:gd name="connsiteX1" fmla="*/ 5605 w 6343"/>
                  <a:gd name="connsiteY1" fmla="*/ 5537 h 6345"/>
                  <a:gd name="connsiteX2" fmla="*/ 6534 w 6343"/>
                  <a:gd name="connsiteY2" fmla="*/ 3294 h 6345"/>
                  <a:gd name="connsiteX3" fmla="*/ 5605 w 6343"/>
                  <a:gd name="connsiteY3" fmla="*/ 1051 h 6345"/>
                  <a:gd name="connsiteX4" fmla="*/ 3363 w 6343"/>
                  <a:gd name="connsiteY4" fmla="*/ 121 h 6345"/>
                  <a:gd name="connsiteX5" fmla="*/ 1120 w 6343"/>
                  <a:gd name="connsiteY5" fmla="*/ 1051 h 6345"/>
                  <a:gd name="connsiteX6" fmla="*/ 191 w 6343"/>
                  <a:gd name="connsiteY6" fmla="*/ 3294 h 6345"/>
                  <a:gd name="connsiteX7" fmla="*/ 1120 w 6343"/>
                  <a:gd name="connsiteY7" fmla="*/ 5537 h 6345"/>
                  <a:gd name="connsiteX8" fmla="*/ 3363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467"/>
                    </a:moveTo>
                    <a:cubicBezTo>
                      <a:pt x="4204" y="6467"/>
                      <a:pt x="5011" y="6132"/>
                      <a:pt x="5605" y="5537"/>
                    </a:cubicBezTo>
                    <a:cubicBezTo>
                      <a:pt x="6200" y="4942"/>
                      <a:pt x="6534" y="4135"/>
                      <a:pt x="6534" y="3294"/>
                    </a:cubicBezTo>
                    <a:cubicBezTo>
                      <a:pt x="6534" y="2453"/>
                      <a:pt x="6200" y="1645"/>
                      <a:pt x="5605" y="1051"/>
                    </a:cubicBezTo>
                    <a:cubicBezTo>
                      <a:pt x="5011" y="456"/>
                      <a:pt x="4204" y="121"/>
                      <a:pt x="3363" y="121"/>
                    </a:cubicBezTo>
                    <a:cubicBezTo>
                      <a:pt x="2522" y="121"/>
                      <a:pt x="1715" y="456"/>
                      <a:pt x="1120" y="1051"/>
                    </a:cubicBezTo>
                    <a:cubicBezTo>
                      <a:pt x="525" y="1645"/>
                      <a:pt x="191" y="2453"/>
                      <a:pt x="191" y="3294"/>
                    </a:cubicBezTo>
                    <a:cubicBezTo>
                      <a:pt x="191" y="4135"/>
                      <a:pt x="525" y="4942"/>
                      <a:pt x="1120" y="5537"/>
                    </a:cubicBezTo>
                    <a:cubicBezTo>
                      <a:pt x="1715" y="6132"/>
                      <a:pt x="2522" y="6467"/>
                      <a:pt x="3363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7" name="Freeform: Shape 1586">
                <a:extLst>
                  <a:ext uri="{FF2B5EF4-FFF2-40B4-BE49-F238E27FC236}">
                    <a16:creationId xmlns:a16="http://schemas.microsoft.com/office/drawing/2014/main" id="{FDD9F35A-C75B-A0D9-D5A5-9350B01F9C45}"/>
                  </a:ext>
                </a:extLst>
              </p:cNvPr>
              <p:cNvSpPr/>
              <p:nvPr/>
            </p:nvSpPr>
            <p:spPr>
              <a:xfrm>
                <a:off x="3285097" y="5018679"/>
                <a:ext cx="6343" cy="6345"/>
              </a:xfrm>
              <a:custGeom>
                <a:avLst/>
                <a:gdLst>
                  <a:gd name="connsiteX0" fmla="*/ 3363 w 6343"/>
                  <a:gd name="connsiteY0" fmla="*/ 6467 h 6345"/>
                  <a:gd name="connsiteX1" fmla="*/ 5606 w 6343"/>
                  <a:gd name="connsiteY1" fmla="*/ 5537 h 6345"/>
                  <a:gd name="connsiteX2" fmla="*/ 6535 w 6343"/>
                  <a:gd name="connsiteY2" fmla="*/ 3294 h 6345"/>
                  <a:gd name="connsiteX3" fmla="*/ 5606 w 6343"/>
                  <a:gd name="connsiteY3" fmla="*/ 1051 h 6345"/>
                  <a:gd name="connsiteX4" fmla="*/ 3363 w 6343"/>
                  <a:gd name="connsiteY4" fmla="*/ 121 h 6345"/>
                  <a:gd name="connsiteX5" fmla="*/ 1121 w 6343"/>
                  <a:gd name="connsiteY5" fmla="*/ 1051 h 6345"/>
                  <a:gd name="connsiteX6" fmla="*/ 192 w 6343"/>
                  <a:gd name="connsiteY6" fmla="*/ 3294 h 6345"/>
                  <a:gd name="connsiteX7" fmla="*/ 1121 w 6343"/>
                  <a:gd name="connsiteY7" fmla="*/ 5537 h 6345"/>
                  <a:gd name="connsiteX8" fmla="*/ 3363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467"/>
                    </a:moveTo>
                    <a:cubicBezTo>
                      <a:pt x="4204" y="6467"/>
                      <a:pt x="5011" y="6132"/>
                      <a:pt x="5606" y="5537"/>
                    </a:cubicBezTo>
                    <a:cubicBezTo>
                      <a:pt x="6201" y="4942"/>
                      <a:pt x="6535" y="4135"/>
                      <a:pt x="6535" y="3294"/>
                    </a:cubicBezTo>
                    <a:cubicBezTo>
                      <a:pt x="6535" y="2453"/>
                      <a:pt x="6201" y="1646"/>
                      <a:pt x="5606" y="1051"/>
                    </a:cubicBezTo>
                    <a:cubicBezTo>
                      <a:pt x="5011" y="456"/>
                      <a:pt x="4204" y="121"/>
                      <a:pt x="3363" y="121"/>
                    </a:cubicBezTo>
                    <a:cubicBezTo>
                      <a:pt x="2522" y="121"/>
                      <a:pt x="1715" y="456"/>
                      <a:pt x="1121" y="1051"/>
                    </a:cubicBezTo>
                    <a:cubicBezTo>
                      <a:pt x="526" y="1646"/>
                      <a:pt x="192" y="2453"/>
                      <a:pt x="192" y="3294"/>
                    </a:cubicBezTo>
                    <a:cubicBezTo>
                      <a:pt x="192" y="4135"/>
                      <a:pt x="526" y="4942"/>
                      <a:pt x="1121" y="5537"/>
                    </a:cubicBezTo>
                    <a:cubicBezTo>
                      <a:pt x="1715" y="6132"/>
                      <a:pt x="2522" y="6467"/>
                      <a:pt x="3363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8" name="Freeform: Shape 1587">
                <a:extLst>
                  <a:ext uri="{FF2B5EF4-FFF2-40B4-BE49-F238E27FC236}">
                    <a16:creationId xmlns:a16="http://schemas.microsoft.com/office/drawing/2014/main" id="{EA1B97E2-40E7-7D03-9F87-9B8771164A0C}"/>
                  </a:ext>
                </a:extLst>
              </p:cNvPr>
              <p:cNvSpPr/>
              <p:nvPr/>
            </p:nvSpPr>
            <p:spPr>
              <a:xfrm>
                <a:off x="3292683" y="5019008"/>
                <a:ext cx="6343" cy="6345"/>
              </a:xfrm>
              <a:custGeom>
                <a:avLst/>
                <a:gdLst>
                  <a:gd name="connsiteX0" fmla="*/ 3364 w 6343"/>
                  <a:gd name="connsiteY0" fmla="*/ 6467 h 6345"/>
                  <a:gd name="connsiteX1" fmla="*/ 5607 w 6343"/>
                  <a:gd name="connsiteY1" fmla="*/ 5537 h 6345"/>
                  <a:gd name="connsiteX2" fmla="*/ 6535 w 6343"/>
                  <a:gd name="connsiteY2" fmla="*/ 3294 h 6345"/>
                  <a:gd name="connsiteX3" fmla="*/ 5607 w 6343"/>
                  <a:gd name="connsiteY3" fmla="*/ 1051 h 6345"/>
                  <a:gd name="connsiteX4" fmla="*/ 3364 w 6343"/>
                  <a:gd name="connsiteY4" fmla="*/ 121 h 6345"/>
                  <a:gd name="connsiteX5" fmla="*/ 1121 w 6343"/>
                  <a:gd name="connsiteY5" fmla="*/ 1051 h 6345"/>
                  <a:gd name="connsiteX6" fmla="*/ 192 w 6343"/>
                  <a:gd name="connsiteY6" fmla="*/ 3294 h 6345"/>
                  <a:gd name="connsiteX7" fmla="*/ 1121 w 6343"/>
                  <a:gd name="connsiteY7" fmla="*/ 5537 h 6345"/>
                  <a:gd name="connsiteX8" fmla="*/ 3364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467"/>
                    </a:moveTo>
                    <a:cubicBezTo>
                      <a:pt x="4205" y="6467"/>
                      <a:pt x="5012" y="6132"/>
                      <a:pt x="5607" y="5537"/>
                    </a:cubicBezTo>
                    <a:cubicBezTo>
                      <a:pt x="6201" y="4942"/>
                      <a:pt x="6535" y="4135"/>
                      <a:pt x="6535" y="3294"/>
                    </a:cubicBezTo>
                    <a:cubicBezTo>
                      <a:pt x="6535" y="2453"/>
                      <a:pt x="6201" y="1646"/>
                      <a:pt x="5607" y="1051"/>
                    </a:cubicBezTo>
                    <a:cubicBezTo>
                      <a:pt x="5012" y="456"/>
                      <a:pt x="4205" y="121"/>
                      <a:pt x="3364" y="121"/>
                    </a:cubicBezTo>
                    <a:cubicBezTo>
                      <a:pt x="2523" y="121"/>
                      <a:pt x="1716" y="456"/>
                      <a:pt x="1121" y="1051"/>
                    </a:cubicBezTo>
                    <a:cubicBezTo>
                      <a:pt x="527" y="1646"/>
                      <a:pt x="192" y="2453"/>
                      <a:pt x="192" y="3294"/>
                    </a:cubicBezTo>
                    <a:cubicBezTo>
                      <a:pt x="192" y="4135"/>
                      <a:pt x="527" y="4942"/>
                      <a:pt x="1121" y="5537"/>
                    </a:cubicBezTo>
                    <a:cubicBezTo>
                      <a:pt x="1716" y="6132"/>
                      <a:pt x="2523" y="6467"/>
                      <a:pt x="3364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9" name="Freeform: Shape 1588">
                <a:extLst>
                  <a:ext uri="{FF2B5EF4-FFF2-40B4-BE49-F238E27FC236}">
                    <a16:creationId xmlns:a16="http://schemas.microsoft.com/office/drawing/2014/main" id="{8B96A055-D82E-5A8E-199F-C00D4BA65020}"/>
                  </a:ext>
                </a:extLst>
              </p:cNvPr>
              <p:cNvSpPr/>
              <p:nvPr/>
            </p:nvSpPr>
            <p:spPr>
              <a:xfrm>
                <a:off x="3307742" y="5028780"/>
                <a:ext cx="6343" cy="6345"/>
              </a:xfrm>
              <a:custGeom>
                <a:avLst/>
                <a:gdLst>
                  <a:gd name="connsiteX0" fmla="*/ 3365 w 6343"/>
                  <a:gd name="connsiteY0" fmla="*/ 6467 h 6345"/>
                  <a:gd name="connsiteX1" fmla="*/ 5608 w 6343"/>
                  <a:gd name="connsiteY1" fmla="*/ 5538 h 6345"/>
                  <a:gd name="connsiteX2" fmla="*/ 6537 w 6343"/>
                  <a:gd name="connsiteY2" fmla="*/ 3295 h 6345"/>
                  <a:gd name="connsiteX3" fmla="*/ 5608 w 6343"/>
                  <a:gd name="connsiteY3" fmla="*/ 1051 h 6345"/>
                  <a:gd name="connsiteX4" fmla="*/ 3365 w 6343"/>
                  <a:gd name="connsiteY4" fmla="*/ 122 h 6345"/>
                  <a:gd name="connsiteX5" fmla="*/ 1122 w 6343"/>
                  <a:gd name="connsiteY5" fmla="*/ 1051 h 6345"/>
                  <a:gd name="connsiteX6" fmla="*/ 194 w 6343"/>
                  <a:gd name="connsiteY6" fmla="*/ 3295 h 6345"/>
                  <a:gd name="connsiteX7" fmla="*/ 1122 w 6343"/>
                  <a:gd name="connsiteY7" fmla="*/ 5538 h 6345"/>
                  <a:gd name="connsiteX8" fmla="*/ 3365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467"/>
                    </a:moveTo>
                    <a:cubicBezTo>
                      <a:pt x="4206" y="6467"/>
                      <a:pt x="5013" y="6133"/>
                      <a:pt x="5608" y="5538"/>
                    </a:cubicBezTo>
                    <a:cubicBezTo>
                      <a:pt x="6202" y="4943"/>
                      <a:pt x="6537" y="4136"/>
                      <a:pt x="6537" y="3295"/>
                    </a:cubicBezTo>
                    <a:cubicBezTo>
                      <a:pt x="6537" y="2453"/>
                      <a:pt x="6202" y="1646"/>
                      <a:pt x="5608" y="1051"/>
                    </a:cubicBezTo>
                    <a:cubicBezTo>
                      <a:pt x="5013" y="456"/>
                      <a:pt x="4206" y="122"/>
                      <a:pt x="3365" y="122"/>
                    </a:cubicBezTo>
                    <a:cubicBezTo>
                      <a:pt x="2524" y="122"/>
                      <a:pt x="1717" y="456"/>
                      <a:pt x="1122" y="1051"/>
                    </a:cubicBezTo>
                    <a:cubicBezTo>
                      <a:pt x="528" y="1646"/>
                      <a:pt x="194" y="2453"/>
                      <a:pt x="194" y="3295"/>
                    </a:cubicBezTo>
                    <a:cubicBezTo>
                      <a:pt x="194" y="4136"/>
                      <a:pt x="528" y="4943"/>
                      <a:pt x="1122" y="5538"/>
                    </a:cubicBezTo>
                    <a:cubicBezTo>
                      <a:pt x="1717" y="6133"/>
                      <a:pt x="2524" y="6467"/>
                      <a:pt x="3365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0" name="Freeform: Shape 1589">
                <a:extLst>
                  <a:ext uri="{FF2B5EF4-FFF2-40B4-BE49-F238E27FC236}">
                    <a16:creationId xmlns:a16="http://schemas.microsoft.com/office/drawing/2014/main" id="{AE964335-6645-1F52-915A-C80EB83A4FE3}"/>
                  </a:ext>
                </a:extLst>
              </p:cNvPr>
              <p:cNvSpPr/>
              <p:nvPr/>
            </p:nvSpPr>
            <p:spPr>
              <a:xfrm>
                <a:off x="3317079" y="5031642"/>
                <a:ext cx="6343" cy="6345"/>
              </a:xfrm>
              <a:custGeom>
                <a:avLst/>
                <a:gdLst>
                  <a:gd name="connsiteX0" fmla="*/ 3366 w 6343"/>
                  <a:gd name="connsiteY0" fmla="*/ 6468 h 6345"/>
                  <a:gd name="connsiteX1" fmla="*/ 5608 w 6343"/>
                  <a:gd name="connsiteY1" fmla="*/ 5538 h 6345"/>
                  <a:gd name="connsiteX2" fmla="*/ 6537 w 6343"/>
                  <a:gd name="connsiteY2" fmla="*/ 3295 h 6345"/>
                  <a:gd name="connsiteX3" fmla="*/ 5608 w 6343"/>
                  <a:gd name="connsiteY3" fmla="*/ 1052 h 6345"/>
                  <a:gd name="connsiteX4" fmla="*/ 3366 w 6343"/>
                  <a:gd name="connsiteY4" fmla="*/ 122 h 6345"/>
                  <a:gd name="connsiteX5" fmla="*/ 1123 w 6343"/>
                  <a:gd name="connsiteY5" fmla="*/ 1052 h 6345"/>
                  <a:gd name="connsiteX6" fmla="*/ 194 w 6343"/>
                  <a:gd name="connsiteY6" fmla="*/ 3295 h 6345"/>
                  <a:gd name="connsiteX7" fmla="*/ 1123 w 6343"/>
                  <a:gd name="connsiteY7" fmla="*/ 5538 h 6345"/>
                  <a:gd name="connsiteX8" fmla="*/ 336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6" y="6468"/>
                    </a:moveTo>
                    <a:cubicBezTo>
                      <a:pt x="4207" y="6468"/>
                      <a:pt x="5014" y="6133"/>
                      <a:pt x="5608" y="5538"/>
                    </a:cubicBezTo>
                    <a:cubicBezTo>
                      <a:pt x="6203" y="4943"/>
                      <a:pt x="6537" y="4136"/>
                      <a:pt x="6537" y="3295"/>
                    </a:cubicBezTo>
                    <a:cubicBezTo>
                      <a:pt x="6537" y="2454"/>
                      <a:pt x="6203" y="1647"/>
                      <a:pt x="5608" y="1052"/>
                    </a:cubicBezTo>
                    <a:cubicBezTo>
                      <a:pt x="5014" y="457"/>
                      <a:pt x="4207" y="122"/>
                      <a:pt x="3366" y="122"/>
                    </a:cubicBezTo>
                    <a:cubicBezTo>
                      <a:pt x="2525" y="122"/>
                      <a:pt x="1718" y="457"/>
                      <a:pt x="1123" y="1052"/>
                    </a:cubicBezTo>
                    <a:cubicBezTo>
                      <a:pt x="528" y="1647"/>
                      <a:pt x="194" y="2454"/>
                      <a:pt x="194" y="3295"/>
                    </a:cubicBezTo>
                    <a:cubicBezTo>
                      <a:pt x="194" y="4136"/>
                      <a:pt x="528" y="4943"/>
                      <a:pt x="1123" y="5538"/>
                    </a:cubicBezTo>
                    <a:cubicBezTo>
                      <a:pt x="1718" y="6133"/>
                      <a:pt x="2525" y="6468"/>
                      <a:pt x="336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1" name="Freeform: Shape 1590">
                <a:extLst>
                  <a:ext uri="{FF2B5EF4-FFF2-40B4-BE49-F238E27FC236}">
                    <a16:creationId xmlns:a16="http://schemas.microsoft.com/office/drawing/2014/main" id="{47AF9518-6E7F-2D0E-8851-3557954FCFC9}"/>
                  </a:ext>
                </a:extLst>
              </p:cNvPr>
              <p:cNvSpPr/>
              <p:nvPr/>
            </p:nvSpPr>
            <p:spPr>
              <a:xfrm>
                <a:off x="3324249" y="5031887"/>
                <a:ext cx="6343" cy="6345"/>
              </a:xfrm>
              <a:custGeom>
                <a:avLst/>
                <a:gdLst>
                  <a:gd name="connsiteX0" fmla="*/ 3366 w 6343"/>
                  <a:gd name="connsiteY0" fmla="*/ 6468 h 6345"/>
                  <a:gd name="connsiteX1" fmla="*/ 5609 w 6343"/>
                  <a:gd name="connsiteY1" fmla="*/ 5538 h 6345"/>
                  <a:gd name="connsiteX2" fmla="*/ 6538 w 6343"/>
                  <a:gd name="connsiteY2" fmla="*/ 3295 h 6345"/>
                  <a:gd name="connsiteX3" fmla="*/ 5609 w 6343"/>
                  <a:gd name="connsiteY3" fmla="*/ 1052 h 6345"/>
                  <a:gd name="connsiteX4" fmla="*/ 3366 w 6343"/>
                  <a:gd name="connsiteY4" fmla="*/ 122 h 6345"/>
                  <a:gd name="connsiteX5" fmla="*/ 1124 w 6343"/>
                  <a:gd name="connsiteY5" fmla="*/ 1052 h 6345"/>
                  <a:gd name="connsiteX6" fmla="*/ 195 w 6343"/>
                  <a:gd name="connsiteY6" fmla="*/ 3295 h 6345"/>
                  <a:gd name="connsiteX7" fmla="*/ 1124 w 6343"/>
                  <a:gd name="connsiteY7" fmla="*/ 5538 h 6345"/>
                  <a:gd name="connsiteX8" fmla="*/ 336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6" y="6468"/>
                    </a:moveTo>
                    <a:cubicBezTo>
                      <a:pt x="4208" y="6468"/>
                      <a:pt x="5014" y="6133"/>
                      <a:pt x="5609" y="5538"/>
                    </a:cubicBezTo>
                    <a:cubicBezTo>
                      <a:pt x="6204" y="4944"/>
                      <a:pt x="6538" y="4136"/>
                      <a:pt x="6538" y="3295"/>
                    </a:cubicBezTo>
                    <a:cubicBezTo>
                      <a:pt x="6538" y="2454"/>
                      <a:pt x="6204" y="1647"/>
                      <a:pt x="5609" y="1052"/>
                    </a:cubicBezTo>
                    <a:cubicBezTo>
                      <a:pt x="5014" y="457"/>
                      <a:pt x="4208" y="122"/>
                      <a:pt x="3366" y="122"/>
                    </a:cubicBezTo>
                    <a:cubicBezTo>
                      <a:pt x="2525" y="122"/>
                      <a:pt x="1719" y="457"/>
                      <a:pt x="1124" y="1052"/>
                    </a:cubicBezTo>
                    <a:cubicBezTo>
                      <a:pt x="529" y="1647"/>
                      <a:pt x="195" y="2454"/>
                      <a:pt x="195" y="3295"/>
                    </a:cubicBezTo>
                    <a:cubicBezTo>
                      <a:pt x="195" y="4136"/>
                      <a:pt x="529" y="4944"/>
                      <a:pt x="1124" y="5538"/>
                    </a:cubicBezTo>
                    <a:cubicBezTo>
                      <a:pt x="1719" y="6133"/>
                      <a:pt x="2525" y="6468"/>
                      <a:pt x="336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2" name="Freeform: Shape 1591">
                <a:extLst>
                  <a:ext uri="{FF2B5EF4-FFF2-40B4-BE49-F238E27FC236}">
                    <a16:creationId xmlns:a16="http://schemas.microsoft.com/office/drawing/2014/main" id="{2303C21A-135B-227D-2381-058DBC9BDCC5}"/>
                  </a:ext>
                </a:extLst>
              </p:cNvPr>
              <p:cNvSpPr/>
              <p:nvPr/>
            </p:nvSpPr>
            <p:spPr>
              <a:xfrm>
                <a:off x="3332558" y="5033703"/>
                <a:ext cx="6343" cy="6345"/>
              </a:xfrm>
              <a:custGeom>
                <a:avLst/>
                <a:gdLst>
                  <a:gd name="connsiteX0" fmla="*/ 3367 w 6343"/>
                  <a:gd name="connsiteY0" fmla="*/ 6468 h 6345"/>
                  <a:gd name="connsiteX1" fmla="*/ 5610 w 6343"/>
                  <a:gd name="connsiteY1" fmla="*/ 5539 h 6345"/>
                  <a:gd name="connsiteX2" fmla="*/ 6539 w 6343"/>
                  <a:gd name="connsiteY2" fmla="*/ 3295 h 6345"/>
                  <a:gd name="connsiteX3" fmla="*/ 5610 w 6343"/>
                  <a:gd name="connsiteY3" fmla="*/ 1052 h 6345"/>
                  <a:gd name="connsiteX4" fmla="*/ 3367 w 6343"/>
                  <a:gd name="connsiteY4" fmla="*/ 122 h 6345"/>
                  <a:gd name="connsiteX5" fmla="*/ 1124 w 6343"/>
                  <a:gd name="connsiteY5" fmla="*/ 1052 h 6345"/>
                  <a:gd name="connsiteX6" fmla="*/ 196 w 6343"/>
                  <a:gd name="connsiteY6" fmla="*/ 3295 h 6345"/>
                  <a:gd name="connsiteX7" fmla="*/ 1124 w 6343"/>
                  <a:gd name="connsiteY7" fmla="*/ 5539 h 6345"/>
                  <a:gd name="connsiteX8" fmla="*/ 336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7" y="6468"/>
                    </a:moveTo>
                    <a:cubicBezTo>
                      <a:pt x="4208" y="6468"/>
                      <a:pt x="5015" y="6134"/>
                      <a:pt x="5610" y="5539"/>
                    </a:cubicBezTo>
                    <a:cubicBezTo>
                      <a:pt x="6204" y="4944"/>
                      <a:pt x="6539" y="4137"/>
                      <a:pt x="6539" y="3295"/>
                    </a:cubicBezTo>
                    <a:cubicBezTo>
                      <a:pt x="6539" y="2454"/>
                      <a:pt x="6204" y="1647"/>
                      <a:pt x="5610" y="1052"/>
                    </a:cubicBezTo>
                    <a:cubicBezTo>
                      <a:pt x="5015" y="457"/>
                      <a:pt x="4208" y="122"/>
                      <a:pt x="3367" y="122"/>
                    </a:cubicBezTo>
                    <a:cubicBezTo>
                      <a:pt x="2526" y="122"/>
                      <a:pt x="1719" y="457"/>
                      <a:pt x="1124" y="1052"/>
                    </a:cubicBezTo>
                    <a:cubicBezTo>
                      <a:pt x="530" y="1647"/>
                      <a:pt x="196" y="2454"/>
                      <a:pt x="196" y="3295"/>
                    </a:cubicBezTo>
                    <a:cubicBezTo>
                      <a:pt x="196" y="4137"/>
                      <a:pt x="530" y="4944"/>
                      <a:pt x="1124" y="5539"/>
                    </a:cubicBezTo>
                    <a:cubicBezTo>
                      <a:pt x="1719" y="6134"/>
                      <a:pt x="2526" y="6468"/>
                      <a:pt x="336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3" name="Freeform: Shape 1592">
                <a:extLst>
                  <a:ext uri="{FF2B5EF4-FFF2-40B4-BE49-F238E27FC236}">
                    <a16:creationId xmlns:a16="http://schemas.microsoft.com/office/drawing/2014/main" id="{A186BA2F-797F-0630-7D77-C978637CFF83}"/>
                  </a:ext>
                </a:extLst>
              </p:cNvPr>
              <p:cNvSpPr/>
              <p:nvPr/>
            </p:nvSpPr>
            <p:spPr>
              <a:xfrm>
                <a:off x="3339036" y="5033244"/>
                <a:ext cx="6343" cy="6345"/>
              </a:xfrm>
              <a:custGeom>
                <a:avLst/>
                <a:gdLst>
                  <a:gd name="connsiteX0" fmla="*/ 3368 w 6343"/>
                  <a:gd name="connsiteY0" fmla="*/ 6468 h 6345"/>
                  <a:gd name="connsiteX1" fmla="*/ 5610 w 6343"/>
                  <a:gd name="connsiteY1" fmla="*/ 5539 h 6345"/>
                  <a:gd name="connsiteX2" fmla="*/ 6539 w 6343"/>
                  <a:gd name="connsiteY2" fmla="*/ 3295 h 6345"/>
                  <a:gd name="connsiteX3" fmla="*/ 5610 w 6343"/>
                  <a:gd name="connsiteY3" fmla="*/ 1052 h 6345"/>
                  <a:gd name="connsiteX4" fmla="*/ 3368 w 6343"/>
                  <a:gd name="connsiteY4" fmla="*/ 122 h 6345"/>
                  <a:gd name="connsiteX5" fmla="*/ 1125 w 6343"/>
                  <a:gd name="connsiteY5" fmla="*/ 1052 h 6345"/>
                  <a:gd name="connsiteX6" fmla="*/ 196 w 6343"/>
                  <a:gd name="connsiteY6" fmla="*/ 3295 h 6345"/>
                  <a:gd name="connsiteX7" fmla="*/ 1125 w 6343"/>
                  <a:gd name="connsiteY7" fmla="*/ 5539 h 6345"/>
                  <a:gd name="connsiteX8" fmla="*/ 336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68"/>
                    </a:moveTo>
                    <a:cubicBezTo>
                      <a:pt x="4209" y="6468"/>
                      <a:pt x="5015" y="6134"/>
                      <a:pt x="5610" y="5539"/>
                    </a:cubicBezTo>
                    <a:cubicBezTo>
                      <a:pt x="6205" y="4944"/>
                      <a:pt x="6539" y="4137"/>
                      <a:pt x="6539" y="3295"/>
                    </a:cubicBezTo>
                    <a:cubicBezTo>
                      <a:pt x="6539" y="2454"/>
                      <a:pt x="6205" y="1647"/>
                      <a:pt x="5610" y="1052"/>
                    </a:cubicBezTo>
                    <a:cubicBezTo>
                      <a:pt x="5015" y="457"/>
                      <a:pt x="4209" y="122"/>
                      <a:pt x="3368" y="122"/>
                    </a:cubicBezTo>
                    <a:cubicBezTo>
                      <a:pt x="2526" y="122"/>
                      <a:pt x="1720" y="457"/>
                      <a:pt x="1125" y="1052"/>
                    </a:cubicBezTo>
                    <a:cubicBezTo>
                      <a:pt x="530" y="1647"/>
                      <a:pt x="196" y="2454"/>
                      <a:pt x="196" y="3295"/>
                    </a:cubicBezTo>
                    <a:cubicBezTo>
                      <a:pt x="196" y="4137"/>
                      <a:pt x="530" y="4944"/>
                      <a:pt x="1125" y="5539"/>
                    </a:cubicBezTo>
                    <a:cubicBezTo>
                      <a:pt x="1720" y="6134"/>
                      <a:pt x="2526" y="6468"/>
                      <a:pt x="336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4" name="Freeform: Shape 1593">
                <a:extLst>
                  <a:ext uri="{FF2B5EF4-FFF2-40B4-BE49-F238E27FC236}">
                    <a16:creationId xmlns:a16="http://schemas.microsoft.com/office/drawing/2014/main" id="{10AEE98A-7624-E4F8-25FF-8AE82BBCB8A8}"/>
                  </a:ext>
                </a:extLst>
              </p:cNvPr>
              <p:cNvSpPr/>
              <p:nvPr/>
            </p:nvSpPr>
            <p:spPr>
              <a:xfrm>
                <a:off x="3344126" y="5031008"/>
                <a:ext cx="6343" cy="6345"/>
              </a:xfrm>
              <a:custGeom>
                <a:avLst/>
                <a:gdLst>
                  <a:gd name="connsiteX0" fmla="*/ 3368 w 6343"/>
                  <a:gd name="connsiteY0" fmla="*/ 6468 h 6345"/>
                  <a:gd name="connsiteX1" fmla="*/ 5611 w 6343"/>
                  <a:gd name="connsiteY1" fmla="*/ 5538 h 6345"/>
                  <a:gd name="connsiteX2" fmla="*/ 6540 w 6343"/>
                  <a:gd name="connsiteY2" fmla="*/ 3295 h 6345"/>
                  <a:gd name="connsiteX3" fmla="*/ 5611 w 6343"/>
                  <a:gd name="connsiteY3" fmla="*/ 1052 h 6345"/>
                  <a:gd name="connsiteX4" fmla="*/ 3368 w 6343"/>
                  <a:gd name="connsiteY4" fmla="*/ 122 h 6345"/>
                  <a:gd name="connsiteX5" fmla="*/ 1125 w 6343"/>
                  <a:gd name="connsiteY5" fmla="*/ 1052 h 6345"/>
                  <a:gd name="connsiteX6" fmla="*/ 196 w 6343"/>
                  <a:gd name="connsiteY6" fmla="*/ 3295 h 6345"/>
                  <a:gd name="connsiteX7" fmla="*/ 1125 w 6343"/>
                  <a:gd name="connsiteY7" fmla="*/ 5538 h 6345"/>
                  <a:gd name="connsiteX8" fmla="*/ 336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68"/>
                    </a:moveTo>
                    <a:cubicBezTo>
                      <a:pt x="4209" y="6468"/>
                      <a:pt x="5016" y="6133"/>
                      <a:pt x="5611" y="5538"/>
                    </a:cubicBezTo>
                    <a:cubicBezTo>
                      <a:pt x="6205" y="4943"/>
                      <a:pt x="6540" y="4136"/>
                      <a:pt x="6540" y="3295"/>
                    </a:cubicBezTo>
                    <a:cubicBezTo>
                      <a:pt x="6540" y="2454"/>
                      <a:pt x="6205" y="1646"/>
                      <a:pt x="5611" y="1052"/>
                    </a:cubicBezTo>
                    <a:cubicBezTo>
                      <a:pt x="5016" y="457"/>
                      <a:pt x="4209" y="122"/>
                      <a:pt x="3368" y="122"/>
                    </a:cubicBezTo>
                    <a:cubicBezTo>
                      <a:pt x="2527" y="122"/>
                      <a:pt x="1720" y="457"/>
                      <a:pt x="1125" y="1052"/>
                    </a:cubicBezTo>
                    <a:cubicBezTo>
                      <a:pt x="531" y="1646"/>
                      <a:pt x="196" y="2454"/>
                      <a:pt x="196" y="3295"/>
                    </a:cubicBezTo>
                    <a:cubicBezTo>
                      <a:pt x="196" y="4136"/>
                      <a:pt x="531" y="4943"/>
                      <a:pt x="1125" y="5538"/>
                    </a:cubicBezTo>
                    <a:cubicBezTo>
                      <a:pt x="1720" y="6133"/>
                      <a:pt x="2527" y="6468"/>
                      <a:pt x="336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5" name="Freeform: Shape 1594">
                <a:extLst>
                  <a:ext uri="{FF2B5EF4-FFF2-40B4-BE49-F238E27FC236}">
                    <a16:creationId xmlns:a16="http://schemas.microsoft.com/office/drawing/2014/main" id="{21C89363-DB50-5882-9C3D-797BA244C9EE}"/>
                  </a:ext>
                </a:extLst>
              </p:cNvPr>
              <p:cNvSpPr/>
              <p:nvPr/>
            </p:nvSpPr>
            <p:spPr>
              <a:xfrm>
                <a:off x="3349167" y="5028731"/>
                <a:ext cx="6343" cy="6345"/>
              </a:xfrm>
              <a:custGeom>
                <a:avLst/>
                <a:gdLst>
                  <a:gd name="connsiteX0" fmla="*/ 3368 w 6343"/>
                  <a:gd name="connsiteY0" fmla="*/ 6467 h 6345"/>
                  <a:gd name="connsiteX1" fmla="*/ 5611 w 6343"/>
                  <a:gd name="connsiteY1" fmla="*/ 5538 h 6345"/>
                  <a:gd name="connsiteX2" fmla="*/ 6540 w 6343"/>
                  <a:gd name="connsiteY2" fmla="*/ 3295 h 6345"/>
                  <a:gd name="connsiteX3" fmla="*/ 5611 w 6343"/>
                  <a:gd name="connsiteY3" fmla="*/ 1051 h 6345"/>
                  <a:gd name="connsiteX4" fmla="*/ 3368 w 6343"/>
                  <a:gd name="connsiteY4" fmla="*/ 122 h 6345"/>
                  <a:gd name="connsiteX5" fmla="*/ 1126 w 6343"/>
                  <a:gd name="connsiteY5" fmla="*/ 1051 h 6345"/>
                  <a:gd name="connsiteX6" fmla="*/ 197 w 6343"/>
                  <a:gd name="connsiteY6" fmla="*/ 3295 h 6345"/>
                  <a:gd name="connsiteX7" fmla="*/ 1126 w 6343"/>
                  <a:gd name="connsiteY7" fmla="*/ 5538 h 6345"/>
                  <a:gd name="connsiteX8" fmla="*/ 336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67"/>
                    </a:moveTo>
                    <a:cubicBezTo>
                      <a:pt x="4209" y="6467"/>
                      <a:pt x="5016" y="6133"/>
                      <a:pt x="5611" y="5538"/>
                    </a:cubicBezTo>
                    <a:cubicBezTo>
                      <a:pt x="6206" y="4943"/>
                      <a:pt x="6540" y="4136"/>
                      <a:pt x="6540" y="3295"/>
                    </a:cubicBezTo>
                    <a:cubicBezTo>
                      <a:pt x="6540" y="2453"/>
                      <a:pt x="6206" y="1646"/>
                      <a:pt x="5611" y="1051"/>
                    </a:cubicBezTo>
                    <a:cubicBezTo>
                      <a:pt x="5016" y="456"/>
                      <a:pt x="4209" y="122"/>
                      <a:pt x="3368" y="122"/>
                    </a:cubicBezTo>
                    <a:cubicBezTo>
                      <a:pt x="2527" y="122"/>
                      <a:pt x="1721" y="456"/>
                      <a:pt x="1126" y="1051"/>
                    </a:cubicBezTo>
                    <a:cubicBezTo>
                      <a:pt x="531" y="1646"/>
                      <a:pt x="197" y="2453"/>
                      <a:pt x="197" y="3295"/>
                    </a:cubicBezTo>
                    <a:cubicBezTo>
                      <a:pt x="197" y="4136"/>
                      <a:pt x="531" y="4943"/>
                      <a:pt x="1126" y="5538"/>
                    </a:cubicBezTo>
                    <a:cubicBezTo>
                      <a:pt x="1721" y="6133"/>
                      <a:pt x="2527" y="6467"/>
                      <a:pt x="336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6" name="Freeform: Shape 1595">
                <a:extLst>
                  <a:ext uri="{FF2B5EF4-FFF2-40B4-BE49-F238E27FC236}">
                    <a16:creationId xmlns:a16="http://schemas.microsoft.com/office/drawing/2014/main" id="{02841442-B7D7-7E96-B20B-CB5D44405F30}"/>
                  </a:ext>
                </a:extLst>
              </p:cNvPr>
              <p:cNvSpPr/>
              <p:nvPr/>
            </p:nvSpPr>
            <p:spPr>
              <a:xfrm>
                <a:off x="3353709" y="5025798"/>
                <a:ext cx="6343" cy="6345"/>
              </a:xfrm>
              <a:custGeom>
                <a:avLst/>
                <a:gdLst>
                  <a:gd name="connsiteX0" fmla="*/ 3369 w 6343"/>
                  <a:gd name="connsiteY0" fmla="*/ 6467 h 6345"/>
                  <a:gd name="connsiteX1" fmla="*/ 5611 w 6343"/>
                  <a:gd name="connsiteY1" fmla="*/ 5538 h 6345"/>
                  <a:gd name="connsiteX2" fmla="*/ 6540 w 6343"/>
                  <a:gd name="connsiteY2" fmla="*/ 3295 h 6345"/>
                  <a:gd name="connsiteX3" fmla="*/ 5611 w 6343"/>
                  <a:gd name="connsiteY3" fmla="*/ 1051 h 6345"/>
                  <a:gd name="connsiteX4" fmla="*/ 3369 w 6343"/>
                  <a:gd name="connsiteY4" fmla="*/ 122 h 6345"/>
                  <a:gd name="connsiteX5" fmla="*/ 1126 w 6343"/>
                  <a:gd name="connsiteY5" fmla="*/ 1051 h 6345"/>
                  <a:gd name="connsiteX6" fmla="*/ 197 w 6343"/>
                  <a:gd name="connsiteY6" fmla="*/ 3295 h 6345"/>
                  <a:gd name="connsiteX7" fmla="*/ 1126 w 6343"/>
                  <a:gd name="connsiteY7" fmla="*/ 5538 h 6345"/>
                  <a:gd name="connsiteX8" fmla="*/ 336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7"/>
                    </a:moveTo>
                    <a:cubicBezTo>
                      <a:pt x="4210" y="6467"/>
                      <a:pt x="5017" y="6133"/>
                      <a:pt x="5611" y="5538"/>
                    </a:cubicBezTo>
                    <a:cubicBezTo>
                      <a:pt x="6206" y="4943"/>
                      <a:pt x="6540" y="4136"/>
                      <a:pt x="6540" y="3295"/>
                    </a:cubicBezTo>
                    <a:cubicBezTo>
                      <a:pt x="6540" y="2453"/>
                      <a:pt x="6206" y="1646"/>
                      <a:pt x="5611" y="1051"/>
                    </a:cubicBezTo>
                    <a:cubicBezTo>
                      <a:pt x="5017" y="456"/>
                      <a:pt x="4210" y="122"/>
                      <a:pt x="3369" y="122"/>
                    </a:cubicBezTo>
                    <a:cubicBezTo>
                      <a:pt x="2528" y="122"/>
                      <a:pt x="1721" y="456"/>
                      <a:pt x="1126" y="1051"/>
                    </a:cubicBezTo>
                    <a:cubicBezTo>
                      <a:pt x="531" y="1646"/>
                      <a:pt x="197" y="2453"/>
                      <a:pt x="197" y="3295"/>
                    </a:cubicBezTo>
                    <a:cubicBezTo>
                      <a:pt x="197" y="4136"/>
                      <a:pt x="531" y="4943"/>
                      <a:pt x="1126" y="5538"/>
                    </a:cubicBezTo>
                    <a:cubicBezTo>
                      <a:pt x="1721" y="6133"/>
                      <a:pt x="2528" y="6467"/>
                      <a:pt x="336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7" name="Freeform: Shape 1596">
                <a:extLst>
                  <a:ext uri="{FF2B5EF4-FFF2-40B4-BE49-F238E27FC236}">
                    <a16:creationId xmlns:a16="http://schemas.microsoft.com/office/drawing/2014/main" id="{7E570163-3745-962A-0C45-38EC785193B3}"/>
                  </a:ext>
                </a:extLst>
              </p:cNvPr>
              <p:cNvSpPr/>
              <p:nvPr/>
            </p:nvSpPr>
            <p:spPr>
              <a:xfrm>
                <a:off x="3357627" y="5022005"/>
                <a:ext cx="6343" cy="6345"/>
              </a:xfrm>
              <a:custGeom>
                <a:avLst/>
                <a:gdLst>
                  <a:gd name="connsiteX0" fmla="*/ 3369 w 6343"/>
                  <a:gd name="connsiteY0" fmla="*/ 6467 h 6345"/>
                  <a:gd name="connsiteX1" fmla="*/ 5612 w 6343"/>
                  <a:gd name="connsiteY1" fmla="*/ 5538 h 6345"/>
                  <a:gd name="connsiteX2" fmla="*/ 6541 w 6343"/>
                  <a:gd name="connsiteY2" fmla="*/ 3294 h 6345"/>
                  <a:gd name="connsiteX3" fmla="*/ 5612 w 6343"/>
                  <a:gd name="connsiteY3" fmla="*/ 1051 h 6345"/>
                  <a:gd name="connsiteX4" fmla="*/ 3369 w 6343"/>
                  <a:gd name="connsiteY4" fmla="*/ 122 h 6345"/>
                  <a:gd name="connsiteX5" fmla="*/ 1126 w 6343"/>
                  <a:gd name="connsiteY5" fmla="*/ 1051 h 6345"/>
                  <a:gd name="connsiteX6" fmla="*/ 197 w 6343"/>
                  <a:gd name="connsiteY6" fmla="*/ 3294 h 6345"/>
                  <a:gd name="connsiteX7" fmla="*/ 1126 w 6343"/>
                  <a:gd name="connsiteY7" fmla="*/ 5538 h 6345"/>
                  <a:gd name="connsiteX8" fmla="*/ 336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7"/>
                    </a:moveTo>
                    <a:cubicBezTo>
                      <a:pt x="4210" y="6467"/>
                      <a:pt x="5017" y="6133"/>
                      <a:pt x="5612" y="5538"/>
                    </a:cubicBezTo>
                    <a:cubicBezTo>
                      <a:pt x="6206" y="4943"/>
                      <a:pt x="6541" y="4136"/>
                      <a:pt x="6541" y="3294"/>
                    </a:cubicBezTo>
                    <a:cubicBezTo>
                      <a:pt x="6541" y="2453"/>
                      <a:pt x="6206" y="1646"/>
                      <a:pt x="5612" y="1051"/>
                    </a:cubicBezTo>
                    <a:cubicBezTo>
                      <a:pt x="5017" y="456"/>
                      <a:pt x="4210" y="122"/>
                      <a:pt x="3369" y="122"/>
                    </a:cubicBezTo>
                    <a:cubicBezTo>
                      <a:pt x="2528" y="122"/>
                      <a:pt x="1721" y="456"/>
                      <a:pt x="1126" y="1051"/>
                    </a:cubicBezTo>
                    <a:cubicBezTo>
                      <a:pt x="532" y="1646"/>
                      <a:pt x="197" y="2453"/>
                      <a:pt x="197" y="3294"/>
                    </a:cubicBezTo>
                    <a:cubicBezTo>
                      <a:pt x="197" y="4136"/>
                      <a:pt x="532" y="4943"/>
                      <a:pt x="1126" y="5538"/>
                    </a:cubicBezTo>
                    <a:cubicBezTo>
                      <a:pt x="1721" y="6133"/>
                      <a:pt x="2528" y="6467"/>
                      <a:pt x="336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8" name="Freeform: Shape 1597">
                <a:extLst>
                  <a:ext uri="{FF2B5EF4-FFF2-40B4-BE49-F238E27FC236}">
                    <a16:creationId xmlns:a16="http://schemas.microsoft.com/office/drawing/2014/main" id="{A307B041-F1F4-4767-5CF6-A698770EC8B6}"/>
                  </a:ext>
                </a:extLst>
              </p:cNvPr>
              <p:cNvSpPr/>
              <p:nvPr/>
            </p:nvSpPr>
            <p:spPr>
              <a:xfrm>
                <a:off x="3361432" y="5018040"/>
                <a:ext cx="6343" cy="6345"/>
              </a:xfrm>
              <a:custGeom>
                <a:avLst/>
                <a:gdLst>
                  <a:gd name="connsiteX0" fmla="*/ 3369 w 6343"/>
                  <a:gd name="connsiteY0" fmla="*/ 6467 h 6345"/>
                  <a:gd name="connsiteX1" fmla="*/ 5612 w 6343"/>
                  <a:gd name="connsiteY1" fmla="*/ 5537 h 6345"/>
                  <a:gd name="connsiteX2" fmla="*/ 6541 w 6343"/>
                  <a:gd name="connsiteY2" fmla="*/ 3294 h 6345"/>
                  <a:gd name="connsiteX3" fmla="*/ 5612 w 6343"/>
                  <a:gd name="connsiteY3" fmla="*/ 1050 h 6345"/>
                  <a:gd name="connsiteX4" fmla="*/ 3369 w 6343"/>
                  <a:gd name="connsiteY4" fmla="*/ 121 h 6345"/>
                  <a:gd name="connsiteX5" fmla="*/ 1127 w 6343"/>
                  <a:gd name="connsiteY5" fmla="*/ 1050 h 6345"/>
                  <a:gd name="connsiteX6" fmla="*/ 198 w 6343"/>
                  <a:gd name="connsiteY6" fmla="*/ 3294 h 6345"/>
                  <a:gd name="connsiteX7" fmla="*/ 1127 w 6343"/>
                  <a:gd name="connsiteY7" fmla="*/ 5537 h 6345"/>
                  <a:gd name="connsiteX8" fmla="*/ 336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7"/>
                    </a:moveTo>
                    <a:cubicBezTo>
                      <a:pt x="4210" y="6467"/>
                      <a:pt x="5017" y="6132"/>
                      <a:pt x="5612" y="5537"/>
                    </a:cubicBezTo>
                    <a:cubicBezTo>
                      <a:pt x="6207" y="4942"/>
                      <a:pt x="6541" y="4135"/>
                      <a:pt x="6541" y="3294"/>
                    </a:cubicBezTo>
                    <a:cubicBezTo>
                      <a:pt x="6541" y="2453"/>
                      <a:pt x="6207" y="1645"/>
                      <a:pt x="5612" y="1050"/>
                    </a:cubicBezTo>
                    <a:cubicBezTo>
                      <a:pt x="5017" y="456"/>
                      <a:pt x="4210" y="121"/>
                      <a:pt x="3369" y="121"/>
                    </a:cubicBezTo>
                    <a:cubicBezTo>
                      <a:pt x="2528" y="121"/>
                      <a:pt x="1721" y="456"/>
                      <a:pt x="1127" y="1050"/>
                    </a:cubicBezTo>
                    <a:cubicBezTo>
                      <a:pt x="532" y="1645"/>
                      <a:pt x="198" y="2453"/>
                      <a:pt x="198" y="3294"/>
                    </a:cubicBezTo>
                    <a:cubicBezTo>
                      <a:pt x="198" y="4135"/>
                      <a:pt x="532" y="4942"/>
                      <a:pt x="1127" y="5537"/>
                    </a:cubicBezTo>
                    <a:cubicBezTo>
                      <a:pt x="1721" y="6132"/>
                      <a:pt x="2528" y="6467"/>
                      <a:pt x="336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9" name="Freeform: Shape 1598">
                <a:extLst>
                  <a:ext uri="{FF2B5EF4-FFF2-40B4-BE49-F238E27FC236}">
                    <a16:creationId xmlns:a16="http://schemas.microsoft.com/office/drawing/2014/main" id="{8814F6A2-4CC0-F547-7710-6F2D33CC064C}"/>
                  </a:ext>
                </a:extLst>
              </p:cNvPr>
              <p:cNvSpPr/>
              <p:nvPr/>
            </p:nvSpPr>
            <p:spPr>
              <a:xfrm>
                <a:off x="3365322" y="5014173"/>
                <a:ext cx="6343" cy="6345"/>
              </a:xfrm>
              <a:custGeom>
                <a:avLst/>
                <a:gdLst>
                  <a:gd name="connsiteX0" fmla="*/ 3370 w 6343"/>
                  <a:gd name="connsiteY0" fmla="*/ 6466 h 6345"/>
                  <a:gd name="connsiteX1" fmla="*/ 5612 w 6343"/>
                  <a:gd name="connsiteY1" fmla="*/ 5537 h 6345"/>
                  <a:gd name="connsiteX2" fmla="*/ 6541 w 6343"/>
                  <a:gd name="connsiteY2" fmla="*/ 3294 h 6345"/>
                  <a:gd name="connsiteX3" fmla="*/ 5612 w 6343"/>
                  <a:gd name="connsiteY3" fmla="*/ 1050 h 6345"/>
                  <a:gd name="connsiteX4" fmla="*/ 3370 w 6343"/>
                  <a:gd name="connsiteY4" fmla="*/ 121 h 6345"/>
                  <a:gd name="connsiteX5" fmla="*/ 1127 w 6343"/>
                  <a:gd name="connsiteY5" fmla="*/ 1050 h 6345"/>
                  <a:gd name="connsiteX6" fmla="*/ 198 w 6343"/>
                  <a:gd name="connsiteY6" fmla="*/ 3294 h 6345"/>
                  <a:gd name="connsiteX7" fmla="*/ 1127 w 6343"/>
                  <a:gd name="connsiteY7" fmla="*/ 5537 h 6345"/>
                  <a:gd name="connsiteX8" fmla="*/ 337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6"/>
                    </a:moveTo>
                    <a:cubicBezTo>
                      <a:pt x="4211" y="6466"/>
                      <a:pt x="5018" y="6132"/>
                      <a:pt x="5612" y="5537"/>
                    </a:cubicBezTo>
                    <a:cubicBezTo>
                      <a:pt x="6207" y="4942"/>
                      <a:pt x="6541" y="4135"/>
                      <a:pt x="6541" y="3294"/>
                    </a:cubicBezTo>
                    <a:cubicBezTo>
                      <a:pt x="6541" y="2452"/>
                      <a:pt x="6207" y="1645"/>
                      <a:pt x="5612" y="1050"/>
                    </a:cubicBezTo>
                    <a:cubicBezTo>
                      <a:pt x="5018" y="455"/>
                      <a:pt x="4211" y="121"/>
                      <a:pt x="3370" y="121"/>
                    </a:cubicBezTo>
                    <a:cubicBezTo>
                      <a:pt x="2529" y="121"/>
                      <a:pt x="1722" y="455"/>
                      <a:pt x="1127" y="1050"/>
                    </a:cubicBezTo>
                    <a:cubicBezTo>
                      <a:pt x="532" y="1645"/>
                      <a:pt x="198" y="2452"/>
                      <a:pt x="198" y="3294"/>
                    </a:cubicBezTo>
                    <a:cubicBezTo>
                      <a:pt x="198" y="4135"/>
                      <a:pt x="532" y="4942"/>
                      <a:pt x="1127" y="5537"/>
                    </a:cubicBezTo>
                    <a:cubicBezTo>
                      <a:pt x="1722" y="6132"/>
                      <a:pt x="2529" y="6466"/>
                      <a:pt x="337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0" name="Freeform: Shape 1599">
                <a:extLst>
                  <a:ext uri="{FF2B5EF4-FFF2-40B4-BE49-F238E27FC236}">
                    <a16:creationId xmlns:a16="http://schemas.microsoft.com/office/drawing/2014/main" id="{CC4205B2-B169-3A01-F808-6163D0EF34A8}"/>
                  </a:ext>
                </a:extLst>
              </p:cNvPr>
              <p:cNvSpPr/>
              <p:nvPr/>
            </p:nvSpPr>
            <p:spPr>
              <a:xfrm>
                <a:off x="3366359" y="5006178"/>
                <a:ext cx="6343" cy="6345"/>
              </a:xfrm>
              <a:custGeom>
                <a:avLst/>
                <a:gdLst>
                  <a:gd name="connsiteX0" fmla="*/ 3370 w 6343"/>
                  <a:gd name="connsiteY0" fmla="*/ 6466 h 6345"/>
                  <a:gd name="connsiteX1" fmla="*/ 5612 w 6343"/>
                  <a:gd name="connsiteY1" fmla="*/ 5536 h 6345"/>
                  <a:gd name="connsiteX2" fmla="*/ 6541 w 6343"/>
                  <a:gd name="connsiteY2" fmla="*/ 3293 h 6345"/>
                  <a:gd name="connsiteX3" fmla="*/ 5612 w 6343"/>
                  <a:gd name="connsiteY3" fmla="*/ 1050 h 6345"/>
                  <a:gd name="connsiteX4" fmla="*/ 3370 w 6343"/>
                  <a:gd name="connsiteY4" fmla="*/ 120 h 6345"/>
                  <a:gd name="connsiteX5" fmla="*/ 1127 w 6343"/>
                  <a:gd name="connsiteY5" fmla="*/ 1050 h 6345"/>
                  <a:gd name="connsiteX6" fmla="*/ 198 w 6343"/>
                  <a:gd name="connsiteY6" fmla="*/ 3293 h 6345"/>
                  <a:gd name="connsiteX7" fmla="*/ 1127 w 6343"/>
                  <a:gd name="connsiteY7" fmla="*/ 5536 h 6345"/>
                  <a:gd name="connsiteX8" fmla="*/ 337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6"/>
                    </a:moveTo>
                    <a:cubicBezTo>
                      <a:pt x="4211" y="6466"/>
                      <a:pt x="5018" y="6131"/>
                      <a:pt x="5612" y="5536"/>
                    </a:cubicBezTo>
                    <a:cubicBezTo>
                      <a:pt x="6207" y="4941"/>
                      <a:pt x="6541" y="4134"/>
                      <a:pt x="6541" y="3293"/>
                    </a:cubicBezTo>
                    <a:cubicBezTo>
                      <a:pt x="6541" y="2452"/>
                      <a:pt x="6207" y="1645"/>
                      <a:pt x="5612" y="1050"/>
                    </a:cubicBezTo>
                    <a:cubicBezTo>
                      <a:pt x="5018" y="455"/>
                      <a:pt x="4211" y="120"/>
                      <a:pt x="3370" y="120"/>
                    </a:cubicBezTo>
                    <a:cubicBezTo>
                      <a:pt x="2529" y="120"/>
                      <a:pt x="1722" y="455"/>
                      <a:pt x="1127" y="1050"/>
                    </a:cubicBezTo>
                    <a:cubicBezTo>
                      <a:pt x="532" y="1645"/>
                      <a:pt x="198" y="2452"/>
                      <a:pt x="198" y="3293"/>
                    </a:cubicBezTo>
                    <a:cubicBezTo>
                      <a:pt x="198" y="4134"/>
                      <a:pt x="532" y="4941"/>
                      <a:pt x="1127" y="5536"/>
                    </a:cubicBezTo>
                    <a:cubicBezTo>
                      <a:pt x="1722" y="6131"/>
                      <a:pt x="2529" y="6466"/>
                      <a:pt x="337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1" name="Freeform: Shape 1600">
                <a:extLst>
                  <a:ext uri="{FF2B5EF4-FFF2-40B4-BE49-F238E27FC236}">
                    <a16:creationId xmlns:a16="http://schemas.microsoft.com/office/drawing/2014/main" id="{A79BB896-9E42-7338-CE38-6678212BA448}"/>
                  </a:ext>
                </a:extLst>
              </p:cNvPr>
              <p:cNvSpPr/>
              <p:nvPr/>
            </p:nvSpPr>
            <p:spPr>
              <a:xfrm>
                <a:off x="3367287" y="4997894"/>
                <a:ext cx="6343" cy="6345"/>
              </a:xfrm>
              <a:custGeom>
                <a:avLst/>
                <a:gdLst>
                  <a:gd name="connsiteX0" fmla="*/ 3370 w 6343"/>
                  <a:gd name="connsiteY0" fmla="*/ 6465 h 6345"/>
                  <a:gd name="connsiteX1" fmla="*/ 5612 w 6343"/>
                  <a:gd name="connsiteY1" fmla="*/ 5536 h 6345"/>
                  <a:gd name="connsiteX2" fmla="*/ 6541 w 6343"/>
                  <a:gd name="connsiteY2" fmla="*/ 3292 h 6345"/>
                  <a:gd name="connsiteX3" fmla="*/ 5612 w 6343"/>
                  <a:gd name="connsiteY3" fmla="*/ 1049 h 6345"/>
                  <a:gd name="connsiteX4" fmla="*/ 3370 w 6343"/>
                  <a:gd name="connsiteY4" fmla="*/ 120 h 6345"/>
                  <a:gd name="connsiteX5" fmla="*/ 1127 w 6343"/>
                  <a:gd name="connsiteY5" fmla="*/ 1049 h 6345"/>
                  <a:gd name="connsiteX6" fmla="*/ 198 w 6343"/>
                  <a:gd name="connsiteY6" fmla="*/ 3292 h 6345"/>
                  <a:gd name="connsiteX7" fmla="*/ 1127 w 6343"/>
                  <a:gd name="connsiteY7" fmla="*/ 5536 h 6345"/>
                  <a:gd name="connsiteX8" fmla="*/ 3370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5"/>
                    </a:moveTo>
                    <a:cubicBezTo>
                      <a:pt x="4211" y="6465"/>
                      <a:pt x="5018" y="6131"/>
                      <a:pt x="5612" y="5536"/>
                    </a:cubicBezTo>
                    <a:cubicBezTo>
                      <a:pt x="6207" y="4941"/>
                      <a:pt x="6541" y="4134"/>
                      <a:pt x="6541" y="3292"/>
                    </a:cubicBezTo>
                    <a:cubicBezTo>
                      <a:pt x="6541" y="2451"/>
                      <a:pt x="6207" y="1644"/>
                      <a:pt x="5612" y="1049"/>
                    </a:cubicBezTo>
                    <a:cubicBezTo>
                      <a:pt x="5018" y="454"/>
                      <a:pt x="4211" y="120"/>
                      <a:pt x="3370" y="120"/>
                    </a:cubicBezTo>
                    <a:cubicBezTo>
                      <a:pt x="2529" y="120"/>
                      <a:pt x="1722" y="454"/>
                      <a:pt x="1127" y="1049"/>
                    </a:cubicBezTo>
                    <a:cubicBezTo>
                      <a:pt x="532" y="1644"/>
                      <a:pt x="198" y="2451"/>
                      <a:pt x="198" y="3292"/>
                    </a:cubicBezTo>
                    <a:cubicBezTo>
                      <a:pt x="198" y="4134"/>
                      <a:pt x="532" y="4941"/>
                      <a:pt x="1127" y="5536"/>
                    </a:cubicBezTo>
                    <a:cubicBezTo>
                      <a:pt x="1722" y="6131"/>
                      <a:pt x="2529" y="6465"/>
                      <a:pt x="3370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2" name="Freeform: Shape 1601">
                <a:extLst>
                  <a:ext uri="{FF2B5EF4-FFF2-40B4-BE49-F238E27FC236}">
                    <a16:creationId xmlns:a16="http://schemas.microsoft.com/office/drawing/2014/main" id="{9FCF1846-3612-483B-2CC5-73EAFFAC43F5}"/>
                  </a:ext>
                </a:extLst>
              </p:cNvPr>
              <p:cNvSpPr/>
              <p:nvPr/>
            </p:nvSpPr>
            <p:spPr>
              <a:xfrm>
                <a:off x="3368964" y="4990581"/>
                <a:ext cx="6343" cy="6345"/>
              </a:xfrm>
              <a:custGeom>
                <a:avLst/>
                <a:gdLst>
                  <a:gd name="connsiteX0" fmla="*/ 3370 w 6343"/>
                  <a:gd name="connsiteY0" fmla="*/ 6464 h 6345"/>
                  <a:gd name="connsiteX1" fmla="*/ 5613 w 6343"/>
                  <a:gd name="connsiteY1" fmla="*/ 5535 h 6345"/>
                  <a:gd name="connsiteX2" fmla="*/ 6542 w 6343"/>
                  <a:gd name="connsiteY2" fmla="*/ 3292 h 6345"/>
                  <a:gd name="connsiteX3" fmla="*/ 5613 w 6343"/>
                  <a:gd name="connsiteY3" fmla="*/ 1048 h 6345"/>
                  <a:gd name="connsiteX4" fmla="*/ 3370 w 6343"/>
                  <a:gd name="connsiteY4" fmla="*/ 119 h 6345"/>
                  <a:gd name="connsiteX5" fmla="*/ 1127 w 6343"/>
                  <a:gd name="connsiteY5" fmla="*/ 1048 h 6345"/>
                  <a:gd name="connsiteX6" fmla="*/ 198 w 6343"/>
                  <a:gd name="connsiteY6" fmla="*/ 3292 h 6345"/>
                  <a:gd name="connsiteX7" fmla="*/ 1127 w 6343"/>
                  <a:gd name="connsiteY7" fmla="*/ 5535 h 6345"/>
                  <a:gd name="connsiteX8" fmla="*/ 3370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4"/>
                    </a:moveTo>
                    <a:cubicBezTo>
                      <a:pt x="4211" y="6464"/>
                      <a:pt x="5018" y="6130"/>
                      <a:pt x="5613" y="5535"/>
                    </a:cubicBezTo>
                    <a:cubicBezTo>
                      <a:pt x="6207" y="4940"/>
                      <a:pt x="6542" y="4133"/>
                      <a:pt x="6542" y="3292"/>
                    </a:cubicBezTo>
                    <a:cubicBezTo>
                      <a:pt x="6542" y="2450"/>
                      <a:pt x="6207" y="1643"/>
                      <a:pt x="5613" y="1048"/>
                    </a:cubicBezTo>
                    <a:cubicBezTo>
                      <a:pt x="5018" y="453"/>
                      <a:pt x="4211" y="119"/>
                      <a:pt x="3370" y="119"/>
                    </a:cubicBezTo>
                    <a:cubicBezTo>
                      <a:pt x="2529" y="119"/>
                      <a:pt x="1722" y="453"/>
                      <a:pt x="1127" y="1048"/>
                    </a:cubicBezTo>
                    <a:cubicBezTo>
                      <a:pt x="533" y="1643"/>
                      <a:pt x="198" y="2450"/>
                      <a:pt x="198" y="3292"/>
                    </a:cubicBezTo>
                    <a:cubicBezTo>
                      <a:pt x="198" y="4133"/>
                      <a:pt x="533" y="4940"/>
                      <a:pt x="1127" y="5535"/>
                    </a:cubicBezTo>
                    <a:cubicBezTo>
                      <a:pt x="1722" y="6130"/>
                      <a:pt x="2529" y="6464"/>
                      <a:pt x="3370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3" name="Freeform: Shape 1602">
                <a:extLst>
                  <a:ext uri="{FF2B5EF4-FFF2-40B4-BE49-F238E27FC236}">
                    <a16:creationId xmlns:a16="http://schemas.microsoft.com/office/drawing/2014/main" id="{C90FA119-CDCB-9725-904F-1AB9EB6389B6}"/>
                  </a:ext>
                </a:extLst>
              </p:cNvPr>
              <p:cNvSpPr/>
              <p:nvPr/>
            </p:nvSpPr>
            <p:spPr>
              <a:xfrm>
                <a:off x="3366744" y="4977317"/>
                <a:ext cx="6343" cy="6345"/>
              </a:xfrm>
              <a:custGeom>
                <a:avLst/>
                <a:gdLst>
                  <a:gd name="connsiteX0" fmla="*/ 3370 w 6343"/>
                  <a:gd name="connsiteY0" fmla="*/ 6463 h 6345"/>
                  <a:gd name="connsiteX1" fmla="*/ 5612 w 6343"/>
                  <a:gd name="connsiteY1" fmla="*/ 5534 h 6345"/>
                  <a:gd name="connsiteX2" fmla="*/ 6541 w 6343"/>
                  <a:gd name="connsiteY2" fmla="*/ 3291 h 6345"/>
                  <a:gd name="connsiteX3" fmla="*/ 5612 w 6343"/>
                  <a:gd name="connsiteY3" fmla="*/ 1047 h 6345"/>
                  <a:gd name="connsiteX4" fmla="*/ 3370 w 6343"/>
                  <a:gd name="connsiteY4" fmla="*/ 118 h 6345"/>
                  <a:gd name="connsiteX5" fmla="*/ 1127 w 6343"/>
                  <a:gd name="connsiteY5" fmla="*/ 1047 h 6345"/>
                  <a:gd name="connsiteX6" fmla="*/ 198 w 6343"/>
                  <a:gd name="connsiteY6" fmla="*/ 3291 h 6345"/>
                  <a:gd name="connsiteX7" fmla="*/ 1127 w 6343"/>
                  <a:gd name="connsiteY7" fmla="*/ 5534 h 6345"/>
                  <a:gd name="connsiteX8" fmla="*/ 3370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3"/>
                    </a:moveTo>
                    <a:cubicBezTo>
                      <a:pt x="4211" y="6463"/>
                      <a:pt x="5018" y="6129"/>
                      <a:pt x="5612" y="5534"/>
                    </a:cubicBezTo>
                    <a:cubicBezTo>
                      <a:pt x="6207" y="4939"/>
                      <a:pt x="6541" y="4132"/>
                      <a:pt x="6541" y="3291"/>
                    </a:cubicBezTo>
                    <a:cubicBezTo>
                      <a:pt x="6541" y="2449"/>
                      <a:pt x="6207" y="1642"/>
                      <a:pt x="5612" y="1047"/>
                    </a:cubicBezTo>
                    <a:cubicBezTo>
                      <a:pt x="5018" y="452"/>
                      <a:pt x="4211" y="118"/>
                      <a:pt x="3370" y="118"/>
                    </a:cubicBezTo>
                    <a:cubicBezTo>
                      <a:pt x="2529" y="118"/>
                      <a:pt x="1722" y="452"/>
                      <a:pt x="1127" y="1047"/>
                    </a:cubicBezTo>
                    <a:cubicBezTo>
                      <a:pt x="532" y="1642"/>
                      <a:pt x="198" y="2449"/>
                      <a:pt x="198" y="3291"/>
                    </a:cubicBezTo>
                    <a:cubicBezTo>
                      <a:pt x="198" y="4132"/>
                      <a:pt x="532" y="4939"/>
                      <a:pt x="1127" y="5534"/>
                    </a:cubicBezTo>
                    <a:cubicBezTo>
                      <a:pt x="1722" y="6129"/>
                      <a:pt x="2529" y="6463"/>
                      <a:pt x="3370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4" name="Freeform: Shape 1603">
                <a:extLst>
                  <a:ext uri="{FF2B5EF4-FFF2-40B4-BE49-F238E27FC236}">
                    <a16:creationId xmlns:a16="http://schemas.microsoft.com/office/drawing/2014/main" id="{FECE301D-84A1-7890-1078-E10AF20352EC}"/>
                  </a:ext>
                </a:extLst>
              </p:cNvPr>
              <p:cNvSpPr/>
              <p:nvPr/>
            </p:nvSpPr>
            <p:spPr>
              <a:xfrm>
                <a:off x="3363593" y="4962367"/>
                <a:ext cx="6343" cy="6345"/>
              </a:xfrm>
              <a:custGeom>
                <a:avLst/>
                <a:gdLst>
                  <a:gd name="connsiteX0" fmla="*/ 3370 w 6343"/>
                  <a:gd name="connsiteY0" fmla="*/ 6462 h 6345"/>
                  <a:gd name="connsiteX1" fmla="*/ 5612 w 6343"/>
                  <a:gd name="connsiteY1" fmla="*/ 5533 h 6345"/>
                  <a:gd name="connsiteX2" fmla="*/ 6541 w 6343"/>
                  <a:gd name="connsiteY2" fmla="*/ 3290 h 6345"/>
                  <a:gd name="connsiteX3" fmla="*/ 5612 w 6343"/>
                  <a:gd name="connsiteY3" fmla="*/ 1046 h 6345"/>
                  <a:gd name="connsiteX4" fmla="*/ 3370 w 6343"/>
                  <a:gd name="connsiteY4" fmla="*/ 117 h 6345"/>
                  <a:gd name="connsiteX5" fmla="*/ 1127 w 6343"/>
                  <a:gd name="connsiteY5" fmla="*/ 1046 h 6345"/>
                  <a:gd name="connsiteX6" fmla="*/ 198 w 6343"/>
                  <a:gd name="connsiteY6" fmla="*/ 3290 h 6345"/>
                  <a:gd name="connsiteX7" fmla="*/ 1127 w 6343"/>
                  <a:gd name="connsiteY7" fmla="*/ 5533 h 6345"/>
                  <a:gd name="connsiteX8" fmla="*/ 3370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2"/>
                    </a:moveTo>
                    <a:cubicBezTo>
                      <a:pt x="4211" y="6462"/>
                      <a:pt x="5017" y="6128"/>
                      <a:pt x="5612" y="5533"/>
                    </a:cubicBezTo>
                    <a:cubicBezTo>
                      <a:pt x="6207" y="4938"/>
                      <a:pt x="6541" y="4131"/>
                      <a:pt x="6541" y="3290"/>
                    </a:cubicBezTo>
                    <a:cubicBezTo>
                      <a:pt x="6541" y="2448"/>
                      <a:pt x="6207" y="1641"/>
                      <a:pt x="5612" y="1046"/>
                    </a:cubicBezTo>
                    <a:cubicBezTo>
                      <a:pt x="5017" y="451"/>
                      <a:pt x="4211" y="117"/>
                      <a:pt x="3370" y="117"/>
                    </a:cubicBezTo>
                    <a:cubicBezTo>
                      <a:pt x="2528" y="117"/>
                      <a:pt x="1722" y="451"/>
                      <a:pt x="1127" y="1046"/>
                    </a:cubicBezTo>
                    <a:cubicBezTo>
                      <a:pt x="532" y="1641"/>
                      <a:pt x="198" y="2448"/>
                      <a:pt x="198" y="3290"/>
                    </a:cubicBezTo>
                    <a:cubicBezTo>
                      <a:pt x="198" y="4131"/>
                      <a:pt x="532" y="4938"/>
                      <a:pt x="1127" y="5533"/>
                    </a:cubicBezTo>
                    <a:cubicBezTo>
                      <a:pt x="1722" y="6128"/>
                      <a:pt x="2528" y="6462"/>
                      <a:pt x="3370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5" name="Freeform: Shape 1604">
                <a:extLst>
                  <a:ext uri="{FF2B5EF4-FFF2-40B4-BE49-F238E27FC236}">
                    <a16:creationId xmlns:a16="http://schemas.microsoft.com/office/drawing/2014/main" id="{4BDBD942-6B95-B0AC-7661-1614A0C117FB}"/>
                  </a:ext>
                </a:extLst>
              </p:cNvPr>
              <p:cNvSpPr/>
              <p:nvPr/>
            </p:nvSpPr>
            <p:spPr>
              <a:xfrm>
                <a:off x="3364918" y="4953981"/>
                <a:ext cx="6343" cy="6345"/>
              </a:xfrm>
              <a:custGeom>
                <a:avLst/>
                <a:gdLst>
                  <a:gd name="connsiteX0" fmla="*/ 3370 w 6343"/>
                  <a:gd name="connsiteY0" fmla="*/ 6462 h 6345"/>
                  <a:gd name="connsiteX1" fmla="*/ 5612 w 6343"/>
                  <a:gd name="connsiteY1" fmla="*/ 5532 h 6345"/>
                  <a:gd name="connsiteX2" fmla="*/ 6541 w 6343"/>
                  <a:gd name="connsiteY2" fmla="*/ 3289 h 6345"/>
                  <a:gd name="connsiteX3" fmla="*/ 5612 w 6343"/>
                  <a:gd name="connsiteY3" fmla="*/ 1045 h 6345"/>
                  <a:gd name="connsiteX4" fmla="*/ 3370 w 6343"/>
                  <a:gd name="connsiteY4" fmla="*/ 116 h 6345"/>
                  <a:gd name="connsiteX5" fmla="*/ 1127 w 6343"/>
                  <a:gd name="connsiteY5" fmla="*/ 1045 h 6345"/>
                  <a:gd name="connsiteX6" fmla="*/ 198 w 6343"/>
                  <a:gd name="connsiteY6" fmla="*/ 3289 h 6345"/>
                  <a:gd name="connsiteX7" fmla="*/ 1127 w 6343"/>
                  <a:gd name="connsiteY7" fmla="*/ 5532 h 6345"/>
                  <a:gd name="connsiteX8" fmla="*/ 3370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2"/>
                    </a:moveTo>
                    <a:cubicBezTo>
                      <a:pt x="4211" y="6462"/>
                      <a:pt x="5018" y="6127"/>
                      <a:pt x="5612" y="5532"/>
                    </a:cubicBezTo>
                    <a:cubicBezTo>
                      <a:pt x="6207" y="4937"/>
                      <a:pt x="6541" y="4130"/>
                      <a:pt x="6541" y="3289"/>
                    </a:cubicBezTo>
                    <a:cubicBezTo>
                      <a:pt x="6541" y="2447"/>
                      <a:pt x="6207" y="1640"/>
                      <a:pt x="5612" y="1045"/>
                    </a:cubicBezTo>
                    <a:cubicBezTo>
                      <a:pt x="5018" y="450"/>
                      <a:pt x="4211" y="116"/>
                      <a:pt x="3370" y="116"/>
                    </a:cubicBezTo>
                    <a:cubicBezTo>
                      <a:pt x="2529" y="116"/>
                      <a:pt x="1722" y="450"/>
                      <a:pt x="1127" y="1045"/>
                    </a:cubicBezTo>
                    <a:cubicBezTo>
                      <a:pt x="532" y="1640"/>
                      <a:pt x="198" y="2447"/>
                      <a:pt x="198" y="3289"/>
                    </a:cubicBezTo>
                    <a:cubicBezTo>
                      <a:pt x="198" y="4130"/>
                      <a:pt x="532" y="4937"/>
                      <a:pt x="1127" y="5532"/>
                    </a:cubicBezTo>
                    <a:cubicBezTo>
                      <a:pt x="1722" y="6127"/>
                      <a:pt x="2529" y="6462"/>
                      <a:pt x="3370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6" name="Freeform: Shape 1605">
                <a:extLst>
                  <a:ext uri="{FF2B5EF4-FFF2-40B4-BE49-F238E27FC236}">
                    <a16:creationId xmlns:a16="http://schemas.microsoft.com/office/drawing/2014/main" id="{23A321D4-F7E1-8A8B-8928-4298474B427C}"/>
                  </a:ext>
                </a:extLst>
              </p:cNvPr>
              <p:cNvSpPr/>
              <p:nvPr/>
            </p:nvSpPr>
            <p:spPr>
              <a:xfrm>
                <a:off x="3366429" y="4945743"/>
                <a:ext cx="6343" cy="6345"/>
              </a:xfrm>
              <a:custGeom>
                <a:avLst/>
                <a:gdLst>
                  <a:gd name="connsiteX0" fmla="*/ 3370 w 6343"/>
                  <a:gd name="connsiteY0" fmla="*/ 6461 h 6345"/>
                  <a:gd name="connsiteX1" fmla="*/ 5612 w 6343"/>
                  <a:gd name="connsiteY1" fmla="*/ 5532 h 6345"/>
                  <a:gd name="connsiteX2" fmla="*/ 6541 w 6343"/>
                  <a:gd name="connsiteY2" fmla="*/ 3288 h 6345"/>
                  <a:gd name="connsiteX3" fmla="*/ 5612 w 6343"/>
                  <a:gd name="connsiteY3" fmla="*/ 1045 h 6345"/>
                  <a:gd name="connsiteX4" fmla="*/ 3370 w 6343"/>
                  <a:gd name="connsiteY4" fmla="*/ 116 h 6345"/>
                  <a:gd name="connsiteX5" fmla="*/ 1127 w 6343"/>
                  <a:gd name="connsiteY5" fmla="*/ 1045 h 6345"/>
                  <a:gd name="connsiteX6" fmla="*/ 198 w 6343"/>
                  <a:gd name="connsiteY6" fmla="*/ 3288 h 6345"/>
                  <a:gd name="connsiteX7" fmla="*/ 1127 w 6343"/>
                  <a:gd name="connsiteY7" fmla="*/ 5532 h 6345"/>
                  <a:gd name="connsiteX8" fmla="*/ 3370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1"/>
                    </a:moveTo>
                    <a:cubicBezTo>
                      <a:pt x="4211" y="6461"/>
                      <a:pt x="5018" y="6127"/>
                      <a:pt x="5612" y="5532"/>
                    </a:cubicBezTo>
                    <a:cubicBezTo>
                      <a:pt x="6207" y="4937"/>
                      <a:pt x="6541" y="4130"/>
                      <a:pt x="6541" y="3288"/>
                    </a:cubicBezTo>
                    <a:cubicBezTo>
                      <a:pt x="6541" y="2447"/>
                      <a:pt x="6207" y="1640"/>
                      <a:pt x="5612" y="1045"/>
                    </a:cubicBezTo>
                    <a:cubicBezTo>
                      <a:pt x="5018" y="450"/>
                      <a:pt x="4211" y="116"/>
                      <a:pt x="3370" y="116"/>
                    </a:cubicBezTo>
                    <a:cubicBezTo>
                      <a:pt x="2529" y="116"/>
                      <a:pt x="1722" y="450"/>
                      <a:pt x="1127" y="1045"/>
                    </a:cubicBezTo>
                    <a:cubicBezTo>
                      <a:pt x="532" y="1640"/>
                      <a:pt x="198" y="2447"/>
                      <a:pt x="198" y="3288"/>
                    </a:cubicBezTo>
                    <a:cubicBezTo>
                      <a:pt x="198" y="4130"/>
                      <a:pt x="532" y="4937"/>
                      <a:pt x="1127" y="5532"/>
                    </a:cubicBezTo>
                    <a:cubicBezTo>
                      <a:pt x="1722" y="6127"/>
                      <a:pt x="2529" y="6461"/>
                      <a:pt x="3370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7" name="Freeform: Shape 1606">
                <a:extLst>
                  <a:ext uri="{FF2B5EF4-FFF2-40B4-BE49-F238E27FC236}">
                    <a16:creationId xmlns:a16="http://schemas.microsoft.com/office/drawing/2014/main" id="{06B75737-AEAF-5177-A0A5-A567902207CF}"/>
                  </a:ext>
                </a:extLst>
              </p:cNvPr>
              <p:cNvSpPr/>
              <p:nvPr/>
            </p:nvSpPr>
            <p:spPr>
              <a:xfrm>
                <a:off x="3367335" y="4936408"/>
                <a:ext cx="6343" cy="6345"/>
              </a:xfrm>
              <a:custGeom>
                <a:avLst/>
                <a:gdLst>
                  <a:gd name="connsiteX0" fmla="*/ 3370 w 6343"/>
                  <a:gd name="connsiteY0" fmla="*/ 6460 h 6345"/>
                  <a:gd name="connsiteX1" fmla="*/ 5612 w 6343"/>
                  <a:gd name="connsiteY1" fmla="*/ 5531 h 6345"/>
                  <a:gd name="connsiteX2" fmla="*/ 6541 w 6343"/>
                  <a:gd name="connsiteY2" fmla="*/ 3288 h 6345"/>
                  <a:gd name="connsiteX3" fmla="*/ 5612 w 6343"/>
                  <a:gd name="connsiteY3" fmla="*/ 1044 h 6345"/>
                  <a:gd name="connsiteX4" fmla="*/ 3370 w 6343"/>
                  <a:gd name="connsiteY4" fmla="*/ 115 h 6345"/>
                  <a:gd name="connsiteX5" fmla="*/ 1127 w 6343"/>
                  <a:gd name="connsiteY5" fmla="*/ 1044 h 6345"/>
                  <a:gd name="connsiteX6" fmla="*/ 198 w 6343"/>
                  <a:gd name="connsiteY6" fmla="*/ 3288 h 6345"/>
                  <a:gd name="connsiteX7" fmla="*/ 1127 w 6343"/>
                  <a:gd name="connsiteY7" fmla="*/ 5531 h 6345"/>
                  <a:gd name="connsiteX8" fmla="*/ 3370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0"/>
                    </a:moveTo>
                    <a:cubicBezTo>
                      <a:pt x="4211" y="6460"/>
                      <a:pt x="5018" y="6126"/>
                      <a:pt x="5612" y="5531"/>
                    </a:cubicBezTo>
                    <a:cubicBezTo>
                      <a:pt x="6207" y="4936"/>
                      <a:pt x="6541" y="4129"/>
                      <a:pt x="6541" y="3288"/>
                    </a:cubicBezTo>
                    <a:cubicBezTo>
                      <a:pt x="6541" y="2446"/>
                      <a:pt x="6207" y="1639"/>
                      <a:pt x="5612" y="1044"/>
                    </a:cubicBezTo>
                    <a:cubicBezTo>
                      <a:pt x="5018" y="449"/>
                      <a:pt x="4211" y="115"/>
                      <a:pt x="3370" y="115"/>
                    </a:cubicBezTo>
                    <a:cubicBezTo>
                      <a:pt x="2529" y="115"/>
                      <a:pt x="1722" y="449"/>
                      <a:pt x="1127" y="1044"/>
                    </a:cubicBezTo>
                    <a:cubicBezTo>
                      <a:pt x="532" y="1639"/>
                      <a:pt x="198" y="2446"/>
                      <a:pt x="198" y="3288"/>
                    </a:cubicBezTo>
                    <a:cubicBezTo>
                      <a:pt x="198" y="4129"/>
                      <a:pt x="532" y="4936"/>
                      <a:pt x="1127" y="5531"/>
                    </a:cubicBezTo>
                    <a:cubicBezTo>
                      <a:pt x="1722" y="6126"/>
                      <a:pt x="2529" y="6460"/>
                      <a:pt x="3370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8" name="Freeform: Shape 1607">
                <a:extLst>
                  <a:ext uri="{FF2B5EF4-FFF2-40B4-BE49-F238E27FC236}">
                    <a16:creationId xmlns:a16="http://schemas.microsoft.com/office/drawing/2014/main" id="{64694C32-1FB0-BB3C-D65C-CE33D91E665E}"/>
                  </a:ext>
                </a:extLst>
              </p:cNvPr>
              <p:cNvSpPr/>
              <p:nvPr/>
            </p:nvSpPr>
            <p:spPr>
              <a:xfrm>
                <a:off x="3368109" y="4926690"/>
                <a:ext cx="6343" cy="6345"/>
              </a:xfrm>
              <a:custGeom>
                <a:avLst/>
                <a:gdLst>
                  <a:gd name="connsiteX0" fmla="*/ 3370 w 6343"/>
                  <a:gd name="connsiteY0" fmla="*/ 6459 h 6345"/>
                  <a:gd name="connsiteX1" fmla="*/ 5613 w 6343"/>
                  <a:gd name="connsiteY1" fmla="*/ 5530 h 6345"/>
                  <a:gd name="connsiteX2" fmla="*/ 6541 w 6343"/>
                  <a:gd name="connsiteY2" fmla="*/ 3287 h 6345"/>
                  <a:gd name="connsiteX3" fmla="*/ 5613 w 6343"/>
                  <a:gd name="connsiteY3" fmla="*/ 1043 h 6345"/>
                  <a:gd name="connsiteX4" fmla="*/ 3370 w 6343"/>
                  <a:gd name="connsiteY4" fmla="*/ 114 h 6345"/>
                  <a:gd name="connsiteX5" fmla="*/ 1127 w 6343"/>
                  <a:gd name="connsiteY5" fmla="*/ 1043 h 6345"/>
                  <a:gd name="connsiteX6" fmla="*/ 198 w 6343"/>
                  <a:gd name="connsiteY6" fmla="*/ 3287 h 6345"/>
                  <a:gd name="connsiteX7" fmla="*/ 1127 w 6343"/>
                  <a:gd name="connsiteY7" fmla="*/ 5530 h 6345"/>
                  <a:gd name="connsiteX8" fmla="*/ 3370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9"/>
                    </a:moveTo>
                    <a:cubicBezTo>
                      <a:pt x="4211" y="6459"/>
                      <a:pt x="5018" y="6125"/>
                      <a:pt x="5613" y="5530"/>
                    </a:cubicBezTo>
                    <a:cubicBezTo>
                      <a:pt x="6207" y="4935"/>
                      <a:pt x="6541" y="4128"/>
                      <a:pt x="6541" y="3287"/>
                    </a:cubicBezTo>
                    <a:cubicBezTo>
                      <a:pt x="6541" y="2445"/>
                      <a:pt x="6207" y="1638"/>
                      <a:pt x="5613" y="1043"/>
                    </a:cubicBezTo>
                    <a:cubicBezTo>
                      <a:pt x="5018" y="448"/>
                      <a:pt x="4211" y="114"/>
                      <a:pt x="3370" y="114"/>
                    </a:cubicBezTo>
                    <a:cubicBezTo>
                      <a:pt x="2529" y="114"/>
                      <a:pt x="1722" y="448"/>
                      <a:pt x="1127" y="1043"/>
                    </a:cubicBezTo>
                    <a:cubicBezTo>
                      <a:pt x="533" y="1638"/>
                      <a:pt x="198" y="2445"/>
                      <a:pt x="198" y="3287"/>
                    </a:cubicBezTo>
                    <a:cubicBezTo>
                      <a:pt x="198" y="4128"/>
                      <a:pt x="533" y="4935"/>
                      <a:pt x="1127" y="5530"/>
                    </a:cubicBezTo>
                    <a:cubicBezTo>
                      <a:pt x="1722" y="6125"/>
                      <a:pt x="2529" y="6459"/>
                      <a:pt x="3370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9" name="Freeform: Shape 1608">
                <a:extLst>
                  <a:ext uri="{FF2B5EF4-FFF2-40B4-BE49-F238E27FC236}">
                    <a16:creationId xmlns:a16="http://schemas.microsoft.com/office/drawing/2014/main" id="{5F80DE71-DD5F-6185-8EE4-6EB27146BDE5}"/>
                  </a:ext>
                </a:extLst>
              </p:cNvPr>
              <p:cNvSpPr/>
              <p:nvPr/>
            </p:nvSpPr>
            <p:spPr>
              <a:xfrm>
                <a:off x="3369083" y="4917114"/>
                <a:ext cx="6343" cy="6345"/>
              </a:xfrm>
              <a:custGeom>
                <a:avLst/>
                <a:gdLst>
                  <a:gd name="connsiteX0" fmla="*/ 3370 w 6343"/>
                  <a:gd name="connsiteY0" fmla="*/ 6459 h 6345"/>
                  <a:gd name="connsiteX1" fmla="*/ 5613 w 6343"/>
                  <a:gd name="connsiteY1" fmla="*/ 5529 h 6345"/>
                  <a:gd name="connsiteX2" fmla="*/ 6542 w 6343"/>
                  <a:gd name="connsiteY2" fmla="*/ 3286 h 6345"/>
                  <a:gd name="connsiteX3" fmla="*/ 5613 w 6343"/>
                  <a:gd name="connsiteY3" fmla="*/ 1043 h 6345"/>
                  <a:gd name="connsiteX4" fmla="*/ 3370 w 6343"/>
                  <a:gd name="connsiteY4" fmla="*/ 113 h 6345"/>
                  <a:gd name="connsiteX5" fmla="*/ 1127 w 6343"/>
                  <a:gd name="connsiteY5" fmla="*/ 1043 h 6345"/>
                  <a:gd name="connsiteX6" fmla="*/ 198 w 6343"/>
                  <a:gd name="connsiteY6" fmla="*/ 3286 h 6345"/>
                  <a:gd name="connsiteX7" fmla="*/ 1127 w 6343"/>
                  <a:gd name="connsiteY7" fmla="*/ 5529 h 6345"/>
                  <a:gd name="connsiteX8" fmla="*/ 3370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9"/>
                    </a:moveTo>
                    <a:cubicBezTo>
                      <a:pt x="4211" y="6459"/>
                      <a:pt x="5018" y="6124"/>
                      <a:pt x="5613" y="5529"/>
                    </a:cubicBezTo>
                    <a:cubicBezTo>
                      <a:pt x="6207" y="4934"/>
                      <a:pt x="6542" y="4127"/>
                      <a:pt x="6542" y="3286"/>
                    </a:cubicBezTo>
                    <a:cubicBezTo>
                      <a:pt x="6542" y="2445"/>
                      <a:pt x="6207" y="1638"/>
                      <a:pt x="5613" y="1043"/>
                    </a:cubicBezTo>
                    <a:cubicBezTo>
                      <a:pt x="5018" y="448"/>
                      <a:pt x="4211" y="113"/>
                      <a:pt x="3370" y="113"/>
                    </a:cubicBezTo>
                    <a:cubicBezTo>
                      <a:pt x="2529" y="113"/>
                      <a:pt x="1722" y="448"/>
                      <a:pt x="1127" y="1043"/>
                    </a:cubicBezTo>
                    <a:cubicBezTo>
                      <a:pt x="533" y="1638"/>
                      <a:pt x="198" y="2445"/>
                      <a:pt x="198" y="3286"/>
                    </a:cubicBezTo>
                    <a:cubicBezTo>
                      <a:pt x="198" y="4127"/>
                      <a:pt x="533" y="4934"/>
                      <a:pt x="1127" y="5529"/>
                    </a:cubicBezTo>
                    <a:cubicBezTo>
                      <a:pt x="1722" y="6124"/>
                      <a:pt x="2529" y="6459"/>
                      <a:pt x="3370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0" name="Freeform: Shape 1609">
                <a:extLst>
                  <a:ext uri="{FF2B5EF4-FFF2-40B4-BE49-F238E27FC236}">
                    <a16:creationId xmlns:a16="http://schemas.microsoft.com/office/drawing/2014/main" id="{B998C49C-3B0B-E884-233A-04B3E6A9F7A7}"/>
                  </a:ext>
                </a:extLst>
              </p:cNvPr>
              <p:cNvSpPr/>
              <p:nvPr/>
            </p:nvSpPr>
            <p:spPr>
              <a:xfrm>
                <a:off x="3370205" y="4907601"/>
                <a:ext cx="6343" cy="6345"/>
              </a:xfrm>
              <a:custGeom>
                <a:avLst/>
                <a:gdLst>
                  <a:gd name="connsiteX0" fmla="*/ 3370 w 6343"/>
                  <a:gd name="connsiteY0" fmla="*/ 6458 h 6345"/>
                  <a:gd name="connsiteX1" fmla="*/ 5613 w 6343"/>
                  <a:gd name="connsiteY1" fmla="*/ 5529 h 6345"/>
                  <a:gd name="connsiteX2" fmla="*/ 6542 w 6343"/>
                  <a:gd name="connsiteY2" fmla="*/ 3285 h 6345"/>
                  <a:gd name="connsiteX3" fmla="*/ 5613 w 6343"/>
                  <a:gd name="connsiteY3" fmla="*/ 1042 h 6345"/>
                  <a:gd name="connsiteX4" fmla="*/ 3370 w 6343"/>
                  <a:gd name="connsiteY4" fmla="*/ 113 h 6345"/>
                  <a:gd name="connsiteX5" fmla="*/ 1127 w 6343"/>
                  <a:gd name="connsiteY5" fmla="*/ 1042 h 6345"/>
                  <a:gd name="connsiteX6" fmla="*/ 198 w 6343"/>
                  <a:gd name="connsiteY6" fmla="*/ 3285 h 6345"/>
                  <a:gd name="connsiteX7" fmla="*/ 1127 w 6343"/>
                  <a:gd name="connsiteY7" fmla="*/ 5529 h 6345"/>
                  <a:gd name="connsiteX8" fmla="*/ 3370 w 6343"/>
                  <a:gd name="connsiteY8" fmla="*/ 64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8"/>
                    </a:moveTo>
                    <a:cubicBezTo>
                      <a:pt x="4211" y="6458"/>
                      <a:pt x="5018" y="6124"/>
                      <a:pt x="5613" y="5529"/>
                    </a:cubicBezTo>
                    <a:cubicBezTo>
                      <a:pt x="6207" y="4934"/>
                      <a:pt x="6542" y="4127"/>
                      <a:pt x="6542" y="3285"/>
                    </a:cubicBezTo>
                    <a:cubicBezTo>
                      <a:pt x="6542" y="2444"/>
                      <a:pt x="6207" y="1637"/>
                      <a:pt x="5613" y="1042"/>
                    </a:cubicBezTo>
                    <a:cubicBezTo>
                      <a:pt x="5018" y="447"/>
                      <a:pt x="4211" y="113"/>
                      <a:pt x="3370" y="113"/>
                    </a:cubicBezTo>
                    <a:cubicBezTo>
                      <a:pt x="2529" y="113"/>
                      <a:pt x="1722" y="447"/>
                      <a:pt x="1127" y="1042"/>
                    </a:cubicBezTo>
                    <a:cubicBezTo>
                      <a:pt x="533" y="1637"/>
                      <a:pt x="198" y="2444"/>
                      <a:pt x="198" y="3285"/>
                    </a:cubicBezTo>
                    <a:cubicBezTo>
                      <a:pt x="198" y="4127"/>
                      <a:pt x="533" y="4934"/>
                      <a:pt x="1127" y="5529"/>
                    </a:cubicBezTo>
                    <a:cubicBezTo>
                      <a:pt x="1722" y="6124"/>
                      <a:pt x="2529" y="6458"/>
                      <a:pt x="3370" y="64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1" name="Freeform: Shape 1610">
                <a:extLst>
                  <a:ext uri="{FF2B5EF4-FFF2-40B4-BE49-F238E27FC236}">
                    <a16:creationId xmlns:a16="http://schemas.microsoft.com/office/drawing/2014/main" id="{E0251A37-4606-22C0-344B-C9E0262933C2}"/>
                  </a:ext>
                </a:extLst>
              </p:cNvPr>
              <p:cNvSpPr/>
              <p:nvPr/>
            </p:nvSpPr>
            <p:spPr>
              <a:xfrm>
                <a:off x="3372111" y="4899216"/>
                <a:ext cx="6343" cy="6345"/>
              </a:xfrm>
              <a:custGeom>
                <a:avLst/>
                <a:gdLst>
                  <a:gd name="connsiteX0" fmla="*/ 3370 w 6343"/>
                  <a:gd name="connsiteY0" fmla="*/ 6457 h 6345"/>
                  <a:gd name="connsiteX1" fmla="*/ 5613 w 6343"/>
                  <a:gd name="connsiteY1" fmla="*/ 5528 h 6345"/>
                  <a:gd name="connsiteX2" fmla="*/ 6542 w 6343"/>
                  <a:gd name="connsiteY2" fmla="*/ 3285 h 6345"/>
                  <a:gd name="connsiteX3" fmla="*/ 5613 w 6343"/>
                  <a:gd name="connsiteY3" fmla="*/ 1041 h 6345"/>
                  <a:gd name="connsiteX4" fmla="*/ 3370 w 6343"/>
                  <a:gd name="connsiteY4" fmla="*/ 112 h 6345"/>
                  <a:gd name="connsiteX5" fmla="*/ 1128 w 6343"/>
                  <a:gd name="connsiteY5" fmla="*/ 1041 h 6345"/>
                  <a:gd name="connsiteX6" fmla="*/ 199 w 6343"/>
                  <a:gd name="connsiteY6" fmla="*/ 3285 h 6345"/>
                  <a:gd name="connsiteX7" fmla="*/ 1128 w 6343"/>
                  <a:gd name="connsiteY7" fmla="*/ 5528 h 6345"/>
                  <a:gd name="connsiteX8" fmla="*/ 3370 w 6343"/>
                  <a:gd name="connsiteY8" fmla="*/ 64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7"/>
                    </a:moveTo>
                    <a:cubicBezTo>
                      <a:pt x="4211" y="6457"/>
                      <a:pt x="5018" y="6123"/>
                      <a:pt x="5613" y="5528"/>
                    </a:cubicBezTo>
                    <a:cubicBezTo>
                      <a:pt x="6208" y="4933"/>
                      <a:pt x="6542" y="4126"/>
                      <a:pt x="6542" y="3285"/>
                    </a:cubicBezTo>
                    <a:cubicBezTo>
                      <a:pt x="6542" y="2443"/>
                      <a:pt x="6208" y="1636"/>
                      <a:pt x="5613" y="1041"/>
                    </a:cubicBezTo>
                    <a:cubicBezTo>
                      <a:pt x="5018" y="446"/>
                      <a:pt x="4211" y="112"/>
                      <a:pt x="3370" y="112"/>
                    </a:cubicBezTo>
                    <a:cubicBezTo>
                      <a:pt x="2529" y="112"/>
                      <a:pt x="1722" y="446"/>
                      <a:pt x="1128" y="1041"/>
                    </a:cubicBezTo>
                    <a:cubicBezTo>
                      <a:pt x="533" y="1636"/>
                      <a:pt x="199" y="2443"/>
                      <a:pt x="199" y="3285"/>
                    </a:cubicBezTo>
                    <a:cubicBezTo>
                      <a:pt x="199" y="4126"/>
                      <a:pt x="533" y="4933"/>
                      <a:pt x="1128" y="5528"/>
                    </a:cubicBezTo>
                    <a:cubicBezTo>
                      <a:pt x="1722" y="6123"/>
                      <a:pt x="2529" y="6457"/>
                      <a:pt x="3370" y="64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2" name="Freeform: Shape 1611">
                <a:extLst>
                  <a:ext uri="{FF2B5EF4-FFF2-40B4-BE49-F238E27FC236}">
                    <a16:creationId xmlns:a16="http://schemas.microsoft.com/office/drawing/2014/main" id="{A48983B7-BA79-BC7F-3AB7-4CC190479765}"/>
                  </a:ext>
                </a:extLst>
              </p:cNvPr>
              <p:cNvSpPr/>
              <p:nvPr/>
            </p:nvSpPr>
            <p:spPr>
              <a:xfrm>
                <a:off x="3373325" y="4889510"/>
                <a:ext cx="6343" cy="6345"/>
              </a:xfrm>
              <a:custGeom>
                <a:avLst/>
                <a:gdLst>
                  <a:gd name="connsiteX0" fmla="*/ 3370 w 6343"/>
                  <a:gd name="connsiteY0" fmla="*/ 6457 h 6345"/>
                  <a:gd name="connsiteX1" fmla="*/ 5613 w 6343"/>
                  <a:gd name="connsiteY1" fmla="*/ 5527 h 6345"/>
                  <a:gd name="connsiteX2" fmla="*/ 6542 w 6343"/>
                  <a:gd name="connsiteY2" fmla="*/ 3284 h 6345"/>
                  <a:gd name="connsiteX3" fmla="*/ 5613 w 6343"/>
                  <a:gd name="connsiteY3" fmla="*/ 1040 h 6345"/>
                  <a:gd name="connsiteX4" fmla="*/ 3370 w 6343"/>
                  <a:gd name="connsiteY4" fmla="*/ 111 h 6345"/>
                  <a:gd name="connsiteX5" fmla="*/ 1128 w 6343"/>
                  <a:gd name="connsiteY5" fmla="*/ 1040 h 6345"/>
                  <a:gd name="connsiteX6" fmla="*/ 199 w 6343"/>
                  <a:gd name="connsiteY6" fmla="*/ 3284 h 6345"/>
                  <a:gd name="connsiteX7" fmla="*/ 1128 w 6343"/>
                  <a:gd name="connsiteY7" fmla="*/ 5527 h 6345"/>
                  <a:gd name="connsiteX8" fmla="*/ 3370 w 6343"/>
                  <a:gd name="connsiteY8" fmla="*/ 64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7"/>
                    </a:moveTo>
                    <a:cubicBezTo>
                      <a:pt x="4211" y="6457"/>
                      <a:pt x="5018" y="6122"/>
                      <a:pt x="5613" y="5527"/>
                    </a:cubicBezTo>
                    <a:cubicBezTo>
                      <a:pt x="6208" y="4932"/>
                      <a:pt x="6542" y="4125"/>
                      <a:pt x="6542" y="3284"/>
                    </a:cubicBezTo>
                    <a:cubicBezTo>
                      <a:pt x="6542" y="2442"/>
                      <a:pt x="6208" y="1635"/>
                      <a:pt x="5613" y="1040"/>
                    </a:cubicBezTo>
                    <a:cubicBezTo>
                      <a:pt x="5018" y="445"/>
                      <a:pt x="4211" y="111"/>
                      <a:pt x="3370" y="111"/>
                    </a:cubicBezTo>
                    <a:cubicBezTo>
                      <a:pt x="2529" y="111"/>
                      <a:pt x="1722" y="445"/>
                      <a:pt x="1128" y="1040"/>
                    </a:cubicBezTo>
                    <a:cubicBezTo>
                      <a:pt x="533" y="1635"/>
                      <a:pt x="199" y="2442"/>
                      <a:pt x="199" y="3284"/>
                    </a:cubicBezTo>
                    <a:cubicBezTo>
                      <a:pt x="199" y="4125"/>
                      <a:pt x="533" y="4932"/>
                      <a:pt x="1128" y="5527"/>
                    </a:cubicBezTo>
                    <a:cubicBezTo>
                      <a:pt x="1722" y="6122"/>
                      <a:pt x="2529" y="6457"/>
                      <a:pt x="3370" y="64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3" name="Freeform: Shape 1612">
                <a:extLst>
                  <a:ext uri="{FF2B5EF4-FFF2-40B4-BE49-F238E27FC236}">
                    <a16:creationId xmlns:a16="http://schemas.microsoft.com/office/drawing/2014/main" id="{D34E5AEC-6F64-36C8-CC19-B122C7E3DB6D}"/>
                  </a:ext>
                </a:extLst>
              </p:cNvPr>
              <p:cNvSpPr/>
              <p:nvPr/>
            </p:nvSpPr>
            <p:spPr>
              <a:xfrm>
                <a:off x="3373849" y="4878430"/>
                <a:ext cx="6343" cy="6345"/>
              </a:xfrm>
              <a:custGeom>
                <a:avLst/>
                <a:gdLst>
                  <a:gd name="connsiteX0" fmla="*/ 3370 w 6343"/>
                  <a:gd name="connsiteY0" fmla="*/ 6456 h 6345"/>
                  <a:gd name="connsiteX1" fmla="*/ 5613 w 6343"/>
                  <a:gd name="connsiteY1" fmla="*/ 5526 h 6345"/>
                  <a:gd name="connsiteX2" fmla="*/ 6542 w 6343"/>
                  <a:gd name="connsiteY2" fmla="*/ 3283 h 6345"/>
                  <a:gd name="connsiteX3" fmla="*/ 5613 w 6343"/>
                  <a:gd name="connsiteY3" fmla="*/ 1039 h 6345"/>
                  <a:gd name="connsiteX4" fmla="*/ 3370 w 6343"/>
                  <a:gd name="connsiteY4" fmla="*/ 110 h 6345"/>
                  <a:gd name="connsiteX5" fmla="*/ 1128 w 6343"/>
                  <a:gd name="connsiteY5" fmla="*/ 1039 h 6345"/>
                  <a:gd name="connsiteX6" fmla="*/ 199 w 6343"/>
                  <a:gd name="connsiteY6" fmla="*/ 3283 h 6345"/>
                  <a:gd name="connsiteX7" fmla="*/ 1128 w 6343"/>
                  <a:gd name="connsiteY7" fmla="*/ 5526 h 6345"/>
                  <a:gd name="connsiteX8" fmla="*/ 3370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6"/>
                    </a:moveTo>
                    <a:cubicBezTo>
                      <a:pt x="4211" y="6456"/>
                      <a:pt x="5018" y="6121"/>
                      <a:pt x="5613" y="5526"/>
                    </a:cubicBezTo>
                    <a:cubicBezTo>
                      <a:pt x="6208" y="4931"/>
                      <a:pt x="6542" y="4124"/>
                      <a:pt x="6542" y="3283"/>
                    </a:cubicBezTo>
                    <a:cubicBezTo>
                      <a:pt x="6542" y="2442"/>
                      <a:pt x="6208" y="1634"/>
                      <a:pt x="5613" y="1039"/>
                    </a:cubicBezTo>
                    <a:cubicBezTo>
                      <a:pt x="5018" y="445"/>
                      <a:pt x="4211" y="110"/>
                      <a:pt x="3370" y="110"/>
                    </a:cubicBezTo>
                    <a:cubicBezTo>
                      <a:pt x="2529" y="110"/>
                      <a:pt x="1722" y="445"/>
                      <a:pt x="1128" y="1039"/>
                    </a:cubicBezTo>
                    <a:cubicBezTo>
                      <a:pt x="533" y="1634"/>
                      <a:pt x="199" y="2442"/>
                      <a:pt x="199" y="3283"/>
                    </a:cubicBezTo>
                    <a:cubicBezTo>
                      <a:pt x="199" y="4124"/>
                      <a:pt x="533" y="4931"/>
                      <a:pt x="1128" y="5526"/>
                    </a:cubicBezTo>
                    <a:cubicBezTo>
                      <a:pt x="1722" y="6121"/>
                      <a:pt x="2529" y="6456"/>
                      <a:pt x="3370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4" name="Freeform: Shape 1613">
                <a:extLst>
                  <a:ext uri="{FF2B5EF4-FFF2-40B4-BE49-F238E27FC236}">
                    <a16:creationId xmlns:a16="http://schemas.microsoft.com/office/drawing/2014/main" id="{2C091BE5-04DE-E0A1-1C8A-72725AE041B1}"/>
                  </a:ext>
                </a:extLst>
              </p:cNvPr>
              <p:cNvSpPr/>
              <p:nvPr/>
            </p:nvSpPr>
            <p:spPr>
              <a:xfrm>
                <a:off x="3375035" y="4868275"/>
                <a:ext cx="6343" cy="6345"/>
              </a:xfrm>
              <a:custGeom>
                <a:avLst/>
                <a:gdLst>
                  <a:gd name="connsiteX0" fmla="*/ 3370 w 6343"/>
                  <a:gd name="connsiteY0" fmla="*/ 6455 h 6345"/>
                  <a:gd name="connsiteX1" fmla="*/ 5613 w 6343"/>
                  <a:gd name="connsiteY1" fmla="*/ 5526 h 6345"/>
                  <a:gd name="connsiteX2" fmla="*/ 6542 w 6343"/>
                  <a:gd name="connsiteY2" fmla="*/ 3282 h 6345"/>
                  <a:gd name="connsiteX3" fmla="*/ 5613 w 6343"/>
                  <a:gd name="connsiteY3" fmla="*/ 1039 h 6345"/>
                  <a:gd name="connsiteX4" fmla="*/ 3370 w 6343"/>
                  <a:gd name="connsiteY4" fmla="*/ 109 h 6345"/>
                  <a:gd name="connsiteX5" fmla="*/ 1128 w 6343"/>
                  <a:gd name="connsiteY5" fmla="*/ 1039 h 6345"/>
                  <a:gd name="connsiteX6" fmla="*/ 199 w 6343"/>
                  <a:gd name="connsiteY6" fmla="*/ 3282 h 6345"/>
                  <a:gd name="connsiteX7" fmla="*/ 1128 w 6343"/>
                  <a:gd name="connsiteY7" fmla="*/ 5526 h 6345"/>
                  <a:gd name="connsiteX8" fmla="*/ 3370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5"/>
                    </a:moveTo>
                    <a:cubicBezTo>
                      <a:pt x="4212" y="6455"/>
                      <a:pt x="5018" y="6121"/>
                      <a:pt x="5613" y="5526"/>
                    </a:cubicBezTo>
                    <a:cubicBezTo>
                      <a:pt x="6208" y="4931"/>
                      <a:pt x="6542" y="4124"/>
                      <a:pt x="6542" y="3282"/>
                    </a:cubicBezTo>
                    <a:cubicBezTo>
                      <a:pt x="6542" y="2441"/>
                      <a:pt x="6208" y="1634"/>
                      <a:pt x="5613" y="1039"/>
                    </a:cubicBezTo>
                    <a:cubicBezTo>
                      <a:pt x="5018" y="444"/>
                      <a:pt x="4212" y="109"/>
                      <a:pt x="3370" y="109"/>
                    </a:cubicBezTo>
                    <a:cubicBezTo>
                      <a:pt x="2529" y="109"/>
                      <a:pt x="1723" y="444"/>
                      <a:pt x="1128" y="1039"/>
                    </a:cubicBezTo>
                    <a:cubicBezTo>
                      <a:pt x="533" y="1634"/>
                      <a:pt x="199" y="2441"/>
                      <a:pt x="199" y="3282"/>
                    </a:cubicBezTo>
                    <a:cubicBezTo>
                      <a:pt x="199" y="4124"/>
                      <a:pt x="533" y="4931"/>
                      <a:pt x="1128" y="5526"/>
                    </a:cubicBezTo>
                    <a:cubicBezTo>
                      <a:pt x="1723" y="6121"/>
                      <a:pt x="2529" y="6455"/>
                      <a:pt x="3370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5" name="Freeform: Shape 1614">
                <a:extLst>
                  <a:ext uri="{FF2B5EF4-FFF2-40B4-BE49-F238E27FC236}">
                    <a16:creationId xmlns:a16="http://schemas.microsoft.com/office/drawing/2014/main" id="{5AB4757F-3738-2442-142A-8FB740392D30}"/>
                  </a:ext>
                </a:extLst>
              </p:cNvPr>
              <p:cNvSpPr/>
              <p:nvPr/>
            </p:nvSpPr>
            <p:spPr>
              <a:xfrm>
                <a:off x="3376539" y="4858475"/>
                <a:ext cx="6343" cy="6345"/>
              </a:xfrm>
              <a:custGeom>
                <a:avLst/>
                <a:gdLst>
                  <a:gd name="connsiteX0" fmla="*/ 3371 w 6343"/>
                  <a:gd name="connsiteY0" fmla="*/ 6454 h 6345"/>
                  <a:gd name="connsiteX1" fmla="*/ 5613 w 6343"/>
                  <a:gd name="connsiteY1" fmla="*/ 5525 h 6345"/>
                  <a:gd name="connsiteX2" fmla="*/ 6542 w 6343"/>
                  <a:gd name="connsiteY2" fmla="*/ 3281 h 6345"/>
                  <a:gd name="connsiteX3" fmla="*/ 5613 w 6343"/>
                  <a:gd name="connsiteY3" fmla="*/ 1038 h 6345"/>
                  <a:gd name="connsiteX4" fmla="*/ 3371 w 6343"/>
                  <a:gd name="connsiteY4" fmla="*/ 109 h 6345"/>
                  <a:gd name="connsiteX5" fmla="*/ 1128 w 6343"/>
                  <a:gd name="connsiteY5" fmla="*/ 1038 h 6345"/>
                  <a:gd name="connsiteX6" fmla="*/ 199 w 6343"/>
                  <a:gd name="connsiteY6" fmla="*/ 3281 h 6345"/>
                  <a:gd name="connsiteX7" fmla="*/ 1128 w 6343"/>
                  <a:gd name="connsiteY7" fmla="*/ 5525 h 6345"/>
                  <a:gd name="connsiteX8" fmla="*/ 3371 w 6343"/>
                  <a:gd name="connsiteY8" fmla="*/ 64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4"/>
                    </a:moveTo>
                    <a:cubicBezTo>
                      <a:pt x="4212" y="6454"/>
                      <a:pt x="5018" y="6120"/>
                      <a:pt x="5613" y="5525"/>
                    </a:cubicBezTo>
                    <a:cubicBezTo>
                      <a:pt x="6208" y="4930"/>
                      <a:pt x="6542" y="4123"/>
                      <a:pt x="6542" y="3281"/>
                    </a:cubicBezTo>
                    <a:cubicBezTo>
                      <a:pt x="6542" y="2440"/>
                      <a:pt x="6208" y="1633"/>
                      <a:pt x="5613" y="1038"/>
                    </a:cubicBezTo>
                    <a:cubicBezTo>
                      <a:pt x="5018" y="443"/>
                      <a:pt x="4212" y="109"/>
                      <a:pt x="3371" y="109"/>
                    </a:cubicBezTo>
                    <a:cubicBezTo>
                      <a:pt x="2529" y="109"/>
                      <a:pt x="1723" y="443"/>
                      <a:pt x="1128" y="1038"/>
                    </a:cubicBezTo>
                    <a:cubicBezTo>
                      <a:pt x="533" y="1633"/>
                      <a:pt x="199" y="2440"/>
                      <a:pt x="199" y="3281"/>
                    </a:cubicBezTo>
                    <a:cubicBezTo>
                      <a:pt x="199" y="4123"/>
                      <a:pt x="533" y="4930"/>
                      <a:pt x="1128" y="5525"/>
                    </a:cubicBezTo>
                    <a:cubicBezTo>
                      <a:pt x="1723" y="6120"/>
                      <a:pt x="2529" y="6454"/>
                      <a:pt x="3371" y="64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6" name="Freeform: Shape 1615">
                <a:extLst>
                  <a:ext uri="{FF2B5EF4-FFF2-40B4-BE49-F238E27FC236}">
                    <a16:creationId xmlns:a16="http://schemas.microsoft.com/office/drawing/2014/main" id="{02533263-7803-6E1B-1E1E-F6A8D03BB78B}"/>
                  </a:ext>
                </a:extLst>
              </p:cNvPr>
              <p:cNvSpPr/>
              <p:nvPr/>
            </p:nvSpPr>
            <p:spPr>
              <a:xfrm>
                <a:off x="3377703" y="4847871"/>
                <a:ext cx="6343" cy="6345"/>
              </a:xfrm>
              <a:custGeom>
                <a:avLst/>
                <a:gdLst>
                  <a:gd name="connsiteX0" fmla="*/ 3371 w 6343"/>
                  <a:gd name="connsiteY0" fmla="*/ 6453 h 6345"/>
                  <a:gd name="connsiteX1" fmla="*/ 5613 w 6343"/>
                  <a:gd name="connsiteY1" fmla="*/ 5524 h 6345"/>
                  <a:gd name="connsiteX2" fmla="*/ 6542 w 6343"/>
                  <a:gd name="connsiteY2" fmla="*/ 3281 h 6345"/>
                  <a:gd name="connsiteX3" fmla="*/ 5613 w 6343"/>
                  <a:gd name="connsiteY3" fmla="*/ 1037 h 6345"/>
                  <a:gd name="connsiteX4" fmla="*/ 3371 w 6343"/>
                  <a:gd name="connsiteY4" fmla="*/ 108 h 6345"/>
                  <a:gd name="connsiteX5" fmla="*/ 1128 w 6343"/>
                  <a:gd name="connsiteY5" fmla="*/ 1037 h 6345"/>
                  <a:gd name="connsiteX6" fmla="*/ 199 w 6343"/>
                  <a:gd name="connsiteY6" fmla="*/ 3281 h 6345"/>
                  <a:gd name="connsiteX7" fmla="*/ 1128 w 6343"/>
                  <a:gd name="connsiteY7" fmla="*/ 5524 h 6345"/>
                  <a:gd name="connsiteX8" fmla="*/ 3371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3"/>
                    </a:moveTo>
                    <a:cubicBezTo>
                      <a:pt x="4212" y="6453"/>
                      <a:pt x="5019" y="6119"/>
                      <a:pt x="5613" y="5524"/>
                    </a:cubicBezTo>
                    <a:cubicBezTo>
                      <a:pt x="6208" y="4929"/>
                      <a:pt x="6542" y="4122"/>
                      <a:pt x="6542" y="3281"/>
                    </a:cubicBezTo>
                    <a:cubicBezTo>
                      <a:pt x="6542" y="2439"/>
                      <a:pt x="6208" y="1632"/>
                      <a:pt x="5613" y="1037"/>
                    </a:cubicBezTo>
                    <a:cubicBezTo>
                      <a:pt x="5019" y="442"/>
                      <a:pt x="4212" y="108"/>
                      <a:pt x="3371" y="108"/>
                    </a:cubicBezTo>
                    <a:cubicBezTo>
                      <a:pt x="2530" y="108"/>
                      <a:pt x="1723" y="442"/>
                      <a:pt x="1128" y="1037"/>
                    </a:cubicBezTo>
                    <a:cubicBezTo>
                      <a:pt x="533" y="1632"/>
                      <a:pt x="199" y="2439"/>
                      <a:pt x="199" y="3281"/>
                    </a:cubicBezTo>
                    <a:cubicBezTo>
                      <a:pt x="199" y="4122"/>
                      <a:pt x="533" y="4929"/>
                      <a:pt x="1128" y="5524"/>
                    </a:cubicBezTo>
                    <a:cubicBezTo>
                      <a:pt x="1723" y="6119"/>
                      <a:pt x="2530" y="6453"/>
                      <a:pt x="3371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7" name="Freeform: Shape 1616">
                <a:extLst>
                  <a:ext uri="{FF2B5EF4-FFF2-40B4-BE49-F238E27FC236}">
                    <a16:creationId xmlns:a16="http://schemas.microsoft.com/office/drawing/2014/main" id="{B440C7C8-65F7-61C4-3B20-D391E057D725}"/>
                  </a:ext>
                </a:extLst>
              </p:cNvPr>
              <p:cNvSpPr/>
              <p:nvPr/>
            </p:nvSpPr>
            <p:spPr>
              <a:xfrm>
                <a:off x="3379185" y="4837625"/>
                <a:ext cx="6343" cy="6345"/>
              </a:xfrm>
              <a:custGeom>
                <a:avLst/>
                <a:gdLst>
                  <a:gd name="connsiteX0" fmla="*/ 3371 w 6343"/>
                  <a:gd name="connsiteY0" fmla="*/ 6452 h 6345"/>
                  <a:gd name="connsiteX1" fmla="*/ 5613 w 6343"/>
                  <a:gd name="connsiteY1" fmla="*/ 5523 h 6345"/>
                  <a:gd name="connsiteX2" fmla="*/ 6542 w 6343"/>
                  <a:gd name="connsiteY2" fmla="*/ 3280 h 6345"/>
                  <a:gd name="connsiteX3" fmla="*/ 5613 w 6343"/>
                  <a:gd name="connsiteY3" fmla="*/ 1036 h 6345"/>
                  <a:gd name="connsiteX4" fmla="*/ 3371 w 6343"/>
                  <a:gd name="connsiteY4" fmla="*/ 107 h 6345"/>
                  <a:gd name="connsiteX5" fmla="*/ 1128 w 6343"/>
                  <a:gd name="connsiteY5" fmla="*/ 1036 h 6345"/>
                  <a:gd name="connsiteX6" fmla="*/ 199 w 6343"/>
                  <a:gd name="connsiteY6" fmla="*/ 3280 h 6345"/>
                  <a:gd name="connsiteX7" fmla="*/ 1128 w 6343"/>
                  <a:gd name="connsiteY7" fmla="*/ 5523 h 6345"/>
                  <a:gd name="connsiteX8" fmla="*/ 3371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2"/>
                    </a:moveTo>
                    <a:cubicBezTo>
                      <a:pt x="4212" y="6452"/>
                      <a:pt x="5019" y="6118"/>
                      <a:pt x="5613" y="5523"/>
                    </a:cubicBezTo>
                    <a:cubicBezTo>
                      <a:pt x="6208" y="4928"/>
                      <a:pt x="6542" y="4121"/>
                      <a:pt x="6542" y="3280"/>
                    </a:cubicBezTo>
                    <a:cubicBezTo>
                      <a:pt x="6542" y="2438"/>
                      <a:pt x="6208" y="1631"/>
                      <a:pt x="5613" y="1036"/>
                    </a:cubicBezTo>
                    <a:cubicBezTo>
                      <a:pt x="5019" y="441"/>
                      <a:pt x="4212" y="107"/>
                      <a:pt x="3371" y="107"/>
                    </a:cubicBezTo>
                    <a:cubicBezTo>
                      <a:pt x="2530" y="107"/>
                      <a:pt x="1723" y="441"/>
                      <a:pt x="1128" y="1036"/>
                    </a:cubicBezTo>
                    <a:cubicBezTo>
                      <a:pt x="533" y="1631"/>
                      <a:pt x="199" y="2438"/>
                      <a:pt x="199" y="3280"/>
                    </a:cubicBezTo>
                    <a:cubicBezTo>
                      <a:pt x="199" y="4121"/>
                      <a:pt x="533" y="4928"/>
                      <a:pt x="1128" y="5523"/>
                    </a:cubicBezTo>
                    <a:cubicBezTo>
                      <a:pt x="1723" y="6118"/>
                      <a:pt x="2530" y="6452"/>
                      <a:pt x="3371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8" name="Freeform: Shape 1617">
                <a:extLst>
                  <a:ext uri="{FF2B5EF4-FFF2-40B4-BE49-F238E27FC236}">
                    <a16:creationId xmlns:a16="http://schemas.microsoft.com/office/drawing/2014/main" id="{25631ACB-2CB2-C932-5403-C214F15EA212}"/>
                  </a:ext>
                </a:extLst>
              </p:cNvPr>
              <p:cNvSpPr/>
              <p:nvPr/>
            </p:nvSpPr>
            <p:spPr>
              <a:xfrm>
                <a:off x="3383249" y="4831929"/>
                <a:ext cx="6343" cy="6345"/>
              </a:xfrm>
              <a:custGeom>
                <a:avLst/>
                <a:gdLst>
                  <a:gd name="connsiteX0" fmla="*/ 3371 w 6343"/>
                  <a:gd name="connsiteY0" fmla="*/ 6452 h 6345"/>
                  <a:gd name="connsiteX1" fmla="*/ 5614 w 6343"/>
                  <a:gd name="connsiteY1" fmla="*/ 5523 h 6345"/>
                  <a:gd name="connsiteX2" fmla="*/ 6543 w 6343"/>
                  <a:gd name="connsiteY2" fmla="*/ 3279 h 6345"/>
                  <a:gd name="connsiteX3" fmla="*/ 5614 w 6343"/>
                  <a:gd name="connsiteY3" fmla="*/ 1036 h 6345"/>
                  <a:gd name="connsiteX4" fmla="*/ 3371 w 6343"/>
                  <a:gd name="connsiteY4" fmla="*/ 107 h 6345"/>
                  <a:gd name="connsiteX5" fmla="*/ 1128 w 6343"/>
                  <a:gd name="connsiteY5" fmla="*/ 1036 h 6345"/>
                  <a:gd name="connsiteX6" fmla="*/ 200 w 6343"/>
                  <a:gd name="connsiteY6" fmla="*/ 3279 h 6345"/>
                  <a:gd name="connsiteX7" fmla="*/ 1128 w 6343"/>
                  <a:gd name="connsiteY7" fmla="*/ 5523 h 6345"/>
                  <a:gd name="connsiteX8" fmla="*/ 3371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2"/>
                    </a:moveTo>
                    <a:cubicBezTo>
                      <a:pt x="4212" y="6452"/>
                      <a:pt x="5019" y="6118"/>
                      <a:pt x="5614" y="5523"/>
                    </a:cubicBezTo>
                    <a:cubicBezTo>
                      <a:pt x="6208" y="4928"/>
                      <a:pt x="6543" y="4121"/>
                      <a:pt x="6543" y="3279"/>
                    </a:cubicBezTo>
                    <a:cubicBezTo>
                      <a:pt x="6543" y="2438"/>
                      <a:pt x="6208" y="1631"/>
                      <a:pt x="5614" y="1036"/>
                    </a:cubicBezTo>
                    <a:cubicBezTo>
                      <a:pt x="5019" y="441"/>
                      <a:pt x="4212" y="107"/>
                      <a:pt x="3371" y="107"/>
                    </a:cubicBezTo>
                    <a:cubicBezTo>
                      <a:pt x="2530" y="107"/>
                      <a:pt x="1723" y="441"/>
                      <a:pt x="1128" y="1036"/>
                    </a:cubicBezTo>
                    <a:cubicBezTo>
                      <a:pt x="534" y="1631"/>
                      <a:pt x="200" y="2438"/>
                      <a:pt x="200" y="3279"/>
                    </a:cubicBezTo>
                    <a:cubicBezTo>
                      <a:pt x="200" y="4121"/>
                      <a:pt x="534" y="4928"/>
                      <a:pt x="1128" y="5523"/>
                    </a:cubicBezTo>
                    <a:cubicBezTo>
                      <a:pt x="1723" y="6118"/>
                      <a:pt x="2530" y="6452"/>
                      <a:pt x="3371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9" name="Freeform: Shape 1618">
                <a:extLst>
                  <a:ext uri="{FF2B5EF4-FFF2-40B4-BE49-F238E27FC236}">
                    <a16:creationId xmlns:a16="http://schemas.microsoft.com/office/drawing/2014/main" id="{02219E84-8169-4C32-DA46-4FE078C71069}"/>
                  </a:ext>
                </a:extLst>
              </p:cNvPr>
              <p:cNvSpPr/>
              <p:nvPr/>
            </p:nvSpPr>
            <p:spPr>
              <a:xfrm>
                <a:off x="3386960" y="4825493"/>
                <a:ext cx="6343" cy="6345"/>
              </a:xfrm>
              <a:custGeom>
                <a:avLst/>
                <a:gdLst>
                  <a:gd name="connsiteX0" fmla="*/ 3371 w 6343"/>
                  <a:gd name="connsiteY0" fmla="*/ 6451 h 6345"/>
                  <a:gd name="connsiteX1" fmla="*/ 5614 w 6343"/>
                  <a:gd name="connsiteY1" fmla="*/ 5522 h 6345"/>
                  <a:gd name="connsiteX2" fmla="*/ 6543 w 6343"/>
                  <a:gd name="connsiteY2" fmla="*/ 3279 h 6345"/>
                  <a:gd name="connsiteX3" fmla="*/ 5614 w 6343"/>
                  <a:gd name="connsiteY3" fmla="*/ 1035 h 6345"/>
                  <a:gd name="connsiteX4" fmla="*/ 3371 w 6343"/>
                  <a:gd name="connsiteY4" fmla="*/ 106 h 6345"/>
                  <a:gd name="connsiteX5" fmla="*/ 1129 w 6343"/>
                  <a:gd name="connsiteY5" fmla="*/ 1035 h 6345"/>
                  <a:gd name="connsiteX6" fmla="*/ 200 w 6343"/>
                  <a:gd name="connsiteY6" fmla="*/ 3279 h 6345"/>
                  <a:gd name="connsiteX7" fmla="*/ 1129 w 6343"/>
                  <a:gd name="connsiteY7" fmla="*/ 5522 h 6345"/>
                  <a:gd name="connsiteX8" fmla="*/ 3371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1"/>
                    </a:moveTo>
                    <a:cubicBezTo>
                      <a:pt x="4212" y="6451"/>
                      <a:pt x="5019" y="6117"/>
                      <a:pt x="5614" y="5522"/>
                    </a:cubicBezTo>
                    <a:cubicBezTo>
                      <a:pt x="6209" y="4927"/>
                      <a:pt x="6543" y="4120"/>
                      <a:pt x="6543" y="3279"/>
                    </a:cubicBezTo>
                    <a:cubicBezTo>
                      <a:pt x="6543" y="2437"/>
                      <a:pt x="6209" y="1630"/>
                      <a:pt x="5614" y="1035"/>
                    </a:cubicBezTo>
                    <a:cubicBezTo>
                      <a:pt x="5019" y="440"/>
                      <a:pt x="4212" y="106"/>
                      <a:pt x="3371" y="106"/>
                    </a:cubicBezTo>
                    <a:cubicBezTo>
                      <a:pt x="2530" y="106"/>
                      <a:pt x="1723" y="440"/>
                      <a:pt x="1129" y="1035"/>
                    </a:cubicBezTo>
                    <a:cubicBezTo>
                      <a:pt x="534" y="1630"/>
                      <a:pt x="200" y="2437"/>
                      <a:pt x="200" y="3279"/>
                    </a:cubicBezTo>
                    <a:cubicBezTo>
                      <a:pt x="200" y="4120"/>
                      <a:pt x="534" y="4927"/>
                      <a:pt x="1129" y="5522"/>
                    </a:cubicBezTo>
                    <a:cubicBezTo>
                      <a:pt x="1723" y="6117"/>
                      <a:pt x="2530" y="6451"/>
                      <a:pt x="3371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0" name="Freeform: Shape 1619">
                <a:extLst>
                  <a:ext uri="{FF2B5EF4-FFF2-40B4-BE49-F238E27FC236}">
                    <a16:creationId xmlns:a16="http://schemas.microsoft.com/office/drawing/2014/main" id="{BB2D09AE-4606-27EE-8B94-90CBB2D37BFF}"/>
                  </a:ext>
                </a:extLst>
              </p:cNvPr>
              <p:cNvSpPr/>
              <p:nvPr/>
            </p:nvSpPr>
            <p:spPr>
              <a:xfrm>
                <a:off x="3389290" y="4816328"/>
                <a:ext cx="6343" cy="6345"/>
              </a:xfrm>
              <a:custGeom>
                <a:avLst/>
                <a:gdLst>
                  <a:gd name="connsiteX0" fmla="*/ 3372 w 6343"/>
                  <a:gd name="connsiteY0" fmla="*/ 6451 h 6345"/>
                  <a:gd name="connsiteX1" fmla="*/ 5614 w 6343"/>
                  <a:gd name="connsiteY1" fmla="*/ 5521 h 6345"/>
                  <a:gd name="connsiteX2" fmla="*/ 6543 w 6343"/>
                  <a:gd name="connsiteY2" fmla="*/ 3278 h 6345"/>
                  <a:gd name="connsiteX3" fmla="*/ 5614 w 6343"/>
                  <a:gd name="connsiteY3" fmla="*/ 1035 h 6345"/>
                  <a:gd name="connsiteX4" fmla="*/ 3372 w 6343"/>
                  <a:gd name="connsiteY4" fmla="*/ 105 h 6345"/>
                  <a:gd name="connsiteX5" fmla="*/ 1129 w 6343"/>
                  <a:gd name="connsiteY5" fmla="*/ 1035 h 6345"/>
                  <a:gd name="connsiteX6" fmla="*/ 200 w 6343"/>
                  <a:gd name="connsiteY6" fmla="*/ 3278 h 6345"/>
                  <a:gd name="connsiteX7" fmla="*/ 1129 w 6343"/>
                  <a:gd name="connsiteY7" fmla="*/ 5521 h 6345"/>
                  <a:gd name="connsiteX8" fmla="*/ 3372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51"/>
                    </a:moveTo>
                    <a:cubicBezTo>
                      <a:pt x="4213" y="6451"/>
                      <a:pt x="5019" y="6116"/>
                      <a:pt x="5614" y="5521"/>
                    </a:cubicBezTo>
                    <a:cubicBezTo>
                      <a:pt x="6209" y="4927"/>
                      <a:pt x="6543" y="4119"/>
                      <a:pt x="6543" y="3278"/>
                    </a:cubicBezTo>
                    <a:cubicBezTo>
                      <a:pt x="6543" y="2437"/>
                      <a:pt x="6209" y="1630"/>
                      <a:pt x="5614" y="1035"/>
                    </a:cubicBezTo>
                    <a:cubicBezTo>
                      <a:pt x="5019" y="440"/>
                      <a:pt x="4213" y="105"/>
                      <a:pt x="3372" y="105"/>
                    </a:cubicBezTo>
                    <a:cubicBezTo>
                      <a:pt x="2530" y="105"/>
                      <a:pt x="1724" y="440"/>
                      <a:pt x="1129" y="1035"/>
                    </a:cubicBezTo>
                    <a:cubicBezTo>
                      <a:pt x="534" y="1630"/>
                      <a:pt x="200" y="2437"/>
                      <a:pt x="200" y="3278"/>
                    </a:cubicBezTo>
                    <a:cubicBezTo>
                      <a:pt x="200" y="4119"/>
                      <a:pt x="534" y="4927"/>
                      <a:pt x="1129" y="5521"/>
                    </a:cubicBezTo>
                    <a:cubicBezTo>
                      <a:pt x="1724" y="6116"/>
                      <a:pt x="2530" y="6451"/>
                      <a:pt x="3372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1" name="Freeform: Shape 1620">
                <a:extLst>
                  <a:ext uri="{FF2B5EF4-FFF2-40B4-BE49-F238E27FC236}">
                    <a16:creationId xmlns:a16="http://schemas.microsoft.com/office/drawing/2014/main" id="{085356D6-C722-86A2-CCCE-22206DBAC04E}"/>
                  </a:ext>
                </a:extLst>
              </p:cNvPr>
              <p:cNvSpPr/>
              <p:nvPr/>
            </p:nvSpPr>
            <p:spPr>
              <a:xfrm>
                <a:off x="3391802" y="4807327"/>
                <a:ext cx="6343" cy="6345"/>
              </a:xfrm>
              <a:custGeom>
                <a:avLst/>
                <a:gdLst>
                  <a:gd name="connsiteX0" fmla="*/ 3372 w 6343"/>
                  <a:gd name="connsiteY0" fmla="*/ 6450 h 6345"/>
                  <a:gd name="connsiteX1" fmla="*/ 5614 w 6343"/>
                  <a:gd name="connsiteY1" fmla="*/ 5521 h 6345"/>
                  <a:gd name="connsiteX2" fmla="*/ 6543 w 6343"/>
                  <a:gd name="connsiteY2" fmla="*/ 3277 h 6345"/>
                  <a:gd name="connsiteX3" fmla="*/ 5614 w 6343"/>
                  <a:gd name="connsiteY3" fmla="*/ 1034 h 6345"/>
                  <a:gd name="connsiteX4" fmla="*/ 3372 w 6343"/>
                  <a:gd name="connsiteY4" fmla="*/ 105 h 6345"/>
                  <a:gd name="connsiteX5" fmla="*/ 1129 w 6343"/>
                  <a:gd name="connsiteY5" fmla="*/ 1034 h 6345"/>
                  <a:gd name="connsiteX6" fmla="*/ 200 w 6343"/>
                  <a:gd name="connsiteY6" fmla="*/ 3277 h 6345"/>
                  <a:gd name="connsiteX7" fmla="*/ 1129 w 6343"/>
                  <a:gd name="connsiteY7" fmla="*/ 5521 h 6345"/>
                  <a:gd name="connsiteX8" fmla="*/ 3372 w 6343"/>
                  <a:gd name="connsiteY8" fmla="*/ 64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50"/>
                    </a:moveTo>
                    <a:cubicBezTo>
                      <a:pt x="4213" y="6450"/>
                      <a:pt x="5020" y="6116"/>
                      <a:pt x="5614" y="5521"/>
                    </a:cubicBezTo>
                    <a:cubicBezTo>
                      <a:pt x="6209" y="4926"/>
                      <a:pt x="6543" y="4119"/>
                      <a:pt x="6543" y="3277"/>
                    </a:cubicBezTo>
                    <a:cubicBezTo>
                      <a:pt x="6543" y="2436"/>
                      <a:pt x="6209" y="1629"/>
                      <a:pt x="5614" y="1034"/>
                    </a:cubicBezTo>
                    <a:cubicBezTo>
                      <a:pt x="5020" y="439"/>
                      <a:pt x="4213" y="105"/>
                      <a:pt x="3372" y="105"/>
                    </a:cubicBezTo>
                    <a:cubicBezTo>
                      <a:pt x="2531" y="105"/>
                      <a:pt x="1724" y="439"/>
                      <a:pt x="1129" y="1034"/>
                    </a:cubicBezTo>
                    <a:cubicBezTo>
                      <a:pt x="534" y="1629"/>
                      <a:pt x="200" y="2436"/>
                      <a:pt x="200" y="3277"/>
                    </a:cubicBezTo>
                    <a:cubicBezTo>
                      <a:pt x="200" y="4119"/>
                      <a:pt x="534" y="4926"/>
                      <a:pt x="1129" y="5521"/>
                    </a:cubicBezTo>
                    <a:cubicBezTo>
                      <a:pt x="1724" y="6116"/>
                      <a:pt x="2531" y="6450"/>
                      <a:pt x="3372" y="64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2" name="Freeform: Shape 1621">
                <a:extLst>
                  <a:ext uri="{FF2B5EF4-FFF2-40B4-BE49-F238E27FC236}">
                    <a16:creationId xmlns:a16="http://schemas.microsoft.com/office/drawing/2014/main" id="{B56E9A08-A143-3C0F-AE90-00CA03C8FFC8}"/>
                  </a:ext>
                </a:extLst>
              </p:cNvPr>
              <p:cNvSpPr/>
              <p:nvPr/>
            </p:nvSpPr>
            <p:spPr>
              <a:xfrm>
                <a:off x="3384027" y="4777996"/>
                <a:ext cx="6343" cy="6345"/>
              </a:xfrm>
              <a:custGeom>
                <a:avLst/>
                <a:gdLst>
                  <a:gd name="connsiteX0" fmla="*/ 3371 w 6343"/>
                  <a:gd name="connsiteY0" fmla="*/ 6448 h 6345"/>
                  <a:gd name="connsiteX1" fmla="*/ 5614 w 6343"/>
                  <a:gd name="connsiteY1" fmla="*/ 5518 h 6345"/>
                  <a:gd name="connsiteX2" fmla="*/ 6543 w 6343"/>
                  <a:gd name="connsiteY2" fmla="*/ 3275 h 6345"/>
                  <a:gd name="connsiteX3" fmla="*/ 5614 w 6343"/>
                  <a:gd name="connsiteY3" fmla="*/ 1032 h 6345"/>
                  <a:gd name="connsiteX4" fmla="*/ 3371 w 6343"/>
                  <a:gd name="connsiteY4" fmla="*/ 102 h 6345"/>
                  <a:gd name="connsiteX5" fmla="*/ 1128 w 6343"/>
                  <a:gd name="connsiteY5" fmla="*/ 1032 h 6345"/>
                  <a:gd name="connsiteX6" fmla="*/ 200 w 6343"/>
                  <a:gd name="connsiteY6" fmla="*/ 3275 h 6345"/>
                  <a:gd name="connsiteX7" fmla="*/ 1128 w 6343"/>
                  <a:gd name="connsiteY7" fmla="*/ 5518 h 6345"/>
                  <a:gd name="connsiteX8" fmla="*/ 3371 w 6343"/>
                  <a:gd name="connsiteY8" fmla="*/ 64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48"/>
                    </a:moveTo>
                    <a:cubicBezTo>
                      <a:pt x="4212" y="6448"/>
                      <a:pt x="5019" y="6113"/>
                      <a:pt x="5614" y="5518"/>
                    </a:cubicBezTo>
                    <a:cubicBezTo>
                      <a:pt x="6209" y="4924"/>
                      <a:pt x="6543" y="4116"/>
                      <a:pt x="6543" y="3275"/>
                    </a:cubicBezTo>
                    <a:cubicBezTo>
                      <a:pt x="6543" y="2434"/>
                      <a:pt x="6209" y="1627"/>
                      <a:pt x="5614" y="1032"/>
                    </a:cubicBezTo>
                    <a:cubicBezTo>
                      <a:pt x="5019" y="437"/>
                      <a:pt x="4212" y="102"/>
                      <a:pt x="3371" y="102"/>
                    </a:cubicBezTo>
                    <a:cubicBezTo>
                      <a:pt x="2530" y="102"/>
                      <a:pt x="1723" y="437"/>
                      <a:pt x="1128" y="1032"/>
                    </a:cubicBezTo>
                    <a:cubicBezTo>
                      <a:pt x="534" y="1627"/>
                      <a:pt x="200" y="2434"/>
                      <a:pt x="200" y="3275"/>
                    </a:cubicBezTo>
                    <a:cubicBezTo>
                      <a:pt x="200" y="4116"/>
                      <a:pt x="534" y="4924"/>
                      <a:pt x="1128" y="5518"/>
                    </a:cubicBezTo>
                    <a:cubicBezTo>
                      <a:pt x="1723" y="6113"/>
                      <a:pt x="2530" y="6448"/>
                      <a:pt x="3371" y="64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3" name="Freeform: Shape 1622">
                <a:extLst>
                  <a:ext uri="{FF2B5EF4-FFF2-40B4-BE49-F238E27FC236}">
                    <a16:creationId xmlns:a16="http://schemas.microsoft.com/office/drawing/2014/main" id="{0D5958B7-4A76-D97A-2426-64276CD218B5}"/>
                  </a:ext>
                </a:extLst>
              </p:cNvPr>
              <p:cNvSpPr/>
              <p:nvPr/>
            </p:nvSpPr>
            <p:spPr>
              <a:xfrm>
                <a:off x="3387126" y="4769478"/>
                <a:ext cx="6343" cy="6345"/>
              </a:xfrm>
              <a:custGeom>
                <a:avLst/>
                <a:gdLst>
                  <a:gd name="connsiteX0" fmla="*/ 3371 w 6343"/>
                  <a:gd name="connsiteY0" fmla="*/ 6447 h 6345"/>
                  <a:gd name="connsiteX1" fmla="*/ 5614 w 6343"/>
                  <a:gd name="connsiteY1" fmla="*/ 5518 h 6345"/>
                  <a:gd name="connsiteX2" fmla="*/ 6543 w 6343"/>
                  <a:gd name="connsiteY2" fmla="*/ 3274 h 6345"/>
                  <a:gd name="connsiteX3" fmla="*/ 5614 w 6343"/>
                  <a:gd name="connsiteY3" fmla="*/ 1031 h 6345"/>
                  <a:gd name="connsiteX4" fmla="*/ 3371 w 6343"/>
                  <a:gd name="connsiteY4" fmla="*/ 102 h 6345"/>
                  <a:gd name="connsiteX5" fmla="*/ 1129 w 6343"/>
                  <a:gd name="connsiteY5" fmla="*/ 1031 h 6345"/>
                  <a:gd name="connsiteX6" fmla="*/ 200 w 6343"/>
                  <a:gd name="connsiteY6" fmla="*/ 3274 h 6345"/>
                  <a:gd name="connsiteX7" fmla="*/ 1129 w 6343"/>
                  <a:gd name="connsiteY7" fmla="*/ 5518 h 6345"/>
                  <a:gd name="connsiteX8" fmla="*/ 3371 w 6343"/>
                  <a:gd name="connsiteY8" fmla="*/ 64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47"/>
                    </a:moveTo>
                    <a:cubicBezTo>
                      <a:pt x="4212" y="6447"/>
                      <a:pt x="5019" y="6113"/>
                      <a:pt x="5614" y="5518"/>
                    </a:cubicBezTo>
                    <a:cubicBezTo>
                      <a:pt x="6209" y="4923"/>
                      <a:pt x="6543" y="4116"/>
                      <a:pt x="6543" y="3274"/>
                    </a:cubicBezTo>
                    <a:cubicBezTo>
                      <a:pt x="6543" y="2433"/>
                      <a:pt x="6209" y="1626"/>
                      <a:pt x="5614" y="1031"/>
                    </a:cubicBezTo>
                    <a:cubicBezTo>
                      <a:pt x="5019" y="436"/>
                      <a:pt x="4212" y="102"/>
                      <a:pt x="3371" y="102"/>
                    </a:cubicBezTo>
                    <a:cubicBezTo>
                      <a:pt x="2530" y="102"/>
                      <a:pt x="1723" y="436"/>
                      <a:pt x="1129" y="1031"/>
                    </a:cubicBezTo>
                    <a:cubicBezTo>
                      <a:pt x="534" y="1626"/>
                      <a:pt x="200" y="2433"/>
                      <a:pt x="200" y="3274"/>
                    </a:cubicBezTo>
                    <a:cubicBezTo>
                      <a:pt x="200" y="4116"/>
                      <a:pt x="534" y="4923"/>
                      <a:pt x="1129" y="5518"/>
                    </a:cubicBezTo>
                    <a:cubicBezTo>
                      <a:pt x="1723" y="6113"/>
                      <a:pt x="2530" y="6447"/>
                      <a:pt x="3371" y="64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4" name="Freeform: Shape 1623">
                <a:extLst>
                  <a:ext uri="{FF2B5EF4-FFF2-40B4-BE49-F238E27FC236}">
                    <a16:creationId xmlns:a16="http://schemas.microsoft.com/office/drawing/2014/main" id="{33342DEF-F920-B58E-701B-CD49A5600598}"/>
                  </a:ext>
                </a:extLst>
              </p:cNvPr>
              <p:cNvSpPr/>
              <p:nvPr/>
            </p:nvSpPr>
            <p:spPr>
              <a:xfrm>
                <a:off x="3387606" y="4755497"/>
                <a:ext cx="6343" cy="6345"/>
              </a:xfrm>
              <a:custGeom>
                <a:avLst/>
                <a:gdLst>
                  <a:gd name="connsiteX0" fmla="*/ 3371 w 6343"/>
                  <a:gd name="connsiteY0" fmla="*/ 6446 h 6345"/>
                  <a:gd name="connsiteX1" fmla="*/ 5614 w 6343"/>
                  <a:gd name="connsiteY1" fmla="*/ 5517 h 6345"/>
                  <a:gd name="connsiteX2" fmla="*/ 6543 w 6343"/>
                  <a:gd name="connsiteY2" fmla="*/ 3273 h 6345"/>
                  <a:gd name="connsiteX3" fmla="*/ 5614 w 6343"/>
                  <a:gd name="connsiteY3" fmla="*/ 1030 h 6345"/>
                  <a:gd name="connsiteX4" fmla="*/ 3371 w 6343"/>
                  <a:gd name="connsiteY4" fmla="*/ 101 h 6345"/>
                  <a:gd name="connsiteX5" fmla="*/ 1129 w 6343"/>
                  <a:gd name="connsiteY5" fmla="*/ 1030 h 6345"/>
                  <a:gd name="connsiteX6" fmla="*/ 200 w 6343"/>
                  <a:gd name="connsiteY6" fmla="*/ 3273 h 6345"/>
                  <a:gd name="connsiteX7" fmla="*/ 1129 w 6343"/>
                  <a:gd name="connsiteY7" fmla="*/ 5517 h 6345"/>
                  <a:gd name="connsiteX8" fmla="*/ 3371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46"/>
                    </a:moveTo>
                    <a:cubicBezTo>
                      <a:pt x="4213" y="6446"/>
                      <a:pt x="5019" y="6112"/>
                      <a:pt x="5614" y="5517"/>
                    </a:cubicBezTo>
                    <a:cubicBezTo>
                      <a:pt x="6209" y="4922"/>
                      <a:pt x="6543" y="4115"/>
                      <a:pt x="6543" y="3273"/>
                    </a:cubicBezTo>
                    <a:cubicBezTo>
                      <a:pt x="6543" y="2432"/>
                      <a:pt x="6209" y="1625"/>
                      <a:pt x="5614" y="1030"/>
                    </a:cubicBezTo>
                    <a:cubicBezTo>
                      <a:pt x="5019" y="435"/>
                      <a:pt x="4213" y="101"/>
                      <a:pt x="3371" y="101"/>
                    </a:cubicBezTo>
                    <a:cubicBezTo>
                      <a:pt x="2530" y="101"/>
                      <a:pt x="1724" y="435"/>
                      <a:pt x="1129" y="1030"/>
                    </a:cubicBezTo>
                    <a:cubicBezTo>
                      <a:pt x="534" y="1625"/>
                      <a:pt x="200" y="2432"/>
                      <a:pt x="200" y="3273"/>
                    </a:cubicBezTo>
                    <a:cubicBezTo>
                      <a:pt x="200" y="4115"/>
                      <a:pt x="534" y="4922"/>
                      <a:pt x="1129" y="5517"/>
                    </a:cubicBezTo>
                    <a:cubicBezTo>
                      <a:pt x="1724" y="6112"/>
                      <a:pt x="2530" y="6446"/>
                      <a:pt x="3371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5" name="Freeform: Shape 1624">
                <a:extLst>
                  <a:ext uri="{FF2B5EF4-FFF2-40B4-BE49-F238E27FC236}">
                    <a16:creationId xmlns:a16="http://schemas.microsoft.com/office/drawing/2014/main" id="{CFD9AC30-A509-BDEE-EDB4-4F65CC88BB35}"/>
                  </a:ext>
                </a:extLst>
              </p:cNvPr>
              <p:cNvSpPr/>
              <p:nvPr/>
            </p:nvSpPr>
            <p:spPr>
              <a:xfrm>
                <a:off x="3390180" y="4745470"/>
                <a:ext cx="6343" cy="6345"/>
              </a:xfrm>
              <a:custGeom>
                <a:avLst/>
                <a:gdLst>
                  <a:gd name="connsiteX0" fmla="*/ 3372 w 6343"/>
                  <a:gd name="connsiteY0" fmla="*/ 6445 h 6345"/>
                  <a:gd name="connsiteX1" fmla="*/ 5614 w 6343"/>
                  <a:gd name="connsiteY1" fmla="*/ 5516 h 6345"/>
                  <a:gd name="connsiteX2" fmla="*/ 6543 w 6343"/>
                  <a:gd name="connsiteY2" fmla="*/ 3272 h 6345"/>
                  <a:gd name="connsiteX3" fmla="*/ 5614 w 6343"/>
                  <a:gd name="connsiteY3" fmla="*/ 1029 h 6345"/>
                  <a:gd name="connsiteX4" fmla="*/ 3372 w 6343"/>
                  <a:gd name="connsiteY4" fmla="*/ 100 h 6345"/>
                  <a:gd name="connsiteX5" fmla="*/ 1129 w 6343"/>
                  <a:gd name="connsiteY5" fmla="*/ 1029 h 6345"/>
                  <a:gd name="connsiteX6" fmla="*/ 200 w 6343"/>
                  <a:gd name="connsiteY6" fmla="*/ 3272 h 6345"/>
                  <a:gd name="connsiteX7" fmla="*/ 1129 w 6343"/>
                  <a:gd name="connsiteY7" fmla="*/ 5516 h 6345"/>
                  <a:gd name="connsiteX8" fmla="*/ 3372 w 6343"/>
                  <a:gd name="connsiteY8" fmla="*/ 64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5"/>
                    </a:moveTo>
                    <a:cubicBezTo>
                      <a:pt x="4213" y="6445"/>
                      <a:pt x="5019" y="6111"/>
                      <a:pt x="5614" y="5516"/>
                    </a:cubicBezTo>
                    <a:cubicBezTo>
                      <a:pt x="6209" y="4921"/>
                      <a:pt x="6543" y="4114"/>
                      <a:pt x="6543" y="3272"/>
                    </a:cubicBezTo>
                    <a:cubicBezTo>
                      <a:pt x="6543" y="2431"/>
                      <a:pt x="6209" y="1624"/>
                      <a:pt x="5614" y="1029"/>
                    </a:cubicBezTo>
                    <a:cubicBezTo>
                      <a:pt x="5019" y="434"/>
                      <a:pt x="4213" y="100"/>
                      <a:pt x="3372" y="100"/>
                    </a:cubicBezTo>
                    <a:cubicBezTo>
                      <a:pt x="2531" y="100"/>
                      <a:pt x="1724" y="434"/>
                      <a:pt x="1129" y="1029"/>
                    </a:cubicBezTo>
                    <a:cubicBezTo>
                      <a:pt x="534" y="1624"/>
                      <a:pt x="200" y="2431"/>
                      <a:pt x="200" y="3272"/>
                    </a:cubicBezTo>
                    <a:cubicBezTo>
                      <a:pt x="200" y="4114"/>
                      <a:pt x="534" y="4921"/>
                      <a:pt x="1129" y="5516"/>
                    </a:cubicBezTo>
                    <a:cubicBezTo>
                      <a:pt x="1724" y="6111"/>
                      <a:pt x="2531" y="6445"/>
                      <a:pt x="3372" y="64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6" name="Freeform: Shape 1625">
                <a:extLst>
                  <a:ext uri="{FF2B5EF4-FFF2-40B4-BE49-F238E27FC236}">
                    <a16:creationId xmlns:a16="http://schemas.microsoft.com/office/drawing/2014/main" id="{E0AD33EF-0F26-6A85-6FD5-EF0F5DF6E473}"/>
                  </a:ext>
                </a:extLst>
              </p:cNvPr>
              <p:cNvSpPr/>
              <p:nvPr/>
            </p:nvSpPr>
            <p:spPr>
              <a:xfrm>
                <a:off x="3391767" y="4733160"/>
                <a:ext cx="6343" cy="6345"/>
              </a:xfrm>
              <a:custGeom>
                <a:avLst/>
                <a:gdLst>
                  <a:gd name="connsiteX0" fmla="*/ 3372 w 6343"/>
                  <a:gd name="connsiteY0" fmla="*/ 6444 h 6345"/>
                  <a:gd name="connsiteX1" fmla="*/ 5614 w 6343"/>
                  <a:gd name="connsiteY1" fmla="*/ 5515 h 6345"/>
                  <a:gd name="connsiteX2" fmla="*/ 6543 w 6343"/>
                  <a:gd name="connsiteY2" fmla="*/ 3271 h 6345"/>
                  <a:gd name="connsiteX3" fmla="*/ 5614 w 6343"/>
                  <a:gd name="connsiteY3" fmla="*/ 1028 h 6345"/>
                  <a:gd name="connsiteX4" fmla="*/ 3372 w 6343"/>
                  <a:gd name="connsiteY4" fmla="*/ 99 h 6345"/>
                  <a:gd name="connsiteX5" fmla="*/ 1129 w 6343"/>
                  <a:gd name="connsiteY5" fmla="*/ 1028 h 6345"/>
                  <a:gd name="connsiteX6" fmla="*/ 200 w 6343"/>
                  <a:gd name="connsiteY6" fmla="*/ 3271 h 6345"/>
                  <a:gd name="connsiteX7" fmla="*/ 1129 w 6343"/>
                  <a:gd name="connsiteY7" fmla="*/ 5515 h 6345"/>
                  <a:gd name="connsiteX8" fmla="*/ 3372 w 6343"/>
                  <a:gd name="connsiteY8" fmla="*/ 64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4"/>
                    </a:moveTo>
                    <a:cubicBezTo>
                      <a:pt x="4213" y="6444"/>
                      <a:pt x="5020" y="6110"/>
                      <a:pt x="5614" y="5515"/>
                    </a:cubicBezTo>
                    <a:cubicBezTo>
                      <a:pt x="6209" y="4920"/>
                      <a:pt x="6543" y="4113"/>
                      <a:pt x="6543" y="3271"/>
                    </a:cubicBezTo>
                    <a:cubicBezTo>
                      <a:pt x="6543" y="2430"/>
                      <a:pt x="6209" y="1623"/>
                      <a:pt x="5614" y="1028"/>
                    </a:cubicBezTo>
                    <a:cubicBezTo>
                      <a:pt x="5020" y="433"/>
                      <a:pt x="4213" y="99"/>
                      <a:pt x="3372" y="99"/>
                    </a:cubicBezTo>
                    <a:cubicBezTo>
                      <a:pt x="2531" y="99"/>
                      <a:pt x="1724" y="433"/>
                      <a:pt x="1129" y="1028"/>
                    </a:cubicBezTo>
                    <a:cubicBezTo>
                      <a:pt x="534" y="1623"/>
                      <a:pt x="200" y="2430"/>
                      <a:pt x="200" y="3271"/>
                    </a:cubicBezTo>
                    <a:cubicBezTo>
                      <a:pt x="200" y="4113"/>
                      <a:pt x="534" y="4920"/>
                      <a:pt x="1129" y="5515"/>
                    </a:cubicBezTo>
                    <a:cubicBezTo>
                      <a:pt x="1724" y="6110"/>
                      <a:pt x="2531" y="6444"/>
                      <a:pt x="3372" y="64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7" name="Freeform: Shape 1626">
                <a:extLst>
                  <a:ext uri="{FF2B5EF4-FFF2-40B4-BE49-F238E27FC236}">
                    <a16:creationId xmlns:a16="http://schemas.microsoft.com/office/drawing/2014/main" id="{11255A47-7BBD-A60D-8E61-553CBDEDCBCF}"/>
                  </a:ext>
                </a:extLst>
              </p:cNvPr>
              <p:cNvSpPr/>
              <p:nvPr/>
            </p:nvSpPr>
            <p:spPr>
              <a:xfrm>
                <a:off x="3392754" y="4719283"/>
                <a:ext cx="6343" cy="6345"/>
              </a:xfrm>
              <a:custGeom>
                <a:avLst/>
                <a:gdLst>
                  <a:gd name="connsiteX0" fmla="*/ 3372 w 6343"/>
                  <a:gd name="connsiteY0" fmla="*/ 6443 h 6345"/>
                  <a:gd name="connsiteX1" fmla="*/ 5614 w 6343"/>
                  <a:gd name="connsiteY1" fmla="*/ 5514 h 6345"/>
                  <a:gd name="connsiteX2" fmla="*/ 6543 w 6343"/>
                  <a:gd name="connsiteY2" fmla="*/ 3270 h 6345"/>
                  <a:gd name="connsiteX3" fmla="*/ 5614 w 6343"/>
                  <a:gd name="connsiteY3" fmla="*/ 1027 h 6345"/>
                  <a:gd name="connsiteX4" fmla="*/ 3372 w 6343"/>
                  <a:gd name="connsiteY4" fmla="*/ 98 h 6345"/>
                  <a:gd name="connsiteX5" fmla="*/ 1129 w 6343"/>
                  <a:gd name="connsiteY5" fmla="*/ 1027 h 6345"/>
                  <a:gd name="connsiteX6" fmla="*/ 200 w 6343"/>
                  <a:gd name="connsiteY6" fmla="*/ 3270 h 6345"/>
                  <a:gd name="connsiteX7" fmla="*/ 1129 w 6343"/>
                  <a:gd name="connsiteY7" fmla="*/ 5514 h 6345"/>
                  <a:gd name="connsiteX8" fmla="*/ 3372 w 6343"/>
                  <a:gd name="connsiteY8" fmla="*/ 64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3"/>
                    </a:moveTo>
                    <a:cubicBezTo>
                      <a:pt x="4213" y="6443"/>
                      <a:pt x="5020" y="6109"/>
                      <a:pt x="5614" y="5514"/>
                    </a:cubicBezTo>
                    <a:cubicBezTo>
                      <a:pt x="6209" y="4919"/>
                      <a:pt x="6543" y="4112"/>
                      <a:pt x="6543" y="3270"/>
                    </a:cubicBezTo>
                    <a:cubicBezTo>
                      <a:pt x="6543" y="2429"/>
                      <a:pt x="6209" y="1622"/>
                      <a:pt x="5614" y="1027"/>
                    </a:cubicBezTo>
                    <a:cubicBezTo>
                      <a:pt x="5020" y="432"/>
                      <a:pt x="4213" y="98"/>
                      <a:pt x="3372" y="98"/>
                    </a:cubicBezTo>
                    <a:cubicBezTo>
                      <a:pt x="2531" y="98"/>
                      <a:pt x="1724" y="432"/>
                      <a:pt x="1129" y="1027"/>
                    </a:cubicBezTo>
                    <a:cubicBezTo>
                      <a:pt x="534" y="1622"/>
                      <a:pt x="200" y="2429"/>
                      <a:pt x="200" y="3270"/>
                    </a:cubicBezTo>
                    <a:cubicBezTo>
                      <a:pt x="200" y="4112"/>
                      <a:pt x="534" y="4919"/>
                      <a:pt x="1129" y="5514"/>
                    </a:cubicBezTo>
                    <a:cubicBezTo>
                      <a:pt x="1724" y="6109"/>
                      <a:pt x="2531" y="6443"/>
                      <a:pt x="3372" y="64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8" name="Freeform: Shape 1627">
                <a:extLst>
                  <a:ext uri="{FF2B5EF4-FFF2-40B4-BE49-F238E27FC236}">
                    <a16:creationId xmlns:a16="http://schemas.microsoft.com/office/drawing/2014/main" id="{E53CDF3B-F9D6-1595-E535-0D15613AE3F2}"/>
                  </a:ext>
                </a:extLst>
              </p:cNvPr>
              <p:cNvSpPr/>
              <p:nvPr/>
            </p:nvSpPr>
            <p:spPr>
              <a:xfrm>
                <a:off x="3394978" y="4707713"/>
                <a:ext cx="6343" cy="6345"/>
              </a:xfrm>
              <a:custGeom>
                <a:avLst/>
                <a:gdLst>
                  <a:gd name="connsiteX0" fmla="*/ 3372 w 6343"/>
                  <a:gd name="connsiteY0" fmla="*/ 6442 h 6345"/>
                  <a:gd name="connsiteX1" fmla="*/ 5615 w 6343"/>
                  <a:gd name="connsiteY1" fmla="*/ 5513 h 6345"/>
                  <a:gd name="connsiteX2" fmla="*/ 6544 w 6343"/>
                  <a:gd name="connsiteY2" fmla="*/ 3269 h 6345"/>
                  <a:gd name="connsiteX3" fmla="*/ 5615 w 6343"/>
                  <a:gd name="connsiteY3" fmla="*/ 1026 h 6345"/>
                  <a:gd name="connsiteX4" fmla="*/ 3372 w 6343"/>
                  <a:gd name="connsiteY4" fmla="*/ 97 h 6345"/>
                  <a:gd name="connsiteX5" fmla="*/ 1129 w 6343"/>
                  <a:gd name="connsiteY5" fmla="*/ 1026 h 6345"/>
                  <a:gd name="connsiteX6" fmla="*/ 200 w 6343"/>
                  <a:gd name="connsiteY6" fmla="*/ 3269 h 6345"/>
                  <a:gd name="connsiteX7" fmla="*/ 1129 w 6343"/>
                  <a:gd name="connsiteY7" fmla="*/ 5513 h 6345"/>
                  <a:gd name="connsiteX8" fmla="*/ 3372 w 6343"/>
                  <a:gd name="connsiteY8" fmla="*/ 64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2"/>
                    </a:moveTo>
                    <a:cubicBezTo>
                      <a:pt x="4213" y="6442"/>
                      <a:pt x="5020" y="6108"/>
                      <a:pt x="5615" y="5513"/>
                    </a:cubicBezTo>
                    <a:cubicBezTo>
                      <a:pt x="6209" y="4918"/>
                      <a:pt x="6544" y="4111"/>
                      <a:pt x="6544" y="3269"/>
                    </a:cubicBezTo>
                    <a:cubicBezTo>
                      <a:pt x="6544" y="2428"/>
                      <a:pt x="6209" y="1621"/>
                      <a:pt x="5615" y="1026"/>
                    </a:cubicBezTo>
                    <a:cubicBezTo>
                      <a:pt x="5020" y="431"/>
                      <a:pt x="4213" y="97"/>
                      <a:pt x="3372" y="97"/>
                    </a:cubicBezTo>
                    <a:cubicBezTo>
                      <a:pt x="2531" y="97"/>
                      <a:pt x="1724" y="431"/>
                      <a:pt x="1129" y="1026"/>
                    </a:cubicBezTo>
                    <a:cubicBezTo>
                      <a:pt x="535" y="1621"/>
                      <a:pt x="200" y="2428"/>
                      <a:pt x="200" y="3269"/>
                    </a:cubicBezTo>
                    <a:cubicBezTo>
                      <a:pt x="200" y="4111"/>
                      <a:pt x="535" y="4918"/>
                      <a:pt x="1129" y="5513"/>
                    </a:cubicBezTo>
                    <a:cubicBezTo>
                      <a:pt x="1724" y="6108"/>
                      <a:pt x="2531" y="6442"/>
                      <a:pt x="3372" y="64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9" name="Freeform: Shape 1628">
                <a:extLst>
                  <a:ext uri="{FF2B5EF4-FFF2-40B4-BE49-F238E27FC236}">
                    <a16:creationId xmlns:a16="http://schemas.microsoft.com/office/drawing/2014/main" id="{62762243-3B8D-447F-9381-90E9BC2B2355}"/>
                  </a:ext>
                </a:extLst>
              </p:cNvPr>
              <p:cNvSpPr/>
              <p:nvPr/>
            </p:nvSpPr>
            <p:spPr>
              <a:xfrm>
                <a:off x="3396434" y="4694182"/>
                <a:ext cx="6343" cy="6345"/>
              </a:xfrm>
              <a:custGeom>
                <a:avLst/>
                <a:gdLst>
                  <a:gd name="connsiteX0" fmla="*/ 3372 w 6343"/>
                  <a:gd name="connsiteY0" fmla="*/ 6441 h 6345"/>
                  <a:gd name="connsiteX1" fmla="*/ 5615 w 6343"/>
                  <a:gd name="connsiteY1" fmla="*/ 5512 h 6345"/>
                  <a:gd name="connsiteX2" fmla="*/ 6544 w 6343"/>
                  <a:gd name="connsiteY2" fmla="*/ 3268 h 6345"/>
                  <a:gd name="connsiteX3" fmla="*/ 5615 w 6343"/>
                  <a:gd name="connsiteY3" fmla="*/ 1025 h 6345"/>
                  <a:gd name="connsiteX4" fmla="*/ 3372 w 6343"/>
                  <a:gd name="connsiteY4" fmla="*/ 96 h 6345"/>
                  <a:gd name="connsiteX5" fmla="*/ 1129 w 6343"/>
                  <a:gd name="connsiteY5" fmla="*/ 1025 h 6345"/>
                  <a:gd name="connsiteX6" fmla="*/ 201 w 6343"/>
                  <a:gd name="connsiteY6" fmla="*/ 3268 h 6345"/>
                  <a:gd name="connsiteX7" fmla="*/ 1129 w 6343"/>
                  <a:gd name="connsiteY7" fmla="*/ 5512 h 6345"/>
                  <a:gd name="connsiteX8" fmla="*/ 3372 w 6343"/>
                  <a:gd name="connsiteY8" fmla="*/ 64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1"/>
                    </a:moveTo>
                    <a:cubicBezTo>
                      <a:pt x="4213" y="6441"/>
                      <a:pt x="5020" y="6107"/>
                      <a:pt x="5615" y="5512"/>
                    </a:cubicBezTo>
                    <a:cubicBezTo>
                      <a:pt x="6209" y="4917"/>
                      <a:pt x="6544" y="4110"/>
                      <a:pt x="6544" y="3268"/>
                    </a:cubicBezTo>
                    <a:cubicBezTo>
                      <a:pt x="6544" y="2427"/>
                      <a:pt x="6209" y="1620"/>
                      <a:pt x="5615" y="1025"/>
                    </a:cubicBezTo>
                    <a:cubicBezTo>
                      <a:pt x="5020" y="430"/>
                      <a:pt x="4213" y="96"/>
                      <a:pt x="3372" y="96"/>
                    </a:cubicBezTo>
                    <a:cubicBezTo>
                      <a:pt x="2531" y="96"/>
                      <a:pt x="1724" y="430"/>
                      <a:pt x="1129" y="1025"/>
                    </a:cubicBezTo>
                    <a:cubicBezTo>
                      <a:pt x="535" y="1620"/>
                      <a:pt x="201" y="2427"/>
                      <a:pt x="201" y="3268"/>
                    </a:cubicBezTo>
                    <a:cubicBezTo>
                      <a:pt x="201" y="4110"/>
                      <a:pt x="535" y="4917"/>
                      <a:pt x="1129" y="5512"/>
                    </a:cubicBezTo>
                    <a:cubicBezTo>
                      <a:pt x="1724" y="6107"/>
                      <a:pt x="2531" y="6441"/>
                      <a:pt x="3372" y="64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0" name="Freeform: Shape 1629">
                <a:extLst>
                  <a:ext uri="{FF2B5EF4-FFF2-40B4-BE49-F238E27FC236}">
                    <a16:creationId xmlns:a16="http://schemas.microsoft.com/office/drawing/2014/main" id="{21F357EE-7044-E022-A821-2C3936F74D1E}"/>
                  </a:ext>
                </a:extLst>
              </p:cNvPr>
              <p:cNvSpPr/>
              <p:nvPr/>
            </p:nvSpPr>
            <p:spPr>
              <a:xfrm>
                <a:off x="3398586" y="4681848"/>
                <a:ext cx="6343" cy="6345"/>
              </a:xfrm>
              <a:custGeom>
                <a:avLst/>
                <a:gdLst>
                  <a:gd name="connsiteX0" fmla="*/ 3372 w 6343"/>
                  <a:gd name="connsiteY0" fmla="*/ 6440 h 6345"/>
                  <a:gd name="connsiteX1" fmla="*/ 5615 w 6343"/>
                  <a:gd name="connsiteY1" fmla="*/ 5511 h 6345"/>
                  <a:gd name="connsiteX2" fmla="*/ 6544 w 6343"/>
                  <a:gd name="connsiteY2" fmla="*/ 3267 h 6345"/>
                  <a:gd name="connsiteX3" fmla="*/ 5615 w 6343"/>
                  <a:gd name="connsiteY3" fmla="*/ 1024 h 6345"/>
                  <a:gd name="connsiteX4" fmla="*/ 3372 w 6343"/>
                  <a:gd name="connsiteY4" fmla="*/ 95 h 6345"/>
                  <a:gd name="connsiteX5" fmla="*/ 1130 w 6343"/>
                  <a:gd name="connsiteY5" fmla="*/ 1024 h 6345"/>
                  <a:gd name="connsiteX6" fmla="*/ 201 w 6343"/>
                  <a:gd name="connsiteY6" fmla="*/ 3267 h 6345"/>
                  <a:gd name="connsiteX7" fmla="*/ 1130 w 6343"/>
                  <a:gd name="connsiteY7" fmla="*/ 5511 h 6345"/>
                  <a:gd name="connsiteX8" fmla="*/ 3372 w 6343"/>
                  <a:gd name="connsiteY8" fmla="*/ 64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0"/>
                    </a:moveTo>
                    <a:cubicBezTo>
                      <a:pt x="4213" y="6440"/>
                      <a:pt x="5020" y="6106"/>
                      <a:pt x="5615" y="5511"/>
                    </a:cubicBezTo>
                    <a:cubicBezTo>
                      <a:pt x="6210" y="4916"/>
                      <a:pt x="6544" y="4109"/>
                      <a:pt x="6544" y="3267"/>
                    </a:cubicBezTo>
                    <a:cubicBezTo>
                      <a:pt x="6544" y="2426"/>
                      <a:pt x="6210" y="1619"/>
                      <a:pt x="5615" y="1024"/>
                    </a:cubicBezTo>
                    <a:cubicBezTo>
                      <a:pt x="5020" y="429"/>
                      <a:pt x="4213" y="95"/>
                      <a:pt x="3372" y="95"/>
                    </a:cubicBezTo>
                    <a:cubicBezTo>
                      <a:pt x="2531" y="95"/>
                      <a:pt x="1724" y="429"/>
                      <a:pt x="1130" y="1024"/>
                    </a:cubicBezTo>
                    <a:cubicBezTo>
                      <a:pt x="535" y="1619"/>
                      <a:pt x="201" y="2426"/>
                      <a:pt x="201" y="3267"/>
                    </a:cubicBezTo>
                    <a:cubicBezTo>
                      <a:pt x="201" y="4109"/>
                      <a:pt x="535" y="4916"/>
                      <a:pt x="1130" y="5511"/>
                    </a:cubicBezTo>
                    <a:cubicBezTo>
                      <a:pt x="1724" y="6106"/>
                      <a:pt x="2531" y="6440"/>
                      <a:pt x="3372" y="64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1" name="Freeform: Shape 1630">
                <a:extLst>
                  <a:ext uri="{FF2B5EF4-FFF2-40B4-BE49-F238E27FC236}">
                    <a16:creationId xmlns:a16="http://schemas.microsoft.com/office/drawing/2014/main" id="{869D848B-E705-B3A7-FD35-EA36627212D5}"/>
                  </a:ext>
                </a:extLst>
              </p:cNvPr>
              <p:cNvSpPr/>
              <p:nvPr/>
            </p:nvSpPr>
            <p:spPr>
              <a:xfrm>
                <a:off x="3399656" y="4666757"/>
                <a:ext cx="6343" cy="6345"/>
              </a:xfrm>
              <a:custGeom>
                <a:avLst/>
                <a:gdLst>
                  <a:gd name="connsiteX0" fmla="*/ 3372 w 6343"/>
                  <a:gd name="connsiteY0" fmla="*/ 6439 h 6345"/>
                  <a:gd name="connsiteX1" fmla="*/ 5615 w 6343"/>
                  <a:gd name="connsiteY1" fmla="*/ 5510 h 6345"/>
                  <a:gd name="connsiteX2" fmla="*/ 6544 w 6343"/>
                  <a:gd name="connsiteY2" fmla="*/ 3266 h 6345"/>
                  <a:gd name="connsiteX3" fmla="*/ 5615 w 6343"/>
                  <a:gd name="connsiteY3" fmla="*/ 1023 h 6345"/>
                  <a:gd name="connsiteX4" fmla="*/ 3372 w 6343"/>
                  <a:gd name="connsiteY4" fmla="*/ 94 h 6345"/>
                  <a:gd name="connsiteX5" fmla="*/ 1130 w 6343"/>
                  <a:gd name="connsiteY5" fmla="*/ 1023 h 6345"/>
                  <a:gd name="connsiteX6" fmla="*/ 201 w 6343"/>
                  <a:gd name="connsiteY6" fmla="*/ 3266 h 6345"/>
                  <a:gd name="connsiteX7" fmla="*/ 1130 w 6343"/>
                  <a:gd name="connsiteY7" fmla="*/ 5510 h 6345"/>
                  <a:gd name="connsiteX8" fmla="*/ 3372 w 6343"/>
                  <a:gd name="connsiteY8" fmla="*/ 64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39"/>
                    </a:moveTo>
                    <a:cubicBezTo>
                      <a:pt x="4213" y="6439"/>
                      <a:pt x="5020" y="6105"/>
                      <a:pt x="5615" y="5510"/>
                    </a:cubicBezTo>
                    <a:cubicBezTo>
                      <a:pt x="6210" y="4915"/>
                      <a:pt x="6544" y="4108"/>
                      <a:pt x="6544" y="3266"/>
                    </a:cubicBezTo>
                    <a:cubicBezTo>
                      <a:pt x="6544" y="2425"/>
                      <a:pt x="6210" y="1618"/>
                      <a:pt x="5615" y="1023"/>
                    </a:cubicBezTo>
                    <a:cubicBezTo>
                      <a:pt x="5020" y="428"/>
                      <a:pt x="4213" y="94"/>
                      <a:pt x="3372" y="94"/>
                    </a:cubicBezTo>
                    <a:cubicBezTo>
                      <a:pt x="2531" y="94"/>
                      <a:pt x="1724" y="428"/>
                      <a:pt x="1130" y="1023"/>
                    </a:cubicBezTo>
                    <a:cubicBezTo>
                      <a:pt x="535" y="1618"/>
                      <a:pt x="201" y="2425"/>
                      <a:pt x="201" y="3266"/>
                    </a:cubicBezTo>
                    <a:cubicBezTo>
                      <a:pt x="201" y="4108"/>
                      <a:pt x="535" y="4915"/>
                      <a:pt x="1130" y="5510"/>
                    </a:cubicBezTo>
                    <a:cubicBezTo>
                      <a:pt x="1724" y="6105"/>
                      <a:pt x="2531" y="6439"/>
                      <a:pt x="3372" y="64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2" name="Freeform: Shape 1631">
                <a:extLst>
                  <a:ext uri="{FF2B5EF4-FFF2-40B4-BE49-F238E27FC236}">
                    <a16:creationId xmlns:a16="http://schemas.microsoft.com/office/drawing/2014/main" id="{F4352BA0-CE5C-9010-F031-E826020D0AF6}"/>
                  </a:ext>
                </a:extLst>
              </p:cNvPr>
              <p:cNvSpPr/>
              <p:nvPr/>
            </p:nvSpPr>
            <p:spPr>
              <a:xfrm>
                <a:off x="3401293" y="4652557"/>
                <a:ext cx="6343" cy="6345"/>
              </a:xfrm>
              <a:custGeom>
                <a:avLst/>
                <a:gdLst>
                  <a:gd name="connsiteX0" fmla="*/ 3372 w 6343"/>
                  <a:gd name="connsiteY0" fmla="*/ 6438 h 6345"/>
                  <a:gd name="connsiteX1" fmla="*/ 5615 w 6343"/>
                  <a:gd name="connsiteY1" fmla="*/ 5509 h 6345"/>
                  <a:gd name="connsiteX2" fmla="*/ 6544 w 6343"/>
                  <a:gd name="connsiteY2" fmla="*/ 3265 h 6345"/>
                  <a:gd name="connsiteX3" fmla="*/ 5615 w 6343"/>
                  <a:gd name="connsiteY3" fmla="*/ 1022 h 6345"/>
                  <a:gd name="connsiteX4" fmla="*/ 3372 w 6343"/>
                  <a:gd name="connsiteY4" fmla="*/ 92 h 6345"/>
                  <a:gd name="connsiteX5" fmla="*/ 1130 w 6343"/>
                  <a:gd name="connsiteY5" fmla="*/ 1022 h 6345"/>
                  <a:gd name="connsiteX6" fmla="*/ 201 w 6343"/>
                  <a:gd name="connsiteY6" fmla="*/ 3265 h 6345"/>
                  <a:gd name="connsiteX7" fmla="*/ 1130 w 6343"/>
                  <a:gd name="connsiteY7" fmla="*/ 5509 h 6345"/>
                  <a:gd name="connsiteX8" fmla="*/ 3372 w 6343"/>
                  <a:gd name="connsiteY8" fmla="*/ 64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38"/>
                    </a:moveTo>
                    <a:cubicBezTo>
                      <a:pt x="4214" y="6438"/>
                      <a:pt x="5020" y="6104"/>
                      <a:pt x="5615" y="5509"/>
                    </a:cubicBezTo>
                    <a:cubicBezTo>
                      <a:pt x="6210" y="4914"/>
                      <a:pt x="6544" y="4107"/>
                      <a:pt x="6544" y="3265"/>
                    </a:cubicBezTo>
                    <a:cubicBezTo>
                      <a:pt x="6544" y="2424"/>
                      <a:pt x="6210" y="1617"/>
                      <a:pt x="5615" y="1022"/>
                    </a:cubicBezTo>
                    <a:cubicBezTo>
                      <a:pt x="5020" y="427"/>
                      <a:pt x="4214" y="92"/>
                      <a:pt x="3372" y="92"/>
                    </a:cubicBezTo>
                    <a:cubicBezTo>
                      <a:pt x="2531" y="92"/>
                      <a:pt x="1725" y="427"/>
                      <a:pt x="1130" y="1022"/>
                    </a:cubicBezTo>
                    <a:cubicBezTo>
                      <a:pt x="535" y="1617"/>
                      <a:pt x="201" y="2424"/>
                      <a:pt x="201" y="3265"/>
                    </a:cubicBezTo>
                    <a:cubicBezTo>
                      <a:pt x="201" y="4107"/>
                      <a:pt x="535" y="4914"/>
                      <a:pt x="1130" y="5509"/>
                    </a:cubicBezTo>
                    <a:cubicBezTo>
                      <a:pt x="1725" y="6104"/>
                      <a:pt x="2531" y="6438"/>
                      <a:pt x="3372" y="64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3" name="Freeform: Shape 1632">
                <a:extLst>
                  <a:ext uri="{FF2B5EF4-FFF2-40B4-BE49-F238E27FC236}">
                    <a16:creationId xmlns:a16="http://schemas.microsoft.com/office/drawing/2014/main" id="{EC9C33AB-2A2E-ED97-9B1C-0D7C32C4FAF6}"/>
                  </a:ext>
                </a:extLst>
              </p:cNvPr>
              <p:cNvSpPr/>
              <p:nvPr/>
            </p:nvSpPr>
            <p:spPr>
              <a:xfrm>
                <a:off x="3407157" y="4647842"/>
                <a:ext cx="6343" cy="6345"/>
              </a:xfrm>
              <a:custGeom>
                <a:avLst/>
                <a:gdLst>
                  <a:gd name="connsiteX0" fmla="*/ 3373 w 6343"/>
                  <a:gd name="connsiteY0" fmla="*/ 6437 h 6345"/>
                  <a:gd name="connsiteX1" fmla="*/ 5616 w 6343"/>
                  <a:gd name="connsiteY1" fmla="*/ 5508 h 6345"/>
                  <a:gd name="connsiteX2" fmla="*/ 6545 w 6343"/>
                  <a:gd name="connsiteY2" fmla="*/ 3265 h 6345"/>
                  <a:gd name="connsiteX3" fmla="*/ 5616 w 6343"/>
                  <a:gd name="connsiteY3" fmla="*/ 1021 h 6345"/>
                  <a:gd name="connsiteX4" fmla="*/ 3373 w 6343"/>
                  <a:gd name="connsiteY4" fmla="*/ 92 h 6345"/>
                  <a:gd name="connsiteX5" fmla="*/ 1130 w 6343"/>
                  <a:gd name="connsiteY5" fmla="*/ 1021 h 6345"/>
                  <a:gd name="connsiteX6" fmla="*/ 201 w 6343"/>
                  <a:gd name="connsiteY6" fmla="*/ 3265 h 6345"/>
                  <a:gd name="connsiteX7" fmla="*/ 1130 w 6343"/>
                  <a:gd name="connsiteY7" fmla="*/ 5508 h 6345"/>
                  <a:gd name="connsiteX8" fmla="*/ 3373 w 6343"/>
                  <a:gd name="connsiteY8" fmla="*/ 64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7"/>
                    </a:moveTo>
                    <a:cubicBezTo>
                      <a:pt x="4214" y="6437"/>
                      <a:pt x="5021" y="6103"/>
                      <a:pt x="5616" y="5508"/>
                    </a:cubicBezTo>
                    <a:cubicBezTo>
                      <a:pt x="6210" y="4913"/>
                      <a:pt x="6545" y="4106"/>
                      <a:pt x="6545" y="3265"/>
                    </a:cubicBezTo>
                    <a:cubicBezTo>
                      <a:pt x="6545" y="2423"/>
                      <a:pt x="6210" y="1616"/>
                      <a:pt x="5616" y="1021"/>
                    </a:cubicBezTo>
                    <a:cubicBezTo>
                      <a:pt x="5021" y="426"/>
                      <a:pt x="4214" y="92"/>
                      <a:pt x="3373" y="92"/>
                    </a:cubicBezTo>
                    <a:cubicBezTo>
                      <a:pt x="2532" y="92"/>
                      <a:pt x="1725" y="426"/>
                      <a:pt x="1130" y="1021"/>
                    </a:cubicBezTo>
                    <a:cubicBezTo>
                      <a:pt x="536" y="1616"/>
                      <a:pt x="201" y="2423"/>
                      <a:pt x="201" y="3265"/>
                    </a:cubicBezTo>
                    <a:cubicBezTo>
                      <a:pt x="201" y="4106"/>
                      <a:pt x="536" y="4913"/>
                      <a:pt x="1130" y="5508"/>
                    </a:cubicBezTo>
                    <a:cubicBezTo>
                      <a:pt x="1725" y="6103"/>
                      <a:pt x="2532" y="6437"/>
                      <a:pt x="3373" y="64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4" name="Freeform: Shape 1633">
                <a:extLst>
                  <a:ext uri="{FF2B5EF4-FFF2-40B4-BE49-F238E27FC236}">
                    <a16:creationId xmlns:a16="http://schemas.microsoft.com/office/drawing/2014/main" id="{0CC7B48E-4971-6981-0EAA-A5BA355C002A}"/>
                  </a:ext>
                </a:extLst>
              </p:cNvPr>
              <p:cNvSpPr/>
              <p:nvPr/>
            </p:nvSpPr>
            <p:spPr>
              <a:xfrm>
                <a:off x="3410953" y="4638152"/>
                <a:ext cx="6343" cy="6345"/>
              </a:xfrm>
              <a:custGeom>
                <a:avLst/>
                <a:gdLst>
                  <a:gd name="connsiteX0" fmla="*/ 3373 w 6343"/>
                  <a:gd name="connsiteY0" fmla="*/ 6437 h 6345"/>
                  <a:gd name="connsiteX1" fmla="*/ 5616 w 6343"/>
                  <a:gd name="connsiteY1" fmla="*/ 5507 h 6345"/>
                  <a:gd name="connsiteX2" fmla="*/ 6545 w 6343"/>
                  <a:gd name="connsiteY2" fmla="*/ 3264 h 6345"/>
                  <a:gd name="connsiteX3" fmla="*/ 5616 w 6343"/>
                  <a:gd name="connsiteY3" fmla="*/ 1021 h 6345"/>
                  <a:gd name="connsiteX4" fmla="*/ 3373 w 6343"/>
                  <a:gd name="connsiteY4" fmla="*/ 91 h 6345"/>
                  <a:gd name="connsiteX5" fmla="*/ 1131 w 6343"/>
                  <a:gd name="connsiteY5" fmla="*/ 1021 h 6345"/>
                  <a:gd name="connsiteX6" fmla="*/ 202 w 6343"/>
                  <a:gd name="connsiteY6" fmla="*/ 3264 h 6345"/>
                  <a:gd name="connsiteX7" fmla="*/ 1131 w 6343"/>
                  <a:gd name="connsiteY7" fmla="*/ 5507 h 6345"/>
                  <a:gd name="connsiteX8" fmla="*/ 3373 w 6343"/>
                  <a:gd name="connsiteY8" fmla="*/ 64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7"/>
                    </a:moveTo>
                    <a:cubicBezTo>
                      <a:pt x="4214" y="6437"/>
                      <a:pt x="5021" y="6102"/>
                      <a:pt x="5616" y="5507"/>
                    </a:cubicBezTo>
                    <a:cubicBezTo>
                      <a:pt x="6211" y="4912"/>
                      <a:pt x="6545" y="4105"/>
                      <a:pt x="6545" y="3264"/>
                    </a:cubicBezTo>
                    <a:cubicBezTo>
                      <a:pt x="6545" y="2423"/>
                      <a:pt x="6211" y="1616"/>
                      <a:pt x="5616" y="1021"/>
                    </a:cubicBezTo>
                    <a:cubicBezTo>
                      <a:pt x="5021" y="426"/>
                      <a:pt x="4214" y="91"/>
                      <a:pt x="3373" y="91"/>
                    </a:cubicBezTo>
                    <a:cubicBezTo>
                      <a:pt x="2532" y="91"/>
                      <a:pt x="1725" y="426"/>
                      <a:pt x="1131" y="1021"/>
                    </a:cubicBezTo>
                    <a:cubicBezTo>
                      <a:pt x="536" y="1616"/>
                      <a:pt x="202" y="2423"/>
                      <a:pt x="202" y="3264"/>
                    </a:cubicBezTo>
                    <a:cubicBezTo>
                      <a:pt x="202" y="4105"/>
                      <a:pt x="536" y="4912"/>
                      <a:pt x="1131" y="5507"/>
                    </a:cubicBezTo>
                    <a:cubicBezTo>
                      <a:pt x="1725" y="6102"/>
                      <a:pt x="2532" y="6437"/>
                      <a:pt x="3373" y="64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5" name="Freeform: Shape 1634">
                <a:extLst>
                  <a:ext uri="{FF2B5EF4-FFF2-40B4-BE49-F238E27FC236}">
                    <a16:creationId xmlns:a16="http://schemas.microsoft.com/office/drawing/2014/main" id="{9B34294F-9DCA-8DFA-83F1-D985357AA3F0}"/>
                  </a:ext>
                </a:extLst>
              </p:cNvPr>
              <p:cNvSpPr/>
              <p:nvPr/>
            </p:nvSpPr>
            <p:spPr>
              <a:xfrm>
                <a:off x="3413830" y="4626002"/>
                <a:ext cx="6343" cy="6345"/>
              </a:xfrm>
              <a:custGeom>
                <a:avLst/>
                <a:gdLst>
                  <a:gd name="connsiteX0" fmla="*/ 3373 w 6343"/>
                  <a:gd name="connsiteY0" fmla="*/ 6436 h 6345"/>
                  <a:gd name="connsiteX1" fmla="*/ 5616 w 6343"/>
                  <a:gd name="connsiteY1" fmla="*/ 5506 h 6345"/>
                  <a:gd name="connsiteX2" fmla="*/ 6545 w 6343"/>
                  <a:gd name="connsiteY2" fmla="*/ 3263 h 6345"/>
                  <a:gd name="connsiteX3" fmla="*/ 5616 w 6343"/>
                  <a:gd name="connsiteY3" fmla="*/ 1020 h 6345"/>
                  <a:gd name="connsiteX4" fmla="*/ 3373 w 6343"/>
                  <a:gd name="connsiteY4" fmla="*/ 90 h 6345"/>
                  <a:gd name="connsiteX5" fmla="*/ 1131 w 6343"/>
                  <a:gd name="connsiteY5" fmla="*/ 1020 h 6345"/>
                  <a:gd name="connsiteX6" fmla="*/ 202 w 6343"/>
                  <a:gd name="connsiteY6" fmla="*/ 3263 h 6345"/>
                  <a:gd name="connsiteX7" fmla="*/ 1131 w 6343"/>
                  <a:gd name="connsiteY7" fmla="*/ 5506 h 6345"/>
                  <a:gd name="connsiteX8" fmla="*/ 3373 w 6343"/>
                  <a:gd name="connsiteY8" fmla="*/ 64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6"/>
                    </a:moveTo>
                    <a:cubicBezTo>
                      <a:pt x="4215" y="6436"/>
                      <a:pt x="5021" y="6101"/>
                      <a:pt x="5616" y="5506"/>
                    </a:cubicBezTo>
                    <a:cubicBezTo>
                      <a:pt x="6211" y="4912"/>
                      <a:pt x="6545" y="4104"/>
                      <a:pt x="6545" y="3263"/>
                    </a:cubicBezTo>
                    <a:cubicBezTo>
                      <a:pt x="6545" y="2422"/>
                      <a:pt x="6211" y="1615"/>
                      <a:pt x="5616" y="1020"/>
                    </a:cubicBezTo>
                    <a:cubicBezTo>
                      <a:pt x="5021" y="425"/>
                      <a:pt x="4215" y="90"/>
                      <a:pt x="3373" y="90"/>
                    </a:cubicBezTo>
                    <a:cubicBezTo>
                      <a:pt x="2532" y="90"/>
                      <a:pt x="1726" y="425"/>
                      <a:pt x="1131" y="1020"/>
                    </a:cubicBezTo>
                    <a:cubicBezTo>
                      <a:pt x="536" y="1615"/>
                      <a:pt x="202" y="2422"/>
                      <a:pt x="202" y="3263"/>
                    </a:cubicBezTo>
                    <a:cubicBezTo>
                      <a:pt x="202" y="4104"/>
                      <a:pt x="536" y="4912"/>
                      <a:pt x="1131" y="5506"/>
                    </a:cubicBezTo>
                    <a:cubicBezTo>
                      <a:pt x="1726" y="6101"/>
                      <a:pt x="2532" y="6436"/>
                      <a:pt x="3373" y="64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6" name="Freeform: Shape 1635">
                <a:extLst>
                  <a:ext uri="{FF2B5EF4-FFF2-40B4-BE49-F238E27FC236}">
                    <a16:creationId xmlns:a16="http://schemas.microsoft.com/office/drawing/2014/main" id="{5C972CA9-B3AF-A073-EB84-D1EA16ABE528}"/>
                  </a:ext>
                </a:extLst>
              </p:cNvPr>
              <p:cNvSpPr/>
              <p:nvPr/>
            </p:nvSpPr>
            <p:spPr>
              <a:xfrm>
                <a:off x="3407937" y="4591954"/>
                <a:ext cx="6343" cy="6345"/>
              </a:xfrm>
              <a:custGeom>
                <a:avLst/>
                <a:gdLst>
                  <a:gd name="connsiteX0" fmla="*/ 3373 w 6343"/>
                  <a:gd name="connsiteY0" fmla="*/ 6433 h 6345"/>
                  <a:gd name="connsiteX1" fmla="*/ 5616 w 6343"/>
                  <a:gd name="connsiteY1" fmla="*/ 5504 h 6345"/>
                  <a:gd name="connsiteX2" fmla="*/ 6545 w 6343"/>
                  <a:gd name="connsiteY2" fmla="*/ 3260 h 6345"/>
                  <a:gd name="connsiteX3" fmla="*/ 5616 w 6343"/>
                  <a:gd name="connsiteY3" fmla="*/ 1017 h 6345"/>
                  <a:gd name="connsiteX4" fmla="*/ 3373 w 6343"/>
                  <a:gd name="connsiteY4" fmla="*/ 88 h 6345"/>
                  <a:gd name="connsiteX5" fmla="*/ 1130 w 6343"/>
                  <a:gd name="connsiteY5" fmla="*/ 1017 h 6345"/>
                  <a:gd name="connsiteX6" fmla="*/ 201 w 6343"/>
                  <a:gd name="connsiteY6" fmla="*/ 3260 h 6345"/>
                  <a:gd name="connsiteX7" fmla="*/ 1130 w 6343"/>
                  <a:gd name="connsiteY7" fmla="*/ 5504 h 6345"/>
                  <a:gd name="connsiteX8" fmla="*/ 3373 w 6343"/>
                  <a:gd name="connsiteY8" fmla="*/ 64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3"/>
                    </a:moveTo>
                    <a:cubicBezTo>
                      <a:pt x="4214" y="6433"/>
                      <a:pt x="5021" y="6099"/>
                      <a:pt x="5616" y="5504"/>
                    </a:cubicBezTo>
                    <a:cubicBezTo>
                      <a:pt x="6210" y="4909"/>
                      <a:pt x="6545" y="4102"/>
                      <a:pt x="6545" y="3260"/>
                    </a:cubicBezTo>
                    <a:cubicBezTo>
                      <a:pt x="6545" y="2419"/>
                      <a:pt x="6210" y="1612"/>
                      <a:pt x="5616" y="1017"/>
                    </a:cubicBezTo>
                    <a:cubicBezTo>
                      <a:pt x="5021" y="422"/>
                      <a:pt x="4214" y="88"/>
                      <a:pt x="3373" y="88"/>
                    </a:cubicBezTo>
                    <a:cubicBezTo>
                      <a:pt x="2532" y="88"/>
                      <a:pt x="1725" y="422"/>
                      <a:pt x="1130" y="1017"/>
                    </a:cubicBezTo>
                    <a:cubicBezTo>
                      <a:pt x="536" y="1612"/>
                      <a:pt x="201" y="2419"/>
                      <a:pt x="201" y="3260"/>
                    </a:cubicBezTo>
                    <a:cubicBezTo>
                      <a:pt x="201" y="4102"/>
                      <a:pt x="536" y="4909"/>
                      <a:pt x="1130" y="5504"/>
                    </a:cubicBezTo>
                    <a:cubicBezTo>
                      <a:pt x="1725" y="6099"/>
                      <a:pt x="2532" y="6433"/>
                      <a:pt x="3373" y="64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7" name="Freeform: Shape 1636">
                <a:extLst>
                  <a:ext uri="{FF2B5EF4-FFF2-40B4-BE49-F238E27FC236}">
                    <a16:creationId xmlns:a16="http://schemas.microsoft.com/office/drawing/2014/main" id="{1D06A8F2-BBBC-6FF7-D719-272C9A349CF1}"/>
                  </a:ext>
                </a:extLst>
              </p:cNvPr>
              <p:cNvSpPr/>
              <p:nvPr/>
            </p:nvSpPr>
            <p:spPr>
              <a:xfrm>
                <a:off x="3408826" y="4573767"/>
                <a:ext cx="6343" cy="6345"/>
              </a:xfrm>
              <a:custGeom>
                <a:avLst/>
                <a:gdLst>
                  <a:gd name="connsiteX0" fmla="*/ 3373 w 6343"/>
                  <a:gd name="connsiteY0" fmla="*/ 6432 h 6345"/>
                  <a:gd name="connsiteX1" fmla="*/ 5616 w 6343"/>
                  <a:gd name="connsiteY1" fmla="*/ 5502 h 6345"/>
                  <a:gd name="connsiteX2" fmla="*/ 6545 w 6343"/>
                  <a:gd name="connsiteY2" fmla="*/ 3259 h 6345"/>
                  <a:gd name="connsiteX3" fmla="*/ 5616 w 6343"/>
                  <a:gd name="connsiteY3" fmla="*/ 1015 h 6345"/>
                  <a:gd name="connsiteX4" fmla="*/ 3373 w 6343"/>
                  <a:gd name="connsiteY4" fmla="*/ 86 h 6345"/>
                  <a:gd name="connsiteX5" fmla="*/ 1130 w 6343"/>
                  <a:gd name="connsiteY5" fmla="*/ 1015 h 6345"/>
                  <a:gd name="connsiteX6" fmla="*/ 202 w 6343"/>
                  <a:gd name="connsiteY6" fmla="*/ 3259 h 6345"/>
                  <a:gd name="connsiteX7" fmla="*/ 1130 w 6343"/>
                  <a:gd name="connsiteY7" fmla="*/ 5502 h 6345"/>
                  <a:gd name="connsiteX8" fmla="*/ 3373 w 6343"/>
                  <a:gd name="connsiteY8" fmla="*/ 64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2"/>
                    </a:moveTo>
                    <a:cubicBezTo>
                      <a:pt x="4214" y="6432"/>
                      <a:pt x="5021" y="6097"/>
                      <a:pt x="5616" y="5502"/>
                    </a:cubicBezTo>
                    <a:cubicBezTo>
                      <a:pt x="6210" y="4907"/>
                      <a:pt x="6545" y="4100"/>
                      <a:pt x="6545" y="3259"/>
                    </a:cubicBezTo>
                    <a:cubicBezTo>
                      <a:pt x="6545" y="2418"/>
                      <a:pt x="6210" y="1610"/>
                      <a:pt x="5616" y="1015"/>
                    </a:cubicBezTo>
                    <a:cubicBezTo>
                      <a:pt x="5021" y="421"/>
                      <a:pt x="4214" y="86"/>
                      <a:pt x="3373" y="86"/>
                    </a:cubicBezTo>
                    <a:cubicBezTo>
                      <a:pt x="2532" y="86"/>
                      <a:pt x="1725" y="421"/>
                      <a:pt x="1130" y="1015"/>
                    </a:cubicBezTo>
                    <a:cubicBezTo>
                      <a:pt x="536" y="1610"/>
                      <a:pt x="202" y="2418"/>
                      <a:pt x="202" y="3259"/>
                    </a:cubicBezTo>
                    <a:cubicBezTo>
                      <a:pt x="202" y="4100"/>
                      <a:pt x="536" y="4907"/>
                      <a:pt x="1130" y="5502"/>
                    </a:cubicBezTo>
                    <a:cubicBezTo>
                      <a:pt x="1725" y="6097"/>
                      <a:pt x="2532" y="6432"/>
                      <a:pt x="3373" y="64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8" name="Freeform: Shape 1637">
                <a:extLst>
                  <a:ext uri="{FF2B5EF4-FFF2-40B4-BE49-F238E27FC236}">
                    <a16:creationId xmlns:a16="http://schemas.microsoft.com/office/drawing/2014/main" id="{6C0DA73D-6CFB-8F95-7A3F-3AD3F18D91CE}"/>
                  </a:ext>
                </a:extLst>
              </p:cNvPr>
              <p:cNvSpPr/>
              <p:nvPr/>
            </p:nvSpPr>
            <p:spPr>
              <a:xfrm>
                <a:off x="3412462" y="4562024"/>
                <a:ext cx="6343" cy="6345"/>
              </a:xfrm>
              <a:custGeom>
                <a:avLst/>
                <a:gdLst>
                  <a:gd name="connsiteX0" fmla="*/ 3373 w 6343"/>
                  <a:gd name="connsiteY0" fmla="*/ 6431 h 6345"/>
                  <a:gd name="connsiteX1" fmla="*/ 5616 w 6343"/>
                  <a:gd name="connsiteY1" fmla="*/ 5501 h 6345"/>
                  <a:gd name="connsiteX2" fmla="*/ 6545 w 6343"/>
                  <a:gd name="connsiteY2" fmla="*/ 3258 h 6345"/>
                  <a:gd name="connsiteX3" fmla="*/ 5616 w 6343"/>
                  <a:gd name="connsiteY3" fmla="*/ 1015 h 6345"/>
                  <a:gd name="connsiteX4" fmla="*/ 3373 w 6343"/>
                  <a:gd name="connsiteY4" fmla="*/ 85 h 6345"/>
                  <a:gd name="connsiteX5" fmla="*/ 1131 w 6343"/>
                  <a:gd name="connsiteY5" fmla="*/ 1015 h 6345"/>
                  <a:gd name="connsiteX6" fmla="*/ 202 w 6343"/>
                  <a:gd name="connsiteY6" fmla="*/ 3258 h 6345"/>
                  <a:gd name="connsiteX7" fmla="*/ 1131 w 6343"/>
                  <a:gd name="connsiteY7" fmla="*/ 5501 h 6345"/>
                  <a:gd name="connsiteX8" fmla="*/ 3373 w 6343"/>
                  <a:gd name="connsiteY8" fmla="*/ 64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1"/>
                    </a:moveTo>
                    <a:cubicBezTo>
                      <a:pt x="4214" y="6431"/>
                      <a:pt x="5021" y="6096"/>
                      <a:pt x="5616" y="5501"/>
                    </a:cubicBezTo>
                    <a:cubicBezTo>
                      <a:pt x="6211" y="4906"/>
                      <a:pt x="6545" y="4099"/>
                      <a:pt x="6545" y="3258"/>
                    </a:cubicBezTo>
                    <a:cubicBezTo>
                      <a:pt x="6545" y="2417"/>
                      <a:pt x="6211" y="1610"/>
                      <a:pt x="5616" y="1015"/>
                    </a:cubicBezTo>
                    <a:cubicBezTo>
                      <a:pt x="5021" y="420"/>
                      <a:pt x="4214" y="85"/>
                      <a:pt x="3373" y="85"/>
                    </a:cubicBezTo>
                    <a:cubicBezTo>
                      <a:pt x="2532" y="85"/>
                      <a:pt x="1725" y="420"/>
                      <a:pt x="1131" y="1015"/>
                    </a:cubicBezTo>
                    <a:cubicBezTo>
                      <a:pt x="536" y="1610"/>
                      <a:pt x="202" y="2417"/>
                      <a:pt x="202" y="3258"/>
                    </a:cubicBezTo>
                    <a:cubicBezTo>
                      <a:pt x="202" y="4099"/>
                      <a:pt x="536" y="4906"/>
                      <a:pt x="1131" y="5501"/>
                    </a:cubicBezTo>
                    <a:cubicBezTo>
                      <a:pt x="1725" y="6096"/>
                      <a:pt x="2532" y="6431"/>
                      <a:pt x="3373" y="64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9" name="Freeform: Shape 1638">
                <a:extLst>
                  <a:ext uri="{FF2B5EF4-FFF2-40B4-BE49-F238E27FC236}">
                    <a16:creationId xmlns:a16="http://schemas.microsoft.com/office/drawing/2014/main" id="{13256830-FBFB-9CBA-204D-F78BDF522EE0}"/>
                  </a:ext>
                </a:extLst>
              </p:cNvPr>
              <p:cNvSpPr/>
              <p:nvPr/>
            </p:nvSpPr>
            <p:spPr>
              <a:xfrm>
                <a:off x="3415231" y="4547703"/>
                <a:ext cx="6343" cy="6345"/>
              </a:xfrm>
              <a:custGeom>
                <a:avLst/>
                <a:gdLst>
                  <a:gd name="connsiteX0" fmla="*/ 3374 w 6343"/>
                  <a:gd name="connsiteY0" fmla="*/ 6430 h 6345"/>
                  <a:gd name="connsiteX1" fmla="*/ 5616 w 6343"/>
                  <a:gd name="connsiteY1" fmla="*/ 5500 h 6345"/>
                  <a:gd name="connsiteX2" fmla="*/ 6545 w 6343"/>
                  <a:gd name="connsiteY2" fmla="*/ 3257 h 6345"/>
                  <a:gd name="connsiteX3" fmla="*/ 5616 w 6343"/>
                  <a:gd name="connsiteY3" fmla="*/ 1013 h 6345"/>
                  <a:gd name="connsiteX4" fmla="*/ 3374 w 6343"/>
                  <a:gd name="connsiteY4" fmla="*/ 84 h 6345"/>
                  <a:gd name="connsiteX5" fmla="*/ 1131 w 6343"/>
                  <a:gd name="connsiteY5" fmla="*/ 1013 h 6345"/>
                  <a:gd name="connsiteX6" fmla="*/ 202 w 6343"/>
                  <a:gd name="connsiteY6" fmla="*/ 3257 h 6345"/>
                  <a:gd name="connsiteX7" fmla="*/ 1131 w 6343"/>
                  <a:gd name="connsiteY7" fmla="*/ 5500 h 6345"/>
                  <a:gd name="connsiteX8" fmla="*/ 3374 w 6343"/>
                  <a:gd name="connsiteY8" fmla="*/ 64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30"/>
                    </a:moveTo>
                    <a:cubicBezTo>
                      <a:pt x="4215" y="6430"/>
                      <a:pt x="5021" y="6095"/>
                      <a:pt x="5616" y="5500"/>
                    </a:cubicBezTo>
                    <a:cubicBezTo>
                      <a:pt x="6211" y="4905"/>
                      <a:pt x="6545" y="4098"/>
                      <a:pt x="6545" y="3257"/>
                    </a:cubicBezTo>
                    <a:cubicBezTo>
                      <a:pt x="6545" y="2415"/>
                      <a:pt x="6211" y="1608"/>
                      <a:pt x="5616" y="1013"/>
                    </a:cubicBezTo>
                    <a:cubicBezTo>
                      <a:pt x="5021" y="418"/>
                      <a:pt x="4215" y="84"/>
                      <a:pt x="3374" y="84"/>
                    </a:cubicBezTo>
                    <a:cubicBezTo>
                      <a:pt x="2532" y="84"/>
                      <a:pt x="1726" y="418"/>
                      <a:pt x="1131" y="1013"/>
                    </a:cubicBezTo>
                    <a:cubicBezTo>
                      <a:pt x="536" y="1608"/>
                      <a:pt x="202" y="2415"/>
                      <a:pt x="202" y="3257"/>
                    </a:cubicBezTo>
                    <a:cubicBezTo>
                      <a:pt x="202" y="4098"/>
                      <a:pt x="536" y="4905"/>
                      <a:pt x="1131" y="5500"/>
                    </a:cubicBezTo>
                    <a:cubicBezTo>
                      <a:pt x="1726" y="6095"/>
                      <a:pt x="2532" y="6430"/>
                      <a:pt x="3374" y="64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0" name="Freeform: Shape 1639">
                <a:extLst>
                  <a:ext uri="{FF2B5EF4-FFF2-40B4-BE49-F238E27FC236}">
                    <a16:creationId xmlns:a16="http://schemas.microsoft.com/office/drawing/2014/main" id="{074E6763-9140-DA20-F22C-426A16757D08}"/>
                  </a:ext>
                </a:extLst>
              </p:cNvPr>
              <p:cNvSpPr/>
              <p:nvPr/>
            </p:nvSpPr>
            <p:spPr>
              <a:xfrm>
                <a:off x="3415225" y="4525618"/>
                <a:ext cx="6343" cy="6345"/>
              </a:xfrm>
              <a:custGeom>
                <a:avLst/>
                <a:gdLst>
                  <a:gd name="connsiteX0" fmla="*/ 3374 w 6343"/>
                  <a:gd name="connsiteY0" fmla="*/ 6428 h 6345"/>
                  <a:gd name="connsiteX1" fmla="*/ 5616 w 6343"/>
                  <a:gd name="connsiteY1" fmla="*/ 5499 h 6345"/>
                  <a:gd name="connsiteX2" fmla="*/ 6545 w 6343"/>
                  <a:gd name="connsiteY2" fmla="*/ 3255 h 6345"/>
                  <a:gd name="connsiteX3" fmla="*/ 5616 w 6343"/>
                  <a:gd name="connsiteY3" fmla="*/ 1012 h 6345"/>
                  <a:gd name="connsiteX4" fmla="*/ 3374 w 6343"/>
                  <a:gd name="connsiteY4" fmla="*/ 82 h 6345"/>
                  <a:gd name="connsiteX5" fmla="*/ 1131 w 6343"/>
                  <a:gd name="connsiteY5" fmla="*/ 1012 h 6345"/>
                  <a:gd name="connsiteX6" fmla="*/ 202 w 6343"/>
                  <a:gd name="connsiteY6" fmla="*/ 3255 h 6345"/>
                  <a:gd name="connsiteX7" fmla="*/ 1131 w 6343"/>
                  <a:gd name="connsiteY7" fmla="*/ 5499 h 6345"/>
                  <a:gd name="connsiteX8" fmla="*/ 3374 w 6343"/>
                  <a:gd name="connsiteY8" fmla="*/ 64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28"/>
                    </a:moveTo>
                    <a:cubicBezTo>
                      <a:pt x="4215" y="6428"/>
                      <a:pt x="5021" y="6094"/>
                      <a:pt x="5616" y="5499"/>
                    </a:cubicBezTo>
                    <a:cubicBezTo>
                      <a:pt x="6211" y="4904"/>
                      <a:pt x="6545" y="4097"/>
                      <a:pt x="6545" y="3255"/>
                    </a:cubicBezTo>
                    <a:cubicBezTo>
                      <a:pt x="6545" y="2414"/>
                      <a:pt x="6211" y="1607"/>
                      <a:pt x="5616" y="1012"/>
                    </a:cubicBezTo>
                    <a:cubicBezTo>
                      <a:pt x="5021" y="417"/>
                      <a:pt x="4215" y="82"/>
                      <a:pt x="3374" y="82"/>
                    </a:cubicBezTo>
                    <a:cubicBezTo>
                      <a:pt x="2532" y="82"/>
                      <a:pt x="1726" y="417"/>
                      <a:pt x="1131" y="1012"/>
                    </a:cubicBezTo>
                    <a:cubicBezTo>
                      <a:pt x="536" y="1607"/>
                      <a:pt x="202" y="2414"/>
                      <a:pt x="202" y="3255"/>
                    </a:cubicBezTo>
                    <a:cubicBezTo>
                      <a:pt x="202" y="4097"/>
                      <a:pt x="536" y="4904"/>
                      <a:pt x="1131" y="5499"/>
                    </a:cubicBezTo>
                    <a:cubicBezTo>
                      <a:pt x="1726" y="6094"/>
                      <a:pt x="2532" y="6428"/>
                      <a:pt x="3374" y="64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1" name="Freeform: Shape 1640">
                <a:extLst>
                  <a:ext uri="{FF2B5EF4-FFF2-40B4-BE49-F238E27FC236}">
                    <a16:creationId xmlns:a16="http://schemas.microsoft.com/office/drawing/2014/main" id="{2FD662EC-F620-2DCA-175E-0CF58B8ABBA4}"/>
                  </a:ext>
                </a:extLst>
              </p:cNvPr>
              <p:cNvSpPr/>
              <p:nvPr/>
            </p:nvSpPr>
            <p:spPr>
              <a:xfrm>
                <a:off x="3418807" y="4512468"/>
                <a:ext cx="6343" cy="6345"/>
              </a:xfrm>
              <a:custGeom>
                <a:avLst/>
                <a:gdLst>
                  <a:gd name="connsiteX0" fmla="*/ 3374 w 6343"/>
                  <a:gd name="connsiteY0" fmla="*/ 6427 h 6345"/>
                  <a:gd name="connsiteX1" fmla="*/ 5617 w 6343"/>
                  <a:gd name="connsiteY1" fmla="*/ 5498 h 6345"/>
                  <a:gd name="connsiteX2" fmla="*/ 6545 w 6343"/>
                  <a:gd name="connsiteY2" fmla="*/ 3254 h 6345"/>
                  <a:gd name="connsiteX3" fmla="*/ 5617 w 6343"/>
                  <a:gd name="connsiteY3" fmla="*/ 1011 h 6345"/>
                  <a:gd name="connsiteX4" fmla="*/ 3374 w 6343"/>
                  <a:gd name="connsiteY4" fmla="*/ 81 h 6345"/>
                  <a:gd name="connsiteX5" fmla="*/ 1131 w 6343"/>
                  <a:gd name="connsiteY5" fmla="*/ 1011 h 6345"/>
                  <a:gd name="connsiteX6" fmla="*/ 202 w 6343"/>
                  <a:gd name="connsiteY6" fmla="*/ 3254 h 6345"/>
                  <a:gd name="connsiteX7" fmla="*/ 1131 w 6343"/>
                  <a:gd name="connsiteY7" fmla="*/ 5498 h 6345"/>
                  <a:gd name="connsiteX8" fmla="*/ 3374 w 6343"/>
                  <a:gd name="connsiteY8" fmla="*/ 64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27"/>
                    </a:moveTo>
                    <a:cubicBezTo>
                      <a:pt x="4215" y="6427"/>
                      <a:pt x="5022" y="6093"/>
                      <a:pt x="5617" y="5498"/>
                    </a:cubicBezTo>
                    <a:cubicBezTo>
                      <a:pt x="6211" y="4903"/>
                      <a:pt x="6545" y="4096"/>
                      <a:pt x="6545" y="3254"/>
                    </a:cubicBezTo>
                    <a:cubicBezTo>
                      <a:pt x="6545" y="2413"/>
                      <a:pt x="6211" y="1606"/>
                      <a:pt x="5617" y="1011"/>
                    </a:cubicBezTo>
                    <a:cubicBezTo>
                      <a:pt x="5022" y="416"/>
                      <a:pt x="4215" y="81"/>
                      <a:pt x="3374" y="81"/>
                    </a:cubicBezTo>
                    <a:cubicBezTo>
                      <a:pt x="2533" y="81"/>
                      <a:pt x="1726" y="416"/>
                      <a:pt x="1131" y="1011"/>
                    </a:cubicBezTo>
                    <a:cubicBezTo>
                      <a:pt x="536" y="1606"/>
                      <a:pt x="202" y="2413"/>
                      <a:pt x="202" y="3254"/>
                    </a:cubicBezTo>
                    <a:cubicBezTo>
                      <a:pt x="202" y="4096"/>
                      <a:pt x="536" y="4903"/>
                      <a:pt x="1131" y="5498"/>
                    </a:cubicBezTo>
                    <a:cubicBezTo>
                      <a:pt x="1726" y="6093"/>
                      <a:pt x="2533" y="6427"/>
                      <a:pt x="3374" y="64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2" name="Freeform: Shape 1641">
                <a:extLst>
                  <a:ext uri="{FF2B5EF4-FFF2-40B4-BE49-F238E27FC236}">
                    <a16:creationId xmlns:a16="http://schemas.microsoft.com/office/drawing/2014/main" id="{63A3FF0B-3A7B-08B4-3BB4-0F7805791BDA}"/>
                  </a:ext>
                </a:extLst>
              </p:cNvPr>
              <p:cNvSpPr/>
              <p:nvPr/>
            </p:nvSpPr>
            <p:spPr>
              <a:xfrm>
                <a:off x="3421016" y="4495152"/>
                <a:ext cx="6343" cy="6345"/>
              </a:xfrm>
              <a:custGeom>
                <a:avLst/>
                <a:gdLst>
                  <a:gd name="connsiteX0" fmla="*/ 3374 w 6343"/>
                  <a:gd name="connsiteY0" fmla="*/ 6425 h 6345"/>
                  <a:gd name="connsiteX1" fmla="*/ 5617 w 6343"/>
                  <a:gd name="connsiteY1" fmla="*/ 5496 h 6345"/>
                  <a:gd name="connsiteX2" fmla="*/ 6546 w 6343"/>
                  <a:gd name="connsiteY2" fmla="*/ 3253 h 6345"/>
                  <a:gd name="connsiteX3" fmla="*/ 5617 w 6343"/>
                  <a:gd name="connsiteY3" fmla="*/ 1009 h 6345"/>
                  <a:gd name="connsiteX4" fmla="*/ 3374 w 6343"/>
                  <a:gd name="connsiteY4" fmla="*/ 80 h 6345"/>
                  <a:gd name="connsiteX5" fmla="*/ 1131 w 6343"/>
                  <a:gd name="connsiteY5" fmla="*/ 1009 h 6345"/>
                  <a:gd name="connsiteX6" fmla="*/ 202 w 6343"/>
                  <a:gd name="connsiteY6" fmla="*/ 3253 h 6345"/>
                  <a:gd name="connsiteX7" fmla="*/ 1131 w 6343"/>
                  <a:gd name="connsiteY7" fmla="*/ 5496 h 6345"/>
                  <a:gd name="connsiteX8" fmla="*/ 3374 w 6343"/>
                  <a:gd name="connsiteY8" fmla="*/ 64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25"/>
                    </a:moveTo>
                    <a:cubicBezTo>
                      <a:pt x="4215" y="6425"/>
                      <a:pt x="5022" y="6091"/>
                      <a:pt x="5617" y="5496"/>
                    </a:cubicBezTo>
                    <a:cubicBezTo>
                      <a:pt x="6211" y="4901"/>
                      <a:pt x="6546" y="4094"/>
                      <a:pt x="6546" y="3253"/>
                    </a:cubicBezTo>
                    <a:cubicBezTo>
                      <a:pt x="6546" y="2411"/>
                      <a:pt x="6211" y="1604"/>
                      <a:pt x="5617" y="1009"/>
                    </a:cubicBezTo>
                    <a:cubicBezTo>
                      <a:pt x="5022" y="414"/>
                      <a:pt x="4215" y="80"/>
                      <a:pt x="3374" y="80"/>
                    </a:cubicBezTo>
                    <a:cubicBezTo>
                      <a:pt x="2533" y="80"/>
                      <a:pt x="1726" y="414"/>
                      <a:pt x="1131" y="1009"/>
                    </a:cubicBezTo>
                    <a:cubicBezTo>
                      <a:pt x="537" y="1604"/>
                      <a:pt x="202" y="2411"/>
                      <a:pt x="202" y="3253"/>
                    </a:cubicBezTo>
                    <a:cubicBezTo>
                      <a:pt x="202" y="4094"/>
                      <a:pt x="537" y="4901"/>
                      <a:pt x="1131" y="5496"/>
                    </a:cubicBezTo>
                    <a:cubicBezTo>
                      <a:pt x="1726" y="6091"/>
                      <a:pt x="2533" y="6425"/>
                      <a:pt x="3374" y="64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3" name="Freeform: Shape 1642">
                <a:extLst>
                  <a:ext uri="{FF2B5EF4-FFF2-40B4-BE49-F238E27FC236}">
                    <a16:creationId xmlns:a16="http://schemas.microsoft.com/office/drawing/2014/main" id="{8BC07AA2-CA2E-44AD-E669-2AB4E70B80E0}"/>
                  </a:ext>
                </a:extLst>
              </p:cNvPr>
              <p:cNvSpPr/>
              <p:nvPr/>
            </p:nvSpPr>
            <p:spPr>
              <a:xfrm>
                <a:off x="3423099" y="4476921"/>
                <a:ext cx="6343" cy="6345"/>
              </a:xfrm>
              <a:custGeom>
                <a:avLst/>
                <a:gdLst>
                  <a:gd name="connsiteX0" fmla="*/ 3374 w 6343"/>
                  <a:gd name="connsiteY0" fmla="*/ 6424 h 6345"/>
                  <a:gd name="connsiteX1" fmla="*/ 5617 w 6343"/>
                  <a:gd name="connsiteY1" fmla="*/ 5495 h 6345"/>
                  <a:gd name="connsiteX2" fmla="*/ 6546 w 6343"/>
                  <a:gd name="connsiteY2" fmla="*/ 3251 h 6345"/>
                  <a:gd name="connsiteX3" fmla="*/ 5617 w 6343"/>
                  <a:gd name="connsiteY3" fmla="*/ 1008 h 6345"/>
                  <a:gd name="connsiteX4" fmla="*/ 3374 w 6343"/>
                  <a:gd name="connsiteY4" fmla="*/ 79 h 6345"/>
                  <a:gd name="connsiteX5" fmla="*/ 1132 w 6343"/>
                  <a:gd name="connsiteY5" fmla="*/ 1008 h 6345"/>
                  <a:gd name="connsiteX6" fmla="*/ 203 w 6343"/>
                  <a:gd name="connsiteY6" fmla="*/ 3251 h 6345"/>
                  <a:gd name="connsiteX7" fmla="*/ 1132 w 6343"/>
                  <a:gd name="connsiteY7" fmla="*/ 5495 h 6345"/>
                  <a:gd name="connsiteX8" fmla="*/ 3374 w 6343"/>
                  <a:gd name="connsiteY8" fmla="*/ 64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24"/>
                    </a:moveTo>
                    <a:cubicBezTo>
                      <a:pt x="4215" y="6424"/>
                      <a:pt x="5022" y="6090"/>
                      <a:pt x="5617" y="5495"/>
                    </a:cubicBezTo>
                    <a:cubicBezTo>
                      <a:pt x="6212" y="4900"/>
                      <a:pt x="6546" y="4093"/>
                      <a:pt x="6546" y="3251"/>
                    </a:cubicBezTo>
                    <a:cubicBezTo>
                      <a:pt x="6546" y="2410"/>
                      <a:pt x="6212" y="1603"/>
                      <a:pt x="5617" y="1008"/>
                    </a:cubicBezTo>
                    <a:cubicBezTo>
                      <a:pt x="5022" y="413"/>
                      <a:pt x="4215" y="79"/>
                      <a:pt x="3374" y="79"/>
                    </a:cubicBezTo>
                    <a:cubicBezTo>
                      <a:pt x="2533" y="79"/>
                      <a:pt x="1726" y="413"/>
                      <a:pt x="1132" y="1008"/>
                    </a:cubicBezTo>
                    <a:cubicBezTo>
                      <a:pt x="537" y="1603"/>
                      <a:pt x="203" y="2410"/>
                      <a:pt x="203" y="3251"/>
                    </a:cubicBezTo>
                    <a:cubicBezTo>
                      <a:pt x="203" y="4093"/>
                      <a:pt x="537" y="4900"/>
                      <a:pt x="1132" y="5495"/>
                    </a:cubicBezTo>
                    <a:cubicBezTo>
                      <a:pt x="1726" y="6090"/>
                      <a:pt x="2533" y="6424"/>
                      <a:pt x="3374" y="64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4" name="Freeform: Shape 1643">
                <a:extLst>
                  <a:ext uri="{FF2B5EF4-FFF2-40B4-BE49-F238E27FC236}">
                    <a16:creationId xmlns:a16="http://schemas.microsoft.com/office/drawing/2014/main" id="{0BFA04B9-8AD7-1553-3ADD-C7B9E170F092}"/>
                  </a:ext>
                </a:extLst>
              </p:cNvPr>
              <p:cNvSpPr/>
              <p:nvPr/>
            </p:nvSpPr>
            <p:spPr>
              <a:xfrm>
                <a:off x="3428700" y="4468112"/>
                <a:ext cx="6343" cy="6345"/>
              </a:xfrm>
              <a:custGeom>
                <a:avLst/>
                <a:gdLst>
                  <a:gd name="connsiteX0" fmla="*/ 3375 w 6343"/>
                  <a:gd name="connsiteY0" fmla="*/ 6423 h 6345"/>
                  <a:gd name="connsiteX1" fmla="*/ 5617 w 6343"/>
                  <a:gd name="connsiteY1" fmla="*/ 5494 h 6345"/>
                  <a:gd name="connsiteX2" fmla="*/ 6546 w 6343"/>
                  <a:gd name="connsiteY2" fmla="*/ 3251 h 6345"/>
                  <a:gd name="connsiteX3" fmla="*/ 5617 w 6343"/>
                  <a:gd name="connsiteY3" fmla="*/ 1007 h 6345"/>
                  <a:gd name="connsiteX4" fmla="*/ 3375 w 6343"/>
                  <a:gd name="connsiteY4" fmla="*/ 78 h 6345"/>
                  <a:gd name="connsiteX5" fmla="*/ 1132 w 6343"/>
                  <a:gd name="connsiteY5" fmla="*/ 1007 h 6345"/>
                  <a:gd name="connsiteX6" fmla="*/ 203 w 6343"/>
                  <a:gd name="connsiteY6" fmla="*/ 3251 h 6345"/>
                  <a:gd name="connsiteX7" fmla="*/ 1132 w 6343"/>
                  <a:gd name="connsiteY7" fmla="*/ 5494 h 6345"/>
                  <a:gd name="connsiteX8" fmla="*/ 3375 w 6343"/>
                  <a:gd name="connsiteY8" fmla="*/ 64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423"/>
                    </a:moveTo>
                    <a:cubicBezTo>
                      <a:pt x="4216" y="6423"/>
                      <a:pt x="5023" y="6089"/>
                      <a:pt x="5617" y="5494"/>
                    </a:cubicBezTo>
                    <a:cubicBezTo>
                      <a:pt x="6212" y="4899"/>
                      <a:pt x="6546" y="4092"/>
                      <a:pt x="6546" y="3251"/>
                    </a:cubicBezTo>
                    <a:cubicBezTo>
                      <a:pt x="6546" y="2409"/>
                      <a:pt x="6212" y="1602"/>
                      <a:pt x="5617" y="1007"/>
                    </a:cubicBezTo>
                    <a:cubicBezTo>
                      <a:pt x="5023" y="412"/>
                      <a:pt x="4216" y="78"/>
                      <a:pt x="3375" y="78"/>
                    </a:cubicBezTo>
                    <a:cubicBezTo>
                      <a:pt x="2534" y="78"/>
                      <a:pt x="1727" y="412"/>
                      <a:pt x="1132" y="1007"/>
                    </a:cubicBezTo>
                    <a:cubicBezTo>
                      <a:pt x="537" y="1602"/>
                      <a:pt x="203" y="2409"/>
                      <a:pt x="203" y="3251"/>
                    </a:cubicBezTo>
                    <a:cubicBezTo>
                      <a:pt x="203" y="4092"/>
                      <a:pt x="537" y="4899"/>
                      <a:pt x="1132" y="5494"/>
                    </a:cubicBezTo>
                    <a:cubicBezTo>
                      <a:pt x="1727" y="6089"/>
                      <a:pt x="2534" y="6423"/>
                      <a:pt x="3375" y="64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5" name="Freeform: Shape 1644">
                <a:extLst>
                  <a:ext uri="{FF2B5EF4-FFF2-40B4-BE49-F238E27FC236}">
                    <a16:creationId xmlns:a16="http://schemas.microsoft.com/office/drawing/2014/main" id="{382961BA-6B3B-4AF1-F689-62856B94D9C4}"/>
                  </a:ext>
                </a:extLst>
              </p:cNvPr>
              <p:cNvSpPr/>
              <p:nvPr/>
            </p:nvSpPr>
            <p:spPr>
              <a:xfrm>
                <a:off x="3433138" y="4455675"/>
                <a:ext cx="6343" cy="6345"/>
              </a:xfrm>
              <a:custGeom>
                <a:avLst/>
                <a:gdLst>
                  <a:gd name="connsiteX0" fmla="*/ 3375 w 6343"/>
                  <a:gd name="connsiteY0" fmla="*/ 6422 h 6345"/>
                  <a:gd name="connsiteX1" fmla="*/ 5618 w 6343"/>
                  <a:gd name="connsiteY1" fmla="*/ 5493 h 6345"/>
                  <a:gd name="connsiteX2" fmla="*/ 6547 w 6343"/>
                  <a:gd name="connsiteY2" fmla="*/ 3250 h 6345"/>
                  <a:gd name="connsiteX3" fmla="*/ 5618 w 6343"/>
                  <a:gd name="connsiteY3" fmla="*/ 1006 h 6345"/>
                  <a:gd name="connsiteX4" fmla="*/ 3375 w 6343"/>
                  <a:gd name="connsiteY4" fmla="*/ 77 h 6345"/>
                  <a:gd name="connsiteX5" fmla="*/ 1132 w 6343"/>
                  <a:gd name="connsiteY5" fmla="*/ 1006 h 6345"/>
                  <a:gd name="connsiteX6" fmla="*/ 203 w 6343"/>
                  <a:gd name="connsiteY6" fmla="*/ 3250 h 6345"/>
                  <a:gd name="connsiteX7" fmla="*/ 1132 w 6343"/>
                  <a:gd name="connsiteY7" fmla="*/ 5493 h 6345"/>
                  <a:gd name="connsiteX8" fmla="*/ 3375 w 6343"/>
                  <a:gd name="connsiteY8" fmla="*/ 64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422"/>
                    </a:moveTo>
                    <a:cubicBezTo>
                      <a:pt x="4216" y="6422"/>
                      <a:pt x="5023" y="6088"/>
                      <a:pt x="5618" y="5493"/>
                    </a:cubicBezTo>
                    <a:cubicBezTo>
                      <a:pt x="6212" y="4898"/>
                      <a:pt x="6547" y="4091"/>
                      <a:pt x="6547" y="3250"/>
                    </a:cubicBezTo>
                    <a:cubicBezTo>
                      <a:pt x="6547" y="2408"/>
                      <a:pt x="6212" y="1601"/>
                      <a:pt x="5618" y="1006"/>
                    </a:cubicBezTo>
                    <a:cubicBezTo>
                      <a:pt x="5023" y="411"/>
                      <a:pt x="4216" y="77"/>
                      <a:pt x="3375" y="77"/>
                    </a:cubicBezTo>
                    <a:cubicBezTo>
                      <a:pt x="2534" y="77"/>
                      <a:pt x="1727" y="411"/>
                      <a:pt x="1132" y="1006"/>
                    </a:cubicBezTo>
                    <a:cubicBezTo>
                      <a:pt x="538" y="1601"/>
                      <a:pt x="203" y="2408"/>
                      <a:pt x="203" y="3250"/>
                    </a:cubicBezTo>
                    <a:cubicBezTo>
                      <a:pt x="203" y="4091"/>
                      <a:pt x="538" y="4898"/>
                      <a:pt x="1132" y="5493"/>
                    </a:cubicBezTo>
                    <a:cubicBezTo>
                      <a:pt x="1727" y="6088"/>
                      <a:pt x="2534" y="6422"/>
                      <a:pt x="3375" y="64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6" name="Freeform: Shape 1645">
                <a:extLst>
                  <a:ext uri="{FF2B5EF4-FFF2-40B4-BE49-F238E27FC236}">
                    <a16:creationId xmlns:a16="http://schemas.microsoft.com/office/drawing/2014/main" id="{79BE26B2-E6B7-887D-6020-4D2BE25D1EB2}"/>
                  </a:ext>
                </a:extLst>
              </p:cNvPr>
              <p:cNvSpPr/>
              <p:nvPr/>
            </p:nvSpPr>
            <p:spPr>
              <a:xfrm>
                <a:off x="3437148" y="4441575"/>
                <a:ext cx="6343" cy="6345"/>
              </a:xfrm>
              <a:custGeom>
                <a:avLst/>
                <a:gdLst>
                  <a:gd name="connsiteX0" fmla="*/ 3375 w 6343"/>
                  <a:gd name="connsiteY0" fmla="*/ 6421 h 6345"/>
                  <a:gd name="connsiteX1" fmla="*/ 5618 w 6343"/>
                  <a:gd name="connsiteY1" fmla="*/ 5492 h 6345"/>
                  <a:gd name="connsiteX2" fmla="*/ 6547 w 6343"/>
                  <a:gd name="connsiteY2" fmla="*/ 3249 h 6345"/>
                  <a:gd name="connsiteX3" fmla="*/ 5618 w 6343"/>
                  <a:gd name="connsiteY3" fmla="*/ 1005 h 6345"/>
                  <a:gd name="connsiteX4" fmla="*/ 3375 w 6343"/>
                  <a:gd name="connsiteY4" fmla="*/ 76 h 6345"/>
                  <a:gd name="connsiteX5" fmla="*/ 1133 w 6343"/>
                  <a:gd name="connsiteY5" fmla="*/ 1005 h 6345"/>
                  <a:gd name="connsiteX6" fmla="*/ 204 w 6343"/>
                  <a:gd name="connsiteY6" fmla="*/ 3249 h 6345"/>
                  <a:gd name="connsiteX7" fmla="*/ 1133 w 6343"/>
                  <a:gd name="connsiteY7" fmla="*/ 5492 h 6345"/>
                  <a:gd name="connsiteX8" fmla="*/ 3375 w 6343"/>
                  <a:gd name="connsiteY8" fmla="*/ 64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421"/>
                    </a:moveTo>
                    <a:cubicBezTo>
                      <a:pt x="4216" y="6421"/>
                      <a:pt x="5023" y="6087"/>
                      <a:pt x="5618" y="5492"/>
                    </a:cubicBezTo>
                    <a:cubicBezTo>
                      <a:pt x="6213" y="4897"/>
                      <a:pt x="6547" y="4090"/>
                      <a:pt x="6547" y="3249"/>
                    </a:cubicBezTo>
                    <a:cubicBezTo>
                      <a:pt x="6547" y="2407"/>
                      <a:pt x="6213" y="1600"/>
                      <a:pt x="5618" y="1005"/>
                    </a:cubicBezTo>
                    <a:cubicBezTo>
                      <a:pt x="5023" y="410"/>
                      <a:pt x="4216" y="76"/>
                      <a:pt x="3375" y="76"/>
                    </a:cubicBezTo>
                    <a:cubicBezTo>
                      <a:pt x="2534" y="76"/>
                      <a:pt x="1727" y="410"/>
                      <a:pt x="1133" y="1005"/>
                    </a:cubicBezTo>
                    <a:cubicBezTo>
                      <a:pt x="538" y="1600"/>
                      <a:pt x="204" y="2407"/>
                      <a:pt x="204" y="3249"/>
                    </a:cubicBezTo>
                    <a:cubicBezTo>
                      <a:pt x="204" y="4090"/>
                      <a:pt x="538" y="4897"/>
                      <a:pt x="1133" y="5492"/>
                    </a:cubicBezTo>
                    <a:cubicBezTo>
                      <a:pt x="1727" y="6087"/>
                      <a:pt x="2534" y="6421"/>
                      <a:pt x="3375" y="64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7" name="Freeform: Shape 1646">
                <a:extLst>
                  <a:ext uri="{FF2B5EF4-FFF2-40B4-BE49-F238E27FC236}">
                    <a16:creationId xmlns:a16="http://schemas.microsoft.com/office/drawing/2014/main" id="{A9525098-9F56-698B-63C5-6192BAEE03AD}"/>
                  </a:ext>
                </a:extLst>
              </p:cNvPr>
              <p:cNvSpPr/>
              <p:nvPr/>
            </p:nvSpPr>
            <p:spPr>
              <a:xfrm>
                <a:off x="3736610" y="5070244"/>
                <a:ext cx="6343" cy="6345"/>
              </a:xfrm>
              <a:custGeom>
                <a:avLst/>
                <a:gdLst>
                  <a:gd name="connsiteX0" fmla="*/ 3399 w 6343"/>
                  <a:gd name="connsiteY0" fmla="*/ 6471 h 6345"/>
                  <a:gd name="connsiteX1" fmla="*/ 5642 w 6343"/>
                  <a:gd name="connsiteY1" fmla="*/ 5542 h 6345"/>
                  <a:gd name="connsiteX2" fmla="*/ 6570 w 6343"/>
                  <a:gd name="connsiteY2" fmla="*/ 3298 h 6345"/>
                  <a:gd name="connsiteX3" fmla="*/ 5642 w 6343"/>
                  <a:gd name="connsiteY3" fmla="*/ 1055 h 6345"/>
                  <a:gd name="connsiteX4" fmla="*/ 3399 w 6343"/>
                  <a:gd name="connsiteY4" fmla="*/ 125 h 6345"/>
                  <a:gd name="connsiteX5" fmla="*/ 1156 w 6343"/>
                  <a:gd name="connsiteY5" fmla="*/ 1055 h 6345"/>
                  <a:gd name="connsiteX6" fmla="*/ 227 w 6343"/>
                  <a:gd name="connsiteY6" fmla="*/ 3298 h 6345"/>
                  <a:gd name="connsiteX7" fmla="*/ 1156 w 6343"/>
                  <a:gd name="connsiteY7" fmla="*/ 5542 h 6345"/>
                  <a:gd name="connsiteX8" fmla="*/ 3399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1"/>
                    </a:moveTo>
                    <a:cubicBezTo>
                      <a:pt x="4240" y="6471"/>
                      <a:pt x="5047" y="6136"/>
                      <a:pt x="5642" y="5542"/>
                    </a:cubicBezTo>
                    <a:cubicBezTo>
                      <a:pt x="6236" y="4947"/>
                      <a:pt x="6570" y="4139"/>
                      <a:pt x="6570" y="3298"/>
                    </a:cubicBezTo>
                    <a:cubicBezTo>
                      <a:pt x="6570" y="2457"/>
                      <a:pt x="6236" y="1650"/>
                      <a:pt x="5642" y="1055"/>
                    </a:cubicBezTo>
                    <a:cubicBezTo>
                      <a:pt x="5047" y="460"/>
                      <a:pt x="4240" y="125"/>
                      <a:pt x="3399" y="125"/>
                    </a:cubicBezTo>
                    <a:cubicBezTo>
                      <a:pt x="2558" y="125"/>
                      <a:pt x="1751" y="460"/>
                      <a:pt x="1156" y="1055"/>
                    </a:cubicBezTo>
                    <a:cubicBezTo>
                      <a:pt x="562" y="1650"/>
                      <a:pt x="227" y="2457"/>
                      <a:pt x="227" y="3298"/>
                    </a:cubicBezTo>
                    <a:cubicBezTo>
                      <a:pt x="227" y="4139"/>
                      <a:pt x="562" y="4947"/>
                      <a:pt x="1156" y="5542"/>
                    </a:cubicBezTo>
                    <a:cubicBezTo>
                      <a:pt x="1751" y="6136"/>
                      <a:pt x="2558" y="6471"/>
                      <a:pt x="3399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8" name="Freeform: Shape 1647">
                <a:extLst>
                  <a:ext uri="{FF2B5EF4-FFF2-40B4-BE49-F238E27FC236}">
                    <a16:creationId xmlns:a16="http://schemas.microsoft.com/office/drawing/2014/main" id="{06A5A71B-7AB6-8179-6F8D-06D884DDD699}"/>
                  </a:ext>
                </a:extLst>
              </p:cNvPr>
              <p:cNvSpPr/>
              <p:nvPr/>
            </p:nvSpPr>
            <p:spPr>
              <a:xfrm>
                <a:off x="3739543" y="5063623"/>
                <a:ext cx="6343" cy="6345"/>
              </a:xfrm>
              <a:custGeom>
                <a:avLst/>
                <a:gdLst>
                  <a:gd name="connsiteX0" fmla="*/ 3399 w 6343"/>
                  <a:gd name="connsiteY0" fmla="*/ 6470 h 6345"/>
                  <a:gd name="connsiteX1" fmla="*/ 5642 w 6343"/>
                  <a:gd name="connsiteY1" fmla="*/ 5541 h 6345"/>
                  <a:gd name="connsiteX2" fmla="*/ 6571 w 6343"/>
                  <a:gd name="connsiteY2" fmla="*/ 3298 h 6345"/>
                  <a:gd name="connsiteX3" fmla="*/ 5642 w 6343"/>
                  <a:gd name="connsiteY3" fmla="*/ 1054 h 6345"/>
                  <a:gd name="connsiteX4" fmla="*/ 3399 w 6343"/>
                  <a:gd name="connsiteY4" fmla="*/ 125 h 6345"/>
                  <a:gd name="connsiteX5" fmla="*/ 1157 w 6343"/>
                  <a:gd name="connsiteY5" fmla="*/ 1054 h 6345"/>
                  <a:gd name="connsiteX6" fmla="*/ 228 w 6343"/>
                  <a:gd name="connsiteY6" fmla="*/ 3298 h 6345"/>
                  <a:gd name="connsiteX7" fmla="*/ 1157 w 6343"/>
                  <a:gd name="connsiteY7" fmla="*/ 5541 h 6345"/>
                  <a:gd name="connsiteX8" fmla="*/ 339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0"/>
                    </a:moveTo>
                    <a:cubicBezTo>
                      <a:pt x="4240" y="6470"/>
                      <a:pt x="5047" y="6136"/>
                      <a:pt x="5642" y="5541"/>
                    </a:cubicBezTo>
                    <a:cubicBezTo>
                      <a:pt x="6237" y="4946"/>
                      <a:pt x="6571" y="4139"/>
                      <a:pt x="6571" y="3298"/>
                    </a:cubicBezTo>
                    <a:cubicBezTo>
                      <a:pt x="6571" y="2456"/>
                      <a:pt x="6237" y="1649"/>
                      <a:pt x="5642" y="1054"/>
                    </a:cubicBezTo>
                    <a:cubicBezTo>
                      <a:pt x="5047" y="459"/>
                      <a:pt x="4240" y="125"/>
                      <a:pt x="3399" y="125"/>
                    </a:cubicBezTo>
                    <a:cubicBezTo>
                      <a:pt x="2558" y="125"/>
                      <a:pt x="1751" y="459"/>
                      <a:pt x="1157" y="1054"/>
                    </a:cubicBezTo>
                    <a:cubicBezTo>
                      <a:pt x="562" y="1649"/>
                      <a:pt x="228" y="2456"/>
                      <a:pt x="228" y="3298"/>
                    </a:cubicBezTo>
                    <a:cubicBezTo>
                      <a:pt x="228" y="4139"/>
                      <a:pt x="562" y="4946"/>
                      <a:pt x="1157" y="5541"/>
                    </a:cubicBezTo>
                    <a:cubicBezTo>
                      <a:pt x="1751" y="6136"/>
                      <a:pt x="2558" y="6470"/>
                      <a:pt x="339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9" name="Freeform: Shape 1648">
                <a:extLst>
                  <a:ext uri="{FF2B5EF4-FFF2-40B4-BE49-F238E27FC236}">
                    <a16:creationId xmlns:a16="http://schemas.microsoft.com/office/drawing/2014/main" id="{17A352C8-AFEF-F308-5F9F-6042B88DE565}"/>
                  </a:ext>
                </a:extLst>
              </p:cNvPr>
              <p:cNvSpPr/>
              <p:nvPr/>
            </p:nvSpPr>
            <p:spPr>
              <a:xfrm>
                <a:off x="3743928" y="5064173"/>
                <a:ext cx="6343" cy="6345"/>
              </a:xfrm>
              <a:custGeom>
                <a:avLst/>
                <a:gdLst>
                  <a:gd name="connsiteX0" fmla="*/ 3400 w 6343"/>
                  <a:gd name="connsiteY0" fmla="*/ 6470 h 6345"/>
                  <a:gd name="connsiteX1" fmla="*/ 5642 w 6343"/>
                  <a:gd name="connsiteY1" fmla="*/ 5541 h 6345"/>
                  <a:gd name="connsiteX2" fmla="*/ 6571 w 6343"/>
                  <a:gd name="connsiteY2" fmla="*/ 3298 h 6345"/>
                  <a:gd name="connsiteX3" fmla="*/ 5642 w 6343"/>
                  <a:gd name="connsiteY3" fmla="*/ 1054 h 6345"/>
                  <a:gd name="connsiteX4" fmla="*/ 3400 w 6343"/>
                  <a:gd name="connsiteY4" fmla="*/ 125 h 6345"/>
                  <a:gd name="connsiteX5" fmla="*/ 1157 w 6343"/>
                  <a:gd name="connsiteY5" fmla="*/ 1054 h 6345"/>
                  <a:gd name="connsiteX6" fmla="*/ 228 w 6343"/>
                  <a:gd name="connsiteY6" fmla="*/ 3298 h 6345"/>
                  <a:gd name="connsiteX7" fmla="*/ 1157 w 6343"/>
                  <a:gd name="connsiteY7" fmla="*/ 5541 h 6345"/>
                  <a:gd name="connsiteX8" fmla="*/ 3400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0"/>
                    </a:moveTo>
                    <a:cubicBezTo>
                      <a:pt x="4241" y="6470"/>
                      <a:pt x="5047" y="6136"/>
                      <a:pt x="5642" y="5541"/>
                    </a:cubicBezTo>
                    <a:cubicBezTo>
                      <a:pt x="6237" y="4946"/>
                      <a:pt x="6571" y="4139"/>
                      <a:pt x="6571" y="3298"/>
                    </a:cubicBezTo>
                    <a:cubicBezTo>
                      <a:pt x="6571" y="2456"/>
                      <a:pt x="6237" y="1649"/>
                      <a:pt x="5642" y="1054"/>
                    </a:cubicBezTo>
                    <a:cubicBezTo>
                      <a:pt x="5047" y="459"/>
                      <a:pt x="4241" y="125"/>
                      <a:pt x="3400" y="125"/>
                    </a:cubicBezTo>
                    <a:cubicBezTo>
                      <a:pt x="2558" y="125"/>
                      <a:pt x="1752" y="459"/>
                      <a:pt x="1157" y="1054"/>
                    </a:cubicBezTo>
                    <a:cubicBezTo>
                      <a:pt x="562" y="1649"/>
                      <a:pt x="228" y="2456"/>
                      <a:pt x="228" y="3298"/>
                    </a:cubicBezTo>
                    <a:cubicBezTo>
                      <a:pt x="228" y="4139"/>
                      <a:pt x="562" y="4946"/>
                      <a:pt x="1157" y="5541"/>
                    </a:cubicBezTo>
                    <a:cubicBezTo>
                      <a:pt x="1752" y="6136"/>
                      <a:pt x="2558" y="6470"/>
                      <a:pt x="3400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0" name="Freeform: Shape 1649">
                <a:extLst>
                  <a:ext uri="{FF2B5EF4-FFF2-40B4-BE49-F238E27FC236}">
                    <a16:creationId xmlns:a16="http://schemas.microsoft.com/office/drawing/2014/main" id="{0D4986B5-9E7E-AEDA-BFD9-432D90812FD1}"/>
                  </a:ext>
                </a:extLst>
              </p:cNvPr>
              <p:cNvSpPr/>
              <p:nvPr/>
            </p:nvSpPr>
            <p:spPr>
              <a:xfrm>
                <a:off x="3748554" y="5066110"/>
                <a:ext cx="6343" cy="6345"/>
              </a:xfrm>
              <a:custGeom>
                <a:avLst/>
                <a:gdLst>
                  <a:gd name="connsiteX0" fmla="*/ 3400 w 6343"/>
                  <a:gd name="connsiteY0" fmla="*/ 6470 h 6345"/>
                  <a:gd name="connsiteX1" fmla="*/ 5642 w 6343"/>
                  <a:gd name="connsiteY1" fmla="*/ 5541 h 6345"/>
                  <a:gd name="connsiteX2" fmla="*/ 6571 w 6343"/>
                  <a:gd name="connsiteY2" fmla="*/ 3298 h 6345"/>
                  <a:gd name="connsiteX3" fmla="*/ 5642 w 6343"/>
                  <a:gd name="connsiteY3" fmla="*/ 1054 h 6345"/>
                  <a:gd name="connsiteX4" fmla="*/ 3400 w 6343"/>
                  <a:gd name="connsiteY4" fmla="*/ 125 h 6345"/>
                  <a:gd name="connsiteX5" fmla="*/ 1157 w 6343"/>
                  <a:gd name="connsiteY5" fmla="*/ 1054 h 6345"/>
                  <a:gd name="connsiteX6" fmla="*/ 228 w 6343"/>
                  <a:gd name="connsiteY6" fmla="*/ 3298 h 6345"/>
                  <a:gd name="connsiteX7" fmla="*/ 1157 w 6343"/>
                  <a:gd name="connsiteY7" fmla="*/ 5541 h 6345"/>
                  <a:gd name="connsiteX8" fmla="*/ 3400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0"/>
                    </a:moveTo>
                    <a:cubicBezTo>
                      <a:pt x="4241" y="6470"/>
                      <a:pt x="5048" y="6136"/>
                      <a:pt x="5642" y="5541"/>
                    </a:cubicBezTo>
                    <a:cubicBezTo>
                      <a:pt x="6237" y="4946"/>
                      <a:pt x="6571" y="4139"/>
                      <a:pt x="6571" y="3298"/>
                    </a:cubicBezTo>
                    <a:cubicBezTo>
                      <a:pt x="6571" y="2456"/>
                      <a:pt x="6237" y="1649"/>
                      <a:pt x="5642" y="1054"/>
                    </a:cubicBezTo>
                    <a:cubicBezTo>
                      <a:pt x="5048" y="459"/>
                      <a:pt x="4241" y="125"/>
                      <a:pt x="3400" y="125"/>
                    </a:cubicBezTo>
                    <a:cubicBezTo>
                      <a:pt x="2559" y="125"/>
                      <a:pt x="1752" y="459"/>
                      <a:pt x="1157" y="1054"/>
                    </a:cubicBezTo>
                    <a:cubicBezTo>
                      <a:pt x="562" y="1649"/>
                      <a:pt x="228" y="2456"/>
                      <a:pt x="228" y="3298"/>
                    </a:cubicBezTo>
                    <a:cubicBezTo>
                      <a:pt x="228" y="4139"/>
                      <a:pt x="562" y="4946"/>
                      <a:pt x="1157" y="5541"/>
                    </a:cubicBezTo>
                    <a:cubicBezTo>
                      <a:pt x="1752" y="6136"/>
                      <a:pt x="2559" y="6470"/>
                      <a:pt x="3400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1" name="Freeform: Shape 1650">
                <a:extLst>
                  <a:ext uri="{FF2B5EF4-FFF2-40B4-BE49-F238E27FC236}">
                    <a16:creationId xmlns:a16="http://schemas.microsoft.com/office/drawing/2014/main" id="{C06913FD-539B-C27A-F6EB-356FAC2548F2}"/>
                  </a:ext>
                </a:extLst>
              </p:cNvPr>
              <p:cNvSpPr/>
              <p:nvPr/>
            </p:nvSpPr>
            <p:spPr>
              <a:xfrm>
                <a:off x="3753151" y="5068079"/>
                <a:ext cx="6343" cy="6345"/>
              </a:xfrm>
              <a:custGeom>
                <a:avLst/>
                <a:gdLst>
                  <a:gd name="connsiteX0" fmla="*/ 3400 w 6343"/>
                  <a:gd name="connsiteY0" fmla="*/ 6471 h 6345"/>
                  <a:gd name="connsiteX1" fmla="*/ 5643 w 6343"/>
                  <a:gd name="connsiteY1" fmla="*/ 5541 h 6345"/>
                  <a:gd name="connsiteX2" fmla="*/ 6572 w 6343"/>
                  <a:gd name="connsiteY2" fmla="*/ 3298 h 6345"/>
                  <a:gd name="connsiteX3" fmla="*/ 5643 w 6343"/>
                  <a:gd name="connsiteY3" fmla="*/ 1054 h 6345"/>
                  <a:gd name="connsiteX4" fmla="*/ 3400 w 6343"/>
                  <a:gd name="connsiteY4" fmla="*/ 125 h 6345"/>
                  <a:gd name="connsiteX5" fmla="*/ 1158 w 6343"/>
                  <a:gd name="connsiteY5" fmla="*/ 1054 h 6345"/>
                  <a:gd name="connsiteX6" fmla="*/ 229 w 6343"/>
                  <a:gd name="connsiteY6" fmla="*/ 3298 h 6345"/>
                  <a:gd name="connsiteX7" fmla="*/ 1158 w 6343"/>
                  <a:gd name="connsiteY7" fmla="*/ 5541 h 6345"/>
                  <a:gd name="connsiteX8" fmla="*/ 3400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1"/>
                    </a:moveTo>
                    <a:cubicBezTo>
                      <a:pt x="4241" y="6471"/>
                      <a:pt x="5048" y="6136"/>
                      <a:pt x="5643" y="5541"/>
                    </a:cubicBezTo>
                    <a:cubicBezTo>
                      <a:pt x="6238" y="4946"/>
                      <a:pt x="6572" y="4139"/>
                      <a:pt x="6572" y="3298"/>
                    </a:cubicBezTo>
                    <a:cubicBezTo>
                      <a:pt x="6572" y="2456"/>
                      <a:pt x="6238" y="1649"/>
                      <a:pt x="5643" y="1054"/>
                    </a:cubicBezTo>
                    <a:cubicBezTo>
                      <a:pt x="5048" y="459"/>
                      <a:pt x="4241" y="125"/>
                      <a:pt x="3400" y="125"/>
                    </a:cubicBezTo>
                    <a:cubicBezTo>
                      <a:pt x="2559" y="125"/>
                      <a:pt x="1752" y="459"/>
                      <a:pt x="1158" y="1054"/>
                    </a:cubicBezTo>
                    <a:cubicBezTo>
                      <a:pt x="563" y="1649"/>
                      <a:pt x="229" y="2456"/>
                      <a:pt x="229" y="3298"/>
                    </a:cubicBezTo>
                    <a:cubicBezTo>
                      <a:pt x="229" y="4139"/>
                      <a:pt x="563" y="4946"/>
                      <a:pt x="1158" y="5541"/>
                    </a:cubicBezTo>
                    <a:cubicBezTo>
                      <a:pt x="1752" y="6136"/>
                      <a:pt x="2559" y="6471"/>
                      <a:pt x="3400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2" name="Freeform: Shape 1651">
                <a:extLst>
                  <a:ext uri="{FF2B5EF4-FFF2-40B4-BE49-F238E27FC236}">
                    <a16:creationId xmlns:a16="http://schemas.microsoft.com/office/drawing/2014/main" id="{039AC3B1-6985-1FB5-8E6B-F8101C0B159A}"/>
                  </a:ext>
                </a:extLst>
              </p:cNvPr>
              <p:cNvSpPr/>
              <p:nvPr/>
            </p:nvSpPr>
            <p:spPr>
              <a:xfrm>
                <a:off x="3757524" y="5068952"/>
                <a:ext cx="6343" cy="6345"/>
              </a:xfrm>
              <a:custGeom>
                <a:avLst/>
                <a:gdLst>
                  <a:gd name="connsiteX0" fmla="*/ 3401 w 6343"/>
                  <a:gd name="connsiteY0" fmla="*/ 6471 h 6345"/>
                  <a:gd name="connsiteX1" fmla="*/ 5643 w 6343"/>
                  <a:gd name="connsiteY1" fmla="*/ 5541 h 6345"/>
                  <a:gd name="connsiteX2" fmla="*/ 6572 w 6343"/>
                  <a:gd name="connsiteY2" fmla="*/ 3298 h 6345"/>
                  <a:gd name="connsiteX3" fmla="*/ 5643 w 6343"/>
                  <a:gd name="connsiteY3" fmla="*/ 1055 h 6345"/>
                  <a:gd name="connsiteX4" fmla="*/ 3401 w 6343"/>
                  <a:gd name="connsiteY4" fmla="*/ 125 h 6345"/>
                  <a:gd name="connsiteX5" fmla="*/ 1158 w 6343"/>
                  <a:gd name="connsiteY5" fmla="*/ 1055 h 6345"/>
                  <a:gd name="connsiteX6" fmla="*/ 229 w 6343"/>
                  <a:gd name="connsiteY6" fmla="*/ 3298 h 6345"/>
                  <a:gd name="connsiteX7" fmla="*/ 1158 w 6343"/>
                  <a:gd name="connsiteY7" fmla="*/ 5541 h 6345"/>
                  <a:gd name="connsiteX8" fmla="*/ 3401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1"/>
                    </a:moveTo>
                    <a:cubicBezTo>
                      <a:pt x="4242" y="6471"/>
                      <a:pt x="5048" y="6136"/>
                      <a:pt x="5643" y="5541"/>
                    </a:cubicBezTo>
                    <a:cubicBezTo>
                      <a:pt x="6238" y="4946"/>
                      <a:pt x="6572" y="4139"/>
                      <a:pt x="6572" y="3298"/>
                    </a:cubicBezTo>
                    <a:cubicBezTo>
                      <a:pt x="6572" y="2457"/>
                      <a:pt x="6238" y="1649"/>
                      <a:pt x="5643" y="1055"/>
                    </a:cubicBezTo>
                    <a:cubicBezTo>
                      <a:pt x="5048" y="460"/>
                      <a:pt x="4242" y="125"/>
                      <a:pt x="3401" y="125"/>
                    </a:cubicBezTo>
                    <a:cubicBezTo>
                      <a:pt x="2559" y="125"/>
                      <a:pt x="1753" y="460"/>
                      <a:pt x="1158" y="1055"/>
                    </a:cubicBezTo>
                    <a:cubicBezTo>
                      <a:pt x="563" y="1649"/>
                      <a:pt x="229" y="2457"/>
                      <a:pt x="229" y="3298"/>
                    </a:cubicBezTo>
                    <a:cubicBezTo>
                      <a:pt x="229" y="4139"/>
                      <a:pt x="563" y="4946"/>
                      <a:pt x="1158" y="5541"/>
                    </a:cubicBezTo>
                    <a:cubicBezTo>
                      <a:pt x="1753" y="6136"/>
                      <a:pt x="2559" y="6471"/>
                      <a:pt x="3401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3" name="Freeform: Shape 1652">
                <a:extLst>
                  <a:ext uri="{FF2B5EF4-FFF2-40B4-BE49-F238E27FC236}">
                    <a16:creationId xmlns:a16="http://schemas.microsoft.com/office/drawing/2014/main" id="{96E7A3A3-DE99-9913-E281-F55088B7D5D4}"/>
                  </a:ext>
                </a:extLst>
              </p:cNvPr>
              <p:cNvSpPr/>
              <p:nvPr/>
            </p:nvSpPr>
            <p:spPr>
              <a:xfrm>
                <a:off x="3761725" y="5068913"/>
                <a:ext cx="6343" cy="6345"/>
              </a:xfrm>
              <a:custGeom>
                <a:avLst/>
                <a:gdLst>
                  <a:gd name="connsiteX0" fmla="*/ 3401 w 6343"/>
                  <a:gd name="connsiteY0" fmla="*/ 6471 h 6345"/>
                  <a:gd name="connsiteX1" fmla="*/ 5644 w 6343"/>
                  <a:gd name="connsiteY1" fmla="*/ 5541 h 6345"/>
                  <a:gd name="connsiteX2" fmla="*/ 6572 w 6343"/>
                  <a:gd name="connsiteY2" fmla="*/ 3298 h 6345"/>
                  <a:gd name="connsiteX3" fmla="*/ 5644 w 6343"/>
                  <a:gd name="connsiteY3" fmla="*/ 1055 h 6345"/>
                  <a:gd name="connsiteX4" fmla="*/ 3401 w 6343"/>
                  <a:gd name="connsiteY4" fmla="*/ 125 h 6345"/>
                  <a:gd name="connsiteX5" fmla="*/ 1158 w 6343"/>
                  <a:gd name="connsiteY5" fmla="*/ 1055 h 6345"/>
                  <a:gd name="connsiteX6" fmla="*/ 229 w 6343"/>
                  <a:gd name="connsiteY6" fmla="*/ 3298 h 6345"/>
                  <a:gd name="connsiteX7" fmla="*/ 1158 w 6343"/>
                  <a:gd name="connsiteY7" fmla="*/ 5541 h 6345"/>
                  <a:gd name="connsiteX8" fmla="*/ 3401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1"/>
                    </a:moveTo>
                    <a:cubicBezTo>
                      <a:pt x="4242" y="6471"/>
                      <a:pt x="5049" y="6136"/>
                      <a:pt x="5644" y="5541"/>
                    </a:cubicBezTo>
                    <a:cubicBezTo>
                      <a:pt x="6238" y="4946"/>
                      <a:pt x="6572" y="4139"/>
                      <a:pt x="6572" y="3298"/>
                    </a:cubicBezTo>
                    <a:cubicBezTo>
                      <a:pt x="6572" y="2457"/>
                      <a:pt x="6238" y="1649"/>
                      <a:pt x="5644" y="1055"/>
                    </a:cubicBezTo>
                    <a:cubicBezTo>
                      <a:pt x="5049" y="460"/>
                      <a:pt x="4242" y="125"/>
                      <a:pt x="3401" y="125"/>
                    </a:cubicBezTo>
                    <a:cubicBezTo>
                      <a:pt x="2560" y="125"/>
                      <a:pt x="1753" y="460"/>
                      <a:pt x="1158" y="1055"/>
                    </a:cubicBezTo>
                    <a:cubicBezTo>
                      <a:pt x="564" y="1649"/>
                      <a:pt x="229" y="2457"/>
                      <a:pt x="229" y="3298"/>
                    </a:cubicBezTo>
                    <a:cubicBezTo>
                      <a:pt x="229" y="4139"/>
                      <a:pt x="564" y="4946"/>
                      <a:pt x="1158" y="5541"/>
                    </a:cubicBezTo>
                    <a:cubicBezTo>
                      <a:pt x="1753" y="6136"/>
                      <a:pt x="2560" y="6471"/>
                      <a:pt x="3401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4" name="Freeform: Shape 1653">
                <a:extLst>
                  <a:ext uri="{FF2B5EF4-FFF2-40B4-BE49-F238E27FC236}">
                    <a16:creationId xmlns:a16="http://schemas.microsoft.com/office/drawing/2014/main" id="{3BEECA57-4C19-5B5C-EA71-4D6A4E364B3C}"/>
                  </a:ext>
                </a:extLst>
              </p:cNvPr>
              <p:cNvSpPr/>
              <p:nvPr/>
            </p:nvSpPr>
            <p:spPr>
              <a:xfrm>
                <a:off x="3766927" y="5075158"/>
                <a:ext cx="6343" cy="6345"/>
              </a:xfrm>
              <a:custGeom>
                <a:avLst/>
                <a:gdLst>
                  <a:gd name="connsiteX0" fmla="*/ 3401 w 6343"/>
                  <a:gd name="connsiteY0" fmla="*/ 6471 h 6345"/>
                  <a:gd name="connsiteX1" fmla="*/ 5644 w 6343"/>
                  <a:gd name="connsiteY1" fmla="*/ 5542 h 6345"/>
                  <a:gd name="connsiteX2" fmla="*/ 6573 w 6343"/>
                  <a:gd name="connsiteY2" fmla="*/ 3298 h 6345"/>
                  <a:gd name="connsiteX3" fmla="*/ 5644 w 6343"/>
                  <a:gd name="connsiteY3" fmla="*/ 1055 h 6345"/>
                  <a:gd name="connsiteX4" fmla="*/ 3401 w 6343"/>
                  <a:gd name="connsiteY4" fmla="*/ 126 h 6345"/>
                  <a:gd name="connsiteX5" fmla="*/ 1159 w 6343"/>
                  <a:gd name="connsiteY5" fmla="*/ 1055 h 6345"/>
                  <a:gd name="connsiteX6" fmla="*/ 230 w 6343"/>
                  <a:gd name="connsiteY6" fmla="*/ 3298 h 6345"/>
                  <a:gd name="connsiteX7" fmla="*/ 1159 w 6343"/>
                  <a:gd name="connsiteY7" fmla="*/ 5542 h 6345"/>
                  <a:gd name="connsiteX8" fmla="*/ 3401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1"/>
                    </a:moveTo>
                    <a:cubicBezTo>
                      <a:pt x="4242" y="6471"/>
                      <a:pt x="5049" y="6137"/>
                      <a:pt x="5644" y="5542"/>
                    </a:cubicBezTo>
                    <a:cubicBezTo>
                      <a:pt x="6239" y="4947"/>
                      <a:pt x="6573" y="4140"/>
                      <a:pt x="6573" y="3298"/>
                    </a:cubicBezTo>
                    <a:cubicBezTo>
                      <a:pt x="6573" y="2457"/>
                      <a:pt x="6239" y="1650"/>
                      <a:pt x="5644" y="1055"/>
                    </a:cubicBezTo>
                    <a:cubicBezTo>
                      <a:pt x="5049" y="460"/>
                      <a:pt x="4242" y="126"/>
                      <a:pt x="3401" y="126"/>
                    </a:cubicBezTo>
                    <a:cubicBezTo>
                      <a:pt x="2560" y="126"/>
                      <a:pt x="1753" y="460"/>
                      <a:pt x="1159" y="1055"/>
                    </a:cubicBezTo>
                    <a:cubicBezTo>
                      <a:pt x="564" y="1650"/>
                      <a:pt x="230" y="2457"/>
                      <a:pt x="230" y="3298"/>
                    </a:cubicBezTo>
                    <a:cubicBezTo>
                      <a:pt x="230" y="4140"/>
                      <a:pt x="564" y="4947"/>
                      <a:pt x="1159" y="5542"/>
                    </a:cubicBezTo>
                    <a:cubicBezTo>
                      <a:pt x="1753" y="6137"/>
                      <a:pt x="2560" y="6471"/>
                      <a:pt x="3401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5" name="Freeform: Shape 1654">
                <a:extLst>
                  <a:ext uri="{FF2B5EF4-FFF2-40B4-BE49-F238E27FC236}">
                    <a16:creationId xmlns:a16="http://schemas.microsoft.com/office/drawing/2014/main" id="{4E03C88B-ECAA-A0CF-B636-2B68E3ACE5D4}"/>
                  </a:ext>
                </a:extLst>
              </p:cNvPr>
              <p:cNvSpPr/>
              <p:nvPr/>
            </p:nvSpPr>
            <p:spPr>
              <a:xfrm>
                <a:off x="3734017" y="4835053"/>
                <a:ext cx="6343" cy="6345"/>
              </a:xfrm>
              <a:custGeom>
                <a:avLst/>
                <a:gdLst>
                  <a:gd name="connsiteX0" fmla="*/ 3399 w 6343"/>
                  <a:gd name="connsiteY0" fmla="*/ 6452 h 6345"/>
                  <a:gd name="connsiteX1" fmla="*/ 5641 w 6343"/>
                  <a:gd name="connsiteY1" fmla="*/ 5523 h 6345"/>
                  <a:gd name="connsiteX2" fmla="*/ 6570 w 6343"/>
                  <a:gd name="connsiteY2" fmla="*/ 3280 h 6345"/>
                  <a:gd name="connsiteX3" fmla="*/ 5641 w 6343"/>
                  <a:gd name="connsiteY3" fmla="*/ 1036 h 6345"/>
                  <a:gd name="connsiteX4" fmla="*/ 3399 w 6343"/>
                  <a:gd name="connsiteY4" fmla="*/ 107 h 6345"/>
                  <a:gd name="connsiteX5" fmla="*/ 1156 w 6343"/>
                  <a:gd name="connsiteY5" fmla="*/ 1036 h 6345"/>
                  <a:gd name="connsiteX6" fmla="*/ 227 w 6343"/>
                  <a:gd name="connsiteY6" fmla="*/ 3280 h 6345"/>
                  <a:gd name="connsiteX7" fmla="*/ 1156 w 6343"/>
                  <a:gd name="connsiteY7" fmla="*/ 5523 h 6345"/>
                  <a:gd name="connsiteX8" fmla="*/ 3399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52"/>
                    </a:moveTo>
                    <a:cubicBezTo>
                      <a:pt x="4240" y="6452"/>
                      <a:pt x="5047" y="6118"/>
                      <a:pt x="5641" y="5523"/>
                    </a:cubicBezTo>
                    <a:cubicBezTo>
                      <a:pt x="6236" y="4928"/>
                      <a:pt x="6570" y="4121"/>
                      <a:pt x="6570" y="3280"/>
                    </a:cubicBezTo>
                    <a:cubicBezTo>
                      <a:pt x="6570" y="2438"/>
                      <a:pt x="6236" y="1631"/>
                      <a:pt x="5641" y="1036"/>
                    </a:cubicBezTo>
                    <a:cubicBezTo>
                      <a:pt x="5047" y="441"/>
                      <a:pt x="4240" y="107"/>
                      <a:pt x="3399" y="107"/>
                    </a:cubicBezTo>
                    <a:cubicBezTo>
                      <a:pt x="2558" y="107"/>
                      <a:pt x="1751" y="441"/>
                      <a:pt x="1156" y="1036"/>
                    </a:cubicBezTo>
                    <a:cubicBezTo>
                      <a:pt x="561" y="1631"/>
                      <a:pt x="227" y="2438"/>
                      <a:pt x="227" y="3280"/>
                    </a:cubicBezTo>
                    <a:cubicBezTo>
                      <a:pt x="227" y="4121"/>
                      <a:pt x="561" y="4928"/>
                      <a:pt x="1156" y="5523"/>
                    </a:cubicBezTo>
                    <a:cubicBezTo>
                      <a:pt x="1751" y="6118"/>
                      <a:pt x="2558" y="6452"/>
                      <a:pt x="3399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6" name="Freeform: Shape 1655">
                <a:extLst>
                  <a:ext uri="{FF2B5EF4-FFF2-40B4-BE49-F238E27FC236}">
                    <a16:creationId xmlns:a16="http://schemas.microsoft.com/office/drawing/2014/main" id="{8FAAC2D5-7DD3-2F8C-6A50-6FBDD4A67871}"/>
                  </a:ext>
                </a:extLst>
              </p:cNvPr>
              <p:cNvSpPr/>
              <p:nvPr/>
            </p:nvSpPr>
            <p:spPr>
              <a:xfrm>
                <a:off x="3711937" y="4647792"/>
                <a:ext cx="6343" cy="6345"/>
              </a:xfrm>
              <a:custGeom>
                <a:avLst/>
                <a:gdLst>
                  <a:gd name="connsiteX0" fmla="*/ 3397 w 6343"/>
                  <a:gd name="connsiteY0" fmla="*/ 6437 h 6345"/>
                  <a:gd name="connsiteX1" fmla="*/ 5640 w 6343"/>
                  <a:gd name="connsiteY1" fmla="*/ 5508 h 6345"/>
                  <a:gd name="connsiteX2" fmla="*/ 6569 w 6343"/>
                  <a:gd name="connsiteY2" fmla="*/ 3265 h 6345"/>
                  <a:gd name="connsiteX3" fmla="*/ 5640 w 6343"/>
                  <a:gd name="connsiteY3" fmla="*/ 1021 h 6345"/>
                  <a:gd name="connsiteX4" fmla="*/ 3397 w 6343"/>
                  <a:gd name="connsiteY4" fmla="*/ 92 h 6345"/>
                  <a:gd name="connsiteX5" fmla="*/ 1154 w 6343"/>
                  <a:gd name="connsiteY5" fmla="*/ 1021 h 6345"/>
                  <a:gd name="connsiteX6" fmla="*/ 225 w 6343"/>
                  <a:gd name="connsiteY6" fmla="*/ 3265 h 6345"/>
                  <a:gd name="connsiteX7" fmla="*/ 1154 w 6343"/>
                  <a:gd name="connsiteY7" fmla="*/ 5508 h 6345"/>
                  <a:gd name="connsiteX8" fmla="*/ 3397 w 6343"/>
                  <a:gd name="connsiteY8" fmla="*/ 64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37"/>
                    </a:moveTo>
                    <a:cubicBezTo>
                      <a:pt x="4238" y="6437"/>
                      <a:pt x="5045" y="6103"/>
                      <a:pt x="5640" y="5508"/>
                    </a:cubicBezTo>
                    <a:cubicBezTo>
                      <a:pt x="6234" y="4913"/>
                      <a:pt x="6569" y="4106"/>
                      <a:pt x="6569" y="3265"/>
                    </a:cubicBezTo>
                    <a:cubicBezTo>
                      <a:pt x="6569" y="2423"/>
                      <a:pt x="6234" y="1616"/>
                      <a:pt x="5640" y="1021"/>
                    </a:cubicBezTo>
                    <a:cubicBezTo>
                      <a:pt x="5045" y="426"/>
                      <a:pt x="4238" y="92"/>
                      <a:pt x="3397" y="92"/>
                    </a:cubicBezTo>
                    <a:cubicBezTo>
                      <a:pt x="2556" y="92"/>
                      <a:pt x="1749" y="426"/>
                      <a:pt x="1154" y="1021"/>
                    </a:cubicBezTo>
                    <a:cubicBezTo>
                      <a:pt x="560" y="1616"/>
                      <a:pt x="225" y="2423"/>
                      <a:pt x="225" y="3265"/>
                    </a:cubicBezTo>
                    <a:cubicBezTo>
                      <a:pt x="225" y="4106"/>
                      <a:pt x="560" y="4913"/>
                      <a:pt x="1154" y="5508"/>
                    </a:cubicBezTo>
                    <a:cubicBezTo>
                      <a:pt x="1749" y="6103"/>
                      <a:pt x="2556" y="6437"/>
                      <a:pt x="3397" y="64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7" name="Freeform: Shape 1656">
                <a:extLst>
                  <a:ext uri="{FF2B5EF4-FFF2-40B4-BE49-F238E27FC236}">
                    <a16:creationId xmlns:a16="http://schemas.microsoft.com/office/drawing/2014/main" id="{24312C0E-EA59-9008-F66A-181CD9BA465E}"/>
                  </a:ext>
                </a:extLst>
              </p:cNvPr>
              <p:cNvSpPr/>
              <p:nvPr/>
            </p:nvSpPr>
            <p:spPr>
              <a:xfrm>
                <a:off x="3718633" y="4646965"/>
                <a:ext cx="6343" cy="6345"/>
              </a:xfrm>
              <a:custGeom>
                <a:avLst/>
                <a:gdLst>
                  <a:gd name="connsiteX0" fmla="*/ 3398 w 6343"/>
                  <a:gd name="connsiteY0" fmla="*/ 6437 h 6345"/>
                  <a:gd name="connsiteX1" fmla="*/ 5640 w 6343"/>
                  <a:gd name="connsiteY1" fmla="*/ 5508 h 6345"/>
                  <a:gd name="connsiteX2" fmla="*/ 6569 w 6343"/>
                  <a:gd name="connsiteY2" fmla="*/ 3265 h 6345"/>
                  <a:gd name="connsiteX3" fmla="*/ 5640 w 6343"/>
                  <a:gd name="connsiteY3" fmla="*/ 1021 h 6345"/>
                  <a:gd name="connsiteX4" fmla="*/ 3398 w 6343"/>
                  <a:gd name="connsiteY4" fmla="*/ 92 h 6345"/>
                  <a:gd name="connsiteX5" fmla="*/ 1155 w 6343"/>
                  <a:gd name="connsiteY5" fmla="*/ 1021 h 6345"/>
                  <a:gd name="connsiteX6" fmla="*/ 226 w 6343"/>
                  <a:gd name="connsiteY6" fmla="*/ 3265 h 6345"/>
                  <a:gd name="connsiteX7" fmla="*/ 1155 w 6343"/>
                  <a:gd name="connsiteY7" fmla="*/ 5508 h 6345"/>
                  <a:gd name="connsiteX8" fmla="*/ 3398 w 6343"/>
                  <a:gd name="connsiteY8" fmla="*/ 64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37"/>
                    </a:moveTo>
                    <a:cubicBezTo>
                      <a:pt x="4239" y="6437"/>
                      <a:pt x="5045" y="6103"/>
                      <a:pt x="5640" y="5508"/>
                    </a:cubicBezTo>
                    <a:cubicBezTo>
                      <a:pt x="6235" y="4913"/>
                      <a:pt x="6569" y="4106"/>
                      <a:pt x="6569" y="3265"/>
                    </a:cubicBezTo>
                    <a:cubicBezTo>
                      <a:pt x="6569" y="2423"/>
                      <a:pt x="6235" y="1616"/>
                      <a:pt x="5640" y="1021"/>
                    </a:cubicBezTo>
                    <a:cubicBezTo>
                      <a:pt x="5045" y="426"/>
                      <a:pt x="4239" y="92"/>
                      <a:pt x="3398" y="92"/>
                    </a:cubicBezTo>
                    <a:cubicBezTo>
                      <a:pt x="2556" y="92"/>
                      <a:pt x="1750" y="426"/>
                      <a:pt x="1155" y="1021"/>
                    </a:cubicBezTo>
                    <a:cubicBezTo>
                      <a:pt x="560" y="1616"/>
                      <a:pt x="226" y="2423"/>
                      <a:pt x="226" y="3265"/>
                    </a:cubicBezTo>
                    <a:cubicBezTo>
                      <a:pt x="226" y="4106"/>
                      <a:pt x="560" y="4913"/>
                      <a:pt x="1155" y="5508"/>
                    </a:cubicBezTo>
                    <a:cubicBezTo>
                      <a:pt x="1750" y="6103"/>
                      <a:pt x="2556" y="6437"/>
                      <a:pt x="3398" y="64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8" name="Freeform: Shape 1657">
                <a:extLst>
                  <a:ext uri="{FF2B5EF4-FFF2-40B4-BE49-F238E27FC236}">
                    <a16:creationId xmlns:a16="http://schemas.microsoft.com/office/drawing/2014/main" id="{CB136279-7B67-9455-6CF0-3375208ED946}"/>
                  </a:ext>
                </a:extLst>
              </p:cNvPr>
              <p:cNvSpPr/>
              <p:nvPr/>
            </p:nvSpPr>
            <p:spPr>
              <a:xfrm>
                <a:off x="3725332" y="4646179"/>
                <a:ext cx="6343" cy="6345"/>
              </a:xfrm>
              <a:custGeom>
                <a:avLst/>
                <a:gdLst>
                  <a:gd name="connsiteX0" fmla="*/ 3398 w 6343"/>
                  <a:gd name="connsiteY0" fmla="*/ 6437 h 6345"/>
                  <a:gd name="connsiteX1" fmla="*/ 5641 w 6343"/>
                  <a:gd name="connsiteY1" fmla="*/ 5508 h 6345"/>
                  <a:gd name="connsiteX2" fmla="*/ 6570 w 6343"/>
                  <a:gd name="connsiteY2" fmla="*/ 3265 h 6345"/>
                  <a:gd name="connsiteX3" fmla="*/ 5641 w 6343"/>
                  <a:gd name="connsiteY3" fmla="*/ 1021 h 6345"/>
                  <a:gd name="connsiteX4" fmla="*/ 3398 w 6343"/>
                  <a:gd name="connsiteY4" fmla="*/ 92 h 6345"/>
                  <a:gd name="connsiteX5" fmla="*/ 1155 w 6343"/>
                  <a:gd name="connsiteY5" fmla="*/ 1021 h 6345"/>
                  <a:gd name="connsiteX6" fmla="*/ 226 w 6343"/>
                  <a:gd name="connsiteY6" fmla="*/ 3265 h 6345"/>
                  <a:gd name="connsiteX7" fmla="*/ 1155 w 6343"/>
                  <a:gd name="connsiteY7" fmla="*/ 5508 h 6345"/>
                  <a:gd name="connsiteX8" fmla="*/ 3398 w 6343"/>
                  <a:gd name="connsiteY8" fmla="*/ 64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37"/>
                    </a:moveTo>
                    <a:cubicBezTo>
                      <a:pt x="4239" y="6437"/>
                      <a:pt x="5046" y="6103"/>
                      <a:pt x="5641" y="5508"/>
                    </a:cubicBezTo>
                    <a:cubicBezTo>
                      <a:pt x="6235" y="4913"/>
                      <a:pt x="6570" y="4106"/>
                      <a:pt x="6570" y="3265"/>
                    </a:cubicBezTo>
                    <a:cubicBezTo>
                      <a:pt x="6570" y="2423"/>
                      <a:pt x="6235" y="1616"/>
                      <a:pt x="5641" y="1021"/>
                    </a:cubicBezTo>
                    <a:cubicBezTo>
                      <a:pt x="5046" y="426"/>
                      <a:pt x="4239" y="92"/>
                      <a:pt x="3398" y="92"/>
                    </a:cubicBezTo>
                    <a:cubicBezTo>
                      <a:pt x="2557" y="92"/>
                      <a:pt x="1750" y="426"/>
                      <a:pt x="1155" y="1021"/>
                    </a:cubicBezTo>
                    <a:cubicBezTo>
                      <a:pt x="561" y="1616"/>
                      <a:pt x="226" y="2423"/>
                      <a:pt x="226" y="3265"/>
                    </a:cubicBezTo>
                    <a:cubicBezTo>
                      <a:pt x="226" y="4106"/>
                      <a:pt x="561" y="4913"/>
                      <a:pt x="1155" y="5508"/>
                    </a:cubicBezTo>
                    <a:cubicBezTo>
                      <a:pt x="1750" y="6103"/>
                      <a:pt x="2557" y="6437"/>
                      <a:pt x="3398" y="64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9" name="Freeform: Shape 1658">
                <a:extLst>
                  <a:ext uri="{FF2B5EF4-FFF2-40B4-BE49-F238E27FC236}">
                    <a16:creationId xmlns:a16="http://schemas.microsoft.com/office/drawing/2014/main" id="{5E3209DA-15CC-0725-86ED-7997E9AC6B02}"/>
                  </a:ext>
                </a:extLst>
              </p:cNvPr>
              <p:cNvSpPr/>
              <p:nvPr/>
            </p:nvSpPr>
            <p:spPr>
              <a:xfrm>
                <a:off x="3771410" y="4817359"/>
                <a:ext cx="6343" cy="6345"/>
              </a:xfrm>
              <a:custGeom>
                <a:avLst/>
                <a:gdLst>
                  <a:gd name="connsiteX0" fmla="*/ 3402 w 6343"/>
                  <a:gd name="connsiteY0" fmla="*/ 6451 h 6345"/>
                  <a:gd name="connsiteX1" fmla="*/ 5644 w 6343"/>
                  <a:gd name="connsiteY1" fmla="*/ 5522 h 6345"/>
                  <a:gd name="connsiteX2" fmla="*/ 6573 w 6343"/>
                  <a:gd name="connsiteY2" fmla="*/ 3278 h 6345"/>
                  <a:gd name="connsiteX3" fmla="*/ 5644 w 6343"/>
                  <a:gd name="connsiteY3" fmla="*/ 1035 h 6345"/>
                  <a:gd name="connsiteX4" fmla="*/ 3402 w 6343"/>
                  <a:gd name="connsiteY4" fmla="*/ 105 h 6345"/>
                  <a:gd name="connsiteX5" fmla="*/ 1159 w 6343"/>
                  <a:gd name="connsiteY5" fmla="*/ 1035 h 6345"/>
                  <a:gd name="connsiteX6" fmla="*/ 230 w 6343"/>
                  <a:gd name="connsiteY6" fmla="*/ 3278 h 6345"/>
                  <a:gd name="connsiteX7" fmla="*/ 1159 w 6343"/>
                  <a:gd name="connsiteY7" fmla="*/ 5522 h 6345"/>
                  <a:gd name="connsiteX8" fmla="*/ 3402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51"/>
                    </a:moveTo>
                    <a:cubicBezTo>
                      <a:pt x="4243" y="6451"/>
                      <a:pt x="5050" y="6117"/>
                      <a:pt x="5644" y="5522"/>
                    </a:cubicBezTo>
                    <a:cubicBezTo>
                      <a:pt x="6239" y="4927"/>
                      <a:pt x="6573" y="4120"/>
                      <a:pt x="6573" y="3278"/>
                    </a:cubicBezTo>
                    <a:cubicBezTo>
                      <a:pt x="6573" y="2437"/>
                      <a:pt x="6239" y="1630"/>
                      <a:pt x="5644" y="1035"/>
                    </a:cubicBezTo>
                    <a:cubicBezTo>
                      <a:pt x="5050" y="440"/>
                      <a:pt x="4243" y="105"/>
                      <a:pt x="3402" y="105"/>
                    </a:cubicBezTo>
                    <a:cubicBezTo>
                      <a:pt x="2561" y="105"/>
                      <a:pt x="1754" y="440"/>
                      <a:pt x="1159" y="1035"/>
                    </a:cubicBezTo>
                    <a:cubicBezTo>
                      <a:pt x="564" y="1630"/>
                      <a:pt x="230" y="2437"/>
                      <a:pt x="230" y="3278"/>
                    </a:cubicBezTo>
                    <a:cubicBezTo>
                      <a:pt x="230" y="4120"/>
                      <a:pt x="564" y="4927"/>
                      <a:pt x="1159" y="5522"/>
                    </a:cubicBezTo>
                    <a:cubicBezTo>
                      <a:pt x="1754" y="6117"/>
                      <a:pt x="2561" y="6451"/>
                      <a:pt x="3402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0" name="Freeform: Shape 1659">
                <a:extLst>
                  <a:ext uri="{FF2B5EF4-FFF2-40B4-BE49-F238E27FC236}">
                    <a16:creationId xmlns:a16="http://schemas.microsoft.com/office/drawing/2014/main" id="{24283044-BC56-AE8E-3F7C-8387C4442E3F}"/>
                  </a:ext>
                </a:extLst>
              </p:cNvPr>
              <p:cNvSpPr/>
              <p:nvPr/>
            </p:nvSpPr>
            <p:spPr>
              <a:xfrm>
                <a:off x="3776648" y="4812961"/>
                <a:ext cx="6343" cy="6345"/>
              </a:xfrm>
              <a:custGeom>
                <a:avLst/>
                <a:gdLst>
                  <a:gd name="connsiteX0" fmla="*/ 3402 w 6343"/>
                  <a:gd name="connsiteY0" fmla="*/ 6450 h 6345"/>
                  <a:gd name="connsiteX1" fmla="*/ 5645 w 6343"/>
                  <a:gd name="connsiteY1" fmla="*/ 5521 h 6345"/>
                  <a:gd name="connsiteX2" fmla="*/ 6574 w 6343"/>
                  <a:gd name="connsiteY2" fmla="*/ 3278 h 6345"/>
                  <a:gd name="connsiteX3" fmla="*/ 5645 w 6343"/>
                  <a:gd name="connsiteY3" fmla="*/ 1034 h 6345"/>
                  <a:gd name="connsiteX4" fmla="*/ 3402 w 6343"/>
                  <a:gd name="connsiteY4" fmla="*/ 105 h 6345"/>
                  <a:gd name="connsiteX5" fmla="*/ 1159 w 6343"/>
                  <a:gd name="connsiteY5" fmla="*/ 1034 h 6345"/>
                  <a:gd name="connsiteX6" fmla="*/ 231 w 6343"/>
                  <a:gd name="connsiteY6" fmla="*/ 3278 h 6345"/>
                  <a:gd name="connsiteX7" fmla="*/ 1159 w 6343"/>
                  <a:gd name="connsiteY7" fmla="*/ 5521 h 6345"/>
                  <a:gd name="connsiteX8" fmla="*/ 3402 w 6343"/>
                  <a:gd name="connsiteY8" fmla="*/ 64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50"/>
                    </a:moveTo>
                    <a:cubicBezTo>
                      <a:pt x="4243" y="6450"/>
                      <a:pt x="5050" y="6116"/>
                      <a:pt x="5645" y="5521"/>
                    </a:cubicBezTo>
                    <a:cubicBezTo>
                      <a:pt x="6239" y="4926"/>
                      <a:pt x="6574" y="4119"/>
                      <a:pt x="6574" y="3278"/>
                    </a:cubicBezTo>
                    <a:cubicBezTo>
                      <a:pt x="6574" y="2436"/>
                      <a:pt x="6239" y="1629"/>
                      <a:pt x="5645" y="1034"/>
                    </a:cubicBezTo>
                    <a:cubicBezTo>
                      <a:pt x="5050" y="439"/>
                      <a:pt x="4243" y="105"/>
                      <a:pt x="3402" y="105"/>
                    </a:cubicBezTo>
                    <a:cubicBezTo>
                      <a:pt x="2561" y="105"/>
                      <a:pt x="1754" y="439"/>
                      <a:pt x="1159" y="1034"/>
                    </a:cubicBezTo>
                    <a:cubicBezTo>
                      <a:pt x="565" y="1629"/>
                      <a:pt x="231" y="2436"/>
                      <a:pt x="231" y="3278"/>
                    </a:cubicBezTo>
                    <a:cubicBezTo>
                      <a:pt x="231" y="4119"/>
                      <a:pt x="565" y="4926"/>
                      <a:pt x="1159" y="5521"/>
                    </a:cubicBezTo>
                    <a:cubicBezTo>
                      <a:pt x="1754" y="6116"/>
                      <a:pt x="2561" y="6450"/>
                      <a:pt x="3402" y="64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1" name="Freeform: Shape 1660">
                <a:extLst>
                  <a:ext uri="{FF2B5EF4-FFF2-40B4-BE49-F238E27FC236}">
                    <a16:creationId xmlns:a16="http://schemas.microsoft.com/office/drawing/2014/main" id="{4D83C1E3-41DC-17C5-0934-6ADCF0E0B92E}"/>
                  </a:ext>
                </a:extLst>
              </p:cNvPr>
              <p:cNvSpPr/>
              <p:nvPr/>
            </p:nvSpPr>
            <p:spPr>
              <a:xfrm>
                <a:off x="3784644" y="4836145"/>
                <a:ext cx="6343" cy="6345"/>
              </a:xfrm>
              <a:custGeom>
                <a:avLst/>
                <a:gdLst>
                  <a:gd name="connsiteX0" fmla="*/ 3403 w 6343"/>
                  <a:gd name="connsiteY0" fmla="*/ 6452 h 6345"/>
                  <a:gd name="connsiteX1" fmla="*/ 5645 w 6343"/>
                  <a:gd name="connsiteY1" fmla="*/ 5523 h 6345"/>
                  <a:gd name="connsiteX2" fmla="*/ 6574 w 6343"/>
                  <a:gd name="connsiteY2" fmla="*/ 3280 h 6345"/>
                  <a:gd name="connsiteX3" fmla="*/ 5645 w 6343"/>
                  <a:gd name="connsiteY3" fmla="*/ 1036 h 6345"/>
                  <a:gd name="connsiteX4" fmla="*/ 3403 w 6343"/>
                  <a:gd name="connsiteY4" fmla="*/ 107 h 6345"/>
                  <a:gd name="connsiteX5" fmla="*/ 1160 w 6343"/>
                  <a:gd name="connsiteY5" fmla="*/ 1036 h 6345"/>
                  <a:gd name="connsiteX6" fmla="*/ 231 w 6343"/>
                  <a:gd name="connsiteY6" fmla="*/ 3280 h 6345"/>
                  <a:gd name="connsiteX7" fmla="*/ 1160 w 6343"/>
                  <a:gd name="connsiteY7" fmla="*/ 5523 h 6345"/>
                  <a:gd name="connsiteX8" fmla="*/ 3403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52"/>
                    </a:moveTo>
                    <a:cubicBezTo>
                      <a:pt x="4244" y="6452"/>
                      <a:pt x="5051" y="6118"/>
                      <a:pt x="5645" y="5523"/>
                    </a:cubicBezTo>
                    <a:cubicBezTo>
                      <a:pt x="6240" y="4928"/>
                      <a:pt x="6574" y="4121"/>
                      <a:pt x="6574" y="3280"/>
                    </a:cubicBezTo>
                    <a:cubicBezTo>
                      <a:pt x="6574" y="2438"/>
                      <a:pt x="6240" y="1631"/>
                      <a:pt x="5645" y="1036"/>
                    </a:cubicBezTo>
                    <a:cubicBezTo>
                      <a:pt x="5051" y="441"/>
                      <a:pt x="4244" y="107"/>
                      <a:pt x="3403" y="107"/>
                    </a:cubicBezTo>
                    <a:cubicBezTo>
                      <a:pt x="2562" y="107"/>
                      <a:pt x="1755" y="441"/>
                      <a:pt x="1160" y="1036"/>
                    </a:cubicBezTo>
                    <a:cubicBezTo>
                      <a:pt x="565" y="1631"/>
                      <a:pt x="231" y="2438"/>
                      <a:pt x="231" y="3280"/>
                    </a:cubicBezTo>
                    <a:cubicBezTo>
                      <a:pt x="231" y="4121"/>
                      <a:pt x="565" y="4928"/>
                      <a:pt x="1160" y="5523"/>
                    </a:cubicBezTo>
                    <a:cubicBezTo>
                      <a:pt x="1755" y="6118"/>
                      <a:pt x="2562" y="6452"/>
                      <a:pt x="3403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2" name="Freeform: Shape 1661">
                <a:extLst>
                  <a:ext uri="{FF2B5EF4-FFF2-40B4-BE49-F238E27FC236}">
                    <a16:creationId xmlns:a16="http://schemas.microsoft.com/office/drawing/2014/main" id="{A7329A63-C91D-00DC-83EC-EA5CDDFF6E3C}"/>
                  </a:ext>
                </a:extLst>
              </p:cNvPr>
              <p:cNvSpPr/>
              <p:nvPr/>
            </p:nvSpPr>
            <p:spPr>
              <a:xfrm>
                <a:off x="3790411" y="4838324"/>
                <a:ext cx="6343" cy="6345"/>
              </a:xfrm>
              <a:custGeom>
                <a:avLst/>
                <a:gdLst>
                  <a:gd name="connsiteX0" fmla="*/ 3403 w 6343"/>
                  <a:gd name="connsiteY0" fmla="*/ 6452 h 6345"/>
                  <a:gd name="connsiteX1" fmla="*/ 5646 w 6343"/>
                  <a:gd name="connsiteY1" fmla="*/ 5523 h 6345"/>
                  <a:gd name="connsiteX2" fmla="*/ 6575 w 6343"/>
                  <a:gd name="connsiteY2" fmla="*/ 3280 h 6345"/>
                  <a:gd name="connsiteX3" fmla="*/ 5646 w 6343"/>
                  <a:gd name="connsiteY3" fmla="*/ 1036 h 6345"/>
                  <a:gd name="connsiteX4" fmla="*/ 3403 w 6343"/>
                  <a:gd name="connsiteY4" fmla="*/ 107 h 6345"/>
                  <a:gd name="connsiteX5" fmla="*/ 1161 w 6343"/>
                  <a:gd name="connsiteY5" fmla="*/ 1036 h 6345"/>
                  <a:gd name="connsiteX6" fmla="*/ 232 w 6343"/>
                  <a:gd name="connsiteY6" fmla="*/ 3280 h 6345"/>
                  <a:gd name="connsiteX7" fmla="*/ 1161 w 6343"/>
                  <a:gd name="connsiteY7" fmla="*/ 5523 h 6345"/>
                  <a:gd name="connsiteX8" fmla="*/ 3403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52"/>
                    </a:moveTo>
                    <a:cubicBezTo>
                      <a:pt x="4244" y="6452"/>
                      <a:pt x="5051" y="6118"/>
                      <a:pt x="5646" y="5523"/>
                    </a:cubicBezTo>
                    <a:cubicBezTo>
                      <a:pt x="6241" y="4928"/>
                      <a:pt x="6575" y="4121"/>
                      <a:pt x="6575" y="3280"/>
                    </a:cubicBezTo>
                    <a:cubicBezTo>
                      <a:pt x="6575" y="2438"/>
                      <a:pt x="6241" y="1631"/>
                      <a:pt x="5646" y="1036"/>
                    </a:cubicBezTo>
                    <a:cubicBezTo>
                      <a:pt x="5051" y="441"/>
                      <a:pt x="4244" y="107"/>
                      <a:pt x="3403" y="107"/>
                    </a:cubicBezTo>
                    <a:cubicBezTo>
                      <a:pt x="2562" y="107"/>
                      <a:pt x="1755" y="441"/>
                      <a:pt x="1161" y="1036"/>
                    </a:cubicBezTo>
                    <a:cubicBezTo>
                      <a:pt x="566" y="1631"/>
                      <a:pt x="232" y="2438"/>
                      <a:pt x="232" y="3280"/>
                    </a:cubicBezTo>
                    <a:cubicBezTo>
                      <a:pt x="232" y="4121"/>
                      <a:pt x="566" y="4928"/>
                      <a:pt x="1161" y="5523"/>
                    </a:cubicBezTo>
                    <a:cubicBezTo>
                      <a:pt x="1755" y="6118"/>
                      <a:pt x="2562" y="6452"/>
                      <a:pt x="3403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3" name="Freeform: Shape 1662">
                <a:extLst>
                  <a:ext uri="{FF2B5EF4-FFF2-40B4-BE49-F238E27FC236}">
                    <a16:creationId xmlns:a16="http://schemas.microsoft.com/office/drawing/2014/main" id="{3C4B9C37-E9BF-C264-55F5-7F90F244F53C}"/>
                  </a:ext>
                </a:extLst>
              </p:cNvPr>
              <p:cNvSpPr/>
              <p:nvPr/>
            </p:nvSpPr>
            <p:spPr>
              <a:xfrm>
                <a:off x="3772585" y="4566177"/>
                <a:ext cx="6343" cy="6345"/>
              </a:xfrm>
              <a:custGeom>
                <a:avLst/>
                <a:gdLst>
                  <a:gd name="connsiteX0" fmla="*/ 3402 w 6343"/>
                  <a:gd name="connsiteY0" fmla="*/ 6431 h 6345"/>
                  <a:gd name="connsiteX1" fmla="*/ 5644 w 6343"/>
                  <a:gd name="connsiteY1" fmla="*/ 5502 h 6345"/>
                  <a:gd name="connsiteX2" fmla="*/ 6573 w 6343"/>
                  <a:gd name="connsiteY2" fmla="*/ 3258 h 6345"/>
                  <a:gd name="connsiteX3" fmla="*/ 5644 w 6343"/>
                  <a:gd name="connsiteY3" fmla="*/ 1015 h 6345"/>
                  <a:gd name="connsiteX4" fmla="*/ 3402 w 6343"/>
                  <a:gd name="connsiteY4" fmla="*/ 86 h 6345"/>
                  <a:gd name="connsiteX5" fmla="*/ 1159 w 6343"/>
                  <a:gd name="connsiteY5" fmla="*/ 1015 h 6345"/>
                  <a:gd name="connsiteX6" fmla="*/ 230 w 6343"/>
                  <a:gd name="connsiteY6" fmla="*/ 3258 h 6345"/>
                  <a:gd name="connsiteX7" fmla="*/ 1159 w 6343"/>
                  <a:gd name="connsiteY7" fmla="*/ 5502 h 6345"/>
                  <a:gd name="connsiteX8" fmla="*/ 3402 w 6343"/>
                  <a:gd name="connsiteY8" fmla="*/ 64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31"/>
                    </a:moveTo>
                    <a:cubicBezTo>
                      <a:pt x="4243" y="6431"/>
                      <a:pt x="5050" y="6097"/>
                      <a:pt x="5644" y="5502"/>
                    </a:cubicBezTo>
                    <a:cubicBezTo>
                      <a:pt x="6239" y="4907"/>
                      <a:pt x="6573" y="4100"/>
                      <a:pt x="6573" y="3258"/>
                    </a:cubicBezTo>
                    <a:cubicBezTo>
                      <a:pt x="6573" y="2417"/>
                      <a:pt x="6239" y="1610"/>
                      <a:pt x="5644" y="1015"/>
                    </a:cubicBezTo>
                    <a:cubicBezTo>
                      <a:pt x="5050" y="420"/>
                      <a:pt x="4243" y="86"/>
                      <a:pt x="3402" y="86"/>
                    </a:cubicBezTo>
                    <a:cubicBezTo>
                      <a:pt x="2561" y="86"/>
                      <a:pt x="1754" y="420"/>
                      <a:pt x="1159" y="1015"/>
                    </a:cubicBezTo>
                    <a:cubicBezTo>
                      <a:pt x="564" y="1610"/>
                      <a:pt x="230" y="2417"/>
                      <a:pt x="230" y="3258"/>
                    </a:cubicBezTo>
                    <a:cubicBezTo>
                      <a:pt x="230" y="4100"/>
                      <a:pt x="564" y="4907"/>
                      <a:pt x="1159" y="5502"/>
                    </a:cubicBezTo>
                    <a:cubicBezTo>
                      <a:pt x="1754" y="6097"/>
                      <a:pt x="2561" y="6431"/>
                      <a:pt x="3402" y="64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4" name="Freeform: Shape 1663">
                <a:extLst>
                  <a:ext uri="{FF2B5EF4-FFF2-40B4-BE49-F238E27FC236}">
                    <a16:creationId xmlns:a16="http://schemas.microsoft.com/office/drawing/2014/main" id="{E84F8483-7E48-137C-64E5-8F4B6D6ED742}"/>
                  </a:ext>
                </a:extLst>
              </p:cNvPr>
              <p:cNvSpPr/>
              <p:nvPr/>
            </p:nvSpPr>
            <p:spPr>
              <a:xfrm>
                <a:off x="3783527" y="4612844"/>
                <a:ext cx="6343" cy="6345"/>
              </a:xfrm>
              <a:custGeom>
                <a:avLst/>
                <a:gdLst>
                  <a:gd name="connsiteX0" fmla="*/ 3403 w 6343"/>
                  <a:gd name="connsiteY0" fmla="*/ 6435 h 6345"/>
                  <a:gd name="connsiteX1" fmla="*/ 5645 w 6343"/>
                  <a:gd name="connsiteY1" fmla="*/ 5505 h 6345"/>
                  <a:gd name="connsiteX2" fmla="*/ 6574 w 6343"/>
                  <a:gd name="connsiteY2" fmla="*/ 3262 h 6345"/>
                  <a:gd name="connsiteX3" fmla="*/ 5645 w 6343"/>
                  <a:gd name="connsiteY3" fmla="*/ 1019 h 6345"/>
                  <a:gd name="connsiteX4" fmla="*/ 3403 w 6343"/>
                  <a:gd name="connsiteY4" fmla="*/ 89 h 6345"/>
                  <a:gd name="connsiteX5" fmla="*/ 1160 w 6343"/>
                  <a:gd name="connsiteY5" fmla="*/ 1019 h 6345"/>
                  <a:gd name="connsiteX6" fmla="*/ 231 w 6343"/>
                  <a:gd name="connsiteY6" fmla="*/ 3262 h 6345"/>
                  <a:gd name="connsiteX7" fmla="*/ 1160 w 6343"/>
                  <a:gd name="connsiteY7" fmla="*/ 5505 h 6345"/>
                  <a:gd name="connsiteX8" fmla="*/ 3403 w 6343"/>
                  <a:gd name="connsiteY8" fmla="*/ 64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35"/>
                    </a:moveTo>
                    <a:cubicBezTo>
                      <a:pt x="4244" y="6435"/>
                      <a:pt x="5050" y="6100"/>
                      <a:pt x="5645" y="5505"/>
                    </a:cubicBezTo>
                    <a:cubicBezTo>
                      <a:pt x="6240" y="4910"/>
                      <a:pt x="6574" y="4103"/>
                      <a:pt x="6574" y="3262"/>
                    </a:cubicBezTo>
                    <a:cubicBezTo>
                      <a:pt x="6574" y="2421"/>
                      <a:pt x="6240" y="1614"/>
                      <a:pt x="5645" y="1019"/>
                    </a:cubicBezTo>
                    <a:cubicBezTo>
                      <a:pt x="5050" y="424"/>
                      <a:pt x="4244" y="89"/>
                      <a:pt x="3403" y="89"/>
                    </a:cubicBezTo>
                    <a:cubicBezTo>
                      <a:pt x="2562" y="89"/>
                      <a:pt x="1755" y="424"/>
                      <a:pt x="1160" y="1019"/>
                    </a:cubicBezTo>
                    <a:cubicBezTo>
                      <a:pt x="565" y="1614"/>
                      <a:pt x="231" y="2421"/>
                      <a:pt x="231" y="3262"/>
                    </a:cubicBezTo>
                    <a:cubicBezTo>
                      <a:pt x="231" y="4103"/>
                      <a:pt x="565" y="4910"/>
                      <a:pt x="1160" y="5505"/>
                    </a:cubicBezTo>
                    <a:cubicBezTo>
                      <a:pt x="1755" y="6100"/>
                      <a:pt x="2562" y="6435"/>
                      <a:pt x="3403" y="64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5" name="Freeform: Shape 1664">
                <a:extLst>
                  <a:ext uri="{FF2B5EF4-FFF2-40B4-BE49-F238E27FC236}">
                    <a16:creationId xmlns:a16="http://schemas.microsoft.com/office/drawing/2014/main" id="{B3F420CC-6742-82F9-B458-8A0CB63EED15}"/>
                  </a:ext>
                </a:extLst>
              </p:cNvPr>
              <p:cNvSpPr/>
              <p:nvPr/>
            </p:nvSpPr>
            <p:spPr>
              <a:xfrm>
                <a:off x="3790216" y="4609607"/>
                <a:ext cx="6343" cy="6345"/>
              </a:xfrm>
              <a:custGeom>
                <a:avLst/>
                <a:gdLst>
                  <a:gd name="connsiteX0" fmla="*/ 3403 w 6343"/>
                  <a:gd name="connsiteY0" fmla="*/ 6434 h 6345"/>
                  <a:gd name="connsiteX1" fmla="*/ 5646 w 6343"/>
                  <a:gd name="connsiteY1" fmla="*/ 5505 h 6345"/>
                  <a:gd name="connsiteX2" fmla="*/ 6575 w 6343"/>
                  <a:gd name="connsiteY2" fmla="*/ 3262 h 6345"/>
                  <a:gd name="connsiteX3" fmla="*/ 5646 w 6343"/>
                  <a:gd name="connsiteY3" fmla="*/ 1018 h 6345"/>
                  <a:gd name="connsiteX4" fmla="*/ 3403 w 6343"/>
                  <a:gd name="connsiteY4" fmla="*/ 89 h 6345"/>
                  <a:gd name="connsiteX5" fmla="*/ 1161 w 6343"/>
                  <a:gd name="connsiteY5" fmla="*/ 1018 h 6345"/>
                  <a:gd name="connsiteX6" fmla="*/ 232 w 6343"/>
                  <a:gd name="connsiteY6" fmla="*/ 3262 h 6345"/>
                  <a:gd name="connsiteX7" fmla="*/ 1161 w 6343"/>
                  <a:gd name="connsiteY7" fmla="*/ 5505 h 6345"/>
                  <a:gd name="connsiteX8" fmla="*/ 3403 w 6343"/>
                  <a:gd name="connsiteY8" fmla="*/ 64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34"/>
                    </a:moveTo>
                    <a:cubicBezTo>
                      <a:pt x="4244" y="6434"/>
                      <a:pt x="5051" y="6100"/>
                      <a:pt x="5646" y="5505"/>
                    </a:cubicBezTo>
                    <a:cubicBezTo>
                      <a:pt x="6241" y="4910"/>
                      <a:pt x="6575" y="4103"/>
                      <a:pt x="6575" y="3262"/>
                    </a:cubicBezTo>
                    <a:cubicBezTo>
                      <a:pt x="6575" y="2420"/>
                      <a:pt x="6241" y="1613"/>
                      <a:pt x="5646" y="1018"/>
                    </a:cubicBezTo>
                    <a:cubicBezTo>
                      <a:pt x="5051" y="423"/>
                      <a:pt x="4244" y="89"/>
                      <a:pt x="3403" y="89"/>
                    </a:cubicBezTo>
                    <a:cubicBezTo>
                      <a:pt x="2562" y="89"/>
                      <a:pt x="1755" y="423"/>
                      <a:pt x="1161" y="1018"/>
                    </a:cubicBezTo>
                    <a:cubicBezTo>
                      <a:pt x="566" y="1613"/>
                      <a:pt x="232" y="2420"/>
                      <a:pt x="232" y="3262"/>
                    </a:cubicBezTo>
                    <a:cubicBezTo>
                      <a:pt x="232" y="4103"/>
                      <a:pt x="566" y="4910"/>
                      <a:pt x="1161" y="5505"/>
                    </a:cubicBezTo>
                    <a:cubicBezTo>
                      <a:pt x="1755" y="6100"/>
                      <a:pt x="2562" y="6434"/>
                      <a:pt x="3403" y="64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6" name="Freeform: Shape 1665">
                <a:extLst>
                  <a:ext uri="{FF2B5EF4-FFF2-40B4-BE49-F238E27FC236}">
                    <a16:creationId xmlns:a16="http://schemas.microsoft.com/office/drawing/2014/main" id="{99C29476-0A2F-660C-C2CC-EF6FF3EF06D0}"/>
                  </a:ext>
                </a:extLst>
              </p:cNvPr>
              <p:cNvSpPr/>
              <p:nvPr/>
            </p:nvSpPr>
            <p:spPr>
              <a:xfrm>
                <a:off x="3811734" y="4825963"/>
                <a:ext cx="6343" cy="6345"/>
              </a:xfrm>
              <a:custGeom>
                <a:avLst/>
                <a:gdLst>
                  <a:gd name="connsiteX0" fmla="*/ 3405 w 6343"/>
                  <a:gd name="connsiteY0" fmla="*/ 6452 h 6345"/>
                  <a:gd name="connsiteX1" fmla="*/ 5647 w 6343"/>
                  <a:gd name="connsiteY1" fmla="*/ 5522 h 6345"/>
                  <a:gd name="connsiteX2" fmla="*/ 6576 w 6343"/>
                  <a:gd name="connsiteY2" fmla="*/ 3279 h 6345"/>
                  <a:gd name="connsiteX3" fmla="*/ 5647 w 6343"/>
                  <a:gd name="connsiteY3" fmla="*/ 1035 h 6345"/>
                  <a:gd name="connsiteX4" fmla="*/ 3405 w 6343"/>
                  <a:gd name="connsiteY4" fmla="*/ 106 h 6345"/>
                  <a:gd name="connsiteX5" fmla="*/ 1162 w 6343"/>
                  <a:gd name="connsiteY5" fmla="*/ 1035 h 6345"/>
                  <a:gd name="connsiteX6" fmla="*/ 233 w 6343"/>
                  <a:gd name="connsiteY6" fmla="*/ 3279 h 6345"/>
                  <a:gd name="connsiteX7" fmla="*/ 1162 w 6343"/>
                  <a:gd name="connsiteY7" fmla="*/ 5522 h 6345"/>
                  <a:gd name="connsiteX8" fmla="*/ 3405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52"/>
                    </a:moveTo>
                    <a:cubicBezTo>
                      <a:pt x="4246" y="6452"/>
                      <a:pt x="5053" y="6117"/>
                      <a:pt x="5647" y="5522"/>
                    </a:cubicBezTo>
                    <a:cubicBezTo>
                      <a:pt x="6242" y="4927"/>
                      <a:pt x="6576" y="4120"/>
                      <a:pt x="6576" y="3279"/>
                    </a:cubicBezTo>
                    <a:cubicBezTo>
                      <a:pt x="6576" y="2437"/>
                      <a:pt x="6242" y="1630"/>
                      <a:pt x="5647" y="1035"/>
                    </a:cubicBezTo>
                    <a:cubicBezTo>
                      <a:pt x="5053" y="440"/>
                      <a:pt x="4246" y="106"/>
                      <a:pt x="3405" y="106"/>
                    </a:cubicBezTo>
                    <a:cubicBezTo>
                      <a:pt x="2564" y="106"/>
                      <a:pt x="1757" y="440"/>
                      <a:pt x="1162" y="1035"/>
                    </a:cubicBezTo>
                    <a:cubicBezTo>
                      <a:pt x="567" y="1630"/>
                      <a:pt x="233" y="2437"/>
                      <a:pt x="233" y="3279"/>
                    </a:cubicBezTo>
                    <a:cubicBezTo>
                      <a:pt x="233" y="4120"/>
                      <a:pt x="567" y="4927"/>
                      <a:pt x="1162" y="5522"/>
                    </a:cubicBezTo>
                    <a:cubicBezTo>
                      <a:pt x="1757" y="6117"/>
                      <a:pt x="2564" y="6452"/>
                      <a:pt x="3405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7" name="Freeform: Shape 1666">
                <a:extLst>
                  <a:ext uri="{FF2B5EF4-FFF2-40B4-BE49-F238E27FC236}">
                    <a16:creationId xmlns:a16="http://schemas.microsoft.com/office/drawing/2014/main" id="{6BA5267B-6251-EBD4-755E-BA97FAC7609C}"/>
                  </a:ext>
                </a:extLst>
              </p:cNvPr>
              <p:cNvSpPr/>
              <p:nvPr/>
            </p:nvSpPr>
            <p:spPr>
              <a:xfrm>
                <a:off x="3814979" y="4787459"/>
                <a:ext cx="6343" cy="6345"/>
              </a:xfrm>
              <a:custGeom>
                <a:avLst/>
                <a:gdLst>
                  <a:gd name="connsiteX0" fmla="*/ 3405 w 6343"/>
                  <a:gd name="connsiteY0" fmla="*/ 6448 h 6345"/>
                  <a:gd name="connsiteX1" fmla="*/ 5648 w 6343"/>
                  <a:gd name="connsiteY1" fmla="*/ 5519 h 6345"/>
                  <a:gd name="connsiteX2" fmla="*/ 6577 w 6343"/>
                  <a:gd name="connsiteY2" fmla="*/ 3276 h 6345"/>
                  <a:gd name="connsiteX3" fmla="*/ 5648 w 6343"/>
                  <a:gd name="connsiteY3" fmla="*/ 1032 h 6345"/>
                  <a:gd name="connsiteX4" fmla="*/ 3405 w 6343"/>
                  <a:gd name="connsiteY4" fmla="*/ 103 h 6345"/>
                  <a:gd name="connsiteX5" fmla="*/ 1162 w 6343"/>
                  <a:gd name="connsiteY5" fmla="*/ 1032 h 6345"/>
                  <a:gd name="connsiteX6" fmla="*/ 234 w 6343"/>
                  <a:gd name="connsiteY6" fmla="*/ 3276 h 6345"/>
                  <a:gd name="connsiteX7" fmla="*/ 1162 w 6343"/>
                  <a:gd name="connsiteY7" fmla="*/ 5519 h 6345"/>
                  <a:gd name="connsiteX8" fmla="*/ 3405 w 6343"/>
                  <a:gd name="connsiteY8" fmla="*/ 64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48"/>
                    </a:moveTo>
                    <a:cubicBezTo>
                      <a:pt x="4246" y="6448"/>
                      <a:pt x="5053" y="6114"/>
                      <a:pt x="5648" y="5519"/>
                    </a:cubicBezTo>
                    <a:cubicBezTo>
                      <a:pt x="6242" y="4924"/>
                      <a:pt x="6577" y="4117"/>
                      <a:pt x="6577" y="3276"/>
                    </a:cubicBezTo>
                    <a:cubicBezTo>
                      <a:pt x="6577" y="2434"/>
                      <a:pt x="6242" y="1627"/>
                      <a:pt x="5648" y="1032"/>
                    </a:cubicBezTo>
                    <a:cubicBezTo>
                      <a:pt x="5053" y="437"/>
                      <a:pt x="4246" y="103"/>
                      <a:pt x="3405" y="103"/>
                    </a:cubicBezTo>
                    <a:cubicBezTo>
                      <a:pt x="2564" y="103"/>
                      <a:pt x="1757" y="437"/>
                      <a:pt x="1162" y="1032"/>
                    </a:cubicBezTo>
                    <a:cubicBezTo>
                      <a:pt x="568" y="1627"/>
                      <a:pt x="234" y="2434"/>
                      <a:pt x="234" y="3276"/>
                    </a:cubicBezTo>
                    <a:cubicBezTo>
                      <a:pt x="234" y="4117"/>
                      <a:pt x="568" y="4924"/>
                      <a:pt x="1162" y="5519"/>
                    </a:cubicBezTo>
                    <a:cubicBezTo>
                      <a:pt x="1757" y="6114"/>
                      <a:pt x="2564" y="6448"/>
                      <a:pt x="3405" y="64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8" name="Freeform: Shape 1667">
                <a:extLst>
                  <a:ext uri="{FF2B5EF4-FFF2-40B4-BE49-F238E27FC236}">
                    <a16:creationId xmlns:a16="http://schemas.microsoft.com/office/drawing/2014/main" id="{2A6B63A8-3CDC-629D-BA84-C7BCEC84E469}"/>
                  </a:ext>
                </a:extLst>
              </p:cNvPr>
              <p:cNvSpPr/>
              <p:nvPr/>
            </p:nvSpPr>
            <p:spPr>
              <a:xfrm>
                <a:off x="3808030" y="4555269"/>
                <a:ext cx="6343" cy="6345"/>
              </a:xfrm>
              <a:custGeom>
                <a:avLst/>
                <a:gdLst>
                  <a:gd name="connsiteX0" fmla="*/ 3405 w 6343"/>
                  <a:gd name="connsiteY0" fmla="*/ 6430 h 6345"/>
                  <a:gd name="connsiteX1" fmla="*/ 5647 w 6343"/>
                  <a:gd name="connsiteY1" fmla="*/ 5501 h 6345"/>
                  <a:gd name="connsiteX2" fmla="*/ 6576 w 6343"/>
                  <a:gd name="connsiteY2" fmla="*/ 3257 h 6345"/>
                  <a:gd name="connsiteX3" fmla="*/ 5647 w 6343"/>
                  <a:gd name="connsiteY3" fmla="*/ 1014 h 6345"/>
                  <a:gd name="connsiteX4" fmla="*/ 3405 w 6343"/>
                  <a:gd name="connsiteY4" fmla="*/ 85 h 6345"/>
                  <a:gd name="connsiteX5" fmla="*/ 1162 w 6343"/>
                  <a:gd name="connsiteY5" fmla="*/ 1014 h 6345"/>
                  <a:gd name="connsiteX6" fmla="*/ 233 w 6343"/>
                  <a:gd name="connsiteY6" fmla="*/ 3257 h 6345"/>
                  <a:gd name="connsiteX7" fmla="*/ 1162 w 6343"/>
                  <a:gd name="connsiteY7" fmla="*/ 5501 h 6345"/>
                  <a:gd name="connsiteX8" fmla="*/ 3405 w 6343"/>
                  <a:gd name="connsiteY8" fmla="*/ 64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30"/>
                    </a:moveTo>
                    <a:cubicBezTo>
                      <a:pt x="4246" y="6430"/>
                      <a:pt x="5052" y="6096"/>
                      <a:pt x="5647" y="5501"/>
                    </a:cubicBezTo>
                    <a:cubicBezTo>
                      <a:pt x="6242" y="4906"/>
                      <a:pt x="6576" y="4099"/>
                      <a:pt x="6576" y="3257"/>
                    </a:cubicBezTo>
                    <a:cubicBezTo>
                      <a:pt x="6576" y="2416"/>
                      <a:pt x="6242" y="1609"/>
                      <a:pt x="5647" y="1014"/>
                    </a:cubicBezTo>
                    <a:cubicBezTo>
                      <a:pt x="5052" y="419"/>
                      <a:pt x="4246" y="85"/>
                      <a:pt x="3405" y="85"/>
                    </a:cubicBezTo>
                    <a:cubicBezTo>
                      <a:pt x="2563" y="85"/>
                      <a:pt x="1757" y="419"/>
                      <a:pt x="1162" y="1014"/>
                    </a:cubicBezTo>
                    <a:cubicBezTo>
                      <a:pt x="567" y="1609"/>
                      <a:pt x="233" y="2416"/>
                      <a:pt x="233" y="3257"/>
                    </a:cubicBezTo>
                    <a:cubicBezTo>
                      <a:pt x="233" y="4099"/>
                      <a:pt x="567" y="4906"/>
                      <a:pt x="1162" y="5501"/>
                    </a:cubicBezTo>
                    <a:cubicBezTo>
                      <a:pt x="1757" y="6096"/>
                      <a:pt x="2563" y="6430"/>
                      <a:pt x="3405" y="64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9" name="Freeform: Shape 1668">
                <a:extLst>
                  <a:ext uri="{FF2B5EF4-FFF2-40B4-BE49-F238E27FC236}">
                    <a16:creationId xmlns:a16="http://schemas.microsoft.com/office/drawing/2014/main" id="{AB665D78-5D83-CCB8-27D2-FE7190B28CA1}"/>
                  </a:ext>
                </a:extLst>
              </p:cNvPr>
              <p:cNvSpPr/>
              <p:nvPr/>
            </p:nvSpPr>
            <p:spPr>
              <a:xfrm>
                <a:off x="3816644" y="4582973"/>
                <a:ext cx="6343" cy="6345"/>
              </a:xfrm>
              <a:custGeom>
                <a:avLst/>
                <a:gdLst>
                  <a:gd name="connsiteX0" fmla="*/ 3405 w 6343"/>
                  <a:gd name="connsiteY0" fmla="*/ 6432 h 6345"/>
                  <a:gd name="connsiteX1" fmla="*/ 5648 w 6343"/>
                  <a:gd name="connsiteY1" fmla="*/ 5503 h 6345"/>
                  <a:gd name="connsiteX2" fmla="*/ 6577 w 6343"/>
                  <a:gd name="connsiteY2" fmla="*/ 3260 h 6345"/>
                  <a:gd name="connsiteX3" fmla="*/ 5648 w 6343"/>
                  <a:gd name="connsiteY3" fmla="*/ 1016 h 6345"/>
                  <a:gd name="connsiteX4" fmla="*/ 3405 w 6343"/>
                  <a:gd name="connsiteY4" fmla="*/ 87 h 6345"/>
                  <a:gd name="connsiteX5" fmla="*/ 1163 w 6343"/>
                  <a:gd name="connsiteY5" fmla="*/ 1016 h 6345"/>
                  <a:gd name="connsiteX6" fmla="*/ 234 w 6343"/>
                  <a:gd name="connsiteY6" fmla="*/ 3260 h 6345"/>
                  <a:gd name="connsiteX7" fmla="*/ 1163 w 6343"/>
                  <a:gd name="connsiteY7" fmla="*/ 5503 h 6345"/>
                  <a:gd name="connsiteX8" fmla="*/ 3405 w 6343"/>
                  <a:gd name="connsiteY8" fmla="*/ 64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32"/>
                    </a:moveTo>
                    <a:cubicBezTo>
                      <a:pt x="4246" y="6432"/>
                      <a:pt x="5053" y="6098"/>
                      <a:pt x="5648" y="5503"/>
                    </a:cubicBezTo>
                    <a:cubicBezTo>
                      <a:pt x="6243" y="4908"/>
                      <a:pt x="6577" y="4101"/>
                      <a:pt x="6577" y="3260"/>
                    </a:cubicBezTo>
                    <a:cubicBezTo>
                      <a:pt x="6577" y="2418"/>
                      <a:pt x="6243" y="1611"/>
                      <a:pt x="5648" y="1016"/>
                    </a:cubicBezTo>
                    <a:cubicBezTo>
                      <a:pt x="5053" y="421"/>
                      <a:pt x="4246" y="87"/>
                      <a:pt x="3405" y="87"/>
                    </a:cubicBezTo>
                    <a:cubicBezTo>
                      <a:pt x="2564" y="87"/>
                      <a:pt x="1757" y="421"/>
                      <a:pt x="1163" y="1016"/>
                    </a:cubicBezTo>
                    <a:cubicBezTo>
                      <a:pt x="568" y="1611"/>
                      <a:pt x="234" y="2418"/>
                      <a:pt x="234" y="3260"/>
                    </a:cubicBezTo>
                    <a:cubicBezTo>
                      <a:pt x="234" y="4101"/>
                      <a:pt x="568" y="4908"/>
                      <a:pt x="1163" y="5503"/>
                    </a:cubicBezTo>
                    <a:cubicBezTo>
                      <a:pt x="1757" y="6098"/>
                      <a:pt x="2564" y="6432"/>
                      <a:pt x="3405" y="64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0" name="Freeform: Shape 1669">
                <a:extLst>
                  <a:ext uri="{FF2B5EF4-FFF2-40B4-BE49-F238E27FC236}">
                    <a16:creationId xmlns:a16="http://schemas.microsoft.com/office/drawing/2014/main" id="{762B2151-C791-5DD0-3DAD-27A8E557A4D8}"/>
                  </a:ext>
                </a:extLst>
              </p:cNvPr>
              <p:cNvSpPr/>
              <p:nvPr/>
            </p:nvSpPr>
            <p:spPr>
              <a:xfrm>
                <a:off x="3823847" y="4585742"/>
                <a:ext cx="6343" cy="6345"/>
              </a:xfrm>
              <a:custGeom>
                <a:avLst/>
                <a:gdLst>
                  <a:gd name="connsiteX0" fmla="*/ 3406 w 6343"/>
                  <a:gd name="connsiteY0" fmla="*/ 6433 h 6345"/>
                  <a:gd name="connsiteX1" fmla="*/ 5648 w 6343"/>
                  <a:gd name="connsiteY1" fmla="*/ 5503 h 6345"/>
                  <a:gd name="connsiteX2" fmla="*/ 6577 w 6343"/>
                  <a:gd name="connsiteY2" fmla="*/ 3260 h 6345"/>
                  <a:gd name="connsiteX3" fmla="*/ 5648 w 6343"/>
                  <a:gd name="connsiteY3" fmla="*/ 1016 h 6345"/>
                  <a:gd name="connsiteX4" fmla="*/ 3406 w 6343"/>
                  <a:gd name="connsiteY4" fmla="*/ 87 h 6345"/>
                  <a:gd name="connsiteX5" fmla="*/ 1163 w 6343"/>
                  <a:gd name="connsiteY5" fmla="*/ 1016 h 6345"/>
                  <a:gd name="connsiteX6" fmla="*/ 234 w 6343"/>
                  <a:gd name="connsiteY6" fmla="*/ 3260 h 6345"/>
                  <a:gd name="connsiteX7" fmla="*/ 1163 w 6343"/>
                  <a:gd name="connsiteY7" fmla="*/ 5503 h 6345"/>
                  <a:gd name="connsiteX8" fmla="*/ 3406 w 6343"/>
                  <a:gd name="connsiteY8" fmla="*/ 64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33"/>
                    </a:moveTo>
                    <a:cubicBezTo>
                      <a:pt x="4247" y="6433"/>
                      <a:pt x="5054" y="6098"/>
                      <a:pt x="5648" y="5503"/>
                    </a:cubicBezTo>
                    <a:cubicBezTo>
                      <a:pt x="6243" y="4908"/>
                      <a:pt x="6577" y="4101"/>
                      <a:pt x="6577" y="3260"/>
                    </a:cubicBezTo>
                    <a:cubicBezTo>
                      <a:pt x="6577" y="2418"/>
                      <a:pt x="6243" y="1611"/>
                      <a:pt x="5648" y="1016"/>
                    </a:cubicBezTo>
                    <a:cubicBezTo>
                      <a:pt x="5054" y="421"/>
                      <a:pt x="4247" y="87"/>
                      <a:pt x="3406" y="87"/>
                    </a:cubicBezTo>
                    <a:cubicBezTo>
                      <a:pt x="2565" y="87"/>
                      <a:pt x="1758" y="421"/>
                      <a:pt x="1163" y="1016"/>
                    </a:cubicBezTo>
                    <a:cubicBezTo>
                      <a:pt x="568" y="1611"/>
                      <a:pt x="234" y="2418"/>
                      <a:pt x="234" y="3260"/>
                    </a:cubicBezTo>
                    <a:cubicBezTo>
                      <a:pt x="234" y="4101"/>
                      <a:pt x="568" y="4908"/>
                      <a:pt x="1163" y="5503"/>
                    </a:cubicBezTo>
                    <a:cubicBezTo>
                      <a:pt x="1758" y="6098"/>
                      <a:pt x="2565" y="6433"/>
                      <a:pt x="3406" y="64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1" name="Freeform: Shape 1670">
                <a:extLst>
                  <a:ext uri="{FF2B5EF4-FFF2-40B4-BE49-F238E27FC236}">
                    <a16:creationId xmlns:a16="http://schemas.microsoft.com/office/drawing/2014/main" id="{8DA038B8-68C0-93D1-D483-B2E4A4588048}"/>
                  </a:ext>
                </a:extLst>
              </p:cNvPr>
              <p:cNvSpPr/>
              <p:nvPr/>
            </p:nvSpPr>
            <p:spPr>
              <a:xfrm>
                <a:off x="3829499" y="4547176"/>
                <a:ext cx="6343" cy="6345"/>
              </a:xfrm>
              <a:custGeom>
                <a:avLst/>
                <a:gdLst>
                  <a:gd name="connsiteX0" fmla="*/ 3406 w 6343"/>
                  <a:gd name="connsiteY0" fmla="*/ 6430 h 6345"/>
                  <a:gd name="connsiteX1" fmla="*/ 5649 w 6343"/>
                  <a:gd name="connsiteY1" fmla="*/ 5500 h 6345"/>
                  <a:gd name="connsiteX2" fmla="*/ 6578 w 6343"/>
                  <a:gd name="connsiteY2" fmla="*/ 3257 h 6345"/>
                  <a:gd name="connsiteX3" fmla="*/ 5649 w 6343"/>
                  <a:gd name="connsiteY3" fmla="*/ 1013 h 6345"/>
                  <a:gd name="connsiteX4" fmla="*/ 3406 w 6343"/>
                  <a:gd name="connsiteY4" fmla="*/ 84 h 6345"/>
                  <a:gd name="connsiteX5" fmla="*/ 1164 w 6343"/>
                  <a:gd name="connsiteY5" fmla="*/ 1013 h 6345"/>
                  <a:gd name="connsiteX6" fmla="*/ 235 w 6343"/>
                  <a:gd name="connsiteY6" fmla="*/ 3257 h 6345"/>
                  <a:gd name="connsiteX7" fmla="*/ 1164 w 6343"/>
                  <a:gd name="connsiteY7" fmla="*/ 5500 h 6345"/>
                  <a:gd name="connsiteX8" fmla="*/ 3406 w 6343"/>
                  <a:gd name="connsiteY8" fmla="*/ 64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30"/>
                    </a:moveTo>
                    <a:cubicBezTo>
                      <a:pt x="4247" y="6430"/>
                      <a:pt x="5054" y="6095"/>
                      <a:pt x="5649" y="5500"/>
                    </a:cubicBezTo>
                    <a:cubicBezTo>
                      <a:pt x="6244" y="4905"/>
                      <a:pt x="6578" y="4098"/>
                      <a:pt x="6578" y="3257"/>
                    </a:cubicBezTo>
                    <a:cubicBezTo>
                      <a:pt x="6578" y="2415"/>
                      <a:pt x="6244" y="1608"/>
                      <a:pt x="5649" y="1013"/>
                    </a:cubicBezTo>
                    <a:cubicBezTo>
                      <a:pt x="5054" y="418"/>
                      <a:pt x="4247" y="84"/>
                      <a:pt x="3406" y="84"/>
                    </a:cubicBezTo>
                    <a:cubicBezTo>
                      <a:pt x="2565" y="84"/>
                      <a:pt x="1758" y="418"/>
                      <a:pt x="1164" y="1013"/>
                    </a:cubicBezTo>
                    <a:cubicBezTo>
                      <a:pt x="569" y="1608"/>
                      <a:pt x="235" y="2415"/>
                      <a:pt x="235" y="3257"/>
                    </a:cubicBezTo>
                    <a:cubicBezTo>
                      <a:pt x="235" y="4098"/>
                      <a:pt x="569" y="4905"/>
                      <a:pt x="1164" y="5500"/>
                    </a:cubicBezTo>
                    <a:cubicBezTo>
                      <a:pt x="1758" y="6095"/>
                      <a:pt x="2565" y="6430"/>
                      <a:pt x="3406" y="64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2" name="Freeform: Shape 1671">
                <a:extLst>
                  <a:ext uri="{FF2B5EF4-FFF2-40B4-BE49-F238E27FC236}">
                    <a16:creationId xmlns:a16="http://schemas.microsoft.com/office/drawing/2014/main" id="{F3D325F3-E97F-6707-7E6F-E3DA6297F5B5}"/>
                  </a:ext>
                </a:extLst>
              </p:cNvPr>
              <p:cNvSpPr/>
              <p:nvPr/>
            </p:nvSpPr>
            <p:spPr>
              <a:xfrm>
                <a:off x="3836801" y="4547312"/>
                <a:ext cx="6343" cy="6345"/>
              </a:xfrm>
              <a:custGeom>
                <a:avLst/>
                <a:gdLst>
                  <a:gd name="connsiteX0" fmla="*/ 3407 w 6343"/>
                  <a:gd name="connsiteY0" fmla="*/ 6430 h 6345"/>
                  <a:gd name="connsiteX1" fmla="*/ 5649 w 6343"/>
                  <a:gd name="connsiteY1" fmla="*/ 5500 h 6345"/>
                  <a:gd name="connsiteX2" fmla="*/ 6578 w 6343"/>
                  <a:gd name="connsiteY2" fmla="*/ 3257 h 6345"/>
                  <a:gd name="connsiteX3" fmla="*/ 5649 w 6343"/>
                  <a:gd name="connsiteY3" fmla="*/ 1013 h 6345"/>
                  <a:gd name="connsiteX4" fmla="*/ 3407 w 6343"/>
                  <a:gd name="connsiteY4" fmla="*/ 84 h 6345"/>
                  <a:gd name="connsiteX5" fmla="*/ 1164 w 6343"/>
                  <a:gd name="connsiteY5" fmla="*/ 1013 h 6345"/>
                  <a:gd name="connsiteX6" fmla="*/ 235 w 6343"/>
                  <a:gd name="connsiteY6" fmla="*/ 3257 h 6345"/>
                  <a:gd name="connsiteX7" fmla="*/ 1164 w 6343"/>
                  <a:gd name="connsiteY7" fmla="*/ 5500 h 6345"/>
                  <a:gd name="connsiteX8" fmla="*/ 3407 w 6343"/>
                  <a:gd name="connsiteY8" fmla="*/ 64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30"/>
                    </a:moveTo>
                    <a:cubicBezTo>
                      <a:pt x="4248" y="6430"/>
                      <a:pt x="5055" y="6095"/>
                      <a:pt x="5649" y="5500"/>
                    </a:cubicBezTo>
                    <a:cubicBezTo>
                      <a:pt x="6244" y="4905"/>
                      <a:pt x="6578" y="4098"/>
                      <a:pt x="6578" y="3257"/>
                    </a:cubicBezTo>
                    <a:cubicBezTo>
                      <a:pt x="6578" y="2415"/>
                      <a:pt x="6244" y="1608"/>
                      <a:pt x="5649" y="1013"/>
                    </a:cubicBezTo>
                    <a:cubicBezTo>
                      <a:pt x="5055" y="418"/>
                      <a:pt x="4248" y="84"/>
                      <a:pt x="3407" y="84"/>
                    </a:cubicBezTo>
                    <a:cubicBezTo>
                      <a:pt x="2566" y="84"/>
                      <a:pt x="1759" y="418"/>
                      <a:pt x="1164" y="1013"/>
                    </a:cubicBezTo>
                    <a:cubicBezTo>
                      <a:pt x="569" y="1608"/>
                      <a:pt x="235" y="2415"/>
                      <a:pt x="235" y="3257"/>
                    </a:cubicBezTo>
                    <a:cubicBezTo>
                      <a:pt x="235" y="4098"/>
                      <a:pt x="569" y="4905"/>
                      <a:pt x="1164" y="5500"/>
                    </a:cubicBezTo>
                    <a:cubicBezTo>
                      <a:pt x="1759" y="6095"/>
                      <a:pt x="2566" y="6430"/>
                      <a:pt x="3407" y="64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3" name="Freeform: Shape 1672">
                <a:extLst>
                  <a:ext uri="{FF2B5EF4-FFF2-40B4-BE49-F238E27FC236}">
                    <a16:creationId xmlns:a16="http://schemas.microsoft.com/office/drawing/2014/main" id="{F0212075-9DCE-4A5A-49ED-2DC255F1923E}"/>
                  </a:ext>
                </a:extLst>
              </p:cNvPr>
              <p:cNvSpPr/>
              <p:nvPr/>
            </p:nvSpPr>
            <p:spPr>
              <a:xfrm>
                <a:off x="3837703" y="4284729"/>
                <a:ext cx="6343" cy="6345"/>
              </a:xfrm>
              <a:custGeom>
                <a:avLst/>
                <a:gdLst>
                  <a:gd name="connsiteX0" fmla="*/ 3407 w 6343"/>
                  <a:gd name="connsiteY0" fmla="*/ 6409 h 6345"/>
                  <a:gd name="connsiteX1" fmla="*/ 5650 w 6343"/>
                  <a:gd name="connsiteY1" fmla="*/ 5480 h 6345"/>
                  <a:gd name="connsiteX2" fmla="*/ 6578 w 6343"/>
                  <a:gd name="connsiteY2" fmla="*/ 3236 h 6345"/>
                  <a:gd name="connsiteX3" fmla="*/ 5650 w 6343"/>
                  <a:gd name="connsiteY3" fmla="*/ 993 h 6345"/>
                  <a:gd name="connsiteX4" fmla="*/ 3407 w 6343"/>
                  <a:gd name="connsiteY4" fmla="*/ 63 h 6345"/>
                  <a:gd name="connsiteX5" fmla="*/ 1164 w 6343"/>
                  <a:gd name="connsiteY5" fmla="*/ 993 h 6345"/>
                  <a:gd name="connsiteX6" fmla="*/ 235 w 6343"/>
                  <a:gd name="connsiteY6" fmla="*/ 3236 h 6345"/>
                  <a:gd name="connsiteX7" fmla="*/ 1164 w 6343"/>
                  <a:gd name="connsiteY7" fmla="*/ 5480 h 6345"/>
                  <a:gd name="connsiteX8" fmla="*/ 3407 w 6343"/>
                  <a:gd name="connsiteY8" fmla="*/ 64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09"/>
                    </a:moveTo>
                    <a:cubicBezTo>
                      <a:pt x="4248" y="6409"/>
                      <a:pt x="5055" y="6075"/>
                      <a:pt x="5650" y="5480"/>
                    </a:cubicBezTo>
                    <a:cubicBezTo>
                      <a:pt x="6244" y="4885"/>
                      <a:pt x="6578" y="4078"/>
                      <a:pt x="6578" y="3236"/>
                    </a:cubicBezTo>
                    <a:cubicBezTo>
                      <a:pt x="6578" y="2395"/>
                      <a:pt x="6244" y="1588"/>
                      <a:pt x="5650" y="993"/>
                    </a:cubicBezTo>
                    <a:cubicBezTo>
                      <a:pt x="5055" y="398"/>
                      <a:pt x="4248" y="63"/>
                      <a:pt x="3407" y="63"/>
                    </a:cubicBezTo>
                    <a:cubicBezTo>
                      <a:pt x="2566" y="63"/>
                      <a:pt x="1759" y="398"/>
                      <a:pt x="1164" y="993"/>
                    </a:cubicBezTo>
                    <a:cubicBezTo>
                      <a:pt x="570" y="1588"/>
                      <a:pt x="235" y="2395"/>
                      <a:pt x="235" y="3236"/>
                    </a:cubicBezTo>
                    <a:cubicBezTo>
                      <a:pt x="235" y="4078"/>
                      <a:pt x="570" y="4885"/>
                      <a:pt x="1164" y="5480"/>
                    </a:cubicBezTo>
                    <a:cubicBezTo>
                      <a:pt x="1759" y="6075"/>
                      <a:pt x="2566" y="6409"/>
                      <a:pt x="3407" y="64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4" name="Freeform: Shape 1673">
                <a:extLst>
                  <a:ext uri="{FF2B5EF4-FFF2-40B4-BE49-F238E27FC236}">
                    <a16:creationId xmlns:a16="http://schemas.microsoft.com/office/drawing/2014/main" id="{31776030-7217-3FB0-2294-B77E09E4C1B2}"/>
                  </a:ext>
                </a:extLst>
              </p:cNvPr>
              <p:cNvSpPr/>
              <p:nvPr/>
            </p:nvSpPr>
            <p:spPr>
              <a:xfrm>
                <a:off x="3851631" y="4560725"/>
                <a:ext cx="6343" cy="6345"/>
              </a:xfrm>
              <a:custGeom>
                <a:avLst/>
                <a:gdLst>
                  <a:gd name="connsiteX0" fmla="*/ 3408 w 6343"/>
                  <a:gd name="connsiteY0" fmla="*/ 6431 h 6345"/>
                  <a:gd name="connsiteX1" fmla="*/ 5651 w 6343"/>
                  <a:gd name="connsiteY1" fmla="*/ 5501 h 6345"/>
                  <a:gd name="connsiteX2" fmla="*/ 6580 w 6343"/>
                  <a:gd name="connsiteY2" fmla="*/ 3258 h 6345"/>
                  <a:gd name="connsiteX3" fmla="*/ 5651 w 6343"/>
                  <a:gd name="connsiteY3" fmla="*/ 1014 h 6345"/>
                  <a:gd name="connsiteX4" fmla="*/ 3408 w 6343"/>
                  <a:gd name="connsiteY4" fmla="*/ 85 h 6345"/>
                  <a:gd name="connsiteX5" fmla="*/ 1165 w 6343"/>
                  <a:gd name="connsiteY5" fmla="*/ 1014 h 6345"/>
                  <a:gd name="connsiteX6" fmla="*/ 236 w 6343"/>
                  <a:gd name="connsiteY6" fmla="*/ 3258 h 6345"/>
                  <a:gd name="connsiteX7" fmla="*/ 1165 w 6343"/>
                  <a:gd name="connsiteY7" fmla="*/ 5501 h 6345"/>
                  <a:gd name="connsiteX8" fmla="*/ 3408 w 6343"/>
                  <a:gd name="connsiteY8" fmla="*/ 64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31"/>
                    </a:moveTo>
                    <a:cubicBezTo>
                      <a:pt x="4249" y="6431"/>
                      <a:pt x="5056" y="6096"/>
                      <a:pt x="5651" y="5501"/>
                    </a:cubicBezTo>
                    <a:cubicBezTo>
                      <a:pt x="6245" y="4906"/>
                      <a:pt x="6580" y="4099"/>
                      <a:pt x="6580" y="3258"/>
                    </a:cubicBezTo>
                    <a:cubicBezTo>
                      <a:pt x="6580" y="2416"/>
                      <a:pt x="6245" y="1609"/>
                      <a:pt x="5651" y="1014"/>
                    </a:cubicBezTo>
                    <a:cubicBezTo>
                      <a:pt x="5056" y="420"/>
                      <a:pt x="4249" y="85"/>
                      <a:pt x="3408" y="85"/>
                    </a:cubicBezTo>
                    <a:cubicBezTo>
                      <a:pt x="2567" y="85"/>
                      <a:pt x="1760" y="420"/>
                      <a:pt x="1165" y="1014"/>
                    </a:cubicBezTo>
                    <a:cubicBezTo>
                      <a:pt x="571" y="1609"/>
                      <a:pt x="236" y="2416"/>
                      <a:pt x="236" y="3258"/>
                    </a:cubicBezTo>
                    <a:cubicBezTo>
                      <a:pt x="236" y="4099"/>
                      <a:pt x="571" y="4906"/>
                      <a:pt x="1165" y="5501"/>
                    </a:cubicBezTo>
                    <a:cubicBezTo>
                      <a:pt x="1760" y="6096"/>
                      <a:pt x="2567" y="6431"/>
                      <a:pt x="3408" y="64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5" name="Freeform: Shape 1674">
                <a:extLst>
                  <a:ext uri="{FF2B5EF4-FFF2-40B4-BE49-F238E27FC236}">
                    <a16:creationId xmlns:a16="http://schemas.microsoft.com/office/drawing/2014/main" id="{FFE9E3D6-1DC0-43D2-E473-D1A7F4D04BB2}"/>
                  </a:ext>
                </a:extLst>
              </p:cNvPr>
              <p:cNvSpPr/>
              <p:nvPr/>
            </p:nvSpPr>
            <p:spPr>
              <a:xfrm>
                <a:off x="3858824" y="4559520"/>
                <a:ext cx="6343" cy="6345"/>
              </a:xfrm>
              <a:custGeom>
                <a:avLst/>
                <a:gdLst>
                  <a:gd name="connsiteX0" fmla="*/ 3409 w 6343"/>
                  <a:gd name="connsiteY0" fmla="*/ 6431 h 6345"/>
                  <a:gd name="connsiteX1" fmla="*/ 5651 w 6343"/>
                  <a:gd name="connsiteY1" fmla="*/ 5501 h 6345"/>
                  <a:gd name="connsiteX2" fmla="*/ 6580 w 6343"/>
                  <a:gd name="connsiteY2" fmla="*/ 3258 h 6345"/>
                  <a:gd name="connsiteX3" fmla="*/ 5651 w 6343"/>
                  <a:gd name="connsiteY3" fmla="*/ 1014 h 6345"/>
                  <a:gd name="connsiteX4" fmla="*/ 3409 w 6343"/>
                  <a:gd name="connsiteY4" fmla="*/ 85 h 6345"/>
                  <a:gd name="connsiteX5" fmla="*/ 1166 w 6343"/>
                  <a:gd name="connsiteY5" fmla="*/ 1014 h 6345"/>
                  <a:gd name="connsiteX6" fmla="*/ 237 w 6343"/>
                  <a:gd name="connsiteY6" fmla="*/ 3258 h 6345"/>
                  <a:gd name="connsiteX7" fmla="*/ 1166 w 6343"/>
                  <a:gd name="connsiteY7" fmla="*/ 5501 h 6345"/>
                  <a:gd name="connsiteX8" fmla="*/ 3409 w 6343"/>
                  <a:gd name="connsiteY8" fmla="*/ 64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31"/>
                    </a:moveTo>
                    <a:cubicBezTo>
                      <a:pt x="4250" y="6431"/>
                      <a:pt x="5056" y="6096"/>
                      <a:pt x="5651" y="5501"/>
                    </a:cubicBezTo>
                    <a:cubicBezTo>
                      <a:pt x="6246" y="4906"/>
                      <a:pt x="6580" y="4099"/>
                      <a:pt x="6580" y="3258"/>
                    </a:cubicBezTo>
                    <a:cubicBezTo>
                      <a:pt x="6580" y="2416"/>
                      <a:pt x="6246" y="1609"/>
                      <a:pt x="5651" y="1014"/>
                    </a:cubicBezTo>
                    <a:cubicBezTo>
                      <a:pt x="5056" y="419"/>
                      <a:pt x="4250" y="85"/>
                      <a:pt x="3409" y="85"/>
                    </a:cubicBezTo>
                    <a:cubicBezTo>
                      <a:pt x="2567" y="85"/>
                      <a:pt x="1761" y="419"/>
                      <a:pt x="1166" y="1014"/>
                    </a:cubicBezTo>
                    <a:cubicBezTo>
                      <a:pt x="571" y="1609"/>
                      <a:pt x="237" y="2416"/>
                      <a:pt x="237" y="3258"/>
                    </a:cubicBezTo>
                    <a:cubicBezTo>
                      <a:pt x="237" y="4099"/>
                      <a:pt x="571" y="4906"/>
                      <a:pt x="1166" y="5501"/>
                    </a:cubicBezTo>
                    <a:cubicBezTo>
                      <a:pt x="1761" y="6096"/>
                      <a:pt x="2567" y="6431"/>
                      <a:pt x="3409" y="64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6" name="Freeform: Shape 1675">
                <a:extLst>
                  <a:ext uri="{FF2B5EF4-FFF2-40B4-BE49-F238E27FC236}">
                    <a16:creationId xmlns:a16="http://schemas.microsoft.com/office/drawing/2014/main" id="{FB5DFF32-AC1E-D1AC-F03F-6ABD80020EB4}"/>
                  </a:ext>
                </a:extLst>
              </p:cNvPr>
              <p:cNvSpPr/>
              <p:nvPr/>
            </p:nvSpPr>
            <p:spPr>
              <a:xfrm>
                <a:off x="3864899" y="4367568"/>
                <a:ext cx="6343" cy="6345"/>
              </a:xfrm>
              <a:custGeom>
                <a:avLst/>
                <a:gdLst>
                  <a:gd name="connsiteX0" fmla="*/ 3409 w 6343"/>
                  <a:gd name="connsiteY0" fmla="*/ 6415 h 6345"/>
                  <a:gd name="connsiteX1" fmla="*/ 5652 w 6343"/>
                  <a:gd name="connsiteY1" fmla="*/ 5486 h 6345"/>
                  <a:gd name="connsiteX2" fmla="*/ 6581 w 6343"/>
                  <a:gd name="connsiteY2" fmla="*/ 3243 h 6345"/>
                  <a:gd name="connsiteX3" fmla="*/ 5652 w 6343"/>
                  <a:gd name="connsiteY3" fmla="*/ 999 h 6345"/>
                  <a:gd name="connsiteX4" fmla="*/ 3409 w 6343"/>
                  <a:gd name="connsiteY4" fmla="*/ 70 h 6345"/>
                  <a:gd name="connsiteX5" fmla="*/ 1166 w 6343"/>
                  <a:gd name="connsiteY5" fmla="*/ 999 h 6345"/>
                  <a:gd name="connsiteX6" fmla="*/ 237 w 6343"/>
                  <a:gd name="connsiteY6" fmla="*/ 3243 h 6345"/>
                  <a:gd name="connsiteX7" fmla="*/ 1166 w 6343"/>
                  <a:gd name="connsiteY7" fmla="*/ 5486 h 6345"/>
                  <a:gd name="connsiteX8" fmla="*/ 3409 w 6343"/>
                  <a:gd name="connsiteY8" fmla="*/ 641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15"/>
                    </a:moveTo>
                    <a:cubicBezTo>
                      <a:pt x="4250" y="6415"/>
                      <a:pt x="5057" y="6081"/>
                      <a:pt x="5652" y="5486"/>
                    </a:cubicBezTo>
                    <a:cubicBezTo>
                      <a:pt x="6246" y="4891"/>
                      <a:pt x="6581" y="4084"/>
                      <a:pt x="6581" y="3243"/>
                    </a:cubicBezTo>
                    <a:cubicBezTo>
                      <a:pt x="6581" y="2401"/>
                      <a:pt x="6246" y="1594"/>
                      <a:pt x="5652" y="999"/>
                    </a:cubicBezTo>
                    <a:cubicBezTo>
                      <a:pt x="5057" y="404"/>
                      <a:pt x="4250" y="70"/>
                      <a:pt x="3409" y="70"/>
                    </a:cubicBezTo>
                    <a:cubicBezTo>
                      <a:pt x="2568" y="70"/>
                      <a:pt x="1761" y="404"/>
                      <a:pt x="1166" y="999"/>
                    </a:cubicBezTo>
                    <a:cubicBezTo>
                      <a:pt x="572" y="1594"/>
                      <a:pt x="237" y="2401"/>
                      <a:pt x="237" y="3243"/>
                    </a:cubicBezTo>
                    <a:cubicBezTo>
                      <a:pt x="237" y="4084"/>
                      <a:pt x="572" y="4891"/>
                      <a:pt x="1166" y="5486"/>
                    </a:cubicBezTo>
                    <a:cubicBezTo>
                      <a:pt x="1761" y="6081"/>
                      <a:pt x="2568" y="6415"/>
                      <a:pt x="3409" y="64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7" name="Freeform: Shape 1676">
                <a:extLst>
                  <a:ext uri="{FF2B5EF4-FFF2-40B4-BE49-F238E27FC236}">
                    <a16:creationId xmlns:a16="http://schemas.microsoft.com/office/drawing/2014/main" id="{633AEFD3-5209-515F-7EE0-A45F64C03E56}"/>
                  </a:ext>
                </a:extLst>
              </p:cNvPr>
              <p:cNvSpPr/>
              <p:nvPr/>
            </p:nvSpPr>
            <p:spPr>
              <a:xfrm>
                <a:off x="3873305" y="4294352"/>
                <a:ext cx="6343" cy="6345"/>
              </a:xfrm>
              <a:custGeom>
                <a:avLst/>
                <a:gdLst>
                  <a:gd name="connsiteX0" fmla="*/ 3410 w 6343"/>
                  <a:gd name="connsiteY0" fmla="*/ 6410 h 6345"/>
                  <a:gd name="connsiteX1" fmla="*/ 5652 w 6343"/>
                  <a:gd name="connsiteY1" fmla="*/ 5480 h 6345"/>
                  <a:gd name="connsiteX2" fmla="*/ 6581 w 6343"/>
                  <a:gd name="connsiteY2" fmla="*/ 3237 h 6345"/>
                  <a:gd name="connsiteX3" fmla="*/ 5652 w 6343"/>
                  <a:gd name="connsiteY3" fmla="*/ 993 h 6345"/>
                  <a:gd name="connsiteX4" fmla="*/ 3410 w 6343"/>
                  <a:gd name="connsiteY4" fmla="*/ 64 h 6345"/>
                  <a:gd name="connsiteX5" fmla="*/ 1167 w 6343"/>
                  <a:gd name="connsiteY5" fmla="*/ 993 h 6345"/>
                  <a:gd name="connsiteX6" fmla="*/ 238 w 6343"/>
                  <a:gd name="connsiteY6" fmla="*/ 3237 h 6345"/>
                  <a:gd name="connsiteX7" fmla="*/ 1167 w 6343"/>
                  <a:gd name="connsiteY7" fmla="*/ 5480 h 6345"/>
                  <a:gd name="connsiteX8" fmla="*/ 3410 w 6343"/>
                  <a:gd name="connsiteY8" fmla="*/ 64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10"/>
                    </a:moveTo>
                    <a:cubicBezTo>
                      <a:pt x="4251" y="6410"/>
                      <a:pt x="5058" y="6075"/>
                      <a:pt x="5652" y="5480"/>
                    </a:cubicBezTo>
                    <a:cubicBezTo>
                      <a:pt x="6247" y="4885"/>
                      <a:pt x="6581" y="4078"/>
                      <a:pt x="6581" y="3237"/>
                    </a:cubicBezTo>
                    <a:cubicBezTo>
                      <a:pt x="6581" y="2396"/>
                      <a:pt x="6247" y="1588"/>
                      <a:pt x="5652" y="993"/>
                    </a:cubicBezTo>
                    <a:cubicBezTo>
                      <a:pt x="5058" y="399"/>
                      <a:pt x="4251" y="64"/>
                      <a:pt x="3410" y="64"/>
                    </a:cubicBezTo>
                    <a:cubicBezTo>
                      <a:pt x="2569" y="64"/>
                      <a:pt x="1762" y="399"/>
                      <a:pt x="1167" y="993"/>
                    </a:cubicBezTo>
                    <a:cubicBezTo>
                      <a:pt x="572" y="1588"/>
                      <a:pt x="238" y="2396"/>
                      <a:pt x="238" y="3237"/>
                    </a:cubicBezTo>
                    <a:cubicBezTo>
                      <a:pt x="238" y="4078"/>
                      <a:pt x="572" y="4885"/>
                      <a:pt x="1167" y="5480"/>
                    </a:cubicBezTo>
                    <a:cubicBezTo>
                      <a:pt x="1762" y="6075"/>
                      <a:pt x="2569" y="6410"/>
                      <a:pt x="3410" y="64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8" name="Freeform: Shape 1677">
                <a:extLst>
                  <a:ext uri="{FF2B5EF4-FFF2-40B4-BE49-F238E27FC236}">
                    <a16:creationId xmlns:a16="http://schemas.microsoft.com/office/drawing/2014/main" id="{61A4064F-7E72-1FE4-3000-257713F4ED51}"/>
                  </a:ext>
                </a:extLst>
              </p:cNvPr>
              <p:cNvSpPr/>
              <p:nvPr/>
            </p:nvSpPr>
            <p:spPr>
              <a:xfrm>
                <a:off x="3882171" y="4290187"/>
                <a:ext cx="6343" cy="6345"/>
              </a:xfrm>
              <a:custGeom>
                <a:avLst/>
                <a:gdLst>
                  <a:gd name="connsiteX0" fmla="*/ 3410 w 6343"/>
                  <a:gd name="connsiteY0" fmla="*/ 6409 h 6345"/>
                  <a:gd name="connsiteX1" fmla="*/ 5653 w 6343"/>
                  <a:gd name="connsiteY1" fmla="*/ 5480 h 6345"/>
                  <a:gd name="connsiteX2" fmla="*/ 6582 w 6343"/>
                  <a:gd name="connsiteY2" fmla="*/ 3237 h 6345"/>
                  <a:gd name="connsiteX3" fmla="*/ 5653 w 6343"/>
                  <a:gd name="connsiteY3" fmla="*/ 993 h 6345"/>
                  <a:gd name="connsiteX4" fmla="*/ 3410 w 6343"/>
                  <a:gd name="connsiteY4" fmla="*/ 64 h 6345"/>
                  <a:gd name="connsiteX5" fmla="*/ 1168 w 6343"/>
                  <a:gd name="connsiteY5" fmla="*/ 993 h 6345"/>
                  <a:gd name="connsiteX6" fmla="*/ 239 w 6343"/>
                  <a:gd name="connsiteY6" fmla="*/ 3237 h 6345"/>
                  <a:gd name="connsiteX7" fmla="*/ 1168 w 6343"/>
                  <a:gd name="connsiteY7" fmla="*/ 5480 h 6345"/>
                  <a:gd name="connsiteX8" fmla="*/ 3410 w 6343"/>
                  <a:gd name="connsiteY8" fmla="*/ 64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09"/>
                    </a:moveTo>
                    <a:cubicBezTo>
                      <a:pt x="4252" y="6409"/>
                      <a:pt x="5058" y="6075"/>
                      <a:pt x="5653" y="5480"/>
                    </a:cubicBezTo>
                    <a:cubicBezTo>
                      <a:pt x="6248" y="4885"/>
                      <a:pt x="6582" y="4078"/>
                      <a:pt x="6582" y="3237"/>
                    </a:cubicBezTo>
                    <a:cubicBezTo>
                      <a:pt x="6582" y="2395"/>
                      <a:pt x="6248" y="1588"/>
                      <a:pt x="5653" y="993"/>
                    </a:cubicBezTo>
                    <a:cubicBezTo>
                      <a:pt x="5058" y="398"/>
                      <a:pt x="4252" y="64"/>
                      <a:pt x="3410" y="64"/>
                    </a:cubicBezTo>
                    <a:cubicBezTo>
                      <a:pt x="2569" y="64"/>
                      <a:pt x="1763" y="398"/>
                      <a:pt x="1168" y="993"/>
                    </a:cubicBezTo>
                    <a:cubicBezTo>
                      <a:pt x="573" y="1588"/>
                      <a:pt x="239" y="2395"/>
                      <a:pt x="239" y="3237"/>
                    </a:cubicBezTo>
                    <a:cubicBezTo>
                      <a:pt x="239" y="4078"/>
                      <a:pt x="573" y="4885"/>
                      <a:pt x="1168" y="5480"/>
                    </a:cubicBezTo>
                    <a:cubicBezTo>
                      <a:pt x="1763" y="6075"/>
                      <a:pt x="2569" y="6409"/>
                      <a:pt x="3410" y="64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9" name="Freeform: Shape 1678">
                <a:extLst>
                  <a:ext uri="{FF2B5EF4-FFF2-40B4-BE49-F238E27FC236}">
                    <a16:creationId xmlns:a16="http://schemas.microsoft.com/office/drawing/2014/main" id="{0337EC0A-9FB8-C892-E620-E8003CCEB617}"/>
                  </a:ext>
                </a:extLst>
              </p:cNvPr>
              <p:cNvSpPr/>
              <p:nvPr/>
            </p:nvSpPr>
            <p:spPr>
              <a:xfrm>
                <a:off x="3891687" y="4238097"/>
                <a:ext cx="6343" cy="6345"/>
              </a:xfrm>
              <a:custGeom>
                <a:avLst/>
                <a:gdLst>
                  <a:gd name="connsiteX0" fmla="*/ 3411 w 6343"/>
                  <a:gd name="connsiteY0" fmla="*/ 6405 h 6345"/>
                  <a:gd name="connsiteX1" fmla="*/ 5654 w 6343"/>
                  <a:gd name="connsiteY1" fmla="*/ 5476 h 6345"/>
                  <a:gd name="connsiteX2" fmla="*/ 6583 w 6343"/>
                  <a:gd name="connsiteY2" fmla="*/ 3232 h 6345"/>
                  <a:gd name="connsiteX3" fmla="*/ 5654 w 6343"/>
                  <a:gd name="connsiteY3" fmla="*/ 989 h 6345"/>
                  <a:gd name="connsiteX4" fmla="*/ 3411 w 6343"/>
                  <a:gd name="connsiteY4" fmla="*/ 60 h 6345"/>
                  <a:gd name="connsiteX5" fmla="*/ 1169 w 6343"/>
                  <a:gd name="connsiteY5" fmla="*/ 989 h 6345"/>
                  <a:gd name="connsiteX6" fmla="*/ 240 w 6343"/>
                  <a:gd name="connsiteY6" fmla="*/ 3232 h 6345"/>
                  <a:gd name="connsiteX7" fmla="*/ 1169 w 6343"/>
                  <a:gd name="connsiteY7" fmla="*/ 5476 h 6345"/>
                  <a:gd name="connsiteX8" fmla="*/ 3411 w 6343"/>
                  <a:gd name="connsiteY8" fmla="*/ 640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05"/>
                    </a:moveTo>
                    <a:cubicBezTo>
                      <a:pt x="4252" y="6405"/>
                      <a:pt x="5059" y="6071"/>
                      <a:pt x="5654" y="5476"/>
                    </a:cubicBezTo>
                    <a:cubicBezTo>
                      <a:pt x="6249" y="4881"/>
                      <a:pt x="6583" y="4074"/>
                      <a:pt x="6583" y="3232"/>
                    </a:cubicBezTo>
                    <a:cubicBezTo>
                      <a:pt x="6583" y="2391"/>
                      <a:pt x="6249" y="1584"/>
                      <a:pt x="5654" y="989"/>
                    </a:cubicBezTo>
                    <a:cubicBezTo>
                      <a:pt x="5059" y="394"/>
                      <a:pt x="4252" y="60"/>
                      <a:pt x="3411" y="60"/>
                    </a:cubicBezTo>
                    <a:cubicBezTo>
                      <a:pt x="2570" y="60"/>
                      <a:pt x="1763" y="394"/>
                      <a:pt x="1169" y="989"/>
                    </a:cubicBezTo>
                    <a:cubicBezTo>
                      <a:pt x="574" y="1584"/>
                      <a:pt x="240" y="2391"/>
                      <a:pt x="240" y="3232"/>
                    </a:cubicBezTo>
                    <a:cubicBezTo>
                      <a:pt x="240" y="4074"/>
                      <a:pt x="574" y="4881"/>
                      <a:pt x="1169" y="5476"/>
                    </a:cubicBezTo>
                    <a:cubicBezTo>
                      <a:pt x="1763" y="6071"/>
                      <a:pt x="2570" y="6405"/>
                      <a:pt x="3411" y="64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0" name="Freeform: Shape 1679">
                <a:extLst>
                  <a:ext uri="{FF2B5EF4-FFF2-40B4-BE49-F238E27FC236}">
                    <a16:creationId xmlns:a16="http://schemas.microsoft.com/office/drawing/2014/main" id="{97E1A945-A892-FDD6-6CBA-1AEB0CE5CC49}"/>
                  </a:ext>
                </a:extLst>
              </p:cNvPr>
              <p:cNvSpPr/>
              <p:nvPr/>
            </p:nvSpPr>
            <p:spPr>
              <a:xfrm>
                <a:off x="3899815" y="4295077"/>
                <a:ext cx="6343" cy="6345"/>
              </a:xfrm>
              <a:custGeom>
                <a:avLst/>
                <a:gdLst>
                  <a:gd name="connsiteX0" fmla="*/ 3412 w 6343"/>
                  <a:gd name="connsiteY0" fmla="*/ 6410 h 6345"/>
                  <a:gd name="connsiteX1" fmla="*/ 5654 w 6343"/>
                  <a:gd name="connsiteY1" fmla="*/ 5480 h 6345"/>
                  <a:gd name="connsiteX2" fmla="*/ 6583 w 6343"/>
                  <a:gd name="connsiteY2" fmla="*/ 3237 h 6345"/>
                  <a:gd name="connsiteX3" fmla="*/ 5654 w 6343"/>
                  <a:gd name="connsiteY3" fmla="*/ 994 h 6345"/>
                  <a:gd name="connsiteX4" fmla="*/ 3412 w 6343"/>
                  <a:gd name="connsiteY4" fmla="*/ 64 h 6345"/>
                  <a:gd name="connsiteX5" fmla="*/ 1169 w 6343"/>
                  <a:gd name="connsiteY5" fmla="*/ 994 h 6345"/>
                  <a:gd name="connsiteX6" fmla="*/ 240 w 6343"/>
                  <a:gd name="connsiteY6" fmla="*/ 3237 h 6345"/>
                  <a:gd name="connsiteX7" fmla="*/ 1169 w 6343"/>
                  <a:gd name="connsiteY7" fmla="*/ 5480 h 6345"/>
                  <a:gd name="connsiteX8" fmla="*/ 3412 w 6343"/>
                  <a:gd name="connsiteY8" fmla="*/ 64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10"/>
                    </a:moveTo>
                    <a:cubicBezTo>
                      <a:pt x="4253" y="6410"/>
                      <a:pt x="5060" y="6075"/>
                      <a:pt x="5654" y="5480"/>
                    </a:cubicBezTo>
                    <a:cubicBezTo>
                      <a:pt x="6249" y="4885"/>
                      <a:pt x="6583" y="4078"/>
                      <a:pt x="6583" y="3237"/>
                    </a:cubicBezTo>
                    <a:cubicBezTo>
                      <a:pt x="6583" y="2396"/>
                      <a:pt x="6249" y="1588"/>
                      <a:pt x="5654" y="994"/>
                    </a:cubicBezTo>
                    <a:cubicBezTo>
                      <a:pt x="5060" y="399"/>
                      <a:pt x="4253" y="64"/>
                      <a:pt x="3412" y="64"/>
                    </a:cubicBezTo>
                    <a:cubicBezTo>
                      <a:pt x="2571" y="64"/>
                      <a:pt x="1764" y="399"/>
                      <a:pt x="1169" y="994"/>
                    </a:cubicBezTo>
                    <a:cubicBezTo>
                      <a:pt x="574" y="1588"/>
                      <a:pt x="240" y="2396"/>
                      <a:pt x="240" y="3237"/>
                    </a:cubicBezTo>
                    <a:cubicBezTo>
                      <a:pt x="240" y="4078"/>
                      <a:pt x="574" y="4885"/>
                      <a:pt x="1169" y="5480"/>
                    </a:cubicBezTo>
                    <a:cubicBezTo>
                      <a:pt x="1764" y="6075"/>
                      <a:pt x="2571" y="6410"/>
                      <a:pt x="3412" y="64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1" name="Freeform: Shape 1680">
                <a:extLst>
                  <a:ext uri="{FF2B5EF4-FFF2-40B4-BE49-F238E27FC236}">
                    <a16:creationId xmlns:a16="http://schemas.microsoft.com/office/drawing/2014/main" id="{DE999605-1432-C6E7-41F7-64B75FF9B937}"/>
                  </a:ext>
                </a:extLst>
              </p:cNvPr>
              <p:cNvSpPr/>
              <p:nvPr/>
            </p:nvSpPr>
            <p:spPr>
              <a:xfrm>
                <a:off x="3908203" y="4313322"/>
                <a:ext cx="6343" cy="6345"/>
              </a:xfrm>
              <a:custGeom>
                <a:avLst/>
                <a:gdLst>
                  <a:gd name="connsiteX0" fmla="*/ 3412 w 6343"/>
                  <a:gd name="connsiteY0" fmla="*/ 6411 h 6345"/>
                  <a:gd name="connsiteX1" fmla="*/ 5655 w 6343"/>
                  <a:gd name="connsiteY1" fmla="*/ 5482 h 6345"/>
                  <a:gd name="connsiteX2" fmla="*/ 6584 w 6343"/>
                  <a:gd name="connsiteY2" fmla="*/ 3238 h 6345"/>
                  <a:gd name="connsiteX3" fmla="*/ 5655 w 6343"/>
                  <a:gd name="connsiteY3" fmla="*/ 995 h 6345"/>
                  <a:gd name="connsiteX4" fmla="*/ 3412 w 6343"/>
                  <a:gd name="connsiteY4" fmla="*/ 66 h 6345"/>
                  <a:gd name="connsiteX5" fmla="*/ 1170 w 6343"/>
                  <a:gd name="connsiteY5" fmla="*/ 995 h 6345"/>
                  <a:gd name="connsiteX6" fmla="*/ 241 w 6343"/>
                  <a:gd name="connsiteY6" fmla="*/ 3238 h 6345"/>
                  <a:gd name="connsiteX7" fmla="*/ 1170 w 6343"/>
                  <a:gd name="connsiteY7" fmla="*/ 5482 h 6345"/>
                  <a:gd name="connsiteX8" fmla="*/ 3412 w 6343"/>
                  <a:gd name="connsiteY8" fmla="*/ 64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11"/>
                    </a:moveTo>
                    <a:cubicBezTo>
                      <a:pt x="4254" y="6411"/>
                      <a:pt x="5060" y="6077"/>
                      <a:pt x="5655" y="5482"/>
                    </a:cubicBezTo>
                    <a:cubicBezTo>
                      <a:pt x="6250" y="4887"/>
                      <a:pt x="6584" y="4080"/>
                      <a:pt x="6584" y="3238"/>
                    </a:cubicBezTo>
                    <a:cubicBezTo>
                      <a:pt x="6584" y="2397"/>
                      <a:pt x="6250" y="1590"/>
                      <a:pt x="5655" y="995"/>
                    </a:cubicBezTo>
                    <a:cubicBezTo>
                      <a:pt x="5060" y="400"/>
                      <a:pt x="4254" y="66"/>
                      <a:pt x="3412" y="66"/>
                    </a:cubicBezTo>
                    <a:cubicBezTo>
                      <a:pt x="2571" y="66"/>
                      <a:pt x="1765" y="400"/>
                      <a:pt x="1170" y="995"/>
                    </a:cubicBezTo>
                    <a:cubicBezTo>
                      <a:pt x="575" y="1590"/>
                      <a:pt x="241" y="2397"/>
                      <a:pt x="241" y="3238"/>
                    </a:cubicBezTo>
                    <a:cubicBezTo>
                      <a:pt x="241" y="4080"/>
                      <a:pt x="575" y="4887"/>
                      <a:pt x="1170" y="5482"/>
                    </a:cubicBezTo>
                    <a:cubicBezTo>
                      <a:pt x="1765" y="6077"/>
                      <a:pt x="2571" y="6411"/>
                      <a:pt x="3412" y="64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2" name="Freeform: Shape 1681">
                <a:extLst>
                  <a:ext uri="{FF2B5EF4-FFF2-40B4-BE49-F238E27FC236}">
                    <a16:creationId xmlns:a16="http://schemas.microsoft.com/office/drawing/2014/main" id="{E8CAA8CE-80ED-84A6-9421-9931BAD65CD1}"/>
                  </a:ext>
                </a:extLst>
              </p:cNvPr>
              <p:cNvSpPr/>
              <p:nvPr/>
            </p:nvSpPr>
            <p:spPr>
              <a:xfrm>
                <a:off x="3918188" y="4272700"/>
                <a:ext cx="6343" cy="6345"/>
              </a:xfrm>
              <a:custGeom>
                <a:avLst/>
                <a:gdLst>
                  <a:gd name="connsiteX0" fmla="*/ 3413 w 6343"/>
                  <a:gd name="connsiteY0" fmla="*/ 6408 h 6345"/>
                  <a:gd name="connsiteX1" fmla="*/ 5656 w 6343"/>
                  <a:gd name="connsiteY1" fmla="*/ 5479 h 6345"/>
                  <a:gd name="connsiteX2" fmla="*/ 6585 w 6343"/>
                  <a:gd name="connsiteY2" fmla="*/ 3235 h 6345"/>
                  <a:gd name="connsiteX3" fmla="*/ 5656 w 6343"/>
                  <a:gd name="connsiteY3" fmla="*/ 992 h 6345"/>
                  <a:gd name="connsiteX4" fmla="*/ 3413 w 6343"/>
                  <a:gd name="connsiteY4" fmla="*/ 63 h 6345"/>
                  <a:gd name="connsiteX5" fmla="*/ 1171 w 6343"/>
                  <a:gd name="connsiteY5" fmla="*/ 992 h 6345"/>
                  <a:gd name="connsiteX6" fmla="*/ 242 w 6343"/>
                  <a:gd name="connsiteY6" fmla="*/ 3235 h 6345"/>
                  <a:gd name="connsiteX7" fmla="*/ 1171 w 6343"/>
                  <a:gd name="connsiteY7" fmla="*/ 5479 h 6345"/>
                  <a:gd name="connsiteX8" fmla="*/ 3413 w 6343"/>
                  <a:gd name="connsiteY8" fmla="*/ 64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08"/>
                    </a:moveTo>
                    <a:cubicBezTo>
                      <a:pt x="4254" y="6408"/>
                      <a:pt x="5061" y="6074"/>
                      <a:pt x="5656" y="5479"/>
                    </a:cubicBezTo>
                    <a:cubicBezTo>
                      <a:pt x="6251" y="4884"/>
                      <a:pt x="6585" y="4077"/>
                      <a:pt x="6585" y="3235"/>
                    </a:cubicBezTo>
                    <a:cubicBezTo>
                      <a:pt x="6585" y="2394"/>
                      <a:pt x="6251" y="1587"/>
                      <a:pt x="5656" y="992"/>
                    </a:cubicBezTo>
                    <a:cubicBezTo>
                      <a:pt x="5061" y="397"/>
                      <a:pt x="4254" y="63"/>
                      <a:pt x="3413" y="63"/>
                    </a:cubicBezTo>
                    <a:cubicBezTo>
                      <a:pt x="2572" y="63"/>
                      <a:pt x="1765" y="397"/>
                      <a:pt x="1171" y="992"/>
                    </a:cubicBezTo>
                    <a:cubicBezTo>
                      <a:pt x="576" y="1587"/>
                      <a:pt x="242" y="2394"/>
                      <a:pt x="242" y="3235"/>
                    </a:cubicBezTo>
                    <a:cubicBezTo>
                      <a:pt x="242" y="4077"/>
                      <a:pt x="576" y="4884"/>
                      <a:pt x="1171" y="5479"/>
                    </a:cubicBezTo>
                    <a:cubicBezTo>
                      <a:pt x="1765" y="6074"/>
                      <a:pt x="2572" y="6408"/>
                      <a:pt x="3413" y="64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3" name="Freeform: Shape 1682">
                <a:extLst>
                  <a:ext uri="{FF2B5EF4-FFF2-40B4-BE49-F238E27FC236}">
                    <a16:creationId xmlns:a16="http://schemas.microsoft.com/office/drawing/2014/main" id="{4FC80594-F172-AD3B-0B53-0E3D92BBDD8A}"/>
                  </a:ext>
                </a:extLst>
              </p:cNvPr>
              <p:cNvSpPr/>
              <p:nvPr/>
            </p:nvSpPr>
            <p:spPr>
              <a:xfrm>
                <a:off x="3909322" y="4754900"/>
                <a:ext cx="6343" cy="6345"/>
              </a:xfrm>
              <a:custGeom>
                <a:avLst/>
                <a:gdLst>
                  <a:gd name="connsiteX0" fmla="*/ 3413 w 6343"/>
                  <a:gd name="connsiteY0" fmla="*/ 6446 h 6345"/>
                  <a:gd name="connsiteX1" fmla="*/ 5655 w 6343"/>
                  <a:gd name="connsiteY1" fmla="*/ 5517 h 6345"/>
                  <a:gd name="connsiteX2" fmla="*/ 6584 w 6343"/>
                  <a:gd name="connsiteY2" fmla="*/ 3273 h 6345"/>
                  <a:gd name="connsiteX3" fmla="*/ 5655 w 6343"/>
                  <a:gd name="connsiteY3" fmla="*/ 1030 h 6345"/>
                  <a:gd name="connsiteX4" fmla="*/ 3413 w 6343"/>
                  <a:gd name="connsiteY4" fmla="*/ 101 h 6345"/>
                  <a:gd name="connsiteX5" fmla="*/ 1170 w 6343"/>
                  <a:gd name="connsiteY5" fmla="*/ 1030 h 6345"/>
                  <a:gd name="connsiteX6" fmla="*/ 241 w 6343"/>
                  <a:gd name="connsiteY6" fmla="*/ 3273 h 6345"/>
                  <a:gd name="connsiteX7" fmla="*/ 1170 w 6343"/>
                  <a:gd name="connsiteY7" fmla="*/ 5517 h 6345"/>
                  <a:gd name="connsiteX8" fmla="*/ 3413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46"/>
                    </a:moveTo>
                    <a:cubicBezTo>
                      <a:pt x="4254" y="6446"/>
                      <a:pt x="5060" y="6112"/>
                      <a:pt x="5655" y="5517"/>
                    </a:cubicBezTo>
                    <a:cubicBezTo>
                      <a:pt x="6250" y="4922"/>
                      <a:pt x="6584" y="4115"/>
                      <a:pt x="6584" y="3273"/>
                    </a:cubicBezTo>
                    <a:cubicBezTo>
                      <a:pt x="6584" y="2432"/>
                      <a:pt x="6250" y="1625"/>
                      <a:pt x="5655" y="1030"/>
                    </a:cubicBezTo>
                    <a:cubicBezTo>
                      <a:pt x="5060" y="435"/>
                      <a:pt x="4254" y="101"/>
                      <a:pt x="3413" y="101"/>
                    </a:cubicBezTo>
                    <a:cubicBezTo>
                      <a:pt x="2571" y="101"/>
                      <a:pt x="1765" y="435"/>
                      <a:pt x="1170" y="1030"/>
                    </a:cubicBezTo>
                    <a:cubicBezTo>
                      <a:pt x="575" y="1625"/>
                      <a:pt x="241" y="2432"/>
                      <a:pt x="241" y="3273"/>
                    </a:cubicBezTo>
                    <a:cubicBezTo>
                      <a:pt x="241" y="4115"/>
                      <a:pt x="575" y="4922"/>
                      <a:pt x="1170" y="5517"/>
                    </a:cubicBezTo>
                    <a:cubicBezTo>
                      <a:pt x="1765" y="6112"/>
                      <a:pt x="2571" y="6446"/>
                      <a:pt x="3413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4" name="Freeform: Shape 1683">
                <a:extLst>
                  <a:ext uri="{FF2B5EF4-FFF2-40B4-BE49-F238E27FC236}">
                    <a16:creationId xmlns:a16="http://schemas.microsoft.com/office/drawing/2014/main" id="{831F6E1F-3994-40C3-7B81-684F92FEDBDE}"/>
                  </a:ext>
                </a:extLst>
              </p:cNvPr>
              <p:cNvSpPr/>
              <p:nvPr/>
            </p:nvSpPr>
            <p:spPr>
              <a:xfrm>
                <a:off x="3945738" y="4260785"/>
                <a:ext cx="6343" cy="6345"/>
              </a:xfrm>
              <a:custGeom>
                <a:avLst/>
                <a:gdLst>
                  <a:gd name="connsiteX0" fmla="*/ 3415 w 6343"/>
                  <a:gd name="connsiteY0" fmla="*/ 6407 h 6345"/>
                  <a:gd name="connsiteX1" fmla="*/ 5658 w 6343"/>
                  <a:gd name="connsiteY1" fmla="*/ 5478 h 6345"/>
                  <a:gd name="connsiteX2" fmla="*/ 6587 w 6343"/>
                  <a:gd name="connsiteY2" fmla="*/ 3234 h 6345"/>
                  <a:gd name="connsiteX3" fmla="*/ 5658 w 6343"/>
                  <a:gd name="connsiteY3" fmla="*/ 991 h 6345"/>
                  <a:gd name="connsiteX4" fmla="*/ 3415 w 6343"/>
                  <a:gd name="connsiteY4" fmla="*/ 62 h 6345"/>
                  <a:gd name="connsiteX5" fmla="*/ 1173 w 6343"/>
                  <a:gd name="connsiteY5" fmla="*/ 991 h 6345"/>
                  <a:gd name="connsiteX6" fmla="*/ 244 w 6343"/>
                  <a:gd name="connsiteY6" fmla="*/ 3234 h 6345"/>
                  <a:gd name="connsiteX7" fmla="*/ 1173 w 6343"/>
                  <a:gd name="connsiteY7" fmla="*/ 5478 h 6345"/>
                  <a:gd name="connsiteX8" fmla="*/ 3415 w 6343"/>
                  <a:gd name="connsiteY8" fmla="*/ 64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07"/>
                    </a:moveTo>
                    <a:cubicBezTo>
                      <a:pt x="4257" y="6407"/>
                      <a:pt x="5063" y="6073"/>
                      <a:pt x="5658" y="5478"/>
                    </a:cubicBezTo>
                    <a:cubicBezTo>
                      <a:pt x="6253" y="4883"/>
                      <a:pt x="6587" y="4076"/>
                      <a:pt x="6587" y="3234"/>
                    </a:cubicBezTo>
                    <a:cubicBezTo>
                      <a:pt x="6587" y="2393"/>
                      <a:pt x="6253" y="1586"/>
                      <a:pt x="5658" y="991"/>
                    </a:cubicBezTo>
                    <a:cubicBezTo>
                      <a:pt x="5063" y="396"/>
                      <a:pt x="4257" y="62"/>
                      <a:pt x="3415" y="62"/>
                    </a:cubicBezTo>
                    <a:cubicBezTo>
                      <a:pt x="2574" y="62"/>
                      <a:pt x="1768" y="396"/>
                      <a:pt x="1173" y="991"/>
                    </a:cubicBezTo>
                    <a:cubicBezTo>
                      <a:pt x="578" y="1586"/>
                      <a:pt x="244" y="2393"/>
                      <a:pt x="244" y="3234"/>
                    </a:cubicBezTo>
                    <a:cubicBezTo>
                      <a:pt x="244" y="4076"/>
                      <a:pt x="578" y="4883"/>
                      <a:pt x="1173" y="5478"/>
                    </a:cubicBezTo>
                    <a:cubicBezTo>
                      <a:pt x="1768" y="6073"/>
                      <a:pt x="2574" y="6407"/>
                      <a:pt x="3415" y="64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5" name="Freeform: Shape 1684">
                <a:extLst>
                  <a:ext uri="{FF2B5EF4-FFF2-40B4-BE49-F238E27FC236}">
                    <a16:creationId xmlns:a16="http://schemas.microsoft.com/office/drawing/2014/main" id="{B8C3CF9C-2756-CC95-6279-A07871C52BE2}"/>
                  </a:ext>
                </a:extLst>
              </p:cNvPr>
              <p:cNvSpPr/>
              <p:nvPr/>
            </p:nvSpPr>
            <p:spPr>
              <a:xfrm>
                <a:off x="3923867" y="4985339"/>
                <a:ext cx="6343" cy="6345"/>
              </a:xfrm>
              <a:custGeom>
                <a:avLst/>
                <a:gdLst>
                  <a:gd name="connsiteX0" fmla="*/ 3414 w 6343"/>
                  <a:gd name="connsiteY0" fmla="*/ 6464 h 6345"/>
                  <a:gd name="connsiteX1" fmla="*/ 5656 w 6343"/>
                  <a:gd name="connsiteY1" fmla="*/ 5535 h 6345"/>
                  <a:gd name="connsiteX2" fmla="*/ 6585 w 6343"/>
                  <a:gd name="connsiteY2" fmla="*/ 3291 h 6345"/>
                  <a:gd name="connsiteX3" fmla="*/ 5656 w 6343"/>
                  <a:gd name="connsiteY3" fmla="*/ 1048 h 6345"/>
                  <a:gd name="connsiteX4" fmla="*/ 3414 w 6343"/>
                  <a:gd name="connsiteY4" fmla="*/ 119 h 6345"/>
                  <a:gd name="connsiteX5" fmla="*/ 1171 w 6343"/>
                  <a:gd name="connsiteY5" fmla="*/ 1048 h 6345"/>
                  <a:gd name="connsiteX6" fmla="*/ 242 w 6343"/>
                  <a:gd name="connsiteY6" fmla="*/ 3291 h 6345"/>
                  <a:gd name="connsiteX7" fmla="*/ 1171 w 6343"/>
                  <a:gd name="connsiteY7" fmla="*/ 5535 h 6345"/>
                  <a:gd name="connsiteX8" fmla="*/ 3414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64"/>
                    </a:moveTo>
                    <a:cubicBezTo>
                      <a:pt x="4255" y="6464"/>
                      <a:pt x="5062" y="6130"/>
                      <a:pt x="5656" y="5535"/>
                    </a:cubicBezTo>
                    <a:cubicBezTo>
                      <a:pt x="6251" y="4940"/>
                      <a:pt x="6585" y="4133"/>
                      <a:pt x="6585" y="3291"/>
                    </a:cubicBezTo>
                    <a:cubicBezTo>
                      <a:pt x="6585" y="2450"/>
                      <a:pt x="6251" y="1643"/>
                      <a:pt x="5656" y="1048"/>
                    </a:cubicBezTo>
                    <a:cubicBezTo>
                      <a:pt x="5062" y="453"/>
                      <a:pt x="4255" y="119"/>
                      <a:pt x="3414" y="119"/>
                    </a:cubicBezTo>
                    <a:cubicBezTo>
                      <a:pt x="2573" y="119"/>
                      <a:pt x="1766" y="453"/>
                      <a:pt x="1171" y="1048"/>
                    </a:cubicBezTo>
                    <a:cubicBezTo>
                      <a:pt x="576" y="1643"/>
                      <a:pt x="242" y="2450"/>
                      <a:pt x="242" y="3291"/>
                    </a:cubicBezTo>
                    <a:cubicBezTo>
                      <a:pt x="242" y="4133"/>
                      <a:pt x="576" y="4940"/>
                      <a:pt x="1171" y="5535"/>
                    </a:cubicBezTo>
                    <a:cubicBezTo>
                      <a:pt x="1766" y="6130"/>
                      <a:pt x="2573" y="6464"/>
                      <a:pt x="3414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6" name="Freeform: Shape 1685">
                <a:extLst>
                  <a:ext uri="{FF2B5EF4-FFF2-40B4-BE49-F238E27FC236}">
                    <a16:creationId xmlns:a16="http://schemas.microsoft.com/office/drawing/2014/main" id="{22DFDEE0-AA93-E748-05AD-4FAAFE42F003}"/>
                  </a:ext>
                </a:extLst>
              </p:cNvPr>
              <p:cNvSpPr/>
              <p:nvPr/>
            </p:nvSpPr>
            <p:spPr>
              <a:xfrm>
                <a:off x="3933184" y="4984546"/>
                <a:ext cx="6343" cy="6345"/>
              </a:xfrm>
              <a:custGeom>
                <a:avLst/>
                <a:gdLst>
                  <a:gd name="connsiteX0" fmla="*/ 3414 w 6343"/>
                  <a:gd name="connsiteY0" fmla="*/ 6464 h 6345"/>
                  <a:gd name="connsiteX1" fmla="*/ 5657 w 6343"/>
                  <a:gd name="connsiteY1" fmla="*/ 5535 h 6345"/>
                  <a:gd name="connsiteX2" fmla="*/ 6586 w 6343"/>
                  <a:gd name="connsiteY2" fmla="*/ 3291 h 6345"/>
                  <a:gd name="connsiteX3" fmla="*/ 5657 w 6343"/>
                  <a:gd name="connsiteY3" fmla="*/ 1048 h 6345"/>
                  <a:gd name="connsiteX4" fmla="*/ 3414 w 6343"/>
                  <a:gd name="connsiteY4" fmla="*/ 119 h 6345"/>
                  <a:gd name="connsiteX5" fmla="*/ 1172 w 6343"/>
                  <a:gd name="connsiteY5" fmla="*/ 1048 h 6345"/>
                  <a:gd name="connsiteX6" fmla="*/ 243 w 6343"/>
                  <a:gd name="connsiteY6" fmla="*/ 3291 h 6345"/>
                  <a:gd name="connsiteX7" fmla="*/ 1172 w 6343"/>
                  <a:gd name="connsiteY7" fmla="*/ 5535 h 6345"/>
                  <a:gd name="connsiteX8" fmla="*/ 3414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64"/>
                    </a:moveTo>
                    <a:cubicBezTo>
                      <a:pt x="4256" y="6464"/>
                      <a:pt x="5062" y="6130"/>
                      <a:pt x="5657" y="5535"/>
                    </a:cubicBezTo>
                    <a:cubicBezTo>
                      <a:pt x="6252" y="4940"/>
                      <a:pt x="6586" y="4133"/>
                      <a:pt x="6586" y="3291"/>
                    </a:cubicBezTo>
                    <a:cubicBezTo>
                      <a:pt x="6586" y="2450"/>
                      <a:pt x="6252" y="1643"/>
                      <a:pt x="5657" y="1048"/>
                    </a:cubicBezTo>
                    <a:cubicBezTo>
                      <a:pt x="5062" y="453"/>
                      <a:pt x="4256" y="119"/>
                      <a:pt x="3414" y="119"/>
                    </a:cubicBezTo>
                    <a:cubicBezTo>
                      <a:pt x="2573" y="119"/>
                      <a:pt x="1767" y="453"/>
                      <a:pt x="1172" y="1048"/>
                    </a:cubicBezTo>
                    <a:cubicBezTo>
                      <a:pt x="577" y="1643"/>
                      <a:pt x="243" y="2450"/>
                      <a:pt x="243" y="3291"/>
                    </a:cubicBezTo>
                    <a:cubicBezTo>
                      <a:pt x="243" y="4133"/>
                      <a:pt x="577" y="4940"/>
                      <a:pt x="1172" y="5535"/>
                    </a:cubicBezTo>
                    <a:cubicBezTo>
                      <a:pt x="1767" y="6130"/>
                      <a:pt x="2573" y="6464"/>
                      <a:pt x="3414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7" name="Freeform: Shape 1686">
                <a:extLst>
                  <a:ext uri="{FF2B5EF4-FFF2-40B4-BE49-F238E27FC236}">
                    <a16:creationId xmlns:a16="http://schemas.microsoft.com/office/drawing/2014/main" id="{991FB4AE-C5B8-56F2-B858-44504F3BD672}"/>
                  </a:ext>
                </a:extLst>
              </p:cNvPr>
              <p:cNvSpPr/>
              <p:nvPr/>
            </p:nvSpPr>
            <p:spPr>
              <a:xfrm>
                <a:off x="3937683" y="4986164"/>
                <a:ext cx="6343" cy="6345"/>
              </a:xfrm>
              <a:custGeom>
                <a:avLst/>
                <a:gdLst>
                  <a:gd name="connsiteX0" fmla="*/ 3415 w 6343"/>
                  <a:gd name="connsiteY0" fmla="*/ 6464 h 6345"/>
                  <a:gd name="connsiteX1" fmla="*/ 5657 w 6343"/>
                  <a:gd name="connsiteY1" fmla="*/ 5535 h 6345"/>
                  <a:gd name="connsiteX2" fmla="*/ 6586 w 6343"/>
                  <a:gd name="connsiteY2" fmla="*/ 3291 h 6345"/>
                  <a:gd name="connsiteX3" fmla="*/ 5657 w 6343"/>
                  <a:gd name="connsiteY3" fmla="*/ 1048 h 6345"/>
                  <a:gd name="connsiteX4" fmla="*/ 3415 w 6343"/>
                  <a:gd name="connsiteY4" fmla="*/ 119 h 6345"/>
                  <a:gd name="connsiteX5" fmla="*/ 1172 w 6343"/>
                  <a:gd name="connsiteY5" fmla="*/ 1048 h 6345"/>
                  <a:gd name="connsiteX6" fmla="*/ 243 w 6343"/>
                  <a:gd name="connsiteY6" fmla="*/ 3291 h 6345"/>
                  <a:gd name="connsiteX7" fmla="*/ 1172 w 6343"/>
                  <a:gd name="connsiteY7" fmla="*/ 5535 h 6345"/>
                  <a:gd name="connsiteX8" fmla="*/ 3415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64"/>
                    </a:moveTo>
                    <a:cubicBezTo>
                      <a:pt x="4256" y="6464"/>
                      <a:pt x="5063" y="6130"/>
                      <a:pt x="5657" y="5535"/>
                    </a:cubicBezTo>
                    <a:cubicBezTo>
                      <a:pt x="6252" y="4940"/>
                      <a:pt x="6586" y="4133"/>
                      <a:pt x="6586" y="3291"/>
                    </a:cubicBezTo>
                    <a:cubicBezTo>
                      <a:pt x="6586" y="2450"/>
                      <a:pt x="6252" y="1643"/>
                      <a:pt x="5657" y="1048"/>
                    </a:cubicBezTo>
                    <a:cubicBezTo>
                      <a:pt x="5063" y="453"/>
                      <a:pt x="4256" y="119"/>
                      <a:pt x="3415" y="119"/>
                    </a:cubicBezTo>
                    <a:cubicBezTo>
                      <a:pt x="2574" y="119"/>
                      <a:pt x="1767" y="453"/>
                      <a:pt x="1172" y="1048"/>
                    </a:cubicBezTo>
                    <a:cubicBezTo>
                      <a:pt x="577" y="1643"/>
                      <a:pt x="243" y="2450"/>
                      <a:pt x="243" y="3291"/>
                    </a:cubicBezTo>
                    <a:cubicBezTo>
                      <a:pt x="243" y="4133"/>
                      <a:pt x="577" y="4940"/>
                      <a:pt x="1172" y="5535"/>
                    </a:cubicBezTo>
                    <a:cubicBezTo>
                      <a:pt x="1767" y="6130"/>
                      <a:pt x="2574" y="6464"/>
                      <a:pt x="3415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8" name="Freeform: Shape 1687">
                <a:extLst>
                  <a:ext uri="{FF2B5EF4-FFF2-40B4-BE49-F238E27FC236}">
                    <a16:creationId xmlns:a16="http://schemas.microsoft.com/office/drawing/2014/main" id="{700C09C1-2EB4-44CC-BA82-161825B79133}"/>
                  </a:ext>
                </a:extLst>
              </p:cNvPr>
              <p:cNvSpPr/>
              <p:nvPr/>
            </p:nvSpPr>
            <p:spPr>
              <a:xfrm>
                <a:off x="3941941" y="4990228"/>
                <a:ext cx="6343" cy="6345"/>
              </a:xfrm>
              <a:custGeom>
                <a:avLst/>
                <a:gdLst>
                  <a:gd name="connsiteX0" fmla="*/ 3415 w 6343"/>
                  <a:gd name="connsiteY0" fmla="*/ 6464 h 6345"/>
                  <a:gd name="connsiteX1" fmla="*/ 5658 w 6343"/>
                  <a:gd name="connsiteY1" fmla="*/ 5535 h 6345"/>
                  <a:gd name="connsiteX2" fmla="*/ 6587 w 6343"/>
                  <a:gd name="connsiteY2" fmla="*/ 3292 h 6345"/>
                  <a:gd name="connsiteX3" fmla="*/ 5658 w 6343"/>
                  <a:gd name="connsiteY3" fmla="*/ 1048 h 6345"/>
                  <a:gd name="connsiteX4" fmla="*/ 3415 w 6343"/>
                  <a:gd name="connsiteY4" fmla="*/ 119 h 6345"/>
                  <a:gd name="connsiteX5" fmla="*/ 1172 w 6343"/>
                  <a:gd name="connsiteY5" fmla="*/ 1048 h 6345"/>
                  <a:gd name="connsiteX6" fmla="*/ 244 w 6343"/>
                  <a:gd name="connsiteY6" fmla="*/ 3292 h 6345"/>
                  <a:gd name="connsiteX7" fmla="*/ 1172 w 6343"/>
                  <a:gd name="connsiteY7" fmla="*/ 5535 h 6345"/>
                  <a:gd name="connsiteX8" fmla="*/ 3415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64"/>
                    </a:moveTo>
                    <a:cubicBezTo>
                      <a:pt x="4256" y="6464"/>
                      <a:pt x="5063" y="6130"/>
                      <a:pt x="5658" y="5535"/>
                    </a:cubicBezTo>
                    <a:cubicBezTo>
                      <a:pt x="6252" y="4940"/>
                      <a:pt x="6587" y="4133"/>
                      <a:pt x="6587" y="3292"/>
                    </a:cubicBezTo>
                    <a:cubicBezTo>
                      <a:pt x="6587" y="2450"/>
                      <a:pt x="6252" y="1643"/>
                      <a:pt x="5658" y="1048"/>
                    </a:cubicBezTo>
                    <a:cubicBezTo>
                      <a:pt x="5063" y="453"/>
                      <a:pt x="4256" y="119"/>
                      <a:pt x="3415" y="119"/>
                    </a:cubicBezTo>
                    <a:cubicBezTo>
                      <a:pt x="2574" y="119"/>
                      <a:pt x="1767" y="453"/>
                      <a:pt x="1172" y="1048"/>
                    </a:cubicBezTo>
                    <a:cubicBezTo>
                      <a:pt x="578" y="1643"/>
                      <a:pt x="244" y="2450"/>
                      <a:pt x="244" y="3292"/>
                    </a:cubicBezTo>
                    <a:cubicBezTo>
                      <a:pt x="244" y="4133"/>
                      <a:pt x="578" y="4940"/>
                      <a:pt x="1172" y="5535"/>
                    </a:cubicBezTo>
                    <a:cubicBezTo>
                      <a:pt x="1767" y="6130"/>
                      <a:pt x="2574" y="6464"/>
                      <a:pt x="3415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9" name="Freeform: Shape 1688">
                <a:extLst>
                  <a:ext uri="{FF2B5EF4-FFF2-40B4-BE49-F238E27FC236}">
                    <a16:creationId xmlns:a16="http://schemas.microsoft.com/office/drawing/2014/main" id="{4EB0A995-8B8A-F898-A248-433ECC59EE86}"/>
                  </a:ext>
                </a:extLst>
              </p:cNvPr>
              <p:cNvSpPr/>
              <p:nvPr/>
            </p:nvSpPr>
            <p:spPr>
              <a:xfrm>
                <a:off x="3945684" y="4999058"/>
                <a:ext cx="6343" cy="6345"/>
              </a:xfrm>
              <a:custGeom>
                <a:avLst/>
                <a:gdLst>
                  <a:gd name="connsiteX0" fmla="*/ 3415 w 6343"/>
                  <a:gd name="connsiteY0" fmla="*/ 6465 h 6345"/>
                  <a:gd name="connsiteX1" fmla="*/ 5658 w 6343"/>
                  <a:gd name="connsiteY1" fmla="*/ 5536 h 6345"/>
                  <a:gd name="connsiteX2" fmla="*/ 6587 w 6343"/>
                  <a:gd name="connsiteY2" fmla="*/ 3292 h 6345"/>
                  <a:gd name="connsiteX3" fmla="*/ 5658 w 6343"/>
                  <a:gd name="connsiteY3" fmla="*/ 1049 h 6345"/>
                  <a:gd name="connsiteX4" fmla="*/ 3415 w 6343"/>
                  <a:gd name="connsiteY4" fmla="*/ 120 h 6345"/>
                  <a:gd name="connsiteX5" fmla="*/ 1173 w 6343"/>
                  <a:gd name="connsiteY5" fmla="*/ 1049 h 6345"/>
                  <a:gd name="connsiteX6" fmla="*/ 244 w 6343"/>
                  <a:gd name="connsiteY6" fmla="*/ 3292 h 6345"/>
                  <a:gd name="connsiteX7" fmla="*/ 1173 w 6343"/>
                  <a:gd name="connsiteY7" fmla="*/ 5536 h 6345"/>
                  <a:gd name="connsiteX8" fmla="*/ 3415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65"/>
                    </a:moveTo>
                    <a:cubicBezTo>
                      <a:pt x="4257" y="6465"/>
                      <a:pt x="5063" y="6131"/>
                      <a:pt x="5658" y="5536"/>
                    </a:cubicBezTo>
                    <a:cubicBezTo>
                      <a:pt x="6253" y="4941"/>
                      <a:pt x="6587" y="4134"/>
                      <a:pt x="6587" y="3292"/>
                    </a:cubicBezTo>
                    <a:cubicBezTo>
                      <a:pt x="6587" y="2451"/>
                      <a:pt x="6253" y="1644"/>
                      <a:pt x="5658" y="1049"/>
                    </a:cubicBezTo>
                    <a:cubicBezTo>
                      <a:pt x="5063" y="454"/>
                      <a:pt x="4257" y="120"/>
                      <a:pt x="3415" y="120"/>
                    </a:cubicBezTo>
                    <a:cubicBezTo>
                      <a:pt x="2574" y="120"/>
                      <a:pt x="1768" y="454"/>
                      <a:pt x="1173" y="1049"/>
                    </a:cubicBezTo>
                    <a:cubicBezTo>
                      <a:pt x="578" y="1644"/>
                      <a:pt x="244" y="2451"/>
                      <a:pt x="244" y="3292"/>
                    </a:cubicBezTo>
                    <a:cubicBezTo>
                      <a:pt x="244" y="4134"/>
                      <a:pt x="578" y="4941"/>
                      <a:pt x="1173" y="5536"/>
                    </a:cubicBezTo>
                    <a:cubicBezTo>
                      <a:pt x="1768" y="6131"/>
                      <a:pt x="2574" y="6465"/>
                      <a:pt x="3415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0" name="Freeform: Shape 1689">
                <a:extLst>
                  <a:ext uri="{FF2B5EF4-FFF2-40B4-BE49-F238E27FC236}">
                    <a16:creationId xmlns:a16="http://schemas.microsoft.com/office/drawing/2014/main" id="{B9F7AA3A-0135-6290-CE4A-CB6C37CCAB1E}"/>
                  </a:ext>
                </a:extLst>
              </p:cNvPr>
              <p:cNvSpPr/>
              <p:nvPr/>
            </p:nvSpPr>
            <p:spPr>
              <a:xfrm>
                <a:off x="3951636" y="4985822"/>
                <a:ext cx="6343" cy="6345"/>
              </a:xfrm>
              <a:custGeom>
                <a:avLst/>
                <a:gdLst>
                  <a:gd name="connsiteX0" fmla="*/ 3416 w 6343"/>
                  <a:gd name="connsiteY0" fmla="*/ 6464 h 6345"/>
                  <a:gd name="connsiteX1" fmla="*/ 5659 w 6343"/>
                  <a:gd name="connsiteY1" fmla="*/ 5535 h 6345"/>
                  <a:gd name="connsiteX2" fmla="*/ 6587 w 6343"/>
                  <a:gd name="connsiteY2" fmla="*/ 3291 h 6345"/>
                  <a:gd name="connsiteX3" fmla="*/ 5659 w 6343"/>
                  <a:gd name="connsiteY3" fmla="*/ 1048 h 6345"/>
                  <a:gd name="connsiteX4" fmla="*/ 3416 w 6343"/>
                  <a:gd name="connsiteY4" fmla="*/ 119 h 6345"/>
                  <a:gd name="connsiteX5" fmla="*/ 1173 w 6343"/>
                  <a:gd name="connsiteY5" fmla="*/ 1048 h 6345"/>
                  <a:gd name="connsiteX6" fmla="*/ 244 w 6343"/>
                  <a:gd name="connsiteY6" fmla="*/ 3291 h 6345"/>
                  <a:gd name="connsiteX7" fmla="*/ 1173 w 6343"/>
                  <a:gd name="connsiteY7" fmla="*/ 5535 h 6345"/>
                  <a:gd name="connsiteX8" fmla="*/ 3416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64"/>
                    </a:moveTo>
                    <a:cubicBezTo>
                      <a:pt x="4257" y="6464"/>
                      <a:pt x="5064" y="6130"/>
                      <a:pt x="5659" y="5535"/>
                    </a:cubicBezTo>
                    <a:cubicBezTo>
                      <a:pt x="6253" y="4940"/>
                      <a:pt x="6587" y="4133"/>
                      <a:pt x="6587" y="3291"/>
                    </a:cubicBezTo>
                    <a:cubicBezTo>
                      <a:pt x="6587" y="2450"/>
                      <a:pt x="6253" y="1643"/>
                      <a:pt x="5659" y="1048"/>
                    </a:cubicBezTo>
                    <a:cubicBezTo>
                      <a:pt x="5064" y="453"/>
                      <a:pt x="4257" y="119"/>
                      <a:pt x="3416" y="119"/>
                    </a:cubicBezTo>
                    <a:cubicBezTo>
                      <a:pt x="2575" y="119"/>
                      <a:pt x="1768" y="453"/>
                      <a:pt x="1173" y="1048"/>
                    </a:cubicBezTo>
                    <a:cubicBezTo>
                      <a:pt x="578" y="1643"/>
                      <a:pt x="244" y="2450"/>
                      <a:pt x="244" y="3291"/>
                    </a:cubicBezTo>
                    <a:cubicBezTo>
                      <a:pt x="244" y="4133"/>
                      <a:pt x="578" y="4940"/>
                      <a:pt x="1173" y="5535"/>
                    </a:cubicBezTo>
                    <a:cubicBezTo>
                      <a:pt x="1768" y="6130"/>
                      <a:pt x="2575" y="6464"/>
                      <a:pt x="3416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1" name="Freeform: Shape 1690">
                <a:extLst>
                  <a:ext uri="{FF2B5EF4-FFF2-40B4-BE49-F238E27FC236}">
                    <a16:creationId xmlns:a16="http://schemas.microsoft.com/office/drawing/2014/main" id="{22EAA08A-2F99-7CC9-1953-EE2DBE8A7A64}"/>
                  </a:ext>
                </a:extLst>
              </p:cNvPr>
              <p:cNvSpPr/>
              <p:nvPr/>
            </p:nvSpPr>
            <p:spPr>
              <a:xfrm>
                <a:off x="3957149" y="4978077"/>
                <a:ext cx="6343" cy="6345"/>
              </a:xfrm>
              <a:custGeom>
                <a:avLst/>
                <a:gdLst>
                  <a:gd name="connsiteX0" fmla="*/ 3416 w 6343"/>
                  <a:gd name="connsiteY0" fmla="*/ 6463 h 6345"/>
                  <a:gd name="connsiteX1" fmla="*/ 5659 w 6343"/>
                  <a:gd name="connsiteY1" fmla="*/ 5534 h 6345"/>
                  <a:gd name="connsiteX2" fmla="*/ 6588 w 6343"/>
                  <a:gd name="connsiteY2" fmla="*/ 3291 h 6345"/>
                  <a:gd name="connsiteX3" fmla="*/ 5659 w 6343"/>
                  <a:gd name="connsiteY3" fmla="*/ 1047 h 6345"/>
                  <a:gd name="connsiteX4" fmla="*/ 3416 w 6343"/>
                  <a:gd name="connsiteY4" fmla="*/ 118 h 6345"/>
                  <a:gd name="connsiteX5" fmla="*/ 1174 w 6343"/>
                  <a:gd name="connsiteY5" fmla="*/ 1047 h 6345"/>
                  <a:gd name="connsiteX6" fmla="*/ 245 w 6343"/>
                  <a:gd name="connsiteY6" fmla="*/ 3291 h 6345"/>
                  <a:gd name="connsiteX7" fmla="*/ 1174 w 6343"/>
                  <a:gd name="connsiteY7" fmla="*/ 5534 h 6345"/>
                  <a:gd name="connsiteX8" fmla="*/ 3416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63"/>
                    </a:moveTo>
                    <a:cubicBezTo>
                      <a:pt x="4257" y="6463"/>
                      <a:pt x="5064" y="6129"/>
                      <a:pt x="5659" y="5534"/>
                    </a:cubicBezTo>
                    <a:cubicBezTo>
                      <a:pt x="6254" y="4939"/>
                      <a:pt x="6588" y="4132"/>
                      <a:pt x="6588" y="3291"/>
                    </a:cubicBezTo>
                    <a:cubicBezTo>
                      <a:pt x="6588" y="2449"/>
                      <a:pt x="6254" y="1642"/>
                      <a:pt x="5659" y="1047"/>
                    </a:cubicBezTo>
                    <a:cubicBezTo>
                      <a:pt x="5064" y="452"/>
                      <a:pt x="4257" y="118"/>
                      <a:pt x="3416" y="118"/>
                    </a:cubicBezTo>
                    <a:cubicBezTo>
                      <a:pt x="2575" y="118"/>
                      <a:pt x="1768" y="452"/>
                      <a:pt x="1174" y="1047"/>
                    </a:cubicBezTo>
                    <a:cubicBezTo>
                      <a:pt x="579" y="1642"/>
                      <a:pt x="245" y="2449"/>
                      <a:pt x="245" y="3291"/>
                    </a:cubicBezTo>
                    <a:cubicBezTo>
                      <a:pt x="245" y="4132"/>
                      <a:pt x="579" y="4939"/>
                      <a:pt x="1174" y="5534"/>
                    </a:cubicBezTo>
                    <a:cubicBezTo>
                      <a:pt x="1768" y="6129"/>
                      <a:pt x="2575" y="6463"/>
                      <a:pt x="3416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2" name="Freeform: Shape 1691">
                <a:extLst>
                  <a:ext uri="{FF2B5EF4-FFF2-40B4-BE49-F238E27FC236}">
                    <a16:creationId xmlns:a16="http://schemas.microsoft.com/office/drawing/2014/main" id="{1A5EE266-F924-54B7-4ACE-0C2D7E8901FC}"/>
                  </a:ext>
                </a:extLst>
              </p:cNvPr>
              <p:cNvSpPr/>
              <p:nvPr/>
            </p:nvSpPr>
            <p:spPr>
              <a:xfrm>
                <a:off x="3962576" y="4971935"/>
                <a:ext cx="6343" cy="6345"/>
              </a:xfrm>
              <a:custGeom>
                <a:avLst/>
                <a:gdLst>
                  <a:gd name="connsiteX0" fmla="*/ 3417 w 6343"/>
                  <a:gd name="connsiteY0" fmla="*/ 6463 h 6345"/>
                  <a:gd name="connsiteX1" fmla="*/ 5659 w 6343"/>
                  <a:gd name="connsiteY1" fmla="*/ 5534 h 6345"/>
                  <a:gd name="connsiteX2" fmla="*/ 6588 w 6343"/>
                  <a:gd name="connsiteY2" fmla="*/ 3290 h 6345"/>
                  <a:gd name="connsiteX3" fmla="*/ 5659 w 6343"/>
                  <a:gd name="connsiteY3" fmla="*/ 1047 h 6345"/>
                  <a:gd name="connsiteX4" fmla="*/ 3417 w 6343"/>
                  <a:gd name="connsiteY4" fmla="*/ 118 h 6345"/>
                  <a:gd name="connsiteX5" fmla="*/ 1174 w 6343"/>
                  <a:gd name="connsiteY5" fmla="*/ 1047 h 6345"/>
                  <a:gd name="connsiteX6" fmla="*/ 245 w 6343"/>
                  <a:gd name="connsiteY6" fmla="*/ 3290 h 6345"/>
                  <a:gd name="connsiteX7" fmla="*/ 1174 w 6343"/>
                  <a:gd name="connsiteY7" fmla="*/ 5534 h 6345"/>
                  <a:gd name="connsiteX8" fmla="*/ 3417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3"/>
                    </a:moveTo>
                    <a:cubicBezTo>
                      <a:pt x="4258" y="6463"/>
                      <a:pt x="5065" y="6129"/>
                      <a:pt x="5659" y="5534"/>
                    </a:cubicBezTo>
                    <a:cubicBezTo>
                      <a:pt x="6254" y="4939"/>
                      <a:pt x="6588" y="4132"/>
                      <a:pt x="6588" y="3290"/>
                    </a:cubicBezTo>
                    <a:cubicBezTo>
                      <a:pt x="6588" y="2449"/>
                      <a:pt x="6254" y="1642"/>
                      <a:pt x="5659" y="1047"/>
                    </a:cubicBezTo>
                    <a:cubicBezTo>
                      <a:pt x="5065" y="452"/>
                      <a:pt x="4258" y="118"/>
                      <a:pt x="3417" y="118"/>
                    </a:cubicBezTo>
                    <a:cubicBezTo>
                      <a:pt x="2576" y="118"/>
                      <a:pt x="1769" y="452"/>
                      <a:pt x="1174" y="1047"/>
                    </a:cubicBezTo>
                    <a:cubicBezTo>
                      <a:pt x="579" y="1642"/>
                      <a:pt x="245" y="2449"/>
                      <a:pt x="245" y="3290"/>
                    </a:cubicBezTo>
                    <a:cubicBezTo>
                      <a:pt x="245" y="4132"/>
                      <a:pt x="579" y="4939"/>
                      <a:pt x="1174" y="5534"/>
                    </a:cubicBezTo>
                    <a:cubicBezTo>
                      <a:pt x="1769" y="6129"/>
                      <a:pt x="2576" y="6463"/>
                      <a:pt x="3417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3" name="Freeform: Shape 1692">
                <a:extLst>
                  <a:ext uri="{FF2B5EF4-FFF2-40B4-BE49-F238E27FC236}">
                    <a16:creationId xmlns:a16="http://schemas.microsoft.com/office/drawing/2014/main" id="{92AFDCE3-6D8D-A338-C148-BB895081C094}"/>
                  </a:ext>
                </a:extLst>
              </p:cNvPr>
              <p:cNvSpPr/>
              <p:nvPr/>
            </p:nvSpPr>
            <p:spPr>
              <a:xfrm>
                <a:off x="3967574" y="4969945"/>
                <a:ext cx="6343" cy="6345"/>
              </a:xfrm>
              <a:custGeom>
                <a:avLst/>
                <a:gdLst>
                  <a:gd name="connsiteX0" fmla="*/ 3417 w 6343"/>
                  <a:gd name="connsiteY0" fmla="*/ 6463 h 6345"/>
                  <a:gd name="connsiteX1" fmla="*/ 5660 w 6343"/>
                  <a:gd name="connsiteY1" fmla="*/ 5534 h 6345"/>
                  <a:gd name="connsiteX2" fmla="*/ 6589 w 6343"/>
                  <a:gd name="connsiteY2" fmla="*/ 3290 h 6345"/>
                  <a:gd name="connsiteX3" fmla="*/ 5660 w 6343"/>
                  <a:gd name="connsiteY3" fmla="*/ 1047 h 6345"/>
                  <a:gd name="connsiteX4" fmla="*/ 3417 w 6343"/>
                  <a:gd name="connsiteY4" fmla="*/ 117 h 6345"/>
                  <a:gd name="connsiteX5" fmla="*/ 1174 w 6343"/>
                  <a:gd name="connsiteY5" fmla="*/ 1047 h 6345"/>
                  <a:gd name="connsiteX6" fmla="*/ 246 w 6343"/>
                  <a:gd name="connsiteY6" fmla="*/ 3290 h 6345"/>
                  <a:gd name="connsiteX7" fmla="*/ 1174 w 6343"/>
                  <a:gd name="connsiteY7" fmla="*/ 5534 h 6345"/>
                  <a:gd name="connsiteX8" fmla="*/ 3417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3"/>
                    </a:moveTo>
                    <a:cubicBezTo>
                      <a:pt x="4258" y="6463"/>
                      <a:pt x="5065" y="6129"/>
                      <a:pt x="5660" y="5534"/>
                    </a:cubicBezTo>
                    <a:cubicBezTo>
                      <a:pt x="6255" y="4939"/>
                      <a:pt x="6589" y="4132"/>
                      <a:pt x="6589" y="3290"/>
                    </a:cubicBezTo>
                    <a:cubicBezTo>
                      <a:pt x="6589" y="2449"/>
                      <a:pt x="6255" y="1642"/>
                      <a:pt x="5660" y="1047"/>
                    </a:cubicBezTo>
                    <a:cubicBezTo>
                      <a:pt x="5065" y="452"/>
                      <a:pt x="4258" y="117"/>
                      <a:pt x="3417" y="117"/>
                    </a:cubicBezTo>
                    <a:cubicBezTo>
                      <a:pt x="2576" y="117"/>
                      <a:pt x="1769" y="452"/>
                      <a:pt x="1174" y="1047"/>
                    </a:cubicBezTo>
                    <a:cubicBezTo>
                      <a:pt x="580" y="1642"/>
                      <a:pt x="246" y="2449"/>
                      <a:pt x="246" y="3290"/>
                    </a:cubicBezTo>
                    <a:cubicBezTo>
                      <a:pt x="246" y="4132"/>
                      <a:pt x="580" y="4939"/>
                      <a:pt x="1174" y="5534"/>
                    </a:cubicBezTo>
                    <a:cubicBezTo>
                      <a:pt x="1769" y="6129"/>
                      <a:pt x="2576" y="6463"/>
                      <a:pt x="3417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4" name="Freeform: Shape 1693">
                <a:extLst>
                  <a:ext uri="{FF2B5EF4-FFF2-40B4-BE49-F238E27FC236}">
                    <a16:creationId xmlns:a16="http://schemas.microsoft.com/office/drawing/2014/main" id="{B995A66B-8FC9-D374-AE16-55E5611D3F6A}"/>
                  </a:ext>
                </a:extLst>
              </p:cNvPr>
              <p:cNvSpPr/>
              <p:nvPr/>
            </p:nvSpPr>
            <p:spPr>
              <a:xfrm>
                <a:off x="3971079" y="4979707"/>
                <a:ext cx="6343" cy="6345"/>
              </a:xfrm>
              <a:custGeom>
                <a:avLst/>
                <a:gdLst>
                  <a:gd name="connsiteX0" fmla="*/ 3417 w 6343"/>
                  <a:gd name="connsiteY0" fmla="*/ 6464 h 6345"/>
                  <a:gd name="connsiteX1" fmla="*/ 5660 w 6343"/>
                  <a:gd name="connsiteY1" fmla="*/ 5534 h 6345"/>
                  <a:gd name="connsiteX2" fmla="*/ 6589 w 6343"/>
                  <a:gd name="connsiteY2" fmla="*/ 3291 h 6345"/>
                  <a:gd name="connsiteX3" fmla="*/ 5660 w 6343"/>
                  <a:gd name="connsiteY3" fmla="*/ 1047 h 6345"/>
                  <a:gd name="connsiteX4" fmla="*/ 3417 w 6343"/>
                  <a:gd name="connsiteY4" fmla="*/ 118 h 6345"/>
                  <a:gd name="connsiteX5" fmla="*/ 1175 w 6343"/>
                  <a:gd name="connsiteY5" fmla="*/ 1047 h 6345"/>
                  <a:gd name="connsiteX6" fmla="*/ 246 w 6343"/>
                  <a:gd name="connsiteY6" fmla="*/ 3291 h 6345"/>
                  <a:gd name="connsiteX7" fmla="*/ 1175 w 6343"/>
                  <a:gd name="connsiteY7" fmla="*/ 5534 h 6345"/>
                  <a:gd name="connsiteX8" fmla="*/ 3417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4"/>
                    </a:moveTo>
                    <a:cubicBezTo>
                      <a:pt x="4259" y="6464"/>
                      <a:pt x="5065" y="6129"/>
                      <a:pt x="5660" y="5534"/>
                    </a:cubicBezTo>
                    <a:cubicBezTo>
                      <a:pt x="6255" y="4939"/>
                      <a:pt x="6589" y="4132"/>
                      <a:pt x="6589" y="3291"/>
                    </a:cubicBezTo>
                    <a:cubicBezTo>
                      <a:pt x="6589" y="2450"/>
                      <a:pt x="6255" y="1642"/>
                      <a:pt x="5660" y="1047"/>
                    </a:cubicBezTo>
                    <a:cubicBezTo>
                      <a:pt x="5065" y="453"/>
                      <a:pt x="4259" y="118"/>
                      <a:pt x="3417" y="118"/>
                    </a:cubicBezTo>
                    <a:cubicBezTo>
                      <a:pt x="2576" y="118"/>
                      <a:pt x="1770" y="453"/>
                      <a:pt x="1175" y="1047"/>
                    </a:cubicBezTo>
                    <a:cubicBezTo>
                      <a:pt x="580" y="1642"/>
                      <a:pt x="246" y="2450"/>
                      <a:pt x="246" y="3291"/>
                    </a:cubicBezTo>
                    <a:cubicBezTo>
                      <a:pt x="246" y="4132"/>
                      <a:pt x="580" y="4939"/>
                      <a:pt x="1175" y="5534"/>
                    </a:cubicBezTo>
                    <a:cubicBezTo>
                      <a:pt x="1770" y="6129"/>
                      <a:pt x="2576" y="6464"/>
                      <a:pt x="3417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5" name="Freeform: Shape 1694">
                <a:extLst>
                  <a:ext uri="{FF2B5EF4-FFF2-40B4-BE49-F238E27FC236}">
                    <a16:creationId xmlns:a16="http://schemas.microsoft.com/office/drawing/2014/main" id="{134BD466-A024-4D26-CA71-070784BA2D40}"/>
                  </a:ext>
                </a:extLst>
              </p:cNvPr>
              <p:cNvSpPr/>
              <p:nvPr/>
            </p:nvSpPr>
            <p:spPr>
              <a:xfrm>
                <a:off x="4013719" y="4700804"/>
                <a:ext cx="6343" cy="6345"/>
              </a:xfrm>
              <a:custGeom>
                <a:avLst/>
                <a:gdLst>
                  <a:gd name="connsiteX0" fmla="*/ 3421 w 6343"/>
                  <a:gd name="connsiteY0" fmla="*/ 6442 h 6345"/>
                  <a:gd name="connsiteX1" fmla="*/ 5663 w 6343"/>
                  <a:gd name="connsiteY1" fmla="*/ 5512 h 6345"/>
                  <a:gd name="connsiteX2" fmla="*/ 6592 w 6343"/>
                  <a:gd name="connsiteY2" fmla="*/ 3269 h 6345"/>
                  <a:gd name="connsiteX3" fmla="*/ 5663 w 6343"/>
                  <a:gd name="connsiteY3" fmla="*/ 1025 h 6345"/>
                  <a:gd name="connsiteX4" fmla="*/ 3421 w 6343"/>
                  <a:gd name="connsiteY4" fmla="*/ 96 h 6345"/>
                  <a:gd name="connsiteX5" fmla="*/ 1178 w 6343"/>
                  <a:gd name="connsiteY5" fmla="*/ 1025 h 6345"/>
                  <a:gd name="connsiteX6" fmla="*/ 249 w 6343"/>
                  <a:gd name="connsiteY6" fmla="*/ 3269 h 6345"/>
                  <a:gd name="connsiteX7" fmla="*/ 1178 w 6343"/>
                  <a:gd name="connsiteY7" fmla="*/ 5512 h 6345"/>
                  <a:gd name="connsiteX8" fmla="*/ 3421 w 6343"/>
                  <a:gd name="connsiteY8" fmla="*/ 64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42"/>
                    </a:moveTo>
                    <a:cubicBezTo>
                      <a:pt x="4262" y="6442"/>
                      <a:pt x="5069" y="6107"/>
                      <a:pt x="5663" y="5512"/>
                    </a:cubicBezTo>
                    <a:cubicBezTo>
                      <a:pt x="6258" y="4917"/>
                      <a:pt x="6592" y="4110"/>
                      <a:pt x="6592" y="3269"/>
                    </a:cubicBezTo>
                    <a:cubicBezTo>
                      <a:pt x="6592" y="2428"/>
                      <a:pt x="6258" y="1620"/>
                      <a:pt x="5663" y="1025"/>
                    </a:cubicBezTo>
                    <a:cubicBezTo>
                      <a:pt x="5069" y="431"/>
                      <a:pt x="4262" y="96"/>
                      <a:pt x="3421" y="96"/>
                    </a:cubicBezTo>
                    <a:cubicBezTo>
                      <a:pt x="2580" y="96"/>
                      <a:pt x="1773" y="431"/>
                      <a:pt x="1178" y="1025"/>
                    </a:cubicBezTo>
                    <a:cubicBezTo>
                      <a:pt x="583" y="1620"/>
                      <a:pt x="249" y="2428"/>
                      <a:pt x="249" y="3269"/>
                    </a:cubicBezTo>
                    <a:cubicBezTo>
                      <a:pt x="249" y="4110"/>
                      <a:pt x="583" y="4917"/>
                      <a:pt x="1178" y="5512"/>
                    </a:cubicBezTo>
                    <a:cubicBezTo>
                      <a:pt x="1773" y="6107"/>
                      <a:pt x="2580" y="6442"/>
                      <a:pt x="3421" y="64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6" name="Freeform: Shape 1695">
                <a:extLst>
                  <a:ext uri="{FF2B5EF4-FFF2-40B4-BE49-F238E27FC236}">
                    <a16:creationId xmlns:a16="http://schemas.microsoft.com/office/drawing/2014/main" id="{E14520C1-81C8-D64F-49EA-0161B3DF4B35}"/>
                  </a:ext>
                </a:extLst>
              </p:cNvPr>
              <p:cNvSpPr/>
              <p:nvPr/>
            </p:nvSpPr>
            <p:spPr>
              <a:xfrm>
                <a:off x="4018164" y="4715037"/>
                <a:ext cx="6343" cy="6345"/>
              </a:xfrm>
              <a:custGeom>
                <a:avLst/>
                <a:gdLst>
                  <a:gd name="connsiteX0" fmla="*/ 3421 w 6343"/>
                  <a:gd name="connsiteY0" fmla="*/ 6443 h 6345"/>
                  <a:gd name="connsiteX1" fmla="*/ 5664 w 6343"/>
                  <a:gd name="connsiteY1" fmla="*/ 5514 h 6345"/>
                  <a:gd name="connsiteX2" fmla="*/ 6593 w 6343"/>
                  <a:gd name="connsiteY2" fmla="*/ 3270 h 6345"/>
                  <a:gd name="connsiteX3" fmla="*/ 5664 w 6343"/>
                  <a:gd name="connsiteY3" fmla="*/ 1027 h 6345"/>
                  <a:gd name="connsiteX4" fmla="*/ 3421 w 6343"/>
                  <a:gd name="connsiteY4" fmla="*/ 97 h 6345"/>
                  <a:gd name="connsiteX5" fmla="*/ 1178 w 6343"/>
                  <a:gd name="connsiteY5" fmla="*/ 1027 h 6345"/>
                  <a:gd name="connsiteX6" fmla="*/ 250 w 6343"/>
                  <a:gd name="connsiteY6" fmla="*/ 3270 h 6345"/>
                  <a:gd name="connsiteX7" fmla="*/ 1178 w 6343"/>
                  <a:gd name="connsiteY7" fmla="*/ 5514 h 6345"/>
                  <a:gd name="connsiteX8" fmla="*/ 3421 w 6343"/>
                  <a:gd name="connsiteY8" fmla="*/ 64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43"/>
                    </a:moveTo>
                    <a:cubicBezTo>
                      <a:pt x="4262" y="6443"/>
                      <a:pt x="5069" y="6108"/>
                      <a:pt x="5664" y="5514"/>
                    </a:cubicBezTo>
                    <a:cubicBezTo>
                      <a:pt x="6258" y="4919"/>
                      <a:pt x="6593" y="4111"/>
                      <a:pt x="6593" y="3270"/>
                    </a:cubicBezTo>
                    <a:cubicBezTo>
                      <a:pt x="6593" y="2429"/>
                      <a:pt x="6258" y="1622"/>
                      <a:pt x="5664" y="1027"/>
                    </a:cubicBezTo>
                    <a:cubicBezTo>
                      <a:pt x="5069" y="432"/>
                      <a:pt x="4262" y="97"/>
                      <a:pt x="3421" y="97"/>
                    </a:cubicBezTo>
                    <a:cubicBezTo>
                      <a:pt x="2580" y="97"/>
                      <a:pt x="1773" y="432"/>
                      <a:pt x="1178" y="1027"/>
                    </a:cubicBezTo>
                    <a:cubicBezTo>
                      <a:pt x="584" y="1622"/>
                      <a:pt x="250" y="2429"/>
                      <a:pt x="250" y="3270"/>
                    </a:cubicBezTo>
                    <a:cubicBezTo>
                      <a:pt x="250" y="4111"/>
                      <a:pt x="584" y="4919"/>
                      <a:pt x="1178" y="5514"/>
                    </a:cubicBezTo>
                    <a:cubicBezTo>
                      <a:pt x="1773" y="6108"/>
                      <a:pt x="2580" y="6443"/>
                      <a:pt x="3421" y="64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7" name="Freeform: Shape 1696">
                <a:extLst>
                  <a:ext uri="{FF2B5EF4-FFF2-40B4-BE49-F238E27FC236}">
                    <a16:creationId xmlns:a16="http://schemas.microsoft.com/office/drawing/2014/main" id="{FD590E5F-3E19-91D3-7E96-CF149172B5FF}"/>
                  </a:ext>
                </a:extLst>
              </p:cNvPr>
              <p:cNvSpPr/>
              <p:nvPr/>
            </p:nvSpPr>
            <p:spPr>
              <a:xfrm>
                <a:off x="4019564" y="4748658"/>
                <a:ext cx="6343" cy="6345"/>
              </a:xfrm>
              <a:custGeom>
                <a:avLst/>
                <a:gdLst>
                  <a:gd name="connsiteX0" fmla="*/ 3421 w 6343"/>
                  <a:gd name="connsiteY0" fmla="*/ 6445 h 6345"/>
                  <a:gd name="connsiteX1" fmla="*/ 5664 w 6343"/>
                  <a:gd name="connsiteY1" fmla="*/ 5516 h 6345"/>
                  <a:gd name="connsiteX2" fmla="*/ 6593 w 6343"/>
                  <a:gd name="connsiteY2" fmla="*/ 3273 h 6345"/>
                  <a:gd name="connsiteX3" fmla="*/ 5664 w 6343"/>
                  <a:gd name="connsiteY3" fmla="*/ 1029 h 6345"/>
                  <a:gd name="connsiteX4" fmla="*/ 3421 w 6343"/>
                  <a:gd name="connsiteY4" fmla="*/ 100 h 6345"/>
                  <a:gd name="connsiteX5" fmla="*/ 1179 w 6343"/>
                  <a:gd name="connsiteY5" fmla="*/ 1029 h 6345"/>
                  <a:gd name="connsiteX6" fmla="*/ 250 w 6343"/>
                  <a:gd name="connsiteY6" fmla="*/ 3273 h 6345"/>
                  <a:gd name="connsiteX7" fmla="*/ 1179 w 6343"/>
                  <a:gd name="connsiteY7" fmla="*/ 5516 h 6345"/>
                  <a:gd name="connsiteX8" fmla="*/ 3421 w 6343"/>
                  <a:gd name="connsiteY8" fmla="*/ 64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45"/>
                    </a:moveTo>
                    <a:cubicBezTo>
                      <a:pt x="4262" y="6445"/>
                      <a:pt x="5069" y="6111"/>
                      <a:pt x="5664" y="5516"/>
                    </a:cubicBezTo>
                    <a:cubicBezTo>
                      <a:pt x="6259" y="4921"/>
                      <a:pt x="6593" y="4114"/>
                      <a:pt x="6593" y="3273"/>
                    </a:cubicBezTo>
                    <a:cubicBezTo>
                      <a:pt x="6593" y="2431"/>
                      <a:pt x="6259" y="1624"/>
                      <a:pt x="5664" y="1029"/>
                    </a:cubicBezTo>
                    <a:cubicBezTo>
                      <a:pt x="5069" y="434"/>
                      <a:pt x="4262" y="100"/>
                      <a:pt x="3421" y="100"/>
                    </a:cubicBezTo>
                    <a:cubicBezTo>
                      <a:pt x="2580" y="100"/>
                      <a:pt x="1773" y="434"/>
                      <a:pt x="1179" y="1029"/>
                    </a:cubicBezTo>
                    <a:cubicBezTo>
                      <a:pt x="584" y="1624"/>
                      <a:pt x="250" y="2431"/>
                      <a:pt x="250" y="3273"/>
                    </a:cubicBezTo>
                    <a:cubicBezTo>
                      <a:pt x="250" y="4114"/>
                      <a:pt x="584" y="4921"/>
                      <a:pt x="1179" y="5516"/>
                    </a:cubicBezTo>
                    <a:cubicBezTo>
                      <a:pt x="1773" y="6111"/>
                      <a:pt x="2580" y="6445"/>
                      <a:pt x="3421" y="64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8" name="Freeform: Shape 1697">
                <a:extLst>
                  <a:ext uri="{FF2B5EF4-FFF2-40B4-BE49-F238E27FC236}">
                    <a16:creationId xmlns:a16="http://schemas.microsoft.com/office/drawing/2014/main" id="{B07993D6-41DA-A389-D769-C52409285CAE}"/>
                  </a:ext>
                </a:extLst>
              </p:cNvPr>
              <p:cNvSpPr/>
              <p:nvPr/>
            </p:nvSpPr>
            <p:spPr>
              <a:xfrm>
                <a:off x="4029288" y="4725842"/>
                <a:ext cx="6343" cy="6345"/>
              </a:xfrm>
              <a:custGeom>
                <a:avLst/>
                <a:gdLst>
                  <a:gd name="connsiteX0" fmla="*/ 3422 w 6343"/>
                  <a:gd name="connsiteY0" fmla="*/ 6444 h 6345"/>
                  <a:gd name="connsiteX1" fmla="*/ 5665 w 6343"/>
                  <a:gd name="connsiteY1" fmla="*/ 5514 h 6345"/>
                  <a:gd name="connsiteX2" fmla="*/ 6594 w 6343"/>
                  <a:gd name="connsiteY2" fmla="*/ 3271 h 6345"/>
                  <a:gd name="connsiteX3" fmla="*/ 5665 w 6343"/>
                  <a:gd name="connsiteY3" fmla="*/ 1027 h 6345"/>
                  <a:gd name="connsiteX4" fmla="*/ 3422 w 6343"/>
                  <a:gd name="connsiteY4" fmla="*/ 98 h 6345"/>
                  <a:gd name="connsiteX5" fmla="*/ 1179 w 6343"/>
                  <a:gd name="connsiteY5" fmla="*/ 1027 h 6345"/>
                  <a:gd name="connsiteX6" fmla="*/ 250 w 6343"/>
                  <a:gd name="connsiteY6" fmla="*/ 3271 h 6345"/>
                  <a:gd name="connsiteX7" fmla="*/ 1179 w 6343"/>
                  <a:gd name="connsiteY7" fmla="*/ 5514 h 6345"/>
                  <a:gd name="connsiteX8" fmla="*/ 3422 w 6343"/>
                  <a:gd name="connsiteY8" fmla="*/ 64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44"/>
                    </a:moveTo>
                    <a:cubicBezTo>
                      <a:pt x="4263" y="6444"/>
                      <a:pt x="5070" y="6109"/>
                      <a:pt x="5665" y="5514"/>
                    </a:cubicBezTo>
                    <a:cubicBezTo>
                      <a:pt x="6259" y="4919"/>
                      <a:pt x="6594" y="4112"/>
                      <a:pt x="6594" y="3271"/>
                    </a:cubicBezTo>
                    <a:cubicBezTo>
                      <a:pt x="6594" y="2430"/>
                      <a:pt x="6259" y="1622"/>
                      <a:pt x="5665" y="1027"/>
                    </a:cubicBezTo>
                    <a:cubicBezTo>
                      <a:pt x="5070" y="433"/>
                      <a:pt x="4263" y="98"/>
                      <a:pt x="3422" y="98"/>
                    </a:cubicBezTo>
                    <a:cubicBezTo>
                      <a:pt x="2581" y="98"/>
                      <a:pt x="1774" y="433"/>
                      <a:pt x="1179" y="1027"/>
                    </a:cubicBezTo>
                    <a:cubicBezTo>
                      <a:pt x="585" y="1622"/>
                      <a:pt x="250" y="2430"/>
                      <a:pt x="250" y="3271"/>
                    </a:cubicBezTo>
                    <a:cubicBezTo>
                      <a:pt x="250" y="4112"/>
                      <a:pt x="585" y="4919"/>
                      <a:pt x="1179" y="5514"/>
                    </a:cubicBezTo>
                    <a:cubicBezTo>
                      <a:pt x="1774" y="6109"/>
                      <a:pt x="2581" y="6444"/>
                      <a:pt x="3422" y="64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9" name="Freeform: Shape 1698">
                <a:extLst>
                  <a:ext uri="{FF2B5EF4-FFF2-40B4-BE49-F238E27FC236}">
                    <a16:creationId xmlns:a16="http://schemas.microsoft.com/office/drawing/2014/main" id="{7F4ECED1-2750-A915-8EC9-747ED06FA32F}"/>
                  </a:ext>
                </a:extLst>
              </p:cNvPr>
              <p:cNvSpPr/>
              <p:nvPr/>
            </p:nvSpPr>
            <p:spPr>
              <a:xfrm>
                <a:off x="4080155" y="4449400"/>
                <a:ext cx="6343" cy="6345"/>
              </a:xfrm>
              <a:custGeom>
                <a:avLst/>
                <a:gdLst>
                  <a:gd name="connsiteX0" fmla="*/ 3426 w 6343"/>
                  <a:gd name="connsiteY0" fmla="*/ 6422 h 6345"/>
                  <a:gd name="connsiteX1" fmla="*/ 5669 w 6343"/>
                  <a:gd name="connsiteY1" fmla="*/ 5493 h 6345"/>
                  <a:gd name="connsiteX2" fmla="*/ 6598 w 6343"/>
                  <a:gd name="connsiteY2" fmla="*/ 3249 h 6345"/>
                  <a:gd name="connsiteX3" fmla="*/ 5669 w 6343"/>
                  <a:gd name="connsiteY3" fmla="*/ 1006 h 6345"/>
                  <a:gd name="connsiteX4" fmla="*/ 3426 w 6343"/>
                  <a:gd name="connsiteY4" fmla="*/ 76 h 6345"/>
                  <a:gd name="connsiteX5" fmla="*/ 1183 w 6343"/>
                  <a:gd name="connsiteY5" fmla="*/ 1006 h 6345"/>
                  <a:gd name="connsiteX6" fmla="*/ 254 w 6343"/>
                  <a:gd name="connsiteY6" fmla="*/ 3249 h 6345"/>
                  <a:gd name="connsiteX7" fmla="*/ 1183 w 6343"/>
                  <a:gd name="connsiteY7" fmla="*/ 5493 h 6345"/>
                  <a:gd name="connsiteX8" fmla="*/ 3426 w 6343"/>
                  <a:gd name="connsiteY8" fmla="*/ 64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22"/>
                    </a:moveTo>
                    <a:cubicBezTo>
                      <a:pt x="4267" y="6422"/>
                      <a:pt x="5074" y="6088"/>
                      <a:pt x="5669" y="5493"/>
                    </a:cubicBezTo>
                    <a:cubicBezTo>
                      <a:pt x="6263" y="4898"/>
                      <a:pt x="6598" y="4091"/>
                      <a:pt x="6598" y="3249"/>
                    </a:cubicBezTo>
                    <a:cubicBezTo>
                      <a:pt x="6598" y="2408"/>
                      <a:pt x="6263" y="1601"/>
                      <a:pt x="5669" y="1006"/>
                    </a:cubicBezTo>
                    <a:cubicBezTo>
                      <a:pt x="5074" y="411"/>
                      <a:pt x="4267" y="76"/>
                      <a:pt x="3426" y="76"/>
                    </a:cubicBezTo>
                    <a:cubicBezTo>
                      <a:pt x="2585" y="76"/>
                      <a:pt x="1778" y="411"/>
                      <a:pt x="1183" y="1006"/>
                    </a:cubicBezTo>
                    <a:cubicBezTo>
                      <a:pt x="589" y="1601"/>
                      <a:pt x="254" y="2408"/>
                      <a:pt x="254" y="3249"/>
                    </a:cubicBezTo>
                    <a:cubicBezTo>
                      <a:pt x="254" y="4091"/>
                      <a:pt x="589" y="4898"/>
                      <a:pt x="1183" y="5493"/>
                    </a:cubicBezTo>
                    <a:cubicBezTo>
                      <a:pt x="1778" y="6088"/>
                      <a:pt x="2585" y="6422"/>
                      <a:pt x="3426" y="64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0" name="Freeform: Shape 1699">
                <a:extLst>
                  <a:ext uri="{FF2B5EF4-FFF2-40B4-BE49-F238E27FC236}">
                    <a16:creationId xmlns:a16="http://schemas.microsoft.com/office/drawing/2014/main" id="{67D1F257-C690-CFA3-5F4E-BEBFE9FA2F5D}"/>
                  </a:ext>
                </a:extLst>
              </p:cNvPr>
              <p:cNvSpPr/>
              <p:nvPr/>
            </p:nvSpPr>
            <p:spPr>
              <a:xfrm>
                <a:off x="4037652" y="4751804"/>
                <a:ext cx="6343" cy="6345"/>
              </a:xfrm>
              <a:custGeom>
                <a:avLst/>
                <a:gdLst>
                  <a:gd name="connsiteX0" fmla="*/ 3423 w 6343"/>
                  <a:gd name="connsiteY0" fmla="*/ 6446 h 6345"/>
                  <a:gd name="connsiteX1" fmla="*/ 5665 w 6343"/>
                  <a:gd name="connsiteY1" fmla="*/ 5516 h 6345"/>
                  <a:gd name="connsiteX2" fmla="*/ 6594 w 6343"/>
                  <a:gd name="connsiteY2" fmla="*/ 3273 h 6345"/>
                  <a:gd name="connsiteX3" fmla="*/ 5665 w 6343"/>
                  <a:gd name="connsiteY3" fmla="*/ 1030 h 6345"/>
                  <a:gd name="connsiteX4" fmla="*/ 3423 w 6343"/>
                  <a:gd name="connsiteY4" fmla="*/ 100 h 6345"/>
                  <a:gd name="connsiteX5" fmla="*/ 1180 w 6343"/>
                  <a:gd name="connsiteY5" fmla="*/ 1030 h 6345"/>
                  <a:gd name="connsiteX6" fmla="*/ 251 w 6343"/>
                  <a:gd name="connsiteY6" fmla="*/ 3273 h 6345"/>
                  <a:gd name="connsiteX7" fmla="*/ 1180 w 6343"/>
                  <a:gd name="connsiteY7" fmla="*/ 5516 h 6345"/>
                  <a:gd name="connsiteX8" fmla="*/ 3423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46"/>
                    </a:moveTo>
                    <a:cubicBezTo>
                      <a:pt x="4264" y="6446"/>
                      <a:pt x="5071" y="6111"/>
                      <a:pt x="5665" y="5516"/>
                    </a:cubicBezTo>
                    <a:cubicBezTo>
                      <a:pt x="6260" y="4921"/>
                      <a:pt x="6594" y="4114"/>
                      <a:pt x="6594" y="3273"/>
                    </a:cubicBezTo>
                    <a:cubicBezTo>
                      <a:pt x="6594" y="2432"/>
                      <a:pt x="6260" y="1624"/>
                      <a:pt x="5665" y="1030"/>
                    </a:cubicBezTo>
                    <a:cubicBezTo>
                      <a:pt x="5071" y="435"/>
                      <a:pt x="4264" y="100"/>
                      <a:pt x="3423" y="100"/>
                    </a:cubicBezTo>
                    <a:cubicBezTo>
                      <a:pt x="2582" y="100"/>
                      <a:pt x="1775" y="435"/>
                      <a:pt x="1180" y="1030"/>
                    </a:cubicBezTo>
                    <a:cubicBezTo>
                      <a:pt x="585" y="1624"/>
                      <a:pt x="251" y="2432"/>
                      <a:pt x="251" y="3273"/>
                    </a:cubicBezTo>
                    <a:cubicBezTo>
                      <a:pt x="251" y="4114"/>
                      <a:pt x="585" y="4921"/>
                      <a:pt x="1180" y="5516"/>
                    </a:cubicBezTo>
                    <a:cubicBezTo>
                      <a:pt x="1775" y="6111"/>
                      <a:pt x="2582" y="6446"/>
                      <a:pt x="3423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1" name="Freeform: Shape 1700">
                <a:extLst>
                  <a:ext uri="{FF2B5EF4-FFF2-40B4-BE49-F238E27FC236}">
                    <a16:creationId xmlns:a16="http://schemas.microsoft.com/office/drawing/2014/main" id="{AAED1014-F2FF-CDC9-FA8F-9B733E4F51F3}"/>
                  </a:ext>
                </a:extLst>
              </p:cNvPr>
              <p:cNvSpPr/>
              <p:nvPr/>
            </p:nvSpPr>
            <p:spPr>
              <a:xfrm>
                <a:off x="4047124" y="4733021"/>
                <a:ext cx="6343" cy="6345"/>
              </a:xfrm>
              <a:custGeom>
                <a:avLst/>
                <a:gdLst>
                  <a:gd name="connsiteX0" fmla="*/ 3423 w 6343"/>
                  <a:gd name="connsiteY0" fmla="*/ 6444 h 6345"/>
                  <a:gd name="connsiteX1" fmla="*/ 5666 w 6343"/>
                  <a:gd name="connsiteY1" fmla="*/ 5515 h 6345"/>
                  <a:gd name="connsiteX2" fmla="*/ 6595 w 6343"/>
                  <a:gd name="connsiteY2" fmla="*/ 3271 h 6345"/>
                  <a:gd name="connsiteX3" fmla="*/ 5666 w 6343"/>
                  <a:gd name="connsiteY3" fmla="*/ 1028 h 6345"/>
                  <a:gd name="connsiteX4" fmla="*/ 3423 w 6343"/>
                  <a:gd name="connsiteY4" fmla="*/ 99 h 6345"/>
                  <a:gd name="connsiteX5" fmla="*/ 1181 w 6343"/>
                  <a:gd name="connsiteY5" fmla="*/ 1028 h 6345"/>
                  <a:gd name="connsiteX6" fmla="*/ 252 w 6343"/>
                  <a:gd name="connsiteY6" fmla="*/ 3271 h 6345"/>
                  <a:gd name="connsiteX7" fmla="*/ 1181 w 6343"/>
                  <a:gd name="connsiteY7" fmla="*/ 5515 h 6345"/>
                  <a:gd name="connsiteX8" fmla="*/ 3423 w 6343"/>
                  <a:gd name="connsiteY8" fmla="*/ 64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44"/>
                    </a:moveTo>
                    <a:cubicBezTo>
                      <a:pt x="4265" y="6444"/>
                      <a:pt x="5071" y="6110"/>
                      <a:pt x="5666" y="5515"/>
                    </a:cubicBezTo>
                    <a:cubicBezTo>
                      <a:pt x="6261" y="4920"/>
                      <a:pt x="6595" y="4113"/>
                      <a:pt x="6595" y="3271"/>
                    </a:cubicBezTo>
                    <a:cubicBezTo>
                      <a:pt x="6595" y="2430"/>
                      <a:pt x="6261" y="1623"/>
                      <a:pt x="5666" y="1028"/>
                    </a:cubicBezTo>
                    <a:cubicBezTo>
                      <a:pt x="5071" y="433"/>
                      <a:pt x="4265" y="99"/>
                      <a:pt x="3423" y="99"/>
                    </a:cubicBezTo>
                    <a:cubicBezTo>
                      <a:pt x="2582" y="99"/>
                      <a:pt x="1776" y="433"/>
                      <a:pt x="1181" y="1028"/>
                    </a:cubicBezTo>
                    <a:cubicBezTo>
                      <a:pt x="586" y="1623"/>
                      <a:pt x="252" y="2430"/>
                      <a:pt x="252" y="3271"/>
                    </a:cubicBezTo>
                    <a:cubicBezTo>
                      <a:pt x="252" y="4113"/>
                      <a:pt x="586" y="4920"/>
                      <a:pt x="1181" y="5515"/>
                    </a:cubicBezTo>
                    <a:cubicBezTo>
                      <a:pt x="1776" y="6110"/>
                      <a:pt x="2582" y="6444"/>
                      <a:pt x="3423" y="64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2" name="Freeform: Shape 1701">
                <a:extLst>
                  <a:ext uri="{FF2B5EF4-FFF2-40B4-BE49-F238E27FC236}">
                    <a16:creationId xmlns:a16="http://schemas.microsoft.com/office/drawing/2014/main" id="{AC7BE1D8-A8D3-1EEF-30C8-30C6CE2582DE}"/>
                  </a:ext>
                </a:extLst>
              </p:cNvPr>
              <p:cNvSpPr/>
              <p:nvPr/>
            </p:nvSpPr>
            <p:spPr>
              <a:xfrm>
                <a:off x="4056950" y="4713661"/>
                <a:ext cx="6343" cy="6345"/>
              </a:xfrm>
              <a:custGeom>
                <a:avLst/>
                <a:gdLst>
                  <a:gd name="connsiteX0" fmla="*/ 3424 w 6343"/>
                  <a:gd name="connsiteY0" fmla="*/ 6443 h 6345"/>
                  <a:gd name="connsiteX1" fmla="*/ 5667 w 6343"/>
                  <a:gd name="connsiteY1" fmla="*/ 5513 h 6345"/>
                  <a:gd name="connsiteX2" fmla="*/ 6596 w 6343"/>
                  <a:gd name="connsiteY2" fmla="*/ 3270 h 6345"/>
                  <a:gd name="connsiteX3" fmla="*/ 5667 w 6343"/>
                  <a:gd name="connsiteY3" fmla="*/ 1027 h 6345"/>
                  <a:gd name="connsiteX4" fmla="*/ 3424 w 6343"/>
                  <a:gd name="connsiteY4" fmla="*/ 97 h 6345"/>
                  <a:gd name="connsiteX5" fmla="*/ 1182 w 6343"/>
                  <a:gd name="connsiteY5" fmla="*/ 1027 h 6345"/>
                  <a:gd name="connsiteX6" fmla="*/ 253 w 6343"/>
                  <a:gd name="connsiteY6" fmla="*/ 3270 h 6345"/>
                  <a:gd name="connsiteX7" fmla="*/ 1182 w 6343"/>
                  <a:gd name="connsiteY7" fmla="*/ 5513 h 6345"/>
                  <a:gd name="connsiteX8" fmla="*/ 3424 w 6343"/>
                  <a:gd name="connsiteY8" fmla="*/ 64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43"/>
                    </a:moveTo>
                    <a:cubicBezTo>
                      <a:pt x="4265" y="6443"/>
                      <a:pt x="5072" y="6108"/>
                      <a:pt x="5667" y="5513"/>
                    </a:cubicBezTo>
                    <a:cubicBezTo>
                      <a:pt x="6262" y="4918"/>
                      <a:pt x="6596" y="4111"/>
                      <a:pt x="6596" y="3270"/>
                    </a:cubicBezTo>
                    <a:cubicBezTo>
                      <a:pt x="6596" y="2429"/>
                      <a:pt x="6262" y="1621"/>
                      <a:pt x="5667" y="1027"/>
                    </a:cubicBezTo>
                    <a:cubicBezTo>
                      <a:pt x="5072" y="432"/>
                      <a:pt x="4265" y="97"/>
                      <a:pt x="3424" y="97"/>
                    </a:cubicBezTo>
                    <a:cubicBezTo>
                      <a:pt x="2583" y="97"/>
                      <a:pt x="1776" y="432"/>
                      <a:pt x="1182" y="1027"/>
                    </a:cubicBezTo>
                    <a:cubicBezTo>
                      <a:pt x="587" y="1621"/>
                      <a:pt x="253" y="2429"/>
                      <a:pt x="253" y="3270"/>
                    </a:cubicBezTo>
                    <a:cubicBezTo>
                      <a:pt x="253" y="4111"/>
                      <a:pt x="587" y="4918"/>
                      <a:pt x="1182" y="5513"/>
                    </a:cubicBezTo>
                    <a:cubicBezTo>
                      <a:pt x="1776" y="6108"/>
                      <a:pt x="2583" y="6443"/>
                      <a:pt x="3424" y="64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3" name="Freeform: Shape 1702">
                <a:extLst>
                  <a:ext uri="{FF2B5EF4-FFF2-40B4-BE49-F238E27FC236}">
                    <a16:creationId xmlns:a16="http://schemas.microsoft.com/office/drawing/2014/main" id="{79A6DC49-EF2F-E1BF-1359-7FBF5C7E1965}"/>
                  </a:ext>
                </a:extLst>
              </p:cNvPr>
              <p:cNvSpPr/>
              <p:nvPr/>
            </p:nvSpPr>
            <p:spPr>
              <a:xfrm>
                <a:off x="4166720" y="4159286"/>
                <a:ext cx="6343" cy="6345"/>
              </a:xfrm>
              <a:custGeom>
                <a:avLst/>
                <a:gdLst>
                  <a:gd name="connsiteX0" fmla="*/ 3433 w 6343"/>
                  <a:gd name="connsiteY0" fmla="*/ 6399 h 6345"/>
                  <a:gd name="connsiteX1" fmla="*/ 5675 w 6343"/>
                  <a:gd name="connsiteY1" fmla="*/ 5470 h 6345"/>
                  <a:gd name="connsiteX2" fmla="*/ 6604 w 6343"/>
                  <a:gd name="connsiteY2" fmla="*/ 3226 h 6345"/>
                  <a:gd name="connsiteX3" fmla="*/ 5675 w 6343"/>
                  <a:gd name="connsiteY3" fmla="*/ 983 h 6345"/>
                  <a:gd name="connsiteX4" fmla="*/ 3433 w 6343"/>
                  <a:gd name="connsiteY4" fmla="*/ 54 h 6345"/>
                  <a:gd name="connsiteX5" fmla="*/ 1190 w 6343"/>
                  <a:gd name="connsiteY5" fmla="*/ 983 h 6345"/>
                  <a:gd name="connsiteX6" fmla="*/ 261 w 6343"/>
                  <a:gd name="connsiteY6" fmla="*/ 3226 h 6345"/>
                  <a:gd name="connsiteX7" fmla="*/ 1190 w 6343"/>
                  <a:gd name="connsiteY7" fmla="*/ 5470 h 6345"/>
                  <a:gd name="connsiteX8" fmla="*/ 3433 w 6343"/>
                  <a:gd name="connsiteY8" fmla="*/ 63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399"/>
                    </a:moveTo>
                    <a:cubicBezTo>
                      <a:pt x="4274" y="6399"/>
                      <a:pt x="5081" y="6065"/>
                      <a:pt x="5675" y="5470"/>
                    </a:cubicBezTo>
                    <a:cubicBezTo>
                      <a:pt x="6270" y="4875"/>
                      <a:pt x="6604" y="4068"/>
                      <a:pt x="6604" y="3226"/>
                    </a:cubicBezTo>
                    <a:cubicBezTo>
                      <a:pt x="6604" y="2385"/>
                      <a:pt x="6270" y="1578"/>
                      <a:pt x="5675" y="983"/>
                    </a:cubicBezTo>
                    <a:cubicBezTo>
                      <a:pt x="5081" y="388"/>
                      <a:pt x="4274" y="54"/>
                      <a:pt x="3433" y="54"/>
                    </a:cubicBezTo>
                    <a:cubicBezTo>
                      <a:pt x="2592" y="54"/>
                      <a:pt x="1785" y="388"/>
                      <a:pt x="1190" y="983"/>
                    </a:cubicBezTo>
                    <a:cubicBezTo>
                      <a:pt x="595" y="1578"/>
                      <a:pt x="261" y="2385"/>
                      <a:pt x="261" y="3226"/>
                    </a:cubicBezTo>
                    <a:cubicBezTo>
                      <a:pt x="261" y="4068"/>
                      <a:pt x="595" y="4875"/>
                      <a:pt x="1190" y="5470"/>
                    </a:cubicBezTo>
                    <a:cubicBezTo>
                      <a:pt x="1785" y="6065"/>
                      <a:pt x="2592" y="6399"/>
                      <a:pt x="3433" y="63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4" name="Freeform: Shape 1703">
                <a:extLst>
                  <a:ext uri="{FF2B5EF4-FFF2-40B4-BE49-F238E27FC236}">
                    <a16:creationId xmlns:a16="http://schemas.microsoft.com/office/drawing/2014/main" id="{0047BA5A-E596-080B-22E5-5231C3C9B833}"/>
                  </a:ext>
                </a:extLst>
              </p:cNvPr>
              <p:cNvSpPr/>
              <p:nvPr/>
            </p:nvSpPr>
            <p:spPr>
              <a:xfrm>
                <a:off x="4068021" y="4723528"/>
                <a:ext cx="6343" cy="6345"/>
              </a:xfrm>
              <a:custGeom>
                <a:avLst/>
                <a:gdLst>
                  <a:gd name="connsiteX0" fmla="*/ 3425 w 6343"/>
                  <a:gd name="connsiteY0" fmla="*/ 6443 h 6345"/>
                  <a:gd name="connsiteX1" fmla="*/ 5668 w 6343"/>
                  <a:gd name="connsiteY1" fmla="*/ 5514 h 6345"/>
                  <a:gd name="connsiteX2" fmla="*/ 6597 w 6343"/>
                  <a:gd name="connsiteY2" fmla="*/ 3271 h 6345"/>
                  <a:gd name="connsiteX3" fmla="*/ 5668 w 6343"/>
                  <a:gd name="connsiteY3" fmla="*/ 1027 h 6345"/>
                  <a:gd name="connsiteX4" fmla="*/ 3425 w 6343"/>
                  <a:gd name="connsiteY4" fmla="*/ 98 h 6345"/>
                  <a:gd name="connsiteX5" fmla="*/ 1182 w 6343"/>
                  <a:gd name="connsiteY5" fmla="*/ 1027 h 6345"/>
                  <a:gd name="connsiteX6" fmla="*/ 253 w 6343"/>
                  <a:gd name="connsiteY6" fmla="*/ 3271 h 6345"/>
                  <a:gd name="connsiteX7" fmla="*/ 1182 w 6343"/>
                  <a:gd name="connsiteY7" fmla="*/ 5514 h 6345"/>
                  <a:gd name="connsiteX8" fmla="*/ 3425 w 6343"/>
                  <a:gd name="connsiteY8" fmla="*/ 64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43"/>
                    </a:moveTo>
                    <a:cubicBezTo>
                      <a:pt x="4266" y="6443"/>
                      <a:pt x="5073" y="6109"/>
                      <a:pt x="5668" y="5514"/>
                    </a:cubicBezTo>
                    <a:cubicBezTo>
                      <a:pt x="6262" y="4919"/>
                      <a:pt x="6597" y="4112"/>
                      <a:pt x="6597" y="3271"/>
                    </a:cubicBezTo>
                    <a:cubicBezTo>
                      <a:pt x="6597" y="2429"/>
                      <a:pt x="6262" y="1622"/>
                      <a:pt x="5668" y="1027"/>
                    </a:cubicBezTo>
                    <a:cubicBezTo>
                      <a:pt x="5073" y="432"/>
                      <a:pt x="4266" y="98"/>
                      <a:pt x="3425" y="98"/>
                    </a:cubicBezTo>
                    <a:cubicBezTo>
                      <a:pt x="2584" y="98"/>
                      <a:pt x="1777" y="432"/>
                      <a:pt x="1182" y="1027"/>
                    </a:cubicBezTo>
                    <a:cubicBezTo>
                      <a:pt x="588" y="1622"/>
                      <a:pt x="253" y="2429"/>
                      <a:pt x="253" y="3271"/>
                    </a:cubicBezTo>
                    <a:cubicBezTo>
                      <a:pt x="253" y="4112"/>
                      <a:pt x="588" y="4919"/>
                      <a:pt x="1182" y="5514"/>
                    </a:cubicBezTo>
                    <a:cubicBezTo>
                      <a:pt x="1777" y="6109"/>
                      <a:pt x="2584" y="6443"/>
                      <a:pt x="3425" y="64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5" name="Freeform: Shape 1704">
                <a:extLst>
                  <a:ext uri="{FF2B5EF4-FFF2-40B4-BE49-F238E27FC236}">
                    <a16:creationId xmlns:a16="http://schemas.microsoft.com/office/drawing/2014/main" id="{A7956304-FCAA-DC07-38A4-35DE07354FBF}"/>
                  </a:ext>
                </a:extLst>
              </p:cNvPr>
              <p:cNvSpPr/>
              <p:nvPr/>
            </p:nvSpPr>
            <p:spPr>
              <a:xfrm>
                <a:off x="4074988" y="4720912"/>
                <a:ext cx="6343" cy="6345"/>
              </a:xfrm>
              <a:custGeom>
                <a:avLst/>
                <a:gdLst>
                  <a:gd name="connsiteX0" fmla="*/ 3426 w 6343"/>
                  <a:gd name="connsiteY0" fmla="*/ 6443 h 6345"/>
                  <a:gd name="connsiteX1" fmla="*/ 5668 w 6343"/>
                  <a:gd name="connsiteY1" fmla="*/ 5514 h 6345"/>
                  <a:gd name="connsiteX2" fmla="*/ 6597 w 6343"/>
                  <a:gd name="connsiteY2" fmla="*/ 3271 h 6345"/>
                  <a:gd name="connsiteX3" fmla="*/ 5668 w 6343"/>
                  <a:gd name="connsiteY3" fmla="*/ 1027 h 6345"/>
                  <a:gd name="connsiteX4" fmla="*/ 3426 w 6343"/>
                  <a:gd name="connsiteY4" fmla="*/ 98 h 6345"/>
                  <a:gd name="connsiteX5" fmla="*/ 1183 w 6343"/>
                  <a:gd name="connsiteY5" fmla="*/ 1027 h 6345"/>
                  <a:gd name="connsiteX6" fmla="*/ 254 w 6343"/>
                  <a:gd name="connsiteY6" fmla="*/ 3271 h 6345"/>
                  <a:gd name="connsiteX7" fmla="*/ 1183 w 6343"/>
                  <a:gd name="connsiteY7" fmla="*/ 5514 h 6345"/>
                  <a:gd name="connsiteX8" fmla="*/ 3426 w 6343"/>
                  <a:gd name="connsiteY8" fmla="*/ 64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43"/>
                    </a:moveTo>
                    <a:cubicBezTo>
                      <a:pt x="4267" y="6443"/>
                      <a:pt x="5073" y="6109"/>
                      <a:pt x="5668" y="5514"/>
                    </a:cubicBezTo>
                    <a:cubicBezTo>
                      <a:pt x="6263" y="4919"/>
                      <a:pt x="6597" y="4112"/>
                      <a:pt x="6597" y="3271"/>
                    </a:cubicBezTo>
                    <a:cubicBezTo>
                      <a:pt x="6597" y="2429"/>
                      <a:pt x="6263" y="1622"/>
                      <a:pt x="5668" y="1027"/>
                    </a:cubicBezTo>
                    <a:cubicBezTo>
                      <a:pt x="5073" y="432"/>
                      <a:pt x="4267" y="98"/>
                      <a:pt x="3426" y="98"/>
                    </a:cubicBezTo>
                    <a:cubicBezTo>
                      <a:pt x="2584" y="98"/>
                      <a:pt x="1778" y="432"/>
                      <a:pt x="1183" y="1027"/>
                    </a:cubicBezTo>
                    <a:cubicBezTo>
                      <a:pt x="588" y="1622"/>
                      <a:pt x="254" y="2429"/>
                      <a:pt x="254" y="3271"/>
                    </a:cubicBezTo>
                    <a:cubicBezTo>
                      <a:pt x="254" y="4112"/>
                      <a:pt x="588" y="4919"/>
                      <a:pt x="1183" y="5514"/>
                    </a:cubicBezTo>
                    <a:cubicBezTo>
                      <a:pt x="1778" y="6109"/>
                      <a:pt x="2584" y="6443"/>
                      <a:pt x="3426" y="64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6" name="Freeform: Shape 1705">
                <a:extLst>
                  <a:ext uri="{FF2B5EF4-FFF2-40B4-BE49-F238E27FC236}">
                    <a16:creationId xmlns:a16="http://schemas.microsoft.com/office/drawing/2014/main" id="{26FF3393-F93E-670C-4944-094750DA5D4D}"/>
                  </a:ext>
                </a:extLst>
              </p:cNvPr>
              <p:cNvSpPr/>
              <p:nvPr/>
            </p:nvSpPr>
            <p:spPr>
              <a:xfrm>
                <a:off x="4196221" y="4162299"/>
                <a:ext cx="6343" cy="6345"/>
              </a:xfrm>
              <a:custGeom>
                <a:avLst/>
                <a:gdLst>
                  <a:gd name="connsiteX0" fmla="*/ 3435 w 6343"/>
                  <a:gd name="connsiteY0" fmla="*/ 6399 h 6345"/>
                  <a:gd name="connsiteX1" fmla="*/ 5678 w 6343"/>
                  <a:gd name="connsiteY1" fmla="*/ 5470 h 6345"/>
                  <a:gd name="connsiteX2" fmla="*/ 6607 w 6343"/>
                  <a:gd name="connsiteY2" fmla="*/ 3227 h 6345"/>
                  <a:gd name="connsiteX3" fmla="*/ 5678 w 6343"/>
                  <a:gd name="connsiteY3" fmla="*/ 983 h 6345"/>
                  <a:gd name="connsiteX4" fmla="*/ 3435 w 6343"/>
                  <a:gd name="connsiteY4" fmla="*/ 54 h 6345"/>
                  <a:gd name="connsiteX5" fmla="*/ 1193 w 6343"/>
                  <a:gd name="connsiteY5" fmla="*/ 983 h 6345"/>
                  <a:gd name="connsiteX6" fmla="*/ 264 w 6343"/>
                  <a:gd name="connsiteY6" fmla="*/ 3227 h 6345"/>
                  <a:gd name="connsiteX7" fmla="*/ 1193 w 6343"/>
                  <a:gd name="connsiteY7" fmla="*/ 5470 h 6345"/>
                  <a:gd name="connsiteX8" fmla="*/ 3435 w 6343"/>
                  <a:gd name="connsiteY8" fmla="*/ 63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399"/>
                    </a:moveTo>
                    <a:cubicBezTo>
                      <a:pt x="4276" y="6399"/>
                      <a:pt x="5083" y="6065"/>
                      <a:pt x="5678" y="5470"/>
                    </a:cubicBezTo>
                    <a:cubicBezTo>
                      <a:pt x="6273" y="4875"/>
                      <a:pt x="6607" y="4068"/>
                      <a:pt x="6607" y="3227"/>
                    </a:cubicBezTo>
                    <a:cubicBezTo>
                      <a:pt x="6607" y="2385"/>
                      <a:pt x="6273" y="1578"/>
                      <a:pt x="5678" y="983"/>
                    </a:cubicBezTo>
                    <a:cubicBezTo>
                      <a:pt x="5083" y="388"/>
                      <a:pt x="4276" y="54"/>
                      <a:pt x="3435" y="54"/>
                    </a:cubicBezTo>
                    <a:cubicBezTo>
                      <a:pt x="2594" y="54"/>
                      <a:pt x="1787" y="388"/>
                      <a:pt x="1193" y="983"/>
                    </a:cubicBezTo>
                    <a:cubicBezTo>
                      <a:pt x="598" y="1578"/>
                      <a:pt x="264" y="2385"/>
                      <a:pt x="264" y="3227"/>
                    </a:cubicBezTo>
                    <a:cubicBezTo>
                      <a:pt x="264" y="4068"/>
                      <a:pt x="598" y="4875"/>
                      <a:pt x="1193" y="5470"/>
                    </a:cubicBezTo>
                    <a:cubicBezTo>
                      <a:pt x="1787" y="6065"/>
                      <a:pt x="2594" y="6399"/>
                      <a:pt x="3435" y="63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7" name="Freeform: Shape 1706">
                <a:extLst>
                  <a:ext uri="{FF2B5EF4-FFF2-40B4-BE49-F238E27FC236}">
                    <a16:creationId xmlns:a16="http://schemas.microsoft.com/office/drawing/2014/main" id="{0519C4B2-7B5F-A0B8-816B-121D6FD18BD8}"/>
                  </a:ext>
                </a:extLst>
              </p:cNvPr>
              <p:cNvSpPr/>
              <p:nvPr/>
            </p:nvSpPr>
            <p:spPr>
              <a:xfrm>
                <a:off x="4279835" y="4333277"/>
                <a:ext cx="6343" cy="6345"/>
              </a:xfrm>
              <a:custGeom>
                <a:avLst/>
                <a:gdLst>
                  <a:gd name="connsiteX0" fmla="*/ 3442 w 6343"/>
                  <a:gd name="connsiteY0" fmla="*/ 6413 h 6345"/>
                  <a:gd name="connsiteX1" fmla="*/ 5684 w 6343"/>
                  <a:gd name="connsiteY1" fmla="*/ 5483 h 6345"/>
                  <a:gd name="connsiteX2" fmla="*/ 6613 w 6343"/>
                  <a:gd name="connsiteY2" fmla="*/ 3240 h 6345"/>
                  <a:gd name="connsiteX3" fmla="*/ 5684 w 6343"/>
                  <a:gd name="connsiteY3" fmla="*/ 997 h 6345"/>
                  <a:gd name="connsiteX4" fmla="*/ 3442 w 6343"/>
                  <a:gd name="connsiteY4" fmla="*/ 67 h 6345"/>
                  <a:gd name="connsiteX5" fmla="*/ 1199 w 6343"/>
                  <a:gd name="connsiteY5" fmla="*/ 997 h 6345"/>
                  <a:gd name="connsiteX6" fmla="*/ 270 w 6343"/>
                  <a:gd name="connsiteY6" fmla="*/ 3240 h 6345"/>
                  <a:gd name="connsiteX7" fmla="*/ 1199 w 6343"/>
                  <a:gd name="connsiteY7" fmla="*/ 5483 h 6345"/>
                  <a:gd name="connsiteX8" fmla="*/ 3442 w 6343"/>
                  <a:gd name="connsiteY8" fmla="*/ 64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413"/>
                    </a:moveTo>
                    <a:cubicBezTo>
                      <a:pt x="4283" y="6413"/>
                      <a:pt x="5090" y="6078"/>
                      <a:pt x="5684" y="5483"/>
                    </a:cubicBezTo>
                    <a:cubicBezTo>
                      <a:pt x="6279" y="4888"/>
                      <a:pt x="6613" y="4081"/>
                      <a:pt x="6613" y="3240"/>
                    </a:cubicBezTo>
                    <a:cubicBezTo>
                      <a:pt x="6613" y="2399"/>
                      <a:pt x="6279" y="1592"/>
                      <a:pt x="5684" y="997"/>
                    </a:cubicBezTo>
                    <a:cubicBezTo>
                      <a:pt x="5090" y="402"/>
                      <a:pt x="4283" y="67"/>
                      <a:pt x="3442" y="67"/>
                    </a:cubicBezTo>
                    <a:cubicBezTo>
                      <a:pt x="2601" y="67"/>
                      <a:pt x="1794" y="402"/>
                      <a:pt x="1199" y="997"/>
                    </a:cubicBezTo>
                    <a:cubicBezTo>
                      <a:pt x="604" y="1592"/>
                      <a:pt x="270" y="2399"/>
                      <a:pt x="270" y="3240"/>
                    </a:cubicBezTo>
                    <a:cubicBezTo>
                      <a:pt x="270" y="4081"/>
                      <a:pt x="604" y="4888"/>
                      <a:pt x="1199" y="5483"/>
                    </a:cubicBezTo>
                    <a:cubicBezTo>
                      <a:pt x="1794" y="6078"/>
                      <a:pt x="2601" y="6413"/>
                      <a:pt x="3442" y="64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8" name="Freeform: Shape 1707">
                <a:extLst>
                  <a:ext uri="{FF2B5EF4-FFF2-40B4-BE49-F238E27FC236}">
                    <a16:creationId xmlns:a16="http://schemas.microsoft.com/office/drawing/2014/main" id="{C2A018C4-D3B3-F135-964A-73EEE9F09536}"/>
                  </a:ext>
                </a:extLst>
              </p:cNvPr>
              <p:cNvSpPr/>
              <p:nvPr/>
            </p:nvSpPr>
            <p:spPr>
              <a:xfrm>
                <a:off x="4287832" y="4337810"/>
                <a:ext cx="6343" cy="6345"/>
              </a:xfrm>
              <a:custGeom>
                <a:avLst/>
                <a:gdLst>
                  <a:gd name="connsiteX0" fmla="*/ 3442 w 6343"/>
                  <a:gd name="connsiteY0" fmla="*/ 6413 h 6345"/>
                  <a:gd name="connsiteX1" fmla="*/ 5685 w 6343"/>
                  <a:gd name="connsiteY1" fmla="*/ 5484 h 6345"/>
                  <a:gd name="connsiteX2" fmla="*/ 6614 w 6343"/>
                  <a:gd name="connsiteY2" fmla="*/ 3240 h 6345"/>
                  <a:gd name="connsiteX3" fmla="*/ 5685 w 6343"/>
                  <a:gd name="connsiteY3" fmla="*/ 997 h 6345"/>
                  <a:gd name="connsiteX4" fmla="*/ 3442 w 6343"/>
                  <a:gd name="connsiteY4" fmla="*/ 68 h 6345"/>
                  <a:gd name="connsiteX5" fmla="*/ 1200 w 6343"/>
                  <a:gd name="connsiteY5" fmla="*/ 997 h 6345"/>
                  <a:gd name="connsiteX6" fmla="*/ 271 w 6343"/>
                  <a:gd name="connsiteY6" fmla="*/ 3240 h 6345"/>
                  <a:gd name="connsiteX7" fmla="*/ 1200 w 6343"/>
                  <a:gd name="connsiteY7" fmla="*/ 5484 h 6345"/>
                  <a:gd name="connsiteX8" fmla="*/ 3442 w 6343"/>
                  <a:gd name="connsiteY8" fmla="*/ 64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413"/>
                    </a:moveTo>
                    <a:cubicBezTo>
                      <a:pt x="4283" y="6413"/>
                      <a:pt x="5090" y="6079"/>
                      <a:pt x="5685" y="5484"/>
                    </a:cubicBezTo>
                    <a:cubicBezTo>
                      <a:pt x="6280" y="4889"/>
                      <a:pt x="6614" y="4082"/>
                      <a:pt x="6614" y="3240"/>
                    </a:cubicBezTo>
                    <a:cubicBezTo>
                      <a:pt x="6614" y="2399"/>
                      <a:pt x="6280" y="1592"/>
                      <a:pt x="5685" y="997"/>
                    </a:cubicBezTo>
                    <a:cubicBezTo>
                      <a:pt x="5090" y="402"/>
                      <a:pt x="4283" y="68"/>
                      <a:pt x="3442" y="68"/>
                    </a:cubicBezTo>
                    <a:cubicBezTo>
                      <a:pt x="2601" y="68"/>
                      <a:pt x="1794" y="402"/>
                      <a:pt x="1200" y="997"/>
                    </a:cubicBezTo>
                    <a:cubicBezTo>
                      <a:pt x="605" y="1592"/>
                      <a:pt x="271" y="2399"/>
                      <a:pt x="271" y="3240"/>
                    </a:cubicBezTo>
                    <a:cubicBezTo>
                      <a:pt x="271" y="4082"/>
                      <a:pt x="605" y="4889"/>
                      <a:pt x="1200" y="5484"/>
                    </a:cubicBezTo>
                    <a:cubicBezTo>
                      <a:pt x="1794" y="6079"/>
                      <a:pt x="2601" y="6413"/>
                      <a:pt x="3442" y="64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9" name="Freeform: Shape 1708">
                <a:extLst>
                  <a:ext uri="{FF2B5EF4-FFF2-40B4-BE49-F238E27FC236}">
                    <a16:creationId xmlns:a16="http://schemas.microsoft.com/office/drawing/2014/main" id="{60B0C5C7-9E4F-ACAF-56EB-F580AACB2277}"/>
                  </a:ext>
                </a:extLst>
              </p:cNvPr>
              <p:cNvSpPr/>
              <p:nvPr/>
            </p:nvSpPr>
            <p:spPr>
              <a:xfrm>
                <a:off x="4296661" y="4339516"/>
                <a:ext cx="6343" cy="6345"/>
              </a:xfrm>
              <a:custGeom>
                <a:avLst/>
                <a:gdLst>
                  <a:gd name="connsiteX0" fmla="*/ 3443 w 6343"/>
                  <a:gd name="connsiteY0" fmla="*/ 6413 h 6345"/>
                  <a:gd name="connsiteX1" fmla="*/ 5686 w 6343"/>
                  <a:gd name="connsiteY1" fmla="*/ 5484 h 6345"/>
                  <a:gd name="connsiteX2" fmla="*/ 6615 w 6343"/>
                  <a:gd name="connsiteY2" fmla="*/ 3240 h 6345"/>
                  <a:gd name="connsiteX3" fmla="*/ 5686 w 6343"/>
                  <a:gd name="connsiteY3" fmla="*/ 997 h 6345"/>
                  <a:gd name="connsiteX4" fmla="*/ 3443 w 6343"/>
                  <a:gd name="connsiteY4" fmla="*/ 68 h 6345"/>
                  <a:gd name="connsiteX5" fmla="*/ 1200 w 6343"/>
                  <a:gd name="connsiteY5" fmla="*/ 997 h 6345"/>
                  <a:gd name="connsiteX6" fmla="*/ 272 w 6343"/>
                  <a:gd name="connsiteY6" fmla="*/ 3240 h 6345"/>
                  <a:gd name="connsiteX7" fmla="*/ 1200 w 6343"/>
                  <a:gd name="connsiteY7" fmla="*/ 5484 h 6345"/>
                  <a:gd name="connsiteX8" fmla="*/ 3443 w 6343"/>
                  <a:gd name="connsiteY8" fmla="*/ 64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413"/>
                    </a:moveTo>
                    <a:cubicBezTo>
                      <a:pt x="4284" y="6413"/>
                      <a:pt x="5091" y="6079"/>
                      <a:pt x="5686" y="5484"/>
                    </a:cubicBezTo>
                    <a:cubicBezTo>
                      <a:pt x="6280" y="4889"/>
                      <a:pt x="6615" y="4082"/>
                      <a:pt x="6615" y="3240"/>
                    </a:cubicBezTo>
                    <a:cubicBezTo>
                      <a:pt x="6615" y="2399"/>
                      <a:pt x="6280" y="1592"/>
                      <a:pt x="5686" y="997"/>
                    </a:cubicBezTo>
                    <a:cubicBezTo>
                      <a:pt x="5091" y="402"/>
                      <a:pt x="4284" y="68"/>
                      <a:pt x="3443" y="68"/>
                    </a:cubicBezTo>
                    <a:cubicBezTo>
                      <a:pt x="2602" y="68"/>
                      <a:pt x="1795" y="402"/>
                      <a:pt x="1200" y="997"/>
                    </a:cubicBezTo>
                    <a:cubicBezTo>
                      <a:pt x="606" y="1592"/>
                      <a:pt x="272" y="2399"/>
                      <a:pt x="272" y="3240"/>
                    </a:cubicBezTo>
                    <a:cubicBezTo>
                      <a:pt x="272" y="4082"/>
                      <a:pt x="606" y="4889"/>
                      <a:pt x="1200" y="5484"/>
                    </a:cubicBezTo>
                    <a:cubicBezTo>
                      <a:pt x="1795" y="6079"/>
                      <a:pt x="2602" y="6413"/>
                      <a:pt x="3443" y="64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10" name="Freeform: Shape 1709">
                <a:extLst>
                  <a:ext uri="{FF2B5EF4-FFF2-40B4-BE49-F238E27FC236}">
                    <a16:creationId xmlns:a16="http://schemas.microsoft.com/office/drawing/2014/main" id="{DCDE4CEA-34CC-F63F-67F7-0F8FED0A6ADB}"/>
                  </a:ext>
                </a:extLst>
              </p:cNvPr>
              <p:cNvSpPr/>
              <p:nvPr/>
            </p:nvSpPr>
            <p:spPr>
              <a:xfrm>
                <a:off x="4297396" y="4367355"/>
                <a:ext cx="6343" cy="6345"/>
              </a:xfrm>
              <a:custGeom>
                <a:avLst/>
                <a:gdLst>
                  <a:gd name="connsiteX0" fmla="*/ 3443 w 6343"/>
                  <a:gd name="connsiteY0" fmla="*/ 6415 h 6345"/>
                  <a:gd name="connsiteX1" fmla="*/ 5686 w 6343"/>
                  <a:gd name="connsiteY1" fmla="*/ 5486 h 6345"/>
                  <a:gd name="connsiteX2" fmla="*/ 6615 w 6343"/>
                  <a:gd name="connsiteY2" fmla="*/ 3243 h 6345"/>
                  <a:gd name="connsiteX3" fmla="*/ 5686 w 6343"/>
                  <a:gd name="connsiteY3" fmla="*/ 999 h 6345"/>
                  <a:gd name="connsiteX4" fmla="*/ 3443 w 6343"/>
                  <a:gd name="connsiteY4" fmla="*/ 70 h 6345"/>
                  <a:gd name="connsiteX5" fmla="*/ 1200 w 6343"/>
                  <a:gd name="connsiteY5" fmla="*/ 999 h 6345"/>
                  <a:gd name="connsiteX6" fmla="*/ 272 w 6343"/>
                  <a:gd name="connsiteY6" fmla="*/ 3243 h 6345"/>
                  <a:gd name="connsiteX7" fmla="*/ 1200 w 6343"/>
                  <a:gd name="connsiteY7" fmla="*/ 5486 h 6345"/>
                  <a:gd name="connsiteX8" fmla="*/ 3443 w 6343"/>
                  <a:gd name="connsiteY8" fmla="*/ 641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415"/>
                    </a:moveTo>
                    <a:cubicBezTo>
                      <a:pt x="4284" y="6415"/>
                      <a:pt x="5091" y="6081"/>
                      <a:pt x="5686" y="5486"/>
                    </a:cubicBezTo>
                    <a:cubicBezTo>
                      <a:pt x="6281" y="4891"/>
                      <a:pt x="6615" y="4084"/>
                      <a:pt x="6615" y="3243"/>
                    </a:cubicBezTo>
                    <a:cubicBezTo>
                      <a:pt x="6615" y="2401"/>
                      <a:pt x="6281" y="1594"/>
                      <a:pt x="5686" y="999"/>
                    </a:cubicBezTo>
                    <a:cubicBezTo>
                      <a:pt x="5091" y="404"/>
                      <a:pt x="4284" y="70"/>
                      <a:pt x="3443" y="70"/>
                    </a:cubicBezTo>
                    <a:cubicBezTo>
                      <a:pt x="2602" y="70"/>
                      <a:pt x="1795" y="404"/>
                      <a:pt x="1200" y="999"/>
                    </a:cubicBezTo>
                    <a:cubicBezTo>
                      <a:pt x="606" y="1594"/>
                      <a:pt x="272" y="2401"/>
                      <a:pt x="272" y="3243"/>
                    </a:cubicBezTo>
                    <a:cubicBezTo>
                      <a:pt x="272" y="4084"/>
                      <a:pt x="606" y="4891"/>
                      <a:pt x="1200" y="5486"/>
                    </a:cubicBezTo>
                    <a:cubicBezTo>
                      <a:pt x="1795" y="6081"/>
                      <a:pt x="2602" y="6415"/>
                      <a:pt x="3443" y="64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11" name="Freeform: Shape 1710">
                <a:extLst>
                  <a:ext uri="{FF2B5EF4-FFF2-40B4-BE49-F238E27FC236}">
                    <a16:creationId xmlns:a16="http://schemas.microsoft.com/office/drawing/2014/main" id="{2C9CA9FC-36A2-D0E4-A8FE-3E531F8EA666}"/>
                  </a:ext>
                </a:extLst>
              </p:cNvPr>
              <p:cNvSpPr/>
              <p:nvPr/>
            </p:nvSpPr>
            <p:spPr>
              <a:xfrm>
                <a:off x="4321529" y="4349864"/>
                <a:ext cx="6343" cy="6345"/>
              </a:xfrm>
              <a:custGeom>
                <a:avLst/>
                <a:gdLst>
                  <a:gd name="connsiteX0" fmla="*/ 3445 w 6343"/>
                  <a:gd name="connsiteY0" fmla="*/ 6414 h 6345"/>
                  <a:gd name="connsiteX1" fmla="*/ 5688 w 6343"/>
                  <a:gd name="connsiteY1" fmla="*/ 5485 h 6345"/>
                  <a:gd name="connsiteX2" fmla="*/ 6617 w 6343"/>
                  <a:gd name="connsiteY2" fmla="*/ 3241 h 6345"/>
                  <a:gd name="connsiteX3" fmla="*/ 5688 w 6343"/>
                  <a:gd name="connsiteY3" fmla="*/ 998 h 6345"/>
                  <a:gd name="connsiteX4" fmla="*/ 3445 w 6343"/>
                  <a:gd name="connsiteY4" fmla="*/ 69 h 6345"/>
                  <a:gd name="connsiteX5" fmla="*/ 1202 w 6343"/>
                  <a:gd name="connsiteY5" fmla="*/ 998 h 6345"/>
                  <a:gd name="connsiteX6" fmla="*/ 273 w 6343"/>
                  <a:gd name="connsiteY6" fmla="*/ 3241 h 6345"/>
                  <a:gd name="connsiteX7" fmla="*/ 1202 w 6343"/>
                  <a:gd name="connsiteY7" fmla="*/ 5485 h 6345"/>
                  <a:gd name="connsiteX8" fmla="*/ 3445 w 6343"/>
                  <a:gd name="connsiteY8" fmla="*/ 64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414"/>
                    </a:moveTo>
                    <a:cubicBezTo>
                      <a:pt x="4286" y="6414"/>
                      <a:pt x="5093" y="6080"/>
                      <a:pt x="5688" y="5485"/>
                    </a:cubicBezTo>
                    <a:cubicBezTo>
                      <a:pt x="6282" y="4890"/>
                      <a:pt x="6617" y="4083"/>
                      <a:pt x="6617" y="3241"/>
                    </a:cubicBezTo>
                    <a:cubicBezTo>
                      <a:pt x="6617" y="2400"/>
                      <a:pt x="6282" y="1593"/>
                      <a:pt x="5688" y="998"/>
                    </a:cubicBezTo>
                    <a:cubicBezTo>
                      <a:pt x="5093" y="403"/>
                      <a:pt x="4286" y="69"/>
                      <a:pt x="3445" y="69"/>
                    </a:cubicBezTo>
                    <a:cubicBezTo>
                      <a:pt x="2604" y="69"/>
                      <a:pt x="1797" y="403"/>
                      <a:pt x="1202" y="998"/>
                    </a:cubicBezTo>
                    <a:cubicBezTo>
                      <a:pt x="608" y="1593"/>
                      <a:pt x="273" y="2400"/>
                      <a:pt x="273" y="3241"/>
                    </a:cubicBezTo>
                    <a:cubicBezTo>
                      <a:pt x="273" y="4083"/>
                      <a:pt x="608" y="4890"/>
                      <a:pt x="1202" y="5485"/>
                    </a:cubicBezTo>
                    <a:cubicBezTo>
                      <a:pt x="1797" y="6080"/>
                      <a:pt x="2604" y="6414"/>
                      <a:pt x="3445" y="64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12" name="Freeform: Shape 1711">
                <a:extLst>
                  <a:ext uri="{FF2B5EF4-FFF2-40B4-BE49-F238E27FC236}">
                    <a16:creationId xmlns:a16="http://schemas.microsoft.com/office/drawing/2014/main" id="{A0F14686-84BE-E5E8-7D8A-3940320E4CDB}"/>
                  </a:ext>
                </a:extLst>
              </p:cNvPr>
              <p:cNvSpPr/>
              <p:nvPr/>
            </p:nvSpPr>
            <p:spPr>
              <a:xfrm>
                <a:off x="4250363" y="4593696"/>
                <a:ext cx="6343" cy="6345"/>
              </a:xfrm>
              <a:custGeom>
                <a:avLst/>
                <a:gdLst>
                  <a:gd name="connsiteX0" fmla="*/ 3439 w 6343"/>
                  <a:gd name="connsiteY0" fmla="*/ 6433 h 6345"/>
                  <a:gd name="connsiteX1" fmla="*/ 5682 w 6343"/>
                  <a:gd name="connsiteY1" fmla="*/ 5504 h 6345"/>
                  <a:gd name="connsiteX2" fmla="*/ 6611 w 6343"/>
                  <a:gd name="connsiteY2" fmla="*/ 3261 h 6345"/>
                  <a:gd name="connsiteX3" fmla="*/ 5682 w 6343"/>
                  <a:gd name="connsiteY3" fmla="*/ 1017 h 6345"/>
                  <a:gd name="connsiteX4" fmla="*/ 3439 w 6343"/>
                  <a:gd name="connsiteY4" fmla="*/ 88 h 6345"/>
                  <a:gd name="connsiteX5" fmla="*/ 1197 w 6343"/>
                  <a:gd name="connsiteY5" fmla="*/ 1017 h 6345"/>
                  <a:gd name="connsiteX6" fmla="*/ 268 w 6343"/>
                  <a:gd name="connsiteY6" fmla="*/ 3261 h 6345"/>
                  <a:gd name="connsiteX7" fmla="*/ 1197 w 6343"/>
                  <a:gd name="connsiteY7" fmla="*/ 5504 h 6345"/>
                  <a:gd name="connsiteX8" fmla="*/ 3439 w 6343"/>
                  <a:gd name="connsiteY8" fmla="*/ 64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433"/>
                    </a:moveTo>
                    <a:cubicBezTo>
                      <a:pt x="4281" y="6433"/>
                      <a:pt x="5087" y="6099"/>
                      <a:pt x="5682" y="5504"/>
                    </a:cubicBezTo>
                    <a:cubicBezTo>
                      <a:pt x="6277" y="4909"/>
                      <a:pt x="6611" y="4102"/>
                      <a:pt x="6611" y="3261"/>
                    </a:cubicBezTo>
                    <a:cubicBezTo>
                      <a:pt x="6611" y="2419"/>
                      <a:pt x="6277" y="1612"/>
                      <a:pt x="5682" y="1017"/>
                    </a:cubicBezTo>
                    <a:cubicBezTo>
                      <a:pt x="5087" y="422"/>
                      <a:pt x="4281" y="88"/>
                      <a:pt x="3439" y="88"/>
                    </a:cubicBezTo>
                    <a:cubicBezTo>
                      <a:pt x="2598" y="88"/>
                      <a:pt x="1792" y="422"/>
                      <a:pt x="1197" y="1017"/>
                    </a:cubicBezTo>
                    <a:cubicBezTo>
                      <a:pt x="602" y="1612"/>
                      <a:pt x="268" y="2419"/>
                      <a:pt x="268" y="3261"/>
                    </a:cubicBezTo>
                    <a:cubicBezTo>
                      <a:pt x="268" y="4102"/>
                      <a:pt x="602" y="4909"/>
                      <a:pt x="1197" y="5504"/>
                    </a:cubicBezTo>
                    <a:cubicBezTo>
                      <a:pt x="1792" y="6099"/>
                      <a:pt x="2598" y="6433"/>
                      <a:pt x="3439" y="64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13" name="Freeform: Shape 1712">
                <a:extLst>
                  <a:ext uri="{FF2B5EF4-FFF2-40B4-BE49-F238E27FC236}">
                    <a16:creationId xmlns:a16="http://schemas.microsoft.com/office/drawing/2014/main" id="{D55E92E3-F966-18F6-AAFF-89BB500F4E48}"/>
                  </a:ext>
                </a:extLst>
              </p:cNvPr>
              <p:cNvSpPr/>
              <p:nvPr/>
            </p:nvSpPr>
            <p:spPr>
              <a:xfrm>
                <a:off x="4335860" y="4363285"/>
                <a:ext cx="6343" cy="6345"/>
              </a:xfrm>
              <a:custGeom>
                <a:avLst/>
                <a:gdLst>
                  <a:gd name="connsiteX0" fmla="*/ 3446 w 6343"/>
                  <a:gd name="connsiteY0" fmla="*/ 6415 h 6345"/>
                  <a:gd name="connsiteX1" fmla="*/ 5689 w 6343"/>
                  <a:gd name="connsiteY1" fmla="*/ 5486 h 6345"/>
                  <a:gd name="connsiteX2" fmla="*/ 6618 w 6343"/>
                  <a:gd name="connsiteY2" fmla="*/ 3242 h 6345"/>
                  <a:gd name="connsiteX3" fmla="*/ 5689 w 6343"/>
                  <a:gd name="connsiteY3" fmla="*/ 999 h 6345"/>
                  <a:gd name="connsiteX4" fmla="*/ 3446 w 6343"/>
                  <a:gd name="connsiteY4" fmla="*/ 70 h 6345"/>
                  <a:gd name="connsiteX5" fmla="*/ 1204 w 6343"/>
                  <a:gd name="connsiteY5" fmla="*/ 999 h 6345"/>
                  <a:gd name="connsiteX6" fmla="*/ 275 w 6343"/>
                  <a:gd name="connsiteY6" fmla="*/ 3242 h 6345"/>
                  <a:gd name="connsiteX7" fmla="*/ 1204 w 6343"/>
                  <a:gd name="connsiteY7" fmla="*/ 5486 h 6345"/>
                  <a:gd name="connsiteX8" fmla="*/ 3446 w 6343"/>
                  <a:gd name="connsiteY8" fmla="*/ 641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415"/>
                    </a:moveTo>
                    <a:cubicBezTo>
                      <a:pt x="4287" y="6415"/>
                      <a:pt x="5094" y="6081"/>
                      <a:pt x="5689" y="5486"/>
                    </a:cubicBezTo>
                    <a:cubicBezTo>
                      <a:pt x="6284" y="4891"/>
                      <a:pt x="6618" y="4084"/>
                      <a:pt x="6618" y="3242"/>
                    </a:cubicBezTo>
                    <a:cubicBezTo>
                      <a:pt x="6618" y="2401"/>
                      <a:pt x="6284" y="1594"/>
                      <a:pt x="5689" y="999"/>
                    </a:cubicBezTo>
                    <a:cubicBezTo>
                      <a:pt x="5094" y="404"/>
                      <a:pt x="4287" y="70"/>
                      <a:pt x="3446" y="70"/>
                    </a:cubicBezTo>
                    <a:cubicBezTo>
                      <a:pt x="2605" y="70"/>
                      <a:pt x="1798" y="404"/>
                      <a:pt x="1204" y="999"/>
                    </a:cubicBezTo>
                    <a:cubicBezTo>
                      <a:pt x="609" y="1594"/>
                      <a:pt x="275" y="2401"/>
                      <a:pt x="275" y="3242"/>
                    </a:cubicBezTo>
                    <a:cubicBezTo>
                      <a:pt x="275" y="4084"/>
                      <a:pt x="609" y="4891"/>
                      <a:pt x="1204" y="5486"/>
                    </a:cubicBezTo>
                    <a:cubicBezTo>
                      <a:pt x="1798" y="6081"/>
                      <a:pt x="2605" y="6415"/>
                      <a:pt x="3446" y="64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14" name="Freeform: Shape 1713">
                <a:extLst>
                  <a:ext uri="{FF2B5EF4-FFF2-40B4-BE49-F238E27FC236}">
                    <a16:creationId xmlns:a16="http://schemas.microsoft.com/office/drawing/2014/main" id="{D9944B0C-37B9-0BC5-2694-160933C08CC4}"/>
                  </a:ext>
                </a:extLst>
              </p:cNvPr>
              <p:cNvSpPr/>
              <p:nvPr/>
            </p:nvSpPr>
            <p:spPr>
              <a:xfrm>
                <a:off x="4268188" y="4587240"/>
                <a:ext cx="6343" cy="6345"/>
              </a:xfrm>
              <a:custGeom>
                <a:avLst/>
                <a:gdLst>
                  <a:gd name="connsiteX0" fmla="*/ 3441 w 6343"/>
                  <a:gd name="connsiteY0" fmla="*/ 6433 h 6345"/>
                  <a:gd name="connsiteX1" fmla="*/ 5683 w 6343"/>
                  <a:gd name="connsiteY1" fmla="*/ 5503 h 6345"/>
                  <a:gd name="connsiteX2" fmla="*/ 6612 w 6343"/>
                  <a:gd name="connsiteY2" fmla="*/ 3260 h 6345"/>
                  <a:gd name="connsiteX3" fmla="*/ 5683 w 6343"/>
                  <a:gd name="connsiteY3" fmla="*/ 1017 h 6345"/>
                  <a:gd name="connsiteX4" fmla="*/ 3441 w 6343"/>
                  <a:gd name="connsiteY4" fmla="*/ 87 h 6345"/>
                  <a:gd name="connsiteX5" fmla="*/ 1198 w 6343"/>
                  <a:gd name="connsiteY5" fmla="*/ 1017 h 6345"/>
                  <a:gd name="connsiteX6" fmla="*/ 269 w 6343"/>
                  <a:gd name="connsiteY6" fmla="*/ 3260 h 6345"/>
                  <a:gd name="connsiteX7" fmla="*/ 1198 w 6343"/>
                  <a:gd name="connsiteY7" fmla="*/ 5503 h 6345"/>
                  <a:gd name="connsiteX8" fmla="*/ 3441 w 6343"/>
                  <a:gd name="connsiteY8" fmla="*/ 64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433"/>
                    </a:moveTo>
                    <a:cubicBezTo>
                      <a:pt x="4282" y="6433"/>
                      <a:pt x="5089" y="6098"/>
                      <a:pt x="5683" y="5503"/>
                    </a:cubicBezTo>
                    <a:cubicBezTo>
                      <a:pt x="6278" y="4908"/>
                      <a:pt x="6612" y="4101"/>
                      <a:pt x="6612" y="3260"/>
                    </a:cubicBezTo>
                    <a:cubicBezTo>
                      <a:pt x="6612" y="2419"/>
                      <a:pt x="6278" y="1612"/>
                      <a:pt x="5683" y="1017"/>
                    </a:cubicBezTo>
                    <a:cubicBezTo>
                      <a:pt x="5089" y="422"/>
                      <a:pt x="4282" y="87"/>
                      <a:pt x="3441" y="87"/>
                    </a:cubicBezTo>
                    <a:cubicBezTo>
                      <a:pt x="2600" y="87"/>
                      <a:pt x="1793" y="422"/>
                      <a:pt x="1198" y="1017"/>
                    </a:cubicBezTo>
                    <a:cubicBezTo>
                      <a:pt x="603" y="1612"/>
                      <a:pt x="269" y="2419"/>
                      <a:pt x="269" y="3260"/>
                    </a:cubicBezTo>
                    <a:cubicBezTo>
                      <a:pt x="269" y="4101"/>
                      <a:pt x="603" y="4908"/>
                      <a:pt x="1198" y="5503"/>
                    </a:cubicBezTo>
                    <a:cubicBezTo>
                      <a:pt x="1793" y="6098"/>
                      <a:pt x="2600" y="6433"/>
                      <a:pt x="3441" y="64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15" name="Freeform: Shape 1714">
                <a:extLst>
                  <a:ext uri="{FF2B5EF4-FFF2-40B4-BE49-F238E27FC236}">
                    <a16:creationId xmlns:a16="http://schemas.microsoft.com/office/drawing/2014/main" id="{9033197A-7400-9F47-2354-E7656137B243}"/>
                  </a:ext>
                </a:extLst>
              </p:cNvPr>
              <p:cNvSpPr/>
              <p:nvPr/>
            </p:nvSpPr>
            <p:spPr>
              <a:xfrm>
                <a:off x="4272225" y="4598229"/>
                <a:ext cx="6343" cy="6345"/>
              </a:xfrm>
              <a:custGeom>
                <a:avLst/>
                <a:gdLst>
                  <a:gd name="connsiteX0" fmla="*/ 3441 w 6343"/>
                  <a:gd name="connsiteY0" fmla="*/ 6434 h 6345"/>
                  <a:gd name="connsiteX1" fmla="*/ 5684 w 6343"/>
                  <a:gd name="connsiteY1" fmla="*/ 5504 h 6345"/>
                  <a:gd name="connsiteX2" fmla="*/ 6613 w 6343"/>
                  <a:gd name="connsiteY2" fmla="*/ 3261 h 6345"/>
                  <a:gd name="connsiteX3" fmla="*/ 5684 w 6343"/>
                  <a:gd name="connsiteY3" fmla="*/ 1017 h 6345"/>
                  <a:gd name="connsiteX4" fmla="*/ 3441 w 6343"/>
                  <a:gd name="connsiteY4" fmla="*/ 88 h 6345"/>
                  <a:gd name="connsiteX5" fmla="*/ 1199 w 6343"/>
                  <a:gd name="connsiteY5" fmla="*/ 1017 h 6345"/>
                  <a:gd name="connsiteX6" fmla="*/ 270 w 6343"/>
                  <a:gd name="connsiteY6" fmla="*/ 3261 h 6345"/>
                  <a:gd name="connsiteX7" fmla="*/ 1199 w 6343"/>
                  <a:gd name="connsiteY7" fmla="*/ 5504 h 6345"/>
                  <a:gd name="connsiteX8" fmla="*/ 3441 w 6343"/>
                  <a:gd name="connsiteY8" fmla="*/ 64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434"/>
                    </a:moveTo>
                    <a:cubicBezTo>
                      <a:pt x="4282" y="6434"/>
                      <a:pt x="5089" y="6099"/>
                      <a:pt x="5684" y="5504"/>
                    </a:cubicBezTo>
                    <a:cubicBezTo>
                      <a:pt x="6279" y="4909"/>
                      <a:pt x="6613" y="4102"/>
                      <a:pt x="6613" y="3261"/>
                    </a:cubicBezTo>
                    <a:cubicBezTo>
                      <a:pt x="6613" y="2419"/>
                      <a:pt x="6279" y="1612"/>
                      <a:pt x="5684" y="1017"/>
                    </a:cubicBezTo>
                    <a:cubicBezTo>
                      <a:pt x="5089" y="422"/>
                      <a:pt x="4282" y="88"/>
                      <a:pt x="3441" y="88"/>
                    </a:cubicBezTo>
                    <a:cubicBezTo>
                      <a:pt x="2600" y="88"/>
                      <a:pt x="1793" y="422"/>
                      <a:pt x="1199" y="1017"/>
                    </a:cubicBezTo>
                    <a:cubicBezTo>
                      <a:pt x="604" y="1612"/>
                      <a:pt x="270" y="2419"/>
                      <a:pt x="270" y="3261"/>
                    </a:cubicBezTo>
                    <a:cubicBezTo>
                      <a:pt x="270" y="4102"/>
                      <a:pt x="604" y="4909"/>
                      <a:pt x="1199" y="5504"/>
                    </a:cubicBezTo>
                    <a:cubicBezTo>
                      <a:pt x="1793" y="6099"/>
                      <a:pt x="2600" y="6434"/>
                      <a:pt x="3441" y="64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16" name="Freeform: Shape 1715">
                <a:extLst>
                  <a:ext uri="{FF2B5EF4-FFF2-40B4-BE49-F238E27FC236}">
                    <a16:creationId xmlns:a16="http://schemas.microsoft.com/office/drawing/2014/main" id="{F2DC2DD8-AAB3-87DB-473E-6FCBB4A53BD3}"/>
                  </a:ext>
                </a:extLst>
              </p:cNvPr>
              <p:cNvSpPr/>
              <p:nvPr/>
            </p:nvSpPr>
            <p:spPr>
              <a:xfrm>
                <a:off x="4271776" y="4621427"/>
                <a:ext cx="6343" cy="6345"/>
              </a:xfrm>
              <a:custGeom>
                <a:avLst/>
                <a:gdLst>
                  <a:gd name="connsiteX0" fmla="*/ 3441 w 6343"/>
                  <a:gd name="connsiteY0" fmla="*/ 6435 h 6345"/>
                  <a:gd name="connsiteX1" fmla="*/ 5684 w 6343"/>
                  <a:gd name="connsiteY1" fmla="*/ 5506 h 6345"/>
                  <a:gd name="connsiteX2" fmla="*/ 6613 w 6343"/>
                  <a:gd name="connsiteY2" fmla="*/ 3263 h 6345"/>
                  <a:gd name="connsiteX3" fmla="*/ 5684 w 6343"/>
                  <a:gd name="connsiteY3" fmla="*/ 1019 h 6345"/>
                  <a:gd name="connsiteX4" fmla="*/ 3441 w 6343"/>
                  <a:gd name="connsiteY4" fmla="*/ 90 h 6345"/>
                  <a:gd name="connsiteX5" fmla="*/ 1198 w 6343"/>
                  <a:gd name="connsiteY5" fmla="*/ 1019 h 6345"/>
                  <a:gd name="connsiteX6" fmla="*/ 270 w 6343"/>
                  <a:gd name="connsiteY6" fmla="*/ 3263 h 6345"/>
                  <a:gd name="connsiteX7" fmla="*/ 1198 w 6343"/>
                  <a:gd name="connsiteY7" fmla="*/ 5506 h 6345"/>
                  <a:gd name="connsiteX8" fmla="*/ 3441 w 6343"/>
                  <a:gd name="connsiteY8" fmla="*/ 64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435"/>
                    </a:moveTo>
                    <a:cubicBezTo>
                      <a:pt x="4282" y="6435"/>
                      <a:pt x="5089" y="6101"/>
                      <a:pt x="5684" y="5506"/>
                    </a:cubicBezTo>
                    <a:cubicBezTo>
                      <a:pt x="6278" y="4911"/>
                      <a:pt x="6613" y="4104"/>
                      <a:pt x="6613" y="3263"/>
                    </a:cubicBezTo>
                    <a:cubicBezTo>
                      <a:pt x="6613" y="2421"/>
                      <a:pt x="6278" y="1614"/>
                      <a:pt x="5684" y="1019"/>
                    </a:cubicBezTo>
                    <a:cubicBezTo>
                      <a:pt x="5089" y="424"/>
                      <a:pt x="4282" y="90"/>
                      <a:pt x="3441" y="90"/>
                    </a:cubicBezTo>
                    <a:cubicBezTo>
                      <a:pt x="2600" y="90"/>
                      <a:pt x="1793" y="424"/>
                      <a:pt x="1198" y="1019"/>
                    </a:cubicBezTo>
                    <a:cubicBezTo>
                      <a:pt x="604" y="1614"/>
                      <a:pt x="270" y="2421"/>
                      <a:pt x="270" y="3263"/>
                    </a:cubicBezTo>
                    <a:cubicBezTo>
                      <a:pt x="270" y="4104"/>
                      <a:pt x="604" y="4911"/>
                      <a:pt x="1198" y="5506"/>
                    </a:cubicBezTo>
                    <a:cubicBezTo>
                      <a:pt x="1793" y="6101"/>
                      <a:pt x="2600" y="6435"/>
                      <a:pt x="3441" y="64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17" name="Freeform: Shape 1716">
                <a:extLst>
                  <a:ext uri="{FF2B5EF4-FFF2-40B4-BE49-F238E27FC236}">
                    <a16:creationId xmlns:a16="http://schemas.microsoft.com/office/drawing/2014/main" id="{929A751B-E0E8-0E93-E840-9A057083CB94}"/>
                  </a:ext>
                </a:extLst>
              </p:cNvPr>
              <p:cNvSpPr/>
              <p:nvPr/>
            </p:nvSpPr>
            <p:spPr>
              <a:xfrm>
                <a:off x="4280007" y="4620046"/>
                <a:ext cx="6343" cy="6345"/>
              </a:xfrm>
              <a:custGeom>
                <a:avLst/>
                <a:gdLst>
                  <a:gd name="connsiteX0" fmla="*/ 3442 w 6343"/>
                  <a:gd name="connsiteY0" fmla="*/ 6435 h 6345"/>
                  <a:gd name="connsiteX1" fmla="*/ 5684 w 6343"/>
                  <a:gd name="connsiteY1" fmla="*/ 5506 h 6345"/>
                  <a:gd name="connsiteX2" fmla="*/ 6613 w 6343"/>
                  <a:gd name="connsiteY2" fmla="*/ 3263 h 6345"/>
                  <a:gd name="connsiteX3" fmla="*/ 5684 w 6343"/>
                  <a:gd name="connsiteY3" fmla="*/ 1019 h 6345"/>
                  <a:gd name="connsiteX4" fmla="*/ 3442 w 6343"/>
                  <a:gd name="connsiteY4" fmla="*/ 90 h 6345"/>
                  <a:gd name="connsiteX5" fmla="*/ 1199 w 6343"/>
                  <a:gd name="connsiteY5" fmla="*/ 1019 h 6345"/>
                  <a:gd name="connsiteX6" fmla="*/ 270 w 6343"/>
                  <a:gd name="connsiteY6" fmla="*/ 3263 h 6345"/>
                  <a:gd name="connsiteX7" fmla="*/ 1199 w 6343"/>
                  <a:gd name="connsiteY7" fmla="*/ 5506 h 6345"/>
                  <a:gd name="connsiteX8" fmla="*/ 3442 w 6343"/>
                  <a:gd name="connsiteY8" fmla="*/ 64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435"/>
                    </a:moveTo>
                    <a:cubicBezTo>
                      <a:pt x="4283" y="6435"/>
                      <a:pt x="5090" y="6101"/>
                      <a:pt x="5684" y="5506"/>
                    </a:cubicBezTo>
                    <a:cubicBezTo>
                      <a:pt x="6279" y="4911"/>
                      <a:pt x="6613" y="4104"/>
                      <a:pt x="6613" y="3263"/>
                    </a:cubicBezTo>
                    <a:cubicBezTo>
                      <a:pt x="6613" y="2421"/>
                      <a:pt x="6279" y="1614"/>
                      <a:pt x="5684" y="1019"/>
                    </a:cubicBezTo>
                    <a:cubicBezTo>
                      <a:pt x="5090" y="424"/>
                      <a:pt x="4283" y="90"/>
                      <a:pt x="3442" y="90"/>
                    </a:cubicBezTo>
                    <a:cubicBezTo>
                      <a:pt x="2601" y="90"/>
                      <a:pt x="1794" y="424"/>
                      <a:pt x="1199" y="1019"/>
                    </a:cubicBezTo>
                    <a:cubicBezTo>
                      <a:pt x="604" y="1614"/>
                      <a:pt x="270" y="2421"/>
                      <a:pt x="270" y="3263"/>
                    </a:cubicBezTo>
                    <a:cubicBezTo>
                      <a:pt x="270" y="4104"/>
                      <a:pt x="604" y="4911"/>
                      <a:pt x="1199" y="5506"/>
                    </a:cubicBezTo>
                    <a:cubicBezTo>
                      <a:pt x="1794" y="6101"/>
                      <a:pt x="2601" y="6435"/>
                      <a:pt x="3442" y="64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18" name="Freeform: Shape 1717">
                <a:extLst>
                  <a:ext uri="{FF2B5EF4-FFF2-40B4-BE49-F238E27FC236}">
                    <a16:creationId xmlns:a16="http://schemas.microsoft.com/office/drawing/2014/main" id="{408A7430-54CD-AA9F-6CF4-2935EEF412D7}"/>
                  </a:ext>
                </a:extLst>
              </p:cNvPr>
              <p:cNvSpPr/>
              <p:nvPr/>
            </p:nvSpPr>
            <p:spPr>
              <a:xfrm>
                <a:off x="4296888" y="4595544"/>
                <a:ext cx="6343" cy="6345"/>
              </a:xfrm>
              <a:custGeom>
                <a:avLst/>
                <a:gdLst>
                  <a:gd name="connsiteX0" fmla="*/ 3443 w 6343"/>
                  <a:gd name="connsiteY0" fmla="*/ 6433 h 6345"/>
                  <a:gd name="connsiteX1" fmla="*/ 5686 w 6343"/>
                  <a:gd name="connsiteY1" fmla="*/ 5504 h 6345"/>
                  <a:gd name="connsiteX2" fmla="*/ 6615 w 6343"/>
                  <a:gd name="connsiteY2" fmla="*/ 3261 h 6345"/>
                  <a:gd name="connsiteX3" fmla="*/ 5686 w 6343"/>
                  <a:gd name="connsiteY3" fmla="*/ 1017 h 6345"/>
                  <a:gd name="connsiteX4" fmla="*/ 3443 w 6343"/>
                  <a:gd name="connsiteY4" fmla="*/ 88 h 6345"/>
                  <a:gd name="connsiteX5" fmla="*/ 1200 w 6343"/>
                  <a:gd name="connsiteY5" fmla="*/ 1017 h 6345"/>
                  <a:gd name="connsiteX6" fmla="*/ 272 w 6343"/>
                  <a:gd name="connsiteY6" fmla="*/ 3261 h 6345"/>
                  <a:gd name="connsiteX7" fmla="*/ 1200 w 6343"/>
                  <a:gd name="connsiteY7" fmla="*/ 5504 h 6345"/>
                  <a:gd name="connsiteX8" fmla="*/ 3443 w 6343"/>
                  <a:gd name="connsiteY8" fmla="*/ 64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433"/>
                    </a:moveTo>
                    <a:cubicBezTo>
                      <a:pt x="4284" y="6433"/>
                      <a:pt x="5091" y="6099"/>
                      <a:pt x="5686" y="5504"/>
                    </a:cubicBezTo>
                    <a:cubicBezTo>
                      <a:pt x="6280" y="4909"/>
                      <a:pt x="6615" y="4102"/>
                      <a:pt x="6615" y="3261"/>
                    </a:cubicBezTo>
                    <a:cubicBezTo>
                      <a:pt x="6615" y="2419"/>
                      <a:pt x="6280" y="1612"/>
                      <a:pt x="5686" y="1017"/>
                    </a:cubicBezTo>
                    <a:cubicBezTo>
                      <a:pt x="5091" y="422"/>
                      <a:pt x="4284" y="88"/>
                      <a:pt x="3443" y="88"/>
                    </a:cubicBezTo>
                    <a:cubicBezTo>
                      <a:pt x="2602" y="88"/>
                      <a:pt x="1795" y="422"/>
                      <a:pt x="1200" y="1017"/>
                    </a:cubicBezTo>
                    <a:cubicBezTo>
                      <a:pt x="606" y="1612"/>
                      <a:pt x="272" y="2419"/>
                      <a:pt x="272" y="3261"/>
                    </a:cubicBezTo>
                    <a:cubicBezTo>
                      <a:pt x="272" y="4102"/>
                      <a:pt x="606" y="4909"/>
                      <a:pt x="1200" y="5504"/>
                    </a:cubicBezTo>
                    <a:cubicBezTo>
                      <a:pt x="1795" y="6099"/>
                      <a:pt x="2602" y="6433"/>
                      <a:pt x="3443" y="64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19" name="Freeform: Shape 1718">
                <a:extLst>
                  <a:ext uri="{FF2B5EF4-FFF2-40B4-BE49-F238E27FC236}">
                    <a16:creationId xmlns:a16="http://schemas.microsoft.com/office/drawing/2014/main" id="{A0F62A64-4BAD-7379-C071-D219202CC243}"/>
                  </a:ext>
                </a:extLst>
              </p:cNvPr>
              <p:cNvSpPr/>
              <p:nvPr/>
            </p:nvSpPr>
            <p:spPr>
              <a:xfrm>
                <a:off x="4208541" y="4849836"/>
                <a:ext cx="6343" cy="6345"/>
              </a:xfrm>
              <a:custGeom>
                <a:avLst/>
                <a:gdLst>
                  <a:gd name="connsiteX0" fmla="*/ 3436 w 6343"/>
                  <a:gd name="connsiteY0" fmla="*/ 6453 h 6345"/>
                  <a:gd name="connsiteX1" fmla="*/ 5679 w 6343"/>
                  <a:gd name="connsiteY1" fmla="*/ 5524 h 6345"/>
                  <a:gd name="connsiteX2" fmla="*/ 6608 w 6343"/>
                  <a:gd name="connsiteY2" fmla="*/ 3281 h 6345"/>
                  <a:gd name="connsiteX3" fmla="*/ 5679 w 6343"/>
                  <a:gd name="connsiteY3" fmla="*/ 1037 h 6345"/>
                  <a:gd name="connsiteX4" fmla="*/ 3436 w 6343"/>
                  <a:gd name="connsiteY4" fmla="*/ 108 h 6345"/>
                  <a:gd name="connsiteX5" fmla="*/ 1193 w 6343"/>
                  <a:gd name="connsiteY5" fmla="*/ 1037 h 6345"/>
                  <a:gd name="connsiteX6" fmla="*/ 265 w 6343"/>
                  <a:gd name="connsiteY6" fmla="*/ 3281 h 6345"/>
                  <a:gd name="connsiteX7" fmla="*/ 1193 w 6343"/>
                  <a:gd name="connsiteY7" fmla="*/ 5524 h 6345"/>
                  <a:gd name="connsiteX8" fmla="*/ 3436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453"/>
                    </a:moveTo>
                    <a:cubicBezTo>
                      <a:pt x="4277" y="6453"/>
                      <a:pt x="5084" y="6119"/>
                      <a:pt x="5679" y="5524"/>
                    </a:cubicBezTo>
                    <a:cubicBezTo>
                      <a:pt x="6273" y="4929"/>
                      <a:pt x="6608" y="4122"/>
                      <a:pt x="6608" y="3281"/>
                    </a:cubicBezTo>
                    <a:cubicBezTo>
                      <a:pt x="6608" y="2439"/>
                      <a:pt x="6273" y="1632"/>
                      <a:pt x="5679" y="1037"/>
                    </a:cubicBezTo>
                    <a:cubicBezTo>
                      <a:pt x="5084" y="442"/>
                      <a:pt x="4277" y="108"/>
                      <a:pt x="3436" y="108"/>
                    </a:cubicBezTo>
                    <a:cubicBezTo>
                      <a:pt x="2595" y="108"/>
                      <a:pt x="1788" y="442"/>
                      <a:pt x="1193" y="1037"/>
                    </a:cubicBezTo>
                    <a:cubicBezTo>
                      <a:pt x="599" y="1632"/>
                      <a:pt x="265" y="2439"/>
                      <a:pt x="265" y="3281"/>
                    </a:cubicBezTo>
                    <a:cubicBezTo>
                      <a:pt x="265" y="4122"/>
                      <a:pt x="599" y="4929"/>
                      <a:pt x="1193" y="5524"/>
                    </a:cubicBezTo>
                    <a:cubicBezTo>
                      <a:pt x="1788" y="6119"/>
                      <a:pt x="2595" y="6453"/>
                      <a:pt x="3436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20" name="Freeform: Shape 1719">
                <a:extLst>
                  <a:ext uri="{FF2B5EF4-FFF2-40B4-BE49-F238E27FC236}">
                    <a16:creationId xmlns:a16="http://schemas.microsoft.com/office/drawing/2014/main" id="{18D800AF-0508-216C-4F66-2E5CE4EC812B}"/>
                  </a:ext>
                </a:extLst>
              </p:cNvPr>
              <p:cNvSpPr/>
              <p:nvPr/>
            </p:nvSpPr>
            <p:spPr>
              <a:xfrm>
                <a:off x="4212767" y="4855023"/>
                <a:ext cx="6343" cy="6345"/>
              </a:xfrm>
              <a:custGeom>
                <a:avLst/>
                <a:gdLst>
                  <a:gd name="connsiteX0" fmla="*/ 3436 w 6343"/>
                  <a:gd name="connsiteY0" fmla="*/ 6454 h 6345"/>
                  <a:gd name="connsiteX1" fmla="*/ 5679 w 6343"/>
                  <a:gd name="connsiteY1" fmla="*/ 5525 h 6345"/>
                  <a:gd name="connsiteX2" fmla="*/ 6608 w 6343"/>
                  <a:gd name="connsiteY2" fmla="*/ 3281 h 6345"/>
                  <a:gd name="connsiteX3" fmla="*/ 5679 w 6343"/>
                  <a:gd name="connsiteY3" fmla="*/ 1038 h 6345"/>
                  <a:gd name="connsiteX4" fmla="*/ 3436 w 6343"/>
                  <a:gd name="connsiteY4" fmla="*/ 108 h 6345"/>
                  <a:gd name="connsiteX5" fmla="*/ 1194 w 6343"/>
                  <a:gd name="connsiteY5" fmla="*/ 1038 h 6345"/>
                  <a:gd name="connsiteX6" fmla="*/ 265 w 6343"/>
                  <a:gd name="connsiteY6" fmla="*/ 3281 h 6345"/>
                  <a:gd name="connsiteX7" fmla="*/ 1194 w 6343"/>
                  <a:gd name="connsiteY7" fmla="*/ 5525 h 6345"/>
                  <a:gd name="connsiteX8" fmla="*/ 3436 w 6343"/>
                  <a:gd name="connsiteY8" fmla="*/ 64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454"/>
                    </a:moveTo>
                    <a:cubicBezTo>
                      <a:pt x="4278" y="6454"/>
                      <a:pt x="5084" y="6120"/>
                      <a:pt x="5679" y="5525"/>
                    </a:cubicBezTo>
                    <a:cubicBezTo>
                      <a:pt x="6274" y="4930"/>
                      <a:pt x="6608" y="4123"/>
                      <a:pt x="6608" y="3281"/>
                    </a:cubicBezTo>
                    <a:cubicBezTo>
                      <a:pt x="6608" y="2440"/>
                      <a:pt x="6274" y="1633"/>
                      <a:pt x="5679" y="1038"/>
                    </a:cubicBezTo>
                    <a:cubicBezTo>
                      <a:pt x="5084" y="443"/>
                      <a:pt x="4278" y="108"/>
                      <a:pt x="3436" y="108"/>
                    </a:cubicBezTo>
                    <a:cubicBezTo>
                      <a:pt x="2595" y="108"/>
                      <a:pt x="1789" y="443"/>
                      <a:pt x="1194" y="1038"/>
                    </a:cubicBezTo>
                    <a:cubicBezTo>
                      <a:pt x="599" y="1633"/>
                      <a:pt x="265" y="2440"/>
                      <a:pt x="265" y="3281"/>
                    </a:cubicBezTo>
                    <a:cubicBezTo>
                      <a:pt x="265" y="4123"/>
                      <a:pt x="599" y="4930"/>
                      <a:pt x="1194" y="5525"/>
                    </a:cubicBezTo>
                    <a:cubicBezTo>
                      <a:pt x="1789" y="6120"/>
                      <a:pt x="2595" y="6454"/>
                      <a:pt x="3436" y="64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21" name="Freeform: Shape 1720">
                <a:extLst>
                  <a:ext uri="{FF2B5EF4-FFF2-40B4-BE49-F238E27FC236}">
                    <a16:creationId xmlns:a16="http://schemas.microsoft.com/office/drawing/2014/main" id="{AC8C7009-00BD-2004-670E-7AD586F04AC5}"/>
                  </a:ext>
                </a:extLst>
              </p:cNvPr>
              <p:cNvSpPr/>
              <p:nvPr/>
            </p:nvSpPr>
            <p:spPr>
              <a:xfrm>
                <a:off x="4309255" y="4625272"/>
                <a:ext cx="6343" cy="6345"/>
              </a:xfrm>
              <a:custGeom>
                <a:avLst/>
                <a:gdLst>
                  <a:gd name="connsiteX0" fmla="*/ 3444 w 6343"/>
                  <a:gd name="connsiteY0" fmla="*/ 6436 h 6345"/>
                  <a:gd name="connsiteX1" fmla="*/ 5687 w 6343"/>
                  <a:gd name="connsiteY1" fmla="*/ 5506 h 6345"/>
                  <a:gd name="connsiteX2" fmla="*/ 6616 w 6343"/>
                  <a:gd name="connsiteY2" fmla="*/ 3263 h 6345"/>
                  <a:gd name="connsiteX3" fmla="*/ 5687 w 6343"/>
                  <a:gd name="connsiteY3" fmla="*/ 1020 h 6345"/>
                  <a:gd name="connsiteX4" fmla="*/ 3444 w 6343"/>
                  <a:gd name="connsiteY4" fmla="*/ 90 h 6345"/>
                  <a:gd name="connsiteX5" fmla="*/ 1201 w 6343"/>
                  <a:gd name="connsiteY5" fmla="*/ 1020 h 6345"/>
                  <a:gd name="connsiteX6" fmla="*/ 273 w 6343"/>
                  <a:gd name="connsiteY6" fmla="*/ 3263 h 6345"/>
                  <a:gd name="connsiteX7" fmla="*/ 1201 w 6343"/>
                  <a:gd name="connsiteY7" fmla="*/ 5506 h 6345"/>
                  <a:gd name="connsiteX8" fmla="*/ 3444 w 6343"/>
                  <a:gd name="connsiteY8" fmla="*/ 64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436"/>
                    </a:moveTo>
                    <a:cubicBezTo>
                      <a:pt x="4285" y="6436"/>
                      <a:pt x="5092" y="6101"/>
                      <a:pt x="5687" y="5506"/>
                    </a:cubicBezTo>
                    <a:cubicBezTo>
                      <a:pt x="6281" y="4911"/>
                      <a:pt x="6616" y="4104"/>
                      <a:pt x="6616" y="3263"/>
                    </a:cubicBezTo>
                    <a:cubicBezTo>
                      <a:pt x="6616" y="2422"/>
                      <a:pt x="6281" y="1615"/>
                      <a:pt x="5687" y="1020"/>
                    </a:cubicBezTo>
                    <a:cubicBezTo>
                      <a:pt x="5092" y="425"/>
                      <a:pt x="4285" y="90"/>
                      <a:pt x="3444" y="90"/>
                    </a:cubicBezTo>
                    <a:cubicBezTo>
                      <a:pt x="2603" y="90"/>
                      <a:pt x="1796" y="425"/>
                      <a:pt x="1201" y="1020"/>
                    </a:cubicBezTo>
                    <a:cubicBezTo>
                      <a:pt x="607" y="1615"/>
                      <a:pt x="273" y="2422"/>
                      <a:pt x="273" y="3263"/>
                    </a:cubicBezTo>
                    <a:cubicBezTo>
                      <a:pt x="273" y="4104"/>
                      <a:pt x="607" y="4911"/>
                      <a:pt x="1201" y="5506"/>
                    </a:cubicBezTo>
                    <a:cubicBezTo>
                      <a:pt x="1796" y="6101"/>
                      <a:pt x="2603" y="6436"/>
                      <a:pt x="3444" y="64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22" name="Freeform: Shape 1721">
                <a:extLst>
                  <a:ext uri="{FF2B5EF4-FFF2-40B4-BE49-F238E27FC236}">
                    <a16:creationId xmlns:a16="http://schemas.microsoft.com/office/drawing/2014/main" id="{292C6894-0C13-1CCC-F1C2-D1DFC87AB6EB}"/>
                  </a:ext>
                </a:extLst>
              </p:cNvPr>
              <p:cNvSpPr/>
              <p:nvPr/>
            </p:nvSpPr>
            <p:spPr>
              <a:xfrm>
                <a:off x="4210714" y="4891334"/>
                <a:ext cx="6343" cy="6345"/>
              </a:xfrm>
              <a:custGeom>
                <a:avLst/>
                <a:gdLst>
                  <a:gd name="connsiteX0" fmla="*/ 3436 w 6343"/>
                  <a:gd name="connsiteY0" fmla="*/ 6457 h 6345"/>
                  <a:gd name="connsiteX1" fmla="*/ 5679 w 6343"/>
                  <a:gd name="connsiteY1" fmla="*/ 5527 h 6345"/>
                  <a:gd name="connsiteX2" fmla="*/ 6608 w 6343"/>
                  <a:gd name="connsiteY2" fmla="*/ 3284 h 6345"/>
                  <a:gd name="connsiteX3" fmla="*/ 5679 w 6343"/>
                  <a:gd name="connsiteY3" fmla="*/ 1041 h 6345"/>
                  <a:gd name="connsiteX4" fmla="*/ 3436 w 6343"/>
                  <a:gd name="connsiteY4" fmla="*/ 111 h 6345"/>
                  <a:gd name="connsiteX5" fmla="*/ 1194 w 6343"/>
                  <a:gd name="connsiteY5" fmla="*/ 1041 h 6345"/>
                  <a:gd name="connsiteX6" fmla="*/ 265 w 6343"/>
                  <a:gd name="connsiteY6" fmla="*/ 3284 h 6345"/>
                  <a:gd name="connsiteX7" fmla="*/ 1194 w 6343"/>
                  <a:gd name="connsiteY7" fmla="*/ 5527 h 6345"/>
                  <a:gd name="connsiteX8" fmla="*/ 3436 w 6343"/>
                  <a:gd name="connsiteY8" fmla="*/ 64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457"/>
                    </a:moveTo>
                    <a:cubicBezTo>
                      <a:pt x="4277" y="6457"/>
                      <a:pt x="5084" y="6122"/>
                      <a:pt x="5679" y="5527"/>
                    </a:cubicBezTo>
                    <a:cubicBezTo>
                      <a:pt x="6274" y="4932"/>
                      <a:pt x="6608" y="4125"/>
                      <a:pt x="6608" y="3284"/>
                    </a:cubicBezTo>
                    <a:cubicBezTo>
                      <a:pt x="6608" y="2443"/>
                      <a:pt x="6274" y="1635"/>
                      <a:pt x="5679" y="1041"/>
                    </a:cubicBezTo>
                    <a:cubicBezTo>
                      <a:pt x="5084" y="446"/>
                      <a:pt x="4277" y="111"/>
                      <a:pt x="3436" y="111"/>
                    </a:cubicBezTo>
                    <a:cubicBezTo>
                      <a:pt x="2595" y="111"/>
                      <a:pt x="1788" y="446"/>
                      <a:pt x="1194" y="1041"/>
                    </a:cubicBezTo>
                    <a:cubicBezTo>
                      <a:pt x="599" y="1635"/>
                      <a:pt x="265" y="2443"/>
                      <a:pt x="265" y="3284"/>
                    </a:cubicBezTo>
                    <a:cubicBezTo>
                      <a:pt x="265" y="4125"/>
                      <a:pt x="599" y="4932"/>
                      <a:pt x="1194" y="5527"/>
                    </a:cubicBezTo>
                    <a:cubicBezTo>
                      <a:pt x="1788" y="6122"/>
                      <a:pt x="2595" y="6457"/>
                      <a:pt x="3436" y="64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23" name="Freeform: Shape 1722">
                <a:extLst>
                  <a:ext uri="{FF2B5EF4-FFF2-40B4-BE49-F238E27FC236}">
                    <a16:creationId xmlns:a16="http://schemas.microsoft.com/office/drawing/2014/main" id="{723A8178-4ABC-E1ED-5507-3D7796BFF486}"/>
                  </a:ext>
                </a:extLst>
              </p:cNvPr>
              <p:cNvSpPr/>
              <p:nvPr/>
            </p:nvSpPr>
            <p:spPr>
              <a:xfrm>
                <a:off x="4215545" y="4894261"/>
                <a:ext cx="6343" cy="6345"/>
              </a:xfrm>
              <a:custGeom>
                <a:avLst/>
                <a:gdLst>
                  <a:gd name="connsiteX0" fmla="*/ 3437 w 6343"/>
                  <a:gd name="connsiteY0" fmla="*/ 6457 h 6345"/>
                  <a:gd name="connsiteX1" fmla="*/ 5679 w 6343"/>
                  <a:gd name="connsiteY1" fmla="*/ 5528 h 6345"/>
                  <a:gd name="connsiteX2" fmla="*/ 6608 w 6343"/>
                  <a:gd name="connsiteY2" fmla="*/ 3284 h 6345"/>
                  <a:gd name="connsiteX3" fmla="*/ 5679 w 6343"/>
                  <a:gd name="connsiteY3" fmla="*/ 1041 h 6345"/>
                  <a:gd name="connsiteX4" fmla="*/ 3437 w 6343"/>
                  <a:gd name="connsiteY4" fmla="*/ 111 h 6345"/>
                  <a:gd name="connsiteX5" fmla="*/ 1194 w 6343"/>
                  <a:gd name="connsiteY5" fmla="*/ 1041 h 6345"/>
                  <a:gd name="connsiteX6" fmla="*/ 265 w 6343"/>
                  <a:gd name="connsiteY6" fmla="*/ 3284 h 6345"/>
                  <a:gd name="connsiteX7" fmla="*/ 1194 w 6343"/>
                  <a:gd name="connsiteY7" fmla="*/ 5528 h 6345"/>
                  <a:gd name="connsiteX8" fmla="*/ 3437 w 6343"/>
                  <a:gd name="connsiteY8" fmla="*/ 64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457"/>
                    </a:moveTo>
                    <a:cubicBezTo>
                      <a:pt x="4278" y="6457"/>
                      <a:pt x="5085" y="6123"/>
                      <a:pt x="5679" y="5528"/>
                    </a:cubicBezTo>
                    <a:cubicBezTo>
                      <a:pt x="6274" y="4933"/>
                      <a:pt x="6608" y="4126"/>
                      <a:pt x="6608" y="3284"/>
                    </a:cubicBezTo>
                    <a:cubicBezTo>
                      <a:pt x="6608" y="2443"/>
                      <a:pt x="6274" y="1636"/>
                      <a:pt x="5679" y="1041"/>
                    </a:cubicBezTo>
                    <a:cubicBezTo>
                      <a:pt x="5085" y="446"/>
                      <a:pt x="4278" y="111"/>
                      <a:pt x="3437" y="111"/>
                    </a:cubicBezTo>
                    <a:cubicBezTo>
                      <a:pt x="2596" y="111"/>
                      <a:pt x="1789" y="446"/>
                      <a:pt x="1194" y="1041"/>
                    </a:cubicBezTo>
                    <a:cubicBezTo>
                      <a:pt x="599" y="1636"/>
                      <a:pt x="265" y="2443"/>
                      <a:pt x="265" y="3284"/>
                    </a:cubicBezTo>
                    <a:cubicBezTo>
                      <a:pt x="265" y="4126"/>
                      <a:pt x="599" y="4933"/>
                      <a:pt x="1194" y="5528"/>
                    </a:cubicBezTo>
                    <a:cubicBezTo>
                      <a:pt x="1789" y="6123"/>
                      <a:pt x="2596" y="6457"/>
                      <a:pt x="3437" y="64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24" name="Freeform: Shape 1723">
                <a:extLst>
                  <a:ext uri="{FF2B5EF4-FFF2-40B4-BE49-F238E27FC236}">
                    <a16:creationId xmlns:a16="http://schemas.microsoft.com/office/drawing/2014/main" id="{FF587466-79CD-E0B7-609F-2C84692135E6}"/>
                  </a:ext>
                </a:extLst>
              </p:cNvPr>
              <p:cNvSpPr/>
              <p:nvPr/>
            </p:nvSpPr>
            <p:spPr>
              <a:xfrm>
                <a:off x="4233137" y="4866357"/>
                <a:ext cx="6343" cy="6345"/>
              </a:xfrm>
              <a:custGeom>
                <a:avLst/>
                <a:gdLst>
                  <a:gd name="connsiteX0" fmla="*/ 3438 w 6343"/>
                  <a:gd name="connsiteY0" fmla="*/ 6455 h 6345"/>
                  <a:gd name="connsiteX1" fmla="*/ 5681 w 6343"/>
                  <a:gd name="connsiteY1" fmla="*/ 5525 h 6345"/>
                  <a:gd name="connsiteX2" fmla="*/ 6610 w 6343"/>
                  <a:gd name="connsiteY2" fmla="*/ 3282 h 6345"/>
                  <a:gd name="connsiteX3" fmla="*/ 5681 w 6343"/>
                  <a:gd name="connsiteY3" fmla="*/ 1039 h 6345"/>
                  <a:gd name="connsiteX4" fmla="*/ 3438 w 6343"/>
                  <a:gd name="connsiteY4" fmla="*/ 109 h 6345"/>
                  <a:gd name="connsiteX5" fmla="*/ 1195 w 6343"/>
                  <a:gd name="connsiteY5" fmla="*/ 1039 h 6345"/>
                  <a:gd name="connsiteX6" fmla="*/ 267 w 6343"/>
                  <a:gd name="connsiteY6" fmla="*/ 3282 h 6345"/>
                  <a:gd name="connsiteX7" fmla="*/ 1195 w 6343"/>
                  <a:gd name="connsiteY7" fmla="*/ 5525 h 6345"/>
                  <a:gd name="connsiteX8" fmla="*/ 3438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455"/>
                    </a:moveTo>
                    <a:cubicBezTo>
                      <a:pt x="4279" y="6455"/>
                      <a:pt x="5086" y="6120"/>
                      <a:pt x="5681" y="5525"/>
                    </a:cubicBezTo>
                    <a:cubicBezTo>
                      <a:pt x="6275" y="4930"/>
                      <a:pt x="6610" y="4123"/>
                      <a:pt x="6610" y="3282"/>
                    </a:cubicBezTo>
                    <a:cubicBezTo>
                      <a:pt x="6610" y="2441"/>
                      <a:pt x="6275" y="1634"/>
                      <a:pt x="5681" y="1039"/>
                    </a:cubicBezTo>
                    <a:cubicBezTo>
                      <a:pt x="5086" y="444"/>
                      <a:pt x="4279" y="109"/>
                      <a:pt x="3438" y="109"/>
                    </a:cubicBezTo>
                    <a:cubicBezTo>
                      <a:pt x="2597" y="109"/>
                      <a:pt x="1790" y="444"/>
                      <a:pt x="1195" y="1039"/>
                    </a:cubicBezTo>
                    <a:cubicBezTo>
                      <a:pt x="601" y="1634"/>
                      <a:pt x="267" y="2441"/>
                      <a:pt x="267" y="3282"/>
                    </a:cubicBezTo>
                    <a:cubicBezTo>
                      <a:pt x="267" y="4123"/>
                      <a:pt x="601" y="4930"/>
                      <a:pt x="1195" y="5525"/>
                    </a:cubicBezTo>
                    <a:cubicBezTo>
                      <a:pt x="1790" y="6120"/>
                      <a:pt x="2597" y="6455"/>
                      <a:pt x="3438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25" name="Freeform: Shape 1724">
                <a:extLst>
                  <a:ext uri="{FF2B5EF4-FFF2-40B4-BE49-F238E27FC236}">
                    <a16:creationId xmlns:a16="http://schemas.microsoft.com/office/drawing/2014/main" id="{9AB96CC8-0315-13BA-7F72-1CAD876A1734}"/>
                  </a:ext>
                </a:extLst>
              </p:cNvPr>
              <p:cNvSpPr/>
              <p:nvPr/>
            </p:nvSpPr>
            <p:spPr>
              <a:xfrm>
                <a:off x="4242940" y="4857958"/>
                <a:ext cx="6343" cy="6345"/>
              </a:xfrm>
              <a:custGeom>
                <a:avLst/>
                <a:gdLst>
                  <a:gd name="connsiteX0" fmla="*/ 3439 w 6343"/>
                  <a:gd name="connsiteY0" fmla="*/ 6454 h 6345"/>
                  <a:gd name="connsiteX1" fmla="*/ 5681 w 6343"/>
                  <a:gd name="connsiteY1" fmla="*/ 5525 h 6345"/>
                  <a:gd name="connsiteX2" fmla="*/ 6610 w 6343"/>
                  <a:gd name="connsiteY2" fmla="*/ 3281 h 6345"/>
                  <a:gd name="connsiteX3" fmla="*/ 5681 w 6343"/>
                  <a:gd name="connsiteY3" fmla="*/ 1038 h 6345"/>
                  <a:gd name="connsiteX4" fmla="*/ 3439 w 6343"/>
                  <a:gd name="connsiteY4" fmla="*/ 109 h 6345"/>
                  <a:gd name="connsiteX5" fmla="*/ 1196 w 6343"/>
                  <a:gd name="connsiteY5" fmla="*/ 1038 h 6345"/>
                  <a:gd name="connsiteX6" fmla="*/ 267 w 6343"/>
                  <a:gd name="connsiteY6" fmla="*/ 3281 h 6345"/>
                  <a:gd name="connsiteX7" fmla="*/ 1196 w 6343"/>
                  <a:gd name="connsiteY7" fmla="*/ 5525 h 6345"/>
                  <a:gd name="connsiteX8" fmla="*/ 3439 w 6343"/>
                  <a:gd name="connsiteY8" fmla="*/ 64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454"/>
                    </a:moveTo>
                    <a:cubicBezTo>
                      <a:pt x="4280" y="6454"/>
                      <a:pt x="5087" y="6120"/>
                      <a:pt x="5681" y="5525"/>
                    </a:cubicBezTo>
                    <a:cubicBezTo>
                      <a:pt x="6276" y="4930"/>
                      <a:pt x="6610" y="4123"/>
                      <a:pt x="6610" y="3281"/>
                    </a:cubicBezTo>
                    <a:cubicBezTo>
                      <a:pt x="6610" y="2440"/>
                      <a:pt x="6276" y="1633"/>
                      <a:pt x="5681" y="1038"/>
                    </a:cubicBezTo>
                    <a:cubicBezTo>
                      <a:pt x="5087" y="443"/>
                      <a:pt x="4280" y="109"/>
                      <a:pt x="3439" y="109"/>
                    </a:cubicBezTo>
                    <a:cubicBezTo>
                      <a:pt x="2598" y="109"/>
                      <a:pt x="1791" y="443"/>
                      <a:pt x="1196" y="1038"/>
                    </a:cubicBezTo>
                    <a:cubicBezTo>
                      <a:pt x="601" y="1633"/>
                      <a:pt x="267" y="2440"/>
                      <a:pt x="267" y="3281"/>
                    </a:cubicBezTo>
                    <a:cubicBezTo>
                      <a:pt x="267" y="4123"/>
                      <a:pt x="601" y="4930"/>
                      <a:pt x="1196" y="5525"/>
                    </a:cubicBezTo>
                    <a:cubicBezTo>
                      <a:pt x="1791" y="6120"/>
                      <a:pt x="2598" y="6454"/>
                      <a:pt x="3439" y="64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26" name="Freeform: Shape 1725">
                <a:extLst>
                  <a:ext uri="{FF2B5EF4-FFF2-40B4-BE49-F238E27FC236}">
                    <a16:creationId xmlns:a16="http://schemas.microsoft.com/office/drawing/2014/main" id="{1322B89B-D7FF-E9AB-9748-AD2FF1C77A32}"/>
                  </a:ext>
                </a:extLst>
              </p:cNvPr>
              <p:cNvSpPr/>
              <p:nvPr/>
            </p:nvSpPr>
            <p:spPr>
              <a:xfrm>
                <a:off x="4230085" y="4902768"/>
                <a:ext cx="6343" cy="6345"/>
              </a:xfrm>
              <a:custGeom>
                <a:avLst/>
                <a:gdLst>
                  <a:gd name="connsiteX0" fmla="*/ 3438 w 6343"/>
                  <a:gd name="connsiteY0" fmla="*/ 6458 h 6345"/>
                  <a:gd name="connsiteX1" fmla="*/ 5680 w 6343"/>
                  <a:gd name="connsiteY1" fmla="*/ 5528 h 6345"/>
                  <a:gd name="connsiteX2" fmla="*/ 6609 w 6343"/>
                  <a:gd name="connsiteY2" fmla="*/ 3285 h 6345"/>
                  <a:gd name="connsiteX3" fmla="*/ 5680 w 6343"/>
                  <a:gd name="connsiteY3" fmla="*/ 1041 h 6345"/>
                  <a:gd name="connsiteX4" fmla="*/ 3438 w 6343"/>
                  <a:gd name="connsiteY4" fmla="*/ 112 h 6345"/>
                  <a:gd name="connsiteX5" fmla="*/ 1195 w 6343"/>
                  <a:gd name="connsiteY5" fmla="*/ 1041 h 6345"/>
                  <a:gd name="connsiteX6" fmla="*/ 266 w 6343"/>
                  <a:gd name="connsiteY6" fmla="*/ 3285 h 6345"/>
                  <a:gd name="connsiteX7" fmla="*/ 1195 w 6343"/>
                  <a:gd name="connsiteY7" fmla="*/ 5528 h 6345"/>
                  <a:gd name="connsiteX8" fmla="*/ 3438 w 6343"/>
                  <a:gd name="connsiteY8" fmla="*/ 64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458"/>
                    </a:moveTo>
                    <a:cubicBezTo>
                      <a:pt x="4279" y="6458"/>
                      <a:pt x="5086" y="6123"/>
                      <a:pt x="5680" y="5528"/>
                    </a:cubicBezTo>
                    <a:cubicBezTo>
                      <a:pt x="6275" y="4933"/>
                      <a:pt x="6609" y="4126"/>
                      <a:pt x="6609" y="3285"/>
                    </a:cubicBezTo>
                    <a:cubicBezTo>
                      <a:pt x="6609" y="2443"/>
                      <a:pt x="6275" y="1636"/>
                      <a:pt x="5680" y="1041"/>
                    </a:cubicBezTo>
                    <a:cubicBezTo>
                      <a:pt x="5086" y="446"/>
                      <a:pt x="4279" y="112"/>
                      <a:pt x="3438" y="112"/>
                    </a:cubicBezTo>
                    <a:cubicBezTo>
                      <a:pt x="2597" y="112"/>
                      <a:pt x="1790" y="446"/>
                      <a:pt x="1195" y="1041"/>
                    </a:cubicBezTo>
                    <a:cubicBezTo>
                      <a:pt x="600" y="1636"/>
                      <a:pt x="266" y="2443"/>
                      <a:pt x="266" y="3285"/>
                    </a:cubicBezTo>
                    <a:cubicBezTo>
                      <a:pt x="266" y="4126"/>
                      <a:pt x="600" y="4933"/>
                      <a:pt x="1195" y="5528"/>
                    </a:cubicBezTo>
                    <a:cubicBezTo>
                      <a:pt x="1790" y="6123"/>
                      <a:pt x="2597" y="6458"/>
                      <a:pt x="3438" y="64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27" name="Freeform: Shape 1726">
                <a:extLst>
                  <a:ext uri="{FF2B5EF4-FFF2-40B4-BE49-F238E27FC236}">
                    <a16:creationId xmlns:a16="http://schemas.microsoft.com/office/drawing/2014/main" id="{E92EF1A8-D141-3315-463B-AACF5CF98E2D}"/>
                  </a:ext>
                </a:extLst>
              </p:cNvPr>
              <p:cNvSpPr/>
              <p:nvPr/>
            </p:nvSpPr>
            <p:spPr>
              <a:xfrm>
                <a:off x="4235301" y="4904713"/>
                <a:ext cx="6343" cy="6345"/>
              </a:xfrm>
              <a:custGeom>
                <a:avLst/>
                <a:gdLst>
                  <a:gd name="connsiteX0" fmla="*/ 3438 w 6343"/>
                  <a:gd name="connsiteY0" fmla="*/ 6458 h 6345"/>
                  <a:gd name="connsiteX1" fmla="*/ 5681 w 6343"/>
                  <a:gd name="connsiteY1" fmla="*/ 5528 h 6345"/>
                  <a:gd name="connsiteX2" fmla="*/ 6610 w 6343"/>
                  <a:gd name="connsiteY2" fmla="*/ 3285 h 6345"/>
                  <a:gd name="connsiteX3" fmla="*/ 5681 w 6343"/>
                  <a:gd name="connsiteY3" fmla="*/ 1042 h 6345"/>
                  <a:gd name="connsiteX4" fmla="*/ 3438 w 6343"/>
                  <a:gd name="connsiteY4" fmla="*/ 112 h 6345"/>
                  <a:gd name="connsiteX5" fmla="*/ 1196 w 6343"/>
                  <a:gd name="connsiteY5" fmla="*/ 1042 h 6345"/>
                  <a:gd name="connsiteX6" fmla="*/ 267 w 6343"/>
                  <a:gd name="connsiteY6" fmla="*/ 3285 h 6345"/>
                  <a:gd name="connsiteX7" fmla="*/ 1196 w 6343"/>
                  <a:gd name="connsiteY7" fmla="*/ 5528 h 6345"/>
                  <a:gd name="connsiteX8" fmla="*/ 3438 w 6343"/>
                  <a:gd name="connsiteY8" fmla="*/ 64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458"/>
                    </a:moveTo>
                    <a:cubicBezTo>
                      <a:pt x="4279" y="6458"/>
                      <a:pt x="5086" y="6123"/>
                      <a:pt x="5681" y="5528"/>
                    </a:cubicBezTo>
                    <a:cubicBezTo>
                      <a:pt x="6276" y="4933"/>
                      <a:pt x="6610" y="4126"/>
                      <a:pt x="6610" y="3285"/>
                    </a:cubicBezTo>
                    <a:cubicBezTo>
                      <a:pt x="6610" y="2444"/>
                      <a:pt x="6276" y="1637"/>
                      <a:pt x="5681" y="1042"/>
                    </a:cubicBezTo>
                    <a:cubicBezTo>
                      <a:pt x="5086" y="447"/>
                      <a:pt x="4279" y="112"/>
                      <a:pt x="3438" y="112"/>
                    </a:cubicBezTo>
                    <a:cubicBezTo>
                      <a:pt x="2597" y="112"/>
                      <a:pt x="1790" y="447"/>
                      <a:pt x="1196" y="1042"/>
                    </a:cubicBezTo>
                    <a:cubicBezTo>
                      <a:pt x="601" y="1637"/>
                      <a:pt x="267" y="2444"/>
                      <a:pt x="267" y="3285"/>
                    </a:cubicBezTo>
                    <a:cubicBezTo>
                      <a:pt x="267" y="4126"/>
                      <a:pt x="601" y="4933"/>
                      <a:pt x="1196" y="5528"/>
                    </a:cubicBezTo>
                    <a:cubicBezTo>
                      <a:pt x="1790" y="6123"/>
                      <a:pt x="2597" y="6458"/>
                      <a:pt x="3438" y="64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28" name="Freeform: Shape 1727">
                <a:extLst>
                  <a:ext uri="{FF2B5EF4-FFF2-40B4-BE49-F238E27FC236}">
                    <a16:creationId xmlns:a16="http://schemas.microsoft.com/office/drawing/2014/main" id="{37F3236A-6DB5-70F5-A6FB-3870B8E43B3A}"/>
                  </a:ext>
                </a:extLst>
              </p:cNvPr>
              <p:cNvSpPr/>
              <p:nvPr/>
            </p:nvSpPr>
            <p:spPr>
              <a:xfrm>
                <a:off x="4246145" y="4893971"/>
                <a:ext cx="6343" cy="6345"/>
              </a:xfrm>
              <a:custGeom>
                <a:avLst/>
                <a:gdLst>
                  <a:gd name="connsiteX0" fmla="*/ 3439 w 6343"/>
                  <a:gd name="connsiteY0" fmla="*/ 6457 h 6345"/>
                  <a:gd name="connsiteX1" fmla="*/ 5682 w 6343"/>
                  <a:gd name="connsiteY1" fmla="*/ 5528 h 6345"/>
                  <a:gd name="connsiteX2" fmla="*/ 6611 w 6343"/>
                  <a:gd name="connsiteY2" fmla="*/ 3284 h 6345"/>
                  <a:gd name="connsiteX3" fmla="*/ 5682 w 6343"/>
                  <a:gd name="connsiteY3" fmla="*/ 1041 h 6345"/>
                  <a:gd name="connsiteX4" fmla="*/ 3439 w 6343"/>
                  <a:gd name="connsiteY4" fmla="*/ 111 h 6345"/>
                  <a:gd name="connsiteX5" fmla="*/ 1196 w 6343"/>
                  <a:gd name="connsiteY5" fmla="*/ 1041 h 6345"/>
                  <a:gd name="connsiteX6" fmla="*/ 268 w 6343"/>
                  <a:gd name="connsiteY6" fmla="*/ 3284 h 6345"/>
                  <a:gd name="connsiteX7" fmla="*/ 1196 w 6343"/>
                  <a:gd name="connsiteY7" fmla="*/ 5528 h 6345"/>
                  <a:gd name="connsiteX8" fmla="*/ 3439 w 6343"/>
                  <a:gd name="connsiteY8" fmla="*/ 64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457"/>
                    </a:moveTo>
                    <a:cubicBezTo>
                      <a:pt x="4280" y="6457"/>
                      <a:pt x="5087" y="6123"/>
                      <a:pt x="5682" y="5528"/>
                    </a:cubicBezTo>
                    <a:cubicBezTo>
                      <a:pt x="6276" y="4933"/>
                      <a:pt x="6611" y="4126"/>
                      <a:pt x="6611" y="3284"/>
                    </a:cubicBezTo>
                    <a:cubicBezTo>
                      <a:pt x="6611" y="2443"/>
                      <a:pt x="6276" y="1636"/>
                      <a:pt x="5682" y="1041"/>
                    </a:cubicBezTo>
                    <a:cubicBezTo>
                      <a:pt x="5087" y="446"/>
                      <a:pt x="4280" y="111"/>
                      <a:pt x="3439" y="111"/>
                    </a:cubicBezTo>
                    <a:cubicBezTo>
                      <a:pt x="2598" y="111"/>
                      <a:pt x="1791" y="446"/>
                      <a:pt x="1196" y="1041"/>
                    </a:cubicBezTo>
                    <a:cubicBezTo>
                      <a:pt x="602" y="1636"/>
                      <a:pt x="268" y="2443"/>
                      <a:pt x="268" y="3284"/>
                    </a:cubicBezTo>
                    <a:cubicBezTo>
                      <a:pt x="268" y="4126"/>
                      <a:pt x="602" y="4933"/>
                      <a:pt x="1196" y="5528"/>
                    </a:cubicBezTo>
                    <a:cubicBezTo>
                      <a:pt x="1791" y="6123"/>
                      <a:pt x="2598" y="6457"/>
                      <a:pt x="3439" y="64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29" name="Freeform: Shape 1728">
                <a:extLst>
                  <a:ext uri="{FF2B5EF4-FFF2-40B4-BE49-F238E27FC236}">
                    <a16:creationId xmlns:a16="http://schemas.microsoft.com/office/drawing/2014/main" id="{B5DDD916-3971-38D7-B0C1-058644F27E8D}"/>
                  </a:ext>
                </a:extLst>
              </p:cNvPr>
              <p:cNvSpPr/>
              <p:nvPr/>
            </p:nvSpPr>
            <p:spPr>
              <a:xfrm>
                <a:off x="4251438" y="4895973"/>
                <a:ext cx="6343" cy="6345"/>
              </a:xfrm>
              <a:custGeom>
                <a:avLst/>
                <a:gdLst>
                  <a:gd name="connsiteX0" fmla="*/ 3440 w 6343"/>
                  <a:gd name="connsiteY0" fmla="*/ 6457 h 6345"/>
                  <a:gd name="connsiteX1" fmla="*/ 5682 w 6343"/>
                  <a:gd name="connsiteY1" fmla="*/ 5528 h 6345"/>
                  <a:gd name="connsiteX2" fmla="*/ 6611 w 6343"/>
                  <a:gd name="connsiteY2" fmla="*/ 3284 h 6345"/>
                  <a:gd name="connsiteX3" fmla="*/ 5682 w 6343"/>
                  <a:gd name="connsiteY3" fmla="*/ 1041 h 6345"/>
                  <a:gd name="connsiteX4" fmla="*/ 3440 w 6343"/>
                  <a:gd name="connsiteY4" fmla="*/ 112 h 6345"/>
                  <a:gd name="connsiteX5" fmla="*/ 1197 w 6343"/>
                  <a:gd name="connsiteY5" fmla="*/ 1041 h 6345"/>
                  <a:gd name="connsiteX6" fmla="*/ 268 w 6343"/>
                  <a:gd name="connsiteY6" fmla="*/ 3284 h 6345"/>
                  <a:gd name="connsiteX7" fmla="*/ 1197 w 6343"/>
                  <a:gd name="connsiteY7" fmla="*/ 5528 h 6345"/>
                  <a:gd name="connsiteX8" fmla="*/ 3440 w 6343"/>
                  <a:gd name="connsiteY8" fmla="*/ 64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457"/>
                    </a:moveTo>
                    <a:cubicBezTo>
                      <a:pt x="4281" y="6457"/>
                      <a:pt x="5087" y="6123"/>
                      <a:pt x="5682" y="5528"/>
                    </a:cubicBezTo>
                    <a:cubicBezTo>
                      <a:pt x="6277" y="4933"/>
                      <a:pt x="6611" y="4126"/>
                      <a:pt x="6611" y="3284"/>
                    </a:cubicBezTo>
                    <a:cubicBezTo>
                      <a:pt x="6611" y="2443"/>
                      <a:pt x="6277" y="1636"/>
                      <a:pt x="5682" y="1041"/>
                    </a:cubicBezTo>
                    <a:cubicBezTo>
                      <a:pt x="5087" y="446"/>
                      <a:pt x="4281" y="112"/>
                      <a:pt x="3440" y="112"/>
                    </a:cubicBezTo>
                    <a:cubicBezTo>
                      <a:pt x="2598" y="112"/>
                      <a:pt x="1792" y="446"/>
                      <a:pt x="1197" y="1041"/>
                    </a:cubicBezTo>
                    <a:cubicBezTo>
                      <a:pt x="602" y="1636"/>
                      <a:pt x="268" y="2443"/>
                      <a:pt x="268" y="3284"/>
                    </a:cubicBezTo>
                    <a:cubicBezTo>
                      <a:pt x="268" y="4126"/>
                      <a:pt x="602" y="4933"/>
                      <a:pt x="1197" y="5528"/>
                    </a:cubicBezTo>
                    <a:cubicBezTo>
                      <a:pt x="1792" y="6123"/>
                      <a:pt x="2598" y="6457"/>
                      <a:pt x="3440" y="64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30" name="Freeform: Shape 1729">
                <a:extLst>
                  <a:ext uri="{FF2B5EF4-FFF2-40B4-BE49-F238E27FC236}">
                    <a16:creationId xmlns:a16="http://schemas.microsoft.com/office/drawing/2014/main" id="{C6E5E4D4-C9CD-3E1D-AEA3-981249EF26F6}"/>
                  </a:ext>
                </a:extLst>
              </p:cNvPr>
              <p:cNvSpPr/>
              <p:nvPr/>
            </p:nvSpPr>
            <p:spPr>
              <a:xfrm>
                <a:off x="4256819" y="4897791"/>
                <a:ext cx="6343" cy="6345"/>
              </a:xfrm>
              <a:custGeom>
                <a:avLst/>
                <a:gdLst>
                  <a:gd name="connsiteX0" fmla="*/ 3440 w 6343"/>
                  <a:gd name="connsiteY0" fmla="*/ 6457 h 6345"/>
                  <a:gd name="connsiteX1" fmla="*/ 5683 w 6343"/>
                  <a:gd name="connsiteY1" fmla="*/ 5528 h 6345"/>
                  <a:gd name="connsiteX2" fmla="*/ 6611 w 6343"/>
                  <a:gd name="connsiteY2" fmla="*/ 3284 h 6345"/>
                  <a:gd name="connsiteX3" fmla="*/ 5683 w 6343"/>
                  <a:gd name="connsiteY3" fmla="*/ 1041 h 6345"/>
                  <a:gd name="connsiteX4" fmla="*/ 3440 w 6343"/>
                  <a:gd name="connsiteY4" fmla="*/ 112 h 6345"/>
                  <a:gd name="connsiteX5" fmla="*/ 1197 w 6343"/>
                  <a:gd name="connsiteY5" fmla="*/ 1041 h 6345"/>
                  <a:gd name="connsiteX6" fmla="*/ 268 w 6343"/>
                  <a:gd name="connsiteY6" fmla="*/ 3284 h 6345"/>
                  <a:gd name="connsiteX7" fmla="*/ 1197 w 6343"/>
                  <a:gd name="connsiteY7" fmla="*/ 5528 h 6345"/>
                  <a:gd name="connsiteX8" fmla="*/ 3440 w 6343"/>
                  <a:gd name="connsiteY8" fmla="*/ 64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457"/>
                    </a:moveTo>
                    <a:cubicBezTo>
                      <a:pt x="4281" y="6457"/>
                      <a:pt x="5088" y="6123"/>
                      <a:pt x="5683" y="5528"/>
                    </a:cubicBezTo>
                    <a:cubicBezTo>
                      <a:pt x="6277" y="4933"/>
                      <a:pt x="6611" y="4126"/>
                      <a:pt x="6611" y="3284"/>
                    </a:cubicBezTo>
                    <a:cubicBezTo>
                      <a:pt x="6611" y="2443"/>
                      <a:pt x="6277" y="1636"/>
                      <a:pt x="5683" y="1041"/>
                    </a:cubicBezTo>
                    <a:cubicBezTo>
                      <a:pt x="5088" y="446"/>
                      <a:pt x="4281" y="112"/>
                      <a:pt x="3440" y="112"/>
                    </a:cubicBezTo>
                    <a:cubicBezTo>
                      <a:pt x="2599" y="112"/>
                      <a:pt x="1792" y="446"/>
                      <a:pt x="1197" y="1041"/>
                    </a:cubicBezTo>
                    <a:cubicBezTo>
                      <a:pt x="603" y="1636"/>
                      <a:pt x="268" y="2443"/>
                      <a:pt x="268" y="3284"/>
                    </a:cubicBezTo>
                    <a:cubicBezTo>
                      <a:pt x="268" y="4126"/>
                      <a:pt x="603" y="4933"/>
                      <a:pt x="1197" y="5528"/>
                    </a:cubicBezTo>
                    <a:cubicBezTo>
                      <a:pt x="1792" y="6123"/>
                      <a:pt x="2599" y="6457"/>
                      <a:pt x="3440" y="64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31" name="Freeform: Shape 1730">
                <a:extLst>
                  <a:ext uri="{FF2B5EF4-FFF2-40B4-BE49-F238E27FC236}">
                    <a16:creationId xmlns:a16="http://schemas.microsoft.com/office/drawing/2014/main" id="{DEEAAF1E-6C59-9114-DC08-088273121CFE}"/>
                  </a:ext>
                </a:extLst>
              </p:cNvPr>
              <p:cNvSpPr/>
              <p:nvPr/>
            </p:nvSpPr>
            <p:spPr>
              <a:xfrm>
                <a:off x="4567921" y="4242935"/>
                <a:ext cx="6343" cy="6345"/>
              </a:xfrm>
              <a:custGeom>
                <a:avLst/>
                <a:gdLst>
                  <a:gd name="connsiteX0" fmla="*/ 3464 w 6343"/>
                  <a:gd name="connsiteY0" fmla="*/ 6406 h 6345"/>
                  <a:gd name="connsiteX1" fmla="*/ 5707 w 6343"/>
                  <a:gd name="connsiteY1" fmla="*/ 5476 h 6345"/>
                  <a:gd name="connsiteX2" fmla="*/ 6636 w 6343"/>
                  <a:gd name="connsiteY2" fmla="*/ 3233 h 6345"/>
                  <a:gd name="connsiteX3" fmla="*/ 5707 w 6343"/>
                  <a:gd name="connsiteY3" fmla="*/ 989 h 6345"/>
                  <a:gd name="connsiteX4" fmla="*/ 3464 w 6343"/>
                  <a:gd name="connsiteY4" fmla="*/ 60 h 6345"/>
                  <a:gd name="connsiteX5" fmla="*/ 1222 w 6343"/>
                  <a:gd name="connsiteY5" fmla="*/ 989 h 6345"/>
                  <a:gd name="connsiteX6" fmla="*/ 293 w 6343"/>
                  <a:gd name="connsiteY6" fmla="*/ 3233 h 6345"/>
                  <a:gd name="connsiteX7" fmla="*/ 1222 w 6343"/>
                  <a:gd name="connsiteY7" fmla="*/ 5476 h 6345"/>
                  <a:gd name="connsiteX8" fmla="*/ 3464 w 6343"/>
                  <a:gd name="connsiteY8" fmla="*/ 64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4" y="6406"/>
                    </a:moveTo>
                    <a:cubicBezTo>
                      <a:pt x="4306" y="6406"/>
                      <a:pt x="5112" y="6071"/>
                      <a:pt x="5707" y="5476"/>
                    </a:cubicBezTo>
                    <a:cubicBezTo>
                      <a:pt x="6302" y="4881"/>
                      <a:pt x="6636" y="4074"/>
                      <a:pt x="6636" y="3233"/>
                    </a:cubicBezTo>
                    <a:cubicBezTo>
                      <a:pt x="6636" y="2391"/>
                      <a:pt x="6302" y="1584"/>
                      <a:pt x="5707" y="989"/>
                    </a:cubicBezTo>
                    <a:cubicBezTo>
                      <a:pt x="5112" y="394"/>
                      <a:pt x="4306" y="60"/>
                      <a:pt x="3464" y="60"/>
                    </a:cubicBezTo>
                    <a:cubicBezTo>
                      <a:pt x="2623" y="60"/>
                      <a:pt x="1817" y="394"/>
                      <a:pt x="1222" y="989"/>
                    </a:cubicBezTo>
                    <a:cubicBezTo>
                      <a:pt x="627" y="1584"/>
                      <a:pt x="293" y="2391"/>
                      <a:pt x="293" y="3233"/>
                    </a:cubicBezTo>
                    <a:cubicBezTo>
                      <a:pt x="293" y="4074"/>
                      <a:pt x="627" y="4881"/>
                      <a:pt x="1222" y="5476"/>
                    </a:cubicBezTo>
                    <a:cubicBezTo>
                      <a:pt x="1817" y="6071"/>
                      <a:pt x="2623" y="6406"/>
                      <a:pt x="3464" y="64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32" name="Freeform: Shape 1731">
                <a:extLst>
                  <a:ext uri="{FF2B5EF4-FFF2-40B4-BE49-F238E27FC236}">
                    <a16:creationId xmlns:a16="http://schemas.microsoft.com/office/drawing/2014/main" id="{CFEBF3A9-936B-EB09-3A80-E2F525E218D4}"/>
                  </a:ext>
                </a:extLst>
              </p:cNvPr>
              <p:cNvSpPr/>
              <p:nvPr/>
            </p:nvSpPr>
            <p:spPr>
              <a:xfrm>
                <a:off x="4557891" y="4287758"/>
                <a:ext cx="6343" cy="6345"/>
              </a:xfrm>
              <a:custGeom>
                <a:avLst/>
                <a:gdLst>
                  <a:gd name="connsiteX0" fmla="*/ 3464 w 6343"/>
                  <a:gd name="connsiteY0" fmla="*/ 6409 h 6345"/>
                  <a:gd name="connsiteX1" fmla="*/ 5706 w 6343"/>
                  <a:gd name="connsiteY1" fmla="*/ 5480 h 6345"/>
                  <a:gd name="connsiteX2" fmla="*/ 6635 w 6343"/>
                  <a:gd name="connsiteY2" fmla="*/ 3236 h 6345"/>
                  <a:gd name="connsiteX3" fmla="*/ 5706 w 6343"/>
                  <a:gd name="connsiteY3" fmla="*/ 993 h 6345"/>
                  <a:gd name="connsiteX4" fmla="*/ 3464 w 6343"/>
                  <a:gd name="connsiteY4" fmla="*/ 64 h 6345"/>
                  <a:gd name="connsiteX5" fmla="*/ 1221 w 6343"/>
                  <a:gd name="connsiteY5" fmla="*/ 993 h 6345"/>
                  <a:gd name="connsiteX6" fmla="*/ 292 w 6343"/>
                  <a:gd name="connsiteY6" fmla="*/ 3236 h 6345"/>
                  <a:gd name="connsiteX7" fmla="*/ 1221 w 6343"/>
                  <a:gd name="connsiteY7" fmla="*/ 5480 h 6345"/>
                  <a:gd name="connsiteX8" fmla="*/ 3464 w 6343"/>
                  <a:gd name="connsiteY8" fmla="*/ 64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4" y="6409"/>
                    </a:moveTo>
                    <a:cubicBezTo>
                      <a:pt x="4305" y="6409"/>
                      <a:pt x="5112" y="6075"/>
                      <a:pt x="5706" y="5480"/>
                    </a:cubicBezTo>
                    <a:cubicBezTo>
                      <a:pt x="6301" y="4885"/>
                      <a:pt x="6635" y="4078"/>
                      <a:pt x="6635" y="3236"/>
                    </a:cubicBezTo>
                    <a:cubicBezTo>
                      <a:pt x="6635" y="2395"/>
                      <a:pt x="6301" y="1588"/>
                      <a:pt x="5706" y="993"/>
                    </a:cubicBezTo>
                    <a:cubicBezTo>
                      <a:pt x="5112" y="398"/>
                      <a:pt x="4305" y="64"/>
                      <a:pt x="3464" y="64"/>
                    </a:cubicBezTo>
                    <a:cubicBezTo>
                      <a:pt x="2623" y="64"/>
                      <a:pt x="1816" y="398"/>
                      <a:pt x="1221" y="993"/>
                    </a:cubicBezTo>
                    <a:cubicBezTo>
                      <a:pt x="626" y="1588"/>
                      <a:pt x="292" y="2395"/>
                      <a:pt x="292" y="3236"/>
                    </a:cubicBezTo>
                    <a:cubicBezTo>
                      <a:pt x="292" y="4078"/>
                      <a:pt x="626" y="4885"/>
                      <a:pt x="1221" y="5480"/>
                    </a:cubicBezTo>
                    <a:cubicBezTo>
                      <a:pt x="1816" y="6075"/>
                      <a:pt x="2623" y="6409"/>
                      <a:pt x="3464" y="64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33" name="Freeform: Shape 1732">
                <a:extLst>
                  <a:ext uri="{FF2B5EF4-FFF2-40B4-BE49-F238E27FC236}">
                    <a16:creationId xmlns:a16="http://schemas.microsoft.com/office/drawing/2014/main" id="{E8F97DE4-3D6E-87D6-BA52-B1224FF86E3C}"/>
                  </a:ext>
                </a:extLst>
              </p:cNvPr>
              <p:cNvSpPr/>
              <p:nvPr/>
            </p:nvSpPr>
            <p:spPr>
              <a:xfrm>
                <a:off x="4595707" y="4255083"/>
                <a:ext cx="6343" cy="6345"/>
              </a:xfrm>
              <a:custGeom>
                <a:avLst/>
                <a:gdLst>
                  <a:gd name="connsiteX0" fmla="*/ 3467 w 6343"/>
                  <a:gd name="connsiteY0" fmla="*/ 6407 h 6345"/>
                  <a:gd name="connsiteX1" fmla="*/ 5709 w 6343"/>
                  <a:gd name="connsiteY1" fmla="*/ 5477 h 6345"/>
                  <a:gd name="connsiteX2" fmla="*/ 6638 w 6343"/>
                  <a:gd name="connsiteY2" fmla="*/ 3234 h 6345"/>
                  <a:gd name="connsiteX3" fmla="*/ 5709 w 6343"/>
                  <a:gd name="connsiteY3" fmla="*/ 990 h 6345"/>
                  <a:gd name="connsiteX4" fmla="*/ 3467 w 6343"/>
                  <a:gd name="connsiteY4" fmla="*/ 61 h 6345"/>
                  <a:gd name="connsiteX5" fmla="*/ 1224 w 6343"/>
                  <a:gd name="connsiteY5" fmla="*/ 990 h 6345"/>
                  <a:gd name="connsiteX6" fmla="*/ 295 w 6343"/>
                  <a:gd name="connsiteY6" fmla="*/ 3234 h 6345"/>
                  <a:gd name="connsiteX7" fmla="*/ 1224 w 6343"/>
                  <a:gd name="connsiteY7" fmla="*/ 5477 h 6345"/>
                  <a:gd name="connsiteX8" fmla="*/ 3467 w 6343"/>
                  <a:gd name="connsiteY8" fmla="*/ 64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7" y="6407"/>
                    </a:moveTo>
                    <a:cubicBezTo>
                      <a:pt x="4308" y="6407"/>
                      <a:pt x="5115" y="6072"/>
                      <a:pt x="5709" y="5477"/>
                    </a:cubicBezTo>
                    <a:cubicBezTo>
                      <a:pt x="6304" y="4882"/>
                      <a:pt x="6638" y="4075"/>
                      <a:pt x="6638" y="3234"/>
                    </a:cubicBezTo>
                    <a:cubicBezTo>
                      <a:pt x="6638" y="2392"/>
                      <a:pt x="6304" y="1585"/>
                      <a:pt x="5709" y="990"/>
                    </a:cubicBezTo>
                    <a:cubicBezTo>
                      <a:pt x="5115" y="395"/>
                      <a:pt x="4308" y="61"/>
                      <a:pt x="3467" y="61"/>
                    </a:cubicBezTo>
                    <a:cubicBezTo>
                      <a:pt x="2626" y="61"/>
                      <a:pt x="1819" y="395"/>
                      <a:pt x="1224" y="990"/>
                    </a:cubicBezTo>
                    <a:cubicBezTo>
                      <a:pt x="629" y="1585"/>
                      <a:pt x="295" y="2392"/>
                      <a:pt x="295" y="3234"/>
                    </a:cubicBezTo>
                    <a:cubicBezTo>
                      <a:pt x="295" y="4075"/>
                      <a:pt x="629" y="4882"/>
                      <a:pt x="1224" y="5477"/>
                    </a:cubicBezTo>
                    <a:cubicBezTo>
                      <a:pt x="1819" y="6072"/>
                      <a:pt x="2626" y="6407"/>
                      <a:pt x="3467" y="64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34" name="Freeform: Shape 1733">
                <a:extLst>
                  <a:ext uri="{FF2B5EF4-FFF2-40B4-BE49-F238E27FC236}">
                    <a16:creationId xmlns:a16="http://schemas.microsoft.com/office/drawing/2014/main" id="{39F58CB1-C092-8E21-7BB4-DED35FB879AB}"/>
                  </a:ext>
                </a:extLst>
              </p:cNvPr>
              <p:cNvSpPr/>
              <p:nvPr/>
            </p:nvSpPr>
            <p:spPr>
              <a:xfrm>
                <a:off x="4495142" y="4499798"/>
                <a:ext cx="6343" cy="6345"/>
              </a:xfrm>
              <a:custGeom>
                <a:avLst/>
                <a:gdLst>
                  <a:gd name="connsiteX0" fmla="*/ 3459 w 6343"/>
                  <a:gd name="connsiteY0" fmla="*/ 6426 h 6345"/>
                  <a:gd name="connsiteX1" fmla="*/ 5701 w 6343"/>
                  <a:gd name="connsiteY1" fmla="*/ 5497 h 6345"/>
                  <a:gd name="connsiteX2" fmla="*/ 6630 w 6343"/>
                  <a:gd name="connsiteY2" fmla="*/ 3253 h 6345"/>
                  <a:gd name="connsiteX3" fmla="*/ 5701 w 6343"/>
                  <a:gd name="connsiteY3" fmla="*/ 1010 h 6345"/>
                  <a:gd name="connsiteX4" fmla="*/ 3459 w 6343"/>
                  <a:gd name="connsiteY4" fmla="*/ 80 h 6345"/>
                  <a:gd name="connsiteX5" fmla="*/ 1216 w 6343"/>
                  <a:gd name="connsiteY5" fmla="*/ 1010 h 6345"/>
                  <a:gd name="connsiteX6" fmla="*/ 287 w 6343"/>
                  <a:gd name="connsiteY6" fmla="*/ 3253 h 6345"/>
                  <a:gd name="connsiteX7" fmla="*/ 1216 w 6343"/>
                  <a:gd name="connsiteY7" fmla="*/ 5497 h 6345"/>
                  <a:gd name="connsiteX8" fmla="*/ 3459 w 6343"/>
                  <a:gd name="connsiteY8" fmla="*/ 64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426"/>
                    </a:moveTo>
                    <a:cubicBezTo>
                      <a:pt x="4300" y="6426"/>
                      <a:pt x="5107" y="6092"/>
                      <a:pt x="5701" y="5497"/>
                    </a:cubicBezTo>
                    <a:cubicBezTo>
                      <a:pt x="6296" y="4902"/>
                      <a:pt x="6630" y="4095"/>
                      <a:pt x="6630" y="3253"/>
                    </a:cubicBezTo>
                    <a:cubicBezTo>
                      <a:pt x="6630" y="2412"/>
                      <a:pt x="6296" y="1605"/>
                      <a:pt x="5701" y="1010"/>
                    </a:cubicBezTo>
                    <a:cubicBezTo>
                      <a:pt x="5107" y="415"/>
                      <a:pt x="4300" y="80"/>
                      <a:pt x="3459" y="80"/>
                    </a:cubicBezTo>
                    <a:cubicBezTo>
                      <a:pt x="2618" y="80"/>
                      <a:pt x="1811" y="415"/>
                      <a:pt x="1216" y="1010"/>
                    </a:cubicBezTo>
                    <a:cubicBezTo>
                      <a:pt x="621" y="1605"/>
                      <a:pt x="287" y="2412"/>
                      <a:pt x="287" y="3253"/>
                    </a:cubicBezTo>
                    <a:cubicBezTo>
                      <a:pt x="287" y="4095"/>
                      <a:pt x="621" y="4902"/>
                      <a:pt x="1216" y="5497"/>
                    </a:cubicBezTo>
                    <a:cubicBezTo>
                      <a:pt x="1811" y="6092"/>
                      <a:pt x="2618" y="6426"/>
                      <a:pt x="3459" y="64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35" name="Freeform: Shape 1734">
                <a:extLst>
                  <a:ext uri="{FF2B5EF4-FFF2-40B4-BE49-F238E27FC236}">
                    <a16:creationId xmlns:a16="http://schemas.microsoft.com/office/drawing/2014/main" id="{9831370B-19A9-CE24-6671-8417CAB3C859}"/>
                  </a:ext>
                </a:extLst>
              </p:cNvPr>
              <p:cNvSpPr/>
              <p:nvPr/>
            </p:nvSpPr>
            <p:spPr>
              <a:xfrm>
                <a:off x="4510625" y="4488153"/>
                <a:ext cx="6343" cy="6345"/>
              </a:xfrm>
              <a:custGeom>
                <a:avLst/>
                <a:gdLst>
                  <a:gd name="connsiteX0" fmla="*/ 3460 w 6343"/>
                  <a:gd name="connsiteY0" fmla="*/ 6425 h 6345"/>
                  <a:gd name="connsiteX1" fmla="*/ 5703 w 6343"/>
                  <a:gd name="connsiteY1" fmla="*/ 5496 h 6345"/>
                  <a:gd name="connsiteX2" fmla="*/ 6631 w 6343"/>
                  <a:gd name="connsiteY2" fmla="*/ 3252 h 6345"/>
                  <a:gd name="connsiteX3" fmla="*/ 5703 w 6343"/>
                  <a:gd name="connsiteY3" fmla="*/ 1009 h 6345"/>
                  <a:gd name="connsiteX4" fmla="*/ 3460 w 6343"/>
                  <a:gd name="connsiteY4" fmla="*/ 79 h 6345"/>
                  <a:gd name="connsiteX5" fmla="*/ 1217 w 6343"/>
                  <a:gd name="connsiteY5" fmla="*/ 1009 h 6345"/>
                  <a:gd name="connsiteX6" fmla="*/ 288 w 6343"/>
                  <a:gd name="connsiteY6" fmla="*/ 3252 h 6345"/>
                  <a:gd name="connsiteX7" fmla="*/ 1217 w 6343"/>
                  <a:gd name="connsiteY7" fmla="*/ 5496 h 6345"/>
                  <a:gd name="connsiteX8" fmla="*/ 3460 w 6343"/>
                  <a:gd name="connsiteY8" fmla="*/ 64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425"/>
                    </a:moveTo>
                    <a:cubicBezTo>
                      <a:pt x="4301" y="6425"/>
                      <a:pt x="5108" y="6091"/>
                      <a:pt x="5703" y="5496"/>
                    </a:cubicBezTo>
                    <a:cubicBezTo>
                      <a:pt x="6297" y="4901"/>
                      <a:pt x="6631" y="4094"/>
                      <a:pt x="6631" y="3252"/>
                    </a:cubicBezTo>
                    <a:cubicBezTo>
                      <a:pt x="6631" y="2411"/>
                      <a:pt x="6297" y="1604"/>
                      <a:pt x="5703" y="1009"/>
                    </a:cubicBezTo>
                    <a:cubicBezTo>
                      <a:pt x="5108" y="414"/>
                      <a:pt x="4301" y="79"/>
                      <a:pt x="3460" y="79"/>
                    </a:cubicBezTo>
                    <a:cubicBezTo>
                      <a:pt x="2619" y="79"/>
                      <a:pt x="1812" y="414"/>
                      <a:pt x="1217" y="1009"/>
                    </a:cubicBezTo>
                    <a:cubicBezTo>
                      <a:pt x="623" y="1604"/>
                      <a:pt x="288" y="2411"/>
                      <a:pt x="288" y="3252"/>
                    </a:cubicBezTo>
                    <a:cubicBezTo>
                      <a:pt x="288" y="4094"/>
                      <a:pt x="623" y="4901"/>
                      <a:pt x="1217" y="5496"/>
                    </a:cubicBezTo>
                    <a:cubicBezTo>
                      <a:pt x="1812" y="6091"/>
                      <a:pt x="2619" y="6425"/>
                      <a:pt x="3460" y="64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36" name="Freeform: Shape 1735">
                <a:extLst>
                  <a:ext uri="{FF2B5EF4-FFF2-40B4-BE49-F238E27FC236}">
                    <a16:creationId xmlns:a16="http://schemas.microsoft.com/office/drawing/2014/main" id="{3B29058F-5435-66B0-954D-5AB2FB59B307}"/>
                  </a:ext>
                </a:extLst>
              </p:cNvPr>
              <p:cNvSpPr/>
              <p:nvPr/>
            </p:nvSpPr>
            <p:spPr>
              <a:xfrm>
                <a:off x="4514380" y="4499576"/>
                <a:ext cx="6343" cy="6345"/>
              </a:xfrm>
              <a:custGeom>
                <a:avLst/>
                <a:gdLst>
                  <a:gd name="connsiteX0" fmla="*/ 3460 w 6343"/>
                  <a:gd name="connsiteY0" fmla="*/ 6426 h 6345"/>
                  <a:gd name="connsiteX1" fmla="*/ 5703 w 6343"/>
                  <a:gd name="connsiteY1" fmla="*/ 5497 h 6345"/>
                  <a:gd name="connsiteX2" fmla="*/ 6632 w 6343"/>
                  <a:gd name="connsiteY2" fmla="*/ 3253 h 6345"/>
                  <a:gd name="connsiteX3" fmla="*/ 5703 w 6343"/>
                  <a:gd name="connsiteY3" fmla="*/ 1010 h 6345"/>
                  <a:gd name="connsiteX4" fmla="*/ 3460 w 6343"/>
                  <a:gd name="connsiteY4" fmla="*/ 80 h 6345"/>
                  <a:gd name="connsiteX5" fmla="*/ 1218 w 6343"/>
                  <a:gd name="connsiteY5" fmla="*/ 1010 h 6345"/>
                  <a:gd name="connsiteX6" fmla="*/ 289 w 6343"/>
                  <a:gd name="connsiteY6" fmla="*/ 3253 h 6345"/>
                  <a:gd name="connsiteX7" fmla="*/ 1218 w 6343"/>
                  <a:gd name="connsiteY7" fmla="*/ 5497 h 6345"/>
                  <a:gd name="connsiteX8" fmla="*/ 3460 w 6343"/>
                  <a:gd name="connsiteY8" fmla="*/ 64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426"/>
                    </a:moveTo>
                    <a:cubicBezTo>
                      <a:pt x="4301" y="6426"/>
                      <a:pt x="5108" y="6091"/>
                      <a:pt x="5703" y="5497"/>
                    </a:cubicBezTo>
                    <a:cubicBezTo>
                      <a:pt x="6298" y="4902"/>
                      <a:pt x="6632" y="4095"/>
                      <a:pt x="6632" y="3253"/>
                    </a:cubicBezTo>
                    <a:cubicBezTo>
                      <a:pt x="6632" y="2412"/>
                      <a:pt x="6298" y="1605"/>
                      <a:pt x="5703" y="1010"/>
                    </a:cubicBezTo>
                    <a:cubicBezTo>
                      <a:pt x="5108" y="415"/>
                      <a:pt x="4301" y="80"/>
                      <a:pt x="3460" y="80"/>
                    </a:cubicBezTo>
                    <a:cubicBezTo>
                      <a:pt x="2619" y="80"/>
                      <a:pt x="1812" y="415"/>
                      <a:pt x="1218" y="1010"/>
                    </a:cubicBezTo>
                    <a:cubicBezTo>
                      <a:pt x="623" y="1605"/>
                      <a:pt x="289" y="2412"/>
                      <a:pt x="289" y="3253"/>
                    </a:cubicBezTo>
                    <a:cubicBezTo>
                      <a:pt x="289" y="4095"/>
                      <a:pt x="623" y="4902"/>
                      <a:pt x="1218" y="5497"/>
                    </a:cubicBezTo>
                    <a:cubicBezTo>
                      <a:pt x="1812" y="6091"/>
                      <a:pt x="2619" y="6426"/>
                      <a:pt x="3460" y="64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37" name="Freeform: Shape 1736">
                <a:extLst>
                  <a:ext uri="{FF2B5EF4-FFF2-40B4-BE49-F238E27FC236}">
                    <a16:creationId xmlns:a16="http://schemas.microsoft.com/office/drawing/2014/main" id="{37539EBF-0198-1227-2D30-D495DB969DB9}"/>
                  </a:ext>
                </a:extLst>
              </p:cNvPr>
              <p:cNvSpPr/>
              <p:nvPr/>
            </p:nvSpPr>
            <p:spPr>
              <a:xfrm>
                <a:off x="4515844" y="4515129"/>
                <a:ext cx="6343" cy="6345"/>
              </a:xfrm>
              <a:custGeom>
                <a:avLst/>
                <a:gdLst>
                  <a:gd name="connsiteX0" fmla="*/ 3460 w 6343"/>
                  <a:gd name="connsiteY0" fmla="*/ 6427 h 6345"/>
                  <a:gd name="connsiteX1" fmla="*/ 5703 w 6343"/>
                  <a:gd name="connsiteY1" fmla="*/ 5498 h 6345"/>
                  <a:gd name="connsiteX2" fmla="*/ 6632 w 6343"/>
                  <a:gd name="connsiteY2" fmla="*/ 3254 h 6345"/>
                  <a:gd name="connsiteX3" fmla="*/ 5703 w 6343"/>
                  <a:gd name="connsiteY3" fmla="*/ 1011 h 6345"/>
                  <a:gd name="connsiteX4" fmla="*/ 3460 w 6343"/>
                  <a:gd name="connsiteY4" fmla="*/ 82 h 6345"/>
                  <a:gd name="connsiteX5" fmla="*/ 1218 w 6343"/>
                  <a:gd name="connsiteY5" fmla="*/ 1011 h 6345"/>
                  <a:gd name="connsiteX6" fmla="*/ 289 w 6343"/>
                  <a:gd name="connsiteY6" fmla="*/ 3254 h 6345"/>
                  <a:gd name="connsiteX7" fmla="*/ 1218 w 6343"/>
                  <a:gd name="connsiteY7" fmla="*/ 5498 h 6345"/>
                  <a:gd name="connsiteX8" fmla="*/ 3460 w 6343"/>
                  <a:gd name="connsiteY8" fmla="*/ 64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427"/>
                    </a:moveTo>
                    <a:cubicBezTo>
                      <a:pt x="4301" y="6427"/>
                      <a:pt x="5108" y="6093"/>
                      <a:pt x="5703" y="5498"/>
                    </a:cubicBezTo>
                    <a:cubicBezTo>
                      <a:pt x="6298" y="4903"/>
                      <a:pt x="6632" y="4096"/>
                      <a:pt x="6632" y="3254"/>
                    </a:cubicBezTo>
                    <a:cubicBezTo>
                      <a:pt x="6632" y="2413"/>
                      <a:pt x="6298" y="1606"/>
                      <a:pt x="5703" y="1011"/>
                    </a:cubicBezTo>
                    <a:cubicBezTo>
                      <a:pt x="5108" y="416"/>
                      <a:pt x="4301" y="82"/>
                      <a:pt x="3460" y="82"/>
                    </a:cubicBezTo>
                    <a:cubicBezTo>
                      <a:pt x="2619" y="82"/>
                      <a:pt x="1812" y="416"/>
                      <a:pt x="1218" y="1011"/>
                    </a:cubicBezTo>
                    <a:cubicBezTo>
                      <a:pt x="623" y="1606"/>
                      <a:pt x="289" y="2413"/>
                      <a:pt x="289" y="3254"/>
                    </a:cubicBezTo>
                    <a:cubicBezTo>
                      <a:pt x="289" y="4096"/>
                      <a:pt x="623" y="4903"/>
                      <a:pt x="1218" y="5498"/>
                    </a:cubicBezTo>
                    <a:cubicBezTo>
                      <a:pt x="1812" y="6093"/>
                      <a:pt x="2619" y="6427"/>
                      <a:pt x="3460" y="64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38" name="Freeform: Shape 1737">
                <a:extLst>
                  <a:ext uri="{FF2B5EF4-FFF2-40B4-BE49-F238E27FC236}">
                    <a16:creationId xmlns:a16="http://schemas.microsoft.com/office/drawing/2014/main" id="{1F4E7851-E5DB-799A-16C7-7D4744C06B55}"/>
                  </a:ext>
                </a:extLst>
              </p:cNvPr>
              <p:cNvSpPr/>
              <p:nvPr/>
            </p:nvSpPr>
            <p:spPr>
              <a:xfrm>
                <a:off x="4523542" y="4518677"/>
                <a:ext cx="6343" cy="6345"/>
              </a:xfrm>
              <a:custGeom>
                <a:avLst/>
                <a:gdLst>
                  <a:gd name="connsiteX0" fmla="*/ 3461 w 6343"/>
                  <a:gd name="connsiteY0" fmla="*/ 6427 h 6345"/>
                  <a:gd name="connsiteX1" fmla="*/ 5704 w 6343"/>
                  <a:gd name="connsiteY1" fmla="*/ 5498 h 6345"/>
                  <a:gd name="connsiteX2" fmla="*/ 6633 w 6343"/>
                  <a:gd name="connsiteY2" fmla="*/ 3255 h 6345"/>
                  <a:gd name="connsiteX3" fmla="*/ 5704 w 6343"/>
                  <a:gd name="connsiteY3" fmla="*/ 1011 h 6345"/>
                  <a:gd name="connsiteX4" fmla="*/ 3461 w 6343"/>
                  <a:gd name="connsiteY4" fmla="*/ 82 h 6345"/>
                  <a:gd name="connsiteX5" fmla="*/ 1218 w 6343"/>
                  <a:gd name="connsiteY5" fmla="*/ 1011 h 6345"/>
                  <a:gd name="connsiteX6" fmla="*/ 289 w 6343"/>
                  <a:gd name="connsiteY6" fmla="*/ 3255 h 6345"/>
                  <a:gd name="connsiteX7" fmla="*/ 1218 w 6343"/>
                  <a:gd name="connsiteY7" fmla="*/ 5498 h 6345"/>
                  <a:gd name="connsiteX8" fmla="*/ 3461 w 6343"/>
                  <a:gd name="connsiteY8" fmla="*/ 64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427"/>
                    </a:moveTo>
                    <a:cubicBezTo>
                      <a:pt x="4302" y="6427"/>
                      <a:pt x="5109" y="6093"/>
                      <a:pt x="5704" y="5498"/>
                    </a:cubicBezTo>
                    <a:cubicBezTo>
                      <a:pt x="6298" y="4903"/>
                      <a:pt x="6633" y="4096"/>
                      <a:pt x="6633" y="3255"/>
                    </a:cubicBezTo>
                    <a:cubicBezTo>
                      <a:pt x="6633" y="2413"/>
                      <a:pt x="6298" y="1606"/>
                      <a:pt x="5704" y="1011"/>
                    </a:cubicBezTo>
                    <a:cubicBezTo>
                      <a:pt x="5109" y="416"/>
                      <a:pt x="4302" y="82"/>
                      <a:pt x="3461" y="82"/>
                    </a:cubicBezTo>
                    <a:cubicBezTo>
                      <a:pt x="2620" y="82"/>
                      <a:pt x="1813" y="416"/>
                      <a:pt x="1218" y="1011"/>
                    </a:cubicBezTo>
                    <a:cubicBezTo>
                      <a:pt x="624" y="1606"/>
                      <a:pt x="289" y="2413"/>
                      <a:pt x="289" y="3255"/>
                    </a:cubicBezTo>
                    <a:cubicBezTo>
                      <a:pt x="289" y="4096"/>
                      <a:pt x="624" y="4903"/>
                      <a:pt x="1218" y="5498"/>
                    </a:cubicBezTo>
                    <a:cubicBezTo>
                      <a:pt x="1813" y="6093"/>
                      <a:pt x="2620" y="6427"/>
                      <a:pt x="3461" y="64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39" name="Freeform: Shape 1738">
                <a:extLst>
                  <a:ext uri="{FF2B5EF4-FFF2-40B4-BE49-F238E27FC236}">
                    <a16:creationId xmlns:a16="http://schemas.microsoft.com/office/drawing/2014/main" id="{AA204E71-9ED8-3306-9755-97E384661978}"/>
                  </a:ext>
                </a:extLst>
              </p:cNvPr>
              <p:cNvSpPr/>
              <p:nvPr/>
            </p:nvSpPr>
            <p:spPr>
              <a:xfrm>
                <a:off x="4529563" y="4525331"/>
                <a:ext cx="6343" cy="6345"/>
              </a:xfrm>
              <a:custGeom>
                <a:avLst/>
                <a:gdLst>
                  <a:gd name="connsiteX0" fmla="*/ 3461 w 6343"/>
                  <a:gd name="connsiteY0" fmla="*/ 6428 h 6345"/>
                  <a:gd name="connsiteX1" fmla="*/ 5704 w 6343"/>
                  <a:gd name="connsiteY1" fmla="*/ 5499 h 6345"/>
                  <a:gd name="connsiteX2" fmla="*/ 6633 w 6343"/>
                  <a:gd name="connsiteY2" fmla="*/ 3255 h 6345"/>
                  <a:gd name="connsiteX3" fmla="*/ 5704 w 6343"/>
                  <a:gd name="connsiteY3" fmla="*/ 1012 h 6345"/>
                  <a:gd name="connsiteX4" fmla="*/ 3461 w 6343"/>
                  <a:gd name="connsiteY4" fmla="*/ 82 h 6345"/>
                  <a:gd name="connsiteX5" fmla="*/ 1219 w 6343"/>
                  <a:gd name="connsiteY5" fmla="*/ 1012 h 6345"/>
                  <a:gd name="connsiteX6" fmla="*/ 290 w 6343"/>
                  <a:gd name="connsiteY6" fmla="*/ 3255 h 6345"/>
                  <a:gd name="connsiteX7" fmla="*/ 1219 w 6343"/>
                  <a:gd name="connsiteY7" fmla="*/ 5499 h 6345"/>
                  <a:gd name="connsiteX8" fmla="*/ 3461 w 6343"/>
                  <a:gd name="connsiteY8" fmla="*/ 64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428"/>
                    </a:moveTo>
                    <a:cubicBezTo>
                      <a:pt x="4303" y="6428"/>
                      <a:pt x="5109" y="6094"/>
                      <a:pt x="5704" y="5499"/>
                    </a:cubicBezTo>
                    <a:cubicBezTo>
                      <a:pt x="6299" y="4904"/>
                      <a:pt x="6633" y="4097"/>
                      <a:pt x="6633" y="3255"/>
                    </a:cubicBezTo>
                    <a:cubicBezTo>
                      <a:pt x="6633" y="2414"/>
                      <a:pt x="6299" y="1607"/>
                      <a:pt x="5704" y="1012"/>
                    </a:cubicBezTo>
                    <a:cubicBezTo>
                      <a:pt x="5109" y="417"/>
                      <a:pt x="4303" y="82"/>
                      <a:pt x="3461" y="82"/>
                    </a:cubicBezTo>
                    <a:cubicBezTo>
                      <a:pt x="2620" y="82"/>
                      <a:pt x="1814" y="417"/>
                      <a:pt x="1219" y="1012"/>
                    </a:cubicBezTo>
                    <a:cubicBezTo>
                      <a:pt x="624" y="1607"/>
                      <a:pt x="290" y="2414"/>
                      <a:pt x="290" y="3255"/>
                    </a:cubicBezTo>
                    <a:cubicBezTo>
                      <a:pt x="290" y="4097"/>
                      <a:pt x="624" y="4904"/>
                      <a:pt x="1219" y="5499"/>
                    </a:cubicBezTo>
                    <a:cubicBezTo>
                      <a:pt x="1814" y="6094"/>
                      <a:pt x="2620" y="6428"/>
                      <a:pt x="3461" y="64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40" name="Freeform: Shape 1739">
                <a:extLst>
                  <a:ext uri="{FF2B5EF4-FFF2-40B4-BE49-F238E27FC236}">
                    <a16:creationId xmlns:a16="http://schemas.microsoft.com/office/drawing/2014/main" id="{6B0B6A6F-FE29-B39B-0968-947AC41A9DF3}"/>
                  </a:ext>
                </a:extLst>
              </p:cNvPr>
              <p:cNvSpPr/>
              <p:nvPr/>
            </p:nvSpPr>
            <p:spPr>
              <a:xfrm>
                <a:off x="4538076" y="4527380"/>
                <a:ext cx="6343" cy="6345"/>
              </a:xfrm>
              <a:custGeom>
                <a:avLst/>
                <a:gdLst>
                  <a:gd name="connsiteX0" fmla="*/ 3462 w 6343"/>
                  <a:gd name="connsiteY0" fmla="*/ 6428 h 6345"/>
                  <a:gd name="connsiteX1" fmla="*/ 5705 w 6343"/>
                  <a:gd name="connsiteY1" fmla="*/ 5499 h 6345"/>
                  <a:gd name="connsiteX2" fmla="*/ 6634 w 6343"/>
                  <a:gd name="connsiteY2" fmla="*/ 3255 h 6345"/>
                  <a:gd name="connsiteX3" fmla="*/ 5705 w 6343"/>
                  <a:gd name="connsiteY3" fmla="*/ 1012 h 6345"/>
                  <a:gd name="connsiteX4" fmla="*/ 3462 w 6343"/>
                  <a:gd name="connsiteY4" fmla="*/ 83 h 6345"/>
                  <a:gd name="connsiteX5" fmla="*/ 1219 w 6343"/>
                  <a:gd name="connsiteY5" fmla="*/ 1012 h 6345"/>
                  <a:gd name="connsiteX6" fmla="*/ 291 w 6343"/>
                  <a:gd name="connsiteY6" fmla="*/ 3255 h 6345"/>
                  <a:gd name="connsiteX7" fmla="*/ 1219 w 6343"/>
                  <a:gd name="connsiteY7" fmla="*/ 5499 h 6345"/>
                  <a:gd name="connsiteX8" fmla="*/ 3462 w 6343"/>
                  <a:gd name="connsiteY8" fmla="*/ 64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2" y="6428"/>
                    </a:moveTo>
                    <a:cubicBezTo>
                      <a:pt x="4303" y="6428"/>
                      <a:pt x="5110" y="6094"/>
                      <a:pt x="5705" y="5499"/>
                    </a:cubicBezTo>
                    <a:cubicBezTo>
                      <a:pt x="6299" y="4904"/>
                      <a:pt x="6634" y="4097"/>
                      <a:pt x="6634" y="3255"/>
                    </a:cubicBezTo>
                    <a:cubicBezTo>
                      <a:pt x="6634" y="2414"/>
                      <a:pt x="6299" y="1607"/>
                      <a:pt x="5705" y="1012"/>
                    </a:cubicBezTo>
                    <a:cubicBezTo>
                      <a:pt x="5110" y="417"/>
                      <a:pt x="4303" y="83"/>
                      <a:pt x="3462" y="83"/>
                    </a:cubicBezTo>
                    <a:cubicBezTo>
                      <a:pt x="2621" y="83"/>
                      <a:pt x="1814" y="417"/>
                      <a:pt x="1219" y="1012"/>
                    </a:cubicBezTo>
                    <a:cubicBezTo>
                      <a:pt x="625" y="1607"/>
                      <a:pt x="291" y="2414"/>
                      <a:pt x="291" y="3255"/>
                    </a:cubicBezTo>
                    <a:cubicBezTo>
                      <a:pt x="291" y="4097"/>
                      <a:pt x="625" y="4904"/>
                      <a:pt x="1219" y="5499"/>
                    </a:cubicBezTo>
                    <a:cubicBezTo>
                      <a:pt x="1814" y="6094"/>
                      <a:pt x="2621" y="6428"/>
                      <a:pt x="3462" y="64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41" name="Freeform: Shape 1740">
                <a:extLst>
                  <a:ext uri="{FF2B5EF4-FFF2-40B4-BE49-F238E27FC236}">
                    <a16:creationId xmlns:a16="http://schemas.microsoft.com/office/drawing/2014/main" id="{4ECFAC6F-409D-6114-D99B-F484DF03D793}"/>
                  </a:ext>
                </a:extLst>
              </p:cNvPr>
              <p:cNvSpPr/>
              <p:nvPr/>
            </p:nvSpPr>
            <p:spPr>
              <a:xfrm>
                <a:off x="4553699" y="4516758"/>
                <a:ext cx="6343" cy="6345"/>
              </a:xfrm>
              <a:custGeom>
                <a:avLst/>
                <a:gdLst>
                  <a:gd name="connsiteX0" fmla="*/ 3463 w 6343"/>
                  <a:gd name="connsiteY0" fmla="*/ 6427 h 6345"/>
                  <a:gd name="connsiteX1" fmla="*/ 5706 w 6343"/>
                  <a:gd name="connsiteY1" fmla="*/ 5498 h 6345"/>
                  <a:gd name="connsiteX2" fmla="*/ 6635 w 6343"/>
                  <a:gd name="connsiteY2" fmla="*/ 3254 h 6345"/>
                  <a:gd name="connsiteX3" fmla="*/ 5706 w 6343"/>
                  <a:gd name="connsiteY3" fmla="*/ 1011 h 6345"/>
                  <a:gd name="connsiteX4" fmla="*/ 3463 w 6343"/>
                  <a:gd name="connsiteY4" fmla="*/ 82 h 6345"/>
                  <a:gd name="connsiteX5" fmla="*/ 1221 w 6343"/>
                  <a:gd name="connsiteY5" fmla="*/ 1011 h 6345"/>
                  <a:gd name="connsiteX6" fmla="*/ 292 w 6343"/>
                  <a:gd name="connsiteY6" fmla="*/ 3254 h 6345"/>
                  <a:gd name="connsiteX7" fmla="*/ 1221 w 6343"/>
                  <a:gd name="connsiteY7" fmla="*/ 5498 h 6345"/>
                  <a:gd name="connsiteX8" fmla="*/ 3463 w 6343"/>
                  <a:gd name="connsiteY8" fmla="*/ 64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3" y="6427"/>
                    </a:moveTo>
                    <a:cubicBezTo>
                      <a:pt x="4304" y="6427"/>
                      <a:pt x="5111" y="6093"/>
                      <a:pt x="5706" y="5498"/>
                    </a:cubicBezTo>
                    <a:cubicBezTo>
                      <a:pt x="6301" y="4903"/>
                      <a:pt x="6635" y="4096"/>
                      <a:pt x="6635" y="3254"/>
                    </a:cubicBezTo>
                    <a:cubicBezTo>
                      <a:pt x="6635" y="2413"/>
                      <a:pt x="6301" y="1606"/>
                      <a:pt x="5706" y="1011"/>
                    </a:cubicBezTo>
                    <a:cubicBezTo>
                      <a:pt x="5111" y="416"/>
                      <a:pt x="4304" y="82"/>
                      <a:pt x="3463" y="82"/>
                    </a:cubicBezTo>
                    <a:cubicBezTo>
                      <a:pt x="2622" y="82"/>
                      <a:pt x="1815" y="416"/>
                      <a:pt x="1221" y="1011"/>
                    </a:cubicBezTo>
                    <a:cubicBezTo>
                      <a:pt x="626" y="1606"/>
                      <a:pt x="292" y="2413"/>
                      <a:pt x="292" y="3254"/>
                    </a:cubicBezTo>
                    <a:cubicBezTo>
                      <a:pt x="292" y="4096"/>
                      <a:pt x="626" y="4903"/>
                      <a:pt x="1221" y="5498"/>
                    </a:cubicBezTo>
                    <a:cubicBezTo>
                      <a:pt x="1815" y="6093"/>
                      <a:pt x="2622" y="6427"/>
                      <a:pt x="3463" y="64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42" name="Freeform: Shape 1741">
                <a:extLst>
                  <a:ext uri="{FF2B5EF4-FFF2-40B4-BE49-F238E27FC236}">
                    <a16:creationId xmlns:a16="http://schemas.microsoft.com/office/drawing/2014/main" id="{42EF3B57-40DD-3543-DDB5-9D3F4FE75739}"/>
                  </a:ext>
                </a:extLst>
              </p:cNvPr>
              <p:cNvSpPr/>
              <p:nvPr/>
            </p:nvSpPr>
            <p:spPr>
              <a:xfrm>
                <a:off x="4446974" y="4750879"/>
                <a:ext cx="6343" cy="6345"/>
              </a:xfrm>
              <a:custGeom>
                <a:avLst/>
                <a:gdLst>
                  <a:gd name="connsiteX0" fmla="*/ 3455 w 6343"/>
                  <a:gd name="connsiteY0" fmla="*/ 6446 h 6345"/>
                  <a:gd name="connsiteX1" fmla="*/ 5698 w 6343"/>
                  <a:gd name="connsiteY1" fmla="*/ 5516 h 6345"/>
                  <a:gd name="connsiteX2" fmla="*/ 6626 w 6343"/>
                  <a:gd name="connsiteY2" fmla="*/ 3273 h 6345"/>
                  <a:gd name="connsiteX3" fmla="*/ 5698 w 6343"/>
                  <a:gd name="connsiteY3" fmla="*/ 1029 h 6345"/>
                  <a:gd name="connsiteX4" fmla="*/ 3455 w 6343"/>
                  <a:gd name="connsiteY4" fmla="*/ 100 h 6345"/>
                  <a:gd name="connsiteX5" fmla="*/ 1212 w 6343"/>
                  <a:gd name="connsiteY5" fmla="*/ 1029 h 6345"/>
                  <a:gd name="connsiteX6" fmla="*/ 283 w 6343"/>
                  <a:gd name="connsiteY6" fmla="*/ 3273 h 6345"/>
                  <a:gd name="connsiteX7" fmla="*/ 1212 w 6343"/>
                  <a:gd name="connsiteY7" fmla="*/ 5516 h 6345"/>
                  <a:gd name="connsiteX8" fmla="*/ 3455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446"/>
                    </a:moveTo>
                    <a:cubicBezTo>
                      <a:pt x="4296" y="6446"/>
                      <a:pt x="5103" y="6111"/>
                      <a:pt x="5698" y="5516"/>
                    </a:cubicBezTo>
                    <a:cubicBezTo>
                      <a:pt x="6292" y="4921"/>
                      <a:pt x="6626" y="4114"/>
                      <a:pt x="6626" y="3273"/>
                    </a:cubicBezTo>
                    <a:cubicBezTo>
                      <a:pt x="6626" y="2431"/>
                      <a:pt x="6292" y="1624"/>
                      <a:pt x="5698" y="1029"/>
                    </a:cubicBezTo>
                    <a:cubicBezTo>
                      <a:pt x="5103" y="434"/>
                      <a:pt x="4296" y="100"/>
                      <a:pt x="3455" y="100"/>
                    </a:cubicBezTo>
                    <a:cubicBezTo>
                      <a:pt x="2614" y="100"/>
                      <a:pt x="1807" y="434"/>
                      <a:pt x="1212" y="1029"/>
                    </a:cubicBezTo>
                    <a:cubicBezTo>
                      <a:pt x="618" y="1624"/>
                      <a:pt x="283" y="2431"/>
                      <a:pt x="283" y="3273"/>
                    </a:cubicBezTo>
                    <a:cubicBezTo>
                      <a:pt x="283" y="4114"/>
                      <a:pt x="618" y="4921"/>
                      <a:pt x="1212" y="5516"/>
                    </a:cubicBezTo>
                    <a:cubicBezTo>
                      <a:pt x="1807" y="6111"/>
                      <a:pt x="2614" y="6446"/>
                      <a:pt x="3455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43" name="Freeform: Shape 1742">
                <a:extLst>
                  <a:ext uri="{FF2B5EF4-FFF2-40B4-BE49-F238E27FC236}">
                    <a16:creationId xmlns:a16="http://schemas.microsoft.com/office/drawing/2014/main" id="{1773C516-E966-5215-347F-7EEC6EC55C01}"/>
                  </a:ext>
                </a:extLst>
              </p:cNvPr>
              <p:cNvSpPr/>
              <p:nvPr/>
            </p:nvSpPr>
            <p:spPr>
              <a:xfrm>
                <a:off x="4452833" y="4754707"/>
                <a:ext cx="6343" cy="6345"/>
              </a:xfrm>
              <a:custGeom>
                <a:avLst/>
                <a:gdLst>
                  <a:gd name="connsiteX0" fmla="*/ 3455 w 6343"/>
                  <a:gd name="connsiteY0" fmla="*/ 6446 h 6345"/>
                  <a:gd name="connsiteX1" fmla="*/ 5698 w 6343"/>
                  <a:gd name="connsiteY1" fmla="*/ 5517 h 6345"/>
                  <a:gd name="connsiteX2" fmla="*/ 6627 w 6343"/>
                  <a:gd name="connsiteY2" fmla="*/ 3273 h 6345"/>
                  <a:gd name="connsiteX3" fmla="*/ 5698 w 6343"/>
                  <a:gd name="connsiteY3" fmla="*/ 1030 h 6345"/>
                  <a:gd name="connsiteX4" fmla="*/ 3455 w 6343"/>
                  <a:gd name="connsiteY4" fmla="*/ 100 h 6345"/>
                  <a:gd name="connsiteX5" fmla="*/ 1213 w 6343"/>
                  <a:gd name="connsiteY5" fmla="*/ 1030 h 6345"/>
                  <a:gd name="connsiteX6" fmla="*/ 284 w 6343"/>
                  <a:gd name="connsiteY6" fmla="*/ 3273 h 6345"/>
                  <a:gd name="connsiteX7" fmla="*/ 1213 w 6343"/>
                  <a:gd name="connsiteY7" fmla="*/ 5517 h 6345"/>
                  <a:gd name="connsiteX8" fmla="*/ 3455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446"/>
                    </a:moveTo>
                    <a:cubicBezTo>
                      <a:pt x="4296" y="6446"/>
                      <a:pt x="5103" y="6112"/>
                      <a:pt x="5698" y="5517"/>
                    </a:cubicBezTo>
                    <a:cubicBezTo>
                      <a:pt x="6293" y="4922"/>
                      <a:pt x="6627" y="4115"/>
                      <a:pt x="6627" y="3273"/>
                    </a:cubicBezTo>
                    <a:cubicBezTo>
                      <a:pt x="6627" y="2432"/>
                      <a:pt x="6293" y="1625"/>
                      <a:pt x="5698" y="1030"/>
                    </a:cubicBezTo>
                    <a:cubicBezTo>
                      <a:pt x="5103" y="435"/>
                      <a:pt x="4296" y="100"/>
                      <a:pt x="3455" y="100"/>
                    </a:cubicBezTo>
                    <a:cubicBezTo>
                      <a:pt x="2614" y="100"/>
                      <a:pt x="1808" y="435"/>
                      <a:pt x="1213" y="1030"/>
                    </a:cubicBezTo>
                    <a:cubicBezTo>
                      <a:pt x="618" y="1625"/>
                      <a:pt x="284" y="2432"/>
                      <a:pt x="284" y="3273"/>
                    </a:cubicBezTo>
                    <a:cubicBezTo>
                      <a:pt x="284" y="4115"/>
                      <a:pt x="618" y="4922"/>
                      <a:pt x="1213" y="5517"/>
                    </a:cubicBezTo>
                    <a:cubicBezTo>
                      <a:pt x="1808" y="6112"/>
                      <a:pt x="2614" y="6446"/>
                      <a:pt x="3455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44" name="Freeform: Shape 1743">
                <a:extLst>
                  <a:ext uri="{FF2B5EF4-FFF2-40B4-BE49-F238E27FC236}">
                    <a16:creationId xmlns:a16="http://schemas.microsoft.com/office/drawing/2014/main" id="{59E563C2-D04B-9617-4B9B-8CC3BDC5C4D2}"/>
                  </a:ext>
                </a:extLst>
              </p:cNvPr>
              <p:cNvSpPr/>
              <p:nvPr/>
            </p:nvSpPr>
            <p:spPr>
              <a:xfrm>
                <a:off x="4458814" y="4758325"/>
                <a:ext cx="6343" cy="6345"/>
              </a:xfrm>
              <a:custGeom>
                <a:avLst/>
                <a:gdLst>
                  <a:gd name="connsiteX0" fmla="*/ 3456 w 6343"/>
                  <a:gd name="connsiteY0" fmla="*/ 6446 h 6345"/>
                  <a:gd name="connsiteX1" fmla="*/ 5698 w 6343"/>
                  <a:gd name="connsiteY1" fmla="*/ 5517 h 6345"/>
                  <a:gd name="connsiteX2" fmla="*/ 6627 w 6343"/>
                  <a:gd name="connsiteY2" fmla="*/ 3273 h 6345"/>
                  <a:gd name="connsiteX3" fmla="*/ 5698 w 6343"/>
                  <a:gd name="connsiteY3" fmla="*/ 1030 h 6345"/>
                  <a:gd name="connsiteX4" fmla="*/ 3456 w 6343"/>
                  <a:gd name="connsiteY4" fmla="*/ 101 h 6345"/>
                  <a:gd name="connsiteX5" fmla="*/ 1213 w 6343"/>
                  <a:gd name="connsiteY5" fmla="*/ 1030 h 6345"/>
                  <a:gd name="connsiteX6" fmla="*/ 284 w 6343"/>
                  <a:gd name="connsiteY6" fmla="*/ 3273 h 6345"/>
                  <a:gd name="connsiteX7" fmla="*/ 1213 w 6343"/>
                  <a:gd name="connsiteY7" fmla="*/ 5517 h 6345"/>
                  <a:gd name="connsiteX8" fmla="*/ 3456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446"/>
                    </a:moveTo>
                    <a:cubicBezTo>
                      <a:pt x="4297" y="6446"/>
                      <a:pt x="5104" y="6112"/>
                      <a:pt x="5698" y="5517"/>
                    </a:cubicBezTo>
                    <a:cubicBezTo>
                      <a:pt x="6293" y="4922"/>
                      <a:pt x="6627" y="4115"/>
                      <a:pt x="6627" y="3273"/>
                    </a:cubicBezTo>
                    <a:cubicBezTo>
                      <a:pt x="6627" y="2432"/>
                      <a:pt x="6293" y="1625"/>
                      <a:pt x="5698" y="1030"/>
                    </a:cubicBezTo>
                    <a:cubicBezTo>
                      <a:pt x="5104" y="435"/>
                      <a:pt x="4297" y="101"/>
                      <a:pt x="3456" y="101"/>
                    </a:cubicBezTo>
                    <a:cubicBezTo>
                      <a:pt x="2615" y="101"/>
                      <a:pt x="1808" y="435"/>
                      <a:pt x="1213" y="1030"/>
                    </a:cubicBezTo>
                    <a:cubicBezTo>
                      <a:pt x="618" y="1625"/>
                      <a:pt x="284" y="2432"/>
                      <a:pt x="284" y="3273"/>
                    </a:cubicBezTo>
                    <a:cubicBezTo>
                      <a:pt x="284" y="4115"/>
                      <a:pt x="618" y="4922"/>
                      <a:pt x="1213" y="5517"/>
                    </a:cubicBezTo>
                    <a:cubicBezTo>
                      <a:pt x="1808" y="6112"/>
                      <a:pt x="2615" y="6446"/>
                      <a:pt x="3456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45" name="Freeform: Shape 1744">
                <a:extLst>
                  <a:ext uri="{FF2B5EF4-FFF2-40B4-BE49-F238E27FC236}">
                    <a16:creationId xmlns:a16="http://schemas.microsoft.com/office/drawing/2014/main" id="{3C923CD3-0232-1B2C-431C-E5C14CD7C5D3}"/>
                  </a:ext>
                </a:extLst>
              </p:cNvPr>
              <p:cNvSpPr/>
              <p:nvPr/>
            </p:nvSpPr>
            <p:spPr>
              <a:xfrm>
                <a:off x="4758226" y="4393102"/>
                <a:ext cx="6343" cy="6345"/>
              </a:xfrm>
              <a:custGeom>
                <a:avLst/>
                <a:gdLst>
                  <a:gd name="connsiteX0" fmla="*/ 3479 w 6343"/>
                  <a:gd name="connsiteY0" fmla="*/ 6417 h 6345"/>
                  <a:gd name="connsiteX1" fmla="*/ 5722 w 6343"/>
                  <a:gd name="connsiteY1" fmla="*/ 5488 h 6345"/>
                  <a:gd name="connsiteX2" fmla="*/ 6651 w 6343"/>
                  <a:gd name="connsiteY2" fmla="*/ 3245 h 6345"/>
                  <a:gd name="connsiteX3" fmla="*/ 5722 w 6343"/>
                  <a:gd name="connsiteY3" fmla="*/ 1001 h 6345"/>
                  <a:gd name="connsiteX4" fmla="*/ 3479 w 6343"/>
                  <a:gd name="connsiteY4" fmla="*/ 72 h 6345"/>
                  <a:gd name="connsiteX5" fmla="*/ 1237 w 6343"/>
                  <a:gd name="connsiteY5" fmla="*/ 1001 h 6345"/>
                  <a:gd name="connsiteX6" fmla="*/ 308 w 6343"/>
                  <a:gd name="connsiteY6" fmla="*/ 3245 h 6345"/>
                  <a:gd name="connsiteX7" fmla="*/ 1237 w 6343"/>
                  <a:gd name="connsiteY7" fmla="*/ 5488 h 6345"/>
                  <a:gd name="connsiteX8" fmla="*/ 3479 w 6343"/>
                  <a:gd name="connsiteY8" fmla="*/ 641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9" y="6417"/>
                    </a:moveTo>
                    <a:cubicBezTo>
                      <a:pt x="4321" y="6417"/>
                      <a:pt x="5127" y="6083"/>
                      <a:pt x="5722" y="5488"/>
                    </a:cubicBezTo>
                    <a:cubicBezTo>
                      <a:pt x="6317" y="4893"/>
                      <a:pt x="6651" y="4086"/>
                      <a:pt x="6651" y="3245"/>
                    </a:cubicBezTo>
                    <a:cubicBezTo>
                      <a:pt x="6651" y="2403"/>
                      <a:pt x="6317" y="1596"/>
                      <a:pt x="5722" y="1001"/>
                    </a:cubicBezTo>
                    <a:cubicBezTo>
                      <a:pt x="5127" y="406"/>
                      <a:pt x="4321" y="72"/>
                      <a:pt x="3479" y="72"/>
                    </a:cubicBezTo>
                    <a:cubicBezTo>
                      <a:pt x="2638" y="72"/>
                      <a:pt x="1832" y="406"/>
                      <a:pt x="1237" y="1001"/>
                    </a:cubicBezTo>
                    <a:cubicBezTo>
                      <a:pt x="642" y="1596"/>
                      <a:pt x="308" y="2403"/>
                      <a:pt x="308" y="3245"/>
                    </a:cubicBezTo>
                    <a:cubicBezTo>
                      <a:pt x="308" y="4086"/>
                      <a:pt x="642" y="4893"/>
                      <a:pt x="1237" y="5488"/>
                    </a:cubicBezTo>
                    <a:cubicBezTo>
                      <a:pt x="1832" y="6083"/>
                      <a:pt x="2638" y="6417"/>
                      <a:pt x="3479" y="641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46" name="Freeform: Shape 1745">
                <a:extLst>
                  <a:ext uri="{FF2B5EF4-FFF2-40B4-BE49-F238E27FC236}">
                    <a16:creationId xmlns:a16="http://schemas.microsoft.com/office/drawing/2014/main" id="{7F132374-AEB2-AAEB-1AB1-B7C5C3E9EB17}"/>
                  </a:ext>
                </a:extLst>
              </p:cNvPr>
              <p:cNvSpPr/>
              <p:nvPr/>
            </p:nvSpPr>
            <p:spPr>
              <a:xfrm>
                <a:off x="4761520" y="4405929"/>
                <a:ext cx="6343" cy="6345"/>
              </a:xfrm>
              <a:custGeom>
                <a:avLst/>
                <a:gdLst>
                  <a:gd name="connsiteX0" fmla="*/ 3480 w 6343"/>
                  <a:gd name="connsiteY0" fmla="*/ 6418 h 6345"/>
                  <a:gd name="connsiteX1" fmla="*/ 5722 w 6343"/>
                  <a:gd name="connsiteY1" fmla="*/ 5489 h 6345"/>
                  <a:gd name="connsiteX2" fmla="*/ 6651 w 6343"/>
                  <a:gd name="connsiteY2" fmla="*/ 3246 h 6345"/>
                  <a:gd name="connsiteX3" fmla="*/ 5722 w 6343"/>
                  <a:gd name="connsiteY3" fmla="*/ 1002 h 6345"/>
                  <a:gd name="connsiteX4" fmla="*/ 3480 w 6343"/>
                  <a:gd name="connsiteY4" fmla="*/ 73 h 6345"/>
                  <a:gd name="connsiteX5" fmla="*/ 1237 w 6343"/>
                  <a:gd name="connsiteY5" fmla="*/ 1002 h 6345"/>
                  <a:gd name="connsiteX6" fmla="*/ 308 w 6343"/>
                  <a:gd name="connsiteY6" fmla="*/ 3246 h 6345"/>
                  <a:gd name="connsiteX7" fmla="*/ 1237 w 6343"/>
                  <a:gd name="connsiteY7" fmla="*/ 5489 h 6345"/>
                  <a:gd name="connsiteX8" fmla="*/ 3480 w 6343"/>
                  <a:gd name="connsiteY8" fmla="*/ 641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0" y="6418"/>
                    </a:moveTo>
                    <a:cubicBezTo>
                      <a:pt x="4321" y="6418"/>
                      <a:pt x="5128" y="6084"/>
                      <a:pt x="5722" y="5489"/>
                    </a:cubicBezTo>
                    <a:cubicBezTo>
                      <a:pt x="6317" y="4894"/>
                      <a:pt x="6651" y="4087"/>
                      <a:pt x="6651" y="3246"/>
                    </a:cubicBezTo>
                    <a:cubicBezTo>
                      <a:pt x="6651" y="2404"/>
                      <a:pt x="6317" y="1597"/>
                      <a:pt x="5722" y="1002"/>
                    </a:cubicBezTo>
                    <a:cubicBezTo>
                      <a:pt x="5128" y="407"/>
                      <a:pt x="4321" y="73"/>
                      <a:pt x="3480" y="73"/>
                    </a:cubicBezTo>
                    <a:cubicBezTo>
                      <a:pt x="2639" y="73"/>
                      <a:pt x="1832" y="407"/>
                      <a:pt x="1237" y="1002"/>
                    </a:cubicBezTo>
                    <a:cubicBezTo>
                      <a:pt x="642" y="1597"/>
                      <a:pt x="308" y="2404"/>
                      <a:pt x="308" y="3246"/>
                    </a:cubicBezTo>
                    <a:cubicBezTo>
                      <a:pt x="308" y="4087"/>
                      <a:pt x="642" y="4894"/>
                      <a:pt x="1237" y="5489"/>
                    </a:cubicBezTo>
                    <a:cubicBezTo>
                      <a:pt x="1832" y="6084"/>
                      <a:pt x="2639" y="6418"/>
                      <a:pt x="3480" y="64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47" name="Freeform: Shape 1746">
                <a:extLst>
                  <a:ext uri="{FF2B5EF4-FFF2-40B4-BE49-F238E27FC236}">
                    <a16:creationId xmlns:a16="http://schemas.microsoft.com/office/drawing/2014/main" id="{FCB45A9D-4343-C637-80F7-7E3F7DD4B256}"/>
                  </a:ext>
                </a:extLst>
              </p:cNvPr>
              <p:cNvSpPr/>
              <p:nvPr/>
            </p:nvSpPr>
            <p:spPr>
              <a:xfrm>
                <a:off x="4778742" y="4397994"/>
                <a:ext cx="6343" cy="6345"/>
              </a:xfrm>
              <a:custGeom>
                <a:avLst/>
                <a:gdLst>
                  <a:gd name="connsiteX0" fmla="*/ 3481 w 6343"/>
                  <a:gd name="connsiteY0" fmla="*/ 6418 h 6345"/>
                  <a:gd name="connsiteX1" fmla="*/ 5724 w 6343"/>
                  <a:gd name="connsiteY1" fmla="*/ 5489 h 6345"/>
                  <a:gd name="connsiteX2" fmla="*/ 6653 w 6343"/>
                  <a:gd name="connsiteY2" fmla="*/ 3245 h 6345"/>
                  <a:gd name="connsiteX3" fmla="*/ 5724 w 6343"/>
                  <a:gd name="connsiteY3" fmla="*/ 1002 h 6345"/>
                  <a:gd name="connsiteX4" fmla="*/ 3481 w 6343"/>
                  <a:gd name="connsiteY4" fmla="*/ 72 h 6345"/>
                  <a:gd name="connsiteX5" fmla="*/ 1238 w 6343"/>
                  <a:gd name="connsiteY5" fmla="*/ 1002 h 6345"/>
                  <a:gd name="connsiteX6" fmla="*/ 310 w 6343"/>
                  <a:gd name="connsiteY6" fmla="*/ 3245 h 6345"/>
                  <a:gd name="connsiteX7" fmla="*/ 1238 w 6343"/>
                  <a:gd name="connsiteY7" fmla="*/ 5489 h 6345"/>
                  <a:gd name="connsiteX8" fmla="*/ 3481 w 6343"/>
                  <a:gd name="connsiteY8" fmla="*/ 641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1" y="6418"/>
                    </a:moveTo>
                    <a:cubicBezTo>
                      <a:pt x="4322" y="6418"/>
                      <a:pt x="5129" y="6083"/>
                      <a:pt x="5724" y="5489"/>
                    </a:cubicBezTo>
                    <a:cubicBezTo>
                      <a:pt x="6318" y="4894"/>
                      <a:pt x="6653" y="4086"/>
                      <a:pt x="6653" y="3245"/>
                    </a:cubicBezTo>
                    <a:cubicBezTo>
                      <a:pt x="6653" y="2404"/>
                      <a:pt x="6318" y="1597"/>
                      <a:pt x="5724" y="1002"/>
                    </a:cubicBezTo>
                    <a:cubicBezTo>
                      <a:pt x="5129" y="407"/>
                      <a:pt x="4322" y="72"/>
                      <a:pt x="3481" y="72"/>
                    </a:cubicBezTo>
                    <a:cubicBezTo>
                      <a:pt x="2640" y="72"/>
                      <a:pt x="1833" y="407"/>
                      <a:pt x="1238" y="1002"/>
                    </a:cubicBezTo>
                    <a:cubicBezTo>
                      <a:pt x="644" y="1597"/>
                      <a:pt x="310" y="2404"/>
                      <a:pt x="310" y="3245"/>
                    </a:cubicBezTo>
                    <a:cubicBezTo>
                      <a:pt x="310" y="4086"/>
                      <a:pt x="644" y="4894"/>
                      <a:pt x="1238" y="5489"/>
                    </a:cubicBezTo>
                    <a:cubicBezTo>
                      <a:pt x="1833" y="6083"/>
                      <a:pt x="2640" y="6418"/>
                      <a:pt x="3481" y="64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48" name="Freeform: Shape 1747">
                <a:extLst>
                  <a:ext uri="{FF2B5EF4-FFF2-40B4-BE49-F238E27FC236}">
                    <a16:creationId xmlns:a16="http://schemas.microsoft.com/office/drawing/2014/main" id="{4324C189-7D6B-E4E0-B6A9-28F8429C8FB8}"/>
                  </a:ext>
                </a:extLst>
              </p:cNvPr>
              <p:cNvSpPr/>
              <p:nvPr/>
            </p:nvSpPr>
            <p:spPr>
              <a:xfrm>
                <a:off x="4786040" y="4404875"/>
                <a:ext cx="6343" cy="6345"/>
              </a:xfrm>
              <a:custGeom>
                <a:avLst/>
                <a:gdLst>
                  <a:gd name="connsiteX0" fmla="*/ 3482 w 6343"/>
                  <a:gd name="connsiteY0" fmla="*/ 6418 h 6345"/>
                  <a:gd name="connsiteX1" fmla="*/ 5724 w 6343"/>
                  <a:gd name="connsiteY1" fmla="*/ 5489 h 6345"/>
                  <a:gd name="connsiteX2" fmla="*/ 6653 w 6343"/>
                  <a:gd name="connsiteY2" fmla="*/ 3246 h 6345"/>
                  <a:gd name="connsiteX3" fmla="*/ 5724 w 6343"/>
                  <a:gd name="connsiteY3" fmla="*/ 1002 h 6345"/>
                  <a:gd name="connsiteX4" fmla="*/ 3482 w 6343"/>
                  <a:gd name="connsiteY4" fmla="*/ 73 h 6345"/>
                  <a:gd name="connsiteX5" fmla="*/ 1239 w 6343"/>
                  <a:gd name="connsiteY5" fmla="*/ 1002 h 6345"/>
                  <a:gd name="connsiteX6" fmla="*/ 310 w 6343"/>
                  <a:gd name="connsiteY6" fmla="*/ 3246 h 6345"/>
                  <a:gd name="connsiteX7" fmla="*/ 1239 w 6343"/>
                  <a:gd name="connsiteY7" fmla="*/ 5489 h 6345"/>
                  <a:gd name="connsiteX8" fmla="*/ 3482 w 6343"/>
                  <a:gd name="connsiteY8" fmla="*/ 641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2" y="6418"/>
                    </a:moveTo>
                    <a:cubicBezTo>
                      <a:pt x="4323" y="6418"/>
                      <a:pt x="5130" y="6084"/>
                      <a:pt x="5724" y="5489"/>
                    </a:cubicBezTo>
                    <a:cubicBezTo>
                      <a:pt x="6319" y="4894"/>
                      <a:pt x="6653" y="4087"/>
                      <a:pt x="6653" y="3246"/>
                    </a:cubicBezTo>
                    <a:cubicBezTo>
                      <a:pt x="6653" y="2404"/>
                      <a:pt x="6319" y="1597"/>
                      <a:pt x="5724" y="1002"/>
                    </a:cubicBezTo>
                    <a:cubicBezTo>
                      <a:pt x="5130" y="407"/>
                      <a:pt x="4323" y="73"/>
                      <a:pt x="3482" y="73"/>
                    </a:cubicBezTo>
                    <a:cubicBezTo>
                      <a:pt x="2641" y="73"/>
                      <a:pt x="1834" y="407"/>
                      <a:pt x="1239" y="1002"/>
                    </a:cubicBezTo>
                    <a:cubicBezTo>
                      <a:pt x="644" y="1597"/>
                      <a:pt x="310" y="2404"/>
                      <a:pt x="310" y="3246"/>
                    </a:cubicBezTo>
                    <a:cubicBezTo>
                      <a:pt x="310" y="4087"/>
                      <a:pt x="644" y="4894"/>
                      <a:pt x="1239" y="5489"/>
                    </a:cubicBezTo>
                    <a:cubicBezTo>
                      <a:pt x="1834" y="6084"/>
                      <a:pt x="2641" y="6418"/>
                      <a:pt x="3482" y="64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49" name="Freeform: Shape 1748">
                <a:extLst>
                  <a:ext uri="{FF2B5EF4-FFF2-40B4-BE49-F238E27FC236}">
                    <a16:creationId xmlns:a16="http://schemas.microsoft.com/office/drawing/2014/main" id="{F9362902-4D3E-3979-4582-375F605CA76D}"/>
                  </a:ext>
                </a:extLst>
              </p:cNvPr>
              <p:cNvSpPr/>
              <p:nvPr/>
            </p:nvSpPr>
            <p:spPr>
              <a:xfrm>
                <a:off x="4794131" y="4410582"/>
                <a:ext cx="6343" cy="6345"/>
              </a:xfrm>
              <a:custGeom>
                <a:avLst/>
                <a:gdLst>
                  <a:gd name="connsiteX0" fmla="*/ 3482 w 6343"/>
                  <a:gd name="connsiteY0" fmla="*/ 6419 h 6345"/>
                  <a:gd name="connsiteX1" fmla="*/ 5725 w 6343"/>
                  <a:gd name="connsiteY1" fmla="*/ 5490 h 6345"/>
                  <a:gd name="connsiteX2" fmla="*/ 6654 w 6343"/>
                  <a:gd name="connsiteY2" fmla="*/ 3246 h 6345"/>
                  <a:gd name="connsiteX3" fmla="*/ 5725 w 6343"/>
                  <a:gd name="connsiteY3" fmla="*/ 1003 h 6345"/>
                  <a:gd name="connsiteX4" fmla="*/ 3482 w 6343"/>
                  <a:gd name="connsiteY4" fmla="*/ 73 h 6345"/>
                  <a:gd name="connsiteX5" fmla="*/ 1240 w 6343"/>
                  <a:gd name="connsiteY5" fmla="*/ 1003 h 6345"/>
                  <a:gd name="connsiteX6" fmla="*/ 311 w 6343"/>
                  <a:gd name="connsiteY6" fmla="*/ 3246 h 6345"/>
                  <a:gd name="connsiteX7" fmla="*/ 1240 w 6343"/>
                  <a:gd name="connsiteY7" fmla="*/ 5490 h 6345"/>
                  <a:gd name="connsiteX8" fmla="*/ 3482 w 6343"/>
                  <a:gd name="connsiteY8" fmla="*/ 64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2" y="6419"/>
                    </a:moveTo>
                    <a:cubicBezTo>
                      <a:pt x="4323" y="6419"/>
                      <a:pt x="5130" y="6084"/>
                      <a:pt x="5725" y="5490"/>
                    </a:cubicBezTo>
                    <a:cubicBezTo>
                      <a:pt x="6320" y="4895"/>
                      <a:pt x="6654" y="4087"/>
                      <a:pt x="6654" y="3246"/>
                    </a:cubicBezTo>
                    <a:cubicBezTo>
                      <a:pt x="6654" y="2405"/>
                      <a:pt x="6320" y="1598"/>
                      <a:pt x="5725" y="1003"/>
                    </a:cubicBezTo>
                    <a:cubicBezTo>
                      <a:pt x="5130" y="408"/>
                      <a:pt x="4323" y="73"/>
                      <a:pt x="3482" y="73"/>
                    </a:cubicBezTo>
                    <a:cubicBezTo>
                      <a:pt x="2641" y="73"/>
                      <a:pt x="1834" y="408"/>
                      <a:pt x="1240" y="1003"/>
                    </a:cubicBezTo>
                    <a:cubicBezTo>
                      <a:pt x="645" y="1598"/>
                      <a:pt x="311" y="2405"/>
                      <a:pt x="311" y="3246"/>
                    </a:cubicBezTo>
                    <a:cubicBezTo>
                      <a:pt x="311" y="4087"/>
                      <a:pt x="645" y="4895"/>
                      <a:pt x="1240" y="5490"/>
                    </a:cubicBezTo>
                    <a:cubicBezTo>
                      <a:pt x="1834" y="6084"/>
                      <a:pt x="2641" y="6419"/>
                      <a:pt x="3482" y="64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50" name="Freeform: Shape 1749">
                <a:extLst>
                  <a:ext uri="{FF2B5EF4-FFF2-40B4-BE49-F238E27FC236}">
                    <a16:creationId xmlns:a16="http://schemas.microsoft.com/office/drawing/2014/main" id="{1D57C6F5-8143-C415-CEE0-A0EFF80051BF}"/>
                  </a:ext>
                </a:extLst>
              </p:cNvPr>
              <p:cNvSpPr/>
              <p:nvPr/>
            </p:nvSpPr>
            <p:spPr>
              <a:xfrm>
                <a:off x="4698087" y="4637306"/>
                <a:ext cx="6343" cy="6345"/>
              </a:xfrm>
              <a:custGeom>
                <a:avLst/>
                <a:gdLst>
                  <a:gd name="connsiteX0" fmla="*/ 3475 w 6343"/>
                  <a:gd name="connsiteY0" fmla="*/ 6437 h 6345"/>
                  <a:gd name="connsiteX1" fmla="*/ 5717 w 6343"/>
                  <a:gd name="connsiteY1" fmla="*/ 5507 h 6345"/>
                  <a:gd name="connsiteX2" fmla="*/ 6646 w 6343"/>
                  <a:gd name="connsiteY2" fmla="*/ 3264 h 6345"/>
                  <a:gd name="connsiteX3" fmla="*/ 5717 w 6343"/>
                  <a:gd name="connsiteY3" fmla="*/ 1020 h 6345"/>
                  <a:gd name="connsiteX4" fmla="*/ 3475 w 6343"/>
                  <a:gd name="connsiteY4" fmla="*/ 91 h 6345"/>
                  <a:gd name="connsiteX5" fmla="*/ 1232 w 6343"/>
                  <a:gd name="connsiteY5" fmla="*/ 1020 h 6345"/>
                  <a:gd name="connsiteX6" fmla="*/ 303 w 6343"/>
                  <a:gd name="connsiteY6" fmla="*/ 3264 h 6345"/>
                  <a:gd name="connsiteX7" fmla="*/ 1232 w 6343"/>
                  <a:gd name="connsiteY7" fmla="*/ 5507 h 6345"/>
                  <a:gd name="connsiteX8" fmla="*/ 3475 w 6343"/>
                  <a:gd name="connsiteY8" fmla="*/ 64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437"/>
                    </a:moveTo>
                    <a:cubicBezTo>
                      <a:pt x="4316" y="6437"/>
                      <a:pt x="5123" y="6102"/>
                      <a:pt x="5717" y="5507"/>
                    </a:cubicBezTo>
                    <a:cubicBezTo>
                      <a:pt x="6312" y="4912"/>
                      <a:pt x="6646" y="4105"/>
                      <a:pt x="6646" y="3264"/>
                    </a:cubicBezTo>
                    <a:cubicBezTo>
                      <a:pt x="6646" y="2423"/>
                      <a:pt x="6312" y="1615"/>
                      <a:pt x="5717" y="1020"/>
                    </a:cubicBezTo>
                    <a:cubicBezTo>
                      <a:pt x="5123" y="426"/>
                      <a:pt x="4316" y="91"/>
                      <a:pt x="3475" y="91"/>
                    </a:cubicBezTo>
                    <a:cubicBezTo>
                      <a:pt x="2634" y="91"/>
                      <a:pt x="1827" y="426"/>
                      <a:pt x="1232" y="1020"/>
                    </a:cubicBezTo>
                    <a:cubicBezTo>
                      <a:pt x="637" y="1615"/>
                      <a:pt x="303" y="2423"/>
                      <a:pt x="303" y="3264"/>
                    </a:cubicBezTo>
                    <a:cubicBezTo>
                      <a:pt x="303" y="4105"/>
                      <a:pt x="637" y="4912"/>
                      <a:pt x="1232" y="5507"/>
                    </a:cubicBezTo>
                    <a:cubicBezTo>
                      <a:pt x="1827" y="6102"/>
                      <a:pt x="2634" y="6437"/>
                      <a:pt x="3475" y="64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51" name="Freeform: Shape 1750">
                <a:extLst>
                  <a:ext uri="{FF2B5EF4-FFF2-40B4-BE49-F238E27FC236}">
                    <a16:creationId xmlns:a16="http://schemas.microsoft.com/office/drawing/2014/main" id="{4F10224B-E7C9-51C5-81FC-7AC21E98F548}"/>
                  </a:ext>
                </a:extLst>
              </p:cNvPr>
              <p:cNvSpPr/>
              <p:nvPr/>
            </p:nvSpPr>
            <p:spPr>
              <a:xfrm>
                <a:off x="4700307" y="4648305"/>
                <a:ext cx="6343" cy="6345"/>
              </a:xfrm>
              <a:custGeom>
                <a:avLst/>
                <a:gdLst>
                  <a:gd name="connsiteX0" fmla="*/ 3475 w 6343"/>
                  <a:gd name="connsiteY0" fmla="*/ 6438 h 6345"/>
                  <a:gd name="connsiteX1" fmla="*/ 5718 w 6343"/>
                  <a:gd name="connsiteY1" fmla="*/ 5508 h 6345"/>
                  <a:gd name="connsiteX2" fmla="*/ 6646 w 6343"/>
                  <a:gd name="connsiteY2" fmla="*/ 3265 h 6345"/>
                  <a:gd name="connsiteX3" fmla="*/ 5718 w 6343"/>
                  <a:gd name="connsiteY3" fmla="*/ 1021 h 6345"/>
                  <a:gd name="connsiteX4" fmla="*/ 3475 w 6343"/>
                  <a:gd name="connsiteY4" fmla="*/ 92 h 6345"/>
                  <a:gd name="connsiteX5" fmla="*/ 1232 w 6343"/>
                  <a:gd name="connsiteY5" fmla="*/ 1021 h 6345"/>
                  <a:gd name="connsiteX6" fmla="*/ 303 w 6343"/>
                  <a:gd name="connsiteY6" fmla="*/ 3265 h 6345"/>
                  <a:gd name="connsiteX7" fmla="*/ 1232 w 6343"/>
                  <a:gd name="connsiteY7" fmla="*/ 5508 h 6345"/>
                  <a:gd name="connsiteX8" fmla="*/ 3475 w 6343"/>
                  <a:gd name="connsiteY8" fmla="*/ 64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438"/>
                    </a:moveTo>
                    <a:cubicBezTo>
                      <a:pt x="4316" y="6438"/>
                      <a:pt x="5123" y="6103"/>
                      <a:pt x="5718" y="5508"/>
                    </a:cubicBezTo>
                    <a:cubicBezTo>
                      <a:pt x="6312" y="4913"/>
                      <a:pt x="6646" y="4106"/>
                      <a:pt x="6646" y="3265"/>
                    </a:cubicBezTo>
                    <a:cubicBezTo>
                      <a:pt x="6646" y="2423"/>
                      <a:pt x="6312" y="1616"/>
                      <a:pt x="5718" y="1021"/>
                    </a:cubicBezTo>
                    <a:cubicBezTo>
                      <a:pt x="5123" y="426"/>
                      <a:pt x="4316" y="92"/>
                      <a:pt x="3475" y="92"/>
                    </a:cubicBezTo>
                    <a:cubicBezTo>
                      <a:pt x="2634" y="92"/>
                      <a:pt x="1827" y="426"/>
                      <a:pt x="1232" y="1021"/>
                    </a:cubicBezTo>
                    <a:cubicBezTo>
                      <a:pt x="638" y="1616"/>
                      <a:pt x="303" y="2423"/>
                      <a:pt x="303" y="3265"/>
                    </a:cubicBezTo>
                    <a:cubicBezTo>
                      <a:pt x="303" y="4106"/>
                      <a:pt x="638" y="4913"/>
                      <a:pt x="1232" y="5508"/>
                    </a:cubicBezTo>
                    <a:cubicBezTo>
                      <a:pt x="1827" y="6103"/>
                      <a:pt x="2634" y="6438"/>
                      <a:pt x="3475" y="64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52" name="Freeform: Shape 1751">
                <a:extLst>
                  <a:ext uri="{FF2B5EF4-FFF2-40B4-BE49-F238E27FC236}">
                    <a16:creationId xmlns:a16="http://schemas.microsoft.com/office/drawing/2014/main" id="{29EFF00D-2B3A-3760-6CB0-673B49ADA9F6}"/>
                  </a:ext>
                </a:extLst>
              </p:cNvPr>
              <p:cNvSpPr/>
              <p:nvPr/>
            </p:nvSpPr>
            <p:spPr>
              <a:xfrm>
                <a:off x="4701668" y="4660272"/>
                <a:ext cx="6343" cy="6345"/>
              </a:xfrm>
              <a:custGeom>
                <a:avLst/>
                <a:gdLst>
                  <a:gd name="connsiteX0" fmla="*/ 3475 w 6343"/>
                  <a:gd name="connsiteY0" fmla="*/ 6438 h 6345"/>
                  <a:gd name="connsiteX1" fmla="*/ 5718 w 6343"/>
                  <a:gd name="connsiteY1" fmla="*/ 5509 h 6345"/>
                  <a:gd name="connsiteX2" fmla="*/ 6647 w 6343"/>
                  <a:gd name="connsiteY2" fmla="*/ 3266 h 6345"/>
                  <a:gd name="connsiteX3" fmla="*/ 5718 w 6343"/>
                  <a:gd name="connsiteY3" fmla="*/ 1022 h 6345"/>
                  <a:gd name="connsiteX4" fmla="*/ 3475 w 6343"/>
                  <a:gd name="connsiteY4" fmla="*/ 93 h 6345"/>
                  <a:gd name="connsiteX5" fmla="*/ 1232 w 6343"/>
                  <a:gd name="connsiteY5" fmla="*/ 1022 h 6345"/>
                  <a:gd name="connsiteX6" fmla="*/ 303 w 6343"/>
                  <a:gd name="connsiteY6" fmla="*/ 3266 h 6345"/>
                  <a:gd name="connsiteX7" fmla="*/ 1232 w 6343"/>
                  <a:gd name="connsiteY7" fmla="*/ 5509 h 6345"/>
                  <a:gd name="connsiteX8" fmla="*/ 3475 w 6343"/>
                  <a:gd name="connsiteY8" fmla="*/ 64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438"/>
                    </a:moveTo>
                    <a:cubicBezTo>
                      <a:pt x="4316" y="6438"/>
                      <a:pt x="5123" y="6104"/>
                      <a:pt x="5718" y="5509"/>
                    </a:cubicBezTo>
                    <a:cubicBezTo>
                      <a:pt x="6312" y="4914"/>
                      <a:pt x="6647" y="4107"/>
                      <a:pt x="6647" y="3266"/>
                    </a:cubicBezTo>
                    <a:cubicBezTo>
                      <a:pt x="6647" y="2424"/>
                      <a:pt x="6312" y="1617"/>
                      <a:pt x="5718" y="1022"/>
                    </a:cubicBezTo>
                    <a:cubicBezTo>
                      <a:pt x="5123" y="427"/>
                      <a:pt x="4316" y="93"/>
                      <a:pt x="3475" y="93"/>
                    </a:cubicBezTo>
                    <a:cubicBezTo>
                      <a:pt x="2634" y="93"/>
                      <a:pt x="1827" y="427"/>
                      <a:pt x="1232" y="1022"/>
                    </a:cubicBezTo>
                    <a:cubicBezTo>
                      <a:pt x="638" y="1617"/>
                      <a:pt x="303" y="2424"/>
                      <a:pt x="303" y="3266"/>
                    </a:cubicBezTo>
                    <a:cubicBezTo>
                      <a:pt x="303" y="4107"/>
                      <a:pt x="638" y="4914"/>
                      <a:pt x="1232" y="5509"/>
                    </a:cubicBezTo>
                    <a:cubicBezTo>
                      <a:pt x="1827" y="6104"/>
                      <a:pt x="2634" y="6438"/>
                      <a:pt x="3475" y="64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53" name="Freeform: Shape 1752">
                <a:extLst>
                  <a:ext uri="{FF2B5EF4-FFF2-40B4-BE49-F238E27FC236}">
                    <a16:creationId xmlns:a16="http://schemas.microsoft.com/office/drawing/2014/main" id="{75A66C01-45C0-C1FF-A677-9F7417B2CA52}"/>
                  </a:ext>
                </a:extLst>
              </p:cNvPr>
              <p:cNvSpPr/>
              <p:nvPr/>
            </p:nvSpPr>
            <p:spPr>
              <a:xfrm>
                <a:off x="4711941" y="4660646"/>
                <a:ext cx="6343" cy="6345"/>
              </a:xfrm>
              <a:custGeom>
                <a:avLst/>
                <a:gdLst>
                  <a:gd name="connsiteX0" fmla="*/ 3476 w 6343"/>
                  <a:gd name="connsiteY0" fmla="*/ 6438 h 6345"/>
                  <a:gd name="connsiteX1" fmla="*/ 5718 w 6343"/>
                  <a:gd name="connsiteY1" fmla="*/ 5509 h 6345"/>
                  <a:gd name="connsiteX2" fmla="*/ 6647 w 6343"/>
                  <a:gd name="connsiteY2" fmla="*/ 3266 h 6345"/>
                  <a:gd name="connsiteX3" fmla="*/ 5718 w 6343"/>
                  <a:gd name="connsiteY3" fmla="*/ 1022 h 6345"/>
                  <a:gd name="connsiteX4" fmla="*/ 3476 w 6343"/>
                  <a:gd name="connsiteY4" fmla="*/ 93 h 6345"/>
                  <a:gd name="connsiteX5" fmla="*/ 1233 w 6343"/>
                  <a:gd name="connsiteY5" fmla="*/ 1022 h 6345"/>
                  <a:gd name="connsiteX6" fmla="*/ 304 w 6343"/>
                  <a:gd name="connsiteY6" fmla="*/ 3266 h 6345"/>
                  <a:gd name="connsiteX7" fmla="*/ 1233 w 6343"/>
                  <a:gd name="connsiteY7" fmla="*/ 5509 h 6345"/>
                  <a:gd name="connsiteX8" fmla="*/ 3476 w 6343"/>
                  <a:gd name="connsiteY8" fmla="*/ 64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6" y="6438"/>
                    </a:moveTo>
                    <a:cubicBezTo>
                      <a:pt x="4317" y="6438"/>
                      <a:pt x="5124" y="6104"/>
                      <a:pt x="5718" y="5509"/>
                    </a:cubicBezTo>
                    <a:cubicBezTo>
                      <a:pt x="6313" y="4914"/>
                      <a:pt x="6647" y="4107"/>
                      <a:pt x="6647" y="3266"/>
                    </a:cubicBezTo>
                    <a:cubicBezTo>
                      <a:pt x="6647" y="2424"/>
                      <a:pt x="6313" y="1617"/>
                      <a:pt x="5718" y="1022"/>
                    </a:cubicBezTo>
                    <a:cubicBezTo>
                      <a:pt x="5124" y="427"/>
                      <a:pt x="4317" y="93"/>
                      <a:pt x="3476" y="93"/>
                    </a:cubicBezTo>
                    <a:cubicBezTo>
                      <a:pt x="2635" y="93"/>
                      <a:pt x="1828" y="427"/>
                      <a:pt x="1233" y="1022"/>
                    </a:cubicBezTo>
                    <a:cubicBezTo>
                      <a:pt x="638" y="1617"/>
                      <a:pt x="304" y="2424"/>
                      <a:pt x="304" y="3266"/>
                    </a:cubicBezTo>
                    <a:cubicBezTo>
                      <a:pt x="304" y="4107"/>
                      <a:pt x="638" y="4914"/>
                      <a:pt x="1233" y="5509"/>
                    </a:cubicBezTo>
                    <a:cubicBezTo>
                      <a:pt x="1828" y="6104"/>
                      <a:pt x="2635" y="6438"/>
                      <a:pt x="3476" y="64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54" name="Freeform: Shape 1753">
                <a:extLst>
                  <a:ext uri="{FF2B5EF4-FFF2-40B4-BE49-F238E27FC236}">
                    <a16:creationId xmlns:a16="http://schemas.microsoft.com/office/drawing/2014/main" id="{FE9A9DA2-6397-5801-AE78-BF0A60526BB8}"/>
                  </a:ext>
                </a:extLst>
              </p:cNvPr>
              <p:cNvSpPr/>
              <p:nvPr/>
            </p:nvSpPr>
            <p:spPr>
              <a:xfrm>
                <a:off x="4711635" y="4674524"/>
                <a:ext cx="6343" cy="6345"/>
              </a:xfrm>
              <a:custGeom>
                <a:avLst/>
                <a:gdLst>
                  <a:gd name="connsiteX0" fmla="*/ 3476 w 6343"/>
                  <a:gd name="connsiteY0" fmla="*/ 6440 h 6345"/>
                  <a:gd name="connsiteX1" fmla="*/ 5718 w 6343"/>
                  <a:gd name="connsiteY1" fmla="*/ 5510 h 6345"/>
                  <a:gd name="connsiteX2" fmla="*/ 6647 w 6343"/>
                  <a:gd name="connsiteY2" fmla="*/ 3267 h 6345"/>
                  <a:gd name="connsiteX3" fmla="*/ 5718 w 6343"/>
                  <a:gd name="connsiteY3" fmla="*/ 1023 h 6345"/>
                  <a:gd name="connsiteX4" fmla="*/ 3476 w 6343"/>
                  <a:gd name="connsiteY4" fmla="*/ 94 h 6345"/>
                  <a:gd name="connsiteX5" fmla="*/ 1233 w 6343"/>
                  <a:gd name="connsiteY5" fmla="*/ 1023 h 6345"/>
                  <a:gd name="connsiteX6" fmla="*/ 304 w 6343"/>
                  <a:gd name="connsiteY6" fmla="*/ 3267 h 6345"/>
                  <a:gd name="connsiteX7" fmla="*/ 1233 w 6343"/>
                  <a:gd name="connsiteY7" fmla="*/ 5510 h 6345"/>
                  <a:gd name="connsiteX8" fmla="*/ 3476 w 6343"/>
                  <a:gd name="connsiteY8" fmla="*/ 64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6" y="6440"/>
                    </a:moveTo>
                    <a:cubicBezTo>
                      <a:pt x="4317" y="6440"/>
                      <a:pt x="5124" y="6105"/>
                      <a:pt x="5718" y="5510"/>
                    </a:cubicBezTo>
                    <a:cubicBezTo>
                      <a:pt x="6313" y="4915"/>
                      <a:pt x="6647" y="4108"/>
                      <a:pt x="6647" y="3267"/>
                    </a:cubicBezTo>
                    <a:cubicBezTo>
                      <a:pt x="6647" y="2425"/>
                      <a:pt x="6313" y="1618"/>
                      <a:pt x="5718" y="1023"/>
                    </a:cubicBezTo>
                    <a:cubicBezTo>
                      <a:pt x="5124" y="428"/>
                      <a:pt x="4317" y="94"/>
                      <a:pt x="3476" y="94"/>
                    </a:cubicBezTo>
                    <a:cubicBezTo>
                      <a:pt x="2635" y="94"/>
                      <a:pt x="1828" y="428"/>
                      <a:pt x="1233" y="1023"/>
                    </a:cubicBezTo>
                    <a:cubicBezTo>
                      <a:pt x="638" y="1618"/>
                      <a:pt x="304" y="2425"/>
                      <a:pt x="304" y="3267"/>
                    </a:cubicBezTo>
                    <a:cubicBezTo>
                      <a:pt x="304" y="4108"/>
                      <a:pt x="638" y="4915"/>
                      <a:pt x="1233" y="5510"/>
                    </a:cubicBezTo>
                    <a:cubicBezTo>
                      <a:pt x="1828" y="6105"/>
                      <a:pt x="2635" y="6440"/>
                      <a:pt x="3476" y="64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55" name="Freeform: Shape 1754">
                <a:extLst>
                  <a:ext uri="{FF2B5EF4-FFF2-40B4-BE49-F238E27FC236}">
                    <a16:creationId xmlns:a16="http://schemas.microsoft.com/office/drawing/2014/main" id="{05FDE68F-048C-E52C-84A9-39C688BFAF3F}"/>
                  </a:ext>
                </a:extLst>
              </p:cNvPr>
              <p:cNvSpPr/>
              <p:nvPr/>
            </p:nvSpPr>
            <p:spPr>
              <a:xfrm>
                <a:off x="4723219" y="4673331"/>
                <a:ext cx="6343" cy="6345"/>
              </a:xfrm>
              <a:custGeom>
                <a:avLst/>
                <a:gdLst>
                  <a:gd name="connsiteX0" fmla="*/ 3477 w 6343"/>
                  <a:gd name="connsiteY0" fmla="*/ 6439 h 6345"/>
                  <a:gd name="connsiteX1" fmla="*/ 5719 w 6343"/>
                  <a:gd name="connsiteY1" fmla="*/ 5510 h 6345"/>
                  <a:gd name="connsiteX2" fmla="*/ 6648 w 6343"/>
                  <a:gd name="connsiteY2" fmla="*/ 3267 h 6345"/>
                  <a:gd name="connsiteX3" fmla="*/ 5719 w 6343"/>
                  <a:gd name="connsiteY3" fmla="*/ 1023 h 6345"/>
                  <a:gd name="connsiteX4" fmla="*/ 3477 w 6343"/>
                  <a:gd name="connsiteY4" fmla="*/ 94 h 6345"/>
                  <a:gd name="connsiteX5" fmla="*/ 1234 w 6343"/>
                  <a:gd name="connsiteY5" fmla="*/ 1023 h 6345"/>
                  <a:gd name="connsiteX6" fmla="*/ 305 w 6343"/>
                  <a:gd name="connsiteY6" fmla="*/ 3267 h 6345"/>
                  <a:gd name="connsiteX7" fmla="*/ 1234 w 6343"/>
                  <a:gd name="connsiteY7" fmla="*/ 5510 h 6345"/>
                  <a:gd name="connsiteX8" fmla="*/ 3477 w 6343"/>
                  <a:gd name="connsiteY8" fmla="*/ 64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7" y="6439"/>
                    </a:moveTo>
                    <a:cubicBezTo>
                      <a:pt x="4318" y="6439"/>
                      <a:pt x="5125" y="6105"/>
                      <a:pt x="5719" y="5510"/>
                    </a:cubicBezTo>
                    <a:cubicBezTo>
                      <a:pt x="6314" y="4915"/>
                      <a:pt x="6648" y="4108"/>
                      <a:pt x="6648" y="3267"/>
                    </a:cubicBezTo>
                    <a:cubicBezTo>
                      <a:pt x="6648" y="2425"/>
                      <a:pt x="6314" y="1618"/>
                      <a:pt x="5719" y="1023"/>
                    </a:cubicBezTo>
                    <a:cubicBezTo>
                      <a:pt x="5125" y="428"/>
                      <a:pt x="4318" y="94"/>
                      <a:pt x="3477" y="94"/>
                    </a:cubicBezTo>
                    <a:cubicBezTo>
                      <a:pt x="2636" y="94"/>
                      <a:pt x="1829" y="428"/>
                      <a:pt x="1234" y="1023"/>
                    </a:cubicBezTo>
                    <a:cubicBezTo>
                      <a:pt x="639" y="1618"/>
                      <a:pt x="305" y="2425"/>
                      <a:pt x="305" y="3267"/>
                    </a:cubicBezTo>
                    <a:cubicBezTo>
                      <a:pt x="305" y="4108"/>
                      <a:pt x="639" y="4915"/>
                      <a:pt x="1234" y="5510"/>
                    </a:cubicBezTo>
                    <a:cubicBezTo>
                      <a:pt x="1829" y="6105"/>
                      <a:pt x="2636" y="6439"/>
                      <a:pt x="3477" y="64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56" name="Freeform: Shape 1755">
                <a:extLst>
                  <a:ext uri="{FF2B5EF4-FFF2-40B4-BE49-F238E27FC236}">
                    <a16:creationId xmlns:a16="http://schemas.microsoft.com/office/drawing/2014/main" id="{FE537FAF-42E0-B9F0-AD46-47E80E28C009}"/>
                  </a:ext>
                </a:extLst>
              </p:cNvPr>
              <p:cNvSpPr/>
              <p:nvPr/>
            </p:nvSpPr>
            <p:spPr>
              <a:xfrm>
                <a:off x="4454383" y="5132423"/>
                <a:ext cx="6343" cy="6345"/>
              </a:xfrm>
              <a:custGeom>
                <a:avLst/>
                <a:gdLst>
                  <a:gd name="connsiteX0" fmla="*/ 3456 w 6343"/>
                  <a:gd name="connsiteY0" fmla="*/ 6476 h 6345"/>
                  <a:gd name="connsiteX1" fmla="*/ 5698 w 6343"/>
                  <a:gd name="connsiteY1" fmla="*/ 5546 h 6345"/>
                  <a:gd name="connsiteX2" fmla="*/ 6627 w 6343"/>
                  <a:gd name="connsiteY2" fmla="*/ 3303 h 6345"/>
                  <a:gd name="connsiteX3" fmla="*/ 5698 w 6343"/>
                  <a:gd name="connsiteY3" fmla="*/ 1060 h 6345"/>
                  <a:gd name="connsiteX4" fmla="*/ 3456 w 6343"/>
                  <a:gd name="connsiteY4" fmla="*/ 130 h 6345"/>
                  <a:gd name="connsiteX5" fmla="*/ 1213 w 6343"/>
                  <a:gd name="connsiteY5" fmla="*/ 1060 h 6345"/>
                  <a:gd name="connsiteX6" fmla="*/ 284 w 6343"/>
                  <a:gd name="connsiteY6" fmla="*/ 3303 h 6345"/>
                  <a:gd name="connsiteX7" fmla="*/ 1213 w 6343"/>
                  <a:gd name="connsiteY7" fmla="*/ 5546 h 6345"/>
                  <a:gd name="connsiteX8" fmla="*/ 3456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476"/>
                    </a:moveTo>
                    <a:cubicBezTo>
                      <a:pt x="4297" y="6476"/>
                      <a:pt x="5103" y="6141"/>
                      <a:pt x="5698" y="5546"/>
                    </a:cubicBezTo>
                    <a:cubicBezTo>
                      <a:pt x="6293" y="4951"/>
                      <a:pt x="6627" y="4144"/>
                      <a:pt x="6627" y="3303"/>
                    </a:cubicBezTo>
                    <a:cubicBezTo>
                      <a:pt x="6627" y="2462"/>
                      <a:pt x="6293" y="1654"/>
                      <a:pt x="5698" y="1060"/>
                    </a:cubicBezTo>
                    <a:cubicBezTo>
                      <a:pt x="5103" y="465"/>
                      <a:pt x="4297" y="130"/>
                      <a:pt x="3456" y="130"/>
                    </a:cubicBezTo>
                    <a:cubicBezTo>
                      <a:pt x="2614" y="130"/>
                      <a:pt x="1808" y="465"/>
                      <a:pt x="1213" y="1060"/>
                    </a:cubicBezTo>
                    <a:cubicBezTo>
                      <a:pt x="618" y="1654"/>
                      <a:pt x="284" y="2462"/>
                      <a:pt x="284" y="3303"/>
                    </a:cubicBezTo>
                    <a:cubicBezTo>
                      <a:pt x="284" y="4144"/>
                      <a:pt x="618" y="4951"/>
                      <a:pt x="1213" y="5546"/>
                    </a:cubicBezTo>
                    <a:cubicBezTo>
                      <a:pt x="1808" y="6141"/>
                      <a:pt x="2614" y="6476"/>
                      <a:pt x="3456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57" name="Freeform: Shape 1756">
                <a:extLst>
                  <a:ext uri="{FF2B5EF4-FFF2-40B4-BE49-F238E27FC236}">
                    <a16:creationId xmlns:a16="http://schemas.microsoft.com/office/drawing/2014/main" id="{8846D826-6436-57CC-7FEA-DDADC2075F08}"/>
                  </a:ext>
                </a:extLst>
              </p:cNvPr>
              <p:cNvSpPr/>
              <p:nvPr/>
            </p:nvSpPr>
            <p:spPr>
              <a:xfrm>
                <a:off x="4835298" y="4874137"/>
                <a:ext cx="6343" cy="6345"/>
              </a:xfrm>
              <a:custGeom>
                <a:avLst/>
                <a:gdLst>
                  <a:gd name="connsiteX0" fmla="*/ 3486 w 6343"/>
                  <a:gd name="connsiteY0" fmla="*/ 6455 h 6345"/>
                  <a:gd name="connsiteX1" fmla="*/ 5728 w 6343"/>
                  <a:gd name="connsiteY1" fmla="*/ 5526 h 6345"/>
                  <a:gd name="connsiteX2" fmla="*/ 6657 w 6343"/>
                  <a:gd name="connsiteY2" fmla="*/ 3283 h 6345"/>
                  <a:gd name="connsiteX3" fmla="*/ 5728 w 6343"/>
                  <a:gd name="connsiteY3" fmla="*/ 1039 h 6345"/>
                  <a:gd name="connsiteX4" fmla="*/ 3486 w 6343"/>
                  <a:gd name="connsiteY4" fmla="*/ 110 h 6345"/>
                  <a:gd name="connsiteX5" fmla="*/ 1243 w 6343"/>
                  <a:gd name="connsiteY5" fmla="*/ 1039 h 6345"/>
                  <a:gd name="connsiteX6" fmla="*/ 314 w 6343"/>
                  <a:gd name="connsiteY6" fmla="*/ 3283 h 6345"/>
                  <a:gd name="connsiteX7" fmla="*/ 1243 w 6343"/>
                  <a:gd name="connsiteY7" fmla="*/ 5526 h 6345"/>
                  <a:gd name="connsiteX8" fmla="*/ 3486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6" y="6455"/>
                    </a:moveTo>
                    <a:cubicBezTo>
                      <a:pt x="4327" y="6455"/>
                      <a:pt x="5133" y="6121"/>
                      <a:pt x="5728" y="5526"/>
                    </a:cubicBezTo>
                    <a:cubicBezTo>
                      <a:pt x="6323" y="4931"/>
                      <a:pt x="6657" y="4124"/>
                      <a:pt x="6657" y="3283"/>
                    </a:cubicBezTo>
                    <a:cubicBezTo>
                      <a:pt x="6657" y="2441"/>
                      <a:pt x="6323" y="1634"/>
                      <a:pt x="5728" y="1039"/>
                    </a:cubicBezTo>
                    <a:cubicBezTo>
                      <a:pt x="5133" y="444"/>
                      <a:pt x="4327" y="110"/>
                      <a:pt x="3486" y="110"/>
                    </a:cubicBezTo>
                    <a:cubicBezTo>
                      <a:pt x="2644" y="110"/>
                      <a:pt x="1838" y="444"/>
                      <a:pt x="1243" y="1039"/>
                    </a:cubicBezTo>
                    <a:cubicBezTo>
                      <a:pt x="648" y="1634"/>
                      <a:pt x="314" y="2441"/>
                      <a:pt x="314" y="3283"/>
                    </a:cubicBezTo>
                    <a:cubicBezTo>
                      <a:pt x="314" y="4124"/>
                      <a:pt x="648" y="4931"/>
                      <a:pt x="1243" y="5526"/>
                    </a:cubicBezTo>
                    <a:cubicBezTo>
                      <a:pt x="1838" y="6121"/>
                      <a:pt x="2644" y="6455"/>
                      <a:pt x="3486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58" name="Freeform: Shape 1757">
                <a:extLst>
                  <a:ext uri="{FF2B5EF4-FFF2-40B4-BE49-F238E27FC236}">
                    <a16:creationId xmlns:a16="http://schemas.microsoft.com/office/drawing/2014/main" id="{21D81DC8-3547-4D24-B375-7475758F02A1}"/>
                  </a:ext>
                </a:extLst>
              </p:cNvPr>
              <p:cNvSpPr/>
              <p:nvPr/>
            </p:nvSpPr>
            <p:spPr>
              <a:xfrm>
                <a:off x="4670718" y="5064391"/>
                <a:ext cx="6343" cy="6345"/>
              </a:xfrm>
              <a:custGeom>
                <a:avLst/>
                <a:gdLst>
                  <a:gd name="connsiteX0" fmla="*/ 3473 w 6343"/>
                  <a:gd name="connsiteY0" fmla="*/ 6470 h 6345"/>
                  <a:gd name="connsiteX1" fmla="*/ 5715 w 6343"/>
                  <a:gd name="connsiteY1" fmla="*/ 5541 h 6345"/>
                  <a:gd name="connsiteX2" fmla="*/ 6644 w 6343"/>
                  <a:gd name="connsiteY2" fmla="*/ 3298 h 6345"/>
                  <a:gd name="connsiteX3" fmla="*/ 5715 w 6343"/>
                  <a:gd name="connsiteY3" fmla="*/ 1054 h 6345"/>
                  <a:gd name="connsiteX4" fmla="*/ 3473 w 6343"/>
                  <a:gd name="connsiteY4" fmla="*/ 125 h 6345"/>
                  <a:gd name="connsiteX5" fmla="*/ 1230 w 6343"/>
                  <a:gd name="connsiteY5" fmla="*/ 1054 h 6345"/>
                  <a:gd name="connsiteX6" fmla="*/ 301 w 6343"/>
                  <a:gd name="connsiteY6" fmla="*/ 3298 h 6345"/>
                  <a:gd name="connsiteX7" fmla="*/ 1230 w 6343"/>
                  <a:gd name="connsiteY7" fmla="*/ 5541 h 6345"/>
                  <a:gd name="connsiteX8" fmla="*/ 3473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3" y="6470"/>
                    </a:moveTo>
                    <a:cubicBezTo>
                      <a:pt x="4314" y="6470"/>
                      <a:pt x="5120" y="6136"/>
                      <a:pt x="5715" y="5541"/>
                    </a:cubicBezTo>
                    <a:cubicBezTo>
                      <a:pt x="6310" y="4946"/>
                      <a:pt x="6644" y="4139"/>
                      <a:pt x="6644" y="3298"/>
                    </a:cubicBezTo>
                    <a:cubicBezTo>
                      <a:pt x="6644" y="2456"/>
                      <a:pt x="6310" y="1649"/>
                      <a:pt x="5715" y="1054"/>
                    </a:cubicBezTo>
                    <a:cubicBezTo>
                      <a:pt x="5120" y="459"/>
                      <a:pt x="4314" y="125"/>
                      <a:pt x="3473" y="125"/>
                    </a:cubicBezTo>
                    <a:cubicBezTo>
                      <a:pt x="2631" y="125"/>
                      <a:pt x="1825" y="459"/>
                      <a:pt x="1230" y="1054"/>
                    </a:cubicBezTo>
                    <a:cubicBezTo>
                      <a:pt x="635" y="1649"/>
                      <a:pt x="301" y="2456"/>
                      <a:pt x="301" y="3298"/>
                    </a:cubicBezTo>
                    <a:cubicBezTo>
                      <a:pt x="301" y="4139"/>
                      <a:pt x="635" y="4946"/>
                      <a:pt x="1230" y="5541"/>
                    </a:cubicBezTo>
                    <a:cubicBezTo>
                      <a:pt x="1825" y="6136"/>
                      <a:pt x="2631" y="6470"/>
                      <a:pt x="3473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59" name="Freeform: Shape 1758">
                <a:extLst>
                  <a:ext uri="{FF2B5EF4-FFF2-40B4-BE49-F238E27FC236}">
                    <a16:creationId xmlns:a16="http://schemas.microsoft.com/office/drawing/2014/main" id="{8D320344-8FF9-E2BB-D3CA-A76D123ECA0F}"/>
                  </a:ext>
                </a:extLst>
              </p:cNvPr>
              <p:cNvSpPr/>
              <p:nvPr/>
            </p:nvSpPr>
            <p:spPr>
              <a:xfrm>
                <a:off x="5046370" y="5070932"/>
                <a:ext cx="6343" cy="6345"/>
              </a:xfrm>
              <a:custGeom>
                <a:avLst/>
                <a:gdLst>
                  <a:gd name="connsiteX0" fmla="*/ 3502 w 6343"/>
                  <a:gd name="connsiteY0" fmla="*/ 6471 h 6345"/>
                  <a:gd name="connsiteX1" fmla="*/ 5745 w 6343"/>
                  <a:gd name="connsiteY1" fmla="*/ 5542 h 6345"/>
                  <a:gd name="connsiteX2" fmla="*/ 6674 w 6343"/>
                  <a:gd name="connsiteY2" fmla="*/ 3298 h 6345"/>
                  <a:gd name="connsiteX3" fmla="*/ 5745 w 6343"/>
                  <a:gd name="connsiteY3" fmla="*/ 1055 h 6345"/>
                  <a:gd name="connsiteX4" fmla="*/ 3502 w 6343"/>
                  <a:gd name="connsiteY4" fmla="*/ 125 h 6345"/>
                  <a:gd name="connsiteX5" fmla="*/ 1260 w 6343"/>
                  <a:gd name="connsiteY5" fmla="*/ 1055 h 6345"/>
                  <a:gd name="connsiteX6" fmla="*/ 331 w 6343"/>
                  <a:gd name="connsiteY6" fmla="*/ 3298 h 6345"/>
                  <a:gd name="connsiteX7" fmla="*/ 1260 w 6343"/>
                  <a:gd name="connsiteY7" fmla="*/ 5542 h 6345"/>
                  <a:gd name="connsiteX8" fmla="*/ 3502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471"/>
                    </a:moveTo>
                    <a:cubicBezTo>
                      <a:pt x="4343" y="6471"/>
                      <a:pt x="5150" y="6137"/>
                      <a:pt x="5745" y="5542"/>
                    </a:cubicBezTo>
                    <a:cubicBezTo>
                      <a:pt x="6340" y="4947"/>
                      <a:pt x="6674" y="4140"/>
                      <a:pt x="6674" y="3298"/>
                    </a:cubicBezTo>
                    <a:cubicBezTo>
                      <a:pt x="6674" y="2457"/>
                      <a:pt x="6340" y="1650"/>
                      <a:pt x="5745" y="1055"/>
                    </a:cubicBezTo>
                    <a:cubicBezTo>
                      <a:pt x="5150" y="460"/>
                      <a:pt x="4343" y="125"/>
                      <a:pt x="3502" y="125"/>
                    </a:cubicBezTo>
                    <a:cubicBezTo>
                      <a:pt x="2661" y="125"/>
                      <a:pt x="1854" y="460"/>
                      <a:pt x="1260" y="1055"/>
                    </a:cubicBezTo>
                    <a:cubicBezTo>
                      <a:pt x="665" y="1650"/>
                      <a:pt x="331" y="2457"/>
                      <a:pt x="331" y="3298"/>
                    </a:cubicBezTo>
                    <a:cubicBezTo>
                      <a:pt x="331" y="4140"/>
                      <a:pt x="665" y="4947"/>
                      <a:pt x="1260" y="5542"/>
                    </a:cubicBezTo>
                    <a:cubicBezTo>
                      <a:pt x="1854" y="6137"/>
                      <a:pt x="2661" y="6471"/>
                      <a:pt x="3502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60" name="Freeform: Shape 1759">
                <a:extLst>
                  <a:ext uri="{FF2B5EF4-FFF2-40B4-BE49-F238E27FC236}">
                    <a16:creationId xmlns:a16="http://schemas.microsoft.com/office/drawing/2014/main" id="{870F3A96-71AD-5BF1-AF1F-3C6119B2FBA5}"/>
                  </a:ext>
                </a:extLst>
              </p:cNvPr>
              <p:cNvSpPr/>
              <p:nvPr/>
            </p:nvSpPr>
            <p:spPr>
              <a:xfrm>
                <a:off x="5234946" y="4996897"/>
                <a:ext cx="6343" cy="6345"/>
              </a:xfrm>
              <a:custGeom>
                <a:avLst/>
                <a:gdLst>
                  <a:gd name="connsiteX0" fmla="*/ 3517 w 6343"/>
                  <a:gd name="connsiteY0" fmla="*/ 6465 h 6345"/>
                  <a:gd name="connsiteX1" fmla="*/ 5760 w 6343"/>
                  <a:gd name="connsiteY1" fmla="*/ 5536 h 6345"/>
                  <a:gd name="connsiteX2" fmla="*/ 6689 w 6343"/>
                  <a:gd name="connsiteY2" fmla="*/ 3292 h 6345"/>
                  <a:gd name="connsiteX3" fmla="*/ 5760 w 6343"/>
                  <a:gd name="connsiteY3" fmla="*/ 1049 h 6345"/>
                  <a:gd name="connsiteX4" fmla="*/ 3517 w 6343"/>
                  <a:gd name="connsiteY4" fmla="*/ 120 h 6345"/>
                  <a:gd name="connsiteX5" fmla="*/ 1274 w 6343"/>
                  <a:gd name="connsiteY5" fmla="*/ 1049 h 6345"/>
                  <a:gd name="connsiteX6" fmla="*/ 345 w 6343"/>
                  <a:gd name="connsiteY6" fmla="*/ 3292 h 6345"/>
                  <a:gd name="connsiteX7" fmla="*/ 1274 w 6343"/>
                  <a:gd name="connsiteY7" fmla="*/ 5536 h 6345"/>
                  <a:gd name="connsiteX8" fmla="*/ 3517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7" y="6465"/>
                    </a:moveTo>
                    <a:cubicBezTo>
                      <a:pt x="4358" y="6465"/>
                      <a:pt x="5165" y="6131"/>
                      <a:pt x="5760" y="5536"/>
                    </a:cubicBezTo>
                    <a:cubicBezTo>
                      <a:pt x="6354" y="4941"/>
                      <a:pt x="6689" y="4134"/>
                      <a:pt x="6689" y="3292"/>
                    </a:cubicBezTo>
                    <a:cubicBezTo>
                      <a:pt x="6689" y="2451"/>
                      <a:pt x="6354" y="1644"/>
                      <a:pt x="5760" y="1049"/>
                    </a:cubicBezTo>
                    <a:cubicBezTo>
                      <a:pt x="5165" y="454"/>
                      <a:pt x="4358" y="120"/>
                      <a:pt x="3517" y="120"/>
                    </a:cubicBezTo>
                    <a:cubicBezTo>
                      <a:pt x="2676" y="120"/>
                      <a:pt x="1869" y="454"/>
                      <a:pt x="1274" y="1049"/>
                    </a:cubicBezTo>
                    <a:cubicBezTo>
                      <a:pt x="680" y="1644"/>
                      <a:pt x="345" y="2451"/>
                      <a:pt x="345" y="3292"/>
                    </a:cubicBezTo>
                    <a:cubicBezTo>
                      <a:pt x="345" y="4134"/>
                      <a:pt x="680" y="4941"/>
                      <a:pt x="1274" y="5536"/>
                    </a:cubicBezTo>
                    <a:cubicBezTo>
                      <a:pt x="1869" y="6131"/>
                      <a:pt x="2676" y="6465"/>
                      <a:pt x="3517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61" name="Freeform: Shape 1760">
                <a:extLst>
                  <a:ext uri="{FF2B5EF4-FFF2-40B4-BE49-F238E27FC236}">
                    <a16:creationId xmlns:a16="http://schemas.microsoft.com/office/drawing/2014/main" id="{B00202F8-4FB2-6116-7B39-5BDC6185C122}"/>
                  </a:ext>
                </a:extLst>
              </p:cNvPr>
              <p:cNvSpPr/>
              <p:nvPr/>
            </p:nvSpPr>
            <p:spPr>
              <a:xfrm>
                <a:off x="5197498" y="5038109"/>
                <a:ext cx="6343" cy="6345"/>
              </a:xfrm>
              <a:custGeom>
                <a:avLst/>
                <a:gdLst>
                  <a:gd name="connsiteX0" fmla="*/ 3514 w 6343"/>
                  <a:gd name="connsiteY0" fmla="*/ 6468 h 6345"/>
                  <a:gd name="connsiteX1" fmla="*/ 5757 w 6343"/>
                  <a:gd name="connsiteY1" fmla="*/ 5539 h 6345"/>
                  <a:gd name="connsiteX2" fmla="*/ 6686 w 6343"/>
                  <a:gd name="connsiteY2" fmla="*/ 3296 h 6345"/>
                  <a:gd name="connsiteX3" fmla="*/ 5757 w 6343"/>
                  <a:gd name="connsiteY3" fmla="*/ 1052 h 6345"/>
                  <a:gd name="connsiteX4" fmla="*/ 3514 w 6343"/>
                  <a:gd name="connsiteY4" fmla="*/ 123 h 6345"/>
                  <a:gd name="connsiteX5" fmla="*/ 1271 w 6343"/>
                  <a:gd name="connsiteY5" fmla="*/ 1052 h 6345"/>
                  <a:gd name="connsiteX6" fmla="*/ 343 w 6343"/>
                  <a:gd name="connsiteY6" fmla="*/ 3296 h 6345"/>
                  <a:gd name="connsiteX7" fmla="*/ 1271 w 6343"/>
                  <a:gd name="connsiteY7" fmla="*/ 5539 h 6345"/>
                  <a:gd name="connsiteX8" fmla="*/ 3514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4" y="6468"/>
                    </a:moveTo>
                    <a:cubicBezTo>
                      <a:pt x="4355" y="6468"/>
                      <a:pt x="5162" y="6134"/>
                      <a:pt x="5757" y="5539"/>
                    </a:cubicBezTo>
                    <a:cubicBezTo>
                      <a:pt x="6351" y="4944"/>
                      <a:pt x="6686" y="4137"/>
                      <a:pt x="6686" y="3296"/>
                    </a:cubicBezTo>
                    <a:cubicBezTo>
                      <a:pt x="6686" y="2454"/>
                      <a:pt x="6351" y="1647"/>
                      <a:pt x="5757" y="1052"/>
                    </a:cubicBezTo>
                    <a:cubicBezTo>
                      <a:pt x="5162" y="457"/>
                      <a:pt x="4355" y="123"/>
                      <a:pt x="3514" y="123"/>
                    </a:cubicBezTo>
                    <a:cubicBezTo>
                      <a:pt x="2673" y="123"/>
                      <a:pt x="1866" y="457"/>
                      <a:pt x="1271" y="1052"/>
                    </a:cubicBezTo>
                    <a:cubicBezTo>
                      <a:pt x="677" y="1647"/>
                      <a:pt x="343" y="2454"/>
                      <a:pt x="343" y="3296"/>
                    </a:cubicBezTo>
                    <a:cubicBezTo>
                      <a:pt x="343" y="4137"/>
                      <a:pt x="677" y="4944"/>
                      <a:pt x="1271" y="5539"/>
                    </a:cubicBezTo>
                    <a:cubicBezTo>
                      <a:pt x="1866" y="6134"/>
                      <a:pt x="2673" y="6468"/>
                      <a:pt x="3514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62" name="Freeform: Shape 1761">
                <a:extLst>
                  <a:ext uri="{FF2B5EF4-FFF2-40B4-BE49-F238E27FC236}">
                    <a16:creationId xmlns:a16="http://schemas.microsoft.com/office/drawing/2014/main" id="{7D61BD2C-DA09-6FD8-9CD0-D1409F7B9B60}"/>
                  </a:ext>
                </a:extLst>
              </p:cNvPr>
              <p:cNvSpPr/>
              <p:nvPr/>
            </p:nvSpPr>
            <p:spPr>
              <a:xfrm>
                <a:off x="4499032" y="5453505"/>
                <a:ext cx="6343" cy="6345"/>
              </a:xfrm>
              <a:custGeom>
                <a:avLst/>
                <a:gdLst>
                  <a:gd name="connsiteX0" fmla="*/ 3459 w 6343"/>
                  <a:gd name="connsiteY0" fmla="*/ 6501 h 6345"/>
                  <a:gd name="connsiteX1" fmla="*/ 5702 w 6343"/>
                  <a:gd name="connsiteY1" fmla="*/ 5572 h 6345"/>
                  <a:gd name="connsiteX2" fmla="*/ 6631 w 6343"/>
                  <a:gd name="connsiteY2" fmla="*/ 3328 h 6345"/>
                  <a:gd name="connsiteX3" fmla="*/ 5702 w 6343"/>
                  <a:gd name="connsiteY3" fmla="*/ 1085 h 6345"/>
                  <a:gd name="connsiteX4" fmla="*/ 3459 w 6343"/>
                  <a:gd name="connsiteY4" fmla="*/ 156 h 6345"/>
                  <a:gd name="connsiteX5" fmla="*/ 1216 w 6343"/>
                  <a:gd name="connsiteY5" fmla="*/ 1085 h 6345"/>
                  <a:gd name="connsiteX6" fmla="*/ 287 w 6343"/>
                  <a:gd name="connsiteY6" fmla="*/ 3328 h 6345"/>
                  <a:gd name="connsiteX7" fmla="*/ 1216 w 6343"/>
                  <a:gd name="connsiteY7" fmla="*/ 5572 h 6345"/>
                  <a:gd name="connsiteX8" fmla="*/ 3459 w 6343"/>
                  <a:gd name="connsiteY8" fmla="*/ 65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1"/>
                    </a:moveTo>
                    <a:cubicBezTo>
                      <a:pt x="4300" y="6501"/>
                      <a:pt x="5107" y="6167"/>
                      <a:pt x="5702" y="5572"/>
                    </a:cubicBezTo>
                    <a:cubicBezTo>
                      <a:pt x="6296" y="4977"/>
                      <a:pt x="6631" y="4170"/>
                      <a:pt x="6631" y="3328"/>
                    </a:cubicBezTo>
                    <a:cubicBezTo>
                      <a:pt x="6631" y="2487"/>
                      <a:pt x="6296" y="1680"/>
                      <a:pt x="5702" y="1085"/>
                    </a:cubicBezTo>
                    <a:cubicBezTo>
                      <a:pt x="5107" y="490"/>
                      <a:pt x="4300" y="156"/>
                      <a:pt x="3459" y="156"/>
                    </a:cubicBezTo>
                    <a:cubicBezTo>
                      <a:pt x="2618" y="156"/>
                      <a:pt x="1811" y="490"/>
                      <a:pt x="1216" y="1085"/>
                    </a:cubicBezTo>
                    <a:cubicBezTo>
                      <a:pt x="622" y="1680"/>
                      <a:pt x="287" y="2487"/>
                      <a:pt x="287" y="3328"/>
                    </a:cubicBezTo>
                    <a:cubicBezTo>
                      <a:pt x="287" y="4170"/>
                      <a:pt x="622" y="4977"/>
                      <a:pt x="1216" y="5572"/>
                    </a:cubicBezTo>
                    <a:cubicBezTo>
                      <a:pt x="1811" y="6167"/>
                      <a:pt x="2618" y="6501"/>
                      <a:pt x="3459" y="65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63" name="Freeform: Shape 1762">
                <a:extLst>
                  <a:ext uri="{FF2B5EF4-FFF2-40B4-BE49-F238E27FC236}">
                    <a16:creationId xmlns:a16="http://schemas.microsoft.com/office/drawing/2014/main" id="{F4654498-E70B-44B8-B1DB-42DAC333830A}"/>
                  </a:ext>
                </a:extLst>
              </p:cNvPr>
              <p:cNvSpPr/>
              <p:nvPr/>
            </p:nvSpPr>
            <p:spPr>
              <a:xfrm>
                <a:off x="4501055" y="5457217"/>
                <a:ext cx="6343" cy="6345"/>
              </a:xfrm>
              <a:custGeom>
                <a:avLst/>
                <a:gdLst>
                  <a:gd name="connsiteX0" fmla="*/ 3459 w 6343"/>
                  <a:gd name="connsiteY0" fmla="*/ 6501 h 6345"/>
                  <a:gd name="connsiteX1" fmla="*/ 5702 w 6343"/>
                  <a:gd name="connsiteY1" fmla="*/ 5572 h 6345"/>
                  <a:gd name="connsiteX2" fmla="*/ 6631 w 6343"/>
                  <a:gd name="connsiteY2" fmla="*/ 3329 h 6345"/>
                  <a:gd name="connsiteX3" fmla="*/ 5702 w 6343"/>
                  <a:gd name="connsiteY3" fmla="*/ 1085 h 6345"/>
                  <a:gd name="connsiteX4" fmla="*/ 3459 w 6343"/>
                  <a:gd name="connsiteY4" fmla="*/ 156 h 6345"/>
                  <a:gd name="connsiteX5" fmla="*/ 1217 w 6343"/>
                  <a:gd name="connsiteY5" fmla="*/ 1085 h 6345"/>
                  <a:gd name="connsiteX6" fmla="*/ 288 w 6343"/>
                  <a:gd name="connsiteY6" fmla="*/ 3329 h 6345"/>
                  <a:gd name="connsiteX7" fmla="*/ 1217 w 6343"/>
                  <a:gd name="connsiteY7" fmla="*/ 5572 h 6345"/>
                  <a:gd name="connsiteX8" fmla="*/ 3459 w 6343"/>
                  <a:gd name="connsiteY8" fmla="*/ 65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1"/>
                    </a:moveTo>
                    <a:cubicBezTo>
                      <a:pt x="4300" y="6501"/>
                      <a:pt x="5107" y="6167"/>
                      <a:pt x="5702" y="5572"/>
                    </a:cubicBezTo>
                    <a:cubicBezTo>
                      <a:pt x="6297" y="4977"/>
                      <a:pt x="6631" y="4170"/>
                      <a:pt x="6631" y="3329"/>
                    </a:cubicBezTo>
                    <a:cubicBezTo>
                      <a:pt x="6631" y="2487"/>
                      <a:pt x="6297" y="1680"/>
                      <a:pt x="5702" y="1085"/>
                    </a:cubicBezTo>
                    <a:cubicBezTo>
                      <a:pt x="5107" y="490"/>
                      <a:pt x="4300" y="156"/>
                      <a:pt x="3459" y="156"/>
                    </a:cubicBezTo>
                    <a:cubicBezTo>
                      <a:pt x="2618" y="156"/>
                      <a:pt x="1811" y="490"/>
                      <a:pt x="1217" y="1085"/>
                    </a:cubicBezTo>
                    <a:cubicBezTo>
                      <a:pt x="622" y="1680"/>
                      <a:pt x="288" y="2487"/>
                      <a:pt x="288" y="3329"/>
                    </a:cubicBezTo>
                    <a:cubicBezTo>
                      <a:pt x="288" y="4170"/>
                      <a:pt x="622" y="4977"/>
                      <a:pt x="1217" y="5572"/>
                    </a:cubicBezTo>
                    <a:cubicBezTo>
                      <a:pt x="1811" y="6167"/>
                      <a:pt x="2618" y="6501"/>
                      <a:pt x="3459" y="65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64" name="Freeform: Shape 1763">
                <a:extLst>
                  <a:ext uri="{FF2B5EF4-FFF2-40B4-BE49-F238E27FC236}">
                    <a16:creationId xmlns:a16="http://schemas.microsoft.com/office/drawing/2014/main" id="{FDA4E3F5-303A-4011-2635-0D496C5C737F}"/>
                  </a:ext>
                </a:extLst>
              </p:cNvPr>
              <p:cNvSpPr/>
              <p:nvPr/>
            </p:nvSpPr>
            <p:spPr>
              <a:xfrm>
                <a:off x="4500742" y="5461953"/>
                <a:ext cx="6343" cy="6345"/>
              </a:xfrm>
              <a:custGeom>
                <a:avLst/>
                <a:gdLst>
                  <a:gd name="connsiteX0" fmla="*/ 3459 w 6343"/>
                  <a:gd name="connsiteY0" fmla="*/ 6502 h 6345"/>
                  <a:gd name="connsiteX1" fmla="*/ 5702 w 6343"/>
                  <a:gd name="connsiteY1" fmla="*/ 5572 h 6345"/>
                  <a:gd name="connsiteX2" fmla="*/ 6631 w 6343"/>
                  <a:gd name="connsiteY2" fmla="*/ 3329 h 6345"/>
                  <a:gd name="connsiteX3" fmla="*/ 5702 w 6343"/>
                  <a:gd name="connsiteY3" fmla="*/ 1085 h 6345"/>
                  <a:gd name="connsiteX4" fmla="*/ 3459 w 6343"/>
                  <a:gd name="connsiteY4" fmla="*/ 156 h 6345"/>
                  <a:gd name="connsiteX5" fmla="*/ 1217 w 6343"/>
                  <a:gd name="connsiteY5" fmla="*/ 1085 h 6345"/>
                  <a:gd name="connsiteX6" fmla="*/ 288 w 6343"/>
                  <a:gd name="connsiteY6" fmla="*/ 3329 h 6345"/>
                  <a:gd name="connsiteX7" fmla="*/ 1217 w 6343"/>
                  <a:gd name="connsiteY7" fmla="*/ 5572 h 6345"/>
                  <a:gd name="connsiteX8" fmla="*/ 3459 w 6343"/>
                  <a:gd name="connsiteY8" fmla="*/ 650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2"/>
                    </a:moveTo>
                    <a:cubicBezTo>
                      <a:pt x="4300" y="6502"/>
                      <a:pt x="5107" y="6167"/>
                      <a:pt x="5702" y="5572"/>
                    </a:cubicBezTo>
                    <a:cubicBezTo>
                      <a:pt x="6297" y="4977"/>
                      <a:pt x="6631" y="4170"/>
                      <a:pt x="6631" y="3329"/>
                    </a:cubicBezTo>
                    <a:cubicBezTo>
                      <a:pt x="6631" y="2488"/>
                      <a:pt x="6297" y="1680"/>
                      <a:pt x="5702" y="1085"/>
                    </a:cubicBezTo>
                    <a:cubicBezTo>
                      <a:pt x="5107" y="491"/>
                      <a:pt x="4300" y="156"/>
                      <a:pt x="3459" y="156"/>
                    </a:cubicBezTo>
                    <a:cubicBezTo>
                      <a:pt x="2618" y="156"/>
                      <a:pt x="1811" y="491"/>
                      <a:pt x="1217" y="1085"/>
                    </a:cubicBezTo>
                    <a:cubicBezTo>
                      <a:pt x="622" y="1680"/>
                      <a:pt x="288" y="2488"/>
                      <a:pt x="288" y="3329"/>
                    </a:cubicBezTo>
                    <a:cubicBezTo>
                      <a:pt x="288" y="4170"/>
                      <a:pt x="622" y="4977"/>
                      <a:pt x="1217" y="5572"/>
                    </a:cubicBezTo>
                    <a:cubicBezTo>
                      <a:pt x="1811" y="6167"/>
                      <a:pt x="2618" y="6502"/>
                      <a:pt x="3459" y="65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65" name="Freeform: Shape 1764">
                <a:extLst>
                  <a:ext uri="{FF2B5EF4-FFF2-40B4-BE49-F238E27FC236}">
                    <a16:creationId xmlns:a16="http://schemas.microsoft.com/office/drawing/2014/main" id="{5CC2C77B-9DFE-60CB-735C-9F10AD4ACAA4}"/>
                  </a:ext>
                </a:extLst>
              </p:cNvPr>
              <p:cNvSpPr/>
              <p:nvPr/>
            </p:nvSpPr>
            <p:spPr>
              <a:xfrm>
                <a:off x="4499530" y="5471584"/>
                <a:ext cx="6343" cy="6345"/>
              </a:xfrm>
              <a:custGeom>
                <a:avLst/>
                <a:gdLst>
                  <a:gd name="connsiteX0" fmla="*/ 3459 w 6343"/>
                  <a:gd name="connsiteY0" fmla="*/ 6502 h 6345"/>
                  <a:gd name="connsiteX1" fmla="*/ 5702 w 6343"/>
                  <a:gd name="connsiteY1" fmla="*/ 5573 h 6345"/>
                  <a:gd name="connsiteX2" fmla="*/ 6631 w 6343"/>
                  <a:gd name="connsiteY2" fmla="*/ 3330 h 6345"/>
                  <a:gd name="connsiteX3" fmla="*/ 5702 w 6343"/>
                  <a:gd name="connsiteY3" fmla="*/ 1086 h 6345"/>
                  <a:gd name="connsiteX4" fmla="*/ 3459 w 6343"/>
                  <a:gd name="connsiteY4" fmla="*/ 157 h 6345"/>
                  <a:gd name="connsiteX5" fmla="*/ 1216 w 6343"/>
                  <a:gd name="connsiteY5" fmla="*/ 1086 h 6345"/>
                  <a:gd name="connsiteX6" fmla="*/ 288 w 6343"/>
                  <a:gd name="connsiteY6" fmla="*/ 3330 h 6345"/>
                  <a:gd name="connsiteX7" fmla="*/ 1216 w 6343"/>
                  <a:gd name="connsiteY7" fmla="*/ 5573 h 6345"/>
                  <a:gd name="connsiteX8" fmla="*/ 3459 w 6343"/>
                  <a:gd name="connsiteY8" fmla="*/ 650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2"/>
                    </a:moveTo>
                    <a:cubicBezTo>
                      <a:pt x="4300" y="6502"/>
                      <a:pt x="5107" y="6168"/>
                      <a:pt x="5702" y="5573"/>
                    </a:cubicBezTo>
                    <a:cubicBezTo>
                      <a:pt x="6296" y="4978"/>
                      <a:pt x="6631" y="4171"/>
                      <a:pt x="6631" y="3330"/>
                    </a:cubicBezTo>
                    <a:cubicBezTo>
                      <a:pt x="6631" y="2488"/>
                      <a:pt x="6296" y="1681"/>
                      <a:pt x="5702" y="1086"/>
                    </a:cubicBezTo>
                    <a:cubicBezTo>
                      <a:pt x="5107" y="491"/>
                      <a:pt x="4300" y="157"/>
                      <a:pt x="3459" y="157"/>
                    </a:cubicBezTo>
                    <a:cubicBezTo>
                      <a:pt x="2618" y="157"/>
                      <a:pt x="1811" y="491"/>
                      <a:pt x="1216" y="1086"/>
                    </a:cubicBezTo>
                    <a:cubicBezTo>
                      <a:pt x="622" y="1681"/>
                      <a:pt x="288" y="2488"/>
                      <a:pt x="288" y="3330"/>
                    </a:cubicBezTo>
                    <a:cubicBezTo>
                      <a:pt x="288" y="4171"/>
                      <a:pt x="622" y="4978"/>
                      <a:pt x="1216" y="5573"/>
                    </a:cubicBezTo>
                    <a:cubicBezTo>
                      <a:pt x="1811" y="6168"/>
                      <a:pt x="2618" y="6502"/>
                      <a:pt x="3459" y="65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66" name="Freeform: Shape 1765">
                <a:extLst>
                  <a:ext uri="{FF2B5EF4-FFF2-40B4-BE49-F238E27FC236}">
                    <a16:creationId xmlns:a16="http://schemas.microsoft.com/office/drawing/2014/main" id="{573D3877-E7C2-3297-C547-0FB5B1A235D3}"/>
                  </a:ext>
                </a:extLst>
              </p:cNvPr>
              <p:cNvSpPr/>
              <p:nvPr/>
            </p:nvSpPr>
            <p:spPr>
              <a:xfrm>
                <a:off x="4498981" y="5476327"/>
                <a:ext cx="6343" cy="6345"/>
              </a:xfrm>
              <a:custGeom>
                <a:avLst/>
                <a:gdLst>
                  <a:gd name="connsiteX0" fmla="*/ 3459 w 6343"/>
                  <a:gd name="connsiteY0" fmla="*/ 6503 h 6345"/>
                  <a:gd name="connsiteX1" fmla="*/ 5702 w 6343"/>
                  <a:gd name="connsiteY1" fmla="*/ 5573 h 6345"/>
                  <a:gd name="connsiteX2" fmla="*/ 6631 w 6343"/>
                  <a:gd name="connsiteY2" fmla="*/ 3330 h 6345"/>
                  <a:gd name="connsiteX3" fmla="*/ 5702 w 6343"/>
                  <a:gd name="connsiteY3" fmla="*/ 1087 h 6345"/>
                  <a:gd name="connsiteX4" fmla="*/ 3459 w 6343"/>
                  <a:gd name="connsiteY4" fmla="*/ 157 h 6345"/>
                  <a:gd name="connsiteX5" fmla="*/ 1216 w 6343"/>
                  <a:gd name="connsiteY5" fmla="*/ 1087 h 6345"/>
                  <a:gd name="connsiteX6" fmla="*/ 287 w 6343"/>
                  <a:gd name="connsiteY6" fmla="*/ 3330 h 6345"/>
                  <a:gd name="connsiteX7" fmla="*/ 1216 w 6343"/>
                  <a:gd name="connsiteY7" fmla="*/ 5573 h 6345"/>
                  <a:gd name="connsiteX8" fmla="*/ 3459 w 6343"/>
                  <a:gd name="connsiteY8" fmla="*/ 65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3"/>
                    </a:moveTo>
                    <a:cubicBezTo>
                      <a:pt x="4300" y="6503"/>
                      <a:pt x="5107" y="6168"/>
                      <a:pt x="5702" y="5573"/>
                    </a:cubicBezTo>
                    <a:cubicBezTo>
                      <a:pt x="6296" y="4979"/>
                      <a:pt x="6631" y="4171"/>
                      <a:pt x="6631" y="3330"/>
                    </a:cubicBezTo>
                    <a:cubicBezTo>
                      <a:pt x="6631" y="2489"/>
                      <a:pt x="6296" y="1682"/>
                      <a:pt x="5702" y="1087"/>
                    </a:cubicBezTo>
                    <a:cubicBezTo>
                      <a:pt x="5107" y="492"/>
                      <a:pt x="4300" y="157"/>
                      <a:pt x="3459" y="157"/>
                    </a:cubicBezTo>
                    <a:cubicBezTo>
                      <a:pt x="2618" y="157"/>
                      <a:pt x="1811" y="492"/>
                      <a:pt x="1216" y="1087"/>
                    </a:cubicBezTo>
                    <a:cubicBezTo>
                      <a:pt x="622" y="1682"/>
                      <a:pt x="287" y="2489"/>
                      <a:pt x="287" y="3330"/>
                    </a:cubicBezTo>
                    <a:cubicBezTo>
                      <a:pt x="287" y="4171"/>
                      <a:pt x="622" y="4979"/>
                      <a:pt x="1216" y="5573"/>
                    </a:cubicBezTo>
                    <a:cubicBezTo>
                      <a:pt x="1811" y="6168"/>
                      <a:pt x="2618" y="6503"/>
                      <a:pt x="3459" y="65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67" name="Freeform: Shape 1766">
                <a:extLst>
                  <a:ext uri="{FF2B5EF4-FFF2-40B4-BE49-F238E27FC236}">
                    <a16:creationId xmlns:a16="http://schemas.microsoft.com/office/drawing/2014/main" id="{2875B840-404C-56D0-0F42-C8F16B4E4BF3}"/>
                  </a:ext>
                </a:extLst>
              </p:cNvPr>
              <p:cNvSpPr/>
              <p:nvPr/>
            </p:nvSpPr>
            <p:spPr>
              <a:xfrm>
                <a:off x="4499942" y="5480425"/>
                <a:ext cx="6343" cy="6345"/>
              </a:xfrm>
              <a:custGeom>
                <a:avLst/>
                <a:gdLst>
                  <a:gd name="connsiteX0" fmla="*/ 3459 w 6343"/>
                  <a:gd name="connsiteY0" fmla="*/ 6503 h 6345"/>
                  <a:gd name="connsiteX1" fmla="*/ 5702 w 6343"/>
                  <a:gd name="connsiteY1" fmla="*/ 5574 h 6345"/>
                  <a:gd name="connsiteX2" fmla="*/ 6631 w 6343"/>
                  <a:gd name="connsiteY2" fmla="*/ 3330 h 6345"/>
                  <a:gd name="connsiteX3" fmla="*/ 5702 w 6343"/>
                  <a:gd name="connsiteY3" fmla="*/ 1087 h 6345"/>
                  <a:gd name="connsiteX4" fmla="*/ 3459 w 6343"/>
                  <a:gd name="connsiteY4" fmla="*/ 158 h 6345"/>
                  <a:gd name="connsiteX5" fmla="*/ 1216 w 6343"/>
                  <a:gd name="connsiteY5" fmla="*/ 1087 h 6345"/>
                  <a:gd name="connsiteX6" fmla="*/ 288 w 6343"/>
                  <a:gd name="connsiteY6" fmla="*/ 3330 h 6345"/>
                  <a:gd name="connsiteX7" fmla="*/ 1216 w 6343"/>
                  <a:gd name="connsiteY7" fmla="*/ 5574 h 6345"/>
                  <a:gd name="connsiteX8" fmla="*/ 3459 w 6343"/>
                  <a:gd name="connsiteY8" fmla="*/ 65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3"/>
                    </a:moveTo>
                    <a:cubicBezTo>
                      <a:pt x="4300" y="6503"/>
                      <a:pt x="5107" y="6169"/>
                      <a:pt x="5702" y="5574"/>
                    </a:cubicBezTo>
                    <a:cubicBezTo>
                      <a:pt x="6296" y="4979"/>
                      <a:pt x="6631" y="4172"/>
                      <a:pt x="6631" y="3330"/>
                    </a:cubicBezTo>
                    <a:cubicBezTo>
                      <a:pt x="6631" y="2489"/>
                      <a:pt x="6296" y="1682"/>
                      <a:pt x="5702" y="1087"/>
                    </a:cubicBezTo>
                    <a:cubicBezTo>
                      <a:pt x="5107" y="492"/>
                      <a:pt x="4300" y="158"/>
                      <a:pt x="3459" y="158"/>
                    </a:cubicBezTo>
                    <a:cubicBezTo>
                      <a:pt x="2618" y="158"/>
                      <a:pt x="1811" y="492"/>
                      <a:pt x="1216" y="1087"/>
                    </a:cubicBezTo>
                    <a:cubicBezTo>
                      <a:pt x="622" y="1682"/>
                      <a:pt x="288" y="2489"/>
                      <a:pt x="288" y="3330"/>
                    </a:cubicBezTo>
                    <a:cubicBezTo>
                      <a:pt x="288" y="4172"/>
                      <a:pt x="622" y="4979"/>
                      <a:pt x="1216" y="5574"/>
                    </a:cubicBezTo>
                    <a:cubicBezTo>
                      <a:pt x="1811" y="6169"/>
                      <a:pt x="2618" y="6503"/>
                      <a:pt x="3459" y="65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68" name="Freeform: Shape 1767">
                <a:extLst>
                  <a:ext uri="{FF2B5EF4-FFF2-40B4-BE49-F238E27FC236}">
                    <a16:creationId xmlns:a16="http://schemas.microsoft.com/office/drawing/2014/main" id="{9BC8945E-E16A-74D5-B9B3-AB45EC9D4D50}"/>
                  </a:ext>
                </a:extLst>
              </p:cNvPr>
              <p:cNvSpPr/>
              <p:nvPr/>
            </p:nvSpPr>
            <p:spPr>
              <a:xfrm>
                <a:off x="4684414" y="5537688"/>
                <a:ext cx="6343" cy="6345"/>
              </a:xfrm>
              <a:custGeom>
                <a:avLst/>
                <a:gdLst>
                  <a:gd name="connsiteX0" fmla="*/ 3474 w 6343"/>
                  <a:gd name="connsiteY0" fmla="*/ 6508 h 6345"/>
                  <a:gd name="connsiteX1" fmla="*/ 5716 w 6343"/>
                  <a:gd name="connsiteY1" fmla="*/ 5578 h 6345"/>
                  <a:gd name="connsiteX2" fmla="*/ 6645 w 6343"/>
                  <a:gd name="connsiteY2" fmla="*/ 3335 h 6345"/>
                  <a:gd name="connsiteX3" fmla="*/ 5716 w 6343"/>
                  <a:gd name="connsiteY3" fmla="*/ 1091 h 6345"/>
                  <a:gd name="connsiteX4" fmla="*/ 3474 w 6343"/>
                  <a:gd name="connsiteY4" fmla="*/ 162 h 6345"/>
                  <a:gd name="connsiteX5" fmla="*/ 1231 w 6343"/>
                  <a:gd name="connsiteY5" fmla="*/ 1091 h 6345"/>
                  <a:gd name="connsiteX6" fmla="*/ 302 w 6343"/>
                  <a:gd name="connsiteY6" fmla="*/ 3335 h 6345"/>
                  <a:gd name="connsiteX7" fmla="*/ 1231 w 6343"/>
                  <a:gd name="connsiteY7" fmla="*/ 5578 h 6345"/>
                  <a:gd name="connsiteX8" fmla="*/ 347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4" y="6508"/>
                    </a:moveTo>
                    <a:cubicBezTo>
                      <a:pt x="4315" y="6508"/>
                      <a:pt x="5122" y="6173"/>
                      <a:pt x="5716" y="5578"/>
                    </a:cubicBezTo>
                    <a:cubicBezTo>
                      <a:pt x="6311" y="4983"/>
                      <a:pt x="6645" y="4176"/>
                      <a:pt x="6645" y="3335"/>
                    </a:cubicBezTo>
                    <a:cubicBezTo>
                      <a:pt x="6645" y="2493"/>
                      <a:pt x="6311" y="1686"/>
                      <a:pt x="5716" y="1091"/>
                    </a:cubicBezTo>
                    <a:cubicBezTo>
                      <a:pt x="5122" y="496"/>
                      <a:pt x="4315" y="162"/>
                      <a:pt x="3474" y="162"/>
                    </a:cubicBezTo>
                    <a:cubicBezTo>
                      <a:pt x="2633" y="162"/>
                      <a:pt x="1826" y="496"/>
                      <a:pt x="1231" y="1091"/>
                    </a:cubicBezTo>
                    <a:cubicBezTo>
                      <a:pt x="636" y="1686"/>
                      <a:pt x="302" y="2493"/>
                      <a:pt x="302" y="3335"/>
                    </a:cubicBezTo>
                    <a:cubicBezTo>
                      <a:pt x="302" y="4176"/>
                      <a:pt x="636" y="4983"/>
                      <a:pt x="1231" y="5578"/>
                    </a:cubicBezTo>
                    <a:cubicBezTo>
                      <a:pt x="1826" y="6173"/>
                      <a:pt x="2633" y="6508"/>
                      <a:pt x="347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69" name="Freeform: Shape 1768">
                <a:extLst>
                  <a:ext uri="{FF2B5EF4-FFF2-40B4-BE49-F238E27FC236}">
                    <a16:creationId xmlns:a16="http://schemas.microsoft.com/office/drawing/2014/main" id="{040C633A-C78A-1047-36BF-1210C77913D1}"/>
                  </a:ext>
                </a:extLst>
              </p:cNvPr>
              <p:cNvSpPr/>
              <p:nvPr/>
            </p:nvSpPr>
            <p:spPr>
              <a:xfrm>
                <a:off x="5346795" y="5385732"/>
                <a:ext cx="6343" cy="6345"/>
              </a:xfrm>
              <a:custGeom>
                <a:avLst/>
                <a:gdLst>
                  <a:gd name="connsiteX0" fmla="*/ 3526 w 6343"/>
                  <a:gd name="connsiteY0" fmla="*/ 6496 h 6345"/>
                  <a:gd name="connsiteX1" fmla="*/ 5768 w 6343"/>
                  <a:gd name="connsiteY1" fmla="*/ 5566 h 6345"/>
                  <a:gd name="connsiteX2" fmla="*/ 6697 w 6343"/>
                  <a:gd name="connsiteY2" fmla="*/ 3323 h 6345"/>
                  <a:gd name="connsiteX3" fmla="*/ 5768 w 6343"/>
                  <a:gd name="connsiteY3" fmla="*/ 1079 h 6345"/>
                  <a:gd name="connsiteX4" fmla="*/ 3526 w 6343"/>
                  <a:gd name="connsiteY4" fmla="*/ 150 h 6345"/>
                  <a:gd name="connsiteX5" fmla="*/ 1283 w 6343"/>
                  <a:gd name="connsiteY5" fmla="*/ 1079 h 6345"/>
                  <a:gd name="connsiteX6" fmla="*/ 354 w 6343"/>
                  <a:gd name="connsiteY6" fmla="*/ 3323 h 6345"/>
                  <a:gd name="connsiteX7" fmla="*/ 1283 w 6343"/>
                  <a:gd name="connsiteY7" fmla="*/ 5566 h 6345"/>
                  <a:gd name="connsiteX8" fmla="*/ 3526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6" y="6496"/>
                    </a:moveTo>
                    <a:cubicBezTo>
                      <a:pt x="4367" y="6496"/>
                      <a:pt x="5174" y="6161"/>
                      <a:pt x="5768" y="5566"/>
                    </a:cubicBezTo>
                    <a:cubicBezTo>
                      <a:pt x="6363" y="4971"/>
                      <a:pt x="6697" y="4164"/>
                      <a:pt x="6697" y="3323"/>
                    </a:cubicBezTo>
                    <a:cubicBezTo>
                      <a:pt x="6697" y="2482"/>
                      <a:pt x="6363" y="1674"/>
                      <a:pt x="5768" y="1079"/>
                    </a:cubicBezTo>
                    <a:cubicBezTo>
                      <a:pt x="5174" y="485"/>
                      <a:pt x="4367" y="150"/>
                      <a:pt x="3526" y="150"/>
                    </a:cubicBezTo>
                    <a:cubicBezTo>
                      <a:pt x="2685" y="150"/>
                      <a:pt x="1878" y="485"/>
                      <a:pt x="1283" y="1079"/>
                    </a:cubicBezTo>
                    <a:cubicBezTo>
                      <a:pt x="688" y="1674"/>
                      <a:pt x="354" y="2482"/>
                      <a:pt x="354" y="3323"/>
                    </a:cubicBezTo>
                    <a:cubicBezTo>
                      <a:pt x="354" y="4164"/>
                      <a:pt x="688" y="4971"/>
                      <a:pt x="1283" y="5566"/>
                    </a:cubicBezTo>
                    <a:cubicBezTo>
                      <a:pt x="1878" y="6161"/>
                      <a:pt x="2685" y="6496"/>
                      <a:pt x="3526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70" name="Freeform: Shape 1769">
                <a:extLst>
                  <a:ext uri="{FF2B5EF4-FFF2-40B4-BE49-F238E27FC236}">
                    <a16:creationId xmlns:a16="http://schemas.microsoft.com/office/drawing/2014/main" id="{EA1A2DE9-8A6B-3ABB-C3D9-6D006B48310A}"/>
                  </a:ext>
                </a:extLst>
              </p:cNvPr>
              <p:cNvSpPr/>
              <p:nvPr/>
            </p:nvSpPr>
            <p:spPr>
              <a:xfrm>
                <a:off x="4690195" y="5552150"/>
                <a:ext cx="6343" cy="6345"/>
              </a:xfrm>
              <a:custGeom>
                <a:avLst/>
                <a:gdLst>
                  <a:gd name="connsiteX0" fmla="*/ 3474 w 6343"/>
                  <a:gd name="connsiteY0" fmla="*/ 6509 h 6345"/>
                  <a:gd name="connsiteX1" fmla="*/ 5717 w 6343"/>
                  <a:gd name="connsiteY1" fmla="*/ 5579 h 6345"/>
                  <a:gd name="connsiteX2" fmla="*/ 6646 w 6343"/>
                  <a:gd name="connsiteY2" fmla="*/ 3336 h 6345"/>
                  <a:gd name="connsiteX3" fmla="*/ 5717 w 6343"/>
                  <a:gd name="connsiteY3" fmla="*/ 1093 h 6345"/>
                  <a:gd name="connsiteX4" fmla="*/ 3474 w 6343"/>
                  <a:gd name="connsiteY4" fmla="*/ 163 h 6345"/>
                  <a:gd name="connsiteX5" fmla="*/ 1231 w 6343"/>
                  <a:gd name="connsiteY5" fmla="*/ 1093 h 6345"/>
                  <a:gd name="connsiteX6" fmla="*/ 303 w 6343"/>
                  <a:gd name="connsiteY6" fmla="*/ 3336 h 6345"/>
                  <a:gd name="connsiteX7" fmla="*/ 1231 w 6343"/>
                  <a:gd name="connsiteY7" fmla="*/ 5579 h 6345"/>
                  <a:gd name="connsiteX8" fmla="*/ 3474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4" y="6509"/>
                    </a:moveTo>
                    <a:cubicBezTo>
                      <a:pt x="4315" y="6509"/>
                      <a:pt x="5122" y="6174"/>
                      <a:pt x="5717" y="5579"/>
                    </a:cubicBezTo>
                    <a:cubicBezTo>
                      <a:pt x="6311" y="4985"/>
                      <a:pt x="6646" y="4177"/>
                      <a:pt x="6646" y="3336"/>
                    </a:cubicBezTo>
                    <a:cubicBezTo>
                      <a:pt x="6646" y="2495"/>
                      <a:pt x="6311" y="1688"/>
                      <a:pt x="5717" y="1093"/>
                    </a:cubicBezTo>
                    <a:cubicBezTo>
                      <a:pt x="5122" y="498"/>
                      <a:pt x="4315" y="163"/>
                      <a:pt x="3474" y="163"/>
                    </a:cubicBezTo>
                    <a:cubicBezTo>
                      <a:pt x="2633" y="163"/>
                      <a:pt x="1826" y="498"/>
                      <a:pt x="1231" y="1093"/>
                    </a:cubicBezTo>
                    <a:cubicBezTo>
                      <a:pt x="637" y="1688"/>
                      <a:pt x="303" y="2495"/>
                      <a:pt x="303" y="3336"/>
                    </a:cubicBezTo>
                    <a:cubicBezTo>
                      <a:pt x="303" y="4177"/>
                      <a:pt x="637" y="4985"/>
                      <a:pt x="1231" y="5579"/>
                    </a:cubicBezTo>
                    <a:cubicBezTo>
                      <a:pt x="1826" y="6174"/>
                      <a:pt x="2633" y="6509"/>
                      <a:pt x="3474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71" name="Freeform: Shape 1770">
                <a:extLst>
                  <a:ext uri="{FF2B5EF4-FFF2-40B4-BE49-F238E27FC236}">
                    <a16:creationId xmlns:a16="http://schemas.microsoft.com/office/drawing/2014/main" id="{5C659369-BE42-41C8-691A-FD626B527BF8}"/>
                  </a:ext>
                </a:extLst>
              </p:cNvPr>
              <p:cNvSpPr/>
              <p:nvPr/>
            </p:nvSpPr>
            <p:spPr>
              <a:xfrm>
                <a:off x="4697682" y="5555779"/>
                <a:ext cx="6343" cy="6345"/>
              </a:xfrm>
              <a:custGeom>
                <a:avLst/>
                <a:gdLst>
                  <a:gd name="connsiteX0" fmla="*/ 3475 w 6343"/>
                  <a:gd name="connsiteY0" fmla="*/ 6509 h 6345"/>
                  <a:gd name="connsiteX1" fmla="*/ 5717 w 6343"/>
                  <a:gd name="connsiteY1" fmla="*/ 5580 h 6345"/>
                  <a:gd name="connsiteX2" fmla="*/ 6646 w 6343"/>
                  <a:gd name="connsiteY2" fmla="*/ 3336 h 6345"/>
                  <a:gd name="connsiteX3" fmla="*/ 5717 w 6343"/>
                  <a:gd name="connsiteY3" fmla="*/ 1093 h 6345"/>
                  <a:gd name="connsiteX4" fmla="*/ 3475 w 6343"/>
                  <a:gd name="connsiteY4" fmla="*/ 164 h 6345"/>
                  <a:gd name="connsiteX5" fmla="*/ 1232 w 6343"/>
                  <a:gd name="connsiteY5" fmla="*/ 1093 h 6345"/>
                  <a:gd name="connsiteX6" fmla="*/ 303 w 6343"/>
                  <a:gd name="connsiteY6" fmla="*/ 3336 h 6345"/>
                  <a:gd name="connsiteX7" fmla="*/ 1232 w 6343"/>
                  <a:gd name="connsiteY7" fmla="*/ 5580 h 6345"/>
                  <a:gd name="connsiteX8" fmla="*/ 3475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509"/>
                    </a:moveTo>
                    <a:cubicBezTo>
                      <a:pt x="4316" y="6509"/>
                      <a:pt x="5123" y="6175"/>
                      <a:pt x="5717" y="5580"/>
                    </a:cubicBezTo>
                    <a:cubicBezTo>
                      <a:pt x="6312" y="4985"/>
                      <a:pt x="6646" y="4178"/>
                      <a:pt x="6646" y="3336"/>
                    </a:cubicBezTo>
                    <a:cubicBezTo>
                      <a:pt x="6646" y="2495"/>
                      <a:pt x="6312" y="1688"/>
                      <a:pt x="5717" y="1093"/>
                    </a:cubicBezTo>
                    <a:cubicBezTo>
                      <a:pt x="5123" y="498"/>
                      <a:pt x="4316" y="164"/>
                      <a:pt x="3475" y="164"/>
                    </a:cubicBezTo>
                    <a:cubicBezTo>
                      <a:pt x="2634" y="164"/>
                      <a:pt x="1827" y="498"/>
                      <a:pt x="1232" y="1093"/>
                    </a:cubicBezTo>
                    <a:cubicBezTo>
                      <a:pt x="637" y="1688"/>
                      <a:pt x="303" y="2495"/>
                      <a:pt x="303" y="3336"/>
                    </a:cubicBezTo>
                    <a:cubicBezTo>
                      <a:pt x="303" y="4178"/>
                      <a:pt x="637" y="4985"/>
                      <a:pt x="1232" y="5580"/>
                    </a:cubicBezTo>
                    <a:cubicBezTo>
                      <a:pt x="1827" y="6175"/>
                      <a:pt x="2634" y="6509"/>
                      <a:pt x="3475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72" name="Freeform: Shape 1771">
                <a:extLst>
                  <a:ext uri="{FF2B5EF4-FFF2-40B4-BE49-F238E27FC236}">
                    <a16:creationId xmlns:a16="http://schemas.microsoft.com/office/drawing/2014/main" id="{CD5D38A7-4C02-2588-5B30-94918DBF641D}"/>
                  </a:ext>
                </a:extLst>
              </p:cNvPr>
              <p:cNvSpPr/>
              <p:nvPr/>
            </p:nvSpPr>
            <p:spPr>
              <a:xfrm>
                <a:off x="5318580" y="5484922"/>
                <a:ext cx="6343" cy="6345"/>
              </a:xfrm>
              <a:custGeom>
                <a:avLst/>
                <a:gdLst>
                  <a:gd name="connsiteX0" fmla="*/ 3524 w 6343"/>
                  <a:gd name="connsiteY0" fmla="*/ 6503 h 6345"/>
                  <a:gd name="connsiteX1" fmla="*/ 5766 w 6343"/>
                  <a:gd name="connsiteY1" fmla="*/ 5574 h 6345"/>
                  <a:gd name="connsiteX2" fmla="*/ 6695 w 6343"/>
                  <a:gd name="connsiteY2" fmla="*/ 3331 h 6345"/>
                  <a:gd name="connsiteX3" fmla="*/ 5766 w 6343"/>
                  <a:gd name="connsiteY3" fmla="*/ 1087 h 6345"/>
                  <a:gd name="connsiteX4" fmla="*/ 3524 w 6343"/>
                  <a:gd name="connsiteY4" fmla="*/ 158 h 6345"/>
                  <a:gd name="connsiteX5" fmla="*/ 1281 w 6343"/>
                  <a:gd name="connsiteY5" fmla="*/ 1087 h 6345"/>
                  <a:gd name="connsiteX6" fmla="*/ 352 w 6343"/>
                  <a:gd name="connsiteY6" fmla="*/ 3331 h 6345"/>
                  <a:gd name="connsiteX7" fmla="*/ 1281 w 6343"/>
                  <a:gd name="connsiteY7" fmla="*/ 5574 h 6345"/>
                  <a:gd name="connsiteX8" fmla="*/ 3524 w 6343"/>
                  <a:gd name="connsiteY8" fmla="*/ 65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4" y="6503"/>
                    </a:moveTo>
                    <a:cubicBezTo>
                      <a:pt x="4365" y="6503"/>
                      <a:pt x="5172" y="6169"/>
                      <a:pt x="5766" y="5574"/>
                    </a:cubicBezTo>
                    <a:cubicBezTo>
                      <a:pt x="6361" y="4979"/>
                      <a:pt x="6695" y="4172"/>
                      <a:pt x="6695" y="3331"/>
                    </a:cubicBezTo>
                    <a:cubicBezTo>
                      <a:pt x="6695" y="2489"/>
                      <a:pt x="6361" y="1682"/>
                      <a:pt x="5766" y="1087"/>
                    </a:cubicBezTo>
                    <a:cubicBezTo>
                      <a:pt x="5172" y="492"/>
                      <a:pt x="4365" y="158"/>
                      <a:pt x="3524" y="158"/>
                    </a:cubicBezTo>
                    <a:cubicBezTo>
                      <a:pt x="2683" y="158"/>
                      <a:pt x="1876" y="492"/>
                      <a:pt x="1281" y="1087"/>
                    </a:cubicBezTo>
                    <a:cubicBezTo>
                      <a:pt x="686" y="1682"/>
                      <a:pt x="352" y="2489"/>
                      <a:pt x="352" y="3331"/>
                    </a:cubicBezTo>
                    <a:cubicBezTo>
                      <a:pt x="352" y="4172"/>
                      <a:pt x="686" y="4979"/>
                      <a:pt x="1281" y="5574"/>
                    </a:cubicBezTo>
                    <a:cubicBezTo>
                      <a:pt x="1876" y="6169"/>
                      <a:pt x="2683" y="6503"/>
                      <a:pt x="3524" y="65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73" name="Freeform: Shape 1772">
                <a:extLst>
                  <a:ext uri="{FF2B5EF4-FFF2-40B4-BE49-F238E27FC236}">
                    <a16:creationId xmlns:a16="http://schemas.microsoft.com/office/drawing/2014/main" id="{6067273F-1EC1-BCDE-754B-0A497699B90F}"/>
                  </a:ext>
                </a:extLst>
              </p:cNvPr>
              <p:cNvSpPr/>
              <p:nvPr/>
            </p:nvSpPr>
            <p:spPr>
              <a:xfrm>
                <a:off x="5318963" y="5493987"/>
                <a:ext cx="6343" cy="6345"/>
              </a:xfrm>
              <a:custGeom>
                <a:avLst/>
                <a:gdLst>
                  <a:gd name="connsiteX0" fmla="*/ 3524 w 6343"/>
                  <a:gd name="connsiteY0" fmla="*/ 6504 h 6345"/>
                  <a:gd name="connsiteX1" fmla="*/ 5766 w 6343"/>
                  <a:gd name="connsiteY1" fmla="*/ 5575 h 6345"/>
                  <a:gd name="connsiteX2" fmla="*/ 6695 w 6343"/>
                  <a:gd name="connsiteY2" fmla="*/ 3331 h 6345"/>
                  <a:gd name="connsiteX3" fmla="*/ 5766 w 6343"/>
                  <a:gd name="connsiteY3" fmla="*/ 1088 h 6345"/>
                  <a:gd name="connsiteX4" fmla="*/ 3524 w 6343"/>
                  <a:gd name="connsiteY4" fmla="*/ 159 h 6345"/>
                  <a:gd name="connsiteX5" fmla="*/ 1281 w 6343"/>
                  <a:gd name="connsiteY5" fmla="*/ 1088 h 6345"/>
                  <a:gd name="connsiteX6" fmla="*/ 352 w 6343"/>
                  <a:gd name="connsiteY6" fmla="*/ 3331 h 6345"/>
                  <a:gd name="connsiteX7" fmla="*/ 1281 w 6343"/>
                  <a:gd name="connsiteY7" fmla="*/ 5575 h 6345"/>
                  <a:gd name="connsiteX8" fmla="*/ 3524 w 6343"/>
                  <a:gd name="connsiteY8" fmla="*/ 65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4" y="6504"/>
                    </a:moveTo>
                    <a:cubicBezTo>
                      <a:pt x="4365" y="6504"/>
                      <a:pt x="5172" y="6170"/>
                      <a:pt x="5766" y="5575"/>
                    </a:cubicBezTo>
                    <a:cubicBezTo>
                      <a:pt x="6361" y="4980"/>
                      <a:pt x="6695" y="4173"/>
                      <a:pt x="6695" y="3331"/>
                    </a:cubicBezTo>
                    <a:cubicBezTo>
                      <a:pt x="6695" y="2490"/>
                      <a:pt x="6361" y="1683"/>
                      <a:pt x="5766" y="1088"/>
                    </a:cubicBezTo>
                    <a:cubicBezTo>
                      <a:pt x="5172" y="493"/>
                      <a:pt x="4365" y="159"/>
                      <a:pt x="3524" y="159"/>
                    </a:cubicBezTo>
                    <a:cubicBezTo>
                      <a:pt x="2683" y="159"/>
                      <a:pt x="1876" y="493"/>
                      <a:pt x="1281" y="1088"/>
                    </a:cubicBezTo>
                    <a:cubicBezTo>
                      <a:pt x="686" y="1683"/>
                      <a:pt x="352" y="2490"/>
                      <a:pt x="352" y="3331"/>
                    </a:cubicBezTo>
                    <a:cubicBezTo>
                      <a:pt x="352" y="4173"/>
                      <a:pt x="686" y="4980"/>
                      <a:pt x="1281" y="5575"/>
                    </a:cubicBezTo>
                    <a:cubicBezTo>
                      <a:pt x="1876" y="6170"/>
                      <a:pt x="2683" y="6504"/>
                      <a:pt x="3524" y="65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74" name="Freeform: Shape 1773">
                <a:extLst>
                  <a:ext uri="{FF2B5EF4-FFF2-40B4-BE49-F238E27FC236}">
                    <a16:creationId xmlns:a16="http://schemas.microsoft.com/office/drawing/2014/main" id="{E060E955-D3F6-C716-B504-32D136BFAAE8}"/>
                  </a:ext>
                </a:extLst>
              </p:cNvPr>
              <p:cNvSpPr/>
              <p:nvPr/>
            </p:nvSpPr>
            <p:spPr>
              <a:xfrm>
                <a:off x="5318207" y="5503222"/>
                <a:ext cx="6343" cy="6345"/>
              </a:xfrm>
              <a:custGeom>
                <a:avLst/>
                <a:gdLst>
                  <a:gd name="connsiteX0" fmla="*/ 3524 w 6343"/>
                  <a:gd name="connsiteY0" fmla="*/ 6505 h 6345"/>
                  <a:gd name="connsiteX1" fmla="*/ 5766 w 6343"/>
                  <a:gd name="connsiteY1" fmla="*/ 5576 h 6345"/>
                  <a:gd name="connsiteX2" fmla="*/ 6695 w 6343"/>
                  <a:gd name="connsiteY2" fmla="*/ 3332 h 6345"/>
                  <a:gd name="connsiteX3" fmla="*/ 5766 w 6343"/>
                  <a:gd name="connsiteY3" fmla="*/ 1089 h 6345"/>
                  <a:gd name="connsiteX4" fmla="*/ 3524 w 6343"/>
                  <a:gd name="connsiteY4" fmla="*/ 159 h 6345"/>
                  <a:gd name="connsiteX5" fmla="*/ 1281 w 6343"/>
                  <a:gd name="connsiteY5" fmla="*/ 1089 h 6345"/>
                  <a:gd name="connsiteX6" fmla="*/ 352 w 6343"/>
                  <a:gd name="connsiteY6" fmla="*/ 3332 h 6345"/>
                  <a:gd name="connsiteX7" fmla="*/ 1281 w 6343"/>
                  <a:gd name="connsiteY7" fmla="*/ 5576 h 6345"/>
                  <a:gd name="connsiteX8" fmla="*/ 3524 w 6343"/>
                  <a:gd name="connsiteY8" fmla="*/ 650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4" y="6505"/>
                    </a:moveTo>
                    <a:cubicBezTo>
                      <a:pt x="4365" y="6505"/>
                      <a:pt x="5171" y="6171"/>
                      <a:pt x="5766" y="5576"/>
                    </a:cubicBezTo>
                    <a:cubicBezTo>
                      <a:pt x="6361" y="4981"/>
                      <a:pt x="6695" y="4174"/>
                      <a:pt x="6695" y="3332"/>
                    </a:cubicBezTo>
                    <a:cubicBezTo>
                      <a:pt x="6695" y="2491"/>
                      <a:pt x="6361" y="1684"/>
                      <a:pt x="5766" y="1089"/>
                    </a:cubicBezTo>
                    <a:cubicBezTo>
                      <a:pt x="5171" y="494"/>
                      <a:pt x="4365" y="159"/>
                      <a:pt x="3524" y="159"/>
                    </a:cubicBezTo>
                    <a:cubicBezTo>
                      <a:pt x="2682" y="159"/>
                      <a:pt x="1876" y="494"/>
                      <a:pt x="1281" y="1089"/>
                    </a:cubicBezTo>
                    <a:cubicBezTo>
                      <a:pt x="686" y="1684"/>
                      <a:pt x="352" y="2491"/>
                      <a:pt x="352" y="3332"/>
                    </a:cubicBezTo>
                    <a:cubicBezTo>
                      <a:pt x="352" y="4174"/>
                      <a:pt x="686" y="4981"/>
                      <a:pt x="1281" y="5576"/>
                    </a:cubicBezTo>
                    <a:cubicBezTo>
                      <a:pt x="1876" y="6171"/>
                      <a:pt x="2682" y="6505"/>
                      <a:pt x="3524" y="65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75" name="Freeform: Shape 1774">
                <a:extLst>
                  <a:ext uri="{FF2B5EF4-FFF2-40B4-BE49-F238E27FC236}">
                    <a16:creationId xmlns:a16="http://schemas.microsoft.com/office/drawing/2014/main" id="{1C0EA16F-BFA0-EB37-CFCD-B901A8160650}"/>
                  </a:ext>
                </a:extLst>
              </p:cNvPr>
              <p:cNvSpPr/>
              <p:nvPr/>
            </p:nvSpPr>
            <p:spPr>
              <a:xfrm>
                <a:off x="5317676" y="5512395"/>
                <a:ext cx="6343" cy="6345"/>
              </a:xfrm>
              <a:custGeom>
                <a:avLst/>
                <a:gdLst>
                  <a:gd name="connsiteX0" fmla="*/ 3524 w 6343"/>
                  <a:gd name="connsiteY0" fmla="*/ 6506 h 6345"/>
                  <a:gd name="connsiteX1" fmla="*/ 5766 w 6343"/>
                  <a:gd name="connsiteY1" fmla="*/ 5576 h 6345"/>
                  <a:gd name="connsiteX2" fmla="*/ 6695 w 6343"/>
                  <a:gd name="connsiteY2" fmla="*/ 3333 h 6345"/>
                  <a:gd name="connsiteX3" fmla="*/ 5766 w 6343"/>
                  <a:gd name="connsiteY3" fmla="*/ 1089 h 6345"/>
                  <a:gd name="connsiteX4" fmla="*/ 3524 w 6343"/>
                  <a:gd name="connsiteY4" fmla="*/ 160 h 6345"/>
                  <a:gd name="connsiteX5" fmla="*/ 1281 w 6343"/>
                  <a:gd name="connsiteY5" fmla="*/ 1089 h 6345"/>
                  <a:gd name="connsiteX6" fmla="*/ 352 w 6343"/>
                  <a:gd name="connsiteY6" fmla="*/ 3333 h 6345"/>
                  <a:gd name="connsiteX7" fmla="*/ 1281 w 6343"/>
                  <a:gd name="connsiteY7" fmla="*/ 5576 h 6345"/>
                  <a:gd name="connsiteX8" fmla="*/ 352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4" y="6506"/>
                    </a:moveTo>
                    <a:cubicBezTo>
                      <a:pt x="4365" y="6506"/>
                      <a:pt x="5171" y="6171"/>
                      <a:pt x="5766" y="5576"/>
                    </a:cubicBezTo>
                    <a:cubicBezTo>
                      <a:pt x="6361" y="4981"/>
                      <a:pt x="6695" y="4174"/>
                      <a:pt x="6695" y="3333"/>
                    </a:cubicBezTo>
                    <a:cubicBezTo>
                      <a:pt x="6695" y="2491"/>
                      <a:pt x="6361" y="1684"/>
                      <a:pt x="5766" y="1089"/>
                    </a:cubicBezTo>
                    <a:cubicBezTo>
                      <a:pt x="5171" y="494"/>
                      <a:pt x="4365" y="160"/>
                      <a:pt x="3524" y="160"/>
                    </a:cubicBezTo>
                    <a:cubicBezTo>
                      <a:pt x="2682" y="160"/>
                      <a:pt x="1876" y="494"/>
                      <a:pt x="1281" y="1089"/>
                    </a:cubicBezTo>
                    <a:cubicBezTo>
                      <a:pt x="686" y="1684"/>
                      <a:pt x="352" y="2491"/>
                      <a:pt x="352" y="3333"/>
                    </a:cubicBezTo>
                    <a:cubicBezTo>
                      <a:pt x="352" y="4174"/>
                      <a:pt x="686" y="4981"/>
                      <a:pt x="1281" y="5576"/>
                    </a:cubicBezTo>
                    <a:cubicBezTo>
                      <a:pt x="1876" y="6171"/>
                      <a:pt x="2682" y="6506"/>
                      <a:pt x="352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76" name="Freeform: Shape 1775">
                <a:extLst>
                  <a:ext uri="{FF2B5EF4-FFF2-40B4-BE49-F238E27FC236}">
                    <a16:creationId xmlns:a16="http://schemas.microsoft.com/office/drawing/2014/main" id="{C244932B-1621-483B-35AB-2FD84AB43A11}"/>
                  </a:ext>
                </a:extLst>
              </p:cNvPr>
              <p:cNvSpPr/>
              <p:nvPr/>
            </p:nvSpPr>
            <p:spPr>
              <a:xfrm>
                <a:off x="5317132" y="5521546"/>
                <a:ext cx="6343" cy="6345"/>
              </a:xfrm>
              <a:custGeom>
                <a:avLst/>
                <a:gdLst>
                  <a:gd name="connsiteX0" fmla="*/ 3524 w 6343"/>
                  <a:gd name="connsiteY0" fmla="*/ 6506 h 6345"/>
                  <a:gd name="connsiteX1" fmla="*/ 5766 w 6343"/>
                  <a:gd name="connsiteY1" fmla="*/ 5577 h 6345"/>
                  <a:gd name="connsiteX2" fmla="*/ 6695 w 6343"/>
                  <a:gd name="connsiteY2" fmla="*/ 3334 h 6345"/>
                  <a:gd name="connsiteX3" fmla="*/ 5766 w 6343"/>
                  <a:gd name="connsiteY3" fmla="*/ 1090 h 6345"/>
                  <a:gd name="connsiteX4" fmla="*/ 3524 w 6343"/>
                  <a:gd name="connsiteY4" fmla="*/ 161 h 6345"/>
                  <a:gd name="connsiteX5" fmla="*/ 1281 w 6343"/>
                  <a:gd name="connsiteY5" fmla="*/ 1090 h 6345"/>
                  <a:gd name="connsiteX6" fmla="*/ 352 w 6343"/>
                  <a:gd name="connsiteY6" fmla="*/ 3334 h 6345"/>
                  <a:gd name="connsiteX7" fmla="*/ 1281 w 6343"/>
                  <a:gd name="connsiteY7" fmla="*/ 5577 h 6345"/>
                  <a:gd name="connsiteX8" fmla="*/ 352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4" y="6506"/>
                    </a:moveTo>
                    <a:cubicBezTo>
                      <a:pt x="4365" y="6506"/>
                      <a:pt x="5171" y="6172"/>
                      <a:pt x="5766" y="5577"/>
                    </a:cubicBezTo>
                    <a:cubicBezTo>
                      <a:pt x="6361" y="4982"/>
                      <a:pt x="6695" y="4175"/>
                      <a:pt x="6695" y="3334"/>
                    </a:cubicBezTo>
                    <a:cubicBezTo>
                      <a:pt x="6695" y="2492"/>
                      <a:pt x="6361" y="1685"/>
                      <a:pt x="5766" y="1090"/>
                    </a:cubicBezTo>
                    <a:cubicBezTo>
                      <a:pt x="5171" y="495"/>
                      <a:pt x="4365" y="161"/>
                      <a:pt x="3524" y="161"/>
                    </a:cubicBezTo>
                    <a:cubicBezTo>
                      <a:pt x="2682" y="161"/>
                      <a:pt x="1876" y="495"/>
                      <a:pt x="1281" y="1090"/>
                    </a:cubicBezTo>
                    <a:cubicBezTo>
                      <a:pt x="686" y="1685"/>
                      <a:pt x="352" y="2492"/>
                      <a:pt x="352" y="3334"/>
                    </a:cubicBezTo>
                    <a:cubicBezTo>
                      <a:pt x="352" y="4175"/>
                      <a:pt x="686" y="4982"/>
                      <a:pt x="1281" y="5577"/>
                    </a:cubicBezTo>
                    <a:cubicBezTo>
                      <a:pt x="1876" y="6172"/>
                      <a:pt x="2682" y="6506"/>
                      <a:pt x="352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77" name="Freeform: Shape 1776">
                <a:extLst>
                  <a:ext uri="{FF2B5EF4-FFF2-40B4-BE49-F238E27FC236}">
                    <a16:creationId xmlns:a16="http://schemas.microsoft.com/office/drawing/2014/main" id="{A3003A6F-416C-8522-DEED-F80D3FC5F45B}"/>
                  </a:ext>
                </a:extLst>
              </p:cNvPr>
              <p:cNvSpPr/>
              <p:nvPr/>
            </p:nvSpPr>
            <p:spPr>
              <a:xfrm>
                <a:off x="5318560" y="5530393"/>
                <a:ext cx="6343" cy="6345"/>
              </a:xfrm>
              <a:custGeom>
                <a:avLst/>
                <a:gdLst>
                  <a:gd name="connsiteX0" fmla="*/ 3524 w 6343"/>
                  <a:gd name="connsiteY0" fmla="*/ 6507 h 6345"/>
                  <a:gd name="connsiteX1" fmla="*/ 5766 w 6343"/>
                  <a:gd name="connsiteY1" fmla="*/ 5578 h 6345"/>
                  <a:gd name="connsiteX2" fmla="*/ 6695 w 6343"/>
                  <a:gd name="connsiteY2" fmla="*/ 3334 h 6345"/>
                  <a:gd name="connsiteX3" fmla="*/ 5766 w 6343"/>
                  <a:gd name="connsiteY3" fmla="*/ 1091 h 6345"/>
                  <a:gd name="connsiteX4" fmla="*/ 3524 w 6343"/>
                  <a:gd name="connsiteY4" fmla="*/ 162 h 6345"/>
                  <a:gd name="connsiteX5" fmla="*/ 1281 w 6343"/>
                  <a:gd name="connsiteY5" fmla="*/ 1091 h 6345"/>
                  <a:gd name="connsiteX6" fmla="*/ 352 w 6343"/>
                  <a:gd name="connsiteY6" fmla="*/ 3334 h 6345"/>
                  <a:gd name="connsiteX7" fmla="*/ 1281 w 6343"/>
                  <a:gd name="connsiteY7" fmla="*/ 5578 h 6345"/>
                  <a:gd name="connsiteX8" fmla="*/ 35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4" y="6507"/>
                    </a:moveTo>
                    <a:cubicBezTo>
                      <a:pt x="4365" y="6507"/>
                      <a:pt x="5171" y="6173"/>
                      <a:pt x="5766" y="5578"/>
                    </a:cubicBezTo>
                    <a:cubicBezTo>
                      <a:pt x="6361" y="4983"/>
                      <a:pt x="6695" y="4176"/>
                      <a:pt x="6695" y="3334"/>
                    </a:cubicBezTo>
                    <a:cubicBezTo>
                      <a:pt x="6695" y="2493"/>
                      <a:pt x="6361" y="1686"/>
                      <a:pt x="5766" y="1091"/>
                    </a:cubicBezTo>
                    <a:cubicBezTo>
                      <a:pt x="5171" y="496"/>
                      <a:pt x="4365" y="162"/>
                      <a:pt x="3524" y="162"/>
                    </a:cubicBezTo>
                    <a:cubicBezTo>
                      <a:pt x="2683" y="162"/>
                      <a:pt x="1876" y="496"/>
                      <a:pt x="1281" y="1091"/>
                    </a:cubicBezTo>
                    <a:cubicBezTo>
                      <a:pt x="686" y="1686"/>
                      <a:pt x="352" y="2493"/>
                      <a:pt x="352" y="3334"/>
                    </a:cubicBezTo>
                    <a:cubicBezTo>
                      <a:pt x="352" y="4176"/>
                      <a:pt x="686" y="4983"/>
                      <a:pt x="1281" y="5578"/>
                    </a:cubicBezTo>
                    <a:cubicBezTo>
                      <a:pt x="1876" y="6173"/>
                      <a:pt x="2683" y="6507"/>
                      <a:pt x="35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78" name="Freeform: Shape 1777">
                <a:extLst>
                  <a:ext uri="{FF2B5EF4-FFF2-40B4-BE49-F238E27FC236}">
                    <a16:creationId xmlns:a16="http://schemas.microsoft.com/office/drawing/2014/main" id="{4D7E3142-5AF3-3D2F-F25C-C01790F501A0}"/>
                  </a:ext>
                </a:extLst>
              </p:cNvPr>
              <p:cNvSpPr/>
              <p:nvPr/>
            </p:nvSpPr>
            <p:spPr>
              <a:xfrm>
                <a:off x="5439022" y="5523094"/>
                <a:ext cx="6343" cy="6345"/>
              </a:xfrm>
              <a:custGeom>
                <a:avLst/>
                <a:gdLst>
                  <a:gd name="connsiteX0" fmla="*/ 3533 w 6343"/>
                  <a:gd name="connsiteY0" fmla="*/ 6506 h 6345"/>
                  <a:gd name="connsiteX1" fmla="*/ 5776 w 6343"/>
                  <a:gd name="connsiteY1" fmla="*/ 5577 h 6345"/>
                  <a:gd name="connsiteX2" fmla="*/ 6705 w 6343"/>
                  <a:gd name="connsiteY2" fmla="*/ 3334 h 6345"/>
                  <a:gd name="connsiteX3" fmla="*/ 5776 w 6343"/>
                  <a:gd name="connsiteY3" fmla="*/ 1090 h 6345"/>
                  <a:gd name="connsiteX4" fmla="*/ 3533 w 6343"/>
                  <a:gd name="connsiteY4" fmla="*/ 161 h 6345"/>
                  <a:gd name="connsiteX5" fmla="*/ 1290 w 6343"/>
                  <a:gd name="connsiteY5" fmla="*/ 1090 h 6345"/>
                  <a:gd name="connsiteX6" fmla="*/ 362 w 6343"/>
                  <a:gd name="connsiteY6" fmla="*/ 3334 h 6345"/>
                  <a:gd name="connsiteX7" fmla="*/ 1290 w 6343"/>
                  <a:gd name="connsiteY7" fmla="*/ 5577 h 6345"/>
                  <a:gd name="connsiteX8" fmla="*/ 353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3" y="6506"/>
                    </a:moveTo>
                    <a:cubicBezTo>
                      <a:pt x="4374" y="6506"/>
                      <a:pt x="5181" y="6172"/>
                      <a:pt x="5776" y="5577"/>
                    </a:cubicBezTo>
                    <a:cubicBezTo>
                      <a:pt x="6370" y="4982"/>
                      <a:pt x="6705" y="4175"/>
                      <a:pt x="6705" y="3334"/>
                    </a:cubicBezTo>
                    <a:cubicBezTo>
                      <a:pt x="6705" y="2492"/>
                      <a:pt x="6370" y="1685"/>
                      <a:pt x="5776" y="1090"/>
                    </a:cubicBezTo>
                    <a:cubicBezTo>
                      <a:pt x="5181" y="495"/>
                      <a:pt x="4374" y="161"/>
                      <a:pt x="3533" y="161"/>
                    </a:cubicBezTo>
                    <a:cubicBezTo>
                      <a:pt x="2692" y="161"/>
                      <a:pt x="1885" y="495"/>
                      <a:pt x="1290" y="1090"/>
                    </a:cubicBezTo>
                    <a:cubicBezTo>
                      <a:pt x="696" y="1685"/>
                      <a:pt x="362" y="2492"/>
                      <a:pt x="362" y="3334"/>
                    </a:cubicBezTo>
                    <a:cubicBezTo>
                      <a:pt x="362" y="4175"/>
                      <a:pt x="696" y="4982"/>
                      <a:pt x="1290" y="5577"/>
                    </a:cubicBezTo>
                    <a:cubicBezTo>
                      <a:pt x="1885" y="6172"/>
                      <a:pt x="2692" y="6506"/>
                      <a:pt x="353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79" name="Freeform: Shape 1778">
                <a:extLst>
                  <a:ext uri="{FF2B5EF4-FFF2-40B4-BE49-F238E27FC236}">
                    <a16:creationId xmlns:a16="http://schemas.microsoft.com/office/drawing/2014/main" id="{9A66EC69-0774-FCAC-49E5-ADA42FE456F6}"/>
                  </a:ext>
                </a:extLst>
              </p:cNvPr>
              <p:cNvSpPr/>
              <p:nvPr/>
            </p:nvSpPr>
            <p:spPr>
              <a:xfrm>
                <a:off x="5314780" y="5548955"/>
                <a:ext cx="6343" cy="6345"/>
              </a:xfrm>
              <a:custGeom>
                <a:avLst/>
                <a:gdLst>
                  <a:gd name="connsiteX0" fmla="*/ 3523 w 6343"/>
                  <a:gd name="connsiteY0" fmla="*/ 6508 h 6345"/>
                  <a:gd name="connsiteX1" fmla="*/ 5766 w 6343"/>
                  <a:gd name="connsiteY1" fmla="*/ 5579 h 6345"/>
                  <a:gd name="connsiteX2" fmla="*/ 6695 w 6343"/>
                  <a:gd name="connsiteY2" fmla="*/ 3336 h 6345"/>
                  <a:gd name="connsiteX3" fmla="*/ 5766 w 6343"/>
                  <a:gd name="connsiteY3" fmla="*/ 1092 h 6345"/>
                  <a:gd name="connsiteX4" fmla="*/ 3523 w 6343"/>
                  <a:gd name="connsiteY4" fmla="*/ 163 h 6345"/>
                  <a:gd name="connsiteX5" fmla="*/ 1281 w 6343"/>
                  <a:gd name="connsiteY5" fmla="*/ 1092 h 6345"/>
                  <a:gd name="connsiteX6" fmla="*/ 352 w 6343"/>
                  <a:gd name="connsiteY6" fmla="*/ 3336 h 6345"/>
                  <a:gd name="connsiteX7" fmla="*/ 1281 w 6343"/>
                  <a:gd name="connsiteY7" fmla="*/ 5579 h 6345"/>
                  <a:gd name="connsiteX8" fmla="*/ 352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3" y="6508"/>
                    </a:moveTo>
                    <a:cubicBezTo>
                      <a:pt x="4364" y="6508"/>
                      <a:pt x="5171" y="6174"/>
                      <a:pt x="5766" y="5579"/>
                    </a:cubicBezTo>
                    <a:cubicBezTo>
                      <a:pt x="6361" y="4984"/>
                      <a:pt x="6695" y="4177"/>
                      <a:pt x="6695" y="3336"/>
                    </a:cubicBezTo>
                    <a:cubicBezTo>
                      <a:pt x="6695" y="2494"/>
                      <a:pt x="6361" y="1687"/>
                      <a:pt x="5766" y="1092"/>
                    </a:cubicBezTo>
                    <a:cubicBezTo>
                      <a:pt x="5171" y="497"/>
                      <a:pt x="4364" y="163"/>
                      <a:pt x="3523" y="163"/>
                    </a:cubicBezTo>
                    <a:cubicBezTo>
                      <a:pt x="2682" y="163"/>
                      <a:pt x="1875" y="497"/>
                      <a:pt x="1281" y="1092"/>
                    </a:cubicBezTo>
                    <a:cubicBezTo>
                      <a:pt x="686" y="1687"/>
                      <a:pt x="352" y="2494"/>
                      <a:pt x="352" y="3336"/>
                    </a:cubicBezTo>
                    <a:cubicBezTo>
                      <a:pt x="352" y="4177"/>
                      <a:pt x="686" y="4984"/>
                      <a:pt x="1281" y="5579"/>
                    </a:cubicBezTo>
                    <a:cubicBezTo>
                      <a:pt x="1875" y="6174"/>
                      <a:pt x="2682" y="6508"/>
                      <a:pt x="352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80" name="Freeform: Shape 1779">
                <a:extLst>
                  <a:ext uri="{FF2B5EF4-FFF2-40B4-BE49-F238E27FC236}">
                    <a16:creationId xmlns:a16="http://schemas.microsoft.com/office/drawing/2014/main" id="{48981BFB-8ED3-B324-967B-E98582356B42}"/>
                  </a:ext>
                </a:extLst>
              </p:cNvPr>
              <p:cNvSpPr/>
              <p:nvPr/>
            </p:nvSpPr>
            <p:spPr>
              <a:xfrm>
                <a:off x="5437871" y="5542782"/>
                <a:ext cx="6343" cy="6345"/>
              </a:xfrm>
              <a:custGeom>
                <a:avLst/>
                <a:gdLst>
                  <a:gd name="connsiteX0" fmla="*/ 3533 w 6343"/>
                  <a:gd name="connsiteY0" fmla="*/ 6508 h 6345"/>
                  <a:gd name="connsiteX1" fmla="*/ 5776 w 6343"/>
                  <a:gd name="connsiteY1" fmla="*/ 5579 h 6345"/>
                  <a:gd name="connsiteX2" fmla="*/ 6705 w 6343"/>
                  <a:gd name="connsiteY2" fmla="*/ 3335 h 6345"/>
                  <a:gd name="connsiteX3" fmla="*/ 5776 w 6343"/>
                  <a:gd name="connsiteY3" fmla="*/ 1092 h 6345"/>
                  <a:gd name="connsiteX4" fmla="*/ 3533 w 6343"/>
                  <a:gd name="connsiteY4" fmla="*/ 163 h 6345"/>
                  <a:gd name="connsiteX5" fmla="*/ 1290 w 6343"/>
                  <a:gd name="connsiteY5" fmla="*/ 1092 h 6345"/>
                  <a:gd name="connsiteX6" fmla="*/ 361 w 6343"/>
                  <a:gd name="connsiteY6" fmla="*/ 3335 h 6345"/>
                  <a:gd name="connsiteX7" fmla="*/ 1290 w 6343"/>
                  <a:gd name="connsiteY7" fmla="*/ 5579 h 6345"/>
                  <a:gd name="connsiteX8" fmla="*/ 353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3" y="6508"/>
                    </a:moveTo>
                    <a:cubicBezTo>
                      <a:pt x="4374" y="6508"/>
                      <a:pt x="5181" y="6174"/>
                      <a:pt x="5776" y="5579"/>
                    </a:cubicBezTo>
                    <a:cubicBezTo>
                      <a:pt x="6370" y="4984"/>
                      <a:pt x="6705" y="4177"/>
                      <a:pt x="6705" y="3335"/>
                    </a:cubicBezTo>
                    <a:cubicBezTo>
                      <a:pt x="6705" y="2494"/>
                      <a:pt x="6370" y="1687"/>
                      <a:pt x="5776" y="1092"/>
                    </a:cubicBezTo>
                    <a:cubicBezTo>
                      <a:pt x="5181" y="497"/>
                      <a:pt x="4374" y="163"/>
                      <a:pt x="3533" y="163"/>
                    </a:cubicBezTo>
                    <a:cubicBezTo>
                      <a:pt x="2692" y="163"/>
                      <a:pt x="1885" y="497"/>
                      <a:pt x="1290" y="1092"/>
                    </a:cubicBezTo>
                    <a:cubicBezTo>
                      <a:pt x="696" y="1687"/>
                      <a:pt x="361" y="2494"/>
                      <a:pt x="361" y="3335"/>
                    </a:cubicBezTo>
                    <a:cubicBezTo>
                      <a:pt x="361" y="4177"/>
                      <a:pt x="696" y="4984"/>
                      <a:pt x="1290" y="5579"/>
                    </a:cubicBezTo>
                    <a:cubicBezTo>
                      <a:pt x="1885" y="6174"/>
                      <a:pt x="2692" y="6508"/>
                      <a:pt x="353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81" name="Freeform: Shape 1780">
                <a:extLst>
                  <a:ext uri="{FF2B5EF4-FFF2-40B4-BE49-F238E27FC236}">
                    <a16:creationId xmlns:a16="http://schemas.microsoft.com/office/drawing/2014/main" id="{5EF464D1-7D67-CB50-1B64-884382E5024C}"/>
                  </a:ext>
                </a:extLst>
              </p:cNvPr>
              <p:cNvSpPr/>
              <p:nvPr/>
            </p:nvSpPr>
            <p:spPr>
              <a:xfrm>
                <a:off x="5435478" y="5562520"/>
                <a:ext cx="6343" cy="6345"/>
              </a:xfrm>
              <a:custGeom>
                <a:avLst/>
                <a:gdLst>
                  <a:gd name="connsiteX0" fmla="*/ 3533 w 6343"/>
                  <a:gd name="connsiteY0" fmla="*/ 6510 h 6345"/>
                  <a:gd name="connsiteX1" fmla="*/ 5775 w 6343"/>
                  <a:gd name="connsiteY1" fmla="*/ 5580 h 6345"/>
                  <a:gd name="connsiteX2" fmla="*/ 6704 w 6343"/>
                  <a:gd name="connsiteY2" fmla="*/ 3337 h 6345"/>
                  <a:gd name="connsiteX3" fmla="*/ 5775 w 6343"/>
                  <a:gd name="connsiteY3" fmla="*/ 1093 h 6345"/>
                  <a:gd name="connsiteX4" fmla="*/ 3533 w 6343"/>
                  <a:gd name="connsiteY4" fmla="*/ 164 h 6345"/>
                  <a:gd name="connsiteX5" fmla="*/ 1290 w 6343"/>
                  <a:gd name="connsiteY5" fmla="*/ 1093 h 6345"/>
                  <a:gd name="connsiteX6" fmla="*/ 361 w 6343"/>
                  <a:gd name="connsiteY6" fmla="*/ 3337 h 6345"/>
                  <a:gd name="connsiteX7" fmla="*/ 1290 w 6343"/>
                  <a:gd name="connsiteY7" fmla="*/ 5580 h 6345"/>
                  <a:gd name="connsiteX8" fmla="*/ 3533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3" y="6510"/>
                    </a:moveTo>
                    <a:cubicBezTo>
                      <a:pt x="4374" y="6510"/>
                      <a:pt x="5181" y="6175"/>
                      <a:pt x="5775" y="5580"/>
                    </a:cubicBezTo>
                    <a:cubicBezTo>
                      <a:pt x="6370" y="4985"/>
                      <a:pt x="6704" y="4178"/>
                      <a:pt x="6704" y="3337"/>
                    </a:cubicBezTo>
                    <a:cubicBezTo>
                      <a:pt x="6704" y="2495"/>
                      <a:pt x="6370" y="1688"/>
                      <a:pt x="5775" y="1093"/>
                    </a:cubicBezTo>
                    <a:cubicBezTo>
                      <a:pt x="5181" y="498"/>
                      <a:pt x="4374" y="164"/>
                      <a:pt x="3533" y="164"/>
                    </a:cubicBezTo>
                    <a:cubicBezTo>
                      <a:pt x="2692" y="164"/>
                      <a:pt x="1885" y="498"/>
                      <a:pt x="1290" y="1093"/>
                    </a:cubicBezTo>
                    <a:cubicBezTo>
                      <a:pt x="695" y="1688"/>
                      <a:pt x="361" y="2495"/>
                      <a:pt x="361" y="3337"/>
                    </a:cubicBezTo>
                    <a:cubicBezTo>
                      <a:pt x="361" y="4178"/>
                      <a:pt x="695" y="4985"/>
                      <a:pt x="1290" y="5580"/>
                    </a:cubicBezTo>
                    <a:cubicBezTo>
                      <a:pt x="1885" y="6175"/>
                      <a:pt x="2692" y="6510"/>
                      <a:pt x="3533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82" name="Freeform: Shape 1781">
                <a:extLst>
                  <a:ext uri="{FF2B5EF4-FFF2-40B4-BE49-F238E27FC236}">
                    <a16:creationId xmlns:a16="http://schemas.microsoft.com/office/drawing/2014/main" id="{E072EE25-7D3C-A155-C5EE-4B481A517D80}"/>
                  </a:ext>
                </a:extLst>
              </p:cNvPr>
              <p:cNvSpPr/>
              <p:nvPr/>
            </p:nvSpPr>
            <p:spPr>
              <a:xfrm>
                <a:off x="5434379" y="5572336"/>
                <a:ext cx="6343" cy="6345"/>
              </a:xfrm>
              <a:custGeom>
                <a:avLst/>
                <a:gdLst>
                  <a:gd name="connsiteX0" fmla="*/ 3533 w 6343"/>
                  <a:gd name="connsiteY0" fmla="*/ 6510 h 6345"/>
                  <a:gd name="connsiteX1" fmla="*/ 5775 w 6343"/>
                  <a:gd name="connsiteY1" fmla="*/ 5581 h 6345"/>
                  <a:gd name="connsiteX2" fmla="*/ 6704 w 6343"/>
                  <a:gd name="connsiteY2" fmla="*/ 3338 h 6345"/>
                  <a:gd name="connsiteX3" fmla="*/ 5775 w 6343"/>
                  <a:gd name="connsiteY3" fmla="*/ 1094 h 6345"/>
                  <a:gd name="connsiteX4" fmla="*/ 3533 w 6343"/>
                  <a:gd name="connsiteY4" fmla="*/ 165 h 6345"/>
                  <a:gd name="connsiteX5" fmla="*/ 1290 w 6343"/>
                  <a:gd name="connsiteY5" fmla="*/ 1094 h 6345"/>
                  <a:gd name="connsiteX6" fmla="*/ 361 w 6343"/>
                  <a:gd name="connsiteY6" fmla="*/ 3338 h 6345"/>
                  <a:gd name="connsiteX7" fmla="*/ 1290 w 6343"/>
                  <a:gd name="connsiteY7" fmla="*/ 5581 h 6345"/>
                  <a:gd name="connsiteX8" fmla="*/ 3533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3" y="6510"/>
                    </a:moveTo>
                    <a:cubicBezTo>
                      <a:pt x="4374" y="6510"/>
                      <a:pt x="5181" y="6176"/>
                      <a:pt x="5775" y="5581"/>
                    </a:cubicBezTo>
                    <a:cubicBezTo>
                      <a:pt x="6370" y="4986"/>
                      <a:pt x="6704" y="4179"/>
                      <a:pt x="6704" y="3338"/>
                    </a:cubicBezTo>
                    <a:cubicBezTo>
                      <a:pt x="6704" y="2496"/>
                      <a:pt x="6370" y="1689"/>
                      <a:pt x="5775" y="1094"/>
                    </a:cubicBezTo>
                    <a:cubicBezTo>
                      <a:pt x="5181" y="499"/>
                      <a:pt x="4374" y="165"/>
                      <a:pt x="3533" y="165"/>
                    </a:cubicBezTo>
                    <a:cubicBezTo>
                      <a:pt x="2692" y="165"/>
                      <a:pt x="1885" y="499"/>
                      <a:pt x="1290" y="1094"/>
                    </a:cubicBezTo>
                    <a:cubicBezTo>
                      <a:pt x="695" y="1689"/>
                      <a:pt x="361" y="2496"/>
                      <a:pt x="361" y="3338"/>
                    </a:cubicBezTo>
                    <a:cubicBezTo>
                      <a:pt x="361" y="4179"/>
                      <a:pt x="695" y="4986"/>
                      <a:pt x="1290" y="5581"/>
                    </a:cubicBezTo>
                    <a:cubicBezTo>
                      <a:pt x="1885" y="6176"/>
                      <a:pt x="2692" y="6510"/>
                      <a:pt x="3533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83" name="Freeform: Shape 1782">
                <a:extLst>
                  <a:ext uri="{FF2B5EF4-FFF2-40B4-BE49-F238E27FC236}">
                    <a16:creationId xmlns:a16="http://schemas.microsoft.com/office/drawing/2014/main" id="{699EB79E-81A7-3269-863A-CAFA7C237DA0}"/>
                  </a:ext>
                </a:extLst>
              </p:cNvPr>
              <p:cNvSpPr/>
              <p:nvPr/>
            </p:nvSpPr>
            <p:spPr>
              <a:xfrm>
                <a:off x="5417810" y="5583647"/>
                <a:ext cx="6343" cy="6345"/>
              </a:xfrm>
              <a:custGeom>
                <a:avLst/>
                <a:gdLst>
                  <a:gd name="connsiteX0" fmla="*/ 3531 w 6343"/>
                  <a:gd name="connsiteY0" fmla="*/ 6511 h 6345"/>
                  <a:gd name="connsiteX1" fmla="*/ 5774 w 6343"/>
                  <a:gd name="connsiteY1" fmla="*/ 5582 h 6345"/>
                  <a:gd name="connsiteX2" fmla="*/ 6703 w 6343"/>
                  <a:gd name="connsiteY2" fmla="*/ 3339 h 6345"/>
                  <a:gd name="connsiteX3" fmla="*/ 5774 w 6343"/>
                  <a:gd name="connsiteY3" fmla="*/ 1095 h 6345"/>
                  <a:gd name="connsiteX4" fmla="*/ 3531 w 6343"/>
                  <a:gd name="connsiteY4" fmla="*/ 166 h 6345"/>
                  <a:gd name="connsiteX5" fmla="*/ 1289 w 6343"/>
                  <a:gd name="connsiteY5" fmla="*/ 1095 h 6345"/>
                  <a:gd name="connsiteX6" fmla="*/ 360 w 6343"/>
                  <a:gd name="connsiteY6" fmla="*/ 3339 h 6345"/>
                  <a:gd name="connsiteX7" fmla="*/ 1289 w 6343"/>
                  <a:gd name="connsiteY7" fmla="*/ 5582 h 6345"/>
                  <a:gd name="connsiteX8" fmla="*/ 353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1" y="6511"/>
                    </a:moveTo>
                    <a:cubicBezTo>
                      <a:pt x="4373" y="6511"/>
                      <a:pt x="5179" y="6177"/>
                      <a:pt x="5774" y="5582"/>
                    </a:cubicBezTo>
                    <a:cubicBezTo>
                      <a:pt x="6369" y="4987"/>
                      <a:pt x="6703" y="4180"/>
                      <a:pt x="6703" y="3339"/>
                    </a:cubicBezTo>
                    <a:cubicBezTo>
                      <a:pt x="6703" y="2497"/>
                      <a:pt x="6369" y="1690"/>
                      <a:pt x="5774" y="1095"/>
                    </a:cubicBezTo>
                    <a:cubicBezTo>
                      <a:pt x="5179" y="500"/>
                      <a:pt x="4373" y="166"/>
                      <a:pt x="3531" y="166"/>
                    </a:cubicBezTo>
                    <a:cubicBezTo>
                      <a:pt x="2690" y="166"/>
                      <a:pt x="1884" y="500"/>
                      <a:pt x="1289" y="1095"/>
                    </a:cubicBezTo>
                    <a:cubicBezTo>
                      <a:pt x="694" y="1690"/>
                      <a:pt x="360" y="2497"/>
                      <a:pt x="360" y="3339"/>
                    </a:cubicBezTo>
                    <a:cubicBezTo>
                      <a:pt x="360" y="4180"/>
                      <a:pt x="694" y="4987"/>
                      <a:pt x="1289" y="5582"/>
                    </a:cubicBezTo>
                    <a:cubicBezTo>
                      <a:pt x="1884" y="6177"/>
                      <a:pt x="2690" y="6511"/>
                      <a:pt x="353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84" name="Freeform: Shape 1783">
                <a:extLst>
                  <a:ext uri="{FF2B5EF4-FFF2-40B4-BE49-F238E27FC236}">
                    <a16:creationId xmlns:a16="http://schemas.microsoft.com/office/drawing/2014/main" id="{F08A5F1A-CCFA-6403-033F-86DC86B253CB}"/>
                  </a:ext>
                </a:extLst>
              </p:cNvPr>
              <p:cNvSpPr/>
              <p:nvPr/>
            </p:nvSpPr>
            <p:spPr>
              <a:xfrm>
                <a:off x="5432516" y="5591860"/>
                <a:ext cx="6343" cy="6345"/>
              </a:xfrm>
              <a:custGeom>
                <a:avLst/>
                <a:gdLst>
                  <a:gd name="connsiteX0" fmla="*/ 3533 w 6343"/>
                  <a:gd name="connsiteY0" fmla="*/ 6512 h 6345"/>
                  <a:gd name="connsiteX1" fmla="*/ 5775 w 6343"/>
                  <a:gd name="connsiteY1" fmla="*/ 5583 h 6345"/>
                  <a:gd name="connsiteX2" fmla="*/ 6704 w 6343"/>
                  <a:gd name="connsiteY2" fmla="*/ 3339 h 6345"/>
                  <a:gd name="connsiteX3" fmla="*/ 5775 w 6343"/>
                  <a:gd name="connsiteY3" fmla="*/ 1096 h 6345"/>
                  <a:gd name="connsiteX4" fmla="*/ 3533 w 6343"/>
                  <a:gd name="connsiteY4" fmla="*/ 166 h 6345"/>
                  <a:gd name="connsiteX5" fmla="*/ 1290 w 6343"/>
                  <a:gd name="connsiteY5" fmla="*/ 1096 h 6345"/>
                  <a:gd name="connsiteX6" fmla="*/ 361 w 6343"/>
                  <a:gd name="connsiteY6" fmla="*/ 3339 h 6345"/>
                  <a:gd name="connsiteX7" fmla="*/ 1290 w 6343"/>
                  <a:gd name="connsiteY7" fmla="*/ 5583 h 6345"/>
                  <a:gd name="connsiteX8" fmla="*/ 3533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3" y="6512"/>
                    </a:moveTo>
                    <a:cubicBezTo>
                      <a:pt x="4374" y="6512"/>
                      <a:pt x="5180" y="6178"/>
                      <a:pt x="5775" y="5583"/>
                    </a:cubicBezTo>
                    <a:cubicBezTo>
                      <a:pt x="6370" y="4988"/>
                      <a:pt x="6704" y="4181"/>
                      <a:pt x="6704" y="3339"/>
                    </a:cubicBezTo>
                    <a:cubicBezTo>
                      <a:pt x="6704" y="2498"/>
                      <a:pt x="6370" y="1691"/>
                      <a:pt x="5775" y="1096"/>
                    </a:cubicBezTo>
                    <a:cubicBezTo>
                      <a:pt x="5180" y="501"/>
                      <a:pt x="4374" y="166"/>
                      <a:pt x="3533" y="166"/>
                    </a:cubicBezTo>
                    <a:cubicBezTo>
                      <a:pt x="2691" y="166"/>
                      <a:pt x="1885" y="501"/>
                      <a:pt x="1290" y="1096"/>
                    </a:cubicBezTo>
                    <a:cubicBezTo>
                      <a:pt x="695" y="1691"/>
                      <a:pt x="361" y="2498"/>
                      <a:pt x="361" y="3339"/>
                    </a:cubicBezTo>
                    <a:cubicBezTo>
                      <a:pt x="361" y="4181"/>
                      <a:pt x="695" y="4988"/>
                      <a:pt x="1290" y="5583"/>
                    </a:cubicBezTo>
                    <a:cubicBezTo>
                      <a:pt x="1885" y="6178"/>
                      <a:pt x="2691" y="6512"/>
                      <a:pt x="3533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85" name="Freeform: Shape 1784">
                <a:extLst>
                  <a:ext uri="{FF2B5EF4-FFF2-40B4-BE49-F238E27FC236}">
                    <a16:creationId xmlns:a16="http://schemas.microsoft.com/office/drawing/2014/main" id="{92801ACF-7BC4-D1D9-EF20-7F2784BC33A8}"/>
                  </a:ext>
                </a:extLst>
              </p:cNvPr>
              <p:cNvSpPr/>
              <p:nvPr/>
            </p:nvSpPr>
            <p:spPr>
              <a:xfrm>
                <a:off x="5430379" y="5601692"/>
                <a:ext cx="6343" cy="6345"/>
              </a:xfrm>
              <a:custGeom>
                <a:avLst/>
                <a:gdLst>
                  <a:gd name="connsiteX0" fmla="*/ 3532 w 6343"/>
                  <a:gd name="connsiteY0" fmla="*/ 6513 h 6345"/>
                  <a:gd name="connsiteX1" fmla="*/ 5775 w 6343"/>
                  <a:gd name="connsiteY1" fmla="*/ 5583 h 6345"/>
                  <a:gd name="connsiteX2" fmla="*/ 6704 w 6343"/>
                  <a:gd name="connsiteY2" fmla="*/ 3340 h 6345"/>
                  <a:gd name="connsiteX3" fmla="*/ 5775 w 6343"/>
                  <a:gd name="connsiteY3" fmla="*/ 1096 h 6345"/>
                  <a:gd name="connsiteX4" fmla="*/ 3532 w 6343"/>
                  <a:gd name="connsiteY4" fmla="*/ 167 h 6345"/>
                  <a:gd name="connsiteX5" fmla="*/ 1290 w 6343"/>
                  <a:gd name="connsiteY5" fmla="*/ 1096 h 6345"/>
                  <a:gd name="connsiteX6" fmla="*/ 361 w 6343"/>
                  <a:gd name="connsiteY6" fmla="*/ 3340 h 6345"/>
                  <a:gd name="connsiteX7" fmla="*/ 1290 w 6343"/>
                  <a:gd name="connsiteY7" fmla="*/ 5583 h 6345"/>
                  <a:gd name="connsiteX8" fmla="*/ 3532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2" y="6513"/>
                    </a:moveTo>
                    <a:cubicBezTo>
                      <a:pt x="4374" y="6513"/>
                      <a:pt x="5180" y="6178"/>
                      <a:pt x="5775" y="5583"/>
                    </a:cubicBezTo>
                    <a:cubicBezTo>
                      <a:pt x="6370" y="4988"/>
                      <a:pt x="6704" y="4181"/>
                      <a:pt x="6704" y="3340"/>
                    </a:cubicBezTo>
                    <a:cubicBezTo>
                      <a:pt x="6704" y="2499"/>
                      <a:pt x="6370" y="1691"/>
                      <a:pt x="5775" y="1096"/>
                    </a:cubicBezTo>
                    <a:cubicBezTo>
                      <a:pt x="5180" y="502"/>
                      <a:pt x="4374" y="167"/>
                      <a:pt x="3532" y="167"/>
                    </a:cubicBezTo>
                    <a:cubicBezTo>
                      <a:pt x="2691" y="167"/>
                      <a:pt x="1885" y="502"/>
                      <a:pt x="1290" y="1096"/>
                    </a:cubicBezTo>
                    <a:cubicBezTo>
                      <a:pt x="695" y="1691"/>
                      <a:pt x="361" y="2499"/>
                      <a:pt x="361" y="3340"/>
                    </a:cubicBezTo>
                    <a:cubicBezTo>
                      <a:pt x="361" y="4181"/>
                      <a:pt x="695" y="4988"/>
                      <a:pt x="1290" y="5583"/>
                    </a:cubicBezTo>
                    <a:cubicBezTo>
                      <a:pt x="1885" y="6178"/>
                      <a:pt x="2691" y="6513"/>
                      <a:pt x="3532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86" name="Freeform: Shape 1785">
                <a:extLst>
                  <a:ext uri="{FF2B5EF4-FFF2-40B4-BE49-F238E27FC236}">
                    <a16:creationId xmlns:a16="http://schemas.microsoft.com/office/drawing/2014/main" id="{C1835D70-EDD0-75CA-0396-392278061F23}"/>
                  </a:ext>
                </a:extLst>
              </p:cNvPr>
              <p:cNvSpPr/>
              <p:nvPr/>
            </p:nvSpPr>
            <p:spPr>
              <a:xfrm>
                <a:off x="5346271" y="5618026"/>
                <a:ext cx="6343" cy="6345"/>
              </a:xfrm>
              <a:custGeom>
                <a:avLst/>
                <a:gdLst>
                  <a:gd name="connsiteX0" fmla="*/ 3526 w 6343"/>
                  <a:gd name="connsiteY0" fmla="*/ 6514 h 6345"/>
                  <a:gd name="connsiteX1" fmla="*/ 5768 w 6343"/>
                  <a:gd name="connsiteY1" fmla="*/ 5585 h 6345"/>
                  <a:gd name="connsiteX2" fmla="*/ 6697 w 6343"/>
                  <a:gd name="connsiteY2" fmla="*/ 3341 h 6345"/>
                  <a:gd name="connsiteX3" fmla="*/ 5768 w 6343"/>
                  <a:gd name="connsiteY3" fmla="*/ 1098 h 6345"/>
                  <a:gd name="connsiteX4" fmla="*/ 3526 w 6343"/>
                  <a:gd name="connsiteY4" fmla="*/ 169 h 6345"/>
                  <a:gd name="connsiteX5" fmla="*/ 1283 w 6343"/>
                  <a:gd name="connsiteY5" fmla="*/ 1098 h 6345"/>
                  <a:gd name="connsiteX6" fmla="*/ 354 w 6343"/>
                  <a:gd name="connsiteY6" fmla="*/ 3341 h 6345"/>
                  <a:gd name="connsiteX7" fmla="*/ 1283 w 6343"/>
                  <a:gd name="connsiteY7" fmla="*/ 5585 h 6345"/>
                  <a:gd name="connsiteX8" fmla="*/ 3526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6" y="6514"/>
                    </a:moveTo>
                    <a:cubicBezTo>
                      <a:pt x="4367" y="6514"/>
                      <a:pt x="5174" y="6180"/>
                      <a:pt x="5768" y="5585"/>
                    </a:cubicBezTo>
                    <a:cubicBezTo>
                      <a:pt x="6363" y="4990"/>
                      <a:pt x="6697" y="4183"/>
                      <a:pt x="6697" y="3341"/>
                    </a:cubicBezTo>
                    <a:cubicBezTo>
                      <a:pt x="6697" y="2500"/>
                      <a:pt x="6363" y="1693"/>
                      <a:pt x="5768" y="1098"/>
                    </a:cubicBezTo>
                    <a:cubicBezTo>
                      <a:pt x="5174" y="503"/>
                      <a:pt x="4367" y="169"/>
                      <a:pt x="3526" y="169"/>
                    </a:cubicBezTo>
                    <a:cubicBezTo>
                      <a:pt x="2685" y="169"/>
                      <a:pt x="1878" y="503"/>
                      <a:pt x="1283" y="1098"/>
                    </a:cubicBezTo>
                    <a:cubicBezTo>
                      <a:pt x="688" y="1693"/>
                      <a:pt x="354" y="2500"/>
                      <a:pt x="354" y="3341"/>
                    </a:cubicBezTo>
                    <a:cubicBezTo>
                      <a:pt x="354" y="4183"/>
                      <a:pt x="688" y="4990"/>
                      <a:pt x="1283" y="5585"/>
                    </a:cubicBezTo>
                    <a:cubicBezTo>
                      <a:pt x="1878" y="6180"/>
                      <a:pt x="2685" y="6514"/>
                      <a:pt x="3526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87" name="Freeform: Shape 1786">
                <a:extLst>
                  <a:ext uri="{FF2B5EF4-FFF2-40B4-BE49-F238E27FC236}">
                    <a16:creationId xmlns:a16="http://schemas.microsoft.com/office/drawing/2014/main" id="{894F3D8A-B168-1F49-A2D7-D557A418A9A6}"/>
                  </a:ext>
                </a:extLst>
              </p:cNvPr>
              <p:cNvSpPr/>
              <p:nvPr/>
            </p:nvSpPr>
            <p:spPr>
              <a:xfrm>
                <a:off x="5346870" y="5627077"/>
                <a:ext cx="6343" cy="6345"/>
              </a:xfrm>
              <a:custGeom>
                <a:avLst/>
                <a:gdLst>
                  <a:gd name="connsiteX0" fmla="*/ 3526 w 6343"/>
                  <a:gd name="connsiteY0" fmla="*/ 6515 h 6345"/>
                  <a:gd name="connsiteX1" fmla="*/ 5768 w 6343"/>
                  <a:gd name="connsiteY1" fmla="*/ 5585 h 6345"/>
                  <a:gd name="connsiteX2" fmla="*/ 6697 w 6343"/>
                  <a:gd name="connsiteY2" fmla="*/ 3342 h 6345"/>
                  <a:gd name="connsiteX3" fmla="*/ 5768 w 6343"/>
                  <a:gd name="connsiteY3" fmla="*/ 1098 h 6345"/>
                  <a:gd name="connsiteX4" fmla="*/ 3526 w 6343"/>
                  <a:gd name="connsiteY4" fmla="*/ 169 h 6345"/>
                  <a:gd name="connsiteX5" fmla="*/ 1283 w 6343"/>
                  <a:gd name="connsiteY5" fmla="*/ 1098 h 6345"/>
                  <a:gd name="connsiteX6" fmla="*/ 354 w 6343"/>
                  <a:gd name="connsiteY6" fmla="*/ 3342 h 6345"/>
                  <a:gd name="connsiteX7" fmla="*/ 1283 w 6343"/>
                  <a:gd name="connsiteY7" fmla="*/ 5585 h 6345"/>
                  <a:gd name="connsiteX8" fmla="*/ 3526 w 6343"/>
                  <a:gd name="connsiteY8" fmla="*/ 651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6" y="6515"/>
                    </a:moveTo>
                    <a:cubicBezTo>
                      <a:pt x="4367" y="6515"/>
                      <a:pt x="5174" y="6180"/>
                      <a:pt x="5768" y="5585"/>
                    </a:cubicBezTo>
                    <a:cubicBezTo>
                      <a:pt x="6363" y="4990"/>
                      <a:pt x="6697" y="4183"/>
                      <a:pt x="6697" y="3342"/>
                    </a:cubicBezTo>
                    <a:cubicBezTo>
                      <a:pt x="6697" y="2501"/>
                      <a:pt x="6363" y="1693"/>
                      <a:pt x="5768" y="1098"/>
                    </a:cubicBezTo>
                    <a:cubicBezTo>
                      <a:pt x="5174" y="504"/>
                      <a:pt x="4367" y="169"/>
                      <a:pt x="3526" y="169"/>
                    </a:cubicBezTo>
                    <a:cubicBezTo>
                      <a:pt x="2685" y="169"/>
                      <a:pt x="1878" y="504"/>
                      <a:pt x="1283" y="1098"/>
                    </a:cubicBezTo>
                    <a:cubicBezTo>
                      <a:pt x="688" y="1693"/>
                      <a:pt x="354" y="2501"/>
                      <a:pt x="354" y="3342"/>
                    </a:cubicBezTo>
                    <a:cubicBezTo>
                      <a:pt x="354" y="4183"/>
                      <a:pt x="688" y="4990"/>
                      <a:pt x="1283" y="5585"/>
                    </a:cubicBezTo>
                    <a:cubicBezTo>
                      <a:pt x="1878" y="6180"/>
                      <a:pt x="2685" y="6515"/>
                      <a:pt x="3526" y="6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88" name="Freeform: Shape 1787">
                <a:extLst>
                  <a:ext uri="{FF2B5EF4-FFF2-40B4-BE49-F238E27FC236}">
                    <a16:creationId xmlns:a16="http://schemas.microsoft.com/office/drawing/2014/main" id="{04A6B213-8958-0DA6-4830-3FF8D054FC87}"/>
                  </a:ext>
                </a:extLst>
              </p:cNvPr>
              <p:cNvSpPr/>
              <p:nvPr/>
            </p:nvSpPr>
            <p:spPr>
              <a:xfrm>
                <a:off x="5419604" y="5631265"/>
                <a:ext cx="6343" cy="6345"/>
              </a:xfrm>
              <a:custGeom>
                <a:avLst/>
                <a:gdLst>
                  <a:gd name="connsiteX0" fmla="*/ 3532 w 6343"/>
                  <a:gd name="connsiteY0" fmla="*/ 6515 h 6345"/>
                  <a:gd name="connsiteX1" fmla="*/ 5774 w 6343"/>
                  <a:gd name="connsiteY1" fmla="*/ 5586 h 6345"/>
                  <a:gd name="connsiteX2" fmla="*/ 6703 w 6343"/>
                  <a:gd name="connsiteY2" fmla="*/ 3342 h 6345"/>
                  <a:gd name="connsiteX3" fmla="*/ 5774 w 6343"/>
                  <a:gd name="connsiteY3" fmla="*/ 1099 h 6345"/>
                  <a:gd name="connsiteX4" fmla="*/ 3532 w 6343"/>
                  <a:gd name="connsiteY4" fmla="*/ 170 h 6345"/>
                  <a:gd name="connsiteX5" fmla="*/ 1289 w 6343"/>
                  <a:gd name="connsiteY5" fmla="*/ 1099 h 6345"/>
                  <a:gd name="connsiteX6" fmla="*/ 360 w 6343"/>
                  <a:gd name="connsiteY6" fmla="*/ 3342 h 6345"/>
                  <a:gd name="connsiteX7" fmla="*/ 1289 w 6343"/>
                  <a:gd name="connsiteY7" fmla="*/ 5586 h 6345"/>
                  <a:gd name="connsiteX8" fmla="*/ 3532 w 6343"/>
                  <a:gd name="connsiteY8" fmla="*/ 651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2" y="6515"/>
                    </a:moveTo>
                    <a:cubicBezTo>
                      <a:pt x="4373" y="6515"/>
                      <a:pt x="5179" y="6181"/>
                      <a:pt x="5774" y="5586"/>
                    </a:cubicBezTo>
                    <a:cubicBezTo>
                      <a:pt x="6369" y="4991"/>
                      <a:pt x="6703" y="4184"/>
                      <a:pt x="6703" y="3342"/>
                    </a:cubicBezTo>
                    <a:cubicBezTo>
                      <a:pt x="6703" y="2501"/>
                      <a:pt x="6369" y="1694"/>
                      <a:pt x="5774" y="1099"/>
                    </a:cubicBezTo>
                    <a:cubicBezTo>
                      <a:pt x="5179" y="504"/>
                      <a:pt x="4373" y="170"/>
                      <a:pt x="3532" y="170"/>
                    </a:cubicBezTo>
                    <a:cubicBezTo>
                      <a:pt x="2690" y="170"/>
                      <a:pt x="1884" y="504"/>
                      <a:pt x="1289" y="1099"/>
                    </a:cubicBezTo>
                    <a:cubicBezTo>
                      <a:pt x="694" y="1694"/>
                      <a:pt x="360" y="2501"/>
                      <a:pt x="360" y="3342"/>
                    </a:cubicBezTo>
                    <a:cubicBezTo>
                      <a:pt x="360" y="4184"/>
                      <a:pt x="694" y="4991"/>
                      <a:pt x="1289" y="5586"/>
                    </a:cubicBezTo>
                    <a:cubicBezTo>
                      <a:pt x="1884" y="6181"/>
                      <a:pt x="2690" y="6515"/>
                      <a:pt x="3532" y="6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89" name="Freeform: Shape 1788">
                <a:extLst>
                  <a:ext uri="{FF2B5EF4-FFF2-40B4-BE49-F238E27FC236}">
                    <a16:creationId xmlns:a16="http://schemas.microsoft.com/office/drawing/2014/main" id="{18DECE59-F3D8-E9BB-1DB9-1469C5AA06EB}"/>
                  </a:ext>
                </a:extLst>
              </p:cNvPr>
              <p:cNvSpPr/>
              <p:nvPr/>
            </p:nvSpPr>
            <p:spPr>
              <a:xfrm>
                <a:off x="5415461" y="5641051"/>
                <a:ext cx="6343" cy="6345"/>
              </a:xfrm>
              <a:custGeom>
                <a:avLst/>
                <a:gdLst>
                  <a:gd name="connsiteX0" fmla="*/ 3531 w 6343"/>
                  <a:gd name="connsiteY0" fmla="*/ 6516 h 6345"/>
                  <a:gd name="connsiteX1" fmla="*/ 5774 w 6343"/>
                  <a:gd name="connsiteY1" fmla="*/ 5586 h 6345"/>
                  <a:gd name="connsiteX2" fmla="*/ 6703 w 6343"/>
                  <a:gd name="connsiteY2" fmla="*/ 3343 h 6345"/>
                  <a:gd name="connsiteX3" fmla="*/ 5774 w 6343"/>
                  <a:gd name="connsiteY3" fmla="*/ 1100 h 6345"/>
                  <a:gd name="connsiteX4" fmla="*/ 3531 w 6343"/>
                  <a:gd name="connsiteY4" fmla="*/ 170 h 6345"/>
                  <a:gd name="connsiteX5" fmla="*/ 1289 w 6343"/>
                  <a:gd name="connsiteY5" fmla="*/ 1100 h 6345"/>
                  <a:gd name="connsiteX6" fmla="*/ 360 w 6343"/>
                  <a:gd name="connsiteY6" fmla="*/ 3343 h 6345"/>
                  <a:gd name="connsiteX7" fmla="*/ 1289 w 6343"/>
                  <a:gd name="connsiteY7" fmla="*/ 5586 h 6345"/>
                  <a:gd name="connsiteX8" fmla="*/ 3531 w 6343"/>
                  <a:gd name="connsiteY8" fmla="*/ 651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1" y="6516"/>
                    </a:moveTo>
                    <a:cubicBezTo>
                      <a:pt x="4372" y="6516"/>
                      <a:pt x="5179" y="6181"/>
                      <a:pt x="5774" y="5586"/>
                    </a:cubicBezTo>
                    <a:cubicBezTo>
                      <a:pt x="6369" y="4992"/>
                      <a:pt x="6703" y="4184"/>
                      <a:pt x="6703" y="3343"/>
                    </a:cubicBezTo>
                    <a:cubicBezTo>
                      <a:pt x="6703" y="2502"/>
                      <a:pt x="6369" y="1695"/>
                      <a:pt x="5774" y="1100"/>
                    </a:cubicBezTo>
                    <a:cubicBezTo>
                      <a:pt x="5179" y="505"/>
                      <a:pt x="4372" y="170"/>
                      <a:pt x="3531" y="170"/>
                    </a:cubicBezTo>
                    <a:cubicBezTo>
                      <a:pt x="2690" y="170"/>
                      <a:pt x="1883" y="505"/>
                      <a:pt x="1289" y="1100"/>
                    </a:cubicBezTo>
                    <a:cubicBezTo>
                      <a:pt x="694" y="1695"/>
                      <a:pt x="360" y="2502"/>
                      <a:pt x="360" y="3343"/>
                    </a:cubicBezTo>
                    <a:cubicBezTo>
                      <a:pt x="360" y="4184"/>
                      <a:pt x="694" y="4992"/>
                      <a:pt x="1289" y="5586"/>
                    </a:cubicBezTo>
                    <a:cubicBezTo>
                      <a:pt x="1883" y="6181"/>
                      <a:pt x="2690" y="6516"/>
                      <a:pt x="3531" y="651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90" name="Freeform: Shape 1789">
                <a:extLst>
                  <a:ext uri="{FF2B5EF4-FFF2-40B4-BE49-F238E27FC236}">
                    <a16:creationId xmlns:a16="http://schemas.microsoft.com/office/drawing/2014/main" id="{2BC59A55-4FC6-E651-963B-4DF027AA56AB}"/>
                  </a:ext>
                </a:extLst>
              </p:cNvPr>
              <p:cNvSpPr/>
              <p:nvPr/>
            </p:nvSpPr>
            <p:spPr>
              <a:xfrm>
                <a:off x="5413871" y="5650638"/>
                <a:ext cx="6343" cy="6345"/>
              </a:xfrm>
              <a:custGeom>
                <a:avLst/>
                <a:gdLst>
                  <a:gd name="connsiteX0" fmla="*/ 3531 w 6343"/>
                  <a:gd name="connsiteY0" fmla="*/ 6516 h 6345"/>
                  <a:gd name="connsiteX1" fmla="*/ 5774 w 6343"/>
                  <a:gd name="connsiteY1" fmla="*/ 5587 h 6345"/>
                  <a:gd name="connsiteX2" fmla="*/ 6703 w 6343"/>
                  <a:gd name="connsiteY2" fmla="*/ 3344 h 6345"/>
                  <a:gd name="connsiteX3" fmla="*/ 5774 w 6343"/>
                  <a:gd name="connsiteY3" fmla="*/ 1100 h 6345"/>
                  <a:gd name="connsiteX4" fmla="*/ 3531 w 6343"/>
                  <a:gd name="connsiteY4" fmla="*/ 171 h 6345"/>
                  <a:gd name="connsiteX5" fmla="*/ 1289 w 6343"/>
                  <a:gd name="connsiteY5" fmla="*/ 1100 h 6345"/>
                  <a:gd name="connsiteX6" fmla="*/ 360 w 6343"/>
                  <a:gd name="connsiteY6" fmla="*/ 3344 h 6345"/>
                  <a:gd name="connsiteX7" fmla="*/ 1289 w 6343"/>
                  <a:gd name="connsiteY7" fmla="*/ 5587 h 6345"/>
                  <a:gd name="connsiteX8" fmla="*/ 3531 w 6343"/>
                  <a:gd name="connsiteY8" fmla="*/ 651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1" y="6516"/>
                    </a:moveTo>
                    <a:cubicBezTo>
                      <a:pt x="4372" y="6516"/>
                      <a:pt x="5179" y="6182"/>
                      <a:pt x="5774" y="5587"/>
                    </a:cubicBezTo>
                    <a:cubicBezTo>
                      <a:pt x="6369" y="4992"/>
                      <a:pt x="6703" y="4185"/>
                      <a:pt x="6703" y="3344"/>
                    </a:cubicBezTo>
                    <a:cubicBezTo>
                      <a:pt x="6703" y="2502"/>
                      <a:pt x="6369" y="1695"/>
                      <a:pt x="5774" y="1100"/>
                    </a:cubicBezTo>
                    <a:cubicBezTo>
                      <a:pt x="5179" y="505"/>
                      <a:pt x="4372" y="171"/>
                      <a:pt x="3531" y="171"/>
                    </a:cubicBezTo>
                    <a:cubicBezTo>
                      <a:pt x="2690" y="171"/>
                      <a:pt x="1883" y="505"/>
                      <a:pt x="1289" y="1100"/>
                    </a:cubicBezTo>
                    <a:cubicBezTo>
                      <a:pt x="694" y="1695"/>
                      <a:pt x="360" y="2502"/>
                      <a:pt x="360" y="3344"/>
                    </a:cubicBezTo>
                    <a:cubicBezTo>
                      <a:pt x="360" y="4185"/>
                      <a:pt x="694" y="4992"/>
                      <a:pt x="1289" y="5587"/>
                    </a:cubicBezTo>
                    <a:cubicBezTo>
                      <a:pt x="1883" y="6182"/>
                      <a:pt x="2690" y="6516"/>
                      <a:pt x="3531" y="651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91" name="Freeform: Shape 1790">
                <a:extLst>
                  <a:ext uri="{FF2B5EF4-FFF2-40B4-BE49-F238E27FC236}">
                    <a16:creationId xmlns:a16="http://schemas.microsoft.com/office/drawing/2014/main" id="{CEA8DE85-6D2A-78F4-768A-0AB127D98ED0}"/>
                  </a:ext>
                </a:extLst>
              </p:cNvPr>
              <p:cNvSpPr/>
              <p:nvPr/>
            </p:nvSpPr>
            <p:spPr>
              <a:xfrm>
                <a:off x="5412651" y="5660181"/>
                <a:ext cx="6343" cy="6345"/>
              </a:xfrm>
              <a:custGeom>
                <a:avLst/>
                <a:gdLst>
                  <a:gd name="connsiteX0" fmla="*/ 3531 w 6343"/>
                  <a:gd name="connsiteY0" fmla="*/ 6517 h 6345"/>
                  <a:gd name="connsiteX1" fmla="*/ 5774 w 6343"/>
                  <a:gd name="connsiteY1" fmla="*/ 5588 h 6345"/>
                  <a:gd name="connsiteX2" fmla="*/ 6703 w 6343"/>
                  <a:gd name="connsiteY2" fmla="*/ 3345 h 6345"/>
                  <a:gd name="connsiteX3" fmla="*/ 5774 w 6343"/>
                  <a:gd name="connsiteY3" fmla="*/ 1101 h 6345"/>
                  <a:gd name="connsiteX4" fmla="*/ 3531 w 6343"/>
                  <a:gd name="connsiteY4" fmla="*/ 172 h 6345"/>
                  <a:gd name="connsiteX5" fmla="*/ 1288 w 6343"/>
                  <a:gd name="connsiteY5" fmla="*/ 1101 h 6345"/>
                  <a:gd name="connsiteX6" fmla="*/ 359 w 6343"/>
                  <a:gd name="connsiteY6" fmla="*/ 3345 h 6345"/>
                  <a:gd name="connsiteX7" fmla="*/ 1288 w 6343"/>
                  <a:gd name="connsiteY7" fmla="*/ 5588 h 6345"/>
                  <a:gd name="connsiteX8" fmla="*/ 3531 w 6343"/>
                  <a:gd name="connsiteY8" fmla="*/ 651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1" y="6517"/>
                    </a:moveTo>
                    <a:cubicBezTo>
                      <a:pt x="4372" y="6517"/>
                      <a:pt x="5179" y="6183"/>
                      <a:pt x="5774" y="5588"/>
                    </a:cubicBezTo>
                    <a:cubicBezTo>
                      <a:pt x="6368" y="4993"/>
                      <a:pt x="6703" y="4186"/>
                      <a:pt x="6703" y="3345"/>
                    </a:cubicBezTo>
                    <a:cubicBezTo>
                      <a:pt x="6703" y="2503"/>
                      <a:pt x="6368" y="1696"/>
                      <a:pt x="5774" y="1101"/>
                    </a:cubicBezTo>
                    <a:cubicBezTo>
                      <a:pt x="5179" y="506"/>
                      <a:pt x="4372" y="172"/>
                      <a:pt x="3531" y="172"/>
                    </a:cubicBezTo>
                    <a:cubicBezTo>
                      <a:pt x="2690" y="172"/>
                      <a:pt x="1883" y="506"/>
                      <a:pt x="1288" y="1101"/>
                    </a:cubicBezTo>
                    <a:cubicBezTo>
                      <a:pt x="694" y="1696"/>
                      <a:pt x="359" y="2503"/>
                      <a:pt x="359" y="3345"/>
                    </a:cubicBezTo>
                    <a:cubicBezTo>
                      <a:pt x="359" y="4186"/>
                      <a:pt x="694" y="4993"/>
                      <a:pt x="1288" y="5588"/>
                    </a:cubicBezTo>
                    <a:cubicBezTo>
                      <a:pt x="1883" y="6183"/>
                      <a:pt x="2690" y="6517"/>
                      <a:pt x="3531" y="651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92" name="Freeform: Shape 1791">
                <a:extLst>
                  <a:ext uri="{FF2B5EF4-FFF2-40B4-BE49-F238E27FC236}">
                    <a16:creationId xmlns:a16="http://schemas.microsoft.com/office/drawing/2014/main" id="{B0EAD22C-9920-2083-0308-7B80964CCDD9}"/>
                  </a:ext>
                </a:extLst>
              </p:cNvPr>
              <p:cNvSpPr/>
              <p:nvPr/>
            </p:nvSpPr>
            <p:spPr>
              <a:xfrm>
                <a:off x="5410276" y="5669752"/>
                <a:ext cx="6343" cy="6345"/>
              </a:xfrm>
              <a:custGeom>
                <a:avLst/>
                <a:gdLst>
                  <a:gd name="connsiteX0" fmla="*/ 3531 w 6343"/>
                  <a:gd name="connsiteY0" fmla="*/ 6518 h 6345"/>
                  <a:gd name="connsiteX1" fmla="*/ 5773 w 6343"/>
                  <a:gd name="connsiteY1" fmla="*/ 5589 h 6345"/>
                  <a:gd name="connsiteX2" fmla="*/ 6702 w 6343"/>
                  <a:gd name="connsiteY2" fmla="*/ 3345 h 6345"/>
                  <a:gd name="connsiteX3" fmla="*/ 5773 w 6343"/>
                  <a:gd name="connsiteY3" fmla="*/ 1102 h 6345"/>
                  <a:gd name="connsiteX4" fmla="*/ 3531 w 6343"/>
                  <a:gd name="connsiteY4" fmla="*/ 173 h 6345"/>
                  <a:gd name="connsiteX5" fmla="*/ 1288 w 6343"/>
                  <a:gd name="connsiteY5" fmla="*/ 1102 h 6345"/>
                  <a:gd name="connsiteX6" fmla="*/ 359 w 6343"/>
                  <a:gd name="connsiteY6" fmla="*/ 3345 h 6345"/>
                  <a:gd name="connsiteX7" fmla="*/ 1288 w 6343"/>
                  <a:gd name="connsiteY7" fmla="*/ 5589 h 6345"/>
                  <a:gd name="connsiteX8" fmla="*/ 3531 w 6343"/>
                  <a:gd name="connsiteY8" fmla="*/ 651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1" y="6518"/>
                    </a:moveTo>
                    <a:cubicBezTo>
                      <a:pt x="4372" y="6518"/>
                      <a:pt x="5179" y="6184"/>
                      <a:pt x="5773" y="5589"/>
                    </a:cubicBezTo>
                    <a:cubicBezTo>
                      <a:pt x="6368" y="4994"/>
                      <a:pt x="6702" y="4187"/>
                      <a:pt x="6702" y="3345"/>
                    </a:cubicBezTo>
                    <a:cubicBezTo>
                      <a:pt x="6702" y="2504"/>
                      <a:pt x="6368" y="1697"/>
                      <a:pt x="5773" y="1102"/>
                    </a:cubicBezTo>
                    <a:cubicBezTo>
                      <a:pt x="5179" y="507"/>
                      <a:pt x="4372" y="173"/>
                      <a:pt x="3531" y="173"/>
                    </a:cubicBezTo>
                    <a:cubicBezTo>
                      <a:pt x="2690" y="173"/>
                      <a:pt x="1883" y="507"/>
                      <a:pt x="1288" y="1102"/>
                    </a:cubicBezTo>
                    <a:cubicBezTo>
                      <a:pt x="693" y="1697"/>
                      <a:pt x="359" y="2504"/>
                      <a:pt x="359" y="3345"/>
                    </a:cubicBezTo>
                    <a:cubicBezTo>
                      <a:pt x="359" y="4187"/>
                      <a:pt x="693" y="4994"/>
                      <a:pt x="1288" y="5589"/>
                    </a:cubicBezTo>
                    <a:cubicBezTo>
                      <a:pt x="1883" y="6184"/>
                      <a:pt x="2690" y="6518"/>
                      <a:pt x="3531" y="65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93" name="Freeform: Shape 1792">
                <a:extLst>
                  <a:ext uri="{FF2B5EF4-FFF2-40B4-BE49-F238E27FC236}">
                    <a16:creationId xmlns:a16="http://schemas.microsoft.com/office/drawing/2014/main" id="{C62A1F88-DBB6-8F87-D446-3E45385D0CBC}"/>
                  </a:ext>
                </a:extLst>
              </p:cNvPr>
              <p:cNvSpPr/>
              <p:nvPr/>
            </p:nvSpPr>
            <p:spPr>
              <a:xfrm>
                <a:off x="5406874" y="5688753"/>
                <a:ext cx="6343" cy="6345"/>
              </a:xfrm>
              <a:custGeom>
                <a:avLst/>
                <a:gdLst>
                  <a:gd name="connsiteX0" fmla="*/ 3531 w 6343"/>
                  <a:gd name="connsiteY0" fmla="*/ 6519 h 6345"/>
                  <a:gd name="connsiteX1" fmla="*/ 5773 w 6343"/>
                  <a:gd name="connsiteY1" fmla="*/ 5590 h 6345"/>
                  <a:gd name="connsiteX2" fmla="*/ 6702 w 6343"/>
                  <a:gd name="connsiteY2" fmla="*/ 3347 h 6345"/>
                  <a:gd name="connsiteX3" fmla="*/ 5773 w 6343"/>
                  <a:gd name="connsiteY3" fmla="*/ 1103 h 6345"/>
                  <a:gd name="connsiteX4" fmla="*/ 3531 w 6343"/>
                  <a:gd name="connsiteY4" fmla="*/ 174 h 6345"/>
                  <a:gd name="connsiteX5" fmla="*/ 1288 w 6343"/>
                  <a:gd name="connsiteY5" fmla="*/ 1103 h 6345"/>
                  <a:gd name="connsiteX6" fmla="*/ 359 w 6343"/>
                  <a:gd name="connsiteY6" fmla="*/ 3347 h 6345"/>
                  <a:gd name="connsiteX7" fmla="*/ 1288 w 6343"/>
                  <a:gd name="connsiteY7" fmla="*/ 5590 h 6345"/>
                  <a:gd name="connsiteX8" fmla="*/ 3531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1" y="6519"/>
                    </a:moveTo>
                    <a:cubicBezTo>
                      <a:pt x="4372" y="6519"/>
                      <a:pt x="5178" y="6185"/>
                      <a:pt x="5773" y="5590"/>
                    </a:cubicBezTo>
                    <a:cubicBezTo>
                      <a:pt x="6368" y="4995"/>
                      <a:pt x="6702" y="4188"/>
                      <a:pt x="6702" y="3347"/>
                    </a:cubicBezTo>
                    <a:cubicBezTo>
                      <a:pt x="6702" y="2505"/>
                      <a:pt x="6368" y="1698"/>
                      <a:pt x="5773" y="1103"/>
                    </a:cubicBezTo>
                    <a:cubicBezTo>
                      <a:pt x="5178" y="508"/>
                      <a:pt x="4372" y="174"/>
                      <a:pt x="3531" y="174"/>
                    </a:cubicBezTo>
                    <a:cubicBezTo>
                      <a:pt x="2689" y="174"/>
                      <a:pt x="1883" y="508"/>
                      <a:pt x="1288" y="1103"/>
                    </a:cubicBezTo>
                    <a:cubicBezTo>
                      <a:pt x="693" y="1698"/>
                      <a:pt x="359" y="2505"/>
                      <a:pt x="359" y="3347"/>
                    </a:cubicBezTo>
                    <a:cubicBezTo>
                      <a:pt x="359" y="4188"/>
                      <a:pt x="693" y="4995"/>
                      <a:pt x="1288" y="5590"/>
                    </a:cubicBezTo>
                    <a:cubicBezTo>
                      <a:pt x="1883" y="6185"/>
                      <a:pt x="2689" y="6519"/>
                      <a:pt x="3531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94" name="Freeform: Shape 1793">
                <a:extLst>
                  <a:ext uri="{FF2B5EF4-FFF2-40B4-BE49-F238E27FC236}">
                    <a16:creationId xmlns:a16="http://schemas.microsoft.com/office/drawing/2014/main" id="{3B27CAE9-7496-8592-521E-8383FE078F90}"/>
                  </a:ext>
                </a:extLst>
              </p:cNvPr>
              <p:cNvSpPr/>
              <p:nvPr/>
            </p:nvSpPr>
            <p:spPr>
              <a:xfrm>
                <a:off x="5402561" y="5698280"/>
                <a:ext cx="6343" cy="6345"/>
              </a:xfrm>
              <a:custGeom>
                <a:avLst/>
                <a:gdLst>
                  <a:gd name="connsiteX0" fmla="*/ 3530 w 6343"/>
                  <a:gd name="connsiteY0" fmla="*/ 6520 h 6345"/>
                  <a:gd name="connsiteX1" fmla="*/ 5773 w 6343"/>
                  <a:gd name="connsiteY1" fmla="*/ 5591 h 6345"/>
                  <a:gd name="connsiteX2" fmla="*/ 6702 w 6343"/>
                  <a:gd name="connsiteY2" fmla="*/ 3348 h 6345"/>
                  <a:gd name="connsiteX3" fmla="*/ 5773 w 6343"/>
                  <a:gd name="connsiteY3" fmla="*/ 1104 h 6345"/>
                  <a:gd name="connsiteX4" fmla="*/ 3530 w 6343"/>
                  <a:gd name="connsiteY4" fmla="*/ 175 h 6345"/>
                  <a:gd name="connsiteX5" fmla="*/ 1288 w 6343"/>
                  <a:gd name="connsiteY5" fmla="*/ 1104 h 6345"/>
                  <a:gd name="connsiteX6" fmla="*/ 359 w 6343"/>
                  <a:gd name="connsiteY6" fmla="*/ 3348 h 6345"/>
                  <a:gd name="connsiteX7" fmla="*/ 1288 w 6343"/>
                  <a:gd name="connsiteY7" fmla="*/ 5591 h 6345"/>
                  <a:gd name="connsiteX8" fmla="*/ 3530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0" y="6520"/>
                    </a:moveTo>
                    <a:cubicBezTo>
                      <a:pt x="4371" y="6520"/>
                      <a:pt x="5178" y="6186"/>
                      <a:pt x="5773" y="5591"/>
                    </a:cubicBezTo>
                    <a:cubicBezTo>
                      <a:pt x="6368" y="4996"/>
                      <a:pt x="6702" y="4189"/>
                      <a:pt x="6702" y="3348"/>
                    </a:cubicBezTo>
                    <a:cubicBezTo>
                      <a:pt x="6702" y="2506"/>
                      <a:pt x="6368" y="1699"/>
                      <a:pt x="5773" y="1104"/>
                    </a:cubicBezTo>
                    <a:cubicBezTo>
                      <a:pt x="5178" y="509"/>
                      <a:pt x="4371" y="175"/>
                      <a:pt x="3530" y="175"/>
                    </a:cubicBezTo>
                    <a:cubicBezTo>
                      <a:pt x="2689" y="175"/>
                      <a:pt x="1882" y="509"/>
                      <a:pt x="1288" y="1104"/>
                    </a:cubicBezTo>
                    <a:cubicBezTo>
                      <a:pt x="693" y="1699"/>
                      <a:pt x="359" y="2506"/>
                      <a:pt x="359" y="3348"/>
                    </a:cubicBezTo>
                    <a:cubicBezTo>
                      <a:pt x="359" y="4189"/>
                      <a:pt x="693" y="4996"/>
                      <a:pt x="1288" y="5591"/>
                    </a:cubicBezTo>
                    <a:cubicBezTo>
                      <a:pt x="1882" y="6186"/>
                      <a:pt x="2689" y="6520"/>
                      <a:pt x="3530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95" name="Freeform: Shape 1794">
                <a:extLst>
                  <a:ext uri="{FF2B5EF4-FFF2-40B4-BE49-F238E27FC236}">
                    <a16:creationId xmlns:a16="http://schemas.microsoft.com/office/drawing/2014/main" id="{10D27CD9-A0D1-D2E9-CE84-3E3E1D6D3250}"/>
                  </a:ext>
                </a:extLst>
              </p:cNvPr>
              <p:cNvSpPr/>
              <p:nvPr/>
            </p:nvSpPr>
            <p:spPr>
              <a:xfrm>
                <a:off x="5403428" y="5707656"/>
                <a:ext cx="6343" cy="6345"/>
              </a:xfrm>
              <a:custGeom>
                <a:avLst/>
                <a:gdLst>
                  <a:gd name="connsiteX0" fmla="*/ 3530 w 6343"/>
                  <a:gd name="connsiteY0" fmla="*/ 6521 h 6345"/>
                  <a:gd name="connsiteX1" fmla="*/ 5773 w 6343"/>
                  <a:gd name="connsiteY1" fmla="*/ 5592 h 6345"/>
                  <a:gd name="connsiteX2" fmla="*/ 6702 w 6343"/>
                  <a:gd name="connsiteY2" fmla="*/ 3348 h 6345"/>
                  <a:gd name="connsiteX3" fmla="*/ 5773 w 6343"/>
                  <a:gd name="connsiteY3" fmla="*/ 1105 h 6345"/>
                  <a:gd name="connsiteX4" fmla="*/ 3530 w 6343"/>
                  <a:gd name="connsiteY4" fmla="*/ 176 h 6345"/>
                  <a:gd name="connsiteX5" fmla="*/ 1288 w 6343"/>
                  <a:gd name="connsiteY5" fmla="*/ 1105 h 6345"/>
                  <a:gd name="connsiteX6" fmla="*/ 359 w 6343"/>
                  <a:gd name="connsiteY6" fmla="*/ 3348 h 6345"/>
                  <a:gd name="connsiteX7" fmla="*/ 1288 w 6343"/>
                  <a:gd name="connsiteY7" fmla="*/ 5592 h 6345"/>
                  <a:gd name="connsiteX8" fmla="*/ 3530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0" y="6521"/>
                    </a:moveTo>
                    <a:cubicBezTo>
                      <a:pt x="4371" y="6521"/>
                      <a:pt x="5178" y="6187"/>
                      <a:pt x="5773" y="5592"/>
                    </a:cubicBezTo>
                    <a:cubicBezTo>
                      <a:pt x="6368" y="4997"/>
                      <a:pt x="6702" y="4190"/>
                      <a:pt x="6702" y="3348"/>
                    </a:cubicBezTo>
                    <a:cubicBezTo>
                      <a:pt x="6702" y="2507"/>
                      <a:pt x="6368" y="1700"/>
                      <a:pt x="5773" y="1105"/>
                    </a:cubicBezTo>
                    <a:cubicBezTo>
                      <a:pt x="5178" y="510"/>
                      <a:pt x="4371" y="176"/>
                      <a:pt x="3530" y="176"/>
                    </a:cubicBezTo>
                    <a:cubicBezTo>
                      <a:pt x="2689" y="176"/>
                      <a:pt x="1882" y="510"/>
                      <a:pt x="1288" y="1105"/>
                    </a:cubicBezTo>
                    <a:cubicBezTo>
                      <a:pt x="693" y="1700"/>
                      <a:pt x="359" y="2507"/>
                      <a:pt x="359" y="3348"/>
                    </a:cubicBezTo>
                    <a:cubicBezTo>
                      <a:pt x="359" y="4190"/>
                      <a:pt x="693" y="4997"/>
                      <a:pt x="1288" y="5592"/>
                    </a:cubicBezTo>
                    <a:cubicBezTo>
                      <a:pt x="1882" y="6187"/>
                      <a:pt x="2689" y="6521"/>
                      <a:pt x="3530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96" name="Freeform: Shape 1795">
                <a:extLst>
                  <a:ext uri="{FF2B5EF4-FFF2-40B4-BE49-F238E27FC236}">
                    <a16:creationId xmlns:a16="http://schemas.microsoft.com/office/drawing/2014/main" id="{0352BA1A-3F88-2013-6CAC-E23D26A92FE3}"/>
                  </a:ext>
                </a:extLst>
              </p:cNvPr>
              <p:cNvSpPr/>
              <p:nvPr/>
            </p:nvSpPr>
            <p:spPr>
              <a:xfrm>
                <a:off x="5402141" y="5717068"/>
                <a:ext cx="6343" cy="6345"/>
              </a:xfrm>
              <a:custGeom>
                <a:avLst/>
                <a:gdLst>
                  <a:gd name="connsiteX0" fmla="*/ 3530 w 6343"/>
                  <a:gd name="connsiteY0" fmla="*/ 6522 h 6345"/>
                  <a:gd name="connsiteX1" fmla="*/ 5773 w 6343"/>
                  <a:gd name="connsiteY1" fmla="*/ 5592 h 6345"/>
                  <a:gd name="connsiteX2" fmla="*/ 6702 w 6343"/>
                  <a:gd name="connsiteY2" fmla="*/ 3349 h 6345"/>
                  <a:gd name="connsiteX3" fmla="*/ 5773 w 6343"/>
                  <a:gd name="connsiteY3" fmla="*/ 1106 h 6345"/>
                  <a:gd name="connsiteX4" fmla="*/ 3530 w 6343"/>
                  <a:gd name="connsiteY4" fmla="*/ 176 h 6345"/>
                  <a:gd name="connsiteX5" fmla="*/ 1288 w 6343"/>
                  <a:gd name="connsiteY5" fmla="*/ 1106 h 6345"/>
                  <a:gd name="connsiteX6" fmla="*/ 359 w 6343"/>
                  <a:gd name="connsiteY6" fmla="*/ 3349 h 6345"/>
                  <a:gd name="connsiteX7" fmla="*/ 1288 w 6343"/>
                  <a:gd name="connsiteY7" fmla="*/ 5592 h 6345"/>
                  <a:gd name="connsiteX8" fmla="*/ 3530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0" y="6522"/>
                    </a:moveTo>
                    <a:cubicBezTo>
                      <a:pt x="4371" y="6522"/>
                      <a:pt x="5178" y="6187"/>
                      <a:pt x="5773" y="5592"/>
                    </a:cubicBezTo>
                    <a:cubicBezTo>
                      <a:pt x="6368" y="4997"/>
                      <a:pt x="6702" y="4190"/>
                      <a:pt x="6702" y="3349"/>
                    </a:cubicBezTo>
                    <a:cubicBezTo>
                      <a:pt x="6702" y="2508"/>
                      <a:pt x="6368" y="1701"/>
                      <a:pt x="5773" y="1106"/>
                    </a:cubicBezTo>
                    <a:cubicBezTo>
                      <a:pt x="5178" y="511"/>
                      <a:pt x="4371" y="176"/>
                      <a:pt x="3530" y="176"/>
                    </a:cubicBezTo>
                    <a:cubicBezTo>
                      <a:pt x="2689" y="176"/>
                      <a:pt x="1882" y="511"/>
                      <a:pt x="1288" y="1106"/>
                    </a:cubicBezTo>
                    <a:cubicBezTo>
                      <a:pt x="693" y="1701"/>
                      <a:pt x="359" y="2508"/>
                      <a:pt x="359" y="3349"/>
                    </a:cubicBezTo>
                    <a:cubicBezTo>
                      <a:pt x="359" y="4190"/>
                      <a:pt x="693" y="4997"/>
                      <a:pt x="1288" y="5592"/>
                    </a:cubicBezTo>
                    <a:cubicBezTo>
                      <a:pt x="1882" y="6187"/>
                      <a:pt x="2689" y="6522"/>
                      <a:pt x="3530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97" name="Freeform: Shape 1796">
                <a:extLst>
                  <a:ext uri="{FF2B5EF4-FFF2-40B4-BE49-F238E27FC236}">
                    <a16:creationId xmlns:a16="http://schemas.microsoft.com/office/drawing/2014/main" id="{845B0099-84AA-DA04-CC8D-71F7C6C2370A}"/>
                  </a:ext>
                </a:extLst>
              </p:cNvPr>
              <p:cNvSpPr/>
              <p:nvPr/>
            </p:nvSpPr>
            <p:spPr>
              <a:xfrm>
                <a:off x="5400845" y="5726462"/>
                <a:ext cx="6343" cy="6345"/>
              </a:xfrm>
              <a:custGeom>
                <a:avLst/>
                <a:gdLst>
                  <a:gd name="connsiteX0" fmla="*/ 3530 w 6343"/>
                  <a:gd name="connsiteY0" fmla="*/ 6522 h 6345"/>
                  <a:gd name="connsiteX1" fmla="*/ 5773 w 6343"/>
                  <a:gd name="connsiteY1" fmla="*/ 5593 h 6345"/>
                  <a:gd name="connsiteX2" fmla="*/ 6702 w 6343"/>
                  <a:gd name="connsiteY2" fmla="*/ 3350 h 6345"/>
                  <a:gd name="connsiteX3" fmla="*/ 5773 w 6343"/>
                  <a:gd name="connsiteY3" fmla="*/ 1106 h 6345"/>
                  <a:gd name="connsiteX4" fmla="*/ 3530 w 6343"/>
                  <a:gd name="connsiteY4" fmla="*/ 177 h 6345"/>
                  <a:gd name="connsiteX5" fmla="*/ 1287 w 6343"/>
                  <a:gd name="connsiteY5" fmla="*/ 1106 h 6345"/>
                  <a:gd name="connsiteX6" fmla="*/ 359 w 6343"/>
                  <a:gd name="connsiteY6" fmla="*/ 3350 h 6345"/>
                  <a:gd name="connsiteX7" fmla="*/ 1287 w 6343"/>
                  <a:gd name="connsiteY7" fmla="*/ 5593 h 6345"/>
                  <a:gd name="connsiteX8" fmla="*/ 3530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0" y="6522"/>
                    </a:moveTo>
                    <a:cubicBezTo>
                      <a:pt x="4371" y="6522"/>
                      <a:pt x="5178" y="6188"/>
                      <a:pt x="5773" y="5593"/>
                    </a:cubicBezTo>
                    <a:cubicBezTo>
                      <a:pt x="6367" y="4998"/>
                      <a:pt x="6702" y="4191"/>
                      <a:pt x="6702" y="3350"/>
                    </a:cubicBezTo>
                    <a:cubicBezTo>
                      <a:pt x="6702" y="2508"/>
                      <a:pt x="6367" y="1701"/>
                      <a:pt x="5773" y="1106"/>
                    </a:cubicBezTo>
                    <a:cubicBezTo>
                      <a:pt x="5178" y="511"/>
                      <a:pt x="4371" y="177"/>
                      <a:pt x="3530" y="177"/>
                    </a:cubicBezTo>
                    <a:cubicBezTo>
                      <a:pt x="2689" y="177"/>
                      <a:pt x="1882" y="511"/>
                      <a:pt x="1287" y="1106"/>
                    </a:cubicBezTo>
                    <a:cubicBezTo>
                      <a:pt x="693" y="1701"/>
                      <a:pt x="359" y="2508"/>
                      <a:pt x="359" y="3350"/>
                    </a:cubicBezTo>
                    <a:cubicBezTo>
                      <a:pt x="359" y="4191"/>
                      <a:pt x="693" y="4998"/>
                      <a:pt x="1287" y="5593"/>
                    </a:cubicBezTo>
                    <a:cubicBezTo>
                      <a:pt x="1882" y="6188"/>
                      <a:pt x="2689" y="6522"/>
                      <a:pt x="3530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98" name="Freeform: Shape 1797">
                <a:extLst>
                  <a:ext uri="{FF2B5EF4-FFF2-40B4-BE49-F238E27FC236}">
                    <a16:creationId xmlns:a16="http://schemas.microsoft.com/office/drawing/2014/main" id="{91A8F4A3-8F5A-E984-DDB8-A62E1D855F0A}"/>
                  </a:ext>
                </a:extLst>
              </p:cNvPr>
              <p:cNvSpPr/>
              <p:nvPr/>
            </p:nvSpPr>
            <p:spPr>
              <a:xfrm>
                <a:off x="5399824" y="5735839"/>
                <a:ext cx="6343" cy="6345"/>
              </a:xfrm>
              <a:custGeom>
                <a:avLst/>
                <a:gdLst>
                  <a:gd name="connsiteX0" fmla="*/ 3530 w 6343"/>
                  <a:gd name="connsiteY0" fmla="*/ 6523 h 6345"/>
                  <a:gd name="connsiteX1" fmla="*/ 5773 w 6343"/>
                  <a:gd name="connsiteY1" fmla="*/ 5594 h 6345"/>
                  <a:gd name="connsiteX2" fmla="*/ 6702 w 6343"/>
                  <a:gd name="connsiteY2" fmla="*/ 3351 h 6345"/>
                  <a:gd name="connsiteX3" fmla="*/ 5773 w 6343"/>
                  <a:gd name="connsiteY3" fmla="*/ 1107 h 6345"/>
                  <a:gd name="connsiteX4" fmla="*/ 3530 w 6343"/>
                  <a:gd name="connsiteY4" fmla="*/ 178 h 6345"/>
                  <a:gd name="connsiteX5" fmla="*/ 1287 w 6343"/>
                  <a:gd name="connsiteY5" fmla="*/ 1107 h 6345"/>
                  <a:gd name="connsiteX6" fmla="*/ 358 w 6343"/>
                  <a:gd name="connsiteY6" fmla="*/ 3351 h 6345"/>
                  <a:gd name="connsiteX7" fmla="*/ 1287 w 6343"/>
                  <a:gd name="connsiteY7" fmla="*/ 5594 h 6345"/>
                  <a:gd name="connsiteX8" fmla="*/ 3530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0" y="6523"/>
                    </a:moveTo>
                    <a:cubicBezTo>
                      <a:pt x="4371" y="6523"/>
                      <a:pt x="5178" y="6189"/>
                      <a:pt x="5773" y="5594"/>
                    </a:cubicBezTo>
                    <a:cubicBezTo>
                      <a:pt x="6367" y="4999"/>
                      <a:pt x="6702" y="4192"/>
                      <a:pt x="6702" y="3351"/>
                    </a:cubicBezTo>
                    <a:cubicBezTo>
                      <a:pt x="6702" y="2509"/>
                      <a:pt x="6367" y="1702"/>
                      <a:pt x="5773" y="1107"/>
                    </a:cubicBezTo>
                    <a:cubicBezTo>
                      <a:pt x="5178" y="512"/>
                      <a:pt x="4371" y="178"/>
                      <a:pt x="3530" y="178"/>
                    </a:cubicBezTo>
                    <a:cubicBezTo>
                      <a:pt x="2689" y="178"/>
                      <a:pt x="1882" y="512"/>
                      <a:pt x="1287" y="1107"/>
                    </a:cubicBezTo>
                    <a:cubicBezTo>
                      <a:pt x="693" y="1702"/>
                      <a:pt x="358" y="2509"/>
                      <a:pt x="358" y="3351"/>
                    </a:cubicBezTo>
                    <a:cubicBezTo>
                      <a:pt x="358" y="4192"/>
                      <a:pt x="693" y="4999"/>
                      <a:pt x="1287" y="5594"/>
                    </a:cubicBezTo>
                    <a:cubicBezTo>
                      <a:pt x="1882" y="6189"/>
                      <a:pt x="2689" y="6523"/>
                      <a:pt x="3530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99" name="Freeform: Shape 1798">
                <a:extLst>
                  <a:ext uri="{FF2B5EF4-FFF2-40B4-BE49-F238E27FC236}">
                    <a16:creationId xmlns:a16="http://schemas.microsoft.com/office/drawing/2014/main" id="{5F5324E8-F795-6ABF-B933-E5446FE5EF24}"/>
                  </a:ext>
                </a:extLst>
              </p:cNvPr>
              <p:cNvSpPr/>
              <p:nvPr/>
            </p:nvSpPr>
            <p:spPr>
              <a:xfrm>
                <a:off x="5399032" y="5745206"/>
                <a:ext cx="6343" cy="6345"/>
              </a:xfrm>
              <a:custGeom>
                <a:avLst/>
                <a:gdLst>
                  <a:gd name="connsiteX0" fmla="*/ 3530 w 6343"/>
                  <a:gd name="connsiteY0" fmla="*/ 6524 h 6345"/>
                  <a:gd name="connsiteX1" fmla="*/ 5773 w 6343"/>
                  <a:gd name="connsiteY1" fmla="*/ 5595 h 6345"/>
                  <a:gd name="connsiteX2" fmla="*/ 6702 w 6343"/>
                  <a:gd name="connsiteY2" fmla="*/ 3351 h 6345"/>
                  <a:gd name="connsiteX3" fmla="*/ 5773 w 6343"/>
                  <a:gd name="connsiteY3" fmla="*/ 1108 h 6345"/>
                  <a:gd name="connsiteX4" fmla="*/ 3530 w 6343"/>
                  <a:gd name="connsiteY4" fmla="*/ 179 h 6345"/>
                  <a:gd name="connsiteX5" fmla="*/ 1287 w 6343"/>
                  <a:gd name="connsiteY5" fmla="*/ 1108 h 6345"/>
                  <a:gd name="connsiteX6" fmla="*/ 358 w 6343"/>
                  <a:gd name="connsiteY6" fmla="*/ 3351 h 6345"/>
                  <a:gd name="connsiteX7" fmla="*/ 1287 w 6343"/>
                  <a:gd name="connsiteY7" fmla="*/ 5595 h 6345"/>
                  <a:gd name="connsiteX8" fmla="*/ 3530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0" y="6524"/>
                    </a:moveTo>
                    <a:cubicBezTo>
                      <a:pt x="4371" y="6524"/>
                      <a:pt x="5178" y="6190"/>
                      <a:pt x="5773" y="5595"/>
                    </a:cubicBezTo>
                    <a:cubicBezTo>
                      <a:pt x="6367" y="5000"/>
                      <a:pt x="6702" y="4193"/>
                      <a:pt x="6702" y="3351"/>
                    </a:cubicBezTo>
                    <a:cubicBezTo>
                      <a:pt x="6702" y="2510"/>
                      <a:pt x="6367" y="1703"/>
                      <a:pt x="5773" y="1108"/>
                    </a:cubicBezTo>
                    <a:cubicBezTo>
                      <a:pt x="5178" y="513"/>
                      <a:pt x="4371" y="179"/>
                      <a:pt x="3530" y="179"/>
                    </a:cubicBezTo>
                    <a:cubicBezTo>
                      <a:pt x="2689" y="179"/>
                      <a:pt x="1882" y="513"/>
                      <a:pt x="1287" y="1108"/>
                    </a:cubicBezTo>
                    <a:cubicBezTo>
                      <a:pt x="693" y="1703"/>
                      <a:pt x="358" y="2510"/>
                      <a:pt x="358" y="3351"/>
                    </a:cubicBezTo>
                    <a:cubicBezTo>
                      <a:pt x="358" y="4193"/>
                      <a:pt x="693" y="5000"/>
                      <a:pt x="1287" y="5595"/>
                    </a:cubicBezTo>
                    <a:cubicBezTo>
                      <a:pt x="1882" y="6190"/>
                      <a:pt x="2689" y="6524"/>
                      <a:pt x="3530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00" name="Freeform: Shape 1799">
                <a:extLst>
                  <a:ext uri="{FF2B5EF4-FFF2-40B4-BE49-F238E27FC236}">
                    <a16:creationId xmlns:a16="http://schemas.microsoft.com/office/drawing/2014/main" id="{EDA8B04A-F37B-917C-A013-8D8EFFD9D379}"/>
                  </a:ext>
                </a:extLst>
              </p:cNvPr>
              <p:cNvSpPr/>
              <p:nvPr/>
            </p:nvSpPr>
            <p:spPr>
              <a:xfrm>
                <a:off x="5396562" y="5754542"/>
                <a:ext cx="6343" cy="6345"/>
              </a:xfrm>
              <a:custGeom>
                <a:avLst/>
                <a:gdLst>
                  <a:gd name="connsiteX0" fmla="*/ 3530 w 6343"/>
                  <a:gd name="connsiteY0" fmla="*/ 6525 h 6345"/>
                  <a:gd name="connsiteX1" fmla="*/ 5772 w 6343"/>
                  <a:gd name="connsiteY1" fmla="*/ 5595 h 6345"/>
                  <a:gd name="connsiteX2" fmla="*/ 6701 w 6343"/>
                  <a:gd name="connsiteY2" fmla="*/ 3352 h 6345"/>
                  <a:gd name="connsiteX3" fmla="*/ 5772 w 6343"/>
                  <a:gd name="connsiteY3" fmla="*/ 1109 h 6345"/>
                  <a:gd name="connsiteX4" fmla="*/ 3530 w 6343"/>
                  <a:gd name="connsiteY4" fmla="*/ 179 h 6345"/>
                  <a:gd name="connsiteX5" fmla="*/ 1287 w 6343"/>
                  <a:gd name="connsiteY5" fmla="*/ 1109 h 6345"/>
                  <a:gd name="connsiteX6" fmla="*/ 358 w 6343"/>
                  <a:gd name="connsiteY6" fmla="*/ 3352 h 6345"/>
                  <a:gd name="connsiteX7" fmla="*/ 1287 w 6343"/>
                  <a:gd name="connsiteY7" fmla="*/ 5595 h 6345"/>
                  <a:gd name="connsiteX8" fmla="*/ 353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0" y="6525"/>
                    </a:moveTo>
                    <a:cubicBezTo>
                      <a:pt x="4371" y="6525"/>
                      <a:pt x="5178" y="6190"/>
                      <a:pt x="5772" y="5595"/>
                    </a:cubicBezTo>
                    <a:cubicBezTo>
                      <a:pt x="6367" y="5000"/>
                      <a:pt x="6701" y="4193"/>
                      <a:pt x="6701" y="3352"/>
                    </a:cubicBezTo>
                    <a:cubicBezTo>
                      <a:pt x="6701" y="2511"/>
                      <a:pt x="6367" y="1704"/>
                      <a:pt x="5772" y="1109"/>
                    </a:cubicBezTo>
                    <a:cubicBezTo>
                      <a:pt x="5178" y="514"/>
                      <a:pt x="4371" y="179"/>
                      <a:pt x="3530" y="179"/>
                    </a:cubicBezTo>
                    <a:cubicBezTo>
                      <a:pt x="2689" y="179"/>
                      <a:pt x="1882" y="514"/>
                      <a:pt x="1287" y="1109"/>
                    </a:cubicBezTo>
                    <a:cubicBezTo>
                      <a:pt x="692" y="1704"/>
                      <a:pt x="358" y="2511"/>
                      <a:pt x="358" y="3352"/>
                    </a:cubicBezTo>
                    <a:cubicBezTo>
                      <a:pt x="358" y="4193"/>
                      <a:pt x="692" y="5000"/>
                      <a:pt x="1287" y="5595"/>
                    </a:cubicBezTo>
                    <a:cubicBezTo>
                      <a:pt x="1882" y="6190"/>
                      <a:pt x="2689" y="6525"/>
                      <a:pt x="353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01" name="Freeform: Shape 1800">
                <a:extLst>
                  <a:ext uri="{FF2B5EF4-FFF2-40B4-BE49-F238E27FC236}">
                    <a16:creationId xmlns:a16="http://schemas.microsoft.com/office/drawing/2014/main" id="{ED8DFD46-2056-61EB-322D-88A4C18D25A4}"/>
                  </a:ext>
                </a:extLst>
              </p:cNvPr>
              <p:cNvSpPr/>
              <p:nvPr/>
            </p:nvSpPr>
            <p:spPr>
              <a:xfrm>
                <a:off x="5351650" y="5763060"/>
                <a:ext cx="6343" cy="6345"/>
              </a:xfrm>
              <a:custGeom>
                <a:avLst/>
                <a:gdLst>
                  <a:gd name="connsiteX0" fmla="*/ 3526 w 6343"/>
                  <a:gd name="connsiteY0" fmla="*/ 6525 h 6345"/>
                  <a:gd name="connsiteX1" fmla="*/ 5769 w 6343"/>
                  <a:gd name="connsiteY1" fmla="*/ 5596 h 6345"/>
                  <a:gd name="connsiteX2" fmla="*/ 6698 w 6343"/>
                  <a:gd name="connsiteY2" fmla="*/ 3353 h 6345"/>
                  <a:gd name="connsiteX3" fmla="*/ 5769 w 6343"/>
                  <a:gd name="connsiteY3" fmla="*/ 1109 h 6345"/>
                  <a:gd name="connsiteX4" fmla="*/ 3526 w 6343"/>
                  <a:gd name="connsiteY4" fmla="*/ 180 h 6345"/>
                  <a:gd name="connsiteX5" fmla="*/ 1284 w 6343"/>
                  <a:gd name="connsiteY5" fmla="*/ 1109 h 6345"/>
                  <a:gd name="connsiteX6" fmla="*/ 355 w 6343"/>
                  <a:gd name="connsiteY6" fmla="*/ 3353 h 6345"/>
                  <a:gd name="connsiteX7" fmla="*/ 1284 w 6343"/>
                  <a:gd name="connsiteY7" fmla="*/ 5596 h 6345"/>
                  <a:gd name="connsiteX8" fmla="*/ 3526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6" y="6525"/>
                    </a:moveTo>
                    <a:cubicBezTo>
                      <a:pt x="4367" y="6525"/>
                      <a:pt x="5174" y="6191"/>
                      <a:pt x="5769" y="5596"/>
                    </a:cubicBezTo>
                    <a:cubicBezTo>
                      <a:pt x="6364" y="5001"/>
                      <a:pt x="6698" y="4194"/>
                      <a:pt x="6698" y="3353"/>
                    </a:cubicBezTo>
                    <a:cubicBezTo>
                      <a:pt x="6698" y="2511"/>
                      <a:pt x="6364" y="1704"/>
                      <a:pt x="5769" y="1109"/>
                    </a:cubicBezTo>
                    <a:cubicBezTo>
                      <a:pt x="5174" y="514"/>
                      <a:pt x="4367" y="180"/>
                      <a:pt x="3526" y="180"/>
                    </a:cubicBezTo>
                    <a:cubicBezTo>
                      <a:pt x="2685" y="180"/>
                      <a:pt x="1878" y="514"/>
                      <a:pt x="1284" y="1109"/>
                    </a:cubicBezTo>
                    <a:cubicBezTo>
                      <a:pt x="689" y="1704"/>
                      <a:pt x="355" y="2511"/>
                      <a:pt x="355" y="3353"/>
                    </a:cubicBezTo>
                    <a:cubicBezTo>
                      <a:pt x="355" y="4194"/>
                      <a:pt x="689" y="5001"/>
                      <a:pt x="1284" y="5596"/>
                    </a:cubicBezTo>
                    <a:cubicBezTo>
                      <a:pt x="1878" y="6191"/>
                      <a:pt x="2685" y="6525"/>
                      <a:pt x="3526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02" name="Freeform: Shape 1801">
                <a:extLst>
                  <a:ext uri="{FF2B5EF4-FFF2-40B4-BE49-F238E27FC236}">
                    <a16:creationId xmlns:a16="http://schemas.microsoft.com/office/drawing/2014/main" id="{18AE95A0-CD4E-DA63-4BFD-A0167D3EF294}"/>
                  </a:ext>
                </a:extLst>
              </p:cNvPr>
              <p:cNvSpPr/>
              <p:nvPr/>
            </p:nvSpPr>
            <p:spPr>
              <a:xfrm>
                <a:off x="5361977" y="5772396"/>
                <a:ext cx="6343" cy="6345"/>
              </a:xfrm>
              <a:custGeom>
                <a:avLst/>
                <a:gdLst>
                  <a:gd name="connsiteX0" fmla="*/ 3527 w 6343"/>
                  <a:gd name="connsiteY0" fmla="*/ 6526 h 6345"/>
                  <a:gd name="connsiteX1" fmla="*/ 5770 w 6343"/>
                  <a:gd name="connsiteY1" fmla="*/ 5597 h 6345"/>
                  <a:gd name="connsiteX2" fmla="*/ 6699 w 6343"/>
                  <a:gd name="connsiteY2" fmla="*/ 3353 h 6345"/>
                  <a:gd name="connsiteX3" fmla="*/ 5770 w 6343"/>
                  <a:gd name="connsiteY3" fmla="*/ 1110 h 6345"/>
                  <a:gd name="connsiteX4" fmla="*/ 3527 w 6343"/>
                  <a:gd name="connsiteY4" fmla="*/ 181 h 6345"/>
                  <a:gd name="connsiteX5" fmla="*/ 1284 w 6343"/>
                  <a:gd name="connsiteY5" fmla="*/ 1110 h 6345"/>
                  <a:gd name="connsiteX6" fmla="*/ 355 w 6343"/>
                  <a:gd name="connsiteY6" fmla="*/ 3353 h 6345"/>
                  <a:gd name="connsiteX7" fmla="*/ 1284 w 6343"/>
                  <a:gd name="connsiteY7" fmla="*/ 5597 h 6345"/>
                  <a:gd name="connsiteX8" fmla="*/ 3527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7" y="6526"/>
                    </a:moveTo>
                    <a:cubicBezTo>
                      <a:pt x="4368" y="6526"/>
                      <a:pt x="5175" y="6192"/>
                      <a:pt x="5770" y="5597"/>
                    </a:cubicBezTo>
                    <a:cubicBezTo>
                      <a:pt x="6364" y="5002"/>
                      <a:pt x="6699" y="4195"/>
                      <a:pt x="6699" y="3353"/>
                    </a:cubicBezTo>
                    <a:cubicBezTo>
                      <a:pt x="6699" y="2512"/>
                      <a:pt x="6364" y="1705"/>
                      <a:pt x="5770" y="1110"/>
                    </a:cubicBezTo>
                    <a:cubicBezTo>
                      <a:pt x="5175" y="515"/>
                      <a:pt x="4368" y="181"/>
                      <a:pt x="3527" y="181"/>
                    </a:cubicBezTo>
                    <a:cubicBezTo>
                      <a:pt x="2686" y="181"/>
                      <a:pt x="1879" y="515"/>
                      <a:pt x="1284" y="1110"/>
                    </a:cubicBezTo>
                    <a:cubicBezTo>
                      <a:pt x="690" y="1705"/>
                      <a:pt x="355" y="2512"/>
                      <a:pt x="355" y="3353"/>
                    </a:cubicBezTo>
                    <a:cubicBezTo>
                      <a:pt x="355" y="4195"/>
                      <a:pt x="690" y="5002"/>
                      <a:pt x="1284" y="5597"/>
                    </a:cubicBezTo>
                    <a:cubicBezTo>
                      <a:pt x="1879" y="6192"/>
                      <a:pt x="2686" y="6526"/>
                      <a:pt x="3527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03" name="Freeform: Shape 1802">
                <a:extLst>
                  <a:ext uri="{FF2B5EF4-FFF2-40B4-BE49-F238E27FC236}">
                    <a16:creationId xmlns:a16="http://schemas.microsoft.com/office/drawing/2014/main" id="{57F883DB-CA9E-190C-41BC-469DC49F5EAD}"/>
                  </a:ext>
                </a:extLst>
              </p:cNvPr>
              <p:cNvSpPr/>
              <p:nvPr/>
            </p:nvSpPr>
            <p:spPr>
              <a:xfrm>
                <a:off x="5359772" y="5781474"/>
                <a:ext cx="6343" cy="6345"/>
              </a:xfrm>
              <a:custGeom>
                <a:avLst/>
                <a:gdLst>
                  <a:gd name="connsiteX0" fmla="*/ 3527 w 6343"/>
                  <a:gd name="connsiteY0" fmla="*/ 6527 h 6345"/>
                  <a:gd name="connsiteX1" fmla="*/ 5770 w 6343"/>
                  <a:gd name="connsiteY1" fmla="*/ 5598 h 6345"/>
                  <a:gd name="connsiteX2" fmla="*/ 6698 w 6343"/>
                  <a:gd name="connsiteY2" fmla="*/ 3354 h 6345"/>
                  <a:gd name="connsiteX3" fmla="*/ 5770 w 6343"/>
                  <a:gd name="connsiteY3" fmla="*/ 1111 h 6345"/>
                  <a:gd name="connsiteX4" fmla="*/ 3527 w 6343"/>
                  <a:gd name="connsiteY4" fmla="*/ 181 h 6345"/>
                  <a:gd name="connsiteX5" fmla="*/ 1284 w 6343"/>
                  <a:gd name="connsiteY5" fmla="*/ 1111 h 6345"/>
                  <a:gd name="connsiteX6" fmla="*/ 355 w 6343"/>
                  <a:gd name="connsiteY6" fmla="*/ 3354 h 6345"/>
                  <a:gd name="connsiteX7" fmla="*/ 1284 w 6343"/>
                  <a:gd name="connsiteY7" fmla="*/ 5598 h 6345"/>
                  <a:gd name="connsiteX8" fmla="*/ 3527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7" y="6527"/>
                    </a:moveTo>
                    <a:cubicBezTo>
                      <a:pt x="4368" y="6527"/>
                      <a:pt x="5175" y="6193"/>
                      <a:pt x="5770" y="5598"/>
                    </a:cubicBezTo>
                    <a:cubicBezTo>
                      <a:pt x="6364" y="5003"/>
                      <a:pt x="6698" y="4196"/>
                      <a:pt x="6698" y="3354"/>
                    </a:cubicBezTo>
                    <a:cubicBezTo>
                      <a:pt x="6698" y="2513"/>
                      <a:pt x="6364" y="1706"/>
                      <a:pt x="5770" y="1111"/>
                    </a:cubicBezTo>
                    <a:cubicBezTo>
                      <a:pt x="5175" y="516"/>
                      <a:pt x="4368" y="181"/>
                      <a:pt x="3527" y="181"/>
                    </a:cubicBezTo>
                    <a:cubicBezTo>
                      <a:pt x="2686" y="181"/>
                      <a:pt x="1879" y="516"/>
                      <a:pt x="1284" y="1111"/>
                    </a:cubicBezTo>
                    <a:cubicBezTo>
                      <a:pt x="689" y="1706"/>
                      <a:pt x="355" y="2513"/>
                      <a:pt x="355" y="3354"/>
                    </a:cubicBezTo>
                    <a:cubicBezTo>
                      <a:pt x="355" y="4196"/>
                      <a:pt x="689" y="5003"/>
                      <a:pt x="1284" y="5598"/>
                    </a:cubicBezTo>
                    <a:cubicBezTo>
                      <a:pt x="1879" y="6193"/>
                      <a:pt x="2686" y="6527"/>
                      <a:pt x="3527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04" name="Freeform: Shape 1803">
                <a:extLst>
                  <a:ext uri="{FF2B5EF4-FFF2-40B4-BE49-F238E27FC236}">
                    <a16:creationId xmlns:a16="http://schemas.microsoft.com/office/drawing/2014/main" id="{C9AFC846-153F-A44A-5F32-F5704942133B}"/>
                  </a:ext>
                </a:extLst>
              </p:cNvPr>
              <p:cNvSpPr/>
              <p:nvPr/>
            </p:nvSpPr>
            <p:spPr>
              <a:xfrm>
                <a:off x="5356844" y="5790501"/>
                <a:ext cx="6343" cy="6345"/>
              </a:xfrm>
              <a:custGeom>
                <a:avLst/>
                <a:gdLst>
                  <a:gd name="connsiteX0" fmla="*/ 3527 w 6343"/>
                  <a:gd name="connsiteY0" fmla="*/ 6528 h 6345"/>
                  <a:gd name="connsiteX1" fmla="*/ 5769 w 6343"/>
                  <a:gd name="connsiteY1" fmla="*/ 5598 h 6345"/>
                  <a:gd name="connsiteX2" fmla="*/ 6698 w 6343"/>
                  <a:gd name="connsiteY2" fmla="*/ 3355 h 6345"/>
                  <a:gd name="connsiteX3" fmla="*/ 5769 w 6343"/>
                  <a:gd name="connsiteY3" fmla="*/ 1111 h 6345"/>
                  <a:gd name="connsiteX4" fmla="*/ 3527 w 6343"/>
                  <a:gd name="connsiteY4" fmla="*/ 182 h 6345"/>
                  <a:gd name="connsiteX5" fmla="*/ 1284 w 6343"/>
                  <a:gd name="connsiteY5" fmla="*/ 1111 h 6345"/>
                  <a:gd name="connsiteX6" fmla="*/ 355 w 6343"/>
                  <a:gd name="connsiteY6" fmla="*/ 3355 h 6345"/>
                  <a:gd name="connsiteX7" fmla="*/ 1284 w 6343"/>
                  <a:gd name="connsiteY7" fmla="*/ 5598 h 6345"/>
                  <a:gd name="connsiteX8" fmla="*/ 3527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7" y="6528"/>
                    </a:moveTo>
                    <a:cubicBezTo>
                      <a:pt x="4368" y="6528"/>
                      <a:pt x="5175" y="6193"/>
                      <a:pt x="5769" y="5598"/>
                    </a:cubicBezTo>
                    <a:cubicBezTo>
                      <a:pt x="6364" y="5003"/>
                      <a:pt x="6698" y="4196"/>
                      <a:pt x="6698" y="3355"/>
                    </a:cubicBezTo>
                    <a:cubicBezTo>
                      <a:pt x="6698" y="2513"/>
                      <a:pt x="6364" y="1706"/>
                      <a:pt x="5769" y="1111"/>
                    </a:cubicBezTo>
                    <a:cubicBezTo>
                      <a:pt x="5175" y="516"/>
                      <a:pt x="4368" y="182"/>
                      <a:pt x="3527" y="182"/>
                    </a:cubicBezTo>
                    <a:cubicBezTo>
                      <a:pt x="2686" y="182"/>
                      <a:pt x="1879" y="516"/>
                      <a:pt x="1284" y="1111"/>
                    </a:cubicBezTo>
                    <a:cubicBezTo>
                      <a:pt x="689" y="1706"/>
                      <a:pt x="355" y="2513"/>
                      <a:pt x="355" y="3355"/>
                    </a:cubicBezTo>
                    <a:cubicBezTo>
                      <a:pt x="355" y="4196"/>
                      <a:pt x="689" y="5003"/>
                      <a:pt x="1284" y="5598"/>
                    </a:cubicBezTo>
                    <a:cubicBezTo>
                      <a:pt x="1879" y="6193"/>
                      <a:pt x="2686" y="6528"/>
                      <a:pt x="3527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05" name="Freeform: Shape 1804">
                <a:extLst>
                  <a:ext uri="{FF2B5EF4-FFF2-40B4-BE49-F238E27FC236}">
                    <a16:creationId xmlns:a16="http://schemas.microsoft.com/office/drawing/2014/main" id="{FEB177FE-5B91-9701-5EE2-825B178A5DDF}"/>
                  </a:ext>
                </a:extLst>
              </p:cNvPr>
              <p:cNvSpPr/>
              <p:nvPr/>
            </p:nvSpPr>
            <p:spPr>
              <a:xfrm>
                <a:off x="5345915" y="5799152"/>
                <a:ext cx="6343" cy="6345"/>
              </a:xfrm>
              <a:custGeom>
                <a:avLst/>
                <a:gdLst>
                  <a:gd name="connsiteX0" fmla="*/ 3526 w 6343"/>
                  <a:gd name="connsiteY0" fmla="*/ 6528 h 6345"/>
                  <a:gd name="connsiteX1" fmla="*/ 5768 w 6343"/>
                  <a:gd name="connsiteY1" fmla="*/ 5599 h 6345"/>
                  <a:gd name="connsiteX2" fmla="*/ 6697 w 6343"/>
                  <a:gd name="connsiteY2" fmla="*/ 3355 h 6345"/>
                  <a:gd name="connsiteX3" fmla="*/ 5768 w 6343"/>
                  <a:gd name="connsiteY3" fmla="*/ 1112 h 6345"/>
                  <a:gd name="connsiteX4" fmla="*/ 3526 w 6343"/>
                  <a:gd name="connsiteY4" fmla="*/ 183 h 6345"/>
                  <a:gd name="connsiteX5" fmla="*/ 1283 w 6343"/>
                  <a:gd name="connsiteY5" fmla="*/ 1112 h 6345"/>
                  <a:gd name="connsiteX6" fmla="*/ 354 w 6343"/>
                  <a:gd name="connsiteY6" fmla="*/ 3355 h 6345"/>
                  <a:gd name="connsiteX7" fmla="*/ 1283 w 6343"/>
                  <a:gd name="connsiteY7" fmla="*/ 5599 h 6345"/>
                  <a:gd name="connsiteX8" fmla="*/ 3526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6" y="6528"/>
                    </a:moveTo>
                    <a:cubicBezTo>
                      <a:pt x="4367" y="6528"/>
                      <a:pt x="5174" y="6194"/>
                      <a:pt x="5768" y="5599"/>
                    </a:cubicBezTo>
                    <a:cubicBezTo>
                      <a:pt x="6363" y="5004"/>
                      <a:pt x="6697" y="4197"/>
                      <a:pt x="6697" y="3355"/>
                    </a:cubicBezTo>
                    <a:cubicBezTo>
                      <a:pt x="6697" y="2514"/>
                      <a:pt x="6363" y="1707"/>
                      <a:pt x="5768" y="1112"/>
                    </a:cubicBezTo>
                    <a:cubicBezTo>
                      <a:pt x="5174" y="517"/>
                      <a:pt x="4367" y="183"/>
                      <a:pt x="3526" y="183"/>
                    </a:cubicBezTo>
                    <a:cubicBezTo>
                      <a:pt x="2685" y="183"/>
                      <a:pt x="1878" y="517"/>
                      <a:pt x="1283" y="1112"/>
                    </a:cubicBezTo>
                    <a:cubicBezTo>
                      <a:pt x="688" y="1707"/>
                      <a:pt x="354" y="2514"/>
                      <a:pt x="354" y="3355"/>
                    </a:cubicBezTo>
                    <a:cubicBezTo>
                      <a:pt x="354" y="4197"/>
                      <a:pt x="688" y="5004"/>
                      <a:pt x="1283" y="5599"/>
                    </a:cubicBezTo>
                    <a:cubicBezTo>
                      <a:pt x="1878" y="6194"/>
                      <a:pt x="2685" y="6528"/>
                      <a:pt x="3526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06" name="Freeform: Shape 1805">
                <a:extLst>
                  <a:ext uri="{FF2B5EF4-FFF2-40B4-BE49-F238E27FC236}">
                    <a16:creationId xmlns:a16="http://schemas.microsoft.com/office/drawing/2014/main" id="{0B7236F5-AFCA-3C2B-E408-997B96832E12}"/>
                  </a:ext>
                </a:extLst>
              </p:cNvPr>
              <p:cNvSpPr/>
              <p:nvPr/>
            </p:nvSpPr>
            <p:spPr>
              <a:xfrm>
                <a:off x="5341976" y="5808017"/>
                <a:ext cx="6343" cy="6345"/>
              </a:xfrm>
              <a:custGeom>
                <a:avLst/>
                <a:gdLst>
                  <a:gd name="connsiteX0" fmla="*/ 3525 w 6343"/>
                  <a:gd name="connsiteY0" fmla="*/ 6529 h 6345"/>
                  <a:gd name="connsiteX1" fmla="*/ 5768 w 6343"/>
                  <a:gd name="connsiteY1" fmla="*/ 5600 h 6345"/>
                  <a:gd name="connsiteX2" fmla="*/ 6697 w 6343"/>
                  <a:gd name="connsiteY2" fmla="*/ 3356 h 6345"/>
                  <a:gd name="connsiteX3" fmla="*/ 5768 w 6343"/>
                  <a:gd name="connsiteY3" fmla="*/ 1113 h 6345"/>
                  <a:gd name="connsiteX4" fmla="*/ 3525 w 6343"/>
                  <a:gd name="connsiteY4" fmla="*/ 183 h 6345"/>
                  <a:gd name="connsiteX5" fmla="*/ 1283 w 6343"/>
                  <a:gd name="connsiteY5" fmla="*/ 1113 h 6345"/>
                  <a:gd name="connsiteX6" fmla="*/ 354 w 6343"/>
                  <a:gd name="connsiteY6" fmla="*/ 3356 h 6345"/>
                  <a:gd name="connsiteX7" fmla="*/ 1283 w 6343"/>
                  <a:gd name="connsiteY7" fmla="*/ 5600 h 6345"/>
                  <a:gd name="connsiteX8" fmla="*/ 3525 w 6343"/>
                  <a:gd name="connsiteY8" fmla="*/ 65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5" y="6529"/>
                    </a:moveTo>
                    <a:cubicBezTo>
                      <a:pt x="4367" y="6529"/>
                      <a:pt x="5173" y="6195"/>
                      <a:pt x="5768" y="5600"/>
                    </a:cubicBezTo>
                    <a:cubicBezTo>
                      <a:pt x="6363" y="5005"/>
                      <a:pt x="6697" y="4198"/>
                      <a:pt x="6697" y="3356"/>
                    </a:cubicBezTo>
                    <a:cubicBezTo>
                      <a:pt x="6697" y="2515"/>
                      <a:pt x="6363" y="1708"/>
                      <a:pt x="5768" y="1113"/>
                    </a:cubicBezTo>
                    <a:cubicBezTo>
                      <a:pt x="5173" y="518"/>
                      <a:pt x="4367" y="183"/>
                      <a:pt x="3525" y="183"/>
                    </a:cubicBezTo>
                    <a:cubicBezTo>
                      <a:pt x="2684" y="183"/>
                      <a:pt x="1878" y="518"/>
                      <a:pt x="1283" y="1113"/>
                    </a:cubicBezTo>
                    <a:cubicBezTo>
                      <a:pt x="688" y="1708"/>
                      <a:pt x="354" y="2515"/>
                      <a:pt x="354" y="3356"/>
                    </a:cubicBezTo>
                    <a:cubicBezTo>
                      <a:pt x="354" y="4198"/>
                      <a:pt x="688" y="5005"/>
                      <a:pt x="1283" y="5600"/>
                    </a:cubicBezTo>
                    <a:cubicBezTo>
                      <a:pt x="1878" y="6195"/>
                      <a:pt x="2684" y="6529"/>
                      <a:pt x="3525" y="65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07" name="Freeform: Shape 1806">
                <a:extLst>
                  <a:ext uri="{FF2B5EF4-FFF2-40B4-BE49-F238E27FC236}">
                    <a16:creationId xmlns:a16="http://schemas.microsoft.com/office/drawing/2014/main" id="{02B9AFC1-86DC-8CFF-07BB-849359AB5473}"/>
                  </a:ext>
                </a:extLst>
              </p:cNvPr>
              <p:cNvSpPr/>
              <p:nvPr/>
            </p:nvSpPr>
            <p:spPr>
              <a:xfrm>
                <a:off x="5344120" y="5817177"/>
                <a:ext cx="6343" cy="6345"/>
              </a:xfrm>
              <a:custGeom>
                <a:avLst/>
                <a:gdLst>
                  <a:gd name="connsiteX0" fmla="*/ 3526 w 6343"/>
                  <a:gd name="connsiteY0" fmla="*/ 6530 h 6345"/>
                  <a:gd name="connsiteX1" fmla="*/ 5768 w 6343"/>
                  <a:gd name="connsiteY1" fmla="*/ 5600 h 6345"/>
                  <a:gd name="connsiteX2" fmla="*/ 6697 w 6343"/>
                  <a:gd name="connsiteY2" fmla="*/ 3357 h 6345"/>
                  <a:gd name="connsiteX3" fmla="*/ 5768 w 6343"/>
                  <a:gd name="connsiteY3" fmla="*/ 1113 h 6345"/>
                  <a:gd name="connsiteX4" fmla="*/ 3526 w 6343"/>
                  <a:gd name="connsiteY4" fmla="*/ 184 h 6345"/>
                  <a:gd name="connsiteX5" fmla="*/ 1283 w 6343"/>
                  <a:gd name="connsiteY5" fmla="*/ 1113 h 6345"/>
                  <a:gd name="connsiteX6" fmla="*/ 354 w 6343"/>
                  <a:gd name="connsiteY6" fmla="*/ 3357 h 6345"/>
                  <a:gd name="connsiteX7" fmla="*/ 1283 w 6343"/>
                  <a:gd name="connsiteY7" fmla="*/ 5600 h 6345"/>
                  <a:gd name="connsiteX8" fmla="*/ 3526 w 6343"/>
                  <a:gd name="connsiteY8" fmla="*/ 65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6" y="6530"/>
                    </a:moveTo>
                    <a:cubicBezTo>
                      <a:pt x="4367" y="6530"/>
                      <a:pt x="5174" y="6195"/>
                      <a:pt x="5768" y="5600"/>
                    </a:cubicBezTo>
                    <a:cubicBezTo>
                      <a:pt x="6363" y="5005"/>
                      <a:pt x="6697" y="4198"/>
                      <a:pt x="6697" y="3357"/>
                    </a:cubicBezTo>
                    <a:cubicBezTo>
                      <a:pt x="6697" y="2515"/>
                      <a:pt x="6363" y="1708"/>
                      <a:pt x="5768" y="1113"/>
                    </a:cubicBezTo>
                    <a:cubicBezTo>
                      <a:pt x="5174" y="519"/>
                      <a:pt x="4367" y="184"/>
                      <a:pt x="3526" y="184"/>
                    </a:cubicBezTo>
                    <a:cubicBezTo>
                      <a:pt x="2685" y="184"/>
                      <a:pt x="1878" y="519"/>
                      <a:pt x="1283" y="1113"/>
                    </a:cubicBezTo>
                    <a:cubicBezTo>
                      <a:pt x="688" y="1708"/>
                      <a:pt x="354" y="2515"/>
                      <a:pt x="354" y="3357"/>
                    </a:cubicBezTo>
                    <a:cubicBezTo>
                      <a:pt x="354" y="4198"/>
                      <a:pt x="688" y="5005"/>
                      <a:pt x="1283" y="5600"/>
                    </a:cubicBezTo>
                    <a:cubicBezTo>
                      <a:pt x="1878" y="6195"/>
                      <a:pt x="2685" y="6530"/>
                      <a:pt x="3526" y="65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08" name="Freeform: Shape 1807">
                <a:extLst>
                  <a:ext uri="{FF2B5EF4-FFF2-40B4-BE49-F238E27FC236}">
                    <a16:creationId xmlns:a16="http://schemas.microsoft.com/office/drawing/2014/main" id="{D27ADC37-35FB-B462-41A2-467C30F38E9F}"/>
                  </a:ext>
                </a:extLst>
              </p:cNvPr>
              <p:cNvSpPr/>
              <p:nvPr/>
            </p:nvSpPr>
            <p:spPr>
              <a:xfrm>
                <a:off x="5374686" y="5828122"/>
                <a:ext cx="6343" cy="6345"/>
              </a:xfrm>
              <a:custGeom>
                <a:avLst/>
                <a:gdLst>
                  <a:gd name="connsiteX0" fmla="*/ 3528 w 6343"/>
                  <a:gd name="connsiteY0" fmla="*/ 6530 h 6345"/>
                  <a:gd name="connsiteX1" fmla="*/ 5771 w 6343"/>
                  <a:gd name="connsiteY1" fmla="*/ 5601 h 6345"/>
                  <a:gd name="connsiteX2" fmla="*/ 6700 w 6343"/>
                  <a:gd name="connsiteY2" fmla="*/ 3358 h 6345"/>
                  <a:gd name="connsiteX3" fmla="*/ 5771 w 6343"/>
                  <a:gd name="connsiteY3" fmla="*/ 1114 h 6345"/>
                  <a:gd name="connsiteX4" fmla="*/ 3528 w 6343"/>
                  <a:gd name="connsiteY4" fmla="*/ 185 h 6345"/>
                  <a:gd name="connsiteX5" fmla="*/ 1285 w 6343"/>
                  <a:gd name="connsiteY5" fmla="*/ 1114 h 6345"/>
                  <a:gd name="connsiteX6" fmla="*/ 356 w 6343"/>
                  <a:gd name="connsiteY6" fmla="*/ 3358 h 6345"/>
                  <a:gd name="connsiteX7" fmla="*/ 1285 w 6343"/>
                  <a:gd name="connsiteY7" fmla="*/ 5601 h 6345"/>
                  <a:gd name="connsiteX8" fmla="*/ 3528 w 6343"/>
                  <a:gd name="connsiteY8" fmla="*/ 65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30"/>
                    </a:moveTo>
                    <a:cubicBezTo>
                      <a:pt x="4369" y="6530"/>
                      <a:pt x="5176" y="6196"/>
                      <a:pt x="5771" y="5601"/>
                    </a:cubicBezTo>
                    <a:cubicBezTo>
                      <a:pt x="6365" y="5006"/>
                      <a:pt x="6700" y="4199"/>
                      <a:pt x="6700" y="3358"/>
                    </a:cubicBezTo>
                    <a:cubicBezTo>
                      <a:pt x="6700" y="2516"/>
                      <a:pt x="6365" y="1709"/>
                      <a:pt x="5771" y="1114"/>
                    </a:cubicBezTo>
                    <a:cubicBezTo>
                      <a:pt x="5176" y="519"/>
                      <a:pt x="4369" y="185"/>
                      <a:pt x="3528" y="185"/>
                    </a:cubicBezTo>
                    <a:cubicBezTo>
                      <a:pt x="2687" y="185"/>
                      <a:pt x="1880" y="519"/>
                      <a:pt x="1285" y="1114"/>
                    </a:cubicBezTo>
                    <a:cubicBezTo>
                      <a:pt x="691" y="1709"/>
                      <a:pt x="356" y="2516"/>
                      <a:pt x="356" y="3358"/>
                    </a:cubicBezTo>
                    <a:cubicBezTo>
                      <a:pt x="356" y="4199"/>
                      <a:pt x="691" y="5006"/>
                      <a:pt x="1285" y="5601"/>
                    </a:cubicBezTo>
                    <a:cubicBezTo>
                      <a:pt x="1880" y="6196"/>
                      <a:pt x="2687" y="6530"/>
                      <a:pt x="3528" y="65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09" name="Freeform: Shape 1808">
                <a:extLst>
                  <a:ext uri="{FF2B5EF4-FFF2-40B4-BE49-F238E27FC236}">
                    <a16:creationId xmlns:a16="http://schemas.microsoft.com/office/drawing/2014/main" id="{E7DFB292-F677-0CE5-206F-395A9B6E4D23}"/>
                  </a:ext>
                </a:extLst>
              </p:cNvPr>
              <p:cNvSpPr/>
              <p:nvPr/>
            </p:nvSpPr>
            <p:spPr>
              <a:xfrm>
                <a:off x="5374518" y="5837367"/>
                <a:ext cx="6343" cy="6345"/>
              </a:xfrm>
              <a:custGeom>
                <a:avLst/>
                <a:gdLst>
                  <a:gd name="connsiteX0" fmla="*/ 3528 w 6343"/>
                  <a:gd name="connsiteY0" fmla="*/ 6531 h 6345"/>
                  <a:gd name="connsiteX1" fmla="*/ 5771 w 6343"/>
                  <a:gd name="connsiteY1" fmla="*/ 5602 h 6345"/>
                  <a:gd name="connsiteX2" fmla="*/ 6700 w 6343"/>
                  <a:gd name="connsiteY2" fmla="*/ 3359 h 6345"/>
                  <a:gd name="connsiteX3" fmla="*/ 5771 w 6343"/>
                  <a:gd name="connsiteY3" fmla="*/ 1115 h 6345"/>
                  <a:gd name="connsiteX4" fmla="*/ 3528 w 6343"/>
                  <a:gd name="connsiteY4" fmla="*/ 186 h 6345"/>
                  <a:gd name="connsiteX5" fmla="*/ 1285 w 6343"/>
                  <a:gd name="connsiteY5" fmla="*/ 1115 h 6345"/>
                  <a:gd name="connsiteX6" fmla="*/ 356 w 6343"/>
                  <a:gd name="connsiteY6" fmla="*/ 3359 h 6345"/>
                  <a:gd name="connsiteX7" fmla="*/ 1285 w 6343"/>
                  <a:gd name="connsiteY7" fmla="*/ 5602 h 6345"/>
                  <a:gd name="connsiteX8" fmla="*/ 3528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31"/>
                    </a:moveTo>
                    <a:cubicBezTo>
                      <a:pt x="4369" y="6531"/>
                      <a:pt x="5176" y="6197"/>
                      <a:pt x="5771" y="5602"/>
                    </a:cubicBezTo>
                    <a:cubicBezTo>
                      <a:pt x="6365" y="5007"/>
                      <a:pt x="6700" y="4200"/>
                      <a:pt x="6700" y="3359"/>
                    </a:cubicBezTo>
                    <a:cubicBezTo>
                      <a:pt x="6700" y="2517"/>
                      <a:pt x="6365" y="1710"/>
                      <a:pt x="5771" y="1115"/>
                    </a:cubicBezTo>
                    <a:cubicBezTo>
                      <a:pt x="5176" y="520"/>
                      <a:pt x="4369" y="186"/>
                      <a:pt x="3528" y="186"/>
                    </a:cubicBezTo>
                    <a:cubicBezTo>
                      <a:pt x="2687" y="186"/>
                      <a:pt x="1880" y="520"/>
                      <a:pt x="1285" y="1115"/>
                    </a:cubicBezTo>
                    <a:cubicBezTo>
                      <a:pt x="691" y="1710"/>
                      <a:pt x="356" y="2517"/>
                      <a:pt x="356" y="3359"/>
                    </a:cubicBezTo>
                    <a:cubicBezTo>
                      <a:pt x="356" y="4200"/>
                      <a:pt x="691" y="5007"/>
                      <a:pt x="1285" y="5602"/>
                    </a:cubicBezTo>
                    <a:cubicBezTo>
                      <a:pt x="1880" y="6197"/>
                      <a:pt x="2687" y="6531"/>
                      <a:pt x="3528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10" name="Freeform: Shape 1809">
                <a:extLst>
                  <a:ext uri="{FF2B5EF4-FFF2-40B4-BE49-F238E27FC236}">
                    <a16:creationId xmlns:a16="http://schemas.microsoft.com/office/drawing/2014/main" id="{A07F011E-D8C6-D40F-39B3-460B5FEFE67C}"/>
                  </a:ext>
                </a:extLst>
              </p:cNvPr>
              <p:cNvSpPr/>
              <p:nvPr/>
            </p:nvSpPr>
            <p:spPr>
              <a:xfrm>
                <a:off x="5374103" y="5846598"/>
                <a:ext cx="6343" cy="6345"/>
              </a:xfrm>
              <a:custGeom>
                <a:avLst/>
                <a:gdLst>
                  <a:gd name="connsiteX0" fmla="*/ 3528 w 6343"/>
                  <a:gd name="connsiteY0" fmla="*/ 6532 h 6345"/>
                  <a:gd name="connsiteX1" fmla="*/ 5771 w 6343"/>
                  <a:gd name="connsiteY1" fmla="*/ 5603 h 6345"/>
                  <a:gd name="connsiteX2" fmla="*/ 6700 w 6343"/>
                  <a:gd name="connsiteY2" fmla="*/ 3359 h 6345"/>
                  <a:gd name="connsiteX3" fmla="*/ 5771 w 6343"/>
                  <a:gd name="connsiteY3" fmla="*/ 1116 h 6345"/>
                  <a:gd name="connsiteX4" fmla="*/ 3528 w 6343"/>
                  <a:gd name="connsiteY4" fmla="*/ 187 h 6345"/>
                  <a:gd name="connsiteX5" fmla="*/ 1285 w 6343"/>
                  <a:gd name="connsiteY5" fmla="*/ 1116 h 6345"/>
                  <a:gd name="connsiteX6" fmla="*/ 356 w 6343"/>
                  <a:gd name="connsiteY6" fmla="*/ 3359 h 6345"/>
                  <a:gd name="connsiteX7" fmla="*/ 1285 w 6343"/>
                  <a:gd name="connsiteY7" fmla="*/ 5603 h 6345"/>
                  <a:gd name="connsiteX8" fmla="*/ 3528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32"/>
                    </a:moveTo>
                    <a:cubicBezTo>
                      <a:pt x="4369" y="6532"/>
                      <a:pt x="5176" y="6198"/>
                      <a:pt x="5771" y="5603"/>
                    </a:cubicBezTo>
                    <a:cubicBezTo>
                      <a:pt x="6365" y="5008"/>
                      <a:pt x="6700" y="4201"/>
                      <a:pt x="6700" y="3359"/>
                    </a:cubicBezTo>
                    <a:cubicBezTo>
                      <a:pt x="6700" y="2518"/>
                      <a:pt x="6365" y="1711"/>
                      <a:pt x="5771" y="1116"/>
                    </a:cubicBezTo>
                    <a:cubicBezTo>
                      <a:pt x="5176" y="521"/>
                      <a:pt x="4369" y="187"/>
                      <a:pt x="3528" y="187"/>
                    </a:cubicBezTo>
                    <a:cubicBezTo>
                      <a:pt x="2687" y="187"/>
                      <a:pt x="1880" y="521"/>
                      <a:pt x="1285" y="1116"/>
                    </a:cubicBezTo>
                    <a:cubicBezTo>
                      <a:pt x="691" y="1711"/>
                      <a:pt x="356" y="2518"/>
                      <a:pt x="356" y="3359"/>
                    </a:cubicBezTo>
                    <a:cubicBezTo>
                      <a:pt x="356" y="4201"/>
                      <a:pt x="691" y="5008"/>
                      <a:pt x="1285" y="5603"/>
                    </a:cubicBezTo>
                    <a:cubicBezTo>
                      <a:pt x="1880" y="6198"/>
                      <a:pt x="2687" y="6532"/>
                      <a:pt x="3528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11" name="Freeform: Shape 1810">
                <a:extLst>
                  <a:ext uri="{FF2B5EF4-FFF2-40B4-BE49-F238E27FC236}">
                    <a16:creationId xmlns:a16="http://schemas.microsoft.com/office/drawing/2014/main" id="{1F0AD9AD-0A48-2EC9-F65E-82DB4F68D591}"/>
                  </a:ext>
                </a:extLst>
              </p:cNvPr>
              <p:cNvSpPr/>
              <p:nvPr/>
            </p:nvSpPr>
            <p:spPr>
              <a:xfrm>
                <a:off x="5373821" y="5855844"/>
                <a:ext cx="6343" cy="6345"/>
              </a:xfrm>
              <a:custGeom>
                <a:avLst/>
                <a:gdLst>
                  <a:gd name="connsiteX0" fmla="*/ 3528 w 6343"/>
                  <a:gd name="connsiteY0" fmla="*/ 6533 h 6345"/>
                  <a:gd name="connsiteX1" fmla="*/ 5771 w 6343"/>
                  <a:gd name="connsiteY1" fmla="*/ 5603 h 6345"/>
                  <a:gd name="connsiteX2" fmla="*/ 6700 w 6343"/>
                  <a:gd name="connsiteY2" fmla="*/ 3360 h 6345"/>
                  <a:gd name="connsiteX3" fmla="*/ 5771 w 6343"/>
                  <a:gd name="connsiteY3" fmla="*/ 1117 h 6345"/>
                  <a:gd name="connsiteX4" fmla="*/ 3528 w 6343"/>
                  <a:gd name="connsiteY4" fmla="*/ 187 h 6345"/>
                  <a:gd name="connsiteX5" fmla="*/ 1285 w 6343"/>
                  <a:gd name="connsiteY5" fmla="*/ 1117 h 6345"/>
                  <a:gd name="connsiteX6" fmla="*/ 356 w 6343"/>
                  <a:gd name="connsiteY6" fmla="*/ 3360 h 6345"/>
                  <a:gd name="connsiteX7" fmla="*/ 1285 w 6343"/>
                  <a:gd name="connsiteY7" fmla="*/ 5603 h 6345"/>
                  <a:gd name="connsiteX8" fmla="*/ 3528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33"/>
                    </a:moveTo>
                    <a:cubicBezTo>
                      <a:pt x="4369" y="6533"/>
                      <a:pt x="5176" y="6198"/>
                      <a:pt x="5771" y="5603"/>
                    </a:cubicBezTo>
                    <a:cubicBezTo>
                      <a:pt x="6365" y="5008"/>
                      <a:pt x="6700" y="4201"/>
                      <a:pt x="6700" y="3360"/>
                    </a:cubicBezTo>
                    <a:cubicBezTo>
                      <a:pt x="6700" y="2519"/>
                      <a:pt x="6365" y="1711"/>
                      <a:pt x="5771" y="1117"/>
                    </a:cubicBezTo>
                    <a:cubicBezTo>
                      <a:pt x="5176" y="522"/>
                      <a:pt x="4369" y="187"/>
                      <a:pt x="3528" y="187"/>
                    </a:cubicBezTo>
                    <a:cubicBezTo>
                      <a:pt x="2687" y="187"/>
                      <a:pt x="1880" y="522"/>
                      <a:pt x="1285" y="1117"/>
                    </a:cubicBezTo>
                    <a:cubicBezTo>
                      <a:pt x="691" y="1711"/>
                      <a:pt x="356" y="2519"/>
                      <a:pt x="356" y="3360"/>
                    </a:cubicBezTo>
                    <a:cubicBezTo>
                      <a:pt x="356" y="4201"/>
                      <a:pt x="691" y="5008"/>
                      <a:pt x="1285" y="5603"/>
                    </a:cubicBezTo>
                    <a:cubicBezTo>
                      <a:pt x="1880" y="6198"/>
                      <a:pt x="2687" y="6533"/>
                      <a:pt x="3528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12" name="Freeform: Shape 1811">
                <a:extLst>
                  <a:ext uri="{FF2B5EF4-FFF2-40B4-BE49-F238E27FC236}">
                    <a16:creationId xmlns:a16="http://schemas.microsoft.com/office/drawing/2014/main" id="{4A0555B0-C39C-68DE-1C5A-E13FCFEA5865}"/>
                  </a:ext>
                </a:extLst>
              </p:cNvPr>
              <p:cNvSpPr/>
              <p:nvPr/>
            </p:nvSpPr>
            <p:spPr>
              <a:xfrm>
                <a:off x="5374479" y="5865176"/>
                <a:ext cx="6343" cy="6345"/>
              </a:xfrm>
              <a:custGeom>
                <a:avLst/>
                <a:gdLst>
                  <a:gd name="connsiteX0" fmla="*/ 3528 w 6343"/>
                  <a:gd name="connsiteY0" fmla="*/ 6533 h 6345"/>
                  <a:gd name="connsiteX1" fmla="*/ 5771 w 6343"/>
                  <a:gd name="connsiteY1" fmla="*/ 5604 h 6345"/>
                  <a:gd name="connsiteX2" fmla="*/ 6700 w 6343"/>
                  <a:gd name="connsiteY2" fmla="*/ 3361 h 6345"/>
                  <a:gd name="connsiteX3" fmla="*/ 5771 w 6343"/>
                  <a:gd name="connsiteY3" fmla="*/ 1117 h 6345"/>
                  <a:gd name="connsiteX4" fmla="*/ 3528 w 6343"/>
                  <a:gd name="connsiteY4" fmla="*/ 188 h 6345"/>
                  <a:gd name="connsiteX5" fmla="*/ 1285 w 6343"/>
                  <a:gd name="connsiteY5" fmla="*/ 1117 h 6345"/>
                  <a:gd name="connsiteX6" fmla="*/ 356 w 6343"/>
                  <a:gd name="connsiteY6" fmla="*/ 3361 h 6345"/>
                  <a:gd name="connsiteX7" fmla="*/ 1285 w 6343"/>
                  <a:gd name="connsiteY7" fmla="*/ 5604 h 6345"/>
                  <a:gd name="connsiteX8" fmla="*/ 3528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33"/>
                    </a:moveTo>
                    <a:cubicBezTo>
                      <a:pt x="4369" y="6533"/>
                      <a:pt x="5176" y="6199"/>
                      <a:pt x="5771" y="5604"/>
                    </a:cubicBezTo>
                    <a:cubicBezTo>
                      <a:pt x="6365" y="5009"/>
                      <a:pt x="6700" y="4202"/>
                      <a:pt x="6700" y="3361"/>
                    </a:cubicBezTo>
                    <a:cubicBezTo>
                      <a:pt x="6700" y="2519"/>
                      <a:pt x="6365" y="1712"/>
                      <a:pt x="5771" y="1117"/>
                    </a:cubicBezTo>
                    <a:cubicBezTo>
                      <a:pt x="5176" y="522"/>
                      <a:pt x="4369" y="188"/>
                      <a:pt x="3528" y="188"/>
                    </a:cubicBezTo>
                    <a:cubicBezTo>
                      <a:pt x="2687" y="188"/>
                      <a:pt x="1880" y="522"/>
                      <a:pt x="1285" y="1117"/>
                    </a:cubicBezTo>
                    <a:cubicBezTo>
                      <a:pt x="691" y="1712"/>
                      <a:pt x="356" y="2519"/>
                      <a:pt x="356" y="3361"/>
                    </a:cubicBezTo>
                    <a:cubicBezTo>
                      <a:pt x="356" y="4202"/>
                      <a:pt x="691" y="5009"/>
                      <a:pt x="1285" y="5604"/>
                    </a:cubicBezTo>
                    <a:cubicBezTo>
                      <a:pt x="1880" y="6199"/>
                      <a:pt x="2687" y="6533"/>
                      <a:pt x="3528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13" name="Freeform: Shape 1812">
                <a:extLst>
                  <a:ext uri="{FF2B5EF4-FFF2-40B4-BE49-F238E27FC236}">
                    <a16:creationId xmlns:a16="http://schemas.microsoft.com/office/drawing/2014/main" id="{D464558E-1B53-FE3C-B20A-D47F3C3E0D1C}"/>
                  </a:ext>
                </a:extLst>
              </p:cNvPr>
              <p:cNvSpPr/>
              <p:nvPr/>
            </p:nvSpPr>
            <p:spPr>
              <a:xfrm>
                <a:off x="5374936" y="5874508"/>
                <a:ext cx="6343" cy="6345"/>
              </a:xfrm>
              <a:custGeom>
                <a:avLst/>
                <a:gdLst>
                  <a:gd name="connsiteX0" fmla="*/ 3528 w 6343"/>
                  <a:gd name="connsiteY0" fmla="*/ 6534 h 6345"/>
                  <a:gd name="connsiteX1" fmla="*/ 5771 w 6343"/>
                  <a:gd name="connsiteY1" fmla="*/ 5605 h 6345"/>
                  <a:gd name="connsiteX2" fmla="*/ 6700 w 6343"/>
                  <a:gd name="connsiteY2" fmla="*/ 3361 h 6345"/>
                  <a:gd name="connsiteX3" fmla="*/ 5771 w 6343"/>
                  <a:gd name="connsiteY3" fmla="*/ 1118 h 6345"/>
                  <a:gd name="connsiteX4" fmla="*/ 3528 w 6343"/>
                  <a:gd name="connsiteY4" fmla="*/ 189 h 6345"/>
                  <a:gd name="connsiteX5" fmla="*/ 1285 w 6343"/>
                  <a:gd name="connsiteY5" fmla="*/ 1118 h 6345"/>
                  <a:gd name="connsiteX6" fmla="*/ 357 w 6343"/>
                  <a:gd name="connsiteY6" fmla="*/ 3361 h 6345"/>
                  <a:gd name="connsiteX7" fmla="*/ 1285 w 6343"/>
                  <a:gd name="connsiteY7" fmla="*/ 5605 h 6345"/>
                  <a:gd name="connsiteX8" fmla="*/ 3528 w 6343"/>
                  <a:gd name="connsiteY8" fmla="*/ 65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34"/>
                    </a:moveTo>
                    <a:cubicBezTo>
                      <a:pt x="4369" y="6534"/>
                      <a:pt x="5176" y="6200"/>
                      <a:pt x="5771" y="5605"/>
                    </a:cubicBezTo>
                    <a:cubicBezTo>
                      <a:pt x="6365" y="5010"/>
                      <a:pt x="6700" y="4203"/>
                      <a:pt x="6700" y="3361"/>
                    </a:cubicBezTo>
                    <a:cubicBezTo>
                      <a:pt x="6700" y="2520"/>
                      <a:pt x="6365" y="1713"/>
                      <a:pt x="5771" y="1118"/>
                    </a:cubicBezTo>
                    <a:cubicBezTo>
                      <a:pt x="5176" y="523"/>
                      <a:pt x="4369" y="189"/>
                      <a:pt x="3528" y="189"/>
                    </a:cubicBezTo>
                    <a:cubicBezTo>
                      <a:pt x="2687" y="189"/>
                      <a:pt x="1880" y="523"/>
                      <a:pt x="1285" y="1118"/>
                    </a:cubicBezTo>
                    <a:cubicBezTo>
                      <a:pt x="691" y="1713"/>
                      <a:pt x="357" y="2520"/>
                      <a:pt x="357" y="3361"/>
                    </a:cubicBezTo>
                    <a:cubicBezTo>
                      <a:pt x="357" y="4203"/>
                      <a:pt x="691" y="5010"/>
                      <a:pt x="1285" y="5605"/>
                    </a:cubicBezTo>
                    <a:cubicBezTo>
                      <a:pt x="1880" y="6200"/>
                      <a:pt x="2687" y="6534"/>
                      <a:pt x="3528" y="65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14" name="Freeform: Shape 1813">
                <a:extLst>
                  <a:ext uri="{FF2B5EF4-FFF2-40B4-BE49-F238E27FC236}">
                    <a16:creationId xmlns:a16="http://schemas.microsoft.com/office/drawing/2014/main" id="{21A155B7-B73F-B6D5-099C-E642E70CECA2}"/>
                  </a:ext>
                </a:extLst>
              </p:cNvPr>
              <p:cNvSpPr/>
              <p:nvPr/>
            </p:nvSpPr>
            <p:spPr>
              <a:xfrm>
                <a:off x="5371923" y="5883513"/>
                <a:ext cx="6343" cy="6345"/>
              </a:xfrm>
              <a:custGeom>
                <a:avLst/>
                <a:gdLst>
                  <a:gd name="connsiteX0" fmla="*/ 3528 w 6343"/>
                  <a:gd name="connsiteY0" fmla="*/ 6535 h 6345"/>
                  <a:gd name="connsiteX1" fmla="*/ 5770 w 6343"/>
                  <a:gd name="connsiteY1" fmla="*/ 5606 h 6345"/>
                  <a:gd name="connsiteX2" fmla="*/ 6699 w 6343"/>
                  <a:gd name="connsiteY2" fmla="*/ 3362 h 6345"/>
                  <a:gd name="connsiteX3" fmla="*/ 5770 w 6343"/>
                  <a:gd name="connsiteY3" fmla="*/ 1119 h 6345"/>
                  <a:gd name="connsiteX4" fmla="*/ 3528 w 6343"/>
                  <a:gd name="connsiteY4" fmla="*/ 189 h 6345"/>
                  <a:gd name="connsiteX5" fmla="*/ 1285 w 6343"/>
                  <a:gd name="connsiteY5" fmla="*/ 1119 h 6345"/>
                  <a:gd name="connsiteX6" fmla="*/ 356 w 6343"/>
                  <a:gd name="connsiteY6" fmla="*/ 3362 h 6345"/>
                  <a:gd name="connsiteX7" fmla="*/ 1285 w 6343"/>
                  <a:gd name="connsiteY7" fmla="*/ 5606 h 6345"/>
                  <a:gd name="connsiteX8" fmla="*/ 3528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35"/>
                    </a:moveTo>
                    <a:cubicBezTo>
                      <a:pt x="4369" y="6535"/>
                      <a:pt x="5176" y="6201"/>
                      <a:pt x="5770" y="5606"/>
                    </a:cubicBezTo>
                    <a:cubicBezTo>
                      <a:pt x="6365" y="5011"/>
                      <a:pt x="6699" y="4204"/>
                      <a:pt x="6699" y="3362"/>
                    </a:cubicBezTo>
                    <a:cubicBezTo>
                      <a:pt x="6699" y="2521"/>
                      <a:pt x="6365" y="1714"/>
                      <a:pt x="5770" y="1119"/>
                    </a:cubicBezTo>
                    <a:cubicBezTo>
                      <a:pt x="5176" y="524"/>
                      <a:pt x="4369" y="189"/>
                      <a:pt x="3528" y="189"/>
                    </a:cubicBezTo>
                    <a:cubicBezTo>
                      <a:pt x="2687" y="189"/>
                      <a:pt x="1880" y="524"/>
                      <a:pt x="1285" y="1119"/>
                    </a:cubicBezTo>
                    <a:cubicBezTo>
                      <a:pt x="690" y="1714"/>
                      <a:pt x="356" y="2521"/>
                      <a:pt x="356" y="3362"/>
                    </a:cubicBezTo>
                    <a:cubicBezTo>
                      <a:pt x="356" y="4204"/>
                      <a:pt x="690" y="5011"/>
                      <a:pt x="1285" y="5606"/>
                    </a:cubicBezTo>
                    <a:cubicBezTo>
                      <a:pt x="1880" y="6201"/>
                      <a:pt x="2687" y="6535"/>
                      <a:pt x="3528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15" name="Freeform: Shape 1814">
                <a:extLst>
                  <a:ext uri="{FF2B5EF4-FFF2-40B4-BE49-F238E27FC236}">
                    <a16:creationId xmlns:a16="http://schemas.microsoft.com/office/drawing/2014/main" id="{4C35FA97-2F43-27BE-DAF4-F7B027FDFDB5}"/>
                  </a:ext>
                </a:extLst>
              </p:cNvPr>
              <p:cNvSpPr/>
              <p:nvPr/>
            </p:nvSpPr>
            <p:spPr>
              <a:xfrm>
                <a:off x="5382168" y="5893884"/>
                <a:ext cx="6343" cy="6345"/>
              </a:xfrm>
              <a:custGeom>
                <a:avLst/>
                <a:gdLst>
                  <a:gd name="connsiteX0" fmla="*/ 3529 w 6343"/>
                  <a:gd name="connsiteY0" fmla="*/ 6536 h 6345"/>
                  <a:gd name="connsiteX1" fmla="*/ 5771 w 6343"/>
                  <a:gd name="connsiteY1" fmla="*/ 5606 h 6345"/>
                  <a:gd name="connsiteX2" fmla="*/ 6700 w 6343"/>
                  <a:gd name="connsiteY2" fmla="*/ 3363 h 6345"/>
                  <a:gd name="connsiteX3" fmla="*/ 5771 w 6343"/>
                  <a:gd name="connsiteY3" fmla="*/ 1120 h 6345"/>
                  <a:gd name="connsiteX4" fmla="*/ 3529 w 6343"/>
                  <a:gd name="connsiteY4" fmla="*/ 190 h 6345"/>
                  <a:gd name="connsiteX5" fmla="*/ 1286 w 6343"/>
                  <a:gd name="connsiteY5" fmla="*/ 1120 h 6345"/>
                  <a:gd name="connsiteX6" fmla="*/ 357 w 6343"/>
                  <a:gd name="connsiteY6" fmla="*/ 3363 h 6345"/>
                  <a:gd name="connsiteX7" fmla="*/ 1286 w 6343"/>
                  <a:gd name="connsiteY7" fmla="*/ 5606 h 6345"/>
                  <a:gd name="connsiteX8" fmla="*/ 3529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9" y="6536"/>
                    </a:moveTo>
                    <a:cubicBezTo>
                      <a:pt x="4370" y="6536"/>
                      <a:pt x="5177" y="6201"/>
                      <a:pt x="5771" y="5606"/>
                    </a:cubicBezTo>
                    <a:cubicBezTo>
                      <a:pt x="6366" y="5011"/>
                      <a:pt x="6700" y="4204"/>
                      <a:pt x="6700" y="3363"/>
                    </a:cubicBezTo>
                    <a:cubicBezTo>
                      <a:pt x="6700" y="2522"/>
                      <a:pt x="6366" y="1714"/>
                      <a:pt x="5771" y="1120"/>
                    </a:cubicBezTo>
                    <a:cubicBezTo>
                      <a:pt x="5177" y="525"/>
                      <a:pt x="4370" y="190"/>
                      <a:pt x="3529" y="190"/>
                    </a:cubicBezTo>
                    <a:cubicBezTo>
                      <a:pt x="2688" y="190"/>
                      <a:pt x="1881" y="525"/>
                      <a:pt x="1286" y="1120"/>
                    </a:cubicBezTo>
                    <a:cubicBezTo>
                      <a:pt x="691" y="1714"/>
                      <a:pt x="357" y="2522"/>
                      <a:pt x="357" y="3363"/>
                    </a:cubicBezTo>
                    <a:cubicBezTo>
                      <a:pt x="357" y="4204"/>
                      <a:pt x="691" y="5011"/>
                      <a:pt x="1286" y="5606"/>
                    </a:cubicBezTo>
                    <a:cubicBezTo>
                      <a:pt x="1881" y="6201"/>
                      <a:pt x="2688" y="6536"/>
                      <a:pt x="3529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16" name="Freeform: Shape 1815">
                <a:extLst>
                  <a:ext uri="{FF2B5EF4-FFF2-40B4-BE49-F238E27FC236}">
                    <a16:creationId xmlns:a16="http://schemas.microsoft.com/office/drawing/2014/main" id="{B0A88C7B-8965-B0EB-7FEE-176A722D8695}"/>
                  </a:ext>
                </a:extLst>
              </p:cNvPr>
              <p:cNvSpPr/>
              <p:nvPr/>
            </p:nvSpPr>
            <p:spPr>
              <a:xfrm>
                <a:off x="5378896" y="5902891"/>
                <a:ext cx="6343" cy="6345"/>
              </a:xfrm>
              <a:custGeom>
                <a:avLst/>
                <a:gdLst>
                  <a:gd name="connsiteX0" fmla="*/ 3528 w 6343"/>
                  <a:gd name="connsiteY0" fmla="*/ 6536 h 6345"/>
                  <a:gd name="connsiteX1" fmla="*/ 5771 w 6343"/>
                  <a:gd name="connsiteY1" fmla="*/ 5607 h 6345"/>
                  <a:gd name="connsiteX2" fmla="*/ 6700 w 6343"/>
                  <a:gd name="connsiteY2" fmla="*/ 3364 h 6345"/>
                  <a:gd name="connsiteX3" fmla="*/ 5771 w 6343"/>
                  <a:gd name="connsiteY3" fmla="*/ 1120 h 6345"/>
                  <a:gd name="connsiteX4" fmla="*/ 3528 w 6343"/>
                  <a:gd name="connsiteY4" fmla="*/ 191 h 6345"/>
                  <a:gd name="connsiteX5" fmla="*/ 1286 w 6343"/>
                  <a:gd name="connsiteY5" fmla="*/ 1120 h 6345"/>
                  <a:gd name="connsiteX6" fmla="*/ 357 w 6343"/>
                  <a:gd name="connsiteY6" fmla="*/ 3364 h 6345"/>
                  <a:gd name="connsiteX7" fmla="*/ 1286 w 6343"/>
                  <a:gd name="connsiteY7" fmla="*/ 5607 h 6345"/>
                  <a:gd name="connsiteX8" fmla="*/ 3528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36"/>
                    </a:moveTo>
                    <a:cubicBezTo>
                      <a:pt x="4369" y="6536"/>
                      <a:pt x="5176" y="6202"/>
                      <a:pt x="5771" y="5607"/>
                    </a:cubicBezTo>
                    <a:cubicBezTo>
                      <a:pt x="6366" y="5012"/>
                      <a:pt x="6700" y="4205"/>
                      <a:pt x="6700" y="3364"/>
                    </a:cubicBezTo>
                    <a:cubicBezTo>
                      <a:pt x="6700" y="2522"/>
                      <a:pt x="6366" y="1715"/>
                      <a:pt x="5771" y="1120"/>
                    </a:cubicBezTo>
                    <a:cubicBezTo>
                      <a:pt x="5176" y="525"/>
                      <a:pt x="4369" y="191"/>
                      <a:pt x="3528" y="191"/>
                    </a:cubicBezTo>
                    <a:cubicBezTo>
                      <a:pt x="2687" y="191"/>
                      <a:pt x="1881" y="525"/>
                      <a:pt x="1286" y="1120"/>
                    </a:cubicBezTo>
                    <a:cubicBezTo>
                      <a:pt x="691" y="1715"/>
                      <a:pt x="357" y="2522"/>
                      <a:pt x="357" y="3364"/>
                    </a:cubicBezTo>
                    <a:cubicBezTo>
                      <a:pt x="357" y="4205"/>
                      <a:pt x="691" y="5012"/>
                      <a:pt x="1286" y="5607"/>
                    </a:cubicBezTo>
                    <a:cubicBezTo>
                      <a:pt x="1881" y="6202"/>
                      <a:pt x="2687" y="6536"/>
                      <a:pt x="3528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17" name="Freeform: Shape 1816">
                <a:extLst>
                  <a:ext uri="{FF2B5EF4-FFF2-40B4-BE49-F238E27FC236}">
                    <a16:creationId xmlns:a16="http://schemas.microsoft.com/office/drawing/2014/main" id="{6CECA47A-0F62-BB7D-A11D-415BFA2AC79E}"/>
                  </a:ext>
                </a:extLst>
              </p:cNvPr>
              <p:cNvSpPr/>
              <p:nvPr/>
            </p:nvSpPr>
            <p:spPr>
              <a:xfrm>
                <a:off x="5383802" y="5912831"/>
                <a:ext cx="6343" cy="6345"/>
              </a:xfrm>
              <a:custGeom>
                <a:avLst/>
                <a:gdLst>
                  <a:gd name="connsiteX0" fmla="*/ 3529 w 6343"/>
                  <a:gd name="connsiteY0" fmla="*/ 6537 h 6345"/>
                  <a:gd name="connsiteX1" fmla="*/ 5771 w 6343"/>
                  <a:gd name="connsiteY1" fmla="*/ 5608 h 6345"/>
                  <a:gd name="connsiteX2" fmla="*/ 6700 w 6343"/>
                  <a:gd name="connsiteY2" fmla="*/ 3364 h 6345"/>
                  <a:gd name="connsiteX3" fmla="*/ 5771 w 6343"/>
                  <a:gd name="connsiteY3" fmla="*/ 1121 h 6345"/>
                  <a:gd name="connsiteX4" fmla="*/ 3529 w 6343"/>
                  <a:gd name="connsiteY4" fmla="*/ 192 h 6345"/>
                  <a:gd name="connsiteX5" fmla="*/ 1286 w 6343"/>
                  <a:gd name="connsiteY5" fmla="*/ 1121 h 6345"/>
                  <a:gd name="connsiteX6" fmla="*/ 357 w 6343"/>
                  <a:gd name="connsiteY6" fmla="*/ 3364 h 6345"/>
                  <a:gd name="connsiteX7" fmla="*/ 1286 w 6343"/>
                  <a:gd name="connsiteY7" fmla="*/ 5608 h 6345"/>
                  <a:gd name="connsiteX8" fmla="*/ 3529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9" y="6537"/>
                    </a:moveTo>
                    <a:cubicBezTo>
                      <a:pt x="4370" y="6537"/>
                      <a:pt x="5177" y="6203"/>
                      <a:pt x="5771" y="5608"/>
                    </a:cubicBezTo>
                    <a:cubicBezTo>
                      <a:pt x="6366" y="5013"/>
                      <a:pt x="6700" y="4206"/>
                      <a:pt x="6700" y="3364"/>
                    </a:cubicBezTo>
                    <a:cubicBezTo>
                      <a:pt x="6700" y="2523"/>
                      <a:pt x="6366" y="1716"/>
                      <a:pt x="5771" y="1121"/>
                    </a:cubicBezTo>
                    <a:cubicBezTo>
                      <a:pt x="5177" y="526"/>
                      <a:pt x="4370" y="192"/>
                      <a:pt x="3529" y="192"/>
                    </a:cubicBezTo>
                    <a:cubicBezTo>
                      <a:pt x="2688" y="192"/>
                      <a:pt x="1881" y="526"/>
                      <a:pt x="1286" y="1121"/>
                    </a:cubicBezTo>
                    <a:cubicBezTo>
                      <a:pt x="691" y="1716"/>
                      <a:pt x="357" y="2523"/>
                      <a:pt x="357" y="3364"/>
                    </a:cubicBezTo>
                    <a:cubicBezTo>
                      <a:pt x="357" y="4206"/>
                      <a:pt x="691" y="5013"/>
                      <a:pt x="1286" y="5608"/>
                    </a:cubicBezTo>
                    <a:cubicBezTo>
                      <a:pt x="1881" y="6203"/>
                      <a:pt x="2688" y="6537"/>
                      <a:pt x="3529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18" name="Freeform: Shape 1817">
                <a:extLst>
                  <a:ext uri="{FF2B5EF4-FFF2-40B4-BE49-F238E27FC236}">
                    <a16:creationId xmlns:a16="http://schemas.microsoft.com/office/drawing/2014/main" id="{F6B69739-CC9C-4E5C-40E2-BE5E0CB04DE3}"/>
                  </a:ext>
                </a:extLst>
              </p:cNvPr>
              <p:cNvSpPr/>
              <p:nvPr/>
            </p:nvSpPr>
            <p:spPr>
              <a:xfrm>
                <a:off x="5435728" y="5928655"/>
                <a:ext cx="6343" cy="6345"/>
              </a:xfrm>
              <a:custGeom>
                <a:avLst/>
                <a:gdLst>
                  <a:gd name="connsiteX0" fmla="*/ 3533 w 6343"/>
                  <a:gd name="connsiteY0" fmla="*/ 6538 h 6345"/>
                  <a:gd name="connsiteX1" fmla="*/ 5775 w 6343"/>
                  <a:gd name="connsiteY1" fmla="*/ 5609 h 6345"/>
                  <a:gd name="connsiteX2" fmla="*/ 6704 w 6343"/>
                  <a:gd name="connsiteY2" fmla="*/ 3366 h 6345"/>
                  <a:gd name="connsiteX3" fmla="*/ 5775 w 6343"/>
                  <a:gd name="connsiteY3" fmla="*/ 1122 h 6345"/>
                  <a:gd name="connsiteX4" fmla="*/ 3533 w 6343"/>
                  <a:gd name="connsiteY4" fmla="*/ 193 h 6345"/>
                  <a:gd name="connsiteX5" fmla="*/ 1290 w 6343"/>
                  <a:gd name="connsiteY5" fmla="*/ 1122 h 6345"/>
                  <a:gd name="connsiteX6" fmla="*/ 361 w 6343"/>
                  <a:gd name="connsiteY6" fmla="*/ 3366 h 6345"/>
                  <a:gd name="connsiteX7" fmla="*/ 1290 w 6343"/>
                  <a:gd name="connsiteY7" fmla="*/ 5609 h 6345"/>
                  <a:gd name="connsiteX8" fmla="*/ 3533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3" y="6538"/>
                    </a:moveTo>
                    <a:cubicBezTo>
                      <a:pt x="4374" y="6538"/>
                      <a:pt x="5181" y="6204"/>
                      <a:pt x="5775" y="5609"/>
                    </a:cubicBezTo>
                    <a:cubicBezTo>
                      <a:pt x="6370" y="5014"/>
                      <a:pt x="6704" y="4207"/>
                      <a:pt x="6704" y="3366"/>
                    </a:cubicBezTo>
                    <a:cubicBezTo>
                      <a:pt x="6704" y="2524"/>
                      <a:pt x="6370" y="1717"/>
                      <a:pt x="5775" y="1122"/>
                    </a:cubicBezTo>
                    <a:cubicBezTo>
                      <a:pt x="5181" y="527"/>
                      <a:pt x="4374" y="193"/>
                      <a:pt x="3533" y="193"/>
                    </a:cubicBezTo>
                    <a:cubicBezTo>
                      <a:pt x="2692" y="193"/>
                      <a:pt x="1885" y="527"/>
                      <a:pt x="1290" y="1122"/>
                    </a:cubicBezTo>
                    <a:cubicBezTo>
                      <a:pt x="695" y="1717"/>
                      <a:pt x="361" y="2524"/>
                      <a:pt x="361" y="3366"/>
                    </a:cubicBezTo>
                    <a:cubicBezTo>
                      <a:pt x="361" y="4207"/>
                      <a:pt x="695" y="5014"/>
                      <a:pt x="1290" y="5609"/>
                    </a:cubicBezTo>
                    <a:cubicBezTo>
                      <a:pt x="1885" y="6204"/>
                      <a:pt x="2692" y="6538"/>
                      <a:pt x="3533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19" name="Freeform: Shape 1818">
                <a:extLst>
                  <a:ext uri="{FF2B5EF4-FFF2-40B4-BE49-F238E27FC236}">
                    <a16:creationId xmlns:a16="http://schemas.microsoft.com/office/drawing/2014/main" id="{8F501EC0-E51F-748F-FDFE-A76EDEADA09B}"/>
                  </a:ext>
                </a:extLst>
              </p:cNvPr>
              <p:cNvSpPr/>
              <p:nvPr/>
            </p:nvSpPr>
            <p:spPr>
              <a:xfrm>
                <a:off x="5424416" y="5946623"/>
                <a:ext cx="6343" cy="6345"/>
              </a:xfrm>
              <a:custGeom>
                <a:avLst/>
                <a:gdLst>
                  <a:gd name="connsiteX0" fmla="*/ 3532 w 6343"/>
                  <a:gd name="connsiteY0" fmla="*/ 6540 h 6345"/>
                  <a:gd name="connsiteX1" fmla="*/ 5775 w 6343"/>
                  <a:gd name="connsiteY1" fmla="*/ 5611 h 6345"/>
                  <a:gd name="connsiteX2" fmla="*/ 6704 w 6343"/>
                  <a:gd name="connsiteY2" fmla="*/ 3367 h 6345"/>
                  <a:gd name="connsiteX3" fmla="*/ 5775 w 6343"/>
                  <a:gd name="connsiteY3" fmla="*/ 1124 h 6345"/>
                  <a:gd name="connsiteX4" fmla="*/ 3532 w 6343"/>
                  <a:gd name="connsiteY4" fmla="*/ 194 h 6345"/>
                  <a:gd name="connsiteX5" fmla="*/ 1289 w 6343"/>
                  <a:gd name="connsiteY5" fmla="*/ 1124 h 6345"/>
                  <a:gd name="connsiteX6" fmla="*/ 360 w 6343"/>
                  <a:gd name="connsiteY6" fmla="*/ 3367 h 6345"/>
                  <a:gd name="connsiteX7" fmla="*/ 1289 w 6343"/>
                  <a:gd name="connsiteY7" fmla="*/ 5611 h 6345"/>
                  <a:gd name="connsiteX8" fmla="*/ 3532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2" y="6540"/>
                    </a:moveTo>
                    <a:cubicBezTo>
                      <a:pt x="4373" y="6540"/>
                      <a:pt x="5180" y="6206"/>
                      <a:pt x="5775" y="5611"/>
                    </a:cubicBezTo>
                    <a:cubicBezTo>
                      <a:pt x="6369" y="5016"/>
                      <a:pt x="6704" y="4209"/>
                      <a:pt x="6704" y="3367"/>
                    </a:cubicBezTo>
                    <a:cubicBezTo>
                      <a:pt x="6704" y="2526"/>
                      <a:pt x="6369" y="1719"/>
                      <a:pt x="5775" y="1124"/>
                    </a:cubicBezTo>
                    <a:cubicBezTo>
                      <a:pt x="5180" y="529"/>
                      <a:pt x="4373" y="194"/>
                      <a:pt x="3532" y="194"/>
                    </a:cubicBezTo>
                    <a:cubicBezTo>
                      <a:pt x="2691" y="194"/>
                      <a:pt x="1884" y="529"/>
                      <a:pt x="1289" y="1124"/>
                    </a:cubicBezTo>
                    <a:cubicBezTo>
                      <a:pt x="695" y="1719"/>
                      <a:pt x="360" y="2526"/>
                      <a:pt x="360" y="3367"/>
                    </a:cubicBezTo>
                    <a:cubicBezTo>
                      <a:pt x="360" y="4209"/>
                      <a:pt x="695" y="5016"/>
                      <a:pt x="1289" y="5611"/>
                    </a:cubicBezTo>
                    <a:cubicBezTo>
                      <a:pt x="1884" y="6206"/>
                      <a:pt x="2691" y="6540"/>
                      <a:pt x="3532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20" name="Freeform: Shape 1819">
                <a:extLst>
                  <a:ext uri="{FF2B5EF4-FFF2-40B4-BE49-F238E27FC236}">
                    <a16:creationId xmlns:a16="http://schemas.microsoft.com/office/drawing/2014/main" id="{53ED35E0-B93E-13D0-C7A6-E45183136F37}"/>
                  </a:ext>
                </a:extLst>
              </p:cNvPr>
              <p:cNvSpPr/>
              <p:nvPr/>
            </p:nvSpPr>
            <p:spPr>
              <a:xfrm>
                <a:off x="5420404" y="5955759"/>
                <a:ext cx="6343" cy="6345"/>
              </a:xfrm>
              <a:custGeom>
                <a:avLst/>
                <a:gdLst>
                  <a:gd name="connsiteX0" fmla="*/ 3532 w 6343"/>
                  <a:gd name="connsiteY0" fmla="*/ 6541 h 6345"/>
                  <a:gd name="connsiteX1" fmla="*/ 5774 w 6343"/>
                  <a:gd name="connsiteY1" fmla="*/ 5611 h 6345"/>
                  <a:gd name="connsiteX2" fmla="*/ 6703 w 6343"/>
                  <a:gd name="connsiteY2" fmla="*/ 3368 h 6345"/>
                  <a:gd name="connsiteX3" fmla="*/ 5774 w 6343"/>
                  <a:gd name="connsiteY3" fmla="*/ 1124 h 6345"/>
                  <a:gd name="connsiteX4" fmla="*/ 3532 w 6343"/>
                  <a:gd name="connsiteY4" fmla="*/ 195 h 6345"/>
                  <a:gd name="connsiteX5" fmla="*/ 1289 w 6343"/>
                  <a:gd name="connsiteY5" fmla="*/ 1124 h 6345"/>
                  <a:gd name="connsiteX6" fmla="*/ 360 w 6343"/>
                  <a:gd name="connsiteY6" fmla="*/ 3368 h 6345"/>
                  <a:gd name="connsiteX7" fmla="*/ 1289 w 6343"/>
                  <a:gd name="connsiteY7" fmla="*/ 5611 h 6345"/>
                  <a:gd name="connsiteX8" fmla="*/ 353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2" y="6541"/>
                    </a:moveTo>
                    <a:cubicBezTo>
                      <a:pt x="4373" y="6541"/>
                      <a:pt x="5180" y="6206"/>
                      <a:pt x="5774" y="5611"/>
                    </a:cubicBezTo>
                    <a:cubicBezTo>
                      <a:pt x="6369" y="5016"/>
                      <a:pt x="6703" y="4209"/>
                      <a:pt x="6703" y="3368"/>
                    </a:cubicBezTo>
                    <a:cubicBezTo>
                      <a:pt x="6703" y="2526"/>
                      <a:pt x="6369" y="1719"/>
                      <a:pt x="5774" y="1124"/>
                    </a:cubicBezTo>
                    <a:cubicBezTo>
                      <a:pt x="5180" y="529"/>
                      <a:pt x="4373" y="195"/>
                      <a:pt x="3532" y="195"/>
                    </a:cubicBezTo>
                    <a:cubicBezTo>
                      <a:pt x="2691" y="195"/>
                      <a:pt x="1884" y="529"/>
                      <a:pt x="1289" y="1124"/>
                    </a:cubicBezTo>
                    <a:cubicBezTo>
                      <a:pt x="694" y="1719"/>
                      <a:pt x="360" y="2526"/>
                      <a:pt x="360" y="3368"/>
                    </a:cubicBezTo>
                    <a:cubicBezTo>
                      <a:pt x="360" y="4209"/>
                      <a:pt x="694" y="5016"/>
                      <a:pt x="1289" y="5611"/>
                    </a:cubicBezTo>
                    <a:cubicBezTo>
                      <a:pt x="1884" y="6206"/>
                      <a:pt x="2691" y="6541"/>
                      <a:pt x="353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21" name="Freeform: Shape 1820">
                <a:extLst>
                  <a:ext uri="{FF2B5EF4-FFF2-40B4-BE49-F238E27FC236}">
                    <a16:creationId xmlns:a16="http://schemas.microsoft.com/office/drawing/2014/main" id="{D84DAF9F-5A8D-C7D0-0BED-AFF5E64A5473}"/>
                  </a:ext>
                </a:extLst>
              </p:cNvPr>
              <p:cNvSpPr/>
              <p:nvPr/>
            </p:nvSpPr>
            <p:spPr>
              <a:xfrm>
                <a:off x="5417187" y="5964979"/>
                <a:ext cx="6343" cy="6345"/>
              </a:xfrm>
              <a:custGeom>
                <a:avLst/>
                <a:gdLst>
                  <a:gd name="connsiteX0" fmla="*/ 3531 w 6343"/>
                  <a:gd name="connsiteY0" fmla="*/ 6541 h 6345"/>
                  <a:gd name="connsiteX1" fmla="*/ 5774 w 6343"/>
                  <a:gd name="connsiteY1" fmla="*/ 5612 h 6345"/>
                  <a:gd name="connsiteX2" fmla="*/ 6703 w 6343"/>
                  <a:gd name="connsiteY2" fmla="*/ 3369 h 6345"/>
                  <a:gd name="connsiteX3" fmla="*/ 5774 w 6343"/>
                  <a:gd name="connsiteY3" fmla="*/ 1125 h 6345"/>
                  <a:gd name="connsiteX4" fmla="*/ 3531 w 6343"/>
                  <a:gd name="connsiteY4" fmla="*/ 196 h 6345"/>
                  <a:gd name="connsiteX5" fmla="*/ 1289 w 6343"/>
                  <a:gd name="connsiteY5" fmla="*/ 1125 h 6345"/>
                  <a:gd name="connsiteX6" fmla="*/ 360 w 6343"/>
                  <a:gd name="connsiteY6" fmla="*/ 3369 h 6345"/>
                  <a:gd name="connsiteX7" fmla="*/ 1289 w 6343"/>
                  <a:gd name="connsiteY7" fmla="*/ 5612 h 6345"/>
                  <a:gd name="connsiteX8" fmla="*/ 3531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1" y="6541"/>
                    </a:moveTo>
                    <a:cubicBezTo>
                      <a:pt x="4373" y="6541"/>
                      <a:pt x="5179" y="6207"/>
                      <a:pt x="5774" y="5612"/>
                    </a:cubicBezTo>
                    <a:cubicBezTo>
                      <a:pt x="6369" y="5017"/>
                      <a:pt x="6703" y="4210"/>
                      <a:pt x="6703" y="3369"/>
                    </a:cubicBezTo>
                    <a:cubicBezTo>
                      <a:pt x="6703" y="2527"/>
                      <a:pt x="6369" y="1720"/>
                      <a:pt x="5774" y="1125"/>
                    </a:cubicBezTo>
                    <a:cubicBezTo>
                      <a:pt x="5179" y="530"/>
                      <a:pt x="4373" y="196"/>
                      <a:pt x="3531" y="196"/>
                    </a:cubicBezTo>
                    <a:cubicBezTo>
                      <a:pt x="2690" y="196"/>
                      <a:pt x="1884" y="530"/>
                      <a:pt x="1289" y="1125"/>
                    </a:cubicBezTo>
                    <a:cubicBezTo>
                      <a:pt x="694" y="1720"/>
                      <a:pt x="360" y="2527"/>
                      <a:pt x="360" y="3369"/>
                    </a:cubicBezTo>
                    <a:cubicBezTo>
                      <a:pt x="360" y="4210"/>
                      <a:pt x="694" y="5017"/>
                      <a:pt x="1289" y="5612"/>
                    </a:cubicBezTo>
                    <a:cubicBezTo>
                      <a:pt x="1884" y="6207"/>
                      <a:pt x="2690" y="6541"/>
                      <a:pt x="3531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22" name="Freeform: Shape 1821">
                <a:extLst>
                  <a:ext uri="{FF2B5EF4-FFF2-40B4-BE49-F238E27FC236}">
                    <a16:creationId xmlns:a16="http://schemas.microsoft.com/office/drawing/2014/main" id="{FEE94DC8-9FF4-2F5D-573D-FF774F96F72B}"/>
                  </a:ext>
                </a:extLst>
              </p:cNvPr>
              <p:cNvSpPr/>
              <p:nvPr/>
            </p:nvSpPr>
            <p:spPr>
              <a:xfrm>
                <a:off x="5284967" y="5971981"/>
                <a:ext cx="6343" cy="6345"/>
              </a:xfrm>
              <a:custGeom>
                <a:avLst/>
                <a:gdLst>
                  <a:gd name="connsiteX0" fmla="*/ 3521 w 6343"/>
                  <a:gd name="connsiteY0" fmla="*/ 6542 h 6345"/>
                  <a:gd name="connsiteX1" fmla="*/ 5764 w 6343"/>
                  <a:gd name="connsiteY1" fmla="*/ 5613 h 6345"/>
                  <a:gd name="connsiteX2" fmla="*/ 6693 w 6343"/>
                  <a:gd name="connsiteY2" fmla="*/ 3369 h 6345"/>
                  <a:gd name="connsiteX3" fmla="*/ 5764 w 6343"/>
                  <a:gd name="connsiteY3" fmla="*/ 1126 h 6345"/>
                  <a:gd name="connsiteX4" fmla="*/ 3521 w 6343"/>
                  <a:gd name="connsiteY4" fmla="*/ 196 h 6345"/>
                  <a:gd name="connsiteX5" fmla="*/ 1278 w 6343"/>
                  <a:gd name="connsiteY5" fmla="*/ 1126 h 6345"/>
                  <a:gd name="connsiteX6" fmla="*/ 349 w 6343"/>
                  <a:gd name="connsiteY6" fmla="*/ 3369 h 6345"/>
                  <a:gd name="connsiteX7" fmla="*/ 1278 w 6343"/>
                  <a:gd name="connsiteY7" fmla="*/ 5613 h 6345"/>
                  <a:gd name="connsiteX8" fmla="*/ 35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1" y="6542"/>
                    </a:moveTo>
                    <a:cubicBezTo>
                      <a:pt x="4362" y="6542"/>
                      <a:pt x="5169" y="6208"/>
                      <a:pt x="5764" y="5613"/>
                    </a:cubicBezTo>
                    <a:cubicBezTo>
                      <a:pt x="6358" y="5018"/>
                      <a:pt x="6693" y="4211"/>
                      <a:pt x="6693" y="3369"/>
                    </a:cubicBezTo>
                    <a:cubicBezTo>
                      <a:pt x="6693" y="2528"/>
                      <a:pt x="6358" y="1721"/>
                      <a:pt x="5764" y="1126"/>
                    </a:cubicBezTo>
                    <a:cubicBezTo>
                      <a:pt x="5169" y="531"/>
                      <a:pt x="4362" y="196"/>
                      <a:pt x="3521" y="196"/>
                    </a:cubicBezTo>
                    <a:cubicBezTo>
                      <a:pt x="2680" y="196"/>
                      <a:pt x="1873" y="531"/>
                      <a:pt x="1278" y="1126"/>
                    </a:cubicBezTo>
                    <a:cubicBezTo>
                      <a:pt x="684" y="1721"/>
                      <a:pt x="349" y="2528"/>
                      <a:pt x="349" y="3369"/>
                    </a:cubicBezTo>
                    <a:cubicBezTo>
                      <a:pt x="349" y="4211"/>
                      <a:pt x="684" y="5018"/>
                      <a:pt x="1278" y="5613"/>
                    </a:cubicBezTo>
                    <a:cubicBezTo>
                      <a:pt x="1873" y="6208"/>
                      <a:pt x="2680" y="6542"/>
                      <a:pt x="35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23" name="Freeform: Shape 1822">
                <a:extLst>
                  <a:ext uri="{FF2B5EF4-FFF2-40B4-BE49-F238E27FC236}">
                    <a16:creationId xmlns:a16="http://schemas.microsoft.com/office/drawing/2014/main" id="{A6D08129-E640-99A9-801F-F5DEA1B764E0}"/>
                  </a:ext>
                </a:extLst>
              </p:cNvPr>
              <p:cNvSpPr/>
              <p:nvPr/>
            </p:nvSpPr>
            <p:spPr>
              <a:xfrm>
                <a:off x="5280675" y="5980153"/>
                <a:ext cx="6343" cy="6345"/>
              </a:xfrm>
              <a:custGeom>
                <a:avLst/>
                <a:gdLst>
                  <a:gd name="connsiteX0" fmla="*/ 3521 w 6343"/>
                  <a:gd name="connsiteY0" fmla="*/ 6542 h 6345"/>
                  <a:gd name="connsiteX1" fmla="*/ 5763 w 6343"/>
                  <a:gd name="connsiteY1" fmla="*/ 5613 h 6345"/>
                  <a:gd name="connsiteX2" fmla="*/ 6692 w 6343"/>
                  <a:gd name="connsiteY2" fmla="*/ 3370 h 6345"/>
                  <a:gd name="connsiteX3" fmla="*/ 5763 w 6343"/>
                  <a:gd name="connsiteY3" fmla="*/ 1126 h 6345"/>
                  <a:gd name="connsiteX4" fmla="*/ 3521 w 6343"/>
                  <a:gd name="connsiteY4" fmla="*/ 197 h 6345"/>
                  <a:gd name="connsiteX5" fmla="*/ 1278 w 6343"/>
                  <a:gd name="connsiteY5" fmla="*/ 1126 h 6345"/>
                  <a:gd name="connsiteX6" fmla="*/ 349 w 6343"/>
                  <a:gd name="connsiteY6" fmla="*/ 3370 h 6345"/>
                  <a:gd name="connsiteX7" fmla="*/ 1278 w 6343"/>
                  <a:gd name="connsiteY7" fmla="*/ 5613 h 6345"/>
                  <a:gd name="connsiteX8" fmla="*/ 35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1" y="6542"/>
                    </a:moveTo>
                    <a:cubicBezTo>
                      <a:pt x="4362" y="6542"/>
                      <a:pt x="5169" y="6208"/>
                      <a:pt x="5763" y="5613"/>
                    </a:cubicBezTo>
                    <a:cubicBezTo>
                      <a:pt x="6358" y="5018"/>
                      <a:pt x="6692" y="4211"/>
                      <a:pt x="6692" y="3370"/>
                    </a:cubicBezTo>
                    <a:cubicBezTo>
                      <a:pt x="6692" y="2528"/>
                      <a:pt x="6358" y="1721"/>
                      <a:pt x="5763" y="1126"/>
                    </a:cubicBezTo>
                    <a:cubicBezTo>
                      <a:pt x="5169" y="531"/>
                      <a:pt x="4362" y="197"/>
                      <a:pt x="3521" y="197"/>
                    </a:cubicBezTo>
                    <a:cubicBezTo>
                      <a:pt x="2680" y="197"/>
                      <a:pt x="1873" y="531"/>
                      <a:pt x="1278" y="1126"/>
                    </a:cubicBezTo>
                    <a:cubicBezTo>
                      <a:pt x="683" y="1721"/>
                      <a:pt x="349" y="2528"/>
                      <a:pt x="349" y="3370"/>
                    </a:cubicBezTo>
                    <a:cubicBezTo>
                      <a:pt x="349" y="4211"/>
                      <a:pt x="683" y="5018"/>
                      <a:pt x="1278" y="5613"/>
                    </a:cubicBezTo>
                    <a:cubicBezTo>
                      <a:pt x="1873" y="6208"/>
                      <a:pt x="2680" y="6542"/>
                      <a:pt x="35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24" name="Freeform: Shape 1823">
                <a:extLst>
                  <a:ext uri="{FF2B5EF4-FFF2-40B4-BE49-F238E27FC236}">
                    <a16:creationId xmlns:a16="http://schemas.microsoft.com/office/drawing/2014/main" id="{6B74DE54-EDFE-DD01-A871-780E01E05C55}"/>
                  </a:ext>
                </a:extLst>
              </p:cNvPr>
              <p:cNvSpPr/>
              <p:nvPr/>
            </p:nvSpPr>
            <p:spPr>
              <a:xfrm>
                <a:off x="5225612" y="5979146"/>
                <a:ext cx="6343" cy="6345"/>
              </a:xfrm>
              <a:custGeom>
                <a:avLst/>
                <a:gdLst>
                  <a:gd name="connsiteX0" fmla="*/ 3516 w 6343"/>
                  <a:gd name="connsiteY0" fmla="*/ 6542 h 6345"/>
                  <a:gd name="connsiteX1" fmla="*/ 5759 w 6343"/>
                  <a:gd name="connsiteY1" fmla="*/ 5613 h 6345"/>
                  <a:gd name="connsiteX2" fmla="*/ 6688 w 6343"/>
                  <a:gd name="connsiteY2" fmla="*/ 3370 h 6345"/>
                  <a:gd name="connsiteX3" fmla="*/ 5759 w 6343"/>
                  <a:gd name="connsiteY3" fmla="*/ 1126 h 6345"/>
                  <a:gd name="connsiteX4" fmla="*/ 3516 w 6343"/>
                  <a:gd name="connsiteY4" fmla="*/ 197 h 6345"/>
                  <a:gd name="connsiteX5" fmla="*/ 1274 w 6343"/>
                  <a:gd name="connsiteY5" fmla="*/ 1126 h 6345"/>
                  <a:gd name="connsiteX6" fmla="*/ 345 w 6343"/>
                  <a:gd name="connsiteY6" fmla="*/ 3370 h 6345"/>
                  <a:gd name="connsiteX7" fmla="*/ 1274 w 6343"/>
                  <a:gd name="connsiteY7" fmla="*/ 5613 h 6345"/>
                  <a:gd name="connsiteX8" fmla="*/ 351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6" y="6542"/>
                    </a:moveTo>
                    <a:cubicBezTo>
                      <a:pt x="4357" y="6542"/>
                      <a:pt x="5164" y="6208"/>
                      <a:pt x="5759" y="5613"/>
                    </a:cubicBezTo>
                    <a:cubicBezTo>
                      <a:pt x="6354" y="5018"/>
                      <a:pt x="6688" y="4211"/>
                      <a:pt x="6688" y="3370"/>
                    </a:cubicBezTo>
                    <a:cubicBezTo>
                      <a:pt x="6688" y="2528"/>
                      <a:pt x="6354" y="1721"/>
                      <a:pt x="5759" y="1126"/>
                    </a:cubicBezTo>
                    <a:cubicBezTo>
                      <a:pt x="5164" y="531"/>
                      <a:pt x="4357" y="197"/>
                      <a:pt x="3516" y="197"/>
                    </a:cubicBezTo>
                    <a:cubicBezTo>
                      <a:pt x="2675" y="197"/>
                      <a:pt x="1868" y="531"/>
                      <a:pt x="1274" y="1126"/>
                    </a:cubicBezTo>
                    <a:cubicBezTo>
                      <a:pt x="679" y="1721"/>
                      <a:pt x="345" y="2528"/>
                      <a:pt x="345" y="3370"/>
                    </a:cubicBezTo>
                    <a:cubicBezTo>
                      <a:pt x="345" y="4211"/>
                      <a:pt x="679" y="5018"/>
                      <a:pt x="1274" y="5613"/>
                    </a:cubicBezTo>
                    <a:cubicBezTo>
                      <a:pt x="1868" y="6208"/>
                      <a:pt x="2675" y="6542"/>
                      <a:pt x="351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25" name="Freeform: Shape 1824">
                <a:extLst>
                  <a:ext uri="{FF2B5EF4-FFF2-40B4-BE49-F238E27FC236}">
                    <a16:creationId xmlns:a16="http://schemas.microsoft.com/office/drawing/2014/main" id="{5ECFF538-A9B5-5580-D550-C840598E8EB1}"/>
                  </a:ext>
                </a:extLst>
              </p:cNvPr>
              <p:cNvSpPr/>
              <p:nvPr/>
            </p:nvSpPr>
            <p:spPr>
              <a:xfrm>
                <a:off x="5223156" y="5987269"/>
                <a:ext cx="6343" cy="6345"/>
              </a:xfrm>
              <a:custGeom>
                <a:avLst/>
                <a:gdLst>
                  <a:gd name="connsiteX0" fmla="*/ 3516 w 6343"/>
                  <a:gd name="connsiteY0" fmla="*/ 6543 h 6345"/>
                  <a:gd name="connsiteX1" fmla="*/ 5759 w 6343"/>
                  <a:gd name="connsiteY1" fmla="*/ 5614 h 6345"/>
                  <a:gd name="connsiteX2" fmla="*/ 6688 w 6343"/>
                  <a:gd name="connsiteY2" fmla="*/ 3370 h 6345"/>
                  <a:gd name="connsiteX3" fmla="*/ 5759 w 6343"/>
                  <a:gd name="connsiteY3" fmla="*/ 1127 h 6345"/>
                  <a:gd name="connsiteX4" fmla="*/ 3516 w 6343"/>
                  <a:gd name="connsiteY4" fmla="*/ 198 h 6345"/>
                  <a:gd name="connsiteX5" fmla="*/ 1273 w 6343"/>
                  <a:gd name="connsiteY5" fmla="*/ 1127 h 6345"/>
                  <a:gd name="connsiteX6" fmla="*/ 345 w 6343"/>
                  <a:gd name="connsiteY6" fmla="*/ 3370 h 6345"/>
                  <a:gd name="connsiteX7" fmla="*/ 1273 w 6343"/>
                  <a:gd name="connsiteY7" fmla="*/ 5614 h 6345"/>
                  <a:gd name="connsiteX8" fmla="*/ 351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6" y="6543"/>
                    </a:moveTo>
                    <a:cubicBezTo>
                      <a:pt x="4357" y="6543"/>
                      <a:pt x="5164" y="6209"/>
                      <a:pt x="5759" y="5614"/>
                    </a:cubicBezTo>
                    <a:cubicBezTo>
                      <a:pt x="6353" y="5019"/>
                      <a:pt x="6688" y="4212"/>
                      <a:pt x="6688" y="3370"/>
                    </a:cubicBezTo>
                    <a:cubicBezTo>
                      <a:pt x="6688" y="2529"/>
                      <a:pt x="6353" y="1722"/>
                      <a:pt x="5759" y="1127"/>
                    </a:cubicBezTo>
                    <a:cubicBezTo>
                      <a:pt x="5164" y="532"/>
                      <a:pt x="4357" y="198"/>
                      <a:pt x="3516" y="198"/>
                    </a:cubicBezTo>
                    <a:cubicBezTo>
                      <a:pt x="2675" y="198"/>
                      <a:pt x="1868" y="532"/>
                      <a:pt x="1273" y="1127"/>
                    </a:cubicBezTo>
                    <a:cubicBezTo>
                      <a:pt x="679" y="1722"/>
                      <a:pt x="345" y="2529"/>
                      <a:pt x="345" y="3370"/>
                    </a:cubicBezTo>
                    <a:cubicBezTo>
                      <a:pt x="345" y="4212"/>
                      <a:pt x="679" y="5019"/>
                      <a:pt x="1273" y="5614"/>
                    </a:cubicBezTo>
                    <a:cubicBezTo>
                      <a:pt x="1868" y="6209"/>
                      <a:pt x="2675" y="6543"/>
                      <a:pt x="351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26" name="Freeform: Shape 1825">
                <a:extLst>
                  <a:ext uri="{FF2B5EF4-FFF2-40B4-BE49-F238E27FC236}">
                    <a16:creationId xmlns:a16="http://schemas.microsoft.com/office/drawing/2014/main" id="{25DDB990-BC32-6E8C-935C-DF37D3F8B642}"/>
                  </a:ext>
                </a:extLst>
              </p:cNvPr>
              <p:cNvSpPr/>
              <p:nvPr/>
            </p:nvSpPr>
            <p:spPr>
              <a:xfrm>
                <a:off x="5221166" y="5995470"/>
                <a:ext cx="6343" cy="6345"/>
              </a:xfrm>
              <a:custGeom>
                <a:avLst/>
                <a:gdLst>
                  <a:gd name="connsiteX0" fmla="*/ 3516 w 6343"/>
                  <a:gd name="connsiteY0" fmla="*/ 6544 h 6345"/>
                  <a:gd name="connsiteX1" fmla="*/ 5759 w 6343"/>
                  <a:gd name="connsiteY1" fmla="*/ 5614 h 6345"/>
                  <a:gd name="connsiteX2" fmla="*/ 6688 w 6343"/>
                  <a:gd name="connsiteY2" fmla="*/ 3371 h 6345"/>
                  <a:gd name="connsiteX3" fmla="*/ 5759 w 6343"/>
                  <a:gd name="connsiteY3" fmla="*/ 1128 h 6345"/>
                  <a:gd name="connsiteX4" fmla="*/ 3516 w 6343"/>
                  <a:gd name="connsiteY4" fmla="*/ 198 h 6345"/>
                  <a:gd name="connsiteX5" fmla="*/ 1273 w 6343"/>
                  <a:gd name="connsiteY5" fmla="*/ 1128 h 6345"/>
                  <a:gd name="connsiteX6" fmla="*/ 344 w 6343"/>
                  <a:gd name="connsiteY6" fmla="*/ 3371 h 6345"/>
                  <a:gd name="connsiteX7" fmla="*/ 1273 w 6343"/>
                  <a:gd name="connsiteY7" fmla="*/ 5614 h 6345"/>
                  <a:gd name="connsiteX8" fmla="*/ 3516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6" y="6544"/>
                    </a:moveTo>
                    <a:cubicBezTo>
                      <a:pt x="4357" y="6544"/>
                      <a:pt x="5164" y="6209"/>
                      <a:pt x="5759" y="5614"/>
                    </a:cubicBezTo>
                    <a:cubicBezTo>
                      <a:pt x="6353" y="5019"/>
                      <a:pt x="6688" y="4212"/>
                      <a:pt x="6688" y="3371"/>
                    </a:cubicBezTo>
                    <a:cubicBezTo>
                      <a:pt x="6688" y="2530"/>
                      <a:pt x="6353" y="1722"/>
                      <a:pt x="5759" y="1128"/>
                    </a:cubicBezTo>
                    <a:cubicBezTo>
                      <a:pt x="5164" y="533"/>
                      <a:pt x="4357" y="198"/>
                      <a:pt x="3516" y="198"/>
                    </a:cubicBezTo>
                    <a:cubicBezTo>
                      <a:pt x="2675" y="198"/>
                      <a:pt x="1868" y="533"/>
                      <a:pt x="1273" y="1128"/>
                    </a:cubicBezTo>
                    <a:cubicBezTo>
                      <a:pt x="679" y="1722"/>
                      <a:pt x="344" y="2530"/>
                      <a:pt x="344" y="3371"/>
                    </a:cubicBezTo>
                    <a:cubicBezTo>
                      <a:pt x="344" y="4212"/>
                      <a:pt x="679" y="5019"/>
                      <a:pt x="1273" y="5614"/>
                    </a:cubicBezTo>
                    <a:cubicBezTo>
                      <a:pt x="1868" y="6209"/>
                      <a:pt x="2675" y="6544"/>
                      <a:pt x="3516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27" name="Freeform: Shape 1826">
                <a:extLst>
                  <a:ext uri="{FF2B5EF4-FFF2-40B4-BE49-F238E27FC236}">
                    <a16:creationId xmlns:a16="http://schemas.microsoft.com/office/drawing/2014/main" id="{1DFEB781-8325-D26A-908F-08E15697DD8E}"/>
                  </a:ext>
                </a:extLst>
              </p:cNvPr>
              <p:cNvSpPr/>
              <p:nvPr/>
            </p:nvSpPr>
            <p:spPr>
              <a:xfrm>
                <a:off x="5380625" y="6035825"/>
                <a:ext cx="6343" cy="6345"/>
              </a:xfrm>
              <a:custGeom>
                <a:avLst/>
                <a:gdLst>
                  <a:gd name="connsiteX0" fmla="*/ 3529 w 6343"/>
                  <a:gd name="connsiteY0" fmla="*/ 6547 h 6345"/>
                  <a:gd name="connsiteX1" fmla="*/ 5771 w 6343"/>
                  <a:gd name="connsiteY1" fmla="*/ 5618 h 6345"/>
                  <a:gd name="connsiteX2" fmla="*/ 6700 w 6343"/>
                  <a:gd name="connsiteY2" fmla="*/ 3374 h 6345"/>
                  <a:gd name="connsiteX3" fmla="*/ 5771 w 6343"/>
                  <a:gd name="connsiteY3" fmla="*/ 1131 h 6345"/>
                  <a:gd name="connsiteX4" fmla="*/ 3529 w 6343"/>
                  <a:gd name="connsiteY4" fmla="*/ 201 h 6345"/>
                  <a:gd name="connsiteX5" fmla="*/ 1286 w 6343"/>
                  <a:gd name="connsiteY5" fmla="*/ 1131 h 6345"/>
                  <a:gd name="connsiteX6" fmla="*/ 357 w 6343"/>
                  <a:gd name="connsiteY6" fmla="*/ 3374 h 6345"/>
                  <a:gd name="connsiteX7" fmla="*/ 1286 w 6343"/>
                  <a:gd name="connsiteY7" fmla="*/ 5618 h 6345"/>
                  <a:gd name="connsiteX8" fmla="*/ 3529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9" y="6547"/>
                    </a:moveTo>
                    <a:cubicBezTo>
                      <a:pt x="4370" y="6547"/>
                      <a:pt x="5176" y="6213"/>
                      <a:pt x="5771" y="5618"/>
                    </a:cubicBezTo>
                    <a:cubicBezTo>
                      <a:pt x="6366" y="5023"/>
                      <a:pt x="6700" y="4216"/>
                      <a:pt x="6700" y="3374"/>
                    </a:cubicBezTo>
                    <a:cubicBezTo>
                      <a:pt x="6700" y="2533"/>
                      <a:pt x="6366" y="1726"/>
                      <a:pt x="5771" y="1131"/>
                    </a:cubicBezTo>
                    <a:cubicBezTo>
                      <a:pt x="5176" y="536"/>
                      <a:pt x="4370" y="201"/>
                      <a:pt x="3529" y="201"/>
                    </a:cubicBezTo>
                    <a:cubicBezTo>
                      <a:pt x="2687" y="201"/>
                      <a:pt x="1881" y="536"/>
                      <a:pt x="1286" y="1131"/>
                    </a:cubicBezTo>
                    <a:cubicBezTo>
                      <a:pt x="691" y="1726"/>
                      <a:pt x="357" y="2533"/>
                      <a:pt x="357" y="3374"/>
                    </a:cubicBezTo>
                    <a:cubicBezTo>
                      <a:pt x="357" y="4216"/>
                      <a:pt x="691" y="5023"/>
                      <a:pt x="1286" y="5618"/>
                    </a:cubicBezTo>
                    <a:cubicBezTo>
                      <a:pt x="1881" y="6213"/>
                      <a:pt x="2687" y="6547"/>
                      <a:pt x="3529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28" name="Freeform: Shape 1827">
                <a:extLst>
                  <a:ext uri="{FF2B5EF4-FFF2-40B4-BE49-F238E27FC236}">
                    <a16:creationId xmlns:a16="http://schemas.microsoft.com/office/drawing/2014/main" id="{361E2113-2F65-11AC-1DBD-7906B1BD9EAF}"/>
                  </a:ext>
                </a:extLst>
              </p:cNvPr>
              <p:cNvSpPr/>
              <p:nvPr/>
            </p:nvSpPr>
            <p:spPr>
              <a:xfrm>
                <a:off x="5376235" y="6044555"/>
                <a:ext cx="6343" cy="6345"/>
              </a:xfrm>
              <a:custGeom>
                <a:avLst/>
                <a:gdLst>
                  <a:gd name="connsiteX0" fmla="*/ 3528 w 6343"/>
                  <a:gd name="connsiteY0" fmla="*/ 6548 h 6345"/>
                  <a:gd name="connsiteX1" fmla="*/ 5771 w 6343"/>
                  <a:gd name="connsiteY1" fmla="*/ 5618 h 6345"/>
                  <a:gd name="connsiteX2" fmla="*/ 6700 w 6343"/>
                  <a:gd name="connsiteY2" fmla="*/ 3375 h 6345"/>
                  <a:gd name="connsiteX3" fmla="*/ 5771 w 6343"/>
                  <a:gd name="connsiteY3" fmla="*/ 1131 h 6345"/>
                  <a:gd name="connsiteX4" fmla="*/ 3528 w 6343"/>
                  <a:gd name="connsiteY4" fmla="*/ 202 h 6345"/>
                  <a:gd name="connsiteX5" fmla="*/ 1286 w 6343"/>
                  <a:gd name="connsiteY5" fmla="*/ 1131 h 6345"/>
                  <a:gd name="connsiteX6" fmla="*/ 357 w 6343"/>
                  <a:gd name="connsiteY6" fmla="*/ 3375 h 6345"/>
                  <a:gd name="connsiteX7" fmla="*/ 1286 w 6343"/>
                  <a:gd name="connsiteY7" fmla="*/ 5618 h 6345"/>
                  <a:gd name="connsiteX8" fmla="*/ 3528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48"/>
                    </a:moveTo>
                    <a:cubicBezTo>
                      <a:pt x="4369" y="6548"/>
                      <a:pt x="5176" y="6213"/>
                      <a:pt x="5771" y="5618"/>
                    </a:cubicBezTo>
                    <a:cubicBezTo>
                      <a:pt x="6366" y="5023"/>
                      <a:pt x="6700" y="4216"/>
                      <a:pt x="6700" y="3375"/>
                    </a:cubicBezTo>
                    <a:cubicBezTo>
                      <a:pt x="6700" y="2533"/>
                      <a:pt x="6366" y="1726"/>
                      <a:pt x="5771" y="1131"/>
                    </a:cubicBezTo>
                    <a:cubicBezTo>
                      <a:pt x="5176" y="536"/>
                      <a:pt x="4369" y="202"/>
                      <a:pt x="3528" y="202"/>
                    </a:cubicBezTo>
                    <a:cubicBezTo>
                      <a:pt x="2687" y="202"/>
                      <a:pt x="1880" y="536"/>
                      <a:pt x="1286" y="1131"/>
                    </a:cubicBezTo>
                    <a:cubicBezTo>
                      <a:pt x="691" y="1726"/>
                      <a:pt x="357" y="2533"/>
                      <a:pt x="357" y="3375"/>
                    </a:cubicBezTo>
                    <a:cubicBezTo>
                      <a:pt x="357" y="4216"/>
                      <a:pt x="691" y="5023"/>
                      <a:pt x="1286" y="5618"/>
                    </a:cubicBezTo>
                    <a:cubicBezTo>
                      <a:pt x="1880" y="6213"/>
                      <a:pt x="2687" y="6548"/>
                      <a:pt x="3528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29" name="Freeform: Shape 1828">
                <a:extLst>
                  <a:ext uri="{FF2B5EF4-FFF2-40B4-BE49-F238E27FC236}">
                    <a16:creationId xmlns:a16="http://schemas.microsoft.com/office/drawing/2014/main" id="{A6C23962-E93D-075D-EEF1-50EB9724C77B}"/>
                  </a:ext>
                </a:extLst>
              </p:cNvPr>
              <p:cNvSpPr/>
              <p:nvPr/>
            </p:nvSpPr>
            <p:spPr>
              <a:xfrm>
                <a:off x="5371935" y="6053272"/>
                <a:ext cx="6343" cy="6345"/>
              </a:xfrm>
              <a:custGeom>
                <a:avLst/>
                <a:gdLst>
                  <a:gd name="connsiteX0" fmla="*/ 3528 w 6343"/>
                  <a:gd name="connsiteY0" fmla="*/ 6548 h 6345"/>
                  <a:gd name="connsiteX1" fmla="*/ 5770 w 6343"/>
                  <a:gd name="connsiteY1" fmla="*/ 5619 h 6345"/>
                  <a:gd name="connsiteX2" fmla="*/ 6699 w 6343"/>
                  <a:gd name="connsiteY2" fmla="*/ 3376 h 6345"/>
                  <a:gd name="connsiteX3" fmla="*/ 5770 w 6343"/>
                  <a:gd name="connsiteY3" fmla="*/ 1132 h 6345"/>
                  <a:gd name="connsiteX4" fmla="*/ 3528 w 6343"/>
                  <a:gd name="connsiteY4" fmla="*/ 203 h 6345"/>
                  <a:gd name="connsiteX5" fmla="*/ 1285 w 6343"/>
                  <a:gd name="connsiteY5" fmla="*/ 1132 h 6345"/>
                  <a:gd name="connsiteX6" fmla="*/ 356 w 6343"/>
                  <a:gd name="connsiteY6" fmla="*/ 3376 h 6345"/>
                  <a:gd name="connsiteX7" fmla="*/ 1285 w 6343"/>
                  <a:gd name="connsiteY7" fmla="*/ 5619 h 6345"/>
                  <a:gd name="connsiteX8" fmla="*/ 3528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48"/>
                    </a:moveTo>
                    <a:cubicBezTo>
                      <a:pt x="4369" y="6548"/>
                      <a:pt x="5176" y="6214"/>
                      <a:pt x="5770" y="5619"/>
                    </a:cubicBezTo>
                    <a:cubicBezTo>
                      <a:pt x="6365" y="5024"/>
                      <a:pt x="6699" y="4217"/>
                      <a:pt x="6699" y="3376"/>
                    </a:cubicBezTo>
                    <a:cubicBezTo>
                      <a:pt x="6699" y="2534"/>
                      <a:pt x="6365" y="1727"/>
                      <a:pt x="5770" y="1132"/>
                    </a:cubicBezTo>
                    <a:cubicBezTo>
                      <a:pt x="5176" y="537"/>
                      <a:pt x="4369" y="203"/>
                      <a:pt x="3528" y="203"/>
                    </a:cubicBezTo>
                    <a:cubicBezTo>
                      <a:pt x="2687" y="203"/>
                      <a:pt x="1880" y="537"/>
                      <a:pt x="1285" y="1132"/>
                    </a:cubicBezTo>
                    <a:cubicBezTo>
                      <a:pt x="690" y="1727"/>
                      <a:pt x="356" y="2534"/>
                      <a:pt x="356" y="3376"/>
                    </a:cubicBezTo>
                    <a:cubicBezTo>
                      <a:pt x="356" y="4217"/>
                      <a:pt x="690" y="5024"/>
                      <a:pt x="1285" y="5619"/>
                    </a:cubicBezTo>
                    <a:cubicBezTo>
                      <a:pt x="1880" y="6214"/>
                      <a:pt x="2687" y="6548"/>
                      <a:pt x="3528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30" name="Freeform: Shape 1829">
                <a:extLst>
                  <a:ext uri="{FF2B5EF4-FFF2-40B4-BE49-F238E27FC236}">
                    <a16:creationId xmlns:a16="http://schemas.microsoft.com/office/drawing/2014/main" id="{78590B4A-87BF-3F0F-874B-FD5B59F41106}"/>
                  </a:ext>
                </a:extLst>
              </p:cNvPr>
              <p:cNvSpPr/>
              <p:nvPr/>
            </p:nvSpPr>
            <p:spPr>
              <a:xfrm>
                <a:off x="5364793" y="6061338"/>
                <a:ext cx="6343" cy="6345"/>
              </a:xfrm>
              <a:custGeom>
                <a:avLst/>
                <a:gdLst>
                  <a:gd name="connsiteX0" fmla="*/ 3527 w 6343"/>
                  <a:gd name="connsiteY0" fmla="*/ 6549 h 6345"/>
                  <a:gd name="connsiteX1" fmla="*/ 5770 w 6343"/>
                  <a:gd name="connsiteY1" fmla="*/ 5620 h 6345"/>
                  <a:gd name="connsiteX2" fmla="*/ 6699 w 6343"/>
                  <a:gd name="connsiteY2" fmla="*/ 3376 h 6345"/>
                  <a:gd name="connsiteX3" fmla="*/ 5770 w 6343"/>
                  <a:gd name="connsiteY3" fmla="*/ 1133 h 6345"/>
                  <a:gd name="connsiteX4" fmla="*/ 3527 w 6343"/>
                  <a:gd name="connsiteY4" fmla="*/ 203 h 6345"/>
                  <a:gd name="connsiteX5" fmla="*/ 1285 w 6343"/>
                  <a:gd name="connsiteY5" fmla="*/ 1133 h 6345"/>
                  <a:gd name="connsiteX6" fmla="*/ 356 w 6343"/>
                  <a:gd name="connsiteY6" fmla="*/ 3376 h 6345"/>
                  <a:gd name="connsiteX7" fmla="*/ 1285 w 6343"/>
                  <a:gd name="connsiteY7" fmla="*/ 5620 h 6345"/>
                  <a:gd name="connsiteX8" fmla="*/ 3527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7" y="6549"/>
                    </a:moveTo>
                    <a:cubicBezTo>
                      <a:pt x="4368" y="6549"/>
                      <a:pt x="5175" y="6215"/>
                      <a:pt x="5770" y="5620"/>
                    </a:cubicBezTo>
                    <a:cubicBezTo>
                      <a:pt x="6365" y="5025"/>
                      <a:pt x="6699" y="4218"/>
                      <a:pt x="6699" y="3376"/>
                    </a:cubicBezTo>
                    <a:cubicBezTo>
                      <a:pt x="6699" y="2535"/>
                      <a:pt x="6365" y="1728"/>
                      <a:pt x="5770" y="1133"/>
                    </a:cubicBezTo>
                    <a:cubicBezTo>
                      <a:pt x="5175" y="538"/>
                      <a:pt x="4368" y="203"/>
                      <a:pt x="3527" y="203"/>
                    </a:cubicBezTo>
                    <a:cubicBezTo>
                      <a:pt x="2686" y="203"/>
                      <a:pt x="1879" y="538"/>
                      <a:pt x="1285" y="1133"/>
                    </a:cubicBezTo>
                    <a:cubicBezTo>
                      <a:pt x="690" y="1728"/>
                      <a:pt x="356" y="2535"/>
                      <a:pt x="356" y="3376"/>
                    </a:cubicBezTo>
                    <a:cubicBezTo>
                      <a:pt x="356" y="4218"/>
                      <a:pt x="690" y="5025"/>
                      <a:pt x="1285" y="5620"/>
                    </a:cubicBezTo>
                    <a:cubicBezTo>
                      <a:pt x="1879" y="6215"/>
                      <a:pt x="2686" y="6549"/>
                      <a:pt x="3527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31" name="Freeform: Shape 1830">
                <a:extLst>
                  <a:ext uri="{FF2B5EF4-FFF2-40B4-BE49-F238E27FC236}">
                    <a16:creationId xmlns:a16="http://schemas.microsoft.com/office/drawing/2014/main" id="{1C8F1A06-7B32-B7D4-736A-5E1D8DF08BEF}"/>
                  </a:ext>
                </a:extLst>
              </p:cNvPr>
              <p:cNvSpPr/>
              <p:nvPr/>
            </p:nvSpPr>
            <p:spPr>
              <a:xfrm>
                <a:off x="4510697" y="5891291"/>
                <a:ext cx="6343" cy="6345"/>
              </a:xfrm>
              <a:custGeom>
                <a:avLst/>
                <a:gdLst>
                  <a:gd name="connsiteX0" fmla="*/ 3460 w 6343"/>
                  <a:gd name="connsiteY0" fmla="*/ 6535 h 6345"/>
                  <a:gd name="connsiteX1" fmla="*/ 5703 w 6343"/>
                  <a:gd name="connsiteY1" fmla="*/ 5606 h 6345"/>
                  <a:gd name="connsiteX2" fmla="*/ 6631 w 6343"/>
                  <a:gd name="connsiteY2" fmla="*/ 3363 h 6345"/>
                  <a:gd name="connsiteX3" fmla="*/ 5703 w 6343"/>
                  <a:gd name="connsiteY3" fmla="*/ 1119 h 6345"/>
                  <a:gd name="connsiteX4" fmla="*/ 3460 w 6343"/>
                  <a:gd name="connsiteY4" fmla="*/ 190 h 6345"/>
                  <a:gd name="connsiteX5" fmla="*/ 1217 w 6343"/>
                  <a:gd name="connsiteY5" fmla="*/ 1119 h 6345"/>
                  <a:gd name="connsiteX6" fmla="*/ 288 w 6343"/>
                  <a:gd name="connsiteY6" fmla="*/ 3363 h 6345"/>
                  <a:gd name="connsiteX7" fmla="*/ 1217 w 6343"/>
                  <a:gd name="connsiteY7" fmla="*/ 5606 h 6345"/>
                  <a:gd name="connsiteX8" fmla="*/ 3460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5"/>
                    </a:moveTo>
                    <a:cubicBezTo>
                      <a:pt x="4301" y="6535"/>
                      <a:pt x="5108" y="6201"/>
                      <a:pt x="5703" y="5606"/>
                    </a:cubicBezTo>
                    <a:cubicBezTo>
                      <a:pt x="6297" y="5011"/>
                      <a:pt x="6631" y="4204"/>
                      <a:pt x="6631" y="3363"/>
                    </a:cubicBezTo>
                    <a:cubicBezTo>
                      <a:pt x="6631" y="2521"/>
                      <a:pt x="6297" y="1714"/>
                      <a:pt x="5703" y="1119"/>
                    </a:cubicBezTo>
                    <a:cubicBezTo>
                      <a:pt x="5108" y="524"/>
                      <a:pt x="4301" y="190"/>
                      <a:pt x="3460" y="190"/>
                    </a:cubicBezTo>
                    <a:cubicBezTo>
                      <a:pt x="2619" y="190"/>
                      <a:pt x="1812" y="524"/>
                      <a:pt x="1217" y="1119"/>
                    </a:cubicBezTo>
                    <a:cubicBezTo>
                      <a:pt x="623" y="1714"/>
                      <a:pt x="288" y="2521"/>
                      <a:pt x="288" y="3363"/>
                    </a:cubicBezTo>
                    <a:cubicBezTo>
                      <a:pt x="288" y="4204"/>
                      <a:pt x="623" y="5011"/>
                      <a:pt x="1217" y="5606"/>
                    </a:cubicBezTo>
                    <a:cubicBezTo>
                      <a:pt x="1812" y="6201"/>
                      <a:pt x="2619" y="6535"/>
                      <a:pt x="3460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32" name="Freeform: Shape 1831">
                <a:extLst>
                  <a:ext uri="{FF2B5EF4-FFF2-40B4-BE49-F238E27FC236}">
                    <a16:creationId xmlns:a16="http://schemas.microsoft.com/office/drawing/2014/main" id="{AD14DC4C-1879-3D66-5595-DEADED2D682F}"/>
                  </a:ext>
                </a:extLst>
              </p:cNvPr>
              <p:cNvSpPr/>
              <p:nvPr/>
            </p:nvSpPr>
            <p:spPr>
              <a:xfrm>
                <a:off x="4513010" y="5896024"/>
                <a:ext cx="6343" cy="6345"/>
              </a:xfrm>
              <a:custGeom>
                <a:avLst/>
                <a:gdLst>
                  <a:gd name="connsiteX0" fmla="*/ 3460 w 6343"/>
                  <a:gd name="connsiteY0" fmla="*/ 6536 h 6345"/>
                  <a:gd name="connsiteX1" fmla="*/ 5703 w 6343"/>
                  <a:gd name="connsiteY1" fmla="*/ 5607 h 6345"/>
                  <a:gd name="connsiteX2" fmla="*/ 6632 w 6343"/>
                  <a:gd name="connsiteY2" fmla="*/ 3363 h 6345"/>
                  <a:gd name="connsiteX3" fmla="*/ 5703 w 6343"/>
                  <a:gd name="connsiteY3" fmla="*/ 1120 h 6345"/>
                  <a:gd name="connsiteX4" fmla="*/ 3460 w 6343"/>
                  <a:gd name="connsiteY4" fmla="*/ 190 h 6345"/>
                  <a:gd name="connsiteX5" fmla="*/ 1217 w 6343"/>
                  <a:gd name="connsiteY5" fmla="*/ 1120 h 6345"/>
                  <a:gd name="connsiteX6" fmla="*/ 289 w 6343"/>
                  <a:gd name="connsiteY6" fmla="*/ 3363 h 6345"/>
                  <a:gd name="connsiteX7" fmla="*/ 1217 w 6343"/>
                  <a:gd name="connsiteY7" fmla="*/ 5607 h 6345"/>
                  <a:gd name="connsiteX8" fmla="*/ 3460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6"/>
                    </a:moveTo>
                    <a:cubicBezTo>
                      <a:pt x="4301" y="6536"/>
                      <a:pt x="5108" y="6202"/>
                      <a:pt x="5703" y="5607"/>
                    </a:cubicBezTo>
                    <a:cubicBezTo>
                      <a:pt x="6297" y="5012"/>
                      <a:pt x="6632" y="4205"/>
                      <a:pt x="6632" y="3363"/>
                    </a:cubicBezTo>
                    <a:cubicBezTo>
                      <a:pt x="6632" y="2522"/>
                      <a:pt x="6297" y="1715"/>
                      <a:pt x="5703" y="1120"/>
                    </a:cubicBezTo>
                    <a:cubicBezTo>
                      <a:pt x="5108" y="525"/>
                      <a:pt x="4301" y="190"/>
                      <a:pt x="3460" y="190"/>
                    </a:cubicBezTo>
                    <a:cubicBezTo>
                      <a:pt x="2619" y="190"/>
                      <a:pt x="1812" y="525"/>
                      <a:pt x="1217" y="1120"/>
                    </a:cubicBezTo>
                    <a:cubicBezTo>
                      <a:pt x="623" y="1715"/>
                      <a:pt x="289" y="2522"/>
                      <a:pt x="289" y="3363"/>
                    </a:cubicBezTo>
                    <a:cubicBezTo>
                      <a:pt x="289" y="4205"/>
                      <a:pt x="623" y="5012"/>
                      <a:pt x="1217" y="5607"/>
                    </a:cubicBezTo>
                    <a:cubicBezTo>
                      <a:pt x="1812" y="6202"/>
                      <a:pt x="2619" y="6536"/>
                      <a:pt x="3460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33" name="Freeform: Shape 1832">
                <a:extLst>
                  <a:ext uri="{FF2B5EF4-FFF2-40B4-BE49-F238E27FC236}">
                    <a16:creationId xmlns:a16="http://schemas.microsoft.com/office/drawing/2014/main" id="{6AB7686D-3D2D-970B-AE1E-962A7E80D5B8}"/>
                  </a:ext>
                </a:extLst>
              </p:cNvPr>
              <p:cNvSpPr/>
              <p:nvPr/>
            </p:nvSpPr>
            <p:spPr>
              <a:xfrm>
                <a:off x="5289744" y="6109361"/>
                <a:ext cx="6343" cy="6345"/>
              </a:xfrm>
              <a:custGeom>
                <a:avLst/>
                <a:gdLst>
                  <a:gd name="connsiteX0" fmla="*/ 3521 w 6343"/>
                  <a:gd name="connsiteY0" fmla="*/ 6553 h 6345"/>
                  <a:gd name="connsiteX1" fmla="*/ 5764 w 6343"/>
                  <a:gd name="connsiteY1" fmla="*/ 5623 h 6345"/>
                  <a:gd name="connsiteX2" fmla="*/ 6693 w 6343"/>
                  <a:gd name="connsiteY2" fmla="*/ 3380 h 6345"/>
                  <a:gd name="connsiteX3" fmla="*/ 5764 w 6343"/>
                  <a:gd name="connsiteY3" fmla="*/ 1136 h 6345"/>
                  <a:gd name="connsiteX4" fmla="*/ 3521 w 6343"/>
                  <a:gd name="connsiteY4" fmla="*/ 207 h 6345"/>
                  <a:gd name="connsiteX5" fmla="*/ 1279 w 6343"/>
                  <a:gd name="connsiteY5" fmla="*/ 1136 h 6345"/>
                  <a:gd name="connsiteX6" fmla="*/ 350 w 6343"/>
                  <a:gd name="connsiteY6" fmla="*/ 3380 h 6345"/>
                  <a:gd name="connsiteX7" fmla="*/ 1279 w 6343"/>
                  <a:gd name="connsiteY7" fmla="*/ 5623 h 6345"/>
                  <a:gd name="connsiteX8" fmla="*/ 3521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1" y="6553"/>
                    </a:moveTo>
                    <a:cubicBezTo>
                      <a:pt x="4362" y="6553"/>
                      <a:pt x="5169" y="6218"/>
                      <a:pt x="5764" y="5623"/>
                    </a:cubicBezTo>
                    <a:cubicBezTo>
                      <a:pt x="6359" y="5028"/>
                      <a:pt x="6693" y="4221"/>
                      <a:pt x="6693" y="3380"/>
                    </a:cubicBezTo>
                    <a:cubicBezTo>
                      <a:pt x="6693" y="2539"/>
                      <a:pt x="6359" y="1731"/>
                      <a:pt x="5764" y="1136"/>
                    </a:cubicBezTo>
                    <a:cubicBezTo>
                      <a:pt x="5169" y="542"/>
                      <a:pt x="4362" y="207"/>
                      <a:pt x="3521" y="207"/>
                    </a:cubicBezTo>
                    <a:cubicBezTo>
                      <a:pt x="2680" y="207"/>
                      <a:pt x="1873" y="542"/>
                      <a:pt x="1279" y="1136"/>
                    </a:cubicBezTo>
                    <a:cubicBezTo>
                      <a:pt x="684" y="1731"/>
                      <a:pt x="350" y="2539"/>
                      <a:pt x="350" y="3380"/>
                    </a:cubicBezTo>
                    <a:cubicBezTo>
                      <a:pt x="350" y="4221"/>
                      <a:pt x="684" y="5028"/>
                      <a:pt x="1279" y="5623"/>
                    </a:cubicBezTo>
                    <a:cubicBezTo>
                      <a:pt x="1873" y="6218"/>
                      <a:pt x="2680" y="6553"/>
                      <a:pt x="3521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34" name="Freeform: Shape 1833">
                <a:extLst>
                  <a:ext uri="{FF2B5EF4-FFF2-40B4-BE49-F238E27FC236}">
                    <a16:creationId xmlns:a16="http://schemas.microsoft.com/office/drawing/2014/main" id="{25254F3A-ADC2-2859-E25C-08A7DF96B72F}"/>
                  </a:ext>
                </a:extLst>
              </p:cNvPr>
              <p:cNvSpPr/>
              <p:nvPr/>
            </p:nvSpPr>
            <p:spPr>
              <a:xfrm>
                <a:off x="5243190" y="6106086"/>
                <a:ext cx="6343" cy="6345"/>
              </a:xfrm>
              <a:custGeom>
                <a:avLst/>
                <a:gdLst>
                  <a:gd name="connsiteX0" fmla="*/ 3518 w 6343"/>
                  <a:gd name="connsiteY0" fmla="*/ 6552 h 6345"/>
                  <a:gd name="connsiteX1" fmla="*/ 5760 w 6343"/>
                  <a:gd name="connsiteY1" fmla="*/ 5623 h 6345"/>
                  <a:gd name="connsiteX2" fmla="*/ 6689 w 6343"/>
                  <a:gd name="connsiteY2" fmla="*/ 3380 h 6345"/>
                  <a:gd name="connsiteX3" fmla="*/ 5760 w 6343"/>
                  <a:gd name="connsiteY3" fmla="*/ 1136 h 6345"/>
                  <a:gd name="connsiteX4" fmla="*/ 3518 w 6343"/>
                  <a:gd name="connsiteY4" fmla="*/ 207 h 6345"/>
                  <a:gd name="connsiteX5" fmla="*/ 1275 w 6343"/>
                  <a:gd name="connsiteY5" fmla="*/ 1136 h 6345"/>
                  <a:gd name="connsiteX6" fmla="*/ 346 w 6343"/>
                  <a:gd name="connsiteY6" fmla="*/ 3380 h 6345"/>
                  <a:gd name="connsiteX7" fmla="*/ 1275 w 6343"/>
                  <a:gd name="connsiteY7" fmla="*/ 5623 h 6345"/>
                  <a:gd name="connsiteX8" fmla="*/ 3518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8" y="6552"/>
                    </a:moveTo>
                    <a:cubicBezTo>
                      <a:pt x="4359" y="6552"/>
                      <a:pt x="5166" y="6218"/>
                      <a:pt x="5760" y="5623"/>
                    </a:cubicBezTo>
                    <a:cubicBezTo>
                      <a:pt x="6355" y="5028"/>
                      <a:pt x="6689" y="4221"/>
                      <a:pt x="6689" y="3380"/>
                    </a:cubicBezTo>
                    <a:cubicBezTo>
                      <a:pt x="6689" y="2538"/>
                      <a:pt x="6355" y="1731"/>
                      <a:pt x="5760" y="1136"/>
                    </a:cubicBezTo>
                    <a:cubicBezTo>
                      <a:pt x="5166" y="541"/>
                      <a:pt x="4359" y="207"/>
                      <a:pt x="3518" y="207"/>
                    </a:cubicBezTo>
                    <a:cubicBezTo>
                      <a:pt x="2677" y="207"/>
                      <a:pt x="1870" y="541"/>
                      <a:pt x="1275" y="1136"/>
                    </a:cubicBezTo>
                    <a:cubicBezTo>
                      <a:pt x="680" y="1731"/>
                      <a:pt x="346" y="2538"/>
                      <a:pt x="346" y="3380"/>
                    </a:cubicBezTo>
                    <a:cubicBezTo>
                      <a:pt x="346" y="4221"/>
                      <a:pt x="680" y="5028"/>
                      <a:pt x="1275" y="5623"/>
                    </a:cubicBezTo>
                    <a:cubicBezTo>
                      <a:pt x="1870" y="6218"/>
                      <a:pt x="2677" y="6552"/>
                      <a:pt x="3518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35" name="Freeform: Shape 1834">
                <a:extLst>
                  <a:ext uri="{FF2B5EF4-FFF2-40B4-BE49-F238E27FC236}">
                    <a16:creationId xmlns:a16="http://schemas.microsoft.com/office/drawing/2014/main" id="{7FA8A5B8-6293-DF74-0BBC-ED4321205724}"/>
                  </a:ext>
                </a:extLst>
              </p:cNvPr>
              <p:cNvSpPr/>
              <p:nvPr/>
            </p:nvSpPr>
            <p:spPr>
              <a:xfrm>
                <a:off x="5277294" y="6190359"/>
                <a:ext cx="6343" cy="6345"/>
              </a:xfrm>
              <a:custGeom>
                <a:avLst/>
                <a:gdLst>
                  <a:gd name="connsiteX0" fmla="*/ 3520 w 6343"/>
                  <a:gd name="connsiteY0" fmla="*/ 6559 h 6345"/>
                  <a:gd name="connsiteX1" fmla="*/ 5763 w 6343"/>
                  <a:gd name="connsiteY1" fmla="*/ 5630 h 6345"/>
                  <a:gd name="connsiteX2" fmla="*/ 6692 w 6343"/>
                  <a:gd name="connsiteY2" fmla="*/ 3386 h 6345"/>
                  <a:gd name="connsiteX3" fmla="*/ 5763 w 6343"/>
                  <a:gd name="connsiteY3" fmla="*/ 1143 h 6345"/>
                  <a:gd name="connsiteX4" fmla="*/ 3520 w 6343"/>
                  <a:gd name="connsiteY4" fmla="*/ 214 h 6345"/>
                  <a:gd name="connsiteX5" fmla="*/ 1278 w 6343"/>
                  <a:gd name="connsiteY5" fmla="*/ 1143 h 6345"/>
                  <a:gd name="connsiteX6" fmla="*/ 349 w 6343"/>
                  <a:gd name="connsiteY6" fmla="*/ 3386 h 6345"/>
                  <a:gd name="connsiteX7" fmla="*/ 1278 w 6343"/>
                  <a:gd name="connsiteY7" fmla="*/ 5630 h 6345"/>
                  <a:gd name="connsiteX8" fmla="*/ 352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0" y="6559"/>
                    </a:moveTo>
                    <a:cubicBezTo>
                      <a:pt x="4361" y="6559"/>
                      <a:pt x="5168" y="6225"/>
                      <a:pt x="5763" y="5630"/>
                    </a:cubicBezTo>
                    <a:cubicBezTo>
                      <a:pt x="6358" y="5035"/>
                      <a:pt x="6692" y="4228"/>
                      <a:pt x="6692" y="3386"/>
                    </a:cubicBezTo>
                    <a:cubicBezTo>
                      <a:pt x="6692" y="2545"/>
                      <a:pt x="6358" y="1738"/>
                      <a:pt x="5763" y="1143"/>
                    </a:cubicBezTo>
                    <a:cubicBezTo>
                      <a:pt x="5168" y="548"/>
                      <a:pt x="4361" y="214"/>
                      <a:pt x="3520" y="214"/>
                    </a:cubicBezTo>
                    <a:cubicBezTo>
                      <a:pt x="2679" y="214"/>
                      <a:pt x="1872" y="548"/>
                      <a:pt x="1278" y="1143"/>
                    </a:cubicBezTo>
                    <a:cubicBezTo>
                      <a:pt x="683" y="1738"/>
                      <a:pt x="349" y="2545"/>
                      <a:pt x="349" y="3386"/>
                    </a:cubicBezTo>
                    <a:cubicBezTo>
                      <a:pt x="349" y="4228"/>
                      <a:pt x="683" y="5035"/>
                      <a:pt x="1278" y="5630"/>
                    </a:cubicBezTo>
                    <a:cubicBezTo>
                      <a:pt x="1872" y="6225"/>
                      <a:pt x="2679" y="6559"/>
                      <a:pt x="352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36" name="Freeform: Shape 1835">
                <a:extLst>
                  <a:ext uri="{FF2B5EF4-FFF2-40B4-BE49-F238E27FC236}">
                    <a16:creationId xmlns:a16="http://schemas.microsoft.com/office/drawing/2014/main" id="{701267CB-D679-E05C-84DF-82533B965C57}"/>
                  </a:ext>
                </a:extLst>
              </p:cNvPr>
              <p:cNvSpPr/>
              <p:nvPr/>
            </p:nvSpPr>
            <p:spPr>
              <a:xfrm>
                <a:off x="5250580" y="6257708"/>
                <a:ext cx="6343" cy="6345"/>
              </a:xfrm>
              <a:custGeom>
                <a:avLst/>
                <a:gdLst>
                  <a:gd name="connsiteX0" fmla="*/ 3518 w 6343"/>
                  <a:gd name="connsiteY0" fmla="*/ 6564 h 6345"/>
                  <a:gd name="connsiteX1" fmla="*/ 5761 w 6343"/>
                  <a:gd name="connsiteY1" fmla="*/ 5635 h 6345"/>
                  <a:gd name="connsiteX2" fmla="*/ 6690 w 6343"/>
                  <a:gd name="connsiteY2" fmla="*/ 3392 h 6345"/>
                  <a:gd name="connsiteX3" fmla="*/ 5761 w 6343"/>
                  <a:gd name="connsiteY3" fmla="*/ 1148 h 6345"/>
                  <a:gd name="connsiteX4" fmla="*/ 3518 w 6343"/>
                  <a:gd name="connsiteY4" fmla="*/ 219 h 6345"/>
                  <a:gd name="connsiteX5" fmla="*/ 1276 w 6343"/>
                  <a:gd name="connsiteY5" fmla="*/ 1148 h 6345"/>
                  <a:gd name="connsiteX6" fmla="*/ 347 w 6343"/>
                  <a:gd name="connsiteY6" fmla="*/ 3392 h 6345"/>
                  <a:gd name="connsiteX7" fmla="*/ 1276 w 6343"/>
                  <a:gd name="connsiteY7" fmla="*/ 5635 h 6345"/>
                  <a:gd name="connsiteX8" fmla="*/ 3518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8" y="6564"/>
                    </a:moveTo>
                    <a:cubicBezTo>
                      <a:pt x="4359" y="6564"/>
                      <a:pt x="5166" y="6230"/>
                      <a:pt x="5761" y="5635"/>
                    </a:cubicBezTo>
                    <a:cubicBezTo>
                      <a:pt x="6356" y="5040"/>
                      <a:pt x="6690" y="4233"/>
                      <a:pt x="6690" y="3392"/>
                    </a:cubicBezTo>
                    <a:cubicBezTo>
                      <a:pt x="6690" y="2550"/>
                      <a:pt x="6356" y="1743"/>
                      <a:pt x="5761" y="1148"/>
                    </a:cubicBezTo>
                    <a:cubicBezTo>
                      <a:pt x="5166" y="553"/>
                      <a:pt x="4359" y="219"/>
                      <a:pt x="3518" y="219"/>
                    </a:cubicBezTo>
                    <a:cubicBezTo>
                      <a:pt x="2677" y="219"/>
                      <a:pt x="1870" y="553"/>
                      <a:pt x="1276" y="1148"/>
                    </a:cubicBezTo>
                    <a:cubicBezTo>
                      <a:pt x="681" y="1743"/>
                      <a:pt x="347" y="2550"/>
                      <a:pt x="347" y="3392"/>
                    </a:cubicBezTo>
                    <a:cubicBezTo>
                      <a:pt x="347" y="4233"/>
                      <a:pt x="681" y="5040"/>
                      <a:pt x="1276" y="5635"/>
                    </a:cubicBezTo>
                    <a:cubicBezTo>
                      <a:pt x="1870" y="6230"/>
                      <a:pt x="2677" y="6564"/>
                      <a:pt x="3518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37" name="Freeform: Shape 1836">
                <a:extLst>
                  <a:ext uri="{FF2B5EF4-FFF2-40B4-BE49-F238E27FC236}">
                    <a16:creationId xmlns:a16="http://schemas.microsoft.com/office/drawing/2014/main" id="{877F178F-D352-70F7-5467-A0F6B28CE276}"/>
                  </a:ext>
                </a:extLst>
              </p:cNvPr>
              <p:cNvSpPr/>
              <p:nvPr/>
            </p:nvSpPr>
            <p:spPr>
              <a:xfrm>
                <a:off x="5237465" y="6271982"/>
                <a:ext cx="6343" cy="6345"/>
              </a:xfrm>
              <a:custGeom>
                <a:avLst/>
                <a:gdLst>
                  <a:gd name="connsiteX0" fmla="*/ 3517 w 6343"/>
                  <a:gd name="connsiteY0" fmla="*/ 6565 h 6345"/>
                  <a:gd name="connsiteX1" fmla="*/ 5760 w 6343"/>
                  <a:gd name="connsiteY1" fmla="*/ 5636 h 6345"/>
                  <a:gd name="connsiteX2" fmla="*/ 6689 w 6343"/>
                  <a:gd name="connsiteY2" fmla="*/ 3393 h 6345"/>
                  <a:gd name="connsiteX3" fmla="*/ 5760 w 6343"/>
                  <a:gd name="connsiteY3" fmla="*/ 1149 h 6345"/>
                  <a:gd name="connsiteX4" fmla="*/ 3517 w 6343"/>
                  <a:gd name="connsiteY4" fmla="*/ 220 h 6345"/>
                  <a:gd name="connsiteX5" fmla="*/ 1275 w 6343"/>
                  <a:gd name="connsiteY5" fmla="*/ 1149 h 6345"/>
                  <a:gd name="connsiteX6" fmla="*/ 346 w 6343"/>
                  <a:gd name="connsiteY6" fmla="*/ 3393 h 6345"/>
                  <a:gd name="connsiteX7" fmla="*/ 1275 w 6343"/>
                  <a:gd name="connsiteY7" fmla="*/ 5636 h 6345"/>
                  <a:gd name="connsiteX8" fmla="*/ 3517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7" y="6565"/>
                    </a:moveTo>
                    <a:cubicBezTo>
                      <a:pt x="4358" y="6565"/>
                      <a:pt x="5165" y="6231"/>
                      <a:pt x="5760" y="5636"/>
                    </a:cubicBezTo>
                    <a:cubicBezTo>
                      <a:pt x="6355" y="5041"/>
                      <a:pt x="6689" y="4234"/>
                      <a:pt x="6689" y="3393"/>
                    </a:cubicBezTo>
                    <a:cubicBezTo>
                      <a:pt x="6689" y="2551"/>
                      <a:pt x="6355" y="1744"/>
                      <a:pt x="5760" y="1149"/>
                    </a:cubicBezTo>
                    <a:cubicBezTo>
                      <a:pt x="5165" y="554"/>
                      <a:pt x="4358" y="220"/>
                      <a:pt x="3517" y="220"/>
                    </a:cubicBezTo>
                    <a:cubicBezTo>
                      <a:pt x="2676" y="220"/>
                      <a:pt x="1869" y="554"/>
                      <a:pt x="1275" y="1149"/>
                    </a:cubicBezTo>
                    <a:cubicBezTo>
                      <a:pt x="680" y="1744"/>
                      <a:pt x="346" y="2551"/>
                      <a:pt x="346" y="3393"/>
                    </a:cubicBezTo>
                    <a:cubicBezTo>
                      <a:pt x="346" y="4234"/>
                      <a:pt x="680" y="5041"/>
                      <a:pt x="1275" y="5636"/>
                    </a:cubicBezTo>
                    <a:cubicBezTo>
                      <a:pt x="1869" y="6231"/>
                      <a:pt x="2676" y="6565"/>
                      <a:pt x="3517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38" name="Freeform: Shape 1837">
                <a:extLst>
                  <a:ext uri="{FF2B5EF4-FFF2-40B4-BE49-F238E27FC236}">
                    <a16:creationId xmlns:a16="http://schemas.microsoft.com/office/drawing/2014/main" id="{3FCE2FAC-B40B-F14D-3BA7-B339CFBE2921}"/>
                  </a:ext>
                </a:extLst>
              </p:cNvPr>
              <p:cNvSpPr/>
              <p:nvPr/>
            </p:nvSpPr>
            <p:spPr>
              <a:xfrm>
                <a:off x="5223315" y="6276010"/>
                <a:ext cx="6343" cy="6345"/>
              </a:xfrm>
              <a:custGeom>
                <a:avLst/>
                <a:gdLst>
                  <a:gd name="connsiteX0" fmla="*/ 3516 w 6343"/>
                  <a:gd name="connsiteY0" fmla="*/ 6566 h 6345"/>
                  <a:gd name="connsiteX1" fmla="*/ 5759 w 6343"/>
                  <a:gd name="connsiteY1" fmla="*/ 5637 h 6345"/>
                  <a:gd name="connsiteX2" fmla="*/ 6688 w 6343"/>
                  <a:gd name="connsiteY2" fmla="*/ 3393 h 6345"/>
                  <a:gd name="connsiteX3" fmla="*/ 5759 w 6343"/>
                  <a:gd name="connsiteY3" fmla="*/ 1150 h 6345"/>
                  <a:gd name="connsiteX4" fmla="*/ 3516 w 6343"/>
                  <a:gd name="connsiteY4" fmla="*/ 220 h 6345"/>
                  <a:gd name="connsiteX5" fmla="*/ 1273 w 6343"/>
                  <a:gd name="connsiteY5" fmla="*/ 1150 h 6345"/>
                  <a:gd name="connsiteX6" fmla="*/ 345 w 6343"/>
                  <a:gd name="connsiteY6" fmla="*/ 3393 h 6345"/>
                  <a:gd name="connsiteX7" fmla="*/ 1273 w 6343"/>
                  <a:gd name="connsiteY7" fmla="*/ 5637 h 6345"/>
                  <a:gd name="connsiteX8" fmla="*/ 3516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6" y="6566"/>
                    </a:moveTo>
                    <a:cubicBezTo>
                      <a:pt x="4357" y="6566"/>
                      <a:pt x="5164" y="6231"/>
                      <a:pt x="5759" y="5637"/>
                    </a:cubicBezTo>
                    <a:cubicBezTo>
                      <a:pt x="6353" y="5042"/>
                      <a:pt x="6688" y="4234"/>
                      <a:pt x="6688" y="3393"/>
                    </a:cubicBezTo>
                    <a:cubicBezTo>
                      <a:pt x="6688" y="2552"/>
                      <a:pt x="6353" y="1745"/>
                      <a:pt x="5759" y="1150"/>
                    </a:cubicBezTo>
                    <a:cubicBezTo>
                      <a:pt x="5164" y="555"/>
                      <a:pt x="4357" y="220"/>
                      <a:pt x="3516" y="220"/>
                    </a:cubicBezTo>
                    <a:cubicBezTo>
                      <a:pt x="2675" y="220"/>
                      <a:pt x="1868" y="555"/>
                      <a:pt x="1273" y="1150"/>
                    </a:cubicBezTo>
                    <a:cubicBezTo>
                      <a:pt x="679" y="1745"/>
                      <a:pt x="345" y="2552"/>
                      <a:pt x="345" y="3393"/>
                    </a:cubicBezTo>
                    <a:cubicBezTo>
                      <a:pt x="345" y="4234"/>
                      <a:pt x="679" y="5042"/>
                      <a:pt x="1273" y="5637"/>
                    </a:cubicBezTo>
                    <a:cubicBezTo>
                      <a:pt x="1868" y="6231"/>
                      <a:pt x="2675" y="6566"/>
                      <a:pt x="3516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39" name="Freeform: Shape 1838">
                <a:extLst>
                  <a:ext uri="{FF2B5EF4-FFF2-40B4-BE49-F238E27FC236}">
                    <a16:creationId xmlns:a16="http://schemas.microsoft.com/office/drawing/2014/main" id="{C14340E4-0554-2C6A-6547-0D9C93718B23}"/>
                  </a:ext>
                </a:extLst>
              </p:cNvPr>
              <p:cNvSpPr/>
              <p:nvPr/>
            </p:nvSpPr>
            <p:spPr>
              <a:xfrm>
                <a:off x="5216313" y="6282796"/>
                <a:ext cx="6343" cy="6345"/>
              </a:xfrm>
              <a:custGeom>
                <a:avLst/>
                <a:gdLst>
                  <a:gd name="connsiteX0" fmla="*/ 3516 w 6343"/>
                  <a:gd name="connsiteY0" fmla="*/ 6566 h 6345"/>
                  <a:gd name="connsiteX1" fmla="*/ 5758 w 6343"/>
                  <a:gd name="connsiteY1" fmla="*/ 5637 h 6345"/>
                  <a:gd name="connsiteX2" fmla="*/ 6687 w 6343"/>
                  <a:gd name="connsiteY2" fmla="*/ 3394 h 6345"/>
                  <a:gd name="connsiteX3" fmla="*/ 5758 w 6343"/>
                  <a:gd name="connsiteY3" fmla="*/ 1150 h 6345"/>
                  <a:gd name="connsiteX4" fmla="*/ 3516 w 6343"/>
                  <a:gd name="connsiteY4" fmla="*/ 221 h 6345"/>
                  <a:gd name="connsiteX5" fmla="*/ 1273 w 6343"/>
                  <a:gd name="connsiteY5" fmla="*/ 1150 h 6345"/>
                  <a:gd name="connsiteX6" fmla="*/ 344 w 6343"/>
                  <a:gd name="connsiteY6" fmla="*/ 3394 h 6345"/>
                  <a:gd name="connsiteX7" fmla="*/ 1273 w 6343"/>
                  <a:gd name="connsiteY7" fmla="*/ 5637 h 6345"/>
                  <a:gd name="connsiteX8" fmla="*/ 3516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6" y="6566"/>
                    </a:moveTo>
                    <a:cubicBezTo>
                      <a:pt x="4357" y="6566"/>
                      <a:pt x="5163" y="6232"/>
                      <a:pt x="5758" y="5637"/>
                    </a:cubicBezTo>
                    <a:cubicBezTo>
                      <a:pt x="6353" y="5042"/>
                      <a:pt x="6687" y="4235"/>
                      <a:pt x="6687" y="3394"/>
                    </a:cubicBezTo>
                    <a:cubicBezTo>
                      <a:pt x="6687" y="2552"/>
                      <a:pt x="6353" y="1745"/>
                      <a:pt x="5758" y="1150"/>
                    </a:cubicBezTo>
                    <a:cubicBezTo>
                      <a:pt x="5163" y="555"/>
                      <a:pt x="4357" y="221"/>
                      <a:pt x="3516" y="221"/>
                    </a:cubicBezTo>
                    <a:cubicBezTo>
                      <a:pt x="2674" y="221"/>
                      <a:pt x="1868" y="555"/>
                      <a:pt x="1273" y="1150"/>
                    </a:cubicBezTo>
                    <a:cubicBezTo>
                      <a:pt x="678" y="1745"/>
                      <a:pt x="344" y="2552"/>
                      <a:pt x="344" y="3394"/>
                    </a:cubicBezTo>
                    <a:cubicBezTo>
                      <a:pt x="344" y="4235"/>
                      <a:pt x="678" y="5042"/>
                      <a:pt x="1273" y="5637"/>
                    </a:cubicBezTo>
                    <a:cubicBezTo>
                      <a:pt x="1868" y="6232"/>
                      <a:pt x="2674" y="6566"/>
                      <a:pt x="3516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40" name="Freeform: Shape 1839">
                <a:extLst>
                  <a:ext uri="{FF2B5EF4-FFF2-40B4-BE49-F238E27FC236}">
                    <a16:creationId xmlns:a16="http://schemas.microsoft.com/office/drawing/2014/main" id="{BF7A7CD1-A4E2-C116-4AC5-87AC96B893EC}"/>
                  </a:ext>
                </a:extLst>
              </p:cNvPr>
              <p:cNvSpPr/>
              <p:nvPr/>
            </p:nvSpPr>
            <p:spPr>
              <a:xfrm>
                <a:off x="5212843" y="6290994"/>
                <a:ext cx="6343" cy="6345"/>
              </a:xfrm>
              <a:custGeom>
                <a:avLst/>
                <a:gdLst>
                  <a:gd name="connsiteX0" fmla="*/ 3515 w 6343"/>
                  <a:gd name="connsiteY0" fmla="*/ 6567 h 6345"/>
                  <a:gd name="connsiteX1" fmla="*/ 5758 w 6343"/>
                  <a:gd name="connsiteY1" fmla="*/ 5638 h 6345"/>
                  <a:gd name="connsiteX2" fmla="*/ 6687 w 6343"/>
                  <a:gd name="connsiteY2" fmla="*/ 3394 h 6345"/>
                  <a:gd name="connsiteX3" fmla="*/ 5758 w 6343"/>
                  <a:gd name="connsiteY3" fmla="*/ 1151 h 6345"/>
                  <a:gd name="connsiteX4" fmla="*/ 3515 w 6343"/>
                  <a:gd name="connsiteY4" fmla="*/ 222 h 6345"/>
                  <a:gd name="connsiteX5" fmla="*/ 1273 w 6343"/>
                  <a:gd name="connsiteY5" fmla="*/ 1151 h 6345"/>
                  <a:gd name="connsiteX6" fmla="*/ 344 w 6343"/>
                  <a:gd name="connsiteY6" fmla="*/ 3394 h 6345"/>
                  <a:gd name="connsiteX7" fmla="*/ 1273 w 6343"/>
                  <a:gd name="connsiteY7" fmla="*/ 5638 h 6345"/>
                  <a:gd name="connsiteX8" fmla="*/ 3515 w 6343"/>
                  <a:gd name="connsiteY8" fmla="*/ 65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5" y="6567"/>
                    </a:moveTo>
                    <a:cubicBezTo>
                      <a:pt x="4356" y="6567"/>
                      <a:pt x="5163" y="6233"/>
                      <a:pt x="5758" y="5638"/>
                    </a:cubicBezTo>
                    <a:cubicBezTo>
                      <a:pt x="6353" y="5043"/>
                      <a:pt x="6687" y="4236"/>
                      <a:pt x="6687" y="3394"/>
                    </a:cubicBezTo>
                    <a:cubicBezTo>
                      <a:pt x="6687" y="2553"/>
                      <a:pt x="6353" y="1746"/>
                      <a:pt x="5758" y="1151"/>
                    </a:cubicBezTo>
                    <a:cubicBezTo>
                      <a:pt x="5163" y="556"/>
                      <a:pt x="4356" y="222"/>
                      <a:pt x="3515" y="222"/>
                    </a:cubicBezTo>
                    <a:cubicBezTo>
                      <a:pt x="2674" y="222"/>
                      <a:pt x="1867" y="556"/>
                      <a:pt x="1273" y="1151"/>
                    </a:cubicBezTo>
                    <a:cubicBezTo>
                      <a:pt x="678" y="1746"/>
                      <a:pt x="344" y="2553"/>
                      <a:pt x="344" y="3394"/>
                    </a:cubicBezTo>
                    <a:cubicBezTo>
                      <a:pt x="344" y="4236"/>
                      <a:pt x="678" y="5043"/>
                      <a:pt x="1273" y="5638"/>
                    </a:cubicBezTo>
                    <a:cubicBezTo>
                      <a:pt x="1867" y="6233"/>
                      <a:pt x="2674" y="6567"/>
                      <a:pt x="3515" y="65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41" name="Freeform: Shape 1840">
                <a:extLst>
                  <a:ext uri="{FF2B5EF4-FFF2-40B4-BE49-F238E27FC236}">
                    <a16:creationId xmlns:a16="http://schemas.microsoft.com/office/drawing/2014/main" id="{14FA6758-725F-44A5-331D-52EBC76DCA18}"/>
                  </a:ext>
                </a:extLst>
              </p:cNvPr>
              <p:cNvSpPr/>
              <p:nvPr/>
            </p:nvSpPr>
            <p:spPr>
              <a:xfrm>
                <a:off x="5210289" y="6299577"/>
                <a:ext cx="6343" cy="6345"/>
              </a:xfrm>
              <a:custGeom>
                <a:avLst/>
                <a:gdLst>
                  <a:gd name="connsiteX0" fmla="*/ 3515 w 6343"/>
                  <a:gd name="connsiteY0" fmla="*/ 6568 h 6345"/>
                  <a:gd name="connsiteX1" fmla="*/ 5758 w 6343"/>
                  <a:gd name="connsiteY1" fmla="*/ 5638 h 6345"/>
                  <a:gd name="connsiteX2" fmla="*/ 6687 w 6343"/>
                  <a:gd name="connsiteY2" fmla="*/ 3395 h 6345"/>
                  <a:gd name="connsiteX3" fmla="*/ 5758 w 6343"/>
                  <a:gd name="connsiteY3" fmla="*/ 1151 h 6345"/>
                  <a:gd name="connsiteX4" fmla="*/ 3515 w 6343"/>
                  <a:gd name="connsiteY4" fmla="*/ 222 h 6345"/>
                  <a:gd name="connsiteX5" fmla="*/ 1272 w 6343"/>
                  <a:gd name="connsiteY5" fmla="*/ 1151 h 6345"/>
                  <a:gd name="connsiteX6" fmla="*/ 344 w 6343"/>
                  <a:gd name="connsiteY6" fmla="*/ 3395 h 6345"/>
                  <a:gd name="connsiteX7" fmla="*/ 1272 w 6343"/>
                  <a:gd name="connsiteY7" fmla="*/ 5638 h 6345"/>
                  <a:gd name="connsiteX8" fmla="*/ 3515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5" y="6568"/>
                    </a:moveTo>
                    <a:cubicBezTo>
                      <a:pt x="4356" y="6568"/>
                      <a:pt x="5163" y="6233"/>
                      <a:pt x="5758" y="5638"/>
                    </a:cubicBezTo>
                    <a:cubicBezTo>
                      <a:pt x="6352" y="5043"/>
                      <a:pt x="6687" y="4236"/>
                      <a:pt x="6687" y="3395"/>
                    </a:cubicBezTo>
                    <a:cubicBezTo>
                      <a:pt x="6687" y="2554"/>
                      <a:pt x="6352" y="1746"/>
                      <a:pt x="5758" y="1151"/>
                    </a:cubicBezTo>
                    <a:cubicBezTo>
                      <a:pt x="5163" y="557"/>
                      <a:pt x="4356" y="222"/>
                      <a:pt x="3515" y="222"/>
                    </a:cubicBezTo>
                    <a:cubicBezTo>
                      <a:pt x="2674" y="222"/>
                      <a:pt x="1867" y="557"/>
                      <a:pt x="1272" y="1151"/>
                    </a:cubicBezTo>
                    <a:cubicBezTo>
                      <a:pt x="678" y="1746"/>
                      <a:pt x="344" y="2554"/>
                      <a:pt x="344" y="3395"/>
                    </a:cubicBezTo>
                    <a:cubicBezTo>
                      <a:pt x="344" y="4236"/>
                      <a:pt x="678" y="5043"/>
                      <a:pt x="1272" y="5638"/>
                    </a:cubicBezTo>
                    <a:cubicBezTo>
                      <a:pt x="1867" y="6233"/>
                      <a:pt x="2674" y="6568"/>
                      <a:pt x="3515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42" name="Freeform: Shape 1841">
                <a:extLst>
                  <a:ext uri="{FF2B5EF4-FFF2-40B4-BE49-F238E27FC236}">
                    <a16:creationId xmlns:a16="http://schemas.microsoft.com/office/drawing/2014/main" id="{7C17824C-F2B4-8D59-DADA-F6021FB50264}"/>
                  </a:ext>
                </a:extLst>
              </p:cNvPr>
              <p:cNvSpPr/>
              <p:nvPr/>
            </p:nvSpPr>
            <p:spPr>
              <a:xfrm>
                <a:off x="5209563" y="6308958"/>
                <a:ext cx="6343" cy="6345"/>
              </a:xfrm>
              <a:custGeom>
                <a:avLst/>
                <a:gdLst>
                  <a:gd name="connsiteX0" fmla="*/ 3515 w 6343"/>
                  <a:gd name="connsiteY0" fmla="*/ 6568 h 6345"/>
                  <a:gd name="connsiteX1" fmla="*/ 5758 w 6343"/>
                  <a:gd name="connsiteY1" fmla="*/ 5639 h 6345"/>
                  <a:gd name="connsiteX2" fmla="*/ 6687 w 6343"/>
                  <a:gd name="connsiteY2" fmla="*/ 3396 h 6345"/>
                  <a:gd name="connsiteX3" fmla="*/ 5758 w 6343"/>
                  <a:gd name="connsiteY3" fmla="*/ 1152 h 6345"/>
                  <a:gd name="connsiteX4" fmla="*/ 3515 w 6343"/>
                  <a:gd name="connsiteY4" fmla="*/ 223 h 6345"/>
                  <a:gd name="connsiteX5" fmla="*/ 1272 w 6343"/>
                  <a:gd name="connsiteY5" fmla="*/ 1152 h 6345"/>
                  <a:gd name="connsiteX6" fmla="*/ 343 w 6343"/>
                  <a:gd name="connsiteY6" fmla="*/ 3396 h 6345"/>
                  <a:gd name="connsiteX7" fmla="*/ 1272 w 6343"/>
                  <a:gd name="connsiteY7" fmla="*/ 5639 h 6345"/>
                  <a:gd name="connsiteX8" fmla="*/ 3515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5" y="6568"/>
                    </a:moveTo>
                    <a:cubicBezTo>
                      <a:pt x="4356" y="6568"/>
                      <a:pt x="5163" y="6234"/>
                      <a:pt x="5758" y="5639"/>
                    </a:cubicBezTo>
                    <a:cubicBezTo>
                      <a:pt x="6352" y="5044"/>
                      <a:pt x="6687" y="4237"/>
                      <a:pt x="6687" y="3396"/>
                    </a:cubicBezTo>
                    <a:cubicBezTo>
                      <a:pt x="6687" y="2554"/>
                      <a:pt x="6352" y="1747"/>
                      <a:pt x="5758" y="1152"/>
                    </a:cubicBezTo>
                    <a:cubicBezTo>
                      <a:pt x="5163" y="557"/>
                      <a:pt x="4356" y="223"/>
                      <a:pt x="3515" y="223"/>
                    </a:cubicBezTo>
                    <a:cubicBezTo>
                      <a:pt x="2674" y="223"/>
                      <a:pt x="1867" y="557"/>
                      <a:pt x="1272" y="1152"/>
                    </a:cubicBezTo>
                    <a:cubicBezTo>
                      <a:pt x="678" y="1747"/>
                      <a:pt x="343" y="2554"/>
                      <a:pt x="343" y="3396"/>
                    </a:cubicBezTo>
                    <a:cubicBezTo>
                      <a:pt x="343" y="4237"/>
                      <a:pt x="678" y="5044"/>
                      <a:pt x="1272" y="5639"/>
                    </a:cubicBezTo>
                    <a:cubicBezTo>
                      <a:pt x="1867" y="6234"/>
                      <a:pt x="2674" y="6568"/>
                      <a:pt x="3515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43" name="Freeform: Shape 1842">
                <a:extLst>
                  <a:ext uri="{FF2B5EF4-FFF2-40B4-BE49-F238E27FC236}">
                    <a16:creationId xmlns:a16="http://schemas.microsoft.com/office/drawing/2014/main" id="{BCD71FFD-E470-00FE-4A3F-FB52C141A7D0}"/>
                  </a:ext>
                </a:extLst>
              </p:cNvPr>
              <p:cNvSpPr/>
              <p:nvPr/>
            </p:nvSpPr>
            <p:spPr>
              <a:xfrm>
                <a:off x="5207025" y="6317589"/>
                <a:ext cx="6343" cy="6345"/>
              </a:xfrm>
              <a:custGeom>
                <a:avLst/>
                <a:gdLst>
                  <a:gd name="connsiteX0" fmla="*/ 3515 w 6343"/>
                  <a:gd name="connsiteY0" fmla="*/ 6569 h 6345"/>
                  <a:gd name="connsiteX1" fmla="*/ 5757 w 6343"/>
                  <a:gd name="connsiteY1" fmla="*/ 5640 h 6345"/>
                  <a:gd name="connsiteX2" fmla="*/ 6686 w 6343"/>
                  <a:gd name="connsiteY2" fmla="*/ 3396 h 6345"/>
                  <a:gd name="connsiteX3" fmla="*/ 5757 w 6343"/>
                  <a:gd name="connsiteY3" fmla="*/ 1153 h 6345"/>
                  <a:gd name="connsiteX4" fmla="*/ 3515 w 6343"/>
                  <a:gd name="connsiteY4" fmla="*/ 224 h 6345"/>
                  <a:gd name="connsiteX5" fmla="*/ 1272 w 6343"/>
                  <a:gd name="connsiteY5" fmla="*/ 1153 h 6345"/>
                  <a:gd name="connsiteX6" fmla="*/ 343 w 6343"/>
                  <a:gd name="connsiteY6" fmla="*/ 3396 h 6345"/>
                  <a:gd name="connsiteX7" fmla="*/ 1272 w 6343"/>
                  <a:gd name="connsiteY7" fmla="*/ 5640 h 6345"/>
                  <a:gd name="connsiteX8" fmla="*/ 3515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5" y="6569"/>
                    </a:moveTo>
                    <a:cubicBezTo>
                      <a:pt x="4356" y="6569"/>
                      <a:pt x="5163" y="6235"/>
                      <a:pt x="5757" y="5640"/>
                    </a:cubicBezTo>
                    <a:cubicBezTo>
                      <a:pt x="6352" y="5045"/>
                      <a:pt x="6686" y="4238"/>
                      <a:pt x="6686" y="3396"/>
                    </a:cubicBezTo>
                    <a:cubicBezTo>
                      <a:pt x="6686" y="2555"/>
                      <a:pt x="6352" y="1748"/>
                      <a:pt x="5757" y="1153"/>
                    </a:cubicBezTo>
                    <a:cubicBezTo>
                      <a:pt x="5163" y="558"/>
                      <a:pt x="4356" y="224"/>
                      <a:pt x="3515" y="224"/>
                    </a:cubicBezTo>
                    <a:cubicBezTo>
                      <a:pt x="2674" y="224"/>
                      <a:pt x="1867" y="558"/>
                      <a:pt x="1272" y="1153"/>
                    </a:cubicBezTo>
                    <a:cubicBezTo>
                      <a:pt x="677" y="1748"/>
                      <a:pt x="343" y="2555"/>
                      <a:pt x="343" y="3396"/>
                    </a:cubicBezTo>
                    <a:cubicBezTo>
                      <a:pt x="343" y="4238"/>
                      <a:pt x="677" y="5045"/>
                      <a:pt x="1272" y="5640"/>
                    </a:cubicBezTo>
                    <a:cubicBezTo>
                      <a:pt x="1867" y="6235"/>
                      <a:pt x="2674" y="6569"/>
                      <a:pt x="3515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44" name="Freeform: Shape 1843">
                <a:extLst>
                  <a:ext uri="{FF2B5EF4-FFF2-40B4-BE49-F238E27FC236}">
                    <a16:creationId xmlns:a16="http://schemas.microsoft.com/office/drawing/2014/main" id="{3E2ED17B-4CF9-4325-DDF8-86751DEDA4EF}"/>
                  </a:ext>
                </a:extLst>
              </p:cNvPr>
              <p:cNvSpPr/>
              <p:nvPr/>
            </p:nvSpPr>
            <p:spPr>
              <a:xfrm>
                <a:off x="5204737" y="6326345"/>
                <a:ext cx="6343" cy="6345"/>
              </a:xfrm>
              <a:custGeom>
                <a:avLst/>
                <a:gdLst>
                  <a:gd name="connsiteX0" fmla="*/ 3515 w 6343"/>
                  <a:gd name="connsiteY0" fmla="*/ 6570 h 6345"/>
                  <a:gd name="connsiteX1" fmla="*/ 5757 w 6343"/>
                  <a:gd name="connsiteY1" fmla="*/ 5640 h 6345"/>
                  <a:gd name="connsiteX2" fmla="*/ 6686 w 6343"/>
                  <a:gd name="connsiteY2" fmla="*/ 3397 h 6345"/>
                  <a:gd name="connsiteX3" fmla="*/ 5757 w 6343"/>
                  <a:gd name="connsiteY3" fmla="*/ 1154 h 6345"/>
                  <a:gd name="connsiteX4" fmla="*/ 3515 w 6343"/>
                  <a:gd name="connsiteY4" fmla="*/ 224 h 6345"/>
                  <a:gd name="connsiteX5" fmla="*/ 1272 w 6343"/>
                  <a:gd name="connsiteY5" fmla="*/ 1154 h 6345"/>
                  <a:gd name="connsiteX6" fmla="*/ 343 w 6343"/>
                  <a:gd name="connsiteY6" fmla="*/ 3397 h 6345"/>
                  <a:gd name="connsiteX7" fmla="*/ 1272 w 6343"/>
                  <a:gd name="connsiteY7" fmla="*/ 5640 h 6345"/>
                  <a:gd name="connsiteX8" fmla="*/ 351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5" y="6570"/>
                    </a:moveTo>
                    <a:cubicBezTo>
                      <a:pt x="4356" y="6570"/>
                      <a:pt x="5163" y="6235"/>
                      <a:pt x="5757" y="5640"/>
                    </a:cubicBezTo>
                    <a:cubicBezTo>
                      <a:pt x="6352" y="5046"/>
                      <a:pt x="6686" y="4238"/>
                      <a:pt x="6686" y="3397"/>
                    </a:cubicBezTo>
                    <a:cubicBezTo>
                      <a:pt x="6686" y="2556"/>
                      <a:pt x="6352" y="1749"/>
                      <a:pt x="5757" y="1154"/>
                    </a:cubicBezTo>
                    <a:cubicBezTo>
                      <a:pt x="5163" y="559"/>
                      <a:pt x="4356" y="224"/>
                      <a:pt x="3515" y="224"/>
                    </a:cubicBezTo>
                    <a:cubicBezTo>
                      <a:pt x="2674" y="224"/>
                      <a:pt x="1867" y="559"/>
                      <a:pt x="1272" y="1154"/>
                    </a:cubicBezTo>
                    <a:cubicBezTo>
                      <a:pt x="677" y="1749"/>
                      <a:pt x="343" y="2556"/>
                      <a:pt x="343" y="3397"/>
                    </a:cubicBezTo>
                    <a:cubicBezTo>
                      <a:pt x="343" y="4238"/>
                      <a:pt x="677" y="5046"/>
                      <a:pt x="1272" y="5640"/>
                    </a:cubicBezTo>
                    <a:cubicBezTo>
                      <a:pt x="1867" y="6235"/>
                      <a:pt x="2674" y="6570"/>
                      <a:pt x="351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45" name="Freeform: Shape 1844">
                <a:extLst>
                  <a:ext uri="{FF2B5EF4-FFF2-40B4-BE49-F238E27FC236}">
                    <a16:creationId xmlns:a16="http://schemas.microsoft.com/office/drawing/2014/main" id="{4769F32E-698B-CF96-D5AA-55BA56EAE201}"/>
                  </a:ext>
                </a:extLst>
              </p:cNvPr>
              <p:cNvSpPr/>
              <p:nvPr/>
            </p:nvSpPr>
            <p:spPr>
              <a:xfrm>
                <a:off x="5202000" y="6334919"/>
                <a:ext cx="6343" cy="6345"/>
              </a:xfrm>
              <a:custGeom>
                <a:avLst/>
                <a:gdLst>
                  <a:gd name="connsiteX0" fmla="*/ 3514 w 6343"/>
                  <a:gd name="connsiteY0" fmla="*/ 6570 h 6345"/>
                  <a:gd name="connsiteX1" fmla="*/ 5757 w 6343"/>
                  <a:gd name="connsiteY1" fmla="*/ 5641 h 6345"/>
                  <a:gd name="connsiteX2" fmla="*/ 6686 w 6343"/>
                  <a:gd name="connsiteY2" fmla="*/ 3398 h 6345"/>
                  <a:gd name="connsiteX3" fmla="*/ 5757 w 6343"/>
                  <a:gd name="connsiteY3" fmla="*/ 1154 h 6345"/>
                  <a:gd name="connsiteX4" fmla="*/ 3514 w 6343"/>
                  <a:gd name="connsiteY4" fmla="*/ 225 h 6345"/>
                  <a:gd name="connsiteX5" fmla="*/ 1272 w 6343"/>
                  <a:gd name="connsiteY5" fmla="*/ 1154 h 6345"/>
                  <a:gd name="connsiteX6" fmla="*/ 343 w 6343"/>
                  <a:gd name="connsiteY6" fmla="*/ 3398 h 6345"/>
                  <a:gd name="connsiteX7" fmla="*/ 1272 w 6343"/>
                  <a:gd name="connsiteY7" fmla="*/ 5641 h 6345"/>
                  <a:gd name="connsiteX8" fmla="*/ 351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4" y="6570"/>
                    </a:moveTo>
                    <a:cubicBezTo>
                      <a:pt x="4356" y="6570"/>
                      <a:pt x="5162" y="6236"/>
                      <a:pt x="5757" y="5641"/>
                    </a:cubicBezTo>
                    <a:cubicBezTo>
                      <a:pt x="6352" y="5046"/>
                      <a:pt x="6686" y="4239"/>
                      <a:pt x="6686" y="3398"/>
                    </a:cubicBezTo>
                    <a:cubicBezTo>
                      <a:pt x="6686" y="2556"/>
                      <a:pt x="6352" y="1749"/>
                      <a:pt x="5757" y="1154"/>
                    </a:cubicBezTo>
                    <a:cubicBezTo>
                      <a:pt x="5162" y="559"/>
                      <a:pt x="4356" y="225"/>
                      <a:pt x="3514" y="225"/>
                    </a:cubicBezTo>
                    <a:cubicBezTo>
                      <a:pt x="2673" y="225"/>
                      <a:pt x="1867" y="559"/>
                      <a:pt x="1272" y="1154"/>
                    </a:cubicBezTo>
                    <a:cubicBezTo>
                      <a:pt x="677" y="1749"/>
                      <a:pt x="343" y="2556"/>
                      <a:pt x="343" y="3398"/>
                    </a:cubicBezTo>
                    <a:cubicBezTo>
                      <a:pt x="343" y="4239"/>
                      <a:pt x="677" y="5046"/>
                      <a:pt x="1272" y="5641"/>
                    </a:cubicBezTo>
                    <a:cubicBezTo>
                      <a:pt x="1867" y="6236"/>
                      <a:pt x="2673" y="6570"/>
                      <a:pt x="351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46" name="Freeform: Shape 1845">
                <a:extLst>
                  <a:ext uri="{FF2B5EF4-FFF2-40B4-BE49-F238E27FC236}">
                    <a16:creationId xmlns:a16="http://schemas.microsoft.com/office/drawing/2014/main" id="{A2DA2167-354D-035A-00ED-9C0E670E3270}"/>
                  </a:ext>
                </a:extLst>
              </p:cNvPr>
              <p:cNvSpPr/>
              <p:nvPr/>
            </p:nvSpPr>
            <p:spPr>
              <a:xfrm>
                <a:off x="4419603" y="5998364"/>
                <a:ext cx="6343" cy="6345"/>
              </a:xfrm>
              <a:custGeom>
                <a:avLst/>
                <a:gdLst>
                  <a:gd name="connsiteX0" fmla="*/ 3453 w 6343"/>
                  <a:gd name="connsiteY0" fmla="*/ 6544 h 6345"/>
                  <a:gd name="connsiteX1" fmla="*/ 5695 w 6343"/>
                  <a:gd name="connsiteY1" fmla="*/ 5615 h 6345"/>
                  <a:gd name="connsiteX2" fmla="*/ 6624 w 6343"/>
                  <a:gd name="connsiteY2" fmla="*/ 3371 h 6345"/>
                  <a:gd name="connsiteX3" fmla="*/ 5695 w 6343"/>
                  <a:gd name="connsiteY3" fmla="*/ 1128 h 6345"/>
                  <a:gd name="connsiteX4" fmla="*/ 3453 w 6343"/>
                  <a:gd name="connsiteY4" fmla="*/ 198 h 6345"/>
                  <a:gd name="connsiteX5" fmla="*/ 1210 w 6343"/>
                  <a:gd name="connsiteY5" fmla="*/ 1128 h 6345"/>
                  <a:gd name="connsiteX6" fmla="*/ 281 w 6343"/>
                  <a:gd name="connsiteY6" fmla="*/ 3371 h 6345"/>
                  <a:gd name="connsiteX7" fmla="*/ 1210 w 6343"/>
                  <a:gd name="connsiteY7" fmla="*/ 5615 h 6345"/>
                  <a:gd name="connsiteX8" fmla="*/ 3453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4"/>
                    </a:moveTo>
                    <a:cubicBezTo>
                      <a:pt x="4294" y="6544"/>
                      <a:pt x="5101" y="6210"/>
                      <a:pt x="5695" y="5615"/>
                    </a:cubicBezTo>
                    <a:cubicBezTo>
                      <a:pt x="6290" y="5020"/>
                      <a:pt x="6624" y="4213"/>
                      <a:pt x="6624" y="3371"/>
                    </a:cubicBezTo>
                    <a:cubicBezTo>
                      <a:pt x="6624" y="2530"/>
                      <a:pt x="6290" y="1723"/>
                      <a:pt x="5695" y="1128"/>
                    </a:cubicBezTo>
                    <a:cubicBezTo>
                      <a:pt x="5101" y="533"/>
                      <a:pt x="4294" y="198"/>
                      <a:pt x="3453" y="198"/>
                    </a:cubicBezTo>
                    <a:cubicBezTo>
                      <a:pt x="2612" y="198"/>
                      <a:pt x="1805" y="533"/>
                      <a:pt x="1210" y="1128"/>
                    </a:cubicBezTo>
                    <a:cubicBezTo>
                      <a:pt x="615" y="1723"/>
                      <a:pt x="281" y="2530"/>
                      <a:pt x="281" y="3371"/>
                    </a:cubicBezTo>
                    <a:cubicBezTo>
                      <a:pt x="281" y="4213"/>
                      <a:pt x="615" y="5020"/>
                      <a:pt x="1210" y="5615"/>
                    </a:cubicBezTo>
                    <a:cubicBezTo>
                      <a:pt x="1805" y="6210"/>
                      <a:pt x="2612" y="6544"/>
                      <a:pt x="3453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47" name="Freeform: Shape 1846">
                <a:extLst>
                  <a:ext uri="{FF2B5EF4-FFF2-40B4-BE49-F238E27FC236}">
                    <a16:creationId xmlns:a16="http://schemas.microsoft.com/office/drawing/2014/main" id="{EBC28B1D-3434-479F-C2C9-77196E7BFF45}"/>
                  </a:ext>
                </a:extLst>
              </p:cNvPr>
              <p:cNvSpPr/>
              <p:nvPr/>
            </p:nvSpPr>
            <p:spPr>
              <a:xfrm>
                <a:off x="4410576" y="5998096"/>
                <a:ext cx="6343" cy="6345"/>
              </a:xfrm>
              <a:custGeom>
                <a:avLst/>
                <a:gdLst>
                  <a:gd name="connsiteX0" fmla="*/ 3452 w 6343"/>
                  <a:gd name="connsiteY0" fmla="*/ 6544 h 6345"/>
                  <a:gd name="connsiteX1" fmla="*/ 5695 w 6343"/>
                  <a:gd name="connsiteY1" fmla="*/ 5615 h 6345"/>
                  <a:gd name="connsiteX2" fmla="*/ 6624 w 6343"/>
                  <a:gd name="connsiteY2" fmla="*/ 3371 h 6345"/>
                  <a:gd name="connsiteX3" fmla="*/ 5695 w 6343"/>
                  <a:gd name="connsiteY3" fmla="*/ 1128 h 6345"/>
                  <a:gd name="connsiteX4" fmla="*/ 3452 w 6343"/>
                  <a:gd name="connsiteY4" fmla="*/ 198 h 6345"/>
                  <a:gd name="connsiteX5" fmla="*/ 1209 w 6343"/>
                  <a:gd name="connsiteY5" fmla="*/ 1128 h 6345"/>
                  <a:gd name="connsiteX6" fmla="*/ 280 w 6343"/>
                  <a:gd name="connsiteY6" fmla="*/ 3371 h 6345"/>
                  <a:gd name="connsiteX7" fmla="*/ 1209 w 6343"/>
                  <a:gd name="connsiteY7" fmla="*/ 5615 h 6345"/>
                  <a:gd name="connsiteX8" fmla="*/ 3452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44"/>
                    </a:moveTo>
                    <a:cubicBezTo>
                      <a:pt x="4293" y="6544"/>
                      <a:pt x="5100" y="6210"/>
                      <a:pt x="5695" y="5615"/>
                    </a:cubicBezTo>
                    <a:cubicBezTo>
                      <a:pt x="6289" y="5020"/>
                      <a:pt x="6624" y="4213"/>
                      <a:pt x="6624" y="3371"/>
                    </a:cubicBezTo>
                    <a:cubicBezTo>
                      <a:pt x="6624" y="2530"/>
                      <a:pt x="6289" y="1723"/>
                      <a:pt x="5695" y="1128"/>
                    </a:cubicBezTo>
                    <a:cubicBezTo>
                      <a:pt x="5100" y="533"/>
                      <a:pt x="4293" y="198"/>
                      <a:pt x="3452" y="198"/>
                    </a:cubicBezTo>
                    <a:cubicBezTo>
                      <a:pt x="2611" y="198"/>
                      <a:pt x="1804" y="533"/>
                      <a:pt x="1209" y="1128"/>
                    </a:cubicBezTo>
                    <a:cubicBezTo>
                      <a:pt x="615" y="1723"/>
                      <a:pt x="280" y="2530"/>
                      <a:pt x="280" y="3371"/>
                    </a:cubicBezTo>
                    <a:cubicBezTo>
                      <a:pt x="280" y="4213"/>
                      <a:pt x="615" y="5020"/>
                      <a:pt x="1209" y="5615"/>
                    </a:cubicBezTo>
                    <a:cubicBezTo>
                      <a:pt x="1804" y="6210"/>
                      <a:pt x="2611" y="6544"/>
                      <a:pt x="3452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48" name="Freeform: Shape 1847">
                <a:extLst>
                  <a:ext uri="{FF2B5EF4-FFF2-40B4-BE49-F238E27FC236}">
                    <a16:creationId xmlns:a16="http://schemas.microsoft.com/office/drawing/2014/main" id="{E99C9C31-B30C-1130-55B4-9E2277BCE476}"/>
                  </a:ext>
                </a:extLst>
              </p:cNvPr>
              <p:cNvSpPr/>
              <p:nvPr/>
            </p:nvSpPr>
            <p:spPr>
              <a:xfrm>
                <a:off x="4368602" y="5996718"/>
                <a:ext cx="6343" cy="6345"/>
              </a:xfrm>
              <a:custGeom>
                <a:avLst/>
                <a:gdLst>
                  <a:gd name="connsiteX0" fmla="*/ 3449 w 6343"/>
                  <a:gd name="connsiteY0" fmla="*/ 6544 h 6345"/>
                  <a:gd name="connsiteX1" fmla="*/ 5691 w 6343"/>
                  <a:gd name="connsiteY1" fmla="*/ 5615 h 6345"/>
                  <a:gd name="connsiteX2" fmla="*/ 6620 w 6343"/>
                  <a:gd name="connsiteY2" fmla="*/ 3371 h 6345"/>
                  <a:gd name="connsiteX3" fmla="*/ 5691 w 6343"/>
                  <a:gd name="connsiteY3" fmla="*/ 1128 h 6345"/>
                  <a:gd name="connsiteX4" fmla="*/ 3449 w 6343"/>
                  <a:gd name="connsiteY4" fmla="*/ 198 h 6345"/>
                  <a:gd name="connsiteX5" fmla="*/ 1206 w 6343"/>
                  <a:gd name="connsiteY5" fmla="*/ 1128 h 6345"/>
                  <a:gd name="connsiteX6" fmla="*/ 277 w 6343"/>
                  <a:gd name="connsiteY6" fmla="*/ 3371 h 6345"/>
                  <a:gd name="connsiteX7" fmla="*/ 1206 w 6343"/>
                  <a:gd name="connsiteY7" fmla="*/ 5615 h 6345"/>
                  <a:gd name="connsiteX8" fmla="*/ 3449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544"/>
                    </a:moveTo>
                    <a:cubicBezTo>
                      <a:pt x="4290" y="6544"/>
                      <a:pt x="5097" y="6209"/>
                      <a:pt x="5691" y="5615"/>
                    </a:cubicBezTo>
                    <a:cubicBezTo>
                      <a:pt x="6286" y="5020"/>
                      <a:pt x="6620" y="4212"/>
                      <a:pt x="6620" y="3371"/>
                    </a:cubicBezTo>
                    <a:cubicBezTo>
                      <a:pt x="6620" y="2530"/>
                      <a:pt x="6286" y="1723"/>
                      <a:pt x="5691" y="1128"/>
                    </a:cubicBezTo>
                    <a:cubicBezTo>
                      <a:pt x="5097" y="533"/>
                      <a:pt x="4290" y="198"/>
                      <a:pt x="3449" y="198"/>
                    </a:cubicBezTo>
                    <a:cubicBezTo>
                      <a:pt x="2608" y="198"/>
                      <a:pt x="1801" y="533"/>
                      <a:pt x="1206" y="1128"/>
                    </a:cubicBezTo>
                    <a:cubicBezTo>
                      <a:pt x="611" y="1723"/>
                      <a:pt x="277" y="2530"/>
                      <a:pt x="277" y="3371"/>
                    </a:cubicBezTo>
                    <a:cubicBezTo>
                      <a:pt x="277" y="4212"/>
                      <a:pt x="611" y="5020"/>
                      <a:pt x="1206" y="5615"/>
                    </a:cubicBezTo>
                    <a:cubicBezTo>
                      <a:pt x="1801" y="6209"/>
                      <a:pt x="2608" y="6544"/>
                      <a:pt x="3449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49" name="Freeform: Shape 1848">
                <a:extLst>
                  <a:ext uri="{FF2B5EF4-FFF2-40B4-BE49-F238E27FC236}">
                    <a16:creationId xmlns:a16="http://schemas.microsoft.com/office/drawing/2014/main" id="{B3D26A36-D5A2-6387-FC19-469C234F7473}"/>
                  </a:ext>
                </a:extLst>
              </p:cNvPr>
              <p:cNvSpPr/>
              <p:nvPr/>
            </p:nvSpPr>
            <p:spPr>
              <a:xfrm>
                <a:off x="4356112" y="5993935"/>
                <a:ext cx="6343" cy="6345"/>
              </a:xfrm>
              <a:custGeom>
                <a:avLst/>
                <a:gdLst>
                  <a:gd name="connsiteX0" fmla="*/ 3448 w 6343"/>
                  <a:gd name="connsiteY0" fmla="*/ 6544 h 6345"/>
                  <a:gd name="connsiteX1" fmla="*/ 5690 w 6343"/>
                  <a:gd name="connsiteY1" fmla="*/ 5614 h 6345"/>
                  <a:gd name="connsiteX2" fmla="*/ 6619 w 6343"/>
                  <a:gd name="connsiteY2" fmla="*/ 3371 h 6345"/>
                  <a:gd name="connsiteX3" fmla="*/ 5690 w 6343"/>
                  <a:gd name="connsiteY3" fmla="*/ 1127 h 6345"/>
                  <a:gd name="connsiteX4" fmla="*/ 3448 w 6343"/>
                  <a:gd name="connsiteY4" fmla="*/ 198 h 6345"/>
                  <a:gd name="connsiteX5" fmla="*/ 1205 w 6343"/>
                  <a:gd name="connsiteY5" fmla="*/ 1127 h 6345"/>
                  <a:gd name="connsiteX6" fmla="*/ 276 w 6343"/>
                  <a:gd name="connsiteY6" fmla="*/ 3371 h 6345"/>
                  <a:gd name="connsiteX7" fmla="*/ 1205 w 6343"/>
                  <a:gd name="connsiteY7" fmla="*/ 5614 h 6345"/>
                  <a:gd name="connsiteX8" fmla="*/ 3448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4"/>
                    </a:moveTo>
                    <a:cubicBezTo>
                      <a:pt x="4289" y="6544"/>
                      <a:pt x="5096" y="6209"/>
                      <a:pt x="5690" y="5614"/>
                    </a:cubicBezTo>
                    <a:cubicBezTo>
                      <a:pt x="6285" y="5019"/>
                      <a:pt x="6619" y="4212"/>
                      <a:pt x="6619" y="3371"/>
                    </a:cubicBezTo>
                    <a:cubicBezTo>
                      <a:pt x="6619" y="2529"/>
                      <a:pt x="6285" y="1722"/>
                      <a:pt x="5690" y="1127"/>
                    </a:cubicBezTo>
                    <a:cubicBezTo>
                      <a:pt x="5096" y="532"/>
                      <a:pt x="4289" y="198"/>
                      <a:pt x="3448" y="198"/>
                    </a:cubicBezTo>
                    <a:cubicBezTo>
                      <a:pt x="2607" y="198"/>
                      <a:pt x="1800" y="532"/>
                      <a:pt x="1205" y="1127"/>
                    </a:cubicBezTo>
                    <a:cubicBezTo>
                      <a:pt x="610" y="1722"/>
                      <a:pt x="276" y="2529"/>
                      <a:pt x="276" y="3371"/>
                    </a:cubicBezTo>
                    <a:cubicBezTo>
                      <a:pt x="276" y="4212"/>
                      <a:pt x="610" y="5019"/>
                      <a:pt x="1205" y="5614"/>
                    </a:cubicBezTo>
                    <a:cubicBezTo>
                      <a:pt x="1800" y="6209"/>
                      <a:pt x="2607" y="6544"/>
                      <a:pt x="3448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50" name="Freeform: Shape 1849">
                <a:extLst>
                  <a:ext uri="{FF2B5EF4-FFF2-40B4-BE49-F238E27FC236}">
                    <a16:creationId xmlns:a16="http://schemas.microsoft.com/office/drawing/2014/main" id="{7C8415E5-BFFE-61CD-CA04-7A05B42594D4}"/>
                  </a:ext>
                </a:extLst>
              </p:cNvPr>
              <p:cNvSpPr/>
              <p:nvPr/>
            </p:nvSpPr>
            <p:spPr>
              <a:xfrm>
                <a:off x="4354226" y="5996736"/>
                <a:ext cx="6343" cy="6345"/>
              </a:xfrm>
              <a:custGeom>
                <a:avLst/>
                <a:gdLst>
                  <a:gd name="connsiteX0" fmla="*/ 3448 w 6343"/>
                  <a:gd name="connsiteY0" fmla="*/ 6544 h 6345"/>
                  <a:gd name="connsiteX1" fmla="*/ 5690 w 6343"/>
                  <a:gd name="connsiteY1" fmla="*/ 5615 h 6345"/>
                  <a:gd name="connsiteX2" fmla="*/ 6619 w 6343"/>
                  <a:gd name="connsiteY2" fmla="*/ 3371 h 6345"/>
                  <a:gd name="connsiteX3" fmla="*/ 5690 w 6343"/>
                  <a:gd name="connsiteY3" fmla="*/ 1128 h 6345"/>
                  <a:gd name="connsiteX4" fmla="*/ 3448 w 6343"/>
                  <a:gd name="connsiteY4" fmla="*/ 198 h 6345"/>
                  <a:gd name="connsiteX5" fmla="*/ 1205 w 6343"/>
                  <a:gd name="connsiteY5" fmla="*/ 1128 h 6345"/>
                  <a:gd name="connsiteX6" fmla="*/ 276 w 6343"/>
                  <a:gd name="connsiteY6" fmla="*/ 3371 h 6345"/>
                  <a:gd name="connsiteX7" fmla="*/ 1205 w 6343"/>
                  <a:gd name="connsiteY7" fmla="*/ 5615 h 6345"/>
                  <a:gd name="connsiteX8" fmla="*/ 3448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4"/>
                    </a:moveTo>
                    <a:cubicBezTo>
                      <a:pt x="4289" y="6544"/>
                      <a:pt x="5095" y="6209"/>
                      <a:pt x="5690" y="5615"/>
                    </a:cubicBezTo>
                    <a:cubicBezTo>
                      <a:pt x="6285" y="5020"/>
                      <a:pt x="6619" y="4212"/>
                      <a:pt x="6619" y="3371"/>
                    </a:cubicBezTo>
                    <a:cubicBezTo>
                      <a:pt x="6619" y="2530"/>
                      <a:pt x="6285" y="1723"/>
                      <a:pt x="5690" y="1128"/>
                    </a:cubicBezTo>
                    <a:cubicBezTo>
                      <a:pt x="5095" y="533"/>
                      <a:pt x="4289" y="198"/>
                      <a:pt x="3448" y="198"/>
                    </a:cubicBezTo>
                    <a:cubicBezTo>
                      <a:pt x="2606" y="198"/>
                      <a:pt x="1800" y="533"/>
                      <a:pt x="1205" y="1128"/>
                    </a:cubicBezTo>
                    <a:cubicBezTo>
                      <a:pt x="610" y="1723"/>
                      <a:pt x="276" y="2530"/>
                      <a:pt x="276" y="3371"/>
                    </a:cubicBezTo>
                    <a:cubicBezTo>
                      <a:pt x="276" y="4212"/>
                      <a:pt x="610" y="5020"/>
                      <a:pt x="1205" y="5615"/>
                    </a:cubicBezTo>
                    <a:cubicBezTo>
                      <a:pt x="1800" y="6209"/>
                      <a:pt x="2606" y="6544"/>
                      <a:pt x="3448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51" name="Freeform: Shape 1850">
                <a:extLst>
                  <a:ext uri="{FF2B5EF4-FFF2-40B4-BE49-F238E27FC236}">
                    <a16:creationId xmlns:a16="http://schemas.microsoft.com/office/drawing/2014/main" id="{C0402247-9481-81E8-5BAE-EF7FC41BF9C1}"/>
                  </a:ext>
                </a:extLst>
              </p:cNvPr>
              <p:cNvSpPr/>
              <p:nvPr/>
            </p:nvSpPr>
            <p:spPr>
              <a:xfrm>
                <a:off x="4508625" y="6111486"/>
                <a:ext cx="6343" cy="6345"/>
              </a:xfrm>
              <a:custGeom>
                <a:avLst/>
                <a:gdLst>
                  <a:gd name="connsiteX0" fmla="*/ 3460 w 6343"/>
                  <a:gd name="connsiteY0" fmla="*/ 6553 h 6345"/>
                  <a:gd name="connsiteX1" fmla="*/ 5702 w 6343"/>
                  <a:gd name="connsiteY1" fmla="*/ 5624 h 6345"/>
                  <a:gd name="connsiteX2" fmla="*/ 6631 w 6343"/>
                  <a:gd name="connsiteY2" fmla="*/ 3380 h 6345"/>
                  <a:gd name="connsiteX3" fmla="*/ 5702 w 6343"/>
                  <a:gd name="connsiteY3" fmla="*/ 1137 h 6345"/>
                  <a:gd name="connsiteX4" fmla="*/ 3460 w 6343"/>
                  <a:gd name="connsiteY4" fmla="*/ 207 h 6345"/>
                  <a:gd name="connsiteX5" fmla="*/ 1217 w 6343"/>
                  <a:gd name="connsiteY5" fmla="*/ 1137 h 6345"/>
                  <a:gd name="connsiteX6" fmla="*/ 288 w 6343"/>
                  <a:gd name="connsiteY6" fmla="*/ 3380 h 6345"/>
                  <a:gd name="connsiteX7" fmla="*/ 1217 w 6343"/>
                  <a:gd name="connsiteY7" fmla="*/ 5624 h 6345"/>
                  <a:gd name="connsiteX8" fmla="*/ 3460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53"/>
                    </a:moveTo>
                    <a:cubicBezTo>
                      <a:pt x="4301" y="6553"/>
                      <a:pt x="5108" y="6219"/>
                      <a:pt x="5702" y="5624"/>
                    </a:cubicBezTo>
                    <a:cubicBezTo>
                      <a:pt x="6297" y="5029"/>
                      <a:pt x="6631" y="4222"/>
                      <a:pt x="6631" y="3380"/>
                    </a:cubicBezTo>
                    <a:cubicBezTo>
                      <a:pt x="6631" y="2539"/>
                      <a:pt x="6297" y="1732"/>
                      <a:pt x="5702" y="1137"/>
                    </a:cubicBezTo>
                    <a:cubicBezTo>
                      <a:pt x="5108" y="542"/>
                      <a:pt x="4301" y="207"/>
                      <a:pt x="3460" y="207"/>
                    </a:cubicBezTo>
                    <a:cubicBezTo>
                      <a:pt x="2619" y="207"/>
                      <a:pt x="1812" y="542"/>
                      <a:pt x="1217" y="1137"/>
                    </a:cubicBezTo>
                    <a:cubicBezTo>
                      <a:pt x="622" y="1732"/>
                      <a:pt x="288" y="2539"/>
                      <a:pt x="288" y="3380"/>
                    </a:cubicBezTo>
                    <a:cubicBezTo>
                      <a:pt x="288" y="4222"/>
                      <a:pt x="622" y="5029"/>
                      <a:pt x="1217" y="5624"/>
                    </a:cubicBezTo>
                    <a:cubicBezTo>
                      <a:pt x="1812" y="6219"/>
                      <a:pt x="2619" y="6553"/>
                      <a:pt x="3460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52" name="Freeform: Shape 1851">
                <a:extLst>
                  <a:ext uri="{FF2B5EF4-FFF2-40B4-BE49-F238E27FC236}">
                    <a16:creationId xmlns:a16="http://schemas.microsoft.com/office/drawing/2014/main" id="{DB87CD23-D7C9-583E-B214-AFA486772BCA}"/>
                  </a:ext>
                </a:extLst>
              </p:cNvPr>
              <p:cNvSpPr/>
              <p:nvPr/>
            </p:nvSpPr>
            <p:spPr>
              <a:xfrm>
                <a:off x="4502385" y="6113028"/>
                <a:ext cx="6343" cy="6345"/>
              </a:xfrm>
              <a:custGeom>
                <a:avLst/>
                <a:gdLst>
                  <a:gd name="connsiteX0" fmla="*/ 3459 w 6343"/>
                  <a:gd name="connsiteY0" fmla="*/ 6553 h 6345"/>
                  <a:gd name="connsiteX1" fmla="*/ 5702 w 6343"/>
                  <a:gd name="connsiteY1" fmla="*/ 5624 h 6345"/>
                  <a:gd name="connsiteX2" fmla="*/ 6631 w 6343"/>
                  <a:gd name="connsiteY2" fmla="*/ 3380 h 6345"/>
                  <a:gd name="connsiteX3" fmla="*/ 5702 w 6343"/>
                  <a:gd name="connsiteY3" fmla="*/ 1137 h 6345"/>
                  <a:gd name="connsiteX4" fmla="*/ 3459 w 6343"/>
                  <a:gd name="connsiteY4" fmla="*/ 208 h 6345"/>
                  <a:gd name="connsiteX5" fmla="*/ 1217 w 6343"/>
                  <a:gd name="connsiteY5" fmla="*/ 1137 h 6345"/>
                  <a:gd name="connsiteX6" fmla="*/ 288 w 6343"/>
                  <a:gd name="connsiteY6" fmla="*/ 3380 h 6345"/>
                  <a:gd name="connsiteX7" fmla="*/ 1217 w 6343"/>
                  <a:gd name="connsiteY7" fmla="*/ 5624 h 6345"/>
                  <a:gd name="connsiteX8" fmla="*/ 3459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53"/>
                    </a:moveTo>
                    <a:cubicBezTo>
                      <a:pt x="4300" y="6553"/>
                      <a:pt x="5107" y="6219"/>
                      <a:pt x="5702" y="5624"/>
                    </a:cubicBezTo>
                    <a:cubicBezTo>
                      <a:pt x="6297" y="5029"/>
                      <a:pt x="6631" y="4222"/>
                      <a:pt x="6631" y="3380"/>
                    </a:cubicBezTo>
                    <a:cubicBezTo>
                      <a:pt x="6631" y="2539"/>
                      <a:pt x="6297" y="1732"/>
                      <a:pt x="5702" y="1137"/>
                    </a:cubicBezTo>
                    <a:cubicBezTo>
                      <a:pt x="5107" y="542"/>
                      <a:pt x="4300" y="208"/>
                      <a:pt x="3459" y="208"/>
                    </a:cubicBezTo>
                    <a:cubicBezTo>
                      <a:pt x="2618" y="208"/>
                      <a:pt x="1811" y="542"/>
                      <a:pt x="1217" y="1137"/>
                    </a:cubicBezTo>
                    <a:cubicBezTo>
                      <a:pt x="622" y="1732"/>
                      <a:pt x="288" y="2539"/>
                      <a:pt x="288" y="3380"/>
                    </a:cubicBezTo>
                    <a:cubicBezTo>
                      <a:pt x="288" y="4222"/>
                      <a:pt x="622" y="5029"/>
                      <a:pt x="1217" y="5624"/>
                    </a:cubicBezTo>
                    <a:cubicBezTo>
                      <a:pt x="1811" y="6219"/>
                      <a:pt x="2618" y="6553"/>
                      <a:pt x="3459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53" name="Freeform: Shape 1852">
                <a:extLst>
                  <a:ext uri="{FF2B5EF4-FFF2-40B4-BE49-F238E27FC236}">
                    <a16:creationId xmlns:a16="http://schemas.microsoft.com/office/drawing/2014/main" id="{28590CC6-8B3F-B37E-8083-2DE2A983DB40}"/>
                  </a:ext>
                </a:extLst>
              </p:cNvPr>
              <p:cNvSpPr/>
              <p:nvPr/>
            </p:nvSpPr>
            <p:spPr>
              <a:xfrm>
                <a:off x="4290124" y="5989193"/>
                <a:ext cx="6343" cy="6345"/>
              </a:xfrm>
              <a:custGeom>
                <a:avLst/>
                <a:gdLst>
                  <a:gd name="connsiteX0" fmla="*/ 3443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0 h 6345"/>
                  <a:gd name="connsiteX3" fmla="*/ 5685 w 6343"/>
                  <a:gd name="connsiteY3" fmla="*/ 1127 h 6345"/>
                  <a:gd name="connsiteX4" fmla="*/ 3443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0 h 6345"/>
                  <a:gd name="connsiteX7" fmla="*/ 1200 w 6343"/>
                  <a:gd name="connsiteY7" fmla="*/ 5614 h 6345"/>
                  <a:gd name="connsiteX8" fmla="*/ 344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43"/>
                    </a:moveTo>
                    <a:cubicBezTo>
                      <a:pt x="4284" y="6543"/>
                      <a:pt x="5090" y="6209"/>
                      <a:pt x="5685" y="5614"/>
                    </a:cubicBezTo>
                    <a:cubicBezTo>
                      <a:pt x="6280" y="5019"/>
                      <a:pt x="6614" y="4212"/>
                      <a:pt x="6614" y="3370"/>
                    </a:cubicBezTo>
                    <a:cubicBezTo>
                      <a:pt x="6614" y="2529"/>
                      <a:pt x="6280" y="1722"/>
                      <a:pt x="5685" y="1127"/>
                    </a:cubicBezTo>
                    <a:cubicBezTo>
                      <a:pt x="5090" y="532"/>
                      <a:pt x="4284" y="198"/>
                      <a:pt x="3443" y="198"/>
                    </a:cubicBezTo>
                    <a:cubicBezTo>
                      <a:pt x="2601" y="198"/>
                      <a:pt x="1795" y="532"/>
                      <a:pt x="1200" y="1127"/>
                    </a:cubicBezTo>
                    <a:cubicBezTo>
                      <a:pt x="605" y="1722"/>
                      <a:pt x="271" y="2529"/>
                      <a:pt x="271" y="3370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5" y="6209"/>
                      <a:pt x="2601" y="6543"/>
                      <a:pt x="344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54" name="Freeform: Shape 1853">
                <a:extLst>
                  <a:ext uri="{FF2B5EF4-FFF2-40B4-BE49-F238E27FC236}">
                    <a16:creationId xmlns:a16="http://schemas.microsoft.com/office/drawing/2014/main" id="{244D42E0-EAED-8AD1-F268-A082556A7B2A}"/>
                  </a:ext>
                </a:extLst>
              </p:cNvPr>
              <p:cNvSpPr/>
              <p:nvPr/>
            </p:nvSpPr>
            <p:spPr>
              <a:xfrm>
                <a:off x="4287871" y="5991323"/>
                <a:ext cx="6343" cy="6345"/>
              </a:xfrm>
              <a:custGeom>
                <a:avLst/>
                <a:gdLst>
                  <a:gd name="connsiteX0" fmla="*/ 3442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1 h 6345"/>
                  <a:gd name="connsiteX3" fmla="*/ 5685 w 6343"/>
                  <a:gd name="connsiteY3" fmla="*/ 1127 h 6345"/>
                  <a:gd name="connsiteX4" fmla="*/ 3442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1 h 6345"/>
                  <a:gd name="connsiteX7" fmla="*/ 1200 w 6343"/>
                  <a:gd name="connsiteY7" fmla="*/ 5614 h 6345"/>
                  <a:gd name="connsiteX8" fmla="*/ 344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43"/>
                    </a:moveTo>
                    <a:cubicBezTo>
                      <a:pt x="4283" y="6543"/>
                      <a:pt x="5090" y="6209"/>
                      <a:pt x="5685" y="5614"/>
                    </a:cubicBezTo>
                    <a:cubicBezTo>
                      <a:pt x="6280" y="5019"/>
                      <a:pt x="6614" y="4212"/>
                      <a:pt x="6614" y="3371"/>
                    </a:cubicBezTo>
                    <a:cubicBezTo>
                      <a:pt x="6614" y="2529"/>
                      <a:pt x="6280" y="1722"/>
                      <a:pt x="5685" y="1127"/>
                    </a:cubicBezTo>
                    <a:cubicBezTo>
                      <a:pt x="5090" y="532"/>
                      <a:pt x="4283" y="198"/>
                      <a:pt x="3442" y="198"/>
                    </a:cubicBezTo>
                    <a:cubicBezTo>
                      <a:pt x="2601" y="198"/>
                      <a:pt x="1794" y="532"/>
                      <a:pt x="1200" y="1127"/>
                    </a:cubicBezTo>
                    <a:cubicBezTo>
                      <a:pt x="605" y="1722"/>
                      <a:pt x="271" y="2529"/>
                      <a:pt x="271" y="3371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4" y="6209"/>
                      <a:pt x="2601" y="6543"/>
                      <a:pt x="344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55" name="Freeform: Shape 1854">
                <a:extLst>
                  <a:ext uri="{FF2B5EF4-FFF2-40B4-BE49-F238E27FC236}">
                    <a16:creationId xmlns:a16="http://schemas.microsoft.com/office/drawing/2014/main" id="{564558E1-0DAB-AC64-5E11-E1EF11A13F42}"/>
                  </a:ext>
                </a:extLst>
              </p:cNvPr>
              <p:cNvSpPr/>
              <p:nvPr/>
            </p:nvSpPr>
            <p:spPr>
              <a:xfrm>
                <a:off x="4228582" y="5986097"/>
                <a:ext cx="6343" cy="6345"/>
              </a:xfrm>
              <a:custGeom>
                <a:avLst/>
                <a:gdLst>
                  <a:gd name="connsiteX0" fmla="*/ 3438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8 w 6343"/>
                  <a:gd name="connsiteY4" fmla="*/ 198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43"/>
                    </a:moveTo>
                    <a:cubicBezTo>
                      <a:pt x="4279" y="6543"/>
                      <a:pt x="5086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6" y="532"/>
                      <a:pt x="4279" y="198"/>
                      <a:pt x="3438" y="198"/>
                    </a:cubicBezTo>
                    <a:cubicBezTo>
                      <a:pt x="2597" y="198"/>
                      <a:pt x="1790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90" y="6209"/>
                      <a:pt x="2597" y="6543"/>
                      <a:pt x="343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56" name="Freeform: Shape 1855">
                <a:extLst>
                  <a:ext uri="{FF2B5EF4-FFF2-40B4-BE49-F238E27FC236}">
                    <a16:creationId xmlns:a16="http://schemas.microsoft.com/office/drawing/2014/main" id="{ED9ACB8B-656C-2FA3-35D5-4E2602A79419}"/>
                  </a:ext>
                </a:extLst>
              </p:cNvPr>
              <p:cNvSpPr/>
              <p:nvPr/>
            </p:nvSpPr>
            <p:spPr>
              <a:xfrm>
                <a:off x="4224945" y="5986780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7 w 6343"/>
                  <a:gd name="connsiteY4" fmla="*/ 198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9" y="6543"/>
                      <a:pt x="5085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5" y="532"/>
                      <a:pt x="4279" y="198"/>
                      <a:pt x="3437" y="198"/>
                    </a:cubicBezTo>
                    <a:cubicBezTo>
                      <a:pt x="2596" y="198"/>
                      <a:pt x="1790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90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57" name="Freeform: Shape 1856">
                <a:extLst>
                  <a:ext uri="{FF2B5EF4-FFF2-40B4-BE49-F238E27FC236}">
                    <a16:creationId xmlns:a16="http://schemas.microsoft.com/office/drawing/2014/main" id="{CCD89E9C-BD58-E183-DEA4-F3BD6ECBD570}"/>
                  </a:ext>
                </a:extLst>
              </p:cNvPr>
              <p:cNvSpPr/>
              <p:nvPr/>
            </p:nvSpPr>
            <p:spPr>
              <a:xfrm>
                <a:off x="4223089" y="5988711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7 w 6343"/>
                  <a:gd name="connsiteY4" fmla="*/ 198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8" y="6543"/>
                      <a:pt x="5085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5" y="532"/>
                      <a:pt x="4278" y="198"/>
                      <a:pt x="3437" y="198"/>
                    </a:cubicBezTo>
                    <a:cubicBezTo>
                      <a:pt x="2596" y="198"/>
                      <a:pt x="1789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89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58" name="Freeform: Shape 1857">
                <a:extLst>
                  <a:ext uri="{FF2B5EF4-FFF2-40B4-BE49-F238E27FC236}">
                    <a16:creationId xmlns:a16="http://schemas.microsoft.com/office/drawing/2014/main" id="{2F60E550-95B8-5961-A839-863213BECC1F}"/>
                  </a:ext>
                </a:extLst>
              </p:cNvPr>
              <p:cNvSpPr/>
              <p:nvPr/>
            </p:nvSpPr>
            <p:spPr>
              <a:xfrm>
                <a:off x="4217034" y="5987560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79 w 6343"/>
                  <a:gd name="connsiteY1" fmla="*/ 5614 h 6345"/>
                  <a:gd name="connsiteX2" fmla="*/ 6608 w 6343"/>
                  <a:gd name="connsiteY2" fmla="*/ 3370 h 6345"/>
                  <a:gd name="connsiteX3" fmla="*/ 5679 w 6343"/>
                  <a:gd name="connsiteY3" fmla="*/ 1127 h 6345"/>
                  <a:gd name="connsiteX4" fmla="*/ 3437 w 6343"/>
                  <a:gd name="connsiteY4" fmla="*/ 198 h 6345"/>
                  <a:gd name="connsiteX5" fmla="*/ 1194 w 6343"/>
                  <a:gd name="connsiteY5" fmla="*/ 1127 h 6345"/>
                  <a:gd name="connsiteX6" fmla="*/ 265 w 6343"/>
                  <a:gd name="connsiteY6" fmla="*/ 3370 h 6345"/>
                  <a:gd name="connsiteX7" fmla="*/ 1194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8" y="6543"/>
                      <a:pt x="5085" y="6209"/>
                      <a:pt x="5679" y="5614"/>
                    </a:cubicBezTo>
                    <a:cubicBezTo>
                      <a:pt x="6274" y="5019"/>
                      <a:pt x="6608" y="4212"/>
                      <a:pt x="6608" y="3370"/>
                    </a:cubicBezTo>
                    <a:cubicBezTo>
                      <a:pt x="6608" y="2529"/>
                      <a:pt x="6274" y="1722"/>
                      <a:pt x="5679" y="1127"/>
                    </a:cubicBezTo>
                    <a:cubicBezTo>
                      <a:pt x="5085" y="532"/>
                      <a:pt x="4278" y="198"/>
                      <a:pt x="3437" y="198"/>
                    </a:cubicBezTo>
                    <a:cubicBezTo>
                      <a:pt x="2596" y="198"/>
                      <a:pt x="1789" y="532"/>
                      <a:pt x="1194" y="1127"/>
                    </a:cubicBezTo>
                    <a:cubicBezTo>
                      <a:pt x="599" y="1722"/>
                      <a:pt x="265" y="2529"/>
                      <a:pt x="265" y="3370"/>
                    </a:cubicBezTo>
                    <a:cubicBezTo>
                      <a:pt x="265" y="4212"/>
                      <a:pt x="599" y="5019"/>
                      <a:pt x="1194" y="5614"/>
                    </a:cubicBezTo>
                    <a:cubicBezTo>
                      <a:pt x="1789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59" name="Freeform: Shape 1858">
                <a:extLst>
                  <a:ext uri="{FF2B5EF4-FFF2-40B4-BE49-F238E27FC236}">
                    <a16:creationId xmlns:a16="http://schemas.microsoft.com/office/drawing/2014/main" id="{6C5975EB-8F0B-36B6-1B99-BC7A752A8165}"/>
                  </a:ext>
                </a:extLst>
              </p:cNvPr>
              <p:cNvSpPr/>
              <p:nvPr/>
            </p:nvSpPr>
            <p:spPr>
              <a:xfrm>
                <a:off x="4212537" y="5987481"/>
                <a:ext cx="6343" cy="6345"/>
              </a:xfrm>
              <a:custGeom>
                <a:avLst/>
                <a:gdLst>
                  <a:gd name="connsiteX0" fmla="*/ 3436 w 6343"/>
                  <a:gd name="connsiteY0" fmla="*/ 6543 h 6345"/>
                  <a:gd name="connsiteX1" fmla="*/ 5679 w 6343"/>
                  <a:gd name="connsiteY1" fmla="*/ 5614 h 6345"/>
                  <a:gd name="connsiteX2" fmla="*/ 6608 w 6343"/>
                  <a:gd name="connsiteY2" fmla="*/ 3370 h 6345"/>
                  <a:gd name="connsiteX3" fmla="*/ 5679 w 6343"/>
                  <a:gd name="connsiteY3" fmla="*/ 1127 h 6345"/>
                  <a:gd name="connsiteX4" fmla="*/ 3436 w 6343"/>
                  <a:gd name="connsiteY4" fmla="*/ 198 h 6345"/>
                  <a:gd name="connsiteX5" fmla="*/ 1194 w 6343"/>
                  <a:gd name="connsiteY5" fmla="*/ 1127 h 6345"/>
                  <a:gd name="connsiteX6" fmla="*/ 265 w 6343"/>
                  <a:gd name="connsiteY6" fmla="*/ 3370 h 6345"/>
                  <a:gd name="connsiteX7" fmla="*/ 1194 w 6343"/>
                  <a:gd name="connsiteY7" fmla="*/ 5614 h 6345"/>
                  <a:gd name="connsiteX8" fmla="*/ 343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43"/>
                    </a:moveTo>
                    <a:cubicBezTo>
                      <a:pt x="4278" y="6543"/>
                      <a:pt x="5084" y="6209"/>
                      <a:pt x="5679" y="5614"/>
                    </a:cubicBezTo>
                    <a:cubicBezTo>
                      <a:pt x="6274" y="5019"/>
                      <a:pt x="6608" y="4212"/>
                      <a:pt x="6608" y="3370"/>
                    </a:cubicBezTo>
                    <a:cubicBezTo>
                      <a:pt x="6608" y="2529"/>
                      <a:pt x="6274" y="1722"/>
                      <a:pt x="5679" y="1127"/>
                    </a:cubicBezTo>
                    <a:cubicBezTo>
                      <a:pt x="5084" y="532"/>
                      <a:pt x="4278" y="198"/>
                      <a:pt x="3436" y="198"/>
                    </a:cubicBezTo>
                    <a:cubicBezTo>
                      <a:pt x="2595" y="198"/>
                      <a:pt x="1789" y="532"/>
                      <a:pt x="1194" y="1127"/>
                    </a:cubicBezTo>
                    <a:cubicBezTo>
                      <a:pt x="599" y="1722"/>
                      <a:pt x="265" y="2529"/>
                      <a:pt x="265" y="3370"/>
                    </a:cubicBezTo>
                    <a:cubicBezTo>
                      <a:pt x="265" y="4212"/>
                      <a:pt x="599" y="5019"/>
                      <a:pt x="1194" y="5614"/>
                    </a:cubicBezTo>
                    <a:cubicBezTo>
                      <a:pt x="1789" y="6209"/>
                      <a:pt x="2595" y="6543"/>
                      <a:pt x="343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60" name="Freeform: Shape 1859">
                <a:extLst>
                  <a:ext uri="{FF2B5EF4-FFF2-40B4-BE49-F238E27FC236}">
                    <a16:creationId xmlns:a16="http://schemas.microsoft.com/office/drawing/2014/main" id="{E2A480B6-9918-E85B-CD3B-6A0744831646}"/>
                  </a:ext>
                </a:extLst>
              </p:cNvPr>
              <p:cNvSpPr/>
              <p:nvPr/>
            </p:nvSpPr>
            <p:spPr>
              <a:xfrm>
                <a:off x="4188810" y="5985248"/>
                <a:ext cx="6343" cy="6345"/>
              </a:xfrm>
              <a:custGeom>
                <a:avLst/>
                <a:gdLst>
                  <a:gd name="connsiteX0" fmla="*/ 3435 w 6343"/>
                  <a:gd name="connsiteY0" fmla="*/ 6543 h 6345"/>
                  <a:gd name="connsiteX1" fmla="*/ 5677 w 6343"/>
                  <a:gd name="connsiteY1" fmla="*/ 5614 h 6345"/>
                  <a:gd name="connsiteX2" fmla="*/ 6606 w 6343"/>
                  <a:gd name="connsiteY2" fmla="*/ 3370 h 6345"/>
                  <a:gd name="connsiteX3" fmla="*/ 5677 w 6343"/>
                  <a:gd name="connsiteY3" fmla="*/ 1127 h 6345"/>
                  <a:gd name="connsiteX4" fmla="*/ 3435 w 6343"/>
                  <a:gd name="connsiteY4" fmla="*/ 197 h 6345"/>
                  <a:gd name="connsiteX5" fmla="*/ 1192 w 6343"/>
                  <a:gd name="connsiteY5" fmla="*/ 1127 h 6345"/>
                  <a:gd name="connsiteX6" fmla="*/ 263 w 6343"/>
                  <a:gd name="connsiteY6" fmla="*/ 3370 h 6345"/>
                  <a:gd name="connsiteX7" fmla="*/ 1192 w 6343"/>
                  <a:gd name="connsiteY7" fmla="*/ 5614 h 6345"/>
                  <a:gd name="connsiteX8" fmla="*/ 343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43"/>
                    </a:moveTo>
                    <a:cubicBezTo>
                      <a:pt x="4276" y="6543"/>
                      <a:pt x="5082" y="6209"/>
                      <a:pt x="5677" y="5614"/>
                    </a:cubicBezTo>
                    <a:cubicBezTo>
                      <a:pt x="6272" y="5019"/>
                      <a:pt x="6606" y="4212"/>
                      <a:pt x="6606" y="3370"/>
                    </a:cubicBezTo>
                    <a:cubicBezTo>
                      <a:pt x="6606" y="2529"/>
                      <a:pt x="6272" y="1722"/>
                      <a:pt x="5677" y="1127"/>
                    </a:cubicBezTo>
                    <a:cubicBezTo>
                      <a:pt x="5082" y="532"/>
                      <a:pt x="4276" y="197"/>
                      <a:pt x="3435" y="197"/>
                    </a:cubicBezTo>
                    <a:cubicBezTo>
                      <a:pt x="2593" y="197"/>
                      <a:pt x="1787" y="532"/>
                      <a:pt x="1192" y="1127"/>
                    </a:cubicBezTo>
                    <a:cubicBezTo>
                      <a:pt x="597" y="1722"/>
                      <a:pt x="263" y="2529"/>
                      <a:pt x="263" y="3370"/>
                    </a:cubicBezTo>
                    <a:cubicBezTo>
                      <a:pt x="263" y="4212"/>
                      <a:pt x="597" y="5019"/>
                      <a:pt x="1192" y="5614"/>
                    </a:cubicBezTo>
                    <a:cubicBezTo>
                      <a:pt x="1787" y="6209"/>
                      <a:pt x="2593" y="6543"/>
                      <a:pt x="343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61" name="Freeform: Shape 1860">
                <a:extLst>
                  <a:ext uri="{FF2B5EF4-FFF2-40B4-BE49-F238E27FC236}">
                    <a16:creationId xmlns:a16="http://schemas.microsoft.com/office/drawing/2014/main" id="{F4E76E00-8AC5-9761-034D-EB408AA64938}"/>
                  </a:ext>
                </a:extLst>
              </p:cNvPr>
              <p:cNvSpPr/>
              <p:nvPr/>
            </p:nvSpPr>
            <p:spPr>
              <a:xfrm>
                <a:off x="4184410" y="5984888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7 w 6343"/>
                  <a:gd name="connsiteY1" fmla="*/ 5614 h 6345"/>
                  <a:gd name="connsiteX2" fmla="*/ 6606 w 6343"/>
                  <a:gd name="connsiteY2" fmla="*/ 3370 h 6345"/>
                  <a:gd name="connsiteX3" fmla="*/ 5677 w 6343"/>
                  <a:gd name="connsiteY3" fmla="*/ 1127 h 6345"/>
                  <a:gd name="connsiteX4" fmla="*/ 3434 w 6343"/>
                  <a:gd name="connsiteY4" fmla="*/ 197 h 6345"/>
                  <a:gd name="connsiteX5" fmla="*/ 1192 w 6343"/>
                  <a:gd name="connsiteY5" fmla="*/ 1127 h 6345"/>
                  <a:gd name="connsiteX6" fmla="*/ 263 w 6343"/>
                  <a:gd name="connsiteY6" fmla="*/ 3370 h 6345"/>
                  <a:gd name="connsiteX7" fmla="*/ 1192 w 6343"/>
                  <a:gd name="connsiteY7" fmla="*/ 5614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2" y="6209"/>
                      <a:pt x="5677" y="5614"/>
                    </a:cubicBezTo>
                    <a:cubicBezTo>
                      <a:pt x="6272" y="5019"/>
                      <a:pt x="6606" y="4212"/>
                      <a:pt x="6606" y="3370"/>
                    </a:cubicBezTo>
                    <a:cubicBezTo>
                      <a:pt x="6606" y="2529"/>
                      <a:pt x="6272" y="1722"/>
                      <a:pt x="5677" y="1127"/>
                    </a:cubicBezTo>
                    <a:cubicBezTo>
                      <a:pt x="5082" y="532"/>
                      <a:pt x="4275" y="197"/>
                      <a:pt x="3434" y="197"/>
                    </a:cubicBezTo>
                    <a:cubicBezTo>
                      <a:pt x="2593" y="197"/>
                      <a:pt x="1786" y="532"/>
                      <a:pt x="1192" y="1127"/>
                    </a:cubicBezTo>
                    <a:cubicBezTo>
                      <a:pt x="597" y="1722"/>
                      <a:pt x="263" y="2529"/>
                      <a:pt x="263" y="3370"/>
                    </a:cubicBezTo>
                    <a:cubicBezTo>
                      <a:pt x="263" y="4212"/>
                      <a:pt x="597" y="5019"/>
                      <a:pt x="1192" y="5614"/>
                    </a:cubicBezTo>
                    <a:cubicBezTo>
                      <a:pt x="1786" y="6209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62" name="Freeform: Shape 1861">
                <a:extLst>
                  <a:ext uri="{FF2B5EF4-FFF2-40B4-BE49-F238E27FC236}">
                    <a16:creationId xmlns:a16="http://schemas.microsoft.com/office/drawing/2014/main" id="{794915B7-8B49-B564-31B6-B43B905AF4FD}"/>
                  </a:ext>
                </a:extLst>
              </p:cNvPr>
              <p:cNvSpPr/>
              <p:nvPr/>
            </p:nvSpPr>
            <p:spPr>
              <a:xfrm>
                <a:off x="4180026" y="5984484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7 w 6343"/>
                  <a:gd name="connsiteY1" fmla="*/ 5614 h 6345"/>
                  <a:gd name="connsiteX2" fmla="*/ 6605 w 6343"/>
                  <a:gd name="connsiteY2" fmla="*/ 3370 h 6345"/>
                  <a:gd name="connsiteX3" fmla="*/ 5677 w 6343"/>
                  <a:gd name="connsiteY3" fmla="*/ 1127 h 6345"/>
                  <a:gd name="connsiteX4" fmla="*/ 3434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4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2" y="6208"/>
                      <a:pt x="5677" y="5614"/>
                    </a:cubicBezTo>
                    <a:cubicBezTo>
                      <a:pt x="6271" y="5019"/>
                      <a:pt x="6605" y="4212"/>
                      <a:pt x="6605" y="3370"/>
                    </a:cubicBezTo>
                    <a:cubicBezTo>
                      <a:pt x="6605" y="2529"/>
                      <a:pt x="6271" y="1722"/>
                      <a:pt x="5677" y="1127"/>
                    </a:cubicBezTo>
                    <a:cubicBezTo>
                      <a:pt x="5082" y="532"/>
                      <a:pt x="4275" y="197"/>
                      <a:pt x="3434" y="197"/>
                    </a:cubicBezTo>
                    <a:cubicBezTo>
                      <a:pt x="2593" y="197"/>
                      <a:pt x="1786" y="532"/>
                      <a:pt x="1191" y="1127"/>
                    </a:cubicBezTo>
                    <a:cubicBezTo>
                      <a:pt x="597" y="1722"/>
                      <a:pt x="262" y="2529"/>
                      <a:pt x="262" y="3370"/>
                    </a:cubicBezTo>
                    <a:cubicBezTo>
                      <a:pt x="262" y="4212"/>
                      <a:pt x="597" y="5019"/>
                      <a:pt x="1191" y="5614"/>
                    </a:cubicBezTo>
                    <a:cubicBezTo>
                      <a:pt x="1786" y="6208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63" name="Freeform: Shape 1862">
                <a:extLst>
                  <a:ext uri="{FF2B5EF4-FFF2-40B4-BE49-F238E27FC236}">
                    <a16:creationId xmlns:a16="http://schemas.microsoft.com/office/drawing/2014/main" id="{68802FAA-139B-0658-2452-B2EEF44530B0}"/>
                  </a:ext>
                </a:extLst>
              </p:cNvPr>
              <p:cNvSpPr/>
              <p:nvPr/>
            </p:nvSpPr>
            <p:spPr>
              <a:xfrm>
                <a:off x="4177610" y="5985637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6 w 6343"/>
                  <a:gd name="connsiteY1" fmla="*/ 5614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4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4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2" y="6209"/>
                      <a:pt x="5676" y="5614"/>
                    </a:cubicBezTo>
                    <a:cubicBezTo>
                      <a:pt x="6271" y="5019"/>
                      <a:pt x="6605" y="4212"/>
                      <a:pt x="6605" y="3370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2" y="532"/>
                      <a:pt x="4275" y="197"/>
                      <a:pt x="3434" y="197"/>
                    </a:cubicBezTo>
                    <a:cubicBezTo>
                      <a:pt x="2593" y="197"/>
                      <a:pt x="1786" y="532"/>
                      <a:pt x="1191" y="1127"/>
                    </a:cubicBezTo>
                    <a:cubicBezTo>
                      <a:pt x="596" y="1722"/>
                      <a:pt x="262" y="2529"/>
                      <a:pt x="262" y="3370"/>
                    </a:cubicBezTo>
                    <a:cubicBezTo>
                      <a:pt x="262" y="4212"/>
                      <a:pt x="596" y="5019"/>
                      <a:pt x="1191" y="5614"/>
                    </a:cubicBezTo>
                    <a:cubicBezTo>
                      <a:pt x="1786" y="6209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64" name="Freeform: Shape 1863">
                <a:extLst>
                  <a:ext uri="{FF2B5EF4-FFF2-40B4-BE49-F238E27FC236}">
                    <a16:creationId xmlns:a16="http://schemas.microsoft.com/office/drawing/2014/main" id="{526CD468-41C6-D4EE-595A-EEF264C569E7}"/>
                  </a:ext>
                </a:extLst>
              </p:cNvPr>
              <p:cNvSpPr/>
              <p:nvPr/>
            </p:nvSpPr>
            <p:spPr>
              <a:xfrm>
                <a:off x="4172515" y="5987669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4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3 w 6343"/>
                  <a:gd name="connsiteY4" fmla="*/ 198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4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9"/>
                      <a:pt x="5676" y="5614"/>
                    </a:cubicBezTo>
                    <a:cubicBezTo>
                      <a:pt x="6271" y="5019"/>
                      <a:pt x="6605" y="4212"/>
                      <a:pt x="6605" y="3370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1" y="532"/>
                      <a:pt x="4274" y="198"/>
                      <a:pt x="3433" y="198"/>
                    </a:cubicBezTo>
                    <a:cubicBezTo>
                      <a:pt x="2592" y="198"/>
                      <a:pt x="1785" y="532"/>
                      <a:pt x="1191" y="1127"/>
                    </a:cubicBezTo>
                    <a:cubicBezTo>
                      <a:pt x="596" y="1722"/>
                      <a:pt x="262" y="2529"/>
                      <a:pt x="262" y="3370"/>
                    </a:cubicBezTo>
                    <a:cubicBezTo>
                      <a:pt x="262" y="4212"/>
                      <a:pt x="596" y="5019"/>
                      <a:pt x="1191" y="5614"/>
                    </a:cubicBezTo>
                    <a:cubicBezTo>
                      <a:pt x="1785" y="6209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65" name="Freeform: Shape 1864">
                <a:extLst>
                  <a:ext uri="{FF2B5EF4-FFF2-40B4-BE49-F238E27FC236}">
                    <a16:creationId xmlns:a16="http://schemas.microsoft.com/office/drawing/2014/main" id="{EB73EF0E-E8CF-57EF-2648-A96C9254A1DB}"/>
                  </a:ext>
                </a:extLst>
              </p:cNvPr>
              <p:cNvSpPr/>
              <p:nvPr/>
            </p:nvSpPr>
            <p:spPr>
              <a:xfrm>
                <a:off x="4165562" y="5984897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5 w 6343"/>
                  <a:gd name="connsiteY1" fmla="*/ 5614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3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4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9"/>
                      <a:pt x="5675" y="5614"/>
                    </a:cubicBezTo>
                    <a:cubicBezTo>
                      <a:pt x="6270" y="5019"/>
                      <a:pt x="6604" y="4212"/>
                      <a:pt x="6604" y="3370"/>
                    </a:cubicBezTo>
                    <a:cubicBezTo>
                      <a:pt x="6604" y="2529"/>
                      <a:pt x="6270" y="1722"/>
                      <a:pt x="5675" y="1127"/>
                    </a:cubicBezTo>
                    <a:cubicBezTo>
                      <a:pt x="5081" y="532"/>
                      <a:pt x="4274" y="197"/>
                      <a:pt x="3433" y="197"/>
                    </a:cubicBezTo>
                    <a:cubicBezTo>
                      <a:pt x="2592" y="197"/>
                      <a:pt x="1785" y="532"/>
                      <a:pt x="1190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2"/>
                      <a:pt x="595" y="5019"/>
                      <a:pt x="1190" y="5614"/>
                    </a:cubicBezTo>
                    <a:cubicBezTo>
                      <a:pt x="1785" y="6209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66" name="Freeform: Shape 1865">
                <a:extLst>
                  <a:ext uri="{FF2B5EF4-FFF2-40B4-BE49-F238E27FC236}">
                    <a16:creationId xmlns:a16="http://schemas.microsoft.com/office/drawing/2014/main" id="{A1D008E4-BAC0-B290-7931-B4B9DCD46AB9}"/>
                  </a:ext>
                </a:extLst>
              </p:cNvPr>
              <p:cNvSpPr/>
              <p:nvPr/>
            </p:nvSpPr>
            <p:spPr>
              <a:xfrm>
                <a:off x="4158870" y="5982236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3 h 6345"/>
                  <a:gd name="connsiteX2" fmla="*/ 6604 w 6343"/>
                  <a:gd name="connsiteY2" fmla="*/ 3370 h 6345"/>
                  <a:gd name="connsiteX3" fmla="*/ 5675 w 6343"/>
                  <a:gd name="connsiteY3" fmla="*/ 1126 h 6345"/>
                  <a:gd name="connsiteX4" fmla="*/ 3432 w 6343"/>
                  <a:gd name="connsiteY4" fmla="*/ 197 h 6345"/>
                  <a:gd name="connsiteX5" fmla="*/ 1190 w 6343"/>
                  <a:gd name="connsiteY5" fmla="*/ 1126 h 6345"/>
                  <a:gd name="connsiteX6" fmla="*/ 261 w 6343"/>
                  <a:gd name="connsiteY6" fmla="*/ 3370 h 6345"/>
                  <a:gd name="connsiteX7" fmla="*/ 1190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8"/>
                      <a:pt x="5675" y="5613"/>
                    </a:cubicBezTo>
                    <a:cubicBezTo>
                      <a:pt x="6270" y="5018"/>
                      <a:pt x="6604" y="4211"/>
                      <a:pt x="6604" y="3370"/>
                    </a:cubicBezTo>
                    <a:cubicBezTo>
                      <a:pt x="6604" y="2529"/>
                      <a:pt x="6270" y="1721"/>
                      <a:pt x="5675" y="1126"/>
                    </a:cubicBezTo>
                    <a:cubicBezTo>
                      <a:pt x="5080" y="532"/>
                      <a:pt x="4273" y="197"/>
                      <a:pt x="3432" y="197"/>
                    </a:cubicBezTo>
                    <a:cubicBezTo>
                      <a:pt x="2591" y="197"/>
                      <a:pt x="1784" y="532"/>
                      <a:pt x="1190" y="1126"/>
                    </a:cubicBezTo>
                    <a:cubicBezTo>
                      <a:pt x="595" y="1721"/>
                      <a:pt x="261" y="2529"/>
                      <a:pt x="261" y="3370"/>
                    </a:cubicBezTo>
                    <a:cubicBezTo>
                      <a:pt x="261" y="4211"/>
                      <a:pt x="595" y="5018"/>
                      <a:pt x="1190" y="5613"/>
                    </a:cubicBezTo>
                    <a:cubicBezTo>
                      <a:pt x="1784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67" name="Freeform: Shape 1866">
                <a:extLst>
                  <a:ext uri="{FF2B5EF4-FFF2-40B4-BE49-F238E27FC236}">
                    <a16:creationId xmlns:a16="http://schemas.microsoft.com/office/drawing/2014/main" id="{6EC8A768-A0CE-B03A-A354-BC6580B18AE2}"/>
                  </a:ext>
                </a:extLst>
              </p:cNvPr>
              <p:cNvSpPr/>
              <p:nvPr/>
            </p:nvSpPr>
            <p:spPr>
              <a:xfrm>
                <a:off x="4157137" y="5983797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3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2 w 6343"/>
                  <a:gd name="connsiteY4" fmla="*/ 197 h 6345"/>
                  <a:gd name="connsiteX5" fmla="*/ 1189 w 6343"/>
                  <a:gd name="connsiteY5" fmla="*/ 1127 h 6345"/>
                  <a:gd name="connsiteX6" fmla="*/ 261 w 6343"/>
                  <a:gd name="connsiteY6" fmla="*/ 3370 h 6345"/>
                  <a:gd name="connsiteX7" fmla="*/ 1189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8"/>
                      <a:pt x="5675" y="5613"/>
                    </a:cubicBezTo>
                    <a:cubicBezTo>
                      <a:pt x="6269" y="5019"/>
                      <a:pt x="6604" y="4211"/>
                      <a:pt x="6604" y="3370"/>
                    </a:cubicBezTo>
                    <a:cubicBezTo>
                      <a:pt x="6604" y="2529"/>
                      <a:pt x="6269" y="1722"/>
                      <a:pt x="5675" y="1127"/>
                    </a:cubicBezTo>
                    <a:cubicBezTo>
                      <a:pt x="5080" y="532"/>
                      <a:pt x="4273" y="197"/>
                      <a:pt x="3432" y="197"/>
                    </a:cubicBezTo>
                    <a:cubicBezTo>
                      <a:pt x="2591" y="197"/>
                      <a:pt x="1784" y="532"/>
                      <a:pt x="1189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1"/>
                      <a:pt x="595" y="5019"/>
                      <a:pt x="1189" y="5613"/>
                    </a:cubicBezTo>
                    <a:cubicBezTo>
                      <a:pt x="1784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68" name="Freeform: Shape 1867">
                <a:extLst>
                  <a:ext uri="{FF2B5EF4-FFF2-40B4-BE49-F238E27FC236}">
                    <a16:creationId xmlns:a16="http://schemas.microsoft.com/office/drawing/2014/main" id="{A3275ED6-863A-53A2-B534-4B9783BA5C82}"/>
                  </a:ext>
                </a:extLst>
              </p:cNvPr>
              <p:cNvSpPr/>
              <p:nvPr/>
            </p:nvSpPr>
            <p:spPr>
              <a:xfrm>
                <a:off x="4151114" y="5981558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6 h 6345"/>
                  <a:gd name="connsiteX4" fmla="*/ 3432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79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8"/>
                      <a:pt x="6269" y="1721"/>
                      <a:pt x="5674" y="1126"/>
                    </a:cubicBezTo>
                    <a:cubicBezTo>
                      <a:pt x="5079" y="531"/>
                      <a:pt x="4273" y="197"/>
                      <a:pt x="3432" y="197"/>
                    </a:cubicBezTo>
                    <a:cubicBezTo>
                      <a:pt x="2590" y="197"/>
                      <a:pt x="1784" y="531"/>
                      <a:pt x="1189" y="1126"/>
                    </a:cubicBezTo>
                    <a:cubicBezTo>
                      <a:pt x="594" y="1721"/>
                      <a:pt x="260" y="2528"/>
                      <a:pt x="260" y="3370"/>
                    </a:cubicBezTo>
                    <a:cubicBezTo>
                      <a:pt x="260" y="4211"/>
                      <a:pt x="594" y="5018"/>
                      <a:pt x="1189" y="5613"/>
                    </a:cubicBezTo>
                    <a:cubicBezTo>
                      <a:pt x="1784" y="6208"/>
                      <a:pt x="2590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69" name="Freeform: Shape 1868">
                <a:extLst>
                  <a:ext uri="{FF2B5EF4-FFF2-40B4-BE49-F238E27FC236}">
                    <a16:creationId xmlns:a16="http://schemas.microsoft.com/office/drawing/2014/main" id="{F04C8806-F4BE-26CE-5925-070DD08A68E2}"/>
                  </a:ext>
                </a:extLst>
              </p:cNvPr>
              <p:cNvSpPr/>
              <p:nvPr/>
            </p:nvSpPr>
            <p:spPr>
              <a:xfrm>
                <a:off x="4148287" y="5982084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6 h 6345"/>
                  <a:gd name="connsiteX4" fmla="*/ 3431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8"/>
                      <a:pt x="6269" y="1721"/>
                      <a:pt x="5674" y="1126"/>
                    </a:cubicBezTo>
                    <a:cubicBezTo>
                      <a:pt x="5079" y="532"/>
                      <a:pt x="4272" y="197"/>
                      <a:pt x="3431" y="197"/>
                    </a:cubicBezTo>
                    <a:cubicBezTo>
                      <a:pt x="2590" y="197"/>
                      <a:pt x="1783" y="532"/>
                      <a:pt x="1189" y="1126"/>
                    </a:cubicBezTo>
                    <a:cubicBezTo>
                      <a:pt x="594" y="1721"/>
                      <a:pt x="260" y="2528"/>
                      <a:pt x="260" y="3370"/>
                    </a:cubicBezTo>
                    <a:cubicBezTo>
                      <a:pt x="260" y="4211"/>
                      <a:pt x="594" y="5018"/>
                      <a:pt x="1189" y="5613"/>
                    </a:cubicBezTo>
                    <a:cubicBezTo>
                      <a:pt x="1783" y="6208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70" name="Freeform: Shape 1869">
                <a:extLst>
                  <a:ext uri="{FF2B5EF4-FFF2-40B4-BE49-F238E27FC236}">
                    <a16:creationId xmlns:a16="http://schemas.microsoft.com/office/drawing/2014/main" id="{9E3F14FC-275C-8730-563D-1015322C0454}"/>
                  </a:ext>
                </a:extLst>
              </p:cNvPr>
              <p:cNvSpPr/>
              <p:nvPr/>
            </p:nvSpPr>
            <p:spPr>
              <a:xfrm>
                <a:off x="4144617" y="5981816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6 h 6345"/>
                  <a:gd name="connsiteX4" fmla="*/ 3431 w 6343"/>
                  <a:gd name="connsiteY4" fmla="*/ 197 h 6345"/>
                  <a:gd name="connsiteX5" fmla="*/ 1188 w 6343"/>
                  <a:gd name="connsiteY5" fmla="*/ 1126 h 6345"/>
                  <a:gd name="connsiteX6" fmla="*/ 260 w 6343"/>
                  <a:gd name="connsiteY6" fmla="*/ 3370 h 6345"/>
                  <a:gd name="connsiteX7" fmla="*/ 1188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8"/>
                      <a:pt x="5674" y="5613"/>
                    </a:cubicBezTo>
                    <a:cubicBezTo>
                      <a:pt x="6268" y="5018"/>
                      <a:pt x="6603" y="4211"/>
                      <a:pt x="6603" y="3370"/>
                    </a:cubicBezTo>
                    <a:cubicBezTo>
                      <a:pt x="6603" y="2528"/>
                      <a:pt x="6268" y="1721"/>
                      <a:pt x="5674" y="1126"/>
                    </a:cubicBezTo>
                    <a:cubicBezTo>
                      <a:pt x="5079" y="531"/>
                      <a:pt x="4272" y="197"/>
                      <a:pt x="3431" y="197"/>
                    </a:cubicBezTo>
                    <a:cubicBezTo>
                      <a:pt x="2590" y="197"/>
                      <a:pt x="1783" y="531"/>
                      <a:pt x="1188" y="1126"/>
                    </a:cubicBezTo>
                    <a:cubicBezTo>
                      <a:pt x="594" y="1721"/>
                      <a:pt x="260" y="2528"/>
                      <a:pt x="260" y="3370"/>
                    </a:cubicBezTo>
                    <a:cubicBezTo>
                      <a:pt x="260" y="4211"/>
                      <a:pt x="594" y="5018"/>
                      <a:pt x="1188" y="5613"/>
                    </a:cubicBezTo>
                    <a:cubicBezTo>
                      <a:pt x="1783" y="6208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71" name="Freeform: Shape 1870">
                <a:extLst>
                  <a:ext uri="{FF2B5EF4-FFF2-40B4-BE49-F238E27FC236}">
                    <a16:creationId xmlns:a16="http://schemas.microsoft.com/office/drawing/2014/main" id="{38E28B2A-6FFA-FF4A-E971-5C6E4350D1F4}"/>
                  </a:ext>
                </a:extLst>
              </p:cNvPr>
              <p:cNvSpPr/>
              <p:nvPr/>
            </p:nvSpPr>
            <p:spPr>
              <a:xfrm>
                <a:off x="4142260" y="5982705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3 h 6345"/>
                  <a:gd name="connsiteX2" fmla="*/ 6602 w 6343"/>
                  <a:gd name="connsiteY2" fmla="*/ 3370 h 6345"/>
                  <a:gd name="connsiteX3" fmla="*/ 5674 w 6343"/>
                  <a:gd name="connsiteY3" fmla="*/ 1127 h 6345"/>
                  <a:gd name="connsiteX4" fmla="*/ 3431 w 6343"/>
                  <a:gd name="connsiteY4" fmla="*/ 197 h 6345"/>
                  <a:gd name="connsiteX5" fmla="*/ 1188 w 6343"/>
                  <a:gd name="connsiteY5" fmla="*/ 1127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8"/>
                      <a:pt x="5674" y="5613"/>
                    </a:cubicBezTo>
                    <a:cubicBezTo>
                      <a:pt x="6268" y="5018"/>
                      <a:pt x="6602" y="4211"/>
                      <a:pt x="6602" y="3370"/>
                    </a:cubicBezTo>
                    <a:cubicBezTo>
                      <a:pt x="6602" y="2529"/>
                      <a:pt x="6268" y="1721"/>
                      <a:pt x="5674" y="1127"/>
                    </a:cubicBezTo>
                    <a:cubicBezTo>
                      <a:pt x="5079" y="532"/>
                      <a:pt x="4272" y="197"/>
                      <a:pt x="3431" y="197"/>
                    </a:cubicBezTo>
                    <a:cubicBezTo>
                      <a:pt x="2590" y="197"/>
                      <a:pt x="1783" y="532"/>
                      <a:pt x="1188" y="1127"/>
                    </a:cubicBezTo>
                    <a:cubicBezTo>
                      <a:pt x="594" y="1721"/>
                      <a:pt x="259" y="2529"/>
                      <a:pt x="259" y="3370"/>
                    </a:cubicBezTo>
                    <a:cubicBezTo>
                      <a:pt x="259" y="4211"/>
                      <a:pt x="594" y="5018"/>
                      <a:pt x="1188" y="5613"/>
                    </a:cubicBezTo>
                    <a:cubicBezTo>
                      <a:pt x="1783" y="6208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72" name="Freeform: Shape 1871">
                <a:extLst>
                  <a:ext uri="{FF2B5EF4-FFF2-40B4-BE49-F238E27FC236}">
                    <a16:creationId xmlns:a16="http://schemas.microsoft.com/office/drawing/2014/main" id="{CE4F364A-26A5-6FE7-8F94-1AB74D574150}"/>
                  </a:ext>
                </a:extLst>
              </p:cNvPr>
              <p:cNvSpPr/>
              <p:nvPr/>
            </p:nvSpPr>
            <p:spPr>
              <a:xfrm>
                <a:off x="4138366" y="5982147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6 h 6345"/>
                  <a:gd name="connsiteX4" fmla="*/ 3431 w 6343"/>
                  <a:gd name="connsiteY4" fmla="*/ 197 h 6345"/>
                  <a:gd name="connsiteX5" fmla="*/ 1188 w 6343"/>
                  <a:gd name="connsiteY5" fmla="*/ 1126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8" y="6208"/>
                      <a:pt x="5673" y="5613"/>
                    </a:cubicBezTo>
                    <a:cubicBezTo>
                      <a:pt x="6268" y="5018"/>
                      <a:pt x="6602" y="4211"/>
                      <a:pt x="6602" y="3370"/>
                    </a:cubicBezTo>
                    <a:cubicBezTo>
                      <a:pt x="6602" y="2528"/>
                      <a:pt x="6268" y="1721"/>
                      <a:pt x="5673" y="1126"/>
                    </a:cubicBezTo>
                    <a:cubicBezTo>
                      <a:pt x="5078" y="532"/>
                      <a:pt x="4272" y="197"/>
                      <a:pt x="3431" y="197"/>
                    </a:cubicBezTo>
                    <a:cubicBezTo>
                      <a:pt x="2589" y="197"/>
                      <a:pt x="1783" y="532"/>
                      <a:pt x="1188" y="1126"/>
                    </a:cubicBezTo>
                    <a:cubicBezTo>
                      <a:pt x="593" y="1721"/>
                      <a:pt x="259" y="2528"/>
                      <a:pt x="259" y="3370"/>
                    </a:cubicBezTo>
                    <a:cubicBezTo>
                      <a:pt x="259" y="4211"/>
                      <a:pt x="593" y="5018"/>
                      <a:pt x="1188" y="5613"/>
                    </a:cubicBezTo>
                    <a:cubicBezTo>
                      <a:pt x="1783" y="6208"/>
                      <a:pt x="2589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73" name="Freeform: Shape 1872">
                <a:extLst>
                  <a:ext uri="{FF2B5EF4-FFF2-40B4-BE49-F238E27FC236}">
                    <a16:creationId xmlns:a16="http://schemas.microsoft.com/office/drawing/2014/main" id="{1C5443E5-526A-76BD-2526-474AB0AA6214}"/>
                  </a:ext>
                </a:extLst>
              </p:cNvPr>
              <p:cNvSpPr/>
              <p:nvPr/>
            </p:nvSpPr>
            <p:spPr>
              <a:xfrm>
                <a:off x="4134664" y="5981713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6 h 6345"/>
                  <a:gd name="connsiteX4" fmla="*/ 3430 w 6343"/>
                  <a:gd name="connsiteY4" fmla="*/ 197 h 6345"/>
                  <a:gd name="connsiteX5" fmla="*/ 1188 w 6343"/>
                  <a:gd name="connsiteY5" fmla="*/ 1126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8" y="6208"/>
                      <a:pt x="5673" y="5613"/>
                    </a:cubicBezTo>
                    <a:cubicBezTo>
                      <a:pt x="6268" y="5018"/>
                      <a:pt x="6602" y="4211"/>
                      <a:pt x="6602" y="3370"/>
                    </a:cubicBezTo>
                    <a:cubicBezTo>
                      <a:pt x="6602" y="2528"/>
                      <a:pt x="6268" y="1721"/>
                      <a:pt x="5673" y="1126"/>
                    </a:cubicBezTo>
                    <a:cubicBezTo>
                      <a:pt x="5078" y="531"/>
                      <a:pt x="4271" y="197"/>
                      <a:pt x="3430" y="197"/>
                    </a:cubicBezTo>
                    <a:cubicBezTo>
                      <a:pt x="2589" y="197"/>
                      <a:pt x="1782" y="531"/>
                      <a:pt x="1188" y="1126"/>
                    </a:cubicBezTo>
                    <a:cubicBezTo>
                      <a:pt x="593" y="1721"/>
                      <a:pt x="259" y="2528"/>
                      <a:pt x="259" y="3370"/>
                    </a:cubicBezTo>
                    <a:cubicBezTo>
                      <a:pt x="259" y="4211"/>
                      <a:pt x="593" y="5018"/>
                      <a:pt x="1188" y="5613"/>
                    </a:cubicBezTo>
                    <a:cubicBezTo>
                      <a:pt x="1782" y="6208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74" name="Freeform: Shape 1873">
                <a:extLst>
                  <a:ext uri="{FF2B5EF4-FFF2-40B4-BE49-F238E27FC236}">
                    <a16:creationId xmlns:a16="http://schemas.microsoft.com/office/drawing/2014/main" id="{D8617978-DF6C-4D8D-821F-92AA1347245F}"/>
                  </a:ext>
                </a:extLst>
              </p:cNvPr>
              <p:cNvSpPr/>
              <p:nvPr/>
            </p:nvSpPr>
            <p:spPr>
              <a:xfrm>
                <a:off x="4132666" y="5982854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7 h 6345"/>
                  <a:gd name="connsiteX4" fmla="*/ 3430 w 6343"/>
                  <a:gd name="connsiteY4" fmla="*/ 197 h 6345"/>
                  <a:gd name="connsiteX5" fmla="*/ 1188 w 6343"/>
                  <a:gd name="connsiteY5" fmla="*/ 1127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8" y="6208"/>
                      <a:pt x="5673" y="5613"/>
                    </a:cubicBezTo>
                    <a:cubicBezTo>
                      <a:pt x="6268" y="5018"/>
                      <a:pt x="6602" y="4211"/>
                      <a:pt x="6602" y="3370"/>
                    </a:cubicBezTo>
                    <a:cubicBezTo>
                      <a:pt x="6602" y="2529"/>
                      <a:pt x="6268" y="1721"/>
                      <a:pt x="5673" y="1127"/>
                    </a:cubicBezTo>
                    <a:cubicBezTo>
                      <a:pt x="5078" y="532"/>
                      <a:pt x="4271" y="197"/>
                      <a:pt x="3430" y="197"/>
                    </a:cubicBezTo>
                    <a:cubicBezTo>
                      <a:pt x="2589" y="197"/>
                      <a:pt x="1782" y="532"/>
                      <a:pt x="1188" y="1127"/>
                    </a:cubicBezTo>
                    <a:cubicBezTo>
                      <a:pt x="593" y="1721"/>
                      <a:pt x="259" y="2529"/>
                      <a:pt x="259" y="3370"/>
                    </a:cubicBezTo>
                    <a:cubicBezTo>
                      <a:pt x="259" y="4211"/>
                      <a:pt x="593" y="5018"/>
                      <a:pt x="1188" y="5613"/>
                    </a:cubicBezTo>
                    <a:cubicBezTo>
                      <a:pt x="1782" y="6208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75" name="Freeform: Shape 1874">
                <a:extLst>
                  <a:ext uri="{FF2B5EF4-FFF2-40B4-BE49-F238E27FC236}">
                    <a16:creationId xmlns:a16="http://schemas.microsoft.com/office/drawing/2014/main" id="{0E7526F7-BE61-008A-902B-6AE9E5472D2C}"/>
                  </a:ext>
                </a:extLst>
              </p:cNvPr>
              <p:cNvSpPr/>
              <p:nvPr/>
            </p:nvSpPr>
            <p:spPr>
              <a:xfrm>
                <a:off x="4129190" y="5982558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3 w 6343"/>
                  <a:gd name="connsiteY1" fmla="*/ 5613 h 6345"/>
                  <a:gd name="connsiteX2" fmla="*/ 6601 w 6343"/>
                  <a:gd name="connsiteY2" fmla="*/ 3370 h 6345"/>
                  <a:gd name="connsiteX3" fmla="*/ 5673 w 6343"/>
                  <a:gd name="connsiteY3" fmla="*/ 1126 h 6345"/>
                  <a:gd name="connsiteX4" fmla="*/ 3430 w 6343"/>
                  <a:gd name="connsiteY4" fmla="*/ 197 h 6345"/>
                  <a:gd name="connsiteX5" fmla="*/ 1187 w 6343"/>
                  <a:gd name="connsiteY5" fmla="*/ 1126 h 6345"/>
                  <a:gd name="connsiteX6" fmla="*/ 258 w 6343"/>
                  <a:gd name="connsiteY6" fmla="*/ 3370 h 6345"/>
                  <a:gd name="connsiteX7" fmla="*/ 1187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8" y="6208"/>
                      <a:pt x="5673" y="5613"/>
                    </a:cubicBezTo>
                    <a:cubicBezTo>
                      <a:pt x="6267" y="5018"/>
                      <a:pt x="6601" y="4211"/>
                      <a:pt x="6601" y="3370"/>
                    </a:cubicBezTo>
                    <a:cubicBezTo>
                      <a:pt x="6601" y="2529"/>
                      <a:pt x="6267" y="1721"/>
                      <a:pt x="5673" y="1126"/>
                    </a:cubicBezTo>
                    <a:cubicBezTo>
                      <a:pt x="5078" y="532"/>
                      <a:pt x="4271" y="197"/>
                      <a:pt x="3430" y="197"/>
                    </a:cubicBezTo>
                    <a:cubicBezTo>
                      <a:pt x="2589" y="197"/>
                      <a:pt x="1782" y="532"/>
                      <a:pt x="1187" y="1126"/>
                    </a:cubicBezTo>
                    <a:cubicBezTo>
                      <a:pt x="592" y="1721"/>
                      <a:pt x="258" y="2529"/>
                      <a:pt x="258" y="3370"/>
                    </a:cubicBezTo>
                    <a:cubicBezTo>
                      <a:pt x="258" y="4211"/>
                      <a:pt x="592" y="5018"/>
                      <a:pt x="1187" y="5613"/>
                    </a:cubicBezTo>
                    <a:cubicBezTo>
                      <a:pt x="1782" y="6208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76" name="Freeform: Shape 1875">
                <a:extLst>
                  <a:ext uri="{FF2B5EF4-FFF2-40B4-BE49-F238E27FC236}">
                    <a16:creationId xmlns:a16="http://schemas.microsoft.com/office/drawing/2014/main" id="{2196DF47-AB23-3C77-61B3-B68C9649E739}"/>
                  </a:ext>
                </a:extLst>
              </p:cNvPr>
              <p:cNvSpPr/>
              <p:nvPr/>
            </p:nvSpPr>
            <p:spPr>
              <a:xfrm>
                <a:off x="4125898" y="5982394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2 w 6343"/>
                  <a:gd name="connsiteY1" fmla="*/ 5613 h 6345"/>
                  <a:gd name="connsiteX2" fmla="*/ 6601 w 6343"/>
                  <a:gd name="connsiteY2" fmla="*/ 3370 h 6345"/>
                  <a:gd name="connsiteX3" fmla="*/ 5672 w 6343"/>
                  <a:gd name="connsiteY3" fmla="*/ 1126 h 6345"/>
                  <a:gd name="connsiteX4" fmla="*/ 3430 w 6343"/>
                  <a:gd name="connsiteY4" fmla="*/ 197 h 6345"/>
                  <a:gd name="connsiteX5" fmla="*/ 1187 w 6343"/>
                  <a:gd name="connsiteY5" fmla="*/ 1126 h 6345"/>
                  <a:gd name="connsiteX6" fmla="*/ 258 w 6343"/>
                  <a:gd name="connsiteY6" fmla="*/ 3370 h 6345"/>
                  <a:gd name="connsiteX7" fmla="*/ 1187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7" y="6208"/>
                      <a:pt x="5672" y="5613"/>
                    </a:cubicBezTo>
                    <a:cubicBezTo>
                      <a:pt x="6267" y="5018"/>
                      <a:pt x="6601" y="4211"/>
                      <a:pt x="6601" y="3370"/>
                    </a:cubicBezTo>
                    <a:cubicBezTo>
                      <a:pt x="6601" y="2529"/>
                      <a:pt x="6267" y="1721"/>
                      <a:pt x="5672" y="1126"/>
                    </a:cubicBezTo>
                    <a:cubicBezTo>
                      <a:pt x="5077" y="532"/>
                      <a:pt x="4271" y="197"/>
                      <a:pt x="3430" y="197"/>
                    </a:cubicBezTo>
                    <a:cubicBezTo>
                      <a:pt x="2589" y="197"/>
                      <a:pt x="1782" y="532"/>
                      <a:pt x="1187" y="1126"/>
                    </a:cubicBezTo>
                    <a:cubicBezTo>
                      <a:pt x="592" y="1721"/>
                      <a:pt x="258" y="2529"/>
                      <a:pt x="258" y="3370"/>
                    </a:cubicBezTo>
                    <a:cubicBezTo>
                      <a:pt x="258" y="4211"/>
                      <a:pt x="592" y="5018"/>
                      <a:pt x="1187" y="5613"/>
                    </a:cubicBezTo>
                    <a:cubicBezTo>
                      <a:pt x="1782" y="6208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77" name="Freeform: Shape 1876">
                <a:extLst>
                  <a:ext uri="{FF2B5EF4-FFF2-40B4-BE49-F238E27FC236}">
                    <a16:creationId xmlns:a16="http://schemas.microsoft.com/office/drawing/2014/main" id="{9237D475-3079-06B6-EF29-84EABFC9D03A}"/>
                  </a:ext>
                </a:extLst>
              </p:cNvPr>
              <p:cNvSpPr/>
              <p:nvPr/>
            </p:nvSpPr>
            <p:spPr>
              <a:xfrm>
                <a:off x="4122990" y="5982568"/>
                <a:ext cx="6343" cy="6345"/>
              </a:xfrm>
              <a:custGeom>
                <a:avLst/>
                <a:gdLst>
                  <a:gd name="connsiteX0" fmla="*/ 3429 w 6343"/>
                  <a:gd name="connsiteY0" fmla="*/ 6543 h 6345"/>
                  <a:gd name="connsiteX1" fmla="*/ 5672 w 6343"/>
                  <a:gd name="connsiteY1" fmla="*/ 5613 h 6345"/>
                  <a:gd name="connsiteX2" fmla="*/ 6601 w 6343"/>
                  <a:gd name="connsiteY2" fmla="*/ 3370 h 6345"/>
                  <a:gd name="connsiteX3" fmla="*/ 5672 w 6343"/>
                  <a:gd name="connsiteY3" fmla="*/ 1126 h 6345"/>
                  <a:gd name="connsiteX4" fmla="*/ 3429 w 6343"/>
                  <a:gd name="connsiteY4" fmla="*/ 197 h 6345"/>
                  <a:gd name="connsiteX5" fmla="*/ 1187 w 6343"/>
                  <a:gd name="connsiteY5" fmla="*/ 1126 h 6345"/>
                  <a:gd name="connsiteX6" fmla="*/ 258 w 6343"/>
                  <a:gd name="connsiteY6" fmla="*/ 3370 h 6345"/>
                  <a:gd name="connsiteX7" fmla="*/ 1187 w 6343"/>
                  <a:gd name="connsiteY7" fmla="*/ 5613 h 6345"/>
                  <a:gd name="connsiteX8" fmla="*/ 3429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43"/>
                    </a:moveTo>
                    <a:cubicBezTo>
                      <a:pt x="4270" y="6543"/>
                      <a:pt x="5077" y="6208"/>
                      <a:pt x="5672" y="5613"/>
                    </a:cubicBezTo>
                    <a:cubicBezTo>
                      <a:pt x="6267" y="5018"/>
                      <a:pt x="6601" y="4211"/>
                      <a:pt x="6601" y="3370"/>
                    </a:cubicBezTo>
                    <a:cubicBezTo>
                      <a:pt x="6601" y="2529"/>
                      <a:pt x="6267" y="1721"/>
                      <a:pt x="5672" y="1126"/>
                    </a:cubicBezTo>
                    <a:cubicBezTo>
                      <a:pt x="5077" y="532"/>
                      <a:pt x="4270" y="197"/>
                      <a:pt x="3429" y="197"/>
                    </a:cubicBezTo>
                    <a:cubicBezTo>
                      <a:pt x="2588" y="197"/>
                      <a:pt x="1782" y="532"/>
                      <a:pt x="1187" y="1126"/>
                    </a:cubicBezTo>
                    <a:cubicBezTo>
                      <a:pt x="592" y="1721"/>
                      <a:pt x="258" y="2529"/>
                      <a:pt x="258" y="3370"/>
                    </a:cubicBezTo>
                    <a:cubicBezTo>
                      <a:pt x="258" y="4211"/>
                      <a:pt x="592" y="5018"/>
                      <a:pt x="1187" y="5613"/>
                    </a:cubicBezTo>
                    <a:cubicBezTo>
                      <a:pt x="1782" y="6208"/>
                      <a:pt x="2588" y="6543"/>
                      <a:pt x="3429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78" name="Freeform: Shape 1877">
                <a:extLst>
                  <a:ext uri="{FF2B5EF4-FFF2-40B4-BE49-F238E27FC236}">
                    <a16:creationId xmlns:a16="http://schemas.microsoft.com/office/drawing/2014/main" id="{67623B9D-51CA-980F-8280-8C19514BACFD}"/>
                  </a:ext>
                </a:extLst>
              </p:cNvPr>
              <p:cNvSpPr/>
              <p:nvPr/>
            </p:nvSpPr>
            <p:spPr>
              <a:xfrm>
                <a:off x="4114955" y="5980566"/>
                <a:ext cx="6343" cy="6345"/>
              </a:xfrm>
              <a:custGeom>
                <a:avLst/>
                <a:gdLst>
                  <a:gd name="connsiteX0" fmla="*/ 3429 w 6343"/>
                  <a:gd name="connsiteY0" fmla="*/ 6542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6 h 6345"/>
                  <a:gd name="connsiteX4" fmla="*/ 3429 w 6343"/>
                  <a:gd name="connsiteY4" fmla="*/ 197 h 6345"/>
                  <a:gd name="connsiteX5" fmla="*/ 1186 w 6343"/>
                  <a:gd name="connsiteY5" fmla="*/ 1126 h 6345"/>
                  <a:gd name="connsiteX6" fmla="*/ 257 w 6343"/>
                  <a:gd name="connsiteY6" fmla="*/ 3370 h 6345"/>
                  <a:gd name="connsiteX7" fmla="*/ 1186 w 6343"/>
                  <a:gd name="connsiteY7" fmla="*/ 5613 h 6345"/>
                  <a:gd name="connsiteX8" fmla="*/ 342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42"/>
                    </a:moveTo>
                    <a:cubicBezTo>
                      <a:pt x="4270" y="6542"/>
                      <a:pt x="5077" y="6208"/>
                      <a:pt x="5671" y="5613"/>
                    </a:cubicBezTo>
                    <a:cubicBezTo>
                      <a:pt x="6266" y="5018"/>
                      <a:pt x="6600" y="4211"/>
                      <a:pt x="6600" y="3370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7" y="531"/>
                      <a:pt x="4270" y="197"/>
                      <a:pt x="3429" y="197"/>
                    </a:cubicBezTo>
                    <a:cubicBezTo>
                      <a:pt x="2588" y="197"/>
                      <a:pt x="1781" y="531"/>
                      <a:pt x="1186" y="1126"/>
                    </a:cubicBezTo>
                    <a:cubicBezTo>
                      <a:pt x="591" y="1721"/>
                      <a:pt x="257" y="2528"/>
                      <a:pt x="257" y="3370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1" y="6208"/>
                      <a:pt x="2588" y="6542"/>
                      <a:pt x="342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79" name="Freeform: Shape 1878">
                <a:extLst>
                  <a:ext uri="{FF2B5EF4-FFF2-40B4-BE49-F238E27FC236}">
                    <a16:creationId xmlns:a16="http://schemas.microsoft.com/office/drawing/2014/main" id="{377A9856-6362-1289-9838-1F355B98AF1A}"/>
                  </a:ext>
                </a:extLst>
              </p:cNvPr>
              <p:cNvSpPr/>
              <p:nvPr/>
            </p:nvSpPr>
            <p:spPr>
              <a:xfrm>
                <a:off x="4109784" y="5981286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6 w 6343"/>
                  <a:gd name="connsiteY5" fmla="*/ 1126 h 6345"/>
                  <a:gd name="connsiteX6" fmla="*/ 257 w 6343"/>
                  <a:gd name="connsiteY6" fmla="*/ 3370 h 6345"/>
                  <a:gd name="connsiteX7" fmla="*/ 1186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8"/>
                      <a:pt x="5671" y="5613"/>
                    </a:cubicBezTo>
                    <a:cubicBezTo>
                      <a:pt x="6266" y="5018"/>
                      <a:pt x="6600" y="4211"/>
                      <a:pt x="6600" y="3370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6" y="1126"/>
                    </a:cubicBezTo>
                    <a:cubicBezTo>
                      <a:pt x="591" y="1721"/>
                      <a:pt x="257" y="2528"/>
                      <a:pt x="257" y="3370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0" y="6208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80" name="Freeform: Shape 1879">
                <a:extLst>
                  <a:ext uri="{FF2B5EF4-FFF2-40B4-BE49-F238E27FC236}">
                    <a16:creationId xmlns:a16="http://schemas.microsoft.com/office/drawing/2014/main" id="{9E6D465C-6816-4591-04F8-DEA70FB4C3A6}"/>
                  </a:ext>
                </a:extLst>
              </p:cNvPr>
              <p:cNvSpPr/>
              <p:nvPr/>
            </p:nvSpPr>
            <p:spPr>
              <a:xfrm>
                <a:off x="4106236" y="5980594"/>
                <a:ext cx="6343" cy="6345"/>
              </a:xfrm>
              <a:custGeom>
                <a:avLst/>
                <a:gdLst>
                  <a:gd name="connsiteX0" fmla="*/ 3428 w 6343"/>
                  <a:gd name="connsiteY0" fmla="*/ 6542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5 w 6343"/>
                  <a:gd name="connsiteY5" fmla="*/ 1126 h 6345"/>
                  <a:gd name="connsiteX6" fmla="*/ 257 w 6343"/>
                  <a:gd name="connsiteY6" fmla="*/ 3370 h 6345"/>
                  <a:gd name="connsiteX7" fmla="*/ 1185 w 6343"/>
                  <a:gd name="connsiteY7" fmla="*/ 5613 h 6345"/>
                  <a:gd name="connsiteX8" fmla="*/ 342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2"/>
                    </a:moveTo>
                    <a:cubicBezTo>
                      <a:pt x="4269" y="6542"/>
                      <a:pt x="5076" y="6208"/>
                      <a:pt x="5671" y="5613"/>
                    </a:cubicBezTo>
                    <a:cubicBezTo>
                      <a:pt x="6265" y="5018"/>
                      <a:pt x="6600" y="4211"/>
                      <a:pt x="6600" y="3370"/>
                    </a:cubicBezTo>
                    <a:cubicBezTo>
                      <a:pt x="6600" y="2528"/>
                      <a:pt x="6265" y="1721"/>
                      <a:pt x="5671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5" y="1126"/>
                    </a:cubicBezTo>
                    <a:cubicBezTo>
                      <a:pt x="591" y="1721"/>
                      <a:pt x="257" y="2528"/>
                      <a:pt x="257" y="3370"/>
                    </a:cubicBezTo>
                    <a:cubicBezTo>
                      <a:pt x="257" y="4211"/>
                      <a:pt x="591" y="5018"/>
                      <a:pt x="1185" y="5613"/>
                    </a:cubicBezTo>
                    <a:cubicBezTo>
                      <a:pt x="1780" y="6208"/>
                      <a:pt x="2587" y="6542"/>
                      <a:pt x="342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81" name="Freeform: Shape 1880">
                <a:extLst>
                  <a:ext uri="{FF2B5EF4-FFF2-40B4-BE49-F238E27FC236}">
                    <a16:creationId xmlns:a16="http://schemas.microsoft.com/office/drawing/2014/main" id="{6EFD667B-20D3-61E2-03D2-99A513B854E1}"/>
                  </a:ext>
                </a:extLst>
              </p:cNvPr>
              <p:cNvSpPr/>
              <p:nvPr/>
            </p:nvSpPr>
            <p:spPr>
              <a:xfrm>
                <a:off x="4104403" y="5981674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3 h 6345"/>
                  <a:gd name="connsiteX2" fmla="*/ 6599 w 6343"/>
                  <a:gd name="connsiteY2" fmla="*/ 3370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5 w 6343"/>
                  <a:gd name="connsiteY5" fmla="*/ 1126 h 6345"/>
                  <a:gd name="connsiteX6" fmla="*/ 256 w 6343"/>
                  <a:gd name="connsiteY6" fmla="*/ 3370 h 6345"/>
                  <a:gd name="connsiteX7" fmla="*/ 1185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8"/>
                      <a:pt x="5671" y="5613"/>
                    </a:cubicBezTo>
                    <a:cubicBezTo>
                      <a:pt x="6265" y="5018"/>
                      <a:pt x="6599" y="4211"/>
                      <a:pt x="6599" y="3370"/>
                    </a:cubicBezTo>
                    <a:cubicBezTo>
                      <a:pt x="6599" y="2528"/>
                      <a:pt x="6265" y="1721"/>
                      <a:pt x="5671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5" y="1126"/>
                    </a:cubicBezTo>
                    <a:cubicBezTo>
                      <a:pt x="591" y="1721"/>
                      <a:pt x="256" y="2528"/>
                      <a:pt x="256" y="3370"/>
                    </a:cubicBezTo>
                    <a:cubicBezTo>
                      <a:pt x="256" y="4211"/>
                      <a:pt x="591" y="5018"/>
                      <a:pt x="1185" y="5613"/>
                    </a:cubicBezTo>
                    <a:cubicBezTo>
                      <a:pt x="1780" y="6208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82" name="Freeform: Shape 1881">
                <a:extLst>
                  <a:ext uri="{FF2B5EF4-FFF2-40B4-BE49-F238E27FC236}">
                    <a16:creationId xmlns:a16="http://schemas.microsoft.com/office/drawing/2014/main" id="{696D2B12-3E33-2D5A-94C1-D7F09F180291}"/>
                  </a:ext>
                </a:extLst>
              </p:cNvPr>
              <p:cNvSpPr/>
              <p:nvPr/>
            </p:nvSpPr>
            <p:spPr>
              <a:xfrm>
                <a:off x="4101009" y="5981064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0 w 6343"/>
                  <a:gd name="connsiteY1" fmla="*/ 5613 h 6345"/>
                  <a:gd name="connsiteX2" fmla="*/ 6599 w 6343"/>
                  <a:gd name="connsiteY2" fmla="*/ 3370 h 6345"/>
                  <a:gd name="connsiteX3" fmla="*/ 5670 w 6343"/>
                  <a:gd name="connsiteY3" fmla="*/ 1126 h 6345"/>
                  <a:gd name="connsiteX4" fmla="*/ 3428 w 6343"/>
                  <a:gd name="connsiteY4" fmla="*/ 197 h 6345"/>
                  <a:gd name="connsiteX5" fmla="*/ 1185 w 6343"/>
                  <a:gd name="connsiteY5" fmla="*/ 1126 h 6345"/>
                  <a:gd name="connsiteX6" fmla="*/ 256 w 6343"/>
                  <a:gd name="connsiteY6" fmla="*/ 3370 h 6345"/>
                  <a:gd name="connsiteX7" fmla="*/ 1185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8"/>
                      <a:pt x="5670" y="5613"/>
                    </a:cubicBezTo>
                    <a:cubicBezTo>
                      <a:pt x="6265" y="5018"/>
                      <a:pt x="6599" y="4211"/>
                      <a:pt x="6599" y="3370"/>
                    </a:cubicBezTo>
                    <a:cubicBezTo>
                      <a:pt x="6599" y="2528"/>
                      <a:pt x="6265" y="1721"/>
                      <a:pt x="5670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5" y="1126"/>
                    </a:cubicBezTo>
                    <a:cubicBezTo>
                      <a:pt x="590" y="1721"/>
                      <a:pt x="256" y="2528"/>
                      <a:pt x="256" y="3370"/>
                    </a:cubicBezTo>
                    <a:cubicBezTo>
                      <a:pt x="256" y="4211"/>
                      <a:pt x="590" y="5018"/>
                      <a:pt x="1185" y="5613"/>
                    </a:cubicBezTo>
                    <a:cubicBezTo>
                      <a:pt x="1780" y="6208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83" name="Freeform: Shape 1882">
                <a:extLst>
                  <a:ext uri="{FF2B5EF4-FFF2-40B4-BE49-F238E27FC236}">
                    <a16:creationId xmlns:a16="http://schemas.microsoft.com/office/drawing/2014/main" id="{4AAF6FD0-2CCD-8FD0-6A1E-B35FBF833808}"/>
                  </a:ext>
                </a:extLst>
              </p:cNvPr>
              <p:cNvSpPr/>
              <p:nvPr/>
            </p:nvSpPr>
            <p:spPr>
              <a:xfrm>
                <a:off x="4095056" y="5977612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70 w 6343"/>
                  <a:gd name="connsiteY1" fmla="*/ 5613 h 6345"/>
                  <a:gd name="connsiteX2" fmla="*/ 6599 w 6343"/>
                  <a:gd name="connsiteY2" fmla="*/ 3370 h 6345"/>
                  <a:gd name="connsiteX3" fmla="*/ 5670 w 6343"/>
                  <a:gd name="connsiteY3" fmla="*/ 1126 h 6345"/>
                  <a:gd name="connsiteX4" fmla="*/ 3427 w 6343"/>
                  <a:gd name="connsiteY4" fmla="*/ 197 h 6345"/>
                  <a:gd name="connsiteX5" fmla="*/ 1185 w 6343"/>
                  <a:gd name="connsiteY5" fmla="*/ 1126 h 6345"/>
                  <a:gd name="connsiteX6" fmla="*/ 256 w 6343"/>
                  <a:gd name="connsiteY6" fmla="*/ 3370 h 6345"/>
                  <a:gd name="connsiteX7" fmla="*/ 1185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70" y="5613"/>
                    </a:cubicBezTo>
                    <a:cubicBezTo>
                      <a:pt x="6265" y="5018"/>
                      <a:pt x="6599" y="4211"/>
                      <a:pt x="6599" y="3370"/>
                    </a:cubicBezTo>
                    <a:cubicBezTo>
                      <a:pt x="6599" y="2528"/>
                      <a:pt x="6265" y="1721"/>
                      <a:pt x="5670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5" y="1126"/>
                    </a:cubicBezTo>
                    <a:cubicBezTo>
                      <a:pt x="590" y="1721"/>
                      <a:pt x="256" y="2528"/>
                      <a:pt x="256" y="3370"/>
                    </a:cubicBezTo>
                    <a:cubicBezTo>
                      <a:pt x="256" y="4211"/>
                      <a:pt x="590" y="5018"/>
                      <a:pt x="1185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84" name="Freeform: Shape 1883">
                <a:extLst>
                  <a:ext uri="{FF2B5EF4-FFF2-40B4-BE49-F238E27FC236}">
                    <a16:creationId xmlns:a16="http://schemas.microsoft.com/office/drawing/2014/main" id="{1F833DED-5064-3681-1DF3-CE6E369C432F}"/>
                  </a:ext>
                </a:extLst>
              </p:cNvPr>
              <p:cNvSpPr/>
              <p:nvPr/>
            </p:nvSpPr>
            <p:spPr>
              <a:xfrm>
                <a:off x="4093024" y="5978370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70 w 6343"/>
                  <a:gd name="connsiteY1" fmla="*/ 5613 h 6345"/>
                  <a:gd name="connsiteX2" fmla="*/ 6599 w 6343"/>
                  <a:gd name="connsiteY2" fmla="*/ 3370 h 6345"/>
                  <a:gd name="connsiteX3" fmla="*/ 5670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70" y="5613"/>
                    </a:cubicBezTo>
                    <a:cubicBezTo>
                      <a:pt x="6264" y="5018"/>
                      <a:pt x="6599" y="4211"/>
                      <a:pt x="6599" y="3370"/>
                    </a:cubicBezTo>
                    <a:cubicBezTo>
                      <a:pt x="6599" y="2528"/>
                      <a:pt x="6264" y="1721"/>
                      <a:pt x="5670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90" y="1721"/>
                      <a:pt x="255" y="2528"/>
                      <a:pt x="255" y="3370"/>
                    </a:cubicBezTo>
                    <a:cubicBezTo>
                      <a:pt x="255" y="4211"/>
                      <a:pt x="590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85" name="Freeform: Shape 1884">
                <a:extLst>
                  <a:ext uri="{FF2B5EF4-FFF2-40B4-BE49-F238E27FC236}">
                    <a16:creationId xmlns:a16="http://schemas.microsoft.com/office/drawing/2014/main" id="{393AB43A-2022-4B39-5988-9AC9A4BD3CE5}"/>
                  </a:ext>
                </a:extLst>
              </p:cNvPr>
              <p:cNvSpPr/>
              <p:nvPr/>
            </p:nvSpPr>
            <p:spPr>
              <a:xfrm>
                <a:off x="4092007" y="5980248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70 w 6343"/>
                  <a:gd name="connsiteY1" fmla="*/ 5613 h 6345"/>
                  <a:gd name="connsiteX2" fmla="*/ 6598 w 6343"/>
                  <a:gd name="connsiteY2" fmla="*/ 3370 h 6345"/>
                  <a:gd name="connsiteX3" fmla="*/ 5670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70" y="5613"/>
                    </a:cubicBezTo>
                    <a:cubicBezTo>
                      <a:pt x="6264" y="5018"/>
                      <a:pt x="6598" y="4211"/>
                      <a:pt x="6598" y="3370"/>
                    </a:cubicBezTo>
                    <a:cubicBezTo>
                      <a:pt x="6598" y="2528"/>
                      <a:pt x="6264" y="1721"/>
                      <a:pt x="5670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90" y="1721"/>
                      <a:pt x="255" y="2528"/>
                      <a:pt x="255" y="3370"/>
                    </a:cubicBezTo>
                    <a:cubicBezTo>
                      <a:pt x="255" y="4211"/>
                      <a:pt x="590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86" name="Freeform: Shape 1885">
                <a:extLst>
                  <a:ext uri="{FF2B5EF4-FFF2-40B4-BE49-F238E27FC236}">
                    <a16:creationId xmlns:a16="http://schemas.microsoft.com/office/drawing/2014/main" id="{D393D0EB-9EB2-9199-5E93-3D160D6EC35F}"/>
                  </a:ext>
                </a:extLst>
              </p:cNvPr>
              <p:cNvSpPr/>
              <p:nvPr/>
            </p:nvSpPr>
            <p:spPr>
              <a:xfrm>
                <a:off x="4088452" y="5979266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70 h 6345"/>
                  <a:gd name="connsiteX3" fmla="*/ 5669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69" y="5613"/>
                    </a:cubicBezTo>
                    <a:cubicBezTo>
                      <a:pt x="6264" y="5018"/>
                      <a:pt x="6598" y="4211"/>
                      <a:pt x="6598" y="3370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89" y="1721"/>
                      <a:pt x="255" y="2528"/>
                      <a:pt x="255" y="3370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87" name="Freeform: Shape 1886">
                <a:extLst>
                  <a:ext uri="{FF2B5EF4-FFF2-40B4-BE49-F238E27FC236}">
                    <a16:creationId xmlns:a16="http://schemas.microsoft.com/office/drawing/2014/main" id="{223EF628-DDCA-B8C5-120C-77D411350460}"/>
                  </a:ext>
                </a:extLst>
              </p:cNvPr>
              <p:cNvSpPr/>
              <p:nvPr/>
            </p:nvSpPr>
            <p:spPr>
              <a:xfrm>
                <a:off x="4086170" y="5979686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70 h 6345"/>
                  <a:gd name="connsiteX3" fmla="*/ 5669 w 6343"/>
                  <a:gd name="connsiteY3" fmla="*/ 1126 h 6345"/>
                  <a:gd name="connsiteX4" fmla="*/ 3426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8" y="6542"/>
                      <a:pt x="5074" y="6208"/>
                      <a:pt x="5669" y="5613"/>
                    </a:cubicBezTo>
                    <a:cubicBezTo>
                      <a:pt x="6264" y="5018"/>
                      <a:pt x="6598" y="4211"/>
                      <a:pt x="6598" y="3370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4" y="531"/>
                      <a:pt x="4268" y="197"/>
                      <a:pt x="3426" y="197"/>
                    </a:cubicBezTo>
                    <a:cubicBezTo>
                      <a:pt x="2585" y="197"/>
                      <a:pt x="1779" y="531"/>
                      <a:pt x="1184" y="1126"/>
                    </a:cubicBezTo>
                    <a:cubicBezTo>
                      <a:pt x="589" y="1721"/>
                      <a:pt x="255" y="2528"/>
                      <a:pt x="255" y="3370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9" y="6208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88" name="Freeform: Shape 1887">
                <a:extLst>
                  <a:ext uri="{FF2B5EF4-FFF2-40B4-BE49-F238E27FC236}">
                    <a16:creationId xmlns:a16="http://schemas.microsoft.com/office/drawing/2014/main" id="{920FB3BD-54A9-84CD-912A-1623BDA27AB5}"/>
                  </a:ext>
                </a:extLst>
              </p:cNvPr>
              <p:cNvSpPr/>
              <p:nvPr/>
            </p:nvSpPr>
            <p:spPr>
              <a:xfrm>
                <a:off x="4082740" y="5978752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70 h 6345"/>
                  <a:gd name="connsiteX3" fmla="*/ 5669 w 6343"/>
                  <a:gd name="connsiteY3" fmla="*/ 1126 h 6345"/>
                  <a:gd name="connsiteX4" fmla="*/ 3426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70 h 6345"/>
                  <a:gd name="connsiteX7" fmla="*/ 1184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8"/>
                      <a:pt x="5669" y="5613"/>
                    </a:cubicBezTo>
                    <a:cubicBezTo>
                      <a:pt x="6264" y="5018"/>
                      <a:pt x="6598" y="4211"/>
                      <a:pt x="6598" y="3370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4" y="531"/>
                      <a:pt x="4267" y="197"/>
                      <a:pt x="3426" y="197"/>
                    </a:cubicBezTo>
                    <a:cubicBezTo>
                      <a:pt x="2585" y="197"/>
                      <a:pt x="1778" y="531"/>
                      <a:pt x="1184" y="1126"/>
                    </a:cubicBezTo>
                    <a:cubicBezTo>
                      <a:pt x="589" y="1721"/>
                      <a:pt x="255" y="2528"/>
                      <a:pt x="255" y="3370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8" y="6208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89" name="Freeform: Shape 1888">
                <a:extLst>
                  <a:ext uri="{FF2B5EF4-FFF2-40B4-BE49-F238E27FC236}">
                    <a16:creationId xmlns:a16="http://schemas.microsoft.com/office/drawing/2014/main" id="{D2CB25C0-63F9-BFF9-CF64-9B2EAA28F132}"/>
                  </a:ext>
                </a:extLst>
              </p:cNvPr>
              <p:cNvSpPr/>
              <p:nvPr/>
            </p:nvSpPr>
            <p:spPr>
              <a:xfrm>
                <a:off x="4080627" y="5979309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70 h 6345"/>
                  <a:gd name="connsiteX3" fmla="*/ 5669 w 6343"/>
                  <a:gd name="connsiteY3" fmla="*/ 1126 h 6345"/>
                  <a:gd name="connsiteX4" fmla="*/ 3426 w 6343"/>
                  <a:gd name="connsiteY4" fmla="*/ 197 h 6345"/>
                  <a:gd name="connsiteX5" fmla="*/ 1183 w 6343"/>
                  <a:gd name="connsiteY5" fmla="*/ 1126 h 6345"/>
                  <a:gd name="connsiteX6" fmla="*/ 254 w 6343"/>
                  <a:gd name="connsiteY6" fmla="*/ 3370 h 6345"/>
                  <a:gd name="connsiteX7" fmla="*/ 1183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8"/>
                      <a:pt x="5669" y="5613"/>
                    </a:cubicBezTo>
                    <a:cubicBezTo>
                      <a:pt x="6263" y="5018"/>
                      <a:pt x="6598" y="4211"/>
                      <a:pt x="6598" y="3370"/>
                    </a:cubicBezTo>
                    <a:cubicBezTo>
                      <a:pt x="6598" y="2528"/>
                      <a:pt x="6263" y="1721"/>
                      <a:pt x="5669" y="1126"/>
                    </a:cubicBezTo>
                    <a:cubicBezTo>
                      <a:pt x="5074" y="531"/>
                      <a:pt x="4267" y="197"/>
                      <a:pt x="3426" y="197"/>
                    </a:cubicBezTo>
                    <a:cubicBezTo>
                      <a:pt x="2585" y="197"/>
                      <a:pt x="1778" y="531"/>
                      <a:pt x="1183" y="1126"/>
                    </a:cubicBezTo>
                    <a:cubicBezTo>
                      <a:pt x="589" y="1721"/>
                      <a:pt x="254" y="2528"/>
                      <a:pt x="254" y="3370"/>
                    </a:cubicBezTo>
                    <a:cubicBezTo>
                      <a:pt x="254" y="4211"/>
                      <a:pt x="589" y="5018"/>
                      <a:pt x="1183" y="5613"/>
                    </a:cubicBezTo>
                    <a:cubicBezTo>
                      <a:pt x="1778" y="6208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90" name="Freeform: Shape 1889">
                <a:extLst>
                  <a:ext uri="{FF2B5EF4-FFF2-40B4-BE49-F238E27FC236}">
                    <a16:creationId xmlns:a16="http://schemas.microsoft.com/office/drawing/2014/main" id="{568A39C1-65B2-319F-6A0E-682ECBB0A5DB}"/>
                  </a:ext>
                </a:extLst>
              </p:cNvPr>
              <p:cNvSpPr/>
              <p:nvPr/>
            </p:nvSpPr>
            <p:spPr>
              <a:xfrm>
                <a:off x="4072241" y="5978374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8 w 6343"/>
                  <a:gd name="connsiteY1" fmla="*/ 5613 h 6345"/>
                  <a:gd name="connsiteX2" fmla="*/ 6597 w 6343"/>
                  <a:gd name="connsiteY2" fmla="*/ 3370 h 6345"/>
                  <a:gd name="connsiteX3" fmla="*/ 5668 w 6343"/>
                  <a:gd name="connsiteY3" fmla="*/ 1126 h 6345"/>
                  <a:gd name="connsiteX4" fmla="*/ 3425 w 6343"/>
                  <a:gd name="connsiteY4" fmla="*/ 197 h 6345"/>
                  <a:gd name="connsiteX5" fmla="*/ 1183 w 6343"/>
                  <a:gd name="connsiteY5" fmla="*/ 1126 h 6345"/>
                  <a:gd name="connsiteX6" fmla="*/ 254 w 6343"/>
                  <a:gd name="connsiteY6" fmla="*/ 3370 h 6345"/>
                  <a:gd name="connsiteX7" fmla="*/ 1183 w 6343"/>
                  <a:gd name="connsiteY7" fmla="*/ 5613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6" y="6542"/>
                      <a:pt x="5073" y="6208"/>
                      <a:pt x="5668" y="5613"/>
                    </a:cubicBezTo>
                    <a:cubicBezTo>
                      <a:pt x="6263" y="5018"/>
                      <a:pt x="6597" y="4211"/>
                      <a:pt x="6597" y="3370"/>
                    </a:cubicBezTo>
                    <a:cubicBezTo>
                      <a:pt x="6597" y="2528"/>
                      <a:pt x="6263" y="1721"/>
                      <a:pt x="5668" y="1126"/>
                    </a:cubicBezTo>
                    <a:cubicBezTo>
                      <a:pt x="5073" y="531"/>
                      <a:pt x="4266" y="197"/>
                      <a:pt x="3425" y="197"/>
                    </a:cubicBezTo>
                    <a:cubicBezTo>
                      <a:pt x="2584" y="197"/>
                      <a:pt x="1778" y="531"/>
                      <a:pt x="1183" y="1126"/>
                    </a:cubicBezTo>
                    <a:cubicBezTo>
                      <a:pt x="588" y="1721"/>
                      <a:pt x="254" y="2528"/>
                      <a:pt x="254" y="3370"/>
                    </a:cubicBezTo>
                    <a:cubicBezTo>
                      <a:pt x="254" y="4211"/>
                      <a:pt x="588" y="5018"/>
                      <a:pt x="1183" y="5613"/>
                    </a:cubicBezTo>
                    <a:cubicBezTo>
                      <a:pt x="1778" y="6208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91" name="Freeform: Shape 1890">
                <a:extLst>
                  <a:ext uri="{FF2B5EF4-FFF2-40B4-BE49-F238E27FC236}">
                    <a16:creationId xmlns:a16="http://schemas.microsoft.com/office/drawing/2014/main" id="{EDA48780-708A-E72A-AFE1-BE2F366741F4}"/>
                  </a:ext>
                </a:extLst>
              </p:cNvPr>
              <p:cNvSpPr/>
              <p:nvPr/>
            </p:nvSpPr>
            <p:spPr>
              <a:xfrm>
                <a:off x="4356831" y="6332849"/>
                <a:ext cx="6343" cy="6345"/>
              </a:xfrm>
              <a:custGeom>
                <a:avLst/>
                <a:gdLst>
                  <a:gd name="connsiteX0" fmla="*/ 3448 w 6343"/>
                  <a:gd name="connsiteY0" fmla="*/ 6570 h 6345"/>
                  <a:gd name="connsiteX1" fmla="*/ 5690 w 6343"/>
                  <a:gd name="connsiteY1" fmla="*/ 5641 h 6345"/>
                  <a:gd name="connsiteX2" fmla="*/ 6619 w 6343"/>
                  <a:gd name="connsiteY2" fmla="*/ 3398 h 6345"/>
                  <a:gd name="connsiteX3" fmla="*/ 5690 w 6343"/>
                  <a:gd name="connsiteY3" fmla="*/ 1154 h 6345"/>
                  <a:gd name="connsiteX4" fmla="*/ 3448 w 6343"/>
                  <a:gd name="connsiteY4" fmla="*/ 225 h 6345"/>
                  <a:gd name="connsiteX5" fmla="*/ 1205 w 6343"/>
                  <a:gd name="connsiteY5" fmla="*/ 1154 h 6345"/>
                  <a:gd name="connsiteX6" fmla="*/ 276 w 6343"/>
                  <a:gd name="connsiteY6" fmla="*/ 3398 h 6345"/>
                  <a:gd name="connsiteX7" fmla="*/ 1205 w 6343"/>
                  <a:gd name="connsiteY7" fmla="*/ 5641 h 6345"/>
                  <a:gd name="connsiteX8" fmla="*/ 3448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70"/>
                    </a:moveTo>
                    <a:cubicBezTo>
                      <a:pt x="4289" y="6570"/>
                      <a:pt x="5096" y="6236"/>
                      <a:pt x="5690" y="5641"/>
                    </a:cubicBezTo>
                    <a:cubicBezTo>
                      <a:pt x="6285" y="5046"/>
                      <a:pt x="6619" y="4239"/>
                      <a:pt x="6619" y="3398"/>
                    </a:cubicBezTo>
                    <a:cubicBezTo>
                      <a:pt x="6619" y="2556"/>
                      <a:pt x="6285" y="1749"/>
                      <a:pt x="5690" y="1154"/>
                    </a:cubicBezTo>
                    <a:cubicBezTo>
                      <a:pt x="5096" y="559"/>
                      <a:pt x="4289" y="225"/>
                      <a:pt x="3448" y="225"/>
                    </a:cubicBezTo>
                    <a:cubicBezTo>
                      <a:pt x="2607" y="225"/>
                      <a:pt x="1800" y="559"/>
                      <a:pt x="1205" y="1154"/>
                    </a:cubicBezTo>
                    <a:cubicBezTo>
                      <a:pt x="610" y="1749"/>
                      <a:pt x="276" y="2556"/>
                      <a:pt x="276" y="3398"/>
                    </a:cubicBezTo>
                    <a:cubicBezTo>
                      <a:pt x="276" y="4239"/>
                      <a:pt x="610" y="5046"/>
                      <a:pt x="1205" y="5641"/>
                    </a:cubicBezTo>
                    <a:cubicBezTo>
                      <a:pt x="1800" y="6236"/>
                      <a:pt x="2607" y="6570"/>
                      <a:pt x="3448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92" name="Freeform: Shape 1891">
                <a:extLst>
                  <a:ext uri="{FF2B5EF4-FFF2-40B4-BE49-F238E27FC236}">
                    <a16:creationId xmlns:a16="http://schemas.microsoft.com/office/drawing/2014/main" id="{6E573C7E-5E9D-6AF6-A3C1-749CCAE46596}"/>
                  </a:ext>
                </a:extLst>
              </p:cNvPr>
              <p:cNvSpPr/>
              <p:nvPr/>
            </p:nvSpPr>
            <p:spPr>
              <a:xfrm>
                <a:off x="4351165" y="6333314"/>
                <a:ext cx="6343" cy="6345"/>
              </a:xfrm>
              <a:custGeom>
                <a:avLst/>
                <a:gdLst>
                  <a:gd name="connsiteX0" fmla="*/ 3447 w 6343"/>
                  <a:gd name="connsiteY0" fmla="*/ 6570 h 6345"/>
                  <a:gd name="connsiteX1" fmla="*/ 5690 w 6343"/>
                  <a:gd name="connsiteY1" fmla="*/ 5641 h 6345"/>
                  <a:gd name="connsiteX2" fmla="*/ 6619 w 6343"/>
                  <a:gd name="connsiteY2" fmla="*/ 3398 h 6345"/>
                  <a:gd name="connsiteX3" fmla="*/ 5690 w 6343"/>
                  <a:gd name="connsiteY3" fmla="*/ 1154 h 6345"/>
                  <a:gd name="connsiteX4" fmla="*/ 3447 w 6343"/>
                  <a:gd name="connsiteY4" fmla="*/ 225 h 6345"/>
                  <a:gd name="connsiteX5" fmla="*/ 1205 w 6343"/>
                  <a:gd name="connsiteY5" fmla="*/ 1154 h 6345"/>
                  <a:gd name="connsiteX6" fmla="*/ 276 w 6343"/>
                  <a:gd name="connsiteY6" fmla="*/ 3398 h 6345"/>
                  <a:gd name="connsiteX7" fmla="*/ 1205 w 6343"/>
                  <a:gd name="connsiteY7" fmla="*/ 5641 h 6345"/>
                  <a:gd name="connsiteX8" fmla="*/ 3447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70"/>
                    </a:moveTo>
                    <a:cubicBezTo>
                      <a:pt x="4288" y="6570"/>
                      <a:pt x="5095" y="6236"/>
                      <a:pt x="5690" y="5641"/>
                    </a:cubicBezTo>
                    <a:cubicBezTo>
                      <a:pt x="6285" y="5046"/>
                      <a:pt x="6619" y="4239"/>
                      <a:pt x="6619" y="3398"/>
                    </a:cubicBezTo>
                    <a:cubicBezTo>
                      <a:pt x="6619" y="2556"/>
                      <a:pt x="6285" y="1749"/>
                      <a:pt x="5690" y="1154"/>
                    </a:cubicBezTo>
                    <a:cubicBezTo>
                      <a:pt x="5095" y="559"/>
                      <a:pt x="4288" y="225"/>
                      <a:pt x="3447" y="225"/>
                    </a:cubicBezTo>
                    <a:cubicBezTo>
                      <a:pt x="2606" y="225"/>
                      <a:pt x="1799" y="559"/>
                      <a:pt x="1205" y="1154"/>
                    </a:cubicBezTo>
                    <a:cubicBezTo>
                      <a:pt x="610" y="1749"/>
                      <a:pt x="276" y="2556"/>
                      <a:pt x="276" y="3398"/>
                    </a:cubicBezTo>
                    <a:cubicBezTo>
                      <a:pt x="276" y="4239"/>
                      <a:pt x="610" y="5046"/>
                      <a:pt x="1205" y="5641"/>
                    </a:cubicBezTo>
                    <a:cubicBezTo>
                      <a:pt x="1799" y="6236"/>
                      <a:pt x="2606" y="6570"/>
                      <a:pt x="3447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93" name="Freeform: Shape 1892">
                <a:extLst>
                  <a:ext uri="{FF2B5EF4-FFF2-40B4-BE49-F238E27FC236}">
                    <a16:creationId xmlns:a16="http://schemas.microsoft.com/office/drawing/2014/main" id="{C5C82FBC-6582-0CE8-EC61-3B388FFCB5D2}"/>
                  </a:ext>
                </a:extLst>
              </p:cNvPr>
              <p:cNvSpPr/>
              <p:nvPr/>
            </p:nvSpPr>
            <p:spPr>
              <a:xfrm>
                <a:off x="4345186" y="6333321"/>
                <a:ext cx="6343" cy="6345"/>
              </a:xfrm>
              <a:custGeom>
                <a:avLst/>
                <a:gdLst>
                  <a:gd name="connsiteX0" fmla="*/ 3447 w 6343"/>
                  <a:gd name="connsiteY0" fmla="*/ 6570 h 6345"/>
                  <a:gd name="connsiteX1" fmla="*/ 5690 w 6343"/>
                  <a:gd name="connsiteY1" fmla="*/ 5641 h 6345"/>
                  <a:gd name="connsiteX2" fmla="*/ 6618 w 6343"/>
                  <a:gd name="connsiteY2" fmla="*/ 3398 h 6345"/>
                  <a:gd name="connsiteX3" fmla="*/ 5690 w 6343"/>
                  <a:gd name="connsiteY3" fmla="*/ 1154 h 6345"/>
                  <a:gd name="connsiteX4" fmla="*/ 3447 w 6343"/>
                  <a:gd name="connsiteY4" fmla="*/ 225 h 6345"/>
                  <a:gd name="connsiteX5" fmla="*/ 1204 w 6343"/>
                  <a:gd name="connsiteY5" fmla="*/ 1154 h 6345"/>
                  <a:gd name="connsiteX6" fmla="*/ 275 w 6343"/>
                  <a:gd name="connsiteY6" fmla="*/ 3398 h 6345"/>
                  <a:gd name="connsiteX7" fmla="*/ 1204 w 6343"/>
                  <a:gd name="connsiteY7" fmla="*/ 5641 h 6345"/>
                  <a:gd name="connsiteX8" fmla="*/ 3447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70"/>
                    </a:moveTo>
                    <a:cubicBezTo>
                      <a:pt x="4288" y="6570"/>
                      <a:pt x="5095" y="6236"/>
                      <a:pt x="5690" y="5641"/>
                    </a:cubicBezTo>
                    <a:cubicBezTo>
                      <a:pt x="6284" y="5046"/>
                      <a:pt x="6618" y="4239"/>
                      <a:pt x="6618" y="3398"/>
                    </a:cubicBezTo>
                    <a:cubicBezTo>
                      <a:pt x="6618" y="2556"/>
                      <a:pt x="6284" y="1749"/>
                      <a:pt x="5690" y="1154"/>
                    </a:cubicBezTo>
                    <a:cubicBezTo>
                      <a:pt x="5095" y="559"/>
                      <a:pt x="4288" y="225"/>
                      <a:pt x="3447" y="225"/>
                    </a:cubicBezTo>
                    <a:cubicBezTo>
                      <a:pt x="2606" y="225"/>
                      <a:pt x="1799" y="559"/>
                      <a:pt x="1204" y="1154"/>
                    </a:cubicBezTo>
                    <a:cubicBezTo>
                      <a:pt x="610" y="1749"/>
                      <a:pt x="275" y="2556"/>
                      <a:pt x="275" y="3398"/>
                    </a:cubicBezTo>
                    <a:cubicBezTo>
                      <a:pt x="275" y="4239"/>
                      <a:pt x="610" y="5046"/>
                      <a:pt x="1204" y="5641"/>
                    </a:cubicBezTo>
                    <a:cubicBezTo>
                      <a:pt x="1799" y="6236"/>
                      <a:pt x="2606" y="6570"/>
                      <a:pt x="3447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94" name="Freeform: Shape 1893">
                <a:extLst>
                  <a:ext uri="{FF2B5EF4-FFF2-40B4-BE49-F238E27FC236}">
                    <a16:creationId xmlns:a16="http://schemas.microsoft.com/office/drawing/2014/main" id="{399D1C28-00CA-4A8F-92F9-B950500FF144}"/>
                  </a:ext>
                </a:extLst>
              </p:cNvPr>
              <p:cNvSpPr/>
              <p:nvPr/>
            </p:nvSpPr>
            <p:spPr>
              <a:xfrm>
                <a:off x="4338933" y="6332902"/>
                <a:ext cx="6343" cy="6345"/>
              </a:xfrm>
              <a:custGeom>
                <a:avLst/>
                <a:gdLst>
                  <a:gd name="connsiteX0" fmla="*/ 3446 w 6343"/>
                  <a:gd name="connsiteY0" fmla="*/ 6570 h 6345"/>
                  <a:gd name="connsiteX1" fmla="*/ 5689 w 6343"/>
                  <a:gd name="connsiteY1" fmla="*/ 5641 h 6345"/>
                  <a:gd name="connsiteX2" fmla="*/ 6618 w 6343"/>
                  <a:gd name="connsiteY2" fmla="*/ 3398 h 6345"/>
                  <a:gd name="connsiteX3" fmla="*/ 5689 w 6343"/>
                  <a:gd name="connsiteY3" fmla="*/ 1154 h 6345"/>
                  <a:gd name="connsiteX4" fmla="*/ 3446 w 6343"/>
                  <a:gd name="connsiteY4" fmla="*/ 225 h 6345"/>
                  <a:gd name="connsiteX5" fmla="*/ 1204 w 6343"/>
                  <a:gd name="connsiteY5" fmla="*/ 1154 h 6345"/>
                  <a:gd name="connsiteX6" fmla="*/ 275 w 6343"/>
                  <a:gd name="connsiteY6" fmla="*/ 3398 h 6345"/>
                  <a:gd name="connsiteX7" fmla="*/ 1204 w 6343"/>
                  <a:gd name="connsiteY7" fmla="*/ 5641 h 6345"/>
                  <a:gd name="connsiteX8" fmla="*/ 344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0"/>
                    </a:moveTo>
                    <a:cubicBezTo>
                      <a:pt x="4288" y="6570"/>
                      <a:pt x="5094" y="6236"/>
                      <a:pt x="5689" y="5641"/>
                    </a:cubicBezTo>
                    <a:cubicBezTo>
                      <a:pt x="6284" y="5046"/>
                      <a:pt x="6618" y="4239"/>
                      <a:pt x="6618" y="3398"/>
                    </a:cubicBezTo>
                    <a:cubicBezTo>
                      <a:pt x="6618" y="2556"/>
                      <a:pt x="6284" y="1749"/>
                      <a:pt x="5689" y="1154"/>
                    </a:cubicBezTo>
                    <a:cubicBezTo>
                      <a:pt x="5094" y="559"/>
                      <a:pt x="4288" y="225"/>
                      <a:pt x="3446" y="225"/>
                    </a:cubicBezTo>
                    <a:cubicBezTo>
                      <a:pt x="2605" y="225"/>
                      <a:pt x="1799" y="559"/>
                      <a:pt x="1204" y="1154"/>
                    </a:cubicBezTo>
                    <a:cubicBezTo>
                      <a:pt x="609" y="1749"/>
                      <a:pt x="275" y="2556"/>
                      <a:pt x="275" y="3398"/>
                    </a:cubicBezTo>
                    <a:cubicBezTo>
                      <a:pt x="275" y="4239"/>
                      <a:pt x="609" y="5046"/>
                      <a:pt x="1204" y="5641"/>
                    </a:cubicBezTo>
                    <a:cubicBezTo>
                      <a:pt x="1799" y="6236"/>
                      <a:pt x="2605" y="6570"/>
                      <a:pt x="344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95" name="Freeform: Shape 1894">
                <a:extLst>
                  <a:ext uri="{FF2B5EF4-FFF2-40B4-BE49-F238E27FC236}">
                    <a16:creationId xmlns:a16="http://schemas.microsoft.com/office/drawing/2014/main" id="{ECBB84B9-8180-58C5-351B-373320194001}"/>
                  </a:ext>
                </a:extLst>
              </p:cNvPr>
              <p:cNvSpPr/>
              <p:nvPr/>
            </p:nvSpPr>
            <p:spPr>
              <a:xfrm>
                <a:off x="4333226" y="6333107"/>
                <a:ext cx="6343" cy="6345"/>
              </a:xfrm>
              <a:custGeom>
                <a:avLst/>
                <a:gdLst>
                  <a:gd name="connsiteX0" fmla="*/ 3446 w 6343"/>
                  <a:gd name="connsiteY0" fmla="*/ 6570 h 6345"/>
                  <a:gd name="connsiteX1" fmla="*/ 5689 w 6343"/>
                  <a:gd name="connsiteY1" fmla="*/ 5641 h 6345"/>
                  <a:gd name="connsiteX2" fmla="*/ 6618 w 6343"/>
                  <a:gd name="connsiteY2" fmla="*/ 3398 h 6345"/>
                  <a:gd name="connsiteX3" fmla="*/ 5689 w 6343"/>
                  <a:gd name="connsiteY3" fmla="*/ 1154 h 6345"/>
                  <a:gd name="connsiteX4" fmla="*/ 3446 w 6343"/>
                  <a:gd name="connsiteY4" fmla="*/ 225 h 6345"/>
                  <a:gd name="connsiteX5" fmla="*/ 1203 w 6343"/>
                  <a:gd name="connsiteY5" fmla="*/ 1154 h 6345"/>
                  <a:gd name="connsiteX6" fmla="*/ 274 w 6343"/>
                  <a:gd name="connsiteY6" fmla="*/ 3398 h 6345"/>
                  <a:gd name="connsiteX7" fmla="*/ 1203 w 6343"/>
                  <a:gd name="connsiteY7" fmla="*/ 5641 h 6345"/>
                  <a:gd name="connsiteX8" fmla="*/ 344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0"/>
                    </a:moveTo>
                    <a:cubicBezTo>
                      <a:pt x="4287" y="6570"/>
                      <a:pt x="5094" y="6236"/>
                      <a:pt x="5689" y="5641"/>
                    </a:cubicBezTo>
                    <a:cubicBezTo>
                      <a:pt x="6283" y="5046"/>
                      <a:pt x="6618" y="4239"/>
                      <a:pt x="6618" y="3398"/>
                    </a:cubicBezTo>
                    <a:cubicBezTo>
                      <a:pt x="6618" y="2556"/>
                      <a:pt x="6283" y="1749"/>
                      <a:pt x="5689" y="1154"/>
                    </a:cubicBezTo>
                    <a:cubicBezTo>
                      <a:pt x="5094" y="559"/>
                      <a:pt x="4287" y="225"/>
                      <a:pt x="3446" y="225"/>
                    </a:cubicBezTo>
                    <a:cubicBezTo>
                      <a:pt x="2605" y="225"/>
                      <a:pt x="1798" y="559"/>
                      <a:pt x="1203" y="1154"/>
                    </a:cubicBezTo>
                    <a:cubicBezTo>
                      <a:pt x="609" y="1749"/>
                      <a:pt x="274" y="2556"/>
                      <a:pt x="274" y="3398"/>
                    </a:cubicBezTo>
                    <a:cubicBezTo>
                      <a:pt x="274" y="4239"/>
                      <a:pt x="609" y="5046"/>
                      <a:pt x="1203" y="5641"/>
                    </a:cubicBezTo>
                    <a:cubicBezTo>
                      <a:pt x="1798" y="6236"/>
                      <a:pt x="2605" y="6570"/>
                      <a:pt x="344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96" name="Freeform: Shape 1895">
                <a:extLst>
                  <a:ext uri="{FF2B5EF4-FFF2-40B4-BE49-F238E27FC236}">
                    <a16:creationId xmlns:a16="http://schemas.microsoft.com/office/drawing/2014/main" id="{09345877-CE87-CBFD-6BB8-B8CC93FED1F8}"/>
                  </a:ext>
                </a:extLst>
              </p:cNvPr>
              <p:cNvSpPr/>
              <p:nvPr/>
            </p:nvSpPr>
            <p:spPr>
              <a:xfrm>
                <a:off x="4326957" y="6332507"/>
                <a:ext cx="6343" cy="6345"/>
              </a:xfrm>
              <a:custGeom>
                <a:avLst/>
                <a:gdLst>
                  <a:gd name="connsiteX0" fmla="*/ 3445 w 6343"/>
                  <a:gd name="connsiteY0" fmla="*/ 6570 h 6345"/>
                  <a:gd name="connsiteX1" fmla="*/ 5688 w 6343"/>
                  <a:gd name="connsiteY1" fmla="*/ 5641 h 6345"/>
                  <a:gd name="connsiteX2" fmla="*/ 6617 w 6343"/>
                  <a:gd name="connsiteY2" fmla="*/ 3398 h 6345"/>
                  <a:gd name="connsiteX3" fmla="*/ 5688 w 6343"/>
                  <a:gd name="connsiteY3" fmla="*/ 1154 h 6345"/>
                  <a:gd name="connsiteX4" fmla="*/ 3445 w 6343"/>
                  <a:gd name="connsiteY4" fmla="*/ 225 h 6345"/>
                  <a:gd name="connsiteX5" fmla="*/ 1203 w 6343"/>
                  <a:gd name="connsiteY5" fmla="*/ 1154 h 6345"/>
                  <a:gd name="connsiteX6" fmla="*/ 274 w 6343"/>
                  <a:gd name="connsiteY6" fmla="*/ 3398 h 6345"/>
                  <a:gd name="connsiteX7" fmla="*/ 1203 w 6343"/>
                  <a:gd name="connsiteY7" fmla="*/ 5641 h 6345"/>
                  <a:gd name="connsiteX8" fmla="*/ 344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70"/>
                    </a:moveTo>
                    <a:cubicBezTo>
                      <a:pt x="4287" y="6570"/>
                      <a:pt x="5093" y="6236"/>
                      <a:pt x="5688" y="5641"/>
                    </a:cubicBezTo>
                    <a:cubicBezTo>
                      <a:pt x="6283" y="5046"/>
                      <a:pt x="6617" y="4239"/>
                      <a:pt x="6617" y="3398"/>
                    </a:cubicBezTo>
                    <a:cubicBezTo>
                      <a:pt x="6617" y="2556"/>
                      <a:pt x="6283" y="1749"/>
                      <a:pt x="5688" y="1154"/>
                    </a:cubicBezTo>
                    <a:cubicBezTo>
                      <a:pt x="5093" y="559"/>
                      <a:pt x="4287" y="225"/>
                      <a:pt x="3445" y="225"/>
                    </a:cubicBezTo>
                    <a:cubicBezTo>
                      <a:pt x="2604" y="225"/>
                      <a:pt x="1798" y="559"/>
                      <a:pt x="1203" y="1154"/>
                    </a:cubicBezTo>
                    <a:cubicBezTo>
                      <a:pt x="608" y="1749"/>
                      <a:pt x="274" y="2556"/>
                      <a:pt x="274" y="3398"/>
                    </a:cubicBezTo>
                    <a:cubicBezTo>
                      <a:pt x="274" y="4239"/>
                      <a:pt x="608" y="5046"/>
                      <a:pt x="1203" y="5641"/>
                    </a:cubicBezTo>
                    <a:cubicBezTo>
                      <a:pt x="1798" y="6236"/>
                      <a:pt x="2604" y="6570"/>
                      <a:pt x="344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97" name="Freeform: Shape 1896">
                <a:extLst>
                  <a:ext uri="{FF2B5EF4-FFF2-40B4-BE49-F238E27FC236}">
                    <a16:creationId xmlns:a16="http://schemas.microsoft.com/office/drawing/2014/main" id="{9EF9FBB6-E7A8-1BD5-ED53-18F4FDC22D6C}"/>
                  </a:ext>
                </a:extLst>
              </p:cNvPr>
              <p:cNvSpPr/>
              <p:nvPr/>
            </p:nvSpPr>
            <p:spPr>
              <a:xfrm>
                <a:off x="4320398" y="6331433"/>
                <a:ext cx="6343" cy="6345"/>
              </a:xfrm>
              <a:custGeom>
                <a:avLst/>
                <a:gdLst>
                  <a:gd name="connsiteX0" fmla="*/ 3445 w 6343"/>
                  <a:gd name="connsiteY0" fmla="*/ 6570 h 6345"/>
                  <a:gd name="connsiteX1" fmla="*/ 5688 w 6343"/>
                  <a:gd name="connsiteY1" fmla="*/ 5641 h 6345"/>
                  <a:gd name="connsiteX2" fmla="*/ 6616 w 6343"/>
                  <a:gd name="connsiteY2" fmla="*/ 3397 h 6345"/>
                  <a:gd name="connsiteX3" fmla="*/ 5688 w 6343"/>
                  <a:gd name="connsiteY3" fmla="*/ 1154 h 6345"/>
                  <a:gd name="connsiteX4" fmla="*/ 3445 w 6343"/>
                  <a:gd name="connsiteY4" fmla="*/ 225 h 6345"/>
                  <a:gd name="connsiteX5" fmla="*/ 1202 w 6343"/>
                  <a:gd name="connsiteY5" fmla="*/ 1154 h 6345"/>
                  <a:gd name="connsiteX6" fmla="*/ 273 w 6343"/>
                  <a:gd name="connsiteY6" fmla="*/ 3397 h 6345"/>
                  <a:gd name="connsiteX7" fmla="*/ 1202 w 6343"/>
                  <a:gd name="connsiteY7" fmla="*/ 5641 h 6345"/>
                  <a:gd name="connsiteX8" fmla="*/ 344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70"/>
                    </a:moveTo>
                    <a:cubicBezTo>
                      <a:pt x="4286" y="6570"/>
                      <a:pt x="5093" y="6236"/>
                      <a:pt x="5688" y="5641"/>
                    </a:cubicBezTo>
                    <a:cubicBezTo>
                      <a:pt x="6282" y="5046"/>
                      <a:pt x="6616" y="4239"/>
                      <a:pt x="6616" y="3397"/>
                    </a:cubicBezTo>
                    <a:cubicBezTo>
                      <a:pt x="6616" y="2556"/>
                      <a:pt x="6282" y="1749"/>
                      <a:pt x="5688" y="1154"/>
                    </a:cubicBezTo>
                    <a:cubicBezTo>
                      <a:pt x="5093" y="559"/>
                      <a:pt x="4286" y="225"/>
                      <a:pt x="3445" y="225"/>
                    </a:cubicBezTo>
                    <a:cubicBezTo>
                      <a:pt x="2604" y="225"/>
                      <a:pt x="1797" y="559"/>
                      <a:pt x="1202" y="1154"/>
                    </a:cubicBezTo>
                    <a:cubicBezTo>
                      <a:pt x="608" y="1749"/>
                      <a:pt x="273" y="2556"/>
                      <a:pt x="273" y="3397"/>
                    </a:cubicBezTo>
                    <a:cubicBezTo>
                      <a:pt x="273" y="4239"/>
                      <a:pt x="608" y="5046"/>
                      <a:pt x="1202" y="5641"/>
                    </a:cubicBezTo>
                    <a:cubicBezTo>
                      <a:pt x="1797" y="6236"/>
                      <a:pt x="2604" y="6570"/>
                      <a:pt x="344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98" name="Freeform: Shape 1897">
                <a:extLst>
                  <a:ext uri="{FF2B5EF4-FFF2-40B4-BE49-F238E27FC236}">
                    <a16:creationId xmlns:a16="http://schemas.microsoft.com/office/drawing/2014/main" id="{C35F5109-02A0-C468-9E8F-7A8F637F8FC9}"/>
                  </a:ext>
                </a:extLst>
              </p:cNvPr>
              <p:cNvSpPr/>
              <p:nvPr/>
            </p:nvSpPr>
            <p:spPr>
              <a:xfrm>
                <a:off x="4315600" y="6332637"/>
                <a:ext cx="6343" cy="6345"/>
              </a:xfrm>
              <a:custGeom>
                <a:avLst/>
                <a:gdLst>
                  <a:gd name="connsiteX0" fmla="*/ 3445 w 6343"/>
                  <a:gd name="connsiteY0" fmla="*/ 6570 h 6345"/>
                  <a:gd name="connsiteX1" fmla="*/ 5687 w 6343"/>
                  <a:gd name="connsiteY1" fmla="*/ 5641 h 6345"/>
                  <a:gd name="connsiteX2" fmla="*/ 6616 w 6343"/>
                  <a:gd name="connsiteY2" fmla="*/ 3398 h 6345"/>
                  <a:gd name="connsiteX3" fmla="*/ 5687 w 6343"/>
                  <a:gd name="connsiteY3" fmla="*/ 1154 h 6345"/>
                  <a:gd name="connsiteX4" fmla="*/ 3445 w 6343"/>
                  <a:gd name="connsiteY4" fmla="*/ 225 h 6345"/>
                  <a:gd name="connsiteX5" fmla="*/ 1202 w 6343"/>
                  <a:gd name="connsiteY5" fmla="*/ 1154 h 6345"/>
                  <a:gd name="connsiteX6" fmla="*/ 273 w 6343"/>
                  <a:gd name="connsiteY6" fmla="*/ 3398 h 6345"/>
                  <a:gd name="connsiteX7" fmla="*/ 1202 w 6343"/>
                  <a:gd name="connsiteY7" fmla="*/ 5641 h 6345"/>
                  <a:gd name="connsiteX8" fmla="*/ 344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70"/>
                    </a:moveTo>
                    <a:cubicBezTo>
                      <a:pt x="4286" y="6570"/>
                      <a:pt x="5092" y="6236"/>
                      <a:pt x="5687" y="5641"/>
                    </a:cubicBezTo>
                    <a:cubicBezTo>
                      <a:pt x="6282" y="5046"/>
                      <a:pt x="6616" y="4239"/>
                      <a:pt x="6616" y="3398"/>
                    </a:cubicBezTo>
                    <a:cubicBezTo>
                      <a:pt x="6616" y="2556"/>
                      <a:pt x="6282" y="1749"/>
                      <a:pt x="5687" y="1154"/>
                    </a:cubicBezTo>
                    <a:cubicBezTo>
                      <a:pt x="5092" y="559"/>
                      <a:pt x="4286" y="225"/>
                      <a:pt x="3445" y="225"/>
                    </a:cubicBezTo>
                    <a:cubicBezTo>
                      <a:pt x="2603" y="225"/>
                      <a:pt x="1797" y="559"/>
                      <a:pt x="1202" y="1154"/>
                    </a:cubicBezTo>
                    <a:cubicBezTo>
                      <a:pt x="607" y="1749"/>
                      <a:pt x="273" y="2556"/>
                      <a:pt x="273" y="3398"/>
                    </a:cubicBezTo>
                    <a:cubicBezTo>
                      <a:pt x="273" y="4239"/>
                      <a:pt x="607" y="5046"/>
                      <a:pt x="1202" y="5641"/>
                    </a:cubicBezTo>
                    <a:cubicBezTo>
                      <a:pt x="1797" y="6236"/>
                      <a:pt x="2603" y="6570"/>
                      <a:pt x="344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99" name="Freeform: Shape 1898">
                <a:extLst>
                  <a:ext uri="{FF2B5EF4-FFF2-40B4-BE49-F238E27FC236}">
                    <a16:creationId xmlns:a16="http://schemas.microsoft.com/office/drawing/2014/main" id="{098CAE67-470C-7EDD-0249-1C6271D12E1B}"/>
                  </a:ext>
                </a:extLst>
              </p:cNvPr>
              <p:cNvSpPr/>
              <p:nvPr/>
            </p:nvSpPr>
            <p:spPr>
              <a:xfrm>
                <a:off x="4172084" y="6144195"/>
                <a:ext cx="6343" cy="6345"/>
              </a:xfrm>
              <a:custGeom>
                <a:avLst/>
                <a:gdLst>
                  <a:gd name="connsiteX0" fmla="*/ 3433 w 6343"/>
                  <a:gd name="connsiteY0" fmla="*/ 6555 h 6345"/>
                  <a:gd name="connsiteX1" fmla="*/ 5676 w 6343"/>
                  <a:gd name="connsiteY1" fmla="*/ 5626 h 6345"/>
                  <a:gd name="connsiteX2" fmla="*/ 6605 w 6343"/>
                  <a:gd name="connsiteY2" fmla="*/ 3383 h 6345"/>
                  <a:gd name="connsiteX3" fmla="*/ 5676 w 6343"/>
                  <a:gd name="connsiteY3" fmla="*/ 1139 h 6345"/>
                  <a:gd name="connsiteX4" fmla="*/ 3433 w 6343"/>
                  <a:gd name="connsiteY4" fmla="*/ 210 h 6345"/>
                  <a:gd name="connsiteX5" fmla="*/ 1191 w 6343"/>
                  <a:gd name="connsiteY5" fmla="*/ 1139 h 6345"/>
                  <a:gd name="connsiteX6" fmla="*/ 262 w 6343"/>
                  <a:gd name="connsiteY6" fmla="*/ 3383 h 6345"/>
                  <a:gd name="connsiteX7" fmla="*/ 1191 w 6343"/>
                  <a:gd name="connsiteY7" fmla="*/ 5626 h 6345"/>
                  <a:gd name="connsiteX8" fmla="*/ 3433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55"/>
                    </a:moveTo>
                    <a:cubicBezTo>
                      <a:pt x="4274" y="6555"/>
                      <a:pt x="5081" y="6221"/>
                      <a:pt x="5676" y="5626"/>
                    </a:cubicBezTo>
                    <a:cubicBezTo>
                      <a:pt x="6271" y="5031"/>
                      <a:pt x="6605" y="4224"/>
                      <a:pt x="6605" y="3383"/>
                    </a:cubicBezTo>
                    <a:cubicBezTo>
                      <a:pt x="6605" y="2541"/>
                      <a:pt x="6271" y="1734"/>
                      <a:pt x="5676" y="1139"/>
                    </a:cubicBezTo>
                    <a:cubicBezTo>
                      <a:pt x="5081" y="544"/>
                      <a:pt x="4274" y="210"/>
                      <a:pt x="3433" y="210"/>
                    </a:cubicBezTo>
                    <a:cubicBezTo>
                      <a:pt x="2592" y="210"/>
                      <a:pt x="1785" y="544"/>
                      <a:pt x="1191" y="1139"/>
                    </a:cubicBezTo>
                    <a:cubicBezTo>
                      <a:pt x="596" y="1734"/>
                      <a:pt x="262" y="2541"/>
                      <a:pt x="262" y="3383"/>
                    </a:cubicBezTo>
                    <a:cubicBezTo>
                      <a:pt x="262" y="4224"/>
                      <a:pt x="596" y="5031"/>
                      <a:pt x="1191" y="5626"/>
                    </a:cubicBezTo>
                    <a:cubicBezTo>
                      <a:pt x="1785" y="6221"/>
                      <a:pt x="2592" y="6555"/>
                      <a:pt x="3433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00" name="Freeform: Shape 1899">
                <a:extLst>
                  <a:ext uri="{FF2B5EF4-FFF2-40B4-BE49-F238E27FC236}">
                    <a16:creationId xmlns:a16="http://schemas.microsoft.com/office/drawing/2014/main" id="{681165B0-DB3D-CD10-9339-422633999F20}"/>
                  </a:ext>
                </a:extLst>
              </p:cNvPr>
              <p:cNvSpPr/>
              <p:nvPr/>
            </p:nvSpPr>
            <p:spPr>
              <a:xfrm>
                <a:off x="4168679" y="6144786"/>
                <a:ext cx="6343" cy="6345"/>
              </a:xfrm>
              <a:custGeom>
                <a:avLst/>
                <a:gdLst>
                  <a:gd name="connsiteX0" fmla="*/ 3433 w 6343"/>
                  <a:gd name="connsiteY0" fmla="*/ 6555 h 6345"/>
                  <a:gd name="connsiteX1" fmla="*/ 5676 w 6343"/>
                  <a:gd name="connsiteY1" fmla="*/ 5626 h 6345"/>
                  <a:gd name="connsiteX2" fmla="*/ 6605 w 6343"/>
                  <a:gd name="connsiteY2" fmla="*/ 3383 h 6345"/>
                  <a:gd name="connsiteX3" fmla="*/ 5676 w 6343"/>
                  <a:gd name="connsiteY3" fmla="*/ 1139 h 6345"/>
                  <a:gd name="connsiteX4" fmla="*/ 3433 w 6343"/>
                  <a:gd name="connsiteY4" fmla="*/ 210 h 6345"/>
                  <a:gd name="connsiteX5" fmla="*/ 1190 w 6343"/>
                  <a:gd name="connsiteY5" fmla="*/ 1139 h 6345"/>
                  <a:gd name="connsiteX6" fmla="*/ 261 w 6343"/>
                  <a:gd name="connsiteY6" fmla="*/ 3383 h 6345"/>
                  <a:gd name="connsiteX7" fmla="*/ 1190 w 6343"/>
                  <a:gd name="connsiteY7" fmla="*/ 5626 h 6345"/>
                  <a:gd name="connsiteX8" fmla="*/ 3433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55"/>
                    </a:moveTo>
                    <a:cubicBezTo>
                      <a:pt x="4274" y="6555"/>
                      <a:pt x="5081" y="6221"/>
                      <a:pt x="5676" y="5626"/>
                    </a:cubicBezTo>
                    <a:cubicBezTo>
                      <a:pt x="6270" y="5031"/>
                      <a:pt x="6605" y="4224"/>
                      <a:pt x="6605" y="3383"/>
                    </a:cubicBezTo>
                    <a:cubicBezTo>
                      <a:pt x="6605" y="2541"/>
                      <a:pt x="6270" y="1734"/>
                      <a:pt x="5676" y="1139"/>
                    </a:cubicBezTo>
                    <a:cubicBezTo>
                      <a:pt x="5081" y="544"/>
                      <a:pt x="4274" y="210"/>
                      <a:pt x="3433" y="210"/>
                    </a:cubicBezTo>
                    <a:cubicBezTo>
                      <a:pt x="2592" y="210"/>
                      <a:pt x="1785" y="544"/>
                      <a:pt x="1190" y="1139"/>
                    </a:cubicBezTo>
                    <a:cubicBezTo>
                      <a:pt x="596" y="1734"/>
                      <a:pt x="261" y="2541"/>
                      <a:pt x="261" y="3383"/>
                    </a:cubicBezTo>
                    <a:cubicBezTo>
                      <a:pt x="261" y="4224"/>
                      <a:pt x="596" y="5031"/>
                      <a:pt x="1190" y="5626"/>
                    </a:cubicBezTo>
                    <a:cubicBezTo>
                      <a:pt x="1785" y="6221"/>
                      <a:pt x="2592" y="6555"/>
                      <a:pt x="3433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01" name="Freeform: Shape 1900">
                <a:extLst>
                  <a:ext uri="{FF2B5EF4-FFF2-40B4-BE49-F238E27FC236}">
                    <a16:creationId xmlns:a16="http://schemas.microsoft.com/office/drawing/2014/main" id="{A5D07035-C937-5E0A-58B8-08777AE91C5F}"/>
                  </a:ext>
                </a:extLst>
              </p:cNvPr>
              <p:cNvSpPr/>
              <p:nvPr/>
            </p:nvSpPr>
            <p:spPr>
              <a:xfrm>
                <a:off x="4165970" y="6146321"/>
                <a:ext cx="6343" cy="6345"/>
              </a:xfrm>
              <a:custGeom>
                <a:avLst/>
                <a:gdLst>
                  <a:gd name="connsiteX0" fmla="*/ 3433 w 6343"/>
                  <a:gd name="connsiteY0" fmla="*/ 6556 h 6345"/>
                  <a:gd name="connsiteX1" fmla="*/ 5675 w 6343"/>
                  <a:gd name="connsiteY1" fmla="*/ 5626 h 6345"/>
                  <a:gd name="connsiteX2" fmla="*/ 6604 w 6343"/>
                  <a:gd name="connsiteY2" fmla="*/ 3383 h 6345"/>
                  <a:gd name="connsiteX3" fmla="*/ 5675 w 6343"/>
                  <a:gd name="connsiteY3" fmla="*/ 1139 h 6345"/>
                  <a:gd name="connsiteX4" fmla="*/ 3433 w 6343"/>
                  <a:gd name="connsiteY4" fmla="*/ 210 h 6345"/>
                  <a:gd name="connsiteX5" fmla="*/ 1190 w 6343"/>
                  <a:gd name="connsiteY5" fmla="*/ 1139 h 6345"/>
                  <a:gd name="connsiteX6" fmla="*/ 261 w 6343"/>
                  <a:gd name="connsiteY6" fmla="*/ 3383 h 6345"/>
                  <a:gd name="connsiteX7" fmla="*/ 1190 w 6343"/>
                  <a:gd name="connsiteY7" fmla="*/ 5626 h 6345"/>
                  <a:gd name="connsiteX8" fmla="*/ 3433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56"/>
                    </a:moveTo>
                    <a:cubicBezTo>
                      <a:pt x="4274" y="6556"/>
                      <a:pt x="5081" y="6221"/>
                      <a:pt x="5675" y="5626"/>
                    </a:cubicBezTo>
                    <a:cubicBezTo>
                      <a:pt x="6270" y="5031"/>
                      <a:pt x="6604" y="4224"/>
                      <a:pt x="6604" y="3383"/>
                    </a:cubicBezTo>
                    <a:cubicBezTo>
                      <a:pt x="6604" y="2541"/>
                      <a:pt x="6270" y="1734"/>
                      <a:pt x="5675" y="1139"/>
                    </a:cubicBezTo>
                    <a:cubicBezTo>
                      <a:pt x="5081" y="544"/>
                      <a:pt x="4274" y="210"/>
                      <a:pt x="3433" y="210"/>
                    </a:cubicBezTo>
                    <a:cubicBezTo>
                      <a:pt x="2592" y="210"/>
                      <a:pt x="1785" y="544"/>
                      <a:pt x="1190" y="1139"/>
                    </a:cubicBezTo>
                    <a:cubicBezTo>
                      <a:pt x="595" y="1734"/>
                      <a:pt x="261" y="2541"/>
                      <a:pt x="261" y="3383"/>
                    </a:cubicBezTo>
                    <a:cubicBezTo>
                      <a:pt x="261" y="4224"/>
                      <a:pt x="595" y="5031"/>
                      <a:pt x="1190" y="5626"/>
                    </a:cubicBezTo>
                    <a:cubicBezTo>
                      <a:pt x="1785" y="6221"/>
                      <a:pt x="2592" y="6556"/>
                      <a:pt x="3433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02" name="Freeform: Shape 1901">
                <a:extLst>
                  <a:ext uri="{FF2B5EF4-FFF2-40B4-BE49-F238E27FC236}">
                    <a16:creationId xmlns:a16="http://schemas.microsoft.com/office/drawing/2014/main" id="{913477F2-0D51-E469-F11C-B41559249820}"/>
                  </a:ext>
                </a:extLst>
              </p:cNvPr>
              <p:cNvSpPr/>
              <p:nvPr/>
            </p:nvSpPr>
            <p:spPr>
              <a:xfrm>
                <a:off x="4163829" y="6148657"/>
                <a:ext cx="6343" cy="6345"/>
              </a:xfrm>
              <a:custGeom>
                <a:avLst/>
                <a:gdLst>
                  <a:gd name="connsiteX0" fmla="*/ 3433 w 6343"/>
                  <a:gd name="connsiteY0" fmla="*/ 6556 h 6345"/>
                  <a:gd name="connsiteX1" fmla="*/ 5675 w 6343"/>
                  <a:gd name="connsiteY1" fmla="*/ 5626 h 6345"/>
                  <a:gd name="connsiteX2" fmla="*/ 6604 w 6343"/>
                  <a:gd name="connsiteY2" fmla="*/ 3383 h 6345"/>
                  <a:gd name="connsiteX3" fmla="*/ 5675 w 6343"/>
                  <a:gd name="connsiteY3" fmla="*/ 1140 h 6345"/>
                  <a:gd name="connsiteX4" fmla="*/ 3433 w 6343"/>
                  <a:gd name="connsiteY4" fmla="*/ 210 h 6345"/>
                  <a:gd name="connsiteX5" fmla="*/ 1190 w 6343"/>
                  <a:gd name="connsiteY5" fmla="*/ 1140 h 6345"/>
                  <a:gd name="connsiteX6" fmla="*/ 261 w 6343"/>
                  <a:gd name="connsiteY6" fmla="*/ 3383 h 6345"/>
                  <a:gd name="connsiteX7" fmla="*/ 1190 w 6343"/>
                  <a:gd name="connsiteY7" fmla="*/ 5626 h 6345"/>
                  <a:gd name="connsiteX8" fmla="*/ 3433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56"/>
                    </a:moveTo>
                    <a:cubicBezTo>
                      <a:pt x="4274" y="6556"/>
                      <a:pt x="5080" y="6221"/>
                      <a:pt x="5675" y="5626"/>
                    </a:cubicBezTo>
                    <a:cubicBezTo>
                      <a:pt x="6270" y="5032"/>
                      <a:pt x="6604" y="4224"/>
                      <a:pt x="6604" y="3383"/>
                    </a:cubicBezTo>
                    <a:cubicBezTo>
                      <a:pt x="6604" y="2542"/>
                      <a:pt x="6270" y="1735"/>
                      <a:pt x="5675" y="1140"/>
                    </a:cubicBezTo>
                    <a:cubicBezTo>
                      <a:pt x="5080" y="545"/>
                      <a:pt x="4274" y="210"/>
                      <a:pt x="3433" y="210"/>
                    </a:cubicBezTo>
                    <a:cubicBezTo>
                      <a:pt x="2591" y="210"/>
                      <a:pt x="1785" y="545"/>
                      <a:pt x="1190" y="1140"/>
                    </a:cubicBezTo>
                    <a:cubicBezTo>
                      <a:pt x="595" y="1735"/>
                      <a:pt x="261" y="2542"/>
                      <a:pt x="261" y="3383"/>
                    </a:cubicBezTo>
                    <a:cubicBezTo>
                      <a:pt x="261" y="4224"/>
                      <a:pt x="595" y="5032"/>
                      <a:pt x="1190" y="5626"/>
                    </a:cubicBezTo>
                    <a:cubicBezTo>
                      <a:pt x="1785" y="6221"/>
                      <a:pt x="2591" y="6556"/>
                      <a:pt x="3433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03" name="Freeform: Shape 1902">
                <a:extLst>
                  <a:ext uri="{FF2B5EF4-FFF2-40B4-BE49-F238E27FC236}">
                    <a16:creationId xmlns:a16="http://schemas.microsoft.com/office/drawing/2014/main" id="{D76CBD66-2F64-5C74-4220-5013ADA80262}"/>
                  </a:ext>
                </a:extLst>
              </p:cNvPr>
              <p:cNvSpPr/>
              <p:nvPr/>
            </p:nvSpPr>
            <p:spPr>
              <a:xfrm>
                <a:off x="4067680" y="6015665"/>
                <a:ext cx="6343" cy="6345"/>
              </a:xfrm>
              <a:custGeom>
                <a:avLst/>
                <a:gdLst>
                  <a:gd name="connsiteX0" fmla="*/ 3425 w 6343"/>
                  <a:gd name="connsiteY0" fmla="*/ 6545 h 6345"/>
                  <a:gd name="connsiteX1" fmla="*/ 5668 w 6343"/>
                  <a:gd name="connsiteY1" fmla="*/ 5616 h 6345"/>
                  <a:gd name="connsiteX2" fmla="*/ 6597 w 6343"/>
                  <a:gd name="connsiteY2" fmla="*/ 3373 h 6345"/>
                  <a:gd name="connsiteX3" fmla="*/ 5668 w 6343"/>
                  <a:gd name="connsiteY3" fmla="*/ 1129 h 6345"/>
                  <a:gd name="connsiteX4" fmla="*/ 3425 w 6343"/>
                  <a:gd name="connsiteY4" fmla="*/ 200 h 6345"/>
                  <a:gd name="connsiteX5" fmla="*/ 1182 w 6343"/>
                  <a:gd name="connsiteY5" fmla="*/ 1129 h 6345"/>
                  <a:gd name="connsiteX6" fmla="*/ 253 w 6343"/>
                  <a:gd name="connsiteY6" fmla="*/ 3373 h 6345"/>
                  <a:gd name="connsiteX7" fmla="*/ 1182 w 6343"/>
                  <a:gd name="connsiteY7" fmla="*/ 5616 h 6345"/>
                  <a:gd name="connsiteX8" fmla="*/ 3425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5"/>
                    </a:moveTo>
                    <a:cubicBezTo>
                      <a:pt x="4266" y="6545"/>
                      <a:pt x="5073" y="6211"/>
                      <a:pt x="5668" y="5616"/>
                    </a:cubicBezTo>
                    <a:cubicBezTo>
                      <a:pt x="6262" y="5021"/>
                      <a:pt x="6597" y="4214"/>
                      <a:pt x="6597" y="3373"/>
                    </a:cubicBezTo>
                    <a:cubicBezTo>
                      <a:pt x="6597" y="2531"/>
                      <a:pt x="6262" y="1724"/>
                      <a:pt x="5668" y="1129"/>
                    </a:cubicBezTo>
                    <a:cubicBezTo>
                      <a:pt x="5073" y="534"/>
                      <a:pt x="4266" y="200"/>
                      <a:pt x="3425" y="200"/>
                    </a:cubicBezTo>
                    <a:cubicBezTo>
                      <a:pt x="2584" y="200"/>
                      <a:pt x="1777" y="534"/>
                      <a:pt x="1182" y="1129"/>
                    </a:cubicBezTo>
                    <a:cubicBezTo>
                      <a:pt x="588" y="1724"/>
                      <a:pt x="253" y="2531"/>
                      <a:pt x="253" y="3373"/>
                    </a:cubicBezTo>
                    <a:cubicBezTo>
                      <a:pt x="253" y="4214"/>
                      <a:pt x="588" y="5021"/>
                      <a:pt x="1182" y="5616"/>
                    </a:cubicBezTo>
                    <a:cubicBezTo>
                      <a:pt x="1777" y="6211"/>
                      <a:pt x="2584" y="6545"/>
                      <a:pt x="3425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04" name="Freeform: Shape 1903">
                <a:extLst>
                  <a:ext uri="{FF2B5EF4-FFF2-40B4-BE49-F238E27FC236}">
                    <a16:creationId xmlns:a16="http://schemas.microsoft.com/office/drawing/2014/main" id="{0A3811BE-409C-A781-35A1-BF2CC3BB23DB}"/>
                  </a:ext>
                </a:extLst>
              </p:cNvPr>
              <p:cNvSpPr/>
              <p:nvPr/>
            </p:nvSpPr>
            <p:spPr>
              <a:xfrm>
                <a:off x="4065743" y="6016540"/>
                <a:ext cx="6343" cy="6345"/>
              </a:xfrm>
              <a:custGeom>
                <a:avLst/>
                <a:gdLst>
                  <a:gd name="connsiteX0" fmla="*/ 3425 w 6343"/>
                  <a:gd name="connsiteY0" fmla="*/ 6545 h 6345"/>
                  <a:gd name="connsiteX1" fmla="*/ 5668 w 6343"/>
                  <a:gd name="connsiteY1" fmla="*/ 5616 h 6345"/>
                  <a:gd name="connsiteX2" fmla="*/ 6596 w 6343"/>
                  <a:gd name="connsiteY2" fmla="*/ 3373 h 6345"/>
                  <a:gd name="connsiteX3" fmla="*/ 5668 w 6343"/>
                  <a:gd name="connsiteY3" fmla="*/ 1129 h 6345"/>
                  <a:gd name="connsiteX4" fmla="*/ 3425 w 6343"/>
                  <a:gd name="connsiteY4" fmla="*/ 200 h 6345"/>
                  <a:gd name="connsiteX5" fmla="*/ 1182 w 6343"/>
                  <a:gd name="connsiteY5" fmla="*/ 1129 h 6345"/>
                  <a:gd name="connsiteX6" fmla="*/ 253 w 6343"/>
                  <a:gd name="connsiteY6" fmla="*/ 3373 h 6345"/>
                  <a:gd name="connsiteX7" fmla="*/ 1182 w 6343"/>
                  <a:gd name="connsiteY7" fmla="*/ 5616 h 6345"/>
                  <a:gd name="connsiteX8" fmla="*/ 3425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5"/>
                    </a:moveTo>
                    <a:cubicBezTo>
                      <a:pt x="4266" y="6545"/>
                      <a:pt x="5073" y="6211"/>
                      <a:pt x="5668" y="5616"/>
                    </a:cubicBezTo>
                    <a:cubicBezTo>
                      <a:pt x="6262" y="5021"/>
                      <a:pt x="6596" y="4214"/>
                      <a:pt x="6596" y="3373"/>
                    </a:cubicBezTo>
                    <a:cubicBezTo>
                      <a:pt x="6596" y="2531"/>
                      <a:pt x="6262" y="1724"/>
                      <a:pt x="5668" y="1129"/>
                    </a:cubicBezTo>
                    <a:cubicBezTo>
                      <a:pt x="5073" y="534"/>
                      <a:pt x="4266" y="200"/>
                      <a:pt x="3425" y="200"/>
                    </a:cubicBezTo>
                    <a:cubicBezTo>
                      <a:pt x="2584" y="200"/>
                      <a:pt x="1777" y="534"/>
                      <a:pt x="1182" y="1129"/>
                    </a:cubicBezTo>
                    <a:cubicBezTo>
                      <a:pt x="587" y="1724"/>
                      <a:pt x="253" y="2531"/>
                      <a:pt x="253" y="3373"/>
                    </a:cubicBezTo>
                    <a:cubicBezTo>
                      <a:pt x="253" y="4214"/>
                      <a:pt x="587" y="5021"/>
                      <a:pt x="1182" y="5616"/>
                    </a:cubicBezTo>
                    <a:cubicBezTo>
                      <a:pt x="1777" y="6211"/>
                      <a:pt x="2584" y="6545"/>
                      <a:pt x="3425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05" name="Freeform: Shape 1904">
                <a:extLst>
                  <a:ext uri="{FF2B5EF4-FFF2-40B4-BE49-F238E27FC236}">
                    <a16:creationId xmlns:a16="http://schemas.microsoft.com/office/drawing/2014/main" id="{790DE013-6E86-762C-4281-4887EA52C58A}"/>
                  </a:ext>
                </a:extLst>
              </p:cNvPr>
              <p:cNvSpPr/>
              <p:nvPr/>
            </p:nvSpPr>
            <p:spPr>
              <a:xfrm>
                <a:off x="4063162" y="6016454"/>
                <a:ext cx="6343" cy="6345"/>
              </a:xfrm>
              <a:custGeom>
                <a:avLst/>
                <a:gdLst>
                  <a:gd name="connsiteX0" fmla="*/ 3425 w 6343"/>
                  <a:gd name="connsiteY0" fmla="*/ 6545 h 6345"/>
                  <a:gd name="connsiteX1" fmla="*/ 5667 w 6343"/>
                  <a:gd name="connsiteY1" fmla="*/ 5616 h 6345"/>
                  <a:gd name="connsiteX2" fmla="*/ 6596 w 6343"/>
                  <a:gd name="connsiteY2" fmla="*/ 3373 h 6345"/>
                  <a:gd name="connsiteX3" fmla="*/ 5667 w 6343"/>
                  <a:gd name="connsiteY3" fmla="*/ 1129 h 6345"/>
                  <a:gd name="connsiteX4" fmla="*/ 3425 w 6343"/>
                  <a:gd name="connsiteY4" fmla="*/ 200 h 6345"/>
                  <a:gd name="connsiteX5" fmla="*/ 1182 w 6343"/>
                  <a:gd name="connsiteY5" fmla="*/ 1129 h 6345"/>
                  <a:gd name="connsiteX6" fmla="*/ 253 w 6343"/>
                  <a:gd name="connsiteY6" fmla="*/ 3373 h 6345"/>
                  <a:gd name="connsiteX7" fmla="*/ 1182 w 6343"/>
                  <a:gd name="connsiteY7" fmla="*/ 5616 h 6345"/>
                  <a:gd name="connsiteX8" fmla="*/ 3425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5"/>
                    </a:moveTo>
                    <a:cubicBezTo>
                      <a:pt x="4266" y="6545"/>
                      <a:pt x="5073" y="6211"/>
                      <a:pt x="5667" y="5616"/>
                    </a:cubicBezTo>
                    <a:cubicBezTo>
                      <a:pt x="6262" y="5021"/>
                      <a:pt x="6596" y="4214"/>
                      <a:pt x="6596" y="3373"/>
                    </a:cubicBezTo>
                    <a:cubicBezTo>
                      <a:pt x="6596" y="2531"/>
                      <a:pt x="6262" y="1724"/>
                      <a:pt x="5667" y="1129"/>
                    </a:cubicBezTo>
                    <a:cubicBezTo>
                      <a:pt x="5073" y="534"/>
                      <a:pt x="4266" y="200"/>
                      <a:pt x="3425" y="200"/>
                    </a:cubicBezTo>
                    <a:cubicBezTo>
                      <a:pt x="2584" y="200"/>
                      <a:pt x="1777" y="534"/>
                      <a:pt x="1182" y="1129"/>
                    </a:cubicBezTo>
                    <a:cubicBezTo>
                      <a:pt x="587" y="1724"/>
                      <a:pt x="253" y="2531"/>
                      <a:pt x="253" y="3373"/>
                    </a:cubicBezTo>
                    <a:cubicBezTo>
                      <a:pt x="253" y="4214"/>
                      <a:pt x="587" y="5021"/>
                      <a:pt x="1182" y="5616"/>
                    </a:cubicBezTo>
                    <a:cubicBezTo>
                      <a:pt x="1777" y="6211"/>
                      <a:pt x="2584" y="6545"/>
                      <a:pt x="3425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06" name="Freeform: Shape 1905">
                <a:extLst>
                  <a:ext uri="{FF2B5EF4-FFF2-40B4-BE49-F238E27FC236}">
                    <a16:creationId xmlns:a16="http://schemas.microsoft.com/office/drawing/2014/main" id="{59ABC54E-3D9B-E241-B938-C83F59666C68}"/>
                  </a:ext>
                </a:extLst>
              </p:cNvPr>
              <p:cNvSpPr/>
              <p:nvPr/>
            </p:nvSpPr>
            <p:spPr>
              <a:xfrm>
                <a:off x="4034080" y="5976643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69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69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80" y="1126"/>
                    </a:cubicBezTo>
                    <a:cubicBezTo>
                      <a:pt x="585" y="1721"/>
                      <a:pt x="251" y="2528"/>
                      <a:pt x="251" y="3369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07" name="Freeform: Shape 1906">
                <a:extLst>
                  <a:ext uri="{FF2B5EF4-FFF2-40B4-BE49-F238E27FC236}">
                    <a16:creationId xmlns:a16="http://schemas.microsoft.com/office/drawing/2014/main" id="{9CB73AD5-ADE6-CC3D-5654-3A77B040F4BF}"/>
                  </a:ext>
                </a:extLst>
              </p:cNvPr>
              <p:cNvSpPr/>
              <p:nvPr/>
            </p:nvSpPr>
            <p:spPr>
              <a:xfrm>
                <a:off x="4030790" y="5974882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1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69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1" y="2528"/>
                      <a:pt x="251" y="3369"/>
                    </a:cubicBezTo>
                    <a:cubicBezTo>
                      <a:pt x="251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08" name="Freeform: Shape 1907">
                <a:extLst>
                  <a:ext uri="{FF2B5EF4-FFF2-40B4-BE49-F238E27FC236}">
                    <a16:creationId xmlns:a16="http://schemas.microsoft.com/office/drawing/2014/main" id="{AE2B3B42-B40C-D6E0-8F1E-9455ECCBDE1D}"/>
                  </a:ext>
                </a:extLst>
              </p:cNvPr>
              <p:cNvSpPr/>
              <p:nvPr/>
            </p:nvSpPr>
            <p:spPr>
              <a:xfrm>
                <a:off x="4028151" y="5974048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3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0" y="2528"/>
                      <a:pt x="250" y="3369"/>
                    </a:cubicBezTo>
                    <a:cubicBezTo>
                      <a:pt x="250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09" name="Freeform: Shape 1908">
                <a:extLst>
                  <a:ext uri="{FF2B5EF4-FFF2-40B4-BE49-F238E27FC236}">
                    <a16:creationId xmlns:a16="http://schemas.microsoft.com/office/drawing/2014/main" id="{2A73909C-43AB-5BC6-781E-59F6F7FF4A12}"/>
                  </a:ext>
                </a:extLst>
              </p:cNvPr>
              <p:cNvSpPr/>
              <p:nvPr/>
            </p:nvSpPr>
            <p:spPr>
              <a:xfrm>
                <a:off x="4026994" y="5975476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10" name="Freeform: Shape 1909">
                <a:extLst>
                  <a:ext uri="{FF2B5EF4-FFF2-40B4-BE49-F238E27FC236}">
                    <a16:creationId xmlns:a16="http://schemas.microsoft.com/office/drawing/2014/main" id="{919AF678-A2B5-3BDA-25BB-488D6F4DF12B}"/>
                  </a:ext>
                </a:extLst>
              </p:cNvPr>
              <p:cNvSpPr/>
              <p:nvPr/>
            </p:nvSpPr>
            <p:spPr>
              <a:xfrm>
                <a:off x="4024297" y="5974484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69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69" y="531"/>
                      <a:pt x="4263" y="197"/>
                      <a:pt x="3422" y="197"/>
                    </a:cubicBezTo>
                    <a:cubicBezTo>
                      <a:pt x="2580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0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11" name="Freeform: Shape 1910">
                <a:extLst>
                  <a:ext uri="{FF2B5EF4-FFF2-40B4-BE49-F238E27FC236}">
                    <a16:creationId xmlns:a16="http://schemas.microsoft.com/office/drawing/2014/main" id="{9D6AF321-792D-DE6B-743A-B06009C046D3}"/>
                  </a:ext>
                </a:extLst>
              </p:cNvPr>
              <p:cNvSpPr/>
              <p:nvPr/>
            </p:nvSpPr>
            <p:spPr>
              <a:xfrm>
                <a:off x="4022854" y="5975448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3" y="6542"/>
                      <a:pt x="5069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69" y="531"/>
                      <a:pt x="4263" y="197"/>
                      <a:pt x="3421" y="197"/>
                    </a:cubicBezTo>
                    <a:cubicBezTo>
                      <a:pt x="2580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12" name="Freeform: Shape 1911">
                <a:extLst>
                  <a:ext uri="{FF2B5EF4-FFF2-40B4-BE49-F238E27FC236}">
                    <a16:creationId xmlns:a16="http://schemas.microsoft.com/office/drawing/2014/main" id="{ED31F8F8-345B-42B2-B147-216E38FF754F}"/>
                  </a:ext>
                </a:extLst>
              </p:cNvPr>
              <p:cNvSpPr/>
              <p:nvPr/>
            </p:nvSpPr>
            <p:spPr>
              <a:xfrm>
                <a:off x="4021105" y="5975916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3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13" name="Freeform: Shape 1912">
                <a:extLst>
                  <a:ext uri="{FF2B5EF4-FFF2-40B4-BE49-F238E27FC236}">
                    <a16:creationId xmlns:a16="http://schemas.microsoft.com/office/drawing/2014/main" id="{64C48099-47EC-0F37-8764-95D80C8B48EF}"/>
                  </a:ext>
                </a:extLst>
              </p:cNvPr>
              <p:cNvSpPr/>
              <p:nvPr/>
            </p:nvSpPr>
            <p:spPr>
              <a:xfrm>
                <a:off x="4017240" y="5976203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8 w 6343"/>
                  <a:gd name="connsiteY5" fmla="*/ 1126 h 6345"/>
                  <a:gd name="connsiteX6" fmla="*/ 249 w 6343"/>
                  <a:gd name="connsiteY6" fmla="*/ 3369 h 6345"/>
                  <a:gd name="connsiteX7" fmla="*/ 1178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4" y="5613"/>
                    </a:cubicBezTo>
                    <a:cubicBezTo>
                      <a:pt x="6258" y="5018"/>
                      <a:pt x="6593" y="4211"/>
                      <a:pt x="6593" y="3369"/>
                    </a:cubicBezTo>
                    <a:cubicBezTo>
                      <a:pt x="6593" y="2528"/>
                      <a:pt x="6258" y="1721"/>
                      <a:pt x="5664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3" y="531"/>
                      <a:pt x="1178" y="1126"/>
                    </a:cubicBezTo>
                    <a:cubicBezTo>
                      <a:pt x="584" y="1721"/>
                      <a:pt x="249" y="2528"/>
                      <a:pt x="249" y="3369"/>
                    </a:cubicBezTo>
                    <a:cubicBezTo>
                      <a:pt x="249" y="4211"/>
                      <a:pt x="584" y="5018"/>
                      <a:pt x="1178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14" name="Freeform: Shape 1913">
                <a:extLst>
                  <a:ext uri="{FF2B5EF4-FFF2-40B4-BE49-F238E27FC236}">
                    <a16:creationId xmlns:a16="http://schemas.microsoft.com/office/drawing/2014/main" id="{390EF2AD-35B3-19B9-9A6E-D8371A8F6B03}"/>
                  </a:ext>
                </a:extLst>
              </p:cNvPr>
              <p:cNvSpPr/>
              <p:nvPr/>
            </p:nvSpPr>
            <p:spPr>
              <a:xfrm>
                <a:off x="4015059" y="5975894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2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8 w 6343"/>
                  <a:gd name="connsiteY5" fmla="*/ 1126 h 6345"/>
                  <a:gd name="connsiteX6" fmla="*/ 249 w 6343"/>
                  <a:gd name="connsiteY6" fmla="*/ 3369 h 6345"/>
                  <a:gd name="connsiteX7" fmla="*/ 1178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4" y="5613"/>
                    </a:cubicBezTo>
                    <a:cubicBezTo>
                      <a:pt x="6258" y="5018"/>
                      <a:pt x="6592" y="4211"/>
                      <a:pt x="6592" y="3369"/>
                    </a:cubicBezTo>
                    <a:cubicBezTo>
                      <a:pt x="6592" y="2528"/>
                      <a:pt x="6258" y="1721"/>
                      <a:pt x="5664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3" y="531"/>
                      <a:pt x="1178" y="1126"/>
                    </a:cubicBezTo>
                    <a:cubicBezTo>
                      <a:pt x="583" y="1721"/>
                      <a:pt x="249" y="2528"/>
                      <a:pt x="249" y="3369"/>
                    </a:cubicBezTo>
                    <a:cubicBezTo>
                      <a:pt x="249" y="4211"/>
                      <a:pt x="583" y="5018"/>
                      <a:pt x="1178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15" name="Freeform: Shape 1914">
                <a:extLst>
                  <a:ext uri="{FF2B5EF4-FFF2-40B4-BE49-F238E27FC236}">
                    <a16:creationId xmlns:a16="http://schemas.microsoft.com/office/drawing/2014/main" id="{9C121142-2151-3830-7AB9-D23B7A8E9B27}"/>
                  </a:ext>
                </a:extLst>
              </p:cNvPr>
              <p:cNvSpPr/>
              <p:nvPr/>
            </p:nvSpPr>
            <p:spPr>
              <a:xfrm>
                <a:off x="4258406" y="6406604"/>
                <a:ext cx="6343" cy="6345"/>
              </a:xfrm>
              <a:custGeom>
                <a:avLst/>
                <a:gdLst>
                  <a:gd name="connsiteX0" fmla="*/ 3440 w 6343"/>
                  <a:gd name="connsiteY0" fmla="*/ 6576 h 6345"/>
                  <a:gd name="connsiteX1" fmla="*/ 5683 w 6343"/>
                  <a:gd name="connsiteY1" fmla="*/ 5647 h 6345"/>
                  <a:gd name="connsiteX2" fmla="*/ 6612 w 6343"/>
                  <a:gd name="connsiteY2" fmla="*/ 3403 h 6345"/>
                  <a:gd name="connsiteX3" fmla="*/ 5683 w 6343"/>
                  <a:gd name="connsiteY3" fmla="*/ 1160 h 6345"/>
                  <a:gd name="connsiteX4" fmla="*/ 3440 w 6343"/>
                  <a:gd name="connsiteY4" fmla="*/ 231 h 6345"/>
                  <a:gd name="connsiteX5" fmla="*/ 1197 w 6343"/>
                  <a:gd name="connsiteY5" fmla="*/ 1160 h 6345"/>
                  <a:gd name="connsiteX6" fmla="*/ 268 w 6343"/>
                  <a:gd name="connsiteY6" fmla="*/ 3403 h 6345"/>
                  <a:gd name="connsiteX7" fmla="*/ 1197 w 6343"/>
                  <a:gd name="connsiteY7" fmla="*/ 5647 h 6345"/>
                  <a:gd name="connsiteX8" fmla="*/ 3440 w 6343"/>
                  <a:gd name="connsiteY8" fmla="*/ 65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76"/>
                    </a:moveTo>
                    <a:cubicBezTo>
                      <a:pt x="4281" y="6576"/>
                      <a:pt x="5088" y="6242"/>
                      <a:pt x="5683" y="5647"/>
                    </a:cubicBezTo>
                    <a:cubicBezTo>
                      <a:pt x="6277" y="5052"/>
                      <a:pt x="6612" y="4245"/>
                      <a:pt x="6612" y="3403"/>
                    </a:cubicBezTo>
                    <a:cubicBezTo>
                      <a:pt x="6612" y="2562"/>
                      <a:pt x="6277" y="1755"/>
                      <a:pt x="5683" y="1160"/>
                    </a:cubicBezTo>
                    <a:cubicBezTo>
                      <a:pt x="5088" y="565"/>
                      <a:pt x="4281" y="231"/>
                      <a:pt x="3440" y="231"/>
                    </a:cubicBezTo>
                    <a:cubicBezTo>
                      <a:pt x="2599" y="231"/>
                      <a:pt x="1792" y="565"/>
                      <a:pt x="1197" y="1160"/>
                    </a:cubicBezTo>
                    <a:cubicBezTo>
                      <a:pt x="603" y="1755"/>
                      <a:pt x="268" y="2562"/>
                      <a:pt x="268" y="3403"/>
                    </a:cubicBezTo>
                    <a:cubicBezTo>
                      <a:pt x="268" y="4245"/>
                      <a:pt x="603" y="5052"/>
                      <a:pt x="1197" y="5647"/>
                    </a:cubicBezTo>
                    <a:cubicBezTo>
                      <a:pt x="1792" y="6242"/>
                      <a:pt x="2599" y="6576"/>
                      <a:pt x="3440" y="65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16" name="Freeform: Shape 1915">
                <a:extLst>
                  <a:ext uri="{FF2B5EF4-FFF2-40B4-BE49-F238E27FC236}">
                    <a16:creationId xmlns:a16="http://schemas.microsoft.com/office/drawing/2014/main" id="{14CADF23-4B36-A2EE-B73B-F543D8D26D1F}"/>
                  </a:ext>
                </a:extLst>
              </p:cNvPr>
              <p:cNvSpPr/>
              <p:nvPr/>
            </p:nvSpPr>
            <p:spPr>
              <a:xfrm>
                <a:off x="4210182" y="6331044"/>
                <a:ext cx="6343" cy="6345"/>
              </a:xfrm>
              <a:custGeom>
                <a:avLst/>
                <a:gdLst>
                  <a:gd name="connsiteX0" fmla="*/ 3436 w 6343"/>
                  <a:gd name="connsiteY0" fmla="*/ 6570 h 6345"/>
                  <a:gd name="connsiteX1" fmla="*/ 5679 w 6343"/>
                  <a:gd name="connsiteY1" fmla="*/ 5641 h 6345"/>
                  <a:gd name="connsiteX2" fmla="*/ 6608 w 6343"/>
                  <a:gd name="connsiteY2" fmla="*/ 3397 h 6345"/>
                  <a:gd name="connsiteX3" fmla="*/ 5679 w 6343"/>
                  <a:gd name="connsiteY3" fmla="*/ 1154 h 6345"/>
                  <a:gd name="connsiteX4" fmla="*/ 3436 w 6343"/>
                  <a:gd name="connsiteY4" fmla="*/ 225 h 6345"/>
                  <a:gd name="connsiteX5" fmla="*/ 1194 w 6343"/>
                  <a:gd name="connsiteY5" fmla="*/ 1154 h 6345"/>
                  <a:gd name="connsiteX6" fmla="*/ 265 w 6343"/>
                  <a:gd name="connsiteY6" fmla="*/ 3397 h 6345"/>
                  <a:gd name="connsiteX7" fmla="*/ 1194 w 6343"/>
                  <a:gd name="connsiteY7" fmla="*/ 5641 h 6345"/>
                  <a:gd name="connsiteX8" fmla="*/ 343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70"/>
                    </a:moveTo>
                    <a:cubicBezTo>
                      <a:pt x="4277" y="6570"/>
                      <a:pt x="5084" y="6236"/>
                      <a:pt x="5679" y="5641"/>
                    </a:cubicBezTo>
                    <a:cubicBezTo>
                      <a:pt x="6274" y="5046"/>
                      <a:pt x="6608" y="4239"/>
                      <a:pt x="6608" y="3397"/>
                    </a:cubicBezTo>
                    <a:cubicBezTo>
                      <a:pt x="6608" y="2556"/>
                      <a:pt x="6274" y="1749"/>
                      <a:pt x="5679" y="1154"/>
                    </a:cubicBezTo>
                    <a:cubicBezTo>
                      <a:pt x="5084" y="559"/>
                      <a:pt x="4277" y="225"/>
                      <a:pt x="3436" y="225"/>
                    </a:cubicBezTo>
                    <a:cubicBezTo>
                      <a:pt x="2595" y="225"/>
                      <a:pt x="1788" y="559"/>
                      <a:pt x="1194" y="1154"/>
                    </a:cubicBezTo>
                    <a:cubicBezTo>
                      <a:pt x="599" y="1749"/>
                      <a:pt x="265" y="2556"/>
                      <a:pt x="265" y="3397"/>
                    </a:cubicBezTo>
                    <a:cubicBezTo>
                      <a:pt x="265" y="4239"/>
                      <a:pt x="599" y="5046"/>
                      <a:pt x="1194" y="5641"/>
                    </a:cubicBezTo>
                    <a:cubicBezTo>
                      <a:pt x="1788" y="6236"/>
                      <a:pt x="2595" y="6570"/>
                      <a:pt x="343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17" name="Freeform: Shape 1916">
                <a:extLst>
                  <a:ext uri="{FF2B5EF4-FFF2-40B4-BE49-F238E27FC236}">
                    <a16:creationId xmlns:a16="http://schemas.microsoft.com/office/drawing/2014/main" id="{5C076888-7E42-65A6-C4FE-5363606D6CAA}"/>
                  </a:ext>
                </a:extLst>
              </p:cNvPr>
              <p:cNvSpPr/>
              <p:nvPr/>
            </p:nvSpPr>
            <p:spPr>
              <a:xfrm>
                <a:off x="4206407" y="6332894"/>
                <a:ext cx="6343" cy="6345"/>
              </a:xfrm>
              <a:custGeom>
                <a:avLst/>
                <a:gdLst>
                  <a:gd name="connsiteX0" fmla="*/ 3436 w 6343"/>
                  <a:gd name="connsiteY0" fmla="*/ 6570 h 6345"/>
                  <a:gd name="connsiteX1" fmla="*/ 5679 w 6343"/>
                  <a:gd name="connsiteY1" fmla="*/ 5641 h 6345"/>
                  <a:gd name="connsiteX2" fmla="*/ 6608 w 6343"/>
                  <a:gd name="connsiteY2" fmla="*/ 3398 h 6345"/>
                  <a:gd name="connsiteX3" fmla="*/ 5679 w 6343"/>
                  <a:gd name="connsiteY3" fmla="*/ 1154 h 6345"/>
                  <a:gd name="connsiteX4" fmla="*/ 3436 w 6343"/>
                  <a:gd name="connsiteY4" fmla="*/ 225 h 6345"/>
                  <a:gd name="connsiteX5" fmla="*/ 1193 w 6343"/>
                  <a:gd name="connsiteY5" fmla="*/ 1154 h 6345"/>
                  <a:gd name="connsiteX6" fmla="*/ 264 w 6343"/>
                  <a:gd name="connsiteY6" fmla="*/ 3398 h 6345"/>
                  <a:gd name="connsiteX7" fmla="*/ 1193 w 6343"/>
                  <a:gd name="connsiteY7" fmla="*/ 5641 h 6345"/>
                  <a:gd name="connsiteX8" fmla="*/ 343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70"/>
                    </a:moveTo>
                    <a:cubicBezTo>
                      <a:pt x="4277" y="6570"/>
                      <a:pt x="5084" y="6236"/>
                      <a:pt x="5679" y="5641"/>
                    </a:cubicBezTo>
                    <a:cubicBezTo>
                      <a:pt x="6273" y="5046"/>
                      <a:pt x="6608" y="4239"/>
                      <a:pt x="6608" y="3398"/>
                    </a:cubicBezTo>
                    <a:cubicBezTo>
                      <a:pt x="6608" y="2556"/>
                      <a:pt x="6273" y="1749"/>
                      <a:pt x="5679" y="1154"/>
                    </a:cubicBezTo>
                    <a:cubicBezTo>
                      <a:pt x="5084" y="559"/>
                      <a:pt x="4277" y="225"/>
                      <a:pt x="3436" y="225"/>
                    </a:cubicBezTo>
                    <a:cubicBezTo>
                      <a:pt x="2595" y="225"/>
                      <a:pt x="1788" y="559"/>
                      <a:pt x="1193" y="1154"/>
                    </a:cubicBezTo>
                    <a:cubicBezTo>
                      <a:pt x="599" y="1749"/>
                      <a:pt x="264" y="2556"/>
                      <a:pt x="264" y="3398"/>
                    </a:cubicBezTo>
                    <a:cubicBezTo>
                      <a:pt x="264" y="4239"/>
                      <a:pt x="599" y="5046"/>
                      <a:pt x="1193" y="5641"/>
                    </a:cubicBezTo>
                    <a:cubicBezTo>
                      <a:pt x="1788" y="6236"/>
                      <a:pt x="2595" y="6570"/>
                      <a:pt x="343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18" name="Freeform: Shape 1917">
                <a:extLst>
                  <a:ext uri="{FF2B5EF4-FFF2-40B4-BE49-F238E27FC236}">
                    <a16:creationId xmlns:a16="http://schemas.microsoft.com/office/drawing/2014/main" id="{7647994E-DCCB-A2D6-3830-088DF98C7835}"/>
                  </a:ext>
                </a:extLst>
              </p:cNvPr>
              <p:cNvSpPr/>
              <p:nvPr/>
            </p:nvSpPr>
            <p:spPr>
              <a:xfrm>
                <a:off x="4338893" y="6634041"/>
                <a:ext cx="6343" cy="6345"/>
              </a:xfrm>
              <a:custGeom>
                <a:avLst/>
                <a:gdLst>
                  <a:gd name="connsiteX0" fmla="*/ 3446 w 6343"/>
                  <a:gd name="connsiteY0" fmla="*/ 6594 h 6345"/>
                  <a:gd name="connsiteX1" fmla="*/ 5689 w 6343"/>
                  <a:gd name="connsiteY1" fmla="*/ 5665 h 6345"/>
                  <a:gd name="connsiteX2" fmla="*/ 6618 w 6343"/>
                  <a:gd name="connsiteY2" fmla="*/ 3421 h 6345"/>
                  <a:gd name="connsiteX3" fmla="*/ 5689 w 6343"/>
                  <a:gd name="connsiteY3" fmla="*/ 1178 h 6345"/>
                  <a:gd name="connsiteX4" fmla="*/ 3446 w 6343"/>
                  <a:gd name="connsiteY4" fmla="*/ 249 h 6345"/>
                  <a:gd name="connsiteX5" fmla="*/ 1204 w 6343"/>
                  <a:gd name="connsiteY5" fmla="*/ 1178 h 6345"/>
                  <a:gd name="connsiteX6" fmla="*/ 275 w 6343"/>
                  <a:gd name="connsiteY6" fmla="*/ 3421 h 6345"/>
                  <a:gd name="connsiteX7" fmla="*/ 1204 w 6343"/>
                  <a:gd name="connsiteY7" fmla="*/ 5665 h 6345"/>
                  <a:gd name="connsiteX8" fmla="*/ 3446 w 6343"/>
                  <a:gd name="connsiteY8" fmla="*/ 65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94"/>
                    </a:moveTo>
                    <a:cubicBezTo>
                      <a:pt x="4288" y="6594"/>
                      <a:pt x="5094" y="6260"/>
                      <a:pt x="5689" y="5665"/>
                    </a:cubicBezTo>
                    <a:cubicBezTo>
                      <a:pt x="6284" y="5070"/>
                      <a:pt x="6618" y="4263"/>
                      <a:pt x="6618" y="3421"/>
                    </a:cubicBezTo>
                    <a:cubicBezTo>
                      <a:pt x="6618" y="2580"/>
                      <a:pt x="6284" y="1773"/>
                      <a:pt x="5689" y="1178"/>
                    </a:cubicBezTo>
                    <a:cubicBezTo>
                      <a:pt x="5094" y="583"/>
                      <a:pt x="4288" y="249"/>
                      <a:pt x="3446" y="249"/>
                    </a:cubicBezTo>
                    <a:cubicBezTo>
                      <a:pt x="2605" y="249"/>
                      <a:pt x="1799" y="583"/>
                      <a:pt x="1204" y="1178"/>
                    </a:cubicBezTo>
                    <a:cubicBezTo>
                      <a:pt x="609" y="1773"/>
                      <a:pt x="275" y="2580"/>
                      <a:pt x="275" y="3421"/>
                    </a:cubicBezTo>
                    <a:cubicBezTo>
                      <a:pt x="275" y="4263"/>
                      <a:pt x="609" y="5070"/>
                      <a:pt x="1204" y="5665"/>
                    </a:cubicBezTo>
                    <a:cubicBezTo>
                      <a:pt x="1799" y="6260"/>
                      <a:pt x="2605" y="6594"/>
                      <a:pt x="3446" y="65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19" name="Freeform: Shape 1918">
                <a:extLst>
                  <a:ext uri="{FF2B5EF4-FFF2-40B4-BE49-F238E27FC236}">
                    <a16:creationId xmlns:a16="http://schemas.microsoft.com/office/drawing/2014/main" id="{665BCB0B-24B7-C39A-7FB4-B5506B31E062}"/>
                  </a:ext>
                </a:extLst>
              </p:cNvPr>
              <p:cNvSpPr/>
              <p:nvPr/>
            </p:nvSpPr>
            <p:spPr>
              <a:xfrm>
                <a:off x="4333178" y="6636502"/>
                <a:ext cx="6343" cy="6345"/>
              </a:xfrm>
              <a:custGeom>
                <a:avLst/>
                <a:gdLst>
                  <a:gd name="connsiteX0" fmla="*/ 3446 w 6343"/>
                  <a:gd name="connsiteY0" fmla="*/ 6594 h 6345"/>
                  <a:gd name="connsiteX1" fmla="*/ 5689 w 6343"/>
                  <a:gd name="connsiteY1" fmla="*/ 5665 h 6345"/>
                  <a:gd name="connsiteX2" fmla="*/ 6618 w 6343"/>
                  <a:gd name="connsiteY2" fmla="*/ 3421 h 6345"/>
                  <a:gd name="connsiteX3" fmla="*/ 5689 w 6343"/>
                  <a:gd name="connsiteY3" fmla="*/ 1178 h 6345"/>
                  <a:gd name="connsiteX4" fmla="*/ 3446 w 6343"/>
                  <a:gd name="connsiteY4" fmla="*/ 249 h 6345"/>
                  <a:gd name="connsiteX5" fmla="*/ 1203 w 6343"/>
                  <a:gd name="connsiteY5" fmla="*/ 1178 h 6345"/>
                  <a:gd name="connsiteX6" fmla="*/ 274 w 6343"/>
                  <a:gd name="connsiteY6" fmla="*/ 3421 h 6345"/>
                  <a:gd name="connsiteX7" fmla="*/ 1203 w 6343"/>
                  <a:gd name="connsiteY7" fmla="*/ 5665 h 6345"/>
                  <a:gd name="connsiteX8" fmla="*/ 3446 w 6343"/>
                  <a:gd name="connsiteY8" fmla="*/ 65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94"/>
                    </a:moveTo>
                    <a:cubicBezTo>
                      <a:pt x="4287" y="6594"/>
                      <a:pt x="5094" y="6260"/>
                      <a:pt x="5689" y="5665"/>
                    </a:cubicBezTo>
                    <a:cubicBezTo>
                      <a:pt x="6283" y="5070"/>
                      <a:pt x="6618" y="4263"/>
                      <a:pt x="6618" y="3421"/>
                    </a:cubicBezTo>
                    <a:cubicBezTo>
                      <a:pt x="6618" y="2580"/>
                      <a:pt x="6283" y="1773"/>
                      <a:pt x="5689" y="1178"/>
                    </a:cubicBezTo>
                    <a:cubicBezTo>
                      <a:pt x="5094" y="583"/>
                      <a:pt x="4287" y="249"/>
                      <a:pt x="3446" y="249"/>
                    </a:cubicBezTo>
                    <a:cubicBezTo>
                      <a:pt x="2605" y="249"/>
                      <a:pt x="1798" y="583"/>
                      <a:pt x="1203" y="1178"/>
                    </a:cubicBezTo>
                    <a:cubicBezTo>
                      <a:pt x="609" y="1773"/>
                      <a:pt x="274" y="2580"/>
                      <a:pt x="274" y="3421"/>
                    </a:cubicBezTo>
                    <a:cubicBezTo>
                      <a:pt x="274" y="4263"/>
                      <a:pt x="609" y="5070"/>
                      <a:pt x="1203" y="5665"/>
                    </a:cubicBezTo>
                    <a:cubicBezTo>
                      <a:pt x="1798" y="6260"/>
                      <a:pt x="2605" y="6594"/>
                      <a:pt x="3446" y="65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20" name="Freeform: Shape 1919">
                <a:extLst>
                  <a:ext uri="{FF2B5EF4-FFF2-40B4-BE49-F238E27FC236}">
                    <a16:creationId xmlns:a16="http://schemas.microsoft.com/office/drawing/2014/main" id="{5031CDD9-F375-54A9-0083-1818AA90302A}"/>
                  </a:ext>
                </a:extLst>
              </p:cNvPr>
              <p:cNvSpPr/>
              <p:nvPr/>
            </p:nvSpPr>
            <p:spPr>
              <a:xfrm>
                <a:off x="4327708" y="6639436"/>
                <a:ext cx="6343" cy="6345"/>
              </a:xfrm>
              <a:custGeom>
                <a:avLst/>
                <a:gdLst>
                  <a:gd name="connsiteX0" fmla="*/ 3446 w 6343"/>
                  <a:gd name="connsiteY0" fmla="*/ 6594 h 6345"/>
                  <a:gd name="connsiteX1" fmla="*/ 5688 w 6343"/>
                  <a:gd name="connsiteY1" fmla="*/ 5665 h 6345"/>
                  <a:gd name="connsiteX2" fmla="*/ 6617 w 6343"/>
                  <a:gd name="connsiteY2" fmla="*/ 3422 h 6345"/>
                  <a:gd name="connsiteX3" fmla="*/ 5688 w 6343"/>
                  <a:gd name="connsiteY3" fmla="*/ 1178 h 6345"/>
                  <a:gd name="connsiteX4" fmla="*/ 3446 w 6343"/>
                  <a:gd name="connsiteY4" fmla="*/ 249 h 6345"/>
                  <a:gd name="connsiteX5" fmla="*/ 1203 w 6343"/>
                  <a:gd name="connsiteY5" fmla="*/ 1178 h 6345"/>
                  <a:gd name="connsiteX6" fmla="*/ 274 w 6343"/>
                  <a:gd name="connsiteY6" fmla="*/ 3422 h 6345"/>
                  <a:gd name="connsiteX7" fmla="*/ 1203 w 6343"/>
                  <a:gd name="connsiteY7" fmla="*/ 5665 h 6345"/>
                  <a:gd name="connsiteX8" fmla="*/ 3446 w 6343"/>
                  <a:gd name="connsiteY8" fmla="*/ 65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94"/>
                    </a:moveTo>
                    <a:cubicBezTo>
                      <a:pt x="4287" y="6594"/>
                      <a:pt x="5093" y="6260"/>
                      <a:pt x="5688" y="5665"/>
                    </a:cubicBezTo>
                    <a:cubicBezTo>
                      <a:pt x="6283" y="5070"/>
                      <a:pt x="6617" y="4263"/>
                      <a:pt x="6617" y="3422"/>
                    </a:cubicBezTo>
                    <a:cubicBezTo>
                      <a:pt x="6617" y="2580"/>
                      <a:pt x="6283" y="1773"/>
                      <a:pt x="5688" y="1178"/>
                    </a:cubicBezTo>
                    <a:cubicBezTo>
                      <a:pt x="5093" y="583"/>
                      <a:pt x="4287" y="249"/>
                      <a:pt x="3446" y="249"/>
                    </a:cubicBezTo>
                    <a:cubicBezTo>
                      <a:pt x="2604" y="249"/>
                      <a:pt x="1798" y="583"/>
                      <a:pt x="1203" y="1178"/>
                    </a:cubicBezTo>
                    <a:cubicBezTo>
                      <a:pt x="608" y="1773"/>
                      <a:pt x="274" y="2580"/>
                      <a:pt x="274" y="3422"/>
                    </a:cubicBezTo>
                    <a:cubicBezTo>
                      <a:pt x="274" y="4263"/>
                      <a:pt x="608" y="5070"/>
                      <a:pt x="1203" y="5665"/>
                    </a:cubicBezTo>
                    <a:cubicBezTo>
                      <a:pt x="1798" y="6260"/>
                      <a:pt x="2604" y="6594"/>
                      <a:pt x="3446" y="65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21" name="Freeform: Shape 1920">
                <a:extLst>
                  <a:ext uri="{FF2B5EF4-FFF2-40B4-BE49-F238E27FC236}">
                    <a16:creationId xmlns:a16="http://schemas.microsoft.com/office/drawing/2014/main" id="{6E085E9D-6A25-84C6-5671-A5AD693CE2B6}"/>
                  </a:ext>
                </a:extLst>
              </p:cNvPr>
              <p:cNvSpPr/>
              <p:nvPr/>
            </p:nvSpPr>
            <p:spPr>
              <a:xfrm>
                <a:off x="4322113" y="6642125"/>
                <a:ext cx="6343" cy="6345"/>
              </a:xfrm>
              <a:custGeom>
                <a:avLst/>
                <a:gdLst>
                  <a:gd name="connsiteX0" fmla="*/ 3445 w 6343"/>
                  <a:gd name="connsiteY0" fmla="*/ 6595 h 6345"/>
                  <a:gd name="connsiteX1" fmla="*/ 5688 w 6343"/>
                  <a:gd name="connsiteY1" fmla="*/ 5665 h 6345"/>
                  <a:gd name="connsiteX2" fmla="*/ 6617 w 6343"/>
                  <a:gd name="connsiteY2" fmla="*/ 3422 h 6345"/>
                  <a:gd name="connsiteX3" fmla="*/ 5688 w 6343"/>
                  <a:gd name="connsiteY3" fmla="*/ 1178 h 6345"/>
                  <a:gd name="connsiteX4" fmla="*/ 3445 w 6343"/>
                  <a:gd name="connsiteY4" fmla="*/ 249 h 6345"/>
                  <a:gd name="connsiteX5" fmla="*/ 1202 w 6343"/>
                  <a:gd name="connsiteY5" fmla="*/ 1178 h 6345"/>
                  <a:gd name="connsiteX6" fmla="*/ 274 w 6343"/>
                  <a:gd name="connsiteY6" fmla="*/ 3422 h 6345"/>
                  <a:gd name="connsiteX7" fmla="*/ 1202 w 6343"/>
                  <a:gd name="connsiteY7" fmla="*/ 5665 h 6345"/>
                  <a:gd name="connsiteX8" fmla="*/ 3445 w 6343"/>
                  <a:gd name="connsiteY8" fmla="*/ 65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95"/>
                    </a:moveTo>
                    <a:cubicBezTo>
                      <a:pt x="4286" y="6595"/>
                      <a:pt x="5093" y="6260"/>
                      <a:pt x="5688" y="5665"/>
                    </a:cubicBezTo>
                    <a:cubicBezTo>
                      <a:pt x="6282" y="5070"/>
                      <a:pt x="6617" y="4263"/>
                      <a:pt x="6617" y="3422"/>
                    </a:cubicBezTo>
                    <a:cubicBezTo>
                      <a:pt x="6617" y="2581"/>
                      <a:pt x="6282" y="1773"/>
                      <a:pt x="5688" y="1178"/>
                    </a:cubicBezTo>
                    <a:cubicBezTo>
                      <a:pt x="5093" y="584"/>
                      <a:pt x="4286" y="249"/>
                      <a:pt x="3445" y="249"/>
                    </a:cubicBezTo>
                    <a:cubicBezTo>
                      <a:pt x="2604" y="249"/>
                      <a:pt x="1797" y="584"/>
                      <a:pt x="1202" y="1178"/>
                    </a:cubicBezTo>
                    <a:cubicBezTo>
                      <a:pt x="608" y="1773"/>
                      <a:pt x="274" y="2581"/>
                      <a:pt x="274" y="3422"/>
                    </a:cubicBezTo>
                    <a:cubicBezTo>
                      <a:pt x="274" y="4263"/>
                      <a:pt x="608" y="5070"/>
                      <a:pt x="1202" y="5665"/>
                    </a:cubicBezTo>
                    <a:cubicBezTo>
                      <a:pt x="1797" y="6260"/>
                      <a:pt x="2604" y="6595"/>
                      <a:pt x="3445" y="65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22" name="Freeform: Shape 1921">
                <a:extLst>
                  <a:ext uri="{FF2B5EF4-FFF2-40B4-BE49-F238E27FC236}">
                    <a16:creationId xmlns:a16="http://schemas.microsoft.com/office/drawing/2014/main" id="{C8D2E835-3A88-A7F0-0860-240BFDDFF92E}"/>
                  </a:ext>
                </a:extLst>
              </p:cNvPr>
              <p:cNvSpPr/>
              <p:nvPr/>
            </p:nvSpPr>
            <p:spPr>
              <a:xfrm>
                <a:off x="3987492" y="5973792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9 w 6343"/>
                  <a:gd name="connsiteY4" fmla="*/ 197 h 6345"/>
                  <a:gd name="connsiteX5" fmla="*/ 1176 w 6343"/>
                  <a:gd name="connsiteY5" fmla="*/ 1126 h 6345"/>
                  <a:gd name="connsiteX6" fmla="*/ 247 w 6343"/>
                  <a:gd name="connsiteY6" fmla="*/ 3369 h 6345"/>
                  <a:gd name="connsiteX7" fmla="*/ 1176 w 6343"/>
                  <a:gd name="connsiteY7" fmla="*/ 5613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0" y="6542"/>
                      <a:pt x="5067" y="6208"/>
                      <a:pt x="5661" y="5613"/>
                    </a:cubicBezTo>
                    <a:cubicBezTo>
                      <a:pt x="6256" y="5018"/>
                      <a:pt x="6590" y="4211"/>
                      <a:pt x="6590" y="3369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7" y="531"/>
                      <a:pt x="4260" y="197"/>
                      <a:pt x="3419" y="197"/>
                    </a:cubicBezTo>
                    <a:cubicBezTo>
                      <a:pt x="2578" y="197"/>
                      <a:pt x="1771" y="531"/>
                      <a:pt x="1176" y="1126"/>
                    </a:cubicBezTo>
                    <a:cubicBezTo>
                      <a:pt x="581" y="1721"/>
                      <a:pt x="247" y="2528"/>
                      <a:pt x="247" y="3369"/>
                    </a:cubicBezTo>
                    <a:cubicBezTo>
                      <a:pt x="247" y="4211"/>
                      <a:pt x="581" y="5018"/>
                      <a:pt x="1176" y="5613"/>
                    </a:cubicBezTo>
                    <a:cubicBezTo>
                      <a:pt x="1771" y="6208"/>
                      <a:pt x="2578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23" name="Freeform: Shape 1922">
                <a:extLst>
                  <a:ext uri="{FF2B5EF4-FFF2-40B4-BE49-F238E27FC236}">
                    <a16:creationId xmlns:a16="http://schemas.microsoft.com/office/drawing/2014/main" id="{5DCEF934-8587-A91E-3BB5-9714D1B3A99A}"/>
                  </a:ext>
                </a:extLst>
              </p:cNvPr>
              <p:cNvSpPr/>
              <p:nvPr/>
            </p:nvSpPr>
            <p:spPr>
              <a:xfrm>
                <a:off x="3985724" y="5973844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9 w 6343"/>
                  <a:gd name="connsiteY4" fmla="*/ 197 h 6345"/>
                  <a:gd name="connsiteX5" fmla="*/ 1176 w 6343"/>
                  <a:gd name="connsiteY5" fmla="*/ 1126 h 6345"/>
                  <a:gd name="connsiteX6" fmla="*/ 247 w 6343"/>
                  <a:gd name="connsiteY6" fmla="*/ 3369 h 6345"/>
                  <a:gd name="connsiteX7" fmla="*/ 1176 w 6343"/>
                  <a:gd name="connsiteY7" fmla="*/ 5613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0" y="6542"/>
                      <a:pt x="5066" y="6208"/>
                      <a:pt x="5661" y="5613"/>
                    </a:cubicBezTo>
                    <a:cubicBezTo>
                      <a:pt x="6256" y="5018"/>
                      <a:pt x="6590" y="4211"/>
                      <a:pt x="6590" y="3369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6" y="531"/>
                      <a:pt x="4260" y="197"/>
                      <a:pt x="3419" y="197"/>
                    </a:cubicBezTo>
                    <a:cubicBezTo>
                      <a:pt x="2577" y="197"/>
                      <a:pt x="1771" y="531"/>
                      <a:pt x="1176" y="1126"/>
                    </a:cubicBezTo>
                    <a:cubicBezTo>
                      <a:pt x="581" y="1721"/>
                      <a:pt x="247" y="2528"/>
                      <a:pt x="247" y="3369"/>
                    </a:cubicBezTo>
                    <a:cubicBezTo>
                      <a:pt x="247" y="4211"/>
                      <a:pt x="581" y="5018"/>
                      <a:pt x="1176" y="5613"/>
                    </a:cubicBezTo>
                    <a:cubicBezTo>
                      <a:pt x="1771" y="6208"/>
                      <a:pt x="2577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24" name="Freeform: Shape 1923">
                <a:extLst>
                  <a:ext uri="{FF2B5EF4-FFF2-40B4-BE49-F238E27FC236}">
                    <a16:creationId xmlns:a16="http://schemas.microsoft.com/office/drawing/2014/main" id="{8F851687-7E99-A6C6-81B7-D20487CC9C4B}"/>
                  </a:ext>
                </a:extLst>
              </p:cNvPr>
              <p:cNvSpPr/>
              <p:nvPr/>
            </p:nvSpPr>
            <p:spPr>
              <a:xfrm>
                <a:off x="3983899" y="5973753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8 w 6343"/>
                  <a:gd name="connsiteY4" fmla="*/ 197 h 6345"/>
                  <a:gd name="connsiteX5" fmla="*/ 1176 w 6343"/>
                  <a:gd name="connsiteY5" fmla="*/ 1126 h 6345"/>
                  <a:gd name="connsiteX6" fmla="*/ 247 w 6343"/>
                  <a:gd name="connsiteY6" fmla="*/ 3369 h 6345"/>
                  <a:gd name="connsiteX7" fmla="*/ 1176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60" y="6542"/>
                      <a:pt x="5066" y="6208"/>
                      <a:pt x="5661" y="5613"/>
                    </a:cubicBezTo>
                    <a:cubicBezTo>
                      <a:pt x="6256" y="5018"/>
                      <a:pt x="6590" y="4211"/>
                      <a:pt x="6590" y="3369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6" y="531"/>
                      <a:pt x="4260" y="197"/>
                      <a:pt x="3418" y="197"/>
                    </a:cubicBezTo>
                    <a:cubicBezTo>
                      <a:pt x="2577" y="197"/>
                      <a:pt x="1771" y="531"/>
                      <a:pt x="1176" y="1126"/>
                    </a:cubicBezTo>
                    <a:cubicBezTo>
                      <a:pt x="581" y="1721"/>
                      <a:pt x="247" y="2528"/>
                      <a:pt x="247" y="3369"/>
                    </a:cubicBezTo>
                    <a:cubicBezTo>
                      <a:pt x="247" y="4211"/>
                      <a:pt x="581" y="5018"/>
                      <a:pt x="1176" y="5613"/>
                    </a:cubicBezTo>
                    <a:cubicBezTo>
                      <a:pt x="1771" y="6208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25" name="Freeform: Shape 1924">
                <a:extLst>
                  <a:ext uri="{FF2B5EF4-FFF2-40B4-BE49-F238E27FC236}">
                    <a16:creationId xmlns:a16="http://schemas.microsoft.com/office/drawing/2014/main" id="{88F80C33-7DAC-FB08-F8CC-EED6416FD449}"/>
                  </a:ext>
                </a:extLst>
              </p:cNvPr>
              <p:cNvSpPr/>
              <p:nvPr/>
            </p:nvSpPr>
            <p:spPr>
              <a:xfrm>
                <a:off x="4143118" y="6325546"/>
                <a:ext cx="6343" cy="6345"/>
              </a:xfrm>
              <a:custGeom>
                <a:avLst/>
                <a:gdLst>
                  <a:gd name="connsiteX0" fmla="*/ 3431 w 6343"/>
                  <a:gd name="connsiteY0" fmla="*/ 6570 h 6345"/>
                  <a:gd name="connsiteX1" fmla="*/ 5674 w 6343"/>
                  <a:gd name="connsiteY1" fmla="*/ 5640 h 6345"/>
                  <a:gd name="connsiteX2" fmla="*/ 6603 w 6343"/>
                  <a:gd name="connsiteY2" fmla="*/ 3397 h 6345"/>
                  <a:gd name="connsiteX3" fmla="*/ 5674 w 6343"/>
                  <a:gd name="connsiteY3" fmla="*/ 1154 h 6345"/>
                  <a:gd name="connsiteX4" fmla="*/ 3431 w 6343"/>
                  <a:gd name="connsiteY4" fmla="*/ 224 h 6345"/>
                  <a:gd name="connsiteX5" fmla="*/ 1188 w 6343"/>
                  <a:gd name="connsiteY5" fmla="*/ 1154 h 6345"/>
                  <a:gd name="connsiteX6" fmla="*/ 259 w 6343"/>
                  <a:gd name="connsiteY6" fmla="*/ 3397 h 6345"/>
                  <a:gd name="connsiteX7" fmla="*/ 1188 w 6343"/>
                  <a:gd name="connsiteY7" fmla="*/ 5640 h 6345"/>
                  <a:gd name="connsiteX8" fmla="*/ 3431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70"/>
                    </a:moveTo>
                    <a:cubicBezTo>
                      <a:pt x="4272" y="6570"/>
                      <a:pt x="5079" y="6235"/>
                      <a:pt x="5674" y="5640"/>
                    </a:cubicBezTo>
                    <a:cubicBezTo>
                      <a:pt x="6268" y="5045"/>
                      <a:pt x="6603" y="4238"/>
                      <a:pt x="6603" y="3397"/>
                    </a:cubicBezTo>
                    <a:cubicBezTo>
                      <a:pt x="6603" y="2556"/>
                      <a:pt x="6268" y="1748"/>
                      <a:pt x="5674" y="1154"/>
                    </a:cubicBezTo>
                    <a:cubicBezTo>
                      <a:pt x="5079" y="559"/>
                      <a:pt x="4272" y="224"/>
                      <a:pt x="3431" y="224"/>
                    </a:cubicBezTo>
                    <a:cubicBezTo>
                      <a:pt x="2590" y="224"/>
                      <a:pt x="1783" y="559"/>
                      <a:pt x="1188" y="1154"/>
                    </a:cubicBezTo>
                    <a:cubicBezTo>
                      <a:pt x="594" y="1748"/>
                      <a:pt x="259" y="2556"/>
                      <a:pt x="259" y="3397"/>
                    </a:cubicBezTo>
                    <a:cubicBezTo>
                      <a:pt x="259" y="4238"/>
                      <a:pt x="594" y="5045"/>
                      <a:pt x="1188" y="5640"/>
                    </a:cubicBezTo>
                    <a:cubicBezTo>
                      <a:pt x="1783" y="6235"/>
                      <a:pt x="2590" y="6570"/>
                      <a:pt x="3431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26" name="Freeform: Shape 1925">
                <a:extLst>
                  <a:ext uri="{FF2B5EF4-FFF2-40B4-BE49-F238E27FC236}">
                    <a16:creationId xmlns:a16="http://schemas.microsoft.com/office/drawing/2014/main" id="{44441F6D-C8BE-204C-57DA-C974117E2F7A}"/>
                  </a:ext>
                </a:extLst>
              </p:cNvPr>
              <p:cNvSpPr/>
              <p:nvPr/>
            </p:nvSpPr>
            <p:spPr>
              <a:xfrm>
                <a:off x="4139436" y="6327062"/>
                <a:ext cx="6343" cy="6345"/>
              </a:xfrm>
              <a:custGeom>
                <a:avLst/>
                <a:gdLst>
                  <a:gd name="connsiteX0" fmla="*/ 3431 w 6343"/>
                  <a:gd name="connsiteY0" fmla="*/ 6570 h 6345"/>
                  <a:gd name="connsiteX1" fmla="*/ 5673 w 6343"/>
                  <a:gd name="connsiteY1" fmla="*/ 5641 h 6345"/>
                  <a:gd name="connsiteX2" fmla="*/ 6602 w 6343"/>
                  <a:gd name="connsiteY2" fmla="*/ 3397 h 6345"/>
                  <a:gd name="connsiteX3" fmla="*/ 5673 w 6343"/>
                  <a:gd name="connsiteY3" fmla="*/ 1154 h 6345"/>
                  <a:gd name="connsiteX4" fmla="*/ 3431 w 6343"/>
                  <a:gd name="connsiteY4" fmla="*/ 224 h 6345"/>
                  <a:gd name="connsiteX5" fmla="*/ 1188 w 6343"/>
                  <a:gd name="connsiteY5" fmla="*/ 1154 h 6345"/>
                  <a:gd name="connsiteX6" fmla="*/ 259 w 6343"/>
                  <a:gd name="connsiteY6" fmla="*/ 3397 h 6345"/>
                  <a:gd name="connsiteX7" fmla="*/ 1188 w 6343"/>
                  <a:gd name="connsiteY7" fmla="*/ 5641 h 6345"/>
                  <a:gd name="connsiteX8" fmla="*/ 3431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70"/>
                    </a:moveTo>
                    <a:cubicBezTo>
                      <a:pt x="4272" y="6570"/>
                      <a:pt x="5079" y="6235"/>
                      <a:pt x="5673" y="5641"/>
                    </a:cubicBezTo>
                    <a:cubicBezTo>
                      <a:pt x="6268" y="5046"/>
                      <a:pt x="6602" y="4239"/>
                      <a:pt x="6602" y="3397"/>
                    </a:cubicBezTo>
                    <a:cubicBezTo>
                      <a:pt x="6602" y="2556"/>
                      <a:pt x="6268" y="1749"/>
                      <a:pt x="5673" y="1154"/>
                    </a:cubicBezTo>
                    <a:cubicBezTo>
                      <a:pt x="5079" y="559"/>
                      <a:pt x="4272" y="224"/>
                      <a:pt x="3431" y="224"/>
                    </a:cubicBezTo>
                    <a:cubicBezTo>
                      <a:pt x="2590" y="224"/>
                      <a:pt x="1783" y="559"/>
                      <a:pt x="1188" y="1154"/>
                    </a:cubicBezTo>
                    <a:cubicBezTo>
                      <a:pt x="593" y="1749"/>
                      <a:pt x="259" y="2556"/>
                      <a:pt x="259" y="3397"/>
                    </a:cubicBezTo>
                    <a:cubicBezTo>
                      <a:pt x="259" y="4239"/>
                      <a:pt x="593" y="5046"/>
                      <a:pt x="1188" y="5641"/>
                    </a:cubicBezTo>
                    <a:cubicBezTo>
                      <a:pt x="1783" y="6235"/>
                      <a:pt x="2590" y="6570"/>
                      <a:pt x="3431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27" name="Freeform: Shape 1926">
                <a:extLst>
                  <a:ext uri="{FF2B5EF4-FFF2-40B4-BE49-F238E27FC236}">
                    <a16:creationId xmlns:a16="http://schemas.microsoft.com/office/drawing/2014/main" id="{DEF04953-4112-D103-EA38-150F2C1FA105}"/>
                  </a:ext>
                </a:extLst>
              </p:cNvPr>
              <p:cNvSpPr/>
              <p:nvPr/>
            </p:nvSpPr>
            <p:spPr>
              <a:xfrm>
                <a:off x="3978572" y="5973662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8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6" y="6208"/>
                      <a:pt x="5661" y="5613"/>
                    </a:cubicBezTo>
                    <a:cubicBezTo>
                      <a:pt x="6255" y="5018"/>
                      <a:pt x="6590" y="4211"/>
                      <a:pt x="6590" y="3369"/>
                    </a:cubicBezTo>
                    <a:cubicBezTo>
                      <a:pt x="6590" y="2528"/>
                      <a:pt x="6255" y="1721"/>
                      <a:pt x="5661" y="1126"/>
                    </a:cubicBezTo>
                    <a:cubicBezTo>
                      <a:pt x="5066" y="531"/>
                      <a:pt x="4259" y="197"/>
                      <a:pt x="3418" y="197"/>
                    </a:cubicBezTo>
                    <a:cubicBezTo>
                      <a:pt x="2577" y="197"/>
                      <a:pt x="1770" y="531"/>
                      <a:pt x="1175" y="1126"/>
                    </a:cubicBezTo>
                    <a:cubicBezTo>
                      <a:pt x="581" y="1721"/>
                      <a:pt x="246" y="2528"/>
                      <a:pt x="246" y="3369"/>
                    </a:cubicBezTo>
                    <a:cubicBezTo>
                      <a:pt x="246" y="4211"/>
                      <a:pt x="581" y="5018"/>
                      <a:pt x="1175" y="5613"/>
                    </a:cubicBezTo>
                    <a:cubicBezTo>
                      <a:pt x="1770" y="6208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28" name="Freeform: Shape 1927">
                <a:extLst>
                  <a:ext uri="{FF2B5EF4-FFF2-40B4-BE49-F238E27FC236}">
                    <a16:creationId xmlns:a16="http://schemas.microsoft.com/office/drawing/2014/main" id="{F5B84BD4-4968-5CB2-DEB3-88A4540D0C64}"/>
                  </a:ext>
                </a:extLst>
              </p:cNvPr>
              <p:cNvSpPr/>
              <p:nvPr/>
            </p:nvSpPr>
            <p:spPr>
              <a:xfrm>
                <a:off x="3976710" y="5973388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8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6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6" y="531"/>
                      <a:pt x="4259" y="197"/>
                      <a:pt x="3418" y="197"/>
                    </a:cubicBezTo>
                    <a:cubicBezTo>
                      <a:pt x="2577" y="197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8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29" name="Freeform: Shape 1928">
                <a:extLst>
                  <a:ext uri="{FF2B5EF4-FFF2-40B4-BE49-F238E27FC236}">
                    <a16:creationId xmlns:a16="http://schemas.microsoft.com/office/drawing/2014/main" id="{8C1A16DC-9AAE-132E-EC1D-585207EED8F6}"/>
                  </a:ext>
                </a:extLst>
              </p:cNvPr>
              <p:cNvSpPr/>
              <p:nvPr/>
            </p:nvSpPr>
            <p:spPr>
              <a:xfrm>
                <a:off x="3975081" y="5973625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8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6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6" y="531"/>
                      <a:pt x="4259" y="197"/>
                      <a:pt x="3418" y="197"/>
                    </a:cubicBezTo>
                    <a:cubicBezTo>
                      <a:pt x="2577" y="197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8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30" name="Freeform: Shape 1929">
                <a:extLst>
                  <a:ext uri="{FF2B5EF4-FFF2-40B4-BE49-F238E27FC236}">
                    <a16:creationId xmlns:a16="http://schemas.microsoft.com/office/drawing/2014/main" id="{772075A7-EB91-8E42-20B2-14CC6C959B10}"/>
                  </a:ext>
                </a:extLst>
              </p:cNvPr>
              <p:cNvSpPr/>
              <p:nvPr/>
            </p:nvSpPr>
            <p:spPr>
              <a:xfrm>
                <a:off x="4292213" y="6730937"/>
                <a:ext cx="6343" cy="6345"/>
              </a:xfrm>
              <a:custGeom>
                <a:avLst/>
                <a:gdLst>
                  <a:gd name="connsiteX0" fmla="*/ 3443 w 6343"/>
                  <a:gd name="connsiteY0" fmla="*/ 6602 h 6345"/>
                  <a:gd name="connsiteX1" fmla="*/ 5685 w 6343"/>
                  <a:gd name="connsiteY1" fmla="*/ 5672 h 6345"/>
                  <a:gd name="connsiteX2" fmla="*/ 6614 w 6343"/>
                  <a:gd name="connsiteY2" fmla="*/ 3429 h 6345"/>
                  <a:gd name="connsiteX3" fmla="*/ 5685 w 6343"/>
                  <a:gd name="connsiteY3" fmla="*/ 1185 h 6345"/>
                  <a:gd name="connsiteX4" fmla="*/ 3443 w 6343"/>
                  <a:gd name="connsiteY4" fmla="*/ 256 h 6345"/>
                  <a:gd name="connsiteX5" fmla="*/ 1200 w 6343"/>
                  <a:gd name="connsiteY5" fmla="*/ 1185 h 6345"/>
                  <a:gd name="connsiteX6" fmla="*/ 271 w 6343"/>
                  <a:gd name="connsiteY6" fmla="*/ 3429 h 6345"/>
                  <a:gd name="connsiteX7" fmla="*/ 1200 w 6343"/>
                  <a:gd name="connsiteY7" fmla="*/ 5672 h 6345"/>
                  <a:gd name="connsiteX8" fmla="*/ 3443 w 6343"/>
                  <a:gd name="connsiteY8" fmla="*/ 660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602"/>
                    </a:moveTo>
                    <a:cubicBezTo>
                      <a:pt x="4284" y="6602"/>
                      <a:pt x="5091" y="6267"/>
                      <a:pt x="5685" y="5672"/>
                    </a:cubicBezTo>
                    <a:cubicBezTo>
                      <a:pt x="6280" y="5077"/>
                      <a:pt x="6614" y="4270"/>
                      <a:pt x="6614" y="3429"/>
                    </a:cubicBezTo>
                    <a:cubicBezTo>
                      <a:pt x="6614" y="2587"/>
                      <a:pt x="6280" y="1780"/>
                      <a:pt x="5685" y="1185"/>
                    </a:cubicBezTo>
                    <a:cubicBezTo>
                      <a:pt x="5091" y="591"/>
                      <a:pt x="4284" y="256"/>
                      <a:pt x="3443" y="256"/>
                    </a:cubicBezTo>
                    <a:cubicBezTo>
                      <a:pt x="2602" y="256"/>
                      <a:pt x="1795" y="591"/>
                      <a:pt x="1200" y="1185"/>
                    </a:cubicBezTo>
                    <a:cubicBezTo>
                      <a:pt x="605" y="1780"/>
                      <a:pt x="271" y="2587"/>
                      <a:pt x="271" y="3429"/>
                    </a:cubicBezTo>
                    <a:cubicBezTo>
                      <a:pt x="271" y="4270"/>
                      <a:pt x="605" y="5077"/>
                      <a:pt x="1200" y="5672"/>
                    </a:cubicBezTo>
                    <a:cubicBezTo>
                      <a:pt x="1795" y="6267"/>
                      <a:pt x="2602" y="6602"/>
                      <a:pt x="3443" y="66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31" name="Freeform: Shape 1930">
                <a:extLst>
                  <a:ext uri="{FF2B5EF4-FFF2-40B4-BE49-F238E27FC236}">
                    <a16:creationId xmlns:a16="http://schemas.microsoft.com/office/drawing/2014/main" id="{AEC5AE1B-4A62-B20B-3194-CDA041027804}"/>
                  </a:ext>
                </a:extLst>
              </p:cNvPr>
              <p:cNvSpPr/>
              <p:nvPr/>
            </p:nvSpPr>
            <p:spPr>
              <a:xfrm>
                <a:off x="3971552" y="5973407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9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9" y="197"/>
                      <a:pt x="3417" y="197"/>
                    </a:cubicBezTo>
                    <a:cubicBezTo>
                      <a:pt x="2576" y="197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32" name="Freeform: Shape 1931">
                <a:extLst>
                  <a:ext uri="{FF2B5EF4-FFF2-40B4-BE49-F238E27FC236}">
                    <a16:creationId xmlns:a16="http://schemas.microsoft.com/office/drawing/2014/main" id="{DAB5DCFC-8E33-6702-23DC-B19602CF0D36}"/>
                  </a:ext>
                </a:extLst>
              </p:cNvPr>
              <p:cNvSpPr/>
              <p:nvPr/>
            </p:nvSpPr>
            <p:spPr>
              <a:xfrm>
                <a:off x="3969409" y="5972329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33" name="Freeform: Shape 1932">
                <a:extLst>
                  <a:ext uri="{FF2B5EF4-FFF2-40B4-BE49-F238E27FC236}">
                    <a16:creationId xmlns:a16="http://schemas.microsoft.com/office/drawing/2014/main" id="{98C1F31F-7B54-28BD-3FF8-B0632BEB77BA}"/>
                  </a:ext>
                </a:extLst>
              </p:cNvPr>
              <p:cNvSpPr/>
              <p:nvPr/>
            </p:nvSpPr>
            <p:spPr>
              <a:xfrm>
                <a:off x="3967938" y="5972872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34" name="Freeform: Shape 1933">
                <a:extLst>
                  <a:ext uri="{FF2B5EF4-FFF2-40B4-BE49-F238E27FC236}">
                    <a16:creationId xmlns:a16="http://schemas.microsoft.com/office/drawing/2014/main" id="{B5976D5F-EEFF-5443-1618-24BB8FB07D10}"/>
                  </a:ext>
                </a:extLst>
              </p:cNvPr>
              <p:cNvSpPr/>
              <p:nvPr/>
            </p:nvSpPr>
            <p:spPr>
              <a:xfrm>
                <a:off x="3965297" y="5970434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2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2"/>
                    </a:cubicBezTo>
                    <a:cubicBezTo>
                      <a:pt x="6254" y="5017"/>
                      <a:pt x="6589" y="4210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1"/>
                      <a:pt x="245" y="2528"/>
                      <a:pt x="245" y="3369"/>
                    </a:cubicBezTo>
                    <a:cubicBezTo>
                      <a:pt x="245" y="4210"/>
                      <a:pt x="580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35" name="Freeform: Shape 1934">
                <a:extLst>
                  <a:ext uri="{FF2B5EF4-FFF2-40B4-BE49-F238E27FC236}">
                    <a16:creationId xmlns:a16="http://schemas.microsoft.com/office/drawing/2014/main" id="{4EFFE9D8-6AA7-2563-F72B-F8C395C4F7E5}"/>
                  </a:ext>
                </a:extLst>
              </p:cNvPr>
              <p:cNvSpPr/>
              <p:nvPr/>
            </p:nvSpPr>
            <p:spPr>
              <a:xfrm>
                <a:off x="3963649" y="5970462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36" name="Freeform: Shape 1935">
                <a:extLst>
                  <a:ext uri="{FF2B5EF4-FFF2-40B4-BE49-F238E27FC236}">
                    <a16:creationId xmlns:a16="http://schemas.microsoft.com/office/drawing/2014/main" id="{938A0863-B02C-0183-A86E-79DA2774A078}"/>
                  </a:ext>
                </a:extLst>
              </p:cNvPr>
              <p:cNvSpPr/>
              <p:nvPr/>
            </p:nvSpPr>
            <p:spPr>
              <a:xfrm>
                <a:off x="3962072" y="5970657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37" name="Freeform: Shape 1936">
                <a:extLst>
                  <a:ext uri="{FF2B5EF4-FFF2-40B4-BE49-F238E27FC236}">
                    <a16:creationId xmlns:a16="http://schemas.microsoft.com/office/drawing/2014/main" id="{0F0925F0-9351-E953-7645-7B5AD49B842F}"/>
                  </a:ext>
                </a:extLst>
              </p:cNvPr>
              <p:cNvSpPr/>
              <p:nvPr/>
            </p:nvSpPr>
            <p:spPr>
              <a:xfrm>
                <a:off x="3960695" y="5971377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4" y="6207"/>
                      <a:pt x="5659" y="5613"/>
                    </a:cubicBezTo>
                    <a:cubicBezTo>
                      <a:pt x="6254" y="5018"/>
                      <a:pt x="6588" y="4210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4" y="531"/>
                      <a:pt x="4258" y="196"/>
                      <a:pt x="3417" y="196"/>
                    </a:cubicBezTo>
                    <a:cubicBezTo>
                      <a:pt x="2575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0"/>
                      <a:pt x="579" y="5018"/>
                      <a:pt x="1174" y="5613"/>
                    </a:cubicBezTo>
                    <a:cubicBezTo>
                      <a:pt x="1769" y="6207"/>
                      <a:pt x="2575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38" name="Freeform: Shape 1937">
                <a:extLst>
                  <a:ext uri="{FF2B5EF4-FFF2-40B4-BE49-F238E27FC236}">
                    <a16:creationId xmlns:a16="http://schemas.microsoft.com/office/drawing/2014/main" id="{594BA4F6-0BD4-EB2B-8F4B-78440308CA7C}"/>
                  </a:ext>
                </a:extLst>
              </p:cNvPr>
              <p:cNvSpPr/>
              <p:nvPr/>
            </p:nvSpPr>
            <p:spPr>
              <a:xfrm>
                <a:off x="4241174" y="6745611"/>
                <a:ext cx="6343" cy="6345"/>
              </a:xfrm>
              <a:custGeom>
                <a:avLst/>
                <a:gdLst>
                  <a:gd name="connsiteX0" fmla="*/ 3439 w 6343"/>
                  <a:gd name="connsiteY0" fmla="*/ 6603 h 6345"/>
                  <a:gd name="connsiteX1" fmla="*/ 5681 w 6343"/>
                  <a:gd name="connsiteY1" fmla="*/ 5674 h 6345"/>
                  <a:gd name="connsiteX2" fmla="*/ 6610 w 6343"/>
                  <a:gd name="connsiteY2" fmla="*/ 3430 h 6345"/>
                  <a:gd name="connsiteX3" fmla="*/ 5681 w 6343"/>
                  <a:gd name="connsiteY3" fmla="*/ 1187 h 6345"/>
                  <a:gd name="connsiteX4" fmla="*/ 3439 w 6343"/>
                  <a:gd name="connsiteY4" fmla="*/ 257 h 6345"/>
                  <a:gd name="connsiteX5" fmla="*/ 1196 w 6343"/>
                  <a:gd name="connsiteY5" fmla="*/ 1187 h 6345"/>
                  <a:gd name="connsiteX6" fmla="*/ 267 w 6343"/>
                  <a:gd name="connsiteY6" fmla="*/ 3430 h 6345"/>
                  <a:gd name="connsiteX7" fmla="*/ 1196 w 6343"/>
                  <a:gd name="connsiteY7" fmla="*/ 5674 h 6345"/>
                  <a:gd name="connsiteX8" fmla="*/ 3439 w 6343"/>
                  <a:gd name="connsiteY8" fmla="*/ 66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603"/>
                    </a:moveTo>
                    <a:cubicBezTo>
                      <a:pt x="4280" y="6603"/>
                      <a:pt x="5087" y="6268"/>
                      <a:pt x="5681" y="5674"/>
                    </a:cubicBezTo>
                    <a:cubicBezTo>
                      <a:pt x="6276" y="5079"/>
                      <a:pt x="6610" y="4271"/>
                      <a:pt x="6610" y="3430"/>
                    </a:cubicBezTo>
                    <a:cubicBezTo>
                      <a:pt x="6610" y="2589"/>
                      <a:pt x="6276" y="1782"/>
                      <a:pt x="5681" y="1187"/>
                    </a:cubicBezTo>
                    <a:cubicBezTo>
                      <a:pt x="5087" y="592"/>
                      <a:pt x="4280" y="257"/>
                      <a:pt x="3439" y="257"/>
                    </a:cubicBezTo>
                    <a:cubicBezTo>
                      <a:pt x="2598" y="257"/>
                      <a:pt x="1791" y="592"/>
                      <a:pt x="1196" y="1187"/>
                    </a:cubicBezTo>
                    <a:cubicBezTo>
                      <a:pt x="601" y="1782"/>
                      <a:pt x="267" y="2589"/>
                      <a:pt x="267" y="3430"/>
                    </a:cubicBezTo>
                    <a:cubicBezTo>
                      <a:pt x="267" y="4271"/>
                      <a:pt x="601" y="5079"/>
                      <a:pt x="1196" y="5674"/>
                    </a:cubicBezTo>
                    <a:cubicBezTo>
                      <a:pt x="1791" y="6268"/>
                      <a:pt x="2598" y="6603"/>
                      <a:pt x="3439" y="66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39" name="Freeform: Shape 1938">
                <a:extLst>
                  <a:ext uri="{FF2B5EF4-FFF2-40B4-BE49-F238E27FC236}">
                    <a16:creationId xmlns:a16="http://schemas.microsoft.com/office/drawing/2014/main" id="{7A4FB5C1-7695-AB3B-9C4C-65739C10E00D}"/>
                  </a:ext>
                </a:extLst>
              </p:cNvPr>
              <p:cNvSpPr/>
              <p:nvPr/>
            </p:nvSpPr>
            <p:spPr>
              <a:xfrm>
                <a:off x="4234683" y="6747044"/>
                <a:ext cx="6343" cy="6345"/>
              </a:xfrm>
              <a:custGeom>
                <a:avLst/>
                <a:gdLst>
                  <a:gd name="connsiteX0" fmla="*/ 3438 w 6343"/>
                  <a:gd name="connsiteY0" fmla="*/ 6603 h 6345"/>
                  <a:gd name="connsiteX1" fmla="*/ 5681 w 6343"/>
                  <a:gd name="connsiteY1" fmla="*/ 5674 h 6345"/>
                  <a:gd name="connsiteX2" fmla="*/ 6610 w 6343"/>
                  <a:gd name="connsiteY2" fmla="*/ 3430 h 6345"/>
                  <a:gd name="connsiteX3" fmla="*/ 5681 w 6343"/>
                  <a:gd name="connsiteY3" fmla="*/ 1187 h 6345"/>
                  <a:gd name="connsiteX4" fmla="*/ 3438 w 6343"/>
                  <a:gd name="connsiteY4" fmla="*/ 257 h 6345"/>
                  <a:gd name="connsiteX5" fmla="*/ 1196 w 6343"/>
                  <a:gd name="connsiteY5" fmla="*/ 1187 h 6345"/>
                  <a:gd name="connsiteX6" fmla="*/ 267 w 6343"/>
                  <a:gd name="connsiteY6" fmla="*/ 3430 h 6345"/>
                  <a:gd name="connsiteX7" fmla="*/ 1196 w 6343"/>
                  <a:gd name="connsiteY7" fmla="*/ 5674 h 6345"/>
                  <a:gd name="connsiteX8" fmla="*/ 3438 w 6343"/>
                  <a:gd name="connsiteY8" fmla="*/ 66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603"/>
                    </a:moveTo>
                    <a:cubicBezTo>
                      <a:pt x="4279" y="6603"/>
                      <a:pt x="5086" y="6269"/>
                      <a:pt x="5681" y="5674"/>
                    </a:cubicBezTo>
                    <a:cubicBezTo>
                      <a:pt x="6276" y="5079"/>
                      <a:pt x="6610" y="4272"/>
                      <a:pt x="6610" y="3430"/>
                    </a:cubicBezTo>
                    <a:cubicBezTo>
                      <a:pt x="6610" y="2589"/>
                      <a:pt x="6276" y="1782"/>
                      <a:pt x="5681" y="1187"/>
                    </a:cubicBezTo>
                    <a:cubicBezTo>
                      <a:pt x="5086" y="592"/>
                      <a:pt x="4279" y="257"/>
                      <a:pt x="3438" y="257"/>
                    </a:cubicBezTo>
                    <a:cubicBezTo>
                      <a:pt x="2597" y="257"/>
                      <a:pt x="1790" y="592"/>
                      <a:pt x="1196" y="1187"/>
                    </a:cubicBezTo>
                    <a:cubicBezTo>
                      <a:pt x="601" y="1782"/>
                      <a:pt x="267" y="2589"/>
                      <a:pt x="267" y="3430"/>
                    </a:cubicBezTo>
                    <a:cubicBezTo>
                      <a:pt x="267" y="4272"/>
                      <a:pt x="601" y="5079"/>
                      <a:pt x="1196" y="5674"/>
                    </a:cubicBezTo>
                    <a:cubicBezTo>
                      <a:pt x="1790" y="6269"/>
                      <a:pt x="2597" y="6603"/>
                      <a:pt x="3438" y="66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40" name="Freeform: Shape 1939">
                <a:extLst>
                  <a:ext uri="{FF2B5EF4-FFF2-40B4-BE49-F238E27FC236}">
                    <a16:creationId xmlns:a16="http://schemas.microsoft.com/office/drawing/2014/main" id="{1F9AAE12-111D-9F4E-3AD5-9B022A5BD903}"/>
                  </a:ext>
                </a:extLst>
              </p:cNvPr>
              <p:cNvSpPr/>
              <p:nvPr/>
            </p:nvSpPr>
            <p:spPr>
              <a:xfrm>
                <a:off x="4078725" y="6322067"/>
                <a:ext cx="6343" cy="6345"/>
              </a:xfrm>
              <a:custGeom>
                <a:avLst/>
                <a:gdLst>
                  <a:gd name="connsiteX0" fmla="*/ 3426 w 6343"/>
                  <a:gd name="connsiteY0" fmla="*/ 6569 h 6345"/>
                  <a:gd name="connsiteX1" fmla="*/ 5669 w 6343"/>
                  <a:gd name="connsiteY1" fmla="*/ 5640 h 6345"/>
                  <a:gd name="connsiteX2" fmla="*/ 6597 w 6343"/>
                  <a:gd name="connsiteY2" fmla="*/ 3397 h 6345"/>
                  <a:gd name="connsiteX3" fmla="*/ 5669 w 6343"/>
                  <a:gd name="connsiteY3" fmla="*/ 1153 h 6345"/>
                  <a:gd name="connsiteX4" fmla="*/ 3426 w 6343"/>
                  <a:gd name="connsiteY4" fmla="*/ 224 h 6345"/>
                  <a:gd name="connsiteX5" fmla="*/ 1183 w 6343"/>
                  <a:gd name="connsiteY5" fmla="*/ 1153 h 6345"/>
                  <a:gd name="connsiteX6" fmla="*/ 254 w 6343"/>
                  <a:gd name="connsiteY6" fmla="*/ 3397 h 6345"/>
                  <a:gd name="connsiteX7" fmla="*/ 1183 w 6343"/>
                  <a:gd name="connsiteY7" fmla="*/ 5640 h 6345"/>
                  <a:gd name="connsiteX8" fmla="*/ 3426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69"/>
                    </a:moveTo>
                    <a:cubicBezTo>
                      <a:pt x="4267" y="6569"/>
                      <a:pt x="5074" y="6235"/>
                      <a:pt x="5669" y="5640"/>
                    </a:cubicBezTo>
                    <a:cubicBezTo>
                      <a:pt x="6263" y="5045"/>
                      <a:pt x="6597" y="4238"/>
                      <a:pt x="6597" y="3397"/>
                    </a:cubicBezTo>
                    <a:cubicBezTo>
                      <a:pt x="6597" y="2555"/>
                      <a:pt x="6263" y="1748"/>
                      <a:pt x="5669" y="1153"/>
                    </a:cubicBezTo>
                    <a:cubicBezTo>
                      <a:pt x="5074" y="558"/>
                      <a:pt x="4267" y="224"/>
                      <a:pt x="3426" y="224"/>
                    </a:cubicBezTo>
                    <a:cubicBezTo>
                      <a:pt x="2585" y="224"/>
                      <a:pt x="1778" y="558"/>
                      <a:pt x="1183" y="1153"/>
                    </a:cubicBezTo>
                    <a:cubicBezTo>
                      <a:pt x="589" y="1748"/>
                      <a:pt x="254" y="2555"/>
                      <a:pt x="254" y="3397"/>
                    </a:cubicBezTo>
                    <a:cubicBezTo>
                      <a:pt x="254" y="4238"/>
                      <a:pt x="589" y="5045"/>
                      <a:pt x="1183" y="5640"/>
                    </a:cubicBezTo>
                    <a:cubicBezTo>
                      <a:pt x="1778" y="6235"/>
                      <a:pt x="2585" y="6569"/>
                      <a:pt x="3426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41" name="Freeform: Shape 1940">
                <a:extLst>
                  <a:ext uri="{FF2B5EF4-FFF2-40B4-BE49-F238E27FC236}">
                    <a16:creationId xmlns:a16="http://schemas.microsoft.com/office/drawing/2014/main" id="{55EF6571-19A2-D27E-9982-0933422587A8}"/>
                  </a:ext>
                </a:extLst>
              </p:cNvPr>
              <p:cNvSpPr/>
              <p:nvPr/>
            </p:nvSpPr>
            <p:spPr>
              <a:xfrm>
                <a:off x="4075418" y="6324174"/>
                <a:ext cx="6343" cy="6345"/>
              </a:xfrm>
              <a:custGeom>
                <a:avLst/>
                <a:gdLst>
                  <a:gd name="connsiteX0" fmla="*/ 3426 w 6343"/>
                  <a:gd name="connsiteY0" fmla="*/ 6570 h 6345"/>
                  <a:gd name="connsiteX1" fmla="*/ 5668 w 6343"/>
                  <a:gd name="connsiteY1" fmla="*/ 5640 h 6345"/>
                  <a:gd name="connsiteX2" fmla="*/ 6597 w 6343"/>
                  <a:gd name="connsiteY2" fmla="*/ 3397 h 6345"/>
                  <a:gd name="connsiteX3" fmla="*/ 5668 w 6343"/>
                  <a:gd name="connsiteY3" fmla="*/ 1153 h 6345"/>
                  <a:gd name="connsiteX4" fmla="*/ 3426 w 6343"/>
                  <a:gd name="connsiteY4" fmla="*/ 224 h 6345"/>
                  <a:gd name="connsiteX5" fmla="*/ 1183 w 6343"/>
                  <a:gd name="connsiteY5" fmla="*/ 1153 h 6345"/>
                  <a:gd name="connsiteX6" fmla="*/ 254 w 6343"/>
                  <a:gd name="connsiteY6" fmla="*/ 3397 h 6345"/>
                  <a:gd name="connsiteX7" fmla="*/ 1183 w 6343"/>
                  <a:gd name="connsiteY7" fmla="*/ 5640 h 6345"/>
                  <a:gd name="connsiteX8" fmla="*/ 342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70"/>
                    </a:moveTo>
                    <a:cubicBezTo>
                      <a:pt x="4267" y="6570"/>
                      <a:pt x="5074" y="6235"/>
                      <a:pt x="5668" y="5640"/>
                    </a:cubicBezTo>
                    <a:cubicBezTo>
                      <a:pt x="6263" y="5045"/>
                      <a:pt x="6597" y="4238"/>
                      <a:pt x="6597" y="3397"/>
                    </a:cubicBezTo>
                    <a:cubicBezTo>
                      <a:pt x="6597" y="2555"/>
                      <a:pt x="6263" y="1748"/>
                      <a:pt x="5668" y="1153"/>
                    </a:cubicBezTo>
                    <a:cubicBezTo>
                      <a:pt x="5074" y="558"/>
                      <a:pt x="4267" y="224"/>
                      <a:pt x="3426" y="224"/>
                    </a:cubicBezTo>
                    <a:cubicBezTo>
                      <a:pt x="2585" y="224"/>
                      <a:pt x="1778" y="558"/>
                      <a:pt x="1183" y="1153"/>
                    </a:cubicBezTo>
                    <a:cubicBezTo>
                      <a:pt x="588" y="1748"/>
                      <a:pt x="254" y="2555"/>
                      <a:pt x="254" y="3397"/>
                    </a:cubicBezTo>
                    <a:cubicBezTo>
                      <a:pt x="254" y="4238"/>
                      <a:pt x="588" y="5045"/>
                      <a:pt x="1183" y="5640"/>
                    </a:cubicBezTo>
                    <a:cubicBezTo>
                      <a:pt x="1778" y="6235"/>
                      <a:pt x="2585" y="6570"/>
                      <a:pt x="342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42" name="Freeform: Shape 1941">
                <a:extLst>
                  <a:ext uri="{FF2B5EF4-FFF2-40B4-BE49-F238E27FC236}">
                    <a16:creationId xmlns:a16="http://schemas.microsoft.com/office/drawing/2014/main" id="{EFF69CF1-6890-531E-4741-9C1D63D5A845}"/>
                  </a:ext>
                </a:extLst>
              </p:cNvPr>
              <p:cNvSpPr/>
              <p:nvPr/>
            </p:nvSpPr>
            <p:spPr>
              <a:xfrm>
                <a:off x="4072504" y="6327482"/>
                <a:ext cx="6343" cy="6345"/>
              </a:xfrm>
              <a:custGeom>
                <a:avLst/>
                <a:gdLst>
                  <a:gd name="connsiteX0" fmla="*/ 3425 w 6343"/>
                  <a:gd name="connsiteY0" fmla="*/ 6570 h 6345"/>
                  <a:gd name="connsiteX1" fmla="*/ 5668 w 6343"/>
                  <a:gd name="connsiteY1" fmla="*/ 5641 h 6345"/>
                  <a:gd name="connsiteX2" fmla="*/ 6597 w 6343"/>
                  <a:gd name="connsiteY2" fmla="*/ 3397 h 6345"/>
                  <a:gd name="connsiteX3" fmla="*/ 5668 w 6343"/>
                  <a:gd name="connsiteY3" fmla="*/ 1154 h 6345"/>
                  <a:gd name="connsiteX4" fmla="*/ 3425 w 6343"/>
                  <a:gd name="connsiteY4" fmla="*/ 224 h 6345"/>
                  <a:gd name="connsiteX5" fmla="*/ 1183 w 6343"/>
                  <a:gd name="connsiteY5" fmla="*/ 1154 h 6345"/>
                  <a:gd name="connsiteX6" fmla="*/ 254 w 6343"/>
                  <a:gd name="connsiteY6" fmla="*/ 3397 h 6345"/>
                  <a:gd name="connsiteX7" fmla="*/ 1183 w 6343"/>
                  <a:gd name="connsiteY7" fmla="*/ 5641 h 6345"/>
                  <a:gd name="connsiteX8" fmla="*/ 342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70"/>
                    </a:moveTo>
                    <a:cubicBezTo>
                      <a:pt x="4267" y="6570"/>
                      <a:pt x="5073" y="6236"/>
                      <a:pt x="5668" y="5641"/>
                    </a:cubicBezTo>
                    <a:cubicBezTo>
                      <a:pt x="6263" y="5046"/>
                      <a:pt x="6597" y="4239"/>
                      <a:pt x="6597" y="3397"/>
                    </a:cubicBezTo>
                    <a:cubicBezTo>
                      <a:pt x="6597" y="2556"/>
                      <a:pt x="6263" y="1749"/>
                      <a:pt x="5668" y="1154"/>
                    </a:cubicBezTo>
                    <a:cubicBezTo>
                      <a:pt x="5073" y="559"/>
                      <a:pt x="4267" y="224"/>
                      <a:pt x="3425" y="224"/>
                    </a:cubicBezTo>
                    <a:cubicBezTo>
                      <a:pt x="2584" y="224"/>
                      <a:pt x="1778" y="559"/>
                      <a:pt x="1183" y="1154"/>
                    </a:cubicBezTo>
                    <a:cubicBezTo>
                      <a:pt x="588" y="1749"/>
                      <a:pt x="254" y="2556"/>
                      <a:pt x="254" y="3397"/>
                    </a:cubicBezTo>
                    <a:cubicBezTo>
                      <a:pt x="254" y="4239"/>
                      <a:pt x="588" y="5046"/>
                      <a:pt x="1183" y="5641"/>
                    </a:cubicBezTo>
                    <a:cubicBezTo>
                      <a:pt x="1778" y="6236"/>
                      <a:pt x="2584" y="6570"/>
                      <a:pt x="342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43" name="Freeform: Shape 1942">
                <a:extLst>
                  <a:ext uri="{FF2B5EF4-FFF2-40B4-BE49-F238E27FC236}">
                    <a16:creationId xmlns:a16="http://schemas.microsoft.com/office/drawing/2014/main" id="{91FBBC55-77F1-8D94-4DC9-0789A583A5B1}"/>
                  </a:ext>
                </a:extLst>
              </p:cNvPr>
              <p:cNvSpPr/>
              <p:nvPr/>
            </p:nvSpPr>
            <p:spPr>
              <a:xfrm>
                <a:off x="4068377" y="6327202"/>
                <a:ext cx="6343" cy="6345"/>
              </a:xfrm>
              <a:custGeom>
                <a:avLst/>
                <a:gdLst>
                  <a:gd name="connsiteX0" fmla="*/ 3425 w 6343"/>
                  <a:gd name="connsiteY0" fmla="*/ 6570 h 6345"/>
                  <a:gd name="connsiteX1" fmla="*/ 5668 w 6343"/>
                  <a:gd name="connsiteY1" fmla="*/ 5641 h 6345"/>
                  <a:gd name="connsiteX2" fmla="*/ 6597 w 6343"/>
                  <a:gd name="connsiteY2" fmla="*/ 3397 h 6345"/>
                  <a:gd name="connsiteX3" fmla="*/ 5668 w 6343"/>
                  <a:gd name="connsiteY3" fmla="*/ 1154 h 6345"/>
                  <a:gd name="connsiteX4" fmla="*/ 3425 w 6343"/>
                  <a:gd name="connsiteY4" fmla="*/ 224 h 6345"/>
                  <a:gd name="connsiteX5" fmla="*/ 1182 w 6343"/>
                  <a:gd name="connsiteY5" fmla="*/ 1154 h 6345"/>
                  <a:gd name="connsiteX6" fmla="*/ 254 w 6343"/>
                  <a:gd name="connsiteY6" fmla="*/ 3397 h 6345"/>
                  <a:gd name="connsiteX7" fmla="*/ 1182 w 6343"/>
                  <a:gd name="connsiteY7" fmla="*/ 5641 h 6345"/>
                  <a:gd name="connsiteX8" fmla="*/ 342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70"/>
                    </a:moveTo>
                    <a:cubicBezTo>
                      <a:pt x="4266" y="6570"/>
                      <a:pt x="5073" y="6236"/>
                      <a:pt x="5668" y="5641"/>
                    </a:cubicBezTo>
                    <a:cubicBezTo>
                      <a:pt x="6262" y="5046"/>
                      <a:pt x="6597" y="4239"/>
                      <a:pt x="6597" y="3397"/>
                    </a:cubicBezTo>
                    <a:cubicBezTo>
                      <a:pt x="6597" y="2556"/>
                      <a:pt x="6262" y="1749"/>
                      <a:pt x="5668" y="1154"/>
                    </a:cubicBezTo>
                    <a:cubicBezTo>
                      <a:pt x="5073" y="559"/>
                      <a:pt x="4266" y="224"/>
                      <a:pt x="3425" y="224"/>
                    </a:cubicBezTo>
                    <a:cubicBezTo>
                      <a:pt x="2584" y="224"/>
                      <a:pt x="1777" y="559"/>
                      <a:pt x="1182" y="1154"/>
                    </a:cubicBezTo>
                    <a:cubicBezTo>
                      <a:pt x="588" y="1749"/>
                      <a:pt x="254" y="2556"/>
                      <a:pt x="254" y="3397"/>
                    </a:cubicBezTo>
                    <a:cubicBezTo>
                      <a:pt x="254" y="4239"/>
                      <a:pt x="588" y="5046"/>
                      <a:pt x="1182" y="5641"/>
                    </a:cubicBezTo>
                    <a:cubicBezTo>
                      <a:pt x="1777" y="6236"/>
                      <a:pt x="2584" y="6570"/>
                      <a:pt x="342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44" name="Freeform: Shape 1943">
                <a:extLst>
                  <a:ext uri="{FF2B5EF4-FFF2-40B4-BE49-F238E27FC236}">
                    <a16:creationId xmlns:a16="http://schemas.microsoft.com/office/drawing/2014/main" id="{CC0A5F0E-2B3D-AF4A-D3A6-E4A430CEE627}"/>
                  </a:ext>
                </a:extLst>
              </p:cNvPr>
              <p:cNvSpPr/>
              <p:nvPr/>
            </p:nvSpPr>
            <p:spPr>
              <a:xfrm>
                <a:off x="4064818" y="6328616"/>
                <a:ext cx="6343" cy="6345"/>
              </a:xfrm>
              <a:custGeom>
                <a:avLst/>
                <a:gdLst>
                  <a:gd name="connsiteX0" fmla="*/ 3425 w 6343"/>
                  <a:gd name="connsiteY0" fmla="*/ 6570 h 6345"/>
                  <a:gd name="connsiteX1" fmla="*/ 5667 w 6343"/>
                  <a:gd name="connsiteY1" fmla="*/ 5641 h 6345"/>
                  <a:gd name="connsiteX2" fmla="*/ 6596 w 6343"/>
                  <a:gd name="connsiteY2" fmla="*/ 3397 h 6345"/>
                  <a:gd name="connsiteX3" fmla="*/ 5667 w 6343"/>
                  <a:gd name="connsiteY3" fmla="*/ 1154 h 6345"/>
                  <a:gd name="connsiteX4" fmla="*/ 3425 w 6343"/>
                  <a:gd name="connsiteY4" fmla="*/ 225 h 6345"/>
                  <a:gd name="connsiteX5" fmla="*/ 1182 w 6343"/>
                  <a:gd name="connsiteY5" fmla="*/ 1154 h 6345"/>
                  <a:gd name="connsiteX6" fmla="*/ 253 w 6343"/>
                  <a:gd name="connsiteY6" fmla="*/ 3397 h 6345"/>
                  <a:gd name="connsiteX7" fmla="*/ 1182 w 6343"/>
                  <a:gd name="connsiteY7" fmla="*/ 5641 h 6345"/>
                  <a:gd name="connsiteX8" fmla="*/ 342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70"/>
                    </a:moveTo>
                    <a:cubicBezTo>
                      <a:pt x="4266" y="6570"/>
                      <a:pt x="5073" y="6236"/>
                      <a:pt x="5667" y="5641"/>
                    </a:cubicBezTo>
                    <a:cubicBezTo>
                      <a:pt x="6262" y="5046"/>
                      <a:pt x="6596" y="4239"/>
                      <a:pt x="6596" y="3397"/>
                    </a:cubicBezTo>
                    <a:cubicBezTo>
                      <a:pt x="6596" y="2556"/>
                      <a:pt x="6262" y="1749"/>
                      <a:pt x="5667" y="1154"/>
                    </a:cubicBezTo>
                    <a:cubicBezTo>
                      <a:pt x="5073" y="559"/>
                      <a:pt x="4266" y="225"/>
                      <a:pt x="3425" y="225"/>
                    </a:cubicBezTo>
                    <a:cubicBezTo>
                      <a:pt x="2584" y="225"/>
                      <a:pt x="1777" y="559"/>
                      <a:pt x="1182" y="1154"/>
                    </a:cubicBezTo>
                    <a:cubicBezTo>
                      <a:pt x="587" y="1749"/>
                      <a:pt x="253" y="2556"/>
                      <a:pt x="253" y="3397"/>
                    </a:cubicBezTo>
                    <a:cubicBezTo>
                      <a:pt x="253" y="4239"/>
                      <a:pt x="587" y="5046"/>
                      <a:pt x="1182" y="5641"/>
                    </a:cubicBezTo>
                    <a:cubicBezTo>
                      <a:pt x="1777" y="6236"/>
                      <a:pt x="2584" y="6570"/>
                      <a:pt x="342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45" name="Freeform: Shape 1944">
                <a:extLst>
                  <a:ext uri="{FF2B5EF4-FFF2-40B4-BE49-F238E27FC236}">
                    <a16:creationId xmlns:a16="http://schemas.microsoft.com/office/drawing/2014/main" id="{0A757735-1A34-0F90-6B38-A6B083087639}"/>
                  </a:ext>
                </a:extLst>
              </p:cNvPr>
              <p:cNvSpPr/>
              <p:nvPr/>
            </p:nvSpPr>
            <p:spPr>
              <a:xfrm>
                <a:off x="4060947" y="6329055"/>
                <a:ext cx="6343" cy="6345"/>
              </a:xfrm>
              <a:custGeom>
                <a:avLst/>
                <a:gdLst>
                  <a:gd name="connsiteX0" fmla="*/ 3424 w 6343"/>
                  <a:gd name="connsiteY0" fmla="*/ 6570 h 6345"/>
                  <a:gd name="connsiteX1" fmla="*/ 5667 w 6343"/>
                  <a:gd name="connsiteY1" fmla="*/ 5641 h 6345"/>
                  <a:gd name="connsiteX2" fmla="*/ 6596 w 6343"/>
                  <a:gd name="connsiteY2" fmla="*/ 3397 h 6345"/>
                  <a:gd name="connsiteX3" fmla="*/ 5667 w 6343"/>
                  <a:gd name="connsiteY3" fmla="*/ 1154 h 6345"/>
                  <a:gd name="connsiteX4" fmla="*/ 3424 w 6343"/>
                  <a:gd name="connsiteY4" fmla="*/ 225 h 6345"/>
                  <a:gd name="connsiteX5" fmla="*/ 1182 w 6343"/>
                  <a:gd name="connsiteY5" fmla="*/ 1154 h 6345"/>
                  <a:gd name="connsiteX6" fmla="*/ 253 w 6343"/>
                  <a:gd name="connsiteY6" fmla="*/ 3397 h 6345"/>
                  <a:gd name="connsiteX7" fmla="*/ 1182 w 6343"/>
                  <a:gd name="connsiteY7" fmla="*/ 5641 h 6345"/>
                  <a:gd name="connsiteX8" fmla="*/ 342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0"/>
                    </a:moveTo>
                    <a:cubicBezTo>
                      <a:pt x="4266" y="6570"/>
                      <a:pt x="5072" y="6236"/>
                      <a:pt x="5667" y="5641"/>
                    </a:cubicBezTo>
                    <a:cubicBezTo>
                      <a:pt x="6262" y="5046"/>
                      <a:pt x="6596" y="4239"/>
                      <a:pt x="6596" y="3397"/>
                    </a:cubicBezTo>
                    <a:cubicBezTo>
                      <a:pt x="6596" y="2556"/>
                      <a:pt x="6262" y="1749"/>
                      <a:pt x="5667" y="1154"/>
                    </a:cubicBezTo>
                    <a:cubicBezTo>
                      <a:pt x="5072" y="559"/>
                      <a:pt x="4266" y="225"/>
                      <a:pt x="3424" y="225"/>
                    </a:cubicBezTo>
                    <a:cubicBezTo>
                      <a:pt x="2583" y="225"/>
                      <a:pt x="1777" y="559"/>
                      <a:pt x="1182" y="1154"/>
                    </a:cubicBezTo>
                    <a:cubicBezTo>
                      <a:pt x="587" y="1749"/>
                      <a:pt x="253" y="2556"/>
                      <a:pt x="253" y="3397"/>
                    </a:cubicBezTo>
                    <a:cubicBezTo>
                      <a:pt x="253" y="4239"/>
                      <a:pt x="587" y="5046"/>
                      <a:pt x="1182" y="5641"/>
                    </a:cubicBezTo>
                    <a:cubicBezTo>
                      <a:pt x="1777" y="6236"/>
                      <a:pt x="2583" y="6570"/>
                      <a:pt x="342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46" name="Freeform: Shape 1945">
                <a:extLst>
                  <a:ext uri="{FF2B5EF4-FFF2-40B4-BE49-F238E27FC236}">
                    <a16:creationId xmlns:a16="http://schemas.microsoft.com/office/drawing/2014/main" id="{F277A581-BC43-2B6C-BC7E-21AF4B74C95B}"/>
                  </a:ext>
                </a:extLst>
              </p:cNvPr>
              <p:cNvSpPr/>
              <p:nvPr/>
            </p:nvSpPr>
            <p:spPr>
              <a:xfrm>
                <a:off x="4056894" y="6328877"/>
                <a:ext cx="6343" cy="6345"/>
              </a:xfrm>
              <a:custGeom>
                <a:avLst/>
                <a:gdLst>
                  <a:gd name="connsiteX0" fmla="*/ 3424 w 6343"/>
                  <a:gd name="connsiteY0" fmla="*/ 6570 h 6345"/>
                  <a:gd name="connsiteX1" fmla="*/ 5667 w 6343"/>
                  <a:gd name="connsiteY1" fmla="*/ 5641 h 6345"/>
                  <a:gd name="connsiteX2" fmla="*/ 6596 w 6343"/>
                  <a:gd name="connsiteY2" fmla="*/ 3397 h 6345"/>
                  <a:gd name="connsiteX3" fmla="*/ 5667 w 6343"/>
                  <a:gd name="connsiteY3" fmla="*/ 1154 h 6345"/>
                  <a:gd name="connsiteX4" fmla="*/ 3424 w 6343"/>
                  <a:gd name="connsiteY4" fmla="*/ 225 h 6345"/>
                  <a:gd name="connsiteX5" fmla="*/ 1182 w 6343"/>
                  <a:gd name="connsiteY5" fmla="*/ 1154 h 6345"/>
                  <a:gd name="connsiteX6" fmla="*/ 253 w 6343"/>
                  <a:gd name="connsiteY6" fmla="*/ 3397 h 6345"/>
                  <a:gd name="connsiteX7" fmla="*/ 1182 w 6343"/>
                  <a:gd name="connsiteY7" fmla="*/ 5641 h 6345"/>
                  <a:gd name="connsiteX8" fmla="*/ 342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0"/>
                    </a:moveTo>
                    <a:cubicBezTo>
                      <a:pt x="4265" y="6570"/>
                      <a:pt x="5072" y="6236"/>
                      <a:pt x="5667" y="5641"/>
                    </a:cubicBezTo>
                    <a:cubicBezTo>
                      <a:pt x="6262" y="5046"/>
                      <a:pt x="6596" y="4239"/>
                      <a:pt x="6596" y="3397"/>
                    </a:cubicBezTo>
                    <a:cubicBezTo>
                      <a:pt x="6596" y="2556"/>
                      <a:pt x="6262" y="1749"/>
                      <a:pt x="5667" y="1154"/>
                    </a:cubicBezTo>
                    <a:cubicBezTo>
                      <a:pt x="5072" y="559"/>
                      <a:pt x="4265" y="225"/>
                      <a:pt x="3424" y="225"/>
                    </a:cubicBezTo>
                    <a:cubicBezTo>
                      <a:pt x="2583" y="225"/>
                      <a:pt x="1776" y="559"/>
                      <a:pt x="1182" y="1154"/>
                    </a:cubicBezTo>
                    <a:cubicBezTo>
                      <a:pt x="587" y="1749"/>
                      <a:pt x="253" y="2556"/>
                      <a:pt x="253" y="3397"/>
                    </a:cubicBezTo>
                    <a:cubicBezTo>
                      <a:pt x="253" y="4239"/>
                      <a:pt x="587" y="5046"/>
                      <a:pt x="1182" y="5641"/>
                    </a:cubicBezTo>
                    <a:cubicBezTo>
                      <a:pt x="1776" y="6236"/>
                      <a:pt x="2583" y="6570"/>
                      <a:pt x="342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47" name="Freeform: Shape 1946">
                <a:extLst>
                  <a:ext uri="{FF2B5EF4-FFF2-40B4-BE49-F238E27FC236}">
                    <a16:creationId xmlns:a16="http://schemas.microsoft.com/office/drawing/2014/main" id="{88EDE542-B5D8-125C-A20E-2E4E1D44A76B}"/>
                  </a:ext>
                </a:extLst>
              </p:cNvPr>
              <p:cNvSpPr/>
              <p:nvPr/>
            </p:nvSpPr>
            <p:spPr>
              <a:xfrm>
                <a:off x="4052961" y="6329037"/>
                <a:ext cx="6343" cy="6345"/>
              </a:xfrm>
              <a:custGeom>
                <a:avLst/>
                <a:gdLst>
                  <a:gd name="connsiteX0" fmla="*/ 3424 w 6343"/>
                  <a:gd name="connsiteY0" fmla="*/ 6570 h 6345"/>
                  <a:gd name="connsiteX1" fmla="*/ 5666 w 6343"/>
                  <a:gd name="connsiteY1" fmla="*/ 5641 h 6345"/>
                  <a:gd name="connsiteX2" fmla="*/ 6595 w 6343"/>
                  <a:gd name="connsiteY2" fmla="*/ 3397 h 6345"/>
                  <a:gd name="connsiteX3" fmla="*/ 5666 w 6343"/>
                  <a:gd name="connsiteY3" fmla="*/ 1154 h 6345"/>
                  <a:gd name="connsiteX4" fmla="*/ 3424 w 6343"/>
                  <a:gd name="connsiteY4" fmla="*/ 225 h 6345"/>
                  <a:gd name="connsiteX5" fmla="*/ 1181 w 6343"/>
                  <a:gd name="connsiteY5" fmla="*/ 1154 h 6345"/>
                  <a:gd name="connsiteX6" fmla="*/ 252 w 6343"/>
                  <a:gd name="connsiteY6" fmla="*/ 3397 h 6345"/>
                  <a:gd name="connsiteX7" fmla="*/ 1181 w 6343"/>
                  <a:gd name="connsiteY7" fmla="*/ 5641 h 6345"/>
                  <a:gd name="connsiteX8" fmla="*/ 342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0"/>
                    </a:moveTo>
                    <a:cubicBezTo>
                      <a:pt x="4265" y="6570"/>
                      <a:pt x="5072" y="6236"/>
                      <a:pt x="5666" y="5641"/>
                    </a:cubicBezTo>
                    <a:cubicBezTo>
                      <a:pt x="6261" y="5046"/>
                      <a:pt x="6595" y="4239"/>
                      <a:pt x="6595" y="3397"/>
                    </a:cubicBezTo>
                    <a:cubicBezTo>
                      <a:pt x="6595" y="2556"/>
                      <a:pt x="6261" y="1749"/>
                      <a:pt x="5666" y="1154"/>
                    </a:cubicBezTo>
                    <a:cubicBezTo>
                      <a:pt x="5072" y="559"/>
                      <a:pt x="4265" y="225"/>
                      <a:pt x="3424" y="225"/>
                    </a:cubicBezTo>
                    <a:cubicBezTo>
                      <a:pt x="2583" y="225"/>
                      <a:pt x="1776" y="559"/>
                      <a:pt x="1181" y="1154"/>
                    </a:cubicBezTo>
                    <a:cubicBezTo>
                      <a:pt x="586" y="1749"/>
                      <a:pt x="252" y="2556"/>
                      <a:pt x="252" y="3397"/>
                    </a:cubicBezTo>
                    <a:cubicBezTo>
                      <a:pt x="252" y="4239"/>
                      <a:pt x="586" y="5046"/>
                      <a:pt x="1181" y="5641"/>
                    </a:cubicBezTo>
                    <a:cubicBezTo>
                      <a:pt x="1776" y="6236"/>
                      <a:pt x="2583" y="6570"/>
                      <a:pt x="342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48" name="Freeform: Shape 1947">
                <a:extLst>
                  <a:ext uri="{FF2B5EF4-FFF2-40B4-BE49-F238E27FC236}">
                    <a16:creationId xmlns:a16="http://schemas.microsoft.com/office/drawing/2014/main" id="{4ECDB104-77E9-BCE2-58CA-81F2FC6021A8}"/>
                  </a:ext>
                </a:extLst>
              </p:cNvPr>
              <p:cNvSpPr/>
              <p:nvPr/>
            </p:nvSpPr>
            <p:spPr>
              <a:xfrm>
                <a:off x="4048925" y="6328805"/>
                <a:ext cx="6343" cy="6345"/>
              </a:xfrm>
              <a:custGeom>
                <a:avLst/>
                <a:gdLst>
                  <a:gd name="connsiteX0" fmla="*/ 3424 w 6343"/>
                  <a:gd name="connsiteY0" fmla="*/ 6570 h 6345"/>
                  <a:gd name="connsiteX1" fmla="*/ 5666 w 6343"/>
                  <a:gd name="connsiteY1" fmla="*/ 5641 h 6345"/>
                  <a:gd name="connsiteX2" fmla="*/ 6595 w 6343"/>
                  <a:gd name="connsiteY2" fmla="*/ 3397 h 6345"/>
                  <a:gd name="connsiteX3" fmla="*/ 5666 w 6343"/>
                  <a:gd name="connsiteY3" fmla="*/ 1154 h 6345"/>
                  <a:gd name="connsiteX4" fmla="*/ 3424 w 6343"/>
                  <a:gd name="connsiteY4" fmla="*/ 225 h 6345"/>
                  <a:gd name="connsiteX5" fmla="*/ 1181 w 6343"/>
                  <a:gd name="connsiteY5" fmla="*/ 1154 h 6345"/>
                  <a:gd name="connsiteX6" fmla="*/ 252 w 6343"/>
                  <a:gd name="connsiteY6" fmla="*/ 3397 h 6345"/>
                  <a:gd name="connsiteX7" fmla="*/ 1181 w 6343"/>
                  <a:gd name="connsiteY7" fmla="*/ 5641 h 6345"/>
                  <a:gd name="connsiteX8" fmla="*/ 342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0"/>
                    </a:moveTo>
                    <a:cubicBezTo>
                      <a:pt x="4265" y="6570"/>
                      <a:pt x="5071" y="6236"/>
                      <a:pt x="5666" y="5641"/>
                    </a:cubicBezTo>
                    <a:cubicBezTo>
                      <a:pt x="6261" y="5046"/>
                      <a:pt x="6595" y="4239"/>
                      <a:pt x="6595" y="3397"/>
                    </a:cubicBezTo>
                    <a:cubicBezTo>
                      <a:pt x="6595" y="2556"/>
                      <a:pt x="6261" y="1749"/>
                      <a:pt x="5666" y="1154"/>
                    </a:cubicBezTo>
                    <a:cubicBezTo>
                      <a:pt x="5071" y="559"/>
                      <a:pt x="4265" y="225"/>
                      <a:pt x="3424" y="225"/>
                    </a:cubicBezTo>
                    <a:cubicBezTo>
                      <a:pt x="2582" y="225"/>
                      <a:pt x="1776" y="559"/>
                      <a:pt x="1181" y="1154"/>
                    </a:cubicBezTo>
                    <a:cubicBezTo>
                      <a:pt x="586" y="1749"/>
                      <a:pt x="252" y="2556"/>
                      <a:pt x="252" y="3397"/>
                    </a:cubicBezTo>
                    <a:cubicBezTo>
                      <a:pt x="252" y="4239"/>
                      <a:pt x="586" y="5046"/>
                      <a:pt x="1181" y="5641"/>
                    </a:cubicBezTo>
                    <a:cubicBezTo>
                      <a:pt x="1776" y="6236"/>
                      <a:pt x="2582" y="6570"/>
                      <a:pt x="342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49" name="Freeform: Shape 1948">
                <a:extLst>
                  <a:ext uri="{FF2B5EF4-FFF2-40B4-BE49-F238E27FC236}">
                    <a16:creationId xmlns:a16="http://schemas.microsoft.com/office/drawing/2014/main" id="{914504D1-9F57-251B-E79F-5F329934F277}"/>
                  </a:ext>
                </a:extLst>
              </p:cNvPr>
              <p:cNvSpPr/>
              <p:nvPr/>
            </p:nvSpPr>
            <p:spPr>
              <a:xfrm>
                <a:off x="4044912" y="6328592"/>
                <a:ext cx="6343" cy="6345"/>
              </a:xfrm>
              <a:custGeom>
                <a:avLst/>
                <a:gdLst>
                  <a:gd name="connsiteX0" fmla="*/ 3423 w 6343"/>
                  <a:gd name="connsiteY0" fmla="*/ 6570 h 6345"/>
                  <a:gd name="connsiteX1" fmla="*/ 5666 w 6343"/>
                  <a:gd name="connsiteY1" fmla="*/ 5641 h 6345"/>
                  <a:gd name="connsiteX2" fmla="*/ 6595 w 6343"/>
                  <a:gd name="connsiteY2" fmla="*/ 3397 h 6345"/>
                  <a:gd name="connsiteX3" fmla="*/ 5666 w 6343"/>
                  <a:gd name="connsiteY3" fmla="*/ 1154 h 6345"/>
                  <a:gd name="connsiteX4" fmla="*/ 3423 w 6343"/>
                  <a:gd name="connsiteY4" fmla="*/ 225 h 6345"/>
                  <a:gd name="connsiteX5" fmla="*/ 1181 w 6343"/>
                  <a:gd name="connsiteY5" fmla="*/ 1154 h 6345"/>
                  <a:gd name="connsiteX6" fmla="*/ 252 w 6343"/>
                  <a:gd name="connsiteY6" fmla="*/ 3397 h 6345"/>
                  <a:gd name="connsiteX7" fmla="*/ 1181 w 6343"/>
                  <a:gd name="connsiteY7" fmla="*/ 5641 h 6345"/>
                  <a:gd name="connsiteX8" fmla="*/ 342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70"/>
                    </a:moveTo>
                    <a:cubicBezTo>
                      <a:pt x="4264" y="6570"/>
                      <a:pt x="5071" y="6236"/>
                      <a:pt x="5666" y="5641"/>
                    </a:cubicBezTo>
                    <a:cubicBezTo>
                      <a:pt x="6261" y="5046"/>
                      <a:pt x="6595" y="4239"/>
                      <a:pt x="6595" y="3397"/>
                    </a:cubicBezTo>
                    <a:cubicBezTo>
                      <a:pt x="6595" y="2556"/>
                      <a:pt x="6261" y="1749"/>
                      <a:pt x="5666" y="1154"/>
                    </a:cubicBezTo>
                    <a:cubicBezTo>
                      <a:pt x="5071" y="559"/>
                      <a:pt x="4264" y="225"/>
                      <a:pt x="3423" y="225"/>
                    </a:cubicBezTo>
                    <a:cubicBezTo>
                      <a:pt x="2582" y="225"/>
                      <a:pt x="1775" y="559"/>
                      <a:pt x="1181" y="1154"/>
                    </a:cubicBezTo>
                    <a:cubicBezTo>
                      <a:pt x="586" y="1749"/>
                      <a:pt x="252" y="2556"/>
                      <a:pt x="252" y="3397"/>
                    </a:cubicBezTo>
                    <a:cubicBezTo>
                      <a:pt x="252" y="4239"/>
                      <a:pt x="586" y="5046"/>
                      <a:pt x="1181" y="5641"/>
                    </a:cubicBezTo>
                    <a:cubicBezTo>
                      <a:pt x="1775" y="6236"/>
                      <a:pt x="2582" y="6570"/>
                      <a:pt x="342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50" name="Freeform: Shape 1949">
                <a:extLst>
                  <a:ext uri="{FF2B5EF4-FFF2-40B4-BE49-F238E27FC236}">
                    <a16:creationId xmlns:a16="http://schemas.microsoft.com/office/drawing/2014/main" id="{6EE21B1A-995A-DC77-1B54-64B502DD2414}"/>
                  </a:ext>
                </a:extLst>
              </p:cNvPr>
              <p:cNvSpPr/>
              <p:nvPr/>
            </p:nvSpPr>
            <p:spPr>
              <a:xfrm>
                <a:off x="4040986" y="6328627"/>
                <a:ext cx="6343" cy="6345"/>
              </a:xfrm>
              <a:custGeom>
                <a:avLst/>
                <a:gdLst>
                  <a:gd name="connsiteX0" fmla="*/ 3423 w 6343"/>
                  <a:gd name="connsiteY0" fmla="*/ 6570 h 6345"/>
                  <a:gd name="connsiteX1" fmla="*/ 5666 w 6343"/>
                  <a:gd name="connsiteY1" fmla="*/ 5641 h 6345"/>
                  <a:gd name="connsiteX2" fmla="*/ 6594 w 6343"/>
                  <a:gd name="connsiteY2" fmla="*/ 3397 h 6345"/>
                  <a:gd name="connsiteX3" fmla="*/ 5666 w 6343"/>
                  <a:gd name="connsiteY3" fmla="*/ 1154 h 6345"/>
                  <a:gd name="connsiteX4" fmla="*/ 3423 w 6343"/>
                  <a:gd name="connsiteY4" fmla="*/ 225 h 6345"/>
                  <a:gd name="connsiteX5" fmla="*/ 1180 w 6343"/>
                  <a:gd name="connsiteY5" fmla="*/ 1154 h 6345"/>
                  <a:gd name="connsiteX6" fmla="*/ 251 w 6343"/>
                  <a:gd name="connsiteY6" fmla="*/ 3397 h 6345"/>
                  <a:gd name="connsiteX7" fmla="*/ 1180 w 6343"/>
                  <a:gd name="connsiteY7" fmla="*/ 5641 h 6345"/>
                  <a:gd name="connsiteX8" fmla="*/ 342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70"/>
                    </a:moveTo>
                    <a:cubicBezTo>
                      <a:pt x="4264" y="6570"/>
                      <a:pt x="5071" y="6236"/>
                      <a:pt x="5666" y="5641"/>
                    </a:cubicBezTo>
                    <a:cubicBezTo>
                      <a:pt x="6260" y="5046"/>
                      <a:pt x="6594" y="4239"/>
                      <a:pt x="6594" y="3397"/>
                    </a:cubicBezTo>
                    <a:cubicBezTo>
                      <a:pt x="6594" y="2556"/>
                      <a:pt x="6260" y="1749"/>
                      <a:pt x="5666" y="1154"/>
                    </a:cubicBezTo>
                    <a:cubicBezTo>
                      <a:pt x="5071" y="559"/>
                      <a:pt x="4264" y="225"/>
                      <a:pt x="3423" y="225"/>
                    </a:cubicBezTo>
                    <a:cubicBezTo>
                      <a:pt x="2582" y="225"/>
                      <a:pt x="1775" y="559"/>
                      <a:pt x="1180" y="1154"/>
                    </a:cubicBezTo>
                    <a:cubicBezTo>
                      <a:pt x="586" y="1749"/>
                      <a:pt x="251" y="2556"/>
                      <a:pt x="251" y="3397"/>
                    </a:cubicBezTo>
                    <a:cubicBezTo>
                      <a:pt x="251" y="4239"/>
                      <a:pt x="586" y="5046"/>
                      <a:pt x="1180" y="5641"/>
                    </a:cubicBezTo>
                    <a:cubicBezTo>
                      <a:pt x="1775" y="6236"/>
                      <a:pt x="2582" y="6570"/>
                      <a:pt x="342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51" name="Freeform: Shape 1950">
                <a:extLst>
                  <a:ext uri="{FF2B5EF4-FFF2-40B4-BE49-F238E27FC236}">
                    <a16:creationId xmlns:a16="http://schemas.microsoft.com/office/drawing/2014/main" id="{615EAD7B-90CA-C9DC-36EE-BE95A023029F}"/>
                  </a:ext>
                </a:extLst>
              </p:cNvPr>
              <p:cNvSpPr/>
              <p:nvPr/>
            </p:nvSpPr>
            <p:spPr>
              <a:xfrm>
                <a:off x="4036965" y="6328268"/>
                <a:ext cx="6343" cy="6345"/>
              </a:xfrm>
              <a:custGeom>
                <a:avLst/>
                <a:gdLst>
                  <a:gd name="connsiteX0" fmla="*/ 3423 w 6343"/>
                  <a:gd name="connsiteY0" fmla="*/ 6570 h 6345"/>
                  <a:gd name="connsiteX1" fmla="*/ 5665 w 6343"/>
                  <a:gd name="connsiteY1" fmla="*/ 5641 h 6345"/>
                  <a:gd name="connsiteX2" fmla="*/ 6594 w 6343"/>
                  <a:gd name="connsiteY2" fmla="*/ 3397 h 6345"/>
                  <a:gd name="connsiteX3" fmla="*/ 5665 w 6343"/>
                  <a:gd name="connsiteY3" fmla="*/ 1154 h 6345"/>
                  <a:gd name="connsiteX4" fmla="*/ 3423 w 6343"/>
                  <a:gd name="connsiteY4" fmla="*/ 224 h 6345"/>
                  <a:gd name="connsiteX5" fmla="*/ 1180 w 6343"/>
                  <a:gd name="connsiteY5" fmla="*/ 1154 h 6345"/>
                  <a:gd name="connsiteX6" fmla="*/ 251 w 6343"/>
                  <a:gd name="connsiteY6" fmla="*/ 3397 h 6345"/>
                  <a:gd name="connsiteX7" fmla="*/ 1180 w 6343"/>
                  <a:gd name="connsiteY7" fmla="*/ 5641 h 6345"/>
                  <a:gd name="connsiteX8" fmla="*/ 342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70"/>
                    </a:moveTo>
                    <a:cubicBezTo>
                      <a:pt x="4264" y="6570"/>
                      <a:pt x="5070" y="6236"/>
                      <a:pt x="5665" y="5641"/>
                    </a:cubicBezTo>
                    <a:cubicBezTo>
                      <a:pt x="6260" y="5046"/>
                      <a:pt x="6594" y="4239"/>
                      <a:pt x="6594" y="3397"/>
                    </a:cubicBezTo>
                    <a:cubicBezTo>
                      <a:pt x="6594" y="2556"/>
                      <a:pt x="6260" y="1749"/>
                      <a:pt x="5665" y="1154"/>
                    </a:cubicBezTo>
                    <a:cubicBezTo>
                      <a:pt x="5070" y="559"/>
                      <a:pt x="4264" y="224"/>
                      <a:pt x="3423" y="224"/>
                    </a:cubicBezTo>
                    <a:cubicBezTo>
                      <a:pt x="2581" y="224"/>
                      <a:pt x="1775" y="559"/>
                      <a:pt x="1180" y="1154"/>
                    </a:cubicBezTo>
                    <a:cubicBezTo>
                      <a:pt x="585" y="1749"/>
                      <a:pt x="251" y="2556"/>
                      <a:pt x="251" y="3397"/>
                    </a:cubicBezTo>
                    <a:cubicBezTo>
                      <a:pt x="251" y="4239"/>
                      <a:pt x="585" y="5046"/>
                      <a:pt x="1180" y="5641"/>
                    </a:cubicBezTo>
                    <a:cubicBezTo>
                      <a:pt x="1775" y="6236"/>
                      <a:pt x="2581" y="6570"/>
                      <a:pt x="342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52" name="Freeform: Shape 1951">
                <a:extLst>
                  <a:ext uri="{FF2B5EF4-FFF2-40B4-BE49-F238E27FC236}">
                    <a16:creationId xmlns:a16="http://schemas.microsoft.com/office/drawing/2014/main" id="{A3050488-45EC-0BE7-21FD-A992FF35425E}"/>
                  </a:ext>
                </a:extLst>
              </p:cNvPr>
              <p:cNvSpPr/>
              <p:nvPr/>
            </p:nvSpPr>
            <p:spPr>
              <a:xfrm>
                <a:off x="4032905" y="6327699"/>
                <a:ext cx="6343" cy="6345"/>
              </a:xfrm>
              <a:custGeom>
                <a:avLst/>
                <a:gdLst>
                  <a:gd name="connsiteX0" fmla="*/ 3422 w 6343"/>
                  <a:gd name="connsiteY0" fmla="*/ 6570 h 6345"/>
                  <a:gd name="connsiteX1" fmla="*/ 5665 w 6343"/>
                  <a:gd name="connsiteY1" fmla="*/ 5641 h 6345"/>
                  <a:gd name="connsiteX2" fmla="*/ 6594 w 6343"/>
                  <a:gd name="connsiteY2" fmla="*/ 3397 h 6345"/>
                  <a:gd name="connsiteX3" fmla="*/ 5665 w 6343"/>
                  <a:gd name="connsiteY3" fmla="*/ 1154 h 6345"/>
                  <a:gd name="connsiteX4" fmla="*/ 3422 w 6343"/>
                  <a:gd name="connsiteY4" fmla="*/ 224 h 6345"/>
                  <a:gd name="connsiteX5" fmla="*/ 1180 w 6343"/>
                  <a:gd name="connsiteY5" fmla="*/ 1154 h 6345"/>
                  <a:gd name="connsiteX6" fmla="*/ 251 w 6343"/>
                  <a:gd name="connsiteY6" fmla="*/ 3397 h 6345"/>
                  <a:gd name="connsiteX7" fmla="*/ 1180 w 6343"/>
                  <a:gd name="connsiteY7" fmla="*/ 5641 h 6345"/>
                  <a:gd name="connsiteX8" fmla="*/ 342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70"/>
                    </a:moveTo>
                    <a:cubicBezTo>
                      <a:pt x="4263" y="6570"/>
                      <a:pt x="5070" y="6236"/>
                      <a:pt x="5665" y="5641"/>
                    </a:cubicBezTo>
                    <a:cubicBezTo>
                      <a:pt x="6260" y="5046"/>
                      <a:pt x="6594" y="4239"/>
                      <a:pt x="6594" y="3397"/>
                    </a:cubicBezTo>
                    <a:cubicBezTo>
                      <a:pt x="6594" y="2556"/>
                      <a:pt x="6260" y="1749"/>
                      <a:pt x="5665" y="1154"/>
                    </a:cubicBezTo>
                    <a:cubicBezTo>
                      <a:pt x="5070" y="559"/>
                      <a:pt x="4263" y="224"/>
                      <a:pt x="3422" y="224"/>
                    </a:cubicBezTo>
                    <a:cubicBezTo>
                      <a:pt x="2581" y="224"/>
                      <a:pt x="1774" y="559"/>
                      <a:pt x="1180" y="1154"/>
                    </a:cubicBezTo>
                    <a:cubicBezTo>
                      <a:pt x="585" y="1749"/>
                      <a:pt x="251" y="2556"/>
                      <a:pt x="251" y="3397"/>
                    </a:cubicBezTo>
                    <a:cubicBezTo>
                      <a:pt x="251" y="4239"/>
                      <a:pt x="585" y="5046"/>
                      <a:pt x="1180" y="5641"/>
                    </a:cubicBezTo>
                    <a:cubicBezTo>
                      <a:pt x="1774" y="6236"/>
                      <a:pt x="2581" y="6570"/>
                      <a:pt x="342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53" name="Freeform: Shape 1952">
                <a:extLst>
                  <a:ext uri="{FF2B5EF4-FFF2-40B4-BE49-F238E27FC236}">
                    <a16:creationId xmlns:a16="http://schemas.microsoft.com/office/drawing/2014/main" id="{0C780343-9041-A70E-193A-9425C7172F62}"/>
                  </a:ext>
                </a:extLst>
              </p:cNvPr>
              <p:cNvSpPr/>
              <p:nvPr/>
            </p:nvSpPr>
            <p:spPr>
              <a:xfrm>
                <a:off x="4028857" y="6327102"/>
                <a:ext cx="6343" cy="6345"/>
              </a:xfrm>
              <a:custGeom>
                <a:avLst/>
                <a:gdLst>
                  <a:gd name="connsiteX0" fmla="*/ 3422 w 6343"/>
                  <a:gd name="connsiteY0" fmla="*/ 6570 h 6345"/>
                  <a:gd name="connsiteX1" fmla="*/ 5665 w 6343"/>
                  <a:gd name="connsiteY1" fmla="*/ 5641 h 6345"/>
                  <a:gd name="connsiteX2" fmla="*/ 6594 w 6343"/>
                  <a:gd name="connsiteY2" fmla="*/ 3397 h 6345"/>
                  <a:gd name="connsiteX3" fmla="*/ 5665 w 6343"/>
                  <a:gd name="connsiteY3" fmla="*/ 1154 h 6345"/>
                  <a:gd name="connsiteX4" fmla="*/ 3422 w 6343"/>
                  <a:gd name="connsiteY4" fmla="*/ 224 h 6345"/>
                  <a:gd name="connsiteX5" fmla="*/ 1179 w 6343"/>
                  <a:gd name="connsiteY5" fmla="*/ 1154 h 6345"/>
                  <a:gd name="connsiteX6" fmla="*/ 250 w 6343"/>
                  <a:gd name="connsiteY6" fmla="*/ 3397 h 6345"/>
                  <a:gd name="connsiteX7" fmla="*/ 1179 w 6343"/>
                  <a:gd name="connsiteY7" fmla="*/ 5641 h 6345"/>
                  <a:gd name="connsiteX8" fmla="*/ 342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70"/>
                    </a:moveTo>
                    <a:cubicBezTo>
                      <a:pt x="4263" y="6570"/>
                      <a:pt x="5070" y="6235"/>
                      <a:pt x="5665" y="5641"/>
                    </a:cubicBezTo>
                    <a:cubicBezTo>
                      <a:pt x="6259" y="5046"/>
                      <a:pt x="6594" y="4239"/>
                      <a:pt x="6594" y="3397"/>
                    </a:cubicBezTo>
                    <a:cubicBezTo>
                      <a:pt x="6594" y="2556"/>
                      <a:pt x="6259" y="1749"/>
                      <a:pt x="5665" y="1154"/>
                    </a:cubicBezTo>
                    <a:cubicBezTo>
                      <a:pt x="5070" y="559"/>
                      <a:pt x="4263" y="224"/>
                      <a:pt x="3422" y="224"/>
                    </a:cubicBezTo>
                    <a:cubicBezTo>
                      <a:pt x="2581" y="224"/>
                      <a:pt x="1774" y="559"/>
                      <a:pt x="1179" y="1154"/>
                    </a:cubicBezTo>
                    <a:cubicBezTo>
                      <a:pt x="585" y="1749"/>
                      <a:pt x="250" y="2556"/>
                      <a:pt x="250" y="3397"/>
                    </a:cubicBezTo>
                    <a:cubicBezTo>
                      <a:pt x="250" y="4239"/>
                      <a:pt x="585" y="5046"/>
                      <a:pt x="1179" y="5641"/>
                    </a:cubicBezTo>
                    <a:cubicBezTo>
                      <a:pt x="1774" y="6235"/>
                      <a:pt x="2581" y="6570"/>
                      <a:pt x="342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54" name="Freeform: Shape 1953">
                <a:extLst>
                  <a:ext uri="{FF2B5EF4-FFF2-40B4-BE49-F238E27FC236}">
                    <a16:creationId xmlns:a16="http://schemas.microsoft.com/office/drawing/2014/main" id="{3C1FD9E0-99BD-CF34-84B8-B263B59E2AFF}"/>
                  </a:ext>
                </a:extLst>
              </p:cNvPr>
              <p:cNvSpPr/>
              <p:nvPr/>
            </p:nvSpPr>
            <p:spPr>
              <a:xfrm>
                <a:off x="4024527" y="6325324"/>
                <a:ext cx="6343" cy="6345"/>
              </a:xfrm>
              <a:custGeom>
                <a:avLst/>
                <a:gdLst>
                  <a:gd name="connsiteX0" fmla="*/ 3422 w 6343"/>
                  <a:gd name="connsiteY0" fmla="*/ 6570 h 6345"/>
                  <a:gd name="connsiteX1" fmla="*/ 5664 w 6343"/>
                  <a:gd name="connsiteY1" fmla="*/ 5640 h 6345"/>
                  <a:gd name="connsiteX2" fmla="*/ 6593 w 6343"/>
                  <a:gd name="connsiteY2" fmla="*/ 3397 h 6345"/>
                  <a:gd name="connsiteX3" fmla="*/ 5664 w 6343"/>
                  <a:gd name="connsiteY3" fmla="*/ 1154 h 6345"/>
                  <a:gd name="connsiteX4" fmla="*/ 3422 w 6343"/>
                  <a:gd name="connsiteY4" fmla="*/ 224 h 6345"/>
                  <a:gd name="connsiteX5" fmla="*/ 1179 w 6343"/>
                  <a:gd name="connsiteY5" fmla="*/ 1154 h 6345"/>
                  <a:gd name="connsiteX6" fmla="*/ 250 w 6343"/>
                  <a:gd name="connsiteY6" fmla="*/ 3397 h 6345"/>
                  <a:gd name="connsiteX7" fmla="*/ 1179 w 6343"/>
                  <a:gd name="connsiteY7" fmla="*/ 5640 h 6345"/>
                  <a:gd name="connsiteX8" fmla="*/ 342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70"/>
                    </a:moveTo>
                    <a:cubicBezTo>
                      <a:pt x="4263" y="6570"/>
                      <a:pt x="5069" y="6235"/>
                      <a:pt x="5664" y="5640"/>
                    </a:cubicBezTo>
                    <a:cubicBezTo>
                      <a:pt x="6259" y="5045"/>
                      <a:pt x="6593" y="4238"/>
                      <a:pt x="6593" y="3397"/>
                    </a:cubicBezTo>
                    <a:cubicBezTo>
                      <a:pt x="6593" y="2556"/>
                      <a:pt x="6259" y="1748"/>
                      <a:pt x="5664" y="1154"/>
                    </a:cubicBezTo>
                    <a:cubicBezTo>
                      <a:pt x="5069" y="559"/>
                      <a:pt x="4263" y="224"/>
                      <a:pt x="3422" y="224"/>
                    </a:cubicBezTo>
                    <a:cubicBezTo>
                      <a:pt x="2581" y="224"/>
                      <a:pt x="1774" y="559"/>
                      <a:pt x="1179" y="1154"/>
                    </a:cubicBezTo>
                    <a:cubicBezTo>
                      <a:pt x="584" y="1748"/>
                      <a:pt x="250" y="2556"/>
                      <a:pt x="250" y="3397"/>
                    </a:cubicBezTo>
                    <a:cubicBezTo>
                      <a:pt x="250" y="4238"/>
                      <a:pt x="584" y="5045"/>
                      <a:pt x="1179" y="5640"/>
                    </a:cubicBezTo>
                    <a:cubicBezTo>
                      <a:pt x="1774" y="6235"/>
                      <a:pt x="2581" y="6570"/>
                      <a:pt x="342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55" name="Freeform: Shape 1954">
                <a:extLst>
                  <a:ext uri="{FF2B5EF4-FFF2-40B4-BE49-F238E27FC236}">
                    <a16:creationId xmlns:a16="http://schemas.microsoft.com/office/drawing/2014/main" id="{F9051684-86C6-CC92-6A8F-A5146F825F25}"/>
                  </a:ext>
                </a:extLst>
              </p:cNvPr>
              <p:cNvSpPr/>
              <p:nvPr/>
            </p:nvSpPr>
            <p:spPr>
              <a:xfrm>
                <a:off x="4020179" y="6323330"/>
                <a:ext cx="6343" cy="6345"/>
              </a:xfrm>
              <a:custGeom>
                <a:avLst/>
                <a:gdLst>
                  <a:gd name="connsiteX0" fmla="*/ 3421 w 6343"/>
                  <a:gd name="connsiteY0" fmla="*/ 6570 h 6345"/>
                  <a:gd name="connsiteX1" fmla="*/ 5664 w 6343"/>
                  <a:gd name="connsiteY1" fmla="*/ 5640 h 6345"/>
                  <a:gd name="connsiteX2" fmla="*/ 6593 w 6343"/>
                  <a:gd name="connsiteY2" fmla="*/ 3397 h 6345"/>
                  <a:gd name="connsiteX3" fmla="*/ 5664 w 6343"/>
                  <a:gd name="connsiteY3" fmla="*/ 1153 h 6345"/>
                  <a:gd name="connsiteX4" fmla="*/ 3421 w 6343"/>
                  <a:gd name="connsiteY4" fmla="*/ 224 h 6345"/>
                  <a:gd name="connsiteX5" fmla="*/ 1179 w 6343"/>
                  <a:gd name="connsiteY5" fmla="*/ 1153 h 6345"/>
                  <a:gd name="connsiteX6" fmla="*/ 250 w 6343"/>
                  <a:gd name="connsiteY6" fmla="*/ 3397 h 6345"/>
                  <a:gd name="connsiteX7" fmla="*/ 1179 w 6343"/>
                  <a:gd name="connsiteY7" fmla="*/ 5640 h 6345"/>
                  <a:gd name="connsiteX8" fmla="*/ 3421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70"/>
                    </a:moveTo>
                    <a:cubicBezTo>
                      <a:pt x="4262" y="6570"/>
                      <a:pt x="5069" y="6235"/>
                      <a:pt x="5664" y="5640"/>
                    </a:cubicBezTo>
                    <a:cubicBezTo>
                      <a:pt x="6259" y="5045"/>
                      <a:pt x="6593" y="4238"/>
                      <a:pt x="6593" y="3397"/>
                    </a:cubicBezTo>
                    <a:cubicBezTo>
                      <a:pt x="6593" y="2555"/>
                      <a:pt x="6259" y="1748"/>
                      <a:pt x="5664" y="1153"/>
                    </a:cubicBezTo>
                    <a:cubicBezTo>
                      <a:pt x="5069" y="558"/>
                      <a:pt x="4262" y="224"/>
                      <a:pt x="3421" y="224"/>
                    </a:cubicBezTo>
                    <a:cubicBezTo>
                      <a:pt x="2580" y="224"/>
                      <a:pt x="1773" y="558"/>
                      <a:pt x="1179" y="1153"/>
                    </a:cubicBezTo>
                    <a:cubicBezTo>
                      <a:pt x="584" y="1748"/>
                      <a:pt x="250" y="2555"/>
                      <a:pt x="250" y="3397"/>
                    </a:cubicBezTo>
                    <a:cubicBezTo>
                      <a:pt x="250" y="4238"/>
                      <a:pt x="584" y="5045"/>
                      <a:pt x="1179" y="5640"/>
                    </a:cubicBezTo>
                    <a:cubicBezTo>
                      <a:pt x="1773" y="6235"/>
                      <a:pt x="2580" y="6570"/>
                      <a:pt x="3421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56" name="Freeform: Shape 1955">
                <a:extLst>
                  <a:ext uri="{FF2B5EF4-FFF2-40B4-BE49-F238E27FC236}">
                    <a16:creationId xmlns:a16="http://schemas.microsoft.com/office/drawing/2014/main" id="{11E2F0A5-83C3-369A-B1E0-29128C28905E}"/>
                  </a:ext>
                </a:extLst>
              </p:cNvPr>
              <p:cNvSpPr/>
              <p:nvPr/>
            </p:nvSpPr>
            <p:spPr>
              <a:xfrm>
                <a:off x="4011638" y="6319528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3 w 6343"/>
                  <a:gd name="connsiteY1" fmla="*/ 5640 h 6345"/>
                  <a:gd name="connsiteX2" fmla="*/ 6592 w 6343"/>
                  <a:gd name="connsiteY2" fmla="*/ 3396 h 6345"/>
                  <a:gd name="connsiteX3" fmla="*/ 5663 w 6343"/>
                  <a:gd name="connsiteY3" fmla="*/ 1153 h 6345"/>
                  <a:gd name="connsiteX4" fmla="*/ 3421 w 6343"/>
                  <a:gd name="connsiteY4" fmla="*/ 224 h 6345"/>
                  <a:gd name="connsiteX5" fmla="*/ 1178 w 6343"/>
                  <a:gd name="connsiteY5" fmla="*/ 1153 h 6345"/>
                  <a:gd name="connsiteX6" fmla="*/ 249 w 6343"/>
                  <a:gd name="connsiteY6" fmla="*/ 3396 h 6345"/>
                  <a:gd name="connsiteX7" fmla="*/ 1178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2" y="6569"/>
                      <a:pt x="5068" y="6235"/>
                      <a:pt x="5663" y="5640"/>
                    </a:cubicBezTo>
                    <a:cubicBezTo>
                      <a:pt x="6258" y="5045"/>
                      <a:pt x="6592" y="4238"/>
                      <a:pt x="6592" y="3396"/>
                    </a:cubicBezTo>
                    <a:cubicBezTo>
                      <a:pt x="6592" y="2555"/>
                      <a:pt x="6258" y="1748"/>
                      <a:pt x="5663" y="1153"/>
                    </a:cubicBezTo>
                    <a:cubicBezTo>
                      <a:pt x="5068" y="558"/>
                      <a:pt x="4262" y="224"/>
                      <a:pt x="3421" y="224"/>
                    </a:cubicBezTo>
                    <a:cubicBezTo>
                      <a:pt x="2579" y="224"/>
                      <a:pt x="1773" y="558"/>
                      <a:pt x="1178" y="1153"/>
                    </a:cubicBezTo>
                    <a:cubicBezTo>
                      <a:pt x="583" y="1748"/>
                      <a:pt x="249" y="2555"/>
                      <a:pt x="249" y="3396"/>
                    </a:cubicBezTo>
                    <a:cubicBezTo>
                      <a:pt x="249" y="4238"/>
                      <a:pt x="583" y="5045"/>
                      <a:pt x="1178" y="5640"/>
                    </a:cubicBezTo>
                    <a:cubicBezTo>
                      <a:pt x="1773" y="6235"/>
                      <a:pt x="2579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57" name="Freeform: Shape 1956">
                <a:extLst>
                  <a:ext uri="{FF2B5EF4-FFF2-40B4-BE49-F238E27FC236}">
                    <a16:creationId xmlns:a16="http://schemas.microsoft.com/office/drawing/2014/main" id="{47E9F3D4-6400-D557-F903-99A0CCAB62E5}"/>
                  </a:ext>
                </a:extLst>
              </p:cNvPr>
              <p:cNvSpPr/>
              <p:nvPr/>
            </p:nvSpPr>
            <p:spPr>
              <a:xfrm>
                <a:off x="4007250" y="6316886"/>
                <a:ext cx="6343" cy="6345"/>
              </a:xfrm>
              <a:custGeom>
                <a:avLst/>
                <a:gdLst>
                  <a:gd name="connsiteX0" fmla="*/ 3420 w 6343"/>
                  <a:gd name="connsiteY0" fmla="*/ 6569 h 6345"/>
                  <a:gd name="connsiteX1" fmla="*/ 5663 w 6343"/>
                  <a:gd name="connsiteY1" fmla="*/ 5640 h 6345"/>
                  <a:gd name="connsiteX2" fmla="*/ 6592 w 6343"/>
                  <a:gd name="connsiteY2" fmla="*/ 3396 h 6345"/>
                  <a:gd name="connsiteX3" fmla="*/ 5663 w 6343"/>
                  <a:gd name="connsiteY3" fmla="*/ 1153 h 6345"/>
                  <a:gd name="connsiteX4" fmla="*/ 3420 w 6343"/>
                  <a:gd name="connsiteY4" fmla="*/ 224 h 6345"/>
                  <a:gd name="connsiteX5" fmla="*/ 1178 w 6343"/>
                  <a:gd name="connsiteY5" fmla="*/ 1153 h 6345"/>
                  <a:gd name="connsiteX6" fmla="*/ 249 w 6343"/>
                  <a:gd name="connsiteY6" fmla="*/ 3396 h 6345"/>
                  <a:gd name="connsiteX7" fmla="*/ 1178 w 6343"/>
                  <a:gd name="connsiteY7" fmla="*/ 5640 h 6345"/>
                  <a:gd name="connsiteX8" fmla="*/ 342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9"/>
                    </a:moveTo>
                    <a:cubicBezTo>
                      <a:pt x="4261" y="6569"/>
                      <a:pt x="5068" y="6235"/>
                      <a:pt x="5663" y="5640"/>
                    </a:cubicBezTo>
                    <a:cubicBezTo>
                      <a:pt x="6258" y="5045"/>
                      <a:pt x="6592" y="4238"/>
                      <a:pt x="6592" y="3396"/>
                    </a:cubicBezTo>
                    <a:cubicBezTo>
                      <a:pt x="6592" y="2555"/>
                      <a:pt x="6258" y="1748"/>
                      <a:pt x="5663" y="1153"/>
                    </a:cubicBezTo>
                    <a:cubicBezTo>
                      <a:pt x="5068" y="558"/>
                      <a:pt x="4261" y="224"/>
                      <a:pt x="3420" y="224"/>
                    </a:cubicBezTo>
                    <a:cubicBezTo>
                      <a:pt x="2579" y="224"/>
                      <a:pt x="1772" y="558"/>
                      <a:pt x="1178" y="1153"/>
                    </a:cubicBezTo>
                    <a:cubicBezTo>
                      <a:pt x="583" y="1748"/>
                      <a:pt x="249" y="2555"/>
                      <a:pt x="249" y="3396"/>
                    </a:cubicBezTo>
                    <a:cubicBezTo>
                      <a:pt x="249" y="4238"/>
                      <a:pt x="583" y="5045"/>
                      <a:pt x="1178" y="5640"/>
                    </a:cubicBezTo>
                    <a:cubicBezTo>
                      <a:pt x="1772" y="6235"/>
                      <a:pt x="2579" y="6569"/>
                      <a:pt x="342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58" name="Freeform: Shape 1957">
                <a:extLst>
                  <a:ext uri="{FF2B5EF4-FFF2-40B4-BE49-F238E27FC236}">
                    <a16:creationId xmlns:a16="http://schemas.microsoft.com/office/drawing/2014/main" id="{8C4C26DA-80F5-D719-2F06-921CDF90624B}"/>
                  </a:ext>
                </a:extLst>
              </p:cNvPr>
              <p:cNvSpPr/>
              <p:nvPr/>
            </p:nvSpPr>
            <p:spPr>
              <a:xfrm>
                <a:off x="4089688" y="6701189"/>
                <a:ext cx="6343" cy="6345"/>
              </a:xfrm>
              <a:custGeom>
                <a:avLst/>
                <a:gdLst>
                  <a:gd name="connsiteX0" fmla="*/ 3427 w 6343"/>
                  <a:gd name="connsiteY0" fmla="*/ 6599 h 6345"/>
                  <a:gd name="connsiteX1" fmla="*/ 5669 w 6343"/>
                  <a:gd name="connsiteY1" fmla="*/ 5670 h 6345"/>
                  <a:gd name="connsiteX2" fmla="*/ 6598 w 6343"/>
                  <a:gd name="connsiteY2" fmla="*/ 3427 h 6345"/>
                  <a:gd name="connsiteX3" fmla="*/ 5669 w 6343"/>
                  <a:gd name="connsiteY3" fmla="*/ 1183 h 6345"/>
                  <a:gd name="connsiteX4" fmla="*/ 3427 w 6343"/>
                  <a:gd name="connsiteY4" fmla="*/ 254 h 6345"/>
                  <a:gd name="connsiteX5" fmla="*/ 1184 w 6343"/>
                  <a:gd name="connsiteY5" fmla="*/ 1183 h 6345"/>
                  <a:gd name="connsiteX6" fmla="*/ 255 w 6343"/>
                  <a:gd name="connsiteY6" fmla="*/ 3427 h 6345"/>
                  <a:gd name="connsiteX7" fmla="*/ 1184 w 6343"/>
                  <a:gd name="connsiteY7" fmla="*/ 5670 h 6345"/>
                  <a:gd name="connsiteX8" fmla="*/ 3427 w 6343"/>
                  <a:gd name="connsiteY8" fmla="*/ 65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99"/>
                    </a:moveTo>
                    <a:cubicBezTo>
                      <a:pt x="4268" y="6599"/>
                      <a:pt x="5075" y="6265"/>
                      <a:pt x="5669" y="5670"/>
                    </a:cubicBezTo>
                    <a:cubicBezTo>
                      <a:pt x="6264" y="5075"/>
                      <a:pt x="6598" y="4268"/>
                      <a:pt x="6598" y="3427"/>
                    </a:cubicBezTo>
                    <a:cubicBezTo>
                      <a:pt x="6598" y="2585"/>
                      <a:pt x="6264" y="1778"/>
                      <a:pt x="5669" y="1183"/>
                    </a:cubicBezTo>
                    <a:cubicBezTo>
                      <a:pt x="5075" y="588"/>
                      <a:pt x="4268" y="254"/>
                      <a:pt x="3427" y="254"/>
                    </a:cubicBezTo>
                    <a:cubicBezTo>
                      <a:pt x="2586" y="254"/>
                      <a:pt x="1779" y="588"/>
                      <a:pt x="1184" y="1183"/>
                    </a:cubicBezTo>
                    <a:cubicBezTo>
                      <a:pt x="589" y="1778"/>
                      <a:pt x="255" y="2585"/>
                      <a:pt x="255" y="3427"/>
                    </a:cubicBezTo>
                    <a:cubicBezTo>
                      <a:pt x="255" y="4268"/>
                      <a:pt x="589" y="5075"/>
                      <a:pt x="1184" y="5670"/>
                    </a:cubicBezTo>
                    <a:cubicBezTo>
                      <a:pt x="1779" y="6265"/>
                      <a:pt x="2586" y="6599"/>
                      <a:pt x="3427" y="65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59" name="Freeform: Shape 1958">
                <a:extLst>
                  <a:ext uri="{FF2B5EF4-FFF2-40B4-BE49-F238E27FC236}">
                    <a16:creationId xmlns:a16="http://schemas.microsoft.com/office/drawing/2014/main" id="{8639BCB7-8CDF-E3D5-CE90-2226F04F13AF}"/>
                  </a:ext>
                </a:extLst>
              </p:cNvPr>
              <p:cNvSpPr/>
              <p:nvPr/>
            </p:nvSpPr>
            <p:spPr>
              <a:xfrm>
                <a:off x="4083863" y="6702966"/>
                <a:ext cx="6343" cy="6345"/>
              </a:xfrm>
              <a:custGeom>
                <a:avLst/>
                <a:gdLst>
                  <a:gd name="connsiteX0" fmla="*/ 3426 w 6343"/>
                  <a:gd name="connsiteY0" fmla="*/ 6599 h 6345"/>
                  <a:gd name="connsiteX1" fmla="*/ 5669 w 6343"/>
                  <a:gd name="connsiteY1" fmla="*/ 5670 h 6345"/>
                  <a:gd name="connsiteX2" fmla="*/ 6598 w 6343"/>
                  <a:gd name="connsiteY2" fmla="*/ 3427 h 6345"/>
                  <a:gd name="connsiteX3" fmla="*/ 5669 w 6343"/>
                  <a:gd name="connsiteY3" fmla="*/ 1183 h 6345"/>
                  <a:gd name="connsiteX4" fmla="*/ 3426 w 6343"/>
                  <a:gd name="connsiteY4" fmla="*/ 254 h 6345"/>
                  <a:gd name="connsiteX5" fmla="*/ 1184 w 6343"/>
                  <a:gd name="connsiteY5" fmla="*/ 1183 h 6345"/>
                  <a:gd name="connsiteX6" fmla="*/ 255 w 6343"/>
                  <a:gd name="connsiteY6" fmla="*/ 3427 h 6345"/>
                  <a:gd name="connsiteX7" fmla="*/ 1184 w 6343"/>
                  <a:gd name="connsiteY7" fmla="*/ 5670 h 6345"/>
                  <a:gd name="connsiteX8" fmla="*/ 3426 w 6343"/>
                  <a:gd name="connsiteY8" fmla="*/ 65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99"/>
                    </a:moveTo>
                    <a:cubicBezTo>
                      <a:pt x="4267" y="6599"/>
                      <a:pt x="5074" y="6265"/>
                      <a:pt x="5669" y="5670"/>
                    </a:cubicBezTo>
                    <a:cubicBezTo>
                      <a:pt x="6264" y="5075"/>
                      <a:pt x="6598" y="4268"/>
                      <a:pt x="6598" y="3427"/>
                    </a:cubicBezTo>
                    <a:cubicBezTo>
                      <a:pt x="6598" y="2585"/>
                      <a:pt x="6264" y="1778"/>
                      <a:pt x="5669" y="1183"/>
                    </a:cubicBezTo>
                    <a:cubicBezTo>
                      <a:pt x="5074" y="588"/>
                      <a:pt x="4267" y="254"/>
                      <a:pt x="3426" y="254"/>
                    </a:cubicBezTo>
                    <a:cubicBezTo>
                      <a:pt x="2585" y="254"/>
                      <a:pt x="1778" y="588"/>
                      <a:pt x="1184" y="1183"/>
                    </a:cubicBezTo>
                    <a:cubicBezTo>
                      <a:pt x="589" y="1778"/>
                      <a:pt x="255" y="2585"/>
                      <a:pt x="255" y="3427"/>
                    </a:cubicBezTo>
                    <a:cubicBezTo>
                      <a:pt x="255" y="4268"/>
                      <a:pt x="589" y="5075"/>
                      <a:pt x="1184" y="5670"/>
                    </a:cubicBezTo>
                    <a:cubicBezTo>
                      <a:pt x="1778" y="6265"/>
                      <a:pt x="2585" y="6599"/>
                      <a:pt x="3426" y="65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60" name="Freeform: Shape 1959">
                <a:extLst>
                  <a:ext uri="{FF2B5EF4-FFF2-40B4-BE49-F238E27FC236}">
                    <a16:creationId xmlns:a16="http://schemas.microsoft.com/office/drawing/2014/main" id="{D134E52E-C2A5-D444-15DE-2230A2B982E8}"/>
                  </a:ext>
                </a:extLst>
              </p:cNvPr>
              <p:cNvSpPr/>
              <p:nvPr/>
            </p:nvSpPr>
            <p:spPr>
              <a:xfrm>
                <a:off x="4078270" y="6705873"/>
                <a:ext cx="6343" cy="6345"/>
              </a:xfrm>
              <a:custGeom>
                <a:avLst/>
                <a:gdLst>
                  <a:gd name="connsiteX0" fmla="*/ 3426 w 6343"/>
                  <a:gd name="connsiteY0" fmla="*/ 6600 h 6345"/>
                  <a:gd name="connsiteX1" fmla="*/ 5668 w 6343"/>
                  <a:gd name="connsiteY1" fmla="*/ 5670 h 6345"/>
                  <a:gd name="connsiteX2" fmla="*/ 6597 w 6343"/>
                  <a:gd name="connsiteY2" fmla="*/ 3427 h 6345"/>
                  <a:gd name="connsiteX3" fmla="*/ 5668 w 6343"/>
                  <a:gd name="connsiteY3" fmla="*/ 1183 h 6345"/>
                  <a:gd name="connsiteX4" fmla="*/ 3426 w 6343"/>
                  <a:gd name="connsiteY4" fmla="*/ 254 h 6345"/>
                  <a:gd name="connsiteX5" fmla="*/ 1183 w 6343"/>
                  <a:gd name="connsiteY5" fmla="*/ 1183 h 6345"/>
                  <a:gd name="connsiteX6" fmla="*/ 254 w 6343"/>
                  <a:gd name="connsiteY6" fmla="*/ 3427 h 6345"/>
                  <a:gd name="connsiteX7" fmla="*/ 1183 w 6343"/>
                  <a:gd name="connsiteY7" fmla="*/ 5670 h 6345"/>
                  <a:gd name="connsiteX8" fmla="*/ 3426 w 6343"/>
                  <a:gd name="connsiteY8" fmla="*/ 660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600"/>
                    </a:moveTo>
                    <a:cubicBezTo>
                      <a:pt x="4267" y="6600"/>
                      <a:pt x="5074" y="6265"/>
                      <a:pt x="5668" y="5670"/>
                    </a:cubicBezTo>
                    <a:cubicBezTo>
                      <a:pt x="6263" y="5075"/>
                      <a:pt x="6597" y="4268"/>
                      <a:pt x="6597" y="3427"/>
                    </a:cubicBezTo>
                    <a:cubicBezTo>
                      <a:pt x="6597" y="2586"/>
                      <a:pt x="6263" y="1778"/>
                      <a:pt x="5668" y="1183"/>
                    </a:cubicBezTo>
                    <a:cubicBezTo>
                      <a:pt x="5074" y="589"/>
                      <a:pt x="4267" y="254"/>
                      <a:pt x="3426" y="254"/>
                    </a:cubicBezTo>
                    <a:cubicBezTo>
                      <a:pt x="2585" y="254"/>
                      <a:pt x="1778" y="589"/>
                      <a:pt x="1183" y="1183"/>
                    </a:cubicBezTo>
                    <a:cubicBezTo>
                      <a:pt x="588" y="1778"/>
                      <a:pt x="254" y="2586"/>
                      <a:pt x="254" y="3427"/>
                    </a:cubicBezTo>
                    <a:cubicBezTo>
                      <a:pt x="254" y="4268"/>
                      <a:pt x="588" y="5075"/>
                      <a:pt x="1183" y="5670"/>
                    </a:cubicBezTo>
                    <a:cubicBezTo>
                      <a:pt x="1778" y="6265"/>
                      <a:pt x="2585" y="6600"/>
                      <a:pt x="3426" y="66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61" name="Freeform: Shape 1960">
                <a:extLst>
                  <a:ext uri="{FF2B5EF4-FFF2-40B4-BE49-F238E27FC236}">
                    <a16:creationId xmlns:a16="http://schemas.microsoft.com/office/drawing/2014/main" id="{0A1A313D-96E2-945B-648C-626FD0E9FA0F}"/>
                  </a:ext>
                </a:extLst>
              </p:cNvPr>
              <p:cNvSpPr/>
              <p:nvPr/>
            </p:nvSpPr>
            <p:spPr>
              <a:xfrm>
                <a:off x="4071712" y="6704174"/>
                <a:ext cx="6343" cy="6345"/>
              </a:xfrm>
              <a:custGeom>
                <a:avLst/>
                <a:gdLst>
                  <a:gd name="connsiteX0" fmla="*/ 3425 w 6343"/>
                  <a:gd name="connsiteY0" fmla="*/ 6600 h 6345"/>
                  <a:gd name="connsiteX1" fmla="*/ 5668 w 6343"/>
                  <a:gd name="connsiteY1" fmla="*/ 5670 h 6345"/>
                  <a:gd name="connsiteX2" fmla="*/ 6597 w 6343"/>
                  <a:gd name="connsiteY2" fmla="*/ 3427 h 6345"/>
                  <a:gd name="connsiteX3" fmla="*/ 5668 w 6343"/>
                  <a:gd name="connsiteY3" fmla="*/ 1183 h 6345"/>
                  <a:gd name="connsiteX4" fmla="*/ 3425 w 6343"/>
                  <a:gd name="connsiteY4" fmla="*/ 254 h 6345"/>
                  <a:gd name="connsiteX5" fmla="*/ 1183 w 6343"/>
                  <a:gd name="connsiteY5" fmla="*/ 1183 h 6345"/>
                  <a:gd name="connsiteX6" fmla="*/ 254 w 6343"/>
                  <a:gd name="connsiteY6" fmla="*/ 3427 h 6345"/>
                  <a:gd name="connsiteX7" fmla="*/ 1183 w 6343"/>
                  <a:gd name="connsiteY7" fmla="*/ 5670 h 6345"/>
                  <a:gd name="connsiteX8" fmla="*/ 3425 w 6343"/>
                  <a:gd name="connsiteY8" fmla="*/ 660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600"/>
                    </a:moveTo>
                    <a:cubicBezTo>
                      <a:pt x="4266" y="6600"/>
                      <a:pt x="5073" y="6265"/>
                      <a:pt x="5668" y="5670"/>
                    </a:cubicBezTo>
                    <a:cubicBezTo>
                      <a:pt x="6263" y="5075"/>
                      <a:pt x="6597" y="4268"/>
                      <a:pt x="6597" y="3427"/>
                    </a:cubicBezTo>
                    <a:cubicBezTo>
                      <a:pt x="6597" y="2585"/>
                      <a:pt x="6263" y="1778"/>
                      <a:pt x="5668" y="1183"/>
                    </a:cubicBezTo>
                    <a:cubicBezTo>
                      <a:pt x="5073" y="588"/>
                      <a:pt x="4266" y="254"/>
                      <a:pt x="3425" y="254"/>
                    </a:cubicBezTo>
                    <a:cubicBezTo>
                      <a:pt x="2584" y="254"/>
                      <a:pt x="1777" y="588"/>
                      <a:pt x="1183" y="1183"/>
                    </a:cubicBezTo>
                    <a:cubicBezTo>
                      <a:pt x="588" y="1778"/>
                      <a:pt x="254" y="2585"/>
                      <a:pt x="254" y="3427"/>
                    </a:cubicBezTo>
                    <a:cubicBezTo>
                      <a:pt x="254" y="4268"/>
                      <a:pt x="588" y="5075"/>
                      <a:pt x="1183" y="5670"/>
                    </a:cubicBezTo>
                    <a:cubicBezTo>
                      <a:pt x="1777" y="6265"/>
                      <a:pt x="2584" y="6600"/>
                      <a:pt x="3425" y="66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62" name="Freeform: Shape 1961">
                <a:extLst>
                  <a:ext uri="{FF2B5EF4-FFF2-40B4-BE49-F238E27FC236}">
                    <a16:creationId xmlns:a16="http://schemas.microsoft.com/office/drawing/2014/main" id="{CCE7DDE4-FCFC-B709-8605-B372EFC99356}"/>
                  </a:ext>
                </a:extLst>
              </p:cNvPr>
              <p:cNvSpPr/>
              <p:nvPr/>
            </p:nvSpPr>
            <p:spPr>
              <a:xfrm>
                <a:off x="4065609" y="6704580"/>
                <a:ext cx="6343" cy="6345"/>
              </a:xfrm>
              <a:custGeom>
                <a:avLst/>
                <a:gdLst>
                  <a:gd name="connsiteX0" fmla="*/ 3425 w 6343"/>
                  <a:gd name="connsiteY0" fmla="*/ 6600 h 6345"/>
                  <a:gd name="connsiteX1" fmla="*/ 5667 w 6343"/>
                  <a:gd name="connsiteY1" fmla="*/ 5670 h 6345"/>
                  <a:gd name="connsiteX2" fmla="*/ 6596 w 6343"/>
                  <a:gd name="connsiteY2" fmla="*/ 3427 h 6345"/>
                  <a:gd name="connsiteX3" fmla="*/ 5667 w 6343"/>
                  <a:gd name="connsiteY3" fmla="*/ 1183 h 6345"/>
                  <a:gd name="connsiteX4" fmla="*/ 3425 w 6343"/>
                  <a:gd name="connsiteY4" fmla="*/ 254 h 6345"/>
                  <a:gd name="connsiteX5" fmla="*/ 1182 w 6343"/>
                  <a:gd name="connsiteY5" fmla="*/ 1183 h 6345"/>
                  <a:gd name="connsiteX6" fmla="*/ 253 w 6343"/>
                  <a:gd name="connsiteY6" fmla="*/ 3427 h 6345"/>
                  <a:gd name="connsiteX7" fmla="*/ 1182 w 6343"/>
                  <a:gd name="connsiteY7" fmla="*/ 5670 h 6345"/>
                  <a:gd name="connsiteX8" fmla="*/ 3425 w 6343"/>
                  <a:gd name="connsiteY8" fmla="*/ 660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600"/>
                    </a:moveTo>
                    <a:cubicBezTo>
                      <a:pt x="4266" y="6600"/>
                      <a:pt x="5073" y="6265"/>
                      <a:pt x="5667" y="5670"/>
                    </a:cubicBezTo>
                    <a:cubicBezTo>
                      <a:pt x="6262" y="5075"/>
                      <a:pt x="6596" y="4268"/>
                      <a:pt x="6596" y="3427"/>
                    </a:cubicBezTo>
                    <a:cubicBezTo>
                      <a:pt x="6596" y="2585"/>
                      <a:pt x="6262" y="1778"/>
                      <a:pt x="5667" y="1183"/>
                    </a:cubicBezTo>
                    <a:cubicBezTo>
                      <a:pt x="5073" y="588"/>
                      <a:pt x="4266" y="254"/>
                      <a:pt x="3425" y="254"/>
                    </a:cubicBezTo>
                    <a:cubicBezTo>
                      <a:pt x="2584" y="254"/>
                      <a:pt x="1777" y="588"/>
                      <a:pt x="1182" y="1183"/>
                    </a:cubicBezTo>
                    <a:cubicBezTo>
                      <a:pt x="587" y="1778"/>
                      <a:pt x="253" y="2585"/>
                      <a:pt x="253" y="3427"/>
                    </a:cubicBezTo>
                    <a:cubicBezTo>
                      <a:pt x="253" y="4268"/>
                      <a:pt x="587" y="5075"/>
                      <a:pt x="1182" y="5670"/>
                    </a:cubicBezTo>
                    <a:cubicBezTo>
                      <a:pt x="1777" y="6265"/>
                      <a:pt x="2584" y="6600"/>
                      <a:pt x="3425" y="66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63" name="Freeform: Shape 1962">
                <a:extLst>
                  <a:ext uri="{FF2B5EF4-FFF2-40B4-BE49-F238E27FC236}">
                    <a16:creationId xmlns:a16="http://schemas.microsoft.com/office/drawing/2014/main" id="{5BE6128C-ABB4-8780-2A98-664AEF07CDC1}"/>
                  </a:ext>
                </a:extLst>
              </p:cNvPr>
              <p:cNvSpPr/>
              <p:nvPr/>
            </p:nvSpPr>
            <p:spPr>
              <a:xfrm>
                <a:off x="4059572" y="6705276"/>
                <a:ext cx="6343" cy="6345"/>
              </a:xfrm>
              <a:custGeom>
                <a:avLst/>
                <a:gdLst>
                  <a:gd name="connsiteX0" fmla="*/ 3424 w 6343"/>
                  <a:gd name="connsiteY0" fmla="*/ 6600 h 6345"/>
                  <a:gd name="connsiteX1" fmla="*/ 5667 w 6343"/>
                  <a:gd name="connsiteY1" fmla="*/ 5670 h 6345"/>
                  <a:gd name="connsiteX2" fmla="*/ 6596 w 6343"/>
                  <a:gd name="connsiteY2" fmla="*/ 3427 h 6345"/>
                  <a:gd name="connsiteX3" fmla="*/ 5667 w 6343"/>
                  <a:gd name="connsiteY3" fmla="*/ 1183 h 6345"/>
                  <a:gd name="connsiteX4" fmla="*/ 3424 w 6343"/>
                  <a:gd name="connsiteY4" fmla="*/ 254 h 6345"/>
                  <a:gd name="connsiteX5" fmla="*/ 1182 w 6343"/>
                  <a:gd name="connsiteY5" fmla="*/ 1183 h 6345"/>
                  <a:gd name="connsiteX6" fmla="*/ 253 w 6343"/>
                  <a:gd name="connsiteY6" fmla="*/ 3427 h 6345"/>
                  <a:gd name="connsiteX7" fmla="*/ 1182 w 6343"/>
                  <a:gd name="connsiteY7" fmla="*/ 5670 h 6345"/>
                  <a:gd name="connsiteX8" fmla="*/ 3424 w 6343"/>
                  <a:gd name="connsiteY8" fmla="*/ 660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600"/>
                    </a:moveTo>
                    <a:cubicBezTo>
                      <a:pt x="4265" y="6600"/>
                      <a:pt x="5072" y="6265"/>
                      <a:pt x="5667" y="5670"/>
                    </a:cubicBezTo>
                    <a:cubicBezTo>
                      <a:pt x="6262" y="5075"/>
                      <a:pt x="6596" y="4268"/>
                      <a:pt x="6596" y="3427"/>
                    </a:cubicBezTo>
                    <a:cubicBezTo>
                      <a:pt x="6596" y="2585"/>
                      <a:pt x="6262" y="1778"/>
                      <a:pt x="5667" y="1183"/>
                    </a:cubicBezTo>
                    <a:cubicBezTo>
                      <a:pt x="5072" y="588"/>
                      <a:pt x="4265" y="254"/>
                      <a:pt x="3424" y="254"/>
                    </a:cubicBezTo>
                    <a:cubicBezTo>
                      <a:pt x="2583" y="254"/>
                      <a:pt x="1777" y="588"/>
                      <a:pt x="1182" y="1183"/>
                    </a:cubicBezTo>
                    <a:cubicBezTo>
                      <a:pt x="587" y="1778"/>
                      <a:pt x="253" y="2585"/>
                      <a:pt x="253" y="3427"/>
                    </a:cubicBezTo>
                    <a:cubicBezTo>
                      <a:pt x="253" y="4268"/>
                      <a:pt x="587" y="5075"/>
                      <a:pt x="1182" y="5670"/>
                    </a:cubicBezTo>
                    <a:cubicBezTo>
                      <a:pt x="1777" y="6265"/>
                      <a:pt x="2583" y="6600"/>
                      <a:pt x="3424" y="66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64" name="Freeform: Shape 1963">
                <a:extLst>
                  <a:ext uri="{FF2B5EF4-FFF2-40B4-BE49-F238E27FC236}">
                    <a16:creationId xmlns:a16="http://schemas.microsoft.com/office/drawing/2014/main" id="{41E56119-3EA5-A323-A5B2-F3A6407F4BD3}"/>
                  </a:ext>
                </a:extLst>
              </p:cNvPr>
              <p:cNvSpPr/>
              <p:nvPr/>
            </p:nvSpPr>
            <p:spPr>
              <a:xfrm>
                <a:off x="4052768" y="6701811"/>
                <a:ext cx="6343" cy="6345"/>
              </a:xfrm>
              <a:custGeom>
                <a:avLst/>
                <a:gdLst>
                  <a:gd name="connsiteX0" fmla="*/ 3424 w 6343"/>
                  <a:gd name="connsiteY0" fmla="*/ 6599 h 6345"/>
                  <a:gd name="connsiteX1" fmla="*/ 5666 w 6343"/>
                  <a:gd name="connsiteY1" fmla="*/ 5670 h 6345"/>
                  <a:gd name="connsiteX2" fmla="*/ 6595 w 6343"/>
                  <a:gd name="connsiteY2" fmla="*/ 3427 h 6345"/>
                  <a:gd name="connsiteX3" fmla="*/ 5666 w 6343"/>
                  <a:gd name="connsiteY3" fmla="*/ 1183 h 6345"/>
                  <a:gd name="connsiteX4" fmla="*/ 3424 w 6343"/>
                  <a:gd name="connsiteY4" fmla="*/ 254 h 6345"/>
                  <a:gd name="connsiteX5" fmla="*/ 1181 w 6343"/>
                  <a:gd name="connsiteY5" fmla="*/ 1183 h 6345"/>
                  <a:gd name="connsiteX6" fmla="*/ 252 w 6343"/>
                  <a:gd name="connsiteY6" fmla="*/ 3427 h 6345"/>
                  <a:gd name="connsiteX7" fmla="*/ 1181 w 6343"/>
                  <a:gd name="connsiteY7" fmla="*/ 5670 h 6345"/>
                  <a:gd name="connsiteX8" fmla="*/ 3424 w 6343"/>
                  <a:gd name="connsiteY8" fmla="*/ 65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99"/>
                    </a:moveTo>
                    <a:cubicBezTo>
                      <a:pt x="4265" y="6599"/>
                      <a:pt x="5072" y="6265"/>
                      <a:pt x="5666" y="5670"/>
                    </a:cubicBezTo>
                    <a:cubicBezTo>
                      <a:pt x="6261" y="5075"/>
                      <a:pt x="6595" y="4268"/>
                      <a:pt x="6595" y="3427"/>
                    </a:cubicBezTo>
                    <a:cubicBezTo>
                      <a:pt x="6595" y="2585"/>
                      <a:pt x="6261" y="1778"/>
                      <a:pt x="5666" y="1183"/>
                    </a:cubicBezTo>
                    <a:cubicBezTo>
                      <a:pt x="5072" y="588"/>
                      <a:pt x="4265" y="254"/>
                      <a:pt x="3424" y="254"/>
                    </a:cubicBezTo>
                    <a:cubicBezTo>
                      <a:pt x="2583" y="254"/>
                      <a:pt x="1776" y="588"/>
                      <a:pt x="1181" y="1183"/>
                    </a:cubicBezTo>
                    <a:cubicBezTo>
                      <a:pt x="586" y="1778"/>
                      <a:pt x="252" y="2585"/>
                      <a:pt x="252" y="3427"/>
                    </a:cubicBezTo>
                    <a:cubicBezTo>
                      <a:pt x="252" y="4268"/>
                      <a:pt x="586" y="5075"/>
                      <a:pt x="1181" y="5670"/>
                    </a:cubicBezTo>
                    <a:cubicBezTo>
                      <a:pt x="1776" y="6265"/>
                      <a:pt x="2583" y="6599"/>
                      <a:pt x="3424" y="65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65" name="Freeform: Shape 1964">
                <a:extLst>
                  <a:ext uri="{FF2B5EF4-FFF2-40B4-BE49-F238E27FC236}">
                    <a16:creationId xmlns:a16="http://schemas.microsoft.com/office/drawing/2014/main" id="{169D7577-6122-D95B-0D38-D3F3B02E1888}"/>
                  </a:ext>
                </a:extLst>
              </p:cNvPr>
              <p:cNvSpPr/>
              <p:nvPr/>
            </p:nvSpPr>
            <p:spPr>
              <a:xfrm>
                <a:off x="4031695" y="6618570"/>
                <a:ext cx="6343" cy="6345"/>
              </a:xfrm>
              <a:custGeom>
                <a:avLst/>
                <a:gdLst>
                  <a:gd name="connsiteX0" fmla="*/ 3422 w 6343"/>
                  <a:gd name="connsiteY0" fmla="*/ 6593 h 6345"/>
                  <a:gd name="connsiteX1" fmla="*/ 5665 w 6343"/>
                  <a:gd name="connsiteY1" fmla="*/ 5664 h 6345"/>
                  <a:gd name="connsiteX2" fmla="*/ 6594 w 6343"/>
                  <a:gd name="connsiteY2" fmla="*/ 3420 h 6345"/>
                  <a:gd name="connsiteX3" fmla="*/ 5665 w 6343"/>
                  <a:gd name="connsiteY3" fmla="*/ 1177 h 6345"/>
                  <a:gd name="connsiteX4" fmla="*/ 3422 w 6343"/>
                  <a:gd name="connsiteY4" fmla="*/ 247 h 6345"/>
                  <a:gd name="connsiteX5" fmla="*/ 1180 w 6343"/>
                  <a:gd name="connsiteY5" fmla="*/ 1177 h 6345"/>
                  <a:gd name="connsiteX6" fmla="*/ 251 w 6343"/>
                  <a:gd name="connsiteY6" fmla="*/ 3420 h 6345"/>
                  <a:gd name="connsiteX7" fmla="*/ 1180 w 6343"/>
                  <a:gd name="connsiteY7" fmla="*/ 5664 h 6345"/>
                  <a:gd name="connsiteX8" fmla="*/ 3422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93"/>
                    </a:moveTo>
                    <a:cubicBezTo>
                      <a:pt x="4263" y="6593"/>
                      <a:pt x="5070" y="6258"/>
                      <a:pt x="5665" y="5664"/>
                    </a:cubicBezTo>
                    <a:cubicBezTo>
                      <a:pt x="6260" y="5069"/>
                      <a:pt x="6594" y="4261"/>
                      <a:pt x="6594" y="3420"/>
                    </a:cubicBezTo>
                    <a:cubicBezTo>
                      <a:pt x="6594" y="2579"/>
                      <a:pt x="6260" y="1772"/>
                      <a:pt x="5665" y="1177"/>
                    </a:cubicBezTo>
                    <a:cubicBezTo>
                      <a:pt x="5070" y="582"/>
                      <a:pt x="4263" y="247"/>
                      <a:pt x="3422" y="247"/>
                    </a:cubicBezTo>
                    <a:cubicBezTo>
                      <a:pt x="2581" y="247"/>
                      <a:pt x="1774" y="582"/>
                      <a:pt x="1180" y="1177"/>
                    </a:cubicBezTo>
                    <a:cubicBezTo>
                      <a:pt x="585" y="1772"/>
                      <a:pt x="251" y="2579"/>
                      <a:pt x="251" y="3420"/>
                    </a:cubicBezTo>
                    <a:cubicBezTo>
                      <a:pt x="251" y="4261"/>
                      <a:pt x="585" y="5069"/>
                      <a:pt x="1180" y="5664"/>
                    </a:cubicBezTo>
                    <a:cubicBezTo>
                      <a:pt x="1774" y="6258"/>
                      <a:pt x="2581" y="6593"/>
                      <a:pt x="3422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66" name="Freeform: Shape 1965">
                <a:extLst>
                  <a:ext uri="{FF2B5EF4-FFF2-40B4-BE49-F238E27FC236}">
                    <a16:creationId xmlns:a16="http://schemas.microsoft.com/office/drawing/2014/main" id="{D3F3FDEE-DC92-2378-8922-692BFB6091C8}"/>
                  </a:ext>
                </a:extLst>
              </p:cNvPr>
              <p:cNvSpPr/>
              <p:nvPr/>
            </p:nvSpPr>
            <p:spPr>
              <a:xfrm>
                <a:off x="4026317" y="6619762"/>
                <a:ext cx="6343" cy="6345"/>
              </a:xfrm>
              <a:custGeom>
                <a:avLst/>
                <a:gdLst>
                  <a:gd name="connsiteX0" fmla="*/ 3422 w 6343"/>
                  <a:gd name="connsiteY0" fmla="*/ 6593 h 6345"/>
                  <a:gd name="connsiteX1" fmla="*/ 5664 w 6343"/>
                  <a:gd name="connsiteY1" fmla="*/ 5664 h 6345"/>
                  <a:gd name="connsiteX2" fmla="*/ 6593 w 6343"/>
                  <a:gd name="connsiteY2" fmla="*/ 3420 h 6345"/>
                  <a:gd name="connsiteX3" fmla="*/ 5664 w 6343"/>
                  <a:gd name="connsiteY3" fmla="*/ 1177 h 6345"/>
                  <a:gd name="connsiteX4" fmla="*/ 3422 w 6343"/>
                  <a:gd name="connsiteY4" fmla="*/ 247 h 6345"/>
                  <a:gd name="connsiteX5" fmla="*/ 1179 w 6343"/>
                  <a:gd name="connsiteY5" fmla="*/ 1177 h 6345"/>
                  <a:gd name="connsiteX6" fmla="*/ 250 w 6343"/>
                  <a:gd name="connsiteY6" fmla="*/ 3420 h 6345"/>
                  <a:gd name="connsiteX7" fmla="*/ 1179 w 6343"/>
                  <a:gd name="connsiteY7" fmla="*/ 5664 h 6345"/>
                  <a:gd name="connsiteX8" fmla="*/ 3422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93"/>
                    </a:moveTo>
                    <a:cubicBezTo>
                      <a:pt x="4263" y="6593"/>
                      <a:pt x="5070" y="6259"/>
                      <a:pt x="5664" y="5664"/>
                    </a:cubicBezTo>
                    <a:cubicBezTo>
                      <a:pt x="6259" y="5069"/>
                      <a:pt x="6593" y="4262"/>
                      <a:pt x="6593" y="3420"/>
                    </a:cubicBezTo>
                    <a:cubicBezTo>
                      <a:pt x="6593" y="2579"/>
                      <a:pt x="6259" y="1772"/>
                      <a:pt x="5664" y="1177"/>
                    </a:cubicBezTo>
                    <a:cubicBezTo>
                      <a:pt x="5070" y="582"/>
                      <a:pt x="4263" y="247"/>
                      <a:pt x="3422" y="247"/>
                    </a:cubicBezTo>
                    <a:cubicBezTo>
                      <a:pt x="2581" y="247"/>
                      <a:pt x="1774" y="582"/>
                      <a:pt x="1179" y="1177"/>
                    </a:cubicBezTo>
                    <a:cubicBezTo>
                      <a:pt x="584" y="1772"/>
                      <a:pt x="250" y="2579"/>
                      <a:pt x="250" y="3420"/>
                    </a:cubicBezTo>
                    <a:cubicBezTo>
                      <a:pt x="250" y="4262"/>
                      <a:pt x="584" y="5069"/>
                      <a:pt x="1179" y="5664"/>
                    </a:cubicBezTo>
                    <a:cubicBezTo>
                      <a:pt x="1774" y="6259"/>
                      <a:pt x="2581" y="6593"/>
                      <a:pt x="3422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67" name="Freeform: Shape 1966">
                <a:extLst>
                  <a:ext uri="{FF2B5EF4-FFF2-40B4-BE49-F238E27FC236}">
                    <a16:creationId xmlns:a16="http://schemas.microsoft.com/office/drawing/2014/main" id="{619F9BC5-443B-2818-F431-4CEF8884676B}"/>
                  </a:ext>
                </a:extLst>
              </p:cNvPr>
              <p:cNvSpPr/>
              <p:nvPr/>
            </p:nvSpPr>
            <p:spPr>
              <a:xfrm>
                <a:off x="4023966" y="6639109"/>
                <a:ext cx="6343" cy="6345"/>
              </a:xfrm>
              <a:custGeom>
                <a:avLst/>
                <a:gdLst>
                  <a:gd name="connsiteX0" fmla="*/ 3422 w 6343"/>
                  <a:gd name="connsiteY0" fmla="*/ 6594 h 6345"/>
                  <a:gd name="connsiteX1" fmla="*/ 5664 w 6343"/>
                  <a:gd name="connsiteY1" fmla="*/ 5665 h 6345"/>
                  <a:gd name="connsiteX2" fmla="*/ 6593 w 6343"/>
                  <a:gd name="connsiteY2" fmla="*/ 3422 h 6345"/>
                  <a:gd name="connsiteX3" fmla="*/ 5664 w 6343"/>
                  <a:gd name="connsiteY3" fmla="*/ 1178 h 6345"/>
                  <a:gd name="connsiteX4" fmla="*/ 3422 w 6343"/>
                  <a:gd name="connsiteY4" fmla="*/ 249 h 6345"/>
                  <a:gd name="connsiteX5" fmla="*/ 1179 w 6343"/>
                  <a:gd name="connsiteY5" fmla="*/ 1178 h 6345"/>
                  <a:gd name="connsiteX6" fmla="*/ 250 w 6343"/>
                  <a:gd name="connsiteY6" fmla="*/ 3422 h 6345"/>
                  <a:gd name="connsiteX7" fmla="*/ 1179 w 6343"/>
                  <a:gd name="connsiteY7" fmla="*/ 5665 h 6345"/>
                  <a:gd name="connsiteX8" fmla="*/ 3422 w 6343"/>
                  <a:gd name="connsiteY8" fmla="*/ 65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94"/>
                    </a:moveTo>
                    <a:cubicBezTo>
                      <a:pt x="4263" y="6594"/>
                      <a:pt x="5069" y="6260"/>
                      <a:pt x="5664" y="5665"/>
                    </a:cubicBezTo>
                    <a:cubicBezTo>
                      <a:pt x="6259" y="5070"/>
                      <a:pt x="6593" y="4263"/>
                      <a:pt x="6593" y="3422"/>
                    </a:cubicBezTo>
                    <a:cubicBezTo>
                      <a:pt x="6593" y="2580"/>
                      <a:pt x="6259" y="1773"/>
                      <a:pt x="5664" y="1178"/>
                    </a:cubicBezTo>
                    <a:cubicBezTo>
                      <a:pt x="5069" y="583"/>
                      <a:pt x="4263" y="249"/>
                      <a:pt x="3422" y="249"/>
                    </a:cubicBezTo>
                    <a:cubicBezTo>
                      <a:pt x="2580" y="249"/>
                      <a:pt x="1774" y="583"/>
                      <a:pt x="1179" y="1178"/>
                    </a:cubicBezTo>
                    <a:cubicBezTo>
                      <a:pt x="584" y="1773"/>
                      <a:pt x="250" y="2580"/>
                      <a:pt x="250" y="3422"/>
                    </a:cubicBezTo>
                    <a:cubicBezTo>
                      <a:pt x="250" y="4263"/>
                      <a:pt x="584" y="5070"/>
                      <a:pt x="1179" y="5665"/>
                    </a:cubicBezTo>
                    <a:cubicBezTo>
                      <a:pt x="1774" y="6260"/>
                      <a:pt x="2580" y="6594"/>
                      <a:pt x="3422" y="65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68" name="Freeform: Shape 1967">
                <a:extLst>
                  <a:ext uri="{FF2B5EF4-FFF2-40B4-BE49-F238E27FC236}">
                    <a16:creationId xmlns:a16="http://schemas.microsoft.com/office/drawing/2014/main" id="{19DB94D1-4E4F-06AF-18F5-EE1840BCDD01}"/>
                  </a:ext>
                </a:extLst>
              </p:cNvPr>
              <p:cNvSpPr/>
              <p:nvPr/>
            </p:nvSpPr>
            <p:spPr>
              <a:xfrm>
                <a:off x="4015142" y="6619600"/>
                <a:ext cx="6343" cy="6345"/>
              </a:xfrm>
              <a:custGeom>
                <a:avLst/>
                <a:gdLst>
                  <a:gd name="connsiteX0" fmla="*/ 3421 w 6343"/>
                  <a:gd name="connsiteY0" fmla="*/ 6593 h 6345"/>
                  <a:gd name="connsiteX1" fmla="*/ 5664 w 6343"/>
                  <a:gd name="connsiteY1" fmla="*/ 5664 h 6345"/>
                  <a:gd name="connsiteX2" fmla="*/ 6592 w 6343"/>
                  <a:gd name="connsiteY2" fmla="*/ 3420 h 6345"/>
                  <a:gd name="connsiteX3" fmla="*/ 5664 w 6343"/>
                  <a:gd name="connsiteY3" fmla="*/ 1177 h 6345"/>
                  <a:gd name="connsiteX4" fmla="*/ 3421 w 6343"/>
                  <a:gd name="connsiteY4" fmla="*/ 247 h 6345"/>
                  <a:gd name="connsiteX5" fmla="*/ 1178 w 6343"/>
                  <a:gd name="connsiteY5" fmla="*/ 1177 h 6345"/>
                  <a:gd name="connsiteX6" fmla="*/ 249 w 6343"/>
                  <a:gd name="connsiteY6" fmla="*/ 3420 h 6345"/>
                  <a:gd name="connsiteX7" fmla="*/ 1178 w 6343"/>
                  <a:gd name="connsiteY7" fmla="*/ 5664 h 6345"/>
                  <a:gd name="connsiteX8" fmla="*/ 3421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93"/>
                    </a:moveTo>
                    <a:cubicBezTo>
                      <a:pt x="4262" y="6593"/>
                      <a:pt x="5069" y="6259"/>
                      <a:pt x="5664" y="5664"/>
                    </a:cubicBezTo>
                    <a:cubicBezTo>
                      <a:pt x="6258" y="5069"/>
                      <a:pt x="6592" y="4262"/>
                      <a:pt x="6592" y="3420"/>
                    </a:cubicBezTo>
                    <a:cubicBezTo>
                      <a:pt x="6592" y="2579"/>
                      <a:pt x="6258" y="1772"/>
                      <a:pt x="5664" y="1177"/>
                    </a:cubicBezTo>
                    <a:cubicBezTo>
                      <a:pt x="5069" y="582"/>
                      <a:pt x="4262" y="247"/>
                      <a:pt x="3421" y="247"/>
                    </a:cubicBezTo>
                    <a:cubicBezTo>
                      <a:pt x="2580" y="247"/>
                      <a:pt x="1773" y="582"/>
                      <a:pt x="1178" y="1177"/>
                    </a:cubicBezTo>
                    <a:cubicBezTo>
                      <a:pt x="584" y="1772"/>
                      <a:pt x="249" y="2579"/>
                      <a:pt x="249" y="3420"/>
                    </a:cubicBezTo>
                    <a:cubicBezTo>
                      <a:pt x="249" y="4262"/>
                      <a:pt x="584" y="5069"/>
                      <a:pt x="1178" y="5664"/>
                    </a:cubicBezTo>
                    <a:cubicBezTo>
                      <a:pt x="1773" y="6259"/>
                      <a:pt x="2580" y="6593"/>
                      <a:pt x="3421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69" name="Freeform: Shape 1968">
                <a:extLst>
                  <a:ext uri="{FF2B5EF4-FFF2-40B4-BE49-F238E27FC236}">
                    <a16:creationId xmlns:a16="http://schemas.microsoft.com/office/drawing/2014/main" id="{33E2DE97-640E-5C9C-3003-BA99748EE55B}"/>
                  </a:ext>
                </a:extLst>
              </p:cNvPr>
              <p:cNvSpPr/>
              <p:nvPr/>
            </p:nvSpPr>
            <p:spPr>
              <a:xfrm>
                <a:off x="3906372" y="5969967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6 h 6345"/>
                  <a:gd name="connsiteX5" fmla="*/ 1170 w 6343"/>
                  <a:gd name="connsiteY5" fmla="*/ 1126 h 6345"/>
                  <a:gd name="connsiteX6" fmla="*/ 241 w 6343"/>
                  <a:gd name="connsiteY6" fmla="*/ 3369 h 6345"/>
                  <a:gd name="connsiteX7" fmla="*/ 1170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50" y="5017"/>
                      <a:pt x="6584" y="4210"/>
                      <a:pt x="6584" y="3369"/>
                    </a:cubicBezTo>
                    <a:cubicBezTo>
                      <a:pt x="6584" y="2528"/>
                      <a:pt x="6250" y="1720"/>
                      <a:pt x="5655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70" y="1126"/>
                    </a:cubicBezTo>
                    <a:cubicBezTo>
                      <a:pt x="575" y="1720"/>
                      <a:pt x="241" y="2528"/>
                      <a:pt x="241" y="3369"/>
                    </a:cubicBezTo>
                    <a:cubicBezTo>
                      <a:pt x="241" y="4210"/>
                      <a:pt x="575" y="5017"/>
                      <a:pt x="1170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70" name="Freeform: Shape 1969">
                <a:extLst>
                  <a:ext uri="{FF2B5EF4-FFF2-40B4-BE49-F238E27FC236}">
                    <a16:creationId xmlns:a16="http://schemas.microsoft.com/office/drawing/2014/main" id="{67927DB9-F78C-D701-F5DF-F885BD1260AA}"/>
                  </a:ext>
                </a:extLst>
              </p:cNvPr>
              <p:cNvSpPr/>
              <p:nvPr/>
            </p:nvSpPr>
            <p:spPr>
              <a:xfrm>
                <a:off x="3922012" y="6096146"/>
                <a:ext cx="6343" cy="6345"/>
              </a:xfrm>
              <a:custGeom>
                <a:avLst/>
                <a:gdLst>
                  <a:gd name="connsiteX0" fmla="*/ 3414 w 6343"/>
                  <a:gd name="connsiteY0" fmla="*/ 6552 h 6345"/>
                  <a:gd name="connsiteX1" fmla="*/ 5656 w 6343"/>
                  <a:gd name="connsiteY1" fmla="*/ 5622 h 6345"/>
                  <a:gd name="connsiteX2" fmla="*/ 6585 w 6343"/>
                  <a:gd name="connsiteY2" fmla="*/ 3379 h 6345"/>
                  <a:gd name="connsiteX3" fmla="*/ 5656 w 6343"/>
                  <a:gd name="connsiteY3" fmla="*/ 1135 h 6345"/>
                  <a:gd name="connsiteX4" fmla="*/ 3414 w 6343"/>
                  <a:gd name="connsiteY4" fmla="*/ 206 h 6345"/>
                  <a:gd name="connsiteX5" fmla="*/ 1171 w 6343"/>
                  <a:gd name="connsiteY5" fmla="*/ 1135 h 6345"/>
                  <a:gd name="connsiteX6" fmla="*/ 242 w 6343"/>
                  <a:gd name="connsiteY6" fmla="*/ 3379 h 6345"/>
                  <a:gd name="connsiteX7" fmla="*/ 1171 w 6343"/>
                  <a:gd name="connsiteY7" fmla="*/ 5622 h 6345"/>
                  <a:gd name="connsiteX8" fmla="*/ 3414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52"/>
                    </a:moveTo>
                    <a:cubicBezTo>
                      <a:pt x="4255" y="6552"/>
                      <a:pt x="5061" y="6217"/>
                      <a:pt x="5656" y="5622"/>
                    </a:cubicBezTo>
                    <a:cubicBezTo>
                      <a:pt x="6251" y="5027"/>
                      <a:pt x="6585" y="4220"/>
                      <a:pt x="6585" y="3379"/>
                    </a:cubicBezTo>
                    <a:cubicBezTo>
                      <a:pt x="6585" y="2537"/>
                      <a:pt x="6251" y="1730"/>
                      <a:pt x="5656" y="1135"/>
                    </a:cubicBezTo>
                    <a:cubicBezTo>
                      <a:pt x="5061" y="540"/>
                      <a:pt x="4255" y="206"/>
                      <a:pt x="3414" y="206"/>
                    </a:cubicBezTo>
                    <a:cubicBezTo>
                      <a:pt x="2572" y="206"/>
                      <a:pt x="1766" y="540"/>
                      <a:pt x="1171" y="1135"/>
                    </a:cubicBezTo>
                    <a:cubicBezTo>
                      <a:pt x="576" y="1730"/>
                      <a:pt x="242" y="2537"/>
                      <a:pt x="242" y="3379"/>
                    </a:cubicBezTo>
                    <a:cubicBezTo>
                      <a:pt x="242" y="4220"/>
                      <a:pt x="576" y="5027"/>
                      <a:pt x="1171" y="5622"/>
                    </a:cubicBezTo>
                    <a:cubicBezTo>
                      <a:pt x="1766" y="6217"/>
                      <a:pt x="2572" y="6552"/>
                      <a:pt x="3414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71" name="Freeform: Shape 1970">
                <a:extLst>
                  <a:ext uri="{FF2B5EF4-FFF2-40B4-BE49-F238E27FC236}">
                    <a16:creationId xmlns:a16="http://schemas.microsoft.com/office/drawing/2014/main" id="{D1F7D1DA-86A2-C583-C959-C090D6336A25}"/>
                  </a:ext>
                </a:extLst>
              </p:cNvPr>
              <p:cNvSpPr/>
              <p:nvPr/>
            </p:nvSpPr>
            <p:spPr>
              <a:xfrm>
                <a:off x="3903225" y="5968279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1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1" y="2527"/>
                      <a:pt x="241" y="3369"/>
                    </a:cubicBezTo>
                    <a:cubicBezTo>
                      <a:pt x="241" y="4210"/>
                      <a:pt x="575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72" name="Freeform: Shape 1971">
                <a:extLst>
                  <a:ext uri="{FF2B5EF4-FFF2-40B4-BE49-F238E27FC236}">
                    <a16:creationId xmlns:a16="http://schemas.microsoft.com/office/drawing/2014/main" id="{778A2E03-A2C2-EB93-D63A-08CD3C3F25A8}"/>
                  </a:ext>
                </a:extLst>
              </p:cNvPr>
              <p:cNvSpPr/>
              <p:nvPr/>
            </p:nvSpPr>
            <p:spPr>
              <a:xfrm>
                <a:off x="3901751" y="5968081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3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73" name="Freeform: Shape 1972">
                <a:extLst>
                  <a:ext uri="{FF2B5EF4-FFF2-40B4-BE49-F238E27FC236}">
                    <a16:creationId xmlns:a16="http://schemas.microsoft.com/office/drawing/2014/main" id="{D545D846-EB4D-0527-31E9-DC5283CD79AD}"/>
                  </a:ext>
                </a:extLst>
              </p:cNvPr>
              <p:cNvSpPr/>
              <p:nvPr/>
            </p:nvSpPr>
            <p:spPr>
              <a:xfrm>
                <a:off x="3900158" y="5966833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74" name="Freeform: Shape 1973">
                <a:extLst>
                  <a:ext uri="{FF2B5EF4-FFF2-40B4-BE49-F238E27FC236}">
                    <a16:creationId xmlns:a16="http://schemas.microsoft.com/office/drawing/2014/main" id="{E43A028D-3BAD-A39E-AF06-8D46383F4034}"/>
                  </a:ext>
                </a:extLst>
              </p:cNvPr>
              <p:cNvSpPr/>
              <p:nvPr/>
            </p:nvSpPr>
            <p:spPr>
              <a:xfrm>
                <a:off x="3898703" y="5966663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75" name="Freeform: Shape 1974">
                <a:extLst>
                  <a:ext uri="{FF2B5EF4-FFF2-40B4-BE49-F238E27FC236}">
                    <a16:creationId xmlns:a16="http://schemas.microsoft.com/office/drawing/2014/main" id="{AC49E9C6-873F-8C72-6B29-6051A3D25021}"/>
                  </a:ext>
                </a:extLst>
              </p:cNvPr>
              <p:cNvSpPr/>
              <p:nvPr/>
            </p:nvSpPr>
            <p:spPr>
              <a:xfrm>
                <a:off x="3897275" y="5966722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59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59" y="530"/>
                      <a:pt x="4253" y="196"/>
                      <a:pt x="3412" y="196"/>
                    </a:cubicBezTo>
                    <a:cubicBezTo>
                      <a:pt x="2570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0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76" name="Freeform: Shape 1975">
                <a:extLst>
                  <a:ext uri="{FF2B5EF4-FFF2-40B4-BE49-F238E27FC236}">
                    <a16:creationId xmlns:a16="http://schemas.microsoft.com/office/drawing/2014/main" id="{1474C159-B57A-4D48-DCE9-EA0C204FC438}"/>
                  </a:ext>
                </a:extLst>
              </p:cNvPr>
              <p:cNvSpPr/>
              <p:nvPr/>
            </p:nvSpPr>
            <p:spPr>
              <a:xfrm>
                <a:off x="3907874" y="6089168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5 w 6343"/>
                  <a:gd name="connsiteY1" fmla="*/ 5622 h 6345"/>
                  <a:gd name="connsiteX2" fmla="*/ 6584 w 6343"/>
                  <a:gd name="connsiteY2" fmla="*/ 3378 h 6345"/>
                  <a:gd name="connsiteX3" fmla="*/ 5655 w 6343"/>
                  <a:gd name="connsiteY3" fmla="*/ 1135 h 6345"/>
                  <a:gd name="connsiteX4" fmla="*/ 3412 w 6343"/>
                  <a:gd name="connsiteY4" fmla="*/ 206 h 6345"/>
                  <a:gd name="connsiteX5" fmla="*/ 1170 w 6343"/>
                  <a:gd name="connsiteY5" fmla="*/ 1135 h 6345"/>
                  <a:gd name="connsiteX6" fmla="*/ 241 w 6343"/>
                  <a:gd name="connsiteY6" fmla="*/ 3378 h 6345"/>
                  <a:gd name="connsiteX7" fmla="*/ 1170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4" y="6551"/>
                      <a:pt x="5060" y="6217"/>
                      <a:pt x="5655" y="5622"/>
                    </a:cubicBezTo>
                    <a:cubicBezTo>
                      <a:pt x="6250" y="5027"/>
                      <a:pt x="6584" y="4220"/>
                      <a:pt x="6584" y="3378"/>
                    </a:cubicBezTo>
                    <a:cubicBezTo>
                      <a:pt x="6584" y="2537"/>
                      <a:pt x="6250" y="1730"/>
                      <a:pt x="5655" y="1135"/>
                    </a:cubicBezTo>
                    <a:cubicBezTo>
                      <a:pt x="5060" y="540"/>
                      <a:pt x="4254" y="206"/>
                      <a:pt x="3412" y="206"/>
                    </a:cubicBezTo>
                    <a:cubicBezTo>
                      <a:pt x="2571" y="206"/>
                      <a:pt x="1765" y="540"/>
                      <a:pt x="1170" y="1135"/>
                    </a:cubicBezTo>
                    <a:cubicBezTo>
                      <a:pt x="575" y="1730"/>
                      <a:pt x="241" y="2537"/>
                      <a:pt x="241" y="3378"/>
                    </a:cubicBezTo>
                    <a:cubicBezTo>
                      <a:pt x="241" y="4220"/>
                      <a:pt x="575" y="5027"/>
                      <a:pt x="1170" y="5622"/>
                    </a:cubicBezTo>
                    <a:cubicBezTo>
                      <a:pt x="1765" y="6217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77" name="Freeform: Shape 1976">
                <a:extLst>
                  <a:ext uri="{FF2B5EF4-FFF2-40B4-BE49-F238E27FC236}">
                    <a16:creationId xmlns:a16="http://schemas.microsoft.com/office/drawing/2014/main" id="{F3149F0D-B0AC-99A1-7C89-90DDB1F1E490}"/>
                  </a:ext>
                </a:extLst>
              </p:cNvPr>
              <p:cNvSpPr/>
              <p:nvPr/>
            </p:nvSpPr>
            <p:spPr>
              <a:xfrm>
                <a:off x="3905915" y="6091652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5 w 6343"/>
                  <a:gd name="connsiteY1" fmla="*/ 5622 h 6345"/>
                  <a:gd name="connsiteX2" fmla="*/ 6584 w 6343"/>
                  <a:gd name="connsiteY2" fmla="*/ 3379 h 6345"/>
                  <a:gd name="connsiteX3" fmla="*/ 5655 w 6343"/>
                  <a:gd name="connsiteY3" fmla="*/ 1135 h 6345"/>
                  <a:gd name="connsiteX4" fmla="*/ 3412 w 6343"/>
                  <a:gd name="connsiteY4" fmla="*/ 206 h 6345"/>
                  <a:gd name="connsiteX5" fmla="*/ 1170 w 6343"/>
                  <a:gd name="connsiteY5" fmla="*/ 1135 h 6345"/>
                  <a:gd name="connsiteX6" fmla="*/ 241 w 6343"/>
                  <a:gd name="connsiteY6" fmla="*/ 3379 h 6345"/>
                  <a:gd name="connsiteX7" fmla="*/ 1170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3" y="6551"/>
                      <a:pt x="5060" y="6217"/>
                      <a:pt x="5655" y="5622"/>
                    </a:cubicBezTo>
                    <a:cubicBezTo>
                      <a:pt x="6250" y="5027"/>
                      <a:pt x="6584" y="4220"/>
                      <a:pt x="6584" y="3379"/>
                    </a:cubicBezTo>
                    <a:cubicBezTo>
                      <a:pt x="6584" y="2537"/>
                      <a:pt x="6250" y="1730"/>
                      <a:pt x="5655" y="1135"/>
                    </a:cubicBezTo>
                    <a:cubicBezTo>
                      <a:pt x="5060" y="540"/>
                      <a:pt x="4253" y="206"/>
                      <a:pt x="3412" y="206"/>
                    </a:cubicBezTo>
                    <a:cubicBezTo>
                      <a:pt x="2571" y="206"/>
                      <a:pt x="1764" y="540"/>
                      <a:pt x="1170" y="1135"/>
                    </a:cubicBezTo>
                    <a:cubicBezTo>
                      <a:pt x="575" y="1730"/>
                      <a:pt x="241" y="2537"/>
                      <a:pt x="241" y="3379"/>
                    </a:cubicBezTo>
                    <a:cubicBezTo>
                      <a:pt x="241" y="4220"/>
                      <a:pt x="575" y="5027"/>
                      <a:pt x="1170" y="5622"/>
                    </a:cubicBezTo>
                    <a:cubicBezTo>
                      <a:pt x="1764" y="6217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78" name="Freeform: Shape 1977">
                <a:extLst>
                  <a:ext uri="{FF2B5EF4-FFF2-40B4-BE49-F238E27FC236}">
                    <a16:creationId xmlns:a16="http://schemas.microsoft.com/office/drawing/2014/main" id="{806D9B32-762C-F08F-21A6-D943D0FD508E}"/>
                  </a:ext>
                </a:extLst>
              </p:cNvPr>
              <p:cNvSpPr/>
              <p:nvPr/>
            </p:nvSpPr>
            <p:spPr>
              <a:xfrm>
                <a:off x="3948419" y="6612182"/>
                <a:ext cx="6343" cy="6345"/>
              </a:xfrm>
              <a:custGeom>
                <a:avLst/>
                <a:gdLst>
                  <a:gd name="connsiteX0" fmla="*/ 3416 w 6343"/>
                  <a:gd name="connsiteY0" fmla="*/ 6592 h 6345"/>
                  <a:gd name="connsiteX1" fmla="*/ 5658 w 6343"/>
                  <a:gd name="connsiteY1" fmla="*/ 5663 h 6345"/>
                  <a:gd name="connsiteX2" fmla="*/ 6587 w 6343"/>
                  <a:gd name="connsiteY2" fmla="*/ 3420 h 6345"/>
                  <a:gd name="connsiteX3" fmla="*/ 5658 w 6343"/>
                  <a:gd name="connsiteY3" fmla="*/ 1176 h 6345"/>
                  <a:gd name="connsiteX4" fmla="*/ 3416 w 6343"/>
                  <a:gd name="connsiteY4" fmla="*/ 247 h 6345"/>
                  <a:gd name="connsiteX5" fmla="*/ 1173 w 6343"/>
                  <a:gd name="connsiteY5" fmla="*/ 1176 h 6345"/>
                  <a:gd name="connsiteX6" fmla="*/ 244 w 6343"/>
                  <a:gd name="connsiteY6" fmla="*/ 3420 h 6345"/>
                  <a:gd name="connsiteX7" fmla="*/ 1173 w 6343"/>
                  <a:gd name="connsiteY7" fmla="*/ 5663 h 6345"/>
                  <a:gd name="connsiteX8" fmla="*/ 3416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92"/>
                    </a:moveTo>
                    <a:cubicBezTo>
                      <a:pt x="4257" y="6592"/>
                      <a:pt x="5063" y="6258"/>
                      <a:pt x="5658" y="5663"/>
                    </a:cubicBezTo>
                    <a:cubicBezTo>
                      <a:pt x="6253" y="5068"/>
                      <a:pt x="6587" y="4261"/>
                      <a:pt x="6587" y="3420"/>
                    </a:cubicBezTo>
                    <a:cubicBezTo>
                      <a:pt x="6587" y="2578"/>
                      <a:pt x="6253" y="1771"/>
                      <a:pt x="5658" y="1176"/>
                    </a:cubicBezTo>
                    <a:cubicBezTo>
                      <a:pt x="5063" y="581"/>
                      <a:pt x="4257" y="247"/>
                      <a:pt x="3416" y="247"/>
                    </a:cubicBezTo>
                    <a:cubicBezTo>
                      <a:pt x="2575" y="247"/>
                      <a:pt x="1768" y="581"/>
                      <a:pt x="1173" y="1176"/>
                    </a:cubicBezTo>
                    <a:cubicBezTo>
                      <a:pt x="578" y="1771"/>
                      <a:pt x="244" y="2578"/>
                      <a:pt x="244" y="3420"/>
                    </a:cubicBezTo>
                    <a:cubicBezTo>
                      <a:pt x="244" y="4261"/>
                      <a:pt x="578" y="5068"/>
                      <a:pt x="1173" y="5663"/>
                    </a:cubicBezTo>
                    <a:cubicBezTo>
                      <a:pt x="1768" y="6258"/>
                      <a:pt x="2575" y="6592"/>
                      <a:pt x="3416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79" name="Freeform: Shape 1978">
                <a:extLst>
                  <a:ext uri="{FF2B5EF4-FFF2-40B4-BE49-F238E27FC236}">
                    <a16:creationId xmlns:a16="http://schemas.microsoft.com/office/drawing/2014/main" id="{17283E7F-DB20-C117-C479-A658E0B8CF5F}"/>
                  </a:ext>
                </a:extLst>
              </p:cNvPr>
              <p:cNvSpPr/>
              <p:nvPr/>
            </p:nvSpPr>
            <p:spPr>
              <a:xfrm>
                <a:off x="3942818" y="6609826"/>
                <a:ext cx="6343" cy="6345"/>
              </a:xfrm>
              <a:custGeom>
                <a:avLst/>
                <a:gdLst>
                  <a:gd name="connsiteX0" fmla="*/ 3415 w 6343"/>
                  <a:gd name="connsiteY0" fmla="*/ 6592 h 6345"/>
                  <a:gd name="connsiteX1" fmla="*/ 5658 w 6343"/>
                  <a:gd name="connsiteY1" fmla="*/ 5663 h 6345"/>
                  <a:gd name="connsiteX2" fmla="*/ 6587 w 6343"/>
                  <a:gd name="connsiteY2" fmla="*/ 3419 h 6345"/>
                  <a:gd name="connsiteX3" fmla="*/ 5658 w 6343"/>
                  <a:gd name="connsiteY3" fmla="*/ 1176 h 6345"/>
                  <a:gd name="connsiteX4" fmla="*/ 3415 w 6343"/>
                  <a:gd name="connsiteY4" fmla="*/ 247 h 6345"/>
                  <a:gd name="connsiteX5" fmla="*/ 1173 w 6343"/>
                  <a:gd name="connsiteY5" fmla="*/ 1176 h 6345"/>
                  <a:gd name="connsiteX6" fmla="*/ 244 w 6343"/>
                  <a:gd name="connsiteY6" fmla="*/ 3419 h 6345"/>
                  <a:gd name="connsiteX7" fmla="*/ 1173 w 6343"/>
                  <a:gd name="connsiteY7" fmla="*/ 5663 h 6345"/>
                  <a:gd name="connsiteX8" fmla="*/ 3415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92"/>
                    </a:moveTo>
                    <a:cubicBezTo>
                      <a:pt x="4256" y="6592"/>
                      <a:pt x="5063" y="6258"/>
                      <a:pt x="5658" y="5663"/>
                    </a:cubicBezTo>
                    <a:cubicBezTo>
                      <a:pt x="6253" y="5068"/>
                      <a:pt x="6587" y="4261"/>
                      <a:pt x="6587" y="3419"/>
                    </a:cubicBezTo>
                    <a:cubicBezTo>
                      <a:pt x="6587" y="2578"/>
                      <a:pt x="6253" y="1771"/>
                      <a:pt x="5658" y="1176"/>
                    </a:cubicBezTo>
                    <a:cubicBezTo>
                      <a:pt x="5063" y="581"/>
                      <a:pt x="4256" y="247"/>
                      <a:pt x="3415" y="247"/>
                    </a:cubicBezTo>
                    <a:cubicBezTo>
                      <a:pt x="2574" y="247"/>
                      <a:pt x="1767" y="581"/>
                      <a:pt x="1173" y="1176"/>
                    </a:cubicBezTo>
                    <a:cubicBezTo>
                      <a:pt x="578" y="1771"/>
                      <a:pt x="244" y="2578"/>
                      <a:pt x="244" y="3419"/>
                    </a:cubicBezTo>
                    <a:cubicBezTo>
                      <a:pt x="244" y="4261"/>
                      <a:pt x="578" y="5068"/>
                      <a:pt x="1173" y="5663"/>
                    </a:cubicBezTo>
                    <a:cubicBezTo>
                      <a:pt x="1767" y="6258"/>
                      <a:pt x="2574" y="6592"/>
                      <a:pt x="3415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80" name="Freeform: Shape 1979">
                <a:extLst>
                  <a:ext uri="{FF2B5EF4-FFF2-40B4-BE49-F238E27FC236}">
                    <a16:creationId xmlns:a16="http://schemas.microsoft.com/office/drawing/2014/main" id="{0ABE09B4-31BC-9DFE-663D-6900F254A185}"/>
                  </a:ext>
                </a:extLst>
              </p:cNvPr>
              <p:cNvSpPr/>
              <p:nvPr/>
            </p:nvSpPr>
            <p:spPr>
              <a:xfrm>
                <a:off x="3937105" y="6605485"/>
                <a:ext cx="6343" cy="6345"/>
              </a:xfrm>
              <a:custGeom>
                <a:avLst/>
                <a:gdLst>
                  <a:gd name="connsiteX0" fmla="*/ 3415 w 6343"/>
                  <a:gd name="connsiteY0" fmla="*/ 6592 h 6345"/>
                  <a:gd name="connsiteX1" fmla="*/ 5657 w 6343"/>
                  <a:gd name="connsiteY1" fmla="*/ 5662 h 6345"/>
                  <a:gd name="connsiteX2" fmla="*/ 6586 w 6343"/>
                  <a:gd name="connsiteY2" fmla="*/ 3419 h 6345"/>
                  <a:gd name="connsiteX3" fmla="*/ 5657 w 6343"/>
                  <a:gd name="connsiteY3" fmla="*/ 1176 h 6345"/>
                  <a:gd name="connsiteX4" fmla="*/ 3415 w 6343"/>
                  <a:gd name="connsiteY4" fmla="*/ 246 h 6345"/>
                  <a:gd name="connsiteX5" fmla="*/ 1172 w 6343"/>
                  <a:gd name="connsiteY5" fmla="*/ 1176 h 6345"/>
                  <a:gd name="connsiteX6" fmla="*/ 243 w 6343"/>
                  <a:gd name="connsiteY6" fmla="*/ 3419 h 6345"/>
                  <a:gd name="connsiteX7" fmla="*/ 1172 w 6343"/>
                  <a:gd name="connsiteY7" fmla="*/ 5662 h 6345"/>
                  <a:gd name="connsiteX8" fmla="*/ 3415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92"/>
                    </a:moveTo>
                    <a:cubicBezTo>
                      <a:pt x="4256" y="6592"/>
                      <a:pt x="5063" y="6257"/>
                      <a:pt x="5657" y="5662"/>
                    </a:cubicBezTo>
                    <a:cubicBezTo>
                      <a:pt x="6252" y="5068"/>
                      <a:pt x="6586" y="4260"/>
                      <a:pt x="6586" y="3419"/>
                    </a:cubicBezTo>
                    <a:cubicBezTo>
                      <a:pt x="6586" y="2578"/>
                      <a:pt x="6252" y="1771"/>
                      <a:pt x="5657" y="1176"/>
                    </a:cubicBezTo>
                    <a:cubicBezTo>
                      <a:pt x="5063" y="581"/>
                      <a:pt x="4256" y="246"/>
                      <a:pt x="3415" y="246"/>
                    </a:cubicBezTo>
                    <a:cubicBezTo>
                      <a:pt x="2574" y="246"/>
                      <a:pt x="1767" y="581"/>
                      <a:pt x="1172" y="1176"/>
                    </a:cubicBezTo>
                    <a:cubicBezTo>
                      <a:pt x="577" y="1771"/>
                      <a:pt x="243" y="2578"/>
                      <a:pt x="243" y="3419"/>
                    </a:cubicBezTo>
                    <a:cubicBezTo>
                      <a:pt x="243" y="4260"/>
                      <a:pt x="577" y="5068"/>
                      <a:pt x="1172" y="5662"/>
                    </a:cubicBezTo>
                    <a:cubicBezTo>
                      <a:pt x="1767" y="6257"/>
                      <a:pt x="2574" y="6592"/>
                      <a:pt x="3415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81" name="Freeform: Shape 1980">
                <a:extLst>
                  <a:ext uri="{FF2B5EF4-FFF2-40B4-BE49-F238E27FC236}">
                    <a16:creationId xmlns:a16="http://schemas.microsoft.com/office/drawing/2014/main" id="{D1433D84-38CF-F274-7EA8-A597E7656C5C}"/>
                  </a:ext>
                </a:extLst>
              </p:cNvPr>
              <p:cNvSpPr/>
              <p:nvPr/>
            </p:nvSpPr>
            <p:spPr>
              <a:xfrm>
                <a:off x="3931714" y="6605054"/>
                <a:ext cx="6343" cy="6345"/>
              </a:xfrm>
              <a:custGeom>
                <a:avLst/>
                <a:gdLst>
                  <a:gd name="connsiteX0" fmla="*/ 3414 w 6343"/>
                  <a:gd name="connsiteY0" fmla="*/ 6592 h 6345"/>
                  <a:gd name="connsiteX1" fmla="*/ 5657 w 6343"/>
                  <a:gd name="connsiteY1" fmla="*/ 5662 h 6345"/>
                  <a:gd name="connsiteX2" fmla="*/ 6586 w 6343"/>
                  <a:gd name="connsiteY2" fmla="*/ 3419 h 6345"/>
                  <a:gd name="connsiteX3" fmla="*/ 5657 w 6343"/>
                  <a:gd name="connsiteY3" fmla="*/ 1176 h 6345"/>
                  <a:gd name="connsiteX4" fmla="*/ 3414 w 6343"/>
                  <a:gd name="connsiteY4" fmla="*/ 246 h 6345"/>
                  <a:gd name="connsiteX5" fmla="*/ 1172 w 6343"/>
                  <a:gd name="connsiteY5" fmla="*/ 1176 h 6345"/>
                  <a:gd name="connsiteX6" fmla="*/ 243 w 6343"/>
                  <a:gd name="connsiteY6" fmla="*/ 3419 h 6345"/>
                  <a:gd name="connsiteX7" fmla="*/ 1172 w 6343"/>
                  <a:gd name="connsiteY7" fmla="*/ 5662 h 6345"/>
                  <a:gd name="connsiteX8" fmla="*/ 3414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92"/>
                    </a:moveTo>
                    <a:cubicBezTo>
                      <a:pt x="4255" y="6592"/>
                      <a:pt x="5062" y="6257"/>
                      <a:pt x="5657" y="5662"/>
                    </a:cubicBezTo>
                    <a:cubicBezTo>
                      <a:pt x="6252" y="5067"/>
                      <a:pt x="6586" y="4260"/>
                      <a:pt x="6586" y="3419"/>
                    </a:cubicBezTo>
                    <a:cubicBezTo>
                      <a:pt x="6586" y="2578"/>
                      <a:pt x="6252" y="1771"/>
                      <a:pt x="5657" y="1176"/>
                    </a:cubicBezTo>
                    <a:cubicBezTo>
                      <a:pt x="5062" y="581"/>
                      <a:pt x="4255" y="246"/>
                      <a:pt x="3414" y="246"/>
                    </a:cubicBezTo>
                    <a:cubicBezTo>
                      <a:pt x="2573" y="246"/>
                      <a:pt x="1766" y="581"/>
                      <a:pt x="1172" y="1176"/>
                    </a:cubicBezTo>
                    <a:cubicBezTo>
                      <a:pt x="577" y="1771"/>
                      <a:pt x="243" y="2578"/>
                      <a:pt x="243" y="3419"/>
                    </a:cubicBezTo>
                    <a:cubicBezTo>
                      <a:pt x="243" y="4260"/>
                      <a:pt x="577" y="5067"/>
                      <a:pt x="1172" y="5662"/>
                    </a:cubicBezTo>
                    <a:cubicBezTo>
                      <a:pt x="1766" y="6257"/>
                      <a:pt x="2573" y="6592"/>
                      <a:pt x="3414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82" name="Freeform: Shape 1981">
                <a:extLst>
                  <a:ext uri="{FF2B5EF4-FFF2-40B4-BE49-F238E27FC236}">
                    <a16:creationId xmlns:a16="http://schemas.microsoft.com/office/drawing/2014/main" id="{AE0C2688-68DD-86A9-A9B3-1DA95FDC37AD}"/>
                  </a:ext>
                </a:extLst>
              </p:cNvPr>
              <p:cNvSpPr/>
              <p:nvPr/>
            </p:nvSpPr>
            <p:spPr>
              <a:xfrm>
                <a:off x="3926327" y="6604541"/>
                <a:ext cx="6343" cy="6345"/>
              </a:xfrm>
              <a:custGeom>
                <a:avLst/>
                <a:gdLst>
                  <a:gd name="connsiteX0" fmla="*/ 3414 w 6343"/>
                  <a:gd name="connsiteY0" fmla="*/ 6592 h 6345"/>
                  <a:gd name="connsiteX1" fmla="*/ 5657 w 6343"/>
                  <a:gd name="connsiteY1" fmla="*/ 5662 h 6345"/>
                  <a:gd name="connsiteX2" fmla="*/ 6585 w 6343"/>
                  <a:gd name="connsiteY2" fmla="*/ 3419 h 6345"/>
                  <a:gd name="connsiteX3" fmla="*/ 5657 w 6343"/>
                  <a:gd name="connsiteY3" fmla="*/ 1176 h 6345"/>
                  <a:gd name="connsiteX4" fmla="*/ 3414 w 6343"/>
                  <a:gd name="connsiteY4" fmla="*/ 246 h 6345"/>
                  <a:gd name="connsiteX5" fmla="*/ 1171 w 6343"/>
                  <a:gd name="connsiteY5" fmla="*/ 1176 h 6345"/>
                  <a:gd name="connsiteX6" fmla="*/ 242 w 6343"/>
                  <a:gd name="connsiteY6" fmla="*/ 3419 h 6345"/>
                  <a:gd name="connsiteX7" fmla="*/ 1171 w 6343"/>
                  <a:gd name="connsiteY7" fmla="*/ 5662 h 6345"/>
                  <a:gd name="connsiteX8" fmla="*/ 3414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92"/>
                    </a:moveTo>
                    <a:cubicBezTo>
                      <a:pt x="4255" y="6592"/>
                      <a:pt x="5062" y="6257"/>
                      <a:pt x="5657" y="5662"/>
                    </a:cubicBezTo>
                    <a:cubicBezTo>
                      <a:pt x="6251" y="5067"/>
                      <a:pt x="6585" y="4260"/>
                      <a:pt x="6585" y="3419"/>
                    </a:cubicBezTo>
                    <a:cubicBezTo>
                      <a:pt x="6585" y="2578"/>
                      <a:pt x="6251" y="1770"/>
                      <a:pt x="5657" y="1176"/>
                    </a:cubicBezTo>
                    <a:cubicBezTo>
                      <a:pt x="5062" y="581"/>
                      <a:pt x="4255" y="246"/>
                      <a:pt x="3414" y="246"/>
                    </a:cubicBezTo>
                    <a:cubicBezTo>
                      <a:pt x="2573" y="246"/>
                      <a:pt x="1766" y="581"/>
                      <a:pt x="1171" y="1176"/>
                    </a:cubicBezTo>
                    <a:cubicBezTo>
                      <a:pt x="577" y="1770"/>
                      <a:pt x="242" y="2578"/>
                      <a:pt x="242" y="3419"/>
                    </a:cubicBezTo>
                    <a:cubicBezTo>
                      <a:pt x="242" y="4260"/>
                      <a:pt x="577" y="5067"/>
                      <a:pt x="1171" y="5662"/>
                    </a:cubicBezTo>
                    <a:cubicBezTo>
                      <a:pt x="1766" y="6257"/>
                      <a:pt x="2573" y="6592"/>
                      <a:pt x="3414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83" name="Freeform: Shape 1982">
                <a:extLst>
                  <a:ext uri="{FF2B5EF4-FFF2-40B4-BE49-F238E27FC236}">
                    <a16:creationId xmlns:a16="http://schemas.microsoft.com/office/drawing/2014/main" id="{23A74ADA-C0FC-1A89-CCC7-1EA7BC2DA8F5}"/>
                  </a:ext>
                </a:extLst>
              </p:cNvPr>
              <p:cNvSpPr/>
              <p:nvPr/>
            </p:nvSpPr>
            <p:spPr>
              <a:xfrm>
                <a:off x="3920886" y="6602853"/>
                <a:ext cx="6343" cy="6345"/>
              </a:xfrm>
              <a:custGeom>
                <a:avLst/>
                <a:gdLst>
                  <a:gd name="connsiteX0" fmla="*/ 3413 w 6343"/>
                  <a:gd name="connsiteY0" fmla="*/ 6592 h 6345"/>
                  <a:gd name="connsiteX1" fmla="*/ 5656 w 6343"/>
                  <a:gd name="connsiteY1" fmla="*/ 5662 h 6345"/>
                  <a:gd name="connsiteX2" fmla="*/ 6585 w 6343"/>
                  <a:gd name="connsiteY2" fmla="*/ 3419 h 6345"/>
                  <a:gd name="connsiteX3" fmla="*/ 5656 w 6343"/>
                  <a:gd name="connsiteY3" fmla="*/ 1175 h 6345"/>
                  <a:gd name="connsiteX4" fmla="*/ 3413 w 6343"/>
                  <a:gd name="connsiteY4" fmla="*/ 246 h 6345"/>
                  <a:gd name="connsiteX5" fmla="*/ 1171 w 6343"/>
                  <a:gd name="connsiteY5" fmla="*/ 1175 h 6345"/>
                  <a:gd name="connsiteX6" fmla="*/ 242 w 6343"/>
                  <a:gd name="connsiteY6" fmla="*/ 3419 h 6345"/>
                  <a:gd name="connsiteX7" fmla="*/ 1171 w 6343"/>
                  <a:gd name="connsiteY7" fmla="*/ 5662 h 6345"/>
                  <a:gd name="connsiteX8" fmla="*/ 3413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92"/>
                    </a:moveTo>
                    <a:cubicBezTo>
                      <a:pt x="4255" y="6592"/>
                      <a:pt x="5061" y="6257"/>
                      <a:pt x="5656" y="5662"/>
                    </a:cubicBezTo>
                    <a:cubicBezTo>
                      <a:pt x="6251" y="5067"/>
                      <a:pt x="6585" y="4260"/>
                      <a:pt x="6585" y="3419"/>
                    </a:cubicBezTo>
                    <a:cubicBezTo>
                      <a:pt x="6585" y="2577"/>
                      <a:pt x="6251" y="1770"/>
                      <a:pt x="5656" y="1175"/>
                    </a:cubicBezTo>
                    <a:cubicBezTo>
                      <a:pt x="5061" y="580"/>
                      <a:pt x="4255" y="246"/>
                      <a:pt x="3413" y="246"/>
                    </a:cubicBezTo>
                    <a:cubicBezTo>
                      <a:pt x="2572" y="246"/>
                      <a:pt x="1766" y="580"/>
                      <a:pt x="1171" y="1175"/>
                    </a:cubicBezTo>
                    <a:cubicBezTo>
                      <a:pt x="576" y="1770"/>
                      <a:pt x="242" y="2577"/>
                      <a:pt x="242" y="3419"/>
                    </a:cubicBezTo>
                    <a:cubicBezTo>
                      <a:pt x="242" y="4260"/>
                      <a:pt x="576" y="5067"/>
                      <a:pt x="1171" y="5662"/>
                    </a:cubicBezTo>
                    <a:cubicBezTo>
                      <a:pt x="1766" y="6257"/>
                      <a:pt x="2572" y="6592"/>
                      <a:pt x="3413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84" name="Freeform: Shape 1983">
                <a:extLst>
                  <a:ext uri="{FF2B5EF4-FFF2-40B4-BE49-F238E27FC236}">
                    <a16:creationId xmlns:a16="http://schemas.microsoft.com/office/drawing/2014/main" id="{3EBEB0A0-EAB9-2A5E-1CE2-50C4D50C3A0F}"/>
                  </a:ext>
                </a:extLst>
              </p:cNvPr>
              <p:cNvSpPr/>
              <p:nvPr/>
            </p:nvSpPr>
            <p:spPr>
              <a:xfrm>
                <a:off x="3915519" y="6602179"/>
                <a:ext cx="6343" cy="6345"/>
              </a:xfrm>
              <a:custGeom>
                <a:avLst/>
                <a:gdLst>
                  <a:gd name="connsiteX0" fmla="*/ 3413 w 6343"/>
                  <a:gd name="connsiteY0" fmla="*/ 6591 h 6345"/>
                  <a:gd name="connsiteX1" fmla="*/ 5656 w 6343"/>
                  <a:gd name="connsiteY1" fmla="*/ 5662 h 6345"/>
                  <a:gd name="connsiteX2" fmla="*/ 6585 w 6343"/>
                  <a:gd name="connsiteY2" fmla="*/ 3419 h 6345"/>
                  <a:gd name="connsiteX3" fmla="*/ 5656 w 6343"/>
                  <a:gd name="connsiteY3" fmla="*/ 1175 h 6345"/>
                  <a:gd name="connsiteX4" fmla="*/ 3413 w 6343"/>
                  <a:gd name="connsiteY4" fmla="*/ 246 h 6345"/>
                  <a:gd name="connsiteX5" fmla="*/ 1170 w 6343"/>
                  <a:gd name="connsiteY5" fmla="*/ 1175 h 6345"/>
                  <a:gd name="connsiteX6" fmla="*/ 241 w 6343"/>
                  <a:gd name="connsiteY6" fmla="*/ 3419 h 6345"/>
                  <a:gd name="connsiteX7" fmla="*/ 1170 w 6343"/>
                  <a:gd name="connsiteY7" fmla="*/ 5662 h 6345"/>
                  <a:gd name="connsiteX8" fmla="*/ 3413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91"/>
                    </a:moveTo>
                    <a:cubicBezTo>
                      <a:pt x="4254" y="6591"/>
                      <a:pt x="5061" y="6257"/>
                      <a:pt x="5656" y="5662"/>
                    </a:cubicBezTo>
                    <a:cubicBezTo>
                      <a:pt x="6250" y="5067"/>
                      <a:pt x="6585" y="4260"/>
                      <a:pt x="6585" y="3419"/>
                    </a:cubicBezTo>
                    <a:cubicBezTo>
                      <a:pt x="6585" y="2577"/>
                      <a:pt x="6250" y="1770"/>
                      <a:pt x="5656" y="1175"/>
                    </a:cubicBezTo>
                    <a:cubicBezTo>
                      <a:pt x="5061" y="580"/>
                      <a:pt x="4254" y="246"/>
                      <a:pt x="3413" y="246"/>
                    </a:cubicBezTo>
                    <a:cubicBezTo>
                      <a:pt x="2572" y="246"/>
                      <a:pt x="1765" y="580"/>
                      <a:pt x="1170" y="1175"/>
                    </a:cubicBezTo>
                    <a:cubicBezTo>
                      <a:pt x="576" y="1770"/>
                      <a:pt x="241" y="2577"/>
                      <a:pt x="241" y="3419"/>
                    </a:cubicBezTo>
                    <a:cubicBezTo>
                      <a:pt x="241" y="4260"/>
                      <a:pt x="576" y="5067"/>
                      <a:pt x="1170" y="5662"/>
                    </a:cubicBezTo>
                    <a:cubicBezTo>
                      <a:pt x="1765" y="6257"/>
                      <a:pt x="2572" y="6591"/>
                      <a:pt x="3413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85" name="Freeform: Shape 1984">
                <a:extLst>
                  <a:ext uri="{FF2B5EF4-FFF2-40B4-BE49-F238E27FC236}">
                    <a16:creationId xmlns:a16="http://schemas.microsoft.com/office/drawing/2014/main" id="{9A13EA75-A29F-B6AE-3685-69782A769330}"/>
                  </a:ext>
                </a:extLst>
              </p:cNvPr>
              <p:cNvSpPr/>
              <p:nvPr/>
            </p:nvSpPr>
            <p:spPr>
              <a:xfrm>
                <a:off x="3910158" y="6601376"/>
                <a:ext cx="6343" cy="6345"/>
              </a:xfrm>
              <a:custGeom>
                <a:avLst/>
                <a:gdLst>
                  <a:gd name="connsiteX0" fmla="*/ 3413 w 6343"/>
                  <a:gd name="connsiteY0" fmla="*/ 6591 h 6345"/>
                  <a:gd name="connsiteX1" fmla="*/ 5655 w 6343"/>
                  <a:gd name="connsiteY1" fmla="*/ 5662 h 6345"/>
                  <a:gd name="connsiteX2" fmla="*/ 6584 w 6343"/>
                  <a:gd name="connsiteY2" fmla="*/ 3419 h 6345"/>
                  <a:gd name="connsiteX3" fmla="*/ 5655 w 6343"/>
                  <a:gd name="connsiteY3" fmla="*/ 1175 h 6345"/>
                  <a:gd name="connsiteX4" fmla="*/ 3413 w 6343"/>
                  <a:gd name="connsiteY4" fmla="*/ 246 h 6345"/>
                  <a:gd name="connsiteX5" fmla="*/ 1170 w 6343"/>
                  <a:gd name="connsiteY5" fmla="*/ 1175 h 6345"/>
                  <a:gd name="connsiteX6" fmla="*/ 241 w 6343"/>
                  <a:gd name="connsiteY6" fmla="*/ 3419 h 6345"/>
                  <a:gd name="connsiteX7" fmla="*/ 1170 w 6343"/>
                  <a:gd name="connsiteY7" fmla="*/ 5662 h 6345"/>
                  <a:gd name="connsiteX8" fmla="*/ 3413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91"/>
                    </a:moveTo>
                    <a:cubicBezTo>
                      <a:pt x="4254" y="6591"/>
                      <a:pt x="5060" y="6257"/>
                      <a:pt x="5655" y="5662"/>
                    </a:cubicBezTo>
                    <a:cubicBezTo>
                      <a:pt x="6250" y="5067"/>
                      <a:pt x="6584" y="4260"/>
                      <a:pt x="6584" y="3419"/>
                    </a:cubicBezTo>
                    <a:cubicBezTo>
                      <a:pt x="6584" y="2577"/>
                      <a:pt x="6250" y="1770"/>
                      <a:pt x="5655" y="1175"/>
                    </a:cubicBezTo>
                    <a:cubicBezTo>
                      <a:pt x="5060" y="580"/>
                      <a:pt x="4254" y="246"/>
                      <a:pt x="3413" y="246"/>
                    </a:cubicBezTo>
                    <a:cubicBezTo>
                      <a:pt x="2571" y="246"/>
                      <a:pt x="1765" y="580"/>
                      <a:pt x="1170" y="1175"/>
                    </a:cubicBezTo>
                    <a:cubicBezTo>
                      <a:pt x="575" y="1770"/>
                      <a:pt x="241" y="2577"/>
                      <a:pt x="241" y="3419"/>
                    </a:cubicBezTo>
                    <a:cubicBezTo>
                      <a:pt x="241" y="4260"/>
                      <a:pt x="575" y="5067"/>
                      <a:pt x="1170" y="5662"/>
                    </a:cubicBezTo>
                    <a:cubicBezTo>
                      <a:pt x="1765" y="6257"/>
                      <a:pt x="2571" y="6591"/>
                      <a:pt x="3413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86" name="Freeform: Shape 1985">
                <a:extLst>
                  <a:ext uri="{FF2B5EF4-FFF2-40B4-BE49-F238E27FC236}">
                    <a16:creationId xmlns:a16="http://schemas.microsoft.com/office/drawing/2014/main" id="{C10442B6-23F4-F9A9-35E2-455537F5D748}"/>
                  </a:ext>
                </a:extLst>
              </p:cNvPr>
              <p:cNvSpPr/>
              <p:nvPr/>
            </p:nvSpPr>
            <p:spPr>
              <a:xfrm>
                <a:off x="3904881" y="6602492"/>
                <a:ext cx="6343" cy="6345"/>
              </a:xfrm>
              <a:custGeom>
                <a:avLst/>
                <a:gdLst>
                  <a:gd name="connsiteX0" fmla="*/ 3412 w 6343"/>
                  <a:gd name="connsiteY0" fmla="*/ 6591 h 6345"/>
                  <a:gd name="connsiteX1" fmla="*/ 5655 w 6343"/>
                  <a:gd name="connsiteY1" fmla="*/ 5662 h 6345"/>
                  <a:gd name="connsiteX2" fmla="*/ 6584 w 6343"/>
                  <a:gd name="connsiteY2" fmla="*/ 3419 h 6345"/>
                  <a:gd name="connsiteX3" fmla="*/ 5655 w 6343"/>
                  <a:gd name="connsiteY3" fmla="*/ 1175 h 6345"/>
                  <a:gd name="connsiteX4" fmla="*/ 3412 w 6343"/>
                  <a:gd name="connsiteY4" fmla="*/ 246 h 6345"/>
                  <a:gd name="connsiteX5" fmla="*/ 1170 w 6343"/>
                  <a:gd name="connsiteY5" fmla="*/ 1175 h 6345"/>
                  <a:gd name="connsiteX6" fmla="*/ 241 w 6343"/>
                  <a:gd name="connsiteY6" fmla="*/ 3419 h 6345"/>
                  <a:gd name="connsiteX7" fmla="*/ 1170 w 6343"/>
                  <a:gd name="connsiteY7" fmla="*/ 5662 h 6345"/>
                  <a:gd name="connsiteX8" fmla="*/ 3412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91"/>
                    </a:moveTo>
                    <a:cubicBezTo>
                      <a:pt x="4253" y="6591"/>
                      <a:pt x="5060" y="6257"/>
                      <a:pt x="5655" y="5662"/>
                    </a:cubicBezTo>
                    <a:cubicBezTo>
                      <a:pt x="6250" y="5067"/>
                      <a:pt x="6584" y="4260"/>
                      <a:pt x="6584" y="3419"/>
                    </a:cubicBezTo>
                    <a:cubicBezTo>
                      <a:pt x="6584" y="2577"/>
                      <a:pt x="6250" y="1770"/>
                      <a:pt x="5655" y="1175"/>
                    </a:cubicBezTo>
                    <a:cubicBezTo>
                      <a:pt x="5060" y="580"/>
                      <a:pt x="4253" y="246"/>
                      <a:pt x="3412" y="246"/>
                    </a:cubicBezTo>
                    <a:cubicBezTo>
                      <a:pt x="2571" y="246"/>
                      <a:pt x="1764" y="580"/>
                      <a:pt x="1170" y="1175"/>
                    </a:cubicBezTo>
                    <a:cubicBezTo>
                      <a:pt x="575" y="1770"/>
                      <a:pt x="241" y="2577"/>
                      <a:pt x="241" y="3419"/>
                    </a:cubicBezTo>
                    <a:cubicBezTo>
                      <a:pt x="241" y="4260"/>
                      <a:pt x="575" y="5067"/>
                      <a:pt x="1170" y="5662"/>
                    </a:cubicBezTo>
                    <a:cubicBezTo>
                      <a:pt x="1764" y="6257"/>
                      <a:pt x="2571" y="6591"/>
                      <a:pt x="3412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87" name="Freeform: Shape 1986">
                <a:extLst>
                  <a:ext uri="{FF2B5EF4-FFF2-40B4-BE49-F238E27FC236}">
                    <a16:creationId xmlns:a16="http://schemas.microsoft.com/office/drawing/2014/main" id="{ACB8C0C8-72AC-E0EF-B3ED-DF8C25C7C6C1}"/>
                  </a:ext>
                </a:extLst>
              </p:cNvPr>
              <p:cNvSpPr/>
              <p:nvPr/>
            </p:nvSpPr>
            <p:spPr>
              <a:xfrm>
                <a:off x="3899531" y="6601623"/>
                <a:ext cx="6343" cy="6345"/>
              </a:xfrm>
              <a:custGeom>
                <a:avLst/>
                <a:gdLst>
                  <a:gd name="connsiteX0" fmla="*/ 3412 w 6343"/>
                  <a:gd name="connsiteY0" fmla="*/ 6591 h 6345"/>
                  <a:gd name="connsiteX1" fmla="*/ 5654 w 6343"/>
                  <a:gd name="connsiteY1" fmla="*/ 5662 h 6345"/>
                  <a:gd name="connsiteX2" fmla="*/ 6583 w 6343"/>
                  <a:gd name="connsiteY2" fmla="*/ 3419 h 6345"/>
                  <a:gd name="connsiteX3" fmla="*/ 5654 w 6343"/>
                  <a:gd name="connsiteY3" fmla="*/ 1175 h 6345"/>
                  <a:gd name="connsiteX4" fmla="*/ 3412 w 6343"/>
                  <a:gd name="connsiteY4" fmla="*/ 246 h 6345"/>
                  <a:gd name="connsiteX5" fmla="*/ 1169 w 6343"/>
                  <a:gd name="connsiteY5" fmla="*/ 1175 h 6345"/>
                  <a:gd name="connsiteX6" fmla="*/ 240 w 6343"/>
                  <a:gd name="connsiteY6" fmla="*/ 3419 h 6345"/>
                  <a:gd name="connsiteX7" fmla="*/ 1169 w 6343"/>
                  <a:gd name="connsiteY7" fmla="*/ 5662 h 6345"/>
                  <a:gd name="connsiteX8" fmla="*/ 3412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91"/>
                    </a:moveTo>
                    <a:cubicBezTo>
                      <a:pt x="4253" y="6591"/>
                      <a:pt x="5060" y="6257"/>
                      <a:pt x="5654" y="5662"/>
                    </a:cubicBezTo>
                    <a:cubicBezTo>
                      <a:pt x="6249" y="5067"/>
                      <a:pt x="6583" y="4260"/>
                      <a:pt x="6583" y="3419"/>
                    </a:cubicBezTo>
                    <a:cubicBezTo>
                      <a:pt x="6583" y="2577"/>
                      <a:pt x="6249" y="1770"/>
                      <a:pt x="5654" y="1175"/>
                    </a:cubicBezTo>
                    <a:cubicBezTo>
                      <a:pt x="5060" y="580"/>
                      <a:pt x="4253" y="246"/>
                      <a:pt x="3412" y="246"/>
                    </a:cubicBezTo>
                    <a:cubicBezTo>
                      <a:pt x="2571" y="246"/>
                      <a:pt x="1764" y="580"/>
                      <a:pt x="1169" y="1175"/>
                    </a:cubicBezTo>
                    <a:cubicBezTo>
                      <a:pt x="574" y="1770"/>
                      <a:pt x="240" y="2577"/>
                      <a:pt x="240" y="3419"/>
                    </a:cubicBezTo>
                    <a:cubicBezTo>
                      <a:pt x="240" y="4260"/>
                      <a:pt x="574" y="5067"/>
                      <a:pt x="1169" y="5662"/>
                    </a:cubicBezTo>
                    <a:cubicBezTo>
                      <a:pt x="1764" y="6257"/>
                      <a:pt x="2571" y="6591"/>
                      <a:pt x="3412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88" name="Freeform: Shape 1987">
                <a:extLst>
                  <a:ext uri="{FF2B5EF4-FFF2-40B4-BE49-F238E27FC236}">
                    <a16:creationId xmlns:a16="http://schemas.microsoft.com/office/drawing/2014/main" id="{2E3939F8-6964-92BD-8F07-48F0A72EC4FA}"/>
                  </a:ext>
                </a:extLst>
              </p:cNvPr>
              <p:cNvSpPr/>
              <p:nvPr/>
            </p:nvSpPr>
            <p:spPr>
              <a:xfrm>
                <a:off x="3894232" y="6602340"/>
                <a:ext cx="6343" cy="6345"/>
              </a:xfrm>
              <a:custGeom>
                <a:avLst/>
                <a:gdLst>
                  <a:gd name="connsiteX0" fmla="*/ 3411 w 6343"/>
                  <a:gd name="connsiteY0" fmla="*/ 6591 h 6345"/>
                  <a:gd name="connsiteX1" fmla="*/ 5654 w 6343"/>
                  <a:gd name="connsiteY1" fmla="*/ 5662 h 6345"/>
                  <a:gd name="connsiteX2" fmla="*/ 6583 w 6343"/>
                  <a:gd name="connsiteY2" fmla="*/ 3419 h 6345"/>
                  <a:gd name="connsiteX3" fmla="*/ 5654 w 6343"/>
                  <a:gd name="connsiteY3" fmla="*/ 1175 h 6345"/>
                  <a:gd name="connsiteX4" fmla="*/ 3411 w 6343"/>
                  <a:gd name="connsiteY4" fmla="*/ 246 h 6345"/>
                  <a:gd name="connsiteX5" fmla="*/ 1169 w 6343"/>
                  <a:gd name="connsiteY5" fmla="*/ 1175 h 6345"/>
                  <a:gd name="connsiteX6" fmla="*/ 240 w 6343"/>
                  <a:gd name="connsiteY6" fmla="*/ 3419 h 6345"/>
                  <a:gd name="connsiteX7" fmla="*/ 1169 w 6343"/>
                  <a:gd name="connsiteY7" fmla="*/ 5662 h 6345"/>
                  <a:gd name="connsiteX8" fmla="*/ 3411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91"/>
                    </a:moveTo>
                    <a:cubicBezTo>
                      <a:pt x="4252" y="6591"/>
                      <a:pt x="5059" y="6257"/>
                      <a:pt x="5654" y="5662"/>
                    </a:cubicBezTo>
                    <a:cubicBezTo>
                      <a:pt x="6249" y="5067"/>
                      <a:pt x="6583" y="4260"/>
                      <a:pt x="6583" y="3419"/>
                    </a:cubicBezTo>
                    <a:cubicBezTo>
                      <a:pt x="6583" y="2577"/>
                      <a:pt x="6249" y="1770"/>
                      <a:pt x="5654" y="1175"/>
                    </a:cubicBezTo>
                    <a:cubicBezTo>
                      <a:pt x="5059" y="580"/>
                      <a:pt x="4252" y="246"/>
                      <a:pt x="3411" y="246"/>
                    </a:cubicBezTo>
                    <a:cubicBezTo>
                      <a:pt x="2570" y="246"/>
                      <a:pt x="1763" y="580"/>
                      <a:pt x="1169" y="1175"/>
                    </a:cubicBezTo>
                    <a:cubicBezTo>
                      <a:pt x="574" y="1770"/>
                      <a:pt x="240" y="2577"/>
                      <a:pt x="240" y="3419"/>
                    </a:cubicBezTo>
                    <a:cubicBezTo>
                      <a:pt x="240" y="4260"/>
                      <a:pt x="574" y="5067"/>
                      <a:pt x="1169" y="5662"/>
                    </a:cubicBezTo>
                    <a:cubicBezTo>
                      <a:pt x="1763" y="6257"/>
                      <a:pt x="2570" y="6591"/>
                      <a:pt x="3411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89" name="Freeform: Shape 1988">
                <a:extLst>
                  <a:ext uri="{FF2B5EF4-FFF2-40B4-BE49-F238E27FC236}">
                    <a16:creationId xmlns:a16="http://schemas.microsoft.com/office/drawing/2014/main" id="{97FA7BDC-364A-53D7-D3A4-B202644190A9}"/>
                  </a:ext>
                </a:extLst>
              </p:cNvPr>
              <p:cNvSpPr/>
              <p:nvPr/>
            </p:nvSpPr>
            <p:spPr>
              <a:xfrm>
                <a:off x="3883592" y="6310070"/>
                <a:ext cx="6343" cy="6345"/>
              </a:xfrm>
              <a:custGeom>
                <a:avLst/>
                <a:gdLst>
                  <a:gd name="connsiteX0" fmla="*/ 3411 w 6343"/>
                  <a:gd name="connsiteY0" fmla="*/ 6568 h 6345"/>
                  <a:gd name="connsiteX1" fmla="*/ 5653 w 6343"/>
                  <a:gd name="connsiteY1" fmla="*/ 5639 h 6345"/>
                  <a:gd name="connsiteX2" fmla="*/ 6582 w 6343"/>
                  <a:gd name="connsiteY2" fmla="*/ 3396 h 6345"/>
                  <a:gd name="connsiteX3" fmla="*/ 5653 w 6343"/>
                  <a:gd name="connsiteY3" fmla="*/ 1152 h 6345"/>
                  <a:gd name="connsiteX4" fmla="*/ 3411 w 6343"/>
                  <a:gd name="connsiteY4" fmla="*/ 223 h 6345"/>
                  <a:gd name="connsiteX5" fmla="*/ 1168 w 6343"/>
                  <a:gd name="connsiteY5" fmla="*/ 1152 h 6345"/>
                  <a:gd name="connsiteX6" fmla="*/ 239 w 6343"/>
                  <a:gd name="connsiteY6" fmla="*/ 3396 h 6345"/>
                  <a:gd name="connsiteX7" fmla="*/ 1168 w 6343"/>
                  <a:gd name="connsiteY7" fmla="*/ 5639 h 6345"/>
                  <a:gd name="connsiteX8" fmla="*/ 3411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8"/>
                    </a:moveTo>
                    <a:cubicBezTo>
                      <a:pt x="4252" y="6568"/>
                      <a:pt x="5058" y="6234"/>
                      <a:pt x="5653" y="5639"/>
                    </a:cubicBezTo>
                    <a:cubicBezTo>
                      <a:pt x="6248" y="5044"/>
                      <a:pt x="6582" y="4237"/>
                      <a:pt x="6582" y="3396"/>
                    </a:cubicBezTo>
                    <a:cubicBezTo>
                      <a:pt x="6582" y="2554"/>
                      <a:pt x="6248" y="1747"/>
                      <a:pt x="5653" y="1152"/>
                    </a:cubicBezTo>
                    <a:cubicBezTo>
                      <a:pt x="5058" y="557"/>
                      <a:pt x="4252" y="223"/>
                      <a:pt x="3411" y="223"/>
                    </a:cubicBezTo>
                    <a:cubicBezTo>
                      <a:pt x="2569" y="223"/>
                      <a:pt x="1763" y="557"/>
                      <a:pt x="1168" y="1152"/>
                    </a:cubicBezTo>
                    <a:cubicBezTo>
                      <a:pt x="573" y="1747"/>
                      <a:pt x="239" y="2554"/>
                      <a:pt x="239" y="3396"/>
                    </a:cubicBezTo>
                    <a:cubicBezTo>
                      <a:pt x="239" y="4237"/>
                      <a:pt x="573" y="5044"/>
                      <a:pt x="1168" y="5639"/>
                    </a:cubicBezTo>
                    <a:cubicBezTo>
                      <a:pt x="1763" y="6234"/>
                      <a:pt x="2569" y="6568"/>
                      <a:pt x="3411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90" name="Freeform: Shape 1989">
                <a:extLst>
                  <a:ext uri="{FF2B5EF4-FFF2-40B4-BE49-F238E27FC236}">
                    <a16:creationId xmlns:a16="http://schemas.microsoft.com/office/drawing/2014/main" id="{D2F5EB2B-23E9-D47D-DC34-F21670B900CF}"/>
                  </a:ext>
                </a:extLst>
              </p:cNvPr>
              <p:cNvSpPr/>
              <p:nvPr/>
            </p:nvSpPr>
            <p:spPr>
              <a:xfrm>
                <a:off x="3880066" y="6309933"/>
                <a:ext cx="6343" cy="6345"/>
              </a:xfrm>
              <a:custGeom>
                <a:avLst/>
                <a:gdLst>
                  <a:gd name="connsiteX0" fmla="*/ 3410 w 6343"/>
                  <a:gd name="connsiteY0" fmla="*/ 6568 h 6345"/>
                  <a:gd name="connsiteX1" fmla="*/ 5653 w 6343"/>
                  <a:gd name="connsiteY1" fmla="*/ 5639 h 6345"/>
                  <a:gd name="connsiteX2" fmla="*/ 6582 w 6343"/>
                  <a:gd name="connsiteY2" fmla="*/ 3396 h 6345"/>
                  <a:gd name="connsiteX3" fmla="*/ 5653 w 6343"/>
                  <a:gd name="connsiteY3" fmla="*/ 1152 h 6345"/>
                  <a:gd name="connsiteX4" fmla="*/ 3410 w 6343"/>
                  <a:gd name="connsiteY4" fmla="*/ 223 h 6345"/>
                  <a:gd name="connsiteX5" fmla="*/ 1168 w 6343"/>
                  <a:gd name="connsiteY5" fmla="*/ 1152 h 6345"/>
                  <a:gd name="connsiteX6" fmla="*/ 239 w 6343"/>
                  <a:gd name="connsiteY6" fmla="*/ 3396 h 6345"/>
                  <a:gd name="connsiteX7" fmla="*/ 1168 w 6343"/>
                  <a:gd name="connsiteY7" fmla="*/ 5639 h 6345"/>
                  <a:gd name="connsiteX8" fmla="*/ 3410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8"/>
                    </a:moveTo>
                    <a:cubicBezTo>
                      <a:pt x="4251" y="6568"/>
                      <a:pt x="5058" y="6234"/>
                      <a:pt x="5653" y="5639"/>
                    </a:cubicBezTo>
                    <a:cubicBezTo>
                      <a:pt x="6248" y="5044"/>
                      <a:pt x="6582" y="4237"/>
                      <a:pt x="6582" y="3396"/>
                    </a:cubicBezTo>
                    <a:cubicBezTo>
                      <a:pt x="6582" y="2554"/>
                      <a:pt x="6248" y="1747"/>
                      <a:pt x="5653" y="1152"/>
                    </a:cubicBezTo>
                    <a:cubicBezTo>
                      <a:pt x="5058" y="557"/>
                      <a:pt x="4251" y="223"/>
                      <a:pt x="3410" y="223"/>
                    </a:cubicBezTo>
                    <a:cubicBezTo>
                      <a:pt x="2569" y="223"/>
                      <a:pt x="1762" y="557"/>
                      <a:pt x="1168" y="1152"/>
                    </a:cubicBezTo>
                    <a:cubicBezTo>
                      <a:pt x="573" y="1747"/>
                      <a:pt x="239" y="2554"/>
                      <a:pt x="239" y="3396"/>
                    </a:cubicBezTo>
                    <a:cubicBezTo>
                      <a:pt x="239" y="4237"/>
                      <a:pt x="573" y="5044"/>
                      <a:pt x="1168" y="5639"/>
                    </a:cubicBezTo>
                    <a:cubicBezTo>
                      <a:pt x="1762" y="6234"/>
                      <a:pt x="2569" y="6568"/>
                      <a:pt x="3410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91" name="Freeform: Shape 1990">
                <a:extLst>
                  <a:ext uri="{FF2B5EF4-FFF2-40B4-BE49-F238E27FC236}">
                    <a16:creationId xmlns:a16="http://schemas.microsoft.com/office/drawing/2014/main" id="{89E72553-99E3-5EBB-3503-5707075B71A2}"/>
                  </a:ext>
                </a:extLst>
              </p:cNvPr>
              <p:cNvSpPr/>
              <p:nvPr/>
            </p:nvSpPr>
            <p:spPr>
              <a:xfrm>
                <a:off x="3878290" y="6604155"/>
                <a:ext cx="6343" cy="6345"/>
              </a:xfrm>
              <a:custGeom>
                <a:avLst/>
                <a:gdLst>
                  <a:gd name="connsiteX0" fmla="*/ 3410 w 6343"/>
                  <a:gd name="connsiteY0" fmla="*/ 6592 h 6345"/>
                  <a:gd name="connsiteX1" fmla="*/ 5653 w 6343"/>
                  <a:gd name="connsiteY1" fmla="*/ 5662 h 6345"/>
                  <a:gd name="connsiteX2" fmla="*/ 6582 w 6343"/>
                  <a:gd name="connsiteY2" fmla="*/ 3419 h 6345"/>
                  <a:gd name="connsiteX3" fmla="*/ 5653 w 6343"/>
                  <a:gd name="connsiteY3" fmla="*/ 1175 h 6345"/>
                  <a:gd name="connsiteX4" fmla="*/ 3410 w 6343"/>
                  <a:gd name="connsiteY4" fmla="*/ 246 h 6345"/>
                  <a:gd name="connsiteX5" fmla="*/ 1167 w 6343"/>
                  <a:gd name="connsiteY5" fmla="*/ 1175 h 6345"/>
                  <a:gd name="connsiteX6" fmla="*/ 239 w 6343"/>
                  <a:gd name="connsiteY6" fmla="*/ 3419 h 6345"/>
                  <a:gd name="connsiteX7" fmla="*/ 1167 w 6343"/>
                  <a:gd name="connsiteY7" fmla="*/ 5662 h 6345"/>
                  <a:gd name="connsiteX8" fmla="*/ 3410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92"/>
                    </a:moveTo>
                    <a:cubicBezTo>
                      <a:pt x="4251" y="6592"/>
                      <a:pt x="5058" y="6257"/>
                      <a:pt x="5653" y="5662"/>
                    </a:cubicBezTo>
                    <a:cubicBezTo>
                      <a:pt x="6247" y="5067"/>
                      <a:pt x="6582" y="4260"/>
                      <a:pt x="6582" y="3419"/>
                    </a:cubicBezTo>
                    <a:cubicBezTo>
                      <a:pt x="6582" y="2578"/>
                      <a:pt x="6247" y="1770"/>
                      <a:pt x="5653" y="1175"/>
                    </a:cubicBezTo>
                    <a:cubicBezTo>
                      <a:pt x="5058" y="581"/>
                      <a:pt x="4251" y="246"/>
                      <a:pt x="3410" y="246"/>
                    </a:cubicBezTo>
                    <a:cubicBezTo>
                      <a:pt x="2569" y="246"/>
                      <a:pt x="1762" y="581"/>
                      <a:pt x="1167" y="1175"/>
                    </a:cubicBezTo>
                    <a:cubicBezTo>
                      <a:pt x="573" y="1770"/>
                      <a:pt x="239" y="2578"/>
                      <a:pt x="239" y="3419"/>
                    </a:cubicBezTo>
                    <a:cubicBezTo>
                      <a:pt x="239" y="4260"/>
                      <a:pt x="573" y="5067"/>
                      <a:pt x="1167" y="5662"/>
                    </a:cubicBezTo>
                    <a:cubicBezTo>
                      <a:pt x="1762" y="6257"/>
                      <a:pt x="2569" y="6592"/>
                      <a:pt x="3410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92" name="Freeform: Shape 1991">
                <a:extLst>
                  <a:ext uri="{FF2B5EF4-FFF2-40B4-BE49-F238E27FC236}">
                    <a16:creationId xmlns:a16="http://schemas.microsoft.com/office/drawing/2014/main" id="{3BAE2854-2D31-CBAA-1A66-925C643DFC98}"/>
                  </a:ext>
                </a:extLst>
              </p:cNvPr>
              <p:cNvSpPr/>
              <p:nvPr/>
            </p:nvSpPr>
            <p:spPr>
              <a:xfrm>
                <a:off x="3872962" y="6604076"/>
                <a:ext cx="6343" cy="6345"/>
              </a:xfrm>
              <a:custGeom>
                <a:avLst/>
                <a:gdLst>
                  <a:gd name="connsiteX0" fmla="*/ 3410 w 6343"/>
                  <a:gd name="connsiteY0" fmla="*/ 6592 h 6345"/>
                  <a:gd name="connsiteX1" fmla="*/ 5652 w 6343"/>
                  <a:gd name="connsiteY1" fmla="*/ 5662 h 6345"/>
                  <a:gd name="connsiteX2" fmla="*/ 6581 w 6343"/>
                  <a:gd name="connsiteY2" fmla="*/ 3419 h 6345"/>
                  <a:gd name="connsiteX3" fmla="*/ 5652 w 6343"/>
                  <a:gd name="connsiteY3" fmla="*/ 1175 h 6345"/>
                  <a:gd name="connsiteX4" fmla="*/ 3410 w 6343"/>
                  <a:gd name="connsiteY4" fmla="*/ 246 h 6345"/>
                  <a:gd name="connsiteX5" fmla="*/ 1167 w 6343"/>
                  <a:gd name="connsiteY5" fmla="*/ 1175 h 6345"/>
                  <a:gd name="connsiteX6" fmla="*/ 238 w 6343"/>
                  <a:gd name="connsiteY6" fmla="*/ 3419 h 6345"/>
                  <a:gd name="connsiteX7" fmla="*/ 1167 w 6343"/>
                  <a:gd name="connsiteY7" fmla="*/ 5662 h 6345"/>
                  <a:gd name="connsiteX8" fmla="*/ 3410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92"/>
                    </a:moveTo>
                    <a:cubicBezTo>
                      <a:pt x="4251" y="6592"/>
                      <a:pt x="5058" y="6257"/>
                      <a:pt x="5652" y="5662"/>
                    </a:cubicBezTo>
                    <a:cubicBezTo>
                      <a:pt x="6247" y="5067"/>
                      <a:pt x="6581" y="4260"/>
                      <a:pt x="6581" y="3419"/>
                    </a:cubicBezTo>
                    <a:cubicBezTo>
                      <a:pt x="6581" y="2578"/>
                      <a:pt x="6247" y="1770"/>
                      <a:pt x="5652" y="1175"/>
                    </a:cubicBezTo>
                    <a:cubicBezTo>
                      <a:pt x="5058" y="581"/>
                      <a:pt x="4251" y="246"/>
                      <a:pt x="3410" y="246"/>
                    </a:cubicBezTo>
                    <a:cubicBezTo>
                      <a:pt x="2569" y="246"/>
                      <a:pt x="1762" y="581"/>
                      <a:pt x="1167" y="1175"/>
                    </a:cubicBezTo>
                    <a:cubicBezTo>
                      <a:pt x="572" y="1770"/>
                      <a:pt x="238" y="2578"/>
                      <a:pt x="238" y="3419"/>
                    </a:cubicBezTo>
                    <a:cubicBezTo>
                      <a:pt x="238" y="4260"/>
                      <a:pt x="572" y="5067"/>
                      <a:pt x="1167" y="5662"/>
                    </a:cubicBezTo>
                    <a:cubicBezTo>
                      <a:pt x="1762" y="6257"/>
                      <a:pt x="2569" y="6592"/>
                      <a:pt x="3410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93" name="Freeform: Shape 1992">
                <a:extLst>
                  <a:ext uri="{FF2B5EF4-FFF2-40B4-BE49-F238E27FC236}">
                    <a16:creationId xmlns:a16="http://schemas.microsoft.com/office/drawing/2014/main" id="{7065101B-6324-8ADB-3465-8BF46F4385F6}"/>
                  </a:ext>
                </a:extLst>
              </p:cNvPr>
              <p:cNvSpPr/>
              <p:nvPr/>
            </p:nvSpPr>
            <p:spPr>
              <a:xfrm>
                <a:off x="3867637" y="6603725"/>
                <a:ext cx="6343" cy="6345"/>
              </a:xfrm>
              <a:custGeom>
                <a:avLst/>
                <a:gdLst>
                  <a:gd name="connsiteX0" fmla="*/ 3409 w 6343"/>
                  <a:gd name="connsiteY0" fmla="*/ 6592 h 6345"/>
                  <a:gd name="connsiteX1" fmla="*/ 5652 w 6343"/>
                  <a:gd name="connsiteY1" fmla="*/ 5662 h 6345"/>
                  <a:gd name="connsiteX2" fmla="*/ 6581 w 6343"/>
                  <a:gd name="connsiteY2" fmla="*/ 3419 h 6345"/>
                  <a:gd name="connsiteX3" fmla="*/ 5652 w 6343"/>
                  <a:gd name="connsiteY3" fmla="*/ 1175 h 6345"/>
                  <a:gd name="connsiteX4" fmla="*/ 3409 w 6343"/>
                  <a:gd name="connsiteY4" fmla="*/ 246 h 6345"/>
                  <a:gd name="connsiteX5" fmla="*/ 1167 w 6343"/>
                  <a:gd name="connsiteY5" fmla="*/ 1175 h 6345"/>
                  <a:gd name="connsiteX6" fmla="*/ 238 w 6343"/>
                  <a:gd name="connsiteY6" fmla="*/ 3419 h 6345"/>
                  <a:gd name="connsiteX7" fmla="*/ 1167 w 6343"/>
                  <a:gd name="connsiteY7" fmla="*/ 5662 h 6345"/>
                  <a:gd name="connsiteX8" fmla="*/ 3409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92"/>
                    </a:moveTo>
                    <a:cubicBezTo>
                      <a:pt x="4250" y="6592"/>
                      <a:pt x="5057" y="6257"/>
                      <a:pt x="5652" y="5662"/>
                    </a:cubicBezTo>
                    <a:cubicBezTo>
                      <a:pt x="6247" y="5067"/>
                      <a:pt x="6581" y="4260"/>
                      <a:pt x="6581" y="3419"/>
                    </a:cubicBezTo>
                    <a:cubicBezTo>
                      <a:pt x="6581" y="2577"/>
                      <a:pt x="6247" y="1770"/>
                      <a:pt x="5652" y="1175"/>
                    </a:cubicBezTo>
                    <a:cubicBezTo>
                      <a:pt x="5057" y="580"/>
                      <a:pt x="4250" y="246"/>
                      <a:pt x="3409" y="246"/>
                    </a:cubicBezTo>
                    <a:cubicBezTo>
                      <a:pt x="2568" y="246"/>
                      <a:pt x="1761" y="580"/>
                      <a:pt x="1167" y="1175"/>
                    </a:cubicBezTo>
                    <a:cubicBezTo>
                      <a:pt x="572" y="1770"/>
                      <a:pt x="238" y="2577"/>
                      <a:pt x="238" y="3419"/>
                    </a:cubicBezTo>
                    <a:cubicBezTo>
                      <a:pt x="238" y="4260"/>
                      <a:pt x="572" y="5067"/>
                      <a:pt x="1167" y="5662"/>
                    </a:cubicBezTo>
                    <a:cubicBezTo>
                      <a:pt x="1761" y="6257"/>
                      <a:pt x="2568" y="6592"/>
                      <a:pt x="3409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94" name="Freeform: Shape 1993">
                <a:extLst>
                  <a:ext uri="{FF2B5EF4-FFF2-40B4-BE49-F238E27FC236}">
                    <a16:creationId xmlns:a16="http://schemas.microsoft.com/office/drawing/2014/main" id="{28DF7332-0D86-F9B4-E3B8-31325BBEC622}"/>
                  </a:ext>
                </a:extLst>
              </p:cNvPr>
              <p:cNvSpPr/>
              <p:nvPr/>
            </p:nvSpPr>
            <p:spPr>
              <a:xfrm>
                <a:off x="3862317" y="6603342"/>
                <a:ext cx="6343" cy="6345"/>
              </a:xfrm>
              <a:custGeom>
                <a:avLst/>
                <a:gdLst>
                  <a:gd name="connsiteX0" fmla="*/ 3409 w 6343"/>
                  <a:gd name="connsiteY0" fmla="*/ 6592 h 6345"/>
                  <a:gd name="connsiteX1" fmla="*/ 5651 w 6343"/>
                  <a:gd name="connsiteY1" fmla="*/ 5662 h 6345"/>
                  <a:gd name="connsiteX2" fmla="*/ 6580 w 6343"/>
                  <a:gd name="connsiteY2" fmla="*/ 3419 h 6345"/>
                  <a:gd name="connsiteX3" fmla="*/ 5651 w 6343"/>
                  <a:gd name="connsiteY3" fmla="*/ 1175 h 6345"/>
                  <a:gd name="connsiteX4" fmla="*/ 3409 w 6343"/>
                  <a:gd name="connsiteY4" fmla="*/ 246 h 6345"/>
                  <a:gd name="connsiteX5" fmla="*/ 1166 w 6343"/>
                  <a:gd name="connsiteY5" fmla="*/ 1175 h 6345"/>
                  <a:gd name="connsiteX6" fmla="*/ 237 w 6343"/>
                  <a:gd name="connsiteY6" fmla="*/ 3419 h 6345"/>
                  <a:gd name="connsiteX7" fmla="*/ 1166 w 6343"/>
                  <a:gd name="connsiteY7" fmla="*/ 5662 h 6345"/>
                  <a:gd name="connsiteX8" fmla="*/ 3409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92"/>
                    </a:moveTo>
                    <a:cubicBezTo>
                      <a:pt x="4250" y="6592"/>
                      <a:pt x="5057" y="6257"/>
                      <a:pt x="5651" y="5662"/>
                    </a:cubicBezTo>
                    <a:cubicBezTo>
                      <a:pt x="6246" y="5067"/>
                      <a:pt x="6580" y="4260"/>
                      <a:pt x="6580" y="3419"/>
                    </a:cubicBezTo>
                    <a:cubicBezTo>
                      <a:pt x="6580" y="2577"/>
                      <a:pt x="6246" y="1770"/>
                      <a:pt x="5651" y="1175"/>
                    </a:cubicBezTo>
                    <a:cubicBezTo>
                      <a:pt x="5057" y="580"/>
                      <a:pt x="4250" y="246"/>
                      <a:pt x="3409" y="246"/>
                    </a:cubicBezTo>
                    <a:cubicBezTo>
                      <a:pt x="2568" y="246"/>
                      <a:pt x="1761" y="580"/>
                      <a:pt x="1166" y="1175"/>
                    </a:cubicBezTo>
                    <a:cubicBezTo>
                      <a:pt x="571" y="1770"/>
                      <a:pt x="237" y="2577"/>
                      <a:pt x="237" y="3419"/>
                    </a:cubicBezTo>
                    <a:cubicBezTo>
                      <a:pt x="237" y="4260"/>
                      <a:pt x="571" y="5067"/>
                      <a:pt x="1166" y="5662"/>
                    </a:cubicBezTo>
                    <a:cubicBezTo>
                      <a:pt x="1761" y="6257"/>
                      <a:pt x="2568" y="6592"/>
                      <a:pt x="3409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95" name="Freeform: Shape 1994">
                <a:extLst>
                  <a:ext uri="{FF2B5EF4-FFF2-40B4-BE49-F238E27FC236}">
                    <a16:creationId xmlns:a16="http://schemas.microsoft.com/office/drawing/2014/main" id="{FD6BDE43-7863-11B9-7305-22A585AA57C4}"/>
                  </a:ext>
                </a:extLst>
              </p:cNvPr>
              <p:cNvSpPr/>
              <p:nvPr/>
            </p:nvSpPr>
            <p:spPr>
              <a:xfrm>
                <a:off x="3856976" y="6604260"/>
                <a:ext cx="6343" cy="6345"/>
              </a:xfrm>
              <a:custGeom>
                <a:avLst/>
                <a:gdLst>
                  <a:gd name="connsiteX0" fmla="*/ 3408 w 6343"/>
                  <a:gd name="connsiteY0" fmla="*/ 6592 h 6345"/>
                  <a:gd name="connsiteX1" fmla="*/ 5651 w 6343"/>
                  <a:gd name="connsiteY1" fmla="*/ 5662 h 6345"/>
                  <a:gd name="connsiteX2" fmla="*/ 6580 w 6343"/>
                  <a:gd name="connsiteY2" fmla="*/ 3419 h 6345"/>
                  <a:gd name="connsiteX3" fmla="*/ 5651 w 6343"/>
                  <a:gd name="connsiteY3" fmla="*/ 1175 h 6345"/>
                  <a:gd name="connsiteX4" fmla="*/ 3408 w 6343"/>
                  <a:gd name="connsiteY4" fmla="*/ 246 h 6345"/>
                  <a:gd name="connsiteX5" fmla="*/ 1166 w 6343"/>
                  <a:gd name="connsiteY5" fmla="*/ 1175 h 6345"/>
                  <a:gd name="connsiteX6" fmla="*/ 237 w 6343"/>
                  <a:gd name="connsiteY6" fmla="*/ 3419 h 6345"/>
                  <a:gd name="connsiteX7" fmla="*/ 1166 w 6343"/>
                  <a:gd name="connsiteY7" fmla="*/ 5662 h 6345"/>
                  <a:gd name="connsiteX8" fmla="*/ 3408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92"/>
                    </a:moveTo>
                    <a:cubicBezTo>
                      <a:pt x="4250" y="6592"/>
                      <a:pt x="5056" y="6257"/>
                      <a:pt x="5651" y="5662"/>
                    </a:cubicBezTo>
                    <a:cubicBezTo>
                      <a:pt x="6246" y="5067"/>
                      <a:pt x="6580" y="4260"/>
                      <a:pt x="6580" y="3419"/>
                    </a:cubicBezTo>
                    <a:cubicBezTo>
                      <a:pt x="6580" y="2578"/>
                      <a:pt x="6246" y="1770"/>
                      <a:pt x="5651" y="1175"/>
                    </a:cubicBezTo>
                    <a:cubicBezTo>
                      <a:pt x="5056" y="581"/>
                      <a:pt x="4250" y="246"/>
                      <a:pt x="3408" y="246"/>
                    </a:cubicBezTo>
                    <a:cubicBezTo>
                      <a:pt x="2567" y="246"/>
                      <a:pt x="1761" y="581"/>
                      <a:pt x="1166" y="1175"/>
                    </a:cubicBezTo>
                    <a:cubicBezTo>
                      <a:pt x="571" y="1770"/>
                      <a:pt x="237" y="2578"/>
                      <a:pt x="237" y="3419"/>
                    </a:cubicBezTo>
                    <a:cubicBezTo>
                      <a:pt x="237" y="4260"/>
                      <a:pt x="571" y="5067"/>
                      <a:pt x="1166" y="5662"/>
                    </a:cubicBezTo>
                    <a:cubicBezTo>
                      <a:pt x="1761" y="6257"/>
                      <a:pt x="2567" y="6592"/>
                      <a:pt x="3408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96" name="Freeform: Shape 1995">
                <a:extLst>
                  <a:ext uri="{FF2B5EF4-FFF2-40B4-BE49-F238E27FC236}">
                    <a16:creationId xmlns:a16="http://schemas.microsoft.com/office/drawing/2014/main" id="{AABC4031-8009-6C9A-1A70-4D7DE48630B5}"/>
                  </a:ext>
                </a:extLst>
              </p:cNvPr>
              <p:cNvSpPr/>
              <p:nvPr/>
            </p:nvSpPr>
            <p:spPr>
              <a:xfrm>
                <a:off x="3851685" y="6602668"/>
                <a:ext cx="6343" cy="6345"/>
              </a:xfrm>
              <a:custGeom>
                <a:avLst/>
                <a:gdLst>
                  <a:gd name="connsiteX0" fmla="*/ 3408 w 6343"/>
                  <a:gd name="connsiteY0" fmla="*/ 6592 h 6345"/>
                  <a:gd name="connsiteX1" fmla="*/ 5651 w 6343"/>
                  <a:gd name="connsiteY1" fmla="*/ 5662 h 6345"/>
                  <a:gd name="connsiteX2" fmla="*/ 6580 w 6343"/>
                  <a:gd name="connsiteY2" fmla="*/ 3419 h 6345"/>
                  <a:gd name="connsiteX3" fmla="*/ 5651 w 6343"/>
                  <a:gd name="connsiteY3" fmla="*/ 1175 h 6345"/>
                  <a:gd name="connsiteX4" fmla="*/ 3408 w 6343"/>
                  <a:gd name="connsiteY4" fmla="*/ 246 h 6345"/>
                  <a:gd name="connsiteX5" fmla="*/ 1165 w 6343"/>
                  <a:gd name="connsiteY5" fmla="*/ 1175 h 6345"/>
                  <a:gd name="connsiteX6" fmla="*/ 236 w 6343"/>
                  <a:gd name="connsiteY6" fmla="*/ 3419 h 6345"/>
                  <a:gd name="connsiteX7" fmla="*/ 1165 w 6343"/>
                  <a:gd name="connsiteY7" fmla="*/ 5662 h 6345"/>
                  <a:gd name="connsiteX8" fmla="*/ 3408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92"/>
                    </a:moveTo>
                    <a:cubicBezTo>
                      <a:pt x="4249" y="6592"/>
                      <a:pt x="5056" y="6257"/>
                      <a:pt x="5651" y="5662"/>
                    </a:cubicBezTo>
                    <a:cubicBezTo>
                      <a:pt x="6245" y="5067"/>
                      <a:pt x="6580" y="4260"/>
                      <a:pt x="6580" y="3419"/>
                    </a:cubicBezTo>
                    <a:cubicBezTo>
                      <a:pt x="6580" y="2577"/>
                      <a:pt x="6245" y="1770"/>
                      <a:pt x="5651" y="1175"/>
                    </a:cubicBezTo>
                    <a:cubicBezTo>
                      <a:pt x="5056" y="580"/>
                      <a:pt x="4249" y="246"/>
                      <a:pt x="3408" y="246"/>
                    </a:cubicBezTo>
                    <a:cubicBezTo>
                      <a:pt x="2567" y="246"/>
                      <a:pt x="1760" y="580"/>
                      <a:pt x="1165" y="1175"/>
                    </a:cubicBezTo>
                    <a:cubicBezTo>
                      <a:pt x="571" y="1770"/>
                      <a:pt x="236" y="2577"/>
                      <a:pt x="236" y="3419"/>
                    </a:cubicBezTo>
                    <a:cubicBezTo>
                      <a:pt x="236" y="4260"/>
                      <a:pt x="571" y="5067"/>
                      <a:pt x="1165" y="5662"/>
                    </a:cubicBezTo>
                    <a:cubicBezTo>
                      <a:pt x="1760" y="6257"/>
                      <a:pt x="2567" y="6592"/>
                      <a:pt x="3408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97" name="Freeform: Shape 1996">
                <a:extLst>
                  <a:ext uri="{FF2B5EF4-FFF2-40B4-BE49-F238E27FC236}">
                    <a16:creationId xmlns:a16="http://schemas.microsoft.com/office/drawing/2014/main" id="{CAB0FBF3-415C-29AA-F68F-DDC89919CB27}"/>
                  </a:ext>
                </a:extLst>
              </p:cNvPr>
              <p:cNvSpPr/>
              <p:nvPr/>
            </p:nvSpPr>
            <p:spPr>
              <a:xfrm>
                <a:off x="3846333" y="6603616"/>
                <a:ext cx="6343" cy="6345"/>
              </a:xfrm>
              <a:custGeom>
                <a:avLst/>
                <a:gdLst>
                  <a:gd name="connsiteX0" fmla="*/ 3408 w 6343"/>
                  <a:gd name="connsiteY0" fmla="*/ 6592 h 6345"/>
                  <a:gd name="connsiteX1" fmla="*/ 5650 w 6343"/>
                  <a:gd name="connsiteY1" fmla="*/ 5662 h 6345"/>
                  <a:gd name="connsiteX2" fmla="*/ 6579 w 6343"/>
                  <a:gd name="connsiteY2" fmla="*/ 3419 h 6345"/>
                  <a:gd name="connsiteX3" fmla="*/ 5650 w 6343"/>
                  <a:gd name="connsiteY3" fmla="*/ 1175 h 6345"/>
                  <a:gd name="connsiteX4" fmla="*/ 3408 w 6343"/>
                  <a:gd name="connsiteY4" fmla="*/ 246 h 6345"/>
                  <a:gd name="connsiteX5" fmla="*/ 1165 w 6343"/>
                  <a:gd name="connsiteY5" fmla="*/ 1175 h 6345"/>
                  <a:gd name="connsiteX6" fmla="*/ 236 w 6343"/>
                  <a:gd name="connsiteY6" fmla="*/ 3419 h 6345"/>
                  <a:gd name="connsiteX7" fmla="*/ 1165 w 6343"/>
                  <a:gd name="connsiteY7" fmla="*/ 5662 h 6345"/>
                  <a:gd name="connsiteX8" fmla="*/ 3408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92"/>
                    </a:moveTo>
                    <a:cubicBezTo>
                      <a:pt x="4249" y="6592"/>
                      <a:pt x="5055" y="6257"/>
                      <a:pt x="5650" y="5662"/>
                    </a:cubicBezTo>
                    <a:cubicBezTo>
                      <a:pt x="6245" y="5067"/>
                      <a:pt x="6579" y="4260"/>
                      <a:pt x="6579" y="3419"/>
                    </a:cubicBezTo>
                    <a:cubicBezTo>
                      <a:pt x="6579" y="2577"/>
                      <a:pt x="6245" y="1770"/>
                      <a:pt x="5650" y="1175"/>
                    </a:cubicBezTo>
                    <a:cubicBezTo>
                      <a:pt x="5055" y="580"/>
                      <a:pt x="4249" y="246"/>
                      <a:pt x="3408" y="246"/>
                    </a:cubicBezTo>
                    <a:cubicBezTo>
                      <a:pt x="2566" y="246"/>
                      <a:pt x="1760" y="580"/>
                      <a:pt x="1165" y="1175"/>
                    </a:cubicBezTo>
                    <a:cubicBezTo>
                      <a:pt x="570" y="1770"/>
                      <a:pt x="236" y="2577"/>
                      <a:pt x="236" y="3419"/>
                    </a:cubicBezTo>
                    <a:cubicBezTo>
                      <a:pt x="236" y="4260"/>
                      <a:pt x="570" y="5067"/>
                      <a:pt x="1165" y="5662"/>
                    </a:cubicBezTo>
                    <a:cubicBezTo>
                      <a:pt x="1760" y="6257"/>
                      <a:pt x="2566" y="6592"/>
                      <a:pt x="3408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98" name="Freeform: Shape 1997">
                <a:extLst>
                  <a:ext uri="{FF2B5EF4-FFF2-40B4-BE49-F238E27FC236}">
                    <a16:creationId xmlns:a16="http://schemas.microsoft.com/office/drawing/2014/main" id="{78485A9F-6C3C-BEB7-F4EE-99CF58D26990}"/>
                  </a:ext>
                </a:extLst>
              </p:cNvPr>
              <p:cNvSpPr/>
              <p:nvPr/>
            </p:nvSpPr>
            <p:spPr>
              <a:xfrm>
                <a:off x="3841055" y="6602197"/>
                <a:ext cx="6343" cy="6345"/>
              </a:xfrm>
              <a:custGeom>
                <a:avLst/>
                <a:gdLst>
                  <a:gd name="connsiteX0" fmla="*/ 3407 w 6343"/>
                  <a:gd name="connsiteY0" fmla="*/ 6591 h 6345"/>
                  <a:gd name="connsiteX1" fmla="*/ 5650 w 6343"/>
                  <a:gd name="connsiteY1" fmla="*/ 5662 h 6345"/>
                  <a:gd name="connsiteX2" fmla="*/ 6579 w 6343"/>
                  <a:gd name="connsiteY2" fmla="*/ 3419 h 6345"/>
                  <a:gd name="connsiteX3" fmla="*/ 5650 w 6343"/>
                  <a:gd name="connsiteY3" fmla="*/ 1175 h 6345"/>
                  <a:gd name="connsiteX4" fmla="*/ 3407 w 6343"/>
                  <a:gd name="connsiteY4" fmla="*/ 246 h 6345"/>
                  <a:gd name="connsiteX5" fmla="*/ 1165 w 6343"/>
                  <a:gd name="connsiteY5" fmla="*/ 1175 h 6345"/>
                  <a:gd name="connsiteX6" fmla="*/ 236 w 6343"/>
                  <a:gd name="connsiteY6" fmla="*/ 3419 h 6345"/>
                  <a:gd name="connsiteX7" fmla="*/ 1165 w 6343"/>
                  <a:gd name="connsiteY7" fmla="*/ 5662 h 6345"/>
                  <a:gd name="connsiteX8" fmla="*/ 3407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91"/>
                    </a:moveTo>
                    <a:cubicBezTo>
                      <a:pt x="4248" y="6591"/>
                      <a:pt x="5055" y="6257"/>
                      <a:pt x="5650" y="5662"/>
                    </a:cubicBezTo>
                    <a:cubicBezTo>
                      <a:pt x="6245" y="5067"/>
                      <a:pt x="6579" y="4260"/>
                      <a:pt x="6579" y="3419"/>
                    </a:cubicBezTo>
                    <a:cubicBezTo>
                      <a:pt x="6579" y="2577"/>
                      <a:pt x="6245" y="1770"/>
                      <a:pt x="5650" y="1175"/>
                    </a:cubicBezTo>
                    <a:cubicBezTo>
                      <a:pt x="5055" y="580"/>
                      <a:pt x="4248" y="246"/>
                      <a:pt x="3407" y="246"/>
                    </a:cubicBezTo>
                    <a:cubicBezTo>
                      <a:pt x="2566" y="246"/>
                      <a:pt x="1759" y="580"/>
                      <a:pt x="1165" y="1175"/>
                    </a:cubicBezTo>
                    <a:cubicBezTo>
                      <a:pt x="570" y="1770"/>
                      <a:pt x="236" y="2577"/>
                      <a:pt x="236" y="3419"/>
                    </a:cubicBezTo>
                    <a:cubicBezTo>
                      <a:pt x="236" y="4260"/>
                      <a:pt x="570" y="5067"/>
                      <a:pt x="1165" y="5662"/>
                    </a:cubicBezTo>
                    <a:cubicBezTo>
                      <a:pt x="1759" y="6257"/>
                      <a:pt x="2566" y="6591"/>
                      <a:pt x="3407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99" name="Freeform: Shape 1998">
                <a:extLst>
                  <a:ext uri="{FF2B5EF4-FFF2-40B4-BE49-F238E27FC236}">
                    <a16:creationId xmlns:a16="http://schemas.microsoft.com/office/drawing/2014/main" id="{A43CC156-2B73-5BCA-2160-7DAA85D572AB}"/>
                  </a:ext>
                </a:extLst>
              </p:cNvPr>
              <p:cNvSpPr/>
              <p:nvPr/>
            </p:nvSpPr>
            <p:spPr>
              <a:xfrm>
                <a:off x="3838206" y="6544857"/>
                <a:ext cx="6343" cy="6345"/>
              </a:xfrm>
              <a:custGeom>
                <a:avLst/>
                <a:gdLst>
                  <a:gd name="connsiteX0" fmla="*/ 3407 w 6343"/>
                  <a:gd name="connsiteY0" fmla="*/ 6587 h 6345"/>
                  <a:gd name="connsiteX1" fmla="*/ 5650 w 6343"/>
                  <a:gd name="connsiteY1" fmla="*/ 5658 h 6345"/>
                  <a:gd name="connsiteX2" fmla="*/ 6578 w 6343"/>
                  <a:gd name="connsiteY2" fmla="*/ 3414 h 6345"/>
                  <a:gd name="connsiteX3" fmla="*/ 5650 w 6343"/>
                  <a:gd name="connsiteY3" fmla="*/ 1171 h 6345"/>
                  <a:gd name="connsiteX4" fmla="*/ 3407 w 6343"/>
                  <a:gd name="connsiteY4" fmla="*/ 242 h 6345"/>
                  <a:gd name="connsiteX5" fmla="*/ 1164 w 6343"/>
                  <a:gd name="connsiteY5" fmla="*/ 1171 h 6345"/>
                  <a:gd name="connsiteX6" fmla="*/ 235 w 6343"/>
                  <a:gd name="connsiteY6" fmla="*/ 3414 h 6345"/>
                  <a:gd name="connsiteX7" fmla="*/ 1164 w 6343"/>
                  <a:gd name="connsiteY7" fmla="*/ 5658 h 6345"/>
                  <a:gd name="connsiteX8" fmla="*/ 3407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87"/>
                    </a:moveTo>
                    <a:cubicBezTo>
                      <a:pt x="4248" y="6587"/>
                      <a:pt x="5055" y="6253"/>
                      <a:pt x="5650" y="5658"/>
                    </a:cubicBezTo>
                    <a:cubicBezTo>
                      <a:pt x="6244" y="5063"/>
                      <a:pt x="6578" y="4256"/>
                      <a:pt x="6578" y="3414"/>
                    </a:cubicBezTo>
                    <a:cubicBezTo>
                      <a:pt x="6578" y="2573"/>
                      <a:pt x="6244" y="1766"/>
                      <a:pt x="5650" y="1171"/>
                    </a:cubicBezTo>
                    <a:cubicBezTo>
                      <a:pt x="5055" y="576"/>
                      <a:pt x="4248" y="242"/>
                      <a:pt x="3407" y="242"/>
                    </a:cubicBezTo>
                    <a:cubicBezTo>
                      <a:pt x="2566" y="242"/>
                      <a:pt x="1759" y="576"/>
                      <a:pt x="1164" y="1171"/>
                    </a:cubicBezTo>
                    <a:cubicBezTo>
                      <a:pt x="570" y="1766"/>
                      <a:pt x="235" y="2573"/>
                      <a:pt x="235" y="3414"/>
                    </a:cubicBezTo>
                    <a:cubicBezTo>
                      <a:pt x="235" y="4256"/>
                      <a:pt x="570" y="5063"/>
                      <a:pt x="1164" y="5658"/>
                    </a:cubicBezTo>
                    <a:cubicBezTo>
                      <a:pt x="1759" y="6253"/>
                      <a:pt x="2566" y="6587"/>
                      <a:pt x="3407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00" name="Freeform: Shape 1999">
                <a:extLst>
                  <a:ext uri="{FF2B5EF4-FFF2-40B4-BE49-F238E27FC236}">
                    <a16:creationId xmlns:a16="http://schemas.microsoft.com/office/drawing/2014/main" id="{3269E9B6-B93C-B84B-AAD9-B4CB39B4530B}"/>
                  </a:ext>
                </a:extLst>
              </p:cNvPr>
              <p:cNvSpPr/>
              <p:nvPr/>
            </p:nvSpPr>
            <p:spPr>
              <a:xfrm>
                <a:off x="3833395" y="6541534"/>
                <a:ext cx="6343" cy="6345"/>
              </a:xfrm>
              <a:custGeom>
                <a:avLst/>
                <a:gdLst>
                  <a:gd name="connsiteX0" fmla="*/ 3407 w 6343"/>
                  <a:gd name="connsiteY0" fmla="*/ 6587 h 6345"/>
                  <a:gd name="connsiteX1" fmla="*/ 5649 w 6343"/>
                  <a:gd name="connsiteY1" fmla="*/ 5657 h 6345"/>
                  <a:gd name="connsiteX2" fmla="*/ 6578 w 6343"/>
                  <a:gd name="connsiteY2" fmla="*/ 3414 h 6345"/>
                  <a:gd name="connsiteX3" fmla="*/ 5649 w 6343"/>
                  <a:gd name="connsiteY3" fmla="*/ 1171 h 6345"/>
                  <a:gd name="connsiteX4" fmla="*/ 3407 w 6343"/>
                  <a:gd name="connsiteY4" fmla="*/ 241 h 6345"/>
                  <a:gd name="connsiteX5" fmla="*/ 1164 w 6343"/>
                  <a:gd name="connsiteY5" fmla="*/ 1171 h 6345"/>
                  <a:gd name="connsiteX6" fmla="*/ 235 w 6343"/>
                  <a:gd name="connsiteY6" fmla="*/ 3414 h 6345"/>
                  <a:gd name="connsiteX7" fmla="*/ 1164 w 6343"/>
                  <a:gd name="connsiteY7" fmla="*/ 5657 h 6345"/>
                  <a:gd name="connsiteX8" fmla="*/ 3407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87"/>
                    </a:moveTo>
                    <a:cubicBezTo>
                      <a:pt x="4248" y="6587"/>
                      <a:pt x="5054" y="6252"/>
                      <a:pt x="5649" y="5657"/>
                    </a:cubicBezTo>
                    <a:cubicBezTo>
                      <a:pt x="6244" y="5062"/>
                      <a:pt x="6578" y="4255"/>
                      <a:pt x="6578" y="3414"/>
                    </a:cubicBezTo>
                    <a:cubicBezTo>
                      <a:pt x="6578" y="2573"/>
                      <a:pt x="6244" y="1766"/>
                      <a:pt x="5649" y="1171"/>
                    </a:cubicBezTo>
                    <a:cubicBezTo>
                      <a:pt x="5054" y="576"/>
                      <a:pt x="4248" y="241"/>
                      <a:pt x="3407" y="241"/>
                    </a:cubicBezTo>
                    <a:cubicBezTo>
                      <a:pt x="2565" y="241"/>
                      <a:pt x="1759" y="576"/>
                      <a:pt x="1164" y="1171"/>
                    </a:cubicBezTo>
                    <a:cubicBezTo>
                      <a:pt x="569" y="1766"/>
                      <a:pt x="235" y="2573"/>
                      <a:pt x="235" y="3414"/>
                    </a:cubicBezTo>
                    <a:cubicBezTo>
                      <a:pt x="235" y="4255"/>
                      <a:pt x="569" y="5062"/>
                      <a:pt x="1164" y="5657"/>
                    </a:cubicBezTo>
                    <a:cubicBezTo>
                      <a:pt x="1759" y="6252"/>
                      <a:pt x="2565" y="6587"/>
                      <a:pt x="3407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01" name="Freeform: Shape 2000">
                <a:extLst>
                  <a:ext uri="{FF2B5EF4-FFF2-40B4-BE49-F238E27FC236}">
                    <a16:creationId xmlns:a16="http://schemas.microsoft.com/office/drawing/2014/main" id="{7543977F-CFC8-2502-F1D6-7A4B2D6C986E}"/>
                  </a:ext>
                </a:extLst>
              </p:cNvPr>
              <p:cNvSpPr/>
              <p:nvPr/>
            </p:nvSpPr>
            <p:spPr>
              <a:xfrm>
                <a:off x="3828527" y="6539943"/>
                <a:ext cx="6343" cy="6345"/>
              </a:xfrm>
              <a:custGeom>
                <a:avLst/>
                <a:gdLst>
                  <a:gd name="connsiteX0" fmla="*/ 3406 w 6343"/>
                  <a:gd name="connsiteY0" fmla="*/ 6587 h 6345"/>
                  <a:gd name="connsiteX1" fmla="*/ 5649 w 6343"/>
                  <a:gd name="connsiteY1" fmla="*/ 5657 h 6345"/>
                  <a:gd name="connsiteX2" fmla="*/ 6578 w 6343"/>
                  <a:gd name="connsiteY2" fmla="*/ 3414 h 6345"/>
                  <a:gd name="connsiteX3" fmla="*/ 5649 w 6343"/>
                  <a:gd name="connsiteY3" fmla="*/ 1170 h 6345"/>
                  <a:gd name="connsiteX4" fmla="*/ 3406 w 6343"/>
                  <a:gd name="connsiteY4" fmla="*/ 241 h 6345"/>
                  <a:gd name="connsiteX5" fmla="*/ 1164 w 6343"/>
                  <a:gd name="connsiteY5" fmla="*/ 1170 h 6345"/>
                  <a:gd name="connsiteX6" fmla="*/ 235 w 6343"/>
                  <a:gd name="connsiteY6" fmla="*/ 3414 h 6345"/>
                  <a:gd name="connsiteX7" fmla="*/ 1164 w 6343"/>
                  <a:gd name="connsiteY7" fmla="*/ 5657 h 6345"/>
                  <a:gd name="connsiteX8" fmla="*/ 3406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87"/>
                    </a:moveTo>
                    <a:cubicBezTo>
                      <a:pt x="4247" y="6587"/>
                      <a:pt x="5054" y="6252"/>
                      <a:pt x="5649" y="5657"/>
                    </a:cubicBezTo>
                    <a:cubicBezTo>
                      <a:pt x="6244" y="5062"/>
                      <a:pt x="6578" y="4255"/>
                      <a:pt x="6578" y="3414"/>
                    </a:cubicBezTo>
                    <a:cubicBezTo>
                      <a:pt x="6578" y="2572"/>
                      <a:pt x="6244" y="1765"/>
                      <a:pt x="5649" y="1170"/>
                    </a:cubicBezTo>
                    <a:cubicBezTo>
                      <a:pt x="5054" y="575"/>
                      <a:pt x="4247" y="241"/>
                      <a:pt x="3406" y="241"/>
                    </a:cubicBezTo>
                    <a:cubicBezTo>
                      <a:pt x="2565" y="241"/>
                      <a:pt x="1758" y="575"/>
                      <a:pt x="1164" y="1170"/>
                    </a:cubicBezTo>
                    <a:cubicBezTo>
                      <a:pt x="569" y="1765"/>
                      <a:pt x="235" y="2572"/>
                      <a:pt x="235" y="3414"/>
                    </a:cubicBezTo>
                    <a:cubicBezTo>
                      <a:pt x="235" y="4255"/>
                      <a:pt x="569" y="5062"/>
                      <a:pt x="1164" y="5657"/>
                    </a:cubicBezTo>
                    <a:cubicBezTo>
                      <a:pt x="1758" y="6252"/>
                      <a:pt x="2565" y="6587"/>
                      <a:pt x="3406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02" name="Freeform: Shape 2001">
                <a:extLst>
                  <a:ext uri="{FF2B5EF4-FFF2-40B4-BE49-F238E27FC236}">
                    <a16:creationId xmlns:a16="http://schemas.microsoft.com/office/drawing/2014/main" id="{D8B589C9-EA43-78B1-A50D-4FBE069FA21A}"/>
                  </a:ext>
                </a:extLst>
              </p:cNvPr>
              <p:cNvSpPr/>
              <p:nvPr/>
            </p:nvSpPr>
            <p:spPr>
              <a:xfrm>
                <a:off x="3823357" y="6543507"/>
                <a:ext cx="6343" cy="6345"/>
              </a:xfrm>
              <a:custGeom>
                <a:avLst/>
                <a:gdLst>
                  <a:gd name="connsiteX0" fmla="*/ 3406 w 6343"/>
                  <a:gd name="connsiteY0" fmla="*/ 6587 h 6345"/>
                  <a:gd name="connsiteX1" fmla="*/ 5648 w 6343"/>
                  <a:gd name="connsiteY1" fmla="*/ 5658 h 6345"/>
                  <a:gd name="connsiteX2" fmla="*/ 6577 w 6343"/>
                  <a:gd name="connsiteY2" fmla="*/ 3414 h 6345"/>
                  <a:gd name="connsiteX3" fmla="*/ 5648 w 6343"/>
                  <a:gd name="connsiteY3" fmla="*/ 1171 h 6345"/>
                  <a:gd name="connsiteX4" fmla="*/ 3406 w 6343"/>
                  <a:gd name="connsiteY4" fmla="*/ 241 h 6345"/>
                  <a:gd name="connsiteX5" fmla="*/ 1163 w 6343"/>
                  <a:gd name="connsiteY5" fmla="*/ 1171 h 6345"/>
                  <a:gd name="connsiteX6" fmla="*/ 234 w 6343"/>
                  <a:gd name="connsiteY6" fmla="*/ 3414 h 6345"/>
                  <a:gd name="connsiteX7" fmla="*/ 1163 w 6343"/>
                  <a:gd name="connsiteY7" fmla="*/ 5658 h 6345"/>
                  <a:gd name="connsiteX8" fmla="*/ 3406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87"/>
                    </a:moveTo>
                    <a:cubicBezTo>
                      <a:pt x="4247" y="6587"/>
                      <a:pt x="5054" y="6253"/>
                      <a:pt x="5648" y="5658"/>
                    </a:cubicBezTo>
                    <a:cubicBezTo>
                      <a:pt x="6243" y="5063"/>
                      <a:pt x="6577" y="4256"/>
                      <a:pt x="6577" y="3414"/>
                    </a:cubicBezTo>
                    <a:cubicBezTo>
                      <a:pt x="6577" y="2573"/>
                      <a:pt x="6243" y="1766"/>
                      <a:pt x="5648" y="1171"/>
                    </a:cubicBezTo>
                    <a:cubicBezTo>
                      <a:pt x="5054" y="576"/>
                      <a:pt x="4247" y="241"/>
                      <a:pt x="3406" y="241"/>
                    </a:cubicBezTo>
                    <a:cubicBezTo>
                      <a:pt x="2565" y="241"/>
                      <a:pt x="1758" y="576"/>
                      <a:pt x="1163" y="1171"/>
                    </a:cubicBezTo>
                    <a:cubicBezTo>
                      <a:pt x="568" y="1766"/>
                      <a:pt x="234" y="2573"/>
                      <a:pt x="234" y="3414"/>
                    </a:cubicBezTo>
                    <a:cubicBezTo>
                      <a:pt x="234" y="4256"/>
                      <a:pt x="568" y="5063"/>
                      <a:pt x="1163" y="5658"/>
                    </a:cubicBezTo>
                    <a:cubicBezTo>
                      <a:pt x="1758" y="6253"/>
                      <a:pt x="2565" y="6587"/>
                      <a:pt x="3406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03" name="Freeform: Shape 2002">
                <a:extLst>
                  <a:ext uri="{FF2B5EF4-FFF2-40B4-BE49-F238E27FC236}">
                    <a16:creationId xmlns:a16="http://schemas.microsoft.com/office/drawing/2014/main" id="{D4144AC6-3B69-7817-368B-FAE47F2BC8BD}"/>
                  </a:ext>
                </a:extLst>
              </p:cNvPr>
              <p:cNvSpPr/>
              <p:nvPr/>
            </p:nvSpPr>
            <p:spPr>
              <a:xfrm>
                <a:off x="3818418" y="6542949"/>
                <a:ext cx="6343" cy="6345"/>
              </a:xfrm>
              <a:custGeom>
                <a:avLst/>
                <a:gdLst>
                  <a:gd name="connsiteX0" fmla="*/ 3405 w 6343"/>
                  <a:gd name="connsiteY0" fmla="*/ 6587 h 6345"/>
                  <a:gd name="connsiteX1" fmla="*/ 5648 w 6343"/>
                  <a:gd name="connsiteY1" fmla="*/ 5658 h 6345"/>
                  <a:gd name="connsiteX2" fmla="*/ 6577 w 6343"/>
                  <a:gd name="connsiteY2" fmla="*/ 3414 h 6345"/>
                  <a:gd name="connsiteX3" fmla="*/ 5648 w 6343"/>
                  <a:gd name="connsiteY3" fmla="*/ 1171 h 6345"/>
                  <a:gd name="connsiteX4" fmla="*/ 3405 w 6343"/>
                  <a:gd name="connsiteY4" fmla="*/ 241 h 6345"/>
                  <a:gd name="connsiteX5" fmla="*/ 1163 w 6343"/>
                  <a:gd name="connsiteY5" fmla="*/ 1171 h 6345"/>
                  <a:gd name="connsiteX6" fmla="*/ 234 w 6343"/>
                  <a:gd name="connsiteY6" fmla="*/ 3414 h 6345"/>
                  <a:gd name="connsiteX7" fmla="*/ 1163 w 6343"/>
                  <a:gd name="connsiteY7" fmla="*/ 5658 h 6345"/>
                  <a:gd name="connsiteX8" fmla="*/ 3405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87"/>
                    </a:moveTo>
                    <a:cubicBezTo>
                      <a:pt x="4246" y="6587"/>
                      <a:pt x="5053" y="6253"/>
                      <a:pt x="5648" y="5658"/>
                    </a:cubicBezTo>
                    <a:cubicBezTo>
                      <a:pt x="6243" y="5063"/>
                      <a:pt x="6577" y="4256"/>
                      <a:pt x="6577" y="3414"/>
                    </a:cubicBezTo>
                    <a:cubicBezTo>
                      <a:pt x="6577" y="2573"/>
                      <a:pt x="6243" y="1766"/>
                      <a:pt x="5648" y="1171"/>
                    </a:cubicBezTo>
                    <a:cubicBezTo>
                      <a:pt x="5053" y="576"/>
                      <a:pt x="4246" y="241"/>
                      <a:pt x="3405" y="241"/>
                    </a:cubicBezTo>
                    <a:cubicBezTo>
                      <a:pt x="2564" y="241"/>
                      <a:pt x="1757" y="576"/>
                      <a:pt x="1163" y="1171"/>
                    </a:cubicBezTo>
                    <a:cubicBezTo>
                      <a:pt x="568" y="1766"/>
                      <a:pt x="234" y="2573"/>
                      <a:pt x="234" y="3414"/>
                    </a:cubicBezTo>
                    <a:cubicBezTo>
                      <a:pt x="234" y="4256"/>
                      <a:pt x="568" y="5063"/>
                      <a:pt x="1163" y="5658"/>
                    </a:cubicBezTo>
                    <a:cubicBezTo>
                      <a:pt x="1757" y="6253"/>
                      <a:pt x="2564" y="6587"/>
                      <a:pt x="3405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04" name="Freeform: Shape 2003">
                <a:extLst>
                  <a:ext uri="{FF2B5EF4-FFF2-40B4-BE49-F238E27FC236}">
                    <a16:creationId xmlns:a16="http://schemas.microsoft.com/office/drawing/2014/main" id="{AF66F1E6-D407-CA73-E928-AE34383AD9DC}"/>
                  </a:ext>
                </a:extLst>
              </p:cNvPr>
              <p:cNvSpPr/>
              <p:nvPr/>
            </p:nvSpPr>
            <p:spPr>
              <a:xfrm>
                <a:off x="3813393" y="6543596"/>
                <a:ext cx="6343" cy="6345"/>
              </a:xfrm>
              <a:custGeom>
                <a:avLst/>
                <a:gdLst>
                  <a:gd name="connsiteX0" fmla="*/ 3405 w 6343"/>
                  <a:gd name="connsiteY0" fmla="*/ 6587 h 6345"/>
                  <a:gd name="connsiteX1" fmla="*/ 5648 w 6343"/>
                  <a:gd name="connsiteY1" fmla="*/ 5658 h 6345"/>
                  <a:gd name="connsiteX2" fmla="*/ 6577 w 6343"/>
                  <a:gd name="connsiteY2" fmla="*/ 3414 h 6345"/>
                  <a:gd name="connsiteX3" fmla="*/ 5648 w 6343"/>
                  <a:gd name="connsiteY3" fmla="*/ 1171 h 6345"/>
                  <a:gd name="connsiteX4" fmla="*/ 3405 w 6343"/>
                  <a:gd name="connsiteY4" fmla="*/ 241 h 6345"/>
                  <a:gd name="connsiteX5" fmla="*/ 1162 w 6343"/>
                  <a:gd name="connsiteY5" fmla="*/ 1171 h 6345"/>
                  <a:gd name="connsiteX6" fmla="*/ 233 w 6343"/>
                  <a:gd name="connsiteY6" fmla="*/ 3414 h 6345"/>
                  <a:gd name="connsiteX7" fmla="*/ 1162 w 6343"/>
                  <a:gd name="connsiteY7" fmla="*/ 5658 h 6345"/>
                  <a:gd name="connsiteX8" fmla="*/ 3405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87"/>
                    </a:moveTo>
                    <a:cubicBezTo>
                      <a:pt x="4246" y="6587"/>
                      <a:pt x="5053" y="6253"/>
                      <a:pt x="5648" y="5658"/>
                    </a:cubicBezTo>
                    <a:cubicBezTo>
                      <a:pt x="6242" y="5063"/>
                      <a:pt x="6577" y="4256"/>
                      <a:pt x="6577" y="3414"/>
                    </a:cubicBezTo>
                    <a:cubicBezTo>
                      <a:pt x="6577" y="2573"/>
                      <a:pt x="6242" y="1766"/>
                      <a:pt x="5648" y="1171"/>
                    </a:cubicBezTo>
                    <a:cubicBezTo>
                      <a:pt x="5053" y="576"/>
                      <a:pt x="4246" y="241"/>
                      <a:pt x="3405" y="241"/>
                    </a:cubicBezTo>
                    <a:cubicBezTo>
                      <a:pt x="2564" y="241"/>
                      <a:pt x="1757" y="576"/>
                      <a:pt x="1162" y="1171"/>
                    </a:cubicBezTo>
                    <a:cubicBezTo>
                      <a:pt x="568" y="1766"/>
                      <a:pt x="233" y="2573"/>
                      <a:pt x="233" y="3414"/>
                    </a:cubicBezTo>
                    <a:cubicBezTo>
                      <a:pt x="233" y="4256"/>
                      <a:pt x="568" y="5063"/>
                      <a:pt x="1162" y="5658"/>
                    </a:cubicBezTo>
                    <a:cubicBezTo>
                      <a:pt x="1757" y="6253"/>
                      <a:pt x="2564" y="6587"/>
                      <a:pt x="3405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05" name="Freeform: Shape 2004">
                <a:extLst>
                  <a:ext uri="{FF2B5EF4-FFF2-40B4-BE49-F238E27FC236}">
                    <a16:creationId xmlns:a16="http://schemas.microsoft.com/office/drawing/2014/main" id="{37445BA5-701F-BD48-B472-14E53DF8DD05}"/>
                  </a:ext>
                </a:extLst>
              </p:cNvPr>
              <p:cNvSpPr/>
              <p:nvPr/>
            </p:nvSpPr>
            <p:spPr>
              <a:xfrm>
                <a:off x="3805608" y="6578553"/>
                <a:ext cx="6343" cy="6345"/>
              </a:xfrm>
              <a:custGeom>
                <a:avLst/>
                <a:gdLst>
                  <a:gd name="connsiteX0" fmla="*/ 3404 w 6343"/>
                  <a:gd name="connsiteY0" fmla="*/ 6590 h 6345"/>
                  <a:gd name="connsiteX1" fmla="*/ 5647 w 6343"/>
                  <a:gd name="connsiteY1" fmla="*/ 5660 h 6345"/>
                  <a:gd name="connsiteX2" fmla="*/ 6576 w 6343"/>
                  <a:gd name="connsiteY2" fmla="*/ 3417 h 6345"/>
                  <a:gd name="connsiteX3" fmla="*/ 5647 w 6343"/>
                  <a:gd name="connsiteY3" fmla="*/ 1173 h 6345"/>
                  <a:gd name="connsiteX4" fmla="*/ 3404 w 6343"/>
                  <a:gd name="connsiteY4" fmla="*/ 244 h 6345"/>
                  <a:gd name="connsiteX5" fmla="*/ 1162 w 6343"/>
                  <a:gd name="connsiteY5" fmla="*/ 1173 h 6345"/>
                  <a:gd name="connsiteX6" fmla="*/ 233 w 6343"/>
                  <a:gd name="connsiteY6" fmla="*/ 3417 h 6345"/>
                  <a:gd name="connsiteX7" fmla="*/ 1162 w 6343"/>
                  <a:gd name="connsiteY7" fmla="*/ 5660 h 6345"/>
                  <a:gd name="connsiteX8" fmla="*/ 3404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90"/>
                    </a:moveTo>
                    <a:cubicBezTo>
                      <a:pt x="4245" y="6590"/>
                      <a:pt x="5052" y="6255"/>
                      <a:pt x="5647" y="5660"/>
                    </a:cubicBezTo>
                    <a:cubicBezTo>
                      <a:pt x="6242" y="5065"/>
                      <a:pt x="6576" y="4258"/>
                      <a:pt x="6576" y="3417"/>
                    </a:cubicBezTo>
                    <a:cubicBezTo>
                      <a:pt x="6576" y="2575"/>
                      <a:pt x="6242" y="1768"/>
                      <a:pt x="5647" y="1173"/>
                    </a:cubicBezTo>
                    <a:cubicBezTo>
                      <a:pt x="5052" y="579"/>
                      <a:pt x="4245" y="244"/>
                      <a:pt x="3404" y="244"/>
                    </a:cubicBezTo>
                    <a:cubicBezTo>
                      <a:pt x="2563" y="244"/>
                      <a:pt x="1756" y="579"/>
                      <a:pt x="1162" y="1173"/>
                    </a:cubicBezTo>
                    <a:cubicBezTo>
                      <a:pt x="567" y="1768"/>
                      <a:pt x="233" y="2575"/>
                      <a:pt x="233" y="3417"/>
                    </a:cubicBezTo>
                    <a:cubicBezTo>
                      <a:pt x="233" y="4258"/>
                      <a:pt x="567" y="5065"/>
                      <a:pt x="1162" y="5660"/>
                    </a:cubicBezTo>
                    <a:cubicBezTo>
                      <a:pt x="1756" y="6255"/>
                      <a:pt x="2563" y="6590"/>
                      <a:pt x="3404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06" name="Freeform: Shape 2005">
                <a:extLst>
                  <a:ext uri="{FF2B5EF4-FFF2-40B4-BE49-F238E27FC236}">
                    <a16:creationId xmlns:a16="http://schemas.microsoft.com/office/drawing/2014/main" id="{E8EE414A-77F9-485D-DBEE-6209293CE8CB}"/>
                  </a:ext>
                </a:extLst>
              </p:cNvPr>
              <p:cNvSpPr/>
              <p:nvPr/>
            </p:nvSpPr>
            <p:spPr>
              <a:xfrm>
                <a:off x="3800463" y="6577838"/>
                <a:ext cx="6343" cy="6345"/>
              </a:xfrm>
              <a:custGeom>
                <a:avLst/>
                <a:gdLst>
                  <a:gd name="connsiteX0" fmla="*/ 3404 w 6343"/>
                  <a:gd name="connsiteY0" fmla="*/ 6590 h 6345"/>
                  <a:gd name="connsiteX1" fmla="*/ 5647 w 6343"/>
                  <a:gd name="connsiteY1" fmla="*/ 5660 h 6345"/>
                  <a:gd name="connsiteX2" fmla="*/ 6576 w 6343"/>
                  <a:gd name="connsiteY2" fmla="*/ 3417 h 6345"/>
                  <a:gd name="connsiteX3" fmla="*/ 5647 w 6343"/>
                  <a:gd name="connsiteY3" fmla="*/ 1173 h 6345"/>
                  <a:gd name="connsiteX4" fmla="*/ 3404 w 6343"/>
                  <a:gd name="connsiteY4" fmla="*/ 244 h 6345"/>
                  <a:gd name="connsiteX5" fmla="*/ 1161 w 6343"/>
                  <a:gd name="connsiteY5" fmla="*/ 1173 h 6345"/>
                  <a:gd name="connsiteX6" fmla="*/ 232 w 6343"/>
                  <a:gd name="connsiteY6" fmla="*/ 3417 h 6345"/>
                  <a:gd name="connsiteX7" fmla="*/ 1161 w 6343"/>
                  <a:gd name="connsiteY7" fmla="*/ 5660 h 6345"/>
                  <a:gd name="connsiteX8" fmla="*/ 3404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90"/>
                    </a:moveTo>
                    <a:cubicBezTo>
                      <a:pt x="4245" y="6590"/>
                      <a:pt x="5052" y="6255"/>
                      <a:pt x="5647" y="5660"/>
                    </a:cubicBezTo>
                    <a:cubicBezTo>
                      <a:pt x="6241" y="5065"/>
                      <a:pt x="6576" y="4258"/>
                      <a:pt x="6576" y="3417"/>
                    </a:cubicBezTo>
                    <a:cubicBezTo>
                      <a:pt x="6576" y="2575"/>
                      <a:pt x="6241" y="1768"/>
                      <a:pt x="5647" y="1173"/>
                    </a:cubicBezTo>
                    <a:cubicBezTo>
                      <a:pt x="5052" y="578"/>
                      <a:pt x="4245" y="244"/>
                      <a:pt x="3404" y="244"/>
                    </a:cubicBezTo>
                    <a:cubicBezTo>
                      <a:pt x="2563" y="244"/>
                      <a:pt x="1756" y="578"/>
                      <a:pt x="1161" y="1173"/>
                    </a:cubicBezTo>
                    <a:cubicBezTo>
                      <a:pt x="567" y="1768"/>
                      <a:pt x="232" y="2575"/>
                      <a:pt x="232" y="3417"/>
                    </a:cubicBezTo>
                    <a:cubicBezTo>
                      <a:pt x="232" y="4258"/>
                      <a:pt x="567" y="5065"/>
                      <a:pt x="1161" y="5660"/>
                    </a:cubicBezTo>
                    <a:cubicBezTo>
                      <a:pt x="1756" y="6255"/>
                      <a:pt x="2563" y="6590"/>
                      <a:pt x="3404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07" name="Freeform: Shape 2006">
                <a:extLst>
                  <a:ext uri="{FF2B5EF4-FFF2-40B4-BE49-F238E27FC236}">
                    <a16:creationId xmlns:a16="http://schemas.microsoft.com/office/drawing/2014/main" id="{DA22E0BE-74AD-D577-FFB1-0BA9AA504FB1}"/>
                  </a:ext>
                </a:extLst>
              </p:cNvPr>
              <p:cNvSpPr/>
              <p:nvPr/>
            </p:nvSpPr>
            <p:spPr>
              <a:xfrm>
                <a:off x="3796071" y="6569026"/>
                <a:ext cx="6343" cy="6345"/>
              </a:xfrm>
              <a:custGeom>
                <a:avLst/>
                <a:gdLst>
                  <a:gd name="connsiteX0" fmla="*/ 3404 w 6343"/>
                  <a:gd name="connsiteY0" fmla="*/ 6589 h 6345"/>
                  <a:gd name="connsiteX1" fmla="*/ 5646 w 6343"/>
                  <a:gd name="connsiteY1" fmla="*/ 5660 h 6345"/>
                  <a:gd name="connsiteX2" fmla="*/ 6575 w 6343"/>
                  <a:gd name="connsiteY2" fmla="*/ 3416 h 6345"/>
                  <a:gd name="connsiteX3" fmla="*/ 5646 w 6343"/>
                  <a:gd name="connsiteY3" fmla="*/ 1173 h 6345"/>
                  <a:gd name="connsiteX4" fmla="*/ 3404 w 6343"/>
                  <a:gd name="connsiteY4" fmla="*/ 243 h 6345"/>
                  <a:gd name="connsiteX5" fmla="*/ 1161 w 6343"/>
                  <a:gd name="connsiteY5" fmla="*/ 1173 h 6345"/>
                  <a:gd name="connsiteX6" fmla="*/ 232 w 6343"/>
                  <a:gd name="connsiteY6" fmla="*/ 3416 h 6345"/>
                  <a:gd name="connsiteX7" fmla="*/ 1161 w 6343"/>
                  <a:gd name="connsiteY7" fmla="*/ 5660 h 6345"/>
                  <a:gd name="connsiteX8" fmla="*/ 3404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89"/>
                    </a:moveTo>
                    <a:cubicBezTo>
                      <a:pt x="4245" y="6589"/>
                      <a:pt x="5051" y="6255"/>
                      <a:pt x="5646" y="5660"/>
                    </a:cubicBezTo>
                    <a:cubicBezTo>
                      <a:pt x="6241" y="5065"/>
                      <a:pt x="6575" y="4258"/>
                      <a:pt x="6575" y="3416"/>
                    </a:cubicBezTo>
                    <a:cubicBezTo>
                      <a:pt x="6575" y="2575"/>
                      <a:pt x="6241" y="1768"/>
                      <a:pt x="5646" y="1173"/>
                    </a:cubicBezTo>
                    <a:cubicBezTo>
                      <a:pt x="5051" y="578"/>
                      <a:pt x="4245" y="243"/>
                      <a:pt x="3404" y="243"/>
                    </a:cubicBezTo>
                    <a:cubicBezTo>
                      <a:pt x="2563" y="243"/>
                      <a:pt x="1756" y="578"/>
                      <a:pt x="1161" y="1173"/>
                    </a:cubicBezTo>
                    <a:cubicBezTo>
                      <a:pt x="566" y="1768"/>
                      <a:pt x="232" y="2575"/>
                      <a:pt x="232" y="3416"/>
                    </a:cubicBezTo>
                    <a:cubicBezTo>
                      <a:pt x="232" y="4258"/>
                      <a:pt x="566" y="5065"/>
                      <a:pt x="1161" y="5660"/>
                    </a:cubicBezTo>
                    <a:cubicBezTo>
                      <a:pt x="1756" y="6255"/>
                      <a:pt x="2563" y="6589"/>
                      <a:pt x="3404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08" name="Freeform: Shape 2007">
                <a:extLst>
                  <a:ext uri="{FF2B5EF4-FFF2-40B4-BE49-F238E27FC236}">
                    <a16:creationId xmlns:a16="http://schemas.microsoft.com/office/drawing/2014/main" id="{14FF1242-A13A-323F-AB74-27512927523F}"/>
                  </a:ext>
                </a:extLst>
              </p:cNvPr>
              <p:cNvSpPr/>
              <p:nvPr/>
            </p:nvSpPr>
            <p:spPr>
              <a:xfrm>
                <a:off x="3791882" y="6559196"/>
                <a:ext cx="6343" cy="6345"/>
              </a:xfrm>
              <a:custGeom>
                <a:avLst/>
                <a:gdLst>
                  <a:gd name="connsiteX0" fmla="*/ 3403 w 6343"/>
                  <a:gd name="connsiteY0" fmla="*/ 6588 h 6345"/>
                  <a:gd name="connsiteX1" fmla="*/ 5646 w 6343"/>
                  <a:gd name="connsiteY1" fmla="*/ 5659 h 6345"/>
                  <a:gd name="connsiteX2" fmla="*/ 6575 w 6343"/>
                  <a:gd name="connsiteY2" fmla="*/ 3415 h 6345"/>
                  <a:gd name="connsiteX3" fmla="*/ 5646 w 6343"/>
                  <a:gd name="connsiteY3" fmla="*/ 1172 h 6345"/>
                  <a:gd name="connsiteX4" fmla="*/ 3403 w 6343"/>
                  <a:gd name="connsiteY4" fmla="*/ 243 h 6345"/>
                  <a:gd name="connsiteX5" fmla="*/ 1161 w 6343"/>
                  <a:gd name="connsiteY5" fmla="*/ 1172 h 6345"/>
                  <a:gd name="connsiteX6" fmla="*/ 232 w 6343"/>
                  <a:gd name="connsiteY6" fmla="*/ 3415 h 6345"/>
                  <a:gd name="connsiteX7" fmla="*/ 1161 w 6343"/>
                  <a:gd name="connsiteY7" fmla="*/ 5659 h 6345"/>
                  <a:gd name="connsiteX8" fmla="*/ 3403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88"/>
                    </a:moveTo>
                    <a:cubicBezTo>
                      <a:pt x="4244" y="6588"/>
                      <a:pt x="5051" y="6254"/>
                      <a:pt x="5646" y="5659"/>
                    </a:cubicBezTo>
                    <a:cubicBezTo>
                      <a:pt x="6241" y="5064"/>
                      <a:pt x="6575" y="4257"/>
                      <a:pt x="6575" y="3415"/>
                    </a:cubicBezTo>
                    <a:cubicBezTo>
                      <a:pt x="6575" y="2574"/>
                      <a:pt x="6241" y="1767"/>
                      <a:pt x="5646" y="1172"/>
                    </a:cubicBezTo>
                    <a:cubicBezTo>
                      <a:pt x="5051" y="577"/>
                      <a:pt x="4244" y="243"/>
                      <a:pt x="3403" y="243"/>
                    </a:cubicBezTo>
                    <a:cubicBezTo>
                      <a:pt x="2562" y="243"/>
                      <a:pt x="1755" y="577"/>
                      <a:pt x="1161" y="1172"/>
                    </a:cubicBezTo>
                    <a:cubicBezTo>
                      <a:pt x="566" y="1767"/>
                      <a:pt x="232" y="2574"/>
                      <a:pt x="232" y="3415"/>
                    </a:cubicBezTo>
                    <a:cubicBezTo>
                      <a:pt x="232" y="4257"/>
                      <a:pt x="566" y="5064"/>
                      <a:pt x="1161" y="5659"/>
                    </a:cubicBezTo>
                    <a:cubicBezTo>
                      <a:pt x="1755" y="6254"/>
                      <a:pt x="2562" y="6588"/>
                      <a:pt x="3403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09" name="Freeform: Shape 2008">
                <a:extLst>
                  <a:ext uri="{FF2B5EF4-FFF2-40B4-BE49-F238E27FC236}">
                    <a16:creationId xmlns:a16="http://schemas.microsoft.com/office/drawing/2014/main" id="{79E45AC8-DD45-D30A-6E88-F791AD636871}"/>
                  </a:ext>
                </a:extLst>
              </p:cNvPr>
              <p:cNvSpPr/>
              <p:nvPr/>
            </p:nvSpPr>
            <p:spPr>
              <a:xfrm>
                <a:off x="3788531" y="6542474"/>
                <a:ext cx="6343" cy="6345"/>
              </a:xfrm>
              <a:custGeom>
                <a:avLst/>
                <a:gdLst>
                  <a:gd name="connsiteX0" fmla="*/ 3403 w 6343"/>
                  <a:gd name="connsiteY0" fmla="*/ 6587 h 6345"/>
                  <a:gd name="connsiteX1" fmla="*/ 5646 w 6343"/>
                  <a:gd name="connsiteY1" fmla="*/ 5658 h 6345"/>
                  <a:gd name="connsiteX2" fmla="*/ 6575 w 6343"/>
                  <a:gd name="connsiteY2" fmla="*/ 3414 h 6345"/>
                  <a:gd name="connsiteX3" fmla="*/ 5646 w 6343"/>
                  <a:gd name="connsiteY3" fmla="*/ 1171 h 6345"/>
                  <a:gd name="connsiteX4" fmla="*/ 3403 w 6343"/>
                  <a:gd name="connsiteY4" fmla="*/ 241 h 6345"/>
                  <a:gd name="connsiteX5" fmla="*/ 1160 w 6343"/>
                  <a:gd name="connsiteY5" fmla="*/ 1171 h 6345"/>
                  <a:gd name="connsiteX6" fmla="*/ 231 w 6343"/>
                  <a:gd name="connsiteY6" fmla="*/ 3414 h 6345"/>
                  <a:gd name="connsiteX7" fmla="*/ 1160 w 6343"/>
                  <a:gd name="connsiteY7" fmla="*/ 5658 h 6345"/>
                  <a:gd name="connsiteX8" fmla="*/ 3403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87"/>
                    </a:moveTo>
                    <a:cubicBezTo>
                      <a:pt x="4244" y="6587"/>
                      <a:pt x="5051" y="6252"/>
                      <a:pt x="5646" y="5658"/>
                    </a:cubicBezTo>
                    <a:cubicBezTo>
                      <a:pt x="6240" y="5063"/>
                      <a:pt x="6575" y="4255"/>
                      <a:pt x="6575" y="3414"/>
                    </a:cubicBezTo>
                    <a:cubicBezTo>
                      <a:pt x="6575" y="2573"/>
                      <a:pt x="6240" y="1766"/>
                      <a:pt x="5646" y="1171"/>
                    </a:cubicBezTo>
                    <a:cubicBezTo>
                      <a:pt x="5051" y="576"/>
                      <a:pt x="4244" y="241"/>
                      <a:pt x="3403" y="241"/>
                    </a:cubicBezTo>
                    <a:cubicBezTo>
                      <a:pt x="2562" y="241"/>
                      <a:pt x="1755" y="576"/>
                      <a:pt x="1160" y="1171"/>
                    </a:cubicBezTo>
                    <a:cubicBezTo>
                      <a:pt x="566" y="1766"/>
                      <a:pt x="231" y="2573"/>
                      <a:pt x="231" y="3414"/>
                    </a:cubicBezTo>
                    <a:cubicBezTo>
                      <a:pt x="231" y="4255"/>
                      <a:pt x="566" y="5063"/>
                      <a:pt x="1160" y="5658"/>
                    </a:cubicBezTo>
                    <a:cubicBezTo>
                      <a:pt x="1755" y="6252"/>
                      <a:pt x="2562" y="6587"/>
                      <a:pt x="3403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10" name="Freeform: Shape 2009">
                <a:extLst>
                  <a:ext uri="{FF2B5EF4-FFF2-40B4-BE49-F238E27FC236}">
                    <a16:creationId xmlns:a16="http://schemas.microsoft.com/office/drawing/2014/main" id="{37F25246-A574-51A2-B8C6-5DB018AB4A68}"/>
                  </a:ext>
                </a:extLst>
              </p:cNvPr>
              <p:cNvSpPr/>
              <p:nvPr/>
            </p:nvSpPr>
            <p:spPr>
              <a:xfrm>
                <a:off x="3783710" y="6540804"/>
                <a:ext cx="6343" cy="6345"/>
              </a:xfrm>
              <a:custGeom>
                <a:avLst/>
                <a:gdLst>
                  <a:gd name="connsiteX0" fmla="*/ 3403 w 6343"/>
                  <a:gd name="connsiteY0" fmla="*/ 6587 h 6345"/>
                  <a:gd name="connsiteX1" fmla="*/ 5645 w 6343"/>
                  <a:gd name="connsiteY1" fmla="*/ 5657 h 6345"/>
                  <a:gd name="connsiteX2" fmla="*/ 6574 w 6343"/>
                  <a:gd name="connsiteY2" fmla="*/ 3414 h 6345"/>
                  <a:gd name="connsiteX3" fmla="*/ 5645 w 6343"/>
                  <a:gd name="connsiteY3" fmla="*/ 1170 h 6345"/>
                  <a:gd name="connsiteX4" fmla="*/ 3403 w 6343"/>
                  <a:gd name="connsiteY4" fmla="*/ 241 h 6345"/>
                  <a:gd name="connsiteX5" fmla="*/ 1160 w 6343"/>
                  <a:gd name="connsiteY5" fmla="*/ 1170 h 6345"/>
                  <a:gd name="connsiteX6" fmla="*/ 231 w 6343"/>
                  <a:gd name="connsiteY6" fmla="*/ 3414 h 6345"/>
                  <a:gd name="connsiteX7" fmla="*/ 1160 w 6343"/>
                  <a:gd name="connsiteY7" fmla="*/ 5657 h 6345"/>
                  <a:gd name="connsiteX8" fmla="*/ 3403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87"/>
                    </a:moveTo>
                    <a:cubicBezTo>
                      <a:pt x="4244" y="6587"/>
                      <a:pt x="5051" y="6252"/>
                      <a:pt x="5645" y="5657"/>
                    </a:cubicBezTo>
                    <a:cubicBezTo>
                      <a:pt x="6240" y="5062"/>
                      <a:pt x="6574" y="4255"/>
                      <a:pt x="6574" y="3414"/>
                    </a:cubicBezTo>
                    <a:cubicBezTo>
                      <a:pt x="6574" y="2573"/>
                      <a:pt x="6240" y="1765"/>
                      <a:pt x="5645" y="1170"/>
                    </a:cubicBezTo>
                    <a:cubicBezTo>
                      <a:pt x="5051" y="576"/>
                      <a:pt x="4244" y="241"/>
                      <a:pt x="3403" y="241"/>
                    </a:cubicBezTo>
                    <a:cubicBezTo>
                      <a:pt x="2562" y="241"/>
                      <a:pt x="1755" y="576"/>
                      <a:pt x="1160" y="1170"/>
                    </a:cubicBezTo>
                    <a:cubicBezTo>
                      <a:pt x="565" y="1765"/>
                      <a:pt x="231" y="2573"/>
                      <a:pt x="231" y="3414"/>
                    </a:cubicBezTo>
                    <a:cubicBezTo>
                      <a:pt x="231" y="4255"/>
                      <a:pt x="565" y="5062"/>
                      <a:pt x="1160" y="5657"/>
                    </a:cubicBezTo>
                    <a:cubicBezTo>
                      <a:pt x="1755" y="6252"/>
                      <a:pt x="2562" y="6587"/>
                      <a:pt x="3403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11" name="Freeform: Shape 2010">
                <a:extLst>
                  <a:ext uri="{FF2B5EF4-FFF2-40B4-BE49-F238E27FC236}">
                    <a16:creationId xmlns:a16="http://schemas.microsoft.com/office/drawing/2014/main" id="{47DD712A-5314-614E-B758-A26EF6FBC355}"/>
                  </a:ext>
                </a:extLst>
              </p:cNvPr>
              <p:cNvSpPr/>
              <p:nvPr/>
            </p:nvSpPr>
            <p:spPr>
              <a:xfrm>
                <a:off x="3776230" y="6561915"/>
                <a:ext cx="6343" cy="6345"/>
              </a:xfrm>
              <a:custGeom>
                <a:avLst/>
                <a:gdLst>
                  <a:gd name="connsiteX0" fmla="*/ 3402 w 6343"/>
                  <a:gd name="connsiteY0" fmla="*/ 6588 h 6345"/>
                  <a:gd name="connsiteX1" fmla="*/ 5645 w 6343"/>
                  <a:gd name="connsiteY1" fmla="*/ 5659 h 6345"/>
                  <a:gd name="connsiteX2" fmla="*/ 6574 w 6343"/>
                  <a:gd name="connsiteY2" fmla="*/ 3416 h 6345"/>
                  <a:gd name="connsiteX3" fmla="*/ 5645 w 6343"/>
                  <a:gd name="connsiteY3" fmla="*/ 1172 h 6345"/>
                  <a:gd name="connsiteX4" fmla="*/ 3402 w 6343"/>
                  <a:gd name="connsiteY4" fmla="*/ 243 h 6345"/>
                  <a:gd name="connsiteX5" fmla="*/ 1159 w 6343"/>
                  <a:gd name="connsiteY5" fmla="*/ 1172 h 6345"/>
                  <a:gd name="connsiteX6" fmla="*/ 230 w 6343"/>
                  <a:gd name="connsiteY6" fmla="*/ 3416 h 6345"/>
                  <a:gd name="connsiteX7" fmla="*/ 1159 w 6343"/>
                  <a:gd name="connsiteY7" fmla="*/ 5659 h 6345"/>
                  <a:gd name="connsiteX8" fmla="*/ 3402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88"/>
                    </a:moveTo>
                    <a:cubicBezTo>
                      <a:pt x="4243" y="6588"/>
                      <a:pt x="5050" y="6254"/>
                      <a:pt x="5645" y="5659"/>
                    </a:cubicBezTo>
                    <a:cubicBezTo>
                      <a:pt x="6239" y="5064"/>
                      <a:pt x="6574" y="4257"/>
                      <a:pt x="6574" y="3416"/>
                    </a:cubicBezTo>
                    <a:cubicBezTo>
                      <a:pt x="6574" y="2574"/>
                      <a:pt x="6239" y="1767"/>
                      <a:pt x="5645" y="1172"/>
                    </a:cubicBezTo>
                    <a:cubicBezTo>
                      <a:pt x="5050" y="577"/>
                      <a:pt x="4243" y="243"/>
                      <a:pt x="3402" y="243"/>
                    </a:cubicBezTo>
                    <a:cubicBezTo>
                      <a:pt x="2561" y="243"/>
                      <a:pt x="1754" y="577"/>
                      <a:pt x="1159" y="1172"/>
                    </a:cubicBezTo>
                    <a:cubicBezTo>
                      <a:pt x="565" y="1767"/>
                      <a:pt x="230" y="2574"/>
                      <a:pt x="230" y="3416"/>
                    </a:cubicBezTo>
                    <a:cubicBezTo>
                      <a:pt x="230" y="4257"/>
                      <a:pt x="565" y="5064"/>
                      <a:pt x="1159" y="5659"/>
                    </a:cubicBezTo>
                    <a:cubicBezTo>
                      <a:pt x="1754" y="6254"/>
                      <a:pt x="2561" y="6588"/>
                      <a:pt x="3402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12" name="Freeform: Shape 2011">
                <a:extLst>
                  <a:ext uri="{FF2B5EF4-FFF2-40B4-BE49-F238E27FC236}">
                    <a16:creationId xmlns:a16="http://schemas.microsoft.com/office/drawing/2014/main" id="{41248F2E-13D7-EF77-9A77-B300C86811FD}"/>
                  </a:ext>
                </a:extLst>
              </p:cNvPr>
              <p:cNvSpPr/>
              <p:nvPr/>
            </p:nvSpPr>
            <p:spPr>
              <a:xfrm>
                <a:off x="3770545" y="6566318"/>
                <a:ext cx="6343" cy="6345"/>
              </a:xfrm>
              <a:custGeom>
                <a:avLst/>
                <a:gdLst>
                  <a:gd name="connsiteX0" fmla="*/ 3402 w 6343"/>
                  <a:gd name="connsiteY0" fmla="*/ 6589 h 6345"/>
                  <a:gd name="connsiteX1" fmla="*/ 5644 w 6343"/>
                  <a:gd name="connsiteY1" fmla="*/ 5659 h 6345"/>
                  <a:gd name="connsiteX2" fmla="*/ 6573 w 6343"/>
                  <a:gd name="connsiteY2" fmla="*/ 3416 h 6345"/>
                  <a:gd name="connsiteX3" fmla="*/ 5644 w 6343"/>
                  <a:gd name="connsiteY3" fmla="*/ 1172 h 6345"/>
                  <a:gd name="connsiteX4" fmla="*/ 3402 w 6343"/>
                  <a:gd name="connsiteY4" fmla="*/ 243 h 6345"/>
                  <a:gd name="connsiteX5" fmla="*/ 1159 w 6343"/>
                  <a:gd name="connsiteY5" fmla="*/ 1172 h 6345"/>
                  <a:gd name="connsiteX6" fmla="*/ 230 w 6343"/>
                  <a:gd name="connsiteY6" fmla="*/ 3416 h 6345"/>
                  <a:gd name="connsiteX7" fmla="*/ 1159 w 6343"/>
                  <a:gd name="connsiteY7" fmla="*/ 5659 h 6345"/>
                  <a:gd name="connsiteX8" fmla="*/ 3402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89"/>
                    </a:moveTo>
                    <a:cubicBezTo>
                      <a:pt x="4243" y="6589"/>
                      <a:pt x="5049" y="6254"/>
                      <a:pt x="5644" y="5659"/>
                    </a:cubicBezTo>
                    <a:cubicBezTo>
                      <a:pt x="6239" y="5064"/>
                      <a:pt x="6573" y="4257"/>
                      <a:pt x="6573" y="3416"/>
                    </a:cubicBezTo>
                    <a:cubicBezTo>
                      <a:pt x="6573" y="2575"/>
                      <a:pt x="6239" y="1767"/>
                      <a:pt x="5644" y="1172"/>
                    </a:cubicBezTo>
                    <a:cubicBezTo>
                      <a:pt x="5049" y="578"/>
                      <a:pt x="4243" y="243"/>
                      <a:pt x="3402" y="243"/>
                    </a:cubicBezTo>
                    <a:cubicBezTo>
                      <a:pt x="2560" y="243"/>
                      <a:pt x="1754" y="578"/>
                      <a:pt x="1159" y="1172"/>
                    </a:cubicBezTo>
                    <a:cubicBezTo>
                      <a:pt x="564" y="1767"/>
                      <a:pt x="230" y="2575"/>
                      <a:pt x="230" y="3416"/>
                    </a:cubicBezTo>
                    <a:cubicBezTo>
                      <a:pt x="230" y="4257"/>
                      <a:pt x="564" y="5064"/>
                      <a:pt x="1159" y="5659"/>
                    </a:cubicBezTo>
                    <a:cubicBezTo>
                      <a:pt x="1754" y="6254"/>
                      <a:pt x="2560" y="6589"/>
                      <a:pt x="3402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13" name="Freeform: Shape 2012">
                <a:extLst>
                  <a:ext uri="{FF2B5EF4-FFF2-40B4-BE49-F238E27FC236}">
                    <a16:creationId xmlns:a16="http://schemas.microsoft.com/office/drawing/2014/main" id="{4379C237-131D-5800-6FAB-07CF46F2F475}"/>
                  </a:ext>
                </a:extLst>
              </p:cNvPr>
              <p:cNvSpPr/>
              <p:nvPr/>
            </p:nvSpPr>
            <p:spPr>
              <a:xfrm>
                <a:off x="3765482" y="6565437"/>
                <a:ext cx="6343" cy="6345"/>
              </a:xfrm>
              <a:custGeom>
                <a:avLst/>
                <a:gdLst>
                  <a:gd name="connsiteX0" fmla="*/ 3401 w 6343"/>
                  <a:gd name="connsiteY0" fmla="*/ 6589 h 6345"/>
                  <a:gd name="connsiteX1" fmla="*/ 5644 w 6343"/>
                  <a:gd name="connsiteY1" fmla="*/ 5659 h 6345"/>
                  <a:gd name="connsiteX2" fmla="*/ 6573 w 6343"/>
                  <a:gd name="connsiteY2" fmla="*/ 3416 h 6345"/>
                  <a:gd name="connsiteX3" fmla="*/ 5644 w 6343"/>
                  <a:gd name="connsiteY3" fmla="*/ 1172 h 6345"/>
                  <a:gd name="connsiteX4" fmla="*/ 3401 w 6343"/>
                  <a:gd name="connsiteY4" fmla="*/ 243 h 6345"/>
                  <a:gd name="connsiteX5" fmla="*/ 1159 w 6343"/>
                  <a:gd name="connsiteY5" fmla="*/ 1172 h 6345"/>
                  <a:gd name="connsiteX6" fmla="*/ 230 w 6343"/>
                  <a:gd name="connsiteY6" fmla="*/ 3416 h 6345"/>
                  <a:gd name="connsiteX7" fmla="*/ 1159 w 6343"/>
                  <a:gd name="connsiteY7" fmla="*/ 5659 h 6345"/>
                  <a:gd name="connsiteX8" fmla="*/ 3401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89"/>
                    </a:moveTo>
                    <a:cubicBezTo>
                      <a:pt x="4242" y="6589"/>
                      <a:pt x="5049" y="6254"/>
                      <a:pt x="5644" y="5659"/>
                    </a:cubicBezTo>
                    <a:cubicBezTo>
                      <a:pt x="6239" y="5064"/>
                      <a:pt x="6573" y="4257"/>
                      <a:pt x="6573" y="3416"/>
                    </a:cubicBezTo>
                    <a:cubicBezTo>
                      <a:pt x="6573" y="2574"/>
                      <a:pt x="6239" y="1767"/>
                      <a:pt x="5644" y="1172"/>
                    </a:cubicBezTo>
                    <a:cubicBezTo>
                      <a:pt x="5049" y="577"/>
                      <a:pt x="4242" y="243"/>
                      <a:pt x="3401" y="243"/>
                    </a:cubicBezTo>
                    <a:cubicBezTo>
                      <a:pt x="2560" y="243"/>
                      <a:pt x="1753" y="577"/>
                      <a:pt x="1159" y="1172"/>
                    </a:cubicBezTo>
                    <a:cubicBezTo>
                      <a:pt x="564" y="1767"/>
                      <a:pt x="230" y="2574"/>
                      <a:pt x="230" y="3416"/>
                    </a:cubicBezTo>
                    <a:cubicBezTo>
                      <a:pt x="230" y="4257"/>
                      <a:pt x="564" y="5064"/>
                      <a:pt x="1159" y="5659"/>
                    </a:cubicBezTo>
                    <a:cubicBezTo>
                      <a:pt x="1753" y="6254"/>
                      <a:pt x="2560" y="6589"/>
                      <a:pt x="3401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14" name="Freeform: Shape 2013">
                <a:extLst>
                  <a:ext uri="{FF2B5EF4-FFF2-40B4-BE49-F238E27FC236}">
                    <a16:creationId xmlns:a16="http://schemas.microsoft.com/office/drawing/2014/main" id="{EB0CDEBE-811B-D8B3-0371-9022EA4E3EEB}"/>
                  </a:ext>
                </a:extLst>
              </p:cNvPr>
              <p:cNvSpPr/>
              <p:nvPr/>
            </p:nvSpPr>
            <p:spPr>
              <a:xfrm>
                <a:off x="3755496" y="6600787"/>
                <a:ext cx="6343" cy="6345"/>
              </a:xfrm>
              <a:custGeom>
                <a:avLst/>
                <a:gdLst>
                  <a:gd name="connsiteX0" fmla="*/ 3400 w 6343"/>
                  <a:gd name="connsiteY0" fmla="*/ 6591 h 6345"/>
                  <a:gd name="connsiteX1" fmla="*/ 5643 w 6343"/>
                  <a:gd name="connsiteY1" fmla="*/ 5662 h 6345"/>
                  <a:gd name="connsiteX2" fmla="*/ 6572 w 6343"/>
                  <a:gd name="connsiteY2" fmla="*/ 3419 h 6345"/>
                  <a:gd name="connsiteX3" fmla="*/ 5643 w 6343"/>
                  <a:gd name="connsiteY3" fmla="*/ 1175 h 6345"/>
                  <a:gd name="connsiteX4" fmla="*/ 3400 w 6343"/>
                  <a:gd name="connsiteY4" fmla="*/ 246 h 6345"/>
                  <a:gd name="connsiteX5" fmla="*/ 1158 w 6343"/>
                  <a:gd name="connsiteY5" fmla="*/ 1175 h 6345"/>
                  <a:gd name="connsiteX6" fmla="*/ 229 w 6343"/>
                  <a:gd name="connsiteY6" fmla="*/ 3419 h 6345"/>
                  <a:gd name="connsiteX7" fmla="*/ 1158 w 6343"/>
                  <a:gd name="connsiteY7" fmla="*/ 5662 h 6345"/>
                  <a:gd name="connsiteX8" fmla="*/ 3400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91"/>
                    </a:moveTo>
                    <a:cubicBezTo>
                      <a:pt x="4242" y="6591"/>
                      <a:pt x="5048" y="6257"/>
                      <a:pt x="5643" y="5662"/>
                    </a:cubicBezTo>
                    <a:cubicBezTo>
                      <a:pt x="6238" y="5067"/>
                      <a:pt x="6572" y="4260"/>
                      <a:pt x="6572" y="3419"/>
                    </a:cubicBezTo>
                    <a:cubicBezTo>
                      <a:pt x="6572" y="2577"/>
                      <a:pt x="6238" y="1770"/>
                      <a:pt x="5643" y="1175"/>
                    </a:cubicBezTo>
                    <a:cubicBezTo>
                      <a:pt x="5048" y="580"/>
                      <a:pt x="4242" y="246"/>
                      <a:pt x="3400" y="246"/>
                    </a:cubicBezTo>
                    <a:cubicBezTo>
                      <a:pt x="2559" y="246"/>
                      <a:pt x="1753" y="580"/>
                      <a:pt x="1158" y="1175"/>
                    </a:cubicBezTo>
                    <a:cubicBezTo>
                      <a:pt x="563" y="1770"/>
                      <a:pt x="229" y="2577"/>
                      <a:pt x="229" y="3419"/>
                    </a:cubicBezTo>
                    <a:cubicBezTo>
                      <a:pt x="229" y="4260"/>
                      <a:pt x="563" y="5067"/>
                      <a:pt x="1158" y="5662"/>
                    </a:cubicBezTo>
                    <a:cubicBezTo>
                      <a:pt x="1753" y="6257"/>
                      <a:pt x="2559" y="6591"/>
                      <a:pt x="3400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15" name="Freeform: Shape 2014">
                <a:extLst>
                  <a:ext uri="{FF2B5EF4-FFF2-40B4-BE49-F238E27FC236}">
                    <a16:creationId xmlns:a16="http://schemas.microsoft.com/office/drawing/2014/main" id="{2AD98977-7516-44E7-A799-EAF5B0B6A225}"/>
                  </a:ext>
                </a:extLst>
              </p:cNvPr>
              <p:cNvSpPr/>
              <p:nvPr/>
            </p:nvSpPr>
            <p:spPr>
              <a:xfrm>
                <a:off x="3750010" y="6601322"/>
                <a:ext cx="6343" cy="6345"/>
              </a:xfrm>
              <a:custGeom>
                <a:avLst/>
                <a:gdLst>
                  <a:gd name="connsiteX0" fmla="*/ 3400 w 6343"/>
                  <a:gd name="connsiteY0" fmla="*/ 6591 h 6345"/>
                  <a:gd name="connsiteX1" fmla="*/ 5643 w 6343"/>
                  <a:gd name="connsiteY1" fmla="*/ 5662 h 6345"/>
                  <a:gd name="connsiteX2" fmla="*/ 6572 w 6343"/>
                  <a:gd name="connsiteY2" fmla="*/ 3419 h 6345"/>
                  <a:gd name="connsiteX3" fmla="*/ 5643 w 6343"/>
                  <a:gd name="connsiteY3" fmla="*/ 1175 h 6345"/>
                  <a:gd name="connsiteX4" fmla="*/ 3400 w 6343"/>
                  <a:gd name="connsiteY4" fmla="*/ 246 h 6345"/>
                  <a:gd name="connsiteX5" fmla="*/ 1157 w 6343"/>
                  <a:gd name="connsiteY5" fmla="*/ 1175 h 6345"/>
                  <a:gd name="connsiteX6" fmla="*/ 228 w 6343"/>
                  <a:gd name="connsiteY6" fmla="*/ 3419 h 6345"/>
                  <a:gd name="connsiteX7" fmla="*/ 1157 w 6343"/>
                  <a:gd name="connsiteY7" fmla="*/ 5662 h 6345"/>
                  <a:gd name="connsiteX8" fmla="*/ 3400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91"/>
                    </a:moveTo>
                    <a:cubicBezTo>
                      <a:pt x="4241" y="6591"/>
                      <a:pt x="5048" y="6257"/>
                      <a:pt x="5643" y="5662"/>
                    </a:cubicBezTo>
                    <a:cubicBezTo>
                      <a:pt x="6237" y="5067"/>
                      <a:pt x="6572" y="4260"/>
                      <a:pt x="6572" y="3419"/>
                    </a:cubicBezTo>
                    <a:cubicBezTo>
                      <a:pt x="6572" y="2577"/>
                      <a:pt x="6237" y="1770"/>
                      <a:pt x="5643" y="1175"/>
                    </a:cubicBezTo>
                    <a:cubicBezTo>
                      <a:pt x="5048" y="580"/>
                      <a:pt x="4241" y="246"/>
                      <a:pt x="3400" y="246"/>
                    </a:cubicBezTo>
                    <a:cubicBezTo>
                      <a:pt x="2559" y="246"/>
                      <a:pt x="1752" y="580"/>
                      <a:pt x="1157" y="1175"/>
                    </a:cubicBezTo>
                    <a:cubicBezTo>
                      <a:pt x="563" y="1770"/>
                      <a:pt x="228" y="2577"/>
                      <a:pt x="228" y="3419"/>
                    </a:cubicBezTo>
                    <a:cubicBezTo>
                      <a:pt x="228" y="4260"/>
                      <a:pt x="563" y="5067"/>
                      <a:pt x="1157" y="5662"/>
                    </a:cubicBezTo>
                    <a:cubicBezTo>
                      <a:pt x="1752" y="6257"/>
                      <a:pt x="2559" y="6591"/>
                      <a:pt x="3400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16" name="Freeform: Shape 2015">
                <a:extLst>
                  <a:ext uri="{FF2B5EF4-FFF2-40B4-BE49-F238E27FC236}">
                    <a16:creationId xmlns:a16="http://schemas.microsoft.com/office/drawing/2014/main" id="{EB8885E1-25C8-20F1-6C61-A14AD63CE103}"/>
                  </a:ext>
                </a:extLst>
              </p:cNvPr>
              <p:cNvSpPr/>
              <p:nvPr/>
            </p:nvSpPr>
            <p:spPr>
              <a:xfrm>
                <a:off x="3744618" y="6601116"/>
                <a:ext cx="6343" cy="6345"/>
              </a:xfrm>
              <a:custGeom>
                <a:avLst/>
                <a:gdLst>
                  <a:gd name="connsiteX0" fmla="*/ 3400 w 6343"/>
                  <a:gd name="connsiteY0" fmla="*/ 6591 h 6345"/>
                  <a:gd name="connsiteX1" fmla="*/ 5642 w 6343"/>
                  <a:gd name="connsiteY1" fmla="*/ 5662 h 6345"/>
                  <a:gd name="connsiteX2" fmla="*/ 6571 w 6343"/>
                  <a:gd name="connsiteY2" fmla="*/ 3419 h 6345"/>
                  <a:gd name="connsiteX3" fmla="*/ 5642 w 6343"/>
                  <a:gd name="connsiteY3" fmla="*/ 1175 h 6345"/>
                  <a:gd name="connsiteX4" fmla="*/ 3400 w 6343"/>
                  <a:gd name="connsiteY4" fmla="*/ 246 h 6345"/>
                  <a:gd name="connsiteX5" fmla="*/ 1157 w 6343"/>
                  <a:gd name="connsiteY5" fmla="*/ 1175 h 6345"/>
                  <a:gd name="connsiteX6" fmla="*/ 228 w 6343"/>
                  <a:gd name="connsiteY6" fmla="*/ 3419 h 6345"/>
                  <a:gd name="connsiteX7" fmla="*/ 1157 w 6343"/>
                  <a:gd name="connsiteY7" fmla="*/ 5662 h 6345"/>
                  <a:gd name="connsiteX8" fmla="*/ 3400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91"/>
                    </a:moveTo>
                    <a:cubicBezTo>
                      <a:pt x="4241" y="6591"/>
                      <a:pt x="5047" y="6257"/>
                      <a:pt x="5642" y="5662"/>
                    </a:cubicBezTo>
                    <a:cubicBezTo>
                      <a:pt x="6237" y="5067"/>
                      <a:pt x="6571" y="4260"/>
                      <a:pt x="6571" y="3419"/>
                    </a:cubicBezTo>
                    <a:cubicBezTo>
                      <a:pt x="6571" y="2577"/>
                      <a:pt x="6237" y="1770"/>
                      <a:pt x="5642" y="1175"/>
                    </a:cubicBezTo>
                    <a:cubicBezTo>
                      <a:pt x="5047" y="580"/>
                      <a:pt x="4241" y="246"/>
                      <a:pt x="3400" y="246"/>
                    </a:cubicBezTo>
                    <a:cubicBezTo>
                      <a:pt x="2558" y="246"/>
                      <a:pt x="1752" y="580"/>
                      <a:pt x="1157" y="1175"/>
                    </a:cubicBezTo>
                    <a:cubicBezTo>
                      <a:pt x="562" y="1770"/>
                      <a:pt x="228" y="2577"/>
                      <a:pt x="228" y="3419"/>
                    </a:cubicBezTo>
                    <a:cubicBezTo>
                      <a:pt x="228" y="4260"/>
                      <a:pt x="562" y="5067"/>
                      <a:pt x="1157" y="5662"/>
                    </a:cubicBezTo>
                    <a:cubicBezTo>
                      <a:pt x="1752" y="6257"/>
                      <a:pt x="2558" y="6591"/>
                      <a:pt x="3400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17" name="Freeform: Shape 2016">
                <a:extLst>
                  <a:ext uri="{FF2B5EF4-FFF2-40B4-BE49-F238E27FC236}">
                    <a16:creationId xmlns:a16="http://schemas.microsoft.com/office/drawing/2014/main" id="{9604E3CB-7588-E980-E649-CF7CFA2B94B4}"/>
                  </a:ext>
                </a:extLst>
              </p:cNvPr>
              <p:cNvSpPr/>
              <p:nvPr/>
            </p:nvSpPr>
            <p:spPr>
              <a:xfrm>
                <a:off x="3739334" y="6600170"/>
                <a:ext cx="6343" cy="6345"/>
              </a:xfrm>
              <a:custGeom>
                <a:avLst/>
                <a:gdLst>
                  <a:gd name="connsiteX0" fmla="*/ 3399 w 6343"/>
                  <a:gd name="connsiteY0" fmla="*/ 6591 h 6345"/>
                  <a:gd name="connsiteX1" fmla="*/ 5642 w 6343"/>
                  <a:gd name="connsiteY1" fmla="*/ 5662 h 6345"/>
                  <a:gd name="connsiteX2" fmla="*/ 6571 w 6343"/>
                  <a:gd name="connsiteY2" fmla="*/ 3419 h 6345"/>
                  <a:gd name="connsiteX3" fmla="*/ 5642 w 6343"/>
                  <a:gd name="connsiteY3" fmla="*/ 1175 h 6345"/>
                  <a:gd name="connsiteX4" fmla="*/ 3399 w 6343"/>
                  <a:gd name="connsiteY4" fmla="*/ 246 h 6345"/>
                  <a:gd name="connsiteX5" fmla="*/ 1157 w 6343"/>
                  <a:gd name="connsiteY5" fmla="*/ 1175 h 6345"/>
                  <a:gd name="connsiteX6" fmla="*/ 228 w 6343"/>
                  <a:gd name="connsiteY6" fmla="*/ 3419 h 6345"/>
                  <a:gd name="connsiteX7" fmla="*/ 1157 w 6343"/>
                  <a:gd name="connsiteY7" fmla="*/ 5662 h 6345"/>
                  <a:gd name="connsiteX8" fmla="*/ 3399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91"/>
                    </a:moveTo>
                    <a:cubicBezTo>
                      <a:pt x="4240" y="6591"/>
                      <a:pt x="5047" y="6257"/>
                      <a:pt x="5642" y="5662"/>
                    </a:cubicBezTo>
                    <a:cubicBezTo>
                      <a:pt x="6237" y="5067"/>
                      <a:pt x="6571" y="4260"/>
                      <a:pt x="6571" y="3419"/>
                    </a:cubicBezTo>
                    <a:cubicBezTo>
                      <a:pt x="6571" y="2577"/>
                      <a:pt x="6237" y="1770"/>
                      <a:pt x="5642" y="1175"/>
                    </a:cubicBezTo>
                    <a:cubicBezTo>
                      <a:pt x="5047" y="580"/>
                      <a:pt x="4240" y="246"/>
                      <a:pt x="3399" y="246"/>
                    </a:cubicBezTo>
                    <a:cubicBezTo>
                      <a:pt x="2558" y="246"/>
                      <a:pt x="1751" y="580"/>
                      <a:pt x="1157" y="1175"/>
                    </a:cubicBezTo>
                    <a:cubicBezTo>
                      <a:pt x="562" y="1770"/>
                      <a:pt x="228" y="2577"/>
                      <a:pt x="228" y="3419"/>
                    </a:cubicBezTo>
                    <a:cubicBezTo>
                      <a:pt x="228" y="4260"/>
                      <a:pt x="562" y="5067"/>
                      <a:pt x="1157" y="5662"/>
                    </a:cubicBezTo>
                    <a:cubicBezTo>
                      <a:pt x="1751" y="6257"/>
                      <a:pt x="2558" y="6591"/>
                      <a:pt x="3399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18" name="Freeform: Shape 2017">
                <a:extLst>
                  <a:ext uri="{FF2B5EF4-FFF2-40B4-BE49-F238E27FC236}">
                    <a16:creationId xmlns:a16="http://schemas.microsoft.com/office/drawing/2014/main" id="{7E741B64-EB69-FC7E-6D40-3E7F9CFB1A96}"/>
                  </a:ext>
                </a:extLst>
              </p:cNvPr>
              <p:cNvSpPr/>
              <p:nvPr/>
            </p:nvSpPr>
            <p:spPr>
              <a:xfrm>
                <a:off x="3740625" y="6558405"/>
                <a:ext cx="6343" cy="6345"/>
              </a:xfrm>
              <a:custGeom>
                <a:avLst/>
                <a:gdLst>
                  <a:gd name="connsiteX0" fmla="*/ 3399 w 6343"/>
                  <a:gd name="connsiteY0" fmla="*/ 6588 h 6345"/>
                  <a:gd name="connsiteX1" fmla="*/ 5642 w 6343"/>
                  <a:gd name="connsiteY1" fmla="*/ 5659 h 6345"/>
                  <a:gd name="connsiteX2" fmla="*/ 6571 w 6343"/>
                  <a:gd name="connsiteY2" fmla="*/ 3415 h 6345"/>
                  <a:gd name="connsiteX3" fmla="*/ 5642 w 6343"/>
                  <a:gd name="connsiteY3" fmla="*/ 1172 h 6345"/>
                  <a:gd name="connsiteX4" fmla="*/ 3399 w 6343"/>
                  <a:gd name="connsiteY4" fmla="*/ 243 h 6345"/>
                  <a:gd name="connsiteX5" fmla="*/ 1157 w 6343"/>
                  <a:gd name="connsiteY5" fmla="*/ 1172 h 6345"/>
                  <a:gd name="connsiteX6" fmla="*/ 228 w 6343"/>
                  <a:gd name="connsiteY6" fmla="*/ 3415 h 6345"/>
                  <a:gd name="connsiteX7" fmla="*/ 1157 w 6343"/>
                  <a:gd name="connsiteY7" fmla="*/ 5659 h 6345"/>
                  <a:gd name="connsiteX8" fmla="*/ 3399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88"/>
                    </a:moveTo>
                    <a:cubicBezTo>
                      <a:pt x="4240" y="6588"/>
                      <a:pt x="5047" y="6254"/>
                      <a:pt x="5642" y="5659"/>
                    </a:cubicBezTo>
                    <a:cubicBezTo>
                      <a:pt x="6237" y="5064"/>
                      <a:pt x="6571" y="4257"/>
                      <a:pt x="6571" y="3415"/>
                    </a:cubicBezTo>
                    <a:cubicBezTo>
                      <a:pt x="6571" y="2574"/>
                      <a:pt x="6237" y="1767"/>
                      <a:pt x="5642" y="1172"/>
                    </a:cubicBezTo>
                    <a:cubicBezTo>
                      <a:pt x="5047" y="577"/>
                      <a:pt x="4240" y="243"/>
                      <a:pt x="3399" y="243"/>
                    </a:cubicBezTo>
                    <a:cubicBezTo>
                      <a:pt x="2558" y="243"/>
                      <a:pt x="1751" y="577"/>
                      <a:pt x="1157" y="1172"/>
                    </a:cubicBezTo>
                    <a:cubicBezTo>
                      <a:pt x="562" y="1767"/>
                      <a:pt x="228" y="2574"/>
                      <a:pt x="228" y="3415"/>
                    </a:cubicBezTo>
                    <a:cubicBezTo>
                      <a:pt x="228" y="4257"/>
                      <a:pt x="562" y="5064"/>
                      <a:pt x="1157" y="5659"/>
                    </a:cubicBezTo>
                    <a:cubicBezTo>
                      <a:pt x="1751" y="6254"/>
                      <a:pt x="2558" y="6588"/>
                      <a:pt x="3399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19" name="Freeform: Shape 2018">
                <a:extLst>
                  <a:ext uri="{FF2B5EF4-FFF2-40B4-BE49-F238E27FC236}">
                    <a16:creationId xmlns:a16="http://schemas.microsoft.com/office/drawing/2014/main" id="{C9ADB385-768B-9CFF-95CC-D57F26F6BE55}"/>
                  </a:ext>
                </a:extLst>
              </p:cNvPr>
              <p:cNvSpPr/>
              <p:nvPr/>
            </p:nvSpPr>
            <p:spPr>
              <a:xfrm>
                <a:off x="3728541" y="6599638"/>
                <a:ext cx="6343" cy="6345"/>
              </a:xfrm>
              <a:custGeom>
                <a:avLst/>
                <a:gdLst>
                  <a:gd name="connsiteX0" fmla="*/ 3398 w 6343"/>
                  <a:gd name="connsiteY0" fmla="*/ 6591 h 6345"/>
                  <a:gd name="connsiteX1" fmla="*/ 5641 w 6343"/>
                  <a:gd name="connsiteY1" fmla="*/ 5662 h 6345"/>
                  <a:gd name="connsiteX2" fmla="*/ 6570 w 6343"/>
                  <a:gd name="connsiteY2" fmla="*/ 3419 h 6345"/>
                  <a:gd name="connsiteX3" fmla="*/ 5641 w 6343"/>
                  <a:gd name="connsiteY3" fmla="*/ 1175 h 6345"/>
                  <a:gd name="connsiteX4" fmla="*/ 3398 w 6343"/>
                  <a:gd name="connsiteY4" fmla="*/ 246 h 6345"/>
                  <a:gd name="connsiteX5" fmla="*/ 1156 w 6343"/>
                  <a:gd name="connsiteY5" fmla="*/ 1175 h 6345"/>
                  <a:gd name="connsiteX6" fmla="*/ 227 w 6343"/>
                  <a:gd name="connsiteY6" fmla="*/ 3419 h 6345"/>
                  <a:gd name="connsiteX7" fmla="*/ 1156 w 6343"/>
                  <a:gd name="connsiteY7" fmla="*/ 5662 h 6345"/>
                  <a:gd name="connsiteX8" fmla="*/ 3398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91"/>
                    </a:moveTo>
                    <a:cubicBezTo>
                      <a:pt x="4239" y="6591"/>
                      <a:pt x="5046" y="6257"/>
                      <a:pt x="5641" y="5662"/>
                    </a:cubicBezTo>
                    <a:cubicBezTo>
                      <a:pt x="6236" y="5067"/>
                      <a:pt x="6570" y="4260"/>
                      <a:pt x="6570" y="3419"/>
                    </a:cubicBezTo>
                    <a:cubicBezTo>
                      <a:pt x="6570" y="2577"/>
                      <a:pt x="6236" y="1770"/>
                      <a:pt x="5641" y="1175"/>
                    </a:cubicBezTo>
                    <a:cubicBezTo>
                      <a:pt x="5046" y="580"/>
                      <a:pt x="4239" y="246"/>
                      <a:pt x="3398" y="246"/>
                    </a:cubicBezTo>
                    <a:cubicBezTo>
                      <a:pt x="2557" y="246"/>
                      <a:pt x="1750" y="580"/>
                      <a:pt x="1156" y="1175"/>
                    </a:cubicBezTo>
                    <a:cubicBezTo>
                      <a:pt x="561" y="1770"/>
                      <a:pt x="227" y="2577"/>
                      <a:pt x="227" y="3419"/>
                    </a:cubicBezTo>
                    <a:cubicBezTo>
                      <a:pt x="227" y="4260"/>
                      <a:pt x="561" y="5067"/>
                      <a:pt x="1156" y="5662"/>
                    </a:cubicBezTo>
                    <a:cubicBezTo>
                      <a:pt x="1750" y="6257"/>
                      <a:pt x="2557" y="6591"/>
                      <a:pt x="3398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20" name="Freeform: Shape 2019">
                <a:extLst>
                  <a:ext uri="{FF2B5EF4-FFF2-40B4-BE49-F238E27FC236}">
                    <a16:creationId xmlns:a16="http://schemas.microsoft.com/office/drawing/2014/main" id="{9126B717-4487-891F-6C32-1A2DC5F14C18}"/>
                  </a:ext>
                </a:extLst>
              </p:cNvPr>
              <p:cNvSpPr/>
              <p:nvPr/>
            </p:nvSpPr>
            <p:spPr>
              <a:xfrm>
                <a:off x="3783053" y="6254327"/>
                <a:ext cx="6343" cy="6345"/>
              </a:xfrm>
              <a:custGeom>
                <a:avLst/>
                <a:gdLst>
                  <a:gd name="connsiteX0" fmla="*/ 3403 w 6343"/>
                  <a:gd name="connsiteY0" fmla="*/ 6564 h 6345"/>
                  <a:gd name="connsiteX1" fmla="*/ 5645 w 6343"/>
                  <a:gd name="connsiteY1" fmla="*/ 5635 h 6345"/>
                  <a:gd name="connsiteX2" fmla="*/ 6574 w 6343"/>
                  <a:gd name="connsiteY2" fmla="*/ 3391 h 6345"/>
                  <a:gd name="connsiteX3" fmla="*/ 5645 w 6343"/>
                  <a:gd name="connsiteY3" fmla="*/ 1148 h 6345"/>
                  <a:gd name="connsiteX4" fmla="*/ 3403 w 6343"/>
                  <a:gd name="connsiteY4" fmla="*/ 219 h 6345"/>
                  <a:gd name="connsiteX5" fmla="*/ 1160 w 6343"/>
                  <a:gd name="connsiteY5" fmla="*/ 1148 h 6345"/>
                  <a:gd name="connsiteX6" fmla="*/ 231 w 6343"/>
                  <a:gd name="connsiteY6" fmla="*/ 3391 h 6345"/>
                  <a:gd name="connsiteX7" fmla="*/ 1160 w 6343"/>
                  <a:gd name="connsiteY7" fmla="*/ 5635 h 6345"/>
                  <a:gd name="connsiteX8" fmla="*/ 3403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64"/>
                    </a:moveTo>
                    <a:cubicBezTo>
                      <a:pt x="4244" y="6564"/>
                      <a:pt x="5050" y="6230"/>
                      <a:pt x="5645" y="5635"/>
                    </a:cubicBezTo>
                    <a:cubicBezTo>
                      <a:pt x="6240" y="5040"/>
                      <a:pt x="6574" y="4233"/>
                      <a:pt x="6574" y="3391"/>
                    </a:cubicBezTo>
                    <a:cubicBezTo>
                      <a:pt x="6574" y="2550"/>
                      <a:pt x="6240" y="1743"/>
                      <a:pt x="5645" y="1148"/>
                    </a:cubicBezTo>
                    <a:cubicBezTo>
                      <a:pt x="5050" y="553"/>
                      <a:pt x="4244" y="219"/>
                      <a:pt x="3403" y="219"/>
                    </a:cubicBezTo>
                    <a:cubicBezTo>
                      <a:pt x="2561" y="219"/>
                      <a:pt x="1755" y="553"/>
                      <a:pt x="1160" y="1148"/>
                    </a:cubicBezTo>
                    <a:cubicBezTo>
                      <a:pt x="565" y="1743"/>
                      <a:pt x="231" y="2550"/>
                      <a:pt x="231" y="3391"/>
                    </a:cubicBezTo>
                    <a:cubicBezTo>
                      <a:pt x="231" y="4233"/>
                      <a:pt x="565" y="5040"/>
                      <a:pt x="1160" y="5635"/>
                    </a:cubicBezTo>
                    <a:cubicBezTo>
                      <a:pt x="1755" y="6230"/>
                      <a:pt x="2561" y="6564"/>
                      <a:pt x="3403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21" name="Freeform: Shape 2020">
                <a:extLst>
                  <a:ext uri="{FF2B5EF4-FFF2-40B4-BE49-F238E27FC236}">
                    <a16:creationId xmlns:a16="http://schemas.microsoft.com/office/drawing/2014/main" id="{DBBFF54D-D604-C0E3-C0E8-1B80926E7BE7}"/>
                  </a:ext>
                </a:extLst>
              </p:cNvPr>
              <p:cNvSpPr/>
              <p:nvPr/>
            </p:nvSpPr>
            <p:spPr>
              <a:xfrm>
                <a:off x="3780253" y="6251654"/>
                <a:ext cx="6343" cy="6345"/>
              </a:xfrm>
              <a:custGeom>
                <a:avLst/>
                <a:gdLst>
                  <a:gd name="connsiteX0" fmla="*/ 3402 w 6343"/>
                  <a:gd name="connsiteY0" fmla="*/ 6564 h 6345"/>
                  <a:gd name="connsiteX1" fmla="*/ 5645 w 6343"/>
                  <a:gd name="connsiteY1" fmla="*/ 5635 h 6345"/>
                  <a:gd name="connsiteX2" fmla="*/ 6574 w 6343"/>
                  <a:gd name="connsiteY2" fmla="*/ 3391 h 6345"/>
                  <a:gd name="connsiteX3" fmla="*/ 5645 w 6343"/>
                  <a:gd name="connsiteY3" fmla="*/ 1148 h 6345"/>
                  <a:gd name="connsiteX4" fmla="*/ 3402 w 6343"/>
                  <a:gd name="connsiteY4" fmla="*/ 218 h 6345"/>
                  <a:gd name="connsiteX5" fmla="*/ 1160 w 6343"/>
                  <a:gd name="connsiteY5" fmla="*/ 1148 h 6345"/>
                  <a:gd name="connsiteX6" fmla="*/ 231 w 6343"/>
                  <a:gd name="connsiteY6" fmla="*/ 3391 h 6345"/>
                  <a:gd name="connsiteX7" fmla="*/ 1160 w 6343"/>
                  <a:gd name="connsiteY7" fmla="*/ 5635 h 6345"/>
                  <a:gd name="connsiteX8" fmla="*/ 3402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4"/>
                    </a:moveTo>
                    <a:cubicBezTo>
                      <a:pt x="4243" y="6564"/>
                      <a:pt x="5050" y="6230"/>
                      <a:pt x="5645" y="5635"/>
                    </a:cubicBezTo>
                    <a:cubicBezTo>
                      <a:pt x="6240" y="5040"/>
                      <a:pt x="6574" y="4233"/>
                      <a:pt x="6574" y="3391"/>
                    </a:cubicBezTo>
                    <a:cubicBezTo>
                      <a:pt x="6574" y="2550"/>
                      <a:pt x="6240" y="1743"/>
                      <a:pt x="5645" y="1148"/>
                    </a:cubicBezTo>
                    <a:cubicBezTo>
                      <a:pt x="5050" y="553"/>
                      <a:pt x="4243" y="218"/>
                      <a:pt x="3402" y="218"/>
                    </a:cubicBezTo>
                    <a:cubicBezTo>
                      <a:pt x="2561" y="218"/>
                      <a:pt x="1754" y="553"/>
                      <a:pt x="1160" y="1148"/>
                    </a:cubicBezTo>
                    <a:cubicBezTo>
                      <a:pt x="565" y="1743"/>
                      <a:pt x="231" y="2550"/>
                      <a:pt x="231" y="3391"/>
                    </a:cubicBezTo>
                    <a:cubicBezTo>
                      <a:pt x="231" y="4233"/>
                      <a:pt x="565" y="5040"/>
                      <a:pt x="1160" y="5635"/>
                    </a:cubicBezTo>
                    <a:cubicBezTo>
                      <a:pt x="1754" y="6230"/>
                      <a:pt x="2561" y="6564"/>
                      <a:pt x="3402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22" name="Freeform: Shape 2021">
                <a:extLst>
                  <a:ext uri="{FF2B5EF4-FFF2-40B4-BE49-F238E27FC236}">
                    <a16:creationId xmlns:a16="http://schemas.microsoft.com/office/drawing/2014/main" id="{B6ACACFB-0939-011E-E199-CA68679B1AB2}"/>
                  </a:ext>
                </a:extLst>
              </p:cNvPr>
              <p:cNvSpPr/>
              <p:nvPr/>
            </p:nvSpPr>
            <p:spPr>
              <a:xfrm>
                <a:off x="3777534" y="6248686"/>
                <a:ext cx="6343" cy="6345"/>
              </a:xfrm>
              <a:custGeom>
                <a:avLst/>
                <a:gdLst>
                  <a:gd name="connsiteX0" fmla="*/ 3402 w 6343"/>
                  <a:gd name="connsiteY0" fmla="*/ 6564 h 6345"/>
                  <a:gd name="connsiteX1" fmla="*/ 5645 w 6343"/>
                  <a:gd name="connsiteY1" fmla="*/ 5634 h 6345"/>
                  <a:gd name="connsiteX2" fmla="*/ 6574 w 6343"/>
                  <a:gd name="connsiteY2" fmla="*/ 3391 h 6345"/>
                  <a:gd name="connsiteX3" fmla="*/ 5645 w 6343"/>
                  <a:gd name="connsiteY3" fmla="*/ 1147 h 6345"/>
                  <a:gd name="connsiteX4" fmla="*/ 3402 w 6343"/>
                  <a:gd name="connsiteY4" fmla="*/ 218 h 6345"/>
                  <a:gd name="connsiteX5" fmla="*/ 1160 w 6343"/>
                  <a:gd name="connsiteY5" fmla="*/ 1147 h 6345"/>
                  <a:gd name="connsiteX6" fmla="*/ 231 w 6343"/>
                  <a:gd name="connsiteY6" fmla="*/ 3391 h 6345"/>
                  <a:gd name="connsiteX7" fmla="*/ 1160 w 6343"/>
                  <a:gd name="connsiteY7" fmla="*/ 5634 h 6345"/>
                  <a:gd name="connsiteX8" fmla="*/ 3402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4"/>
                    </a:moveTo>
                    <a:cubicBezTo>
                      <a:pt x="4243" y="6564"/>
                      <a:pt x="5050" y="6229"/>
                      <a:pt x="5645" y="5634"/>
                    </a:cubicBezTo>
                    <a:cubicBezTo>
                      <a:pt x="6240" y="5039"/>
                      <a:pt x="6574" y="4232"/>
                      <a:pt x="6574" y="3391"/>
                    </a:cubicBezTo>
                    <a:cubicBezTo>
                      <a:pt x="6574" y="2549"/>
                      <a:pt x="6240" y="1742"/>
                      <a:pt x="5645" y="1147"/>
                    </a:cubicBezTo>
                    <a:cubicBezTo>
                      <a:pt x="5050" y="553"/>
                      <a:pt x="4243" y="218"/>
                      <a:pt x="3402" y="218"/>
                    </a:cubicBezTo>
                    <a:cubicBezTo>
                      <a:pt x="2561" y="218"/>
                      <a:pt x="1754" y="553"/>
                      <a:pt x="1160" y="1147"/>
                    </a:cubicBezTo>
                    <a:cubicBezTo>
                      <a:pt x="565" y="1742"/>
                      <a:pt x="231" y="2549"/>
                      <a:pt x="231" y="3391"/>
                    </a:cubicBezTo>
                    <a:cubicBezTo>
                      <a:pt x="231" y="4232"/>
                      <a:pt x="565" y="5039"/>
                      <a:pt x="1160" y="5634"/>
                    </a:cubicBezTo>
                    <a:cubicBezTo>
                      <a:pt x="1754" y="6229"/>
                      <a:pt x="2561" y="6564"/>
                      <a:pt x="3402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23" name="Freeform: Shape 2022">
                <a:extLst>
                  <a:ext uri="{FF2B5EF4-FFF2-40B4-BE49-F238E27FC236}">
                    <a16:creationId xmlns:a16="http://schemas.microsoft.com/office/drawing/2014/main" id="{E4CC07BD-A94D-4682-DB9F-EF3A3D19FB85}"/>
                  </a:ext>
                </a:extLst>
              </p:cNvPr>
              <p:cNvSpPr/>
              <p:nvPr/>
            </p:nvSpPr>
            <p:spPr>
              <a:xfrm>
                <a:off x="3773415" y="6253143"/>
                <a:ext cx="6343" cy="6345"/>
              </a:xfrm>
              <a:custGeom>
                <a:avLst/>
                <a:gdLst>
                  <a:gd name="connsiteX0" fmla="*/ 3402 w 6343"/>
                  <a:gd name="connsiteY0" fmla="*/ 6564 h 6345"/>
                  <a:gd name="connsiteX1" fmla="*/ 5644 w 6343"/>
                  <a:gd name="connsiteY1" fmla="*/ 5635 h 6345"/>
                  <a:gd name="connsiteX2" fmla="*/ 6573 w 6343"/>
                  <a:gd name="connsiteY2" fmla="*/ 3391 h 6345"/>
                  <a:gd name="connsiteX3" fmla="*/ 5644 w 6343"/>
                  <a:gd name="connsiteY3" fmla="*/ 1148 h 6345"/>
                  <a:gd name="connsiteX4" fmla="*/ 3402 w 6343"/>
                  <a:gd name="connsiteY4" fmla="*/ 219 h 6345"/>
                  <a:gd name="connsiteX5" fmla="*/ 1159 w 6343"/>
                  <a:gd name="connsiteY5" fmla="*/ 1148 h 6345"/>
                  <a:gd name="connsiteX6" fmla="*/ 230 w 6343"/>
                  <a:gd name="connsiteY6" fmla="*/ 3391 h 6345"/>
                  <a:gd name="connsiteX7" fmla="*/ 1159 w 6343"/>
                  <a:gd name="connsiteY7" fmla="*/ 5635 h 6345"/>
                  <a:gd name="connsiteX8" fmla="*/ 3402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4"/>
                    </a:moveTo>
                    <a:cubicBezTo>
                      <a:pt x="4243" y="6564"/>
                      <a:pt x="5050" y="6230"/>
                      <a:pt x="5644" y="5635"/>
                    </a:cubicBezTo>
                    <a:cubicBezTo>
                      <a:pt x="6239" y="5040"/>
                      <a:pt x="6573" y="4233"/>
                      <a:pt x="6573" y="3391"/>
                    </a:cubicBezTo>
                    <a:cubicBezTo>
                      <a:pt x="6573" y="2550"/>
                      <a:pt x="6239" y="1743"/>
                      <a:pt x="5644" y="1148"/>
                    </a:cubicBezTo>
                    <a:cubicBezTo>
                      <a:pt x="5050" y="553"/>
                      <a:pt x="4243" y="219"/>
                      <a:pt x="3402" y="219"/>
                    </a:cubicBezTo>
                    <a:cubicBezTo>
                      <a:pt x="2561" y="219"/>
                      <a:pt x="1754" y="553"/>
                      <a:pt x="1159" y="1148"/>
                    </a:cubicBezTo>
                    <a:cubicBezTo>
                      <a:pt x="564" y="1743"/>
                      <a:pt x="230" y="2550"/>
                      <a:pt x="230" y="3391"/>
                    </a:cubicBezTo>
                    <a:cubicBezTo>
                      <a:pt x="230" y="4233"/>
                      <a:pt x="564" y="5040"/>
                      <a:pt x="1159" y="5635"/>
                    </a:cubicBezTo>
                    <a:cubicBezTo>
                      <a:pt x="1754" y="6230"/>
                      <a:pt x="2561" y="6564"/>
                      <a:pt x="3402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24" name="Freeform: Shape 2023">
                <a:extLst>
                  <a:ext uri="{FF2B5EF4-FFF2-40B4-BE49-F238E27FC236}">
                    <a16:creationId xmlns:a16="http://schemas.microsoft.com/office/drawing/2014/main" id="{00E3FB74-C2DB-E139-3F7B-6640A63CEA6D}"/>
                  </a:ext>
                </a:extLst>
              </p:cNvPr>
              <p:cNvSpPr/>
              <p:nvPr/>
            </p:nvSpPr>
            <p:spPr>
              <a:xfrm>
                <a:off x="3769591" y="6255793"/>
                <a:ext cx="6343" cy="6345"/>
              </a:xfrm>
              <a:custGeom>
                <a:avLst/>
                <a:gdLst>
                  <a:gd name="connsiteX0" fmla="*/ 3402 w 6343"/>
                  <a:gd name="connsiteY0" fmla="*/ 6564 h 6345"/>
                  <a:gd name="connsiteX1" fmla="*/ 5644 w 6343"/>
                  <a:gd name="connsiteY1" fmla="*/ 5635 h 6345"/>
                  <a:gd name="connsiteX2" fmla="*/ 6573 w 6343"/>
                  <a:gd name="connsiteY2" fmla="*/ 3391 h 6345"/>
                  <a:gd name="connsiteX3" fmla="*/ 5644 w 6343"/>
                  <a:gd name="connsiteY3" fmla="*/ 1148 h 6345"/>
                  <a:gd name="connsiteX4" fmla="*/ 3402 w 6343"/>
                  <a:gd name="connsiteY4" fmla="*/ 219 h 6345"/>
                  <a:gd name="connsiteX5" fmla="*/ 1159 w 6343"/>
                  <a:gd name="connsiteY5" fmla="*/ 1148 h 6345"/>
                  <a:gd name="connsiteX6" fmla="*/ 230 w 6343"/>
                  <a:gd name="connsiteY6" fmla="*/ 3391 h 6345"/>
                  <a:gd name="connsiteX7" fmla="*/ 1159 w 6343"/>
                  <a:gd name="connsiteY7" fmla="*/ 5635 h 6345"/>
                  <a:gd name="connsiteX8" fmla="*/ 3402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4"/>
                    </a:moveTo>
                    <a:cubicBezTo>
                      <a:pt x="4243" y="6564"/>
                      <a:pt x="5049" y="6230"/>
                      <a:pt x="5644" y="5635"/>
                    </a:cubicBezTo>
                    <a:cubicBezTo>
                      <a:pt x="6239" y="5040"/>
                      <a:pt x="6573" y="4233"/>
                      <a:pt x="6573" y="3391"/>
                    </a:cubicBezTo>
                    <a:cubicBezTo>
                      <a:pt x="6573" y="2550"/>
                      <a:pt x="6239" y="1743"/>
                      <a:pt x="5644" y="1148"/>
                    </a:cubicBezTo>
                    <a:cubicBezTo>
                      <a:pt x="5049" y="553"/>
                      <a:pt x="4243" y="219"/>
                      <a:pt x="3402" y="219"/>
                    </a:cubicBezTo>
                    <a:cubicBezTo>
                      <a:pt x="2560" y="219"/>
                      <a:pt x="1754" y="553"/>
                      <a:pt x="1159" y="1148"/>
                    </a:cubicBezTo>
                    <a:cubicBezTo>
                      <a:pt x="564" y="1743"/>
                      <a:pt x="230" y="2550"/>
                      <a:pt x="230" y="3391"/>
                    </a:cubicBezTo>
                    <a:cubicBezTo>
                      <a:pt x="230" y="4233"/>
                      <a:pt x="564" y="5040"/>
                      <a:pt x="1159" y="5635"/>
                    </a:cubicBezTo>
                    <a:cubicBezTo>
                      <a:pt x="1754" y="6230"/>
                      <a:pt x="2560" y="6564"/>
                      <a:pt x="3402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25" name="Freeform: Shape 2024">
                <a:extLst>
                  <a:ext uri="{FF2B5EF4-FFF2-40B4-BE49-F238E27FC236}">
                    <a16:creationId xmlns:a16="http://schemas.microsoft.com/office/drawing/2014/main" id="{E879A8FF-FCD4-0BC1-3324-4531B09B77AD}"/>
                  </a:ext>
                </a:extLst>
              </p:cNvPr>
              <p:cNvSpPr/>
              <p:nvPr/>
            </p:nvSpPr>
            <p:spPr>
              <a:xfrm>
                <a:off x="3766048" y="6256875"/>
                <a:ext cx="6343" cy="6345"/>
              </a:xfrm>
              <a:custGeom>
                <a:avLst/>
                <a:gdLst>
                  <a:gd name="connsiteX0" fmla="*/ 3401 w 6343"/>
                  <a:gd name="connsiteY0" fmla="*/ 6564 h 6345"/>
                  <a:gd name="connsiteX1" fmla="*/ 5644 w 6343"/>
                  <a:gd name="connsiteY1" fmla="*/ 5635 h 6345"/>
                  <a:gd name="connsiteX2" fmla="*/ 6573 w 6343"/>
                  <a:gd name="connsiteY2" fmla="*/ 3392 h 6345"/>
                  <a:gd name="connsiteX3" fmla="*/ 5644 w 6343"/>
                  <a:gd name="connsiteY3" fmla="*/ 1148 h 6345"/>
                  <a:gd name="connsiteX4" fmla="*/ 3401 w 6343"/>
                  <a:gd name="connsiteY4" fmla="*/ 219 h 6345"/>
                  <a:gd name="connsiteX5" fmla="*/ 1159 w 6343"/>
                  <a:gd name="connsiteY5" fmla="*/ 1148 h 6345"/>
                  <a:gd name="connsiteX6" fmla="*/ 230 w 6343"/>
                  <a:gd name="connsiteY6" fmla="*/ 3392 h 6345"/>
                  <a:gd name="connsiteX7" fmla="*/ 1159 w 6343"/>
                  <a:gd name="connsiteY7" fmla="*/ 5635 h 6345"/>
                  <a:gd name="connsiteX8" fmla="*/ 3401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64"/>
                    </a:moveTo>
                    <a:cubicBezTo>
                      <a:pt x="4242" y="6564"/>
                      <a:pt x="5049" y="6230"/>
                      <a:pt x="5644" y="5635"/>
                    </a:cubicBezTo>
                    <a:cubicBezTo>
                      <a:pt x="6239" y="5040"/>
                      <a:pt x="6573" y="4233"/>
                      <a:pt x="6573" y="3392"/>
                    </a:cubicBezTo>
                    <a:cubicBezTo>
                      <a:pt x="6573" y="2550"/>
                      <a:pt x="6239" y="1743"/>
                      <a:pt x="5644" y="1148"/>
                    </a:cubicBezTo>
                    <a:cubicBezTo>
                      <a:pt x="5049" y="553"/>
                      <a:pt x="4242" y="219"/>
                      <a:pt x="3401" y="219"/>
                    </a:cubicBezTo>
                    <a:cubicBezTo>
                      <a:pt x="2560" y="219"/>
                      <a:pt x="1753" y="553"/>
                      <a:pt x="1159" y="1148"/>
                    </a:cubicBezTo>
                    <a:cubicBezTo>
                      <a:pt x="564" y="1743"/>
                      <a:pt x="230" y="2550"/>
                      <a:pt x="230" y="3392"/>
                    </a:cubicBezTo>
                    <a:cubicBezTo>
                      <a:pt x="230" y="4233"/>
                      <a:pt x="564" y="5040"/>
                      <a:pt x="1159" y="5635"/>
                    </a:cubicBezTo>
                    <a:cubicBezTo>
                      <a:pt x="1753" y="6230"/>
                      <a:pt x="2560" y="6564"/>
                      <a:pt x="3401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26" name="Freeform: Shape 2025">
                <a:extLst>
                  <a:ext uri="{FF2B5EF4-FFF2-40B4-BE49-F238E27FC236}">
                    <a16:creationId xmlns:a16="http://schemas.microsoft.com/office/drawing/2014/main" id="{0A207EC1-513B-5C99-FC96-2F91899C51E3}"/>
                  </a:ext>
                </a:extLst>
              </p:cNvPr>
              <p:cNvSpPr/>
              <p:nvPr/>
            </p:nvSpPr>
            <p:spPr>
              <a:xfrm>
                <a:off x="3691193" y="6594498"/>
                <a:ext cx="6343" cy="6345"/>
              </a:xfrm>
              <a:custGeom>
                <a:avLst/>
                <a:gdLst>
                  <a:gd name="connsiteX0" fmla="*/ 3395 w 6343"/>
                  <a:gd name="connsiteY0" fmla="*/ 6591 h 6345"/>
                  <a:gd name="connsiteX1" fmla="*/ 5638 w 6343"/>
                  <a:gd name="connsiteY1" fmla="*/ 5662 h 6345"/>
                  <a:gd name="connsiteX2" fmla="*/ 6567 w 6343"/>
                  <a:gd name="connsiteY2" fmla="*/ 3418 h 6345"/>
                  <a:gd name="connsiteX3" fmla="*/ 5638 w 6343"/>
                  <a:gd name="connsiteY3" fmla="*/ 1175 h 6345"/>
                  <a:gd name="connsiteX4" fmla="*/ 3395 w 6343"/>
                  <a:gd name="connsiteY4" fmla="*/ 245 h 6345"/>
                  <a:gd name="connsiteX5" fmla="*/ 1153 w 6343"/>
                  <a:gd name="connsiteY5" fmla="*/ 1175 h 6345"/>
                  <a:gd name="connsiteX6" fmla="*/ 224 w 6343"/>
                  <a:gd name="connsiteY6" fmla="*/ 3418 h 6345"/>
                  <a:gd name="connsiteX7" fmla="*/ 1153 w 6343"/>
                  <a:gd name="connsiteY7" fmla="*/ 5662 h 6345"/>
                  <a:gd name="connsiteX8" fmla="*/ 3395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91"/>
                    </a:moveTo>
                    <a:cubicBezTo>
                      <a:pt x="4236" y="6591"/>
                      <a:pt x="5043" y="6257"/>
                      <a:pt x="5638" y="5662"/>
                    </a:cubicBezTo>
                    <a:cubicBezTo>
                      <a:pt x="6233" y="5067"/>
                      <a:pt x="6567" y="4260"/>
                      <a:pt x="6567" y="3418"/>
                    </a:cubicBezTo>
                    <a:cubicBezTo>
                      <a:pt x="6567" y="2577"/>
                      <a:pt x="6233" y="1770"/>
                      <a:pt x="5638" y="1175"/>
                    </a:cubicBezTo>
                    <a:cubicBezTo>
                      <a:pt x="5043" y="580"/>
                      <a:pt x="4236" y="245"/>
                      <a:pt x="3395" y="245"/>
                    </a:cubicBezTo>
                    <a:cubicBezTo>
                      <a:pt x="2554" y="245"/>
                      <a:pt x="1747" y="580"/>
                      <a:pt x="1153" y="1175"/>
                    </a:cubicBezTo>
                    <a:cubicBezTo>
                      <a:pt x="558" y="1770"/>
                      <a:pt x="224" y="2577"/>
                      <a:pt x="224" y="3418"/>
                    </a:cubicBezTo>
                    <a:cubicBezTo>
                      <a:pt x="224" y="4260"/>
                      <a:pt x="558" y="5067"/>
                      <a:pt x="1153" y="5662"/>
                    </a:cubicBezTo>
                    <a:cubicBezTo>
                      <a:pt x="1747" y="6257"/>
                      <a:pt x="2554" y="6591"/>
                      <a:pt x="3395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27" name="Freeform: Shape 2026">
                <a:extLst>
                  <a:ext uri="{FF2B5EF4-FFF2-40B4-BE49-F238E27FC236}">
                    <a16:creationId xmlns:a16="http://schemas.microsoft.com/office/drawing/2014/main" id="{8DEB133D-2769-5365-DA98-9EBF82EAFE51}"/>
                  </a:ext>
                </a:extLst>
              </p:cNvPr>
              <p:cNvSpPr/>
              <p:nvPr/>
            </p:nvSpPr>
            <p:spPr>
              <a:xfrm>
                <a:off x="3766763" y="6222980"/>
                <a:ext cx="6343" cy="6345"/>
              </a:xfrm>
              <a:custGeom>
                <a:avLst/>
                <a:gdLst>
                  <a:gd name="connsiteX0" fmla="*/ 3401 w 6343"/>
                  <a:gd name="connsiteY0" fmla="*/ 6562 h 6345"/>
                  <a:gd name="connsiteX1" fmla="*/ 5644 w 6343"/>
                  <a:gd name="connsiteY1" fmla="*/ 5632 h 6345"/>
                  <a:gd name="connsiteX2" fmla="*/ 6573 w 6343"/>
                  <a:gd name="connsiteY2" fmla="*/ 3389 h 6345"/>
                  <a:gd name="connsiteX3" fmla="*/ 5644 w 6343"/>
                  <a:gd name="connsiteY3" fmla="*/ 1145 h 6345"/>
                  <a:gd name="connsiteX4" fmla="*/ 3401 w 6343"/>
                  <a:gd name="connsiteY4" fmla="*/ 216 h 6345"/>
                  <a:gd name="connsiteX5" fmla="*/ 1159 w 6343"/>
                  <a:gd name="connsiteY5" fmla="*/ 1145 h 6345"/>
                  <a:gd name="connsiteX6" fmla="*/ 230 w 6343"/>
                  <a:gd name="connsiteY6" fmla="*/ 3389 h 6345"/>
                  <a:gd name="connsiteX7" fmla="*/ 1159 w 6343"/>
                  <a:gd name="connsiteY7" fmla="*/ 5632 h 6345"/>
                  <a:gd name="connsiteX8" fmla="*/ 3401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62"/>
                    </a:moveTo>
                    <a:cubicBezTo>
                      <a:pt x="4242" y="6562"/>
                      <a:pt x="5049" y="6227"/>
                      <a:pt x="5644" y="5632"/>
                    </a:cubicBezTo>
                    <a:cubicBezTo>
                      <a:pt x="6239" y="5037"/>
                      <a:pt x="6573" y="4230"/>
                      <a:pt x="6573" y="3389"/>
                    </a:cubicBezTo>
                    <a:cubicBezTo>
                      <a:pt x="6573" y="2547"/>
                      <a:pt x="6239" y="1740"/>
                      <a:pt x="5644" y="1145"/>
                    </a:cubicBezTo>
                    <a:cubicBezTo>
                      <a:pt x="5049" y="550"/>
                      <a:pt x="4242" y="216"/>
                      <a:pt x="3401" y="216"/>
                    </a:cubicBezTo>
                    <a:cubicBezTo>
                      <a:pt x="2560" y="216"/>
                      <a:pt x="1753" y="550"/>
                      <a:pt x="1159" y="1145"/>
                    </a:cubicBezTo>
                    <a:cubicBezTo>
                      <a:pt x="564" y="1740"/>
                      <a:pt x="230" y="2547"/>
                      <a:pt x="230" y="3389"/>
                    </a:cubicBezTo>
                    <a:cubicBezTo>
                      <a:pt x="230" y="4230"/>
                      <a:pt x="564" y="5037"/>
                      <a:pt x="1159" y="5632"/>
                    </a:cubicBezTo>
                    <a:cubicBezTo>
                      <a:pt x="1753" y="6227"/>
                      <a:pt x="2560" y="6562"/>
                      <a:pt x="3401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28" name="Freeform: Shape 2027">
                <a:extLst>
                  <a:ext uri="{FF2B5EF4-FFF2-40B4-BE49-F238E27FC236}">
                    <a16:creationId xmlns:a16="http://schemas.microsoft.com/office/drawing/2014/main" id="{FF0E3B55-8A65-D662-F7DB-8624836CA8EC}"/>
                  </a:ext>
                </a:extLst>
              </p:cNvPr>
              <p:cNvSpPr/>
              <p:nvPr/>
            </p:nvSpPr>
            <p:spPr>
              <a:xfrm>
                <a:off x="3763776" y="6222318"/>
                <a:ext cx="6343" cy="6345"/>
              </a:xfrm>
              <a:custGeom>
                <a:avLst/>
                <a:gdLst>
                  <a:gd name="connsiteX0" fmla="*/ 3401 w 6343"/>
                  <a:gd name="connsiteY0" fmla="*/ 6562 h 6345"/>
                  <a:gd name="connsiteX1" fmla="*/ 5644 w 6343"/>
                  <a:gd name="connsiteY1" fmla="*/ 5632 h 6345"/>
                  <a:gd name="connsiteX2" fmla="*/ 6573 w 6343"/>
                  <a:gd name="connsiteY2" fmla="*/ 3389 h 6345"/>
                  <a:gd name="connsiteX3" fmla="*/ 5644 w 6343"/>
                  <a:gd name="connsiteY3" fmla="*/ 1145 h 6345"/>
                  <a:gd name="connsiteX4" fmla="*/ 3401 w 6343"/>
                  <a:gd name="connsiteY4" fmla="*/ 216 h 6345"/>
                  <a:gd name="connsiteX5" fmla="*/ 1158 w 6343"/>
                  <a:gd name="connsiteY5" fmla="*/ 1145 h 6345"/>
                  <a:gd name="connsiteX6" fmla="*/ 230 w 6343"/>
                  <a:gd name="connsiteY6" fmla="*/ 3389 h 6345"/>
                  <a:gd name="connsiteX7" fmla="*/ 1158 w 6343"/>
                  <a:gd name="connsiteY7" fmla="*/ 5632 h 6345"/>
                  <a:gd name="connsiteX8" fmla="*/ 3401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62"/>
                    </a:moveTo>
                    <a:cubicBezTo>
                      <a:pt x="4242" y="6562"/>
                      <a:pt x="5049" y="6227"/>
                      <a:pt x="5644" y="5632"/>
                    </a:cubicBezTo>
                    <a:cubicBezTo>
                      <a:pt x="6238" y="5037"/>
                      <a:pt x="6573" y="4230"/>
                      <a:pt x="6573" y="3389"/>
                    </a:cubicBezTo>
                    <a:cubicBezTo>
                      <a:pt x="6573" y="2547"/>
                      <a:pt x="6238" y="1740"/>
                      <a:pt x="5644" y="1145"/>
                    </a:cubicBezTo>
                    <a:cubicBezTo>
                      <a:pt x="5049" y="550"/>
                      <a:pt x="4242" y="216"/>
                      <a:pt x="3401" y="216"/>
                    </a:cubicBezTo>
                    <a:cubicBezTo>
                      <a:pt x="2560" y="216"/>
                      <a:pt x="1753" y="550"/>
                      <a:pt x="1158" y="1145"/>
                    </a:cubicBezTo>
                    <a:cubicBezTo>
                      <a:pt x="564" y="1740"/>
                      <a:pt x="230" y="2547"/>
                      <a:pt x="230" y="3389"/>
                    </a:cubicBezTo>
                    <a:cubicBezTo>
                      <a:pt x="230" y="4230"/>
                      <a:pt x="564" y="5037"/>
                      <a:pt x="1158" y="5632"/>
                    </a:cubicBezTo>
                    <a:cubicBezTo>
                      <a:pt x="1753" y="6227"/>
                      <a:pt x="2560" y="6562"/>
                      <a:pt x="3401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29" name="Freeform: Shape 2028">
                <a:extLst>
                  <a:ext uri="{FF2B5EF4-FFF2-40B4-BE49-F238E27FC236}">
                    <a16:creationId xmlns:a16="http://schemas.microsoft.com/office/drawing/2014/main" id="{B85DD788-D0EF-09B4-AA1F-760DEAF10E1F}"/>
                  </a:ext>
                </a:extLst>
              </p:cNvPr>
              <p:cNvSpPr/>
              <p:nvPr/>
            </p:nvSpPr>
            <p:spPr>
              <a:xfrm>
                <a:off x="3765332" y="6202000"/>
                <a:ext cx="6343" cy="6345"/>
              </a:xfrm>
              <a:custGeom>
                <a:avLst/>
                <a:gdLst>
                  <a:gd name="connsiteX0" fmla="*/ 3401 w 6343"/>
                  <a:gd name="connsiteY0" fmla="*/ 6560 h 6345"/>
                  <a:gd name="connsiteX1" fmla="*/ 5644 w 6343"/>
                  <a:gd name="connsiteY1" fmla="*/ 5631 h 6345"/>
                  <a:gd name="connsiteX2" fmla="*/ 6573 w 6343"/>
                  <a:gd name="connsiteY2" fmla="*/ 3387 h 6345"/>
                  <a:gd name="connsiteX3" fmla="*/ 5644 w 6343"/>
                  <a:gd name="connsiteY3" fmla="*/ 1144 h 6345"/>
                  <a:gd name="connsiteX4" fmla="*/ 3401 w 6343"/>
                  <a:gd name="connsiteY4" fmla="*/ 215 h 6345"/>
                  <a:gd name="connsiteX5" fmla="*/ 1159 w 6343"/>
                  <a:gd name="connsiteY5" fmla="*/ 1144 h 6345"/>
                  <a:gd name="connsiteX6" fmla="*/ 230 w 6343"/>
                  <a:gd name="connsiteY6" fmla="*/ 3387 h 6345"/>
                  <a:gd name="connsiteX7" fmla="*/ 1159 w 6343"/>
                  <a:gd name="connsiteY7" fmla="*/ 5631 h 6345"/>
                  <a:gd name="connsiteX8" fmla="*/ 340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60"/>
                    </a:moveTo>
                    <a:cubicBezTo>
                      <a:pt x="4242" y="6560"/>
                      <a:pt x="5049" y="6226"/>
                      <a:pt x="5644" y="5631"/>
                    </a:cubicBezTo>
                    <a:cubicBezTo>
                      <a:pt x="6239" y="5036"/>
                      <a:pt x="6573" y="4229"/>
                      <a:pt x="6573" y="3387"/>
                    </a:cubicBezTo>
                    <a:cubicBezTo>
                      <a:pt x="6573" y="2546"/>
                      <a:pt x="6239" y="1739"/>
                      <a:pt x="5644" y="1144"/>
                    </a:cubicBezTo>
                    <a:cubicBezTo>
                      <a:pt x="5049" y="549"/>
                      <a:pt x="4242" y="215"/>
                      <a:pt x="3401" y="215"/>
                    </a:cubicBezTo>
                    <a:cubicBezTo>
                      <a:pt x="2560" y="215"/>
                      <a:pt x="1753" y="549"/>
                      <a:pt x="1159" y="1144"/>
                    </a:cubicBezTo>
                    <a:cubicBezTo>
                      <a:pt x="564" y="1739"/>
                      <a:pt x="230" y="2546"/>
                      <a:pt x="230" y="3387"/>
                    </a:cubicBezTo>
                    <a:cubicBezTo>
                      <a:pt x="230" y="4229"/>
                      <a:pt x="564" y="5036"/>
                      <a:pt x="1159" y="5631"/>
                    </a:cubicBezTo>
                    <a:cubicBezTo>
                      <a:pt x="1753" y="6226"/>
                      <a:pt x="2560" y="6560"/>
                      <a:pt x="340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30" name="Freeform: Shape 2029">
                <a:extLst>
                  <a:ext uri="{FF2B5EF4-FFF2-40B4-BE49-F238E27FC236}">
                    <a16:creationId xmlns:a16="http://schemas.microsoft.com/office/drawing/2014/main" id="{8C2A58AF-CB06-E385-44C6-23020E84E95D}"/>
                  </a:ext>
                </a:extLst>
              </p:cNvPr>
              <p:cNvSpPr/>
              <p:nvPr/>
            </p:nvSpPr>
            <p:spPr>
              <a:xfrm>
                <a:off x="3764665" y="6192105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4 w 6343"/>
                  <a:gd name="connsiteY1" fmla="*/ 5630 h 6345"/>
                  <a:gd name="connsiteX2" fmla="*/ 6573 w 6343"/>
                  <a:gd name="connsiteY2" fmla="*/ 3386 h 6345"/>
                  <a:gd name="connsiteX3" fmla="*/ 5644 w 6343"/>
                  <a:gd name="connsiteY3" fmla="*/ 1143 h 6345"/>
                  <a:gd name="connsiteX4" fmla="*/ 3401 w 6343"/>
                  <a:gd name="connsiteY4" fmla="*/ 214 h 6345"/>
                  <a:gd name="connsiteX5" fmla="*/ 1159 w 6343"/>
                  <a:gd name="connsiteY5" fmla="*/ 1143 h 6345"/>
                  <a:gd name="connsiteX6" fmla="*/ 230 w 6343"/>
                  <a:gd name="connsiteY6" fmla="*/ 3386 h 6345"/>
                  <a:gd name="connsiteX7" fmla="*/ 1159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5"/>
                      <a:pt x="5644" y="5630"/>
                    </a:cubicBezTo>
                    <a:cubicBezTo>
                      <a:pt x="6239" y="5035"/>
                      <a:pt x="6573" y="4228"/>
                      <a:pt x="6573" y="3386"/>
                    </a:cubicBezTo>
                    <a:cubicBezTo>
                      <a:pt x="6573" y="2545"/>
                      <a:pt x="6239" y="1738"/>
                      <a:pt x="5644" y="1143"/>
                    </a:cubicBezTo>
                    <a:cubicBezTo>
                      <a:pt x="5049" y="548"/>
                      <a:pt x="4242" y="214"/>
                      <a:pt x="3401" y="214"/>
                    </a:cubicBezTo>
                    <a:cubicBezTo>
                      <a:pt x="2560" y="214"/>
                      <a:pt x="1753" y="548"/>
                      <a:pt x="1159" y="1143"/>
                    </a:cubicBezTo>
                    <a:cubicBezTo>
                      <a:pt x="564" y="1738"/>
                      <a:pt x="230" y="2545"/>
                      <a:pt x="230" y="3386"/>
                    </a:cubicBezTo>
                    <a:cubicBezTo>
                      <a:pt x="230" y="4228"/>
                      <a:pt x="564" y="5035"/>
                      <a:pt x="1159" y="5630"/>
                    </a:cubicBezTo>
                    <a:cubicBezTo>
                      <a:pt x="1753" y="6225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31" name="Freeform: Shape 2030">
                <a:extLst>
                  <a:ext uri="{FF2B5EF4-FFF2-40B4-BE49-F238E27FC236}">
                    <a16:creationId xmlns:a16="http://schemas.microsoft.com/office/drawing/2014/main" id="{7D6916F6-0DC5-790F-5841-B87D937BB922}"/>
                  </a:ext>
                </a:extLst>
              </p:cNvPr>
              <p:cNvSpPr/>
              <p:nvPr/>
            </p:nvSpPr>
            <p:spPr>
              <a:xfrm>
                <a:off x="3761991" y="6190921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4 w 6343"/>
                  <a:gd name="connsiteY1" fmla="*/ 5630 h 6345"/>
                  <a:gd name="connsiteX2" fmla="*/ 6572 w 6343"/>
                  <a:gd name="connsiteY2" fmla="*/ 3386 h 6345"/>
                  <a:gd name="connsiteX3" fmla="*/ 5644 w 6343"/>
                  <a:gd name="connsiteY3" fmla="*/ 1143 h 6345"/>
                  <a:gd name="connsiteX4" fmla="*/ 3401 w 6343"/>
                  <a:gd name="connsiteY4" fmla="*/ 214 h 6345"/>
                  <a:gd name="connsiteX5" fmla="*/ 1158 w 6343"/>
                  <a:gd name="connsiteY5" fmla="*/ 1143 h 6345"/>
                  <a:gd name="connsiteX6" fmla="*/ 229 w 6343"/>
                  <a:gd name="connsiteY6" fmla="*/ 3386 h 6345"/>
                  <a:gd name="connsiteX7" fmla="*/ 1158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5"/>
                      <a:pt x="5644" y="5630"/>
                    </a:cubicBezTo>
                    <a:cubicBezTo>
                      <a:pt x="6238" y="5035"/>
                      <a:pt x="6572" y="4228"/>
                      <a:pt x="6572" y="3386"/>
                    </a:cubicBezTo>
                    <a:cubicBezTo>
                      <a:pt x="6572" y="2545"/>
                      <a:pt x="6238" y="1738"/>
                      <a:pt x="5644" y="1143"/>
                    </a:cubicBezTo>
                    <a:cubicBezTo>
                      <a:pt x="5049" y="548"/>
                      <a:pt x="4242" y="214"/>
                      <a:pt x="3401" y="214"/>
                    </a:cubicBezTo>
                    <a:cubicBezTo>
                      <a:pt x="2560" y="214"/>
                      <a:pt x="1753" y="548"/>
                      <a:pt x="1158" y="1143"/>
                    </a:cubicBezTo>
                    <a:cubicBezTo>
                      <a:pt x="564" y="1738"/>
                      <a:pt x="229" y="2545"/>
                      <a:pt x="229" y="3386"/>
                    </a:cubicBezTo>
                    <a:cubicBezTo>
                      <a:pt x="229" y="4228"/>
                      <a:pt x="564" y="5035"/>
                      <a:pt x="1158" y="5630"/>
                    </a:cubicBezTo>
                    <a:cubicBezTo>
                      <a:pt x="1753" y="6225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32" name="Freeform: Shape 2031">
                <a:extLst>
                  <a:ext uri="{FF2B5EF4-FFF2-40B4-BE49-F238E27FC236}">
                    <a16:creationId xmlns:a16="http://schemas.microsoft.com/office/drawing/2014/main" id="{4E78557E-1E94-8FD1-C546-50695CDE6A45}"/>
                  </a:ext>
                </a:extLst>
              </p:cNvPr>
              <p:cNvSpPr/>
              <p:nvPr/>
            </p:nvSpPr>
            <p:spPr>
              <a:xfrm>
                <a:off x="3759073" y="6190739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3 w 6343"/>
                  <a:gd name="connsiteY1" fmla="*/ 5630 h 6345"/>
                  <a:gd name="connsiteX2" fmla="*/ 6572 w 6343"/>
                  <a:gd name="connsiteY2" fmla="*/ 3386 h 6345"/>
                  <a:gd name="connsiteX3" fmla="*/ 5643 w 6343"/>
                  <a:gd name="connsiteY3" fmla="*/ 1143 h 6345"/>
                  <a:gd name="connsiteX4" fmla="*/ 3401 w 6343"/>
                  <a:gd name="connsiteY4" fmla="*/ 214 h 6345"/>
                  <a:gd name="connsiteX5" fmla="*/ 1158 w 6343"/>
                  <a:gd name="connsiteY5" fmla="*/ 1143 h 6345"/>
                  <a:gd name="connsiteX6" fmla="*/ 229 w 6343"/>
                  <a:gd name="connsiteY6" fmla="*/ 3386 h 6345"/>
                  <a:gd name="connsiteX7" fmla="*/ 1158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5"/>
                      <a:pt x="5643" y="5630"/>
                    </a:cubicBezTo>
                    <a:cubicBezTo>
                      <a:pt x="6238" y="5035"/>
                      <a:pt x="6572" y="4228"/>
                      <a:pt x="6572" y="3386"/>
                    </a:cubicBezTo>
                    <a:cubicBezTo>
                      <a:pt x="6572" y="2545"/>
                      <a:pt x="6238" y="1738"/>
                      <a:pt x="5643" y="1143"/>
                    </a:cubicBezTo>
                    <a:cubicBezTo>
                      <a:pt x="5049" y="548"/>
                      <a:pt x="4242" y="214"/>
                      <a:pt x="3401" y="214"/>
                    </a:cubicBezTo>
                    <a:cubicBezTo>
                      <a:pt x="2560" y="214"/>
                      <a:pt x="1753" y="548"/>
                      <a:pt x="1158" y="1143"/>
                    </a:cubicBezTo>
                    <a:cubicBezTo>
                      <a:pt x="563" y="1738"/>
                      <a:pt x="229" y="2545"/>
                      <a:pt x="229" y="3386"/>
                    </a:cubicBezTo>
                    <a:cubicBezTo>
                      <a:pt x="229" y="4228"/>
                      <a:pt x="563" y="5035"/>
                      <a:pt x="1158" y="5630"/>
                    </a:cubicBezTo>
                    <a:cubicBezTo>
                      <a:pt x="1753" y="6225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33" name="Freeform: Shape 2032">
                <a:extLst>
                  <a:ext uri="{FF2B5EF4-FFF2-40B4-BE49-F238E27FC236}">
                    <a16:creationId xmlns:a16="http://schemas.microsoft.com/office/drawing/2014/main" id="{2231C67A-0983-FAC0-C8EC-C1E828F86174}"/>
                  </a:ext>
                </a:extLst>
              </p:cNvPr>
              <p:cNvSpPr/>
              <p:nvPr/>
            </p:nvSpPr>
            <p:spPr>
              <a:xfrm>
                <a:off x="3753922" y="6199215"/>
                <a:ext cx="6343" cy="6345"/>
              </a:xfrm>
              <a:custGeom>
                <a:avLst/>
                <a:gdLst>
                  <a:gd name="connsiteX0" fmla="*/ 3400 w 6343"/>
                  <a:gd name="connsiteY0" fmla="*/ 6560 h 6345"/>
                  <a:gd name="connsiteX1" fmla="*/ 5643 w 6343"/>
                  <a:gd name="connsiteY1" fmla="*/ 5630 h 6345"/>
                  <a:gd name="connsiteX2" fmla="*/ 6572 w 6343"/>
                  <a:gd name="connsiteY2" fmla="*/ 3387 h 6345"/>
                  <a:gd name="connsiteX3" fmla="*/ 5643 w 6343"/>
                  <a:gd name="connsiteY3" fmla="*/ 1144 h 6345"/>
                  <a:gd name="connsiteX4" fmla="*/ 3400 w 6343"/>
                  <a:gd name="connsiteY4" fmla="*/ 214 h 6345"/>
                  <a:gd name="connsiteX5" fmla="*/ 1158 w 6343"/>
                  <a:gd name="connsiteY5" fmla="*/ 1144 h 6345"/>
                  <a:gd name="connsiteX6" fmla="*/ 229 w 6343"/>
                  <a:gd name="connsiteY6" fmla="*/ 3387 h 6345"/>
                  <a:gd name="connsiteX7" fmla="*/ 1158 w 6343"/>
                  <a:gd name="connsiteY7" fmla="*/ 5630 h 6345"/>
                  <a:gd name="connsiteX8" fmla="*/ 3400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60"/>
                    </a:moveTo>
                    <a:cubicBezTo>
                      <a:pt x="4241" y="6560"/>
                      <a:pt x="5048" y="6225"/>
                      <a:pt x="5643" y="5630"/>
                    </a:cubicBezTo>
                    <a:cubicBezTo>
                      <a:pt x="6238" y="5035"/>
                      <a:pt x="6572" y="4228"/>
                      <a:pt x="6572" y="3387"/>
                    </a:cubicBezTo>
                    <a:cubicBezTo>
                      <a:pt x="6572" y="2546"/>
                      <a:pt x="6238" y="1739"/>
                      <a:pt x="5643" y="1144"/>
                    </a:cubicBezTo>
                    <a:cubicBezTo>
                      <a:pt x="5048" y="549"/>
                      <a:pt x="4241" y="214"/>
                      <a:pt x="3400" y="214"/>
                    </a:cubicBezTo>
                    <a:cubicBezTo>
                      <a:pt x="2559" y="214"/>
                      <a:pt x="1752" y="549"/>
                      <a:pt x="1158" y="1144"/>
                    </a:cubicBezTo>
                    <a:cubicBezTo>
                      <a:pt x="563" y="1739"/>
                      <a:pt x="229" y="2546"/>
                      <a:pt x="229" y="3387"/>
                    </a:cubicBezTo>
                    <a:cubicBezTo>
                      <a:pt x="229" y="4228"/>
                      <a:pt x="563" y="5035"/>
                      <a:pt x="1158" y="5630"/>
                    </a:cubicBezTo>
                    <a:cubicBezTo>
                      <a:pt x="1752" y="6225"/>
                      <a:pt x="2559" y="6560"/>
                      <a:pt x="3400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34" name="Freeform: Shape 2033">
                <a:extLst>
                  <a:ext uri="{FF2B5EF4-FFF2-40B4-BE49-F238E27FC236}">
                    <a16:creationId xmlns:a16="http://schemas.microsoft.com/office/drawing/2014/main" id="{F5D2408B-35CE-F385-701A-238222B6DA5F}"/>
                  </a:ext>
                </a:extLst>
              </p:cNvPr>
              <p:cNvSpPr/>
              <p:nvPr/>
            </p:nvSpPr>
            <p:spPr>
              <a:xfrm>
                <a:off x="3645099" y="6579374"/>
                <a:ext cx="6343" cy="6345"/>
              </a:xfrm>
              <a:custGeom>
                <a:avLst/>
                <a:gdLst>
                  <a:gd name="connsiteX0" fmla="*/ 3392 w 6343"/>
                  <a:gd name="connsiteY0" fmla="*/ 6590 h 6345"/>
                  <a:gd name="connsiteX1" fmla="*/ 5634 w 6343"/>
                  <a:gd name="connsiteY1" fmla="*/ 5660 h 6345"/>
                  <a:gd name="connsiteX2" fmla="*/ 6563 w 6343"/>
                  <a:gd name="connsiteY2" fmla="*/ 3417 h 6345"/>
                  <a:gd name="connsiteX3" fmla="*/ 5634 w 6343"/>
                  <a:gd name="connsiteY3" fmla="*/ 1174 h 6345"/>
                  <a:gd name="connsiteX4" fmla="*/ 3392 w 6343"/>
                  <a:gd name="connsiteY4" fmla="*/ 244 h 6345"/>
                  <a:gd name="connsiteX5" fmla="*/ 1149 w 6343"/>
                  <a:gd name="connsiteY5" fmla="*/ 1174 h 6345"/>
                  <a:gd name="connsiteX6" fmla="*/ 220 w 6343"/>
                  <a:gd name="connsiteY6" fmla="*/ 3417 h 6345"/>
                  <a:gd name="connsiteX7" fmla="*/ 1149 w 6343"/>
                  <a:gd name="connsiteY7" fmla="*/ 5660 h 6345"/>
                  <a:gd name="connsiteX8" fmla="*/ 3392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90"/>
                    </a:moveTo>
                    <a:cubicBezTo>
                      <a:pt x="4233" y="6590"/>
                      <a:pt x="5040" y="6255"/>
                      <a:pt x="5634" y="5660"/>
                    </a:cubicBezTo>
                    <a:cubicBezTo>
                      <a:pt x="6229" y="5065"/>
                      <a:pt x="6563" y="4258"/>
                      <a:pt x="6563" y="3417"/>
                    </a:cubicBezTo>
                    <a:cubicBezTo>
                      <a:pt x="6563" y="2576"/>
                      <a:pt x="6229" y="1768"/>
                      <a:pt x="5634" y="1174"/>
                    </a:cubicBezTo>
                    <a:cubicBezTo>
                      <a:pt x="5040" y="579"/>
                      <a:pt x="4233" y="244"/>
                      <a:pt x="3392" y="244"/>
                    </a:cubicBezTo>
                    <a:cubicBezTo>
                      <a:pt x="2551" y="244"/>
                      <a:pt x="1744" y="579"/>
                      <a:pt x="1149" y="1174"/>
                    </a:cubicBezTo>
                    <a:cubicBezTo>
                      <a:pt x="554" y="1768"/>
                      <a:pt x="220" y="2576"/>
                      <a:pt x="220" y="3417"/>
                    </a:cubicBezTo>
                    <a:cubicBezTo>
                      <a:pt x="220" y="4258"/>
                      <a:pt x="554" y="5065"/>
                      <a:pt x="1149" y="5660"/>
                    </a:cubicBezTo>
                    <a:cubicBezTo>
                      <a:pt x="1744" y="6255"/>
                      <a:pt x="2551" y="6590"/>
                      <a:pt x="3392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35" name="Freeform: Shape 2034">
                <a:extLst>
                  <a:ext uri="{FF2B5EF4-FFF2-40B4-BE49-F238E27FC236}">
                    <a16:creationId xmlns:a16="http://schemas.microsoft.com/office/drawing/2014/main" id="{865E9FA5-2807-D49B-94F8-6A75A1A41A7B}"/>
                  </a:ext>
                </a:extLst>
              </p:cNvPr>
              <p:cNvSpPr/>
              <p:nvPr/>
            </p:nvSpPr>
            <p:spPr>
              <a:xfrm>
                <a:off x="3599296" y="6724726"/>
                <a:ext cx="6343" cy="6345"/>
              </a:xfrm>
              <a:custGeom>
                <a:avLst/>
                <a:gdLst>
                  <a:gd name="connsiteX0" fmla="*/ 3388 w 6343"/>
                  <a:gd name="connsiteY0" fmla="*/ 6601 h 6345"/>
                  <a:gd name="connsiteX1" fmla="*/ 5631 w 6343"/>
                  <a:gd name="connsiteY1" fmla="*/ 5672 h 6345"/>
                  <a:gd name="connsiteX2" fmla="*/ 6560 w 6343"/>
                  <a:gd name="connsiteY2" fmla="*/ 3428 h 6345"/>
                  <a:gd name="connsiteX3" fmla="*/ 5631 w 6343"/>
                  <a:gd name="connsiteY3" fmla="*/ 1185 h 6345"/>
                  <a:gd name="connsiteX4" fmla="*/ 3388 w 6343"/>
                  <a:gd name="connsiteY4" fmla="*/ 256 h 6345"/>
                  <a:gd name="connsiteX5" fmla="*/ 1145 w 6343"/>
                  <a:gd name="connsiteY5" fmla="*/ 1185 h 6345"/>
                  <a:gd name="connsiteX6" fmla="*/ 217 w 6343"/>
                  <a:gd name="connsiteY6" fmla="*/ 3428 h 6345"/>
                  <a:gd name="connsiteX7" fmla="*/ 1145 w 6343"/>
                  <a:gd name="connsiteY7" fmla="*/ 5672 h 6345"/>
                  <a:gd name="connsiteX8" fmla="*/ 3388 w 6343"/>
                  <a:gd name="connsiteY8" fmla="*/ 66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601"/>
                    </a:moveTo>
                    <a:cubicBezTo>
                      <a:pt x="4229" y="6601"/>
                      <a:pt x="5036" y="6267"/>
                      <a:pt x="5631" y="5672"/>
                    </a:cubicBezTo>
                    <a:cubicBezTo>
                      <a:pt x="6225" y="5077"/>
                      <a:pt x="6560" y="4270"/>
                      <a:pt x="6560" y="3428"/>
                    </a:cubicBezTo>
                    <a:cubicBezTo>
                      <a:pt x="6560" y="2587"/>
                      <a:pt x="6225" y="1780"/>
                      <a:pt x="5631" y="1185"/>
                    </a:cubicBezTo>
                    <a:cubicBezTo>
                      <a:pt x="5036" y="590"/>
                      <a:pt x="4229" y="256"/>
                      <a:pt x="3388" y="256"/>
                    </a:cubicBezTo>
                    <a:cubicBezTo>
                      <a:pt x="2547" y="256"/>
                      <a:pt x="1740" y="590"/>
                      <a:pt x="1145" y="1185"/>
                    </a:cubicBezTo>
                    <a:cubicBezTo>
                      <a:pt x="551" y="1780"/>
                      <a:pt x="217" y="2587"/>
                      <a:pt x="217" y="3428"/>
                    </a:cubicBezTo>
                    <a:cubicBezTo>
                      <a:pt x="217" y="4270"/>
                      <a:pt x="551" y="5077"/>
                      <a:pt x="1145" y="5672"/>
                    </a:cubicBezTo>
                    <a:cubicBezTo>
                      <a:pt x="1740" y="6267"/>
                      <a:pt x="2547" y="6601"/>
                      <a:pt x="3388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36" name="Freeform: Shape 2035">
                <a:extLst>
                  <a:ext uri="{FF2B5EF4-FFF2-40B4-BE49-F238E27FC236}">
                    <a16:creationId xmlns:a16="http://schemas.microsoft.com/office/drawing/2014/main" id="{082F15DA-CC99-4A2C-8DC2-33AEFA480F03}"/>
                  </a:ext>
                </a:extLst>
              </p:cNvPr>
              <p:cNvSpPr/>
              <p:nvPr/>
            </p:nvSpPr>
            <p:spPr>
              <a:xfrm>
                <a:off x="3637274" y="6567663"/>
                <a:ext cx="6343" cy="6345"/>
              </a:xfrm>
              <a:custGeom>
                <a:avLst/>
                <a:gdLst>
                  <a:gd name="connsiteX0" fmla="*/ 3391 w 6343"/>
                  <a:gd name="connsiteY0" fmla="*/ 6589 h 6345"/>
                  <a:gd name="connsiteX1" fmla="*/ 5634 w 6343"/>
                  <a:gd name="connsiteY1" fmla="*/ 5659 h 6345"/>
                  <a:gd name="connsiteX2" fmla="*/ 6563 w 6343"/>
                  <a:gd name="connsiteY2" fmla="*/ 3416 h 6345"/>
                  <a:gd name="connsiteX3" fmla="*/ 5634 w 6343"/>
                  <a:gd name="connsiteY3" fmla="*/ 1173 h 6345"/>
                  <a:gd name="connsiteX4" fmla="*/ 3391 w 6343"/>
                  <a:gd name="connsiteY4" fmla="*/ 243 h 6345"/>
                  <a:gd name="connsiteX5" fmla="*/ 1148 w 6343"/>
                  <a:gd name="connsiteY5" fmla="*/ 1173 h 6345"/>
                  <a:gd name="connsiteX6" fmla="*/ 220 w 6343"/>
                  <a:gd name="connsiteY6" fmla="*/ 3416 h 6345"/>
                  <a:gd name="connsiteX7" fmla="*/ 1148 w 6343"/>
                  <a:gd name="connsiteY7" fmla="*/ 5659 h 6345"/>
                  <a:gd name="connsiteX8" fmla="*/ 3391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89"/>
                    </a:moveTo>
                    <a:cubicBezTo>
                      <a:pt x="4232" y="6589"/>
                      <a:pt x="5039" y="6254"/>
                      <a:pt x="5634" y="5659"/>
                    </a:cubicBezTo>
                    <a:cubicBezTo>
                      <a:pt x="6228" y="5065"/>
                      <a:pt x="6563" y="4257"/>
                      <a:pt x="6563" y="3416"/>
                    </a:cubicBezTo>
                    <a:cubicBezTo>
                      <a:pt x="6563" y="2575"/>
                      <a:pt x="6228" y="1768"/>
                      <a:pt x="5634" y="1173"/>
                    </a:cubicBezTo>
                    <a:cubicBezTo>
                      <a:pt x="5039" y="578"/>
                      <a:pt x="4232" y="243"/>
                      <a:pt x="3391" y="243"/>
                    </a:cubicBezTo>
                    <a:cubicBezTo>
                      <a:pt x="2550" y="243"/>
                      <a:pt x="1743" y="578"/>
                      <a:pt x="1148" y="1173"/>
                    </a:cubicBezTo>
                    <a:cubicBezTo>
                      <a:pt x="554" y="1768"/>
                      <a:pt x="220" y="2575"/>
                      <a:pt x="220" y="3416"/>
                    </a:cubicBezTo>
                    <a:cubicBezTo>
                      <a:pt x="220" y="4257"/>
                      <a:pt x="554" y="5065"/>
                      <a:pt x="1148" y="5659"/>
                    </a:cubicBezTo>
                    <a:cubicBezTo>
                      <a:pt x="1743" y="6254"/>
                      <a:pt x="2550" y="6589"/>
                      <a:pt x="3391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37" name="Freeform: Shape 2036">
                <a:extLst>
                  <a:ext uri="{FF2B5EF4-FFF2-40B4-BE49-F238E27FC236}">
                    <a16:creationId xmlns:a16="http://schemas.microsoft.com/office/drawing/2014/main" id="{51F339D7-D631-BCF8-902E-EC3715C5AC97}"/>
                  </a:ext>
                </a:extLst>
              </p:cNvPr>
              <p:cNvSpPr/>
              <p:nvPr/>
            </p:nvSpPr>
            <p:spPr>
              <a:xfrm>
                <a:off x="3648915" y="6508494"/>
                <a:ext cx="6343" cy="6345"/>
              </a:xfrm>
              <a:custGeom>
                <a:avLst/>
                <a:gdLst>
                  <a:gd name="connsiteX0" fmla="*/ 3392 w 6343"/>
                  <a:gd name="connsiteY0" fmla="*/ 6584 h 6345"/>
                  <a:gd name="connsiteX1" fmla="*/ 5635 w 6343"/>
                  <a:gd name="connsiteY1" fmla="*/ 5655 h 6345"/>
                  <a:gd name="connsiteX2" fmla="*/ 6564 w 6343"/>
                  <a:gd name="connsiteY2" fmla="*/ 3411 h 6345"/>
                  <a:gd name="connsiteX3" fmla="*/ 5635 w 6343"/>
                  <a:gd name="connsiteY3" fmla="*/ 1168 h 6345"/>
                  <a:gd name="connsiteX4" fmla="*/ 3392 w 6343"/>
                  <a:gd name="connsiteY4" fmla="*/ 239 h 6345"/>
                  <a:gd name="connsiteX5" fmla="*/ 1149 w 6343"/>
                  <a:gd name="connsiteY5" fmla="*/ 1168 h 6345"/>
                  <a:gd name="connsiteX6" fmla="*/ 220 w 6343"/>
                  <a:gd name="connsiteY6" fmla="*/ 3411 h 6345"/>
                  <a:gd name="connsiteX7" fmla="*/ 1149 w 6343"/>
                  <a:gd name="connsiteY7" fmla="*/ 5655 h 6345"/>
                  <a:gd name="connsiteX8" fmla="*/ 3392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84"/>
                    </a:moveTo>
                    <a:cubicBezTo>
                      <a:pt x="4233" y="6584"/>
                      <a:pt x="5040" y="6250"/>
                      <a:pt x="5635" y="5655"/>
                    </a:cubicBezTo>
                    <a:cubicBezTo>
                      <a:pt x="6229" y="5060"/>
                      <a:pt x="6564" y="4253"/>
                      <a:pt x="6564" y="3411"/>
                    </a:cubicBezTo>
                    <a:cubicBezTo>
                      <a:pt x="6564" y="2570"/>
                      <a:pt x="6229" y="1763"/>
                      <a:pt x="5635" y="1168"/>
                    </a:cubicBezTo>
                    <a:cubicBezTo>
                      <a:pt x="5040" y="573"/>
                      <a:pt x="4233" y="239"/>
                      <a:pt x="3392" y="239"/>
                    </a:cubicBezTo>
                    <a:cubicBezTo>
                      <a:pt x="2551" y="239"/>
                      <a:pt x="1744" y="573"/>
                      <a:pt x="1149" y="1168"/>
                    </a:cubicBezTo>
                    <a:cubicBezTo>
                      <a:pt x="555" y="1763"/>
                      <a:pt x="220" y="2570"/>
                      <a:pt x="220" y="3411"/>
                    </a:cubicBezTo>
                    <a:cubicBezTo>
                      <a:pt x="220" y="4253"/>
                      <a:pt x="555" y="5060"/>
                      <a:pt x="1149" y="5655"/>
                    </a:cubicBezTo>
                    <a:cubicBezTo>
                      <a:pt x="1744" y="6250"/>
                      <a:pt x="2551" y="6584"/>
                      <a:pt x="3392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38" name="Freeform: Shape 2037">
                <a:extLst>
                  <a:ext uri="{FF2B5EF4-FFF2-40B4-BE49-F238E27FC236}">
                    <a16:creationId xmlns:a16="http://schemas.microsoft.com/office/drawing/2014/main" id="{83F45EA2-1A93-E465-2446-0C2815678468}"/>
                  </a:ext>
                </a:extLst>
              </p:cNvPr>
              <p:cNvSpPr/>
              <p:nvPr/>
            </p:nvSpPr>
            <p:spPr>
              <a:xfrm>
                <a:off x="3644721" y="6505276"/>
                <a:ext cx="6343" cy="6345"/>
              </a:xfrm>
              <a:custGeom>
                <a:avLst/>
                <a:gdLst>
                  <a:gd name="connsiteX0" fmla="*/ 3392 w 6343"/>
                  <a:gd name="connsiteY0" fmla="*/ 6584 h 6345"/>
                  <a:gd name="connsiteX1" fmla="*/ 5634 w 6343"/>
                  <a:gd name="connsiteY1" fmla="*/ 5655 h 6345"/>
                  <a:gd name="connsiteX2" fmla="*/ 6563 w 6343"/>
                  <a:gd name="connsiteY2" fmla="*/ 3411 h 6345"/>
                  <a:gd name="connsiteX3" fmla="*/ 5634 w 6343"/>
                  <a:gd name="connsiteY3" fmla="*/ 1168 h 6345"/>
                  <a:gd name="connsiteX4" fmla="*/ 3392 w 6343"/>
                  <a:gd name="connsiteY4" fmla="*/ 238 h 6345"/>
                  <a:gd name="connsiteX5" fmla="*/ 1149 w 6343"/>
                  <a:gd name="connsiteY5" fmla="*/ 1168 h 6345"/>
                  <a:gd name="connsiteX6" fmla="*/ 220 w 6343"/>
                  <a:gd name="connsiteY6" fmla="*/ 3411 h 6345"/>
                  <a:gd name="connsiteX7" fmla="*/ 1149 w 6343"/>
                  <a:gd name="connsiteY7" fmla="*/ 5655 h 6345"/>
                  <a:gd name="connsiteX8" fmla="*/ 3392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84"/>
                    </a:moveTo>
                    <a:cubicBezTo>
                      <a:pt x="4233" y="6584"/>
                      <a:pt x="5040" y="6250"/>
                      <a:pt x="5634" y="5655"/>
                    </a:cubicBezTo>
                    <a:cubicBezTo>
                      <a:pt x="6229" y="5060"/>
                      <a:pt x="6563" y="4253"/>
                      <a:pt x="6563" y="3411"/>
                    </a:cubicBezTo>
                    <a:cubicBezTo>
                      <a:pt x="6563" y="2570"/>
                      <a:pt x="6229" y="1763"/>
                      <a:pt x="5634" y="1168"/>
                    </a:cubicBezTo>
                    <a:cubicBezTo>
                      <a:pt x="5040" y="573"/>
                      <a:pt x="4233" y="238"/>
                      <a:pt x="3392" y="238"/>
                    </a:cubicBezTo>
                    <a:cubicBezTo>
                      <a:pt x="2551" y="238"/>
                      <a:pt x="1744" y="573"/>
                      <a:pt x="1149" y="1168"/>
                    </a:cubicBezTo>
                    <a:cubicBezTo>
                      <a:pt x="554" y="1763"/>
                      <a:pt x="220" y="2570"/>
                      <a:pt x="220" y="3411"/>
                    </a:cubicBezTo>
                    <a:cubicBezTo>
                      <a:pt x="220" y="4253"/>
                      <a:pt x="554" y="5060"/>
                      <a:pt x="1149" y="5655"/>
                    </a:cubicBezTo>
                    <a:cubicBezTo>
                      <a:pt x="1744" y="6250"/>
                      <a:pt x="2551" y="6584"/>
                      <a:pt x="3392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39" name="Freeform: Shape 2038">
                <a:extLst>
                  <a:ext uri="{FF2B5EF4-FFF2-40B4-BE49-F238E27FC236}">
                    <a16:creationId xmlns:a16="http://schemas.microsoft.com/office/drawing/2014/main" id="{EEB8771F-2054-FD1F-2F2E-447EC96E5D62}"/>
                  </a:ext>
                </a:extLst>
              </p:cNvPr>
              <p:cNvSpPr/>
              <p:nvPr/>
            </p:nvSpPr>
            <p:spPr>
              <a:xfrm>
                <a:off x="3640350" y="6502720"/>
                <a:ext cx="6343" cy="6345"/>
              </a:xfrm>
              <a:custGeom>
                <a:avLst/>
                <a:gdLst>
                  <a:gd name="connsiteX0" fmla="*/ 3391 w 6343"/>
                  <a:gd name="connsiteY0" fmla="*/ 6584 h 6345"/>
                  <a:gd name="connsiteX1" fmla="*/ 5634 w 6343"/>
                  <a:gd name="connsiteY1" fmla="*/ 5654 h 6345"/>
                  <a:gd name="connsiteX2" fmla="*/ 6563 w 6343"/>
                  <a:gd name="connsiteY2" fmla="*/ 3411 h 6345"/>
                  <a:gd name="connsiteX3" fmla="*/ 5634 w 6343"/>
                  <a:gd name="connsiteY3" fmla="*/ 1167 h 6345"/>
                  <a:gd name="connsiteX4" fmla="*/ 3391 w 6343"/>
                  <a:gd name="connsiteY4" fmla="*/ 238 h 6345"/>
                  <a:gd name="connsiteX5" fmla="*/ 1149 w 6343"/>
                  <a:gd name="connsiteY5" fmla="*/ 1167 h 6345"/>
                  <a:gd name="connsiteX6" fmla="*/ 220 w 6343"/>
                  <a:gd name="connsiteY6" fmla="*/ 3411 h 6345"/>
                  <a:gd name="connsiteX7" fmla="*/ 1149 w 6343"/>
                  <a:gd name="connsiteY7" fmla="*/ 5654 h 6345"/>
                  <a:gd name="connsiteX8" fmla="*/ 3391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84"/>
                    </a:moveTo>
                    <a:cubicBezTo>
                      <a:pt x="4232" y="6584"/>
                      <a:pt x="5039" y="6249"/>
                      <a:pt x="5634" y="5654"/>
                    </a:cubicBezTo>
                    <a:cubicBezTo>
                      <a:pt x="6229" y="5059"/>
                      <a:pt x="6563" y="4252"/>
                      <a:pt x="6563" y="3411"/>
                    </a:cubicBezTo>
                    <a:cubicBezTo>
                      <a:pt x="6563" y="2570"/>
                      <a:pt x="6229" y="1762"/>
                      <a:pt x="5634" y="1167"/>
                    </a:cubicBezTo>
                    <a:cubicBezTo>
                      <a:pt x="5039" y="573"/>
                      <a:pt x="4232" y="238"/>
                      <a:pt x="3391" y="238"/>
                    </a:cubicBezTo>
                    <a:cubicBezTo>
                      <a:pt x="2550" y="238"/>
                      <a:pt x="1743" y="573"/>
                      <a:pt x="1149" y="1167"/>
                    </a:cubicBezTo>
                    <a:cubicBezTo>
                      <a:pt x="554" y="1762"/>
                      <a:pt x="220" y="2570"/>
                      <a:pt x="220" y="3411"/>
                    </a:cubicBezTo>
                    <a:cubicBezTo>
                      <a:pt x="220" y="4252"/>
                      <a:pt x="554" y="5059"/>
                      <a:pt x="1149" y="5654"/>
                    </a:cubicBezTo>
                    <a:cubicBezTo>
                      <a:pt x="1743" y="6249"/>
                      <a:pt x="2550" y="6584"/>
                      <a:pt x="3391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40" name="Freeform: Shape 2039">
                <a:extLst>
                  <a:ext uri="{FF2B5EF4-FFF2-40B4-BE49-F238E27FC236}">
                    <a16:creationId xmlns:a16="http://schemas.microsoft.com/office/drawing/2014/main" id="{4516ABE2-02BB-33CA-76D3-89975911A9AA}"/>
                  </a:ext>
                </a:extLst>
              </p:cNvPr>
              <p:cNvSpPr/>
              <p:nvPr/>
            </p:nvSpPr>
            <p:spPr>
              <a:xfrm>
                <a:off x="3635141" y="6502916"/>
                <a:ext cx="6343" cy="6345"/>
              </a:xfrm>
              <a:custGeom>
                <a:avLst/>
                <a:gdLst>
                  <a:gd name="connsiteX0" fmla="*/ 3391 w 6343"/>
                  <a:gd name="connsiteY0" fmla="*/ 6584 h 6345"/>
                  <a:gd name="connsiteX1" fmla="*/ 5634 w 6343"/>
                  <a:gd name="connsiteY1" fmla="*/ 5654 h 6345"/>
                  <a:gd name="connsiteX2" fmla="*/ 6562 w 6343"/>
                  <a:gd name="connsiteY2" fmla="*/ 3411 h 6345"/>
                  <a:gd name="connsiteX3" fmla="*/ 5634 w 6343"/>
                  <a:gd name="connsiteY3" fmla="*/ 1167 h 6345"/>
                  <a:gd name="connsiteX4" fmla="*/ 3391 w 6343"/>
                  <a:gd name="connsiteY4" fmla="*/ 238 h 6345"/>
                  <a:gd name="connsiteX5" fmla="*/ 1148 w 6343"/>
                  <a:gd name="connsiteY5" fmla="*/ 1167 h 6345"/>
                  <a:gd name="connsiteX6" fmla="*/ 219 w 6343"/>
                  <a:gd name="connsiteY6" fmla="*/ 3411 h 6345"/>
                  <a:gd name="connsiteX7" fmla="*/ 1148 w 6343"/>
                  <a:gd name="connsiteY7" fmla="*/ 5654 h 6345"/>
                  <a:gd name="connsiteX8" fmla="*/ 3391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84"/>
                    </a:moveTo>
                    <a:cubicBezTo>
                      <a:pt x="4232" y="6584"/>
                      <a:pt x="5039" y="6249"/>
                      <a:pt x="5634" y="5654"/>
                    </a:cubicBezTo>
                    <a:cubicBezTo>
                      <a:pt x="6228" y="5059"/>
                      <a:pt x="6562" y="4252"/>
                      <a:pt x="6562" y="3411"/>
                    </a:cubicBezTo>
                    <a:cubicBezTo>
                      <a:pt x="6562" y="2570"/>
                      <a:pt x="6228" y="1762"/>
                      <a:pt x="5634" y="1167"/>
                    </a:cubicBezTo>
                    <a:cubicBezTo>
                      <a:pt x="5039" y="573"/>
                      <a:pt x="4232" y="238"/>
                      <a:pt x="3391" y="238"/>
                    </a:cubicBezTo>
                    <a:cubicBezTo>
                      <a:pt x="2550" y="238"/>
                      <a:pt x="1743" y="573"/>
                      <a:pt x="1148" y="1167"/>
                    </a:cubicBezTo>
                    <a:cubicBezTo>
                      <a:pt x="554" y="1762"/>
                      <a:pt x="219" y="2570"/>
                      <a:pt x="219" y="3411"/>
                    </a:cubicBezTo>
                    <a:cubicBezTo>
                      <a:pt x="219" y="4252"/>
                      <a:pt x="554" y="5059"/>
                      <a:pt x="1148" y="5654"/>
                    </a:cubicBezTo>
                    <a:cubicBezTo>
                      <a:pt x="1743" y="6249"/>
                      <a:pt x="2550" y="6584"/>
                      <a:pt x="3391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41" name="Freeform: Shape 2040">
                <a:extLst>
                  <a:ext uri="{FF2B5EF4-FFF2-40B4-BE49-F238E27FC236}">
                    <a16:creationId xmlns:a16="http://schemas.microsoft.com/office/drawing/2014/main" id="{6B02D2E1-B8CB-2166-9558-F648AB10B173}"/>
                  </a:ext>
                </a:extLst>
              </p:cNvPr>
              <p:cNvSpPr/>
              <p:nvPr/>
            </p:nvSpPr>
            <p:spPr>
              <a:xfrm>
                <a:off x="3629979" y="6502894"/>
                <a:ext cx="6343" cy="6345"/>
              </a:xfrm>
              <a:custGeom>
                <a:avLst/>
                <a:gdLst>
                  <a:gd name="connsiteX0" fmla="*/ 3391 w 6343"/>
                  <a:gd name="connsiteY0" fmla="*/ 6584 h 6345"/>
                  <a:gd name="connsiteX1" fmla="*/ 5633 w 6343"/>
                  <a:gd name="connsiteY1" fmla="*/ 5654 h 6345"/>
                  <a:gd name="connsiteX2" fmla="*/ 6562 w 6343"/>
                  <a:gd name="connsiteY2" fmla="*/ 3411 h 6345"/>
                  <a:gd name="connsiteX3" fmla="*/ 5633 w 6343"/>
                  <a:gd name="connsiteY3" fmla="*/ 1167 h 6345"/>
                  <a:gd name="connsiteX4" fmla="*/ 3391 w 6343"/>
                  <a:gd name="connsiteY4" fmla="*/ 238 h 6345"/>
                  <a:gd name="connsiteX5" fmla="*/ 1148 w 6343"/>
                  <a:gd name="connsiteY5" fmla="*/ 1167 h 6345"/>
                  <a:gd name="connsiteX6" fmla="*/ 219 w 6343"/>
                  <a:gd name="connsiteY6" fmla="*/ 3411 h 6345"/>
                  <a:gd name="connsiteX7" fmla="*/ 1148 w 6343"/>
                  <a:gd name="connsiteY7" fmla="*/ 5654 h 6345"/>
                  <a:gd name="connsiteX8" fmla="*/ 3391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84"/>
                    </a:moveTo>
                    <a:cubicBezTo>
                      <a:pt x="4232" y="6584"/>
                      <a:pt x="5038" y="6249"/>
                      <a:pt x="5633" y="5654"/>
                    </a:cubicBezTo>
                    <a:cubicBezTo>
                      <a:pt x="6228" y="5059"/>
                      <a:pt x="6562" y="4252"/>
                      <a:pt x="6562" y="3411"/>
                    </a:cubicBezTo>
                    <a:cubicBezTo>
                      <a:pt x="6562" y="2570"/>
                      <a:pt x="6228" y="1762"/>
                      <a:pt x="5633" y="1167"/>
                    </a:cubicBezTo>
                    <a:cubicBezTo>
                      <a:pt x="5038" y="573"/>
                      <a:pt x="4232" y="238"/>
                      <a:pt x="3391" y="238"/>
                    </a:cubicBezTo>
                    <a:cubicBezTo>
                      <a:pt x="2549" y="238"/>
                      <a:pt x="1743" y="573"/>
                      <a:pt x="1148" y="1167"/>
                    </a:cubicBezTo>
                    <a:cubicBezTo>
                      <a:pt x="553" y="1762"/>
                      <a:pt x="219" y="2570"/>
                      <a:pt x="219" y="3411"/>
                    </a:cubicBezTo>
                    <a:cubicBezTo>
                      <a:pt x="219" y="4252"/>
                      <a:pt x="553" y="5059"/>
                      <a:pt x="1148" y="5654"/>
                    </a:cubicBezTo>
                    <a:cubicBezTo>
                      <a:pt x="1743" y="6249"/>
                      <a:pt x="2549" y="6584"/>
                      <a:pt x="3391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42" name="Freeform: Shape 2041">
                <a:extLst>
                  <a:ext uri="{FF2B5EF4-FFF2-40B4-BE49-F238E27FC236}">
                    <a16:creationId xmlns:a16="http://schemas.microsoft.com/office/drawing/2014/main" id="{53AE9849-5E5D-E442-7D73-ABED490F98EC}"/>
                  </a:ext>
                </a:extLst>
              </p:cNvPr>
              <p:cNvSpPr/>
              <p:nvPr/>
            </p:nvSpPr>
            <p:spPr>
              <a:xfrm>
                <a:off x="3624939" y="6502430"/>
                <a:ext cx="6343" cy="6345"/>
              </a:xfrm>
              <a:custGeom>
                <a:avLst/>
                <a:gdLst>
                  <a:gd name="connsiteX0" fmla="*/ 3390 w 6343"/>
                  <a:gd name="connsiteY0" fmla="*/ 6584 h 6345"/>
                  <a:gd name="connsiteX1" fmla="*/ 5633 w 6343"/>
                  <a:gd name="connsiteY1" fmla="*/ 5654 h 6345"/>
                  <a:gd name="connsiteX2" fmla="*/ 6562 w 6343"/>
                  <a:gd name="connsiteY2" fmla="*/ 3411 h 6345"/>
                  <a:gd name="connsiteX3" fmla="*/ 5633 w 6343"/>
                  <a:gd name="connsiteY3" fmla="*/ 1167 h 6345"/>
                  <a:gd name="connsiteX4" fmla="*/ 3390 w 6343"/>
                  <a:gd name="connsiteY4" fmla="*/ 238 h 6345"/>
                  <a:gd name="connsiteX5" fmla="*/ 1147 w 6343"/>
                  <a:gd name="connsiteY5" fmla="*/ 1167 h 6345"/>
                  <a:gd name="connsiteX6" fmla="*/ 219 w 6343"/>
                  <a:gd name="connsiteY6" fmla="*/ 3411 h 6345"/>
                  <a:gd name="connsiteX7" fmla="*/ 1147 w 6343"/>
                  <a:gd name="connsiteY7" fmla="*/ 5654 h 6345"/>
                  <a:gd name="connsiteX8" fmla="*/ 3390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84"/>
                    </a:moveTo>
                    <a:cubicBezTo>
                      <a:pt x="4231" y="6584"/>
                      <a:pt x="5038" y="6249"/>
                      <a:pt x="5633" y="5654"/>
                    </a:cubicBezTo>
                    <a:cubicBezTo>
                      <a:pt x="6227" y="5059"/>
                      <a:pt x="6562" y="4252"/>
                      <a:pt x="6562" y="3411"/>
                    </a:cubicBezTo>
                    <a:cubicBezTo>
                      <a:pt x="6562" y="2569"/>
                      <a:pt x="6227" y="1762"/>
                      <a:pt x="5633" y="1167"/>
                    </a:cubicBezTo>
                    <a:cubicBezTo>
                      <a:pt x="5038" y="573"/>
                      <a:pt x="4231" y="238"/>
                      <a:pt x="3390" y="238"/>
                    </a:cubicBezTo>
                    <a:cubicBezTo>
                      <a:pt x="2549" y="238"/>
                      <a:pt x="1742" y="573"/>
                      <a:pt x="1147" y="1167"/>
                    </a:cubicBezTo>
                    <a:cubicBezTo>
                      <a:pt x="553" y="1762"/>
                      <a:pt x="219" y="2569"/>
                      <a:pt x="219" y="3411"/>
                    </a:cubicBezTo>
                    <a:cubicBezTo>
                      <a:pt x="219" y="4252"/>
                      <a:pt x="553" y="5059"/>
                      <a:pt x="1147" y="5654"/>
                    </a:cubicBezTo>
                    <a:cubicBezTo>
                      <a:pt x="1742" y="6249"/>
                      <a:pt x="2549" y="6584"/>
                      <a:pt x="3390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43" name="Freeform: Shape 2042">
                <a:extLst>
                  <a:ext uri="{FF2B5EF4-FFF2-40B4-BE49-F238E27FC236}">
                    <a16:creationId xmlns:a16="http://schemas.microsoft.com/office/drawing/2014/main" id="{0454E904-A8CE-6959-DBCC-13F524AE8E2E}"/>
                  </a:ext>
                </a:extLst>
              </p:cNvPr>
              <p:cNvSpPr/>
              <p:nvPr/>
            </p:nvSpPr>
            <p:spPr>
              <a:xfrm>
                <a:off x="3595946" y="6574412"/>
                <a:ext cx="6343" cy="6345"/>
              </a:xfrm>
              <a:custGeom>
                <a:avLst/>
                <a:gdLst>
                  <a:gd name="connsiteX0" fmla="*/ 3388 w 6343"/>
                  <a:gd name="connsiteY0" fmla="*/ 6589 h 6345"/>
                  <a:gd name="connsiteX1" fmla="*/ 5630 w 6343"/>
                  <a:gd name="connsiteY1" fmla="*/ 5660 h 6345"/>
                  <a:gd name="connsiteX2" fmla="*/ 6559 w 6343"/>
                  <a:gd name="connsiteY2" fmla="*/ 3417 h 6345"/>
                  <a:gd name="connsiteX3" fmla="*/ 5630 w 6343"/>
                  <a:gd name="connsiteY3" fmla="*/ 1173 h 6345"/>
                  <a:gd name="connsiteX4" fmla="*/ 3388 w 6343"/>
                  <a:gd name="connsiteY4" fmla="*/ 244 h 6345"/>
                  <a:gd name="connsiteX5" fmla="*/ 1145 w 6343"/>
                  <a:gd name="connsiteY5" fmla="*/ 1173 h 6345"/>
                  <a:gd name="connsiteX6" fmla="*/ 216 w 6343"/>
                  <a:gd name="connsiteY6" fmla="*/ 3417 h 6345"/>
                  <a:gd name="connsiteX7" fmla="*/ 1145 w 6343"/>
                  <a:gd name="connsiteY7" fmla="*/ 5660 h 6345"/>
                  <a:gd name="connsiteX8" fmla="*/ 3388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89"/>
                    </a:moveTo>
                    <a:cubicBezTo>
                      <a:pt x="4229" y="6589"/>
                      <a:pt x="5036" y="6255"/>
                      <a:pt x="5630" y="5660"/>
                    </a:cubicBezTo>
                    <a:cubicBezTo>
                      <a:pt x="6225" y="5065"/>
                      <a:pt x="6559" y="4258"/>
                      <a:pt x="6559" y="3417"/>
                    </a:cubicBezTo>
                    <a:cubicBezTo>
                      <a:pt x="6559" y="2575"/>
                      <a:pt x="6225" y="1768"/>
                      <a:pt x="5630" y="1173"/>
                    </a:cubicBezTo>
                    <a:cubicBezTo>
                      <a:pt x="5036" y="578"/>
                      <a:pt x="4229" y="244"/>
                      <a:pt x="3388" y="244"/>
                    </a:cubicBezTo>
                    <a:cubicBezTo>
                      <a:pt x="2547" y="244"/>
                      <a:pt x="1740" y="578"/>
                      <a:pt x="1145" y="1173"/>
                    </a:cubicBezTo>
                    <a:cubicBezTo>
                      <a:pt x="550" y="1768"/>
                      <a:pt x="216" y="2575"/>
                      <a:pt x="216" y="3417"/>
                    </a:cubicBezTo>
                    <a:cubicBezTo>
                      <a:pt x="216" y="4258"/>
                      <a:pt x="550" y="5065"/>
                      <a:pt x="1145" y="5660"/>
                    </a:cubicBezTo>
                    <a:cubicBezTo>
                      <a:pt x="1740" y="6255"/>
                      <a:pt x="2547" y="6589"/>
                      <a:pt x="3388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44" name="Freeform: Shape 2043">
                <a:extLst>
                  <a:ext uri="{FF2B5EF4-FFF2-40B4-BE49-F238E27FC236}">
                    <a16:creationId xmlns:a16="http://schemas.microsoft.com/office/drawing/2014/main" id="{26C6D684-7225-0BA0-369E-E38CA0286412}"/>
                  </a:ext>
                </a:extLst>
              </p:cNvPr>
              <p:cNvSpPr/>
              <p:nvPr/>
            </p:nvSpPr>
            <p:spPr>
              <a:xfrm>
                <a:off x="3369301" y="7229450"/>
                <a:ext cx="6343" cy="6345"/>
              </a:xfrm>
              <a:custGeom>
                <a:avLst/>
                <a:gdLst>
                  <a:gd name="connsiteX0" fmla="*/ 3370 w 6343"/>
                  <a:gd name="connsiteY0" fmla="*/ 6641 h 6345"/>
                  <a:gd name="connsiteX1" fmla="*/ 5613 w 6343"/>
                  <a:gd name="connsiteY1" fmla="*/ 5712 h 6345"/>
                  <a:gd name="connsiteX2" fmla="*/ 6542 w 6343"/>
                  <a:gd name="connsiteY2" fmla="*/ 3468 h 6345"/>
                  <a:gd name="connsiteX3" fmla="*/ 5613 w 6343"/>
                  <a:gd name="connsiteY3" fmla="*/ 1225 h 6345"/>
                  <a:gd name="connsiteX4" fmla="*/ 3370 w 6343"/>
                  <a:gd name="connsiteY4" fmla="*/ 295 h 6345"/>
                  <a:gd name="connsiteX5" fmla="*/ 1127 w 6343"/>
                  <a:gd name="connsiteY5" fmla="*/ 1225 h 6345"/>
                  <a:gd name="connsiteX6" fmla="*/ 198 w 6343"/>
                  <a:gd name="connsiteY6" fmla="*/ 3468 h 6345"/>
                  <a:gd name="connsiteX7" fmla="*/ 1127 w 6343"/>
                  <a:gd name="connsiteY7" fmla="*/ 5712 h 6345"/>
                  <a:gd name="connsiteX8" fmla="*/ 3370 w 6343"/>
                  <a:gd name="connsiteY8" fmla="*/ 66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641"/>
                    </a:moveTo>
                    <a:cubicBezTo>
                      <a:pt x="4211" y="6641"/>
                      <a:pt x="5018" y="6307"/>
                      <a:pt x="5613" y="5712"/>
                    </a:cubicBezTo>
                    <a:cubicBezTo>
                      <a:pt x="6207" y="5117"/>
                      <a:pt x="6542" y="4310"/>
                      <a:pt x="6542" y="3468"/>
                    </a:cubicBezTo>
                    <a:cubicBezTo>
                      <a:pt x="6542" y="2627"/>
                      <a:pt x="6207" y="1820"/>
                      <a:pt x="5613" y="1225"/>
                    </a:cubicBezTo>
                    <a:cubicBezTo>
                      <a:pt x="5018" y="630"/>
                      <a:pt x="4211" y="295"/>
                      <a:pt x="3370" y="295"/>
                    </a:cubicBezTo>
                    <a:cubicBezTo>
                      <a:pt x="2529" y="295"/>
                      <a:pt x="1722" y="630"/>
                      <a:pt x="1127" y="1225"/>
                    </a:cubicBezTo>
                    <a:cubicBezTo>
                      <a:pt x="533" y="1820"/>
                      <a:pt x="198" y="2627"/>
                      <a:pt x="198" y="3468"/>
                    </a:cubicBezTo>
                    <a:cubicBezTo>
                      <a:pt x="198" y="4310"/>
                      <a:pt x="533" y="5117"/>
                      <a:pt x="1127" y="5712"/>
                    </a:cubicBezTo>
                    <a:cubicBezTo>
                      <a:pt x="1722" y="6307"/>
                      <a:pt x="2529" y="6641"/>
                      <a:pt x="3370" y="66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45" name="Freeform: Shape 2044">
                <a:extLst>
                  <a:ext uri="{FF2B5EF4-FFF2-40B4-BE49-F238E27FC236}">
                    <a16:creationId xmlns:a16="http://schemas.microsoft.com/office/drawing/2014/main" id="{CAAED5CC-AE51-70E4-2A67-B56AFA68B5B0}"/>
                  </a:ext>
                </a:extLst>
              </p:cNvPr>
              <p:cNvSpPr/>
              <p:nvPr/>
            </p:nvSpPr>
            <p:spPr>
              <a:xfrm>
                <a:off x="3362179" y="7220427"/>
                <a:ext cx="6343" cy="6345"/>
              </a:xfrm>
              <a:custGeom>
                <a:avLst/>
                <a:gdLst>
                  <a:gd name="connsiteX0" fmla="*/ 3369 w 6343"/>
                  <a:gd name="connsiteY0" fmla="*/ 6640 h 6345"/>
                  <a:gd name="connsiteX1" fmla="*/ 5612 w 6343"/>
                  <a:gd name="connsiteY1" fmla="*/ 5711 h 6345"/>
                  <a:gd name="connsiteX2" fmla="*/ 6541 w 6343"/>
                  <a:gd name="connsiteY2" fmla="*/ 3467 h 6345"/>
                  <a:gd name="connsiteX3" fmla="*/ 5612 w 6343"/>
                  <a:gd name="connsiteY3" fmla="*/ 1224 h 6345"/>
                  <a:gd name="connsiteX4" fmla="*/ 3369 w 6343"/>
                  <a:gd name="connsiteY4" fmla="*/ 295 h 6345"/>
                  <a:gd name="connsiteX5" fmla="*/ 1127 w 6343"/>
                  <a:gd name="connsiteY5" fmla="*/ 1224 h 6345"/>
                  <a:gd name="connsiteX6" fmla="*/ 198 w 6343"/>
                  <a:gd name="connsiteY6" fmla="*/ 3467 h 6345"/>
                  <a:gd name="connsiteX7" fmla="*/ 1127 w 6343"/>
                  <a:gd name="connsiteY7" fmla="*/ 5711 h 6345"/>
                  <a:gd name="connsiteX8" fmla="*/ 3369 w 6343"/>
                  <a:gd name="connsiteY8" fmla="*/ 66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640"/>
                    </a:moveTo>
                    <a:cubicBezTo>
                      <a:pt x="4211" y="6640"/>
                      <a:pt x="5017" y="6306"/>
                      <a:pt x="5612" y="5711"/>
                    </a:cubicBezTo>
                    <a:cubicBezTo>
                      <a:pt x="6207" y="5116"/>
                      <a:pt x="6541" y="4309"/>
                      <a:pt x="6541" y="3467"/>
                    </a:cubicBezTo>
                    <a:cubicBezTo>
                      <a:pt x="6541" y="2626"/>
                      <a:pt x="6207" y="1819"/>
                      <a:pt x="5612" y="1224"/>
                    </a:cubicBezTo>
                    <a:cubicBezTo>
                      <a:pt x="5017" y="629"/>
                      <a:pt x="4211" y="295"/>
                      <a:pt x="3369" y="295"/>
                    </a:cubicBezTo>
                    <a:cubicBezTo>
                      <a:pt x="2528" y="295"/>
                      <a:pt x="1722" y="629"/>
                      <a:pt x="1127" y="1224"/>
                    </a:cubicBezTo>
                    <a:cubicBezTo>
                      <a:pt x="532" y="1819"/>
                      <a:pt x="198" y="2626"/>
                      <a:pt x="198" y="3467"/>
                    </a:cubicBezTo>
                    <a:cubicBezTo>
                      <a:pt x="198" y="4309"/>
                      <a:pt x="532" y="5116"/>
                      <a:pt x="1127" y="5711"/>
                    </a:cubicBezTo>
                    <a:cubicBezTo>
                      <a:pt x="1722" y="6306"/>
                      <a:pt x="2528" y="6640"/>
                      <a:pt x="3369" y="66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46" name="Freeform: Shape 2045">
                <a:extLst>
                  <a:ext uri="{FF2B5EF4-FFF2-40B4-BE49-F238E27FC236}">
                    <a16:creationId xmlns:a16="http://schemas.microsoft.com/office/drawing/2014/main" id="{5F16BFDA-4530-FF77-C5B4-DB6011D94F5F}"/>
                  </a:ext>
                </a:extLst>
              </p:cNvPr>
              <p:cNvSpPr/>
              <p:nvPr/>
            </p:nvSpPr>
            <p:spPr>
              <a:xfrm>
                <a:off x="3527378" y="6720682"/>
                <a:ext cx="6343" cy="6345"/>
              </a:xfrm>
              <a:custGeom>
                <a:avLst/>
                <a:gdLst>
                  <a:gd name="connsiteX0" fmla="*/ 3382 w 6343"/>
                  <a:gd name="connsiteY0" fmla="*/ 6601 h 6345"/>
                  <a:gd name="connsiteX1" fmla="*/ 5625 w 6343"/>
                  <a:gd name="connsiteY1" fmla="*/ 5672 h 6345"/>
                  <a:gd name="connsiteX2" fmla="*/ 6554 w 6343"/>
                  <a:gd name="connsiteY2" fmla="*/ 3428 h 6345"/>
                  <a:gd name="connsiteX3" fmla="*/ 5625 w 6343"/>
                  <a:gd name="connsiteY3" fmla="*/ 1185 h 6345"/>
                  <a:gd name="connsiteX4" fmla="*/ 3382 w 6343"/>
                  <a:gd name="connsiteY4" fmla="*/ 255 h 6345"/>
                  <a:gd name="connsiteX5" fmla="*/ 1140 w 6343"/>
                  <a:gd name="connsiteY5" fmla="*/ 1185 h 6345"/>
                  <a:gd name="connsiteX6" fmla="*/ 211 w 6343"/>
                  <a:gd name="connsiteY6" fmla="*/ 3428 h 6345"/>
                  <a:gd name="connsiteX7" fmla="*/ 1140 w 6343"/>
                  <a:gd name="connsiteY7" fmla="*/ 5672 h 6345"/>
                  <a:gd name="connsiteX8" fmla="*/ 3382 w 6343"/>
                  <a:gd name="connsiteY8" fmla="*/ 66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601"/>
                    </a:moveTo>
                    <a:cubicBezTo>
                      <a:pt x="4224" y="6601"/>
                      <a:pt x="5030" y="6267"/>
                      <a:pt x="5625" y="5672"/>
                    </a:cubicBezTo>
                    <a:cubicBezTo>
                      <a:pt x="6220" y="5077"/>
                      <a:pt x="6554" y="4270"/>
                      <a:pt x="6554" y="3428"/>
                    </a:cubicBezTo>
                    <a:cubicBezTo>
                      <a:pt x="6554" y="2587"/>
                      <a:pt x="6220" y="1780"/>
                      <a:pt x="5625" y="1185"/>
                    </a:cubicBezTo>
                    <a:cubicBezTo>
                      <a:pt x="5030" y="590"/>
                      <a:pt x="4224" y="255"/>
                      <a:pt x="3382" y="255"/>
                    </a:cubicBezTo>
                    <a:cubicBezTo>
                      <a:pt x="2541" y="255"/>
                      <a:pt x="1735" y="590"/>
                      <a:pt x="1140" y="1185"/>
                    </a:cubicBezTo>
                    <a:cubicBezTo>
                      <a:pt x="545" y="1780"/>
                      <a:pt x="211" y="2587"/>
                      <a:pt x="211" y="3428"/>
                    </a:cubicBezTo>
                    <a:cubicBezTo>
                      <a:pt x="211" y="4270"/>
                      <a:pt x="545" y="5077"/>
                      <a:pt x="1140" y="5672"/>
                    </a:cubicBezTo>
                    <a:cubicBezTo>
                      <a:pt x="1735" y="6267"/>
                      <a:pt x="2541" y="6601"/>
                      <a:pt x="3382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47" name="Freeform: Shape 2046">
                <a:extLst>
                  <a:ext uri="{FF2B5EF4-FFF2-40B4-BE49-F238E27FC236}">
                    <a16:creationId xmlns:a16="http://schemas.microsoft.com/office/drawing/2014/main" id="{0D7AA2AC-104B-EB14-D296-F88D55225039}"/>
                  </a:ext>
                </a:extLst>
              </p:cNvPr>
              <p:cNvSpPr/>
              <p:nvPr/>
            </p:nvSpPr>
            <p:spPr>
              <a:xfrm>
                <a:off x="3520716" y="6720291"/>
                <a:ext cx="6343" cy="6345"/>
              </a:xfrm>
              <a:custGeom>
                <a:avLst/>
                <a:gdLst>
                  <a:gd name="connsiteX0" fmla="*/ 3382 w 6343"/>
                  <a:gd name="connsiteY0" fmla="*/ 6601 h 6345"/>
                  <a:gd name="connsiteX1" fmla="*/ 5625 w 6343"/>
                  <a:gd name="connsiteY1" fmla="*/ 5672 h 6345"/>
                  <a:gd name="connsiteX2" fmla="*/ 6553 w 6343"/>
                  <a:gd name="connsiteY2" fmla="*/ 3428 h 6345"/>
                  <a:gd name="connsiteX3" fmla="*/ 5625 w 6343"/>
                  <a:gd name="connsiteY3" fmla="*/ 1185 h 6345"/>
                  <a:gd name="connsiteX4" fmla="*/ 3382 w 6343"/>
                  <a:gd name="connsiteY4" fmla="*/ 255 h 6345"/>
                  <a:gd name="connsiteX5" fmla="*/ 1139 w 6343"/>
                  <a:gd name="connsiteY5" fmla="*/ 1185 h 6345"/>
                  <a:gd name="connsiteX6" fmla="*/ 210 w 6343"/>
                  <a:gd name="connsiteY6" fmla="*/ 3428 h 6345"/>
                  <a:gd name="connsiteX7" fmla="*/ 1139 w 6343"/>
                  <a:gd name="connsiteY7" fmla="*/ 5672 h 6345"/>
                  <a:gd name="connsiteX8" fmla="*/ 3382 w 6343"/>
                  <a:gd name="connsiteY8" fmla="*/ 66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601"/>
                    </a:moveTo>
                    <a:cubicBezTo>
                      <a:pt x="4223" y="6601"/>
                      <a:pt x="5030" y="6266"/>
                      <a:pt x="5625" y="5672"/>
                    </a:cubicBezTo>
                    <a:cubicBezTo>
                      <a:pt x="6219" y="5077"/>
                      <a:pt x="6553" y="4269"/>
                      <a:pt x="6553" y="3428"/>
                    </a:cubicBezTo>
                    <a:cubicBezTo>
                      <a:pt x="6553" y="2587"/>
                      <a:pt x="6219" y="1780"/>
                      <a:pt x="5625" y="1185"/>
                    </a:cubicBezTo>
                    <a:cubicBezTo>
                      <a:pt x="5030" y="590"/>
                      <a:pt x="4223" y="255"/>
                      <a:pt x="3382" y="255"/>
                    </a:cubicBezTo>
                    <a:cubicBezTo>
                      <a:pt x="2541" y="255"/>
                      <a:pt x="1734" y="590"/>
                      <a:pt x="1139" y="1185"/>
                    </a:cubicBezTo>
                    <a:cubicBezTo>
                      <a:pt x="545" y="1780"/>
                      <a:pt x="210" y="2587"/>
                      <a:pt x="210" y="3428"/>
                    </a:cubicBezTo>
                    <a:cubicBezTo>
                      <a:pt x="210" y="4269"/>
                      <a:pt x="545" y="5077"/>
                      <a:pt x="1139" y="5672"/>
                    </a:cubicBezTo>
                    <a:cubicBezTo>
                      <a:pt x="1734" y="6266"/>
                      <a:pt x="2541" y="6601"/>
                      <a:pt x="3382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48" name="Freeform: Shape 2047">
                <a:extLst>
                  <a:ext uri="{FF2B5EF4-FFF2-40B4-BE49-F238E27FC236}">
                    <a16:creationId xmlns:a16="http://schemas.microsoft.com/office/drawing/2014/main" id="{91FAD5DA-6BED-A431-D249-20709A0651E7}"/>
                  </a:ext>
                </a:extLst>
              </p:cNvPr>
              <p:cNvSpPr/>
              <p:nvPr/>
            </p:nvSpPr>
            <p:spPr>
              <a:xfrm>
                <a:off x="3565187" y="6563863"/>
                <a:ext cx="6343" cy="6345"/>
              </a:xfrm>
              <a:custGeom>
                <a:avLst/>
                <a:gdLst>
                  <a:gd name="connsiteX0" fmla="*/ 3385 w 6343"/>
                  <a:gd name="connsiteY0" fmla="*/ 6588 h 6345"/>
                  <a:gd name="connsiteX1" fmla="*/ 5628 w 6343"/>
                  <a:gd name="connsiteY1" fmla="*/ 5659 h 6345"/>
                  <a:gd name="connsiteX2" fmla="*/ 6557 w 6343"/>
                  <a:gd name="connsiteY2" fmla="*/ 3416 h 6345"/>
                  <a:gd name="connsiteX3" fmla="*/ 5628 w 6343"/>
                  <a:gd name="connsiteY3" fmla="*/ 1172 h 6345"/>
                  <a:gd name="connsiteX4" fmla="*/ 3385 w 6343"/>
                  <a:gd name="connsiteY4" fmla="*/ 243 h 6345"/>
                  <a:gd name="connsiteX5" fmla="*/ 1143 w 6343"/>
                  <a:gd name="connsiteY5" fmla="*/ 1172 h 6345"/>
                  <a:gd name="connsiteX6" fmla="*/ 214 w 6343"/>
                  <a:gd name="connsiteY6" fmla="*/ 3416 h 6345"/>
                  <a:gd name="connsiteX7" fmla="*/ 1143 w 6343"/>
                  <a:gd name="connsiteY7" fmla="*/ 5659 h 6345"/>
                  <a:gd name="connsiteX8" fmla="*/ 3385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88"/>
                    </a:moveTo>
                    <a:cubicBezTo>
                      <a:pt x="4227" y="6588"/>
                      <a:pt x="5033" y="6254"/>
                      <a:pt x="5628" y="5659"/>
                    </a:cubicBezTo>
                    <a:cubicBezTo>
                      <a:pt x="6223" y="5064"/>
                      <a:pt x="6557" y="4257"/>
                      <a:pt x="6557" y="3416"/>
                    </a:cubicBezTo>
                    <a:cubicBezTo>
                      <a:pt x="6557" y="2574"/>
                      <a:pt x="6223" y="1767"/>
                      <a:pt x="5628" y="1172"/>
                    </a:cubicBezTo>
                    <a:cubicBezTo>
                      <a:pt x="5033" y="577"/>
                      <a:pt x="4227" y="243"/>
                      <a:pt x="3385" y="243"/>
                    </a:cubicBezTo>
                    <a:cubicBezTo>
                      <a:pt x="2544" y="243"/>
                      <a:pt x="1738" y="577"/>
                      <a:pt x="1143" y="1172"/>
                    </a:cubicBezTo>
                    <a:cubicBezTo>
                      <a:pt x="548" y="1767"/>
                      <a:pt x="214" y="2574"/>
                      <a:pt x="214" y="3416"/>
                    </a:cubicBezTo>
                    <a:cubicBezTo>
                      <a:pt x="214" y="4257"/>
                      <a:pt x="548" y="5064"/>
                      <a:pt x="1143" y="5659"/>
                    </a:cubicBezTo>
                    <a:cubicBezTo>
                      <a:pt x="1738" y="6254"/>
                      <a:pt x="2544" y="6588"/>
                      <a:pt x="3385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49" name="Freeform: Shape 2048">
                <a:extLst>
                  <a:ext uri="{FF2B5EF4-FFF2-40B4-BE49-F238E27FC236}">
                    <a16:creationId xmlns:a16="http://schemas.microsoft.com/office/drawing/2014/main" id="{05856AE0-1CB4-FA48-C49A-D15C1F987905}"/>
                  </a:ext>
                </a:extLst>
              </p:cNvPr>
              <p:cNvSpPr/>
              <p:nvPr/>
            </p:nvSpPr>
            <p:spPr>
              <a:xfrm>
                <a:off x="3559556" y="6563428"/>
                <a:ext cx="6343" cy="6345"/>
              </a:xfrm>
              <a:custGeom>
                <a:avLst/>
                <a:gdLst>
                  <a:gd name="connsiteX0" fmla="*/ 3385 w 6343"/>
                  <a:gd name="connsiteY0" fmla="*/ 6588 h 6345"/>
                  <a:gd name="connsiteX1" fmla="*/ 5628 w 6343"/>
                  <a:gd name="connsiteY1" fmla="*/ 5659 h 6345"/>
                  <a:gd name="connsiteX2" fmla="*/ 6557 w 6343"/>
                  <a:gd name="connsiteY2" fmla="*/ 3416 h 6345"/>
                  <a:gd name="connsiteX3" fmla="*/ 5628 w 6343"/>
                  <a:gd name="connsiteY3" fmla="*/ 1172 h 6345"/>
                  <a:gd name="connsiteX4" fmla="*/ 3385 w 6343"/>
                  <a:gd name="connsiteY4" fmla="*/ 243 h 6345"/>
                  <a:gd name="connsiteX5" fmla="*/ 1142 w 6343"/>
                  <a:gd name="connsiteY5" fmla="*/ 1172 h 6345"/>
                  <a:gd name="connsiteX6" fmla="*/ 213 w 6343"/>
                  <a:gd name="connsiteY6" fmla="*/ 3416 h 6345"/>
                  <a:gd name="connsiteX7" fmla="*/ 1142 w 6343"/>
                  <a:gd name="connsiteY7" fmla="*/ 5659 h 6345"/>
                  <a:gd name="connsiteX8" fmla="*/ 3385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88"/>
                    </a:moveTo>
                    <a:cubicBezTo>
                      <a:pt x="4226" y="6588"/>
                      <a:pt x="5033" y="6254"/>
                      <a:pt x="5628" y="5659"/>
                    </a:cubicBezTo>
                    <a:cubicBezTo>
                      <a:pt x="6222" y="5064"/>
                      <a:pt x="6557" y="4257"/>
                      <a:pt x="6557" y="3416"/>
                    </a:cubicBezTo>
                    <a:cubicBezTo>
                      <a:pt x="6557" y="2574"/>
                      <a:pt x="6222" y="1767"/>
                      <a:pt x="5628" y="1172"/>
                    </a:cubicBezTo>
                    <a:cubicBezTo>
                      <a:pt x="5033" y="577"/>
                      <a:pt x="4226" y="243"/>
                      <a:pt x="3385" y="243"/>
                    </a:cubicBezTo>
                    <a:cubicBezTo>
                      <a:pt x="2544" y="243"/>
                      <a:pt x="1737" y="577"/>
                      <a:pt x="1142" y="1172"/>
                    </a:cubicBezTo>
                    <a:cubicBezTo>
                      <a:pt x="548" y="1767"/>
                      <a:pt x="213" y="2574"/>
                      <a:pt x="213" y="3416"/>
                    </a:cubicBezTo>
                    <a:cubicBezTo>
                      <a:pt x="213" y="4257"/>
                      <a:pt x="548" y="5064"/>
                      <a:pt x="1142" y="5659"/>
                    </a:cubicBezTo>
                    <a:cubicBezTo>
                      <a:pt x="1737" y="6254"/>
                      <a:pt x="2544" y="6588"/>
                      <a:pt x="3385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50" name="Freeform: Shape 2049">
                <a:extLst>
                  <a:ext uri="{FF2B5EF4-FFF2-40B4-BE49-F238E27FC236}">
                    <a16:creationId xmlns:a16="http://schemas.microsoft.com/office/drawing/2014/main" id="{225B40D3-11BA-FFA3-CC6D-1E2466A8F407}"/>
                  </a:ext>
                </a:extLst>
              </p:cNvPr>
              <p:cNvSpPr/>
              <p:nvPr/>
            </p:nvSpPr>
            <p:spPr>
              <a:xfrm>
                <a:off x="3554107" y="6562466"/>
                <a:ext cx="6343" cy="6345"/>
              </a:xfrm>
              <a:custGeom>
                <a:avLst/>
                <a:gdLst>
                  <a:gd name="connsiteX0" fmla="*/ 3385 w 6343"/>
                  <a:gd name="connsiteY0" fmla="*/ 6588 h 6345"/>
                  <a:gd name="connsiteX1" fmla="*/ 5627 w 6343"/>
                  <a:gd name="connsiteY1" fmla="*/ 5659 h 6345"/>
                  <a:gd name="connsiteX2" fmla="*/ 6556 w 6343"/>
                  <a:gd name="connsiteY2" fmla="*/ 3416 h 6345"/>
                  <a:gd name="connsiteX3" fmla="*/ 5627 w 6343"/>
                  <a:gd name="connsiteY3" fmla="*/ 1172 h 6345"/>
                  <a:gd name="connsiteX4" fmla="*/ 3385 w 6343"/>
                  <a:gd name="connsiteY4" fmla="*/ 243 h 6345"/>
                  <a:gd name="connsiteX5" fmla="*/ 1142 w 6343"/>
                  <a:gd name="connsiteY5" fmla="*/ 1172 h 6345"/>
                  <a:gd name="connsiteX6" fmla="*/ 213 w 6343"/>
                  <a:gd name="connsiteY6" fmla="*/ 3416 h 6345"/>
                  <a:gd name="connsiteX7" fmla="*/ 1142 w 6343"/>
                  <a:gd name="connsiteY7" fmla="*/ 5659 h 6345"/>
                  <a:gd name="connsiteX8" fmla="*/ 3385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88"/>
                    </a:moveTo>
                    <a:cubicBezTo>
                      <a:pt x="4226" y="6588"/>
                      <a:pt x="5032" y="6254"/>
                      <a:pt x="5627" y="5659"/>
                    </a:cubicBezTo>
                    <a:cubicBezTo>
                      <a:pt x="6222" y="5064"/>
                      <a:pt x="6556" y="4257"/>
                      <a:pt x="6556" y="3416"/>
                    </a:cubicBezTo>
                    <a:cubicBezTo>
                      <a:pt x="6556" y="2574"/>
                      <a:pt x="6222" y="1767"/>
                      <a:pt x="5627" y="1172"/>
                    </a:cubicBezTo>
                    <a:cubicBezTo>
                      <a:pt x="5032" y="577"/>
                      <a:pt x="4226" y="243"/>
                      <a:pt x="3385" y="243"/>
                    </a:cubicBezTo>
                    <a:cubicBezTo>
                      <a:pt x="2543" y="243"/>
                      <a:pt x="1737" y="577"/>
                      <a:pt x="1142" y="1172"/>
                    </a:cubicBezTo>
                    <a:cubicBezTo>
                      <a:pt x="547" y="1767"/>
                      <a:pt x="213" y="2574"/>
                      <a:pt x="213" y="3416"/>
                    </a:cubicBezTo>
                    <a:cubicBezTo>
                      <a:pt x="213" y="4257"/>
                      <a:pt x="547" y="5064"/>
                      <a:pt x="1142" y="5659"/>
                    </a:cubicBezTo>
                    <a:cubicBezTo>
                      <a:pt x="1737" y="6254"/>
                      <a:pt x="2543" y="6588"/>
                      <a:pt x="3385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51" name="Freeform: Shape 2050">
                <a:extLst>
                  <a:ext uri="{FF2B5EF4-FFF2-40B4-BE49-F238E27FC236}">
                    <a16:creationId xmlns:a16="http://schemas.microsoft.com/office/drawing/2014/main" id="{40B1359C-7C06-26BC-1DC2-214B558154F3}"/>
                  </a:ext>
                </a:extLst>
              </p:cNvPr>
              <p:cNvSpPr/>
              <p:nvPr/>
            </p:nvSpPr>
            <p:spPr>
              <a:xfrm>
                <a:off x="3546898" y="6565947"/>
                <a:ext cx="6343" cy="6345"/>
              </a:xfrm>
              <a:custGeom>
                <a:avLst/>
                <a:gdLst>
                  <a:gd name="connsiteX0" fmla="*/ 3384 w 6343"/>
                  <a:gd name="connsiteY0" fmla="*/ 6589 h 6345"/>
                  <a:gd name="connsiteX1" fmla="*/ 5627 w 6343"/>
                  <a:gd name="connsiteY1" fmla="*/ 5659 h 6345"/>
                  <a:gd name="connsiteX2" fmla="*/ 6556 w 6343"/>
                  <a:gd name="connsiteY2" fmla="*/ 3416 h 6345"/>
                  <a:gd name="connsiteX3" fmla="*/ 5627 w 6343"/>
                  <a:gd name="connsiteY3" fmla="*/ 1172 h 6345"/>
                  <a:gd name="connsiteX4" fmla="*/ 3384 w 6343"/>
                  <a:gd name="connsiteY4" fmla="*/ 243 h 6345"/>
                  <a:gd name="connsiteX5" fmla="*/ 1141 w 6343"/>
                  <a:gd name="connsiteY5" fmla="*/ 1172 h 6345"/>
                  <a:gd name="connsiteX6" fmla="*/ 212 w 6343"/>
                  <a:gd name="connsiteY6" fmla="*/ 3416 h 6345"/>
                  <a:gd name="connsiteX7" fmla="*/ 1141 w 6343"/>
                  <a:gd name="connsiteY7" fmla="*/ 5659 h 6345"/>
                  <a:gd name="connsiteX8" fmla="*/ 3384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89"/>
                    </a:moveTo>
                    <a:cubicBezTo>
                      <a:pt x="4225" y="6589"/>
                      <a:pt x="5032" y="6254"/>
                      <a:pt x="5627" y="5659"/>
                    </a:cubicBezTo>
                    <a:cubicBezTo>
                      <a:pt x="6221" y="5064"/>
                      <a:pt x="6556" y="4257"/>
                      <a:pt x="6556" y="3416"/>
                    </a:cubicBezTo>
                    <a:cubicBezTo>
                      <a:pt x="6556" y="2574"/>
                      <a:pt x="6221" y="1767"/>
                      <a:pt x="5627" y="1172"/>
                    </a:cubicBezTo>
                    <a:cubicBezTo>
                      <a:pt x="5032" y="578"/>
                      <a:pt x="4225" y="243"/>
                      <a:pt x="3384" y="243"/>
                    </a:cubicBezTo>
                    <a:cubicBezTo>
                      <a:pt x="2543" y="243"/>
                      <a:pt x="1736" y="578"/>
                      <a:pt x="1141" y="1172"/>
                    </a:cubicBezTo>
                    <a:cubicBezTo>
                      <a:pt x="547" y="1767"/>
                      <a:pt x="212" y="2574"/>
                      <a:pt x="212" y="3416"/>
                    </a:cubicBezTo>
                    <a:cubicBezTo>
                      <a:pt x="212" y="4257"/>
                      <a:pt x="547" y="5064"/>
                      <a:pt x="1141" y="5659"/>
                    </a:cubicBezTo>
                    <a:cubicBezTo>
                      <a:pt x="1736" y="6254"/>
                      <a:pt x="2543" y="6589"/>
                      <a:pt x="3384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52" name="Freeform: Shape 2051">
                <a:extLst>
                  <a:ext uri="{FF2B5EF4-FFF2-40B4-BE49-F238E27FC236}">
                    <a16:creationId xmlns:a16="http://schemas.microsoft.com/office/drawing/2014/main" id="{72EEBB84-A5E6-29B6-1E4C-9E39268394B6}"/>
                  </a:ext>
                </a:extLst>
              </p:cNvPr>
              <p:cNvSpPr/>
              <p:nvPr/>
            </p:nvSpPr>
            <p:spPr>
              <a:xfrm>
                <a:off x="3543120" y="6560656"/>
                <a:ext cx="6343" cy="6345"/>
              </a:xfrm>
              <a:custGeom>
                <a:avLst/>
                <a:gdLst>
                  <a:gd name="connsiteX0" fmla="*/ 3384 w 6343"/>
                  <a:gd name="connsiteY0" fmla="*/ 6588 h 6345"/>
                  <a:gd name="connsiteX1" fmla="*/ 5626 w 6343"/>
                  <a:gd name="connsiteY1" fmla="*/ 5659 h 6345"/>
                  <a:gd name="connsiteX2" fmla="*/ 6555 w 6343"/>
                  <a:gd name="connsiteY2" fmla="*/ 3415 h 6345"/>
                  <a:gd name="connsiteX3" fmla="*/ 5626 w 6343"/>
                  <a:gd name="connsiteY3" fmla="*/ 1172 h 6345"/>
                  <a:gd name="connsiteX4" fmla="*/ 3384 w 6343"/>
                  <a:gd name="connsiteY4" fmla="*/ 243 h 6345"/>
                  <a:gd name="connsiteX5" fmla="*/ 1141 w 6343"/>
                  <a:gd name="connsiteY5" fmla="*/ 1172 h 6345"/>
                  <a:gd name="connsiteX6" fmla="*/ 212 w 6343"/>
                  <a:gd name="connsiteY6" fmla="*/ 3415 h 6345"/>
                  <a:gd name="connsiteX7" fmla="*/ 1141 w 6343"/>
                  <a:gd name="connsiteY7" fmla="*/ 5659 h 6345"/>
                  <a:gd name="connsiteX8" fmla="*/ 3384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88"/>
                    </a:moveTo>
                    <a:cubicBezTo>
                      <a:pt x="4225" y="6588"/>
                      <a:pt x="5032" y="6254"/>
                      <a:pt x="5626" y="5659"/>
                    </a:cubicBezTo>
                    <a:cubicBezTo>
                      <a:pt x="6221" y="5064"/>
                      <a:pt x="6555" y="4257"/>
                      <a:pt x="6555" y="3415"/>
                    </a:cubicBezTo>
                    <a:cubicBezTo>
                      <a:pt x="6555" y="2574"/>
                      <a:pt x="6221" y="1767"/>
                      <a:pt x="5626" y="1172"/>
                    </a:cubicBezTo>
                    <a:cubicBezTo>
                      <a:pt x="5032" y="577"/>
                      <a:pt x="4225" y="243"/>
                      <a:pt x="3384" y="243"/>
                    </a:cubicBezTo>
                    <a:cubicBezTo>
                      <a:pt x="2543" y="243"/>
                      <a:pt x="1736" y="577"/>
                      <a:pt x="1141" y="1172"/>
                    </a:cubicBezTo>
                    <a:cubicBezTo>
                      <a:pt x="546" y="1767"/>
                      <a:pt x="212" y="2574"/>
                      <a:pt x="212" y="3415"/>
                    </a:cubicBezTo>
                    <a:cubicBezTo>
                      <a:pt x="212" y="4257"/>
                      <a:pt x="546" y="5064"/>
                      <a:pt x="1141" y="5659"/>
                    </a:cubicBezTo>
                    <a:cubicBezTo>
                      <a:pt x="1736" y="6254"/>
                      <a:pt x="2543" y="6588"/>
                      <a:pt x="3384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53" name="Freeform: Shape 2052">
                <a:extLst>
                  <a:ext uri="{FF2B5EF4-FFF2-40B4-BE49-F238E27FC236}">
                    <a16:creationId xmlns:a16="http://schemas.microsoft.com/office/drawing/2014/main" id="{3D1881DF-3A33-A70C-FD6F-64A24E1DC702}"/>
                  </a:ext>
                </a:extLst>
              </p:cNvPr>
              <p:cNvSpPr/>
              <p:nvPr/>
            </p:nvSpPr>
            <p:spPr>
              <a:xfrm>
                <a:off x="3537203" y="6560733"/>
                <a:ext cx="6343" cy="6345"/>
              </a:xfrm>
              <a:custGeom>
                <a:avLst/>
                <a:gdLst>
                  <a:gd name="connsiteX0" fmla="*/ 3383 w 6343"/>
                  <a:gd name="connsiteY0" fmla="*/ 6588 h 6345"/>
                  <a:gd name="connsiteX1" fmla="*/ 5626 w 6343"/>
                  <a:gd name="connsiteY1" fmla="*/ 5659 h 6345"/>
                  <a:gd name="connsiteX2" fmla="*/ 6555 w 6343"/>
                  <a:gd name="connsiteY2" fmla="*/ 3416 h 6345"/>
                  <a:gd name="connsiteX3" fmla="*/ 5626 w 6343"/>
                  <a:gd name="connsiteY3" fmla="*/ 1172 h 6345"/>
                  <a:gd name="connsiteX4" fmla="*/ 3383 w 6343"/>
                  <a:gd name="connsiteY4" fmla="*/ 243 h 6345"/>
                  <a:gd name="connsiteX5" fmla="*/ 1141 w 6343"/>
                  <a:gd name="connsiteY5" fmla="*/ 1172 h 6345"/>
                  <a:gd name="connsiteX6" fmla="*/ 212 w 6343"/>
                  <a:gd name="connsiteY6" fmla="*/ 3416 h 6345"/>
                  <a:gd name="connsiteX7" fmla="*/ 1141 w 6343"/>
                  <a:gd name="connsiteY7" fmla="*/ 5659 h 6345"/>
                  <a:gd name="connsiteX8" fmla="*/ 3383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88"/>
                    </a:moveTo>
                    <a:cubicBezTo>
                      <a:pt x="4224" y="6588"/>
                      <a:pt x="5031" y="6254"/>
                      <a:pt x="5626" y="5659"/>
                    </a:cubicBezTo>
                    <a:cubicBezTo>
                      <a:pt x="6221" y="5064"/>
                      <a:pt x="6555" y="4257"/>
                      <a:pt x="6555" y="3416"/>
                    </a:cubicBezTo>
                    <a:cubicBezTo>
                      <a:pt x="6555" y="2574"/>
                      <a:pt x="6221" y="1767"/>
                      <a:pt x="5626" y="1172"/>
                    </a:cubicBezTo>
                    <a:cubicBezTo>
                      <a:pt x="5031" y="577"/>
                      <a:pt x="4224" y="243"/>
                      <a:pt x="3383" y="243"/>
                    </a:cubicBezTo>
                    <a:cubicBezTo>
                      <a:pt x="2542" y="243"/>
                      <a:pt x="1735" y="577"/>
                      <a:pt x="1141" y="1172"/>
                    </a:cubicBezTo>
                    <a:cubicBezTo>
                      <a:pt x="546" y="1767"/>
                      <a:pt x="212" y="2574"/>
                      <a:pt x="212" y="3416"/>
                    </a:cubicBezTo>
                    <a:cubicBezTo>
                      <a:pt x="212" y="4257"/>
                      <a:pt x="546" y="5064"/>
                      <a:pt x="1141" y="5659"/>
                    </a:cubicBezTo>
                    <a:cubicBezTo>
                      <a:pt x="1735" y="6254"/>
                      <a:pt x="2542" y="6588"/>
                      <a:pt x="3383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54" name="Freeform: Shape 2053">
                <a:extLst>
                  <a:ext uri="{FF2B5EF4-FFF2-40B4-BE49-F238E27FC236}">
                    <a16:creationId xmlns:a16="http://schemas.microsoft.com/office/drawing/2014/main" id="{72EC342D-CFB4-5680-FC40-0BA87EEFE834}"/>
                  </a:ext>
                </a:extLst>
              </p:cNvPr>
              <p:cNvSpPr/>
              <p:nvPr/>
            </p:nvSpPr>
            <p:spPr>
              <a:xfrm>
                <a:off x="3531693" y="6559757"/>
                <a:ext cx="6343" cy="6345"/>
              </a:xfrm>
              <a:custGeom>
                <a:avLst/>
                <a:gdLst>
                  <a:gd name="connsiteX0" fmla="*/ 3383 w 6343"/>
                  <a:gd name="connsiteY0" fmla="*/ 6588 h 6345"/>
                  <a:gd name="connsiteX1" fmla="*/ 5625 w 6343"/>
                  <a:gd name="connsiteY1" fmla="*/ 5659 h 6345"/>
                  <a:gd name="connsiteX2" fmla="*/ 6554 w 6343"/>
                  <a:gd name="connsiteY2" fmla="*/ 3415 h 6345"/>
                  <a:gd name="connsiteX3" fmla="*/ 5625 w 6343"/>
                  <a:gd name="connsiteY3" fmla="*/ 1172 h 6345"/>
                  <a:gd name="connsiteX4" fmla="*/ 3383 w 6343"/>
                  <a:gd name="connsiteY4" fmla="*/ 243 h 6345"/>
                  <a:gd name="connsiteX5" fmla="*/ 1140 w 6343"/>
                  <a:gd name="connsiteY5" fmla="*/ 1172 h 6345"/>
                  <a:gd name="connsiteX6" fmla="*/ 211 w 6343"/>
                  <a:gd name="connsiteY6" fmla="*/ 3415 h 6345"/>
                  <a:gd name="connsiteX7" fmla="*/ 1140 w 6343"/>
                  <a:gd name="connsiteY7" fmla="*/ 5659 h 6345"/>
                  <a:gd name="connsiteX8" fmla="*/ 3383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88"/>
                    </a:moveTo>
                    <a:cubicBezTo>
                      <a:pt x="4224" y="6588"/>
                      <a:pt x="5031" y="6254"/>
                      <a:pt x="5625" y="5659"/>
                    </a:cubicBezTo>
                    <a:cubicBezTo>
                      <a:pt x="6220" y="5064"/>
                      <a:pt x="6554" y="4257"/>
                      <a:pt x="6554" y="3415"/>
                    </a:cubicBezTo>
                    <a:cubicBezTo>
                      <a:pt x="6554" y="2574"/>
                      <a:pt x="6220" y="1767"/>
                      <a:pt x="5625" y="1172"/>
                    </a:cubicBezTo>
                    <a:cubicBezTo>
                      <a:pt x="5031" y="577"/>
                      <a:pt x="4224" y="243"/>
                      <a:pt x="3383" y="243"/>
                    </a:cubicBezTo>
                    <a:cubicBezTo>
                      <a:pt x="2542" y="243"/>
                      <a:pt x="1735" y="577"/>
                      <a:pt x="1140" y="1172"/>
                    </a:cubicBezTo>
                    <a:cubicBezTo>
                      <a:pt x="545" y="1767"/>
                      <a:pt x="211" y="2574"/>
                      <a:pt x="211" y="3415"/>
                    </a:cubicBezTo>
                    <a:cubicBezTo>
                      <a:pt x="211" y="4257"/>
                      <a:pt x="545" y="5064"/>
                      <a:pt x="1140" y="5659"/>
                    </a:cubicBezTo>
                    <a:cubicBezTo>
                      <a:pt x="1735" y="6254"/>
                      <a:pt x="2542" y="6588"/>
                      <a:pt x="3383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55" name="Freeform: Shape 2054">
                <a:extLst>
                  <a:ext uri="{FF2B5EF4-FFF2-40B4-BE49-F238E27FC236}">
                    <a16:creationId xmlns:a16="http://schemas.microsoft.com/office/drawing/2014/main" id="{45AB1940-54DC-2FA1-B1CE-B3F0B80BCBD7}"/>
                  </a:ext>
                </a:extLst>
              </p:cNvPr>
              <p:cNvSpPr/>
              <p:nvPr/>
            </p:nvSpPr>
            <p:spPr>
              <a:xfrm>
                <a:off x="3416933" y="6799649"/>
                <a:ext cx="6343" cy="6345"/>
              </a:xfrm>
              <a:custGeom>
                <a:avLst/>
                <a:gdLst>
                  <a:gd name="connsiteX0" fmla="*/ 3374 w 6343"/>
                  <a:gd name="connsiteY0" fmla="*/ 6607 h 6345"/>
                  <a:gd name="connsiteX1" fmla="*/ 5616 w 6343"/>
                  <a:gd name="connsiteY1" fmla="*/ 5678 h 6345"/>
                  <a:gd name="connsiteX2" fmla="*/ 6545 w 6343"/>
                  <a:gd name="connsiteY2" fmla="*/ 3434 h 6345"/>
                  <a:gd name="connsiteX3" fmla="*/ 5616 w 6343"/>
                  <a:gd name="connsiteY3" fmla="*/ 1191 h 6345"/>
                  <a:gd name="connsiteX4" fmla="*/ 3374 w 6343"/>
                  <a:gd name="connsiteY4" fmla="*/ 262 h 6345"/>
                  <a:gd name="connsiteX5" fmla="*/ 1131 w 6343"/>
                  <a:gd name="connsiteY5" fmla="*/ 1191 h 6345"/>
                  <a:gd name="connsiteX6" fmla="*/ 202 w 6343"/>
                  <a:gd name="connsiteY6" fmla="*/ 3434 h 6345"/>
                  <a:gd name="connsiteX7" fmla="*/ 1131 w 6343"/>
                  <a:gd name="connsiteY7" fmla="*/ 5678 h 6345"/>
                  <a:gd name="connsiteX8" fmla="*/ 3374 w 6343"/>
                  <a:gd name="connsiteY8" fmla="*/ 66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607"/>
                    </a:moveTo>
                    <a:cubicBezTo>
                      <a:pt x="4215" y="6607"/>
                      <a:pt x="5022" y="6273"/>
                      <a:pt x="5616" y="5678"/>
                    </a:cubicBezTo>
                    <a:cubicBezTo>
                      <a:pt x="6211" y="5083"/>
                      <a:pt x="6545" y="4276"/>
                      <a:pt x="6545" y="3434"/>
                    </a:cubicBezTo>
                    <a:cubicBezTo>
                      <a:pt x="6545" y="2593"/>
                      <a:pt x="6211" y="1786"/>
                      <a:pt x="5616" y="1191"/>
                    </a:cubicBezTo>
                    <a:cubicBezTo>
                      <a:pt x="5022" y="596"/>
                      <a:pt x="4215" y="262"/>
                      <a:pt x="3374" y="262"/>
                    </a:cubicBezTo>
                    <a:cubicBezTo>
                      <a:pt x="2533" y="262"/>
                      <a:pt x="1726" y="596"/>
                      <a:pt x="1131" y="1191"/>
                    </a:cubicBezTo>
                    <a:cubicBezTo>
                      <a:pt x="536" y="1786"/>
                      <a:pt x="202" y="2593"/>
                      <a:pt x="202" y="3434"/>
                    </a:cubicBezTo>
                    <a:cubicBezTo>
                      <a:pt x="202" y="4276"/>
                      <a:pt x="536" y="5083"/>
                      <a:pt x="1131" y="5678"/>
                    </a:cubicBezTo>
                    <a:cubicBezTo>
                      <a:pt x="1726" y="6273"/>
                      <a:pt x="2533" y="6607"/>
                      <a:pt x="3374" y="66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56" name="Freeform: Shape 2055">
                <a:extLst>
                  <a:ext uri="{FF2B5EF4-FFF2-40B4-BE49-F238E27FC236}">
                    <a16:creationId xmlns:a16="http://schemas.microsoft.com/office/drawing/2014/main" id="{B1096AA9-E922-C223-EC32-3B593B61CBBA}"/>
                  </a:ext>
                </a:extLst>
              </p:cNvPr>
              <p:cNvSpPr/>
              <p:nvPr/>
            </p:nvSpPr>
            <p:spPr>
              <a:xfrm>
                <a:off x="3491780" y="6581733"/>
                <a:ext cx="6343" cy="6345"/>
              </a:xfrm>
              <a:custGeom>
                <a:avLst/>
                <a:gdLst>
                  <a:gd name="connsiteX0" fmla="*/ 3380 w 6343"/>
                  <a:gd name="connsiteY0" fmla="*/ 6590 h 6345"/>
                  <a:gd name="connsiteX1" fmla="*/ 5622 w 6343"/>
                  <a:gd name="connsiteY1" fmla="*/ 5661 h 6345"/>
                  <a:gd name="connsiteX2" fmla="*/ 6551 w 6343"/>
                  <a:gd name="connsiteY2" fmla="*/ 3417 h 6345"/>
                  <a:gd name="connsiteX3" fmla="*/ 5622 w 6343"/>
                  <a:gd name="connsiteY3" fmla="*/ 1174 h 6345"/>
                  <a:gd name="connsiteX4" fmla="*/ 3380 w 6343"/>
                  <a:gd name="connsiteY4" fmla="*/ 244 h 6345"/>
                  <a:gd name="connsiteX5" fmla="*/ 1137 w 6343"/>
                  <a:gd name="connsiteY5" fmla="*/ 1174 h 6345"/>
                  <a:gd name="connsiteX6" fmla="*/ 208 w 6343"/>
                  <a:gd name="connsiteY6" fmla="*/ 3417 h 6345"/>
                  <a:gd name="connsiteX7" fmla="*/ 1137 w 6343"/>
                  <a:gd name="connsiteY7" fmla="*/ 5661 h 6345"/>
                  <a:gd name="connsiteX8" fmla="*/ 3380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90"/>
                    </a:moveTo>
                    <a:cubicBezTo>
                      <a:pt x="4221" y="6590"/>
                      <a:pt x="5028" y="6256"/>
                      <a:pt x="5622" y="5661"/>
                    </a:cubicBezTo>
                    <a:cubicBezTo>
                      <a:pt x="6217" y="5066"/>
                      <a:pt x="6551" y="4259"/>
                      <a:pt x="6551" y="3417"/>
                    </a:cubicBezTo>
                    <a:cubicBezTo>
                      <a:pt x="6551" y="2576"/>
                      <a:pt x="6217" y="1769"/>
                      <a:pt x="5622" y="1174"/>
                    </a:cubicBezTo>
                    <a:cubicBezTo>
                      <a:pt x="5028" y="579"/>
                      <a:pt x="4221" y="244"/>
                      <a:pt x="3380" y="244"/>
                    </a:cubicBezTo>
                    <a:cubicBezTo>
                      <a:pt x="2539" y="244"/>
                      <a:pt x="1732" y="579"/>
                      <a:pt x="1137" y="1174"/>
                    </a:cubicBezTo>
                    <a:cubicBezTo>
                      <a:pt x="542" y="1769"/>
                      <a:pt x="208" y="2576"/>
                      <a:pt x="208" y="3417"/>
                    </a:cubicBezTo>
                    <a:cubicBezTo>
                      <a:pt x="208" y="4259"/>
                      <a:pt x="542" y="5066"/>
                      <a:pt x="1137" y="5661"/>
                    </a:cubicBezTo>
                    <a:cubicBezTo>
                      <a:pt x="1732" y="6256"/>
                      <a:pt x="2539" y="6590"/>
                      <a:pt x="3380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57" name="Freeform: Shape 2056">
                <a:extLst>
                  <a:ext uri="{FF2B5EF4-FFF2-40B4-BE49-F238E27FC236}">
                    <a16:creationId xmlns:a16="http://schemas.microsoft.com/office/drawing/2014/main" id="{7004E42C-6096-D2A2-404F-A6F572E8660C}"/>
                  </a:ext>
                </a:extLst>
              </p:cNvPr>
              <p:cNvSpPr/>
              <p:nvPr/>
            </p:nvSpPr>
            <p:spPr>
              <a:xfrm>
                <a:off x="3499099" y="6552086"/>
                <a:ext cx="6343" cy="6345"/>
              </a:xfrm>
              <a:custGeom>
                <a:avLst/>
                <a:gdLst>
                  <a:gd name="connsiteX0" fmla="*/ 3380 w 6343"/>
                  <a:gd name="connsiteY0" fmla="*/ 6588 h 6345"/>
                  <a:gd name="connsiteX1" fmla="*/ 5623 w 6343"/>
                  <a:gd name="connsiteY1" fmla="*/ 5658 h 6345"/>
                  <a:gd name="connsiteX2" fmla="*/ 6552 w 6343"/>
                  <a:gd name="connsiteY2" fmla="*/ 3415 h 6345"/>
                  <a:gd name="connsiteX3" fmla="*/ 5623 w 6343"/>
                  <a:gd name="connsiteY3" fmla="*/ 1171 h 6345"/>
                  <a:gd name="connsiteX4" fmla="*/ 3380 w 6343"/>
                  <a:gd name="connsiteY4" fmla="*/ 242 h 6345"/>
                  <a:gd name="connsiteX5" fmla="*/ 1138 w 6343"/>
                  <a:gd name="connsiteY5" fmla="*/ 1171 h 6345"/>
                  <a:gd name="connsiteX6" fmla="*/ 209 w 6343"/>
                  <a:gd name="connsiteY6" fmla="*/ 3415 h 6345"/>
                  <a:gd name="connsiteX7" fmla="*/ 1138 w 6343"/>
                  <a:gd name="connsiteY7" fmla="*/ 5658 h 6345"/>
                  <a:gd name="connsiteX8" fmla="*/ 3380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8"/>
                    </a:moveTo>
                    <a:cubicBezTo>
                      <a:pt x="4221" y="6588"/>
                      <a:pt x="5028" y="6253"/>
                      <a:pt x="5623" y="5658"/>
                    </a:cubicBezTo>
                    <a:cubicBezTo>
                      <a:pt x="6218" y="5063"/>
                      <a:pt x="6552" y="4256"/>
                      <a:pt x="6552" y="3415"/>
                    </a:cubicBezTo>
                    <a:cubicBezTo>
                      <a:pt x="6552" y="2573"/>
                      <a:pt x="6218" y="1766"/>
                      <a:pt x="5623" y="1171"/>
                    </a:cubicBezTo>
                    <a:cubicBezTo>
                      <a:pt x="5028" y="576"/>
                      <a:pt x="4221" y="242"/>
                      <a:pt x="3380" y="242"/>
                    </a:cubicBezTo>
                    <a:cubicBezTo>
                      <a:pt x="2539" y="242"/>
                      <a:pt x="1732" y="576"/>
                      <a:pt x="1138" y="1171"/>
                    </a:cubicBezTo>
                    <a:cubicBezTo>
                      <a:pt x="543" y="1766"/>
                      <a:pt x="209" y="2573"/>
                      <a:pt x="209" y="3415"/>
                    </a:cubicBezTo>
                    <a:cubicBezTo>
                      <a:pt x="209" y="4256"/>
                      <a:pt x="543" y="5063"/>
                      <a:pt x="1138" y="5658"/>
                    </a:cubicBezTo>
                    <a:cubicBezTo>
                      <a:pt x="1732" y="6253"/>
                      <a:pt x="2539" y="6588"/>
                      <a:pt x="3380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58" name="Freeform: Shape 2057">
                <a:extLst>
                  <a:ext uri="{FF2B5EF4-FFF2-40B4-BE49-F238E27FC236}">
                    <a16:creationId xmlns:a16="http://schemas.microsoft.com/office/drawing/2014/main" id="{B94818E9-3FDB-4049-A122-333B65EC6EC5}"/>
                  </a:ext>
                </a:extLst>
              </p:cNvPr>
              <p:cNvSpPr/>
              <p:nvPr/>
            </p:nvSpPr>
            <p:spPr>
              <a:xfrm>
                <a:off x="3494259" y="6549430"/>
                <a:ext cx="6343" cy="6345"/>
              </a:xfrm>
              <a:custGeom>
                <a:avLst/>
                <a:gdLst>
                  <a:gd name="connsiteX0" fmla="*/ 3380 w 6343"/>
                  <a:gd name="connsiteY0" fmla="*/ 6587 h 6345"/>
                  <a:gd name="connsiteX1" fmla="*/ 5622 w 6343"/>
                  <a:gd name="connsiteY1" fmla="*/ 5658 h 6345"/>
                  <a:gd name="connsiteX2" fmla="*/ 6551 w 6343"/>
                  <a:gd name="connsiteY2" fmla="*/ 3415 h 6345"/>
                  <a:gd name="connsiteX3" fmla="*/ 5622 w 6343"/>
                  <a:gd name="connsiteY3" fmla="*/ 1171 h 6345"/>
                  <a:gd name="connsiteX4" fmla="*/ 3380 w 6343"/>
                  <a:gd name="connsiteY4" fmla="*/ 242 h 6345"/>
                  <a:gd name="connsiteX5" fmla="*/ 1137 w 6343"/>
                  <a:gd name="connsiteY5" fmla="*/ 1171 h 6345"/>
                  <a:gd name="connsiteX6" fmla="*/ 208 w 6343"/>
                  <a:gd name="connsiteY6" fmla="*/ 3415 h 6345"/>
                  <a:gd name="connsiteX7" fmla="*/ 1137 w 6343"/>
                  <a:gd name="connsiteY7" fmla="*/ 5658 h 6345"/>
                  <a:gd name="connsiteX8" fmla="*/ 3380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7"/>
                    </a:moveTo>
                    <a:cubicBezTo>
                      <a:pt x="4221" y="6587"/>
                      <a:pt x="5028" y="6253"/>
                      <a:pt x="5622" y="5658"/>
                    </a:cubicBezTo>
                    <a:cubicBezTo>
                      <a:pt x="6217" y="5063"/>
                      <a:pt x="6551" y="4256"/>
                      <a:pt x="6551" y="3415"/>
                    </a:cubicBezTo>
                    <a:cubicBezTo>
                      <a:pt x="6551" y="2573"/>
                      <a:pt x="6217" y="1766"/>
                      <a:pt x="5622" y="1171"/>
                    </a:cubicBezTo>
                    <a:cubicBezTo>
                      <a:pt x="5028" y="576"/>
                      <a:pt x="4221" y="242"/>
                      <a:pt x="3380" y="242"/>
                    </a:cubicBezTo>
                    <a:cubicBezTo>
                      <a:pt x="2539" y="242"/>
                      <a:pt x="1732" y="576"/>
                      <a:pt x="1137" y="1171"/>
                    </a:cubicBezTo>
                    <a:cubicBezTo>
                      <a:pt x="542" y="1766"/>
                      <a:pt x="208" y="2573"/>
                      <a:pt x="208" y="3415"/>
                    </a:cubicBezTo>
                    <a:cubicBezTo>
                      <a:pt x="208" y="4256"/>
                      <a:pt x="542" y="5063"/>
                      <a:pt x="1137" y="5658"/>
                    </a:cubicBezTo>
                    <a:cubicBezTo>
                      <a:pt x="1732" y="6253"/>
                      <a:pt x="2539" y="6587"/>
                      <a:pt x="3380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59" name="Freeform: Shape 2058">
                <a:extLst>
                  <a:ext uri="{FF2B5EF4-FFF2-40B4-BE49-F238E27FC236}">
                    <a16:creationId xmlns:a16="http://schemas.microsoft.com/office/drawing/2014/main" id="{DEF6CB6A-66D4-438B-B5E3-4FF78BFFEAFD}"/>
                  </a:ext>
                </a:extLst>
              </p:cNvPr>
              <p:cNvSpPr/>
              <p:nvPr/>
            </p:nvSpPr>
            <p:spPr>
              <a:xfrm>
                <a:off x="3495468" y="6533995"/>
                <a:ext cx="6343" cy="6345"/>
              </a:xfrm>
              <a:custGeom>
                <a:avLst/>
                <a:gdLst>
                  <a:gd name="connsiteX0" fmla="*/ 3380 w 6343"/>
                  <a:gd name="connsiteY0" fmla="*/ 6586 h 6345"/>
                  <a:gd name="connsiteX1" fmla="*/ 5623 w 6343"/>
                  <a:gd name="connsiteY1" fmla="*/ 5657 h 6345"/>
                  <a:gd name="connsiteX2" fmla="*/ 6551 w 6343"/>
                  <a:gd name="connsiteY2" fmla="*/ 3413 h 6345"/>
                  <a:gd name="connsiteX3" fmla="*/ 5623 w 6343"/>
                  <a:gd name="connsiteY3" fmla="*/ 1170 h 6345"/>
                  <a:gd name="connsiteX4" fmla="*/ 3380 w 6343"/>
                  <a:gd name="connsiteY4" fmla="*/ 241 h 6345"/>
                  <a:gd name="connsiteX5" fmla="*/ 1137 w 6343"/>
                  <a:gd name="connsiteY5" fmla="*/ 1170 h 6345"/>
                  <a:gd name="connsiteX6" fmla="*/ 208 w 6343"/>
                  <a:gd name="connsiteY6" fmla="*/ 3413 h 6345"/>
                  <a:gd name="connsiteX7" fmla="*/ 1137 w 6343"/>
                  <a:gd name="connsiteY7" fmla="*/ 5657 h 6345"/>
                  <a:gd name="connsiteX8" fmla="*/ 3380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6"/>
                    </a:moveTo>
                    <a:cubicBezTo>
                      <a:pt x="4221" y="6586"/>
                      <a:pt x="5028" y="6252"/>
                      <a:pt x="5623" y="5657"/>
                    </a:cubicBezTo>
                    <a:cubicBezTo>
                      <a:pt x="6217" y="5062"/>
                      <a:pt x="6551" y="4255"/>
                      <a:pt x="6551" y="3413"/>
                    </a:cubicBezTo>
                    <a:cubicBezTo>
                      <a:pt x="6551" y="2572"/>
                      <a:pt x="6217" y="1765"/>
                      <a:pt x="5623" y="1170"/>
                    </a:cubicBezTo>
                    <a:cubicBezTo>
                      <a:pt x="5028" y="575"/>
                      <a:pt x="4221" y="241"/>
                      <a:pt x="3380" y="241"/>
                    </a:cubicBezTo>
                    <a:cubicBezTo>
                      <a:pt x="2539" y="241"/>
                      <a:pt x="1732" y="575"/>
                      <a:pt x="1137" y="1170"/>
                    </a:cubicBezTo>
                    <a:cubicBezTo>
                      <a:pt x="543" y="1765"/>
                      <a:pt x="208" y="2572"/>
                      <a:pt x="208" y="3413"/>
                    </a:cubicBezTo>
                    <a:cubicBezTo>
                      <a:pt x="208" y="4255"/>
                      <a:pt x="543" y="5062"/>
                      <a:pt x="1137" y="5657"/>
                    </a:cubicBezTo>
                    <a:cubicBezTo>
                      <a:pt x="1732" y="6252"/>
                      <a:pt x="2539" y="6586"/>
                      <a:pt x="3380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60" name="Freeform: Shape 2059">
                <a:extLst>
                  <a:ext uri="{FF2B5EF4-FFF2-40B4-BE49-F238E27FC236}">
                    <a16:creationId xmlns:a16="http://schemas.microsoft.com/office/drawing/2014/main" id="{4D895D7D-CB81-BC67-EBA9-ACC54911E9BC}"/>
                  </a:ext>
                </a:extLst>
              </p:cNvPr>
              <p:cNvSpPr/>
              <p:nvPr/>
            </p:nvSpPr>
            <p:spPr>
              <a:xfrm>
                <a:off x="3497472" y="6517319"/>
                <a:ext cx="6343" cy="6345"/>
              </a:xfrm>
              <a:custGeom>
                <a:avLst/>
                <a:gdLst>
                  <a:gd name="connsiteX0" fmla="*/ 3380 w 6343"/>
                  <a:gd name="connsiteY0" fmla="*/ 6585 h 6345"/>
                  <a:gd name="connsiteX1" fmla="*/ 5623 w 6343"/>
                  <a:gd name="connsiteY1" fmla="*/ 5656 h 6345"/>
                  <a:gd name="connsiteX2" fmla="*/ 6552 w 6343"/>
                  <a:gd name="connsiteY2" fmla="*/ 3412 h 6345"/>
                  <a:gd name="connsiteX3" fmla="*/ 5623 w 6343"/>
                  <a:gd name="connsiteY3" fmla="*/ 1169 h 6345"/>
                  <a:gd name="connsiteX4" fmla="*/ 3380 w 6343"/>
                  <a:gd name="connsiteY4" fmla="*/ 239 h 6345"/>
                  <a:gd name="connsiteX5" fmla="*/ 1137 w 6343"/>
                  <a:gd name="connsiteY5" fmla="*/ 1169 h 6345"/>
                  <a:gd name="connsiteX6" fmla="*/ 209 w 6343"/>
                  <a:gd name="connsiteY6" fmla="*/ 3412 h 6345"/>
                  <a:gd name="connsiteX7" fmla="*/ 1137 w 6343"/>
                  <a:gd name="connsiteY7" fmla="*/ 5656 h 6345"/>
                  <a:gd name="connsiteX8" fmla="*/ 3380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5"/>
                    </a:moveTo>
                    <a:cubicBezTo>
                      <a:pt x="4221" y="6585"/>
                      <a:pt x="5028" y="6250"/>
                      <a:pt x="5623" y="5656"/>
                    </a:cubicBezTo>
                    <a:cubicBezTo>
                      <a:pt x="6217" y="5061"/>
                      <a:pt x="6552" y="4253"/>
                      <a:pt x="6552" y="3412"/>
                    </a:cubicBezTo>
                    <a:cubicBezTo>
                      <a:pt x="6552" y="2571"/>
                      <a:pt x="6217" y="1764"/>
                      <a:pt x="5623" y="1169"/>
                    </a:cubicBezTo>
                    <a:cubicBezTo>
                      <a:pt x="5028" y="574"/>
                      <a:pt x="4221" y="239"/>
                      <a:pt x="3380" y="239"/>
                    </a:cubicBezTo>
                    <a:cubicBezTo>
                      <a:pt x="2539" y="239"/>
                      <a:pt x="1732" y="574"/>
                      <a:pt x="1137" y="1169"/>
                    </a:cubicBezTo>
                    <a:cubicBezTo>
                      <a:pt x="543" y="1764"/>
                      <a:pt x="209" y="2571"/>
                      <a:pt x="209" y="3412"/>
                    </a:cubicBezTo>
                    <a:cubicBezTo>
                      <a:pt x="209" y="4253"/>
                      <a:pt x="543" y="5061"/>
                      <a:pt x="1137" y="5656"/>
                    </a:cubicBezTo>
                    <a:cubicBezTo>
                      <a:pt x="1732" y="6250"/>
                      <a:pt x="2539" y="6585"/>
                      <a:pt x="3380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61" name="Freeform: Shape 2060">
                <a:extLst>
                  <a:ext uri="{FF2B5EF4-FFF2-40B4-BE49-F238E27FC236}">
                    <a16:creationId xmlns:a16="http://schemas.microsoft.com/office/drawing/2014/main" id="{3F4EF0E5-D830-10A2-7AD0-ED79F5127EC4}"/>
                  </a:ext>
                </a:extLst>
              </p:cNvPr>
              <p:cNvSpPr/>
              <p:nvPr/>
            </p:nvSpPr>
            <p:spPr>
              <a:xfrm>
                <a:off x="3493666" y="6512986"/>
                <a:ext cx="6343" cy="6345"/>
              </a:xfrm>
              <a:custGeom>
                <a:avLst/>
                <a:gdLst>
                  <a:gd name="connsiteX0" fmla="*/ 3380 w 6343"/>
                  <a:gd name="connsiteY0" fmla="*/ 6584 h 6345"/>
                  <a:gd name="connsiteX1" fmla="*/ 5622 w 6343"/>
                  <a:gd name="connsiteY1" fmla="*/ 5655 h 6345"/>
                  <a:gd name="connsiteX2" fmla="*/ 6551 w 6343"/>
                  <a:gd name="connsiteY2" fmla="*/ 3412 h 6345"/>
                  <a:gd name="connsiteX3" fmla="*/ 5622 w 6343"/>
                  <a:gd name="connsiteY3" fmla="*/ 1168 h 6345"/>
                  <a:gd name="connsiteX4" fmla="*/ 3380 w 6343"/>
                  <a:gd name="connsiteY4" fmla="*/ 239 h 6345"/>
                  <a:gd name="connsiteX5" fmla="*/ 1137 w 6343"/>
                  <a:gd name="connsiteY5" fmla="*/ 1168 h 6345"/>
                  <a:gd name="connsiteX6" fmla="*/ 208 w 6343"/>
                  <a:gd name="connsiteY6" fmla="*/ 3412 h 6345"/>
                  <a:gd name="connsiteX7" fmla="*/ 1137 w 6343"/>
                  <a:gd name="connsiteY7" fmla="*/ 5655 h 6345"/>
                  <a:gd name="connsiteX8" fmla="*/ 3380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4"/>
                    </a:moveTo>
                    <a:cubicBezTo>
                      <a:pt x="4221" y="6584"/>
                      <a:pt x="5028" y="6250"/>
                      <a:pt x="5622" y="5655"/>
                    </a:cubicBezTo>
                    <a:cubicBezTo>
                      <a:pt x="6217" y="5060"/>
                      <a:pt x="6551" y="4253"/>
                      <a:pt x="6551" y="3412"/>
                    </a:cubicBezTo>
                    <a:cubicBezTo>
                      <a:pt x="6551" y="2570"/>
                      <a:pt x="6217" y="1763"/>
                      <a:pt x="5622" y="1168"/>
                    </a:cubicBezTo>
                    <a:cubicBezTo>
                      <a:pt x="5028" y="573"/>
                      <a:pt x="4221" y="239"/>
                      <a:pt x="3380" y="239"/>
                    </a:cubicBezTo>
                    <a:cubicBezTo>
                      <a:pt x="2539" y="239"/>
                      <a:pt x="1732" y="573"/>
                      <a:pt x="1137" y="1168"/>
                    </a:cubicBezTo>
                    <a:cubicBezTo>
                      <a:pt x="542" y="1763"/>
                      <a:pt x="208" y="2570"/>
                      <a:pt x="208" y="3412"/>
                    </a:cubicBezTo>
                    <a:cubicBezTo>
                      <a:pt x="208" y="4253"/>
                      <a:pt x="542" y="5060"/>
                      <a:pt x="1137" y="5655"/>
                    </a:cubicBezTo>
                    <a:cubicBezTo>
                      <a:pt x="1732" y="6250"/>
                      <a:pt x="2539" y="6584"/>
                      <a:pt x="3380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62" name="Freeform: Shape 2061">
                <a:extLst>
                  <a:ext uri="{FF2B5EF4-FFF2-40B4-BE49-F238E27FC236}">
                    <a16:creationId xmlns:a16="http://schemas.microsoft.com/office/drawing/2014/main" id="{EB066774-869B-C048-5776-796D8DF7A1D4}"/>
                  </a:ext>
                </a:extLst>
              </p:cNvPr>
              <p:cNvSpPr/>
              <p:nvPr/>
            </p:nvSpPr>
            <p:spPr>
              <a:xfrm>
                <a:off x="3638954" y="6207975"/>
                <a:ext cx="6343" cy="6345"/>
              </a:xfrm>
              <a:custGeom>
                <a:avLst/>
                <a:gdLst>
                  <a:gd name="connsiteX0" fmla="*/ 3391 w 6343"/>
                  <a:gd name="connsiteY0" fmla="*/ 6560 h 6345"/>
                  <a:gd name="connsiteX1" fmla="*/ 5634 w 6343"/>
                  <a:gd name="connsiteY1" fmla="*/ 5631 h 6345"/>
                  <a:gd name="connsiteX2" fmla="*/ 6563 w 6343"/>
                  <a:gd name="connsiteY2" fmla="*/ 3388 h 6345"/>
                  <a:gd name="connsiteX3" fmla="*/ 5634 w 6343"/>
                  <a:gd name="connsiteY3" fmla="*/ 1144 h 6345"/>
                  <a:gd name="connsiteX4" fmla="*/ 3391 w 6343"/>
                  <a:gd name="connsiteY4" fmla="*/ 215 h 6345"/>
                  <a:gd name="connsiteX5" fmla="*/ 1149 w 6343"/>
                  <a:gd name="connsiteY5" fmla="*/ 1144 h 6345"/>
                  <a:gd name="connsiteX6" fmla="*/ 220 w 6343"/>
                  <a:gd name="connsiteY6" fmla="*/ 3388 h 6345"/>
                  <a:gd name="connsiteX7" fmla="*/ 1149 w 6343"/>
                  <a:gd name="connsiteY7" fmla="*/ 5631 h 6345"/>
                  <a:gd name="connsiteX8" fmla="*/ 339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0"/>
                    </a:moveTo>
                    <a:cubicBezTo>
                      <a:pt x="4232" y="6560"/>
                      <a:pt x="5039" y="6226"/>
                      <a:pt x="5634" y="5631"/>
                    </a:cubicBezTo>
                    <a:cubicBezTo>
                      <a:pt x="6229" y="5036"/>
                      <a:pt x="6563" y="4229"/>
                      <a:pt x="6563" y="3388"/>
                    </a:cubicBezTo>
                    <a:cubicBezTo>
                      <a:pt x="6563" y="2546"/>
                      <a:pt x="6229" y="1739"/>
                      <a:pt x="5634" y="1144"/>
                    </a:cubicBezTo>
                    <a:cubicBezTo>
                      <a:pt x="5039" y="549"/>
                      <a:pt x="4232" y="215"/>
                      <a:pt x="3391" y="215"/>
                    </a:cubicBezTo>
                    <a:cubicBezTo>
                      <a:pt x="2550" y="215"/>
                      <a:pt x="1743" y="549"/>
                      <a:pt x="1149" y="1144"/>
                    </a:cubicBezTo>
                    <a:cubicBezTo>
                      <a:pt x="554" y="1739"/>
                      <a:pt x="220" y="2546"/>
                      <a:pt x="220" y="3388"/>
                    </a:cubicBezTo>
                    <a:cubicBezTo>
                      <a:pt x="220" y="4229"/>
                      <a:pt x="554" y="5036"/>
                      <a:pt x="1149" y="5631"/>
                    </a:cubicBezTo>
                    <a:cubicBezTo>
                      <a:pt x="1743" y="6226"/>
                      <a:pt x="2550" y="6560"/>
                      <a:pt x="339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63" name="Freeform: Shape 2062">
                <a:extLst>
                  <a:ext uri="{FF2B5EF4-FFF2-40B4-BE49-F238E27FC236}">
                    <a16:creationId xmlns:a16="http://schemas.microsoft.com/office/drawing/2014/main" id="{FD365887-6660-C957-BEE9-FFF23866607B}"/>
                  </a:ext>
                </a:extLst>
              </p:cNvPr>
              <p:cNvSpPr/>
              <p:nvPr/>
            </p:nvSpPr>
            <p:spPr>
              <a:xfrm>
                <a:off x="3638546" y="6201592"/>
                <a:ext cx="6343" cy="6345"/>
              </a:xfrm>
              <a:custGeom>
                <a:avLst/>
                <a:gdLst>
                  <a:gd name="connsiteX0" fmla="*/ 3391 w 6343"/>
                  <a:gd name="connsiteY0" fmla="*/ 6560 h 6345"/>
                  <a:gd name="connsiteX1" fmla="*/ 5634 w 6343"/>
                  <a:gd name="connsiteY1" fmla="*/ 5631 h 6345"/>
                  <a:gd name="connsiteX2" fmla="*/ 6563 w 6343"/>
                  <a:gd name="connsiteY2" fmla="*/ 3387 h 6345"/>
                  <a:gd name="connsiteX3" fmla="*/ 5634 w 6343"/>
                  <a:gd name="connsiteY3" fmla="*/ 1144 h 6345"/>
                  <a:gd name="connsiteX4" fmla="*/ 3391 w 6343"/>
                  <a:gd name="connsiteY4" fmla="*/ 214 h 6345"/>
                  <a:gd name="connsiteX5" fmla="*/ 1149 w 6343"/>
                  <a:gd name="connsiteY5" fmla="*/ 1144 h 6345"/>
                  <a:gd name="connsiteX6" fmla="*/ 220 w 6343"/>
                  <a:gd name="connsiteY6" fmla="*/ 3387 h 6345"/>
                  <a:gd name="connsiteX7" fmla="*/ 1149 w 6343"/>
                  <a:gd name="connsiteY7" fmla="*/ 5631 h 6345"/>
                  <a:gd name="connsiteX8" fmla="*/ 339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0"/>
                    </a:moveTo>
                    <a:cubicBezTo>
                      <a:pt x="4232" y="6560"/>
                      <a:pt x="5039" y="6226"/>
                      <a:pt x="5634" y="5631"/>
                    </a:cubicBezTo>
                    <a:cubicBezTo>
                      <a:pt x="6229" y="5036"/>
                      <a:pt x="6563" y="4229"/>
                      <a:pt x="6563" y="3387"/>
                    </a:cubicBezTo>
                    <a:cubicBezTo>
                      <a:pt x="6563" y="2546"/>
                      <a:pt x="6229" y="1739"/>
                      <a:pt x="5634" y="1144"/>
                    </a:cubicBezTo>
                    <a:cubicBezTo>
                      <a:pt x="5039" y="549"/>
                      <a:pt x="4232" y="214"/>
                      <a:pt x="3391" y="214"/>
                    </a:cubicBezTo>
                    <a:cubicBezTo>
                      <a:pt x="2550" y="214"/>
                      <a:pt x="1743" y="549"/>
                      <a:pt x="1149" y="1144"/>
                    </a:cubicBezTo>
                    <a:cubicBezTo>
                      <a:pt x="554" y="1739"/>
                      <a:pt x="220" y="2546"/>
                      <a:pt x="220" y="3387"/>
                    </a:cubicBezTo>
                    <a:cubicBezTo>
                      <a:pt x="220" y="4229"/>
                      <a:pt x="554" y="5036"/>
                      <a:pt x="1149" y="5631"/>
                    </a:cubicBezTo>
                    <a:cubicBezTo>
                      <a:pt x="1743" y="6226"/>
                      <a:pt x="2550" y="6560"/>
                      <a:pt x="339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64" name="Freeform: Shape 2063">
                <a:extLst>
                  <a:ext uri="{FF2B5EF4-FFF2-40B4-BE49-F238E27FC236}">
                    <a16:creationId xmlns:a16="http://schemas.microsoft.com/office/drawing/2014/main" id="{B7C6308C-8E35-A55D-0CDF-AFB32838FEFA}"/>
                  </a:ext>
                </a:extLst>
              </p:cNvPr>
              <p:cNvSpPr/>
              <p:nvPr/>
            </p:nvSpPr>
            <p:spPr>
              <a:xfrm>
                <a:off x="3636083" y="6199380"/>
                <a:ext cx="6343" cy="6345"/>
              </a:xfrm>
              <a:custGeom>
                <a:avLst/>
                <a:gdLst>
                  <a:gd name="connsiteX0" fmla="*/ 3391 w 6343"/>
                  <a:gd name="connsiteY0" fmla="*/ 6560 h 6345"/>
                  <a:gd name="connsiteX1" fmla="*/ 5634 w 6343"/>
                  <a:gd name="connsiteY1" fmla="*/ 5630 h 6345"/>
                  <a:gd name="connsiteX2" fmla="*/ 6563 w 6343"/>
                  <a:gd name="connsiteY2" fmla="*/ 3387 h 6345"/>
                  <a:gd name="connsiteX3" fmla="*/ 5634 w 6343"/>
                  <a:gd name="connsiteY3" fmla="*/ 1144 h 6345"/>
                  <a:gd name="connsiteX4" fmla="*/ 3391 w 6343"/>
                  <a:gd name="connsiteY4" fmla="*/ 214 h 6345"/>
                  <a:gd name="connsiteX5" fmla="*/ 1148 w 6343"/>
                  <a:gd name="connsiteY5" fmla="*/ 1144 h 6345"/>
                  <a:gd name="connsiteX6" fmla="*/ 219 w 6343"/>
                  <a:gd name="connsiteY6" fmla="*/ 3387 h 6345"/>
                  <a:gd name="connsiteX7" fmla="*/ 1148 w 6343"/>
                  <a:gd name="connsiteY7" fmla="*/ 5630 h 6345"/>
                  <a:gd name="connsiteX8" fmla="*/ 339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0"/>
                    </a:moveTo>
                    <a:cubicBezTo>
                      <a:pt x="4232" y="6560"/>
                      <a:pt x="5039" y="6225"/>
                      <a:pt x="5634" y="5630"/>
                    </a:cubicBezTo>
                    <a:cubicBezTo>
                      <a:pt x="6228" y="5036"/>
                      <a:pt x="6563" y="4228"/>
                      <a:pt x="6563" y="3387"/>
                    </a:cubicBezTo>
                    <a:cubicBezTo>
                      <a:pt x="6563" y="2546"/>
                      <a:pt x="6228" y="1739"/>
                      <a:pt x="5634" y="1144"/>
                    </a:cubicBezTo>
                    <a:cubicBezTo>
                      <a:pt x="5039" y="549"/>
                      <a:pt x="4232" y="214"/>
                      <a:pt x="3391" y="214"/>
                    </a:cubicBezTo>
                    <a:cubicBezTo>
                      <a:pt x="2550" y="214"/>
                      <a:pt x="1743" y="549"/>
                      <a:pt x="1148" y="1144"/>
                    </a:cubicBezTo>
                    <a:cubicBezTo>
                      <a:pt x="554" y="1739"/>
                      <a:pt x="219" y="2546"/>
                      <a:pt x="219" y="3387"/>
                    </a:cubicBezTo>
                    <a:cubicBezTo>
                      <a:pt x="219" y="4228"/>
                      <a:pt x="554" y="5036"/>
                      <a:pt x="1148" y="5630"/>
                    </a:cubicBezTo>
                    <a:cubicBezTo>
                      <a:pt x="1743" y="6225"/>
                      <a:pt x="2550" y="6560"/>
                      <a:pt x="339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65" name="Freeform: Shape 2064">
                <a:extLst>
                  <a:ext uri="{FF2B5EF4-FFF2-40B4-BE49-F238E27FC236}">
                    <a16:creationId xmlns:a16="http://schemas.microsoft.com/office/drawing/2014/main" id="{5B04DC40-F020-1867-52F5-9929077C9128}"/>
                  </a:ext>
                </a:extLst>
              </p:cNvPr>
              <p:cNvSpPr/>
              <p:nvPr/>
            </p:nvSpPr>
            <p:spPr>
              <a:xfrm>
                <a:off x="3634888" y="6194745"/>
                <a:ext cx="6343" cy="6345"/>
              </a:xfrm>
              <a:custGeom>
                <a:avLst/>
                <a:gdLst>
                  <a:gd name="connsiteX0" fmla="*/ 3391 w 6343"/>
                  <a:gd name="connsiteY0" fmla="*/ 6559 h 6345"/>
                  <a:gd name="connsiteX1" fmla="*/ 5634 w 6343"/>
                  <a:gd name="connsiteY1" fmla="*/ 5630 h 6345"/>
                  <a:gd name="connsiteX2" fmla="*/ 6562 w 6343"/>
                  <a:gd name="connsiteY2" fmla="*/ 3387 h 6345"/>
                  <a:gd name="connsiteX3" fmla="*/ 5634 w 6343"/>
                  <a:gd name="connsiteY3" fmla="*/ 1143 h 6345"/>
                  <a:gd name="connsiteX4" fmla="*/ 3391 w 6343"/>
                  <a:gd name="connsiteY4" fmla="*/ 214 h 6345"/>
                  <a:gd name="connsiteX5" fmla="*/ 1148 w 6343"/>
                  <a:gd name="connsiteY5" fmla="*/ 1143 h 6345"/>
                  <a:gd name="connsiteX6" fmla="*/ 219 w 6343"/>
                  <a:gd name="connsiteY6" fmla="*/ 3387 h 6345"/>
                  <a:gd name="connsiteX7" fmla="*/ 1148 w 6343"/>
                  <a:gd name="connsiteY7" fmla="*/ 5630 h 6345"/>
                  <a:gd name="connsiteX8" fmla="*/ 339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59"/>
                    </a:moveTo>
                    <a:cubicBezTo>
                      <a:pt x="4232" y="6559"/>
                      <a:pt x="5039" y="6225"/>
                      <a:pt x="5634" y="5630"/>
                    </a:cubicBezTo>
                    <a:cubicBezTo>
                      <a:pt x="6228" y="5035"/>
                      <a:pt x="6562" y="4228"/>
                      <a:pt x="6562" y="3387"/>
                    </a:cubicBezTo>
                    <a:cubicBezTo>
                      <a:pt x="6562" y="2545"/>
                      <a:pt x="6228" y="1738"/>
                      <a:pt x="5634" y="1143"/>
                    </a:cubicBezTo>
                    <a:cubicBezTo>
                      <a:pt x="5039" y="548"/>
                      <a:pt x="4232" y="214"/>
                      <a:pt x="3391" y="214"/>
                    </a:cubicBezTo>
                    <a:cubicBezTo>
                      <a:pt x="2550" y="214"/>
                      <a:pt x="1743" y="548"/>
                      <a:pt x="1148" y="1143"/>
                    </a:cubicBezTo>
                    <a:cubicBezTo>
                      <a:pt x="554" y="1738"/>
                      <a:pt x="219" y="2545"/>
                      <a:pt x="219" y="3387"/>
                    </a:cubicBezTo>
                    <a:cubicBezTo>
                      <a:pt x="219" y="4228"/>
                      <a:pt x="554" y="5035"/>
                      <a:pt x="1148" y="5630"/>
                    </a:cubicBezTo>
                    <a:cubicBezTo>
                      <a:pt x="1743" y="6225"/>
                      <a:pt x="2550" y="6559"/>
                      <a:pt x="339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66" name="Freeform: Shape 2065">
                <a:extLst>
                  <a:ext uri="{FF2B5EF4-FFF2-40B4-BE49-F238E27FC236}">
                    <a16:creationId xmlns:a16="http://schemas.microsoft.com/office/drawing/2014/main" id="{EAC4CEEC-2F1B-D5C5-7069-60AD2B6D165D}"/>
                  </a:ext>
                </a:extLst>
              </p:cNvPr>
              <p:cNvSpPr/>
              <p:nvPr/>
            </p:nvSpPr>
            <p:spPr>
              <a:xfrm>
                <a:off x="3632277" y="6192895"/>
                <a:ext cx="6343" cy="6345"/>
              </a:xfrm>
              <a:custGeom>
                <a:avLst/>
                <a:gdLst>
                  <a:gd name="connsiteX0" fmla="*/ 3391 w 6343"/>
                  <a:gd name="connsiteY0" fmla="*/ 6559 h 6345"/>
                  <a:gd name="connsiteX1" fmla="*/ 5633 w 6343"/>
                  <a:gd name="connsiteY1" fmla="*/ 5630 h 6345"/>
                  <a:gd name="connsiteX2" fmla="*/ 6562 w 6343"/>
                  <a:gd name="connsiteY2" fmla="*/ 3387 h 6345"/>
                  <a:gd name="connsiteX3" fmla="*/ 5633 w 6343"/>
                  <a:gd name="connsiteY3" fmla="*/ 1143 h 6345"/>
                  <a:gd name="connsiteX4" fmla="*/ 3391 w 6343"/>
                  <a:gd name="connsiteY4" fmla="*/ 214 h 6345"/>
                  <a:gd name="connsiteX5" fmla="*/ 1148 w 6343"/>
                  <a:gd name="connsiteY5" fmla="*/ 1143 h 6345"/>
                  <a:gd name="connsiteX6" fmla="*/ 219 w 6343"/>
                  <a:gd name="connsiteY6" fmla="*/ 3387 h 6345"/>
                  <a:gd name="connsiteX7" fmla="*/ 1148 w 6343"/>
                  <a:gd name="connsiteY7" fmla="*/ 5630 h 6345"/>
                  <a:gd name="connsiteX8" fmla="*/ 339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59"/>
                    </a:moveTo>
                    <a:cubicBezTo>
                      <a:pt x="4232" y="6559"/>
                      <a:pt x="5039" y="6225"/>
                      <a:pt x="5633" y="5630"/>
                    </a:cubicBezTo>
                    <a:cubicBezTo>
                      <a:pt x="6228" y="5035"/>
                      <a:pt x="6562" y="4228"/>
                      <a:pt x="6562" y="3387"/>
                    </a:cubicBezTo>
                    <a:cubicBezTo>
                      <a:pt x="6562" y="2545"/>
                      <a:pt x="6228" y="1738"/>
                      <a:pt x="5633" y="1143"/>
                    </a:cubicBezTo>
                    <a:cubicBezTo>
                      <a:pt x="5039" y="548"/>
                      <a:pt x="4232" y="214"/>
                      <a:pt x="3391" y="214"/>
                    </a:cubicBezTo>
                    <a:cubicBezTo>
                      <a:pt x="2550" y="214"/>
                      <a:pt x="1743" y="548"/>
                      <a:pt x="1148" y="1143"/>
                    </a:cubicBezTo>
                    <a:cubicBezTo>
                      <a:pt x="553" y="1738"/>
                      <a:pt x="219" y="2545"/>
                      <a:pt x="219" y="3387"/>
                    </a:cubicBezTo>
                    <a:cubicBezTo>
                      <a:pt x="219" y="4228"/>
                      <a:pt x="553" y="5035"/>
                      <a:pt x="1148" y="5630"/>
                    </a:cubicBezTo>
                    <a:cubicBezTo>
                      <a:pt x="1743" y="6225"/>
                      <a:pt x="2550" y="6559"/>
                      <a:pt x="339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67" name="Freeform: Shape 2066">
                <a:extLst>
                  <a:ext uri="{FF2B5EF4-FFF2-40B4-BE49-F238E27FC236}">
                    <a16:creationId xmlns:a16="http://schemas.microsoft.com/office/drawing/2014/main" id="{9F4D9F0D-2889-F2EF-81A7-D94288FD4F8C}"/>
                  </a:ext>
                </a:extLst>
              </p:cNvPr>
              <p:cNvSpPr/>
              <p:nvPr/>
            </p:nvSpPr>
            <p:spPr>
              <a:xfrm>
                <a:off x="3629701" y="6190988"/>
                <a:ext cx="6343" cy="6345"/>
              </a:xfrm>
              <a:custGeom>
                <a:avLst/>
                <a:gdLst>
                  <a:gd name="connsiteX0" fmla="*/ 3390 w 6343"/>
                  <a:gd name="connsiteY0" fmla="*/ 6559 h 6345"/>
                  <a:gd name="connsiteX1" fmla="*/ 5633 w 6343"/>
                  <a:gd name="connsiteY1" fmla="*/ 5630 h 6345"/>
                  <a:gd name="connsiteX2" fmla="*/ 6562 w 6343"/>
                  <a:gd name="connsiteY2" fmla="*/ 3386 h 6345"/>
                  <a:gd name="connsiteX3" fmla="*/ 5633 w 6343"/>
                  <a:gd name="connsiteY3" fmla="*/ 1143 h 6345"/>
                  <a:gd name="connsiteX4" fmla="*/ 3390 w 6343"/>
                  <a:gd name="connsiteY4" fmla="*/ 214 h 6345"/>
                  <a:gd name="connsiteX5" fmla="*/ 1148 w 6343"/>
                  <a:gd name="connsiteY5" fmla="*/ 1143 h 6345"/>
                  <a:gd name="connsiteX6" fmla="*/ 219 w 6343"/>
                  <a:gd name="connsiteY6" fmla="*/ 3386 h 6345"/>
                  <a:gd name="connsiteX7" fmla="*/ 1148 w 6343"/>
                  <a:gd name="connsiteY7" fmla="*/ 5630 h 6345"/>
                  <a:gd name="connsiteX8" fmla="*/ 339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9"/>
                    </a:moveTo>
                    <a:cubicBezTo>
                      <a:pt x="4232" y="6559"/>
                      <a:pt x="5038" y="6225"/>
                      <a:pt x="5633" y="5630"/>
                    </a:cubicBezTo>
                    <a:cubicBezTo>
                      <a:pt x="6228" y="5035"/>
                      <a:pt x="6562" y="4228"/>
                      <a:pt x="6562" y="3386"/>
                    </a:cubicBezTo>
                    <a:cubicBezTo>
                      <a:pt x="6562" y="2545"/>
                      <a:pt x="6228" y="1738"/>
                      <a:pt x="5633" y="1143"/>
                    </a:cubicBezTo>
                    <a:cubicBezTo>
                      <a:pt x="5038" y="548"/>
                      <a:pt x="4232" y="214"/>
                      <a:pt x="3390" y="214"/>
                    </a:cubicBezTo>
                    <a:cubicBezTo>
                      <a:pt x="2549" y="214"/>
                      <a:pt x="1743" y="548"/>
                      <a:pt x="1148" y="1143"/>
                    </a:cubicBezTo>
                    <a:cubicBezTo>
                      <a:pt x="553" y="1738"/>
                      <a:pt x="219" y="2545"/>
                      <a:pt x="219" y="3386"/>
                    </a:cubicBezTo>
                    <a:cubicBezTo>
                      <a:pt x="219" y="4228"/>
                      <a:pt x="553" y="5035"/>
                      <a:pt x="1148" y="5630"/>
                    </a:cubicBezTo>
                    <a:cubicBezTo>
                      <a:pt x="1743" y="6225"/>
                      <a:pt x="2549" y="6559"/>
                      <a:pt x="339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68" name="Freeform: Shape 2067">
                <a:extLst>
                  <a:ext uri="{FF2B5EF4-FFF2-40B4-BE49-F238E27FC236}">
                    <a16:creationId xmlns:a16="http://schemas.microsoft.com/office/drawing/2014/main" id="{C3900FD1-1EEA-73BC-0BB7-4ED804249416}"/>
                  </a:ext>
                </a:extLst>
              </p:cNvPr>
              <p:cNvSpPr/>
              <p:nvPr/>
            </p:nvSpPr>
            <p:spPr>
              <a:xfrm>
                <a:off x="3452447" y="6511091"/>
                <a:ext cx="6343" cy="6345"/>
              </a:xfrm>
              <a:custGeom>
                <a:avLst/>
                <a:gdLst>
                  <a:gd name="connsiteX0" fmla="*/ 3377 w 6343"/>
                  <a:gd name="connsiteY0" fmla="*/ 6584 h 6345"/>
                  <a:gd name="connsiteX1" fmla="*/ 5619 w 6343"/>
                  <a:gd name="connsiteY1" fmla="*/ 5655 h 6345"/>
                  <a:gd name="connsiteX2" fmla="*/ 6548 w 6343"/>
                  <a:gd name="connsiteY2" fmla="*/ 3412 h 6345"/>
                  <a:gd name="connsiteX3" fmla="*/ 5619 w 6343"/>
                  <a:gd name="connsiteY3" fmla="*/ 1168 h 6345"/>
                  <a:gd name="connsiteX4" fmla="*/ 3377 w 6343"/>
                  <a:gd name="connsiteY4" fmla="*/ 239 h 6345"/>
                  <a:gd name="connsiteX5" fmla="*/ 1134 w 6343"/>
                  <a:gd name="connsiteY5" fmla="*/ 1168 h 6345"/>
                  <a:gd name="connsiteX6" fmla="*/ 205 w 6343"/>
                  <a:gd name="connsiteY6" fmla="*/ 3412 h 6345"/>
                  <a:gd name="connsiteX7" fmla="*/ 1134 w 6343"/>
                  <a:gd name="connsiteY7" fmla="*/ 5655 h 6345"/>
                  <a:gd name="connsiteX8" fmla="*/ 3377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84"/>
                    </a:moveTo>
                    <a:cubicBezTo>
                      <a:pt x="4218" y="6584"/>
                      <a:pt x="5024" y="6250"/>
                      <a:pt x="5619" y="5655"/>
                    </a:cubicBezTo>
                    <a:cubicBezTo>
                      <a:pt x="6214" y="5060"/>
                      <a:pt x="6548" y="4253"/>
                      <a:pt x="6548" y="3412"/>
                    </a:cubicBezTo>
                    <a:cubicBezTo>
                      <a:pt x="6548" y="2570"/>
                      <a:pt x="6214" y="1763"/>
                      <a:pt x="5619" y="1168"/>
                    </a:cubicBezTo>
                    <a:cubicBezTo>
                      <a:pt x="5024" y="573"/>
                      <a:pt x="4218" y="239"/>
                      <a:pt x="3377" y="239"/>
                    </a:cubicBezTo>
                    <a:cubicBezTo>
                      <a:pt x="2535" y="239"/>
                      <a:pt x="1729" y="573"/>
                      <a:pt x="1134" y="1168"/>
                    </a:cubicBezTo>
                    <a:cubicBezTo>
                      <a:pt x="539" y="1763"/>
                      <a:pt x="205" y="2570"/>
                      <a:pt x="205" y="3412"/>
                    </a:cubicBezTo>
                    <a:cubicBezTo>
                      <a:pt x="205" y="4253"/>
                      <a:pt x="539" y="5060"/>
                      <a:pt x="1134" y="5655"/>
                    </a:cubicBezTo>
                    <a:cubicBezTo>
                      <a:pt x="1729" y="6250"/>
                      <a:pt x="2535" y="6584"/>
                      <a:pt x="3377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69" name="Freeform: Shape 2068">
                <a:extLst>
                  <a:ext uri="{FF2B5EF4-FFF2-40B4-BE49-F238E27FC236}">
                    <a16:creationId xmlns:a16="http://schemas.microsoft.com/office/drawing/2014/main" id="{4EB89948-9BE1-E1F4-1669-19AF2B911068}"/>
                  </a:ext>
                </a:extLst>
              </p:cNvPr>
              <p:cNvSpPr/>
              <p:nvPr/>
            </p:nvSpPr>
            <p:spPr>
              <a:xfrm>
                <a:off x="3444205" y="6514839"/>
                <a:ext cx="6343" cy="6345"/>
              </a:xfrm>
              <a:custGeom>
                <a:avLst/>
                <a:gdLst>
                  <a:gd name="connsiteX0" fmla="*/ 3376 w 6343"/>
                  <a:gd name="connsiteY0" fmla="*/ 6585 h 6345"/>
                  <a:gd name="connsiteX1" fmla="*/ 5619 w 6343"/>
                  <a:gd name="connsiteY1" fmla="*/ 5655 h 6345"/>
                  <a:gd name="connsiteX2" fmla="*/ 6547 w 6343"/>
                  <a:gd name="connsiteY2" fmla="*/ 3412 h 6345"/>
                  <a:gd name="connsiteX3" fmla="*/ 5619 w 6343"/>
                  <a:gd name="connsiteY3" fmla="*/ 1168 h 6345"/>
                  <a:gd name="connsiteX4" fmla="*/ 3376 w 6343"/>
                  <a:gd name="connsiteY4" fmla="*/ 239 h 6345"/>
                  <a:gd name="connsiteX5" fmla="*/ 1133 w 6343"/>
                  <a:gd name="connsiteY5" fmla="*/ 1168 h 6345"/>
                  <a:gd name="connsiteX6" fmla="*/ 204 w 6343"/>
                  <a:gd name="connsiteY6" fmla="*/ 3412 h 6345"/>
                  <a:gd name="connsiteX7" fmla="*/ 1133 w 6343"/>
                  <a:gd name="connsiteY7" fmla="*/ 5655 h 6345"/>
                  <a:gd name="connsiteX8" fmla="*/ 3376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585"/>
                    </a:moveTo>
                    <a:cubicBezTo>
                      <a:pt x="4217" y="6585"/>
                      <a:pt x="5024" y="6250"/>
                      <a:pt x="5619" y="5655"/>
                    </a:cubicBezTo>
                    <a:cubicBezTo>
                      <a:pt x="6213" y="5060"/>
                      <a:pt x="6547" y="4253"/>
                      <a:pt x="6547" y="3412"/>
                    </a:cubicBezTo>
                    <a:cubicBezTo>
                      <a:pt x="6547" y="2570"/>
                      <a:pt x="6213" y="1763"/>
                      <a:pt x="5619" y="1168"/>
                    </a:cubicBezTo>
                    <a:cubicBezTo>
                      <a:pt x="5024" y="573"/>
                      <a:pt x="4217" y="239"/>
                      <a:pt x="3376" y="239"/>
                    </a:cubicBezTo>
                    <a:cubicBezTo>
                      <a:pt x="2535" y="239"/>
                      <a:pt x="1728" y="573"/>
                      <a:pt x="1133" y="1168"/>
                    </a:cubicBezTo>
                    <a:cubicBezTo>
                      <a:pt x="538" y="1763"/>
                      <a:pt x="204" y="2570"/>
                      <a:pt x="204" y="3412"/>
                    </a:cubicBezTo>
                    <a:cubicBezTo>
                      <a:pt x="204" y="4253"/>
                      <a:pt x="538" y="5060"/>
                      <a:pt x="1133" y="5655"/>
                    </a:cubicBezTo>
                    <a:cubicBezTo>
                      <a:pt x="1728" y="6250"/>
                      <a:pt x="2535" y="6585"/>
                      <a:pt x="3376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70" name="Freeform: Shape 2069">
                <a:extLst>
                  <a:ext uri="{FF2B5EF4-FFF2-40B4-BE49-F238E27FC236}">
                    <a16:creationId xmlns:a16="http://schemas.microsoft.com/office/drawing/2014/main" id="{0DECDCA8-727F-B7D6-AA99-5C079B11658C}"/>
                  </a:ext>
                </a:extLst>
              </p:cNvPr>
              <p:cNvSpPr/>
              <p:nvPr/>
            </p:nvSpPr>
            <p:spPr>
              <a:xfrm>
                <a:off x="3438435" y="6513981"/>
                <a:ext cx="6343" cy="6345"/>
              </a:xfrm>
              <a:custGeom>
                <a:avLst/>
                <a:gdLst>
                  <a:gd name="connsiteX0" fmla="*/ 3375 w 6343"/>
                  <a:gd name="connsiteY0" fmla="*/ 6585 h 6345"/>
                  <a:gd name="connsiteX1" fmla="*/ 5618 w 6343"/>
                  <a:gd name="connsiteY1" fmla="*/ 5655 h 6345"/>
                  <a:gd name="connsiteX2" fmla="*/ 6547 w 6343"/>
                  <a:gd name="connsiteY2" fmla="*/ 3412 h 6345"/>
                  <a:gd name="connsiteX3" fmla="*/ 5618 w 6343"/>
                  <a:gd name="connsiteY3" fmla="*/ 1168 h 6345"/>
                  <a:gd name="connsiteX4" fmla="*/ 3375 w 6343"/>
                  <a:gd name="connsiteY4" fmla="*/ 239 h 6345"/>
                  <a:gd name="connsiteX5" fmla="*/ 1133 w 6343"/>
                  <a:gd name="connsiteY5" fmla="*/ 1168 h 6345"/>
                  <a:gd name="connsiteX6" fmla="*/ 204 w 6343"/>
                  <a:gd name="connsiteY6" fmla="*/ 3412 h 6345"/>
                  <a:gd name="connsiteX7" fmla="*/ 1133 w 6343"/>
                  <a:gd name="connsiteY7" fmla="*/ 5655 h 6345"/>
                  <a:gd name="connsiteX8" fmla="*/ 3375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585"/>
                    </a:moveTo>
                    <a:cubicBezTo>
                      <a:pt x="4217" y="6585"/>
                      <a:pt x="5023" y="6250"/>
                      <a:pt x="5618" y="5655"/>
                    </a:cubicBezTo>
                    <a:cubicBezTo>
                      <a:pt x="6213" y="5060"/>
                      <a:pt x="6547" y="4253"/>
                      <a:pt x="6547" y="3412"/>
                    </a:cubicBezTo>
                    <a:cubicBezTo>
                      <a:pt x="6547" y="2570"/>
                      <a:pt x="6213" y="1763"/>
                      <a:pt x="5618" y="1168"/>
                    </a:cubicBezTo>
                    <a:cubicBezTo>
                      <a:pt x="5023" y="573"/>
                      <a:pt x="4217" y="239"/>
                      <a:pt x="3375" y="239"/>
                    </a:cubicBezTo>
                    <a:cubicBezTo>
                      <a:pt x="2534" y="239"/>
                      <a:pt x="1728" y="573"/>
                      <a:pt x="1133" y="1168"/>
                    </a:cubicBezTo>
                    <a:cubicBezTo>
                      <a:pt x="538" y="1763"/>
                      <a:pt x="204" y="2570"/>
                      <a:pt x="204" y="3412"/>
                    </a:cubicBezTo>
                    <a:cubicBezTo>
                      <a:pt x="204" y="4253"/>
                      <a:pt x="538" y="5060"/>
                      <a:pt x="1133" y="5655"/>
                    </a:cubicBezTo>
                    <a:cubicBezTo>
                      <a:pt x="1728" y="6250"/>
                      <a:pt x="2534" y="6585"/>
                      <a:pt x="3375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71" name="Freeform: Shape 2070">
                <a:extLst>
                  <a:ext uri="{FF2B5EF4-FFF2-40B4-BE49-F238E27FC236}">
                    <a16:creationId xmlns:a16="http://schemas.microsoft.com/office/drawing/2014/main" id="{6544E4F2-9998-C49F-895C-CC87637C28C7}"/>
                  </a:ext>
                </a:extLst>
              </p:cNvPr>
              <p:cNvSpPr/>
              <p:nvPr/>
            </p:nvSpPr>
            <p:spPr>
              <a:xfrm>
                <a:off x="3432941" y="6512583"/>
                <a:ext cx="6343" cy="6345"/>
              </a:xfrm>
              <a:custGeom>
                <a:avLst/>
                <a:gdLst>
                  <a:gd name="connsiteX0" fmla="*/ 3375 w 6343"/>
                  <a:gd name="connsiteY0" fmla="*/ 6584 h 6345"/>
                  <a:gd name="connsiteX1" fmla="*/ 5618 w 6343"/>
                  <a:gd name="connsiteY1" fmla="*/ 5655 h 6345"/>
                  <a:gd name="connsiteX2" fmla="*/ 6547 w 6343"/>
                  <a:gd name="connsiteY2" fmla="*/ 3412 h 6345"/>
                  <a:gd name="connsiteX3" fmla="*/ 5618 w 6343"/>
                  <a:gd name="connsiteY3" fmla="*/ 1168 h 6345"/>
                  <a:gd name="connsiteX4" fmla="*/ 3375 w 6343"/>
                  <a:gd name="connsiteY4" fmla="*/ 239 h 6345"/>
                  <a:gd name="connsiteX5" fmla="*/ 1132 w 6343"/>
                  <a:gd name="connsiteY5" fmla="*/ 1168 h 6345"/>
                  <a:gd name="connsiteX6" fmla="*/ 203 w 6343"/>
                  <a:gd name="connsiteY6" fmla="*/ 3412 h 6345"/>
                  <a:gd name="connsiteX7" fmla="*/ 1132 w 6343"/>
                  <a:gd name="connsiteY7" fmla="*/ 5655 h 6345"/>
                  <a:gd name="connsiteX8" fmla="*/ 3375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584"/>
                    </a:moveTo>
                    <a:cubicBezTo>
                      <a:pt x="4216" y="6584"/>
                      <a:pt x="5023" y="6250"/>
                      <a:pt x="5618" y="5655"/>
                    </a:cubicBezTo>
                    <a:cubicBezTo>
                      <a:pt x="6212" y="5060"/>
                      <a:pt x="6547" y="4253"/>
                      <a:pt x="6547" y="3412"/>
                    </a:cubicBezTo>
                    <a:cubicBezTo>
                      <a:pt x="6547" y="2570"/>
                      <a:pt x="6212" y="1763"/>
                      <a:pt x="5618" y="1168"/>
                    </a:cubicBezTo>
                    <a:cubicBezTo>
                      <a:pt x="5023" y="573"/>
                      <a:pt x="4216" y="239"/>
                      <a:pt x="3375" y="239"/>
                    </a:cubicBezTo>
                    <a:cubicBezTo>
                      <a:pt x="2534" y="239"/>
                      <a:pt x="1727" y="573"/>
                      <a:pt x="1132" y="1168"/>
                    </a:cubicBezTo>
                    <a:cubicBezTo>
                      <a:pt x="538" y="1763"/>
                      <a:pt x="203" y="2570"/>
                      <a:pt x="203" y="3412"/>
                    </a:cubicBezTo>
                    <a:cubicBezTo>
                      <a:pt x="203" y="4253"/>
                      <a:pt x="538" y="5060"/>
                      <a:pt x="1132" y="5655"/>
                    </a:cubicBezTo>
                    <a:cubicBezTo>
                      <a:pt x="1727" y="6250"/>
                      <a:pt x="2534" y="6584"/>
                      <a:pt x="3375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72" name="Freeform: Shape 2071">
                <a:extLst>
                  <a:ext uri="{FF2B5EF4-FFF2-40B4-BE49-F238E27FC236}">
                    <a16:creationId xmlns:a16="http://schemas.microsoft.com/office/drawing/2014/main" id="{FC1CD705-77D2-33E4-6F3E-686A136817A2}"/>
                  </a:ext>
                </a:extLst>
              </p:cNvPr>
              <p:cNvSpPr/>
              <p:nvPr/>
            </p:nvSpPr>
            <p:spPr>
              <a:xfrm>
                <a:off x="3427352" y="6511313"/>
                <a:ext cx="6343" cy="6345"/>
              </a:xfrm>
              <a:custGeom>
                <a:avLst/>
                <a:gdLst>
                  <a:gd name="connsiteX0" fmla="*/ 3375 w 6343"/>
                  <a:gd name="connsiteY0" fmla="*/ 6584 h 6345"/>
                  <a:gd name="connsiteX1" fmla="*/ 5617 w 6343"/>
                  <a:gd name="connsiteY1" fmla="*/ 5655 h 6345"/>
                  <a:gd name="connsiteX2" fmla="*/ 6546 w 6343"/>
                  <a:gd name="connsiteY2" fmla="*/ 3412 h 6345"/>
                  <a:gd name="connsiteX3" fmla="*/ 5617 w 6343"/>
                  <a:gd name="connsiteY3" fmla="*/ 1168 h 6345"/>
                  <a:gd name="connsiteX4" fmla="*/ 3375 w 6343"/>
                  <a:gd name="connsiteY4" fmla="*/ 239 h 6345"/>
                  <a:gd name="connsiteX5" fmla="*/ 1132 w 6343"/>
                  <a:gd name="connsiteY5" fmla="*/ 1168 h 6345"/>
                  <a:gd name="connsiteX6" fmla="*/ 203 w 6343"/>
                  <a:gd name="connsiteY6" fmla="*/ 3412 h 6345"/>
                  <a:gd name="connsiteX7" fmla="*/ 1132 w 6343"/>
                  <a:gd name="connsiteY7" fmla="*/ 5655 h 6345"/>
                  <a:gd name="connsiteX8" fmla="*/ 3375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584"/>
                    </a:moveTo>
                    <a:cubicBezTo>
                      <a:pt x="4216" y="6584"/>
                      <a:pt x="5022" y="6250"/>
                      <a:pt x="5617" y="5655"/>
                    </a:cubicBezTo>
                    <a:cubicBezTo>
                      <a:pt x="6212" y="5060"/>
                      <a:pt x="6546" y="4253"/>
                      <a:pt x="6546" y="3412"/>
                    </a:cubicBezTo>
                    <a:cubicBezTo>
                      <a:pt x="6546" y="2570"/>
                      <a:pt x="6212" y="1763"/>
                      <a:pt x="5617" y="1168"/>
                    </a:cubicBezTo>
                    <a:cubicBezTo>
                      <a:pt x="5022" y="573"/>
                      <a:pt x="4216" y="239"/>
                      <a:pt x="3375" y="239"/>
                    </a:cubicBezTo>
                    <a:cubicBezTo>
                      <a:pt x="2533" y="239"/>
                      <a:pt x="1727" y="573"/>
                      <a:pt x="1132" y="1168"/>
                    </a:cubicBezTo>
                    <a:cubicBezTo>
                      <a:pt x="537" y="1763"/>
                      <a:pt x="203" y="2570"/>
                      <a:pt x="203" y="3412"/>
                    </a:cubicBezTo>
                    <a:cubicBezTo>
                      <a:pt x="203" y="4253"/>
                      <a:pt x="537" y="5060"/>
                      <a:pt x="1132" y="5655"/>
                    </a:cubicBezTo>
                    <a:cubicBezTo>
                      <a:pt x="1727" y="6250"/>
                      <a:pt x="2533" y="6584"/>
                      <a:pt x="3375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73" name="Freeform: Shape 2072">
                <a:extLst>
                  <a:ext uri="{FF2B5EF4-FFF2-40B4-BE49-F238E27FC236}">
                    <a16:creationId xmlns:a16="http://schemas.microsoft.com/office/drawing/2014/main" id="{E8F074F4-D780-4919-4D10-E7D94A1D8896}"/>
                  </a:ext>
                </a:extLst>
              </p:cNvPr>
              <p:cNvSpPr/>
              <p:nvPr/>
            </p:nvSpPr>
            <p:spPr>
              <a:xfrm>
                <a:off x="3420179" y="6512720"/>
                <a:ext cx="6343" cy="6345"/>
              </a:xfrm>
              <a:custGeom>
                <a:avLst/>
                <a:gdLst>
                  <a:gd name="connsiteX0" fmla="*/ 3374 w 6343"/>
                  <a:gd name="connsiteY0" fmla="*/ 6584 h 6345"/>
                  <a:gd name="connsiteX1" fmla="*/ 5617 w 6343"/>
                  <a:gd name="connsiteY1" fmla="*/ 5655 h 6345"/>
                  <a:gd name="connsiteX2" fmla="*/ 6546 w 6343"/>
                  <a:gd name="connsiteY2" fmla="*/ 3412 h 6345"/>
                  <a:gd name="connsiteX3" fmla="*/ 5617 w 6343"/>
                  <a:gd name="connsiteY3" fmla="*/ 1168 h 6345"/>
                  <a:gd name="connsiteX4" fmla="*/ 3374 w 6343"/>
                  <a:gd name="connsiteY4" fmla="*/ 239 h 6345"/>
                  <a:gd name="connsiteX5" fmla="*/ 1131 w 6343"/>
                  <a:gd name="connsiteY5" fmla="*/ 1168 h 6345"/>
                  <a:gd name="connsiteX6" fmla="*/ 202 w 6343"/>
                  <a:gd name="connsiteY6" fmla="*/ 3412 h 6345"/>
                  <a:gd name="connsiteX7" fmla="*/ 1131 w 6343"/>
                  <a:gd name="connsiteY7" fmla="*/ 5655 h 6345"/>
                  <a:gd name="connsiteX8" fmla="*/ 3374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584"/>
                    </a:moveTo>
                    <a:cubicBezTo>
                      <a:pt x="4215" y="6584"/>
                      <a:pt x="5022" y="6250"/>
                      <a:pt x="5617" y="5655"/>
                    </a:cubicBezTo>
                    <a:cubicBezTo>
                      <a:pt x="6211" y="5060"/>
                      <a:pt x="6546" y="4253"/>
                      <a:pt x="6546" y="3412"/>
                    </a:cubicBezTo>
                    <a:cubicBezTo>
                      <a:pt x="6546" y="2570"/>
                      <a:pt x="6211" y="1763"/>
                      <a:pt x="5617" y="1168"/>
                    </a:cubicBezTo>
                    <a:cubicBezTo>
                      <a:pt x="5022" y="573"/>
                      <a:pt x="4215" y="239"/>
                      <a:pt x="3374" y="239"/>
                    </a:cubicBezTo>
                    <a:cubicBezTo>
                      <a:pt x="2533" y="239"/>
                      <a:pt x="1726" y="573"/>
                      <a:pt x="1131" y="1168"/>
                    </a:cubicBezTo>
                    <a:cubicBezTo>
                      <a:pt x="537" y="1763"/>
                      <a:pt x="202" y="2570"/>
                      <a:pt x="202" y="3412"/>
                    </a:cubicBezTo>
                    <a:cubicBezTo>
                      <a:pt x="202" y="4253"/>
                      <a:pt x="537" y="5060"/>
                      <a:pt x="1131" y="5655"/>
                    </a:cubicBezTo>
                    <a:cubicBezTo>
                      <a:pt x="1726" y="6250"/>
                      <a:pt x="2533" y="6584"/>
                      <a:pt x="3374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74" name="Freeform: Shape 2073">
                <a:extLst>
                  <a:ext uri="{FF2B5EF4-FFF2-40B4-BE49-F238E27FC236}">
                    <a16:creationId xmlns:a16="http://schemas.microsoft.com/office/drawing/2014/main" id="{9B9F4E22-E7AC-162A-EC20-164B7DF28538}"/>
                  </a:ext>
                </a:extLst>
              </p:cNvPr>
              <p:cNvSpPr/>
              <p:nvPr/>
            </p:nvSpPr>
            <p:spPr>
              <a:xfrm>
                <a:off x="3303917" y="6698559"/>
                <a:ext cx="6343" cy="6345"/>
              </a:xfrm>
              <a:custGeom>
                <a:avLst/>
                <a:gdLst>
                  <a:gd name="connsiteX0" fmla="*/ 3365 w 6343"/>
                  <a:gd name="connsiteY0" fmla="*/ 6599 h 6345"/>
                  <a:gd name="connsiteX1" fmla="*/ 5607 w 6343"/>
                  <a:gd name="connsiteY1" fmla="*/ 5670 h 6345"/>
                  <a:gd name="connsiteX2" fmla="*/ 6536 w 6343"/>
                  <a:gd name="connsiteY2" fmla="*/ 3426 h 6345"/>
                  <a:gd name="connsiteX3" fmla="*/ 5607 w 6343"/>
                  <a:gd name="connsiteY3" fmla="*/ 1183 h 6345"/>
                  <a:gd name="connsiteX4" fmla="*/ 3365 w 6343"/>
                  <a:gd name="connsiteY4" fmla="*/ 254 h 6345"/>
                  <a:gd name="connsiteX5" fmla="*/ 1122 w 6343"/>
                  <a:gd name="connsiteY5" fmla="*/ 1183 h 6345"/>
                  <a:gd name="connsiteX6" fmla="*/ 193 w 6343"/>
                  <a:gd name="connsiteY6" fmla="*/ 3426 h 6345"/>
                  <a:gd name="connsiteX7" fmla="*/ 1122 w 6343"/>
                  <a:gd name="connsiteY7" fmla="*/ 5670 h 6345"/>
                  <a:gd name="connsiteX8" fmla="*/ 3365 w 6343"/>
                  <a:gd name="connsiteY8" fmla="*/ 65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99"/>
                    </a:moveTo>
                    <a:cubicBezTo>
                      <a:pt x="4206" y="6599"/>
                      <a:pt x="5013" y="6265"/>
                      <a:pt x="5607" y="5670"/>
                    </a:cubicBezTo>
                    <a:cubicBezTo>
                      <a:pt x="6202" y="5075"/>
                      <a:pt x="6536" y="4268"/>
                      <a:pt x="6536" y="3426"/>
                    </a:cubicBezTo>
                    <a:cubicBezTo>
                      <a:pt x="6536" y="2585"/>
                      <a:pt x="6202" y="1778"/>
                      <a:pt x="5607" y="1183"/>
                    </a:cubicBezTo>
                    <a:cubicBezTo>
                      <a:pt x="5013" y="588"/>
                      <a:pt x="4206" y="254"/>
                      <a:pt x="3365" y="254"/>
                    </a:cubicBezTo>
                    <a:cubicBezTo>
                      <a:pt x="2524" y="254"/>
                      <a:pt x="1717" y="588"/>
                      <a:pt x="1122" y="1183"/>
                    </a:cubicBezTo>
                    <a:cubicBezTo>
                      <a:pt x="527" y="1778"/>
                      <a:pt x="193" y="2585"/>
                      <a:pt x="193" y="3426"/>
                    </a:cubicBezTo>
                    <a:cubicBezTo>
                      <a:pt x="193" y="4268"/>
                      <a:pt x="527" y="5075"/>
                      <a:pt x="1122" y="5670"/>
                    </a:cubicBezTo>
                    <a:cubicBezTo>
                      <a:pt x="1717" y="6265"/>
                      <a:pt x="2524" y="6599"/>
                      <a:pt x="3365" y="65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75" name="Freeform: Shape 2074">
                <a:extLst>
                  <a:ext uri="{FF2B5EF4-FFF2-40B4-BE49-F238E27FC236}">
                    <a16:creationId xmlns:a16="http://schemas.microsoft.com/office/drawing/2014/main" id="{5934E890-2480-AA72-9CCB-B42935008E0A}"/>
                  </a:ext>
                </a:extLst>
              </p:cNvPr>
              <p:cNvSpPr/>
              <p:nvPr/>
            </p:nvSpPr>
            <p:spPr>
              <a:xfrm>
                <a:off x="3300274" y="6691288"/>
                <a:ext cx="6343" cy="6345"/>
              </a:xfrm>
              <a:custGeom>
                <a:avLst/>
                <a:gdLst>
                  <a:gd name="connsiteX0" fmla="*/ 3365 w 6343"/>
                  <a:gd name="connsiteY0" fmla="*/ 6598 h 6345"/>
                  <a:gd name="connsiteX1" fmla="*/ 5607 w 6343"/>
                  <a:gd name="connsiteY1" fmla="*/ 5669 h 6345"/>
                  <a:gd name="connsiteX2" fmla="*/ 6536 w 6343"/>
                  <a:gd name="connsiteY2" fmla="*/ 3426 h 6345"/>
                  <a:gd name="connsiteX3" fmla="*/ 5607 w 6343"/>
                  <a:gd name="connsiteY3" fmla="*/ 1182 h 6345"/>
                  <a:gd name="connsiteX4" fmla="*/ 3365 w 6343"/>
                  <a:gd name="connsiteY4" fmla="*/ 253 h 6345"/>
                  <a:gd name="connsiteX5" fmla="*/ 1122 w 6343"/>
                  <a:gd name="connsiteY5" fmla="*/ 1182 h 6345"/>
                  <a:gd name="connsiteX6" fmla="*/ 193 w 6343"/>
                  <a:gd name="connsiteY6" fmla="*/ 3426 h 6345"/>
                  <a:gd name="connsiteX7" fmla="*/ 1122 w 6343"/>
                  <a:gd name="connsiteY7" fmla="*/ 5669 h 6345"/>
                  <a:gd name="connsiteX8" fmla="*/ 3365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98"/>
                    </a:moveTo>
                    <a:cubicBezTo>
                      <a:pt x="4206" y="6598"/>
                      <a:pt x="5012" y="6264"/>
                      <a:pt x="5607" y="5669"/>
                    </a:cubicBezTo>
                    <a:cubicBezTo>
                      <a:pt x="6202" y="5074"/>
                      <a:pt x="6536" y="4267"/>
                      <a:pt x="6536" y="3426"/>
                    </a:cubicBezTo>
                    <a:cubicBezTo>
                      <a:pt x="6536" y="2584"/>
                      <a:pt x="6202" y="1777"/>
                      <a:pt x="5607" y="1182"/>
                    </a:cubicBezTo>
                    <a:cubicBezTo>
                      <a:pt x="5012" y="587"/>
                      <a:pt x="4206" y="253"/>
                      <a:pt x="3365" y="253"/>
                    </a:cubicBezTo>
                    <a:cubicBezTo>
                      <a:pt x="2523" y="253"/>
                      <a:pt x="1717" y="587"/>
                      <a:pt x="1122" y="1182"/>
                    </a:cubicBezTo>
                    <a:cubicBezTo>
                      <a:pt x="527" y="1777"/>
                      <a:pt x="193" y="2584"/>
                      <a:pt x="193" y="3426"/>
                    </a:cubicBezTo>
                    <a:cubicBezTo>
                      <a:pt x="193" y="4267"/>
                      <a:pt x="527" y="5074"/>
                      <a:pt x="1122" y="5669"/>
                    </a:cubicBezTo>
                    <a:cubicBezTo>
                      <a:pt x="1717" y="6264"/>
                      <a:pt x="2523" y="6598"/>
                      <a:pt x="3365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76" name="Freeform: Shape 2075">
                <a:extLst>
                  <a:ext uri="{FF2B5EF4-FFF2-40B4-BE49-F238E27FC236}">
                    <a16:creationId xmlns:a16="http://schemas.microsoft.com/office/drawing/2014/main" id="{A77816FB-AE81-7DFD-A7B0-C57B32B3A803}"/>
                  </a:ext>
                </a:extLst>
              </p:cNvPr>
              <p:cNvSpPr/>
              <p:nvPr/>
            </p:nvSpPr>
            <p:spPr>
              <a:xfrm>
                <a:off x="3297591" y="6682542"/>
                <a:ext cx="6343" cy="6345"/>
              </a:xfrm>
              <a:custGeom>
                <a:avLst/>
                <a:gdLst>
                  <a:gd name="connsiteX0" fmla="*/ 3364 w 6343"/>
                  <a:gd name="connsiteY0" fmla="*/ 6598 h 6345"/>
                  <a:gd name="connsiteX1" fmla="*/ 5607 w 6343"/>
                  <a:gd name="connsiteY1" fmla="*/ 5669 h 6345"/>
                  <a:gd name="connsiteX2" fmla="*/ 6536 w 6343"/>
                  <a:gd name="connsiteY2" fmla="*/ 3425 h 6345"/>
                  <a:gd name="connsiteX3" fmla="*/ 5607 w 6343"/>
                  <a:gd name="connsiteY3" fmla="*/ 1182 h 6345"/>
                  <a:gd name="connsiteX4" fmla="*/ 3364 w 6343"/>
                  <a:gd name="connsiteY4" fmla="*/ 252 h 6345"/>
                  <a:gd name="connsiteX5" fmla="*/ 1122 w 6343"/>
                  <a:gd name="connsiteY5" fmla="*/ 1182 h 6345"/>
                  <a:gd name="connsiteX6" fmla="*/ 193 w 6343"/>
                  <a:gd name="connsiteY6" fmla="*/ 3425 h 6345"/>
                  <a:gd name="connsiteX7" fmla="*/ 1122 w 6343"/>
                  <a:gd name="connsiteY7" fmla="*/ 5669 h 6345"/>
                  <a:gd name="connsiteX8" fmla="*/ 3364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98"/>
                    </a:moveTo>
                    <a:cubicBezTo>
                      <a:pt x="4205" y="6598"/>
                      <a:pt x="5012" y="6264"/>
                      <a:pt x="5607" y="5669"/>
                    </a:cubicBezTo>
                    <a:cubicBezTo>
                      <a:pt x="6202" y="5074"/>
                      <a:pt x="6536" y="4267"/>
                      <a:pt x="6536" y="3425"/>
                    </a:cubicBezTo>
                    <a:cubicBezTo>
                      <a:pt x="6536" y="2584"/>
                      <a:pt x="6202" y="1777"/>
                      <a:pt x="5607" y="1182"/>
                    </a:cubicBezTo>
                    <a:cubicBezTo>
                      <a:pt x="5012" y="587"/>
                      <a:pt x="4205" y="252"/>
                      <a:pt x="3364" y="252"/>
                    </a:cubicBezTo>
                    <a:cubicBezTo>
                      <a:pt x="2523" y="252"/>
                      <a:pt x="1716" y="587"/>
                      <a:pt x="1122" y="1182"/>
                    </a:cubicBezTo>
                    <a:cubicBezTo>
                      <a:pt x="527" y="1777"/>
                      <a:pt x="193" y="2584"/>
                      <a:pt x="193" y="3425"/>
                    </a:cubicBezTo>
                    <a:cubicBezTo>
                      <a:pt x="193" y="4267"/>
                      <a:pt x="527" y="5074"/>
                      <a:pt x="1122" y="5669"/>
                    </a:cubicBezTo>
                    <a:cubicBezTo>
                      <a:pt x="1716" y="6264"/>
                      <a:pt x="2523" y="6598"/>
                      <a:pt x="3364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77" name="Freeform: Shape 2076">
                <a:extLst>
                  <a:ext uri="{FF2B5EF4-FFF2-40B4-BE49-F238E27FC236}">
                    <a16:creationId xmlns:a16="http://schemas.microsoft.com/office/drawing/2014/main" id="{62914AA8-0C0B-0CA5-9E6E-AA1D12E31E64}"/>
                  </a:ext>
                </a:extLst>
              </p:cNvPr>
              <p:cNvSpPr/>
              <p:nvPr/>
            </p:nvSpPr>
            <p:spPr>
              <a:xfrm>
                <a:off x="3339136" y="6602166"/>
                <a:ext cx="6343" cy="6345"/>
              </a:xfrm>
              <a:custGeom>
                <a:avLst/>
                <a:gdLst>
                  <a:gd name="connsiteX0" fmla="*/ 3368 w 6343"/>
                  <a:gd name="connsiteY0" fmla="*/ 6591 h 6345"/>
                  <a:gd name="connsiteX1" fmla="*/ 5610 w 6343"/>
                  <a:gd name="connsiteY1" fmla="*/ 5662 h 6345"/>
                  <a:gd name="connsiteX2" fmla="*/ 6539 w 6343"/>
                  <a:gd name="connsiteY2" fmla="*/ 3419 h 6345"/>
                  <a:gd name="connsiteX3" fmla="*/ 5610 w 6343"/>
                  <a:gd name="connsiteY3" fmla="*/ 1175 h 6345"/>
                  <a:gd name="connsiteX4" fmla="*/ 3368 w 6343"/>
                  <a:gd name="connsiteY4" fmla="*/ 246 h 6345"/>
                  <a:gd name="connsiteX5" fmla="*/ 1125 w 6343"/>
                  <a:gd name="connsiteY5" fmla="*/ 1175 h 6345"/>
                  <a:gd name="connsiteX6" fmla="*/ 196 w 6343"/>
                  <a:gd name="connsiteY6" fmla="*/ 3419 h 6345"/>
                  <a:gd name="connsiteX7" fmla="*/ 1125 w 6343"/>
                  <a:gd name="connsiteY7" fmla="*/ 5662 h 6345"/>
                  <a:gd name="connsiteX8" fmla="*/ 3368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591"/>
                    </a:moveTo>
                    <a:cubicBezTo>
                      <a:pt x="4209" y="6591"/>
                      <a:pt x="5015" y="6257"/>
                      <a:pt x="5610" y="5662"/>
                    </a:cubicBezTo>
                    <a:cubicBezTo>
                      <a:pt x="6205" y="5067"/>
                      <a:pt x="6539" y="4260"/>
                      <a:pt x="6539" y="3419"/>
                    </a:cubicBezTo>
                    <a:cubicBezTo>
                      <a:pt x="6539" y="2577"/>
                      <a:pt x="6205" y="1770"/>
                      <a:pt x="5610" y="1175"/>
                    </a:cubicBezTo>
                    <a:cubicBezTo>
                      <a:pt x="5015" y="580"/>
                      <a:pt x="4209" y="246"/>
                      <a:pt x="3368" y="246"/>
                    </a:cubicBezTo>
                    <a:cubicBezTo>
                      <a:pt x="2526" y="246"/>
                      <a:pt x="1720" y="580"/>
                      <a:pt x="1125" y="1175"/>
                    </a:cubicBezTo>
                    <a:cubicBezTo>
                      <a:pt x="530" y="1770"/>
                      <a:pt x="196" y="2577"/>
                      <a:pt x="196" y="3419"/>
                    </a:cubicBezTo>
                    <a:cubicBezTo>
                      <a:pt x="196" y="4260"/>
                      <a:pt x="530" y="5067"/>
                      <a:pt x="1125" y="5662"/>
                    </a:cubicBezTo>
                    <a:cubicBezTo>
                      <a:pt x="1720" y="6257"/>
                      <a:pt x="2526" y="6591"/>
                      <a:pt x="3368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78" name="Freeform: Shape 2077">
                <a:extLst>
                  <a:ext uri="{FF2B5EF4-FFF2-40B4-BE49-F238E27FC236}">
                    <a16:creationId xmlns:a16="http://schemas.microsoft.com/office/drawing/2014/main" id="{FBC48C7F-57B3-D5FA-6A00-D4418C061B1A}"/>
                  </a:ext>
                </a:extLst>
              </p:cNvPr>
              <p:cNvSpPr/>
              <p:nvPr/>
            </p:nvSpPr>
            <p:spPr>
              <a:xfrm>
                <a:off x="3384218" y="6518217"/>
                <a:ext cx="6343" cy="6345"/>
              </a:xfrm>
              <a:custGeom>
                <a:avLst/>
                <a:gdLst>
                  <a:gd name="connsiteX0" fmla="*/ 3371 w 6343"/>
                  <a:gd name="connsiteY0" fmla="*/ 6585 h 6345"/>
                  <a:gd name="connsiteX1" fmla="*/ 5614 w 6343"/>
                  <a:gd name="connsiteY1" fmla="*/ 5656 h 6345"/>
                  <a:gd name="connsiteX2" fmla="*/ 6543 w 6343"/>
                  <a:gd name="connsiteY2" fmla="*/ 3412 h 6345"/>
                  <a:gd name="connsiteX3" fmla="*/ 5614 w 6343"/>
                  <a:gd name="connsiteY3" fmla="*/ 1169 h 6345"/>
                  <a:gd name="connsiteX4" fmla="*/ 3371 w 6343"/>
                  <a:gd name="connsiteY4" fmla="*/ 239 h 6345"/>
                  <a:gd name="connsiteX5" fmla="*/ 1129 w 6343"/>
                  <a:gd name="connsiteY5" fmla="*/ 1169 h 6345"/>
                  <a:gd name="connsiteX6" fmla="*/ 200 w 6343"/>
                  <a:gd name="connsiteY6" fmla="*/ 3412 h 6345"/>
                  <a:gd name="connsiteX7" fmla="*/ 1129 w 6343"/>
                  <a:gd name="connsiteY7" fmla="*/ 5656 h 6345"/>
                  <a:gd name="connsiteX8" fmla="*/ 3371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85"/>
                    </a:moveTo>
                    <a:cubicBezTo>
                      <a:pt x="4212" y="6585"/>
                      <a:pt x="5019" y="6251"/>
                      <a:pt x="5614" y="5656"/>
                    </a:cubicBezTo>
                    <a:cubicBezTo>
                      <a:pt x="6209" y="5061"/>
                      <a:pt x="6543" y="4254"/>
                      <a:pt x="6543" y="3412"/>
                    </a:cubicBezTo>
                    <a:cubicBezTo>
                      <a:pt x="6543" y="2571"/>
                      <a:pt x="6209" y="1764"/>
                      <a:pt x="5614" y="1169"/>
                    </a:cubicBezTo>
                    <a:cubicBezTo>
                      <a:pt x="5019" y="574"/>
                      <a:pt x="4212" y="239"/>
                      <a:pt x="3371" y="239"/>
                    </a:cubicBezTo>
                    <a:cubicBezTo>
                      <a:pt x="2530" y="239"/>
                      <a:pt x="1723" y="574"/>
                      <a:pt x="1129" y="1169"/>
                    </a:cubicBezTo>
                    <a:cubicBezTo>
                      <a:pt x="534" y="1764"/>
                      <a:pt x="200" y="2571"/>
                      <a:pt x="200" y="3412"/>
                    </a:cubicBezTo>
                    <a:cubicBezTo>
                      <a:pt x="200" y="4254"/>
                      <a:pt x="534" y="5061"/>
                      <a:pt x="1129" y="5656"/>
                    </a:cubicBezTo>
                    <a:cubicBezTo>
                      <a:pt x="1723" y="6251"/>
                      <a:pt x="2530" y="6585"/>
                      <a:pt x="3371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79" name="Freeform: Shape 2078">
                <a:extLst>
                  <a:ext uri="{FF2B5EF4-FFF2-40B4-BE49-F238E27FC236}">
                    <a16:creationId xmlns:a16="http://schemas.microsoft.com/office/drawing/2014/main" id="{FDDC5DEC-8FF1-3E9A-4345-22754C648EDD}"/>
                  </a:ext>
                </a:extLst>
              </p:cNvPr>
              <p:cNvSpPr/>
              <p:nvPr/>
            </p:nvSpPr>
            <p:spPr>
              <a:xfrm>
                <a:off x="3379045" y="6515805"/>
                <a:ext cx="6343" cy="6345"/>
              </a:xfrm>
              <a:custGeom>
                <a:avLst/>
                <a:gdLst>
                  <a:gd name="connsiteX0" fmla="*/ 3371 w 6343"/>
                  <a:gd name="connsiteY0" fmla="*/ 6585 h 6345"/>
                  <a:gd name="connsiteX1" fmla="*/ 5613 w 6343"/>
                  <a:gd name="connsiteY1" fmla="*/ 5655 h 6345"/>
                  <a:gd name="connsiteX2" fmla="*/ 6542 w 6343"/>
                  <a:gd name="connsiteY2" fmla="*/ 3412 h 6345"/>
                  <a:gd name="connsiteX3" fmla="*/ 5613 w 6343"/>
                  <a:gd name="connsiteY3" fmla="*/ 1169 h 6345"/>
                  <a:gd name="connsiteX4" fmla="*/ 3371 w 6343"/>
                  <a:gd name="connsiteY4" fmla="*/ 239 h 6345"/>
                  <a:gd name="connsiteX5" fmla="*/ 1128 w 6343"/>
                  <a:gd name="connsiteY5" fmla="*/ 1169 h 6345"/>
                  <a:gd name="connsiteX6" fmla="*/ 199 w 6343"/>
                  <a:gd name="connsiteY6" fmla="*/ 3412 h 6345"/>
                  <a:gd name="connsiteX7" fmla="*/ 1128 w 6343"/>
                  <a:gd name="connsiteY7" fmla="*/ 5655 h 6345"/>
                  <a:gd name="connsiteX8" fmla="*/ 3371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85"/>
                    </a:moveTo>
                    <a:cubicBezTo>
                      <a:pt x="4212" y="6585"/>
                      <a:pt x="5019" y="6250"/>
                      <a:pt x="5613" y="5655"/>
                    </a:cubicBezTo>
                    <a:cubicBezTo>
                      <a:pt x="6208" y="5060"/>
                      <a:pt x="6542" y="4253"/>
                      <a:pt x="6542" y="3412"/>
                    </a:cubicBezTo>
                    <a:cubicBezTo>
                      <a:pt x="6542" y="2571"/>
                      <a:pt x="6208" y="1763"/>
                      <a:pt x="5613" y="1169"/>
                    </a:cubicBezTo>
                    <a:cubicBezTo>
                      <a:pt x="5019" y="574"/>
                      <a:pt x="4212" y="239"/>
                      <a:pt x="3371" y="239"/>
                    </a:cubicBezTo>
                    <a:cubicBezTo>
                      <a:pt x="2530" y="239"/>
                      <a:pt x="1723" y="574"/>
                      <a:pt x="1128" y="1169"/>
                    </a:cubicBezTo>
                    <a:cubicBezTo>
                      <a:pt x="533" y="1763"/>
                      <a:pt x="199" y="2571"/>
                      <a:pt x="199" y="3412"/>
                    </a:cubicBezTo>
                    <a:cubicBezTo>
                      <a:pt x="199" y="4253"/>
                      <a:pt x="533" y="5060"/>
                      <a:pt x="1128" y="5655"/>
                    </a:cubicBezTo>
                    <a:cubicBezTo>
                      <a:pt x="1723" y="6250"/>
                      <a:pt x="2530" y="6585"/>
                      <a:pt x="3371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80" name="Freeform: Shape 2079">
                <a:extLst>
                  <a:ext uri="{FF2B5EF4-FFF2-40B4-BE49-F238E27FC236}">
                    <a16:creationId xmlns:a16="http://schemas.microsoft.com/office/drawing/2014/main" id="{F01D6708-C0E6-EFFD-A6BB-378D0C739C09}"/>
                  </a:ext>
                </a:extLst>
              </p:cNvPr>
              <p:cNvSpPr/>
              <p:nvPr/>
            </p:nvSpPr>
            <p:spPr>
              <a:xfrm>
                <a:off x="3377409" y="6507866"/>
                <a:ext cx="6343" cy="6345"/>
              </a:xfrm>
              <a:custGeom>
                <a:avLst/>
                <a:gdLst>
                  <a:gd name="connsiteX0" fmla="*/ 3371 w 6343"/>
                  <a:gd name="connsiteY0" fmla="*/ 6584 h 6345"/>
                  <a:gd name="connsiteX1" fmla="*/ 5613 w 6343"/>
                  <a:gd name="connsiteY1" fmla="*/ 5655 h 6345"/>
                  <a:gd name="connsiteX2" fmla="*/ 6542 w 6343"/>
                  <a:gd name="connsiteY2" fmla="*/ 3411 h 6345"/>
                  <a:gd name="connsiteX3" fmla="*/ 5613 w 6343"/>
                  <a:gd name="connsiteY3" fmla="*/ 1168 h 6345"/>
                  <a:gd name="connsiteX4" fmla="*/ 3371 w 6343"/>
                  <a:gd name="connsiteY4" fmla="*/ 239 h 6345"/>
                  <a:gd name="connsiteX5" fmla="*/ 1128 w 6343"/>
                  <a:gd name="connsiteY5" fmla="*/ 1168 h 6345"/>
                  <a:gd name="connsiteX6" fmla="*/ 199 w 6343"/>
                  <a:gd name="connsiteY6" fmla="*/ 3411 h 6345"/>
                  <a:gd name="connsiteX7" fmla="*/ 1128 w 6343"/>
                  <a:gd name="connsiteY7" fmla="*/ 5655 h 6345"/>
                  <a:gd name="connsiteX8" fmla="*/ 3371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84"/>
                    </a:moveTo>
                    <a:cubicBezTo>
                      <a:pt x="4212" y="6584"/>
                      <a:pt x="5018" y="6250"/>
                      <a:pt x="5613" y="5655"/>
                    </a:cubicBezTo>
                    <a:cubicBezTo>
                      <a:pt x="6208" y="5060"/>
                      <a:pt x="6542" y="4253"/>
                      <a:pt x="6542" y="3411"/>
                    </a:cubicBezTo>
                    <a:cubicBezTo>
                      <a:pt x="6542" y="2570"/>
                      <a:pt x="6208" y="1763"/>
                      <a:pt x="5613" y="1168"/>
                    </a:cubicBezTo>
                    <a:cubicBezTo>
                      <a:pt x="5018" y="573"/>
                      <a:pt x="4212" y="239"/>
                      <a:pt x="3371" y="239"/>
                    </a:cubicBezTo>
                    <a:cubicBezTo>
                      <a:pt x="2529" y="239"/>
                      <a:pt x="1723" y="573"/>
                      <a:pt x="1128" y="1168"/>
                    </a:cubicBezTo>
                    <a:cubicBezTo>
                      <a:pt x="533" y="1763"/>
                      <a:pt x="199" y="2570"/>
                      <a:pt x="199" y="3411"/>
                    </a:cubicBezTo>
                    <a:cubicBezTo>
                      <a:pt x="199" y="4253"/>
                      <a:pt x="533" y="5060"/>
                      <a:pt x="1128" y="5655"/>
                    </a:cubicBezTo>
                    <a:cubicBezTo>
                      <a:pt x="1723" y="6250"/>
                      <a:pt x="2529" y="6584"/>
                      <a:pt x="3371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81" name="Freeform: Shape 2080">
                <a:extLst>
                  <a:ext uri="{FF2B5EF4-FFF2-40B4-BE49-F238E27FC236}">
                    <a16:creationId xmlns:a16="http://schemas.microsoft.com/office/drawing/2014/main" id="{7F989FF2-C762-9FA6-B639-D24BB80230D2}"/>
                  </a:ext>
                </a:extLst>
              </p:cNvPr>
              <p:cNvSpPr/>
              <p:nvPr/>
            </p:nvSpPr>
            <p:spPr>
              <a:xfrm>
                <a:off x="3366939" y="6513635"/>
                <a:ext cx="6343" cy="6345"/>
              </a:xfrm>
              <a:custGeom>
                <a:avLst/>
                <a:gdLst>
                  <a:gd name="connsiteX0" fmla="*/ 3370 w 6343"/>
                  <a:gd name="connsiteY0" fmla="*/ 6584 h 6345"/>
                  <a:gd name="connsiteX1" fmla="*/ 5612 w 6343"/>
                  <a:gd name="connsiteY1" fmla="*/ 5655 h 6345"/>
                  <a:gd name="connsiteX2" fmla="*/ 6541 w 6343"/>
                  <a:gd name="connsiteY2" fmla="*/ 3412 h 6345"/>
                  <a:gd name="connsiteX3" fmla="*/ 5612 w 6343"/>
                  <a:gd name="connsiteY3" fmla="*/ 1168 h 6345"/>
                  <a:gd name="connsiteX4" fmla="*/ 3370 w 6343"/>
                  <a:gd name="connsiteY4" fmla="*/ 239 h 6345"/>
                  <a:gd name="connsiteX5" fmla="*/ 1127 w 6343"/>
                  <a:gd name="connsiteY5" fmla="*/ 1168 h 6345"/>
                  <a:gd name="connsiteX6" fmla="*/ 198 w 6343"/>
                  <a:gd name="connsiteY6" fmla="*/ 3412 h 6345"/>
                  <a:gd name="connsiteX7" fmla="*/ 1127 w 6343"/>
                  <a:gd name="connsiteY7" fmla="*/ 5655 h 6345"/>
                  <a:gd name="connsiteX8" fmla="*/ 3370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584"/>
                    </a:moveTo>
                    <a:cubicBezTo>
                      <a:pt x="4211" y="6584"/>
                      <a:pt x="5018" y="6250"/>
                      <a:pt x="5612" y="5655"/>
                    </a:cubicBezTo>
                    <a:cubicBezTo>
                      <a:pt x="6207" y="5060"/>
                      <a:pt x="6541" y="4253"/>
                      <a:pt x="6541" y="3412"/>
                    </a:cubicBezTo>
                    <a:cubicBezTo>
                      <a:pt x="6541" y="2570"/>
                      <a:pt x="6207" y="1763"/>
                      <a:pt x="5612" y="1168"/>
                    </a:cubicBezTo>
                    <a:cubicBezTo>
                      <a:pt x="5018" y="573"/>
                      <a:pt x="4211" y="239"/>
                      <a:pt x="3370" y="239"/>
                    </a:cubicBezTo>
                    <a:cubicBezTo>
                      <a:pt x="2529" y="239"/>
                      <a:pt x="1722" y="573"/>
                      <a:pt x="1127" y="1168"/>
                    </a:cubicBezTo>
                    <a:cubicBezTo>
                      <a:pt x="532" y="1763"/>
                      <a:pt x="198" y="2570"/>
                      <a:pt x="198" y="3412"/>
                    </a:cubicBezTo>
                    <a:cubicBezTo>
                      <a:pt x="198" y="4253"/>
                      <a:pt x="532" y="5060"/>
                      <a:pt x="1127" y="5655"/>
                    </a:cubicBezTo>
                    <a:cubicBezTo>
                      <a:pt x="1722" y="6250"/>
                      <a:pt x="2529" y="6584"/>
                      <a:pt x="3370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82" name="Freeform: Shape 2081">
                <a:extLst>
                  <a:ext uri="{FF2B5EF4-FFF2-40B4-BE49-F238E27FC236}">
                    <a16:creationId xmlns:a16="http://schemas.microsoft.com/office/drawing/2014/main" id="{86D62C26-CCC0-15FA-4778-3B3A21AB7613}"/>
                  </a:ext>
                </a:extLst>
              </p:cNvPr>
              <p:cNvSpPr/>
              <p:nvPr/>
            </p:nvSpPr>
            <p:spPr>
              <a:xfrm>
                <a:off x="3362229" y="6510434"/>
                <a:ext cx="6343" cy="6345"/>
              </a:xfrm>
              <a:custGeom>
                <a:avLst/>
                <a:gdLst>
                  <a:gd name="connsiteX0" fmla="*/ 3369 w 6343"/>
                  <a:gd name="connsiteY0" fmla="*/ 6584 h 6345"/>
                  <a:gd name="connsiteX1" fmla="*/ 5612 w 6343"/>
                  <a:gd name="connsiteY1" fmla="*/ 5655 h 6345"/>
                  <a:gd name="connsiteX2" fmla="*/ 6541 w 6343"/>
                  <a:gd name="connsiteY2" fmla="*/ 3412 h 6345"/>
                  <a:gd name="connsiteX3" fmla="*/ 5612 w 6343"/>
                  <a:gd name="connsiteY3" fmla="*/ 1168 h 6345"/>
                  <a:gd name="connsiteX4" fmla="*/ 3369 w 6343"/>
                  <a:gd name="connsiteY4" fmla="*/ 239 h 6345"/>
                  <a:gd name="connsiteX5" fmla="*/ 1127 w 6343"/>
                  <a:gd name="connsiteY5" fmla="*/ 1168 h 6345"/>
                  <a:gd name="connsiteX6" fmla="*/ 198 w 6343"/>
                  <a:gd name="connsiteY6" fmla="*/ 3412 h 6345"/>
                  <a:gd name="connsiteX7" fmla="*/ 1127 w 6343"/>
                  <a:gd name="connsiteY7" fmla="*/ 5655 h 6345"/>
                  <a:gd name="connsiteX8" fmla="*/ 3369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584"/>
                    </a:moveTo>
                    <a:cubicBezTo>
                      <a:pt x="4211" y="6584"/>
                      <a:pt x="5017" y="6250"/>
                      <a:pt x="5612" y="5655"/>
                    </a:cubicBezTo>
                    <a:cubicBezTo>
                      <a:pt x="6207" y="5060"/>
                      <a:pt x="6541" y="4253"/>
                      <a:pt x="6541" y="3412"/>
                    </a:cubicBezTo>
                    <a:cubicBezTo>
                      <a:pt x="6541" y="2570"/>
                      <a:pt x="6207" y="1763"/>
                      <a:pt x="5612" y="1168"/>
                    </a:cubicBezTo>
                    <a:cubicBezTo>
                      <a:pt x="5017" y="573"/>
                      <a:pt x="4211" y="239"/>
                      <a:pt x="3369" y="239"/>
                    </a:cubicBezTo>
                    <a:cubicBezTo>
                      <a:pt x="2528" y="239"/>
                      <a:pt x="1722" y="573"/>
                      <a:pt x="1127" y="1168"/>
                    </a:cubicBezTo>
                    <a:cubicBezTo>
                      <a:pt x="532" y="1763"/>
                      <a:pt x="198" y="2570"/>
                      <a:pt x="198" y="3412"/>
                    </a:cubicBezTo>
                    <a:cubicBezTo>
                      <a:pt x="198" y="4253"/>
                      <a:pt x="532" y="5060"/>
                      <a:pt x="1127" y="5655"/>
                    </a:cubicBezTo>
                    <a:cubicBezTo>
                      <a:pt x="1722" y="6250"/>
                      <a:pt x="2528" y="6584"/>
                      <a:pt x="3369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83" name="Freeform: Shape 2082">
                <a:extLst>
                  <a:ext uri="{FF2B5EF4-FFF2-40B4-BE49-F238E27FC236}">
                    <a16:creationId xmlns:a16="http://schemas.microsoft.com/office/drawing/2014/main" id="{C765F351-CCBA-E852-375D-0283F20D1BDD}"/>
                  </a:ext>
                </a:extLst>
              </p:cNvPr>
              <p:cNvSpPr/>
              <p:nvPr/>
            </p:nvSpPr>
            <p:spPr>
              <a:xfrm>
                <a:off x="3309599" y="6578948"/>
                <a:ext cx="6343" cy="6345"/>
              </a:xfrm>
              <a:custGeom>
                <a:avLst/>
                <a:gdLst>
                  <a:gd name="connsiteX0" fmla="*/ 3365 w 6343"/>
                  <a:gd name="connsiteY0" fmla="*/ 6590 h 6345"/>
                  <a:gd name="connsiteX1" fmla="*/ 5608 w 6343"/>
                  <a:gd name="connsiteY1" fmla="*/ 5660 h 6345"/>
                  <a:gd name="connsiteX2" fmla="*/ 6537 w 6343"/>
                  <a:gd name="connsiteY2" fmla="*/ 3417 h 6345"/>
                  <a:gd name="connsiteX3" fmla="*/ 5608 w 6343"/>
                  <a:gd name="connsiteY3" fmla="*/ 1173 h 6345"/>
                  <a:gd name="connsiteX4" fmla="*/ 3365 w 6343"/>
                  <a:gd name="connsiteY4" fmla="*/ 244 h 6345"/>
                  <a:gd name="connsiteX5" fmla="*/ 1123 w 6343"/>
                  <a:gd name="connsiteY5" fmla="*/ 1173 h 6345"/>
                  <a:gd name="connsiteX6" fmla="*/ 194 w 6343"/>
                  <a:gd name="connsiteY6" fmla="*/ 3417 h 6345"/>
                  <a:gd name="connsiteX7" fmla="*/ 1123 w 6343"/>
                  <a:gd name="connsiteY7" fmla="*/ 5660 h 6345"/>
                  <a:gd name="connsiteX8" fmla="*/ 3365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90"/>
                    </a:moveTo>
                    <a:cubicBezTo>
                      <a:pt x="4206" y="6590"/>
                      <a:pt x="5013" y="6255"/>
                      <a:pt x="5608" y="5660"/>
                    </a:cubicBezTo>
                    <a:cubicBezTo>
                      <a:pt x="6203" y="5065"/>
                      <a:pt x="6537" y="4258"/>
                      <a:pt x="6537" y="3417"/>
                    </a:cubicBezTo>
                    <a:cubicBezTo>
                      <a:pt x="6537" y="2576"/>
                      <a:pt x="6203" y="1768"/>
                      <a:pt x="5608" y="1173"/>
                    </a:cubicBezTo>
                    <a:cubicBezTo>
                      <a:pt x="5013" y="579"/>
                      <a:pt x="4206" y="244"/>
                      <a:pt x="3365" y="244"/>
                    </a:cubicBezTo>
                    <a:cubicBezTo>
                      <a:pt x="2524" y="244"/>
                      <a:pt x="1717" y="579"/>
                      <a:pt x="1123" y="1173"/>
                    </a:cubicBezTo>
                    <a:cubicBezTo>
                      <a:pt x="528" y="1768"/>
                      <a:pt x="194" y="2576"/>
                      <a:pt x="194" y="3417"/>
                    </a:cubicBezTo>
                    <a:cubicBezTo>
                      <a:pt x="194" y="4258"/>
                      <a:pt x="528" y="5065"/>
                      <a:pt x="1123" y="5660"/>
                    </a:cubicBezTo>
                    <a:cubicBezTo>
                      <a:pt x="1717" y="6255"/>
                      <a:pt x="2524" y="6590"/>
                      <a:pt x="3365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84" name="Freeform: Shape 2083">
                <a:extLst>
                  <a:ext uri="{FF2B5EF4-FFF2-40B4-BE49-F238E27FC236}">
                    <a16:creationId xmlns:a16="http://schemas.microsoft.com/office/drawing/2014/main" id="{F09B31F6-A205-F88D-C488-2AC545302808}"/>
                  </a:ext>
                </a:extLst>
              </p:cNvPr>
              <p:cNvSpPr/>
              <p:nvPr/>
            </p:nvSpPr>
            <p:spPr>
              <a:xfrm>
                <a:off x="3330079" y="6527101"/>
                <a:ext cx="6343" cy="6345"/>
              </a:xfrm>
              <a:custGeom>
                <a:avLst/>
                <a:gdLst>
                  <a:gd name="connsiteX0" fmla="*/ 3367 w 6343"/>
                  <a:gd name="connsiteY0" fmla="*/ 6586 h 6345"/>
                  <a:gd name="connsiteX1" fmla="*/ 5610 w 6343"/>
                  <a:gd name="connsiteY1" fmla="*/ 5656 h 6345"/>
                  <a:gd name="connsiteX2" fmla="*/ 6538 w 6343"/>
                  <a:gd name="connsiteY2" fmla="*/ 3413 h 6345"/>
                  <a:gd name="connsiteX3" fmla="*/ 5610 w 6343"/>
                  <a:gd name="connsiteY3" fmla="*/ 1169 h 6345"/>
                  <a:gd name="connsiteX4" fmla="*/ 3367 w 6343"/>
                  <a:gd name="connsiteY4" fmla="*/ 240 h 6345"/>
                  <a:gd name="connsiteX5" fmla="*/ 1124 w 6343"/>
                  <a:gd name="connsiteY5" fmla="*/ 1169 h 6345"/>
                  <a:gd name="connsiteX6" fmla="*/ 195 w 6343"/>
                  <a:gd name="connsiteY6" fmla="*/ 3413 h 6345"/>
                  <a:gd name="connsiteX7" fmla="*/ 1124 w 6343"/>
                  <a:gd name="connsiteY7" fmla="*/ 5656 h 6345"/>
                  <a:gd name="connsiteX8" fmla="*/ 3367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7" y="6586"/>
                    </a:moveTo>
                    <a:cubicBezTo>
                      <a:pt x="4208" y="6586"/>
                      <a:pt x="5015" y="6251"/>
                      <a:pt x="5610" y="5656"/>
                    </a:cubicBezTo>
                    <a:cubicBezTo>
                      <a:pt x="6204" y="5061"/>
                      <a:pt x="6538" y="4254"/>
                      <a:pt x="6538" y="3413"/>
                    </a:cubicBezTo>
                    <a:cubicBezTo>
                      <a:pt x="6538" y="2571"/>
                      <a:pt x="6204" y="1764"/>
                      <a:pt x="5610" y="1169"/>
                    </a:cubicBezTo>
                    <a:cubicBezTo>
                      <a:pt x="5015" y="574"/>
                      <a:pt x="4208" y="240"/>
                      <a:pt x="3367" y="240"/>
                    </a:cubicBezTo>
                    <a:cubicBezTo>
                      <a:pt x="2526" y="240"/>
                      <a:pt x="1719" y="574"/>
                      <a:pt x="1124" y="1169"/>
                    </a:cubicBezTo>
                    <a:cubicBezTo>
                      <a:pt x="530" y="1764"/>
                      <a:pt x="195" y="2571"/>
                      <a:pt x="195" y="3413"/>
                    </a:cubicBezTo>
                    <a:cubicBezTo>
                      <a:pt x="195" y="4254"/>
                      <a:pt x="530" y="5061"/>
                      <a:pt x="1124" y="5656"/>
                    </a:cubicBezTo>
                    <a:cubicBezTo>
                      <a:pt x="1719" y="6251"/>
                      <a:pt x="2526" y="6586"/>
                      <a:pt x="3367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85" name="Freeform: Shape 2084">
                <a:extLst>
                  <a:ext uri="{FF2B5EF4-FFF2-40B4-BE49-F238E27FC236}">
                    <a16:creationId xmlns:a16="http://schemas.microsoft.com/office/drawing/2014/main" id="{B448CC14-DC61-F18F-BA6F-ADA9E410B240}"/>
                  </a:ext>
                </a:extLst>
              </p:cNvPr>
              <p:cNvSpPr/>
              <p:nvPr/>
            </p:nvSpPr>
            <p:spPr>
              <a:xfrm>
                <a:off x="3561703" y="6183598"/>
                <a:ext cx="6343" cy="6345"/>
              </a:xfrm>
              <a:custGeom>
                <a:avLst/>
                <a:gdLst>
                  <a:gd name="connsiteX0" fmla="*/ 3385 w 6343"/>
                  <a:gd name="connsiteY0" fmla="*/ 6558 h 6345"/>
                  <a:gd name="connsiteX1" fmla="*/ 5628 w 6343"/>
                  <a:gd name="connsiteY1" fmla="*/ 5629 h 6345"/>
                  <a:gd name="connsiteX2" fmla="*/ 6557 w 6343"/>
                  <a:gd name="connsiteY2" fmla="*/ 3386 h 6345"/>
                  <a:gd name="connsiteX3" fmla="*/ 5628 w 6343"/>
                  <a:gd name="connsiteY3" fmla="*/ 1142 h 6345"/>
                  <a:gd name="connsiteX4" fmla="*/ 3385 w 6343"/>
                  <a:gd name="connsiteY4" fmla="*/ 213 h 6345"/>
                  <a:gd name="connsiteX5" fmla="*/ 1143 w 6343"/>
                  <a:gd name="connsiteY5" fmla="*/ 1142 h 6345"/>
                  <a:gd name="connsiteX6" fmla="*/ 214 w 6343"/>
                  <a:gd name="connsiteY6" fmla="*/ 3386 h 6345"/>
                  <a:gd name="connsiteX7" fmla="*/ 1143 w 6343"/>
                  <a:gd name="connsiteY7" fmla="*/ 5629 h 6345"/>
                  <a:gd name="connsiteX8" fmla="*/ 338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58"/>
                    </a:moveTo>
                    <a:cubicBezTo>
                      <a:pt x="4226" y="6558"/>
                      <a:pt x="5033" y="6224"/>
                      <a:pt x="5628" y="5629"/>
                    </a:cubicBezTo>
                    <a:cubicBezTo>
                      <a:pt x="6223" y="5034"/>
                      <a:pt x="6557" y="4227"/>
                      <a:pt x="6557" y="3386"/>
                    </a:cubicBezTo>
                    <a:cubicBezTo>
                      <a:pt x="6557" y="2544"/>
                      <a:pt x="6223" y="1737"/>
                      <a:pt x="5628" y="1142"/>
                    </a:cubicBezTo>
                    <a:cubicBezTo>
                      <a:pt x="5033" y="547"/>
                      <a:pt x="4226" y="213"/>
                      <a:pt x="3385" y="213"/>
                    </a:cubicBezTo>
                    <a:cubicBezTo>
                      <a:pt x="2544" y="213"/>
                      <a:pt x="1737" y="547"/>
                      <a:pt x="1143" y="1142"/>
                    </a:cubicBezTo>
                    <a:cubicBezTo>
                      <a:pt x="548" y="1737"/>
                      <a:pt x="214" y="2544"/>
                      <a:pt x="214" y="3386"/>
                    </a:cubicBezTo>
                    <a:cubicBezTo>
                      <a:pt x="214" y="4227"/>
                      <a:pt x="548" y="5034"/>
                      <a:pt x="1143" y="5629"/>
                    </a:cubicBezTo>
                    <a:cubicBezTo>
                      <a:pt x="1737" y="6224"/>
                      <a:pt x="2544" y="6558"/>
                      <a:pt x="338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86" name="Freeform: Shape 2085">
                <a:extLst>
                  <a:ext uri="{FF2B5EF4-FFF2-40B4-BE49-F238E27FC236}">
                    <a16:creationId xmlns:a16="http://schemas.microsoft.com/office/drawing/2014/main" id="{9638427A-824A-0704-6AF1-F342743DE239}"/>
                  </a:ext>
                </a:extLst>
              </p:cNvPr>
              <p:cNvSpPr/>
              <p:nvPr/>
            </p:nvSpPr>
            <p:spPr>
              <a:xfrm>
                <a:off x="3559757" y="6180548"/>
                <a:ext cx="6343" cy="6345"/>
              </a:xfrm>
              <a:custGeom>
                <a:avLst/>
                <a:gdLst>
                  <a:gd name="connsiteX0" fmla="*/ 3385 w 6343"/>
                  <a:gd name="connsiteY0" fmla="*/ 6558 h 6345"/>
                  <a:gd name="connsiteX1" fmla="*/ 5628 w 6343"/>
                  <a:gd name="connsiteY1" fmla="*/ 5629 h 6345"/>
                  <a:gd name="connsiteX2" fmla="*/ 6557 w 6343"/>
                  <a:gd name="connsiteY2" fmla="*/ 3386 h 6345"/>
                  <a:gd name="connsiteX3" fmla="*/ 5628 w 6343"/>
                  <a:gd name="connsiteY3" fmla="*/ 1142 h 6345"/>
                  <a:gd name="connsiteX4" fmla="*/ 3385 w 6343"/>
                  <a:gd name="connsiteY4" fmla="*/ 213 h 6345"/>
                  <a:gd name="connsiteX5" fmla="*/ 1142 w 6343"/>
                  <a:gd name="connsiteY5" fmla="*/ 1142 h 6345"/>
                  <a:gd name="connsiteX6" fmla="*/ 213 w 6343"/>
                  <a:gd name="connsiteY6" fmla="*/ 3386 h 6345"/>
                  <a:gd name="connsiteX7" fmla="*/ 1142 w 6343"/>
                  <a:gd name="connsiteY7" fmla="*/ 5629 h 6345"/>
                  <a:gd name="connsiteX8" fmla="*/ 338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58"/>
                    </a:moveTo>
                    <a:cubicBezTo>
                      <a:pt x="4226" y="6558"/>
                      <a:pt x="5033" y="6224"/>
                      <a:pt x="5628" y="5629"/>
                    </a:cubicBezTo>
                    <a:cubicBezTo>
                      <a:pt x="6222" y="5034"/>
                      <a:pt x="6557" y="4227"/>
                      <a:pt x="6557" y="3386"/>
                    </a:cubicBezTo>
                    <a:cubicBezTo>
                      <a:pt x="6557" y="2544"/>
                      <a:pt x="6222" y="1737"/>
                      <a:pt x="5628" y="1142"/>
                    </a:cubicBezTo>
                    <a:cubicBezTo>
                      <a:pt x="5033" y="547"/>
                      <a:pt x="4226" y="213"/>
                      <a:pt x="3385" y="213"/>
                    </a:cubicBezTo>
                    <a:cubicBezTo>
                      <a:pt x="2544" y="213"/>
                      <a:pt x="1737" y="547"/>
                      <a:pt x="1142" y="1142"/>
                    </a:cubicBezTo>
                    <a:cubicBezTo>
                      <a:pt x="548" y="1737"/>
                      <a:pt x="213" y="2544"/>
                      <a:pt x="213" y="3386"/>
                    </a:cubicBezTo>
                    <a:cubicBezTo>
                      <a:pt x="213" y="4227"/>
                      <a:pt x="548" y="5034"/>
                      <a:pt x="1142" y="5629"/>
                    </a:cubicBezTo>
                    <a:cubicBezTo>
                      <a:pt x="1737" y="6224"/>
                      <a:pt x="2544" y="6558"/>
                      <a:pt x="338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87" name="Freeform: Shape 2086">
                <a:extLst>
                  <a:ext uri="{FF2B5EF4-FFF2-40B4-BE49-F238E27FC236}">
                    <a16:creationId xmlns:a16="http://schemas.microsoft.com/office/drawing/2014/main" id="{1EC4022A-A6E7-86DD-DDF7-8A9400C54178}"/>
                  </a:ext>
                </a:extLst>
              </p:cNvPr>
              <p:cNvSpPr/>
              <p:nvPr/>
            </p:nvSpPr>
            <p:spPr>
              <a:xfrm>
                <a:off x="3555926" y="6180168"/>
                <a:ext cx="6343" cy="6345"/>
              </a:xfrm>
              <a:custGeom>
                <a:avLst/>
                <a:gdLst>
                  <a:gd name="connsiteX0" fmla="*/ 3385 w 6343"/>
                  <a:gd name="connsiteY0" fmla="*/ 6558 h 6345"/>
                  <a:gd name="connsiteX1" fmla="*/ 5627 w 6343"/>
                  <a:gd name="connsiteY1" fmla="*/ 5629 h 6345"/>
                  <a:gd name="connsiteX2" fmla="*/ 6556 w 6343"/>
                  <a:gd name="connsiteY2" fmla="*/ 3386 h 6345"/>
                  <a:gd name="connsiteX3" fmla="*/ 5627 w 6343"/>
                  <a:gd name="connsiteY3" fmla="*/ 1142 h 6345"/>
                  <a:gd name="connsiteX4" fmla="*/ 3385 w 6343"/>
                  <a:gd name="connsiteY4" fmla="*/ 213 h 6345"/>
                  <a:gd name="connsiteX5" fmla="*/ 1142 w 6343"/>
                  <a:gd name="connsiteY5" fmla="*/ 1142 h 6345"/>
                  <a:gd name="connsiteX6" fmla="*/ 213 w 6343"/>
                  <a:gd name="connsiteY6" fmla="*/ 3386 h 6345"/>
                  <a:gd name="connsiteX7" fmla="*/ 1142 w 6343"/>
                  <a:gd name="connsiteY7" fmla="*/ 5629 h 6345"/>
                  <a:gd name="connsiteX8" fmla="*/ 338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58"/>
                    </a:moveTo>
                    <a:cubicBezTo>
                      <a:pt x="4226" y="6558"/>
                      <a:pt x="5033" y="6224"/>
                      <a:pt x="5627" y="5629"/>
                    </a:cubicBezTo>
                    <a:cubicBezTo>
                      <a:pt x="6222" y="5034"/>
                      <a:pt x="6556" y="4227"/>
                      <a:pt x="6556" y="3386"/>
                    </a:cubicBezTo>
                    <a:cubicBezTo>
                      <a:pt x="6556" y="2544"/>
                      <a:pt x="6222" y="1737"/>
                      <a:pt x="5627" y="1142"/>
                    </a:cubicBezTo>
                    <a:cubicBezTo>
                      <a:pt x="5033" y="547"/>
                      <a:pt x="4226" y="213"/>
                      <a:pt x="3385" y="213"/>
                    </a:cubicBezTo>
                    <a:cubicBezTo>
                      <a:pt x="2544" y="213"/>
                      <a:pt x="1737" y="547"/>
                      <a:pt x="1142" y="1142"/>
                    </a:cubicBezTo>
                    <a:cubicBezTo>
                      <a:pt x="547" y="1737"/>
                      <a:pt x="213" y="2544"/>
                      <a:pt x="213" y="3386"/>
                    </a:cubicBezTo>
                    <a:cubicBezTo>
                      <a:pt x="213" y="4227"/>
                      <a:pt x="547" y="5034"/>
                      <a:pt x="1142" y="5629"/>
                    </a:cubicBezTo>
                    <a:cubicBezTo>
                      <a:pt x="1737" y="6224"/>
                      <a:pt x="2544" y="6558"/>
                      <a:pt x="338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88" name="Freeform: Shape 2087">
                <a:extLst>
                  <a:ext uri="{FF2B5EF4-FFF2-40B4-BE49-F238E27FC236}">
                    <a16:creationId xmlns:a16="http://schemas.microsoft.com/office/drawing/2014/main" id="{49036A18-8D28-3DC8-4629-90AE11248634}"/>
                  </a:ext>
                </a:extLst>
              </p:cNvPr>
              <p:cNvSpPr/>
              <p:nvPr/>
            </p:nvSpPr>
            <p:spPr>
              <a:xfrm>
                <a:off x="3621794" y="6074489"/>
                <a:ext cx="6343" cy="6345"/>
              </a:xfrm>
              <a:custGeom>
                <a:avLst/>
                <a:gdLst>
                  <a:gd name="connsiteX0" fmla="*/ 3390 w 6343"/>
                  <a:gd name="connsiteY0" fmla="*/ 6550 h 6345"/>
                  <a:gd name="connsiteX1" fmla="*/ 5633 w 6343"/>
                  <a:gd name="connsiteY1" fmla="*/ 5621 h 6345"/>
                  <a:gd name="connsiteX2" fmla="*/ 6561 w 6343"/>
                  <a:gd name="connsiteY2" fmla="*/ 3377 h 6345"/>
                  <a:gd name="connsiteX3" fmla="*/ 5633 w 6343"/>
                  <a:gd name="connsiteY3" fmla="*/ 1134 h 6345"/>
                  <a:gd name="connsiteX4" fmla="*/ 3390 w 6343"/>
                  <a:gd name="connsiteY4" fmla="*/ 204 h 6345"/>
                  <a:gd name="connsiteX5" fmla="*/ 1147 w 6343"/>
                  <a:gd name="connsiteY5" fmla="*/ 1134 h 6345"/>
                  <a:gd name="connsiteX6" fmla="*/ 218 w 6343"/>
                  <a:gd name="connsiteY6" fmla="*/ 3377 h 6345"/>
                  <a:gd name="connsiteX7" fmla="*/ 1147 w 6343"/>
                  <a:gd name="connsiteY7" fmla="*/ 5621 h 6345"/>
                  <a:gd name="connsiteX8" fmla="*/ 339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0"/>
                    </a:moveTo>
                    <a:cubicBezTo>
                      <a:pt x="4231" y="6550"/>
                      <a:pt x="5038" y="6216"/>
                      <a:pt x="5633" y="5621"/>
                    </a:cubicBezTo>
                    <a:cubicBezTo>
                      <a:pt x="6227" y="5026"/>
                      <a:pt x="6561" y="4219"/>
                      <a:pt x="6561" y="3377"/>
                    </a:cubicBezTo>
                    <a:cubicBezTo>
                      <a:pt x="6561" y="2536"/>
                      <a:pt x="6227" y="1729"/>
                      <a:pt x="5633" y="1134"/>
                    </a:cubicBezTo>
                    <a:cubicBezTo>
                      <a:pt x="5038" y="539"/>
                      <a:pt x="4231" y="204"/>
                      <a:pt x="3390" y="204"/>
                    </a:cubicBezTo>
                    <a:cubicBezTo>
                      <a:pt x="2549" y="204"/>
                      <a:pt x="1742" y="539"/>
                      <a:pt x="1147" y="1134"/>
                    </a:cubicBezTo>
                    <a:cubicBezTo>
                      <a:pt x="552" y="1729"/>
                      <a:pt x="218" y="2536"/>
                      <a:pt x="218" y="3377"/>
                    </a:cubicBezTo>
                    <a:cubicBezTo>
                      <a:pt x="218" y="4219"/>
                      <a:pt x="552" y="5026"/>
                      <a:pt x="1147" y="5621"/>
                    </a:cubicBezTo>
                    <a:cubicBezTo>
                      <a:pt x="1742" y="6216"/>
                      <a:pt x="2549" y="6550"/>
                      <a:pt x="339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89" name="Freeform: Shape 2088">
                <a:extLst>
                  <a:ext uri="{FF2B5EF4-FFF2-40B4-BE49-F238E27FC236}">
                    <a16:creationId xmlns:a16="http://schemas.microsoft.com/office/drawing/2014/main" id="{0E9A5FCE-3613-CDA9-AF67-0D0DA98CA857}"/>
                  </a:ext>
                </a:extLst>
              </p:cNvPr>
              <p:cNvSpPr/>
              <p:nvPr/>
            </p:nvSpPr>
            <p:spPr>
              <a:xfrm>
                <a:off x="3622982" y="6068597"/>
                <a:ext cx="6343" cy="6345"/>
              </a:xfrm>
              <a:custGeom>
                <a:avLst/>
                <a:gdLst>
                  <a:gd name="connsiteX0" fmla="*/ 3390 w 6343"/>
                  <a:gd name="connsiteY0" fmla="*/ 6549 h 6345"/>
                  <a:gd name="connsiteX1" fmla="*/ 5633 w 6343"/>
                  <a:gd name="connsiteY1" fmla="*/ 5620 h 6345"/>
                  <a:gd name="connsiteX2" fmla="*/ 6562 w 6343"/>
                  <a:gd name="connsiteY2" fmla="*/ 3377 h 6345"/>
                  <a:gd name="connsiteX3" fmla="*/ 5633 w 6343"/>
                  <a:gd name="connsiteY3" fmla="*/ 1133 h 6345"/>
                  <a:gd name="connsiteX4" fmla="*/ 3390 w 6343"/>
                  <a:gd name="connsiteY4" fmla="*/ 204 h 6345"/>
                  <a:gd name="connsiteX5" fmla="*/ 1147 w 6343"/>
                  <a:gd name="connsiteY5" fmla="*/ 1133 h 6345"/>
                  <a:gd name="connsiteX6" fmla="*/ 218 w 6343"/>
                  <a:gd name="connsiteY6" fmla="*/ 3377 h 6345"/>
                  <a:gd name="connsiteX7" fmla="*/ 1147 w 6343"/>
                  <a:gd name="connsiteY7" fmla="*/ 5620 h 6345"/>
                  <a:gd name="connsiteX8" fmla="*/ 3390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9"/>
                    </a:moveTo>
                    <a:cubicBezTo>
                      <a:pt x="4231" y="6549"/>
                      <a:pt x="5038" y="6215"/>
                      <a:pt x="5633" y="5620"/>
                    </a:cubicBezTo>
                    <a:cubicBezTo>
                      <a:pt x="6227" y="5025"/>
                      <a:pt x="6562" y="4218"/>
                      <a:pt x="6562" y="3377"/>
                    </a:cubicBezTo>
                    <a:cubicBezTo>
                      <a:pt x="6562" y="2535"/>
                      <a:pt x="6227" y="1728"/>
                      <a:pt x="5633" y="1133"/>
                    </a:cubicBezTo>
                    <a:cubicBezTo>
                      <a:pt x="5038" y="538"/>
                      <a:pt x="4231" y="204"/>
                      <a:pt x="3390" y="204"/>
                    </a:cubicBezTo>
                    <a:cubicBezTo>
                      <a:pt x="2549" y="204"/>
                      <a:pt x="1742" y="538"/>
                      <a:pt x="1147" y="1133"/>
                    </a:cubicBezTo>
                    <a:cubicBezTo>
                      <a:pt x="553" y="1728"/>
                      <a:pt x="218" y="2535"/>
                      <a:pt x="218" y="3377"/>
                    </a:cubicBezTo>
                    <a:cubicBezTo>
                      <a:pt x="218" y="4218"/>
                      <a:pt x="553" y="5025"/>
                      <a:pt x="1147" y="5620"/>
                    </a:cubicBezTo>
                    <a:cubicBezTo>
                      <a:pt x="1742" y="6215"/>
                      <a:pt x="2549" y="6549"/>
                      <a:pt x="3390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90" name="Freeform: Shape 2089">
                <a:extLst>
                  <a:ext uri="{FF2B5EF4-FFF2-40B4-BE49-F238E27FC236}">
                    <a16:creationId xmlns:a16="http://schemas.microsoft.com/office/drawing/2014/main" id="{AC1BC822-34A1-4AC2-3136-9EAACBCD58DC}"/>
                  </a:ext>
                </a:extLst>
              </p:cNvPr>
              <p:cNvSpPr/>
              <p:nvPr/>
            </p:nvSpPr>
            <p:spPr>
              <a:xfrm>
                <a:off x="3621896" y="6065805"/>
                <a:ext cx="6343" cy="6345"/>
              </a:xfrm>
              <a:custGeom>
                <a:avLst/>
                <a:gdLst>
                  <a:gd name="connsiteX0" fmla="*/ 3390 w 6343"/>
                  <a:gd name="connsiteY0" fmla="*/ 6549 h 6345"/>
                  <a:gd name="connsiteX1" fmla="*/ 5633 w 6343"/>
                  <a:gd name="connsiteY1" fmla="*/ 5620 h 6345"/>
                  <a:gd name="connsiteX2" fmla="*/ 6561 w 6343"/>
                  <a:gd name="connsiteY2" fmla="*/ 3377 h 6345"/>
                  <a:gd name="connsiteX3" fmla="*/ 5633 w 6343"/>
                  <a:gd name="connsiteY3" fmla="*/ 1133 h 6345"/>
                  <a:gd name="connsiteX4" fmla="*/ 3390 w 6343"/>
                  <a:gd name="connsiteY4" fmla="*/ 204 h 6345"/>
                  <a:gd name="connsiteX5" fmla="*/ 1147 w 6343"/>
                  <a:gd name="connsiteY5" fmla="*/ 1133 h 6345"/>
                  <a:gd name="connsiteX6" fmla="*/ 218 w 6343"/>
                  <a:gd name="connsiteY6" fmla="*/ 3377 h 6345"/>
                  <a:gd name="connsiteX7" fmla="*/ 1147 w 6343"/>
                  <a:gd name="connsiteY7" fmla="*/ 5620 h 6345"/>
                  <a:gd name="connsiteX8" fmla="*/ 3390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9"/>
                    </a:moveTo>
                    <a:cubicBezTo>
                      <a:pt x="4231" y="6549"/>
                      <a:pt x="5038" y="6215"/>
                      <a:pt x="5633" y="5620"/>
                    </a:cubicBezTo>
                    <a:cubicBezTo>
                      <a:pt x="6227" y="5025"/>
                      <a:pt x="6561" y="4218"/>
                      <a:pt x="6561" y="3377"/>
                    </a:cubicBezTo>
                    <a:cubicBezTo>
                      <a:pt x="6561" y="2535"/>
                      <a:pt x="6227" y="1728"/>
                      <a:pt x="5633" y="1133"/>
                    </a:cubicBezTo>
                    <a:cubicBezTo>
                      <a:pt x="5038" y="538"/>
                      <a:pt x="4231" y="204"/>
                      <a:pt x="3390" y="204"/>
                    </a:cubicBezTo>
                    <a:cubicBezTo>
                      <a:pt x="2549" y="204"/>
                      <a:pt x="1742" y="538"/>
                      <a:pt x="1147" y="1133"/>
                    </a:cubicBezTo>
                    <a:cubicBezTo>
                      <a:pt x="553" y="1728"/>
                      <a:pt x="218" y="2535"/>
                      <a:pt x="218" y="3377"/>
                    </a:cubicBezTo>
                    <a:cubicBezTo>
                      <a:pt x="218" y="4218"/>
                      <a:pt x="553" y="5025"/>
                      <a:pt x="1147" y="5620"/>
                    </a:cubicBezTo>
                    <a:cubicBezTo>
                      <a:pt x="1742" y="6215"/>
                      <a:pt x="2549" y="6549"/>
                      <a:pt x="3390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91" name="Freeform: Shape 2090">
                <a:extLst>
                  <a:ext uri="{FF2B5EF4-FFF2-40B4-BE49-F238E27FC236}">
                    <a16:creationId xmlns:a16="http://schemas.microsoft.com/office/drawing/2014/main" id="{BD70EA7F-5620-536A-DA31-0B1D2A93BC5C}"/>
                  </a:ext>
                </a:extLst>
              </p:cNvPr>
              <p:cNvSpPr/>
              <p:nvPr/>
            </p:nvSpPr>
            <p:spPr>
              <a:xfrm>
                <a:off x="3285548" y="6498102"/>
                <a:ext cx="6343" cy="6345"/>
              </a:xfrm>
              <a:custGeom>
                <a:avLst/>
                <a:gdLst>
                  <a:gd name="connsiteX0" fmla="*/ 3363 w 6343"/>
                  <a:gd name="connsiteY0" fmla="*/ 6583 h 6345"/>
                  <a:gd name="connsiteX1" fmla="*/ 5606 w 6343"/>
                  <a:gd name="connsiteY1" fmla="*/ 5654 h 6345"/>
                  <a:gd name="connsiteX2" fmla="*/ 6535 w 6343"/>
                  <a:gd name="connsiteY2" fmla="*/ 3411 h 6345"/>
                  <a:gd name="connsiteX3" fmla="*/ 5606 w 6343"/>
                  <a:gd name="connsiteY3" fmla="*/ 1167 h 6345"/>
                  <a:gd name="connsiteX4" fmla="*/ 3363 w 6343"/>
                  <a:gd name="connsiteY4" fmla="*/ 238 h 6345"/>
                  <a:gd name="connsiteX5" fmla="*/ 1121 w 6343"/>
                  <a:gd name="connsiteY5" fmla="*/ 1167 h 6345"/>
                  <a:gd name="connsiteX6" fmla="*/ 192 w 6343"/>
                  <a:gd name="connsiteY6" fmla="*/ 3411 h 6345"/>
                  <a:gd name="connsiteX7" fmla="*/ 1121 w 6343"/>
                  <a:gd name="connsiteY7" fmla="*/ 5654 h 6345"/>
                  <a:gd name="connsiteX8" fmla="*/ 3363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83"/>
                    </a:moveTo>
                    <a:cubicBezTo>
                      <a:pt x="4204" y="6583"/>
                      <a:pt x="5011" y="6249"/>
                      <a:pt x="5606" y="5654"/>
                    </a:cubicBezTo>
                    <a:cubicBezTo>
                      <a:pt x="6201" y="5059"/>
                      <a:pt x="6535" y="4252"/>
                      <a:pt x="6535" y="3411"/>
                    </a:cubicBezTo>
                    <a:cubicBezTo>
                      <a:pt x="6535" y="2569"/>
                      <a:pt x="6201" y="1762"/>
                      <a:pt x="5606" y="1167"/>
                    </a:cubicBezTo>
                    <a:cubicBezTo>
                      <a:pt x="5011" y="572"/>
                      <a:pt x="4204" y="238"/>
                      <a:pt x="3363" y="238"/>
                    </a:cubicBezTo>
                    <a:cubicBezTo>
                      <a:pt x="2522" y="238"/>
                      <a:pt x="1715" y="572"/>
                      <a:pt x="1121" y="1167"/>
                    </a:cubicBezTo>
                    <a:cubicBezTo>
                      <a:pt x="526" y="1762"/>
                      <a:pt x="192" y="2569"/>
                      <a:pt x="192" y="3411"/>
                    </a:cubicBezTo>
                    <a:cubicBezTo>
                      <a:pt x="192" y="4252"/>
                      <a:pt x="526" y="5059"/>
                      <a:pt x="1121" y="5654"/>
                    </a:cubicBezTo>
                    <a:cubicBezTo>
                      <a:pt x="1715" y="6249"/>
                      <a:pt x="2522" y="6583"/>
                      <a:pt x="3363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92" name="Freeform: Shape 2091">
                <a:extLst>
                  <a:ext uri="{FF2B5EF4-FFF2-40B4-BE49-F238E27FC236}">
                    <a16:creationId xmlns:a16="http://schemas.microsoft.com/office/drawing/2014/main" id="{6EA02E5C-5417-7497-1678-ADE9CC6A11B6}"/>
                  </a:ext>
                </a:extLst>
              </p:cNvPr>
              <p:cNvSpPr/>
              <p:nvPr/>
            </p:nvSpPr>
            <p:spPr>
              <a:xfrm>
                <a:off x="3281234" y="6494030"/>
                <a:ext cx="6343" cy="6345"/>
              </a:xfrm>
              <a:custGeom>
                <a:avLst/>
                <a:gdLst>
                  <a:gd name="connsiteX0" fmla="*/ 3363 w 6343"/>
                  <a:gd name="connsiteY0" fmla="*/ 6583 h 6345"/>
                  <a:gd name="connsiteX1" fmla="*/ 5606 w 6343"/>
                  <a:gd name="connsiteY1" fmla="*/ 5654 h 6345"/>
                  <a:gd name="connsiteX2" fmla="*/ 6535 w 6343"/>
                  <a:gd name="connsiteY2" fmla="*/ 3410 h 6345"/>
                  <a:gd name="connsiteX3" fmla="*/ 5606 w 6343"/>
                  <a:gd name="connsiteY3" fmla="*/ 1167 h 6345"/>
                  <a:gd name="connsiteX4" fmla="*/ 3363 w 6343"/>
                  <a:gd name="connsiteY4" fmla="*/ 238 h 6345"/>
                  <a:gd name="connsiteX5" fmla="*/ 1120 w 6343"/>
                  <a:gd name="connsiteY5" fmla="*/ 1167 h 6345"/>
                  <a:gd name="connsiteX6" fmla="*/ 191 w 6343"/>
                  <a:gd name="connsiteY6" fmla="*/ 3410 h 6345"/>
                  <a:gd name="connsiteX7" fmla="*/ 1120 w 6343"/>
                  <a:gd name="connsiteY7" fmla="*/ 5654 h 6345"/>
                  <a:gd name="connsiteX8" fmla="*/ 3363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83"/>
                    </a:moveTo>
                    <a:cubicBezTo>
                      <a:pt x="4204" y="6583"/>
                      <a:pt x="5011" y="6249"/>
                      <a:pt x="5606" y="5654"/>
                    </a:cubicBezTo>
                    <a:cubicBezTo>
                      <a:pt x="6200" y="5059"/>
                      <a:pt x="6535" y="4252"/>
                      <a:pt x="6535" y="3410"/>
                    </a:cubicBezTo>
                    <a:cubicBezTo>
                      <a:pt x="6535" y="2569"/>
                      <a:pt x="6200" y="1762"/>
                      <a:pt x="5606" y="1167"/>
                    </a:cubicBezTo>
                    <a:cubicBezTo>
                      <a:pt x="5011" y="572"/>
                      <a:pt x="4204" y="238"/>
                      <a:pt x="3363" y="238"/>
                    </a:cubicBezTo>
                    <a:cubicBezTo>
                      <a:pt x="2522" y="238"/>
                      <a:pt x="1715" y="572"/>
                      <a:pt x="1120" y="1167"/>
                    </a:cubicBezTo>
                    <a:cubicBezTo>
                      <a:pt x="526" y="1762"/>
                      <a:pt x="191" y="2569"/>
                      <a:pt x="191" y="3410"/>
                    </a:cubicBezTo>
                    <a:cubicBezTo>
                      <a:pt x="191" y="4252"/>
                      <a:pt x="526" y="5059"/>
                      <a:pt x="1120" y="5654"/>
                    </a:cubicBezTo>
                    <a:cubicBezTo>
                      <a:pt x="1715" y="6249"/>
                      <a:pt x="2522" y="6583"/>
                      <a:pt x="3363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93" name="Freeform: Shape 2092">
                <a:extLst>
                  <a:ext uri="{FF2B5EF4-FFF2-40B4-BE49-F238E27FC236}">
                    <a16:creationId xmlns:a16="http://schemas.microsoft.com/office/drawing/2014/main" id="{7E4F765B-6D24-5B55-C3C3-49A70C59E9E2}"/>
                  </a:ext>
                </a:extLst>
              </p:cNvPr>
              <p:cNvSpPr/>
              <p:nvPr/>
            </p:nvSpPr>
            <p:spPr>
              <a:xfrm>
                <a:off x="3629246" y="6044191"/>
                <a:ext cx="6343" cy="6345"/>
              </a:xfrm>
              <a:custGeom>
                <a:avLst/>
                <a:gdLst>
                  <a:gd name="connsiteX0" fmla="*/ 3390 w 6343"/>
                  <a:gd name="connsiteY0" fmla="*/ 6548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0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8"/>
                    </a:moveTo>
                    <a:cubicBezTo>
                      <a:pt x="4232" y="6548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2" y="202"/>
                      <a:pt x="3390" y="202"/>
                    </a:cubicBezTo>
                    <a:cubicBezTo>
                      <a:pt x="2549" y="202"/>
                      <a:pt x="1743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3" y="6213"/>
                      <a:pt x="2549" y="6548"/>
                      <a:pt x="3390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94" name="Freeform: Shape 2093">
                <a:extLst>
                  <a:ext uri="{FF2B5EF4-FFF2-40B4-BE49-F238E27FC236}">
                    <a16:creationId xmlns:a16="http://schemas.microsoft.com/office/drawing/2014/main" id="{B8E19DF5-1F0F-4F76-74DE-B8263F5DB4C8}"/>
                  </a:ext>
                </a:extLst>
              </p:cNvPr>
              <p:cNvSpPr/>
              <p:nvPr/>
            </p:nvSpPr>
            <p:spPr>
              <a:xfrm>
                <a:off x="3627328" y="6042726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95" name="Freeform: Shape 2094">
                <a:extLst>
                  <a:ext uri="{FF2B5EF4-FFF2-40B4-BE49-F238E27FC236}">
                    <a16:creationId xmlns:a16="http://schemas.microsoft.com/office/drawing/2014/main" id="{F578C7C2-576F-DD5E-A45B-7449F8698320}"/>
                  </a:ext>
                </a:extLst>
              </p:cNvPr>
              <p:cNvSpPr/>
              <p:nvPr/>
            </p:nvSpPr>
            <p:spPr>
              <a:xfrm>
                <a:off x="3627519" y="6038657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4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4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4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96" name="Freeform: Shape 2095">
                <a:extLst>
                  <a:ext uri="{FF2B5EF4-FFF2-40B4-BE49-F238E27FC236}">
                    <a16:creationId xmlns:a16="http://schemas.microsoft.com/office/drawing/2014/main" id="{7887B08C-5C8B-455B-578B-423CA10E565F}"/>
                  </a:ext>
                </a:extLst>
              </p:cNvPr>
              <p:cNvSpPr/>
              <p:nvPr/>
            </p:nvSpPr>
            <p:spPr>
              <a:xfrm>
                <a:off x="3624879" y="6038102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7 w 6343"/>
                  <a:gd name="connsiteY5" fmla="*/ 1131 h 6345"/>
                  <a:gd name="connsiteX6" fmla="*/ 219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7" y="5023"/>
                      <a:pt x="6562" y="4216"/>
                      <a:pt x="6562" y="3374"/>
                    </a:cubicBezTo>
                    <a:cubicBezTo>
                      <a:pt x="6562" y="2533"/>
                      <a:pt x="6227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7" y="1131"/>
                    </a:cubicBezTo>
                    <a:cubicBezTo>
                      <a:pt x="553" y="1726"/>
                      <a:pt x="219" y="2533"/>
                      <a:pt x="219" y="3374"/>
                    </a:cubicBezTo>
                    <a:cubicBezTo>
                      <a:pt x="219" y="4216"/>
                      <a:pt x="553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97" name="Freeform: Shape 2096">
                <a:extLst>
                  <a:ext uri="{FF2B5EF4-FFF2-40B4-BE49-F238E27FC236}">
                    <a16:creationId xmlns:a16="http://schemas.microsoft.com/office/drawing/2014/main" id="{02DA2831-9620-E4C1-3F48-65BEA3A8EE85}"/>
                  </a:ext>
                </a:extLst>
              </p:cNvPr>
              <p:cNvSpPr/>
              <p:nvPr/>
            </p:nvSpPr>
            <p:spPr>
              <a:xfrm>
                <a:off x="3623028" y="6036573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1 h 6345"/>
                  <a:gd name="connsiteX5" fmla="*/ 1147 w 6343"/>
                  <a:gd name="connsiteY5" fmla="*/ 1131 h 6345"/>
                  <a:gd name="connsiteX6" fmla="*/ 218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7" y="5023"/>
                      <a:pt x="6562" y="4216"/>
                      <a:pt x="6562" y="3374"/>
                    </a:cubicBezTo>
                    <a:cubicBezTo>
                      <a:pt x="6562" y="2533"/>
                      <a:pt x="6227" y="1726"/>
                      <a:pt x="5633" y="1131"/>
                    </a:cubicBezTo>
                    <a:cubicBezTo>
                      <a:pt x="5038" y="536"/>
                      <a:pt x="4231" y="201"/>
                      <a:pt x="3390" y="201"/>
                    </a:cubicBezTo>
                    <a:cubicBezTo>
                      <a:pt x="2549" y="201"/>
                      <a:pt x="1742" y="536"/>
                      <a:pt x="1147" y="1131"/>
                    </a:cubicBezTo>
                    <a:cubicBezTo>
                      <a:pt x="553" y="1726"/>
                      <a:pt x="218" y="2533"/>
                      <a:pt x="218" y="3374"/>
                    </a:cubicBezTo>
                    <a:cubicBezTo>
                      <a:pt x="218" y="4216"/>
                      <a:pt x="553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98" name="Freeform: Shape 2097">
                <a:extLst>
                  <a:ext uri="{FF2B5EF4-FFF2-40B4-BE49-F238E27FC236}">
                    <a16:creationId xmlns:a16="http://schemas.microsoft.com/office/drawing/2014/main" id="{BA0B175D-EF6A-42EA-3D17-86F1A29DC1D3}"/>
                  </a:ext>
                </a:extLst>
              </p:cNvPr>
              <p:cNvSpPr/>
              <p:nvPr/>
            </p:nvSpPr>
            <p:spPr>
              <a:xfrm>
                <a:off x="3620051" y="6036381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2 w 6343"/>
                  <a:gd name="connsiteY1" fmla="*/ 5618 h 6345"/>
                  <a:gd name="connsiteX2" fmla="*/ 6561 w 6343"/>
                  <a:gd name="connsiteY2" fmla="*/ 3374 h 6345"/>
                  <a:gd name="connsiteX3" fmla="*/ 5632 w 6343"/>
                  <a:gd name="connsiteY3" fmla="*/ 1131 h 6345"/>
                  <a:gd name="connsiteX4" fmla="*/ 3390 w 6343"/>
                  <a:gd name="connsiteY4" fmla="*/ 201 h 6345"/>
                  <a:gd name="connsiteX5" fmla="*/ 1147 w 6343"/>
                  <a:gd name="connsiteY5" fmla="*/ 1131 h 6345"/>
                  <a:gd name="connsiteX6" fmla="*/ 218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2" y="5618"/>
                    </a:cubicBezTo>
                    <a:cubicBezTo>
                      <a:pt x="6227" y="5023"/>
                      <a:pt x="6561" y="4216"/>
                      <a:pt x="6561" y="3374"/>
                    </a:cubicBezTo>
                    <a:cubicBezTo>
                      <a:pt x="6561" y="2533"/>
                      <a:pt x="6227" y="1726"/>
                      <a:pt x="5632" y="1131"/>
                    </a:cubicBezTo>
                    <a:cubicBezTo>
                      <a:pt x="5038" y="536"/>
                      <a:pt x="4231" y="201"/>
                      <a:pt x="3390" y="201"/>
                    </a:cubicBezTo>
                    <a:cubicBezTo>
                      <a:pt x="2549" y="201"/>
                      <a:pt x="1742" y="536"/>
                      <a:pt x="1147" y="1131"/>
                    </a:cubicBezTo>
                    <a:cubicBezTo>
                      <a:pt x="552" y="1726"/>
                      <a:pt x="218" y="2533"/>
                      <a:pt x="218" y="3374"/>
                    </a:cubicBezTo>
                    <a:cubicBezTo>
                      <a:pt x="218" y="4216"/>
                      <a:pt x="552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99" name="Freeform: Shape 2098">
                <a:extLst>
                  <a:ext uri="{FF2B5EF4-FFF2-40B4-BE49-F238E27FC236}">
                    <a16:creationId xmlns:a16="http://schemas.microsoft.com/office/drawing/2014/main" id="{320F280A-1CA8-C5D3-7B79-7D522DAEE33B}"/>
                  </a:ext>
                </a:extLst>
              </p:cNvPr>
              <p:cNvSpPr/>
              <p:nvPr/>
            </p:nvSpPr>
            <p:spPr>
              <a:xfrm>
                <a:off x="2930234" y="6842317"/>
                <a:ext cx="6343" cy="6345"/>
              </a:xfrm>
              <a:custGeom>
                <a:avLst/>
                <a:gdLst>
                  <a:gd name="connsiteX0" fmla="*/ 3335 w 6343"/>
                  <a:gd name="connsiteY0" fmla="*/ 6610 h 6345"/>
                  <a:gd name="connsiteX1" fmla="*/ 5578 w 6343"/>
                  <a:gd name="connsiteY1" fmla="*/ 5681 h 6345"/>
                  <a:gd name="connsiteX2" fmla="*/ 6507 w 6343"/>
                  <a:gd name="connsiteY2" fmla="*/ 3438 h 6345"/>
                  <a:gd name="connsiteX3" fmla="*/ 5578 w 6343"/>
                  <a:gd name="connsiteY3" fmla="*/ 1194 h 6345"/>
                  <a:gd name="connsiteX4" fmla="*/ 3335 w 6343"/>
                  <a:gd name="connsiteY4" fmla="*/ 265 h 6345"/>
                  <a:gd name="connsiteX5" fmla="*/ 1093 w 6343"/>
                  <a:gd name="connsiteY5" fmla="*/ 1194 h 6345"/>
                  <a:gd name="connsiteX6" fmla="*/ 164 w 6343"/>
                  <a:gd name="connsiteY6" fmla="*/ 3438 h 6345"/>
                  <a:gd name="connsiteX7" fmla="*/ 1093 w 6343"/>
                  <a:gd name="connsiteY7" fmla="*/ 5681 h 6345"/>
                  <a:gd name="connsiteX8" fmla="*/ 3335 w 6343"/>
                  <a:gd name="connsiteY8" fmla="*/ 66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5" y="6610"/>
                    </a:moveTo>
                    <a:cubicBezTo>
                      <a:pt x="4176" y="6610"/>
                      <a:pt x="4983" y="6276"/>
                      <a:pt x="5578" y="5681"/>
                    </a:cubicBezTo>
                    <a:cubicBezTo>
                      <a:pt x="6173" y="5086"/>
                      <a:pt x="6507" y="4279"/>
                      <a:pt x="6507" y="3438"/>
                    </a:cubicBezTo>
                    <a:cubicBezTo>
                      <a:pt x="6507" y="2596"/>
                      <a:pt x="6173" y="1789"/>
                      <a:pt x="5578" y="1194"/>
                    </a:cubicBezTo>
                    <a:cubicBezTo>
                      <a:pt x="4983" y="599"/>
                      <a:pt x="4176" y="265"/>
                      <a:pt x="3335" y="265"/>
                    </a:cubicBezTo>
                    <a:cubicBezTo>
                      <a:pt x="2494" y="265"/>
                      <a:pt x="1687" y="599"/>
                      <a:pt x="1093" y="1194"/>
                    </a:cubicBezTo>
                    <a:cubicBezTo>
                      <a:pt x="498" y="1789"/>
                      <a:pt x="164" y="2596"/>
                      <a:pt x="164" y="3438"/>
                    </a:cubicBezTo>
                    <a:cubicBezTo>
                      <a:pt x="164" y="4279"/>
                      <a:pt x="498" y="5086"/>
                      <a:pt x="1093" y="5681"/>
                    </a:cubicBezTo>
                    <a:cubicBezTo>
                      <a:pt x="1687" y="6276"/>
                      <a:pt x="2494" y="6610"/>
                      <a:pt x="3335" y="66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00" name="Freeform: Shape 2099">
                <a:extLst>
                  <a:ext uri="{FF2B5EF4-FFF2-40B4-BE49-F238E27FC236}">
                    <a16:creationId xmlns:a16="http://schemas.microsoft.com/office/drawing/2014/main" id="{8B2388E1-88B2-EE2F-B675-EBFD8C727E55}"/>
                  </a:ext>
                </a:extLst>
              </p:cNvPr>
              <p:cNvSpPr/>
              <p:nvPr/>
            </p:nvSpPr>
            <p:spPr>
              <a:xfrm>
                <a:off x="2943909" y="6812807"/>
                <a:ext cx="6343" cy="6345"/>
              </a:xfrm>
              <a:custGeom>
                <a:avLst/>
                <a:gdLst>
                  <a:gd name="connsiteX0" fmla="*/ 3336 w 6343"/>
                  <a:gd name="connsiteY0" fmla="*/ 6608 h 6345"/>
                  <a:gd name="connsiteX1" fmla="*/ 5579 w 6343"/>
                  <a:gd name="connsiteY1" fmla="*/ 5679 h 6345"/>
                  <a:gd name="connsiteX2" fmla="*/ 6508 w 6343"/>
                  <a:gd name="connsiteY2" fmla="*/ 3435 h 6345"/>
                  <a:gd name="connsiteX3" fmla="*/ 5579 w 6343"/>
                  <a:gd name="connsiteY3" fmla="*/ 1192 h 6345"/>
                  <a:gd name="connsiteX4" fmla="*/ 3336 w 6343"/>
                  <a:gd name="connsiteY4" fmla="*/ 263 h 6345"/>
                  <a:gd name="connsiteX5" fmla="*/ 1094 w 6343"/>
                  <a:gd name="connsiteY5" fmla="*/ 1192 h 6345"/>
                  <a:gd name="connsiteX6" fmla="*/ 165 w 6343"/>
                  <a:gd name="connsiteY6" fmla="*/ 3435 h 6345"/>
                  <a:gd name="connsiteX7" fmla="*/ 1094 w 6343"/>
                  <a:gd name="connsiteY7" fmla="*/ 5679 h 6345"/>
                  <a:gd name="connsiteX8" fmla="*/ 3336 w 6343"/>
                  <a:gd name="connsiteY8" fmla="*/ 66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6" y="6608"/>
                    </a:moveTo>
                    <a:cubicBezTo>
                      <a:pt x="4178" y="6608"/>
                      <a:pt x="4984" y="6274"/>
                      <a:pt x="5579" y="5679"/>
                    </a:cubicBezTo>
                    <a:cubicBezTo>
                      <a:pt x="6174" y="5084"/>
                      <a:pt x="6508" y="4277"/>
                      <a:pt x="6508" y="3435"/>
                    </a:cubicBezTo>
                    <a:cubicBezTo>
                      <a:pt x="6508" y="2594"/>
                      <a:pt x="6174" y="1787"/>
                      <a:pt x="5579" y="1192"/>
                    </a:cubicBezTo>
                    <a:cubicBezTo>
                      <a:pt x="4984" y="597"/>
                      <a:pt x="4178" y="263"/>
                      <a:pt x="3336" y="263"/>
                    </a:cubicBezTo>
                    <a:cubicBezTo>
                      <a:pt x="2495" y="263"/>
                      <a:pt x="1689" y="597"/>
                      <a:pt x="1094" y="1192"/>
                    </a:cubicBezTo>
                    <a:cubicBezTo>
                      <a:pt x="499" y="1787"/>
                      <a:pt x="165" y="2594"/>
                      <a:pt x="165" y="3435"/>
                    </a:cubicBezTo>
                    <a:cubicBezTo>
                      <a:pt x="165" y="4277"/>
                      <a:pt x="499" y="5084"/>
                      <a:pt x="1094" y="5679"/>
                    </a:cubicBezTo>
                    <a:cubicBezTo>
                      <a:pt x="1689" y="6274"/>
                      <a:pt x="2495" y="6608"/>
                      <a:pt x="3336" y="66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01" name="Freeform: Shape 2100">
                <a:extLst>
                  <a:ext uri="{FF2B5EF4-FFF2-40B4-BE49-F238E27FC236}">
                    <a16:creationId xmlns:a16="http://schemas.microsoft.com/office/drawing/2014/main" id="{826C79F5-319F-053C-2554-971ECAC4F51E}"/>
                  </a:ext>
                </a:extLst>
              </p:cNvPr>
              <p:cNvSpPr/>
              <p:nvPr/>
            </p:nvSpPr>
            <p:spPr>
              <a:xfrm>
                <a:off x="3188233" y="6519798"/>
                <a:ext cx="6343" cy="6345"/>
              </a:xfrm>
              <a:custGeom>
                <a:avLst/>
                <a:gdLst>
                  <a:gd name="connsiteX0" fmla="*/ 3356 w 6343"/>
                  <a:gd name="connsiteY0" fmla="*/ 6585 h 6345"/>
                  <a:gd name="connsiteX1" fmla="*/ 5598 w 6343"/>
                  <a:gd name="connsiteY1" fmla="*/ 5656 h 6345"/>
                  <a:gd name="connsiteX2" fmla="*/ 6527 w 6343"/>
                  <a:gd name="connsiteY2" fmla="*/ 3412 h 6345"/>
                  <a:gd name="connsiteX3" fmla="*/ 5598 w 6343"/>
                  <a:gd name="connsiteY3" fmla="*/ 1169 h 6345"/>
                  <a:gd name="connsiteX4" fmla="*/ 3356 w 6343"/>
                  <a:gd name="connsiteY4" fmla="*/ 240 h 6345"/>
                  <a:gd name="connsiteX5" fmla="*/ 1113 w 6343"/>
                  <a:gd name="connsiteY5" fmla="*/ 1169 h 6345"/>
                  <a:gd name="connsiteX6" fmla="*/ 184 w 6343"/>
                  <a:gd name="connsiteY6" fmla="*/ 3412 h 6345"/>
                  <a:gd name="connsiteX7" fmla="*/ 1113 w 6343"/>
                  <a:gd name="connsiteY7" fmla="*/ 5656 h 6345"/>
                  <a:gd name="connsiteX8" fmla="*/ 3356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585"/>
                    </a:moveTo>
                    <a:cubicBezTo>
                      <a:pt x="4197" y="6585"/>
                      <a:pt x="5004" y="6251"/>
                      <a:pt x="5598" y="5656"/>
                    </a:cubicBezTo>
                    <a:cubicBezTo>
                      <a:pt x="6193" y="5061"/>
                      <a:pt x="6527" y="4254"/>
                      <a:pt x="6527" y="3412"/>
                    </a:cubicBezTo>
                    <a:cubicBezTo>
                      <a:pt x="6527" y="2571"/>
                      <a:pt x="6193" y="1764"/>
                      <a:pt x="5598" y="1169"/>
                    </a:cubicBezTo>
                    <a:cubicBezTo>
                      <a:pt x="5004" y="574"/>
                      <a:pt x="4197" y="240"/>
                      <a:pt x="3356" y="240"/>
                    </a:cubicBezTo>
                    <a:cubicBezTo>
                      <a:pt x="2515" y="240"/>
                      <a:pt x="1708" y="574"/>
                      <a:pt x="1113" y="1169"/>
                    </a:cubicBezTo>
                    <a:cubicBezTo>
                      <a:pt x="518" y="1764"/>
                      <a:pt x="184" y="2571"/>
                      <a:pt x="184" y="3412"/>
                    </a:cubicBezTo>
                    <a:cubicBezTo>
                      <a:pt x="184" y="4254"/>
                      <a:pt x="518" y="5061"/>
                      <a:pt x="1113" y="5656"/>
                    </a:cubicBezTo>
                    <a:cubicBezTo>
                      <a:pt x="1708" y="6251"/>
                      <a:pt x="2515" y="6585"/>
                      <a:pt x="3356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02" name="Freeform: Shape 2101">
                <a:extLst>
                  <a:ext uri="{FF2B5EF4-FFF2-40B4-BE49-F238E27FC236}">
                    <a16:creationId xmlns:a16="http://schemas.microsoft.com/office/drawing/2014/main" id="{489026A5-058E-756D-5A87-D2226FF92437}"/>
                  </a:ext>
                </a:extLst>
              </p:cNvPr>
              <p:cNvSpPr/>
              <p:nvPr/>
            </p:nvSpPr>
            <p:spPr>
              <a:xfrm>
                <a:off x="3181952" y="6517257"/>
                <a:ext cx="6343" cy="6345"/>
              </a:xfrm>
              <a:custGeom>
                <a:avLst/>
                <a:gdLst>
                  <a:gd name="connsiteX0" fmla="*/ 3355 w 6343"/>
                  <a:gd name="connsiteY0" fmla="*/ 6585 h 6345"/>
                  <a:gd name="connsiteX1" fmla="*/ 5598 w 6343"/>
                  <a:gd name="connsiteY1" fmla="*/ 5656 h 6345"/>
                  <a:gd name="connsiteX2" fmla="*/ 6527 w 6343"/>
                  <a:gd name="connsiteY2" fmla="*/ 3412 h 6345"/>
                  <a:gd name="connsiteX3" fmla="*/ 5598 w 6343"/>
                  <a:gd name="connsiteY3" fmla="*/ 1169 h 6345"/>
                  <a:gd name="connsiteX4" fmla="*/ 3355 w 6343"/>
                  <a:gd name="connsiteY4" fmla="*/ 239 h 6345"/>
                  <a:gd name="connsiteX5" fmla="*/ 1113 w 6343"/>
                  <a:gd name="connsiteY5" fmla="*/ 1169 h 6345"/>
                  <a:gd name="connsiteX6" fmla="*/ 184 w 6343"/>
                  <a:gd name="connsiteY6" fmla="*/ 3412 h 6345"/>
                  <a:gd name="connsiteX7" fmla="*/ 1113 w 6343"/>
                  <a:gd name="connsiteY7" fmla="*/ 5656 h 6345"/>
                  <a:gd name="connsiteX8" fmla="*/ 3355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85"/>
                    </a:moveTo>
                    <a:cubicBezTo>
                      <a:pt x="4196" y="6585"/>
                      <a:pt x="5003" y="6250"/>
                      <a:pt x="5598" y="5656"/>
                    </a:cubicBezTo>
                    <a:cubicBezTo>
                      <a:pt x="6193" y="5061"/>
                      <a:pt x="6527" y="4253"/>
                      <a:pt x="6527" y="3412"/>
                    </a:cubicBezTo>
                    <a:cubicBezTo>
                      <a:pt x="6527" y="2571"/>
                      <a:pt x="6193" y="1764"/>
                      <a:pt x="5598" y="1169"/>
                    </a:cubicBezTo>
                    <a:cubicBezTo>
                      <a:pt x="5003" y="574"/>
                      <a:pt x="4196" y="239"/>
                      <a:pt x="3355" y="239"/>
                    </a:cubicBezTo>
                    <a:cubicBezTo>
                      <a:pt x="2514" y="239"/>
                      <a:pt x="1707" y="574"/>
                      <a:pt x="1113" y="1169"/>
                    </a:cubicBezTo>
                    <a:cubicBezTo>
                      <a:pt x="518" y="1764"/>
                      <a:pt x="184" y="2571"/>
                      <a:pt x="184" y="3412"/>
                    </a:cubicBezTo>
                    <a:cubicBezTo>
                      <a:pt x="184" y="4253"/>
                      <a:pt x="518" y="5061"/>
                      <a:pt x="1113" y="5656"/>
                    </a:cubicBezTo>
                    <a:cubicBezTo>
                      <a:pt x="1707" y="6250"/>
                      <a:pt x="2514" y="6585"/>
                      <a:pt x="3355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03" name="Freeform: Shape 2102">
                <a:extLst>
                  <a:ext uri="{FF2B5EF4-FFF2-40B4-BE49-F238E27FC236}">
                    <a16:creationId xmlns:a16="http://schemas.microsoft.com/office/drawing/2014/main" id="{E1729C4B-A130-C1B7-CBEF-127A892A81C3}"/>
                  </a:ext>
                </a:extLst>
              </p:cNvPr>
              <p:cNvSpPr/>
              <p:nvPr/>
            </p:nvSpPr>
            <p:spPr>
              <a:xfrm>
                <a:off x="3095563" y="6604155"/>
                <a:ext cx="6343" cy="6345"/>
              </a:xfrm>
              <a:custGeom>
                <a:avLst/>
                <a:gdLst>
                  <a:gd name="connsiteX0" fmla="*/ 3348 w 6343"/>
                  <a:gd name="connsiteY0" fmla="*/ 6592 h 6345"/>
                  <a:gd name="connsiteX1" fmla="*/ 5591 w 6343"/>
                  <a:gd name="connsiteY1" fmla="*/ 5662 h 6345"/>
                  <a:gd name="connsiteX2" fmla="*/ 6520 w 6343"/>
                  <a:gd name="connsiteY2" fmla="*/ 3419 h 6345"/>
                  <a:gd name="connsiteX3" fmla="*/ 5591 w 6343"/>
                  <a:gd name="connsiteY3" fmla="*/ 1175 h 6345"/>
                  <a:gd name="connsiteX4" fmla="*/ 3348 w 6343"/>
                  <a:gd name="connsiteY4" fmla="*/ 246 h 6345"/>
                  <a:gd name="connsiteX5" fmla="*/ 1106 w 6343"/>
                  <a:gd name="connsiteY5" fmla="*/ 1175 h 6345"/>
                  <a:gd name="connsiteX6" fmla="*/ 177 w 6343"/>
                  <a:gd name="connsiteY6" fmla="*/ 3419 h 6345"/>
                  <a:gd name="connsiteX7" fmla="*/ 1106 w 6343"/>
                  <a:gd name="connsiteY7" fmla="*/ 5662 h 6345"/>
                  <a:gd name="connsiteX8" fmla="*/ 3348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92"/>
                    </a:moveTo>
                    <a:cubicBezTo>
                      <a:pt x="4190" y="6592"/>
                      <a:pt x="4996" y="6257"/>
                      <a:pt x="5591" y="5662"/>
                    </a:cubicBezTo>
                    <a:cubicBezTo>
                      <a:pt x="6186" y="5067"/>
                      <a:pt x="6520" y="4260"/>
                      <a:pt x="6520" y="3419"/>
                    </a:cubicBezTo>
                    <a:cubicBezTo>
                      <a:pt x="6520" y="2578"/>
                      <a:pt x="6186" y="1770"/>
                      <a:pt x="5591" y="1175"/>
                    </a:cubicBezTo>
                    <a:cubicBezTo>
                      <a:pt x="4996" y="581"/>
                      <a:pt x="4190" y="246"/>
                      <a:pt x="3348" y="246"/>
                    </a:cubicBezTo>
                    <a:cubicBezTo>
                      <a:pt x="2507" y="246"/>
                      <a:pt x="1701" y="581"/>
                      <a:pt x="1106" y="1175"/>
                    </a:cubicBezTo>
                    <a:cubicBezTo>
                      <a:pt x="511" y="1770"/>
                      <a:pt x="177" y="2578"/>
                      <a:pt x="177" y="3419"/>
                    </a:cubicBezTo>
                    <a:cubicBezTo>
                      <a:pt x="177" y="4260"/>
                      <a:pt x="511" y="5067"/>
                      <a:pt x="1106" y="5662"/>
                    </a:cubicBezTo>
                    <a:cubicBezTo>
                      <a:pt x="1701" y="6257"/>
                      <a:pt x="2507" y="6592"/>
                      <a:pt x="3348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04" name="Freeform: Shape 2103">
                <a:extLst>
                  <a:ext uri="{FF2B5EF4-FFF2-40B4-BE49-F238E27FC236}">
                    <a16:creationId xmlns:a16="http://schemas.microsoft.com/office/drawing/2014/main" id="{40D7D30E-D082-9AF9-1A8E-AF8AA4469569}"/>
                  </a:ext>
                </a:extLst>
              </p:cNvPr>
              <p:cNvSpPr/>
              <p:nvPr/>
            </p:nvSpPr>
            <p:spPr>
              <a:xfrm>
                <a:off x="3094890" y="6594247"/>
                <a:ext cx="6343" cy="6345"/>
              </a:xfrm>
              <a:custGeom>
                <a:avLst/>
                <a:gdLst>
                  <a:gd name="connsiteX0" fmla="*/ 3348 w 6343"/>
                  <a:gd name="connsiteY0" fmla="*/ 6591 h 6345"/>
                  <a:gd name="connsiteX1" fmla="*/ 5591 w 6343"/>
                  <a:gd name="connsiteY1" fmla="*/ 5662 h 6345"/>
                  <a:gd name="connsiteX2" fmla="*/ 6520 w 6343"/>
                  <a:gd name="connsiteY2" fmla="*/ 3418 h 6345"/>
                  <a:gd name="connsiteX3" fmla="*/ 5591 w 6343"/>
                  <a:gd name="connsiteY3" fmla="*/ 1175 h 6345"/>
                  <a:gd name="connsiteX4" fmla="*/ 3348 w 6343"/>
                  <a:gd name="connsiteY4" fmla="*/ 245 h 6345"/>
                  <a:gd name="connsiteX5" fmla="*/ 1106 w 6343"/>
                  <a:gd name="connsiteY5" fmla="*/ 1175 h 6345"/>
                  <a:gd name="connsiteX6" fmla="*/ 177 w 6343"/>
                  <a:gd name="connsiteY6" fmla="*/ 3418 h 6345"/>
                  <a:gd name="connsiteX7" fmla="*/ 1106 w 6343"/>
                  <a:gd name="connsiteY7" fmla="*/ 5662 h 6345"/>
                  <a:gd name="connsiteX8" fmla="*/ 3348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91"/>
                    </a:moveTo>
                    <a:cubicBezTo>
                      <a:pt x="4189" y="6591"/>
                      <a:pt x="4996" y="6257"/>
                      <a:pt x="5591" y="5662"/>
                    </a:cubicBezTo>
                    <a:cubicBezTo>
                      <a:pt x="6186" y="5067"/>
                      <a:pt x="6520" y="4260"/>
                      <a:pt x="6520" y="3418"/>
                    </a:cubicBezTo>
                    <a:cubicBezTo>
                      <a:pt x="6520" y="2577"/>
                      <a:pt x="6186" y="1770"/>
                      <a:pt x="5591" y="1175"/>
                    </a:cubicBezTo>
                    <a:cubicBezTo>
                      <a:pt x="4996" y="580"/>
                      <a:pt x="4189" y="245"/>
                      <a:pt x="3348" y="245"/>
                    </a:cubicBezTo>
                    <a:cubicBezTo>
                      <a:pt x="2507" y="245"/>
                      <a:pt x="1700" y="580"/>
                      <a:pt x="1106" y="1175"/>
                    </a:cubicBezTo>
                    <a:cubicBezTo>
                      <a:pt x="511" y="1770"/>
                      <a:pt x="177" y="2577"/>
                      <a:pt x="177" y="3418"/>
                    </a:cubicBezTo>
                    <a:cubicBezTo>
                      <a:pt x="177" y="4260"/>
                      <a:pt x="511" y="5067"/>
                      <a:pt x="1106" y="5662"/>
                    </a:cubicBezTo>
                    <a:cubicBezTo>
                      <a:pt x="1700" y="6257"/>
                      <a:pt x="2507" y="6591"/>
                      <a:pt x="3348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05" name="Freeform: Shape 2104">
                <a:extLst>
                  <a:ext uri="{FF2B5EF4-FFF2-40B4-BE49-F238E27FC236}">
                    <a16:creationId xmlns:a16="http://schemas.microsoft.com/office/drawing/2014/main" id="{BF6C7B8A-A444-927F-6FA0-22AB029F8594}"/>
                  </a:ext>
                </a:extLst>
              </p:cNvPr>
              <p:cNvSpPr/>
              <p:nvPr/>
            </p:nvSpPr>
            <p:spPr>
              <a:xfrm>
                <a:off x="3089896" y="6589174"/>
                <a:ext cx="6343" cy="6345"/>
              </a:xfrm>
              <a:custGeom>
                <a:avLst/>
                <a:gdLst>
                  <a:gd name="connsiteX0" fmla="*/ 3348 w 6343"/>
                  <a:gd name="connsiteY0" fmla="*/ 6590 h 6345"/>
                  <a:gd name="connsiteX1" fmla="*/ 5591 w 6343"/>
                  <a:gd name="connsiteY1" fmla="*/ 5661 h 6345"/>
                  <a:gd name="connsiteX2" fmla="*/ 6520 w 6343"/>
                  <a:gd name="connsiteY2" fmla="*/ 3418 h 6345"/>
                  <a:gd name="connsiteX3" fmla="*/ 5591 w 6343"/>
                  <a:gd name="connsiteY3" fmla="*/ 1174 h 6345"/>
                  <a:gd name="connsiteX4" fmla="*/ 3348 w 6343"/>
                  <a:gd name="connsiteY4" fmla="*/ 245 h 6345"/>
                  <a:gd name="connsiteX5" fmla="*/ 1105 w 6343"/>
                  <a:gd name="connsiteY5" fmla="*/ 1174 h 6345"/>
                  <a:gd name="connsiteX6" fmla="*/ 176 w 6343"/>
                  <a:gd name="connsiteY6" fmla="*/ 3418 h 6345"/>
                  <a:gd name="connsiteX7" fmla="*/ 1105 w 6343"/>
                  <a:gd name="connsiteY7" fmla="*/ 5661 h 6345"/>
                  <a:gd name="connsiteX8" fmla="*/ 3348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90"/>
                    </a:moveTo>
                    <a:cubicBezTo>
                      <a:pt x="4189" y="6590"/>
                      <a:pt x="4996" y="6256"/>
                      <a:pt x="5591" y="5661"/>
                    </a:cubicBezTo>
                    <a:cubicBezTo>
                      <a:pt x="6185" y="5066"/>
                      <a:pt x="6520" y="4259"/>
                      <a:pt x="6520" y="3418"/>
                    </a:cubicBezTo>
                    <a:cubicBezTo>
                      <a:pt x="6520" y="2576"/>
                      <a:pt x="6185" y="1769"/>
                      <a:pt x="5591" y="1174"/>
                    </a:cubicBezTo>
                    <a:cubicBezTo>
                      <a:pt x="4996" y="579"/>
                      <a:pt x="4189" y="245"/>
                      <a:pt x="3348" y="245"/>
                    </a:cubicBezTo>
                    <a:cubicBezTo>
                      <a:pt x="2507" y="245"/>
                      <a:pt x="1700" y="579"/>
                      <a:pt x="1105" y="1174"/>
                    </a:cubicBezTo>
                    <a:cubicBezTo>
                      <a:pt x="511" y="1769"/>
                      <a:pt x="176" y="2576"/>
                      <a:pt x="176" y="3418"/>
                    </a:cubicBezTo>
                    <a:cubicBezTo>
                      <a:pt x="176" y="4259"/>
                      <a:pt x="511" y="5066"/>
                      <a:pt x="1105" y="5661"/>
                    </a:cubicBezTo>
                    <a:cubicBezTo>
                      <a:pt x="1700" y="6256"/>
                      <a:pt x="2507" y="6590"/>
                      <a:pt x="3348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06" name="Freeform: Shape 2105">
                <a:extLst>
                  <a:ext uri="{FF2B5EF4-FFF2-40B4-BE49-F238E27FC236}">
                    <a16:creationId xmlns:a16="http://schemas.microsoft.com/office/drawing/2014/main" id="{A9EBE0D9-F6D0-4499-6287-FF5E4F4B887A}"/>
                  </a:ext>
                </a:extLst>
              </p:cNvPr>
              <p:cNvSpPr/>
              <p:nvPr/>
            </p:nvSpPr>
            <p:spPr>
              <a:xfrm>
                <a:off x="3073844" y="6596009"/>
                <a:ext cx="6343" cy="6345"/>
              </a:xfrm>
              <a:custGeom>
                <a:avLst/>
                <a:gdLst>
                  <a:gd name="connsiteX0" fmla="*/ 3347 w 6343"/>
                  <a:gd name="connsiteY0" fmla="*/ 6591 h 6345"/>
                  <a:gd name="connsiteX1" fmla="*/ 5589 w 6343"/>
                  <a:gd name="connsiteY1" fmla="*/ 5662 h 6345"/>
                  <a:gd name="connsiteX2" fmla="*/ 6518 w 6343"/>
                  <a:gd name="connsiteY2" fmla="*/ 3418 h 6345"/>
                  <a:gd name="connsiteX3" fmla="*/ 5589 w 6343"/>
                  <a:gd name="connsiteY3" fmla="*/ 1175 h 6345"/>
                  <a:gd name="connsiteX4" fmla="*/ 3347 w 6343"/>
                  <a:gd name="connsiteY4" fmla="*/ 246 h 6345"/>
                  <a:gd name="connsiteX5" fmla="*/ 1104 w 6343"/>
                  <a:gd name="connsiteY5" fmla="*/ 1175 h 6345"/>
                  <a:gd name="connsiteX6" fmla="*/ 175 w 6343"/>
                  <a:gd name="connsiteY6" fmla="*/ 3418 h 6345"/>
                  <a:gd name="connsiteX7" fmla="*/ 1104 w 6343"/>
                  <a:gd name="connsiteY7" fmla="*/ 5662 h 6345"/>
                  <a:gd name="connsiteX8" fmla="*/ 3347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7" y="6591"/>
                    </a:moveTo>
                    <a:cubicBezTo>
                      <a:pt x="4188" y="6591"/>
                      <a:pt x="4995" y="6257"/>
                      <a:pt x="5589" y="5662"/>
                    </a:cubicBezTo>
                    <a:cubicBezTo>
                      <a:pt x="6184" y="5067"/>
                      <a:pt x="6518" y="4260"/>
                      <a:pt x="6518" y="3418"/>
                    </a:cubicBezTo>
                    <a:cubicBezTo>
                      <a:pt x="6518" y="2577"/>
                      <a:pt x="6184" y="1770"/>
                      <a:pt x="5589" y="1175"/>
                    </a:cubicBezTo>
                    <a:cubicBezTo>
                      <a:pt x="4995" y="580"/>
                      <a:pt x="4188" y="246"/>
                      <a:pt x="3347" y="246"/>
                    </a:cubicBezTo>
                    <a:cubicBezTo>
                      <a:pt x="2506" y="246"/>
                      <a:pt x="1699" y="580"/>
                      <a:pt x="1104" y="1175"/>
                    </a:cubicBezTo>
                    <a:cubicBezTo>
                      <a:pt x="509" y="1770"/>
                      <a:pt x="175" y="2577"/>
                      <a:pt x="175" y="3418"/>
                    </a:cubicBezTo>
                    <a:cubicBezTo>
                      <a:pt x="175" y="4260"/>
                      <a:pt x="509" y="5067"/>
                      <a:pt x="1104" y="5662"/>
                    </a:cubicBezTo>
                    <a:cubicBezTo>
                      <a:pt x="1699" y="6257"/>
                      <a:pt x="2506" y="6591"/>
                      <a:pt x="3347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07" name="Freeform: Shape 2106">
                <a:extLst>
                  <a:ext uri="{FF2B5EF4-FFF2-40B4-BE49-F238E27FC236}">
                    <a16:creationId xmlns:a16="http://schemas.microsoft.com/office/drawing/2014/main" id="{D44B8B6D-A6B7-509A-56F2-076631846A24}"/>
                  </a:ext>
                </a:extLst>
              </p:cNvPr>
              <p:cNvSpPr/>
              <p:nvPr/>
            </p:nvSpPr>
            <p:spPr>
              <a:xfrm>
                <a:off x="3135167" y="6520288"/>
                <a:ext cx="6343" cy="6345"/>
              </a:xfrm>
              <a:custGeom>
                <a:avLst/>
                <a:gdLst>
                  <a:gd name="connsiteX0" fmla="*/ 3352 w 6343"/>
                  <a:gd name="connsiteY0" fmla="*/ 6585 h 6345"/>
                  <a:gd name="connsiteX1" fmla="*/ 5594 w 6343"/>
                  <a:gd name="connsiteY1" fmla="*/ 5656 h 6345"/>
                  <a:gd name="connsiteX2" fmla="*/ 6523 w 6343"/>
                  <a:gd name="connsiteY2" fmla="*/ 3412 h 6345"/>
                  <a:gd name="connsiteX3" fmla="*/ 5594 w 6343"/>
                  <a:gd name="connsiteY3" fmla="*/ 1169 h 6345"/>
                  <a:gd name="connsiteX4" fmla="*/ 3352 w 6343"/>
                  <a:gd name="connsiteY4" fmla="*/ 240 h 6345"/>
                  <a:gd name="connsiteX5" fmla="*/ 1109 w 6343"/>
                  <a:gd name="connsiteY5" fmla="*/ 1169 h 6345"/>
                  <a:gd name="connsiteX6" fmla="*/ 180 w 6343"/>
                  <a:gd name="connsiteY6" fmla="*/ 3412 h 6345"/>
                  <a:gd name="connsiteX7" fmla="*/ 1109 w 6343"/>
                  <a:gd name="connsiteY7" fmla="*/ 5656 h 6345"/>
                  <a:gd name="connsiteX8" fmla="*/ 3352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585"/>
                    </a:moveTo>
                    <a:cubicBezTo>
                      <a:pt x="4193" y="6585"/>
                      <a:pt x="4999" y="6251"/>
                      <a:pt x="5594" y="5656"/>
                    </a:cubicBezTo>
                    <a:cubicBezTo>
                      <a:pt x="6189" y="5061"/>
                      <a:pt x="6523" y="4254"/>
                      <a:pt x="6523" y="3412"/>
                    </a:cubicBezTo>
                    <a:cubicBezTo>
                      <a:pt x="6523" y="2571"/>
                      <a:pt x="6189" y="1764"/>
                      <a:pt x="5594" y="1169"/>
                    </a:cubicBezTo>
                    <a:cubicBezTo>
                      <a:pt x="4999" y="574"/>
                      <a:pt x="4193" y="240"/>
                      <a:pt x="3352" y="240"/>
                    </a:cubicBezTo>
                    <a:cubicBezTo>
                      <a:pt x="2510" y="240"/>
                      <a:pt x="1704" y="574"/>
                      <a:pt x="1109" y="1169"/>
                    </a:cubicBezTo>
                    <a:cubicBezTo>
                      <a:pt x="514" y="1764"/>
                      <a:pt x="180" y="2571"/>
                      <a:pt x="180" y="3412"/>
                    </a:cubicBezTo>
                    <a:cubicBezTo>
                      <a:pt x="180" y="4254"/>
                      <a:pt x="514" y="5061"/>
                      <a:pt x="1109" y="5656"/>
                    </a:cubicBezTo>
                    <a:cubicBezTo>
                      <a:pt x="1704" y="6251"/>
                      <a:pt x="2510" y="6585"/>
                      <a:pt x="3352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08" name="Freeform: Shape 2107">
                <a:extLst>
                  <a:ext uri="{FF2B5EF4-FFF2-40B4-BE49-F238E27FC236}">
                    <a16:creationId xmlns:a16="http://schemas.microsoft.com/office/drawing/2014/main" id="{CFB5DD93-ABE6-C89D-4B81-A47EC6F762D0}"/>
                  </a:ext>
                </a:extLst>
              </p:cNvPr>
              <p:cNvSpPr/>
              <p:nvPr/>
            </p:nvSpPr>
            <p:spPr>
              <a:xfrm>
                <a:off x="3129218" y="6516951"/>
                <a:ext cx="6343" cy="6345"/>
              </a:xfrm>
              <a:custGeom>
                <a:avLst/>
                <a:gdLst>
                  <a:gd name="connsiteX0" fmla="*/ 3351 w 6343"/>
                  <a:gd name="connsiteY0" fmla="*/ 6585 h 6345"/>
                  <a:gd name="connsiteX1" fmla="*/ 5594 w 6343"/>
                  <a:gd name="connsiteY1" fmla="*/ 5655 h 6345"/>
                  <a:gd name="connsiteX2" fmla="*/ 6523 w 6343"/>
                  <a:gd name="connsiteY2" fmla="*/ 3412 h 6345"/>
                  <a:gd name="connsiteX3" fmla="*/ 5594 w 6343"/>
                  <a:gd name="connsiteY3" fmla="*/ 1169 h 6345"/>
                  <a:gd name="connsiteX4" fmla="*/ 3351 w 6343"/>
                  <a:gd name="connsiteY4" fmla="*/ 239 h 6345"/>
                  <a:gd name="connsiteX5" fmla="*/ 1108 w 6343"/>
                  <a:gd name="connsiteY5" fmla="*/ 1169 h 6345"/>
                  <a:gd name="connsiteX6" fmla="*/ 179 w 6343"/>
                  <a:gd name="connsiteY6" fmla="*/ 3412 h 6345"/>
                  <a:gd name="connsiteX7" fmla="*/ 1108 w 6343"/>
                  <a:gd name="connsiteY7" fmla="*/ 5655 h 6345"/>
                  <a:gd name="connsiteX8" fmla="*/ 3351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585"/>
                    </a:moveTo>
                    <a:cubicBezTo>
                      <a:pt x="4192" y="6585"/>
                      <a:pt x="4999" y="6250"/>
                      <a:pt x="5594" y="5655"/>
                    </a:cubicBezTo>
                    <a:cubicBezTo>
                      <a:pt x="6188" y="5061"/>
                      <a:pt x="6523" y="4253"/>
                      <a:pt x="6523" y="3412"/>
                    </a:cubicBezTo>
                    <a:cubicBezTo>
                      <a:pt x="6523" y="2571"/>
                      <a:pt x="6188" y="1764"/>
                      <a:pt x="5594" y="1169"/>
                    </a:cubicBezTo>
                    <a:cubicBezTo>
                      <a:pt x="4999" y="574"/>
                      <a:pt x="4192" y="239"/>
                      <a:pt x="3351" y="239"/>
                    </a:cubicBezTo>
                    <a:cubicBezTo>
                      <a:pt x="2510" y="239"/>
                      <a:pt x="1703" y="574"/>
                      <a:pt x="1108" y="1169"/>
                    </a:cubicBezTo>
                    <a:cubicBezTo>
                      <a:pt x="514" y="1764"/>
                      <a:pt x="179" y="2571"/>
                      <a:pt x="179" y="3412"/>
                    </a:cubicBezTo>
                    <a:cubicBezTo>
                      <a:pt x="179" y="4253"/>
                      <a:pt x="514" y="5061"/>
                      <a:pt x="1108" y="5655"/>
                    </a:cubicBezTo>
                    <a:cubicBezTo>
                      <a:pt x="1703" y="6250"/>
                      <a:pt x="2510" y="6585"/>
                      <a:pt x="3351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09" name="Freeform: Shape 2108">
                <a:extLst>
                  <a:ext uri="{FF2B5EF4-FFF2-40B4-BE49-F238E27FC236}">
                    <a16:creationId xmlns:a16="http://schemas.microsoft.com/office/drawing/2014/main" id="{97529E15-5682-A8AD-DA50-8C198187B748}"/>
                  </a:ext>
                </a:extLst>
              </p:cNvPr>
              <p:cNvSpPr/>
              <p:nvPr/>
            </p:nvSpPr>
            <p:spPr>
              <a:xfrm>
                <a:off x="3123216" y="6513640"/>
                <a:ext cx="6343" cy="6345"/>
              </a:xfrm>
              <a:custGeom>
                <a:avLst/>
                <a:gdLst>
                  <a:gd name="connsiteX0" fmla="*/ 3351 w 6343"/>
                  <a:gd name="connsiteY0" fmla="*/ 6584 h 6345"/>
                  <a:gd name="connsiteX1" fmla="*/ 5593 w 6343"/>
                  <a:gd name="connsiteY1" fmla="*/ 5655 h 6345"/>
                  <a:gd name="connsiteX2" fmla="*/ 6522 w 6343"/>
                  <a:gd name="connsiteY2" fmla="*/ 3412 h 6345"/>
                  <a:gd name="connsiteX3" fmla="*/ 5593 w 6343"/>
                  <a:gd name="connsiteY3" fmla="*/ 1168 h 6345"/>
                  <a:gd name="connsiteX4" fmla="*/ 3351 w 6343"/>
                  <a:gd name="connsiteY4" fmla="*/ 239 h 6345"/>
                  <a:gd name="connsiteX5" fmla="*/ 1108 w 6343"/>
                  <a:gd name="connsiteY5" fmla="*/ 1168 h 6345"/>
                  <a:gd name="connsiteX6" fmla="*/ 179 w 6343"/>
                  <a:gd name="connsiteY6" fmla="*/ 3412 h 6345"/>
                  <a:gd name="connsiteX7" fmla="*/ 1108 w 6343"/>
                  <a:gd name="connsiteY7" fmla="*/ 5655 h 6345"/>
                  <a:gd name="connsiteX8" fmla="*/ 3351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584"/>
                    </a:moveTo>
                    <a:cubicBezTo>
                      <a:pt x="4192" y="6584"/>
                      <a:pt x="4998" y="6250"/>
                      <a:pt x="5593" y="5655"/>
                    </a:cubicBezTo>
                    <a:cubicBezTo>
                      <a:pt x="6188" y="5060"/>
                      <a:pt x="6522" y="4253"/>
                      <a:pt x="6522" y="3412"/>
                    </a:cubicBezTo>
                    <a:cubicBezTo>
                      <a:pt x="6522" y="2570"/>
                      <a:pt x="6188" y="1763"/>
                      <a:pt x="5593" y="1168"/>
                    </a:cubicBezTo>
                    <a:cubicBezTo>
                      <a:pt x="4998" y="573"/>
                      <a:pt x="4192" y="239"/>
                      <a:pt x="3351" y="239"/>
                    </a:cubicBezTo>
                    <a:cubicBezTo>
                      <a:pt x="2509" y="239"/>
                      <a:pt x="1703" y="573"/>
                      <a:pt x="1108" y="1168"/>
                    </a:cubicBezTo>
                    <a:cubicBezTo>
                      <a:pt x="513" y="1763"/>
                      <a:pt x="179" y="2570"/>
                      <a:pt x="179" y="3412"/>
                    </a:cubicBezTo>
                    <a:cubicBezTo>
                      <a:pt x="179" y="4253"/>
                      <a:pt x="513" y="5060"/>
                      <a:pt x="1108" y="5655"/>
                    </a:cubicBezTo>
                    <a:cubicBezTo>
                      <a:pt x="1703" y="6250"/>
                      <a:pt x="2509" y="6584"/>
                      <a:pt x="3351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10" name="Freeform: Shape 2109">
                <a:extLst>
                  <a:ext uri="{FF2B5EF4-FFF2-40B4-BE49-F238E27FC236}">
                    <a16:creationId xmlns:a16="http://schemas.microsoft.com/office/drawing/2014/main" id="{61D60206-17E5-96DD-834D-B413DBC1248A}"/>
                  </a:ext>
                </a:extLst>
              </p:cNvPr>
              <p:cNvSpPr/>
              <p:nvPr/>
            </p:nvSpPr>
            <p:spPr>
              <a:xfrm>
                <a:off x="3113833" y="6513762"/>
                <a:ext cx="6343" cy="6345"/>
              </a:xfrm>
              <a:custGeom>
                <a:avLst/>
                <a:gdLst>
                  <a:gd name="connsiteX0" fmla="*/ 3350 w 6343"/>
                  <a:gd name="connsiteY0" fmla="*/ 6585 h 6345"/>
                  <a:gd name="connsiteX1" fmla="*/ 5592 w 6343"/>
                  <a:gd name="connsiteY1" fmla="*/ 5655 h 6345"/>
                  <a:gd name="connsiteX2" fmla="*/ 6521 w 6343"/>
                  <a:gd name="connsiteY2" fmla="*/ 3412 h 6345"/>
                  <a:gd name="connsiteX3" fmla="*/ 5592 w 6343"/>
                  <a:gd name="connsiteY3" fmla="*/ 1168 h 6345"/>
                  <a:gd name="connsiteX4" fmla="*/ 3350 w 6343"/>
                  <a:gd name="connsiteY4" fmla="*/ 239 h 6345"/>
                  <a:gd name="connsiteX5" fmla="*/ 1107 w 6343"/>
                  <a:gd name="connsiteY5" fmla="*/ 1168 h 6345"/>
                  <a:gd name="connsiteX6" fmla="*/ 178 w 6343"/>
                  <a:gd name="connsiteY6" fmla="*/ 3412 h 6345"/>
                  <a:gd name="connsiteX7" fmla="*/ 1107 w 6343"/>
                  <a:gd name="connsiteY7" fmla="*/ 5655 h 6345"/>
                  <a:gd name="connsiteX8" fmla="*/ 3350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85"/>
                    </a:moveTo>
                    <a:cubicBezTo>
                      <a:pt x="4191" y="6585"/>
                      <a:pt x="4998" y="6250"/>
                      <a:pt x="5592" y="5655"/>
                    </a:cubicBezTo>
                    <a:cubicBezTo>
                      <a:pt x="6187" y="5060"/>
                      <a:pt x="6521" y="4253"/>
                      <a:pt x="6521" y="3412"/>
                    </a:cubicBezTo>
                    <a:cubicBezTo>
                      <a:pt x="6521" y="2570"/>
                      <a:pt x="6187" y="1763"/>
                      <a:pt x="5592" y="1168"/>
                    </a:cubicBezTo>
                    <a:cubicBezTo>
                      <a:pt x="4998" y="573"/>
                      <a:pt x="4191" y="239"/>
                      <a:pt x="3350" y="239"/>
                    </a:cubicBezTo>
                    <a:cubicBezTo>
                      <a:pt x="2509" y="239"/>
                      <a:pt x="1702" y="573"/>
                      <a:pt x="1107" y="1168"/>
                    </a:cubicBezTo>
                    <a:cubicBezTo>
                      <a:pt x="512" y="1763"/>
                      <a:pt x="178" y="2570"/>
                      <a:pt x="178" y="3412"/>
                    </a:cubicBezTo>
                    <a:cubicBezTo>
                      <a:pt x="178" y="4253"/>
                      <a:pt x="512" y="5060"/>
                      <a:pt x="1107" y="5655"/>
                    </a:cubicBezTo>
                    <a:cubicBezTo>
                      <a:pt x="1702" y="6250"/>
                      <a:pt x="2509" y="6585"/>
                      <a:pt x="3350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11" name="Freeform: Shape 2110">
                <a:extLst>
                  <a:ext uri="{FF2B5EF4-FFF2-40B4-BE49-F238E27FC236}">
                    <a16:creationId xmlns:a16="http://schemas.microsoft.com/office/drawing/2014/main" id="{7BCF262D-10D1-1D52-F009-62D37253279C}"/>
                  </a:ext>
                </a:extLst>
              </p:cNvPr>
              <p:cNvSpPr/>
              <p:nvPr/>
            </p:nvSpPr>
            <p:spPr>
              <a:xfrm>
                <a:off x="3100704" y="6517561"/>
                <a:ext cx="6343" cy="6345"/>
              </a:xfrm>
              <a:custGeom>
                <a:avLst/>
                <a:gdLst>
                  <a:gd name="connsiteX0" fmla="*/ 3349 w 6343"/>
                  <a:gd name="connsiteY0" fmla="*/ 6585 h 6345"/>
                  <a:gd name="connsiteX1" fmla="*/ 5591 w 6343"/>
                  <a:gd name="connsiteY1" fmla="*/ 5656 h 6345"/>
                  <a:gd name="connsiteX2" fmla="*/ 6520 w 6343"/>
                  <a:gd name="connsiteY2" fmla="*/ 3412 h 6345"/>
                  <a:gd name="connsiteX3" fmla="*/ 5591 w 6343"/>
                  <a:gd name="connsiteY3" fmla="*/ 1169 h 6345"/>
                  <a:gd name="connsiteX4" fmla="*/ 3349 w 6343"/>
                  <a:gd name="connsiteY4" fmla="*/ 239 h 6345"/>
                  <a:gd name="connsiteX5" fmla="*/ 1106 w 6343"/>
                  <a:gd name="connsiteY5" fmla="*/ 1169 h 6345"/>
                  <a:gd name="connsiteX6" fmla="*/ 177 w 6343"/>
                  <a:gd name="connsiteY6" fmla="*/ 3412 h 6345"/>
                  <a:gd name="connsiteX7" fmla="*/ 1106 w 6343"/>
                  <a:gd name="connsiteY7" fmla="*/ 5656 h 6345"/>
                  <a:gd name="connsiteX8" fmla="*/ 3349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85"/>
                    </a:moveTo>
                    <a:cubicBezTo>
                      <a:pt x="4190" y="6585"/>
                      <a:pt x="4997" y="6251"/>
                      <a:pt x="5591" y="5656"/>
                    </a:cubicBezTo>
                    <a:cubicBezTo>
                      <a:pt x="6186" y="5061"/>
                      <a:pt x="6520" y="4254"/>
                      <a:pt x="6520" y="3412"/>
                    </a:cubicBezTo>
                    <a:cubicBezTo>
                      <a:pt x="6520" y="2571"/>
                      <a:pt x="6186" y="1764"/>
                      <a:pt x="5591" y="1169"/>
                    </a:cubicBezTo>
                    <a:cubicBezTo>
                      <a:pt x="4997" y="574"/>
                      <a:pt x="4190" y="239"/>
                      <a:pt x="3349" y="239"/>
                    </a:cubicBezTo>
                    <a:cubicBezTo>
                      <a:pt x="2508" y="239"/>
                      <a:pt x="1701" y="574"/>
                      <a:pt x="1106" y="1169"/>
                    </a:cubicBezTo>
                    <a:cubicBezTo>
                      <a:pt x="511" y="1764"/>
                      <a:pt x="177" y="2571"/>
                      <a:pt x="177" y="3412"/>
                    </a:cubicBezTo>
                    <a:cubicBezTo>
                      <a:pt x="177" y="4254"/>
                      <a:pt x="511" y="5061"/>
                      <a:pt x="1106" y="5656"/>
                    </a:cubicBezTo>
                    <a:cubicBezTo>
                      <a:pt x="1701" y="6251"/>
                      <a:pt x="2508" y="6585"/>
                      <a:pt x="3349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12" name="Freeform: Shape 2111">
                <a:extLst>
                  <a:ext uri="{FF2B5EF4-FFF2-40B4-BE49-F238E27FC236}">
                    <a16:creationId xmlns:a16="http://schemas.microsoft.com/office/drawing/2014/main" id="{1AE3C468-1DBD-297E-7EBA-B49C6C15CB35}"/>
                  </a:ext>
                </a:extLst>
              </p:cNvPr>
              <p:cNvSpPr/>
              <p:nvPr/>
            </p:nvSpPr>
            <p:spPr>
              <a:xfrm>
                <a:off x="3084165" y="6524562"/>
                <a:ext cx="6343" cy="6345"/>
              </a:xfrm>
              <a:custGeom>
                <a:avLst/>
                <a:gdLst>
                  <a:gd name="connsiteX0" fmla="*/ 3347 w 6343"/>
                  <a:gd name="connsiteY0" fmla="*/ 6585 h 6345"/>
                  <a:gd name="connsiteX1" fmla="*/ 5590 w 6343"/>
                  <a:gd name="connsiteY1" fmla="*/ 5656 h 6345"/>
                  <a:gd name="connsiteX2" fmla="*/ 6519 w 6343"/>
                  <a:gd name="connsiteY2" fmla="*/ 3413 h 6345"/>
                  <a:gd name="connsiteX3" fmla="*/ 5590 w 6343"/>
                  <a:gd name="connsiteY3" fmla="*/ 1169 h 6345"/>
                  <a:gd name="connsiteX4" fmla="*/ 3347 w 6343"/>
                  <a:gd name="connsiteY4" fmla="*/ 240 h 6345"/>
                  <a:gd name="connsiteX5" fmla="*/ 1105 w 6343"/>
                  <a:gd name="connsiteY5" fmla="*/ 1169 h 6345"/>
                  <a:gd name="connsiteX6" fmla="*/ 176 w 6343"/>
                  <a:gd name="connsiteY6" fmla="*/ 3413 h 6345"/>
                  <a:gd name="connsiteX7" fmla="*/ 1105 w 6343"/>
                  <a:gd name="connsiteY7" fmla="*/ 5656 h 6345"/>
                  <a:gd name="connsiteX8" fmla="*/ 3347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7" y="6585"/>
                    </a:moveTo>
                    <a:cubicBezTo>
                      <a:pt x="4189" y="6585"/>
                      <a:pt x="4995" y="6251"/>
                      <a:pt x="5590" y="5656"/>
                    </a:cubicBezTo>
                    <a:cubicBezTo>
                      <a:pt x="6185" y="5061"/>
                      <a:pt x="6519" y="4254"/>
                      <a:pt x="6519" y="3413"/>
                    </a:cubicBezTo>
                    <a:cubicBezTo>
                      <a:pt x="6519" y="2571"/>
                      <a:pt x="6185" y="1764"/>
                      <a:pt x="5590" y="1169"/>
                    </a:cubicBezTo>
                    <a:cubicBezTo>
                      <a:pt x="4995" y="574"/>
                      <a:pt x="4189" y="240"/>
                      <a:pt x="3347" y="240"/>
                    </a:cubicBezTo>
                    <a:cubicBezTo>
                      <a:pt x="2506" y="240"/>
                      <a:pt x="1700" y="574"/>
                      <a:pt x="1105" y="1169"/>
                    </a:cubicBezTo>
                    <a:cubicBezTo>
                      <a:pt x="510" y="1764"/>
                      <a:pt x="176" y="2571"/>
                      <a:pt x="176" y="3413"/>
                    </a:cubicBezTo>
                    <a:cubicBezTo>
                      <a:pt x="176" y="4254"/>
                      <a:pt x="510" y="5061"/>
                      <a:pt x="1105" y="5656"/>
                    </a:cubicBezTo>
                    <a:cubicBezTo>
                      <a:pt x="1700" y="6251"/>
                      <a:pt x="2506" y="6585"/>
                      <a:pt x="3347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13" name="Freeform: Shape 2112">
                <a:extLst>
                  <a:ext uri="{FF2B5EF4-FFF2-40B4-BE49-F238E27FC236}">
                    <a16:creationId xmlns:a16="http://schemas.microsoft.com/office/drawing/2014/main" id="{06686E27-733D-6141-F9BC-4D1641A5BCDD}"/>
                  </a:ext>
                </a:extLst>
              </p:cNvPr>
              <p:cNvSpPr/>
              <p:nvPr/>
            </p:nvSpPr>
            <p:spPr>
              <a:xfrm>
                <a:off x="3093000" y="6506212"/>
                <a:ext cx="6343" cy="6345"/>
              </a:xfrm>
              <a:custGeom>
                <a:avLst/>
                <a:gdLst>
                  <a:gd name="connsiteX0" fmla="*/ 3348 w 6343"/>
                  <a:gd name="connsiteY0" fmla="*/ 6584 h 6345"/>
                  <a:gd name="connsiteX1" fmla="*/ 5591 w 6343"/>
                  <a:gd name="connsiteY1" fmla="*/ 5655 h 6345"/>
                  <a:gd name="connsiteX2" fmla="*/ 6520 w 6343"/>
                  <a:gd name="connsiteY2" fmla="*/ 3411 h 6345"/>
                  <a:gd name="connsiteX3" fmla="*/ 5591 w 6343"/>
                  <a:gd name="connsiteY3" fmla="*/ 1168 h 6345"/>
                  <a:gd name="connsiteX4" fmla="*/ 3348 w 6343"/>
                  <a:gd name="connsiteY4" fmla="*/ 238 h 6345"/>
                  <a:gd name="connsiteX5" fmla="*/ 1106 w 6343"/>
                  <a:gd name="connsiteY5" fmla="*/ 1168 h 6345"/>
                  <a:gd name="connsiteX6" fmla="*/ 177 w 6343"/>
                  <a:gd name="connsiteY6" fmla="*/ 3411 h 6345"/>
                  <a:gd name="connsiteX7" fmla="*/ 1106 w 6343"/>
                  <a:gd name="connsiteY7" fmla="*/ 5655 h 6345"/>
                  <a:gd name="connsiteX8" fmla="*/ 3348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84"/>
                    </a:moveTo>
                    <a:cubicBezTo>
                      <a:pt x="4189" y="6584"/>
                      <a:pt x="4996" y="6250"/>
                      <a:pt x="5591" y="5655"/>
                    </a:cubicBezTo>
                    <a:cubicBezTo>
                      <a:pt x="6186" y="5060"/>
                      <a:pt x="6520" y="4253"/>
                      <a:pt x="6520" y="3411"/>
                    </a:cubicBezTo>
                    <a:cubicBezTo>
                      <a:pt x="6520" y="2570"/>
                      <a:pt x="6186" y="1763"/>
                      <a:pt x="5591" y="1168"/>
                    </a:cubicBezTo>
                    <a:cubicBezTo>
                      <a:pt x="4996" y="573"/>
                      <a:pt x="4189" y="238"/>
                      <a:pt x="3348" y="238"/>
                    </a:cubicBezTo>
                    <a:cubicBezTo>
                      <a:pt x="2507" y="238"/>
                      <a:pt x="1700" y="573"/>
                      <a:pt x="1106" y="1168"/>
                    </a:cubicBezTo>
                    <a:cubicBezTo>
                      <a:pt x="511" y="1763"/>
                      <a:pt x="177" y="2570"/>
                      <a:pt x="177" y="3411"/>
                    </a:cubicBezTo>
                    <a:cubicBezTo>
                      <a:pt x="177" y="4253"/>
                      <a:pt x="511" y="5060"/>
                      <a:pt x="1106" y="5655"/>
                    </a:cubicBezTo>
                    <a:cubicBezTo>
                      <a:pt x="1700" y="6250"/>
                      <a:pt x="2507" y="6584"/>
                      <a:pt x="3348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14" name="Freeform: Shape 2113">
                <a:extLst>
                  <a:ext uri="{FF2B5EF4-FFF2-40B4-BE49-F238E27FC236}">
                    <a16:creationId xmlns:a16="http://schemas.microsoft.com/office/drawing/2014/main" id="{B54942E2-E280-8AE7-385E-5CAFFB06EDAA}"/>
                  </a:ext>
                </a:extLst>
              </p:cNvPr>
              <p:cNvSpPr/>
              <p:nvPr/>
            </p:nvSpPr>
            <p:spPr>
              <a:xfrm>
                <a:off x="3088493" y="6501210"/>
                <a:ext cx="6343" cy="6345"/>
              </a:xfrm>
              <a:custGeom>
                <a:avLst/>
                <a:gdLst>
                  <a:gd name="connsiteX0" fmla="*/ 3348 w 6343"/>
                  <a:gd name="connsiteY0" fmla="*/ 6584 h 6345"/>
                  <a:gd name="connsiteX1" fmla="*/ 5590 w 6343"/>
                  <a:gd name="connsiteY1" fmla="*/ 5654 h 6345"/>
                  <a:gd name="connsiteX2" fmla="*/ 6519 w 6343"/>
                  <a:gd name="connsiteY2" fmla="*/ 3411 h 6345"/>
                  <a:gd name="connsiteX3" fmla="*/ 5590 w 6343"/>
                  <a:gd name="connsiteY3" fmla="*/ 1167 h 6345"/>
                  <a:gd name="connsiteX4" fmla="*/ 3348 w 6343"/>
                  <a:gd name="connsiteY4" fmla="*/ 238 h 6345"/>
                  <a:gd name="connsiteX5" fmla="*/ 1105 w 6343"/>
                  <a:gd name="connsiteY5" fmla="*/ 1167 h 6345"/>
                  <a:gd name="connsiteX6" fmla="*/ 176 w 6343"/>
                  <a:gd name="connsiteY6" fmla="*/ 3411 h 6345"/>
                  <a:gd name="connsiteX7" fmla="*/ 1105 w 6343"/>
                  <a:gd name="connsiteY7" fmla="*/ 5654 h 6345"/>
                  <a:gd name="connsiteX8" fmla="*/ 3348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84"/>
                    </a:moveTo>
                    <a:cubicBezTo>
                      <a:pt x="4189" y="6584"/>
                      <a:pt x="4996" y="6249"/>
                      <a:pt x="5590" y="5654"/>
                    </a:cubicBezTo>
                    <a:cubicBezTo>
                      <a:pt x="6185" y="5059"/>
                      <a:pt x="6519" y="4252"/>
                      <a:pt x="6519" y="3411"/>
                    </a:cubicBezTo>
                    <a:cubicBezTo>
                      <a:pt x="6519" y="2569"/>
                      <a:pt x="6185" y="1762"/>
                      <a:pt x="5590" y="1167"/>
                    </a:cubicBezTo>
                    <a:cubicBezTo>
                      <a:pt x="4996" y="572"/>
                      <a:pt x="4189" y="238"/>
                      <a:pt x="3348" y="238"/>
                    </a:cubicBezTo>
                    <a:cubicBezTo>
                      <a:pt x="2507" y="238"/>
                      <a:pt x="1700" y="572"/>
                      <a:pt x="1105" y="1167"/>
                    </a:cubicBezTo>
                    <a:cubicBezTo>
                      <a:pt x="510" y="1762"/>
                      <a:pt x="176" y="2569"/>
                      <a:pt x="176" y="3411"/>
                    </a:cubicBezTo>
                    <a:cubicBezTo>
                      <a:pt x="176" y="4252"/>
                      <a:pt x="510" y="5059"/>
                      <a:pt x="1105" y="5654"/>
                    </a:cubicBezTo>
                    <a:cubicBezTo>
                      <a:pt x="1700" y="6249"/>
                      <a:pt x="2507" y="6584"/>
                      <a:pt x="3348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15" name="Freeform: Shape 2114">
                <a:extLst>
                  <a:ext uri="{FF2B5EF4-FFF2-40B4-BE49-F238E27FC236}">
                    <a16:creationId xmlns:a16="http://schemas.microsoft.com/office/drawing/2014/main" id="{C1E56941-005B-ED61-1029-EB7B00C1626A}"/>
                  </a:ext>
                </a:extLst>
              </p:cNvPr>
              <p:cNvSpPr/>
              <p:nvPr/>
            </p:nvSpPr>
            <p:spPr>
              <a:xfrm>
                <a:off x="3110568" y="6470591"/>
                <a:ext cx="6343" cy="6345"/>
              </a:xfrm>
              <a:custGeom>
                <a:avLst/>
                <a:gdLst>
                  <a:gd name="connsiteX0" fmla="*/ 3350 w 6343"/>
                  <a:gd name="connsiteY0" fmla="*/ 6581 h 6345"/>
                  <a:gd name="connsiteX1" fmla="*/ 5592 w 6343"/>
                  <a:gd name="connsiteY1" fmla="*/ 5652 h 6345"/>
                  <a:gd name="connsiteX2" fmla="*/ 6521 w 6343"/>
                  <a:gd name="connsiteY2" fmla="*/ 3408 h 6345"/>
                  <a:gd name="connsiteX3" fmla="*/ 5592 w 6343"/>
                  <a:gd name="connsiteY3" fmla="*/ 1165 h 6345"/>
                  <a:gd name="connsiteX4" fmla="*/ 3350 w 6343"/>
                  <a:gd name="connsiteY4" fmla="*/ 236 h 6345"/>
                  <a:gd name="connsiteX5" fmla="*/ 1107 w 6343"/>
                  <a:gd name="connsiteY5" fmla="*/ 1165 h 6345"/>
                  <a:gd name="connsiteX6" fmla="*/ 178 w 6343"/>
                  <a:gd name="connsiteY6" fmla="*/ 3408 h 6345"/>
                  <a:gd name="connsiteX7" fmla="*/ 1107 w 6343"/>
                  <a:gd name="connsiteY7" fmla="*/ 5652 h 6345"/>
                  <a:gd name="connsiteX8" fmla="*/ 3350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81"/>
                    </a:moveTo>
                    <a:cubicBezTo>
                      <a:pt x="4191" y="6581"/>
                      <a:pt x="4997" y="6247"/>
                      <a:pt x="5592" y="5652"/>
                    </a:cubicBezTo>
                    <a:cubicBezTo>
                      <a:pt x="6187" y="5057"/>
                      <a:pt x="6521" y="4250"/>
                      <a:pt x="6521" y="3408"/>
                    </a:cubicBezTo>
                    <a:cubicBezTo>
                      <a:pt x="6521" y="2567"/>
                      <a:pt x="6187" y="1760"/>
                      <a:pt x="5592" y="1165"/>
                    </a:cubicBezTo>
                    <a:cubicBezTo>
                      <a:pt x="4997" y="570"/>
                      <a:pt x="4191" y="236"/>
                      <a:pt x="3350" y="236"/>
                    </a:cubicBezTo>
                    <a:cubicBezTo>
                      <a:pt x="2508" y="236"/>
                      <a:pt x="1702" y="570"/>
                      <a:pt x="1107" y="1165"/>
                    </a:cubicBezTo>
                    <a:cubicBezTo>
                      <a:pt x="512" y="1760"/>
                      <a:pt x="178" y="2567"/>
                      <a:pt x="178" y="3408"/>
                    </a:cubicBezTo>
                    <a:cubicBezTo>
                      <a:pt x="178" y="4250"/>
                      <a:pt x="512" y="5057"/>
                      <a:pt x="1107" y="5652"/>
                    </a:cubicBezTo>
                    <a:cubicBezTo>
                      <a:pt x="1702" y="6247"/>
                      <a:pt x="2508" y="6581"/>
                      <a:pt x="3350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16" name="Freeform: Shape 2115">
                <a:extLst>
                  <a:ext uri="{FF2B5EF4-FFF2-40B4-BE49-F238E27FC236}">
                    <a16:creationId xmlns:a16="http://schemas.microsoft.com/office/drawing/2014/main" id="{9B3C4EDB-2DB2-208B-F2F1-794031F2A31A}"/>
                  </a:ext>
                </a:extLst>
              </p:cNvPr>
              <p:cNvSpPr/>
              <p:nvPr/>
            </p:nvSpPr>
            <p:spPr>
              <a:xfrm>
                <a:off x="3109386" y="6462744"/>
                <a:ext cx="6343" cy="6345"/>
              </a:xfrm>
              <a:custGeom>
                <a:avLst/>
                <a:gdLst>
                  <a:gd name="connsiteX0" fmla="*/ 3349 w 6343"/>
                  <a:gd name="connsiteY0" fmla="*/ 6580 h 6345"/>
                  <a:gd name="connsiteX1" fmla="*/ 5592 w 6343"/>
                  <a:gd name="connsiteY1" fmla="*/ 5651 h 6345"/>
                  <a:gd name="connsiteX2" fmla="*/ 6521 w 6343"/>
                  <a:gd name="connsiteY2" fmla="*/ 3408 h 6345"/>
                  <a:gd name="connsiteX3" fmla="*/ 5592 w 6343"/>
                  <a:gd name="connsiteY3" fmla="*/ 1164 h 6345"/>
                  <a:gd name="connsiteX4" fmla="*/ 3349 w 6343"/>
                  <a:gd name="connsiteY4" fmla="*/ 235 h 6345"/>
                  <a:gd name="connsiteX5" fmla="*/ 1107 w 6343"/>
                  <a:gd name="connsiteY5" fmla="*/ 1164 h 6345"/>
                  <a:gd name="connsiteX6" fmla="*/ 178 w 6343"/>
                  <a:gd name="connsiteY6" fmla="*/ 3408 h 6345"/>
                  <a:gd name="connsiteX7" fmla="*/ 1107 w 6343"/>
                  <a:gd name="connsiteY7" fmla="*/ 5651 h 6345"/>
                  <a:gd name="connsiteX8" fmla="*/ 3349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80"/>
                    </a:moveTo>
                    <a:cubicBezTo>
                      <a:pt x="4191" y="6580"/>
                      <a:pt x="4997" y="6246"/>
                      <a:pt x="5592" y="5651"/>
                    </a:cubicBezTo>
                    <a:cubicBezTo>
                      <a:pt x="6187" y="5056"/>
                      <a:pt x="6521" y="4249"/>
                      <a:pt x="6521" y="3408"/>
                    </a:cubicBezTo>
                    <a:cubicBezTo>
                      <a:pt x="6521" y="2566"/>
                      <a:pt x="6187" y="1759"/>
                      <a:pt x="5592" y="1164"/>
                    </a:cubicBezTo>
                    <a:cubicBezTo>
                      <a:pt x="4997" y="569"/>
                      <a:pt x="4191" y="235"/>
                      <a:pt x="3349" y="235"/>
                    </a:cubicBezTo>
                    <a:cubicBezTo>
                      <a:pt x="2508" y="235"/>
                      <a:pt x="1702" y="569"/>
                      <a:pt x="1107" y="1164"/>
                    </a:cubicBezTo>
                    <a:cubicBezTo>
                      <a:pt x="512" y="1759"/>
                      <a:pt x="178" y="2566"/>
                      <a:pt x="178" y="3408"/>
                    </a:cubicBezTo>
                    <a:cubicBezTo>
                      <a:pt x="178" y="4249"/>
                      <a:pt x="512" y="5056"/>
                      <a:pt x="1107" y="5651"/>
                    </a:cubicBezTo>
                    <a:cubicBezTo>
                      <a:pt x="1702" y="6246"/>
                      <a:pt x="2508" y="6580"/>
                      <a:pt x="3349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17" name="Freeform: Shape 2116">
                <a:extLst>
                  <a:ext uri="{FF2B5EF4-FFF2-40B4-BE49-F238E27FC236}">
                    <a16:creationId xmlns:a16="http://schemas.microsoft.com/office/drawing/2014/main" id="{503B4C39-4C42-F100-658C-A59680C32512}"/>
                  </a:ext>
                </a:extLst>
              </p:cNvPr>
              <p:cNvSpPr/>
              <p:nvPr/>
            </p:nvSpPr>
            <p:spPr>
              <a:xfrm>
                <a:off x="3106502" y="6456574"/>
                <a:ext cx="6343" cy="6345"/>
              </a:xfrm>
              <a:custGeom>
                <a:avLst/>
                <a:gdLst>
                  <a:gd name="connsiteX0" fmla="*/ 3349 w 6343"/>
                  <a:gd name="connsiteY0" fmla="*/ 6580 h 6345"/>
                  <a:gd name="connsiteX1" fmla="*/ 5592 w 6343"/>
                  <a:gd name="connsiteY1" fmla="*/ 5651 h 6345"/>
                  <a:gd name="connsiteX2" fmla="*/ 6521 w 6343"/>
                  <a:gd name="connsiteY2" fmla="*/ 3407 h 6345"/>
                  <a:gd name="connsiteX3" fmla="*/ 5592 w 6343"/>
                  <a:gd name="connsiteY3" fmla="*/ 1164 h 6345"/>
                  <a:gd name="connsiteX4" fmla="*/ 3349 w 6343"/>
                  <a:gd name="connsiteY4" fmla="*/ 235 h 6345"/>
                  <a:gd name="connsiteX5" fmla="*/ 1107 w 6343"/>
                  <a:gd name="connsiteY5" fmla="*/ 1164 h 6345"/>
                  <a:gd name="connsiteX6" fmla="*/ 178 w 6343"/>
                  <a:gd name="connsiteY6" fmla="*/ 3407 h 6345"/>
                  <a:gd name="connsiteX7" fmla="*/ 1107 w 6343"/>
                  <a:gd name="connsiteY7" fmla="*/ 5651 h 6345"/>
                  <a:gd name="connsiteX8" fmla="*/ 3349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80"/>
                    </a:moveTo>
                    <a:cubicBezTo>
                      <a:pt x="4190" y="6580"/>
                      <a:pt x="4997" y="6246"/>
                      <a:pt x="5592" y="5651"/>
                    </a:cubicBezTo>
                    <a:cubicBezTo>
                      <a:pt x="6187" y="5056"/>
                      <a:pt x="6521" y="4249"/>
                      <a:pt x="6521" y="3407"/>
                    </a:cubicBezTo>
                    <a:cubicBezTo>
                      <a:pt x="6521" y="2566"/>
                      <a:pt x="6187" y="1759"/>
                      <a:pt x="5592" y="1164"/>
                    </a:cubicBezTo>
                    <a:cubicBezTo>
                      <a:pt x="4997" y="569"/>
                      <a:pt x="4190" y="235"/>
                      <a:pt x="3349" y="235"/>
                    </a:cubicBezTo>
                    <a:cubicBezTo>
                      <a:pt x="2508" y="235"/>
                      <a:pt x="1701" y="569"/>
                      <a:pt x="1107" y="1164"/>
                    </a:cubicBezTo>
                    <a:cubicBezTo>
                      <a:pt x="512" y="1759"/>
                      <a:pt x="178" y="2566"/>
                      <a:pt x="178" y="3407"/>
                    </a:cubicBezTo>
                    <a:cubicBezTo>
                      <a:pt x="178" y="4249"/>
                      <a:pt x="512" y="5056"/>
                      <a:pt x="1107" y="5651"/>
                    </a:cubicBezTo>
                    <a:cubicBezTo>
                      <a:pt x="1701" y="6246"/>
                      <a:pt x="2508" y="6580"/>
                      <a:pt x="3349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18" name="Freeform: Shape 2117">
                <a:extLst>
                  <a:ext uri="{FF2B5EF4-FFF2-40B4-BE49-F238E27FC236}">
                    <a16:creationId xmlns:a16="http://schemas.microsoft.com/office/drawing/2014/main" id="{9535E9B6-5261-410C-C360-691FFB179BDF}"/>
                  </a:ext>
                </a:extLst>
              </p:cNvPr>
              <p:cNvSpPr/>
              <p:nvPr/>
            </p:nvSpPr>
            <p:spPr>
              <a:xfrm>
                <a:off x="2987256" y="6558531"/>
                <a:ext cx="6343" cy="6345"/>
              </a:xfrm>
              <a:custGeom>
                <a:avLst/>
                <a:gdLst>
                  <a:gd name="connsiteX0" fmla="*/ 3340 w 6343"/>
                  <a:gd name="connsiteY0" fmla="*/ 6588 h 6345"/>
                  <a:gd name="connsiteX1" fmla="*/ 5582 w 6343"/>
                  <a:gd name="connsiteY1" fmla="*/ 5659 h 6345"/>
                  <a:gd name="connsiteX2" fmla="*/ 6511 w 6343"/>
                  <a:gd name="connsiteY2" fmla="*/ 3415 h 6345"/>
                  <a:gd name="connsiteX3" fmla="*/ 5582 w 6343"/>
                  <a:gd name="connsiteY3" fmla="*/ 1172 h 6345"/>
                  <a:gd name="connsiteX4" fmla="*/ 3340 w 6343"/>
                  <a:gd name="connsiteY4" fmla="*/ 243 h 6345"/>
                  <a:gd name="connsiteX5" fmla="*/ 1097 w 6343"/>
                  <a:gd name="connsiteY5" fmla="*/ 1172 h 6345"/>
                  <a:gd name="connsiteX6" fmla="*/ 168 w 6343"/>
                  <a:gd name="connsiteY6" fmla="*/ 3415 h 6345"/>
                  <a:gd name="connsiteX7" fmla="*/ 1097 w 6343"/>
                  <a:gd name="connsiteY7" fmla="*/ 5659 h 6345"/>
                  <a:gd name="connsiteX8" fmla="*/ 3340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0" y="6588"/>
                    </a:moveTo>
                    <a:cubicBezTo>
                      <a:pt x="4181" y="6588"/>
                      <a:pt x="4988" y="6254"/>
                      <a:pt x="5582" y="5659"/>
                    </a:cubicBezTo>
                    <a:cubicBezTo>
                      <a:pt x="6177" y="5064"/>
                      <a:pt x="6511" y="4257"/>
                      <a:pt x="6511" y="3415"/>
                    </a:cubicBezTo>
                    <a:cubicBezTo>
                      <a:pt x="6511" y="2574"/>
                      <a:pt x="6177" y="1767"/>
                      <a:pt x="5582" y="1172"/>
                    </a:cubicBezTo>
                    <a:cubicBezTo>
                      <a:pt x="4988" y="577"/>
                      <a:pt x="4181" y="243"/>
                      <a:pt x="3340" y="243"/>
                    </a:cubicBezTo>
                    <a:cubicBezTo>
                      <a:pt x="2499" y="243"/>
                      <a:pt x="1692" y="577"/>
                      <a:pt x="1097" y="1172"/>
                    </a:cubicBezTo>
                    <a:cubicBezTo>
                      <a:pt x="502" y="1767"/>
                      <a:pt x="168" y="2574"/>
                      <a:pt x="168" y="3415"/>
                    </a:cubicBezTo>
                    <a:cubicBezTo>
                      <a:pt x="168" y="4257"/>
                      <a:pt x="502" y="5064"/>
                      <a:pt x="1097" y="5659"/>
                    </a:cubicBezTo>
                    <a:cubicBezTo>
                      <a:pt x="1692" y="6254"/>
                      <a:pt x="2499" y="6588"/>
                      <a:pt x="3340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19" name="Freeform: Shape 2118">
                <a:extLst>
                  <a:ext uri="{FF2B5EF4-FFF2-40B4-BE49-F238E27FC236}">
                    <a16:creationId xmlns:a16="http://schemas.microsoft.com/office/drawing/2014/main" id="{B3842FA7-278D-02C8-8464-DC9FD22E1D47}"/>
                  </a:ext>
                </a:extLst>
              </p:cNvPr>
              <p:cNvSpPr/>
              <p:nvPr/>
            </p:nvSpPr>
            <p:spPr>
              <a:xfrm>
                <a:off x="2985700" y="6549889"/>
                <a:ext cx="6343" cy="6345"/>
              </a:xfrm>
              <a:custGeom>
                <a:avLst/>
                <a:gdLst>
                  <a:gd name="connsiteX0" fmla="*/ 3340 w 6343"/>
                  <a:gd name="connsiteY0" fmla="*/ 6587 h 6345"/>
                  <a:gd name="connsiteX1" fmla="*/ 5582 w 6343"/>
                  <a:gd name="connsiteY1" fmla="*/ 5658 h 6345"/>
                  <a:gd name="connsiteX2" fmla="*/ 6511 w 6343"/>
                  <a:gd name="connsiteY2" fmla="*/ 3415 h 6345"/>
                  <a:gd name="connsiteX3" fmla="*/ 5582 w 6343"/>
                  <a:gd name="connsiteY3" fmla="*/ 1171 h 6345"/>
                  <a:gd name="connsiteX4" fmla="*/ 3340 w 6343"/>
                  <a:gd name="connsiteY4" fmla="*/ 242 h 6345"/>
                  <a:gd name="connsiteX5" fmla="*/ 1097 w 6343"/>
                  <a:gd name="connsiteY5" fmla="*/ 1171 h 6345"/>
                  <a:gd name="connsiteX6" fmla="*/ 168 w 6343"/>
                  <a:gd name="connsiteY6" fmla="*/ 3415 h 6345"/>
                  <a:gd name="connsiteX7" fmla="*/ 1097 w 6343"/>
                  <a:gd name="connsiteY7" fmla="*/ 5658 h 6345"/>
                  <a:gd name="connsiteX8" fmla="*/ 3340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0" y="6587"/>
                    </a:moveTo>
                    <a:cubicBezTo>
                      <a:pt x="4181" y="6587"/>
                      <a:pt x="4988" y="6253"/>
                      <a:pt x="5582" y="5658"/>
                    </a:cubicBezTo>
                    <a:cubicBezTo>
                      <a:pt x="6177" y="5063"/>
                      <a:pt x="6511" y="4256"/>
                      <a:pt x="6511" y="3415"/>
                    </a:cubicBezTo>
                    <a:cubicBezTo>
                      <a:pt x="6511" y="2573"/>
                      <a:pt x="6177" y="1766"/>
                      <a:pt x="5582" y="1171"/>
                    </a:cubicBezTo>
                    <a:cubicBezTo>
                      <a:pt x="4988" y="576"/>
                      <a:pt x="4181" y="242"/>
                      <a:pt x="3340" y="242"/>
                    </a:cubicBezTo>
                    <a:cubicBezTo>
                      <a:pt x="2499" y="242"/>
                      <a:pt x="1692" y="576"/>
                      <a:pt x="1097" y="1171"/>
                    </a:cubicBezTo>
                    <a:cubicBezTo>
                      <a:pt x="502" y="1766"/>
                      <a:pt x="168" y="2573"/>
                      <a:pt x="168" y="3415"/>
                    </a:cubicBezTo>
                    <a:cubicBezTo>
                      <a:pt x="168" y="4256"/>
                      <a:pt x="502" y="5063"/>
                      <a:pt x="1097" y="5658"/>
                    </a:cubicBezTo>
                    <a:cubicBezTo>
                      <a:pt x="1692" y="6253"/>
                      <a:pt x="2499" y="6587"/>
                      <a:pt x="3340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20" name="Freeform: Shape 2119">
                <a:extLst>
                  <a:ext uri="{FF2B5EF4-FFF2-40B4-BE49-F238E27FC236}">
                    <a16:creationId xmlns:a16="http://schemas.microsoft.com/office/drawing/2014/main" id="{C4BB708F-B22B-A971-1AF1-A55307DC26EB}"/>
                  </a:ext>
                </a:extLst>
              </p:cNvPr>
              <p:cNvSpPr/>
              <p:nvPr/>
            </p:nvSpPr>
            <p:spPr>
              <a:xfrm>
                <a:off x="2980017" y="6545067"/>
                <a:ext cx="6343" cy="6345"/>
              </a:xfrm>
              <a:custGeom>
                <a:avLst/>
                <a:gdLst>
                  <a:gd name="connsiteX0" fmla="*/ 3339 w 6343"/>
                  <a:gd name="connsiteY0" fmla="*/ 6587 h 6345"/>
                  <a:gd name="connsiteX1" fmla="*/ 5582 w 6343"/>
                  <a:gd name="connsiteY1" fmla="*/ 5658 h 6345"/>
                  <a:gd name="connsiteX2" fmla="*/ 6511 w 6343"/>
                  <a:gd name="connsiteY2" fmla="*/ 3414 h 6345"/>
                  <a:gd name="connsiteX3" fmla="*/ 5582 w 6343"/>
                  <a:gd name="connsiteY3" fmla="*/ 1171 h 6345"/>
                  <a:gd name="connsiteX4" fmla="*/ 3339 w 6343"/>
                  <a:gd name="connsiteY4" fmla="*/ 242 h 6345"/>
                  <a:gd name="connsiteX5" fmla="*/ 1097 w 6343"/>
                  <a:gd name="connsiteY5" fmla="*/ 1171 h 6345"/>
                  <a:gd name="connsiteX6" fmla="*/ 168 w 6343"/>
                  <a:gd name="connsiteY6" fmla="*/ 3414 h 6345"/>
                  <a:gd name="connsiteX7" fmla="*/ 1097 w 6343"/>
                  <a:gd name="connsiteY7" fmla="*/ 5658 h 6345"/>
                  <a:gd name="connsiteX8" fmla="*/ 3339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87"/>
                    </a:moveTo>
                    <a:cubicBezTo>
                      <a:pt x="4180" y="6587"/>
                      <a:pt x="4987" y="6253"/>
                      <a:pt x="5582" y="5658"/>
                    </a:cubicBezTo>
                    <a:cubicBezTo>
                      <a:pt x="6177" y="5063"/>
                      <a:pt x="6511" y="4256"/>
                      <a:pt x="6511" y="3414"/>
                    </a:cubicBezTo>
                    <a:cubicBezTo>
                      <a:pt x="6511" y="2573"/>
                      <a:pt x="6177" y="1766"/>
                      <a:pt x="5582" y="1171"/>
                    </a:cubicBezTo>
                    <a:cubicBezTo>
                      <a:pt x="4987" y="576"/>
                      <a:pt x="4180" y="242"/>
                      <a:pt x="3339" y="242"/>
                    </a:cubicBezTo>
                    <a:cubicBezTo>
                      <a:pt x="2498" y="242"/>
                      <a:pt x="1691" y="576"/>
                      <a:pt x="1097" y="1171"/>
                    </a:cubicBezTo>
                    <a:cubicBezTo>
                      <a:pt x="502" y="1766"/>
                      <a:pt x="168" y="2573"/>
                      <a:pt x="168" y="3414"/>
                    </a:cubicBezTo>
                    <a:cubicBezTo>
                      <a:pt x="168" y="4256"/>
                      <a:pt x="502" y="5063"/>
                      <a:pt x="1097" y="5658"/>
                    </a:cubicBezTo>
                    <a:cubicBezTo>
                      <a:pt x="1691" y="6253"/>
                      <a:pt x="2498" y="6587"/>
                      <a:pt x="3339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21" name="Freeform: Shape 2120">
                <a:extLst>
                  <a:ext uri="{FF2B5EF4-FFF2-40B4-BE49-F238E27FC236}">
                    <a16:creationId xmlns:a16="http://schemas.microsoft.com/office/drawing/2014/main" id="{58D1E93A-B59D-62C1-1EE5-213C87948280}"/>
                  </a:ext>
                </a:extLst>
              </p:cNvPr>
              <p:cNvSpPr/>
              <p:nvPr/>
            </p:nvSpPr>
            <p:spPr>
              <a:xfrm>
                <a:off x="2978866" y="6536170"/>
                <a:ext cx="6343" cy="6345"/>
              </a:xfrm>
              <a:custGeom>
                <a:avLst/>
                <a:gdLst>
                  <a:gd name="connsiteX0" fmla="*/ 3339 w 6343"/>
                  <a:gd name="connsiteY0" fmla="*/ 6586 h 6345"/>
                  <a:gd name="connsiteX1" fmla="*/ 5582 w 6343"/>
                  <a:gd name="connsiteY1" fmla="*/ 5657 h 6345"/>
                  <a:gd name="connsiteX2" fmla="*/ 6511 w 6343"/>
                  <a:gd name="connsiteY2" fmla="*/ 3414 h 6345"/>
                  <a:gd name="connsiteX3" fmla="*/ 5582 w 6343"/>
                  <a:gd name="connsiteY3" fmla="*/ 1170 h 6345"/>
                  <a:gd name="connsiteX4" fmla="*/ 3339 w 6343"/>
                  <a:gd name="connsiteY4" fmla="*/ 241 h 6345"/>
                  <a:gd name="connsiteX5" fmla="*/ 1097 w 6343"/>
                  <a:gd name="connsiteY5" fmla="*/ 1170 h 6345"/>
                  <a:gd name="connsiteX6" fmla="*/ 168 w 6343"/>
                  <a:gd name="connsiteY6" fmla="*/ 3414 h 6345"/>
                  <a:gd name="connsiteX7" fmla="*/ 1097 w 6343"/>
                  <a:gd name="connsiteY7" fmla="*/ 5657 h 6345"/>
                  <a:gd name="connsiteX8" fmla="*/ 3339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86"/>
                    </a:moveTo>
                    <a:cubicBezTo>
                      <a:pt x="4180" y="6586"/>
                      <a:pt x="4987" y="6252"/>
                      <a:pt x="5582" y="5657"/>
                    </a:cubicBezTo>
                    <a:cubicBezTo>
                      <a:pt x="6177" y="5062"/>
                      <a:pt x="6511" y="4255"/>
                      <a:pt x="6511" y="3414"/>
                    </a:cubicBezTo>
                    <a:cubicBezTo>
                      <a:pt x="6511" y="2572"/>
                      <a:pt x="6177" y="1765"/>
                      <a:pt x="5582" y="1170"/>
                    </a:cubicBezTo>
                    <a:cubicBezTo>
                      <a:pt x="4987" y="575"/>
                      <a:pt x="4180" y="241"/>
                      <a:pt x="3339" y="241"/>
                    </a:cubicBezTo>
                    <a:cubicBezTo>
                      <a:pt x="2498" y="241"/>
                      <a:pt x="1691" y="575"/>
                      <a:pt x="1097" y="1170"/>
                    </a:cubicBezTo>
                    <a:cubicBezTo>
                      <a:pt x="502" y="1765"/>
                      <a:pt x="168" y="2572"/>
                      <a:pt x="168" y="3414"/>
                    </a:cubicBezTo>
                    <a:cubicBezTo>
                      <a:pt x="168" y="4255"/>
                      <a:pt x="502" y="5062"/>
                      <a:pt x="1097" y="5657"/>
                    </a:cubicBezTo>
                    <a:cubicBezTo>
                      <a:pt x="1691" y="6252"/>
                      <a:pt x="2498" y="6586"/>
                      <a:pt x="3339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22" name="Freeform: Shape 2121">
                <a:extLst>
                  <a:ext uri="{FF2B5EF4-FFF2-40B4-BE49-F238E27FC236}">
                    <a16:creationId xmlns:a16="http://schemas.microsoft.com/office/drawing/2014/main" id="{910CAFFB-FFA9-B03D-BC82-634F200F6AE0}"/>
                  </a:ext>
                </a:extLst>
              </p:cNvPr>
              <p:cNvSpPr/>
              <p:nvPr/>
            </p:nvSpPr>
            <p:spPr>
              <a:xfrm>
                <a:off x="2975293" y="6529498"/>
                <a:ext cx="6343" cy="6345"/>
              </a:xfrm>
              <a:custGeom>
                <a:avLst/>
                <a:gdLst>
                  <a:gd name="connsiteX0" fmla="*/ 3339 w 6343"/>
                  <a:gd name="connsiteY0" fmla="*/ 6586 h 6345"/>
                  <a:gd name="connsiteX1" fmla="*/ 5582 w 6343"/>
                  <a:gd name="connsiteY1" fmla="*/ 5656 h 6345"/>
                  <a:gd name="connsiteX2" fmla="*/ 6510 w 6343"/>
                  <a:gd name="connsiteY2" fmla="*/ 3413 h 6345"/>
                  <a:gd name="connsiteX3" fmla="*/ 5582 w 6343"/>
                  <a:gd name="connsiteY3" fmla="*/ 1170 h 6345"/>
                  <a:gd name="connsiteX4" fmla="*/ 3339 w 6343"/>
                  <a:gd name="connsiteY4" fmla="*/ 240 h 6345"/>
                  <a:gd name="connsiteX5" fmla="*/ 1096 w 6343"/>
                  <a:gd name="connsiteY5" fmla="*/ 1170 h 6345"/>
                  <a:gd name="connsiteX6" fmla="*/ 167 w 6343"/>
                  <a:gd name="connsiteY6" fmla="*/ 3413 h 6345"/>
                  <a:gd name="connsiteX7" fmla="*/ 1096 w 6343"/>
                  <a:gd name="connsiteY7" fmla="*/ 5656 h 6345"/>
                  <a:gd name="connsiteX8" fmla="*/ 3339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86"/>
                    </a:moveTo>
                    <a:cubicBezTo>
                      <a:pt x="4180" y="6586"/>
                      <a:pt x="4987" y="6251"/>
                      <a:pt x="5582" y="5656"/>
                    </a:cubicBezTo>
                    <a:cubicBezTo>
                      <a:pt x="6176" y="5062"/>
                      <a:pt x="6510" y="4254"/>
                      <a:pt x="6510" y="3413"/>
                    </a:cubicBezTo>
                    <a:cubicBezTo>
                      <a:pt x="6510" y="2572"/>
                      <a:pt x="6176" y="1765"/>
                      <a:pt x="5582" y="1170"/>
                    </a:cubicBezTo>
                    <a:cubicBezTo>
                      <a:pt x="4987" y="575"/>
                      <a:pt x="4180" y="240"/>
                      <a:pt x="3339" y="240"/>
                    </a:cubicBezTo>
                    <a:cubicBezTo>
                      <a:pt x="2498" y="240"/>
                      <a:pt x="1691" y="575"/>
                      <a:pt x="1096" y="1170"/>
                    </a:cubicBezTo>
                    <a:cubicBezTo>
                      <a:pt x="502" y="1765"/>
                      <a:pt x="167" y="2572"/>
                      <a:pt x="167" y="3413"/>
                    </a:cubicBezTo>
                    <a:cubicBezTo>
                      <a:pt x="167" y="4254"/>
                      <a:pt x="502" y="5062"/>
                      <a:pt x="1096" y="5656"/>
                    </a:cubicBezTo>
                    <a:cubicBezTo>
                      <a:pt x="1691" y="6251"/>
                      <a:pt x="2498" y="6586"/>
                      <a:pt x="3339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23" name="Freeform: Shape 2122">
                <a:extLst>
                  <a:ext uri="{FF2B5EF4-FFF2-40B4-BE49-F238E27FC236}">
                    <a16:creationId xmlns:a16="http://schemas.microsoft.com/office/drawing/2014/main" id="{99887BD9-A6B0-59A9-F421-AB13971B6FEE}"/>
                  </a:ext>
                </a:extLst>
              </p:cNvPr>
              <p:cNvSpPr/>
              <p:nvPr/>
            </p:nvSpPr>
            <p:spPr>
              <a:xfrm>
                <a:off x="2980703" y="6515010"/>
                <a:ext cx="6343" cy="6345"/>
              </a:xfrm>
              <a:custGeom>
                <a:avLst/>
                <a:gdLst>
                  <a:gd name="connsiteX0" fmla="*/ 3339 w 6343"/>
                  <a:gd name="connsiteY0" fmla="*/ 6585 h 6345"/>
                  <a:gd name="connsiteX1" fmla="*/ 5582 w 6343"/>
                  <a:gd name="connsiteY1" fmla="*/ 5655 h 6345"/>
                  <a:gd name="connsiteX2" fmla="*/ 6511 w 6343"/>
                  <a:gd name="connsiteY2" fmla="*/ 3412 h 6345"/>
                  <a:gd name="connsiteX3" fmla="*/ 5582 w 6343"/>
                  <a:gd name="connsiteY3" fmla="*/ 1168 h 6345"/>
                  <a:gd name="connsiteX4" fmla="*/ 3339 w 6343"/>
                  <a:gd name="connsiteY4" fmla="*/ 239 h 6345"/>
                  <a:gd name="connsiteX5" fmla="*/ 1097 w 6343"/>
                  <a:gd name="connsiteY5" fmla="*/ 1168 h 6345"/>
                  <a:gd name="connsiteX6" fmla="*/ 168 w 6343"/>
                  <a:gd name="connsiteY6" fmla="*/ 3412 h 6345"/>
                  <a:gd name="connsiteX7" fmla="*/ 1097 w 6343"/>
                  <a:gd name="connsiteY7" fmla="*/ 5655 h 6345"/>
                  <a:gd name="connsiteX8" fmla="*/ 3339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85"/>
                    </a:moveTo>
                    <a:cubicBezTo>
                      <a:pt x="4180" y="6585"/>
                      <a:pt x="4987" y="6250"/>
                      <a:pt x="5582" y="5655"/>
                    </a:cubicBezTo>
                    <a:cubicBezTo>
                      <a:pt x="6177" y="5060"/>
                      <a:pt x="6511" y="4253"/>
                      <a:pt x="6511" y="3412"/>
                    </a:cubicBezTo>
                    <a:cubicBezTo>
                      <a:pt x="6511" y="2570"/>
                      <a:pt x="6177" y="1763"/>
                      <a:pt x="5582" y="1168"/>
                    </a:cubicBezTo>
                    <a:cubicBezTo>
                      <a:pt x="4987" y="573"/>
                      <a:pt x="4180" y="239"/>
                      <a:pt x="3339" y="239"/>
                    </a:cubicBezTo>
                    <a:cubicBezTo>
                      <a:pt x="2498" y="239"/>
                      <a:pt x="1691" y="573"/>
                      <a:pt x="1097" y="1168"/>
                    </a:cubicBezTo>
                    <a:cubicBezTo>
                      <a:pt x="502" y="1763"/>
                      <a:pt x="168" y="2570"/>
                      <a:pt x="168" y="3412"/>
                    </a:cubicBezTo>
                    <a:cubicBezTo>
                      <a:pt x="168" y="4253"/>
                      <a:pt x="502" y="5060"/>
                      <a:pt x="1097" y="5655"/>
                    </a:cubicBezTo>
                    <a:cubicBezTo>
                      <a:pt x="1691" y="6250"/>
                      <a:pt x="2498" y="6585"/>
                      <a:pt x="3339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24" name="Freeform: Shape 2123">
                <a:extLst>
                  <a:ext uri="{FF2B5EF4-FFF2-40B4-BE49-F238E27FC236}">
                    <a16:creationId xmlns:a16="http://schemas.microsoft.com/office/drawing/2014/main" id="{BBFFBEDA-84B1-7863-9A8F-2E81E6C9DD06}"/>
                  </a:ext>
                </a:extLst>
              </p:cNvPr>
              <p:cNvSpPr/>
              <p:nvPr/>
            </p:nvSpPr>
            <p:spPr>
              <a:xfrm>
                <a:off x="2999532" y="6489168"/>
                <a:ext cx="6343" cy="6345"/>
              </a:xfrm>
              <a:custGeom>
                <a:avLst/>
                <a:gdLst>
                  <a:gd name="connsiteX0" fmla="*/ 3341 w 6343"/>
                  <a:gd name="connsiteY0" fmla="*/ 6583 h 6345"/>
                  <a:gd name="connsiteX1" fmla="*/ 5583 w 6343"/>
                  <a:gd name="connsiteY1" fmla="*/ 5653 h 6345"/>
                  <a:gd name="connsiteX2" fmla="*/ 6512 w 6343"/>
                  <a:gd name="connsiteY2" fmla="*/ 3410 h 6345"/>
                  <a:gd name="connsiteX3" fmla="*/ 5583 w 6343"/>
                  <a:gd name="connsiteY3" fmla="*/ 1166 h 6345"/>
                  <a:gd name="connsiteX4" fmla="*/ 3341 w 6343"/>
                  <a:gd name="connsiteY4" fmla="*/ 237 h 6345"/>
                  <a:gd name="connsiteX5" fmla="*/ 1098 w 6343"/>
                  <a:gd name="connsiteY5" fmla="*/ 1166 h 6345"/>
                  <a:gd name="connsiteX6" fmla="*/ 169 w 6343"/>
                  <a:gd name="connsiteY6" fmla="*/ 3410 h 6345"/>
                  <a:gd name="connsiteX7" fmla="*/ 1098 w 6343"/>
                  <a:gd name="connsiteY7" fmla="*/ 5653 h 6345"/>
                  <a:gd name="connsiteX8" fmla="*/ 3341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1" y="6583"/>
                    </a:moveTo>
                    <a:cubicBezTo>
                      <a:pt x="4182" y="6583"/>
                      <a:pt x="4989" y="6248"/>
                      <a:pt x="5583" y="5653"/>
                    </a:cubicBezTo>
                    <a:cubicBezTo>
                      <a:pt x="6178" y="5058"/>
                      <a:pt x="6512" y="4251"/>
                      <a:pt x="6512" y="3410"/>
                    </a:cubicBezTo>
                    <a:cubicBezTo>
                      <a:pt x="6512" y="2568"/>
                      <a:pt x="6178" y="1761"/>
                      <a:pt x="5583" y="1166"/>
                    </a:cubicBezTo>
                    <a:cubicBezTo>
                      <a:pt x="4989" y="571"/>
                      <a:pt x="4182" y="237"/>
                      <a:pt x="3341" y="237"/>
                    </a:cubicBezTo>
                    <a:cubicBezTo>
                      <a:pt x="2500" y="237"/>
                      <a:pt x="1693" y="571"/>
                      <a:pt x="1098" y="1166"/>
                    </a:cubicBezTo>
                    <a:cubicBezTo>
                      <a:pt x="503" y="1761"/>
                      <a:pt x="169" y="2568"/>
                      <a:pt x="169" y="3410"/>
                    </a:cubicBezTo>
                    <a:cubicBezTo>
                      <a:pt x="169" y="4251"/>
                      <a:pt x="503" y="5058"/>
                      <a:pt x="1098" y="5653"/>
                    </a:cubicBezTo>
                    <a:cubicBezTo>
                      <a:pt x="1693" y="6248"/>
                      <a:pt x="2500" y="6583"/>
                      <a:pt x="3341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25" name="Freeform: Shape 2124">
                <a:extLst>
                  <a:ext uri="{FF2B5EF4-FFF2-40B4-BE49-F238E27FC236}">
                    <a16:creationId xmlns:a16="http://schemas.microsoft.com/office/drawing/2014/main" id="{CE1A3BCE-A9F5-7FD4-49B5-16DDA089633F}"/>
                  </a:ext>
                </a:extLst>
              </p:cNvPr>
              <p:cNvSpPr/>
              <p:nvPr/>
            </p:nvSpPr>
            <p:spPr>
              <a:xfrm>
                <a:off x="2994528" y="6484131"/>
                <a:ext cx="6343" cy="6345"/>
              </a:xfrm>
              <a:custGeom>
                <a:avLst/>
                <a:gdLst>
                  <a:gd name="connsiteX0" fmla="*/ 3340 w 6343"/>
                  <a:gd name="connsiteY0" fmla="*/ 6582 h 6345"/>
                  <a:gd name="connsiteX1" fmla="*/ 5583 w 6343"/>
                  <a:gd name="connsiteY1" fmla="*/ 5653 h 6345"/>
                  <a:gd name="connsiteX2" fmla="*/ 6512 w 6343"/>
                  <a:gd name="connsiteY2" fmla="*/ 3409 h 6345"/>
                  <a:gd name="connsiteX3" fmla="*/ 5583 w 6343"/>
                  <a:gd name="connsiteY3" fmla="*/ 1166 h 6345"/>
                  <a:gd name="connsiteX4" fmla="*/ 3340 w 6343"/>
                  <a:gd name="connsiteY4" fmla="*/ 237 h 6345"/>
                  <a:gd name="connsiteX5" fmla="*/ 1098 w 6343"/>
                  <a:gd name="connsiteY5" fmla="*/ 1166 h 6345"/>
                  <a:gd name="connsiteX6" fmla="*/ 169 w 6343"/>
                  <a:gd name="connsiteY6" fmla="*/ 3409 h 6345"/>
                  <a:gd name="connsiteX7" fmla="*/ 1098 w 6343"/>
                  <a:gd name="connsiteY7" fmla="*/ 5653 h 6345"/>
                  <a:gd name="connsiteX8" fmla="*/ 3340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0" y="6582"/>
                    </a:moveTo>
                    <a:cubicBezTo>
                      <a:pt x="4182" y="6582"/>
                      <a:pt x="4988" y="6248"/>
                      <a:pt x="5583" y="5653"/>
                    </a:cubicBezTo>
                    <a:cubicBezTo>
                      <a:pt x="6178" y="5058"/>
                      <a:pt x="6512" y="4251"/>
                      <a:pt x="6512" y="3409"/>
                    </a:cubicBezTo>
                    <a:cubicBezTo>
                      <a:pt x="6512" y="2568"/>
                      <a:pt x="6178" y="1761"/>
                      <a:pt x="5583" y="1166"/>
                    </a:cubicBezTo>
                    <a:cubicBezTo>
                      <a:pt x="4988" y="571"/>
                      <a:pt x="4182" y="237"/>
                      <a:pt x="3340" y="237"/>
                    </a:cubicBezTo>
                    <a:cubicBezTo>
                      <a:pt x="2499" y="237"/>
                      <a:pt x="1693" y="571"/>
                      <a:pt x="1098" y="1166"/>
                    </a:cubicBezTo>
                    <a:cubicBezTo>
                      <a:pt x="503" y="1761"/>
                      <a:pt x="169" y="2568"/>
                      <a:pt x="169" y="3409"/>
                    </a:cubicBezTo>
                    <a:cubicBezTo>
                      <a:pt x="169" y="4251"/>
                      <a:pt x="503" y="5058"/>
                      <a:pt x="1098" y="5653"/>
                    </a:cubicBezTo>
                    <a:cubicBezTo>
                      <a:pt x="1693" y="6248"/>
                      <a:pt x="2499" y="6582"/>
                      <a:pt x="3340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26" name="Freeform: Shape 2125">
                <a:extLst>
                  <a:ext uri="{FF2B5EF4-FFF2-40B4-BE49-F238E27FC236}">
                    <a16:creationId xmlns:a16="http://schemas.microsoft.com/office/drawing/2014/main" id="{2B6896F9-517A-9A9B-C4E3-43E26F16DC91}"/>
                  </a:ext>
                </a:extLst>
              </p:cNvPr>
              <p:cNvSpPr/>
              <p:nvPr/>
            </p:nvSpPr>
            <p:spPr>
              <a:xfrm>
                <a:off x="2987693" y="6480626"/>
                <a:ext cx="6343" cy="6345"/>
              </a:xfrm>
              <a:custGeom>
                <a:avLst/>
                <a:gdLst>
                  <a:gd name="connsiteX0" fmla="*/ 3340 w 6343"/>
                  <a:gd name="connsiteY0" fmla="*/ 6582 h 6345"/>
                  <a:gd name="connsiteX1" fmla="*/ 5583 w 6343"/>
                  <a:gd name="connsiteY1" fmla="*/ 5653 h 6345"/>
                  <a:gd name="connsiteX2" fmla="*/ 6511 w 6343"/>
                  <a:gd name="connsiteY2" fmla="*/ 3409 h 6345"/>
                  <a:gd name="connsiteX3" fmla="*/ 5583 w 6343"/>
                  <a:gd name="connsiteY3" fmla="*/ 1166 h 6345"/>
                  <a:gd name="connsiteX4" fmla="*/ 3340 w 6343"/>
                  <a:gd name="connsiteY4" fmla="*/ 236 h 6345"/>
                  <a:gd name="connsiteX5" fmla="*/ 1097 w 6343"/>
                  <a:gd name="connsiteY5" fmla="*/ 1166 h 6345"/>
                  <a:gd name="connsiteX6" fmla="*/ 168 w 6343"/>
                  <a:gd name="connsiteY6" fmla="*/ 3409 h 6345"/>
                  <a:gd name="connsiteX7" fmla="*/ 1097 w 6343"/>
                  <a:gd name="connsiteY7" fmla="*/ 5653 h 6345"/>
                  <a:gd name="connsiteX8" fmla="*/ 3340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0" y="6582"/>
                    </a:moveTo>
                    <a:cubicBezTo>
                      <a:pt x="4181" y="6582"/>
                      <a:pt x="4988" y="6248"/>
                      <a:pt x="5583" y="5653"/>
                    </a:cubicBezTo>
                    <a:cubicBezTo>
                      <a:pt x="6177" y="5058"/>
                      <a:pt x="6511" y="4251"/>
                      <a:pt x="6511" y="3409"/>
                    </a:cubicBezTo>
                    <a:cubicBezTo>
                      <a:pt x="6511" y="2568"/>
                      <a:pt x="6177" y="1761"/>
                      <a:pt x="5583" y="1166"/>
                    </a:cubicBezTo>
                    <a:cubicBezTo>
                      <a:pt x="4988" y="571"/>
                      <a:pt x="4181" y="236"/>
                      <a:pt x="3340" y="236"/>
                    </a:cubicBezTo>
                    <a:cubicBezTo>
                      <a:pt x="2499" y="236"/>
                      <a:pt x="1692" y="571"/>
                      <a:pt x="1097" y="1166"/>
                    </a:cubicBezTo>
                    <a:cubicBezTo>
                      <a:pt x="503" y="1761"/>
                      <a:pt x="168" y="2568"/>
                      <a:pt x="168" y="3409"/>
                    </a:cubicBezTo>
                    <a:cubicBezTo>
                      <a:pt x="168" y="4251"/>
                      <a:pt x="503" y="5058"/>
                      <a:pt x="1097" y="5653"/>
                    </a:cubicBezTo>
                    <a:cubicBezTo>
                      <a:pt x="1692" y="6248"/>
                      <a:pt x="2499" y="6582"/>
                      <a:pt x="3340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27" name="Freeform: Shape 2126">
                <a:extLst>
                  <a:ext uri="{FF2B5EF4-FFF2-40B4-BE49-F238E27FC236}">
                    <a16:creationId xmlns:a16="http://schemas.microsoft.com/office/drawing/2014/main" id="{AFD8EBCE-6BE2-74AF-3D28-5DC9465F4E7B}"/>
                  </a:ext>
                </a:extLst>
              </p:cNvPr>
              <p:cNvSpPr/>
              <p:nvPr/>
            </p:nvSpPr>
            <p:spPr>
              <a:xfrm>
                <a:off x="2978340" y="6479166"/>
                <a:ext cx="6343" cy="6345"/>
              </a:xfrm>
              <a:custGeom>
                <a:avLst/>
                <a:gdLst>
                  <a:gd name="connsiteX0" fmla="*/ 3339 w 6343"/>
                  <a:gd name="connsiteY0" fmla="*/ 6582 h 6345"/>
                  <a:gd name="connsiteX1" fmla="*/ 5582 w 6343"/>
                  <a:gd name="connsiteY1" fmla="*/ 5653 h 6345"/>
                  <a:gd name="connsiteX2" fmla="*/ 6511 w 6343"/>
                  <a:gd name="connsiteY2" fmla="*/ 3409 h 6345"/>
                  <a:gd name="connsiteX3" fmla="*/ 5582 w 6343"/>
                  <a:gd name="connsiteY3" fmla="*/ 1166 h 6345"/>
                  <a:gd name="connsiteX4" fmla="*/ 3339 w 6343"/>
                  <a:gd name="connsiteY4" fmla="*/ 236 h 6345"/>
                  <a:gd name="connsiteX5" fmla="*/ 1097 w 6343"/>
                  <a:gd name="connsiteY5" fmla="*/ 1166 h 6345"/>
                  <a:gd name="connsiteX6" fmla="*/ 168 w 6343"/>
                  <a:gd name="connsiteY6" fmla="*/ 3409 h 6345"/>
                  <a:gd name="connsiteX7" fmla="*/ 1097 w 6343"/>
                  <a:gd name="connsiteY7" fmla="*/ 5653 h 6345"/>
                  <a:gd name="connsiteX8" fmla="*/ 3339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82"/>
                    </a:moveTo>
                    <a:cubicBezTo>
                      <a:pt x="4180" y="6582"/>
                      <a:pt x="4987" y="6247"/>
                      <a:pt x="5582" y="5653"/>
                    </a:cubicBezTo>
                    <a:cubicBezTo>
                      <a:pt x="6177" y="5058"/>
                      <a:pt x="6511" y="4250"/>
                      <a:pt x="6511" y="3409"/>
                    </a:cubicBezTo>
                    <a:cubicBezTo>
                      <a:pt x="6511" y="2568"/>
                      <a:pt x="6177" y="1761"/>
                      <a:pt x="5582" y="1166"/>
                    </a:cubicBezTo>
                    <a:cubicBezTo>
                      <a:pt x="4987" y="571"/>
                      <a:pt x="4180" y="236"/>
                      <a:pt x="3339" y="236"/>
                    </a:cubicBezTo>
                    <a:cubicBezTo>
                      <a:pt x="2498" y="236"/>
                      <a:pt x="1691" y="571"/>
                      <a:pt x="1097" y="1166"/>
                    </a:cubicBezTo>
                    <a:cubicBezTo>
                      <a:pt x="502" y="1761"/>
                      <a:pt x="168" y="2568"/>
                      <a:pt x="168" y="3409"/>
                    </a:cubicBezTo>
                    <a:cubicBezTo>
                      <a:pt x="168" y="4250"/>
                      <a:pt x="502" y="5058"/>
                      <a:pt x="1097" y="5653"/>
                    </a:cubicBezTo>
                    <a:cubicBezTo>
                      <a:pt x="1691" y="6247"/>
                      <a:pt x="2498" y="6582"/>
                      <a:pt x="3339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28" name="Freeform: Shape 2127">
                <a:extLst>
                  <a:ext uri="{FF2B5EF4-FFF2-40B4-BE49-F238E27FC236}">
                    <a16:creationId xmlns:a16="http://schemas.microsoft.com/office/drawing/2014/main" id="{07CCB615-CB39-A883-5FC1-38500569E2A0}"/>
                  </a:ext>
                </a:extLst>
              </p:cNvPr>
              <p:cNvSpPr/>
              <p:nvPr/>
            </p:nvSpPr>
            <p:spPr>
              <a:xfrm>
                <a:off x="2969818" y="6476924"/>
                <a:ext cx="6343" cy="6345"/>
              </a:xfrm>
              <a:custGeom>
                <a:avLst/>
                <a:gdLst>
                  <a:gd name="connsiteX0" fmla="*/ 3338 w 6343"/>
                  <a:gd name="connsiteY0" fmla="*/ 6582 h 6345"/>
                  <a:gd name="connsiteX1" fmla="*/ 5581 w 6343"/>
                  <a:gd name="connsiteY1" fmla="*/ 5652 h 6345"/>
                  <a:gd name="connsiteX2" fmla="*/ 6510 w 6343"/>
                  <a:gd name="connsiteY2" fmla="*/ 3409 h 6345"/>
                  <a:gd name="connsiteX3" fmla="*/ 5581 w 6343"/>
                  <a:gd name="connsiteY3" fmla="*/ 1165 h 6345"/>
                  <a:gd name="connsiteX4" fmla="*/ 3338 w 6343"/>
                  <a:gd name="connsiteY4" fmla="*/ 236 h 6345"/>
                  <a:gd name="connsiteX5" fmla="*/ 1096 w 6343"/>
                  <a:gd name="connsiteY5" fmla="*/ 1165 h 6345"/>
                  <a:gd name="connsiteX6" fmla="*/ 167 w 6343"/>
                  <a:gd name="connsiteY6" fmla="*/ 3409 h 6345"/>
                  <a:gd name="connsiteX7" fmla="*/ 1096 w 6343"/>
                  <a:gd name="connsiteY7" fmla="*/ 5652 h 6345"/>
                  <a:gd name="connsiteX8" fmla="*/ 3338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8" y="6582"/>
                    </a:moveTo>
                    <a:cubicBezTo>
                      <a:pt x="4180" y="6582"/>
                      <a:pt x="4986" y="6247"/>
                      <a:pt x="5581" y="5652"/>
                    </a:cubicBezTo>
                    <a:cubicBezTo>
                      <a:pt x="6176" y="5057"/>
                      <a:pt x="6510" y="4250"/>
                      <a:pt x="6510" y="3409"/>
                    </a:cubicBezTo>
                    <a:cubicBezTo>
                      <a:pt x="6510" y="2567"/>
                      <a:pt x="6176" y="1760"/>
                      <a:pt x="5581" y="1165"/>
                    </a:cubicBezTo>
                    <a:cubicBezTo>
                      <a:pt x="4986" y="570"/>
                      <a:pt x="4180" y="236"/>
                      <a:pt x="3338" y="236"/>
                    </a:cubicBezTo>
                    <a:cubicBezTo>
                      <a:pt x="2497" y="236"/>
                      <a:pt x="1691" y="570"/>
                      <a:pt x="1096" y="1165"/>
                    </a:cubicBezTo>
                    <a:cubicBezTo>
                      <a:pt x="501" y="1760"/>
                      <a:pt x="167" y="2567"/>
                      <a:pt x="167" y="3409"/>
                    </a:cubicBezTo>
                    <a:cubicBezTo>
                      <a:pt x="167" y="4250"/>
                      <a:pt x="501" y="5057"/>
                      <a:pt x="1096" y="5652"/>
                    </a:cubicBezTo>
                    <a:cubicBezTo>
                      <a:pt x="1691" y="6247"/>
                      <a:pt x="2497" y="6582"/>
                      <a:pt x="3338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29" name="Freeform: Shape 2128">
                <a:extLst>
                  <a:ext uri="{FF2B5EF4-FFF2-40B4-BE49-F238E27FC236}">
                    <a16:creationId xmlns:a16="http://schemas.microsoft.com/office/drawing/2014/main" id="{9BD676F3-B6B1-F70F-0DC2-E11A154DC918}"/>
                  </a:ext>
                </a:extLst>
              </p:cNvPr>
              <p:cNvSpPr/>
              <p:nvPr/>
            </p:nvSpPr>
            <p:spPr>
              <a:xfrm>
                <a:off x="2960995" y="6474845"/>
                <a:ext cx="6343" cy="6345"/>
              </a:xfrm>
              <a:custGeom>
                <a:avLst/>
                <a:gdLst>
                  <a:gd name="connsiteX0" fmla="*/ 3338 w 6343"/>
                  <a:gd name="connsiteY0" fmla="*/ 6581 h 6345"/>
                  <a:gd name="connsiteX1" fmla="*/ 5580 w 6343"/>
                  <a:gd name="connsiteY1" fmla="*/ 5652 h 6345"/>
                  <a:gd name="connsiteX2" fmla="*/ 6509 w 6343"/>
                  <a:gd name="connsiteY2" fmla="*/ 3409 h 6345"/>
                  <a:gd name="connsiteX3" fmla="*/ 5580 w 6343"/>
                  <a:gd name="connsiteY3" fmla="*/ 1165 h 6345"/>
                  <a:gd name="connsiteX4" fmla="*/ 3338 w 6343"/>
                  <a:gd name="connsiteY4" fmla="*/ 236 h 6345"/>
                  <a:gd name="connsiteX5" fmla="*/ 1095 w 6343"/>
                  <a:gd name="connsiteY5" fmla="*/ 1165 h 6345"/>
                  <a:gd name="connsiteX6" fmla="*/ 166 w 6343"/>
                  <a:gd name="connsiteY6" fmla="*/ 3409 h 6345"/>
                  <a:gd name="connsiteX7" fmla="*/ 1095 w 6343"/>
                  <a:gd name="connsiteY7" fmla="*/ 5652 h 6345"/>
                  <a:gd name="connsiteX8" fmla="*/ 3338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8" y="6581"/>
                    </a:moveTo>
                    <a:cubicBezTo>
                      <a:pt x="4179" y="6581"/>
                      <a:pt x="4986" y="6247"/>
                      <a:pt x="5580" y="5652"/>
                    </a:cubicBezTo>
                    <a:cubicBezTo>
                      <a:pt x="6175" y="5057"/>
                      <a:pt x="6509" y="4250"/>
                      <a:pt x="6509" y="3409"/>
                    </a:cubicBezTo>
                    <a:cubicBezTo>
                      <a:pt x="6509" y="2567"/>
                      <a:pt x="6175" y="1760"/>
                      <a:pt x="5580" y="1165"/>
                    </a:cubicBezTo>
                    <a:cubicBezTo>
                      <a:pt x="4986" y="570"/>
                      <a:pt x="4179" y="236"/>
                      <a:pt x="3338" y="236"/>
                    </a:cubicBezTo>
                    <a:cubicBezTo>
                      <a:pt x="2497" y="236"/>
                      <a:pt x="1690" y="570"/>
                      <a:pt x="1095" y="1165"/>
                    </a:cubicBezTo>
                    <a:cubicBezTo>
                      <a:pt x="500" y="1760"/>
                      <a:pt x="166" y="2567"/>
                      <a:pt x="166" y="3409"/>
                    </a:cubicBezTo>
                    <a:cubicBezTo>
                      <a:pt x="166" y="4250"/>
                      <a:pt x="500" y="5057"/>
                      <a:pt x="1095" y="5652"/>
                    </a:cubicBezTo>
                    <a:cubicBezTo>
                      <a:pt x="1690" y="6247"/>
                      <a:pt x="2497" y="6581"/>
                      <a:pt x="3338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30" name="Freeform: Shape 2129">
                <a:extLst>
                  <a:ext uri="{FF2B5EF4-FFF2-40B4-BE49-F238E27FC236}">
                    <a16:creationId xmlns:a16="http://schemas.microsoft.com/office/drawing/2014/main" id="{3F5BDAD8-150C-92A8-2F4B-DA6DCA630257}"/>
                  </a:ext>
                </a:extLst>
              </p:cNvPr>
              <p:cNvSpPr/>
              <p:nvPr/>
            </p:nvSpPr>
            <p:spPr>
              <a:xfrm>
                <a:off x="2951605" y="6473133"/>
                <a:ext cx="6343" cy="6345"/>
              </a:xfrm>
              <a:custGeom>
                <a:avLst/>
                <a:gdLst>
                  <a:gd name="connsiteX0" fmla="*/ 3337 w 6343"/>
                  <a:gd name="connsiteY0" fmla="*/ 6581 h 6345"/>
                  <a:gd name="connsiteX1" fmla="*/ 5580 w 6343"/>
                  <a:gd name="connsiteY1" fmla="*/ 5652 h 6345"/>
                  <a:gd name="connsiteX2" fmla="*/ 6509 w 6343"/>
                  <a:gd name="connsiteY2" fmla="*/ 3409 h 6345"/>
                  <a:gd name="connsiteX3" fmla="*/ 5580 w 6343"/>
                  <a:gd name="connsiteY3" fmla="*/ 1165 h 6345"/>
                  <a:gd name="connsiteX4" fmla="*/ 3337 w 6343"/>
                  <a:gd name="connsiteY4" fmla="*/ 236 h 6345"/>
                  <a:gd name="connsiteX5" fmla="*/ 1094 w 6343"/>
                  <a:gd name="connsiteY5" fmla="*/ 1165 h 6345"/>
                  <a:gd name="connsiteX6" fmla="*/ 165 w 6343"/>
                  <a:gd name="connsiteY6" fmla="*/ 3409 h 6345"/>
                  <a:gd name="connsiteX7" fmla="*/ 1094 w 6343"/>
                  <a:gd name="connsiteY7" fmla="*/ 5652 h 6345"/>
                  <a:gd name="connsiteX8" fmla="*/ 3337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7" y="6581"/>
                    </a:moveTo>
                    <a:cubicBezTo>
                      <a:pt x="4178" y="6581"/>
                      <a:pt x="4985" y="6247"/>
                      <a:pt x="5580" y="5652"/>
                    </a:cubicBezTo>
                    <a:cubicBezTo>
                      <a:pt x="6174" y="5057"/>
                      <a:pt x="6509" y="4250"/>
                      <a:pt x="6509" y="3409"/>
                    </a:cubicBezTo>
                    <a:cubicBezTo>
                      <a:pt x="6509" y="2567"/>
                      <a:pt x="6174" y="1760"/>
                      <a:pt x="5580" y="1165"/>
                    </a:cubicBezTo>
                    <a:cubicBezTo>
                      <a:pt x="4985" y="570"/>
                      <a:pt x="4178" y="236"/>
                      <a:pt x="3337" y="236"/>
                    </a:cubicBezTo>
                    <a:cubicBezTo>
                      <a:pt x="2496" y="236"/>
                      <a:pt x="1689" y="570"/>
                      <a:pt x="1094" y="1165"/>
                    </a:cubicBezTo>
                    <a:cubicBezTo>
                      <a:pt x="500" y="1760"/>
                      <a:pt x="165" y="2567"/>
                      <a:pt x="165" y="3409"/>
                    </a:cubicBezTo>
                    <a:cubicBezTo>
                      <a:pt x="165" y="4250"/>
                      <a:pt x="500" y="5057"/>
                      <a:pt x="1094" y="5652"/>
                    </a:cubicBezTo>
                    <a:cubicBezTo>
                      <a:pt x="1689" y="6247"/>
                      <a:pt x="2496" y="6581"/>
                      <a:pt x="3337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31" name="Freeform: Shape 2130">
                <a:extLst>
                  <a:ext uri="{FF2B5EF4-FFF2-40B4-BE49-F238E27FC236}">
                    <a16:creationId xmlns:a16="http://schemas.microsoft.com/office/drawing/2014/main" id="{9BBC97AE-EC9E-3123-DD92-199067528A2F}"/>
                  </a:ext>
                </a:extLst>
              </p:cNvPr>
              <p:cNvSpPr/>
              <p:nvPr/>
            </p:nvSpPr>
            <p:spPr>
              <a:xfrm>
                <a:off x="2942726" y="6470919"/>
                <a:ext cx="6343" cy="6345"/>
              </a:xfrm>
              <a:custGeom>
                <a:avLst/>
                <a:gdLst>
                  <a:gd name="connsiteX0" fmla="*/ 3336 w 6343"/>
                  <a:gd name="connsiteY0" fmla="*/ 6581 h 6345"/>
                  <a:gd name="connsiteX1" fmla="*/ 5579 w 6343"/>
                  <a:gd name="connsiteY1" fmla="*/ 5652 h 6345"/>
                  <a:gd name="connsiteX2" fmla="*/ 6508 w 6343"/>
                  <a:gd name="connsiteY2" fmla="*/ 3408 h 6345"/>
                  <a:gd name="connsiteX3" fmla="*/ 5579 w 6343"/>
                  <a:gd name="connsiteY3" fmla="*/ 1165 h 6345"/>
                  <a:gd name="connsiteX4" fmla="*/ 3336 w 6343"/>
                  <a:gd name="connsiteY4" fmla="*/ 236 h 6345"/>
                  <a:gd name="connsiteX5" fmla="*/ 1094 w 6343"/>
                  <a:gd name="connsiteY5" fmla="*/ 1165 h 6345"/>
                  <a:gd name="connsiteX6" fmla="*/ 165 w 6343"/>
                  <a:gd name="connsiteY6" fmla="*/ 3408 h 6345"/>
                  <a:gd name="connsiteX7" fmla="*/ 1094 w 6343"/>
                  <a:gd name="connsiteY7" fmla="*/ 5652 h 6345"/>
                  <a:gd name="connsiteX8" fmla="*/ 3336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6" y="6581"/>
                    </a:moveTo>
                    <a:cubicBezTo>
                      <a:pt x="4177" y="6581"/>
                      <a:pt x="4984" y="6247"/>
                      <a:pt x="5579" y="5652"/>
                    </a:cubicBezTo>
                    <a:cubicBezTo>
                      <a:pt x="6174" y="5057"/>
                      <a:pt x="6508" y="4250"/>
                      <a:pt x="6508" y="3408"/>
                    </a:cubicBezTo>
                    <a:cubicBezTo>
                      <a:pt x="6508" y="2567"/>
                      <a:pt x="6174" y="1760"/>
                      <a:pt x="5579" y="1165"/>
                    </a:cubicBezTo>
                    <a:cubicBezTo>
                      <a:pt x="4984" y="570"/>
                      <a:pt x="4177" y="236"/>
                      <a:pt x="3336" y="236"/>
                    </a:cubicBezTo>
                    <a:cubicBezTo>
                      <a:pt x="2495" y="236"/>
                      <a:pt x="1688" y="570"/>
                      <a:pt x="1094" y="1165"/>
                    </a:cubicBezTo>
                    <a:cubicBezTo>
                      <a:pt x="499" y="1760"/>
                      <a:pt x="165" y="2567"/>
                      <a:pt x="165" y="3408"/>
                    </a:cubicBezTo>
                    <a:cubicBezTo>
                      <a:pt x="165" y="4250"/>
                      <a:pt x="499" y="5057"/>
                      <a:pt x="1094" y="5652"/>
                    </a:cubicBezTo>
                    <a:cubicBezTo>
                      <a:pt x="1688" y="6247"/>
                      <a:pt x="2495" y="6581"/>
                      <a:pt x="3336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32" name="Freeform: Shape 2131">
                <a:extLst>
                  <a:ext uri="{FF2B5EF4-FFF2-40B4-BE49-F238E27FC236}">
                    <a16:creationId xmlns:a16="http://schemas.microsoft.com/office/drawing/2014/main" id="{BC3FAD6B-6509-7F13-935E-C8DC04628D44}"/>
                  </a:ext>
                </a:extLst>
              </p:cNvPr>
              <p:cNvSpPr/>
              <p:nvPr/>
            </p:nvSpPr>
            <p:spPr>
              <a:xfrm>
                <a:off x="3295892" y="6186086"/>
                <a:ext cx="6343" cy="6345"/>
              </a:xfrm>
              <a:custGeom>
                <a:avLst/>
                <a:gdLst>
                  <a:gd name="connsiteX0" fmla="*/ 3364 w 6343"/>
                  <a:gd name="connsiteY0" fmla="*/ 6559 h 6345"/>
                  <a:gd name="connsiteX1" fmla="*/ 5607 w 6343"/>
                  <a:gd name="connsiteY1" fmla="*/ 5629 h 6345"/>
                  <a:gd name="connsiteX2" fmla="*/ 6536 w 6343"/>
                  <a:gd name="connsiteY2" fmla="*/ 3386 h 6345"/>
                  <a:gd name="connsiteX3" fmla="*/ 5607 w 6343"/>
                  <a:gd name="connsiteY3" fmla="*/ 1143 h 6345"/>
                  <a:gd name="connsiteX4" fmla="*/ 3364 w 6343"/>
                  <a:gd name="connsiteY4" fmla="*/ 213 h 6345"/>
                  <a:gd name="connsiteX5" fmla="*/ 1122 w 6343"/>
                  <a:gd name="connsiteY5" fmla="*/ 1143 h 6345"/>
                  <a:gd name="connsiteX6" fmla="*/ 193 w 6343"/>
                  <a:gd name="connsiteY6" fmla="*/ 3386 h 6345"/>
                  <a:gd name="connsiteX7" fmla="*/ 1122 w 6343"/>
                  <a:gd name="connsiteY7" fmla="*/ 5629 h 6345"/>
                  <a:gd name="connsiteX8" fmla="*/ 336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59"/>
                    </a:moveTo>
                    <a:cubicBezTo>
                      <a:pt x="4205" y="6559"/>
                      <a:pt x="5012" y="6224"/>
                      <a:pt x="5607" y="5629"/>
                    </a:cubicBezTo>
                    <a:cubicBezTo>
                      <a:pt x="6202" y="5034"/>
                      <a:pt x="6536" y="4227"/>
                      <a:pt x="6536" y="3386"/>
                    </a:cubicBezTo>
                    <a:cubicBezTo>
                      <a:pt x="6536" y="2545"/>
                      <a:pt x="6202" y="1738"/>
                      <a:pt x="5607" y="1143"/>
                    </a:cubicBezTo>
                    <a:cubicBezTo>
                      <a:pt x="5012" y="548"/>
                      <a:pt x="4205" y="213"/>
                      <a:pt x="3364" y="213"/>
                    </a:cubicBezTo>
                    <a:cubicBezTo>
                      <a:pt x="2523" y="213"/>
                      <a:pt x="1716" y="548"/>
                      <a:pt x="1122" y="1143"/>
                    </a:cubicBezTo>
                    <a:cubicBezTo>
                      <a:pt x="527" y="1738"/>
                      <a:pt x="193" y="2545"/>
                      <a:pt x="193" y="3386"/>
                    </a:cubicBezTo>
                    <a:cubicBezTo>
                      <a:pt x="193" y="4227"/>
                      <a:pt x="527" y="5034"/>
                      <a:pt x="1122" y="5629"/>
                    </a:cubicBezTo>
                    <a:cubicBezTo>
                      <a:pt x="1716" y="6224"/>
                      <a:pt x="2523" y="6559"/>
                      <a:pt x="336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33" name="Freeform: Shape 2132">
                <a:extLst>
                  <a:ext uri="{FF2B5EF4-FFF2-40B4-BE49-F238E27FC236}">
                    <a16:creationId xmlns:a16="http://schemas.microsoft.com/office/drawing/2014/main" id="{3E2B0834-B592-3297-02B6-06B1BD9516E4}"/>
                  </a:ext>
                </a:extLst>
              </p:cNvPr>
              <p:cNvSpPr/>
              <p:nvPr/>
            </p:nvSpPr>
            <p:spPr>
              <a:xfrm>
                <a:off x="3292952" y="6182680"/>
                <a:ext cx="6343" cy="6345"/>
              </a:xfrm>
              <a:custGeom>
                <a:avLst/>
                <a:gdLst>
                  <a:gd name="connsiteX0" fmla="*/ 3364 w 6343"/>
                  <a:gd name="connsiteY0" fmla="*/ 6558 h 6345"/>
                  <a:gd name="connsiteX1" fmla="*/ 5607 w 6343"/>
                  <a:gd name="connsiteY1" fmla="*/ 5629 h 6345"/>
                  <a:gd name="connsiteX2" fmla="*/ 6536 w 6343"/>
                  <a:gd name="connsiteY2" fmla="*/ 3386 h 6345"/>
                  <a:gd name="connsiteX3" fmla="*/ 5607 w 6343"/>
                  <a:gd name="connsiteY3" fmla="*/ 1142 h 6345"/>
                  <a:gd name="connsiteX4" fmla="*/ 3364 w 6343"/>
                  <a:gd name="connsiteY4" fmla="*/ 213 h 6345"/>
                  <a:gd name="connsiteX5" fmla="*/ 1121 w 6343"/>
                  <a:gd name="connsiteY5" fmla="*/ 1142 h 6345"/>
                  <a:gd name="connsiteX6" fmla="*/ 192 w 6343"/>
                  <a:gd name="connsiteY6" fmla="*/ 3386 h 6345"/>
                  <a:gd name="connsiteX7" fmla="*/ 1121 w 6343"/>
                  <a:gd name="connsiteY7" fmla="*/ 5629 h 6345"/>
                  <a:gd name="connsiteX8" fmla="*/ 3364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58"/>
                    </a:moveTo>
                    <a:cubicBezTo>
                      <a:pt x="4205" y="6558"/>
                      <a:pt x="5012" y="6224"/>
                      <a:pt x="5607" y="5629"/>
                    </a:cubicBezTo>
                    <a:cubicBezTo>
                      <a:pt x="6201" y="5034"/>
                      <a:pt x="6536" y="4227"/>
                      <a:pt x="6536" y="3386"/>
                    </a:cubicBezTo>
                    <a:cubicBezTo>
                      <a:pt x="6536" y="2544"/>
                      <a:pt x="6201" y="1737"/>
                      <a:pt x="5607" y="1142"/>
                    </a:cubicBezTo>
                    <a:cubicBezTo>
                      <a:pt x="5012" y="547"/>
                      <a:pt x="4205" y="213"/>
                      <a:pt x="3364" y="213"/>
                    </a:cubicBezTo>
                    <a:cubicBezTo>
                      <a:pt x="2523" y="213"/>
                      <a:pt x="1716" y="547"/>
                      <a:pt x="1121" y="1142"/>
                    </a:cubicBezTo>
                    <a:cubicBezTo>
                      <a:pt x="527" y="1737"/>
                      <a:pt x="192" y="2544"/>
                      <a:pt x="192" y="3386"/>
                    </a:cubicBezTo>
                    <a:cubicBezTo>
                      <a:pt x="192" y="4227"/>
                      <a:pt x="527" y="5034"/>
                      <a:pt x="1121" y="5629"/>
                    </a:cubicBezTo>
                    <a:cubicBezTo>
                      <a:pt x="1716" y="6224"/>
                      <a:pt x="2523" y="6558"/>
                      <a:pt x="3364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34" name="Freeform: Shape 2133">
                <a:extLst>
                  <a:ext uri="{FF2B5EF4-FFF2-40B4-BE49-F238E27FC236}">
                    <a16:creationId xmlns:a16="http://schemas.microsoft.com/office/drawing/2014/main" id="{DD9D002E-7507-9189-B6C5-DDEA6D55257C}"/>
                  </a:ext>
                </a:extLst>
              </p:cNvPr>
              <p:cNvSpPr/>
              <p:nvPr/>
            </p:nvSpPr>
            <p:spPr>
              <a:xfrm>
                <a:off x="2907363" y="6470394"/>
                <a:ext cx="6343" cy="6345"/>
              </a:xfrm>
              <a:custGeom>
                <a:avLst/>
                <a:gdLst>
                  <a:gd name="connsiteX0" fmla="*/ 3334 w 6343"/>
                  <a:gd name="connsiteY0" fmla="*/ 6581 h 6345"/>
                  <a:gd name="connsiteX1" fmla="*/ 5576 w 6343"/>
                  <a:gd name="connsiteY1" fmla="*/ 5652 h 6345"/>
                  <a:gd name="connsiteX2" fmla="*/ 6505 w 6343"/>
                  <a:gd name="connsiteY2" fmla="*/ 3408 h 6345"/>
                  <a:gd name="connsiteX3" fmla="*/ 5576 w 6343"/>
                  <a:gd name="connsiteY3" fmla="*/ 1165 h 6345"/>
                  <a:gd name="connsiteX4" fmla="*/ 3334 w 6343"/>
                  <a:gd name="connsiteY4" fmla="*/ 236 h 6345"/>
                  <a:gd name="connsiteX5" fmla="*/ 1091 w 6343"/>
                  <a:gd name="connsiteY5" fmla="*/ 1165 h 6345"/>
                  <a:gd name="connsiteX6" fmla="*/ 162 w 6343"/>
                  <a:gd name="connsiteY6" fmla="*/ 3408 h 6345"/>
                  <a:gd name="connsiteX7" fmla="*/ 1091 w 6343"/>
                  <a:gd name="connsiteY7" fmla="*/ 5652 h 6345"/>
                  <a:gd name="connsiteX8" fmla="*/ 3334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4" y="6581"/>
                    </a:moveTo>
                    <a:cubicBezTo>
                      <a:pt x="4175" y="6581"/>
                      <a:pt x="4981" y="6247"/>
                      <a:pt x="5576" y="5652"/>
                    </a:cubicBezTo>
                    <a:cubicBezTo>
                      <a:pt x="6171" y="5057"/>
                      <a:pt x="6505" y="4250"/>
                      <a:pt x="6505" y="3408"/>
                    </a:cubicBezTo>
                    <a:cubicBezTo>
                      <a:pt x="6505" y="2567"/>
                      <a:pt x="6171" y="1760"/>
                      <a:pt x="5576" y="1165"/>
                    </a:cubicBezTo>
                    <a:cubicBezTo>
                      <a:pt x="4981" y="570"/>
                      <a:pt x="4175" y="236"/>
                      <a:pt x="3334" y="236"/>
                    </a:cubicBezTo>
                    <a:cubicBezTo>
                      <a:pt x="2492" y="236"/>
                      <a:pt x="1686" y="570"/>
                      <a:pt x="1091" y="1165"/>
                    </a:cubicBezTo>
                    <a:cubicBezTo>
                      <a:pt x="496" y="1760"/>
                      <a:pt x="162" y="2567"/>
                      <a:pt x="162" y="3408"/>
                    </a:cubicBezTo>
                    <a:cubicBezTo>
                      <a:pt x="162" y="4250"/>
                      <a:pt x="496" y="5057"/>
                      <a:pt x="1091" y="5652"/>
                    </a:cubicBezTo>
                    <a:cubicBezTo>
                      <a:pt x="1686" y="6247"/>
                      <a:pt x="2492" y="6581"/>
                      <a:pt x="3334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35" name="Freeform: Shape 2134">
                <a:extLst>
                  <a:ext uri="{FF2B5EF4-FFF2-40B4-BE49-F238E27FC236}">
                    <a16:creationId xmlns:a16="http://schemas.microsoft.com/office/drawing/2014/main" id="{64E9BD15-F54A-8E71-9386-8B9AC775EEF1}"/>
                  </a:ext>
                </a:extLst>
              </p:cNvPr>
              <p:cNvSpPr/>
              <p:nvPr/>
            </p:nvSpPr>
            <p:spPr>
              <a:xfrm>
                <a:off x="2900170" y="6466484"/>
                <a:ext cx="6343" cy="6345"/>
              </a:xfrm>
              <a:custGeom>
                <a:avLst/>
                <a:gdLst>
                  <a:gd name="connsiteX0" fmla="*/ 3333 w 6343"/>
                  <a:gd name="connsiteY0" fmla="*/ 6581 h 6345"/>
                  <a:gd name="connsiteX1" fmla="*/ 5576 w 6343"/>
                  <a:gd name="connsiteY1" fmla="*/ 5652 h 6345"/>
                  <a:gd name="connsiteX2" fmla="*/ 6505 w 6343"/>
                  <a:gd name="connsiteY2" fmla="*/ 3408 h 6345"/>
                  <a:gd name="connsiteX3" fmla="*/ 5576 w 6343"/>
                  <a:gd name="connsiteY3" fmla="*/ 1165 h 6345"/>
                  <a:gd name="connsiteX4" fmla="*/ 3333 w 6343"/>
                  <a:gd name="connsiteY4" fmla="*/ 235 h 6345"/>
                  <a:gd name="connsiteX5" fmla="*/ 1090 w 6343"/>
                  <a:gd name="connsiteY5" fmla="*/ 1165 h 6345"/>
                  <a:gd name="connsiteX6" fmla="*/ 161 w 6343"/>
                  <a:gd name="connsiteY6" fmla="*/ 3408 h 6345"/>
                  <a:gd name="connsiteX7" fmla="*/ 1090 w 6343"/>
                  <a:gd name="connsiteY7" fmla="*/ 5652 h 6345"/>
                  <a:gd name="connsiteX8" fmla="*/ 3333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3" y="6581"/>
                    </a:moveTo>
                    <a:cubicBezTo>
                      <a:pt x="4174" y="6581"/>
                      <a:pt x="4981" y="6246"/>
                      <a:pt x="5576" y="5652"/>
                    </a:cubicBezTo>
                    <a:cubicBezTo>
                      <a:pt x="6170" y="5057"/>
                      <a:pt x="6505" y="4249"/>
                      <a:pt x="6505" y="3408"/>
                    </a:cubicBezTo>
                    <a:cubicBezTo>
                      <a:pt x="6505" y="2567"/>
                      <a:pt x="6170" y="1760"/>
                      <a:pt x="5576" y="1165"/>
                    </a:cubicBezTo>
                    <a:cubicBezTo>
                      <a:pt x="4981" y="570"/>
                      <a:pt x="4174" y="235"/>
                      <a:pt x="3333" y="235"/>
                    </a:cubicBezTo>
                    <a:cubicBezTo>
                      <a:pt x="2492" y="235"/>
                      <a:pt x="1685" y="570"/>
                      <a:pt x="1090" y="1165"/>
                    </a:cubicBezTo>
                    <a:cubicBezTo>
                      <a:pt x="496" y="1760"/>
                      <a:pt x="161" y="2567"/>
                      <a:pt x="161" y="3408"/>
                    </a:cubicBezTo>
                    <a:cubicBezTo>
                      <a:pt x="161" y="4249"/>
                      <a:pt x="496" y="5057"/>
                      <a:pt x="1090" y="5652"/>
                    </a:cubicBezTo>
                    <a:cubicBezTo>
                      <a:pt x="1685" y="6246"/>
                      <a:pt x="2492" y="6581"/>
                      <a:pt x="3333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36" name="Freeform: Shape 2135">
                <a:extLst>
                  <a:ext uri="{FF2B5EF4-FFF2-40B4-BE49-F238E27FC236}">
                    <a16:creationId xmlns:a16="http://schemas.microsoft.com/office/drawing/2014/main" id="{0851D85F-F49E-DF52-3FC9-6D62A1C67A4F}"/>
                  </a:ext>
                </a:extLst>
              </p:cNvPr>
              <p:cNvSpPr/>
              <p:nvPr/>
            </p:nvSpPr>
            <p:spPr>
              <a:xfrm>
                <a:off x="2890960" y="6464017"/>
                <a:ext cx="6343" cy="6345"/>
              </a:xfrm>
              <a:custGeom>
                <a:avLst/>
                <a:gdLst>
                  <a:gd name="connsiteX0" fmla="*/ 3332 w 6343"/>
                  <a:gd name="connsiteY0" fmla="*/ 6581 h 6345"/>
                  <a:gd name="connsiteX1" fmla="*/ 5575 w 6343"/>
                  <a:gd name="connsiteY1" fmla="*/ 5651 h 6345"/>
                  <a:gd name="connsiteX2" fmla="*/ 6504 w 6343"/>
                  <a:gd name="connsiteY2" fmla="*/ 3408 h 6345"/>
                  <a:gd name="connsiteX3" fmla="*/ 5575 w 6343"/>
                  <a:gd name="connsiteY3" fmla="*/ 1164 h 6345"/>
                  <a:gd name="connsiteX4" fmla="*/ 3332 w 6343"/>
                  <a:gd name="connsiteY4" fmla="*/ 235 h 6345"/>
                  <a:gd name="connsiteX5" fmla="*/ 1090 w 6343"/>
                  <a:gd name="connsiteY5" fmla="*/ 1164 h 6345"/>
                  <a:gd name="connsiteX6" fmla="*/ 161 w 6343"/>
                  <a:gd name="connsiteY6" fmla="*/ 3408 h 6345"/>
                  <a:gd name="connsiteX7" fmla="*/ 1090 w 6343"/>
                  <a:gd name="connsiteY7" fmla="*/ 5651 h 6345"/>
                  <a:gd name="connsiteX8" fmla="*/ 3332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2" y="6581"/>
                    </a:moveTo>
                    <a:cubicBezTo>
                      <a:pt x="4173" y="6581"/>
                      <a:pt x="4980" y="6246"/>
                      <a:pt x="5575" y="5651"/>
                    </a:cubicBezTo>
                    <a:cubicBezTo>
                      <a:pt x="6170" y="5056"/>
                      <a:pt x="6504" y="4249"/>
                      <a:pt x="6504" y="3408"/>
                    </a:cubicBezTo>
                    <a:cubicBezTo>
                      <a:pt x="6504" y="2566"/>
                      <a:pt x="6170" y="1759"/>
                      <a:pt x="5575" y="1164"/>
                    </a:cubicBezTo>
                    <a:cubicBezTo>
                      <a:pt x="4980" y="569"/>
                      <a:pt x="4173" y="235"/>
                      <a:pt x="3332" y="235"/>
                    </a:cubicBezTo>
                    <a:cubicBezTo>
                      <a:pt x="2491" y="235"/>
                      <a:pt x="1684" y="569"/>
                      <a:pt x="1090" y="1164"/>
                    </a:cubicBezTo>
                    <a:cubicBezTo>
                      <a:pt x="495" y="1759"/>
                      <a:pt x="161" y="2566"/>
                      <a:pt x="161" y="3408"/>
                    </a:cubicBezTo>
                    <a:cubicBezTo>
                      <a:pt x="161" y="4249"/>
                      <a:pt x="495" y="5056"/>
                      <a:pt x="1090" y="5651"/>
                    </a:cubicBezTo>
                    <a:cubicBezTo>
                      <a:pt x="1684" y="6246"/>
                      <a:pt x="2491" y="6581"/>
                      <a:pt x="3332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37" name="Freeform: Shape 2136">
                <a:extLst>
                  <a:ext uri="{FF2B5EF4-FFF2-40B4-BE49-F238E27FC236}">
                    <a16:creationId xmlns:a16="http://schemas.microsoft.com/office/drawing/2014/main" id="{984A916B-B59B-B3A9-F2DD-B405E51973A9}"/>
                  </a:ext>
                </a:extLst>
              </p:cNvPr>
              <p:cNvSpPr/>
              <p:nvPr/>
            </p:nvSpPr>
            <p:spPr>
              <a:xfrm>
                <a:off x="2880630" y="6462281"/>
                <a:ext cx="6343" cy="6345"/>
              </a:xfrm>
              <a:custGeom>
                <a:avLst/>
                <a:gdLst>
                  <a:gd name="connsiteX0" fmla="*/ 3331 w 6343"/>
                  <a:gd name="connsiteY0" fmla="*/ 6580 h 6345"/>
                  <a:gd name="connsiteX1" fmla="*/ 5574 w 6343"/>
                  <a:gd name="connsiteY1" fmla="*/ 5651 h 6345"/>
                  <a:gd name="connsiteX2" fmla="*/ 6503 w 6343"/>
                  <a:gd name="connsiteY2" fmla="*/ 3408 h 6345"/>
                  <a:gd name="connsiteX3" fmla="*/ 5574 w 6343"/>
                  <a:gd name="connsiteY3" fmla="*/ 1164 h 6345"/>
                  <a:gd name="connsiteX4" fmla="*/ 3331 w 6343"/>
                  <a:gd name="connsiteY4" fmla="*/ 235 h 6345"/>
                  <a:gd name="connsiteX5" fmla="*/ 1089 w 6343"/>
                  <a:gd name="connsiteY5" fmla="*/ 1164 h 6345"/>
                  <a:gd name="connsiteX6" fmla="*/ 160 w 6343"/>
                  <a:gd name="connsiteY6" fmla="*/ 3408 h 6345"/>
                  <a:gd name="connsiteX7" fmla="*/ 1089 w 6343"/>
                  <a:gd name="connsiteY7" fmla="*/ 5651 h 6345"/>
                  <a:gd name="connsiteX8" fmla="*/ 3331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580"/>
                    </a:moveTo>
                    <a:cubicBezTo>
                      <a:pt x="4173" y="6580"/>
                      <a:pt x="4979" y="6246"/>
                      <a:pt x="5574" y="5651"/>
                    </a:cubicBezTo>
                    <a:cubicBezTo>
                      <a:pt x="6169" y="5056"/>
                      <a:pt x="6503" y="4249"/>
                      <a:pt x="6503" y="3408"/>
                    </a:cubicBezTo>
                    <a:cubicBezTo>
                      <a:pt x="6503" y="2566"/>
                      <a:pt x="6169" y="1759"/>
                      <a:pt x="5574" y="1164"/>
                    </a:cubicBezTo>
                    <a:cubicBezTo>
                      <a:pt x="4979" y="569"/>
                      <a:pt x="4173" y="235"/>
                      <a:pt x="3331" y="235"/>
                    </a:cubicBezTo>
                    <a:cubicBezTo>
                      <a:pt x="2490" y="235"/>
                      <a:pt x="1684" y="569"/>
                      <a:pt x="1089" y="1164"/>
                    </a:cubicBezTo>
                    <a:cubicBezTo>
                      <a:pt x="494" y="1759"/>
                      <a:pt x="160" y="2566"/>
                      <a:pt x="160" y="3408"/>
                    </a:cubicBezTo>
                    <a:cubicBezTo>
                      <a:pt x="160" y="4249"/>
                      <a:pt x="494" y="5056"/>
                      <a:pt x="1089" y="5651"/>
                    </a:cubicBezTo>
                    <a:cubicBezTo>
                      <a:pt x="1684" y="6246"/>
                      <a:pt x="2490" y="6580"/>
                      <a:pt x="3331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38" name="Freeform: Shape 2137">
                <a:extLst>
                  <a:ext uri="{FF2B5EF4-FFF2-40B4-BE49-F238E27FC236}">
                    <a16:creationId xmlns:a16="http://schemas.microsoft.com/office/drawing/2014/main" id="{6C5D7CF4-8D6E-7418-86E9-1E24A9D9E762}"/>
                  </a:ext>
                </a:extLst>
              </p:cNvPr>
              <p:cNvSpPr/>
              <p:nvPr/>
            </p:nvSpPr>
            <p:spPr>
              <a:xfrm>
                <a:off x="2872909" y="6458547"/>
                <a:ext cx="6343" cy="6345"/>
              </a:xfrm>
              <a:custGeom>
                <a:avLst/>
                <a:gdLst>
                  <a:gd name="connsiteX0" fmla="*/ 3331 w 6343"/>
                  <a:gd name="connsiteY0" fmla="*/ 6580 h 6345"/>
                  <a:gd name="connsiteX1" fmla="*/ 5573 w 6343"/>
                  <a:gd name="connsiteY1" fmla="*/ 5651 h 6345"/>
                  <a:gd name="connsiteX2" fmla="*/ 6502 w 6343"/>
                  <a:gd name="connsiteY2" fmla="*/ 3407 h 6345"/>
                  <a:gd name="connsiteX3" fmla="*/ 5573 w 6343"/>
                  <a:gd name="connsiteY3" fmla="*/ 1164 h 6345"/>
                  <a:gd name="connsiteX4" fmla="*/ 3331 w 6343"/>
                  <a:gd name="connsiteY4" fmla="*/ 235 h 6345"/>
                  <a:gd name="connsiteX5" fmla="*/ 1088 w 6343"/>
                  <a:gd name="connsiteY5" fmla="*/ 1164 h 6345"/>
                  <a:gd name="connsiteX6" fmla="*/ 159 w 6343"/>
                  <a:gd name="connsiteY6" fmla="*/ 3407 h 6345"/>
                  <a:gd name="connsiteX7" fmla="*/ 1088 w 6343"/>
                  <a:gd name="connsiteY7" fmla="*/ 5651 h 6345"/>
                  <a:gd name="connsiteX8" fmla="*/ 3331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580"/>
                    </a:moveTo>
                    <a:cubicBezTo>
                      <a:pt x="4172" y="6580"/>
                      <a:pt x="4979" y="6246"/>
                      <a:pt x="5573" y="5651"/>
                    </a:cubicBezTo>
                    <a:cubicBezTo>
                      <a:pt x="6168" y="5056"/>
                      <a:pt x="6502" y="4249"/>
                      <a:pt x="6502" y="3407"/>
                    </a:cubicBezTo>
                    <a:cubicBezTo>
                      <a:pt x="6502" y="2566"/>
                      <a:pt x="6168" y="1759"/>
                      <a:pt x="5573" y="1164"/>
                    </a:cubicBezTo>
                    <a:cubicBezTo>
                      <a:pt x="4979" y="569"/>
                      <a:pt x="4172" y="235"/>
                      <a:pt x="3331" y="235"/>
                    </a:cubicBezTo>
                    <a:cubicBezTo>
                      <a:pt x="2490" y="235"/>
                      <a:pt x="1683" y="569"/>
                      <a:pt x="1088" y="1164"/>
                    </a:cubicBezTo>
                    <a:cubicBezTo>
                      <a:pt x="493" y="1759"/>
                      <a:pt x="159" y="2566"/>
                      <a:pt x="159" y="3407"/>
                    </a:cubicBezTo>
                    <a:cubicBezTo>
                      <a:pt x="159" y="4249"/>
                      <a:pt x="493" y="5056"/>
                      <a:pt x="1088" y="5651"/>
                    </a:cubicBezTo>
                    <a:cubicBezTo>
                      <a:pt x="1683" y="6246"/>
                      <a:pt x="2490" y="6580"/>
                      <a:pt x="3331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39" name="Freeform: Shape 2138">
                <a:extLst>
                  <a:ext uri="{FF2B5EF4-FFF2-40B4-BE49-F238E27FC236}">
                    <a16:creationId xmlns:a16="http://schemas.microsoft.com/office/drawing/2014/main" id="{E3D23F70-AB75-60CD-5E93-DEE479F15112}"/>
                  </a:ext>
                </a:extLst>
              </p:cNvPr>
              <p:cNvSpPr/>
              <p:nvPr/>
            </p:nvSpPr>
            <p:spPr>
              <a:xfrm>
                <a:off x="2861629" y="6457292"/>
                <a:ext cx="6343" cy="6345"/>
              </a:xfrm>
              <a:custGeom>
                <a:avLst/>
                <a:gdLst>
                  <a:gd name="connsiteX0" fmla="*/ 3330 w 6343"/>
                  <a:gd name="connsiteY0" fmla="*/ 6580 h 6345"/>
                  <a:gd name="connsiteX1" fmla="*/ 5573 w 6343"/>
                  <a:gd name="connsiteY1" fmla="*/ 5651 h 6345"/>
                  <a:gd name="connsiteX2" fmla="*/ 6502 w 6343"/>
                  <a:gd name="connsiteY2" fmla="*/ 3407 h 6345"/>
                  <a:gd name="connsiteX3" fmla="*/ 5573 w 6343"/>
                  <a:gd name="connsiteY3" fmla="*/ 1164 h 6345"/>
                  <a:gd name="connsiteX4" fmla="*/ 3330 w 6343"/>
                  <a:gd name="connsiteY4" fmla="*/ 235 h 6345"/>
                  <a:gd name="connsiteX5" fmla="*/ 1087 w 6343"/>
                  <a:gd name="connsiteY5" fmla="*/ 1164 h 6345"/>
                  <a:gd name="connsiteX6" fmla="*/ 158 w 6343"/>
                  <a:gd name="connsiteY6" fmla="*/ 3407 h 6345"/>
                  <a:gd name="connsiteX7" fmla="*/ 1087 w 6343"/>
                  <a:gd name="connsiteY7" fmla="*/ 5651 h 6345"/>
                  <a:gd name="connsiteX8" fmla="*/ 3330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580"/>
                    </a:moveTo>
                    <a:cubicBezTo>
                      <a:pt x="4171" y="6580"/>
                      <a:pt x="4978" y="6246"/>
                      <a:pt x="5573" y="5651"/>
                    </a:cubicBezTo>
                    <a:cubicBezTo>
                      <a:pt x="6167" y="5056"/>
                      <a:pt x="6502" y="4249"/>
                      <a:pt x="6502" y="3407"/>
                    </a:cubicBezTo>
                    <a:cubicBezTo>
                      <a:pt x="6502" y="2566"/>
                      <a:pt x="6167" y="1759"/>
                      <a:pt x="5573" y="1164"/>
                    </a:cubicBezTo>
                    <a:cubicBezTo>
                      <a:pt x="4978" y="569"/>
                      <a:pt x="4171" y="235"/>
                      <a:pt x="3330" y="235"/>
                    </a:cubicBezTo>
                    <a:cubicBezTo>
                      <a:pt x="2489" y="235"/>
                      <a:pt x="1682" y="569"/>
                      <a:pt x="1087" y="1164"/>
                    </a:cubicBezTo>
                    <a:cubicBezTo>
                      <a:pt x="493" y="1759"/>
                      <a:pt x="158" y="2566"/>
                      <a:pt x="158" y="3407"/>
                    </a:cubicBezTo>
                    <a:cubicBezTo>
                      <a:pt x="158" y="4249"/>
                      <a:pt x="493" y="5056"/>
                      <a:pt x="1087" y="5651"/>
                    </a:cubicBezTo>
                    <a:cubicBezTo>
                      <a:pt x="1682" y="6246"/>
                      <a:pt x="2489" y="6580"/>
                      <a:pt x="3330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40" name="Freeform: Shape 2139">
                <a:extLst>
                  <a:ext uri="{FF2B5EF4-FFF2-40B4-BE49-F238E27FC236}">
                    <a16:creationId xmlns:a16="http://schemas.microsoft.com/office/drawing/2014/main" id="{B0AB3BB8-4227-FA8C-015E-328562FB73DF}"/>
                  </a:ext>
                </a:extLst>
              </p:cNvPr>
              <p:cNvSpPr/>
              <p:nvPr/>
            </p:nvSpPr>
            <p:spPr>
              <a:xfrm>
                <a:off x="3091077" y="6286380"/>
                <a:ext cx="6343" cy="6345"/>
              </a:xfrm>
              <a:custGeom>
                <a:avLst/>
                <a:gdLst>
                  <a:gd name="connsiteX0" fmla="*/ 3348 w 6343"/>
                  <a:gd name="connsiteY0" fmla="*/ 6567 h 6345"/>
                  <a:gd name="connsiteX1" fmla="*/ 5591 w 6343"/>
                  <a:gd name="connsiteY1" fmla="*/ 5637 h 6345"/>
                  <a:gd name="connsiteX2" fmla="*/ 6520 w 6343"/>
                  <a:gd name="connsiteY2" fmla="*/ 3394 h 6345"/>
                  <a:gd name="connsiteX3" fmla="*/ 5591 w 6343"/>
                  <a:gd name="connsiteY3" fmla="*/ 1150 h 6345"/>
                  <a:gd name="connsiteX4" fmla="*/ 3348 w 6343"/>
                  <a:gd name="connsiteY4" fmla="*/ 221 h 6345"/>
                  <a:gd name="connsiteX5" fmla="*/ 1105 w 6343"/>
                  <a:gd name="connsiteY5" fmla="*/ 1150 h 6345"/>
                  <a:gd name="connsiteX6" fmla="*/ 176 w 6343"/>
                  <a:gd name="connsiteY6" fmla="*/ 3394 h 6345"/>
                  <a:gd name="connsiteX7" fmla="*/ 1105 w 6343"/>
                  <a:gd name="connsiteY7" fmla="*/ 5637 h 6345"/>
                  <a:gd name="connsiteX8" fmla="*/ 3348 w 6343"/>
                  <a:gd name="connsiteY8" fmla="*/ 65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67"/>
                    </a:moveTo>
                    <a:cubicBezTo>
                      <a:pt x="4189" y="6567"/>
                      <a:pt x="4996" y="6232"/>
                      <a:pt x="5591" y="5637"/>
                    </a:cubicBezTo>
                    <a:cubicBezTo>
                      <a:pt x="6185" y="5042"/>
                      <a:pt x="6520" y="4235"/>
                      <a:pt x="6520" y="3394"/>
                    </a:cubicBezTo>
                    <a:cubicBezTo>
                      <a:pt x="6520" y="2552"/>
                      <a:pt x="6185" y="1745"/>
                      <a:pt x="5591" y="1150"/>
                    </a:cubicBezTo>
                    <a:cubicBezTo>
                      <a:pt x="4996" y="555"/>
                      <a:pt x="4189" y="221"/>
                      <a:pt x="3348" y="221"/>
                    </a:cubicBezTo>
                    <a:cubicBezTo>
                      <a:pt x="2507" y="221"/>
                      <a:pt x="1700" y="555"/>
                      <a:pt x="1105" y="1150"/>
                    </a:cubicBezTo>
                    <a:cubicBezTo>
                      <a:pt x="511" y="1745"/>
                      <a:pt x="176" y="2552"/>
                      <a:pt x="176" y="3394"/>
                    </a:cubicBezTo>
                    <a:cubicBezTo>
                      <a:pt x="176" y="4235"/>
                      <a:pt x="511" y="5042"/>
                      <a:pt x="1105" y="5637"/>
                    </a:cubicBezTo>
                    <a:cubicBezTo>
                      <a:pt x="1700" y="6232"/>
                      <a:pt x="2507" y="6567"/>
                      <a:pt x="3348" y="65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41" name="Freeform: Shape 2140">
                <a:extLst>
                  <a:ext uri="{FF2B5EF4-FFF2-40B4-BE49-F238E27FC236}">
                    <a16:creationId xmlns:a16="http://schemas.microsoft.com/office/drawing/2014/main" id="{EB72D2D1-3442-FE70-A444-CAD1C7740D54}"/>
                  </a:ext>
                </a:extLst>
              </p:cNvPr>
              <p:cNvSpPr/>
              <p:nvPr/>
            </p:nvSpPr>
            <p:spPr>
              <a:xfrm>
                <a:off x="3087752" y="6281542"/>
                <a:ext cx="6343" cy="6345"/>
              </a:xfrm>
              <a:custGeom>
                <a:avLst/>
                <a:gdLst>
                  <a:gd name="connsiteX0" fmla="*/ 3348 w 6343"/>
                  <a:gd name="connsiteY0" fmla="*/ 6566 h 6345"/>
                  <a:gd name="connsiteX1" fmla="*/ 5590 w 6343"/>
                  <a:gd name="connsiteY1" fmla="*/ 5637 h 6345"/>
                  <a:gd name="connsiteX2" fmla="*/ 6519 w 6343"/>
                  <a:gd name="connsiteY2" fmla="*/ 3394 h 6345"/>
                  <a:gd name="connsiteX3" fmla="*/ 5590 w 6343"/>
                  <a:gd name="connsiteY3" fmla="*/ 1150 h 6345"/>
                  <a:gd name="connsiteX4" fmla="*/ 3348 w 6343"/>
                  <a:gd name="connsiteY4" fmla="*/ 221 h 6345"/>
                  <a:gd name="connsiteX5" fmla="*/ 1105 w 6343"/>
                  <a:gd name="connsiteY5" fmla="*/ 1150 h 6345"/>
                  <a:gd name="connsiteX6" fmla="*/ 176 w 6343"/>
                  <a:gd name="connsiteY6" fmla="*/ 3394 h 6345"/>
                  <a:gd name="connsiteX7" fmla="*/ 1105 w 6343"/>
                  <a:gd name="connsiteY7" fmla="*/ 5637 h 6345"/>
                  <a:gd name="connsiteX8" fmla="*/ 3348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66"/>
                    </a:moveTo>
                    <a:cubicBezTo>
                      <a:pt x="4189" y="6566"/>
                      <a:pt x="4996" y="6232"/>
                      <a:pt x="5590" y="5637"/>
                    </a:cubicBezTo>
                    <a:cubicBezTo>
                      <a:pt x="6185" y="5042"/>
                      <a:pt x="6519" y="4235"/>
                      <a:pt x="6519" y="3394"/>
                    </a:cubicBezTo>
                    <a:cubicBezTo>
                      <a:pt x="6519" y="2552"/>
                      <a:pt x="6185" y="1745"/>
                      <a:pt x="5590" y="1150"/>
                    </a:cubicBezTo>
                    <a:cubicBezTo>
                      <a:pt x="4996" y="555"/>
                      <a:pt x="4189" y="221"/>
                      <a:pt x="3348" y="221"/>
                    </a:cubicBezTo>
                    <a:cubicBezTo>
                      <a:pt x="2507" y="221"/>
                      <a:pt x="1700" y="555"/>
                      <a:pt x="1105" y="1150"/>
                    </a:cubicBezTo>
                    <a:cubicBezTo>
                      <a:pt x="510" y="1745"/>
                      <a:pt x="176" y="2552"/>
                      <a:pt x="176" y="3394"/>
                    </a:cubicBezTo>
                    <a:cubicBezTo>
                      <a:pt x="176" y="4235"/>
                      <a:pt x="510" y="5042"/>
                      <a:pt x="1105" y="5637"/>
                    </a:cubicBezTo>
                    <a:cubicBezTo>
                      <a:pt x="1700" y="6232"/>
                      <a:pt x="2507" y="6566"/>
                      <a:pt x="3348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42" name="Freeform: Shape 2141">
                <a:extLst>
                  <a:ext uri="{FF2B5EF4-FFF2-40B4-BE49-F238E27FC236}">
                    <a16:creationId xmlns:a16="http://schemas.microsoft.com/office/drawing/2014/main" id="{766FDE1D-9DB5-36C9-29C4-820F4F4AFD7D}"/>
                  </a:ext>
                </a:extLst>
              </p:cNvPr>
              <p:cNvSpPr/>
              <p:nvPr/>
            </p:nvSpPr>
            <p:spPr>
              <a:xfrm>
                <a:off x="2827780" y="6452775"/>
                <a:ext cx="6343" cy="6345"/>
              </a:xfrm>
              <a:custGeom>
                <a:avLst/>
                <a:gdLst>
                  <a:gd name="connsiteX0" fmla="*/ 3327 w 6343"/>
                  <a:gd name="connsiteY0" fmla="*/ 6580 h 6345"/>
                  <a:gd name="connsiteX1" fmla="*/ 5570 w 6343"/>
                  <a:gd name="connsiteY1" fmla="*/ 5650 h 6345"/>
                  <a:gd name="connsiteX2" fmla="*/ 6499 w 6343"/>
                  <a:gd name="connsiteY2" fmla="*/ 3407 h 6345"/>
                  <a:gd name="connsiteX3" fmla="*/ 5570 w 6343"/>
                  <a:gd name="connsiteY3" fmla="*/ 1164 h 6345"/>
                  <a:gd name="connsiteX4" fmla="*/ 3327 w 6343"/>
                  <a:gd name="connsiteY4" fmla="*/ 234 h 6345"/>
                  <a:gd name="connsiteX5" fmla="*/ 1085 w 6343"/>
                  <a:gd name="connsiteY5" fmla="*/ 1164 h 6345"/>
                  <a:gd name="connsiteX6" fmla="*/ 156 w 6343"/>
                  <a:gd name="connsiteY6" fmla="*/ 3407 h 6345"/>
                  <a:gd name="connsiteX7" fmla="*/ 1085 w 6343"/>
                  <a:gd name="connsiteY7" fmla="*/ 5650 h 6345"/>
                  <a:gd name="connsiteX8" fmla="*/ 3327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7" y="6580"/>
                    </a:moveTo>
                    <a:cubicBezTo>
                      <a:pt x="4168" y="6580"/>
                      <a:pt x="4975" y="6245"/>
                      <a:pt x="5570" y="5650"/>
                    </a:cubicBezTo>
                    <a:cubicBezTo>
                      <a:pt x="6165" y="5055"/>
                      <a:pt x="6499" y="4248"/>
                      <a:pt x="6499" y="3407"/>
                    </a:cubicBezTo>
                    <a:cubicBezTo>
                      <a:pt x="6499" y="2566"/>
                      <a:pt x="6165" y="1759"/>
                      <a:pt x="5570" y="1164"/>
                    </a:cubicBezTo>
                    <a:cubicBezTo>
                      <a:pt x="4975" y="569"/>
                      <a:pt x="4168" y="234"/>
                      <a:pt x="3327" y="234"/>
                    </a:cubicBezTo>
                    <a:cubicBezTo>
                      <a:pt x="2486" y="234"/>
                      <a:pt x="1679" y="569"/>
                      <a:pt x="1085" y="1164"/>
                    </a:cubicBezTo>
                    <a:cubicBezTo>
                      <a:pt x="490" y="1759"/>
                      <a:pt x="156" y="2566"/>
                      <a:pt x="156" y="3407"/>
                    </a:cubicBezTo>
                    <a:cubicBezTo>
                      <a:pt x="156" y="4248"/>
                      <a:pt x="490" y="5055"/>
                      <a:pt x="1085" y="5650"/>
                    </a:cubicBezTo>
                    <a:cubicBezTo>
                      <a:pt x="1679" y="6245"/>
                      <a:pt x="2486" y="6580"/>
                      <a:pt x="3327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43" name="Freeform: Shape 2142">
                <a:extLst>
                  <a:ext uri="{FF2B5EF4-FFF2-40B4-BE49-F238E27FC236}">
                    <a16:creationId xmlns:a16="http://schemas.microsoft.com/office/drawing/2014/main" id="{C7777AA2-AABA-1A1E-CCCB-CFECDB0280B7}"/>
                  </a:ext>
                </a:extLst>
              </p:cNvPr>
              <p:cNvSpPr/>
              <p:nvPr/>
            </p:nvSpPr>
            <p:spPr>
              <a:xfrm>
                <a:off x="2818075" y="6449951"/>
                <a:ext cx="6343" cy="6345"/>
              </a:xfrm>
              <a:custGeom>
                <a:avLst/>
                <a:gdLst>
                  <a:gd name="connsiteX0" fmla="*/ 3327 w 6343"/>
                  <a:gd name="connsiteY0" fmla="*/ 6579 h 6345"/>
                  <a:gd name="connsiteX1" fmla="*/ 5569 w 6343"/>
                  <a:gd name="connsiteY1" fmla="*/ 5650 h 6345"/>
                  <a:gd name="connsiteX2" fmla="*/ 6498 w 6343"/>
                  <a:gd name="connsiteY2" fmla="*/ 3407 h 6345"/>
                  <a:gd name="connsiteX3" fmla="*/ 5569 w 6343"/>
                  <a:gd name="connsiteY3" fmla="*/ 1163 h 6345"/>
                  <a:gd name="connsiteX4" fmla="*/ 3327 w 6343"/>
                  <a:gd name="connsiteY4" fmla="*/ 234 h 6345"/>
                  <a:gd name="connsiteX5" fmla="*/ 1084 w 6343"/>
                  <a:gd name="connsiteY5" fmla="*/ 1163 h 6345"/>
                  <a:gd name="connsiteX6" fmla="*/ 155 w 6343"/>
                  <a:gd name="connsiteY6" fmla="*/ 3407 h 6345"/>
                  <a:gd name="connsiteX7" fmla="*/ 1084 w 6343"/>
                  <a:gd name="connsiteY7" fmla="*/ 5650 h 6345"/>
                  <a:gd name="connsiteX8" fmla="*/ 3327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7" y="6579"/>
                    </a:moveTo>
                    <a:cubicBezTo>
                      <a:pt x="4168" y="6579"/>
                      <a:pt x="4974" y="6245"/>
                      <a:pt x="5569" y="5650"/>
                    </a:cubicBezTo>
                    <a:cubicBezTo>
                      <a:pt x="6164" y="5055"/>
                      <a:pt x="6498" y="4248"/>
                      <a:pt x="6498" y="3407"/>
                    </a:cubicBezTo>
                    <a:cubicBezTo>
                      <a:pt x="6498" y="2565"/>
                      <a:pt x="6164" y="1758"/>
                      <a:pt x="5569" y="1163"/>
                    </a:cubicBezTo>
                    <a:cubicBezTo>
                      <a:pt x="4974" y="568"/>
                      <a:pt x="4168" y="234"/>
                      <a:pt x="3327" y="234"/>
                    </a:cubicBezTo>
                    <a:cubicBezTo>
                      <a:pt x="2485" y="234"/>
                      <a:pt x="1679" y="568"/>
                      <a:pt x="1084" y="1163"/>
                    </a:cubicBezTo>
                    <a:cubicBezTo>
                      <a:pt x="489" y="1758"/>
                      <a:pt x="155" y="2565"/>
                      <a:pt x="155" y="3407"/>
                    </a:cubicBezTo>
                    <a:cubicBezTo>
                      <a:pt x="155" y="4248"/>
                      <a:pt x="489" y="5055"/>
                      <a:pt x="1084" y="5650"/>
                    </a:cubicBezTo>
                    <a:cubicBezTo>
                      <a:pt x="1679" y="6245"/>
                      <a:pt x="2485" y="6579"/>
                      <a:pt x="3327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44" name="Freeform: Shape 2143">
                <a:extLst>
                  <a:ext uri="{FF2B5EF4-FFF2-40B4-BE49-F238E27FC236}">
                    <a16:creationId xmlns:a16="http://schemas.microsoft.com/office/drawing/2014/main" id="{67024940-B0CD-1EDA-F108-352651A34030}"/>
                  </a:ext>
                </a:extLst>
              </p:cNvPr>
              <p:cNvSpPr/>
              <p:nvPr/>
            </p:nvSpPr>
            <p:spPr>
              <a:xfrm>
                <a:off x="2809000" y="6446611"/>
                <a:ext cx="6343" cy="6345"/>
              </a:xfrm>
              <a:custGeom>
                <a:avLst/>
                <a:gdLst>
                  <a:gd name="connsiteX0" fmla="*/ 3326 w 6343"/>
                  <a:gd name="connsiteY0" fmla="*/ 6579 h 6345"/>
                  <a:gd name="connsiteX1" fmla="*/ 5568 w 6343"/>
                  <a:gd name="connsiteY1" fmla="*/ 5650 h 6345"/>
                  <a:gd name="connsiteX2" fmla="*/ 6497 w 6343"/>
                  <a:gd name="connsiteY2" fmla="*/ 3407 h 6345"/>
                  <a:gd name="connsiteX3" fmla="*/ 5568 w 6343"/>
                  <a:gd name="connsiteY3" fmla="*/ 1163 h 6345"/>
                  <a:gd name="connsiteX4" fmla="*/ 3326 w 6343"/>
                  <a:gd name="connsiteY4" fmla="*/ 234 h 6345"/>
                  <a:gd name="connsiteX5" fmla="*/ 1083 w 6343"/>
                  <a:gd name="connsiteY5" fmla="*/ 1163 h 6345"/>
                  <a:gd name="connsiteX6" fmla="*/ 154 w 6343"/>
                  <a:gd name="connsiteY6" fmla="*/ 3407 h 6345"/>
                  <a:gd name="connsiteX7" fmla="*/ 1083 w 6343"/>
                  <a:gd name="connsiteY7" fmla="*/ 5650 h 6345"/>
                  <a:gd name="connsiteX8" fmla="*/ 3326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6" y="6579"/>
                    </a:moveTo>
                    <a:cubicBezTo>
                      <a:pt x="4167" y="6579"/>
                      <a:pt x="4974" y="6245"/>
                      <a:pt x="5568" y="5650"/>
                    </a:cubicBezTo>
                    <a:cubicBezTo>
                      <a:pt x="6163" y="5055"/>
                      <a:pt x="6497" y="4248"/>
                      <a:pt x="6497" y="3407"/>
                    </a:cubicBezTo>
                    <a:cubicBezTo>
                      <a:pt x="6497" y="2565"/>
                      <a:pt x="6163" y="1758"/>
                      <a:pt x="5568" y="1163"/>
                    </a:cubicBezTo>
                    <a:cubicBezTo>
                      <a:pt x="4974" y="568"/>
                      <a:pt x="4167" y="234"/>
                      <a:pt x="3326" y="234"/>
                    </a:cubicBezTo>
                    <a:cubicBezTo>
                      <a:pt x="2485" y="234"/>
                      <a:pt x="1678" y="568"/>
                      <a:pt x="1083" y="1163"/>
                    </a:cubicBezTo>
                    <a:cubicBezTo>
                      <a:pt x="488" y="1758"/>
                      <a:pt x="154" y="2565"/>
                      <a:pt x="154" y="3407"/>
                    </a:cubicBezTo>
                    <a:cubicBezTo>
                      <a:pt x="154" y="4248"/>
                      <a:pt x="488" y="5055"/>
                      <a:pt x="1083" y="5650"/>
                    </a:cubicBezTo>
                    <a:cubicBezTo>
                      <a:pt x="1678" y="6245"/>
                      <a:pt x="2485" y="6579"/>
                      <a:pt x="3326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45" name="Freeform: Shape 2144">
                <a:extLst>
                  <a:ext uri="{FF2B5EF4-FFF2-40B4-BE49-F238E27FC236}">
                    <a16:creationId xmlns:a16="http://schemas.microsoft.com/office/drawing/2014/main" id="{C3043D11-7BFF-51F2-CD88-EA06089B5050}"/>
                  </a:ext>
                </a:extLst>
              </p:cNvPr>
              <p:cNvSpPr/>
              <p:nvPr/>
            </p:nvSpPr>
            <p:spPr>
              <a:xfrm>
                <a:off x="2797022" y="6445101"/>
                <a:ext cx="6343" cy="6345"/>
              </a:xfrm>
              <a:custGeom>
                <a:avLst/>
                <a:gdLst>
                  <a:gd name="connsiteX0" fmla="*/ 3325 w 6343"/>
                  <a:gd name="connsiteY0" fmla="*/ 6579 h 6345"/>
                  <a:gd name="connsiteX1" fmla="*/ 5567 w 6343"/>
                  <a:gd name="connsiteY1" fmla="*/ 5650 h 6345"/>
                  <a:gd name="connsiteX2" fmla="*/ 6496 w 6343"/>
                  <a:gd name="connsiteY2" fmla="*/ 3406 h 6345"/>
                  <a:gd name="connsiteX3" fmla="*/ 5567 w 6343"/>
                  <a:gd name="connsiteY3" fmla="*/ 1163 h 6345"/>
                  <a:gd name="connsiteX4" fmla="*/ 3325 w 6343"/>
                  <a:gd name="connsiteY4" fmla="*/ 234 h 6345"/>
                  <a:gd name="connsiteX5" fmla="*/ 1082 w 6343"/>
                  <a:gd name="connsiteY5" fmla="*/ 1163 h 6345"/>
                  <a:gd name="connsiteX6" fmla="*/ 153 w 6343"/>
                  <a:gd name="connsiteY6" fmla="*/ 3406 h 6345"/>
                  <a:gd name="connsiteX7" fmla="*/ 1082 w 6343"/>
                  <a:gd name="connsiteY7" fmla="*/ 5650 h 6345"/>
                  <a:gd name="connsiteX8" fmla="*/ 3325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5" y="6579"/>
                    </a:moveTo>
                    <a:cubicBezTo>
                      <a:pt x="4166" y="6579"/>
                      <a:pt x="4973" y="6245"/>
                      <a:pt x="5567" y="5650"/>
                    </a:cubicBezTo>
                    <a:cubicBezTo>
                      <a:pt x="6162" y="5055"/>
                      <a:pt x="6496" y="4248"/>
                      <a:pt x="6496" y="3406"/>
                    </a:cubicBezTo>
                    <a:cubicBezTo>
                      <a:pt x="6496" y="2565"/>
                      <a:pt x="6162" y="1758"/>
                      <a:pt x="5567" y="1163"/>
                    </a:cubicBezTo>
                    <a:cubicBezTo>
                      <a:pt x="4973" y="568"/>
                      <a:pt x="4166" y="234"/>
                      <a:pt x="3325" y="234"/>
                    </a:cubicBezTo>
                    <a:cubicBezTo>
                      <a:pt x="2484" y="234"/>
                      <a:pt x="1677" y="568"/>
                      <a:pt x="1082" y="1163"/>
                    </a:cubicBezTo>
                    <a:cubicBezTo>
                      <a:pt x="487" y="1758"/>
                      <a:pt x="153" y="2565"/>
                      <a:pt x="153" y="3406"/>
                    </a:cubicBezTo>
                    <a:cubicBezTo>
                      <a:pt x="153" y="4248"/>
                      <a:pt x="487" y="5055"/>
                      <a:pt x="1082" y="5650"/>
                    </a:cubicBezTo>
                    <a:cubicBezTo>
                      <a:pt x="1677" y="6245"/>
                      <a:pt x="2484" y="6579"/>
                      <a:pt x="3325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46" name="Freeform: Shape 2145">
                <a:extLst>
                  <a:ext uri="{FF2B5EF4-FFF2-40B4-BE49-F238E27FC236}">
                    <a16:creationId xmlns:a16="http://schemas.microsoft.com/office/drawing/2014/main" id="{A1D25003-F9A6-2F91-C93F-3A7731FBAB0C}"/>
                  </a:ext>
                </a:extLst>
              </p:cNvPr>
              <p:cNvSpPr/>
              <p:nvPr/>
            </p:nvSpPr>
            <p:spPr>
              <a:xfrm>
                <a:off x="2785064" y="6443444"/>
                <a:ext cx="6343" cy="6345"/>
              </a:xfrm>
              <a:custGeom>
                <a:avLst/>
                <a:gdLst>
                  <a:gd name="connsiteX0" fmla="*/ 3324 w 6343"/>
                  <a:gd name="connsiteY0" fmla="*/ 6579 h 6345"/>
                  <a:gd name="connsiteX1" fmla="*/ 5567 w 6343"/>
                  <a:gd name="connsiteY1" fmla="*/ 5650 h 6345"/>
                  <a:gd name="connsiteX2" fmla="*/ 6495 w 6343"/>
                  <a:gd name="connsiteY2" fmla="*/ 3406 h 6345"/>
                  <a:gd name="connsiteX3" fmla="*/ 5567 w 6343"/>
                  <a:gd name="connsiteY3" fmla="*/ 1163 h 6345"/>
                  <a:gd name="connsiteX4" fmla="*/ 3324 w 6343"/>
                  <a:gd name="connsiteY4" fmla="*/ 234 h 6345"/>
                  <a:gd name="connsiteX5" fmla="*/ 1081 w 6343"/>
                  <a:gd name="connsiteY5" fmla="*/ 1163 h 6345"/>
                  <a:gd name="connsiteX6" fmla="*/ 152 w 6343"/>
                  <a:gd name="connsiteY6" fmla="*/ 3406 h 6345"/>
                  <a:gd name="connsiteX7" fmla="*/ 1081 w 6343"/>
                  <a:gd name="connsiteY7" fmla="*/ 5650 h 6345"/>
                  <a:gd name="connsiteX8" fmla="*/ 3324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4" y="6579"/>
                    </a:moveTo>
                    <a:cubicBezTo>
                      <a:pt x="4165" y="6579"/>
                      <a:pt x="4972" y="6245"/>
                      <a:pt x="5567" y="5650"/>
                    </a:cubicBezTo>
                    <a:cubicBezTo>
                      <a:pt x="6161" y="5055"/>
                      <a:pt x="6495" y="4248"/>
                      <a:pt x="6495" y="3406"/>
                    </a:cubicBezTo>
                    <a:cubicBezTo>
                      <a:pt x="6495" y="2565"/>
                      <a:pt x="6161" y="1758"/>
                      <a:pt x="5567" y="1163"/>
                    </a:cubicBezTo>
                    <a:cubicBezTo>
                      <a:pt x="4972" y="568"/>
                      <a:pt x="4165" y="234"/>
                      <a:pt x="3324" y="234"/>
                    </a:cubicBezTo>
                    <a:cubicBezTo>
                      <a:pt x="2483" y="234"/>
                      <a:pt x="1676" y="568"/>
                      <a:pt x="1081" y="1163"/>
                    </a:cubicBezTo>
                    <a:cubicBezTo>
                      <a:pt x="487" y="1758"/>
                      <a:pt x="152" y="2565"/>
                      <a:pt x="152" y="3406"/>
                    </a:cubicBezTo>
                    <a:cubicBezTo>
                      <a:pt x="152" y="4248"/>
                      <a:pt x="487" y="5055"/>
                      <a:pt x="1081" y="5650"/>
                    </a:cubicBezTo>
                    <a:cubicBezTo>
                      <a:pt x="1676" y="6245"/>
                      <a:pt x="2483" y="6579"/>
                      <a:pt x="3324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47" name="Freeform: Shape 2146">
                <a:extLst>
                  <a:ext uri="{FF2B5EF4-FFF2-40B4-BE49-F238E27FC236}">
                    <a16:creationId xmlns:a16="http://schemas.microsoft.com/office/drawing/2014/main" id="{931E520C-561B-2D43-D33C-817E0DE2CFC7}"/>
                  </a:ext>
                </a:extLst>
              </p:cNvPr>
              <p:cNvSpPr/>
              <p:nvPr/>
            </p:nvSpPr>
            <p:spPr>
              <a:xfrm>
                <a:off x="2774769" y="6440587"/>
                <a:ext cx="6343" cy="6345"/>
              </a:xfrm>
              <a:custGeom>
                <a:avLst/>
                <a:gdLst>
                  <a:gd name="connsiteX0" fmla="*/ 3323 w 6343"/>
                  <a:gd name="connsiteY0" fmla="*/ 6579 h 6345"/>
                  <a:gd name="connsiteX1" fmla="*/ 5566 w 6343"/>
                  <a:gd name="connsiteY1" fmla="*/ 5649 h 6345"/>
                  <a:gd name="connsiteX2" fmla="*/ 6495 w 6343"/>
                  <a:gd name="connsiteY2" fmla="*/ 3406 h 6345"/>
                  <a:gd name="connsiteX3" fmla="*/ 5566 w 6343"/>
                  <a:gd name="connsiteY3" fmla="*/ 1163 h 6345"/>
                  <a:gd name="connsiteX4" fmla="*/ 3323 w 6343"/>
                  <a:gd name="connsiteY4" fmla="*/ 233 h 6345"/>
                  <a:gd name="connsiteX5" fmla="*/ 1080 w 6343"/>
                  <a:gd name="connsiteY5" fmla="*/ 1163 h 6345"/>
                  <a:gd name="connsiteX6" fmla="*/ 152 w 6343"/>
                  <a:gd name="connsiteY6" fmla="*/ 3406 h 6345"/>
                  <a:gd name="connsiteX7" fmla="*/ 1080 w 6343"/>
                  <a:gd name="connsiteY7" fmla="*/ 5649 h 6345"/>
                  <a:gd name="connsiteX8" fmla="*/ 3323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579"/>
                    </a:moveTo>
                    <a:cubicBezTo>
                      <a:pt x="4164" y="6579"/>
                      <a:pt x="4971" y="6244"/>
                      <a:pt x="5566" y="5649"/>
                    </a:cubicBezTo>
                    <a:cubicBezTo>
                      <a:pt x="6160" y="5055"/>
                      <a:pt x="6495" y="4247"/>
                      <a:pt x="6495" y="3406"/>
                    </a:cubicBezTo>
                    <a:cubicBezTo>
                      <a:pt x="6495" y="2565"/>
                      <a:pt x="6160" y="1758"/>
                      <a:pt x="5566" y="1163"/>
                    </a:cubicBezTo>
                    <a:cubicBezTo>
                      <a:pt x="4971" y="568"/>
                      <a:pt x="4164" y="233"/>
                      <a:pt x="3323" y="233"/>
                    </a:cubicBezTo>
                    <a:cubicBezTo>
                      <a:pt x="2482" y="233"/>
                      <a:pt x="1675" y="568"/>
                      <a:pt x="1080" y="1163"/>
                    </a:cubicBezTo>
                    <a:cubicBezTo>
                      <a:pt x="486" y="1758"/>
                      <a:pt x="152" y="2565"/>
                      <a:pt x="152" y="3406"/>
                    </a:cubicBezTo>
                    <a:cubicBezTo>
                      <a:pt x="152" y="4247"/>
                      <a:pt x="486" y="5055"/>
                      <a:pt x="1080" y="5649"/>
                    </a:cubicBezTo>
                    <a:cubicBezTo>
                      <a:pt x="1675" y="6244"/>
                      <a:pt x="2482" y="6579"/>
                      <a:pt x="3323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48" name="Freeform: Shape 2147">
                <a:extLst>
                  <a:ext uri="{FF2B5EF4-FFF2-40B4-BE49-F238E27FC236}">
                    <a16:creationId xmlns:a16="http://schemas.microsoft.com/office/drawing/2014/main" id="{0DBE110B-94DD-D383-DE09-95F04BA9046F}"/>
                  </a:ext>
                </a:extLst>
              </p:cNvPr>
              <p:cNvSpPr/>
              <p:nvPr/>
            </p:nvSpPr>
            <p:spPr>
              <a:xfrm>
                <a:off x="2766843" y="6436125"/>
                <a:ext cx="6343" cy="6345"/>
              </a:xfrm>
              <a:custGeom>
                <a:avLst/>
                <a:gdLst>
                  <a:gd name="connsiteX0" fmla="*/ 3322 w 6343"/>
                  <a:gd name="connsiteY0" fmla="*/ 6578 h 6345"/>
                  <a:gd name="connsiteX1" fmla="*/ 5565 w 6343"/>
                  <a:gd name="connsiteY1" fmla="*/ 5649 h 6345"/>
                  <a:gd name="connsiteX2" fmla="*/ 6494 w 6343"/>
                  <a:gd name="connsiteY2" fmla="*/ 3406 h 6345"/>
                  <a:gd name="connsiteX3" fmla="*/ 5565 w 6343"/>
                  <a:gd name="connsiteY3" fmla="*/ 1162 h 6345"/>
                  <a:gd name="connsiteX4" fmla="*/ 3322 w 6343"/>
                  <a:gd name="connsiteY4" fmla="*/ 233 h 6345"/>
                  <a:gd name="connsiteX5" fmla="*/ 1080 w 6343"/>
                  <a:gd name="connsiteY5" fmla="*/ 1162 h 6345"/>
                  <a:gd name="connsiteX6" fmla="*/ 151 w 6343"/>
                  <a:gd name="connsiteY6" fmla="*/ 3406 h 6345"/>
                  <a:gd name="connsiteX7" fmla="*/ 1080 w 6343"/>
                  <a:gd name="connsiteY7" fmla="*/ 5649 h 6345"/>
                  <a:gd name="connsiteX8" fmla="*/ 3322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2" y="6578"/>
                    </a:moveTo>
                    <a:cubicBezTo>
                      <a:pt x="4164" y="6578"/>
                      <a:pt x="4970" y="6244"/>
                      <a:pt x="5565" y="5649"/>
                    </a:cubicBezTo>
                    <a:cubicBezTo>
                      <a:pt x="6160" y="5054"/>
                      <a:pt x="6494" y="4247"/>
                      <a:pt x="6494" y="3406"/>
                    </a:cubicBezTo>
                    <a:cubicBezTo>
                      <a:pt x="6494" y="2564"/>
                      <a:pt x="6160" y="1757"/>
                      <a:pt x="5565" y="1162"/>
                    </a:cubicBezTo>
                    <a:cubicBezTo>
                      <a:pt x="4970" y="567"/>
                      <a:pt x="4164" y="233"/>
                      <a:pt x="3322" y="233"/>
                    </a:cubicBezTo>
                    <a:cubicBezTo>
                      <a:pt x="2481" y="233"/>
                      <a:pt x="1675" y="567"/>
                      <a:pt x="1080" y="1162"/>
                    </a:cubicBezTo>
                    <a:cubicBezTo>
                      <a:pt x="485" y="1757"/>
                      <a:pt x="151" y="2564"/>
                      <a:pt x="151" y="3406"/>
                    </a:cubicBezTo>
                    <a:cubicBezTo>
                      <a:pt x="151" y="4247"/>
                      <a:pt x="485" y="5054"/>
                      <a:pt x="1080" y="5649"/>
                    </a:cubicBezTo>
                    <a:cubicBezTo>
                      <a:pt x="1675" y="6244"/>
                      <a:pt x="2481" y="6578"/>
                      <a:pt x="3322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49" name="Freeform: Shape 2148">
                <a:extLst>
                  <a:ext uri="{FF2B5EF4-FFF2-40B4-BE49-F238E27FC236}">
                    <a16:creationId xmlns:a16="http://schemas.microsoft.com/office/drawing/2014/main" id="{A0AE0334-C53F-DF10-989C-2DDB07E0E46F}"/>
                  </a:ext>
                </a:extLst>
              </p:cNvPr>
              <p:cNvSpPr/>
              <p:nvPr/>
            </p:nvSpPr>
            <p:spPr>
              <a:xfrm>
                <a:off x="2759698" y="6431114"/>
                <a:ext cx="6343" cy="6345"/>
              </a:xfrm>
              <a:custGeom>
                <a:avLst/>
                <a:gdLst>
                  <a:gd name="connsiteX0" fmla="*/ 3322 w 6343"/>
                  <a:gd name="connsiteY0" fmla="*/ 6578 h 6345"/>
                  <a:gd name="connsiteX1" fmla="*/ 5565 w 6343"/>
                  <a:gd name="connsiteY1" fmla="*/ 5649 h 6345"/>
                  <a:gd name="connsiteX2" fmla="*/ 6493 w 6343"/>
                  <a:gd name="connsiteY2" fmla="*/ 3405 h 6345"/>
                  <a:gd name="connsiteX3" fmla="*/ 5565 w 6343"/>
                  <a:gd name="connsiteY3" fmla="*/ 1162 h 6345"/>
                  <a:gd name="connsiteX4" fmla="*/ 3322 w 6343"/>
                  <a:gd name="connsiteY4" fmla="*/ 233 h 6345"/>
                  <a:gd name="connsiteX5" fmla="*/ 1079 w 6343"/>
                  <a:gd name="connsiteY5" fmla="*/ 1162 h 6345"/>
                  <a:gd name="connsiteX6" fmla="*/ 150 w 6343"/>
                  <a:gd name="connsiteY6" fmla="*/ 3405 h 6345"/>
                  <a:gd name="connsiteX7" fmla="*/ 1079 w 6343"/>
                  <a:gd name="connsiteY7" fmla="*/ 5649 h 6345"/>
                  <a:gd name="connsiteX8" fmla="*/ 3322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2" y="6578"/>
                    </a:moveTo>
                    <a:cubicBezTo>
                      <a:pt x="4163" y="6578"/>
                      <a:pt x="4970" y="6244"/>
                      <a:pt x="5565" y="5649"/>
                    </a:cubicBezTo>
                    <a:cubicBezTo>
                      <a:pt x="6159" y="5054"/>
                      <a:pt x="6493" y="4247"/>
                      <a:pt x="6493" y="3405"/>
                    </a:cubicBezTo>
                    <a:cubicBezTo>
                      <a:pt x="6493" y="2564"/>
                      <a:pt x="6159" y="1757"/>
                      <a:pt x="5565" y="1162"/>
                    </a:cubicBezTo>
                    <a:cubicBezTo>
                      <a:pt x="4970" y="567"/>
                      <a:pt x="4163" y="233"/>
                      <a:pt x="3322" y="233"/>
                    </a:cubicBezTo>
                    <a:cubicBezTo>
                      <a:pt x="2481" y="233"/>
                      <a:pt x="1674" y="567"/>
                      <a:pt x="1079" y="1162"/>
                    </a:cubicBezTo>
                    <a:cubicBezTo>
                      <a:pt x="485" y="1757"/>
                      <a:pt x="150" y="2564"/>
                      <a:pt x="150" y="3405"/>
                    </a:cubicBezTo>
                    <a:cubicBezTo>
                      <a:pt x="150" y="4247"/>
                      <a:pt x="485" y="5054"/>
                      <a:pt x="1079" y="5649"/>
                    </a:cubicBezTo>
                    <a:cubicBezTo>
                      <a:pt x="1674" y="6244"/>
                      <a:pt x="2481" y="6578"/>
                      <a:pt x="3322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50" name="Freeform: Shape 2149">
                <a:extLst>
                  <a:ext uri="{FF2B5EF4-FFF2-40B4-BE49-F238E27FC236}">
                    <a16:creationId xmlns:a16="http://schemas.microsoft.com/office/drawing/2014/main" id="{2D2D87DD-7F9A-6497-8F3E-EE02BA1E40CB}"/>
                  </a:ext>
                </a:extLst>
              </p:cNvPr>
              <p:cNvSpPr/>
              <p:nvPr/>
            </p:nvSpPr>
            <p:spPr>
              <a:xfrm>
                <a:off x="2747788" y="6428990"/>
                <a:ext cx="6343" cy="6345"/>
              </a:xfrm>
              <a:custGeom>
                <a:avLst/>
                <a:gdLst>
                  <a:gd name="connsiteX0" fmla="*/ 3321 w 6343"/>
                  <a:gd name="connsiteY0" fmla="*/ 6578 h 6345"/>
                  <a:gd name="connsiteX1" fmla="*/ 5564 w 6343"/>
                  <a:gd name="connsiteY1" fmla="*/ 5649 h 6345"/>
                  <a:gd name="connsiteX2" fmla="*/ 6493 w 6343"/>
                  <a:gd name="connsiteY2" fmla="*/ 3405 h 6345"/>
                  <a:gd name="connsiteX3" fmla="*/ 5564 w 6343"/>
                  <a:gd name="connsiteY3" fmla="*/ 1162 h 6345"/>
                  <a:gd name="connsiteX4" fmla="*/ 3321 w 6343"/>
                  <a:gd name="connsiteY4" fmla="*/ 232 h 6345"/>
                  <a:gd name="connsiteX5" fmla="*/ 1078 w 6343"/>
                  <a:gd name="connsiteY5" fmla="*/ 1162 h 6345"/>
                  <a:gd name="connsiteX6" fmla="*/ 149 w 6343"/>
                  <a:gd name="connsiteY6" fmla="*/ 3405 h 6345"/>
                  <a:gd name="connsiteX7" fmla="*/ 1078 w 6343"/>
                  <a:gd name="connsiteY7" fmla="*/ 5649 h 6345"/>
                  <a:gd name="connsiteX8" fmla="*/ 3321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1" y="6578"/>
                    </a:moveTo>
                    <a:cubicBezTo>
                      <a:pt x="4162" y="6578"/>
                      <a:pt x="4969" y="6244"/>
                      <a:pt x="5564" y="5649"/>
                    </a:cubicBezTo>
                    <a:cubicBezTo>
                      <a:pt x="6158" y="5054"/>
                      <a:pt x="6493" y="4247"/>
                      <a:pt x="6493" y="3405"/>
                    </a:cubicBezTo>
                    <a:cubicBezTo>
                      <a:pt x="6493" y="2564"/>
                      <a:pt x="6158" y="1757"/>
                      <a:pt x="5564" y="1162"/>
                    </a:cubicBezTo>
                    <a:cubicBezTo>
                      <a:pt x="4969" y="567"/>
                      <a:pt x="4162" y="232"/>
                      <a:pt x="3321" y="232"/>
                    </a:cubicBezTo>
                    <a:cubicBezTo>
                      <a:pt x="2480" y="232"/>
                      <a:pt x="1673" y="567"/>
                      <a:pt x="1078" y="1162"/>
                    </a:cubicBezTo>
                    <a:cubicBezTo>
                      <a:pt x="484" y="1757"/>
                      <a:pt x="149" y="2564"/>
                      <a:pt x="149" y="3405"/>
                    </a:cubicBezTo>
                    <a:cubicBezTo>
                      <a:pt x="149" y="4247"/>
                      <a:pt x="484" y="5054"/>
                      <a:pt x="1078" y="5649"/>
                    </a:cubicBezTo>
                    <a:cubicBezTo>
                      <a:pt x="1673" y="6244"/>
                      <a:pt x="2480" y="6578"/>
                      <a:pt x="3321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51" name="Freeform: Shape 2150">
                <a:extLst>
                  <a:ext uri="{FF2B5EF4-FFF2-40B4-BE49-F238E27FC236}">
                    <a16:creationId xmlns:a16="http://schemas.microsoft.com/office/drawing/2014/main" id="{1B443893-4CE7-60B4-AFDF-4F52487E2348}"/>
                  </a:ext>
                </a:extLst>
              </p:cNvPr>
              <p:cNvSpPr/>
              <p:nvPr/>
            </p:nvSpPr>
            <p:spPr>
              <a:xfrm>
                <a:off x="2891701" y="6332042"/>
                <a:ext cx="6343" cy="6345"/>
              </a:xfrm>
              <a:custGeom>
                <a:avLst/>
                <a:gdLst>
                  <a:gd name="connsiteX0" fmla="*/ 3332 w 6343"/>
                  <a:gd name="connsiteY0" fmla="*/ 6570 h 6345"/>
                  <a:gd name="connsiteX1" fmla="*/ 5575 w 6343"/>
                  <a:gd name="connsiteY1" fmla="*/ 5641 h 6345"/>
                  <a:gd name="connsiteX2" fmla="*/ 6504 w 6343"/>
                  <a:gd name="connsiteY2" fmla="*/ 3397 h 6345"/>
                  <a:gd name="connsiteX3" fmla="*/ 5575 w 6343"/>
                  <a:gd name="connsiteY3" fmla="*/ 1154 h 6345"/>
                  <a:gd name="connsiteX4" fmla="*/ 3332 w 6343"/>
                  <a:gd name="connsiteY4" fmla="*/ 225 h 6345"/>
                  <a:gd name="connsiteX5" fmla="*/ 1090 w 6343"/>
                  <a:gd name="connsiteY5" fmla="*/ 1154 h 6345"/>
                  <a:gd name="connsiteX6" fmla="*/ 161 w 6343"/>
                  <a:gd name="connsiteY6" fmla="*/ 3397 h 6345"/>
                  <a:gd name="connsiteX7" fmla="*/ 1090 w 6343"/>
                  <a:gd name="connsiteY7" fmla="*/ 5641 h 6345"/>
                  <a:gd name="connsiteX8" fmla="*/ 333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2" y="6570"/>
                    </a:moveTo>
                    <a:cubicBezTo>
                      <a:pt x="4173" y="6570"/>
                      <a:pt x="4980" y="6236"/>
                      <a:pt x="5575" y="5641"/>
                    </a:cubicBezTo>
                    <a:cubicBezTo>
                      <a:pt x="6170" y="5046"/>
                      <a:pt x="6504" y="4239"/>
                      <a:pt x="6504" y="3397"/>
                    </a:cubicBezTo>
                    <a:cubicBezTo>
                      <a:pt x="6504" y="2556"/>
                      <a:pt x="6170" y="1749"/>
                      <a:pt x="5575" y="1154"/>
                    </a:cubicBezTo>
                    <a:cubicBezTo>
                      <a:pt x="4980" y="559"/>
                      <a:pt x="4173" y="225"/>
                      <a:pt x="3332" y="225"/>
                    </a:cubicBezTo>
                    <a:cubicBezTo>
                      <a:pt x="2491" y="225"/>
                      <a:pt x="1684" y="559"/>
                      <a:pt x="1090" y="1154"/>
                    </a:cubicBezTo>
                    <a:cubicBezTo>
                      <a:pt x="495" y="1749"/>
                      <a:pt x="161" y="2556"/>
                      <a:pt x="161" y="3397"/>
                    </a:cubicBezTo>
                    <a:cubicBezTo>
                      <a:pt x="161" y="4239"/>
                      <a:pt x="495" y="5046"/>
                      <a:pt x="1090" y="5641"/>
                    </a:cubicBezTo>
                    <a:cubicBezTo>
                      <a:pt x="1684" y="6236"/>
                      <a:pt x="2491" y="6570"/>
                      <a:pt x="333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52" name="Freeform: Shape 2151">
                <a:extLst>
                  <a:ext uri="{FF2B5EF4-FFF2-40B4-BE49-F238E27FC236}">
                    <a16:creationId xmlns:a16="http://schemas.microsoft.com/office/drawing/2014/main" id="{5C3BC63E-A373-D717-F309-CF116AA39840}"/>
                  </a:ext>
                </a:extLst>
              </p:cNvPr>
              <p:cNvSpPr/>
              <p:nvPr/>
            </p:nvSpPr>
            <p:spPr>
              <a:xfrm>
                <a:off x="2888429" y="6325786"/>
                <a:ext cx="6343" cy="6345"/>
              </a:xfrm>
              <a:custGeom>
                <a:avLst/>
                <a:gdLst>
                  <a:gd name="connsiteX0" fmla="*/ 3332 w 6343"/>
                  <a:gd name="connsiteY0" fmla="*/ 6570 h 6345"/>
                  <a:gd name="connsiteX1" fmla="*/ 5575 w 6343"/>
                  <a:gd name="connsiteY1" fmla="*/ 5640 h 6345"/>
                  <a:gd name="connsiteX2" fmla="*/ 6504 w 6343"/>
                  <a:gd name="connsiteY2" fmla="*/ 3397 h 6345"/>
                  <a:gd name="connsiteX3" fmla="*/ 5575 w 6343"/>
                  <a:gd name="connsiteY3" fmla="*/ 1154 h 6345"/>
                  <a:gd name="connsiteX4" fmla="*/ 3332 w 6343"/>
                  <a:gd name="connsiteY4" fmla="*/ 224 h 6345"/>
                  <a:gd name="connsiteX5" fmla="*/ 1089 w 6343"/>
                  <a:gd name="connsiteY5" fmla="*/ 1154 h 6345"/>
                  <a:gd name="connsiteX6" fmla="*/ 161 w 6343"/>
                  <a:gd name="connsiteY6" fmla="*/ 3397 h 6345"/>
                  <a:gd name="connsiteX7" fmla="*/ 1089 w 6343"/>
                  <a:gd name="connsiteY7" fmla="*/ 5640 h 6345"/>
                  <a:gd name="connsiteX8" fmla="*/ 333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2" y="6570"/>
                    </a:moveTo>
                    <a:cubicBezTo>
                      <a:pt x="4173" y="6570"/>
                      <a:pt x="4980" y="6235"/>
                      <a:pt x="5575" y="5640"/>
                    </a:cubicBezTo>
                    <a:cubicBezTo>
                      <a:pt x="6169" y="5045"/>
                      <a:pt x="6504" y="4238"/>
                      <a:pt x="6504" y="3397"/>
                    </a:cubicBezTo>
                    <a:cubicBezTo>
                      <a:pt x="6504" y="2556"/>
                      <a:pt x="6169" y="1749"/>
                      <a:pt x="5575" y="1154"/>
                    </a:cubicBezTo>
                    <a:cubicBezTo>
                      <a:pt x="4980" y="559"/>
                      <a:pt x="4173" y="224"/>
                      <a:pt x="3332" y="224"/>
                    </a:cubicBezTo>
                    <a:cubicBezTo>
                      <a:pt x="2491" y="224"/>
                      <a:pt x="1684" y="559"/>
                      <a:pt x="1089" y="1154"/>
                    </a:cubicBezTo>
                    <a:cubicBezTo>
                      <a:pt x="495" y="1749"/>
                      <a:pt x="161" y="2556"/>
                      <a:pt x="161" y="3397"/>
                    </a:cubicBezTo>
                    <a:cubicBezTo>
                      <a:pt x="161" y="4238"/>
                      <a:pt x="495" y="5045"/>
                      <a:pt x="1089" y="5640"/>
                    </a:cubicBezTo>
                    <a:cubicBezTo>
                      <a:pt x="1684" y="6235"/>
                      <a:pt x="2491" y="6570"/>
                      <a:pt x="333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53" name="Freeform: Shape 2152">
                <a:extLst>
                  <a:ext uri="{FF2B5EF4-FFF2-40B4-BE49-F238E27FC236}">
                    <a16:creationId xmlns:a16="http://schemas.microsoft.com/office/drawing/2014/main" id="{C0175CC6-0C37-890A-9DF5-DF6DC7D60175}"/>
                  </a:ext>
                </a:extLst>
              </p:cNvPr>
              <p:cNvSpPr/>
              <p:nvPr/>
            </p:nvSpPr>
            <p:spPr>
              <a:xfrm>
                <a:off x="2857949" y="6294322"/>
                <a:ext cx="6343" cy="6345"/>
              </a:xfrm>
              <a:custGeom>
                <a:avLst/>
                <a:gdLst>
                  <a:gd name="connsiteX0" fmla="*/ 3330 w 6343"/>
                  <a:gd name="connsiteY0" fmla="*/ 6567 h 6345"/>
                  <a:gd name="connsiteX1" fmla="*/ 5572 w 6343"/>
                  <a:gd name="connsiteY1" fmla="*/ 5638 h 6345"/>
                  <a:gd name="connsiteX2" fmla="*/ 6501 w 6343"/>
                  <a:gd name="connsiteY2" fmla="*/ 3395 h 6345"/>
                  <a:gd name="connsiteX3" fmla="*/ 5572 w 6343"/>
                  <a:gd name="connsiteY3" fmla="*/ 1151 h 6345"/>
                  <a:gd name="connsiteX4" fmla="*/ 3330 w 6343"/>
                  <a:gd name="connsiteY4" fmla="*/ 222 h 6345"/>
                  <a:gd name="connsiteX5" fmla="*/ 1087 w 6343"/>
                  <a:gd name="connsiteY5" fmla="*/ 1151 h 6345"/>
                  <a:gd name="connsiteX6" fmla="*/ 158 w 6343"/>
                  <a:gd name="connsiteY6" fmla="*/ 3395 h 6345"/>
                  <a:gd name="connsiteX7" fmla="*/ 1087 w 6343"/>
                  <a:gd name="connsiteY7" fmla="*/ 5638 h 6345"/>
                  <a:gd name="connsiteX8" fmla="*/ 3330 w 6343"/>
                  <a:gd name="connsiteY8" fmla="*/ 65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567"/>
                    </a:moveTo>
                    <a:cubicBezTo>
                      <a:pt x="4171" y="6567"/>
                      <a:pt x="4978" y="6233"/>
                      <a:pt x="5572" y="5638"/>
                    </a:cubicBezTo>
                    <a:cubicBezTo>
                      <a:pt x="6167" y="5043"/>
                      <a:pt x="6501" y="4236"/>
                      <a:pt x="6501" y="3395"/>
                    </a:cubicBezTo>
                    <a:cubicBezTo>
                      <a:pt x="6501" y="2553"/>
                      <a:pt x="6167" y="1746"/>
                      <a:pt x="5572" y="1151"/>
                    </a:cubicBezTo>
                    <a:cubicBezTo>
                      <a:pt x="4978" y="556"/>
                      <a:pt x="4171" y="222"/>
                      <a:pt x="3330" y="222"/>
                    </a:cubicBezTo>
                    <a:cubicBezTo>
                      <a:pt x="2489" y="222"/>
                      <a:pt x="1682" y="556"/>
                      <a:pt x="1087" y="1151"/>
                    </a:cubicBezTo>
                    <a:cubicBezTo>
                      <a:pt x="492" y="1746"/>
                      <a:pt x="158" y="2553"/>
                      <a:pt x="158" y="3395"/>
                    </a:cubicBezTo>
                    <a:cubicBezTo>
                      <a:pt x="158" y="4236"/>
                      <a:pt x="492" y="5043"/>
                      <a:pt x="1087" y="5638"/>
                    </a:cubicBezTo>
                    <a:cubicBezTo>
                      <a:pt x="1682" y="6233"/>
                      <a:pt x="2489" y="6567"/>
                      <a:pt x="3330" y="65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54" name="Freeform: Shape 2153">
                <a:extLst>
                  <a:ext uri="{FF2B5EF4-FFF2-40B4-BE49-F238E27FC236}">
                    <a16:creationId xmlns:a16="http://schemas.microsoft.com/office/drawing/2014/main" id="{541F9181-F396-4DC2-7519-485E969C138E}"/>
                  </a:ext>
                </a:extLst>
              </p:cNvPr>
              <p:cNvSpPr/>
              <p:nvPr/>
            </p:nvSpPr>
            <p:spPr>
              <a:xfrm>
                <a:off x="2856132" y="6287217"/>
                <a:ext cx="6343" cy="6345"/>
              </a:xfrm>
              <a:custGeom>
                <a:avLst/>
                <a:gdLst>
                  <a:gd name="connsiteX0" fmla="*/ 3330 w 6343"/>
                  <a:gd name="connsiteY0" fmla="*/ 6567 h 6345"/>
                  <a:gd name="connsiteX1" fmla="*/ 5572 w 6343"/>
                  <a:gd name="connsiteY1" fmla="*/ 5637 h 6345"/>
                  <a:gd name="connsiteX2" fmla="*/ 6501 w 6343"/>
                  <a:gd name="connsiteY2" fmla="*/ 3394 h 6345"/>
                  <a:gd name="connsiteX3" fmla="*/ 5572 w 6343"/>
                  <a:gd name="connsiteY3" fmla="*/ 1151 h 6345"/>
                  <a:gd name="connsiteX4" fmla="*/ 3330 w 6343"/>
                  <a:gd name="connsiteY4" fmla="*/ 221 h 6345"/>
                  <a:gd name="connsiteX5" fmla="*/ 1087 w 6343"/>
                  <a:gd name="connsiteY5" fmla="*/ 1151 h 6345"/>
                  <a:gd name="connsiteX6" fmla="*/ 158 w 6343"/>
                  <a:gd name="connsiteY6" fmla="*/ 3394 h 6345"/>
                  <a:gd name="connsiteX7" fmla="*/ 1087 w 6343"/>
                  <a:gd name="connsiteY7" fmla="*/ 5637 h 6345"/>
                  <a:gd name="connsiteX8" fmla="*/ 3330 w 6343"/>
                  <a:gd name="connsiteY8" fmla="*/ 65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567"/>
                    </a:moveTo>
                    <a:cubicBezTo>
                      <a:pt x="4171" y="6567"/>
                      <a:pt x="4977" y="6232"/>
                      <a:pt x="5572" y="5637"/>
                    </a:cubicBezTo>
                    <a:cubicBezTo>
                      <a:pt x="6167" y="5042"/>
                      <a:pt x="6501" y="4235"/>
                      <a:pt x="6501" y="3394"/>
                    </a:cubicBezTo>
                    <a:cubicBezTo>
                      <a:pt x="6501" y="2553"/>
                      <a:pt x="6167" y="1745"/>
                      <a:pt x="5572" y="1151"/>
                    </a:cubicBezTo>
                    <a:cubicBezTo>
                      <a:pt x="4977" y="556"/>
                      <a:pt x="4171" y="221"/>
                      <a:pt x="3330" y="221"/>
                    </a:cubicBezTo>
                    <a:cubicBezTo>
                      <a:pt x="2488" y="221"/>
                      <a:pt x="1682" y="556"/>
                      <a:pt x="1087" y="1151"/>
                    </a:cubicBezTo>
                    <a:cubicBezTo>
                      <a:pt x="492" y="1745"/>
                      <a:pt x="158" y="2553"/>
                      <a:pt x="158" y="3394"/>
                    </a:cubicBezTo>
                    <a:cubicBezTo>
                      <a:pt x="158" y="4235"/>
                      <a:pt x="492" y="5042"/>
                      <a:pt x="1087" y="5637"/>
                    </a:cubicBezTo>
                    <a:cubicBezTo>
                      <a:pt x="1682" y="6232"/>
                      <a:pt x="2488" y="6567"/>
                      <a:pt x="3330" y="65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55" name="Freeform: Shape 2154">
                <a:extLst>
                  <a:ext uri="{FF2B5EF4-FFF2-40B4-BE49-F238E27FC236}">
                    <a16:creationId xmlns:a16="http://schemas.microsoft.com/office/drawing/2014/main" id="{C85121C7-646F-56B6-7EE4-E9FA9A497F2C}"/>
                  </a:ext>
                </a:extLst>
              </p:cNvPr>
              <p:cNvSpPr/>
              <p:nvPr/>
            </p:nvSpPr>
            <p:spPr>
              <a:xfrm>
                <a:off x="2582419" y="6415303"/>
                <a:ext cx="6343" cy="6345"/>
              </a:xfrm>
              <a:custGeom>
                <a:avLst/>
                <a:gdLst>
                  <a:gd name="connsiteX0" fmla="*/ 3308 w 6343"/>
                  <a:gd name="connsiteY0" fmla="*/ 6577 h 6345"/>
                  <a:gd name="connsiteX1" fmla="*/ 5551 w 6343"/>
                  <a:gd name="connsiteY1" fmla="*/ 5647 h 6345"/>
                  <a:gd name="connsiteX2" fmla="*/ 6480 w 6343"/>
                  <a:gd name="connsiteY2" fmla="*/ 3404 h 6345"/>
                  <a:gd name="connsiteX3" fmla="*/ 5551 w 6343"/>
                  <a:gd name="connsiteY3" fmla="*/ 1161 h 6345"/>
                  <a:gd name="connsiteX4" fmla="*/ 3308 w 6343"/>
                  <a:gd name="connsiteY4" fmla="*/ 231 h 6345"/>
                  <a:gd name="connsiteX5" fmla="*/ 1065 w 6343"/>
                  <a:gd name="connsiteY5" fmla="*/ 1161 h 6345"/>
                  <a:gd name="connsiteX6" fmla="*/ 136 w 6343"/>
                  <a:gd name="connsiteY6" fmla="*/ 3404 h 6345"/>
                  <a:gd name="connsiteX7" fmla="*/ 1065 w 6343"/>
                  <a:gd name="connsiteY7" fmla="*/ 5647 h 6345"/>
                  <a:gd name="connsiteX8" fmla="*/ 3308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577"/>
                    </a:moveTo>
                    <a:cubicBezTo>
                      <a:pt x="4149" y="6577"/>
                      <a:pt x="4956" y="6242"/>
                      <a:pt x="5551" y="5647"/>
                    </a:cubicBezTo>
                    <a:cubicBezTo>
                      <a:pt x="6145" y="5053"/>
                      <a:pt x="6480" y="4245"/>
                      <a:pt x="6480" y="3404"/>
                    </a:cubicBezTo>
                    <a:cubicBezTo>
                      <a:pt x="6480" y="2563"/>
                      <a:pt x="6145" y="1756"/>
                      <a:pt x="5551" y="1161"/>
                    </a:cubicBezTo>
                    <a:cubicBezTo>
                      <a:pt x="4956" y="566"/>
                      <a:pt x="4149" y="231"/>
                      <a:pt x="3308" y="231"/>
                    </a:cubicBezTo>
                    <a:cubicBezTo>
                      <a:pt x="2467" y="231"/>
                      <a:pt x="1660" y="566"/>
                      <a:pt x="1065" y="1161"/>
                    </a:cubicBezTo>
                    <a:cubicBezTo>
                      <a:pt x="471" y="1756"/>
                      <a:pt x="136" y="2563"/>
                      <a:pt x="136" y="3404"/>
                    </a:cubicBezTo>
                    <a:cubicBezTo>
                      <a:pt x="136" y="4245"/>
                      <a:pt x="471" y="5053"/>
                      <a:pt x="1065" y="5647"/>
                    </a:cubicBezTo>
                    <a:cubicBezTo>
                      <a:pt x="1660" y="6242"/>
                      <a:pt x="2467" y="6577"/>
                      <a:pt x="3308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56" name="Freeform: Shape 2155">
                <a:extLst>
                  <a:ext uri="{FF2B5EF4-FFF2-40B4-BE49-F238E27FC236}">
                    <a16:creationId xmlns:a16="http://schemas.microsoft.com/office/drawing/2014/main" id="{7F184B71-CC7F-DF80-7E92-37E90F1F2B38}"/>
                  </a:ext>
                </a:extLst>
              </p:cNvPr>
              <p:cNvSpPr/>
              <p:nvPr/>
            </p:nvSpPr>
            <p:spPr>
              <a:xfrm>
                <a:off x="2800514" y="6259072"/>
                <a:ext cx="6343" cy="6345"/>
              </a:xfrm>
              <a:custGeom>
                <a:avLst/>
                <a:gdLst>
                  <a:gd name="connsiteX0" fmla="*/ 3325 w 6343"/>
                  <a:gd name="connsiteY0" fmla="*/ 6564 h 6345"/>
                  <a:gd name="connsiteX1" fmla="*/ 5568 w 6343"/>
                  <a:gd name="connsiteY1" fmla="*/ 5635 h 6345"/>
                  <a:gd name="connsiteX2" fmla="*/ 6497 w 6343"/>
                  <a:gd name="connsiteY2" fmla="*/ 3392 h 6345"/>
                  <a:gd name="connsiteX3" fmla="*/ 5568 w 6343"/>
                  <a:gd name="connsiteY3" fmla="*/ 1148 h 6345"/>
                  <a:gd name="connsiteX4" fmla="*/ 3325 w 6343"/>
                  <a:gd name="connsiteY4" fmla="*/ 219 h 6345"/>
                  <a:gd name="connsiteX5" fmla="*/ 1083 w 6343"/>
                  <a:gd name="connsiteY5" fmla="*/ 1148 h 6345"/>
                  <a:gd name="connsiteX6" fmla="*/ 154 w 6343"/>
                  <a:gd name="connsiteY6" fmla="*/ 3392 h 6345"/>
                  <a:gd name="connsiteX7" fmla="*/ 1083 w 6343"/>
                  <a:gd name="connsiteY7" fmla="*/ 5635 h 6345"/>
                  <a:gd name="connsiteX8" fmla="*/ 3325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5" y="6564"/>
                    </a:moveTo>
                    <a:cubicBezTo>
                      <a:pt x="4166" y="6564"/>
                      <a:pt x="4973" y="6230"/>
                      <a:pt x="5568" y="5635"/>
                    </a:cubicBezTo>
                    <a:cubicBezTo>
                      <a:pt x="6163" y="5040"/>
                      <a:pt x="6497" y="4233"/>
                      <a:pt x="6497" y="3392"/>
                    </a:cubicBezTo>
                    <a:cubicBezTo>
                      <a:pt x="6497" y="2550"/>
                      <a:pt x="6163" y="1743"/>
                      <a:pt x="5568" y="1148"/>
                    </a:cubicBezTo>
                    <a:cubicBezTo>
                      <a:pt x="4973" y="553"/>
                      <a:pt x="4166" y="219"/>
                      <a:pt x="3325" y="219"/>
                    </a:cubicBezTo>
                    <a:cubicBezTo>
                      <a:pt x="2484" y="219"/>
                      <a:pt x="1677" y="553"/>
                      <a:pt x="1083" y="1148"/>
                    </a:cubicBezTo>
                    <a:cubicBezTo>
                      <a:pt x="488" y="1743"/>
                      <a:pt x="154" y="2550"/>
                      <a:pt x="154" y="3392"/>
                    </a:cubicBezTo>
                    <a:cubicBezTo>
                      <a:pt x="154" y="4233"/>
                      <a:pt x="488" y="5040"/>
                      <a:pt x="1083" y="5635"/>
                    </a:cubicBezTo>
                    <a:cubicBezTo>
                      <a:pt x="1677" y="6230"/>
                      <a:pt x="2484" y="6564"/>
                      <a:pt x="3325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57" name="Freeform: Shape 2156">
                <a:extLst>
                  <a:ext uri="{FF2B5EF4-FFF2-40B4-BE49-F238E27FC236}">
                    <a16:creationId xmlns:a16="http://schemas.microsoft.com/office/drawing/2014/main" id="{2DA644F7-549E-3A92-831F-B3AFBB25BE91}"/>
                  </a:ext>
                </a:extLst>
              </p:cNvPr>
              <p:cNvSpPr/>
              <p:nvPr/>
            </p:nvSpPr>
            <p:spPr>
              <a:xfrm>
                <a:off x="2796980" y="6252644"/>
                <a:ext cx="6343" cy="6345"/>
              </a:xfrm>
              <a:custGeom>
                <a:avLst/>
                <a:gdLst>
                  <a:gd name="connsiteX0" fmla="*/ 3325 w 6343"/>
                  <a:gd name="connsiteY0" fmla="*/ 6564 h 6345"/>
                  <a:gd name="connsiteX1" fmla="*/ 5567 w 6343"/>
                  <a:gd name="connsiteY1" fmla="*/ 5635 h 6345"/>
                  <a:gd name="connsiteX2" fmla="*/ 6496 w 6343"/>
                  <a:gd name="connsiteY2" fmla="*/ 3391 h 6345"/>
                  <a:gd name="connsiteX3" fmla="*/ 5567 w 6343"/>
                  <a:gd name="connsiteY3" fmla="*/ 1148 h 6345"/>
                  <a:gd name="connsiteX4" fmla="*/ 3325 w 6343"/>
                  <a:gd name="connsiteY4" fmla="*/ 219 h 6345"/>
                  <a:gd name="connsiteX5" fmla="*/ 1082 w 6343"/>
                  <a:gd name="connsiteY5" fmla="*/ 1148 h 6345"/>
                  <a:gd name="connsiteX6" fmla="*/ 153 w 6343"/>
                  <a:gd name="connsiteY6" fmla="*/ 3391 h 6345"/>
                  <a:gd name="connsiteX7" fmla="*/ 1082 w 6343"/>
                  <a:gd name="connsiteY7" fmla="*/ 5635 h 6345"/>
                  <a:gd name="connsiteX8" fmla="*/ 3325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5" y="6564"/>
                    </a:moveTo>
                    <a:cubicBezTo>
                      <a:pt x="4166" y="6564"/>
                      <a:pt x="4973" y="6230"/>
                      <a:pt x="5567" y="5635"/>
                    </a:cubicBezTo>
                    <a:cubicBezTo>
                      <a:pt x="6162" y="5040"/>
                      <a:pt x="6496" y="4233"/>
                      <a:pt x="6496" y="3391"/>
                    </a:cubicBezTo>
                    <a:cubicBezTo>
                      <a:pt x="6496" y="2550"/>
                      <a:pt x="6162" y="1743"/>
                      <a:pt x="5567" y="1148"/>
                    </a:cubicBezTo>
                    <a:cubicBezTo>
                      <a:pt x="4973" y="553"/>
                      <a:pt x="4166" y="219"/>
                      <a:pt x="3325" y="219"/>
                    </a:cubicBezTo>
                    <a:cubicBezTo>
                      <a:pt x="2484" y="219"/>
                      <a:pt x="1677" y="553"/>
                      <a:pt x="1082" y="1148"/>
                    </a:cubicBezTo>
                    <a:cubicBezTo>
                      <a:pt x="487" y="1743"/>
                      <a:pt x="153" y="2550"/>
                      <a:pt x="153" y="3391"/>
                    </a:cubicBezTo>
                    <a:cubicBezTo>
                      <a:pt x="153" y="4233"/>
                      <a:pt x="487" y="5040"/>
                      <a:pt x="1082" y="5635"/>
                    </a:cubicBezTo>
                    <a:cubicBezTo>
                      <a:pt x="1677" y="6230"/>
                      <a:pt x="2484" y="6564"/>
                      <a:pt x="3325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58" name="Freeform: Shape 2157">
                <a:extLst>
                  <a:ext uri="{FF2B5EF4-FFF2-40B4-BE49-F238E27FC236}">
                    <a16:creationId xmlns:a16="http://schemas.microsoft.com/office/drawing/2014/main" id="{0721224C-8F81-B8CC-4595-5ABD73B5EAAD}"/>
                  </a:ext>
                </a:extLst>
              </p:cNvPr>
              <p:cNvSpPr/>
              <p:nvPr/>
            </p:nvSpPr>
            <p:spPr>
              <a:xfrm>
                <a:off x="2454957" y="6406280"/>
                <a:ext cx="6343" cy="6345"/>
              </a:xfrm>
              <a:custGeom>
                <a:avLst/>
                <a:gdLst>
                  <a:gd name="connsiteX0" fmla="*/ 3298 w 6343"/>
                  <a:gd name="connsiteY0" fmla="*/ 6576 h 6345"/>
                  <a:gd name="connsiteX1" fmla="*/ 5541 w 6343"/>
                  <a:gd name="connsiteY1" fmla="*/ 5647 h 6345"/>
                  <a:gd name="connsiteX2" fmla="*/ 6469 w 6343"/>
                  <a:gd name="connsiteY2" fmla="*/ 3403 h 6345"/>
                  <a:gd name="connsiteX3" fmla="*/ 5541 w 6343"/>
                  <a:gd name="connsiteY3" fmla="*/ 1160 h 6345"/>
                  <a:gd name="connsiteX4" fmla="*/ 3298 w 6343"/>
                  <a:gd name="connsiteY4" fmla="*/ 231 h 6345"/>
                  <a:gd name="connsiteX5" fmla="*/ 1055 w 6343"/>
                  <a:gd name="connsiteY5" fmla="*/ 1160 h 6345"/>
                  <a:gd name="connsiteX6" fmla="*/ 126 w 6343"/>
                  <a:gd name="connsiteY6" fmla="*/ 3403 h 6345"/>
                  <a:gd name="connsiteX7" fmla="*/ 1055 w 6343"/>
                  <a:gd name="connsiteY7" fmla="*/ 5647 h 6345"/>
                  <a:gd name="connsiteX8" fmla="*/ 3298 w 6343"/>
                  <a:gd name="connsiteY8" fmla="*/ 65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98" y="6576"/>
                    </a:moveTo>
                    <a:cubicBezTo>
                      <a:pt x="4139" y="6576"/>
                      <a:pt x="4946" y="6242"/>
                      <a:pt x="5541" y="5647"/>
                    </a:cubicBezTo>
                    <a:cubicBezTo>
                      <a:pt x="6135" y="5052"/>
                      <a:pt x="6469" y="4245"/>
                      <a:pt x="6469" y="3403"/>
                    </a:cubicBezTo>
                    <a:cubicBezTo>
                      <a:pt x="6469" y="2562"/>
                      <a:pt x="6135" y="1755"/>
                      <a:pt x="5541" y="1160"/>
                    </a:cubicBezTo>
                    <a:cubicBezTo>
                      <a:pt x="4946" y="565"/>
                      <a:pt x="4139" y="231"/>
                      <a:pt x="3298" y="231"/>
                    </a:cubicBezTo>
                    <a:cubicBezTo>
                      <a:pt x="2457" y="231"/>
                      <a:pt x="1650" y="565"/>
                      <a:pt x="1055" y="1160"/>
                    </a:cubicBezTo>
                    <a:cubicBezTo>
                      <a:pt x="461" y="1755"/>
                      <a:pt x="126" y="2562"/>
                      <a:pt x="126" y="3403"/>
                    </a:cubicBezTo>
                    <a:cubicBezTo>
                      <a:pt x="126" y="4245"/>
                      <a:pt x="461" y="5052"/>
                      <a:pt x="1055" y="5647"/>
                    </a:cubicBezTo>
                    <a:cubicBezTo>
                      <a:pt x="1650" y="6242"/>
                      <a:pt x="2457" y="6576"/>
                      <a:pt x="3298" y="65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59" name="Freeform: Shape 2158">
                <a:extLst>
                  <a:ext uri="{FF2B5EF4-FFF2-40B4-BE49-F238E27FC236}">
                    <a16:creationId xmlns:a16="http://schemas.microsoft.com/office/drawing/2014/main" id="{AB48B516-AA83-CAC9-AC0B-7231C86B9DD9}"/>
                  </a:ext>
                </a:extLst>
              </p:cNvPr>
              <p:cNvSpPr/>
              <p:nvPr/>
            </p:nvSpPr>
            <p:spPr>
              <a:xfrm>
                <a:off x="3309452" y="5997972"/>
                <a:ext cx="6343" cy="6345"/>
              </a:xfrm>
              <a:custGeom>
                <a:avLst/>
                <a:gdLst>
                  <a:gd name="connsiteX0" fmla="*/ 3365 w 6343"/>
                  <a:gd name="connsiteY0" fmla="*/ 6544 h 6345"/>
                  <a:gd name="connsiteX1" fmla="*/ 5608 w 6343"/>
                  <a:gd name="connsiteY1" fmla="*/ 5615 h 6345"/>
                  <a:gd name="connsiteX2" fmla="*/ 6537 w 6343"/>
                  <a:gd name="connsiteY2" fmla="*/ 3371 h 6345"/>
                  <a:gd name="connsiteX3" fmla="*/ 5608 w 6343"/>
                  <a:gd name="connsiteY3" fmla="*/ 1128 h 6345"/>
                  <a:gd name="connsiteX4" fmla="*/ 3365 w 6343"/>
                  <a:gd name="connsiteY4" fmla="*/ 198 h 6345"/>
                  <a:gd name="connsiteX5" fmla="*/ 1123 w 6343"/>
                  <a:gd name="connsiteY5" fmla="*/ 1128 h 6345"/>
                  <a:gd name="connsiteX6" fmla="*/ 194 w 6343"/>
                  <a:gd name="connsiteY6" fmla="*/ 3371 h 6345"/>
                  <a:gd name="connsiteX7" fmla="*/ 1123 w 6343"/>
                  <a:gd name="connsiteY7" fmla="*/ 5615 h 6345"/>
                  <a:gd name="connsiteX8" fmla="*/ 3365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4"/>
                    </a:moveTo>
                    <a:cubicBezTo>
                      <a:pt x="4206" y="6544"/>
                      <a:pt x="5013" y="6210"/>
                      <a:pt x="5608" y="5615"/>
                    </a:cubicBezTo>
                    <a:cubicBezTo>
                      <a:pt x="6203" y="5020"/>
                      <a:pt x="6537" y="4213"/>
                      <a:pt x="6537" y="3371"/>
                    </a:cubicBezTo>
                    <a:cubicBezTo>
                      <a:pt x="6537" y="2530"/>
                      <a:pt x="6203" y="1723"/>
                      <a:pt x="5608" y="1128"/>
                    </a:cubicBezTo>
                    <a:cubicBezTo>
                      <a:pt x="5013" y="533"/>
                      <a:pt x="4206" y="198"/>
                      <a:pt x="3365" y="198"/>
                    </a:cubicBezTo>
                    <a:cubicBezTo>
                      <a:pt x="2524" y="198"/>
                      <a:pt x="1717" y="533"/>
                      <a:pt x="1123" y="1128"/>
                    </a:cubicBezTo>
                    <a:cubicBezTo>
                      <a:pt x="528" y="1723"/>
                      <a:pt x="194" y="2530"/>
                      <a:pt x="194" y="3371"/>
                    </a:cubicBezTo>
                    <a:cubicBezTo>
                      <a:pt x="194" y="4213"/>
                      <a:pt x="528" y="5020"/>
                      <a:pt x="1123" y="5615"/>
                    </a:cubicBezTo>
                    <a:cubicBezTo>
                      <a:pt x="1717" y="6210"/>
                      <a:pt x="2524" y="6544"/>
                      <a:pt x="3365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60" name="Freeform: Shape 2159">
                <a:extLst>
                  <a:ext uri="{FF2B5EF4-FFF2-40B4-BE49-F238E27FC236}">
                    <a16:creationId xmlns:a16="http://schemas.microsoft.com/office/drawing/2014/main" id="{D57CC6B0-3435-2366-35E4-CAB42D609627}"/>
                  </a:ext>
                </a:extLst>
              </p:cNvPr>
              <p:cNvSpPr/>
              <p:nvPr/>
            </p:nvSpPr>
            <p:spPr>
              <a:xfrm>
                <a:off x="2846118" y="6205965"/>
                <a:ext cx="6343" cy="6345"/>
              </a:xfrm>
              <a:custGeom>
                <a:avLst/>
                <a:gdLst>
                  <a:gd name="connsiteX0" fmla="*/ 3329 w 6343"/>
                  <a:gd name="connsiteY0" fmla="*/ 6560 h 6345"/>
                  <a:gd name="connsiteX1" fmla="*/ 5571 w 6343"/>
                  <a:gd name="connsiteY1" fmla="*/ 5631 h 6345"/>
                  <a:gd name="connsiteX2" fmla="*/ 6500 w 6343"/>
                  <a:gd name="connsiteY2" fmla="*/ 3388 h 6345"/>
                  <a:gd name="connsiteX3" fmla="*/ 5571 w 6343"/>
                  <a:gd name="connsiteY3" fmla="*/ 1144 h 6345"/>
                  <a:gd name="connsiteX4" fmla="*/ 3329 w 6343"/>
                  <a:gd name="connsiteY4" fmla="*/ 215 h 6345"/>
                  <a:gd name="connsiteX5" fmla="*/ 1086 w 6343"/>
                  <a:gd name="connsiteY5" fmla="*/ 1144 h 6345"/>
                  <a:gd name="connsiteX6" fmla="*/ 157 w 6343"/>
                  <a:gd name="connsiteY6" fmla="*/ 3388 h 6345"/>
                  <a:gd name="connsiteX7" fmla="*/ 1086 w 6343"/>
                  <a:gd name="connsiteY7" fmla="*/ 5631 h 6345"/>
                  <a:gd name="connsiteX8" fmla="*/ 3329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560"/>
                    </a:moveTo>
                    <a:cubicBezTo>
                      <a:pt x="4170" y="6560"/>
                      <a:pt x="4977" y="6226"/>
                      <a:pt x="5571" y="5631"/>
                    </a:cubicBezTo>
                    <a:cubicBezTo>
                      <a:pt x="6166" y="5036"/>
                      <a:pt x="6500" y="4229"/>
                      <a:pt x="6500" y="3388"/>
                    </a:cubicBezTo>
                    <a:cubicBezTo>
                      <a:pt x="6500" y="2546"/>
                      <a:pt x="6166" y="1739"/>
                      <a:pt x="5571" y="1144"/>
                    </a:cubicBezTo>
                    <a:cubicBezTo>
                      <a:pt x="4977" y="549"/>
                      <a:pt x="4170" y="215"/>
                      <a:pt x="3329" y="215"/>
                    </a:cubicBezTo>
                    <a:cubicBezTo>
                      <a:pt x="2488" y="215"/>
                      <a:pt x="1681" y="549"/>
                      <a:pt x="1086" y="1144"/>
                    </a:cubicBezTo>
                    <a:cubicBezTo>
                      <a:pt x="491" y="1739"/>
                      <a:pt x="157" y="2546"/>
                      <a:pt x="157" y="3388"/>
                    </a:cubicBezTo>
                    <a:cubicBezTo>
                      <a:pt x="157" y="4229"/>
                      <a:pt x="491" y="5036"/>
                      <a:pt x="1086" y="5631"/>
                    </a:cubicBezTo>
                    <a:cubicBezTo>
                      <a:pt x="1681" y="6226"/>
                      <a:pt x="2488" y="6560"/>
                      <a:pt x="3329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61" name="Freeform: Shape 2160">
                <a:extLst>
                  <a:ext uri="{FF2B5EF4-FFF2-40B4-BE49-F238E27FC236}">
                    <a16:creationId xmlns:a16="http://schemas.microsoft.com/office/drawing/2014/main" id="{F9D40FC3-A820-E741-AD71-A583A4E6A316}"/>
                  </a:ext>
                </a:extLst>
              </p:cNvPr>
              <p:cNvSpPr/>
              <p:nvPr/>
            </p:nvSpPr>
            <p:spPr>
              <a:xfrm>
                <a:off x="2844294" y="6199183"/>
                <a:ext cx="6343" cy="6345"/>
              </a:xfrm>
              <a:custGeom>
                <a:avLst/>
                <a:gdLst>
                  <a:gd name="connsiteX0" fmla="*/ 3329 w 6343"/>
                  <a:gd name="connsiteY0" fmla="*/ 6560 h 6345"/>
                  <a:gd name="connsiteX1" fmla="*/ 5571 w 6343"/>
                  <a:gd name="connsiteY1" fmla="*/ 5630 h 6345"/>
                  <a:gd name="connsiteX2" fmla="*/ 6500 w 6343"/>
                  <a:gd name="connsiteY2" fmla="*/ 3387 h 6345"/>
                  <a:gd name="connsiteX3" fmla="*/ 5571 w 6343"/>
                  <a:gd name="connsiteY3" fmla="*/ 1144 h 6345"/>
                  <a:gd name="connsiteX4" fmla="*/ 3329 w 6343"/>
                  <a:gd name="connsiteY4" fmla="*/ 214 h 6345"/>
                  <a:gd name="connsiteX5" fmla="*/ 1086 w 6343"/>
                  <a:gd name="connsiteY5" fmla="*/ 1144 h 6345"/>
                  <a:gd name="connsiteX6" fmla="*/ 157 w 6343"/>
                  <a:gd name="connsiteY6" fmla="*/ 3387 h 6345"/>
                  <a:gd name="connsiteX7" fmla="*/ 1086 w 6343"/>
                  <a:gd name="connsiteY7" fmla="*/ 5630 h 6345"/>
                  <a:gd name="connsiteX8" fmla="*/ 3329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560"/>
                    </a:moveTo>
                    <a:cubicBezTo>
                      <a:pt x="4170" y="6560"/>
                      <a:pt x="4976" y="6225"/>
                      <a:pt x="5571" y="5630"/>
                    </a:cubicBezTo>
                    <a:cubicBezTo>
                      <a:pt x="6166" y="5035"/>
                      <a:pt x="6500" y="4228"/>
                      <a:pt x="6500" y="3387"/>
                    </a:cubicBezTo>
                    <a:cubicBezTo>
                      <a:pt x="6500" y="2546"/>
                      <a:pt x="6166" y="1739"/>
                      <a:pt x="5571" y="1144"/>
                    </a:cubicBezTo>
                    <a:cubicBezTo>
                      <a:pt x="4976" y="549"/>
                      <a:pt x="4170" y="214"/>
                      <a:pt x="3329" y="214"/>
                    </a:cubicBezTo>
                    <a:cubicBezTo>
                      <a:pt x="2487" y="214"/>
                      <a:pt x="1681" y="549"/>
                      <a:pt x="1086" y="1144"/>
                    </a:cubicBezTo>
                    <a:cubicBezTo>
                      <a:pt x="491" y="1739"/>
                      <a:pt x="157" y="2546"/>
                      <a:pt x="157" y="3387"/>
                    </a:cubicBezTo>
                    <a:cubicBezTo>
                      <a:pt x="157" y="4228"/>
                      <a:pt x="491" y="5035"/>
                      <a:pt x="1086" y="5630"/>
                    </a:cubicBezTo>
                    <a:cubicBezTo>
                      <a:pt x="1681" y="6225"/>
                      <a:pt x="2487" y="6560"/>
                      <a:pt x="3329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62" name="Freeform: Shape 2161">
                <a:extLst>
                  <a:ext uri="{FF2B5EF4-FFF2-40B4-BE49-F238E27FC236}">
                    <a16:creationId xmlns:a16="http://schemas.microsoft.com/office/drawing/2014/main" id="{391D84E6-99EF-623C-76B0-1B8C38B61704}"/>
                  </a:ext>
                </a:extLst>
              </p:cNvPr>
              <p:cNvSpPr/>
              <p:nvPr/>
            </p:nvSpPr>
            <p:spPr>
              <a:xfrm>
                <a:off x="2712483" y="6241526"/>
                <a:ext cx="6343" cy="6345"/>
              </a:xfrm>
              <a:custGeom>
                <a:avLst/>
                <a:gdLst>
                  <a:gd name="connsiteX0" fmla="*/ 3318 w 6343"/>
                  <a:gd name="connsiteY0" fmla="*/ 6563 h 6345"/>
                  <a:gd name="connsiteX1" fmla="*/ 5561 w 6343"/>
                  <a:gd name="connsiteY1" fmla="*/ 5634 h 6345"/>
                  <a:gd name="connsiteX2" fmla="*/ 6490 w 6343"/>
                  <a:gd name="connsiteY2" fmla="*/ 3390 h 6345"/>
                  <a:gd name="connsiteX3" fmla="*/ 5561 w 6343"/>
                  <a:gd name="connsiteY3" fmla="*/ 1147 h 6345"/>
                  <a:gd name="connsiteX4" fmla="*/ 3318 w 6343"/>
                  <a:gd name="connsiteY4" fmla="*/ 218 h 6345"/>
                  <a:gd name="connsiteX5" fmla="*/ 1076 w 6343"/>
                  <a:gd name="connsiteY5" fmla="*/ 1147 h 6345"/>
                  <a:gd name="connsiteX6" fmla="*/ 147 w 6343"/>
                  <a:gd name="connsiteY6" fmla="*/ 3390 h 6345"/>
                  <a:gd name="connsiteX7" fmla="*/ 1076 w 6343"/>
                  <a:gd name="connsiteY7" fmla="*/ 5634 h 6345"/>
                  <a:gd name="connsiteX8" fmla="*/ 3318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8" y="6563"/>
                    </a:moveTo>
                    <a:cubicBezTo>
                      <a:pt x="4159" y="6563"/>
                      <a:pt x="4966" y="6229"/>
                      <a:pt x="5561" y="5634"/>
                    </a:cubicBezTo>
                    <a:cubicBezTo>
                      <a:pt x="6156" y="5039"/>
                      <a:pt x="6490" y="4232"/>
                      <a:pt x="6490" y="3390"/>
                    </a:cubicBezTo>
                    <a:cubicBezTo>
                      <a:pt x="6490" y="2549"/>
                      <a:pt x="6156" y="1742"/>
                      <a:pt x="5561" y="1147"/>
                    </a:cubicBezTo>
                    <a:cubicBezTo>
                      <a:pt x="4966" y="552"/>
                      <a:pt x="4159" y="218"/>
                      <a:pt x="3318" y="218"/>
                    </a:cubicBezTo>
                    <a:cubicBezTo>
                      <a:pt x="2477" y="218"/>
                      <a:pt x="1670" y="552"/>
                      <a:pt x="1076" y="1147"/>
                    </a:cubicBezTo>
                    <a:cubicBezTo>
                      <a:pt x="481" y="1742"/>
                      <a:pt x="147" y="2549"/>
                      <a:pt x="147" y="3390"/>
                    </a:cubicBezTo>
                    <a:cubicBezTo>
                      <a:pt x="147" y="4232"/>
                      <a:pt x="481" y="5039"/>
                      <a:pt x="1076" y="5634"/>
                    </a:cubicBezTo>
                    <a:cubicBezTo>
                      <a:pt x="1670" y="6229"/>
                      <a:pt x="2477" y="6563"/>
                      <a:pt x="3318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63" name="Freeform: Shape 2162">
                <a:extLst>
                  <a:ext uri="{FF2B5EF4-FFF2-40B4-BE49-F238E27FC236}">
                    <a16:creationId xmlns:a16="http://schemas.microsoft.com/office/drawing/2014/main" id="{7A8CEE87-1079-F117-2971-911B6DB87ED7}"/>
                  </a:ext>
                </a:extLst>
              </p:cNvPr>
              <p:cNvSpPr/>
              <p:nvPr/>
            </p:nvSpPr>
            <p:spPr>
              <a:xfrm>
                <a:off x="2714656" y="6232141"/>
                <a:ext cx="6343" cy="6345"/>
              </a:xfrm>
              <a:custGeom>
                <a:avLst/>
                <a:gdLst>
                  <a:gd name="connsiteX0" fmla="*/ 3318 w 6343"/>
                  <a:gd name="connsiteY0" fmla="*/ 6562 h 6345"/>
                  <a:gd name="connsiteX1" fmla="*/ 5561 w 6343"/>
                  <a:gd name="connsiteY1" fmla="*/ 5633 h 6345"/>
                  <a:gd name="connsiteX2" fmla="*/ 6490 w 6343"/>
                  <a:gd name="connsiteY2" fmla="*/ 3390 h 6345"/>
                  <a:gd name="connsiteX3" fmla="*/ 5561 w 6343"/>
                  <a:gd name="connsiteY3" fmla="*/ 1146 h 6345"/>
                  <a:gd name="connsiteX4" fmla="*/ 3318 w 6343"/>
                  <a:gd name="connsiteY4" fmla="*/ 217 h 6345"/>
                  <a:gd name="connsiteX5" fmla="*/ 1076 w 6343"/>
                  <a:gd name="connsiteY5" fmla="*/ 1146 h 6345"/>
                  <a:gd name="connsiteX6" fmla="*/ 147 w 6343"/>
                  <a:gd name="connsiteY6" fmla="*/ 3390 h 6345"/>
                  <a:gd name="connsiteX7" fmla="*/ 1076 w 6343"/>
                  <a:gd name="connsiteY7" fmla="*/ 5633 h 6345"/>
                  <a:gd name="connsiteX8" fmla="*/ 3318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8" y="6562"/>
                    </a:moveTo>
                    <a:cubicBezTo>
                      <a:pt x="4159" y="6562"/>
                      <a:pt x="4966" y="6228"/>
                      <a:pt x="5561" y="5633"/>
                    </a:cubicBezTo>
                    <a:cubicBezTo>
                      <a:pt x="6156" y="5038"/>
                      <a:pt x="6490" y="4231"/>
                      <a:pt x="6490" y="3390"/>
                    </a:cubicBezTo>
                    <a:cubicBezTo>
                      <a:pt x="6490" y="2548"/>
                      <a:pt x="6156" y="1741"/>
                      <a:pt x="5561" y="1146"/>
                    </a:cubicBezTo>
                    <a:cubicBezTo>
                      <a:pt x="4966" y="551"/>
                      <a:pt x="4159" y="217"/>
                      <a:pt x="3318" y="217"/>
                    </a:cubicBezTo>
                    <a:cubicBezTo>
                      <a:pt x="2477" y="217"/>
                      <a:pt x="1670" y="551"/>
                      <a:pt x="1076" y="1146"/>
                    </a:cubicBezTo>
                    <a:cubicBezTo>
                      <a:pt x="481" y="1741"/>
                      <a:pt x="147" y="2548"/>
                      <a:pt x="147" y="3390"/>
                    </a:cubicBezTo>
                    <a:cubicBezTo>
                      <a:pt x="147" y="4231"/>
                      <a:pt x="481" y="5038"/>
                      <a:pt x="1076" y="5633"/>
                    </a:cubicBezTo>
                    <a:cubicBezTo>
                      <a:pt x="1670" y="6228"/>
                      <a:pt x="2477" y="6562"/>
                      <a:pt x="3318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64" name="Freeform: Shape 2163">
                <a:extLst>
                  <a:ext uri="{FF2B5EF4-FFF2-40B4-BE49-F238E27FC236}">
                    <a16:creationId xmlns:a16="http://schemas.microsoft.com/office/drawing/2014/main" id="{3DB22EC1-D822-AA54-D95E-CECDBA12706B}"/>
                  </a:ext>
                </a:extLst>
              </p:cNvPr>
              <p:cNvSpPr/>
              <p:nvPr/>
            </p:nvSpPr>
            <p:spPr>
              <a:xfrm>
                <a:off x="2711896" y="6224910"/>
                <a:ext cx="6343" cy="6345"/>
              </a:xfrm>
              <a:custGeom>
                <a:avLst/>
                <a:gdLst>
                  <a:gd name="connsiteX0" fmla="*/ 3318 w 6343"/>
                  <a:gd name="connsiteY0" fmla="*/ 6562 h 6345"/>
                  <a:gd name="connsiteX1" fmla="*/ 5561 w 6343"/>
                  <a:gd name="connsiteY1" fmla="*/ 5632 h 6345"/>
                  <a:gd name="connsiteX2" fmla="*/ 6490 w 6343"/>
                  <a:gd name="connsiteY2" fmla="*/ 3389 h 6345"/>
                  <a:gd name="connsiteX3" fmla="*/ 5561 w 6343"/>
                  <a:gd name="connsiteY3" fmla="*/ 1146 h 6345"/>
                  <a:gd name="connsiteX4" fmla="*/ 3318 w 6343"/>
                  <a:gd name="connsiteY4" fmla="*/ 216 h 6345"/>
                  <a:gd name="connsiteX5" fmla="*/ 1076 w 6343"/>
                  <a:gd name="connsiteY5" fmla="*/ 1146 h 6345"/>
                  <a:gd name="connsiteX6" fmla="*/ 147 w 6343"/>
                  <a:gd name="connsiteY6" fmla="*/ 3389 h 6345"/>
                  <a:gd name="connsiteX7" fmla="*/ 1076 w 6343"/>
                  <a:gd name="connsiteY7" fmla="*/ 5632 h 6345"/>
                  <a:gd name="connsiteX8" fmla="*/ 3318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8" y="6562"/>
                    </a:moveTo>
                    <a:cubicBezTo>
                      <a:pt x="4159" y="6562"/>
                      <a:pt x="4966" y="6227"/>
                      <a:pt x="5561" y="5632"/>
                    </a:cubicBezTo>
                    <a:cubicBezTo>
                      <a:pt x="6156" y="5038"/>
                      <a:pt x="6490" y="4230"/>
                      <a:pt x="6490" y="3389"/>
                    </a:cubicBezTo>
                    <a:cubicBezTo>
                      <a:pt x="6490" y="2548"/>
                      <a:pt x="6156" y="1741"/>
                      <a:pt x="5561" y="1146"/>
                    </a:cubicBezTo>
                    <a:cubicBezTo>
                      <a:pt x="4966" y="551"/>
                      <a:pt x="4159" y="216"/>
                      <a:pt x="3318" y="216"/>
                    </a:cubicBezTo>
                    <a:cubicBezTo>
                      <a:pt x="2477" y="216"/>
                      <a:pt x="1670" y="551"/>
                      <a:pt x="1076" y="1146"/>
                    </a:cubicBezTo>
                    <a:cubicBezTo>
                      <a:pt x="481" y="1741"/>
                      <a:pt x="147" y="2548"/>
                      <a:pt x="147" y="3389"/>
                    </a:cubicBezTo>
                    <a:cubicBezTo>
                      <a:pt x="147" y="4230"/>
                      <a:pt x="481" y="5038"/>
                      <a:pt x="1076" y="5632"/>
                    </a:cubicBezTo>
                    <a:cubicBezTo>
                      <a:pt x="1670" y="6227"/>
                      <a:pt x="2477" y="6562"/>
                      <a:pt x="3318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65" name="Freeform: Shape 2164">
                <a:extLst>
                  <a:ext uri="{FF2B5EF4-FFF2-40B4-BE49-F238E27FC236}">
                    <a16:creationId xmlns:a16="http://schemas.microsoft.com/office/drawing/2014/main" id="{6D850CBC-30AE-49A4-2E74-E426EC15BF35}"/>
                  </a:ext>
                </a:extLst>
              </p:cNvPr>
              <p:cNvSpPr/>
              <p:nvPr/>
            </p:nvSpPr>
            <p:spPr>
              <a:xfrm>
                <a:off x="2840202" y="6163404"/>
                <a:ext cx="6343" cy="6345"/>
              </a:xfrm>
              <a:custGeom>
                <a:avLst/>
                <a:gdLst>
                  <a:gd name="connsiteX0" fmla="*/ 3328 w 6343"/>
                  <a:gd name="connsiteY0" fmla="*/ 6557 h 6345"/>
                  <a:gd name="connsiteX1" fmla="*/ 5571 w 6343"/>
                  <a:gd name="connsiteY1" fmla="*/ 5628 h 6345"/>
                  <a:gd name="connsiteX2" fmla="*/ 6500 w 6343"/>
                  <a:gd name="connsiteY2" fmla="*/ 3384 h 6345"/>
                  <a:gd name="connsiteX3" fmla="*/ 5571 w 6343"/>
                  <a:gd name="connsiteY3" fmla="*/ 1141 h 6345"/>
                  <a:gd name="connsiteX4" fmla="*/ 3328 w 6343"/>
                  <a:gd name="connsiteY4" fmla="*/ 211 h 6345"/>
                  <a:gd name="connsiteX5" fmla="*/ 1086 w 6343"/>
                  <a:gd name="connsiteY5" fmla="*/ 1141 h 6345"/>
                  <a:gd name="connsiteX6" fmla="*/ 157 w 6343"/>
                  <a:gd name="connsiteY6" fmla="*/ 3384 h 6345"/>
                  <a:gd name="connsiteX7" fmla="*/ 1086 w 6343"/>
                  <a:gd name="connsiteY7" fmla="*/ 5628 h 6345"/>
                  <a:gd name="connsiteX8" fmla="*/ 3328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8" y="6557"/>
                    </a:moveTo>
                    <a:cubicBezTo>
                      <a:pt x="4169" y="6557"/>
                      <a:pt x="4976" y="6223"/>
                      <a:pt x="5571" y="5628"/>
                    </a:cubicBezTo>
                    <a:cubicBezTo>
                      <a:pt x="6166" y="5033"/>
                      <a:pt x="6500" y="4226"/>
                      <a:pt x="6500" y="3384"/>
                    </a:cubicBezTo>
                    <a:cubicBezTo>
                      <a:pt x="6500" y="2543"/>
                      <a:pt x="6166" y="1736"/>
                      <a:pt x="5571" y="1141"/>
                    </a:cubicBezTo>
                    <a:cubicBezTo>
                      <a:pt x="4976" y="546"/>
                      <a:pt x="4169" y="211"/>
                      <a:pt x="3328" y="211"/>
                    </a:cubicBezTo>
                    <a:cubicBezTo>
                      <a:pt x="2487" y="211"/>
                      <a:pt x="1680" y="546"/>
                      <a:pt x="1086" y="1141"/>
                    </a:cubicBezTo>
                    <a:cubicBezTo>
                      <a:pt x="491" y="1736"/>
                      <a:pt x="157" y="2543"/>
                      <a:pt x="157" y="3384"/>
                    </a:cubicBezTo>
                    <a:cubicBezTo>
                      <a:pt x="157" y="4226"/>
                      <a:pt x="491" y="5033"/>
                      <a:pt x="1086" y="5628"/>
                    </a:cubicBezTo>
                    <a:cubicBezTo>
                      <a:pt x="1680" y="6223"/>
                      <a:pt x="2487" y="6557"/>
                      <a:pt x="3328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66" name="Freeform: Shape 2165">
                <a:extLst>
                  <a:ext uri="{FF2B5EF4-FFF2-40B4-BE49-F238E27FC236}">
                    <a16:creationId xmlns:a16="http://schemas.microsoft.com/office/drawing/2014/main" id="{C3A86C7A-F0E2-016F-FA31-A814EF6C9227}"/>
                  </a:ext>
                </a:extLst>
              </p:cNvPr>
              <p:cNvSpPr/>
              <p:nvPr/>
            </p:nvSpPr>
            <p:spPr>
              <a:xfrm>
                <a:off x="2841745" y="6155368"/>
                <a:ext cx="6343" cy="6345"/>
              </a:xfrm>
              <a:custGeom>
                <a:avLst/>
                <a:gdLst>
                  <a:gd name="connsiteX0" fmla="*/ 3328 w 6343"/>
                  <a:gd name="connsiteY0" fmla="*/ 6556 h 6345"/>
                  <a:gd name="connsiteX1" fmla="*/ 5571 w 6343"/>
                  <a:gd name="connsiteY1" fmla="*/ 5627 h 6345"/>
                  <a:gd name="connsiteX2" fmla="*/ 6500 w 6343"/>
                  <a:gd name="connsiteY2" fmla="*/ 3384 h 6345"/>
                  <a:gd name="connsiteX3" fmla="*/ 5571 w 6343"/>
                  <a:gd name="connsiteY3" fmla="*/ 1140 h 6345"/>
                  <a:gd name="connsiteX4" fmla="*/ 3328 w 6343"/>
                  <a:gd name="connsiteY4" fmla="*/ 211 h 6345"/>
                  <a:gd name="connsiteX5" fmla="*/ 1086 w 6343"/>
                  <a:gd name="connsiteY5" fmla="*/ 1140 h 6345"/>
                  <a:gd name="connsiteX6" fmla="*/ 157 w 6343"/>
                  <a:gd name="connsiteY6" fmla="*/ 3384 h 6345"/>
                  <a:gd name="connsiteX7" fmla="*/ 1086 w 6343"/>
                  <a:gd name="connsiteY7" fmla="*/ 5627 h 6345"/>
                  <a:gd name="connsiteX8" fmla="*/ 3328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8" y="6556"/>
                    </a:moveTo>
                    <a:cubicBezTo>
                      <a:pt x="4169" y="6556"/>
                      <a:pt x="4976" y="6222"/>
                      <a:pt x="5571" y="5627"/>
                    </a:cubicBezTo>
                    <a:cubicBezTo>
                      <a:pt x="6166" y="5032"/>
                      <a:pt x="6500" y="4225"/>
                      <a:pt x="6500" y="3384"/>
                    </a:cubicBezTo>
                    <a:cubicBezTo>
                      <a:pt x="6500" y="2542"/>
                      <a:pt x="6166" y="1735"/>
                      <a:pt x="5571" y="1140"/>
                    </a:cubicBezTo>
                    <a:cubicBezTo>
                      <a:pt x="4976" y="545"/>
                      <a:pt x="4169" y="211"/>
                      <a:pt x="3328" y="211"/>
                    </a:cubicBezTo>
                    <a:cubicBezTo>
                      <a:pt x="2487" y="211"/>
                      <a:pt x="1681" y="545"/>
                      <a:pt x="1086" y="1140"/>
                    </a:cubicBezTo>
                    <a:cubicBezTo>
                      <a:pt x="491" y="1735"/>
                      <a:pt x="157" y="2542"/>
                      <a:pt x="157" y="3384"/>
                    </a:cubicBezTo>
                    <a:cubicBezTo>
                      <a:pt x="157" y="4225"/>
                      <a:pt x="491" y="5032"/>
                      <a:pt x="1086" y="5627"/>
                    </a:cubicBezTo>
                    <a:cubicBezTo>
                      <a:pt x="1681" y="6222"/>
                      <a:pt x="2487" y="6556"/>
                      <a:pt x="3328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67" name="Freeform: Shape 2166">
                <a:extLst>
                  <a:ext uri="{FF2B5EF4-FFF2-40B4-BE49-F238E27FC236}">
                    <a16:creationId xmlns:a16="http://schemas.microsoft.com/office/drawing/2014/main" id="{4995185B-4635-C0F1-9F09-03A698246BD9}"/>
                  </a:ext>
                </a:extLst>
              </p:cNvPr>
              <p:cNvSpPr/>
              <p:nvPr/>
            </p:nvSpPr>
            <p:spPr>
              <a:xfrm>
                <a:off x="2492914" y="6163444"/>
                <a:ext cx="6343" cy="6345"/>
              </a:xfrm>
              <a:custGeom>
                <a:avLst/>
                <a:gdLst>
                  <a:gd name="connsiteX0" fmla="*/ 3301 w 6343"/>
                  <a:gd name="connsiteY0" fmla="*/ 6557 h 6345"/>
                  <a:gd name="connsiteX1" fmla="*/ 5544 w 6343"/>
                  <a:gd name="connsiteY1" fmla="*/ 5628 h 6345"/>
                  <a:gd name="connsiteX2" fmla="*/ 6472 w 6343"/>
                  <a:gd name="connsiteY2" fmla="*/ 3384 h 6345"/>
                  <a:gd name="connsiteX3" fmla="*/ 5544 w 6343"/>
                  <a:gd name="connsiteY3" fmla="*/ 1141 h 6345"/>
                  <a:gd name="connsiteX4" fmla="*/ 3301 w 6343"/>
                  <a:gd name="connsiteY4" fmla="*/ 211 h 6345"/>
                  <a:gd name="connsiteX5" fmla="*/ 1058 w 6343"/>
                  <a:gd name="connsiteY5" fmla="*/ 1141 h 6345"/>
                  <a:gd name="connsiteX6" fmla="*/ 129 w 6343"/>
                  <a:gd name="connsiteY6" fmla="*/ 3384 h 6345"/>
                  <a:gd name="connsiteX7" fmla="*/ 1058 w 6343"/>
                  <a:gd name="connsiteY7" fmla="*/ 5628 h 6345"/>
                  <a:gd name="connsiteX8" fmla="*/ 3301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1" y="6557"/>
                    </a:moveTo>
                    <a:cubicBezTo>
                      <a:pt x="4142" y="6557"/>
                      <a:pt x="4949" y="6223"/>
                      <a:pt x="5544" y="5628"/>
                    </a:cubicBezTo>
                    <a:cubicBezTo>
                      <a:pt x="6138" y="5033"/>
                      <a:pt x="6472" y="4226"/>
                      <a:pt x="6472" y="3384"/>
                    </a:cubicBezTo>
                    <a:cubicBezTo>
                      <a:pt x="6472" y="2543"/>
                      <a:pt x="6138" y="1736"/>
                      <a:pt x="5544" y="1141"/>
                    </a:cubicBezTo>
                    <a:cubicBezTo>
                      <a:pt x="4949" y="546"/>
                      <a:pt x="4142" y="211"/>
                      <a:pt x="3301" y="211"/>
                    </a:cubicBezTo>
                    <a:cubicBezTo>
                      <a:pt x="2460" y="211"/>
                      <a:pt x="1653" y="546"/>
                      <a:pt x="1058" y="1141"/>
                    </a:cubicBezTo>
                    <a:cubicBezTo>
                      <a:pt x="464" y="1736"/>
                      <a:pt x="129" y="2543"/>
                      <a:pt x="129" y="3384"/>
                    </a:cubicBezTo>
                    <a:cubicBezTo>
                      <a:pt x="129" y="4226"/>
                      <a:pt x="464" y="5033"/>
                      <a:pt x="1058" y="5628"/>
                    </a:cubicBezTo>
                    <a:cubicBezTo>
                      <a:pt x="1653" y="6223"/>
                      <a:pt x="2460" y="6557"/>
                      <a:pt x="3301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68" name="Freeform: Shape 2167">
                <a:extLst>
                  <a:ext uri="{FF2B5EF4-FFF2-40B4-BE49-F238E27FC236}">
                    <a16:creationId xmlns:a16="http://schemas.microsoft.com/office/drawing/2014/main" id="{8667989E-40C0-F086-51D7-911A5C991257}"/>
                  </a:ext>
                </a:extLst>
              </p:cNvPr>
              <p:cNvSpPr/>
              <p:nvPr/>
            </p:nvSpPr>
            <p:spPr>
              <a:xfrm>
                <a:off x="2490954" y="6154771"/>
                <a:ext cx="6343" cy="6345"/>
              </a:xfrm>
              <a:custGeom>
                <a:avLst/>
                <a:gdLst>
                  <a:gd name="connsiteX0" fmla="*/ 3301 w 6343"/>
                  <a:gd name="connsiteY0" fmla="*/ 6556 h 6345"/>
                  <a:gd name="connsiteX1" fmla="*/ 5543 w 6343"/>
                  <a:gd name="connsiteY1" fmla="*/ 5627 h 6345"/>
                  <a:gd name="connsiteX2" fmla="*/ 6472 w 6343"/>
                  <a:gd name="connsiteY2" fmla="*/ 3384 h 6345"/>
                  <a:gd name="connsiteX3" fmla="*/ 5543 w 6343"/>
                  <a:gd name="connsiteY3" fmla="*/ 1140 h 6345"/>
                  <a:gd name="connsiteX4" fmla="*/ 3301 w 6343"/>
                  <a:gd name="connsiteY4" fmla="*/ 211 h 6345"/>
                  <a:gd name="connsiteX5" fmla="*/ 1058 w 6343"/>
                  <a:gd name="connsiteY5" fmla="*/ 1140 h 6345"/>
                  <a:gd name="connsiteX6" fmla="*/ 129 w 6343"/>
                  <a:gd name="connsiteY6" fmla="*/ 3384 h 6345"/>
                  <a:gd name="connsiteX7" fmla="*/ 1058 w 6343"/>
                  <a:gd name="connsiteY7" fmla="*/ 5627 h 6345"/>
                  <a:gd name="connsiteX8" fmla="*/ 3301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1" y="6556"/>
                    </a:moveTo>
                    <a:cubicBezTo>
                      <a:pt x="4142" y="6556"/>
                      <a:pt x="4949" y="6222"/>
                      <a:pt x="5543" y="5627"/>
                    </a:cubicBezTo>
                    <a:cubicBezTo>
                      <a:pt x="6138" y="5032"/>
                      <a:pt x="6472" y="4225"/>
                      <a:pt x="6472" y="3384"/>
                    </a:cubicBezTo>
                    <a:cubicBezTo>
                      <a:pt x="6472" y="2542"/>
                      <a:pt x="6138" y="1735"/>
                      <a:pt x="5543" y="1140"/>
                    </a:cubicBezTo>
                    <a:cubicBezTo>
                      <a:pt x="4949" y="545"/>
                      <a:pt x="4142" y="211"/>
                      <a:pt x="3301" y="211"/>
                    </a:cubicBezTo>
                    <a:cubicBezTo>
                      <a:pt x="2460" y="211"/>
                      <a:pt x="1653" y="545"/>
                      <a:pt x="1058" y="1140"/>
                    </a:cubicBezTo>
                    <a:cubicBezTo>
                      <a:pt x="463" y="1735"/>
                      <a:pt x="129" y="2542"/>
                      <a:pt x="129" y="3384"/>
                    </a:cubicBezTo>
                    <a:cubicBezTo>
                      <a:pt x="129" y="4225"/>
                      <a:pt x="463" y="5032"/>
                      <a:pt x="1058" y="5627"/>
                    </a:cubicBezTo>
                    <a:cubicBezTo>
                      <a:pt x="1653" y="6222"/>
                      <a:pt x="2460" y="6556"/>
                      <a:pt x="3301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69" name="Freeform: Shape 2168">
                <a:extLst>
                  <a:ext uri="{FF2B5EF4-FFF2-40B4-BE49-F238E27FC236}">
                    <a16:creationId xmlns:a16="http://schemas.microsoft.com/office/drawing/2014/main" id="{3F46635A-C0B5-E0D0-3BDC-03A7DE896B68}"/>
                  </a:ext>
                </a:extLst>
              </p:cNvPr>
              <p:cNvSpPr/>
              <p:nvPr/>
            </p:nvSpPr>
            <p:spPr>
              <a:xfrm>
                <a:off x="3015857" y="5978456"/>
                <a:ext cx="6343" cy="6345"/>
              </a:xfrm>
              <a:custGeom>
                <a:avLst/>
                <a:gdLst>
                  <a:gd name="connsiteX0" fmla="*/ 3342 w 6343"/>
                  <a:gd name="connsiteY0" fmla="*/ 6542 h 6345"/>
                  <a:gd name="connsiteX1" fmla="*/ 5585 w 6343"/>
                  <a:gd name="connsiteY1" fmla="*/ 5613 h 6345"/>
                  <a:gd name="connsiteX2" fmla="*/ 6514 w 6343"/>
                  <a:gd name="connsiteY2" fmla="*/ 3370 h 6345"/>
                  <a:gd name="connsiteX3" fmla="*/ 5585 w 6343"/>
                  <a:gd name="connsiteY3" fmla="*/ 1126 h 6345"/>
                  <a:gd name="connsiteX4" fmla="*/ 3342 w 6343"/>
                  <a:gd name="connsiteY4" fmla="*/ 197 h 6345"/>
                  <a:gd name="connsiteX5" fmla="*/ 1099 w 6343"/>
                  <a:gd name="connsiteY5" fmla="*/ 1126 h 6345"/>
                  <a:gd name="connsiteX6" fmla="*/ 171 w 6343"/>
                  <a:gd name="connsiteY6" fmla="*/ 3370 h 6345"/>
                  <a:gd name="connsiteX7" fmla="*/ 1099 w 6343"/>
                  <a:gd name="connsiteY7" fmla="*/ 5613 h 6345"/>
                  <a:gd name="connsiteX8" fmla="*/ 334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542"/>
                    </a:moveTo>
                    <a:cubicBezTo>
                      <a:pt x="4183" y="6542"/>
                      <a:pt x="4990" y="6208"/>
                      <a:pt x="5585" y="5613"/>
                    </a:cubicBezTo>
                    <a:cubicBezTo>
                      <a:pt x="6179" y="5018"/>
                      <a:pt x="6514" y="4211"/>
                      <a:pt x="6514" y="3370"/>
                    </a:cubicBezTo>
                    <a:cubicBezTo>
                      <a:pt x="6514" y="2528"/>
                      <a:pt x="6179" y="1721"/>
                      <a:pt x="5585" y="1126"/>
                    </a:cubicBezTo>
                    <a:cubicBezTo>
                      <a:pt x="4990" y="531"/>
                      <a:pt x="4183" y="197"/>
                      <a:pt x="3342" y="197"/>
                    </a:cubicBezTo>
                    <a:cubicBezTo>
                      <a:pt x="2501" y="197"/>
                      <a:pt x="1694" y="531"/>
                      <a:pt x="1099" y="1126"/>
                    </a:cubicBezTo>
                    <a:cubicBezTo>
                      <a:pt x="505" y="1721"/>
                      <a:pt x="171" y="2528"/>
                      <a:pt x="171" y="3370"/>
                    </a:cubicBezTo>
                    <a:cubicBezTo>
                      <a:pt x="171" y="4211"/>
                      <a:pt x="505" y="5018"/>
                      <a:pt x="1099" y="5613"/>
                    </a:cubicBezTo>
                    <a:cubicBezTo>
                      <a:pt x="1694" y="6208"/>
                      <a:pt x="2501" y="6542"/>
                      <a:pt x="334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70" name="Freeform: Shape 2169">
                <a:extLst>
                  <a:ext uri="{FF2B5EF4-FFF2-40B4-BE49-F238E27FC236}">
                    <a16:creationId xmlns:a16="http://schemas.microsoft.com/office/drawing/2014/main" id="{EAB78760-49A9-F8C4-B4E9-A49D79125705}"/>
                  </a:ext>
                </a:extLst>
              </p:cNvPr>
              <p:cNvSpPr/>
              <p:nvPr/>
            </p:nvSpPr>
            <p:spPr>
              <a:xfrm>
                <a:off x="2257294" y="5904549"/>
                <a:ext cx="6343" cy="6345"/>
              </a:xfrm>
              <a:custGeom>
                <a:avLst/>
                <a:gdLst>
                  <a:gd name="connsiteX0" fmla="*/ 3282 w 6343"/>
                  <a:gd name="connsiteY0" fmla="*/ 6537 h 6345"/>
                  <a:gd name="connsiteX1" fmla="*/ 5525 w 6343"/>
                  <a:gd name="connsiteY1" fmla="*/ 5607 h 6345"/>
                  <a:gd name="connsiteX2" fmla="*/ 6454 w 6343"/>
                  <a:gd name="connsiteY2" fmla="*/ 3364 h 6345"/>
                  <a:gd name="connsiteX3" fmla="*/ 5525 w 6343"/>
                  <a:gd name="connsiteY3" fmla="*/ 1120 h 6345"/>
                  <a:gd name="connsiteX4" fmla="*/ 3282 w 6343"/>
                  <a:gd name="connsiteY4" fmla="*/ 191 h 6345"/>
                  <a:gd name="connsiteX5" fmla="*/ 1040 w 6343"/>
                  <a:gd name="connsiteY5" fmla="*/ 1120 h 6345"/>
                  <a:gd name="connsiteX6" fmla="*/ 111 w 6343"/>
                  <a:gd name="connsiteY6" fmla="*/ 3364 h 6345"/>
                  <a:gd name="connsiteX7" fmla="*/ 1040 w 6343"/>
                  <a:gd name="connsiteY7" fmla="*/ 5607 h 6345"/>
                  <a:gd name="connsiteX8" fmla="*/ 3282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82" y="6537"/>
                    </a:moveTo>
                    <a:cubicBezTo>
                      <a:pt x="4123" y="6537"/>
                      <a:pt x="4930" y="6202"/>
                      <a:pt x="5525" y="5607"/>
                    </a:cubicBezTo>
                    <a:cubicBezTo>
                      <a:pt x="6120" y="5012"/>
                      <a:pt x="6454" y="4205"/>
                      <a:pt x="6454" y="3364"/>
                    </a:cubicBezTo>
                    <a:cubicBezTo>
                      <a:pt x="6454" y="2522"/>
                      <a:pt x="6120" y="1715"/>
                      <a:pt x="5525" y="1120"/>
                    </a:cubicBezTo>
                    <a:cubicBezTo>
                      <a:pt x="4930" y="525"/>
                      <a:pt x="4123" y="191"/>
                      <a:pt x="3282" y="191"/>
                    </a:cubicBezTo>
                    <a:cubicBezTo>
                      <a:pt x="2441" y="191"/>
                      <a:pt x="1634" y="525"/>
                      <a:pt x="1040" y="1120"/>
                    </a:cubicBezTo>
                    <a:cubicBezTo>
                      <a:pt x="445" y="1715"/>
                      <a:pt x="111" y="2522"/>
                      <a:pt x="111" y="3364"/>
                    </a:cubicBezTo>
                    <a:cubicBezTo>
                      <a:pt x="111" y="4205"/>
                      <a:pt x="445" y="5012"/>
                      <a:pt x="1040" y="5607"/>
                    </a:cubicBezTo>
                    <a:cubicBezTo>
                      <a:pt x="1634" y="6202"/>
                      <a:pt x="2441" y="6537"/>
                      <a:pt x="3282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71" name="Freeform: Shape 2170">
                <a:extLst>
                  <a:ext uri="{FF2B5EF4-FFF2-40B4-BE49-F238E27FC236}">
                    <a16:creationId xmlns:a16="http://schemas.microsoft.com/office/drawing/2014/main" id="{11BF9B5F-AF21-1E2D-81B3-8A0205137EBA}"/>
                  </a:ext>
                </a:extLst>
              </p:cNvPr>
              <p:cNvSpPr/>
              <p:nvPr/>
            </p:nvSpPr>
            <p:spPr>
              <a:xfrm>
                <a:off x="2510817" y="5266802"/>
                <a:ext cx="6343" cy="6345"/>
              </a:xfrm>
              <a:custGeom>
                <a:avLst/>
                <a:gdLst>
                  <a:gd name="connsiteX0" fmla="*/ 3302 w 6343"/>
                  <a:gd name="connsiteY0" fmla="*/ 6486 h 6345"/>
                  <a:gd name="connsiteX1" fmla="*/ 5545 w 6343"/>
                  <a:gd name="connsiteY1" fmla="*/ 5557 h 6345"/>
                  <a:gd name="connsiteX2" fmla="*/ 6474 w 6343"/>
                  <a:gd name="connsiteY2" fmla="*/ 3314 h 6345"/>
                  <a:gd name="connsiteX3" fmla="*/ 5545 w 6343"/>
                  <a:gd name="connsiteY3" fmla="*/ 1070 h 6345"/>
                  <a:gd name="connsiteX4" fmla="*/ 3302 w 6343"/>
                  <a:gd name="connsiteY4" fmla="*/ 141 h 6345"/>
                  <a:gd name="connsiteX5" fmla="*/ 1060 w 6343"/>
                  <a:gd name="connsiteY5" fmla="*/ 1070 h 6345"/>
                  <a:gd name="connsiteX6" fmla="*/ 131 w 6343"/>
                  <a:gd name="connsiteY6" fmla="*/ 3314 h 6345"/>
                  <a:gd name="connsiteX7" fmla="*/ 1060 w 6343"/>
                  <a:gd name="connsiteY7" fmla="*/ 5557 h 6345"/>
                  <a:gd name="connsiteX8" fmla="*/ 3302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2" y="6486"/>
                    </a:moveTo>
                    <a:cubicBezTo>
                      <a:pt x="4143" y="6486"/>
                      <a:pt x="4950" y="6152"/>
                      <a:pt x="5545" y="5557"/>
                    </a:cubicBezTo>
                    <a:cubicBezTo>
                      <a:pt x="6140" y="4962"/>
                      <a:pt x="6474" y="4155"/>
                      <a:pt x="6474" y="3314"/>
                    </a:cubicBezTo>
                    <a:cubicBezTo>
                      <a:pt x="6474" y="2472"/>
                      <a:pt x="6140" y="1665"/>
                      <a:pt x="5545" y="1070"/>
                    </a:cubicBezTo>
                    <a:cubicBezTo>
                      <a:pt x="4950" y="475"/>
                      <a:pt x="4143" y="141"/>
                      <a:pt x="3302" y="141"/>
                    </a:cubicBezTo>
                    <a:cubicBezTo>
                      <a:pt x="2461" y="141"/>
                      <a:pt x="1654" y="475"/>
                      <a:pt x="1060" y="1070"/>
                    </a:cubicBezTo>
                    <a:cubicBezTo>
                      <a:pt x="465" y="1665"/>
                      <a:pt x="131" y="2472"/>
                      <a:pt x="131" y="3314"/>
                    </a:cubicBezTo>
                    <a:cubicBezTo>
                      <a:pt x="131" y="4155"/>
                      <a:pt x="465" y="4962"/>
                      <a:pt x="1060" y="5557"/>
                    </a:cubicBezTo>
                    <a:cubicBezTo>
                      <a:pt x="1654" y="6152"/>
                      <a:pt x="2461" y="6486"/>
                      <a:pt x="3302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72" name="Freeform: Shape 2171">
                <a:extLst>
                  <a:ext uri="{FF2B5EF4-FFF2-40B4-BE49-F238E27FC236}">
                    <a16:creationId xmlns:a16="http://schemas.microsoft.com/office/drawing/2014/main" id="{29A053C2-DACB-567D-B28C-7E4B23AD5750}"/>
                  </a:ext>
                </a:extLst>
              </p:cNvPr>
              <p:cNvSpPr/>
              <p:nvPr/>
            </p:nvSpPr>
            <p:spPr>
              <a:xfrm>
                <a:off x="2513673" y="5258434"/>
                <a:ext cx="6343" cy="6345"/>
              </a:xfrm>
              <a:custGeom>
                <a:avLst/>
                <a:gdLst>
                  <a:gd name="connsiteX0" fmla="*/ 3303 w 6343"/>
                  <a:gd name="connsiteY0" fmla="*/ 6486 h 6345"/>
                  <a:gd name="connsiteX1" fmla="*/ 5545 w 6343"/>
                  <a:gd name="connsiteY1" fmla="*/ 5556 h 6345"/>
                  <a:gd name="connsiteX2" fmla="*/ 6474 w 6343"/>
                  <a:gd name="connsiteY2" fmla="*/ 3313 h 6345"/>
                  <a:gd name="connsiteX3" fmla="*/ 5545 w 6343"/>
                  <a:gd name="connsiteY3" fmla="*/ 1069 h 6345"/>
                  <a:gd name="connsiteX4" fmla="*/ 3303 w 6343"/>
                  <a:gd name="connsiteY4" fmla="*/ 140 h 6345"/>
                  <a:gd name="connsiteX5" fmla="*/ 1060 w 6343"/>
                  <a:gd name="connsiteY5" fmla="*/ 1069 h 6345"/>
                  <a:gd name="connsiteX6" fmla="*/ 131 w 6343"/>
                  <a:gd name="connsiteY6" fmla="*/ 3313 h 6345"/>
                  <a:gd name="connsiteX7" fmla="*/ 1060 w 6343"/>
                  <a:gd name="connsiteY7" fmla="*/ 5556 h 6345"/>
                  <a:gd name="connsiteX8" fmla="*/ 3303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3" y="6486"/>
                    </a:moveTo>
                    <a:cubicBezTo>
                      <a:pt x="4144" y="6486"/>
                      <a:pt x="4950" y="6151"/>
                      <a:pt x="5545" y="5556"/>
                    </a:cubicBezTo>
                    <a:cubicBezTo>
                      <a:pt x="6140" y="4961"/>
                      <a:pt x="6474" y="4154"/>
                      <a:pt x="6474" y="3313"/>
                    </a:cubicBezTo>
                    <a:cubicBezTo>
                      <a:pt x="6474" y="2471"/>
                      <a:pt x="6140" y="1664"/>
                      <a:pt x="5545" y="1069"/>
                    </a:cubicBezTo>
                    <a:cubicBezTo>
                      <a:pt x="4950" y="474"/>
                      <a:pt x="4144" y="140"/>
                      <a:pt x="3303" y="140"/>
                    </a:cubicBezTo>
                    <a:cubicBezTo>
                      <a:pt x="2461" y="140"/>
                      <a:pt x="1655" y="474"/>
                      <a:pt x="1060" y="1069"/>
                    </a:cubicBezTo>
                    <a:cubicBezTo>
                      <a:pt x="465" y="1664"/>
                      <a:pt x="131" y="2471"/>
                      <a:pt x="131" y="3313"/>
                    </a:cubicBezTo>
                    <a:cubicBezTo>
                      <a:pt x="131" y="4154"/>
                      <a:pt x="465" y="4961"/>
                      <a:pt x="1060" y="5556"/>
                    </a:cubicBezTo>
                    <a:cubicBezTo>
                      <a:pt x="1655" y="6151"/>
                      <a:pt x="2461" y="6486"/>
                      <a:pt x="3303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73" name="Freeform: Shape 2172">
                <a:extLst>
                  <a:ext uri="{FF2B5EF4-FFF2-40B4-BE49-F238E27FC236}">
                    <a16:creationId xmlns:a16="http://schemas.microsoft.com/office/drawing/2014/main" id="{B24276B7-2526-F329-52EC-DB929C02B770}"/>
                  </a:ext>
                </a:extLst>
              </p:cNvPr>
              <p:cNvSpPr/>
              <p:nvPr/>
            </p:nvSpPr>
            <p:spPr>
              <a:xfrm>
                <a:off x="2865202" y="5288707"/>
                <a:ext cx="6343" cy="6345"/>
              </a:xfrm>
              <a:custGeom>
                <a:avLst/>
                <a:gdLst>
                  <a:gd name="connsiteX0" fmla="*/ 3330 w 6343"/>
                  <a:gd name="connsiteY0" fmla="*/ 6488 h 6345"/>
                  <a:gd name="connsiteX1" fmla="*/ 5573 w 6343"/>
                  <a:gd name="connsiteY1" fmla="*/ 5559 h 6345"/>
                  <a:gd name="connsiteX2" fmla="*/ 6502 w 6343"/>
                  <a:gd name="connsiteY2" fmla="*/ 3315 h 6345"/>
                  <a:gd name="connsiteX3" fmla="*/ 5573 w 6343"/>
                  <a:gd name="connsiteY3" fmla="*/ 1072 h 6345"/>
                  <a:gd name="connsiteX4" fmla="*/ 3330 w 6343"/>
                  <a:gd name="connsiteY4" fmla="*/ 143 h 6345"/>
                  <a:gd name="connsiteX5" fmla="*/ 1088 w 6343"/>
                  <a:gd name="connsiteY5" fmla="*/ 1072 h 6345"/>
                  <a:gd name="connsiteX6" fmla="*/ 159 w 6343"/>
                  <a:gd name="connsiteY6" fmla="*/ 3315 h 6345"/>
                  <a:gd name="connsiteX7" fmla="*/ 1088 w 6343"/>
                  <a:gd name="connsiteY7" fmla="*/ 5559 h 6345"/>
                  <a:gd name="connsiteX8" fmla="*/ 3330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488"/>
                    </a:moveTo>
                    <a:cubicBezTo>
                      <a:pt x="4171" y="6488"/>
                      <a:pt x="4978" y="6154"/>
                      <a:pt x="5573" y="5559"/>
                    </a:cubicBezTo>
                    <a:cubicBezTo>
                      <a:pt x="6168" y="4964"/>
                      <a:pt x="6502" y="4157"/>
                      <a:pt x="6502" y="3315"/>
                    </a:cubicBezTo>
                    <a:cubicBezTo>
                      <a:pt x="6502" y="2474"/>
                      <a:pt x="6168" y="1667"/>
                      <a:pt x="5573" y="1072"/>
                    </a:cubicBezTo>
                    <a:cubicBezTo>
                      <a:pt x="4978" y="477"/>
                      <a:pt x="4171" y="143"/>
                      <a:pt x="3330" y="143"/>
                    </a:cubicBezTo>
                    <a:cubicBezTo>
                      <a:pt x="2489" y="143"/>
                      <a:pt x="1682" y="477"/>
                      <a:pt x="1088" y="1072"/>
                    </a:cubicBezTo>
                    <a:cubicBezTo>
                      <a:pt x="493" y="1667"/>
                      <a:pt x="159" y="2474"/>
                      <a:pt x="159" y="3315"/>
                    </a:cubicBezTo>
                    <a:cubicBezTo>
                      <a:pt x="159" y="4157"/>
                      <a:pt x="493" y="4964"/>
                      <a:pt x="1088" y="5559"/>
                    </a:cubicBezTo>
                    <a:cubicBezTo>
                      <a:pt x="1682" y="6154"/>
                      <a:pt x="2489" y="6488"/>
                      <a:pt x="3330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74" name="Freeform: Shape 2173">
                <a:extLst>
                  <a:ext uri="{FF2B5EF4-FFF2-40B4-BE49-F238E27FC236}">
                    <a16:creationId xmlns:a16="http://schemas.microsoft.com/office/drawing/2014/main" id="{85AAAAA8-A445-4B07-3889-5FD52E6703A9}"/>
                  </a:ext>
                </a:extLst>
              </p:cNvPr>
              <p:cNvSpPr/>
              <p:nvPr/>
            </p:nvSpPr>
            <p:spPr>
              <a:xfrm>
                <a:off x="2873648" y="5285092"/>
                <a:ext cx="6343" cy="6345"/>
              </a:xfrm>
              <a:custGeom>
                <a:avLst/>
                <a:gdLst>
                  <a:gd name="connsiteX0" fmla="*/ 3331 w 6343"/>
                  <a:gd name="connsiteY0" fmla="*/ 6488 h 6345"/>
                  <a:gd name="connsiteX1" fmla="*/ 5574 w 6343"/>
                  <a:gd name="connsiteY1" fmla="*/ 5558 h 6345"/>
                  <a:gd name="connsiteX2" fmla="*/ 6502 w 6343"/>
                  <a:gd name="connsiteY2" fmla="*/ 3315 h 6345"/>
                  <a:gd name="connsiteX3" fmla="*/ 5574 w 6343"/>
                  <a:gd name="connsiteY3" fmla="*/ 1072 h 6345"/>
                  <a:gd name="connsiteX4" fmla="*/ 3331 w 6343"/>
                  <a:gd name="connsiteY4" fmla="*/ 142 h 6345"/>
                  <a:gd name="connsiteX5" fmla="*/ 1088 w 6343"/>
                  <a:gd name="connsiteY5" fmla="*/ 1072 h 6345"/>
                  <a:gd name="connsiteX6" fmla="*/ 159 w 6343"/>
                  <a:gd name="connsiteY6" fmla="*/ 3315 h 6345"/>
                  <a:gd name="connsiteX7" fmla="*/ 1088 w 6343"/>
                  <a:gd name="connsiteY7" fmla="*/ 5558 h 6345"/>
                  <a:gd name="connsiteX8" fmla="*/ 3331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88"/>
                    </a:moveTo>
                    <a:cubicBezTo>
                      <a:pt x="4172" y="6488"/>
                      <a:pt x="4979" y="6153"/>
                      <a:pt x="5574" y="5558"/>
                    </a:cubicBezTo>
                    <a:cubicBezTo>
                      <a:pt x="6168" y="4963"/>
                      <a:pt x="6502" y="4156"/>
                      <a:pt x="6502" y="3315"/>
                    </a:cubicBezTo>
                    <a:cubicBezTo>
                      <a:pt x="6502" y="2474"/>
                      <a:pt x="6168" y="1667"/>
                      <a:pt x="5574" y="1072"/>
                    </a:cubicBezTo>
                    <a:cubicBezTo>
                      <a:pt x="4979" y="477"/>
                      <a:pt x="4172" y="142"/>
                      <a:pt x="3331" y="142"/>
                    </a:cubicBezTo>
                    <a:cubicBezTo>
                      <a:pt x="2490" y="142"/>
                      <a:pt x="1683" y="477"/>
                      <a:pt x="1088" y="1072"/>
                    </a:cubicBezTo>
                    <a:cubicBezTo>
                      <a:pt x="494" y="1667"/>
                      <a:pt x="159" y="2474"/>
                      <a:pt x="159" y="3315"/>
                    </a:cubicBezTo>
                    <a:cubicBezTo>
                      <a:pt x="159" y="4156"/>
                      <a:pt x="494" y="4963"/>
                      <a:pt x="1088" y="5558"/>
                    </a:cubicBezTo>
                    <a:cubicBezTo>
                      <a:pt x="1683" y="6153"/>
                      <a:pt x="2490" y="6488"/>
                      <a:pt x="3331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75" name="Freeform: Shape 2174">
                <a:extLst>
                  <a:ext uri="{FF2B5EF4-FFF2-40B4-BE49-F238E27FC236}">
                    <a16:creationId xmlns:a16="http://schemas.microsoft.com/office/drawing/2014/main" id="{61DBC9F9-AF5F-84BD-2E3C-B9348CBDB5CA}"/>
                  </a:ext>
                </a:extLst>
              </p:cNvPr>
              <p:cNvSpPr/>
              <p:nvPr/>
            </p:nvSpPr>
            <p:spPr>
              <a:xfrm>
                <a:off x="2877555" y="5279482"/>
                <a:ext cx="6343" cy="6345"/>
              </a:xfrm>
              <a:custGeom>
                <a:avLst/>
                <a:gdLst>
                  <a:gd name="connsiteX0" fmla="*/ 3331 w 6343"/>
                  <a:gd name="connsiteY0" fmla="*/ 6487 h 6345"/>
                  <a:gd name="connsiteX1" fmla="*/ 5574 w 6343"/>
                  <a:gd name="connsiteY1" fmla="*/ 5558 h 6345"/>
                  <a:gd name="connsiteX2" fmla="*/ 6503 w 6343"/>
                  <a:gd name="connsiteY2" fmla="*/ 3315 h 6345"/>
                  <a:gd name="connsiteX3" fmla="*/ 5574 w 6343"/>
                  <a:gd name="connsiteY3" fmla="*/ 1071 h 6345"/>
                  <a:gd name="connsiteX4" fmla="*/ 3331 w 6343"/>
                  <a:gd name="connsiteY4" fmla="*/ 142 h 6345"/>
                  <a:gd name="connsiteX5" fmla="*/ 1089 w 6343"/>
                  <a:gd name="connsiteY5" fmla="*/ 1071 h 6345"/>
                  <a:gd name="connsiteX6" fmla="*/ 160 w 6343"/>
                  <a:gd name="connsiteY6" fmla="*/ 3315 h 6345"/>
                  <a:gd name="connsiteX7" fmla="*/ 1089 w 6343"/>
                  <a:gd name="connsiteY7" fmla="*/ 5558 h 6345"/>
                  <a:gd name="connsiteX8" fmla="*/ 3331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87"/>
                    </a:moveTo>
                    <a:cubicBezTo>
                      <a:pt x="4172" y="6487"/>
                      <a:pt x="4979" y="6153"/>
                      <a:pt x="5574" y="5558"/>
                    </a:cubicBezTo>
                    <a:cubicBezTo>
                      <a:pt x="6169" y="4963"/>
                      <a:pt x="6503" y="4156"/>
                      <a:pt x="6503" y="3315"/>
                    </a:cubicBezTo>
                    <a:cubicBezTo>
                      <a:pt x="6503" y="2473"/>
                      <a:pt x="6169" y="1666"/>
                      <a:pt x="5574" y="1071"/>
                    </a:cubicBezTo>
                    <a:cubicBezTo>
                      <a:pt x="4979" y="476"/>
                      <a:pt x="4172" y="142"/>
                      <a:pt x="3331" y="142"/>
                    </a:cubicBezTo>
                    <a:cubicBezTo>
                      <a:pt x="2490" y="142"/>
                      <a:pt x="1683" y="476"/>
                      <a:pt x="1089" y="1071"/>
                    </a:cubicBezTo>
                    <a:cubicBezTo>
                      <a:pt x="494" y="1666"/>
                      <a:pt x="160" y="2473"/>
                      <a:pt x="160" y="3315"/>
                    </a:cubicBezTo>
                    <a:cubicBezTo>
                      <a:pt x="160" y="4156"/>
                      <a:pt x="494" y="4963"/>
                      <a:pt x="1089" y="5558"/>
                    </a:cubicBezTo>
                    <a:cubicBezTo>
                      <a:pt x="1683" y="6153"/>
                      <a:pt x="2490" y="6487"/>
                      <a:pt x="3331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76" name="Freeform: Shape 2175">
                <a:extLst>
                  <a:ext uri="{FF2B5EF4-FFF2-40B4-BE49-F238E27FC236}">
                    <a16:creationId xmlns:a16="http://schemas.microsoft.com/office/drawing/2014/main" id="{2978FAFE-B4BB-2C6A-4057-5E32DD7158F6}"/>
                  </a:ext>
                </a:extLst>
              </p:cNvPr>
              <p:cNvSpPr/>
              <p:nvPr/>
            </p:nvSpPr>
            <p:spPr>
              <a:xfrm>
                <a:off x="2877868" y="5272214"/>
                <a:ext cx="6343" cy="6345"/>
              </a:xfrm>
              <a:custGeom>
                <a:avLst/>
                <a:gdLst>
                  <a:gd name="connsiteX0" fmla="*/ 3331 w 6343"/>
                  <a:gd name="connsiteY0" fmla="*/ 6487 h 6345"/>
                  <a:gd name="connsiteX1" fmla="*/ 5574 w 6343"/>
                  <a:gd name="connsiteY1" fmla="*/ 5557 h 6345"/>
                  <a:gd name="connsiteX2" fmla="*/ 6503 w 6343"/>
                  <a:gd name="connsiteY2" fmla="*/ 3314 h 6345"/>
                  <a:gd name="connsiteX3" fmla="*/ 5574 w 6343"/>
                  <a:gd name="connsiteY3" fmla="*/ 1071 h 6345"/>
                  <a:gd name="connsiteX4" fmla="*/ 3331 w 6343"/>
                  <a:gd name="connsiteY4" fmla="*/ 141 h 6345"/>
                  <a:gd name="connsiteX5" fmla="*/ 1089 w 6343"/>
                  <a:gd name="connsiteY5" fmla="*/ 1071 h 6345"/>
                  <a:gd name="connsiteX6" fmla="*/ 160 w 6343"/>
                  <a:gd name="connsiteY6" fmla="*/ 3314 h 6345"/>
                  <a:gd name="connsiteX7" fmla="*/ 1089 w 6343"/>
                  <a:gd name="connsiteY7" fmla="*/ 5557 h 6345"/>
                  <a:gd name="connsiteX8" fmla="*/ 3331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87"/>
                    </a:moveTo>
                    <a:cubicBezTo>
                      <a:pt x="4172" y="6487"/>
                      <a:pt x="4979" y="6152"/>
                      <a:pt x="5574" y="5557"/>
                    </a:cubicBezTo>
                    <a:cubicBezTo>
                      <a:pt x="6169" y="4962"/>
                      <a:pt x="6503" y="4155"/>
                      <a:pt x="6503" y="3314"/>
                    </a:cubicBezTo>
                    <a:cubicBezTo>
                      <a:pt x="6503" y="2473"/>
                      <a:pt x="6169" y="1665"/>
                      <a:pt x="5574" y="1071"/>
                    </a:cubicBezTo>
                    <a:cubicBezTo>
                      <a:pt x="4979" y="476"/>
                      <a:pt x="4172" y="141"/>
                      <a:pt x="3331" y="141"/>
                    </a:cubicBezTo>
                    <a:cubicBezTo>
                      <a:pt x="2490" y="141"/>
                      <a:pt x="1683" y="476"/>
                      <a:pt x="1089" y="1071"/>
                    </a:cubicBezTo>
                    <a:cubicBezTo>
                      <a:pt x="494" y="1665"/>
                      <a:pt x="160" y="2473"/>
                      <a:pt x="160" y="3314"/>
                    </a:cubicBezTo>
                    <a:cubicBezTo>
                      <a:pt x="160" y="4155"/>
                      <a:pt x="494" y="4962"/>
                      <a:pt x="1089" y="5557"/>
                    </a:cubicBezTo>
                    <a:cubicBezTo>
                      <a:pt x="1683" y="6152"/>
                      <a:pt x="2490" y="6487"/>
                      <a:pt x="3331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77" name="Freeform: Shape 2176">
                <a:extLst>
                  <a:ext uri="{FF2B5EF4-FFF2-40B4-BE49-F238E27FC236}">
                    <a16:creationId xmlns:a16="http://schemas.microsoft.com/office/drawing/2014/main" id="{D53A2AD1-AEE5-228A-6400-D4A354A81113}"/>
                  </a:ext>
                </a:extLst>
              </p:cNvPr>
              <p:cNvSpPr/>
              <p:nvPr/>
            </p:nvSpPr>
            <p:spPr>
              <a:xfrm>
                <a:off x="2876253" y="5263996"/>
                <a:ext cx="6343" cy="6345"/>
              </a:xfrm>
              <a:custGeom>
                <a:avLst/>
                <a:gdLst>
                  <a:gd name="connsiteX0" fmla="*/ 3331 w 6343"/>
                  <a:gd name="connsiteY0" fmla="*/ 6486 h 6345"/>
                  <a:gd name="connsiteX1" fmla="*/ 5574 w 6343"/>
                  <a:gd name="connsiteY1" fmla="*/ 5557 h 6345"/>
                  <a:gd name="connsiteX2" fmla="*/ 6503 w 6343"/>
                  <a:gd name="connsiteY2" fmla="*/ 3313 h 6345"/>
                  <a:gd name="connsiteX3" fmla="*/ 5574 w 6343"/>
                  <a:gd name="connsiteY3" fmla="*/ 1070 h 6345"/>
                  <a:gd name="connsiteX4" fmla="*/ 3331 w 6343"/>
                  <a:gd name="connsiteY4" fmla="*/ 141 h 6345"/>
                  <a:gd name="connsiteX5" fmla="*/ 1088 w 6343"/>
                  <a:gd name="connsiteY5" fmla="*/ 1070 h 6345"/>
                  <a:gd name="connsiteX6" fmla="*/ 160 w 6343"/>
                  <a:gd name="connsiteY6" fmla="*/ 3313 h 6345"/>
                  <a:gd name="connsiteX7" fmla="*/ 1088 w 6343"/>
                  <a:gd name="connsiteY7" fmla="*/ 5557 h 6345"/>
                  <a:gd name="connsiteX8" fmla="*/ 3331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86"/>
                    </a:moveTo>
                    <a:cubicBezTo>
                      <a:pt x="4172" y="6486"/>
                      <a:pt x="4979" y="6152"/>
                      <a:pt x="5574" y="5557"/>
                    </a:cubicBezTo>
                    <a:cubicBezTo>
                      <a:pt x="6168" y="4962"/>
                      <a:pt x="6503" y="4155"/>
                      <a:pt x="6503" y="3313"/>
                    </a:cubicBezTo>
                    <a:cubicBezTo>
                      <a:pt x="6503" y="2472"/>
                      <a:pt x="6168" y="1665"/>
                      <a:pt x="5574" y="1070"/>
                    </a:cubicBezTo>
                    <a:cubicBezTo>
                      <a:pt x="4979" y="475"/>
                      <a:pt x="4172" y="141"/>
                      <a:pt x="3331" y="141"/>
                    </a:cubicBezTo>
                    <a:cubicBezTo>
                      <a:pt x="2490" y="141"/>
                      <a:pt x="1683" y="475"/>
                      <a:pt x="1088" y="1070"/>
                    </a:cubicBezTo>
                    <a:cubicBezTo>
                      <a:pt x="494" y="1665"/>
                      <a:pt x="160" y="2472"/>
                      <a:pt x="160" y="3313"/>
                    </a:cubicBezTo>
                    <a:cubicBezTo>
                      <a:pt x="160" y="4155"/>
                      <a:pt x="494" y="4962"/>
                      <a:pt x="1088" y="5557"/>
                    </a:cubicBezTo>
                    <a:cubicBezTo>
                      <a:pt x="1683" y="6152"/>
                      <a:pt x="2490" y="6486"/>
                      <a:pt x="3331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78" name="Freeform: Shape 2177">
                <a:extLst>
                  <a:ext uri="{FF2B5EF4-FFF2-40B4-BE49-F238E27FC236}">
                    <a16:creationId xmlns:a16="http://schemas.microsoft.com/office/drawing/2014/main" id="{EFDB9F4C-D1DF-51C0-55A3-6AC440750D22}"/>
                  </a:ext>
                </a:extLst>
              </p:cNvPr>
              <p:cNvSpPr/>
              <p:nvPr/>
            </p:nvSpPr>
            <p:spPr>
              <a:xfrm>
                <a:off x="2429100" y="4917318"/>
                <a:ext cx="6343" cy="6345"/>
              </a:xfrm>
              <a:custGeom>
                <a:avLst/>
                <a:gdLst>
                  <a:gd name="connsiteX0" fmla="*/ 3296 w 6343"/>
                  <a:gd name="connsiteY0" fmla="*/ 6459 h 6345"/>
                  <a:gd name="connsiteX1" fmla="*/ 5538 w 6343"/>
                  <a:gd name="connsiteY1" fmla="*/ 5529 h 6345"/>
                  <a:gd name="connsiteX2" fmla="*/ 6467 w 6343"/>
                  <a:gd name="connsiteY2" fmla="*/ 3286 h 6345"/>
                  <a:gd name="connsiteX3" fmla="*/ 5538 w 6343"/>
                  <a:gd name="connsiteY3" fmla="*/ 1043 h 6345"/>
                  <a:gd name="connsiteX4" fmla="*/ 3296 w 6343"/>
                  <a:gd name="connsiteY4" fmla="*/ 113 h 6345"/>
                  <a:gd name="connsiteX5" fmla="*/ 1053 w 6343"/>
                  <a:gd name="connsiteY5" fmla="*/ 1043 h 6345"/>
                  <a:gd name="connsiteX6" fmla="*/ 124 w 6343"/>
                  <a:gd name="connsiteY6" fmla="*/ 3286 h 6345"/>
                  <a:gd name="connsiteX7" fmla="*/ 1053 w 6343"/>
                  <a:gd name="connsiteY7" fmla="*/ 5529 h 6345"/>
                  <a:gd name="connsiteX8" fmla="*/ 3296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96" y="6459"/>
                    </a:moveTo>
                    <a:cubicBezTo>
                      <a:pt x="4137" y="6459"/>
                      <a:pt x="4944" y="6124"/>
                      <a:pt x="5538" y="5529"/>
                    </a:cubicBezTo>
                    <a:cubicBezTo>
                      <a:pt x="6133" y="4934"/>
                      <a:pt x="6467" y="4127"/>
                      <a:pt x="6467" y="3286"/>
                    </a:cubicBezTo>
                    <a:cubicBezTo>
                      <a:pt x="6467" y="2445"/>
                      <a:pt x="6133" y="1638"/>
                      <a:pt x="5538" y="1043"/>
                    </a:cubicBezTo>
                    <a:cubicBezTo>
                      <a:pt x="4944" y="448"/>
                      <a:pt x="4137" y="113"/>
                      <a:pt x="3296" y="113"/>
                    </a:cubicBezTo>
                    <a:cubicBezTo>
                      <a:pt x="2455" y="113"/>
                      <a:pt x="1648" y="448"/>
                      <a:pt x="1053" y="1043"/>
                    </a:cubicBezTo>
                    <a:cubicBezTo>
                      <a:pt x="458" y="1638"/>
                      <a:pt x="124" y="2445"/>
                      <a:pt x="124" y="3286"/>
                    </a:cubicBezTo>
                    <a:cubicBezTo>
                      <a:pt x="124" y="4127"/>
                      <a:pt x="458" y="4934"/>
                      <a:pt x="1053" y="5529"/>
                    </a:cubicBezTo>
                    <a:cubicBezTo>
                      <a:pt x="1648" y="6124"/>
                      <a:pt x="2455" y="6459"/>
                      <a:pt x="3296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79" name="Freeform: Shape 2178">
                <a:extLst>
                  <a:ext uri="{FF2B5EF4-FFF2-40B4-BE49-F238E27FC236}">
                    <a16:creationId xmlns:a16="http://schemas.microsoft.com/office/drawing/2014/main" id="{19863051-5712-A511-DE42-8ED7F3F32638}"/>
                  </a:ext>
                </a:extLst>
              </p:cNvPr>
              <p:cNvSpPr/>
              <p:nvPr/>
            </p:nvSpPr>
            <p:spPr>
              <a:xfrm>
                <a:off x="2438398" y="4910914"/>
                <a:ext cx="6343" cy="6345"/>
              </a:xfrm>
              <a:custGeom>
                <a:avLst/>
                <a:gdLst>
                  <a:gd name="connsiteX0" fmla="*/ 3297 w 6343"/>
                  <a:gd name="connsiteY0" fmla="*/ 6458 h 6345"/>
                  <a:gd name="connsiteX1" fmla="*/ 5539 w 6343"/>
                  <a:gd name="connsiteY1" fmla="*/ 5529 h 6345"/>
                  <a:gd name="connsiteX2" fmla="*/ 6468 w 6343"/>
                  <a:gd name="connsiteY2" fmla="*/ 3286 h 6345"/>
                  <a:gd name="connsiteX3" fmla="*/ 5539 w 6343"/>
                  <a:gd name="connsiteY3" fmla="*/ 1042 h 6345"/>
                  <a:gd name="connsiteX4" fmla="*/ 3297 w 6343"/>
                  <a:gd name="connsiteY4" fmla="*/ 113 h 6345"/>
                  <a:gd name="connsiteX5" fmla="*/ 1054 w 6343"/>
                  <a:gd name="connsiteY5" fmla="*/ 1042 h 6345"/>
                  <a:gd name="connsiteX6" fmla="*/ 125 w 6343"/>
                  <a:gd name="connsiteY6" fmla="*/ 3286 h 6345"/>
                  <a:gd name="connsiteX7" fmla="*/ 1054 w 6343"/>
                  <a:gd name="connsiteY7" fmla="*/ 5529 h 6345"/>
                  <a:gd name="connsiteX8" fmla="*/ 3297 w 6343"/>
                  <a:gd name="connsiteY8" fmla="*/ 64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97" y="6458"/>
                    </a:moveTo>
                    <a:cubicBezTo>
                      <a:pt x="4138" y="6458"/>
                      <a:pt x="4944" y="6124"/>
                      <a:pt x="5539" y="5529"/>
                    </a:cubicBezTo>
                    <a:cubicBezTo>
                      <a:pt x="6134" y="4934"/>
                      <a:pt x="6468" y="4127"/>
                      <a:pt x="6468" y="3286"/>
                    </a:cubicBezTo>
                    <a:cubicBezTo>
                      <a:pt x="6468" y="2444"/>
                      <a:pt x="6134" y="1637"/>
                      <a:pt x="5539" y="1042"/>
                    </a:cubicBezTo>
                    <a:cubicBezTo>
                      <a:pt x="4944" y="447"/>
                      <a:pt x="4138" y="113"/>
                      <a:pt x="3297" y="113"/>
                    </a:cubicBezTo>
                    <a:cubicBezTo>
                      <a:pt x="2455" y="113"/>
                      <a:pt x="1649" y="447"/>
                      <a:pt x="1054" y="1042"/>
                    </a:cubicBezTo>
                    <a:cubicBezTo>
                      <a:pt x="459" y="1637"/>
                      <a:pt x="125" y="2444"/>
                      <a:pt x="125" y="3286"/>
                    </a:cubicBezTo>
                    <a:cubicBezTo>
                      <a:pt x="125" y="4127"/>
                      <a:pt x="459" y="4934"/>
                      <a:pt x="1054" y="5529"/>
                    </a:cubicBezTo>
                    <a:cubicBezTo>
                      <a:pt x="1649" y="6124"/>
                      <a:pt x="2455" y="6458"/>
                      <a:pt x="3297" y="64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80" name="Freeform: Shape 2179">
                <a:extLst>
                  <a:ext uri="{FF2B5EF4-FFF2-40B4-BE49-F238E27FC236}">
                    <a16:creationId xmlns:a16="http://schemas.microsoft.com/office/drawing/2014/main" id="{A4A25290-9B95-0CD7-A772-228E8BF06597}"/>
                  </a:ext>
                </a:extLst>
              </p:cNvPr>
              <p:cNvSpPr/>
              <p:nvPr/>
            </p:nvSpPr>
            <p:spPr>
              <a:xfrm>
                <a:off x="2475279" y="4920662"/>
                <a:ext cx="6343" cy="6345"/>
              </a:xfrm>
              <a:custGeom>
                <a:avLst/>
                <a:gdLst>
                  <a:gd name="connsiteX0" fmla="*/ 3299 w 6343"/>
                  <a:gd name="connsiteY0" fmla="*/ 6459 h 6345"/>
                  <a:gd name="connsiteX1" fmla="*/ 5542 w 6343"/>
                  <a:gd name="connsiteY1" fmla="*/ 5530 h 6345"/>
                  <a:gd name="connsiteX2" fmla="*/ 6471 w 6343"/>
                  <a:gd name="connsiteY2" fmla="*/ 3286 h 6345"/>
                  <a:gd name="connsiteX3" fmla="*/ 5542 w 6343"/>
                  <a:gd name="connsiteY3" fmla="*/ 1043 h 6345"/>
                  <a:gd name="connsiteX4" fmla="*/ 3299 w 6343"/>
                  <a:gd name="connsiteY4" fmla="*/ 114 h 6345"/>
                  <a:gd name="connsiteX5" fmla="*/ 1057 w 6343"/>
                  <a:gd name="connsiteY5" fmla="*/ 1043 h 6345"/>
                  <a:gd name="connsiteX6" fmla="*/ 128 w 6343"/>
                  <a:gd name="connsiteY6" fmla="*/ 3286 h 6345"/>
                  <a:gd name="connsiteX7" fmla="*/ 1057 w 6343"/>
                  <a:gd name="connsiteY7" fmla="*/ 5530 h 6345"/>
                  <a:gd name="connsiteX8" fmla="*/ 3299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99" y="6459"/>
                    </a:moveTo>
                    <a:cubicBezTo>
                      <a:pt x="4141" y="6459"/>
                      <a:pt x="4947" y="6125"/>
                      <a:pt x="5542" y="5530"/>
                    </a:cubicBezTo>
                    <a:cubicBezTo>
                      <a:pt x="6137" y="4935"/>
                      <a:pt x="6471" y="4128"/>
                      <a:pt x="6471" y="3286"/>
                    </a:cubicBezTo>
                    <a:cubicBezTo>
                      <a:pt x="6471" y="2445"/>
                      <a:pt x="6137" y="1638"/>
                      <a:pt x="5542" y="1043"/>
                    </a:cubicBezTo>
                    <a:cubicBezTo>
                      <a:pt x="4947" y="448"/>
                      <a:pt x="4141" y="114"/>
                      <a:pt x="3299" y="114"/>
                    </a:cubicBezTo>
                    <a:cubicBezTo>
                      <a:pt x="2458" y="114"/>
                      <a:pt x="1652" y="448"/>
                      <a:pt x="1057" y="1043"/>
                    </a:cubicBezTo>
                    <a:cubicBezTo>
                      <a:pt x="462" y="1638"/>
                      <a:pt x="128" y="2445"/>
                      <a:pt x="128" y="3286"/>
                    </a:cubicBezTo>
                    <a:cubicBezTo>
                      <a:pt x="128" y="4128"/>
                      <a:pt x="462" y="4935"/>
                      <a:pt x="1057" y="5530"/>
                    </a:cubicBezTo>
                    <a:cubicBezTo>
                      <a:pt x="1652" y="6125"/>
                      <a:pt x="2458" y="6459"/>
                      <a:pt x="3299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81" name="Freeform: Shape 2180">
                <a:extLst>
                  <a:ext uri="{FF2B5EF4-FFF2-40B4-BE49-F238E27FC236}">
                    <a16:creationId xmlns:a16="http://schemas.microsoft.com/office/drawing/2014/main" id="{2EA5BEB3-65D7-3640-DEF5-9C61BE4143EF}"/>
                  </a:ext>
                </a:extLst>
              </p:cNvPr>
              <p:cNvSpPr/>
              <p:nvPr/>
            </p:nvSpPr>
            <p:spPr>
              <a:xfrm>
                <a:off x="2495346" y="4920992"/>
                <a:ext cx="6343" cy="6345"/>
              </a:xfrm>
              <a:custGeom>
                <a:avLst/>
                <a:gdLst>
                  <a:gd name="connsiteX0" fmla="*/ 3301 w 6343"/>
                  <a:gd name="connsiteY0" fmla="*/ 6459 h 6345"/>
                  <a:gd name="connsiteX1" fmla="*/ 5544 w 6343"/>
                  <a:gd name="connsiteY1" fmla="*/ 5530 h 6345"/>
                  <a:gd name="connsiteX2" fmla="*/ 6473 w 6343"/>
                  <a:gd name="connsiteY2" fmla="*/ 3286 h 6345"/>
                  <a:gd name="connsiteX3" fmla="*/ 5544 w 6343"/>
                  <a:gd name="connsiteY3" fmla="*/ 1043 h 6345"/>
                  <a:gd name="connsiteX4" fmla="*/ 3301 w 6343"/>
                  <a:gd name="connsiteY4" fmla="*/ 114 h 6345"/>
                  <a:gd name="connsiteX5" fmla="*/ 1058 w 6343"/>
                  <a:gd name="connsiteY5" fmla="*/ 1043 h 6345"/>
                  <a:gd name="connsiteX6" fmla="*/ 130 w 6343"/>
                  <a:gd name="connsiteY6" fmla="*/ 3286 h 6345"/>
                  <a:gd name="connsiteX7" fmla="*/ 1058 w 6343"/>
                  <a:gd name="connsiteY7" fmla="*/ 5530 h 6345"/>
                  <a:gd name="connsiteX8" fmla="*/ 3301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1" y="6459"/>
                    </a:moveTo>
                    <a:cubicBezTo>
                      <a:pt x="4142" y="6459"/>
                      <a:pt x="4949" y="6125"/>
                      <a:pt x="5544" y="5530"/>
                    </a:cubicBezTo>
                    <a:cubicBezTo>
                      <a:pt x="6138" y="4935"/>
                      <a:pt x="6473" y="4128"/>
                      <a:pt x="6473" y="3286"/>
                    </a:cubicBezTo>
                    <a:cubicBezTo>
                      <a:pt x="6473" y="2445"/>
                      <a:pt x="6138" y="1638"/>
                      <a:pt x="5544" y="1043"/>
                    </a:cubicBezTo>
                    <a:cubicBezTo>
                      <a:pt x="4949" y="448"/>
                      <a:pt x="4142" y="114"/>
                      <a:pt x="3301" y="114"/>
                    </a:cubicBezTo>
                    <a:cubicBezTo>
                      <a:pt x="2460" y="114"/>
                      <a:pt x="1653" y="448"/>
                      <a:pt x="1058" y="1043"/>
                    </a:cubicBezTo>
                    <a:cubicBezTo>
                      <a:pt x="464" y="1638"/>
                      <a:pt x="130" y="2445"/>
                      <a:pt x="130" y="3286"/>
                    </a:cubicBezTo>
                    <a:cubicBezTo>
                      <a:pt x="130" y="4128"/>
                      <a:pt x="464" y="4935"/>
                      <a:pt x="1058" y="5530"/>
                    </a:cubicBezTo>
                    <a:cubicBezTo>
                      <a:pt x="1653" y="6125"/>
                      <a:pt x="2460" y="6459"/>
                      <a:pt x="3301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82" name="Freeform: Shape 2181">
                <a:extLst>
                  <a:ext uri="{FF2B5EF4-FFF2-40B4-BE49-F238E27FC236}">
                    <a16:creationId xmlns:a16="http://schemas.microsoft.com/office/drawing/2014/main" id="{BDA1DCF2-FBA1-8131-4A39-3C884983BED5}"/>
                  </a:ext>
                </a:extLst>
              </p:cNvPr>
              <p:cNvSpPr/>
              <p:nvPr/>
            </p:nvSpPr>
            <p:spPr>
              <a:xfrm>
                <a:off x="2519601" y="4924083"/>
                <a:ext cx="6343" cy="6345"/>
              </a:xfrm>
              <a:custGeom>
                <a:avLst/>
                <a:gdLst>
                  <a:gd name="connsiteX0" fmla="*/ 3303 w 6343"/>
                  <a:gd name="connsiteY0" fmla="*/ 6459 h 6345"/>
                  <a:gd name="connsiteX1" fmla="*/ 5546 w 6343"/>
                  <a:gd name="connsiteY1" fmla="*/ 5530 h 6345"/>
                  <a:gd name="connsiteX2" fmla="*/ 6475 w 6343"/>
                  <a:gd name="connsiteY2" fmla="*/ 3287 h 6345"/>
                  <a:gd name="connsiteX3" fmla="*/ 5546 w 6343"/>
                  <a:gd name="connsiteY3" fmla="*/ 1043 h 6345"/>
                  <a:gd name="connsiteX4" fmla="*/ 3303 w 6343"/>
                  <a:gd name="connsiteY4" fmla="*/ 114 h 6345"/>
                  <a:gd name="connsiteX5" fmla="*/ 1060 w 6343"/>
                  <a:gd name="connsiteY5" fmla="*/ 1043 h 6345"/>
                  <a:gd name="connsiteX6" fmla="*/ 131 w 6343"/>
                  <a:gd name="connsiteY6" fmla="*/ 3287 h 6345"/>
                  <a:gd name="connsiteX7" fmla="*/ 1060 w 6343"/>
                  <a:gd name="connsiteY7" fmla="*/ 5530 h 6345"/>
                  <a:gd name="connsiteX8" fmla="*/ 3303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3" y="6459"/>
                    </a:moveTo>
                    <a:cubicBezTo>
                      <a:pt x="4144" y="6459"/>
                      <a:pt x="4951" y="6125"/>
                      <a:pt x="5546" y="5530"/>
                    </a:cubicBezTo>
                    <a:cubicBezTo>
                      <a:pt x="6140" y="4935"/>
                      <a:pt x="6475" y="4128"/>
                      <a:pt x="6475" y="3287"/>
                    </a:cubicBezTo>
                    <a:cubicBezTo>
                      <a:pt x="6475" y="2445"/>
                      <a:pt x="6140" y="1638"/>
                      <a:pt x="5546" y="1043"/>
                    </a:cubicBezTo>
                    <a:cubicBezTo>
                      <a:pt x="4951" y="448"/>
                      <a:pt x="4144" y="114"/>
                      <a:pt x="3303" y="114"/>
                    </a:cubicBezTo>
                    <a:cubicBezTo>
                      <a:pt x="2462" y="114"/>
                      <a:pt x="1655" y="448"/>
                      <a:pt x="1060" y="1043"/>
                    </a:cubicBezTo>
                    <a:cubicBezTo>
                      <a:pt x="466" y="1638"/>
                      <a:pt x="131" y="2445"/>
                      <a:pt x="131" y="3287"/>
                    </a:cubicBezTo>
                    <a:cubicBezTo>
                      <a:pt x="131" y="4128"/>
                      <a:pt x="466" y="4935"/>
                      <a:pt x="1060" y="5530"/>
                    </a:cubicBezTo>
                    <a:cubicBezTo>
                      <a:pt x="1655" y="6125"/>
                      <a:pt x="2462" y="6459"/>
                      <a:pt x="3303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83" name="Freeform: Shape 2182">
                <a:extLst>
                  <a:ext uri="{FF2B5EF4-FFF2-40B4-BE49-F238E27FC236}">
                    <a16:creationId xmlns:a16="http://schemas.microsoft.com/office/drawing/2014/main" id="{6D59A1A8-B5E3-2F91-33F6-F246EB4B8122}"/>
                  </a:ext>
                </a:extLst>
              </p:cNvPr>
              <p:cNvSpPr/>
              <p:nvPr/>
            </p:nvSpPr>
            <p:spPr>
              <a:xfrm>
                <a:off x="2573629" y="4945598"/>
                <a:ext cx="6343" cy="6345"/>
              </a:xfrm>
              <a:custGeom>
                <a:avLst/>
                <a:gdLst>
                  <a:gd name="connsiteX0" fmla="*/ 3307 w 6343"/>
                  <a:gd name="connsiteY0" fmla="*/ 6461 h 6345"/>
                  <a:gd name="connsiteX1" fmla="*/ 5550 w 6343"/>
                  <a:gd name="connsiteY1" fmla="*/ 5532 h 6345"/>
                  <a:gd name="connsiteX2" fmla="*/ 6479 w 6343"/>
                  <a:gd name="connsiteY2" fmla="*/ 3288 h 6345"/>
                  <a:gd name="connsiteX3" fmla="*/ 5550 w 6343"/>
                  <a:gd name="connsiteY3" fmla="*/ 1045 h 6345"/>
                  <a:gd name="connsiteX4" fmla="*/ 3307 w 6343"/>
                  <a:gd name="connsiteY4" fmla="*/ 116 h 6345"/>
                  <a:gd name="connsiteX5" fmla="*/ 1065 w 6343"/>
                  <a:gd name="connsiteY5" fmla="*/ 1045 h 6345"/>
                  <a:gd name="connsiteX6" fmla="*/ 136 w 6343"/>
                  <a:gd name="connsiteY6" fmla="*/ 3288 h 6345"/>
                  <a:gd name="connsiteX7" fmla="*/ 1065 w 6343"/>
                  <a:gd name="connsiteY7" fmla="*/ 5532 h 6345"/>
                  <a:gd name="connsiteX8" fmla="*/ 3307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7" y="6461"/>
                    </a:moveTo>
                    <a:cubicBezTo>
                      <a:pt x="4148" y="6461"/>
                      <a:pt x="4955" y="6127"/>
                      <a:pt x="5550" y="5532"/>
                    </a:cubicBezTo>
                    <a:cubicBezTo>
                      <a:pt x="6145" y="4937"/>
                      <a:pt x="6479" y="4130"/>
                      <a:pt x="6479" y="3288"/>
                    </a:cubicBezTo>
                    <a:cubicBezTo>
                      <a:pt x="6479" y="2447"/>
                      <a:pt x="6145" y="1640"/>
                      <a:pt x="5550" y="1045"/>
                    </a:cubicBezTo>
                    <a:cubicBezTo>
                      <a:pt x="4955" y="450"/>
                      <a:pt x="4148" y="116"/>
                      <a:pt x="3307" y="116"/>
                    </a:cubicBezTo>
                    <a:cubicBezTo>
                      <a:pt x="2466" y="116"/>
                      <a:pt x="1659" y="450"/>
                      <a:pt x="1065" y="1045"/>
                    </a:cubicBezTo>
                    <a:cubicBezTo>
                      <a:pt x="470" y="1640"/>
                      <a:pt x="136" y="2447"/>
                      <a:pt x="136" y="3288"/>
                    </a:cubicBezTo>
                    <a:cubicBezTo>
                      <a:pt x="136" y="4130"/>
                      <a:pt x="470" y="4937"/>
                      <a:pt x="1065" y="5532"/>
                    </a:cubicBezTo>
                    <a:cubicBezTo>
                      <a:pt x="1659" y="6127"/>
                      <a:pt x="2466" y="6461"/>
                      <a:pt x="3307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84" name="Freeform: Shape 2183">
                <a:extLst>
                  <a:ext uri="{FF2B5EF4-FFF2-40B4-BE49-F238E27FC236}">
                    <a16:creationId xmlns:a16="http://schemas.microsoft.com/office/drawing/2014/main" id="{F4151DDB-230B-1598-48B2-BCAE08340D81}"/>
                  </a:ext>
                </a:extLst>
              </p:cNvPr>
              <p:cNvSpPr/>
              <p:nvPr/>
            </p:nvSpPr>
            <p:spPr>
              <a:xfrm>
                <a:off x="2585957" y="4942234"/>
                <a:ext cx="6343" cy="6345"/>
              </a:xfrm>
              <a:custGeom>
                <a:avLst/>
                <a:gdLst>
                  <a:gd name="connsiteX0" fmla="*/ 3308 w 6343"/>
                  <a:gd name="connsiteY0" fmla="*/ 6461 h 6345"/>
                  <a:gd name="connsiteX1" fmla="*/ 5551 w 6343"/>
                  <a:gd name="connsiteY1" fmla="*/ 5531 h 6345"/>
                  <a:gd name="connsiteX2" fmla="*/ 6480 w 6343"/>
                  <a:gd name="connsiteY2" fmla="*/ 3288 h 6345"/>
                  <a:gd name="connsiteX3" fmla="*/ 5551 w 6343"/>
                  <a:gd name="connsiteY3" fmla="*/ 1045 h 6345"/>
                  <a:gd name="connsiteX4" fmla="*/ 3308 w 6343"/>
                  <a:gd name="connsiteY4" fmla="*/ 115 h 6345"/>
                  <a:gd name="connsiteX5" fmla="*/ 1066 w 6343"/>
                  <a:gd name="connsiteY5" fmla="*/ 1045 h 6345"/>
                  <a:gd name="connsiteX6" fmla="*/ 137 w 6343"/>
                  <a:gd name="connsiteY6" fmla="*/ 3288 h 6345"/>
                  <a:gd name="connsiteX7" fmla="*/ 1066 w 6343"/>
                  <a:gd name="connsiteY7" fmla="*/ 5531 h 6345"/>
                  <a:gd name="connsiteX8" fmla="*/ 3308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461"/>
                    </a:moveTo>
                    <a:cubicBezTo>
                      <a:pt x="4149" y="6461"/>
                      <a:pt x="4956" y="6126"/>
                      <a:pt x="5551" y="5531"/>
                    </a:cubicBezTo>
                    <a:cubicBezTo>
                      <a:pt x="6146" y="4936"/>
                      <a:pt x="6480" y="4129"/>
                      <a:pt x="6480" y="3288"/>
                    </a:cubicBezTo>
                    <a:cubicBezTo>
                      <a:pt x="6480" y="2447"/>
                      <a:pt x="6146" y="1639"/>
                      <a:pt x="5551" y="1045"/>
                    </a:cubicBezTo>
                    <a:cubicBezTo>
                      <a:pt x="4956" y="450"/>
                      <a:pt x="4149" y="115"/>
                      <a:pt x="3308" y="115"/>
                    </a:cubicBezTo>
                    <a:cubicBezTo>
                      <a:pt x="2467" y="115"/>
                      <a:pt x="1660" y="450"/>
                      <a:pt x="1066" y="1045"/>
                    </a:cubicBezTo>
                    <a:cubicBezTo>
                      <a:pt x="471" y="1639"/>
                      <a:pt x="137" y="2447"/>
                      <a:pt x="137" y="3288"/>
                    </a:cubicBezTo>
                    <a:cubicBezTo>
                      <a:pt x="137" y="4129"/>
                      <a:pt x="471" y="4936"/>
                      <a:pt x="1066" y="5531"/>
                    </a:cubicBezTo>
                    <a:cubicBezTo>
                      <a:pt x="1660" y="6126"/>
                      <a:pt x="2467" y="6461"/>
                      <a:pt x="3308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85" name="Freeform: Shape 2184">
                <a:extLst>
                  <a:ext uri="{FF2B5EF4-FFF2-40B4-BE49-F238E27FC236}">
                    <a16:creationId xmlns:a16="http://schemas.microsoft.com/office/drawing/2014/main" id="{1C8EB59D-865B-9587-FC30-821D42C6C42D}"/>
                  </a:ext>
                </a:extLst>
              </p:cNvPr>
              <p:cNvSpPr/>
              <p:nvPr/>
            </p:nvSpPr>
            <p:spPr>
              <a:xfrm>
                <a:off x="2595572" y="4937301"/>
                <a:ext cx="6343" cy="6345"/>
              </a:xfrm>
              <a:custGeom>
                <a:avLst/>
                <a:gdLst>
                  <a:gd name="connsiteX0" fmla="*/ 3309 w 6343"/>
                  <a:gd name="connsiteY0" fmla="*/ 6460 h 6345"/>
                  <a:gd name="connsiteX1" fmla="*/ 5552 w 6343"/>
                  <a:gd name="connsiteY1" fmla="*/ 5531 h 6345"/>
                  <a:gd name="connsiteX2" fmla="*/ 6481 w 6343"/>
                  <a:gd name="connsiteY2" fmla="*/ 3288 h 6345"/>
                  <a:gd name="connsiteX3" fmla="*/ 5552 w 6343"/>
                  <a:gd name="connsiteY3" fmla="*/ 1044 h 6345"/>
                  <a:gd name="connsiteX4" fmla="*/ 3309 w 6343"/>
                  <a:gd name="connsiteY4" fmla="*/ 115 h 6345"/>
                  <a:gd name="connsiteX5" fmla="*/ 1066 w 6343"/>
                  <a:gd name="connsiteY5" fmla="*/ 1044 h 6345"/>
                  <a:gd name="connsiteX6" fmla="*/ 137 w 6343"/>
                  <a:gd name="connsiteY6" fmla="*/ 3288 h 6345"/>
                  <a:gd name="connsiteX7" fmla="*/ 1066 w 6343"/>
                  <a:gd name="connsiteY7" fmla="*/ 5531 h 6345"/>
                  <a:gd name="connsiteX8" fmla="*/ 3309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9" y="6460"/>
                    </a:moveTo>
                    <a:cubicBezTo>
                      <a:pt x="4150" y="6460"/>
                      <a:pt x="4957" y="6126"/>
                      <a:pt x="5552" y="5531"/>
                    </a:cubicBezTo>
                    <a:cubicBezTo>
                      <a:pt x="6146" y="4936"/>
                      <a:pt x="6481" y="4129"/>
                      <a:pt x="6481" y="3288"/>
                    </a:cubicBezTo>
                    <a:cubicBezTo>
                      <a:pt x="6481" y="2446"/>
                      <a:pt x="6146" y="1639"/>
                      <a:pt x="5552" y="1044"/>
                    </a:cubicBezTo>
                    <a:cubicBezTo>
                      <a:pt x="4957" y="449"/>
                      <a:pt x="4150" y="115"/>
                      <a:pt x="3309" y="115"/>
                    </a:cubicBezTo>
                    <a:cubicBezTo>
                      <a:pt x="2468" y="115"/>
                      <a:pt x="1661" y="449"/>
                      <a:pt x="1066" y="1044"/>
                    </a:cubicBezTo>
                    <a:cubicBezTo>
                      <a:pt x="472" y="1639"/>
                      <a:pt x="137" y="2446"/>
                      <a:pt x="137" y="3288"/>
                    </a:cubicBezTo>
                    <a:cubicBezTo>
                      <a:pt x="137" y="4129"/>
                      <a:pt x="472" y="4936"/>
                      <a:pt x="1066" y="5531"/>
                    </a:cubicBezTo>
                    <a:cubicBezTo>
                      <a:pt x="1661" y="6126"/>
                      <a:pt x="2468" y="6460"/>
                      <a:pt x="3309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86" name="Freeform: Shape 2185">
                <a:extLst>
                  <a:ext uri="{FF2B5EF4-FFF2-40B4-BE49-F238E27FC236}">
                    <a16:creationId xmlns:a16="http://schemas.microsoft.com/office/drawing/2014/main" id="{014CE6D9-284C-8AD7-820D-496319D00528}"/>
                  </a:ext>
                </a:extLst>
              </p:cNvPr>
              <p:cNvSpPr/>
              <p:nvPr/>
            </p:nvSpPr>
            <p:spPr>
              <a:xfrm>
                <a:off x="2613927" y="4937985"/>
                <a:ext cx="6343" cy="6345"/>
              </a:xfrm>
              <a:custGeom>
                <a:avLst/>
                <a:gdLst>
                  <a:gd name="connsiteX0" fmla="*/ 3310 w 6343"/>
                  <a:gd name="connsiteY0" fmla="*/ 6460 h 6345"/>
                  <a:gd name="connsiteX1" fmla="*/ 5553 w 6343"/>
                  <a:gd name="connsiteY1" fmla="*/ 5531 h 6345"/>
                  <a:gd name="connsiteX2" fmla="*/ 6482 w 6343"/>
                  <a:gd name="connsiteY2" fmla="*/ 3288 h 6345"/>
                  <a:gd name="connsiteX3" fmla="*/ 5553 w 6343"/>
                  <a:gd name="connsiteY3" fmla="*/ 1044 h 6345"/>
                  <a:gd name="connsiteX4" fmla="*/ 3310 w 6343"/>
                  <a:gd name="connsiteY4" fmla="*/ 115 h 6345"/>
                  <a:gd name="connsiteX5" fmla="*/ 1068 w 6343"/>
                  <a:gd name="connsiteY5" fmla="*/ 1044 h 6345"/>
                  <a:gd name="connsiteX6" fmla="*/ 139 w 6343"/>
                  <a:gd name="connsiteY6" fmla="*/ 3288 h 6345"/>
                  <a:gd name="connsiteX7" fmla="*/ 1068 w 6343"/>
                  <a:gd name="connsiteY7" fmla="*/ 5531 h 6345"/>
                  <a:gd name="connsiteX8" fmla="*/ 3310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0" y="6460"/>
                    </a:moveTo>
                    <a:cubicBezTo>
                      <a:pt x="4152" y="6460"/>
                      <a:pt x="4958" y="6126"/>
                      <a:pt x="5553" y="5531"/>
                    </a:cubicBezTo>
                    <a:cubicBezTo>
                      <a:pt x="6148" y="4936"/>
                      <a:pt x="6482" y="4129"/>
                      <a:pt x="6482" y="3288"/>
                    </a:cubicBezTo>
                    <a:cubicBezTo>
                      <a:pt x="6482" y="2446"/>
                      <a:pt x="6148" y="1639"/>
                      <a:pt x="5553" y="1044"/>
                    </a:cubicBezTo>
                    <a:cubicBezTo>
                      <a:pt x="4958" y="449"/>
                      <a:pt x="4152" y="115"/>
                      <a:pt x="3310" y="115"/>
                    </a:cubicBezTo>
                    <a:cubicBezTo>
                      <a:pt x="2469" y="115"/>
                      <a:pt x="1663" y="449"/>
                      <a:pt x="1068" y="1044"/>
                    </a:cubicBezTo>
                    <a:cubicBezTo>
                      <a:pt x="473" y="1639"/>
                      <a:pt x="139" y="2446"/>
                      <a:pt x="139" y="3288"/>
                    </a:cubicBezTo>
                    <a:cubicBezTo>
                      <a:pt x="139" y="4129"/>
                      <a:pt x="473" y="4936"/>
                      <a:pt x="1068" y="5531"/>
                    </a:cubicBezTo>
                    <a:cubicBezTo>
                      <a:pt x="1663" y="6126"/>
                      <a:pt x="2469" y="6460"/>
                      <a:pt x="3310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87" name="Freeform: Shape 2186">
                <a:extLst>
                  <a:ext uri="{FF2B5EF4-FFF2-40B4-BE49-F238E27FC236}">
                    <a16:creationId xmlns:a16="http://schemas.microsoft.com/office/drawing/2014/main" id="{93153C8A-C4A4-2CB9-4576-15157DFC9DCD}"/>
                  </a:ext>
                </a:extLst>
              </p:cNvPr>
              <p:cNvSpPr/>
              <p:nvPr/>
            </p:nvSpPr>
            <p:spPr>
              <a:xfrm>
                <a:off x="2625053" y="4934259"/>
                <a:ext cx="6343" cy="6345"/>
              </a:xfrm>
              <a:custGeom>
                <a:avLst/>
                <a:gdLst>
                  <a:gd name="connsiteX0" fmla="*/ 3311 w 6343"/>
                  <a:gd name="connsiteY0" fmla="*/ 6460 h 6345"/>
                  <a:gd name="connsiteX1" fmla="*/ 5554 w 6343"/>
                  <a:gd name="connsiteY1" fmla="*/ 5531 h 6345"/>
                  <a:gd name="connsiteX2" fmla="*/ 6483 w 6343"/>
                  <a:gd name="connsiteY2" fmla="*/ 3287 h 6345"/>
                  <a:gd name="connsiteX3" fmla="*/ 5554 w 6343"/>
                  <a:gd name="connsiteY3" fmla="*/ 1044 h 6345"/>
                  <a:gd name="connsiteX4" fmla="*/ 3311 w 6343"/>
                  <a:gd name="connsiteY4" fmla="*/ 115 h 6345"/>
                  <a:gd name="connsiteX5" fmla="*/ 1069 w 6343"/>
                  <a:gd name="connsiteY5" fmla="*/ 1044 h 6345"/>
                  <a:gd name="connsiteX6" fmla="*/ 140 w 6343"/>
                  <a:gd name="connsiteY6" fmla="*/ 3287 h 6345"/>
                  <a:gd name="connsiteX7" fmla="*/ 1069 w 6343"/>
                  <a:gd name="connsiteY7" fmla="*/ 5531 h 6345"/>
                  <a:gd name="connsiteX8" fmla="*/ 3311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1" y="6460"/>
                    </a:moveTo>
                    <a:cubicBezTo>
                      <a:pt x="4152" y="6460"/>
                      <a:pt x="4959" y="6126"/>
                      <a:pt x="5554" y="5531"/>
                    </a:cubicBezTo>
                    <a:cubicBezTo>
                      <a:pt x="6149" y="4936"/>
                      <a:pt x="6483" y="4129"/>
                      <a:pt x="6483" y="3287"/>
                    </a:cubicBezTo>
                    <a:cubicBezTo>
                      <a:pt x="6483" y="2446"/>
                      <a:pt x="6149" y="1639"/>
                      <a:pt x="5554" y="1044"/>
                    </a:cubicBezTo>
                    <a:cubicBezTo>
                      <a:pt x="4959" y="449"/>
                      <a:pt x="4152" y="115"/>
                      <a:pt x="3311" y="115"/>
                    </a:cubicBezTo>
                    <a:cubicBezTo>
                      <a:pt x="2470" y="115"/>
                      <a:pt x="1663" y="449"/>
                      <a:pt x="1069" y="1044"/>
                    </a:cubicBezTo>
                    <a:cubicBezTo>
                      <a:pt x="474" y="1639"/>
                      <a:pt x="140" y="2446"/>
                      <a:pt x="140" y="3287"/>
                    </a:cubicBezTo>
                    <a:cubicBezTo>
                      <a:pt x="140" y="4129"/>
                      <a:pt x="474" y="4936"/>
                      <a:pt x="1069" y="5531"/>
                    </a:cubicBezTo>
                    <a:cubicBezTo>
                      <a:pt x="1663" y="6126"/>
                      <a:pt x="2470" y="6460"/>
                      <a:pt x="3311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88" name="Freeform: Shape 2187">
                <a:extLst>
                  <a:ext uri="{FF2B5EF4-FFF2-40B4-BE49-F238E27FC236}">
                    <a16:creationId xmlns:a16="http://schemas.microsoft.com/office/drawing/2014/main" id="{403B4200-3D05-4990-05C1-8A7DCEF8F306}"/>
                  </a:ext>
                </a:extLst>
              </p:cNvPr>
              <p:cNvSpPr/>
              <p:nvPr/>
            </p:nvSpPr>
            <p:spPr>
              <a:xfrm>
                <a:off x="2669517" y="4941781"/>
                <a:ext cx="6343" cy="6345"/>
              </a:xfrm>
              <a:custGeom>
                <a:avLst/>
                <a:gdLst>
                  <a:gd name="connsiteX0" fmla="*/ 3315 w 6343"/>
                  <a:gd name="connsiteY0" fmla="*/ 6461 h 6345"/>
                  <a:gd name="connsiteX1" fmla="*/ 5557 w 6343"/>
                  <a:gd name="connsiteY1" fmla="*/ 5531 h 6345"/>
                  <a:gd name="connsiteX2" fmla="*/ 6486 w 6343"/>
                  <a:gd name="connsiteY2" fmla="*/ 3288 h 6345"/>
                  <a:gd name="connsiteX3" fmla="*/ 5557 w 6343"/>
                  <a:gd name="connsiteY3" fmla="*/ 1044 h 6345"/>
                  <a:gd name="connsiteX4" fmla="*/ 3315 w 6343"/>
                  <a:gd name="connsiteY4" fmla="*/ 115 h 6345"/>
                  <a:gd name="connsiteX5" fmla="*/ 1072 w 6343"/>
                  <a:gd name="connsiteY5" fmla="*/ 1044 h 6345"/>
                  <a:gd name="connsiteX6" fmla="*/ 143 w 6343"/>
                  <a:gd name="connsiteY6" fmla="*/ 3288 h 6345"/>
                  <a:gd name="connsiteX7" fmla="*/ 1072 w 6343"/>
                  <a:gd name="connsiteY7" fmla="*/ 5531 h 6345"/>
                  <a:gd name="connsiteX8" fmla="*/ 3315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5" y="6461"/>
                    </a:moveTo>
                    <a:cubicBezTo>
                      <a:pt x="4156" y="6461"/>
                      <a:pt x="4963" y="6126"/>
                      <a:pt x="5557" y="5531"/>
                    </a:cubicBezTo>
                    <a:cubicBezTo>
                      <a:pt x="6152" y="4936"/>
                      <a:pt x="6486" y="4129"/>
                      <a:pt x="6486" y="3288"/>
                    </a:cubicBezTo>
                    <a:cubicBezTo>
                      <a:pt x="6486" y="2447"/>
                      <a:pt x="6152" y="1639"/>
                      <a:pt x="5557" y="1044"/>
                    </a:cubicBezTo>
                    <a:cubicBezTo>
                      <a:pt x="4963" y="450"/>
                      <a:pt x="4156" y="115"/>
                      <a:pt x="3315" y="115"/>
                    </a:cubicBezTo>
                    <a:cubicBezTo>
                      <a:pt x="2474" y="115"/>
                      <a:pt x="1667" y="450"/>
                      <a:pt x="1072" y="1044"/>
                    </a:cubicBezTo>
                    <a:cubicBezTo>
                      <a:pt x="477" y="1639"/>
                      <a:pt x="143" y="2447"/>
                      <a:pt x="143" y="3288"/>
                    </a:cubicBezTo>
                    <a:cubicBezTo>
                      <a:pt x="143" y="4129"/>
                      <a:pt x="477" y="4936"/>
                      <a:pt x="1072" y="5531"/>
                    </a:cubicBezTo>
                    <a:cubicBezTo>
                      <a:pt x="1667" y="6126"/>
                      <a:pt x="2474" y="6461"/>
                      <a:pt x="3315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89" name="Freeform: Shape 2188">
                <a:extLst>
                  <a:ext uri="{FF2B5EF4-FFF2-40B4-BE49-F238E27FC236}">
                    <a16:creationId xmlns:a16="http://schemas.microsoft.com/office/drawing/2014/main" id="{7692027B-A15B-D8D8-0C5D-AF637FA65CB1}"/>
                  </a:ext>
                </a:extLst>
              </p:cNvPr>
              <p:cNvSpPr/>
              <p:nvPr/>
            </p:nvSpPr>
            <p:spPr>
              <a:xfrm>
                <a:off x="2687828" y="4943379"/>
                <a:ext cx="6343" cy="6345"/>
              </a:xfrm>
              <a:custGeom>
                <a:avLst/>
                <a:gdLst>
                  <a:gd name="connsiteX0" fmla="*/ 3316 w 6343"/>
                  <a:gd name="connsiteY0" fmla="*/ 6461 h 6345"/>
                  <a:gd name="connsiteX1" fmla="*/ 5559 w 6343"/>
                  <a:gd name="connsiteY1" fmla="*/ 5532 h 6345"/>
                  <a:gd name="connsiteX2" fmla="*/ 6488 w 6343"/>
                  <a:gd name="connsiteY2" fmla="*/ 3288 h 6345"/>
                  <a:gd name="connsiteX3" fmla="*/ 5559 w 6343"/>
                  <a:gd name="connsiteY3" fmla="*/ 1045 h 6345"/>
                  <a:gd name="connsiteX4" fmla="*/ 3316 w 6343"/>
                  <a:gd name="connsiteY4" fmla="*/ 115 h 6345"/>
                  <a:gd name="connsiteX5" fmla="*/ 1074 w 6343"/>
                  <a:gd name="connsiteY5" fmla="*/ 1045 h 6345"/>
                  <a:gd name="connsiteX6" fmla="*/ 145 w 6343"/>
                  <a:gd name="connsiteY6" fmla="*/ 3288 h 6345"/>
                  <a:gd name="connsiteX7" fmla="*/ 1074 w 6343"/>
                  <a:gd name="connsiteY7" fmla="*/ 5532 h 6345"/>
                  <a:gd name="connsiteX8" fmla="*/ 3316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6" y="6461"/>
                    </a:moveTo>
                    <a:cubicBezTo>
                      <a:pt x="4157" y="6461"/>
                      <a:pt x="4964" y="6126"/>
                      <a:pt x="5559" y="5532"/>
                    </a:cubicBezTo>
                    <a:cubicBezTo>
                      <a:pt x="6154" y="4937"/>
                      <a:pt x="6488" y="4129"/>
                      <a:pt x="6488" y="3288"/>
                    </a:cubicBezTo>
                    <a:cubicBezTo>
                      <a:pt x="6488" y="2447"/>
                      <a:pt x="6154" y="1640"/>
                      <a:pt x="5559" y="1045"/>
                    </a:cubicBezTo>
                    <a:cubicBezTo>
                      <a:pt x="4964" y="450"/>
                      <a:pt x="4157" y="115"/>
                      <a:pt x="3316" y="115"/>
                    </a:cubicBezTo>
                    <a:cubicBezTo>
                      <a:pt x="2475" y="115"/>
                      <a:pt x="1668" y="450"/>
                      <a:pt x="1074" y="1045"/>
                    </a:cubicBezTo>
                    <a:cubicBezTo>
                      <a:pt x="479" y="1640"/>
                      <a:pt x="145" y="2447"/>
                      <a:pt x="145" y="3288"/>
                    </a:cubicBezTo>
                    <a:cubicBezTo>
                      <a:pt x="145" y="4129"/>
                      <a:pt x="479" y="4937"/>
                      <a:pt x="1074" y="5532"/>
                    </a:cubicBezTo>
                    <a:cubicBezTo>
                      <a:pt x="1668" y="6126"/>
                      <a:pt x="2475" y="6461"/>
                      <a:pt x="3316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90" name="Freeform: Shape 2189">
                <a:extLst>
                  <a:ext uri="{FF2B5EF4-FFF2-40B4-BE49-F238E27FC236}">
                    <a16:creationId xmlns:a16="http://schemas.microsoft.com/office/drawing/2014/main" id="{396BE6C7-A9C6-AAA8-9015-2C4CC44E9F2E}"/>
                  </a:ext>
                </a:extLst>
              </p:cNvPr>
              <p:cNvSpPr/>
              <p:nvPr/>
            </p:nvSpPr>
            <p:spPr>
              <a:xfrm>
                <a:off x="2709267" y="4947334"/>
                <a:ext cx="6343" cy="6345"/>
              </a:xfrm>
              <a:custGeom>
                <a:avLst/>
                <a:gdLst>
                  <a:gd name="connsiteX0" fmla="*/ 3318 w 6343"/>
                  <a:gd name="connsiteY0" fmla="*/ 6461 h 6345"/>
                  <a:gd name="connsiteX1" fmla="*/ 5561 w 6343"/>
                  <a:gd name="connsiteY1" fmla="*/ 5532 h 6345"/>
                  <a:gd name="connsiteX2" fmla="*/ 6489 w 6343"/>
                  <a:gd name="connsiteY2" fmla="*/ 3288 h 6345"/>
                  <a:gd name="connsiteX3" fmla="*/ 5561 w 6343"/>
                  <a:gd name="connsiteY3" fmla="*/ 1045 h 6345"/>
                  <a:gd name="connsiteX4" fmla="*/ 3318 w 6343"/>
                  <a:gd name="connsiteY4" fmla="*/ 116 h 6345"/>
                  <a:gd name="connsiteX5" fmla="*/ 1075 w 6343"/>
                  <a:gd name="connsiteY5" fmla="*/ 1045 h 6345"/>
                  <a:gd name="connsiteX6" fmla="*/ 146 w 6343"/>
                  <a:gd name="connsiteY6" fmla="*/ 3288 h 6345"/>
                  <a:gd name="connsiteX7" fmla="*/ 1075 w 6343"/>
                  <a:gd name="connsiteY7" fmla="*/ 5532 h 6345"/>
                  <a:gd name="connsiteX8" fmla="*/ 3318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8" y="6461"/>
                    </a:moveTo>
                    <a:cubicBezTo>
                      <a:pt x="4159" y="6461"/>
                      <a:pt x="4966" y="6127"/>
                      <a:pt x="5561" y="5532"/>
                    </a:cubicBezTo>
                    <a:cubicBezTo>
                      <a:pt x="6155" y="4937"/>
                      <a:pt x="6489" y="4130"/>
                      <a:pt x="6489" y="3288"/>
                    </a:cubicBezTo>
                    <a:cubicBezTo>
                      <a:pt x="6489" y="2447"/>
                      <a:pt x="6155" y="1640"/>
                      <a:pt x="5561" y="1045"/>
                    </a:cubicBezTo>
                    <a:cubicBezTo>
                      <a:pt x="4966" y="450"/>
                      <a:pt x="4159" y="116"/>
                      <a:pt x="3318" y="116"/>
                    </a:cubicBezTo>
                    <a:cubicBezTo>
                      <a:pt x="2477" y="116"/>
                      <a:pt x="1670" y="450"/>
                      <a:pt x="1075" y="1045"/>
                    </a:cubicBezTo>
                    <a:cubicBezTo>
                      <a:pt x="481" y="1640"/>
                      <a:pt x="146" y="2447"/>
                      <a:pt x="146" y="3288"/>
                    </a:cubicBezTo>
                    <a:cubicBezTo>
                      <a:pt x="146" y="4130"/>
                      <a:pt x="481" y="4937"/>
                      <a:pt x="1075" y="5532"/>
                    </a:cubicBezTo>
                    <a:cubicBezTo>
                      <a:pt x="1670" y="6127"/>
                      <a:pt x="2477" y="6461"/>
                      <a:pt x="3318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91" name="Freeform: Shape 2190">
                <a:extLst>
                  <a:ext uri="{FF2B5EF4-FFF2-40B4-BE49-F238E27FC236}">
                    <a16:creationId xmlns:a16="http://schemas.microsoft.com/office/drawing/2014/main" id="{1B0CB8CD-0090-B5D2-9A7B-89A6760CD032}"/>
                  </a:ext>
                </a:extLst>
              </p:cNvPr>
              <p:cNvSpPr/>
              <p:nvPr/>
            </p:nvSpPr>
            <p:spPr>
              <a:xfrm>
                <a:off x="2753067" y="4966934"/>
                <a:ext cx="6343" cy="6345"/>
              </a:xfrm>
              <a:custGeom>
                <a:avLst/>
                <a:gdLst>
                  <a:gd name="connsiteX0" fmla="*/ 3321 w 6343"/>
                  <a:gd name="connsiteY0" fmla="*/ 6463 h 6345"/>
                  <a:gd name="connsiteX1" fmla="*/ 5564 w 6343"/>
                  <a:gd name="connsiteY1" fmla="*/ 5533 h 6345"/>
                  <a:gd name="connsiteX2" fmla="*/ 6493 w 6343"/>
                  <a:gd name="connsiteY2" fmla="*/ 3290 h 6345"/>
                  <a:gd name="connsiteX3" fmla="*/ 5564 w 6343"/>
                  <a:gd name="connsiteY3" fmla="*/ 1046 h 6345"/>
                  <a:gd name="connsiteX4" fmla="*/ 3321 w 6343"/>
                  <a:gd name="connsiteY4" fmla="*/ 117 h 6345"/>
                  <a:gd name="connsiteX5" fmla="*/ 1079 w 6343"/>
                  <a:gd name="connsiteY5" fmla="*/ 1046 h 6345"/>
                  <a:gd name="connsiteX6" fmla="*/ 150 w 6343"/>
                  <a:gd name="connsiteY6" fmla="*/ 3290 h 6345"/>
                  <a:gd name="connsiteX7" fmla="*/ 1079 w 6343"/>
                  <a:gd name="connsiteY7" fmla="*/ 5533 h 6345"/>
                  <a:gd name="connsiteX8" fmla="*/ 3321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1" y="6463"/>
                    </a:moveTo>
                    <a:cubicBezTo>
                      <a:pt x="4163" y="6463"/>
                      <a:pt x="4969" y="6128"/>
                      <a:pt x="5564" y="5533"/>
                    </a:cubicBezTo>
                    <a:cubicBezTo>
                      <a:pt x="6159" y="4938"/>
                      <a:pt x="6493" y="4131"/>
                      <a:pt x="6493" y="3290"/>
                    </a:cubicBezTo>
                    <a:cubicBezTo>
                      <a:pt x="6493" y="2449"/>
                      <a:pt x="6159" y="1641"/>
                      <a:pt x="5564" y="1046"/>
                    </a:cubicBezTo>
                    <a:cubicBezTo>
                      <a:pt x="4969" y="452"/>
                      <a:pt x="4163" y="117"/>
                      <a:pt x="3321" y="117"/>
                    </a:cubicBezTo>
                    <a:cubicBezTo>
                      <a:pt x="2480" y="117"/>
                      <a:pt x="1674" y="452"/>
                      <a:pt x="1079" y="1046"/>
                    </a:cubicBezTo>
                    <a:cubicBezTo>
                      <a:pt x="484" y="1641"/>
                      <a:pt x="150" y="2449"/>
                      <a:pt x="150" y="3290"/>
                    </a:cubicBezTo>
                    <a:cubicBezTo>
                      <a:pt x="150" y="4131"/>
                      <a:pt x="484" y="4938"/>
                      <a:pt x="1079" y="5533"/>
                    </a:cubicBezTo>
                    <a:cubicBezTo>
                      <a:pt x="1674" y="6128"/>
                      <a:pt x="2480" y="6463"/>
                      <a:pt x="3321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92" name="Freeform: Shape 2191">
                <a:extLst>
                  <a:ext uri="{FF2B5EF4-FFF2-40B4-BE49-F238E27FC236}">
                    <a16:creationId xmlns:a16="http://schemas.microsoft.com/office/drawing/2014/main" id="{12AE0D53-CEC6-C241-D6BE-6841014DF1AB}"/>
                  </a:ext>
                </a:extLst>
              </p:cNvPr>
              <p:cNvSpPr/>
              <p:nvPr/>
            </p:nvSpPr>
            <p:spPr>
              <a:xfrm>
                <a:off x="2764957" y="4965049"/>
                <a:ext cx="6343" cy="6345"/>
              </a:xfrm>
              <a:custGeom>
                <a:avLst/>
                <a:gdLst>
                  <a:gd name="connsiteX0" fmla="*/ 3322 w 6343"/>
                  <a:gd name="connsiteY0" fmla="*/ 6462 h 6345"/>
                  <a:gd name="connsiteX1" fmla="*/ 5565 w 6343"/>
                  <a:gd name="connsiteY1" fmla="*/ 5533 h 6345"/>
                  <a:gd name="connsiteX2" fmla="*/ 6494 w 6343"/>
                  <a:gd name="connsiteY2" fmla="*/ 3290 h 6345"/>
                  <a:gd name="connsiteX3" fmla="*/ 5565 w 6343"/>
                  <a:gd name="connsiteY3" fmla="*/ 1046 h 6345"/>
                  <a:gd name="connsiteX4" fmla="*/ 3322 w 6343"/>
                  <a:gd name="connsiteY4" fmla="*/ 117 h 6345"/>
                  <a:gd name="connsiteX5" fmla="*/ 1080 w 6343"/>
                  <a:gd name="connsiteY5" fmla="*/ 1046 h 6345"/>
                  <a:gd name="connsiteX6" fmla="*/ 151 w 6343"/>
                  <a:gd name="connsiteY6" fmla="*/ 3290 h 6345"/>
                  <a:gd name="connsiteX7" fmla="*/ 1080 w 6343"/>
                  <a:gd name="connsiteY7" fmla="*/ 5533 h 6345"/>
                  <a:gd name="connsiteX8" fmla="*/ 3322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2" y="6462"/>
                    </a:moveTo>
                    <a:cubicBezTo>
                      <a:pt x="4163" y="6462"/>
                      <a:pt x="4970" y="6128"/>
                      <a:pt x="5565" y="5533"/>
                    </a:cubicBezTo>
                    <a:cubicBezTo>
                      <a:pt x="6160" y="4938"/>
                      <a:pt x="6494" y="4131"/>
                      <a:pt x="6494" y="3290"/>
                    </a:cubicBezTo>
                    <a:cubicBezTo>
                      <a:pt x="6494" y="2448"/>
                      <a:pt x="6160" y="1641"/>
                      <a:pt x="5565" y="1046"/>
                    </a:cubicBezTo>
                    <a:cubicBezTo>
                      <a:pt x="4970" y="451"/>
                      <a:pt x="4163" y="117"/>
                      <a:pt x="3322" y="117"/>
                    </a:cubicBezTo>
                    <a:cubicBezTo>
                      <a:pt x="2481" y="117"/>
                      <a:pt x="1674" y="451"/>
                      <a:pt x="1080" y="1046"/>
                    </a:cubicBezTo>
                    <a:cubicBezTo>
                      <a:pt x="485" y="1641"/>
                      <a:pt x="151" y="2448"/>
                      <a:pt x="151" y="3290"/>
                    </a:cubicBezTo>
                    <a:cubicBezTo>
                      <a:pt x="151" y="4131"/>
                      <a:pt x="485" y="4938"/>
                      <a:pt x="1080" y="5533"/>
                    </a:cubicBezTo>
                    <a:cubicBezTo>
                      <a:pt x="1674" y="6128"/>
                      <a:pt x="2481" y="6462"/>
                      <a:pt x="3322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93" name="Freeform: Shape 2192">
                <a:extLst>
                  <a:ext uri="{FF2B5EF4-FFF2-40B4-BE49-F238E27FC236}">
                    <a16:creationId xmlns:a16="http://schemas.microsoft.com/office/drawing/2014/main" id="{1158424E-1536-29BE-EAE7-D665ED9693CC}"/>
                  </a:ext>
                </a:extLst>
              </p:cNvPr>
              <p:cNvSpPr/>
              <p:nvPr/>
            </p:nvSpPr>
            <p:spPr>
              <a:xfrm>
                <a:off x="2774997" y="4961992"/>
                <a:ext cx="6343" cy="6345"/>
              </a:xfrm>
              <a:custGeom>
                <a:avLst/>
                <a:gdLst>
                  <a:gd name="connsiteX0" fmla="*/ 3323 w 6343"/>
                  <a:gd name="connsiteY0" fmla="*/ 6462 h 6345"/>
                  <a:gd name="connsiteX1" fmla="*/ 5566 w 6343"/>
                  <a:gd name="connsiteY1" fmla="*/ 5533 h 6345"/>
                  <a:gd name="connsiteX2" fmla="*/ 6495 w 6343"/>
                  <a:gd name="connsiteY2" fmla="*/ 3290 h 6345"/>
                  <a:gd name="connsiteX3" fmla="*/ 5566 w 6343"/>
                  <a:gd name="connsiteY3" fmla="*/ 1046 h 6345"/>
                  <a:gd name="connsiteX4" fmla="*/ 3323 w 6343"/>
                  <a:gd name="connsiteY4" fmla="*/ 117 h 6345"/>
                  <a:gd name="connsiteX5" fmla="*/ 1080 w 6343"/>
                  <a:gd name="connsiteY5" fmla="*/ 1046 h 6345"/>
                  <a:gd name="connsiteX6" fmla="*/ 152 w 6343"/>
                  <a:gd name="connsiteY6" fmla="*/ 3290 h 6345"/>
                  <a:gd name="connsiteX7" fmla="*/ 1080 w 6343"/>
                  <a:gd name="connsiteY7" fmla="*/ 5533 h 6345"/>
                  <a:gd name="connsiteX8" fmla="*/ 3323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462"/>
                    </a:moveTo>
                    <a:cubicBezTo>
                      <a:pt x="4164" y="6462"/>
                      <a:pt x="4971" y="6128"/>
                      <a:pt x="5566" y="5533"/>
                    </a:cubicBezTo>
                    <a:cubicBezTo>
                      <a:pt x="6160" y="4938"/>
                      <a:pt x="6495" y="4131"/>
                      <a:pt x="6495" y="3290"/>
                    </a:cubicBezTo>
                    <a:cubicBezTo>
                      <a:pt x="6495" y="2448"/>
                      <a:pt x="6160" y="1641"/>
                      <a:pt x="5566" y="1046"/>
                    </a:cubicBezTo>
                    <a:cubicBezTo>
                      <a:pt x="4971" y="451"/>
                      <a:pt x="4164" y="117"/>
                      <a:pt x="3323" y="117"/>
                    </a:cubicBezTo>
                    <a:cubicBezTo>
                      <a:pt x="2482" y="117"/>
                      <a:pt x="1675" y="451"/>
                      <a:pt x="1080" y="1046"/>
                    </a:cubicBezTo>
                    <a:cubicBezTo>
                      <a:pt x="486" y="1641"/>
                      <a:pt x="152" y="2448"/>
                      <a:pt x="152" y="3290"/>
                    </a:cubicBezTo>
                    <a:cubicBezTo>
                      <a:pt x="152" y="4131"/>
                      <a:pt x="486" y="4938"/>
                      <a:pt x="1080" y="5533"/>
                    </a:cubicBezTo>
                    <a:cubicBezTo>
                      <a:pt x="1675" y="6128"/>
                      <a:pt x="2482" y="6462"/>
                      <a:pt x="3323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94" name="Freeform: Shape 2193">
                <a:extLst>
                  <a:ext uri="{FF2B5EF4-FFF2-40B4-BE49-F238E27FC236}">
                    <a16:creationId xmlns:a16="http://schemas.microsoft.com/office/drawing/2014/main" id="{A4879063-B63C-01BE-60BA-818DC1AE7748}"/>
                  </a:ext>
                </a:extLst>
              </p:cNvPr>
              <p:cNvSpPr/>
              <p:nvPr/>
            </p:nvSpPr>
            <p:spPr>
              <a:xfrm>
                <a:off x="2788250" y="4961324"/>
                <a:ext cx="6343" cy="6345"/>
              </a:xfrm>
              <a:custGeom>
                <a:avLst/>
                <a:gdLst>
                  <a:gd name="connsiteX0" fmla="*/ 3324 w 6343"/>
                  <a:gd name="connsiteY0" fmla="*/ 6462 h 6345"/>
                  <a:gd name="connsiteX1" fmla="*/ 5567 w 6343"/>
                  <a:gd name="connsiteY1" fmla="*/ 5533 h 6345"/>
                  <a:gd name="connsiteX2" fmla="*/ 6496 w 6343"/>
                  <a:gd name="connsiteY2" fmla="*/ 3289 h 6345"/>
                  <a:gd name="connsiteX3" fmla="*/ 5567 w 6343"/>
                  <a:gd name="connsiteY3" fmla="*/ 1046 h 6345"/>
                  <a:gd name="connsiteX4" fmla="*/ 3324 w 6343"/>
                  <a:gd name="connsiteY4" fmla="*/ 117 h 6345"/>
                  <a:gd name="connsiteX5" fmla="*/ 1082 w 6343"/>
                  <a:gd name="connsiteY5" fmla="*/ 1046 h 6345"/>
                  <a:gd name="connsiteX6" fmla="*/ 153 w 6343"/>
                  <a:gd name="connsiteY6" fmla="*/ 3289 h 6345"/>
                  <a:gd name="connsiteX7" fmla="*/ 1082 w 6343"/>
                  <a:gd name="connsiteY7" fmla="*/ 5533 h 6345"/>
                  <a:gd name="connsiteX8" fmla="*/ 3324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4" y="6462"/>
                    </a:moveTo>
                    <a:cubicBezTo>
                      <a:pt x="4165" y="6462"/>
                      <a:pt x="4972" y="6128"/>
                      <a:pt x="5567" y="5533"/>
                    </a:cubicBezTo>
                    <a:cubicBezTo>
                      <a:pt x="6162" y="4938"/>
                      <a:pt x="6496" y="4131"/>
                      <a:pt x="6496" y="3289"/>
                    </a:cubicBezTo>
                    <a:cubicBezTo>
                      <a:pt x="6496" y="2448"/>
                      <a:pt x="6162" y="1641"/>
                      <a:pt x="5567" y="1046"/>
                    </a:cubicBezTo>
                    <a:cubicBezTo>
                      <a:pt x="4972" y="451"/>
                      <a:pt x="4165" y="117"/>
                      <a:pt x="3324" y="117"/>
                    </a:cubicBezTo>
                    <a:cubicBezTo>
                      <a:pt x="2483" y="117"/>
                      <a:pt x="1676" y="451"/>
                      <a:pt x="1082" y="1046"/>
                    </a:cubicBezTo>
                    <a:cubicBezTo>
                      <a:pt x="487" y="1641"/>
                      <a:pt x="153" y="2448"/>
                      <a:pt x="153" y="3289"/>
                    </a:cubicBezTo>
                    <a:cubicBezTo>
                      <a:pt x="153" y="4131"/>
                      <a:pt x="487" y="4938"/>
                      <a:pt x="1082" y="5533"/>
                    </a:cubicBezTo>
                    <a:cubicBezTo>
                      <a:pt x="1676" y="6128"/>
                      <a:pt x="2483" y="6462"/>
                      <a:pt x="3324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95" name="Freeform: Shape 2194">
                <a:extLst>
                  <a:ext uri="{FF2B5EF4-FFF2-40B4-BE49-F238E27FC236}">
                    <a16:creationId xmlns:a16="http://schemas.microsoft.com/office/drawing/2014/main" id="{124F89E5-CB88-3BEE-E5EC-6F09D8339626}"/>
                  </a:ext>
                </a:extLst>
              </p:cNvPr>
              <p:cNvSpPr/>
              <p:nvPr/>
            </p:nvSpPr>
            <p:spPr>
              <a:xfrm>
                <a:off x="2802203" y="4961320"/>
                <a:ext cx="6343" cy="6345"/>
              </a:xfrm>
              <a:custGeom>
                <a:avLst/>
                <a:gdLst>
                  <a:gd name="connsiteX0" fmla="*/ 3325 w 6343"/>
                  <a:gd name="connsiteY0" fmla="*/ 6462 h 6345"/>
                  <a:gd name="connsiteX1" fmla="*/ 5568 w 6343"/>
                  <a:gd name="connsiteY1" fmla="*/ 5533 h 6345"/>
                  <a:gd name="connsiteX2" fmla="*/ 6497 w 6343"/>
                  <a:gd name="connsiteY2" fmla="*/ 3289 h 6345"/>
                  <a:gd name="connsiteX3" fmla="*/ 5568 w 6343"/>
                  <a:gd name="connsiteY3" fmla="*/ 1046 h 6345"/>
                  <a:gd name="connsiteX4" fmla="*/ 3325 w 6343"/>
                  <a:gd name="connsiteY4" fmla="*/ 117 h 6345"/>
                  <a:gd name="connsiteX5" fmla="*/ 1083 w 6343"/>
                  <a:gd name="connsiteY5" fmla="*/ 1046 h 6345"/>
                  <a:gd name="connsiteX6" fmla="*/ 154 w 6343"/>
                  <a:gd name="connsiteY6" fmla="*/ 3289 h 6345"/>
                  <a:gd name="connsiteX7" fmla="*/ 1083 w 6343"/>
                  <a:gd name="connsiteY7" fmla="*/ 5533 h 6345"/>
                  <a:gd name="connsiteX8" fmla="*/ 3325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5" y="6462"/>
                    </a:moveTo>
                    <a:cubicBezTo>
                      <a:pt x="4166" y="6462"/>
                      <a:pt x="4973" y="6128"/>
                      <a:pt x="5568" y="5533"/>
                    </a:cubicBezTo>
                    <a:cubicBezTo>
                      <a:pt x="6163" y="4938"/>
                      <a:pt x="6497" y="4131"/>
                      <a:pt x="6497" y="3289"/>
                    </a:cubicBezTo>
                    <a:cubicBezTo>
                      <a:pt x="6497" y="2448"/>
                      <a:pt x="6163" y="1641"/>
                      <a:pt x="5568" y="1046"/>
                    </a:cubicBezTo>
                    <a:cubicBezTo>
                      <a:pt x="4973" y="451"/>
                      <a:pt x="4166" y="117"/>
                      <a:pt x="3325" y="117"/>
                    </a:cubicBezTo>
                    <a:cubicBezTo>
                      <a:pt x="2484" y="117"/>
                      <a:pt x="1677" y="451"/>
                      <a:pt x="1083" y="1046"/>
                    </a:cubicBezTo>
                    <a:cubicBezTo>
                      <a:pt x="488" y="1641"/>
                      <a:pt x="154" y="2448"/>
                      <a:pt x="154" y="3289"/>
                    </a:cubicBezTo>
                    <a:cubicBezTo>
                      <a:pt x="154" y="4131"/>
                      <a:pt x="488" y="4938"/>
                      <a:pt x="1083" y="5533"/>
                    </a:cubicBezTo>
                    <a:cubicBezTo>
                      <a:pt x="1677" y="6128"/>
                      <a:pt x="2484" y="6462"/>
                      <a:pt x="3325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96" name="Freeform: Shape 2195">
                <a:extLst>
                  <a:ext uri="{FF2B5EF4-FFF2-40B4-BE49-F238E27FC236}">
                    <a16:creationId xmlns:a16="http://schemas.microsoft.com/office/drawing/2014/main" id="{0C1E75A8-115E-6DA5-8C73-70852AFEB5B4}"/>
                  </a:ext>
                </a:extLst>
              </p:cNvPr>
              <p:cNvSpPr/>
              <p:nvPr/>
            </p:nvSpPr>
            <p:spPr>
              <a:xfrm>
                <a:off x="2815154" y="4960755"/>
                <a:ext cx="6343" cy="6345"/>
              </a:xfrm>
              <a:custGeom>
                <a:avLst/>
                <a:gdLst>
                  <a:gd name="connsiteX0" fmla="*/ 3326 w 6343"/>
                  <a:gd name="connsiteY0" fmla="*/ 6462 h 6345"/>
                  <a:gd name="connsiteX1" fmla="*/ 5569 w 6343"/>
                  <a:gd name="connsiteY1" fmla="*/ 5533 h 6345"/>
                  <a:gd name="connsiteX2" fmla="*/ 6498 w 6343"/>
                  <a:gd name="connsiteY2" fmla="*/ 3289 h 6345"/>
                  <a:gd name="connsiteX3" fmla="*/ 5569 w 6343"/>
                  <a:gd name="connsiteY3" fmla="*/ 1046 h 6345"/>
                  <a:gd name="connsiteX4" fmla="*/ 3326 w 6343"/>
                  <a:gd name="connsiteY4" fmla="*/ 117 h 6345"/>
                  <a:gd name="connsiteX5" fmla="*/ 1084 w 6343"/>
                  <a:gd name="connsiteY5" fmla="*/ 1046 h 6345"/>
                  <a:gd name="connsiteX6" fmla="*/ 155 w 6343"/>
                  <a:gd name="connsiteY6" fmla="*/ 3289 h 6345"/>
                  <a:gd name="connsiteX7" fmla="*/ 1084 w 6343"/>
                  <a:gd name="connsiteY7" fmla="*/ 5533 h 6345"/>
                  <a:gd name="connsiteX8" fmla="*/ 3326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6" y="6462"/>
                    </a:moveTo>
                    <a:cubicBezTo>
                      <a:pt x="4167" y="6462"/>
                      <a:pt x="4974" y="6128"/>
                      <a:pt x="5569" y="5533"/>
                    </a:cubicBezTo>
                    <a:cubicBezTo>
                      <a:pt x="6164" y="4938"/>
                      <a:pt x="6498" y="4131"/>
                      <a:pt x="6498" y="3289"/>
                    </a:cubicBezTo>
                    <a:cubicBezTo>
                      <a:pt x="6498" y="2448"/>
                      <a:pt x="6164" y="1641"/>
                      <a:pt x="5569" y="1046"/>
                    </a:cubicBezTo>
                    <a:cubicBezTo>
                      <a:pt x="4974" y="451"/>
                      <a:pt x="4167" y="117"/>
                      <a:pt x="3326" y="117"/>
                    </a:cubicBezTo>
                    <a:cubicBezTo>
                      <a:pt x="2485" y="117"/>
                      <a:pt x="1678" y="451"/>
                      <a:pt x="1084" y="1046"/>
                    </a:cubicBezTo>
                    <a:cubicBezTo>
                      <a:pt x="489" y="1641"/>
                      <a:pt x="155" y="2448"/>
                      <a:pt x="155" y="3289"/>
                    </a:cubicBezTo>
                    <a:cubicBezTo>
                      <a:pt x="155" y="4131"/>
                      <a:pt x="489" y="4938"/>
                      <a:pt x="1084" y="5533"/>
                    </a:cubicBezTo>
                    <a:cubicBezTo>
                      <a:pt x="1678" y="6128"/>
                      <a:pt x="2485" y="6462"/>
                      <a:pt x="3326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97" name="Freeform: Shape 2196">
                <a:extLst>
                  <a:ext uri="{FF2B5EF4-FFF2-40B4-BE49-F238E27FC236}">
                    <a16:creationId xmlns:a16="http://schemas.microsoft.com/office/drawing/2014/main" id="{4C6A6DC2-55B0-4EE4-2CB8-5BECE126C274}"/>
                  </a:ext>
                </a:extLst>
              </p:cNvPr>
              <p:cNvSpPr/>
              <p:nvPr/>
            </p:nvSpPr>
            <p:spPr>
              <a:xfrm>
                <a:off x="2835529" y="4965852"/>
                <a:ext cx="6343" cy="6345"/>
              </a:xfrm>
              <a:custGeom>
                <a:avLst/>
                <a:gdLst>
                  <a:gd name="connsiteX0" fmla="*/ 3328 w 6343"/>
                  <a:gd name="connsiteY0" fmla="*/ 6463 h 6345"/>
                  <a:gd name="connsiteX1" fmla="*/ 5571 w 6343"/>
                  <a:gd name="connsiteY1" fmla="*/ 5533 h 6345"/>
                  <a:gd name="connsiteX2" fmla="*/ 6499 w 6343"/>
                  <a:gd name="connsiteY2" fmla="*/ 3290 h 6345"/>
                  <a:gd name="connsiteX3" fmla="*/ 5571 w 6343"/>
                  <a:gd name="connsiteY3" fmla="*/ 1046 h 6345"/>
                  <a:gd name="connsiteX4" fmla="*/ 3328 w 6343"/>
                  <a:gd name="connsiteY4" fmla="*/ 117 h 6345"/>
                  <a:gd name="connsiteX5" fmla="*/ 1085 w 6343"/>
                  <a:gd name="connsiteY5" fmla="*/ 1046 h 6345"/>
                  <a:gd name="connsiteX6" fmla="*/ 156 w 6343"/>
                  <a:gd name="connsiteY6" fmla="*/ 3290 h 6345"/>
                  <a:gd name="connsiteX7" fmla="*/ 1085 w 6343"/>
                  <a:gd name="connsiteY7" fmla="*/ 5533 h 6345"/>
                  <a:gd name="connsiteX8" fmla="*/ 3328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8" y="6463"/>
                    </a:moveTo>
                    <a:cubicBezTo>
                      <a:pt x="4169" y="6463"/>
                      <a:pt x="4976" y="6128"/>
                      <a:pt x="5571" y="5533"/>
                    </a:cubicBezTo>
                    <a:cubicBezTo>
                      <a:pt x="6165" y="4938"/>
                      <a:pt x="6499" y="4131"/>
                      <a:pt x="6499" y="3290"/>
                    </a:cubicBezTo>
                    <a:cubicBezTo>
                      <a:pt x="6499" y="2448"/>
                      <a:pt x="6165" y="1641"/>
                      <a:pt x="5571" y="1046"/>
                    </a:cubicBezTo>
                    <a:cubicBezTo>
                      <a:pt x="4976" y="451"/>
                      <a:pt x="4169" y="117"/>
                      <a:pt x="3328" y="117"/>
                    </a:cubicBezTo>
                    <a:cubicBezTo>
                      <a:pt x="2487" y="117"/>
                      <a:pt x="1680" y="451"/>
                      <a:pt x="1085" y="1046"/>
                    </a:cubicBezTo>
                    <a:cubicBezTo>
                      <a:pt x="491" y="1641"/>
                      <a:pt x="156" y="2448"/>
                      <a:pt x="156" y="3290"/>
                    </a:cubicBezTo>
                    <a:cubicBezTo>
                      <a:pt x="156" y="4131"/>
                      <a:pt x="491" y="4938"/>
                      <a:pt x="1085" y="5533"/>
                    </a:cubicBezTo>
                    <a:cubicBezTo>
                      <a:pt x="1680" y="6128"/>
                      <a:pt x="2487" y="6463"/>
                      <a:pt x="3328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98" name="Freeform: Shape 2197">
                <a:extLst>
                  <a:ext uri="{FF2B5EF4-FFF2-40B4-BE49-F238E27FC236}">
                    <a16:creationId xmlns:a16="http://schemas.microsoft.com/office/drawing/2014/main" id="{2971282F-F5F6-24CC-6726-44FC9AED8858}"/>
                  </a:ext>
                </a:extLst>
              </p:cNvPr>
              <p:cNvSpPr/>
              <p:nvPr/>
            </p:nvSpPr>
            <p:spPr>
              <a:xfrm>
                <a:off x="2851422" y="4967879"/>
                <a:ext cx="6343" cy="6345"/>
              </a:xfrm>
              <a:custGeom>
                <a:avLst/>
                <a:gdLst>
                  <a:gd name="connsiteX0" fmla="*/ 3329 w 6343"/>
                  <a:gd name="connsiteY0" fmla="*/ 6463 h 6345"/>
                  <a:gd name="connsiteX1" fmla="*/ 5572 w 6343"/>
                  <a:gd name="connsiteY1" fmla="*/ 5533 h 6345"/>
                  <a:gd name="connsiteX2" fmla="*/ 6501 w 6343"/>
                  <a:gd name="connsiteY2" fmla="*/ 3290 h 6345"/>
                  <a:gd name="connsiteX3" fmla="*/ 5572 w 6343"/>
                  <a:gd name="connsiteY3" fmla="*/ 1047 h 6345"/>
                  <a:gd name="connsiteX4" fmla="*/ 3329 w 6343"/>
                  <a:gd name="connsiteY4" fmla="*/ 117 h 6345"/>
                  <a:gd name="connsiteX5" fmla="*/ 1087 w 6343"/>
                  <a:gd name="connsiteY5" fmla="*/ 1047 h 6345"/>
                  <a:gd name="connsiteX6" fmla="*/ 158 w 6343"/>
                  <a:gd name="connsiteY6" fmla="*/ 3290 h 6345"/>
                  <a:gd name="connsiteX7" fmla="*/ 1087 w 6343"/>
                  <a:gd name="connsiteY7" fmla="*/ 5533 h 6345"/>
                  <a:gd name="connsiteX8" fmla="*/ 3329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463"/>
                    </a:moveTo>
                    <a:cubicBezTo>
                      <a:pt x="4170" y="6463"/>
                      <a:pt x="4977" y="6128"/>
                      <a:pt x="5572" y="5533"/>
                    </a:cubicBezTo>
                    <a:cubicBezTo>
                      <a:pt x="6167" y="4938"/>
                      <a:pt x="6501" y="4131"/>
                      <a:pt x="6501" y="3290"/>
                    </a:cubicBezTo>
                    <a:cubicBezTo>
                      <a:pt x="6501" y="2449"/>
                      <a:pt x="6167" y="1642"/>
                      <a:pt x="5572" y="1047"/>
                    </a:cubicBezTo>
                    <a:cubicBezTo>
                      <a:pt x="4977" y="452"/>
                      <a:pt x="4170" y="117"/>
                      <a:pt x="3329" y="117"/>
                    </a:cubicBezTo>
                    <a:cubicBezTo>
                      <a:pt x="2488" y="117"/>
                      <a:pt x="1681" y="452"/>
                      <a:pt x="1087" y="1047"/>
                    </a:cubicBezTo>
                    <a:cubicBezTo>
                      <a:pt x="492" y="1642"/>
                      <a:pt x="158" y="2449"/>
                      <a:pt x="158" y="3290"/>
                    </a:cubicBezTo>
                    <a:cubicBezTo>
                      <a:pt x="158" y="4131"/>
                      <a:pt x="492" y="4938"/>
                      <a:pt x="1087" y="5533"/>
                    </a:cubicBezTo>
                    <a:cubicBezTo>
                      <a:pt x="1681" y="6128"/>
                      <a:pt x="2488" y="6463"/>
                      <a:pt x="3329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99" name="Freeform: Shape 2198">
                <a:extLst>
                  <a:ext uri="{FF2B5EF4-FFF2-40B4-BE49-F238E27FC236}">
                    <a16:creationId xmlns:a16="http://schemas.microsoft.com/office/drawing/2014/main" id="{CFF21D90-317C-3B16-A120-9C715BEDF60C}"/>
                  </a:ext>
                </a:extLst>
              </p:cNvPr>
              <p:cNvSpPr/>
              <p:nvPr/>
            </p:nvSpPr>
            <p:spPr>
              <a:xfrm>
                <a:off x="2865812" y="4968977"/>
                <a:ext cx="6343" cy="6345"/>
              </a:xfrm>
              <a:custGeom>
                <a:avLst/>
                <a:gdLst>
                  <a:gd name="connsiteX0" fmla="*/ 3330 w 6343"/>
                  <a:gd name="connsiteY0" fmla="*/ 6463 h 6345"/>
                  <a:gd name="connsiteX1" fmla="*/ 5573 w 6343"/>
                  <a:gd name="connsiteY1" fmla="*/ 5534 h 6345"/>
                  <a:gd name="connsiteX2" fmla="*/ 6502 w 6343"/>
                  <a:gd name="connsiteY2" fmla="*/ 3290 h 6345"/>
                  <a:gd name="connsiteX3" fmla="*/ 5573 w 6343"/>
                  <a:gd name="connsiteY3" fmla="*/ 1047 h 6345"/>
                  <a:gd name="connsiteX4" fmla="*/ 3330 w 6343"/>
                  <a:gd name="connsiteY4" fmla="*/ 117 h 6345"/>
                  <a:gd name="connsiteX5" fmla="*/ 1088 w 6343"/>
                  <a:gd name="connsiteY5" fmla="*/ 1047 h 6345"/>
                  <a:gd name="connsiteX6" fmla="*/ 159 w 6343"/>
                  <a:gd name="connsiteY6" fmla="*/ 3290 h 6345"/>
                  <a:gd name="connsiteX7" fmla="*/ 1088 w 6343"/>
                  <a:gd name="connsiteY7" fmla="*/ 5534 h 6345"/>
                  <a:gd name="connsiteX8" fmla="*/ 3330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463"/>
                    </a:moveTo>
                    <a:cubicBezTo>
                      <a:pt x="4171" y="6463"/>
                      <a:pt x="4978" y="6128"/>
                      <a:pt x="5573" y="5534"/>
                    </a:cubicBezTo>
                    <a:cubicBezTo>
                      <a:pt x="6168" y="4939"/>
                      <a:pt x="6502" y="4131"/>
                      <a:pt x="6502" y="3290"/>
                    </a:cubicBezTo>
                    <a:cubicBezTo>
                      <a:pt x="6502" y="2449"/>
                      <a:pt x="6168" y="1642"/>
                      <a:pt x="5573" y="1047"/>
                    </a:cubicBezTo>
                    <a:cubicBezTo>
                      <a:pt x="4978" y="452"/>
                      <a:pt x="4171" y="117"/>
                      <a:pt x="3330" y="117"/>
                    </a:cubicBezTo>
                    <a:cubicBezTo>
                      <a:pt x="2489" y="117"/>
                      <a:pt x="1682" y="452"/>
                      <a:pt x="1088" y="1047"/>
                    </a:cubicBezTo>
                    <a:cubicBezTo>
                      <a:pt x="493" y="1642"/>
                      <a:pt x="159" y="2449"/>
                      <a:pt x="159" y="3290"/>
                    </a:cubicBezTo>
                    <a:cubicBezTo>
                      <a:pt x="159" y="4131"/>
                      <a:pt x="493" y="4939"/>
                      <a:pt x="1088" y="5534"/>
                    </a:cubicBezTo>
                    <a:cubicBezTo>
                      <a:pt x="1682" y="6128"/>
                      <a:pt x="2489" y="6463"/>
                      <a:pt x="3330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00" name="Freeform: Shape 2199">
                <a:extLst>
                  <a:ext uri="{FF2B5EF4-FFF2-40B4-BE49-F238E27FC236}">
                    <a16:creationId xmlns:a16="http://schemas.microsoft.com/office/drawing/2014/main" id="{7B81E4F7-1BD7-A690-13C0-0F53D62C06C6}"/>
                  </a:ext>
                </a:extLst>
              </p:cNvPr>
              <p:cNvSpPr/>
              <p:nvPr/>
            </p:nvSpPr>
            <p:spPr>
              <a:xfrm>
                <a:off x="2880678" y="4970628"/>
                <a:ext cx="6343" cy="6345"/>
              </a:xfrm>
              <a:custGeom>
                <a:avLst/>
                <a:gdLst>
                  <a:gd name="connsiteX0" fmla="*/ 3331 w 6343"/>
                  <a:gd name="connsiteY0" fmla="*/ 6463 h 6345"/>
                  <a:gd name="connsiteX1" fmla="*/ 5574 w 6343"/>
                  <a:gd name="connsiteY1" fmla="*/ 5534 h 6345"/>
                  <a:gd name="connsiteX2" fmla="*/ 6503 w 6343"/>
                  <a:gd name="connsiteY2" fmla="*/ 3290 h 6345"/>
                  <a:gd name="connsiteX3" fmla="*/ 5574 w 6343"/>
                  <a:gd name="connsiteY3" fmla="*/ 1047 h 6345"/>
                  <a:gd name="connsiteX4" fmla="*/ 3331 w 6343"/>
                  <a:gd name="connsiteY4" fmla="*/ 117 h 6345"/>
                  <a:gd name="connsiteX5" fmla="*/ 1089 w 6343"/>
                  <a:gd name="connsiteY5" fmla="*/ 1047 h 6345"/>
                  <a:gd name="connsiteX6" fmla="*/ 160 w 6343"/>
                  <a:gd name="connsiteY6" fmla="*/ 3290 h 6345"/>
                  <a:gd name="connsiteX7" fmla="*/ 1089 w 6343"/>
                  <a:gd name="connsiteY7" fmla="*/ 5534 h 6345"/>
                  <a:gd name="connsiteX8" fmla="*/ 3331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63"/>
                    </a:moveTo>
                    <a:cubicBezTo>
                      <a:pt x="4173" y="6463"/>
                      <a:pt x="4979" y="6129"/>
                      <a:pt x="5574" y="5534"/>
                    </a:cubicBezTo>
                    <a:cubicBezTo>
                      <a:pt x="6169" y="4939"/>
                      <a:pt x="6503" y="4132"/>
                      <a:pt x="6503" y="3290"/>
                    </a:cubicBezTo>
                    <a:cubicBezTo>
                      <a:pt x="6503" y="2449"/>
                      <a:pt x="6169" y="1642"/>
                      <a:pt x="5574" y="1047"/>
                    </a:cubicBezTo>
                    <a:cubicBezTo>
                      <a:pt x="4979" y="452"/>
                      <a:pt x="4173" y="117"/>
                      <a:pt x="3331" y="117"/>
                    </a:cubicBezTo>
                    <a:cubicBezTo>
                      <a:pt x="2490" y="117"/>
                      <a:pt x="1684" y="452"/>
                      <a:pt x="1089" y="1047"/>
                    </a:cubicBezTo>
                    <a:cubicBezTo>
                      <a:pt x="494" y="1642"/>
                      <a:pt x="160" y="2449"/>
                      <a:pt x="160" y="3290"/>
                    </a:cubicBezTo>
                    <a:cubicBezTo>
                      <a:pt x="160" y="4132"/>
                      <a:pt x="494" y="4939"/>
                      <a:pt x="1089" y="5534"/>
                    </a:cubicBezTo>
                    <a:cubicBezTo>
                      <a:pt x="1684" y="6129"/>
                      <a:pt x="2490" y="6463"/>
                      <a:pt x="3331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01" name="Freeform: Shape 2200">
                <a:extLst>
                  <a:ext uri="{FF2B5EF4-FFF2-40B4-BE49-F238E27FC236}">
                    <a16:creationId xmlns:a16="http://schemas.microsoft.com/office/drawing/2014/main" id="{AB5050B5-EDDE-889C-77C7-604C9E4D1681}"/>
                  </a:ext>
                </a:extLst>
              </p:cNvPr>
              <p:cNvSpPr/>
              <p:nvPr/>
            </p:nvSpPr>
            <p:spPr>
              <a:xfrm>
                <a:off x="2893420" y="4970822"/>
                <a:ext cx="6343" cy="6345"/>
              </a:xfrm>
              <a:custGeom>
                <a:avLst/>
                <a:gdLst>
                  <a:gd name="connsiteX0" fmla="*/ 3332 w 6343"/>
                  <a:gd name="connsiteY0" fmla="*/ 6463 h 6345"/>
                  <a:gd name="connsiteX1" fmla="*/ 5575 w 6343"/>
                  <a:gd name="connsiteY1" fmla="*/ 5534 h 6345"/>
                  <a:gd name="connsiteX2" fmla="*/ 6504 w 6343"/>
                  <a:gd name="connsiteY2" fmla="*/ 3290 h 6345"/>
                  <a:gd name="connsiteX3" fmla="*/ 5575 w 6343"/>
                  <a:gd name="connsiteY3" fmla="*/ 1047 h 6345"/>
                  <a:gd name="connsiteX4" fmla="*/ 3332 w 6343"/>
                  <a:gd name="connsiteY4" fmla="*/ 118 h 6345"/>
                  <a:gd name="connsiteX5" fmla="*/ 1090 w 6343"/>
                  <a:gd name="connsiteY5" fmla="*/ 1047 h 6345"/>
                  <a:gd name="connsiteX6" fmla="*/ 161 w 6343"/>
                  <a:gd name="connsiteY6" fmla="*/ 3290 h 6345"/>
                  <a:gd name="connsiteX7" fmla="*/ 1090 w 6343"/>
                  <a:gd name="connsiteY7" fmla="*/ 5534 h 6345"/>
                  <a:gd name="connsiteX8" fmla="*/ 3332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2" y="6463"/>
                    </a:moveTo>
                    <a:cubicBezTo>
                      <a:pt x="4174" y="6463"/>
                      <a:pt x="4980" y="6129"/>
                      <a:pt x="5575" y="5534"/>
                    </a:cubicBezTo>
                    <a:cubicBezTo>
                      <a:pt x="6170" y="4939"/>
                      <a:pt x="6504" y="4132"/>
                      <a:pt x="6504" y="3290"/>
                    </a:cubicBezTo>
                    <a:cubicBezTo>
                      <a:pt x="6504" y="2449"/>
                      <a:pt x="6170" y="1642"/>
                      <a:pt x="5575" y="1047"/>
                    </a:cubicBezTo>
                    <a:cubicBezTo>
                      <a:pt x="4980" y="452"/>
                      <a:pt x="4174" y="118"/>
                      <a:pt x="3332" y="118"/>
                    </a:cubicBezTo>
                    <a:cubicBezTo>
                      <a:pt x="2491" y="118"/>
                      <a:pt x="1685" y="452"/>
                      <a:pt x="1090" y="1047"/>
                    </a:cubicBezTo>
                    <a:cubicBezTo>
                      <a:pt x="495" y="1642"/>
                      <a:pt x="161" y="2449"/>
                      <a:pt x="161" y="3290"/>
                    </a:cubicBezTo>
                    <a:cubicBezTo>
                      <a:pt x="161" y="4132"/>
                      <a:pt x="495" y="4939"/>
                      <a:pt x="1090" y="5534"/>
                    </a:cubicBezTo>
                    <a:cubicBezTo>
                      <a:pt x="1685" y="6129"/>
                      <a:pt x="2491" y="6463"/>
                      <a:pt x="3332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02" name="Freeform: Shape 2201">
                <a:extLst>
                  <a:ext uri="{FF2B5EF4-FFF2-40B4-BE49-F238E27FC236}">
                    <a16:creationId xmlns:a16="http://schemas.microsoft.com/office/drawing/2014/main" id="{3FBC5154-3FF6-4E47-F958-78C962205140}"/>
                  </a:ext>
                </a:extLst>
              </p:cNvPr>
              <p:cNvSpPr/>
              <p:nvPr/>
            </p:nvSpPr>
            <p:spPr>
              <a:xfrm>
                <a:off x="2908476" y="4973004"/>
                <a:ext cx="6343" cy="6345"/>
              </a:xfrm>
              <a:custGeom>
                <a:avLst/>
                <a:gdLst>
                  <a:gd name="connsiteX0" fmla="*/ 3334 w 6343"/>
                  <a:gd name="connsiteY0" fmla="*/ 6463 h 6345"/>
                  <a:gd name="connsiteX1" fmla="*/ 5576 w 6343"/>
                  <a:gd name="connsiteY1" fmla="*/ 5534 h 6345"/>
                  <a:gd name="connsiteX2" fmla="*/ 6505 w 6343"/>
                  <a:gd name="connsiteY2" fmla="*/ 3290 h 6345"/>
                  <a:gd name="connsiteX3" fmla="*/ 5576 w 6343"/>
                  <a:gd name="connsiteY3" fmla="*/ 1047 h 6345"/>
                  <a:gd name="connsiteX4" fmla="*/ 3334 w 6343"/>
                  <a:gd name="connsiteY4" fmla="*/ 118 h 6345"/>
                  <a:gd name="connsiteX5" fmla="*/ 1091 w 6343"/>
                  <a:gd name="connsiteY5" fmla="*/ 1047 h 6345"/>
                  <a:gd name="connsiteX6" fmla="*/ 162 w 6343"/>
                  <a:gd name="connsiteY6" fmla="*/ 3290 h 6345"/>
                  <a:gd name="connsiteX7" fmla="*/ 1091 w 6343"/>
                  <a:gd name="connsiteY7" fmla="*/ 5534 h 6345"/>
                  <a:gd name="connsiteX8" fmla="*/ 3334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4" y="6463"/>
                    </a:moveTo>
                    <a:cubicBezTo>
                      <a:pt x="4175" y="6463"/>
                      <a:pt x="4982" y="6129"/>
                      <a:pt x="5576" y="5534"/>
                    </a:cubicBezTo>
                    <a:cubicBezTo>
                      <a:pt x="6171" y="4939"/>
                      <a:pt x="6505" y="4132"/>
                      <a:pt x="6505" y="3290"/>
                    </a:cubicBezTo>
                    <a:cubicBezTo>
                      <a:pt x="6505" y="2449"/>
                      <a:pt x="6171" y="1642"/>
                      <a:pt x="5576" y="1047"/>
                    </a:cubicBezTo>
                    <a:cubicBezTo>
                      <a:pt x="4982" y="452"/>
                      <a:pt x="4175" y="118"/>
                      <a:pt x="3334" y="118"/>
                    </a:cubicBezTo>
                    <a:cubicBezTo>
                      <a:pt x="2493" y="118"/>
                      <a:pt x="1686" y="452"/>
                      <a:pt x="1091" y="1047"/>
                    </a:cubicBezTo>
                    <a:cubicBezTo>
                      <a:pt x="496" y="1642"/>
                      <a:pt x="162" y="2449"/>
                      <a:pt x="162" y="3290"/>
                    </a:cubicBezTo>
                    <a:cubicBezTo>
                      <a:pt x="162" y="4132"/>
                      <a:pt x="496" y="4939"/>
                      <a:pt x="1091" y="5534"/>
                    </a:cubicBezTo>
                    <a:cubicBezTo>
                      <a:pt x="1686" y="6129"/>
                      <a:pt x="2493" y="6463"/>
                      <a:pt x="3334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03" name="Freeform: Shape 2202">
                <a:extLst>
                  <a:ext uri="{FF2B5EF4-FFF2-40B4-BE49-F238E27FC236}">
                    <a16:creationId xmlns:a16="http://schemas.microsoft.com/office/drawing/2014/main" id="{81C3E2BA-BDF1-FC36-907F-D5CE64C39ED6}"/>
                  </a:ext>
                </a:extLst>
              </p:cNvPr>
              <p:cNvSpPr/>
              <p:nvPr/>
            </p:nvSpPr>
            <p:spPr>
              <a:xfrm>
                <a:off x="2939488" y="4988168"/>
                <a:ext cx="6343" cy="6345"/>
              </a:xfrm>
              <a:custGeom>
                <a:avLst/>
                <a:gdLst>
                  <a:gd name="connsiteX0" fmla="*/ 3336 w 6343"/>
                  <a:gd name="connsiteY0" fmla="*/ 6464 h 6345"/>
                  <a:gd name="connsiteX1" fmla="*/ 5579 w 6343"/>
                  <a:gd name="connsiteY1" fmla="*/ 5535 h 6345"/>
                  <a:gd name="connsiteX2" fmla="*/ 6508 w 6343"/>
                  <a:gd name="connsiteY2" fmla="*/ 3292 h 6345"/>
                  <a:gd name="connsiteX3" fmla="*/ 5579 w 6343"/>
                  <a:gd name="connsiteY3" fmla="*/ 1048 h 6345"/>
                  <a:gd name="connsiteX4" fmla="*/ 3336 w 6343"/>
                  <a:gd name="connsiteY4" fmla="*/ 119 h 6345"/>
                  <a:gd name="connsiteX5" fmla="*/ 1093 w 6343"/>
                  <a:gd name="connsiteY5" fmla="*/ 1048 h 6345"/>
                  <a:gd name="connsiteX6" fmla="*/ 165 w 6343"/>
                  <a:gd name="connsiteY6" fmla="*/ 3292 h 6345"/>
                  <a:gd name="connsiteX7" fmla="*/ 1093 w 6343"/>
                  <a:gd name="connsiteY7" fmla="*/ 5535 h 6345"/>
                  <a:gd name="connsiteX8" fmla="*/ 3336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6" y="6464"/>
                    </a:moveTo>
                    <a:cubicBezTo>
                      <a:pt x="4177" y="6464"/>
                      <a:pt x="4984" y="6130"/>
                      <a:pt x="5579" y="5535"/>
                    </a:cubicBezTo>
                    <a:cubicBezTo>
                      <a:pt x="6173" y="4940"/>
                      <a:pt x="6508" y="4133"/>
                      <a:pt x="6508" y="3292"/>
                    </a:cubicBezTo>
                    <a:cubicBezTo>
                      <a:pt x="6508" y="2450"/>
                      <a:pt x="6173" y="1643"/>
                      <a:pt x="5579" y="1048"/>
                    </a:cubicBezTo>
                    <a:cubicBezTo>
                      <a:pt x="4984" y="453"/>
                      <a:pt x="4177" y="119"/>
                      <a:pt x="3336" y="119"/>
                    </a:cubicBezTo>
                    <a:cubicBezTo>
                      <a:pt x="2495" y="119"/>
                      <a:pt x="1688" y="453"/>
                      <a:pt x="1093" y="1048"/>
                    </a:cubicBezTo>
                    <a:cubicBezTo>
                      <a:pt x="499" y="1643"/>
                      <a:pt x="165" y="2450"/>
                      <a:pt x="165" y="3292"/>
                    </a:cubicBezTo>
                    <a:cubicBezTo>
                      <a:pt x="165" y="4133"/>
                      <a:pt x="499" y="4940"/>
                      <a:pt x="1093" y="5535"/>
                    </a:cubicBezTo>
                    <a:cubicBezTo>
                      <a:pt x="1688" y="6130"/>
                      <a:pt x="2495" y="6464"/>
                      <a:pt x="3336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04" name="Freeform: Shape 2203">
                <a:extLst>
                  <a:ext uri="{FF2B5EF4-FFF2-40B4-BE49-F238E27FC236}">
                    <a16:creationId xmlns:a16="http://schemas.microsoft.com/office/drawing/2014/main" id="{564EFA99-6A80-7553-A0FF-2D92F3915F68}"/>
                  </a:ext>
                </a:extLst>
              </p:cNvPr>
              <p:cNvSpPr/>
              <p:nvPr/>
            </p:nvSpPr>
            <p:spPr>
              <a:xfrm>
                <a:off x="2951339" y="4988329"/>
                <a:ext cx="6343" cy="6345"/>
              </a:xfrm>
              <a:custGeom>
                <a:avLst/>
                <a:gdLst>
                  <a:gd name="connsiteX0" fmla="*/ 3337 w 6343"/>
                  <a:gd name="connsiteY0" fmla="*/ 6464 h 6345"/>
                  <a:gd name="connsiteX1" fmla="*/ 5580 w 6343"/>
                  <a:gd name="connsiteY1" fmla="*/ 5535 h 6345"/>
                  <a:gd name="connsiteX2" fmla="*/ 6509 w 6343"/>
                  <a:gd name="connsiteY2" fmla="*/ 3292 h 6345"/>
                  <a:gd name="connsiteX3" fmla="*/ 5580 w 6343"/>
                  <a:gd name="connsiteY3" fmla="*/ 1048 h 6345"/>
                  <a:gd name="connsiteX4" fmla="*/ 3337 w 6343"/>
                  <a:gd name="connsiteY4" fmla="*/ 119 h 6345"/>
                  <a:gd name="connsiteX5" fmla="*/ 1094 w 6343"/>
                  <a:gd name="connsiteY5" fmla="*/ 1048 h 6345"/>
                  <a:gd name="connsiteX6" fmla="*/ 165 w 6343"/>
                  <a:gd name="connsiteY6" fmla="*/ 3292 h 6345"/>
                  <a:gd name="connsiteX7" fmla="*/ 1094 w 6343"/>
                  <a:gd name="connsiteY7" fmla="*/ 5535 h 6345"/>
                  <a:gd name="connsiteX8" fmla="*/ 3337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7" y="6464"/>
                    </a:moveTo>
                    <a:cubicBezTo>
                      <a:pt x="4178" y="6464"/>
                      <a:pt x="4985" y="6130"/>
                      <a:pt x="5580" y="5535"/>
                    </a:cubicBezTo>
                    <a:cubicBezTo>
                      <a:pt x="6174" y="4940"/>
                      <a:pt x="6509" y="4133"/>
                      <a:pt x="6509" y="3292"/>
                    </a:cubicBezTo>
                    <a:cubicBezTo>
                      <a:pt x="6509" y="2450"/>
                      <a:pt x="6174" y="1643"/>
                      <a:pt x="5580" y="1048"/>
                    </a:cubicBezTo>
                    <a:cubicBezTo>
                      <a:pt x="4985" y="453"/>
                      <a:pt x="4178" y="119"/>
                      <a:pt x="3337" y="119"/>
                    </a:cubicBezTo>
                    <a:cubicBezTo>
                      <a:pt x="2496" y="119"/>
                      <a:pt x="1689" y="453"/>
                      <a:pt x="1094" y="1048"/>
                    </a:cubicBezTo>
                    <a:cubicBezTo>
                      <a:pt x="500" y="1643"/>
                      <a:pt x="165" y="2450"/>
                      <a:pt x="165" y="3292"/>
                    </a:cubicBezTo>
                    <a:cubicBezTo>
                      <a:pt x="165" y="4133"/>
                      <a:pt x="500" y="4940"/>
                      <a:pt x="1094" y="5535"/>
                    </a:cubicBezTo>
                    <a:cubicBezTo>
                      <a:pt x="1689" y="6130"/>
                      <a:pt x="2496" y="6464"/>
                      <a:pt x="3337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05" name="Freeform: Shape 2204">
                <a:extLst>
                  <a:ext uri="{FF2B5EF4-FFF2-40B4-BE49-F238E27FC236}">
                    <a16:creationId xmlns:a16="http://schemas.microsoft.com/office/drawing/2014/main" id="{A40A49EC-60D9-D4C5-FB21-A363DAC22FF1}"/>
                  </a:ext>
                </a:extLst>
              </p:cNvPr>
              <p:cNvSpPr/>
              <p:nvPr/>
            </p:nvSpPr>
            <p:spPr>
              <a:xfrm>
                <a:off x="2962086" y="4987731"/>
                <a:ext cx="6343" cy="6345"/>
              </a:xfrm>
              <a:custGeom>
                <a:avLst/>
                <a:gdLst>
                  <a:gd name="connsiteX0" fmla="*/ 3338 w 6343"/>
                  <a:gd name="connsiteY0" fmla="*/ 6464 h 6345"/>
                  <a:gd name="connsiteX1" fmla="*/ 5581 w 6343"/>
                  <a:gd name="connsiteY1" fmla="*/ 5535 h 6345"/>
                  <a:gd name="connsiteX2" fmla="*/ 6509 w 6343"/>
                  <a:gd name="connsiteY2" fmla="*/ 3292 h 6345"/>
                  <a:gd name="connsiteX3" fmla="*/ 5581 w 6343"/>
                  <a:gd name="connsiteY3" fmla="*/ 1048 h 6345"/>
                  <a:gd name="connsiteX4" fmla="*/ 3338 w 6343"/>
                  <a:gd name="connsiteY4" fmla="*/ 119 h 6345"/>
                  <a:gd name="connsiteX5" fmla="*/ 1095 w 6343"/>
                  <a:gd name="connsiteY5" fmla="*/ 1048 h 6345"/>
                  <a:gd name="connsiteX6" fmla="*/ 166 w 6343"/>
                  <a:gd name="connsiteY6" fmla="*/ 3292 h 6345"/>
                  <a:gd name="connsiteX7" fmla="*/ 1095 w 6343"/>
                  <a:gd name="connsiteY7" fmla="*/ 5535 h 6345"/>
                  <a:gd name="connsiteX8" fmla="*/ 3338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8" y="6464"/>
                    </a:moveTo>
                    <a:cubicBezTo>
                      <a:pt x="4179" y="6464"/>
                      <a:pt x="4986" y="6130"/>
                      <a:pt x="5581" y="5535"/>
                    </a:cubicBezTo>
                    <a:cubicBezTo>
                      <a:pt x="6175" y="4940"/>
                      <a:pt x="6509" y="4133"/>
                      <a:pt x="6509" y="3292"/>
                    </a:cubicBezTo>
                    <a:cubicBezTo>
                      <a:pt x="6509" y="2450"/>
                      <a:pt x="6175" y="1643"/>
                      <a:pt x="5581" y="1048"/>
                    </a:cubicBezTo>
                    <a:cubicBezTo>
                      <a:pt x="4986" y="453"/>
                      <a:pt x="4179" y="119"/>
                      <a:pt x="3338" y="119"/>
                    </a:cubicBezTo>
                    <a:cubicBezTo>
                      <a:pt x="2497" y="119"/>
                      <a:pt x="1690" y="453"/>
                      <a:pt x="1095" y="1048"/>
                    </a:cubicBezTo>
                    <a:cubicBezTo>
                      <a:pt x="500" y="1643"/>
                      <a:pt x="166" y="2450"/>
                      <a:pt x="166" y="3292"/>
                    </a:cubicBezTo>
                    <a:cubicBezTo>
                      <a:pt x="166" y="4133"/>
                      <a:pt x="500" y="4940"/>
                      <a:pt x="1095" y="5535"/>
                    </a:cubicBezTo>
                    <a:cubicBezTo>
                      <a:pt x="1690" y="6130"/>
                      <a:pt x="2497" y="6464"/>
                      <a:pt x="3338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06" name="Freeform: Shape 2205">
                <a:extLst>
                  <a:ext uri="{FF2B5EF4-FFF2-40B4-BE49-F238E27FC236}">
                    <a16:creationId xmlns:a16="http://schemas.microsoft.com/office/drawing/2014/main" id="{9AA12550-6822-E123-BBAC-E492C2C1A7E8}"/>
                  </a:ext>
                </a:extLst>
              </p:cNvPr>
              <p:cNvSpPr/>
              <p:nvPr/>
            </p:nvSpPr>
            <p:spPr>
              <a:xfrm>
                <a:off x="2967935" y="4983189"/>
                <a:ext cx="6343" cy="6345"/>
              </a:xfrm>
              <a:custGeom>
                <a:avLst/>
                <a:gdLst>
                  <a:gd name="connsiteX0" fmla="*/ 3338 w 6343"/>
                  <a:gd name="connsiteY0" fmla="*/ 6464 h 6345"/>
                  <a:gd name="connsiteX1" fmla="*/ 5581 w 6343"/>
                  <a:gd name="connsiteY1" fmla="*/ 5535 h 6345"/>
                  <a:gd name="connsiteX2" fmla="*/ 6510 w 6343"/>
                  <a:gd name="connsiteY2" fmla="*/ 3291 h 6345"/>
                  <a:gd name="connsiteX3" fmla="*/ 5581 w 6343"/>
                  <a:gd name="connsiteY3" fmla="*/ 1048 h 6345"/>
                  <a:gd name="connsiteX4" fmla="*/ 3338 w 6343"/>
                  <a:gd name="connsiteY4" fmla="*/ 118 h 6345"/>
                  <a:gd name="connsiteX5" fmla="*/ 1096 w 6343"/>
                  <a:gd name="connsiteY5" fmla="*/ 1048 h 6345"/>
                  <a:gd name="connsiteX6" fmla="*/ 167 w 6343"/>
                  <a:gd name="connsiteY6" fmla="*/ 3291 h 6345"/>
                  <a:gd name="connsiteX7" fmla="*/ 1096 w 6343"/>
                  <a:gd name="connsiteY7" fmla="*/ 5535 h 6345"/>
                  <a:gd name="connsiteX8" fmla="*/ 3338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8" y="6464"/>
                    </a:moveTo>
                    <a:cubicBezTo>
                      <a:pt x="4179" y="6464"/>
                      <a:pt x="4986" y="6130"/>
                      <a:pt x="5581" y="5535"/>
                    </a:cubicBezTo>
                    <a:cubicBezTo>
                      <a:pt x="6176" y="4940"/>
                      <a:pt x="6510" y="4133"/>
                      <a:pt x="6510" y="3291"/>
                    </a:cubicBezTo>
                    <a:cubicBezTo>
                      <a:pt x="6510" y="2450"/>
                      <a:pt x="6176" y="1643"/>
                      <a:pt x="5581" y="1048"/>
                    </a:cubicBezTo>
                    <a:cubicBezTo>
                      <a:pt x="4986" y="453"/>
                      <a:pt x="4179" y="118"/>
                      <a:pt x="3338" y="118"/>
                    </a:cubicBezTo>
                    <a:cubicBezTo>
                      <a:pt x="2497" y="118"/>
                      <a:pt x="1690" y="453"/>
                      <a:pt x="1096" y="1048"/>
                    </a:cubicBezTo>
                    <a:cubicBezTo>
                      <a:pt x="501" y="1643"/>
                      <a:pt x="167" y="2450"/>
                      <a:pt x="167" y="3291"/>
                    </a:cubicBezTo>
                    <a:cubicBezTo>
                      <a:pt x="167" y="4133"/>
                      <a:pt x="501" y="4940"/>
                      <a:pt x="1096" y="5535"/>
                    </a:cubicBezTo>
                    <a:cubicBezTo>
                      <a:pt x="1690" y="6130"/>
                      <a:pt x="2497" y="6464"/>
                      <a:pt x="3338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07" name="Freeform: Shape 2206">
                <a:extLst>
                  <a:ext uri="{FF2B5EF4-FFF2-40B4-BE49-F238E27FC236}">
                    <a16:creationId xmlns:a16="http://schemas.microsoft.com/office/drawing/2014/main" id="{9C2C21D2-062F-E514-3111-49F5F897DE62}"/>
                  </a:ext>
                </a:extLst>
              </p:cNvPr>
              <p:cNvSpPr/>
              <p:nvPr/>
            </p:nvSpPr>
            <p:spPr>
              <a:xfrm>
                <a:off x="2979853" y="4983780"/>
                <a:ext cx="6343" cy="6345"/>
              </a:xfrm>
              <a:custGeom>
                <a:avLst/>
                <a:gdLst>
                  <a:gd name="connsiteX0" fmla="*/ 3339 w 6343"/>
                  <a:gd name="connsiteY0" fmla="*/ 6464 h 6345"/>
                  <a:gd name="connsiteX1" fmla="*/ 5582 w 6343"/>
                  <a:gd name="connsiteY1" fmla="*/ 5535 h 6345"/>
                  <a:gd name="connsiteX2" fmla="*/ 6511 w 6343"/>
                  <a:gd name="connsiteY2" fmla="*/ 3291 h 6345"/>
                  <a:gd name="connsiteX3" fmla="*/ 5582 w 6343"/>
                  <a:gd name="connsiteY3" fmla="*/ 1048 h 6345"/>
                  <a:gd name="connsiteX4" fmla="*/ 3339 w 6343"/>
                  <a:gd name="connsiteY4" fmla="*/ 119 h 6345"/>
                  <a:gd name="connsiteX5" fmla="*/ 1097 w 6343"/>
                  <a:gd name="connsiteY5" fmla="*/ 1048 h 6345"/>
                  <a:gd name="connsiteX6" fmla="*/ 168 w 6343"/>
                  <a:gd name="connsiteY6" fmla="*/ 3291 h 6345"/>
                  <a:gd name="connsiteX7" fmla="*/ 1097 w 6343"/>
                  <a:gd name="connsiteY7" fmla="*/ 5535 h 6345"/>
                  <a:gd name="connsiteX8" fmla="*/ 3339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464"/>
                    </a:moveTo>
                    <a:cubicBezTo>
                      <a:pt x="4180" y="6464"/>
                      <a:pt x="4987" y="6130"/>
                      <a:pt x="5582" y="5535"/>
                    </a:cubicBezTo>
                    <a:cubicBezTo>
                      <a:pt x="6177" y="4940"/>
                      <a:pt x="6511" y="4133"/>
                      <a:pt x="6511" y="3291"/>
                    </a:cubicBezTo>
                    <a:cubicBezTo>
                      <a:pt x="6511" y="2450"/>
                      <a:pt x="6177" y="1643"/>
                      <a:pt x="5582" y="1048"/>
                    </a:cubicBezTo>
                    <a:cubicBezTo>
                      <a:pt x="4987" y="453"/>
                      <a:pt x="4180" y="119"/>
                      <a:pt x="3339" y="119"/>
                    </a:cubicBezTo>
                    <a:cubicBezTo>
                      <a:pt x="2498" y="119"/>
                      <a:pt x="1691" y="453"/>
                      <a:pt x="1097" y="1048"/>
                    </a:cubicBezTo>
                    <a:cubicBezTo>
                      <a:pt x="502" y="1643"/>
                      <a:pt x="168" y="2450"/>
                      <a:pt x="168" y="3291"/>
                    </a:cubicBezTo>
                    <a:cubicBezTo>
                      <a:pt x="168" y="4133"/>
                      <a:pt x="502" y="4940"/>
                      <a:pt x="1097" y="5535"/>
                    </a:cubicBezTo>
                    <a:cubicBezTo>
                      <a:pt x="1691" y="6130"/>
                      <a:pt x="2498" y="6464"/>
                      <a:pt x="3339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08" name="Freeform: Shape 2207">
                <a:extLst>
                  <a:ext uri="{FF2B5EF4-FFF2-40B4-BE49-F238E27FC236}">
                    <a16:creationId xmlns:a16="http://schemas.microsoft.com/office/drawing/2014/main" id="{C98BF729-0074-CFBC-7372-1E277B2DBCDC}"/>
                  </a:ext>
                </a:extLst>
              </p:cNvPr>
              <p:cNvSpPr/>
              <p:nvPr/>
            </p:nvSpPr>
            <p:spPr>
              <a:xfrm>
                <a:off x="2992200" y="4984890"/>
                <a:ext cx="6343" cy="6345"/>
              </a:xfrm>
              <a:custGeom>
                <a:avLst/>
                <a:gdLst>
                  <a:gd name="connsiteX0" fmla="*/ 3340 w 6343"/>
                  <a:gd name="connsiteY0" fmla="*/ 6464 h 6345"/>
                  <a:gd name="connsiteX1" fmla="*/ 5583 w 6343"/>
                  <a:gd name="connsiteY1" fmla="*/ 5535 h 6345"/>
                  <a:gd name="connsiteX2" fmla="*/ 6512 w 6343"/>
                  <a:gd name="connsiteY2" fmla="*/ 3291 h 6345"/>
                  <a:gd name="connsiteX3" fmla="*/ 5583 w 6343"/>
                  <a:gd name="connsiteY3" fmla="*/ 1048 h 6345"/>
                  <a:gd name="connsiteX4" fmla="*/ 3340 w 6343"/>
                  <a:gd name="connsiteY4" fmla="*/ 119 h 6345"/>
                  <a:gd name="connsiteX5" fmla="*/ 1098 w 6343"/>
                  <a:gd name="connsiteY5" fmla="*/ 1048 h 6345"/>
                  <a:gd name="connsiteX6" fmla="*/ 169 w 6343"/>
                  <a:gd name="connsiteY6" fmla="*/ 3291 h 6345"/>
                  <a:gd name="connsiteX7" fmla="*/ 1098 w 6343"/>
                  <a:gd name="connsiteY7" fmla="*/ 5535 h 6345"/>
                  <a:gd name="connsiteX8" fmla="*/ 3340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0" y="6464"/>
                    </a:moveTo>
                    <a:cubicBezTo>
                      <a:pt x="4181" y="6464"/>
                      <a:pt x="4988" y="6130"/>
                      <a:pt x="5583" y="5535"/>
                    </a:cubicBezTo>
                    <a:cubicBezTo>
                      <a:pt x="6178" y="4940"/>
                      <a:pt x="6512" y="4133"/>
                      <a:pt x="6512" y="3291"/>
                    </a:cubicBezTo>
                    <a:cubicBezTo>
                      <a:pt x="6512" y="2450"/>
                      <a:pt x="6178" y="1643"/>
                      <a:pt x="5583" y="1048"/>
                    </a:cubicBezTo>
                    <a:cubicBezTo>
                      <a:pt x="4988" y="453"/>
                      <a:pt x="4181" y="119"/>
                      <a:pt x="3340" y="119"/>
                    </a:cubicBezTo>
                    <a:cubicBezTo>
                      <a:pt x="2499" y="119"/>
                      <a:pt x="1692" y="453"/>
                      <a:pt x="1098" y="1048"/>
                    </a:cubicBezTo>
                    <a:cubicBezTo>
                      <a:pt x="503" y="1643"/>
                      <a:pt x="169" y="2450"/>
                      <a:pt x="169" y="3291"/>
                    </a:cubicBezTo>
                    <a:cubicBezTo>
                      <a:pt x="169" y="4133"/>
                      <a:pt x="503" y="4940"/>
                      <a:pt x="1098" y="5535"/>
                    </a:cubicBezTo>
                    <a:cubicBezTo>
                      <a:pt x="1692" y="6130"/>
                      <a:pt x="2499" y="6464"/>
                      <a:pt x="3340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09" name="Freeform: Shape 2208">
                <a:extLst>
                  <a:ext uri="{FF2B5EF4-FFF2-40B4-BE49-F238E27FC236}">
                    <a16:creationId xmlns:a16="http://schemas.microsoft.com/office/drawing/2014/main" id="{70700BCE-C0E4-AEFD-5A1D-5F1C2F5F700C}"/>
                  </a:ext>
                </a:extLst>
              </p:cNvPr>
              <p:cNvSpPr/>
              <p:nvPr/>
            </p:nvSpPr>
            <p:spPr>
              <a:xfrm>
                <a:off x="3003527" y="4985284"/>
                <a:ext cx="6343" cy="6345"/>
              </a:xfrm>
              <a:custGeom>
                <a:avLst/>
                <a:gdLst>
                  <a:gd name="connsiteX0" fmla="*/ 3341 w 6343"/>
                  <a:gd name="connsiteY0" fmla="*/ 6464 h 6345"/>
                  <a:gd name="connsiteX1" fmla="*/ 5584 w 6343"/>
                  <a:gd name="connsiteY1" fmla="*/ 5535 h 6345"/>
                  <a:gd name="connsiteX2" fmla="*/ 6513 w 6343"/>
                  <a:gd name="connsiteY2" fmla="*/ 3291 h 6345"/>
                  <a:gd name="connsiteX3" fmla="*/ 5584 w 6343"/>
                  <a:gd name="connsiteY3" fmla="*/ 1048 h 6345"/>
                  <a:gd name="connsiteX4" fmla="*/ 3341 w 6343"/>
                  <a:gd name="connsiteY4" fmla="*/ 119 h 6345"/>
                  <a:gd name="connsiteX5" fmla="*/ 1099 w 6343"/>
                  <a:gd name="connsiteY5" fmla="*/ 1048 h 6345"/>
                  <a:gd name="connsiteX6" fmla="*/ 170 w 6343"/>
                  <a:gd name="connsiteY6" fmla="*/ 3291 h 6345"/>
                  <a:gd name="connsiteX7" fmla="*/ 1099 w 6343"/>
                  <a:gd name="connsiteY7" fmla="*/ 5535 h 6345"/>
                  <a:gd name="connsiteX8" fmla="*/ 3341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1" y="6464"/>
                    </a:moveTo>
                    <a:cubicBezTo>
                      <a:pt x="4182" y="6464"/>
                      <a:pt x="4989" y="6130"/>
                      <a:pt x="5584" y="5535"/>
                    </a:cubicBezTo>
                    <a:cubicBezTo>
                      <a:pt x="6179" y="4940"/>
                      <a:pt x="6513" y="4133"/>
                      <a:pt x="6513" y="3291"/>
                    </a:cubicBezTo>
                    <a:cubicBezTo>
                      <a:pt x="6513" y="2450"/>
                      <a:pt x="6179" y="1643"/>
                      <a:pt x="5584" y="1048"/>
                    </a:cubicBezTo>
                    <a:cubicBezTo>
                      <a:pt x="4989" y="453"/>
                      <a:pt x="4182" y="119"/>
                      <a:pt x="3341" y="119"/>
                    </a:cubicBezTo>
                    <a:cubicBezTo>
                      <a:pt x="2500" y="119"/>
                      <a:pt x="1693" y="453"/>
                      <a:pt x="1099" y="1048"/>
                    </a:cubicBezTo>
                    <a:cubicBezTo>
                      <a:pt x="504" y="1643"/>
                      <a:pt x="170" y="2450"/>
                      <a:pt x="170" y="3291"/>
                    </a:cubicBezTo>
                    <a:cubicBezTo>
                      <a:pt x="170" y="4133"/>
                      <a:pt x="504" y="4940"/>
                      <a:pt x="1099" y="5535"/>
                    </a:cubicBezTo>
                    <a:cubicBezTo>
                      <a:pt x="1693" y="6130"/>
                      <a:pt x="2500" y="6464"/>
                      <a:pt x="3341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10" name="Freeform: Shape 2209">
                <a:extLst>
                  <a:ext uri="{FF2B5EF4-FFF2-40B4-BE49-F238E27FC236}">
                    <a16:creationId xmlns:a16="http://schemas.microsoft.com/office/drawing/2014/main" id="{05E8CE74-6F67-D493-8E8A-3DAAAFB2B92A}"/>
                  </a:ext>
                </a:extLst>
              </p:cNvPr>
              <p:cNvSpPr/>
              <p:nvPr/>
            </p:nvSpPr>
            <p:spPr>
              <a:xfrm>
                <a:off x="3019333" y="4989735"/>
                <a:ext cx="6343" cy="6345"/>
              </a:xfrm>
              <a:custGeom>
                <a:avLst/>
                <a:gdLst>
                  <a:gd name="connsiteX0" fmla="*/ 3342 w 6343"/>
                  <a:gd name="connsiteY0" fmla="*/ 6464 h 6345"/>
                  <a:gd name="connsiteX1" fmla="*/ 5585 w 6343"/>
                  <a:gd name="connsiteY1" fmla="*/ 5535 h 6345"/>
                  <a:gd name="connsiteX2" fmla="*/ 6514 w 6343"/>
                  <a:gd name="connsiteY2" fmla="*/ 3292 h 6345"/>
                  <a:gd name="connsiteX3" fmla="*/ 5585 w 6343"/>
                  <a:gd name="connsiteY3" fmla="*/ 1048 h 6345"/>
                  <a:gd name="connsiteX4" fmla="*/ 3342 w 6343"/>
                  <a:gd name="connsiteY4" fmla="*/ 119 h 6345"/>
                  <a:gd name="connsiteX5" fmla="*/ 1100 w 6343"/>
                  <a:gd name="connsiteY5" fmla="*/ 1048 h 6345"/>
                  <a:gd name="connsiteX6" fmla="*/ 171 w 6343"/>
                  <a:gd name="connsiteY6" fmla="*/ 3292 h 6345"/>
                  <a:gd name="connsiteX7" fmla="*/ 1100 w 6343"/>
                  <a:gd name="connsiteY7" fmla="*/ 5535 h 6345"/>
                  <a:gd name="connsiteX8" fmla="*/ 3342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464"/>
                    </a:moveTo>
                    <a:cubicBezTo>
                      <a:pt x="4183" y="6464"/>
                      <a:pt x="4990" y="6130"/>
                      <a:pt x="5585" y="5535"/>
                    </a:cubicBezTo>
                    <a:cubicBezTo>
                      <a:pt x="6180" y="4940"/>
                      <a:pt x="6514" y="4133"/>
                      <a:pt x="6514" y="3292"/>
                    </a:cubicBezTo>
                    <a:cubicBezTo>
                      <a:pt x="6514" y="2450"/>
                      <a:pt x="6180" y="1643"/>
                      <a:pt x="5585" y="1048"/>
                    </a:cubicBezTo>
                    <a:cubicBezTo>
                      <a:pt x="4990" y="453"/>
                      <a:pt x="4183" y="119"/>
                      <a:pt x="3342" y="119"/>
                    </a:cubicBezTo>
                    <a:cubicBezTo>
                      <a:pt x="2501" y="119"/>
                      <a:pt x="1695" y="453"/>
                      <a:pt x="1100" y="1048"/>
                    </a:cubicBezTo>
                    <a:cubicBezTo>
                      <a:pt x="505" y="1643"/>
                      <a:pt x="171" y="2450"/>
                      <a:pt x="171" y="3292"/>
                    </a:cubicBezTo>
                    <a:cubicBezTo>
                      <a:pt x="171" y="4133"/>
                      <a:pt x="505" y="4940"/>
                      <a:pt x="1100" y="5535"/>
                    </a:cubicBezTo>
                    <a:cubicBezTo>
                      <a:pt x="1695" y="6130"/>
                      <a:pt x="2501" y="6464"/>
                      <a:pt x="3342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11" name="Freeform: Shape 2210">
                <a:extLst>
                  <a:ext uri="{FF2B5EF4-FFF2-40B4-BE49-F238E27FC236}">
                    <a16:creationId xmlns:a16="http://schemas.microsoft.com/office/drawing/2014/main" id="{A5F3C6E4-0C72-F9F1-7B09-24BF4E70B3CA}"/>
                  </a:ext>
                </a:extLst>
              </p:cNvPr>
              <p:cNvSpPr/>
              <p:nvPr/>
            </p:nvSpPr>
            <p:spPr>
              <a:xfrm>
                <a:off x="3028774" y="4988800"/>
                <a:ext cx="6343" cy="6345"/>
              </a:xfrm>
              <a:custGeom>
                <a:avLst/>
                <a:gdLst>
                  <a:gd name="connsiteX0" fmla="*/ 3343 w 6343"/>
                  <a:gd name="connsiteY0" fmla="*/ 6464 h 6345"/>
                  <a:gd name="connsiteX1" fmla="*/ 5586 w 6343"/>
                  <a:gd name="connsiteY1" fmla="*/ 5535 h 6345"/>
                  <a:gd name="connsiteX2" fmla="*/ 6515 w 6343"/>
                  <a:gd name="connsiteY2" fmla="*/ 3292 h 6345"/>
                  <a:gd name="connsiteX3" fmla="*/ 5586 w 6343"/>
                  <a:gd name="connsiteY3" fmla="*/ 1048 h 6345"/>
                  <a:gd name="connsiteX4" fmla="*/ 3343 w 6343"/>
                  <a:gd name="connsiteY4" fmla="*/ 119 h 6345"/>
                  <a:gd name="connsiteX5" fmla="*/ 1100 w 6343"/>
                  <a:gd name="connsiteY5" fmla="*/ 1048 h 6345"/>
                  <a:gd name="connsiteX6" fmla="*/ 172 w 6343"/>
                  <a:gd name="connsiteY6" fmla="*/ 3292 h 6345"/>
                  <a:gd name="connsiteX7" fmla="*/ 1100 w 6343"/>
                  <a:gd name="connsiteY7" fmla="*/ 5535 h 6345"/>
                  <a:gd name="connsiteX8" fmla="*/ 3343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3" y="6464"/>
                    </a:moveTo>
                    <a:cubicBezTo>
                      <a:pt x="4184" y="6464"/>
                      <a:pt x="4991" y="6130"/>
                      <a:pt x="5586" y="5535"/>
                    </a:cubicBezTo>
                    <a:cubicBezTo>
                      <a:pt x="6181" y="4940"/>
                      <a:pt x="6515" y="4133"/>
                      <a:pt x="6515" y="3292"/>
                    </a:cubicBezTo>
                    <a:cubicBezTo>
                      <a:pt x="6515" y="2450"/>
                      <a:pt x="6181" y="1643"/>
                      <a:pt x="5586" y="1048"/>
                    </a:cubicBezTo>
                    <a:cubicBezTo>
                      <a:pt x="4991" y="453"/>
                      <a:pt x="4184" y="119"/>
                      <a:pt x="3343" y="119"/>
                    </a:cubicBezTo>
                    <a:cubicBezTo>
                      <a:pt x="2502" y="119"/>
                      <a:pt x="1695" y="453"/>
                      <a:pt x="1100" y="1048"/>
                    </a:cubicBezTo>
                    <a:cubicBezTo>
                      <a:pt x="506" y="1643"/>
                      <a:pt x="172" y="2450"/>
                      <a:pt x="172" y="3292"/>
                    </a:cubicBezTo>
                    <a:cubicBezTo>
                      <a:pt x="172" y="4133"/>
                      <a:pt x="506" y="4940"/>
                      <a:pt x="1100" y="5535"/>
                    </a:cubicBezTo>
                    <a:cubicBezTo>
                      <a:pt x="1695" y="6130"/>
                      <a:pt x="2502" y="6464"/>
                      <a:pt x="3343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12" name="Freeform: Shape 2211">
                <a:extLst>
                  <a:ext uri="{FF2B5EF4-FFF2-40B4-BE49-F238E27FC236}">
                    <a16:creationId xmlns:a16="http://schemas.microsoft.com/office/drawing/2014/main" id="{45D2EA41-F26A-7291-B88A-A17F8AE25BBA}"/>
                  </a:ext>
                </a:extLst>
              </p:cNvPr>
              <p:cNvSpPr/>
              <p:nvPr/>
            </p:nvSpPr>
            <p:spPr>
              <a:xfrm>
                <a:off x="3041281" y="4990716"/>
                <a:ext cx="6343" cy="6345"/>
              </a:xfrm>
              <a:custGeom>
                <a:avLst/>
                <a:gdLst>
                  <a:gd name="connsiteX0" fmla="*/ 3344 w 6343"/>
                  <a:gd name="connsiteY0" fmla="*/ 6464 h 6345"/>
                  <a:gd name="connsiteX1" fmla="*/ 5587 w 6343"/>
                  <a:gd name="connsiteY1" fmla="*/ 5535 h 6345"/>
                  <a:gd name="connsiteX2" fmla="*/ 6516 w 6343"/>
                  <a:gd name="connsiteY2" fmla="*/ 3292 h 6345"/>
                  <a:gd name="connsiteX3" fmla="*/ 5587 w 6343"/>
                  <a:gd name="connsiteY3" fmla="*/ 1048 h 6345"/>
                  <a:gd name="connsiteX4" fmla="*/ 3344 w 6343"/>
                  <a:gd name="connsiteY4" fmla="*/ 119 h 6345"/>
                  <a:gd name="connsiteX5" fmla="*/ 1101 w 6343"/>
                  <a:gd name="connsiteY5" fmla="*/ 1048 h 6345"/>
                  <a:gd name="connsiteX6" fmla="*/ 173 w 6343"/>
                  <a:gd name="connsiteY6" fmla="*/ 3292 h 6345"/>
                  <a:gd name="connsiteX7" fmla="*/ 1101 w 6343"/>
                  <a:gd name="connsiteY7" fmla="*/ 5535 h 6345"/>
                  <a:gd name="connsiteX8" fmla="*/ 3344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4" y="6464"/>
                    </a:moveTo>
                    <a:cubicBezTo>
                      <a:pt x="4185" y="6464"/>
                      <a:pt x="4992" y="6130"/>
                      <a:pt x="5587" y="5535"/>
                    </a:cubicBezTo>
                    <a:cubicBezTo>
                      <a:pt x="6181" y="4940"/>
                      <a:pt x="6516" y="4133"/>
                      <a:pt x="6516" y="3292"/>
                    </a:cubicBezTo>
                    <a:cubicBezTo>
                      <a:pt x="6516" y="2450"/>
                      <a:pt x="6181" y="1643"/>
                      <a:pt x="5587" y="1048"/>
                    </a:cubicBezTo>
                    <a:cubicBezTo>
                      <a:pt x="4992" y="453"/>
                      <a:pt x="4185" y="119"/>
                      <a:pt x="3344" y="119"/>
                    </a:cubicBezTo>
                    <a:cubicBezTo>
                      <a:pt x="2503" y="119"/>
                      <a:pt x="1696" y="453"/>
                      <a:pt x="1101" y="1048"/>
                    </a:cubicBezTo>
                    <a:cubicBezTo>
                      <a:pt x="507" y="1643"/>
                      <a:pt x="173" y="2450"/>
                      <a:pt x="173" y="3292"/>
                    </a:cubicBezTo>
                    <a:cubicBezTo>
                      <a:pt x="173" y="4133"/>
                      <a:pt x="507" y="4940"/>
                      <a:pt x="1101" y="5535"/>
                    </a:cubicBezTo>
                    <a:cubicBezTo>
                      <a:pt x="1696" y="6130"/>
                      <a:pt x="2503" y="6464"/>
                      <a:pt x="3344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13" name="Freeform: Shape 2212">
                <a:extLst>
                  <a:ext uri="{FF2B5EF4-FFF2-40B4-BE49-F238E27FC236}">
                    <a16:creationId xmlns:a16="http://schemas.microsoft.com/office/drawing/2014/main" id="{6C693E61-38D1-67A4-4FB1-7CEA6A6C38DE}"/>
                  </a:ext>
                </a:extLst>
              </p:cNvPr>
              <p:cNvSpPr/>
              <p:nvPr/>
            </p:nvSpPr>
            <p:spPr>
              <a:xfrm>
                <a:off x="3053449" y="4992501"/>
                <a:ext cx="6343" cy="6345"/>
              </a:xfrm>
              <a:custGeom>
                <a:avLst/>
                <a:gdLst>
                  <a:gd name="connsiteX0" fmla="*/ 3345 w 6343"/>
                  <a:gd name="connsiteY0" fmla="*/ 6465 h 6345"/>
                  <a:gd name="connsiteX1" fmla="*/ 5588 w 6343"/>
                  <a:gd name="connsiteY1" fmla="*/ 5535 h 6345"/>
                  <a:gd name="connsiteX2" fmla="*/ 6517 w 6343"/>
                  <a:gd name="connsiteY2" fmla="*/ 3292 h 6345"/>
                  <a:gd name="connsiteX3" fmla="*/ 5588 w 6343"/>
                  <a:gd name="connsiteY3" fmla="*/ 1048 h 6345"/>
                  <a:gd name="connsiteX4" fmla="*/ 3345 w 6343"/>
                  <a:gd name="connsiteY4" fmla="*/ 119 h 6345"/>
                  <a:gd name="connsiteX5" fmla="*/ 1102 w 6343"/>
                  <a:gd name="connsiteY5" fmla="*/ 1048 h 6345"/>
                  <a:gd name="connsiteX6" fmla="*/ 174 w 6343"/>
                  <a:gd name="connsiteY6" fmla="*/ 3292 h 6345"/>
                  <a:gd name="connsiteX7" fmla="*/ 1102 w 6343"/>
                  <a:gd name="connsiteY7" fmla="*/ 5535 h 6345"/>
                  <a:gd name="connsiteX8" fmla="*/ 3345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465"/>
                    </a:moveTo>
                    <a:cubicBezTo>
                      <a:pt x="4186" y="6465"/>
                      <a:pt x="4993" y="6130"/>
                      <a:pt x="5588" y="5535"/>
                    </a:cubicBezTo>
                    <a:cubicBezTo>
                      <a:pt x="6182" y="4940"/>
                      <a:pt x="6517" y="4133"/>
                      <a:pt x="6517" y="3292"/>
                    </a:cubicBezTo>
                    <a:cubicBezTo>
                      <a:pt x="6517" y="2451"/>
                      <a:pt x="6182" y="1643"/>
                      <a:pt x="5588" y="1048"/>
                    </a:cubicBezTo>
                    <a:cubicBezTo>
                      <a:pt x="4993" y="454"/>
                      <a:pt x="4186" y="119"/>
                      <a:pt x="3345" y="119"/>
                    </a:cubicBezTo>
                    <a:cubicBezTo>
                      <a:pt x="2504" y="119"/>
                      <a:pt x="1697" y="454"/>
                      <a:pt x="1102" y="1048"/>
                    </a:cubicBezTo>
                    <a:cubicBezTo>
                      <a:pt x="508" y="1643"/>
                      <a:pt x="174" y="2451"/>
                      <a:pt x="174" y="3292"/>
                    </a:cubicBezTo>
                    <a:cubicBezTo>
                      <a:pt x="174" y="4133"/>
                      <a:pt x="508" y="4940"/>
                      <a:pt x="1102" y="5535"/>
                    </a:cubicBezTo>
                    <a:cubicBezTo>
                      <a:pt x="1697" y="6130"/>
                      <a:pt x="2504" y="6465"/>
                      <a:pt x="3345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14" name="Freeform: Shape 2213">
                <a:extLst>
                  <a:ext uri="{FF2B5EF4-FFF2-40B4-BE49-F238E27FC236}">
                    <a16:creationId xmlns:a16="http://schemas.microsoft.com/office/drawing/2014/main" id="{E9768B02-71D9-EE6E-DF94-AB0291DF2C19}"/>
                  </a:ext>
                </a:extLst>
              </p:cNvPr>
              <p:cNvSpPr/>
              <p:nvPr/>
            </p:nvSpPr>
            <p:spPr>
              <a:xfrm>
                <a:off x="3064933" y="4993827"/>
                <a:ext cx="6343" cy="6345"/>
              </a:xfrm>
              <a:custGeom>
                <a:avLst/>
                <a:gdLst>
                  <a:gd name="connsiteX0" fmla="*/ 3346 w 6343"/>
                  <a:gd name="connsiteY0" fmla="*/ 6465 h 6345"/>
                  <a:gd name="connsiteX1" fmla="*/ 5589 w 6343"/>
                  <a:gd name="connsiteY1" fmla="*/ 5535 h 6345"/>
                  <a:gd name="connsiteX2" fmla="*/ 6518 w 6343"/>
                  <a:gd name="connsiteY2" fmla="*/ 3292 h 6345"/>
                  <a:gd name="connsiteX3" fmla="*/ 5589 w 6343"/>
                  <a:gd name="connsiteY3" fmla="*/ 1049 h 6345"/>
                  <a:gd name="connsiteX4" fmla="*/ 3346 w 6343"/>
                  <a:gd name="connsiteY4" fmla="*/ 119 h 6345"/>
                  <a:gd name="connsiteX5" fmla="*/ 1103 w 6343"/>
                  <a:gd name="connsiteY5" fmla="*/ 1049 h 6345"/>
                  <a:gd name="connsiteX6" fmla="*/ 174 w 6343"/>
                  <a:gd name="connsiteY6" fmla="*/ 3292 h 6345"/>
                  <a:gd name="connsiteX7" fmla="*/ 1103 w 6343"/>
                  <a:gd name="connsiteY7" fmla="*/ 5535 h 6345"/>
                  <a:gd name="connsiteX8" fmla="*/ 3346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6" y="6465"/>
                    </a:moveTo>
                    <a:cubicBezTo>
                      <a:pt x="4187" y="6465"/>
                      <a:pt x="4994" y="6130"/>
                      <a:pt x="5589" y="5535"/>
                    </a:cubicBezTo>
                    <a:cubicBezTo>
                      <a:pt x="6183" y="4941"/>
                      <a:pt x="6518" y="4133"/>
                      <a:pt x="6518" y="3292"/>
                    </a:cubicBezTo>
                    <a:cubicBezTo>
                      <a:pt x="6518" y="2451"/>
                      <a:pt x="6183" y="1644"/>
                      <a:pt x="5589" y="1049"/>
                    </a:cubicBezTo>
                    <a:cubicBezTo>
                      <a:pt x="4994" y="454"/>
                      <a:pt x="4187" y="119"/>
                      <a:pt x="3346" y="119"/>
                    </a:cubicBezTo>
                    <a:cubicBezTo>
                      <a:pt x="2505" y="119"/>
                      <a:pt x="1698" y="454"/>
                      <a:pt x="1103" y="1049"/>
                    </a:cubicBezTo>
                    <a:cubicBezTo>
                      <a:pt x="509" y="1644"/>
                      <a:pt x="174" y="2451"/>
                      <a:pt x="174" y="3292"/>
                    </a:cubicBezTo>
                    <a:cubicBezTo>
                      <a:pt x="174" y="4133"/>
                      <a:pt x="509" y="4941"/>
                      <a:pt x="1103" y="5535"/>
                    </a:cubicBezTo>
                    <a:cubicBezTo>
                      <a:pt x="1698" y="6130"/>
                      <a:pt x="2505" y="6465"/>
                      <a:pt x="3346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15" name="Freeform: Shape 2214">
                <a:extLst>
                  <a:ext uri="{FF2B5EF4-FFF2-40B4-BE49-F238E27FC236}">
                    <a16:creationId xmlns:a16="http://schemas.microsoft.com/office/drawing/2014/main" id="{DBC6913E-0E2C-87D8-0C5B-5BD3A35F286B}"/>
                  </a:ext>
                </a:extLst>
              </p:cNvPr>
              <p:cNvSpPr/>
              <p:nvPr/>
            </p:nvSpPr>
            <p:spPr>
              <a:xfrm>
                <a:off x="3075498" y="4994456"/>
                <a:ext cx="6343" cy="6345"/>
              </a:xfrm>
              <a:custGeom>
                <a:avLst/>
                <a:gdLst>
                  <a:gd name="connsiteX0" fmla="*/ 3347 w 6343"/>
                  <a:gd name="connsiteY0" fmla="*/ 6465 h 6345"/>
                  <a:gd name="connsiteX1" fmla="*/ 5589 w 6343"/>
                  <a:gd name="connsiteY1" fmla="*/ 5536 h 6345"/>
                  <a:gd name="connsiteX2" fmla="*/ 6518 w 6343"/>
                  <a:gd name="connsiteY2" fmla="*/ 3292 h 6345"/>
                  <a:gd name="connsiteX3" fmla="*/ 5589 w 6343"/>
                  <a:gd name="connsiteY3" fmla="*/ 1049 h 6345"/>
                  <a:gd name="connsiteX4" fmla="*/ 3347 w 6343"/>
                  <a:gd name="connsiteY4" fmla="*/ 119 h 6345"/>
                  <a:gd name="connsiteX5" fmla="*/ 1104 w 6343"/>
                  <a:gd name="connsiteY5" fmla="*/ 1049 h 6345"/>
                  <a:gd name="connsiteX6" fmla="*/ 175 w 6343"/>
                  <a:gd name="connsiteY6" fmla="*/ 3292 h 6345"/>
                  <a:gd name="connsiteX7" fmla="*/ 1104 w 6343"/>
                  <a:gd name="connsiteY7" fmla="*/ 5536 h 6345"/>
                  <a:gd name="connsiteX8" fmla="*/ 3347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7" y="6465"/>
                    </a:moveTo>
                    <a:cubicBezTo>
                      <a:pt x="4188" y="6465"/>
                      <a:pt x="4995" y="6130"/>
                      <a:pt x="5589" y="5536"/>
                    </a:cubicBezTo>
                    <a:cubicBezTo>
                      <a:pt x="6184" y="4941"/>
                      <a:pt x="6518" y="4133"/>
                      <a:pt x="6518" y="3292"/>
                    </a:cubicBezTo>
                    <a:cubicBezTo>
                      <a:pt x="6518" y="2451"/>
                      <a:pt x="6184" y="1644"/>
                      <a:pt x="5589" y="1049"/>
                    </a:cubicBezTo>
                    <a:cubicBezTo>
                      <a:pt x="4995" y="454"/>
                      <a:pt x="4188" y="119"/>
                      <a:pt x="3347" y="119"/>
                    </a:cubicBezTo>
                    <a:cubicBezTo>
                      <a:pt x="2506" y="119"/>
                      <a:pt x="1699" y="454"/>
                      <a:pt x="1104" y="1049"/>
                    </a:cubicBezTo>
                    <a:cubicBezTo>
                      <a:pt x="509" y="1644"/>
                      <a:pt x="175" y="2451"/>
                      <a:pt x="175" y="3292"/>
                    </a:cubicBezTo>
                    <a:cubicBezTo>
                      <a:pt x="175" y="4133"/>
                      <a:pt x="509" y="4941"/>
                      <a:pt x="1104" y="5536"/>
                    </a:cubicBezTo>
                    <a:cubicBezTo>
                      <a:pt x="1699" y="6130"/>
                      <a:pt x="2506" y="6465"/>
                      <a:pt x="3347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16" name="Freeform: Shape 2215">
                <a:extLst>
                  <a:ext uri="{FF2B5EF4-FFF2-40B4-BE49-F238E27FC236}">
                    <a16:creationId xmlns:a16="http://schemas.microsoft.com/office/drawing/2014/main" id="{FEE8F1CD-28B4-E94A-1D78-08BE8B823A88}"/>
                  </a:ext>
                </a:extLst>
              </p:cNvPr>
              <p:cNvSpPr/>
              <p:nvPr/>
            </p:nvSpPr>
            <p:spPr>
              <a:xfrm>
                <a:off x="3085989" y="4995154"/>
                <a:ext cx="6343" cy="6345"/>
              </a:xfrm>
              <a:custGeom>
                <a:avLst/>
                <a:gdLst>
                  <a:gd name="connsiteX0" fmla="*/ 3348 w 6343"/>
                  <a:gd name="connsiteY0" fmla="*/ 6465 h 6345"/>
                  <a:gd name="connsiteX1" fmla="*/ 5590 w 6343"/>
                  <a:gd name="connsiteY1" fmla="*/ 5536 h 6345"/>
                  <a:gd name="connsiteX2" fmla="*/ 6519 w 6343"/>
                  <a:gd name="connsiteY2" fmla="*/ 3292 h 6345"/>
                  <a:gd name="connsiteX3" fmla="*/ 5590 w 6343"/>
                  <a:gd name="connsiteY3" fmla="*/ 1049 h 6345"/>
                  <a:gd name="connsiteX4" fmla="*/ 3348 w 6343"/>
                  <a:gd name="connsiteY4" fmla="*/ 119 h 6345"/>
                  <a:gd name="connsiteX5" fmla="*/ 1105 w 6343"/>
                  <a:gd name="connsiteY5" fmla="*/ 1049 h 6345"/>
                  <a:gd name="connsiteX6" fmla="*/ 176 w 6343"/>
                  <a:gd name="connsiteY6" fmla="*/ 3292 h 6345"/>
                  <a:gd name="connsiteX7" fmla="*/ 1105 w 6343"/>
                  <a:gd name="connsiteY7" fmla="*/ 5536 h 6345"/>
                  <a:gd name="connsiteX8" fmla="*/ 3348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465"/>
                    </a:moveTo>
                    <a:cubicBezTo>
                      <a:pt x="4189" y="6465"/>
                      <a:pt x="4996" y="6131"/>
                      <a:pt x="5590" y="5536"/>
                    </a:cubicBezTo>
                    <a:cubicBezTo>
                      <a:pt x="6185" y="4941"/>
                      <a:pt x="6519" y="4134"/>
                      <a:pt x="6519" y="3292"/>
                    </a:cubicBezTo>
                    <a:cubicBezTo>
                      <a:pt x="6519" y="2451"/>
                      <a:pt x="6185" y="1644"/>
                      <a:pt x="5590" y="1049"/>
                    </a:cubicBezTo>
                    <a:cubicBezTo>
                      <a:pt x="4996" y="454"/>
                      <a:pt x="4189" y="119"/>
                      <a:pt x="3348" y="119"/>
                    </a:cubicBezTo>
                    <a:cubicBezTo>
                      <a:pt x="2507" y="119"/>
                      <a:pt x="1700" y="454"/>
                      <a:pt x="1105" y="1049"/>
                    </a:cubicBezTo>
                    <a:cubicBezTo>
                      <a:pt x="510" y="1644"/>
                      <a:pt x="176" y="2451"/>
                      <a:pt x="176" y="3292"/>
                    </a:cubicBezTo>
                    <a:cubicBezTo>
                      <a:pt x="176" y="4134"/>
                      <a:pt x="510" y="4941"/>
                      <a:pt x="1105" y="5536"/>
                    </a:cubicBezTo>
                    <a:cubicBezTo>
                      <a:pt x="1700" y="6131"/>
                      <a:pt x="2507" y="6465"/>
                      <a:pt x="3348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17" name="Freeform: Shape 2216">
                <a:extLst>
                  <a:ext uri="{FF2B5EF4-FFF2-40B4-BE49-F238E27FC236}">
                    <a16:creationId xmlns:a16="http://schemas.microsoft.com/office/drawing/2014/main" id="{A0FADC55-41DB-40D3-A5B6-ECC400CCD36D}"/>
                  </a:ext>
                </a:extLst>
              </p:cNvPr>
              <p:cNvSpPr/>
              <p:nvPr/>
            </p:nvSpPr>
            <p:spPr>
              <a:xfrm>
                <a:off x="3096959" y="4996445"/>
                <a:ext cx="6343" cy="6345"/>
              </a:xfrm>
              <a:custGeom>
                <a:avLst/>
                <a:gdLst>
                  <a:gd name="connsiteX0" fmla="*/ 3349 w 6343"/>
                  <a:gd name="connsiteY0" fmla="*/ 6465 h 6345"/>
                  <a:gd name="connsiteX1" fmla="*/ 5591 w 6343"/>
                  <a:gd name="connsiteY1" fmla="*/ 5536 h 6345"/>
                  <a:gd name="connsiteX2" fmla="*/ 6520 w 6343"/>
                  <a:gd name="connsiteY2" fmla="*/ 3292 h 6345"/>
                  <a:gd name="connsiteX3" fmla="*/ 5591 w 6343"/>
                  <a:gd name="connsiteY3" fmla="*/ 1049 h 6345"/>
                  <a:gd name="connsiteX4" fmla="*/ 3349 w 6343"/>
                  <a:gd name="connsiteY4" fmla="*/ 120 h 6345"/>
                  <a:gd name="connsiteX5" fmla="*/ 1106 w 6343"/>
                  <a:gd name="connsiteY5" fmla="*/ 1049 h 6345"/>
                  <a:gd name="connsiteX6" fmla="*/ 177 w 6343"/>
                  <a:gd name="connsiteY6" fmla="*/ 3292 h 6345"/>
                  <a:gd name="connsiteX7" fmla="*/ 1106 w 6343"/>
                  <a:gd name="connsiteY7" fmla="*/ 5536 h 6345"/>
                  <a:gd name="connsiteX8" fmla="*/ 3349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465"/>
                    </a:moveTo>
                    <a:cubicBezTo>
                      <a:pt x="4190" y="6465"/>
                      <a:pt x="4996" y="6131"/>
                      <a:pt x="5591" y="5536"/>
                    </a:cubicBezTo>
                    <a:cubicBezTo>
                      <a:pt x="6186" y="4941"/>
                      <a:pt x="6520" y="4134"/>
                      <a:pt x="6520" y="3292"/>
                    </a:cubicBezTo>
                    <a:cubicBezTo>
                      <a:pt x="6520" y="2451"/>
                      <a:pt x="6186" y="1644"/>
                      <a:pt x="5591" y="1049"/>
                    </a:cubicBezTo>
                    <a:cubicBezTo>
                      <a:pt x="4996" y="454"/>
                      <a:pt x="4190" y="120"/>
                      <a:pt x="3349" y="120"/>
                    </a:cubicBezTo>
                    <a:cubicBezTo>
                      <a:pt x="2507" y="120"/>
                      <a:pt x="1701" y="454"/>
                      <a:pt x="1106" y="1049"/>
                    </a:cubicBezTo>
                    <a:cubicBezTo>
                      <a:pt x="511" y="1644"/>
                      <a:pt x="177" y="2451"/>
                      <a:pt x="177" y="3292"/>
                    </a:cubicBezTo>
                    <a:cubicBezTo>
                      <a:pt x="177" y="4134"/>
                      <a:pt x="511" y="4941"/>
                      <a:pt x="1106" y="5536"/>
                    </a:cubicBezTo>
                    <a:cubicBezTo>
                      <a:pt x="1701" y="6131"/>
                      <a:pt x="2507" y="6465"/>
                      <a:pt x="3349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18" name="Freeform: Shape 2217">
                <a:extLst>
                  <a:ext uri="{FF2B5EF4-FFF2-40B4-BE49-F238E27FC236}">
                    <a16:creationId xmlns:a16="http://schemas.microsoft.com/office/drawing/2014/main" id="{AF470374-EDCE-45B5-C61F-DFE65177AB91}"/>
                  </a:ext>
                </a:extLst>
              </p:cNvPr>
              <p:cNvSpPr/>
              <p:nvPr/>
            </p:nvSpPr>
            <p:spPr>
              <a:xfrm>
                <a:off x="3118166" y="5007759"/>
                <a:ext cx="6343" cy="6345"/>
              </a:xfrm>
              <a:custGeom>
                <a:avLst/>
                <a:gdLst>
                  <a:gd name="connsiteX0" fmla="*/ 3350 w 6343"/>
                  <a:gd name="connsiteY0" fmla="*/ 6466 h 6345"/>
                  <a:gd name="connsiteX1" fmla="*/ 5593 w 6343"/>
                  <a:gd name="connsiteY1" fmla="*/ 5537 h 6345"/>
                  <a:gd name="connsiteX2" fmla="*/ 6522 w 6343"/>
                  <a:gd name="connsiteY2" fmla="*/ 3293 h 6345"/>
                  <a:gd name="connsiteX3" fmla="*/ 5593 w 6343"/>
                  <a:gd name="connsiteY3" fmla="*/ 1050 h 6345"/>
                  <a:gd name="connsiteX4" fmla="*/ 3350 w 6343"/>
                  <a:gd name="connsiteY4" fmla="*/ 120 h 6345"/>
                  <a:gd name="connsiteX5" fmla="*/ 1108 w 6343"/>
                  <a:gd name="connsiteY5" fmla="*/ 1050 h 6345"/>
                  <a:gd name="connsiteX6" fmla="*/ 179 w 6343"/>
                  <a:gd name="connsiteY6" fmla="*/ 3293 h 6345"/>
                  <a:gd name="connsiteX7" fmla="*/ 1108 w 6343"/>
                  <a:gd name="connsiteY7" fmla="*/ 5537 h 6345"/>
                  <a:gd name="connsiteX8" fmla="*/ 335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466"/>
                    </a:moveTo>
                    <a:cubicBezTo>
                      <a:pt x="4191" y="6466"/>
                      <a:pt x="4998" y="6132"/>
                      <a:pt x="5593" y="5537"/>
                    </a:cubicBezTo>
                    <a:cubicBezTo>
                      <a:pt x="6188" y="4942"/>
                      <a:pt x="6522" y="4135"/>
                      <a:pt x="6522" y="3293"/>
                    </a:cubicBezTo>
                    <a:cubicBezTo>
                      <a:pt x="6522" y="2452"/>
                      <a:pt x="6188" y="1645"/>
                      <a:pt x="5593" y="1050"/>
                    </a:cubicBezTo>
                    <a:cubicBezTo>
                      <a:pt x="4998" y="455"/>
                      <a:pt x="4191" y="120"/>
                      <a:pt x="3350" y="120"/>
                    </a:cubicBezTo>
                    <a:cubicBezTo>
                      <a:pt x="2509" y="120"/>
                      <a:pt x="1702" y="455"/>
                      <a:pt x="1108" y="1050"/>
                    </a:cubicBezTo>
                    <a:cubicBezTo>
                      <a:pt x="513" y="1645"/>
                      <a:pt x="179" y="2452"/>
                      <a:pt x="179" y="3293"/>
                    </a:cubicBezTo>
                    <a:cubicBezTo>
                      <a:pt x="179" y="4135"/>
                      <a:pt x="513" y="4942"/>
                      <a:pt x="1108" y="5537"/>
                    </a:cubicBezTo>
                    <a:cubicBezTo>
                      <a:pt x="1702" y="6132"/>
                      <a:pt x="2509" y="6466"/>
                      <a:pt x="335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19" name="Freeform: Shape 2218">
                <a:extLst>
                  <a:ext uri="{FF2B5EF4-FFF2-40B4-BE49-F238E27FC236}">
                    <a16:creationId xmlns:a16="http://schemas.microsoft.com/office/drawing/2014/main" id="{C95CA2D3-6B8A-EB74-A184-DF179CDBC2D1}"/>
                  </a:ext>
                </a:extLst>
              </p:cNvPr>
              <p:cNvSpPr/>
              <p:nvPr/>
            </p:nvSpPr>
            <p:spPr>
              <a:xfrm>
                <a:off x="3129017" y="5009359"/>
                <a:ext cx="6343" cy="6345"/>
              </a:xfrm>
              <a:custGeom>
                <a:avLst/>
                <a:gdLst>
                  <a:gd name="connsiteX0" fmla="*/ 3351 w 6343"/>
                  <a:gd name="connsiteY0" fmla="*/ 6466 h 6345"/>
                  <a:gd name="connsiteX1" fmla="*/ 5594 w 6343"/>
                  <a:gd name="connsiteY1" fmla="*/ 5537 h 6345"/>
                  <a:gd name="connsiteX2" fmla="*/ 6523 w 6343"/>
                  <a:gd name="connsiteY2" fmla="*/ 3293 h 6345"/>
                  <a:gd name="connsiteX3" fmla="*/ 5594 w 6343"/>
                  <a:gd name="connsiteY3" fmla="*/ 1050 h 6345"/>
                  <a:gd name="connsiteX4" fmla="*/ 3351 w 6343"/>
                  <a:gd name="connsiteY4" fmla="*/ 121 h 6345"/>
                  <a:gd name="connsiteX5" fmla="*/ 1108 w 6343"/>
                  <a:gd name="connsiteY5" fmla="*/ 1050 h 6345"/>
                  <a:gd name="connsiteX6" fmla="*/ 179 w 6343"/>
                  <a:gd name="connsiteY6" fmla="*/ 3293 h 6345"/>
                  <a:gd name="connsiteX7" fmla="*/ 1108 w 6343"/>
                  <a:gd name="connsiteY7" fmla="*/ 5537 h 6345"/>
                  <a:gd name="connsiteX8" fmla="*/ 335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466"/>
                    </a:moveTo>
                    <a:cubicBezTo>
                      <a:pt x="4192" y="6466"/>
                      <a:pt x="4999" y="6132"/>
                      <a:pt x="5594" y="5537"/>
                    </a:cubicBezTo>
                    <a:cubicBezTo>
                      <a:pt x="6188" y="4942"/>
                      <a:pt x="6523" y="4135"/>
                      <a:pt x="6523" y="3293"/>
                    </a:cubicBezTo>
                    <a:cubicBezTo>
                      <a:pt x="6523" y="2452"/>
                      <a:pt x="6188" y="1645"/>
                      <a:pt x="5594" y="1050"/>
                    </a:cubicBezTo>
                    <a:cubicBezTo>
                      <a:pt x="4999" y="455"/>
                      <a:pt x="4192" y="121"/>
                      <a:pt x="3351" y="121"/>
                    </a:cubicBezTo>
                    <a:cubicBezTo>
                      <a:pt x="2510" y="121"/>
                      <a:pt x="1703" y="455"/>
                      <a:pt x="1108" y="1050"/>
                    </a:cubicBezTo>
                    <a:cubicBezTo>
                      <a:pt x="514" y="1645"/>
                      <a:pt x="179" y="2452"/>
                      <a:pt x="179" y="3293"/>
                    </a:cubicBezTo>
                    <a:cubicBezTo>
                      <a:pt x="179" y="4135"/>
                      <a:pt x="514" y="4942"/>
                      <a:pt x="1108" y="5537"/>
                    </a:cubicBezTo>
                    <a:cubicBezTo>
                      <a:pt x="1703" y="6132"/>
                      <a:pt x="2510" y="6466"/>
                      <a:pt x="335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20" name="Freeform: Shape 2219">
                <a:extLst>
                  <a:ext uri="{FF2B5EF4-FFF2-40B4-BE49-F238E27FC236}">
                    <a16:creationId xmlns:a16="http://schemas.microsoft.com/office/drawing/2014/main" id="{8B022C3B-B4B9-4A42-46C9-0E4B6835AAD6}"/>
                  </a:ext>
                </a:extLst>
              </p:cNvPr>
              <p:cNvSpPr/>
              <p:nvPr/>
            </p:nvSpPr>
            <p:spPr>
              <a:xfrm>
                <a:off x="3139548" y="5010797"/>
                <a:ext cx="6343" cy="6345"/>
              </a:xfrm>
              <a:custGeom>
                <a:avLst/>
                <a:gdLst>
                  <a:gd name="connsiteX0" fmla="*/ 3352 w 6343"/>
                  <a:gd name="connsiteY0" fmla="*/ 6466 h 6345"/>
                  <a:gd name="connsiteX1" fmla="*/ 5594 w 6343"/>
                  <a:gd name="connsiteY1" fmla="*/ 5537 h 6345"/>
                  <a:gd name="connsiteX2" fmla="*/ 6523 w 6343"/>
                  <a:gd name="connsiteY2" fmla="*/ 3293 h 6345"/>
                  <a:gd name="connsiteX3" fmla="*/ 5594 w 6343"/>
                  <a:gd name="connsiteY3" fmla="*/ 1050 h 6345"/>
                  <a:gd name="connsiteX4" fmla="*/ 3352 w 6343"/>
                  <a:gd name="connsiteY4" fmla="*/ 121 h 6345"/>
                  <a:gd name="connsiteX5" fmla="*/ 1109 w 6343"/>
                  <a:gd name="connsiteY5" fmla="*/ 1050 h 6345"/>
                  <a:gd name="connsiteX6" fmla="*/ 180 w 6343"/>
                  <a:gd name="connsiteY6" fmla="*/ 3293 h 6345"/>
                  <a:gd name="connsiteX7" fmla="*/ 1109 w 6343"/>
                  <a:gd name="connsiteY7" fmla="*/ 5537 h 6345"/>
                  <a:gd name="connsiteX8" fmla="*/ 3352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466"/>
                    </a:moveTo>
                    <a:cubicBezTo>
                      <a:pt x="4193" y="6466"/>
                      <a:pt x="5000" y="6132"/>
                      <a:pt x="5594" y="5537"/>
                    </a:cubicBezTo>
                    <a:cubicBezTo>
                      <a:pt x="6189" y="4942"/>
                      <a:pt x="6523" y="4135"/>
                      <a:pt x="6523" y="3293"/>
                    </a:cubicBezTo>
                    <a:cubicBezTo>
                      <a:pt x="6523" y="2452"/>
                      <a:pt x="6189" y="1645"/>
                      <a:pt x="5594" y="1050"/>
                    </a:cubicBezTo>
                    <a:cubicBezTo>
                      <a:pt x="5000" y="455"/>
                      <a:pt x="4193" y="121"/>
                      <a:pt x="3352" y="121"/>
                    </a:cubicBezTo>
                    <a:cubicBezTo>
                      <a:pt x="2511" y="121"/>
                      <a:pt x="1704" y="455"/>
                      <a:pt x="1109" y="1050"/>
                    </a:cubicBezTo>
                    <a:cubicBezTo>
                      <a:pt x="514" y="1645"/>
                      <a:pt x="180" y="2452"/>
                      <a:pt x="180" y="3293"/>
                    </a:cubicBezTo>
                    <a:cubicBezTo>
                      <a:pt x="180" y="4135"/>
                      <a:pt x="514" y="4942"/>
                      <a:pt x="1109" y="5537"/>
                    </a:cubicBezTo>
                    <a:cubicBezTo>
                      <a:pt x="1704" y="6132"/>
                      <a:pt x="2511" y="6466"/>
                      <a:pt x="3352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21" name="Freeform: Shape 2220">
                <a:extLst>
                  <a:ext uri="{FF2B5EF4-FFF2-40B4-BE49-F238E27FC236}">
                    <a16:creationId xmlns:a16="http://schemas.microsoft.com/office/drawing/2014/main" id="{E404B6FE-E733-5380-856A-DD155357F46E}"/>
                  </a:ext>
                </a:extLst>
              </p:cNvPr>
              <p:cNvSpPr/>
              <p:nvPr/>
            </p:nvSpPr>
            <p:spPr>
              <a:xfrm>
                <a:off x="3147845" y="5010147"/>
                <a:ext cx="6343" cy="6345"/>
              </a:xfrm>
              <a:custGeom>
                <a:avLst/>
                <a:gdLst>
                  <a:gd name="connsiteX0" fmla="*/ 3353 w 6343"/>
                  <a:gd name="connsiteY0" fmla="*/ 6466 h 6345"/>
                  <a:gd name="connsiteX1" fmla="*/ 5595 w 6343"/>
                  <a:gd name="connsiteY1" fmla="*/ 5537 h 6345"/>
                  <a:gd name="connsiteX2" fmla="*/ 6524 w 6343"/>
                  <a:gd name="connsiteY2" fmla="*/ 3293 h 6345"/>
                  <a:gd name="connsiteX3" fmla="*/ 5595 w 6343"/>
                  <a:gd name="connsiteY3" fmla="*/ 1050 h 6345"/>
                  <a:gd name="connsiteX4" fmla="*/ 3353 w 6343"/>
                  <a:gd name="connsiteY4" fmla="*/ 121 h 6345"/>
                  <a:gd name="connsiteX5" fmla="*/ 1110 w 6343"/>
                  <a:gd name="connsiteY5" fmla="*/ 1050 h 6345"/>
                  <a:gd name="connsiteX6" fmla="*/ 181 w 6343"/>
                  <a:gd name="connsiteY6" fmla="*/ 3293 h 6345"/>
                  <a:gd name="connsiteX7" fmla="*/ 1110 w 6343"/>
                  <a:gd name="connsiteY7" fmla="*/ 5537 h 6345"/>
                  <a:gd name="connsiteX8" fmla="*/ 335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466"/>
                    </a:moveTo>
                    <a:cubicBezTo>
                      <a:pt x="4194" y="6466"/>
                      <a:pt x="5000" y="6132"/>
                      <a:pt x="5595" y="5537"/>
                    </a:cubicBezTo>
                    <a:cubicBezTo>
                      <a:pt x="6190" y="4942"/>
                      <a:pt x="6524" y="4135"/>
                      <a:pt x="6524" y="3293"/>
                    </a:cubicBezTo>
                    <a:cubicBezTo>
                      <a:pt x="6524" y="2452"/>
                      <a:pt x="6190" y="1645"/>
                      <a:pt x="5595" y="1050"/>
                    </a:cubicBezTo>
                    <a:cubicBezTo>
                      <a:pt x="5000" y="455"/>
                      <a:pt x="4194" y="121"/>
                      <a:pt x="3353" y="121"/>
                    </a:cubicBezTo>
                    <a:cubicBezTo>
                      <a:pt x="2511" y="121"/>
                      <a:pt x="1705" y="455"/>
                      <a:pt x="1110" y="1050"/>
                    </a:cubicBezTo>
                    <a:cubicBezTo>
                      <a:pt x="515" y="1645"/>
                      <a:pt x="181" y="2452"/>
                      <a:pt x="181" y="3293"/>
                    </a:cubicBezTo>
                    <a:cubicBezTo>
                      <a:pt x="181" y="4135"/>
                      <a:pt x="515" y="4942"/>
                      <a:pt x="1110" y="5537"/>
                    </a:cubicBezTo>
                    <a:cubicBezTo>
                      <a:pt x="1705" y="6132"/>
                      <a:pt x="2511" y="6466"/>
                      <a:pt x="335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22" name="Freeform: Shape 2221">
                <a:extLst>
                  <a:ext uri="{FF2B5EF4-FFF2-40B4-BE49-F238E27FC236}">
                    <a16:creationId xmlns:a16="http://schemas.microsoft.com/office/drawing/2014/main" id="{806EE57B-2B72-FA11-42C6-CED4A836B37E}"/>
                  </a:ext>
                </a:extLst>
              </p:cNvPr>
              <p:cNvSpPr/>
              <p:nvPr/>
            </p:nvSpPr>
            <p:spPr>
              <a:xfrm>
                <a:off x="3154851" y="5008284"/>
                <a:ext cx="6343" cy="6345"/>
              </a:xfrm>
              <a:custGeom>
                <a:avLst/>
                <a:gdLst>
                  <a:gd name="connsiteX0" fmla="*/ 3353 w 6343"/>
                  <a:gd name="connsiteY0" fmla="*/ 6466 h 6345"/>
                  <a:gd name="connsiteX1" fmla="*/ 5596 w 6343"/>
                  <a:gd name="connsiteY1" fmla="*/ 5537 h 6345"/>
                  <a:gd name="connsiteX2" fmla="*/ 6525 w 6343"/>
                  <a:gd name="connsiteY2" fmla="*/ 3293 h 6345"/>
                  <a:gd name="connsiteX3" fmla="*/ 5596 w 6343"/>
                  <a:gd name="connsiteY3" fmla="*/ 1050 h 6345"/>
                  <a:gd name="connsiteX4" fmla="*/ 3353 w 6343"/>
                  <a:gd name="connsiteY4" fmla="*/ 120 h 6345"/>
                  <a:gd name="connsiteX5" fmla="*/ 1110 w 6343"/>
                  <a:gd name="connsiteY5" fmla="*/ 1050 h 6345"/>
                  <a:gd name="connsiteX6" fmla="*/ 182 w 6343"/>
                  <a:gd name="connsiteY6" fmla="*/ 3293 h 6345"/>
                  <a:gd name="connsiteX7" fmla="*/ 1110 w 6343"/>
                  <a:gd name="connsiteY7" fmla="*/ 5537 h 6345"/>
                  <a:gd name="connsiteX8" fmla="*/ 335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466"/>
                    </a:moveTo>
                    <a:cubicBezTo>
                      <a:pt x="4194" y="6466"/>
                      <a:pt x="5001" y="6132"/>
                      <a:pt x="5596" y="5537"/>
                    </a:cubicBezTo>
                    <a:cubicBezTo>
                      <a:pt x="6190" y="4942"/>
                      <a:pt x="6525" y="4135"/>
                      <a:pt x="6525" y="3293"/>
                    </a:cubicBezTo>
                    <a:cubicBezTo>
                      <a:pt x="6525" y="2452"/>
                      <a:pt x="6190" y="1645"/>
                      <a:pt x="5596" y="1050"/>
                    </a:cubicBezTo>
                    <a:cubicBezTo>
                      <a:pt x="5001" y="455"/>
                      <a:pt x="4194" y="120"/>
                      <a:pt x="3353" y="120"/>
                    </a:cubicBezTo>
                    <a:cubicBezTo>
                      <a:pt x="2512" y="120"/>
                      <a:pt x="1705" y="455"/>
                      <a:pt x="1110" y="1050"/>
                    </a:cubicBezTo>
                    <a:cubicBezTo>
                      <a:pt x="516" y="1645"/>
                      <a:pt x="182" y="2452"/>
                      <a:pt x="182" y="3293"/>
                    </a:cubicBezTo>
                    <a:cubicBezTo>
                      <a:pt x="182" y="4135"/>
                      <a:pt x="516" y="4942"/>
                      <a:pt x="1110" y="5537"/>
                    </a:cubicBezTo>
                    <a:cubicBezTo>
                      <a:pt x="1705" y="6132"/>
                      <a:pt x="2512" y="6466"/>
                      <a:pt x="335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23" name="Freeform: Shape 2222">
                <a:extLst>
                  <a:ext uri="{FF2B5EF4-FFF2-40B4-BE49-F238E27FC236}">
                    <a16:creationId xmlns:a16="http://schemas.microsoft.com/office/drawing/2014/main" id="{6D2D53AB-D8F1-13C4-ACCB-F6CDC8725439}"/>
                  </a:ext>
                </a:extLst>
              </p:cNvPr>
              <p:cNvSpPr/>
              <p:nvPr/>
            </p:nvSpPr>
            <p:spPr>
              <a:xfrm>
                <a:off x="3161387" y="5006003"/>
                <a:ext cx="6343" cy="6345"/>
              </a:xfrm>
              <a:custGeom>
                <a:avLst/>
                <a:gdLst>
                  <a:gd name="connsiteX0" fmla="*/ 3354 w 6343"/>
                  <a:gd name="connsiteY0" fmla="*/ 6466 h 6345"/>
                  <a:gd name="connsiteX1" fmla="*/ 5596 w 6343"/>
                  <a:gd name="connsiteY1" fmla="*/ 5536 h 6345"/>
                  <a:gd name="connsiteX2" fmla="*/ 6525 w 6343"/>
                  <a:gd name="connsiteY2" fmla="*/ 3293 h 6345"/>
                  <a:gd name="connsiteX3" fmla="*/ 5596 w 6343"/>
                  <a:gd name="connsiteY3" fmla="*/ 1050 h 6345"/>
                  <a:gd name="connsiteX4" fmla="*/ 3354 w 6343"/>
                  <a:gd name="connsiteY4" fmla="*/ 120 h 6345"/>
                  <a:gd name="connsiteX5" fmla="*/ 1111 w 6343"/>
                  <a:gd name="connsiteY5" fmla="*/ 1050 h 6345"/>
                  <a:gd name="connsiteX6" fmla="*/ 182 w 6343"/>
                  <a:gd name="connsiteY6" fmla="*/ 3293 h 6345"/>
                  <a:gd name="connsiteX7" fmla="*/ 1111 w 6343"/>
                  <a:gd name="connsiteY7" fmla="*/ 5536 h 6345"/>
                  <a:gd name="connsiteX8" fmla="*/ 3354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466"/>
                    </a:moveTo>
                    <a:cubicBezTo>
                      <a:pt x="4195" y="6466"/>
                      <a:pt x="5001" y="6131"/>
                      <a:pt x="5596" y="5536"/>
                    </a:cubicBezTo>
                    <a:cubicBezTo>
                      <a:pt x="6191" y="4941"/>
                      <a:pt x="6525" y="4134"/>
                      <a:pt x="6525" y="3293"/>
                    </a:cubicBezTo>
                    <a:cubicBezTo>
                      <a:pt x="6525" y="2452"/>
                      <a:pt x="6191" y="1645"/>
                      <a:pt x="5596" y="1050"/>
                    </a:cubicBezTo>
                    <a:cubicBezTo>
                      <a:pt x="5001" y="455"/>
                      <a:pt x="4195" y="120"/>
                      <a:pt x="3354" y="120"/>
                    </a:cubicBezTo>
                    <a:cubicBezTo>
                      <a:pt x="2512" y="120"/>
                      <a:pt x="1706" y="455"/>
                      <a:pt x="1111" y="1050"/>
                    </a:cubicBezTo>
                    <a:cubicBezTo>
                      <a:pt x="516" y="1645"/>
                      <a:pt x="182" y="2452"/>
                      <a:pt x="182" y="3293"/>
                    </a:cubicBezTo>
                    <a:cubicBezTo>
                      <a:pt x="182" y="4134"/>
                      <a:pt x="516" y="4941"/>
                      <a:pt x="1111" y="5536"/>
                    </a:cubicBezTo>
                    <a:cubicBezTo>
                      <a:pt x="1706" y="6131"/>
                      <a:pt x="2512" y="6466"/>
                      <a:pt x="3354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24" name="Freeform: Shape 2223">
                <a:extLst>
                  <a:ext uri="{FF2B5EF4-FFF2-40B4-BE49-F238E27FC236}">
                    <a16:creationId xmlns:a16="http://schemas.microsoft.com/office/drawing/2014/main" id="{5074C28F-33CC-1405-520E-12F1BBD1E1D7}"/>
                  </a:ext>
                </a:extLst>
              </p:cNvPr>
              <p:cNvSpPr/>
              <p:nvPr/>
            </p:nvSpPr>
            <p:spPr>
              <a:xfrm>
                <a:off x="3171492" y="5007478"/>
                <a:ext cx="6343" cy="6345"/>
              </a:xfrm>
              <a:custGeom>
                <a:avLst/>
                <a:gdLst>
                  <a:gd name="connsiteX0" fmla="*/ 3354 w 6343"/>
                  <a:gd name="connsiteY0" fmla="*/ 6466 h 6345"/>
                  <a:gd name="connsiteX1" fmla="*/ 5597 w 6343"/>
                  <a:gd name="connsiteY1" fmla="*/ 5537 h 6345"/>
                  <a:gd name="connsiteX2" fmla="*/ 6526 w 6343"/>
                  <a:gd name="connsiteY2" fmla="*/ 3293 h 6345"/>
                  <a:gd name="connsiteX3" fmla="*/ 5597 w 6343"/>
                  <a:gd name="connsiteY3" fmla="*/ 1050 h 6345"/>
                  <a:gd name="connsiteX4" fmla="*/ 3354 w 6343"/>
                  <a:gd name="connsiteY4" fmla="*/ 120 h 6345"/>
                  <a:gd name="connsiteX5" fmla="*/ 1112 w 6343"/>
                  <a:gd name="connsiteY5" fmla="*/ 1050 h 6345"/>
                  <a:gd name="connsiteX6" fmla="*/ 183 w 6343"/>
                  <a:gd name="connsiteY6" fmla="*/ 3293 h 6345"/>
                  <a:gd name="connsiteX7" fmla="*/ 1112 w 6343"/>
                  <a:gd name="connsiteY7" fmla="*/ 5537 h 6345"/>
                  <a:gd name="connsiteX8" fmla="*/ 3354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466"/>
                    </a:moveTo>
                    <a:cubicBezTo>
                      <a:pt x="4195" y="6466"/>
                      <a:pt x="5002" y="6132"/>
                      <a:pt x="5597" y="5537"/>
                    </a:cubicBezTo>
                    <a:cubicBezTo>
                      <a:pt x="6192" y="4942"/>
                      <a:pt x="6526" y="4135"/>
                      <a:pt x="6526" y="3293"/>
                    </a:cubicBezTo>
                    <a:cubicBezTo>
                      <a:pt x="6526" y="2452"/>
                      <a:pt x="6192" y="1645"/>
                      <a:pt x="5597" y="1050"/>
                    </a:cubicBezTo>
                    <a:cubicBezTo>
                      <a:pt x="5002" y="455"/>
                      <a:pt x="4195" y="120"/>
                      <a:pt x="3354" y="120"/>
                    </a:cubicBezTo>
                    <a:cubicBezTo>
                      <a:pt x="2513" y="120"/>
                      <a:pt x="1707" y="455"/>
                      <a:pt x="1112" y="1050"/>
                    </a:cubicBezTo>
                    <a:cubicBezTo>
                      <a:pt x="517" y="1645"/>
                      <a:pt x="183" y="2452"/>
                      <a:pt x="183" y="3293"/>
                    </a:cubicBezTo>
                    <a:cubicBezTo>
                      <a:pt x="183" y="4135"/>
                      <a:pt x="517" y="4942"/>
                      <a:pt x="1112" y="5537"/>
                    </a:cubicBezTo>
                    <a:cubicBezTo>
                      <a:pt x="1707" y="6132"/>
                      <a:pt x="2513" y="6466"/>
                      <a:pt x="3354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25" name="Freeform: Shape 2224">
                <a:extLst>
                  <a:ext uri="{FF2B5EF4-FFF2-40B4-BE49-F238E27FC236}">
                    <a16:creationId xmlns:a16="http://schemas.microsoft.com/office/drawing/2014/main" id="{71B83840-29B3-98BB-C960-4DC3EA978A8B}"/>
                  </a:ext>
                </a:extLst>
              </p:cNvPr>
              <p:cNvSpPr/>
              <p:nvPr/>
            </p:nvSpPr>
            <p:spPr>
              <a:xfrm>
                <a:off x="3180305" y="5007738"/>
                <a:ext cx="6343" cy="6345"/>
              </a:xfrm>
              <a:custGeom>
                <a:avLst/>
                <a:gdLst>
                  <a:gd name="connsiteX0" fmla="*/ 3355 w 6343"/>
                  <a:gd name="connsiteY0" fmla="*/ 6466 h 6345"/>
                  <a:gd name="connsiteX1" fmla="*/ 5598 w 6343"/>
                  <a:gd name="connsiteY1" fmla="*/ 5537 h 6345"/>
                  <a:gd name="connsiteX2" fmla="*/ 6527 w 6343"/>
                  <a:gd name="connsiteY2" fmla="*/ 3293 h 6345"/>
                  <a:gd name="connsiteX3" fmla="*/ 5598 w 6343"/>
                  <a:gd name="connsiteY3" fmla="*/ 1050 h 6345"/>
                  <a:gd name="connsiteX4" fmla="*/ 3355 w 6343"/>
                  <a:gd name="connsiteY4" fmla="*/ 120 h 6345"/>
                  <a:gd name="connsiteX5" fmla="*/ 1112 w 6343"/>
                  <a:gd name="connsiteY5" fmla="*/ 1050 h 6345"/>
                  <a:gd name="connsiteX6" fmla="*/ 184 w 6343"/>
                  <a:gd name="connsiteY6" fmla="*/ 3293 h 6345"/>
                  <a:gd name="connsiteX7" fmla="*/ 1112 w 6343"/>
                  <a:gd name="connsiteY7" fmla="*/ 5537 h 6345"/>
                  <a:gd name="connsiteX8" fmla="*/ 3355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466"/>
                    </a:moveTo>
                    <a:cubicBezTo>
                      <a:pt x="4196" y="6466"/>
                      <a:pt x="5003" y="6132"/>
                      <a:pt x="5598" y="5537"/>
                    </a:cubicBezTo>
                    <a:cubicBezTo>
                      <a:pt x="6192" y="4942"/>
                      <a:pt x="6527" y="4135"/>
                      <a:pt x="6527" y="3293"/>
                    </a:cubicBezTo>
                    <a:cubicBezTo>
                      <a:pt x="6527" y="2452"/>
                      <a:pt x="6192" y="1645"/>
                      <a:pt x="5598" y="1050"/>
                    </a:cubicBezTo>
                    <a:cubicBezTo>
                      <a:pt x="5003" y="455"/>
                      <a:pt x="4196" y="120"/>
                      <a:pt x="3355" y="120"/>
                    </a:cubicBezTo>
                    <a:cubicBezTo>
                      <a:pt x="2514" y="120"/>
                      <a:pt x="1707" y="455"/>
                      <a:pt x="1112" y="1050"/>
                    </a:cubicBezTo>
                    <a:cubicBezTo>
                      <a:pt x="518" y="1645"/>
                      <a:pt x="184" y="2452"/>
                      <a:pt x="184" y="3293"/>
                    </a:cubicBezTo>
                    <a:cubicBezTo>
                      <a:pt x="184" y="4135"/>
                      <a:pt x="518" y="4942"/>
                      <a:pt x="1112" y="5537"/>
                    </a:cubicBezTo>
                    <a:cubicBezTo>
                      <a:pt x="1707" y="6132"/>
                      <a:pt x="2514" y="6466"/>
                      <a:pt x="3355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26" name="Freeform: Shape 2225">
                <a:extLst>
                  <a:ext uri="{FF2B5EF4-FFF2-40B4-BE49-F238E27FC236}">
                    <a16:creationId xmlns:a16="http://schemas.microsoft.com/office/drawing/2014/main" id="{214DBF28-6BB9-BFB7-A0F6-EED05E39E36C}"/>
                  </a:ext>
                </a:extLst>
              </p:cNvPr>
              <p:cNvSpPr/>
              <p:nvPr/>
            </p:nvSpPr>
            <p:spPr>
              <a:xfrm>
                <a:off x="3189512" y="5008530"/>
                <a:ext cx="6343" cy="6345"/>
              </a:xfrm>
              <a:custGeom>
                <a:avLst/>
                <a:gdLst>
                  <a:gd name="connsiteX0" fmla="*/ 3356 w 6343"/>
                  <a:gd name="connsiteY0" fmla="*/ 6466 h 6345"/>
                  <a:gd name="connsiteX1" fmla="*/ 5598 w 6343"/>
                  <a:gd name="connsiteY1" fmla="*/ 5537 h 6345"/>
                  <a:gd name="connsiteX2" fmla="*/ 6527 w 6343"/>
                  <a:gd name="connsiteY2" fmla="*/ 3293 h 6345"/>
                  <a:gd name="connsiteX3" fmla="*/ 5598 w 6343"/>
                  <a:gd name="connsiteY3" fmla="*/ 1050 h 6345"/>
                  <a:gd name="connsiteX4" fmla="*/ 3356 w 6343"/>
                  <a:gd name="connsiteY4" fmla="*/ 120 h 6345"/>
                  <a:gd name="connsiteX5" fmla="*/ 1113 w 6343"/>
                  <a:gd name="connsiteY5" fmla="*/ 1050 h 6345"/>
                  <a:gd name="connsiteX6" fmla="*/ 184 w 6343"/>
                  <a:gd name="connsiteY6" fmla="*/ 3293 h 6345"/>
                  <a:gd name="connsiteX7" fmla="*/ 1113 w 6343"/>
                  <a:gd name="connsiteY7" fmla="*/ 5537 h 6345"/>
                  <a:gd name="connsiteX8" fmla="*/ 3356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466"/>
                    </a:moveTo>
                    <a:cubicBezTo>
                      <a:pt x="4197" y="6466"/>
                      <a:pt x="5004" y="6132"/>
                      <a:pt x="5598" y="5537"/>
                    </a:cubicBezTo>
                    <a:cubicBezTo>
                      <a:pt x="6193" y="4942"/>
                      <a:pt x="6527" y="4135"/>
                      <a:pt x="6527" y="3293"/>
                    </a:cubicBezTo>
                    <a:cubicBezTo>
                      <a:pt x="6527" y="2452"/>
                      <a:pt x="6193" y="1645"/>
                      <a:pt x="5598" y="1050"/>
                    </a:cubicBezTo>
                    <a:cubicBezTo>
                      <a:pt x="5004" y="455"/>
                      <a:pt x="4197" y="120"/>
                      <a:pt x="3356" y="120"/>
                    </a:cubicBezTo>
                    <a:cubicBezTo>
                      <a:pt x="2515" y="120"/>
                      <a:pt x="1708" y="455"/>
                      <a:pt x="1113" y="1050"/>
                    </a:cubicBezTo>
                    <a:cubicBezTo>
                      <a:pt x="518" y="1645"/>
                      <a:pt x="184" y="2452"/>
                      <a:pt x="184" y="3293"/>
                    </a:cubicBezTo>
                    <a:cubicBezTo>
                      <a:pt x="184" y="4135"/>
                      <a:pt x="518" y="4942"/>
                      <a:pt x="1113" y="5537"/>
                    </a:cubicBezTo>
                    <a:cubicBezTo>
                      <a:pt x="1708" y="6132"/>
                      <a:pt x="2515" y="6466"/>
                      <a:pt x="3356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27" name="Freeform: Shape 2226">
                <a:extLst>
                  <a:ext uri="{FF2B5EF4-FFF2-40B4-BE49-F238E27FC236}">
                    <a16:creationId xmlns:a16="http://schemas.microsoft.com/office/drawing/2014/main" id="{A2347BAE-1D92-EDCE-C799-7396B5DFE7B2}"/>
                  </a:ext>
                </a:extLst>
              </p:cNvPr>
              <p:cNvSpPr/>
              <p:nvPr/>
            </p:nvSpPr>
            <p:spPr>
              <a:xfrm>
                <a:off x="3199428" y="5010211"/>
                <a:ext cx="6343" cy="6345"/>
              </a:xfrm>
              <a:custGeom>
                <a:avLst/>
                <a:gdLst>
                  <a:gd name="connsiteX0" fmla="*/ 3357 w 6343"/>
                  <a:gd name="connsiteY0" fmla="*/ 6466 h 6345"/>
                  <a:gd name="connsiteX1" fmla="*/ 5599 w 6343"/>
                  <a:gd name="connsiteY1" fmla="*/ 5537 h 6345"/>
                  <a:gd name="connsiteX2" fmla="*/ 6528 w 6343"/>
                  <a:gd name="connsiteY2" fmla="*/ 3293 h 6345"/>
                  <a:gd name="connsiteX3" fmla="*/ 5599 w 6343"/>
                  <a:gd name="connsiteY3" fmla="*/ 1050 h 6345"/>
                  <a:gd name="connsiteX4" fmla="*/ 3357 w 6343"/>
                  <a:gd name="connsiteY4" fmla="*/ 121 h 6345"/>
                  <a:gd name="connsiteX5" fmla="*/ 1114 w 6343"/>
                  <a:gd name="connsiteY5" fmla="*/ 1050 h 6345"/>
                  <a:gd name="connsiteX6" fmla="*/ 185 w 6343"/>
                  <a:gd name="connsiteY6" fmla="*/ 3293 h 6345"/>
                  <a:gd name="connsiteX7" fmla="*/ 1114 w 6343"/>
                  <a:gd name="connsiteY7" fmla="*/ 5537 h 6345"/>
                  <a:gd name="connsiteX8" fmla="*/ 335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466"/>
                    </a:moveTo>
                    <a:cubicBezTo>
                      <a:pt x="4198" y="6466"/>
                      <a:pt x="5004" y="6132"/>
                      <a:pt x="5599" y="5537"/>
                    </a:cubicBezTo>
                    <a:cubicBezTo>
                      <a:pt x="6194" y="4942"/>
                      <a:pt x="6528" y="4135"/>
                      <a:pt x="6528" y="3293"/>
                    </a:cubicBezTo>
                    <a:cubicBezTo>
                      <a:pt x="6528" y="2452"/>
                      <a:pt x="6194" y="1645"/>
                      <a:pt x="5599" y="1050"/>
                    </a:cubicBezTo>
                    <a:cubicBezTo>
                      <a:pt x="5004" y="455"/>
                      <a:pt x="4198" y="121"/>
                      <a:pt x="3357" y="121"/>
                    </a:cubicBezTo>
                    <a:cubicBezTo>
                      <a:pt x="2515" y="121"/>
                      <a:pt x="1709" y="455"/>
                      <a:pt x="1114" y="1050"/>
                    </a:cubicBezTo>
                    <a:cubicBezTo>
                      <a:pt x="519" y="1645"/>
                      <a:pt x="185" y="2452"/>
                      <a:pt x="185" y="3293"/>
                    </a:cubicBezTo>
                    <a:cubicBezTo>
                      <a:pt x="185" y="4135"/>
                      <a:pt x="519" y="4942"/>
                      <a:pt x="1114" y="5537"/>
                    </a:cubicBezTo>
                    <a:cubicBezTo>
                      <a:pt x="1709" y="6132"/>
                      <a:pt x="2515" y="6466"/>
                      <a:pt x="335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28" name="Freeform: Shape 2227">
                <a:extLst>
                  <a:ext uri="{FF2B5EF4-FFF2-40B4-BE49-F238E27FC236}">
                    <a16:creationId xmlns:a16="http://schemas.microsoft.com/office/drawing/2014/main" id="{41A90D8D-A023-B6F8-F719-AE178EFD4BF9}"/>
                  </a:ext>
                </a:extLst>
              </p:cNvPr>
              <p:cNvSpPr/>
              <p:nvPr/>
            </p:nvSpPr>
            <p:spPr>
              <a:xfrm>
                <a:off x="3209651" y="5012371"/>
                <a:ext cx="6343" cy="6345"/>
              </a:xfrm>
              <a:custGeom>
                <a:avLst/>
                <a:gdLst>
                  <a:gd name="connsiteX0" fmla="*/ 3357 w 6343"/>
                  <a:gd name="connsiteY0" fmla="*/ 6466 h 6345"/>
                  <a:gd name="connsiteX1" fmla="*/ 5600 w 6343"/>
                  <a:gd name="connsiteY1" fmla="*/ 5537 h 6345"/>
                  <a:gd name="connsiteX2" fmla="*/ 6529 w 6343"/>
                  <a:gd name="connsiteY2" fmla="*/ 3293 h 6345"/>
                  <a:gd name="connsiteX3" fmla="*/ 5600 w 6343"/>
                  <a:gd name="connsiteY3" fmla="*/ 1050 h 6345"/>
                  <a:gd name="connsiteX4" fmla="*/ 3357 w 6343"/>
                  <a:gd name="connsiteY4" fmla="*/ 121 h 6345"/>
                  <a:gd name="connsiteX5" fmla="*/ 1115 w 6343"/>
                  <a:gd name="connsiteY5" fmla="*/ 1050 h 6345"/>
                  <a:gd name="connsiteX6" fmla="*/ 186 w 6343"/>
                  <a:gd name="connsiteY6" fmla="*/ 3293 h 6345"/>
                  <a:gd name="connsiteX7" fmla="*/ 1115 w 6343"/>
                  <a:gd name="connsiteY7" fmla="*/ 5537 h 6345"/>
                  <a:gd name="connsiteX8" fmla="*/ 335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466"/>
                    </a:moveTo>
                    <a:cubicBezTo>
                      <a:pt x="4198" y="6466"/>
                      <a:pt x="5005" y="6132"/>
                      <a:pt x="5600" y="5537"/>
                    </a:cubicBezTo>
                    <a:cubicBezTo>
                      <a:pt x="6195" y="4942"/>
                      <a:pt x="6529" y="4135"/>
                      <a:pt x="6529" y="3293"/>
                    </a:cubicBezTo>
                    <a:cubicBezTo>
                      <a:pt x="6529" y="2452"/>
                      <a:pt x="6195" y="1645"/>
                      <a:pt x="5600" y="1050"/>
                    </a:cubicBezTo>
                    <a:cubicBezTo>
                      <a:pt x="5005" y="455"/>
                      <a:pt x="4198" y="121"/>
                      <a:pt x="3357" y="121"/>
                    </a:cubicBezTo>
                    <a:cubicBezTo>
                      <a:pt x="2516" y="121"/>
                      <a:pt x="1710" y="455"/>
                      <a:pt x="1115" y="1050"/>
                    </a:cubicBezTo>
                    <a:cubicBezTo>
                      <a:pt x="520" y="1645"/>
                      <a:pt x="186" y="2452"/>
                      <a:pt x="186" y="3293"/>
                    </a:cubicBezTo>
                    <a:cubicBezTo>
                      <a:pt x="186" y="4135"/>
                      <a:pt x="520" y="4942"/>
                      <a:pt x="1115" y="5537"/>
                    </a:cubicBezTo>
                    <a:cubicBezTo>
                      <a:pt x="1710" y="6132"/>
                      <a:pt x="2516" y="6466"/>
                      <a:pt x="335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29" name="Freeform: Shape 2228">
                <a:extLst>
                  <a:ext uri="{FF2B5EF4-FFF2-40B4-BE49-F238E27FC236}">
                    <a16:creationId xmlns:a16="http://schemas.microsoft.com/office/drawing/2014/main" id="{59BA771E-98F2-7FF9-9F25-24C0F1CFA714}"/>
                  </a:ext>
                </a:extLst>
              </p:cNvPr>
              <p:cNvSpPr/>
              <p:nvPr/>
            </p:nvSpPr>
            <p:spPr>
              <a:xfrm>
                <a:off x="3217553" y="5012124"/>
                <a:ext cx="6343" cy="6345"/>
              </a:xfrm>
              <a:custGeom>
                <a:avLst/>
                <a:gdLst>
                  <a:gd name="connsiteX0" fmla="*/ 3358 w 6343"/>
                  <a:gd name="connsiteY0" fmla="*/ 6466 h 6345"/>
                  <a:gd name="connsiteX1" fmla="*/ 5601 w 6343"/>
                  <a:gd name="connsiteY1" fmla="*/ 5537 h 6345"/>
                  <a:gd name="connsiteX2" fmla="*/ 6530 w 6343"/>
                  <a:gd name="connsiteY2" fmla="*/ 3293 h 6345"/>
                  <a:gd name="connsiteX3" fmla="*/ 5601 w 6343"/>
                  <a:gd name="connsiteY3" fmla="*/ 1050 h 6345"/>
                  <a:gd name="connsiteX4" fmla="*/ 3358 w 6343"/>
                  <a:gd name="connsiteY4" fmla="*/ 121 h 6345"/>
                  <a:gd name="connsiteX5" fmla="*/ 1115 w 6343"/>
                  <a:gd name="connsiteY5" fmla="*/ 1050 h 6345"/>
                  <a:gd name="connsiteX6" fmla="*/ 186 w 6343"/>
                  <a:gd name="connsiteY6" fmla="*/ 3293 h 6345"/>
                  <a:gd name="connsiteX7" fmla="*/ 1115 w 6343"/>
                  <a:gd name="connsiteY7" fmla="*/ 5537 h 6345"/>
                  <a:gd name="connsiteX8" fmla="*/ 335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466"/>
                    </a:moveTo>
                    <a:cubicBezTo>
                      <a:pt x="4199" y="6466"/>
                      <a:pt x="5006" y="6132"/>
                      <a:pt x="5601" y="5537"/>
                    </a:cubicBezTo>
                    <a:cubicBezTo>
                      <a:pt x="6195" y="4942"/>
                      <a:pt x="6530" y="4135"/>
                      <a:pt x="6530" y="3293"/>
                    </a:cubicBezTo>
                    <a:cubicBezTo>
                      <a:pt x="6530" y="2452"/>
                      <a:pt x="6195" y="1645"/>
                      <a:pt x="5601" y="1050"/>
                    </a:cubicBezTo>
                    <a:cubicBezTo>
                      <a:pt x="5006" y="455"/>
                      <a:pt x="4199" y="121"/>
                      <a:pt x="3358" y="121"/>
                    </a:cubicBezTo>
                    <a:cubicBezTo>
                      <a:pt x="2517" y="121"/>
                      <a:pt x="1710" y="455"/>
                      <a:pt x="1115" y="1050"/>
                    </a:cubicBezTo>
                    <a:cubicBezTo>
                      <a:pt x="521" y="1645"/>
                      <a:pt x="186" y="2452"/>
                      <a:pt x="186" y="3293"/>
                    </a:cubicBezTo>
                    <a:cubicBezTo>
                      <a:pt x="186" y="4135"/>
                      <a:pt x="521" y="4942"/>
                      <a:pt x="1115" y="5537"/>
                    </a:cubicBezTo>
                    <a:cubicBezTo>
                      <a:pt x="1710" y="6132"/>
                      <a:pt x="2517" y="6466"/>
                      <a:pt x="335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30" name="Freeform: Shape 2229">
                <a:extLst>
                  <a:ext uri="{FF2B5EF4-FFF2-40B4-BE49-F238E27FC236}">
                    <a16:creationId xmlns:a16="http://schemas.microsoft.com/office/drawing/2014/main" id="{431CCA25-85A9-6BF2-EE5F-CCEC192EBCA5}"/>
                  </a:ext>
                </a:extLst>
              </p:cNvPr>
              <p:cNvSpPr/>
              <p:nvPr/>
            </p:nvSpPr>
            <p:spPr>
              <a:xfrm>
                <a:off x="3226099" y="5012691"/>
                <a:ext cx="6343" cy="6345"/>
              </a:xfrm>
              <a:custGeom>
                <a:avLst/>
                <a:gdLst>
                  <a:gd name="connsiteX0" fmla="*/ 3359 w 6343"/>
                  <a:gd name="connsiteY0" fmla="*/ 6466 h 6345"/>
                  <a:gd name="connsiteX1" fmla="*/ 5601 w 6343"/>
                  <a:gd name="connsiteY1" fmla="*/ 5537 h 6345"/>
                  <a:gd name="connsiteX2" fmla="*/ 6530 w 6343"/>
                  <a:gd name="connsiteY2" fmla="*/ 3294 h 6345"/>
                  <a:gd name="connsiteX3" fmla="*/ 5601 w 6343"/>
                  <a:gd name="connsiteY3" fmla="*/ 1050 h 6345"/>
                  <a:gd name="connsiteX4" fmla="*/ 3359 w 6343"/>
                  <a:gd name="connsiteY4" fmla="*/ 121 h 6345"/>
                  <a:gd name="connsiteX5" fmla="*/ 1116 w 6343"/>
                  <a:gd name="connsiteY5" fmla="*/ 1050 h 6345"/>
                  <a:gd name="connsiteX6" fmla="*/ 187 w 6343"/>
                  <a:gd name="connsiteY6" fmla="*/ 3294 h 6345"/>
                  <a:gd name="connsiteX7" fmla="*/ 1116 w 6343"/>
                  <a:gd name="connsiteY7" fmla="*/ 5537 h 6345"/>
                  <a:gd name="connsiteX8" fmla="*/ 335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466"/>
                    </a:moveTo>
                    <a:cubicBezTo>
                      <a:pt x="4200" y="6466"/>
                      <a:pt x="5007" y="6132"/>
                      <a:pt x="5601" y="5537"/>
                    </a:cubicBezTo>
                    <a:cubicBezTo>
                      <a:pt x="6196" y="4942"/>
                      <a:pt x="6530" y="4135"/>
                      <a:pt x="6530" y="3294"/>
                    </a:cubicBezTo>
                    <a:cubicBezTo>
                      <a:pt x="6530" y="2452"/>
                      <a:pt x="6196" y="1645"/>
                      <a:pt x="5601" y="1050"/>
                    </a:cubicBezTo>
                    <a:cubicBezTo>
                      <a:pt x="5007" y="455"/>
                      <a:pt x="4200" y="121"/>
                      <a:pt x="3359" y="121"/>
                    </a:cubicBezTo>
                    <a:cubicBezTo>
                      <a:pt x="2518" y="121"/>
                      <a:pt x="1711" y="455"/>
                      <a:pt x="1116" y="1050"/>
                    </a:cubicBezTo>
                    <a:cubicBezTo>
                      <a:pt x="521" y="1645"/>
                      <a:pt x="187" y="2452"/>
                      <a:pt x="187" y="3294"/>
                    </a:cubicBezTo>
                    <a:cubicBezTo>
                      <a:pt x="187" y="4135"/>
                      <a:pt x="521" y="4942"/>
                      <a:pt x="1116" y="5537"/>
                    </a:cubicBezTo>
                    <a:cubicBezTo>
                      <a:pt x="1711" y="6132"/>
                      <a:pt x="2518" y="6466"/>
                      <a:pt x="335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31" name="Freeform: Shape 2230">
                <a:extLst>
                  <a:ext uri="{FF2B5EF4-FFF2-40B4-BE49-F238E27FC236}">
                    <a16:creationId xmlns:a16="http://schemas.microsoft.com/office/drawing/2014/main" id="{8A148955-7EFB-C667-19A9-C6781508FF92}"/>
                  </a:ext>
                </a:extLst>
              </p:cNvPr>
              <p:cNvSpPr/>
              <p:nvPr/>
            </p:nvSpPr>
            <p:spPr>
              <a:xfrm>
                <a:off x="3236032" y="5014942"/>
                <a:ext cx="6343" cy="6345"/>
              </a:xfrm>
              <a:custGeom>
                <a:avLst/>
                <a:gdLst>
                  <a:gd name="connsiteX0" fmla="*/ 3359 w 6343"/>
                  <a:gd name="connsiteY0" fmla="*/ 6466 h 6345"/>
                  <a:gd name="connsiteX1" fmla="*/ 5602 w 6343"/>
                  <a:gd name="connsiteY1" fmla="*/ 5537 h 6345"/>
                  <a:gd name="connsiteX2" fmla="*/ 6531 w 6343"/>
                  <a:gd name="connsiteY2" fmla="*/ 3294 h 6345"/>
                  <a:gd name="connsiteX3" fmla="*/ 5602 w 6343"/>
                  <a:gd name="connsiteY3" fmla="*/ 1050 h 6345"/>
                  <a:gd name="connsiteX4" fmla="*/ 3359 w 6343"/>
                  <a:gd name="connsiteY4" fmla="*/ 121 h 6345"/>
                  <a:gd name="connsiteX5" fmla="*/ 1117 w 6343"/>
                  <a:gd name="connsiteY5" fmla="*/ 1050 h 6345"/>
                  <a:gd name="connsiteX6" fmla="*/ 188 w 6343"/>
                  <a:gd name="connsiteY6" fmla="*/ 3294 h 6345"/>
                  <a:gd name="connsiteX7" fmla="*/ 1117 w 6343"/>
                  <a:gd name="connsiteY7" fmla="*/ 5537 h 6345"/>
                  <a:gd name="connsiteX8" fmla="*/ 335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466"/>
                    </a:moveTo>
                    <a:cubicBezTo>
                      <a:pt x="4201" y="6466"/>
                      <a:pt x="5007" y="6132"/>
                      <a:pt x="5602" y="5537"/>
                    </a:cubicBezTo>
                    <a:cubicBezTo>
                      <a:pt x="6197" y="4942"/>
                      <a:pt x="6531" y="4135"/>
                      <a:pt x="6531" y="3294"/>
                    </a:cubicBezTo>
                    <a:cubicBezTo>
                      <a:pt x="6531" y="2452"/>
                      <a:pt x="6197" y="1645"/>
                      <a:pt x="5602" y="1050"/>
                    </a:cubicBezTo>
                    <a:cubicBezTo>
                      <a:pt x="5007" y="455"/>
                      <a:pt x="4201" y="121"/>
                      <a:pt x="3359" y="121"/>
                    </a:cubicBezTo>
                    <a:cubicBezTo>
                      <a:pt x="2518" y="121"/>
                      <a:pt x="1712" y="455"/>
                      <a:pt x="1117" y="1050"/>
                    </a:cubicBezTo>
                    <a:cubicBezTo>
                      <a:pt x="522" y="1645"/>
                      <a:pt x="188" y="2452"/>
                      <a:pt x="188" y="3294"/>
                    </a:cubicBezTo>
                    <a:cubicBezTo>
                      <a:pt x="188" y="4135"/>
                      <a:pt x="522" y="4942"/>
                      <a:pt x="1117" y="5537"/>
                    </a:cubicBezTo>
                    <a:cubicBezTo>
                      <a:pt x="1712" y="6132"/>
                      <a:pt x="2518" y="6466"/>
                      <a:pt x="335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32" name="Freeform: Shape 2231">
                <a:extLst>
                  <a:ext uri="{FF2B5EF4-FFF2-40B4-BE49-F238E27FC236}">
                    <a16:creationId xmlns:a16="http://schemas.microsoft.com/office/drawing/2014/main" id="{22363AE6-D88A-B29E-42A4-5F6CF5BA1CE9}"/>
                  </a:ext>
                </a:extLst>
              </p:cNvPr>
              <p:cNvSpPr/>
              <p:nvPr/>
            </p:nvSpPr>
            <p:spPr>
              <a:xfrm>
                <a:off x="3245131" y="5016390"/>
                <a:ext cx="6343" cy="6345"/>
              </a:xfrm>
              <a:custGeom>
                <a:avLst/>
                <a:gdLst>
                  <a:gd name="connsiteX0" fmla="*/ 3360 w 6343"/>
                  <a:gd name="connsiteY0" fmla="*/ 6467 h 6345"/>
                  <a:gd name="connsiteX1" fmla="*/ 5603 w 6343"/>
                  <a:gd name="connsiteY1" fmla="*/ 5537 h 6345"/>
                  <a:gd name="connsiteX2" fmla="*/ 6532 w 6343"/>
                  <a:gd name="connsiteY2" fmla="*/ 3294 h 6345"/>
                  <a:gd name="connsiteX3" fmla="*/ 5603 w 6343"/>
                  <a:gd name="connsiteY3" fmla="*/ 1050 h 6345"/>
                  <a:gd name="connsiteX4" fmla="*/ 3360 w 6343"/>
                  <a:gd name="connsiteY4" fmla="*/ 121 h 6345"/>
                  <a:gd name="connsiteX5" fmla="*/ 1118 w 6343"/>
                  <a:gd name="connsiteY5" fmla="*/ 1050 h 6345"/>
                  <a:gd name="connsiteX6" fmla="*/ 189 w 6343"/>
                  <a:gd name="connsiteY6" fmla="*/ 3294 h 6345"/>
                  <a:gd name="connsiteX7" fmla="*/ 1118 w 6343"/>
                  <a:gd name="connsiteY7" fmla="*/ 5537 h 6345"/>
                  <a:gd name="connsiteX8" fmla="*/ 336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467"/>
                    </a:moveTo>
                    <a:cubicBezTo>
                      <a:pt x="4201" y="6467"/>
                      <a:pt x="5008" y="6132"/>
                      <a:pt x="5603" y="5537"/>
                    </a:cubicBezTo>
                    <a:cubicBezTo>
                      <a:pt x="6198" y="4942"/>
                      <a:pt x="6532" y="4135"/>
                      <a:pt x="6532" y="3294"/>
                    </a:cubicBezTo>
                    <a:cubicBezTo>
                      <a:pt x="6532" y="2452"/>
                      <a:pt x="6198" y="1645"/>
                      <a:pt x="5603" y="1050"/>
                    </a:cubicBezTo>
                    <a:cubicBezTo>
                      <a:pt x="5008" y="455"/>
                      <a:pt x="4201" y="121"/>
                      <a:pt x="3360" y="121"/>
                    </a:cubicBezTo>
                    <a:cubicBezTo>
                      <a:pt x="2519" y="121"/>
                      <a:pt x="1712" y="455"/>
                      <a:pt x="1118" y="1050"/>
                    </a:cubicBezTo>
                    <a:cubicBezTo>
                      <a:pt x="523" y="1645"/>
                      <a:pt x="189" y="2452"/>
                      <a:pt x="189" y="3294"/>
                    </a:cubicBezTo>
                    <a:cubicBezTo>
                      <a:pt x="189" y="4135"/>
                      <a:pt x="523" y="4942"/>
                      <a:pt x="1118" y="5537"/>
                    </a:cubicBezTo>
                    <a:cubicBezTo>
                      <a:pt x="1712" y="6132"/>
                      <a:pt x="2519" y="6467"/>
                      <a:pt x="336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33" name="Freeform: Shape 2232">
                <a:extLst>
                  <a:ext uri="{FF2B5EF4-FFF2-40B4-BE49-F238E27FC236}">
                    <a16:creationId xmlns:a16="http://schemas.microsoft.com/office/drawing/2014/main" id="{E984B152-2D87-A5DF-D16F-7A2416D7CE7B}"/>
                  </a:ext>
                </a:extLst>
              </p:cNvPr>
              <p:cNvSpPr/>
              <p:nvPr/>
            </p:nvSpPr>
            <p:spPr>
              <a:xfrm>
                <a:off x="3254063" y="5017779"/>
                <a:ext cx="6343" cy="6345"/>
              </a:xfrm>
              <a:custGeom>
                <a:avLst/>
                <a:gdLst>
                  <a:gd name="connsiteX0" fmla="*/ 3361 w 6343"/>
                  <a:gd name="connsiteY0" fmla="*/ 6467 h 6345"/>
                  <a:gd name="connsiteX1" fmla="*/ 5604 w 6343"/>
                  <a:gd name="connsiteY1" fmla="*/ 5537 h 6345"/>
                  <a:gd name="connsiteX2" fmla="*/ 6532 w 6343"/>
                  <a:gd name="connsiteY2" fmla="*/ 3294 h 6345"/>
                  <a:gd name="connsiteX3" fmla="*/ 5604 w 6343"/>
                  <a:gd name="connsiteY3" fmla="*/ 1050 h 6345"/>
                  <a:gd name="connsiteX4" fmla="*/ 3361 w 6343"/>
                  <a:gd name="connsiteY4" fmla="*/ 121 h 6345"/>
                  <a:gd name="connsiteX5" fmla="*/ 1118 w 6343"/>
                  <a:gd name="connsiteY5" fmla="*/ 1050 h 6345"/>
                  <a:gd name="connsiteX6" fmla="*/ 189 w 6343"/>
                  <a:gd name="connsiteY6" fmla="*/ 3294 h 6345"/>
                  <a:gd name="connsiteX7" fmla="*/ 1118 w 6343"/>
                  <a:gd name="connsiteY7" fmla="*/ 5537 h 6345"/>
                  <a:gd name="connsiteX8" fmla="*/ 3361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67"/>
                    </a:moveTo>
                    <a:cubicBezTo>
                      <a:pt x="4202" y="6467"/>
                      <a:pt x="5009" y="6132"/>
                      <a:pt x="5604" y="5537"/>
                    </a:cubicBezTo>
                    <a:cubicBezTo>
                      <a:pt x="6198" y="4942"/>
                      <a:pt x="6532" y="4135"/>
                      <a:pt x="6532" y="3294"/>
                    </a:cubicBezTo>
                    <a:cubicBezTo>
                      <a:pt x="6532" y="2453"/>
                      <a:pt x="6198" y="1645"/>
                      <a:pt x="5604" y="1050"/>
                    </a:cubicBezTo>
                    <a:cubicBezTo>
                      <a:pt x="5009" y="456"/>
                      <a:pt x="4202" y="121"/>
                      <a:pt x="3361" y="121"/>
                    </a:cubicBezTo>
                    <a:cubicBezTo>
                      <a:pt x="2520" y="121"/>
                      <a:pt x="1713" y="456"/>
                      <a:pt x="1118" y="1050"/>
                    </a:cubicBezTo>
                    <a:cubicBezTo>
                      <a:pt x="524" y="1645"/>
                      <a:pt x="189" y="2453"/>
                      <a:pt x="189" y="3294"/>
                    </a:cubicBezTo>
                    <a:cubicBezTo>
                      <a:pt x="189" y="4135"/>
                      <a:pt x="524" y="4942"/>
                      <a:pt x="1118" y="5537"/>
                    </a:cubicBezTo>
                    <a:cubicBezTo>
                      <a:pt x="1713" y="6132"/>
                      <a:pt x="2520" y="6467"/>
                      <a:pt x="3361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34" name="Freeform: Shape 2233">
                <a:extLst>
                  <a:ext uri="{FF2B5EF4-FFF2-40B4-BE49-F238E27FC236}">
                    <a16:creationId xmlns:a16="http://schemas.microsoft.com/office/drawing/2014/main" id="{7136338E-8E34-0822-BA63-30D6A752D750}"/>
                  </a:ext>
                </a:extLst>
              </p:cNvPr>
              <p:cNvSpPr/>
              <p:nvPr/>
            </p:nvSpPr>
            <p:spPr>
              <a:xfrm>
                <a:off x="3261441" y="5017473"/>
                <a:ext cx="6343" cy="6345"/>
              </a:xfrm>
              <a:custGeom>
                <a:avLst/>
                <a:gdLst>
                  <a:gd name="connsiteX0" fmla="*/ 3361 w 6343"/>
                  <a:gd name="connsiteY0" fmla="*/ 6467 h 6345"/>
                  <a:gd name="connsiteX1" fmla="*/ 5604 w 6343"/>
                  <a:gd name="connsiteY1" fmla="*/ 5537 h 6345"/>
                  <a:gd name="connsiteX2" fmla="*/ 6533 w 6343"/>
                  <a:gd name="connsiteY2" fmla="*/ 3294 h 6345"/>
                  <a:gd name="connsiteX3" fmla="*/ 5604 w 6343"/>
                  <a:gd name="connsiteY3" fmla="*/ 1050 h 6345"/>
                  <a:gd name="connsiteX4" fmla="*/ 3361 w 6343"/>
                  <a:gd name="connsiteY4" fmla="*/ 121 h 6345"/>
                  <a:gd name="connsiteX5" fmla="*/ 1119 w 6343"/>
                  <a:gd name="connsiteY5" fmla="*/ 1050 h 6345"/>
                  <a:gd name="connsiteX6" fmla="*/ 190 w 6343"/>
                  <a:gd name="connsiteY6" fmla="*/ 3294 h 6345"/>
                  <a:gd name="connsiteX7" fmla="*/ 1119 w 6343"/>
                  <a:gd name="connsiteY7" fmla="*/ 5537 h 6345"/>
                  <a:gd name="connsiteX8" fmla="*/ 3361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67"/>
                    </a:moveTo>
                    <a:cubicBezTo>
                      <a:pt x="4203" y="6467"/>
                      <a:pt x="5009" y="6132"/>
                      <a:pt x="5604" y="5537"/>
                    </a:cubicBezTo>
                    <a:cubicBezTo>
                      <a:pt x="6199" y="4942"/>
                      <a:pt x="6533" y="4135"/>
                      <a:pt x="6533" y="3294"/>
                    </a:cubicBezTo>
                    <a:cubicBezTo>
                      <a:pt x="6533" y="2452"/>
                      <a:pt x="6199" y="1645"/>
                      <a:pt x="5604" y="1050"/>
                    </a:cubicBezTo>
                    <a:cubicBezTo>
                      <a:pt x="5009" y="455"/>
                      <a:pt x="4203" y="121"/>
                      <a:pt x="3361" y="121"/>
                    </a:cubicBezTo>
                    <a:cubicBezTo>
                      <a:pt x="2520" y="121"/>
                      <a:pt x="1714" y="455"/>
                      <a:pt x="1119" y="1050"/>
                    </a:cubicBezTo>
                    <a:cubicBezTo>
                      <a:pt x="524" y="1645"/>
                      <a:pt x="190" y="2452"/>
                      <a:pt x="190" y="3294"/>
                    </a:cubicBezTo>
                    <a:cubicBezTo>
                      <a:pt x="190" y="4135"/>
                      <a:pt x="524" y="4942"/>
                      <a:pt x="1119" y="5537"/>
                    </a:cubicBezTo>
                    <a:cubicBezTo>
                      <a:pt x="1714" y="6132"/>
                      <a:pt x="2520" y="6467"/>
                      <a:pt x="3361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35" name="Freeform: Shape 2234">
                <a:extLst>
                  <a:ext uri="{FF2B5EF4-FFF2-40B4-BE49-F238E27FC236}">
                    <a16:creationId xmlns:a16="http://schemas.microsoft.com/office/drawing/2014/main" id="{4F70660A-2772-7396-6704-BAF708AB1487}"/>
                  </a:ext>
                </a:extLst>
              </p:cNvPr>
              <p:cNvSpPr/>
              <p:nvPr/>
            </p:nvSpPr>
            <p:spPr>
              <a:xfrm>
                <a:off x="3270241" y="5018944"/>
                <a:ext cx="6343" cy="6345"/>
              </a:xfrm>
              <a:custGeom>
                <a:avLst/>
                <a:gdLst>
                  <a:gd name="connsiteX0" fmla="*/ 3362 w 6343"/>
                  <a:gd name="connsiteY0" fmla="*/ 6467 h 6345"/>
                  <a:gd name="connsiteX1" fmla="*/ 5605 w 6343"/>
                  <a:gd name="connsiteY1" fmla="*/ 5537 h 6345"/>
                  <a:gd name="connsiteX2" fmla="*/ 6534 w 6343"/>
                  <a:gd name="connsiteY2" fmla="*/ 3294 h 6345"/>
                  <a:gd name="connsiteX3" fmla="*/ 5605 w 6343"/>
                  <a:gd name="connsiteY3" fmla="*/ 1051 h 6345"/>
                  <a:gd name="connsiteX4" fmla="*/ 3362 w 6343"/>
                  <a:gd name="connsiteY4" fmla="*/ 121 h 6345"/>
                  <a:gd name="connsiteX5" fmla="*/ 1120 w 6343"/>
                  <a:gd name="connsiteY5" fmla="*/ 1051 h 6345"/>
                  <a:gd name="connsiteX6" fmla="*/ 191 w 6343"/>
                  <a:gd name="connsiteY6" fmla="*/ 3294 h 6345"/>
                  <a:gd name="connsiteX7" fmla="*/ 1120 w 6343"/>
                  <a:gd name="connsiteY7" fmla="*/ 5537 h 6345"/>
                  <a:gd name="connsiteX8" fmla="*/ 3362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2" y="6467"/>
                    </a:moveTo>
                    <a:cubicBezTo>
                      <a:pt x="4203" y="6467"/>
                      <a:pt x="5010" y="6132"/>
                      <a:pt x="5605" y="5537"/>
                    </a:cubicBezTo>
                    <a:cubicBezTo>
                      <a:pt x="6200" y="4942"/>
                      <a:pt x="6534" y="4135"/>
                      <a:pt x="6534" y="3294"/>
                    </a:cubicBezTo>
                    <a:cubicBezTo>
                      <a:pt x="6534" y="2453"/>
                      <a:pt x="6200" y="1646"/>
                      <a:pt x="5605" y="1051"/>
                    </a:cubicBezTo>
                    <a:cubicBezTo>
                      <a:pt x="5010" y="456"/>
                      <a:pt x="4203" y="121"/>
                      <a:pt x="3362" y="121"/>
                    </a:cubicBezTo>
                    <a:cubicBezTo>
                      <a:pt x="2521" y="121"/>
                      <a:pt x="1714" y="456"/>
                      <a:pt x="1120" y="1051"/>
                    </a:cubicBezTo>
                    <a:cubicBezTo>
                      <a:pt x="525" y="1646"/>
                      <a:pt x="191" y="2453"/>
                      <a:pt x="191" y="3294"/>
                    </a:cubicBezTo>
                    <a:cubicBezTo>
                      <a:pt x="191" y="4135"/>
                      <a:pt x="525" y="4942"/>
                      <a:pt x="1120" y="5537"/>
                    </a:cubicBezTo>
                    <a:cubicBezTo>
                      <a:pt x="1714" y="6132"/>
                      <a:pt x="2521" y="6467"/>
                      <a:pt x="3362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36" name="Freeform: Shape 2235">
                <a:extLst>
                  <a:ext uri="{FF2B5EF4-FFF2-40B4-BE49-F238E27FC236}">
                    <a16:creationId xmlns:a16="http://schemas.microsoft.com/office/drawing/2014/main" id="{56ED9B23-3F59-7931-3F16-32EED3B7524C}"/>
                  </a:ext>
                </a:extLst>
              </p:cNvPr>
              <p:cNvSpPr/>
              <p:nvPr/>
            </p:nvSpPr>
            <p:spPr>
              <a:xfrm>
                <a:off x="3278360" y="5019726"/>
                <a:ext cx="6343" cy="6345"/>
              </a:xfrm>
              <a:custGeom>
                <a:avLst/>
                <a:gdLst>
                  <a:gd name="connsiteX0" fmla="*/ 3363 w 6343"/>
                  <a:gd name="connsiteY0" fmla="*/ 6467 h 6345"/>
                  <a:gd name="connsiteX1" fmla="*/ 5605 w 6343"/>
                  <a:gd name="connsiteY1" fmla="*/ 5538 h 6345"/>
                  <a:gd name="connsiteX2" fmla="*/ 6534 w 6343"/>
                  <a:gd name="connsiteY2" fmla="*/ 3294 h 6345"/>
                  <a:gd name="connsiteX3" fmla="*/ 5605 w 6343"/>
                  <a:gd name="connsiteY3" fmla="*/ 1051 h 6345"/>
                  <a:gd name="connsiteX4" fmla="*/ 3363 w 6343"/>
                  <a:gd name="connsiteY4" fmla="*/ 121 h 6345"/>
                  <a:gd name="connsiteX5" fmla="*/ 1120 w 6343"/>
                  <a:gd name="connsiteY5" fmla="*/ 1051 h 6345"/>
                  <a:gd name="connsiteX6" fmla="*/ 191 w 6343"/>
                  <a:gd name="connsiteY6" fmla="*/ 3294 h 6345"/>
                  <a:gd name="connsiteX7" fmla="*/ 1120 w 6343"/>
                  <a:gd name="connsiteY7" fmla="*/ 5538 h 6345"/>
                  <a:gd name="connsiteX8" fmla="*/ 3363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467"/>
                    </a:moveTo>
                    <a:cubicBezTo>
                      <a:pt x="4204" y="6467"/>
                      <a:pt x="5011" y="6132"/>
                      <a:pt x="5605" y="5538"/>
                    </a:cubicBezTo>
                    <a:cubicBezTo>
                      <a:pt x="6200" y="4943"/>
                      <a:pt x="6534" y="4135"/>
                      <a:pt x="6534" y="3294"/>
                    </a:cubicBezTo>
                    <a:cubicBezTo>
                      <a:pt x="6534" y="2453"/>
                      <a:pt x="6200" y="1646"/>
                      <a:pt x="5605" y="1051"/>
                    </a:cubicBezTo>
                    <a:cubicBezTo>
                      <a:pt x="5011" y="456"/>
                      <a:pt x="4204" y="121"/>
                      <a:pt x="3363" y="121"/>
                    </a:cubicBezTo>
                    <a:cubicBezTo>
                      <a:pt x="2522" y="121"/>
                      <a:pt x="1715" y="456"/>
                      <a:pt x="1120" y="1051"/>
                    </a:cubicBezTo>
                    <a:cubicBezTo>
                      <a:pt x="525" y="1646"/>
                      <a:pt x="191" y="2453"/>
                      <a:pt x="191" y="3294"/>
                    </a:cubicBezTo>
                    <a:cubicBezTo>
                      <a:pt x="191" y="4135"/>
                      <a:pt x="525" y="4943"/>
                      <a:pt x="1120" y="5538"/>
                    </a:cubicBezTo>
                    <a:cubicBezTo>
                      <a:pt x="1715" y="6132"/>
                      <a:pt x="2522" y="6467"/>
                      <a:pt x="3363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37" name="Freeform: Shape 2236">
                <a:extLst>
                  <a:ext uri="{FF2B5EF4-FFF2-40B4-BE49-F238E27FC236}">
                    <a16:creationId xmlns:a16="http://schemas.microsoft.com/office/drawing/2014/main" id="{1114036E-5DB8-85B1-5379-1AFB457E682E}"/>
                  </a:ext>
                </a:extLst>
              </p:cNvPr>
              <p:cNvSpPr/>
              <p:nvPr/>
            </p:nvSpPr>
            <p:spPr>
              <a:xfrm>
                <a:off x="3286386" y="5020507"/>
                <a:ext cx="6343" cy="6345"/>
              </a:xfrm>
              <a:custGeom>
                <a:avLst/>
                <a:gdLst>
                  <a:gd name="connsiteX0" fmla="*/ 3363 w 6343"/>
                  <a:gd name="connsiteY0" fmla="*/ 6467 h 6345"/>
                  <a:gd name="connsiteX1" fmla="*/ 5606 w 6343"/>
                  <a:gd name="connsiteY1" fmla="*/ 5538 h 6345"/>
                  <a:gd name="connsiteX2" fmla="*/ 6535 w 6343"/>
                  <a:gd name="connsiteY2" fmla="*/ 3294 h 6345"/>
                  <a:gd name="connsiteX3" fmla="*/ 5606 w 6343"/>
                  <a:gd name="connsiteY3" fmla="*/ 1051 h 6345"/>
                  <a:gd name="connsiteX4" fmla="*/ 3363 w 6343"/>
                  <a:gd name="connsiteY4" fmla="*/ 121 h 6345"/>
                  <a:gd name="connsiteX5" fmla="*/ 1121 w 6343"/>
                  <a:gd name="connsiteY5" fmla="*/ 1051 h 6345"/>
                  <a:gd name="connsiteX6" fmla="*/ 192 w 6343"/>
                  <a:gd name="connsiteY6" fmla="*/ 3294 h 6345"/>
                  <a:gd name="connsiteX7" fmla="*/ 1121 w 6343"/>
                  <a:gd name="connsiteY7" fmla="*/ 5538 h 6345"/>
                  <a:gd name="connsiteX8" fmla="*/ 3363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467"/>
                    </a:moveTo>
                    <a:cubicBezTo>
                      <a:pt x="4205" y="6467"/>
                      <a:pt x="5011" y="6133"/>
                      <a:pt x="5606" y="5538"/>
                    </a:cubicBezTo>
                    <a:cubicBezTo>
                      <a:pt x="6201" y="4943"/>
                      <a:pt x="6535" y="4136"/>
                      <a:pt x="6535" y="3294"/>
                    </a:cubicBezTo>
                    <a:cubicBezTo>
                      <a:pt x="6535" y="2453"/>
                      <a:pt x="6201" y="1646"/>
                      <a:pt x="5606" y="1051"/>
                    </a:cubicBezTo>
                    <a:cubicBezTo>
                      <a:pt x="5011" y="456"/>
                      <a:pt x="4205" y="121"/>
                      <a:pt x="3363" y="121"/>
                    </a:cubicBezTo>
                    <a:cubicBezTo>
                      <a:pt x="2522" y="121"/>
                      <a:pt x="1716" y="456"/>
                      <a:pt x="1121" y="1051"/>
                    </a:cubicBezTo>
                    <a:cubicBezTo>
                      <a:pt x="526" y="1646"/>
                      <a:pt x="192" y="2453"/>
                      <a:pt x="192" y="3294"/>
                    </a:cubicBezTo>
                    <a:cubicBezTo>
                      <a:pt x="192" y="4136"/>
                      <a:pt x="526" y="4943"/>
                      <a:pt x="1121" y="5538"/>
                    </a:cubicBezTo>
                    <a:cubicBezTo>
                      <a:pt x="1716" y="6133"/>
                      <a:pt x="2522" y="6467"/>
                      <a:pt x="3363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38" name="Freeform: Shape 2237">
                <a:extLst>
                  <a:ext uri="{FF2B5EF4-FFF2-40B4-BE49-F238E27FC236}">
                    <a16:creationId xmlns:a16="http://schemas.microsoft.com/office/drawing/2014/main" id="{28E1699B-84DA-F43F-4706-9623063F2DB6}"/>
                  </a:ext>
                </a:extLst>
              </p:cNvPr>
              <p:cNvSpPr/>
              <p:nvPr/>
            </p:nvSpPr>
            <p:spPr>
              <a:xfrm>
                <a:off x="3294021" y="5020915"/>
                <a:ext cx="6343" cy="6345"/>
              </a:xfrm>
              <a:custGeom>
                <a:avLst/>
                <a:gdLst>
                  <a:gd name="connsiteX0" fmla="*/ 3364 w 6343"/>
                  <a:gd name="connsiteY0" fmla="*/ 6467 h 6345"/>
                  <a:gd name="connsiteX1" fmla="*/ 5607 w 6343"/>
                  <a:gd name="connsiteY1" fmla="*/ 5538 h 6345"/>
                  <a:gd name="connsiteX2" fmla="*/ 6536 w 6343"/>
                  <a:gd name="connsiteY2" fmla="*/ 3294 h 6345"/>
                  <a:gd name="connsiteX3" fmla="*/ 5607 w 6343"/>
                  <a:gd name="connsiteY3" fmla="*/ 1051 h 6345"/>
                  <a:gd name="connsiteX4" fmla="*/ 3364 w 6343"/>
                  <a:gd name="connsiteY4" fmla="*/ 121 h 6345"/>
                  <a:gd name="connsiteX5" fmla="*/ 1121 w 6343"/>
                  <a:gd name="connsiteY5" fmla="*/ 1051 h 6345"/>
                  <a:gd name="connsiteX6" fmla="*/ 192 w 6343"/>
                  <a:gd name="connsiteY6" fmla="*/ 3294 h 6345"/>
                  <a:gd name="connsiteX7" fmla="*/ 1121 w 6343"/>
                  <a:gd name="connsiteY7" fmla="*/ 5538 h 6345"/>
                  <a:gd name="connsiteX8" fmla="*/ 3364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467"/>
                    </a:moveTo>
                    <a:cubicBezTo>
                      <a:pt x="4205" y="6467"/>
                      <a:pt x="5012" y="6133"/>
                      <a:pt x="5607" y="5538"/>
                    </a:cubicBezTo>
                    <a:cubicBezTo>
                      <a:pt x="6201" y="4943"/>
                      <a:pt x="6536" y="4136"/>
                      <a:pt x="6536" y="3294"/>
                    </a:cubicBezTo>
                    <a:cubicBezTo>
                      <a:pt x="6536" y="2453"/>
                      <a:pt x="6201" y="1646"/>
                      <a:pt x="5607" y="1051"/>
                    </a:cubicBezTo>
                    <a:cubicBezTo>
                      <a:pt x="5012" y="456"/>
                      <a:pt x="4205" y="121"/>
                      <a:pt x="3364" y="121"/>
                    </a:cubicBezTo>
                    <a:cubicBezTo>
                      <a:pt x="2523" y="121"/>
                      <a:pt x="1716" y="456"/>
                      <a:pt x="1121" y="1051"/>
                    </a:cubicBezTo>
                    <a:cubicBezTo>
                      <a:pt x="527" y="1646"/>
                      <a:pt x="192" y="2453"/>
                      <a:pt x="192" y="3294"/>
                    </a:cubicBezTo>
                    <a:cubicBezTo>
                      <a:pt x="192" y="4136"/>
                      <a:pt x="527" y="4943"/>
                      <a:pt x="1121" y="5538"/>
                    </a:cubicBezTo>
                    <a:cubicBezTo>
                      <a:pt x="1716" y="6133"/>
                      <a:pt x="2523" y="6467"/>
                      <a:pt x="3364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39" name="Freeform: Shape 2238">
                <a:extLst>
                  <a:ext uri="{FF2B5EF4-FFF2-40B4-BE49-F238E27FC236}">
                    <a16:creationId xmlns:a16="http://schemas.microsoft.com/office/drawing/2014/main" id="{5A5FE8BD-4B56-E1D4-5F3E-BD23CF7C15CF}"/>
                  </a:ext>
                </a:extLst>
              </p:cNvPr>
              <p:cNvSpPr/>
              <p:nvPr/>
            </p:nvSpPr>
            <p:spPr>
              <a:xfrm>
                <a:off x="3307578" y="5028827"/>
                <a:ext cx="6343" cy="6345"/>
              </a:xfrm>
              <a:custGeom>
                <a:avLst/>
                <a:gdLst>
                  <a:gd name="connsiteX0" fmla="*/ 3365 w 6343"/>
                  <a:gd name="connsiteY0" fmla="*/ 6467 h 6345"/>
                  <a:gd name="connsiteX1" fmla="*/ 5608 w 6343"/>
                  <a:gd name="connsiteY1" fmla="*/ 5538 h 6345"/>
                  <a:gd name="connsiteX2" fmla="*/ 6537 w 6343"/>
                  <a:gd name="connsiteY2" fmla="*/ 3295 h 6345"/>
                  <a:gd name="connsiteX3" fmla="*/ 5608 w 6343"/>
                  <a:gd name="connsiteY3" fmla="*/ 1051 h 6345"/>
                  <a:gd name="connsiteX4" fmla="*/ 3365 w 6343"/>
                  <a:gd name="connsiteY4" fmla="*/ 122 h 6345"/>
                  <a:gd name="connsiteX5" fmla="*/ 1122 w 6343"/>
                  <a:gd name="connsiteY5" fmla="*/ 1051 h 6345"/>
                  <a:gd name="connsiteX6" fmla="*/ 194 w 6343"/>
                  <a:gd name="connsiteY6" fmla="*/ 3295 h 6345"/>
                  <a:gd name="connsiteX7" fmla="*/ 1122 w 6343"/>
                  <a:gd name="connsiteY7" fmla="*/ 5538 h 6345"/>
                  <a:gd name="connsiteX8" fmla="*/ 3365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467"/>
                    </a:moveTo>
                    <a:cubicBezTo>
                      <a:pt x="4206" y="6467"/>
                      <a:pt x="5013" y="6133"/>
                      <a:pt x="5608" y="5538"/>
                    </a:cubicBezTo>
                    <a:cubicBezTo>
                      <a:pt x="6202" y="4943"/>
                      <a:pt x="6537" y="4136"/>
                      <a:pt x="6537" y="3295"/>
                    </a:cubicBezTo>
                    <a:cubicBezTo>
                      <a:pt x="6537" y="2453"/>
                      <a:pt x="6202" y="1646"/>
                      <a:pt x="5608" y="1051"/>
                    </a:cubicBezTo>
                    <a:cubicBezTo>
                      <a:pt x="5013" y="456"/>
                      <a:pt x="4206" y="122"/>
                      <a:pt x="3365" y="122"/>
                    </a:cubicBezTo>
                    <a:cubicBezTo>
                      <a:pt x="2524" y="122"/>
                      <a:pt x="1717" y="456"/>
                      <a:pt x="1122" y="1051"/>
                    </a:cubicBezTo>
                    <a:cubicBezTo>
                      <a:pt x="528" y="1646"/>
                      <a:pt x="194" y="2453"/>
                      <a:pt x="194" y="3295"/>
                    </a:cubicBezTo>
                    <a:cubicBezTo>
                      <a:pt x="194" y="4136"/>
                      <a:pt x="528" y="4943"/>
                      <a:pt x="1122" y="5538"/>
                    </a:cubicBezTo>
                    <a:cubicBezTo>
                      <a:pt x="1717" y="6133"/>
                      <a:pt x="2524" y="6467"/>
                      <a:pt x="3365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40" name="Freeform: Shape 2239">
                <a:extLst>
                  <a:ext uri="{FF2B5EF4-FFF2-40B4-BE49-F238E27FC236}">
                    <a16:creationId xmlns:a16="http://schemas.microsoft.com/office/drawing/2014/main" id="{71A8896D-1F4B-94BD-508B-84C835AACC52}"/>
                  </a:ext>
                </a:extLst>
              </p:cNvPr>
              <p:cNvSpPr/>
              <p:nvPr/>
            </p:nvSpPr>
            <p:spPr>
              <a:xfrm>
                <a:off x="3317562" y="5032506"/>
                <a:ext cx="6343" cy="6345"/>
              </a:xfrm>
              <a:custGeom>
                <a:avLst/>
                <a:gdLst>
                  <a:gd name="connsiteX0" fmla="*/ 3366 w 6343"/>
                  <a:gd name="connsiteY0" fmla="*/ 6468 h 6345"/>
                  <a:gd name="connsiteX1" fmla="*/ 5609 w 6343"/>
                  <a:gd name="connsiteY1" fmla="*/ 5539 h 6345"/>
                  <a:gd name="connsiteX2" fmla="*/ 6537 w 6343"/>
                  <a:gd name="connsiteY2" fmla="*/ 3295 h 6345"/>
                  <a:gd name="connsiteX3" fmla="*/ 5609 w 6343"/>
                  <a:gd name="connsiteY3" fmla="*/ 1052 h 6345"/>
                  <a:gd name="connsiteX4" fmla="*/ 3366 w 6343"/>
                  <a:gd name="connsiteY4" fmla="*/ 122 h 6345"/>
                  <a:gd name="connsiteX5" fmla="*/ 1123 w 6343"/>
                  <a:gd name="connsiteY5" fmla="*/ 1052 h 6345"/>
                  <a:gd name="connsiteX6" fmla="*/ 194 w 6343"/>
                  <a:gd name="connsiteY6" fmla="*/ 3295 h 6345"/>
                  <a:gd name="connsiteX7" fmla="*/ 1123 w 6343"/>
                  <a:gd name="connsiteY7" fmla="*/ 5539 h 6345"/>
                  <a:gd name="connsiteX8" fmla="*/ 336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6" y="6468"/>
                    </a:moveTo>
                    <a:cubicBezTo>
                      <a:pt x="4207" y="6468"/>
                      <a:pt x="5014" y="6133"/>
                      <a:pt x="5609" y="5539"/>
                    </a:cubicBezTo>
                    <a:cubicBezTo>
                      <a:pt x="6203" y="4944"/>
                      <a:pt x="6537" y="4136"/>
                      <a:pt x="6537" y="3295"/>
                    </a:cubicBezTo>
                    <a:cubicBezTo>
                      <a:pt x="6537" y="2454"/>
                      <a:pt x="6203" y="1647"/>
                      <a:pt x="5609" y="1052"/>
                    </a:cubicBezTo>
                    <a:cubicBezTo>
                      <a:pt x="5014" y="457"/>
                      <a:pt x="4207" y="122"/>
                      <a:pt x="3366" y="122"/>
                    </a:cubicBezTo>
                    <a:cubicBezTo>
                      <a:pt x="2525" y="122"/>
                      <a:pt x="1718" y="457"/>
                      <a:pt x="1123" y="1052"/>
                    </a:cubicBezTo>
                    <a:cubicBezTo>
                      <a:pt x="529" y="1647"/>
                      <a:pt x="194" y="2454"/>
                      <a:pt x="194" y="3295"/>
                    </a:cubicBezTo>
                    <a:cubicBezTo>
                      <a:pt x="194" y="4136"/>
                      <a:pt x="529" y="4944"/>
                      <a:pt x="1123" y="5539"/>
                    </a:cubicBezTo>
                    <a:cubicBezTo>
                      <a:pt x="1718" y="6133"/>
                      <a:pt x="2525" y="6468"/>
                      <a:pt x="336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41" name="Freeform: Shape 2240">
                <a:extLst>
                  <a:ext uri="{FF2B5EF4-FFF2-40B4-BE49-F238E27FC236}">
                    <a16:creationId xmlns:a16="http://schemas.microsoft.com/office/drawing/2014/main" id="{9DB17377-C3D4-3506-0FCF-2541760A3E22}"/>
                  </a:ext>
                </a:extLst>
              </p:cNvPr>
              <p:cNvSpPr/>
              <p:nvPr/>
            </p:nvSpPr>
            <p:spPr>
              <a:xfrm>
                <a:off x="3327479" y="5036281"/>
                <a:ext cx="6343" cy="6345"/>
              </a:xfrm>
              <a:custGeom>
                <a:avLst/>
                <a:gdLst>
                  <a:gd name="connsiteX0" fmla="*/ 3367 w 6343"/>
                  <a:gd name="connsiteY0" fmla="*/ 6468 h 6345"/>
                  <a:gd name="connsiteX1" fmla="*/ 5609 w 6343"/>
                  <a:gd name="connsiteY1" fmla="*/ 5539 h 6345"/>
                  <a:gd name="connsiteX2" fmla="*/ 6538 w 6343"/>
                  <a:gd name="connsiteY2" fmla="*/ 3295 h 6345"/>
                  <a:gd name="connsiteX3" fmla="*/ 5609 w 6343"/>
                  <a:gd name="connsiteY3" fmla="*/ 1052 h 6345"/>
                  <a:gd name="connsiteX4" fmla="*/ 3367 w 6343"/>
                  <a:gd name="connsiteY4" fmla="*/ 123 h 6345"/>
                  <a:gd name="connsiteX5" fmla="*/ 1124 w 6343"/>
                  <a:gd name="connsiteY5" fmla="*/ 1052 h 6345"/>
                  <a:gd name="connsiteX6" fmla="*/ 195 w 6343"/>
                  <a:gd name="connsiteY6" fmla="*/ 3295 h 6345"/>
                  <a:gd name="connsiteX7" fmla="*/ 1124 w 6343"/>
                  <a:gd name="connsiteY7" fmla="*/ 5539 h 6345"/>
                  <a:gd name="connsiteX8" fmla="*/ 336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7" y="6468"/>
                    </a:moveTo>
                    <a:cubicBezTo>
                      <a:pt x="4208" y="6468"/>
                      <a:pt x="5015" y="6134"/>
                      <a:pt x="5609" y="5539"/>
                    </a:cubicBezTo>
                    <a:cubicBezTo>
                      <a:pt x="6204" y="4944"/>
                      <a:pt x="6538" y="4137"/>
                      <a:pt x="6538" y="3295"/>
                    </a:cubicBezTo>
                    <a:cubicBezTo>
                      <a:pt x="6538" y="2454"/>
                      <a:pt x="6204" y="1647"/>
                      <a:pt x="5609" y="1052"/>
                    </a:cubicBezTo>
                    <a:cubicBezTo>
                      <a:pt x="5015" y="457"/>
                      <a:pt x="4208" y="123"/>
                      <a:pt x="3367" y="123"/>
                    </a:cubicBezTo>
                    <a:cubicBezTo>
                      <a:pt x="2526" y="123"/>
                      <a:pt x="1719" y="457"/>
                      <a:pt x="1124" y="1052"/>
                    </a:cubicBezTo>
                    <a:cubicBezTo>
                      <a:pt x="529" y="1647"/>
                      <a:pt x="195" y="2454"/>
                      <a:pt x="195" y="3295"/>
                    </a:cubicBezTo>
                    <a:cubicBezTo>
                      <a:pt x="195" y="4137"/>
                      <a:pt x="529" y="4944"/>
                      <a:pt x="1124" y="5539"/>
                    </a:cubicBezTo>
                    <a:cubicBezTo>
                      <a:pt x="1719" y="6134"/>
                      <a:pt x="2526" y="6468"/>
                      <a:pt x="336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42" name="Freeform: Shape 2241">
                <a:extLst>
                  <a:ext uri="{FF2B5EF4-FFF2-40B4-BE49-F238E27FC236}">
                    <a16:creationId xmlns:a16="http://schemas.microsoft.com/office/drawing/2014/main" id="{2D352D87-6DCA-B2A3-0F0D-DC38AAE66C56}"/>
                  </a:ext>
                </a:extLst>
              </p:cNvPr>
              <p:cNvSpPr/>
              <p:nvPr/>
            </p:nvSpPr>
            <p:spPr>
              <a:xfrm>
                <a:off x="3332999" y="5034530"/>
                <a:ext cx="6343" cy="6345"/>
              </a:xfrm>
              <a:custGeom>
                <a:avLst/>
                <a:gdLst>
                  <a:gd name="connsiteX0" fmla="*/ 3367 w 6343"/>
                  <a:gd name="connsiteY0" fmla="*/ 6468 h 6345"/>
                  <a:gd name="connsiteX1" fmla="*/ 5610 w 6343"/>
                  <a:gd name="connsiteY1" fmla="*/ 5539 h 6345"/>
                  <a:gd name="connsiteX2" fmla="*/ 6539 w 6343"/>
                  <a:gd name="connsiteY2" fmla="*/ 3295 h 6345"/>
                  <a:gd name="connsiteX3" fmla="*/ 5610 w 6343"/>
                  <a:gd name="connsiteY3" fmla="*/ 1052 h 6345"/>
                  <a:gd name="connsiteX4" fmla="*/ 3367 w 6343"/>
                  <a:gd name="connsiteY4" fmla="*/ 123 h 6345"/>
                  <a:gd name="connsiteX5" fmla="*/ 1124 w 6343"/>
                  <a:gd name="connsiteY5" fmla="*/ 1052 h 6345"/>
                  <a:gd name="connsiteX6" fmla="*/ 196 w 6343"/>
                  <a:gd name="connsiteY6" fmla="*/ 3295 h 6345"/>
                  <a:gd name="connsiteX7" fmla="*/ 1124 w 6343"/>
                  <a:gd name="connsiteY7" fmla="*/ 5539 h 6345"/>
                  <a:gd name="connsiteX8" fmla="*/ 336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7" y="6468"/>
                    </a:moveTo>
                    <a:cubicBezTo>
                      <a:pt x="4208" y="6468"/>
                      <a:pt x="5015" y="6134"/>
                      <a:pt x="5610" y="5539"/>
                    </a:cubicBezTo>
                    <a:cubicBezTo>
                      <a:pt x="6204" y="4944"/>
                      <a:pt x="6539" y="4137"/>
                      <a:pt x="6539" y="3295"/>
                    </a:cubicBezTo>
                    <a:cubicBezTo>
                      <a:pt x="6539" y="2454"/>
                      <a:pt x="6204" y="1647"/>
                      <a:pt x="5610" y="1052"/>
                    </a:cubicBezTo>
                    <a:cubicBezTo>
                      <a:pt x="5015" y="457"/>
                      <a:pt x="4208" y="123"/>
                      <a:pt x="3367" y="123"/>
                    </a:cubicBezTo>
                    <a:cubicBezTo>
                      <a:pt x="2526" y="123"/>
                      <a:pt x="1719" y="457"/>
                      <a:pt x="1124" y="1052"/>
                    </a:cubicBezTo>
                    <a:cubicBezTo>
                      <a:pt x="530" y="1647"/>
                      <a:pt x="196" y="2454"/>
                      <a:pt x="196" y="3295"/>
                    </a:cubicBezTo>
                    <a:cubicBezTo>
                      <a:pt x="196" y="4137"/>
                      <a:pt x="530" y="4944"/>
                      <a:pt x="1124" y="5539"/>
                    </a:cubicBezTo>
                    <a:cubicBezTo>
                      <a:pt x="1719" y="6134"/>
                      <a:pt x="2526" y="6468"/>
                      <a:pt x="336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43" name="Freeform: Shape 2242">
                <a:extLst>
                  <a:ext uri="{FF2B5EF4-FFF2-40B4-BE49-F238E27FC236}">
                    <a16:creationId xmlns:a16="http://schemas.microsoft.com/office/drawing/2014/main" id="{94011FD8-C9A2-32FE-34E9-3D7C1CD432FE}"/>
                  </a:ext>
                </a:extLst>
              </p:cNvPr>
              <p:cNvSpPr/>
              <p:nvPr/>
            </p:nvSpPr>
            <p:spPr>
              <a:xfrm>
                <a:off x="3339674" y="5034336"/>
                <a:ext cx="6343" cy="6345"/>
              </a:xfrm>
              <a:custGeom>
                <a:avLst/>
                <a:gdLst>
                  <a:gd name="connsiteX0" fmla="*/ 3368 w 6343"/>
                  <a:gd name="connsiteY0" fmla="*/ 6468 h 6345"/>
                  <a:gd name="connsiteX1" fmla="*/ 5610 w 6343"/>
                  <a:gd name="connsiteY1" fmla="*/ 5539 h 6345"/>
                  <a:gd name="connsiteX2" fmla="*/ 6539 w 6343"/>
                  <a:gd name="connsiteY2" fmla="*/ 3295 h 6345"/>
                  <a:gd name="connsiteX3" fmla="*/ 5610 w 6343"/>
                  <a:gd name="connsiteY3" fmla="*/ 1052 h 6345"/>
                  <a:gd name="connsiteX4" fmla="*/ 3368 w 6343"/>
                  <a:gd name="connsiteY4" fmla="*/ 123 h 6345"/>
                  <a:gd name="connsiteX5" fmla="*/ 1125 w 6343"/>
                  <a:gd name="connsiteY5" fmla="*/ 1052 h 6345"/>
                  <a:gd name="connsiteX6" fmla="*/ 196 w 6343"/>
                  <a:gd name="connsiteY6" fmla="*/ 3295 h 6345"/>
                  <a:gd name="connsiteX7" fmla="*/ 1125 w 6343"/>
                  <a:gd name="connsiteY7" fmla="*/ 5539 h 6345"/>
                  <a:gd name="connsiteX8" fmla="*/ 336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68"/>
                    </a:moveTo>
                    <a:cubicBezTo>
                      <a:pt x="4209" y="6468"/>
                      <a:pt x="5016" y="6134"/>
                      <a:pt x="5610" y="5539"/>
                    </a:cubicBezTo>
                    <a:cubicBezTo>
                      <a:pt x="6205" y="4944"/>
                      <a:pt x="6539" y="4137"/>
                      <a:pt x="6539" y="3295"/>
                    </a:cubicBezTo>
                    <a:cubicBezTo>
                      <a:pt x="6539" y="2454"/>
                      <a:pt x="6205" y="1647"/>
                      <a:pt x="5610" y="1052"/>
                    </a:cubicBezTo>
                    <a:cubicBezTo>
                      <a:pt x="5016" y="457"/>
                      <a:pt x="4209" y="123"/>
                      <a:pt x="3368" y="123"/>
                    </a:cubicBezTo>
                    <a:cubicBezTo>
                      <a:pt x="2527" y="123"/>
                      <a:pt x="1720" y="457"/>
                      <a:pt x="1125" y="1052"/>
                    </a:cubicBezTo>
                    <a:cubicBezTo>
                      <a:pt x="530" y="1647"/>
                      <a:pt x="196" y="2454"/>
                      <a:pt x="196" y="3295"/>
                    </a:cubicBezTo>
                    <a:cubicBezTo>
                      <a:pt x="196" y="4137"/>
                      <a:pt x="530" y="4944"/>
                      <a:pt x="1125" y="5539"/>
                    </a:cubicBezTo>
                    <a:cubicBezTo>
                      <a:pt x="1720" y="6134"/>
                      <a:pt x="2527" y="6468"/>
                      <a:pt x="336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44" name="Freeform: Shape 2243">
                <a:extLst>
                  <a:ext uri="{FF2B5EF4-FFF2-40B4-BE49-F238E27FC236}">
                    <a16:creationId xmlns:a16="http://schemas.microsoft.com/office/drawing/2014/main" id="{D30CEBD1-8D76-60A0-6DA2-10423BD46586}"/>
                  </a:ext>
                </a:extLst>
              </p:cNvPr>
              <p:cNvSpPr/>
              <p:nvPr/>
            </p:nvSpPr>
            <p:spPr>
              <a:xfrm>
                <a:off x="3344385" y="5031608"/>
                <a:ext cx="6343" cy="6345"/>
              </a:xfrm>
              <a:custGeom>
                <a:avLst/>
                <a:gdLst>
                  <a:gd name="connsiteX0" fmla="*/ 3368 w 6343"/>
                  <a:gd name="connsiteY0" fmla="*/ 6468 h 6345"/>
                  <a:gd name="connsiteX1" fmla="*/ 5611 w 6343"/>
                  <a:gd name="connsiteY1" fmla="*/ 5538 h 6345"/>
                  <a:gd name="connsiteX2" fmla="*/ 6540 w 6343"/>
                  <a:gd name="connsiteY2" fmla="*/ 3295 h 6345"/>
                  <a:gd name="connsiteX3" fmla="*/ 5611 w 6343"/>
                  <a:gd name="connsiteY3" fmla="*/ 1052 h 6345"/>
                  <a:gd name="connsiteX4" fmla="*/ 3368 w 6343"/>
                  <a:gd name="connsiteY4" fmla="*/ 122 h 6345"/>
                  <a:gd name="connsiteX5" fmla="*/ 1125 w 6343"/>
                  <a:gd name="connsiteY5" fmla="*/ 1052 h 6345"/>
                  <a:gd name="connsiteX6" fmla="*/ 196 w 6343"/>
                  <a:gd name="connsiteY6" fmla="*/ 3295 h 6345"/>
                  <a:gd name="connsiteX7" fmla="*/ 1125 w 6343"/>
                  <a:gd name="connsiteY7" fmla="*/ 5538 h 6345"/>
                  <a:gd name="connsiteX8" fmla="*/ 336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68"/>
                    </a:moveTo>
                    <a:cubicBezTo>
                      <a:pt x="4209" y="6468"/>
                      <a:pt x="5016" y="6133"/>
                      <a:pt x="5611" y="5538"/>
                    </a:cubicBezTo>
                    <a:cubicBezTo>
                      <a:pt x="6205" y="4943"/>
                      <a:pt x="6540" y="4136"/>
                      <a:pt x="6540" y="3295"/>
                    </a:cubicBezTo>
                    <a:cubicBezTo>
                      <a:pt x="6540" y="2454"/>
                      <a:pt x="6205" y="1647"/>
                      <a:pt x="5611" y="1052"/>
                    </a:cubicBezTo>
                    <a:cubicBezTo>
                      <a:pt x="5016" y="457"/>
                      <a:pt x="4209" y="122"/>
                      <a:pt x="3368" y="122"/>
                    </a:cubicBezTo>
                    <a:cubicBezTo>
                      <a:pt x="2527" y="122"/>
                      <a:pt x="1720" y="457"/>
                      <a:pt x="1125" y="1052"/>
                    </a:cubicBezTo>
                    <a:cubicBezTo>
                      <a:pt x="531" y="1647"/>
                      <a:pt x="196" y="2454"/>
                      <a:pt x="196" y="3295"/>
                    </a:cubicBezTo>
                    <a:cubicBezTo>
                      <a:pt x="196" y="4136"/>
                      <a:pt x="531" y="4943"/>
                      <a:pt x="1125" y="5538"/>
                    </a:cubicBezTo>
                    <a:cubicBezTo>
                      <a:pt x="1720" y="6133"/>
                      <a:pt x="2527" y="6468"/>
                      <a:pt x="336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45" name="Freeform: Shape 2244">
                <a:extLst>
                  <a:ext uri="{FF2B5EF4-FFF2-40B4-BE49-F238E27FC236}">
                    <a16:creationId xmlns:a16="http://schemas.microsoft.com/office/drawing/2014/main" id="{0FC39F1E-2AEE-E34D-4C54-D1CF76F5A663}"/>
                  </a:ext>
                </a:extLst>
              </p:cNvPr>
              <p:cNvSpPr/>
              <p:nvPr/>
            </p:nvSpPr>
            <p:spPr>
              <a:xfrm>
                <a:off x="3349649" y="5029639"/>
                <a:ext cx="6343" cy="6345"/>
              </a:xfrm>
              <a:custGeom>
                <a:avLst/>
                <a:gdLst>
                  <a:gd name="connsiteX0" fmla="*/ 3368 w 6343"/>
                  <a:gd name="connsiteY0" fmla="*/ 6468 h 6345"/>
                  <a:gd name="connsiteX1" fmla="*/ 5611 w 6343"/>
                  <a:gd name="connsiteY1" fmla="*/ 5538 h 6345"/>
                  <a:gd name="connsiteX2" fmla="*/ 6540 w 6343"/>
                  <a:gd name="connsiteY2" fmla="*/ 3295 h 6345"/>
                  <a:gd name="connsiteX3" fmla="*/ 5611 w 6343"/>
                  <a:gd name="connsiteY3" fmla="*/ 1051 h 6345"/>
                  <a:gd name="connsiteX4" fmla="*/ 3368 w 6343"/>
                  <a:gd name="connsiteY4" fmla="*/ 122 h 6345"/>
                  <a:gd name="connsiteX5" fmla="*/ 1126 w 6343"/>
                  <a:gd name="connsiteY5" fmla="*/ 1051 h 6345"/>
                  <a:gd name="connsiteX6" fmla="*/ 197 w 6343"/>
                  <a:gd name="connsiteY6" fmla="*/ 3295 h 6345"/>
                  <a:gd name="connsiteX7" fmla="*/ 1126 w 6343"/>
                  <a:gd name="connsiteY7" fmla="*/ 5538 h 6345"/>
                  <a:gd name="connsiteX8" fmla="*/ 336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68"/>
                    </a:moveTo>
                    <a:cubicBezTo>
                      <a:pt x="4210" y="6468"/>
                      <a:pt x="5016" y="6133"/>
                      <a:pt x="5611" y="5538"/>
                    </a:cubicBezTo>
                    <a:cubicBezTo>
                      <a:pt x="6206" y="4943"/>
                      <a:pt x="6540" y="4136"/>
                      <a:pt x="6540" y="3295"/>
                    </a:cubicBezTo>
                    <a:cubicBezTo>
                      <a:pt x="6540" y="2453"/>
                      <a:pt x="6206" y="1646"/>
                      <a:pt x="5611" y="1051"/>
                    </a:cubicBezTo>
                    <a:cubicBezTo>
                      <a:pt x="5016" y="456"/>
                      <a:pt x="4210" y="122"/>
                      <a:pt x="3368" y="122"/>
                    </a:cubicBezTo>
                    <a:cubicBezTo>
                      <a:pt x="2527" y="122"/>
                      <a:pt x="1721" y="456"/>
                      <a:pt x="1126" y="1051"/>
                    </a:cubicBezTo>
                    <a:cubicBezTo>
                      <a:pt x="531" y="1646"/>
                      <a:pt x="197" y="2453"/>
                      <a:pt x="197" y="3295"/>
                    </a:cubicBezTo>
                    <a:cubicBezTo>
                      <a:pt x="197" y="4136"/>
                      <a:pt x="531" y="4943"/>
                      <a:pt x="1126" y="5538"/>
                    </a:cubicBezTo>
                    <a:cubicBezTo>
                      <a:pt x="1721" y="6133"/>
                      <a:pt x="2527" y="6468"/>
                      <a:pt x="336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46" name="Freeform: Shape 2245">
                <a:extLst>
                  <a:ext uri="{FF2B5EF4-FFF2-40B4-BE49-F238E27FC236}">
                    <a16:creationId xmlns:a16="http://schemas.microsoft.com/office/drawing/2014/main" id="{DFEFEF39-DE85-F190-E6F6-76267FEF7A8B}"/>
                  </a:ext>
                </a:extLst>
              </p:cNvPr>
              <p:cNvSpPr/>
              <p:nvPr/>
            </p:nvSpPr>
            <p:spPr>
              <a:xfrm>
                <a:off x="3354242" y="5026785"/>
                <a:ext cx="6343" cy="6345"/>
              </a:xfrm>
              <a:custGeom>
                <a:avLst/>
                <a:gdLst>
                  <a:gd name="connsiteX0" fmla="*/ 3369 w 6343"/>
                  <a:gd name="connsiteY0" fmla="*/ 6467 h 6345"/>
                  <a:gd name="connsiteX1" fmla="*/ 5611 w 6343"/>
                  <a:gd name="connsiteY1" fmla="*/ 5538 h 6345"/>
                  <a:gd name="connsiteX2" fmla="*/ 6540 w 6343"/>
                  <a:gd name="connsiteY2" fmla="*/ 3295 h 6345"/>
                  <a:gd name="connsiteX3" fmla="*/ 5611 w 6343"/>
                  <a:gd name="connsiteY3" fmla="*/ 1051 h 6345"/>
                  <a:gd name="connsiteX4" fmla="*/ 3369 w 6343"/>
                  <a:gd name="connsiteY4" fmla="*/ 122 h 6345"/>
                  <a:gd name="connsiteX5" fmla="*/ 1126 w 6343"/>
                  <a:gd name="connsiteY5" fmla="*/ 1051 h 6345"/>
                  <a:gd name="connsiteX6" fmla="*/ 197 w 6343"/>
                  <a:gd name="connsiteY6" fmla="*/ 3295 h 6345"/>
                  <a:gd name="connsiteX7" fmla="*/ 1126 w 6343"/>
                  <a:gd name="connsiteY7" fmla="*/ 5538 h 6345"/>
                  <a:gd name="connsiteX8" fmla="*/ 336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7"/>
                    </a:moveTo>
                    <a:cubicBezTo>
                      <a:pt x="4210" y="6467"/>
                      <a:pt x="5017" y="6133"/>
                      <a:pt x="5611" y="5538"/>
                    </a:cubicBezTo>
                    <a:cubicBezTo>
                      <a:pt x="6206" y="4943"/>
                      <a:pt x="6540" y="4136"/>
                      <a:pt x="6540" y="3295"/>
                    </a:cubicBezTo>
                    <a:cubicBezTo>
                      <a:pt x="6540" y="2453"/>
                      <a:pt x="6206" y="1646"/>
                      <a:pt x="5611" y="1051"/>
                    </a:cubicBezTo>
                    <a:cubicBezTo>
                      <a:pt x="5017" y="456"/>
                      <a:pt x="4210" y="122"/>
                      <a:pt x="3369" y="122"/>
                    </a:cubicBezTo>
                    <a:cubicBezTo>
                      <a:pt x="2528" y="122"/>
                      <a:pt x="1721" y="456"/>
                      <a:pt x="1126" y="1051"/>
                    </a:cubicBezTo>
                    <a:cubicBezTo>
                      <a:pt x="531" y="1646"/>
                      <a:pt x="197" y="2453"/>
                      <a:pt x="197" y="3295"/>
                    </a:cubicBezTo>
                    <a:cubicBezTo>
                      <a:pt x="197" y="4136"/>
                      <a:pt x="531" y="4943"/>
                      <a:pt x="1126" y="5538"/>
                    </a:cubicBezTo>
                    <a:cubicBezTo>
                      <a:pt x="1721" y="6133"/>
                      <a:pt x="2528" y="6467"/>
                      <a:pt x="336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47" name="Freeform: Shape 2246">
                <a:extLst>
                  <a:ext uri="{FF2B5EF4-FFF2-40B4-BE49-F238E27FC236}">
                    <a16:creationId xmlns:a16="http://schemas.microsoft.com/office/drawing/2014/main" id="{522BCD50-4D8D-A5A4-FC18-A9173536DDB9}"/>
                  </a:ext>
                </a:extLst>
              </p:cNvPr>
              <p:cNvSpPr/>
              <p:nvPr/>
            </p:nvSpPr>
            <p:spPr>
              <a:xfrm>
                <a:off x="3358432" y="5023382"/>
                <a:ext cx="6343" cy="6345"/>
              </a:xfrm>
              <a:custGeom>
                <a:avLst/>
                <a:gdLst>
                  <a:gd name="connsiteX0" fmla="*/ 3369 w 6343"/>
                  <a:gd name="connsiteY0" fmla="*/ 6467 h 6345"/>
                  <a:gd name="connsiteX1" fmla="*/ 5612 w 6343"/>
                  <a:gd name="connsiteY1" fmla="*/ 5538 h 6345"/>
                  <a:gd name="connsiteX2" fmla="*/ 6541 w 6343"/>
                  <a:gd name="connsiteY2" fmla="*/ 3294 h 6345"/>
                  <a:gd name="connsiteX3" fmla="*/ 5612 w 6343"/>
                  <a:gd name="connsiteY3" fmla="*/ 1051 h 6345"/>
                  <a:gd name="connsiteX4" fmla="*/ 3369 w 6343"/>
                  <a:gd name="connsiteY4" fmla="*/ 122 h 6345"/>
                  <a:gd name="connsiteX5" fmla="*/ 1126 w 6343"/>
                  <a:gd name="connsiteY5" fmla="*/ 1051 h 6345"/>
                  <a:gd name="connsiteX6" fmla="*/ 198 w 6343"/>
                  <a:gd name="connsiteY6" fmla="*/ 3294 h 6345"/>
                  <a:gd name="connsiteX7" fmla="*/ 1126 w 6343"/>
                  <a:gd name="connsiteY7" fmla="*/ 5538 h 6345"/>
                  <a:gd name="connsiteX8" fmla="*/ 336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7"/>
                    </a:moveTo>
                    <a:cubicBezTo>
                      <a:pt x="4210" y="6467"/>
                      <a:pt x="5017" y="6133"/>
                      <a:pt x="5612" y="5538"/>
                    </a:cubicBezTo>
                    <a:cubicBezTo>
                      <a:pt x="6206" y="4943"/>
                      <a:pt x="6541" y="4136"/>
                      <a:pt x="6541" y="3294"/>
                    </a:cubicBezTo>
                    <a:cubicBezTo>
                      <a:pt x="6541" y="2453"/>
                      <a:pt x="6206" y="1646"/>
                      <a:pt x="5612" y="1051"/>
                    </a:cubicBezTo>
                    <a:cubicBezTo>
                      <a:pt x="5017" y="456"/>
                      <a:pt x="4210" y="122"/>
                      <a:pt x="3369" y="122"/>
                    </a:cubicBezTo>
                    <a:cubicBezTo>
                      <a:pt x="2528" y="122"/>
                      <a:pt x="1721" y="456"/>
                      <a:pt x="1126" y="1051"/>
                    </a:cubicBezTo>
                    <a:cubicBezTo>
                      <a:pt x="532" y="1646"/>
                      <a:pt x="198" y="2453"/>
                      <a:pt x="198" y="3294"/>
                    </a:cubicBezTo>
                    <a:cubicBezTo>
                      <a:pt x="198" y="4136"/>
                      <a:pt x="532" y="4943"/>
                      <a:pt x="1126" y="5538"/>
                    </a:cubicBezTo>
                    <a:cubicBezTo>
                      <a:pt x="1721" y="6133"/>
                      <a:pt x="2528" y="6467"/>
                      <a:pt x="336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48" name="Freeform: Shape 2247">
                <a:extLst>
                  <a:ext uri="{FF2B5EF4-FFF2-40B4-BE49-F238E27FC236}">
                    <a16:creationId xmlns:a16="http://schemas.microsoft.com/office/drawing/2014/main" id="{90FBD84B-084B-AEBE-740D-6632DABD3E10}"/>
                  </a:ext>
                </a:extLst>
              </p:cNvPr>
              <p:cNvSpPr/>
              <p:nvPr/>
            </p:nvSpPr>
            <p:spPr>
              <a:xfrm>
                <a:off x="3362119" y="5019267"/>
                <a:ext cx="6343" cy="6345"/>
              </a:xfrm>
              <a:custGeom>
                <a:avLst/>
                <a:gdLst>
                  <a:gd name="connsiteX0" fmla="*/ 3369 w 6343"/>
                  <a:gd name="connsiteY0" fmla="*/ 6467 h 6345"/>
                  <a:gd name="connsiteX1" fmla="*/ 5612 w 6343"/>
                  <a:gd name="connsiteY1" fmla="*/ 5537 h 6345"/>
                  <a:gd name="connsiteX2" fmla="*/ 6541 w 6343"/>
                  <a:gd name="connsiteY2" fmla="*/ 3294 h 6345"/>
                  <a:gd name="connsiteX3" fmla="*/ 5612 w 6343"/>
                  <a:gd name="connsiteY3" fmla="*/ 1051 h 6345"/>
                  <a:gd name="connsiteX4" fmla="*/ 3369 w 6343"/>
                  <a:gd name="connsiteY4" fmla="*/ 121 h 6345"/>
                  <a:gd name="connsiteX5" fmla="*/ 1127 w 6343"/>
                  <a:gd name="connsiteY5" fmla="*/ 1051 h 6345"/>
                  <a:gd name="connsiteX6" fmla="*/ 198 w 6343"/>
                  <a:gd name="connsiteY6" fmla="*/ 3294 h 6345"/>
                  <a:gd name="connsiteX7" fmla="*/ 1127 w 6343"/>
                  <a:gd name="connsiteY7" fmla="*/ 5537 h 6345"/>
                  <a:gd name="connsiteX8" fmla="*/ 336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7"/>
                    </a:moveTo>
                    <a:cubicBezTo>
                      <a:pt x="4211" y="6467"/>
                      <a:pt x="5017" y="6132"/>
                      <a:pt x="5612" y="5537"/>
                    </a:cubicBezTo>
                    <a:cubicBezTo>
                      <a:pt x="6207" y="4943"/>
                      <a:pt x="6541" y="4135"/>
                      <a:pt x="6541" y="3294"/>
                    </a:cubicBezTo>
                    <a:cubicBezTo>
                      <a:pt x="6541" y="2453"/>
                      <a:pt x="6207" y="1646"/>
                      <a:pt x="5612" y="1051"/>
                    </a:cubicBezTo>
                    <a:cubicBezTo>
                      <a:pt x="5017" y="456"/>
                      <a:pt x="4211" y="121"/>
                      <a:pt x="3369" y="121"/>
                    </a:cubicBezTo>
                    <a:cubicBezTo>
                      <a:pt x="2528" y="121"/>
                      <a:pt x="1722" y="456"/>
                      <a:pt x="1127" y="1051"/>
                    </a:cubicBezTo>
                    <a:cubicBezTo>
                      <a:pt x="532" y="1646"/>
                      <a:pt x="198" y="2453"/>
                      <a:pt x="198" y="3294"/>
                    </a:cubicBezTo>
                    <a:cubicBezTo>
                      <a:pt x="198" y="4135"/>
                      <a:pt x="532" y="4943"/>
                      <a:pt x="1127" y="5537"/>
                    </a:cubicBezTo>
                    <a:cubicBezTo>
                      <a:pt x="1722" y="6132"/>
                      <a:pt x="2528" y="6467"/>
                      <a:pt x="336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49" name="Freeform: Shape 2248">
                <a:extLst>
                  <a:ext uri="{FF2B5EF4-FFF2-40B4-BE49-F238E27FC236}">
                    <a16:creationId xmlns:a16="http://schemas.microsoft.com/office/drawing/2014/main" id="{1CCB007A-7F3E-8F48-3500-5AD523696083}"/>
                  </a:ext>
                </a:extLst>
              </p:cNvPr>
              <p:cNvSpPr/>
              <p:nvPr/>
            </p:nvSpPr>
            <p:spPr>
              <a:xfrm>
                <a:off x="3365974" y="5015366"/>
                <a:ext cx="6343" cy="6345"/>
              </a:xfrm>
              <a:custGeom>
                <a:avLst/>
                <a:gdLst>
                  <a:gd name="connsiteX0" fmla="*/ 3370 w 6343"/>
                  <a:gd name="connsiteY0" fmla="*/ 6466 h 6345"/>
                  <a:gd name="connsiteX1" fmla="*/ 5612 w 6343"/>
                  <a:gd name="connsiteY1" fmla="*/ 5537 h 6345"/>
                  <a:gd name="connsiteX2" fmla="*/ 6541 w 6343"/>
                  <a:gd name="connsiteY2" fmla="*/ 3294 h 6345"/>
                  <a:gd name="connsiteX3" fmla="*/ 5612 w 6343"/>
                  <a:gd name="connsiteY3" fmla="*/ 1050 h 6345"/>
                  <a:gd name="connsiteX4" fmla="*/ 3370 w 6343"/>
                  <a:gd name="connsiteY4" fmla="*/ 121 h 6345"/>
                  <a:gd name="connsiteX5" fmla="*/ 1127 w 6343"/>
                  <a:gd name="connsiteY5" fmla="*/ 1050 h 6345"/>
                  <a:gd name="connsiteX6" fmla="*/ 198 w 6343"/>
                  <a:gd name="connsiteY6" fmla="*/ 3294 h 6345"/>
                  <a:gd name="connsiteX7" fmla="*/ 1127 w 6343"/>
                  <a:gd name="connsiteY7" fmla="*/ 5537 h 6345"/>
                  <a:gd name="connsiteX8" fmla="*/ 337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6"/>
                    </a:moveTo>
                    <a:cubicBezTo>
                      <a:pt x="4211" y="6466"/>
                      <a:pt x="5018" y="6132"/>
                      <a:pt x="5612" y="5537"/>
                    </a:cubicBezTo>
                    <a:cubicBezTo>
                      <a:pt x="6207" y="4942"/>
                      <a:pt x="6541" y="4135"/>
                      <a:pt x="6541" y="3294"/>
                    </a:cubicBezTo>
                    <a:cubicBezTo>
                      <a:pt x="6541" y="2452"/>
                      <a:pt x="6207" y="1645"/>
                      <a:pt x="5612" y="1050"/>
                    </a:cubicBezTo>
                    <a:cubicBezTo>
                      <a:pt x="5018" y="455"/>
                      <a:pt x="4211" y="121"/>
                      <a:pt x="3370" y="121"/>
                    </a:cubicBezTo>
                    <a:cubicBezTo>
                      <a:pt x="2529" y="121"/>
                      <a:pt x="1722" y="455"/>
                      <a:pt x="1127" y="1050"/>
                    </a:cubicBezTo>
                    <a:cubicBezTo>
                      <a:pt x="532" y="1645"/>
                      <a:pt x="198" y="2452"/>
                      <a:pt x="198" y="3294"/>
                    </a:cubicBezTo>
                    <a:cubicBezTo>
                      <a:pt x="198" y="4135"/>
                      <a:pt x="532" y="4942"/>
                      <a:pt x="1127" y="5537"/>
                    </a:cubicBezTo>
                    <a:cubicBezTo>
                      <a:pt x="1722" y="6132"/>
                      <a:pt x="2529" y="6466"/>
                      <a:pt x="337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50" name="Freeform: Shape 2249">
                <a:extLst>
                  <a:ext uri="{FF2B5EF4-FFF2-40B4-BE49-F238E27FC236}">
                    <a16:creationId xmlns:a16="http://schemas.microsoft.com/office/drawing/2014/main" id="{DCDD67CB-11AB-3A4A-4D8C-7FAB4A5A2131}"/>
                  </a:ext>
                </a:extLst>
              </p:cNvPr>
              <p:cNvSpPr/>
              <p:nvPr/>
            </p:nvSpPr>
            <p:spPr>
              <a:xfrm>
                <a:off x="3367276" y="5007769"/>
                <a:ext cx="6343" cy="6345"/>
              </a:xfrm>
              <a:custGeom>
                <a:avLst/>
                <a:gdLst>
                  <a:gd name="connsiteX0" fmla="*/ 3370 w 6343"/>
                  <a:gd name="connsiteY0" fmla="*/ 6466 h 6345"/>
                  <a:gd name="connsiteX1" fmla="*/ 5612 w 6343"/>
                  <a:gd name="connsiteY1" fmla="*/ 5537 h 6345"/>
                  <a:gd name="connsiteX2" fmla="*/ 6541 w 6343"/>
                  <a:gd name="connsiteY2" fmla="*/ 3293 h 6345"/>
                  <a:gd name="connsiteX3" fmla="*/ 5612 w 6343"/>
                  <a:gd name="connsiteY3" fmla="*/ 1050 h 6345"/>
                  <a:gd name="connsiteX4" fmla="*/ 3370 w 6343"/>
                  <a:gd name="connsiteY4" fmla="*/ 120 h 6345"/>
                  <a:gd name="connsiteX5" fmla="*/ 1127 w 6343"/>
                  <a:gd name="connsiteY5" fmla="*/ 1050 h 6345"/>
                  <a:gd name="connsiteX6" fmla="*/ 198 w 6343"/>
                  <a:gd name="connsiteY6" fmla="*/ 3293 h 6345"/>
                  <a:gd name="connsiteX7" fmla="*/ 1127 w 6343"/>
                  <a:gd name="connsiteY7" fmla="*/ 5537 h 6345"/>
                  <a:gd name="connsiteX8" fmla="*/ 337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6"/>
                    </a:moveTo>
                    <a:cubicBezTo>
                      <a:pt x="4211" y="6466"/>
                      <a:pt x="5018" y="6132"/>
                      <a:pt x="5612" y="5537"/>
                    </a:cubicBezTo>
                    <a:cubicBezTo>
                      <a:pt x="6207" y="4942"/>
                      <a:pt x="6541" y="4135"/>
                      <a:pt x="6541" y="3293"/>
                    </a:cubicBezTo>
                    <a:cubicBezTo>
                      <a:pt x="6541" y="2452"/>
                      <a:pt x="6207" y="1645"/>
                      <a:pt x="5612" y="1050"/>
                    </a:cubicBezTo>
                    <a:cubicBezTo>
                      <a:pt x="5018" y="455"/>
                      <a:pt x="4211" y="120"/>
                      <a:pt x="3370" y="120"/>
                    </a:cubicBezTo>
                    <a:cubicBezTo>
                      <a:pt x="2529" y="120"/>
                      <a:pt x="1722" y="455"/>
                      <a:pt x="1127" y="1050"/>
                    </a:cubicBezTo>
                    <a:cubicBezTo>
                      <a:pt x="532" y="1645"/>
                      <a:pt x="198" y="2452"/>
                      <a:pt x="198" y="3293"/>
                    </a:cubicBezTo>
                    <a:cubicBezTo>
                      <a:pt x="198" y="4135"/>
                      <a:pt x="532" y="4942"/>
                      <a:pt x="1127" y="5537"/>
                    </a:cubicBezTo>
                    <a:cubicBezTo>
                      <a:pt x="1722" y="6132"/>
                      <a:pt x="2529" y="6466"/>
                      <a:pt x="337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51" name="Freeform: Shape 2250">
                <a:extLst>
                  <a:ext uri="{FF2B5EF4-FFF2-40B4-BE49-F238E27FC236}">
                    <a16:creationId xmlns:a16="http://schemas.microsoft.com/office/drawing/2014/main" id="{830B55E9-52B4-3214-43D0-BFD1B498F68F}"/>
                  </a:ext>
                </a:extLst>
              </p:cNvPr>
              <p:cNvSpPr/>
              <p:nvPr/>
            </p:nvSpPr>
            <p:spPr>
              <a:xfrm>
                <a:off x="3368356" y="4999730"/>
                <a:ext cx="6343" cy="6345"/>
              </a:xfrm>
              <a:custGeom>
                <a:avLst/>
                <a:gdLst>
                  <a:gd name="connsiteX0" fmla="*/ 3370 w 6343"/>
                  <a:gd name="connsiteY0" fmla="*/ 6465 h 6345"/>
                  <a:gd name="connsiteX1" fmla="*/ 5613 w 6343"/>
                  <a:gd name="connsiteY1" fmla="*/ 5536 h 6345"/>
                  <a:gd name="connsiteX2" fmla="*/ 6541 w 6343"/>
                  <a:gd name="connsiteY2" fmla="*/ 3292 h 6345"/>
                  <a:gd name="connsiteX3" fmla="*/ 5613 w 6343"/>
                  <a:gd name="connsiteY3" fmla="*/ 1049 h 6345"/>
                  <a:gd name="connsiteX4" fmla="*/ 3370 w 6343"/>
                  <a:gd name="connsiteY4" fmla="*/ 120 h 6345"/>
                  <a:gd name="connsiteX5" fmla="*/ 1127 w 6343"/>
                  <a:gd name="connsiteY5" fmla="*/ 1049 h 6345"/>
                  <a:gd name="connsiteX6" fmla="*/ 198 w 6343"/>
                  <a:gd name="connsiteY6" fmla="*/ 3292 h 6345"/>
                  <a:gd name="connsiteX7" fmla="*/ 1127 w 6343"/>
                  <a:gd name="connsiteY7" fmla="*/ 5536 h 6345"/>
                  <a:gd name="connsiteX8" fmla="*/ 3370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5"/>
                    </a:moveTo>
                    <a:cubicBezTo>
                      <a:pt x="4211" y="6465"/>
                      <a:pt x="5018" y="6131"/>
                      <a:pt x="5613" y="5536"/>
                    </a:cubicBezTo>
                    <a:cubicBezTo>
                      <a:pt x="6207" y="4941"/>
                      <a:pt x="6541" y="4134"/>
                      <a:pt x="6541" y="3292"/>
                    </a:cubicBezTo>
                    <a:cubicBezTo>
                      <a:pt x="6541" y="2451"/>
                      <a:pt x="6207" y="1644"/>
                      <a:pt x="5613" y="1049"/>
                    </a:cubicBezTo>
                    <a:cubicBezTo>
                      <a:pt x="5018" y="454"/>
                      <a:pt x="4211" y="120"/>
                      <a:pt x="3370" y="120"/>
                    </a:cubicBezTo>
                    <a:cubicBezTo>
                      <a:pt x="2529" y="120"/>
                      <a:pt x="1722" y="454"/>
                      <a:pt x="1127" y="1049"/>
                    </a:cubicBezTo>
                    <a:cubicBezTo>
                      <a:pt x="533" y="1644"/>
                      <a:pt x="198" y="2451"/>
                      <a:pt x="198" y="3292"/>
                    </a:cubicBezTo>
                    <a:cubicBezTo>
                      <a:pt x="198" y="4134"/>
                      <a:pt x="533" y="4941"/>
                      <a:pt x="1127" y="5536"/>
                    </a:cubicBezTo>
                    <a:cubicBezTo>
                      <a:pt x="1722" y="6131"/>
                      <a:pt x="2529" y="6465"/>
                      <a:pt x="3370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52" name="Freeform: Shape 2251">
                <a:extLst>
                  <a:ext uri="{FF2B5EF4-FFF2-40B4-BE49-F238E27FC236}">
                    <a16:creationId xmlns:a16="http://schemas.microsoft.com/office/drawing/2014/main" id="{A2455920-0DF1-4508-C030-E168475A97B6}"/>
                  </a:ext>
                </a:extLst>
              </p:cNvPr>
              <p:cNvSpPr/>
              <p:nvPr/>
            </p:nvSpPr>
            <p:spPr>
              <a:xfrm>
                <a:off x="3370797" y="4993570"/>
                <a:ext cx="6343" cy="6345"/>
              </a:xfrm>
              <a:custGeom>
                <a:avLst/>
                <a:gdLst>
                  <a:gd name="connsiteX0" fmla="*/ 3370 w 6343"/>
                  <a:gd name="connsiteY0" fmla="*/ 6465 h 6345"/>
                  <a:gd name="connsiteX1" fmla="*/ 5613 w 6343"/>
                  <a:gd name="connsiteY1" fmla="*/ 5535 h 6345"/>
                  <a:gd name="connsiteX2" fmla="*/ 6542 w 6343"/>
                  <a:gd name="connsiteY2" fmla="*/ 3292 h 6345"/>
                  <a:gd name="connsiteX3" fmla="*/ 5613 w 6343"/>
                  <a:gd name="connsiteY3" fmla="*/ 1049 h 6345"/>
                  <a:gd name="connsiteX4" fmla="*/ 3370 w 6343"/>
                  <a:gd name="connsiteY4" fmla="*/ 119 h 6345"/>
                  <a:gd name="connsiteX5" fmla="*/ 1127 w 6343"/>
                  <a:gd name="connsiteY5" fmla="*/ 1049 h 6345"/>
                  <a:gd name="connsiteX6" fmla="*/ 199 w 6343"/>
                  <a:gd name="connsiteY6" fmla="*/ 3292 h 6345"/>
                  <a:gd name="connsiteX7" fmla="*/ 1127 w 6343"/>
                  <a:gd name="connsiteY7" fmla="*/ 5535 h 6345"/>
                  <a:gd name="connsiteX8" fmla="*/ 3370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5"/>
                    </a:moveTo>
                    <a:cubicBezTo>
                      <a:pt x="4211" y="6465"/>
                      <a:pt x="5018" y="6130"/>
                      <a:pt x="5613" y="5535"/>
                    </a:cubicBezTo>
                    <a:cubicBezTo>
                      <a:pt x="6207" y="4940"/>
                      <a:pt x="6542" y="4133"/>
                      <a:pt x="6542" y="3292"/>
                    </a:cubicBezTo>
                    <a:cubicBezTo>
                      <a:pt x="6542" y="2451"/>
                      <a:pt x="6207" y="1644"/>
                      <a:pt x="5613" y="1049"/>
                    </a:cubicBezTo>
                    <a:cubicBezTo>
                      <a:pt x="5018" y="454"/>
                      <a:pt x="4211" y="119"/>
                      <a:pt x="3370" y="119"/>
                    </a:cubicBezTo>
                    <a:cubicBezTo>
                      <a:pt x="2529" y="119"/>
                      <a:pt x="1722" y="454"/>
                      <a:pt x="1127" y="1049"/>
                    </a:cubicBezTo>
                    <a:cubicBezTo>
                      <a:pt x="533" y="1644"/>
                      <a:pt x="199" y="2451"/>
                      <a:pt x="199" y="3292"/>
                    </a:cubicBezTo>
                    <a:cubicBezTo>
                      <a:pt x="199" y="4133"/>
                      <a:pt x="533" y="4940"/>
                      <a:pt x="1127" y="5535"/>
                    </a:cubicBezTo>
                    <a:cubicBezTo>
                      <a:pt x="1722" y="6130"/>
                      <a:pt x="2529" y="6465"/>
                      <a:pt x="3370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53" name="Freeform: Shape 2252">
                <a:extLst>
                  <a:ext uri="{FF2B5EF4-FFF2-40B4-BE49-F238E27FC236}">
                    <a16:creationId xmlns:a16="http://schemas.microsoft.com/office/drawing/2014/main" id="{F2418114-3B96-9636-907B-ADB236CAE0F7}"/>
                  </a:ext>
                </a:extLst>
              </p:cNvPr>
              <p:cNvSpPr/>
              <p:nvPr/>
            </p:nvSpPr>
            <p:spPr>
              <a:xfrm>
                <a:off x="3366604" y="4977393"/>
                <a:ext cx="6343" cy="6345"/>
              </a:xfrm>
              <a:custGeom>
                <a:avLst/>
                <a:gdLst>
                  <a:gd name="connsiteX0" fmla="*/ 3370 w 6343"/>
                  <a:gd name="connsiteY0" fmla="*/ 6463 h 6345"/>
                  <a:gd name="connsiteX1" fmla="*/ 5612 w 6343"/>
                  <a:gd name="connsiteY1" fmla="*/ 5534 h 6345"/>
                  <a:gd name="connsiteX2" fmla="*/ 6541 w 6343"/>
                  <a:gd name="connsiteY2" fmla="*/ 3291 h 6345"/>
                  <a:gd name="connsiteX3" fmla="*/ 5612 w 6343"/>
                  <a:gd name="connsiteY3" fmla="*/ 1047 h 6345"/>
                  <a:gd name="connsiteX4" fmla="*/ 3370 w 6343"/>
                  <a:gd name="connsiteY4" fmla="*/ 118 h 6345"/>
                  <a:gd name="connsiteX5" fmla="*/ 1127 w 6343"/>
                  <a:gd name="connsiteY5" fmla="*/ 1047 h 6345"/>
                  <a:gd name="connsiteX6" fmla="*/ 198 w 6343"/>
                  <a:gd name="connsiteY6" fmla="*/ 3291 h 6345"/>
                  <a:gd name="connsiteX7" fmla="*/ 1127 w 6343"/>
                  <a:gd name="connsiteY7" fmla="*/ 5534 h 6345"/>
                  <a:gd name="connsiteX8" fmla="*/ 3370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3"/>
                    </a:moveTo>
                    <a:cubicBezTo>
                      <a:pt x="4211" y="6463"/>
                      <a:pt x="5018" y="6129"/>
                      <a:pt x="5612" y="5534"/>
                    </a:cubicBezTo>
                    <a:cubicBezTo>
                      <a:pt x="6207" y="4939"/>
                      <a:pt x="6541" y="4132"/>
                      <a:pt x="6541" y="3291"/>
                    </a:cubicBezTo>
                    <a:cubicBezTo>
                      <a:pt x="6541" y="2449"/>
                      <a:pt x="6207" y="1642"/>
                      <a:pt x="5612" y="1047"/>
                    </a:cubicBezTo>
                    <a:cubicBezTo>
                      <a:pt x="5018" y="452"/>
                      <a:pt x="4211" y="118"/>
                      <a:pt x="3370" y="118"/>
                    </a:cubicBezTo>
                    <a:cubicBezTo>
                      <a:pt x="2529" y="118"/>
                      <a:pt x="1722" y="452"/>
                      <a:pt x="1127" y="1047"/>
                    </a:cubicBezTo>
                    <a:cubicBezTo>
                      <a:pt x="532" y="1642"/>
                      <a:pt x="198" y="2449"/>
                      <a:pt x="198" y="3291"/>
                    </a:cubicBezTo>
                    <a:cubicBezTo>
                      <a:pt x="198" y="4132"/>
                      <a:pt x="532" y="4939"/>
                      <a:pt x="1127" y="5534"/>
                    </a:cubicBezTo>
                    <a:cubicBezTo>
                      <a:pt x="1722" y="6129"/>
                      <a:pt x="2529" y="6463"/>
                      <a:pt x="3370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54" name="Freeform: Shape 2253">
                <a:extLst>
                  <a:ext uri="{FF2B5EF4-FFF2-40B4-BE49-F238E27FC236}">
                    <a16:creationId xmlns:a16="http://schemas.microsoft.com/office/drawing/2014/main" id="{7E083A95-2E74-24B8-020A-DBA8D62168F6}"/>
                  </a:ext>
                </a:extLst>
              </p:cNvPr>
              <p:cNvSpPr/>
              <p:nvPr/>
            </p:nvSpPr>
            <p:spPr>
              <a:xfrm>
                <a:off x="3365472" y="4965511"/>
                <a:ext cx="6343" cy="6345"/>
              </a:xfrm>
              <a:custGeom>
                <a:avLst/>
                <a:gdLst>
                  <a:gd name="connsiteX0" fmla="*/ 3370 w 6343"/>
                  <a:gd name="connsiteY0" fmla="*/ 6463 h 6345"/>
                  <a:gd name="connsiteX1" fmla="*/ 5612 w 6343"/>
                  <a:gd name="connsiteY1" fmla="*/ 5533 h 6345"/>
                  <a:gd name="connsiteX2" fmla="*/ 6541 w 6343"/>
                  <a:gd name="connsiteY2" fmla="*/ 3290 h 6345"/>
                  <a:gd name="connsiteX3" fmla="*/ 5612 w 6343"/>
                  <a:gd name="connsiteY3" fmla="*/ 1046 h 6345"/>
                  <a:gd name="connsiteX4" fmla="*/ 3370 w 6343"/>
                  <a:gd name="connsiteY4" fmla="*/ 117 h 6345"/>
                  <a:gd name="connsiteX5" fmla="*/ 1127 w 6343"/>
                  <a:gd name="connsiteY5" fmla="*/ 1046 h 6345"/>
                  <a:gd name="connsiteX6" fmla="*/ 198 w 6343"/>
                  <a:gd name="connsiteY6" fmla="*/ 3290 h 6345"/>
                  <a:gd name="connsiteX7" fmla="*/ 1127 w 6343"/>
                  <a:gd name="connsiteY7" fmla="*/ 5533 h 6345"/>
                  <a:gd name="connsiteX8" fmla="*/ 3370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3"/>
                    </a:moveTo>
                    <a:cubicBezTo>
                      <a:pt x="4211" y="6463"/>
                      <a:pt x="5018" y="6128"/>
                      <a:pt x="5612" y="5533"/>
                    </a:cubicBezTo>
                    <a:cubicBezTo>
                      <a:pt x="6207" y="4938"/>
                      <a:pt x="6541" y="4131"/>
                      <a:pt x="6541" y="3290"/>
                    </a:cubicBezTo>
                    <a:cubicBezTo>
                      <a:pt x="6541" y="2448"/>
                      <a:pt x="6207" y="1641"/>
                      <a:pt x="5612" y="1046"/>
                    </a:cubicBezTo>
                    <a:cubicBezTo>
                      <a:pt x="5018" y="451"/>
                      <a:pt x="4211" y="117"/>
                      <a:pt x="3370" y="117"/>
                    </a:cubicBezTo>
                    <a:cubicBezTo>
                      <a:pt x="2529" y="117"/>
                      <a:pt x="1722" y="451"/>
                      <a:pt x="1127" y="1046"/>
                    </a:cubicBezTo>
                    <a:cubicBezTo>
                      <a:pt x="532" y="1641"/>
                      <a:pt x="198" y="2448"/>
                      <a:pt x="198" y="3290"/>
                    </a:cubicBezTo>
                    <a:cubicBezTo>
                      <a:pt x="198" y="4131"/>
                      <a:pt x="532" y="4938"/>
                      <a:pt x="1127" y="5533"/>
                    </a:cubicBezTo>
                    <a:cubicBezTo>
                      <a:pt x="1722" y="6128"/>
                      <a:pt x="2529" y="6463"/>
                      <a:pt x="3370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55" name="Freeform: Shape 2254">
                <a:extLst>
                  <a:ext uri="{FF2B5EF4-FFF2-40B4-BE49-F238E27FC236}">
                    <a16:creationId xmlns:a16="http://schemas.microsoft.com/office/drawing/2014/main" id="{EA73FE3F-EE0C-9385-8962-993A90CC5982}"/>
                  </a:ext>
                </a:extLst>
              </p:cNvPr>
              <p:cNvSpPr/>
              <p:nvPr/>
            </p:nvSpPr>
            <p:spPr>
              <a:xfrm>
                <a:off x="3366726" y="4957060"/>
                <a:ext cx="6343" cy="6345"/>
              </a:xfrm>
              <a:custGeom>
                <a:avLst/>
                <a:gdLst>
                  <a:gd name="connsiteX0" fmla="*/ 3370 w 6343"/>
                  <a:gd name="connsiteY0" fmla="*/ 6462 h 6345"/>
                  <a:gd name="connsiteX1" fmla="*/ 5612 w 6343"/>
                  <a:gd name="connsiteY1" fmla="*/ 5533 h 6345"/>
                  <a:gd name="connsiteX2" fmla="*/ 6541 w 6343"/>
                  <a:gd name="connsiteY2" fmla="*/ 3289 h 6345"/>
                  <a:gd name="connsiteX3" fmla="*/ 5612 w 6343"/>
                  <a:gd name="connsiteY3" fmla="*/ 1046 h 6345"/>
                  <a:gd name="connsiteX4" fmla="*/ 3370 w 6343"/>
                  <a:gd name="connsiteY4" fmla="*/ 116 h 6345"/>
                  <a:gd name="connsiteX5" fmla="*/ 1127 w 6343"/>
                  <a:gd name="connsiteY5" fmla="*/ 1046 h 6345"/>
                  <a:gd name="connsiteX6" fmla="*/ 198 w 6343"/>
                  <a:gd name="connsiteY6" fmla="*/ 3289 h 6345"/>
                  <a:gd name="connsiteX7" fmla="*/ 1127 w 6343"/>
                  <a:gd name="connsiteY7" fmla="*/ 5533 h 6345"/>
                  <a:gd name="connsiteX8" fmla="*/ 3370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2"/>
                    </a:moveTo>
                    <a:cubicBezTo>
                      <a:pt x="4211" y="6462"/>
                      <a:pt x="5018" y="6128"/>
                      <a:pt x="5612" y="5533"/>
                    </a:cubicBezTo>
                    <a:cubicBezTo>
                      <a:pt x="6207" y="4938"/>
                      <a:pt x="6541" y="4131"/>
                      <a:pt x="6541" y="3289"/>
                    </a:cubicBezTo>
                    <a:cubicBezTo>
                      <a:pt x="6541" y="2448"/>
                      <a:pt x="6207" y="1641"/>
                      <a:pt x="5612" y="1046"/>
                    </a:cubicBezTo>
                    <a:cubicBezTo>
                      <a:pt x="5018" y="451"/>
                      <a:pt x="4211" y="116"/>
                      <a:pt x="3370" y="116"/>
                    </a:cubicBezTo>
                    <a:cubicBezTo>
                      <a:pt x="2529" y="116"/>
                      <a:pt x="1722" y="451"/>
                      <a:pt x="1127" y="1046"/>
                    </a:cubicBezTo>
                    <a:cubicBezTo>
                      <a:pt x="532" y="1641"/>
                      <a:pt x="198" y="2448"/>
                      <a:pt x="198" y="3289"/>
                    </a:cubicBezTo>
                    <a:cubicBezTo>
                      <a:pt x="198" y="4131"/>
                      <a:pt x="532" y="4938"/>
                      <a:pt x="1127" y="5533"/>
                    </a:cubicBezTo>
                    <a:cubicBezTo>
                      <a:pt x="1722" y="6128"/>
                      <a:pt x="2529" y="6462"/>
                      <a:pt x="3370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56" name="Freeform: Shape 2255">
                <a:extLst>
                  <a:ext uri="{FF2B5EF4-FFF2-40B4-BE49-F238E27FC236}">
                    <a16:creationId xmlns:a16="http://schemas.microsoft.com/office/drawing/2014/main" id="{722F704C-12E7-BA07-F714-1782C97F30EB}"/>
                  </a:ext>
                </a:extLst>
              </p:cNvPr>
              <p:cNvSpPr/>
              <p:nvPr/>
            </p:nvSpPr>
            <p:spPr>
              <a:xfrm>
                <a:off x="3366753" y="4946552"/>
                <a:ext cx="6343" cy="6345"/>
              </a:xfrm>
              <a:custGeom>
                <a:avLst/>
                <a:gdLst>
                  <a:gd name="connsiteX0" fmla="*/ 3370 w 6343"/>
                  <a:gd name="connsiteY0" fmla="*/ 6461 h 6345"/>
                  <a:gd name="connsiteX1" fmla="*/ 5612 w 6343"/>
                  <a:gd name="connsiteY1" fmla="*/ 5532 h 6345"/>
                  <a:gd name="connsiteX2" fmla="*/ 6541 w 6343"/>
                  <a:gd name="connsiteY2" fmla="*/ 3288 h 6345"/>
                  <a:gd name="connsiteX3" fmla="*/ 5612 w 6343"/>
                  <a:gd name="connsiteY3" fmla="*/ 1045 h 6345"/>
                  <a:gd name="connsiteX4" fmla="*/ 3370 w 6343"/>
                  <a:gd name="connsiteY4" fmla="*/ 116 h 6345"/>
                  <a:gd name="connsiteX5" fmla="*/ 1127 w 6343"/>
                  <a:gd name="connsiteY5" fmla="*/ 1045 h 6345"/>
                  <a:gd name="connsiteX6" fmla="*/ 198 w 6343"/>
                  <a:gd name="connsiteY6" fmla="*/ 3288 h 6345"/>
                  <a:gd name="connsiteX7" fmla="*/ 1127 w 6343"/>
                  <a:gd name="connsiteY7" fmla="*/ 5532 h 6345"/>
                  <a:gd name="connsiteX8" fmla="*/ 3370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1"/>
                    </a:moveTo>
                    <a:cubicBezTo>
                      <a:pt x="4211" y="6461"/>
                      <a:pt x="5018" y="6127"/>
                      <a:pt x="5612" y="5532"/>
                    </a:cubicBezTo>
                    <a:cubicBezTo>
                      <a:pt x="6207" y="4937"/>
                      <a:pt x="6541" y="4130"/>
                      <a:pt x="6541" y="3288"/>
                    </a:cubicBezTo>
                    <a:cubicBezTo>
                      <a:pt x="6541" y="2447"/>
                      <a:pt x="6207" y="1640"/>
                      <a:pt x="5612" y="1045"/>
                    </a:cubicBezTo>
                    <a:cubicBezTo>
                      <a:pt x="5018" y="450"/>
                      <a:pt x="4211" y="116"/>
                      <a:pt x="3370" y="116"/>
                    </a:cubicBezTo>
                    <a:cubicBezTo>
                      <a:pt x="2529" y="116"/>
                      <a:pt x="1722" y="450"/>
                      <a:pt x="1127" y="1045"/>
                    </a:cubicBezTo>
                    <a:cubicBezTo>
                      <a:pt x="532" y="1640"/>
                      <a:pt x="198" y="2447"/>
                      <a:pt x="198" y="3288"/>
                    </a:cubicBezTo>
                    <a:cubicBezTo>
                      <a:pt x="198" y="4130"/>
                      <a:pt x="532" y="4937"/>
                      <a:pt x="1127" y="5532"/>
                    </a:cubicBezTo>
                    <a:cubicBezTo>
                      <a:pt x="1722" y="6127"/>
                      <a:pt x="2529" y="6461"/>
                      <a:pt x="3370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57" name="Freeform: Shape 2256">
                <a:extLst>
                  <a:ext uri="{FF2B5EF4-FFF2-40B4-BE49-F238E27FC236}">
                    <a16:creationId xmlns:a16="http://schemas.microsoft.com/office/drawing/2014/main" id="{FA05AEBB-B0B8-D54F-2DE9-E2EC6453DD27}"/>
                  </a:ext>
                </a:extLst>
              </p:cNvPr>
              <p:cNvSpPr/>
              <p:nvPr/>
            </p:nvSpPr>
            <p:spPr>
              <a:xfrm>
                <a:off x="3368623" y="4938751"/>
                <a:ext cx="6343" cy="6345"/>
              </a:xfrm>
              <a:custGeom>
                <a:avLst/>
                <a:gdLst>
                  <a:gd name="connsiteX0" fmla="*/ 3370 w 6343"/>
                  <a:gd name="connsiteY0" fmla="*/ 6460 h 6345"/>
                  <a:gd name="connsiteX1" fmla="*/ 5613 w 6343"/>
                  <a:gd name="connsiteY1" fmla="*/ 5531 h 6345"/>
                  <a:gd name="connsiteX2" fmla="*/ 6541 w 6343"/>
                  <a:gd name="connsiteY2" fmla="*/ 3288 h 6345"/>
                  <a:gd name="connsiteX3" fmla="*/ 5613 w 6343"/>
                  <a:gd name="connsiteY3" fmla="*/ 1044 h 6345"/>
                  <a:gd name="connsiteX4" fmla="*/ 3370 w 6343"/>
                  <a:gd name="connsiteY4" fmla="*/ 115 h 6345"/>
                  <a:gd name="connsiteX5" fmla="*/ 1127 w 6343"/>
                  <a:gd name="connsiteY5" fmla="*/ 1044 h 6345"/>
                  <a:gd name="connsiteX6" fmla="*/ 198 w 6343"/>
                  <a:gd name="connsiteY6" fmla="*/ 3288 h 6345"/>
                  <a:gd name="connsiteX7" fmla="*/ 1127 w 6343"/>
                  <a:gd name="connsiteY7" fmla="*/ 5531 h 6345"/>
                  <a:gd name="connsiteX8" fmla="*/ 3370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0"/>
                    </a:moveTo>
                    <a:cubicBezTo>
                      <a:pt x="4211" y="6460"/>
                      <a:pt x="5018" y="6126"/>
                      <a:pt x="5613" y="5531"/>
                    </a:cubicBezTo>
                    <a:cubicBezTo>
                      <a:pt x="6207" y="4936"/>
                      <a:pt x="6541" y="4129"/>
                      <a:pt x="6541" y="3288"/>
                    </a:cubicBezTo>
                    <a:cubicBezTo>
                      <a:pt x="6541" y="2446"/>
                      <a:pt x="6207" y="1639"/>
                      <a:pt x="5613" y="1044"/>
                    </a:cubicBezTo>
                    <a:cubicBezTo>
                      <a:pt x="5018" y="449"/>
                      <a:pt x="4211" y="115"/>
                      <a:pt x="3370" y="115"/>
                    </a:cubicBezTo>
                    <a:cubicBezTo>
                      <a:pt x="2529" y="115"/>
                      <a:pt x="1722" y="449"/>
                      <a:pt x="1127" y="1044"/>
                    </a:cubicBezTo>
                    <a:cubicBezTo>
                      <a:pt x="533" y="1639"/>
                      <a:pt x="198" y="2446"/>
                      <a:pt x="198" y="3288"/>
                    </a:cubicBezTo>
                    <a:cubicBezTo>
                      <a:pt x="198" y="4129"/>
                      <a:pt x="533" y="4936"/>
                      <a:pt x="1127" y="5531"/>
                    </a:cubicBezTo>
                    <a:cubicBezTo>
                      <a:pt x="1722" y="6126"/>
                      <a:pt x="2529" y="6460"/>
                      <a:pt x="3370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58" name="Freeform: Shape 2257">
                <a:extLst>
                  <a:ext uri="{FF2B5EF4-FFF2-40B4-BE49-F238E27FC236}">
                    <a16:creationId xmlns:a16="http://schemas.microsoft.com/office/drawing/2014/main" id="{881AD0A5-3294-401E-B69B-4F63FF54C942}"/>
                  </a:ext>
                </a:extLst>
              </p:cNvPr>
              <p:cNvSpPr/>
              <p:nvPr/>
            </p:nvSpPr>
            <p:spPr>
              <a:xfrm>
                <a:off x="3369484" y="4929206"/>
                <a:ext cx="6343" cy="6345"/>
              </a:xfrm>
              <a:custGeom>
                <a:avLst/>
                <a:gdLst>
                  <a:gd name="connsiteX0" fmla="*/ 3370 w 6343"/>
                  <a:gd name="connsiteY0" fmla="*/ 6460 h 6345"/>
                  <a:gd name="connsiteX1" fmla="*/ 5613 w 6343"/>
                  <a:gd name="connsiteY1" fmla="*/ 5530 h 6345"/>
                  <a:gd name="connsiteX2" fmla="*/ 6542 w 6343"/>
                  <a:gd name="connsiteY2" fmla="*/ 3287 h 6345"/>
                  <a:gd name="connsiteX3" fmla="*/ 5613 w 6343"/>
                  <a:gd name="connsiteY3" fmla="*/ 1043 h 6345"/>
                  <a:gd name="connsiteX4" fmla="*/ 3370 w 6343"/>
                  <a:gd name="connsiteY4" fmla="*/ 114 h 6345"/>
                  <a:gd name="connsiteX5" fmla="*/ 1127 w 6343"/>
                  <a:gd name="connsiteY5" fmla="*/ 1043 h 6345"/>
                  <a:gd name="connsiteX6" fmla="*/ 198 w 6343"/>
                  <a:gd name="connsiteY6" fmla="*/ 3287 h 6345"/>
                  <a:gd name="connsiteX7" fmla="*/ 1127 w 6343"/>
                  <a:gd name="connsiteY7" fmla="*/ 5530 h 6345"/>
                  <a:gd name="connsiteX8" fmla="*/ 3370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0"/>
                    </a:moveTo>
                    <a:cubicBezTo>
                      <a:pt x="4211" y="6460"/>
                      <a:pt x="5018" y="6125"/>
                      <a:pt x="5613" y="5530"/>
                    </a:cubicBezTo>
                    <a:cubicBezTo>
                      <a:pt x="6207" y="4935"/>
                      <a:pt x="6542" y="4128"/>
                      <a:pt x="6542" y="3287"/>
                    </a:cubicBezTo>
                    <a:cubicBezTo>
                      <a:pt x="6542" y="2446"/>
                      <a:pt x="6207" y="1638"/>
                      <a:pt x="5613" y="1043"/>
                    </a:cubicBezTo>
                    <a:cubicBezTo>
                      <a:pt x="5018" y="449"/>
                      <a:pt x="4211" y="114"/>
                      <a:pt x="3370" y="114"/>
                    </a:cubicBezTo>
                    <a:cubicBezTo>
                      <a:pt x="2529" y="114"/>
                      <a:pt x="1722" y="449"/>
                      <a:pt x="1127" y="1043"/>
                    </a:cubicBezTo>
                    <a:cubicBezTo>
                      <a:pt x="533" y="1638"/>
                      <a:pt x="198" y="2446"/>
                      <a:pt x="198" y="3287"/>
                    </a:cubicBezTo>
                    <a:cubicBezTo>
                      <a:pt x="198" y="4128"/>
                      <a:pt x="533" y="4935"/>
                      <a:pt x="1127" y="5530"/>
                    </a:cubicBezTo>
                    <a:cubicBezTo>
                      <a:pt x="1722" y="6125"/>
                      <a:pt x="2529" y="6460"/>
                      <a:pt x="3370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59" name="Freeform: Shape 2258">
                <a:extLst>
                  <a:ext uri="{FF2B5EF4-FFF2-40B4-BE49-F238E27FC236}">
                    <a16:creationId xmlns:a16="http://schemas.microsoft.com/office/drawing/2014/main" id="{B3323E3F-0491-AF58-30D1-B4D27F305410}"/>
                  </a:ext>
                </a:extLst>
              </p:cNvPr>
              <p:cNvSpPr/>
              <p:nvPr/>
            </p:nvSpPr>
            <p:spPr>
              <a:xfrm>
                <a:off x="3371343" y="4921102"/>
                <a:ext cx="6343" cy="6345"/>
              </a:xfrm>
              <a:custGeom>
                <a:avLst/>
                <a:gdLst>
                  <a:gd name="connsiteX0" fmla="*/ 3370 w 6343"/>
                  <a:gd name="connsiteY0" fmla="*/ 6459 h 6345"/>
                  <a:gd name="connsiteX1" fmla="*/ 5613 w 6343"/>
                  <a:gd name="connsiteY1" fmla="*/ 5530 h 6345"/>
                  <a:gd name="connsiteX2" fmla="*/ 6542 w 6343"/>
                  <a:gd name="connsiteY2" fmla="*/ 3286 h 6345"/>
                  <a:gd name="connsiteX3" fmla="*/ 5613 w 6343"/>
                  <a:gd name="connsiteY3" fmla="*/ 1043 h 6345"/>
                  <a:gd name="connsiteX4" fmla="*/ 3370 w 6343"/>
                  <a:gd name="connsiteY4" fmla="*/ 114 h 6345"/>
                  <a:gd name="connsiteX5" fmla="*/ 1127 w 6343"/>
                  <a:gd name="connsiteY5" fmla="*/ 1043 h 6345"/>
                  <a:gd name="connsiteX6" fmla="*/ 199 w 6343"/>
                  <a:gd name="connsiteY6" fmla="*/ 3286 h 6345"/>
                  <a:gd name="connsiteX7" fmla="*/ 1127 w 6343"/>
                  <a:gd name="connsiteY7" fmla="*/ 5530 h 6345"/>
                  <a:gd name="connsiteX8" fmla="*/ 3370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9"/>
                    </a:moveTo>
                    <a:cubicBezTo>
                      <a:pt x="4211" y="6459"/>
                      <a:pt x="5018" y="6125"/>
                      <a:pt x="5613" y="5530"/>
                    </a:cubicBezTo>
                    <a:cubicBezTo>
                      <a:pt x="6208" y="4935"/>
                      <a:pt x="6542" y="4128"/>
                      <a:pt x="6542" y="3286"/>
                    </a:cubicBezTo>
                    <a:cubicBezTo>
                      <a:pt x="6542" y="2445"/>
                      <a:pt x="6208" y="1638"/>
                      <a:pt x="5613" y="1043"/>
                    </a:cubicBezTo>
                    <a:cubicBezTo>
                      <a:pt x="5018" y="448"/>
                      <a:pt x="4211" y="114"/>
                      <a:pt x="3370" y="114"/>
                    </a:cubicBezTo>
                    <a:cubicBezTo>
                      <a:pt x="2529" y="114"/>
                      <a:pt x="1722" y="448"/>
                      <a:pt x="1127" y="1043"/>
                    </a:cubicBezTo>
                    <a:cubicBezTo>
                      <a:pt x="533" y="1638"/>
                      <a:pt x="199" y="2445"/>
                      <a:pt x="199" y="3286"/>
                    </a:cubicBezTo>
                    <a:cubicBezTo>
                      <a:pt x="199" y="4128"/>
                      <a:pt x="533" y="4935"/>
                      <a:pt x="1127" y="5530"/>
                    </a:cubicBezTo>
                    <a:cubicBezTo>
                      <a:pt x="1722" y="6125"/>
                      <a:pt x="2529" y="6459"/>
                      <a:pt x="3370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60" name="Freeform: Shape 2259">
                <a:extLst>
                  <a:ext uri="{FF2B5EF4-FFF2-40B4-BE49-F238E27FC236}">
                    <a16:creationId xmlns:a16="http://schemas.microsoft.com/office/drawing/2014/main" id="{D0A1CAE8-1B95-4F7D-252C-FAF333868001}"/>
                  </a:ext>
                </a:extLst>
              </p:cNvPr>
              <p:cNvSpPr/>
              <p:nvPr/>
            </p:nvSpPr>
            <p:spPr>
              <a:xfrm>
                <a:off x="3371354" y="4909817"/>
                <a:ext cx="6343" cy="6345"/>
              </a:xfrm>
              <a:custGeom>
                <a:avLst/>
                <a:gdLst>
                  <a:gd name="connsiteX0" fmla="*/ 3370 w 6343"/>
                  <a:gd name="connsiteY0" fmla="*/ 6458 h 6345"/>
                  <a:gd name="connsiteX1" fmla="*/ 5613 w 6343"/>
                  <a:gd name="connsiteY1" fmla="*/ 5529 h 6345"/>
                  <a:gd name="connsiteX2" fmla="*/ 6542 w 6343"/>
                  <a:gd name="connsiteY2" fmla="*/ 3285 h 6345"/>
                  <a:gd name="connsiteX3" fmla="*/ 5613 w 6343"/>
                  <a:gd name="connsiteY3" fmla="*/ 1042 h 6345"/>
                  <a:gd name="connsiteX4" fmla="*/ 3370 w 6343"/>
                  <a:gd name="connsiteY4" fmla="*/ 113 h 6345"/>
                  <a:gd name="connsiteX5" fmla="*/ 1127 w 6343"/>
                  <a:gd name="connsiteY5" fmla="*/ 1042 h 6345"/>
                  <a:gd name="connsiteX6" fmla="*/ 199 w 6343"/>
                  <a:gd name="connsiteY6" fmla="*/ 3285 h 6345"/>
                  <a:gd name="connsiteX7" fmla="*/ 1127 w 6343"/>
                  <a:gd name="connsiteY7" fmla="*/ 5529 h 6345"/>
                  <a:gd name="connsiteX8" fmla="*/ 3370 w 6343"/>
                  <a:gd name="connsiteY8" fmla="*/ 64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8"/>
                    </a:moveTo>
                    <a:cubicBezTo>
                      <a:pt x="4211" y="6458"/>
                      <a:pt x="5018" y="6124"/>
                      <a:pt x="5613" y="5529"/>
                    </a:cubicBezTo>
                    <a:cubicBezTo>
                      <a:pt x="6208" y="4934"/>
                      <a:pt x="6542" y="4127"/>
                      <a:pt x="6542" y="3285"/>
                    </a:cubicBezTo>
                    <a:cubicBezTo>
                      <a:pt x="6542" y="2444"/>
                      <a:pt x="6208" y="1637"/>
                      <a:pt x="5613" y="1042"/>
                    </a:cubicBezTo>
                    <a:cubicBezTo>
                      <a:pt x="5018" y="447"/>
                      <a:pt x="4211" y="113"/>
                      <a:pt x="3370" y="113"/>
                    </a:cubicBezTo>
                    <a:cubicBezTo>
                      <a:pt x="2529" y="113"/>
                      <a:pt x="1722" y="447"/>
                      <a:pt x="1127" y="1042"/>
                    </a:cubicBezTo>
                    <a:cubicBezTo>
                      <a:pt x="533" y="1637"/>
                      <a:pt x="199" y="2444"/>
                      <a:pt x="199" y="3285"/>
                    </a:cubicBezTo>
                    <a:cubicBezTo>
                      <a:pt x="199" y="4127"/>
                      <a:pt x="533" y="4934"/>
                      <a:pt x="1127" y="5529"/>
                    </a:cubicBezTo>
                    <a:cubicBezTo>
                      <a:pt x="1722" y="6124"/>
                      <a:pt x="2529" y="6458"/>
                      <a:pt x="3370" y="64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61" name="Freeform: Shape 2260">
                <a:extLst>
                  <a:ext uri="{FF2B5EF4-FFF2-40B4-BE49-F238E27FC236}">
                    <a16:creationId xmlns:a16="http://schemas.microsoft.com/office/drawing/2014/main" id="{996881F6-AF6A-74CB-9E00-AE8F8B6E6E23}"/>
                  </a:ext>
                </a:extLst>
              </p:cNvPr>
              <p:cNvSpPr/>
              <p:nvPr/>
            </p:nvSpPr>
            <p:spPr>
              <a:xfrm>
                <a:off x="3373075" y="4901156"/>
                <a:ext cx="6343" cy="6345"/>
              </a:xfrm>
              <a:custGeom>
                <a:avLst/>
                <a:gdLst>
                  <a:gd name="connsiteX0" fmla="*/ 3370 w 6343"/>
                  <a:gd name="connsiteY0" fmla="*/ 6457 h 6345"/>
                  <a:gd name="connsiteX1" fmla="*/ 5613 w 6343"/>
                  <a:gd name="connsiteY1" fmla="*/ 5528 h 6345"/>
                  <a:gd name="connsiteX2" fmla="*/ 6542 w 6343"/>
                  <a:gd name="connsiteY2" fmla="*/ 3285 h 6345"/>
                  <a:gd name="connsiteX3" fmla="*/ 5613 w 6343"/>
                  <a:gd name="connsiteY3" fmla="*/ 1041 h 6345"/>
                  <a:gd name="connsiteX4" fmla="*/ 3370 w 6343"/>
                  <a:gd name="connsiteY4" fmla="*/ 112 h 6345"/>
                  <a:gd name="connsiteX5" fmla="*/ 1128 w 6343"/>
                  <a:gd name="connsiteY5" fmla="*/ 1041 h 6345"/>
                  <a:gd name="connsiteX6" fmla="*/ 199 w 6343"/>
                  <a:gd name="connsiteY6" fmla="*/ 3285 h 6345"/>
                  <a:gd name="connsiteX7" fmla="*/ 1128 w 6343"/>
                  <a:gd name="connsiteY7" fmla="*/ 5528 h 6345"/>
                  <a:gd name="connsiteX8" fmla="*/ 3370 w 6343"/>
                  <a:gd name="connsiteY8" fmla="*/ 64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7"/>
                    </a:moveTo>
                    <a:cubicBezTo>
                      <a:pt x="4211" y="6457"/>
                      <a:pt x="5018" y="6123"/>
                      <a:pt x="5613" y="5528"/>
                    </a:cubicBezTo>
                    <a:cubicBezTo>
                      <a:pt x="6208" y="4933"/>
                      <a:pt x="6542" y="4126"/>
                      <a:pt x="6542" y="3285"/>
                    </a:cubicBezTo>
                    <a:cubicBezTo>
                      <a:pt x="6542" y="2443"/>
                      <a:pt x="6208" y="1636"/>
                      <a:pt x="5613" y="1041"/>
                    </a:cubicBezTo>
                    <a:cubicBezTo>
                      <a:pt x="5018" y="446"/>
                      <a:pt x="4211" y="112"/>
                      <a:pt x="3370" y="112"/>
                    </a:cubicBezTo>
                    <a:cubicBezTo>
                      <a:pt x="2529" y="112"/>
                      <a:pt x="1722" y="446"/>
                      <a:pt x="1128" y="1041"/>
                    </a:cubicBezTo>
                    <a:cubicBezTo>
                      <a:pt x="533" y="1636"/>
                      <a:pt x="199" y="2443"/>
                      <a:pt x="199" y="3285"/>
                    </a:cubicBezTo>
                    <a:cubicBezTo>
                      <a:pt x="199" y="4126"/>
                      <a:pt x="533" y="4933"/>
                      <a:pt x="1128" y="5528"/>
                    </a:cubicBezTo>
                    <a:cubicBezTo>
                      <a:pt x="1722" y="6123"/>
                      <a:pt x="2529" y="6457"/>
                      <a:pt x="3370" y="64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62" name="Freeform: Shape 2261">
                <a:extLst>
                  <a:ext uri="{FF2B5EF4-FFF2-40B4-BE49-F238E27FC236}">
                    <a16:creationId xmlns:a16="http://schemas.microsoft.com/office/drawing/2014/main" id="{54DFB5AF-FE29-A6CB-2C3B-5A1683E607C3}"/>
                  </a:ext>
                </a:extLst>
              </p:cNvPr>
              <p:cNvSpPr/>
              <p:nvPr/>
            </p:nvSpPr>
            <p:spPr>
              <a:xfrm>
                <a:off x="3374884" y="4892486"/>
                <a:ext cx="6343" cy="6345"/>
              </a:xfrm>
              <a:custGeom>
                <a:avLst/>
                <a:gdLst>
                  <a:gd name="connsiteX0" fmla="*/ 3370 w 6343"/>
                  <a:gd name="connsiteY0" fmla="*/ 6457 h 6345"/>
                  <a:gd name="connsiteX1" fmla="*/ 5613 w 6343"/>
                  <a:gd name="connsiteY1" fmla="*/ 5527 h 6345"/>
                  <a:gd name="connsiteX2" fmla="*/ 6542 w 6343"/>
                  <a:gd name="connsiteY2" fmla="*/ 3284 h 6345"/>
                  <a:gd name="connsiteX3" fmla="*/ 5613 w 6343"/>
                  <a:gd name="connsiteY3" fmla="*/ 1041 h 6345"/>
                  <a:gd name="connsiteX4" fmla="*/ 3370 w 6343"/>
                  <a:gd name="connsiteY4" fmla="*/ 111 h 6345"/>
                  <a:gd name="connsiteX5" fmla="*/ 1128 w 6343"/>
                  <a:gd name="connsiteY5" fmla="*/ 1041 h 6345"/>
                  <a:gd name="connsiteX6" fmla="*/ 199 w 6343"/>
                  <a:gd name="connsiteY6" fmla="*/ 3284 h 6345"/>
                  <a:gd name="connsiteX7" fmla="*/ 1128 w 6343"/>
                  <a:gd name="connsiteY7" fmla="*/ 5527 h 6345"/>
                  <a:gd name="connsiteX8" fmla="*/ 3370 w 6343"/>
                  <a:gd name="connsiteY8" fmla="*/ 64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7"/>
                    </a:moveTo>
                    <a:cubicBezTo>
                      <a:pt x="4212" y="6457"/>
                      <a:pt x="5018" y="6122"/>
                      <a:pt x="5613" y="5527"/>
                    </a:cubicBezTo>
                    <a:cubicBezTo>
                      <a:pt x="6208" y="4933"/>
                      <a:pt x="6542" y="4125"/>
                      <a:pt x="6542" y="3284"/>
                    </a:cubicBezTo>
                    <a:cubicBezTo>
                      <a:pt x="6542" y="2443"/>
                      <a:pt x="6208" y="1636"/>
                      <a:pt x="5613" y="1041"/>
                    </a:cubicBezTo>
                    <a:cubicBezTo>
                      <a:pt x="5018" y="446"/>
                      <a:pt x="4212" y="111"/>
                      <a:pt x="3370" y="111"/>
                    </a:cubicBezTo>
                    <a:cubicBezTo>
                      <a:pt x="2529" y="111"/>
                      <a:pt x="1723" y="446"/>
                      <a:pt x="1128" y="1041"/>
                    </a:cubicBezTo>
                    <a:cubicBezTo>
                      <a:pt x="533" y="1636"/>
                      <a:pt x="199" y="2443"/>
                      <a:pt x="199" y="3284"/>
                    </a:cubicBezTo>
                    <a:cubicBezTo>
                      <a:pt x="199" y="4125"/>
                      <a:pt x="533" y="4933"/>
                      <a:pt x="1128" y="5527"/>
                    </a:cubicBezTo>
                    <a:cubicBezTo>
                      <a:pt x="1723" y="6122"/>
                      <a:pt x="2529" y="6457"/>
                      <a:pt x="3370" y="64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63" name="Freeform: Shape 2262">
                <a:extLst>
                  <a:ext uri="{FF2B5EF4-FFF2-40B4-BE49-F238E27FC236}">
                    <a16:creationId xmlns:a16="http://schemas.microsoft.com/office/drawing/2014/main" id="{C096B55E-5A4B-A71C-2367-0515E5EBE6BE}"/>
                  </a:ext>
                </a:extLst>
              </p:cNvPr>
              <p:cNvSpPr/>
              <p:nvPr/>
            </p:nvSpPr>
            <p:spPr>
              <a:xfrm>
                <a:off x="3375390" y="4881419"/>
                <a:ext cx="6343" cy="6345"/>
              </a:xfrm>
              <a:custGeom>
                <a:avLst/>
                <a:gdLst>
                  <a:gd name="connsiteX0" fmla="*/ 3370 w 6343"/>
                  <a:gd name="connsiteY0" fmla="*/ 6456 h 6345"/>
                  <a:gd name="connsiteX1" fmla="*/ 5613 w 6343"/>
                  <a:gd name="connsiteY1" fmla="*/ 5527 h 6345"/>
                  <a:gd name="connsiteX2" fmla="*/ 6542 w 6343"/>
                  <a:gd name="connsiteY2" fmla="*/ 3283 h 6345"/>
                  <a:gd name="connsiteX3" fmla="*/ 5613 w 6343"/>
                  <a:gd name="connsiteY3" fmla="*/ 1040 h 6345"/>
                  <a:gd name="connsiteX4" fmla="*/ 3370 w 6343"/>
                  <a:gd name="connsiteY4" fmla="*/ 110 h 6345"/>
                  <a:gd name="connsiteX5" fmla="*/ 1128 w 6343"/>
                  <a:gd name="connsiteY5" fmla="*/ 1040 h 6345"/>
                  <a:gd name="connsiteX6" fmla="*/ 199 w 6343"/>
                  <a:gd name="connsiteY6" fmla="*/ 3283 h 6345"/>
                  <a:gd name="connsiteX7" fmla="*/ 1128 w 6343"/>
                  <a:gd name="connsiteY7" fmla="*/ 5527 h 6345"/>
                  <a:gd name="connsiteX8" fmla="*/ 3370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6"/>
                    </a:moveTo>
                    <a:cubicBezTo>
                      <a:pt x="4212" y="6456"/>
                      <a:pt x="5018" y="6122"/>
                      <a:pt x="5613" y="5527"/>
                    </a:cubicBezTo>
                    <a:cubicBezTo>
                      <a:pt x="6208" y="4932"/>
                      <a:pt x="6542" y="4125"/>
                      <a:pt x="6542" y="3283"/>
                    </a:cubicBezTo>
                    <a:cubicBezTo>
                      <a:pt x="6542" y="2442"/>
                      <a:pt x="6208" y="1635"/>
                      <a:pt x="5613" y="1040"/>
                    </a:cubicBezTo>
                    <a:cubicBezTo>
                      <a:pt x="5018" y="445"/>
                      <a:pt x="4212" y="110"/>
                      <a:pt x="3370" y="110"/>
                    </a:cubicBezTo>
                    <a:cubicBezTo>
                      <a:pt x="2529" y="110"/>
                      <a:pt x="1723" y="445"/>
                      <a:pt x="1128" y="1040"/>
                    </a:cubicBezTo>
                    <a:cubicBezTo>
                      <a:pt x="533" y="1635"/>
                      <a:pt x="199" y="2442"/>
                      <a:pt x="199" y="3283"/>
                    </a:cubicBezTo>
                    <a:cubicBezTo>
                      <a:pt x="199" y="4125"/>
                      <a:pt x="533" y="4932"/>
                      <a:pt x="1128" y="5527"/>
                    </a:cubicBezTo>
                    <a:cubicBezTo>
                      <a:pt x="1723" y="6122"/>
                      <a:pt x="2529" y="6456"/>
                      <a:pt x="3370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64" name="Freeform: Shape 2263">
                <a:extLst>
                  <a:ext uri="{FF2B5EF4-FFF2-40B4-BE49-F238E27FC236}">
                    <a16:creationId xmlns:a16="http://schemas.microsoft.com/office/drawing/2014/main" id="{72753A41-C683-66DA-7DC5-EA3E7E18FED9}"/>
                  </a:ext>
                </a:extLst>
              </p:cNvPr>
              <p:cNvSpPr/>
              <p:nvPr/>
            </p:nvSpPr>
            <p:spPr>
              <a:xfrm>
                <a:off x="3376796" y="4871691"/>
                <a:ext cx="6343" cy="6345"/>
              </a:xfrm>
              <a:custGeom>
                <a:avLst/>
                <a:gdLst>
                  <a:gd name="connsiteX0" fmla="*/ 3371 w 6343"/>
                  <a:gd name="connsiteY0" fmla="*/ 6455 h 6345"/>
                  <a:gd name="connsiteX1" fmla="*/ 5613 w 6343"/>
                  <a:gd name="connsiteY1" fmla="*/ 5526 h 6345"/>
                  <a:gd name="connsiteX2" fmla="*/ 6542 w 6343"/>
                  <a:gd name="connsiteY2" fmla="*/ 3282 h 6345"/>
                  <a:gd name="connsiteX3" fmla="*/ 5613 w 6343"/>
                  <a:gd name="connsiteY3" fmla="*/ 1039 h 6345"/>
                  <a:gd name="connsiteX4" fmla="*/ 3371 w 6343"/>
                  <a:gd name="connsiteY4" fmla="*/ 110 h 6345"/>
                  <a:gd name="connsiteX5" fmla="*/ 1128 w 6343"/>
                  <a:gd name="connsiteY5" fmla="*/ 1039 h 6345"/>
                  <a:gd name="connsiteX6" fmla="*/ 199 w 6343"/>
                  <a:gd name="connsiteY6" fmla="*/ 3282 h 6345"/>
                  <a:gd name="connsiteX7" fmla="*/ 1128 w 6343"/>
                  <a:gd name="connsiteY7" fmla="*/ 5526 h 6345"/>
                  <a:gd name="connsiteX8" fmla="*/ 3371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5"/>
                    </a:moveTo>
                    <a:cubicBezTo>
                      <a:pt x="4212" y="6455"/>
                      <a:pt x="5018" y="6121"/>
                      <a:pt x="5613" y="5526"/>
                    </a:cubicBezTo>
                    <a:cubicBezTo>
                      <a:pt x="6208" y="4931"/>
                      <a:pt x="6542" y="4124"/>
                      <a:pt x="6542" y="3282"/>
                    </a:cubicBezTo>
                    <a:cubicBezTo>
                      <a:pt x="6542" y="2441"/>
                      <a:pt x="6208" y="1634"/>
                      <a:pt x="5613" y="1039"/>
                    </a:cubicBezTo>
                    <a:cubicBezTo>
                      <a:pt x="5018" y="444"/>
                      <a:pt x="4212" y="110"/>
                      <a:pt x="3371" y="110"/>
                    </a:cubicBezTo>
                    <a:cubicBezTo>
                      <a:pt x="2529" y="110"/>
                      <a:pt x="1723" y="444"/>
                      <a:pt x="1128" y="1039"/>
                    </a:cubicBezTo>
                    <a:cubicBezTo>
                      <a:pt x="533" y="1634"/>
                      <a:pt x="199" y="2441"/>
                      <a:pt x="199" y="3282"/>
                    </a:cubicBezTo>
                    <a:cubicBezTo>
                      <a:pt x="199" y="4124"/>
                      <a:pt x="533" y="4931"/>
                      <a:pt x="1128" y="5526"/>
                    </a:cubicBezTo>
                    <a:cubicBezTo>
                      <a:pt x="1723" y="6121"/>
                      <a:pt x="2529" y="6455"/>
                      <a:pt x="3371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65" name="Freeform: Shape 2264">
                <a:extLst>
                  <a:ext uri="{FF2B5EF4-FFF2-40B4-BE49-F238E27FC236}">
                    <a16:creationId xmlns:a16="http://schemas.microsoft.com/office/drawing/2014/main" id="{5D50741C-B917-D3D4-A670-BB6268F5F2E3}"/>
                  </a:ext>
                </a:extLst>
              </p:cNvPr>
              <p:cNvSpPr/>
              <p:nvPr/>
            </p:nvSpPr>
            <p:spPr>
              <a:xfrm>
                <a:off x="3377270" y="4860124"/>
                <a:ext cx="6343" cy="6345"/>
              </a:xfrm>
              <a:custGeom>
                <a:avLst/>
                <a:gdLst>
                  <a:gd name="connsiteX0" fmla="*/ 3371 w 6343"/>
                  <a:gd name="connsiteY0" fmla="*/ 6454 h 6345"/>
                  <a:gd name="connsiteX1" fmla="*/ 5613 w 6343"/>
                  <a:gd name="connsiteY1" fmla="*/ 5525 h 6345"/>
                  <a:gd name="connsiteX2" fmla="*/ 6542 w 6343"/>
                  <a:gd name="connsiteY2" fmla="*/ 3281 h 6345"/>
                  <a:gd name="connsiteX3" fmla="*/ 5613 w 6343"/>
                  <a:gd name="connsiteY3" fmla="*/ 1038 h 6345"/>
                  <a:gd name="connsiteX4" fmla="*/ 3371 w 6343"/>
                  <a:gd name="connsiteY4" fmla="*/ 109 h 6345"/>
                  <a:gd name="connsiteX5" fmla="*/ 1128 w 6343"/>
                  <a:gd name="connsiteY5" fmla="*/ 1038 h 6345"/>
                  <a:gd name="connsiteX6" fmla="*/ 199 w 6343"/>
                  <a:gd name="connsiteY6" fmla="*/ 3281 h 6345"/>
                  <a:gd name="connsiteX7" fmla="*/ 1128 w 6343"/>
                  <a:gd name="connsiteY7" fmla="*/ 5525 h 6345"/>
                  <a:gd name="connsiteX8" fmla="*/ 3371 w 6343"/>
                  <a:gd name="connsiteY8" fmla="*/ 64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4"/>
                    </a:moveTo>
                    <a:cubicBezTo>
                      <a:pt x="4212" y="6454"/>
                      <a:pt x="5018" y="6120"/>
                      <a:pt x="5613" y="5525"/>
                    </a:cubicBezTo>
                    <a:cubicBezTo>
                      <a:pt x="6208" y="4930"/>
                      <a:pt x="6542" y="4123"/>
                      <a:pt x="6542" y="3281"/>
                    </a:cubicBezTo>
                    <a:cubicBezTo>
                      <a:pt x="6542" y="2440"/>
                      <a:pt x="6208" y="1633"/>
                      <a:pt x="5613" y="1038"/>
                    </a:cubicBezTo>
                    <a:cubicBezTo>
                      <a:pt x="5018" y="443"/>
                      <a:pt x="4212" y="109"/>
                      <a:pt x="3371" y="109"/>
                    </a:cubicBezTo>
                    <a:cubicBezTo>
                      <a:pt x="2529" y="109"/>
                      <a:pt x="1723" y="443"/>
                      <a:pt x="1128" y="1038"/>
                    </a:cubicBezTo>
                    <a:cubicBezTo>
                      <a:pt x="533" y="1633"/>
                      <a:pt x="199" y="2440"/>
                      <a:pt x="199" y="3281"/>
                    </a:cubicBezTo>
                    <a:cubicBezTo>
                      <a:pt x="199" y="4123"/>
                      <a:pt x="533" y="4930"/>
                      <a:pt x="1128" y="5525"/>
                    </a:cubicBezTo>
                    <a:cubicBezTo>
                      <a:pt x="1723" y="6120"/>
                      <a:pt x="2529" y="6454"/>
                      <a:pt x="3371" y="64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66" name="Freeform: Shape 2265">
                <a:extLst>
                  <a:ext uri="{FF2B5EF4-FFF2-40B4-BE49-F238E27FC236}">
                    <a16:creationId xmlns:a16="http://schemas.microsoft.com/office/drawing/2014/main" id="{10573872-35AB-FC40-8053-1BB008DD5DF3}"/>
                  </a:ext>
                </a:extLst>
              </p:cNvPr>
              <p:cNvSpPr/>
              <p:nvPr/>
            </p:nvSpPr>
            <p:spPr>
              <a:xfrm>
                <a:off x="3379261" y="4851026"/>
                <a:ext cx="6343" cy="6345"/>
              </a:xfrm>
              <a:custGeom>
                <a:avLst/>
                <a:gdLst>
                  <a:gd name="connsiteX0" fmla="*/ 3371 w 6343"/>
                  <a:gd name="connsiteY0" fmla="*/ 6453 h 6345"/>
                  <a:gd name="connsiteX1" fmla="*/ 5613 w 6343"/>
                  <a:gd name="connsiteY1" fmla="*/ 5524 h 6345"/>
                  <a:gd name="connsiteX2" fmla="*/ 6542 w 6343"/>
                  <a:gd name="connsiteY2" fmla="*/ 3281 h 6345"/>
                  <a:gd name="connsiteX3" fmla="*/ 5613 w 6343"/>
                  <a:gd name="connsiteY3" fmla="*/ 1037 h 6345"/>
                  <a:gd name="connsiteX4" fmla="*/ 3371 w 6343"/>
                  <a:gd name="connsiteY4" fmla="*/ 108 h 6345"/>
                  <a:gd name="connsiteX5" fmla="*/ 1128 w 6343"/>
                  <a:gd name="connsiteY5" fmla="*/ 1037 h 6345"/>
                  <a:gd name="connsiteX6" fmla="*/ 199 w 6343"/>
                  <a:gd name="connsiteY6" fmla="*/ 3281 h 6345"/>
                  <a:gd name="connsiteX7" fmla="*/ 1128 w 6343"/>
                  <a:gd name="connsiteY7" fmla="*/ 5524 h 6345"/>
                  <a:gd name="connsiteX8" fmla="*/ 3371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3"/>
                    </a:moveTo>
                    <a:cubicBezTo>
                      <a:pt x="4212" y="6453"/>
                      <a:pt x="5019" y="6119"/>
                      <a:pt x="5613" y="5524"/>
                    </a:cubicBezTo>
                    <a:cubicBezTo>
                      <a:pt x="6208" y="4929"/>
                      <a:pt x="6542" y="4122"/>
                      <a:pt x="6542" y="3281"/>
                    </a:cubicBezTo>
                    <a:cubicBezTo>
                      <a:pt x="6542" y="2439"/>
                      <a:pt x="6208" y="1632"/>
                      <a:pt x="5613" y="1037"/>
                    </a:cubicBezTo>
                    <a:cubicBezTo>
                      <a:pt x="5019" y="442"/>
                      <a:pt x="4212" y="108"/>
                      <a:pt x="3371" y="108"/>
                    </a:cubicBezTo>
                    <a:cubicBezTo>
                      <a:pt x="2530" y="108"/>
                      <a:pt x="1723" y="442"/>
                      <a:pt x="1128" y="1037"/>
                    </a:cubicBezTo>
                    <a:cubicBezTo>
                      <a:pt x="533" y="1632"/>
                      <a:pt x="199" y="2439"/>
                      <a:pt x="199" y="3281"/>
                    </a:cubicBezTo>
                    <a:cubicBezTo>
                      <a:pt x="199" y="4122"/>
                      <a:pt x="533" y="4929"/>
                      <a:pt x="1128" y="5524"/>
                    </a:cubicBezTo>
                    <a:cubicBezTo>
                      <a:pt x="1723" y="6119"/>
                      <a:pt x="2530" y="6453"/>
                      <a:pt x="3371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67" name="Freeform: Shape 2266">
                <a:extLst>
                  <a:ext uri="{FF2B5EF4-FFF2-40B4-BE49-F238E27FC236}">
                    <a16:creationId xmlns:a16="http://schemas.microsoft.com/office/drawing/2014/main" id="{F019A6D0-D09E-1F32-82F5-16BA6380E753}"/>
                  </a:ext>
                </a:extLst>
              </p:cNvPr>
              <p:cNvSpPr/>
              <p:nvPr/>
            </p:nvSpPr>
            <p:spPr>
              <a:xfrm>
                <a:off x="3379990" y="4839458"/>
                <a:ext cx="6343" cy="6345"/>
              </a:xfrm>
              <a:custGeom>
                <a:avLst/>
                <a:gdLst>
                  <a:gd name="connsiteX0" fmla="*/ 3371 w 6343"/>
                  <a:gd name="connsiteY0" fmla="*/ 6453 h 6345"/>
                  <a:gd name="connsiteX1" fmla="*/ 5613 w 6343"/>
                  <a:gd name="connsiteY1" fmla="*/ 5523 h 6345"/>
                  <a:gd name="connsiteX2" fmla="*/ 6542 w 6343"/>
                  <a:gd name="connsiteY2" fmla="*/ 3280 h 6345"/>
                  <a:gd name="connsiteX3" fmla="*/ 5613 w 6343"/>
                  <a:gd name="connsiteY3" fmla="*/ 1036 h 6345"/>
                  <a:gd name="connsiteX4" fmla="*/ 3371 w 6343"/>
                  <a:gd name="connsiteY4" fmla="*/ 107 h 6345"/>
                  <a:gd name="connsiteX5" fmla="*/ 1128 w 6343"/>
                  <a:gd name="connsiteY5" fmla="*/ 1036 h 6345"/>
                  <a:gd name="connsiteX6" fmla="*/ 199 w 6343"/>
                  <a:gd name="connsiteY6" fmla="*/ 3280 h 6345"/>
                  <a:gd name="connsiteX7" fmla="*/ 1128 w 6343"/>
                  <a:gd name="connsiteY7" fmla="*/ 5523 h 6345"/>
                  <a:gd name="connsiteX8" fmla="*/ 3371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3"/>
                    </a:moveTo>
                    <a:cubicBezTo>
                      <a:pt x="4212" y="6453"/>
                      <a:pt x="5019" y="6118"/>
                      <a:pt x="5613" y="5523"/>
                    </a:cubicBezTo>
                    <a:cubicBezTo>
                      <a:pt x="6208" y="4928"/>
                      <a:pt x="6542" y="4121"/>
                      <a:pt x="6542" y="3280"/>
                    </a:cubicBezTo>
                    <a:cubicBezTo>
                      <a:pt x="6542" y="2438"/>
                      <a:pt x="6208" y="1631"/>
                      <a:pt x="5613" y="1036"/>
                    </a:cubicBezTo>
                    <a:cubicBezTo>
                      <a:pt x="5019" y="441"/>
                      <a:pt x="4212" y="107"/>
                      <a:pt x="3371" y="107"/>
                    </a:cubicBezTo>
                    <a:cubicBezTo>
                      <a:pt x="2530" y="107"/>
                      <a:pt x="1723" y="441"/>
                      <a:pt x="1128" y="1036"/>
                    </a:cubicBezTo>
                    <a:cubicBezTo>
                      <a:pt x="533" y="1631"/>
                      <a:pt x="199" y="2438"/>
                      <a:pt x="199" y="3280"/>
                    </a:cubicBezTo>
                    <a:cubicBezTo>
                      <a:pt x="199" y="4121"/>
                      <a:pt x="533" y="4928"/>
                      <a:pt x="1128" y="5523"/>
                    </a:cubicBezTo>
                    <a:cubicBezTo>
                      <a:pt x="1723" y="6118"/>
                      <a:pt x="2530" y="6453"/>
                      <a:pt x="3371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68" name="Freeform: Shape 2267">
                <a:extLst>
                  <a:ext uri="{FF2B5EF4-FFF2-40B4-BE49-F238E27FC236}">
                    <a16:creationId xmlns:a16="http://schemas.microsoft.com/office/drawing/2014/main" id="{D0E59AA4-188A-8BE8-8A2D-182C6BFB170A}"/>
                  </a:ext>
                </a:extLst>
              </p:cNvPr>
              <p:cNvSpPr/>
              <p:nvPr/>
            </p:nvSpPr>
            <p:spPr>
              <a:xfrm>
                <a:off x="3384383" y="4834397"/>
                <a:ext cx="6343" cy="6345"/>
              </a:xfrm>
              <a:custGeom>
                <a:avLst/>
                <a:gdLst>
                  <a:gd name="connsiteX0" fmla="*/ 3371 w 6343"/>
                  <a:gd name="connsiteY0" fmla="*/ 6452 h 6345"/>
                  <a:gd name="connsiteX1" fmla="*/ 5614 w 6343"/>
                  <a:gd name="connsiteY1" fmla="*/ 5523 h 6345"/>
                  <a:gd name="connsiteX2" fmla="*/ 6543 w 6343"/>
                  <a:gd name="connsiteY2" fmla="*/ 3279 h 6345"/>
                  <a:gd name="connsiteX3" fmla="*/ 5614 w 6343"/>
                  <a:gd name="connsiteY3" fmla="*/ 1036 h 6345"/>
                  <a:gd name="connsiteX4" fmla="*/ 3371 w 6343"/>
                  <a:gd name="connsiteY4" fmla="*/ 107 h 6345"/>
                  <a:gd name="connsiteX5" fmla="*/ 1129 w 6343"/>
                  <a:gd name="connsiteY5" fmla="*/ 1036 h 6345"/>
                  <a:gd name="connsiteX6" fmla="*/ 200 w 6343"/>
                  <a:gd name="connsiteY6" fmla="*/ 3279 h 6345"/>
                  <a:gd name="connsiteX7" fmla="*/ 1129 w 6343"/>
                  <a:gd name="connsiteY7" fmla="*/ 5523 h 6345"/>
                  <a:gd name="connsiteX8" fmla="*/ 3371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2"/>
                    </a:moveTo>
                    <a:cubicBezTo>
                      <a:pt x="4212" y="6452"/>
                      <a:pt x="5019" y="6118"/>
                      <a:pt x="5614" y="5523"/>
                    </a:cubicBezTo>
                    <a:cubicBezTo>
                      <a:pt x="6209" y="4928"/>
                      <a:pt x="6543" y="4121"/>
                      <a:pt x="6543" y="3279"/>
                    </a:cubicBezTo>
                    <a:cubicBezTo>
                      <a:pt x="6543" y="2438"/>
                      <a:pt x="6209" y="1631"/>
                      <a:pt x="5614" y="1036"/>
                    </a:cubicBezTo>
                    <a:cubicBezTo>
                      <a:pt x="5019" y="441"/>
                      <a:pt x="4212" y="107"/>
                      <a:pt x="3371" y="107"/>
                    </a:cubicBezTo>
                    <a:cubicBezTo>
                      <a:pt x="2530" y="107"/>
                      <a:pt x="1723" y="441"/>
                      <a:pt x="1129" y="1036"/>
                    </a:cubicBezTo>
                    <a:cubicBezTo>
                      <a:pt x="534" y="1631"/>
                      <a:pt x="200" y="2438"/>
                      <a:pt x="200" y="3279"/>
                    </a:cubicBezTo>
                    <a:cubicBezTo>
                      <a:pt x="200" y="4121"/>
                      <a:pt x="534" y="4928"/>
                      <a:pt x="1129" y="5523"/>
                    </a:cubicBezTo>
                    <a:cubicBezTo>
                      <a:pt x="1723" y="6118"/>
                      <a:pt x="2530" y="6452"/>
                      <a:pt x="3371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69" name="Freeform: Shape 2268">
                <a:extLst>
                  <a:ext uri="{FF2B5EF4-FFF2-40B4-BE49-F238E27FC236}">
                    <a16:creationId xmlns:a16="http://schemas.microsoft.com/office/drawing/2014/main" id="{AB09571C-3283-9FBC-31B1-1A75D4EB8A21}"/>
                  </a:ext>
                </a:extLst>
              </p:cNvPr>
              <p:cNvSpPr/>
              <p:nvPr/>
            </p:nvSpPr>
            <p:spPr>
              <a:xfrm>
                <a:off x="3387968" y="4827760"/>
                <a:ext cx="6343" cy="6345"/>
              </a:xfrm>
              <a:custGeom>
                <a:avLst/>
                <a:gdLst>
                  <a:gd name="connsiteX0" fmla="*/ 3371 w 6343"/>
                  <a:gd name="connsiteY0" fmla="*/ 6452 h 6345"/>
                  <a:gd name="connsiteX1" fmla="*/ 5614 w 6343"/>
                  <a:gd name="connsiteY1" fmla="*/ 5522 h 6345"/>
                  <a:gd name="connsiteX2" fmla="*/ 6543 w 6343"/>
                  <a:gd name="connsiteY2" fmla="*/ 3279 h 6345"/>
                  <a:gd name="connsiteX3" fmla="*/ 5614 w 6343"/>
                  <a:gd name="connsiteY3" fmla="*/ 1036 h 6345"/>
                  <a:gd name="connsiteX4" fmla="*/ 3371 w 6343"/>
                  <a:gd name="connsiteY4" fmla="*/ 106 h 6345"/>
                  <a:gd name="connsiteX5" fmla="*/ 1129 w 6343"/>
                  <a:gd name="connsiteY5" fmla="*/ 1036 h 6345"/>
                  <a:gd name="connsiteX6" fmla="*/ 200 w 6343"/>
                  <a:gd name="connsiteY6" fmla="*/ 3279 h 6345"/>
                  <a:gd name="connsiteX7" fmla="*/ 1129 w 6343"/>
                  <a:gd name="connsiteY7" fmla="*/ 5522 h 6345"/>
                  <a:gd name="connsiteX8" fmla="*/ 3371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2"/>
                    </a:moveTo>
                    <a:cubicBezTo>
                      <a:pt x="4213" y="6452"/>
                      <a:pt x="5019" y="6117"/>
                      <a:pt x="5614" y="5522"/>
                    </a:cubicBezTo>
                    <a:cubicBezTo>
                      <a:pt x="6209" y="4927"/>
                      <a:pt x="6543" y="4120"/>
                      <a:pt x="6543" y="3279"/>
                    </a:cubicBezTo>
                    <a:cubicBezTo>
                      <a:pt x="6543" y="2438"/>
                      <a:pt x="6209" y="1630"/>
                      <a:pt x="5614" y="1036"/>
                    </a:cubicBezTo>
                    <a:cubicBezTo>
                      <a:pt x="5019" y="441"/>
                      <a:pt x="4213" y="106"/>
                      <a:pt x="3371" y="106"/>
                    </a:cubicBezTo>
                    <a:cubicBezTo>
                      <a:pt x="2530" y="106"/>
                      <a:pt x="1724" y="441"/>
                      <a:pt x="1129" y="1036"/>
                    </a:cubicBezTo>
                    <a:cubicBezTo>
                      <a:pt x="534" y="1630"/>
                      <a:pt x="200" y="2438"/>
                      <a:pt x="200" y="3279"/>
                    </a:cubicBezTo>
                    <a:cubicBezTo>
                      <a:pt x="200" y="4120"/>
                      <a:pt x="534" y="4927"/>
                      <a:pt x="1129" y="5522"/>
                    </a:cubicBezTo>
                    <a:cubicBezTo>
                      <a:pt x="1724" y="6117"/>
                      <a:pt x="2530" y="6452"/>
                      <a:pt x="3371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70" name="Freeform: Shape 2269">
                <a:extLst>
                  <a:ext uri="{FF2B5EF4-FFF2-40B4-BE49-F238E27FC236}">
                    <a16:creationId xmlns:a16="http://schemas.microsoft.com/office/drawing/2014/main" id="{C2B92FDC-6C13-62BC-9EC7-B367EAFE740A}"/>
                  </a:ext>
                </a:extLst>
              </p:cNvPr>
              <p:cNvSpPr/>
              <p:nvPr/>
            </p:nvSpPr>
            <p:spPr>
              <a:xfrm>
                <a:off x="3391748" y="4821386"/>
                <a:ext cx="6343" cy="6345"/>
              </a:xfrm>
              <a:custGeom>
                <a:avLst/>
                <a:gdLst>
                  <a:gd name="connsiteX0" fmla="*/ 3372 w 6343"/>
                  <a:gd name="connsiteY0" fmla="*/ 6451 h 6345"/>
                  <a:gd name="connsiteX1" fmla="*/ 5614 w 6343"/>
                  <a:gd name="connsiteY1" fmla="*/ 5522 h 6345"/>
                  <a:gd name="connsiteX2" fmla="*/ 6543 w 6343"/>
                  <a:gd name="connsiteY2" fmla="*/ 3278 h 6345"/>
                  <a:gd name="connsiteX3" fmla="*/ 5614 w 6343"/>
                  <a:gd name="connsiteY3" fmla="*/ 1035 h 6345"/>
                  <a:gd name="connsiteX4" fmla="*/ 3372 w 6343"/>
                  <a:gd name="connsiteY4" fmla="*/ 106 h 6345"/>
                  <a:gd name="connsiteX5" fmla="*/ 1129 w 6343"/>
                  <a:gd name="connsiteY5" fmla="*/ 1035 h 6345"/>
                  <a:gd name="connsiteX6" fmla="*/ 200 w 6343"/>
                  <a:gd name="connsiteY6" fmla="*/ 3278 h 6345"/>
                  <a:gd name="connsiteX7" fmla="*/ 1129 w 6343"/>
                  <a:gd name="connsiteY7" fmla="*/ 5522 h 6345"/>
                  <a:gd name="connsiteX8" fmla="*/ 3372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51"/>
                    </a:moveTo>
                    <a:cubicBezTo>
                      <a:pt x="4213" y="6451"/>
                      <a:pt x="5020" y="6117"/>
                      <a:pt x="5614" y="5522"/>
                    </a:cubicBezTo>
                    <a:cubicBezTo>
                      <a:pt x="6209" y="4927"/>
                      <a:pt x="6543" y="4120"/>
                      <a:pt x="6543" y="3278"/>
                    </a:cubicBezTo>
                    <a:cubicBezTo>
                      <a:pt x="6543" y="2437"/>
                      <a:pt x="6209" y="1630"/>
                      <a:pt x="5614" y="1035"/>
                    </a:cubicBezTo>
                    <a:cubicBezTo>
                      <a:pt x="5020" y="440"/>
                      <a:pt x="4213" y="106"/>
                      <a:pt x="3372" y="106"/>
                    </a:cubicBezTo>
                    <a:cubicBezTo>
                      <a:pt x="2531" y="106"/>
                      <a:pt x="1724" y="440"/>
                      <a:pt x="1129" y="1035"/>
                    </a:cubicBezTo>
                    <a:cubicBezTo>
                      <a:pt x="534" y="1630"/>
                      <a:pt x="200" y="2437"/>
                      <a:pt x="200" y="3278"/>
                    </a:cubicBezTo>
                    <a:cubicBezTo>
                      <a:pt x="200" y="4120"/>
                      <a:pt x="534" y="4927"/>
                      <a:pt x="1129" y="5522"/>
                    </a:cubicBezTo>
                    <a:cubicBezTo>
                      <a:pt x="1724" y="6117"/>
                      <a:pt x="2531" y="6451"/>
                      <a:pt x="3372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71" name="Freeform: Shape 2270">
                <a:extLst>
                  <a:ext uri="{FF2B5EF4-FFF2-40B4-BE49-F238E27FC236}">
                    <a16:creationId xmlns:a16="http://schemas.microsoft.com/office/drawing/2014/main" id="{C53F91D5-6C0D-1DD1-D16C-4105445B1542}"/>
                  </a:ext>
                </a:extLst>
              </p:cNvPr>
              <p:cNvSpPr/>
              <p:nvPr/>
            </p:nvSpPr>
            <p:spPr>
              <a:xfrm>
                <a:off x="3393068" y="4810163"/>
                <a:ext cx="6343" cy="6345"/>
              </a:xfrm>
              <a:custGeom>
                <a:avLst/>
                <a:gdLst>
                  <a:gd name="connsiteX0" fmla="*/ 3372 w 6343"/>
                  <a:gd name="connsiteY0" fmla="*/ 6450 h 6345"/>
                  <a:gd name="connsiteX1" fmla="*/ 5614 w 6343"/>
                  <a:gd name="connsiteY1" fmla="*/ 5521 h 6345"/>
                  <a:gd name="connsiteX2" fmla="*/ 6543 w 6343"/>
                  <a:gd name="connsiteY2" fmla="*/ 3278 h 6345"/>
                  <a:gd name="connsiteX3" fmla="*/ 5614 w 6343"/>
                  <a:gd name="connsiteY3" fmla="*/ 1034 h 6345"/>
                  <a:gd name="connsiteX4" fmla="*/ 3372 w 6343"/>
                  <a:gd name="connsiteY4" fmla="*/ 105 h 6345"/>
                  <a:gd name="connsiteX5" fmla="*/ 1129 w 6343"/>
                  <a:gd name="connsiteY5" fmla="*/ 1034 h 6345"/>
                  <a:gd name="connsiteX6" fmla="*/ 200 w 6343"/>
                  <a:gd name="connsiteY6" fmla="*/ 3278 h 6345"/>
                  <a:gd name="connsiteX7" fmla="*/ 1129 w 6343"/>
                  <a:gd name="connsiteY7" fmla="*/ 5521 h 6345"/>
                  <a:gd name="connsiteX8" fmla="*/ 3372 w 6343"/>
                  <a:gd name="connsiteY8" fmla="*/ 64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50"/>
                    </a:moveTo>
                    <a:cubicBezTo>
                      <a:pt x="4213" y="6450"/>
                      <a:pt x="5020" y="6116"/>
                      <a:pt x="5614" y="5521"/>
                    </a:cubicBezTo>
                    <a:cubicBezTo>
                      <a:pt x="6209" y="4926"/>
                      <a:pt x="6543" y="4119"/>
                      <a:pt x="6543" y="3278"/>
                    </a:cubicBezTo>
                    <a:cubicBezTo>
                      <a:pt x="6543" y="2436"/>
                      <a:pt x="6209" y="1629"/>
                      <a:pt x="5614" y="1034"/>
                    </a:cubicBezTo>
                    <a:cubicBezTo>
                      <a:pt x="5020" y="439"/>
                      <a:pt x="4213" y="105"/>
                      <a:pt x="3372" y="105"/>
                    </a:cubicBezTo>
                    <a:cubicBezTo>
                      <a:pt x="2531" y="105"/>
                      <a:pt x="1724" y="439"/>
                      <a:pt x="1129" y="1034"/>
                    </a:cubicBezTo>
                    <a:cubicBezTo>
                      <a:pt x="534" y="1629"/>
                      <a:pt x="200" y="2436"/>
                      <a:pt x="200" y="3278"/>
                    </a:cubicBezTo>
                    <a:cubicBezTo>
                      <a:pt x="200" y="4119"/>
                      <a:pt x="534" y="4926"/>
                      <a:pt x="1129" y="5521"/>
                    </a:cubicBezTo>
                    <a:cubicBezTo>
                      <a:pt x="1724" y="6116"/>
                      <a:pt x="2531" y="6450"/>
                      <a:pt x="3372" y="64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72" name="Freeform: Shape 2271">
                <a:extLst>
                  <a:ext uri="{FF2B5EF4-FFF2-40B4-BE49-F238E27FC236}">
                    <a16:creationId xmlns:a16="http://schemas.microsoft.com/office/drawing/2014/main" id="{AA426396-D025-678A-DDAE-A0CA17112B00}"/>
                  </a:ext>
                </a:extLst>
              </p:cNvPr>
              <p:cNvSpPr/>
              <p:nvPr/>
            </p:nvSpPr>
            <p:spPr>
              <a:xfrm>
                <a:off x="3388484" y="4787132"/>
                <a:ext cx="6343" cy="6345"/>
              </a:xfrm>
              <a:custGeom>
                <a:avLst/>
                <a:gdLst>
                  <a:gd name="connsiteX0" fmla="*/ 3371 w 6343"/>
                  <a:gd name="connsiteY0" fmla="*/ 6448 h 6345"/>
                  <a:gd name="connsiteX1" fmla="*/ 5614 w 6343"/>
                  <a:gd name="connsiteY1" fmla="*/ 5519 h 6345"/>
                  <a:gd name="connsiteX2" fmla="*/ 6543 w 6343"/>
                  <a:gd name="connsiteY2" fmla="*/ 3276 h 6345"/>
                  <a:gd name="connsiteX3" fmla="*/ 5614 w 6343"/>
                  <a:gd name="connsiteY3" fmla="*/ 1032 h 6345"/>
                  <a:gd name="connsiteX4" fmla="*/ 3371 w 6343"/>
                  <a:gd name="connsiteY4" fmla="*/ 103 h 6345"/>
                  <a:gd name="connsiteX5" fmla="*/ 1129 w 6343"/>
                  <a:gd name="connsiteY5" fmla="*/ 1032 h 6345"/>
                  <a:gd name="connsiteX6" fmla="*/ 200 w 6343"/>
                  <a:gd name="connsiteY6" fmla="*/ 3276 h 6345"/>
                  <a:gd name="connsiteX7" fmla="*/ 1129 w 6343"/>
                  <a:gd name="connsiteY7" fmla="*/ 5519 h 6345"/>
                  <a:gd name="connsiteX8" fmla="*/ 3371 w 6343"/>
                  <a:gd name="connsiteY8" fmla="*/ 64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48"/>
                    </a:moveTo>
                    <a:cubicBezTo>
                      <a:pt x="4213" y="6448"/>
                      <a:pt x="5019" y="6114"/>
                      <a:pt x="5614" y="5519"/>
                    </a:cubicBezTo>
                    <a:cubicBezTo>
                      <a:pt x="6209" y="4924"/>
                      <a:pt x="6543" y="4117"/>
                      <a:pt x="6543" y="3276"/>
                    </a:cubicBezTo>
                    <a:cubicBezTo>
                      <a:pt x="6543" y="2434"/>
                      <a:pt x="6209" y="1627"/>
                      <a:pt x="5614" y="1032"/>
                    </a:cubicBezTo>
                    <a:cubicBezTo>
                      <a:pt x="5019" y="437"/>
                      <a:pt x="4213" y="103"/>
                      <a:pt x="3371" y="103"/>
                    </a:cubicBezTo>
                    <a:cubicBezTo>
                      <a:pt x="2530" y="103"/>
                      <a:pt x="1724" y="437"/>
                      <a:pt x="1129" y="1032"/>
                    </a:cubicBezTo>
                    <a:cubicBezTo>
                      <a:pt x="534" y="1627"/>
                      <a:pt x="200" y="2434"/>
                      <a:pt x="200" y="3276"/>
                    </a:cubicBezTo>
                    <a:cubicBezTo>
                      <a:pt x="200" y="4117"/>
                      <a:pt x="534" y="4924"/>
                      <a:pt x="1129" y="5519"/>
                    </a:cubicBezTo>
                    <a:cubicBezTo>
                      <a:pt x="1724" y="6114"/>
                      <a:pt x="2530" y="6448"/>
                      <a:pt x="3371" y="64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73" name="Freeform: Shape 2272">
                <a:extLst>
                  <a:ext uri="{FF2B5EF4-FFF2-40B4-BE49-F238E27FC236}">
                    <a16:creationId xmlns:a16="http://schemas.microsoft.com/office/drawing/2014/main" id="{3E2C7D3F-7DBF-5375-9FF0-AC16ACE2938D}"/>
                  </a:ext>
                </a:extLst>
              </p:cNvPr>
              <p:cNvSpPr/>
              <p:nvPr/>
            </p:nvSpPr>
            <p:spPr>
              <a:xfrm>
                <a:off x="3389665" y="4774944"/>
                <a:ext cx="6343" cy="6345"/>
              </a:xfrm>
              <a:custGeom>
                <a:avLst/>
                <a:gdLst>
                  <a:gd name="connsiteX0" fmla="*/ 3372 w 6343"/>
                  <a:gd name="connsiteY0" fmla="*/ 6447 h 6345"/>
                  <a:gd name="connsiteX1" fmla="*/ 5614 w 6343"/>
                  <a:gd name="connsiteY1" fmla="*/ 5518 h 6345"/>
                  <a:gd name="connsiteX2" fmla="*/ 6543 w 6343"/>
                  <a:gd name="connsiteY2" fmla="*/ 3275 h 6345"/>
                  <a:gd name="connsiteX3" fmla="*/ 5614 w 6343"/>
                  <a:gd name="connsiteY3" fmla="*/ 1031 h 6345"/>
                  <a:gd name="connsiteX4" fmla="*/ 3372 w 6343"/>
                  <a:gd name="connsiteY4" fmla="*/ 102 h 6345"/>
                  <a:gd name="connsiteX5" fmla="*/ 1129 w 6343"/>
                  <a:gd name="connsiteY5" fmla="*/ 1031 h 6345"/>
                  <a:gd name="connsiteX6" fmla="*/ 200 w 6343"/>
                  <a:gd name="connsiteY6" fmla="*/ 3275 h 6345"/>
                  <a:gd name="connsiteX7" fmla="*/ 1129 w 6343"/>
                  <a:gd name="connsiteY7" fmla="*/ 5518 h 6345"/>
                  <a:gd name="connsiteX8" fmla="*/ 3372 w 6343"/>
                  <a:gd name="connsiteY8" fmla="*/ 64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7"/>
                    </a:moveTo>
                    <a:cubicBezTo>
                      <a:pt x="4213" y="6447"/>
                      <a:pt x="5019" y="6113"/>
                      <a:pt x="5614" y="5518"/>
                    </a:cubicBezTo>
                    <a:cubicBezTo>
                      <a:pt x="6209" y="4923"/>
                      <a:pt x="6543" y="4116"/>
                      <a:pt x="6543" y="3275"/>
                    </a:cubicBezTo>
                    <a:cubicBezTo>
                      <a:pt x="6543" y="2433"/>
                      <a:pt x="6209" y="1626"/>
                      <a:pt x="5614" y="1031"/>
                    </a:cubicBezTo>
                    <a:cubicBezTo>
                      <a:pt x="5019" y="436"/>
                      <a:pt x="4213" y="102"/>
                      <a:pt x="3372" y="102"/>
                    </a:cubicBezTo>
                    <a:cubicBezTo>
                      <a:pt x="2530" y="102"/>
                      <a:pt x="1724" y="436"/>
                      <a:pt x="1129" y="1031"/>
                    </a:cubicBezTo>
                    <a:cubicBezTo>
                      <a:pt x="534" y="1626"/>
                      <a:pt x="200" y="2433"/>
                      <a:pt x="200" y="3275"/>
                    </a:cubicBezTo>
                    <a:cubicBezTo>
                      <a:pt x="200" y="4116"/>
                      <a:pt x="534" y="4923"/>
                      <a:pt x="1129" y="5518"/>
                    </a:cubicBezTo>
                    <a:cubicBezTo>
                      <a:pt x="1724" y="6113"/>
                      <a:pt x="2530" y="6447"/>
                      <a:pt x="3372" y="64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74" name="Freeform: Shape 2273">
                <a:extLst>
                  <a:ext uri="{FF2B5EF4-FFF2-40B4-BE49-F238E27FC236}">
                    <a16:creationId xmlns:a16="http://schemas.microsoft.com/office/drawing/2014/main" id="{D0B3F4A2-E6AB-A8B1-0E70-95E394859DC5}"/>
                  </a:ext>
                </a:extLst>
              </p:cNvPr>
              <p:cNvSpPr/>
              <p:nvPr/>
            </p:nvSpPr>
            <p:spPr>
              <a:xfrm>
                <a:off x="3386348" y="4753389"/>
                <a:ext cx="6343" cy="6345"/>
              </a:xfrm>
              <a:custGeom>
                <a:avLst/>
                <a:gdLst>
                  <a:gd name="connsiteX0" fmla="*/ 3371 w 6343"/>
                  <a:gd name="connsiteY0" fmla="*/ 6446 h 6345"/>
                  <a:gd name="connsiteX1" fmla="*/ 5614 w 6343"/>
                  <a:gd name="connsiteY1" fmla="*/ 5517 h 6345"/>
                  <a:gd name="connsiteX2" fmla="*/ 6543 w 6343"/>
                  <a:gd name="connsiteY2" fmla="*/ 3273 h 6345"/>
                  <a:gd name="connsiteX3" fmla="*/ 5614 w 6343"/>
                  <a:gd name="connsiteY3" fmla="*/ 1030 h 6345"/>
                  <a:gd name="connsiteX4" fmla="*/ 3371 w 6343"/>
                  <a:gd name="connsiteY4" fmla="*/ 100 h 6345"/>
                  <a:gd name="connsiteX5" fmla="*/ 1129 w 6343"/>
                  <a:gd name="connsiteY5" fmla="*/ 1030 h 6345"/>
                  <a:gd name="connsiteX6" fmla="*/ 200 w 6343"/>
                  <a:gd name="connsiteY6" fmla="*/ 3273 h 6345"/>
                  <a:gd name="connsiteX7" fmla="*/ 1129 w 6343"/>
                  <a:gd name="connsiteY7" fmla="*/ 5517 h 6345"/>
                  <a:gd name="connsiteX8" fmla="*/ 3371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46"/>
                    </a:moveTo>
                    <a:cubicBezTo>
                      <a:pt x="4212" y="6446"/>
                      <a:pt x="5019" y="6111"/>
                      <a:pt x="5614" y="5517"/>
                    </a:cubicBezTo>
                    <a:cubicBezTo>
                      <a:pt x="6209" y="4922"/>
                      <a:pt x="6543" y="4115"/>
                      <a:pt x="6543" y="3273"/>
                    </a:cubicBezTo>
                    <a:cubicBezTo>
                      <a:pt x="6543" y="2432"/>
                      <a:pt x="6209" y="1625"/>
                      <a:pt x="5614" y="1030"/>
                    </a:cubicBezTo>
                    <a:cubicBezTo>
                      <a:pt x="5019" y="435"/>
                      <a:pt x="4212" y="100"/>
                      <a:pt x="3371" y="100"/>
                    </a:cubicBezTo>
                    <a:cubicBezTo>
                      <a:pt x="2530" y="100"/>
                      <a:pt x="1723" y="435"/>
                      <a:pt x="1129" y="1030"/>
                    </a:cubicBezTo>
                    <a:cubicBezTo>
                      <a:pt x="534" y="1625"/>
                      <a:pt x="200" y="2432"/>
                      <a:pt x="200" y="3273"/>
                    </a:cubicBezTo>
                    <a:cubicBezTo>
                      <a:pt x="200" y="4115"/>
                      <a:pt x="534" y="4922"/>
                      <a:pt x="1129" y="5517"/>
                    </a:cubicBezTo>
                    <a:cubicBezTo>
                      <a:pt x="1723" y="6111"/>
                      <a:pt x="2530" y="6446"/>
                      <a:pt x="3371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75" name="Freeform: Shape 2274">
                <a:extLst>
                  <a:ext uri="{FF2B5EF4-FFF2-40B4-BE49-F238E27FC236}">
                    <a16:creationId xmlns:a16="http://schemas.microsoft.com/office/drawing/2014/main" id="{B4CFB0A7-6163-E0A7-E683-93FC72E3790A}"/>
                  </a:ext>
                </a:extLst>
              </p:cNvPr>
              <p:cNvSpPr/>
              <p:nvPr/>
            </p:nvSpPr>
            <p:spPr>
              <a:xfrm>
                <a:off x="3390127" y="4745798"/>
                <a:ext cx="6343" cy="6345"/>
              </a:xfrm>
              <a:custGeom>
                <a:avLst/>
                <a:gdLst>
                  <a:gd name="connsiteX0" fmla="*/ 3372 w 6343"/>
                  <a:gd name="connsiteY0" fmla="*/ 6445 h 6345"/>
                  <a:gd name="connsiteX1" fmla="*/ 5614 w 6343"/>
                  <a:gd name="connsiteY1" fmla="*/ 5516 h 6345"/>
                  <a:gd name="connsiteX2" fmla="*/ 6543 w 6343"/>
                  <a:gd name="connsiteY2" fmla="*/ 3272 h 6345"/>
                  <a:gd name="connsiteX3" fmla="*/ 5614 w 6343"/>
                  <a:gd name="connsiteY3" fmla="*/ 1029 h 6345"/>
                  <a:gd name="connsiteX4" fmla="*/ 3372 w 6343"/>
                  <a:gd name="connsiteY4" fmla="*/ 100 h 6345"/>
                  <a:gd name="connsiteX5" fmla="*/ 1129 w 6343"/>
                  <a:gd name="connsiteY5" fmla="*/ 1029 h 6345"/>
                  <a:gd name="connsiteX6" fmla="*/ 200 w 6343"/>
                  <a:gd name="connsiteY6" fmla="*/ 3272 h 6345"/>
                  <a:gd name="connsiteX7" fmla="*/ 1129 w 6343"/>
                  <a:gd name="connsiteY7" fmla="*/ 5516 h 6345"/>
                  <a:gd name="connsiteX8" fmla="*/ 3372 w 6343"/>
                  <a:gd name="connsiteY8" fmla="*/ 64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5"/>
                    </a:moveTo>
                    <a:cubicBezTo>
                      <a:pt x="4213" y="6445"/>
                      <a:pt x="5019" y="6111"/>
                      <a:pt x="5614" y="5516"/>
                    </a:cubicBezTo>
                    <a:cubicBezTo>
                      <a:pt x="6209" y="4921"/>
                      <a:pt x="6543" y="4114"/>
                      <a:pt x="6543" y="3272"/>
                    </a:cubicBezTo>
                    <a:cubicBezTo>
                      <a:pt x="6543" y="2431"/>
                      <a:pt x="6209" y="1624"/>
                      <a:pt x="5614" y="1029"/>
                    </a:cubicBezTo>
                    <a:cubicBezTo>
                      <a:pt x="5019" y="434"/>
                      <a:pt x="4213" y="100"/>
                      <a:pt x="3372" y="100"/>
                    </a:cubicBezTo>
                    <a:cubicBezTo>
                      <a:pt x="2531" y="100"/>
                      <a:pt x="1724" y="434"/>
                      <a:pt x="1129" y="1029"/>
                    </a:cubicBezTo>
                    <a:cubicBezTo>
                      <a:pt x="534" y="1624"/>
                      <a:pt x="200" y="2431"/>
                      <a:pt x="200" y="3272"/>
                    </a:cubicBezTo>
                    <a:cubicBezTo>
                      <a:pt x="200" y="4114"/>
                      <a:pt x="534" y="4921"/>
                      <a:pt x="1129" y="5516"/>
                    </a:cubicBezTo>
                    <a:cubicBezTo>
                      <a:pt x="1724" y="6111"/>
                      <a:pt x="2531" y="6445"/>
                      <a:pt x="3372" y="64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76" name="Freeform: Shape 2275">
                <a:extLst>
                  <a:ext uri="{FF2B5EF4-FFF2-40B4-BE49-F238E27FC236}">
                    <a16:creationId xmlns:a16="http://schemas.microsoft.com/office/drawing/2014/main" id="{D8DD6594-E676-8788-A645-99BA3101A52F}"/>
                  </a:ext>
                </a:extLst>
              </p:cNvPr>
              <p:cNvSpPr/>
              <p:nvPr/>
            </p:nvSpPr>
            <p:spPr>
              <a:xfrm>
                <a:off x="3393465" y="4737142"/>
                <a:ext cx="6343" cy="6345"/>
              </a:xfrm>
              <a:custGeom>
                <a:avLst/>
                <a:gdLst>
                  <a:gd name="connsiteX0" fmla="*/ 3372 w 6343"/>
                  <a:gd name="connsiteY0" fmla="*/ 6445 h 6345"/>
                  <a:gd name="connsiteX1" fmla="*/ 5615 w 6343"/>
                  <a:gd name="connsiteY1" fmla="*/ 5515 h 6345"/>
                  <a:gd name="connsiteX2" fmla="*/ 6543 w 6343"/>
                  <a:gd name="connsiteY2" fmla="*/ 3272 h 6345"/>
                  <a:gd name="connsiteX3" fmla="*/ 5615 w 6343"/>
                  <a:gd name="connsiteY3" fmla="*/ 1028 h 6345"/>
                  <a:gd name="connsiteX4" fmla="*/ 3372 w 6343"/>
                  <a:gd name="connsiteY4" fmla="*/ 99 h 6345"/>
                  <a:gd name="connsiteX5" fmla="*/ 1129 w 6343"/>
                  <a:gd name="connsiteY5" fmla="*/ 1028 h 6345"/>
                  <a:gd name="connsiteX6" fmla="*/ 200 w 6343"/>
                  <a:gd name="connsiteY6" fmla="*/ 3272 h 6345"/>
                  <a:gd name="connsiteX7" fmla="*/ 1129 w 6343"/>
                  <a:gd name="connsiteY7" fmla="*/ 5515 h 6345"/>
                  <a:gd name="connsiteX8" fmla="*/ 3372 w 6343"/>
                  <a:gd name="connsiteY8" fmla="*/ 64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5"/>
                    </a:moveTo>
                    <a:cubicBezTo>
                      <a:pt x="4213" y="6445"/>
                      <a:pt x="5020" y="6110"/>
                      <a:pt x="5615" y="5515"/>
                    </a:cubicBezTo>
                    <a:cubicBezTo>
                      <a:pt x="6209" y="4920"/>
                      <a:pt x="6543" y="4113"/>
                      <a:pt x="6543" y="3272"/>
                    </a:cubicBezTo>
                    <a:cubicBezTo>
                      <a:pt x="6543" y="2430"/>
                      <a:pt x="6209" y="1623"/>
                      <a:pt x="5615" y="1028"/>
                    </a:cubicBezTo>
                    <a:cubicBezTo>
                      <a:pt x="5020" y="433"/>
                      <a:pt x="4213" y="99"/>
                      <a:pt x="3372" y="99"/>
                    </a:cubicBezTo>
                    <a:cubicBezTo>
                      <a:pt x="2531" y="99"/>
                      <a:pt x="1724" y="433"/>
                      <a:pt x="1129" y="1028"/>
                    </a:cubicBezTo>
                    <a:cubicBezTo>
                      <a:pt x="534" y="1623"/>
                      <a:pt x="200" y="2430"/>
                      <a:pt x="200" y="3272"/>
                    </a:cubicBezTo>
                    <a:cubicBezTo>
                      <a:pt x="200" y="4113"/>
                      <a:pt x="534" y="4920"/>
                      <a:pt x="1129" y="5515"/>
                    </a:cubicBezTo>
                    <a:cubicBezTo>
                      <a:pt x="1724" y="6110"/>
                      <a:pt x="2531" y="6445"/>
                      <a:pt x="3372" y="64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77" name="Freeform: Shape 2276">
                <a:extLst>
                  <a:ext uri="{FF2B5EF4-FFF2-40B4-BE49-F238E27FC236}">
                    <a16:creationId xmlns:a16="http://schemas.microsoft.com/office/drawing/2014/main" id="{8D2AFDF5-B26C-99DD-51CA-BB364504D0F6}"/>
                  </a:ext>
                </a:extLst>
              </p:cNvPr>
              <p:cNvSpPr/>
              <p:nvPr/>
            </p:nvSpPr>
            <p:spPr>
              <a:xfrm>
                <a:off x="3395262" y="4725047"/>
                <a:ext cx="6343" cy="6345"/>
              </a:xfrm>
              <a:custGeom>
                <a:avLst/>
                <a:gdLst>
                  <a:gd name="connsiteX0" fmla="*/ 3372 w 6343"/>
                  <a:gd name="connsiteY0" fmla="*/ 6444 h 6345"/>
                  <a:gd name="connsiteX1" fmla="*/ 5615 w 6343"/>
                  <a:gd name="connsiteY1" fmla="*/ 5514 h 6345"/>
                  <a:gd name="connsiteX2" fmla="*/ 6544 w 6343"/>
                  <a:gd name="connsiteY2" fmla="*/ 3271 h 6345"/>
                  <a:gd name="connsiteX3" fmla="*/ 5615 w 6343"/>
                  <a:gd name="connsiteY3" fmla="*/ 1027 h 6345"/>
                  <a:gd name="connsiteX4" fmla="*/ 3372 w 6343"/>
                  <a:gd name="connsiteY4" fmla="*/ 98 h 6345"/>
                  <a:gd name="connsiteX5" fmla="*/ 1129 w 6343"/>
                  <a:gd name="connsiteY5" fmla="*/ 1027 h 6345"/>
                  <a:gd name="connsiteX6" fmla="*/ 200 w 6343"/>
                  <a:gd name="connsiteY6" fmla="*/ 3271 h 6345"/>
                  <a:gd name="connsiteX7" fmla="*/ 1129 w 6343"/>
                  <a:gd name="connsiteY7" fmla="*/ 5514 h 6345"/>
                  <a:gd name="connsiteX8" fmla="*/ 3372 w 6343"/>
                  <a:gd name="connsiteY8" fmla="*/ 64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4"/>
                    </a:moveTo>
                    <a:cubicBezTo>
                      <a:pt x="4213" y="6444"/>
                      <a:pt x="5020" y="6109"/>
                      <a:pt x="5615" y="5514"/>
                    </a:cubicBezTo>
                    <a:cubicBezTo>
                      <a:pt x="6209" y="4919"/>
                      <a:pt x="6544" y="4112"/>
                      <a:pt x="6544" y="3271"/>
                    </a:cubicBezTo>
                    <a:cubicBezTo>
                      <a:pt x="6544" y="2429"/>
                      <a:pt x="6209" y="1622"/>
                      <a:pt x="5615" y="1027"/>
                    </a:cubicBezTo>
                    <a:cubicBezTo>
                      <a:pt x="5020" y="432"/>
                      <a:pt x="4213" y="98"/>
                      <a:pt x="3372" y="98"/>
                    </a:cubicBezTo>
                    <a:cubicBezTo>
                      <a:pt x="2531" y="98"/>
                      <a:pt x="1724" y="432"/>
                      <a:pt x="1129" y="1027"/>
                    </a:cubicBezTo>
                    <a:cubicBezTo>
                      <a:pt x="535" y="1622"/>
                      <a:pt x="200" y="2429"/>
                      <a:pt x="200" y="3271"/>
                    </a:cubicBezTo>
                    <a:cubicBezTo>
                      <a:pt x="200" y="4112"/>
                      <a:pt x="535" y="4919"/>
                      <a:pt x="1129" y="5514"/>
                    </a:cubicBezTo>
                    <a:cubicBezTo>
                      <a:pt x="1724" y="6109"/>
                      <a:pt x="2531" y="6444"/>
                      <a:pt x="3372" y="64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78" name="Freeform: Shape 2277">
                <a:extLst>
                  <a:ext uri="{FF2B5EF4-FFF2-40B4-BE49-F238E27FC236}">
                    <a16:creationId xmlns:a16="http://schemas.microsoft.com/office/drawing/2014/main" id="{05511562-5D5C-2BA2-40CD-53D75DDF6C5C}"/>
                  </a:ext>
                </a:extLst>
              </p:cNvPr>
              <p:cNvSpPr/>
              <p:nvPr/>
            </p:nvSpPr>
            <p:spPr>
              <a:xfrm>
                <a:off x="3395623" y="4709568"/>
                <a:ext cx="6343" cy="6345"/>
              </a:xfrm>
              <a:custGeom>
                <a:avLst/>
                <a:gdLst>
                  <a:gd name="connsiteX0" fmla="*/ 3372 w 6343"/>
                  <a:gd name="connsiteY0" fmla="*/ 6442 h 6345"/>
                  <a:gd name="connsiteX1" fmla="*/ 5615 w 6343"/>
                  <a:gd name="connsiteY1" fmla="*/ 5513 h 6345"/>
                  <a:gd name="connsiteX2" fmla="*/ 6544 w 6343"/>
                  <a:gd name="connsiteY2" fmla="*/ 3270 h 6345"/>
                  <a:gd name="connsiteX3" fmla="*/ 5615 w 6343"/>
                  <a:gd name="connsiteY3" fmla="*/ 1026 h 6345"/>
                  <a:gd name="connsiteX4" fmla="*/ 3372 w 6343"/>
                  <a:gd name="connsiteY4" fmla="*/ 97 h 6345"/>
                  <a:gd name="connsiteX5" fmla="*/ 1129 w 6343"/>
                  <a:gd name="connsiteY5" fmla="*/ 1026 h 6345"/>
                  <a:gd name="connsiteX6" fmla="*/ 200 w 6343"/>
                  <a:gd name="connsiteY6" fmla="*/ 3270 h 6345"/>
                  <a:gd name="connsiteX7" fmla="*/ 1129 w 6343"/>
                  <a:gd name="connsiteY7" fmla="*/ 5513 h 6345"/>
                  <a:gd name="connsiteX8" fmla="*/ 3372 w 6343"/>
                  <a:gd name="connsiteY8" fmla="*/ 64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2"/>
                    </a:moveTo>
                    <a:cubicBezTo>
                      <a:pt x="4213" y="6442"/>
                      <a:pt x="5020" y="6108"/>
                      <a:pt x="5615" y="5513"/>
                    </a:cubicBezTo>
                    <a:cubicBezTo>
                      <a:pt x="6209" y="4918"/>
                      <a:pt x="6544" y="4111"/>
                      <a:pt x="6544" y="3270"/>
                    </a:cubicBezTo>
                    <a:cubicBezTo>
                      <a:pt x="6544" y="2428"/>
                      <a:pt x="6209" y="1621"/>
                      <a:pt x="5615" y="1026"/>
                    </a:cubicBezTo>
                    <a:cubicBezTo>
                      <a:pt x="5020" y="431"/>
                      <a:pt x="4213" y="97"/>
                      <a:pt x="3372" y="97"/>
                    </a:cubicBezTo>
                    <a:cubicBezTo>
                      <a:pt x="2531" y="97"/>
                      <a:pt x="1724" y="431"/>
                      <a:pt x="1129" y="1026"/>
                    </a:cubicBezTo>
                    <a:cubicBezTo>
                      <a:pt x="535" y="1621"/>
                      <a:pt x="200" y="2428"/>
                      <a:pt x="200" y="3270"/>
                    </a:cubicBezTo>
                    <a:cubicBezTo>
                      <a:pt x="200" y="4111"/>
                      <a:pt x="535" y="4918"/>
                      <a:pt x="1129" y="5513"/>
                    </a:cubicBezTo>
                    <a:cubicBezTo>
                      <a:pt x="1724" y="6108"/>
                      <a:pt x="2531" y="6442"/>
                      <a:pt x="3372" y="64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79" name="Freeform: Shape 2278">
                <a:extLst>
                  <a:ext uri="{FF2B5EF4-FFF2-40B4-BE49-F238E27FC236}">
                    <a16:creationId xmlns:a16="http://schemas.microsoft.com/office/drawing/2014/main" id="{524DC65D-4D3C-FE34-BB0A-CF3E42337DA5}"/>
                  </a:ext>
                </a:extLst>
              </p:cNvPr>
              <p:cNvSpPr/>
              <p:nvPr/>
            </p:nvSpPr>
            <p:spPr>
              <a:xfrm>
                <a:off x="3399527" y="4701417"/>
                <a:ext cx="6343" cy="6345"/>
              </a:xfrm>
              <a:custGeom>
                <a:avLst/>
                <a:gdLst>
                  <a:gd name="connsiteX0" fmla="*/ 3372 w 6343"/>
                  <a:gd name="connsiteY0" fmla="*/ 6442 h 6345"/>
                  <a:gd name="connsiteX1" fmla="*/ 5615 w 6343"/>
                  <a:gd name="connsiteY1" fmla="*/ 5512 h 6345"/>
                  <a:gd name="connsiteX2" fmla="*/ 6544 w 6343"/>
                  <a:gd name="connsiteY2" fmla="*/ 3269 h 6345"/>
                  <a:gd name="connsiteX3" fmla="*/ 5615 w 6343"/>
                  <a:gd name="connsiteY3" fmla="*/ 1026 h 6345"/>
                  <a:gd name="connsiteX4" fmla="*/ 3372 w 6343"/>
                  <a:gd name="connsiteY4" fmla="*/ 96 h 6345"/>
                  <a:gd name="connsiteX5" fmla="*/ 1130 w 6343"/>
                  <a:gd name="connsiteY5" fmla="*/ 1026 h 6345"/>
                  <a:gd name="connsiteX6" fmla="*/ 201 w 6343"/>
                  <a:gd name="connsiteY6" fmla="*/ 3269 h 6345"/>
                  <a:gd name="connsiteX7" fmla="*/ 1130 w 6343"/>
                  <a:gd name="connsiteY7" fmla="*/ 5512 h 6345"/>
                  <a:gd name="connsiteX8" fmla="*/ 3372 w 6343"/>
                  <a:gd name="connsiteY8" fmla="*/ 64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2"/>
                    </a:moveTo>
                    <a:cubicBezTo>
                      <a:pt x="4213" y="6442"/>
                      <a:pt x="5020" y="6107"/>
                      <a:pt x="5615" y="5512"/>
                    </a:cubicBezTo>
                    <a:cubicBezTo>
                      <a:pt x="6210" y="4917"/>
                      <a:pt x="6544" y="4110"/>
                      <a:pt x="6544" y="3269"/>
                    </a:cubicBezTo>
                    <a:cubicBezTo>
                      <a:pt x="6544" y="2428"/>
                      <a:pt x="6210" y="1621"/>
                      <a:pt x="5615" y="1026"/>
                    </a:cubicBezTo>
                    <a:cubicBezTo>
                      <a:pt x="5020" y="431"/>
                      <a:pt x="4213" y="96"/>
                      <a:pt x="3372" y="96"/>
                    </a:cubicBezTo>
                    <a:cubicBezTo>
                      <a:pt x="2531" y="96"/>
                      <a:pt x="1724" y="431"/>
                      <a:pt x="1130" y="1026"/>
                    </a:cubicBezTo>
                    <a:cubicBezTo>
                      <a:pt x="535" y="1621"/>
                      <a:pt x="201" y="2428"/>
                      <a:pt x="201" y="3269"/>
                    </a:cubicBezTo>
                    <a:cubicBezTo>
                      <a:pt x="201" y="4110"/>
                      <a:pt x="535" y="4917"/>
                      <a:pt x="1130" y="5512"/>
                    </a:cubicBezTo>
                    <a:cubicBezTo>
                      <a:pt x="1724" y="6107"/>
                      <a:pt x="2531" y="6442"/>
                      <a:pt x="3372" y="64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80" name="Freeform: Shape 2279">
                <a:extLst>
                  <a:ext uri="{FF2B5EF4-FFF2-40B4-BE49-F238E27FC236}">
                    <a16:creationId xmlns:a16="http://schemas.microsoft.com/office/drawing/2014/main" id="{D98F8E5D-3597-CC28-F10D-DC31109DEB05}"/>
                  </a:ext>
                </a:extLst>
              </p:cNvPr>
              <p:cNvSpPr/>
              <p:nvPr/>
            </p:nvSpPr>
            <p:spPr>
              <a:xfrm>
                <a:off x="3401537" y="4688890"/>
                <a:ext cx="6343" cy="6345"/>
              </a:xfrm>
              <a:custGeom>
                <a:avLst/>
                <a:gdLst>
                  <a:gd name="connsiteX0" fmla="*/ 3373 w 6343"/>
                  <a:gd name="connsiteY0" fmla="*/ 6441 h 6345"/>
                  <a:gd name="connsiteX1" fmla="*/ 5615 w 6343"/>
                  <a:gd name="connsiteY1" fmla="*/ 5511 h 6345"/>
                  <a:gd name="connsiteX2" fmla="*/ 6544 w 6343"/>
                  <a:gd name="connsiteY2" fmla="*/ 3268 h 6345"/>
                  <a:gd name="connsiteX3" fmla="*/ 5615 w 6343"/>
                  <a:gd name="connsiteY3" fmla="*/ 1025 h 6345"/>
                  <a:gd name="connsiteX4" fmla="*/ 3373 w 6343"/>
                  <a:gd name="connsiteY4" fmla="*/ 95 h 6345"/>
                  <a:gd name="connsiteX5" fmla="*/ 1130 w 6343"/>
                  <a:gd name="connsiteY5" fmla="*/ 1025 h 6345"/>
                  <a:gd name="connsiteX6" fmla="*/ 201 w 6343"/>
                  <a:gd name="connsiteY6" fmla="*/ 3268 h 6345"/>
                  <a:gd name="connsiteX7" fmla="*/ 1130 w 6343"/>
                  <a:gd name="connsiteY7" fmla="*/ 5511 h 6345"/>
                  <a:gd name="connsiteX8" fmla="*/ 3373 w 6343"/>
                  <a:gd name="connsiteY8" fmla="*/ 64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41"/>
                    </a:moveTo>
                    <a:cubicBezTo>
                      <a:pt x="4214" y="6441"/>
                      <a:pt x="5020" y="6106"/>
                      <a:pt x="5615" y="5511"/>
                    </a:cubicBezTo>
                    <a:cubicBezTo>
                      <a:pt x="6210" y="4916"/>
                      <a:pt x="6544" y="4109"/>
                      <a:pt x="6544" y="3268"/>
                    </a:cubicBezTo>
                    <a:cubicBezTo>
                      <a:pt x="6544" y="2427"/>
                      <a:pt x="6210" y="1620"/>
                      <a:pt x="5615" y="1025"/>
                    </a:cubicBezTo>
                    <a:cubicBezTo>
                      <a:pt x="5020" y="430"/>
                      <a:pt x="4214" y="95"/>
                      <a:pt x="3373" y="95"/>
                    </a:cubicBezTo>
                    <a:cubicBezTo>
                      <a:pt x="2531" y="95"/>
                      <a:pt x="1725" y="430"/>
                      <a:pt x="1130" y="1025"/>
                    </a:cubicBezTo>
                    <a:cubicBezTo>
                      <a:pt x="535" y="1620"/>
                      <a:pt x="201" y="2427"/>
                      <a:pt x="201" y="3268"/>
                    </a:cubicBezTo>
                    <a:cubicBezTo>
                      <a:pt x="201" y="4109"/>
                      <a:pt x="535" y="4916"/>
                      <a:pt x="1130" y="5511"/>
                    </a:cubicBezTo>
                    <a:cubicBezTo>
                      <a:pt x="1725" y="6106"/>
                      <a:pt x="2531" y="6441"/>
                      <a:pt x="3373" y="64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81" name="Freeform: Shape 2280">
                <a:extLst>
                  <a:ext uri="{FF2B5EF4-FFF2-40B4-BE49-F238E27FC236}">
                    <a16:creationId xmlns:a16="http://schemas.microsoft.com/office/drawing/2014/main" id="{B661D364-1835-1180-B28D-FA172A1C283E}"/>
                  </a:ext>
                </a:extLst>
              </p:cNvPr>
              <p:cNvSpPr/>
              <p:nvPr/>
            </p:nvSpPr>
            <p:spPr>
              <a:xfrm>
                <a:off x="3401098" y="4670515"/>
                <a:ext cx="6343" cy="6345"/>
              </a:xfrm>
              <a:custGeom>
                <a:avLst/>
                <a:gdLst>
                  <a:gd name="connsiteX0" fmla="*/ 3372 w 6343"/>
                  <a:gd name="connsiteY0" fmla="*/ 6439 h 6345"/>
                  <a:gd name="connsiteX1" fmla="*/ 5615 w 6343"/>
                  <a:gd name="connsiteY1" fmla="*/ 5510 h 6345"/>
                  <a:gd name="connsiteX2" fmla="*/ 6544 w 6343"/>
                  <a:gd name="connsiteY2" fmla="*/ 3267 h 6345"/>
                  <a:gd name="connsiteX3" fmla="*/ 5615 w 6343"/>
                  <a:gd name="connsiteY3" fmla="*/ 1023 h 6345"/>
                  <a:gd name="connsiteX4" fmla="*/ 3372 w 6343"/>
                  <a:gd name="connsiteY4" fmla="*/ 94 h 6345"/>
                  <a:gd name="connsiteX5" fmla="*/ 1130 w 6343"/>
                  <a:gd name="connsiteY5" fmla="*/ 1023 h 6345"/>
                  <a:gd name="connsiteX6" fmla="*/ 201 w 6343"/>
                  <a:gd name="connsiteY6" fmla="*/ 3267 h 6345"/>
                  <a:gd name="connsiteX7" fmla="*/ 1130 w 6343"/>
                  <a:gd name="connsiteY7" fmla="*/ 5510 h 6345"/>
                  <a:gd name="connsiteX8" fmla="*/ 3372 w 6343"/>
                  <a:gd name="connsiteY8" fmla="*/ 64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39"/>
                    </a:moveTo>
                    <a:cubicBezTo>
                      <a:pt x="4214" y="6439"/>
                      <a:pt x="5020" y="6105"/>
                      <a:pt x="5615" y="5510"/>
                    </a:cubicBezTo>
                    <a:cubicBezTo>
                      <a:pt x="6210" y="4915"/>
                      <a:pt x="6544" y="4108"/>
                      <a:pt x="6544" y="3267"/>
                    </a:cubicBezTo>
                    <a:cubicBezTo>
                      <a:pt x="6544" y="2425"/>
                      <a:pt x="6210" y="1618"/>
                      <a:pt x="5615" y="1023"/>
                    </a:cubicBezTo>
                    <a:cubicBezTo>
                      <a:pt x="5020" y="428"/>
                      <a:pt x="4214" y="94"/>
                      <a:pt x="3372" y="94"/>
                    </a:cubicBezTo>
                    <a:cubicBezTo>
                      <a:pt x="2531" y="94"/>
                      <a:pt x="1725" y="428"/>
                      <a:pt x="1130" y="1023"/>
                    </a:cubicBezTo>
                    <a:cubicBezTo>
                      <a:pt x="535" y="1618"/>
                      <a:pt x="201" y="2425"/>
                      <a:pt x="201" y="3267"/>
                    </a:cubicBezTo>
                    <a:cubicBezTo>
                      <a:pt x="201" y="4108"/>
                      <a:pt x="535" y="4915"/>
                      <a:pt x="1130" y="5510"/>
                    </a:cubicBezTo>
                    <a:cubicBezTo>
                      <a:pt x="1725" y="6105"/>
                      <a:pt x="2531" y="6439"/>
                      <a:pt x="3372" y="64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82" name="Freeform: Shape 2281">
                <a:extLst>
                  <a:ext uri="{FF2B5EF4-FFF2-40B4-BE49-F238E27FC236}">
                    <a16:creationId xmlns:a16="http://schemas.microsoft.com/office/drawing/2014/main" id="{E9DAF21E-F8E4-4328-5B46-F273972AE67C}"/>
                  </a:ext>
                </a:extLst>
              </p:cNvPr>
              <p:cNvSpPr/>
              <p:nvPr/>
            </p:nvSpPr>
            <p:spPr>
              <a:xfrm>
                <a:off x="3402180" y="4655108"/>
                <a:ext cx="6343" cy="6345"/>
              </a:xfrm>
              <a:custGeom>
                <a:avLst/>
                <a:gdLst>
                  <a:gd name="connsiteX0" fmla="*/ 3373 w 6343"/>
                  <a:gd name="connsiteY0" fmla="*/ 6438 h 6345"/>
                  <a:gd name="connsiteX1" fmla="*/ 5615 w 6343"/>
                  <a:gd name="connsiteY1" fmla="*/ 5509 h 6345"/>
                  <a:gd name="connsiteX2" fmla="*/ 6544 w 6343"/>
                  <a:gd name="connsiteY2" fmla="*/ 3265 h 6345"/>
                  <a:gd name="connsiteX3" fmla="*/ 5615 w 6343"/>
                  <a:gd name="connsiteY3" fmla="*/ 1022 h 6345"/>
                  <a:gd name="connsiteX4" fmla="*/ 3373 w 6343"/>
                  <a:gd name="connsiteY4" fmla="*/ 93 h 6345"/>
                  <a:gd name="connsiteX5" fmla="*/ 1130 w 6343"/>
                  <a:gd name="connsiteY5" fmla="*/ 1022 h 6345"/>
                  <a:gd name="connsiteX6" fmla="*/ 201 w 6343"/>
                  <a:gd name="connsiteY6" fmla="*/ 3265 h 6345"/>
                  <a:gd name="connsiteX7" fmla="*/ 1130 w 6343"/>
                  <a:gd name="connsiteY7" fmla="*/ 5509 h 6345"/>
                  <a:gd name="connsiteX8" fmla="*/ 3373 w 6343"/>
                  <a:gd name="connsiteY8" fmla="*/ 64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8"/>
                    </a:moveTo>
                    <a:cubicBezTo>
                      <a:pt x="4214" y="6438"/>
                      <a:pt x="5020" y="6104"/>
                      <a:pt x="5615" y="5509"/>
                    </a:cubicBezTo>
                    <a:cubicBezTo>
                      <a:pt x="6210" y="4914"/>
                      <a:pt x="6544" y="4107"/>
                      <a:pt x="6544" y="3265"/>
                    </a:cubicBezTo>
                    <a:cubicBezTo>
                      <a:pt x="6544" y="2424"/>
                      <a:pt x="6210" y="1617"/>
                      <a:pt x="5615" y="1022"/>
                    </a:cubicBezTo>
                    <a:cubicBezTo>
                      <a:pt x="5020" y="427"/>
                      <a:pt x="4214" y="93"/>
                      <a:pt x="3373" y="93"/>
                    </a:cubicBezTo>
                    <a:cubicBezTo>
                      <a:pt x="2531" y="93"/>
                      <a:pt x="1725" y="427"/>
                      <a:pt x="1130" y="1022"/>
                    </a:cubicBezTo>
                    <a:cubicBezTo>
                      <a:pt x="535" y="1617"/>
                      <a:pt x="201" y="2424"/>
                      <a:pt x="201" y="3265"/>
                    </a:cubicBezTo>
                    <a:cubicBezTo>
                      <a:pt x="201" y="4107"/>
                      <a:pt x="535" y="4914"/>
                      <a:pt x="1130" y="5509"/>
                    </a:cubicBezTo>
                    <a:cubicBezTo>
                      <a:pt x="1725" y="6104"/>
                      <a:pt x="2531" y="6438"/>
                      <a:pt x="3373" y="64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83" name="Freeform: Shape 2282">
                <a:extLst>
                  <a:ext uri="{FF2B5EF4-FFF2-40B4-BE49-F238E27FC236}">
                    <a16:creationId xmlns:a16="http://schemas.microsoft.com/office/drawing/2014/main" id="{16B30946-D382-1831-23FB-8C966186AA9A}"/>
                  </a:ext>
                </a:extLst>
              </p:cNvPr>
              <p:cNvSpPr/>
              <p:nvPr/>
            </p:nvSpPr>
            <p:spPr>
              <a:xfrm>
                <a:off x="3408234" y="4650881"/>
                <a:ext cx="6343" cy="6345"/>
              </a:xfrm>
              <a:custGeom>
                <a:avLst/>
                <a:gdLst>
                  <a:gd name="connsiteX0" fmla="*/ 3373 w 6343"/>
                  <a:gd name="connsiteY0" fmla="*/ 6438 h 6345"/>
                  <a:gd name="connsiteX1" fmla="*/ 5616 w 6343"/>
                  <a:gd name="connsiteY1" fmla="*/ 5508 h 6345"/>
                  <a:gd name="connsiteX2" fmla="*/ 6545 w 6343"/>
                  <a:gd name="connsiteY2" fmla="*/ 3265 h 6345"/>
                  <a:gd name="connsiteX3" fmla="*/ 5616 w 6343"/>
                  <a:gd name="connsiteY3" fmla="*/ 1022 h 6345"/>
                  <a:gd name="connsiteX4" fmla="*/ 3373 w 6343"/>
                  <a:gd name="connsiteY4" fmla="*/ 92 h 6345"/>
                  <a:gd name="connsiteX5" fmla="*/ 1130 w 6343"/>
                  <a:gd name="connsiteY5" fmla="*/ 1022 h 6345"/>
                  <a:gd name="connsiteX6" fmla="*/ 201 w 6343"/>
                  <a:gd name="connsiteY6" fmla="*/ 3265 h 6345"/>
                  <a:gd name="connsiteX7" fmla="*/ 1130 w 6343"/>
                  <a:gd name="connsiteY7" fmla="*/ 5508 h 6345"/>
                  <a:gd name="connsiteX8" fmla="*/ 3373 w 6343"/>
                  <a:gd name="connsiteY8" fmla="*/ 64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8"/>
                    </a:moveTo>
                    <a:cubicBezTo>
                      <a:pt x="4214" y="6438"/>
                      <a:pt x="5021" y="6103"/>
                      <a:pt x="5616" y="5508"/>
                    </a:cubicBezTo>
                    <a:cubicBezTo>
                      <a:pt x="6210" y="4913"/>
                      <a:pt x="6545" y="4106"/>
                      <a:pt x="6545" y="3265"/>
                    </a:cubicBezTo>
                    <a:cubicBezTo>
                      <a:pt x="6545" y="2424"/>
                      <a:pt x="6210" y="1617"/>
                      <a:pt x="5616" y="1022"/>
                    </a:cubicBezTo>
                    <a:cubicBezTo>
                      <a:pt x="5021" y="427"/>
                      <a:pt x="4214" y="92"/>
                      <a:pt x="3373" y="92"/>
                    </a:cubicBezTo>
                    <a:cubicBezTo>
                      <a:pt x="2532" y="92"/>
                      <a:pt x="1725" y="427"/>
                      <a:pt x="1130" y="1022"/>
                    </a:cubicBezTo>
                    <a:cubicBezTo>
                      <a:pt x="536" y="1617"/>
                      <a:pt x="201" y="2424"/>
                      <a:pt x="201" y="3265"/>
                    </a:cubicBezTo>
                    <a:cubicBezTo>
                      <a:pt x="201" y="4106"/>
                      <a:pt x="536" y="4913"/>
                      <a:pt x="1130" y="5508"/>
                    </a:cubicBezTo>
                    <a:cubicBezTo>
                      <a:pt x="1725" y="6103"/>
                      <a:pt x="2532" y="6438"/>
                      <a:pt x="3373" y="64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84" name="Freeform: Shape 2283">
                <a:extLst>
                  <a:ext uri="{FF2B5EF4-FFF2-40B4-BE49-F238E27FC236}">
                    <a16:creationId xmlns:a16="http://schemas.microsoft.com/office/drawing/2014/main" id="{0873034E-0476-EB15-36A8-DB4265235C10}"/>
                  </a:ext>
                </a:extLst>
              </p:cNvPr>
              <p:cNvSpPr/>
              <p:nvPr/>
            </p:nvSpPr>
            <p:spPr>
              <a:xfrm>
                <a:off x="3412419" y="4642167"/>
                <a:ext cx="6343" cy="6345"/>
              </a:xfrm>
              <a:custGeom>
                <a:avLst/>
                <a:gdLst>
                  <a:gd name="connsiteX0" fmla="*/ 3373 w 6343"/>
                  <a:gd name="connsiteY0" fmla="*/ 6437 h 6345"/>
                  <a:gd name="connsiteX1" fmla="*/ 5616 w 6343"/>
                  <a:gd name="connsiteY1" fmla="*/ 5508 h 6345"/>
                  <a:gd name="connsiteX2" fmla="*/ 6545 w 6343"/>
                  <a:gd name="connsiteY2" fmla="*/ 3264 h 6345"/>
                  <a:gd name="connsiteX3" fmla="*/ 5616 w 6343"/>
                  <a:gd name="connsiteY3" fmla="*/ 1021 h 6345"/>
                  <a:gd name="connsiteX4" fmla="*/ 3373 w 6343"/>
                  <a:gd name="connsiteY4" fmla="*/ 92 h 6345"/>
                  <a:gd name="connsiteX5" fmla="*/ 1131 w 6343"/>
                  <a:gd name="connsiteY5" fmla="*/ 1021 h 6345"/>
                  <a:gd name="connsiteX6" fmla="*/ 202 w 6343"/>
                  <a:gd name="connsiteY6" fmla="*/ 3264 h 6345"/>
                  <a:gd name="connsiteX7" fmla="*/ 1131 w 6343"/>
                  <a:gd name="connsiteY7" fmla="*/ 5508 h 6345"/>
                  <a:gd name="connsiteX8" fmla="*/ 3373 w 6343"/>
                  <a:gd name="connsiteY8" fmla="*/ 64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7"/>
                    </a:moveTo>
                    <a:cubicBezTo>
                      <a:pt x="4214" y="6437"/>
                      <a:pt x="5021" y="6103"/>
                      <a:pt x="5616" y="5508"/>
                    </a:cubicBezTo>
                    <a:cubicBezTo>
                      <a:pt x="6211" y="4913"/>
                      <a:pt x="6545" y="4106"/>
                      <a:pt x="6545" y="3264"/>
                    </a:cubicBezTo>
                    <a:cubicBezTo>
                      <a:pt x="6545" y="2423"/>
                      <a:pt x="6211" y="1616"/>
                      <a:pt x="5616" y="1021"/>
                    </a:cubicBezTo>
                    <a:cubicBezTo>
                      <a:pt x="5021" y="426"/>
                      <a:pt x="4214" y="92"/>
                      <a:pt x="3373" y="92"/>
                    </a:cubicBezTo>
                    <a:cubicBezTo>
                      <a:pt x="2532" y="92"/>
                      <a:pt x="1725" y="426"/>
                      <a:pt x="1131" y="1021"/>
                    </a:cubicBezTo>
                    <a:cubicBezTo>
                      <a:pt x="536" y="1616"/>
                      <a:pt x="202" y="2423"/>
                      <a:pt x="202" y="3264"/>
                    </a:cubicBezTo>
                    <a:cubicBezTo>
                      <a:pt x="202" y="4106"/>
                      <a:pt x="536" y="4913"/>
                      <a:pt x="1131" y="5508"/>
                    </a:cubicBezTo>
                    <a:cubicBezTo>
                      <a:pt x="1725" y="6103"/>
                      <a:pt x="2532" y="6437"/>
                      <a:pt x="3373" y="64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85" name="Freeform: Shape 2284">
                <a:extLst>
                  <a:ext uri="{FF2B5EF4-FFF2-40B4-BE49-F238E27FC236}">
                    <a16:creationId xmlns:a16="http://schemas.microsoft.com/office/drawing/2014/main" id="{3B37164D-D3BD-C657-0061-596296746D6B}"/>
                  </a:ext>
                </a:extLst>
              </p:cNvPr>
              <p:cNvSpPr/>
              <p:nvPr/>
            </p:nvSpPr>
            <p:spPr>
              <a:xfrm>
                <a:off x="3414707" y="4628667"/>
                <a:ext cx="6343" cy="6345"/>
              </a:xfrm>
              <a:custGeom>
                <a:avLst/>
                <a:gdLst>
                  <a:gd name="connsiteX0" fmla="*/ 3374 w 6343"/>
                  <a:gd name="connsiteY0" fmla="*/ 6436 h 6345"/>
                  <a:gd name="connsiteX1" fmla="*/ 5616 w 6343"/>
                  <a:gd name="connsiteY1" fmla="*/ 5507 h 6345"/>
                  <a:gd name="connsiteX2" fmla="*/ 6545 w 6343"/>
                  <a:gd name="connsiteY2" fmla="*/ 3263 h 6345"/>
                  <a:gd name="connsiteX3" fmla="*/ 5616 w 6343"/>
                  <a:gd name="connsiteY3" fmla="*/ 1020 h 6345"/>
                  <a:gd name="connsiteX4" fmla="*/ 3374 w 6343"/>
                  <a:gd name="connsiteY4" fmla="*/ 91 h 6345"/>
                  <a:gd name="connsiteX5" fmla="*/ 1131 w 6343"/>
                  <a:gd name="connsiteY5" fmla="*/ 1020 h 6345"/>
                  <a:gd name="connsiteX6" fmla="*/ 202 w 6343"/>
                  <a:gd name="connsiteY6" fmla="*/ 3263 h 6345"/>
                  <a:gd name="connsiteX7" fmla="*/ 1131 w 6343"/>
                  <a:gd name="connsiteY7" fmla="*/ 5507 h 6345"/>
                  <a:gd name="connsiteX8" fmla="*/ 3374 w 6343"/>
                  <a:gd name="connsiteY8" fmla="*/ 64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36"/>
                    </a:moveTo>
                    <a:cubicBezTo>
                      <a:pt x="4215" y="6436"/>
                      <a:pt x="5021" y="6102"/>
                      <a:pt x="5616" y="5507"/>
                    </a:cubicBezTo>
                    <a:cubicBezTo>
                      <a:pt x="6211" y="4912"/>
                      <a:pt x="6545" y="4105"/>
                      <a:pt x="6545" y="3263"/>
                    </a:cubicBezTo>
                    <a:cubicBezTo>
                      <a:pt x="6545" y="2422"/>
                      <a:pt x="6211" y="1615"/>
                      <a:pt x="5616" y="1020"/>
                    </a:cubicBezTo>
                    <a:cubicBezTo>
                      <a:pt x="5021" y="425"/>
                      <a:pt x="4215" y="91"/>
                      <a:pt x="3374" y="91"/>
                    </a:cubicBezTo>
                    <a:cubicBezTo>
                      <a:pt x="2532" y="91"/>
                      <a:pt x="1726" y="425"/>
                      <a:pt x="1131" y="1020"/>
                    </a:cubicBezTo>
                    <a:cubicBezTo>
                      <a:pt x="536" y="1615"/>
                      <a:pt x="202" y="2422"/>
                      <a:pt x="202" y="3263"/>
                    </a:cubicBezTo>
                    <a:cubicBezTo>
                      <a:pt x="202" y="4105"/>
                      <a:pt x="536" y="4912"/>
                      <a:pt x="1131" y="5507"/>
                    </a:cubicBezTo>
                    <a:cubicBezTo>
                      <a:pt x="1726" y="6102"/>
                      <a:pt x="2532" y="6436"/>
                      <a:pt x="3374" y="64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86" name="Freeform: Shape 2285">
                <a:extLst>
                  <a:ext uri="{FF2B5EF4-FFF2-40B4-BE49-F238E27FC236}">
                    <a16:creationId xmlns:a16="http://schemas.microsoft.com/office/drawing/2014/main" id="{74BE26AD-9E9E-7BAB-2B77-2088D03EA423}"/>
                  </a:ext>
                </a:extLst>
              </p:cNvPr>
              <p:cNvSpPr/>
              <p:nvPr/>
            </p:nvSpPr>
            <p:spPr>
              <a:xfrm>
                <a:off x="3407990" y="4592658"/>
                <a:ext cx="6343" cy="6345"/>
              </a:xfrm>
              <a:custGeom>
                <a:avLst/>
                <a:gdLst>
                  <a:gd name="connsiteX0" fmla="*/ 3373 w 6343"/>
                  <a:gd name="connsiteY0" fmla="*/ 6433 h 6345"/>
                  <a:gd name="connsiteX1" fmla="*/ 5616 w 6343"/>
                  <a:gd name="connsiteY1" fmla="*/ 5504 h 6345"/>
                  <a:gd name="connsiteX2" fmla="*/ 6545 w 6343"/>
                  <a:gd name="connsiteY2" fmla="*/ 3260 h 6345"/>
                  <a:gd name="connsiteX3" fmla="*/ 5616 w 6343"/>
                  <a:gd name="connsiteY3" fmla="*/ 1017 h 6345"/>
                  <a:gd name="connsiteX4" fmla="*/ 3373 w 6343"/>
                  <a:gd name="connsiteY4" fmla="*/ 88 h 6345"/>
                  <a:gd name="connsiteX5" fmla="*/ 1130 w 6343"/>
                  <a:gd name="connsiteY5" fmla="*/ 1017 h 6345"/>
                  <a:gd name="connsiteX6" fmla="*/ 201 w 6343"/>
                  <a:gd name="connsiteY6" fmla="*/ 3260 h 6345"/>
                  <a:gd name="connsiteX7" fmla="*/ 1130 w 6343"/>
                  <a:gd name="connsiteY7" fmla="*/ 5504 h 6345"/>
                  <a:gd name="connsiteX8" fmla="*/ 3373 w 6343"/>
                  <a:gd name="connsiteY8" fmla="*/ 64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3"/>
                    </a:moveTo>
                    <a:cubicBezTo>
                      <a:pt x="4214" y="6433"/>
                      <a:pt x="5021" y="6099"/>
                      <a:pt x="5616" y="5504"/>
                    </a:cubicBezTo>
                    <a:cubicBezTo>
                      <a:pt x="6210" y="4909"/>
                      <a:pt x="6545" y="4102"/>
                      <a:pt x="6545" y="3260"/>
                    </a:cubicBezTo>
                    <a:cubicBezTo>
                      <a:pt x="6545" y="2419"/>
                      <a:pt x="6210" y="1612"/>
                      <a:pt x="5616" y="1017"/>
                    </a:cubicBezTo>
                    <a:cubicBezTo>
                      <a:pt x="5021" y="422"/>
                      <a:pt x="4214" y="88"/>
                      <a:pt x="3373" y="88"/>
                    </a:cubicBezTo>
                    <a:cubicBezTo>
                      <a:pt x="2532" y="88"/>
                      <a:pt x="1725" y="422"/>
                      <a:pt x="1130" y="1017"/>
                    </a:cubicBezTo>
                    <a:cubicBezTo>
                      <a:pt x="536" y="1612"/>
                      <a:pt x="201" y="2419"/>
                      <a:pt x="201" y="3260"/>
                    </a:cubicBezTo>
                    <a:cubicBezTo>
                      <a:pt x="201" y="4102"/>
                      <a:pt x="536" y="4909"/>
                      <a:pt x="1130" y="5504"/>
                    </a:cubicBezTo>
                    <a:cubicBezTo>
                      <a:pt x="1725" y="6099"/>
                      <a:pt x="2532" y="6433"/>
                      <a:pt x="3373" y="64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87" name="Freeform: Shape 2286">
                <a:extLst>
                  <a:ext uri="{FF2B5EF4-FFF2-40B4-BE49-F238E27FC236}">
                    <a16:creationId xmlns:a16="http://schemas.microsoft.com/office/drawing/2014/main" id="{342EE32E-EAC4-91CD-381F-7A2F15E5AABB}"/>
                  </a:ext>
                </a:extLst>
              </p:cNvPr>
              <p:cNvSpPr/>
              <p:nvPr/>
            </p:nvSpPr>
            <p:spPr>
              <a:xfrm>
                <a:off x="3411174" y="4580228"/>
                <a:ext cx="6343" cy="6345"/>
              </a:xfrm>
              <a:custGeom>
                <a:avLst/>
                <a:gdLst>
                  <a:gd name="connsiteX0" fmla="*/ 3373 w 6343"/>
                  <a:gd name="connsiteY0" fmla="*/ 6432 h 6345"/>
                  <a:gd name="connsiteX1" fmla="*/ 5616 w 6343"/>
                  <a:gd name="connsiteY1" fmla="*/ 5503 h 6345"/>
                  <a:gd name="connsiteX2" fmla="*/ 6545 w 6343"/>
                  <a:gd name="connsiteY2" fmla="*/ 3259 h 6345"/>
                  <a:gd name="connsiteX3" fmla="*/ 5616 w 6343"/>
                  <a:gd name="connsiteY3" fmla="*/ 1016 h 6345"/>
                  <a:gd name="connsiteX4" fmla="*/ 3373 w 6343"/>
                  <a:gd name="connsiteY4" fmla="*/ 87 h 6345"/>
                  <a:gd name="connsiteX5" fmla="*/ 1131 w 6343"/>
                  <a:gd name="connsiteY5" fmla="*/ 1016 h 6345"/>
                  <a:gd name="connsiteX6" fmla="*/ 202 w 6343"/>
                  <a:gd name="connsiteY6" fmla="*/ 3259 h 6345"/>
                  <a:gd name="connsiteX7" fmla="*/ 1131 w 6343"/>
                  <a:gd name="connsiteY7" fmla="*/ 5503 h 6345"/>
                  <a:gd name="connsiteX8" fmla="*/ 3373 w 6343"/>
                  <a:gd name="connsiteY8" fmla="*/ 64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2"/>
                    </a:moveTo>
                    <a:cubicBezTo>
                      <a:pt x="4214" y="6432"/>
                      <a:pt x="5021" y="6098"/>
                      <a:pt x="5616" y="5503"/>
                    </a:cubicBezTo>
                    <a:cubicBezTo>
                      <a:pt x="6211" y="4908"/>
                      <a:pt x="6545" y="4101"/>
                      <a:pt x="6545" y="3259"/>
                    </a:cubicBezTo>
                    <a:cubicBezTo>
                      <a:pt x="6545" y="2418"/>
                      <a:pt x="6211" y="1611"/>
                      <a:pt x="5616" y="1016"/>
                    </a:cubicBezTo>
                    <a:cubicBezTo>
                      <a:pt x="5021" y="421"/>
                      <a:pt x="4214" y="87"/>
                      <a:pt x="3373" y="87"/>
                    </a:cubicBezTo>
                    <a:cubicBezTo>
                      <a:pt x="2532" y="87"/>
                      <a:pt x="1725" y="421"/>
                      <a:pt x="1131" y="1016"/>
                    </a:cubicBezTo>
                    <a:cubicBezTo>
                      <a:pt x="536" y="1611"/>
                      <a:pt x="202" y="2418"/>
                      <a:pt x="202" y="3259"/>
                    </a:cubicBezTo>
                    <a:cubicBezTo>
                      <a:pt x="202" y="4101"/>
                      <a:pt x="536" y="4908"/>
                      <a:pt x="1131" y="5503"/>
                    </a:cubicBezTo>
                    <a:cubicBezTo>
                      <a:pt x="1725" y="6098"/>
                      <a:pt x="2532" y="6432"/>
                      <a:pt x="3373" y="64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88" name="Freeform: Shape 2287">
                <a:extLst>
                  <a:ext uri="{FF2B5EF4-FFF2-40B4-BE49-F238E27FC236}">
                    <a16:creationId xmlns:a16="http://schemas.microsoft.com/office/drawing/2014/main" id="{B51F8E7C-9572-F613-D195-0CF3D9F722FB}"/>
                  </a:ext>
                </a:extLst>
              </p:cNvPr>
              <p:cNvSpPr/>
              <p:nvPr/>
            </p:nvSpPr>
            <p:spPr>
              <a:xfrm>
                <a:off x="3413274" y="4564692"/>
                <a:ext cx="6343" cy="6345"/>
              </a:xfrm>
              <a:custGeom>
                <a:avLst/>
                <a:gdLst>
                  <a:gd name="connsiteX0" fmla="*/ 3373 w 6343"/>
                  <a:gd name="connsiteY0" fmla="*/ 6431 h 6345"/>
                  <a:gd name="connsiteX1" fmla="*/ 5616 w 6343"/>
                  <a:gd name="connsiteY1" fmla="*/ 5502 h 6345"/>
                  <a:gd name="connsiteX2" fmla="*/ 6545 w 6343"/>
                  <a:gd name="connsiteY2" fmla="*/ 3258 h 6345"/>
                  <a:gd name="connsiteX3" fmla="*/ 5616 w 6343"/>
                  <a:gd name="connsiteY3" fmla="*/ 1015 h 6345"/>
                  <a:gd name="connsiteX4" fmla="*/ 3373 w 6343"/>
                  <a:gd name="connsiteY4" fmla="*/ 86 h 6345"/>
                  <a:gd name="connsiteX5" fmla="*/ 1131 w 6343"/>
                  <a:gd name="connsiteY5" fmla="*/ 1015 h 6345"/>
                  <a:gd name="connsiteX6" fmla="*/ 202 w 6343"/>
                  <a:gd name="connsiteY6" fmla="*/ 3258 h 6345"/>
                  <a:gd name="connsiteX7" fmla="*/ 1131 w 6343"/>
                  <a:gd name="connsiteY7" fmla="*/ 5502 h 6345"/>
                  <a:gd name="connsiteX8" fmla="*/ 3373 w 6343"/>
                  <a:gd name="connsiteY8" fmla="*/ 64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1"/>
                    </a:moveTo>
                    <a:cubicBezTo>
                      <a:pt x="4215" y="6431"/>
                      <a:pt x="5021" y="6097"/>
                      <a:pt x="5616" y="5502"/>
                    </a:cubicBezTo>
                    <a:cubicBezTo>
                      <a:pt x="6211" y="4907"/>
                      <a:pt x="6545" y="4100"/>
                      <a:pt x="6545" y="3258"/>
                    </a:cubicBezTo>
                    <a:cubicBezTo>
                      <a:pt x="6545" y="2417"/>
                      <a:pt x="6211" y="1610"/>
                      <a:pt x="5616" y="1015"/>
                    </a:cubicBezTo>
                    <a:cubicBezTo>
                      <a:pt x="5021" y="420"/>
                      <a:pt x="4215" y="86"/>
                      <a:pt x="3373" y="86"/>
                    </a:cubicBezTo>
                    <a:cubicBezTo>
                      <a:pt x="2532" y="86"/>
                      <a:pt x="1726" y="420"/>
                      <a:pt x="1131" y="1015"/>
                    </a:cubicBezTo>
                    <a:cubicBezTo>
                      <a:pt x="536" y="1610"/>
                      <a:pt x="202" y="2417"/>
                      <a:pt x="202" y="3258"/>
                    </a:cubicBezTo>
                    <a:cubicBezTo>
                      <a:pt x="202" y="4100"/>
                      <a:pt x="536" y="4907"/>
                      <a:pt x="1131" y="5502"/>
                    </a:cubicBezTo>
                    <a:cubicBezTo>
                      <a:pt x="1726" y="6097"/>
                      <a:pt x="2532" y="6431"/>
                      <a:pt x="3373" y="64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89" name="Freeform: Shape 2288">
                <a:extLst>
                  <a:ext uri="{FF2B5EF4-FFF2-40B4-BE49-F238E27FC236}">
                    <a16:creationId xmlns:a16="http://schemas.microsoft.com/office/drawing/2014/main" id="{B5E1340F-FB84-2A1C-DBF3-3591B4A6341C}"/>
                  </a:ext>
                </a:extLst>
              </p:cNvPr>
              <p:cNvSpPr/>
              <p:nvPr/>
            </p:nvSpPr>
            <p:spPr>
              <a:xfrm>
                <a:off x="3412360" y="4540874"/>
                <a:ext cx="6343" cy="6345"/>
              </a:xfrm>
              <a:custGeom>
                <a:avLst/>
                <a:gdLst>
                  <a:gd name="connsiteX0" fmla="*/ 3373 w 6343"/>
                  <a:gd name="connsiteY0" fmla="*/ 6429 h 6345"/>
                  <a:gd name="connsiteX1" fmla="*/ 5616 w 6343"/>
                  <a:gd name="connsiteY1" fmla="*/ 5500 h 6345"/>
                  <a:gd name="connsiteX2" fmla="*/ 6545 w 6343"/>
                  <a:gd name="connsiteY2" fmla="*/ 3256 h 6345"/>
                  <a:gd name="connsiteX3" fmla="*/ 5616 w 6343"/>
                  <a:gd name="connsiteY3" fmla="*/ 1013 h 6345"/>
                  <a:gd name="connsiteX4" fmla="*/ 3373 w 6343"/>
                  <a:gd name="connsiteY4" fmla="*/ 84 h 6345"/>
                  <a:gd name="connsiteX5" fmla="*/ 1131 w 6343"/>
                  <a:gd name="connsiteY5" fmla="*/ 1013 h 6345"/>
                  <a:gd name="connsiteX6" fmla="*/ 202 w 6343"/>
                  <a:gd name="connsiteY6" fmla="*/ 3256 h 6345"/>
                  <a:gd name="connsiteX7" fmla="*/ 1131 w 6343"/>
                  <a:gd name="connsiteY7" fmla="*/ 5500 h 6345"/>
                  <a:gd name="connsiteX8" fmla="*/ 3373 w 6343"/>
                  <a:gd name="connsiteY8" fmla="*/ 64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29"/>
                    </a:moveTo>
                    <a:cubicBezTo>
                      <a:pt x="4214" y="6429"/>
                      <a:pt x="5021" y="6095"/>
                      <a:pt x="5616" y="5500"/>
                    </a:cubicBezTo>
                    <a:cubicBezTo>
                      <a:pt x="6211" y="4905"/>
                      <a:pt x="6545" y="4098"/>
                      <a:pt x="6545" y="3256"/>
                    </a:cubicBezTo>
                    <a:cubicBezTo>
                      <a:pt x="6545" y="2415"/>
                      <a:pt x="6211" y="1608"/>
                      <a:pt x="5616" y="1013"/>
                    </a:cubicBezTo>
                    <a:cubicBezTo>
                      <a:pt x="5021" y="418"/>
                      <a:pt x="4214" y="84"/>
                      <a:pt x="3373" y="84"/>
                    </a:cubicBezTo>
                    <a:cubicBezTo>
                      <a:pt x="2532" y="84"/>
                      <a:pt x="1725" y="418"/>
                      <a:pt x="1131" y="1013"/>
                    </a:cubicBezTo>
                    <a:cubicBezTo>
                      <a:pt x="536" y="1608"/>
                      <a:pt x="202" y="2415"/>
                      <a:pt x="202" y="3256"/>
                    </a:cubicBezTo>
                    <a:cubicBezTo>
                      <a:pt x="202" y="4098"/>
                      <a:pt x="536" y="4905"/>
                      <a:pt x="1131" y="5500"/>
                    </a:cubicBezTo>
                    <a:cubicBezTo>
                      <a:pt x="1725" y="6095"/>
                      <a:pt x="2532" y="6429"/>
                      <a:pt x="3373" y="64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90" name="Freeform: Shape 2289">
                <a:extLst>
                  <a:ext uri="{FF2B5EF4-FFF2-40B4-BE49-F238E27FC236}">
                    <a16:creationId xmlns:a16="http://schemas.microsoft.com/office/drawing/2014/main" id="{3F942766-0FE9-2F73-FB41-8E93B7C687A6}"/>
                  </a:ext>
                </a:extLst>
              </p:cNvPr>
              <p:cNvSpPr/>
              <p:nvPr/>
            </p:nvSpPr>
            <p:spPr>
              <a:xfrm>
                <a:off x="3418516" y="4534951"/>
                <a:ext cx="6343" cy="6345"/>
              </a:xfrm>
              <a:custGeom>
                <a:avLst/>
                <a:gdLst>
                  <a:gd name="connsiteX0" fmla="*/ 3374 w 6343"/>
                  <a:gd name="connsiteY0" fmla="*/ 6429 h 6345"/>
                  <a:gd name="connsiteX1" fmla="*/ 5616 w 6343"/>
                  <a:gd name="connsiteY1" fmla="*/ 5499 h 6345"/>
                  <a:gd name="connsiteX2" fmla="*/ 6545 w 6343"/>
                  <a:gd name="connsiteY2" fmla="*/ 3256 h 6345"/>
                  <a:gd name="connsiteX3" fmla="*/ 5616 w 6343"/>
                  <a:gd name="connsiteY3" fmla="*/ 1012 h 6345"/>
                  <a:gd name="connsiteX4" fmla="*/ 3374 w 6343"/>
                  <a:gd name="connsiteY4" fmla="*/ 83 h 6345"/>
                  <a:gd name="connsiteX5" fmla="*/ 1131 w 6343"/>
                  <a:gd name="connsiteY5" fmla="*/ 1012 h 6345"/>
                  <a:gd name="connsiteX6" fmla="*/ 202 w 6343"/>
                  <a:gd name="connsiteY6" fmla="*/ 3256 h 6345"/>
                  <a:gd name="connsiteX7" fmla="*/ 1131 w 6343"/>
                  <a:gd name="connsiteY7" fmla="*/ 5499 h 6345"/>
                  <a:gd name="connsiteX8" fmla="*/ 3374 w 6343"/>
                  <a:gd name="connsiteY8" fmla="*/ 64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29"/>
                    </a:moveTo>
                    <a:cubicBezTo>
                      <a:pt x="4215" y="6429"/>
                      <a:pt x="5022" y="6094"/>
                      <a:pt x="5616" y="5499"/>
                    </a:cubicBezTo>
                    <a:cubicBezTo>
                      <a:pt x="6211" y="4904"/>
                      <a:pt x="6545" y="4097"/>
                      <a:pt x="6545" y="3256"/>
                    </a:cubicBezTo>
                    <a:cubicBezTo>
                      <a:pt x="6545" y="2414"/>
                      <a:pt x="6211" y="1607"/>
                      <a:pt x="5616" y="1012"/>
                    </a:cubicBezTo>
                    <a:cubicBezTo>
                      <a:pt x="5022" y="417"/>
                      <a:pt x="4215" y="83"/>
                      <a:pt x="3374" y="83"/>
                    </a:cubicBezTo>
                    <a:cubicBezTo>
                      <a:pt x="2533" y="83"/>
                      <a:pt x="1726" y="417"/>
                      <a:pt x="1131" y="1012"/>
                    </a:cubicBezTo>
                    <a:cubicBezTo>
                      <a:pt x="536" y="1607"/>
                      <a:pt x="202" y="2414"/>
                      <a:pt x="202" y="3256"/>
                    </a:cubicBezTo>
                    <a:cubicBezTo>
                      <a:pt x="202" y="4097"/>
                      <a:pt x="536" y="4904"/>
                      <a:pt x="1131" y="5499"/>
                    </a:cubicBezTo>
                    <a:cubicBezTo>
                      <a:pt x="1726" y="6094"/>
                      <a:pt x="2533" y="6429"/>
                      <a:pt x="3374" y="64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91" name="Freeform: Shape 2290">
                <a:extLst>
                  <a:ext uri="{FF2B5EF4-FFF2-40B4-BE49-F238E27FC236}">
                    <a16:creationId xmlns:a16="http://schemas.microsoft.com/office/drawing/2014/main" id="{2D40980C-3D6E-9D7E-D1F0-07BCCD04F956}"/>
                  </a:ext>
                </a:extLst>
              </p:cNvPr>
              <p:cNvSpPr/>
              <p:nvPr/>
            </p:nvSpPr>
            <p:spPr>
              <a:xfrm>
                <a:off x="3419022" y="4513701"/>
                <a:ext cx="6343" cy="6345"/>
              </a:xfrm>
              <a:custGeom>
                <a:avLst/>
                <a:gdLst>
                  <a:gd name="connsiteX0" fmla="*/ 3374 w 6343"/>
                  <a:gd name="connsiteY0" fmla="*/ 6427 h 6345"/>
                  <a:gd name="connsiteX1" fmla="*/ 5617 w 6343"/>
                  <a:gd name="connsiteY1" fmla="*/ 5498 h 6345"/>
                  <a:gd name="connsiteX2" fmla="*/ 6545 w 6343"/>
                  <a:gd name="connsiteY2" fmla="*/ 3254 h 6345"/>
                  <a:gd name="connsiteX3" fmla="*/ 5617 w 6343"/>
                  <a:gd name="connsiteY3" fmla="*/ 1011 h 6345"/>
                  <a:gd name="connsiteX4" fmla="*/ 3374 w 6343"/>
                  <a:gd name="connsiteY4" fmla="*/ 81 h 6345"/>
                  <a:gd name="connsiteX5" fmla="*/ 1131 w 6343"/>
                  <a:gd name="connsiteY5" fmla="*/ 1011 h 6345"/>
                  <a:gd name="connsiteX6" fmla="*/ 202 w 6343"/>
                  <a:gd name="connsiteY6" fmla="*/ 3254 h 6345"/>
                  <a:gd name="connsiteX7" fmla="*/ 1131 w 6343"/>
                  <a:gd name="connsiteY7" fmla="*/ 5498 h 6345"/>
                  <a:gd name="connsiteX8" fmla="*/ 3374 w 6343"/>
                  <a:gd name="connsiteY8" fmla="*/ 64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27"/>
                    </a:moveTo>
                    <a:cubicBezTo>
                      <a:pt x="4215" y="6427"/>
                      <a:pt x="5022" y="6093"/>
                      <a:pt x="5617" y="5498"/>
                    </a:cubicBezTo>
                    <a:cubicBezTo>
                      <a:pt x="6211" y="4903"/>
                      <a:pt x="6545" y="4096"/>
                      <a:pt x="6545" y="3254"/>
                    </a:cubicBezTo>
                    <a:cubicBezTo>
                      <a:pt x="6545" y="2413"/>
                      <a:pt x="6211" y="1606"/>
                      <a:pt x="5617" y="1011"/>
                    </a:cubicBezTo>
                    <a:cubicBezTo>
                      <a:pt x="5022" y="416"/>
                      <a:pt x="4215" y="81"/>
                      <a:pt x="3374" y="81"/>
                    </a:cubicBezTo>
                    <a:cubicBezTo>
                      <a:pt x="2533" y="81"/>
                      <a:pt x="1726" y="416"/>
                      <a:pt x="1131" y="1011"/>
                    </a:cubicBezTo>
                    <a:cubicBezTo>
                      <a:pt x="537" y="1606"/>
                      <a:pt x="202" y="2413"/>
                      <a:pt x="202" y="3254"/>
                    </a:cubicBezTo>
                    <a:cubicBezTo>
                      <a:pt x="202" y="4096"/>
                      <a:pt x="537" y="4903"/>
                      <a:pt x="1131" y="5498"/>
                    </a:cubicBezTo>
                    <a:cubicBezTo>
                      <a:pt x="1726" y="6093"/>
                      <a:pt x="2533" y="6427"/>
                      <a:pt x="3374" y="64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92" name="Freeform: Shape 2291">
                <a:extLst>
                  <a:ext uri="{FF2B5EF4-FFF2-40B4-BE49-F238E27FC236}">
                    <a16:creationId xmlns:a16="http://schemas.microsoft.com/office/drawing/2014/main" id="{80400F41-EDED-9FCA-E7BC-E3EB56475D07}"/>
                  </a:ext>
                </a:extLst>
              </p:cNvPr>
              <p:cNvSpPr/>
              <p:nvPr/>
            </p:nvSpPr>
            <p:spPr>
              <a:xfrm>
                <a:off x="3422464" y="4499796"/>
                <a:ext cx="6343" cy="6345"/>
              </a:xfrm>
              <a:custGeom>
                <a:avLst/>
                <a:gdLst>
                  <a:gd name="connsiteX0" fmla="*/ 3374 w 6343"/>
                  <a:gd name="connsiteY0" fmla="*/ 6426 h 6345"/>
                  <a:gd name="connsiteX1" fmla="*/ 5617 w 6343"/>
                  <a:gd name="connsiteY1" fmla="*/ 5497 h 6345"/>
                  <a:gd name="connsiteX2" fmla="*/ 6546 w 6343"/>
                  <a:gd name="connsiteY2" fmla="*/ 3253 h 6345"/>
                  <a:gd name="connsiteX3" fmla="*/ 5617 w 6343"/>
                  <a:gd name="connsiteY3" fmla="*/ 1010 h 6345"/>
                  <a:gd name="connsiteX4" fmla="*/ 3374 w 6343"/>
                  <a:gd name="connsiteY4" fmla="*/ 80 h 6345"/>
                  <a:gd name="connsiteX5" fmla="*/ 1132 w 6343"/>
                  <a:gd name="connsiteY5" fmla="*/ 1010 h 6345"/>
                  <a:gd name="connsiteX6" fmla="*/ 203 w 6343"/>
                  <a:gd name="connsiteY6" fmla="*/ 3253 h 6345"/>
                  <a:gd name="connsiteX7" fmla="*/ 1132 w 6343"/>
                  <a:gd name="connsiteY7" fmla="*/ 5497 h 6345"/>
                  <a:gd name="connsiteX8" fmla="*/ 3374 w 6343"/>
                  <a:gd name="connsiteY8" fmla="*/ 64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26"/>
                    </a:moveTo>
                    <a:cubicBezTo>
                      <a:pt x="4215" y="6426"/>
                      <a:pt x="5022" y="6092"/>
                      <a:pt x="5617" y="5497"/>
                    </a:cubicBezTo>
                    <a:cubicBezTo>
                      <a:pt x="6212" y="4902"/>
                      <a:pt x="6546" y="4095"/>
                      <a:pt x="6546" y="3253"/>
                    </a:cubicBezTo>
                    <a:cubicBezTo>
                      <a:pt x="6546" y="2412"/>
                      <a:pt x="6212" y="1605"/>
                      <a:pt x="5617" y="1010"/>
                    </a:cubicBezTo>
                    <a:cubicBezTo>
                      <a:pt x="5022" y="415"/>
                      <a:pt x="4215" y="80"/>
                      <a:pt x="3374" y="80"/>
                    </a:cubicBezTo>
                    <a:cubicBezTo>
                      <a:pt x="2533" y="80"/>
                      <a:pt x="1726" y="415"/>
                      <a:pt x="1132" y="1010"/>
                    </a:cubicBezTo>
                    <a:cubicBezTo>
                      <a:pt x="537" y="1605"/>
                      <a:pt x="203" y="2412"/>
                      <a:pt x="203" y="3253"/>
                    </a:cubicBezTo>
                    <a:cubicBezTo>
                      <a:pt x="203" y="4095"/>
                      <a:pt x="537" y="4902"/>
                      <a:pt x="1132" y="5497"/>
                    </a:cubicBezTo>
                    <a:cubicBezTo>
                      <a:pt x="1726" y="6092"/>
                      <a:pt x="2533" y="6426"/>
                      <a:pt x="3374" y="64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93" name="Freeform: Shape 2292">
                <a:extLst>
                  <a:ext uri="{FF2B5EF4-FFF2-40B4-BE49-F238E27FC236}">
                    <a16:creationId xmlns:a16="http://schemas.microsoft.com/office/drawing/2014/main" id="{CB7EC120-3C40-31D6-09DD-08B8C7605767}"/>
                  </a:ext>
                </a:extLst>
              </p:cNvPr>
              <p:cNvSpPr/>
              <p:nvPr/>
            </p:nvSpPr>
            <p:spPr>
              <a:xfrm>
                <a:off x="3424423" y="4481313"/>
                <a:ext cx="6343" cy="6345"/>
              </a:xfrm>
              <a:custGeom>
                <a:avLst/>
                <a:gdLst>
                  <a:gd name="connsiteX0" fmla="*/ 3374 w 6343"/>
                  <a:gd name="connsiteY0" fmla="*/ 6424 h 6345"/>
                  <a:gd name="connsiteX1" fmla="*/ 5617 w 6343"/>
                  <a:gd name="connsiteY1" fmla="*/ 5495 h 6345"/>
                  <a:gd name="connsiteX2" fmla="*/ 6546 w 6343"/>
                  <a:gd name="connsiteY2" fmla="*/ 3252 h 6345"/>
                  <a:gd name="connsiteX3" fmla="*/ 5617 w 6343"/>
                  <a:gd name="connsiteY3" fmla="*/ 1008 h 6345"/>
                  <a:gd name="connsiteX4" fmla="*/ 3374 w 6343"/>
                  <a:gd name="connsiteY4" fmla="*/ 79 h 6345"/>
                  <a:gd name="connsiteX5" fmla="*/ 1132 w 6343"/>
                  <a:gd name="connsiteY5" fmla="*/ 1008 h 6345"/>
                  <a:gd name="connsiteX6" fmla="*/ 203 w 6343"/>
                  <a:gd name="connsiteY6" fmla="*/ 3252 h 6345"/>
                  <a:gd name="connsiteX7" fmla="*/ 1132 w 6343"/>
                  <a:gd name="connsiteY7" fmla="*/ 5495 h 6345"/>
                  <a:gd name="connsiteX8" fmla="*/ 3374 w 6343"/>
                  <a:gd name="connsiteY8" fmla="*/ 64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24"/>
                    </a:moveTo>
                    <a:cubicBezTo>
                      <a:pt x="4215" y="6424"/>
                      <a:pt x="5022" y="6090"/>
                      <a:pt x="5617" y="5495"/>
                    </a:cubicBezTo>
                    <a:cubicBezTo>
                      <a:pt x="6212" y="4900"/>
                      <a:pt x="6546" y="4093"/>
                      <a:pt x="6546" y="3252"/>
                    </a:cubicBezTo>
                    <a:cubicBezTo>
                      <a:pt x="6546" y="2410"/>
                      <a:pt x="6212" y="1603"/>
                      <a:pt x="5617" y="1008"/>
                    </a:cubicBezTo>
                    <a:cubicBezTo>
                      <a:pt x="5022" y="413"/>
                      <a:pt x="4215" y="79"/>
                      <a:pt x="3374" y="79"/>
                    </a:cubicBezTo>
                    <a:cubicBezTo>
                      <a:pt x="2533" y="79"/>
                      <a:pt x="1726" y="413"/>
                      <a:pt x="1132" y="1008"/>
                    </a:cubicBezTo>
                    <a:cubicBezTo>
                      <a:pt x="537" y="1603"/>
                      <a:pt x="203" y="2410"/>
                      <a:pt x="203" y="3252"/>
                    </a:cubicBezTo>
                    <a:cubicBezTo>
                      <a:pt x="203" y="4093"/>
                      <a:pt x="537" y="4900"/>
                      <a:pt x="1132" y="5495"/>
                    </a:cubicBezTo>
                    <a:cubicBezTo>
                      <a:pt x="1726" y="6090"/>
                      <a:pt x="2533" y="6424"/>
                      <a:pt x="3374" y="64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94" name="Freeform: Shape 2293">
                <a:extLst>
                  <a:ext uri="{FF2B5EF4-FFF2-40B4-BE49-F238E27FC236}">
                    <a16:creationId xmlns:a16="http://schemas.microsoft.com/office/drawing/2014/main" id="{CED10162-6717-412C-1C42-FCE9639247DF}"/>
                  </a:ext>
                </a:extLst>
              </p:cNvPr>
              <p:cNvSpPr/>
              <p:nvPr/>
            </p:nvSpPr>
            <p:spPr>
              <a:xfrm>
                <a:off x="3428278" y="4467618"/>
                <a:ext cx="6343" cy="6345"/>
              </a:xfrm>
              <a:custGeom>
                <a:avLst/>
                <a:gdLst>
                  <a:gd name="connsiteX0" fmla="*/ 3375 w 6343"/>
                  <a:gd name="connsiteY0" fmla="*/ 6423 h 6345"/>
                  <a:gd name="connsiteX1" fmla="*/ 5617 w 6343"/>
                  <a:gd name="connsiteY1" fmla="*/ 5494 h 6345"/>
                  <a:gd name="connsiteX2" fmla="*/ 6546 w 6343"/>
                  <a:gd name="connsiteY2" fmla="*/ 3251 h 6345"/>
                  <a:gd name="connsiteX3" fmla="*/ 5617 w 6343"/>
                  <a:gd name="connsiteY3" fmla="*/ 1007 h 6345"/>
                  <a:gd name="connsiteX4" fmla="*/ 3375 w 6343"/>
                  <a:gd name="connsiteY4" fmla="*/ 78 h 6345"/>
                  <a:gd name="connsiteX5" fmla="*/ 1132 w 6343"/>
                  <a:gd name="connsiteY5" fmla="*/ 1007 h 6345"/>
                  <a:gd name="connsiteX6" fmla="*/ 203 w 6343"/>
                  <a:gd name="connsiteY6" fmla="*/ 3251 h 6345"/>
                  <a:gd name="connsiteX7" fmla="*/ 1132 w 6343"/>
                  <a:gd name="connsiteY7" fmla="*/ 5494 h 6345"/>
                  <a:gd name="connsiteX8" fmla="*/ 3375 w 6343"/>
                  <a:gd name="connsiteY8" fmla="*/ 64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423"/>
                    </a:moveTo>
                    <a:cubicBezTo>
                      <a:pt x="4216" y="6423"/>
                      <a:pt x="5022" y="6089"/>
                      <a:pt x="5617" y="5494"/>
                    </a:cubicBezTo>
                    <a:cubicBezTo>
                      <a:pt x="6212" y="4899"/>
                      <a:pt x="6546" y="4092"/>
                      <a:pt x="6546" y="3251"/>
                    </a:cubicBezTo>
                    <a:cubicBezTo>
                      <a:pt x="6546" y="2409"/>
                      <a:pt x="6212" y="1602"/>
                      <a:pt x="5617" y="1007"/>
                    </a:cubicBezTo>
                    <a:cubicBezTo>
                      <a:pt x="5022" y="412"/>
                      <a:pt x="4216" y="78"/>
                      <a:pt x="3375" y="78"/>
                    </a:cubicBezTo>
                    <a:cubicBezTo>
                      <a:pt x="2534" y="78"/>
                      <a:pt x="1727" y="412"/>
                      <a:pt x="1132" y="1007"/>
                    </a:cubicBezTo>
                    <a:cubicBezTo>
                      <a:pt x="537" y="1602"/>
                      <a:pt x="203" y="2409"/>
                      <a:pt x="203" y="3251"/>
                    </a:cubicBezTo>
                    <a:cubicBezTo>
                      <a:pt x="203" y="4092"/>
                      <a:pt x="537" y="4899"/>
                      <a:pt x="1132" y="5494"/>
                    </a:cubicBezTo>
                    <a:cubicBezTo>
                      <a:pt x="1727" y="6089"/>
                      <a:pt x="2534" y="6423"/>
                      <a:pt x="3375" y="64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95" name="Freeform: Shape 2294">
                <a:extLst>
                  <a:ext uri="{FF2B5EF4-FFF2-40B4-BE49-F238E27FC236}">
                    <a16:creationId xmlns:a16="http://schemas.microsoft.com/office/drawing/2014/main" id="{CA3DD10D-A8D0-7BCC-F2BC-DDA73D4D75C3}"/>
                  </a:ext>
                </a:extLst>
              </p:cNvPr>
              <p:cNvSpPr/>
              <p:nvPr/>
            </p:nvSpPr>
            <p:spPr>
              <a:xfrm>
                <a:off x="3434577" y="4460588"/>
                <a:ext cx="6343" cy="6345"/>
              </a:xfrm>
              <a:custGeom>
                <a:avLst/>
                <a:gdLst>
                  <a:gd name="connsiteX0" fmla="*/ 3375 w 6343"/>
                  <a:gd name="connsiteY0" fmla="*/ 6423 h 6345"/>
                  <a:gd name="connsiteX1" fmla="*/ 5618 w 6343"/>
                  <a:gd name="connsiteY1" fmla="*/ 5493 h 6345"/>
                  <a:gd name="connsiteX2" fmla="*/ 6547 w 6343"/>
                  <a:gd name="connsiteY2" fmla="*/ 3250 h 6345"/>
                  <a:gd name="connsiteX3" fmla="*/ 5618 w 6343"/>
                  <a:gd name="connsiteY3" fmla="*/ 1007 h 6345"/>
                  <a:gd name="connsiteX4" fmla="*/ 3375 w 6343"/>
                  <a:gd name="connsiteY4" fmla="*/ 77 h 6345"/>
                  <a:gd name="connsiteX5" fmla="*/ 1132 w 6343"/>
                  <a:gd name="connsiteY5" fmla="*/ 1007 h 6345"/>
                  <a:gd name="connsiteX6" fmla="*/ 204 w 6343"/>
                  <a:gd name="connsiteY6" fmla="*/ 3250 h 6345"/>
                  <a:gd name="connsiteX7" fmla="*/ 1132 w 6343"/>
                  <a:gd name="connsiteY7" fmla="*/ 5493 h 6345"/>
                  <a:gd name="connsiteX8" fmla="*/ 3375 w 6343"/>
                  <a:gd name="connsiteY8" fmla="*/ 64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423"/>
                    </a:moveTo>
                    <a:cubicBezTo>
                      <a:pt x="4216" y="6423"/>
                      <a:pt x="5023" y="6088"/>
                      <a:pt x="5618" y="5493"/>
                    </a:cubicBezTo>
                    <a:cubicBezTo>
                      <a:pt x="6212" y="4898"/>
                      <a:pt x="6547" y="4091"/>
                      <a:pt x="6547" y="3250"/>
                    </a:cubicBezTo>
                    <a:cubicBezTo>
                      <a:pt x="6547" y="2409"/>
                      <a:pt x="6212" y="1602"/>
                      <a:pt x="5618" y="1007"/>
                    </a:cubicBezTo>
                    <a:cubicBezTo>
                      <a:pt x="5023" y="412"/>
                      <a:pt x="4216" y="77"/>
                      <a:pt x="3375" y="77"/>
                    </a:cubicBezTo>
                    <a:cubicBezTo>
                      <a:pt x="2534" y="77"/>
                      <a:pt x="1727" y="412"/>
                      <a:pt x="1132" y="1007"/>
                    </a:cubicBezTo>
                    <a:cubicBezTo>
                      <a:pt x="538" y="1602"/>
                      <a:pt x="204" y="2409"/>
                      <a:pt x="204" y="3250"/>
                    </a:cubicBezTo>
                    <a:cubicBezTo>
                      <a:pt x="204" y="4091"/>
                      <a:pt x="538" y="4898"/>
                      <a:pt x="1132" y="5493"/>
                    </a:cubicBezTo>
                    <a:cubicBezTo>
                      <a:pt x="1727" y="6088"/>
                      <a:pt x="2534" y="6423"/>
                      <a:pt x="3375" y="64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96" name="Freeform: Shape 2295">
                <a:extLst>
                  <a:ext uri="{FF2B5EF4-FFF2-40B4-BE49-F238E27FC236}">
                    <a16:creationId xmlns:a16="http://schemas.microsoft.com/office/drawing/2014/main" id="{1B22BFC6-718F-88E3-2FA0-B13CDB9FD8A2}"/>
                  </a:ext>
                </a:extLst>
              </p:cNvPr>
              <p:cNvSpPr/>
              <p:nvPr/>
            </p:nvSpPr>
            <p:spPr>
              <a:xfrm>
                <a:off x="3438208" y="4445464"/>
                <a:ext cx="6343" cy="6345"/>
              </a:xfrm>
              <a:custGeom>
                <a:avLst/>
                <a:gdLst>
                  <a:gd name="connsiteX0" fmla="*/ 3375 w 6343"/>
                  <a:gd name="connsiteY0" fmla="*/ 6422 h 6345"/>
                  <a:gd name="connsiteX1" fmla="*/ 5618 w 6343"/>
                  <a:gd name="connsiteY1" fmla="*/ 5492 h 6345"/>
                  <a:gd name="connsiteX2" fmla="*/ 6547 w 6343"/>
                  <a:gd name="connsiteY2" fmla="*/ 3249 h 6345"/>
                  <a:gd name="connsiteX3" fmla="*/ 5618 w 6343"/>
                  <a:gd name="connsiteY3" fmla="*/ 1005 h 6345"/>
                  <a:gd name="connsiteX4" fmla="*/ 3375 w 6343"/>
                  <a:gd name="connsiteY4" fmla="*/ 76 h 6345"/>
                  <a:gd name="connsiteX5" fmla="*/ 1133 w 6343"/>
                  <a:gd name="connsiteY5" fmla="*/ 1005 h 6345"/>
                  <a:gd name="connsiteX6" fmla="*/ 204 w 6343"/>
                  <a:gd name="connsiteY6" fmla="*/ 3249 h 6345"/>
                  <a:gd name="connsiteX7" fmla="*/ 1133 w 6343"/>
                  <a:gd name="connsiteY7" fmla="*/ 5492 h 6345"/>
                  <a:gd name="connsiteX8" fmla="*/ 3375 w 6343"/>
                  <a:gd name="connsiteY8" fmla="*/ 64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422"/>
                    </a:moveTo>
                    <a:cubicBezTo>
                      <a:pt x="4217" y="6422"/>
                      <a:pt x="5023" y="6087"/>
                      <a:pt x="5618" y="5492"/>
                    </a:cubicBezTo>
                    <a:cubicBezTo>
                      <a:pt x="6213" y="4897"/>
                      <a:pt x="6547" y="4090"/>
                      <a:pt x="6547" y="3249"/>
                    </a:cubicBezTo>
                    <a:cubicBezTo>
                      <a:pt x="6547" y="2407"/>
                      <a:pt x="6213" y="1600"/>
                      <a:pt x="5618" y="1005"/>
                    </a:cubicBezTo>
                    <a:cubicBezTo>
                      <a:pt x="5023" y="410"/>
                      <a:pt x="4217" y="76"/>
                      <a:pt x="3375" y="76"/>
                    </a:cubicBezTo>
                    <a:cubicBezTo>
                      <a:pt x="2534" y="76"/>
                      <a:pt x="1728" y="410"/>
                      <a:pt x="1133" y="1005"/>
                    </a:cubicBezTo>
                    <a:cubicBezTo>
                      <a:pt x="538" y="1600"/>
                      <a:pt x="204" y="2407"/>
                      <a:pt x="204" y="3249"/>
                    </a:cubicBezTo>
                    <a:cubicBezTo>
                      <a:pt x="204" y="4090"/>
                      <a:pt x="538" y="4897"/>
                      <a:pt x="1133" y="5492"/>
                    </a:cubicBezTo>
                    <a:cubicBezTo>
                      <a:pt x="1728" y="6087"/>
                      <a:pt x="2534" y="6422"/>
                      <a:pt x="3375" y="64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97" name="Freeform: Shape 2296">
                <a:extLst>
                  <a:ext uri="{FF2B5EF4-FFF2-40B4-BE49-F238E27FC236}">
                    <a16:creationId xmlns:a16="http://schemas.microsoft.com/office/drawing/2014/main" id="{5C2F6459-483B-104C-7A6F-7EC1187B1C6C}"/>
                  </a:ext>
                </a:extLst>
              </p:cNvPr>
              <p:cNvSpPr/>
              <p:nvPr/>
            </p:nvSpPr>
            <p:spPr>
              <a:xfrm>
                <a:off x="3736334" y="5069484"/>
                <a:ext cx="6343" cy="6345"/>
              </a:xfrm>
              <a:custGeom>
                <a:avLst/>
                <a:gdLst>
                  <a:gd name="connsiteX0" fmla="*/ 3399 w 6343"/>
                  <a:gd name="connsiteY0" fmla="*/ 6471 h 6345"/>
                  <a:gd name="connsiteX1" fmla="*/ 5642 w 6343"/>
                  <a:gd name="connsiteY1" fmla="*/ 5541 h 6345"/>
                  <a:gd name="connsiteX2" fmla="*/ 6570 w 6343"/>
                  <a:gd name="connsiteY2" fmla="*/ 3298 h 6345"/>
                  <a:gd name="connsiteX3" fmla="*/ 5642 w 6343"/>
                  <a:gd name="connsiteY3" fmla="*/ 1055 h 6345"/>
                  <a:gd name="connsiteX4" fmla="*/ 3399 w 6343"/>
                  <a:gd name="connsiteY4" fmla="*/ 125 h 6345"/>
                  <a:gd name="connsiteX5" fmla="*/ 1156 w 6343"/>
                  <a:gd name="connsiteY5" fmla="*/ 1055 h 6345"/>
                  <a:gd name="connsiteX6" fmla="*/ 227 w 6343"/>
                  <a:gd name="connsiteY6" fmla="*/ 3298 h 6345"/>
                  <a:gd name="connsiteX7" fmla="*/ 1156 w 6343"/>
                  <a:gd name="connsiteY7" fmla="*/ 5541 h 6345"/>
                  <a:gd name="connsiteX8" fmla="*/ 3399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1"/>
                    </a:moveTo>
                    <a:cubicBezTo>
                      <a:pt x="4240" y="6471"/>
                      <a:pt x="5047" y="6136"/>
                      <a:pt x="5642" y="5541"/>
                    </a:cubicBezTo>
                    <a:cubicBezTo>
                      <a:pt x="6236" y="4946"/>
                      <a:pt x="6570" y="4139"/>
                      <a:pt x="6570" y="3298"/>
                    </a:cubicBezTo>
                    <a:cubicBezTo>
                      <a:pt x="6570" y="2457"/>
                      <a:pt x="6236" y="1650"/>
                      <a:pt x="5642" y="1055"/>
                    </a:cubicBezTo>
                    <a:cubicBezTo>
                      <a:pt x="5047" y="460"/>
                      <a:pt x="4240" y="125"/>
                      <a:pt x="3399" y="125"/>
                    </a:cubicBezTo>
                    <a:cubicBezTo>
                      <a:pt x="2558" y="125"/>
                      <a:pt x="1751" y="460"/>
                      <a:pt x="1156" y="1055"/>
                    </a:cubicBezTo>
                    <a:cubicBezTo>
                      <a:pt x="562" y="1650"/>
                      <a:pt x="227" y="2457"/>
                      <a:pt x="227" y="3298"/>
                    </a:cubicBezTo>
                    <a:cubicBezTo>
                      <a:pt x="227" y="4139"/>
                      <a:pt x="562" y="4946"/>
                      <a:pt x="1156" y="5541"/>
                    </a:cubicBezTo>
                    <a:cubicBezTo>
                      <a:pt x="1751" y="6136"/>
                      <a:pt x="2558" y="6471"/>
                      <a:pt x="3399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98" name="Freeform: Shape 2297">
                <a:extLst>
                  <a:ext uri="{FF2B5EF4-FFF2-40B4-BE49-F238E27FC236}">
                    <a16:creationId xmlns:a16="http://schemas.microsoft.com/office/drawing/2014/main" id="{A3819EFC-E566-AC13-79C6-FD2ECF724814}"/>
                  </a:ext>
                </a:extLst>
              </p:cNvPr>
              <p:cNvSpPr/>
              <p:nvPr/>
            </p:nvSpPr>
            <p:spPr>
              <a:xfrm>
                <a:off x="3740960" y="5071367"/>
                <a:ext cx="6343" cy="6345"/>
              </a:xfrm>
              <a:custGeom>
                <a:avLst/>
                <a:gdLst>
                  <a:gd name="connsiteX0" fmla="*/ 3399 w 6343"/>
                  <a:gd name="connsiteY0" fmla="*/ 6471 h 6345"/>
                  <a:gd name="connsiteX1" fmla="*/ 5642 w 6343"/>
                  <a:gd name="connsiteY1" fmla="*/ 5542 h 6345"/>
                  <a:gd name="connsiteX2" fmla="*/ 6571 w 6343"/>
                  <a:gd name="connsiteY2" fmla="*/ 3298 h 6345"/>
                  <a:gd name="connsiteX3" fmla="*/ 5642 w 6343"/>
                  <a:gd name="connsiteY3" fmla="*/ 1055 h 6345"/>
                  <a:gd name="connsiteX4" fmla="*/ 3399 w 6343"/>
                  <a:gd name="connsiteY4" fmla="*/ 125 h 6345"/>
                  <a:gd name="connsiteX5" fmla="*/ 1157 w 6343"/>
                  <a:gd name="connsiteY5" fmla="*/ 1055 h 6345"/>
                  <a:gd name="connsiteX6" fmla="*/ 228 w 6343"/>
                  <a:gd name="connsiteY6" fmla="*/ 3298 h 6345"/>
                  <a:gd name="connsiteX7" fmla="*/ 1157 w 6343"/>
                  <a:gd name="connsiteY7" fmla="*/ 5542 h 6345"/>
                  <a:gd name="connsiteX8" fmla="*/ 3399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1"/>
                    </a:moveTo>
                    <a:cubicBezTo>
                      <a:pt x="4240" y="6471"/>
                      <a:pt x="5047" y="6137"/>
                      <a:pt x="5642" y="5542"/>
                    </a:cubicBezTo>
                    <a:cubicBezTo>
                      <a:pt x="6237" y="4947"/>
                      <a:pt x="6571" y="4140"/>
                      <a:pt x="6571" y="3298"/>
                    </a:cubicBezTo>
                    <a:cubicBezTo>
                      <a:pt x="6571" y="2457"/>
                      <a:pt x="6237" y="1650"/>
                      <a:pt x="5642" y="1055"/>
                    </a:cubicBezTo>
                    <a:cubicBezTo>
                      <a:pt x="5047" y="460"/>
                      <a:pt x="4240" y="125"/>
                      <a:pt x="3399" y="125"/>
                    </a:cubicBezTo>
                    <a:cubicBezTo>
                      <a:pt x="2558" y="125"/>
                      <a:pt x="1751" y="460"/>
                      <a:pt x="1157" y="1055"/>
                    </a:cubicBezTo>
                    <a:cubicBezTo>
                      <a:pt x="562" y="1650"/>
                      <a:pt x="228" y="2457"/>
                      <a:pt x="228" y="3298"/>
                    </a:cubicBezTo>
                    <a:cubicBezTo>
                      <a:pt x="228" y="4140"/>
                      <a:pt x="562" y="4947"/>
                      <a:pt x="1157" y="5542"/>
                    </a:cubicBezTo>
                    <a:cubicBezTo>
                      <a:pt x="1751" y="6137"/>
                      <a:pt x="2558" y="6471"/>
                      <a:pt x="3399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99" name="Freeform: Shape 2298">
                <a:extLst>
                  <a:ext uri="{FF2B5EF4-FFF2-40B4-BE49-F238E27FC236}">
                    <a16:creationId xmlns:a16="http://schemas.microsoft.com/office/drawing/2014/main" id="{F2ABF0C2-B475-7B3E-31DA-23DF180414D8}"/>
                  </a:ext>
                </a:extLst>
              </p:cNvPr>
              <p:cNvSpPr/>
              <p:nvPr/>
            </p:nvSpPr>
            <p:spPr>
              <a:xfrm>
                <a:off x="3745172" y="5071270"/>
                <a:ext cx="6343" cy="6345"/>
              </a:xfrm>
              <a:custGeom>
                <a:avLst/>
                <a:gdLst>
                  <a:gd name="connsiteX0" fmla="*/ 3400 w 6343"/>
                  <a:gd name="connsiteY0" fmla="*/ 6471 h 6345"/>
                  <a:gd name="connsiteX1" fmla="*/ 5642 w 6343"/>
                  <a:gd name="connsiteY1" fmla="*/ 5542 h 6345"/>
                  <a:gd name="connsiteX2" fmla="*/ 6571 w 6343"/>
                  <a:gd name="connsiteY2" fmla="*/ 3298 h 6345"/>
                  <a:gd name="connsiteX3" fmla="*/ 5642 w 6343"/>
                  <a:gd name="connsiteY3" fmla="*/ 1055 h 6345"/>
                  <a:gd name="connsiteX4" fmla="*/ 3400 w 6343"/>
                  <a:gd name="connsiteY4" fmla="*/ 125 h 6345"/>
                  <a:gd name="connsiteX5" fmla="*/ 1157 w 6343"/>
                  <a:gd name="connsiteY5" fmla="*/ 1055 h 6345"/>
                  <a:gd name="connsiteX6" fmla="*/ 228 w 6343"/>
                  <a:gd name="connsiteY6" fmla="*/ 3298 h 6345"/>
                  <a:gd name="connsiteX7" fmla="*/ 1157 w 6343"/>
                  <a:gd name="connsiteY7" fmla="*/ 5542 h 6345"/>
                  <a:gd name="connsiteX8" fmla="*/ 3400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1"/>
                    </a:moveTo>
                    <a:cubicBezTo>
                      <a:pt x="4241" y="6471"/>
                      <a:pt x="5047" y="6137"/>
                      <a:pt x="5642" y="5542"/>
                    </a:cubicBezTo>
                    <a:cubicBezTo>
                      <a:pt x="6237" y="4947"/>
                      <a:pt x="6571" y="4140"/>
                      <a:pt x="6571" y="3298"/>
                    </a:cubicBezTo>
                    <a:cubicBezTo>
                      <a:pt x="6571" y="2457"/>
                      <a:pt x="6237" y="1650"/>
                      <a:pt x="5642" y="1055"/>
                    </a:cubicBezTo>
                    <a:cubicBezTo>
                      <a:pt x="5047" y="460"/>
                      <a:pt x="4241" y="125"/>
                      <a:pt x="3400" y="125"/>
                    </a:cubicBezTo>
                    <a:cubicBezTo>
                      <a:pt x="2558" y="125"/>
                      <a:pt x="1752" y="460"/>
                      <a:pt x="1157" y="1055"/>
                    </a:cubicBezTo>
                    <a:cubicBezTo>
                      <a:pt x="562" y="1650"/>
                      <a:pt x="228" y="2457"/>
                      <a:pt x="228" y="3298"/>
                    </a:cubicBezTo>
                    <a:cubicBezTo>
                      <a:pt x="228" y="4140"/>
                      <a:pt x="562" y="4947"/>
                      <a:pt x="1157" y="5542"/>
                    </a:cubicBezTo>
                    <a:cubicBezTo>
                      <a:pt x="1752" y="6137"/>
                      <a:pt x="2558" y="6471"/>
                      <a:pt x="3400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00" name="Freeform: Shape 2299">
                <a:extLst>
                  <a:ext uri="{FF2B5EF4-FFF2-40B4-BE49-F238E27FC236}">
                    <a16:creationId xmlns:a16="http://schemas.microsoft.com/office/drawing/2014/main" id="{B7AD6735-3EBD-BB65-5F95-F2B53C55A9DB}"/>
                  </a:ext>
                </a:extLst>
              </p:cNvPr>
              <p:cNvSpPr/>
              <p:nvPr/>
            </p:nvSpPr>
            <p:spPr>
              <a:xfrm>
                <a:off x="3749406" y="5071340"/>
                <a:ext cx="6343" cy="6345"/>
              </a:xfrm>
              <a:custGeom>
                <a:avLst/>
                <a:gdLst>
                  <a:gd name="connsiteX0" fmla="*/ 3400 w 6343"/>
                  <a:gd name="connsiteY0" fmla="*/ 6471 h 6345"/>
                  <a:gd name="connsiteX1" fmla="*/ 5643 w 6343"/>
                  <a:gd name="connsiteY1" fmla="*/ 5542 h 6345"/>
                  <a:gd name="connsiteX2" fmla="*/ 6571 w 6343"/>
                  <a:gd name="connsiteY2" fmla="*/ 3298 h 6345"/>
                  <a:gd name="connsiteX3" fmla="*/ 5643 w 6343"/>
                  <a:gd name="connsiteY3" fmla="*/ 1055 h 6345"/>
                  <a:gd name="connsiteX4" fmla="*/ 3400 w 6343"/>
                  <a:gd name="connsiteY4" fmla="*/ 125 h 6345"/>
                  <a:gd name="connsiteX5" fmla="*/ 1157 w 6343"/>
                  <a:gd name="connsiteY5" fmla="*/ 1055 h 6345"/>
                  <a:gd name="connsiteX6" fmla="*/ 228 w 6343"/>
                  <a:gd name="connsiteY6" fmla="*/ 3298 h 6345"/>
                  <a:gd name="connsiteX7" fmla="*/ 1157 w 6343"/>
                  <a:gd name="connsiteY7" fmla="*/ 5542 h 6345"/>
                  <a:gd name="connsiteX8" fmla="*/ 3400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1"/>
                    </a:moveTo>
                    <a:cubicBezTo>
                      <a:pt x="4241" y="6471"/>
                      <a:pt x="5048" y="6137"/>
                      <a:pt x="5643" y="5542"/>
                    </a:cubicBezTo>
                    <a:cubicBezTo>
                      <a:pt x="6237" y="4947"/>
                      <a:pt x="6571" y="4140"/>
                      <a:pt x="6571" y="3298"/>
                    </a:cubicBezTo>
                    <a:cubicBezTo>
                      <a:pt x="6571" y="2457"/>
                      <a:pt x="6237" y="1650"/>
                      <a:pt x="5643" y="1055"/>
                    </a:cubicBezTo>
                    <a:cubicBezTo>
                      <a:pt x="5048" y="460"/>
                      <a:pt x="4241" y="125"/>
                      <a:pt x="3400" y="125"/>
                    </a:cubicBezTo>
                    <a:cubicBezTo>
                      <a:pt x="2559" y="125"/>
                      <a:pt x="1752" y="460"/>
                      <a:pt x="1157" y="1055"/>
                    </a:cubicBezTo>
                    <a:cubicBezTo>
                      <a:pt x="563" y="1650"/>
                      <a:pt x="228" y="2457"/>
                      <a:pt x="228" y="3298"/>
                    </a:cubicBezTo>
                    <a:cubicBezTo>
                      <a:pt x="228" y="4140"/>
                      <a:pt x="563" y="4947"/>
                      <a:pt x="1157" y="5542"/>
                    </a:cubicBezTo>
                    <a:cubicBezTo>
                      <a:pt x="1752" y="6137"/>
                      <a:pt x="2559" y="6471"/>
                      <a:pt x="3400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01" name="Freeform: Shape 2300">
                <a:extLst>
                  <a:ext uri="{FF2B5EF4-FFF2-40B4-BE49-F238E27FC236}">
                    <a16:creationId xmlns:a16="http://schemas.microsoft.com/office/drawing/2014/main" id="{DF8B98A7-DFDE-A37C-E6D0-10678DE32E92}"/>
                  </a:ext>
                </a:extLst>
              </p:cNvPr>
              <p:cNvSpPr/>
              <p:nvPr/>
            </p:nvSpPr>
            <p:spPr>
              <a:xfrm>
                <a:off x="3753626" y="5071390"/>
                <a:ext cx="6343" cy="6345"/>
              </a:xfrm>
              <a:custGeom>
                <a:avLst/>
                <a:gdLst>
                  <a:gd name="connsiteX0" fmla="*/ 3400 w 6343"/>
                  <a:gd name="connsiteY0" fmla="*/ 6471 h 6345"/>
                  <a:gd name="connsiteX1" fmla="*/ 5643 w 6343"/>
                  <a:gd name="connsiteY1" fmla="*/ 5542 h 6345"/>
                  <a:gd name="connsiteX2" fmla="*/ 6572 w 6343"/>
                  <a:gd name="connsiteY2" fmla="*/ 3298 h 6345"/>
                  <a:gd name="connsiteX3" fmla="*/ 5643 w 6343"/>
                  <a:gd name="connsiteY3" fmla="*/ 1055 h 6345"/>
                  <a:gd name="connsiteX4" fmla="*/ 3400 w 6343"/>
                  <a:gd name="connsiteY4" fmla="*/ 125 h 6345"/>
                  <a:gd name="connsiteX5" fmla="*/ 1158 w 6343"/>
                  <a:gd name="connsiteY5" fmla="*/ 1055 h 6345"/>
                  <a:gd name="connsiteX6" fmla="*/ 229 w 6343"/>
                  <a:gd name="connsiteY6" fmla="*/ 3298 h 6345"/>
                  <a:gd name="connsiteX7" fmla="*/ 1158 w 6343"/>
                  <a:gd name="connsiteY7" fmla="*/ 5542 h 6345"/>
                  <a:gd name="connsiteX8" fmla="*/ 3400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1"/>
                    </a:moveTo>
                    <a:cubicBezTo>
                      <a:pt x="4241" y="6471"/>
                      <a:pt x="5048" y="6137"/>
                      <a:pt x="5643" y="5542"/>
                    </a:cubicBezTo>
                    <a:cubicBezTo>
                      <a:pt x="6238" y="4947"/>
                      <a:pt x="6572" y="4140"/>
                      <a:pt x="6572" y="3298"/>
                    </a:cubicBezTo>
                    <a:cubicBezTo>
                      <a:pt x="6572" y="2457"/>
                      <a:pt x="6238" y="1650"/>
                      <a:pt x="5643" y="1055"/>
                    </a:cubicBezTo>
                    <a:cubicBezTo>
                      <a:pt x="5048" y="460"/>
                      <a:pt x="4241" y="125"/>
                      <a:pt x="3400" y="125"/>
                    </a:cubicBezTo>
                    <a:cubicBezTo>
                      <a:pt x="2559" y="125"/>
                      <a:pt x="1752" y="460"/>
                      <a:pt x="1158" y="1055"/>
                    </a:cubicBezTo>
                    <a:cubicBezTo>
                      <a:pt x="563" y="1650"/>
                      <a:pt x="229" y="2457"/>
                      <a:pt x="229" y="3298"/>
                    </a:cubicBezTo>
                    <a:cubicBezTo>
                      <a:pt x="229" y="4140"/>
                      <a:pt x="563" y="4947"/>
                      <a:pt x="1158" y="5542"/>
                    </a:cubicBezTo>
                    <a:cubicBezTo>
                      <a:pt x="1752" y="6137"/>
                      <a:pt x="2559" y="6471"/>
                      <a:pt x="3400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02" name="Freeform: Shape 2301">
                <a:extLst>
                  <a:ext uri="{FF2B5EF4-FFF2-40B4-BE49-F238E27FC236}">
                    <a16:creationId xmlns:a16="http://schemas.microsoft.com/office/drawing/2014/main" id="{B11EEC0F-C0EF-145F-6002-76C6186DB404}"/>
                  </a:ext>
                </a:extLst>
              </p:cNvPr>
              <p:cNvSpPr/>
              <p:nvPr/>
            </p:nvSpPr>
            <p:spPr>
              <a:xfrm>
                <a:off x="3757800" y="5071233"/>
                <a:ext cx="6343" cy="6345"/>
              </a:xfrm>
              <a:custGeom>
                <a:avLst/>
                <a:gdLst>
                  <a:gd name="connsiteX0" fmla="*/ 3401 w 6343"/>
                  <a:gd name="connsiteY0" fmla="*/ 6471 h 6345"/>
                  <a:gd name="connsiteX1" fmla="*/ 5643 w 6343"/>
                  <a:gd name="connsiteY1" fmla="*/ 5542 h 6345"/>
                  <a:gd name="connsiteX2" fmla="*/ 6572 w 6343"/>
                  <a:gd name="connsiteY2" fmla="*/ 3298 h 6345"/>
                  <a:gd name="connsiteX3" fmla="*/ 5643 w 6343"/>
                  <a:gd name="connsiteY3" fmla="*/ 1055 h 6345"/>
                  <a:gd name="connsiteX4" fmla="*/ 3401 w 6343"/>
                  <a:gd name="connsiteY4" fmla="*/ 125 h 6345"/>
                  <a:gd name="connsiteX5" fmla="*/ 1158 w 6343"/>
                  <a:gd name="connsiteY5" fmla="*/ 1055 h 6345"/>
                  <a:gd name="connsiteX6" fmla="*/ 229 w 6343"/>
                  <a:gd name="connsiteY6" fmla="*/ 3298 h 6345"/>
                  <a:gd name="connsiteX7" fmla="*/ 1158 w 6343"/>
                  <a:gd name="connsiteY7" fmla="*/ 5542 h 6345"/>
                  <a:gd name="connsiteX8" fmla="*/ 3401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1"/>
                    </a:moveTo>
                    <a:cubicBezTo>
                      <a:pt x="4242" y="6471"/>
                      <a:pt x="5048" y="6137"/>
                      <a:pt x="5643" y="5542"/>
                    </a:cubicBezTo>
                    <a:cubicBezTo>
                      <a:pt x="6238" y="4947"/>
                      <a:pt x="6572" y="4140"/>
                      <a:pt x="6572" y="3298"/>
                    </a:cubicBezTo>
                    <a:cubicBezTo>
                      <a:pt x="6572" y="2457"/>
                      <a:pt x="6238" y="1650"/>
                      <a:pt x="5643" y="1055"/>
                    </a:cubicBezTo>
                    <a:cubicBezTo>
                      <a:pt x="5048" y="460"/>
                      <a:pt x="4242" y="125"/>
                      <a:pt x="3401" y="125"/>
                    </a:cubicBezTo>
                    <a:cubicBezTo>
                      <a:pt x="2559" y="125"/>
                      <a:pt x="1753" y="460"/>
                      <a:pt x="1158" y="1055"/>
                    </a:cubicBezTo>
                    <a:cubicBezTo>
                      <a:pt x="563" y="1650"/>
                      <a:pt x="229" y="2457"/>
                      <a:pt x="229" y="3298"/>
                    </a:cubicBezTo>
                    <a:cubicBezTo>
                      <a:pt x="229" y="4140"/>
                      <a:pt x="563" y="4947"/>
                      <a:pt x="1158" y="5542"/>
                    </a:cubicBezTo>
                    <a:cubicBezTo>
                      <a:pt x="1753" y="6137"/>
                      <a:pt x="2559" y="6471"/>
                      <a:pt x="3401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03" name="Freeform: Shape 2302">
                <a:extLst>
                  <a:ext uri="{FF2B5EF4-FFF2-40B4-BE49-F238E27FC236}">
                    <a16:creationId xmlns:a16="http://schemas.microsoft.com/office/drawing/2014/main" id="{C70032E9-0FDD-2768-86F9-CA6DCFC8F914}"/>
                  </a:ext>
                </a:extLst>
              </p:cNvPr>
              <p:cNvSpPr/>
              <p:nvPr/>
            </p:nvSpPr>
            <p:spPr>
              <a:xfrm>
                <a:off x="3761846" y="5070350"/>
                <a:ext cx="6343" cy="6345"/>
              </a:xfrm>
              <a:custGeom>
                <a:avLst/>
                <a:gdLst>
                  <a:gd name="connsiteX0" fmla="*/ 3401 w 6343"/>
                  <a:gd name="connsiteY0" fmla="*/ 6471 h 6345"/>
                  <a:gd name="connsiteX1" fmla="*/ 5644 w 6343"/>
                  <a:gd name="connsiteY1" fmla="*/ 5542 h 6345"/>
                  <a:gd name="connsiteX2" fmla="*/ 6572 w 6343"/>
                  <a:gd name="connsiteY2" fmla="*/ 3298 h 6345"/>
                  <a:gd name="connsiteX3" fmla="*/ 5644 w 6343"/>
                  <a:gd name="connsiteY3" fmla="*/ 1055 h 6345"/>
                  <a:gd name="connsiteX4" fmla="*/ 3401 w 6343"/>
                  <a:gd name="connsiteY4" fmla="*/ 125 h 6345"/>
                  <a:gd name="connsiteX5" fmla="*/ 1158 w 6343"/>
                  <a:gd name="connsiteY5" fmla="*/ 1055 h 6345"/>
                  <a:gd name="connsiteX6" fmla="*/ 229 w 6343"/>
                  <a:gd name="connsiteY6" fmla="*/ 3298 h 6345"/>
                  <a:gd name="connsiteX7" fmla="*/ 1158 w 6343"/>
                  <a:gd name="connsiteY7" fmla="*/ 5542 h 6345"/>
                  <a:gd name="connsiteX8" fmla="*/ 3401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1"/>
                    </a:moveTo>
                    <a:cubicBezTo>
                      <a:pt x="4242" y="6471"/>
                      <a:pt x="5049" y="6136"/>
                      <a:pt x="5644" y="5542"/>
                    </a:cubicBezTo>
                    <a:cubicBezTo>
                      <a:pt x="6238" y="4947"/>
                      <a:pt x="6572" y="4139"/>
                      <a:pt x="6572" y="3298"/>
                    </a:cubicBezTo>
                    <a:cubicBezTo>
                      <a:pt x="6572" y="2457"/>
                      <a:pt x="6238" y="1650"/>
                      <a:pt x="5644" y="1055"/>
                    </a:cubicBezTo>
                    <a:cubicBezTo>
                      <a:pt x="5049" y="460"/>
                      <a:pt x="4242" y="125"/>
                      <a:pt x="3401" y="125"/>
                    </a:cubicBezTo>
                    <a:cubicBezTo>
                      <a:pt x="2560" y="125"/>
                      <a:pt x="1753" y="460"/>
                      <a:pt x="1158" y="1055"/>
                    </a:cubicBezTo>
                    <a:cubicBezTo>
                      <a:pt x="564" y="1650"/>
                      <a:pt x="229" y="2457"/>
                      <a:pt x="229" y="3298"/>
                    </a:cubicBezTo>
                    <a:cubicBezTo>
                      <a:pt x="229" y="4139"/>
                      <a:pt x="564" y="4947"/>
                      <a:pt x="1158" y="5542"/>
                    </a:cubicBezTo>
                    <a:cubicBezTo>
                      <a:pt x="1753" y="6136"/>
                      <a:pt x="2560" y="6471"/>
                      <a:pt x="3401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04" name="Freeform: Shape 2303">
                <a:extLst>
                  <a:ext uri="{FF2B5EF4-FFF2-40B4-BE49-F238E27FC236}">
                    <a16:creationId xmlns:a16="http://schemas.microsoft.com/office/drawing/2014/main" id="{4DD53F3A-9BC3-5C10-FE20-E813FAE1DFD9}"/>
                  </a:ext>
                </a:extLst>
              </p:cNvPr>
              <p:cNvSpPr/>
              <p:nvPr/>
            </p:nvSpPr>
            <p:spPr>
              <a:xfrm>
                <a:off x="3767047" y="5076639"/>
                <a:ext cx="6343" cy="6345"/>
              </a:xfrm>
              <a:custGeom>
                <a:avLst/>
                <a:gdLst>
                  <a:gd name="connsiteX0" fmla="*/ 3401 w 6343"/>
                  <a:gd name="connsiteY0" fmla="*/ 6471 h 6345"/>
                  <a:gd name="connsiteX1" fmla="*/ 5644 w 6343"/>
                  <a:gd name="connsiteY1" fmla="*/ 5542 h 6345"/>
                  <a:gd name="connsiteX2" fmla="*/ 6573 w 6343"/>
                  <a:gd name="connsiteY2" fmla="*/ 3299 h 6345"/>
                  <a:gd name="connsiteX3" fmla="*/ 5644 w 6343"/>
                  <a:gd name="connsiteY3" fmla="*/ 1055 h 6345"/>
                  <a:gd name="connsiteX4" fmla="*/ 3401 w 6343"/>
                  <a:gd name="connsiteY4" fmla="*/ 126 h 6345"/>
                  <a:gd name="connsiteX5" fmla="*/ 1159 w 6343"/>
                  <a:gd name="connsiteY5" fmla="*/ 1055 h 6345"/>
                  <a:gd name="connsiteX6" fmla="*/ 230 w 6343"/>
                  <a:gd name="connsiteY6" fmla="*/ 3299 h 6345"/>
                  <a:gd name="connsiteX7" fmla="*/ 1159 w 6343"/>
                  <a:gd name="connsiteY7" fmla="*/ 5542 h 6345"/>
                  <a:gd name="connsiteX8" fmla="*/ 3401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1"/>
                    </a:moveTo>
                    <a:cubicBezTo>
                      <a:pt x="4242" y="6471"/>
                      <a:pt x="5049" y="6137"/>
                      <a:pt x="5644" y="5542"/>
                    </a:cubicBezTo>
                    <a:cubicBezTo>
                      <a:pt x="6239" y="4947"/>
                      <a:pt x="6573" y="4140"/>
                      <a:pt x="6573" y="3299"/>
                    </a:cubicBezTo>
                    <a:cubicBezTo>
                      <a:pt x="6573" y="2457"/>
                      <a:pt x="6239" y="1650"/>
                      <a:pt x="5644" y="1055"/>
                    </a:cubicBezTo>
                    <a:cubicBezTo>
                      <a:pt x="5049" y="460"/>
                      <a:pt x="4242" y="126"/>
                      <a:pt x="3401" y="126"/>
                    </a:cubicBezTo>
                    <a:cubicBezTo>
                      <a:pt x="2560" y="126"/>
                      <a:pt x="1753" y="460"/>
                      <a:pt x="1159" y="1055"/>
                    </a:cubicBezTo>
                    <a:cubicBezTo>
                      <a:pt x="564" y="1650"/>
                      <a:pt x="230" y="2457"/>
                      <a:pt x="230" y="3299"/>
                    </a:cubicBezTo>
                    <a:cubicBezTo>
                      <a:pt x="230" y="4140"/>
                      <a:pt x="564" y="4947"/>
                      <a:pt x="1159" y="5542"/>
                    </a:cubicBezTo>
                    <a:cubicBezTo>
                      <a:pt x="1753" y="6137"/>
                      <a:pt x="2560" y="6471"/>
                      <a:pt x="3401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05" name="Freeform: Shape 2304">
                <a:extLst>
                  <a:ext uri="{FF2B5EF4-FFF2-40B4-BE49-F238E27FC236}">
                    <a16:creationId xmlns:a16="http://schemas.microsoft.com/office/drawing/2014/main" id="{0C6039EA-1F22-3165-FA9D-E455DD90B073}"/>
                  </a:ext>
                </a:extLst>
              </p:cNvPr>
              <p:cNvSpPr/>
              <p:nvPr/>
            </p:nvSpPr>
            <p:spPr>
              <a:xfrm>
                <a:off x="3771837" y="4822670"/>
                <a:ext cx="6343" cy="6345"/>
              </a:xfrm>
              <a:custGeom>
                <a:avLst/>
                <a:gdLst>
                  <a:gd name="connsiteX0" fmla="*/ 3402 w 6343"/>
                  <a:gd name="connsiteY0" fmla="*/ 6451 h 6345"/>
                  <a:gd name="connsiteX1" fmla="*/ 5644 w 6343"/>
                  <a:gd name="connsiteY1" fmla="*/ 5522 h 6345"/>
                  <a:gd name="connsiteX2" fmla="*/ 6573 w 6343"/>
                  <a:gd name="connsiteY2" fmla="*/ 3279 h 6345"/>
                  <a:gd name="connsiteX3" fmla="*/ 5644 w 6343"/>
                  <a:gd name="connsiteY3" fmla="*/ 1035 h 6345"/>
                  <a:gd name="connsiteX4" fmla="*/ 3402 w 6343"/>
                  <a:gd name="connsiteY4" fmla="*/ 106 h 6345"/>
                  <a:gd name="connsiteX5" fmla="*/ 1159 w 6343"/>
                  <a:gd name="connsiteY5" fmla="*/ 1035 h 6345"/>
                  <a:gd name="connsiteX6" fmla="*/ 230 w 6343"/>
                  <a:gd name="connsiteY6" fmla="*/ 3279 h 6345"/>
                  <a:gd name="connsiteX7" fmla="*/ 1159 w 6343"/>
                  <a:gd name="connsiteY7" fmla="*/ 5522 h 6345"/>
                  <a:gd name="connsiteX8" fmla="*/ 3402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51"/>
                    </a:moveTo>
                    <a:cubicBezTo>
                      <a:pt x="4243" y="6451"/>
                      <a:pt x="5050" y="6117"/>
                      <a:pt x="5644" y="5522"/>
                    </a:cubicBezTo>
                    <a:cubicBezTo>
                      <a:pt x="6239" y="4927"/>
                      <a:pt x="6573" y="4120"/>
                      <a:pt x="6573" y="3279"/>
                    </a:cubicBezTo>
                    <a:cubicBezTo>
                      <a:pt x="6573" y="2437"/>
                      <a:pt x="6239" y="1630"/>
                      <a:pt x="5644" y="1035"/>
                    </a:cubicBezTo>
                    <a:cubicBezTo>
                      <a:pt x="5050" y="440"/>
                      <a:pt x="4243" y="106"/>
                      <a:pt x="3402" y="106"/>
                    </a:cubicBezTo>
                    <a:cubicBezTo>
                      <a:pt x="2561" y="106"/>
                      <a:pt x="1754" y="440"/>
                      <a:pt x="1159" y="1035"/>
                    </a:cubicBezTo>
                    <a:cubicBezTo>
                      <a:pt x="564" y="1630"/>
                      <a:pt x="230" y="2437"/>
                      <a:pt x="230" y="3279"/>
                    </a:cubicBezTo>
                    <a:cubicBezTo>
                      <a:pt x="230" y="4120"/>
                      <a:pt x="564" y="4927"/>
                      <a:pt x="1159" y="5522"/>
                    </a:cubicBezTo>
                    <a:cubicBezTo>
                      <a:pt x="1754" y="6117"/>
                      <a:pt x="2561" y="6451"/>
                      <a:pt x="3402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06" name="Freeform: Shape 2305">
                <a:extLst>
                  <a:ext uri="{FF2B5EF4-FFF2-40B4-BE49-F238E27FC236}">
                    <a16:creationId xmlns:a16="http://schemas.microsoft.com/office/drawing/2014/main" id="{AEC98EBE-FB05-218C-D803-8D6CAC9558AC}"/>
                  </a:ext>
                </a:extLst>
              </p:cNvPr>
              <p:cNvSpPr/>
              <p:nvPr/>
            </p:nvSpPr>
            <p:spPr>
              <a:xfrm>
                <a:off x="3777468" y="4822350"/>
                <a:ext cx="6343" cy="6345"/>
              </a:xfrm>
              <a:custGeom>
                <a:avLst/>
                <a:gdLst>
                  <a:gd name="connsiteX0" fmla="*/ 3402 w 6343"/>
                  <a:gd name="connsiteY0" fmla="*/ 6451 h 6345"/>
                  <a:gd name="connsiteX1" fmla="*/ 5645 w 6343"/>
                  <a:gd name="connsiteY1" fmla="*/ 5522 h 6345"/>
                  <a:gd name="connsiteX2" fmla="*/ 6574 w 6343"/>
                  <a:gd name="connsiteY2" fmla="*/ 3279 h 6345"/>
                  <a:gd name="connsiteX3" fmla="*/ 5645 w 6343"/>
                  <a:gd name="connsiteY3" fmla="*/ 1035 h 6345"/>
                  <a:gd name="connsiteX4" fmla="*/ 3402 w 6343"/>
                  <a:gd name="connsiteY4" fmla="*/ 106 h 6345"/>
                  <a:gd name="connsiteX5" fmla="*/ 1160 w 6343"/>
                  <a:gd name="connsiteY5" fmla="*/ 1035 h 6345"/>
                  <a:gd name="connsiteX6" fmla="*/ 231 w 6343"/>
                  <a:gd name="connsiteY6" fmla="*/ 3279 h 6345"/>
                  <a:gd name="connsiteX7" fmla="*/ 1160 w 6343"/>
                  <a:gd name="connsiteY7" fmla="*/ 5522 h 6345"/>
                  <a:gd name="connsiteX8" fmla="*/ 3402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51"/>
                    </a:moveTo>
                    <a:cubicBezTo>
                      <a:pt x="4243" y="6451"/>
                      <a:pt x="5050" y="6117"/>
                      <a:pt x="5645" y="5522"/>
                    </a:cubicBezTo>
                    <a:cubicBezTo>
                      <a:pt x="6240" y="4927"/>
                      <a:pt x="6574" y="4120"/>
                      <a:pt x="6574" y="3279"/>
                    </a:cubicBezTo>
                    <a:cubicBezTo>
                      <a:pt x="6574" y="2437"/>
                      <a:pt x="6240" y="1630"/>
                      <a:pt x="5645" y="1035"/>
                    </a:cubicBezTo>
                    <a:cubicBezTo>
                      <a:pt x="5050" y="440"/>
                      <a:pt x="4243" y="106"/>
                      <a:pt x="3402" y="106"/>
                    </a:cubicBezTo>
                    <a:cubicBezTo>
                      <a:pt x="2561" y="106"/>
                      <a:pt x="1754" y="440"/>
                      <a:pt x="1160" y="1035"/>
                    </a:cubicBezTo>
                    <a:cubicBezTo>
                      <a:pt x="565" y="1630"/>
                      <a:pt x="231" y="2437"/>
                      <a:pt x="231" y="3279"/>
                    </a:cubicBezTo>
                    <a:cubicBezTo>
                      <a:pt x="231" y="4120"/>
                      <a:pt x="565" y="4927"/>
                      <a:pt x="1160" y="5522"/>
                    </a:cubicBezTo>
                    <a:cubicBezTo>
                      <a:pt x="1754" y="6117"/>
                      <a:pt x="2561" y="6451"/>
                      <a:pt x="3402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07" name="Freeform: Shape 2306">
                <a:extLst>
                  <a:ext uri="{FF2B5EF4-FFF2-40B4-BE49-F238E27FC236}">
                    <a16:creationId xmlns:a16="http://schemas.microsoft.com/office/drawing/2014/main" id="{B259E792-4D4E-C5E1-AC20-17270E5A5AF8}"/>
                  </a:ext>
                </a:extLst>
              </p:cNvPr>
              <p:cNvSpPr/>
              <p:nvPr/>
            </p:nvSpPr>
            <p:spPr>
              <a:xfrm>
                <a:off x="3782866" y="4819694"/>
                <a:ext cx="6343" cy="6345"/>
              </a:xfrm>
              <a:custGeom>
                <a:avLst/>
                <a:gdLst>
                  <a:gd name="connsiteX0" fmla="*/ 3403 w 6343"/>
                  <a:gd name="connsiteY0" fmla="*/ 6451 h 6345"/>
                  <a:gd name="connsiteX1" fmla="*/ 5645 w 6343"/>
                  <a:gd name="connsiteY1" fmla="*/ 5522 h 6345"/>
                  <a:gd name="connsiteX2" fmla="*/ 6574 w 6343"/>
                  <a:gd name="connsiteY2" fmla="*/ 3278 h 6345"/>
                  <a:gd name="connsiteX3" fmla="*/ 5645 w 6343"/>
                  <a:gd name="connsiteY3" fmla="*/ 1035 h 6345"/>
                  <a:gd name="connsiteX4" fmla="*/ 3403 w 6343"/>
                  <a:gd name="connsiteY4" fmla="*/ 106 h 6345"/>
                  <a:gd name="connsiteX5" fmla="*/ 1160 w 6343"/>
                  <a:gd name="connsiteY5" fmla="*/ 1035 h 6345"/>
                  <a:gd name="connsiteX6" fmla="*/ 231 w 6343"/>
                  <a:gd name="connsiteY6" fmla="*/ 3278 h 6345"/>
                  <a:gd name="connsiteX7" fmla="*/ 1160 w 6343"/>
                  <a:gd name="connsiteY7" fmla="*/ 5522 h 6345"/>
                  <a:gd name="connsiteX8" fmla="*/ 3403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51"/>
                    </a:moveTo>
                    <a:cubicBezTo>
                      <a:pt x="4244" y="6451"/>
                      <a:pt x="5050" y="6117"/>
                      <a:pt x="5645" y="5522"/>
                    </a:cubicBezTo>
                    <a:cubicBezTo>
                      <a:pt x="6240" y="4927"/>
                      <a:pt x="6574" y="4120"/>
                      <a:pt x="6574" y="3278"/>
                    </a:cubicBezTo>
                    <a:cubicBezTo>
                      <a:pt x="6574" y="2437"/>
                      <a:pt x="6240" y="1630"/>
                      <a:pt x="5645" y="1035"/>
                    </a:cubicBezTo>
                    <a:cubicBezTo>
                      <a:pt x="5050" y="440"/>
                      <a:pt x="4244" y="106"/>
                      <a:pt x="3403" y="106"/>
                    </a:cubicBezTo>
                    <a:cubicBezTo>
                      <a:pt x="2561" y="106"/>
                      <a:pt x="1755" y="440"/>
                      <a:pt x="1160" y="1035"/>
                    </a:cubicBezTo>
                    <a:cubicBezTo>
                      <a:pt x="565" y="1630"/>
                      <a:pt x="231" y="2437"/>
                      <a:pt x="231" y="3278"/>
                    </a:cubicBezTo>
                    <a:cubicBezTo>
                      <a:pt x="231" y="4120"/>
                      <a:pt x="565" y="4927"/>
                      <a:pt x="1160" y="5522"/>
                    </a:cubicBezTo>
                    <a:cubicBezTo>
                      <a:pt x="1755" y="6117"/>
                      <a:pt x="2561" y="6451"/>
                      <a:pt x="3403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08" name="Freeform: Shape 2307">
                <a:extLst>
                  <a:ext uri="{FF2B5EF4-FFF2-40B4-BE49-F238E27FC236}">
                    <a16:creationId xmlns:a16="http://schemas.microsoft.com/office/drawing/2014/main" id="{955B43C6-6398-23EA-DF2F-5F7B56F69D60}"/>
                  </a:ext>
                </a:extLst>
              </p:cNvPr>
              <p:cNvSpPr/>
              <p:nvPr/>
            </p:nvSpPr>
            <p:spPr>
              <a:xfrm>
                <a:off x="3788311" y="4817261"/>
                <a:ext cx="6343" cy="6345"/>
              </a:xfrm>
              <a:custGeom>
                <a:avLst/>
                <a:gdLst>
                  <a:gd name="connsiteX0" fmla="*/ 3403 w 6343"/>
                  <a:gd name="connsiteY0" fmla="*/ 6451 h 6345"/>
                  <a:gd name="connsiteX1" fmla="*/ 5646 w 6343"/>
                  <a:gd name="connsiteY1" fmla="*/ 5522 h 6345"/>
                  <a:gd name="connsiteX2" fmla="*/ 6575 w 6343"/>
                  <a:gd name="connsiteY2" fmla="*/ 3278 h 6345"/>
                  <a:gd name="connsiteX3" fmla="*/ 5646 w 6343"/>
                  <a:gd name="connsiteY3" fmla="*/ 1035 h 6345"/>
                  <a:gd name="connsiteX4" fmla="*/ 3403 w 6343"/>
                  <a:gd name="connsiteY4" fmla="*/ 105 h 6345"/>
                  <a:gd name="connsiteX5" fmla="*/ 1160 w 6343"/>
                  <a:gd name="connsiteY5" fmla="*/ 1035 h 6345"/>
                  <a:gd name="connsiteX6" fmla="*/ 231 w 6343"/>
                  <a:gd name="connsiteY6" fmla="*/ 3278 h 6345"/>
                  <a:gd name="connsiteX7" fmla="*/ 1160 w 6343"/>
                  <a:gd name="connsiteY7" fmla="*/ 5522 h 6345"/>
                  <a:gd name="connsiteX8" fmla="*/ 3403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51"/>
                    </a:moveTo>
                    <a:cubicBezTo>
                      <a:pt x="4244" y="6451"/>
                      <a:pt x="5051" y="6117"/>
                      <a:pt x="5646" y="5522"/>
                    </a:cubicBezTo>
                    <a:cubicBezTo>
                      <a:pt x="6240" y="4927"/>
                      <a:pt x="6575" y="4120"/>
                      <a:pt x="6575" y="3278"/>
                    </a:cubicBezTo>
                    <a:cubicBezTo>
                      <a:pt x="6575" y="2437"/>
                      <a:pt x="6240" y="1630"/>
                      <a:pt x="5646" y="1035"/>
                    </a:cubicBezTo>
                    <a:cubicBezTo>
                      <a:pt x="5051" y="440"/>
                      <a:pt x="4244" y="105"/>
                      <a:pt x="3403" y="105"/>
                    </a:cubicBezTo>
                    <a:cubicBezTo>
                      <a:pt x="2562" y="105"/>
                      <a:pt x="1755" y="440"/>
                      <a:pt x="1160" y="1035"/>
                    </a:cubicBezTo>
                    <a:cubicBezTo>
                      <a:pt x="566" y="1630"/>
                      <a:pt x="231" y="2437"/>
                      <a:pt x="231" y="3278"/>
                    </a:cubicBezTo>
                    <a:cubicBezTo>
                      <a:pt x="231" y="4120"/>
                      <a:pt x="566" y="4927"/>
                      <a:pt x="1160" y="5522"/>
                    </a:cubicBezTo>
                    <a:cubicBezTo>
                      <a:pt x="1755" y="6117"/>
                      <a:pt x="2562" y="6451"/>
                      <a:pt x="3403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09" name="Freeform: Shape 2308">
                <a:extLst>
                  <a:ext uri="{FF2B5EF4-FFF2-40B4-BE49-F238E27FC236}">
                    <a16:creationId xmlns:a16="http://schemas.microsoft.com/office/drawing/2014/main" id="{2388C164-98A8-6133-26F3-140ACC059146}"/>
                  </a:ext>
                </a:extLst>
              </p:cNvPr>
              <p:cNvSpPr/>
              <p:nvPr/>
            </p:nvSpPr>
            <p:spPr>
              <a:xfrm>
                <a:off x="3794941" y="4828336"/>
                <a:ext cx="6343" cy="6345"/>
              </a:xfrm>
              <a:custGeom>
                <a:avLst/>
                <a:gdLst>
                  <a:gd name="connsiteX0" fmla="*/ 3404 w 6343"/>
                  <a:gd name="connsiteY0" fmla="*/ 6452 h 6345"/>
                  <a:gd name="connsiteX1" fmla="*/ 5646 w 6343"/>
                  <a:gd name="connsiteY1" fmla="*/ 5522 h 6345"/>
                  <a:gd name="connsiteX2" fmla="*/ 6575 w 6343"/>
                  <a:gd name="connsiteY2" fmla="*/ 3279 h 6345"/>
                  <a:gd name="connsiteX3" fmla="*/ 5646 w 6343"/>
                  <a:gd name="connsiteY3" fmla="*/ 1036 h 6345"/>
                  <a:gd name="connsiteX4" fmla="*/ 3404 w 6343"/>
                  <a:gd name="connsiteY4" fmla="*/ 106 h 6345"/>
                  <a:gd name="connsiteX5" fmla="*/ 1161 w 6343"/>
                  <a:gd name="connsiteY5" fmla="*/ 1036 h 6345"/>
                  <a:gd name="connsiteX6" fmla="*/ 232 w 6343"/>
                  <a:gd name="connsiteY6" fmla="*/ 3279 h 6345"/>
                  <a:gd name="connsiteX7" fmla="*/ 1161 w 6343"/>
                  <a:gd name="connsiteY7" fmla="*/ 5522 h 6345"/>
                  <a:gd name="connsiteX8" fmla="*/ 3404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52"/>
                    </a:moveTo>
                    <a:cubicBezTo>
                      <a:pt x="4245" y="6452"/>
                      <a:pt x="5051" y="6117"/>
                      <a:pt x="5646" y="5522"/>
                    </a:cubicBezTo>
                    <a:cubicBezTo>
                      <a:pt x="6241" y="4927"/>
                      <a:pt x="6575" y="4120"/>
                      <a:pt x="6575" y="3279"/>
                    </a:cubicBezTo>
                    <a:cubicBezTo>
                      <a:pt x="6575" y="2438"/>
                      <a:pt x="6241" y="1631"/>
                      <a:pt x="5646" y="1036"/>
                    </a:cubicBezTo>
                    <a:cubicBezTo>
                      <a:pt x="5051" y="441"/>
                      <a:pt x="4245" y="106"/>
                      <a:pt x="3404" y="106"/>
                    </a:cubicBezTo>
                    <a:cubicBezTo>
                      <a:pt x="2562" y="106"/>
                      <a:pt x="1756" y="441"/>
                      <a:pt x="1161" y="1036"/>
                    </a:cubicBezTo>
                    <a:cubicBezTo>
                      <a:pt x="566" y="1631"/>
                      <a:pt x="232" y="2438"/>
                      <a:pt x="232" y="3279"/>
                    </a:cubicBezTo>
                    <a:cubicBezTo>
                      <a:pt x="232" y="4120"/>
                      <a:pt x="566" y="4927"/>
                      <a:pt x="1161" y="5522"/>
                    </a:cubicBezTo>
                    <a:cubicBezTo>
                      <a:pt x="1756" y="6117"/>
                      <a:pt x="2562" y="6452"/>
                      <a:pt x="3404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10" name="Freeform: Shape 2309">
                <a:extLst>
                  <a:ext uri="{FF2B5EF4-FFF2-40B4-BE49-F238E27FC236}">
                    <a16:creationId xmlns:a16="http://schemas.microsoft.com/office/drawing/2014/main" id="{D030EC09-9DFA-58F9-F429-D288DD54FB05}"/>
                  </a:ext>
                </a:extLst>
              </p:cNvPr>
              <p:cNvSpPr/>
              <p:nvPr/>
            </p:nvSpPr>
            <p:spPr>
              <a:xfrm>
                <a:off x="3800492" y="4827684"/>
                <a:ext cx="6343" cy="6345"/>
              </a:xfrm>
              <a:custGeom>
                <a:avLst/>
                <a:gdLst>
                  <a:gd name="connsiteX0" fmla="*/ 3404 w 6343"/>
                  <a:gd name="connsiteY0" fmla="*/ 6452 h 6345"/>
                  <a:gd name="connsiteX1" fmla="*/ 5647 w 6343"/>
                  <a:gd name="connsiteY1" fmla="*/ 5522 h 6345"/>
                  <a:gd name="connsiteX2" fmla="*/ 6576 w 6343"/>
                  <a:gd name="connsiteY2" fmla="*/ 3279 h 6345"/>
                  <a:gd name="connsiteX3" fmla="*/ 5647 w 6343"/>
                  <a:gd name="connsiteY3" fmla="*/ 1035 h 6345"/>
                  <a:gd name="connsiteX4" fmla="*/ 3404 w 6343"/>
                  <a:gd name="connsiteY4" fmla="*/ 106 h 6345"/>
                  <a:gd name="connsiteX5" fmla="*/ 1161 w 6343"/>
                  <a:gd name="connsiteY5" fmla="*/ 1035 h 6345"/>
                  <a:gd name="connsiteX6" fmla="*/ 232 w 6343"/>
                  <a:gd name="connsiteY6" fmla="*/ 3279 h 6345"/>
                  <a:gd name="connsiteX7" fmla="*/ 1161 w 6343"/>
                  <a:gd name="connsiteY7" fmla="*/ 5522 h 6345"/>
                  <a:gd name="connsiteX8" fmla="*/ 3404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52"/>
                    </a:moveTo>
                    <a:cubicBezTo>
                      <a:pt x="4245" y="6452"/>
                      <a:pt x="5052" y="6117"/>
                      <a:pt x="5647" y="5522"/>
                    </a:cubicBezTo>
                    <a:cubicBezTo>
                      <a:pt x="6241" y="4927"/>
                      <a:pt x="6576" y="4120"/>
                      <a:pt x="6576" y="3279"/>
                    </a:cubicBezTo>
                    <a:cubicBezTo>
                      <a:pt x="6576" y="2438"/>
                      <a:pt x="6241" y="1630"/>
                      <a:pt x="5647" y="1035"/>
                    </a:cubicBezTo>
                    <a:cubicBezTo>
                      <a:pt x="5052" y="441"/>
                      <a:pt x="4245" y="106"/>
                      <a:pt x="3404" y="106"/>
                    </a:cubicBezTo>
                    <a:cubicBezTo>
                      <a:pt x="2563" y="106"/>
                      <a:pt x="1756" y="441"/>
                      <a:pt x="1161" y="1035"/>
                    </a:cubicBezTo>
                    <a:cubicBezTo>
                      <a:pt x="567" y="1630"/>
                      <a:pt x="232" y="2438"/>
                      <a:pt x="232" y="3279"/>
                    </a:cubicBezTo>
                    <a:cubicBezTo>
                      <a:pt x="232" y="4120"/>
                      <a:pt x="567" y="4927"/>
                      <a:pt x="1161" y="5522"/>
                    </a:cubicBezTo>
                    <a:cubicBezTo>
                      <a:pt x="1756" y="6117"/>
                      <a:pt x="2563" y="6452"/>
                      <a:pt x="3404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11" name="Freeform: Shape 2310">
                <a:extLst>
                  <a:ext uri="{FF2B5EF4-FFF2-40B4-BE49-F238E27FC236}">
                    <a16:creationId xmlns:a16="http://schemas.microsoft.com/office/drawing/2014/main" id="{73067F7D-CB49-9C98-B66E-2CE95A281210}"/>
                  </a:ext>
                </a:extLst>
              </p:cNvPr>
              <p:cNvSpPr/>
              <p:nvPr/>
            </p:nvSpPr>
            <p:spPr>
              <a:xfrm>
                <a:off x="3800158" y="4548742"/>
                <a:ext cx="6343" cy="6345"/>
              </a:xfrm>
              <a:custGeom>
                <a:avLst/>
                <a:gdLst>
                  <a:gd name="connsiteX0" fmla="*/ 3404 w 6343"/>
                  <a:gd name="connsiteY0" fmla="*/ 6430 h 6345"/>
                  <a:gd name="connsiteX1" fmla="*/ 5647 w 6343"/>
                  <a:gd name="connsiteY1" fmla="*/ 5500 h 6345"/>
                  <a:gd name="connsiteX2" fmla="*/ 6575 w 6343"/>
                  <a:gd name="connsiteY2" fmla="*/ 3257 h 6345"/>
                  <a:gd name="connsiteX3" fmla="*/ 5647 w 6343"/>
                  <a:gd name="connsiteY3" fmla="*/ 1014 h 6345"/>
                  <a:gd name="connsiteX4" fmla="*/ 3404 w 6343"/>
                  <a:gd name="connsiteY4" fmla="*/ 84 h 6345"/>
                  <a:gd name="connsiteX5" fmla="*/ 1161 w 6343"/>
                  <a:gd name="connsiteY5" fmla="*/ 1014 h 6345"/>
                  <a:gd name="connsiteX6" fmla="*/ 232 w 6343"/>
                  <a:gd name="connsiteY6" fmla="*/ 3257 h 6345"/>
                  <a:gd name="connsiteX7" fmla="*/ 1161 w 6343"/>
                  <a:gd name="connsiteY7" fmla="*/ 5500 h 6345"/>
                  <a:gd name="connsiteX8" fmla="*/ 3404 w 6343"/>
                  <a:gd name="connsiteY8" fmla="*/ 64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30"/>
                    </a:moveTo>
                    <a:cubicBezTo>
                      <a:pt x="4245" y="6430"/>
                      <a:pt x="5052" y="6095"/>
                      <a:pt x="5647" y="5500"/>
                    </a:cubicBezTo>
                    <a:cubicBezTo>
                      <a:pt x="6241" y="4905"/>
                      <a:pt x="6575" y="4098"/>
                      <a:pt x="6575" y="3257"/>
                    </a:cubicBezTo>
                    <a:cubicBezTo>
                      <a:pt x="6575" y="2416"/>
                      <a:pt x="6241" y="1608"/>
                      <a:pt x="5647" y="1014"/>
                    </a:cubicBezTo>
                    <a:cubicBezTo>
                      <a:pt x="5052" y="419"/>
                      <a:pt x="4245" y="84"/>
                      <a:pt x="3404" y="84"/>
                    </a:cubicBezTo>
                    <a:cubicBezTo>
                      <a:pt x="2563" y="84"/>
                      <a:pt x="1756" y="419"/>
                      <a:pt x="1161" y="1014"/>
                    </a:cubicBezTo>
                    <a:cubicBezTo>
                      <a:pt x="567" y="1608"/>
                      <a:pt x="232" y="2416"/>
                      <a:pt x="232" y="3257"/>
                    </a:cubicBezTo>
                    <a:cubicBezTo>
                      <a:pt x="232" y="4098"/>
                      <a:pt x="567" y="4905"/>
                      <a:pt x="1161" y="5500"/>
                    </a:cubicBezTo>
                    <a:cubicBezTo>
                      <a:pt x="1756" y="6095"/>
                      <a:pt x="2563" y="6430"/>
                      <a:pt x="3404" y="64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12" name="Freeform: Shape 2311">
                <a:extLst>
                  <a:ext uri="{FF2B5EF4-FFF2-40B4-BE49-F238E27FC236}">
                    <a16:creationId xmlns:a16="http://schemas.microsoft.com/office/drawing/2014/main" id="{C5C8F6BD-6576-A0FE-42FC-325796AA6710}"/>
                  </a:ext>
                </a:extLst>
              </p:cNvPr>
              <p:cNvSpPr/>
              <p:nvPr/>
            </p:nvSpPr>
            <p:spPr>
              <a:xfrm>
                <a:off x="3808191" y="4561917"/>
                <a:ext cx="6343" cy="6345"/>
              </a:xfrm>
              <a:custGeom>
                <a:avLst/>
                <a:gdLst>
                  <a:gd name="connsiteX0" fmla="*/ 3405 w 6343"/>
                  <a:gd name="connsiteY0" fmla="*/ 6431 h 6345"/>
                  <a:gd name="connsiteX1" fmla="*/ 5647 w 6343"/>
                  <a:gd name="connsiteY1" fmla="*/ 5501 h 6345"/>
                  <a:gd name="connsiteX2" fmla="*/ 6576 w 6343"/>
                  <a:gd name="connsiteY2" fmla="*/ 3258 h 6345"/>
                  <a:gd name="connsiteX3" fmla="*/ 5647 w 6343"/>
                  <a:gd name="connsiteY3" fmla="*/ 1015 h 6345"/>
                  <a:gd name="connsiteX4" fmla="*/ 3405 w 6343"/>
                  <a:gd name="connsiteY4" fmla="*/ 85 h 6345"/>
                  <a:gd name="connsiteX5" fmla="*/ 1162 w 6343"/>
                  <a:gd name="connsiteY5" fmla="*/ 1015 h 6345"/>
                  <a:gd name="connsiteX6" fmla="*/ 233 w 6343"/>
                  <a:gd name="connsiteY6" fmla="*/ 3258 h 6345"/>
                  <a:gd name="connsiteX7" fmla="*/ 1162 w 6343"/>
                  <a:gd name="connsiteY7" fmla="*/ 5501 h 6345"/>
                  <a:gd name="connsiteX8" fmla="*/ 3405 w 6343"/>
                  <a:gd name="connsiteY8" fmla="*/ 64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31"/>
                    </a:moveTo>
                    <a:cubicBezTo>
                      <a:pt x="4246" y="6431"/>
                      <a:pt x="5052" y="6096"/>
                      <a:pt x="5647" y="5501"/>
                    </a:cubicBezTo>
                    <a:cubicBezTo>
                      <a:pt x="6242" y="4906"/>
                      <a:pt x="6576" y="4099"/>
                      <a:pt x="6576" y="3258"/>
                    </a:cubicBezTo>
                    <a:cubicBezTo>
                      <a:pt x="6576" y="2417"/>
                      <a:pt x="6242" y="1610"/>
                      <a:pt x="5647" y="1015"/>
                    </a:cubicBezTo>
                    <a:cubicBezTo>
                      <a:pt x="5052" y="420"/>
                      <a:pt x="4246" y="85"/>
                      <a:pt x="3405" y="85"/>
                    </a:cubicBezTo>
                    <a:cubicBezTo>
                      <a:pt x="2563" y="85"/>
                      <a:pt x="1757" y="420"/>
                      <a:pt x="1162" y="1015"/>
                    </a:cubicBezTo>
                    <a:cubicBezTo>
                      <a:pt x="567" y="1610"/>
                      <a:pt x="233" y="2417"/>
                      <a:pt x="233" y="3258"/>
                    </a:cubicBezTo>
                    <a:cubicBezTo>
                      <a:pt x="233" y="4099"/>
                      <a:pt x="567" y="4906"/>
                      <a:pt x="1162" y="5501"/>
                    </a:cubicBezTo>
                    <a:cubicBezTo>
                      <a:pt x="1757" y="6096"/>
                      <a:pt x="2563" y="6431"/>
                      <a:pt x="3405" y="64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13" name="Freeform: Shape 2312">
                <a:extLst>
                  <a:ext uri="{FF2B5EF4-FFF2-40B4-BE49-F238E27FC236}">
                    <a16:creationId xmlns:a16="http://schemas.microsoft.com/office/drawing/2014/main" id="{5CED924C-63BA-72BC-EE3F-111A964E92FE}"/>
                  </a:ext>
                </a:extLst>
              </p:cNvPr>
              <p:cNvSpPr/>
              <p:nvPr/>
            </p:nvSpPr>
            <p:spPr>
              <a:xfrm>
                <a:off x="3815141" y="4556451"/>
                <a:ext cx="6343" cy="6345"/>
              </a:xfrm>
              <a:custGeom>
                <a:avLst/>
                <a:gdLst>
                  <a:gd name="connsiteX0" fmla="*/ 3405 w 6343"/>
                  <a:gd name="connsiteY0" fmla="*/ 6430 h 6345"/>
                  <a:gd name="connsiteX1" fmla="*/ 5648 w 6343"/>
                  <a:gd name="connsiteY1" fmla="*/ 5501 h 6345"/>
                  <a:gd name="connsiteX2" fmla="*/ 6577 w 6343"/>
                  <a:gd name="connsiteY2" fmla="*/ 3258 h 6345"/>
                  <a:gd name="connsiteX3" fmla="*/ 5648 w 6343"/>
                  <a:gd name="connsiteY3" fmla="*/ 1014 h 6345"/>
                  <a:gd name="connsiteX4" fmla="*/ 3405 w 6343"/>
                  <a:gd name="connsiteY4" fmla="*/ 85 h 6345"/>
                  <a:gd name="connsiteX5" fmla="*/ 1162 w 6343"/>
                  <a:gd name="connsiteY5" fmla="*/ 1014 h 6345"/>
                  <a:gd name="connsiteX6" fmla="*/ 234 w 6343"/>
                  <a:gd name="connsiteY6" fmla="*/ 3258 h 6345"/>
                  <a:gd name="connsiteX7" fmla="*/ 1162 w 6343"/>
                  <a:gd name="connsiteY7" fmla="*/ 5501 h 6345"/>
                  <a:gd name="connsiteX8" fmla="*/ 3405 w 6343"/>
                  <a:gd name="connsiteY8" fmla="*/ 64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30"/>
                    </a:moveTo>
                    <a:cubicBezTo>
                      <a:pt x="4246" y="6430"/>
                      <a:pt x="5053" y="6096"/>
                      <a:pt x="5648" y="5501"/>
                    </a:cubicBezTo>
                    <a:cubicBezTo>
                      <a:pt x="6242" y="4906"/>
                      <a:pt x="6577" y="4099"/>
                      <a:pt x="6577" y="3258"/>
                    </a:cubicBezTo>
                    <a:cubicBezTo>
                      <a:pt x="6577" y="2416"/>
                      <a:pt x="6242" y="1609"/>
                      <a:pt x="5648" y="1014"/>
                    </a:cubicBezTo>
                    <a:cubicBezTo>
                      <a:pt x="5053" y="419"/>
                      <a:pt x="4246" y="85"/>
                      <a:pt x="3405" y="85"/>
                    </a:cubicBezTo>
                    <a:cubicBezTo>
                      <a:pt x="2564" y="85"/>
                      <a:pt x="1757" y="419"/>
                      <a:pt x="1162" y="1014"/>
                    </a:cubicBezTo>
                    <a:cubicBezTo>
                      <a:pt x="568" y="1609"/>
                      <a:pt x="234" y="2416"/>
                      <a:pt x="234" y="3258"/>
                    </a:cubicBezTo>
                    <a:cubicBezTo>
                      <a:pt x="234" y="4099"/>
                      <a:pt x="568" y="4906"/>
                      <a:pt x="1162" y="5501"/>
                    </a:cubicBezTo>
                    <a:cubicBezTo>
                      <a:pt x="1757" y="6096"/>
                      <a:pt x="2564" y="6430"/>
                      <a:pt x="3405" y="64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14" name="Freeform: Shape 2313">
                <a:extLst>
                  <a:ext uri="{FF2B5EF4-FFF2-40B4-BE49-F238E27FC236}">
                    <a16:creationId xmlns:a16="http://schemas.microsoft.com/office/drawing/2014/main" id="{C3B5B7B6-52C9-2E8B-C576-E530B4C84391}"/>
                  </a:ext>
                </a:extLst>
              </p:cNvPr>
              <p:cNvSpPr/>
              <p:nvPr/>
            </p:nvSpPr>
            <p:spPr>
              <a:xfrm>
                <a:off x="3873053" y="4288747"/>
                <a:ext cx="6343" cy="6345"/>
              </a:xfrm>
              <a:custGeom>
                <a:avLst/>
                <a:gdLst>
                  <a:gd name="connsiteX0" fmla="*/ 3410 w 6343"/>
                  <a:gd name="connsiteY0" fmla="*/ 6409 h 6345"/>
                  <a:gd name="connsiteX1" fmla="*/ 5652 w 6343"/>
                  <a:gd name="connsiteY1" fmla="*/ 5480 h 6345"/>
                  <a:gd name="connsiteX2" fmla="*/ 6581 w 6343"/>
                  <a:gd name="connsiteY2" fmla="*/ 3236 h 6345"/>
                  <a:gd name="connsiteX3" fmla="*/ 5652 w 6343"/>
                  <a:gd name="connsiteY3" fmla="*/ 993 h 6345"/>
                  <a:gd name="connsiteX4" fmla="*/ 3410 w 6343"/>
                  <a:gd name="connsiteY4" fmla="*/ 64 h 6345"/>
                  <a:gd name="connsiteX5" fmla="*/ 1167 w 6343"/>
                  <a:gd name="connsiteY5" fmla="*/ 993 h 6345"/>
                  <a:gd name="connsiteX6" fmla="*/ 238 w 6343"/>
                  <a:gd name="connsiteY6" fmla="*/ 3236 h 6345"/>
                  <a:gd name="connsiteX7" fmla="*/ 1167 w 6343"/>
                  <a:gd name="connsiteY7" fmla="*/ 5480 h 6345"/>
                  <a:gd name="connsiteX8" fmla="*/ 3410 w 6343"/>
                  <a:gd name="connsiteY8" fmla="*/ 64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09"/>
                    </a:moveTo>
                    <a:cubicBezTo>
                      <a:pt x="4251" y="6409"/>
                      <a:pt x="5058" y="6075"/>
                      <a:pt x="5652" y="5480"/>
                    </a:cubicBezTo>
                    <a:cubicBezTo>
                      <a:pt x="6247" y="4885"/>
                      <a:pt x="6581" y="4078"/>
                      <a:pt x="6581" y="3236"/>
                    </a:cubicBezTo>
                    <a:cubicBezTo>
                      <a:pt x="6581" y="2395"/>
                      <a:pt x="6247" y="1588"/>
                      <a:pt x="5652" y="993"/>
                    </a:cubicBezTo>
                    <a:cubicBezTo>
                      <a:pt x="5058" y="398"/>
                      <a:pt x="4251" y="64"/>
                      <a:pt x="3410" y="64"/>
                    </a:cubicBezTo>
                    <a:cubicBezTo>
                      <a:pt x="2569" y="64"/>
                      <a:pt x="1762" y="398"/>
                      <a:pt x="1167" y="993"/>
                    </a:cubicBezTo>
                    <a:cubicBezTo>
                      <a:pt x="572" y="1588"/>
                      <a:pt x="238" y="2395"/>
                      <a:pt x="238" y="3236"/>
                    </a:cubicBezTo>
                    <a:cubicBezTo>
                      <a:pt x="238" y="4078"/>
                      <a:pt x="572" y="4885"/>
                      <a:pt x="1167" y="5480"/>
                    </a:cubicBezTo>
                    <a:cubicBezTo>
                      <a:pt x="1762" y="6075"/>
                      <a:pt x="2569" y="6409"/>
                      <a:pt x="3410" y="64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15" name="Freeform: Shape 2314">
                <a:extLst>
                  <a:ext uri="{FF2B5EF4-FFF2-40B4-BE49-F238E27FC236}">
                    <a16:creationId xmlns:a16="http://schemas.microsoft.com/office/drawing/2014/main" id="{FEFF224D-6021-44B3-BB1A-E405175C00D0}"/>
                  </a:ext>
                </a:extLst>
              </p:cNvPr>
              <p:cNvSpPr/>
              <p:nvPr/>
            </p:nvSpPr>
            <p:spPr>
              <a:xfrm>
                <a:off x="3881920" y="4290012"/>
                <a:ext cx="6343" cy="6345"/>
              </a:xfrm>
              <a:custGeom>
                <a:avLst/>
                <a:gdLst>
                  <a:gd name="connsiteX0" fmla="*/ 3410 w 6343"/>
                  <a:gd name="connsiteY0" fmla="*/ 6409 h 6345"/>
                  <a:gd name="connsiteX1" fmla="*/ 5653 w 6343"/>
                  <a:gd name="connsiteY1" fmla="*/ 5480 h 6345"/>
                  <a:gd name="connsiteX2" fmla="*/ 6582 w 6343"/>
                  <a:gd name="connsiteY2" fmla="*/ 3237 h 6345"/>
                  <a:gd name="connsiteX3" fmla="*/ 5653 w 6343"/>
                  <a:gd name="connsiteY3" fmla="*/ 993 h 6345"/>
                  <a:gd name="connsiteX4" fmla="*/ 3410 w 6343"/>
                  <a:gd name="connsiteY4" fmla="*/ 64 h 6345"/>
                  <a:gd name="connsiteX5" fmla="*/ 1168 w 6343"/>
                  <a:gd name="connsiteY5" fmla="*/ 993 h 6345"/>
                  <a:gd name="connsiteX6" fmla="*/ 239 w 6343"/>
                  <a:gd name="connsiteY6" fmla="*/ 3237 h 6345"/>
                  <a:gd name="connsiteX7" fmla="*/ 1168 w 6343"/>
                  <a:gd name="connsiteY7" fmla="*/ 5480 h 6345"/>
                  <a:gd name="connsiteX8" fmla="*/ 3410 w 6343"/>
                  <a:gd name="connsiteY8" fmla="*/ 64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09"/>
                    </a:moveTo>
                    <a:cubicBezTo>
                      <a:pt x="4251" y="6409"/>
                      <a:pt x="5058" y="6075"/>
                      <a:pt x="5653" y="5480"/>
                    </a:cubicBezTo>
                    <a:cubicBezTo>
                      <a:pt x="6248" y="4885"/>
                      <a:pt x="6582" y="4078"/>
                      <a:pt x="6582" y="3237"/>
                    </a:cubicBezTo>
                    <a:cubicBezTo>
                      <a:pt x="6582" y="2395"/>
                      <a:pt x="6248" y="1588"/>
                      <a:pt x="5653" y="993"/>
                    </a:cubicBezTo>
                    <a:cubicBezTo>
                      <a:pt x="5058" y="398"/>
                      <a:pt x="4251" y="64"/>
                      <a:pt x="3410" y="64"/>
                    </a:cubicBezTo>
                    <a:cubicBezTo>
                      <a:pt x="2569" y="64"/>
                      <a:pt x="1763" y="398"/>
                      <a:pt x="1168" y="993"/>
                    </a:cubicBezTo>
                    <a:cubicBezTo>
                      <a:pt x="573" y="1588"/>
                      <a:pt x="239" y="2395"/>
                      <a:pt x="239" y="3237"/>
                    </a:cubicBezTo>
                    <a:cubicBezTo>
                      <a:pt x="239" y="4078"/>
                      <a:pt x="573" y="4885"/>
                      <a:pt x="1168" y="5480"/>
                    </a:cubicBezTo>
                    <a:cubicBezTo>
                      <a:pt x="1763" y="6075"/>
                      <a:pt x="2569" y="6409"/>
                      <a:pt x="3410" y="64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16" name="Freeform: Shape 2315">
                <a:extLst>
                  <a:ext uri="{FF2B5EF4-FFF2-40B4-BE49-F238E27FC236}">
                    <a16:creationId xmlns:a16="http://schemas.microsoft.com/office/drawing/2014/main" id="{D9A0DD62-797E-66B6-267C-07E8D8D06AEF}"/>
                  </a:ext>
                </a:extLst>
              </p:cNvPr>
              <p:cNvSpPr/>
              <p:nvPr/>
            </p:nvSpPr>
            <p:spPr>
              <a:xfrm>
                <a:off x="3890830" y="4286617"/>
                <a:ext cx="6343" cy="6345"/>
              </a:xfrm>
              <a:custGeom>
                <a:avLst/>
                <a:gdLst>
                  <a:gd name="connsiteX0" fmla="*/ 3411 w 6343"/>
                  <a:gd name="connsiteY0" fmla="*/ 6409 h 6345"/>
                  <a:gd name="connsiteX1" fmla="*/ 5654 w 6343"/>
                  <a:gd name="connsiteY1" fmla="*/ 5480 h 6345"/>
                  <a:gd name="connsiteX2" fmla="*/ 6583 w 6343"/>
                  <a:gd name="connsiteY2" fmla="*/ 3236 h 6345"/>
                  <a:gd name="connsiteX3" fmla="*/ 5654 w 6343"/>
                  <a:gd name="connsiteY3" fmla="*/ 993 h 6345"/>
                  <a:gd name="connsiteX4" fmla="*/ 3411 w 6343"/>
                  <a:gd name="connsiteY4" fmla="*/ 64 h 6345"/>
                  <a:gd name="connsiteX5" fmla="*/ 1168 w 6343"/>
                  <a:gd name="connsiteY5" fmla="*/ 993 h 6345"/>
                  <a:gd name="connsiteX6" fmla="*/ 240 w 6343"/>
                  <a:gd name="connsiteY6" fmla="*/ 3236 h 6345"/>
                  <a:gd name="connsiteX7" fmla="*/ 1168 w 6343"/>
                  <a:gd name="connsiteY7" fmla="*/ 5480 h 6345"/>
                  <a:gd name="connsiteX8" fmla="*/ 3411 w 6343"/>
                  <a:gd name="connsiteY8" fmla="*/ 64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09"/>
                    </a:moveTo>
                    <a:cubicBezTo>
                      <a:pt x="4252" y="6409"/>
                      <a:pt x="5059" y="6075"/>
                      <a:pt x="5654" y="5480"/>
                    </a:cubicBezTo>
                    <a:cubicBezTo>
                      <a:pt x="6248" y="4885"/>
                      <a:pt x="6583" y="4078"/>
                      <a:pt x="6583" y="3236"/>
                    </a:cubicBezTo>
                    <a:cubicBezTo>
                      <a:pt x="6583" y="2395"/>
                      <a:pt x="6248" y="1588"/>
                      <a:pt x="5654" y="993"/>
                    </a:cubicBezTo>
                    <a:cubicBezTo>
                      <a:pt x="5059" y="398"/>
                      <a:pt x="4252" y="64"/>
                      <a:pt x="3411" y="64"/>
                    </a:cubicBezTo>
                    <a:cubicBezTo>
                      <a:pt x="2570" y="64"/>
                      <a:pt x="1763" y="398"/>
                      <a:pt x="1168" y="993"/>
                    </a:cubicBezTo>
                    <a:cubicBezTo>
                      <a:pt x="574" y="1588"/>
                      <a:pt x="240" y="2395"/>
                      <a:pt x="240" y="3236"/>
                    </a:cubicBezTo>
                    <a:cubicBezTo>
                      <a:pt x="240" y="4078"/>
                      <a:pt x="574" y="4885"/>
                      <a:pt x="1168" y="5480"/>
                    </a:cubicBezTo>
                    <a:cubicBezTo>
                      <a:pt x="1763" y="6075"/>
                      <a:pt x="2570" y="6409"/>
                      <a:pt x="3411" y="64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17" name="Freeform: Shape 2316">
                <a:extLst>
                  <a:ext uri="{FF2B5EF4-FFF2-40B4-BE49-F238E27FC236}">
                    <a16:creationId xmlns:a16="http://schemas.microsoft.com/office/drawing/2014/main" id="{78571C22-A11B-86E8-AEC2-F8947B72789F}"/>
                  </a:ext>
                </a:extLst>
              </p:cNvPr>
              <p:cNvSpPr/>
              <p:nvPr/>
            </p:nvSpPr>
            <p:spPr>
              <a:xfrm>
                <a:off x="3957173" y="4976647"/>
                <a:ext cx="6343" cy="6345"/>
              </a:xfrm>
              <a:custGeom>
                <a:avLst/>
                <a:gdLst>
                  <a:gd name="connsiteX0" fmla="*/ 3416 w 6343"/>
                  <a:gd name="connsiteY0" fmla="*/ 6463 h 6345"/>
                  <a:gd name="connsiteX1" fmla="*/ 5659 w 6343"/>
                  <a:gd name="connsiteY1" fmla="*/ 5534 h 6345"/>
                  <a:gd name="connsiteX2" fmla="*/ 6588 w 6343"/>
                  <a:gd name="connsiteY2" fmla="*/ 3291 h 6345"/>
                  <a:gd name="connsiteX3" fmla="*/ 5659 w 6343"/>
                  <a:gd name="connsiteY3" fmla="*/ 1047 h 6345"/>
                  <a:gd name="connsiteX4" fmla="*/ 3416 w 6343"/>
                  <a:gd name="connsiteY4" fmla="*/ 118 h 6345"/>
                  <a:gd name="connsiteX5" fmla="*/ 1174 w 6343"/>
                  <a:gd name="connsiteY5" fmla="*/ 1047 h 6345"/>
                  <a:gd name="connsiteX6" fmla="*/ 245 w 6343"/>
                  <a:gd name="connsiteY6" fmla="*/ 3291 h 6345"/>
                  <a:gd name="connsiteX7" fmla="*/ 1174 w 6343"/>
                  <a:gd name="connsiteY7" fmla="*/ 5534 h 6345"/>
                  <a:gd name="connsiteX8" fmla="*/ 3416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63"/>
                    </a:moveTo>
                    <a:cubicBezTo>
                      <a:pt x="4257" y="6463"/>
                      <a:pt x="5064" y="6129"/>
                      <a:pt x="5659" y="5534"/>
                    </a:cubicBezTo>
                    <a:cubicBezTo>
                      <a:pt x="6254" y="4939"/>
                      <a:pt x="6588" y="4132"/>
                      <a:pt x="6588" y="3291"/>
                    </a:cubicBezTo>
                    <a:cubicBezTo>
                      <a:pt x="6588" y="2449"/>
                      <a:pt x="6254" y="1642"/>
                      <a:pt x="5659" y="1047"/>
                    </a:cubicBezTo>
                    <a:cubicBezTo>
                      <a:pt x="5064" y="452"/>
                      <a:pt x="4257" y="118"/>
                      <a:pt x="3416" y="118"/>
                    </a:cubicBezTo>
                    <a:cubicBezTo>
                      <a:pt x="2575" y="118"/>
                      <a:pt x="1768" y="452"/>
                      <a:pt x="1174" y="1047"/>
                    </a:cubicBezTo>
                    <a:cubicBezTo>
                      <a:pt x="579" y="1642"/>
                      <a:pt x="245" y="2449"/>
                      <a:pt x="245" y="3291"/>
                    </a:cubicBezTo>
                    <a:cubicBezTo>
                      <a:pt x="245" y="4132"/>
                      <a:pt x="579" y="4939"/>
                      <a:pt x="1174" y="5534"/>
                    </a:cubicBezTo>
                    <a:cubicBezTo>
                      <a:pt x="1768" y="6129"/>
                      <a:pt x="2575" y="6463"/>
                      <a:pt x="3416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18" name="Freeform: Shape 2317">
                <a:extLst>
                  <a:ext uri="{FF2B5EF4-FFF2-40B4-BE49-F238E27FC236}">
                    <a16:creationId xmlns:a16="http://schemas.microsoft.com/office/drawing/2014/main" id="{432AC161-B8EE-CEDE-21DE-FD1100D2242E}"/>
                  </a:ext>
                </a:extLst>
              </p:cNvPr>
              <p:cNvSpPr/>
              <p:nvPr/>
            </p:nvSpPr>
            <p:spPr>
              <a:xfrm>
                <a:off x="3961993" y="4975758"/>
                <a:ext cx="6343" cy="6345"/>
              </a:xfrm>
              <a:custGeom>
                <a:avLst/>
                <a:gdLst>
                  <a:gd name="connsiteX0" fmla="*/ 3417 w 6343"/>
                  <a:gd name="connsiteY0" fmla="*/ 6463 h 6345"/>
                  <a:gd name="connsiteX1" fmla="*/ 5659 w 6343"/>
                  <a:gd name="connsiteY1" fmla="*/ 5534 h 6345"/>
                  <a:gd name="connsiteX2" fmla="*/ 6588 w 6343"/>
                  <a:gd name="connsiteY2" fmla="*/ 3291 h 6345"/>
                  <a:gd name="connsiteX3" fmla="*/ 5659 w 6343"/>
                  <a:gd name="connsiteY3" fmla="*/ 1047 h 6345"/>
                  <a:gd name="connsiteX4" fmla="*/ 3417 w 6343"/>
                  <a:gd name="connsiteY4" fmla="*/ 118 h 6345"/>
                  <a:gd name="connsiteX5" fmla="*/ 1174 w 6343"/>
                  <a:gd name="connsiteY5" fmla="*/ 1047 h 6345"/>
                  <a:gd name="connsiteX6" fmla="*/ 245 w 6343"/>
                  <a:gd name="connsiteY6" fmla="*/ 3291 h 6345"/>
                  <a:gd name="connsiteX7" fmla="*/ 1174 w 6343"/>
                  <a:gd name="connsiteY7" fmla="*/ 5534 h 6345"/>
                  <a:gd name="connsiteX8" fmla="*/ 3417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3"/>
                    </a:moveTo>
                    <a:cubicBezTo>
                      <a:pt x="4258" y="6463"/>
                      <a:pt x="5065" y="6129"/>
                      <a:pt x="5659" y="5534"/>
                    </a:cubicBezTo>
                    <a:cubicBezTo>
                      <a:pt x="6254" y="4939"/>
                      <a:pt x="6588" y="4132"/>
                      <a:pt x="6588" y="3291"/>
                    </a:cubicBezTo>
                    <a:cubicBezTo>
                      <a:pt x="6588" y="2449"/>
                      <a:pt x="6254" y="1642"/>
                      <a:pt x="5659" y="1047"/>
                    </a:cubicBezTo>
                    <a:cubicBezTo>
                      <a:pt x="5065" y="452"/>
                      <a:pt x="4258" y="118"/>
                      <a:pt x="3417" y="118"/>
                    </a:cubicBezTo>
                    <a:cubicBezTo>
                      <a:pt x="2576" y="118"/>
                      <a:pt x="1769" y="452"/>
                      <a:pt x="1174" y="1047"/>
                    </a:cubicBezTo>
                    <a:cubicBezTo>
                      <a:pt x="579" y="1642"/>
                      <a:pt x="245" y="2449"/>
                      <a:pt x="245" y="3291"/>
                    </a:cubicBezTo>
                    <a:cubicBezTo>
                      <a:pt x="245" y="4132"/>
                      <a:pt x="579" y="4939"/>
                      <a:pt x="1174" y="5534"/>
                    </a:cubicBezTo>
                    <a:cubicBezTo>
                      <a:pt x="1769" y="6129"/>
                      <a:pt x="2576" y="6463"/>
                      <a:pt x="3417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19" name="Freeform: Shape 2318">
                <a:extLst>
                  <a:ext uri="{FF2B5EF4-FFF2-40B4-BE49-F238E27FC236}">
                    <a16:creationId xmlns:a16="http://schemas.microsoft.com/office/drawing/2014/main" id="{64954304-0FB3-FF44-7971-076889294E41}"/>
                  </a:ext>
                </a:extLst>
              </p:cNvPr>
              <p:cNvSpPr/>
              <p:nvPr/>
            </p:nvSpPr>
            <p:spPr>
              <a:xfrm>
                <a:off x="3966745" y="4975562"/>
                <a:ext cx="6343" cy="6345"/>
              </a:xfrm>
              <a:custGeom>
                <a:avLst/>
                <a:gdLst>
                  <a:gd name="connsiteX0" fmla="*/ 3417 w 6343"/>
                  <a:gd name="connsiteY0" fmla="*/ 6463 h 6345"/>
                  <a:gd name="connsiteX1" fmla="*/ 5660 w 6343"/>
                  <a:gd name="connsiteY1" fmla="*/ 5534 h 6345"/>
                  <a:gd name="connsiteX2" fmla="*/ 6589 w 6343"/>
                  <a:gd name="connsiteY2" fmla="*/ 3291 h 6345"/>
                  <a:gd name="connsiteX3" fmla="*/ 5660 w 6343"/>
                  <a:gd name="connsiteY3" fmla="*/ 1047 h 6345"/>
                  <a:gd name="connsiteX4" fmla="*/ 3417 w 6343"/>
                  <a:gd name="connsiteY4" fmla="*/ 118 h 6345"/>
                  <a:gd name="connsiteX5" fmla="*/ 1174 w 6343"/>
                  <a:gd name="connsiteY5" fmla="*/ 1047 h 6345"/>
                  <a:gd name="connsiteX6" fmla="*/ 246 w 6343"/>
                  <a:gd name="connsiteY6" fmla="*/ 3291 h 6345"/>
                  <a:gd name="connsiteX7" fmla="*/ 1174 w 6343"/>
                  <a:gd name="connsiteY7" fmla="*/ 5534 h 6345"/>
                  <a:gd name="connsiteX8" fmla="*/ 3417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3"/>
                    </a:moveTo>
                    <a:cubicBezTo>
                      <a:pt x="4258" y="6463"/>
                      <a:pt x="5065" y="6129"/>
                      <a:pt x="5660" y="5534"/>
                    </a:cubicBezTo>
                    <a:cubicBezTo>
                      <a:pt x="6254" y="4939"/>
                      <a:pt x="6589" y="4132"/>
                      <a:pt x="6589" y="3291"/>
                    </a:cubicBezTo>
                    <a:cubicBezTo>
                      <a:pt x="6589" y="2449"/>
                      <a:pt x="6254" y="1642"/>
                      <a:pt x="5660" y="1047"/>
                    </a:cubicBezTo>
                    <a:cubicBezTo>
                      <a:pt x="5065" y="452"/>
                      <a:pt x="4258" y="118"/>
                      <a:pt x="3417" y="118"/>
                    </a:cubicBezTo>
                    <a:cubicBezTo>
                      <a:pt x="2576" y="118"/>
                      <a:pt x="1769" y="452"/>
                      <a:pt x="1174" y="1047"/>
                    </a:cubicBezTo>
                    <a:cubicBezTo>
                      <a:pt x="580" y="1642"/>
                      <a:pt x="246" y="2449"/>
                      <a:pt x="246" y="3291"/>
                    </a:cubicBezTo>
                    <a:cubicBezTo>
                      <a:pt x="246" y="4132"/>
                      <a:pt x="580" y="4939"/>
                      <a:pt x="1174" y="5534"/>
                    </a:cubicBezTo>
                    <a:cubicBezTo>
                      <a:pt x="1769" y="6129"/>
                      <a:pt x="2576" y="6463"/>
                      <a:pt x="3417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20" name="Freeform: Shape 2319">
                <a:extLst>
                  <a:ext uri="{FF2B5EF4-FFF2-40B4-BE49-F238E27FC236}">
                    <a16:creationId xmlns:a16="http://schemas.microsoft.com/office/drawing/2014/main" id="{2DBD3DAD-1707-A0B9-3BDF-4EB2105C1359}"/>
                  </a:ext>
                </a:extLst>
              </p:cNvPr>
              <p:cNvSpPr/>
              <p:nvPr/>
            </p:nvSpPr>
            <p:spPr>
              <a:xfrm>
                <a:off x="3971956" y="4971901"/>
                <a:ext cx="6343" cy="6345"/>
              </a:xfrm>
              <a:custGeom>
                <a:avLst/>
                <a:gdLst>
                  <a:gd name="connsiteX0" fmla="*/ 3417 w 6343"/>
                  <a:gd name="connsiteY0" fmla="*/ 6463 h 6345"/>
                  <a:gd name="connsiteX1" fmla="*/ 5660 w 6343"/>
                  <a:gd name="connsiteY1" fmla="*/ 5534 h 6345"/>
                  <a:gd name="connsiteX2" fmla="*/ 6589 w 6343"/>
                  <a:gd name="connsiteY2" fmla="*/ 3290 h 6345"/>
                  <a:gd name="connsiteX3" fmla="*/ 5660 w 6343"/>
                  <a:gd name="connsiteY3" fmla="*/ 1047 h 6345"/>
                  <a:gd name="connsiteX4" fmla="*/ 3417 w 6343"/>
                  <a:gd name="connsiteY4" fmla="*/ 118 h 6345"/>
                  <a:gd name="connsiteX5" fmla="*/ 1175 w 6343"/>
                  <a:gd name="connsiteY5" fmla="*/ 1047 h 6345"/>
                  <a:gd name="connsiteX6" fmla="*/ 246 w 6343"/>
                  <a:gd name="connsiteY6" fmla="*/ 3290 h 6345"/>
                  <a:gd name="connsiteX7" fmla="*/ 1175 w 6343"/>
                  <a:gd name="connsiteY7" fmla="*/ 5534 h 6345"/>
                  <a:gd name="connsiteX8" fmla="*/ 3417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3"/>
                    </a:moveTo>
                    <a:cubicBezTo>
                      <a:pt x="4259" y="6463"/>
                      <a:pt x="5065" y="6129"/>
                      <a:pt x="5660" y="5534"/>
                    </a:cubicBezTo>
                    <a:cubicBezTo>
                      <a:pt x="6255" y="4939"/>
                      <a:pt x="6589" y="4132"/>
                      <a:pt x="6589" y="3290"/>
                    </a:cubicBezTo>
                    <a:cubicBezTo>
                      <a:pt x="6589" y="2449"/>
                      <a:pt x="6255" y="1642"/>
                      <a:pt x="5660" y="1047"/>
                    </a:cubicBezTo>
                    <a:cubicBezTo>
                      <a:pt x="5065" y="452"/>
                      <a:pt x="4259" y="118"/>
                      <a:pt x="3417" y="118"/>
                    </a:cubicBezTo>
                    <a:cubicBezTo>
                      <a:pt x="2576" y="118"/>
                      <a:pt x="1770" y="452"/>
                      <a:pt x="1175" y="1047"/>
                    </a:cubicBezTo>
                    <a:cubicBezTo>
                      <a:pt x="580" y="1642"/>
                      <a:pt x="246" y="2449"/>
                      <a:pt x="246" y="3290"/>
                    </a:cubicBezTo>
                    <a:cubicBezTo>
                      <a:pt x="246" y="4132"/>
                      <a:pt x="580" y="4939"/>
                      <a:pt x="1175" y="5534"/>
                    </a:cubicBezTo>
                    <a:cubicBezTo>
                      <a:pt x="1770" y="6129"/>
                      <a:pt x="2576" y="6463"/>
                      <a:pt x="3417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21" name="Freeform: Shape 2320">
                <a:extLst>
                  <a:ext uri="{FF2B5EF4-FFF2-40B4-BE49-F238E27FC236}">
                    <a16:creationId xmlns:a16="http://schemas.microsoft.com/office/drawing/2014/main" id="{A74DFDC1-57AE-9035-A51B-2141F2F2802E}"/>
                  </a:ext>
                </a:extLst>
              </p:cNvPr>
              <p:cNvSpPr/>
              <p:nvPr/>
            </p:nvSpPr>
            <p:spPr>
              <a:xfrm>
                <a:off x="4024027" y="4717378"/>
                <a:ext cx="6343" cy="6345"/>
              </a:xfrm>
              <a:custGeom>
                <a:avLst/>
                <a:gdLst>
                  <a:gd name="connsiteX0" fmla="*/ 3422 w 6343"/>
                  <a:gd name="connsiteY0" fmla="*/ 6443 h 6345"/>
                  <a:gd name="connsiteX1" fmla="*/ 5664 w 6343"/>
                  <a:gd name="connsiteY1" fmla="*/ 5514 h 6345"/>
                  <a:gd name="connsiteX2" fmla="*/ 6593 w 6343"/>
                  <a:gd name="connsiteY2" fmla="*/ 3270 h 6345"/>
                  <a:gd name="connsiteX3" fmla="*/ 5664 w 6343"/>
                  <a:gd name="connsiteY3" fmla="*/ 1027 h 6345"/>
                  <a:gd name="connsiteX4" fmla="*/ 3422 w 6343"/>
                  <a:gd name="connsiteY4" fmla="*/ 98 h 6345"/>
                  <a:gd name="connsiteX5" fmla="*/ 1179 w 6343"/>
                  <a:gd name="connsiteY5" fmla="*/ 1027 h 6345"/>
                  <a:gd name="connsiteX6" fmla="*/ 250 w 6343"/>
                  <a:gd name="connsiteY6" fmla="*/ 3270 h 6345"/>
                  <a:gd name="connsiteX7" fmla="*/ 1179 w 6343"/>
                  <a:gd name="connsiteY7" fmla="*/ 5514 h 6345"/>
                  <a:gd name="connsiteX8" fmla="*/ 3422 w 6343"/>
                  <a:gd name="connsiteY8" fmla="*/ 64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43"/>
                    </a:moveTo>
                    <a:cubicBezTo>
                      <a:pt x="4263" y="6443"/>
                      <a:pt x="5069" y="6109"/>
                      <a:pt x="5664" y="5514"/>
                    </a:cubicBezTo>
                    <a:cubicBezTo>
                      <a:pt x="6259" y="4919"/>
                      <a:pt x="6593" y="4112"/>
                      <a:pt x="6593" y="3270"/>
                    </a:cubicBezTo>
                    <a:cubicBezTo>
                      <a:pt x="6593" y="2429"/>
                      <a:pt x="6259" y="1622"/>
                      <a:pt x="5664" y="1027"/>
                    </a:cubicBezTo>
                    <a:cubicBezTo>
                      <a:pt x="5069" y="432"/>
                      <a:pt x="4263" y="98"/>
                      <a:pt x="3422" y="98"/>
                    </a:cubicBezTo>
                    <a:cubicBezTo>
                      <a:pt x="2580" y="98"/>
                      <a:pt x="1774" y="432"/>
                      <a:pt x="1179" y="1027"/>
                    </a:cubicBezTo>
                    <a:cubicBezTo>
                      <a:pt x="584" y="1622"/>
                      <a:pt x="250" y="2429"/>
                      <a:pt x="250" y="3270"/>
                    </a:cubicBezTo>
                    <a:cubicBezTo>
                      <a:pt x="250" y="4112"/>
                      <a:pt x="584" y="4919"/>
                      <a:pt x="1179" y="5514"/>
                    </a:cubicBezTo>
                    <a:cubicBezTo>
                      <a:pt x="1774" y="6109"/>
                      <a:pt x="2580" y="6443"/>
                      <a:pt x="3422" y="64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22" name="Freeform: Shape 2321">
                <a:extLst>
                  <a:ext uri="{FF2B5EF4-FFF2-40B4-BE49-F238E27FC236}">
                    <a16:creationId xmlns:a16="http://schemas.microsoft.com/office/drawing/2014/main" id="{0CC64F30-A361-EB5B-F26B-6EB0ECE1964A}"/>
                  </a:ext>
                </a:extLst>
              </p:cNvPr>
              <p:cNvSpPr/>
              <p:nvPr/>
            </p:nvSpPr>
            <p:spPr>
              <a:xfrm>
                <a:off x="4029884" y="4720819"/>
                <a:ext cx="6343" cy="6345"/>
              </a:xfrm>
              <a:custGeom>
                <a:avLst/>
                <a:gdLst>
                  <a:gd name="connsiteX0" fmla="*/ 3422 w 6343"/>
                  <a:gd name="connsiteY0" fmla="*/ 6443 h 6345"/>
                  <a:gd name="connsiteX1" fmla="*/ 5665 w 6343"/>
                  <a:gd name="connsiteY1" fmla="*/ 5514 h 6345"/>
                  <a:gd name="connsiteX2" fmla="*/ 6594 w 6343"/>
                  <a:gd name="connsiteY2" fmla="*/ 3271 h 6345"/>
                  <a:gd name="connsiteX3" fmla="*/ 5665 w 6343"/>
                  <a:gd name="connsiteY3" fmla="*/ 1027 h 6345"/>
                  <a:gd name="connsiteX4" fmla="*/ 3422 w 6343"/>
                  <a:gd name="connsiteY4" fmla="*/ 98 h 6345"/>
                  <a:gd name="connsiteX5" fmla="*/ 1179 w 6343"/>
                  <a:gd name="connsiteY5" fmla="*/ 1027 h 6345"/>
                  <a:gd name="connsiteX6" fmla="*/ 250 w 6343"/>
                  <a:gd name="connsiteY6" fmla="*/ 3271 h 6345"/>
                  <a:gd name="connsiteX7" fmla="*/ 1179 w 6343"/>
                  <a:gd name="connsiteY7" fmla="*/ 5514 h 6345"/>
                  <a:gd name="connsiteX8" fmla="*/ 3422 w 6343"/>
                  <a:gd name="connsiteY8" fmla="*/ 64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43"/>
                    </a:moveTo>
                    <a:cubicBezTo>
                      <a:pt x="4263" y="6443"/>
                      <a:pt x="5070" y="6109"/>
                      <a:pt x="5665" y="5514"/>
                    </a:cubicBezTo>
                    <a:cubicBezTo>
                      <a:pt x="6259" y="4919"/>
                      <a:pt x="6594" y="4112"/>
                      <a:pt x="6594" y="3271"/>
                    </a:cubicBezTo>
                    <a:cubicBezTo>
                      <a:pt x="6594" y="2429"/>
                      <a:pt x="6259" y="1622"/>
                      <a:pt x="5665" y="1027"/>
                    </a:cubicBezTo>
                    <a:cubicBezTo>
                      <a:pt x="5070" y="432"/>
                      <a:pt x="4263" y="98"/>
                      <a:pt x="3422" y="98"/>
                    </a:cubicBezTo>
                    <a:cubicBezTo>
                      <a:pt x="2581" y="98"/>
                      <a:pt x="1774" y="432"/>
                      <a:pt x="1179" y="1027"/>
                    </a:cubicBezTo>
                    <a:cubicBezTo>
                      <a:pt x="585" y="1622"/>
                      <a:pt x="250" y="2429"/>
                      <a:pt x="250" y="3271"/>
                    </a:cubicBezTo>
                    <a:cubicBezTo>
                      <a:pt x="250" y="4112"/>
                      <a:pt x="585" y="4919"/>
                      <a:pt x="1179" y="5514"/>
                    </a:cubicBezTo>
                    <a:cubicBezTo>
                      <a:pt x="1774" y="6109"/>
                      <a:pt x="2581" y="6443"/>
                      <a:pt x="3422" y="64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23" name="Freeform: Shape 2322">
                <a:extLst>
                  <a:ext uri="{FF2B5EF4-FFF2-40B4-BE49-F238E27FC236}">
                    <a16:creationId xmlns:a16="http://schemas.microsoft.com/office/drawing/2014/main" id="{E45F5A38-3B02-CBE1-9522-4C6D0BBCCFE1}"/>
                  </a:ext>
                </a:extLst>
              </p:cNvPr>
              <p:cNvSpPr/>
              <p:nvPr/>
            </p:nvSpPr>
            <p:spPr>
              <a:xfrm>
                <a:off x="4035599" y="4724951"/>
                <a:ext cx="6343" cy="6345"/>
              </a:xfrm>
              <a:custGeom>
                <a:avLst/>
                <a:gdLst>
                  <a:gd name="connsiteX0" fmla="*/ 3422 w 6343"/>
                  <a:gd name="connsiteY0" fmla="*/ 6444 h 6345"/>
                  <a:gd name="connsiteX1" fmla="*/ 5665 w 6343"/>
                  <a:gd name="connsiteY1" fmla="*/ 5514 h 6345"/>
                  <a:gd name="connsiteX2" fmla="*/ 6594 w 6343"/>
                  <a:gd name="connsiteY2" fmla="*/ 3271 h 6345"/>
                  <a:gd name="connsiteX3" fmla="*/ 5665 w 6343"/>
                  <a:gd name="connsiteY3" fmla="*/ 1027 h 6345"/>
                  <a:gd name="connsiteX4" fmla="*/ 3422 w 6343"/>
                  <a:gd name="connsiteY4" fmla="*/ 98 h 6345"/>
                  <a:gd name="connsiteX5" fmla="*/ 1180 w 6343"/>
                  <a:gd name="connsiteY5" fmla="*/ 1027 h 6345"/>
                  <a:gd name="connsiteX6" fmla="*/ 251 w 6343"/>
                  <a:gd name="connsiteY6" fmla="*/ 3271 h 6345"/>
                  <a:gd name="connsiteX7" fmla="*/ 1180 w 6343"/>
                  <a:gd name="connsiteY7" fmla="*/ 5514 h 6345"/>
                  <a:gd name="connsiteX8" fmla="*/ 3422 w 6343"/>
                  <a:gd name="connsiteY8" fmla="*/ 64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44"/>
                    </a:moveTo>
                    <a:cubicBezTo>
                      <a:pt x="4264" y="6444"/>
                      <a:pt x="5070" y="6109"/>
                      <a:pt x="5665" y="5514"/>
                    </a:cubicBezTo>
                    <a:cubicBezTo>
                      <a:pt x="6260" y="4919"/>
                      <a:pt x="6594" y="4112"/>
                      <a:pt x="6594" y="3271"/>
                    </a:cubicBezTo>
                    <a:cubicBezTo>
                      <a:pt x="6594" y="2429"/>
                      <a:pt x="6260" y="1622"/>
                      <a:pt x="5665" y="1027"/>
                    </a:cubicBezTo>
                    <a:cubicBezTo>
                      <a:pt x="5070" y="432"/>
                      <a:pt x="4264" y="98"/>
                      <a:pt x="3422" y="98"/>
                    </a:cubicBezTo>
                    <a:cubicBezTo>
                      <a:pt x="2581" y="98"/>
                      <a:pt x="1775" y="432"/>
                      <a:pt x="1180" y="1027"/>
                    </a:cubicBezTo>
                    <a:cubicBezTo>
                      <a:pt x="585" y="1622"/>
                      <a:pt x="251" y="2429"/>
                      <a:pt x="251" y="3271"/>
                    </a:cubicBezTo>
                    <a:cubicBezTo>
                      <a:pt x="251" y="4112"/>
                      <a:pt x="585" y="4919"/>
                      <a:pt x="1180" y="5514"/>
                    </a:cubicBezTo>
                    <a:cubicBezTo>
                      <a:pt x="1775" y="6109"/>
                      <a:pt x="2581" y="6444"/>
                      <a:pt x="3422" y="64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24" name="Freeform: Shape 2323">
                <a:extLst>
                  <a:ext uri="{FF2B5EF4-FFF2-40B4-BE49-F238E27FC236}">
                    <a16:creationId xmlns:a16="http://schemas.microsoft.com/office/drawing/2014/main" id="{E0F26DC7-6FF3-8C78-E87B-F855F25CF7B2}"/>
                  </a:ext>
                </a:extLst>
              </p:cNvPr>
              <p:cNvSpPr/>
              <p:nvPr/>
            </p:nvSpPr>
            <p:spPr>
              <a:xfrm>
                <a:off x="4087551" y="4452247"/>
                <a:ext cx="6343" cy="6345"/>
              </a:xfrm>
              <a:custGeom>
                <a:avLst/>
                <a:gdLst>
                  <a:gd name="connsiteX0" fmla="*/ 3427 w 6343"/>
                  <a:gd name="connsiteY0" fmla="*/ 6422 h 6345"/>
                  <a:gd name="connsiteX1" fmla="*/ 5669 w 6343"/>
                  <a:gd name="connsiteY1" fmla="*/ 5493 h 6345"/>
                  <a:gd name="connsiteX2" fmla="*/ 6598 w 6343"/>
                  <a:gd name="connsiteY2" fmla="*/ 3249 h 6345"/>
                  <a:gd name="connsiteX3" fmla="*/ 5669 w 6343"/>
                  <a:gd name="connsiteY3" fmla="*/ 1006 h 6345"/>
                  <a:gd name="connsiteX4" fmla="*/ 3427 w 6343"/>
                  <a:gd name="connsiteY4" fmla="*/ 77 h 6345"/>
                  <a:gd name="connsiteX5" fmla="*/ 1184 w 6343"/>
                  <a:gd name="connsiteY5" fmla="*/ 1006 h 6345"/>
                  <a:gd name="connsiteX6" fmla="*/ 255 w 6343"/>
                  <a:gd name="connsiteY6" fmla="*/ 3249 h 6345"/>
                  <a:gd name="connsiteX7" fmla="*/ 1184 w 6343"/>
                  <a:gd name="connsiteY7" fmla="*/ 5493 h 6345"/>
                  <a:gd name="connsiteX8" fmla="*/ 3427 w 6343"/>
                  <a:gd name="connsiteY8" fmla="*/ 64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22"/>
                    </a:moveTo>
                    <a:cubicBezTo>
                      <a:pt x="4268" y="6422"/>
                      <a:pt x="5074" y="6088"/>
                      <a:pt x="5669" y="5493"/>
                    </a:cubicBezTo>
                    <a:cubicBezTo>
                      <a:pt x="6264" y="4898"/>
                      <a:pt x="6598" y="4091"/>
                      <a:pt x="6598" y="3249"/>
                    </a:cubicBezTo>
                    <a:cubicBezTo>
                      <a:pt x="6598" y="2408"/>
                      <a:pt x="6264" y="1601"/>
                      <a:pt x="5669" y="1006"/>
                    </a:cubicBezTo>
                    <a:cubicBezTo>
                      <a:pt x="5074" y="411"/>
                      <a:pt x="4268" y="77"/>
                      <a:pt x="3427" y="77"/>
                    </a:cubicBezTo>
                    <a:cubicBezTo>
                      <a:pt x="2585" y="77"/>
                      <a:pt x="1779" y="411"/>
                      <a:pt x="1184" y="1006"/>
                    </a:cubicBezTo>
                    <a:cubicBezTo>
                      <a:pt x="589" y="1601"/>
                      <a:pt x="255" y="2408"/>
                      <a:pt x="255" y="3249"/>
                    </a:cubicBezTo>
                    <a:cubicBezTo>
                      <a:pt x="255" y="4091"/>
                      <a:pt x="589" y="4898"/>
                      <a:pt x="1184" y="5493"/>
                    </a:cubicBezTo>
                    <a:cubicBezTo>
                      <a:pt x="1779" y="6088"/>
                      <a:pt x="2585" y="6422"/>
                      <a:pt x="3427" y="64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25" name="Freeform: Shape 2324">
                <a:extLst>
                  <a:ext uri="{FF2B5EF4-FFF2-40B4-BE49-F238E27FC236}">
                    <a16:creationId xmlns:a16="http://schemas.microsoft.com/office/drawing/2014/main" id="{CB2EFEC0-7F34-C8D9-0832-158144816A11}"/>
                  </a:ext>
                </a:extLst>
              </p:cNvPr>
              <p:cNvSpPr/>
              <p:nvPr/>
            </p:nvSpPr>
            <p:spPr>
              <a:xfrm>
                <a:off x="4096208" y="4449036"/>
                <a:ext cx="6343" cy="6345"/>
              </a:xfrm>
              <a:custGeom>
                <a:avLst/>
                <a:gdLst>
                  <a:gd name="connsiteX0" fmla="*/ 3427 w 6343"/>
                  <a:gd name="connsiteY0" fmla="*/ 6422 h 6345"/>
                  <a:gd name="connsiteX1" fmla="*/ 5670 w 6343"/>
                  <a:gd name="connsiteY1" fmla="*/ 5493 h 6345"/>
                  <a:gd name="connsiteX2" fmla="*/ 6599 w 6343"/>
                  <a:gd name="connsiteY2" fmla="*/ 3249 h 6345"/>
                  <a:gd name="connsiteX3" fmla="*/ 5670 w 6343"/>
                  <a:gd name="connsiteY3" fmla="*/ 1006 h 6345"/>
                  <a:gd name="connsiteX4" fmla="*/ 3427 w 6343"/>
                  <a:gd name="connsiteY4" fmla="*/ 76 h 6345"/>
                  <a:gd name="connsiteX5" fmla="*/ 1185 w 6343"/>
                  <a:gd name="connsiteY5" fmla="*/ 1006 h 6345"/>
                  <a:gd name="connsiteX6" fmla="*/ 256 w 6343"/>
                  <a:gd name="connsiteY6" fmla="*/ 3249 h 6345"/>
                  <a:gd name="connsiteX7" fmla="*/ 1185 w 6343"/>
                  <a:gd name="connsiteY7" fmla="*/ 5493 h 6345"/>
                  <a:gd name="connsiteX8" fmla="*/ 3427 w 6343"/>
                  <a:gd name="connsiteY8" fmla="*/ 64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22"/>
                    </a:moveTo>
                    <a:cubicBezTo>
                      <a:pt x="4268" y="6422"/>
                      <a:pt x="5075" y="6088"/>
                      <a:pt x="5670" y="5493"/>
                    </a:cubicBezTo>
                    <a:cubicBezTo>
                      <a:pt x="6265" y="4898"/>
                      <a:pt x="6599" y="4091"/>
                      <a:pt x="6599" y="3249"/>
                    </a:cubicBezTo>
                    <a:cubicBezTo>
                      <a:pt x="6599" y="2408"/>
                      <a:pt x="6265" y="1601"/>
                      <a:pt x="5670" y="1006"/>
                    </a:cubicBezTo>
                    <a:cubicBezTo>
                      <a:pt x="5075" y="411"/>
                      <a:pt x="4268" y="76"/>
                      <a:pt x="3427" y="76"/>
                    </a:cubicBezTo>
                    <a:cubicBezTo>
                      <a:pt x="2586" y="76"/>
                      <a:pt x="1779" y="411"/>
                      <a:pt x="1185" y="1006"/>
                    </a:cubicBezTo>
                    <a:cubicBezTo>
                      <a:pt x="590" y="1601"/>
                      <a:pt x="256" y="2408"/>
                      <a:pt x="256" y="3249"/>
                    </a:cubicBezTo>
                    <a:cubicBezTo>
                      <a:pt x="256" y="4091"/>
                      <a:pt x="590" y="4898"/>
                      <a:pt x="1185" y="5493"/>
                    </a:cubicBezTo>
                    <a:cubicBezTo>
                      <a:pt x="1779" y="6088"/>
                      <a:pt x="2586" y="6422"/>
                      <a:pt x="3427" y="64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26" name="Freeform: Shape 2325">
                <a:extLst>
                  <a:ext uri="{FF2B5EF4-FFF2-40B4-BE49-F238E27FC236}">
                    <a16:creationId xmlns:a16="http://schemas.microsoft.com/office/drawing/2014/main" id="{1EB1657C-7D65-4CC6-3798-EC426F2CEAEF}"/>
                  </a:ext>
                </a:extLst>
              </p:cNvPr>
              <p:cNvSpPr/>
              <p:nvPr/>
            </p:nvSpPr>
            <p:spPr>
              <a:xfrm>
                <a:off x="4321852" y="4348040"/>
                <a:ext cx="6343" cy="6345"/>
              </a:xfrm>
              <a:custGeom>
                <a:avLst/>
                <a:gdLst>
                  <a:gd name="connsiteX0" fmla="*/ 3445 w 6343"/>
                  <a:gd name="connsiteY0" fmla="*/ 6414 h 6345"/>
                  <a:gd name="connsiteX1" fmla="*/ 5688 w 6343"/>
                  <a:gd name="connsiteY1" fmla="*/ 5485 h 6345"/>
                  <a:gd name="connsiteX2" fmla="*/ 6617 w 6343"/>
                  <a:gd name="connsiteY2" fmla="*/ 3241 h 6345"/>
                  <a:gd name="connsiteX3" fmla="*/ 5688 w 6343"/>
                  <a:gd name="connsiteY3" fmla="*/ 998 h 6345"/>
                  <a:gd name="connsiteX4" fmla="*/ 3445 w 6343"/>
                  <a:gd name="connsiteY4" fmla="*/ 68 h 6345"/>
                  <a:gd name="connsiteX5" fmla="*/ 1202 w 6343"/>
                  <a:gd name="connsiteY5" fmla="*/ 998 h 6345"/>
                  <a:gd name="connsiteX6" fmla="*/ 273 w 6343"/>
                  <a:gd name="connsiteY6" fmla="*/ 3241 h 6345"/>
                  <a:gd name="connsiteX7" fmla="*/ 1202 w 6343"/>
                  <a:gd name="connsiteY7" fmla="*/ 5485 h 6345"/>
                  <a:gd name="connsiteX8" fmla="*/ 3445 w 6343"/>
                  <a:gd name="connsiteY8" fmla="*/ 64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414"/>
                    </a:moveTo>
                    <a:cubicBezTo>
                      <a:pt x="4286" y="6414"/>
                      <a:pt x="5093" y="6080"/>
                      <a:pt x="5688" y="5485"/>
                    </a:cubicBezTo>
                    <a:cubicBezTo>
                      <a:pt x="6282" y="4890"/>
                      <a:pt x="6617" y="4083"/>
                      <a:pt x="6617" y="3241"/>
                    </a:cubicBezTo>
                    <a:cubicBezTo>
                      <a:pt x="6617" y="2400"/>
                      <a:pt x="6282" y="1593"/>
                      <a:pt x="5688" y="998"/>
                    </a:cubicBezTo>
                    <a:cubicBezTo>
                      <a:pt x="5093" y="403"/>
                      <a:pt x="4286" y="68"/>
                      <a:pt x="3445" y="68"/>
                    </a:cubicBezTo>
                    <a:cubicBezTo>
                      <a:pt x="2604" y="68"/>
                      <a:pt x="1797" y="403"/>
                      <a:pt x="1202" y="998"/>
                    </a:cubicBezTo>
                    <a:cubicBezTo>
                      <a:pt x="608" y="1593"/>
                      <a:pt x="273" y="2400"/>
                      <a:pt x="273" y="3241"/>
                    </a:cubicBezTo>
                    <a:cubicBezTo>
                      <a:pt x="273" y="4083"/>
                      <a:pt x="608" y="4890"/>
                      <a:pt x="1202" y="5485"/>
                    </a:cubicBezTo>
                    <a:cubicBezTo>
                      <a:pt x="1797" y="6080"/>
                      <a:pt x="2604" y="6414"/>
                      <a:pt x="3445" y="64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27" name="Freeform: Shape 2326">
                <a:extLst>
                  <a:ext uri="{FF2B5EF4-FFF2-40B4-BE49-F238E27FC236}">
                    <a16:creationId xmlns:a16="http://schemas.microsoft.com/office/drawing/2014/main" id="{5584530F-B7D5-96C3-D509-4A12A23710A6}"/>
                  </a:ext>
                </a:extLst>
              </p:cNvPr>
              <p:cNvSpPr/>
              <p:nvPr/>
            </p:nvSpPr>
            <p:spPr>
              <a:xfrm>
                <a:off x="4330265" y="4351092"/>
                <a:ext cx="6343" cy="6345"/>
              </a:xfrm>
              <a:custGeom>
                <a:avLst/>
                <a:gdLst>
                  <a:gd name="connsiteX0" fmla="*/ 3446 w 6343"/>
                  <a:gd name="connsiteY0" fmla="*/ 6414 h 6345"/>
                  <a:gd name="connsiteX1" fmla="*/ 5688 w 6343"/>
                  <a:gd name="connsiteY1" fmla="*/ 5485 h 6345"/>
                  <a:gd name="connsiteX2" fmla="*/ 6617 w 6343"/>
                  <a:gd name="connsiteY2" fmla="*/ 3241 h 6345"/>
                  <a:gd name="connsiteX3" fmla="*/ 5688 w 6343"/>
                  <a:gd name="connsiteY3" fmla="*/ 998 h 6345"/>
                  <a:gd name="connsiteX4" fmla="*/ 3446 w 6343"/>
                  <a:gd name="connsiteY4" fmla="*/ 69 h 6345"/>
                  <a:gd name="connsiteX5" fmla="*/ 1203 w 6343"/>
                  <a:gd name="connsiteY5" fmla="*/ 998 h 6345"/>
                  <a:gd name="connsiteX6" fmla="*/ 274 w 6343"/>
                  <a:gd name="connsiteY6" fmla="*/ 3241 h 6345"/>
                  <a:gd name="connsiteX7" fmla="*/ 1203 w 6343"/>
                  <a:gd name="connsiteY7" fmla="*/ 5485 h 6345"/>
                  <a:gd name="connsiteX8" fmla="*/ 3446 w 6343"/>
                  <a:gd name="connsiteY8" fmla="*/ 64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414"/>
                    </a:moveTo>
                    <a:cubicBezTo>
                      <a:pt x="4287" y="6414"/>
                      <a:pt x="5094" y="6080"/>
                      <a:pt x="5688" y="5485"/>
                    </a:cubicBezTo>
                    <a:cubicBezTo>
                      <a:pt x="6283" y="4890"/>
                      <a:pt x="6617" y="4083"/>
                      <a:pt x="6617" y="3241"/>
                    </a:cubicBezTo>
                    <a:cubicBezTo>
                      <a:pt x="6617" y="2400"/>
                      <a:pt x="6283" y="1593"/>
                      <a:pt x="5688" y="998"/>
                    </a:cubicBezTo>
                    <a:cubicBezTo>
                      <a:pt x="5094" y="403"/>
                      <a:pt x="4287" y="69"/>
                      <a:pt x="3446" y="69"/>
                    </a:cubicBezTo>
                    <a:cubicBezTo>
                      <a:pt x="2605" y="69"/>
                      <a:pt x="1798" y="403"/>
                      <a:pt x="1203" y="998"/>
                    </a:cubicBezTo>
                    <a:cubicBezTo>
                      <a:pt x="608" y="1593"/>
                      <a:pt x="274" y="2400"/>
                      <a:pt x="274" y="3241"/>
                    </a:cubicBezTo>
                    <a:cubicBezTo>
                      <a:pt x="274" y="4083"/>
                      <a:pt x="608" y="4890"/>
                      <a:pt x="1203" y="5485"/>
                    </a:cubicBezTo>
                    <a:cubicBezTo>
                      <a:pt x="1798" y="6080"/>
                      <a:pt x="2605" y="6414"/>
                      <a:pt x="3446" y="64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28" name="Freeform: Shape 2327">
                <a:extLst>
                  <a:ext uri="{FF2B5EF4-FFF2-40B4-BE49-F238E27FC236}">
                    <a16:creationId xmlns:a16="http://schemas.microsoft.com/office/drawing/2014/main" id="{C4CC8487-EB70-B51B-1A59-10EA03049301}"/>
                  </a:ext>
                </a:extLst>
              </p:cNvPr>
              <p:cNvSpPr/>
              <p:nvPr/>
            </p:nvSpPr>
            <p:spPr>
              <a:xfrm>
                <a:off x="4270249" y="4603229"/>
                <a:ext cx="6343" cy="6345"/>
              </a:xfrm>
              <a:custGeom>
                <a:avLst/>
                <a:gdLst>
                  <a:gd name="connsiteX0" fmla="*/ 3441 w 6343"/>
                  <a:gd name="connsiteY0" fmla="*/ 6434 h 6345"/>
                  <a:gd name="connsiteX1" fmla="*/ 5684 w 6343"/>
                  <a:gd name="connsiteY1" fmla="*/ 5505 h 6345"/>
                  <a:gd name="connsiteX2" fmla="*/ 6613 w 6343"/>
                  <a:gd name="connsiteY2" fmla="*/ 3261 h 6345"/>
                  <a:gd name="connsiteX3" fmla="*/ 5684 w 6343"/>
                  <a:gd name="connsiteY3" fmla="*/ 1018 h 6345"/>
                  <a:gd name="connsiteX4" fmla="*/ 3441 w 6343"/>
                  <a:gd name="connsiteY4" fmla="*/ 89 h 6345"/>
                  <a:gd name="connsiteX5" fmla="*/ 1198 w 6343"/>
                  <a:gd name="connsiteY5" fmla="*/ 1018 h 6345"/>
                  <a:gd name="connsiteX6" fmla="*/ 269 w 6343"/>
                  <a:gd name="connsiteY6" fmla="*/ 3261 h 6345"/>
                  <a:gd name="connsiteX7" fmla="*/ 1198 w 6343"/>
                  <a:gd name="connsiteY7" fmla="*/ 5505 h 6345"/>
                  <a:gd name="connsiteX8" fmla="*/ 3441 w 6343"/>
                  <a:gd name="connsiteY8" fmla="*/ 64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434"/>
                    </a:moveTo>
                    <a:cubicBezTo>
                      <a:pt x="4282" y="6434"/>
                      <a:pt x="5089" y="6100"/>
                      <a:pt x="5684" y="5505"/>
                    </a:cubicBezTo>
                    <a:cubicBezTo>
                      <a:pt x="6278" y="4910"/>
                      <a:pt x="6613" y="4103"/>
                      <a:pt x="6613" y="3261"/>
                    </a:cubicBezTo>
                    <a:cubicBezTo>
                      <a:pt x="6613" y="2420"/>
                      <a:pt x="6278" y="1613"/>
                      <a:pt x="5684" y="1018"/>
                    </a:cubicBezTo>
                    <a:cubicBezTo>
                      <a:pt x="5089" y="423"/>
                      <a:pt x="4282" y="89"/>
                      <a:pt x="3441" y="89"/>
                    </a:cubicBezTo>
                    <a:cubicBezTo>
                      <a:pt x="2600" y="89"/>
                      <a:pt x="1793" y="423"/>
                      <a:pt x="1198" y="1018"/>
                    </a:cubicBezTo>
                    <a:cubicBezTo>
                      <a:pt x="604" y="1613"/>
                      <a:pt x="269" y="2420"/>
                      <a:pt x="269" y="3261"/>
                    </a:cubicBezTo>
                    <a:cubicBezTo>
                      <a:pt x="269" y="4103"/>
                      <a:pt x="604" y="4910"/>
                      <a:pt x="1198" y="5505"/>
                    </a:cubicBezTo>
                    <a:cubicBezTo>
                      <a:pt x="1793" y="6100"/>
                      <a:pt x="2600" y="6434"/>
                      <a:pt x="3441" y="64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29" name="Freeform: Shape 2328">
                <a:extLst>
                  <a:ext uri="{FF2B5EF4-FFF2-40B4-BE49-F238E27FC236}">
                    <a16:creationId xmlns:a16="http://schemas.microsoft.com/office/drawing/2014/main" id="{45C125E9-E2AB-B4EF-43DD-A4986D00FC7D}"/>
                  </a:ext>
                </a:extLst>
              </p:cNvPr>
              <p:cNvSpPr/>
              <p:nvPr/>
            </p:nvSpPr>
            <p:spPr>
              <a:xfrm>
                <a:off x="4276786" y="4606809"/>
                <a:ext cx="6343" cy="6345"/>
              </a:xfrm>
              <a:custGeom>
                <a:avLst/>
                <a:gdLst>
                  <a:gd name="connsiteX0" fmla="*/ 3442 w 6343"/>
                  <a:gd name="connsiteY0" fmla="*/ 6434 h 6345"/>
                  <a:gd name="connsiteX1" fmla="*/ 5684 w 6343"/>
                  <a:gd name="connsiteY1" fmla="*/ 5505 h 6345"/>
                  <a:gd name="connsiteX2" fmla="*/ 6613 w 6343"/>
                  <a:gd name="connsiteY2" fmla="*/ 3262 h 6345"/>
                  <a:gd name="connsiteX3" fmla="*/ 5684 w 6343"/>
                  <a:gd name="connsiteY3" fmla="*/ 1018 h 6345"/>
                  <a:gd name="connsiteX4" fmla="*/ 3442 w 6343"/>
                  <a:gd name="connsiteY4" fmla="*/ 89 h 6345"/>
                  <a:gd name="connsiteX5" fmla="*/ 1199 w 6343"/>
                  <a:gd name="connsiteY5" fmla="*/ 1018 h 6345"/>
                  <a:gd name="connsiteX6" fmla="*/ 270 w 6343"/>
                  <a:gd name="connsiteY6" fmla="*/ 3262 h 6345"/>
                  <a:gd name="connsiteX7" fmla="*/ 1199 w 6343"/>
                  <a:gd name="connsiteY7" fmla="*/ 5505 h 6345"/>
                  <a:gd name="connsiteX8" fmla="*/ 3442 w 6343"/>
                  <a:gd name="connsiteY8" fmla="*/ 64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434"/>
                    </a:moveTo>
                    <a:cubicBezTo>
                      <a:pt x="4283" y="6434"/>
                      <a:pt x="5089" y="6100"/>
                      <a:pt x="5684" y="5505"/>
                    </a:cubicBezTo>
                    <a:cubicBezTo>
                      <a:pt x="6279" y="4910"/>
                      <a:pt x="6613" y="4103"/>
                      <a:pt x="6613" y="3262"/>
                    </a:cubicBezTo>
                    <a:cubicBezTo>
                      <a:pt x="6613" y="2420"/>
                      <a:pt x="6279" y="1613"/>
                      <a:pt x="5684" y="1018"/>
                    </a:cubicBezTo>
                    <a:cubicBezTo>
                      <a:pt x="5089" y="423"/>
                      <a:pt x="4283" y="89"/>
                      <a:pt x="3442" y="89"/>
                    </a:cubicBezTo>
                    <a:cubicBezTo>
                      <a:pt x="2600" y="89"/>
                      <a:pt x="1794" y="423"/>
                      <a:pt x="1199" y="1018"/>
                    </a:cubicBezTo>
                    <a:cubicBezTo>
                      <a:pt x="604" y="1613"/>
                      <a:pt x="270" y="2420"/>
                      <a:pt x="270" y="3262"/>
                    </a:cubicBezTo>
                    <a:cubicBezTo>
                      <a:pt x="270" y="4103"/>
                      <a:pt x="604" y="4910"/>
                      <a:pt x="1199" y="5505"/>
                    </a:cubicBezTo>
                    <a:cubicBezTo>
                      <a:pt x="1794" y="6100"/>
                      <a:pt x="2600" y="6434"/>
                      <a:pt x="3442" y="64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30" name="Freeform: Shape 2329">
                <a:extLst>
                  <a:ext uri="{FF2B5EF4-FFF2-40B4-BE49-F238E27FC236}">
                    <a16:creationId xmlns:a16="http://schemas.microsoft.com/office/drawing/2014/main" id="{33F06D03-8255-C0FC-D3B7-94086963C41A}"/>
                  </a:ext>
                </a:extLst>
              </p:cNvPr>
              <p:cNvSpPr/>
              <p:nvPr/>
            </p:nvSpPr>
            <p:spPr>
              <a:xfrm>
                <a:off x="4284110" y="4608190"/>
                <a:ext cx="6343" cy="6345"/>
              </a:xfrm>
              <a:custGeom>
                <a:avLst/>
                <a:gdLst>
                  <a:gd name="connsiteX0" fmla="*/ 3442 w 6343"/>
                  <a:gd name="connsiteY0" fmla="*/ 6434 h 6345"/>
                  <a:gd name="connsiteX1" fmla="*/ 5685 w 6343"/>
                  <a:gd name="connsiteY1" fmla="*/ 5505 h 6345"/>
                  <a:gd name="connsiteX2" fmla="*/ 6614 w 6343"/>
                  <a:gd name="connsiteY2" fmla="*/ 3262 h 6345"/>
                  <a:gd name="connsiteX3" fmla="*/ 5685 w 6343"/>
                  <a:gd name="connsiteY3" fmla="*/ 1018 h 6345"/>
                  <a:gd name="connsiteX4" fmla="*/ 3442 w 6343"/>
                  <a:gd name="connsiteY4" fmla="*/ 89 h 6345"/>
                  <a:gd name="connsiteX5" fmla="*/ 1199 w 6343"/>
                  <a:gd name="connsiteY5" fmla="*/ 1018 h 6345"/>
                  <a:gd name="connsiteX6" fmla="*/ 271 w 6343"/>
                  <a:gd name="connsiteY6" fmla="*/ 3262 h 6345"/>
                  <a:gd name="connsiteX7" fmla="*/ 1199 w 6343"/>
                  <a:gd name="connsiteY7" fmla="*/ 5505 h 6345"/>
                  <a:gd name="connsiteX8" fmla="*/ 3442 w 6343"/>
                  <a:gd name="connsiteY8" fmla="*/ 64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434"/>
                    </a:moveTo>
                    <a:cubicBezTo>
                      <a:pt x="4283" y="6434"/>
                      <a:pt x="5090" y="6100"/>
                      <a:pt x="5685" y="5505"/>
                    </a:cubicBezTo>
                    <a:cubicBezTo>
                      <a:pt x="6279" y="4910"/>
                      <a:pt x="6614" y="4103"/>
                      <a:pt x="6614" y="3262"/>
                    </a:cubicBezTo>
                    <a:cubicBezTo>
                      <a:pt x="6614" y="2420"/>
                      <a:pt x="6279" y="1613"/>
                      <a:pt x="5685" y="1018"/>
                    </a:cubicBezTo>
                    <a:cubicBezTo>
                      <a:pt x="5090" y="423"/>
                      <a:pt x="4283" y="89"/>
                      <a:pt x="3442" y="89"/>
                    </a:cubicBezTo>
                    <a:cubicBezTo>
                      <a:pt x="2601" y="89"/>
                      <a:pt x="1794" y="423"/>
                      <a:pt x="1199" y="1018"/>
                    </a:cubicBezTo>
                    <a:cubicBezTo>
                      <a:pt x="605" y="1613"/>
                      <a:pt x="271" y="2420"/>
                      <a:pt x="271" y="3262"/>
                    </a:cubicBezTo>
                    <a:cubicBezTo>
                      <a:pt x="271" y="4103"/>
                      <a:pt x="605" y="4910"/>
                      <a:pt x="1199" y="5505"/>
                    </a:cubicBezTo>
                    <a:cubicBezTo>
                      <a:pt x="1794" y="6100"/>
                      <a:pt x="2601" y="6434"/>
                      <a:pt x="3442" y="64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31" name="Freeform: Shape 2330">
                <a:extLst>
                  <a:ext uri="{FF2B5EF4-FFF2-40B4-BE49-F238E27FC236}">
                    <a16:creationId xmlns:a16="http://schemas.microsoft.com/office/drawing/2014/main" id="{129E401A-5010-F5D1-0A94-3978C79D2884}"/>
                  </a:ext>
                </a:extLst>
              </p:cNvPr>
              <p:cNvSpPr/>
              <p:nvPr/>
            </p:nvSpPr>
            <p:spPr>
              <a:xfrm>
                <a:off x="4213796" y="4867793"/>
                <a:ext cx="6343" cy="6345"/>
              </a:xfrm>
              <a:custGeom>
                <a:avLst/>
                <a:gdLst>
                  <a:gd name="connsiteX0" fmla="*/ 3437 w 6343"/>
                  <a:gd name="connsiteY0" fmla="*/ 6455 h 6345"/>
                  <a:gd name="connsiteX1" fmla="*/ 5679 w 6343"/>
                  <a:gd name="connsiteY1" fmla="*/ 5526 h 6345"/>
                  <a:gd name="connsiteX2" fmla="*/ 6608 w 6343"/>
                  <a:gd name="connsiteY2" fmla="*/ 3282 h 6345"/>
                  <a:gd name="connsiteX3" fmla="*/ 5679 w 6343"/>
                  <a:gd name="connsiteY3" fmla="*/ 1039 h 6345"/>
                  <a:gd name="connsiteX4" fmla="*/ 3437 w 6343"/>
                  <a:gd name="connsiteY4" fmla="*/ 109 h 6345"/>
                  <a:gd name="connsiteX5" fmla="*/ 1194 w 6343"/>
                  <a:gd name="connsiteY5" fmla="*/ 1039 h 6345"/>
                  <a:gd name="connsiteX6" fmla="*/ 265 w 6343"/>
                  <a:gd name="connsiteY6" fmla="*/ 3282 h 6345"/>
                  <a:gd name="connsiteX7" fmla="*/ 1194 w 6343"/>
                  <a:gd name="connsiteY7" fmla="*/ 5526 h 6345"/>
                  <a:gd name="connsiteX8" fmla="*/ 3437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455"/>
                    </a:moveTo>
                    <a:cubicBezTo>
                      <a:pt x="4278" y="6455"/>
                      <a:pt x="5084" y="6121"/>
                      <a:pt x="5679" y="5526"/>
                    </a:cubicBezTo>
                    <a:cubicBezTo>
                      <a:pt x="6274" y="4931"/>
                      <a:pt x="6608" y="4124"/>
                      <a:pt x="6608" y="3282"/>
                    </a:cubicBezTo>
                    <a:cubicBezTo>
                      <a:pt x="6608" y="2441"/>
                      <a:pt x="6274" y="1634"/>
                      <a:pt x="5679" y="1039"/>
                    </a:cubicBezTo>
                    <a:cubicBezTo>
                      <a:pt x="5084" y="444"/>
                      <a:pt x="4278" y="109"/>
                      <a:pt x="3437" y="109"/>
                    </a:cubicBezTo>
                    <a:cubicBezTo>
                      <a:pt x="2595" y="109"/>
                      <a:pt x="1789" y="444"/>
                      <a:pt x="1194" y="1039"/>
                    </a:cubicBezTo>
                    <a:cubicBezTo>
                      <a:pt x="599" y="1634"/>
                      <a:pt x="265" y="2441"/>
                      <a:pt x="265" y="3282"/>
                    </a:cubicBezTo>
                    <a:cubicBezTo>
                      <a:pt x="265" y="4124"/>
                      <a:pt x="599" y="4931"/>
                      <a:pt x="1194" y="5526"/>
                    </a:cubicBezTo>
                    <a:cubicBezTo>
                      <a:pt x="1789" y="6121"/>
                      <a:pt x="2595" y="6455"/>
                      <a:pt x="3437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32" name="Freeform: Shape 2331">
                <a:extLst>
                  <a:ext uri="{FF2B5EF4-FFF2-40B4-BE49-F238E27FC236}">
                    <a16:creationId xmlns:a16="http://schemas.microsoft.com/office/drawing/2014/main" id="{62E4D389-3A14-20CA-3DC4-B2A5F80E2DCF}"/>
                  </a:ext>
                </a:extLst>
              </p:cNvPr>
              <p:cNvSpPr/>
              <p:nvPr/>
            </p:nvSpPr>
            <p:spPr>
              <a:xfrm>
                <a:off x="4219254" y="4869547"/>
                <a:ext cx="6343" cy="6345"/>
              </a:xfrm>
              <a:custGeom>
                <a:avLst/>
                <a:gdLst>
                  <a:gd name="connsiteX0" fmla="*/ 3437 w 6343"/>
                  <a:gd name="connsiteY0" fmla="*/ 6455 h 6345"/>
                  <a:gd name="connsiteX1" fmla="*/ 5680 w 6343"/>
                  <a:gd name="connsiteY1" fmla="*/ 5526 h 6345"/>
                  <a:gd name="connsiteX2" fmla="*/ 6609 w 6343"/>
                  <a:gd name="connsiteY2" fmla="*/ 3282 h 6345"/>
                  <a:gd name="connsiteX3" fmla="*/ 5680 w 6343"/>
                  <a:gd name="connsiteY3" fmla="*/ 1039 h 6345"/>
                  <a:gd name="connsiteX4" fmla="*/ 3437 w 6343"/>
                  <a:gd name="connsiteY4" fmla="*/ 110 h 6345"/>
                  <a:gd name="connsiteX5" fmla="*/ 1194 w 6343"/>
                  <a:gd name="connsiteY5" fmla="*/ 1039 h 6345"/>
                  <a:gd name="connsiteX6" fmla="*/ 265 w 6343"/>
                  <a:gd name="connsiteY6" fmla="*/ 3282 h 6345"/>
                  <a:gd name="connsiteX7" fmla="*/ 1194 w 6343"/>
                  <a:gd name="connsiteY7" fmla="*/ 5526 h 6345"/>
                  <a:gd name="connsiteX8" fmla="*/ 3437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455"/>
                    </a:moveTo>
                    <a:cubicBezTo>
                      <a:pt x="4278" y="6455"/>
                      <a:pt x="5085" y="6121"/>
                      <a:pt x="5680" y="5526"/>
                    </a:cubicBezTo>
                    <a:cubicBezTo>
                      <a:pt x="6274" y="4931"/>
                      <a:pt x="6609" y="4124"/>
                      <a:pt x="6609" y="3282"/>
                    </a:cubicBezTo>
                    <a:cubicBezTo>
                      <a:pt x="6609" y="2441"/>
                      <a:pt x="6274" y="1634"/>
                      <a:pt x="5680" y="1039"/>
                    </a:cubicBezTo>
                    <a:cubicBezTo>
                      <a:pt x="5085" y="444"/>
                      <a:pt x="4278" y="110"/>
                      <a:pt x="3437" y="110"/>
                    </a:cubicBezTo>
                    <a:cubicBezTo>
                      <a:pt x="2596" y="110"/>
                      <a:pt x="1789" y="444"/>
                      <a:pt x="1194" y="1039"/>
                    </a:cubicBezTo>
                    <a:cubicBezTo>
                      <a:pt x="600" y="1634"/>
                      <a:pt x="265" y="2441"/>
                      <a:pt x="265" y="3282"/>
                    </a:cubicBezTo>
                    <a:cubicBezTo>
                      <a:pt x="265" y="4124"/>
                      <a:pt x="600" y="4931"/>
                      <a:pt x="1194" y="5526"/>
                    </a:cubicBezTo>
                    <a:cubicBezTo>
                      <a:pt x="1789" y="6121"/>
                      <a:pt x="2596" y="6455"/>
                      <a:pt x="3437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33" name="Freeform: Shape 2332">
                <a:extLst>
                  <a:ext uri="{FF2B5EF4-FFF2-40B4-BE49-F238E27FC236}">
                    <a16:creationId xmlns:a16="http://schemas.microsoft.com/office/drawing/2014/main" id="{AD3DDDD4-736E-1A21-722E-03F4BFDB10D2}"/>
                  </a:ext>
                </a:extLst>
              </p:cNvPr>
              <p:cNvSpPr/>
              <p:nvPr/>
            </p:nvSpPr>
            <p:spPr>
              <a:xfrm>
                <a:off x="4223392" y="4874556"/>
                <a:ext cx="6343" cy="6345"/>
              </a:xfrm>
              <a:custGeom>
                <a:avLst/>
                <a:gdLst>
                  <a:gd name="connsiteX0" fmla="*/ 3437 w 6343"/>
                  <a:gd name="connsiteY0" fmla="*/ 6455 h 6345"/>
                  <a:gd name="connsiteX1" fmla="*/ 5680 w 6343"/>
                  <a:gd name="connsiteY1" fmla="*/ 5526 h 6345"/>
                  <a:gd name="connsiteX2" fmla="*/ 6609 w 6343"/>
                  <a:gd name="connsiteY2" fmla="*/ 3283 h 6345"/>
                  <a:gd name="connsiteX3" fmla="*/ 5680 w 6343"/>
                  <a:gd name="connsiteY3" fmla="*/ 1039 h 6345"/>
                  <a:gd name="connsiteX4" fmla="*/ 3437 w 6343"/>
                  <a:gd name="connsiteY4" fmla="*/ 110 h 6345"/>
                  <a:gd name="connsiteX5" fmla="*/ 1195 w 6343"/>
                  <a:gd name="connsiteY5" fmla="*/ 1039 h 6345"/>
                  <a:gd name="connsiteX6" fmla="*/ 266 w 6343"/>
                  <a:gd name="connsiteY6" fmla="*/ 3283 h 6345"/>
                  <a:gd name="connsiteX7" fmla="*/ 1195 w 6343"/>
                  <a:gd name="connsiteY7" fmla="*/ 5526 h 6345"/>
                  <a:gd name="connsiteX8" fmla="*/ 3437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455"/>
                    </a:moveTo>
                    <a:cubicBezTo>
                      <a:pt x="4278" y="6455"/>
                      <a:pt x="5085" y="6121"/>
                      <a:pt x="5680" y="5526"/>
                    </a:cubicBezTo>
                    <a:cubicBezTo>
                      <a:pt x="6275" y="4931"/>
                      <a:pt x="6609" y="4124"/>
                      <a:pt x="6609" y="3283"/>
                    </a:cubicBezTo>
                    <a:cubicBezTo>
                      <a:pt x="6609" y="2441"/>
                      <a:pt x="6275" y="1634"/>
                      <a:pt x="5680" y="1039"/>
                    </a:cubicBezTo>
                    <a:cubicBezTo>
                      <a:pt x="5085" y="444"/>
                      <a:pt x="4278" y="110"/>
                      <a:pt x="3437" y="110"/>
                    </a:cubicBezTo>
                    <a:cubicBezTo>
                      <a:pt x="2596" y="110"/>
                      <a:pt x="1789" y="444"/>
                      <a:pt x="1195" y="1039"/>
                    </a:cubicBezTo>
                    <a:cubicBezTo>
                      <a:pt x="600" y="1634"/>
                      <a:pt x="266" y="2441"/>
                      <a:pt x="266" y="3283"/>
                    </a:cubicBezTo>
                    <a:cubicBezTo>
                      <a:pt x="266" y="4124"/>
                      <a:pt x="600" y="4931"/>
                      <a:pt x="1195" y="5526"/>
                    </a:cubicBezTo>
                    <a:cubicBezTo>
                      <a:pt x="1789" y="6121"/>
                      <a:pt x="2596" y="6455"/>
                      <a:pt x="3437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34" name="Freeform: Shape 2333">
                <a:extLst>
                  <a:ext uri="{FF2B5EF4-FFF2-40B4-BE49-F238E27FC236}">
                    <a16:creationId xmlns:a16="http://schemas.microsoft.com/office/drawing/2014/main" id="{53533EC1-DB1B-2D3D-50FD-F93952BDC7D4}"/>
                  </a:ext>
                </a:extLst>
              </p:cNvPr>
              <p:cNvSpPr/>
              <p:nvPr/>
            </p:nvSpPr>
            <p:spPr>
              <a:xfrm>
                <a:off x="4227483" y="4879582"/>
                <a:ext cx="6343" cy="6345"/>
              </a:xfrm>
              <a:custGeom>
                <a:avLst/>
                <a:gdLst>
                  <a:gd name="connsiteX0" fmla="*/ 3438 w 6343"/>
                  <a:gd name="connsiteY0" fmla="*/ 6456 h 6345"/>
                  <a:gd name="connsiteX1" fmla="*/ 5680 w 6343"/>
                  <a:gd name="connsiteY1" fmla="*/ 5526 h 6345"/>
                  <a:gd name="connsiteX2" fmla="*/ 6609 w 6343"/>
                  <a:gd name="connsiteY2" fmla="*/ 3283 h 6345"/>
                  <a:gd name="connsiteX3" fmla="*/ 5680 w 6343"/>
                  <a:gd name="connsiteY3" fmla="*/ 1040 h 6345"/>
                  <a:gd name="connsiteX4" fmla="*/ 3438 w 6343"/>
                  <a:gd name="connsiteY4" fmla="*/ 110 h 6345"/>
                  <a:gd name="connsiteX5" fmla="*/ 1195 w 6343"/>
                  <a:gd name="connsiteY5" fmla="*/ 1040 h 6345"/>
                  <a:gd name="connsiteX6" fmla="*/ 266 w 6343"/>
                  <a:gd name="connsiteY6" fmla="*/ 3283 h 6345"/>
                  <a:gd name="connsiteX7" fmla="*/ 1195 w 6343"/>
                  <a:gd name="connsiteY7" fmla="*/ 5526 h 6345"/>
                  <a:gd name="connsiteX8" fmla="*/ 3438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456"/>
                    </a:moveTo>
                    <a:cubicBezTo>
                      <a:pt x="4279" y="6456"/>
                      <a:pt x="5085" y="6121"/>
                      <a:pt x="5680" y="5526"/>
                    </a:cubicBezTo>
                    <a:cubicBezTo>
                      <a:pt x="6275" y="4932"/>
                      <a:pt x="6609" y="4124"/>
                      <a:pt x="6609" y="3283"/>
                    </a:cubicBezTo>
                    <a:cubicBezTo>
                      <a:pt x="6609" y="2442"/>
                      <a:pt x="6275" y="1635"/>
                      <a:pt x="5680" y="1040"/>
                    </a:cubicBezTo>
                    <a:cubicBezTo>
                      <a:pt x="5085" y="445"/>
                      <a:pt x="4279" y="110"/>
                      <a:pt x="3438" y="110"/>
                    </a:cubicBezTo>
                    <a:cubicBezTo>
                      <a:pt x="2597" y="110"/>
                      <a:pt x="1790" y="445"/>
                      <a:pt x="1195" y="1040"/>
                    </a:cubicBezTo>
                    <a:cubicBezTo>
                      <a:pt x="600" y="1635"/>
                      <a:pt x="266" y="2442"/>
                      <a:pt x="266" y="3283"/>
                    </a:cubicBezTo>
                    <a:cubicBezTo>
                      <a:pt x="266" y="4124"/>
                      <a:pt x="600" y="4932"/>
                      <a:pt x="1195" y="5526"/>
                    </a:cubicBezTo>
                    <a:cubicBezTo>
                      <a:pt x="1790" y="6121"/>
                      <a:pt x="2597" y="6456"/>
                      <a:pt x="3438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35" name="Freeform: Shape 2334">
                <a:extLst>
                  <a:ext uri="{FF2B5EF4-FFF2-40B4-BE49-F238E27FC236}">
                    <a16:creationId xmlns:a16="http://schemas.microsoft.com/office/drawing/2014/main" id="{7A1812B5-D416-3785-805E-F32DB8F7FF2F}"/>
                  </a:ext>
                </a:extLst>
              </p:cNvPr>
              <p:cNvSpPr/>
              <p:nvPr/>
            </p:nvSpPr>
            <p:spPr>
              <a:xfrm>
                <a:off x="4231876" y="4883792"/>
                <a:ext cx="6343" cy="6345"/>
              </a:xfrm>
              <a:custGeom>
                <a:avLst/>
                <a:gdLst>
                  <a:gd name="connsiteX0" fmla="*/ 3438 w 6343"/>
                  <a:gd name="connsiteY0" fmla="*/ 6456 h 6345"/>
                  <a:gd name="connsiteX1" fmla="*/ 5681 w 6343"/>
                  <a:gd name="connsiteY1" fmla="*/ 5527 h 6345"/>
                  <a:gd name="connsiteX2" fmla="*/ 6610 w 6343"/>
                  <a:gd name="connsiteY2" fmla="*/ 3283 h 6345"/>
                  <a:gd name="connsiteX3" fmla="*/ 5681 w 6343"/>
                  <a:gd name="connsiteY3" fmla="*/ 1040 h 6345"/>
                  <a:gd name="connsiteX4" fmla="*/ 3438 w 6343"/>
                  <a:gd name="connsiteY4" fmla="*/ 111 h 6345"/>
                  <a:gd name="connsiteX5" fmla="*/ 1195 w 6343"/>
                  <a:gd name="connsiteY5" fmla="*/ 1040 h 6345"/>
                  <a:gd name="connsiteX6" fmla="*/ 266 w 6343"/>
                  <a:gd name="connsiteY6" fmla="*/ 3283 h 6345"/>
                  <a:gd name="connsiteX7" fmla="*/ 1195 w 6343"/>
                  <a:gd name="connsiteY7" fmla="*/ 5527 h 6345"/>
                  <a:gd name="connsiteX8" fmla="*/ 3438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456"/>
                    </a:moveTo>
                    <a:cubicBezTo>
                      <a:pt x="4279" y="6456"/>
                      <a:pt x="5086" y="6122"/>
                      <a:pt x="5681" y="5527"/>
                    </a:cubicBezTo>
                    <a:cubicBezTo>
                      <a:pt x="6275" y="4932"/>
                      <a:pt x="6610" y="4125"/>
                      <a:pt x="6610" y="3283"/>
                    </a:cubicBezTo>
                    <a:cubicBezTo>
                      <a:pt x="6610" y="2442"/>
                      <a:pt x="6275" y="1635"/>
                      <a:pt x="5681" y="1040"/>
                    </a:cubicBezTo>
                    <a:cubicBezTo>
                      <a:pt x="5086" y="445"/>
                      <a:pt x="4279" y="111"/>
                      <a:pt x="3438" y="111"/>
                    </a:cubicBezTo>
                    <a:cubicBezTo>
                      <a:pt x="2597" y="111"/>
                      <a:pt x="1790" y="445"/>
                      <a:pt x="1195" y="1040"/>
                    </a:cubicBezTo>
                    <a:cubicBezTo>
                      <a:pt x="601" y="1635"/>
                      <a:pt x="266" y="2442"/>
                      <a:pt x="266" y="3283"/>
                    </a:cubicBezTo>
                    <a:cubicBezTo>
                      <a:pt x="266" y="4125"/>
                      <a:pt x="601" y="4932"/>
                      <a:pt x="1195" y="5527"/>
                    </a:cubicBezTo>
                    <a:cubicBezTo>
                      <a:pt x="1790" y="6122"/>
                      <a:pt x="2597" y="6456"/>
                      <a:pt x="3438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36" name="Freeform: Shape 2335">
                <a:extLst>
                  <a:ext uri="{FF2B5EF4-FFF2-40B4-BE49-F238E27FC236}">
                    <a16:creationId xmlns:a16="http://schemas.microsoft.com/office/drawing/2014/main" id="{92A25678-9039-6105-8DCD-735B9965DFBF}"/>
                  </a:ext>
                </a:extLst>
              </p:cNvPr>
              <p:cNvSpPr/>
              <p:nvPr/>
            </p:nvSpPr>
            <p:spPr>
              <a:xfrm>
                <a:off x="4569319" y="4239251"/>
                <a:ext cx="6343" cy="6345"/>
              </a:xfrm>
              <a:custGeom>
                <a:avLst/>
                <a:gdLst>
                  <a:gd name="connsiteX0" fmla="*/ 3465 w 6343"/>
                  <a:gd name="connsiteY0" fmla="*/ 6405 h 6345"/>
                  <a:gd name="connsiteX1" fmla="*/ 5707 w 6343"/>
                  <a:gd name="connsiteY1" fmla="*/ 5476 h 6345"/>
                  <a:gd name="connsiteX2" fmla="*/ 6636 w 6343"/>
                  <a:gd name="connsiteY2" fmla="*/ 3233 h 6345"/>
                  <a:gd name="connsiteX3" fmla="*/ 5707 w 6343"/>
                  <a:gd name="connsiteY3" fmla="*/ 989 h 6345"/>
                  <a:gd name="connsiteX4" fmla="*/ 3465 w 6343"/>
                  <a:gd name="connsiteY4" fmla="*/ 60 h 6345"/>
                  <a:gd name="connsiteX5" fmla="*/ 1222 w 6343"/>
                  <a:gd name="connsiteY5" fmla="*/ 989 h 6345"/>
                  <a:gd name="connsiteX6" fmla="*/ 293 w 6343"/>
                  <a:gd name="connsiteY6" fmla="*/ 3233 h 6345"/>
                  <a:gd name="connsiteX7" fmla="*/ 1222 w 6343"/>
                  <a:gd name="connsiteY7" fmla="*/ 5476 h 6345"/>
                  <a:gd name="connsiteX8" fmla="*/ 3465 w 6343"/>
                  <a:gd name="connsiteY8" fmla="*/ 640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5" y="6405"/>
                    </a:moveTo>
                    <a:cubicBezTo>
                      <a:pt x="4306" y="6405"/>
                      <a:pt x="5112" y="6071"/>
                      <a:pt x="5707" y="5476"/>
                    </a:cubicBezTo>
                    <a:cubicBezTo>
                      <a:pt x="6302" y="4881"/>
                      <a:pt x="6636" y="4074"/>
                      <a:pt x="6636" y="3233"/>
                    </a:cubicBezTo>
                    <a:cubicBezTo>
                      <a:pt x="6636" y="2391"/>
                      <a:pt x="6302" y="1584"/>
                      <a:pt x="5707" y="989"/>
                    </a:cubicBezTo>
                    <a:cubicBezTo>
                      <a:pt x="5112" y="394"/>
                      <a:pt x="4306" y="60"/>
                      <a:pt x="3465" y="60"/>
                    </a:cubicBezTo>
                    <a:cubicBezTo>
                      <a:pt x="2623" y="60"/>
                      <a:pt x="1817" y="394"/>
                      <a:pt x="1222" y="989"/>
                    </a:cubicBezTo>
                    <a:cubicBezTo>
                      <a:pt x="627" y="1584"/>
                      <a:pt x="293" y="2391"/>
                      <a:pt x="293" y="3233"/>
                    </a:cubicBezTo>
                    <a:cubicBezTo>
                      <a:pt x="293" y="4074"/>
                      <a:pt x="627" y="4881"/>
                      <a:pt x="1222" y="5476"/>
                    </a:cubicBezTo>
                    <a:cubicBezTo>
                      <a:pt x="1817" y="6071"/>
                      <a:pt x="2623" y="6405"/>
                      <a:pt x="3465" y="64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37" name="Freeform: Shape 2336">
                <a:extLst>
                  <a:ext uri="{FF2B5EF4-FFF2-40B4-BE49-F238E27FC236}">
                    <a16:creationId xmlns:a16="http://schemas.microsoft.com/office/drawing/2014/main" id="{B745241D-1B53-0C8D-5D20-0BC0258F11AB}"/>
                  </a:ext>
                </a:extLst>
              </p:cNvPr>
              <p:cNvSpPr/>
              <p:nvPr/>
            </p:nvSpPr>
            <p:spPr>
              <a:xfrm>
                <a:off x="4578463" y="4243596"/>
                <a:ext cx="6343" cy="6345"/>
              </a:xfrm>
              <a:custGeom>
                <a:avLst/>
                <a:gdLst>
                  <a:gd name="connsiteX0" fmla="*/ 3465 w 6343"/>
                  <a:gd name="connsiteY0" fmla="*/ 6406 h 6345"/>
                  <a:gd name="connsiteX1" fmla="*/ 5708 w 6343"/>
                  <a:gd name="connsiteY1" fmla="*/ 5476 h 6345"/>
                  <a:gd name="connsiteX2" fmla="*/ 6637 w 6343"/>
                  <a:gd name="connsiteY2" fmla="*/ 3233 h 6345"/>
                  <a:gd name="connsiteX3" fmla="*/ 5708 w 6343"/>
                  <a:gd name="connsiteY3" fmla="*/ 989 h 6345"/>
                  <a:gd name="connsiteX4" fmla="*/ 3465 w 6343"/>
                  <a:gd name="connsiteY4" fmla="*/ 60 h 6345"/>
                  <a:gd name="connsiteX5" fmla="*/ 1223 w 6343"/>
                  <a:gd name="connsiteY5" fmla="*/ 989 h 6345"/>
                  <a:gd name="connsiteX6" fmla="*/ 294 w 6343"/>
                  <a:gd name="connsiteY6" fmla="*/ 3233 h 6345"/>
                  <a:gd name="connsiteX7" fmla="*/ 1223 w 6343"/>
                  <a:gd name="connsiteY7" fmla="*/ 5476 h 6345"/>
                  <a:gd name="connsiteX8" fmla="*/ 3465 w 6343"/>
                  <a:gd name="connsiteY8" fmla="*/ 64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5" y="6406"/>
                    </a:moveTo>
                    <a:cubicBezTo>
                      <a:pt x="4306" y="6406"/>
                      <a:pt x="5113" y="6071"/>
                      <a:pt x="5708" y="5476"/>
                    </a:cubicBezTo>
                    <a:cubicBezTo>
                      <a:pt x="6303" y="4881"/>
                      <a:pt x="6637" y="4074"/>
                      <a:pt x="6637" y="3233"/>
                    </a:cubicBezTo>
                    <a:cubicBezTo>
                      <a:pt x="6637" y="2392"/>
                      <a:pt x="6303" y="1584"/>
                      <a:pt x="5708" y="989"/>
                    </a:cubicBezTo>
                    <a:cubicBezTo>
                      <a:pt x="5113" y="395"/>
                      <a:pt x="4306" y="60"/>
                      <a:pt x="3465" y="60"/>
                    </a:cubicBezTo>
                    <a:cubicBezTo>
                      <a:pt x="2624" y="60"/>
                      <a:pt x="1817" y="395"/>
                      <a:pt x="1223" y="989"/>
                    </a:cubicBezTo>
                    <a:cubicBezTo>
                      <a:pt x="628" y="1584"/>
                      <a:pt x="294" y="2392"/>
                      <a:pt x="294" y="3233"/>
                    </a:cubicBezTo>
                    <a:cubicBezTo>
                      <a:pt x="294" y="4074"/>
                      <a:pt x="628" y="4881"/>
                      <a:pt x="1223" y="5476"/>
                    </a:cubicBezTo>
                    <a:cubicBezTo>
                      <a:pt x="1817" y="6071"/>
                      <a:pt x="2624" y="6406"/>
                      <a:pt x="3465" y="64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38" name="Freeform: Shape 2337">
                <a:extLst>
                  <a:ext uri="{FF2B5EF4-FFF2-40B4-BE49-F238E27FC236}">
                    <a16:creationId xmlns:a16="http://schemas.microsoft.com/office/drawing/2014/main" id="{103CBC7A-C994-24A4-3026-0333B66FD14F}"/>
                  </a:ext>
                </a:extLst>
              </p:cNvPr>
              <p:cNvSpPr/>
              <p:nvPr/>
            </p:nvSpPr>
            <p:spPr>
              <a:xfrm>
                <a:off x="4513402" y="4500935"/>
                <a:ext cx="6343" cy="6345"/>
              </a:xfrm>
              <a:custGeom>
                <a:avLst/>
                <a:gdLst>
                  <a:gd name="connsiteX0" fmla="*/ 3460 w 6343"/>
                  <a:gd name="connsiteY0" fmla="*/ 6426 h 6345"/>
                  <a:gd name="connsiteX1" fmla="*/ 5703 w 6343"/>
                  <a:gd name="connsiteY1" fmla="*/ 5497 h 6345"/>
                  <a:gd name="connsiteX2" fmla="*/ 6632 w 6343"/>
                  <a:gd name="connsiteY2" fmla="*/ 3253 h 6345"/>
                  <a:gd name="connsiteX3" fmla="*/ 5703 w 6343"/>
                  <a:gd name="connsiteY3" fmla="*/ 1010 h 6345"/>
                  <a:gd name="connsiteX4" fmla="*/ 3460 w 6343"/>
                  <a:gd name="connsiteY4" fmla="*/ 80 h 6345"/>
                  <a:gd name="connsiteX5" fmla="*/ 1218 w 6343"/>
                  <a:gd name="connsiteY5" fmla="*/ 1010 h 6345"/>
                  <a:gd name="connsiteX6" fmla="*/ 289 w 6343"/>
                  <a:gd name="connsiteY6" fmla="*/ 3253 h 6345"/>
                  <a:gd name="connsiteX7" fmla="*/ 1218 w 6343"/>
                  <a:gd name="connsiteY7" fmla="*/ 5497 h 6345"/>
                  <a:gd name="connsiteX8" fmla="*/ 3460 w 6343"/>
                  <a:gd name="connsiteY8" fmla="*/ 64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426"/>
                    </a:moveTo>
                    <a:cubicBezTo>
                      <a:pt x="4301" y="6426"/>
                      <a:pt x="5108" y="6092"/>
                      <a:pt x="5703" y="5497"/>
                    </a:cubicBezTo>
                    <a:cubicBezTo>
                      <a:pt x="6298" y="4902"/>
                      <a:pt x="6632" y="4095"/>
                      <a:pt x="6632" y="3253"/>
                    </a:cubicBezTo>
                    <a:cubicBezTo>
                      <a:pt x="6632" y="2412"/>
                      <a:pt x="6298" y="1605"/>
                      <a:pt x="5703" y="1010"/>
                    </a:cubicBezTo>
                    <a:cubicBezTo>
                      <a:pt x="5108" y="415"/>
                      <a:pt x="4301" y="80"/>
                      <a:pt x="3460" y="80"/>
                    </a:cubicBezTo>
                    <a:cubicBezTo>
                      <a:pt x="2619" y="80"/>
                      <a:pt x="1812" y="415"/>
                      <a:pt x="1218" y="1010"/>
                    </a:cubicBezTo>
                    <a:cubicBezTo>
                      <a:pt x="623" y="1605"/>
                      <a:pt x="289" y="2412"/>
                      <a:pt x="289" y="3253"/>
                    </a:cubicBezTo>
                    <a:cubicBezTo>
                      <a:pt x="289" y="4095"/>
                      <a:pt x="623" y="4902"/>
                      <a:pt x="1218" y="5497"/>
                    </a:cubicBezTo>
                    <a:cubicBezTo>
                      <a:pt x="1812" y="6092"/>
                      <a:pt x="2619" y="6426"/>
                      <a:pt x="3460" y="64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39" name="Freeform: Shape 2338">
                <a:extLst>
                  <a:ext uri="{FF2B5EF4-FFF2-40B4-BE49-F238E27FC236}">
                    <a16:creationId xmlns:a16="http://schemas.microsoft.com/office/drawing/2014/main" id="{DC5211AC-E020-05DC-BEE4-91AD2A6EA94F}"/>
                  </a:ext>
                </a:extLst>
              </p:cNvPr>
              <p:cNvSpPr/>
              <p:nvPr/>
            </p:nvSpPr>
            <p:spPr>
              <a:xfrm>
                <a:off x="4520431" y="4505900"/>
                <a:ext cx="6343" cy="6345"/>
              </a:xfrm>
              <a:custGeom>
                <a:avLst/>
                <a:gdLst>
                  <a:gd name="connsiteX0" fmla="*/ 3461 w 6343"/>
                  <a:gd name="connsiteY0" fmla="*/ 6426 h 6345"/>
                  <a:gd name="connsiteX1" fmla="*/ 5703 w 6343"/>
                  <a:gd name="connsiteY1" fmla="*/ 5497 h 6345"/>
                  <a:gd name="connsiteX2" fmla="*/ 6632 w 6343"/>
                  <a:gd name="connsiteY2" fmla="*/ 3254 h 6345"/>
                  <a:gd name="connsiteX3" fmla="*/ 5703 w 6343"/>
                  <a:gd name="connsiteY3" fmla="*/ 1010 h 6345"/>
                  <a:gd name="connsiteX4" fmla="*/ 3461 w 6343"/>
                  <a:gd name="connsiteY4" fmla="*/ 81 h 6345"/>
                  <a:gd name="connsiteX5" fmla="*/ 1218 w 6343"/>
                  <a:gd name="connsiteY5" fmla="*/ 1010 h 6345"/>
                  <a:gd name="connsiteX6" fmla="*/ 289 w 6343"/>
                  <a:gd name="connsiteY6" fmla="*/ 3254 h 6345"/>
                  <a:gd name="connsiteX7" fmla="*/ 1218 w 6343"/>
                  <a:gd name="connsiteY7" fmla="*/ 5497 h 6345"/>
                  <a:gd name="connsiteX8" fmla="*/ 3461 w 6343"/>
                  <a:gd name="connsiteY8" fmla="*/ 64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426"/>
                    </a:moveTo>
                    <a:cubicBezTo>
                      <a:pt x="4302" y="6426"/>
                      <a:pt x="5109" y="6092"/>
                      <a:pt x="5703" y="5497"/>
                    </a:cubicBezTo>
                    <a:cubicBezTo>
                      <a:pt x="6298" y="4902"/>
                      <a:pt x="6632" y="4095"/>
                      <a:pt x="6632" y="3254"/>
                    </a:cubicBezTo>
                    <a:cubicBezTo>
                      <a:pt x="6632" y="2412"/>
                      <a:pt x="6298" y="1605"/>
                      <a:pt x="5703" y="1010"/>
                    </a:cubicBezTo>
                    <a:cubicBezTo>
                      <a:pt x="5109" y="415"/>
                      <a:pt x="4302" y="81"/>
                      <a:pt x="3461" y="81"/>
                    </a:cubicBezTo>
                    <a:cubicBezTo>
                      <a:pt x="2620" y="81"/>
                      <a:pt x="1813" y="415"/>
                      <a:pt x="1218" y="1010"/>
                    </a:cubicBezTo>
                    <a:cubicBezTo>
                      <a:pt x="623" y="1605"/>
                      <a:pt x="289" y="2412"/>
                      <a:pt x="289" y="3254"/>
                    </a:cubicBezTo>
                    <a:cubicBezTo>
                      <a:pt x="289" y="4095"/>
                      <a:pt x="623" y="4902"/>
                      <a:pt x="1218" y="5497"/>
                    </a:cubicBezTo>
                    <a:cubicBezTo>
                      <a:pt x="1813" y="6092"/>
                      <a:pt x="2620" y="6426"/>
                      <a:pt x="3461" y="64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40" name="Freeform: Shape 2339">
                <a:extLst>
                  <a:ext uri="{FF2B5EF4-FFF2-40B4-BE49-F238E27FC236}">
                    <a16:creationId xmlns:a16="http://schemas.microsoft.com/office/drawing/2014/main" id="{B18FD451-31C5-6171-4CAA-F49911C56672}"/>
                  </a:ext>
                </a:extLst>
              </p:cNvPr>
              <p:cNvSpPr/>
              <p:nvPr/>
            </p:nvSpPr>
            <p:spPr>
              <a:xfrm>
                <a:off x="4451303" y="4756906"/>
                <a:ext cx="6343" cy="6345"/>
              </a:xfrm>
              <a:custGeom>
                <a:avLst/>
                <a:gdLst>
                  <a:gd name="connsiteX0" fmla="*/ 3455 w 6343"/>
                  <a:gd name="connsiteY0" fmla="*/ 6446 h 6345"/>
                  <a:gd name="connsiteX1" fmla="*/ 5698 w 6343"/>
                  <a:gd name="connsiteY1" fmla="*/ 5517 h 6345"/>
                  <a:gd name="connsiteX2" fmla="*/ 6627 w 6343"/>
                  <a:gd name="connsiteY2" fmla="*/ 3273 h 6345"/>
                  <a:gd name="connsiteX3" fmla="*/ 5698 w 6343"/>
                  <a:gd name="connsiteY3" fmla="*/ 1030 h 6345"/>
                  <a:gd name="connsiteX4" fmla="*/ 3455 w 6343"/>
                  <a:gd name="connsiteY4" fmla="*/ 101 h 6345"/>
                  <a:gd name="connsiteX5" fmla="*/ 1213 w 6343"/>
                  <a:gd name="connsiteY5" fmla="*/ 1030 h 6345"/>
                  <a:gd name="connsiteX6" fmla="*/ 284 w 6343"/>
                  <a:gd name="connsiteY6" fmla="*/ 3273 h 6345"/>
                  <a:gd name="connsiteX7" fmla="*/ 1213 w 6343"/>
                  <a:gd name="connsiteY7" fmla="*/ 5517 h 6345"/>
                  <a:gd name="connsiteX8" fmla="*/ 3455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446"/>
                    </a:moveTo>
                    <a:cubicBezTo>
                      <a:pt x="4296" y="6446"/>
                      <a:pt x="5103" y="6112"/>
                      <a:pt x="5698" y="5517"/>
                    </a:cubicBezTo>
                    <a:cubicBezTo>
                      <a:pt x="6293" y="4922"/>
                      <a:pt x="6627" y="4115"/>
                      <a:pt x="6627" y="3273"/>
                    </a:cubicBezTo>
                    <a:cubicBezTo>
                      <a:pt x="6627" y="2432"/>
                      <a:pt x="6293" y="1625"/>
                      <a:pt x="5698" y="1030"/>
                    </a:cubicBezTo>
                    <a:cubicBezTo>
                      <a:pt x="5103" y="435"/>
                      <a:pt x="4296" y="101"/>
                      <a:pt x="3455" y="101"/>
                    </a:cubicBezTo>
                    <a:cubicBezTo>
                      <a:pt x="2614" y="101"/>
                      <a:pt x="1807" y="435"/>
                      <a:pt x="1213" y="1030"/>
                    </a:cubicBezTo>
                    <a:cubicBezTo>
                      <a:pt x="618" y="1625"/>
                      <a:pt x="284" y="2432"/>
                      <a:pt x="284" y="3273"/>
                    </a:cubicBezTo>
                    <a:cubicBezTo>
                      <a:pt x="284" y="4115"/>
                      <a:pt x="618" y="4922"/>
                      <a:pt x="1213" y="5517"/>
                    </a:cubicBezTo>
                    <a:cubicBezTo>
                      <a:pt x="1807" y="6112"/>
                      <a:pt x="2614" y="6446"/>
                      <a:pt x="3455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41" name="Freeform: Shape 2340">
                <a:extLst>
                  <a:ext uri="{FF2B5EF4-FFF2-40B4-BE49-F238E27FC236}">
                    <a16:creationId xmlns:a16="http://schemas.microsoft.com/office/drawing/2014/main" id="{16E33780-9D2A-7586-ECD2-5211EF674737}"/>
                  </a:ext>
                </a:extLst>
              </p:cNvPr>
              <p:cNvSpPr/>
              <p:nvPr/>
            </p:nvSpPr>
            <p:spPr>
              <a:xfrm>
                <a:off x="4456855" y="4761209"/>
                <a:ext cx="6343" cy="6345"/>
              </a:xfrm>
              <a:custGeom>
                <a:avLst/>
                <a:gdLst>
                  <a:gd name="connsiteX0" fmla="*/ 3456 w 6343"/>
                  <a:gd name="connsiteY0" fmla="*/ 6446 h 6345"/>
                  <a:gd name="connsiteX1" fmla="*/ 5698 w 6343"/>
                  <a:gd name="connsiteY1" fmla="*/ 5517 h 6345"/>
                  <a:gd name="connsiteX2" fmla="*/ 6627 w 6343"/>
                  <a:gd name="connsiteY2" fmla="*/ 3274 h 6345"/>
                  <a:gd name="connsiteX3" fmla="*/ 5698 w 6343"/>
                  <a:gd name="connsiteY3" fmla="*/ 1030 h 6345"/>
                  <a:gd name="connsiteX4" fmla="*/ 3456 w 6343"/>
                  <a:gd name="connsiteY4" fmla="*/ 101 h 6345"/>
                  <a:gd name="connsiteX5" fmla="*/ 1213 w 6343"/>
                  <a:gd name="connsiteY5" fmla="*/ 1030 h 6345"/>
                  <a:gd name="connsiteX6" fmla="*/ 284 w 6343"/>
                  <a:gd name="connsiteY6" fmla="*/ 3274 h 6345"/>
                  <a:gd name="connsiteX7" fmla="*/ 1213 w 6343"/>
                  <a:gd name="connsiteY7" fmla="*/ 5517 h 6345"/>
                  <a:gd name="connsiteX8" fmla="*/ 3456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446"/>
                    </a:moveTo>
                    <a:cubicBezTo>
                      <a:pt x="4297" y="6446"/>
                      <a:pt x="5104" y="6112"/>
                      <a:pt x="5698" y="5517"/>
                    </a:cubicBezTo>
                    <a:cubicBezTo>
                      <a:pt x="6293" y="4922"/>
                      <a:pt x="6627" y="4115"/>
                      <a:pt x="6627" y="3274"/>
                    </a:cubicBezTo>
                    <a:cubicBezTo>
                      <a:pt x="6627" y="2432"/>
                      <a:pt x="6293" y="1625"/>
                      <a:pt x="5698" y="1030"/>
                    </a:cubicBezTo>
                    <a:cubicBezTo>
                      <a:pt x="5104" y="435"/>
                      <a:pt x="4297" y="101"/>
                      <a:pt x="3456" y="101"/>
                    </a:cubicBezTo>
                    <a:cubicBezTo>
                      <a:pt x="2615" y="101"/>
                      <a:pt x="1808" y="435"/>
                      <a:pt x="1213" y="1030"/>
                    </a:cubicBezTo>
                    <a:cubicBezTo>
                      <a:pt x="618" y="1625"/>
                      <a:pt x="284" y="2432"/>
                      <a:pt x="284" y="3274"/>
                    </a:cubicBezTo>
                    <a:cubicBezTo>
                      <a:pt x="284" y="4115"/>
                      <a:pt x="618" y="4922"/>
                      <a:pt x="1213" y="5517"/>
                    </a:cubicBezTo>
                    <a:cubicBezTo>
                      <a:pt x="1808" y="6112"/>
                      <a:pt x="2615" y="6446"/>
                      <a:pt x="3456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42" name="Freeform: Shape 2341">
                <a:extLst>
                  <a:ext uri="{FF2B5EF4-FFF2-40B4-BE49-F238E27FC236}">
                    <a16:creationId xmlns:a16="http://schemas.microsoft.com/office/drawing/2014/main" id="{778D4510-8ADD-59DA-BE81-6776ABB71522}"/>
                  </a:ext>
                </a:extLst>
              </p:cNvPr>
              <p:cNvSpPr/>
              <p:nvPr/>
            </p:nvSpPr>
            <p:spPr>
              <a:xfrm>
                <a:off x="4464922" y="4761351"/>
                <a:ext cx="6343" cy="6345"/>
              </a:xfrm>
              <a:custGeom>
                <a:avLst/>
                <a:gdLst>
                  <a:gd name="connsiteX0" fmla="*/ 3456 w 6343"/>
                  <a:gd name="connsiteY0" fmla="*/ 6446 h 6345"/>
                  <a:gd name="connsiteX1" fmla="*/ 5699 w 6343"/>
                  <a:gd name="connsiteY1" fmla="*/ 5517 h 6345"/>
                  <a:gd name="connsiteX2" fmla="*/ 6628 w 6343"/>
                  <a:gd name="connsiteY2" fmla="*/ 3274 h 6345"/>
                  <a:gd name="connsiteX3" fmla="*/ 5699 w 6343"/>
                  <a:gd name="connsiteY3" fmla="*/ 1030 h 6345"/>
                  <a:gd name="connsiteX4" fmla="*/ 3456 w 6343"/>
                  <a:gd name="connsiteY4" fmla="*/ 101 h 6345"/>
                  <a:gd name="connsiteX5" fmla="*/ 1214 w 6343"/>
                  <a:gd name="connsiteY5" fmla="*/ 1030 h 6345"/>
                  <a:gd name="connsiteX6" fmla="*/ 285 w 6343"/>
                  <a:gd name="connsiteY6" fmla="*/ 3274 h 6345"/>
                  <a:gd name="connsiteX7" fmla="*/ 1214 w 6343"/>
                  <a:gd name="connsiteY7" fmla="*/ 5517 h 6345"/>
                  <a:gd name="connsiteX8" fmla="*/ 3456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446"/>
                    </a:moveTo>
                    <a:cubicBezTo>
                      <a:pt x="4297" y="6446"/>
                      <a:pt x="5104" y="6112"/>
                      <a:pt x="5699" y="5517"/>
                    </a:cubicBezTo>
                    <a:cubicBezTo>
                      <a:pt x="6294" y="4922"/>
                      <a:pt x="6628" y="4115"/>
                      <a:pt x="6628" y="3274"/>
                    </a:cubicBezTo>
                    <a:cubicBezTo>
                      <a:pt x="6628" y="2432"/>
                      <a:pt x="6294" y="1625"/>
                      <a:pt x="5699" y="1030"/>
                    </a:cubicBezTo>
                    <a:cubicBezTo>
                      <a:pt x="5104" y="435"/>
                      <a:pt x="4297" y="101"/>
                      <a:pt x="3456" y="101"/>
                    </a:cubicBezTo>
                    <a:cubicBezTo>
                      <a:pt x="2615" y="101"/>
                      <a:pt x="1808" y="435"/>
                      <a:pt x="1214" y="1030"/>
                    </a:cubicBezTo>
                    <a:cubicBezTo>
                      <a:pt x="619" y="1625"/>
                      <a:pt x="285" y="2432"/>
                      <a:pt x="285" y="3274"/>
                    </a:cubicBezTo>
                    <a:cubicBezTo>
                      <a:pt x="285" y="4115"/>
                      <a:pt x="619" y="4922"/>
                      <a:pt x="1214" y="5517"/>
                    </a:cubicBezTo>
                    <a:cubicBezTo>
                      <a:pt x="1808" y="6112"/>
                      <a:pt x="2615" y="6446"/>
                      <a:pt x="3456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43" name="Freeform: Shape 2342">
                <a:extLst>
                  <a:ext uri="{FF2B5EF4-FFF2-40B4-BE49-F238E27FC236}">
                    <a16:creationId xmlns:a16="http://schemas.microsoft.com/office/drawing/2014/main" id="{15EB4654-26B9-DB3A-F02C-5B2A1E614228}"/>
                  </a:ext>
                </a:extLst>
              </p:cNvPr>
              <p:cNvSpPr/>
              <p:nvPr/>
            </p:nvSpPr>
            <p:spPr>
              <a:xfrm>
                <a:off x="4771420" y="4390607"/>
                <a:ext cx="6343" cy="6345"/>
              </a:xfrm>
              <a:custGeom>
                <a:avLst/>
                <a:gdLst>
                  <a:gd name="connsiteX0" fmla="*/ 3480 w 6343"/>
                  <a:gd name="connsiteY0" fmla="*/ 6417 h 6345"/>
                  <a:gd name="connsiteX1" fmla="*/ 5723 w 6343"/>
                  <a:gd name="connsiteY1" fmla="*/ 5488 h 6345"/>
                  <a:gd name="connsiteX2" fmla="*/ 6652 w 6343"/>
                  <a:gd name="connsiteY2" fmla="*/ 3245 h 6345"/>
                  <a:gd name="connsiteX3" fmla="*/ 5723 w 6343"/>
                  <a:gd name="connsiteY3" fmla="*/ 1001 h 6345"/>
                  <a:gd name="connsiteX4" fmla="*/ 3480 w 6343"/>
                  <a:gd name="connsiteY4" fmla="*/ 72 h 6345"/>
                  <a:gd name="connsiteX5" fmla="*/ 1238 w 6343"/>
                  <a:gd name="connsiteY5" fmla="*/ 1001 h 6345"/>
                  <a:gd name="connsiteX6" fmla="*/ 309 w 6343"/>
                  <a:gd name="connsiteY6" fmla="*/ 3245 h 6345"/>
                  <a:gd name="connsiteX7" fmla="*/ 1238 w 6343"/>
                  <a:gd name="connsiteY7" fmla="*/ 5488 h 6345"/>
                  <a:gd name="connsiteX8" fmla="*/ 3480 w 6343"/>
                  <a:gd name="connsiteY8" fmla="*/ 641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0" y="6417"/>
                    </a:moveTo>
                    <a:cubicBezTo>
                      <a:pt x="4322" y="6417"/>
                      <a:pt x="5128" y="6083"/>
                      <a:pt x="5723" y="5488"/>
                    </a:cubicBezTo>
                    <a:cubicBezTo>
                      <a:pt x="6318" y="4893"/>
                      <a:pt x="6652" y="4086"/>
                      <a:pt x="6652" y="3245"/>
                    </a:cubicBezTo>
                    <a:cubicBezTo>
                      <a:pt x="6652" y="2403"/>
                      <a:pt x="6318" y="1596"/>
                      <a:pt x="5723" y="1001"/>
                    </a:cubicBezTo>
                    <a:cubicBezTo>
                      <a:pt x="5128" y="406"/>
                      <a:pt x="4322" y="72"/>
                      <a:pt x="3480" y="72"/>
                    </a:cubicBezTo>
                    <a:cubicBezTo>
                      <a:pt x="2639" y="72"/>
                      <a:pt x="1833" y="406"/>
                      <a:pt x="1238" y="1001"/>
                    </a:cubicBezTo>
                    <a:cubicBezTo>
                      <a:pt x="643" y="1596"/>
                      <a:pt x="309" y="2403"/>
                      <a:pt x="309" y="3245"/>
                    </a:cubicBezTo>
                    <a:cubicBezTo>
                      <a:pt x="309" y="4086"/>
                      <a:pt x="643" y="4893"/>
                      <a:pt x="1238" y="5488"/>
                    </a:cubicBezTo>
                    <a:cubicBezTo>
                      <a:pt x="1833" y="6083"/>
                      <a:pt x="2639" y="6417"/>
                      <a:pt x="3480" y="641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44" name="Freeform: Shape 2343">
                <a:extLst>
                  <a:ext uri="{FF2B5EF4-FFF2-40B4-BE49-F238E27FC236}">
                    <a16:creationId xmlns:a16="http://schemas.microsoft.com/office/drawing/2014/main" id="{EB7BF4F0-E48E-32A5-BD12-8B073032DE18}"/>
                  </a:ext>
                </a:extLst>
              </p:cNvPr>
              <p:cNvSpPr/>
              <p:nvPr/>
            </p:nvSpPr>
            <p:spPr>
              <a:xfrm>
                <a:off x="4779679" y="4396107"/>
                <a:ext cx="6343" cy="6345"/>
              </a:xfrm>
              <a:custGeom>
                <a:avLst/>
                <a:gdLst>
                  <a:gd name="connsiteX0" fmla="*/ 3481 w 6343"/>
                  <a:gd name="connsiteY0" fmla="*/ 6418 h 6345"/>
                  <a:gd name="connsiteX1" fmla="*/ 5724 w 6343"/>
                  <a:gd name="connsiteY1" fmla="*/ 5488 h 6345"/>
                  <a:gd name="connsiteX2" fmla="*/ 6653 w 6343"/>
                  <a:gd name="connsiteY2" fmla="*/ 3245 h 6345"/>
                  <a:gd name="connsiteX3" fmla="*/ 5724 w 6343"/>
                  <a:gd name="connsiteY3" fmla="*/ 1001 h 6345"/>
                  <a:gd name="connsiteX4" fmla="*/ 3481 w 6343"/>
                  <a:gd name="connsiteY4" fmla="*/ 72 h 6345"/>
                  <a:gd name="connsiteX5" fmla="*/ 1239 w 6343"/>
                  <a:gd name="connsiteY5" fmla="*/ 1001 h 6345"/>
                  <a:gd name="connsiteX6" fmla="*/ 310 w 6343"/>
                  <a:gd name="connsiteY6" fmla="*/ 3245 h 6345"/>
                  <a:gd name="connsiteX7" fmla="*/ 1239 w 6343"/>
                  <a:gd name="connsiteY7" fmla="*/ 5488 h 6345"/>
                  <a:gd name="connsiteX8" fmla="*/ 3481 w 6343"/>
                  <a:gd name="connsiteY8" fmla="*/ 641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1" y="6418"/>
                    </a:moveTo>
                    <a:cubicBezTo>
                      <a:pt x="4322" y="6418"/>
                      <a:pt x="5129" y="6083"/>
                      <a:pt x="5724" y="5488"/>
                    </a:cubicBezTo>
                    <a:cubicBezTo>
                      <a:pt x="6319" y="4893"/>
                      <a:pt x="6653" y="4086"/>
                      <a:pt x="6653" y="3245"/>
                    </a:cubicBezTo>
                    <a:cubicBezTo>
                      <a:pt x="6653" y="2404"/>
                      <a:pt x="6319" y="1596"/>
                      <a:pt x="5724" y="1001"/>
                    </a:cubicBezTo>
                    <a:cubicBezTo>
                      <a:pt x="5129" y="407"/>
                      <a:pt x="4322" y="72"/>
                      <a:pt x="3481" y="72"/>
                    </a:cubicBezTo>
                    <a:cubicBezTo>
                      <a:pt x="2640" y="72"/>
                      <a:pt x="1833" y="407"/>
                      <a:pt x="1239" y="1001"/>
                    </a:cubicBezTo>
                    <a:cubicBezTo>
                      <a:pt x="644" y="1596"/>
                      <a:pt x="310" y="2404"/>
                      <a:pt x="310" y="3245"/>
                    </a:cubicBezTo>
                    <a:cubicBezTo>
                      <a:pt x="310" y="4086"/>
                      <a:pt x="644" y="4893"/>
                      <a:pt x="1239" y="5488"/>
                    </a:cubicBezTo>
                    <a:cubicBezTo>
                      <a:pt x="1833" y="6083"/>
                      <a:pt x="2640" y="6418"/>
                      <a:pt x="3481" y="64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45" name="Freeform: Shape 2344">
                <a:extLst>
                  <a:ext uri="{FF2B5EF4-FFF2-40B4-BE49-F238E27FC236}">
                    <a16:creationId xmlns:a16="http://schemas.microsoft.com/office/drawing/2014/main" id="{ABBF4A8B-410F-8B88-51A3-669984CC57BF}"/>
                  </a:ext>
                </a:extLst>
              </p:cNvPr>
              <p:cNvSpPr/>
              <p:nvPr/>
            </p:nvSpPr>
            <p:spPr>
              <a:xfrm>
                <a:off x="4704374" y="4656371"/>
                <a:ext cx="6343" cy="6345"/>
              </a:xfrm>
              <a:custGeom>
                <a:avLst/>
                <a:gdLst>
                  <a:gd name="connsiteX0" fmla="*/ 3475 w 6343"/>
                  <a:gd name="connsiteY0" fmla="*/ 6438 h 6345"/>
                  <a:gd name="connsiteX1" fmla="*/ 5718 w 6343"/>
                  <a:gd name="connsiteY1" fmla="*/ 5509 h 6345"/>
                  <a:gd name="connsiteX2" fmla="*/ 6647 w 6343"/>
                  <a:gd name="connsiteY2" fmla="*/ 3265 h 6345"/>
                  <a:gd name="connsiteX3" fmla="*/ 5718 w 6343"/>
                  <a:gd name="connsiteY3" fmla="*/ 1022 h 6345"/>
                  <a:gd name="connsiteX4" fmla="*/ 3475 w 6343"/>
                  <a:gd name="connsiteY4" fmla="*/ 93 h 6345"/>
                  <a:gd name="connsiteX5" fmla="*/ 1233 w 6343"/>
                  <a:gd name="connsiteY5" fmla="*/ 1022 h 6345"/>
                  <a:gd name="connsiteX6" fmla="*/ 304 w 6343"/>
                  <a:gd name="connsiteY6" fmla="*/ 3265 h 6345"/>
                  <a:gd name="connsiteX7" fmla="*/ 1233 w 6343"/>
                  <a:gd name="connsiteY7" fmla="*/ 5509 h 6345"/>
                  <a:gd name="connsiteX8" fmla="*/ 3475 w 6343"/>
                  <a:gd name="connsiteY8" fmla="*/ 64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438"/>
                    </a:moveTo>
                    <a:cubicBezTo>
                      <a:pt x="4316" y="6438"/>
                      <a:pt x="5123" y="6104"/>
                      <a:pt x="5718" y="5509"/>
                    </a:cubicBezTo>
                    <a:cubicBezTo>
                      <a:pt x="6313" y="4914"/>
                      <a:pt x="6647" y="4107"/>
                      <a:pt x="6647" y="3265"/>
                    </a:cubicBezTo>
                    <a:cubicBezTo>
                      <a:pt x="6647" y="2424"/>
                      <a:pt x="6313" y="1617"/>
                      <a:pt x="5718" y="1022"/>
                    </a:cubicBezTo>
                    <a:cubicBezTo>
                      <a:pt x="5123" y="427"/>
                      <a:pt x="4316" y="93"/>
                      <a:pt x="3475" y="93"/>
                    </a:cubicBezTo>
                    <a:cubicBezTo>
                      <a:pt x="2634" y="93"/>
                      <a:pt x="1827" y="427"/>
                      <a:pt x="1233" y="1022"/>
                    </a:cubicBezTo>
                    <a:cubicBezTo>
                      <a:pt x="638" y="1617"/>
                      <a:pt x="304" y="2424"/>
                      <a:pt x="304" y="3265"/>
                    </a:cubicBezTo>
                    <a:cubicBezTo>
                      <a:pt x="304" y="4107"/>
                      <a:pt x="638" y="4914"/>
                      <a:pt x="1233" y="5509"/>
                    </a:cubicBezTo>
                    <a:cubicBezTo>
                      <a:pt x="1827" y="6104"/>
                      <a:pt x="2634" y="6438"/>
                      <a:pt x="3475" y="64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46" name="Freeform: Shape 2345">
                <a:extLst>
                  <a:ext uri="{FF2B5EF4-FFF2-40B4-BE49-F238E27FC236}">
                    <a16:creationId xmlns:a16="http://schemas.microsoft.com/office/drawing/2014/main" id="{BF28CB07-503E-AF1B-85AA-EE07262230DE}"/>
                  </a:ext>
                </a:extLst>
              </p:cNvPr>
              <p:cNvSpPr/>
              <p:nvPr/>
            </p:nvSpPr>
            <p:spPr>
              <a:xfrm>
                <a:off x="4710626" y="4661944"/>
                <a:ext cx="6343" cy="6345"/>
              </a:xfrm>
              <a:custGeom>
                <a:avLst/>
                <a:gdLst>
                  <a:gd name="connsiteX0" fmla="*/ 3476 w 6343"/>
                  <a:gd name="connsiteY0" fmla="*/ 6439 h 6345"/>
                  <a:gd name="connsiteX1" fmla="*/ 5718 w 6343"/>
                  <a:gd name="connsiteY1" fmla="*/ 5509 h 6345"/>
                  <a:gd name="connsiteX2" fmla="*/ 6647 w 6343"/>
                  <a:gd name="connsiteY2" fmla="*/ 3266 h 6345"/>
                  <a:gd name="connsiteX3" fmla="*/ 5718 w 6343"/>
                  <a:gd name="connsiteY3" fmla="*/ 1022 h 6345"/>
                  <a:gd name="connsiteX4" fmla="*/ 3476 w 6343"/>
                  <a:gd name="connsiteY4" fmla="*/ 93 h 6345"/>
                  <a:gd name="connsiteX5" fmla="*/ 1233 w 6343"/>
                  <a:gd name="connsiteY5" fmla="*/ 1022 h 6345"/>
                  <a:gd name="connsiteX6" fmla="*/ 304 w 6343"/>
                  <a:gd name="connsiteY6" fmla="*/ 3266 h 6345"/>
                  <a:gd name="connsiteX7" fmla="*/ 1233 w 6343"/>
                  <a:gd name="connsiteY7" fmla="*/ 5509 h 6345"/>
                  <a:gd name="connsiteX8" fmla="*/ 3476 w 6343"/>
                  <a:gd name="connsiteY8" fmla="*/ 64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6" y="6439"/>
                    </a:moveTo>
                    <a:cubicBezTo>
                      <a:pt x="4317" y="6439"/>
                      <a:pt x="5124" y="6104"/>
                      <a:pt x="5718" y="5509"/>
                    </a:cubicBezTo>
                    <a:cubicBezTo>
                      <a:pt x="6313" y="4914"/>
                      <a:pt x="6647" y="4107"/>
                      <a:pt x="6647" y="3266"/>
                    </a:cubicBezTo>
                    <a:cubicBezTo>
                      <a:pt x="6647" y="2424"/>
                      <a:pt x="6313" y="1617"/>
                      <a:pt x="5718" y="1022"/>
                    </a:cubicBezTo>
                    <a:cubicBezTo>
                      <a:pt x="5124" y="427"/>
                      <a:pt x="4317" y="93"/>
                      <a:pt x="3476" y="93"/>
                    </a:cubicBezTo>
                    <a:cubicBezTo>
                      <a:pt x="2635" y="93"/>
                      <a:pt x="1828" y="427"/>
                      <a:pt x="1233" y="1022"/>
                    </a:cubicBezTo>
                    <a:cubicBezTo>
                      <a:pt x="638" y="1617"/>
                      <a:pt x="304" y="2424"/>
                      <a:pt x="304" y="3266"/>
                    </a:cubicBezTo>
                    <a:cubicBezTo>
                      <a:pt x="304" y="4107"/>
                      <a:pt x="638" y="4914"/>
                      <a:pt x="1233" y="5509"/>
                    </a:cubicBezTo>
                    <a:cubicBezTo>
                      <a:pt x="1828" y="6104"/>
                      <a:pt x="2635" y="6439"/>
                      <a:pt x="3476" y="64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47" name="Freeform: Shape 2346">
                <a:extLst>
                  <a:ext uri="{FF2B5EF4-FFF2-40B4-BE49-F238E27FC236}">
                    <a16:creationId xmlns:a16="http://schemas.microsoft.com/office/drawing/2014/main" id="{B0021B2A-3AD8-E224-638C-CBB2AB1C1D41}"/>
                  </a:ext>
                </a:extLst>
              </p:cNvPr>
              <p:cNvSpPr/>
              <p:nvPr/>
            </p:nvSpPr>
            <p:spPr>
              <a:xfrm>
                <a:off x="4717757" y="4666395"/>
                <a:ext cx="6343" cy="6345"/>
              </a:xfrm>
              <a:custGeom>
                <a:avLst/>
                <a:gdLst>
                  <a:gd name="connsiteX0" fmla="*/ 3476 w 6343"/>
                  <a:gd name="connsiteY0" fmla="*/ 6439 h 6345"/>
                  <a:gd name="connsiteX1" fmla="*/ 5719 w 6343"/>
                  <a:gd name="connsiteY1" fmla="*/ 5510 h 6345"/>
                  <a:gd name="connsiteX2" fmla="*/ 6648 w 6343"/>
                  <a:gd name="connsiteY2" fmla="*/ 3266 h 6345"/>
                  <a:gd name="connsiteX3" fmla="*/ 5719 w 6343"/>
                  <a:gd name="connsiteY3" fmla="*/ 1023 h 6345"/>
                  <a:gd name="connsiteX4" fmla="*/ 3476 w 6343"/>
                  <a:gd name="connsiteY4" fmla="*/ 94 h 6345"/>
                  <a:gd name="connsiteX5" fmla="*/ 1234 w 6343"/>
                  <a:gd name="connsiteY5" fmla="*/ 1023 h 6345"/>
                  <a:gd name="connsiteX6" fmla="*/ 305 w 6343"/>
                  <a:gd name="connsiteY6" fmla="*/ 3266 h 6345"/>
                  <a:gd name="connsiteX7" fmla="*/ 1234 w 6343"/>
                  <a:gd name="connsiteY7" fmla="*/ 5510 h 6345"/>
                  <a:gd name="connsiteX8" fmla="*/ 3476 w 6343"/>
                  <a:gd name="connsiteY8" fmla="*/ 64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6" y="6439"/>
                    </a:moveTo>
                    <a:cubicBezTo>
                      <a:pt x="4317" y="6439"/>
                      <a:pt x="5124" y="6105"/>
                      <a:pt x="5719" y="5510"/>
                    </a:cubicBezTo>
                    <a:cubicBezTo>
                      <a:pt x="6314" y="4915"/>
                      <a:pt x="6648" y="4108"/>
                      <a:pt x="6648" y="3266"/>
                    </a:cubicBezTo>
                    <a:cubicBezTo>
                      <a:pt x="6648" y="2425"/>
                      <a:pt x="6314" y="1618"/>
                      <a:pt x="5719" y="1023"/>
                    </a:cubicBezTo>
                    <a:cubicBezTo>
                      <a:pt x="5124" y="428"/>
                      <a:pt x="4317" y="94"/>
                      <a:pt x="3476" y="94"/>
                    </a:cubicBezTo>
                    <a:cubicBezTo>
                      <a:pt x="2635" y="94"/>
                      <a:pt x="1828" y="428"/>
                      <a:pt x="1234" y="1023"/>
                    </a:cubicBezTo>
                    <a:cubicBezTo>
                      <a:pt x="639" y="1618"/>
                      <a:pt x="305" y="2425"/>
                      <a:pt x="305" y="3266"/>
                    </a:cubicBezTo>
                    <a:cubicBezTo>
                      <a:pt x="305" y="4108"/>
                      <a:pt x="639" y="4915"/>
                      <a:pt x="1234" y="5510"/>
                    </a:cubicBezTo>
                    <a:cubicBezTo>
                      <a:pt x="1828" y="6105"/>
                      <a:pt x="2635" y="6439"/>
                      <a:pt x="3476" y="64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48" name="Freeform: Shape 2347">
                <a:extLst>
                  <a:ext uri="{FF2B5EF4-FFF2-40B4-BE49-F238E27FC236}">
                    <a16:creationId xmlns:a16="http://schemas.microsoft.com/office/drawing/2014/main" id="{075607C6-6B6B-A5FC-D421-9B829496298C}"/>
                  </a:ext>
                </a:extLst>
              </p:cNvPr>
              <p:cNvSpPr/>
              <p:nvPr/>
            </p:nvSpPr>
            <p:spPr>
              <a:xfrm>
                <a:off x="4437954" y="5119705"/>
                <a:ext cx="6343" cy="6345"/>
              </a:xfrm>
              <a:custGeom>
                <a:avLst/>
                <a:gdLst>
                  <a:gd name="connsiteX0" fmla="*/ 3454 w 6343"/>
                  <a:gd name="connsiteY0" fmla="*/ 6475 h 6345"/>
                  <a:gd name="connsiteX1" fmla="*/ 5697 w 6343"/>
                  <a:gd name="connsiteY1" fmla="*/ 5545 h 6345"/>
                  <a:gd name="connsiteX2" fmla="*/ 6626 w 6343"/>
                  <a:gd name="connsiteY2" fmla="*/ 3302 h 6345"/>
                  <a:gd name="connsiteX3" fmla="*/ 5697 w 6343"/>
                  <a:gd name="connsiteY3" fmla="*/ 1059 h 6345"/>
                  <a:gd name="connsiteX4" fmla="*/ 3454 w 6343"/>
                  <a:gd name="connsiteY4" fmla="*/ 129 h 6345"/>
                  <a:gd name="connsiteX5" fmla="*/ 1212 w 6343"/>
                  <a:gd name="connsiteY5" fmla="*/ 1059 h 6345"/>
                  <a:gd name="connsiteX6" fmla="*/ 283 w 6343"/>
                  <a:gd name="connsiteY6" fmla="*/ 3302 h 6345"/>
                  <a:gd name="connsiteX7" fmla="*/ 1212 w 6343"/>
                  <a:gd name="connsiteY7" fmla="*/ 5545 h 6345"/>
                  <a:gd name="connsiteX8" fmla="*/ 3454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4" y="6475"/>
                    </a:moveTo>
                    <a:cubicBezTo>
                      <a:pt x="4295" y="6475"/>
                      <a:pt x="5102" y="6140"/>
                      <a:pt x="5697" y="5545"/>
                    </a:cubicBezTo>
                    <a:cubicBezTo>
                      <a:pt x="6292" y="4950"/>
                      <a:pt x="6626" y="4143"/>
                      <a:pt x="6626" y="3302"/>
                    </a:cubicBezTo>
                    <a:cubicBezTo>
                      <a:pt x="6626" y="2461"/>
                      <a:pt x="6292" y="1653"/>
                      <a:pt x="5697" y="1059"/>
                    </a:cubicBezTo>
                    <a:cubicBezTo>
                      <a:pt x="5102" y="464"/>
                      <a:pt x="4295" y="129"/>
                      <a:pt x="3454" y="129"/>
                    </a:cubicBezTo>
                    <a:cubicBezTo>
                      <a:pt x="2613" y="129"/>
                      <a:pt x="1806" y="464"/>
                      <a:pt x="1212" y="1059"/>
                    </a:cubicBezTo>
                    <a:cubicBezTo>
                      <a:pt x="617" y="1653"/>
                      <a:pt x="283" y="2461"/>
                      <a:pt x="283" y="3302"/>
                    </a:cubicBezTo>
                    <a:cubicBezTo>
                      <a:pt x="283" y="4143"/>
                      <a:pt x="617" y="4950"/>
                      <a:pt x="1212" y="5545"/>
                    </a:cubicBezTo>
                    <a:cubicBezTo>
                      <a:pt x="1806" y="6140"/>
                      <a:pt x="2613" y="6475"/>
                      <a:pt x="3454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49" name="Freeform: Shape 2348">
                <a:extLst>
                  <a:ext uri="{FF2B5EF4-FFF2-40B4-BE49-F238E27FC236}">
                    <a16:creationId xmlns:a16="http://schemas.microsoft.com/office/drawing/2014/main" id="{84521D84-C32F-A145-FA03-B59786309AC1}"/>
                  </a:ext>
                </a:extLst>
              </p:cNvPr>
              <p:cNvSpPr/>
              <p:nvPr/>
            </p:nvSpPr>
            <p:spPr>
              <a:xfrm>
                <a:off x="4915270" y="4613255"/>
                <a:ext cx="6343" cy="6345"/>
              </a:xfrm>
              <a:custGeom>
                <a:avLst/>
                <a:gdLst>
                  <a:gd name="connsiteX0" fmla="*/ 3492 w 6343"/>
                  <a:gd name="connsiteY0" fmla="*/ 6435 h 6345"/>
                  <a:gd name="connsiteX1" fmla="*/ 5734 w 6343"/>
                  <a:gd name="connsiteY1" fmla="*/ 5505 h 6345"/>
                  <a:gd name="connsiteX2" fmla="*/ 6663 w 6343"/>
                  <a:gd name="connsiteY2" fmla="*/ 3262 h 6345"/>
                  <a:gd name="connsiteX3" fmla="*/ 5734 w 6343"/>
                  <a:gd name="connsiteY3" fmla="*/ 1019 h 6345"/>
                  <a:gd name="connsiteX4" fmla="*/ 3492 w 6343"/>
                  <a:gd name="connsiteY4" fmla="*/ 89 h 6345"/>
                  <a:gd name="connsiteX5" fmla="*/ 1249 w 6343"/>
                  <a:gd name="connsiteY5" fmla="*/ 1019 h 6345"/>
                  <a:gd name="connsiteX6" fmla="*/ 320 w 6343"/>
                  <a:gd name="connsiteY6" fmla="*/ 3262 h 6345"/>
                  <a:gd name="connsiteX7" fmla="*/ 1249 w 6343"/>
                  <a:gd name="connsiteY7" fmla="*/ 5505 h 6345"/>
                  <a:gd name="connsiteX8" fmla="*/ 3492 w 6343"/>
                  <a:gd name="connsiteY8" fmla="*/ 64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2" y="6435"/>
                    </a:moveTo>
                    <a:cubicBezTo>
                      <a:pt x="4333" y="6435"/>
                      <a:pt x="5140" y="6100"/>
                      <a:pt x="5734" y="5505"/>
                    </a:cubicBezTo>
                    <a:cubicBezTo>
                      <a:pt x="6329" y="4911"/>
                      <a:pt x="6663" y="4103"/>
                      <a:pt x="6663" y="3262"/>
                    </a:cubicBezTo>
                    <a:cubicBezTo>
                      <a:pt x="6663" y="2421"/>
                      <a:pt x="6329" y="1614"/>
                      <a:pt x="5734" y="1019"/>
                    </a:cubicBezTo>
                    <a:cubicBezTo>
                      <a:pt x="5140" y="424"/>
                      <a:pt x="4333" y="89"/>
                      <a:pt x="3492" y="89"/>
                    </a:cubicBezTo>
                    <a:cubicBezTo>
                      <a:pt x="2651" y="89"/>
                      <a:pt x="1844" y="424"/>
                      <a:pt x="1249" y="1019"/>
                    </a:cubicBezTo>
                    <a:cubicBezTo>
                      <a:pt x="654" y="1614"/>
                      <a:pt x="320" y="2421"/>
                      <a:pt x="320" y="3262"/>
                    </a:cubicBezTo>
                    <a:cubicBezTo>
                      <a:pt x="320" y="4103"/>
                      <a:pt x="654" y="4911"/>
                      <a:pt x="1249" y="5505"/>
                    </a:cubicBezTo>
                    <a:cubicBezTo>
                      <a:pt x="1844" y="6100"/>
                      <a:pt x="2651" y="6435"/>
                      <a:pt x="3492" y="64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50" name="Freeform: Shape 2349">
                <a:extLst>
                  <a:ext uri="{FF2B5EF4-FFF2-40B4-BE49-F238E27FC236}">
                    <a16:creationId xmlns:a16="http://schemas.microsoft.com/office/drawing/2014/main" id="{F302223A-4D31-7D24-DE98-4115F3B98E2E}"/>
                  </a:ext>
                </a:extLst>
              </p:cNvPr>
              <p:cNvSpPr/>
              <p:nvPr/>
            </p:nvSpPr>
            <p:spPr>
              <a:xfrm>
                <a:off x="4449290" y="5130107"/>
                <a:ext cx="6343" cy="6345"/>
              </a:xfrm>
              <a:custGeom>
                <a:avLst/>
                <a:gdLst>
                  <a:gd name="connsiteX0" fmla="*/ 3455 w 6343"/>
                  <a:gd name="connsiteY0" fmla="*/ 6475 h 6345"/>
                  <a:gd name="connsiteX1" fmla="*/ 5698 w 6343"/>
                  <a:gd name="connsiteY1" fmla="*/ 5546 h 6345"/>
                  <a:gd name="connsiteX2" fmla="*/ 6627 w 6343"/>
                  <a:gd name="connsiteY2" fmla="*/ 3303 h 6345"/>
                  <a:gd name="connsiteX3" fmla="*/ 5698 w 6343"/>
                  <a:gd name="connsiteY3" fmla="*/ 1059 h 6345"/>
                  <a:gd name="connsiteX4" fmla="*/ 3455 w 6343"/>
                  <a:gd name="connsiteY4" fmla="*/ 130 h 6345"/>
                  <a:gd name="connsiteX5" fmla="*/ 1212 w 6343"/>
                  <a:gd name="connsiteY5" fmla="*/ 1059 h 6345"/>
                  <a:gd name="connsiteX6" fmla="*/ 284 w 6343"/>
                  <a:gd name="connsiteY6" fmla="*/ 3303 h 6345"/>
                  <a:gd name="connsiteX7" fmla="*/ 1212 w 6343"/>
                  <a:gd name="connsiteY7" fmla="*/ 5546 h 6345"/>
                  <a:gd name="connsiteX8" fmla="*/ 3455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475"/>
                    </a:moveTo>
                    <a:cubicBezTo>
                      <a:pt x="4296" y="6475"/>
                      <a:pt x="5103" y="6141"/>
                      <a:pt x="5698" y="5546"/>
                    </a:cubicBezTo>
                    <a:cubicBezTo>
                      <a:pt x="6292" y="4951"/>
                      <a:pt x="6627" y="4144"/>
                      <a:pt x="6627" y="3303"/>
                    </a:cubicBezTo>
                    <a:cubicBezTo>
                      <a:pt x="6627" y="2461"/>
                      <a:pt x="6292" y="1654"/>
                      <a:pt x="5698" y="1059"/>
                    </a:cubicBezTo>
                    <a:cubicBezTo>
                      <a:pt x="5103" y="464"/>
                      <a:pt x="4296" y="130"/>
                      <a:pt x="3455" y="130"/>
                    </a:cubicBezTo>
                    <a:cubicBezTo>
                      <a:pt x="2614" y="130"/>
                      <a:pt x="1807" y="464"/>
                      <a:pt x="1212" y="1059"/>
                    </a:cubicBezTo>
                    <a:cubicBezTo>
                      <a:pt x="618" y="1654"/>
                      <a:pt x="284" y="2461"/>
                      <a:pt x="284" y="3303"/>
                    </a:cubicBezTo>
                    <a:cubicBezTo>
                      <a:pt x="284" y="4144"/>
                      <a:pt x="618" y="4951"/>
                      <a:pt x="1212" y="5546"/>
                    </a:cubicBezTo>
                    <a:cubicBezTo>
                      <a:pt x="1807" y="6141"/>
                      <a:pt x="2614" y="6475"/>
                      <a:pt x="3455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51" name="Freeform: Shape 2350">
                <a:extLst>
                  <a:ext uri="{FF2B5EF4-FFF2-40B4-BE49-F238E27FC236}">
                    <a16:creationId xmlns:a16="http://schemas.microsoft.com/office/drawing/2014/main" id="{0C228C94-306E-840C-5FB0-04BC0C44E5F2}"/>
                  </a:ext>
                </a:extLst>
              </p:cNvPr>
              <p:cNvSpPr/>
              <p:nvPr/>
            </p:nvSpPr>
            <p:spPr>
              <a:xfrm>
                <a:off x="4450911" y="5135815"/>
                <a:ext cx="6343" cy="6345"/>
              </a:xfrm>
              <a:custGeom>
                <a:avLst/>
                <a:gdLst>
                  <a:gd name="connsiteX0" fmla="*/ 3455 w 6343"/>
                  <a:gd name="connsiteY0" fmla="*/ 6476 h 6345"/>
                  <a:gd name="connsiteX1" fmla="*/ 5698 w 6343"/>
                  <a:gd name="connsiteY1" fmla="*/ 5547 h 6345"/>
                  <a:gd name="connsiteX2" fmla="*/ 6627 w 6343"/>
                  <a:gd name="connsiteY2" fmla="*/ 3303 h 6345"/>
                  <a:gd name="connsiteX3" fmla="*/ 5698 w 6343"/>
                  <a:gd name="connsiteY3" fmla="*/ 1060 h 6345"/>
                  <a:gd name="connsiteX4" fmla="*/ 3455 w 6343"/>
                  <a:gd name="connsiteY4" fmla="*/ 131 h 6345"/>
                  <a:gd name="connsiteX5" fmla="*/ 1213 w 6343"/>
                  <a:gd name="connsiteY5" fmla="*/ 1060 h 6345"/>
                  <a:gd name="connsiteX6" fmla="*/ 284 w 6343"/>
                  <a:gd name="connsiteY6" fmla="*/ 3303 h 6345"/>
                  <a:gd name="connsiteX7" fmla="*/ 1213 w 6343"/>
                  <a:gd name="connsiteY7" fmla="*/ 5547 h 6345"/>
                  <a:gd name="connsiteX8" fmla="*/ 3455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476"/>
                    </a:moveTo>
                    <a:cubicBezTo>
                      <a:pt x="4296" y="6476"/>
                      <a:pt x="5103" y="6142"/>
                      <a:pt x="5698" y="5547"/>
                    </a:cubicBezTo>
                    <a:cubicBezTo>
                      <a:pt x="6293" y="4952"/>
                      <a:pt x="6627" y="4145"/>
                      <a:pt x="6627" y="3303"/>
                    </a:cubicBezTo>
                    <a:cubicBezTo>
                      <a:pt x="6627" y="2462"/>
                      <a:pt x="6293" y="1655"/>
                      <a:pt x="5698" y="1060"/>
                    </a:cubicBezTo>
                    <a:cubicBezTo>
                      <a:pt x="5103" y="465"/>
                      <a:pt x="4296" y="131"/>
                      <a:pt x="3455" y="131"/>
                    </a:cubicBezTo>
                    <a:cubicBezTo>
                      <a:pt x="2614" y="131"/>
                      <a:pt x="1807" y="465"/>
                      <a:pt x="1213" y="1060"/>
                    </a:cubicBezTo>
                    <a:cubicBezTo>
                      <a:pt x="618" y="1655"/>
                      <a:pt x="284" y="2462"/>
                      <a:pt x="284" y="3303"/>
                    </a:cubicBezTo>
                    <a:cubicBezTo>
                      <a:pt x="284" y="4145"/>
                      <a:pt x="618" y="4952"/>
                      <a:pt x="1213" y="5547"/>
                    </a:cubicBezTo>
                    <a:cubicBezTo>
                      <a:pt x="1807" y="6142"/>
                      <a:pt x="2614" y="6476"/>
                      <a:pt x="3455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52" name="Freeform: Shape 2351">
                <a:extLst>
                  <a:ext uri="{FF2B5EF4-FFF2-40B4-BE49-F238E27FC236}">
                    <a16:creationId xmlns:a16="http://schemas.microsoft.com/office/drawing/2014/main" id="{43A57793-D109-08CD-FB6A-AB7721117A73}"/>
                  </a:ext>
                </a:extLst>
              </p:cNvPr>
              <p:cNvSpPr/>
              <p:nvPr/>
            </p:nvSpPr>
            <p:spPr>
              <a:xfrm>
                <a:off x="4835300" y="4873833"/>
                <a:ext cx="6343" cy="6345"/>
              </a:xfrm>
              <a:custGeom>
                <a:avLst/>
                <a:gdLst>
                  <a:gd name="connsiteX0" fmla="*/ 3486 w 6343"/>
                  <a:gd name="connsiteY0" fmla="*/ 6455 h 6345"/>
                  <a:gd name="connsiteX1" fmla="*/ 5728 w 6343"/>
                  <a:gd name="connsiteY1" fmla="*/ 5526 h 6345"/>
                  <a:gd name="connsiteX2" fmla="*/ 6657 w 6343"/>
                  <a:gd name="connsiteY2" fmla="*/ 3283 h 6345"/>
                  <a:gd name="connsiteX3" fmla="*/ 5728 w 6343"/>
                  <a:gd name="connsiteY3" fmla="*/ 1039 h 6345"/>
                  <a:gd name="connsiteX4" fmla="*/ 3486 w 6343"/>
                  <a:gd name="connsiteY4" fmla="*/ 110 h 6345"/>
                  <a:gd name="connsiteX5" fmla="*/ 1243 w 6343"/>
                  <a:gd name="connsiteY5" fmla="*/ 1039 h 6345"/>
                  <a:gd name="connsiteX6" fmla="*/ 314 w 6343"/>
                  <a:gd name="connsiteY6" fmla="*/ 3283 h 6345"/>
                  <a:gd name="connsiteX7" fmla="*/ 1243 w 6343"/>
                  <a:gd name="connsiteY7" fmla="*/ 5526 h 6345"/>
                  <a:gd name="connsiteX8" fmla="*/ 3486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6" y="6455"/>
                    </a:moveTo>
                    <a:cubicBezTo>
                      <a:pt x="4327" y="6455"/>
                      <a:pt x="5133" y="6121"/>
                      <a:pt x="5728" y="5526"/>
                    </a:cubicBezTo>
                    <a:cubicBezTo>
                      <a:pt x="6323" y="4931"/>
                      <a:pt x="6657" y="4124"/>
                      <a:pt x="6657" y="3283"/>
                    </a:cubicBezTo>
                    <a:cubicBezTo>
                      <a:pt x="6657" y="2441"/>
                      <a:pt x="6323" y="1634"/>
                      <a:pt x="5728" y="1039"/>
                    </a:cubicBezTo>
                    <a:cubicBezTo>
                      <a:pt x="5133" y="444"/>
                      <a:pt x="4327" y="110"/>
                      <a:pt x="3486" y="110"/>
                    </a:cubicBezTo>
                    <a:cubicBezTo>
                      <a:pt x="2644" y="110"/>
                      <a:pt x="1838" y="444"/>
                      <a:pt x="1243" y="1039"/>
                    </a:cubicBezTo>
                    <a:cubicBezTo>
                      <a:pt x="648" y="1634"/>
                      <a:pt x="314" y="2441"/>
                      <a:pt x="314" y="3283"/>
                    </a:cubicBezTo>
                    <a:cubicBezTo>
                      <a:pt x="314" y="4124"/>
                      <a:pt x="648" y="4931"/>
                      <a:pt x="1243" y="5526"/>
                    </a:cubicBezTo>
                    <a:cubicBezTo>
                      <a:pt x="1838" y="6121"/>
                      <a:pt x="2644" y="6455"/>
                      <a:pt x="3486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53" name="Freeform: Shape 2352">
                <a:extLst>
                  <a:ext uri="{FF2B5EF4-FFF2-40B4-BE49-F238E27FC236}">
                    <a16:creationId xmlns:a16="http://schemas.microsoft.com/office/drawing/2014/main" id="{0DEAE684-1E65-6460-446A-0C98966441D1}"/>
                  </a:ext>
                </a:extLst>
              </p:cNvPr>
              <p:cNvSpPr/>
              <p:nvPr/>
            </p:nvSpPr>
            <p:spPr>
              <a:xfrm>
                <a:off x="4839783" y="4880450"/>
                <a:ext cx="6343" cy="6345"/>
              </a:xfrm>
              <a:custGeom>
                <a:avLst/>
                <a:gdLst>
                  <a:gd name="connsiteX0" fmla="*/ 3486 w 6343"/>
                  <a:gd name="connsiteY0" fmla="*/ 6456 h 6345"/>
                  <a:gd name="connsiteX1" fmla="*/ 5729 w 6343"/>
                  <a:gd name="connsiteY1" fmla="*/ 5527 h 6345"/>
                  <a:gd name="connsiteX2" fmla="*/ 6657 w 6343"/>
                  <a:gd name="connsiteY2" fmla="*/ 3283 h 6345"/>
                  <a:gd name="connsiteX3" fmla="*/ 5729 w 6343"/>
                  <a:gd name="connsiteY3" fmla="*/ 1040 h 6345"/>
                  <a:gd name="connsiteX4" fmla="*/ 3486 w 6343"/>
                  <a:gd name="connsiteY4" fmla="*/ 110 h 6345"/>
                  <a:gd name="connsiteX5" fmla="*/ 1243 w 6343"/>
                  <a:gd name="connsiteY5" fmla="*/ 1040 h 6345"/>
                  <a:gd name="connsiteX6" fmla="*/ 314 w 6343"/>
                  <a:gd name="connsiteY6" fmla="*/ 3283 h 6345"/>
                  <a:gd name="connsiteX7" fmla="*/ 1243 w 6343"/>
                  <a:gd name="connsiteY7" fmla="*/ 5527 h 6345"/>
                  <a:gd name="connsiteX8" fmla="*/ 3486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6" y="6456"/>
                    </a:moveTo>
                    <a:cubicBezTo>
                      <a:pt x="4327" y="6456"/>
                      <a:pt x="5134" y="6122"/>
                      <a:pt x="5729" y="5527"/>
                    </a:cubicBezTo>
                    <a:cubicBezTo>
                      <a:pt x="6323" y="4932"/>
                      <a:pt x="6657" y="4125"/>
                      <a:pt x="6657" y="3283"/>
                    </a:cubicBezTo>
                    <a:cubicBezTo>
                      <a:pt x="6657" y="2442"/>
                      <a:pt x="6323" y="1635"/>
                      <a:pt x="5729" y="1040"/>
                    </a:cubicBezTo>
                    <a:cubicBezTo>
                      <a:pt x="5134" y="445"/>
                      <a:pt x="4327" y="110"/>
                      <a:pt x="3486" y="110"/>
                    </a:cubicBezTo>
                    <a:cubicBezTo>
                      <a:pt x="2645" y="110"/>
                      <a:pt x="1838" y="445"/>
                      <a:pt x="1243" y="1040"/>
                    </a:cubicBezTo>
                    <a:cubicBezTo>
                      <a:pt x="649" y="1635"/>
                      <a:pt x="314" y="2442"/>
                      <a:pt x="314" y="3283"/>
                    </a:cubicBezTo>
                    <a:cubicBezTo>
                      <a:pt x="314" y="4125"/>
                      <a:pt x="649" y="4932"/>
                      <a:pt x="1243" y="5527"/>
                    </a:cubicBezTo>
                    <a:cubicBezTo>
                      <a:pt x="1838" y="6122"/>
                      <a:pt x="2645" y="6456"/>
                      <a:pt x="3486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54" name="Freeform: Shape 2353">
                <a:extLst>
                  <a:ext uri="{FF2B5EF4-FFF2-40B4-BE49-F238E27FC236}">
                    <a16:creationId xmlns:a16="http://schemas.microsoft.com/office/drawing/2014/main" id="{AA3F7297-CD52-FD59-0399-27F069C23855}"/>
                  </a:ext>
                </a:extLst>
              </p:cNvPr>
              <p:cNvSpPr/>
              <p:nvPr/>
            </p:nvSpPr>
            <p:spPr>
              <a:xfrm>
                <a:off x="4670489" y="5064346"/>
                <a:ext cx="6343" cy="6345"/>
              </a:xfrm>
              <a:custGeom>
                <a:avLst/>
                <a:gdLst>
                  <a:gd name="connsiteX0" fmla="*/ 3473 w 6343"/>
                  <a:gd name="connsiteY0" fmla="*/ 6470 h 6345"/>
                  <a:gd name="connsiteX1" fmla="*/ 5715 w 6343"/>
                  <a:gd name="connsiteY1" fmla="*/ 5541 h 6345"/>
                  <a:gd name="connsiteX2" fmla="*/ 6644 w 6343"/>
                  <a:gd name="connsiteY2" fmla="*/ 3298 h 6345"/>
                  <a:gd name="connsiteX3" fmla="*/ 5715 w 6343"/>
                  <a:gd name="connsiteY3" fmla="*/ 1054 h 6345"/>
                  <a:gd name="connsiteX4" fmla="*/ 3473 w 6343"/>
                  <a:gd name="connsiteY4" fmla="*/ 125 h 6345"/>
                  <a:gd name="connsiteX5" fmla="*/ 1230 w 6343"/>
                  <a:gd name="connsiteY5" fmla="*/ 1054 h 6345"/>
                  <a:gd name="connsiteX6" fmla="*/ 301 w 6343"/>
                  <a:gd name="connsiteY6" fmla="*/ 3298 h 6345"/>
                  <a:gd name="connsiteX7" fmla="*/ 1230 w 6343"/>
                  <a:gd name="connsiteY7" fmla="*/ 5541 h 6345"/>
                  <a:gd name="connsiteX8" fmla="*/ 3473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3" y="6470"/>
                    </a:moveTo>
                    <a:cubicBezTo>
                      <a:pt x="4314" y="6470"/>
                      <a:pt x="5120" y="6136"/>
                      <a:pt x="5715" y="5541"/>
                    </a:cubicBezTo>
                    <a:cubicBezTo>
                      <a:pt x="6310" y="4946"/>
                      <a:pt x="6644" y="4139"/>
                      <a:pt x="6644" y="3298"/>
                    </a:cubicBezTo>
                    <a:cubicBezTo>
                      <a:pt x="6644" y="2456"/>
                      <a:pt x="6310" y="1649"/>
                      <a:pt x="5715" y="1054"/>
                    </a:cubicBezTo>
                    <a:cubicBezTo>
                      <a:pt x="5120" y="459"/>
                      <a:pt x="4314" y="125"/>
                      <a:pt x="3473" y="125"/>
                    </a:cubicBezTo>
                    <a:cubicBezTo>
                      <a:pt x="2631" y="125"/>
                      <a:pt x="1825" y="459"/>
                      <a:pt x="1230" y="1054"/>
                    </a:cubicBezTo>
                    <a:cubicBezTo>
                      <a:pt x="635" y="1649"/>
                      <a:pt x="301" y="2456"/>
                      <a:pt x="301" y="3298"/>
                    </a:cubicBezTo>
                    <a:cubicBezTo>
                      <a:pt x="301" y="4139"/>
                      <a:pt x="635" y="4946"/>
                      <a:pt x="1230" y="5541"/>
                    </a:cubicBezTo>
                    <a:cubicBezTo>
                      <a:pt x="1825" y="6136"/>
                      <a:pt x="2631" y="6470"/>
                      <a:pt x="3473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55" name="Freeform: Shape 2354">
                <a:extLst>
                  <a:ext uri="{FF2B5EF4-FFF2-40B4-BE49-F238E27FC236}">
                    <a16:creationId xmlns:a16="http://schemas.microsoft.com/office/drawing/2014/main" id="{AEDA69F4-A9A8-83C2-C3FA-6F5D39082101}"/>
                  </a:ext>
                </a:extLst>
              </p:cNvPr>
              <p:cNvSpPr/>
              <p:nvPr/>
            </p:nvSpPr>
            <p:spPr>
              <a:xfrm>
                <a:off x="4673273" y="5070349"/>
                <a:ext cx="6343" cy="6345"/>
              </a:xfrm>
              <a:custGeom>
                <a:avLst/>
                <a:gdLst>
                  <a:gd name="connsiteX0" fmla="*/ 3473 w 6343"/>
                  <a:gd name="connsiteY0" fmla="*/ 6471 h 6345"/>
                  <a:gd name="connsiteX1" fmla="*/ 5715 w 6343"/>
                  <a:gd name="connsiteY1" fmla="*/ 5542 h 6345"/>
                  <a:gd name="connsiteX2" fmla="*/ 6644 w 6343"/>
                  <a:gd name="connsiteY2" fmla="*/ 3298 h 6345"/>
                  <a:gd name="connsiteX3" fmla="*/ 5715 w 6343"/>
                  <a:gd name="connsiteY3" fmla="*/ 1055 h 6345"/>
                  <a:gd name="connsiteX4" fmla="*/ 3473 w 6343"/>
                  <a:gd name="connsiteY4" fmla="*/ 125 h 6345"/>
                  <a:gd name="connsiteX5" fmla="*/ 1230 w 6343"/>
                  <a:gd name="connsiteY5" fmla="*/ 1055 h 6345"/>
                  <a:gd name="connsiteX6" fmla="*/ 301 w 6343"/>
                  <a:gd name="connsiteY6" fmla="*/ 3298 h 6345"/>
                  <a:gd name="connsiteX7" fmla="*/ 1230 w 6343"/>
                  <a:gd name="connsiteY7" fmla="*/ 5542 h 6345"/>
                  <a:gd name="connsiteX8" fmla="*/ 3473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3" y="6471"/>
                    </a:moveTo>
                    <a:cubicBezTo>
                      <a:pt x="4314" y="6471"/>
                      <a:pt x="5121" y="6136"/>
                      <a:pt x="5715" y="5542"/>
                    </a:cubicBezTo>
                    <a:cubicBezTo>
                      <a:pt x="6310" y="4947"/>
                      <a:pt x="6644" y="4139"/>
                      <a:pt x="6644" y="3298"/>
                    </a:cubicBezTo>
                    <a:cubicBezTo>
                      <a:pt x="6644" y="2457"/>
                      <a:pt x="6310" y="1650"/>
                      <a:pt x="5715" y="1055"/>
                    </a:cubicBezTo>
                    <a:cubicBezTo>
                      <a:pt x="5121" y="460"/>
                      <a:pt x="4314" y="125"/>
                      <a:pt x="3473" y="125"/>
                    </a:cubicBezTo>
                    <a:cubicBezTo>
                      <a:pt x="2632" y="125"/>
                      <a:pt x="1825" y="460"/>
                      <a:pt x="1230" y="1055"/>
                    </a:cubicBezTo>
                    <a:cubicBezTo>
                      <a:pt x="635" y="1650"/>
                      <a:pt x="301" y="2457"/>
                      <a:pt x="301" y="3298"/>
                    </a:cubicBezTo>
                    <a:cubicBezTo>
                      <a:pt x="301" y="4139"/>
                      <a:pt x="635" y="4947"/>
                      <a:pt x="1230" y="5542"/>
                    </a:cubicBezTo>
                    <a:cubicBezTo>
                      <a:pt x="1825" y="6136"/>
                      <a:pt x="2632" y="6471"/>
                      <a:pt x="3473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56" name="Freeform: Shape 2355">
                <a:extLst>
                  <a:ext uri="{FF2B5EF4-FFF2-40B4-BE49-F238E27FC236}">
                    <a16:creationId xmlns:a16="http://schemas.microsoft.com/office/drawing/2014/main" id="{6E3E0007-DFC1-9EA1-A72C-5358933FF65D}"/>
                  </a:ext>
                </a:extLst>
              </p:cNvPr>
              <p:cNvSpPr/>
              <p:nvPr/>
            </p:nvSpPr>
            <p:spPr>
              <a:xfrm>
                <a:off x="5251402" y="4814271"/>
                <a:ext cx="6343" cy="6345"/>
              </a:xfrm>
              <a:custGeom>
                <a:avLst/>
                <a:gdLst>
                  <a:gd name="connsiteX0" fmla="*/ 3518 w 6343"/>
                  <a:gd name="connsiteY0" fmla="*/ 6451 h 6345"/>
                  <a:gd name="connsiteX1" fmla="*/ 5761 w 6343"/>
                  <a:gd name="connsiteY1" fmla="*/ 5521 h 6345"/>
                  <a:gd name="connsiteX2" fmla="*/ 6690 w 6343"/>
                  <a:gd name="connsiteY2" fmla="*/ 3278 h 6345"/>
                  <a:gd name="connsiteX3" fmla="*/ 5761 w 6343"/>
                  <a:gd name="connsiteY3" fmla="*/ 1034 h 6345"/>
                  <a:gd name="connsiteX4" fmla="*/ 3518 w 6343"/>
                  <a:gd name="connsiteY4" fmla="*/ 105 h 6345"/>
                  <a:gd name="connsiteX5" fmla="*/ 1276 w 6343"/>
                  <a:gd name="connsiteY5" fmla="*/ 1034 h 6345"/>
                  <a:gd name="connsiteX6" fmla="*/ 347 w 6343"/>
                  <a:gd name="connsiteY6" fmla="*/ 3278 h 6345"/>
                  <a:gd name="connsiteX7" fmla="*/ 1276 w 6343"/>
                  <a:gd name="connsiteY7" fmla="*/ 5521 h 6345"/>
                  <a:gd name="connsiteX8" fmla="*/ 3518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8" y="6451"/>
                    </a:moveTo>
                    <a:cubicBezTo>
                      <a:pt x="4359" y="6451"/>
                      <a:pt x="5166" y="6116"/>
                      <a:pt x="5761" y="5521"/>
                    </a:cubicBezTo>
                    <a:cubicBezTo>
                      <a:pt x="6356" y="4926"/>
                      <a:pt x="6690" y="4119"/>
                      <a:pt x="6690" y="3278"/>
                    </a:cubicBezTo>
                    <a:cubicBezTo>
                      <a:pt x="6690" y="2436"/>
                      <a:pt x="6356" y="1629"/>
                      <a:pt x="5761" y="1034"/>
                    </a:cubicBezTo>
                    <a:cubicBezTo>
                      <a:pt x="5166" y="439"/>
                      <a:pt x="4359" y="105"/>
                      <a:pt x="3518" y="105"/>
                    </a:cubicBezTo>
                    <a:cubicBezTo>
                      <a:pt x="2677" y="105"/>
                      <a:pt x="1870" y="439"/>
                      <a:pt x="1276" y="1034"/>
                    </a:cubicBezTo>
                    <a:cubicBezTo>
                      <a:pt x="681" y="1629"/>
                      <a:pt x="347" y="2436"/>
                      <a:pt x="347" y="3278"/>
                    </a:cubicBezTo>
                    <a:cubicBezTo>
                      <a:pt x="347" y="4119"/>
                      <a:pt x="681" y="4926"/>
                      <a:pt x="1276" y="5521"/>
                    </a:cubicBezTo>
                    <a:cubicBezTo>
                      <a:pt x="1870" y="6116"/>
                      <a:pt x="2677" y="6451"/>
                      <a:pt x="3518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57" name="Freeform: Shape 2356">
                <a:extLst>
                  <a:ext uri="{FF2B5EF4-FFF2-40B4-BE49-F238E27FC236}">
                    <a16:creationId xmlns:a16="http://schemas.microsoft.com/office/drawing/2014/main" id="{E74879BE-4204-E0C6-2F60-7908DB115967}"/>
                  </a:ext>
                </a:extLst>
              </p:cNvPr>
              <p:cNvSpPr/>
              <p:nvPr/>
            </p:nvSpPr>
            <p:spPr>
              <a:xfrm>
                <a:off x="5256948" y="4822801"/>
                <a:ext cx="6343" cy="6345"/>
              </a:xfrm>
              <a:custGeom>
                <a:avLst/>
                <a:gdLst>
                  <a:gd name="connsiteX0" fmla="*/ 3519 w 6343"/>
                  <a:gd name="connsiteY0" fmla="*/ 6451 h 6345"/>
                  <a:gd name="connsiteX1" fmla="*/ 5761 w 6343"/>
                  <a:gd name="connsiteY1" fmla="*/ 5522 h 6345"/>
                  <a:gd name="connsiteX2" fmla="*/ 6690 w 6343"/>
                  <a:gd name="connsiteY2" fmla="*/ 3279 h 6345"/>
                  <a:gd name="connsiteX3" fmla="*/ 5761 w 6343"/>
                  <a:gd name="connsiteY3" fmla="*/ 1035 h 6345"/>
                  <a:gd name="connsiteX4" fmla="*/ 3519 w 6343"/>
                  <a:gd name="connsiteY4" fmla="*/ 106 h 6345"/>
                  <a:gd name="connsiteX5" fmla="*/ 1276 w 6343"/>
                  <a:gd name="connsiteY5" fmla="*/ 1035 h 6345"/>
                  <a:gd name="connsiteX6" fmla="*/ 347 w 6343"/>
                  <a:gd name="connsiteY6" fmla="*/ 3279 h 6345"/>
                  <a:gd name="connsiteX7" fmla="*/ 1276 w 6343"/>
                  <a:gd name="connsiteY7" fmla="*/ 5522 h 6345"/>
                  <a:gd name="connsiteX8" fmla="*/ 3519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9" y="6451"/>
                    </a:moveTo>
                    <a:cubicBezTo>
                      <a:pt x="4360" y="6451"/>
                      <a:pt x="5167" y="6117"/>
                      <a:pt x="5761" y="5522"/>
                    </a:cubicBezTo>
                    <a:cubicBezTo>
                      <a:pt x="6356" y="4927"/>
                      <a:pt x="6690" y="4120"/>
                      <a:pt x="6690" y="3279"/>
                    </a:cubicBezTo>
                    <a:cubicBezTo>
                      <a:pt x="6690" y="2437"/>
                      <a:pt x="6356" y="1630"/>
                      <a:pt x="5761" y="1035"/>
                    </a:cubicBezTo>
                    <a:cubicBezTo>
                      <a:pt x="5167" y="440"/>
                      <a:pt x="4360" y="106"/>
                      <a:pt x="3519" y="106"/>
                    </a:cubicBezTo>
                    <a:cubicBezTo>
                      <a:pt x="2678" y="106"/>
                      <a:pt x="1871" y="440"/>
                      <a:pt x="1276" y="1035"/>
                    </a:cubicBezTo>
                    <a:cubicBezTo>
                      <a:pt x="681" y="1630"/>
                      <a:pt x="347" y="2437"/>
                      <a:pt x="347" y="3279"/>
                    </a:cubicBezTo>
                    <a:cubicBezTo>
                      <a:pt x="347" y="4120"/>
                      <a:pt x="681" y="4927"/>
                      <a:pt x="1276" y="5522"/>
                    </a:cubicBezTo>
                    <a:cubicBezTo>
                      <a:pt x="1871" y="6117"/>
                      <a:pt x="2678" y="6451"/>
                      <a:pt x="3519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58" name="Freeform: Shape 2357">
                <a:extLst>
                  <a:ext uri="{FF2B5EF4-FFF2-40B4-BE49-F238E27FC236}">
                    <a16:creationId xmlns:a16="http://schemas.microsoft.com/office/drawing/2014/main" id="{6BC23AED-C497-F865-5EC3-538241C69DF5}"/>
                  </a:ext>
                </a:extLst>
              </p:cNvPr>
              <p:cNvSpPr/>
              <p:nvPr/>
            </p:nvSpPr>
            <p:spPr>
              <a:xfrm>
                <a:off x="5263558" y="4830637"/>
                <a:ext cx="6343" cy="6345"/>
              </a:xfrm>
              <a:custGeom>
                <a:avLst/>
                <a:gdLst>
                  <a:gd name="connsiteX0" fmla="*/ 3519 w 6343"/>
                  <a:gd name="connsiteY0" fmla="*/ 6452 h 6345"/>
                  <a:gd name="connsiteX1" fmla="*/ 5762 w 6343"/>
                  <a:gd name="connsiteY1" fmla="*/ 5523 h 6345"/>
                  <a:gd name="connsiteX2" fmla="*/ 6691 w 6343"/>
                  <a:gd name="connsiteY2" fmla="*/ 3279 h 6345"/>
                  <a:gd name="connsiteX3" fmla="*/ 5762 w 6343"/>
                  <a:gd name="connsiteY3" fmla="*/ 1036 h 6345"/>
                  <a:gd name="connsiteX4" fmla="*/ 3519 w 6343"/>
                  <a:gd name="connsiteY4" fmla="*/ 106 h 6345"/>
                  <a:gd name="connsiteX5" fmla="*/ 1277 w 6343"/>
                  <a:gd name="connsiteY5" fmla="*/ 1036 h 6345"/>
                  <a:gd name="connsiteX6" fmla="*/ 348 w 6343"/>
                  <a:gd name="connsiteY6" fmla="*/ 3279 h 6345"/>
                  <a:gd name="connsiteX7" fmla="*/ 1277 w 6343"/>
                  <a:gd name="connsiteY7" fmla="*/ 5523 h 6345"/>
                  <a:gd name="connsiteX8" fmla="*/ 3519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9" y="6452"/>
                    </a:moveTo>
                    <a:cubicBezTo>
                      <a:pt x="4360" y="6452"/>
                      <a:pt x="5167" y="6118"/>
                      <a:pt x="5762" y="5523"/>
                    </a:cubicBezTo>
                    <a:cubicBezTo>
                      <a:pt x="6357" y="4928"/>
                      <a:pt x="6691" y="4121"/>
                      <a:pt x="6691" y="3279"/>
                    </a:cubicBezTo>
                    <a:cubicBezTo>
                      <a:pt x="6691" y="2438"/>
                      <a:pt x="6357" y="1631"/>
                      <a:pt x="5762" y="1036"/>
                    </a:cubicBezTo>
                    <a:cubicBezTo>
                      <a:pt x="5167" y="441"/>
                      <a:pt x="4360" y="106"/>
                      <a:pt x="3519" y="106"/>
                    </a:cubicBezTo>
                    <a:cubicBezTo>
                      <a:pt x="2678" y="106"/>
                      <a:pt x="1871" y="441"/>
                      <a:pt x="1277" y="1036"/>
                    </a:cubicBezTo>
                    <a:cubicBezTo>
                      <a:pt x="682" y="1631"/>
                      <a:pt x="348" y="2438"/>
                      <a:pt x="348" y="3279"/>
                    </a:cubicBezTo>
                    <a:cubicBezTo>
                      <a:pt x="348" y="4121"/>
                      <a:pt x="682" y="4928"/>
                      <a:pt x="1277" y="5523"/>
                    </a:cubicBezTo>
                    <a:cubicBezTo>
                      <a:pt x="1871" y="6118"/>
                      <a:pt x="2678" y="6452"/>
                      <a:pt x="3519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59" name="Freeform: Shape 2358">
                <a:extLst>
                  <a:ext uri="{FF2B5EF4-FFF2-40B4-BE49-F238E27FC236}">
                    <a16:creationId xmlns:a16="http://schemas.microsoft.com/office/drawing/2014/main" id="{27962492-FBA8-6CA2-0D41-21337F1D4A37}"/>
                  </a:ext>
                </a:extLst>
              </p:cNvPr>
              <p:cNvSpPr/>
              <p:nvPr/>
            </p:nvSpPr>
            <p:spPr>
              <a:xfrm>
                <a:off x="5269563" y="4838881"/>
                <a:ext cx="6343" cy="6345"/>
              </a:xfrm>
              <a:custGeom>
                <a:avLst/>
                <a:gdLst>
                  <a:gd name="connsiteX0" fmla="*/ 3520 w 6343"/>
                  <a:gd name="connsiteY0" fmla="*/ 6453 h 6345"/>
                  <a:gd name="connsiteX1" fmla="*/ 5762 w 6343"/>
                  <a:gd name="connsiteY1" fmla="*/ 5523 h 6345"/>
                  <a:gd name="connsiteX2" fmla="*/ 6691 w 6343"/>
                  <a:gd name="connsiteY2" fmla="*/ 3280 h 6345"/>
                  <a:gd name="connsiteX3" fmla="*/ 5762 w 6343"/>
                  <a:gd name="connsiteY3" fmla="*/ 1036 h 6345"/>
                  <a:gd name="connsiteX4" fmla="*/ 3520 w 6343"/>
                  <a:gd name="connsiteY4" fmla="*/ 107 h 6345"/>
                  <a:gd name="connsiteX5" fmla="*/ 1277 w 6343"/>
                  <a:gd name="connsiteY5" fmla="*/ 1036 h 6345"/>
                  <a:gd name="connsiteX6" fmla="*/ 348 w 6343"/>
                  <a:gd name="connsiteY6" fmla="*/ 3280 h 6345"/>
                  <a:gd name="connsiteX7" fmla="*/ 1277 w 6343"/>
                  <a:gd name="connsiteY7" fmla="*/ 5523 h 6345"/>
                  <a:gd name="connsiteX8" fmla="*/ 3520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0" y="6453"/>
                    </a:moveTo>
                    <a:cubicBezTo>
                      <a:pt x="4361" y="6453"/>
                      <a:pt x="5168" y="6118"/>
                      <a:pt x="5762" y="5523"/>
                    </a:cubicBezTo>
                    <a:cubicBezTo>
                      <a:pt x="6357" y="4928"/>
                      <a:pt x="6691" y="4121"/>
                      <a:pt x="6691" y="3280"/>
                    </a:cubicBezTo>
                    <a:cubicBezTo>
                      <a:pt x="6691" y="2438"/>
                      <a:pt x="6357" y="1631"/>
                      <a:pt x="5762" y="1036"/>
                    </a:cubicBezTo>
                    <a:cubicBezTo>
                      <a:pt x="5168" y="441"/>
                      <a:pt x="4361" y="107"/>
                      <a:pt x="3520" y="107"/>
                    </a:cubicBezTo>
                    <a:cubicBezTo>
                      <a:pt x="2679" y="107"/>
                      <a:pt x="1872" y="441"/>
                      <a:pt x="1277" y="1036"/>
                    </a:cubicBezTo>
                    <a:cubicBezTo>
                      <a:pt x="682" y="1631"/>
                      <a:pt x="348" y="2438"/>
                      <a:pt x="348" y="3280"/>
                    </a:cubicBezTo>
                    <a:cubicBezTo>
                      <a:pt x="348" y="4121"/>
                      <a:pt x="682" y="4928"/>
                      <a:pt x="1277" y="5523"/>
                    </a:cubicBezTo>
                    <a:cubicBezTo>
                      <a:pt x="1872" y="6118"/>
                      <a:pt x="2679" y="6453"/>
                      <a:pt x="3520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60" name="Freeform: Shape 2359">
                <a:extLst>
                  <a:ext uri="{FF2B5EF4-FFF2-40B4-BE49-F238E27FC236}">
                    <a16:creationId xmlns:a16="http://schemas.microsoft.com/office/drawing/2014/main" id="{B96B6832-4519-FF7E-215B-E877C70613E9}"/>
                  </a:ext>
                </a:extLst>
              </p:cNvPr>
              <p:cNvSpPr/>
              <p:nvPr/>
            </p:nvSpPr>
            <p:spPr>
              <a:xfrm>
                <a:off x="5051057" y="5058421"/>
                <a:ext cx="6343" cy="6345"/>
              </a:xfrm>
              <a:custGeom>
                <a:avLst/>
                <a:gdLst>
                  <a:gd name="connsiteX0" fmla="*/ 3503 w 6343"/>
                  <a:gd name="connsiteY0" fmla="*/ 6470 h 6345"/>
                  <a:gd name="connsiteX1" fmla="*/ 5745 w 6343"/>
                  <a:gd name="connsiteY1" fmla="*/ 5541 h 6345"/>
                  <a:gd name="connsiteX2" fmla="*/ 6674 w 6343"/>
                  <a:gd name="connsiteY2" fmla="*/ 3297 h 6345"/>
                  <a:gd name="connsiteX3" fmla="*/ 5745 w 6343"/>
                  <a:gd name="connsiteY3" fmla="*/ 1054 h 6345"/>
                  <a:gd name="connsiteX4" fmla="*/ 3503 w 6343"/>
                  <a:gd name="connsiteY4" fmla="*/ 124 h 6345"/>
                  <a:gd name="connsiteX5" fmla="*/ 1260 w 6343"/>
                  <a:gd name="connsiteY5" fmla="*/ 1054 h 6345"/>
                  <a:gd name="connsiteX6" fmla="*/ 331 w 6343"/>
                  <a:gd name="connsiteY6" fmla="*/ 3297 h 6345"/>
                  <a:gd name="connsiteX7" fmla="*/ 1260 w 6343"/>
                  <a:gd name="connsiteY7" fmla="*/ 5541 h 6345"/>
                  <a:gd name="connsiteX8" fmla="*/ 3503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3" y="6470"/>
                    </a:moveTo>
                    <a:cubicBezTo>
                      <a:pt x="4344" y="6470"/>
                      <a:pt x="5150" y="6136"/>
                      <a:pt x="5745" y="5541"/>
                    </a:cubicBezTo>
                    <a:cubicBezTo>
                      <a:pt x="6340" y="4946"/>
                      <a:pt x="6674" y="4139"/>
                      <a:pt x="6674" y="3297"/>
                    </a:cubicBezTo>
                    <a:cubicBezTo>
                      <a:pt x="6674" y="2456"/>
                      <a:pt x="6340" y="1649"/>
                      <a:pt x="5745" y="1054"/>
                    </a:cubicBezTo>
                    <a:cubicBezTo>
                      <a:pt x="5150" y="459"/>
                      <a:pt x="4344" y="124"/>
                      <a:pt x="3503" y="124"/>
                    </a:cubicBezTo>
                    <a:cubicBezTo>
                      <a:pt x="2661" y="124"/>
                      <a:pt x="1855" y="459"/>
                      <a:pt x="1260" y="1054"/>
                    </a:cubicBezTo>
                    <a:cubicBezTo>
                      <a:pt x="665" y="1649"/>
                      <a:pt x="331" y="2456"/>
                      <a:pt x="331" y="3297"/>
                    </a:cubicBezTo>
                    <a:cubicBezTo>
                      <a:pt x="331" y="4139"/>
                      <a:pt x="665" y="4946"/>
                      <a:pt x="1260" y="5541"/>
                    </a:cubicBezTo>
                    <a:cubicBezTo>
                      <a:pt x="1855" y="6136"/>
                      <a:pt x="2661" y="6470"/>
                      <a:pt x="3503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61" name="Freeform: Shape 2360">
                <a:extLst>
                  <a:ext uri="{FF2B5EF4-FFF2-40B4-BE49-F238E27FC236}">
                    <a16:creationId xmlns:a16="http://schemas.microsoft.com/office/drawing/2014/main" id="{AF6D6807-7B49-9627-9F84-5B7E4B5241A1}"/>
                  </a:ext>
                </a:extLst>
              </p:cNvPr>
              <p:cNvSpPr/>
              <p:nvPr/>
            </p:nvSpPr>
            <p:spPr>
              <a:xfrm>
                <a:off x="5045910" y="5070923"/>
                <a:ext cx="6343" cy="6345"/>
              </a:xfrm>
              <a:custGeom>
                <a:avLst/>
                <a:gdLst>
                  <a:gd name="connsiteX0" fmla="*/ 3502 w 6343"/>
                  <a:gd name="connsiteY0" fmla="*/ 6471 h 6345"/>
                  <a:gd name="connsiteX1" fmla="*/ 5745 w 6343"/>
                  <a:gd name="connsiteY1" fmla="*/ 5542 h 6345"/>
                  <a:gd name="connsiteX2" fmla="*/ 6674 w 6343"/>
                  <a:gd name="connsiteY2" fmla="*/ 3298 h 6345"/>
                  <a:gd name="connsiteX3" fmla="*/ 5745 w 6343"/>
                  <a:gd name="connsiteY3" fmla="*/ 1055 h 6345"/>
                  <a:gd name="connsiteX4" fmla="*/ 3502 w 6343"/>
                  <a:gd name="connsiteY4" fmla="*/ 125 h 6345"/>
                  <a:gd name="connsiteX5" fmla="*/ 1259 w 6343"/>
                  <a:gd name="connsiteY5" fmla="*/ 1055 h 6345"/>
                  <a:gd name="connsiteX6" fmla="*/ 331 w 6343"/>
                  <a:gd name="connsiteY6" fmla="*/ 3298 h 6345"/>
                  <a:gd name="connsiteX7" fmla="*/ 1259 w 6343"/>
                  <a:gd name="connsiteY7" fmla="*/ 5542 h 6345"/>
                  <a:gd name="connsiteX8" fmla="*/ 3502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471"/>
                    </a:moveTo>
                    <a:cubicBezTo>
                      <a:pt x="4343" y="6471"/>
                      <a:pt x="5150" y="6137"/>
                      <a:pt x="5745" y="5542"/>
                    </a:cubicBezTo>
                    <a:cubicBezTo>
                      <a:pt x="6340" y="4947"/>
                      <a:pt x="6674" y="4140"/>
                      <a:pt x="6674" y="3298"/>
                    </a:cubicBezTo>
                    <a:cubicBezTo>
                      <a:pt x="6674" y="2457"/>
                      <a:pt x="6340" y="1650"/>
                      <a:pt x="5745" y="1055"/>
                    </a:cubicBezTo>
                    <a:cubicBezTo>
                      <a:pt x="5150" y="460"/>
                      <a:pt x="4343" y="125"/>
                      <a:pt x="3502" y="125"/>
                    </a:cubicBezTo>
                    <a:cubicBezTo>
                      <a:pt x="2661" y="125"/>
                      <a:pt x="1854" y="460"/>
                      <a:pt x="1259" y="1055"/>
                    </a:cubicBezTo>
                    <a:cubicBezTo>
                      <a:pt x="665" y="1650"/>
                      <a:pt x="331" y="2457"/>
                      <a:pt x="331" y="3298"/>
                    </a:cubicBezTo>
                    <a:cubicBezTo>
                      <a:pt x="331" y="4140"/>
                      <a:pt x="665" y="4947"/>
                      <a:pt x="1259" y="5542"/>
                    </a:cubicBezTo>
                    <a:cubicBezTo>
                      <a:pt x="1854" y="6137"/>
                      <a:pt x="2661" y="6471"/>
                      <a:pt x="3502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62" name="Freeform: Shape 2361">
                <a:extLst>
                  <a:ext uri="{FF2B5EF4-FFF2-40B4-BE49-F238E27FC236}">
                    <a16:creationId xmlns:a16="http://schemas.microsoft.com/office/drawing/2014/main" id="{D934FF6A-7D26-BD08-A260-FA63D0C273FB}"/>
                  </a:ext>
                </a:extLst>
              </p:cNvPr>
              <p:cNvSpPr/>
              <p:nvPr/>
            </p:nvSpPr>
            <p:spPr>
              <a:xfrm>
                <a:off x="5048634" y="5078878"/>
                <a:ext cx="6343" cy="6345"/>
              </a:xfrm>
              <a:custGeom>
                <a:avLst/>
                <a:gdLst>
                  <a:gd name="connsiteX0" fmla="*/ 3502 w 6343"/>
                  <a:gd name="connsiteY0" fmla="*/ 6471 h 6345"/>
                  <a:gd name="connsiteX1" fmla="*/ 5745 w 6343"/>
                  <a:gd name="connsiteY1" fmla="*/ 5542 h 6345"/>
                  <a:gd name="connsiteX2" fmla="*/ 6674 w 6343"/>
                  <a:gd name="connsiteY2" fmla="*/ 3299 h 6345"/>
                  <a:gd name="connsiteX3" fmla="*/ 5745 w 6343"/>
                  <a:gd name="connsiteY3" fmla="*/ 1055 h 6345"/>
                  <a:gd name="connsiteX4" fmla="*/ 3502 w 6343"/>
                  <a:gd name="connsiteY4" fmla="*/ 126 h 6345"/>
                  <a:gd name="connsiteX5" fmla="*/ 1260 w 6343"/>
                  <a:gd name="connsiteY5" fmla="*/ 1055 h 6345"/>
                  <a:gd name="connsiteX6" fmla="*/ 331 w 6343"/>
                  <a:gd name="connsiteY6" fmla="*/ 3299 h 6345"/>
                  <a:gd name="connsiteX7" fmla="*/ 1260 w 6343"/>
                  <a:gd name="connsiteY7" fmla="*/ 5542 h 6345"/>
                  <a:gd name="connsiteX8" fmla="*/ 3502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471"/>
                    </a:moveTo>
                    <a:cubicBezTo>
                      <a:pt x="4343" y="6471"/>
                      <a:pt x="5150" y="6137"/>
                      <a:pt x="5745" y="5542"/>
                    </a:cubicBezTo>
                    <a:cubicBezTo>
                      <a:pt x="6340" y="4947"/>
                      <a:pt x="6674" y="4140"/>
                      <a:pt x="6674" y="3299"/>
                    </a:cubicBezTo>
                    <a:cubicBezTo>
                      <a:pt x="6674" y="2457"/>
                      <a:pt x="6340" y="1650"/>
                      <a:pt x="5745" y="1055"/>
                    </a:cubicBezTo>
                    <a:cubicBezTo>
                      <a:pt x="5150" y="460"/>
                      <a:pt x="4343" y="126"/>
                      <a:pt x="3502" y="126"/>
                    </a:cubicBezTo>
                    <a:cubicBezTo>
                      <a:pt x="2661" y="126"/>
                      <a:pt x="1854" y="460"/>
                      <a:pt x="1260" y="1055"/>
                    </a:cubicBezTo>
                    <a:cubicBezTo>
                      <a:pt x="665" y="1650"/>
                      <a:pt x="331" y="2457"/>
                      <a:pt x="331" y="3299"/>
                    </a:cubicBezTo>
                    <a:cubicBezTo>
                      <a:pt x="331" y="4140"/>
                      <a:pt x="665" y="4947"/>
                      <a:pt x="1260" y="5542"/>
                    </a:cubicBezTo>
                    <a:cubicBezTo>
                      <a:pt x="1854" y="6137"/>
                      <a:pt x="2661" y="6471"/>
                      <a:pt x="3502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63" name="Freeform: Shape 2362">
                <a:extLst>
                  <a:ext uri="{FF2B5EF4-FFF2-40B4-BE49-F238E27FC236}">
                    <a16:creationId xmlns:a16="http://schemas.microsoft.com/office/drawing/2014/main" id="{F662BFCE-C734-C84B-0001-424CCD3E437E}"/>
                  </a:ext>
                </a:extLst>
              </p:cNvPr>
              <p:cNvSpPr/>
              <p:nvPr/>
            </p:nvSpPr>
            <p:spPr>
              <a:xfrm>
                <a:off x="5234547" y="4996806"/>
                <a:ext cx="6343" cy="6345"/>
              </a:xfrm>
              <a:custGeom>
                <a:avLst/>
                <a:gdLst>
                  <a:gd name="connsiteX0" fmla="*/ 3517 w 6343"/>
                  <a:gd name="connsiteY0" fmla="*/ 6465 h 6345"/>
                  <a:gd name="connsiteX1" fmla="*/ 5760 w 6343"/>
                  <a:gd name="connsiteY1" fmla="*/ 5536 h 6345"/>
                  <a:gd name="connsiteX2" fmla="*/ 6689 w 6343"/>
                  <a:gd name="connsiteY2" fmla="*/ 3292 h 6345"/>
                  <a:gd name="connsiteX3" fmla="*/ 5760 w 6343"/>
                  <a:gd name="connsiteY3" fmla="*/ 1049 h 6345"/>
                  <a:gd name="connsiteX4" fmla="*/ 3517 w 6343"/>
                  <a:gd name="connsiteY4" fmla="*/ 120 h 6345"/>
                  <a:gd name="connsiteX5" fmla="*/ 1274 w 6343"/>
                  <a:gd name="connsiteY5" fmla="*/ 1049 h 6345"/>
                  <a:gd name="connsiteX6" fmla="*/ 345 w 6343"/>
                  <a:gd name="connsiteY6" fmla="*/ 3292 h 6345"/>
                  <a:gd name="connsiteX7" fmla="*/ 1274 w 6343"/>
                  <a:gd name="connsiteY7" fmla="*/ 5536 h 6345"/>
                  <a:gd name="connsiteX8" fmla="*/ 3517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7" y="6465"/>
                    </a:moveTo>
                    <a:cubicBezTo>
                      <a:pt x="4358" y="6465"/>
                      <a:pt x="5165" y="6131"/>
                      <a:pt x="5760" y="5536"/>
                    </a:cubicBezTo>
                    <a:cubicBezTo>
                      <a:pt x="6354" y="4941"/>
                      <a:pt x="6689" y="4134"/>
                      <a:pt x="6689" y="3292"/>
                    </a:cubicBezTo>
                    <a:cubicBezTo>
                      <a:pt x="6689" y="2451"/>
                      <a:pt x="6354" y="1644"/>
                      <a:pt x="5760" y="1049"/>
                    </a:cubicBezTo>
                    <a:cubicBezTo>
                      <a:pt x="5165" y="454"/>
                      <a:pt x="4358" y="120"/>
                      <a:pt x="3517" y="120"/>
                    </a:cubicBezTo>
                    <a:cubicBezTo>
                      <a:pt x="2676" y="120"/>
                      <a:pt x="1869" y="454"/>
                      <a:pt x="1274" y="1049"/>
                    </a:cubicBezTo>
                    <a:cubicBezTo>
                      <a:pt x="680" y="1644"/>
                      <a:pt x="345" y="2451"/>
                      <a:pt x="345" y="3292"/>
                    </a:cubicBezTo>
                    <a:cubicBezTo>
                      <a:pt x="345" y="4134"/>
                      <a:pt x="680" y="4941"/>
                      <a:pt x="1274" y="5536"/>
                    </a:cubicBezTo>
                    <a:cubicBezTo>
                      <a:pt x="1869" y="6131"/>
                      <a:pt x="2676" y="6465"/>
                      <a:pt x="3517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64" name="Freeform: Shape 2363">
                <a:extLst>
                  <a:ext uri="{FF2B5EF4-FFF2-40B4-BE49-F238E27FC236}">
                    <a16:creationId xmlns:a16="http://schemas.microsoft.com/office/drawing/2014/main" id="{9B56AC6A-5A32-8480-430D-E98A1B3620BA}"/>
                  </a:ext>
                </a:extLst>
              </p:cNvPr>
              <p:cNvSpPr/>
              <p:nvPr/>
            </p:nvSpPr>
            <p:spPr>
              <a:xfrm>
                <a:off x="5234812" y="5007444"/>
                <a:ext cx="6343" cy="6345"/>
              </a:xfrm>
              <a:custGeom>
                <a:avLst/>
                <a:gdLst>
                  <a:gd name="connsiteX0" fmla="*/ 3517 w 6343"/>
                  <a:gd name="connsiteY0" fmla="*/ 6466 h 6345"/>
                  <a:gd name="connsiteX1" fmla="*/ 5760 w 6343"/>
                  <a:gd name="connsiteY1" fmla="*/ 5537 h 6345"/>
                  <a:gd name="connsiteX2" fmla="*/ 6689 w 6343"/>
                  <a:gd name="connsiteY2" fmla="*/ 3293 h 6345"/>
                  <a:gd name="connsiteX3" fmla="*/ 5760 w 6343"/>
                  <a:gd name="connsiteY3" fmla="*/ 1050 h 6345"/>
                  <a:gd name="connsiteX4" fmla="*/ 3517 w 6343"/>
                  <a:gd name="connsiteY4" fmla="*/ 120 h 6345"/>
                  <a:gd name="connsiteX5" fmla="*/ 1274 w 6343"/>
                  <a:gd name="connsiteY5" fmla="*/ 1050 h 6345"/>
                  <a:gd name="connsiteX6" fmla="*/ 345 w 6343"/>
                  <a:gd name="connsiteY6" fmla="*/ 3293 h 6345"/>
                  <a:gd name="connsiteX7" fmla="*/ 1274 w 6343"/>
                  <a:gd name="connsiteY7" fmla="*/ 5537 h 6345"/>
                  <a:gd name="connsiteX8" fmla="*/ 351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7" y="6466"/>
                    </a:moveTo>
                    <a:cubicBezTo>
                      <a:pt x="4358" y="6466"/>
                      <a:pt x="5165" y="6132"/>
                      <a:pt x="5760" y="5537"/>
                    </a:cubicBezTo>
                    <a:cubicBezTo>
                      <a:pt x="6354" y="4942"/>
                      <a:pt x="6689" y="4135"/>
                      <a:pt x="6689" y="3293"/>
                    </a:cubicBezTo>
                    <a:cubicBezTo>
                      <a:pt x="6689" y="2452"/>
                      <a:pt x="6354" y="1645"/>
                      <a:pt x="5760" y="1050"/>
                    </a:cubicBezTo>
                    <a:cubicBezTo>
                      <a:pt x="5165" y="455"/>
                      <a:pt x="4358" y="120"/>
                      <a:pt x="3517" y="120"/>
                    </a:cubicBezTo>
                    <a:cubicBezTo>
                      <a:pt x="2676" y="120"/>
                      <a:pt x="1869" y="455"/>
                      <a:pt x="1274" y="1050"/>
                    </a:cubicBezTo>
                    <a:cubicBezTo>
                      <a:pt x="680" y="1645"/>
                      <a:pt x="345" y="2452"/>
                      <a:pt x="345" y="3293"/>
                    </a:cubicBezTo>
                    <a:cubicBezTo>
                      <a:pt x="345" y="4135"/>
                      <a:pt x="680" y="4942"/>
                      <a:pt x="1274" y="5537"/>
                    </a:cubicBezTo>
                    <a:cubicBezTo>
                      <a:pt x="1869" y="6132"/>
                      <a:pt x="2676" y="6466"/>
                      <a:pt x="351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65" name="Freeform: Shape 2364">
                <a:extLst>
                  <a:ext uri="{FF2B5EF4-FFF2-40B4-BE49-F238E27FC236}">
                    <a16:creationId xmlns:a16="http://schemas.microsoft.com/office/drawing/2014/main" id="{A145F863-152A-4879-0E45-3DA56AA6728B}"/>
                  </a:ext>
                </a:extLst>
              </p:cNvPr>
              <p:cNvSpPr/>
              <p:nvPr/>
            </p:nvSpPr>
            <p:spPr>
              <a:xfrm>
                <a:off x="5207195" y="5032705"/>
                <a:ext cx="6343" cy="6345"/>
              </a:xfrm>
              <a:custGeom>
                <a:avLst/>
                <a:gdLst>
                  <a:gd name="connsiteX0" fmla="*/ 3515 w 6343"/>
                  <a:gd name="connsiteY0" fmla="*/ 6468 h 6345"/>
                  <a:gd name="connsiteX1" fmla="*/ 5757 w 6343"/>
                  <a:gd name="connsiteY1" fmla="*/ 5539 h 6345"/>
                  <a:gd name="connsiteX2" fmla="*/ 6686 w 6343"/>
                  <a:gd name="connsiteY2" fmla="*/ 3295 h 6345"/>
                  <a:gd name="connsiteX3" fmla="*/ 5757 w 6343"/>
                  <a:gd name="connsiteY3" fmla="*/ 1052 h 6345"/>
                  <a:gd name="connsiteX4" fmla="*/ 3515 w 6343"/>
                  <a:gd name="connsiteY4" fmla="*/ 122 h 6345"/>
                  <a:gd name="connsiteX5" fmla="*/ 1272 w 6343"/>
                  <a:gd name="connsiteY5" fmla="*/ 1052 h 6345"/>
                  <a:gd name="connsiteX6" fmla="*/ 343 w 6343"/>
                  <a:gd name="connsiteY6" fmla="*/ 3295 h 6345"/>
                  <a:gd name="connsiteX7" fmla="*/ 1272 w 6343"/>
                  <a:gd name="connsiteY7" fmla="*/ 5539 h 6345"/>
                  <a:gd name="connsiteX8" fmla="*/ 3515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5" y="6468"/>
                    </a:moveTo>
                    <a:cubicBezTo>
                      <a:pt x="4356" y="6468"/>
                      <a:pt x="5163" y="6134"/>
                      <a:pt x="5757" y="5539"/>
                    </a:cubicBezTo>
                    <a:cubicBezTo>
                      <a:pt x="6352" y="4944"/>
                      <a:pt x="6686" y="4137"/>
                      <a:pt x="6686" y="3295"/>
                    </a:cubicBezTo>
                    <a:cubicBezTo>
                      <a:pt x="6686" y="2454"/>
                      <a:pt x="6352" y="1647"/>
                      <a:pt x="5757" y="1052"/>
                    </a:cubicBezTo>
                    <a:cubicBezTo>
                      <a:pt x="5163" y="457"/>
                      <a:pt x="4356" y="122"/>
                      <a:pt x="3515" y="122"/>
                    </a:cubicBezTo>
                    <a:cubicBezTo>
                      <a:pt x="2674" y="122"/>
                      <a:pt x="1867" y="457"/>
                      <a:pt x="1272" y="1052"/>
                    </a:cubicBezTo>
                    <a:cubicBezTo>
                      <a:pt x="677" y="1647"/>
                      <a:pt x="343" y="2454"/>
                      <a:pt x="343" y="3295"/>
                    </a:cubicBezTo>
                    <a:cubicBezTo>
                      <a:pt x="343" y="4137"/>
                      <a:pt x="677" y="4944"/>
                      <a:pt x="1272" y="5539"/>
                    </a:cubicBezTo>
                    <a:cubicBezTo>
                      <a:pt x="1867" y="6134"/>
                      <a:pt x="2674" y="6468"/>
                      <a:pt x="3515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66" name="Freeform: Shape 2365">
                <a:extLst>
                  <a:ext uri="{FF2B5EF4-FFF2-40B4-BE49-F238E27FC236}">
                    <a16:creationId xmlns:a16="http://schemas.microsoft.com/office/drawing/2014/main" id="{89FF8F56-845C-100E-3793-440E8BD7B33F}"/>
                  </a:ext>
                </a:extLst>
              </p:cNvPr>
              <p:cNvSpPr/>
              <p:nvPr/>
            </p:nvSpPr>
            <p:spPr>
              <a:xfrm>
                <a:off x="5210763" y="5041280"/>
                <a:ext cx="6343" cy="6345"/>
              </a:xfrm>
              <a:custGeom>
                <a:avLst/>
                <a:gdLst>
                  <a:gd name="connsiteX0" fmla="*/ 3515 w 6343"/>
                  <a:gd name="connsiteY0" fmla="*/ 6468 h 6345"/>
                  <a:gd name="connsiteX1" fmla="*/ 5758 w 6343"/>
                  <a:gd name="connsiteY1" fmla="*/ 5539 h 6345"/>
                  <a:gd name="connsiteX2" fmla="*/ 6687 w 6343"/>
                  <a:gd name="connsiteY2" fmla="*/ 3296 h 6345"/>
                  <a:gd name="connsiteX3" fmla="*/ 5758 w 6343"/>
                  <a:gd name="connsiteY3" fmla="*/ 1052 h 6345"/>
                  <a:gd name="connsiteX4" fmla="*/ 3515 w 6343"/>
                  <a:gd name="connsiteY4" fmla="*/ 123 h 6345"/>
                  <a:gd name="connsiteX5" fmla="*/ 1272 w 6343"/>
                  <a:gd name="connsiteY5" fmla="*/ 1052 h 6345"/>
                  <a:gd name="connsiteX6" fmla="*/ 344 w 6343"/>
                  <a:gd name="connsiteY6" fmla="*/ 3296 h 6345"/>
                  <a:gd name="connsiteX7" fmla="*/ 1272 w 6343"/>
                  <a:gd name="connsiteY7" fmla="*/ 5539 h 6345"/>
                  <a:gd name="connsiteX8" fmla="*/ 3515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5" y="6468"/>
                    </a:moveTo>
                    <a:cubicBezTo>
                      <a:pt x="4356" y="6468"/>
                      <a:pt x="5163" y="6134"/>
                      <a:pt x="5758" y="5539"/>
                    </a:cubicBezTo>
                    <a:cubicBezTo>
                      <a:pt x="6353" y="4944"/>
                      <a:pt x="6687" y="4137"/>
                      <a:pt x="6687" y="3296"/>
                    </a:cubicBezTo>
                    <a:cubicBezTo>
                      <a:pt x="6687" y="2454"/>
                      <a:pt x="6353" y="1647"/>
                      <a:pt x="5758" y="1052"/>
                    </a:cubicBezTo>
                    <a:cubicBezTo>
                      <a:pt x="5163" y="457"/>
                      <a:pt x="4356" y="123"/>
                      <a:pt x="3515" y="123"/>
                    </a:cubicBezTo>
                    <a:cubicBezTo>
                      <a:pt x="2674" y="123"/>
                      <a:pt x="1867" y="457"/>
                      <a:pt x="1272" y="1052"/>
                    </a:cubicBezTo>
                    <a:cubicBezTo>
                      <a:pt x="678" y="1647"/>
                      <a:pt x="344" y="2454"/>
                      <a:pt x="344" y="3296"/>
                    </a:cubicBezTo>
                    <a:cubicBezTo>
                      <a:pt x="344" y="4137"/>
                      <a:pt x="678" y="4944"/>
                      <a:pt x="1272" y="5539"/>
                    </a:cubicBezTo>
                    <a:cubicBezTo>
                      <a:pt x="1867" y="6134"/>
                      <a:pt x="2674" y="6468"/>
                      <a:pt x="3515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67" name="Freeform: Shape 2366">
                <a:extLst>
                  <a:ext uri="{FF2B5EF4-FFF2-40B4-BE49-F238E27FC236}">
                    <a16:creationId xmlns:a16="http://schemas.microsoft.com/office/drawing/2014/main" id="{DE133C89-B47D-1061-53A8-84DE35C8ECBB}"/>
                  </a:ext>
                </a:extLst>
              </p:cNvPr>
              <p:cNvSpPr/>
              <p:nvPr/>
            </p:nvSpPr>
            <p:spPr>
              <a:xfrm>
                <a:off x="5351101" y="5306798"/>
                <a:ext cx="6343" cy="6345"/>
              </a:xfrm>
              <a:custGeom>
                <a:avLst/>
                <a:gdLst>
                  <a:gd name="connsiteX0" fmla="*/ 3526 w 6343"/>
                  <a:gd name="connsiteY0" fmla="*/ 6489 h 6345"/>
                  <a:gd name="connsiteX1" fmla="*/ 5769 w 6343"/>
                  <a:gd name="connsiteY1" fmla="*/ 5560 h 6345"/>
                  <a:gd name="connsiteX2" fmla="*/ 6698 w 6343"/>
                  <a:gd name="connsiteY2" fmla="*/ 3317 h 6345"/>
                  <a:gd name="connsiteX3" fmla="*/ 5769 w 6343"/>
                  <a:gd name="connsiteY3" fmla="*/ 1073 h 6345"/>
                  <a:gd name="connsiteX4" fmla="*/ 3526 w 6343"/>
                  <a:gd name="connsiteY4" fmla="*/ 144 h 6345"/>
                  <a:gd name="connsiteX5" fmla="*/ 1284 w 6343"/>
                  <a:gd name="connsiteY5" fmla="*/ 1073 h 6345"/>
                  <a:gd name="connsiteX6" fmla="*/ 355 w 6343"/>
                  <a:gd name="connsiteY6" fmla="*/ 3317 h 6345"/>
                  <a:gd name="connsiteX7" fmla="*/ 1284 w 6343"/>
                  <a:gd name="connsiteY7" fmla="*/ 5560 h 6345"/>
                  <a:gd name="connsiteX8" fmla="*/ 3526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6" y="6489"/>
                    </a:moveTo>
                    <a:cubicBezTo>
                      <a:pt x="4367" y="6489"/>
                      <a:pt x="5174" y="6155"/>
                      <a:pt x="5769" y="5560"/>
                    </a:cubicBezTo>
                    <a:cubicBezTo>
                      <a:pt x="6364" y="4965"/>
                      <a:pt x="6698" y="4158"/>
                      <a:pt x="6698" y="3317"/>
                    </a:cubicBezTo>
                    <a:cubicBezTo>
                      <a:pt x="6698" y="2475"/>
                      <a:pt x="6364" y="1668"/>
                      <a:pt x="5769" y="1073"/>
                    </a:cubicBezTo>
                    <a:cubicBezTo>
                      <a:pt x="5174" y="478"/>
                      <a:pt x="4367" y="144"/>
                      <a:pt x="3526" y="144"/>
                    </a:cubicBezTo>
                    <a:cubicBezTo>
                      <a:pt x="2685" y="144"/>
                      <a:pt x="1878" y="478"/>
                      <a:pt x="1284" y="1073"/>
                    </a:cubicBezTo>
                    <a:cubicBezTo>
                      <a:pt x="689" y="1668"/>
                      <a:pt x="355" y="2475"/>
                      <a:pt x="355" y="3317"/>
                    </a:cubicBezTo>
                    <a:cubicBezTo>
                      <a:pt x="355" y="4158"/>
                      <a:pt x="689" y="4965"/>
                      <a:pt x="1284" y="5560"/>
                    </a:cubicBezTo>
                    <a:cubicBezTo>
                      <a:pt x="1878" y="6155"/>
                      <a:pt x="2685" y="6489"/>
                      <a:pt x="3526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68" name="Freeform: Shape 2367">
                <a:extLst>
                  <a:ext uri="{FF2B5EF4-FFF2-40B4-BE49-F238E27FC236}">
                    <a16:creationId xmlns:a16="http://schemas.microsoft.com/office/drawing/2014/main" id="{15C73B2A-9F08-AE17-C879-9C8035A2F308}"/>
                  </a:ext>
                </a:extLst>
              </p:cNvPr>
              <p:cNvSpPr/>
              <p:nvPr/>
            </p:nvSpPr>
            <p:spPr>
              <a:xfrm>
                <a:off x="5420122" y="5307294"/>
                <a:ext cx="6343" cy="6345"/>
              </a:xfrm>
              <a:custGeom>
                <a:avLst/>
                <a:gdLst>
                  <a:gd name="connsiteX0" fmla="*/ 3532 w 6343"/>
                  <a:gd name="connsiteY0" fmla="*/ 6489 h 6345"/>
                  <a:gd name="connsiteX1" fmla="*/ 5774 w 6343"/>
                  <a:gd name="connsiteY1" fmla="*/ 5560 h 6345"/>
                  <a:gd name="connsiteX2" fmla="*/ 6703 w 6343"/>
                  <a:gd name="connsiteY2" fmla="*/ 3317 h 6345"/>
                  <a:gd name="connsiteX3" fmla="*/ 5774 w 6343"/>
                  <a:gd name="connsiteY3" fmla="*/ 1073 h 6345"/>
                  <a:gd name="connsiteX4" fmla="*/ 3532 w 6343"/>
                  <a:gd name="connsiteY4" fmla="*/ 144 h 6345"/>
                  <a:gd name="connsiteX5" fmla="*/ 1289 w 6343"/>
                  <a:gd name="connsiteY5" fmla="*/ 1073 h 6345"/>
                  <a:gd name="connsiteX6" fmla="*/ 360 w 6343"/>
                  <a:gd name="connsiteY6" fmla="*/ 3317 h 6345"/>
                  <a:gd name="connsiteX7" fmla="*/ 1289 w 6343"/>
                  <a:gd name="connsiteY7" fmla="*/ 5560 h 6345"/>
                  <a:gd name="connsiteX8" fmla="*/ 3532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2" y="6489"/>
                    </a:moveTo>
                    <a:cubicBezTo>
                      <a:pt x="4373" y="6489"/>
                      <a:pt x="5180" y="6155"/>
                      <a:pt x="5774" y="5560"/>
                    </a:cubicBezTo>
                    <a:cubicBezTo>
                      <a:pt x="6369" y="4965"/>
                      <a:pt x="6703" y="4158"/>
                      <a:pt x="6703" y="3317"/>
                    </a:cubicBezTo>
                    <a:cubicBezTo>
                      <a:pt x="6703" y="2475"/>
                      <a:pt x="6369" y="1668"/>
                      <a:pt x="5774" y="1073"/>
                    </a:cubicBezTo>
                    <a:cubicBezTo>
                      <a:pt x="5180" y="478"/>
                      <a:pt x="4373" y="144"/>
                      <a:pt x="3532" y="144"/>
                    </a:cubicBezTo>
                    <a:cubicBezTo>
                      <a:pt x="2691" y="144"/>
                      <a:pt x="1884" y="478"/>
                      <a:pt x="1289" y="1073"/>
                    </a:cubicBezTo>
                    <a:cubicBezTo>
                      <a:pt x="694" y="1668"/>
                      <a:pt x="360" y="2475"/>
                      <a:pt x="360" y="3317"/>
                    </a:cubicBezTo>
                    <a:cubicBezTo>
                      <a:pt x="360" y="4158"/>
                      <a:pt x="694" y="4965"/>
                      <a:pt x="1289" y="5560"/>
                    </a:cubicBezTo>
                    <a:cubicBezTo>
                      <a:pt x="1884" y="6155"/>
                      <a:pt x="2691" y="6489"/>
                      <a:pt x="3532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69" name="Freeform: Shape 2368">
                <a:extLst>
                  <a:ext uri="{FF2B5EF4-FFF2-40B4-BE49-F238E27FC236}">
                    <a16:creationId xmlns:a16="http://schemas.microsoft.com/office/drawing/2014/main" id="{5EF727CD-BBD8-87FA-A333-7777DB3EBABE}"/>
                  </a:ext>
                </a:extLst>
              </p:cNvPr>
              <p:cNvSpPr/>
              <p:nvPr/>
            </p:nvSpPr>
            <p:spPr>
              <a:xfrm>
                <a:off x="5422069" y="5337311"/>
                <a:ext cx="6343" cy="6345"/>
              </a:xfrm>
              <a:custGeom>
                <a:avLst/>
                <a:gdLst>
                  <a:gd name="connsiteX0" fmla="*/ 3532 w 6343"/>
                  <a:gd name="connsiteY0" fmla="*/ 6492 h 6345"/>
                  <a:gd name="connsiteX1" fmla="*/ 5774 w 6343"/>
                  <a:gd name="connsiteY1" fmla="*/ 5563 h 6345"/>
                  <a:gd name="connsiteX2" fmla="*/ 6703 w 6343"/>
                  <a:gd name="connsiteY2" fmla="*/ 3319 h 6345"/>
                  <a:gd name="connsiteX3" fmla="*/ 5774 w 6343"/>
                  <a:gd name="connsiteY3" fmla="*/ 1076 h 6345"/>
                  <a:gd name="connsiteX4" fmla="*/ 3532 w 6343"/>
                  <a:gd name="connsiteY4" fmla="*/ 146 h 6345"/>
                  <a:gd name="connsiteX5" fmla="*/ 1289 w 6343"/>
                  <a:gd name="connsiteY5" fmla="*/ 1076 h 6345"/>
                  <a:gd name="connsiteX6" fmla="*/ 360 w 6343"/>
                  <a:gd name="connsiteY6" fmla="*/ 3319 h 6345"/>
                  <a:gd name="connsiteX7" fmla="*/ 1289 w 6343"/>
                  <a:gd name="connsiteY7" fmla="*/ 5563 h 6345"/>
                  <a:gd name="connsiteX8" fmla="*/ 3532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2" y="6492"/>
                    </a:moveTo>
                    <a:cubicBezTo>
                      <a:pt x="4373" y="6492"/>
                      <a:pt x="5180" y="6158"/>
                      <a:pt x="5774" y="5563"/>
                    </a:cubicBezTo>
                    <a:cubicBezTo>
                      <a:pt x="6369" y="4968"/>
                      <a:pt x="6703" y="4161"/>
                      <a:pt x="6703" y="3319"/>
                    </a:cubicBezTo>
                    <a:cubicBezTo>
                      <a:pt x="6703" y="2478"/>
                      <a:pt x="6369" y="1671"/>
                      <a:pt x="5774" y="1076"/>
                    </a:cubicBezTo>
                    <a:cubicBezTo>
                      <a:pt x="5180" y="481"/>
                      <a:pt x="4373" y="146"/>
                      <a:pt x="3532" y="146"/>
                    </a:cubicBezTo>
                    <a:cubicBezTo>
                      <a:pt x="2691" y="146"/>
                      <a:pt x="1884" y="481"/>
                      <a:pt x="1289" y="1076"/>
                    </a:cubicBezTo>
                    <a:cubicBezTo>
                      <a:pt x="694" y="1671"/>
                      <a:pt x="360" y="2478"/>
                      <a:pt x="360" y="3319"/>
                    </a:cubicBezTo>
                    <a:cubicBezTo>
                      <a:pt x="360" y="4161"/>
                      <a:pt x="694" y="4968"/>
                      <a:pt x="1289" y="5563"/>
                    </a:cubicBezTo>
                    <a:cubicBezTo>
                      <a:pt x="1884" y="6158"/>
                      <a:pt x="2691" y="6492"/>
                      <a:pt x="3532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70" name="Freeform: Shape 2369">
                <a:extLst>
                  <a:ext uri="{FF2B5EF4-FFF2-40B4-BE49-F238E27FC236}">
                    <a16:creationId xmlns:a16="http://schemas.microsoft.com/office/drawing/2014/main" id="{58CC7135-BAD1-61C0-0991-D8BFD6997E5E}"/>
                  </a:ext>
                </a:extLst>
              </p:cNvPr>
              <p:cNvSpPr/>
              <p:nvPr/>
            </p:nvSpPr>
            <p:spPr>
              <a:xfrm>
                <a:off x="5342468" y="5386488"/>
                <a:ext cx="6343" cy="6345"/>
              </a:xfrm>
              <a:custGeom>
                <a:avLst/>
                <a:gdLst>
                  <a:gd name="connsiteX0" fmla="*/ 3526 w 6343"/>
                  <a:gd name="connsiteY0" fmla="*/ 6496 h 6345"/>
                  <a:gd name="connsiteX1" fmla="*/ 5768 w 6343"/>
                  <a:gd name="connsiteY1" fmla="*/ 5566 h 6345"/>
                  <a:gd name="connsiteX2" fmla="*/ 6697 w 6343"/>
                  <a:gd name="connsiteY2" fmla="*/ 3323 h 6345"/>
                  <a:gd name="connsiteX3" fmla="*/ 5768 w 6343"/>
                  <a:gd name="connsiteY3" fmla="*/ 1080 h 6345"/>
                  <a:gd name="connsiteX4" fmla="*/ 3526 w 6343"/>
                  <a:gd name="connsiteY4" fmla="*/ 150 h 6345"/>
                  <a:gd name="connsiteX5" fmla="*/ 1283 w 6343"/>
                  <a:gd name="connsiteY5" fmla="*/ 1080 h 6345"/>
                  <a:gd name="connsiteX6" fmla="*/ 354 w 6343"/>
                  <a:gd name="connsiteY6" fmla="*/ 3323 h 6345"/>
                  <a:gd name="connsiteX7" fmla="*/ 1283 w 6343"/>
                  <a:gd name="connsiteY7" fmla="*/ 5566 h 6345"/>
                  <a:gd name="connsiteX8" fmla="*/ 3526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6" y="6496"/>
                    </a:moveTo>
                    <a:cubicBezTo>
                      <a:pt x="4367" y="6496"/>
                      <a:pt x="5173" y="6161"/>
                      <a:pt x="5768" y="5566"/>
                    </a:cubicBezTo>
                    <a:cubicBezTo>
                      <a:pt x="6363" y="4971"/>
                      <a:pt x="6697" y="4164"/>
                      <a:pt x="6697" y="3323"/>
                    </a:cubicBezTo>
                    <a:cubicBezTo>
                      <a:pt x="6697" y="2482"/>
                      <a:pt x="6363" y="1674"/>
                      <a:pt x="5768" y="1080"/>
                    </a:cubicBezTo>
                    <a:cubicBezTo>
                      <a:pt x="5173" y="485"/>
                      <a:pt x="4367" y="150"/>
                      <a:pt x="3526" y="150"/>
                    </a:cubicBezTo>
                    <a:cubicBezTo>
                      <a:pt x="2684" y="150"/>
                      <a:pt x="1878" y="485"/>
                      <a:pt x="1283" y="1080"/>
                    </a:cubicBezTo>
                    <a:cubicBezTo>
                      <a:pt x="688" y="1674"/>
                      <a:pt x="354" y="2482"/>
                      <a:pt x="354" y="3323"/>
                    </a:cubicBezTo>
                    <a:cubicBezTo>
                      <a:pt x="354" y="4164"/>
                      <a:pt x="688" y="4971"/>
                      <a:pt x="1283" y="5566"/>
                    </a:cubicBezTo>
                    <a:cubicBezTo>
                      <a:pt x="1878" y="6161"/>
                      <a:pt x="2684" y="6496"/>
                      <a:pt x="3526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71" name="Freeform: Shape 2370">
                <a:extLst>
                  <a:ext uri="{FF2B5EF4-FFF2-40B4-BE49-F238E27FC236}">
                    <a16:creationId xmlns:a16="http://schemas.microsoft.com/office/drawing/2014/main" id="{2D988626-ED85-3C44-0657-9B9D866AE7EE}"/>
                  </a:ext>
                </a:extLst>
              </p:cNvPr>
              <p:cNvSpPr/>
              <p:nvPr/>
            </p:nvSpPr>
            <p:spPr>
              <a:xfrm>
                <a:off x="5374270" y="5388654"/>
                <a:ext cx="6343" cy="6345"/>
              </a:xfrm>
              <a:custGeom>
                <a:avLst/>
                <a:gdLst>
                  <a:gd name="connsiteX0" fmla="*/ 3528 w 6343"/>
                  <a:gd name="connsiteY0" fmla="*/ 6496 h 6345"/>
                  <a:gd name="connsiteX1" fmla="*/ 5771 w 6343"/>
                  <a:gd name="connsiteY1" fmla="*/ 5567 h 6345"/>
                  <a:gd name="connsiteX2" fmla="*/ 6700 w 6343"/>
                  <a:gd name="connsiteY2" fmla="*/ 3323 h 6345"/>
                  <a:gd name="connsiteX3" fmla="*/ 5771 w 6343"/>
                  <a:gd name="connsiteY3" fmla="*/ 1080 h 6345"/>
                  <a:gd name="connsiteX4" fmla="*/ 3528 w 6343"/>
                  <a:gd name="connsiteY4" fmla="*/ 150 h 6345"/>
                  <a:gd name="connsiteX5" fmla="*/ 1285 w 6343"/>
                  <a:gd name="connsiteY5" fmla="*/ 1080 h 6345"/>
                  <a:gd name="connsiteX6" fmla="*/ 356 w 6343"/>
                  <a:gd name="connsiteY6" fmla="*/ 3323 h 6345"/>
                  <a:gd name="connsiteX7" fmla="*/ 1285 w 6343"/>
                  <a:gd name="connsiteY7" fmla="*/ 5567 h 6345"/>
                  <a:gd name="connsiteX8" fmla="*/ 3528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496"/>
                    </a:moveTo>
                    <a:cubicBezTo>
                      <a:pt x="4369" y="6496"/>
                      <a:pt x="5176" y="6162"/>
                      <a:pt x="5771" y="5567"/>
                    </a:cubicBezTo>
                    <a:cubicBezTo>
                      <a:pt x="6365" y="4972"/>
                      <a:pt x="6700" y="4165"/>
                      <a:pt x="6700" y="3323"/>
                    </a:cubicBezTo>
                    <a:cubicBezTo>
                      <a:pt x="6700" y="2482"/>
                      <a:pt x="6365" y="1675"/>
                      <a:pt x="5771" y="1080"/>
                    </a:cubicBezTo>
                    <a:cubicBezTo>
                      <a:pt x="5176" y="485"/>
                      <a:pt x="4369" y="150"/>
                      <a:pt x="3528" y="150"/>
                    </a:cubicBezTo>
                    <a:cubicBezTo>
                      <a:pt x="2687" y="150"/>
                      <a:pt x="1880" y="485"/>
                      <a:pt x="1285" y="1080"/>
                    </a:cubicBezTo>
                    <a:cubicBezTo>
                      <a:pt x="691" y="1675"/>
                      <a:pt x="356" y="2482"/>
                      <a:pt x="356" y="3323"/>
                    </a:cubicBezTo>
                    <a:cubicBezTo>
                      <a:pt x="356" y="4165"/>
                      <a:pt x="691" y="4972"/>
                      <a:pt x="1285" y="5567"/>
                    </a:cubicBezTo>
                    <a:cubicBezTo>
                      <a:pt x="1880" y="6162"/>
                      <a:pt x="2687" y="6496"/>
                      <a:pt x="3528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72" name="Freeform: Shape 2371">
                <a:extLst>
                  <a:ext uri="{FF2B5EF4-FFF2-40B4-BE49-F238E27FC236}">
                    <a16:creationId xmlns:a16="http://schemas.microsoft.com/office/drawing/2014/main" id="{3F6490CE-701B-FC4F-4AD4-331CD7448564}"/>
                  </a:ext>
                </a:extLst>
              </p:cNvPr>
              <p:cNvSpPr/>
              <p:nvPr/>
            </p:nvSpPr>
            <p:spPr>
              <a:xfrm>
                <a:off x="4698908" y="5555361"/>
                <a:ext cx="6343" cy="6345"/>
              </a:xfrm>
              <a:custGeom>
                <a:avLst/>
                <a:gdLst>
                  <a:gd name="connsiteX0" fmla="*/ 3475 w 6343"/>
                  <a:gd name="connsiteY0" fmla="*/ 6509 h 6345"/>
                  <a:gd name="connsiteX1" fmla="*/ 5717 w 6343"/>
                  <a:gd name="connsiteY1" fmla="*/ 5580 h 6345"/>
                  <a:gd name="connsiteX2" fmla="*/ 6646 w 6343"/>
                  <a:gd name="connsiteY2" fmla="*/ 3336 h 6345"/>
                  <a:gd name="connsiteX3" fmla="*/ 5717 w 6343"/>
                  <a:gd name="connsiteY3" fmla="*/ 1093 h 6345"/>
                  <a:gd name="connsiteX4" fmla="*/ 3475 w 6343"/>
                  <a:gd name="connsiteY4" fmla="*/ 164 h 6345"/>
                  <a:gd name="connsiteX5" fmla="*/ 1232 w 6343"/>
                  <a:gd name="connsiteY5" fmla="*/ 1093 h 6345"/>
                  <a:gd name="connsiteX6" fmla="*/ 303 w 6343"/>
                  <a:gd name="connsiteY6" fmla="*/ 3336 h 6345"/>
                  <a:gd name="connsiteX7" fmla="*/ 1232 w 6343"/>
                  <a:gd name="connsiteY7" fmla="*/ 5580 h 6345"/>
                  <a:gd name="connsiteX8" fmla="*/ 3475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509"/>
                    </a:moveTo>
                    <a:cubicBezTo>
                      <a:pt x="4316" y="6509"/>
                      <a:pt x="5123" y="6175"/>
                      <a:pt x="5717" y="5580"/>
                    </a:cubicBezTo>
                    <a:cubicBezTo>
                      <a:pt x="6312" y="4985"/>
                      <a:pt x="6646" y="4178"/>
                      <a:pt x="6646" y="3336"/>
                    </a:cubicBezTo>
                    <a:cubicBezTo>
                      <a:pt x="6646" y="2495"/>
                      <a:pt x="6312" y="1688"/>
                      <a:pt x="5717" y="1093"/>
                    </a:cubicBezTo>
                    <a:cubicBezTo>
                      <a:pt x="5123" y="498"/>
                      <a:pt x="4316" y="164"/>
                      <a:pt x="3475" y="164"/>
                    </a:cubicBezTo>
                    <a:cubicBezTo>
                      <a:pt x="2634" y="164"/>
                      <a:pt x="1827" y="498"/>
                      <a:pt x="1232" y="1093"/>
                    </a:cubicBezTo>
                    <a:cubicBezTo>
                      <a:pt x="637" y="1688"/>
                      <a:pt x="303" y="2495"/>
                      <a:pt x="303" y="3336"/>
                    </a:cubicBezTo>
                    <a:cubicBezTo>
                      <a:pt x="303" y="4178"/>
                      <a:pt x="637" y="4985"/>
                      <a:pt x="1232" y="5580"/>
                    </a:cubicBezTo>
                    <a:cubicBezTo>
                      <a:pt x="1827" y="6175"/>
                      <a:pt x="2634" y="6509"/>
                      <a:pt x="3475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73" name="Freeform: Shape 2372">
                <a:extLst>
                  <a:ext uri="{FF2B5EF4-FFF2-40B4-BE49-F238E27FC236}">
                    <a16:creationId xmlns:a16="http://schemas.microsoft.com/office/drawing/2014/main" id="{A1C77B9F-2AEF-C13A-5506-0348A499F417}"/>
                  </a:ext>
                </a:extLst>
              </p:cNvPr>
              <p:cNvSpPr/>
              <p:nvPr/>
            </p:nvSpPr>
            <p:spPr>
              <a:xfrm>
                <a:off x="5371687" y="5437372"/>
                <a:ext cx="6343" cy="6345"/>
              </a:xfrm>
              <a:custGeom>
                <a:avLst/>
                <a:gdLst>
                  <a:gd name="connsiteX0" fmla="*/ 3528 w 6343"/>
                  <a:gd name="connsiteY0" fmla="*/ 6500 h 6345"/>
                  <a:gd name="connsiteX1" fmla="*/ 5770 w 6343"/>
                  <a:gd name="connsiteY1" fmla="*/ 5570 h 6345"/>
                  <a:gd name="connsiteX2" fmla="*/ 6699 w 6343"/>
                  <a:gd name="connsiteY2" fmla="*/ 3327 h 6345"/>
                  <a:gd name="connsiteX3" fmla="*/ 5770 w 6343"/>
                  <a:gd name="connsiteY3" fmla="*/ 1084 h 6345"/>
                  <a:gd name="connsiteX4" fmla="*/ 3528 w 6343"/>
                  <a:gd name="connsiteY4" fmla="*/ 154 h 6345"/>
                  <a:gd name="connsiteX5" fmla="*/ 1285 w 6343"/>
                  <a:gd name="connsiteY5" fmla="*/ 1084 h 6345"/>
                  <a:gd name="connsiteX6" fmla="*/ 356 w 6343"/>
                  <a:gd name="connsiteY6" fmla="*/ 3327 h 6345"/>
                  <a:gd name="connsiteX7" fmla="*/ 1285 w 6343"/>
                  <a:gd name="connsiteY7" fmla="*/ 5570 h 6345"/>
                  <a:gd name="connsiteX8" fmla="*/ 3528 w 6343"/>
                  <a:gd name="connsiteY8" fmla="*/ 650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00"/>
                    </a:moveTo>
                    <a:cubicBezTo>
                      <a:pt x="4369" y="6500"/>
                      <a:pt x="5176" y="6165"/>
                      <a:pt x="5770" y="5570"/>
                    </a:cubicBezTo>
                    <a:cubicBezTo>
                      <a:pt x="6365" y="4975"/>
                      <a:pt x="6699" y="4168"/>
                      <a:pt x="6699" y="3327"/>
                    </a:cubicBezTo>
                    <a:cubicBezTo>
                      <a:pt x="6699" y="2486"/>
                      <a:pt x="6365" y="1679"/>
                      <a:pt x="5770" y="1084"/>
                    </a:cubicBezTo>
                    <a:cubicBezTo>
                      <a:pt x="5176" y="489"/>
                      <a:pt x="4369" y="154"/>
                      <a:pt x="3528" y="154"/>
                    </a:cubicBezTo>
                    <a:cubicBezTo>
                      <a:pt x="2687" y="154"/>
                      <a:pt x="1880" y="489"/>
                      <a:pt x="1285" y="1084"/>
                    </a:cubicBezTo>
                    <a:cubicBezTo>
                      <a:pt x="690" y="1679"/>
                      <a:pt x="356" y="2486"/>
                      <a:pt x="356" y="3327"/>
                    </a:cubicBezTo>
                    <a:cubicBezTo>
                      <a:pt x="356" y="4168"/>
                      <a:pt x="690" y="4975"/>
                      <a:pt x="1285" y="5570"/>
                    </a:cubicBezTo>
                    <a:cubicBezTo>
                      <a:pt x="1880" y="6165"/>
                      <a:pt x="2687" y="6500"/>
                      <a:pt x="3528" y="65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74" name="Freeform: Shape 2373">
                <a:extLst>
                  <a:ext uri="{FF2B5EF4-FFF2-40B4-BE49-F238E27FC236}">
                    <a16:creationId xmlns:a16="http://schemas.microsoft.com/office/drawing/2014/main" id="{C8F308C4-9D67-ECDB-327D-B302F827D830}"/>
                  </a:ext>
                </a:extLst>
              </p:cNvPr>
              <p:cNvSpPr/>
              <p:nvPr/>
            </p:nvSpPr>
            <p:spPr>
              <a:xfrm>
                <a:off x="5369328" y="5447378"/>
                <a:ext cx="6343" cy="6345"/>
              </a:xfrm>
              <a:custGeom>
                <a:avLst/>
                <a:gdLst>
                  <a:gd name="connsiteX0" fmla="*/ 3528 w 6343"/>
                  <a:gd name="connsiteY0" fmla="*/ 6500 h 6345"/>
                  <a:gd name="connsiteX1" fmla="*/ 5770 w 6343"/>
                  <a:gd name="connsiteY1" fmla="*/ 5571 h 6345"/>
                  <a:gd name="connsiteX2" fmla="*/ 6699 w 6343"/>
                  <a:gd name="connsiteY2" fmla="*/ 3328 h 6345"/>
                  <a:gd name="connsiteX3" fmla="*/ 5770 w 6343"/>
                  <a:gd name="connsiteY3" fmla="*/ 1084 h 6345"/>
                  <a:gd name="connsiteX4" fmla="*/ 3528 w 6343"/>
                  <a:gd name="connsiteY4" fmla="*/ 155 h 6345"/>
                  <a:gd name="connsiteX5" fmla="*/ 1285 w 6343"/>
                  <a:gd name="connsiteY5" fmla="*/ 1084 h 6345"/>
                  <a:gd name="connsiteX6" fmla="*/ 356 w 6343"/>
                  <a:gd name="connsiteY6" fmla="*/ 3328 h 6345"/>
                  <a:gd name="connsiteX7" fmla="*/ 1285 w 6343"/>
                  <a:gd name="connsiteY7" fmla="*/ 5571 h 6345"/>
                  <a:gd name="connsiteX8" fmla="*/ 3528 w 6343"/>
                  <a:gd name="connsiteY8" fmla="*/ 650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00"/>
                    </a:moveTo>
                    <a:cubicBezTo>
                      <a:pt x="4369" y="6500"/>
                      <a:pt x="5176" y="6166"/>
                      <a:pt x="5770" y="5571"/>
                    </a:cubicBezTo>
                    <a:cubicBezTo>
                      <a:pt x="6365" y="4976"/>
                      <a:pt x="6699" y="4169"/>
                      <a:pt x="6699" y="3328"/>
                    </a:cubicBezTo>
                    <a:cubicBezTo>
                      <a:pt x="6699" y="2486"/>
                      <a:pt x="6365" y="1679"/>
                      <a:pt x="5770" y="1084"/>
                    </a:cubicBezTo>
                    <a:cubicBezTo>
                      <a:pt x="5176" y="489"/>
                      <a:pt x="4369" y="155"/>
                      <a:pt x="3528" y="155"/>
                    </a:cubicBezTo>
                    <a:cubicBezTo>
                      <a:pt x="2687" y="155"/>
                      <a:pt x="1880" y="489"/>
                      <a:pt x="1285" y="1084"/>
                    </a:cubicBezTo>
                    <a:cubicBezTo>
                      <a:pt x="690" y="1679"/>
                      <a:pt x="356" y="2486"/>
                      <a:pt x="356" y="3328"/>
                    </a:cubicBezTo>
                    <a:cubicBezTo>
                      <a:pt x="356" y="4169"/>
                      <a:pt x="690" y="4976"/>
                      <a:pt x="1285" y="5571"/>
                    </a:cubicBezTo>
                    <a:cubicBezTo>
                      <a:pt x="1880" y="6166"/>
                      <a:pt x="2687" y="6500"/>
                      <a:pt x="3528" y="65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75" name="Freeform: Shape 2374">
                <a:extLst>
                  <a:ext uri="{FF2B5EF4-FFF2-40B4-BE49-F238E27FC236}">
                    <a16:creationId xmlns:a16="http://schemas.microsoft.com/office/drawing/2014/main" id="{C6198502-8BA3-8B2E-0768-BE2218F75AD1}"/>
                  </a:ext>
                </a:extLst>
              </p:cNvPr>
              <p:cNvSpPr/>
              <p:nvPr/>
            </p:nvSpPr>
            <p:spPr>
              <a:xfrm>
                <a:off x="5366995" y="5457326"/>
                <a:ext cx="6343" cy="6345"/>
              </a:xfrm>
              <a:custGeom>
                <a:avLst/>
                <a:gdLst>
                  <a:gd name="connsiteX0" fmla="*/ 3527 w 6343"/>
                  <a:gd name="connsiteY0" fmla="*/ 6501 h 6345"/>
                  <a:gd name="connsiteX1" fmla="*/ 5770 w 6343"/>
                  <a:gd name="connsiteY1" fmla="*/ 5572 h 6345"/>
                  <a:gd name="connsiteX2" fmla="*/ 6699 w 6343"/>
                  <a:gd name="connsiteY2" fmla="*/ 3329 h 6345"/>
                  <a:gd name="connsiteX3" fmla="*/ 5770 w 6343"/>
                  <a:gd name="connsiteY3" fmla="*/ 1085 h 6345"/>
                  <a:gd name="connsiteX4" fmla="*/ 3527 w 6343"/>
                  <a:gd name="connsiteY4" fmla="*/ 156 h 6345"/>
                  <a:gd name="connsiteX5" fmla="*/ 1285 w 6343"/>
                  <a:gd name="connsiteY5" fmla="*/ 1085 h 6345"/>
                  <a:gd name="connsiteX6" fmla="*/ 356 w 6343"/>
                  <a:gd name="connsiteY6" fmla="*/ 3329 h 6345"/>
                  <a:gd name="connsiteX7" fmla="*/ 1285 w 6343"/>
                  <a:gd name="connsiteY7" fmla="*/ 5572 h 6345"/>
                  <a:gd name="connsiteX8" fmla="*/ 3527 w 6343"/>
                  <a:gd name="connsiteY8" fmla="*/ 65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7" y="6501"/>
                    </a:moveTo>
                    <a:cubicBezTo>
                      <a:pt x="4369" y="6501"/>
                      <a:pt x="5175" y="6167"/>
                      <a:pt x="5770" y="5572"/>
                    </a:cubicBezTo>
                    <a:cubicBezTo>
                      <a:pt x="6365" y="4977"/>
                      <a:pt x="6699" y="4170"/>
                      <a:pt x="6699" y="3329"/>
                    </a:cubicBezTo>
                    <a:cubicBezTo>
                      <a:pt x="6699" y="2487"/>
                      <a:pt x="6365" y="1680"/>
                      <a:pt x="5770" y="1085"/>
                    </a:cubicBezTo>
                    <a:cubicBezTo>
                      <a:pt x="5175" y="490"/>
                      <a:pt x="4369" y="156"/>
                      <a:pt x="3527" y="156"/>
                    </a:cubicBezTo>
                    <a:cubicBezTo>
                      <a:pt x="2686" y="156"/>
                      <a:pt x="1880" y="490"/>
                      <a:pt x="1285" y="1085"/>
                    </a:cubicBezTo>
                    <a:cubicBezTo>
                      <a:pt x="690" y="1680"/>
                      <a:pt x="356" y="2487"/>
                      <a:pt x="356" y="3329"/>
                    </a:cubicBezTo>
                    <a:cubicBezTo>
                      <a:pt x="356" y="4170"/>
                      <a:pt x="690" y="4977"/>
                      <a:pt x="1285" y="5572"/>
                    </a:cubicBezTo>
                    <a:cubicBezTo>
                      <a:pt x="1880" y="6167"/>
                      <a:pt x="2686" y="6501"/>
                      <a:pt x="3527" y="65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76" name="Freeform: Shape 2375">
                <a:extLst>
                  <a:ext uri="{FF2B5EF4-FFF2-40B4-BE49-F238E27FC236}">
                    <a16:creationId xmlns:a16="http://schemas.microsoft.com/office/drawing/2014/main" id="{F1376DF7-3E3C-9398-0311-A7BD799A4805}"/>
                  </a:ext>
                </a:extLst>
              </p:cNvPr>
              <p:cNvSpPr/>
              <p:nvPr/>
            </p:nvSpPr>
            <p:spPr>
              <a:xfrm>
                <a:off x="5310394" y="5486083"/>
                <a:ext cx="6343" cy="6345"/>
              </a:xfrm>
              <a:custGeom>
                <a:avLst/>
                <a:gdLst>
                  <a:gd name="connsiteX0" fmla="*/ 3523 w 6343"/>
                  <a:gd name="connsiteY0" fmla="*/ 6504 h 6345"/>
                  <a:gd name="connsiteX1" fmla="*/ 5766 w 6343"/>
                  <a:gd name="connsiteY1" fmla="*/ 5574 h 6345"/>
                  <a:gd name="connsiteX2" fmla="*/ 6695 w 6343"/>
                  <a:gd name="connsiteY2" fmla="*/ 3331 h 6345"/>
                  <a:gd name="connsiteX3" fmla="*/ 5766 w 6343"/>
                  <a:gd name="connsiteY3" fmla="*/ 1087 h 6345"/>
                  <a:gd name="connsiteX4" fmla="*/ 3523 w 6343"/>
                  <a:gd name="connsiteY4" fmla="*/ 158 h 6345"/>
                  <a:gd name="connsiteX5" fmla="*/ 1280 w 6343"/>
                  <a:gd name="connsiteY5" fmla="*/ 1087 h 6345"/>
                  <a:gd name="connsiteX6" fmla="*/ 351 w 6343"/>
                  <a:gd name="connsiteY6" fmla="*/ 3331 h 6345"/>
                  <a:gd name="connsiteX7" fmla="*/ 1280 w 6343"/>
                  <a:gd name="connsiteY7" fmla="*/ 5574 h 6345"/>
                  <a:gd name="connsiteX8" fmla="*/ 3523 w 6343"/>
                  <a:gd name="connsiteY8" fmla="*/ 65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3" y="6504"/>
                    </a:moveTo>
                    <a:cubicBezTo>
                      <a:pt x="4364" y="6504"/>
                      <a:pt x="5171" y="6169"/>
                      <a:pt x="5766" y="5574"/>
                    </a:cubicBezTo>
                    <a:cubicBezTo>
                      <a:pt x="6360" y="4979"/>
                      <a:pt x="6695" y="4172"/>
                      <a:pt x="6695" y="3331"/>
                    </a:cubicBezTo>
                    <a:cubicBezTo>
                      <a:pt x="6695" y="2489"/>
                      <a:pt x="6360" y="1682"/>
                      <a:pt x="5766" y="1087"/>
                    </a:cubicBezTo>
                    <a:cubicBezTo>
                      <a:pt x="5171" y="492"/>
                      <a:pt x="4364" y="158"/>
                      <a:pt x="3523" y="158"/>
                    </a:cubicBezTo>
                    <a:cubicBezTo>
                      <a:pt x="2682" y="158"/>
                      <a:pt x="1875" y="492"/>
                      <a:pt x="1280" y="1087"/>
                    </a:cubicBezTo>
                    <a:cubicBezTo>
                      <a:pt x="686" y="1682"/>
                      <a:pt x="351" y="2489"/>
                      <a:pt x="351" y="3331"/>
                    </a:cubicBezTo>
                    <a:cubicBezTo>
                      <a:pt x="351" y="4172"/>
                      <a:pt x="686" y="4979"/>
                      <a:pt x="1280" y="5574"/>
                    </a:cubicBezTo>
                    <a:cubicBezTo>
                      <a:pt x="1875" y="6169"/>
                      <a:pt x="2682" y="6504"/>
                      <a:pt x="3523" y="65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77" name="Freeform: Shape 2376">
                <a:extLst>
                  <a:ext uri="{FF2B5EF4-FFF2-40B4-BE49-F238E27FC236}">
                    <a16:creationId xmlns:a16="http://schemas.microsoft.com/office/drawing/2014/main" id="{6D0ABF15-A328-5BC3-4FCB-8E71D2D7CD9F}"/>
                  </a:ext>
                </a:extLst>
              </p:cNvPr>
              <p:cNvSpPr/>
              <p:nvPr/>
            </p:nvSpPr>
            <p:spPr>
              <a:xfrm>
                <a:off x="5326226" y="5501673"/>
                <a:ext cx="6343" cy="6345"/>
              </a:xfrm>
              <a:custGeom>
                <a:avLst/>
                <a:gdLst>
                  <a:gd name="connsiteX0" fmla="*/ 3524 w 6343"/>
                  <a:gd name="connsiteY0" fmla="*/ 6505 h 6345"/>
                  <a:gd name="connsiteX1" fmla="*/ 5767 w 6343"/>
                  <a:gd name="connsiteY1" fmla="*/ 5575 h 6345"/>
                  <a:gd name="connsiteX2" fmla="*/ 6696 w 6343"/>
                  <a:gd name="connsiteY2" fmla="*/ 3332 h 6345"/>
                  <a:gd name="connsiteX3" fmla="*/ 5767 w 6343"/>
                  <a:gd name="connsiteY3" fmla="*/ 1089 h 6345"/>
                  <a:gd name="connsiteX4" fmla="*/ 3524 w 6343"/>
                  <a:gd name="connsiteY4" fmla="*/ 159 h 6345"/>
                  <a:gd name="connsiteX5" fmla="*/ 1282 w 6343"/>
                  <a:gd name="connsiteY5" fmla="*/ 1089 h 6345"/>
                  <a:gd name="connsiteX6" fmla="*/ 353 w 6343"/>
                  <a:gd name="connsiteY6" fmla="*/ 3332 h 6345"/>
                  <a:gd name="connsiteX7" fmla="*/ 1282 w 6343"/>
                  <a:gd name="connsiteY7" fmla="*/ 5575 h 6345"/>
                  <a:gd name="connsiteX8" fmla="*/ 3524 w 6343"/>
                  <a:gd name="connsiteY8" fmla="*/ 650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4" y="6505"/>
                    </a:moveTo>
                    <a:cubicBezTo>
                      <a:pt x="4365" y="6505"/>
                      <a:pt x="5172" y="6170"/>
                      <a:pt x="5767" y="5575"/>
                    </a:cubicBezTo>
                    <a:cubicBezTo>
                      <a:pt x="6362" y="4981"/>
                      <a:pt x="6696" y="4173"/>
                      <a:pt x="6696" y="3332"/>
                    </a:cubicBezTo>
                    <a:cubicBezTo>
                      <a:pt x="6696" y="2491"/>
                      <a:pt x="6362" y="1684"/>
                      <a:pt x="5767" y="1089"/>
                    </a:cubicBezTo>
                    <a:cubicBezTo>
                      <a:pt x="5172" y="494"/>
                      <a:pt x="4365" y="159"/>
                      <a:pt x="3524" y="159"/>
                    </a:cubicBezTo>
                    <a:cubicBezTo>
                      <a:pt x="2683" y="159"/>
                      <a:pt x="1876" y="494"/>
                      <a:pt x="1282" y="1089"/>
                    </a:cubicBezTo>
                    <a:cubicBezTo>
                      <a:pt x="687" y="1684"/>
                      <a:pt x="353" y="2491"/>
                      <a:pt x="353" y="3332"/>
                    </a:cubicBezTo>
                    <a:cubicBezTo>
                      <a:pt x="353" y="4173"/>
                      <a:pt x="687" y="4981"/>
                      <a:pt x="1282" y="5575"/>
                    </a:cubicBezTo>
                    <a:cubicBezTo>
                      <a:pt x="1876" y="6170"/>
                      <a:pt x="2683" y="6505"/>
                      <a:pt x="3524" y="65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78" name="Freeform: Shape 2377">
                <a:extLst>
                  <a:ext uri="{FF2B5EF4-FFF2-40B4-BE49-F238E27FC236}">
                    <a16:creationId xmlns:a16="http://schemas.microsoft.com/office/drawing/2014/main" id="{8D28E579-86CC-8EBC-4EAA-B15DD80D3F15}"/>
                  </a:ext>
                </a:extLst>
              </p:cNvPr>
              <p:cNvSpPr/>
              <p:nvPr/>
            </p:nvSpPr>
            <p:spPr>
              <a:xfrm>
                <a:off x="5329939" y="5510241"/>
                <a:ext cx="6343" cy="6345"/>
              </a:xfrm>
              <a:custGeom>
                <a:avLst/>
                <a:gdLst>
                  <a:gd name="connsiteX0" fmla="*/ 3525 w 6343"/>
                  <a:gd name="connsiteY0" fmla="*/ 6505 h 6345"/>
                  <a:gd name="connsiteX1" fmla="*/ 5767 w 6343"/>
                  <a:gd name="connsiteY1" fmla="*/ 5576 h 6345"/>
                  <a:gd name="connsiteX2" fmla="*/ 6696 w 6343"/>
                  <a:gd name="connsiteY2" fmla="*/ 3333 h 6345"/>
                  <a:gd name="connsiteX3" fmla="*/ 5767 w 6343"/>
                  <a:gd name="connsiteY3" fmla="*/ 1089 h 6345"/>
                  <a:gd name="connsiteX4" fmla="*/ 3525 w 6343"/>
                  <a:gd name="connsiteY4" fmla="*/ 160 h 6345"/>
                  <a:gd name="connsiteX5" fmla="*/ 1282 w 6343"/>
                  <a:gd name="connsiteY5" fmla="*/ 1089 h 6345"/>
                  <a:gd name="connsiteX6" fmla="*/ 353 w 6343"/>
                  <a:gd name="connsiteY6" fmla="*/ 3333 h 6345"/>
                  <a:gd name="connsiteX7" fmla="*/ 1282 w 6343"/>
                  <a:gd name="connsiteY7" fmla="*/ 5576 h 6345"/>
                  <a:gd name="connsiteX8" fmla="*/ 3525 w 6343"/>
                  <a:gd name="connsiteY8" fmla="*/ 650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5" y="6505"/>
                    </a:moveTo>
                    <a:cubicBezTo>
                      <a:pt x="4366" y="6505"/>
                      <a:pt x="5172" y="6171"/>
                      <a:pt x="5767" y="5576"/>
                    </a:cubicBezTo>
                    <a:cubicBezTo>
                      <a:pt x="6362" y="4981"/>
                      <a:pt x="6696" y="4174"/>
                      <a:pt x="6696" y="3333"/>
                    </a:cubicBezTo>
                    <a:cubicBezTo>
                      <a:pt x="6696" y="2491"/>
                      <a:pt x="6362" y="1684"/>
                      <a:pt x="5767" y="1089"/>
                    </a:cubicBezTo>
                    <a:cubicBezTo>
                      <a:pt x="5172" y="494"/>
                      <a:pt x="4366" y="160"/>
                      <a:pt x="3525" y="160"/>
                    </a:cubicBezTo>
                    <a:cubicBezTo>
                      <a:pt x="2683" y="160"/>
                      <a:pt x="1877" y="494"/>
                      <a:pt x="1282" y="1089"/>
                    </a:cubicBezTo>
                    <a:cubicBezTo>
                      <a:pt x="687" y="1684"/>
                      <a:pt x="353" y="2491"/>
                      <a:pt x="353" y="3333"/>
                    </a:cubicBezTo>
                    <a:cubicBezTo>
                      <a:pt x="353" y="4174"/>
                      <a:pt x="687" y="4981"/>
                      <a:pt x="1282" y="5576"/>
                    </a:cubicBezTo>
                    <a:cubicBezTo>
                      <a:pt x="1877" y="6171"/>
                      <a:pt x="2683" y="6505"/>
                      <a:pt x="3525" y="65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79" name="Freeform: Shape 2378">
                <a:extLst>
                  <a:ext uri="{FF2B5EF4-FFF2-40B4-BE49-F238E27FC236}">
                    <a16:creationId xmlns:a16="http://schemas.microsoft.com/office/drawing/2014/main" id="{62DC836D-AC07-BE31-4102-6962B82E6DBA}"/>
                  </a:ext>
                </a:extLst>
              </p:cNvPr>
              <p:cNvSpPr/>
              <p:nvPr/>
            </p:nvSpPr>
            <p:spPr>
              <a:xfrm>
                <a:off x="5335485" y="5518565"/>
                <a:ext cx="6343" cy="6345"/>
              </a:xfrm>
              <a:custGeom>
                <a:avLst/>
                <a:gdLst>
                  <a:gd name="connsiteX0" fmla="*/ 3525 w 6343"/>
                  <a:gd name="connsiteY0" fmla="*/ 6506 h 6345"/>
                  <a:gd name="connsiteX1" fmla="*/ 5768 w 6343"/>
                  <a:gd name="connsiteY1" fmla="*/ 5577 h 6345"/>
                  <a:gd name="connsiteX2" fmla="*/ 6697 w 6343"/>
                  <a:gd name="connsiteY2" fmla="*/ 3333 h 6345"/>
                  <a:gd name="connsiteX3" fmla="*/ 5768 w 6343"/>
                  <a:gd name="connsiteY3" fmla="*/ 1090 h 6345"/>
                  <a:gd name="connsiteX4" fmla="*/ 3525 w 6343"/>
                  <a:gd name="connsiteY4" fmla="*/ 161 h 6345"/>
                  <a:gd name="connsiteX5" fmla="*/ 1282 w 6343"/>
                  <a:gd name="connsiteY5" fmla="*/ 1090 h 6345"/>
                  <a:gd name="connsiteX6" fmla="*/ 353 w 6343"/>
                  <a:gd name="connsiteY6" fmla="*/ 3333 h 6345"/>
                  <a:gd name="connsiteX7" fmla="*/ 1282 w 6343"/>
                  <a:gd name="connsiteY7" fmla="*/ 5577 h 6345"/>
                  <a:gd name="connsiteX8" fmla="*/ 352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5" y="6506"/>
                    </a:moveTo>
                    <a:cubicBezTo>
                      <a:pt x="4366" y="6506"/>
                      <a:pt x="5173" y="6172"/>
                      <a:pt x="5768" y="5577"/>
                    </a:cubicBezTo>
                    <a:cubicBezTo>
                      <a:pt x="6362" y="4982"/>
                      <a:pt x="6697" y="4175"/>
                      <a:pt x="6697" y="3333"/>
                    </a:cubicBezTo>
                    <a:cubicBezTo>
                      <a:pt x="6697" y="2492"/>
                      <a:pt x="6362" y="1685"/>
                      <a:pt x="5768" y="1090"/>
                    </a:cubicBezTo>
                    <a:cubicBezTo>
                      <a:pt x="5173" y="495"/>
                      <a:pt x="4366" y="161"/>
                      <a:pt x="3525" y="161"/>
                    </a:cubicBezTo>
                    <a:cubicBezTo>
                      <a:pt x="2684" y="161"/>
                      <a:pt x="1877" y="495"/>
                      <a:pt x="1282" y="1090"/>
                    </a:cubicBezTo>
                    <a:cubicBezTo>
                      <a:pt x="688" y="1685"/>
                      <a:pt x="353" y="2492"/>
                      <a:pt x="353" y="3333"/>
                    </a:cubicBezTo>
                    <a:cubicBezTo>
                      <a:pt x="353" y="4175"/>
                      <a:pt x="688" y="4982"/>
                      <a:pt x="1282" y="5577"/>
                    </a:cubicBezTo>
                    <a:cubicBezTo>
                      <a:pt x="1877" y="6172"/>
                      <a:pt x="2684" y="6506"/>
                      <a:pt x="352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80" name="Freeform: Shape 2379">
                <a:extLst>
                  <a:ext uri="{FF2B5EF4-FFF2-40B4-BE49-F238E27FC236}">
                    <a16:creationId xmlns:a16="http://schemas.microsoft.com/office/drawing/2014/main" id="{16903442-CC28-5EF0-5A98-BDB2416B5929}"/>
                  </a:ext>
                </a:extLst>
              </p:cNvPr>
              <p:cNvSpPr/>
              <p:nvPr/>
            </p:nvSpPr>
            <p:spPr>
              <a:xfrm>
                <a:off x="5334122" y="5537066"/>
                <a:ext cx="6343" cy="6345"/>
              </a:xfrm>
              <a:custGeom>
                <a:avLst/>
                <a:gdLst>
                  <a:gd name="connsiteX0" fmla="*/ 3525 w 6343"/>
                  <a:gd name="connsiteY0" fmla="*/ 6508 h 6345"/>
                  <a:gd name="connsiteX1" fmla="*/ 5767 w 6343"/>
                  <a:gd name="connsiteY1" fmla="*/ 5578 h 6345"/>
                  <a:gd name="connsiteX2" fmla="*/ 6696 w 6343"/>
                  <a:gd name="connsiteY2" fmla="*/ 3335 h 6345"/>
                  <a:gd name="connsiteX3" fmla="*/ 5767 w 6343"/>
                  <a:gd name="connsiteY3" fmla="*/ 1091 h 6345"/>
                  <a:gd name="connsiteX4" fmla="*/ 3525 w 6343"/>
                  <a:gd name="connsiteY4" fmla="*/ 162 h 6345"/>
                  <a:gd name="connsiteX5" fmla="*/ 1282 w 6343"/>
                  <a:gd name="connsiteY5" fmla="*/ 1091 h 6345"/>
                  <a:gd name="connsiteX6" fmla="*/ 353 w 6343"/>
                  <a:gd name="connsiteY6" fmla="*/ 3335 h 6345"/>
                  <a:gd name="connsiteX7" fmla="*/ 1282 w 6343"/>
                  <a:gd name="connsiteY7" fmla="*/ 5578 h 6345"/>
                  <a:gd name="connsiteX8" fmla="*/ 352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5" y="6508"/>
                    </a:moveTo>
                    <a:cubicBezTo>
                      <a:pt x="4366" y="6508"/>
                      <a:pt x="5173" y="6173"/>
                      <a:pt x="5767" y="5578"/>
                    </a:cubicBezTo>
                    <a:cubicBezTo>
                      <a:pt x="6362" y="4983"/>
                      <a:pt x="6696" y="4176"/>
                      <a:pt x="6696" y="3335"/>
                    </a:cubicBezTo>
                    <a:cubicBezTo>
                      <a:pt x="6696" y="2493"/>
                      <a:pt x="6362" y="1686"/>
                      <a:pt x="5767" y="1091"/>
                    </a:cubicBezTo>
                    <a:cubicBezTo>
                      <a:pt x="5173" y="496"/>
                      <a:pt x="4366" y="162"/>
                      <a:pt x="3525" y="162"/>
                    </a:cubicBezTo>
                    <a:cubicBezTo>
                      <a:pt x="2684" y="162"/>
                      <a:pt x="1877" y="496"/>
                      <a:pt x="1282" y="1091"/>
                    </a:cubicBezTo>
                    <a:cubicBezTo>
                      <a:pt x="687" y="1686"/>
                      <a:pt x="353" y="2493"/>
                      <a:pt x="353" y="3335"/>
                    </a:cubicBezTo>
                    <a:cubicBezTo>
                      <a:pt x="353" y="4176"/>
                      <a:pt x="687" y="4983"/>
                      <a:pt x="1282" y="5578"/>
                    </a:cubicBezTo>
                    <a:cubicBezTo>
                      <a:pt x="1877" y="6173"/>
                      <a:pt x="2684" y="6508"/>
                      <a:pt x="352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81" name="Freeform: Shape 2380">
                <a:extLst>
                  <a:ext uri="{FF2B5EF4-FFF2-40B4-BE49-F238E27FC236}">
                    <a16:creationId xmlns:a16="http://schemas.microsoft.com/office/drawing/2014/main" id="{2CEB4370-C3B0-7DD1-04C3-19C3B077C71A}"/>
                  </a:ext>
                </a:extLst>
              </p:cNvPr>
              <p:cNvSpPr/>
              <p:nvPr/>
            </p:nvSpPr>
            <p:spPr>
              <a:xfrm>
                <a:off x="5323508" y="5547568"/>
                <a:ext cx="6343" cy="6345"/>
              </a:xfrm>
              <a:custGeom>
                <a:avLst/>
                <a:gdLst>
                  <a:gd name="connsiteX0" fmla="*/ 3524 w 6343"/>
                  <a:gd name="connsiteY0" fmla="*/ 6508 h 6345"/>
                  <a:gd name="connsiteX1" fmla="*/ 5767 w 6343"/>
                  <a:gd name="connsiteY1" fmla="*/ 5579 h 6345"/>
                  <a:gd name="connsiteX2" fmla="*/ 6696 w 6343"/>
                  <a:gd name="connsiteY2" fmla="*/ 3336 h 6345"/>
                  <a:gd name="connsiteX3" fmla="*/ 5767 w 6343"/>
                  <a:gd name="connsiteY3" fmla="*/ 1092 h 6345"/>
                  <a:gd name="connsiteX4" fmla="*/ 3524 w 6343"/>
                  <a:gd name="connsiteY4" fmla="*/ 163 h 6345"/>
                  <a:gd name="connsiteX5" fmla="*/ 1281 w 6343"/>
                  <a:gd name="connsiteY5" fmla="*/ 1092 h 6345"/>
                  <a:gd name="connsiteX6" fmla="*/ 352 w 6343"/>
                  <a:gd name="connsiteY6" fmla="*/ 3336 h 6345"/>
                  <a:gd name="connsiteX7" fmla="*/ 1281 w 6343"/>
                  <a:gd name="connsiteY7" fmla="*/ 5579 h 6345"/>
                  <a:gd name="connsiteX8" fmla="*/ 352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4" y="6508"/>
                    </a:moveTo>
                    <a:cubicBezTo>
                      <a:pt x="4365" y="6508"/>
                      <a:pt x="5172" y="6174"/>
                      <a:pt x="5767" y="5579"/>
                    </a:cubicBezTo>
                    <a:cubicBezTo>
                      <a:pt x="6361" y="4984"/>
                      <a:pt x="6696" y="4177"/>
                      <a:pt x="6696" y="3336"/>
                    </a:cubicBezTo>
                    <a:cubicBezTo>
                      <a:pt x="6696" y="2494"/>
                      <a:pt x="6361" y="1687"/>
                      <a:pt x="5767" y="1092"/>
                    </a:cubicBezTo>
                    <a:cubicBezTo>
                      <a:pt x="5172" y="497"/>
                      <a:pt x="4365" y="163"/>
                      <a:pt x="3524" y="163"/>
                    </a:cubicBezTo>
                    <a:cubicBezTo>
                      <a:pt x="2683" y="163"/>
                      <a:pt x="1876" y="497"/>
                      <a:pt x="1281" y="1092"/>
                    </a:cubicBezTo>
                    <a:cubicBezTo>
                      <a:pt x="687" y="1687"/>
                      <a:pt x="352" y="2494"/>
                      <a:pt x="352" y="3336"/>
                    </a:cubicBezTo>
                    <a:cubicBezTo>
                      <a:pt x="352" y="4177"/>
                      <a:pt x="687" y="4984"/>
                      <a:pt x="1281" y="5579"/>
                    </a:cubicBezTo>
                    <a:cubicBezTo>
                      <a:pt x="1876" y="6174"/>
                      <a:pt x="2683" y="6508"/>
                      <a:pt x="352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82" name="Freeform: Shape 2381">
                <a:extLst>
                  <a:ext uri="{FF2B5EF4-FFF2-40B4-BE49-F238E27FC236}">
                    <a16:creationId xmlns:a16="http://schemas.microsoft.com/office/drawing/2014/main" id="{738F1BCC-4C25-353F-A5BA-A5FCC33DD1FE}"/>
                  </a:ext>
                </a:extLst>
              </p:cNvPr>
              <p:cNvSpPr/>
              <p:nvPr/>
            </p:nvSpPr>
            <p:spPr>
              <a:xfrm>
                <a:off x="5303135" y="5559126"/>
                <a:ext cx="6343" cy="6345"/>
              </a:xfrm>
              <a:custGeom>
                <a:avLst/>
                <a:gdLst>
                  <a:gd name="connsiteX0" fmla="*/ 3522 w 6343"/>
                  <a:gd name="connsiteY0" fmla="*/ 6509 h 6345"/>
                  <a:gd name="connsiteX1" fmla="*/ 5765 w 6343"/>
                  <a:gd name="connsiteY1" fmla="*/ 5580 h 6345"/>
                  <a:gd name="connsiteX2" fmla="*/ 6694 w 6343"/>
                  <a:gd name="connsiteY2" fmla="*/ 3337 h 6345"/>
                  <a:gd name="connsiteX3" fmla="*/ 5765 w 6343"/>
                  <a:gd name="connsiteY3" fmla="*/ 1093 h 6345"/>
                  <a:gd name="connsiteX4" fmla="*/ 3522 w 6343"/>
                  <a:gd name="connsiteY4" fmla="*/ 164 h 6345"/>
                  <a:gd name="connsiteX5" fmla="*/ 1280 w 6343"/>
                  <a:gd name="connsiteY5" fmla="*/ 1093 h 6345"/>
                  <a:gd name="connsiteX6" fmla="*/ 351 w 6343"/>
                  <a:gd name="connsiteY6" fmla="*/ 3337 h 6345"/>
                  <a:gd name="connsiteX7" fmla="*/ 1280 w 6343"/>
                  <a:gd name="connsiteY7" fmla="*/ 5580 h 6345"/>
                  <a:gd name="connsiteX8" fmla="*/ 3522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2" y="6509"/>
                    </a:moveTo>
                    <a:cubicBezTo>
                      <a:pt x="4364" y="6509"/>
                      <a:pt x="5170" y="6175"/>
                      <a:pt x="5765" y="5580"/>
                    </a:cubicBezTo>
                    <a:cubicBezTo>
                      <a:pt x="6360" y="4985"/>
                      <a:pt x="6694" y="4178"/>
                      <a:pt x="6694" y="3337"/>
                    </a:cubicBezTo>
                    <a:cubicBezTo>
                      <a:pt x="6694" y="2495"/>
                      <a:pt x="6360" y="1688"/>
                      <a:pt x="5765" y="1093"/>
                    </a:cubicBezTo>
                    <a:cubicBezTo>
                      <a:pt x="5170" y="498"/>
                      <a:pt x="4364" y="164"/>
                      <a:pt x="3522" y="164"/>
                    </a:cubicBezTo>
                    <a:cubicBezTo>
                      <a:pt x="2681" y="164"/>
                      <a:pt x="1875" y="498"/>
                      <a:pt x="1280" y="1093"/>
                    </a:cubicBezTo>
                    <a:cubicBezTo>
                      <a:pt x="685" y="1688"/>
                      <a:pt x="351" y="2495"/>
                      <a:pt x="351" y="3337"/>
                    </a:cubicBezTo>
                    <a:cubicBezTo>
                      <a:pt x="351" y="4178"/>
                      <a:pt x="685" y="4985"/>
                      <a:pt x="1280" y="5580"/>
                    </a:cubicBezTo>
                    <a:cubicBezTo>
                      <a:pt x="1875" y="6175"/>
                      <a:pt x="2681" y="6509"/>
                      <a:pt x="3522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83" name="Freeform: Shape 2382">
                <a:extLst>
                  <a:ext uri="{FF2B5EF4-FFF2-40B4-BE49-F238E27FC236}">
                    <a16:creationId xmlns:a16="http://schemas.microsoft.com/office/drawing/2014/main" id="{D14B5716-4B5C-2BA2-34E2-E2E5C2CABF6D}"/>
                  </a:ext>
                </a:extLst>
              </p:cNvPr>
              <p:cNvSpPr/>
              <p:nvPr/>
            </p:nvSpPr>
            <p:spPr>
              <a:xfrm>
                <a:off x="5300880" y="5568295"/>
                <a:ext cx="6343" cy="6345"/>
              </a:xfrm>
              <a:custGeom>
                <a:avLst/>
                <a:gdLst>
                  <a:gd name="connsiteX0" fmla="*/ 3522 w 6343"/>
                  <a:gd name="connsiteY0" fmla="*/ 6510 h 6345"/>
                  <a:gd name="connsiteX1" fmla="*/ 5765 w 6343"/>
                  <a:gd name="connsiteY1" fmla="*/ 5581 h 6345"/>
                  <a:gd name="connsiteX2" fmla="*/ 6694 w 6343"/>
                  <a:gd name="connsiteY2" fmla="*/ 3337 h 6345"/>
                  <a:gd name="connsiteX3" fmla="*/ 5765 w 6343"/>
                  <a:gd name="connsiteY3" fmla="*/ 1094 h 6345"/>
                  <a:gd name="connsiteX4" fmla="*/ 3522 w 6343"/>
                  <a:gd name="connsiteY4" fmla="*/ 165 h 6345"/>
                  <a:gd name="connsiteX5" fmla="*/ 1280 w 6343"/>
                  <a:gd name="connsiteY5" fmla="*/ 1094 h 6345"/>
                  <a:gd name="connsiteX6" fmla="*/ 351 w 6343"/>
                  <a:gd name="connsiteY6" fmla="*/ 3337 h 6345"/>
                  <a:gd name="connsiteX7" fmla="*/ 1280 w 6343"/>
                  <a:gd name="connsiteY7" fmla="*/ 5581 h 6345"/>
                  <a:gd name="connsiteX8" fmla="*/ 3522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2" y="6510"/>
                    </a:moveTo>
                    <a:cubicBezTo>
                      <a:pt x="4363" y="6510"/>
                      <a:pt x="5170" y="6176"/>
                      <a:pt x="5765" y="5581"/>
                    </a:cubicBezTo>
                    <a:cubicBezTo>
                      <a:pt x="6360" y="4986"/>
                      <a:pt x="6694" y="4179"/>
                      <a:pt x="6694" y="3337"/>
                    </a:cubicBezTo>
                    <a:cubicBezTo>
                      <a:pt x="6694" y="2496"/>
                      <a:pt x="6360" y="1689"/>
                      <a:pt x="5765" y="1094"/>
                    </a:cubicBezTo>
                    <a:cubicBezTo>
                      <a:pt x="5170" y="499"/>
                      <a:pt x="4363" y="165"/>
                      <a:pt x="3522" y="165"/>
                    </a:cubicBezTo>
                    <a:cubicBezTo>
                      <a:pt x="2681" y="165"/>
                      <a:pt x="1874" y="499"/>
                      <a:pt x="1280" y="1094"/>
                    </a:cubicBezTo>
                    <a:cubicBezTo>
                      <a:pt x="685" y="1689"/>
                      <a:pt x="351" y="2496"/>
                      <a:pt x="351" y="3337"/>
                    </a:cubicBezTo>
                    <a:cubicBezTo>
                      <a:pt x="351" y="4179"/>
                      <a:pt x="685" y="4986"/>
                      <a:pt x="1280" y="5581"/>
                    </a:cubicBezTo>
                    <a:cubicBezTo>
                      <a:pt x="1874" y="6176"/>
                      <a:pt x="2681" y="6510"/>
                      <a:pt x="3522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84" name="Freeform: Shape 2383">
                <a:extLst>
                  <a:ext uri="{FF2B5EF4-FFF2-40B4-BE49-F238E27FC236}">
                    <a16:creationId xmlns:a16="http://schemas.microsoft.com/office/drawing/2014/main" id="{5F97E9A6-2D04-AD82-A110-445F70D55A50}"/>
                  </a:ext>
                </a:extLst>
              </p:cNvPr>
              <p:cNvSpPr/>
              <p:nvPr/>
            </p:nvSpPr>
            <p:spPr>
              <a:xfrm>
                <a:off x="5296627" y="5577645"/>
                <a:ext cx="6343" cy="6345"/>
              </a:xfrm>
              <a:custGeom>
                <a:avLst/>
                <a:gdLst>
                  <a:gd name="connsiteX0" fmla="*/ 3522 w 6343"/>
                  <a:gd name="connsiteY0" fmla="*/ 6511 h 6345"/>
                  <a:gd name="connsiteX1" fmla="*/ 5765 w 6343"/>
                  <a:gd name="connsiteY1" fmla="*/ 5581 h 6345"/>
                  <a:gd name="connsiteX2" fmla="*/ 6693 w 6343"/>
                  <a:gd name="connsiteY2" fmla="*/ 3338 h 6345"/>
                  <a:gd name="connsiteX3" fmla="*/ 5765 w 6343"/>
                  <a:gd name="connsiteY3" fmla="*/ 1095 h 6345"/>
                  <a:gd name="connsiteX4" fmla="*/ 3522 w 6343"/>
                  <a:gd name="connsiteY4" fmla="*/ 165 h 6345"/>
                  <a:gd name="connsiteX5" fmla="*/ 1279 w 6343"/>
                  <a:gd name="connsiteY5" fmla="*/ 1095 h 6345"/>
                  <a:gd name="connsiteX6" fmla="*/ 350 w 6343"/>
                  <a:gd name="connsiteY6" fmla="*/ 3338 h 6345"/>
                  <a:gd name="connsiteX7" fmla="*/ 1279 w 6343"/>
                  <a:gd name="connsiteY7" fmla="*/ 5581 h 6345"/>
                  <a:gd name="connsiteX8" fmla="*/ 3522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2" y="6511"/>
                    </a:moveTo>
                    <a:cubicBezTo>
                      <a:pt x="4363" y="6511"/>
                      <a:pt x="5170" y="6176"/>
                      <a:pt x="5765" y="5581"/>
                    </a:cubicBezTo>
                    <a:cubicBezTo>
                      <a:pt x="6359" y="4987"/>
                      <a:pt x="6693" y="4179"/>
                      <a:pt x="6693" y="3338"/>
                    </a:cubicBezTo>
                    <a:cubicBezTo>
                      <a:pt x="6693" y="2497"/>
                      <a:pt x="6359" y="1690"/>
                      <a:pt x="5765" y="1095"/>
                    </a:cubicBezTo>
                    <a:cubicBezTo>
                      <a:pt x="5170" y="500"/>
                      <a:pt x="4363" y="165"/>
                      <a:pt x="3522" y="165"/>
                    </a:cubicBezTo>
                    <a:cubicBezTo>
                      <a:pt x="2681" y="165"/>
                      <a:pt x="1874" y="500"/>
                      <a:pt x="1279" y="1095"/>
                    </a:cubicBezTo>
                    <a:cubicBezTo>
                      <a:pt x="685" y="1690"/>
                      <a:pt x="350" y="2497"/>
                      <a:pt x="350" y="3338"/>
                    </a:cubicBezTo>
                    <a:cubicBezTo>
                      <a:pt x="350" y="4179"/>
                      <a:pt x="685" y="4987"/>
                      <a:pt x="1279" y="5581"/>
                    </a:cubicBezTo>
                    <a:cubicBezTo>
                      <a:pt x="1874" y="6176"/>
                      <a:pt x="2681" y="6511"/>
                      <a:pt x="3522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85" name="Freeform: Shape 2384">
                <a:extLst>
                  <a:ext uri="{FF2B5EF4-FFF2-40B4-BE49-F238E27FC236}">
                    <a16:creationId xmlns:a16="http://schemas.microsoft.com/office/drawing/2014/main" id="{4821FA3E-7E5F-BC99-7C73-CBA52A580133}"/>
                  </a:ext>
                </a:extLst>
              </p:cNvPr>
              <p:cNvSpPr/>
              <p:nvPr/>
            </p:nvSpPr>
            <p:spPr>
              <a:xfrm>
                <a:off x="5297190" y="5586425"/>
                <a:ext cx="6343" cy="6345"/>
              </a:xfrm>
              <a:custGeom>
                <a:avLst/>
                <a:gdLst>
                  <a:gd name="connsiteX0" fmla="*/ 3522 w 6343"/>
                  <a:gd name="connsiteY0" fmla="*/ 6511 h 6345"/>
                  <a:gd name="connsiteX1" fmla="*/ 5765 w 6343"/>
                  <a:gd name="connsiteY1" fmla="*/ 5582 h 6345"/>
                  <a:gd name="connsiteX2" fmla="*/ 6693 w 6343"/>
                  <a:gd name="connsiteY2" fmla="*/ 3339 h 6345"/>
                  <a:gd name="connsiteX3" fmla="*/ 5765 w 6343"/>
                  <a:gd name="connsiteY3" fmla="*/ 1095 h 6345"/>
                  <a:gd name="connsiteX4" fmla="*/ 3522 w 6343"/>
                  <a:gd name="connsiteY4" fmla="*/ 166 h 6345"/>
                  <a:gd name="connsiteX5" fmla="*/ 1279 w 6343"/>
                  <a:gd name="connsiteY5" fmla="*/ 1095 h 6345"/>
                  <a:gd name="connsiteX6" fmla="*/ 350 w 6343"/>
                  <a:gd name="connsiteY6" fmla="*/ 3339 h 6345"/>
                  <a:gd name="connsiteX7" fmla="*/ 1279 w 6343"/>
                  <a:gd name="connsiteY7" fmla="*/ 5582 h 6345"/>
                  <a:gd name="connsiteX8" fmla="*/ 3522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2" y="6511"/>
                    </a:moveTo>
                    <a:cubicBezTo>
                      <a:pt x="4363" y="6511"/>
                      <a:pt x="5170" y="6177"/>
                      <a:pt x="5765" y="5582"/>
                    </a:cubicBezTo>
                    <a:cubicBezTo>
                      <a:pt x="6359" y="4987"/>
                      <a:pt x="6693" y="4180"/>
                      <a:pt x="6693" y="3339"/>
                    </a:cubicBezTo>
                    <a:cubicBezTo>
                      <a:pt x="6693" y="2497"/>
                      <a:pt x="6359" y="1690"/>
                      <a:pt x="5765" y="1095"/>
                    </a:cubicBezTo>
                    <a:cubicBezTo>
                      <a:pt x="5170" y="500"/>
                      <a:pt x="4363" y="166"/>
                      <a:pt x="3522" y="166"/>
                    </a:cubicBezTo>
                    <a:cubicBezTo>
                      <a:pt x="2681" y="166"/>
                      <a:pt x="1874" y="500"/>
                      <a:pt x="1279" y="1095"/>
                    </a:cubicBezTo>
                    <a:cubicBezTo>
                      <a:pt x="685" y="1690"/>
                      <a:pt x="350" y="2497"/>
                      <a:pt x="350" y="3339"/>
                    </a:cubicBezTo>
                    <a:cubicBezTo>
                      <a:pt x="350" y="4180"/>
                      <a:pt x="685" y="4987"/>
                      <a:pt x="1279" y="5582"/>
                    </a:cubicBezTo>
                    <a:cubicBezTo>
                      <a:pt x="1874" y="6177"/>
                      <a:pt x="2681" y="6511"/>
                      <a:pt x="3522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86" name="Freeform: Shape 2385">
                <a:extLst>
                  <a:ext uri="{FF2B5EF4-FFF2-40B4-BE49-F238E27FC236}">
                    <a16:creationId xmlns:a16="http://schemas.microsoft.com/office/drawing/2014/main" id="{C3F9758C-F307-618E-CEA2-B288A8EA5D4A}"/>
                  </a:ext>
                </a:extLst>
              </p:cNvPr>
              <p:cNvSpPr/>
              <p:nvPr/>
            </p:nvSpPr>
            <p:spPr>
              <a:xfrm>
                <a:off x="5292014" y="5595767"/>
                <a:ext cx="6343" cy="6345"/>
              </a:xfrm>
              <a:custGeom>
                <a:avLst/>
                <a:gdLst>
                  <a:gd name="connsiteX0" fmla="*/ 3522 w 6343"/>
                  <a:gd name="connsiteY0" fmla="*/ 6512 h 6345"/>
                  <a:gd name="connsiteX1" fmla="*/ 5764 w 6343"/>
                  <a:gd name="connsiteY1" fmla="*/ 5583 h 6345"/>
                  <a:gd name="connsiteX2" fmla="*/ 6693 w 6343"/>
                  <a:gd name="connsiteY2" fmla="*/ 3339 h 6345"/>
                  <a:gd name="connsiteX3" fmla="*/ 5764 w 6343"/>
                  <a:gd name="connsiteY3" fmla="*/ 1096 h 6345"/>
                  <a:gd name="connsiteX4" fmla="*/ 3522 w 6343"/>
                  <a:gd name="connsiteY4" fmla="*/ 167 h 6345"/>
                  <a:gd name="connsiteX5" fmla="*/ 1279 w 6343"/>
                  <a:gd name="connsiteY5" fmla="*/ 1096 h 6345"/>
                  <a:gd name="connsiteX6" fmla="*/ 350 w 6343"/>
                  <a:gd name="connsiteY6" fmla="*/ 3339 h 6345"/>
                  <a:gd name="connsiteX7" fmla="*/ 1279 w 6343"/>
                  <a:gd name="connsiteY7" fmla="*/ 5583 h 6345"/>
                  <a:gd name="connsiteX8" fmla="*/ 3522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2" y="6512"/>
                    </a:moveTo>
                    <a:cubicBezTo>
                      <a:pt x="4363" y="6512"/>
                      <a:pt x="5169" y="6178"/>
                      <a:pt x="5764" y="5583"/>
                    </a:cubicBezTo>
                    <a:cubicBezTo>
                      <a:pt x="6359" y="4988"/>
                      <a:pt x="6693" y="4181"/>
                      <a:pt x="6693" y="3339"/>
                    </a:cubicBezTo>
                    <a:cubicBezTo>
                      <a:pt x="6693" y="2498"/>
                      <a:pt x="6359" y="1691"/>
                      <a:pt x="5764" y="1096"/>
                    </a:cubicBezTo>
                    <a:cubicBezTo>
                      <a:pt x="5169" y="501"/>
                      <a:pt x="4363" y="167"/>
                      <a:pt x="3522" y="167"/>
                    </a:cubicBezTo>
                    <a:cubicBezTo>
                      <a:pt x="2680" y="167"/>
                      <a:pt x="1874" y="501"/>
                      <a:pt x="1279" y="1096"/>
                    </a:cubicBezTo>
                    <a:cubicBezTo>
                      <a:pt x="684" y="1691"/>
                      <a:pt x="350" y="2498"/>
                      <a:pt x="350" y="3339"/>
                    </a:cubicBezTo>
                    <a:cubicBezTo>
                      <a:pt x="350" y="4181"/>
                      <a:pt x="684" y="4988"/>
                      <a:pt x="1279" y="5583"/>
                    </a:cubicBezTo>
                    <a:cubicBezTo>
                      <a:pt x="1874" y="6178"/>
                      <a:pt x="2680" y="6512"/>
                      <a:pt x="3522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87" name="Freeform: Shape 2386">
                <a:extLst>
                  <a:ext uri="{FF2B5EF4-FFF2-40B4-BE49-F238E27FC236}">
                    <a16:creationId xmlns:a16="http://schemas.microsoft.com/office/drawing/2014/main" id="{0EE7174C-BA27-72CD-0F59-97ED915B9EEE}"/>
                  </a:ext>
                </a:extLst>
              </p:cNvPr>
              <p:cNvSpPr/>
              <p:nvPr/>
            </p:nvSpPr>
            <p:spPr>
              <a:xfrm>
                <a:off x="5289211" y="5613576"/>
                <a:ext cx="6343" cy="6345"/>
              </a:xfrm>
              <a:custGeom>
                <a:avLst/>
                <a:gdLst>
                  <a:gd name="connsiteX0" fmla="*/ 3521 w 6343"/>
                  <a:gd name="connsiteY0" fmla="*/ 6514 h 6345"/>
                  <a:gd name="connsiteX1" fmla="*/ 5764 w 6343"/>
                  <a:gd name="connsiteY1" fmla="*/ 5584 h 6345"/>
                  <a:gd name="connsiteX2" fmla="*/ 6693 w 6343"/>
                  <a:gd name="connsiteY2" fmla="*/ 3341 h 6345"/>
                  <a:gd name="connsiteX3" fmla="*/ 5764 w 6343"/>
                  <a:gd name="connsiteY3" fmla="*/ 1097 h 6345"/>
                  <a:gd name="connsiteX4" fmla="*/ 3521 w 6343"/>
                  <a:gd name="connsiteY4" fmla="*/ 168 h 6345"/>
                  <a:gd name="connsiteX5" fmla="*/ 1279 w 6343"/>
                  <a:gd name="connsiteY5" fmla="*/ 1097 h 6345"/>
                  <a:gd name="connsiteX6" fmla="*/ 350 w 6343"/>
                  <a:gd name="connsiteY6" fmla="*/ 3341 h 6345"/>
                  <a:gd name="connsiteX7" fmla="*/ 1279 w 6343"/>
                  <a:gd name="connsiteY7" fmla="*/ 5584 h 6345"/>
                  <a:gd name="connsiteX8" fmla="*/ 3521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1" y="6514"/>
                    </a:moveTo>
                    <a:cubicBezTo>
                      <a:pt x="4362" y="6514"/>
                      <a:pt x="5169" y="6179"/>
                      <a:pt x="5764" y="5584"/>
                    </a:cubicBezTo>
                    <a:cubicBezTo>
                      <a:pt x="6359" y="4989"/>
                      <a:pt x="6693" y="4182"/>
                      <a:pt x="6693" y="3341"/>
                    </a:cubicBezTo>
                    <a:cubicBezTo>
                      <a:pt x="6693" y="2499"/>
                      <a:pt x="6359" y="1692"/>
                      <a:pt x="5764" y="1097"/>
                    </a:cubicBezTo>
                    <a:cubicBezTo>
                      <a:pt x="5169" y="502"/>
                      <a:pt x="4362" y="168"/>
                      <a:pt x="3521" y="168"/>
                    </a:cubicBezTo>
                    <a:cubicBezTo>
                      <a:pt x="2680" y="168"/>
                      <a:pt x="1873" y="502"/>
                      <a:pt x="1279" y="1097"/>
                    </a:cubicBezTo>
                    <a:cubicBezTo>
                      <a:pt x="684" y="1692"/>
                      <a:pt x="350" y="2499"/>
                      <a:pt x="350" y="3341"/>
                    </a:cubicBezTo>
                    <a:cubicBezTo>
                      <a:pt x="350" y="4182"/>
                      <a:pt x="684" y="4989"/>
                      <a:pt x="1279" y="5584"/>
                    </a:cubicBezTo>
                    <a:cubicBezTo>
                      <a:pt x="1873" y="6179"/>
                      <a:pt x="2680" y="6514"/>
                      <a:pt x="3521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88" name="Freeform: Shape 2387">
                <a:extLst>
                  <a:ext uri="{FF2B5EF4-FFF2-40B4-BE49-F238E27FC236}">
                    <a16:creationId xmlns:a16="http://schemas.microsoft.com/office/drawing/2014/main" id="{B09AF713-C6C3-F78F-43AF-166AB7816808}"/>
                  </a:ext>
                </a:extLst>
              </p:cNvPr>
              <p:cNvSpPr/>
              <p:nvPr/>
            </p:nvSpPr>
            <p:spPr>
              <a:xfrm>
                <a:off x="5286705" y="5622529"/>
                <a:ext cx="6343" cy="6345"/>
              </a:xfrm>
              <a:custGeom>
                <a:avLst/>
                <a:gdLst>
                  <a:gd name="connsiteX0" fmla="*/ 3521 w 6343"/>
                  <a:gd name="connsiteY0" fmla="*/ 6514 h 6345"/>
                  <a:gd name="connsiteX1" fmla="*/ 5764 w 6343"/>
                  <a:gd name="connsiteY1" fmla="*/ 5585 h 6345"/>
                  <a:gd name="connsiteX2" fmla="*/ 6693 w 6343"/>
                  <a:gd name="connsiteY2" fmla="*/ 3342 h 6345"/>
                  <a:gd name="connsiteX3" fmla="*/ 5764 w 6343"/>
                  <a:gd name="connsiteY3" fmla="*/ 1098 h 6345"/>
                  <a:gd name="connsiteX4" fmla="*/ 3521 w 6343"/>
                  <a:gd name="connsiteY4" fmla="*/ 169 h 6345"/>
                  <a:gd name="connsiteX5" fmla="*/ 1278 w 6343"/>
                  <a:gd name="connsiteY5" fmla="*/ 1098 h 6345"/>
                  <a:gd name="connsiteX6" fmla="*/ 350 w 6343"/>
                  <a:gd name="connsiteY6" fmla="*/ 3342 h 6345"/>
                  <a:gd name="connsiteX7" fmla="*/ 1278 w 6343"/>
                  <a:gd name="connsiteY7" fmla="*/ 5585 h 6345"/>
                  <a:gd name="connsiteX8" fmla="*/ 3521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1" y="6514"/>
                    </a:moveTo>
                    <a:cubicBezTo>
                      <a:pt x="4362" y="6514"/>
                      <a:pt x="5169" y="6180"/>
                      <a:pt x="5764" y="5585"/>
                    </a:cubicBezTo>
                    <a:cubicBezTo>
                      <a:pt x="6358" y="4990"/>
                      <a:pt x="6693" y="4183"/>
                      <a:pt x="6693" y="3342"/>
                    </a:cubicBezTo>
                    <a:cubicBezTo>
                      <a:pt x="6693" y="2500"/>
                      <a:pt x="6358" y="1693"/>
                      <a:pt x="5764" y="1098"/>
                    </a:cubicBezTo>
                    <a:cubicBezTo>
                      <a:pt x="5169" y="503"/>
                      <a:pt x="4362" y="169"/>
                      <a:pt x="3521" y="169"/>
                    </a:cubicBezTo>
                    <a:cubicBezTo>
                      <a:pt x="2680" y="169"/>
                      <a:pt x="1873" y="503"/>
                      <a:pt x="1278" y="1098"/>
                    </a:cubicBezTo>
                    <a:cubicBezTo>
                      <a:pt x="684" y="1693"/>
                      <a:pt x="350" y="2500"/>
                      <a:pt x="350" y="3342"/>
                    </a:cubicBezTo>
                    <a:cubicBezTo>
                      <a:pt x="350" y="4183"/>
                      <a:pt x="684" y="4990"/>
                      <a:pt x="1278" y="5585"/>
                    </a:cubicBezTo>
                    <a:cubicBezTo>
                      <a:pt x="1873" y="6180"/>
                      <a:pt x="2680" y="6514"/>
                      <a:pt x="3521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89" name="Freeform: Shape 2388">
                <a:extLst>
                  <a:ext uri="{FF2B5EF4-FFF2-40B4-BE49-F238E27FC236}">
                    <a16:creationId xmlns:a16="http://schemas.microsoft.com/office/drawing/2014/main" id="{D2913355-048E-7FE4-2D78-EC2318E34B4D}"/>
                  </a:ext>
                </a:extLst>
              </p:cNvPr>
              <p:cNvSpPr/>
              <p:nvPr/>
            </p:nvSpPr>
            <p:spPr>
              <a:xfrm>
                <a:off x="5290221" y="5630998"/>
                <a:ext cx="6343" cy="6345"/>
              </a:xfrm>
              <a:custGeom>
                <a:avLst/>
                <a:gdLst>
                  <a:gd name="connsiteX0" fmla="*/ 3521 w 6343"/>
                  <a:gd name="connsiteY0" fmla="*/ 6515 h 6345"/>
                  <a:gd name="connsiteX1" fmla="*/ 5764 w 6343"/>
                  <a:gd name="connsiteY1" fmla="*/ 5586 h 6345"/>
                  <a:gd name="connsiteX2" fmla="*/ 6693 w 6343"/>
                  <a:gd name="connsiteY2" fmla="*/ 3342 h 6345"/>
                  <a:gd name="connsiteX3" fmla="*/ 5764 w 6343"/>
                  <a:gd name="connsiteY3" fmla="*/ 1099 h 6345"/>
                  <a:gd name="connsiteX4" fmla="*/ 3521 w 6343"/>
                  <a:gd name="connsiteY4" fmla="*/ 170 h 6345"/>
                  <a:gd name="connsiteX5" fmla="*/ 1279 w 6343"/>
                  <a:gd name="connsiteY5" fmla="*/ 1099 h 6345"/>
                  <a:gd name="connsiteX6" fmla="*/ 350 w 6343"/>
                  <a:gd name="connsiteY6" fmla="*/ 3342 h 6345"/>
                  <a:gd name="connsiteX7" fmla="*/ 1279 w 6343"/>
                  <a:gd name="connsiteY7" fmla="*/ 5586 h 6345"/>
                  <a:gd name="connsiteX8" fmla="*/ 3521 w 6343"/>
                  <a:gd name="connsiteY8" fmla="*/ 651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1" y="6515"/>
                    </a:moveTo>
                    <a:cubicBezTo>
                      <a:pt x="4362" y="6515"/>
                      <a:pt x="5169" y="6181"/>
                      <a:pt x="5764" y="5586"/>
                    </a:cubicBezTo>
                    <a:cubicBezTo>
                      <a:pt x="6359" y="4991"/>
                      <a:pt x="6693" y="4184"/>
                      <a:pt x="6693" y="3342"/>
                    </a:cubicBezTo>
                    <a:cubicBezTo>
                      <a:pt x="6693" y="2501"/>
                      <a:pt x="6359" y="1694"/>
                      <a:pt x="5764" y="1099"/>
                    </a:cubicBezTo>
                    <a:cubicBezTo>
                      <a:pt x="5169" y="504"/>
                      <a:pt x="4362" y="170"/>
                      <a:pt x="3521" y="170"/>
                    </a:cubicBezTo>
                    <a:cubicBezTo>
                      <a:pt x="2680" y="170"/>
                      <a:pt x="1874" y="504"/>
                      <a:pt x="1279" y="1099"/>
                    </a:cubicBezTo>
                    <a:cubicBezTo>
                      <a:pt x="684" y="1694"/>
                      <a:pt x="350" y="2501"/>
                      <a:pt x="350" y="3342"/>
                    </a:cubicBezTo>
                    <a:cubicBezTo>
                      <a:pt x="350" y="4184"/>
                      <a:pt x="684" y="4991"/>
                      <a:pt x="1279" y="5586"/>
                    </a:cubicBezTo>
                    <a:cubicBezTo>
                      <a:pt x="1874" y="6181"/>
                      <a:pt x="2680" y="6515"/>
                      <a:pt x="3521" y="6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90" name="Freeform: Shape 2389">
                <a:extLst>
                  <a:ext uri="{FF2B5EF4-FFF2-40B4-BE49-F238E27FC236}">
                    <a16:creationId xmlns:a16="http://schemas.microsoft.com/office/drawing/2014/main" id="{C2C3174A-33AD-43B9-12C8-7914FAAD7960}"/>
                  </a:ext>
                </a:extLst>
              </p:cNvPr>
              <p:cNvSpPr/>
              <p:nvPr/>
            </p:nvSpPr>
            <p:spPr>
              <a:xfrm>
                <a:off x="5283568" y="5640190"/>
                <a:ext cx="6343" cy="6345"/>
              </a:xfrm>
              <a:custGeom>
                <a:avLst/>
                <a:gdLst>
                  <a:gd name="connsiteX0" fmla="*/ 3521 w 6343"/>
                  <a:gd name="connsiteY0" fmla="*/ 6516 h 6345"/>
                  <a:gd name="connsiteX1" fmla="*/ 5763 w 6343"/>
                  <a:gd name="connsiteY1" fmla="*/ 5586 h 6345"/>
                  <a:gd name="connsiteX2" fmla="*/ 6692 w 6343"/>
                  <a:gd name="connsiteY2" fmla="*/ 3343 h 6345"/>
                  <a:gd name="connsiteX3" fmla="*/ 5763 w 6343"/>
                  <a:gd name="connsiteY3" fmla="*/ 1100 h 6345"/>
                  <a:gd name="connsiteX4" fmla="*/ 3521 w 6343"/>
                  <a:gd name="connsiteY4" fmla="*/ 170 h 6345"/>
                  <a:gd name="connsiteX5" fmla="*/ 1278 w 6343"/>
                  <a:gd name="connsiteY5" fmla="*/ 1100 h 6345"/>
                  <a:gd name="connsiteX6" fmla="*/ 349 w 6343"/>
                  <a:gd name="connsiteY6" fmla="*/ 3343 h 6345"/>
                  <a:gd name="connsiteX7" fmla="*/ 1278 w 6343"/>
                  <a:gd name="connsiteY7" fmla="*/ 5586 h 6345"/>
                  <a:gd name="connsiteX8" fmla="*/ 3521 w 6343"/>
                  <a:gd name="connsiteY8" fmla="*/ 651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1" y="6516"/>
                    </a:moveTo>
                    <a:cubicBezTo>
                      <a:pt x="4362" y="6516"/>
                      <a:pt x="5169" y="6181"/>
                      <a:pt x="5763" y="5586"/>
                    </a:cubicBezTo>
                    <a:cubicBezTo>
                      <a:pt x="6358" y="4991"/>
                      <a:pt x="6692" y="4184"/>
                      <a:pt x="6692" y="3343"/>
                    </a:cubicBezTo>
                    <a:cubicBezTo>
                      <a:pt x="6692" y="2502"/>
                      <a:pt x="6358" y="1694"/>
                      <a:pt x="5763" y="1100"/>
                    </a:cubicBezTo>
                    <a:cubicBezTo>
                      <a:pt x="5169" y="505"/>
                      <a:pt x="4362" y="170"/>
                      <a:pt x="3521" y="170"/>
                    </a:cubicBezTo>
                    <a:cubicBezTo>
                      <a:pt x="2680" y="170"/>
                      <a:pt x="1873" y="505"/>
                      <a:pt x="1278" y="1100"/>
                    </a:cubicBezTo>
                    <a:cubicBezTo>
                      <a:pt x="683" y="1694"/>
                      <a:pt x="349" y="2502"/>
                      <a:pt x="349" y="3343"/>
                    </a:cubicBezTo>
                    <a:cubicBezTo>
                      <a:pt x="349" y="4184"/>
                      <a:pt x="683" y="4991"/>
                      <a:pt x="1278" y="5586"/>
                    </a:cubicBezTo>
                    <a:cubicBezTo>
                      <a:pt x="1873" y="6181"/>
                      <a:pt x="2680" y="6516"/>
                      <a:pt x="3521" y="651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91" name="Freeform: Shape 2390">
                <a:extLst>
                  <a:ext uri="{FF2B5EF4-FFF2-40B4-BE49-F238E27FC236}">
                    <a16:creationId xmlns:a16="http://schemas.microsoft.com/office/drawing/2014/main" id="{0F755C3C-762C-101B-86CF-772E14E65050}"/>
                  </a:ext>
                </a:extLst>
              </p:cNvPr>
              <p:cNvSpPr/>
              <p:nvPr/>
            </p:nvSpPr>
            <p:spPr>
              <a:xfrm>
                <a:off x="5279803" y="5649115"/>
                <a:ext cx="6343" cy="6345"/>
              </a:xfrm>
              <a:custGeom>
                <a:avLst/>
                <a:gdLst>
                  <a:gd name="connsiteX0" fmla="*/ 3521 w 6343"/>
                  <a:gd name="connsiteY0" fmla="*/ 6516 h 6345"/>
                  <a:gd name="connsiteX1" fmla="*/ 5763 w 6343"/>
                  <a:gd name="connsiteY1" fmla="*/ 5587 h 6345"/>
                  <a:gd name="connsiteX2" fmla="*/ 6692 w 6343"/>
                  <a:gd name="connsiteY2" fmla="*/ 3344 h 6345"/>
                  <a:gd name="connsiteX3" fmla="*/ 5763 w 6343"/>
                  <a:gd name="connsiteY3" fmla="*/ 1100 h 6345"/>
                  <a:gd name="connsiteX4" fmla="*/ 3521 w 6343"/>
                  <a:gd name="connsiteY4" fmla="*/ 171 h 6345"/>
                  <a:gd name="connsiteX5" fmla="*/ 1278 w 6343"/>
                  <a:gd name="connsiteY5" fmla="*/ 1100 h 6345"/>
                  <a:gd name="connsiteX6" fmla="*/ 349 w 6343"/>
                  <a:gd name="connsiteY6" fmla="*/ 3344 h 6345"/>
                  <a:gd name="connsiteX7" fmla="*/ 1278 w 6343"/>
                  <a:gd name="connsiteY7" fmla="*/ 5587 h 6345"/>
                  <a:gd name="connsiteX8" fmla="*/ 3521 w 6343"/>
                  <a:gd name="connsiteY8" fmla="*/ 651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1" y="6516"/>
                    </a:moveTo>
                    <a:cubicBezTo>
                      <a:pt x="4362" y="6516"/>
                      <a:pt x="5168" y="6182"/>
                      <a:pt x="5763" y="5587"/>
                    </a:cubicBezTo>
                    <a:cubicBezTo>
                      <a:pt x="6358" y="4992"/>
                      <a:pt x="6692" y="4185"/>
                      <a:pt x="6692" y="3344"/>
                    </a:cubicBezTo>
                    <a:cubicBezTo>
                      <a:pt x="6692" y="2502"/>
                      <a:pt x="6358" y="1695"/>
                      <a:pt x="5763" y="1100"/>
                    </a:cubicBezTo>
                    <a:cubicBezTo>
                      <a:pt x="5168" y="505"/>
                      <a:pt x="4362" y="171"/>
                      <a:pt x="3521" y="171"/>
                    </a:cubicBezTo>
                    <a:cubicBezTo>
                      <a:pt x="2679" y="171"/>
                      <a:pt x="1873" y="505"/>
                      <a:pt x="1278" y="1100"/>
                    </a:cubicBezTo>
                    <a:cubicBezTo>
                      <a:pt x="683" y="1695"/>
                      <a:pt x="349" y="2502"/>
                      <a:pt x="349" y="3344"/>
                    </a:cubicBezTo>
                    <a:cubicBezTo>
                      <a:pt x="349" y="4185"/>
                      <a:pt x="683" y="4992"/>
                      <a:pt x="1278" y="5587"/>
                    </a:cubicBezTo>
                    <a:cubicBezTo>
                      <a:pt x="1873" y="6182"/>
                      <a:pt x="2679" y="6516"/>
                      <a:pt x="3521" y="651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92" name="Freeform: Shape 2391">
                <a:extLst>
                  <a:ext uri="{FF2B5EF4-FFF2-40B4-BE49-F238E27FC236}">
                    <a16:creationId xmlns:a16="http://schemas.microsoft.com/office/drawing/2014/main" id="{C053EA58-502B-ACAA-5B18-E098A9FA8D76}"/>
                  </a:ext>
                </a:extLst>
              </p:cNvPr>
              <p:cNvSpPr/>
              <p:nvPr/>
            </p:nvSpPr>
            <p:spPr>
              <a:xfrm>
                <a:off x="5278405" y="5657856"/>
                <a:ext cx="6343" cy="6345"/>
              </a:xfrm>
              <a:custGeom>
                <a:avLst/>
                <a:gdLst>
                  <a:gd name="connsiteX0" fmla="*/ 3520 w 6343"/>
                  <a:gd name="connsiteY0" fmla="*/ 6517 h 6345"/>
                  <a:gd name="connsiteX1" fmla="*/ 5763 w 6343"/>
                  <a:gd name="connsiteY1" fmla="*/ 5588 h 6345"/>
                  <a:gd name="connsiteX2" fmla="*/ 6692 w 6343"/>
                  <a:gd name="connsiteY2" fmla="*/ 3344 h 6345"/>
                  <a:gd name="connsiteX3" fmla="*/ 5763 w 6343"/>
                  <a:gd name="connsiteY3" fmla="*/ 1101 h 6345"/>
                  <a:gd name="connsiteX4" fmla="*/ 3520 w 6343"/>
                  <a:gd name="connsiteY4" fmla="*/ 172 h 6345"/>
                  <a:gd name="connsiteX5" fmla="*/ 1278 w 6343"/>
                  <a:gd name="connsiteY5" fmla="*/ 1101 h 6345"/>
                  <a:gd name="connsiteX6" fmla="*/ 349 w 6343"/>
                  <a:gd name="connsiteY6" fmla="*/ 3344 h 6345"/>
                  <a:gd name="connsiteX7" fmla="*/ 1278 w 6343"/>
                  <a:gd name="connsiteY7" fmla="*/ 5588 h 6345"/>
                  <a:gd name="connsiteX8" fmla="*/ 3520 w 6343"/>
                  <a:gd name="connsiteY8" fmla="*/ 651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0" y="6517"/>
                    </a:moveTo>
                    <a:cubicBezTo>
                      <a:pt x="4362" y="6517"/>
                      <a:pt x="5168" y="6183"/>
                      <a:pt x="5763" y="5588"/>
                    </a:cubicBezTo>
                    <a:cubicBezTo>
                      <a:pt x="6358" y="4993"/>
                      <a:pt x="6692" y="4186"/>
                      <a:pt x="6692" y="3344"/>
                    </a:cubicBezTo>
                    <a:cubicBezTo>
                      <a:pt x="6692" y="2503"/>
                      <a:pt x="6358" y="1696"/>
                      <a:pt x="5763" y="1101"/>
                    </a:cubicBezTo>
                    <a:cubicBezTo>
                      <a:pt x="5168" y="506"/>
                      <a:pt x="4362" y="172"/>
                      <a:pt x="3520" y="172"/>
                    </a:cubicBezTo>
                    <a:cubicBezTo>
                      <a:pt x="2679" y="172"/>
                      <a:pt x="1873" y="506"/>
                      <a:pt x="1278" y="1101"/>
                    </a:cubicBezTo>
                    <a:cubicBezTo>
                      <a:pt x="683" y="1696"/>
                      <a:pt x="349" y="2503"/>
                      <a:pt x="349" y="3344"/>
                    </a:cubicBezTo>
                    <a:cubicBezTo>
                      <a:pt x="349" y="4186"/>
                      <a:pt x="683" y="4993"/>
                      <a:pt x="1278" y="5588"/>
                    </a:cubicBezTo>
                    <a:cubicBezTo>
                      <a:pt x="1873" y="6183"/>
                      <a:pt x="2679" y="6517"/>
                      <a:pt x="3520" y="651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93" name="Freeform: Shape 2392">
                <a:extLst>
                  <a:ext uri="{FF2B5EF4-FFF2-40B4-BE49-F238E27FC236}">
                    <a16:creationId xmlns:a16="http://schemas.microsoft.com/office/drawing/2014/main" id="{4E3356A2-F6FF-AFB7-7521-E2DBC0C6563D}"/>
                  </a:ext>
                </a:extLst>
              </p:cNvPr>
              <p:cNvSpPr/>
              <p:nvPr/>
            </p:nvSpPr>
            <p:spPr>
              <a:xfrm>
                <a:off x="5274861" y="5666680"/>
                <a:ext cx="6343" cy="6345"/>
              </a:xfrm>
              <a:custGeom>
                <a:avLst/>
                <a:gdLst>
                  <a:gd name="connsiteX0" fmla="*/ 3520 w 6343"/>
                  <a:gd name="connsiteY0" fmla="*/ 6518 h 6345"/>
                  <a:gd name="connsiteX1" fmla="*/ 5763 w 6343"/>
                  <a:gd name="connsiteY1" fmla="*/ 5588 h 6345"/>
                  <a:gd name="connsiteX2" fmla="*/ 6692 w 6343"/>
                  <a:gd name="connsiteY2" fmla="*/ 3345 h 6345"/>
                  <a:gd name="connsiteX3" fmla="*/ 5763 w 6343"/>
                  <a:gd name="connsiteY3" fmla="*/ 1102 h 6345"/>
                  <a:gd name="connsiteX4" fmla="*/ 3520 w 6343"/>
                  <a:gd name="connsiteY4" fmla="*/ 172 h 6345"/>
                  <a:gd name="connsiteX5" fmla="*/ 1278 w 6343"/>
                  <a:gd name="connsiteY5" fmla="*/ 1102 h 6345"/>
                  <a:gd name="connsiteX6" fmla="*/ 349 w 6343"/>
                  <a:gd name="connsiteY6" fmla="*/ 3345 h 6345"/>
                  <a:gd name="connsiteX7" fmla="*/ 1278 w 6343"/>
                  <a:gd name="connsiteY7" fmla="*/ 5588 h 6345"/>
                  <a:gd name="connsiteX8" fmla="*/ 3520 w 6343"/>
                  <a:gd name="connsiteY8" fmla="*/ 651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0" y="6518"/>
                    </a:moveTo>
                    <a:cubicBezTo>
                      <a:pt x="4361" y="6518"/>
                      <a:pt x="5168" y="6183"/>
                      <a:pt x="5763" y="5588"/>
                    </a:cubicBezTo>
                    <a:cubicBezTo>
                      <a:pt x="6358" y="4994"/>
                      <a:pt x="6692" y="4186"/>
                      <a:pt x="6692" y="3345"/>
                    </a:cubicBezTo>
                    <a:cubicBezTo>
                      <a:pt x="6692" y="2504"/>
                      <a:pt x="6358" y="1697"/>
                      <a:pt x="5763" y="1102"/>
                    </a:cubicBezTo>
                    <a:cubicBezTo>
                      <a:pt x="5168" y="507"/>
                      <a:pt x="4361" y="172"/>
                      <a:pt x="3520" y="172"/>
                    </a:cubicBezTo>
                    <a:cubicBezTo>
                      <a:pt x="2679" y="172"/>
                      <a:pt x="1872" y="507"/>
                      <a:pt x="1278" y="1102"/>
                    </a:cubicBezTo>
                    <a:cubicBezTo>
                      <a:pt x="683" y="1697"/>
                      <a:pt x="349" y="2504"/>
                      <a:pt x="349" y="3345"/>
                    </a:cubicBezTo>
                    <a:cubicBezTo>
                      <a:pt x="349" y="4186"/>
                      <a:pt x="683" y="4994"/>
                      <a:pt x="1278" y="5588"/>
                    </a:cubicBezTo>
                    <a:cubicBezTo>
                      <a:pt x="1872" y="6183"/>
                      <a:pt x="2679" y="6518"/>
                      <a:pt x="3520" y="65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94" name="Freeform: Shape 2393">
                <a:extLst>
                  <a:ext uri="{FF2B5EF4-FFF2-40B4-BE49-F238E27FC236}">
                    <a16:creationId xmlns:a16="http://schemas.microsoft.com/office/drawing/2014/main" id="{8B5CF84B-BE48-9291-E301-E15C96917FDF}"/>
                  </a:ext>
                </a:extLst>
              </p:cNvPr>
              <p:cNvSpPr/>
              <p:nvPr/>
            </p:nvSpPr>
            <p:spPr>
              <a:xfrm>
                <a:off x="5272832" y="5675390"/>
                <a:ext cx="6343" cy="6345"/>
              </a:xfrm>
              <a:custGeom>
                <a:avLst/>
                <a:gdLst>
                  <a:gd name="connsiteX0" fmla="*/ 3520 w 6343"/>
                  <a:gd name="connsiteY0" fmla="*/ 6518 h 6345"/>
                  <a:gd name="connsiteX1" fmla="*/ 5763 w 6343"/>
                  <a:gd name="connsiteY1" fmla="*/ 5589 h 6345"/>
                  <a:gd name="connsiteX2" fmla="*/ 6692 w 6343"/>
                  <a:gd name="connsiteY2" fmla="*/ 3346 h 6345"/>
                  <a:gd name="connsiteX3" fmla="*/ 5763 w 6343"/>
                  <a:gd name="connsiteY3" fmla="*/ 1102 h 6345"/>
                  <a:gd name="connsiteX4" fmla="*/ 3520 w 6343"/>
                  <a:gd name="connsiteY4" fmla="*/ 173 h 6345"/>
                  <a:gd name="connsiteX5" fmla="*/ 1277 w 6343"/>
                  <a:gd name="connsiteY5" fmla="*/ 1102 h 6345"/>
                  <a:gd name="connsiteX6" fmla="*/ 348 w 6343"/>
                  <a:gd name="connsiteY6" fmla="*/ 3346 h 6345"/>
                  <a:gd name="connsiteX7" fmla="*/ 1277 w 6343"/>
                  <a:gd name="connsiteY7" fmla="*/ 5589 h 6345"/>
                  <a:gd name="connsiteX8" fmla="*/ 3520 w 6343"/>
                  <a:gd name="connsiteY8" fmla="*/ 651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0" y="6518"/>
                    </a:moveTo>
                    <a:cubicBezTo>
                      <a:pt x="4361" y="6518"/>
                      <a:pt x="5168" y="6184"/>
                      <a:pt x="5763" y="5589"/>
                    </a:cubicBezTo>
                    <a:cubicBezTo>
                      <a:pt x="6357" y="4994"/>
                      <a:pt x="6692" y="4187"/>
                      <a:pt x="6692" y="3346"/>
                    </a:cubicBezTo>
                    <a:cubicBezTo>
                      <a:pt x="6692" y="2504"/>
                      <a:pt x="6357" y="1697"/>
                      <a:pt x="5763" y="1102"/>
                    </a:cubicBezTo>
                    <a:cubicBezTo>
                      <a:pt x="5168" y="507"/>
                      <a:pt x="4361" y="173"/>
                      <a:pt x="3520" y="173"/>
                    </a:cubicBezTo>
                    <a:cubicBezTo>
                      <a:pt x="2679" y="173"/>
                      <a:pt x="1872" y="507"/>
                      <a:pt x="1277" y="1102"/>
                    </a:cubicBezTo>
                    <a:cubicBezTo>
                      <a:pt x="683" y="1697"/>
                      <a:pt x="348" y="2504"/>
                      <a:pt x="348" y="3346"/>
                    </a:cubicBezTo>
                    <a:cubicBezTo>
                      <a:pt x="348" y="4187"/>
                      <a:pt x="683" y="4994"/>
                      <a:pt x="1277" y="5589"/>
                    </a:cubicBezTo>
                    <a:cubicBezTo>
                      <a:pt x="1872" y="6184"/>
                      <a:pt x="2679" y="6518"/>
                      <a:pt x="3520" y="65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95" name="Freeform: Shape 2394">
                <a:extLst>
                  <a:ext uri="{FF2B5EF4-FFF2-40B4-BE49-F238E27FC236}">
                    <a16:creationId xmlns:a16="http://schemas.microsoft.com/office/drawing/2014/main" id="{4729D8EB-1959-FCF8-BD17-9D24D097836A}"/>
                  </a:ext>
                </a:extLst>
              </p:cNvPr>
              <p:cNvSpPr/>
              <p:nvPr/>
            </p:nvSpPr>
            <p:spPr>
              <a:xfrm>
                <a:off x="5264896" y="5684288"/>
                <a:ext cx="6343" cy="6345"/>
              </a:xfrm>
              <a:custGeom>
                <a:avLst/>
                <a:gdLst>
                  <a:gd name="connsiteX0" fmla="*/ 3519 w 6343"/>
                  <a:gd name="connsiteY0" fmla="*/ 6519 h 6345"/>
                  <a:gd name="connsiteX1" fmla="*/ 5762 w 6343"/>
                  <a:gd name="connsiteY1" fmla="*/ 5590 h 6345"/>
                  <a:gd name="connsiteX2" fmla="*/ 6691 w 6343"/>
                  <a:gd name="connsiteY2" fmla="*/ 3346 h 6345"/>
                  <a:gd name="connsiteX3" fmla="*/ 5762 w 6343"/>
                  <a:gd name="connsiteY3" fmla="*/ 1103 h 6345"/>
                  <a:gd name="connsiteX4" fmla="*/ 3519 w 6343"/>
                  <a:gd name="connsiteY4" fmla="*/ 174 h 6345"/>
                  <a:gd name="connsiteX5" fmla="*/ 1277 w 6343"/>
                  <a:gd name="connsiteY5" fmla="*/ 1103 h 6345"/>
                  <a:gd name="connsiteX6" fmla="*/ 348 w 6343"/>
                  <a:gd name="connsiteY6" fmla="*/ 3346 h 6345"/>
                  <a:gd name="connsiteX7" fmla="*/ 1277 w 6343"/>
                  <a:gd name="connsiteY7" fmla="*/ 5590 h 6345"/>
                  <a:gd name="connsiteX8" fmla="*/ 3519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9" y="6519"/>
                    </a:moveTo>
                    <a:cubicBezTo>
                      <a:pt x="4361" y="6519"/>
                      <a:pt x="5167" y="6185"/>
                      <a:pt x="5762" y="5590"/>
                    </a:cubicBezTo>
                    <a:cubicBezTo>
                      <a:pt x="6357" y="4995"/>
                      <a:pt x="6691" y="4188"/>
                      <a:pt x="6691" y="3346"/>
                    </a:cubicBezTo>
                    <a:cubicBezTo>
                      <a:pt x="6691" y="2505"/>
                      <a:pt x="6357" y="1698"/>
                      <a:pt x="5762" y="1103"/>
                    </a:cubicBezTo>
                    <a:cubicBezTo>
                      <a:pt x="5167" y="508"/>
                      <a:pt x="4361" y="174"/>
                      <a:pt x="3519" y="174"/>
                    </a:cubicBezTo>
                    <a:cubicBezTo>
                      <a:pt x="2678" y="174"/>
                      <a:pt x="1872" y="508"/>
                      <a:pt x="1277" y="1103"/>
                    </a:cubicBezTo>
                    <a:cubicBezTo>
                      <a:pt x="682" y="1698"/>
                      <a:pt x="348" y="2505"/>
                      <a:pt x="348" y="3346"/>
                    </a:cubicBezTo>
                    <a:cubicBezTo>
                      <a:pt x="348" y="4188"/>
                      <a:pt x="682" y="4995"/>
                      <a:pt x="1277" y="5590"/>
                    </a:cubicBezTo>
                    <a:cubicBezTo>
                      <a:pt x="1872" y="6185"/>
                      <a:pt x="2678" y="6519"/>
                      <a:pt x="3519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96" name="Freeform: Shape 2395">
                <a:extLst>
                  <a:ext uri="{FF2B5EF4-FFF2-40B4-BE49-F238E27FC236}">
                    <a16:creationId xmlns:a16="http://schemas.microsoft.com/office/drawing/2014/main" id="{F2BFA1BA-E1CA-EB16-0066-FB083AE3FE31}"/>
                  </a:ext>
                </a:extLst>
              </p:cNvPr>
              <p:cNvSpPr/>
              <p:nvPr/>
            </p:nvSpPr>
            <p:spPr>
              <a:xfrm>
                <a:off x="5264090" y="5692865"/>
                <a:ext cx="6343" cy="6345"/>
              </a:xfrm>
              <a:custGeom>
                <a:avLst/>
                <a:gdLst>
                  <a:gd name="connsiteX0" fmla="*/ 3519 w 6343"/>
                  <a:gd name="connsiteY0" fmla="*/ 6520 h 6345"/>
                  <a:gd name="connsiteX1" fmla="*/ 5762 w 6343"/>
                  <a:gd name="connsiteY1" fmla="*/ 5591 h 6345"/>
                  <a:gd name="connsiteX2" fmla="*/ 6691 w 6343"/>
                  <a:gd name="connsiteY2" fmla="*/ 3347 h 6345"/>
                  <a:gd name="connsiteX3" fmla="*/ 5762 w 6343"/>
                  <a:gd name="connsiteY3" fmla="*/ 1104 h 6345"/>
                  <a:gd name="connsiteX4" fmla="*/ 3519 w 6343"/>
                  <a:gd name="connsiteY4" fmla="*/ 174 h 6345"/>
                  <a:gd name="connsiteX5" fmla="*/ 1277 w 6343"/>
                  <a:gd name="connsiteY5" fmla="*/ 1104 h 6345"/>
                  <a:gd name="connsiteX6" fmla="*/ 348 w 6343"/>
                  <a:gd name="connsiteY6" fmla="*/ 3347 h 6345"/>
                  <a:gd name="connsiteX7" fmla="*/ 1277 w 6343"/>
                  <a:gd name="connsiteY7" fmla="*/ 5591 h 6345"/>
                  <a:gd name="connsiteX8" fmla="*/ 3519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9" y="6520"/>
                    </a:moveTo>
                    <a:cubicBezTo>
                      <a:pt x="4360" y="6520"/>
                      <a:pt x="5167" y="6186"/>
                      <a:pt x="5762" y="5591"/>
                    </a:cubicBezTo>
                    <a:cubicBezTo>
                      <a:pt x="6357" y="4996"/>
                      <a:pt x="6691" y="4189"/>
                      <a:pt x="6691" y="3347"/>
                    </a:cubicBezTo>
                    <a:cubicBezTo>
                      <a:pt x="6691" y="2506"/>
                      <a:pt x="6357" y="1699"/>
                      <a:pt x="5762" y="1104"/>
                    </a:cubicBezTo>
                    <a:cubicBezTo>
                      <a:pt x="5167" y="509"/>
                      <a:pt x="4360" y="174"/>
                      <a:pt x="3519" y="174"/>
                    </a:cubicBezTo>
                    <a:cubicBezTo>
                      <a:pt x="2678" y="174"/>
                      <a:pt x="1871" y="509"/>
                      <a:pt x="1277" y="1104"/>
                    </a:cubicBezTo>
                    <a:cubicBezTo>
                      <a:pt x="682" y="1699"/>
                      <a:pt x="348" y="2506"/>
                      <a:pt x="348" y="3347"/>
                    </a:cubicBezTo>
                    <a:cubicBezTo>
                      <a:pt x="348" y="4189"/>
                      <a:pt x="682" y="4996"/>
                      <a:pt x="1277" y="5591"/>
                    </a:cubicBezTo>
                    <a:cubicBezTo>
                      <a:pt x="1871" y="6186"/>
                      <a:pt x="2678" y="6520"/>
                      <a:pt x="3519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97" name="Freeform: Shape 2396">
                <a:extLst>
                  <a:ext uri="{FF2B5EF4-FFF2-40B4-BE49-F238E27FC236}">
                    <a16:creationId xmlns:a16="http://schemas.microsoft.com/office/drawing/2014/main" id="{5F41ED09-B9CD-56F0-C4B0-99554BDC5916}"/>
                  </a:ext>
                </a:extLst>
              </p:cNvPr>
              <p:cNvSpPr/>
              <p:nvPr/>
            </p:nvSpPr>
            <p:spPr>
              <a:xfrm>
                <a:off x="5263564" y="5701423"/>
                <a:ext cx="6343" cy="6345"/>
              </a:xfrm>
              <a:custGeom>
                <a:avLst/>
                <a:gdLst>
                  <a:gd name="connsiteX0" fmla="*/ 3519 w 6343"/>
                  <a:gd name="connsiteY0" fmla="*/ 6520 h 6345"/>
                  <a:gd name="connsiteX1" fmla="*/ 5762 w 6343"/>
                  <a:gd name="connsiteY1" fmla="*/ 5591 h 6345"/>
                  <a:gd name="connsiteX2" fmla="*/ 6691 w 6343"/>
                  <a:gd name="connsiteY2" fmla="*/ 3348 h 6345"/>
                  <a:gd name="connsiteX3" fmla="*/ 5762 w 6343"/>
                  <a:gd name="connsiteY3" fmla="*/ 1104 h 6345"/>
                  <a:gd name="connsiteX4" fmla="*/ 3519 w 6343"/>
                  <a:gd name="connsiteY4" fmla="*/ 175 h 6345"/>
                  <a:gd name="connsiteX5" fmla="*/ 1277 w 6343"/>
                  <a:gd name="connsiteY5" fmla="*/ 1104 h 6345"/>
                  <a:gd name="connsiteX6" fmla="*/ 348 w 6343"/>
                  <a:gd name="connsiteY6" fmla="*/ 3348 h 6345"/>
                  <a:gd name="connsiteX7" fmla="*/ 1277 w 6343"/>
                  <a:gd name="connsiteY7" fmla="*/ 5591 h 6345"/>
                  <a:gd name="connsiteX8" fmla="*/ 3519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9" y="6520"/>
                    </a:moveTo>
                    <a:cubicBezTo>
                      <a:pt x="4360" y="6520"/>
                      <a:pt x="5167" y="6186"/>
                      <a:pt x="5762" y="5591"/>
                    </a:cubicBezTo>
                    <a:cubicBezTo>
                      <a:pt x="6357" y="4996"/>
                      <a:pt x="6691" y="4189"/>
                      <a:pt x="6691" y="3348"/>
                    </a:cubicBezTo>
                    <a:cubicBezTo>
                      <a:pt x="6691" y="2506"/>
                      <a:pt x="6357" y="1699"/>
                      <a:pt x="5762" y="1104"/>
                    </a:cubicBezTo>
                    <a:cubicBezTo>
                      <a:pt x="5167" y="509"/>
                      <a:pt x="4360" y="175"/>
                      <a:pt x="3519" y="175"/>
                    </a:cubicBezTo>
                    <a:cubicBezTo>
                      <a:pt x="2678" y="175"/>
                      <a:pt x="1871" y="509"/>
                      <a:pt x="1277" y="1104"/>
                    </a:cubicBezTo>
                    <a:cubicBezTo>
                      <a:pt x="682" y="1699"/>
                      <a:pt x="348" y="2506"/>
                      <a:pt x="348" y="3348"/>
                    </a:cubicBezTo>
                    <a:cubicBezTo>
                      <a:pt x="348" y="4189"/>
                      <a:pt x="682" y="4996"/>
                      <a:pt x="1277" y="5591"/>
                    </a:cubicBezTo>
                    <a:cubicBezTo>
                      <a:pt x="1871" y="6186"/>
                      <a:pt x="2678" y="6520"/>
                      <a:pt x="3519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98" name="Freeform: Shape 2397">
                <a:extLst>
                  <a:ext uri="{FF2B5EF4-FFF2-40B4-BE49-F238E27FC236}">
                    <a16:creationId xmlns:a16="http://schemas.microsoft.com/office/drawing/2014/main" id="{F780D2DA-5E21-B331-DFD9-7B76096E175C}"/>
                  </a:ext>
                </a:extLst>
              </p:cNvPr>
              <p:cNvSpPr/>
              <p:nvPr/>
            </p:nvSpPr>
            <p:spPr>
              <a:xfrm>
                <a:off x="5261701" y="5709996"/>
                <a:ext cx="6343" cy="6345"/>
              </a:xfrm>
              <a:custGeom>
                <a:avLst/>
                <a:gdLst>
                  <a:gd name="connsiteX0" fmla="*/ 3519 w 6343"/>
                  <a:gd name="connsiteY0" fmla="*/ 6521 h 6345"/>
                  <a:gd name="connsiteX1" fmla="*/ 5762 w 6343"/>
                  <a:gd name="connsiteY1" fmla="*/ 5592 h 6345"/>
                  <a:gd name="connsiteX2" fmla="*/ 6691 w 6343"/>
                  <a:gd name="connsiteY2" fmla="*/ 3348 h 6345"/>
                  <a:gd name="connsiteX3" fmla="*/ 5762 w 6343"/>
                  <a:gd name="connsiteY3" fmla="*/ 1105 h 6345"/>
                  <a:gd name="connsiteX4" fmla="*/ 3519 w 6343"/>
                  <a:gd name="connsiteY4" fmla="*/ 176 h 6345"/>
                  <a:gd name="connsiteX5" fmla="*/ 1277 w 6343"/>
                  <a:gd name="connsiteY5" fmla="*/ 1105 h 6345"/>
                  <a:gd name="connsiteX6" fmla="*/ 348 w 6343"/>
                  <a:gd name="connsiteY6" fmla="*/ 3348 h 6345"/>
                  <a:gd name="connsiteX7" fmla="*/ 1277 w 6343"/>
                  <a:gd name="connsiteY7" fmla="*/ 5592 h 6345"/>
                  <a:gd name="connsiteX8" fmla="*/ 3519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9" y="6521"/>
                    </a:moveTo>
                    <a:cubicBezTo>
                      <a:pt x="4360" y="6521"/>
                      <a:pt x="5167" y="6187"/>
                      <a:pt x="5762" y="5592"/>
                    </a:cubicBezTo>
                    <a:cubicBezTo>
                      <a:pt x="6357" y="4997"/>
                      <a:pt x="6691" y="4190"/>
                      <a:pt x="6691" y="3348"/>
                    </a:cubicBezTo>
                    <a:cubicBezTo>
                      <a:pt x="6691" y="2507"/>
                      <a:pt x="6357" y="1700"/>
                      <a:pt x="5762" y="1105"/>
                    </a:cubicBezTo>
                    <a:cubicBezTo>
                      <a:pt x="5167" y="510"/>
                      <a:pt x="4360" y="176"/>
                      <a:pt x="3519" y="176"/>
                    </a:cubicBezTo>
                    <a:cubicBezTo>
                      <a:pt x="2678" y="176"/>
                      <a:pt x="1871" y="510"/>
                      <a:pt x="1277" y="1105"/>
                    </a:cubicBezTo>
                    <a:cubicBezTo>
                      <a:pt x="682" y="1700"/>
                      <a:pt x="348" y="2507"/>
                      <a:pt x="348" y="3348"/>
                    </a:cubicBezTo>
                    <a:cubicBezTo>
                      <a:pt x="348" y="4190"/>
                      <a:pt x="682" y="4997"/>
                      <a:pt x="1277" y="5592"/>
                    </a:cubicBezTo>
                    <a:cubicBezTo>
                      <a:pt x="1871" y="6187"/>
                      <a:pt x="2678" y="6521"/>
                      <a:pt x="3519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99" name="Freeform: Shape 2398">
                <a:extLst>
                  <a:ext uri="{FF2B5EF4-FFF2-40B4-BE49-F238E27FC236}">
                    <a16:creationId xmlns:a16="http://schemas.microsoft.com/office/drawing/2014/main" id="{3148ADD3-1C35-9E5C-4F3A-2379B6C6E0A4}"/>
                  </a:ext>
                </a:extLst>
              </p:cNvPr>
              <p:cNvSpPr/>
              <p:nvPr/>
            </p:nvSpPr>
            <p:spPr>
              <a:xfrm>
                <a:off x="5256531" y="5727078"/>
                <a:ext cx="6343" cy="6345"/>
              </a:xfrm>
              <a:custGeom>
                <a:avLst/>
                <a:gdLst>
                  <a:gd name="connsiteX0" fmla="*/ 3519 w 6343"/>
                  <a:gd name="connsiteY0" fmla="*/ 6523 h 6345"/>
                  <a:gd name="connsiteX1" fmla="*/ 5761 w 6343"/>
                  <a:gd name="connsiteY1" fmla="*/ 5593 h 6345"/>
                  <a:gd name="connsiteX2" fmla="*/ 6690 w 6343"/>
                  <a:gd name="connsiteY2" fmla="*/ 3350 h 6345"/>
                  <a:gd name="connsiteX3" fmla="*/ 5761 w 6343"/>
                  <a:gd name="connsiteY3" fmla="*/ 1106 h 6345"/>
                  <a:gd name="connsiteX4" fmla="*/ 3519 w 6343"/>
                  <a:gd name="connsiteY4" fmla="*/ 177 h 6345"/>
                  <a:gd name="connsiteX5" fmla="*/ 1276 w 6343"/>
                  <a:gd name="connsiteY5" fmla="*/ 1106 h 6345"/>
                  <a:gd name="connsiteX6" fmla="*/ 347 w 6343"/>
                  <a:gd name="connsiteY6" fmla="*/ 3350 h 6345"/>
                  <a:gd name="connsiteX7" fmla="*/ 1276 w 6343"/>
                  <a:gd name="connsiteY7" fmla="*/ 5593 h 6345"/>
                  <a:gd name="connsiteX8" fmla="*/ 3519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9" y="6523"/>
                    </a:moveTo>
                    <a:cubicBezTo>
                      <a:pt x="4360" y="6523"/>
                      <a:pt x="5167" y="6188"/>
                      <a:pt x="5761" y="5593"/>
                    </a:cubicBezTo>
                    <a:cubicBezTo>
                      <a:pt x="6356" y="4998"/>
                      <a:pt x="6690" y="4191"/>
                      <a:pt x="6690" y="3350"/>
                    </a:cubicBezTo>
                    <a:cubicBezTo>
                      <a:pt x="6690" y="2508"/>
                      <a:pt x="6356" y="1701"/>
                      <a:pt x="5761" y="1106"/>
                    </a:cubicBezTo>
                    <a:cubicBezTo>
                      <a:pt x="5167" y="511"/>
                      <a:pt x="4360" y="177"/>
                      <a:pt x="3519" y="177"/>
                    </a:cubicBezTo>
                    <a:cubicBezTo>
                      <a:pt x="2678" y="177"/>
                      <a:pt x="1871" y="511"/>
                      <a:pt x="1276" y="1106"/>
                    </a:cubicBezTo>
                    <a:cubicBezTo>
                      <a:pt x="681" y="1701"/>
                      <a:pt x="347" y="2508"/>
                      <a:pt x="347" y="3350"/>
                    </a:cubicBezTo>
                    <a:cubicBezTo>
                      <a:pt x="347" y="4191"/>
                      <a:pt x="681" y="4998"/>
                      <a:pt x="1276" y="5593"/>
                    </a:cubicBezTo>
                    <a:cubicBezTo>
                      <a:pt x="1871" y="6188"/>
                      <a:pt x="2678" y="6523"/>
                      <a:pt x="3519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00" name="Freeform: Shape 2399">
                <a:extLst>
                  <a:ext uri="{FF2B5EF4-FFF2-40B4-BE49-F238E27FC236}">
                    <a16:creationId xmlns:a16="http://schemas.microsoft.com/office/drawing/2014/main" id="{B6161498-DF5F-A365-4711-931D02FA1344}"/>
                  </a:ext>
                </a:extLst>
              </p:cNvPr>
              <p:cNvSpPr/>
              <p:nvPr/>
            </p:nvSpPr>
            <p:spPr>
              <a:xfrm>
                <a:off x="5253938" y="5735570"/>
                <a:ext cx="6343" cy="6345"/>
              </a:xfrm>
              <a:custGeom>
                <a:avLst/>
                <a:gdLst>
                  <a:gd name="connsiteX0" fmla="*/ 3519 w 6343"/>
                  <a:gd name="connsiteY0" fmla="*/ 6523 h 6345"/>
                  <a:gd name="connsiteX1" fmla="*/ 5761 w 6343"/>
                  <a:gd name="connsiteY1" fmla="*/ 5594 h 6345"/>
                  <a:gd name="connsiteX2" fmla="*/ 6690 w 6343"/>
                  <a:gd name="connsiteY2" fmla="*/ 3350 h 6345"/>
                  <a:gd name="connsiteX3" fmla="*/ 5761 w 6343"/>
                  <a:gd name="connsiteY3" fmla="*/ 1107 h 6345"/>
                  <a:gd name="connsiteX4" fmla="*/ 3519 w 6343"/>
                  <a:gd name="connsiteY4" fmla="*/ 178 h 6345"/>
                  <a:gd name="connsiteX5" fmla="*/ 1276 w 6343"/>
                  <a:gd name="connsiteY5" fmla="*/ 1107 h 6345"/>
                  <a:gd name="connsiteX6" fmla="*/ 347 w 6343"/>
                  <a:gd name="connsiteY6" fmla="*/ 3350 h 6345"/>
                  <a:gd name="connsiteX7" fmla="*/ 1276 w 6343"/>
                  <a:gd name="connsiteY7" fmla="*/ 5594 h 6345"/>
                  <a:gd name="connsiteX8" fmla="*/ 3519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9" y="6523"/>
                    </a:moveTo>
                    <a:cubicBezTo>
                      <a:pt x="4360" y="6523"/>
                      <a:pt x="5166" y="6189"/>
                      <a:pt x="5761" y="5594"/>
                    </a:cubicBezTo>
                    <a:cubicBezTo>
                      <a:pt x="6356" y="4999"/>
                      <a:pt x="6690" y="4192"/>
                      <a:pt x="6690" y="3350"/>
                    </a:cubicBezTo>
                    <a:cubicBezTo>
                      <a:pt x="6690" y="2509"/>
                      <a:pt x="6356" y="1702"/>
                      <a:pt x="5761" y="1107"/>
                    </a:cubicBezTo>
                    <a:cubicBezTo>
                      <a:pt x="5166" y="512"/>
                      <a:pt x="4360" y="178"/>
                      <a:pt x="3519" y="178"/>
                    </a:cubicBezTo>
                    <a:cubicBezTo>
                      <a:pt x="2677" y="178"/>
                      <a:pt x="1871" y="512"/>
                      <a:pt x="1276" y="1107"/>
                    </a:cubicBezTo>
                    <a:cubicBezTo>
                      <a:pt x="681" y="1702"/>
                      <a:pt x="347" y="2509"/>
                      <a:pt x="347" y="3350"/>
                    </a:cubicBezTo>
                    <a:cubicBezTo>
                      <a:pt x="347" y="4192"/>
                      <a:pt x="681" y="4999"/>
                      <a:pt x="1276" y="5594"/>
                    </a:cubicBezTo>
                    <a:cubicBezTo>
                      <a:pt x="1871" y="6189"/>
                      <a:pt x="2677" y="6523"/>
                      <a:pt x="3519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01" name="Freeform: Shape 2400">
                <a:extLst>
                  <a:ext uri="{FF2B5EF4-FFF2-40B4-BE49-F238E27FC236}">
                    <a16:creationId xmlns:a16="http://schemas.microsoft.com/office/drawing/2014/main" id="{E9FE05A2-A431-7C33-95B5-0F831F7E38E4}"/>
                  </a:ext>
                </a:extLst>
              </p:cNvPr>
              <p:cNvSpPr/>
              <p:nvPr/>
            </p:nvSpPr>
            <p:spPr>
              <a:xfrm>
                <a:off x="5251580" y="5744031"/>
                <a:ext cx="6343" cy="6345"/>
              </a:xfrm>
              <a:custGeom>
                <a:avLst/>
                <a:gdLst>
                  <a:gd name="connsiteX0" fmla="*/ 3518 w 6343"/>
                  <a:gd name="connsiteY0" fmla="*/ 6524 h 6345"/>
                  <a:gd name="connsiteX1" fmla="*/ 5761 w 6343"/>
                  <a:gd name="connsiteY1" fmla="*/ 5595 h 6345"/>
                  <a:gd name="connsiteX2" fmla="*/ 6690 w 6343"/>
                  <a:gd name="connsiteY2" fmla="*/ 3351 h 6345"/>
                  <a:gd name="connsiteX3" fmla="*/ 5761 w 6343"/>
                  <a:gd name="connsiteY3" fmla="*/ 1108 h 6345"/>
                  <a:gd name="connsiteX4" fmla="*/ 3518 w 6343"/>
                  <a:gd name="connsiteY4" fmla="*/ 178 h 6345"/>
                  <a:gd name="connsiteX5" fmla="*/ 1276 w 6343"/>
                  <a:gd name="connsiteY5" fmla="*/ 1108 h 6345"/>
                  <a:gd name="connsiteX6" fmla="*/ 347 w 6343"/>
                  <a:gd name="connsiteY6" fmla="*/ 3351 h 6345"/>
                  <a:gd name="connsiteX7" fmla="*/ 1276 w 6343"/>
                  <a:gd name="connsiteY7" fmla="*/ 5595 h 6345"/>
                  <a:gd name="connsiteX8" fmla="*/ 351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8" y="6524"/>
                    </a:moveTo>
                    <a:cubicBezTo>
                      <a:pt x="4359" y="6524"/>
                      <a:pt x="5166" y="6190"/>
                      <a:pt x="5761" y="5595"/>
                    </a:cubicBezTo>
                    <a:cubicBezTo>
                      <a:pt x="6356" y="5000"/>
                      <a:pt x="6690" y="4193"/>
                      <a:pt x="6690" y="3351"/>
                    </a:cubicBezTo>
                    <a:cubicBezTo>
                      <a:pt x="6690" y="2510"/>
                      <a:pt x="6356" y="1703"/>
                      <a:pt x="5761" y="1108"/>
                    </a:cubicBezTo>
                    <a:cubicBezTo>
                      <a:pt x="5166" y="513"/>
                      <a:pt x="4359" y="178"/>
                      <a:pt x="3518" y="178"/>
                    </a:cubicBezTo>
                    <a:cubicBezTo>
                      <a:pt x="2677" y="178"/>
                      <a:pt x="1870" y="513"/>
                      <a:pt x="1276" y="1108"/>
                    </a:cubicBezTo>
                    <a:cubicBezTo>
                      <a:pt x="681" y="1703"/>
                      <a:pt x="347" y="2510"/>
                      <a:pt x="347" y="3351"/>
                    </a:cubicBezTo>
                    <a:cubicBezTo>
                      <a:pt x="347" y="4193"/>
                      <a:pt x="681" y="5000"/>
                      <a:pt x="1276" y="5595"/>
                    </a:cubicBezTo>
                    <a:cubicBezTo>
                      <a:pt x="1870" y="6190"/>
                      <a:pt x="2677" y="6524"/>
                      <a:pt x="351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02" name="Freeform: Shape 2401">
                <a:extLst>
                  <a:ext uri="{FF2B5EF4-FFF2-40B4-BE49-F238E27FC236}">
                    <a16:creationId xmlns:a16="http://schemas.microsoft.com/office/drawing/2014/main" id="{AC07F129-5479-41B9-53F5-B7F85C6FF0C8}"/>
                  </a:ext>
                </a:extLst>
              </p:cNvPr>
              <p:cNvSpPr/>
              <p:nvPr/>
            </p:nvSpPr>
            <p:spPr>
              <a:xfrm>
                <a:off x="5249979" y="5752474"/>
                <a:ext cx="6343" cy="6345"/>
              </a:xfrm>
              <a:custGeom>
                <a:avLst/>
                <a:gdLst>
                  <a:gd name="connsiteX0" fmla="*/ 3518 w 6343"/>
                  <a:gd name="connsiteY0" fmla="*/ 6525 h 6345"/>
                  <a:gd name="connsiteX1" fmla="*/ 5761 w 6343"/>
                  <a:gd name="connsiteY1" fmla="*/ 5595 h 6345"/>
                  <a:gd name="connsiteX2" fmla="*/ 6690 w 6343"/>
                  <a:gd name="connsiteY2" fmla="*/ 3352 h 6345"/>
                  <a:gd name="connsiteX3" fmla="*/ 5761 w 6343"/>
                  <a:gd name="connsiteY3" fmla="*/ 1108 h 6345"/>
                  <a:gd name="connsiteX4" fmla="*/ 3518 w 6343"/>
                  <a:gd name="connsiteY4" fmla="*/ 179 h 6345"/>
                  <a:gd name="connsiteX5" fmla="*/ 1276 w 6343"/>
                  <a:gd name="connsiteY5" fmla="*/ 1108 h 6345"/>
                  <a:gd name="connsiteX6" fmla="*/ 347 w 6343"/>
                  <a:gd name="connsiteY6" fmla="*/ 3352 h 6345"/>
                  <a:gd name="connsiteX7" fmla="*/ 1276 w 6343"/>
                  <a:gd name="connsiteY7" fmla="*/ 5595 h 6345"/>
                  <a:gd name="connsiteX8" fmla="*/ 351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8" y="6525"/>
                    </a:moveTo>
                    <a:cubicBezTo>
                      <a:pt x="4359" y="6525"/>
                      <a:pt x="5166" y="6190"/>
                      <a:pt x="5761" y="5595"/>
                    </a:cubicBezTo>
                    <a:cubicBezTo>
                      <a:pt x="6356" y="5000"/>
                      <a:pt x="6690" y="4193"/>
                      <a:pt x="6690" y="3352"/>
                    </a:cubicBezTo>
                    <a:cubicBezTo>
                      <a:pt x="6690" y="2510"/>
                      <a:pt x="6356" y="1703"/>
                      <a:pt x="5761" y="1108"/>
                    </a:cubicBezTo>
                    <a:cubicBezTo>
                      <a:pt x="5166" y="513"/>
                      <a:pt x="4359" y="179"/>
                      <a:pt x="3518" y="179"/>
                    </a:cubicBezTo>
                    <a:cubicBezTo>
                      <a:pt x="2677" y="179"/>
                      <a:pt x="1870" y="513"/>
                      <a:pt x="1276" y="1108"/>
                    </a:cubicBezTo>
                    <a:cubicBezTo>
                      <a:pt x="681" y="1703"/>
                      <a:pt x="347" y="2510"/>
                      <a:pt x="347" y="3352"/>
                    </a:cubicBezTo>
                    <a:cubicBezTo>
                      <a:pt x="347" y="4193"/>
                      <a:pt x="681" y="5000"/>
                      <a:pt x="1276" y="5595"/>
                    </a:cubicBezTo>
                    <a:cubicBezTo>
                      <a:pt x="1870" y="6190"/>
                      <a:pt x="2677" y="6525"/>
                      <a:pt x="351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03" name="Freeform: Shape 2402">
                <a:extLst>
                  <a:ext uri="{FF2B5EF4-FFF2-40B4-BE49-F238E27FC236}">
                    <a16:creationId xmlns:a16="http://schemas.microsoft.com/office/drawing/2014/main" id="{5C78DF9A-BF19-9986-C1A5-55F48E628CA8}"/>
                  </a:ext>
                </a:extLst>
              </p:cNvPr>
              <p:cNvSpPr/>
              <p:nvPr/>
            </p:nvSpPr>
            <p:spPr>
              <a:xfrm>
                <a:off x="5248516" y="5760900"/>
                <a:ext cx="6343" cy="6345"/>
              </a:xfrm>
              <a:custGeom>
                <a:avLst/>
                <a:gdLst>
                  <a:gd name="connsiteX0" fmla="*/ 3518 w 6343"/>
                  <a:gd name="connsiteY0" fmla="*/ 6525 h 6345"/>
                  <a:gd name="connsiteX1" fmla="*/ 5761 w 6343"/>
                  <a:gd name="connsiteY1" fmla="*/ 5596 h 6345"/>
                  <a:gd name="connsiteX2" fmla="*/ 6690 w 6343"/>
                  <a:gd name="connsiteY2" fmla="*/ 3352 h 6345"/>
                  <a:gd name="connsiteX3" fmla="*/ 5761 w 6343"/>
                  <a:gd name="connsiteY3" fmla="*/ 1109 h 6345"/>
                  <a:gd name="connsiteX4" fmla="*/ 3518 w 6343"/>
                  <a:gd name="connsiteY4" fmla="*/ 180 h 6345"/>
                  <a:gd name="connsiteX5" fmla="*/ 1275 w 6343"/>
                  <a:gd name="connsiteY5" fmla="*/ 1109 h 6345"/>
                  <a:gd name="connsiteX6" fmla="*/ 347 w 6343"/>
                  <a:gd name="connsiteY6" fmla="*/ 3352 h 6345"/>
                  <a:gd name="connsiteX7" fmla="*/ 1275 w 6343"/>
                  <a:gd name="connsiteY7" fmla="*/ 5596 h 6345"/>
                  <a:gd name="connsiteX8" fmla="*/ 351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8" y="6525"/>
                    </a:moveTo>
                    <a:cubicBezTo>
                      <a:pt x="4359" y="6525"/>
                      <a:pt x="5166" y="6191"/>
                      <a:pt x="5761" y="5596"/>
                    </a:cubicBezTo>
                    <a:cubicBezTo>
                      <a:pt x="6355" y="5001"/>
                      <a:pt x="6690" y="4194"/>
                      <a:pt x="6690" y="3352"/>
                    </a:cubicBezTo>
                    <a:cubicBezTo>
                      <a:pt x="6690" y="2511"/>
                      <a:pt x="6355" y="1704"/>
                      <a:pt x="5761" y="1109"/>
                    </a:cubicBezTo>
                    <a:cubicBezTo>
                      <a:pt x="5166" y="514"/>
                      <a:pt x="4359" y="180"/>
                      <a:pt x="3518" y="180"/>
                    </a:cubicBezTo>
                    <a:cubicBezTo>
                      <a:pt x="2677" y="180"/>
                      <a:pt x="1870" y="514"/>
                      <a:pt x="1275" y="1109"/>
                    </a:cubicBezTo>
                    <a:cubicBezTo>
                      <a:pt x="681" y="1704"/>
                      <a:pt x="347" y="2511"/>
                      <a:pt x="347" y="3352"/>
                    </a:cubicBezTo>
                    <a:cubicBezTo>
                      <a:pt x="347" y="4194"/>
                      <a:pt x="681" y="5001"/>
                      <a:pt x="1275" y="5596"/>
                    </a:cubicBezTo>
                    <a:cubicBezTo>
                      <a:pt x="1870" y="6191"/>
                      <a:pt x="2677" y="6525"/>
                      <a:pt x="351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04" name="Freeform: Shape 2403">
                <a:extLst>
                  <a:ext uri="{FF2B5EF4-FFF2-40B4-BE49-F238E27FC236}">
                    <a16:creationId xmlns:a16="http://schemas.microsoft.com/office/drawing/2014/main" id="{9385C042-EDB1-0BDB-EA48-3C0914C243F2}"/>
                  </a:ext>
                </a:extLst>
              </p:cNvPr>
              <p:cNvSpPr/>
              <p:nvPr/>
            </p:nvSpPr>
            <p:spPr>
              <a:xfrm>
                <a:off x="5246432" y="5769296"/>
                <a:ext cx="6343" cy="6345"/>
              </a:xfrm>
              <a:custGeom>
                <a:avLst/>
                <a:gdLst>
                  <a:gd name="connsiteX0" fmla="*/ 3518 w 6343"/>
                  <a:gd name="connsiteY0" fmla="*/ 6526 h 6345"/>
                  <a:gd name="connsiteX1" fmla="*/ 5761 w 6343"/>
                  <a:gd name="connsiteY1" fmla="*/ 5597 h 6345"/>
                  <a:gd name="connsiteX2" fmla="*/ 6689 w 6343"/>
                  <a:gd name="connsiteY2" fmla="*/ 3353 h 6345"/>
                  <a:gd name="connsiteX3" fmla="*/ 5761 w 6343"/>
                  <a:gd name="connsiteY3" fmla="*/ 1110 h 6345"/>
                  <a:gd name="connsiteX4" fmla="*/ 3518 w 6343"/>
                  <a:gd name="connsiteY4" fmla="*/ 180 h 6345"/>
                  <a:gd name="connsiteX5" fmla="*/ 1275 w 6343"/>
                  <a:gd name="connsiteY5" fmla="*/ 1110 h 6345"/>
                  <a:gd name="connsiteX6" fmla="*/ 346 w 6343"/>
                  <a:gd name="connsiteY6" fmla="*/ 3353 h 6345"/>
                  <a:gd name="connsiteX7" fmla="*/ 1275 w 6343"/>
                  <a:gd name="connsiteY7" fmla="*/ 5597 h 6345"/>
                  <a:gd name="connsiteX8" fmla="*/ 3518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8" y="6526"/>
                    </a:moveTo>
                    <a:cubicBezTo>
                      <a:pt x="4359" y="6526"/>
                      <a:pt x="5166" y="6192"/>
                      <a:pt x="5761" y="5597"/>
                    </a:cubicBezTo>
                    <a:cubicBezTo>
                      <a:pt x="6355" y="5002"/>
                      <a:pt x="6689" y="4195"/>
                      <a:pt x="6689" y="3353"/>
                    </a:cubicBezTo>
                    <a:cubicBezTo>
                      <a:pt x="6689" y="2512"/>
                      <a:pt x="6355" y="1705"/>
                      <a:pt x="5761" y="1110"/>
                    </a:cubicBezTo>
                    <a:cubicBezTo>
                      <a:pt x="5166" y="515"/>
                      <a:pt x="4359" y="180"/>
                      <a:pt x="3518" y="180"/>
                    </a:cubicBezTo>
                    <a:cubicBezTo>
                      <a:pt x="2677" y="180"/>
                      <a:pt x="1870" y="515"/>
                      <a:pt x="1275" y="1110"/>
                    </a:cubicBezTo>
                    <a:cubicBezTo>
                      <a:pt x="681" y="1705"/>
                      <a:pt x="346" y="2512"/>
                      <a:pt x="346" y="3353"/>
                    </a:cubicBezTo>
                    <a:cubicBezTo>
                      <a:pt x="346" y="4195"/>
                      <a:pt x="681" y="5002"/>
                      <a:pt x="1275" y="5597"/>
                    </a:cubicBezTo>
                    <a:cubicBezTo>
                      <a:pt x="1870" y="6192"/>
                      <a:pt x="2677" y="6526"/>
                      <a:pt x="3518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05" name="Freeform: Shape 2404">
                <a:extLst>
                  <a:ext uri="{FF2B5EF4-FFF2-40B4-BE49-F238E27FC236}">
                    <a16:creationId xmlns:a16="http://schemas.microsoft.com/office/drawing/2014/main" id="{923FDC2C-3363-CDCD-7E36-7E25CBAFF347}"/>
                  </a:ext>
                </a:extLst>
              </p:cNvPr>
              <p:cNvSpPr/>
              <p:nvPr/>
            </p:nvSpPr>
            <p:spPr>
              <a:xfrm>
                <a:off x="5246294" y="5777728"/>
                <a:ext cx="6343" cy="6345"/>
              </a:xfrm>
              <a:custGeom>
                <a:avLst/>
                <a:gdLst>
                  <a:gd name="connsiteX0" fmla="*/ 3518 w 6343"/>
                  <a:gd name="connsiteY0" fmla="*/ 6527 h 6345"/>
                  <a:gd name="connsiteX1" fmla="*/ 5761 w 6343"/>
                  <a:gd name="connsiteY1" fmla="*/ 5597 h 6345"/>
                  <a:gd name="connsiteX2" fmla="*/ 6689 w 6343"/>
                  <a:gd name="connsiteY2" fmla="*/ 3354 h 6345"/>
                  <a:gd name="connsiteX3" fmla="*/ 5761 w 6343"/>
                  <a:gd name="connsiteY3" fmla="*/ 1110 h 6345"/>
                  <a:gd name="connsiteX4" fmla="*/ 3518 w 6343"/>
                  <a:gd name="connsiteY4" fmla="*/ 181 h 6345"/>
                  <a:gd name="connsiteX5" fmla="*/ 1275 w 6343"/>
                  <a:gd name="connsiteY5" fmla="*/ 1110 h 6345"/>
                  <a:gd name="connsiteX6" fmla="*/ 346 w 6343"/>
                  <a:gd name="connsiteY6" fmla="*/ 3354 h 6345"/>
                  <a:gd name="connsiteX7" fmla="*/ 1275 w 6343"/>
                  <a:gd name="connsiteY7" fmla="*/ 5597 h 6345"/>
                  <a:gd name="connsiteX8" fmla="*/ 3518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8" y="6527"/>
                    </a:moveTo>
                    <a:cubicBezTo>
                      <a:pt x="4359" y="6527"/>
                      <a:pt x="5166" y="6192"/>
                      <a:pt x="5761" y="5597"/>
                    </a:cubicBezTo>
                    <a:cubicBezTo>
                      <a:pt x="6355" y="5002"/>
                      <a:pt x="6689" y="4195"/>
                      <a:pt x="6689" y="3354"/>
                    </a:cubicBezTo>
                    <a:cubicBezTo>
                      <a:pt x="6689" y="2512"/>
                      <a:pt x="6355" y="1705"/>
                      <a:pt x="5761" y="1110"/>
                    </a:cubicBezTo>
                    <a:cubicBezTo>
                      <a:pt x="5166" y="515"/>
                      <a:pt x="4359" y="181"/>
                      <a:pt x="3518" y="181"/>
                    </a:cubicBezTo>
                    <a:cubicBezTo>
                      <a:pt x="2677" y="181"/>
                      <a:pt x="1870" y="515"/>
                      <a:pt x="1275" y="1110"/>
                    </a:cubicBezTo>
                    <a:cubicBezTo>
                      <a:pt x="681" y="1705"/>
                      <a:pt x="346" y="2512"/>
                      <a:pt x="346" y="3354"/>
                    </a:cubicBezTo>
                    <a:cubicBezTo>
                      <a:pt x="346" y="4195"/>
                      <a:pt x="681" y="5002"/>
                      <a:pt x="1275" y="5597"/>
                    </a:cubicBezTo>
                    <a:cubicBezTo>
                      <a:pt x="1870" y="6192"/>
                      <a:pt x="2677" y="6527"/>
                      <a:pt x="3518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06" name="Freeform: Shape 2405">
                <a:extLst>
                  <a:ext uri="{FF2B5EF4-FFF2-40B4-BE49-F238E27FC236}">
                    <a16:creationId xmlns:a16="http://schemas.microsoft.com/office/drawing/2014/main" id="{3A74A71D-42B8-2F83-DC78-8928759035DF}"/>
                  </a:ext>
                </a:extLst>
              </p:cNvPr>
              <p:cNvSpPr/>
              <p:nvPr/>
            </p:nvSpPr>
            <p:spPr>
              <a:xfrm>
                <a:off x="5244249" y="5786091"/>
                <a:ext cx="6343" cy="6345"/>
              </a:xfrm>
              <a:custGeom>
                <a:avLst/>
                <a:gdLst>
                  <a:gd name="connsiteX0" fmla="*/ 3518 w 6343"/>
                  <a:gd name="connsiteY0" fmla="*/ 6527 h 6345"/>
                  <a:gd name="connsiteX1" fmla="*/ 5760 w 6343"/>
                  <a:gd name="connsiteY1" fmla="*/ 5598 h 6345"/>
                  <a:gd name="connsiteX2" fmla="*/ 6689 w 6343"/>
                  <a:gd name="connsiteY2" fmla="*/ 3354 h 6345"/>
                  <a:gd name="connsiteX3" fmla="*/ 5760 w 6343"/>
                  <a:gd name="connsiteY3" fmla="*/ 1111 h 6345"/>
                  <a:gd name="connsiteX4" fmla="*/ 3518 w 6343"/>
                  <a:gd name="connsiteY4" fmla="*/ 182 h 6345"/>
                  <a:gd name="connsiteX5" fmla="*/ 1275 w 6343"/>
                  <a:gd name="connsiteY5" fmla="*/ 1111 h 6345"/>
                  <a:gd name="connsiteX6" fmla="*/ 346 w 6343"/>
                  <a:gd name="connsiteY6" fmla="*/ 3354 h 6345"/>
                  <a:gd name="connsiteX7" fmla="*/ 1275 w 6343"/>
                  <a:gd name="connsiteY7" fmla="*/ 5598 h 6345"/>
                  <a:gd name="connsiteX8" fmla="*/ 3518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8" y="6527"/>
                    </a:moveTo>
                    <a:cubicBezTo>
                      <a:pt x="4359" y="6527"/>
                      <a:pt x="5166" y="6193"/>
                      <a:pt x="5760" y="5598"/>
                    </a:cubicBezTo>
                    <a:cubicBezTo>
                      <a:pt x="6355" y="5003"/>
                      <a:pt x="6689" y="4196"/>
                      <a:pt x="6689" y="3354"/>
                    </a:cubicBezTo>
                    <a:cubicBezTo>
                      <a:pt x="6689" y="2513"/>
                      <a:pt x="6355" y="1706"/>
                      <a:pt x="5760" y="1111"/>
                    </a:cubicBezTo>
                    <a:cubicBezTo>
                      <a:pt x="5166" y="516"/>
                      <a:pt x="4359" y="182"/>
                      <a:pt x="3518" y="182"/>
                    </a:cubicBezTo>
                    <a:cubicBezTo>
                      <a:pt x="2677" y="182"/>
                      <a:pt x="1870" y="516"/>
                      <a:pt x="1275" y="1111"/>
                    </a:cubicBezTo>
                    <a:cubicBezTo>
                      <a:pt x="680" y="1706"/>
                      <a:pt x="346" y="2513"/>
                      <a:pt x="346" y="3354"/>
                    </a:cubicBezTo>
                    <a:cubicBezTo>
                      <a:pt x="346" y="4196"/>
                      <a:pt x="680" y="5003"/>
                      <a:pt x="1275" y="5598"/>
                    </a:cubicBezTo>
                    <a:cubicBezTo>
                      <a:pt x="1870" y="6193"/>
                      <a:pt x="2677" y="6527"/>
                      <a:pt x="3518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07" name="Freeform: Shape 2406">
                <a:extLst>
                  <a:ext uri="{FF2B5EF4-FFF2-40B4-BE49-F238E27FC236}">
                    <a16:creationId xmlns:a16="http://schemas.microsoft.com/office/drawing/2014/main" id="{1109EBD8-A3E8-3C55-E070-F677774FBBEB}"/>
                  </a:ext>
                </a:extLst>
              </p:cNvPr>
              <p:cNvSpPr/>
              <p:nvPr/>
            </p:nvSpPr>
            <p:spPr>
              <a:xfrm>
                <a:off x="5241108" y="5794386"/>
                <a:ext cx="6343" cy="6345"/>
              </a:xfrm>
              <a:custGeom>
                <a:avLst/>
                <a:gdLst>
                  <a:gd name="connsiteX0" fmla="*/ 3518 w 6343"/>
                  <a:gd name="connsiteY0" fmla="*/ 6528 h 6345"/>
                  <a:gd name="connsiteX1" fmla="*/ 5760 w 6343"/>
                  <a:gd name="connsiteY1" fmla="*/ 5599 h 6345"/>
                  <a:gd name="connsiteX2" fmla="*/ 6689 w 6343"/>
                  <a:gd name="connsiteY2" fmla="*/ 3355 h 6345"/>
                  <a:gd name="connsiteX3" fmla="*/ 5760 w 6343"/>
                  <a:gd name="connsiteY3" fmla="*/ 1112 h 6345"/>
                  <a:gd name="connsiteX4" fmla="*/ 3518 w 6343"/>
                  <a:gd name="connsiteY4" fmla="*/ 182 h 6345"/>
                  <a:gd name="connsiteX5" fmla="*/ 1275 w 6343"/>
                  <a:gd name="connsiteY5" fmla="*/ 1112 h 6345"/>
                  <a:gd name="connsiteX6" fmla="*/ 346 w 6343"/>
                  <a:gd name="connsiteY6" fmla="*/ 3355 h 6345"/>
                  <a:gd name="connsiteX7" fmla="*/ 1275 w 6343"/>
                  <a:gd name="connsiteY7" fmla="*/ 5599 h 6345"/>
                  <a:gd name="connsiteX8" fmla="*/ 3518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8" y="6528"/>
                    </a:moveTo>
                    <a:cubicBezTo>
                      <a:pt x="4359" y="6528"/>
                      <a:pt x="5165" y="6194"/>
                      <a:pt x="5760" y="5599"/>
                    </a:cubicBezTo>
                    <a:cubicBezTo>
                      <a:pt x="6355" y="5004"/>
                      <a:pt x="6689" y="4197"/>
                      <a:pt x="6689" y="3355"/>
                    </a:cubicBezTo>
                    <a:cubicBezTo>
                      <a:pt x="6689" y="2514"/>
                      <a:pt x="6355" y="1707"/>
                      <a:pt x="5760" y="1112"/>
                    </a:cubicBezTo>
                    <a:cubicBezTo>
                      <a:pt x="5165" y="517"/>
                      <a:pt x="4359" y="182"/>
                      <a:pt x="3518" y="182"/>
                    </a:cubicBezTo>
                    <a:cubicBezTo>
                      <a:pt x="2676" y="182"/>
                      <a:pt x="1870" y="517"/>
                      <a:pt x="1275" y="1112"/>
                    </a:cubicBezTo>
                    <a:cubicBezTo>
                      <a:pt x="680" y="1707"/>
                      <a:pt x="346" y="2514"/>
                      <a:pt x="346" y="3355"/>
                    </a:cubicBezTo>
                    <a:cubicBezTo>
                      <a:pt x="346" y="4197"/>
                      <a:pt x="680" y="5004"/>
                      <a:pt x="1275" y="5599"/>
                    </a:cubicBezTo>
                    <a:cubicBezTo>
                      <a:pt x="1870" y="6194"/>
                      <a:pt x="2676" y="6528"/>
                      <a:pt x="3518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08" name="Freeform: Shape 2407">
                <a:extLst>
                  <a:ext uri="{FF2B5EF4-FFF2-40B4-BE49-F238E27FC236}">
                    <a16:creationId xmlns:a16="http://schemas.microsoft.com/office/drawing/2014/main" id="{4B400760-1F26-8475-80F5-94304F6A0B90}"/>
                  </a:ext>
                </a:extLst>
              </p:cNvPr>
              <p:cNvSpPr/>
              <p:nvPr/>
            </p:nvSpPr>
            <p:spPr>
              <a:xfrm>
                <a:off x="5240008" y="5802747"/>
                <a:ext cx="6343" cy="6345"/>
              </a:xfrm>
              <a:custGeom>
                <a:avLst/>
                <a:gdLst>
                  <a:gd name="connsiteX0" fmla="*/ 3517 w 6343"/>
                  <a:gd name="connsiteY0" fmla="*/ 6528 h 6345"/>
                  <a:gd name="connsiteX1" fmla="*/ 5760 w 6343"/>
                  <a:gd name="connsiteY1" fmla="*/ 5599 h 6345"/>
                  <a:gd name="connsiteX2" fmla="*/ 6689 w 6343"/>
                  <a:gd name="connsiteY2" fmla="*/ 3356 h 6345"/>
                  <a:gd name="connsiteX3" fmla="*/ 5760 w 6343"/>
                  <a:gd name="connsiteY3" fmla="*/ 1112 h 6345"/>
                  <a:gd name="connsiteX4" fmla="*/ 3517 w 6343"/>
                  <a:gd name="connsiteY4" fmla="*/ 183 h 6345"/>
                  <a:gd name="connsiteX5" fmla="*/ 1275 w 6343"/>
                  <a:gd name="connsiteY5" fmla="*/ 1112 h 6345"/>
                  <a:gd name="connsiteX6" fmla="*/ 346 w 6343"/>
                  <a:gd name="connsiteY6" fmla="*/ 3356 h 6345"/>
                  <a:gd name="connsiteX7" fmla="*/ 1275 w 6343"/>
                  <a:gd name="connsiteY7" fmla="*/ 5599 h 6345"/>
                  <a:gd name="connsiteX8" fmla="*/ 3517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7" y="6528"/>
                    </a:moveTo>
                    <a:cubicBezTo>
                      <a:pt x="4359" y="6528"/>
                      <a:pt x="5165" y="6194"/>
                      <a:pt x="5760" y="5599"/>
                    </a:cubicBezTo>
                    <a:cubicBezTo>
                      <a:pt x="6355" y="5004"/>
                      <a:pt x="6689" y="4197"/>
                      <a:pt x="6689" y="3356"/>
                    </a:cubicBezTo>
                    <a:cubicBezTo>
                      <a:pt x="6689" y="2514"/>
                      <a:pt x="6355" y="1707"/>
                      <a:pt x="5760" y="1112"/>
                    </a:cubicBezTo>
                    <a:cubicBezTo>
                      <a:pt x="5165" y="517"/>
                      <a:pt x="4359" y="183"/>
                      <a:pt x="3517" y="183"/>
                    </a:cubicBezTo>
                    <a:cubicBezTo>
                      <a:pt x="2676" y="183"/>
                      <a:pt x="1870" y="517"/>
                      <a:pt x="1275" y="1112"/>
                    </a:cubicBezTo>
                    <a:cubicBezTo>
                      <a:pt x="680" y="1707"/>
                      <a:pt x="346" y="2514"/>
                      <a:pt x="346" y="3356"/>
                    </a:cubicBezTo>
                    <a:cubicBezTo>
                      <a:pt x="346" y="4197"/>
                      <a:pt x="680" y="5004"/>
                      <a:pt x="1275" y="5599"/>
                    </a:cubicBezTo>
                    <a:cubicBezTo>
                      <a:pt x="1870" y="6194"/>
                      <a:pt x="2676" y="6528"/>
                      <a:pt x="3517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09" name="Freeform: Shape 2408">
                <a:extLst>
                  <a:ext uri="{FF2B5EF4-FFF2-40B4-BE49-F238E27FC236}">
                    <a16:creationId xmlns:a16="http://schemas.microsoft.com/office/drawing/2014/main" id="{2FA8F452-6045-7227-0BE2-0BE85D22BE1E}"/>
                  </a:ext>
                </a:extLst>
              </p:cNvPr>
              <p:cNvSpPr/>
              <p:nvPr/>
            </p:nvSpPr>
            <p:spPr>
              <a:xfrm>
                <a:off x="5237194" y="5811004"/>
                <a:ext cx="6343" cy="6345"/>
              </a:xfrm>
              <a:custGeom>
                <a:avLst/>
                <a:gdLst>
                  <a:gd name="connsiteX0" fmla="*/ 3517 w 6343"/>
                  <a:gd name="connsiteY0" fmla="*/ 6529 h 6345"/>
                  <a:gd name="connsiteX1" fmla="*/ 5760 w 6343"/>
                  <a:gd name="connsiteY1" fmla="*/ 5600 h 6345"/>
                  <a:gd name="connsiteX2" fmla="*/ 6689 w 6343"/>
                  <a:gd name="connsiteY2" fmla="*/ 3356 h 6345"/>
                  <a:gd name="connsiteX3" fmla="*/ 5760 w 6343"/>
                  <a:gd name="connsiteY3" fmla="*/ 1113 h 6345"/>
                  <a:gd name="connsiteX4" fmla="*/ 3517 w 6343"/>
                  <a:gd name="connsiteY4" fmla="*/ 184 h 6345"/>
                  <a:gd name="connsiteX5" fmla="*/ 1275 w 6343"/>
                  <a:gd name="connsiteY5" fmla="*/ 1113 h 6345"/>
                  <a:gd name="connsiteX6" fmla="*/ 346 w 6343"/>
                  <a:gd name="connsiteY6" fmla="*/ 3356 h 6345"/>
                  <a:gd name="connsiteX7" fmla="*/ 1275 w 6343"/>
                  <a:gd name="connsiteY7" fmla="*/ 5600 h 6345"/>
                  <a:gd name="connsiteX8" fmla="*/ 3517 w 6343"/>
                  <a:gd name="connsiteY8" fmla="*/ 65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7" y="6529"/>
                    </a:moveTo>
                    <a:cubicBezTo>
                      <a:pt x="4358" y="6529"/>
                      <a:pt x="5165" y="6195"/>
                      <a:pt x="5760" y="5600"/>
                    </a:cubicBezTo>
                    <a:cubicBezTo>
                      <a:pt x="6355" y="5005"/>
                      <a:pt x="6689" y="4198"/>
                      <a:pt x="6689" y="3356"/>
                    </a:cubicBezTo>
                    <a:cubicBezTo>
                      <a:pt x="6689" y="2515"/>
                      <a:pt x="6355" y="1708"/>
                      <a:pt x="5760" y="1113"/>
                    </a:cubicBezTo>
                    <a:cubicBezTo>
                      <a:pt x="5165" y="518"/>
                      <a:pt x="4358" y="184"/>
                      <a:pt x="3517" y="184"/>
                    </a:cubicBezTo>
                    <a:cubicBezTo>
                      <a:pt x="2676" y="184"/>
                      <a:pt x="1869" y="518"/>
                      <a:pt x="1275" y="1113"/>
                    </a:cubicBezTo>
                    <a:cubicBezTo>
                      <a:pt x="680" y="1708"/>
                      <a:pt x="346" y="2515"/>
                      <a:pt x="346" y="3356"/>
                    </a:cubicBezTo>
                    <a:cubicBezTo>
                      <a:pt x="346" y="4198"/>
                      <a:pt x="680" y="5005"/>
                      <a:pt x="1275" y="5600"/>
                    </a:cubicBezTo>
                    <a:cubicBezTo>
                      <a:pt x="1869" y="6195"/>
                      <a:pt x="2676" y="6529"/>
                      <a:pt x="3517" y="65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10" name="Freeform: Shape 2409">
                <a:extLst>
                  <a:ext uri="{FF2B5EF4-FFF2-40B4-BE49-F238E27FC236}">
                    <a16:creationId xmlns:a16="http://schemas.microsoft.com/office/drawing/2014/main" id="{17410794-C20C-4654-07AF-C9A058B33A90}"/>
                  </a:ext>
                </a:extLst>
              </p:cNvPr>
              <p:cNvSpPr/>
              <p:nvPr/>
            </p:nvSpPr>
            <p:spPr>
              <a:xfrm>
                <a:off x="5235327" y="5819291"/>
                <a:ext cx="6343" cy="6345"/>
              </a:xfrm>
              <a:custGeom>
                <a:avLst/>
                <a:gdLst>
                  <a:gd name="connsiteX0" fmla="*/ 3517 w 6343"/>
                  <a:gd name="connsiteY0" fmla="*/ 6530 h 6345"/>
                  <a:gd name="connsiteX1" fmla="*/ 5760 w 6343"/>
                  <a:gd name="connsiteY1" fmla="*/ 5601 h 6345"/>
                  <a:gd name="connsiteX2" fmla="*/ 6689 w 6343"/>
                  <a:gd name="connsiteY2" fmla="*/ 3357 h 6345"/>
                  <a:gd name="connsiteX3" fmla="*/ 5760 w 6343"/>
                  <a:gd name="connsiteY3" fmla="*/ 1114 h 6345"/>
                  <a:gd name="connsiteX4" fmla="*/ 3517 w 6343"/>
                  <a:gd name="connsiteY4" fmla="*/ 184 h 6345"/>
                  <a:gd name="connsiteX5" fmla="*/ 1274 w 6343"/>
                  <a:gd name="connsiteY5" fmla="*/ 1114 h 6345"/>
                  <a:gd name="connsiteX6" fmla="*/ 346 w 6343"/>
                  <a:gd name="connsiteY6" fmla="*/ 3357 h 6345"/>
                  <a:gd name="connsiteX7" fmla="*/ 1274 w 6343"/>
                  <a:gd name="connsiteY7" fmla="*/ 5601 h 6345"/>
                  <a:gd name="connsiteX8" fmla="*/ 3517 w 6343"/>
                  <a:gd name="connsiteY8" fmla="*/ 65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7" y="6530"/>
                    </a:moveTo>
                    <a:cubicBezTo>
                      <a:pt x="4358" y="6530"/>
                      <a:pt x="5165" y="6195"/>
                      <a:pt x="5760" y="5601"/>
                    </a:cubicBezTo>
                    <a:cubicBezTo>
                      <a:pt x="6354" y="5006"/>
                      <a:pt x="6689" y="4198"/>
                      <a:pt x="6689" y="3357"/>
                    </a:cubicBezTo>
                    <a:cubicBezTo>
                      <a:pt x="6689" y="2516"/>
                      <a:pt x="6354" y="1709"/>
                      <a:pt x="5760" y="1114"/>
                    </a:cubicBezTo>
                    <a:cubicBezTo>
                      <a:pt x="5165" y="519"/>
                      <a:pt x="4358" y="184"/>
                      <a:pt x="3517" y="184"/>
                    </a:cubicBezTo>
                    <a:cubicBezTo>
                      <a:pt x="2676" y="184"/>
                      <a:pt x="1869" y="519"/>
                      <a:pt x="1274" y="1114"/>
                    </a:cubicBezTo>
                    <a:cubicBezTo>
                      <a:pt x="680" y="1709"/>
                      <a:pt x="346" y="2516"/>
                      <a:pt x="346" y="3357"/>
                    </a:cubicBezTo>
                    <a:cubicBezTo>
                      <a:pt x="346" y="4198"/>
                      <a:pt x="680" y="5006"/>
                      <a:pt x="1274" y="5601"/>
                    </a:cubicBezTo>
                    <a:cubicBezTo>
                      <a:pt x="1869" y="6195"/>
                      <a:pt x="2676" y="6530"/>
                      <a:pt x="3517" y="65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11" name="Freeform: Shape 2410">
                <a:extLst>
                  <a:ext uri="{FF2B5EF4-FFF2-40B4-BE49-F238E27FC236}">
                    <a16:creationId xmlns:a16="http://schemas.microsoft.com/office/drawing/2014/main" id="{82F58836-F4C2-4712-67E1-7528161BFA3D}"/>
                  </a:ext>
                </a:extLst>
              </p:cNvPr>
              <p:cNvSpPr/>
              <p:nvPr/>
            </p:nvSpPr>
            <p:spPr>
              <a:xfrm>
                <a:off x="5240203" y="5828018"/>
                <a:ext cx="6343" cy="6345"/>
              </a:xfrm>
              <a:custGeom>
                <a:avLst/>
                <a:gdLst>
                  <a:gd name="connsiteX0" fmla="*/ 3517 w 6343"/>
                  <a:gd name="connsiteY0" fmla="*/ 6530 h 6345"/>
                  <a:gd name="connsiteX1" fmla="*/ 5760 w 6343"/>
                  <a:gd name="connsiteY1" fmla="*/ 5601 h 6345"/>
                  <a:gd name="connsiteX2" fmla="*/ 6689 w 6343"/>
                  <a:gd name="connsiteY2" fmla="*/ 3358 h 6345"/>
                  <a:gd name="connsiteX3" fmla="*/ 5760 w 6343"/>
                  <a:gd name="connsiteY3" fmla="*/ 1114 h 6345"/>
                  <a:gd name="connsiteX4" fmla="*/ 3517 w 6343"/>
                  <a:gd name="connsiteY4" fmla="*/ 185 h 6345"/>
                  <a:gd name="connsiteX5" fmla="*/ 1275 w 6343"/>
                  <a:gd name="connsiteY5" fmla="*/ 1114 h 6345"/>
                  <a:gd name="connsiteX6" fmla="*/ 346 w 6343"/>
                  <a:gd name="connsiteY6" fmla="*/ 3358 h 6345"/>
                  <a:gd name="connsiteX7" fmla="*/ 1275 w 6343"/>
                  <a:gd name="connsiteY7" fmla="*/ 5601 h 6345"/>
                  <a:gd name="connsiteX8" fmla="*/ 3517 w 6343"/>
                  <a:gd name="connsiteY8" fmla="*/ 65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7" y="6530"/>
                    </a:moveTo>
                    <a:cubicBezTo>
                      <a:pt x="4359" y="6530"/>
                      <a:pt x="5165" y="6196"/>
                      <a:pt x="5760" y="5601"/>
                    </a:cubicBezTo>
                    <a:cubicBezTo>
                      <a:pt x="6355" y="5006"/>
                      <a:pt x="6689" y="4199"/>
                      <a:pt x="6689" y="3358"/>
                    </a:cubicBezTo>
                    <a:cubicBezTo>
                      <a:pt x="6689" y="2516"/>
                      <a:pt x="6355" y="1709"/>
                      <a:pt x="5760" y="1114"/>
                    </a:cubicBezTo>
                    <a:cubicBezTo>
                      <a:pt x="5165" y="519"/>
                      <a:pt x="4359" y="185"/>
                      <a:pt x="3517" y="185"/>
                    </a:cubicBezTo>
                    <a:cubicBezTo>
                      <a:pt x="2676" y="185"/>
                      <a:pt x="1870" y="519"/>
                      <a:pt x="1275" y="1114"/>
                    </a:cubicBezTo>
                    <a:cubicBezTo>
                      <a:pt x="680" y="1709"/>
                      <a:pt x="346" y="2516"/>
                      <a:pt x="346" y="3358"/>
                    </a:cubicBezTo>
                    <a:cubicBezTo>
                      <a:pt x="346" y="4199"/>
                      <a:pt x="680" y="5006"/>
                      <a:pt x="1275" y="5601"/>
                    </a:cubicBezTo>
                    <a:cubicBezTo>
                      <a:pt x="1870" y="6196"/>
                      <a:pt x="2676" y="6530"/>
                      <a:pt x="3517" y="65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12" name="Freeform: Shape 2411">
                <a:extLst>
                  <a:ext uri="{FF2B5EF4-FFF2-40B4-BE49-F238E27FC236}">
                    <a16:creationId xmlns:a16="http://schemas.microsoft.com/office/drawing/2014/main" id="{C314E500-A515-7D33-4DCB-5F1509CA8597}"/>
                  </a:ext>
                </a:extLst>
              </p:cNvPr>
              <p:cNvSpPr/>
              <p:nvPr/>
            </p:nvSpPr>
            <p:spPr>
              <a:xfrm>
                <a:off x="5235290" y="5836089"/>
                <a:ext cx="6343" cy="6345"/>
              </a:xfrm>
              <a:custGeom>
                <a:avLst/>
                <a:gdLst>
                  <a:gd name="connsiteX0" fmla="*/ 3517 w 6343"/>
                  <a:gd name="connsiteY0" fmla="*/ 6531 h 6345"/>
                  <a:gd name="connsiteX1" fmla="*/ 5760 w 6343"/>
                  <a:gd name="connsiteY1" fmla="*/ 5602 h 6345"/>
                  <a:gd name="connsiteX2" fmla="*/ 6689 w 6343"/>
                  <a:gd name="connsiteY2" fmla="*/ 3358 h 6345"/>
                  <a:gd name="connsiteX3" fmla="*/ 5760 w 6343"/>
                  <a:gd name="connsiteY3" fmla="*/ 1115 h 6345"/>
                  <a:gd name="connsiteX4" fmla="*/ 3517 w 6343"/>
                  <a:gd name="connsiteY4" fmla="*/ 186 h 6345"/>
                  <a:gd name="connsiteX5" fmla="*/ 1274 w 6343"/>
                  <a:gd name="connsiteY5" fmla="*/ 1115 h 6345"/>
                  <a:gd name="connsiteX6" fmla="*/ 346 w 6343"/>
                  <a:gd name="connsiteY6" fmla="*/ 3358 h 6345"/>
                  <a:gd name="connsiteX7" fmla="*/ 1274 w 6343"/>
                  <a:gd name="connsiteY7" fmla="*/ 5602 h 6345"/>
                  <a:gd name="connsiteX8" fmla="*/ 3517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7" y="6531"/>
                    </a:moveTo>
                    <a:cubicBezTo>
                      <a:pt x="4358" y="6531"/>
                      <a:pt x="5165" y="6197"/>
                      <a:pt x="5760" y="5602"/>
                    </a:cubicBezTo>
                    <a:cubicBezTo>
                      <a:pt x="6354" y="5007"/>
                      <a:pt x="6689" y="4200"/>
                      <a:pt x="6689" y="3358"/>
                    </a:cubicBezTo>
                    <a:cubicBezTo>
                      <a:pt x="6689" y="2517"/>
                      <a:pt x="6354" y="1710"/>
                      <a:pt x="5760" y="1115"/>
                    </a:cubicBezTo>
                    <a:cubicBezTo>
                      <a:pt x="5165" y="520"/>
                      <a:pt x="4358" y="186"/>
                      <a:pt x="3517" y="186"/>
                    </a:cubicBezTo>
                    <a:cubicBezTo>
                      <a:pt x="2676" y="186"/>
                      <a:pt x="1869" y="520"/>
                      <a:pt x="1274" y="1115"/>
                    </a:cubicBezTo>
                    <a:cubicBezTo>
                      <a:pt x="680" y="1710"/>
                      <a:pt x="346" y="2517"/>
                      <a:pt x="346" y="3358"/>
                    </a:cubicBezTo>
                    <a:cubicBezTo>
                      <a:pt x="346" y="4200"/>
                      <a:pt x="680" y="5007"/>
                      <a:pt x="1274" y="5602"/>
                    </a:cubicBezTo>
                    <a:cubicBezTo>
                      <a:pt x="1869" y="6197"/>
                      <a:pt x="2676" y="6531"/>
                      <a:pt x="3517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13" name="Freeform: Shape 2412">
                <a:extLst>
                  <a:ext uri="{FF2B5EF4-FFF2-40B4-BE49-F238E27FC236}">
                    <a16:creationId xmlns:a16="http://schemas.microsoft.com/office/drawing/2014/main" id="{88564A8B-FB80-DD37-9F88-E043FD1918DB}"/>
                  </a:ext>
                </a:extLst>
              </p:cNvPr>
              <p:cNvSpPr/>
              <p:nvPr/>
            </p:nvSpPr>
            <p:spPr>
              <a:xfrm>
                <a:off x="5232607" y="5844285"/>
                <a:ext cx="6343" cy="6345"/>
              </a:xfrm>
              <a:custGeom>
                <a:avLst/>
                <a:gdLst>
                  <a:gd name="connsiteX0" fmla="*/ 3517 w 6343"/>
                  <a:gd name="connsiteY0" fmla="*/ 6532 h 6345"/>
                  <a:gd name="connsiteX1" fmla="*/ 5759 w 6343"/>
                  <a:gd name="connsiteY1" fmla="*/ 5602 h 6345"/>
                  <a:gd name="connsiteX2" fmla="*/ 6688 w 6343"/>
                  <a:gd name="connsiteY2" fmla="*/ 3359 h 6345"/>
                  <a:gd name="connsiteX3" fmla="*/ 5759 w 6343"/>
                  <a:gd name="connsiteY3" fmla="*/ 1116 h 6345"/>
                  <a:gd name="connsiteX4" fmla="*/ 3517 w 6343"/>
                  <a:gd name="connsiteY4" fmla="*/ 186 h 6345"/>
                  <a:gd name="connsiteX5" fmla="*/ 1274 w 6343"/>
                  <a:gd name="connsiteY5" fmla="*/ 1116 h 6345"/>
                  <a:gd name="connsiteX6" fmla="*/ 345 w 6343"/>
                  <a:gd name="connsiteY6" fmla="*/ 3359 h 6345"/>
                  <a:gd name="connsiteX7" fmla="*/ 1274 w 6343"/>
                  <a:gd name="connsiteY7" fmla="*/ 5602 h 6345"/>
                  <a:gd name="connsiteX8" fmla="*/ 3517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7" y="6532"/>
                    </a:moveTo>
                    <a:cubicBezTo>
                      <a:pt x="4358" y="6532"/>
                      <a:pt x="5165" y="6197"/>
                      <a:pt x="5759" y="5602"/>
                    </a:cubicBezTo>
                    <a:cubicBezTo>
                      <a:pt x="6354" y="5008"/>
                      <a:pt x="6688" y="4200"/>
                      <a:pt x="6688" y="3359"/>
                    </a:cubicBezTo>
                    <a:cubicBezTo>
                      <a:pt x="6688" y="2518"/>
                      <a:pt x="6354" y="1711"/>
                      <a:pt x="5759" y="1116"/>
                    </a:cubicBezTo>
                    <a:cubicBezTo>
                      <a:pt x="5165" y="521"/>
                      <a:pt x="4358" y="186"/>
                      <a:pt x="3517" y="186"/>
                    </a:cubicBezTo>
                    <a:cubicBezTo>
                      <a:pt x="2676" y="186"/>
                      <a:pt x="1869" y="521"/>
                      <a:pt x="1274" y="1116"/>
                    </a:cubicBezTo>
                    <a:cubicBezTo>
                      <a:pt x="679" y="1711"/>
                      <a:pt x="345" y="2518"/>
                      <a:pt x="345" y="3359"/>
                    </a:cubicBezTo>
                    <a:cubicBezTo>
                      <a:pt x="345" y="4200"/>
                      <a:pt x="679" y="5008"/>
                      <a:pt x="1274" y="5602"/>
                    </a:cubicBezTo>
                    <a:cubicBezTo>
                      <a:pt x="1869" y="6197"/>
                      <a:pt x="2676" y="6532"/>
                      <a:pt x="3517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14" name="Freeform: Shape 2413">
                <a:extLst>
                  <a:ext uri="{FF2B5EF4-FFF2-40B4-BE49-F238E27FC236}">
                    <a16:creationId xmlns:a16="http://schemas.microsoft.com/office/drawing/2014/main" id="{485BE27C-12DF-595C-6F71-0253E015A3B9}"/>
                  </a:ext>
                </a:extLst>
              </p:cNvPr>
              <p:cNvSpPr/>
              <p:nvPr/>
            </p:nvSpPr>
            <p:spPr>
              <a:xfrm>
                <a:off x="5230539" y="5852509"/>
                <a:ext cx="6343" cy="6345"/>
              </a:xfrm>
              <a:custGeom>
                <a:avLst/>
                <a:gdLst>
                  <a:gd name="connsiteX0" fmla="*/ 3517 w 6343"/>
                  <a:gd name="connsiteY0" fmla="*/ 6532 h 6345"/>
                  <a:gd name="connsiteX1" fmla="*/ 5759 w 6343"/>
                  <a:gd name="connsiteY1" fmla="*/ 5603 h 6345"/>
                  <a:gd name="connsiteX2" fmla="*/ 6688 w 6343"/>
                  <a:gd name="connsiteY2" fmla="*/ 3360 h 6345"/>
                  <a:gd name="connsiteX3" fmla="*/ 5759 w 6343"/>
                  <a:gd name="connsiteY3" fmla="*/ 1116 h 6345"/>
                  <a:gd name="connsiteX4" fmla="*/ 3517 w 6343"/>
                  <a:gd name="connsiteY4" fmla="*/ 187 h 6345"/>
                  <a:gd name="connsiteX5" fmla="*/ 1274 w 6343"/>
                  <a:gd name="connsiteY5" fmla="*/ 1116 h 6345"/>
                  <a:gd name="connsiteX6" fmla="*/ 345 w 6343"/>
                  <a:gd name="connsiteY6" fmla="*/ 3360 h 6345"/>
                  <a:gd name="connsiteX7" fmla="*/ 1274 w 6343"/>
                  <a:gd name="connsiteY7" fmla="*/ 5603 h 6345"/>
                  <a:gd name="connsiteX8" fmla="*/ 3517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7" y="6532"/>
                    </a:moveTo>
                    <a:cubicBezTo>
                      <a:pt x="4358" y="6532"/>
                      <a:pt x="5165" y="6198"/>
                      <a:pt x="5759" y="5603"/>
                    </a:cubicBezTo>
                    <a:cubicBezTo>
                      <a:pt x="6354" y="5008"/>
                      <a:pt x="6688" y="4201"/>
                      <a:pt x="6688" y="3360"/>
                    </a:cubicBezTo>
                    <a:cubicBezTo>
                      <a:pt x="6688" y="2518"/>
                      <a:pt x="6354" y="1711"/>
                      <a:pt x="5759" y="1116"/>
                    </a:cubicBezTo>
                    <a:cubicBezTo>
                      <a:pt x="5165" y="521"/>
                      <a:pt x="4358" y="187"/>
                      <a:pt x="3517" y="187"/>
                    </a:cubicBezTo>
                    <a:cubicBezTo>
                      <a:pt x="2676" y="187"/>
                      <a:pt x="1869" y="521"/>
                      <a:pt x="1274" y="1116"/>
                    </a:cubicBezTo>
                    <a:cubicBezTo>
                      <a:pt x="679" y="1711"/>
                      <a:pt x="345" y="2518"/>
                      <a:pt x="345" y="3360"/>
                    </a:cubicBezTo>
                    <a:cubicBezTo>
                      <a:pt x="345" y="4201"/>
                      <a:pt x="679" y="5008"/>
                      <a:pt x="1274" y="5603"/>
                    </a:cubicBezTo>
                    <a:cubicBezTo>
                      <a:pt x="1869" y="6198"/>
                      <a:pt x="2676" y="6532"/>
                      <a:pt x="3517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15" name="Freeform: Shape 2414">
                <a:extLst>
                  <a:ext uri="{FF2B5EF4-FFF2-40B4-BE49-F238E27FC236}">
                    <a16:creationId xmlns:a16="http://schemas.microsoft.com/office/drawing/2014/main" id="{707E2980-7ABE-807D-24DD-196BC56F85B7}"/>
                  </a:ext>
                </a:extLst>
              </p:cNvPr>
              <p:cNvSpPr/>
              <p:nvPr/>
            </p:nvSpPr>
            <p:spPr>
              <a:xfrm>
                <a:off x="5226383" y="5860524"/>
                <a:ext cx="6343" cy="6345"/>
              </a:xfrm>
              <a:custGeom>
                <a:avLst/>
                <a:gdLst>
                  <a:gd name="connsiteX0" fmla="*/ 3516 w 6343"/>
                  <a:gd name="connsiteY0" fmla="*/ 6533 h 6345"/>
                  <a:gd name="connsiteX1" fmla="*/ 5759 w 6343"/>
                  <a:gd name="connsiteY1" fmla="*/ 5604 h 6345"/>
                  <a:gd name="connsiteX2" fmla="*/ 6688 w 6343"/>
                  <a:gd name="connsiteY2" fmla="*/ 3360 h 6345"/>
                  <a:gd name="connsiteX3" fmla="*/ 5759 w 6343"/>
                  <a:gd name="connsiteY3" fmla="*/ 1117 h 6345"/>
                  <a:gd name="connsiteX4" fmla="*/ 3516 w 6343"/>
                  <a:gd name="connsiteY4" fmla="*/ 188 h 6345"/>
                  <a:gd name="connsiteX5" fmla="*/ 1274 w 6343"/>
                  <a:gd name="connsiteY5" fmla="*/ 1117 h 6345"/>
                  <a:gd name="connsiteX6" fmla="*/ 345 w 6343"/>
                  <a:gd name="connsiteY6" fmla="*/ 3360 h 6345"/>
                  <a:gd name="connsiteX7" fmla="*/ 1274 w 6343"/>
                  <a:gd name="connsiteY7" fmla="*/ 5604 h 6345"/>
                  <a:gd name="connsiteX8" fmla="*/ 3516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6" y="6533"/>
                    </a:moveTo>
                    <a:cubicBezTo>
                      <a:pt x="4357" y="6533"/>
                      <a:pt x="5164" y="6199"/>
                      <a:pt x="5759" y="5604"/>
                    </a:cubicBezTo>
                    <a:cubicBezTo>
                      <a:pt x="6354" y="5009"/>
                      <a:pt x="6688" y="4202"/>
                      <a:pt x="6688" y="3360"/>
                    </a:cubicBezTo>
                    <a:cubicBezTo>
                      <a:pt x="6688" y="2519"/>
                      <a:pt x="6354" y="1712"/>
                      <a:pt x="5759" y="1117"/>
                    </a:cubicBezTo>
                    <a:cubicBezTo>
                      <a:pt x="5164" y="522"/>
                      <a:pt x="4357" y="188"/>
                      <a:pt x="3516" y="188"/>
                    </a:cubicBezTo>
                    <a:cubicBezTo>
                      <a:pt x="2675" y="188"/>
                      <a:pt x="1868" y="522"/>
                      <a:pt x="1274" y="1117"/>
                    </a:cubicBezTo>
                    <a:cubicBezTo>
                      <a:pt x="679" y="1712"/>
                      <a:pt x="345" y="2519"/>
                      <a:pt x="345" y="3360"/>
                    </a:cubicBezTo>
                    <a:cubicBezTo>
                      <a:pt x="345" y="4202"/>
                      <a:pt x="679" y="5009"/>
                      <a:pt x="1274" y="5604"/>
                    </a:cubicBezTo>
                    <a:cubicBezTo>
                      <a:pt x="1868" y="6199"/>
                      <a:pt x="2675" y="6533"/>
                      <a:pt x="3516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16" name="Freeform: Shape 2415">
                <a:extLst>
                  <a:ext uri="{FF2B5EF4-FFF2-40B4-BE49-F238E27FC236}">
                    <a16:creationId xmlns:a16="http://schemas.microsoft.com/office/drawing/2014/main" id="{8989EC1E-9E3B-F256-FF87-D5B73FEE3942}"/>
                  </a:ext>
                </a:extLst>
              </p:cNvPr>
              <p:cNvSpPr/>
              <p:nvPr/>
            </p:nvSpPr>
            <p:spPr>
              <a:xfrm>
                <a:off x="5220948" y="5868371"/>
                <a:ext cx="6343" cy="6345"/>
              </a:xfrm>
              <a:custGeom>
                <a:avLst/>
                <a:gdLst>
                  <a:gd name="connsiteX0" fmla="*/ 3516 w 6343"/>
                  <a:gd name="connsiteY0" fmla="*/ 6534 h 6345"/>
                  <a:gd name="connsiteX1" fmla="*/ 5759 w 6343"/>
                  <a:gd name="connsiteY1" fmla="*/ 5604 h 6345"/>
                  <a:gd name="connsiteX2" fmla="*/ 6687 w 6343"/>
                  <a:gd name="connsiteY2" fmla="*/ 3361 h 6345"/>
                  <a:gd name="connsiteX3" fmla="*/ 5759 w 6343"/>
                  <a:gd name="connsiteY3" fmla="*/ 1117 h 6345"/>
                  <a:gd name="connsiteX4" fmla="*/ 3516 w 6343"/>
                  <a:gd name="connsiteY4" fmla="*/ 188 h 6345"/>
                  <a:gd name="connsiteX5" fmla="*/ 1273 w 6343"/>
                  <a:gd name="connsiteY5" fmla="*/ 1117 h 6345"/>
                  <a:gd name="connsiteX6" fmla="*/ 344 w 6343"/>
                  <a:gd name="connsiteY6" fmla="*/ 3361 h 6345"/>
                  <a:gd name="connsiteX7" fmla="*/ 1273 w 6343"/>
                  <a:gd name="connsiteY7" fmla="*/ 5604 h 6345"/>
                  <a:gd name="connsiteX8" fmla="*/ 3516 w 6343"/>
                  <a:gd name="connsiteY8" fmla="*/ 65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6" y="6534"/>
                    </a:moveTo>
                    <a:cubicBezTo>
                      <a:pt x="4357" y="6534"/>
                      <a:pt x="5164" y="6199"/>
                      <a:pt x="5759" y="5604"/>
                    </a:cubicBezTo>
                    <a:cubicBezTo>
                      <a:pt x="6353" y="5009"/>
                      <a:pt x="6687" y="4202"/>
                      <a:pt x="6687" y="3361"/>
                    </a:cubicBezTo>
                    <a:cubicBezTo>
                      <a:pt x="6687" y="2520"/>
                      <a:pt x="6353" y="1712"/>
                      <a:pt x="5759" y="1117"/>
                    </a:cubicBezTo>
                    <a:cubicBezTo>
                      <a:pt x="5164" y="523"/>
                      <a:pt x="4357" y="188"/>
                      <a:pt x="3516" y="188"/>
                    </a:cubicBezTo>
                    <a:cubicBezTo>
                      <a:pt x="2675" y="188"/>
                      <a:pt x="1868" y="523"/>
                      <a:pt x="1273" y="1117"/>
                    </a:cubicBezTo>
                    <a:cubicBezTo>
                      <a:pt x="679" y="1712"/>
                      <a:pt x="344" y="2520"/>
                      <a:pt x="344" y="3361"/>
                    </a:cubicBezTo>
                    <a:cubicBezTo>
                      <a:pt x="344" y="4202"/>
                      <a:pt x="679" y="5009"/>
                      <a:pt x="1273" y="5604"/>
                    </a:cubicBezTo>
                    <a:cubicBezTo>
                      <a:pt x="1868" y="6199"/>
                      <a:pt x="2675" y="6534"/>
                      <a:pt x="3516" y="65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17" name="Freeform: Shape 2416">
                <a:extLst>
                  <a:ext uri="{FF2B5EF4-FFF2-40B4-BE49-F238E27FC236}">
                    <a16:creationId xmlns:a16="http://schemas.microsoft.com/office/drawing/2014/main" id="{03C9F0A3-00EF-6F1D-AFE6-5327989E31D3}"/>
                  </a:ext>
                </a:extLst>
              </p:cNvPr>
              <p:cNvSpPr/>
              <p:nvPr/>
            </p:nvSpPr>
            <p:spPr>
              <a:xfrm>
                <a:off x="5210449" y="5875630"/>
                <a:ext cx="6343" cy="6345"/>
              </a:xfrm>
              <a:custGeom>
                <a:avLst/>
                <a:gdLst>
                  <a:gd name="connsiteX0" fmla="*/ 3515 w 6343"/>
                  <a:gd name="connsiteY0" fmla="*/ 6534 h 6345"/>
                  <a:gd name="connsiteX1" fmla="*/ 5758 w 6343"/>
                  <a:gd name="connsiteY1" fmla="*/ 5605 h 6345"/>
                  <a:gd name="connsiteX2" fmla="*/ 6687 w 6343"/>
                  <a:gd name="connsiteY2" fmla="*/ 3362 h 6345"/>
                  <a:gd name="connsiteX3" fmla="*/ 5758 w 6343"/>
                  <a:gd name="connsiteY3" fmla="*/ 1118 h 6345"/>
                  <a:gd name="connsiteX4" fmla="*/ 3515 w 6343"/>
                  <a:gd name="connsiteY4" fmla="*/ 189 h 6345"/>
                  <a:gd name="connsiteX5" fmla="*/ 1272 w 6343"/>
                  <a:gd name="connsiteY5" fmla="*/ 1118 h 6345"/>
                  <a:gd name="connsiteX6" fmla="*/ 344 w 6343"/>
                  <a:gd name="connsiteY6" fmla="*/ 3362 h 6345"/>
                  <a:gd name="connsiteX7" fmla="*/ 1272 w 6343"/>
                  <a:gd name="connsiteY7" fmla="*/ 5605 h 6345"/>
                  <a:gd name="connsiteX8" fmla="*/ 3515 w 6343"/>
                  <a:gd name="connsiteY8" fmla="*/ 65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5" y="6534"/>
                    </a:moveTo>
                    <a:cubicBezTo>
                      <a:pt x="4356" y="6534"/>
                      <a:pt x="5163" y="6200"/>
                      <a:pt x="5758" y="5605"/>
                    </a:cubicBezTo>
                    <a:cubicBezTo>
                      <a:pt x="6352" y="5010"/>
                      <a:pt x="6687" y="4203"/>
                      <a:pt x="6687" y="3362"/>
                    </a:cubicBezTo>
                    <a:cubicBezTo>
                      <a:pt x="6687" y="2520"/>
                      <a:pt x="6352" y="1713"/>
                      <a:pt x="5758" y="1118"/>
                    </a:cubicBezTo>
                    <a:cubicBezTo>
                      <a:pt x="5163" y="523"/>
                      <a:pt x="4356" y="189"/>
                      <a:pt x="3515" y="189"/>
                    </a:cubicBezTo>
                    <a:cubicBezTo>
                      <a:pt x="2674" y="189"/>
                      <a:pt x="1867" y="523"/>
                      <a:pt x="1272" y="1118"/>
                    </a:cubicBezTo>
                    <a:cubicBezTo>
                      <a:pt x="678" y="1713"/>
                      <a:pt x="344" y="2520"/>
                      <a:pt x="344" y="3362"/>
                    </a:cubicBezTo>
                    <a:cubicBezTo>
                      <a:pt x="344" y="4203"/>
                      <a:pt x="678" y="5010"/>
                      <a:pt x="1272" y="5605"/>
                    </a:cubicBezTo>
                    <a:cubicBezTo>
                      <a:pt x="1867" y="6200"/>
                      <a:pt x="2674" y="6534"/>
                      <a:pt x="3515" y="65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18" name="Freeform: Shape 2417">
                <a:extLst>
                  <a:ext uri="{FF2B5EF4-FFF2-40B4-BE49-F238E27FC236}">
                    <a16:creationId xmlns:a16="http://schemas.microsoft.com/office/drawing/2014/main" id="{15E778B4-08E5-6E68-1C34-DF307D840465}"/>
                  </a:ext>
                </a:extLst>
              </p:cNvPr>
              <p:cNvSpPr/>
              <p:nvPr/>
            </p:nvSpPr>
            <p:spPr>
              <a:xfrm>
                <a:off x="5207814" y="5883642"/>
                <a:ext cx="6343" cy="6345"/>
              </a:xfrm>
              <a:custGeom>
                <a:avLst/>
                <a:gdLst>
                  <a:gd name="connsiteX0" fmla="*/ 3515 w 6343"/>
                  <a:gd name="connsiteY0" fmla="*/ 6535 h 6345"/>
                  <a:gd name="connsiteX1" fmla="*/ 5758 w 6343"/>
                  <a:gd name="connsiteY1" fmla="*/ 5606 h 6345"/>
                  <a:gd name="connsiteX2" fmla="*/ 6686 w 6343"/>
                  <a:gd name="connsiteY2" fmla="*/ 3362 h 6345"/>
                  <a:gd name="connsiteX3" fmla="*/ 5758 w 6343"/>
                  <a:gd name="connsiteY3" fmla="*/ 1119 h 6345"/>
                  <a:gd name="connsiteX4" fmla="*/ 3515 w 6343"/>
                  <a:gd name="connsiteY4" fmla="*/ 189 h 6345"/>
                  <a:gd name="connsiteX5" fmla="*/ 1272 w 6343"/>
                  <a:gd name="connsiteY5" fmla="*/ 1119 h 6345"/>
                  <a:gd name="connsiteX6" fmla="*/ 343 w 6343"/>
                  <a:gd name="connsiteY6" fmla="*/ 3362 h 6345"/>
                  <a:gd name="connsiteX7" fmla="*/ 1272 w 6343"/>
                  <a:gd name="connsiteY7" fmla="*/ 5606 h 6345"/>
                  <a:gd name="connsiteX8" fmla="*/ 3515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5" y="6535"/>
                    </a:moveTo>
                    <a:cubicBezTo>
                      <a:pt x="4356" y="6535"/>
                      <a:pt x="5163" y="6201"/>
                      <a:pt x="5758" y="5606"/>
                    </a:cubicBezTo>
                    <a:cubicBezTo>
                      <a:pt x="6352" y="5011"/>
                      <a:pt x="6686" y="4204"/>
                      <a:pt x="6686" y="3362"/>
                    </a:cubicBezTo>
                    <a:cubicBezTo>
                      <a:pt x="6686" y="2521"/>
                      <a:pt x="6352" y="1714"/>
                      <a:pt x="5758" y="1119"/>
                    </a:cubicBezTo>
                    <a:cubicBezTo>
                      <a:pt x="5163" y="524"/>
                      <a:pt x="4356" y="189"/>
                      <a:pt x="3515" y="189"/>
                    </a:cubicBezTo>
                    <a:cubicBezTo>
                      <a:pt x="2674" y="189"/>
                      <a:pt x="1867" y="524"/>
                      <a:pt x="1272" y="1119"/>
                    </a:cubicBezTo>
                    <a:cubicBezTo>
                      <a:pt x="678" y="1714"/>
                      <a:pt x="343" y="2521"/>
                      <a:pt x="343" y="3362"/>
                    </a:cubicBezTo>
                    <a:cubicBezTo>
                      <a:pt x="343" y="4204"/>
                      <a:pt x="678" y="5011"/>
                      <a:pt x="1272" y="5606"/>
                    </a:cubicBezTo>
                    <a:cubicBezTo>
                      <a:pt x="1867" y="6201"/>
                      <a:pt x="2674" y="6535"/>
                      <a:pt x="3515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19" name="Freeform: Shape 2418">
                <a:extLst>
                  <a:ext uri="{FF2B5EF4-FFF2-40B4-BE49-F238E27FC236}">
                    <a16:creationId xmlns:a16="http://schemas.microsoft.com/office/drawing/2014/main" id="{BCE9873B-42B8-1DD6-58C9-2131558C3465}"/>
                  </a:ext>
                </a:extLst>
              </p:cNvPr>
              <p:cNvSpPr/>
              <p:nvPr/>
            </p:nvSpPr>
            <p:spPr>
              <a:xfrm>
                <a:off x="5207259" y="5891876"/>
                <a:ext cx="6343" cy="6345"/>
              </a:xfrm>
              <a:custGeom>
                <a:avLst/>
                <a:gdLst>
                  <a:gd name="connsiteX0" fmla="*/ 3515 w 6343"/>
                  <a:gd name="connsiteY0" fmla="*/ 6536 h 6345"/>
                  <a:gd name="connsiteX1" fmla="*/ 5757 w 6343"/>
                  <a:gd name="connsiteY1" fmla="*/ 5606 h 6345"/>
                  <a:gd name="connsiteX2" fmla="*/ 6686 w 6343"/>
                  <a:gd name="connsiteY2" fmla="*/ 3363 h 6345"/>
                  <a:gd name="connsiteX3" fmla="*/ 5757 w 6343"/>
                  <a:gd name="connsiteY3" fmla="*/ 1119 h 6345"/>
                  <a:gd name="connsiteX4" fmla="*/ 3515 w 6343"/>
                  <a:gd name="connsiteY4" fmla="*/ 190 h 6345"/>
                  <a:gd name="connsiteX5" fmla="*/ 1272 w 6343"/>
                  <a:gd name="connsiteY5" fmla="*/ 1119 h 6345"/>
                  <a:gd name="connsiteX6" fmla="*/ 343 w 6343"/>
                  <a:gd name="connsiteY6" fmla="*/ 3363 h 6345"/>
                  <a:gd name="connsiteX7" fmla="*/ 1272 w 6343"/>
                  <a:gd name="connsiteY7" fmla="*/ 5606 h 6345"/>
                  <a:gd name="connsiteX8" fmla="*/ 3515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5" y="6536"/>
                    </a:moveTo>
                    <a:cubicBezTo>
                      <a:pt x="4356" y="6536"/>
                      <a:pt x="5163" y="6201"/>
                      <a:pt x="5757" y="5606"/>
                    </a:cubicBezTo>
                    <a:cubicBezTo>
                      <a:pt x="6352" y="5011"/>
                      <a:pt x="6686" y="4204"/>
                      <a:pt x="6686" y="3363"/>
                    </a:cubicBezTo>
                    <a:cubicBezTo>
                      <a:pt x="6686" y="2521"/>
                      <a:pt x="6352" y="1714"/>
                      <a:pt x="5757" y="1119"/>
                    </a:cubicBezTo>
                    <a:cubicBezTo>
                      <a:pt x="5163" y="524"/>
                      <a:pt x="4356" y="190"/>
                      <a:pt x="3515" y="190"/>
                    </a:cubicBezTo>
                    <a:cubicBezTo>
                      <a:pt x="2674" y="190"/>
                      <a:pt x="1867" y="524"/>
                      <a:pt x="1272" y="1119"/>
                    </a:cubicBezTo>
                    <a:cubicBezTo>
                      <a:pt x="677" y="1714"/>
                      <a:pt x="343" y="2521"/>
                      <a:pt x="343" y="3363"/>
                    </a:cubicBezTo>
                    <a:cubicBezTo>
                      <a:pt x="343" y="4204"/>
                      <a:pt x="677" y="5011"/>
                      <a:pt x="1272" y="5606"/>
                    </a:cubicBezTo>
                    <a:cubicBezTo>
                      <a:pt x="1867" y="6201"/>
                      <a:pt x="2674" y="6536"/>
                      <a:pt x="3515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20" name="Freeform: Shape 2419">
                <a:extLst>
                  <a:ext uri="{FF2B5EF4-FFF2-40B4-BE49-F238E27FC236}">
                    <a16:creationId xmlns:a16="http://schemas.microsoft.com/office/drawing/2014/main" id="{13BC17A6-D7CE-506D-E752-9CD2B1CD26CD}"/>
                  </a:ext>
                </a:extLst>
              </p:cNvPr>
              <p:cNvSpPr/>
              <p:nvPr/>
            </p:nvSpPr>
            <p:spPr>
              <a:xfrm>
                <a:off x="5203110" y="5899672"/>
                <a:ext cx="6343" cy="6345"/>
              </a:xfrm>
              <a:custGeom>
                <a:avLst/>
                <a:gdLst>
                  <a:gd name="connsiteX0" fmla="*/ 3515 w 6343"/>
                  <a:gd name="connsiteY0" fmla="*/ 6536 h 6345"/>
                  <a:gd name="connsiteX1" fmla="*/ 5757 w 6343"/>
                  <a:gd name="connsiteY1" fmla="*/ 5607 h 6345"/>
                  <a:gd name="connsiteX2" fmla="*/ 6686 w 6343"/>
                  <a:gd name="connsiteY2" fmla="*/ 3363 h 6345"/>
                  <a:gd name="connsiteX3" fmla="*/ 5757 w 6343"/>
                  <a:gd name="connsiteY3" fmla="*/ 1120 h 6345"/>
                  <a:gd name="connsiteX4" fmla="*/ 3515 w 6343"/>
                  <a:gd name="connsiteY4" fmla="*/ 191 h 6345"/>
                  <a:gd name="connsiteX5" fmla="*/ 1272 w 6343"/>
                  <a:gd name="connsiteY5" fmla="*/ 1120 h 6345"/>
                  <a:gd name="connsiteX6" fmla="*/ 343 w 6343"/>
                  <a:gd name="connsiteY6" fmla="*/ 3363 h 6345"/>
                  <a:gd name="connsiteX7" fmla="*/ 1272 w 6343"/>
                  <a:gd name="connsiteY7" fmla="*/ 5607 h 6345"/>
                  <a:gd name="connsiteX8" fmla="*/ 3515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5" y="6536"/>
                    </a:moveTo>
                    <a:cubicBezTo>
                      <a:pt x="4356" y="6536"/>
                      <a:pt x="5162" y="6202"/>
                      <a:pt x="5757" y="5607"/>
                    </a:cubicBezTo>
                    <a:cubicBezTo>
                      <a:pt x="6352" y="5012"/>
                      <a:pt x="6686" y="4205"/>
                      <a:pt x="6686" y="3363"/>
                    </a:cubicBezTo>
                    <a:cubicBezTo>
                      <a:pt x="6686" y="2522"/>
                      <a:pt x="6352" y="1715"/>
                      <a:pt x="5757" y="1120"/>
                    </a:cubicBezTo>
                    <a:cubicBezTo>
                      <a:pt x="5162" y="525"/>
                      <a:pt x="4356" y="191"/>
                      <a:pt x="3515" y="191"/>
                    </a:cubicBezTo>
                    <a:cubicBezTo>
                      <a:pt x="2673" y="191"/>
                      <a:pt x="1867" y="525"/>
                      <a:pt x="1272" y="1120"/>
                    </a:cubicBezTo>
                    <a:cubicBezTo>
                      <a:pt x="677" y="1715"/>
                      <a:pt x="343" y="2522"/>
                      <a:pt x="343" y="3363"/>
                    </a:cubicBezTo>
                    <a:cubicBezTo>
                      <a:pt x="343" y="4205"/>
                      <a:pt x="677" y="5012"/>
                      <a:pt x="1272" y="5607"/>
                    </a:cubicBezTo>
                    <a:cubicBezTo>
                      <a:pt x="1867" y="6202"/>
                      <a:pt x="2673" y="6536"/>
                      <a:pt x="3515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21" name="Freeform: Shape 2420">
                <a:extLst>
                  <a:ext uri="{FF2B5EF4-FFF2-40B4-BE49-F238E27FC236}">
                    <a16:creationId xmlns:a16="http://schemas.microsoft.com/office/drawing/2014/main" id="{7E587850-4B73-F1BF-1506-83971EE63639}"/>
                  </a:ext>
                </a:extLst>
              </p:cNvPr>
              <p:cNvSpPr/>
              <p:nvPr/>
            </p:nvSpPr>
            <p:spPr>
              <a:xfrm>
                <a:off x="5179078" y="5921180"/>
                <a:ext cx="6343" cy="6345"/>
              </a:xfrm>
              <a:custGeom>
                <a:avLst/>
                <a:gdLst>
                  <a:gd name="connsiteX0" fmla="*/ 3513 w 6343"/>
                  <a:gd name="connsiteY0" fmla="*/ 6538 h 6345"/>
                  <a:gd name="connsiteX1" fmla="*/ 5755 w 6343"/>
                  <a:gd name="connsiteY1" fmla="*/ 5609 h 6345"/>
                  <a:gd name="connsiteX2" fmla="*/ 6684 w 6343"/>
                  <a:gd name="connsiteY2" fmla="*/ 3365 h 6345"/>
                  <a:gd name="connsiteX3" fmla="*/ 5755 w 6343"/>
                  <a:gd name="connsiteY3" fmla="*/ 1122 h 6345"/>
                  <a:gd name="connsiteX4" fmla="*/ 3513 w 6343"/>
                  <a:gd name="connsiteY4" fmla="*/ 192 h 6345"/>
                  <a:gd name="connsiteX5" fmla="*/ 1270 w 6343"/>
                  <a:gd name="connsiteY5" fmla="*/ 1122 h 6345"/>
                  <a:gd name="connsiteX6" fmla="*/ 341 w 6343"/>
                  <a:gd name="connsiteY6" fmla="*/ 3365 h 6345"/>
                  <a:gd name="connsiteX7" fmla="*/ 1270 w 6343"/>
                  <a:gd name="connsiteY7" fmla="*/ 5609 h 6345"/>
                  <a:gd name="connsiteX8" fmla="*/ 3513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3" y="6538"/>
                    </a:moveTo>
                    <a:cubicBezTo>
                      <a:pt x="4354" y="6538"/>
                      <a:pt x="5161" y="6204"/>
                      <a:pt x="5755" y="5609"/>
                    </a:cubicBezTo>
                    <a:cubicBezTo>
                      <a:pt x="6350" y="5014"/>
                      <a:pt x="6684" y="4207"/>
                      <a:pt x="6684" y="3365"/>
                    </a:cubicBezTo>
                    <a:cubicBezTo>
                      <a:pt x="6684" y="2524"/>
                      <a:pt x="6350" y="1717"/>
                      <a:pt x="5755" y="1122"/>
                    </a:cubicBezTo>
                    <a:cubicBezTo>
                      <a:pt x="5161" y="527"/>
                      <a:pt x="4354" y="192"/>
                      <a:pt x="3513" y="192"/>
                    </a:cubicBezTo>
                    <a:cubicBezTo>
                      <a:pt x="2672" y="192"/>
                      <a:pt x="1865" y="527"/>
                      <a:pt x="1270" y="1122"/>
                    </a:cubicBezTo>
                    <a:cubicBezTo>
                      <a:pt x="675" y="1717"/>
                      <a:pt x="341" y="2524"/>
                      <a:pt x="341" y="3365"/>
                    </a:cubicBezTo>
                    <a:cubicBezTo>
                      <a:pt x="341" y="4207"/>
                      <a:pt x="675" y="5014"/>
                      <a:pt x="1270" y="5609"/>
                    </a:cubicBezTo>
                    <a:cubicBezTo>
                      <a:pt x="1865" y="6204"/>
                      <a:pt x="2672" y="6538"/>
                      <a:pt x="3513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22" name="Freeform: Shape 2421">
                <a:extLst>
                  <a:ext uri="{FF2B5EF4-FFF2-40B4-BE49-F238E27FC236}">
                    <a16:creationId xmlns:a16="http://schemas.microsoft.com/office/drawing/2014/main" id="{3E913D59-6F90-6E14-4B8B-8D0512C214DF}"/>
                  </a:ext>
                </a:extLst>
              </p:cNvPr>
              <p:cNvSpPr/>
              <p:nvPr/>
            </p:nvSpPr>
            <p:spPr>
              <a:xfrm>
                <a:off x="5167837" y="5927697"/>
                <a:ext cx="6343" cy="6345"/>
              </a:xfrm>
              <a:custGeom>
                <a:avLst/>
                <a:gdLst>
                  <a:gd name="connsiteX0" fmla="*/ 3512 w 6343"/>
                  <a:gd name="connsiteY0" fmla="*/ 6538 h 6345"/>
                  <a:gd name="connsiteX1" fmla="*/ 5754 w 6343"/>
                  <a:gd name="connsiteY1" fmla="*/ 5609 h 6345"/>
                  <a:gd name="connsiteX2" fmla="*/ 6683 w 6343"/>
                  <a:gd name="connsiteY2" fmla="*/ 3366 h 6345"/>
                  <a:gd name="connsiteX3" fmla="*/ 5754 w 6343"/>
                  <a:gd name="connsiteY3" fmla="*/ 1122 h 6345"/>
                  <a:gd name="connsiteX4" fmla="*/ 3512 w 6343"/>
                  <a:gd name="connsiteY4" fmla="*/ 193 h 6345"/>
                  <a:gd name="connsiteX5" fmla="*/ 1269 w 6343"/>
                  <a:gd name="connsiteY5" fmla="*/ 1122 h 6345"/>
                  <a:gd name="connsiteX6" fmla="*/ 340 w 6343"/>
                  <a:gd name="connsiteY6" fmla="*/ 3366 h 6345"/>
                  <a:gd name="connsiteX7" fmla="*/ 1269 w 6343"/>
                  <a:gd name="connsiteY7" fmla="*/ 5609 h 6345"/>
                  <a:gd name="connsiteX8" fmla="*/ 3512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2" y="6538"/>
                    </a:moveTo>
                    <a:cubicBezTo>
                      <a:pt x="4353" y="6538"/>
                      <a:pt x="5160" y="6204"/>
                      <a:pt x="5754" y="5609"/>
                    </a:cubicBezTo>
                    <a:cubicBezTo>
                      <a:pt x="6349" y="5014"/>
                      <a:pt x="6683" y="4207"/>
                      <a:pt x="6683" y="3366"/>
                    </a:cubicBezTo>
                    <a:cubicBezTo>
                      <a:pt x="6683" y="2524"/>
                      <a:pt x="6349" y="1717"/>
                      <a:pt x="5754" y="1122"/>
                    </a:cubicBezTo>
                    <a:cubicBezTo>
                      <a:pt x="5160" y="527"/>
                      <a:pt x="4353" y="193"/>
                      <a:pt x="3512" y="193"/>
                    </a:cubicBezTo>
                    <a:cubicBezTo>
                      <a:pt x="2671" y="193"/>
                      <a:pt x="1864" y="527"/>
                      <a:pt x="1269" y="1122"/>
                    </a:cubicBezTo>
                    <a:cubicBezTo>
                      <a:pt x="674" y="1717"/>
                      <a:pt x="340" y="2524"/>
                      <a:pt x="340" y="3366"/>
                    </a:cubicBezTo>
                    <a:cubicBezTo>
                      <a:pt x="340" y="4207"/>
                      <a:pt x="674" y="5014"/>
                      <a:pt x="1269" y="5609"/>
                    </a:cubicBezTo>
                    <a:cubicBezTo>
                      <a:pt x="1864" y="6204"/>
                      <a:pt x="2671" y="6538"/>
                      <a:pt x="3512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23" name="Freeform: Shape 2422">
                <a:extLst>
                  <a:ext uri="{FF2B5EF4-FFF2-40B4-BE49-F238E27FC236}">
                    <a16:creationId xmlns:a16="http://schemas.microsoft.com/office/drawing/2014/main" id="{9AE03760-DC28-8F9D-28B6-ECF9DDEC0021}"/>
                  </a:ext>
                </a:extLst>
              </p:cNvPr>
              <p:cNvSpPr/>
              <p:nvPr/>
            </p:nvSpPr>
            <p:spPr>
              <a:xfrm>
                <a:off x="5156265" y="5942109"/>
                <a:ext cx="6343" cy="6345"/>
              </a:xfrm>
              <a:custGeom>
                <a:avLst/>
                <a:gdLst>
                  <a:gd name="connsiteX0" fmla="*/ 3511 w 6343"/>
                  <a:gd name="connsiteY0" fmla="*/ 6539 h 6345"/>
                  <a:gd name="connsiteX1" fmla="*/ 5753 w 6343"/>
                  <a:gd name="connsiteY1" fmla="*/ 5610 h 6345"/>
                  <a:gd name="connsiteX2" fmla="*/ 6682 w 6343"/>
                  <a:gd name="connsiteY2" fmla="*/ 3367 h 6345"/>
                  <a:gd name="connsiteX3" fmla="*/ 5753 w 6343"/>
                  <a:gd name="connsiteY3" fmla="*/ 1123 h 6345"/>
                  <a:gd name="connsiteX4" fmla="*/ 3511 w 6343"/>
                  <a:gd name="connsiteY4" fmla="*/ 194 h 6345"/>
                  <a:gd name="connsiteX5" fmla="*/ 1268 w 6343"/>
                  <a:gd name="connsiteY5" fmla="*/ 1123 h 6345"/>
                  <a:gd name="connsiteX6" fmla="*/ 339 w 6343"/>
                  <a:gd name="connsiteY6" fmla="*/ 3367 h 6345"/>
                  <a:gd name="connsiteX7" fmla="*/ 1268 w 6343"/>
                  <a:gd name="connsiteY7" fmla="*/ 5610 h 6345"/>
                  <a:gd name="connsiteX8" fmla="*/ 3511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1" y="6539"/>
                    </a:moveTo>
                    <a:cubicBezTo>
                      <a:pt x="4352" y="6539"/>
                      <a:pt x="5159" y="6205"/>
                      <a:pt x="5753" y="5610"/>
                    </a:cubicBezTo>
                    <a:cubicBezTo>
                      <a:pt x="6348" y="5015"/>
                      <a:pt x="6682" y="4208"/>
                      <a:pt x="6682" y="3367"/>
                    </a:cubicBezTo>
                    <a:cubicBezTo>
                      <a:pt x="6682" y="2525"/>
                      <a:pt x="6348" y="1718"/>
                      <a:pt x="5753" y="1123"/>
                    </a:cubicBezTo>
                    <a:cubicBezTo>
                      <a:pt x="5159" y="528"/>
                      <a:pt x="4352" y="194"/>
                      <a:pt x="3511" y="194"/>
                    </a:cubicBezTo>
                    <a:cubicBezTo>
                      <a:pt x="2670" y="194"/>
                      <a:pt x="1863" y="528"/>
                      <a:pt x="1268" y="1123"/>
                    </a:cubicBezTo>
                    <a:cubicBezTo>
                      <a:pt x="673" y="1718"/>
                      <a:pt x="339" y="2525"/>
                      <a:pt x="339" y="3367"/>
                    </a:cubicBezTo>
                    <a:cubicBezTo>
                      <a:pt x="339" y="4208"/>
                      <a:pt x="673" y="5015"/>
                      <a:pt x="1268" y="5610"/>
                    </a:cubicBezTo>
                    <a:cubicBezTo>
                      <a:pt x="1863" y="6205"/>
                      <a:pt x="2670" y="6539"/>
                      <a:pt x="3511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24" name="Freeform: Shape 2423">
                <a:extLst>
                  <a:ext uri="{FF2B5EF4-FFF2-40B4-BE49-F238E27FC236}">
                    <a16:creationId xmlns:a16="http://schemas.microsoft.com/office/drawing/2014/main" id="{89C4081A-09F3-A7EB-B314-C5CA8BA7866D}"/>
                  </a:ext>
                </a:extLst>
              </p:cNvPr>
              <p:cNvSpPr/>
              <p:nvPr/>
            </p:nvSpPr>
            <p:spPr>
              <a:xfrm>
                <a:off x="5149104" y="5949000"/>
                <a:ext cx="6343" cy="6345"/>
              </a:xfrm>
              <a:custGeom>
                <a:avLst/>
                <a:gdLst>
                  <a:gd name="connsiteX0" fmla="*/ 3510 w 6343"/>
                  <a:gd name="connsiteY0" fmla="*/ 6540 h 6345"/>
                  <a:gd name="connsiteX1" fmla="*/ 5753 w 6343"/>
                  <a:gd name="connsiteY1" fmla="*/ 5611 h 6345"/>
                  <a:gd name="connsiteX2" fmla="*/ 6682 w 6343"/>
                  <a:gd name="connsiteY2" fmla="*/ 3367 h 6345"/>
                  <a:gd name="connsiteX3" fmla="*/ 5753 w 6343"/>
                  <a:gd name="connsiteY3" fmla="*/ 1124 h 6345"/>
                  <a:gd name="connsiteX4" fmla="*/ 3510 w 6343"/>
                  <a:gd name="connsiteY4" fmla="*/ 195 h 6345"/>
                  <a:gd name="connsiteX5" fmla="*/ 1268 w 6343"/>
                  <a:gd name="connsiteY5" fmla="*/ 1124 h 6345"/>
                  <a:gd name="connsiteX6" fmla="*/ 339 w 6343"/>
                  <a:gd name="connsiteY6" fmla="*/ 3367 h 6345"/>
                  <a:gd name="connsiteX7" fmla="*/ 1268 w 6343"/>
                  <a:gd name="connsiteY7" fmla="*/ 5611 h 6345"/>
                  <a:gd name="connsiteX8" fmla="*/ 3510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0" y="6540"/>
                    </a:moveTo>
                    <a:cubicBezTo>
                      <a:pt x="4351" y="6540"/>
                      <a:pt x="5158" y="6206"/>
                      <a:pt x="5753" y="5611"/>
                    </a:cubicBezTo>
                    <a:cubicBezTo>
                      <a:pt x="6348" y="5016"/>
                      <a:pt x="6682" y="4209"/>
                      <a:pt x="6682" y="3367"/>
                    </a:cubicBezTo>
                    <a:cubicBezTo>
                      <a:pt x="6682" y="2526"/>
                      <a:pt x="6348" y="1719"/>
                      <a:pt x="5753" y="1124"/>
                    </a:cubicBezTo>
                    <a:cubicBezTo>
                      <a:pt x="5158" y="529"/>
                      <a:pt x="4351" y="195"/>
                      <a:pt x="3510" y="195"/>
                    </a:cubicBezTo>
                    <a:cubicBezTo>
                      <a:pt x="2669" y="195"/>
                      <a:pt x="1862" y="529"/>
                      <a:pt x="1268" y="1124"/>
                    </a:cubicBezTo>
                    <a:cubicBezTo>
                      <a:pt x="673" y="1719"/>
                      <a:pt x="339" y="2526"/>
                      <a:pt x="339" y="3367"/>
                    </a:cubicBezTo>
                    <a:cubicBezTo>
                      <a:pt x="339" y="4209"/>
                      <a:pt x="673" y="5016"/>
                      <a:pt x="1268" y="5611"/>
                    </a:cubicBezTo>
                    <a:cubicBezTo>
                      <a:pt x="1862" y="6206"/>
                      <a:pt x="2669" y="6540"/>
                      <a:pt x="3510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25" name="Freeform: Shape 2424">
                <a:extLst>
                  <a:ext uri="{FF2B5EF4-FFF2-40B4-BE49-F238E27FC236}">
                    <a16:creationId xmlns:a16="http://schemas.microsoft.com/office/drawing/2014/main" id="{A358C49F-CF6F-3F25-2590-D4D309B30C8C}"/>
                  </a:ext>
                </a:extLst>
              </p:cNvPr>
              <p:cNvSpPr/>
              <p:nvPr/>
            </p:nvSpPr>
            <p:spPr>
              <a:xfrm>
                <a:off x="5146035" y="5956527"/>
                <a:ext cx="6343" cy="6345"/>
              </a:xfrm>
              <a:custGeom>
                <a:avLst/>
                <a:gdLst>
                  <a:gd name="connsiteX0" fmla="*/ 3510 w 6343"/>
                  <a:gd name="connsiteY0" fmla="*/ 6541 h 6345"/>
                  <a:gd name="connsiteX1" fmla="*/ 5753 w 6343"/>
                  <a:gd name="connsiteY1" fmla="*/ 5611 h 6345"/>
                  <a:gd name="connsiteX2" fmla="*/ 6682 w 6343"/>
                  <a:gd name="connsiteY2" fmla="*/ 3368 h 6345"/>
                  <a:gd name="connsiteX3" fmla="*/ 5753 w 6343"/>
                  <a:gd name="connsiteY3" fmla="*/ 1124 h 6345"/>
                  <a:gd name="connsiteX4" fmla="*/ 3510 w 6343"/>
                  <a:gd name="connsiteY4" fmla="*/ 195 h 6345"/>
                  <a:gd name="connsiteX5" fmla="*/ 1267 w 6343"/>
                  <a:gd name="connsiteY5" fmla="*/ 1124 h 6345"/>
                  <a:gd name="connsiteX6" fmla="*/ 338 w 6343"/>
                  <a:gd name="connsiteY6" fmla="*/ 3368 h 6345"/>
                  <a:gd name="connsiteX7" fmla="*/ 1267 w 6343"/>
                  <a:gd name="connsiteY7" fmla="*/ 5611 h 6345"/>
                  <a:gd name="connsiteX8" fmla="*/ 3510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0" y="6541"/>
                    </a:moveTo>
                    <a:cubicBezTo>
                      <a:pt x="4351" y="6541"/>
                      <a:pt x="5158" y="6206"/>
                      <a:pt x="5753" y="5611"/>
                    </a:cubicBezTo>
                    <a:cubicBezTo>
                      <a:pt x="6347" y="5016"/>
                      <a:pt x="6682" y="4209"/>
                      <a:pt x="6682" y="3368"/>
                    </a:cubicBezTo>
                    <a:cubicBezTo>
                      <a:pt x="6682" y="2526"/>
                      <a:pt x="6347" y="1719"/>
                      <a:pt x="5753" y="1124"/>
                    </a:cubicBezTo>
                    <a:cubicBezTo>
                      <a:pt x="5158" y="529"/>
                      <a:pt x="4351" y="195"/>
                      <a:pt x="3510" y="195"/>
                    </a:cubicBezTo>
                    <a:cubicBezTo>
                      <a:pt x="2669" y="195"/>
                      <a:pt x="1862" y="529"/>
                      <a:pt x="1267" y="1124"/>
                    </a:cubicBezTo>
                    <a:cubicBezTo>
                      <a:pt x="673" y="1719"/>
                      <a:pt x="338" y="2526"/>
                      <a:pt x="338" y="3368"/>
                    </a:cubicBezTo>
                    <a:cubicBezTo>
                      <a:pt x="338" y="4209"/>
                      <a:pt x="673" y="5016"/>
                      <a:pt x="1267" y="5611"/>
                    </a:cubicBezTo>
                    <a:cubicBezTo>
                      <a:pt x="1862" y="6206"/>
                      <a:pt x="2669" y="6541"/>
                      <a:pt x="3510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26" name="Freeform: Shape 2425">
                <a:extLst>
                  <a:ext uri="{FF2B5EF4-FFF2-40B4-BE49-F238E27FC236}">
                    <a16:creationId xmlns:a16="http://schemas.microsoft.com/office/drawing/2014/main" id="{12DC4420-E0F8-A20B-1C98-B696DC5B8DE1}"/>
                  </a:ext>
                </a:extLst>
              </p:cNvPr>
              <p:cNvSpPr/>
              <p:nvPr/>
            </p:nvSpPr>
            <p:spPr>
              <a:xfrm>
                <a:off x="5134508" y="5978533"/>
                <a:ext cx="6343" cy="6345"/>
              </a:xfrm>
              <a:custGeom>
                <a:avLst/>
                <a:gdLst>
                  <a:gd name="connsiteX0" fmla="*/ 3509 w 6343"/>
                  <a:gd name="connsiteY0" fmla="*/ 6542 h 6345"/>
                  <a:gd name="connsiteX1" fmla="*/ 5752 w 6343"/>
                  <a:gd name="connsiteY1" fmla="*/ 5613 h 6345"/>
                  <a:gd name="connsiteX2" fmla="*/ 6681 w 6343"/>
                  <a:gd name="connsiteY2" fmla="*/ 3370 h 6345"/>
                  <a:gd name="connsiteX3" fmla="*/ 5752 w 6343"/>
                  <a:gd name="connsiteY3" fmla="*/ 1126 h 6345"/>
                  <a:gd name="connsiteX4" fmla="*/ 3509 w 6343"/>
                  <a:gd name="connsiteY4" fmla="*/ 197 h 6345"/>
                  <a:gd name="connsiteX5" fmla="*/ 1266 w 6343"/>
                  <a:gd name="connsiteY5" fmla="*/ 1126 h 6345"/>
                  <a:gd name="connsiteX6" fmla="*/ 338 w 6343"/>
                  <a:gd name="connsiteY6" fmla="*/ 3370 h 6345"/>
                  <a:gd name="connsiteX7" fmla="*/ 1266 w 6343"/>
                  <a:gd name="connsiteY7" fmla="*/ 5613 h 6345"/>
                  <a:gd name="connsiteX8" fmla="*/ 350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9" y="6542"/>
                    </a:moveTo>
                    <a:cubicBezTo>
                      <a:pt x="4350" y="6542"/>
                      <a:pt x="5157" y="6208"/>
                      <a:pt x="5752" y="5613"/>
                    </a:cubicBezTo>
                    <a:cubicBezTo>
                      <a:pt x="6346" y="5018"/>
                      <a:pt x="6681" y="4211"/>
                      <a:pt x="6681" y="3370"/>
                    </a:cubicBezTo>
                    <a:cubicBezTo>
                      <a:pt x="6681" y="2528"/>
                      <a:pt x="6346" y="1721"/>
                      <a:pt x="5752" y="1126"/>
                    </a:cubicBezTo>
                    <a:cubicBezTo>
                      <a:pt x="5157" y="531"/>
                      <a:pt x="4350" y="197"/>
                      <a:pt x="3509" y="197"/>
                    </a:cubicBezTo>
                    <a:cubicBezTo>
                      <a:pt x="2668" y="197"/>
                      <a:pt x="1861" y="531"/>
                      <a:pt x="1266" y="1126"/>
                    </a:cubicBezTo>
                    <a:cubicBezTo>
                      <a:pt x="672" y="1721"/>
                      <a:pt x="338" y="2528"/>
                      <a:pt x="338" y="3370"/>
                    </a:cubicBezTo>
                    <a:cubicBezTo>
                      <a:pt x="338" y="4211"/>
                      <a:pt x="672" y="5018"/>
                      <a:pt x="1266" y="5613"/>
                    </a:cubicBezTo>
                    <a:cubicBezTo>
                      <a:pt x="1861" y="6208"/>
                      <a:pt x="2668" y="6542"/>
                      <a:pt x="350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27" name="Freeform: Shape 2426">
                <a:extLst>
                  <a:ext uri="{FF2B5EF4-FFF2-40B4-BE49-F238E27FC236}">
                    <a16:creationId xmlns:a16="http://schemas.microsoft.com/office/drawing/2014/main" id="{851889B8-5EFF-9A21-D96E-B58436F82BE2}"/>
                  </a:ext>
                </a:extLst>
              </p:cNvPr>
              <p:cNvSpPr/>
              <p:nvPr/>
            </p:nvSpPr>
            <p:spPr>
              <a:xfrm>
                <a:off x="5121674" y="5999993"/>
                <a:ext cx="6343" cy="6345"/>
              </a:xfrm>
              <a:custGeom>
                <a:avLst/>
                <a:gdLst>
                  <a:gd name="connsiteX0" fmla="*/ 3508 w 6343"/>
                  <a:gd name="connsiteY0" fmla="*/ 6544 h 6345"/>
                  <a:gd name="connsiteX1" fmla="*/ 5751 w 6343"/>
                  <a:gd name="connsiteY1" fmla="*/ 5615 h 6345"/>
                  <a:gd name="connsiteX2" fmla="*/ 6680 w 6343"/>
                  <a:gd name="connsiteY2" fmla="*/ 3371 h 6345"/>
                  <a:gd name="connsiteX3" fmla="*/ 5751 w 6343"/>
                  <a:gd name="connsiteY3" fmla="*/ 1128 h 6345"/>
                  <a:gd name="connsiteX4" fmla="*/ 3508 w 6343"/>
                  <a:gd name="connsiteY4" fmla="*/ 199 h 6345"/>
                  <a:gd name="connsiteX5" fmla="*/ 1265 w 6343"/>
                  <a:gd name="connsiteY5" fmla="*/ 1128 h 6345"/>
                  <a:gd name="connsiteX6" fmla="*/ 337 w 6343"/>
                  <a:gd name="connsiteY6" fmla="*/ 3371 h 6345"/>
                  <a:gd name="connsiteX7" fmla="*/ 1265 w 6343"/>
                  <a:gd name="connsiteY7" fmla="*/ 5615 h 6345"/>
                  <a:gd name="connsiteX8" fmla="*/ 3508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8" y="6544"/>
                    </a:moveTo>
                    <a:cubicBezTo>
                      <a:pt x="4349" y="6544"/>
                      <a:pt x="5156" y="6210"/>
                      <a:pt x="5751" y="5615"/>
                    </a:cubicBezTo>
                    <a:cubicBezTo>
                      <a:pt x="6345" y="5020"/>
                      <a:pt x="6680" y="4213"/>
                      <a:pt x="6680" y="3371"/>
                    </a:cubicBezTo>
                    <a:cubicBezTo>
                      <a:pt x="6680" y="2530"/>
                      <a:pt x="6345" y="1723"/>
                      <a:pt x="5751" y="1128"/>
                    </a:cubicBezTo>
                    <a:cubicBezTo>
                      <a:pt x="5156" y="533"/>
                      <a:pt x="4349" y="199"/>
                      <a:pt x="3508" y="199"/>
                    </a:cubicBezTo>
                    <a:cubicBezTo>
                      <a:pt x="2667" y="199"/>
                      <a:pt x="1860" y="533"/>
                      <a:pt x="1265" y="1128"/>
                    </a:cubicBezTo>
                    <a:cubicBezTo>
                      <a:pt x="671" y="1723"/>
                      <a:pt x="337" y="2530"/>
                      <a:pt x="337" y="3371"/>
                    </a:cubicBezTo>
                    <a:cubicBezTo>
                      <a:pt x="337" y="4213"/>
                      <a:pt x="671" y="5020"/>
                      <a:pt x="1265" y="5615"/>
                    </a:cubicBezTo>
                    <a:cubicBezTo>
                      <a:pt x="1860" y="6210"/>
                      <a:pt x="2667" y="6544"/>
                      <a:pt x="3508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28" name="Freeform: Shape 2427">
                <a:extLst>
                  <a:ext uri="{FF2B5EF4-FFF2-40B4-BE49-F238E27FC236}">
                    <a16:creationId xmlns:a16="http://schemas.microsoft.com/office/drawing/2014/main" id="{7E0B5B4A-D2A9-0FEE-107B-E4C9FEB14DFE}"/>
                  </a:ext>
                </a:extLst>
              </p:cNvPr>
              <p:cNvSpPr/>
              <p:nvPr/>
            </p:nvSpPr>
            <p:spPr>
              <a:xfrm>
                <a:off x="4515027" y="5892230"/>
                <a:ext cx="6343" cy="6345"/>
              </a:xfrm>
              <a:custGeom>
                <a:avLst/>
                <a:gdLst>
                  <a:gd name="connsiteX0" fmla="*/ 3460 w 6343"/>
                  <a:gd name="connsiteY0" fmla="*/ 6536 h 6345"/>
                  <a:gd name="connsiteX1" fmla="*/ 5703 w 6343"/>
                  <a:gd name="connsiteY1" fmla="*/ 5606 h 6345"/>
                  <a:gd name="connsiteX2" fmla="*/ 6632 w 6343"/>
                  <a:gd name="connsiteY2" fmla="*/ 3363 h 6345"/>
                  <a:gd name="connsiteX3" fmla="*/ 5703 w 6343"/>
                  <a:gd name="connsiteY3" fmla="*/ 1119 h 6345"/>
                  <a:gd name="connsiteX4" fmla="*/ 3460 w 6343"/>
                  <a:gd name="connsiteY4" fmla="*/ 190 h 6345"/>
                  <a:gd name="connsiteX5" fmla="*/ 1218 w 6343"/>
                  <a:gd name="connsiteY5" fmla="*/ 1119 h 6345"/>
                  <a:gd name="connsiteX6" fmla="*/ 289 w 6343"/>
                  <a:gd name="connsiteY6" fmla="*/ 3363 h 6345"/>
                  <a:gd name="connsiteX7" fmla="*/ 1218 w 6343"/>
                  <a:gd name="connsiteY7" fmla="*/ 5606 h 6345"/>
                  <a:gd name="connsiteX8" fmla="*/ 3460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6"/>
                    </a:moveTo>
                    <a:cubicBezTo>
                      <a:pt x="4301" y="6536"/>
                      <a:pt x="5108" y="6201"/>
                      <a:pt x="5703" y="5606"/>
                    </a:cubicBezTo>
                    <a:cubicBezTo>
                      <a:pt x="6298" y="5011"/>
                      <a:pt x="6632" y="4204"/>
                      <a:pt x="6632" y="3363"/>
                    </a:cubicBezTo>
                    <a:cubicBezTo>
                      <a:pt x="6632" y="2521"/>
                      <a:pt x="6298" y="1714"/>
                      <a:pt x="5703" y="1119"/>
                    </a:cubicBezTo>
                    <a:cubicBezTo>
                      <a:pt x="5108" y="524"/>
                      <a:pt x="4301" y="190"/>
                      <a:pt x="3460" y="190"/>
                    </a:cubicBezTo>
                    <a:cubicBezTo>
                      <a:pt x="2619" y="190"/>
                      <a:pt x="1812" y="524"/>
                      <a:pt x="1218" y="1119"/>
                    </a:cubicBezTo>
                    <a:cubicBezTo>
                      <a:pt x="623" y="1714"/>
                      <a:pt x="289" y="2521"/>
                      <a:pt x="289" y="3363"/>
                    </a:cubicBezTo>
                    <a:cubicBezTo>
                      <a:pt x="289" y="4204"/>
                      <a:pt x="623" y="5011"/>
                      <a:pt x="1218" y="5606"/>
                    </a:cubicBezTo>
                    <a:cubicBezTo>
                      <a:pt x="1812" y="6201"/>
                      <a:pt x="2619" y="6536"/>
                      <a:pt x="3460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29" name="Freeform: Shape 2428">
                <a:extLst>
                  <a:ext uri="{FF2B5EF4-FFF2-40B4-BE49-F238E27FC236}">
                    <a16:creationId xmlns:a16="http://schemas.microsoft.com/office/drawing/2014/main" id="{BA5A8872-209D-AB11-D812-B83F2028A4F1}"/>
                  </a:ext>
                </a:extLst>
              </p:cNvPr>
              <p:cNvSpPr/>
              <p:nvPr/>
            </p:nvSpPr>
            <p:spPr>
              <a:xfrm>
                <a:off x="4515624" y="5896561"/>
                <a:ext cx="6343" cy="6345"/>
              </a:xfrm>
              <a:custGeom>
                <a:avLst/>
                <a:gdLst>
                  <a:gd name="connsiteX0" fmla="*/ 3460 w 6343"/>
                  <a:gd name="connsiteY0" fmla="*/ 6536 h 6345"/>
                  <a:gd name="connsiteX1" fmla="*/ 5703 w 6343"/>
                  <a:gd name="connsiteY1" fmla="*/ 5607 h 6345"/>
                  <a:gd name="connsiteX2" fmla="*/ 6632 w 6343"/>
                  <a:gd name="connsiteY2" fmla="*/ 3363 h 6345"/>
                  <a:gd name="connsiteX3" fmla="*/ 5703 w 6343"/>
                  <a:gd name="connsiteY3" fmla="*/ 1120 h 6345"/>
                  <a:gd name="connsiteX4" fmla="*/ 3460 w 6343"/>
                  <a:gd name="connsiteY4" fmla="*/ 190 h 6345"/>
                  <a:gd name="connsiteX5" fmla="*/ 1218 w 6343"/>
                  <a:gd name="connsiteY5" fmla="*/ 1120 h 6345"/>
                  <a:gd name="connsiteX6" fmla="*/ 289 w 6343"/>
                  <a:gd name="connsiteY6" fmla="*/ 3363 h 6345"/>
                  <a:gd name="connsiteX7" fmla="*/ 1218 w 6343"/>
                  <a:gd name="connsiteY7" fmla="*/ 5607 h 6345"/>
                  <a:gd name="connsiteX8" fmla="*/ 3460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6"/>
                    </a:moveTo>
                    <a:cubicBezTo>
                      <a:pt x="4301" y="6536"/>
                      <a:pt x="5108" y="6202"/>
                      <a:pt x="5703" y="5607"/>
                    </a:cubicBezTo>
                    <a:cubicBezTo>
                      <a:pt x="6298" y="5012"/>
                      <a:pt x="6632" y="4205"/>
                      <a:pt x="6632" y="3363"/>
                    </a:cubicBezTo>
                    <a:cubicBezTo>
                      <a:pt x="6632" y="2522"/>
                      <a:pt x="6298" y="1715"/>
                      <a:pt x="5703" y="1120"/>
                    </a:cubicBezTo>
                    <a:cubicBezTo>
                      <a:pt x="5108" y="525"/>
                      <a:pt x="4301" y="190"/>
                      <a:pt x="3460" y="190"/>
                    </a:cubicBezTo>
                    <a:cubicBezTo>
                      <a:pt x="2619" y="190"/>
                      <a:pt x="1812" y="525"/>
                      <a:pt x="1218" y="1120"/>
                    </a:cubicBezTo>
                    <a:cubicBezTo>
                      <a:pt x="623" y="1715"/>
                      <a:pt x="289" y="2522"/>
                      <a:pt x="289" y="3363"/>
                    </a:cubicBezTo>
                    <a:cubicBezTo>
                      <a:pt x="289" y="4205"/>
                      <a:pt x="623" y="5012"/>
                      <a:pt x="1218" y="5607"/>
                    </a:cubicBezTo>
                    <a:cubicBezTo>
                      <a:pt x="1812" y="6202"/>
                      <a:pt x="2619" y="6536"/>
                      <a:pt x="3460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30" name="Freeform: Shape 2429">
                <a:extLst>
                  <a:ext uri="{FF2B5EF4-FFF2-40B4-BE49-F238E27FC236}">
                    <a16:creationId xmlns:a16="http://schemas.microsoft.com/office/drawing/2014/main" id="{8FC157FF-9901-504E-398D-D35104BD084F}"/>
                  </a:ext>
                </a:extLst>
              </p:cNvPr>
              <p:cNvSpPr/>
              <p:nvPr/>
            </p:nvSpPr>
            <p:spPr>
              <a:xfrm>
                <a:off x="5070694" y="6051335"/>
                <a:ext cx="6343" cy="6345"/>
              </a:xfrm>
              <a:custGeom>
                <a:avLst/>
                <a:gdLst>
                  <a:gd name="connsiteX0" fmla="*/ 3504 w 6343"/>
                  <a:gd name="connsiteY0" fmla="*/ 6548 h 6345"/>
                  <a:gd name="connsiteX1" fmla="*/ 5747 w 6343"/>
                  <a:gd name="connsiteY1" fmla="*/ 5619 h 6345"/>
                  <a:gd name="connsiteX2" fmla="*/ 6676 w 6343"/>
                  <a:gd name="connsiteY2" fmla="*/ 3375 h 6345"/>
                  <a:gd name="connsiteX3" fmla="*/ 5747 w 6343"/>
                  <a:gd name="connsiteY3" fmla="*/ 1132 h 6345"/>
                  <a:gd name="connsiteX4" fmla="*/ 3504 w 6343"/>
                  <a:gd name="connsiteY4" fmla="*/ 203 h 6345"/>
                  <a:gd name="connsiteX5" fmla="*/ 1261 w 6343"/>
                  <a:gd name="connsiteY5" fmla="*/ 1132 h 6345"/>
                  <a:gd name="connsiteX6" fmla="*/ 333 w 6343"/>
                  <a:gd name="connsiteY6" fmla="*/ 3375 h 6345"/>
                  <a:gd name="connsiteX7" fmla="*/ 1261 w 6343"/>
                  <a:gd name="connsiteY7" fmla="*/ 5619 h 6345"/>
                  <a:gd name="connsiteX8" fmla="*/ 350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4" y="6548"/>
                    </a:moveTo>
                    <a:cubicBezTo>
                      <a:pt x="4345" y="6548"/>
                      <a:pt x="5152" y="6214"/>
                      <a:pt x="5747" y="5619"/>
                    </a:cubicBezTo>
                    <a:cubicBezTo>
                      <a:pt x="6341" y="5024"/>
                      <a:pt x="6676" y="4217"/>
                      <a:pt x="6676" y="3375"/>
                    </a:cubicBezTo>
                    <a:cubicBezTo>
                      <a:pt x="6676" y="2534"/>
                      <a:pt x="6341" y="1727"/>
                      <a:pt x="5747" y="1132"/>
                    </a:cubicBezTo>
                    <a:cubicBezTo>
                      <a:pt x="5152" y="537"/>
                      <a:pt x="4345" y="203"/>
                      <a:pt x="3504" y="203"/>
                    </a:cubicBezTo>
                    <a:cubicBezTo>
                      <a:pt x="2663" y="203"/>
                      <a:pt x="1856" y="537"/>
                      <a:pt x="1261" y="1132"/>
                    </a:cubicBezTo>
                    <a:cubicBezTo>
                      <a:pt x="667" y="1727"/>
                      <a:pt x="333" y="2534"/>
                      <a:pt x="333" y="3375"/>
                    </a:cubicBezTo>
                    <a:cubicBezTo>
                      <a:pt x="333" y="4217"/>
                      <a:pt x="667" y="5024"/>
                      <a:pt x="1261" y="5619"/>
                    </a:cubicBezTo>
                    <a:cubicBezTo>
                      <a:pt x="1856" y="6214"/>
                      <a:pt x="2663" y="6548"/>
                      <a:pt x="350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31" name="Freeform: Shape 2430">
                <a:extLst>
                  <a:ext uri="{FF2B5EF4-FFF2-40B4-BE49-F238E27FC236}">
                    <a16:creationId xmlns:a16="http://schemas.microsoft.com/office/drawing/2014/main" id="{84956492-DC1A-0069-4B8E-4394EE7BD358}"/>
                  </a:ext>
                </a:extLst>
              </p:cNvPr>
              <p:cNvSpPr/>
              <p:nvPr/>
            </p:nvSpPr>
            <p:spPr>
              <a:xfrm>
                <a:off x="4997614" y="6145879"/>
                <a:ext cx="6343" cy="6345"/>
              </a:xfrm>
              <a:custGeom>
                <a:avLst/>
                <a:gdLst>
                  <a:gd name="connsiteX0" fmla="*/ 3498 w 6343"/>
                  <a:gd name="connsiteY0" fmla="*/ 6556 h 6345"/>
                  <a:gd name="connsiteX1" fmla="*/ 5741 w 6343"/>
                  <a:gd name="connsiteY1" fmla="*/ 5626 h 6345"/>
                  <a:gd name="connsiteX2" fmla="*/ 6670 w 6343"/>
                  <a:gd name="connsiteY2" fmla="*/ 3383 h 6345"/>
                  <a:gd name="connsiteX3" fmla="*/ 5741 w 6343"/>
                  <a:gd name="connsiteY3" fmla="*/ 1139 h 6345"/>
                  <a:gd name="connsiteX4" fmla="*/ 3498 w 6343"/>
                  <a:gd name="connsiteY4" fmla="*/ 210 h 6345"/>
                  <a:gd name="connsiteX5" fmla="*/ 1256 w 6343"/>
                  <a:gd name="connsiteY5" fmla="*/ 1139 h 6345"/>
                  <a:gd name="connsiteX6" fmla="*/ 327 w 6343"/>
                  <a:gd name="connsiteY6" fmla="*/ 3383 h 6345"/>
                  <a:gd name="connsiteX7" fmla="*/ 1256 w 6343"/>
                  <a:gd name="connsiteY7" fmla="*/ 5626 h 6345"/>
                  <a:gd name="connsiteX8" fmla="*/ 3498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8" y="6556"/>
                    </a:moveTo>
                    <a:cubicBezTo>
                      <a:pt x="4339" y="6556"/>
                      <a:pt x="5146" y="6221"/>
                      <a:pt x="5741" y="5626"/>
                    </a:cubicBezTo>
                    <a:cubicBezTo>
                      <a:pt x="6336" y="5031"/>
                      <a:pt x="6670" y="4224"/>
                      <a:pt x="6670" y="3383"/>
                    </a:cubicBezTo>
                    <a:cubicBezTo>
                      <a:pt x="6670" y="2541"/>
                      <a:pt x="6336" y="1734"/>
                      <a:pt x="5741" y="1139"/>
                    </a:cubicBezTo>
                    <a:cubicBezTo>
                      <a:pt x="5146" y="544"/>
                      <a:pt x="4339" y="210"/>
                      <a:pt x="3498" y="210"/>
                    </a:cubicBezTo>
                    <a:cubicBezTo>
                      <a:pt x="2657" y="210"/>
                      <a:pt x="1850" y="544"/>
                      <a:pt x="1256" y="1139"/>
                    </a:cubicBezTo>
                    <a:cubicBezTo>
                      <a:pt x="661" y="1734"/>
                      <a:pt x="327" y="2541"/>
                      <a:pt x="327" y="3383"/>
                    </a:cubicBezTo>
                    <a:cubicBezTo>
                      <a:pt x="327" y="4224"/>
                      <a:pt x="661" y="5031"/>
                      <a:pt x="1256" y="5626"/>
                    </a:cubicBezTo>
                    <a:cubicBezTo>
                      <a:pt x="1850" y="6221"/>
                      <a:pt x="2657" y="6556"/>
                      <a:pt x="3498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32" name="Freeform: Shape 2431">
                <a:extLst>
                  <a:ext uri="{FF2B5EF4-FFF2-40B4-BE49-F238E27FC236}">
                    <a16:creationId xmlns:a16="http://schemas.microsoft.com/office/drawing/2014/main" id="{BCE0F52B-66C8-FF3F-889E-D73C1A2C111D}"/>
                  </a:ext>
                </a:extLst>
              </p:cNvPr>
              <p:cNvSpPr/>
              <p:nvPr/>
            </p:nvSpPr>
            <p:spPr>
              <a:xfrm>
                <a:off x="4986486" y="6157376"/>
                <a:ext cx="6343" cy="6345"/>
              </a:xfrm>
              <a:custGeom>
                <a:avLst/>
                <a:gdLst>
                  <a:gd name="connsiteX0" fmla="*/ 3497 w 6343"/>
                  <a:gd name="connsiteY0" fmla="*/ 6556 h 6345"/>
                  <a:gd name="connsiteX1" fmla="*/ 5740 w 6343"/>
                  <a:gd name="connsiteY1" fmla="*/ 5627 h 6345"/>
                  <a:gd name="connsiteX2" fmla="*/ 6669 w 6343"/>
                  <a:gd name="connsiteY2" fmla="*/ 3384 h 6345"/>
                  <a:gd name="connsiteX3" fmla="*/ 5740 w 6343"/>
                  <a:gd name="connsiteY3" fmla="*/ 1140 h 6345"/>
                  <a:gd name="connsiteX4" fmla="*/ 3497 w 6343"/>
                  <a:gd name="connsiteY4" fmla="*/ 211 h 6345"/>
                  <a:gd name="connsiteX5" fmla="*/ 1255 w 6343"/>
                  <a:gd name="connsiteY5" fmla="*/ 1140 h 6345"/>
                  <a:gd name="connsiteX6" fmla="*/ 326 w 6343"/>
                  <a:gd name="connsiteY6" fmla="*/ 3384 h 6345"/>
                  <a:gd name="connsiteX7" fmla="*/ 1255 w 6343"/>
                  <a:gd name="connsiteY7" fmla="*/ 5627 h 6345"/>
                  <a:gd name="connsiteX8" fmla="*/ 3497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7" y="6556"/>
                    </a:moveTo>
                    <a:cubicBezTo>
                      <a:pt x="4339" y="6556"/>
                      <a:pt x="5145" y="6222"/>
                      <a:pt x="5740" y="5627"/>
                    </a:cubicBezTo>
                    <a:cubicBezTo>
                      <a:pt x="6335" y="5032"/>
                      <a:pt x="6669" y="4225"/>
                      <a:pt x="6669" y="3384"/>
                    </a:cubicBezTo>
                    <a:cubicBezTo>
                      <a:pt x="6669" y="2542"/>
                      <a:pt x="6335" y="1735"/>
                      <a:pt x="5740" y="1140"/>
                    </a:cubicBezTo>
                    <a:cubicBezTo>
                      <a:pt x="5145" y="545"/>
                      <a:pt x="4339" y="211"/>
                      <a:pt x="3497" y="211"/>
                    </a:cubicBezTo>
                    <a:cubicBezTo>
                      <a:pt x="2656" y="211"/>
                      <a:pt x="1850" y="545"/>
                      <a:pt x="1255" y="1140"/>
                    </a:cubicBezTo>
                    <a:cubicBezTo>
                      <a:pt x="660" y="1735"/>
                      <a:pt x="326" y="2542"/>
                      <a:pt x="326" y="3384"/>
                    </a:cubicBezTo>
                    <a:cubicBezTo>
                      <a:pt x="326" y="4225"/>
                      <a:pt x="660" y="5032"/>
                      <a:pt x="1255" y="5627"/>
                    </a:cubicBezTo>
                    <a:cubicBezTo>
                      <a:pt x="1850" y="6222"/>
                      <a:pt x="2656" y="6556"/>
                      <a:pt x="3497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33" name="Freeform: Shape 2432">
                <a:extLst>
                  <a:ext uri="{FF2B5EF4-FFF2-40B4-BE49-F238E27FC236}">
                    <a16:creationId xmlns:a16="http://schemas.microsoft.com/office/drawing/2014/main" id="{6A58D933-5537-4C91-5CBD-333C7DE84767}"/>
                  </a:ext>
                </a:extLst>
              </p:cNvPr>
              <p:cNvSpPr/>
              <p:nvPr/>
            </p:nvSpPr>
            <p:spPr>
              <a:xfrm>
                <a:off x="4975246" y="6168661"/>
                <a:ext cx="6343" cy="6345"/>
              </a:xfrm>
              <a:custGeom>
                <a:avLst/>
                <a:gdLst>
                  <a:gd name="connsiteX0" fmla="*/ 3497 w 6343"/>
                  <a:gd name="connsiteY0" fmla="*/ 6557 h 6345"/>
                  <a:gd name="connsiteX1" fmla="*/ 5739 w 6343"/>
                  <a:gd name="connsiteY1" fmla="*/ 5628 h 6345"/>
                  <a:gd name="connsiteX2" fmla="*/ 6668 w 6343"/>
                  <a:gd name="connsiteY2" fmla="*/ 3385 h 6345"/>
                  <a:gd name="connsiteX3" fmla="*/ 5739 w 6343"/>
                  <a:gd name="connsiteY3" fmla="*/ 1141 h 6345"/>
                  <a:gd name="connsiteX4" fmla="*/ 3497 w 6343"/>
                  <a:gd name="connsiteY4" fmla="*/ 212 h 6345"/>
                  <a:gd name="connsiteX5" fmla="*/ 1254 w 6343"/>
                  <a:gd name="connsiteY5" fmla="*/ 1141 h 6345"/>
                  <a:gd name="connsiteX6" fmla="*/ 325 w 6343"/>
                  <a:gd name="connsiteY6" fmla="*/ 3385 h 6345"/>
                  <a:gd name="connsiteX7" fmla="*/ 1254 w 6343"/>
                  <a:gd name="connsiteY7" fmla="*/ 5628 h 6345"/>
                  <a:gd name="connsiteX8" fmla="*/ 3497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7" y="6557"/>
                    </a:moveTo>
                    <a:cubicBezTo>
                      <a:pt x="4338" y="6557"/>
                      <a:pt x="5144" y="6223"/>
                      <a:pt x="5739" y="5628"/>
                    </a:cubicBezTo>
                    <a:cubicBezTo>
                      <a:pt x="6334" y="5033"/>
                      <a:pt x="6668" y="4226"/>
                      <a:pt x="6668" y="3385"/>
                    </a:cubicBezTo>
                    <a:cubicBezTo>
                      <a:pt x="6668" y="2543"/>
                      <a:pt x="6334" y="1736"/>
                      <a:pt x="5739" y="1141"/>
                    </a:cubicBezTo>
                    <a:cubicBezTo>
                      <a:pt x="5144" y="546"/>
                      <a:pt x="4338" y="212"/>
                      <a:pt x="3497" y="212"/>
                    </a:cubicBezTo>
                    <a:cubicBezTo>
                      <a:pt x="2655" y="212"/>
                      <a:pt x="1849" y="546"/>
                      <a:pt x="1254" y="1141"/>
                    </a:cubicBezTo>
                    <a:cubicBezTo>
                      <a:pt x="659" y="1736"/>
                      <a:pt x="325" y="2543"/>
                      <a:pt x="325" y="3385"/>
                    </a:cubicBezTo>
                    <a:cubicBezTo>
                      <a:pt x="325" y="4226"/>
                      <a:pt x="659" y="5033"/>
                      <a:pt x="1254" y="5628"/>
                    </a:cubicBezTo>
                    <a:cubicBezTo>
                      <a:pt x="1849" y="6223"/>
                      <a:pt x="2655" y="6557"/>
                      <a:pt x="3497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34" name="Freeform: Shape 2433">
                <a:extLst>
                  <a:ext uri="{FF2B5EF4-FFF2-40B4-BE49-F238E27FC236}">
                    <a16:creationId xmlns:a16="http://schemas.microsoft.com/office/drawing/2014/main" id="{C087F86F-6D01-DDCB-5348-9B35A0ADEA24}"/>
                  </a:ext>
                </a:extLst>
              </p:cNvPr>
              <p:cNvSpPr/>
              <p:nvPr/>
            </p:nvSpPr>
            <p:spPr>
              <a:xfrm>
                <a:off x="4966866" y="6173137"/>
                <a:ext cx="6343" cy="6345"/>
              </a:xfrm>
              <a:custGeom>
                <a:avLst/>
                <a:gdLst>
                  <a:gd name="connsiteX0" fmla="*/ 3496 w 6343"/>
                  <a:gd name="connsiteY0" fmla="*/ 6558 h 6345"/>
                  <a:gd name="connsiteX1" fmla="*/ 5739 w 6343"/>
                  <a:gd name="connsiteY1" fmla="*/ 5628 h 6345"/>
                  <a:gd name="connsiteX2" fmla="*/ 6667 w 6343"/>
                  <a:gd name="connsiteY2" fmla="*/ 3385 h 6345"/>
                  <a:gd name="connsiteX3" fmla="*/ 5739 w 6343"/>
                  <a:gd name="connsiteY3" fmla="*/ 1142 h 6345"/>
                  <a:gd name="connsiteX4" fmla="*/ 3496 w 6343"/>
                  <a:gd name="connsiteY4" fmla="*/ 212 h 6345"/>
                  <a:gd name="connsiteX5" fmla="*/ 1253 w 6343"/>
                  <a:gd name="connsiteY5" fmla="*/ 1142 h 6345"/>
                  <a:gd name="connsiteX6" fmla="*/ 324 w 6343"/>
                  <a:gd name="connsiteY6" fmla="*/ 3385 h 6345"/>
                  <a:gd name="connsiteX7" fmla="*/ 1253 w 6343"/>
                  <a:gd name="connsiteY7" fmla="*/ 5628 h 6345"/>
                  <a:gd name="connsiteX8" fmla="*/ 3496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6" y="6558"/>
                    </a:moveTo>
                    <a:cubicBezTo>
                      <a:pt x="4337" y="6558"/>
                      <a:pt x="5144" y="6223"/>
                      <a:pt x="5739" y="5628"/>
                    </a:cubicBezTo>
                    <a:cubicBezTo>
                      <a:pt x="6333" y="5033"/>
                      <a:pt x="6667" y="4226"/>
                      <a:pt x="6667" y="3385"/>
                    </a:cubicBezTo>
                    <a:cubicBezTo>
                      <a:pt x="6667" y="2544"/>
                      <a:pt x="6333" y="1736"/>
                      <a:pt x="5739" y="1142"/>
                    </a:cubicBezTo>
                    <a:cubicBezTo>
                      <a:pt x="5144" y="547"/>
                      <a:pt x="4337" y="212"/>
                      <a:pt x="3496" y="212"/>
                    </a:cubicBezTo>
                    <a:cubicBezTo>
                      <a:pt x="2655" y="212"/>
                      <a:pt x="1848" y="547"/>
                      <a:pt x="1253" y="1142"/>
                    </a:cubicBezTo>
                    <a:cubicBezTo>
                      <a:pt x="659" y="1736"/>
                      <a:pt x="324" y="2544"/>
                      <a:pt x="324" y="3385"/>
                    </a:cubicBezTo>
                    <a:cubicBezTo>
                      <a:pt x="324" y="4226"/>
                      <a:pt x="659" y="5033"/>
                      <a:pt x="1253" y="5628"/>
                    </a:cubicBezTo>
                    <a:cubicBezTo>
                      <a:pt x="1848" y="6223"/>
                      <a:pt x="2655" y="6558"/>
                      <a:pt x="3496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35" name="Freeform: Shape 2434">
                <a:extLst>
                  <a:ext uri="{FF2B5EF4-FFF2-40B4-BE49-F238E27FC236}">
                    <a16:creationId xmlns:a16="http://schemas.microsoft.com/office/drawing/2014/main" id="{47A260D0-3BB0-39AD-FA30-D3FE44D73E50}"/>
                  </a:ext>
                </a:extLst>
              </p:cNvPr>
              <p:cNvSpPr/>
              <p:nvPr/>
            </p:nvSpPr>
            <p:spPr>
              <a:xfrm>
                <a:off x="4963324" y="6179501"/>
                <a:ext cx="6343" cy="6345"/>
              </a:xfrm>
              <a:custGeom>
                <a:avLst/>
                <a:gdLst>
                  <a:gd name="connsiteX0" fmla="*/ 3496 w 6343"/>
                  <a:gd name="connsiteY0" fmla="*/ 6558 h 6345"/>
                  <a:gd name="connsiteX1" fmla="*/ 5738 w 6343"/>
                  <a:gd name="connsiteY1" fmla="*/ 5629 h 6345"/>
                  <a:gd name="connsiteX2" fmla="*/ 6667 w 6343"/>
                  <a:gd name="connsiteY2" fmla="*/ 3385 h 6345"/>
                  <a:gd name="connsiteX3" fmla="*/ 5738 w 6343"/>
                  <a:gd name="connsiteY3" fmla="*/ 1142 h 6345"/>
                  <a:gd name="connsiteX4" fmla="*/ 3496 w 6343"/>
                  <a:gd name="connsiteY4" fmla="*/ 213 h 6345"/>
                  <a:gd name="connsiteX5" fmla="*/ 1253 w 6343"/>
                  <a:gd name="connsiteY5" fmla="*/ 1142 h 6345"/>
                  <a:gd name="connsiteX6" fmla="*/ 324 w 6343"/>
                  <a:gd name="connsiteY6" fmla="*/ 3385 h 6345"/>
                  <a:gd name="connsiteX7" fmla="*/ 1253 w 6343"/>
                  <a:gd name="connsiteY7" fmla="*/ 5629 h 6345"/>
                  <a:gd name="connsiteX8" fmla="*/ 3496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6" y="6558"/>
                    </a:moveTo>
                    <a:cubicBezTo>
                      <a:pt x="4337" y="6558"/>
                      <a:pt x="5143" y="6224"/>
                      <a:pt x="5738" y="5629"/>
                    </a:cubicBezTo>
                    <a:cubicBezTo>
                      <a:pt x="6333" y="5034"/>
                      <a:pt x="6667" y="4227"/>
                      <a:pt x="6667" y="3385"/>
                    </a:cubicBezTo>
                    <a:cubicBezTo>
                      <a:pt x="6667" y="2544"/>
                      <a:pt x="6333" y="1737"/>
                      <a:pt x="5738" y="1142"/>
                    </a:cubicBezTo>
                    <a:cubicBezTo>
                      <a:pt x="5143" y="547"/>
                      <a:pt x="4337" y="213"/>
                      <a:pt x="3496" y="213"/>
                    </a:cubicBezTo>
                    <a:cubicBezTo>
                      <a:pt x="2655" y="213"/>
                      <a:pt x="1848" y="547"/>
                      <a:pt x="1253" y="1142"/>
                    </a:cubicBezTo>
                    <a:cubicBezTo>
                      <a:pt x="658" y="1737"/>
                      <a:pt x="324" y="2544"/>
                      <a:pt x="324" y="3385"/>
                    </a:cubicBezTo>
                    <a:cubicBezTo>
                      <a:pt x="324" y="4227"/>
                      <a:pt x="658" y="5034"/>
                      <a:pt x="1253" y="5629"/>
                    </a:cubicBezTo>
                    <a:cubicBezTo>
                      <a:pt x="1848" y="6224"/>
                      <a:pt x="2655" y="6558"/>
                      <a:pt x="3496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36" name="Freeform: Shape 2435">
                <a:extLst>
                  <a:ext uri="{FF2B5EF4-FFF2-40B4-BE49-F238E27FC236}">
                    <a16:creationId xmlns:a16="http://schemas.microsoft.com/office/drawing/2014/main" id="{588964A9-FD46-81DD-5267-862DA6C93F19}"/>
                  </a:ext>
                </a:extLst>
              </p:cNvPr>
              <p:cNvSpPr/>
              <p:nvPr/>
            </p:nvSpPr>
            <p:spPr>
              <a:xfrm>
                <a:off x="4957577" y="6192759"/>
                <a:ext cx="6343" cy="6345"/>
              </a:xfrm>
              <a:custGeom>
                <a:avLst/>
                <a:gdLst>
                  <a:gd name="connsiteX0" fmla="*/ 3495 w 6343"/>
                  <a:gd name="connsiteY0" fmla="*/ 6559 h 6345"/>
                  <a:gd name="connsiteX1" fmla="*/ 5738 w 6343"/>
                  <a:gd name="connsiteY1" fmla="*/ 5630 h 6345"/>
                  <a:gd name="connsiteX2" fmla="*/ 6667 w 6343"/>
                  <a:gd name="connsiteY2" fmla="*/ 3387 h 6345"/>
                  <a:gd name="connsiteX3" fmla="*/ 5738 w 6343"/>
                  <a:gd name="connsiteY3" fmla="*/ 1143 h 6345"/>
                  <a:gd name="connsiteX4" fmla="*/ 3495 w 6343"/>
                  <a:gd name="connsiteY4" fmla="*/ 214 h 6345"/>
                  <a:gd name="connsiteX5" fmla="*/ 1253 w 6343"/>
                  <a:gd name="connsiteY5" fmla="*/ 1143 h 6345"/>
                  <a:gd name="connsiteX6" fmla="*/ 324 w 6343"/>
                  <a:gd name="connsiteY6" fmla="*/ 3387 h 6345"/>
                  <a:gd name="connsiteX7" fmla="*/ 1253 w 6343"/>
                  <a:gd name="connsiteY7" fmla="*/ 5630 h 6345"/>
                  <a:gd name="connsiteX8" fmla="*/ 349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5" y="6559"/>
                    </a:moveTo>
                    <a:cubicBezTo>
                      <a:pt x="4336" y="6559"/>
                      <a:pt x="5143" y="6225"/>
                      <a:pt x="5738" y="5630"/>
                    </a:cubicBezTo>
                    <a:cubicBezTo>
                      <a:pt x="6333" y="5035"/>
                      <a:pt x="6667" y="4228"/>
                      <a:pt x="6667" y="3387"/>
                    </a:cubicBezTo>
                    <a:cubicBezTo>
                      <a:pt x="6667" y="2545"/>
                      <a:pt x="6333" y="1738"/>
                      <a:pt x="5738" y="1143"/>
                    </a:cubicBezTo>
                    <a:cubicBezTo>
                      <a:pt x="5143" y="548"/>
                      <a:pt x="4336" y="214"/>
                      <a:pt x="3495" y="214"/>
                    </a:cubicBezTo>
                    <a:cubicBezTo>
                      <a:pt x="2654" y="214"/>
                      <a:pt x="1847" y="548"/>
                      <a:pt x="1253" y="1143"/>
                    </a:cubicBezTo>
                    <a:cubicBezTo>
                      <a:pt x="658" y="1738"/>
                      <a:pt x="324" y="2545"/>
                      <a:pt x="324" y="3387"/>
                    </a:cubicBezTo>
                    <a:cubicBezTo>
                      <a:pt x="324" y="4228"/>
                      <a:pt x="658" y="5035"/>
                      <a:pt x="1253" y="5630"/>
                    </a:cubicBezTo>
                    <a:cubicBezTo>
                      <a:pt x="1847" y="6225"/>
                      <a:pt x="2654" y="6559"/>
                      <a:pt x="349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37" name="Freeform: Shape 2436">
                <a:extLst>
                  <a:ext uri="{FF2B5EF4-FFF2-40B4-BE49-F238E27FC236}">
                    <a16:creationId xmlns:a16="http://schemas.microsoft.com/office/drawing/2014/main" id="{93963212-D747-D3F4-F70D-454063DAE8F3}"/>
                  </a:ext>
                </a:extLst>
              </p:cNvPr>
              <p:cNvSpPr/>
              <p:nvPr/>
            </p:nvSpPr>
            <p:spPr>
              <a:xfrm>
                <a:off x="4952542" y="6206324"/>
                <a:ext cx="6343" cy="6345"/>
              </a:xfrm>
              <a:custGeom>
                <a:avLst/>
                <a:gdLst>
                  <a:gd name="connsiteX0" fmla="*/ 3495 w 6343"/>
                  <a:gd name="connsiteY0" fmla="*/ 6560 h 6345"/>
                  <a:gd name="connsiteX1" fmla="*/ 5737 w 6343"/>
                  <a:gd name="connsiteY1" fmla="*/ 5631 h 6345"/>
                  <a:gd name="connsiteX2" fmla="*/ 6666 w 6343"/>
                  <a:gd name="connsiteY2" fmla="*/ 3388 h 6345"/>
                  <a:gd name="connsiteX3" fmla="*/ 5737 w 6343"/>
                  <a:gd name="connsiteY3" fmla="*/ 1144 h 6345"/>
                  <a:gd name="connsiteX4" fmla="*/ 3495 w 6343"/>
                  <a:gd name="connsiteY4" fmla="*/ 215 h 6345"/>
                  <a:gd name="connsiteX5" fmla="*/ 1252 w 6343"/>
                  <a:gd name="connsiteY5" fmla="*/ 1144 h 6345"/>
                  <a:gd name="connsiteX6" fmla="*/ 323 w 6343"/>
                  <a:gd name="connsiteY6" fmla="*/ 3388 h 6345"/>
                  <a:gd name="connsiteX7" fmla="*/ 1252 w 6343"/>
                  <a:gd name="connsiteY7" fmla="*/ 5631 h 6345"/>
                  <a:gd name="connsiteX8" fmla="*/ 3495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5" y="6560"/>
                    </a:moveTo>
                    <a:cubicBezTo>
                      <a:pt x="4336" y="6560"/>
                      <a:pt x="5143" y="6226"/>
                      <a:pt x="5737" y="5631"/>
                    </a:cubicBezTo>
                    <a:cubicBezTo>
                      <a:pt x="6332" y="5036"/>
                      <a:pt x="6666" y="4229"/>
                      <a:pt x="6666" y="3388"/>
                    </a:cubicBezTo>
                    <a:cubicBezTo>
                      <a:pt x="6666" y="2546"/>
                      <a:pt x="6332" y="1739"/>
                      <a:pt x="5737" y="1144"/>
                    </a:cubicBezTo>
                    <a:cubicBezTo>
                      <a:pt x="5143" y="549"/>
                      <a:pt x="4336" y="215"/>
                      <a:pt x="3495" y="215"/>
                    </a:cubicBezTo>
                    <a:cubicBezTo>
                      <a:pt x="2654" y="215"/>
                      <a:pt x="1847" y="549"/>
                      <a:pt x="1252" y="1144"/>
                    </a:cubicBezTo>
                    <a:cubicBezTo>
                      <a:pt x="657" y="1739"/>
                      <a:pt x="323" y="2546"/>
                      <a:pt x="323" y="3388"/>
                    </a:cubicBezTo>
                    <a:cubicBezTo>
                      <a:pt x="323" y="4229"/>
                      <a:pt x="657" y="5036"/>
                      <a:pt x="1252" y="5631"/>
                    </a:cubicBezTo>
                    <a:cubicBezTo>
                      <a:pt x="1847" y="6226"/>
                      <a:pt x="2654" y="6560"/>
                      <a:pt x="3495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38" name="Freeform: Shape 2437">
                <a:extLst>
                  <a:ext uri="{FF2B5EF4-FFF2-40B4-BE49-F238E27FC236}">
                    <a16:creationId xmlns:a16="http://schemas.microsoft.com/office/drawing/2014/main" id="{E1702D2D-2A44-D420-3706-DE5AA5DA500C}"/>
                  </a:ext>
                </a:extLst>
              </p:cNvPr>
              <p:cNvSpPr/>
              <p:nvPr/>
            </p:nvSpPr>
            <p:spPr>
              <a:xfrm>
                <a:off x="4422977" y="5999868"/>
                <a:ext cx="6343" cy="6345"/>
              </a:xfrm>
              <a:custGeom>
                <a:avLst/>
                <a:gdLst>
                  <a:gd name="connsiteX0" fmla="*/ 3453 w 6343"/>
                  <a:gd name="connsiteY0" fmla="*/ 6544 h 6345"/>
                  <a:gd name="connsiteX1" fmla="*/ 5696 w 6343"/>
                  <a:gd name="connsiteY1" fmla="*/ 5615 h 6345"/>
                  <a:gd name="connsiteX2" fmla="*/ 6625 w 6343"/>
                  <a:gd name="connsiteY2" fmla="*/ 3371 h 6345"/>
                  <a:gd name="connsiteX3" fmla="*/ 5696 w 6343"/>
                  <a:gd name="connsiteY3" fmla="*/ 1128 h 6345"/>
                  <a:gd name="connsiteX4" fmla="*/ 3453 w 6343"/>
                  <a:gd name="connsiteY4" fmla="*/ 199 h 6345"/>
                  <a:gd name="connsiteX5" fmla="*/ 1210 w 6343"/>
                  <a:gd name="connsiteY5" fmla="*/ 1128 h 6345"/>
                  <a:gd name="connsiteX6" fmla="*/ 281 w 6343"/>
                  <a:gd name="connsiteY6" fmla="*/ 3371 h 6345"/>
                  <a:gd name="connsiteX7" fmla="*/ 1210 w 6343"/>
                  <a:gd name="connsiteY7" fmla="*/ 5615 h 6345"/>
                  <a:gd name="connsiteX8" fmla="*/ 3453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4"/>
                    </a:moveTo>
                    <a:cubicBezTo>
                      <a:pt x="4294" y="6544"/>
                      <a:pt x="5101" y="6210"/>
                      <a:pt x="5696" y="5615"/>
                    </a:cubicBezTo>
                    <a:cubicBezTo>
                      <a:pt x="6290" y="5020"/>
                      <a:pt x="6625" y="4213"/>
                      <a:pt x="6625" y="3371"/>
                    </a:cubicBezTo>
                    <a:cubicBezTo>
                      <a:pt x="6625" y="2530"/>
                      <a:pt x="6290" y="1723"/>
                      <a:pt x="5696" y="1128"/>
                    </a:cubicBezTo>
                    <a:cubicBezTo>
                      <a:pt x="5101" y="533"/>
                      <a:pt x="4294" y="199"/>
                      <a:pt x="3453" y="199"/>
                    </a:cubicBezTo>
                    <a:cubicBezTo>
                      <a:pt x="2612" y="199"/>
                      <a:pt x="1805" y="533"/>
                      <a:pt x="1210" y="1128"/>
                    </a:cubicBezTo>
                    <a:cubicBezTo>
                      <a:pt x="616" y="1723"/>
                      <a:pt x="281" y="2530"/>
                      <a:pt x="281" y="3371"/>
                    </a:cubicBezTo>
                    <a:cubicBezTo>
                      <a:pt x="281" y="4213"/>
                      <a:pt x="616" y="5020"/>
                      <a:pt x="1210" y="5615"/>
                    </a:cubicBezTo>
                    <a:cubicBezTo>
                      <a:pt x="1805" y="6210"/>
                      <a:pt x="2612" y="6544"/>
                      <a:pt x="3453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39" name="Freeform: Shape 2438">
                <a:extLst>
                  <a:ext uri="{FF2B5EF4-FFF2-40B4-BE49-F238E27FC236}">
                    <a16:creationId xmlns:a16="http://schemas.microsoft.com/office/drawing/2014/main" id="{344306E9-C390-BE7C-5AC1-DEEB0C9397F8}"/>
                  </a:ext>
                </a:extLst>
              </p:cNvPr>
              <p:cNvSpPr/>
              <p:nvPr/>
            </p:nvSpPr>
            <p:spPr>
              <a:xfrm>
                <a:off x="4355955" y="5993743"/>
                <a:ext cx="6343" cy="6345"/>
              </a:xfrm>
              <a:custGeom>
                <a:avLst/>
                <a:gdLst>
                  <a:gd name="connsiteX0" fmla="*/ 3448 w 6343"/>
                  <a:gd name="connsiteY0" fmla="*/ 6544 h 6345"/>
                  <a:gd name="connsiteX1" fmla="*/ 5690 w 6343"/>
                  <a:gd name="connsiteY1" fmla="*/ 5614 h 6345"/>
                  <a:gd name="connsiteX2" fmla="*/ 6619 w 6343"/>
                  <a:gd name="connsiteY2" fmla="*/ 3371 h 6345"/>
                  <a:gd name="connsiteX3" fmla="*/ 5690 w 6343"/>
                  <a:gd name="connsiteY3" fmla="*/ 1127 h 6345"/>
                  <a:gd name="connsiteX4" fmla="*/ 3448 w 6343"/>
                  <a:gd name="connsiteY4" fmla="*/ 198 h 6345"/>
                  <a:gd name="connsiteX5" fmla="*/ 1205 w 6343"/>
                  <a:gd name="connsiteY5" fmla="*/ 1127 h 6345"/>
                  <a:gd name="connsiteX6" fmla="*/ 276 w 6343"/>
                  <a:gd name="connsiteY6" fmla="*/ 3371 h 6345"/>
                  <a:gd name="connsiteX7" fmla="*/ 1205 w 6343"/>
                  <a:gd name="connsiteY7" fmla="*/ 5614 h 6345"/>
                  <a:gd name="connsiteX8" fmla="*/ 3448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4"/>
                    </a:moveTo>
                    <a:cubicBezTo>
                      <a:pt x="4289" y="6544"/>
                      <a:pt x="5096" y="6209"/>
                      <a:pt x="5690" y="5614"/>
                    </a:cubicBezTo>
                    <a:cubicBezTo>
                      <a:pt x="6285" y="5019"/>
                      <a:pt x="6619" y="4212"/>
                      <a:pt x="6619" y="3371"/>
                    </a:cubicBezTo>
                    <a:cubicBezTo>
                      <a:pt x="6619" y="2529"/>
                      <a:pt x="6285" y="1722"/>
                      <a:pt x="5690" y="1127"/>
                    </a:cubicBezTo>
                    <a:cubicBezTo>
                      <a:pt x="5096" y="532"/>
                      <a:pt x="4289" y="198"/>
                      <a:pt x="3448" y="198"/>
                    </a:cubicBezTo>
                    <a:cubicBezTo>
                      <a:pt x="2607" y="198"/>
                      <a:pt x="1800" y="532"/>
                      <a:pt x="1205" y="1127"/>
                    </a:cubicBezTo>
                    <a:cubicBezTo>
                      <a:pt x="610" y="1722"/>
                      <a:pt x="276" y="2529"/>
                      <a:pt x="276" y="3371"/>
                    </a:cubicBezTo>
                    <a:cubicBezTo>
                      <a:pt x="276" y="4212"/>
                      <a:pt x="610" y="5019"/>
                      <a:pt x="1205" y="5614"/>
                    </a:cubicBezTo>
                    <a:cubicBezTo>
                      <a:pt x="1800" y="6209"/>
                      <a:pt x="2607" y="6544"/>
                      <a:pt x="3448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40" name="Freeform: Shape 2439">
                <a:extLst>
                  <a:ext uri="{FF2B5EF4-FFF2-40B4-BE49-F238E27FC236}">
                    <a16:creationId xmlns:a16="http://schemas.microsoft.com/office/drawing/2014/main" id="{E7DDD86A-54F8-6E5F-C668-0BEE2BE690F8}"/>
                  </a:ext>
                </a:extLst>
              </p:cNvPr>
              <p:cNvSpPr/>
              <p:nvPr/>
            </p:nvSpPr>
            <p:spPr>
              <a:xfrm>
                <a:off x="4354405" y="5996725"/>
                <a:ext cx="6343" cy="6345"/>
              </a:xfrm>
              <a:custGeom>
                <a:avLst/>
                <a:gdLst>
                  <a:gd name="connsiteX0" fmla="*/ 3448 w 6343"/>
                  <a:gd name="connsiteY0" fmla="*/ 6544 h 6345"/>
                  <a:gd name="connsiteX1" fmla="*/ 5690 w 6343"/>
                  <a:gd name="connsiteY1" fmla="*/ 5615 h 6345"/>
                  <a:gd name="connsiteX2" fmla="*/ 6619 w 6343"/>
                  <a:gd name="connsiteY2" fmla="*/ 3371 h 6345"/>
                  <a:gd name="connsiteX3" fmla="*/ 5690 w 6343"/>
                  <a:gd name="connsiteY3" fmla="*/ 1128 h 6345"/>
                  <a:gd name="connsiteX4" fmla="*/ 3448 w 6343"/>
                  <a:gd name="connsiteY4" fmla="*/ 198 h 6345"/>
                  <a:gd name="connsiteX5" fmla="*/ 1205 w 6343"/>
                  <a:gd name="connsiteY5" fmla="*/ 1128 h 6345"/>
                  <a:gd name="connsiteX6" fmla="*/ 276 w 6343"/>
                  <a:gd name="connsiteY6" fmla="*/ 3371 h 6345"/>
                  <a:gd name="connsiteX7" fmla="*/ 1205 w 6343"/>
                  <a:gd name="connsiteY7" fmla="*/ 5615 h 6345"/>
                  <a:gd name="connsiteX8" fmla="*/ 3448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4"/>
                    </a:moveTo>
                    <a:cubicBezTo>
                      <a:pt x="4289" y="6544"/>
                      <a:pt x="5095" y="6209"/>
                      <a:pt x="5690" y="5615"/>
                    </a:cubicBezTo>
                    <a:cubicBezTo>
                      <a:pt x="6285" y="5020"/>
                      <a:pt x="6619" y="4212"/>
                      <a:pt x="6619" y="3371"/>
                    </a:cubicBezTo>
                    <a:cubicBezTo>
                      <a:pt x="6619" y="2530"/>
                      <a:pt x="6285" y="1723"/>
                      <a:pt x="5690" y="1128"/>
                    </a:cubicBezTo>
                    <a:cubicBezTo>
                      <a:pt x="5095" y="533"/>
                      <a:pt x="4289" y="198"/>
                      <a:pt x="3448" y="198"/>
                    </a:cubicBezTo>
                    <a:cubicBezTo>
                      <a:pt x="2607" y="198"/>
                      <a:pt x="1800" y="533"/>
                      <a:pt x="1205" y="1128"/>
                    </a:cubicBezTo>
                    <a:cubicBezTo>
                      <a:pt x="610" y="1723"/>
                      <a:pt x="276" y="2530"/>
                      <a:pt x="276" y="3371"/>
                    </a:cubicBezTo>
                    <a:cubicBezTo>
                      <a:pt x="276" y="4212"/>
                      <a:pt x="610" y="5020"/>
                      <a:pt x="1205" y="5615"/>
                    </a:cubicBezTo>
                    <a:cubicBezTo>
                      <a:pt x="1800" y="6209"/>
                      <a:pt x="2607" y="6544"/>
                      <a:pt x="3448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41" name="Freeform: Shape 2440">
                <a:extLst>
                  <a:ext uri="{FF2B5EF4-FFF2-40B4-BE49-F238E27FC236}">
                    <a16:creationId xmlns:a16="http://schemas.microsoft.com/office/drawing/2014/main" id="{04A98744-AB36-8084-5763-3E754F647303}"/>
                  </a:ext>
                </a:extLst>
              </p:cNvPr>
              <p:cNvSpPr/>
              <p:nvPr/>
            </p:nvSpPr>
            <p:spPr>
              <a:xfrm>
                <a:off x="4293131" y="5990922"/>
                <a:ext cx="6343" cy="6345"/>
              </a:xfrm>
              <a:custGeom>
                <a:avLst/>
                <a:gdLst>
                  <a:gd name="connsiteX0" fmla="*/ 3443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1 h 6345"/>
                  <a:gd name="connsiteX3" fmla="*/ 5685 w 6343"/>
                  <a:gd name="connsiteY3" fmla="*/ 1127 h 6345"/>
                  <a:gd name="connsiteX4" fmla="*/ 3443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1 h 6345"/>
                  <a:gd name="connsiteX7" fmla="*/ 1200 w 6343"/>
                  <a:gd name="connsiteY7" fmla="*/ 5614 h 6345"/>
                  <a:gd name="connsiteX8" fmla="*/ 344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43"/>
                    </a:moveTo>
                    <a:cubicBezTo>
                      <a:pt x="4284" y="6543"/>
                      <a:pt x="5091" y="6209"/>
                      <a:pt x="5685" y="5614"/>
                    </a:cubicBezTo>
                    <a:cubicBezTo>
                      <a:pt x="6280" y="5019"/>
                      <a:pt x="6614" y="4212"/>
                      <a:pt x="6614" y="3371"/>
                    </a:cubicBezTo>
                    <a:cubicBezTo>
                      <a:pt x="6614" y="2529"/>
                      <a:pt x="6280" y="1722"/>
                      <a:pt x="5685" y="1127"/>
                    </a:cubicBezTo>
                    <a:cubicBezTo>
                      <a:pt x="5091" y="532"/>
                      <a:pt x="4284" y="198"/>
                      <a:pt x="3443" y="198"/>
                    </a:cubicBezTo>
                    <a:cubicBezTo>
                      <a:pt x="2602" y="198"/>
                      <a:pt x="1795" y="532"/>
                      <a:pt x="1200" y="1127"/>
                    </a:cubicBezTo>
                    <a:cubicBezTo>
                      <a:pt x="605" y="1722"/>
                      <a:pt x="271" y="2529"/>
                      <a:pt x="271" y="3371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5" y="6209"/>
                      <a:pt x="2602" y="6543"/>
                      <a:pt x="344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42" name="Freeform: Shape 2441">
                <a:extLst>
                  <a:ext uri="{FF2B5EF4-FFF2-40B4-BE49-F238E27FC236}">
                    <a16:creationId xmlns:a16="http://schemas.microsoft.com/office/drawing/2014/main" id="{EBDC2AD9-E301-21B8-EEA8-9AA6B9F21018}"/>
                  </a:ext>
                </a:extLst>
              </p:cNvPr>
              <p:cNvSpPr/>
              <p:nvPr/>
            </p:nvSpPr>
            <p:spPr>
              <a:xfrm>
                <a:off x="4289490" y="5992221"/>
                <a:ext cx="6343" cy="6345"/>
              </a:xfrm>
              <a:custGeom>
                <a:avLst/>
                <a:gdLst>
                  <a:gd name="connsiteX0" fmla="*/ 3443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1 h 6345"/>
                  <a:gd name="connsiteX3" fmla="*/ 5685 w 6343"/>
                  <a:gd name="connsiteY3" fmla="*/ 1127 h 6345"/>
                  <a:gd name="connsiteX4" fmla="*/ 3443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1 h 6345"/>
                  <a:gd name="connsiteX7" fmla="*/ 1200 w 6343"/>
                  <a:gd name="connsiteY7" fmla="*/ 5614 h 6345"/>
                  <a:gd name="connsiteX8" fmla="*/ 344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43"/>
                    </a:moveTo>
                    <a:cubicBezTo>
                      <a:pt x="4284" y="6543"/>
                      <a:pt x="5090" y="6209"/>
                      <a:pt x="5685" y="5614"/>
                    </a:cubicBezTo>
                    <a:cubicBezTo>
                      <a:pt x="6280" y="5019"/>
                      <a:pt x="6614" y="4212"/>
                      <a:pt x="6614" y="3371"/>
                    </a:cubicBezTo>
                    <a:cubicBezTo>
                      <a:pt x="6614" y="2529"/>
                      <a:pt x="6280" y="1722"/>
                      <a:pt x="5685" y="1127"/>
                    </a:cubicBezTo>
                    <a:cubicBezTo>
                      <a:pt x="5090" y="532"/>
                      <a:pt x="4284" y="198"/>
                      <a:pt x="3443" y="198"/>
                    </a:cubicBezTo>
                    <a:cubicBezTo>
                      <a:pt x="2601" y="198"/>
                      <a:pt x="1795" y="532"/>
                      <a:pt x="1200" y="1127"/>
                    </a:cubicBezTo>
                    <a:cubicBezTo>
                      <a:pt x="605" y="1722"/>
                      <a:pt x="271" y="2529"/>
                      <a:pt x="271" y="3371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5" y="6209"/>
                      <a:pt x="2601" y="6543"/>
                      <a:pt x="344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43" name="Freeform: Shape 2442">
                <a:extLst>
                  <a:ext uri="{FF2B5EF4-FFF2-40B4-BE49-F238E27FC236}">
                    <a16:creationId xmlns:a16="http://schemas.microsoft.com/office/drawing/2014/main" id="{479DF3B6-63CE-8E7D-12FD-5760DAE03E61}"/>
                  </a:ext>
                </a:extLst>
              </p:cNvPr>
              <p:cNvSpPr/>
              <p:nvPr/>
            </p:nvSpPr>
            <p:spPr>
              <a:xfrm>
                <a:off x="4230743" y="5987527"/>
                <a:ext cx="6343" cy="6345"/>
              </a:xfrm>
              <a:custGeom>
                <a:avLst/>
                <a:gdLst>
                  <a:gd name="connsiteX0" fmla="*/ 3438 w 6343"/>
                  <a:gd name="connsiteY0" fmla="*/ 6543 h 6345"/>
                  <a:gd name="connsiteX1" fmla="*/ 5681 w 6343"/>
                  <a:gd name="connsiteY1" fmla="*/ 5614 h 6345"/>
                  <a:gd name="connsiteX2" fmla="*/ 6609 w 6343"/>
                  <a:gd name="connsiteY2" fmla="*/ 3370 h 6345"/>
                  <a:gd name="connsiteX3" fmla="*/ 5681 w 6343"/>
                  <a:gd name="connsiteY3" fmla="*/ 1127 h 6345"/>
                  <a:gd name="connsiteX4" fmla="*/ 3438 w 6343"/>
                  <a:gd name="connsiteY4" fmla="*/ 198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43"/>
                    </a:moveTo>
                    <a:cubicBezTo>
                      <a:pt x="4279" y="6543"/>
                      <a:pt x="5086" y="6209"/>
                      <a:pt x="5681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1" y="1127"/>
                    </a:cubicBezTo>
                    <a:cubicBezTo>
                      <a:pt x="5086" y="532"/>
                      <a:pt x="4279" y="198"/>
                      <a:pt x="3438" y="198"/>
                    </a:cubicBezTo>
                    <a:cubicBezTo>
                      <a:pt x="2597" y="198"/>
                      <a:pt x="1790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90" y="6209"/>
                      <a:pt x="2597" y="6543"/>
                      <a:pt x="343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44" name="Freeform: Shape 2443">
                <a:extLst>
                  <a:ext uri="{FF2B5EF4-FFF2-40B4-BE49-F238E27FC236}">
                    <a16:creationId xmlns:a16="http://schemas.microsoft.com/office/drawing/2014/main" id="{8B0BD17D-0233-A7E7-EEF4-127B4EE0E6C1}"/>
                  </a:ext>
                </a:extLst>
              </p:cNvPr>
              <p:cNvSpPr/>
              <p:nvPr/>
            </p:nvSpPr>
            <p:spPr>
              <a:xfrm>
                <a:off x="4224928" y="5986674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7 w 6343"/>
                  <a:gd name="connsiteY4" fmla="*/ 198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9" y="6543"/>
                      <a:pt x="5085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5" y="532"/>
                      <a:pt x="4279" y="198"/>
                      <a:pt x="3437" y="198"/>
                    </a:cubicBezTo>
                    <a:cubicBezTo>
                      <a:pt x="2596" y="198"/>
                      <a:pt x="1790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90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45" name="Freeform: Shape 2444">
                <a:extLst>
                  <a:ext uri="{FF2B5EF4-FFF2-40B4-BE49-F238E27FC236}">
                    <a16:creationId xmlns:a16="http://schemas.microsoft.com/office/drawing/2014/main" id="{555B7D42-8CB2-E8D5-A4E9-77D385AFB6C2}"/>
                  </a:ext>
                </a:extLst>
              </p:cNvPr>
              <p:cNvSpPr/>
              <p:nvPr/>
            </p:nvSpPr>
            <p:spPr>
              <a:xfrm>
                <a:off x="4223690" y="5989052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7 w 6343"/>
                  <a:gd name="connsiteY4" fmla="*/ 198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8" y="6543"/>
                      <a:pt x="5085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5" y="532"/>
                      <a:pt x="4278" y="198"/>
                      <a:pt x="3437" y="198"/>
                    </a:cubicBezTo>
                    <a:cubicBezTo>
                      <a:pt x="2596" y="198"/>
                      <a:pt x="1789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89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46" name="Freeform: Shape 2445">
                <a:extLst>
                  <a:ext uri="{FF2B5EF4-FFF2-40B4-BE49-F238E27FC236}">
                    <a16:creationId xmlns:a16="http://schemas.microsoft.com/office/drawing/2014/main" id="{08D0C572-9799-6ADC-6B71-5F7CB78B3D3E}"/>
                  </a:ext>
                </a:extLst>
              </p:cNvPr>
              <p:cNvSpPr/>
              <p:nvPr/>
            </p:nvSpPr>
            <p:spPr>
              <a:xfrm>
                <a:off x="4211338" y="5986500"/>
                <a:ext cx="6343" cy="6345"/>
              </a:xfrm>
              <a:custGeom>
                <a:avLst/>
                <a:gdLst>
                  <a:gd name="connsiteX0" fmla="*/ 3436 w 6343"/>
                  <a:gd name="connsiteY0" fmla="*/ 6543 h 6345"/>
                  <a:gd name="connsiteX1" fmla="*/ 5679 w 6343"/>
                  <a:gd name="connsiteY1" fmla="*/ 5614 h 6345"/>
                  <a:gd name="connsiteX2" fmla="*/ 6608 w 6343"/>
                  <a:gd name="connsiteY2" fmla="*/ 3370 h 6345"/>
                  <a:gd name="connsiteX3" fmla="*/ 5679 w 6343"/>
                  <a:gd name="connsiteY3" fmla="*/ 1127 h 6345"/>
                  <a:gd name="connsiteX4" fmla="*/ 3436 w 6343"/>
                  <a:gd name="connsiteY4" fmla="*/ 198 h 6345"/>
                  <a:gd name="connsiteX5" fmla="*/ 1194 w 6343"/>
                  <a:gd name="connsiteY5" fmla="*/ 1127 h 6345"/>
                  <a:gd name="connsiteX6" fmla="*/ 265 w 6343"/>
                  <a:gd name="connsiteY6" fmla="*/ 3370 h 6345"/>
                  <a:gd name="connsiteX7" fmla="*/ 1194 w 6343"/>
                  <a:gd name="connsiteY7" fmla="*/ 5614 h 6345"/>
                  <a:gd name="connsiteX8" fmla="*/ 343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43"/>
                    </a:moveTo>
                    <a:cubicBezTo>
                      <a:pt x="4277" y="6543"/>
                      <a:pt x="5084" y="6209"/>
                      <a:pt x="5679" y="5614"/>
                    </a:cubicBezTo>
                    <a:cubicBezTo>
                      <a:pt x="6274" y="5019"/>
                      <a:pt x="6608" y="4212"/>
                      <a:pt x="6608" y="3370"/>
                    </a:cubicBezTo>
                    <a:cubicBezTo>
                      <a:pt x="6608" y="2529"/>
                      <a:pt x="6274" y="1722"/>
                      <a:pt x="5679" y="1127"/>
                    </a:cubicBezTo>
                    <a:cubicBezTo>
                      <a:pt x="5084" y="532"/>
                      <a:pt x="4277" y="198"/>
                      <a:pt x="3436" y="198"/>
                    </a:cubicBezTo>
                    <a:cubicBezTo>
                      <a:pt x="2595" y="198"/>
                      <a:pt x="1788" y="532"/>
                      <a:pt x="1194" y="1127"/>
                    </a:cubicBezTo>
                    <a:cubicBezTo>
                      <a:pt x="599" y="1722"/>
                      <a:pt x="265" y="2529"/>
                      <a:pt x="265" y="3370"/>
                    </a:cubicBezTo>
                    <a:cubicBezTo>
                      <a:pt x="265" y="4212"/>
                      <a:pt x="599" y="5019"/>
                      <a:pt x="1194" y="5614"/>
                    </a:cubicBezTo>
                    <a:cubicBezTo>
                      <a:pt x="1788" y="6209"/>
                      <a:pt x="2595" y="6543"/>
                      <a:pt x="343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47" name="Freeform: Shape 2446">
                <a:extLst>
                  <a:ext uri="{FF2B5EF4-FFF2-40B4-BE49-F238E27FC236}">
                    <a16:creationId xmlns:a16="http://schemas.microsoft.com/office/drawing/2014/main" id="{07DF1532-EF54-CAEA-0306-225B82E285B2}"/>
                  </a:ext>
                </a:extLst>
              </p:cNvPr>
              <p:cNvSpPr/>
              <p:nvPr/>
            </p:nvSpPr>
            <p:spPr>
              <a:xfrm>
                <a:off x="4208232" y="5987399"/>
                <a:ext cx="6343" cy="6345"/>
              </a:xfrm>
              <a:custGeom>
                <a:avLst/>
                <a:gdLst>
                  <a:gd name="connsiteX0" fmla="*/ 3436 w 6343"/>
                  <a:gd name="connsiteY0" fmla="*/ 6543 h 6345"/>
                  <a:gd name="connsiteX1" fmla="*/ 5679 w 6343"/>
                  <a:gd name="connsiteY1" fmla="*/ 5614 h 6345"/>
                  <a:gd name="connsiteX2" fmla="*/ 6608 w 6343"/>
                  <a:gd name="connsiteY2" fmla="*/ 3370 h 6345"/>
                  <a:gd name="connsiteX3" fmla="*/ 5679 w 6343"/>
                  <a:gd name="connsiteY3" fmla="*/ 1127 h 6345"/>
                  <a:gd name="connsiteX4" fmla="*/ 3436 w 6343"/>
                  <a:gd name="connsiteY4" fmla="*/ 198 h 6345"/>
                  <a:gd name="connsiteX5" fmla="*/ 1193 w 6343"/>
                  <a:gd name="connsiteY5" fmla="*/ 1127 h 6345"/>
                  <a:gd name="connsiteX6" fmla="*/ 265 w 6343"/>
                  <a:gd name="connsiteY6" fmla="*/ 3370 h 6345"/>
                  <a:gd name="connsiteX7" fmla="*/ 1193 w 6343"/>
                  <a:gd name="connsiteY7" fmla="*/ 5614 h 6345"/>
                  <a:gd name="connsiteX8" fmla="*/ 343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43"/>
                    </a:moveTo>
                    <a:cubicBezTo>
                      <a:pt x="4277" y="6543"/>
                      <a:pt x="5084" y="6209"/>
                      <a:pt x="5679" y="5614"/>
                    </a:cubicBezTo>
                    <a:cubicBezTo>
                      <a:pt x="6273" y="5019"/>
                      <a:pt x="6608" y="4212"/>
                      <a:pt x="6608" y="3370"/>
                    </a:cubicBezTo>
                    <a:cubicBezTo>
                      <a:pt x="6608" y="2529"/>
                      <a:pt x="6273" y="1722"/>
                      <a:pt x="5679" y="1127"/>
                    </a:cubicBezTo>
                    <a:cubicBezTo>
                      <a:pt x="5084" y="532"/>
                      <a:pt x="4277" y="198"/>
                      <a:pt x="3436" y="198"/>
                    </a:cubicBezTo>
                    <a:cubicBezTo>
                      <a:pt x="2595" y="198"/>
                      <a:pt x="1788" y="532"/>
                      <a:pt x="1193" y="1127"/>
                    </a:cubicBezTo>
                    <a:cubicBezTo>
                      <a:pt x="599" y="1722"/>
                      <a:pt x="265" y="2529"/>
                      <a:pt x="265" y="3370"/>
                    </a:cubicBezTo>
                    <a:cubicBezTo>
                      <a:pt x="265" y="4212"/>
                      <a:pt x="599" y="5019"/>
                      <a:pt x="1193" y="5614"/>
                    </a:cubicBezTo>
                    <a:cubicBezTo>
                      <a:pt x="1788" y="6209"/>
                      <a:pt x="2595" y="6543"/>
                      <a:pt x="343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48" name="Freeform: Shape 2447">
                <a:extLst>
                  <a:ext uri="{FF2B5EF4-FFF2-40B4-BE49-F238E27FC236}">
                    <a16:creationId xmlns:a16="http://schemas.microsoft.com/office/drawing/2014/main" id="{AA8E7A02-5565-3BC0-3416-71ACF53ACE96}"/>
                  </a:ext>
                </a:extLst>
              </p:cNvPr>
              <p:cNvSpPr/>
              <p:nvPr/>
            </p:nvSpPr>
            <p:spPr>
              <a:xfrm>
                <a:off x="4203764" y="5987230"/>
                <a:ext cx="6343" cy="6345"/>
              </a:xfrm>
              <a:custGeom>
                <a:avLst/>
                <a:gdLst>
                  <a:gd name="connsiteX0" fmla="*/ 3436 w 6343"/>
                  <a:gd name="connsiteY0" fmla="*/ 6543 h 6345"/>
                  <a:gd name="connsiteX1" fmla="*/ 5678 w 6343"/>
                  <a:gd name="connsiteY1" fmla="*/ 5614 h 6345"/>
                  <a:gd name="connsiteX2" fmla="*/ 6607 w 6343"/>
                  <a:gd name="connsiteY2" fmla="*/ 3370 h 6345"/>
                  <a:gd name="connsiteX3" fmla="*/ 5678 w 6343"/>
                  <a:gd name="connsiteY3" fmla="*/ 1127 h 6345"/>
                  <a:gd name="connsiteX4" fmla="*/ 3436 w 6343"/>
                  <a:gd name="connsiteY4" fmla="*/ 198 h 6345"/>
                  <a:gd name="connsiteX5" fmla="*/ 1193 w 6343"/>
                  <a:gd name="connsiteY5" fmla="*/ 1127 h 6345"/>
                  <a:gd name="connsiteX6" fmla="*/ 264 w 6343"/>
                  <a:gd name="connsiteY6" fmla="*/ 3370 h 6345"/>
                  <a:gd name="connsiteX7" fmla="*/ 1193 w 6343"/>
                  <a:gd name="connsiteY7" fmla="*/ 5614 h 6345"/>
                  <a:gd name="connsiteX8" fmla="*/ 343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43"/>
                    </a:moveTo>
                    <a:cubicBezTo>
                      <a:pt x="4277" y="6543"/>
                      <a:pt x="5084" y="6209"/>
                      <a:pt x="5678" y="5614"/>
                    </a:cubicBezTo>
                    <a:cubicBezTo>
                      <a:pt x="6273" y="5019"/>
                      <a:pt x="6607" y="4212"/>
                      <a:pt x="6607" y="3370"/>
                    </a:cubicBezTo>
                    <a:cubicBezTo>
                      <a:pt x="6607" y="2529"/>
                      <a:pt x="6273" y="1722"/>
                      <a:pt x="5678" y="1127"/>
                    </a:cubicBezTo>
                    <a:cubicBezTo>
                      <a:pt x="5084" y="532"/>
                      <a:pt x="4277" y="198"/>
                      <a:pt x="3436" y="198"/>
                    </a:cubicBezTo>
                    <a:cubicBezTo>
                      <a:pt x="2595" y="198"/>
                      <a:pt x="1788" y="532"/>
                      <a:pt x="1193" y="1127"/>
                    </a:cubicBezTo>
                    <a:cubicBezTo>
                      <a:pt x="598" y="1722"/>
                      <a:pt x="264" y="2529"/>
                      <a:pt x="264" y="3370"/>
                    </a:cubicBezTo>
                    <a:cubicBezTo>
                      <a:pt x="264" y="4212"/>
                      <a:pt x="598" y="5019"/>
                      <a:pt x="1193" y="5614"/>
                    </a:cubicBezTo>
                    <a:cubicBezTo>
                      <a:pt x="1788" y="6209"/>
                      <a:pt x="2595" y="6543"/>
                      <a:pt x="343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49" name="Freeform: Shape 2448">
                <a:extLst>
                  <a:ext uri="{FF2B5EF4-FFF2-40B4-BE49-F238E27FC236}">
                    <a16:creationId xmlns:a16="http://schemas.microsoft.com/office/drawing/2014/main" id="{ED43B1B3-EF60-E420-658B-CA6AF6A1F9C5}"/>
                  </a:ext>
                </a:extLst>
              </p:cNvPr>
              <p:cNvSpPr/>
              <p:nvPr/>
            </p:nvSpPr>
            <p:spPr>
              <a:xfrm>
                <a:off x="4200103" y="5987627"/>
                <a:ext cx="6343" cy="6345"/>
              </a:xfrm>
              <a:custGeom>
                <a:avLst/>
                <a:gdLst>
                  <a:gd name="connsiteX0" fmla="*/ 3435 w 6343"/>
                  <a:gd name="connsiteY0" fmla="*/ 6543 h 6345"/>
                  <a:gd name="connsiteX1" fmla="*/ 5678 w 6343"/>
                  <a:gd name="connsiteY1" fmla="*/ 5614 h 6345"/>
                  <a:gd name="connsiteX2" fmla="*/ 6607 w 6343"/>
                  <a:gd name="connsiteY2" fmla="*/ 3370 h 6345"/>
                  <a:gd name="connsiteX3" fmla="*/ 5678 w 6343"/>
                  <a:gd name="connsiteY3" fmla="*/ 1127 h 6345"/>
                  <a:gd name="connsiteX4" fmla="*/ 3435 w 6343"/>
                  <a:gd name="connsiteY4" fmla="*/ 198 h 6345"/>
                  <a:gd name="connsiteX5" fmla="*/ 1193 w 6343"/>
                  <a:gd name="connsiteY5" fmla="*/ 1127 h 6345"/>
                  <a:gd name="connsiteX6" fmla="*/ 264 w 6343"/>
                  <a:gd name="connsiteY6" fmla="*/ 3370 h 6345"/>
                  <a:gd name="connsiteX7" fmla="*/ 1193 w 6343"/>
                  <a:gd name="connsiteY7" fmla="*/ 5614 h 6345"/>
                  <a:gd name="connsiteX8" fmla="*/ 343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43"/>
                    </a:moveTo>
                    <a:cubicBezTo>
                      <a:pt x="4277" y="6543"/>
                      <a:pt x="5083" y="6209"/>
                      <a:pt x="5678" y="5614"/>
                    </a:cubicBezTo>
                    <a:cubicBezTo>
                      <a:pt x="6273" y="5019"/>
                      <a:pt x="6607" y="4212"/>
                      <a:pt x="6607" y="3370"/>
                    </a:cubicBezTo>
                    <a:cubicBezTo>
                      <a:pt x="6607" y="2529"/>
                      <a:pt x="6273" y="1722"/>
                      <a:pt x="5678" y="1127"/>
                    </a:cubicBezTo>
                    <a:cubicBezTo>
                      <a:pt x="5083" y="532"/>
                      <a:pt x="4277" y="198"/>
                      <a:pt x="3435" y="198"/>
                    </a:cubicBezTo>
                    <a:cubicBezTo>
                      <a:pt x="2594" y="198"/>
                      <a:pt x="1788" y="532"/>
                      <a:pt x="1193" y="1127"/>
                    </a:cubicBezTo>
                    <a:cubicBezTo>
                      <a:pt x="598" y="1722"/>
                      <a:pt x="264" y="2529"/>
                      <a:pt x="264" y="3370"/>
                    </a:cubicBezTo>
                    <a:cubicBezTo>
                      <a:pt x="264" y="4212"/>
                      <a:pt x="598" y="5019"/>
                      <a:pt x="1193" y="5614"/>
                    </a:cubicBezTo>
                    <a:cubicBezTo>
                      <a:pt x="1788" y="6209"/>
                      <a:pt x="2594" y="6543"/>
                      <a:pt x="343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50" name="Freeform: Shape 2449">
                <a:extLst>
                  <a:ext uri="{FF2B5EF4-FFF2-40B4-BE49-F238E27FC236}">
                    <a16:creationId xmlns:a16="http://schemas.microsoft.com/office/drawing/2014/main" id="{52D55EED-5646-9602-40C8-0A7F590D8008}"/>
                  </a:ext>
                </a:extLst>
              </p:cNvPr>
              <p:cNvSpPr/>
              <p:nvPr/>
            </p:nvSpPr>
            <p:spPr>
              <a:xfrm>
                <a:off x="4194497" y="5986465"/>
                <a:ext cx="6343" cy="6345"/>
              </a:xfrm>
              <a:custGeom>
                <a:avLst/>
                <a:gdLst>
                  <a:gd name="connsiteX0" fmla="*/ 3435 w 6343"/>
                  <a:gd name="connsiteY0" fmla="*/ 6543 h 6345"/>
                  <a:gd name="connsiteX1" fmla="*/ 5678 w 6343"/>
                  <a:gd name="connsiteY1" fmla="*/ 5614 h 6345"/>
                  <a:gd name="connsiteX2" fmla="*/ 6607 w 6343"/>
                  <a:gd name="connsiteY2" fmla="*/ 3370 h 6345"/>
                  <a:gd name="connsiteX3" fmla="*/ 5678 w 6343"/>
                  <a:gd name="connsiteY3" fmla="*/ 1127 h 6345"/>
                  <a:gd name="connsiteX4" fmla="*/ 3435 w 6343"/>
                  <a:gd name="connsiteY4" fmla="*/ 198 h 6345"/>
                  <a:gd name="connsiteX5" fmla="*/ 1192 w 6343"/>
                  <a:gd name="connsiteY5" fmla="*/ 1127 h 6345"/>
                  <a:gd name="connsiteX6" fmla="*/ 263 w 6343"/>
                  <a:gd name="connsiteY6" fmla="*/ 3370 h 6345"/>
                  <a:gd name="connsiteX7" fmla="*/ 1192 w 6343"/>
                  <a:gd name="connsiteY7" fmla="*/ 5614 h 6345"/>
                  <a:gd name="connsiteX8" fmla="*/ 343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43"/>
                    </a:moveTo>
                    <a:cubicBezTo>
                      <a:pt x="4276" y="6543"/>
                      <a:pt x="5083" y="6209"/>
                      <a:pt x="5678" y="5614"/>
                    </a:cubicBezTo>
                    <a:cubicBezTo>
                      <a:pt x="6272" y="5019"/>
                      <a:pt x="6607" y="4212"/>
                      <a:pt x="6607" y="3370"/>
                    </a:cubicBezTo>
                    <a:cubicBezTo>
                      <a:pt x="6607" y="2529"/>
                      <a:pt x="6272" y="1722"/>
                      <a:pt x="5678" y="1127"/>
                    </a:cubicBezTo>
                    <a:cubicBezTo>
                      <a:pt x="5083" y="532"/>
                      <a:pt x="4276" y="198"/>
                      <a:pt x="3435" y="198"/>
                    </a:cubicBezTo>
                    <a:cubicBezTo>
                      <a:pt x="2594" y="198"/>
                      <a:pt x="1787" y="532"/>
                      <a:pt x="1192" y="1127"/>
                    </a:cubicBezTo>
                    <a:cubicBezTo>
                      <a:pt x="598" y="1722"/>
                      <a:pt x="263" y="2529"/>
                      <a:pt x="263" y="3370"/>
                    </a:cubicBezTo>
                    <a:cubicBezTo>
                      <a:pt x="263" y="4212"/>
                      <a:pt x="598" y="5019"/>
                      <a:pt x="1192" y="5614"/>
                    </a:cubicBezTo>
                    <a:cubicBezTo>
                      <a:pt x="1787" y="6209"/>
                      <a:pt x="2594" y="6543"/>
                      <a:pt x="343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51" name="Freeform: Shape 2450">
                <a:extLst>
                  <a:ext uri="{FF2B5EF4-FFF2-40B4-BE49-F238E27FC236}">
                    <a16:creationId xmlns:a16="http://schemas.microsoft.com/office/drawing/2014/main" id="{18042F74-49E6-1F50-9E61-3E697D4D6409}"/>
                  </a:ext>
                </a:extLst>
              </p:cNvPr>
              <p:cNvSpPr/>
              <p:nvPr/>
            </p:nvSpPr>
            <p:spPr>
              <a:xfrm>
                <a:off x="4181800" y="5985834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7 w 6343"/>
                  <a:gd name="connsiteY1" fmla="*/ 5614 h 6345"/>
                  <a:gd name="connsiteX2" fmla="*/ 6606 w 6343"/>
                  <a:gd name="connsiteY2" fmla="*/ 3370 h 6345"/>
                  <a:gd name="connsiteX3" fmla="*/ 5677 w 6343"/>
                  <a:gd name="connsiteY3" fmla="*/ 1127 h 6345"/>
                  <a:gd name="connsiteX4" fmla="*/ 3434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4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2" y="6209"/>
                      <a:pt x="5677" y="5614"/>
                    </a:cubicBezTo>
                    <a:cubicBezTo>
                      <a:pt x="6271" y="5019"/>
                      <a:pt x="6606" y="4212"/>
                      <a:pt x="6606" y="3370"/>
                    </a:cubicBezTo>
                    <a:cubicBezTo>
                      <a:pt x="6606" y="2529"/>
                      <a:pt x="6271" y="1722"/>
                      <a:pt x="5677" y="1127"/>
                    </a:cubicBezTo>
                    <a:cubicBezTo>
                      <a:pt x="5082" y="532"/>
                      <a:pt x="4275" y="197"/>
                      <a:pt x="3434" y="197"/>
                    </a:cubicBezTo>
                    <a:cubicBezTo>
                      <a:pt x="2593" y="197"/>
                      <a:pt x="1786" y="532"/>
                      <a:pt x="1191" y="1127"/>
                    </a:cubicBezTo>
                    <a:cubicBezTo>
                      <a:pt x="597" y="1722"/>
                      <a:pt x="262" y="2529"/>
                      <a:pt x="262" y="3370"/>
                    </a:cubicBezTo>
                    <a:cubicBezTo>
                      <a:pt x="262" y="4212"/>
                      <a:pt x="597" y="5019"/>
                      <a:pt x="1191" y="5614"/>
                    </a:cubicBezTo>
                    <a:cubicBezTo>
                      <a:pt x="1786" y="6209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52" name="Freeform: Shape 2451">
                <a:extLst>
                  <a:ext uri="{FF2B5EF4-FFF2-40B4-BE49-F238E27FC236}">
                    <a16:creationId xmlns:a16="http://schemas.microsoft.com/office/drawing/2014/main" id="{E5A55F41-AA5E-DA22-47B1-C16C5C7C698A}"/>
                  </a:ext>
                </a:extLst>
              </p:cNvPr>
              <p:cNvSpPr/>
              <p:nvPr/>
            </p:nvSpPr>
            <p:spPr>
              <a:xfrm>
                <a:off x="4175046" y="5986561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4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3 w 6343"/>
                  <a:gd name="connsiteY4" fmla="*/ 198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4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5" y="6543"/>
                      <a:pt x="5081" y="6209"/>
                      <a:pt x="5676" y="5614"/>
                    </a:cubicBezTo>
                    <a:cubicBezTo>
                      <a:pt x="6271" y="5019"/>
                      <a:pt x="6605" y="4212"/>
                      <a:pt x="6605" y="3370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1" y="532"/>
                      <a:pt x="4275" y="198"/>
                      <a:pt x="3433" y="198"/>
                    </a:cubicBezTo>
                    <a:cubicBezTo>
                      <a:pt x="2592" y="198"/>
                      <a:pt x="1786" y="532"/>
                      <a:pt x="1191" y="1127"/>
                    </a:cubicBezTo>
                    <a:cubicBezTo>
                      <a:pt x="596" y="1722"/>
                      <a:pt x="262" y="2529"/>
                      <a:pt x="262" y="3370"/>
                    </a:cubicBezTo>
                    <a:cubicBezTo>
                      <a:pt x="262" y="4212"/>
                      <a:pt x="596" y="5019"/>
                      <a:pt x="1191" y="5614"/>
                    </a:cubicBezTo>
                    <a:cubicBezTo>
                      <a:pt x="1786" y="6209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53" name="Freeform: Shape 2452">
                <a:extLst>
                  <a:ext uri="{FF2B5EF4-FFF2-40B4-BE49-F238E27FC236}">
                    <a16:creationId xmlns:a16="http://schemas.microsoft.com/office/drawing/2014/main" id="{464EBCEA-80A4-7C53-D957-CEB79C67068B}"/>
                  </a:ext>
                </a:extLst>
              </p:cNvPr>
              <p:cNvSpPr/>
              <p:nvPr/>
            </p:nvSpPr>
            <p:spPr>
              <a:xfrm>
                <a:off x="4171898" y="5987060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4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3 w 6343"/>
                  <a:gd name="connsiteY4" fmla="*/ 198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4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9"/>
                      <a:pt x="5676" y="5614"/>
                    </a:cubicBezTo>
                    <a:cubicBezTo>
                      <a:pt x="6271" y="5019"/>
                      <a:pt x="6605" y="4212"/>
                      <a:pt x="6605" y="3370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1" y="532"/>
                      <a:pt x="4274" y="198"/>
                      <a:pt x="3433" y="198"/>
                    </a:cubicBezTo>
                    <a:cubicBezTo>
                      <a:pt x="2592" y="198"/>
                      <a:pt x="1785" y="532"/>
                      <a:pt x="1191" y="1127"/>
                    </a:cubicBezTo>
                    <a:cubicBezTo>
                      <a:pt x="596" y="1722"/>
                      <a:pt x="262" y="2529"/>
                      <a:pt x="262" y="3370"/>
                    </a:cubicBezTo>
                    <a:cubicBezTo>
                      <a:pt x="262" y="4212"/>
                      <a:pt x="596" y="5019"/>
                      <a:pt x="1191" y="5614"/>
                    </a:cubicBezTo>
                    <a:cubicBezTo>
                      <a:pt x="1785" y="6209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54" name="Freeform: Shape 2453">
                <a:extLst>
                  <a:ext uri="{FF2B5EF4-FFF2-40B4-BE49-F238E27FC236}">
                    <a16:creationId xmlns:a16="http://schemas.microsoft.com/office/drawing/2014/main" id="{B44B2CA1-BE2C-C7BE-E2E0-170E513BF489}"/>
                  </a:ext>
                </a:extLst>
              </p:cNvPr>
              <p:cNvSpPr/>
              <p:nvPr/>
            </p:nvSpPr>
            <p:spPr>
              <a:xfrm>
                <a:off x="4166327" y="5985461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5 w 6343"/>
                  <a:gd name="connsiteY1" fmla="*/ 5614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3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4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9"/>
                      <a:pt x="5675" y="5614"/>
                    </a:cubicBezTo>
                    <a:cubicBezTo>
                      <a:pt x="6270" y="5019"/>
                      <a:pt x="6604" y="4212"/>
                      <a:pt x="6604" y="3370"/>
                    </a:cubicBezTo>
                    <a:cubicBezTo>
                      <a:pt x="6604" y="2529"/>
                      <a:pt x="6270" y="1722"/>
                      <a:pt x="5675" y="1127"/>
                    </a:cubicBezTo>
                    <a:cubicBezTo>
                      <a:pt x="5081" y="532"/>
                      <a:pt x="4274" y="197"/>
                      <a:pt x="3433" y="197"/>
                    </a:cubicBezTo>
                    <a:cubicBezTo>
                      <a:pt x="2592" y="197"/>
                      <a:pt x="1785" y="532"/>
                      <a:pt x="1190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2"/>
                      <a:pt x="595" y="5019"/>
                      <a:pt x="1190" y="5614"/>
                    </a:cubicBezTo>
                    <a:cubicBezTo>
                      <a:pt x="1785" y="6209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55" name="Freeform: Shape 2454">
                <a:extLst>
                  <a:ext uri="{FF2B5EF4-FFF2-40B4-BE49-F238E27FC236}">
                    <a16:creationId xmlns:a16="http://schemas.microsoft.com/office/drawing/2014/main" id="{89D3FC5B-169D-32D7-F257-65FAD3BFFD9E}"/>
                  </a:ext>
                </a:extLst>
              </p:cNvPr>
              <p:cNvSpPr/>
              <p:nvPr/>
            </p:nvSpPr>
            <p:spPr>
              <a:xfrm>
                <a:off x="4159490" y="5982684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3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2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8"/>
                      <a:pt x="5675" y="5613"/>
                    </a:cubicBezTo>
                    <a:cubicBezTo>
                      <a:pt x="6270" y="5018"/>
                      <a:pt x="6604" y="4211"/>
                      <a:pt x="6604" y="3370"/>
                    </a:cubicBezTo>
                    <a:cubicBezTo>
                      <a:pt x="6604" y="2529"/>
                      <a:pt x="6270" y="1721"/>
                      <a:pt x="5675" y="1127"/>
                    </a:cubicBezTo>
                    <a:cubicBezTo>
                      <a:pt x="5080" y="532"/>
                      <a:pt x="4273" y="197"/>
                      <a:pt x="3432" y="197"/>
                    </a:cubicBezTo>
                    <a:cubicBezTo>
                      <a:pt x="2591" y="197"/>
                      <a:pt x="1784" y="532"/>
                      <a:pt x="1190" y="1127"/>
                    </a:cubicBezTo>
                    <a:cubicBezTo>
                      <a:pt x="595" y="1721"/>
                      <a:pt x="261" y="2529"/>
                      <a:pt x="261" y="3370"/>
                    </a:cubicBezTo>
                    <a:cubicBezTo>
                      <a:pt x="261" y="4211"/>
                      <a:pt x="595" y="5018"/>
                      <a:pt x="1190" y="5613"/>
                    </a:cubicBezTo>
                    <a:cubicBezTo>
                      <a:pt x="1784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56" name="Freeform: Shape 2455">
                <a:extLst>
                  <a:ext uri="{FF2B5EF4-FFF2-40B4-BE49-F238E27FC236}">
                    <a16:creationId xmlns:a16="http://schemas.microsoft.com/office/drawing/2014/main" id="{C7612A16-C1B1-00C4-BF79-D42D7DC03FC2}"/>
                  </a:ext>
                </a:extLst>
              </p:cNvPr>
              <p:cNvSpPr/>
              <p:nvPr/>
            </p:nvSpPr>
            <p:spPr>
              <a:xfrm>
                <a:off x="4158220" y="5984656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4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2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4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9"/>
                      <a:pt x="5675" y="5614"/>
                    </a:cubicBezTo>
                    <a:cubicBezTo>
                      <a:pt x="6270" y="5019"/>
                      <a:pt x="6604" y="4212"/>
                      <a:pt x="6604" y="3370"/>
                    </a:cubicBezTo>
                    <a:cubicBezTo>
                      <a:pt x="6604" y="2529"/>
                      <a:pt x="6270" y="1722"/>
                      <a:pt x="5675" y="1127"/>
                    </a:cubicBezTo>
                    <a:cubicBezTo>
                      <a:pt x="5080" y="532"/>
                      <a:pt x="4273" y="197"/>
                      <a:pt x="3432" y="197"/>
                    </a:cubicBezTo>
                    <a:cubicBezTo>
                      <a:pt x="2591" y="197"/>
                      <a:pt x="1784" y="532"/>
                      <a:pt x="1190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2"/>
                      <a:pt x="595" y="5019"/>
                      <a:pt x="1190" y="5614"/>
                    </a:cubicBezTo>
                    <a:cubicBezTo>
                      <a:pt x="1784" y="6209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57" name="Freeform: Shape 2456">
                <a:extLst>
                  <a:ext uri="{FF2B5EF4-FFF2-40B4-BE49-F238E27FC236}">
                    <a16:creationId xmlns:a16="http://schemas.microsoft.com/office/drawing/2014/main" id="{E940509C-A12F-FF32-9F67-613A7096C862}"/>
                  </a:ext>
                </a:extLst>
              </p:cNvPr>
              <p:cNvSpPr/>
              <p:nvPr/>
            </p:nvSpPr>
            <p:spPr>
              <a:xfrm>
                <a:off x="4152764" y="5982931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7 h 6345"/>
                  <a:gd name="connsiteX4" fmla="*/ 3432 w 6343"/>
                  <a:gd name="connsiteY4" fmla="*/ 197 h 6345"/>
                  <a:gd name="connsiteX5" fmla="*/ 1189 w 6343"/>
                  <a:gd name="connsiteY5" fmla="*/ 1127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9"/>
                      <a:pt x="6269" y="1721"/>
                      <a:pt x="5674" y="1127"/>
                    </a:cubicBezTo>
                    <a:cubicBezTo>
                      <a:pt x="5080" y="532"/>
                      <a:pt x="4273" y="197"/>
                      <a:pt x="3432" y="197"/>
                    </a:cubicBezTo>
                    <a:cubicBezTo>
                      <a:pt x="2591" y="197"/>
                      <a:pt x="1784" y="532"/>
                      <a:pt x="1189" y="1127"/>
                    </a:cubicBezTo>
                    <a:cubicBezTo>
                      <a:pt x="594" y="1721"/>
                      <a:pt x="260" y="2529"/>
                      <a:pt x="260" y="3370"/>
                    </a:cubicBezTo>
                    <a:cubicBezTo>
                      <a:pt x="260" y="4211"/>
                      <a:pt x="594" y="5018"/>
                      <a:pt x="1189" y="5613"/>
                    </a:cubicBezTo>
                    <a:cubicBezTo>
                      <a:pt x="1784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58" name="Freeform: Shape 2457">
                <a:extLst>
                  <a:ext uri="{FF2B5EF4-FFF2-40B4-BE49-F238E27FC236}">
                    <a16:creationId xmlns:a16="http://schemas.microsoft.com/office/drawing/2014/main" id="{35B30C7A-6241-A0ED-9EFE-5ADFA9169ED1}"/>
                  </a:ext>
                </a:extLst>
              </p:cNvPr>
              <p:cNvSpPr/>
              <p:nvPr/>
            </p:nvSpPr>
            <p:spPr>
              <a:xfrm>
                <a:off x="4148156" y="5981880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6 h 6345"/>
                  <a:gd name="connsiteX4" fmla="*/ 3431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8"/>
                      <a:pt x="6269" y="1721"/>
                      <a:pt x="5674" y="1126"/>
                    </a:cubicBezTo>
                    <a:cubicBezTo>
                      <a:pt x="5079" y="531"/>
                      <a:pt x="4272" y="197"/>
                      <a:pt x="3431" y="197"/>
                    </a:cubicBezTo>
                    <a:cubicBezTo>
                      <a:pt x="2590" y="197"/>
                      <a:pt x="1783" y="531"/>
                      <a:pt x="1189" y="1126"/>
                    </a:cubicBezTo>
                    <a:cubicBezTo>
                      <a:pt x="594" y="1721"/>
                      <a:pt x="260" y="2528"/>
                      <a:pt x="260" y="3370"/>
                    </a:cubicBezTo>
                    <a:cubicBezTo>
                      <a:pt x="260" y="4211"/>
                      <a:pt x="594" y="5018"/>
                      <a:pt x="1189" y="5613"/>
                    </a:cubicBezTo>
                    <a:cubicBezTo>
                      <a:pt x="1783" y="6208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59" name="Freeform: Shape 2458">
                <a:extLst>
                  <a:ext uri="{FF2B5EF4-FFF2-40B4-BE49-F238E27FC236}">
                    <a16:creationId xmlns:a16="http://schemas.microsoft.com/office/drawing/2014/main" id="{DD3886C3-2E5B-D331-E622-67E5481F7492}"/>
                  </a:ext>
                </a:extLst>
              </p:cNvPr>
              <p:cNvSpPr/>
              <p:nvPr/>
            </p:nvSpPr>
            <p:spPr>
              <a:xfrm>
                <a:off x="4142588" y="5982920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3 h 6345"/>
                  <a:gd name="connsiteX2" fmla="*/ 6602 w 6343"/>
                  <a:gd name="connsiteY2" fmla="*/ 3370 h 6345"/>
                  <a:gd name="connsiteX3" fmla="*/ 5674 w 6343"/>
                  <a:gd name="connsiteY3" fmla="*/ 1127 h 6345"/>
                  <a:gd name="connsiteX4" fmla="*/ 3431 w 6343"/>
                  <a:gd name="connsiteY4" fmla="*/ 197 h 6345"/>
                  <a:gd name="connsiteX5" fmla="*/ 1188 w 6343"/>
                  <a:gd name="connsiteY5" fmla="*/ 1127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8"/>
                      <a:pt x="5674" y="5613"/>
                    </a:cubicBezTo>
                    <a:cubicBezTo>
                      <a:pt x="6268" y="5018"/>
                      <a:pt x="6602" y="4211"/>
                      <a:pt x="6602" y="3370"/>
                    </a:cubicBezTo>
                    <a:cubicBezTo>
                      <a:pt x="6602" y="2529"/>
                      <a:pt x="6268" y="1721"/>
                      <a:pt x="5674" y="1127"/>
                    </a:cubicBezTo>
                    <a:cubicBezTo>
                      <a:pt x="5079" y="532"/>
                      <a:pt x="4272" y="197"/>
                      <a:pt x="3431" y="197"/>
                    </a:cubicBezTo>
                    <a:cubicBezTo>
                      <a:pt x="2590" y="197"/>
                      <a:pt x="1783" y="532"/>
                      <a:pt x="1188" y="1127"/>
                    </a:cubicBezTo>
                    <a:cubicBezTo>
                      <a:pt x="594" y="1721"/>
                      <a:pt x="259" y="2529"/>
                      <a:pt x="259" y="3370"/>
                    </a:cubicBezTo>
                    <a:cubicBezTo>
                      <a:pt x="259" y="4211"/>
                      <a:pt x="594" y="5018"/>
                      <a:pt x="1188" y="5613"/>
                    </a:cubicBezTo>
                    <a:cubicBezTo>
                      <a:pt x="1783" y="6208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60" name="Freeform: Shape 2459">
                <a:extLst>
                  <a:ext uri="{FF2B5EF4-FFF2-40B4-BE49-F238E27FC236}">
                    <a16:creationId xmlns:a16="http://schemas.microsoft.com/office/drawing/2014/main" id="{C2CF1282-E90E-413A-D1D0-A28B4D8034BE}"/>
                  </a:ext>
                </a:extLst>
              </p:cNvPr>
              <p:cNvSpPr/>
              <p:nvPr/>
            </p:nvSpPr>
            <p:spPr>
              <a:xfrm>
                <a:off x="4138694" y="5982365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6 h 6345"/>
                  <a:gd name="connsiteX4" fmla="*/ 3431 w 6343"/>
                  <a:gd name="connsiteY4" fmla="*/ 197 h 6345"/>
                  <a:gd name="connsiteX5" fmla="*/ 1188 w 6343"/>
                  <a:gd name="connsiteY5" fmla="*/ 1126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8" y="6208"/>
                      <a:pt x="5673" y="5613"/>
                    </a:cubicBezTo>
                    <a:cubicBezTo>
                      <a:pt x="6268" y="5018"/>
                      <a:pt x="6602" y="4211"/>
                      <a:pt x="6602" y="3370"/>
                    </a:cubicBezTo>
                    <a:cubicBezTo>
                      <a:pt x="6602" y="2529"/>
                      <a:pt x="6268" y="1721"/>
                      <a:pt x="5673" y="1126"/>
                    </a:cubicBezTo>
                    <a:cubicBezTo>
                      <a:pt x="5078" y="532"/>
                      <a:pt x="4272" y="197"/>
                      <a:pt x="3431" y="197"/>
                    </a:cubicBezTo>
                    <a:cubicBezTo>
                      <a:pt x="2590" y="197"/>
                      <a:pt x="1783" y="532"/>
                      <a:pt x="1188" y="1126"/>
                    </a:cubicBezTo>
                    <a:cubicBezTo>
                      <a:pt x="593" y="1721"/>
                      <a:pt x="259" y="2529"/>
                      <a:pt x="259" y="3370"/>
                    </a:cubicBezTo>
                    <a:cubicBezTo>
                      <a:pt x="259" y="4211"/>
                      <a:pt x="593" y="5018"/>
                      <a:pt x="1188" y="5613"/>
                    </a:cubicBezTo>
                    <a:cubicBezTo>
                      <a:pt x="1783" y="6208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61" name="Freeform: Shape 2460">
                <a:extLst>
                  <a:ext uri="{FF2B5EF4-FFF2-40B4-BE49-F238E27FC236}">
                    <a16:creationId xmlns:a16="http://schemas.microsoft.com/office/drawing/2014/main" id="{F142CABE-53FC-A8BB-A060-C6154E43E23B}"/>
                  </a:ext>
                </a:extLst>
              </p:cNvPr>
              <p:cNvSpPr/>
              <p:nvPr/>
            </p:nvSpPr>
            <p:spPr>
              <a:xfrm>
                <a:off x="4103257" y="5952080"/>
                <a:ext cx="6343" cy="6345"/>
              </a:xfrm>
              <a:custGeom>
                <a:avLst/>
                <a:gdLst>
                  <a:gd name="connsiteX0" fmla="*/ 3428 w 6343"/>
                  <a:gd name="connsiteY0" fmla="*/ 6540 h 6345"/>
                  <a:gd name="connsiteX1" fmla="*/ 5670 w 6343"/>
                  <a:gd name="connsiteY1" fmla="*/ 5611 h 6345"/>
                  <a:gd name="connsiteX2" fmla="*/ 6599 w 6343"/>
                  <a:gd name="connsiteY2" fmla="*/ 3368 h 6345"/>
                  <a:gd name="connsiteX3" fmla="*/ 5670 w 6343"/>
                  <a:gd name="connsiteY3" fmla="*/ 1124 h 6345"/>
                  <a:gd name="connsiteX4" fmla="*/ 3428 w 6343"/>
                  <a:gd name="connsiteY4" fmla="*/ 195 h 6345"/>
                  <a:gd name="connsiteX5" fmla="*/ 1185 w 6343"/>
                  <a:gd name="connsiteY5" fmla="*/ 1124 h 6345"/>
                  <a:gd name="connsiteX6" fmla="*/ 256 w 6343"/>
                  <a:gd name="connsiteY6" fmla="*/ 3368 h 6345"/>
                  <a:gd name="connsiteX7" fmla="*/ 1185 w 6343"/>
                  <a:gd name="connsiteY7" fmla="*/ 5611 h 6345"/>
                  <a:gd name="connsiteX8" fmla="*/ 3428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0"/>
                    </a:moveTo>
                    <a:cubicBezTo>
                      <a:pt x="4269" y="6540"/>
                      <a:pt x="5076" y="6206"/>
                      <a:pt x="5670" y="5611"/>
                    </a:cubicBezTo>
                    <a:cubicBezTo>
                      <a:pt x="6265" y="5016"/>
                      <a:pt x="6599" y="4209"/>
                      <a:pt x="6599" y="3368"/>
                    </a:cubicBezTo>
                    <a:cubicBezTo>
                      <a:pt x="6599" y="2526"/>
                      <a:pt x="6265" y="1719"/>
                      <a:pt x="5670" y="1124"/>
                    </a:cubicBezTo>
                    <a:cubicBezTo>
                      <a:pt x="5076" y="529"/>
                      <a:pt x="4269" y="195"/>
                      <a:pt x="3428" y="195"/>
                    </a:cubicBezTo>
                    <a:cubicBezTo>
                      <a:pt x="2587" y="195"/>
                      <a:pt x="1780" y="529"/>
                      <a:pt x="1185" y="1124"/>
                    </a:cubicBezTo>
                    <a:cubicBezTo>
                      <a:pt x="590" y="1719"/>
                      <a:pt x="256" y="2526"/>
                      <a:pt x="256" y="3368"/>
                    </a:cubicBezTo>
                    <a:cubicBezTo>
                      <a:pt x="256" y="4209"/>
                      <a:pt x="590" y="5016"/>
                      <a:pt x="1185" y="5611"/>
                    </a:cubicBezTo>
                    <a:cubicBezTo>
                      <a:pt x="1780" y="6206"/>
                      <a:pt x="2587" y="6540"/>
                      <a:pt x="3428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62" name="Freeform: Shape 2461">
                <a:extLst>
                  <a:ext uri="{FF2B5EF4-FFF2-40B4-BE49-F238E27FC236}">
                    <a16:creationId xmlns:a16="http://schemas.microsoft.com/office/drawing/2014/main" id="{CCF69E6F-E9AC-5664-0101-225156EAA8AB}"/>
                  </a:ext>
                </a:extLst>
              </p:cNvPr>
              <p:cNvSpPr/>
              <p:nvPr/>
            </p:nvSpPr>
            <p:spPr>
              <a:xfrm>
                <a:off x="4099408" y="5951091"/>
                <a:ext cx="6343" cy="6345"/>
              </a:xfrm>
              <a:custGeom>
                <a:avLst/>
                <a:gdLst>
                  <a:gd name="connsiteX0" fmla="*/ 3428 w 6343"/>
                  <a:gd name="connsiteY0" fmla="*/ 6540 h 6345"/>
                  <a:gd name="connsiteX1" fmla="*/ 5670 w 6343"/>
                  <a:gd name="connsiteY1" fmla="*/ 5611 h 6345"/>
                  <a:gd name="connsiteX2" fmla="*/ 6599 w 6343"/>
                  <a:gd name="connsiteY2" fmla="*/ 3367 h 6345"/>
                  <a:gd name="connsiteX3" fmla="*/ 5670 w 6343"/>
                  <a:gd name="connsiteY3" fmla="*/ 1124 h 6345"/>
                  <a:gd name="connsiteX4" fmla="*/ 3428 w 6343"/>
                  <a:gd name="connsiteY4" fmla="*/ 195 h 6345"/>
                  <a:gd name="connsiteX5" fmla="*/ 1185 w 6343"/>
                  <a:gd name="connsiteY5" fmla="*/ 1124 h 6345"/>
                  <a:gd name="connsiteX6" fmla="*/ 256 w 6343"/>
                  <a:gd name="connsiteY6" fmla="*/ 3367 h 6345"/>
                  <a:gd name="connsiteX7" fmla="*/ 1185 w 6343"/>
                  <a:gd name="connsiteY7" fmla="*/ 5611 h 6345"/>
                  <a:gd name="connsiteX8" fmla="*/ 3428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0"/>
                    </a:moveTo>
                    <a:cubicBezTo>
                      <a:pt x="4269" y="6540"/>
                      <a:pt x="5075" y="6206"/>
                      <a:pt x="5670" y="5611"/>
                    </a:cubicBezTo>
                    <a:cubicBezTo>
                      <a:pt x="6265" y="5016"/>
                      <a:pt x="6599" y="4209"/>
                      <a:pt x="6599" y="3367"/>
                    </a:cubicBezTo>
                    <a:cubicBezTo>
                      <a:pt x="6599" y="2526"/>
                      <a:pt x="6265" y="1719"/>
                      <a:pt x="5670" y="1124"/>
                    </a:cubicBezTo>
                    <a:cubicBezTo>
                      <a:pt x="5075" y="529"/>
                      <a:pt x="4269" y="195"/>
                      <a:pt x="3428" y="195"/>
                    </a:cubicBezTo>
                    <a:cubicBezTo>
                      <a:pt x="2586" y="195"/>
                      <a:pt x="1780" y="529"/>
                      <a:pt x="1185" y="1124"/>
                    </a:cubicBezTo>
                    <a:cubicBezTo>
                      <a:pt x="590" y="1719"/>
                      <a:pt x="256" y="2526"/>
                      <a:pt x="256" y="3367"/>
                    </a:cubicBezTo>
                    <a:cubicBezTo>
                      <a:pt x="256" y="4209"/>
                      <a:pt x="590" y="5016"/>
                      <a:pt x="1185" y="5611"/>
                    </a:cubicBezTo>
                    <a:cubicBezTo>
                      <a:pt x="1780" y="6206"/>
                      <a:pt x="2586" y="6540"/>
                      <a:pt x="3428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63" name="Freeform: Shape 2462">
                <a:extLst>
                  <a:ext uri="{FF2B5EF4-FFF2-40B4-BE49-F238E27FC236}">
                    <a16:creationId xmlns:a16="http://schemas.microsoft.com/office/drawing/2014/main" id="{508A9896-ACB7-7924-345B-E71174B8B09C}"/>
                  </a:ext>
                </a:extLst>
              </p:cNvPr>
              <p:cNvSpPr/>
              <p:nvPr/>
            </p:nvSpPr>
            <p:spPr>
              <a:xfrm>
                <a:off x="4096128" y="5950592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70 w 6343"/>
                  <a:gd name="connsiteY1" fmla="*/ 5611 h 6345"/>
                  <a:gd name="connsiteX2" fmla="*/ 6599 w 6343"/>
                  <a:gd name="connsiteY2" fmla="*/ 3367 h 6345"/>
                  <a:gd name="connsiteX3" fmla="*/ 5670 w 6343"/>
                  <a:gd name="connsiteY3" fmla="*/ 1124 h 6345"/>
                  <a:gd name="connsiteX4" fmla="*/ 3427 w 6343"/>
                  <a:gd name="connsiteY4" fmla="*/ 195 h 6345"/>
                  <a:gd name="connsiteX5" fmla="*/ 1185 w 6343"/>
                  <a:gd name="connsiteY5" fmla="*/ 1124 h 6345"/>
                  <a:gd name="connsiteX6" fmla="*/ 256 w 6343"/>
                  <a:gd name="connsiteY6" fmla="*/ 3367 h 6345"/>
                  <a:gd name="connsiteX7" fmla="*/ 1185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70" y="5611"/>
                    </a:cubicBezTo>
                    <a:cubicBezTo>
                      <a:pt x="6265" y="5016"/>
                      <a:pt x="6599" y="4209"/>
                      <a:pt x="6599" y="3367"/>
                    </a:cubicBezTo>
                    <a:cubicBezTo>
                      <a:pt x="6599" y="2526"/>
                      <a:pt x="6265" y="1719"/>
                      <a:pt x="5670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5" y="1124"/>
                    </a:cubicBezTo>
                    <a:cubicBezTo>
                      <a:pt x="590" y="1719"/>
                      <a:pt x="256" y="2526"/>
                      <a:pt x="256" y="3367"/>
                    </a:cubicBezTo>
                    <a:cubicBezTo>
                      <a:pt x="256" y="4209"/>
                      <a:pt x="590" y="5016"/>
                      <a:pt x="1185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64" name="Freeform: Shape 2463">
                <a:extLst>
                  <a:ext uri="{FF2B5EF4-FFF2-40B4-BE49-F238E27FC236}">
                    <a16:creationId xmlns:a16="http://schemas.microsoft.com/office/drawing/2014/main" id="{B5092949-2EBA-272B-A561-544EF251DBBE}"/>
                  </a:ext>
                </a:extLst>
              </p:cNvPr>
              <p:cNvSpPr/>
              <p:nvPr/>
            </p:nvSpPr>
            <p:spPr>
              <a:xfrm>
                <a:off x="4094635" y="5951791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70 w 6343"/>
                  <a:gd name="connsiteY1" fmla="*/ 5611 h 6345"/>
                  <a:gd name="connsiteX2" fmla="*/ 6599 w 6343"/>
                  <a:gd name="connsiteY2" fmla="*/ 3368 h 6345"/>
                  <a:gd name="connsiteX3" fmla="*/ 5670 w 6343"/>
                  <a:gd name="connsiteY3" fmla="*/ 1124 h 6345"/>
                  <a:gd name="connsiteX4" fmla="*/ 3427 w 6343"/>
                  <a:gd name="connsiteY4" fmla="*/ 195 h 6345"/>
                  <a:gd name="connsiteX5" fmla="*/ 1185 w 6343"/>
                  <a:gd name="connsiteY5" fmla="*/ 1124 h 6345"/>
                  <a:gd name="connsiteX6" fmla="*/ 256 w 6343"/>
                  <a:gd name="connsiteY6" fmla="*/ 3368 h 6345"/>
                  <a:gd name="connsiteX7" fmla="*/ 1185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70" y="5611"/>
                    </a:cubicBezTo>
                    <a:cubicBezTo>
                      <a:pt x="6265" y="5016"/>
                      <a:pt x="6599" y="4209"/>
                      <a:pt x="6599" y="3368"/>
                    </a:cubicBezTo>
                    <a:cubicBezTo>
                      <a:pt x="6599" y="2526"/>
                      <a:pt x="6265" y="1719"/>
                      <a:pt x="5670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5" y="1124"/>
                    </a:cubicBezTo>
                    <a:cubicBezTo>
                      <a:pt x="590" y="1719"/>
                      <a:pt x="256" y="2526"/>
                      <a:pt x="256" y="3368"/>
                    </a:cubicBezTo>
                    <a:cubicBezTo>
                      <a:pt x="256" y="4209"/>
                      <a:pt x="590" y="5016"/>
                      <a:pt x="1185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65" name="Freeform: Shape 2464">
                <a:extLst>
                  <a:ext uri="{FF2B5EF4-FFF2-40B4-BE49-F238E27FC236}">
                    <a16:creationId xmlns:a16="http://schemas.microsoft.com/office/drawing/2014/main" id="{EA55E864-43EA-D0EA-8E73-7180D139254E}"/>
                  </a:ext>
                </a:extLst>
              </p:cNvPr>
              <p:cNvSpPr/>
              <p:nvPr/>
            </p:nvSpPr>
            <p:spPr>
              <a:xfrm>
                <a:off x="4093440" y="5953281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70 w 6343"/>
                  <a:gd name="connsiteY1" fmla="*/ 5611 h 6345"/>
                  <a:gd name="connsiteX2" fmla="*/ 6599 w 6343"/>
                  <a:gd name="connsiteY2" fmla="*/ 3368 h 6345"/>
                  <a:gd name="connsiteX3" fmla="*/ 5670 w 6343"/>
                  <a:gd name="connsiteY3" fmla="*/ 1124 h 6345"/>
                  <a:gd name="connsiteX4" fmla="*/ 3427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70" y="5611"/>
                    </a:cubicBezTo>
                    <a:cubicBezTo>
                      <a:pt x="6264" y="5016"/>
                      <a:pt x="6599" y="4209"/>
                      <a:pt x="6599" y="3368"/>
                    </a:cubicBezTo>
                    <a:cubicBezTo>
                      <a:pt x="6599" y="2526"/>
                      <a:pt x="6264" y="1719"/>
                      <a:pt x="5670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4" y="1124"/>
                    </a:cubicBezTo>
                    <a:cubicBezTo>
                      <a:pt x="590" y="1719"/>
                      <a:pt x="255" y="2526"/>
                      <a:pt x="255" y="3368"/>
                    </a:cubicBezTo>
                    <a:cubicBezTo>
                      <a:pt x="255" y="4209"/>
                      <a:pt x="590" y="5016"/>
                      <a:pt x="1184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66" name="Freeform: Shape 2465">
                <a:extLst>
                  <a:ext uri="{FF2B5EF4-FFF2-40B4-BE49-F238E27FC236}">
                    <a16:creationId xmlns:a16="http://schemas.microsoft.com/office/drawing/2014/main" id="{589FA295-431E-E105-497C-3C665E8A5C3C}"/>
                  </a:ext>
                </a:extLst>
              </p:cNvPr>
              <p:cNvSpPr/>
              <p:nvPr/>
            </p:nvSpPr>
            <p:spPr>
              <a:xfrm>
                <a:off x="4091428" y="5953956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70 w 6343"/>
                  <a:gd name="connsiteY1" fmla="*/ 5611 h 6345"/>
                  <a:gd name="connsiteX2" fmla="*/ 6598 w 6343"/>
                  <a:gd name="connsiteY2" fmla="*/ 3368 h 6345"/>
                  <a:gd name="connsiteX3" fmla="*/ 5670 w 6343"/>
                  <a:gd name="connsiteY3" fmla="*/ 1124 h 6345"/>
                  <a:gd name="connsiteX4" fmla="*/ 3427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70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6"/>
                      <a:pt x="6264" y="1719"/>
                      <a:pt x="5670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4" y="1124"/>
                    </a:cubicBezTo>
                    <a:cubicBezTo>
                      <a:pt x="590" y="1719"/>
                      <a:pt x="255" y="2526"/>
                      <a:pt x="255" y="3368"/>
                    </a:cubicBezTo>
                    <a:cubicBezTo>
                      <a:pt x="255" y="4209"/>
                      <a:pt x="590" y="5016"/>
                      <a:pt x="1184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67" name="Freeform: Shape 2466">
                <a:extLst>
                  <a:ext uri="{FF2B5EF4-FFF2-40B4-BE49-F238E27FC236}">
                    <a16:creationId xmlns:a16="http://schemas.microsoft.com/office/drawing/2014/main" id="{7FB103BD-1319-0A98-E072-DB01B0E4C888}"/>
                  </a:ext>
                </a:extLst>
              </p:cNvPr>
              <p:cNvSpPr/>
              <p:nvPr/>
            </p:nvSpPr>
            <p:spPr>
              <a:xfrm>
                <a:off x="4089716" y="5954919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4 h 6345"/>
                  <a:gd name="connsiteX4" fmla="*/ 3427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69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6"/>
                      <a:pt x="6264" y="1719"/>
                      <a:pt x="5669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4" y="1124"/>
                    </a:cubicBezTo>
                    <a:cubicBezTo>
                      <a:pt x="589" y="1719"/>
                      <a:pt x="255" y="2526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68" name="Freeform: Shape 2467">
                <a:extLst>
                  <a:ext uri="{FF2B5EF4-FFF2-40B4-BE49-F238E27FC236}">
                    <a16:creationId xmlns:a16="http://schemas.microsoft.com/office/drawing/2014/main" id="{37918467-15D0-89A8-9252-178E665AEDE4}"/>
                  </a:ext>
                </a:extLst>
              </p:cNvPr>
              <p:cNvSpPr/>
              <p:nvPr/>
            </p:nvSpPr>
            <p:spPr>
              <a:xfrm>
                <a:off x="4088799" y="5956688"/>
                <a:ext cx="6343" cy="6345"/>
              </a:xfrm>
              <a:custGeom>
                <a:avLst/>
                <a:gdLst>
                  <a:gd name="connsiteX0" fmla="*/ 3427 w 6343"/>
                  <a:gd name="connsiteY0" fmla="*/ 6541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4 h 6345"/>
                  <a:gd name="connsiteX4" fmla="*/ 3427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1"/>
                    </a:moveTo>
                    <a:cubicBezTo>
                      <a:pt x="4268" y="6541"/>
                      <a:pt x="5075" y="6206"/>
                      <a:pt x="5669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6"/>
                      <a:pt x="6264" y="1719"/>
                      <a:pt x="5669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4" y="1124"/>
                    </a:cubicBezTo>
                    <a:cubicBezTo>
                      <a:pt x="589" y="1719"/>
                      <a:pt x="255" y="2526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9" y="6206"/>
                      <a:pt x="2586" y="6541"/>
                      <a:pt x="3427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69" name="Freeform: Shape 2468">
                <a:extLst>
                  <a:ext uri="{FF2B5EF4-FFF2-40B4-BE49-F238E27FC236}">
                    <a16:creationId xmlns:a16="http://schemas.microsoft.com/office/drawing/2014/main" id="{5F7AAE5A-F6E3-41DC-6503-8DC278DFBFF2}"/>
                  </a:ext>
                </a:extLst>
              </p:cNvPr>
              <p:cNvSpPr/>
              <p:nvPr/>
            </p:nvSpPr>
            <p:spPr>
              <a:xfrm>
                <a:off x="4087538" y="5958111"/>
                <a:ext cx="6343" cy="6345"/>
              </a:xfrm>
              <a:custGeom>
                <a:avLst/>
                <a:gdLst>
                  <a:gd name="connsiteX0" fmla="*/ 3427 w 6343"/>
                  <a:gd name="connsiteY0" fmla="*/ 6541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5 h 6345"/>
                  <a:gd name="connsiteX4" fmla="*/ 3427 w 6343"/>
                  <a:gd name="connsiteY4" fmla="*/ 195 h 6345"/>
                  <a:gd name="connsiteX5" fmla="*/ 1184 w 6343"/>
                  <a:gd name="connsiteY5" fmla="*/ 1125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1"/>
                    </a:moveTo>
                    <a:cubicBezTo>
                      <a:pt x="4268" y="6541"/>
                      <a:pt x="5074" y="6206"/>
                      <a:pt x="5669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8" y="195"/>
                      <a:pt x="3427" y="195"/>
                    </a:cubicBezTo>
                    <a:cubicBezTo>
                      <a:pt x="2585" y="195"/>
                      <a:pt x="1779" y="530"/>
                      <a:pt x="1184" y="1125"/>
                    </a:cubicBezTo>
                    <a:cubicBezTo>
                      <a:pt x="589" y="1720"/>
                      <a:pt x="255" y="2527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9" y="6206"/>
                      <a:pt x="2585" y="6541"/>
                      <a:pt x="3427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70" name="Freeform: Shape 2469">
                <a:extLst>
                  <a:ext uri="{FF2B5EF4-FFF2-40B4-BE49-F238E27FC236}">
                    <a16:creationId xmlns:a16="http://schemas.microsoft.com/office/drawing/2014/main" id="{E3EBCC41-B366-7D4D-5FE8-0C79161A19A1}"/>
                  </a:ext>
                </a:extLst>
              </p:cNvPr>
              <p:cNvSpPr/>
              <p:nvPr/>
            </p:nvSpPr>
            <p:spPr>
              <a:xfrm>
                <a:off x="4086103" y="5959354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8 h 6345"/>
                  <a:gd name="connsiteX3" fmla="*/ 5669 w 6343"/>
                  <a:gd name="connsiteY3" fmla="*/ 1125 h 6345"/>
                  <a:gd name="connsiteX4" fmla="*/ 3426 w 6343"/>
                  <a:gd name="connsiteY4" fmla="*/ 195 h 6345"/>
                  <a:gd name="connsiteX5" fmla="*/ 1184 w 6343"/>
                  <a:gd name="connsiteY5" fmla="*/ 1125 h 6345"/>
                  <a:gd name="connsiteX6" fmla="*/ 255 w 6343"/>
                  <a:gd name="connsiteY6" fmla="*/ 3368 h 6345"/>
                  <a:gd name="connsiteX7" fmla="*/ 1184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8" y="6541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8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8" y="195"/>
                      <a:pt x="3426" y="195"/>
                    </a:cubicBezTo>
                    <a:cubicBezTo>
                      <a:pt x="2585" y="195"/>
                      <a:pt x="1779" y="530"/>
                      <a:pt x="1184" y="1125"/>
                    </a:cubicBezTo>
                    <a:cubicBezTo>
                      <a:pt x="589" y="1720"/>
                      <a:pt x="255" y="2527"/>
                      <a:pt x="255" y="3368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9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71" name="Freeform: Shape 2470">
                <a:extLst>
                  <a:ext uri="{FF2B5EF4-FFF2-40B4-BE49-F238E27FC236}">
                    <a16:creationId xmlns:a16="http://schemas.microsoft.com/office/drawing/2014/main" id="{A80D0C3C-6A95-B517-B9A6-D008E42792AE}"/>
                  </a:ext>
                </a:extLst>
              </p:cNvPr>
              <p:cNvSpPr/>
              <p:nvPr/>
            </p:nvSpPr>
            <p:spPr>
              <a:xfrm>
                <a:off x="4085379" y="5961351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8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4 w 6343"/>
                  <a:gd name="connsiteY5" fmla="*/ 1125 h 6345"/>
                  <a:gd name="connsiteX6" fmla="*/ 255 w 6343"/>
                  <a:gd name="connsiteY6" fmla="*/ 3368 h 6345"/>
                  <a:gd name="connsiteX7" fmla="*/ 1184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8" y="6541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8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8" y="196"/>
                      <a:pt x="3426" y="196"/>
                    </a:cubicBezTo>
                    <a:cubicBezTo>
                      <a:pt x="2585" y="196"/>
                      <a:pt x="1779" y="530"/>
                      <a:pt x="1184" y="1125"/>
                    </a:cubicBezTo>
                    <a:cubicBezTo>
                      <a:pt x="589" y="1720"/>
                      <a:pt x="255" y="2527"/>
                      <a:pt x="255" y="3368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9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72" name="Freeform: Shape 2471">
                <a:extLst>
                  <a:ext uri="{FF2B5EF4-FFF2-40B4-BE49-F238E27FC236}">
                    <a16:creationId xmlns:a16="http://schemas.microsoft.com/office/drawing/2014/main" id="{C6F1FC28-CB39-3379-47D0-D28710FBA494}"/>
                  </a:ext>
                </a:extLst>
              </p:cNvPr>
              <p:cNvSpPr/>
              <p:nvPr/>
            </p:nvSpPr>
            <p:spPr>
              <a:xfrm>
                <a:off x="4084250" y="5962929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8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4 w 6343"/>
                  <a:gd name="connsiteY5" fmla="*/ 1125 h 6345"/>
                  <a:gd name="connsiteX6" fmla="*/ 255 w 6343"/>
                  <a:gd name="connsiteY6" fmla="*/ 3368 h 6345"/>
                  <a:gd name="connsiteX7" fmla="*/ 1184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8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4" y="1125"/>
                    </a:cubicBezTo>
                    <a:cubicBezTo>
                      <a:pt x="589" y="1720"/>
                      <a:pt x="255" y="2527"/>
                      <a:pt x="255" y="3368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8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73" name="Freeform: Shape 2472">
                <a:extLst>
                  <a:ext uri="{FF2B5EF4-FFF2-40B4-BE49-F238E27FC236}">
                    <a16:creationId xmlns:a16="http://schemas.microsoft.com/office/drawing/2014/main" id="{828E78D5-9523-D02B-65EF-9469BD061183}"/>
                  </a:ext>
                </a:extLst>
              </p:cNvPr>
              <p:cNvSpPr/>
              <p:nvPr/>
            </p:nvSpPr>
            <p:spPr>
              <a:xfrm>
                <a:off x="4083077" y="5964467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9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4 w 6343"/>
                  <a:gd name="connsiteY5" fmla="*/ 1125 h 6345"/>
                  <a:gd name="connsiteX6" fmla="*/ 255 w 6343"/>
                  <a:gd name="connsiteY6" fmla="*/ 3369 h 6345"/>
                  <a:gd name="connsiteX7" fmla="*/ 1184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9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4" y="1125"/>
                    </a:cubicBezTo>
                    <a:cubicBezTo>
                      <a:pt x="589" y="1720"/>
                      <a:pt x="255" y="2527"/>
                      <a:pt x="255" y="3369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8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74" name="Freeform: Shape 2473">
                <a:extLst>
                  <a:ext uri="{FF2B5EF4-FFF2-40B4-BE49-F238E27FC236}">
                    <a16:creationId xmlns:a16="http://schemas.microsoft.com/office/drawing/2014/main" id="{15C203F7-3A66-8B56-FB35-E32932ED34A2}"/>
                  </a:ext>
                </a:extLst>
              </p:cNvPr>
              <p:cNvSpPr/>
              <p:nvPr/>
            </p:nvSpPr>
            <p:spPr>
              <a:xfrm>
                <a:off x="4082340" y="5966493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9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4 w 6343"/>
                  <a:gd name="connsiteY5" fmla="*/ 1125 h 6345"/>
                  <a:gd name="connsiteX6" fmla="*/ 255 w 6343"/>
                  <a:gd name="connsiteY6" fmla="*/ 3369 h 6345"/>
                  <a:gd name="connsiteX7" fmla="*/ 1184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9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4" y="1125"/>
                    </a:cubicBezTo>
                    <a:cubicBezTo>
                      <a:pt x="589" y="1720"/>
                      <a:pt x="255" y="2527"/>
                      <a:pt x="255" y="3369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8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75" name="Freeform: Shape 2474">
                <a:extLst>
                  <a:ext uri="{FF2B5EF4-FFF2-40B4-BE49-F238E27FC236}">
                    <a16:creationId xmlns:a16="http://schemas.microsoft.com/office/drawing/2014/main" id="{5D9FE96F-308D-6858-12DA-6B47896C8167}"/>
                  </a:ext>
                </a:extLst>
              </p:cNvPr>
              <p:cNvSpPr/>
              <p:nvPr/>
            </p:nvSpPr>
            <p:spPr>
              <a:xfrm>
                <a:off x="4081396" y="5968305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2 h 6345"/>
                  <a:gd name="connsiteX2" fmla="*/ 6598 w 6343"/>
                  <a:gd name="connsiteY2" fmla="*/ 3369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3 w 6343"/>
                  <a:gd name="connsiteY5" fmla="*/ 1125 h 6345"/>
                  <a:gd name="connsiteX6" fmla="*/ 255 w 6343"/>
                  <a:gd name="connsiteY6" fmla="*/ 3369 h 6345"/>
                  <a:gd name="connsiteX7" fmla="*/ 1183 w 6343"/>
                  <a:gd name="connsiteY7" fmla="*/ 5612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7"/>
                      <a:pt x="5669" y="5612"/>
                    </a:cubicBezTo>
                    <a:cubicBezTo>
                      <a:pt x="6263" y="5017"/>
                      <a:pt x="6598" y="4210"/>
                      <a:pt x="6598" y="3369"/>
                    </a:cubicBezTo>
                    <a:cubicBezTo>
                      <a:pt x="6598" y="2527"/>
                      <a:pt x="6263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3" y="1125"/>
                    </a:cubicBezTo>
                    <a:cubicBezTo>
                      <a:pt x="589" y="1720"/>
                      <a:pt x="255" y="2527"/>
                      <a:pt x="255" y="3369"/>
                    </a:cubicBezTo>
                    <a:cubicBezTo>
                      <a:pt x="255" y="4210"/>
                      <a:pt x="589" y="5017"/>
                      <a:pt x="1183" y="5612"/>
                    </a:cubicBezTo>
                    <a:cubicBezTo>
                      <a:pt x="1778" y="6207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76" name="Freeform: Shape 2475">
                <a:extLst>
                  <a:ext uri="{FF2B5EF4-FFF2-40B4-BE49-F238E27FC236}">
                    <a16:creationId xmlns:a16="http://schemas.microsoft.com/office/drawing/2014/main" id="{525B7032-1755-55F4-8C41-87F15301C009}"/>
                  </a:ext>
                </a:extLst>
              </p:cNvPr>
              <p:cNvSpPr/>
              <p:nvPr/>
            </p:nvSpPr>
            <p:spPr>
              <a:xfrm>
                <a:off x="4079492" y="5969044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2 h 6345"/>
                  <a:gd name="connsiteX2" fmla="*/ 6598 w 6343"/>
                  <a:gd name="connsiteY2" fmla="*/ 3369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3 w 6343"/>
                  <a:gd name="connsiteY5" fmla="*/ 1125 h 6345"/>
                  <a:gd name="connsiteX6" fmla="*/ 254 w 6343"/>
                  <a:gd name="connsiteY6" fmla="*/ 3369 h 6345"/>
                  <a:gd name="connsiteX7" fmla="*/ 1183 w 6343"/>
                  <a:gd name="connsiteY7" fmla="*/ 5612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7"/>
                      <a:pt x="5669" y="5612"/>
                    </a:cubicBezTo>
                    <a:cubicBezTo>
                      <a:pt x="6263" y="5017"/>
                      <a:pt x="6598" y="4210"/>
                      <a:pt x="6598" y="3369"/>
                    </a:cubicBezTo>
                    <a:cubicBezTo>
                      <a:pt x="6598" y="2527"/>
                      <a:pt x="6263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3" y="1125"/>
                    </a:cubicBezTo>
                    <a:cubicBezTo>
                      <a:pt x="589" y="1720"/>
                      <a:pt x="254" y="2527"/>
                      <a:pt x="254" y="3369"/>
                    </a:cubicBezTo>
                    <a:cubicBezTo>
                      <a:pt x="254" y="4210"/>
                      <a:pt x="589" y="5017"/>
                      <a:pt x="1183" y="5612"/>
                    </a:cubicBezTo>
                    <a:cubicBezTo>
                      <a:pt x="1778" y="6207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77" name="Freeform: Shape 2476">
                <a:extLst>
                  <a:ext uri="{FF2B5EF4-FFF2-40B4-BE49-F238E27FC236}">
                    <a16:creationId xmlns:a16="http://schemas.microsoft.com/office/drawing/2014/main" id="{8A52888E-296F-BDC6-CB58-5C07F4A9F614}"/>
                  </a:ext>
                </a:extLst>
              </p:cNvPr>
              <p:cNvSpPr/>
              <p:nvPr/>
            </p:nvSpPr>
            <p:spPr>
              <a:xfrm>
                <a:off x="4078620" y="5970952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2 h 6345"/>
                  <a:gd name="connsiteX2" fmla="*/ 6597 w 6343"/>
                  <a:gd name="connsiteY2" fmla="*/ 3369 h 6345"/>
                  <a:gd name="connsiteX3" fmla="*/ 5669 w 6343"/>
                  <a:gd name="connsiteY3" fmla="*/ 1126 h 6345"/>
                  <a:gd name="connsiteX4" fmla="*/ 3426 w 6343"/>
                  <a:gd name="connsiteY4" fmla="*/ 196 h 6345"/>
                  <a:gd name="connsiteX5" fmla="*/ 1183 w 6343"/>
                  <a:gd name="connsiteY5" fmla="*/ 1126 h 6345"/>
                  <a:gd name="connsiteX6" fmla="*/ 254 w 6343"/>
                  <a:gd name="connsiteY6" fmla="*/ 3369 h 6345"/>
                  <a:gd name="connsiteX7" fmla="*/ 1183 w 6343"/>
                  <a:gd name="connsiteY7" fmla="*/ 5612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7"/>
                      <a:pt x="5669" y="5612"/>
                    </a:cubicBezTo>
                    <a:cubicBezTo>
                      <a:pt x="6263" y="5018"/>
                      <a:pt x="6597" y="4210"/>
                      <a:pt x="6597" y="3369"/>
                    </a:cubicBezTo>
                    <a:cubicBezTo>
                      <a:pt x="6597" y="2528"/>
                      <a:pt x="6263" y="1721"/>
                      <a:pt x="5669" y="1126"/>
                    </a:cubicBezTo>
                    <a:cubicBezTo>
                      <a:pt x="5074" y="531"/>
                      <a:pt x="4267" y="196"/>
                      <a:pt x="3426" y="196"/>
                    </a:cubicBezTo>
                    <a:cubicBezTo>
                      <a:pt x="2585" y="196"/>
                      <a:pt x="1778" y="531"/>
                      <a:pt x="1183" y="1126"/>
                    </a:cubicBezTo>
                    <a:cubicBezTo>
                      <a:pt x="589" y="1721"/>
                      <a:pt x="254" y="2528"/>
                      <a:pt x="254" y="3369"/>
                    </a:cubicBezTo>
                    <a:cubicBezTo>
                      <a:pt x="254" y="4210"/>
                      <a:pt x="589" y="5018"/>
                      <a:pt x="1183" y="5612"/>
                    </a:cubicBezTo>
                    <a:cubicBezTo>
                      <a:pt x="1778" y="6207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78" name="Freeform: Shape 2477">
                <a:extLst>
                  <a:ext uri="{FF2B5EF4-FFF2-40B4-BE49-F238E27FC236}">
                    <a16:creationId xmlns:a16="http://schemas.microsoft.com/office/drawing/2014/main" id="{7F18A632-E155-A58E-FEE1-349D98048CEC}"/>
                  </a:ext>
                </a:extLst>
              </p:cNvPr>
              <p:cNvSpPr/>
              <p:nvPr/>
            </p:nvSpPr>
            <p:spPr>
              <a:xfrm>
                <a:off x="4061002" y="5953456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4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6" y="6540"/>
                      <a:pt x="5072" y="6206"/>
                      <a:pt x="5667" y="5611"/>
                    </a:cubicBezTo>
                    <a:cubicBezTo>
                      <a:pt x="6262" y="5016"/>
                      <a:pt x="6596" y="4209"/>
                      <a:pt x="6596" y="3368"/>
                    </a:cubicBezTo>
                    <a:cubicBezTo>
                      <a:pt x="6596" y="2526"/>
                      <a:pt x="6262" y="1719"/>
                      <a:pt x="5667" y="1124"/>
                    </a:cubicBezTo>
                    <a:cubicBezTo>
                      <a:pt x="5072" y="529"/>
                      <a:pt x="4266" y="195"/>
                      <a:pt x="3424" y="195"/>
                    </a:cubicBezTo>
                    <a:cubicBezTo>
                      <a:pt x="2583" y="195"/>
                      <a:pt x="1777" y="529"/>
                      <a:pt x="1182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2" y="5611"/>
                    </a:cubicBezTo>
                    <a:cubicBezTo>
                      <a:pt x="1777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79" name="Freeform: Shape 2478">
                <a:extLst>
                  <a:ext uri="{FF2B5EF4-FFF2-40B4-BE49-F238E27FC236}">
                    <a16:creationId xmlns:a16="http://schemas.microsoft.com/office/drawing/2014/main" id="{856C05BD-CFC2-AB60-A4F9-BF901B258604}"/>
                  </a:ext>
                </a:extLst>
              </p:cNvPr>
              <p:cNvSpPr/>
              <p:nvPr/>
            </p:nvSpPr>
            <p:spPr>
              <a:xfrm>
                <a:off x="4058798" y="5953591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4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7" y="5611"/>
                    </a:cubicBezTo>
                    <a:cubicBezTo>
                      <a:pt x="6262" y="5016"/>
                      <a:pt x="6596" y="4209"/>
                      <a:pt x="6596" y="3368"/>
                    </a:cubicBezTo>
                    <a:cubicBezTo>
                      <a:pt x="6596" y="2526"/>
                      <a:pt x="6262" y="1719"/>
                      <a:pt x="5667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2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2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80" name="Freeform: Shape 2479">
                <a:extLst>
                  <a:ext uri="{FF2B5EF4-FFF2-40B4-BE49-F238E27FC236}">
                    <a16:creationId xmlns:a16="http://schemas.microsoft.com/office/drawing/2014/main" id="{437920EF-38D2-CE33-0AB5-C9DE57E35581}"/>
                  </a:ext>
                </a:extLst>
              </p:cNvPr>
              <p:cNvSpPr/>
              <p:nvPr/>
            </p:nvSpPr>
            <p:spPr>
              <a:xfrm>
                <a:off x="4057212" y="5954435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4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7" y="5611"/>
                    </a:cubicBezTo>
                    <a:cubicBezTo>
                      <a:pt x="6262" y="5016"/>
                      <a:pt x="6596" y="4209"/>
                      <a:pt x="6596" y="3368"/>
                    </a:cubicBezTo>
                    <a:cubicBezTo>
                      <a:pt x="6596" y="2526"/>
                      <a:pt x="6262" y="1719"/>
                      <a:pt x="5667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2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2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81" name="Freeform: Shape 2480">
                <a:extLst>
                  <a:ext uri="{FF2B5EF4-FFF2-40B4-BE49-F238E27FC236}">
                    <a16:creationId xmlns:a16="http://schemas.microsoft.com/office/drawing/2014/main" id="{0C7102A7-EBCF-E5A3-1901-C40481FA3CBD}"/>
                  </a:ext>
                </a:extLst>
              </p:cNvPr>
              <p:cNvSpPr/>
              <p:nvPr/>
            </p:nvSpPr>
            <p:spPr>
              <a:xfrm>
                <a:off x="4055593" y="5955231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4 w 6343"/>
                  <a:gd name="connsiteY4" fmla="*/ 195 h 6345"/>
                  <a:gd name="connsiteX5" fmla="*/ 1181 w 6343"/>
                  <a:gd name="connsiteY5" fmla="*/ 1124 h 6345"/>
                  <a:gd name="connsiteX6" fmla="*/ 253 w 6343"/>
                  <a:gd name="connsiteY6" fmla="*/ 3368 h 6345"/>
                  <a:gd name="connsiteX7" fmla="*/ 1181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7" y="5611"/>
                    </a:cubicBezTo>
                    <a:cubicBezTo>
                      <a:pt x="6261" y="5016"/>
                      <a:pt x="6596" y="4209"/>
                      <a:pt x="6596" y="3368"/>
                    </a:cubicBezTo>
                    <a:cubicBezTo>
                      <a:pt x="6596" y="2526"/>
                      <a:pt x="6261" y="1719"/>
                      <a:pt x="5667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1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1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82" name="Freeform: Shape 2481">
                <a:extLst>
                  <a:ext uri="{FF2B5EF4-FFF2-40B4-BE49-F238E27FC236}">
                    <a16:creationId xmlns:a16="http://schemas.microsoft.com/office/drawing/2014/main" id="{BF86C0F7-0D14-3E5E-8435-2F6294E4003A}"/>
                  </a:ext>
                </a:extLst>
              </p:cNvPr>
              <p:cNvSpPr/>
              <p:nvPr/>
            </p:nvSpPr>
            <p:spPr>
              <a:xfrm>
                <a:off x="4054302" y="5956421"/>
                <a:ext cx="6343" cy="6345"/>
              </a:xfrm>
              <a:custGeom>
                <a:avLst/>
                <a:gdLst>
                  <a:gd name="connsiteX0" fmla="*/ 3424 w 6343"/>
                  <a:gd name="connsiteY0" fmla="*/ 6541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4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4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1"/>
                    </a:moveTo>
                    <a:cubicBezTo>
                      <a:pt x="4265" y="6541"/>
                      <a:pt x="5072" y="6206"/>
                      <a:pt x="5667" y="5611"/>
                    </a:cubicBezTo>
                    <a:cubicBezTo>
                      <a:pt x="6261" y="5016"/>
                      <a:pt x="6596" y="4209"/>
                      <a:pt x="6596" y="3368"/>
                    </a:cubicBezTo>
                    <a:cubicBezTo>
                      <a:pt x="6596" y="2526"/>
                      <a:pt x="6261" y="1719"/>
                      <a:pt x="5667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1" y="1124"/>
                    </a:cubicBezTo>
                    <a:cubicBezTo>
                      <a:pt x="587" y="1719"/>
                      <a:pt x="252" y="2526"/>
                      <a:pt x="252" y="3368"/>
                    </a:cubicBezTo>
                    <a:cubicBezTo>
                      <a:pt x="252" y="4209"/>
                      <a:pt x="587" y="5016"/>
                      <a:pt x="1181" y="5611"/>
                    </a:cubicBezTo>
                    <a:cubicBezTo>
                      <a:pt x="1776" y="6206"/>
                      <a:pt x="2583" y="6541"/>
                      <a:pt x="3424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83" name="Freeform: Shape 2482">
                <a:extLst>
                  <a:ext uri="{FF2B5EF4-FFF2-40B4-BE49-F238E27FC236}">
                    <a16:creationId xmlns:a16="http://schemas.microsoft.com/office/drawing/2014/main" id="{E00003D1-D4EE-026A-9AA8-F58EA8103E9A}"/>
                  </a:ext>
                </a:extLst>
              </p:cNvPr>
              <p:cNvSpPr/>
              <p:nvPr/>
            </p:nvSpPr>
            <p:spPr>
              <a:xfrm>
                <a:off x="4052795" y="5957344"/>
                <a:ext cx="6343" cy="6345"/>
              </a:xfrm>
              <a:custGeom>
                <a:avLst/>
                <a:gdLst>
                  <a:gd name="connsiteX0" fmla="*/ 3424 w 6343"/>
                  <a:gd name="connsiteY0" fmla="*/ 6541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4 w 6343"/>
                  <a:gd name="connsiteY4" fmla="*/ 195 h 6345"/>
                  <a:gd name="connsiteX5" fmla="*/ 1181 w 6343"/>
                  <a:gd name="connsiteY5" fmla="*/ 1125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4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1"/>
                    </a:moveTo>
                    <a:cubicBezTo>
                      <a:pt x="4265" y="6541"/>
                      <a:pt x="5072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7"/>
                      <a:pt x="6261" y="1719"/>
                      <a:pt x="5666" y="1125"/>
                    </a:cubicBezTo>
                    <a:cubicBezTo>
                      <a:pt x="5072" y="530"/>
                      <a:pt x="4265" y="195"/>
                      <a:pt x="3424" y="195"/>
                    </a:cubicBezTo>
                    <a:cubicBezTo>
                      <a:pt x="2583" y="195"/>
                      <a:pt x="1776" y="530"/>
                      <a:pt x="1181" y="1125"/>
                    </a:cubicBezTo>
                    <a:cubicBezTo>
                      <a:pt x="586" y="1719"/>
                      <a:pt x="252" y="2527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6" y="6206"/>
                      <a:pt x="2583" y="6541"/>
                      <a:pt x="3424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84" name="Freeform: Shape 2483">
                <a:extLst>
                  <a:ext uri="{FF2B5EF4-FFF2-40B4-BE49-F238E27FC236}">
                    <a16:creationId xmlns:a16="http://schemas.microsoft.com/office/drawing/2014/main" id="{DB0A5EC2-E3AB-8A30-BBA2-43E579E10C15}"/>
                  </a:ext>
                </a:extLst>
              </p:cNvPr>
              <p:cNvSpPr/>
              <p:nvPr/>
            </p:nvSpPr>
            <p:spPr>
              <a:xfrm>
                <a:off x="4051431" y="5958443"/>
                <a:ext cx="6343" cy="6345"/>
              </a:xfrm>
              <a:custGeom>
                <a:avLst/>
                <a:gdLst>
                  <a:gd name="connsiteX0" fmla="*/ 3424 w 6343"/>
                  <a:gd name="connsiteY0" fmla="*/ 6541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4 w 6343"/>
                  <a:gd name="connsiteY4" fmla="*/ 195 h 6345"/>
                  <a:gd name="connsiteX5" fmla="*/ 1181 w 6343"/>
                  <a:gd name="connsiteY5" fmla="*/ 1125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4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1"/>
                    </a:moveTo>
                    <a:cubicBezTo>
                      <a:pt x="4265" y="6541"/>
                      <a:pt x="5072" y="6206"/>
                      <a:pt x="5666" y="5611"/>
                    </a:cubicBezTo>
                    <a:cubicBezTo>
                      <a:pt x="6261" y="5017"/>
                      <a:pt x="6595" y="4209"/>
                      <a:pt x="6595" y="3368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2" y="530"/>
                      <a:pt x="4265" y="195"/>
                      <a:pt x="3424" y="195"/>
                    </a:cubicBezTo>
                    <a:cubicBezTo>
                      <a:pt x="2583" y="195"/>
                      <a:pt x="1776" y="530"/>
                      <a:pt x="1181" y="1125"/>
                    </a:cubicBezTo>
                    <a:cubicBezTo>
                      <a:pt x="586" y="1720"/>
                      <a:pt x="252" y="2527"/>
                      <a:pt x="252" y="3368"/>
                    </a:cubicBezTo>
                    <a:cubicBezTo>
                      <a:pt x="252" y="4209"/>
                      <a:pt x="586" y="5017"/>
                      <a:pt x="1181" y="5611"/>
                    </a:cubicBezTo>
                    <a:cubicBezTo>
                      <a:pt x="1776" y="6206"/>
                      <a:pt x="2583" y="6541"/>
                      <a:pt x="3424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85" name="Freeform: Shape 2484">
                <a:extLst>
                  <a:ext uri="{FF2B5EF4-FFF2-40B4-BE49-F238E27FC236}">
                    <a16:creationId xmlns:a16="http://schemas.microsoft.com/office/drawing/2014/main" id="{20254679-5A40-4F7D-E625-6786B47203FD}"/>
                  </a:ext>
                </a:extLst>
              </p:cNvPr>
              <p:cNvSpPr/>
              <p:nvPr/>
            </p:nvSpPr>
            <p:spPr>
              <a:xfrm>
                <a:off x="4049500" y="5958824"/>
                <a:ext cx="6343" cy="6345"/>
              </a:xfrm>
              <a:custGeom>
                <a:avLst/>
                <a:gdLst>
                  <a:gd name="connsiteX0" fmla="*/ 3424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4 w 6343"/>
                  <a:gd name="connsiteY4" fmla="*/ 195 h 6345"/>
                  <a:gd name="connsiteX5" fmla="*/ 1181 w 6343"/>
                  <a:gd name="connsiteY5" fmla="*/ 1125 h 6345"/>
                  <a:gd name="connsiteX6" fmla="*/ 252 w 6343"/>
                  <a:gd name="connsiteY6" fmla="*/ 3368 h 6345"/>
                  <a:gd name="connsiteX7" fmla="*/ 1181 w 6343"/>
                  <a:gd name="connsiteY7" fmla="*/ 5612 h 6345"/>
                  <a:gd name="connsiteX8" fmla="*/ 3424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1"/>
                    </a:moveTo>
                    <a:cubicBezTo>
                      <a:pt x="4265" y="6541"/>
                      <a:pt x="5071" y="6206"/>
                      <a:pt x="5666" y="5612"/>
                    </a:cubicBezTo>
                    <a:cubicBezTo>
                      <a:pt x="6261" y="5017"/>
                      <a:pt x="6595" y="4209"/>
                      <a:pt x="6595" y="3368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5" y="195"/>
                      <a:pt x="3424" y="195"/>
                    </a:cubicBezTo>
                    <a:cubicBezTo>
                      <a:pt x="2582" y="195"/>
                      <a:pt x="1776" y="530"/>
                      <a:pt x="1181" y="1125"/>
                    </a:cubicBezTo>
                    <a:cubicBezTo>
                      <a:pt x="586" y="1720"/>
                      <a:pt x="252" y="2527"/>
                      <a:pt x="252" y="3368"/>
                    </a:cubicBezTo>
                    <a:cubicBezTo>
                      <a:pt x="252" y="4209"/>
                      <a:pt x="586" y="5017"/>
                      <a:pt x="1181" y="5612"/>
                    </a:cubicBezTo>
                    <a:cubicBezTo>
                      <a:pt x="1776" y="6206"/>
                      <a:pt x="2582" y="6541"/>
                      <a:pt x="3424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86" name="Freeform: Shape 2485">
                <a:extLst>
                  <a:ext uri="{FF2B5EF4-FFF2-40B4-BE49-F238E27FC236}">
                    <a16:creationId xmlns:a16="http://schemas.microsoft.com/office/drawing/2014/main" id="{28808FFB-FD91-FFEF-E7F9-5BA52A4A08AA}"/>
                  </a:ext>
                </a:extLst>
              </p:cNvPr>
              <p:cNvSpPr/>
              <p:nvPr/>
            </p:nvSpPr>
            <p:spPr>
              <a:xfrm>
                <a:off x="4048333" y="5960165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3 w 6343"/>
                  <a:gd name="connsiteY4" fmla="*/ 195 h 6345"/>
                  <a:gd name="connsiteX5" fmla="*/ 1181 w 6343"/>
                  <a:gd name="connsiteY5" fmla="*/ 1125 h 6345"/>
                  <a:gd name="connsiteX6" fmla="*/ 252 w 6343"/>
                  <a:gd name="connsiteY6" fmla="*/ 3368 h 6345"/>
                  <a:gd name="connsiteX7" fmla="*/ 1181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5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8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5" y="195"/>
                      <a:pt x="3423" y="195"/>
                    </a:cubicBezTo>
                    <a:cubicBezTo>
                      <a:pt x="2582" y="195"/>
                      <a:pt x="1776" y="530"/>
                      <a:pt x="1181" y="1125"/>
                    </a:cubicBezTo>
                    <a:cubicBezTo>
                      <a:pt x="586" y="1720"/>
                      <a:pt x="252" y="2527"/>
                      <a:pt x="252" y="3368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6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87" name="Freeform: Shape 2486">
                <a:extLst>
                  <a:ext uri="{FF2B5EF4-FFF2-40B4-BE49-F238E27FC236}">
                    <a16:creationId xmlns:a16="http://schemas.microsoft.com/office/drawing/2014/main" id="{79E28D27-7608-9703-76C8-74A6B32E50F7}"/>
                  </a:ext>
                </a:extLst>
              </p:cNvPr>
              <p:cNvSpPr/>
              <p:nvPr/>
            </p:nvSpPr>
            <p:spPr>
              <a:xfrm>
                <a:off x="4046894" y="5961162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1 w 6343"/>
                  <a:gd name="connsiteY5" fmla="*/ 1125 h 6345"/>
                  <a:gd name="connsiteX6" fmla="*/ 252 w 6343"/>
                  <a:gd name="connsiteY6" fmla="*/ 3368 h 6345"/>
                  <a:gd name="connsiteX7" fmla="*/ 1181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8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6" y="530"/>
                      <a:pt x="1181" y="1125"/>
                    </a:cubicBezTo>
                    <a:cubicBezTo>
                      <a:pt x="586" y="1720"/>
                      <a:pt x="252" y="2527"/>
                      <a:pt x="252" y="3368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6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88" name="Freeform: Shape 2487">
                <a:extLst>
                  <a:ext uri="{FF2B5EF4-FFF2-40B4-BE49-F238E27FC236}">
                    <a16:creationId xmlns:a16="http://schemas.microsoft.com/office/drawing/2014/main" id="{353B7E4A-AEC1-4ED0-01B2-F15B7A802EB0}"/>
                  </a:ext>
                </a:extLst>
              </p:cNvPr>
              <p:cNvSpPr/>
              <p:nvPr/>
            </p:nvSpPr>
            <p:spPr>
              <a:xfrm>
                <a:off x="4045766" y="5962565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1 w 6343"/>
                  <a:gd name="connsiteY5" fmla="*/ 1125 h 6345"/>
                  <a:gd name="connsiteX6" fmla="*/ 252 w 6343"/>
                  <a:gd name="connsiteY6" fmla="*/ 3368 h 6345"/>
                  <a:gd name="connsiteX7" fmla="*/ 1181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8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1" y="1125"/>
                    </a:cubicBezTo>
                    <a:cubicBezTo>
                      <a:pt x="586" y="1720"/>
                      <a:pt x="252" y="2527"/>
                      <a:pt x="252" y="3368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89" name="Freeform: Shape 2488">
                <a:extLst>
                  <a:ext uri="{FF2B5EF4-FFF2-40B4-BE49-F238E27FC236}">
                    <a16:creationId xmlns:a16="http://schemas.microsoft.com/office/drawing/2014/main" id="{0612F4A0-4D9A-EB94-4993-3AC27D7A9985}"/>
                  </a:ext>
                </a:extLst>
              </p:cNvPr>
              <p:cNvSpPr/>
              <p:nvPr/>
            </p:nvSpPr>
            <p:spPr>
              <a:xfrm>
                <a:off x="4044828" y="5964230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1 w 6343"/>
                  <a:gd name="connsiteY5" fmla="*/ 1125 h 6345"/>
                  <a:gd name="connsiteX6" fmla="*/ 252 w 6343"/>
                  <a:gd name="connsiteY6" fmla="*/ 3368 h 6345"/>
                  <a:gd name="connsiteX7" fmla="*/ 1181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8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1" y="1125"/>
                    </a:cubicBezTo>
                    <a:cubicBezTo>
                      <a:pt x="586" y="1720"/>
                      <a:pt x="252" y="2527"/>
                      <a:pt x="252" y="3368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90" name="Freeform: Shape 2489">
                <a:extLst>
                  <a:ext uri="{FF2B5EF4-FFF2-40B4-BE49-F238E27FC236}">
                    <a16:creationId xmlns:a16="http://schemas.microsoft.com/office/drawing/2014/main" id="{71620B60-0397-1807-7826-C295E251DD7A}"/>
                  </a:ext>
                </a:extLst>
              </p:cNvPr>
              <p:cNvSpPr/>
              <p:nvPr/>
            </p:nvSpPr>
            <p:spPr>
              <a:xfrm>
                <a:off x="4043678" y="5965624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0 w 6343"/>
                  <a:gd name="connsiteY5" fmla="*/ 1125 h 6345"/>
                  <a:gd name="connsiteX6" fmla="*/ 252 w 6343"/>
                  <a:gd name="connsiteY6" fmla="*/ 3369 h 6345"/>
                  <a:gd name="connsiteX7" fmla="*/ 1180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9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0" y="1125"/>
                    </a:cubicBezTo>
                    <a:cubicBezTo>
                      <a:pt x="586" y="1720"/>
                      <a:pt x="252" y="2527"/>
                      <a:pt x="252" y="3369"/>
                    </a:cubicBezTo>
                    <a:cubicBezTo>
                      <a:pt x="252" y="4210"/>
                      <a:pt x="586" y="5017"/>
                      <a:pt x="1180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91" name="Freeform: Shape 2490">
                <a:extLst>
                  <a:ext uri="{FF2B5EF4-FFF2-40B4-BE49-F238E27FC236}">
                    <a16:creationId xmlns:a16="http://schemas.microsoft.com/office/drawing/2014/main" id="{8D3E4F54-970C-C3D9-C70D-40476A32CFF4}"/>
                  </a:ext>
                </a:extLst>
              </p:cNvPr>
              <p:cNvSpPr/>
              <p:nvPr/>
            </p:nvSpPr>
            <p:spPr>
              <a:xfrm>
                <a:off x="4042405" y="5966859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0 w 6343"/>
                  <a:gd name="connsiteY5" fmla="*/ 1125 h 6345"/>
                  <a:gd name="connsiteX6" fmla="*/ 251 w 6343"/>
                  <a:gd name="connsiteY6" fmla="*/ 3369 h 6345"/>
                  <a:gd name="connsiteX7" fmla="*/ 1180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0" y="5017"/>
                      <a:pt x="6595" y="4210"/>
                      <a:pt x="6595" y="3369"/>
                    </a:cubicBezTo>
                    <a:cubicBezTo>
                      <a:pt x="6595" y="2527"/>
                      <a:pt x="6260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0" y="1125"/>
                    </a:cubicBezTo>
                    <a:cubicBezTo>
                      <a:pt x="586" y="1720"/>
                      <a:pt x="251" y="2527"/>
                      <a:pt x="251" y="3369"/>
                    </a:cubicBezTo>
                    <a:cubicBezTo>
                      <a:pt x="251" y="4210"/>
                      <a:pt x="586" y="5017"/>
                      <a:pt x="1180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92" name="Freeform: Shape 2491">
                <a:extLst>
                  <a:ext uri="{FF2B5EF4-FFF2-40B4-BE49-F238E27FC236}">
                    <a16:creationId xmlns:a16="http://schemas.microsoft.com/office/drawing/2014/main" id="{0B4F473E-9653-97B0-6D40-8570654583A6}"/>
                  </a:ext>
                </a:extLst>
              </p:cNvPr>
              <p:cNvSpPr/>
              <p:nvPr/>
            </p:nvSpPr>
            <p:spPr>
              <a:xfrm>
                <a:off x="4041624" y="5968782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0 w 6343"/>
                  <a:gd name="connsiteY5" fmla="*/ 1125 h 6345"/>
                  <a:gd name="connsiteX6" fmla="*/ 251 w 6343"/>
                  <a:gd name="connsiteY6" fmla="*/ 3369 h 6345"/>
                  <a:gd name="connsiteX7" fmla="*/ 1180 w 6343"/>
                  <a:gd name="connsiteY7" fmla="*/ 5612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7"/>
                      <a:pt x="5666" y="5612"/>
                    </a:cubicBezTo>
                    <a:cubicBezTo>
                      <a:pt x="6260" y="5017"/>
                      <a:pt x="6595" y="4210"/>
                      <a:pt x="6595" y="3369"/>
                    </a:cubicBezTo>
                    <a:cubicBezTo>
                      <a:pt x="6595" y="2527"/>
                      <a:pt x="6260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0" y="1125"/>
                    </a:cubicBezTo>
                    <a:cubicBezTo>
                      <a:pt x="586" y="1720"/>
                      <a:pt x="251" y="2527"/>
                      <a:pt x="251" y="3369"/>
                    </a:cubicBezTo>
                    <a:cubicBezTo>
                      <a:pt x="251" y="4210"/>
                      <a:pt x="586" y="5017"/>
                      <a:pt x="1180" y="5612"/>
                    </a:cubicBezTo>
                    <a:cubicBezTo>
                      <a:pt x="1775" y="6207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93" name="Freeform: Shape 2492">
                <a:extLst>
                  <a:ext uri="{FF2B5EF4-FFF2-40B4-BE49-F238E27FC236}">
                    <a16:creationId xmlns:a16="http://schemas.microsoft.com/office/drawing/2014/main" id="{F5321420-250F-F889-C90A-CC723EE2304E}"/>
                  </a:ext>
                </a:extLst>
              </p:cNvPr>
              <p:cNvSpPr/>
              <p:nvPr/>
            </p:nvSpPr>
            <p:spPr>
              <a:xfrm>
                <a:off x="4161387" y="6139743"/>
                <a:ext cx="6343" cy="6345"/>
              </a:xfrm>
              <a:custGeom>
                <a:avLst/>
                <a:gdLst>
                  <a:gd name="connsiteX0" fmla="*/ 3432 w 6343"/>
                  <a:gd name="connsiteY0" fmla="*/ 6555 h 6345"/>
                  <a:gd name="connsiteX1" fmla="*/ 5675 w 6343"/>
                  <a:gd name="connsiteY1" fmla="*/ 5626 h 6345"/>
                  <a:gd name="connsiteX2" fmla="*/ 6604 w 6343"/>
                  <a:gd name="connsiteY2" fmla="*/ 3382 h 6345"/>
                  <a:gd name="connsiteX3" fmla="*/ 5675 w 6343"/>
                  <a:gd name="connsiteY3" fmla="*/ 1139 h 6345"/>
                  <a:gd name="connsiteX4" fmla="*/ 3432 w 6343"/>
                  <a:gd name="connsiteY4" fmla="*/ 210 h 6345"/>
                  <a:gd name="connsiteX5" fmla="*/ 1190 w 6343"/>
                  <a:gd name="connsiteY5" fmla="*/ 1139 h 6345"/>
                  <a:gd name="connsiteX6" fmla="*/ 261 w 6343"/>
                  <a:gd name="connsiteY6" fmla="*/ 3382 h 6345"/>
                  <a:gd name="connsiteX7" fmla="*/ 1190 w 6343"/>
                  <a:gd name="connsiteY7" fmla="*/ 5626 h 6345"/>
                  <a:gd name="connsiteX8" fmla="*/ 3432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55"/>
                    </a:moveTo>
                    <a:cubicBezTo>
                      <a:pt x="4274" y="6555"/>
                      <a:pt x="5080" y="6221"/>
                      <a:pt x="5675" y="5626"/>
                    </a:cubicBezTo>
                    <a:cubicBezTo>
                      <a:pt x="6270" y="5031"/>
                      <a:pt x="6604" y="4224"/>
                      <a:pt x="6604" y="3382"/>
                    </a:cubicBezTo>
                    <a:cubicBezTo>
                      <a:pt x="6604" y="2541"/>
                      <a:pt x="6270" y="1734"/>
                      <a:pt x="5675" y="1139"/>
                    </a:cubicBezTo>
                    <a:cubicBezTo>
                      <a:pt x="5080" y="544"/>
                      <a:pt x="4274" y="210"/>
                      <a:pt x="3432" y="210"/>
                    </a:cubicBezTo>
                    <a:cubicBezTo>
                      <a:pt x="2591" y="210"/>
                      <a:pt x="1785" y="544"/>
                      <a:pt x="1190" y="1139"/>
                    </a:cubicBezTo>
                    <a:cubicBezTo>
                      <a:pt x="595" y="1734"/>
                      <a:pt x="261" y="2541"/>
                      <a:pt x="261" y="3382"/>
                    </a:cubicBezTo>
                    <a:cubicBezTo>
                      <a:pt x="261" y="4224"/>
                      <a:pt x="595" y="5031"/>
                      <a:pt x="1190" y="5626"/>
                    </a:cubicBezTo>
                    <a:cubicBezTo>
                      <a:pt x="1785" y="6221"/>
                      <a:pt x="2591" y="6555"/>
                      <a:pt x="3432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94" name="Freeform: Shape 2493">
                <a:extLst>
                  <a:ext uri="{FF2B5EF4-FFF2-40B4-BE49-F238E27FC236}">
                    <a16:creationId xmlns:a16="http://schemas.microsoft.com/office/drawing/2014/main" id="{CBE7ABCC-E00B-9E6C-6546-486969E438AE}"/>
                  </a:ext>
                </a:extLst>
              </p:cNvPr>
              <p:cNvSpPr/>
              <p:nvPr/>
            </p:nvSpPr>
            <p:spPr>
              <a:xfrm>
                <a:off x="4160410" y="6143647"/>
                <a:ext cx="6343" cy="6345"/>
              </a:xfrm>
              <a:custGeom>
                <a:avLst/>
                <a:gdLst>
                  <a:gd name="connsiteX0" fmla="*/ 3432 w 6343"/>
                  <a:gd name="connsiteY0" fmla="*/ 6555 h 6345"/>
                  <a:gd name="connsiteX1" fmla="*/ 5675 w 6343"/>
                  <a:gd name="connsiteY1" fmla="*/ 5626 h 6345"/>
                  <a:gd name="connsiteX2" fmla="*/ 6604 w 6343"/>
                  <a:gd name="connsiteY2" fmla="*/ 3383 h 6345"/>
                  <a:gd name="connsiteX3" fmla="*/ 5675 w 6343"/>
                  <a:gd name="connsiteY3" fmla="*/ 1139 h 6345"/>
                  <a:gd name="connsiteX4" fmla="*/ 3432 w 6343"/>
                  <a:gd name="connsiteY4" fmla="*/ 210 h 6345"/>
                  <a:gd name="connsiteX5" fmla="*/ 1190 w 6343"/>
                  <a:gd name="connsiteY5" fmla="*/ 1139 h 6345"/>
                  <a:gd name="connsiteX6" fmla="*/ 261 w 6343"/>
                  <a:gd name="connsiteY6" fmla="*/ 3383 h 6345"/>
                  <a:gd name="connsiteX7" fmla="*/ 1190 w 6343"/>
                  <a:gd name="connsiteY7" fmla="*/ 5626 h 6345"/>
                  <a:gd name="connsiteX8" fmla="*/ 3432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55"/>
                    </a:moveTo>
                    <a:cubicBezTo>
                      <a:pt x="4273" y="6555"/>
                      <a:pt x="5080" y="6221"/>
                      <a:pt x="5675" y="5626"/>
                    </a:cubicBezTo>
                    <a:cubicBezTo>
                      <a:pt x="6270" y="5031"/>
                      <a:pt x="6604" y="4224"/>
                      <a:pt x="6604" y="3383"/>
                    </a:cubicBezTo>
                    <a:cubicBezTo>
                      <a:pt x="6604" y="2541"/>
                      <a:pt x="6270" y="1734"/>
                      <a:pt x="5675" y="1139"/>
                    </a:cubicBezTo>
                    <a:cubicBezTo>
                      <a:pt x="5080" y="544"/>
                      <a:pt x="4273" y="210"/>
                      <a:pt x="3432" y="210"/>
                    </a:cubicBezTo>
                    <a:cubicBezTo>
                      <a:pt x="2591" y="210"/>
                      <a:pt x="1784" y="544"/>
                      <a:pt x="1190" y="1139"/>
                    </a:cubicBezTo>
                    <a:cubicBezTo>
                      <a:pt x="595" y="1734"/>
                      <a:pt x="261" y="2541"/>
                      <a:pt x="261" y="3383"/>
                    </a:cubicBezTo>
                    <a:cubicBezTo>
                      <a:pt x="261" y="4224"/>
                      <a:pt x="595" y="5031"/>
                      <a:pt x="1190" y="5626"/>
                    </a:cubicBezTo>
                    <a:cubicBezTo>
                      <a:pt x="1784" y="6221"/>
                      <a:pt x="2591" y="6555"/>
                      <a:pt x="3432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95" name="Freeform: Shape 2494">
                <a:extLst>
                  <a:ext uri="{FF2B5EF4-FFF2-40B4-BE49-F238E27FC236}">
                    <a16:creationId xmlns:a16="http://schemas.microsoft.com/office/drawing/2014/main" id="{2A2F0B90-E92D-9D87-47BA-E75DB9AD5280}"/>
                  </a:ext>
                </a:extLst>
              </p:cNvPr>
              <p:cNvSpPr/>
              <p:nvPr/>
            </p:nvSpPr>
            <p:spPr>
              <a:xfrm>
                <a:off x="4069343" y="6017953"/>
                <a:ext cx="6343" cy="6345"/>
              </a:xfrm>
              <a:custGeom>
                <a:avLst/>
                <a:gdLst>
                  <a:gd name="connsiteX0" fmla="*/ 3425 w 6343"/>
                  <a:gd name="connsiteY0" fmla="*/ 6545 h 6345"/>
                  <a:gd name="connsiteX1" fmla="*/ 5668 w 6343"/>
                  <a:gd name="connsiteY1" fmla="*/ 5616 h 6345"/>
                  <a:gd name="connsiteX2" fmla="*/ 6597 w 6343"/>
                  <a:gd name="connsiteY2" fmla="*/ 3373 h 6345"/>
                  <a:gd name="connsiteX3" fmla="*/ 5668 w 6343"/>
                  <a:gd name="connsiteY3" fmla="*/ 1129 h 6345"/>
                  <a:gd name="connsiteX4" fmla="*/ 3425 w 6343"/>
                  <a:gd name="connsiteY4" fmla="*/ 200 h 6345"/>
                  <a:gd name="connsiteX5" fmla="*/ 1183 w 6343"/>
                  <a:gd name="connsiteY5" fmla="*/ 1129 h 6345"/>
                  <a:gd name="connsiteX6" fmla="*/ 254 w 6343"/>
                  <a:gd name="connsiteY6" fmla="*/ 3373 h 6345"/>
                  <a:gd name="connsiteX7" fmla="*/ 1183 w 6343"/>
                  <a:gd name="connsiteY7" fmla="*/ 5616 h 6345"/>
                  <a:gd name="connsiteX8" fmla="*/ 3425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5"/>
                    </a:moveTo>
                    <a:cubicBezTo>
                      <a:pt x="4266" y="6545"/>
                      <a:pt x="5073" y="6211"/>
                      <a:pt x="5668" y="5616"/>
                    </a:cubicBezTo>
                    <a:cubicBezTo>
                      <a:pt x="6263" y="5021"/>
                      <a:pt x="6597" y="4214"/>
                      <a:pt x="6597" y="3373"/>
                    </a:cubicBezTo>
                    <a:cubicBezTo>
                      <a:pt x="6597" y="2531"/>
                      <a:pt x="6263" y="1724"/>
                      <a:pt x="5668" y="1129"/>
                    </a:cubicBezTo>
                    <a:cubicBezTo>
                      <a:pt x="5073" y="534"/>
                      <a:pt x="4266" y="200"/>
                      <a:pt x="3425" y="200"/>
                    </a:cubicBezTo>
                    <a:cubicBezTo>
                      <a:pt x="2584" y="200"/>
                      <a:pt x="1777" y="534"/>
                      <a:pt x="1183" y="1129"/>
                    </a:cubicBezTo>
                    <a:cubicBezTo>
                      <a:pt x="588" y="1724"/>
                      <a:pt x="254" y="2531"/>
                      <a:pt x="254" y="3373"/>
                    </a:cubicBezTo>
                    <a:cubicBezTo>
                      <a:pt x="254" y="4214"/>
                      <a:pt x="588" y="5021"/>
                      <a:pt x="1183" y="5616"/>
                    </a:cubicBezTo>
                    <a:cubicBezTo>
                      <a:pt x="1777" y="6211"/>
                      <a:pt x="2584" y="6545"/>
                      <a:pt x="3425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96" name="Freeform: Shape 2495">
                <a:extLst>
                  <a:ext uri="{FF2B5EF4-FFF2-40B4-BE49-F238E27FC236}">
                    <a16:creationId xmlns:a16="http://schemas.microsoft.com/office/drawing/2014/main" id="{39308524-C681-7B31-F8FE-DE2293BD9514}"/>
                  </a:ext>
                </a:extLst>
              </p:cNvPr>
              <p:cNvSpPr/>
              <p:nvPr/>
            </p:nvSpPr>
            <p:spPr>
              <a:xfrm>
                <a:off x="4065937" y="6016718"/>
                <a:ext cx="6343" cy="6345"/>
              </a:xfrm>
              <a:custGeom>
                <a:avLst/>
                <a:gdLst>
                  <a:gd name="connsiteX0" fmla="*/ 3425 w 6343"/>
                  <a:gd name="connsiteY0" fmla="*/ 6545 h 6345"/>
                  <a:gd name="connsiteX1" fmla="*/ 5668 w 6343"/>
                  <a:gd name="connsiteY1" fmla="*/ 5616 h 6345"/>
                  <a:gd name="connsiteX2" fmla="*/ 6596 w 6343"/>
                  <a:gd name="connsiteY2" fmla="*/ 3373 h 6345"/>
                  <a:gd name="connsiteX3" fmla="*/ 5668 w 6343"/>
                  <a:gd name="connsiteY3" fmla="*/ 1129 h 6345"/>
                  <a:gd name="connsiteX4" fmla="*/ 3425 w 6343"/>
                  <a:gd name="connsiteY4" fmla="*/ 200 h 6345"/>
                  <a:gd name="connsiteX5" fmla="*/ 1182 w 6343"/>
                  <a:gd name="connsiteY5" fmla="*/ 1129 h 6345"/>
                  <a:gd name="connsiteX6" fmla="*/ 253 w 6343"/>
                  <a:gd name="connsiteY6" fmla="*/ 3373 h 6345"/>
                  <a:gd name="connsiteX7" fmla="*/ 1182 w 6343"/>
                  <a:gd name="connsiteY7" fmla="*/ 5616 h 6345"/>
                  <a:gd name="connsiteX8" fmla="*/ 3425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5"/>
                    </a:moveTo>
                    <a:cubicBezTo>
                      <a:pt x="4266" y="6545"/>
                      <a:pt x="5073" y="6211"/>
                      <a:pt x="5668" y="5616"/>
                    </a:cubicBezTo>
                    <a:cubicBezTo>
                      <a:pt x="6262" y="5021"/>
                      <a:pt x="6596" y="4214"/>
                      <a:pt x="6596" y="3373"/>
                    </a:cubicBezTo>
                    <a:cubicBezTo>
                      <a:pt x="6596" y="2531"/>
                      <a:pt x="6262" y="1724"/>
                      <a:pt x="5668" y="1129"/>
                    </a:cubicBezTo>
                    <a:cubicBezTo>
                      <a:pt x="5073" y="534"/>
                      <a:pt x="4266" y="200"/>
                      <a:pt x="3425" y="200"/>
                    </a:cubicBezTo>
                    <a:cubicBezTo>
                      <a:pt x="2584" y="200"/>
                      <a:pt x="1777" y="534"/>
                      <a:pt x="1182" y="1129"/>
                    </a:cubicBezTo>
                    <a:cubicBezTo>
                      <a:pt x="588" y="1724"/>
                      <a:pt x="253" y="2531"/>
                      <a:pt x="253" y="3373"/>
                    </a:cubicBezTo>
                    <a:cubicBezTo>
                      <a:pt x="253" y="4214"/>
                      <a:pt x="588" y="5021"/>
                      <a:pt x="1182" y="5616"/>
                    </a:cubicBezTo>
                    <a:cubicBezTo>
                      <a:pt x="1777" y="6211"/>
                      <a:pt x="2584" y="6545"/>
                      <a:pt x="3425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97" name="Freeform: Shape 2496">
                <a:extLst>
                  <a:ext uri="{FF2B5EF4-FFF2-40B4-BE49-F238E27FC236}">
                    <a16:creationId xmlns:a16="http://schemas.microsoft.com/office/drawing/2014/main" id="{84EB0A7D-475B-C55B-4132-59E750755CC7}"/>
                  </a:ext>
                </a:extLst>
              </p:cNvPr>
              <p:cNvSpPr/>
              <p:nvPr/>
            </p:nvSpPr>
            <p:spPr>
              <a:xfrm>
                <a:off x="4063515" y="6016871"/>
                <a:ext cx="6343" cy="6345"/>
              </a:xfrm>
              <a:custGeom>
                <a:avLst/>
                <a:gdLst>
                  <a:gd name="connsiteX0" fmla="*/ 3425 w 6343"/>
                  <a:gd name="connsiteY0" fmla="*/ 6545 h 6345"/>
                  <a:gd name="connsiteX1" fmla="*/ 5667 w 6343"/>
                  <a:gd name="connsiteY1" fmla="*/ 5616 h 6345"/>
                  <a:gd name="connsiteX2" fmla="*/ 6596 w 6343"/>
                  <a:gd name="connsiteY2" fmla="*/ 3373 h 6345"/>
                  <a:gd name="connsiteX3" fmla="*/ 5667 w 6343"/>
                  <a:gd name="connsiteY3" fmla="*/ 1129 h 6345"/>
                  <a:gd name="connsiteX4" fmla="*/ 3425 w 6343"/>
                  <a:gd name="connsiteY4" fmla="*/ 200 h 6345"/>
                  <a:gd name="connsiteX5" fmla="*/ 1182 w 6343"/>
                  <a:gd name="connsiteY5" fmla="*/ 1129 h 6345"/>
                  <a:gd name="connsiteX6" fmla="*/ 253 w 6343"/>
                  <a:gd name="connsiteY6" fmla="*/ 3373 h 6345"/>
                  <a:gd name="connsiteX7" fmla="*/ 1182 w 6343"/>
                  <a:gd name="connsiteY7" fmla="*/ 5616 h 6345"/>
                  <a:gd name="connsiteX8" fmla="*/ 3425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5"/>
                    </a:moveTo>
                    <a:cubicBezTo>
                      <a:pt x="4266" y="6545"/>
                      <a:pt x="5073" y="6211"/>
                      <a:pt x="5667" y="5616"/>
                    </a:cubicBezTo>
                    <a:cubicBezTo>
                      <a:pt x="6262" y="5021"/>
                      <a:pt x="6596" y="4214"/>
                      <a:pt x="6596" y="3373"/>
                    </a:cubicBezTo>
                    <a:cubicBezTo>
                      <a:pt x="6596" y="2531"/>
                      <a:pt x="6262" y="1724"/>
                      <a:pt x="5667" y="1129"/>
                    </a:cubicBezTo>
                    <a:cubicBezTo>
                      <a:pt x="5073" y="534"/>
                      <a:pt x="4266" y="200"/>
                      <a:pt x="3425" y="200"/>
                    </a:cubicBezTo>
                    <a:cubicBezTo>
                      <a:pt x="2584" y="200"/>
                      <a:pt x="1777" y="534"/>
                      <a:pt x="1182" y="1129"/>
                    </a:cubicBezTo>
                    <a:cubicBezTo>
                      <a:pt x="587" y="1724"/>
                      <a:pt x="253" y="2531"/>
                      <a:pt x="253" y="3373"/>
                    </a:cubicBezTo>
                    <a:cubicBezTo>
                      <a:pt x="253" y="4214"/>
                      <a:pt x="587" y="5021"/>
                      <a:pt x="1182" y="5616"/>
                    </a:cubicBezTo>
                    <a:cubicBezTo>
                      <a:pt x="1777" y="6211"/>
                      <a:pt x="2584" y="6545"/>
                      <a:pt x="3425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98" name="Freeform: Shape 2497">
                <a:extLst>
                  <a:ext uri="{FF2B5EF4-FFF2-40B4-BE49-F238E27FC236}">
                    <a16:creationId xmlns:a16="http://schemas.microsoft.com/office/drawing/2014/main" id="{0207A747-8752-7896-1859-560C2E4DA89F}"/>
                  </a:ext>
                </a:extLst>
              </p:cNvPr>
              <p:cNvSpPr/>
              <p:nvPr/>
            </p:nvSpPr>
            <p:spPr>
              <a:xfrm>
                <a:off x="4063056" y="6019935"/>
                <a:ext cx="6343" cy="6345"/>
              </a:xfrm>
              <a:custGeom>
                <a:avLst/>
                <a:gdLst>
                  <a:gd name="connsiteX0" fmla="*/ 3425 w 6343"/>
                  <a:gd name="connsiteY0" fmla="*/ 6546 h 6345"/>
                  <a:gd name="connsiteX1" fmla="*/ 5667 w 6343"/>
                  <a:gd name="connsiteY1" fmla="*/ 5616 h 6345"/>
                  <a:gd name="connsiteX2" fmla="*/ 6596 w 6343"/>
                  <a:gd name="connsiteY2" fmla="*/ 3373 h 6345"/>
                  <a:gd name="connsiteX3" fmla="*/ 5667 w 6343"/>
                  <a:gd name="connsiteY3" fmla="*/ 1129 h 6345"/>
                  <a:gd name="connsiteX4" fmla="*/ 3425 w 6343"/>
                  <a:gd name="connsiteY4" fmla="*/ 200 h 6345"/>
                  <a:gd name="connsiteX5" fmla="*/ 1182 w 6343"/>
                  <a:gd name="connsiteY5" fmla="*/ 1129 h 6345"/>
                  <a:gd name="connsiteX6" fmla="*/ 253 w 6343"/>
                  <a:gd name="connsiteY6" fmla="*/ 3373 h 6345"/>
                  <a:gd name="connsiteX7" fmla="*/ 1182 w 6343"/>
                  <a:gd name="connsiteY7" fmla="*/ 5616 h 6345"/>
                  <a:gd name="connsiteX8" fmla="*/ 3425 w 6343"/>
                  <a:gd name="connsiteY8" fmla="*/ 65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6"/>
                    </a:moveTo>
                    <a:cubicBezTo>
                      <a:pt x="4266" y="6546"/>
                      <a:pt x="5073" y="6211"/>
                      <a:pt x="5667" y="5616"/>
                    </a:cubicBezTo>
                    <a:cubicBezTo>
                      <a:pt x="6262" y="5021"/>
                      <a:pt x="6596" y="4214"/>
                      <a:pt x="6596" y="3373"/>
                    </a:cubicBezTo>
                    <a:cubicBezTo>
                      <a:pt x="6596" y="2531"/>
                      <a:pt x="6262" y="1724"/>
                      <a:pt x="5667" y="1129"/>
                    </a:cubicBezTo>
                    <a:cubicBezTo>
                      <a:pt x="5073" y="534"/>
                      <a:pt x="4266" y="200"/>
                      <a:pt x="3425" y="200"/>
                    </a:cubicBezTo>
                    <a:cubicBezTo>
                      <a:pt x="2584" y="200"/>
                      <a:pt x="1777" y="534"/>
                      <a:pt x="1182" y="1129"/>
                    </a:cubicBezTo>
                    <a:cubicBezTo>
                      <a:pt x="587" y="1724"/>
                      <a:pt x="253" y="2531"/>
                      <a:pt x="253" y="3373"/>
                    </a:cubicBezTo>
                    <a:cubicBezTo>
                      <a:pt x="253" y="4214"/>
                      <a:pt x="587" y="5021"/>
                      <a:pt x="1182" y="5616"/>
                    </a:cubicBezTo>
                    <a:cubicBezTo>
                      <a:pt x="1777" y="6211"/>
                      <a:pt x="2584" y="6546"/>
                      <a:pt x="3425" y="65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99" name="Freeform: Shape 2498">
                <a:extLst>
                  <a:ext uri="{FF2B5EF4-FFF2-40B4-BE49-F238E27FC236}">
                    <a16:creationId xmlns:a16="http://schemas.microsoft.com/office/drawing/2014/main" id="{6C0501B5-B4DE-045C-81E5-9AE8CF7DD7CC}"/>
                  </a:ext>
                </a:extLst>
              </p:cNvPr>
              <p:cNvSpPr/>
              <p:nvPr/>
            </p:nvSpPr>
            <p:spPr>
              <a:xfrm>
                <a:off x="4032429" y="5977278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80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00" name="Freeform: Shape 2499">
                <a:extLst>
                  <a:ext uri="{FF2B5EF4-FFF2-40B4-BE49-F238E27FC236}">
                    <a16:creationId xmlns:a16="http://schemas.microsoft.com/office/drawing/2014/main" id="{9884677E-906B-4823-5160-0E6F540323EC}"/>
                  </a:ext>
                </a:extLst>
              </p:cNvPr>
              <p:cNvSpPr/>
              <p:nvPr/>
            </p:nvSpPr>
            <p:spPr>
              <a:xfrm>
                <a:off x="4028841" y="5975018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69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0" y="2528"/>
                      <a:pt x="250" y="3369"/>
                    </a:cubicBezTo>
                    <a:cubicBezTo>
                      <a:pt x="250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01" name="Freeform: Shape 2500">
                <a:extLst>
                  <a:ext uri="{FF2B5EF4-FFF2-40B4-BE49-F238E27FC236}">
                    <a16:creationId xmlns:a16="http://schemas.microsoft.com/office/drawing/2014/main" id="{BA8A4D78-3AE4-E32C-F385-AA97F8F66605}"/>
                  </a:ext>
                </a:extLst>
              </p:cNvPr>
              <p:cNvSpPr/>
              <p:nvPr/>
            </p:nvSpPr>
            <p:spPr>
              <a:xfrm>
                <a:off x="4027730" y="5976531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3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02" name="Freeform: Shape 2501">
                <a:extLst>
                  <a:ext uri="{FF2B5EF4-FFF2-40B4-BE49-F238E27FC236}">
                    <a16:creationId xmlns:a16="http://schemas.microsoft.com/office/drawing/2014/main" id="{B68C4EF7-A46B-ADFE-7954-4FF7CE855C9B}"/>
                  </a:ext>
                </a:extLst>
              </p:cNvPr>
              <p:cNvSpPr/>
              <p:nvPr/>
            </p:nvSpPr>
            <p:spPr>
              <a:xfrm>
                <a:off x="4026020" y="5977113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70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70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70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70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03" name="Freeform: Shape 2502">
                <a:extLst>
                  <a:ext uri="{FF2B5EF4-FFF2-40B4-BE49-F238E27FC236}">
                    <a16:creationId xmlns:a16="http://schemas.microsoft.com/office/drawing/2014/main" id="{5327FF09-048B-0EE4-FA3F-D5AB946FAD6E}"/>
                  </a:ext>
                </a:extLst>
              </p:cNvPr>
              <p:cNvSpPr/>
              <p:nvPr/>
            </p:nvSpPr>
            <p:spPr>
              <a:xfrm>
                <a:off x="4253735" y="6345105"/>
                <a:ext cx="6343" cy="6345"/>
              </a:xfrm>
              <a:custGeom>
                <a:avLst/>
                <a:gdLst>
                  <a:gd name="connsiteX0" fmla="*/ 3440 w 6343"/>
                  <a:gd name="connsiteY0" fmla="*/ 6571 h 6345"/>
                  <a:gd name="connsiteX1" fmla="*/ 5682 w 6343"/>
                  <a:gd name="connsiteY1" fmla="*/ 5642 h 6345"/>
                  <a:gd name="connsiteX2" fmla="*/ 6611 w 6343"/>
                  <a:gd name="connsiteY2" fmla="*/ 3399 h 6345"/>
                  <a:gd name="connsiteX3" fmla="*/ 5682 w 6343"/>
                  <a:gd name="connsiteY3" fmla="*/ 1155 h 6345"/>
                  <a:gd name="connsiteX4" fmla="*/ 3440 w 6343"/>
                  <a:gd name="connsiteY4" fmla="*/ 226 h 6345"/>
                  <a:gd name="connsiteX5" fmla="*/ 1197 w 6343"/>
                  <a:gd name="connsiteY5" fmla="*/ 1155 h 6345"/>
                  <a:gd name="connsiteX6" fmla="*/ 268 w 6343"/>
                  <a:gd name="connsiteY6" fmla="*/ 3399 h 6345"/>
                  <a:gd name="connsiteX7" fmla="*/ 1197 w 6343"/>
                  <a:gd name="connsiteY7" fmla="*/ 5642 h 6345"/>
                  <a:gd name="connsiteX8" fmla="*/ 3440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71"/>
                    </a:moveTo>
                    <a:cubicBezTo>
                      <a:pt x="4281" y="6571"/>
                      <a:pt x="5088" y="6237"/>
                      <a:pt x="5682" y="5642"/>
                    </a:cubicBezTo>
                    <a:cubicBezTo>
                      <a:pt x="6277" y="5047"/>
                      <a:pt x="6611" y="4240"/>
                      <a:pt x="6611" y="3399"/>
                    </a:cubicBezTo>
                    <a:cubicBezTo>
                      <a:pt x="6611" y="2557"/>
                      <a:pt x="6277" y="1750"/>
                      <a:pt x="5682" y="1155"/>
                    </a:cubicBezTo>
                    <a:cubicBezTo>
                      <a:pt x="5088" y="560"/>
                      <a:pt x="4281" y="226"/>
                      <a:pt x="3440" y="226"/>
                    </a:cubicBezTo>
                    <a:cubicBezTo>
                      <a:pt x="2599" y="226"/>
                      <a:pt x="1792" y="560"/>
                      <a:pt x="1197" y="1155"/>
                    </a:cubicBezTo>
                    <a:cubicBezTo>
                      <a:pt x="602" y="1750"/>
                      <a:pt x="268" y="2557"/>
                      <a:pt x="268" y="3399"/>
                    </a:cubicBezTo>
                    <a:cubicBezTo>
                      <a:pt x="268" y="4240"/>
                      <a:pt x="602" y="5047"/>
                      <a:pt x="1197" y="5642"/>
                    </a:cubicBezTo>
                    <a:cubicBezTo>
                      <a:pt x="1792" y="6237"/>
                      <a:pt x="2599" y="6571"/>
                      <a:pt x="3440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04" name="Freeform: Shape 2503">
                <a:extLst>
                  <a:ext uri="{FF2B5EF4-FFF2-40B4-BE49-F238E27FC236}">
                    <a16:creationId xmlns:a16="http://schemas.microsoft.com/office/drawing/2014/main" id="{E71A6686-BD26-5878-E969-1DCF40BEFCBE}"/>
                  </a:ext>
                </a:extLst>
              </p:cNvPr>
              <p:cNvSpPr/>
              <p:nvPr/>
            </p:nvSpPr>
            <p:spPr>
              <a:xfrm>
                <a:off x="4021522" y="5976499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05" name="Freeform: Shape 2504">
                <a:extLst>
                  <a:ext uri="{FF2B5EF4-FFF2-40B4-BE49-F238E27FC236}">
                    <a16:creationId xmlns:a16="http://schemas.microsoft.com/office/drawing/2014/main" id="{A164E5BC-FAE6-B3F0-A876-98EFD1BD07E6}"/>
                  </a:ext>
                </a:extLst>
              </p:cNvPr>
              <p:cNvSpPr/>
              <p:nvPr/>
            </p:nvSpPr>
            <p:spPr>
              <a:xfrm>
                <a:off x="4017479" y="5976506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8 w 6343"/>
                  <a:gd name="connsiteY5" fmla="*/ 1126 h 6345"/>
                  <a:gd name="connsiteX6" fmla="*/ 250 w 6343"/>
                  <a:gd name="connsiteY6" fmla="*/ 3369 h 6345"/>
                  <a:gd name="connsiteX7" fmla="*/ 1178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4" y="5613"/>
                    </a:cubicBezTo>
                    <a:cubicBezTo>
                      <a:pt x="6258" y="5018"/>
                      <a:pt x="6593" y="4211"/>
                      <a:pt x="6593" y="3369"/>
                    </a:cubicBezTo>
                    <a:cubicBezTo>
                      <a:pt x="6593" y="2528"/>
                      <a:pt x="6258" y="1721"/>
                      <a:pt x="5664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3" y="531"/>
                      <a:pt x="1178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8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06" name="Freeform: Shape 2505">
                <a:extLst>
                  <a:ext uri="{FF2B5EF4-FFF2-40B4-BE49-F238E27FC236}">
                    <a16:creationId xmlns:a16="http://schemas.microsoft.com/office/drawing/2014/main" id="{C5C26595-79C3-834B-682A-6E0D24ED8D09}"/>
                  </a:ext>
                </a:extLst>
              </p:cNvPr>
              <p:cNvSpPr/>
              <p:nvPr/>
            </p:nvSpPr>
            <p:spPr>
              <a:xfrm>
                <a:off x="4015490" y="5976527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2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8 w 6343"/>
                  <a:gd name="connsiteY5" fmla="*/ 1126 h 6345"/>
                  <a:gd name="connsiteX6" fmla="*/ 249 w 6343"/>
                  <a:gd name="connsiteY6" fmla="*/ 3369 h 6345"/>
                  <a:gd name="connsiteX7" fmla="*/ 1178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4" y="5613"/>
                    </a:cubicBezTo>
                    <a:cubicBezTo>
                      <a:pt x="6258" y="5018"/>
                      <a:pt x="6592" y="4211"/>
                      <a:pt x="6592" y="3369"/>
                    </a:cubicBezTo>
                    <a:cubicBezTo>
                      <a:pt x="6592" y="2528"/>
                      <a:pt x="6258" y="1721"/>
                      <a:pt x="5664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3" y="531"/>
                      <a:pt x="1178" y="1126"/>
                    </a:cubicBezTo>
                    <a:cubicBezTo>
                      <a:pt x="584" y="1721"/>
                      <a:pt x="249" y="2528"/>
                      <a:pt x="249" y="3369"/>
                    </a:cubicBezTo>
                    <a:cubicBezTo>
                      <a:pt x="249" y="4211"/>
                      <a:pt x="584" y="5018"/>
                      <a:pt x="1178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07" name="Freeform: Shape 2506">
                <a:extLst>
                  <a:ext uri="{FF2B5EF4-FFF2-40B4-BE49-F238E27FC236}">
                    <a16:creationId xmlns:a16="http://schemas.microsoft.com/office/drawing/2014/main" id="{26D7BFCB-4BBE-6A99-905E-07B7DF408F9B}"/>
                  </a:ext>
                </a:extLst>
              </p:cNvPr>
              <p:cNvSpPr/>
              <p:nvPr/>
            </p:nvSpPr>
            <p:spPr>
              <a:xfrm>
                <a:off x="4255932" y="6402026"/>
                <a:ext cx="6343" cy="6345"/>
              </a:xfrm>
              <a:custGeom>
                <a:avLst/>
                <a:gdLst>
                  <a:gd name="connsiteX0" fmla="*/ 3440 w 6343"/>
                  <a:gd name="connsiteY0" fmla="*/ 6576 h 6345"/>
                  <a:gd name="connsiteX1" fmla="*/ 5682 w 6343"/>
                  <a:gd name="connsiteY1" fmla="*/ 5646 h 6345"/>
                  <a:gd name="connsiteX2" fmla="*/ 6611 w 6343"/>
                  <a:gd name="connsiteY2" fmla="*/ 3403 h 6345"/>
                  <a:gd name="connsiteX3" fmla="*/ 5682 w 6343"/>
                  <a:gd name="connsiteY3" fmla="*/ 1160 h 6345"/>
                  <a:gd name="connsiteX4" fmla="*/ 3440 w 6343"/>
                  <a:gd name="connsiteY4" fmla="*/ 230 h 6345"/>
                  <a:gd name="connsiteX5" fmla="*/ 1197 w 6343"/>
                  <a:gd name="connsiteY5" fmla="*/ 1160 h 6345"/>
                  <a:gd name="connsiteX6" fmla="*/ 268 w 6343"/>
                  <a:gd name="connsiteY6" fmla="*/ 3403 h 6345"/>
                  <a:gd name="connsiteX7" fmla="*/ 1197 w 6343"/>
                  <a:gd name="connsiteY7" fmla="*/ 5646 h 6345"/>
                  <a:gd name="connsiteX8" fmla="*/ 3440 w 6343"/>
                  <a:gd name="connsiteY8" fmla="*/ 65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76"/>
                    </a:moveTo>
                    <a:cubicBezTo>
                      <a:pt x="4281" y="6576"/>
                      <a:pt x="5088" y="6241"/>
                      <a:pt x="5682" y="5646"/>
                    </a:cubicBezTo>
                    <a:cubicBezTo>
                      <a:pt x="6277" y="5051"/>
                      <a:pt x="6611" y="4244"/>
                      <a:pt x="6611" y="3403"/>
                    </a:cubicBezTo>
                    <a:cubicBezTo>
                      <a:pt x="6611" y="2562"/>
                      <a:pt x="6277" y="1755"/>
                      <a:pt x="5682" y="1160"/>
                    </a:cubicBezTo>
                    <a:cubicBezTo>
                      <a:pt x="5088" y="565"/>
                      <a:pt x="4281" y="230"/>
                      <a:pt x="3440" y="230"/>
                    </a:cubicBezTo>
                    <a:cubicBezTo>
                      <a:pt x="2599" y="230"/>
                      <a:pt x="1792" y="565"/>
                      <a:pt x="1197" y="1160"/>
                    </a:cubicBezTo>
                    <a:cubicBezTo>
                      <a:pt x="602" y="1755"/>
                      <a:pt x="268" y="2562"/>
                      <a:pt x="268" y="3403"/>
                    </a:cubicBezTo>
                    <a:cubicBezTo>
                      <a:pt x="268" y="4244"/>
                      <a:pt x="602" y="5051"/>
                      <a:pt x="1197" y="5646"/>
                    </a:cubicBezTo>
                    <a:cubicBezTo>
                      <a:pt x="1792" y="6241"/>
                      <a:pt x="2599" y="6576"/>
                      <a:pt x="3440" y="65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08" name="Freeform: Shape 2507">
                <a:extLst>
                  <a:ext uri="{FF2B5EF4-FFF2-40B4-BE49-F238E27FC236}">
                    <a16:creationId xmlns:a16="http://schemas.microsoft.com/office/drawing/2014/main" id="{99BB5B00-0409-9EE6-E0D4-7B8EFD603754}"/>
                  </a:ext>
                </a:extLst>
              </p:cNvPr>
              <p:cNvSpPr/>
              <p:nvPr/>
            </p:nvSpPr>
            <p:spPr>
              <a:xfrm>
                <a:off x="4210866" y="6332010"/>
                <a:ext cx="6343" cy="6345"/>
              </a:xfrm>
              <a:custGeom>
                <a:avLst/>
                <a:gdLst>
                  <a:gd name="connsiteX0" fmla="*/ 3436 w 6343"/>
                  <a:gd name="connsiteY0" fmla="*/ 6570 h 6345"/>
                  <a:gd name="connsiteX1" fmla="*/ 5679 w 6343"/>
                  <a:gd name="connsiteY1" fmla="*/ 5641 h 6345"/>
                  <a:gd name="connsiteX2" fmla="*/ 6608 w 6343"/>
                  <a:gd name="connsiteY2" fmla="*/ 3397 h 6345"/>
                  <a:gd name="connsiteX3" fmla="*/ 5679 w 6343"/>
                  <a:gd name="connsiteY3" fmla="*/ 1154 h 6345"/>
                  <a:gd name="connsiteX4" fmla="*/ 3436 w 6343"/>
                  <a:gd name="connsiteY4" fmla="*/ 225 h 6345"/>
                  <a:gd name="connsiteX5" fmla="*/ 1194 w 6343"/>
                  <a:gd name="connsiteY5" fmla="*/ 1154 h 6345"/>
                  <a:gd name="connsiteX6" fmla="*/ 265 w 6343"/>
                  <a:gd name="connsiteY6" fmla="*/ 3397 h 6345"/>
                  <a:gd name="connsiteX7" fmla="*/ 1194 w 6343"/>
                  <a:gd name="connsiteY7" fmla="*/ 5641 h 6345"/>
                  <a:gd name="connsiteX8" fmla="*/ 343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70"/>
                    </a:moveTo>
                    <a:cubicBezTo>
                      <a:pt x="4277" y="6570"/>
                      <a:pt x="5084" y="6236"/>
                      <a:pt x="5679" y="5641"/>
                    </a:cubicBezTo>
                    <a:cubicBezTo>
                      <a:pt x="6274" y="5046"/>
                      <a:pt x="6608" y="4239"/>
                      <a:pt x="6608" y="3397"/>
                    </a:cubicBezTo>
                    <a:cubicBezTo>
                      <a:pt x="6608" y="2556"/>
                      <a:pt x="6274" y="1749"/>
                      <a:pt x="5679" y="1154"/>
                    </a:cubicBezTo>
                    <a:cubicBezTo>
                      <a:pt x="5084" y="559"/>
                      <a:pt x="4277" y="225"/>
                      <a:pt x="3436" y="225"/>
                    </a:cubicBezTo>
                    <a:cubicBezTo>
                      <a:pt x="2595" y="225"/>
                      <a:pt x="1788" y="559"/>
                      <a:pt x="1194" y="1154"/>
                    </a:cubicBezTo>
                    <a:cubicBezTo>
                      <a:pt x="599" y="1749"/>
                      <a:pt x="265" y="2556"/>
                      <a:pt x="265" y="3397"/>
                    </a:cubicBezTo>
                    <a:cubicBezTo>
                      <a:pt x="265" y="4239"/>
                      <a:pt x="599" y="5046"/>
                      <a:pt x="1194" y="5641"/>
                    </a:cubicBezTo>
                    <a:cubicBezTo>
                      <a:pt x="1788" y="6236"/>
                      <a:pt x="2595" y="6570"/>
                      <a:pt x="343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09" name="Freeform: Shape 2508">
                <a:extLst>
                  <a:ext uri="{FF2B5EF4-FFF2-40B4-BE49-F238E27FC236}">
                    <a16:creationId xmlns:a16="http://schemas.microsoft.com/office/drawing/2014/main" id="{543323ED-C46A-E594-E89A-B8FEC9032B11}"/>
                  </a:ext>
                </a:extLst>
              </p:cNvPr>
              <p:cNvSpPr/>
              <p:nvPr/>
            </p:nvSpPr>
            <p:spPr>
              <a:xfrm>
                <a:off x="4007053" y="5975501"/>
                <a:ext cx="6343" cy="6345"/>
              </a:xfrm>
              <a:custGeom>
                <a:avLst/>
                <a:gdLst>
                  <a:gd name="connsiteX0" fmla="*/ 3420 w 6343"/>
                  <a:gd name="connsiteY0" fmla="*/ 6542 h 6345"/>
                  <a:gd name="connsiteX1" fmla="*/ 5663 w 6343"/>
                  <a:gd name="connsiteY1" fmla="*/ 5613 h 6345"/>
                  <a:gd name="connsiteX2" fmla="*/ 6592 w 6343"/>
                  <a:gd name="connsiteY2" fmla="*/ 3369 h 6345"/>
                  <a:gd name="connsiteX3" fmla="*/ 5663 w 6343"/>
                  <a:gd name="connsiteY3" fmla="*/ 1126 h 6345"/>
                  <a:gd name="connsiteX4" fmla="*/ 3420 w 6343"/>
                  <a:gd name="connsiteY4" fmla="*/ 197 h 6345"/>
                  <a:gd name="connsiteX5" fmla="*/ 1178 w 6343"/>
                  <a:gd name="connsiteY5" fmla="*/ 1126 h 6345"/>
                  <a:gd name="connsiteX6" fmla="*/ 249 w 6343"/>
                  <a:gd name="connsiteY6" fmla="*/ 3369 h 6345"/>
                  <a:gd name="connsiteX7" fmla="*/ 1178 w 6343"/>
                  <a:gd name="connsiteY7" fmla="*/ 5613 h 6345"/>
                  <a:gd name="connsiteX8" fmla="*/ 3420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42"/>
                    </a:moveTo>
                    <a:cubicBezTo>
                      <a:pt x="4261" y="6542"/>
                      <a:pt x="5068" y="6208"/>
                      <a:pt x="5663" y="5613"/>
                    </a:cubicBezTo>
                    <a:cubicBezTo>
                      <a:pt x="6258" y="5018"/>
                      <a:pt x="6592" y="4211"/>
                      <a:pt x="6592" y="3369"/>
                    </a:cubicBezTo>
                    <a:cubicBezTo>
                      <a:pt x="6592" y="2528"/>
                      <a:pt x="6258" y="1721"/>
                      <a:pt x="5663" y="1126"/>
                    </a:cubicBezTo>
                    <a:cubicBezTo>
                      <a:pt x="5068" y="531"/>
                      <a:pt x="4261" y="197"/>
                      <a:pt x="3420" y="197"/>
                    </a:cubicBezTo>
                    <a:cubicBezTo>
                      <a:pt x="2579" y="197"/>
                      <a:pt x="1772" y="531"/>
                      <a:pt x="1178" y="1126"/>
                    </a:cubicBezTo>
                    <a:cubicBezTo>
                      <a:pt x="583" y="1721"/>
                      <a:pt x="249" y="2528"/>
                      <a:pt x="249" y="3369"/>
                    </a:cubicBezTo>
                    <a:cubicBezTo>
                      <a:pt x="249" y="4211"/>
                      <a:pt x="583" y="5018"/>
                      <a:pt x="1178" y="5613"/>
                    </a:cubicBezTo>
                    <a:cubicBezTo>
                      <a:pt x="1772" y="6208"/>
                      <a:pt x="2579" y="6542"/>
                      <a:pt x="3420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10" name="Freeform: Shape 2509">
                <a:extLst>
                  <a:ext uri="{FF2B5EF4-FFF2-40B4-BE49-F238E27FC236}">
                    <a16:creationId xmlns:a16="http://schemas.microsoft.com/office/drawing/2014/main" id="{A917619F-4063-EC0F-BFED-2F55349E17E1}"/>
                  </a:ext>
                </a:extLst>
              </p:cNvPr>
              <p:cNvSpPr/>
              <p:nvPr/>
            </p:nvSpPr>
            <p:spPr>
              <a:xfrm>
                <a:off x="4005028" y="5975318"/>
                <a:ext cx="6343" cy="6345"/>
              </a:xfrm>
              <a:custGeom>
                <a:avLst/>
                <a:gdLst>
                  <a:gd name="connsiteX0" fmla="*/ 3420 w 6343"/>
                  <a:gd name="connsiteY0" fmla="*/ 6542 h 6345"/>
                  <a:gd name="connsiteX1" fmla="*/ 5663 w 6343"/>
                  <a:gd name="connsiteY1" fmla="*/ 5613 h 6345"/>
                  <a:gd name="connsiteX2" fmla="*/ 6592 w 6343"/>
                  <a:gd name="connsiteY2" fmla="*/ 3369 h 6345"/>
                  <a:gd name="connsiteX3" fmla="*/ 5663 w 6343"/>
                  <a:gd name="connsiteY3" fmla="*/ 1126 h 6345"/>
                  <a:gd name="connsiteX4" fmla="*/ 3420 w 6343"/>
                  <a:gd name="connsiteY4" fmla="*/ 197 h 6345"/>
                  <a:gd name="connsiteX5" fmla="*/ 1177 w 6343"/>
                  <a:gd name="connsiteY5" fmla="*/ 1126 h 6345"/>
                  <a:gd name="connsiteX6" fmla="*/ 249 w 6343"/>
                  <a:gd name="connsiteY6" fmla="*/ 3369 h 6345"/>
                  <a:gd name="connsiteX7" fmla="*/ 1177 w 6343"/>
                  <a:gd name="connsiteY7" fmla="*/ 5613 h 6345"/>
                  <a:gd name="connsiteX8" fmla="*/ 3420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42"/>
                    </a:moveTo>
                    <a:cubicBezTo>
                      <a:pt x="4261" y="6542"/>
                      <a:pt x="5068" y="6208"/>
                      <a:pt x="5663" y="5613"/>
                    </a:cubicBezTo>
                    <a:cubicBezTo>
                      <a:pt x="6257" y="5018"/>
                      <a:pt x="6592" y="4211"/>
                      <a:pt x="6592" y="3369"/>
                    </a:cubicBezTo>
                    <a:cubicBezTo>
                      <a:pt x="6592" y="2528"/>
                      <a:pt x="6257" y="1721"/>
                      <a:pt x="5663" y="1126"/>
                    </a:cubicBezTo>
                    <a:cubicBezTo>
                      <a:pt x="5068" y="531"/>
                      <a:pt x="4261" y="197"/>
                      <a:pt x="3420" y="197"/>
                    </a:cubicBezTo>
                    <a:cubicBezTo>
                      <a:pt x="2579" y="197"/>
                      <a:pt x="1772" y="531"/>
                      <a:pt x="1177" y="1126"/>
                    </a:cubicBezTo>
                    <a:cubicBezTo>
                      <a:pt x="583" y="1721"/>
                      <a:pt x="249" y="2528"/>
                      <a:pt x="249" y="3369"/>
                    </a:cubicBezTo>
                    <a:cubicBezTo>
                      <a:pt x="249" y="4211"/>
                      <a:pt x="583" y="5018"/>
                      <a:pt x="1177" y="5613"/>
                    </a:cubicBezTo>
                    <a:cubicBezTo>
                      <a:pt x="1772" y="6208"/>
                      <a:pt x="2579" y="6542"/>
                      <a:pt x="3420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11" name="Freeform: Shape 2510">
                <a:extLst>
                  <a:ext uri="{FF2B5EF4-FFF2-40B4-BE49-F238E27FC236}">
                    <a16:creationId xmlns:a16="http://schemas.microsoft.com/office/drawing/2014/main" id="{861745F2-6BED-69C9-A50F-A82674D7AF77}"/>
                  </a:ext>
                </a:extLst>
              </p:cNvPr>
              <p:cNvSpPr/>
              <p:nvPr/>
            </p:nvSpPr>
            <p:spPr>
              <a:xfrm>
                <a:off x="4003146" y="5975369"/>
                <a:ext cx="6343" cy="6345"/>
              </a:xfrm>
              <a:custGeom>
                <a:avLst/>
                <a:gdLst>
                  <a:gd name="connsiteX0" fmla="*/ 3420 w 6343"/>
                  <a:gd name="connsiteY0" fmla="*/ 6542 h 6345"/>
                  <a:gd name="connsiteX1" fmla="*/ 5663 w 6343"/>
                  <a:gd name="connsiteY1" fmla="*/ 5613 h 6345"/>
                  <a:gd name="connsiteX2" fmla="*/ 6591 w 6343"/>
                  <a:gd name="connsiteY2" fmla="*/ 3369 h 6345"/>
                  <a:gd name="connsiteX3" fmla="*/ 5663 w 6343"/>
                  <a:gd name="connsiteY3" fmla="*/ 1126 h 6345"/>
                  <a:gd name="connsiteX4" fmla="*/ 3420 w 6343"/>
                  <a:gd name="connsiteY4" fmla="*/ 197 h 6345"/>
                  <a:gd name="connsiteX5" fmla="*/ 1177 w 6343"/>
                  <a:gd name="connsiteY5" fmla="*/ 1126 h 6345"/>
                  <a:gd name="connsiteX6" fmla="*/ 248 w 6343"/>
                  <a:gd name="connsiteY6" fmla="*/ 3369 h 6345"/>
                  <a:gd name="connsiteX7" fmla="*/ 1177 w 6343"/>
                  <a:gd name="connsiteY7" fmla="*/ 5613 h 6345"/>
                  <a:gd name="connsiteX8" fmla="*/ 3420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42"/>
                    </a:moveTo>
                    <a:cubicBezTo>
                      <a:pt x="4261" y="6542"/>
                      <a:pt x="5068" y="6208"/>
                      <a:pt x="5663" y="5613"/>
                    </a:cubicBezTo>
                    <a:cubicBezTo>
                      <a:pt x="6257" y="5018"/>
                      <a:pt x="6591" y="4211"/>
                      <a:pt x="6591" y="3369"/>
                    </a:cubicBezTo>
                    <a:cubicBezTo>
                      <a:pt x="6591" y="2528"/>
                      <a:pt x="6257" y="1721"/>
                      <a:pt x="5663" y="1126"/>
                    </a:cubicBezTo>
                    <a:cubicBezTo>
                      <a:pt x="5068" y="531"/>
                      <a:pt x="4261" y="197"/>
                      <a:pt x="3420" y="197"/>
                    </a:cubicBezTo>
                    <a:cubicBezTo>
                      <a:pt x="2579" y="197"/>
                      <a:pt x="1772" y="531"/>
                      <a:pt x="1177" y="1126"/>
                    </a:cubicBezTo>
                    <a:cubicBezTo>
                      <a:pt x="583" y="1721"/>
                      <a:pt x="248" y="2528"/>
                      <a:pt x="248" y="3369"/>
                    </a:cubicBezTo>
                    <a:cubicBezTo>
                      <a:pt x="248" y="4211"/>
                      <a:pt x="583" y="5018"/>
                      <a:pt x="1177" y="5613"/>
                    </a:cubicBezTo>
                    <a:cubicBezTo>
                      <a:pt x="1772" y="6208"/>
                      <a:pt x="2579" y="6542"/>
                      <a:pt x="3420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12" name="Freeform: Shape 2511">
                <a:extLst>
                  <a:ext uri="{FF2B5EF4-FFF2-40B4-BE49-F238E27FC236}">
                    <a16:creationId xmlns:a16="http://schemas.microsoft.com/office/drawing/2014/main" id="{631591C8-15D0-04EA-3715-0B1E4868986E}"/>
                  </a:ext>
                </a:extLst>
              </p:cNvPr>
              <p:cNvSpPr/>
              <p:nvPr/>
            </p:nvSpPr>
            <p:spPr>
              <a:xfrm>
                <a:off x="4340743" y="6637226"/>
                <a:ext cx="6343" cy="6345"/>
              </a:xfrm>
              <a:custGeom>
                <a:avLst/>
                <a:gdLst>
                  <a:gd name="connsiteX0" fmla="*/ 3447 w 6343"/>
                  <a:gd name="connsiteY0" fmla="*/ 6594 h 6345"/>
                  <a:gd name="connsiteX1" fmla="*/ 5689 w 6343"/>
                  <a:gd name="connsiteY1" fmla="*/ 5665 h 6345"/>
                  <a:gd name="connsiteX2" fmla="*/ 6618 w 6343"/>
                  <a:gd name="connsiteY2" fmla="*/ 3422 h 6345"/>
                  <a:gd name="connsiteX3" fmla="*/ 5689 w 6343"/>
                  <a:gd name="connsiteY3" fmla="*/ 1178 h 6345"/>
                  <a:gd name="connsiteX4" fmla="*/ 3447 w 6343"/>
                  <a:gd name="connsiteY4" fmla="*/ 249 h 6345"/>
                  <a:gd name="connsiteX5" fmla="*/ 1204 w 6343"/>
                  <a:gd name="connsiteY5" fmla="*/ 1178 h 6345"/>
                  <a:gd name="connsiteX6" fmla="*/ 275 w 6343"/>
                  <a:gd name="connsiteY6" fmla="*/ 3422 h 6345"/>
                  <a:gd name="connsiteX7" fmla="*/ 1204 w 6343"/>
                  <a:gd name="connsiteY7" fmla="*/ 5665 h 6345"/>
                  <a:gd name="connsiteX8" fmla="*/ 3447 w 6343"/>
                  <a:gd name="connsiteY8" fmla="*/ 65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94"/>
                    </a:moveTo>
                    <a:cubicBezTo>
                      <a:pt x="4288" y="6594"/>
                      <a:pt x="5094" y="6260"/>
                      <a:pt x="5689" y="5665"/>
                    </a:cubicBezTo>
                    <a:cubicBezTo>
                      <a:pt x="6284" y="5070"/>
                      <a:pt x="6618" y="4263"/>
                      <a:pt x="6618" y="3422"/>
                    </a:cubicBezTo>
                    <a:cubicBezTo>
                      <a:pt x="6618" y="2580"/>
                      <a:pt x="6284" y="1773"/>
                      <a:pt x="5689" y="1178"/>
                    </a:cubicBezTo>
                    <a:cubicBezTo>
                      <a:pt x="5094" y="583"/>
                      <a:pt x="4288" y="249"/>
                      <a:pt x="3447" y="249"/>
                    </a:cubicBezTo>
                    <a:cubicBezTo>
                      <a:pt x="2605" y="249"/>
                      <a:pt x="1799" y="583"/>
                      <a:pt x="1204" y="1178"/>
                    </a:cubicBezTo>
                    <a:cubicBezTo>
                      <a:pt x="609" y="1773"/>
                      <a:pt x="275" y="2580"/>
                      <a:pt x="275" y="3422"/>
                    </a:cubicBezTo>
                    <a:cubicBezTo>
                      <a:pt x="275" y="4263"/>
                      <a:pt x="609" y="5070"/>
                      <a:pt x="1204" y="5665"/>
                    </a:cubicBezTo>
                    <a:cubicBezTo>
                      <a:pt x="1799" y="6260"/>
                      <a:pt x="2605" y="6594"/>
                      <a:pt x="3447" y="65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13" name="Freeform: Shape 2512">
                <a:extLst>
                  <a:ext uri="{FF2B5EF4-FFF2-40B4-BE49-F238E27FC236}">
                    <a16:creationId xmlns:a16="http://schemas.microsoft.com/office/drawing/2014/main" id="{5B2CA2EC-8033-AED7-0724-CD6D74A6DB8A}"/>
                  </a:ext>
                </a:extLst>
              </p:cNvPr>
              <p:cNvSpPr/>
              <p:nvPr/>
            </p:nvSpPr>
            <p:spPr>
              <a:xfrm>
                <a:off x="3995167" y="5974461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2 w 6343"/>
                  <a:gd name="connsiteY1" fmla="*/ 5613 h 6345"/>
                  <a:gd name="connsiteX2" fmla="*/ 6591 w 6343"/>
                  <a:gd name="connsiteY2" fmla="*/ 3369 h 6345"/>
                  <a:gd name="connsiteX3" fmla="*/ 5662 w 6343"/>
                  <a:gd name="connsiteY3" fmla="*/ 1126 h 6345"/>
                  <a:gd name="connsiteX4" fmla="*/ 3419 w 6343"/>
                  <a:gd name="connsiteY4" fmla="*/ 197 h 6345"/>
                  <a:gd name="connsiteX5" fmla="*/ 1177 w 6343"/>
                  <a:gd name="connsiteY5" fmla="*/ 1126 h 6345"/>
                  <a:gd name="connsiteX6" fmla="*/ 248 w 6343"/>
                  <a:gd name="connsiteY6" fmla="*/ 3369 h 6345"/>
                  <a:gd name="connsiteX7" fmla="*/ 1177 w 6343"/>
                  <a:gd name="connsiteY7" fmla="*/ 5613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0" y="6542"/>
                      <a:pt x="5067" y="6208"/>
                      <a:pt x="5662" y="5613"/>
                    </a:cubicBezTo>
                    <a:cubicBezTo>
                      <a:pt x="6257" y="5018"/>
                      <a:pt x="6591" y="4211"/>
                      <a:pt x="6591" y="3369"/>
                    </a:cubicBezTo>
                    <a:cubicBezTo>
                      <a:pt x="6591" y="2528"/>
                      <a:pt x="6257" y="1721"/>
                      <a:pt x="5662" y="1126"/>
                    </a:cubicBezTo>
                    <a:cubicBezTo>
                      <a:pt x="5067" y="531"/>
                      <a:pt x="4260" y="197"/>
                      <a:pt x="3419" y="197"/>
                    </a:cubicBezTo>
                    <a:cubicBezTo>
                      <a:pt x="2578" y="197"/>
                      <a:pt x="1771" y="531"/>
                      <a:pt x="1177" y="1126"/>
                    </a:cubicBezTo>
                    <a:cubicBezTo>
                      <a:pt x="582" y="1721"/>
                      <a:pt x="248" y="2528"/>
                      <a:pt x="248" y="3369"/>
                    </a:cubicBezTo>
                    <a:cubicBezTo>
                      <a:pt x="248" y="4211"/>
                      <a:pt x="582" y="5018"/>
                      <a:pt x="1177" y="5613"/>
                    </a:cubicBezTo>
                    <a:cubicBezTo>
                      <a:pt x="1771" y="6208"/>
                      <a:pt x="2578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14" name="Freeform: Shape 2513">
                <a:extLst>
                  <a:ext uri="{FF2B5EF4-FFF2-40B4-BE49-F238E27FC236}">
                    <a16:creationId xmlns:a16="http://schemas.microsoft.com/office/drawing/2014/main" id="{B1D4FE22-029C-094D-2E66-E7A92248C03E}"/>
                  </a:ext>
                </a:extLst>
              </p:cNvPr>
              <p:cNvSpPr/>
              <p:nvPr/>
            </p:nvSpPr>
            <p:spPr>
              <a:xfrm>
                <a:off x="4321938" y="6641375"/>
                <a:ext cx="6343" cy="6345"/>
              </a:xfrm>
              <a:custGeom>
                <a:avLst/>
                <a:gdLst>
                  <a:gd name="connsiteX0" fmla="*/ 3445 w 6343"/>
                  <a:gd name="connsiteY0" fmla="*/ 6595 h 6345"/>
                  <a:gd name="connsiteX1" fmla="*/ 5688 w 6343"/>
                  <a:gd name="connsiteY1" fmla="*/ 5665 h 6345"/>
                  <a:gd name="connsiteX2" fmla="*/ 6617 w 6343"/>
                  <a:gd name="connsiteY2" fmla="*/ 3422 h 6345"/>
                  <a:gd name="connsiteX3" fmla="*/ 5688 w 6343"/>
                  <a:gd name="connsiteY3" fmla="*/ 1178 h 6345"/>
                  <a:gd name="connsiteX4" fmla="*/ 3445 w 6343"/>
                  <a:gd name="connsiteY4" fmla="*/ 249 h 6345"/>
                  <a:gd name="connsiteX5" fmla="*/ 1202 w 6343"/>
                  <a:gd name="connsiteY5" fmla="*/ 1178 h 6345"/>
                  <a:gd name="connsiteX6" fmla="*/ 274 w 6343"/>
                  <a:gd name="connsiteY6" fmla="*/ 3422 h 6345"/>
                  <a:gd name="connsiteX7" fmla="*/ 1202 w 6343"/>
                  <a:gd name="connsiteY7" fmla="*/ 5665 h 6345"/>
                  <a:gd name="connsiteX8" fmla="*/ 3445 w 6343"/>
                  <a:gd name="connsiteY8" fmla="*/ 65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95"/>
                    </a:moveTo>
                    <a:cubicBezTo>
                      <a:pt x="4286" y="6595"/>
                      <a:pt x="5093" y="6260"/>
                      <a:pt x="5688" y="5665"/>
                    </a:cubicBezTo>
                    <a:cubicBezTo>
                      <a:pt x="6282" y="5070"/>
                      <a:pt x="6617" y="4263"/>
                      <a:pt x="6617" y="3422"/>
                    </a:cubicBezTo>
                    <a:cubicBezTo>
                      <a:pt x="6617" y="2580"/>
                      <a:pt x="6282" y="1773"/>
                      <a:pt x="5688" y="1178"/>
                    </a:cubicBezTo>
                    <a:cubicBezTo>
                      <a:pt x="5093" y="583"/>
                      <a:pt x="4286" y="249"/>
                      <a:pt x="3445" y="249"/>
                    </a:cubicBezTo>
                    <a:cubicBezTo>
                      <a:pt x="2604" y="249"/>
                      <a:pt x="1797" y="583"/>
                      <a:pt x="1202" y="1178"/>
                    </a:cubicBezTo>
                    <a:cubicBezTo>
                      <a:pt x="608" y="1773"/>
                      <a:pt x="274" y="2580"/>
                      <a:pt x="274" y="3422"/>
                    </a:cubicBezTo>
                    <a:cubicBezTo>
                      <a:pt x="274" y="4263"/>
                      <a:pt x="608" y="5070"/>
                      <a:pt x="1202" y="5665"/>
                    </a:cubicBezTo>
                    <a:cubicBezTo>
                      <a:pt x="1797" y="6260"/>
                      <a:pt x="2604" y="6595"/>
                      <a:pt x="3445" y="65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15" name="Freeform: Shape 2514">
                <a:extLst>
                  <a:ext uri="{FF2B5EF4-FFF2-40B4-BE49-F238E27FC236}">
                    <a16:creationId xmlns:a16="http://schemas.microsoft.com/office/drawing/2014/main" id="{1BC5E357-444E-A8EB-F952-E7A5256DC0BE}"/>
                  </a:ext>
                </a:extLst>
              </p:cNvPr>
              <p:cNvSpPr/>
              <p:nvPr/>
            </p:nvSpPr>
            <p:spPr>
              <a:xfrm>
                <a:off x="3988621" y="5972303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9 w 6343"/>
                  <a:gd name="connsiteY4" fmla="*/ 196 h 6345"/>
                  <a:gd name="connsiteX5" fmla="*/ 1176 w 6343"/>
                  <a:gd name="connsiteY5" fmla="*/ 1126 h 6345"/>
                  <a:gd name="connsiteX6" fmla="*/ 247 w 6343"/>
                  <a:gd name="connsiteY6" fmla="*/ 3369 h 6345"/>
                  <a:gd name="connsiteX7" fmla="*/ 1176 w 6343"/>
                  <a:gd name="connsiteY7" fmla="*/ 5613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0" y="6542"/>
                      <a:pt x="5067" y="6208"/>
                      <a:pt x="5661" y="5613"/>
                    </a:cubicBezTo>
                    <a:cubicBezTo>
                      <a:pt x="6256" y="5018"/>
                      <a:pt x="6590" y="4211"/>
                      <a:pt x="6590" y="3369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7" y="531"/>
                      <a:pt x="4260" y="196"/>
                      <a:pt x="3419" y="196"/>
                    </a:cubicBezTo>
                    <a:cubicBezTo>
                      <a:pt x="2578" y="196"/>
                      <a:pt x="1771" y="531"/>
                      <a:pt x="1176" y="1126"/>
                    </a:cubicBezTo>
                    <a:cubicBezTo>
                      <a:pt x="581" y="1721"/>
                      <a:pt x="247" y="2528"/>
                      <a:pt x="247" y="3369"/>
                    </a:cubicBezTo>
                    <a:cubicBezTo>
                      <a:pt x="247" y="4211"/>
                      <a:pt x="581" y="5018"/>
                      <a:pt x="1176" y="5613"/>
                    </a:cubicBezTo>
                    <a:cubicBezTo>
                      <a:pt x="1771" y="6208"/>
                      <a:pt x="2578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16" name="Freeform: Shape 2515">
                <a:extLst>
                  <a:ext uri="{FF2B5EF4-FFF2-40B4-BE49-F238E27FC236}">
                    <a16:creationId xmlns:a16="http://schemas.microsoft.com/office/drawing/2014/main" id="{28FBF4B0-5E85-D847-428E-E7606AE6E22D}"/>
                  </a:ext>
                </a:extLst>
              </p:cNvPr>
              <p:cNvSpPr/>
              <p:nvPr/>
            </p:nvSpPr>
            <p:spPr>
              <a:xfrm>
                <a:off x="3986919" y="5972493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9 w 6343"/>
                  <a:gd name="connsiteY4" fmla="*/ 196 h 6345"/>
                  <a:gd name="connsiteX5" fmla="*/ 1176 w 6343"/>
                  <a:gd name="connsiteY5" fmla="*/ 1126 h 6345"/>
                  <a:gd name="connsiteX6" fmla="*/ 247 w 6343"/>
                  <a:gd name="connsiteY6" fmla="*/ 3369 h 6345"/>
                  <a:gd name="connsiteX7" fmla="*/ 1176 w 6343"/>
                  <a:gd name="connsiteY7" fmla="*/ 5613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0" y="6542"/>
                      <a:pt x="5067" y="6208"/>
                      <a:pt x="5661" y="5613"/>
                    </a:cubicBezTo>
                    <a:cubicBezTo>
                      <a:pt x="6256" y="5018"/>
                      <a:pt x="6590" y="4211"/>
                      <a:pt x="6590" y="3369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7" y="531"/>
                      <a:pt x="4260" y="196"/>
                      <a:pt x="3419" y="196"/>
                    </a:cubicBezTo>
                    <a:cubicBezTo>
                      <a:pt x="2578" y="196"/>
                      <a:pt x="1771" y="531"/>
                      <a:pt x="1176" y="1126"/>
                    </a:cubicBezTo>
                    <a:cubicBezTo>
                      <a:pt x="581" y="1721"/>
                      <a:pt x="247" y="2528"/>
                      <a:pt x="247" y="3369"/>
                    </a:cubicBezTo>
                    <a:cubicBezTo>
                      <a:pt x="247" y="4211"/>
                      <a:pt x="581" y="5018"/>
                      <a:pt x="1176" y="5613"/>
                    </a:cubicBezTo>
                    <a:cubicBezTo>
                      <a:pt x="1771" y="6208"/>
                      <a:pt x="2578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17" name="Freeform: Shape 2516">
                <a:extLst>
                  <a:ext uri="{FF2B5EF4-FFF2-40B4-BE49-F238E27FC236}">
                    <a16:creationId xmlns:a16="http://schemas.microsoft.com/office/drawing/2014/main" id="{0B35A2EC-BF6D-52F3-3F8A-393E33A111F8}"/>
                  </a:ext>
                </a:extLst>
              </p:cNvPr>
              <p:cNvSpPr/>
              <p:nvPr/>
            </p:nvSpPr>
            <p:spPr>
              <a:xfrm>
                <a:off x="4152637" y="6326793"/>
                <a:ext cx="6343" cy="6345"/>
              </a:xfrm>
              <a:custGeom>
                <a:avLst/>
                <a:gdLst>
                  <a:gd name="connsiteX0" fmla="*/ 3432 w 6343"/>
                  <a:gd name="connsiteY0" fmla="*/ 6570 h 6345"/>
                  <a:gd name="connsiteX1" fmla="*/ 5674 w 6343"/>
                  <a:gd name="connsiteY1" fmla="*/ 5641 h 6345"/>
                  <a:gd name="connsiteX2" fmla="*/ 6603 w 6343"/>
                  <a:gd name="connsiteY2" fmla="*/ 3397 h 6345"/>
                  <a:gd name="connsiteX3" fmla="*/ 5674 w 6343"/>
                  <a:gd name="connsiteY3" fmla="*/ 1154 h 6345"/>
                  <a:gd name="connsiteX4" fmla="*/ 3432 w 6343"/>
                  <a:gd name="connsiteY4" fmla="*/ 224 h 6345"/>
                  <a:gd name="connsiteX5" fmla="*/ 1189 w 6343"/>
                  <a:gd name="connsiteY5" fmla="*/ 1154 h 6345"/>
                  <a:gd name="connsiteX6" fmla="*/ 260 w 6343"/>
                  <a:gd name="connsiteY6" fmla="*/ 3397 h 6345"/>
                  <a:gd name="connsiteX7" fmla="*/ 1189 w 6343"/>
                  <a:gd name="connsiteY7" fmla="*/ 5641 h 6345"/>
                  <a:gd name="connsiteX8" fmla="*/ 343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70"/>
                    </a:moveTo>
                    <a:cubicBezTo>
                      <a:pt x="4273" y="6570"/>
                      <a:pt x="5080" y="6235"/>
                      <a:pt x="5674" y="5641"/>
                    </a:cubicBezTo>
                    <a:cubicBezTo>
                      <a:pt x="6269" y="5046"/>
                      <a:pt x="6603" y="4238"/>
                      <a:pt x="6603" y="3397"/>
                    </a:cubicBezTo>
                    <a:cubicBezTo>
                      <a:pt x="6603" y="2556"/>
                      <a:pt x="6269" y="1749"/>
                      <a:pt x="5674" y="1154"/>
                    </a:cubicBezTo>
                    <a:cubicBezTo>
                      <a:pt x="5080" y="559"/>
                      <a:pt x="4273" y="224"/>
                      <a:pt x="3432" y="224"/>
                    </a:cubicBezTo>
                    <a:cubicBezTo>
                      <a:pt x="2591" y="224"/>
                      <a:pt x="1784" y="559"/>
                      <a:pt x="1189" y="1154"/>
                    </a:cubicBezTo>
                    <a:cubicBezTo>
                      <a:pt x="594" y="1749"/>
                      <a:pt x="260" y="2556"/>
                      <a:pt x="260" y="3397"/>
                    </a:cubicBezTo>
                    <a:cubicBezTo>
                      <a:pt x="260" y="4238"/>
                      <a:pt x="594" y="5046"/>
                      <a:pt x="1189" y="5641"/>
                    </a:cubicBezTo>
                    <a:cubicBezTo>
                      <a:pt x="1784" y="6235"/>
                      <a:pt x="2591" y="6570"/>
                      <a:pt x="343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18" name="Freeform: Shape 2517">
                <a:extLst>
                  <a:ext uri="{FF2B5EF4-FFF2-40B4-BE49-F238E27FC236}">
                    <a16:creationId xmlns:a16="http://schemas.microsoft.com/office/drawing/2014/main" id="{0D91FBF6-9673-006C-6369-AC593F660C33}"/>
                  </a:ext>
                </a:extLst>
              </p:cNvPr>
              <p:cNvSpPr/>
              <p:nvPr/>
            </p:nvSpPr>
            <p:spPr>
              <a:xfrm>
                <a:off x="4148363" y="6327116"/>
                <a:ext cx="6343" cy="6345"/>
              </a:xfrm>
              <a:custGeom>
                <a:avLst/>
                <a:gdLst>
                  <a:gd name="connsiteX0" fmla="*/ 3431 w 6343"/>
                  <a:gd name="connsiteY0" fmla="*/ 6570 h 6345"/>
                  <a:gd name="connsiteX1" fmla="*/ 5674 w 6343"/>
                  <a:gd name="connsiteY1" fmla="*/ 5641 h 6345"/>
                  <a:gd name="connsiteX2" fmla="*/ 6603 w 6343"/>
                  <a:gd name="connsiteY2" fmla="*/ 3397 h 6345"/>
                  <a:gd name="connsiteX3" fmla="*/ 5674 w 6343"/>
                  <a:gd name="connsiteY3" fmla="*/ 1154 h 6345"/>
                  <a:gd name="connsiteX4" fmla="*/ 3431 w 6343"/>
                  <a:gd name="connsiteY4" fmla="*/ 224 h 6345"/>
                  <a:gd name="connsiteX5" fmla="*/ 1189 w 6343"/>
                  <a:gd name="connsiteY5" fmla="*/ 1154 h 6345"/>
                  <a:gd name="connsiteX6" fmla="*/ 260 w 6343"/>
                  <a:gd name="connsiteY6" fmla="*/ 3397 h 6345"/>
                  <a:gd name="connsiteX7" fmla="*/ 1189 w 6343"/>
                  <a:gd name="connsiteY7" fmla="*/ 5641 h 6345"/>
                  <a:gd name="connsiteX8" fmla="*/ 3431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70"/>
                    </a:moveTo>
                    <a:cubicBezTo>
                      <a:pt x="4272" y="6570"/>
                      <a:pt x="5079" y="6235"/>
                      <a:pt x="5674" y="5641"/>
                    </a:cubicBezTo>
                    <a:cubicBezTo>
                      <a:pt x="6269" y="5046"/>
                      <a:pt x="6603" y="4239"/>
                      <a:pt x="6603" y="3397"/>
                    </a:cubicBezTo>
                    <a:cubicBezTo>
                      <a:pt x="6603" y="2556"/>
                      <a:pt x="6269" y="1749"/>
                      <a:pt x="5674" y="1154"/>
                    </a:cubicBezTo>
                    <a:cubicBezTo>
                      <a:pt x="5079" y="559"/>
                      <a:pt x="4272" y="224"/>
                      <a:pt x="3431" y="224"/>
                    </a:cubicBezTo>
                    <a:cubicBezTo>
                      <a:pt x="2590" y="224"/>
                      <a:pt x="1784" y="559"/>
                      <a:pt x="1189" y="1154"/>
                    </a:cubicBezTo>
                    <a:cubicBezTo>
                      <a:pt x="594" y="1749"/>
                      <a:pt x="260" y="2556"/>
                      <a:pt x="260" y="3397"/>
                    </a:cubicBezTo>
                    <a:cubicBezTo>
                      <a:pt x="260" y="4239"/>
                      <a:pt x="594" y="5046"/>
                      <a:pt x="1189" y="5641"/>
                    </a:cubicBezTo>
                    <a:cubicBezTo>
                      <a:pt x="1784" y="6235"/>
                      <a:pt x="2590" y="6570"/>
                      <a:pt x="3431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19" name="Freeform: Shape 2518">
                <a:extLst>
                  <a:ext uri="{FF2B5EF4-FFF2-40B4-BE49-F238E27FC236}">
                    <a16:creationId xmlns:a16="http://schemas.microsoft.com/office/drawing/2014/main" id="{3D680D21-54A4-32F6-228C-8D79A4A7C199}"/>
                  </a:ext>
                </a:extLst>
              </p:cNvPr>
              <p:cNvSpPr/>
              <p:nvPr/>
            </p:nvSpPr>
            <p:spPr>
              <a:xfrm>
                <a:off x="4143659" y="6326457"/>
                <a:ext cx="6343" cy="6345"/>
              </a:xfrm>
              <a:custGeom>
                <a:avLst/>
                <a:gdLst>
                  <a:gd name="connsiteX0" fmla="*/ 3431 w 6343"/>
                  <a:gd name="connsiteY0" fmla="*/ 6570 h 6345"/>
                  <a:gd name="connsiteX1" fmla="*/ 5674 w 6343"/>
                  <a:gd name="connsiteY1" fmla="*/ 5640 h 6345"/>
                  <a:gd name="connsiteX2" fmla="*/ 6603 w 6343"/>
                  <a:gd name="connsiteY2" fmla="*/ 3397 h 6345"/>
                  <a:gd name="connsiteX3" fmla="*/ 5674 w 6343"/>
                  <a:gd name="connsiteY3" fmla="*/ 1154 h 6345"/>
                  <a:gd name="connsiteX4" fmla="*/ 3431 w 6343"/>
                  <a:gd name="connsiteY4" fmla="*/ 224 h 6345"/>
                  <a:gd name="connsiteX5" fmla="*/ 1188 w 6343"/>
                  <a:gd name="connsiteY5" fmla="*/ 1154 h 6345"/>
                  <a:gd name="connsiteX6" fmla="*/ 259 w 6343"/>
                  <a:gd name="connsiteY6" fmla="*/ 3397 h 6345"/>
                  <a:gd name="connsiteX7" fmla="*/ 1188 w 6343"/>
                  <a:gd name="connsiteY7" fmla="*/ 5640 h 6345"/>
                  <a:gd name="connsiteX8" fmla="*/ 3431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70"/>
                    </a:moveTo>
                    <a:cubicBezTo>
                      <a:pt x="4272" y="6570"/>
                      <a:pt x="5079" y="6235"/>
                      <a:pt x="5674" y="5640"/>
                    </a:cubicBezTo>
                    <a:cubicBezTo>
                      <a:pt x="6268" y="5046"/>
                      <a:pt x="6603" y="4238"/>
                      <a:pt x="6603" y="3397"/>
                    </a:cubicBezTo>
                    <a:cubicBezTo>
                      <a:pt x="6603" y="2556"/>
                      <a:pt x="6268" y="1749"/>
                      <a:pt x="5674" y="1154"/>
                    </a:cubicBezTo>
                    <a:cubicBezTo>
                      <a:pt x="5079" y="559"/>
                      <a:pt x="4272" y="224"/>
                      <a:pt x="3431" y="224"/>
                    </a:cubicBezTo>
                    <a:cubicBezTo>
                      <a:pt x="2590" y="224"/>
                      <a:pt x="1783" y="559"/>
                      <a:pt x="1188" y="1154"/>
                    </a:cubicBezTo>
                    <a:cubicBezTo>
                      <a:pt x="594" y="1749"/>
                      <a:pt x="259" y="2556"/>
                      <a:pt x="259" y="3397"/>
                    </a:cubicBezTo>
                    <a:cubicBezTo>
                      <a:pt x="259" y="4238"/>
                      <a:pt x="594" y="5046"/>
                      <a:pt x="1188" y="5640"/>
                    </a:cubicBezTo>
                    <a:cubicBezTo>
                      <a:pt x="1783" y="6235"/>
                      <a:pt x="2590" y="6570"/>
                      <a:pt x="3431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20" name="Freeform: Shape 2519">
                <a:extLst>
                  <a:ext uri="{FF2B5EF4-FFF2-40B4-BE49-F238E27FC236}">
                    <a16:creationId xmlns:a16="http://schemas.microsoft.com/office/drawing/2014/main" id="{3201C3D8-DBEA-6BD1-3651-14215AAF3B5B}"/>
                  </a:ext>
                </a:extLst>
              </p:cNvPr>
              <p:cNvSpPr/>
              <p:nvPr/>
            </p:nvSpPr>
            <p:spPr>
              <a:xfrm>
                <a:off x="3980448" y="5973827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8 w 6343"/>
                  <a:gd name="connsiteY4" fmla="*/ 197 h 6345"/>
                  <a:gd name="connsiteX5" fmla="*/ 1176 w 6343"/>
                  <a:gd name="connsiteY5" fmla="*/ 1126 h 6345"/>
                  <a:gd name="connsiteX6" fmla="*/ 247 w 6343"/>
                  <a:gd name="connsiteY6" fmla="*/ 3369 h 6345"/>
                  <a:gd name="connsiteX7" fmla="*/ 1176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6" y="6208"/>
                      <a:pt x="5661" y="5613"/>
                    </a:cubicBezTo>
                    <a:cubicBezTo>
                      <a:pt x="6256" y="5018"/>
                      <a:pt x="6590" y="4211"/>
                      <a:pt x="6590" y="3369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6" y="531"/>
                      <a:pt x="4259" y="197"/>
                      <a:pt x="3418" y="197"/>
                    </a:cubicBezTo>
                    <a:cubicBezTo>
                      <a:pt x="2577" y="197"/>
                      <a:pt x="1770" y="531"/>
                      <a:pt x="1176" y="1126"/>
                    </a:cubicBezTo>
                    <a:cubicBezTo>
                      <a:pt x="581" y="1721"/>
                      <a:pt x="247" y="2528"/>
                      <a:pt x="247" y="3369"/>
                    </a:cubicBezTo>
                    <a:cubicBezTo>
                      <a:pt x="247" y="4211"/>
                      <a:pt x="581" y="5018"/>
                      <a:pt x="1176" y="5613"/>
                    </a:cubicBezTo>
                    <a:cubicBezTo>
                      <a:pt x="1770" y="6208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21" name="Freeform: Shape 2520">
                <a:extLst>
                  <a:ext uri="{FF2B5EF4-FFF2-40B4-BE49-F238E27FC236}">
                    <a16:creationId xmlns:a16="http://schemas.microsoft.com/office/drawing/2014/main" id="{8A6CDA28-7A14-3BD4-0492-44AD38EB5B23}"/>
                  </a:ext>
                </a:extLst>
              </p:cNvPr>
              <p:cNvSpPr/>
              <p:nvPr/>
            </p:nvSpPr>
            <p:spPr>
              <a:xfrm>
                <a:off x="4317739" y="6739021"/>
                <a:ext cx="6343" cy="6345"/>
              </a:xfrm>
              <a:custGeom>
                <a:avLst/>
                <a:gdLst>
                  <a:gd name="connsiteX0" fmla="*/ 3445 w 6343"/>
                  <a:gd name="connsiteY0" fmla="*/ 6602 h 6345"/>
                  <a:gd name="connsiteX1" fmla="*/ 5687 w 6343"/>
                  <a:gd name="connsiteY1" fmla="*/ 5673 h 6345"/>
                  <a:gd name="connsiteX2" fmla="*/ 6616 w 6343"/>
                  <a:gd name="connsiteY2" fmla="*/ 3430 h 6345"/>
                  <a:gd name="connsiteX3" fmla="*/ 5687 w 6343"/>
                  <a:gd name="connsiteY3" fmla="*/ 1186 h 6345"/>
                  <a:gd name="connsiteX4" fmla="*/ 3445 w 6343"/>
                  <a:gd name="connsiteY4" fmla="*/ 257 h 6345"/>
                  <a:gd name="connsiteX5" fmla="*/ 1202 w 6343"/>
                  <a:gd name="connsiteY5" fmla="*/ 1186 h 6345"/>
                  <a:gd name="connsiteX6" fmla="*/ 273 w 6343"/>
                  <a:gd name="connsiteY6" fmla="*/ 3430 h 6345"/>
                  <a:gd name="connsiteX7" fmla="*/ 1202 w 6343"/>
                  <a:gd name="connsiteY7" fmla="*/ 5673 h 6345"/>
                  <a:gd name="connsiteX8" fmla="*/ 3445 w 6343"/>
                  <a:gd name="connsiteY8" fmla="*/ 660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602"/>
                    </a:moveTo>
                    <a:cubicBezTo>
                      <a:pt x="4286" y="6602"/>
                      <a:pt x="5093" y="6268"/>
                      <a:pt x="5687" y="5673"/>
                    </a:cubicBezTo>
                    <a:cubicBezTo>
                      <a:pt x="6282" y="5078"/>
                      <a:pt x="6616" y="4271"/>
                      <a:pt x="6616" y="3430"/>
                    </a:cubicBezTo>
                    <a:cubicBezTo>
                      <a:pt x="6616" y="2588"/>
                      <a:pt x="6282" y="1781"/>
                      <a:pt x="5687" y="1186"/>
                    </a:cubicBezTo>
                    <a:cubicBezTo>
                      <a:pt x="5093" y="591"/>
                      <a:pt x="4286" y="257"/>
                      <a:pt x="3445" y="257"/>
                    </a:cubicBezTo>
                    <a:cubicBezTo>
                      <a:pt x="2604" y="257"/>
                      <a:pt x="1797" y="591"/>
                      <a:pt x="1202" y="1186"/>
                    </a:cubicBezTo>
                    <a:cubicBezTo>
                      <a:pt x="607" y="1781"/>
                      <a:pt x="273" y="2588"/>
                      <a:pt x="273" y="3430"/>
                    </a:cubicBezTo>
                    <a:cubicBezTo>
                      <a:pt x="273" y="4271"/>
                      <a:pt x="607" y="5078"/>
                      <a:pt x="1202" y="5673"/>
                    </a:cubicBezTo>
                    <a:cubicBezTo>
                      <a:pt x="1797" y="6268"/>
                      <a:pt x="2604" y="6602"/>
                      <a:pt x="3445" y="66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22" name="Freeform: Shape 2521">
                <a:extLst>
                  <a:ext uri="{FF2B5EF4-FFF2-40B4-BE49-F238E27FC236}">
                    <a16:creationId xmlns:a16="http://schemas.microsoft.com/office/drawing/2014/main" id="{9E1259FC-98B7-A41B-9749-5CEFE4BCBDBC}"/>
                  </a:ext>
                </a:extLst>
              </p:cNvPr>
              <p:cNvSpPr/>
              <p:nvPr/>
            </p:nvSpPr>
            <p:spPr>
              <a:xfrm>
                <a:off x="4309787" y="6737627"/>
                <a:ext cx="6343" cy="6345"/>
              </a:xfrm>
              <a:custGeom>
                <a:avLst/>
                <a:gdLst>
                  <a:gd name="connsiteX0" fmla="*/ 3444 w 6343"/>
                  <a:gd name="connsiteY0" fmla="*/ 6602 h 6345"/>
                  <a:gd name="connsiteX1" fmla="*/ 5687 w 6343"/>
                  <a:gd name="connsiteY1" fmla="*/ 5673 h 6345"/>
                  <a:gd name="connsiteX2" fmla="*/ 6616 w 6343"/>
                  <a:gd name="connsiteY2" fmla="*/ 3429 h 6345"/>
                  <a:gd name="connsiteX3" fmla="*/ 5687 w 6343"/>
                  <a:gd name="connsiteY3" fmla="*/ 1186 h 6345"/>
                  <a:gd name="connsiteX4" fmla="*/ 3444 w 6343"/>
                  <a:gd name="connsiteY4" fmla="*/ 257 h 6345"/>
                  <a:gd name="connsiteX5" fmla="*/ 1201 w 6343"/>
                  <a:gd name="connsiteY5" fmla="*/ 1186 h 6345"/>
                  <a:gd name="connsiteX6" fmla="*/ 273 w 6343"/>
                  <a:gd name="connsiteY6" fmla="*/ 3429 h 6345"/>
                  <a:gd name="connsiteX7" fmla="*/ 1201 w 6343"/>
                  <a:gd name="connsiteY7" fmla="*/ 5673 h 6345"/>
                  <a:gd name="connsiteX8" fmla="*/ 3444 w 6343"/>
                  <a:gd name="connsiteY8" fmla="*/ 660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602"/>
                    </a:moveTo>
                    <a:cubicBezTo>
                      <a:pt x="4285" y="6602"/>
                      <a:pt x="5092" y="6268"/>
                      <a:pt x="5687" y="5673"/>
                    </a:cubicBezTo>
                    <a:cubicBezTo>
                      <a:pt x="6281" y="5078"/>
                      <a:pt x="6616" y="4271"/>
                      <a:pt x="6616" y="3429"/>
                    </a:cubicBezTo>
                    <a:cubicBezTo>
                      <a:pt x="6616" y="2588"/>
                      <a:pt x="6281" y="1781"/>
                      <a:pt x="5687" y="1186"/>
                    </a:cubicBezTo>
                    <a:cubicBezTo>
                      <a:pt x="5092" y="591"/>
                      <a:pt x="4285" y="257"/>
                      <a:pt x="3444" y="257"/>
                    </a:cubicBezTo>
                    <a:cubicBezTo>
                      <a:pt x="2603" y="257"/>
                      <a:pt x="1796" y="591"/>
                      <a:pt x="1201" y="1186"/>
                    </a:cubicBezTo>
                    <a:cubicBezTo>
                      <a:pt x="607" y="1781"/>
                      <a:pt x="273" y="2588"/>
                      <a:pt x="273" y="3429"/>
                    </a:cubicBezTo>
                    <a:cubicBezTo>
                      <a:pt x="273" y="4271"/>
                      <a:pt x="607" y="5078"/>
                      <a:pt x="1201" y="5673"/>
                    </a:cubicBezTo>
                    <a:cubicBezTo>
                      <a:pt x="1796" y="6268"/>
                      <a:pt x="2603" y="6602"/>
                      <a:pt x="3444" y="66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23" name="Freeform: Shape 2522">
                <a:extLst>
                  <a:ext uri="{FF2B5EF4-FFF2-40B4-BE49-F238E27FC236}">
                    <a16:creationId xmlns:a16="http://schemas.microsoft.com/office/drawing/2014/main" id="{52BCCE84-F9DE-1077-1A59-1CF504B90E65}"/>
                  </a:ext>
                </a:extLst>
              </p:cNvPr>
              <p:cNvSpPr/>
              <p:nvPr/>
            </p:nvSpPr>
            <p:spPr>
              <a:xfrm>
                <a:off x="4303745" y="6740552"/>
                <a:ext cx="6343" cy="6345"/>
              </a:xfrm>
              <a:custGeom>
                <a:avLst/>
                <a:gdLst>
                  <a:gd name="connsiteX0" fmla="*/ 3444 w 6343"/>
                  <a:gd name="connsiteY0" fmla="*/ 6602 h 6345"/>
                  <a:gd name="connsiteX1" fmla="*/ 5686 w 6343"/>
                  <a:gd name="connsiteY1" fmla="*/ 5673 h 6345"/>
                  <a:gd name="connsiteX2" fmla="*/ 6615 w 6343"/>
                  <a:gd name="connsiteY2" fmla="*/ 3430 h 6345"/>
                  <a:gd name="connsiteX3" fmla="*/ 5686 w 6343"/>
                  <a:gd name="connsiteY3" fmla="*/ 1186 h 6345"/>
                  <a:gd name="connsiteX4" fmla="*/ 3444 w 6343"/>
                  <a:gd name="connsiteY4" fmla="*/ 257 h 6345"/>
                  <a:gd name="connsiteX5" fmla="*/ 1201 w 6343"/>
                  <a:gd name="connsiteY5" fmla="*/ 1186 h 6345"/>
                  <a:gd name="connsiteX6" fmla="*/ 272 w 6343"/>
                  <a:gd name="connsiteY6" fmla="*/ 3430 h 6345"/>
                  <a:gd name="connsiteX7" fmla="*/ 1201 w 6343"/>
                  <a:gd name="connsiteY7" fmla="*/ 5673 h 6345"/>
                  <a:gd name="connsiteX8" fmla="*/ 3444 w 6343"/>
                  <a:gd name="connsiteY8" fmla="*/ 660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602"/>
                    </a:moveTo>
                    <a:cubicBezTo>
                      <a:pt x="4285" y="6602"/>
                      <a:pt x="5092" y="6268"/>
                      <a:pt x="5686" y="5673"/>
                    </a:cubicBezTo>
                    <a:cubicBezTo>
                      <a:pt x="6281" y="5078"/>
                      <a:pt x="6615" y="4271"/>
                      <a:pt x="6615" y="3430"/>
                    </a:cubicBezTo>
                    <a:cubicBezTo>
                      <a:pt x="6615" y="2588"/>
                      <a:pt x="6281" y="1781"/>
                      <a:pt x="5686" y="1186"/>
                    </a:cubicBezTo>
                    <a:cubicBezTo>
                      <a:pt x="5092" y="591"/>
                      <a:pt x="4285" y="257"/>
                      <a:pt x="3444" y="257"/>
                    </a:cubicBezTo>
                    <a:cubicBezTo>
                      <a:pt x="2603" y="257"/>
                      <a:pt x="1796" y="591"/>
                      <a:pt x="1201" y="1186"/>
                    </a:cubicBezTo>
                    <a:cubicBezTo>
                      <a:pt x="606" y="1781"/>
                      <a:pt x="272" y="2588"/>
                      <a:pt x="272" y="3430"/>
                    </a:cubicBezTo>
                    <a:cubicBezTo>
                      <a:pt x="272" y="4271"/>
                      <a:pt x="606" y="5078"/>
                      <a:pt x="1201" y="5673"/>
                    </a:cubicBezTo>
                    <a:cubicBezTo>
                      <a:pt x="1796" y="6268"/>
                      <a:pt x="2603" y="6602"/>
                      <a:pt x="3444" y="66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24" name="Freeform: Shape 2523">
                <a:extLst>
                  <a:ext uri="{FF2B5EF4-FFF2-40B4-BE49-F238E27FC236}">
                    <a16:creationId xmlns:a16="http://schemas.microsoft.com/office/drawing/2014/main" id="{F75ED6C1-1A06-E26B-6405-BB8A0BF1D0A4}"/>
                  </a:ext>
                </a:extLst>
              </p:cNvPr>
              <p:cNvSpPr/>
              <p:nvPr/>
            </p:nvSpPr>
            <p:spPr>
              <a:xfrm>
                <a:off x="4296316" y="6740192"/>
                <a:ext cx="6343" cy="6345"/>
              </a:xfrm>
              <a:custGeom>
                <a:avLst/>
                <a:gdLst>
                  <a:gd name="connsiteX0" fmla="*/ 3443 w 6343"/>
                  <a:gd name="connsiteY0" fmla="*/ 6602 h 6345"/>
                  <a:gd name="connsiteX1" fmla="*/ 5686 w 6343"/>
                  <a:gd name="connsiteY1" fmla="*/ 5673 h 6345"/>
                  <a:gd name="connsiteX2" fmla="*/ 6615 w 6343"/>
                  <a:gd name="connsiteY2" fmla="*/ 3430 h 6345"/>
                  <a:gd name="connsiteX3" fmla="*/ 5686 w 6343"/>
                  <a:gd name="connsiteY3" fmla="*/ 1186 h 6345"/>
                  <a:gd name="connsiteX4" fmla="*/ 3443 w 6343"/>
                  <a:gd name="connsiteY4" fmla="*/ 257 h 6345"/>
                  <a:gd name="connsiteX5" fmla="*/ 1200 w 6343"/>
                  <a:gd name="connsiteY5" fmla="*/ 1186 h 6345"/>
                  <a:gd name="connsiteX6" fmla="*/ 271 w 6343"/>
                  <a:gd name="connsiteY6" fmla="*/ 3430 h 6345"/>
                  <a:gd name="connsiteX7" fmla="*/ 1200 w 6343"/>
                  <a:gd name="connsiteY7" fmla="*/ 5673 h 6345"/>
                  <a:gd name="connsiteX8" fmla="*/ 3443 w 6343"/>
                  <a:gd name="connsiteY8" fmla="*/ 660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602"/>
                    </a:moveTo>
                    <a:cubicBezTo>
                      <a:pt x="4284" y="6602"/>
                      <a:pt x="5091" y="6268"/>
                      <a:pt x="5686" y="5673"/>
                    </a:cubicBezTo>
                    <a:cubicBezTo>
                      <a:pt x="6280" y="5078"/>
                      <a:pt x="6615" y="4271"/>
                      <a:pt x="6615" y="3430"/>
                    </a:cubicBezTo>
                    <a:cubicBezTo>
                      <a:pt x="6615" y="2588"/>
                      <a:pt x="6280" y="1781"/>
                      <a:pt x="5686" y="1186"/>
                    </a:cubicBezTo>
                    <a:cubicBezTo>
                      <a:pt x="5091" y="591"/>
                      <a:pt x="4284" y="257"/>
                      <a:pt x="3443" y="257"/>
                    </a:cubicBezTo>
                    <a:cubicBezTo>
                      <a:pt x="2602" y="257"/>
                      <a:pt x="1795" y="591"/>
                      <a:pt x="1200" y="1186"/>
                    </a:cubicBezTo>
                    <a:cubicBezTo>
                      <a:pt x="606" y="1781"/>
                      <a:pt x="271" y="2588"/>
                      <a:pt x="271" y="3430"/>
                    </a:cubicBezTo>
                    <a:cubicBezTo>
                      <a:pt x="271" y="4271"/>
                      <a:pt x="606" y="5078"/>
                      <a:pt x="1200" y="5673"/>
                    </a:cubicBezTo>
                    <a:cubicBezTo>
                      <a:pt x="1795" y="6268"/>
                      <a:pt x="2602" y="6602"/>
                      <a:pt x="3443" y="66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25" name="Freeform: Shape 2524">
                <a:extLst>
                  <a:ext uri="{FF2B5EF4-FFF2-40B4-BE49-F238E27FC236}">
                    <a16:creationId xmlns:a16="http://schemas.microsoft.com/office/drawing/2014/main" id="{A11F77A9-59A7-86B5-2E08-F54A73C52967}"/>
                  </a:ext>
                </a:extLst>
              </p:cNvPr>
              <p:cNvSpPr/>
              <p:nvPr/>
            </p:nvSpPr>
            <p:spPr>
              <a:xfrm>
                <a:off x="3972290" y="5975073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8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9" y="197"/>
                      <a:pt x="3418" y="197"/>
                    </a:cubicBezTo>
                    <a:cubicBezTo>
                      <a:pt x="2576" y="197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8"/>
                      <a:pt x="2576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26" name="Freeform: Shape 2525">
                <a:extLst>
                  <a:ext uri="{FF2B5EF4-FFF2-40B4-BE49-F238E27FC236}">
                    <a16:creationId xmlns:a16="http://schemas.microsoft.com/office/drawing/2014/main" id="{55F29353-1F85-1FF7-9428-D42E91DC0453}"/>
                  </a:ext>
                </a:extLst>
              </p:cNvPr>
              <p:cNvSpPr/>
              <p:nvPr/>
            </p:nvSpPr>
            <p:spPr>
              <a:xfrm>
                <a:off x="3969186" y="5971664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3"/>
                    </a:cubicBezTo>
                    <a:cubicBezTo>
                      <a:pt x="6255" y="5018"/>
                      <a:pt x="6589" y="4210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0"/>
                      <a:pt x="580" y="5018"/>
                      <a:pt x="1175" y="5613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27" name="Freeform: Shape 2526">
                <a:extLst>
                  <a:ext uri="{FF2B5EF4-FFF2-40B4-BE49-F238E27FC236}">
                    <a16:creationId xmlns:a16="http://schemas.microsoft.com/office/drawing/2014/main" id="{2F62A029-05C9-7DF5-9CB4-C39852E49798}"/>
                  </a:ext>
                </a:extLst>
              </p:cNvPr>
              <p:cNvSpPr/>
              <p:nvPr/>
            </p:nvSpPr>
            <p:spPr>
              <a:xfrm>
                <a:off x="3967507" y="5971674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6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3"/>
                    </a:cubicBezTo>
                    <a:cubicBezTo>
                      <a:pt x="6255" y="5018"/>
                      <a:pt x="6589" y="4210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0"/>
                      <a:pt x="580" y="5018"/>
                      <a:pt x="1174" y="5613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28" name="Freeform: Shape 2527">
                <a:extLst>
                  <a:ext uri="{FF2B5EF4-FFF2-40B4-BE49-F238E27FC236}">
                    <a16:creationId xmlns:a16="http://schemas.microsoft.com/office/drawing/2014/main" id="{9DC548CB-D38E-0029-EE89-E33AAC7B995B}"/>
                  </a:ext>
                </a:extLst>
              </p:cNvPr>
              <p:cNvSpPr/>
              <p:nvPr/>
            </p:nvSpPr>
            <p:spPr>
              <a:xfrm>
                <a:off x="3965134" y="5969900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2 h 6345"/>
                  <a:gd name="connsiteX2" fmla="*/ 6588 w 6343"/>
                  <a:gd name="connsiteY2" fmla="*/ 3369 h 6345"/>
                  <a:gd name="connsiteX3" fmla="*/ 5660 w 6343"/>
                  <a:gd name="connsiteY3" fmla="*/ 1125 h 6345"/>
                  <a:gd name="connsiteX4" fmla="*/ 3417 w 6343"/>
                  <a:gd name="connsiteY4" fmla="*/ 196 h 6345"/>
                  <a:gd name="connsiteX5" fmla="*/ 1174 w 6343"/>
                  <a:gd name="connsiteY5" fmla="*/ 1125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8"/>
                      <a:pt x="6254" y="1720"/>
                      <a:pt x="5660" y="1125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5"/>
                    </a:cubicBezTo>
                    <a:cubicBezTo>
                      <a:pt x="580" y="1720"/>
                      <a:pt x="245" y="2528"/>
                      <a:pt x="245" y="3369"/>
                    </a:cubicBezTo>
                    <a:cubicBezTo>
                      <a:pt x="245" y="4210"/>
                      <a:pt x="580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29" name="Freeform: Shape 2528">
                <a:extLst>
                  <a:ext uri="{FF2B5EF4-FFF2-40B4-BE49-F238E27FC236}">
                    <a16:creationId xmlns:a16="http://schemas.microsoft.com/office/drawing/2014/main" id="{CEB76F2A-3CDA-45F4-6D09-F52DA8BCDB75}"/>
                  </a:ext>
                </a:extLst>
              </p:cNvPr>
              <p:cNvSpPr/>
              <p:nvPr/>
            </p:nvSpPr>
            <p:spPr>
              <a:xfrm>
                <a:off x="3963867" y="5970905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2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59" y="5612"/>
                    </a:cubicBezTo>
                    <a:cubicBezTo>
                      <a:pt x="6254" y="5017"/>
                      <a:pt x="6588" y="4210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0"/>
                      <a:pt x="579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30" name="Freeform: Shape 2529">
                <a:extLst>
                  <a:ext uri="{FF2B5EF4-FFF2-40B4-BE49-F238E27FC236}">
                    <a16:creationId xmlns:a16="http://schemas.microsoft.com/office/drawing/2014/main" id="{97035702-E485-ADFF-75B0-67F4E07AD5BB}"/>
                  </a:ext>
                </a:extLst>
              </p:cNvPr>
              <p:cNvSpPr/>
              <p:nvPr/>
            </p:nvSpPr>
            <p:spPr>
              <a:xfrm>
                <a:off x="3962422" y="5971458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59" y="5613"/>
                    </a:cubicBezTo>
                    <a:cubicBezTo>
                      <a:pt x="6254" y="5018"/>
                      <a:pt x="6588" y="4210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0"/>
                      <a:pt x="579" y="5018"/>
                      <a:pt x="1174" y="5613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31" name="Freeform: Shape 2530">
                <a:extLst>
                  <a:ext uri="{FF2B5EF4-FFF2-40B4-BE49-F238E27FC236}">
                    <a16:creationId xmlns:a16="http://schemas.microsoft.com/office/drawing/2014/main" id="{3277C997-2128-815A-400F-6E1563BB3425}"/>
                  </a:ext>
                </a:extLst>
              </p:cNvPr>
              <p:cNvSpPr/>
              <p:nvPr/>
            </p:nvSpPr>
            <p:spPr>
              <a:xfrm>
                <a:off x="3960973" y="5972002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4" y="6208"/>
                      <a:pt x="5659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4" y="531"/>
                      <a:pt x="4258" y="196"/>
                      <a:pt x="3417" y="196"/>
                    </a:cubicBezTo>
                    <a:cubicBezTo>
                      <a:pt x="2575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1"/>
                      <a:pt x="579" y="5018"/>
                      <a:pt x="1174" y="5613"/>
                    </a:cubicBezTo>
                    <a:cubicBezTo>
                      <a:pt x="1769" y="6208"/>
                      <a:pt x="2575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32" name="Freeform: Shape 2531">
                <a:extLst>
                  <a:ext uri="{FF2B5EF4-FFF2-40B4-BE49-F238E27FC236}">
                    <a16:creationId xmlns:a16="http://schemas.microsoft.com/office/drawing/2014/main" id="{5222D74A-E950-7291-6094-574A847BE2A3}"/>
                  </a:ext>
                </a:extLst>
              </p:cNvPr>
              <p:cNvSpPr/>
              <p:nvPr/>
            </p:nvSpPr>
            <p:spPr>
              <a:xfrm>
                <a:off x="4083453" y="6323645"/>
                <a:ext cx="6343" cy="6345"/>
              </a:xfrm>
              <a:custGeom>
                <a:avLst/>
                <a:gdLst>
                  <a:gd name="connsiteX0" fmla="*/ 3426 w 6343"/>
                  <a:gd name="connsiteY0" fmla="*/ 6570 h 6345"/>
                  <a:gd name="connsiteX1" fmla="*/ 5669 w 6343"/>
                  <a:gd name="connsiteY1" fmla="*/ 5640 h 6345"/>
                  <a:gd name="connsiteX2" fmla="*/ 6598 w 6343"/>
                  <a:gd name="connsiteY2" fmla="*/ 3397 h 6345"/>
                  <a:gd name="connsiteX3" fmla="*/ 5669 w 6343"/>
                  <a:gd name="connsiteY3" fmla="*/ 1153 h 6345"/>
                  <a:gd name="connsiteX4" fmla="*/ 3426 w 6343"/>
                  <a:gd name="connsiteY4" fmla="*/ 224 h 6345"/>
                  <a:gd name="connsiteX5" fmla="*/ 1184 w 6343"/>
                  <a:gd name="connsiteY5" fmla="*/ 1153 h 6345"/>
                  <a:gd name="connsiteX6" fmla="*/ 255 w 6343"/>
                  <a:gd name="connsiteY6" fmla="*/ 3397 h 6345"/>
                  <a:gd name="connsiteX7" fmla="*/ 1184 w 6343"/>
                  <a:gd name="connsiteY7" fmla="*/ 5640 h 6345"/>
                  <a:gd name="connsiteX8" fmla="*/ 342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70"/>
                    </a:moveTo>
                    <a:cubicBezTo>
                      <a:pt x="4267" y="6570"/>
                      <a:pt x="5074" y="6235"/>
                      <a:pt x="5669" y="5640"/>
                    </a:cubicBezTo>
                    <a:cubicBezTo>
                      <a:pt x="6264" y="5045"/>
                      <a:pt x="6598" y="4238"/>
                      <a:pt x="6598" y="3397"/>
                    </a:cubicBezTo>
                    <a:cubicBezTo>
                      <a:pt x="6598" y="2555"/>
                      <a:pt x="6264" y="1748"/>
                      <a:pt x="5669" y="1153"/>
                    </a:cubicBezTo>
                    <a:cubicBezTo>
                      <a:pt x="5074" y="558"/>
                      <a:pt x="4267" y="224"/>
                      <a:pt x="3426" y="224"/>
                    </a:cubicBezTo>
                    <a:cubicBezTo>
                      <a:pt x="2585" y="224"/>
                      <a:pt x="1778" y="558"/>
                      <a:pt x="1184" y="1153"/>
                    </a:cubicBezTo>
                    <a:cubicBezTo>
                      <a:pt x="589" y="1748"/>
                      <a:pt x="255" y="2555"/>
                      <a:pt x="255" y="3397"/>
                    </a:cubicBezTo>
                    <a:cubicBezTo>
                      <a:pt x="255" y="4238"/>
                      <a:pt x="589" y="5045"/>
                      <a:pt x="1184" y="5640"/>
                    </a:cubicBezTo>
                    <a:cubicBezTo>
                      <a:pt x="1778" y="6235"/>
                      <a:pt x="2585" y="6570"/>
                      <a:pt x="342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33" name="Freeform: Shape 2532">
                <a:extLst>
                  <a:ext uri="{FF2B5EF4-FFF2-40B4-BE49-F238E27FC236}">
                    <a16:creationId xmlns:a16="http://schemas.microsoft.com/office/drawing/2014/main" id="{9B43A0A1-EEC1-94BE-72C8-EED205757742}"/>
                  </a:ext>
                </a:extLst>
              </p:cNvPr>
              <p:cNvSpPr/>
              <p:nvPr/>
            </p:nvSpPr>
            <p:spPr>
              <a:xfrm>
                <a:off x="4079196" y="6323083"/>
                <a:ext cx="6343" cy="6345"/>
              </a:xfrm>
              <a:custGeom>
                <a:avLst/>
                <a:gdLst>
                  <a:gd name="connsiteX0" fmla="*/ 3426 w 6343"/>
                  <a:gd name="connsiteY0" fmla="*/ 6569 h 6345"/>
                  <a:gd name="connsiteX1" fmla="*/ 5669 w 6343"/>
                  <a:gd name="connsiteY1" fmla="*/ 5640 h 6345"/>
                  <a:gd name="connsiteX2" fmla="*/ 6597 w 6343"/>
                  <a:gd name="connsiteY2" fmla="*/ 3397 h 6345"/>
                  <a:gd name="connsiteX3" fmla="*/ 5669 w 6343"/>
                  <a:gd name="connsiteY3" fmla="*/ 1153 h 6345"/>
                  <a:gd name="connsiteX4" fmla="*/ 3426 w 6343"/>
                  <a:gd name="connsiteY4" fmla="*/ 224 h 6345"/>
                  <a:gd name="connsiteX5" fmla="*/ 1183 w 6343"/>
                  <a:gd name="connsiteY5" fmla="*/ 1153 h 6345"/>
                  <a:gd name="connsiteX6" fmla="*/ 254 w 6343"/>
                  <a:gd name="connsiteY6" fmla="*/ 3397 h 6345"/>
                  <a:gd name="connsiteX7" fmla="*/ 1183 w 6343"/>
                  <a:gd name="connsiteY7" fmla="*/ 5640 h 6345"/>
                  <a:gd name="connsiteX8" fmla="*/ 3426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69"/>
                    </a:moveTo>
                    <a:cubicBezTo>
                      <a:pt x="4267" y="6569"/>
                      <a:pt x="5074" y="6235"/>
                      <a:pt x="5669" y="5640"/>
                    </a:cubicBezTo>
                    <a:cubicBezTo>
                      <a:pt x="6263" y="5045"/>
                      <a:pt x="6597" y="4238"/>
                      <a:pt x="6597" y="3397"/>
                    </a:cubicBezTo>
                    <a:cubicBezTo>
                      <a:pt x="6597" y="2555"/>
                      <a:pt x="6263" y="1748"/>
                      <a:pt x="5669" y="1153"/>
                    </a:cubicBezTo>
                    <a:cubicBezTo>
                      <a:pt x="5074" y="558"/>
                      <a:pt x="4267" y="224"/>
                      <a:pt x="3426" y="224"/>
                    </a:cubicBezTo>
                    <a:cubicBezTo>
                      <a:pt x="2585" y="224"/>
                      <a:pt x="1778" y="558"/>
                      <a:pt x="1183" y="1153"/>
                    </a:cubicBezTo>
                    <a:cubicBezTo>
                      <a:pt x="589" y="1748"/>
                      <a:pt x="254" y="2555"/>
                      <a:pt x="254" y="3397"/>
                    </a:cubicBezTo>
                    <a:cubicBezTo>
                      <a:pt x="254" y="4238"/>
                      <a:pt x="589" y="5045"/>
                      <a:pt x="1183" y="5640"/>
                    </a:cubicBezTo>
                    <a:cubicBezTo>
                      <a:pt x="1778" y="6235"/>
                      <a:pt x="2585" y="6569"/>
                      <a:pt x="3426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34" name="Freeform: Shape 2533">
                <a:extLst>
                  <a:ext uri="{FF2B5EF4-FFF2-40B4-BE49-F238E27FC236}">
                    <a16:creationId xmlns:a16="http://schemas.microsoft.com/office/drawing/2014/main" id="{FE9E171A-3FFC-A96E-98C9-9F924EA4E340}"/>
                  </a:ext>
                </a:extLst>
              </p:cNvPr>
              <p:cNvSpPr/>
              <p:nvPr/>
            </p:nvSpPr>
            <p:spPr>
              <a:xfrm>
                <a:off x="4075403" y="6323797"/>
                <a:ext cx="6343" cy="6345"/>
              </a:xfrm>
              <a:custGeom>
                <a:avLst/>
                <a:gdLst>
                  <a:gd name="connsiteX0" fmla="*/ 3426 w 6343"/>
                  <a:gd name="connsiteY0" fmla="*/ 6570 h 6345"/>
                  <a:gd name="connsiteX1" fmla="*/ 5668 w 6343"/>
                  <a:gd name="connsiteY1" fmla="*/ 5640 h 6345"/>
                  <a:gd name="connsiteX2" fmla="*/ 6597 w 6343"/>
                  <a:gd name="connsiteY2" fmla="*/ 3397 h 6345"/>
                  <a:gd name="connsiteX3" fmla="*/ 5668 w 6343"/>
                  <a:gd name="connsiteY3" fmla="*/ 1153 h 6345"/>
                  <a:gd name="connsiteX4" fmla="*/ 3426 w 6343"/>
                  <a:gd name="connsiteY4" fmla="*/ 224 h 6345"/>
                  <a:gd name="connsiteX5" fmla="*/ 1183 w 6343"/>
                  <a:gd name="connsiteY5" fmla="*/ 1153 h 6345"/>
                  <a:gd name="connsiteX6" fmla="*/ 254 w 6343"/>
                  <a:gd name="connsiteY6" fmla="*/ 3397 h 6345"/>
                  <a:gd name="connsiteX7" fmla="*/ 1183 w 6343"/>
                  <a:gd name="connsiteY7" fmla="*/ 5640 h 6345"/>
                  <a:gd name="connsiteX8" fmla="*/ 342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70"/>
                    </a:moveTo>
                    <a:cubicBezTo>
                      <a:pt x="4267" y="6570"/>
                      <a:pt x="5074" y="6235"/>
                      <a:pt x="5668" y="5640"/>
                    </a:cubicBezTo>
                    <a:cubicBezTo>
                      <a:pt x="6263" y="5045"/>
                      <a:pt x="6597" y="4238"/>
                      <a:pt x="6597" y="3397"/>
                    </a:cubicBezTo>
                    <a:cubicBezTo>
                      <a:pt x="6597" y="2555"/>
                      <a:pt x="6263" y="1748"/>
                      <a:pt x="5668" y="1153"/>
                    </a:cubicBezTo>
                    <a:cubicBezTo>
                      <a:pt x="5074" y="558"/>
                      <a:pt x="4267" y="224"/>
                      <a:pt x="3426" y="224"/>
                    </a:cubicBezTo>
                    <a:cubicBezTo>
                      <a:pt x="2585" y="224"/>
                      <a:pt x="1778" y="558"/>
                      <a:pt x="1183" y="1153"/>
                    </a:cubicBezTo>
                    <a:cubicBezTo>
                      <a:pt x="588" y="1748"/>
                      <a:pt x="254" y="2555"/>
                      <a:pt x="254" y="3397"/>
                    </a:cubicBezTo>
                    <a:cubicBezTo>
                      <a:pt x="254" y="4238"/>
                      <a:pt x="588" y="5045"/>
                      <a:pt x="1183" y="5640"/>
                    </a:cubicBezTo>
                    <a:cubicBezTo>
                      <a:pt x="1778" y="6235"/>
                      <a:pt x="2585" y="6570"/>
                      <a:pt x="342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35" name="Freeform: Shape 2534">
                <a:extLst>
                  <a:ext uri="{FF2B5EF4-FFF2-40B4-BE49-F238E27FC236}">
                    <a16:creationId xmlns:a16="http://schemas.microsoft.com/office/drawing/2014/main" id="{4BA3934E-9DBD-8AB4-757C-BD6FBBA1494C}"/>
                  </a:ext>
                </a:extLst>
              </p:cNvPr>
              <p:cNvSpPr/>
              <p:nvPr/>
            </p:nvSpPr>
            <p:spPr>
              <a:xfrm>
                <a:off x="4071578" y="6324395"/>
                <a:ext cx="6343" cy="6345"/>
              </a:xfrm>
              <a:custGeom>
                <a:avLst/>
                <a:gdLst>
                  <a:gd name="connsiteX0" fmla="*/ 3425 w 6343"/>
                  <a:gd name="connsiteY0" fmla="*/ 6570 h 6345"/>
                  <a:gd name="connsiteX1" fmla="*/ 5668 w 6343"/>
                  <a:gd name="connsiteY1" fmla="*/ 5640 h 6345"/>
                  <a:gd name="connsiteX2" fmla="*/ 6597 w 6343"/>
                  <a:gd name="connsiteY2" fmla="*/ 3397 h 6345"/>
                  <a:gd name="connsiteX3" fmla="*/ 5668 w 6343"/>
                  <a:gd name="connsiteY3" fmla="*/ 1153 h 6345"/>
                  <a:gd name="connsiteX4" fmla="*/ 3425 w 6343"/>
                  <a:gd name="connsiteY4" fmla="*/ 224 h 6345"/>
                  <a:gd name="connsiteX5" fmla="*/ 1183 w 6343"/>
                  <a:gd name="connsiteY5" fmla="*/ 1153 h 6345"/>
                  <a:gd name="connsiteX6" fmla="*/ 254 w 6343"/>
                  <a:gd name="connsiteY6" fmla="*/ 3397 h 6345"/>
                  <a:gd name="connsiteX7" fmla="*/ 1183 w 6343"/>
                  <a:gd name="connsiteY7" fmla="*/ 5640 h 6345"/>
                  <a:gd name="connsiteX8" fmla="*/ 342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70"/>
                    </a:moveTo>
                    <a:cubicBezTo>
                      <a:pt x="4266" y="6570"/>
                      <a:pt x="5073" y="6235"/>
                      <a:pt x="5668" y="5640"/>
                    </a:cubicBezTo>
                    <a:cubicBezTo>
                      <a:pt x="6263" y="5045"/>
                      <a:pt x="6597" y="4238"/>
                      <a:pt x="6597" y="3397"/>
                    </a:cubicBezTo>
                    <a:cubicBezTo>
                      <a:pt x="6597" y="2555"/>
                      <a:pt x="6263" y="1748"/>
                      <a:pt x="5668" y="1153"/>
                    </a:cubicBezTo>
                    <a:cubicBezTo>
                      <a:pt x="5073" y="558"/>
                      <a:pt x="4266" y="224"/>
                      <a:pt x="3425" y="224"/>
                    </a:cubicBezTo>
                    <a:cubicBezTo>
                      <a:pt x="2584" y="224"/>
                      <a:pt x="1777" y="558"/>
                      <a:pt x="1183" y="1153"/>
                    </a:cubicBezTo>
                    <a:cubicBezTo>
                      <a:pt x="588" y="1748"/>
                      <a:pt x="254" y="2555"/>
                      <a:pt x="254" y="3397"/>
                    </a:cubicBezTo>
                    <a:cubicBezTo>
                      <a:pt x="254" y="4238"/>
                      <a:pt x="588" y="5045"/>
                      <a:pt x="1183" y="5640"/>
                    </a:cubicBezTo>
                    <a:cubicBezTo>
                      <a:pt x="1777" y="6235"/>
                      <a:pt x="2584" y="6570"/>
                      <a:pt x="342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36" name="Freeform: Shape 2535">
                <a:extLst>
                  <a:ext uri="{FF2B5EF4-FFF2-40B4-BE49-F238E27FC236}">
                    <a16:creationId xmlns:a16="http://schemas.microsoft.com/office/drawing/2014/main" id="{E303D8B5-10E7-D24F-5262-CE22E216AD85}"/>
                  </a:ext>
                </a:extLst>
              </p:cNvPr>
              <p:cNvSpPr/>
              <p:nvPr/>
            </p:nvSpPr>
            <p:spPr>
              <a:xfrm>
                <a:off x="4067530" y="6324291"/>
                <a:ext cx="6343" cy="6345"/>
              </a:xfrm>
              <a:custGeom>
                <a:avLst/>
                <a:gdLst>
                  <a:gd name="connsiteX0" fmla="*/ 3425 w 6343"/>
                  <a:gd name="connsiteY0" fmla="*/ 6570 h 6345"/>
                  <a:gd name="connsiteX1" fmla="*/ 5668 w 6343"/>
                  <a:gd name="connsiteY1" fmla="*/ 5640 h 6345"/>
                  <a:gd name="connsiteX2" fmla="*/ 6597 w 6343"/>
                  <a:gd name="connsiteY2" fmla="*/ 3397 h 6345"/>
                  <a:gd name="connsiteX3" fmla="*/ 5668 w 6343"/>
                  <a:gd name="connsiteY3" fmla="*/ 1153 h 6345"/>
                  <a:gd name="connsiteX4" fmla="*/ 3425 w 6343"/>
                  <a:gd name="connsiteY4" fmla="*/ 224 h 6345"/>
                  <a:gd name="connsiteX5" fmla="*/ 1182 w 6343"/>
                  <a:gd name="connsiteY5" fmla="*/ 1153 h 6345"/>
                  <a:gd name="connsiteX6" fmla="*/ 253 w 6343"/>
                  <a:gd name="connsiteY6" fmla="*/ 3397 h 6345"/>
                  <a:gd name="connsiteX7" fmla="*/ 1182 w 6343"/>
                  <a:gd name="connsiteY7" fmla="*/ 5640 h 6345"/>
                  <a:gd name="connsiteX8" fmla="*/ 342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70"/>
                    </a:moveTo>
                    <a:cubicBezTo>
                      <a:pt x="4266" y="6570"/>
                      <a:pt x="5073" y="6235"/>
                      <a:pt x="5668" y="5640"/>
                    </a:cubicBezTo>
                    <a:cubicBezTo>
                      <a:pt x="6262" y="5045"/>
                      <a:pt x="6597" y="4238"/>
                      <a:pt x="6597" y="3397"/>
                    </a:cubicBezTo>
                    <a:cubicBezTo>
                      <a:pt x="6597" y="2555"/>
                      <a:pt x="6262" y="1748"/>
                      <a:pt x="5668" y="1153"/>
                    </a:cubicBezTo>
                    <a:cubicBezTo>
                      <a:pt x="5073" y="558"/>
                      <a:pt x="4266" y="224"/>
                      <a:pt x="3425" y="224"/>
                    </a:cubicBezTo>
                    <a:cubicBezTo>
                      <a:pt x="2584" y="224"/>
                      <a:pt x="1777" y="558"/>
                      <a:pt x="1182" y="1153"/>
                    </a:cubicBezTo>
                    <a:cubicBezTo>
                      <a:pt x="588" y="1748"/>
                      <a:pt x="253" y="2555"/>
                      <a:pt x="253" y="3397"/>
                    </a:cubicBezTo>
                    <a:cubicBezTo>
                      <a:pt x="253" y="4238"/>
                      <a:pt x="588" y="5045"/>
                      <a:pt x="1182" y="5640"/>
                    </a:cubicBezTo>
                    <a:cubicBezTo>
                      <a:pt x="1777" y="6235"/>
                      <a:pt x="2584" y="6570"/>
                      <a:pt x="342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37" name="Freeform: Shape 2536">
                <a:extLst>
                  <a:ext uri="{FF2B5EF4-FFF2-40B4-BE49-F238E27FC236}">
                    <a16:creationId xmlns:a16="http://schemas.microsoft.com/office/drawing/2014/main" id="{A2234AFF-FA76-DEDB-AD22-B399178C6734}"/>
                  </a:ext>
                </a:extLst>
              </p:cNvPr>
              <p:cNvSpPr/>
              <p:nvPr/>
            </p:nvSpPr>
            <p:spPr>
              <a:xfrm>
                <a:off x="4063696" y="6324794"/>
                <a:ext cx="6343" cy="6345"/>
              </a:xfrm>
              <a:custGeom>
                <a:avLst/>
                <a:gdLst>
                  <a:gd name="connsiteX0" fmla="*/ 3425 w 6343"/>
                  <a:gd name="connsiteY0" fmla="*/ 6570 h 6345"/>
                  <a:gd name="connsiteX1" fmla="*/ 5667 w 6343"/>
                  <a:gd name="connsiteY1" fmla="*/ 5640 h 6345"/>
                  <a:gd name="connsiteX2" fmla="*/ 6596 w 6343"/>
                  <a:gd name="connsiteY2" fmla="*/ 3397 h 6345"/>
                  <a:gd name="connsiteX3" fmla="*/ 5667 w 6343"/>
                  <a:gd name="connsiteY3" fmla="*/ 1153 h 6345"/>
                  <a:gd name="connsiteX4" fmla="*/ 3425 w 6343"/>
                  <a:gd name="connsiteY4" fmla="*/ 224 h 6345"/>
                  <a:gd name="connsiteX5" fmla="*/ 1182 w 6343"/>
                  <a:gd name="connsiteY5" fmla="*/ 1153 h 6345"/>
                  <a:gd name="connsiteX6" fmla="*/ 253 w 6343"/>
                  <a:gd name="connsiteY6" fmla="*/ 3397 h 6345"/>
                  <a:gd name="connsiteX7" fmla="*/ 1182 w 6343"/>
                  <a:gd name="connsiteY7" fmla="*/ 5640 h 6345"/>
                  <a:gd name="connsiteX8" fmla="*/ 342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70"/>
                    </a:moveTo>
                    <a:cubicBezTo>
                      <a:pt x="4266" y="6570"/>
                      <a:pt x="5073" y="6235"/>
                      <a:pt x="5667" y="5640"/>
                    </a:cubicBezTo>
                    <a:cubicBezTo>
                      <a:pt x="6262" y="5045"/>
                      <a:pt x="6596" y="4238"/>
                      <a:pt x="6596" y="3397"/>
                    </a:cubicBezTo>
                    <a:cubicBezTo>
                      <a:pt x="6596" y="2555"/>
                      <a:pt x="6262" y="1748"/>
                      <a:pt x="5667" y="1153"/>
                    </a:cubicBezTo>
                    <a:cubicBezTo>
                      <a:pt x="5073" y="559"/>
                      <a:pt x="4266" y="224"/>
                      <a:pt x="3425" y="224"/>
                    </a:cubicBezTo>
                    <a:cubicBezTo>
                      <a:pt x="2584" y="224"/>
                      <a:pt x="1777" y="559"/>
                      <a:pt x="1182" y="1153"/>
                    </a:cubicBezTo>
                    <a:cubicBezTo>
                      <a:pt x="587" y="1748"/>
                      <a:pt x="253" y="2555"/>
                      <a:pt x="253" y="3397"/>
                    </a:cubicBezTo>
                    <a:cubicBezTo>
                      <a:pt x="253" y="4238"/>
                      <a:pt x="587" y="5045"/>
                      <a:pt x="1182" y="5640"/>
                    </a:cubicBezTo>
                    <a:cubicBezTo>
                      <a:pt x="1777" y="6235"/>
                      <a:pt x="2584" y="6570"/>
                      <a:pt x="342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38" name="Freeform: Shape 2537">
                <a:extLst>
                  <a:ext uri="{FF2B5EF4-FFF2-40B4-BE49-F238E27FC236}">
                    <a16:creationId xmlns:a16="http://schemas.microsoft.com/office/drawing/2014/main" id="{57A3FC39-4505-02EB-E5C3-A31F2C95BB25}"/>
                  </a:ext>
                </a:extLst>
              </p:cNvPr>
              <p:cNvSpPr/>
              <p:nvPr/>
            </p:nvSpPr>
            <p:spPr>
              <a:xfrm>
                <a:off x="4059891" y="6325363"/>
                <a:ext cx="6343" cy="6345"/>
              </a:xfrm>
              <a:custGeom>
                <a:avLst/>
                <a:gdLst>
                  <a:gd name="connsiteX0" fmla="*/ 3424 w 6343"/>
                  <a:gd name="connsiteY0" fmla="*/ 6570 h 6345"/>
                  <a:gd name="connsiteX1" fmla="*/ 5667 w 6343"/>
                  <a:gd name="connsiteY1" fmla="*/ 5640 h 6345"/>
                  <a:gd name="connsiteX2" fmla="*/ 6596 w 6343"/>
                  <a:gd name="connsiteY2" fmla="*/ 3397 h 6345"/>
                  <a:gd name="connsiteX3" fmla="*/ 5667 w 6343"/>
                  <a:gd name="connsiteY3" fmla="*/ 1154 h 6345"/>
                  <a:gd name="connsiteX4" fmla="*/ 3424 w 6343"/>
                  <a:gd name="connsiteY4" fmla="*/ 224 h 6345"/>
                  <a:gd name="connsiteX5" fmla="*/ 1182 w 6343"/>
                  <a:gd name="connsiteY5" fmla="*/ 1154 h 6345"/>
                  <a:gd name="connsiteX6" fmla="*/ 253 w 6343"/>
                  <a:gd name="connsiteY6" fmla="*/ 3397 h 6345"/>
                  <a:gd name="connsiteX7" fmla="*/ 1182 w 6343"/>
                  <a:gd name="connsiteY7" fmla="*/ 5640 h 6345"/>
                  <a:gd name="connsiteX8" fmla="*/ 342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0"/>
                    </a:moveTo>
                    <a:cubicBezTo>
                      <a:pt x="4266" y="6570"/>
                      <a:pt x="5072" y="6235"/>
                      <a:pt x="5667" y="5640"/>
                    </a:cubicBezTo>
                    <a:cubicBezTo>
                      <a:pt x="6262" y="5045"/>
                      <a:pt x="6596" y="4238"/>
                      <a:pt x="6596" y="3397"/>
                    </a:cubicBezTo>
                    <a:cubicBezTo>
                      <a:pt x="6596" y="2556"/>
                      <a:pt x="6262" y="1748"/>
                      <a:pt x="5667" y="1154"/>
                    </a:cubicBezTo>
                    <a:cubicBezTo>
                      <a:pt x="5072" y="559"/>
                      <a:pt x="4266" y="224"/>
                      <a:pt x="3424" y="224"/>
                    </a:cubicBezTo>
                    <a:cubicBezTo>
                      <a:pt x="2583" y="224"/>
                      <a:pt x="1777" y="559"/>
                      <a:pt x="1182" y="1154"/>
                    </a:cubicBezTo>
                    <a:cubicBezTo>
                      <a:pt x="587" y="1748"/>
                      <a:pt x="253" y="2556"/>
                      <a:pt x="253" y="3397"/>
                    </a:cubicBezTo>
                    <a:cubicBezTo>
                      <a:pt x="253" y="4238"/>
                      <a:pt x="587" y="5045"/>
                      <a:pt x="1182" y="5640"/>
                    </a:cubicBezTo>
                    <a:cubicBezTo>
                      <a:pt x="1777" y="6235"/>
                      <a:pt x="2583" y="6570"/>
                      <a:pt x="342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39" name="Freeform: Shape 2538">
                <a:extLst>
                  <a:ext uri="{FF2B5EF4-FFF2-40B4-BE49-F238E27FC236}">
                    <a16:creationId xmlns:a16="http://schemas.microsoft.com/office/drawing/2014/main" id="{FFBBD76A-5796-4986-99A8-390EDE4E5F4C}"/>
                  </a:ext>
                </a:extLst>
              </p:cNvPr>
              <p:cNvSpPr/>
              <p:nvPr/>
            </p:nvSpPr>
            <p:spPr>
              <a:xfrm>
                <a:off x="4055974" y="6325543"/>
                <a:ext cx="6343" cy="6345"/>
              </a:xfrm>
              <a:custGeom>
                <a:avLst/>
                <a:gdLst>
                  <a:gd name="connsiteX0" fmla="*/ 3424 w 6343"/>
                  <a:gd name="connsiteY0" fmla="*/ 6570 h 6345"/>
                  <a:gd name="connsiteX1" fmla="*/ 5667 w 6343"/>
                  <a:gd name="connsiteY1" fmla="*/ 5640 h 6345"/>
                  <a:gd name="connsiteX2" fmla="*/ 6596 w 6343"/>
                  <a:gd name="connsiteY2" fmla="*/ 3397 h 6345"/>
                  <a:gd name="connsiteX3" fmla="*/ 5667 w 6343"/>
                  <a:gd name="connsiteY3" fmla="*/ 1154 h 6345"/>
                  <a:gd name="connsiteX4" fmla="*/ 3424 w 6343"/>
                  <a:gd name="connsiteY4" fmla="*/ 224 h 6345"/>
                  <a:gd name="connsiteX5" fmla="*/ 1181 w 6343"/>
                  <a:gd name="connsiteY5" fmla="*/ 1154 h 6345"/>
                  <a:gd name="connsiteX6" fmla="*/ 253 w 6343"/>
                  <a:gd name="connsiteY6" fmla="*/ 3397 h 6345"/>
                  <a:gd name="connsiteX7" fmla="*/ 1181 w 6343"/>
                  <a:gd name="connsiteY7" fmla="*/ 5640 h 6345"/>
                  <a:gd name="connsiteX8" fmla="*/ 342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0"/>
                    </a:moveTo>
                    <a:cubicBezTo>
                      <a:pt x="4265" y="6570"/>
                      <a:pt x="5072" y="6235"/>
                      <a:pt x="5667" y="5640"/>
                    </a:cubicBezTo>
                    <a:cubicBezTo>
                      <a:pt x="6261" y="5045"/>
                      <a:pt x="6596" y="4238"/>
                      <a:pt x="6596" y="3397"/>
                    </a:cubicBezTo>
                    <a:cubicBezTo>
                      <a:pt x="6596" y="2556"/>
                      <a:pt x="6261" y="1748"/>
                      <a:pt x="5667" y="1154"/>
                    </a:cubicBezTo>
                    <a:cubicBezTo>
                      <a:pt x="5072" y="559"/>
                      <a:pt x="4265" y="224"/>
                      <a:pt x="3424" y="224"/>
                    </a:cubicBezTo>
                    <a:cubicBezTo>
                      <a:pt x="2583" y="224"/>
                      <a:pt x="1776" y="559"/>
                      <a:pt x="1181" y="1154"/>
                    </a:cubicBezTo>
                    <a:cubicBezTo>
                      <a:pt x="587" y="1748"/>
                      <a:pt x="253" y="2556"/>
                      <a:pt x="253" y="3397"/>
                    </a:cubicBezTo>
                    <a:cubicBezTo>
                      <a:pt x="253" y="4238"/>
                      <a:pt x="587" y="5045"/>
                      <a:pt x="1181" y="5640"/>
                    </a:cubicBezTo>
                    <a:cubicBezTo>
                      <a:pt x="1776" y="6235"/>
                      <a:pt x="2583" y="6570"/>
                      <a:pt x="342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40" name="Freeform: Shape 2539">
                <a:extLst>
                  <a:ext uri="{FF2B5EF4-FFF2-40B4-BE49-F238E27FC236}">
                    <a16:creationId xmlns:a16="http://schemas.microsoft.com/office/drawing/2014/main" id="{695C3F2C-6E55-B2B1-F796-9F207D0F8238}"/>
                  </a:ext>
                </a:extLst>
              </p:cNvPr>
              <p:cNvSpPr/>
              <p:nvPr/>
            </p:nvSpPr>
            <p:spPr>
              <a:xfrm>
                <a:off x="4058390" y="6360345"/>
                <a:ext cx="6343" cy="6345"/>
              </a:xfrm>
              <a:custGeom>
                <a:avLst/>
                <a:gdLst>
                  <a:gd name="connsiteX0" fmla="*/ 3424 w 6343"/>
                  <a:gd name="connsiteY0" fmla="*/ 6572 h 6345"/>
                  <a:gd name="connsiteX1" fmla="*/ 5667 w 6343"/>
                  <a:gd name="connsiteY1" fmla="*/ 5643 h 6345"/>
                  <a:gd name="connsiteX2" fmla="*/ 6596 w 6343"/>
                  <a:gd name="connsiteY2" fmla="*/ 3400 h 6345"/>
                  <a:gd name="connsiteX3" fmla="*/ 5667 w 6343"/>
                  <a:gd name="connsiteY3" fmla="*/ 1156 h 6345"/>
                  <a:gd name="connsiteX4" fmla="*/ 3424 w 6343"/>
                  <a:gd name="connsiteY4" fmla="*/ 227 h 6345"/>
                  <a:gd name="connsiteX5" fmla="*/ 1182 w 6343"/>
                  <a:gd name="connsiteY5" fmla="*/ 1156 h 6345"/>
                  <a:gd name="connsiteX6" fmla="*/ 253 w 6343"/>
                  <a:gd name="connsiteY6" fmla="*/ 3400 h 6345"/>
                  <a:gd name="connsiteX7" fmla="*/ 1182 w 6343"/>
                  <a:gd name="connsiteY7" fmla="*/ 5643 h 6345"/>
                  <a:gd name="connsiteX8" fmla="*/ 3424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2"/>
                    </a:moveTo>
                    <a:cubicBezTo>
                      <a:pt x="4265" y="6572"/>
                      <a:pt x="5072" y="6238"/>
                      <a:pt x="5667" y="5643"/>
                    </a:cubicBezTo>
                    <a:cubicBezTo>
                      <a:pt x="6262" y="5048"/>
                      <a:pt x="6596" y="4241"/>
                      <a:pt x="6596" y="3400"/>
                    </a:cubicBezTo>
                    <a:cubicBezTo>
                      <a:pt x="6596" y="2558"/>
                      <a:pt x="6262" y="1751"/>
                      <a:pt x="5667" y="1156"/>
                    </a:cubicBezTo>
                    <a:cubicBezTo>
                      <a:pt x="5072" y="561"/>
                      <a:pt x="4265" y="227"/>
                      <a:pt x="3424" y="227"/>
                    </a:cubicBezTo>
                    <a:cubicBezTo>
                      <a:pt x="2583" y="227"/>
                      <a:pt x="1776" y="561"/>
                      <a:pt x="1182" y="1156"/>
                    </a:cubicBezTo>
                    <a:cubicBezTo>
                      <a:pt x="587" y="1751"/>
                      <a:pt x="253" y="2558"/>
                      <a:pt x="253" y="3400"/>
                    </a:cubicBezTo>
                    <a:cubicBezTo>
                      <a:pt x="253" y="4241"/>
                      <a:pt x="587" y="5048"/>
                      <a:pt x="1182" y="5643"/>
                    </a:cubicBezTo>
                    <a:cubicBezTo>
                      <a:pt x="1776" y="6238"/>
                      <a:pt x="2583" y="6572"/>
                      <a:pt x="3424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41" name="Freeform: Shape 2540">
                <a:extLst>
                  <a:ext uri="{FF2B5EF4-FFF2-40B4-BE49-F238E27FC236}">
                    <a16:creationId xmlns:a16="http://schemas.microsoft.com/office/drawing/2014/main" id="{E192F864-542B-2DFC-EA31-C38684F16B67}"/>
                  </a:ext>
                </a:extLst>
              </p:cNvPr>
              <p:cNvSpPr/>
              <p:nvPr/>
            </p:nvSpPr>
            <p:spPr>
              <a:xfrm>
                <a:off x="4045141" y="6328994"/>
                <a:ext cx="6343" cy="6345"/>
              </a:xfrm>
              <a:custGeom>
                <a:avLst/>
                <a:gdLst>
                  <a:gd name="connsiteX0" fmla="*/ 3423 w 6343"/>
                  <a:gd name="connsiteY0" fmla="*/ 6570 h 6345"/>
                  <a:gd name="connsiteX1" fmla="*/ 5666 w 6343"/>
                  <a:gd name="connsiteY1" fmla="*/ 5641 h 6345"/>
                  <a:gd name="connsiteX2" fmla="*/ 6595 w 6343"/>
                  <a:gd name="connsiteY2" fmla="*/ 3397 h 6345"/>
                  <a:gd name="connsiteX3" fmla="*/ 5666 w 6343"/>
                  <a:gd name="connsiteY3" fmla="*/ 1154 h 6345"/>
                  <a:gd name="connsiteX4" fmla="*/ 3423 w 6343"/>
                  <a:gd name="connsiteY4" fmla="*/ 225 h 6345"/>
                  <a:gd name="connsiteX5" fmla="*/ 1181 w 6343"/>
                  <a:gd name="connsiteY5" fmla="*/ 1154 h 6345"/>
                  <a:gd name="connsiteX6" fmla="*/ 252 w 6343"/>
                  <a:gd name="connsiteY6" fmla="*/ 3397 h 6345"/>
                  <a:gd name="connsiteX7" fmla="*/ 1181 w 6343"/>
                  <a:gd name="connsiteY7" fmla="*/ 5641 h 6345"/>
                  <a:gd name="connsiteX8" fmla="*/ 342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70"/>
                    </a:moveTo>
                    <a:cubicBezTo>
                      <a:pt x="4264" y="6570"/>
                      <a:pt x="5071" y="6236"/>
                      <a:pt x="5666" y="5641"/>
                    </a:cubicBezTo>
                    <a:cubicBezTo>
                      <a:pt x="6261" y="5046"/>
                      <a:pt x="6595" y="4239"/>
                      <a:pt x="6595" y="3397"/>
                    </a:cubicBezTo>
                    <a:cubicBezTo>
                      <a:pt x="6595" y="2556"/>
                      <a:pt x="6261" y="1749"/>
                      <a:pt x="5666" y="1154"/>
                    </a:cubicBezTo>
                    <a:cubicBezTo>
                      <a:pt x="5071" y="559"/>
                      <a:pt x="4264" y="225"/>
                      <a:pt x="3423" y="225"/>
                    </a:cubicBezTo>
                    <a:cubicBezTo>
                      <a:pt x="2582" y="225"/>
                      <a:pt x="1775" y="559"/>
                      <a:pt x="1181" y="1154"/>
                    </a:cubicBezTo>
                    <a:cubicBezTo>
                      <a:pt x="586" y="1749"/>
                      <a:pt x="252" y="2556"/>
                      <a:pt x="252" y="3397"/>
                    </a:cubicBezTo>
                    <a:cubicBezTo>
                      <a:pt x="252" y="4239"/>
                      <a:pt x="586" y="5046"/>
                      <a:pt x="1181" y="5641"/>
                    </a:cubicBezTo>
                    <a:cubicBezTo>
                      <a:pt x="1775" y="6236"/>
                      <a:pt x="2582" y="6570"/>
                      <a:pt x="342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42" name="Freeform: Shape 2541">
                <a:extLst>
                  <a:ext uri="{FF2B5EF4-FFF2-40B4-BE49-F238E27FC236}">
                    <a16:creationId xmlns:a16="http://schemas.microsoft.com/office/drawing/2014/main" id="{02A8DB2E-18E1-1FDF-0FDA-36C2EB8D7019}"/>
                  </a:ext>
                </a:extLst>
              </p:cNvPr>
              <p:cNvSpPr/>
              <p:nvPr/>
            </p:nvSpPr>
            <p:spPr>
              <a:xfrm>
                <a:off x="4041472" y="6329947"/>
                <a:ext cx="6343" cy="6345"/>
              </a:xfrm>
              <a:custGeom>
                <a:avLst/>
                <a:gdLst>
                  <a:gd name="connsiteX0" fmla="*/ 3423 w 6343"/>
                  <a:gd name="connsiteY0" fmla="*/ 6570 h 6345"/>
                  <a:gd name="connsiteX1" fmla="*/ 5666 w 6343"/>
                  <a:gd name="connsiteY1" fmla="*/ 5641 h 6345"/>
                  <a:gd name="connsiteX2" fmla="*/ 6595 w 6343"/>
                  <a:gd name="connsiteY2" fmla="*/ 3397 h 6345"/>
                  <a:gd name="connsiteX3" fmla="*/ 5666 w 6343"/>
                  <a:gd name="connsiteY3" fmla="*/ 1154 h 6345"/>
                  <a:gd name="connsiteX4" fmla="*/ 3423 w 6343"/>
                  <a:gd name="connsiteY4" fmla="*/ 225 h 6345"/>
                  <a:gd name="connsiteX5" fmla="*/ 1180 w 6343"/>
                  <a:gd name="connsiteY5" fmla="*/ 1154 h 6345"/>
                  <a:gd name="connsiteX6" fmla="*/ 251 w 6343"/>
                  <a:gd name="connsiteY6" fmla="*/ 3397 h 6345"/>
                  <a:gd name="connsiteX7" fmla="*/ 1180 w 6343"/>
                  <a:gd name="connsiteY7" fmla="*/ 5641 h 6345"/>
                  <a:gd name="connsiteX8" fmla="*/ 342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70"/>
                    </a:moveTo>
                    <a:cubicBezTo>
                      <a:pt x="4264" y="6570"/>
                      <a:pt x="5071" y="6236"/>
                      <a:pt x="5666" y="5641"/>
                    </a:cubicBezTo>
                    <a:cubicBezTo>
                      <a:pt x="6260" y="5046"/>
                      <a:pt x="6595" y="4239"/>
                      <a:pt x="6595" y="3397"/>
                    </a:cubicBezTo>
                    <a:cubicBezTo>
                      <a:pt x="6595" y="2556"/>
                      <a:pt x="6260" y="1749"/>
                      <a:pt x="5666" y="1154"/>
                    </a:cubicBezTo>
                    <a:cubicBezTo>
                      <a:pt x="5071" y="559"/>
                      <a:pt x="4264" y="225"/>
                      <a:pt x="3423" y="225"/>
                    </a:cubicBezTo>
                    <a:cubicBezTo>
                      <a:pt x="2582" y="225"/>
                      <a:pt x="1775" y="559"/>
                      <a:pt x="1180" y="1154"/>
                    </a:cubicBezTo>
                    <a:cubicBezTo>
                      <a:pt x="586" y="1749"/>
                      <a:pt x="251" y="2556"/>
                      <a:pt x="251" y="3397"/>
                    </a:cubicBezTo>
                    <a:cubicBezTo>
                      <a:pt x="251" y="4239"/>
                      <a:pt x="586" y="5046"/>
                      <a:pt x="1180" y="5641"/>
                    </a:cubicBezTo>
                    <a:cubicBezTo>
                      <a:pt x="1775" y="6236"/>
                      <a:pt x="2582" y="6570"/>
                      <a:pt x="342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43" name="Freeform: Shape 2542">
                <a:extLst>
                  <a:ext uri="{FF2B5EF4-FFF2-40B4-BE49-F238E27FC236}">
                    <a16:creationId xmlns:a16="http://schemas.microsoft.com/office/drawing/2014/main" id="{EB3EC022-6F44-FAAB-270A-AF7B5555BB42}"/>
                  </a:ext>
                </a:extLst>
              </p:cNvPr>
              <p:cNvSpPr/>
              <p:nvPr/>
            </p:nvSpPr>
            <p:spPr>
              <a:xfrm>
                <a:off x="4037519" y="6329868"/>
                <a:ext cx="6343" cy="6345"/>
              </a:xfrm>
              <a:custGeom>
                <a:avLst/>
                <a:gdLst>
                  <a:gd name="connsiteX0" fmla="*/ 3423 w 6343"/>
                  <a:gd name="connsiteY0" fmla="*/ 6570 h 6345"/>
                  <a:gd name="connsiteX1" fmla="*/ 5665 w 6343"/>
                  <a:gd name="connsiteY1" fmla="*/ 5641 h 6345"/>
                  <a:gd name="connsiteX2" fmla="*/ 6594 w 6343"/>
                  <a:gd name="connsiteY2" fmla="*/ 3397 h 6345"/>
                  <a:gd name="connsiteX3" fmla="*/ 5665 w 6343"/>
                  <a:gd name="connsiteY3" fmla="*/ 1154 h 6345"/>
                  <a:gd name="connsiteX4" fmla="*/ 3423 w 6343"/>
                  <a:gd name="connsiteY4" fmla="*/ 225 h 6345"/>
                  <a:gd name="connsiteX5" fmla="*/ 1180 w 6343"/>
                  <a:gd name="connsiteY5" fmla="*/ 1154 h 6345"/>
                  <a:gd name="connsiteX6" fmla="*/ 251 w 6343"/>
                  <a:gd name="connsiteY6" fmla="*/ 3397 h 6345"/>
                  <a:gd name="connsiteX7" fmla="*/ 1180 w 6343"/>
                  <a:gd name="connsiteY7" fmla="*/ 5641 h 6345"/>
                  <a:gd name="connsiteX8" fmla="*/ 342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70"/>
                    </a:moveTo>
                    <a:cubicBezTo>
                      <a:pt x="4264" y="6570"/>
                      <a:pt x="5071" y="6236"/>
                      <a:pt x="5665" y="5641"/>
                    </a:cubicBezTo>
                    <a:cubicBezTo>
                      <a:pt x="6260" y="5046"/>
                      <a:pt x="6594" y="4239"/>
                      <a:pt x="6594" y="3397"/>
                    </a:cubicBezTo>
                    <a:cubicBezTo>
                      <a:pt x="6594" y="2556"/>
                      <a:pt x="6260" y="1749"/>
                      <a:pt x="5665" y="1154"/>
                    </a:cubicBezTo>
                    <a:cubicBezTo>
                      <a:pt x="5071" y="559"/>
                      <a:pt x="4264" y="225"/>
                      <a:pt x="3423" y="225"/>
                    </a:cubicBezTo>
                    <a:cubicBezTo>
                      <a:pt x="2582" y="225"/>
                      <a:pt x="1775" y="559"/>
                      <a:pt x="1180" y="1154"/>
                    </a:cubicBezTo>
                    <a:cubicBezTo>
                      <a:pt x="585" y="1749"/>
                      <a:pt x="251" y="2556"/>
                      <a:pt x="251" y="3397"/>
                    </a:cubicBezTo>
                    <a:cubicBezTo>
                      <a:pt x="251" y="4239"/>
                      <a:pt x="585" y="5046"/>
                      <a:pt x="1180" y="5641"/>
                    </a:cubicBezTo>
                    <a:cubicBezTo>
                      <a:pt x="1775" y="6236"/>
                      <a:pt x="2582" y="6570"/>
                      <a:pt x="342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44" name="Freeform: Shape 2543">
                <a:extLst>
                  <a:ext uri="{FF2B5EF4-FFF2-40B4-BE49-F238E27FC236}">
                    <a16:creationId xmlns:a16="http://schemas.microsoft.com/office/drawing/2014/main" id="{887505D0-2778-DD3F-FFD9-120CE779A63A}"/>
                  </a:ext>
                </a:extLst>
              </p:cNvPr>
              <p:cNvSpPr/>
              <p:nvPr/>
            </p:nvSpPr>
            <p:spPr>
              <a:xfrm>
                <a:off x="4128003" y="6679477"/>
                <a:ext cx="6343" cy="6345"/>
              </a:xfrm>
              <a:custGeom>
                <a:avLst/>
                <a:gdLst>
                  <a:gd name="connsiteX0" fmla="*/ 3430 w 6343"/>
                  <a:gd name="connsiteY0" fmla="*/ 6598 h 6345"/>
                  <a:gd name="connsiteX1" fmla="*/ 5672 w 6343"/>
                  <a:gd name="connsiteY1" fmla="*/ 5668 h 6345"/>
                  <a:gd name="connsiteX2" fmla="*/ 6601 w 6343"/>
                  <a:gd name="connsiteY2" fmla="*/ 3425 h 6345"/>
                  <a:gd name="connsiteX3" fmla="*/ 5672 w 6343"/>
                  <a:gd name="connsiteY3" fmla="*/ 1181 h 6345"/>
                  <a:gd name="connsiteX4" fmla="*/ 3430 w 6343"/>
                  <a:gd name="connsiteY4" fmla="*/ 252 h 6345"/>
                  <a:gd name="connsiteX5" fmla="*/ 1187 w 6343"/>
                  <a:gd name="connsiteY5" fmla="*/ 1181 h 6345"/>
                  <a:gd name="connsiteX6" fmla="*/ 258 w 6343"/>
                  <a:gd name="connsiteY6" fmla="*/ 3425 h 6345"/>
                  <a:gd name="connsiteX7" fmla="*/ 1187 w 6343"/>
                  <a:gd name="connsiteY7" fmla="*/ 5668 h 6345"/>
                  <a:gd name="connsiteX8" fmla="*/ 3430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98"/>
                    </a:moveTo>
                    <a:cubicBezTo>
                      <a:pt x="4271" y="6598"/>
                      <a:pt x="5078" y="6263"/>
                      <a:pt x="5672" y="5668"/>
                    </a:cubicBezTo>
                    <a:cubicBezTo>
                      <a:pt x="6267" y="5073"/>
                      <a:pt x="6601" y="4266"/>
                      <a:pt x="6601" y="3425"/>
                    </a:cubicBezTo>
                    <a:cubicBezTo>
                      <a:pt x="6601" y="2583"/>
                      <a:pt x="6267" y="1776"/>
                      <a:pt x="5672" y="1181"/>
                    </a:cubicBezTo>
                    <a:cubicBezTo>
                      <a:pt x="5078" y="586"/>
                      <a:pt x="4271" y="252"/>
                      <a:pt x="3430" y="252"/>
                    </a:cubicBezTo>
                    <a:cubicBezTo>
                      <a:pt x="2589" y="252"/>
                      <a:pt x="1782" y="586"/>
                      <a:pt x="1187" y="1181"/>
                    </a:cubicBezTo>
                    <a:cubicBezTo>
                      <a:pt x="592" y="1776"/>
                      <a:pt x="258" y="2583"/>
                      <a:pt x="258" y="3425"/>
                    </a:cubicBezTo>
                    <a:cubicBezTo>
                      <a:pt x="258" y="4266"/>
                      <a:pt x="592" y="5073"/>
                      <a:pt x="1187" y="5668"/>
                    </a:cubicBezTo>
                    <a:cubicBezTo>
                      <a:pt x="1782" y="6263"/>
                      <a:pt x="2589" y="6598"/>
                      <a:pt x="3430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45" name="Freeform: Shape 2544">
                <a:extLst>
                  <a:ext uri="{FF2B5EF4-FFF2-40B4-BE49-F238E27FC236}">
                    <a16:creationId xmlns:a16="http://schemas.microsoft.com/office/drawing/2014/main" id="{7CE6D218-3D5E-A1A3-3797-2CC41CBEFEDB}"/>
                  </a:ext>
                </a:extLst>
              </p:cNvPr>
              <p:cNvSpPr/>
              <p:nvPr/>
            </p:nvSpPr>
            <p:spPr>
              <a:xfrm>
                <a:off x="4122281" y="6681301"/>
                <a:ext cx="6343" cy="6345"/>
              </a:xfrm>
              <a:custGeom>
                <a:avLst/>
                <a:gdLst>
                  <a:gd name="connsiteX0" fmla="*/ 3429 w 6343"/>
                  <a:gd name="connsiteY0" fmla="*/ 6598 h 6345"/>
                  <a:gd name="connsiteX1" fmla="*/ 5672 w 6343"/>
                  <a:gd name="connsiteY1" fmla="*/ 5668 h 6345"/>
                  <a:gd name="connsiteX2" fmla="*/ 6601 w 6343"/>
                  <a:gd name="connsiteY2" fmla="*/ 3425 h 6345"/>
                  <a:gd name="connsiteX3" fmla="*/ 5672 w 6343"/>
                  <a:gd name="connsiteY3" fmla="*/ 1182 h 6345"/>
                  <a:gd name="connsiteX4" fmla="*/ 3429 w 6343"/>
                  <a:gd name="connsiteY4" fmla="*/ 252 h 6345"/>
                  <a:gd name="connsiteX5" fmla="*/ 1187 w 6343"/>
                  <a:gd name="connsiteY5" fmla="*/ 1182 h 6345"/>
                  <a:gd name="connsiteX6" fmla="*/ 258 w 6343"/>
                  <a:gd name="connsiteY6" fmla="*/ 3425 h 6345"/>
                  <a:gd name="connsiteX7" fmla="*/ 1187 w 6343"/>
                  <a:gd name="connsiteY7" fmla="*/ 5668 h 6345"/>
                  <a:gd name="connsiteX8" fmla="*/ 3429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98"/>
                    </a:moveTo>
                    <a:cubicBezTo>
                      <a:pt x="4270" y="6598"/>
                      <a:pt x="5077" y="6263"/>
                      <a:pt x="5672" y="5668"/>
                    </a:cubicBezTo>
                    <a:cubicBezTo>
                      <a:pt x="6267" y="5073"/>
                      <a:pt x="6601" y="4266"/>
                      <a:pt x="6601" y="3425"/>
                    </a:cubicBezTo>
                    <a:cubicBezTo>
                      <a:pt x="6601" y="2584"/>
                      <a:pt x="6267" y="1777"/>
                      <a:pt x="5672" y="1182"/>
                    </a:cubicBezTo>
                    <a:cubicBezTo>
                      <a:pt x="5077" y="587"/>
                      <a:pt x="4270" y="252"/>
                      <a:pt x="3429" y="252"/>
                    </a:cubicBezTo>
                    <a:cubicBezTo>
                      <a:pt x="2588" y="252"/>
                      <a:pt x="1781" y="587"/>
                      <a:pt x="1187" y="1182"/>
                    </a:cubicBezTo>
                    <a:cubicBezTo>
                      <a:pt x="592" y="1777"/>
                      <a:pt x="258" y="2584"/>
                      <a:pt x="258" y="3425"/>
                    </a:cubicBezTo>
                    <a:cubicBezTo>
                      <a:pt x="258" y="4266"/>
                      <a:pt x="592" y="5073"/>
                      <a:pt x="1187" y="5668"/>
                    </a:cubicBezTo>
                    <a:cubicBezTo>
                      <a:pt x="1781" y="6263"/>
                      <a:pt x="2588" y="6598"/>
                      <a:pt x="3429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46" name="Freeform: Shape 2545">
                <a:extLst>
                  <a:ext uri="{FF2B5EF4-FFF2-40B4-BE49-F238E27FC236}">
                    <a16:creationId xmlns:a16="http://schemas.microsoft.com/office/drawing/2014/main" id="{18EE40CA-1707-B689-F1EA-611C1D5FC65A}"/>
                  </a:ext>
                </a:extLst>
              </p:cNvPr>
              <p:cNvSpPr/>
              <p:nvPr/>
            </p:nvSpPr>
            <p:spPr>
              <a:xfrm>
                <a:off x="4118633" y="6691208"/>
                <a:ext cx="6343" cy="6345"/>
              </a:xfrm>
              <a:custGeom>
                <a:avLst/>
                <a:gdLst>
                  <a:gd name="connsiteX0" fmla="*/ 3429 w 6343"/>
                  <a:gd name="connsiteY0" fmla="*/ 6598 h 6345"/>
                  <a:gd name="connsiteX1" fmla="*/ 5672 w 6343"/>
                  <a:gd name="connsiteY1" fmla="*/ 5669 h 6345"/>
                  <a:gd name="connsiteX2" fmla="*/ 6601 w 6343"/>
                  <a:gd name="connsiteY2" fmla="*/ 3426 h 6345"/>
                  <a:gd name="connsiteX3" fmla="*/ 5672 w 6343"/>
                  <a:gd name="connsiteY3" fmla="*/ 1182 h 6345"/>
                  <a:gd name="connsiteX4" fmla="*/ 3429 w 6343"/>
                  <a:gd name="connsiteY4" fmla="*/ 253 h 6345"/>
                  <a:gd name="connsiteX5" fmla="*/ 1186 w 6343"/>
                  <a:gd name="connsiteY5" fmla="*/ 1182 h 6345"/>
                  <a:gd name="connsiteX6" fmla="*/ 257 w 6343"/>
                  <a:gd name="connsiteY6" fmla="*/ 3426 h 6345"/>
                  <a:gd name="connsiteX7" fmla="*/ 1186 w 6343"/>
                  <a:gd name="connsiteY7" fmla="*/ 5669 h 6345"/>
                  <a:gd name="connsiteX8" fmla="*/ 3429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98"/>
                    </a:moveTo>
                    <a:cubicBezTo>
                      <a:pt x="4270" y="6598"/>
                      <a:pt x="5077" y="6264"/>
                      <a:pt x="5672" y="5669"/>
                    </a:cubicBezTo>
                    <a:cubicBezTo>
                      <a:pt x="6266" y="5074"/>
                      <a:pt x="6601" y="4267"/>
                      <a:pt x="6601" y="3426"/>
                    </a:cubicBezTo>
                    <a:cubicBezTo>
                      <a:pt x="6601" y="2584"/>
                      <a:pt x="6266" y="1777"/>
                      <a:pt x="5672" y="1182"/>
                    </a:cubicBezTo>
                    <a:cubicBezTo>
                      <a:pt x="5077" y="587"/>
                      <a:pt x="4270" y="253"/>
                      <a:pt x="3429" y="253"/>
                    </a:cubicBezTo>
                    <a:cubicBezTo>
                      <a:pt x="2588" y="253"/>
                      <a:pt x="1781" y="587"/>
                      <a:pt x="1186" y="1182"/>
                    </a:cubicBezTo>
                    <a:cubicBezTo>
                      <a:pt x="592" y="1777"/>
                      <a:pt x="257" y="2584"/>
                      <a:pt x="257" y="3426"/>
                    </a:cubicBezTo>
                    <a:cubicBezTo>
                      <a:pt x="257" y="4267"/>
                      <a:pt x="592" y="5074"/>
                      <a:pt x="1186" y="5669"/>
                    </a:cubicBezTo>
                    <a:cubicBezTo>
                      <a:pt x="1781" y="6264"/>
                      <a:pt x="2588" y="6598"/>
                      <a:pt x="3429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47" name="Freeform: Shape 2546">
                <a:extLst>
                  <a:ext uri="{FF2B5EF4-FFF2-40B4-BE49-F238E27FC236}">
                    <a16:creationId xmlns:a16="http://schemas.microsoft.com/office/drawing/2014/main" id="{4B4EEA7A-767F-498C-28FE-423402FC0BDC}"/>
                  </a:ext>
                </a:extLst>
              </p:cNvPr>
              <p:cNvSpPr/>
              <p:nvPr/>
            </p:nvSpPr>
            <p:spPr>
              <a:xfrm>
                <a:off x="4019004" y="6318203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4 w 6343"/>
                  <a:gd name="connsiteY1" fmla="*/ 5640 h 6345"/>
                  <a:gd name="connsiteX2" fmla="*/ 6593 w 6343"/>
                  <a:gd name="connsiteY2" fmla="*/ 3396 h 6345"/>
                  <a:gd name="connsiteX3" fmla="*/ 5664 w 6343"/>
                  <a:gd name="connsiteY3" fmla="*/ 1153 h 6345"/>
                  <a:gd name="connsiteX4" fmla="*/ 3421 w 6343"/>
                  <a:gd name="connsiteY4" fmla="*/ 224 h 6345"/>
                  <a:gd name="connsiteX5" fmla="*/ 1179 w 6343"/>
                  <a:gd name="connsiteY5" fmla="*/ 1153 h 6345"/>
                  <a:gd name="connsiteX6" fmla="*/ 250 w 6343"/>
                  <a:gd name="connsiteY6" fmla="*/ 3396 h 6345"/>
                  <a:gd name="connsiteX7" fmla="*/ 1179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2" y="6569"/>
                      <a:pt x="5069" y="6235"/>
                      <a:pt x="5664" y="5640"/>
                    </a:cubicBezTo>
                    <a:cubicBezTo>
                      <a:pt x="6259" y="5045"/>
                      <a:pt x="6593" y="4238"/>
                      <a:pt x="6593" y="3396"/>
                    </a:cubicBezTo>
                    <a:cubicBezTo>
                      <a:pt x="6593" y="2555"/>
                      <a:pt x="6259" y="1748"/>
                      <a:pt x="5664" y="1153"/>
                    </a:cubicBezTo>
                    <a:cubicBezTo>
                      <a:pt x="5069" y="558"/>
                      <a:pt x="4262" y="224"/>
                      <a:pt x="3421" y="224"/>
                    </a:cubicBezTo>
                    <a:cubicBezTo>
                      <a:pt x="2580" y="224"/>
                      <a:pt x="1773" y="558"/>
                      <a:pt x="1179" y="1153"/>
                    </a:cubicBezTo>
                    <a:cubicBezTo>
                      <a:pt x="584" y="1748"/>
                      <a:pt x="250" y="2555"/>
                      <a:pt x="250" y="3396"/>
                    </a:cubicBezTo>
                    <a:cubicBezTo>
                      <a:pt x="250" y="4238"/>
                      <a:pt x="584" y="5045"/>
                      <a:pt x="1179" y="5640"/>
                    </a:cubicBezTo>
                    <a:cubicBezTo>
                      <a:pt x="1773" y="6235"/>
                      <a:pt x="2580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48" name="Freeform: Shape 2547">
                <a:extLst>
                  <a:ext uri="{FF2B5EF4-FFF2-40B4-BE49-F238E27FC236}">
                    <a16:creationId xmlns:a16="http://schemas.microsoft.com/office/drawing/2014/main" id="{F889384E-6D47-53C8-0F2C-5967FBC649D0}"/>
                  </a:ext>
                </a:extLst>
              </p:cNvPr>
              <p:cNvSpPr/>
              <p:nvPr/>
            </p:nvSpPr>
            <p:spPr>
              <a:xfrm>
                <a:off x="4015010" y="6317376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4 w 6343"/>
                  <a:gd name="connsiteY1" fmla="*/ 5640 h 6345"/>
                  <a:gd name="connsiteX2" fmla="*/ 6592 w 6343"/>
                  <a:gd name="connsiteY2" fmla="*/ 3396 h 6345"/>
                  <a:gd name="connsiteX3" fmla="*/ 5664 w 6343"/>
                  <a:gd name="connsiteY3" fmla="*/ 1153 h 6345"/>
                  <a:gd name="connsiteX4" fmla="*/ 3421 w 6343"/>
                  <a:gd name="connsiteY4" fmla="*/ 224 h 6345"/>
                  <a:gd name="connsiteX5" fmla="*/ 1178 w 6343"/>
                  <a:gd name="connsiteY5" fmla="*/ 1153 h 6345"/>
                  <a:gd name="connsiteX6" fmla="*/ 249 w 6343"/>
                  <a:gd name="connsiteY6" fmla="*/ 3396 h 6345"/>
                  <a:gd name="connsiteX7" fmla="*/ 1178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2" y="6569"/>
                      <a:pt x="5069" y="6235"/>
                      <a:pt x="5664" y="5640"/>
                    </a:cubicBezTo>
                    <a:cubicBezTo>
                      <a:pt x="6258" y="5045"/>
                      <a:pt x="6592" y="4238"/>
                      <a:pt x="6592" y="3396"/>
                    </a:cubicBezTo>
                    <a:cubicBezTo>
                      <a:pt x="6592" y="2555"/>
                      <a:pt x="6258" y="1748"/>
                      <a:pt x="5664" y="1153"/>
                    </a:cubicBezTo>
                    <a:cubicBezTo>
                      <a:pt x="5069" y="558"/>
                      <a:pt x="4262" y="224"/>
                      <a:pt x="3421" y="224"/>
                    </a:cubicBezTo>
                    <a:cubicBezTo>
                      <a:pt x="2580" y="224"/>
                      <a:pt x="1773" y="558"/>
                      <a:pt x="1178" y="1153"/>
                    </a:cubicBezTo>
                    <a:cubicBezTo>
                      <a:pt x="583" y="1748"/>
                      <a:pt x="249" y="2555"/>
                      <a:pt x="249" y="3396"/>
                    </a:cubicBezTo>
                    <a:cubicBezTo>
                      <a:pt x="249" y="4238"/>
                      <a:pt x="583" y="5045"/>
                      <a:pt x="1178" y="5640"/>
                    </a:cubicBezTo>
                    <a:cubicBezTo>
                      <a:pt x="1773" y="6235"/>
                      <a:pt x="2580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49" name="Freeform: Shape 2548">
                <a:extLst>
                  <a:ext uri="{FF2B5EF4-FFF2-40B4-BE49-F238E27FC236}">
                    <a16:creationId xmlns:a16="http://schemas.microsoft.com/office/drawing/2014/main" id="{9264B13E-6A67-60E2-01B1-5396D10B6EB3}"/>
                  </a:ext>
                </a:extLst>
              </p:cNvPr>
              <p:cNvSpPr/>
              <p:nvPr/>
            </p:nvSpPr>
            <p:spPr>
              <a:xfrm>
                <a:off x="4010823" y="6315641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3 w 6343"/>
                  <a:gd name="connsiteY1" fmla="*/ 5640 h 6345"/>
                  <a:gd name="connsiteX2" fmla="*/ 6592 w 6343"/>
                  <a:gd name="connsiteY2" fmla="*/ 3396 h 6345"/>
                  <a:gd name="connsiteX3" fmla="*/ 5663 w 6343"/>
                  <a:gd name="connsiteY3" fmla="*/ 1153 h 6345"/>
                  <a:gd name="connsiteX4" fmla="*/ 3421 w 6343"/>
                  <a:gd name="connsiteY4" fmla="*/ 223 h 6345"/>
                  <a:gd name="connsiteX5" fmla="*/ 1178 w 6343"/>
                  <a:gd name="connsiteY5" fmla="*/ 1153 h 6345"/>
                  <a:gd name="connsiteX6" fmla="*/ 249 w 6343"/>
                  <a:gd name="connsiteY6" fmla="*/ 3396 h 6345"/>
                  <a:gd name="connsiteX7" fmla="*/ 1178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2" y="6569"/>
                      <a:pt x="5068" y="6235"/>
                      <a:pt x="5663" y="5640"/>
                    </a:cubicBezTo>
                    <a:cubicBezTo>
                      <a:pt x="6258" y="5045"/>
                      <a:pt x="6592" y="4238"/>
                      <a:pt x="6592" y="3396"/>
                    </a:cubicBezTo>
                    <a:cubicBezTo>
                      <a:pt x="6592" y="2555"/>
                      <a:pt x="6258" y="1748"/>
                      <a:pt x="5663" y="1153"/>
                    </a:cubicBezTo>
                    <a:cubicBezTo>
                      <a:pt x="5068" y="558"/>
                      <a:pt x="4262" y="223"/>
                      <a:pt x="3421" y="223"/>
                    </a:cubicBezTo>
                    <a:cubicBezTo>
                      <a:pt x="2579" y="223"/>
                      <a:pt x="1773" y="558"/>
                      <a:pt x="1178" y="1153"/>
                    </a:cubicBezTo>
                    <a:cubicBezTo>
                      <a:pt x="583" y="1748"/>
                      <a:pt x="249" y="2555"/>
                      <a:pt x="249" y="3396"/>
                    </a:cubicBezTo>
                    <a:cubicBezTo>
                      <a:pt x="249" y="4238"/>
                      <a:pt x="583" y="5045"/>
                      <a:pt x="1178" y="5640"/>
                    </a:cubicBezTo>
                    <a:cubicBezTo>
                      <a:pt x="1773" y="6235"/>
                      <a:pt x="2579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50" name="Freeform: Shape 2549">
                <a:extLst>
                  <a:ext uri="{FF2B5EF4-FFF2-40B4-BE49-F238E27FC236}">
                    <a16:creationId xmlns:a16="http://schemas.microsoft.com/office/drawing/2014/main" id="{C34054D9-955E-E16A-3927-05865357B326}"/>
                  </a:ext>
                </a:extLst>
              </p:cNvPr>
              <p:cNvSpPr/>
              <p:nvPr/>
            </p:nvSpPr>
            <p:spPr>
              <a:xfrm>
                <a:off x="4005666" y="6309561"/>
                <a:ext cx="6343" cy="6345"/>
              </a:xfrm>
              <a:custGeom>
                <a:avLst/>
                <a:gdLst>
                  <a:gd name="connsiteX0" fmla="*/ 3420 w 6343"/>
                  <a:gd name="connsiteY0" fmla="*/ 6568 h 6345"/>
                  <a:gd name="connsiteX1" fmla="*/ 5663 w 6343"/>
                  <a:gd name="connsiteY1" fmla="*/ 5639 h 6345"/>
                  <a:gd name="connsiteX2" fmla="*/ 6592 w 6343"/>
                  <a:gd name="connsiteY2" fmla="*/ 3396 h 6345"/>
                  <a:gd name="connsiteX3" fmla="*/ 5663 w 6343"/>
                  <a:gd name="connsiteY3" fmla="*/ 1152 h 6345"/>
                  <a:gd name="connsiteX4" fmla="*/ 3420 w 6343"/>
                  <a:gd name="connsiteY4" fmla="*/ 223 h 6345"/>
                  <a:gd name="connsiteX5" fmla="*/ 1177 w 6343"/>
                  <a:gd name="connsiteY5" fmla="*/ 1152 h 6345"/>
                  <a:gd name="connsiteX6" fmla="*/ 249 w 6343"/>
                  <a:gd name="connsiteY6" fmla="*/ 3396 h 6345"/>
                  <a:gd name="connsiteX7" fmla="*/ 1177 w 6343"/>
                  <a:gd name="connsiteY7" fmla="*/ 5639 h 6345"/>
                  <a:gd name="connsiteX8" fmla="*/ 3420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8"/>
                    </a:moveTo>
                    <a:cubicBezTo>
                      <a:pt x="4261" y="6568"/>
                      <a:pt x="5068" y="6234"/>
                      <a:pt x="5663" y="5639"/>
                    </a:cubicBezTo>
                    <a:cubicBezTo>
                      <a:pt x="6258" y="5044"/>
                      <a:pt x="6592" y="4237"/>
                      <a:pt x="6592" y="3396"/>
                    </a:cubicBezTo>
                    <a:cubicBezTo>
                      <a:pt x="6592" y="2554"/>
                      <a:pt x="6258" y="1747"/>
                      <a:pt x="5663" y="1152"/>
                    </a:cubicBezTo>
                    <a:cubicBezTo>
                      <a:pt x="5068" y="557"/>
                      <a:pt x="4261" y="223"/>
                      <a:pt x="3420" y="223"/>
                    </a:cubicBezTo>
                    <a:cubicBezTo>
                      <a:pt x="2579" y="223"/>
                      <a:pt x="1772" y="557"/>
                      <a:pt x="1177" y="1152"/>
                    </a:cubicBezTo>
                    <a:cubicBezTo>
                      <a:pt x="583" y="1747"/>
                      <a:pt x="249" y="2554"/>
                      <a:pt x="249" y="3396"/>
                    </a:cubicBezTo>
                    <a:cubicBezTo>
                      <a:pt x="249" y="4237"/>
                      <a:pt x="583" y="5044"/>
                      <a:pt x="1177" y="5639"/>
                    </a:cubicBezTo>
                    <a:cubicBezTo>
                      <a:pt x="1772" y="6234"/>
                      <a:pt x="2579" y="6568"/>
                      <a:pt x="3420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51" name="Freeform: Shape 2550">
                <a:extLst>
                  <a:ext uri="{FF2B5EF4-FFF2-40B4-BE49-F238E27FC236}">
                    <a16:creationId xmlns:a16="http://schemas.microsoft.com/office/drawing/2014/main" id="{11E84320-9569-AB4C-CC4F-6B6AD3C1229F}"/>
                  </a:ext>
                </a:extLst>
              </p:cNvPr>
              <p:cNvSpPr/>
              <p:nvPr/>
            </p:nvSpPr>
            <p:spPr>
              <a:xfrm>
                <a:off x="4003874" y="6318078"/>
                <a:ext cx="6343" cy="6345"/>
              </a:xfrm>
              <a:custGeom>
                <a:avLst/>
                <a:gdLst>
                  <a:gd name="connsiteX0" fmla="*/ 3420 w 6343"/>
                  <a:gd name="connsiteY0" fmla="*/ 6569 h 6345"/>
                  <a:gd name="connsiteX1" fmla="*/ 5663 w 6343"/>
                  <a:gd name="connsiteY1" fmla="*/ 5640 h 6345"/>
                  <a:gd name="connsiteX2" fmla="*/ 6592 w 6343"/>
                  <a:gd name="connsiteY2" fmla="*/ 3396 h 6345"/>
                  <a:gd name="connsiteX3" fmla="*/ 5663 w 6343"/>
                  <a:gd name="connsiteY3" fmla="*/ 1153 h 6345"/>
                  <a:gd name="connsiteX4" fmla="*/ 3420 w 6343"/>
                  <a:gd name="connsiteY4" fmla="*/ 224 h 6345"/>
                  <a:gd name="connsiteX5" fmla="*/ 1177 w 6343"/>
                  <a:gd name="connsiteY5" fmla="*/ 1153 h 6345"/>
                  <a:gd name="connsiteX6" fmla="*/ 248 w 6343"/>
                  <a:gd name="connsiteY6" fmla="*/ 3396 h 6345"/>
                  <a:gd name="connsiteX7" fmla="*/ 1177 w 6343"/>
                  <a:gd name="connsiteY7" fmla="*/ 5640 h 6345"/>
                  <a:gd name="connsiteX8" fmla="*/ 342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9"/>
                    </a:moveTo>
                    <a:cubicBezTo>
                      <a:pt x="4261" y="6569"/>
                      <a:pt x="5068" y="6235"/>
                      <a:pt x="5663" y="5640"/>
                    </a:cubicBezTo>
                    <a:cubicBezTo>
                      <a:pt x="6257" y="5045"/>
                      <a:pt x="6592" y="4238"/>
                      <a:pt x="6592" y="3396"/>
                    </a:cubicBezTo>
                    <a:cubicBezTo>
                      <a:pt x="6592" y="2555"/>
                      <a:pt x="6257" y="1748"/>
                      <a:pt x="5663" y="1153"/>
                    </a:cubicBezTo>
                    <a:cubicBezTo>
                      <a:pt x="5068" y="558"/>
                      <a:pt x="4261" y="224"/>
                      <a:pt x="3420" y="224"/>
                    </a:cubicBezTo>
                    <a:cubicBezTo>
                      <a:pt x="2579" y="224"/>
                      <a:pt x="1772" y="558"/>
                      <a:pt x="1177" y="1153"/>
                    </a:cubicBezTo>
                    <a:cubicBezTo>
                      <a:pt x="583" y="1748"/>
                      <a:pt x="248" y="2555"/>
                      <a:pt x="248" y="3396"/>
                    </a:cubicBezTo>
                    <a:cubicBezTo>
                      <a:pt x="248" y="4238"/>
                      <a:pt x="583" y="5045"/>
                      <a:pt x="1177" y="5640"/>
                    </a:cubicBezTo>
                    <a:cubicBezTo>
                      <a:pt x="1772" y="6235"/>
                      <a:pt x="2579" y="6569"/>
                      <a:pt x="342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52" name="Freeform: Shape 2551">
                <a:extLst>
                  <a:ext uri="{FF2B5EF4-FFF2-40B4-BE49-F238E27FC236}">
                    <a16:creationId xmlns:a16="http://schemas.microsoft.com/office/drawing/2014/main" id="{F58B1120-1214-B756-ABBD-BFFEDF0B03C3}"/>
                  </a:ext>
                </a:extLst>
              </p:cNvPr>
              <p:cNvSpPr/>
              <p:nvPr/>
            </p:nvSpPr>
            <p:spPr>
              <a:xfrm>
                <a:off x="3999125" y="6331009"/>
                <a:ext cx="6343" cy="6345"/>
              </a:xfrm>
              <a:custGeom>
                <a:avLst/>
                <a:gdLst>
                  <a:gd name="connsiteX0" fmla="*/ 3420 w 6343"/>
                  <a:gd name="connsiteY0" fmla="*/ 6570 h 6345"/>
                  <a:gd name="connsiteX1" fmla="*/ 5662 w 6343"/>
                  <a:gd name="connsiteY1" fmla="*/ 5641 h 6345"/>
                  <a:gd name="connsiteX2" fmla="*/ 6591 w 6343"/>
                  <a:gd name="connsiteY2" fmla="*/ 3397 h 6345"/>
                  <a:gd name="connsiteX3" fmla="*/ 5662 w 6343"/>
                  <a:gd name="connsiteY3" fmla="*/ 1154 h 6345"/>
                  <a:gd name="connsiteX4" fmla="*/ 3420 w 6343"/>
                  <a:gd name="connsiteY4" fmla="*/ 225 h 6345"/>
                  <a:gd name="connsiteX5" fmla="*/ 1177 w 6343"/>
                  <a:gd name="connsiteY5" fmla="*/ 1154 h 6345"/>
                  <a:gd name="connsiteX6" fmla="*/ 248 w 6343"/>
                  <a:gd name="connsiteY6" fmla="*/ 3397 h 6345"/>
                  <a:gd name="connsiteX7" fmla="*/ 1177 w 6343"/>
                  <a:gd name="connsiteY7" fmla="*/ 5641 h 6345"/>
                  <a:gd name="connsiteX8" fmla="*/ 3420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70"/>
                    </a:moveTo>
                    <a:cubicBezTo>
                      <a:pt x="4261" y="6570"/>
                      <a:pt x="5067" y="6236"/>
                      <a:pt x="5662" y="5641"/>
                    </a:cubicBezTo>
                    <a:cubicBezTo>
                      <a:pt x="6257" y="5046"/>
                      <a:pt x="6591" y="4239"/>
                      <a:pt x="6591" y="3397"/>
                    </a:cubicBezTo>
                    <a:cubicBezTo>
                      <a:pt x="6591" y="2556"/>
                      <a:pt x="6257" y="1749"/>
                      <a:pt x="5662" y="1154"/>
                    </a:cubicBezTo>
                    <a:cubicBezTo>
                      <a:pt x="5067" y="559"/>
                      <a:pt x="4261" y="225"/>
                      <a:pt x="3420" y="225"/>
                    </a:cubicBezTo>
                    <a:cubicBezTo>
                      <a:pt x="2579" y="225"/>
                      <a:pt x="1772" y="559"/>
                      <a:pt x="1177" y="1154"/>
                    </a:cubicBezTo>
                    <a:cubicBezTo>
                      <a:pt x="582" y="1749"/>
                      <a:pt x="248" y="2556"/>
                      <a:pt x="248" y="3397"/>
                    </a:cubicBezTo>
                    <a:cubicBezTo>
                      <a:pt x="248" y="4239"/>
                      <a:pt x="582" y="5046"/>
                      <a:pt x="1177" y="5641"/>
                    </a:cubicBezTo>
                    <a:cubicBezTo>
                      <a:pt x="1772" y="6236"/>
                      <a:pt x="2579" y="6570"/>
                      <a:pt x="3420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53" name="Freeform: Shape 2552">
                <a:extLst>
                  <a:ext uri="{FF2B5EF4-FFF2-40B4-BE49-F238E27FC236}">
                    <a16:creationId xmlns:a16="http://schemas.microsoft.com/office/drawing/2014/main" id="{66874532-42AE-B1A4-E4D5-6E4D3022D674}"/>
                  </a:ext>
                </a:extLst>
              </p:cNvPr>
              <p:cNvSpPr/>
              <p:nvPr/>
            </p:nvSpPr>
            <p:spPr>
              <a:xfrm>
                <a:off x="3994781" y="6328413"/>
                <a:ext cx="6343" cy="6345"/>
              </a:xfrm>
              <a:custGeom>
                <a:avLst/>
                <a:gdLst>
                  <a:gd name="connsiteX0" fmla="*/ 3419 w 6343"/>
                  <a:gd name="connsiteY0" fmla="*/ 6570 h 6345"/>
                  <a:gd name="connsiteX1" fmla="*/ 5662 w 6343"/>
                  <a:gd name="connsiteY1" fmla="*/ 5641 h 6345"/>
                  <a:gd name="connsiteX2" fmla="*/ 6591 w 6343"/>
                  <a:gd name="connsiteY2" fmla="*/ 3397 h 6345"/>
                  <a:gd name="connsiteX3" fmla="*/ 5662 w 6343"/>
                  <a:gd name="connsiteY3" fmla="*/ 1154 h 6345"/>
                  <a:gd name="connsiteX4" fmla="*/ 3419 w 6343"/>
                  <a:gd name="connsiteY4" fmla="*/ 224 h 6345"/>
                  <a:gd name="connsiteX5" fmla="*/ 1177 w 6343"/>
                  <a:gd name="connsiteY5" fmla="*/ 1154 h 6345"/>
                  <a:gd name="connsiteX6" fmla="*/ 248 w 6343"/>
                  <a:gd name="connsiteY6" fmla="*/ 3397 h 6345"/>
                  <a:gd name="connsiteX7" fmla="*/ 1177 w 6343"/>
                  <a:gd name="connsiteY7" fmla="*/ 5641 h 6345"/>
                  <a:gd name="connsiteX8" fmla="*/ 3419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70"/>
                    </a:moveTo>
                    <a:cubicBezTo>
                      <a:pt x="4260" y="6570"/>
                      <a:pt x="5067" y="6236"/>
                      <a:pt x="5662" y="5641"/>
                    </a:cubicBezTo>
                    <a:cubicBezTo>
                      <a:pt x="6257" y="5046"/>
                      <a:pt x="6591" y="4239"/>
                      <a:pt x="6591" y="3397"/>
                    </a:cubicBezTo>
                    <a:cubicBezTo>
                      <a:pt x="6591" y="2556"/>
                      <a:pt x="6257" y="1749"/>
                      <a:pt x="5662" y="1154"/>
                    </a:cubicBezTo>
                    <a:cubicBezTo>
                      <a:pt x="5067" y="559"/>
                      <a:pt x="4260" y="224"/>
                      <a:pt x="3419" y="224"/>
                    </a:cubicBezTo>
                    <a:cubicBezTo>
                      <a:pt x="2578" y="224"/>
                      <a:pt x="1771" y="559"/>
                      <a:pt x="1177" y="1154"/>
                    </a:cubicBezTo>
                    <a:cubicBezTo>
                      <a:pt x="582" y="1749"/>
                      <a:pt x="248" y="2556"/>
                      <a:pt x="248" y="3397"/>
                    </a:cubicBezTo>
                    <a:cubicBezTo>
                      <a:pt x="248" y="4239"/>
                      <a:pt x="582" y="5046"/>
                      <a:pt x="1177" y="5641"/>
                    </a:cubicBezTo>
                    <a:cubicBezTo>
                      <a:pt x="1771" y="6236"/>
                      <a:pt x="2578" y="6570"/>
                      <a:pt x="3419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54" name="Freeform: Shape 2553">
                <a:extLst>
                  <a:ext uri="{FF2B5EF4-FFF2-40B4-BE49-F238E27FC236}">
                    <a16:creationId xmlns:a16="http://schemas.microsoft.com/office/drawing/2014/main" id="{2472B5BD-3DF8-FE08-0B96-B1C961FBAC49}"/>
                  </a:ext>
                </a:extLst>
              </p:cNvPr>
              <p:cNvSpPr/>
              <p:nvPr/>
            </p:nvSpPr>
            <p:spPr>
              <a:xfrm>
                <a:off x="4058428" y="6667575"/>
                <a:ext cx="6343" cy="6345"/>
              </a:xfrm>
              <a:custGeom>
                <a:avLst/>
                <a:gdLst>
                  <a:gd name="connsiteX0" fmla="*/ 3424 w 6343"/>
                  <a:gd name="connsiteY0" fmla="*/ 6597 h 6345"/>
                  <a:gd name="connsiteX1" fmla="*/ 5667 w 6343"/>
                  <a:gd name="connsiteY1" fmla="*/ 5667 h 6345"/>
                  <a:gd name="connsiteX2" fmla="*/ 6596 w 6343"/>
                  <a:gd name="connsiteY2" fmla="*/ 3424 h 6345"/>
                  <a:gd name="connsiteX3" fmla="*/ 5667 w 6343"/>
                  <a:gd name="connsiteY3" fmla="*/ 1180 h 6345"/>
                  <a:gd name="connsiteX4" fmla="*/ 3424 w 6343"/>
                  <a:gd name="connsiteY4" fmla="*/ 251 h 6345"/>
                  <a:gd name="connsiteX5" fmla="*/ 1182 w 6343"/>
                  <a:gd name="connsiteY5" fmla="*/ 1180 h 6345"/>
                  <a:gd name="connsiteX6" fmla="*/ 253 w 6343"/>
                  <a:gd name="connsiteY6" fmla="*/ 3424 h 6345"/>
                  <a:gd name="connsiteX7" fmla="*/ 1182 w 6343"/>
                  <a:gd name="connsiteY7" fmla="*/ 5667 h 6345"/>
                  <a:gd name="connsiteX8" fmla="*/ 3424 w 6343"/>
                  <a:gd name="connsiteY8" fmla="*/ 65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97"/>
                    </a:moveTo>
                    <a:cubicBezTo>
                      <a:pt x="4265" y="6597"/>
                      <a:pt x="5072" y="6262"/>
                      <a:pt x="5667" y="5667"/>
                    </a:cubicBezTo>
                    <a:cubicBezTo>
                      <a:pt x="6262" y="5072"/>
                      <a:pt x="6596" y="4265"/>
                      <a:pt x="6596" y="3424"/>
                    </a:cubicBezTo>
                    <a:cubicBezTo>
                      <a:pt x="6596" y="2583"/>
                      <a:pt x="6262" y="1775"/>
                      <a:pt x="5667" y="1180"/>
                    </a:cubicBezTo>
                    <a:cubicBezTo>
                      <a:pt x="5072" y="586"/>
                      <a:pt x="4265" y="251"/>
                      <a:pt x="3424" y="251"/>
                    </a:cubicBezTo>
                    <a:cubicBezTo>
                      <a:pt x="2583" y="251"/>
                      <a:pt x="1776" y="586"/>
                      <a:pt x="1182" y="1180"/>
                    </a:cubicBezTo>
                    <a:cubicBezTo>
                      <a:pt x="587" y="1775"/>
                      <a:pt x="253" y="2583"/>
                      <a:pt x="253" y="3424"/>
                    </a:cubicBezTo>
                    <a:cubicBezTo>
                      <a:pt x="253" y="4265"/>
                      <a:pt x="587" y="5072"/>
                      <a:pt x="1182" y="5667"/>
                    </a:cubicBezTo>
                    <a:cubicBezTo>
                      <a:pt x="1776" y="6262"/>
                      <a:pt x="2583" y="6597"/>
                      <a:pt x="3424" y="65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55" name="Freeform: Shape 2554">
                <a:extLst>
                  <a:ext uri="{FF2B5EF4-FFF2-40B4-BE49-F238E27FC236}">
                    <a16:creationId xmlns:a16="http://schemas.microsoft.com/office/drawing/2014/main" id="{1ECF6A0B-26D9-D2DA-9ED7-2C6B26877D3C}"/>
                  </a:ext>
                </a:extLst>
              </p:cNvPr>
              <p:cNvSpPr/>
              <p:nvPr/>
            </p:nvSpPr>
            <p:spPr>
              <a:xfrm>
                <a:off x="4052726" y="6668788"/>
                <a:ext cx="6343" cy="6345"/>
              </a:xfrm>
              <a:custGeom>
                <a:avLst/>
                <a:gdLst>
                  <a:gd name="connsiteX0" fmla="*/ 3424 w 6343"/>
                  <a:gd name="connsiteY0" fmla="*/ 6597 h 6345"/>
                  <a:gd name="connsiteX1" fmla="*/ 5666 w 6343"/>
                  <a:gd name="connsiteY1" fmla="*/ 5667 h 6345"/>
                  <a:gd name="connsiteX2" fmla="*/ 6595 w 6343"/>
                  <a:gd name="connsiteY2" fmla="*/ 3424 h 6345"/>
                  <a:gd name="connsiteX3" fmla="*/ 5666 w 6343"/>
                  <a:gd name="connsiteY3" fmla="*/ 1181 h 6345"/>
                  <a:gd name="connsiteX4" fmla="*/ 3424 w 6343"/>
                  <a:gd name="connsiteY4" fmla="*/ 251 h 6345"/>
                  <a:gd name="connsiteX5" fmla="*/ 1181 w 6343"/>
                  <a:gd name="connsiteY5" fmla="*/ 1181 h 6345"/>
                  <a:gd name="connsiteX6" fmla="*/ 252 w 6343"/>
                  <a:gd name="connsiteY6" fmla="*/ 3424 h 6345"/>
                  <a:gd name="connsiteX7" fmla="*/ 1181 w 6343"/>
                  <a:gd name="connsiteY7" fmla="*/ 5667 h 6345"/>
                  <a:gd name="connsiteX8" fmla="*/ 3424 w 6343"/>
                  <a:gd name="connsiteY8" fmla="*/ 65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97"/>
                    </a:moveTo>
                    <a:cubicBezTo>
                      <a:pt x="4265" y="6597"/>
                      <a:pt x="5072" y="6262"/>
                      <a:pt x="5666" y="5667"/>
                    </a:cubicBezTo>
                    <a:cubicBezTo>
                      <a:pt x="6261" y="5072"/>
                      <a:pt x="6595" y="4265"/>
                      <a:pt x="6595" y="3424"/>
                    </a:cubicBezTo>
                    <a:cubicBezTo>
                      <a:pt x="6595" y="2583"/>
                      <a:pt x="6261" y="1776"/>
                      <a:pt x="5666" y="1181"/>
                    </a:cubicBezTo>
                    <a:cubicBezTo>
                      <a:pt x="5072" y="586"/>
                      <a:pt x="4265" y="251"/>
                      <a:pt x="3424" y="251"/>
                    </a:cubicBezTo>
                    <a:cubicBezTo>
                      <a:pt x="2583" y="251"/>
                      <a:pt x="1776" y="586"/>
                      <a:pt x="1181" y="1181"/>
                    </a:cubicBezTo>
                    <a:cubicBezTo>
                      <a:pt x="586" y="1776"/>
                      <a:pt x="252" y="2583"/>
                      <a:pt x="252" y="3424"/>
                    </a:cubicBezTo>
                    <a:cubicBezTo>
                      <a:pt x="252" y="4265"/>
                      <a:pt x="586" y="5072"/>
                      <a:pt x="1181" y="5667"/>
                    </a:cubicBezTo>
                    <a:cubicBezTo>
                      <a:pt x="1776" y="6262"/>
                      <a:pt x="2583" y="6597"/>
                      <a:pt x="3424" y="65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56" name="Freeform: Shape 2555">
                <a:extLst>
                  <a:ext uri="{FF2B5EF4-FFF2-40B4-BE49-F238E27FC236}">
                    <a16:creationId xmlns:a16="http://schemas.microsoft.com/office/drawing/2014/main" id="{97397C92-3F6B-BD9F-8C93-69E8B75A245E}"/>
                  </a:ext>
                </a:extLst>
              </p:cNvPr>
              <p:cNvSpPr/>
              <p:nvPr/>
            </p:nvSpPr>
            <p:spPr>
              <a:xfrm>
                <a:off x="3982633" y="6323998"/>
                <a:ext cx="6343" cy="6345"/>
              </a:xfrm>
              <a:custGeom>
                <a:avLst/>
                <a:gdLst>
                  <a:gd name="connsiteX0" fmla="*/ 3418 w 6343"/>
                  <a:gd name="connsiteY0" fmla="*/ 6570 h 6345"/>
                  <a:gd name="connsiteX1" fmla="*/ 5661 w 6343"/>
                  <a:gd name="connsiteY1" fmla="*/ 5640 h 6345"/>
                  <a:gd name="connsiteX2" fmla="*/ 6590 w 6343"/>
                  <a:gd name="connsiteY2" fmla="*/ 3397 h 6345"/>
                  <a:gd name="connsiteX3" fmla="*/ 5661 w 6343"/>
                  <a:gd name="connsiteY3" fmla="*/ 1153 h 6345"/>
                  <a:gd name="connsiteX4" fmla="*/ 3418 w 6343"/>
                  <a:gd name="connsiteY4" fmla="*/ 224 h 6345"/>
                  <a:gd name="connsiteX5" fmla="*/ 1176 w 6343"/>
                  <a:gd name="connsiteY5" fmla="*/ 1153 h 6345"/>
                  <a:gd name="connsiteX6" fmla="*/ 247 w 6343"/>
                  <a:gd name="connsiteY6" fmla="*/ 3397 h 6345"/>
                  <a:gd name="connsiteX7" fmla="*/ 1176 w 6343"/>
                  <a:gd name="connsiteY7" fmla="*/ 5640 h 6345"/>
                  <a:gd name="connsiteX8" fmla="*/ 3418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70"/>
                    </a:moveTo>
                    <a:cubicBezTo>
                      <a:pt x="4259" y="6570"/>
                      <a:pt x="5066" y="6235"/>
                      <a:pt x="5661" y="5640"/>
                    </a:cubicBezTo>
                    <a:cubicBezTo>
                      <a:pt x="6256" y="5045"/>
                      <a:pt x="6590" y="4238"/>
                      <a:pt x="6590" y="3397"/>
                    </a:cubicBezTo>
                    <a:cubicBezTo>
                      <a:pt x="6590" y="2555"/>
                      <a:pt x="6256" y="1748"/>
                      <a:pt x="5661" y="1153"/>
                    </a:cubicBezTo>
                    <a:cubicBezTo>
                      <a:pt x="5066" y="558"/>
                      <a:pt x="4259" y="224"/>
                      <a:pt x="3418" y="224"/>
                    </a:cubicBezTo>
                    <a:cubicBezTo>
                      <a:pt x="2577" y="224"/>
                      <a:pt x="1770" y="558"/>
                      <a:pt x="1176" y="1153"/>
                    </a:cubicBezTo>
                    <a:cubicBezTo>
                      <a:pt x="581" y="1748"/>
                      <a:pt x="247" y="2555"/>
                      <a:pt x="247" y="3397"/>
                    </a:cubicBezTo>
                    <a:cubicBezTo>
                      <a:pt x="247" y="4238"/>
                      <a:pt x="581" y="5045"/>
                      <a:pt x="1176" y="5640"/>
                    </a:cubicBezTo>
                    <a:cubicBezTo>
                      <a:pt x="1770" y="6235"/>
                      <a:pt x="2577" y="6570"/>
                      <a:pt x="3418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57" name="Freeform: Shape 2556">
                <a:extLst>
                  <a:ext uri="{FF2B5EF4-FFF2-40B4-BE49-F238E27FC236}">
                    <a16:creationId xmlns:a16="http://schemas.microsoft.com/office/drawing/2014/main" id="{DB2DBFE2-866C-4C43-2DA8-9E21E3E13D49}"/>
                  </a:ext>
                </a:extLst>
              </p:cNvPr>
              <p:cNvSpPr/>
              <p:nvPr/>
            </p:nvSpPr>
            <p:spPr>
              <a:xfrm>
                <a:off x="3978861" y="6323769"/>
                <a:ext cx="6343" cy="6345"/>
              </a:xfrm>
              <a:custGeom>
                <a:avLst/>
                <a:gdLst>
                  <a:gd name="connsiteX0" fmla="*/ 3418 w 6343"/>
                  <a:gd name="connsiteY0" fmla="*/ 6570 h 6345"/>
                  <a:gd name="connsiteX1" fmla="*/ 5661 w 6343"/>
                  <a:gd name="connsiteY1" fmla="*/ 5640 h 6345"/>
                  <a:gd name="connsiteX2" fmla="*/ 6590 w 6343"/>
                  <a:gd name="connsiteY2" fmla="*/ 3397 h 6345"/>
                  <a:gd name="connsiteX3" fmla="*/ 5661 w 6343"/>
                  <a:gd name="connsiteY3" fmla="*/ 1153 h 6345"/>
                  <a:gd name="connsiteX4" fmla="*/ 3418 w 6343"/>
                  <a:gd name="connsiteY4" fmla="*/ 224 h 6345"/>
                  <a:gd name="connsiteX5" fmla="*/ 1175 w 6343"/>
                  <a:gd name="connsiteY5" fmla="*/ 1153 h 6345"/>
                  <a:gd name="connsiteX6" fmla="*/ 246 w 6343"/>
                  <a:gd name="connsiteY6" fmla="*/ 3397 h 6345"/>
                  <a:gd name="connsiteX7" fmla="*/ 1175 w 6343"/>
                  <a:gd name="connsiteY7" fmla="*/ 5640 h 6345"/>
                  <a:gd name="connsiteX8" fmla="*/ 3418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70"/>
                    </a:moveTo>
                    <a:cubicBezTo>
                      <a:pt x="4259" y="6570"/>
                      <a:pt x="5066" y="6235"/>
                      <a:pt x="5661" y="5640"/>
                    </a:cubicBezTo>
                    <a:cubicBezTo>
                      <a:pt x="6255" y="5045"/>
                      <a:pt x="6590" y="4238"/>
                      <a:pt x="6590" y="3397"/>
                    </a:cubicBezTo>
                    <a:cubicBezTo>
                      <a:pt x="6590" y="2555"/>
                      <a:pt x="6255" y="1748"/>
                      <a:pt x="5661" y="1153"/>
                    </a:cubicBezTo>
                    <a:cubicBezTo>
                      <a:pt x="5066" y="558"/>
                      <a:pt x="4259" y="224"/>
                      <a:pt x="3418" y="224"/>
                    </a:cubicBezTo>
                    <a:cubicBezTo>
                      <a:pt x="2577" y="224"/>
                      <a:pt x="1770" y="558"/>
                      <a:pt x="1175" y="1153"/>
                    </a:cubicBezTo>
                    <a:cubicBezTo>
                      <a:pt x="581" y="1748"/>
                      <a:pt x="246" y="2555"/>
                      <a:pt x="246" y="3397"/>
                    </a:cubicBezTo>
                    <a:cubicBezTo>
                      <a:pt x="246" y="4238"/>
                      <a:pt x="581" y="5045"/>
                      <a:pt x="1175" y="5640"/>
                    </a:cubicBezTo>
                    <a:cubicBezTo>
                      <a:pt x="1770" y="6235"/>
                      <a:pt x="2577" y="6570"/>
                      <a:pt x="3418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58" name="Freeform: Shape 2557">
                <a:extLst>
                  <a:ext uri="{FF2B5EF4-FFF2-40B4-BE49-F238E27FC236}">
                    <a16:creationId xmlns:a16="http://schemas.microsoft.com/office/drawing/2014/main" id="{85DDF5B9-B18F-D296-CF21-52E871EC91DD}"/>
                  </a:ext>
                </a:extLst>
              </p:cNvPr>
              <p:cNvSpPr/>
              <p:nvPr/>
            </p:nvSpPr>
            <p:spPr>
              <a:xfrm>
                <a:off x="4026369" y="6619147"/>
                <a:ext cx="6343" cy="6345"/>
              </a:xfrm>
              <a:custGeom>
                <a:avLst/>
                <a:gdLst>
                  <a:gd name="connsiteX0" fmla="*/ 3422 w 6343"/>
                  <a:gd name="connsiteY0" fmla="*/ 6593 h 6345"/>
                  <a:gd name="connsiteX1" fmla="*/ 5664 w 6343"/>
                  <a:gd name="connsiteY1" fmla="*/ 5664 h 6345"/>
                  <a:gd name="connsiteX2" fmla="*/ 6593 w 6343"/>
                  <a:gd name="connsiteY2" fmla="*/ 3420 h 6345"/>
                  <a:gd name="connsiteX3" fmla="*/ 5664 w 6343"/>
                  <a:gd name="connsiteY3" fmla="*/ 1177 h 6345"/>
                  <a:gd name="connsiteX4" fmla="*/ 3422 w 6343"/>
                  <a:gd name="connsiteY4" fmla="*/ 247 h 6345"/>
                  <a:gd name="connsiteX5" fmla="*/ 1179 w 6343"/>
                  <a:gd name="connsiteY5" fmla="*/ 1177 h 6345"/>
                  <a:gd name="connsiteX6" fmla="*/ 250 w 6343"/>
                  <a:gd name="connsiteY6" fmla="*/ 3420 h 6345"/>
                  <a:gd name="connsiteX7" fmla="*/ 1179 w 6343"/>
                  <a:gd name="connsiteY7" fmla="*/ 5664 h 6345"/>
                  <a:gd name="connsiteX8" fmla="*/ 3422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93"/>
                    </a:moveTo>
                    <a:cubicBezTo>
                      <a:pt x="4263" y="6593"/>
                      <a:pt x="5070" y="6259"/>
                      <a:pt x="5664" y="5664"/>
                    </a:cubicBezTo>
                    <a:cubicBezTo>
                      <a:pt x="6259" y="5069"/>
                      <a:pt x="6593" y="4262"/>
                      <a:pt x="6593" y="3420"/>
                    </a:cubicBezTo>
                    <a:cubicBezTo>
                      <a:pt x="6593" y="2579"/>
                      <a:pt x="6259" y="1772"/>
                      <a:pt x="5664" y="1177"/>
                    </a:cubicBezTo>
                    <a:cubicBezTo>
                      <a:pt x="5070" y="582"/>
                      <a:pt x="4263" y="247"/>
                      <a:pt x="3422" y="247"/>
                    </a:cubicBezTo>
                    <a:cubicBezTo>
                      <a:pt x="2581" y="247"/>
                      <a:pt x="1774" y="582"/>
                      <a:pt x="1179" y="1177"/>
                    </a:cubicBezTo>
                    <a:cubicBezTo>
                      <a:pt x="584" y="1772"/>
                      <a:pt x="250" y="2579"/>
                      <a:pt x="250" y="3420"/>
                    </a:cubicBezTo>
                    <a:cubicBezTo>
                      <a:pt x="250" y="4262"/>
                      <a:pt x="584" y="5069"/>
                      <a:pt x="1179" y="5664"/>
                    </a:cubicBezTo>
                    <a:cubicBezTo>
                      <a:pt x="1774" y="6259"/>
                      <a:pt x="2581" y="6593"/>
                      <a:pt x="3422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59" name="Freeform: Shape 2558">
                <a:extLst>
                  <a:ext uri="{FF2B5EF4-FFF2-40B4-BE49-F238E27FC236}">
                    <a16:creationId xmlns:a16="http://schemas.microsoft.com/office/drawing/2014/main" id="{E416728C-B774-2FFF-C535-B7CD2F0428C4}"/>
                  </a:ext>
                </a:extLst>
              </p:cNvPr>
              <p:cNvSpPr/>
              <p:nvPr/>
            </p:nvSpPr>
            <p:spPr>
              <a:xfrm>
                <a:off x="4021104" y="6621011"/>
                <a:ext cx="6343" cy="6345"/>
              </a:xfrm>
              <a:custGeom>
                <a:avLst/>
                <a:gdLst>
                  <a:gd name="connsiteX0" fmla="*/ 3421 w 6343"/>
                  <a:gd name="connsiteY0" fmla="*/ 6593 h 6345"/>
                  <a:gd name="connsiteX1" fmla="*/ 5664 w 6343"/>
                  <a:gd name="connsiteY1" fmla="*/ 5664 h 6345"/>
                  <a:gd name="connsiteX2" fmla="*/ 6593 w 6343"/>
                  <a:gd name="connsiteY2" fmla="*/ 3420 h 6345"/>
                  <a:gd name="connsiteX3" fmla="*/ 5664 w 6343"/>
                  <a:gd name="connsiteY3" fmla="*/ 1177 h 6345"/>
                  <a:gd name="connsiteX4" fmla="*/ 3421 w 6343"/>
                  <a:gd name="connsiteY4" fmla="*/ 248 h 6345"/>
                  <a:gd name="connsiteX5" fmla="*/ 1179 w 6343"/>
                  <a:gd name="connsiteY5" fmla="*/ 1177 h 6345"/>
                  <a:gd name="connsiteX6" fmla="*/ 250 w 6343"/>
                  <a:gd name="connsiteY6" fmla="*/ 3420 h 6345"/>
                  <a:gd name="connsiteX7" fmla="*/ 1179 w 6343"/>
                  <a:gd name="connsiteY7" fmla="*/ 5664 h 6345"/>
                  <a:gd name="connsiteX8" fmla="*/ 3421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93"/>
                    </a:moveTo>
                    <a:cubicBezTo>
                      <a:pt x="4262" y="6593"/>
                      <a:pt x="5069" y="6259"/>
                      <a:pt x="5664" y="5664"/>
                    </a:cubicBezTo>
                    <a:cubicBezTo>
                      <a:pt x="6259" y="5069"/>
                      <a:pt x="6593" y="4262"/>
                      <a:pt x="6593" y="3420"/>
                    </a:cubicBezTo>
                    <a:cubicBezTo>
                      <a:pt x="6593" y="2579"/>
                      <a:pt x="6259" y="1772"/>
                      <a:pt x="5664" y="1177"/>
                    </a:cubicBezTo>
                    <a:cubicBezTo>
                      <a:pt x="5069" y="582"/>
                      <a:pt x="4262" y="248"/>
                      <a:pt x="3421" y="248"/>
                    </a:cubicBezTo>
                    <a:cubicBezTo>
                      <a:pt x="2580" y="248"/>
                      <a:pt x="1773" y="582"/>
                      <a:pt x="1179" y="1177"/>
                    </a:cubicBezTo>
                    <a:cubicBezTo>
                      <a:pt x="584" y="1772"/>
                      <a:pt x="250" y="2579"/>
                      <a:pt x="250" y="3420"/>
                    </a:cubicBezTo>
                    <a:cubicBezTo>
                      <a:pt x="250" y="4262"/>
                      <a:pt x="584" y="5069"/>
                      <a:pt x="1179" y="5664"/>
                    </a:cubicBezTo>
                    <a:cubicBezTo>
                      <a:pt x="1773" y="6259"/>
                      <a:pt x="2580" y="6593"/>
                      <a:pt x="3421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60" name="Freeform: Shape 2559">
                <a:extLst>
                  <a:ext uri="{FF2B5EF4-FFF2-40B4-BE49-F238E27FC236}">
                    <a16:creationId xmlns:a16="http://schemas.microsoft.com/office/drawing/2014/main" id="{A49C0DB7-168E-0709-6D02-87EAB60BB29D}"/>
                  </a:ext>
                </a:extLst>
              </p:cNvPr>
              <p:cNvSpPr/>
              <p:nvPr/>
            </p:nvSpPr>
            <p:spPr>
              <a:xfrm>
                <a:off x="4015882" y="6623219"/>
                <a:ext cx="6343" cy="6345"/>
              </a:xfrm>
              <a:custGeom>
                <a:avLst/>
                <a:gdLst>
                  <a:gd name="connsiteX0" fmla="*/ 3421 w 6343"/>
                  <a:gd name="connsiteY0" fmla="*/ 6593 h 6345"/>
                  <a:gd name="connsiteX1" fmla="*/ 5664 w 6343"/>
                  <a:gd name="connsiteY1" fmla="*/ 5664 h 6345"/>
                  <a:gd name="connsiteX2" fmla="*/ 6592 w 6343"/>
                  <a:gd name="connsiteY2" fmla="*/ 3420 h 6345"/>
                  <a:gd name="connsiteX3" fmla="*/ 5664 w 6343"/>
                  <a:gd name="connsiteY3" fmla="*/ 1177 h 6345"/>
                  <a:gd name="connsiteX4" fmla="*/ 3421 w 6343"/>
                  <a:gd name="connsiteY4" fmla="*/ 248 h 6345"/>
                  <a:gd name="connsiteX5" fmla="*/ 1178 w 6343"/>
                  <a:gd name="connsiteY5" fmla="*/ 1177 h 6345"/>
                  <a:gd name="connsiteX6" fmla="*/ 249 w 6343"/>
                  <a:gd name="connsiteY6" fmla="*/ 3420 h 6345"/>
                  <a:gd name="connsiteX7" fmla="*/ 1178 w 6343"/>
                  <a:gd name="connsiteY7" fmla="*/ 5664 h 6345"/>
                  <a:gd name="connsiteX8" fmla="*/ 3421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93"/>
                    </a:moveTo>
                    <a:cubicBezTo>
                      <a:pt x="4262" y="6593"/>
                      <a:pt x="5069" y="6259"/>
                      <a:pt x="5664" y="5664"/>
                    </a:cubicBezTo>
                    <a:cubicBezTo>
                      <a:pt x="6258" y="5069"/>
                      <a:pt x="6592" y="4262"/>
                      <a:pt x="6592" y="3420"/>
                    </a:cubicBezTo>
                    <a:cubicBezTo>
                      <a:pt x="6592" y="2579"/>
                      <a:pt x="6258" y="1772"/>
                      <a:pt x="5664" y="1177"/>
                    </a:cubicBezTo>
                    <a:cubicBezTo>
                      <a:pt x="5069" y="582"/>
                      <a:pt x="4262" y="248"/>
                      <a:pt x="3421" y="248"/>
                    </a:cubicBezTo>
                    <a:cubicBezTo>
                      <a:pt x="2580" y="248"/>
                      <a:pt x="1773" y="582"/>
                      <a:pt x="1178" y="1177"/>
                    </a:cubicBezTo>
                    <a:cubicBezTo>
                      <a:pt x="584" y="1772"/>
                      <a:pt x="249" y="2579"/>
                      <a:pt x="249" y="3420"/>
                    </a:cubicBezTo>
                    <a:cubicBezTo>
                      <a:pt x="249" y="4262"/>
                      <a:pt x="584" y="5069"/>
                      <a:pt x="1178" y="5664"/>
                    </a:cubicBezTo>
                    <a:cubicBezTo>
                      <a:pt x="1773" y="6259"/>
                      <a:pt x="2580" y="6593"/>
                      <a:pt x="3421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61" name="Freeform: Shape 2560">
                <a:extLst>
                  <a:ext uri="{FF2B5EF4-FFF2-40B4-BE49-F238E27FC236}">
                    <a16:creationId xmlns:a16="http://schemas.microsoft.com/office/drawing/2014/main" id="{3E190764-8E5D-42FA-22EF-0D85CD6D5FD5}"/>
                  </a:ext>
                </a:extLst>
              </p:cNvPr>
              <p:cNvSpPr/>
              <p:nvPr/>
            </p:nvSpPr>
            <p:spPr>
              <a:xfrm>
                <a:off x="3909412" y="5970358"/>
                <a:ext cx="6343" cy="6345"/>
              </a:xfrm>
              <a:custGeom>
                <a:avLst/>
                <a:gdLst>
                  <a:gd name="connsiteX0" fmla="*/ 3413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3 w 6343"/>
                  <a:gd name="connsiteY4" fmla="*/ 196 h 6345"/>
                  <a:gd name="connsiteX5" fmla="*/ 1170 w 6343"/>
                  <a:gd name="connsiteY5" fmla="*/ 1126 h 6345"/>
                  <a:gd name="connsiteX6" fmla="*/ 241 w 6343"/>
                  <a:gd name="connsiteY6" fmla="*/ 3369 h 6345"/>
                  <a:gd name="connsiteX7" fmla="*/ 1170 w 6343"/>
                  <a:gd name="connsiteY7" fmla="*/ 5612 h 6345"/>
                  <a:gd name="connsiteX8" fmla="*/ 341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42"/>
                    </a:moveTo>
                    <a:cubicBezTo>
                      <a:pt x="4254" y="6542"/>
                      <a:pt x="5060" y="6207"/>
                      <a:pt x="5655" y="5612"/>
                    </a:cubicBezTo>
                    <a:cubicBezTo>
                      <a:pt x="6250" y="5017"/>
                      <a:pt x="6584" y="4210"/>
                      <a:pt x="6584" y="3369"/>
                    </a:cubicBezTo>
                    <a:cubicBezTo>
                      <a:pt x="6584" y="2528"/>
                      <a:pt x="6250" y="1721"/>
                      <a:pt x="5655" y="1126"/>
                    </a:cubicBezTo>
                    <a:cubicBezTo>
                      <a:pt x="5060" y="531"/>
                      <a:pt x="4254" y="196"/>
                      <a:pt x="3413" y="196"/>
                    </a:cubicBezTo>
                    <a:cubicBezTo>
                      <a:pt x="2571" y="196"/>
                      <a:pt x="1765" y="531"/>
                      <a:pt x="1170" y="1126"/>
                    </a:cubicBezTo>
                    <a:cubicBezTo>
                      <a:pt x="575" y="1721"/>
                      <a:pt x="241" y="2528"/>
                      <a:pt x="241" y="3369"/>
                    </a:cubicBezTo>
                    <a:cubicBezTo>
                      <a:pt x="241" y="4210"/>
                      <a:pt x="575" y="5017"/>
                      <a:pt x="1170" y="5612"/>
                    </a:cubicBezTo>
                    <a:cubicBezTo>
                      <a:pt x="1765" y="6207"/>
                      <a:pt x="2571" y="6542"/>
                      <a:pt x="341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62" name="Freeform: Shape 2561">
                <a:extLst>
                  <a:ext uri="{FF2B5EF4-FFF2-40B4-BE49-F238E27FC236}">
                    <a16:creationId xmlns:a16="http://schemas.microsoft.com/office/drawing/2014/main" id="{85730357-5A3B-F772-9B91-1662E19B1EBD}"/>
                  </a:ext>
                </a:extLst>
              </p:cNvPr>
              <p:cNvSpPr/>
              <p:nvPr/>
            </p:nvSpPr>
            <p:spPr>
              <a:xfrm>
                <a:off x="4010870" y="6664620"/>
                <a:ext cx="6343" cy="6345"/>
              </a:xfrm>
              <a:custGeom>
                <a:avLst/>
                <a:gdLst>
                  <a:gd name="connsiteX0" fmla="*/ 3421 w 6343"/>
                  <a:gd name="connsiteY0" fmla="*/ 6596 h 6345"/>
                  <a:gd name="connsiteX1" fmla="*/ 5663 w 6343"/>
                  <a:gd name="connsiteY1" fmla="*/ 5667 h 6345"/>
                  <a:gd name="connsiteX2" fmla="*/ 6592 w 6343"/>
                  <a:gd name="connsiteY2" fmla="*/ 3424 h 6345"/>
                  <a:gd name="connsiteX3" fmla="*/ 5663 w 6343"/>
                  <a:gd name="connsiteY3" fmla="*/ 1180 h 6345"/>
                  <a:gd name="connsiteX4" fmla="*/ 3421 w 6343"/>
                  <a:gd name="connsiteY4" fmla="*/ 251 h 6345"/>
                  <a:gd name="connsiteX5" fmla="*/ 1178 w 6343"/>
                  <a:gd name="connsiteY5" fmla="*/ 1180 h 6345"/>
                  <a:gd name="connsiteX6" fmla="*/ 249 w 6343"/>
                  <a:gd name="connsiteY6" fmla="*/ 3424 h 6345"/>
                  <a:gd name="connsiteX7" fmla="*/ 1178 w 6343"/>
                  <a:gd name="connsiteY7" fmla="*/ 5667 h 6345"/>
                  <a:gd name="connsiteX8" fmla="*/ 3421 w 6343"/>
                  <a:gd name="connsiteY8" fmla="*/ 65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96"/>
                    </a:moveTo>
                    <a:cubicBezTo>
                      <a:pt x="4262" y="6596"/>
                      <a:pt x="5068" y="6262"/>
                      <a:pt x="5663" y="5667"/>
                    </a:cubicBezTo>
                    <a:cubicBezTo>
                      <a:pt x="6258" y="5072"/>
                      <a:pt x="6592" y="4265"/>
                      <a:pt x="6592" y="3424"/>
                    </a:cubicBezTo>
                    <a:cubicBezTo>
                      <a:pt x="6592" y="2582"/>
                      <a:pt x="6258" y="1775"/>
                      <a:pt x="5663" y="1180"/>
                    </a:cubicBezTo>
                    <a:cubicBezTo>
                      <a:pt x="5068" y="585"/>
                      <a:pt x="4262" y="251"/>
                      <a:pt x="3421" y="251"/>
                    </a:cubicBezTo>
                    <a:cubicBezTo>
                      <a:pt x="2579" y="251"/>
                      <a:pt x="1773" y="585"/>
                      <a:pt x="1178" y="1180"/>
                    </a:cubicBezTo>
                    <a:cubicBezTo>
                      <a:pt x="583" y="1775"/>
                      <a:pt x="249" y="2582"/>
                      <a:pt x="249" y="3424"/>
                    </a:cubicBezTo>
                    <a:cubicBezTo>
                      <a:pt x="249" y="4265"/>
                      <a:pt x="583" y="5072"/>
                      <a:pt x="1178" y="5667"/>
                    </a:cubicBezTo>
                    <a:cubicBezTo>
                      <a:pt x="1773" y="6262"/>
                      <a:pt x="2579" y="6596"/>
                      <a:pt x="3421" y="65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63" name="Freeform: Shape 2562">
                <a:extLst>
                  <a:ext uri="{FF2B5EF4-FFF2-40B4-BE49-F238E27FC236}">
                    <a16:creationId xmlns:a16="http://schemas.microsoft.com/office/drawing/2014/main" id="{C4469551-901C-6A1B-B1D4-D4E76BA19ADB}"/>
                  </a:ext>
                </a:extLst>
              </p:cNvPr>
              <p:cNvSpPr/>
              <p:nvPr/>
            </p:nvSpPr>
            <p:spPr>
              <a:xfrm>
                <a:off x="3999585" y="6626123"/>
                <a:ext cx="6343" cy="6345"/>
              </a:xfrm>
              <a:custGeom>
                <a:avLst/>
                <a:gdLst>
                  <a:gd name="connsiteX0" fmla="*/ 3420 w 6343"/>
                  <a:gd name="connsiteY0" fmla="*/ 6593 h 6345"/>
                  <a:gd name="connsiteX1" fmla="*/ 5662 w 6343"/>
                  <a:gd name="connsiteY1" fmla="*/ 5664 h 6345"/>
                  <a:gd name="connsiteX2" fmla="*/ 6591 w 6343"/>
                  <a:gd name="connsiteY2" fmla="*/ 3421 h 6345"/>
                  <a:gd name="connsiteX3" fmla="*/ 5662 w 6343"/>
                  <a:gd name="connsiteY3" fmla="*/ 1177 h 6345"/>
                  <a:gd name="connsiteX4" fmla="*/ 3420 w 6343"/>
                  <a:gd name="connsiteY4" fmla="*/ 248 h 6345"/>
                  <a:gd name="connsiteX5" fmla="*/ 1177 w 6343"/>
                  <a:gd name="connsiteY5" fmla="*/ 1177 h 6345"/>
                  <a:gd name="connsiteX6" fmla="*/ 248 w 6343"/>
                  <a:gd name="connsiteY6" fmla="*/ 3421 h 6345"/>
                  <a:gd name="connsiteX7" fmla="*/ 1177 w 6343"/>
                  <a:gd name="connsiteY7" fmla="*/ 5664 h 6345"/>
                  <a:gd name="connsiteX8" fmla="*/ 3420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93"/>
                    </a:moveTo>
                    <a:cubicBezTo>
                      <a:pt x="4261" y="6593"/>
                      <a:pt x="5068" y="6259"/>
                      <a:pt x="5662" y="5664"/>
                    </a:cubicBezTo>
                    <a:cubicBezTo>
                      <a:pt x="6257" y="5069"/>
                      <a:pt x="6591" y="4262"/>
                      <a:pt x="6591" y="3421"/>
                    </a:cubicBezTo>
                    <a:cubicBezTo>
                      <a:pt x="6591" y="2579"/>
                      <a:pt x="6257" y="1772"/>
                      <a:pt x="5662" y="1177"/>
                    </a:cubicBezTo>
                    <a:cubicBezTo>
                      <a:pt x="5068" y="582"/>
                      <a:pt x="4261" y="248"/>
                      <a:pt x="3420" y="248"/>
                    </a:cubicBezTo>
                    <a:cubicBezTo>
                      <a:pt x="2579" y="248"/>
                      <a:pt x="1772" y="582"/>
                      <a:pt x="1177" y="1177"/>
                    </a:cubicBezTo>
                    <a:cubicBezTo>
                      <a:pt x="582" y="1772"/>
                      <a:pt x="248" y="2579"/>
                      <a:pt x="248" y="3421"/>
                    </a:cubicBezTo>
                    <a:cubicBezTo>
                      <a:pt x="248" y="4262"/>
                      <a:pt x="582" y="5069"/>
                      <a:pt x="1177" y="5664"/>
                    </a:cubicBezTo>
                    <a:cubicBezTo>
                      <a:pt x="1772" y="6259"/>
                      <a:pt x="2579" y="6593"/>
                      <a:pt x="3420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64" name="Freeform: Shape 2563">
                <a:extLst>
                  <a:ext uri="{FF2B5EF4-FFF2-40B4-BE49-F238E27FC236}">
                    <a16:creationId xmlns:a16="http://schemas.microsoft.com/office/drawing/2014/main" id="{D6F0468C-F401-2F9B-AF95-3681339E0A83}"/>
                  </a:ext>
                </a:extLst>
              </p:cNvPr>
              <p:cNvSpPr/>
              <p:nvPr/>
            </p:nvSpPr>
            <p:spPr>
              <a:xfrm>
                <a:off x="3920974" y="6088027"/>
                <a:ext cx="6343" cy="6345"/>
              </a:xfrm>
              <a:custGeom>
                <a:avLst/>
                <a:gdLst>
                  <a:gd name="connsiteX0" fmla="*/ 3413 w 6343"/>
                  <a:gd name="connsiteY0" fmla="*/ 6551 h 6345"/>
                  <a:gd name="connsiteX1" fmla="*/ 5656 w 6343"/>
                  <a:gd name="connsiteY1" fmla="*/ 5622 h 6345"/>
                  <a:gd name="connsiteX2" fmla="*/ 6585 w 6343"/>
                  <a:gd name="connsiteY2" fmla="*/ 3378 h 6345"/>
                  <a:gd name="connsiteX3" fmla="*/ 5656 w 6343"/>
                  <a:gd name="connsiteY3" fmla="*/ 1135 h 6345"/>
                  <a:gd name="connsiteX4" fmla="*/ 3413 w 6343"/>
                  <a:gd name="connsiteY4" fmla="*/ 206 h 6345"/>
                  <a:gd name="connsiteX5" fmla="*/ 1171 w 6343"/>
                  <a:gd name="connsiteY5" fmla="*/ 1135 h 6345"/>
                  <a:gd name="connsiteX6" fmla="*/ 242 w 6343"/>
                  <a:gd name="connsiteY6" fmla="*/ 3378 h 6345"/>
                  <a:gd name="connsiteX7" fmla="*/ 1171 w 6343"/>
                  <a:gd name="connsiteY7" fmla="*/ 5622 h 6345"/>
                  <a:gd name="connsiteX8" fmla="*/ 341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51"/>
                    </a:moveTo>
                    <a:cubicBezTo>
                      <a:pt x="4255" y="6551"/>
                      <a:pt x="5061" y="6217"/>
                      <a:pt x="5656" y="5622"/>
                    </a:cubicBezTo>
                    <a:cubicBezTo>
                      <a:pt x="6251" y="5027"/>
                      <a:pt x="6585" y="4220"/>
                      <a:pt x="6585" y="3378"/>
                    </a:cubicBezTo>
                    <a:cubicBezTo>
                      <a:pt x="6585" y="2537"/>
                      <a:pt x="6251" y="1730"/>
                      <a:pt x="5656" y="1135"/>
                    </a:cubicBezTo>
                    <a:cubicBezTo>
                      <a:pt x="5061" y="540"/>
                      <a:pt x="4255" y="206"/>
                      <a:pt x="3413" y="206"/>
                    </a:cubicBezTo>
                    <a:cubicBezTo>
                      <a:pt x="2572" y="206"/>
                      <a:pt x="1766" y="540"/>
                      <a:pt x="1171" y="1135"/>
                    </a:cubicBezTo>
                    <a:cubicBezTo>
                      <a:pt x="576" y="1730"/>
                      <a:pt x="242" y="2537"/>
                      <a:pt x="242" y="3378"/>
                    </a:cubicBezTo>
                    <a:cubicBezTo>
                      <a:pt x="242" y="4220"/>
                      <a:pt x="576" y="5027"/>
                      <a:pt x="1171" y="5622"/>
                    </a:cubicBezTo>
                    <a:cubicBezTo>
                      <a:pt x="1766" y="6217"/>
                      <a:pt x="2572" y="6551"/>
                      <a:pt x="341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65" name="Freeform: Shape 2564">
                <a:extLst>
                  <a:ext uri="{FF2B5EF4-FFF2-40B4-BE49-F238E27FC236}">
                    <a16:creationId xmlns:a16="http://schemas.microsoft.com/office/drawing/2014/main" id="{780CEBF4-3096-02B6-4BC3-B32CF89D20D4}"/>
                  </a:ext>
                </a:extLst>
              </p:cNvPr>
              <p:cNvSpPr/>
              <p:nvPr/>
            </p:nvSpPr>
            <p:spPr>
              <a:xfrm>
                <a:off x="3903195" y="5967731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66" name="Freeform: Shape 2565">
                <a:extLst>
                  <a:ext uri="{FF2B5EF4-FFF2-40B4-BE49-F238E27FC236}">
                    <a16:creationId xmlns:a16="http://schemas.microsoft.com/office/drawing/2014/main" id="{4E9D8D9D-86B6-E7DC-58AD-2609CAD7D499}"/>
                  </a:ext>
                </a:extLst>
              </p:cNvPr>
              <p:cNvSpPr/>
              <p:nvPr/>
            </p:nvSpPr>
            <p:spPr>
              <a:xfrm>
                <a:off x="3901684" y="5967203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5 w 6343"/>
                  <a:gd name="connsiteY1" fmla="*/ 5612 h 6345"/>
                  <a:gd name="connsiteX2" fmla="*/ 6583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5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67" name="Freeform: Shape 2566">
                <a:extLst>
                  <a:ext uri="{FF2B5EF4-FFF2-40B4-BE49-F238E27FC236}">
                    <a16:creationId xmlns:a16="http://schemas.microsoft.com/office/drawing/2014/main" id="{6A95B776-FF86-91AB-F23B-11150F04B044}"/>
                  </a:ext>
                </a:extLst>
              </p:cNvPr>
              <p:cNvSpPr/>
              <p:nvPr/>
            </p:nvSpPr>
            <p:spPr>
              <a:xfrm>
                <a:off x="3900047" y="5965529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68" name="Freeform: Shape 2567">
                <a:extLst>
                  <a:ext uri="{FF2B5EF4-FFF2-40B4-BE49-F238E27FC236}">
                    <a16:creationId xmlns:a16="http://schemas.microsoft.com/office/drawing/2014/main" id="{B0F8C02A-B11D-E5C9-E3E0-289F2684114B}"/>
                  </a:ext>
                </a:extLst>
              </p:cNvPr>
              <p:cNvSpPr/>
              <p:nvPr/>
            </p:nvSpPr>
            <p:spPr>
              <a:xfrm>
                <a:off x="3898777" y="5966969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69" name="Freeform: Shape 2568">
                <a:extLst>
                  <a:ext uri="{FF2B5EF4-FFF2-40B4-BE49-F238E27FC236}">
                    <a16:creationId xmlns:a16="http://schemas.microsoft.com/office/drawing/2014/main" id="{D1A046D9-EEF0-B462-AE8B-0EB376D745E4}"/>
                  </a:ext>
                </a:extLst>
              </p:cNvPr>
              <p:cNvSpPr/>
              <p:nvPr/>
            </p:nvSpPr>
            <p:spPr>
              <a:xfrm>
                <a:off x="3909669" y="6084784"/>
                <a:ext cx="6343" cy="6345"/>
              </a:xfrm>
              <a:custGeom>
                <a:avLst/>
                <a:gdLst>
                  <a:gd name="connsiteX0" fmla="*/ 3413 w 6343"/>
                  <a:gd name="connsiteY0" fmla="*/ 6551 h 6345"/>
                  <a:gd name="connsiteX1" fmla="*/ 5655 w 6343"/>
                  <a:gd name="connsiteY1" fmla="*/ 5621 h 6345"/>
                  <a:gd name="connsiteX2" fmla="*/ 6584 w 6343"/>
                  <a:gd name="connsiteY2" fmla="*/ 3378 h 6345"/>
                  <a:gd name="connsiteX3" fmla="*/ 5655 w 6343"/>
                  <a:gd name="connsiteY3" fmla="*/ 1135 h 6345"/>
                  <a:gd name="connsiteX4" fmla="*/ 3413 w 6343"/>
                  <a:gd name="connsiteY4" fmla="*/ 205 h 6345"/>
                  <a:gd name="connsiteX5" fmla="*/ 1170 w 6343"/>
                  <a:gd name="connsiteY5" fmla="*/ 1135 h 6345"/>
                  <a:gd name="connsiteX6" fmla="*/ 241 w 6343"/>
                  <a:gd name="connsiteY6" fmla="*/ 3378 h 6345"/>
                  <a:gd name="connsiteX7" fmla="*/ 1170 w 6343"/>
                  <a:gd name="connsiteY7" fmla="*/ 5621 h 6345"/>
                  <a:gd name="connsiteX8" fmla="*/ 341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51"/>
                    </a:moveTo>
                    <a:cubicBezTo>
                      <a:pt x="4254" y="6551"/>
                      <a:pt x="5060" y="6216"/>
                      <a:pt x="5655" y="5621"/>
                    </a:cubicBezTo>
                    <a:cubicBezTo>
                      <a:pt x="6250" y="5026"/>
                      <a:pt x="6584" y="4219"/>
                      <a:pt x="6584" y="3378"/>
                    </a:cubicBezTo>
                    <a:cubicBezTo>
                      <a:pt x="6584" y="2537"/>
                      <a:pt x="6250" y="1730"/>
                      <a:pt x="5655" y="1135"/>
                    </a:cubicBezTo>
                    <a:cubicBezTo>
                      <a:pt x="5060" y="540"/>
                      <a:pt x="4254" y="205"/>
                      <a:pt x="3413" y="205"/>
                    </a:cubicBezTo>
                    <a:cubicBezTo>
                      <a:pt x="2571" y="205"/>
                      <a:pt x="1765" y="540"/>
                      <a:pt x="1170" y="1135"/>
                    </a:cubicBezTo>
                    <a:cubicBezTo>
                      <a:pt x="575" y="1730"/>
                      <a:pt x="241" y="2537"/>
                      <a:pt x="241" y="3378"/>
                    </a:cubicBezTo>
                    <a:cubicBezTo>
                      <a:pt x="241" y="4219"/>
                      <a:pt x="575" y="5026"/>
                      <a:pt x="1170" y="5621"/>
                    </a:cubicBezTo>
                    <a:cubicBezTo>
                      <a:pt x="1765" y="6216"/>
                      <a:pt x="2571" y="6551"/>
                      <a:pt x="341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70" name="Freeform: Shape 2569">
                <a:extLst>
                  <a:ext uri="{FF2B5EF4-FFF2-40B4-BE49-F238E27FC236}">
                    <a16:creationId xmlns:a16="http://schemas.microsoft.com/office/drawing/2014/main" id="{D57B0A9B-AE4F-81D9-D813-055441D3A435}"/>
                  </a:ext>
                </a:extLst>
              </p:cNvPr>
              <p:cNvSpPr/>
              <p:nvPr/>
            </p:nvSpPr>
            <p:spPr>
              <a:xfrm>
                <a:off x="3907671" y="6086471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5 w 6343"/>
                  <a:gd name="connsiteY1" fmla="*/ 5622 h 6345"/>
                  <a:gd name="connsiteX2" fmla="*/ 6584 w 6343"/>
                  <a:gd name="connsiteY2" fmla="*/ 3378 h 6345"/>
                  <a:gd name="connsiteX3" fmla="*/ 5655 w 6343"/>
                  <a:gd name="connsiteY3" fmla="*/ 1135 h 6345"/>
                  <a:gd name="connsiteX4" fmla="*/ 3412 w 6343"/>
                  <a:gd name="connsiteY4" fmla="*/ 205 h 6345"/>
                  <a:gd name="connsiteX5" fmla="*/ 1170 w 6343"/>
                  <a:gd name="connsiteY5" fmla="*/ 1135 h 6345"/>
                  <a:gd name="connsiteX6" fmla="*/ 241 w 6343"/>
                  <a:gd name="connsiteY6" fmla="*/ 3378 h 6345"/>
                  <a:gd name="connsiteX7" fmla="*/ 1170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4" y="6551"/>
                      <a:pt x="5060" y="6217"/>
                      <a:pt x="5655" y="5622"/>
                    </a:cubicBezTo>
                    <a:cubicBezTo>
                      <a:pt x="6250" y="5027"/>
                      <a:pt x="6584" y="4220"/>
                      <a:pt x="6584" y="3378"/>
                    </a:cubicBezTo>
                    <a:cubicBezTo>
                      <a:pt x="6584" y="2537"/>
                      <a:pt x="6250" y="1730"/>
                      <a:pt x="5655" y="1135"/>
                    </a:cubicBezTo>
                    <a:cubicBezTo>
                      <a:pt x="5060" y="540"/>
                      <a:pt x="4254" y="205"/>
                      <a:pt x="3412" y="205"/>
                    </a:cubicBezTo>
                    <a:cubicBezTo>
                      <a:pt x="2571" y="205"/>
                      <a:pt x="1765" y="540"/>
                      <a:pt x="1170" y="1135"/>
                    </a:cubicBezTo>
                    <a:cubicBezTo>
                      <a:pt x="575" y="1730"/>
                      <a:pt x="241" y="2537"/>
                      <a:pt x="241" y="3378"/>
                    </a:cubicBezTo>
                    <a:cubicBezTo>
                      <a:pt x="241" y="4220"/>
                      <a:pt x="575" y="5027"/>
                      <a:pt x="1170" y="5622"/>
                    </a:cubicBezTo>
                    <a:cubicBezTo>
                      <a:pt x="1765" y="6217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71" name="Freeform: Shape 2570">
                <a:extLst>
                  <a:ext uri="{FF2B5EF4-FFF2-40B4-BE49-F238E27FC236}">
                    <a16:creationId xmlns:a16="http://schemas.microsoft.com/office/drawing/2014/main" id="{3142C434-B82D-E1CF-4780-9CECEC7C8DF0}"/>
                  </a:ext>
                </a:extLst>
              </p:cNvPr>
              <p:cNvSpPr/>
              <p:nvPr/>
            </p:nvSpPr>
            <p:spPr>
              <a:xfrm>
                <a:off x="3905536" y="6086866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5 w 6343"/>
                  <a:gd name="connsiteY1" fmla="*/ 5622 h 6345"/>
                  <a:gd name="connsiteX2" fmla="*/ 6584 w 6343"/>
                  <a:gd name="connsiteY2" fmla="*/ 3378 h 6345"/>
                  <a:gd name="connsiteX3" fmla="*/ 5655 w 6343"/>
                  <a:gd name="connsiteY3" fmla="*/ 1135 h 6345"/>
                  <a:gd name="connsiteX4" fmla="*/ 3412 w 6343"/>
                  <a:gd name="connsiteY4" fmla="*/ 205 h 6345"/>
                  <a:gd name="connsiteX5" fmla="*/ 1170 w 6343"/>
                  <a:gd name="connsiteY5" fmla="*/ 1135 h 6345"/>
                  <a:gd name="connsiteX6" fmla="*/ 241 w 6343"/>
                  <a:gd name="connsiteY6" fmla="*/ 3378 h 6345"/>
                  <a:gd name="connsiteX7" fmla="*/ 1170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3" y="6551"/>
                      <a:pt x="5060" y="6217"/>
                      <a:pt x="5655" y="5622"/>
                    </a:cubicBezTo>
                    <a:cubicBezTo>
                      <a:pt x="6250" y="5027"/>
                      <a:pt x="6584" y="4220"/>
                      <a:pt x="6584" y="3378"/>
                    </a:cubicBezTo>
                    <a:cubicBezTo>
                      <a:pt x="6584" y="2537"/>
                      <a:pt x="6250" y="1730"/>
                      <a:pt x="5655" y="1135"/>
                    </a:cubicBezTo>
                    <a:cubicBezTo>
                      <a:pt x="5060" y="540"/>
                      <a:pt x="4253" y="205"/>
                      <a:pt x="3412" y="205"/>
                    </a:cubicBezTo>
                    <a:cubicBezTo>
                      <a:pt x="2571" y="205"/>
                      <a:pt x="1764" y="540"/>
                      <a:pt x="1170" y="1135"/>
                    </a:cubicBezTo>
                    <a:cubicBezTo>
                      <a:pt x="575" y="1730"/>
                      <a:pt x="241" y="2537"/>
                      <a:pt x="241" y="3378"/>
                    </a:cubicBezTo>
                    <a:cubicBezTo>
                      <a:pt x="241" y="4220"/>
                      <a:pt x="575" y="5027"/>
                      <a:pt x="1170" y="5622"/>
                    </a:cubicBezTo>
                    <a:cubicBezTo>
                      <a:pt x="1764" y="6217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72" name="Freeform: Shape 2571">
                <a:extLst>
                  <a:ext uri="{FF2B5EF4-FFF2-40B4-BE49-F238E27FC236}">
                    <a16:creationId xmlns:a16="http://schemas.microsoft.com/office/drawing/2014/main" id="{CCB47A3F-3E54-B937-7E4F-5F85BDC16D03}"/>
                  </a:ext>
                </a:extLst>
              </p:cNvPr>
              <p:cNvSpPr/>
              <p:nvPr/>
            </p:nvSpPr>
            <p:spPr>
              <a:xfrm>
                <a:off x="3903462" y="6088008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5 w 6343"/>
                  <a:gd name="connsiteY1" fmla="*/ 5622 h 6345"/>
                  <a:gd name="connsiteX2" fmla="*/ 6584 w 6343"/>
                  <a:gd name="connsiteY2" fmla="*/ 3378 h 6345"/>
                  <a:gd name="connsiteX3" fmla="*/ 5655 w 6343"/>
                  <a:gd name="connsiteY3" fmla="*/ 1135 h 6345"/>
                  <a:gd name="connsiteX4" fmla="*/ 3412 w 6343"/>
                  <a:gd name="connsiteY4" fmla="*/ 206 h 6345"/>
                  <a:gd name="connsiteX5" fmla="*/ 1169 w 6343"/>
                  <a:gd name="connsiteY5" fmla="*/ 1135 h 6345"/>
                  <a:gd name="connsiteX6" fmla="*/ 241 w 6343"/>
                  <a:gd name="connsiteY6" fmla="*/ 3378 h 6345"/>
                  <a:gd name="connsiteX7" fmla="*/ 1169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3" y="6551"/>
                      <a:pt x="5060" y="6217"/>
                      <a:pt x="5655" y="5622"/>
                    </a:cubicBezTo>
                    <a:cubicBezTo>
                      <a:pt x="6249" y="5027"/>
                      <a:pt x="6584" y="4220"/>
                      <a:pt x="6584" y="3378"/>
                    </a:cubicBezTo>
                    <a:cubicBezTo>
                      <a:pt x="6584" y="2537"/>
                      <a:pt x="6249" y="1730"/>
                      <a:pt x="5655" y="1135"/>
                    </a:cubicBezTo>
                    <a:cubicBezTo>
                      <a:pt x="5060" y="540"/>
                      <a:pt x="4253" y="206"/>
                      <a:pt x="3412" y="206"/>
                    </a:cubicBezTo>
                    <a:cubicBezTo>
                      <a:pt x="2571" y="206"/>
                      <a:pt x="1764" y="540"/>
                      <a:pt x="1169" y="1135"/>
                    </a:cubicBezTo>
                    <a:cubicBezTo>
                      <a:pt x="575" y="1730"/>
                      <a:pt x="241" y="2537"/>
                      <a:pt x="241" y="3378"/>
                    </a:cubicBezTo>
                    <a:cubicBezTo>
                      <a:pt x="241" y="4220"/>
                      <a:pt x="575" y="5027"/>
                      <a:pt x="1169" y="5622"/>
                    </a:cubicBezTo>
                    <a:cubicBezTo>
                      <a:pt x="1764" y="6217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73" name="Freeform: Shape 2572">
                <a:extLst>
                  <a:ext uri="{FF2B5EF4-FFF2-40B4-BE49-F238E27FC236}">
                    <a16:creationId xmlns:a16="http://schemas.microsoft.com/office/drawing/2014/main" id="{52E41447-4B16-01DC-904F-D9756E87D92A}"/>
                  </a:ext>
                </a:extLst>
              </p:cNvPr>
              <p:cNvSpPr/>
              <p:nvPr/>
            </p:nvSpPr>
            <p:spPr>
              <a:xfrm>
                <a:off x="3901490" y="6090562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5 w 6343"/>
                  <a:gd name="connsiteY1" fmla="*/ 5622 h 6345"/>
                  <a:gd name="connsiteX2" fmla="*/ 6583 w 6343"/>
                  <a:gd name="connsiteY2" fmla="*/ 3378 h 6345"/>
                  <a:gd name="connsiteX3" fmla="*/ 5655 w 6343"/>
                  <a:gd name="connsiteY3" fmla="*/ 1135 h 6345"/>
                  <a:gd name="connsiteX4" fmla="*/ 3412 w 6343"/>
                  <a:gd name="connsiteY4" fmla="*/ 206 h 6345"/>
                  <a:gd name="connsiteX5" fmla="*/ 1169 w 6343"/>
                  <a:gd name="connsiteY5" fmla="*/ 1135 h 6345"/>
                  <a:gd name="connsiteX6" fmla="*/ 240 w 6343"/>
                  <a:gd name="connsiteY6" fmla="*/ 3378 h 6345"/>
                  <a:gd name="connsiteX7" fmla="*/ 1169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3" y="6551"/>
                      <a:pt x="5060" y="6217"/>
                      <a:pt x="5655" y="5622"/>
                    </a:cubicBezTo>
                    <a:cubicBezTo>
                      <a:pt x="6249" y="5027"/>
                      <a:pt x="6583" y="4220"/>
                      <a:pt x="6583" y="3378"/>
                    </a:cubicBezTo>
                    <a:cubicBezTo>
                      <a:pt x="6583" y="2537"/>
                      <a:pt x="6249" y="1730"/>
                      <a:pt x="5655" y="1135"/>
                    </a:cubicBezTo>
                    <a:cubicBezTo>
                      <a:pt x="5060" y="540"/>
                      <a:pt x="4253" y="206"/>
                      <a:pt x="3412" y="206"/>
                    </a:cubicBezTo>
                    <a:cubicBezTo>
                      <a:pt x="2571" y="206"/>
                      <a:pt x="1764" y="540"/>
                      <a:pt x="1169" y="1135"/>
                    </a:cubicBezTo>
                    <a:cubicBezTo>
                      <a:pt x="575" y="1730"/>
                      <a:pt x="240" y="2537"/>
                      <a:pt x="240" y="3378"/>
                    </a:cubicBezTo>
                    <a:cubicBezTo>
                      <a:pt x="240" y="4220"/>
                      <a:pt x="575" y="5027"/>
                      <a:pt x="1169" y="5622"/>
                    </a:cubicBezTo>
                    <a:cubicBezTo>
                      <a:pt x="1764" y="6217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74" name="Freeform: Shape 2573">
                <a:extLst>
                  <a:ext uri="{FF2B5EF4-FFF2-40B4-BE49-F238E27FC236}">
                    <a16:creationId xmlns:a16="http://schemas.microsoft.com/office/drawing/2014/main" id="{62BEB110-9B8A-9396-38E9-1DE992D47F37}"/>
                  </a:ext>
                </a:extLst>
              </p:cNvPr>
              <p:cNvSpPr/>
              <p:nvPr/>
            </p:nvSpPr>
            <p:spPr>
              <a:xfrm>
                <a:off x="3899434" y="6092392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4 w 6343"/>
                  <a:gd name="connsiteY1" fmla="*/ 5622 h 6345"/>
                  <a:gd name="connsiteX2" fmla="*/ 6583 w 6343"/>
                  <a:gd name="connsiteY2" fmla="*/ 3379 h 6345"/>
                  <a:gd name="connsiteX3" fmla="*/ 5654 w 6343"/>
                  <a:gd name="connsiteY3" fmla="*/ 1135 h 6345"/>
                  <a:gd name="connsiteX4" fmla="*/ 3412 w 6343"/>
                  <a:gd name="connsiteY4" fmla="*/ 206 h 6345"/>
                  <a:gd name="connsiteX5" fmla="*/ 1169 w 6343"/>
                  <a:gd name="connsiteY5" fmla="*/ 1135 h 6345"/>
                  <a:gd name="connsiteX6" fmla="*/ 240 w 6343"/>
                  <a:gd name="connsiteY6" fmla="*/ 3379 h 6345"/>
                  <a:gd name="connsiteX7" fmla="*/ 1169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3" y="6551"/>
                      <a:pt x="5060" y="6217"/>
                      <a:pt x="5654" y="5622"/>
                    </a:cubicBezTo>
                    <a:cubicBezTo>
                      <a:pt x="6249" y="5027"/>
                      <a:pt x="6583" y="4220"/>
                      <a:pt x="6583" y="3379"/>
                    </a:cubicBezTo>
                    <a:cubicBezTo>
                      <a:pt x="6583" y="2537"/>
                      <a:pt x="6249" y="1730"/>
                      <a:pt x="5654" y="1135"/>
                    </a:cubicBezTo>
                    <a:cubicBezTo>
                      <a:pt x="5060" y="540"/>
                      <a:pt x="4253" y="206"/>
                      <a:pt x="3412" y="206"/>
                    </a:cubicBezTo>
                    <a:cubicBezTo>
                      <a:pt x="2571" y="206"/>
                      <a:pt x="1764" y="540"/>
                      <a:pt x="1169" y="1135"/>
                    </a:cubicBezTo>
                    <a:cubicBezTo>
                      <a:pt x="574" y="1730"/>
                      <a:pt x="240" y="2537"/>
                      <a:pt x="240" y="3379"/>
                    </a:cubicBezTo>
                    <a:cubicBezTo>
                      <a:pt x="240" y="4220"/>
                      <a:pt x="574" y="5027"/>
                      <a:pt x="1169" y="5622"/>
                    </a:cubicBezTo>
                    <a:cubicBezTo>
                      <a:pt x="1764" y="6217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75" name="Freeform: Shape 2574">
                <a:extLst>
                  <a:ext uri="{FF2B5EF4-FFF2-40B4-BE49-F238E27FC236}">
                    <a16:creationId xmlns:a16="http://schemas.microsoft.com/office/drawing/2014/main" id="{9408CAF8-0366-0B35-B64F-7C8BF023228D}"/>
                  </a:ext>
                </a:extLst>
              </p:cNvPr>
              <p:cNvSpPr/>
              <p:nvPr/>
            </p:nvSpPr>
            <p:spPr>
              <a:xfrm>
                <a:off x="3931880" y="6605269"/>
                <a:ext cx="6343" cy="6345"/>
              </a:xfrm>
              <a:custGeom>
                <a:avLst/>
                <a:gdLst>
                  <a:gd name="connsiteX0" fmla="*/ 3414 w 6343"/>
                  <a:gd name="connsiteY0" fmla="*/ 6592 h 6345"/>
                  <a:gd name="connsiteX1" fmla="*/ 5657 w 6343"/>
                  <a:gd name="connsiteY1" fmla="*/ 5662 h 6345"/>
                  <a:gd name="connsiteX2" fmla="*/ 6586 w 6343"/>
                  <a:gd name="connsiteY2" fmla="*/ 3419 h 6345"/>
                  <a:gd name="connsiteX3" fmla="*/ 5657 w 6343"/>
                  <a:gd name="connsiteY3" fmla="*/ 1176 h 6345"/>
                  <a:gd name="connsiteX4" fmla="*/ 3414 w 6343"/>
                  <a:gd name="connsiteY4" fmla="*/ 246 h 6345"/>
                  <a:gd name="connsiteX5" fmla="*/ 1172 w 6343"/>
                  <a:gd name="connsiteY5" fmla="*/ 1176 h 6345"/>
                  <a:gd name="connsiteX6" fmla="*/ 243 w 6343"/>
                  <a:gd name="connsiteY6" fmla="*/ 3419 h 6345"/>
                  <a:gd name="connsiteX7" fmla="*/ 1172 w 6343"/>
                  <a:gd name="connsiteY7" fmla="*/ 5662 h 6345"/>
                  <a:gd name="connsiteX8" fmla="*/ 3414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92"/>
                    </a:moveTo>
                    <a:cubicBezTo>
                      <a:pt x="4255" y="6592"/>
                      <a:pt x="5062" y="6257"/>
                      <a:pt x="5657" y="5662"/>
                    </a:cubicBezTo>
                    <a:cubicBezTo>
                      <a:pt x="6252" y="5067"/>
                      <a:pt x="6586" y="4260"/>
                      <a:pt x="6586" y="3419"/>
                    </a:cubicBezTo>
                    <a:cubicBezTo>
                      <a:pt x="6586" y="2578"/>
                      <a:pt x="6252" y="1771"/>
                      <a:pt x="5657" y="1176"/>
                    </a:cubicBezTo>
                    <a:cubicBezTo>
                      <a:pt x="5062" y="581"/>
                      <a:pt x="4255" y="246"/>
                      <a:pt x="3414" y="246"/>
                    </a:cubicBezTo>
                    <a:cubicBezTo>
                      <a:pt x="2573" y="246"/>
                      <a:pt x="1766" y="581"/>
                      <a:pt x="1172" y="1176"/>
                    </a:cubicBezTo>
                    <a:cubicBezTo>
                      <a:pt x="577" y="1771"/>
                      <a:pt x="243" y="2578"/>
                      <a:pt x="243" y="3419"/>
                    </a:cubicBezTo>
                    <a:cubicBezTo>
                      <a:pt x="243" y="4260"/>
                      <a:pt x="577" y="5067"/>
                      <a:pt x="1172" y="5662"/>
                    </a:cubicBezTo>
                    <a:cubicBezTo>
                      <a:pt x="1766" y="6257"/>
                      <a:pt x="2573" y="6592"/>
                      <a:pt x="3414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76" name="Freeform: Shape 2575">
                <a:extLst>
                  <a:ext uri="{FF2B5EF4-FFF2-40B4-BE49-F238E27FC236}">
                    <a16:creationId xmlns:a16="http://schemas.microsoft.com/office/drawing/2014/main" id="{96AF33A9-7459-AB6D-2239-D4327784C6C1}"/>
                  </a:ext>
                </a:extLst>
              </p:cNvPr>
              <p:cNvSpPr/>
              <p:nvPr/>
            </p:nvSpPr>
            <p:spPr>
              <a:xfrm>
                <a:off x="3926487" y="6604663"/>
                <a:ext cx="6343" cy="6345"/>
              </a:xfrm>
              <a:custGeom>
                <a:avLst/>
                <a:gdLst>
                  <a:gd name="connsiteX0" fmla="*/ 3414 w 6343"/>
                  <a:gd name="connsiteY0" fmla="*/ 6592 h 6345"/>
                  <a:gd name="connsiteX1" fmla="*/ 5657 w 6343"/>
                  <a:gd name="connsiteY1" fmla="*/ 5662 h 6345"/>
                  <a:gd name="connsiteX2" fmla="*/ 6585 w 6343"/>
                  <a:gd name="connsiteY2" fmla="*/ 3419 h 6345"/>
                  <a:gd name="connsiteX3" fmla="*/ 5657 w 6343"/>
                  <a:gd name="connsiteY3" fmla="*/ 1176 h 6345"/>
                  <a:gd name="connsiteX4" fmla="*/ 3414 w 6343"/>
                  <a:gd name="connsiteY4" fmla="*/ 246 h 6345"/>
                  <a:gd name="connsiteX5" fmla="*/ 1171 w 6343"/>
                  <a:gd name="connsiteY5" fmla="*/ 1176 h 6345"/>
                  <a:gd name="connsiteX6" fmla="*/ 242 w 6343"/>
                  <a:gd name="connsiteY6" fmla="*/ 3419 h 6345"/>
                  <a:gd name="connsiteX7" fmla="*/ 1171 w 6343"/>
                  <a:gd name="connsiteY7" fmla="*/ 5662 h 6345"/>
                  <a:gd name="connsiteX8" fmla="*/ 3414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92"/>
                    </a:moveTo>
                    <a:cubicBezTo>
                      <a:pt x="4255" y="6592"/>
                      <a:pt x="5062" y="6257"/>
                      <a:pt x="5657" y="5662"/>
                    </a:cubicBezTo>
                    <a:cubicBezTo>
                      <a:pt x="6251" y="5067"/>
                      <a:pt x="6585" y="4260"/>
                      <a:pt x="6585" y="3419"/>
                    </a:cubicBezTo>
                    <a:cubicBezTo>
                      <a:pt x="6585" y="2578"/>
                      <a:pt x="6251" y="1770"/>
                      <a:pt x="5657" y="1176"/>
                    </a:cubicBezTo>
                    <a:cubicBezTo>
                      <a:pt x="5062" y="581"/>
                      <a:pt x="4255" y="246"/>
                      <a:pt x="3414" y="246"/>
                    </a:cubicBezTo>
                    <a:cubicBezTo>
                      <a:pt x="2573" y="246"/>
                      <a:pt x="1766" y="581"/>
                      <a:pt x="1171" y="1176"/>
                    </a:cubicBezTo>
                    <a:cubicBezTo>
                      <a:pt x="577" y="1770"/>
                      <a:pt x="242" y="2578"/>
                      <a:pt x="242" y="3419"/>
                    </a:cubicBezTo>
                    <a:cubicBezTo>
                      <a:pt x="242" y="4260"/>
                      <a:pt x="577" y="5067"/>
                      <a:pt x="1171" y="5662"/>
                    </a:cubicBezTo>
                    <a:cubicBezTo>
                      <a:pt x="1766" y="6257"/>
                      <a:pt x="2573" y="6592"/>
                      <a:pt x="3414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77" name="Freeform: Shape 2576">
                <a:extLst>
                  <a:ext uri="{FF2B5EF4-FFF2-40B4-BE49-F238E27FC236}">
                    <a16:creationId xmlns:a16="http://schemas.microsoft.com/office/drawing/2014/main" id="{B0630F5C-ECF0-9DB6-0B99-FD11E1CCE581}"/>
                  </a:ext>
                </a:extLst>
              </p:cNvPr>
              <p:cNvSpPr/>
              <p:nvPr/>
            </p:nvSpPr>
            <p:spPr>
              <a:xfrm>
                <a:off x="3921092" y="6603833"/>
                <a:ext cx="6343" cy="6345"/>
              </a:xfrm>
              <a:custGeom>
                <a:avLst/>
                <a:gdLst>
                  <a:gd name="connsiteX0" fmla="*/ 3413 w 6343"/>
                  <a:gd name="connsiteY0" fmla="*/ 6592 h 6345"/>
                  <a:gd name="connsiteX1" fmla="*/ 5656 w 6343"/>
                  <a:gd name="connsiteY1" fmla="*/ 5662 h 6345"/>
                  <a:gd name="connsiteX2" fmla="*/ 6585 w 6343"/>
                  <a:gd name="connsiteY2" fmla="*/ 3419 h 6345"/>
                  <a:gd name="connsiteX3" fmla="*/ 5656 w 6343"/>
                  <a:gd name="connsiteY3" fmla="*/ 1175 h 6345"/>
                  <a:gd name="connsiteX4" fmla="*/ 3413 w 6343"/>
                  <a:gd name="connsiteY4" fmla="*/ 246 h 6345"/>
                  <a:gd name="connsiteX5" fmla="*/ 1171 w 6343"/>
                  <a:gd name="connsiteY5" fmla="*/ 1175 h 6345"/>
                  <a:gd name="connsiteX6" fmla="*/ 242 w 6343"/>
                  <a:gd name="connsiteY6" fmla="*/ 3419 h 6345"/>
                  <a:gd name="connsiteX7" fmla="*/ 1171 w 6343"/>
                  <a:gd name="connsiteY7" fmla="*/ 5662 h 6345"/>
                  <a:gd name="connsiteX8" fmla="*/ 3413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92"/>
                    </a:moveTo>
                    <a:cubicBezTo>
                      <a:pt x="4255" y="6592"/>
                      <a:pt x="5061" y="6257"/>
                      <a:pt x="5656" y="5662"/>
                    </a:cubicBezTo>
                    <a:cubicBezTo>
                      <a:pt x="6251" y="5067"/>
                      <a:pt x="6585" y="4260"/>
                      <a:pt x="6585" y="3419"/>
                    </a:cubicBezTo>
                    <a:cubicBezTo>
                      <a:pt x="6585" y="2577"/>
                      <a:pt x="6251" y="1770"/>
                      <a:pt x="5656" y="1175"/>
                    </a:cubicBezTo>
                    <a:cubicBezTo>
                      <a:pt x="5061" y="580"/>
                      <a:pt x="4255" y="246"/>
                      <a:pt x="3413" y="246"/>
                    </a:cubicBezTo>
                    <a:cubicBezTo>
                      <a:pt x="2572" y="246"/>
                      <a:pt x="1766" y="580"/>
                      <a:pt x="1171" y="1175"/>
                    </a:cubicBezTo>
                    <a:cubicBezTo>
                      <a:pt x="576" y="1770"/>
                      <a:pt x="242" y="2577"/>
                      <a:pt x="242" y="3419"/>
                    </a:cubicBezTo>
                    <a:cubicBezTo>
                      <a:pt x="242" y="4260"/>
                      <a:pt x="576" y="5067"/>
                      <a:pt x="1171" y="5662"/>
                    </a:cubicBezTo>
                    <a:cubicBezTo>
                      <a:pt x="1766" y="6257"/>
                      <a:pt x="2572" y="6592"/>
                      <a:pt x="3413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78" name="Freeform: Shape 2577">
                <a:extLst>
                  <a:ext uri="{FF2B5EF4-FFF2-40B4-BE49-F238E27FC236}">
                    <a16:creationId xmlns:a16="http://schemas.microsoft.com/office/drawing/2014/main" id="{C484859A-E2C9-D1A1-DE48-E2F09BA8DDC9}"/>
                  </a:ext>
                </a:extLst>
              </p:cNvPr>
              <p:cNvSpPr/>
              <p:nvPr/>
            </p:nvSpPr>
            <p:spPr>
              <a:xfrm>
                <a:off x="3915728" y="6603350"/>
                <a:ext cx="6343" cy="6345"/>
              </a:xfrm>
              <a:custGeom>
                <a:avLst/>
                <a:gdLst>
                  <a:gd name="connsiteX0" fmla="*/ 3413 w 6343"/>
                  <a:gd name="connsiteY0" fmla="*/ 6592 h 6345"/>
                  <a:gd name="connsiteX1" fmla="*/ 5656 w 6343"/>
                  <a:gd name="connsiteY1" fmla="*/ 5662 h 6345"/>
                  <a:gd name="connsiteX2" fmla="*/ 6585 w 6343"/>
                  <a:gd name="connsiteY2" fmla="*/ 3419 h 6345"/>
                  <a:gd name="connsiteX3" fmla="*/ 5656 w 6343"/>
                  <a:gd name="connsiteY3" fmla="*/ 1175 h 6345"/>
                  <a:gd name="connsiteX4" fmla="*/ 3413 w 6343"/>
                  <a:gd name="connsiteY4" fmla="*/ 246 h 6345"/>
                  <a:gd name="connsiteX5" fmla="*/ 1170 w 6343"/>
                  <a:gd name="connsiteY5" fmla="*/ 1175 h 6345"/>
                  <a:gd name="connsiteX6" fmla="*/ 241 w 6343"/>
                  <a:gd name="connsiteY6" fmla="*/ 3419 h 6345"/>
                  <a:gd name="connsiteX7" fmla="*/ 1170 w 6343"/>
                  <a:gd name="connsiteY7" fmla="*/ 5662 h 6345"/>
                  <a:gd name="connsiteX8" fmla="*/ 3413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92"/>
                    </a:moveTo>
                    <a:cubicBezTo>
                      <a:pt x="4254" y="6592"/>
                      <a:pt x="5061" y="6257"/>
                      <a:pt x="5656" y="5662"/>
                    </a:cubicBezTo>
                    <a:cubicBezTo>
                      <a:pt x="6250" y="5067"/>
                      <a:pt x="6585" y="4260"/>
                      <a:pt x="6585" y="3419"/>
                    </a:cubicBezTo>
                    <a:cubicBezTo>
                      <a:pt x="6585" y="2577"/>
                      <a:pt x="6250" y="1770"/>
                      <a:pt x="5656" y="1175"/>
                    </a:cubicBezTo>
                    <a:cubicBezTo>
                      <a:pt x="5061" y="580"/>
                      <a:pt x="4254" y="246"/>
                      <a:pt x="3413" y="246"/>
                    </a:cubicBezTo>
                    <a:cubicBezTo>
                      <a:pt x="2572" y="246"/>
                      <a:pt x="1765" y="580"/>
                      <a:pt x="1170" y="1175"/>
                    </a:cubicBezTo>
                    <a:cubicBezTo>
                      <a:pt x="576" y="1770"/>
                      <a:pt x="241" y="2577"/>
                      <a:pt x="241" y="3419"/>
                    </a:cubicBezTo>
                    <a:cubicBezTo>
                      <a:pt x="241" y="4260"/>
                      <a:pt x="576" y="5067"/>
                      <a:pt x="1170" y="5662"/>
                    </a:cubicBezTo>
                    <a:cubicBezTo>
                      <a:pt x="1765" y="6257"/>
                      <a:pt x="2572" y="6592"/>
                      <a:pt x="3413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79" name="Freeform: Shape 2578">
                <a:extLst>
                  <a:ext uri="{FF2B5EF4-FFF2-40B4-BE49-F238E27FC236}">
                    <a16:creationId xmlns:a16="http://schemas.microsoft.com/office/drawing/2014/main" id="{B708B122-4900-4B75-E83C-E69D675D038C}"/>
                  </a:ext>
                </a:extLst>
              </p:cNvPr>
              <p:cNvSpPr/>
              <p:nvPr/>
            </p:nvSpPr>
            <p:spPr>
              <a:xfrm>
                <a:off x="3910344" y="6602168"/>
                <a:ext cx="6343" cy="6345"/>
              </a:xfrm>
              <a:custGeom>
                <a:avLst/>
                <a:gdLst>
                  <a:gd name="connsiteX0" fmla="*/ 3413 w 6343"/>
                  <a:gd name="connsiteY0" fmla="*/ 6591 h 6345"/>
                  <a:gd name="connsiteX1" fmla="*/ 5655 w 6343"/>
                  <a:gd name="connsiteY1" fmla="*/ 5662 h 6345"/>
                  <a:gd name="connsiteX2" fmla="*/ 6584 w 6343"/>
                  <a:gd name="connsiteY2" fmla="*/ 3419 h 6345"/>
                  <a:gd name="connsiteX3" fmla="*/ 5655 w 6343"/>
                  <a:gd name="connsiteY3" fmla="*/ 1175 h 6345"/>
                  <a:gd name="connsiteX4" fmla="*/ 3413 w 6343"/>
                  <a:gd name="connsiteY4" fmla="*/ 246 h 6345"/>
                  <a:gd name="connsiteX5" fmla="*/ 1170 w 6343"/>
                  <a:gd name="connsiteY5" fmla="*/ 1175 h 6345"/>
                  <a:gd name="connsiteX6" fmla="*/ 241 w 6343"/>
                  <a:gd name="connsiteY6" fmla="*/ 3419 h 6345"/>
                  <a:gd name="connsiteX7" fmla="*/ 1170 w 6343"/>
                  <a:gd name="connsiteY7" fmla="*/ 5662 h 6345"/>
                  <a:gd name="connsiteX8" fmla="*/ 3413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91"/>
                    </a:moveTo>
                    <a:cubicBezTo>
                      <a:pt x="4254" y="6591"/>
                      <a:pt x="5060" y="6257"/>
                      <a:pt x="5655" y="5662"/>
                    </a:cubicBezTo>
                    <a:cubicBezTo>
                      <a:pt x="6250" y="5067"/>
                      <a:pt x="6584" y="4260"/>
                      <a:pt x="6584" y="3419"/>
                    </a:cubicBezTo>
                    <a:cubicBezTo>
                      <a:pt x="6584" y="2577"/>
                      <a:pt x="6250" y="1770"/>
                      <a:pt x="5655" y="1175"/>
                    </a:cubicBezTo>
                    <a:cubicBezTo>
                      <a:pt x="5060" y="580"/>
                      <a:pt x="4254" y="246"/>
                      <a:pt x="3413" y="246"/>
                    </a:cubicBezTo>
                    <a:cubicBezTo>
                      <a:pt x="2572" y="246"/>
                      <a:pt x="1765" y="580"/>
                      <a:pt x="1170" y="1175"/>
                    </a:cubicBezTo>
                    <a:cubicBezTo>
                      <a:pt x="575" y="1770"/>
                      <a:pt x="241" y="2577"/>
                      <a:pt x="241" y="3419"/>
                    </a:cubicBezTo>
                    <a:cubicBezTo>
                      <a:pt x="241" y="4260"/>
                      <a:pt x="575" y="5067"/>
                      <a:pt x="1170" y="5662"/>
                    </a:cubicBezTo>
                    <a:cubicBezTo>
                      <a:pt x="1765" y="6257"/>
                      <a:pt x="2572" y="6591"/>
                      <a:pt x="3413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80" name="Freeform: Shape 2579">
                <a:extLst>
                  <a:ext uri="{FF2B5EF4-FFF2-40B4-BE49-F238E27FC236}">
                    <a16:creationId xmlns:a16="http://schemas.microsoft.com/office/drawing/2014/main" id="{753CFD41-D7C2-053C-28DE-9A36FA95D865}"/>
                  </a:ext>
                </a:extLst>
              </p:cNvPr>
              <p:cNvSpPr/>
              <p:nvPr/>
            </p:nvSpPr>
            <p:spPr>
              <a:xfrm>
                <a:off x="3904961" y="6600572"/>
                <a:ext cx="6343" cy="6345"/>
              </a:xfrm>
              <a:custGeom>
                <a:avLst/>
                <a:gdLst>
                  <a:gd name="connsiteX0" fmla="*/ 3412 w 6343"/>
                  <a:gd name="connsiteY0" fmla="*/ 6591 h 6345"/>
                  <a:gd name="connsiteX1" fmla="*/ 5655 w 6343"/>
                  <a:gd name="connsiteY1" fmla="*/ 5662 h 6345"/>
                  <a:gd name="connsiteX2" fmla="*/ 6584 w 6343"/>
                  <a:gd name="connsiteY2" fmla="*/ 3419 h 6345"/>
                  <a:gd name="connsiteX3" fmla="*/ 5655 w 6343"/>
                  <a:gd name="connsiteY3" fmla="*/ 1175 h 6345"/>
                  <a:gd name="connsiteX4" fmla="*/ 3412 w 6343"/>
                  <a:gd name="connsiteY4" fmla="*/ 246 h 6345"/>
                  <a:gd name="connsiteX5" fmla="*/ 1170 w 6343"/>
                  <a:gd name="connsiteY5" fmla="*/ 1175 h 6345"/>
                  <a:gd name="connsiteX6" fmla="*/ 241 w 6343"/>
                  <a:gd name="connsiteY6" fmla="*/ 3419 h 6345"/>
                  <a:gd name="connsiteX7" fmla="*/ 1170 w 6343"/>
                  <a:gd name="connsiteY7" fmla="*/ 5662 h 6345"/>
                  <a:gd name="connsiteX8" fmla="*/ 3412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91"/>
                    </a:moveTo>
                    <a:cubicBezTo>
                      <a:pt x="4253" y="6591"/>
                      <a:pt x="5060" y="6257"/>
                      <a:pt x="5655" y="5662"/>
                    </a:cubicBezTo>
                    <a:cubicBezTo>
                      <a:pt x="6250" y="5067"/>
                      <a:pt x="6584" y="4260"/>
                      <a:pt x="6584" y="3419"/>
                    </a:cubicBezTo>
                    <a:cubicBezTo>
                      <a:pt x="6584" y="2577"/>
                      <a:pt x="6250" y="1770"/>
                      <a:pt x="5655" y="1175"/>
                    </a:cubicBezTo>
                    <a:cubicBezTo>
                      <a:pt x="5060" y="580"/>
                      <a:pt x="4253" y="246"/>
                      <a:pt x="3412" y="246"/>
                    </a:cubicBezTo>
                    <a:cubicBezTo>
                      <a:pt x="2571" y="246"/>
                      <a:pt x="1764" y="580"/>
                      <a:pt x="1170" y="1175"/>
                    </a:cubicBezTo>
                    <a:cubicBezTo>
                      <a:pt x="575" y="1770"/>
                      <a:pt x="241" y="2577"/>
                      <a:pt x="241" y="3419"/>
                    </a:cubicBezTo>
                    <a:cubicBezTo>
                      <a:pt x="241" y="4260"/>
                      <a:pt x="575" y="5067"/>
                      <a:pt x="1170" y="5662"/>
                    </a:cubicBezTo>
                    <a:cubicBezTo>
                      <a:pt x="1764" y="6257"/>
                      <a:pt x="2571" y="6591"/>
                      <a:pt x="3412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81" name="Freeform: Shape 2580">
                <a:extLst>
                  <a:ext uri="{FF2B5EF4-FFF2-40B4-BE49-F238E27FC236}">
                    <a16:creationId xmlns:a16="http://schemas.microsoft.com/office/drawing/2014/main" id="{90ED0DF8-460D-F093-EE6A-1BB0DD8310A5}"/>
                  </a:ext>
                </a:extLst>
              </p:cNvPr>
              <p:cNvSpPr/>
              <p:nvPr/>
            </p:nvSpPr>
            <p:spPr>
              <a:xfrm>
                <a:off x="3899630" y="6599942"/>
                <a:ext cx="6343" cy="6345"/>
              </a:xfrm>
              <a:custGeom>
                <a:avLst/>
                <a:gdLst>
                  <a:gd name="connsiteX0" fmla="*/ 3412 w 6343"/>
                  <a:gd name="connsiteY0" fmla="*/ 6591 h 6345"/>
                  <a:gd name="connsiteX1" fmla="*/ 5654 w 6343"/>
                  <a:gd name="connsiteY1" fmla="*/ 5662 h 6345"/>
                  <a:gd name="connsiteX2" fmla="*/ 6583 w 6343"/>
                  <a:gd name="connsiteY2" fmla="*/ 3419 h 6345"/>
                  <a:gd name="connsiteX3" fmla="*/ 5654 w 6343"/>
                  <a:gd name="connsiteY3" fmla="*/ 1175 h 6345"/>
                  <a:gd name="connsiteX4" fmla="*/ 3412 w 6343"/>
                  <a:gd name="connsiteY4" fmla="*/ 246 h 6345"/>
                  <a:gd name="connsiteX5" fmla="*/ 1169 w 6343"/>
                  <a:gd name="connsiteY5" fmla="*/ 1175 h 6345"/>
                  <a:gd name="connsiteX6" fmla="*/ 240 w 6343"/>
                  <a:gd name="connsiteY6" fmla="*/ 3419 h 6345"/>
                  <a:gd name="connsiteX7" fmla="*/ 1169 w 6343"/>
                  <a:gd name="connsiteY7" fmla="*/ 5662 h 6345"/>
                  <a:gd name="connsiteX8" fmla="*/ 3412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91"/>
                    </a:moveTo>
                    <a:cubicBezTo>
                      <a:pt x="4253" y="6591"/>
                      <a:pt x="5060" y="6257"/>
                      <a:pt x="5654" y="5662"/>
                    </a:cubicBezTo>
                    <a:cubicBezTo>
                      <a:pt x="6249" y="5067"/>
                      <a:pt x="6583" y="4260"/>
                      <a:pt x="6583" y="3419"/>
                    </a:cubicBezTo>
                    <a:cubicBezTo>
                      <a:pt x="6583" y="2577"/>
                      <a:pt x="6249" y="1770"/>
                      <a:pt x="5654" y="1175"/>
                    </a:cubicBezTo>
                    <a:cubicBezTo>
                      <a:pt x="5060" y="580"/>
                      <a:pt x="4253" y="246"/>
                      <a:pt x="3412" y="246"/>
                    </a:cubicBezTo>
                    <a:cubicBezTo>
                      <a:pt x="2571" y="246"/>
                      <a:pt x="1764" y="580"/>
                      <a:pt x="1169" y="1175"/>
                    </a:cubicBezTo>
                    <a:cubicBezTo>
                      <a:pt x="574" y="1770"/>
                      <a:pt x="240" y="2577"/>
                      <a:pt x="240" y="3419"/>
                    </a:cubicBezTo>
                    <a:cubicBezTo>
                      <a:pt x="240" y="4260"/>
                      <a:pt x="574" y="5067"/>
                      <a:pt x="1169" y="5662"/>
                    </a:cubicBezTo>
                    <a:cubicBezTo>
                      <a:pt x="1764" y="6257"/>
                      <a:pt x="2571" y="6591"/>
                      <a:pt x="3412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82" name="Freeform: Shape 2581">
                <a:extLst>
                  <a:ext uri="{FF2B5EF4-FFF2-40B4-BE49-F238E27FC236}">
                    <a16:creationId xmlns:a16="http://schemas.microsoft.com/office/drawing/2014/main" id="{1F52D8AC-C54D-5377-6EDF-1BB42457AC90}"/>
                  </a:ext>
                </a:extLst>
              </p:cNvPr>
              <p:cNvSpPr/>
              <p:nvPr/>
            </p:nvSpPr>
            <p:spPr>
              <a:xfrm>
                <a:off x="3887295" y="6313225"/>
                <a:ext cx="6343" cy="6345"/>
              </a:xfrm>
              <a:custGeom>
                <a:avLst/>
                <a:gdLst>
                  <a:gd name="connsiteX0" fmla="*/ 3411 w 6343"/>
                  <a:gd name="connsiteY0" fmla="*/ 6569 h 6345"/>
                  <a:gd name="connsiteX1" fmla="*/ 5653 w 6343"/>
                  <a:gd name="connsiteY1" fmla="*/ 5639 h 6345"/>
                  <a:gd name="connsiteX2" fmla="*/ 6582 w 6343"/>
                  <a:gd name="connsiteY2" fmla="*/ 3396 h 6345"/>
                  <a:gd name="connsiteX3" fmla="*/ 5653 w 6343"/>
                  <a:gd name="connsiteY3" fmla="*/ 1153 h 6345"/>
                  <a:gd name="connsiteX4" fmla="*/ 3411 w 6343"/>
                  <a:gd name="connsiteY4" fmla="*/ 223 h 6345"/>
                  <a:gd name="connsiteX5" fmla="*/ 1168 w 6343"/>
                  <a:gd name="connsiteY5" fmla="*/ 1153 h 6345"/>
                  <a:gd name="connsiteX6" fmla="*/ 239 w 6343"/>
                  <a:gd name="connsiteY6" fmla="*/ 3396 h 6345"/>
                  <a:gd name="connsiteX7" fmla="*/ 1168 w 6343"/>
                  <a:gd name="connsiteY7" fmla="*/ 5639 h 6345"/>
                  <a:gd name="connsiteX8" fmla="*/ 341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9"/>
                    </a:moveTo>
                    <a:cubicBezTo>
                      <a:pt x="4252" y="6569"/>
                      <a:pt x="5059" y="6234"/>
                      <a:pt x="5653" y="5639"/>
                    </a:cubicBezTo>
                    <a:cubicBezTo>
                      <a:pt x="6248" y="5044"/>
                      <a:pt x="6582" y="4237"/>
                      <a:pt x="6582" y="3396"/>
                    </a:cubicBezTo>
                    <a:cubicBezTo>
                      <a:pt x="6582" y="2555"/>
                      <a:pt x="6248" y="1748"/>
                      <a:pt x="5653" y="1153"/>
                    </a:cubicBezTo>
                    <a:cubicBezTo>
                      <a:pt x="5059" y="558"/>
                      <a:pt x="4252" y="223"/>
                      <a:pt x="3411" y="223"/>
                    </a:cubicBezTo>
                    <a:cubicBezTo>
                      <a:pt x="2570" y="223"/>
                      <a:pt x="1763" y="558"/>
                      <a:pt x="1168" y="1153"/>
                    </a:cubicBezTo>
                    <a:cubicBezTo>
                      <a:pt x="573" y="1748"/>
                      <a:pt x="239" y="2555"/>
                      <a:pt x="239" y="3396"/>
                    </a:cubicBezTo>
                    <a:cubicBezTo>
                      <a:pt x="239" y="4237"/>
                      <a:pt x="573" y="5044"/>
                      <a:pt x="1168" y="5639"/>
                    </a:cubicBezTo>
                    <a:cubicBezTo>
                      <a:pt x="1763" y="6234"/>
                      <a:pt x="2570" y="6569"/>
                      <a:pt x="341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83" name="Freeform: Shape 2582">
                <a:extLst>
                  <a:ext uri="{FF2B5EF4-FFF2-40B4-BE49-F238E27FC236}">
                    <a16:creationId xmlns:a16="http://schemas.microsoft.com/office/drawing/2014/main" id="{E32E52B9-997D-FE09-2BE4-F39561ABCB88}"/>
                  </a:ext>
                </a:extLst>
              </p:cNvPr>
              <p:cNvSpPr/>
              <p:nvPr/>
            </p:nvSpPr>
            <p:spPr>
              <a:xfrm>
                <a:off x="3883761" y="6313825"/>
                <a:ext cx="6343" cy="6345"/>
              </a:xfrm>
              <a:custGeom>
                <a:avLst/>
                <a:gdLst>
                  <a:gd name="connsiteX0" fmla="*/ 3411 w 6343"/>
                  <a:gd name="connsiteY0" fmla="*/ 6569 h 6345"/>
                  <a:gd name="connsiteX1" fmla="*/ 5653 w 6343"/>
                  <a:gd name="connsiteY1" fmla="*/ 5639 h 6345"/>
                  <a:gd name="connsiteX2" fmla="*/ 6582 w 6343"/>
                  <a:gd name="connsiteY2" fmla="*/ 3396 h 6345"/>
                  <a:gd name="connsiteX3" fmla="*/ 5653 w 6343"/>
                  <a:gd name="connsiteY3" fmla="*/ 1153 h 6345"/>
                  <a:gd name="connsiteX4" fmla="*/ 3411 w 6343"/>
                  <a:gd name="connsiteY4" fmla="*/ 223 h 6345"/>
                  <a:gd name="connsiteX5" fmla="*/ 1168 w 6343"/>
                  <a:gd name="connsiteY5" fmla="*/ 1153 h 6345"/>
                  <a:gd name="connsiteX6" fmla="*/ 239 w 6343"/>
                  <a:gd name="connsiteY6" fmla="*/ 3396 h 6345"/>
                  <a:gd name="connsiteX7" fmla="*/ 1168 w 6343"/>
                  <a:gd name="connsiteY7" fmla="*/ 5639 h 6345"/>
                  <a:gd name="connsiteX8" fmla="*/ 341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9"/>
                    </a:moveTo>
                    <a:cubicBezTo>
                      <a:pt x="4252" y="6569"/>
                      <a:pt x="5058" y="6234"/>
                      <a:pt x="5653" y="5639"/>
                    </a:cubicBezTo>
                    <a:cubicBezTo>
                      <a:pt x="6248" y="5045"/>
                      <a:pt x="6582" y="4237"/>
                      <a:pt x="6582" y="3396"/>
                    </a:cubicBezTo>
                    <a:cubicBezTo>
                      <a:pt x="6582" y="2555"/>
                      <a:pt x="6248" y="1748"/>
                      <a:pt x="5653" y="1153"/>
                    </a:cubicBezTo>
                    <a:cubicBezTo>
                      <a:pt x="5058" y="558"/>
                      <a:pt x="4252" y="223"/>
                      <a:pt x="3411" y="223"/>
                    </a:cubicBezTo>
                    <a:cubicBezTo>
                      <a:pt x="2569" y="223"/>
                      <a:pt x="1763" y="558"/>
                      <a:pt x="1168" y="1153"/>
                    </a:cubicBezTo>
                    <a:cubicBezTo>
                      <a:pt x="573" y="1748"/>
                      <a:pt x="239" y="2555"/>
                      <a:pt x="239" y="3396"/>
                    </a:cubicBezTo>
                    <a:cubicBezTo>
                      <a:pt x="239" y="4237"/>
                      <a:pt x="573" y="5045"/>
                      <a:pt x="1168" y="5639"/>
                    </a:cubicBezTo>
                    <a:cubicBezTo>
                      <a:pt x="1763" y="6234"/>
                      <a:pt x="2569" y="6569"/>
                      <a:pt x="341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84" name="Freeform: Shape 2583">
                <a:extLst>
                  <a:ext uri="{FF2B5EF4-FFF2-40B4-BE49-F238E27FC236}">
                    <a16:creationId xmlns:a16="http://schemas.microsoft.com/office/drawing/2014/main" id="{9E35E691-2A8B-3AED-D9B7-5A581F2286B3}"/>
                  </a:ext>
                </a:extLst>
              </p:cNvPr>
              <p:cNvSpPr/>
              <p:nvPr/>
            </p:nvSpPr>
            <p:spPr>
              <a:xfrm>
                <a:off x="3880265" y="6318023"/>
                <a:ext cx="6343" cy="6345"/>
              </a:xfrm>
              <a:custGeom>
                <a:avLst/>
                <a:gdLst>
                  <a:gd name="connsiteX0" fmla="*/ 3410 w 6343"/>
                  <a:gd name="connsiteY0" fmla="*/ 6569 h 6345"/>
                  <a:gd name="connsiteX1" fmla="*/ 5653 w 6343"/>
                  <a:gd name="connsiteY1" fmla="*/ 5640 h 6345"/>
                  <a:gd name="connsiteX2" fmla="*/ 6582 w 6343"/>
                  <a:gd name="connsiteY2" fmla="*/ 3396 h 6345"/>
                  <a:gd name="connsiteX3" fmla="*/ 5653 w 6343"/>
                  <a:gd name="connsiteY3" fmla="*/ 1153 h 6345"/>
                  <a:gd name="connsiteX4" fmla="*/ 3410 w 6343"/>
                  <a:gd name="connsiteY4" fmla="*/ 224 h 6345"/>
                  <a:gd name="connsiteX5" fmla="*/ 1168 w 6343"/>
                  <a:gd name="connsiteY5" fmla="*/ 1153 h 6345"/>
                  <a:gd name="connsiteX6" fmla="*/ 239 w 6343"/>
                  <a:gd name="connsiteY6" fmla="*/ 3396 h 6345"/>
                  <a:gd name="connsiteX7" fmla="*/ 1168 w 6343"/>
                  <a:gd name="connsiteY7" fmla="*/ 5640 h 6345"/>
                  <a:gd name="connsiteX8" fmla="*/ 341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9"/>
                    </a:moveTo>
                    <a:cubicBezTo>
                      <a:pt x="4251" y="6569"/>
                      <a:pt x="5058" y="6235"/>
                      <a:pt x="5653" y="5640"/>
                    </a:cubicBezTo>
                    <a:cubicBezTo>
                      <a:pt x="6248" y="5045"/>
                      <a:pt x="6582" y="4238"/>
                      <a:pt x="6582" y="3396"/>
                    </a:cubicBezTo>
                    <a:cubicBezTo>
                      <a:pt x="6582" y="2555"/>
                      <a:pt x="6248" y="1748"/>
                      <a:pt x="5653" y="1153"/>
                    </a:cubicBezTo>
                    <a:cubicBezTo>
                      <a:pt x="5058" y="558"/>
                      <a:pt x="4251" y="224"/>
                      <a:pt x="3410" y="224"/>
                    </a:cubicBezTo>
                    <a:cubicBezTo>
                      <a:pt x="2569" y="224"/>
                      <a:pt x="1762" y="558"/>
                      <a:pt x="1168" y="1153"/>
                    </a:cubicBezTo>
                    <a:cubicBezTo>
                      <a:pt x="573" y="1748"/>
                      <a:pt x="239" y="2555"/>
                      <a:pt x="239" y="3396"/>
                    </a:cubicBezTo>
                    <a:cubicBezTo>
                      <a:pt x="239" y="4238"/>
                      <a:pt x="573" y="5045"/>
                      <a:pt x="1168" y="5640"/>
                    </a:cubicBezTo>
                    <a:cubicBezTo>
                      <a:pt x="1762" y="6235"/>
                      <a:pt x="2569" y="6569"/>
                      <a:pt x="341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85" name="Freeform: Shape 2584">
                <a:extLst>
                  <a:ext uri="{FF2B5EF4-FFF2-40B4-BE49-F238E27FC236}">
                    <a16:creationId xmlns:a16="http://schemas.microsoft.com/office/drawing/2014/main" id="{1D87A42A-9C08-8B14-4944-0589642A6597}"/>
                  </a:ext>
                </a:extLst>
              </p:cNvPr>
              <p:cNvSpPr/>
              <p:nvPr/>
            </p:nvSpPr>
            <p:spPr>
              <a:xfrm>
                <a:off x="3876714" y="6321485"/>
                <a:ext cx="6343" cy="6345"/>
              </a:xfrm>
              <a:custGeom>
                <a:avLst/>
                <a:gdLst>
                  <a:gd name="connsiteX0" fmla="*/ 3410 w 6343"/>
                  <a:gd name="connsiteY0" fmla="*/ 6569 h 6345"/>
                  <a:gd name="connsiteX1" fmla="*/ 5653 w 6343"/>
                  <a:gd name="connsiteY1" fmla="*/ 5640 h 6345"/>
                  <a:gd name="connsiteX2" fmla="*/ 6582 w 6343"/>
                  <a:gd name="connsiteY2" fmla="*/ 3397 h 6345"/>
                  <a:gd name="connsiteX3" fmla="*/ 5653 w 6343"/>
                  <a:gd name="connsiteY3" fmla="*/ 1153 h 6345"/>
                  <a:gd name="connsiteX4" fmla="*/ 3410 w 6343"/>
                  <a:gd name="connsiteY4" fmla="*/ 224 h 6345"/>
                  <a:gd name="connsiteX5" fmla="*/ 1167 w 6343"/>
                  <a:gd name="connsiteY5" fmla="*/ 1153 h 6345"/>
                  <a:gd name="connsiteX6" fmla="*/ 238 w 6343"/>
                  <a:gd name="connsiteY6" fmla="*/ 3397 h 6345"/>
                  <a:gd name="connsiteX7" fmla="*/ 1167 w 6343"/>
                  <a:gd name="connsiteY7" fmla="*/ 5640 h 6345"/>
                  <a:gd name="connsiteX8" fmla="*/ 341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9"/>
                    </a:moveTo>
                    <a:cubicBezTo>
                      <a:pt x="4251" y="6569"/>
                      <a:pt x="5058" y="6235"/>
                      <a:pt x="5653" y="5640"/>
                    </a:cubicBezTo>
                    <a:cubicBezTo>
                      <a:pt x="6247" y="5045"/>
                      <a:pt x="6582" y="4238"/>
                      <a:pt x="6582" y="3397"/>
                    </a:cubicBezTo>
                    <a:cubicBezTo>
                      <a:pt x="6582" y="2555"/>
                      <a:pt x="6247" y="1748"/>
                      <a:pt x="5653" y="1153"/>
                    </a:cubicBezTo>
                    <a:cubicBezTo>
                      <a:pt x="5058" y="558"/>
                      <a:pt x="4251" y="224"/>
                      <a:pt x="3410" y="224"/>
                    </a:cubicBezTo>
                    <a:cubicBezTo>
                      <a:pt x="2569" y="224"/>
                      <a:pt x="1762" y="558"/>
                      <a:pt x="1167" y="1153"/>
                    </a:cubicBezTo>
                    <a:cubicBezTo>
                      <a:pt x="573" y="1748"/>
                      <a:pt x="238" y="2555"/>
                      <a:pt x="238" y="3397"/>
                    </a:cubicBezTo>
                    <a:cubicBezTo>
                      <a:pt x="238" y="4238"/>
                      <a:pt x="573" y="5045"/>
                      <a:pt x="1167" y="5640"/>
                    </a:cubicBezTo>
                    <a:cubicBezTo>
                      <a:pt x="1762" y="6235"/>
                      <a:pt x="2569" y="6569"/>
                      <a:pt x="341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86" name="Freeform: Shape 2585">
                <a:extLst>
                  <a:ext uri="{FF2B5EF4-FFF2-40B4-BE49-F238E27FC236}">
                    <a16:creationId xmlns:a16="http://schemas.microsoft.com/office/drawing/2014/main" id="{AC9D4DE1-A4A0-7238-7829-1D23D7F9D421}"/>
                  </a:ext>
                </a:extLst>
              </p:cNvPr>
              <p:cNvSpPr/>
              <p:nvPr/>
            </p:nvSpPr>
            <p:spPr>
              <a:xfrm>
                <a:off x="3873120" y="6322020"/>
                <a:ext cx="6343" cy="6345"/>
              </a:xfrm>
              <a:custGeom>
                <a:avLst/>
                <a:gdLst>
                  <a:gd name="connsiteX0" fmla="*/ 3410 w 6343"/>
                  <a:gd name="connsiteY0" fmla="*/ 6569 h 6345"/>
                  <a:gd name="connsiteX1" fmla="*/ 5652 w 6343"/>
                  <a:gd name="connsiteY1" fmla="*/ 5640 h 6345"/>
                  <a:gd name="connsiteX2" fmla="*/ 6581 w 6343"/>
                  <a:gd name="connsiteY2" fmla="*/ 3397 h 6345"/>
                  <a:gd name="connsiteX3" fmla="*/ 5652 w 6343"/>
                  <a:gd name="connsiteY3" fmla="*/ 1153 h 6345"/>
                  <a:gd name="connsiteX4" fmla="*/ 3410 w 6343"/>
                  <a:gd name="connsiteY4" fmla="*/ 224 h 6345"/>
                  <a:gd name="connsiteX5" fmla="*/ 1167 w 6343"/>
                  <a:gd name="connsiteY5" fmla="*/ 1153 h 6345"/>
                  <a:gd name="connsiteX6" fmla="*/ 238 w 6343"/>
                  <a:gd name="connsiteY6" fmla="*/ 3397 h 6345"/>
                  <a:gd name="connsiteX7" fmla="*/ 1167 w 6343"/>
                  <a:gd name="connsiteY7" fmla="*/ 5640 h 6345"/>
                  <a:gd name="connsiteX8" fmla="*/ 341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9"/>
                    </a:moveTo>
                    <a:cubicBezTo>
                      <a:pt x="4251" y="6569"/>
                      <a:pt x="5058" y="6235"/>
                      <a:pt x="5652" y="5640"/>
                    </a:cubicBezTo>
                    <a:cubicBezTo>
                      <a:pt x="6247" y="5045"/>
                      <a:pt x="6581" y="4238"/>
                      <a:pt x="6581" y="3397"/>
                    </a:cubicBezTo>
                    <a:cubicBezTo>
                      <a:pt x="6581" y="2555"/>
                      <a:pt x="6247" y="1748"/>
                      <a:pt x="5652" y="1153"/>
                    </a:cubicBezTo>
                    <a:cubicBezTo>
                      <a:pt x="5058" y="558"/>
                      <a:pt x="4251" y="224"/>
                      <a:pt x="3410" y="224"/>
                    </a:cubicBezTo>
                    <a:cubicBezTo>
                      <a:pt x="2569" y="224"/>
                      <a:pt x="1762" y="558"/>
                      <a:pt x="1167" y="1153"/>
                    </a:cubicBezTo>
                    <a:cubicBezTo>
                      <a:pt x="572" y="1748"/>
                      <a:pt x="238" y="2555"/>
                      <a:pt x="238" y="3397"/>
                    </a:cubicBezTo>
                    <a:cubicBezTo>
                      <a:pt x="238" y="4238"/>
                      <a:pt x="572" y="5045"/>
                      <a:pt x="1167" y="5640"/>
                    </a:cubicBezTo>
                    <a:cubicBezTo>
                      <a:pt x="1762" y="6235"/>
                      <a:pt x="2569" y="6569"/>
                      <a:pt x="341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87" name="Freeform: Shape 2586">
                <a:extLst>
                  <a:ext uri="{FF2B5EF4-FFF2-40B4-BE49-F238E27FC236}">
                    <a16:creationId xmlns:a16="http://schemas.microsoft.com/office/drawing/2014/main" id="{3C4125F6-BFB5-BD9B-3E65-7063720B6C99}"/>
                  </a:ext>
                </a:extLst>
              </p:cNvPr>
              <p:cNvSpPr/>
              <p:nvPr/>
            </p:nvSpPr>
            <p:spPr>
              <a:xfrm>
                <a:off x="3869516" y="6323153"/>
                <a:ext cx="6343" cy="6345"/>
              </a:xfrm>
              <a:custGeom>
                <a:avLst/>
                <a:gdLst>
                  <a:gd name="connsiteX0" fmla="*/ 3409 w 6343"/>
                  <a:gd name="connsiteY0" fmla="*/ 6569 h 6345"/>
                  <a:gd name="connsiteX1" fmla="*/ 5652 w 6343"/>
                  <a:gd name="connsiteY1" fmla="*/ 5640 h 6345"/>
                  <a:gd name="connsiteX2" fmla="*/ 6581 w 6343"/>
                  <a:gd name="connsiteY2" fmla="*/ 3397 h 6345"/>
                  <a:gd name="connsiteX3" fmla="*/ 5652 w 6343"/>
                  <a:gd name="connsiteY3" fmla="*/ 1153 h 6345"/>
                  <a:gd name="connsiteX4" fmla="*/ 3409 w 6343"/>
                  <a:gd name="connsiteY4" fmla="*/ 224 h 6345"/>
                  <a:gd name="connsiteX5" fmla="*/ 1167 w 6343"/>
                  <a:gd name="connsiteY5" fmla="*/ 1153 h 6345"/>
                  <a:gd name="connsiteX6" fmla="*/ 238 w 6343"/>
                  <a:gd name="connsiteY6" fmla="*/ 3397 h 6345"/>
                  <a:gd name="connsiteX7" fmla="*/ 1167 w 6343"/>
                  <a:gd name="connsiteY7" fmla="*/ 5640 h 6345"/>
                  <a:gd name="connsiteX8" fmla="*/ 3409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9"/>
                    </a:moveTo>
                    <a:cubicBezTo>
                      <a:pt x="4251" y="6569"/>
                      <a:pt x="5057" y="6235"/>
                      <a:pt x="5652" y="5640"/>
                    </a:cubicBezTo>
                    <a:cubicBezTo>
                      <a:pt x="6247" y="5045"/>
                      <a:pt x="6581" y="4238"/>
                      <a:pt x="6581" y="3397"/>
                    </a:cubicBezTo>
                    <a:cubicBezTo>
                      <a:pt x="6581" y="2555"/>
                      <a:pt x="6247" y="1748"/>
                      <a:pt x="5652" y="1153"/>
                    </a:cubicBezTo>
                    <a:cubicBezTo>
                      <a:pt x="5057" y="558"/>
                      <a:pt x="4251" y="224"/>
                      <a:pt x="3409" y="224"/>
                    </a:cubicBezTo>
                    <a:cubicBezTo>
                      <a:pt x="2568" y="224"/>
                      <a:pt x="1762" y="558"/>
                      <a:pt x="1167" y="1153"/>
                    </a:cubicBezTo>
                    <a:cubicBezTo>
                      <a:pt x="572" y="1748"/>
                      <a:pt x="238" y="2555"/>
                      <a:pt x="238" y="3397"/>
                    </a:cubicBezTo>
                    <a:cubicBezTo>
                      <a:pt x="238" y="4238"/>
                      <a:pt x="572" y="5045"/>
                      <a:pt x="1167" y="5640"/>
                    </a:cubicBezTo>
                    <a:cubicBezTo>
                      <a:pt x="1762" y="6235"/>
                      <a:pt x="2568" y="6569"/>
                      <a:pt x="3409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88" name="Freeform: Shape 2587">
                <a:extLst>
                  <a:ext uri="{FF2B5EF4-FFF2-40B4-BE49-F238E27FC236}">
                    <a16:creationId xmlns:a16="http://schemas.microsoft.com/office/drawing/2014/main" id="{239D7310-63D1-AA70-3B64-DB2C78ADEE2D}"/>
                  </a:ext>
                </a:extLst>
              </p:cNvPr>
              <p:cNvSpPr/>
              <p:nvPr/>
            </p:nvSpPr>
            <p:spPr>
              <a:xfrm>
                <a:off x="3865913" y="6323072"/>
                <a:ext cx="6343" cy="6345"/>
              </a:xfrm>
              <a:custGeom>
                <a:avLst/>
                <a:gdLst>
                  <a:gd name="connsiteX0" fmla="*/ 3409 w 6343"/>
                  <a:gd name="connsiteY0" fmla="*/ 6569 h 6345"/>
                  <a:gd name="connsiteX1" fmla="*/ 5652 w 6343"/>
                  <a:gd name="connsiteY1" fmla="*/ 5640 h 6345"/>
                  <a:gd name="connsiteX2" fmla="*/ 6581 w 6343"/>
                  <a:gd name="connsiteY2" fmla="*/ 3397 h 6345"/>
                  <a:gd name="connsiteX3" fmla="*/ 5652 w 6343"/>
                  <a:gd name="connsiteY3" fmla="*/ 1153 h 6345"/>
                  <a:gd name="connsiteX4" fmla="*/ 3409 w 6343"/>
                  <a:gd name="connsiteY4" fmla="*/ 224 h 6345"/>
                  <a:gd name="connsiteX5" fmla="*/ 1166 w 6343"/>
                  <a:gd name="connsiteY5" fmla="*/ 1153 h 6345"/>
                  <a:gd name="connsiteX6" fmla="*/ 238 w 6343"/>
                  <a:gd name="connsiteY6" fmla="*/ 3397 h 6345"/>
                  <a:gd name="connsiteX7" fmla="*/ 1166 w 6343"/>
                  <a:gd name="connsiteY7" fmla="*/ 5640 h 6345"/>
                  <a:gd name="connsiteX8" fmla="*/ 3409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9"/>
                    </a:moveTo>
                    <a:cubicBezTo>
                      <a:pt x="4250" y="6569"/>
                      <a:pt x="5057" y="6235"/>
                      <a:pt x="5652" y="5640"/>
                    </a:cubicBezTo>
                    <a:cubicBezTo>
                      <a:pt x="6246" y="5045"/>
                      <a:pt x="6581" y="4238"/>
                      <a:pt x="6581" y="3397"/>
                    </a:cubicBezTo>
                    <a:cubicBezTo>
                      <a:pt x="6581" y="2555"/>
                      <a:pt x="6246" y="1748"/>
                      <a:pt x="5652" y="1153"/>
                    </a:cubicBezTo>
                    <a:cubicBezTo>
                      <a:pt x="5057" y="558"/>
                      <a:pt x="4250" y="224"/>
                      <a:pt x="3409" y="224"/>
                    </a:cubicBezTo>
                    <a:cubicBezTo>
                      <a:pt x="2568" y="224"/>
                      <a:pt x="1761" y="558"/>
                      <a:pt x="1166" y="1153"/>
                    </a:cubicBezTo>
                    <a:cubicBezTo>
                      <a:pt x="572" y="1748"/>
                      <a:pt x="238" y="2555"/>
                      <a:pt x="238" y="3397"/>
                    </a:cubicBezTo>
                    <a:cubicBezTo>
                      <a:pt x="238" y="4238"/>
                      <a:pt x="572" y="5045"/>
                      <a:pt x="1166" y="5640"/>
                    </a:cubicBezTo>
                    <a:cubicBezTo>
                      <a:pt x="1761" y="6235"/>
                      <a:pt x="2568" y="6569"/>
                      <a:pt x="3409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89" name="Freeform: Shape 2588">
                <a:extLst>
                  <a:ext uri="{FF2B5EF4-FFF2-40B4-BE49-F238E27FC236}">
                    <a16:creationId xmlns:a16="http://schemas.microsoft.com/office/drawing/2014/main" id="{AB1D8163-B120-5492-5213-2201AC91ECC8}"/>
                  </a:ext>
                </a:extLst>
              </p:cNvPr>
              <p:cNvSpPr/>
              <p:nvPr/>
            </p:nvSpPr>
            <p:spPr>
              <a:xfrm>
                <a:off x="3862294" y="6323827"/>
                <a:ext cx="6343" cy="6345"/>
              </a:xfrm>
              <a:custGeom>
                <a:avLst/>
                <a:gdLst>
                  <a:gd name="connsiteX0" fmla="*/ 3409 w 6343"/>
                  <a:gd name="connsiteY0" fmla="*/ 6570 h 6345"/>
                  <a:gd name="connsiteX1" fmla="*/ 5651 w 6343"/>
                  <a:gd name="connsiteY1" fmla="*/ 5640 h 6345"/>
                  <a:gd name="connsiteX2" fmla="*/ 6580 w 6343"/>
                  <a:gd name="connsiteY2" fmla="*/ 3397 h 6345"/>
                  <a:gd name="connsiteX3" fmla="*/ 5651 w 6343"/>
                  <a:gd name="connsiteY3" fmla="*/ 1153 h 6345"/>
                  <a:gd name="connsiteX4" fmla="*/ 3409 w 6343"/>
                  <a:gd name="connsiteY4" fmla="*/ 224 h 6345"/>
                  <a:gd name="connsiteX5" fmla="*/ 1166 w 6343"/>
                  <a:gd name="connsiteY5" fmla="*/ 1153 h 6345"/>
                  <a:gd name="connsiteX6" fmla="*/ 237 w 6343"/>
                  <a:gd name="connsiteY6" fmla="*/ 3397 h 6345"/>
                  <a:gd name="connsiteX7" fmla="*/ 1166 w 6343"/>
                  <a:gd name="connsiteY7" fmla="*/ 5640 h 6345"/>
                  <a:gd name="connsiteX8" fmla="*/ 3409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70"/>
                    </a:moveTo>
                    <a:cubicBezTo>
                      <a:pt x="4250" y="6570"/>
                      <a:pt x="5057" y="6235"/>
                      <a:pt x="5651" y="5640"/>
                    </a:cubicBezTo>
                    <a:cubicBezTo>
                      <a:pt x="6246" y="5045"/>
                      <a:pt x="6580" y="4238"/>
                      <a:pt x="6580" y="3397"/>
                    </a:cubicBezTo>
                    <a:cubicBezTo>
                      <a:pt x="6580" y="2555"/>
                      <a:pt x="6246" y="1748"/>
                      <a:pt x="5651" y="1153"/>
                    </a:cubicBezTo>
                    <a:cubicBezTo>
                      <a:pt x="5057" y="558"/>
                      <a:pt x="4250" y="224"/>
                      <a:pt x="3409" y="224"/>
                    </a:cubicBezTo>
                    <a:cubicBezTo>
                      <a:pt x="2568" y="224"/>
                      <a:pt x="1761" y="558"/>
                      <a:pt x="1166" y="1153"/>
                    </a:cubicBezTo>
                    <a:cubicBezTo>
                      <a:pt x="571" y="1748"/>
                      <a:pt x="237" y="2555"/>
                      <a:pt x="237" y="3397"/>
                    </a:cubicBezTo>
                    <a:cubicBezTo>
                      <a:pt x="237" y="4238"/>
                      <a:pt x="571" y="5045"/>
                      <a:pt x="1166" y="5640"/>
                    </a:cubicBezTo>
                    <a:cubicBezTo>
                      <a:pt x="1761" y="6235"/>
                      <a:pt x="2568" y="6570"/>
                      <a:pt x="3409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90" name="Freeform: Shape 2589">
                <a:extLst>
                  <a:ext uri="{FF2B5EF4-FFF2-40B4-BE49-F238E27FC236}">
                    <a16:creationId xmlns:a16="http://schemas.microsoft.com/office/drawing/2014/main" id="{C768C455-FA19-3E77-FEAF-0519C8D08C46}"/>
                  </a:ext>
                </a:extLst>
              </p:cNvPr>
              <p:cNvSpPr/>
              <p:nvPr/>
            </p:nvSpPr>
            <p:spPr>
              <a:xfrm>
                <a:off x="3851837" y="6602614"/>
                <a:ext cx="6343" cy="6345"/>
              </a:xfrm>
              <a:custGeom>
                <a:avLst/>
                <a:gdLst>
                  <a:gd name="connsiteX0" fmla="*/ 3408 w 6343"/>
                  <a:gd name="connsiteY0" fmla="*/ 6592 h 6345"/>
                  <a:gd name="connsiteX1" fmla="*/ 5651 w 6343"/>
                  <a:gd name="connsiteY1" fmla="*/ 5662 h 6345"/>
                  <a:gd name="connsiteX2" fmla="*/ 6580 w 6343"/>
                  <a:gd name="connsiteY2" fmla="*/ 3419 h 6345"/>
                  <a:gd name="connsiteX3" fmla="*/ 5651 w 6343"/>
                  <a:gd name="connsiteY3" fmla="*/ 1175 h 6345"/>
                  <a:gd name="connsiteX4" fmla="*/ 3408 w 6343"/>
                  <a:gd name="connsiteY4" fmla="*/ 246 h 6345"/>
                  <a:gd name="connsiteX5" fmla="*/ 1165 w 6343"/>
                  <a:gd name="connsiteY5" fmla="*/ 1175 h 6345"/>
                  <a:gd name="connsiteX6" fmla="*/ 236 w 6343"/>
                  <a:gd name="connsiteY6" fmla="*/ 3419 h 6345"/>
                  <a:gd name="connsiteX7" fmla="*/ 1165 w 6343"/>
                  <a:gd name="connsiteY7" fmla="*/ 5662 h 6345"/>
                  <a:gd name="connsiteX8" fmla="*/ 3408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92"/>
                    </a:moveTo>
                    <a:cubicBezTo>
                      <a:pt x="4249" y="6592"/>
                      <a:pt x="5056" y="6257"/>
                      <a:pt x="5651" y="5662"/>
                    </a:cubicBezTo>
                    <a:cubicBezTo>
                      <a:pt x="6245" y="5067"/>
                      <a:pt x="6580" y="4260"/>
                      <a:pt x="6580" y="3419"/>
                    </a:cubicBezTo>
                    <a:cubicBezTo>
                      <a:pt x="6580" y="2577"/>
                      <a:pt x="6245" y="1770"/>
                      <a:pt x="5651" y="1175"/>
                    </a:cubicBezTo>
                    <a:cubicBezTo>
                      <a:pt x="5056" y="580"/>
                      <a:pt x="4249" y="246"/>
                      <a:pt x="3408" y="246"/>
                    </a:cubicBezTo>
                    <a:cubicBezTo>
                      <a:pt x="2567" y="246"/>
                      <a:pt x="1760" y="580"/>
                      <a:pt x="1165" y="1175"/>
                    </a:cubicBezTo>
                    <a:cubicBezTo>
                      <a:pt x="571" y="1770"/>
                      <a:pt x="236" y="2577"/>
                      <a:pt x="236" y="3419"/>
                    </a:cubicBezTo>
                    <a:cubicBezTo>
                      <a:pt x="236" y="4260"/>
                      <a:pt x="571" y="5067"/>
                      <a:pt x="1165" y="5662"/>
                    </a:cubicBezTo>
                    <a:cubicBezTo>
                      <a:pt x="1760" y="6257"/>
                      <a:pt x="2567" y="6592"/>
                      <a:pt x="3408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91" name="Freeform: Shape 2590">
                <a:extLst>
                  <a:ext uri="{FF2B5EF4-FFF2-40B4-BE49-F238E27FC236}">
                    <a16:creationId xmlns:a16="http://schemas.microsoft.com/office/drawing/2014/main" id="{4CE789CC-4DAF-E361-5CA5-5479EAC48125}"/>
                  </a:ext>
                </a:extLst>
              </p:cNvPr>
              <p:cNvSpPr/>
              <p:nvPr/>
            </p:nvSpPr>
            <p:spPr>
              <a:xfrm>
                <a:off x="3846602" y="6599802"/>
                <a:ext cx="6343" cy="6345"/>
              </a:xfrm>
              <a:custGeom>
                <a:avLst/>
                <a:gdLst>
                  <a:gd name="connsiteX0" fmla="*/ 3408 w 6343"/>
                  <a:gd name="connsiteY0" fmla="*/ 6591 h 6345"/>
                  <a:gd name="connsiteX1" fmla="*/ 5650 w 6343"/>
                  <a:gd name="connsiteY1" fmla="*/ 5662 h 6345"/>
                  <a:gd name="connsiteX2" fmla="*/ 6579 w 6343"/>
                  <a:gd name="connsiteY2" fmla="*/ 3419 h 6345"/>
                  <a:gd name="connsiteX3" fmla="*/ 5650 w 6343"/>
                  <a:gd name="connsiteY3" fmla="*/ 1175 h 6345"/>
                  <a:gd name="connsiteX4" fmla="*/ 3408 w 6343"/>
                  <a:gd name="connsiteY4" fmla="*/ 246 h 6345"/>
                  <a:gd name="connsiteX5" fmla="*/ 1165 w 6343"/>
                  <a:gd name="connsiteY5" fmla="*/ 1175 h 6345"/>
                  <a:gd name="connsiteX6" fmla="*/ 236 w 6343"/>
                  <a:gd name="connsiteY6" fmla="*/ 3419 h 6345"/>
                  <a:gd name="connsiteX7" fmla="*/ 1165 w 6343"/>
                  <a:gd name="connsiteY7" fmla="*/ 5662 h 6345"/>
                  <a:gd name="connsiteX8" fmla="*/ 3408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91"/>
                    </a:moveTo>
                    <a:cubicBezTo>
                      <a:pt x="4249" y="6591"/>
                      <a:pt x="5055" y="6257"/>
                      <a:pt x="5650" y="5662"/>
                    </a:cubicBezTo>
                    <a:cubicBezTo>
                      <a:pt x="6245" y="5067"/>
                      <a:pt x="6579" y="4260"/>
                      <a:pt x="6579" y="3419"/>
                    </a:cubicBezTo>
                    <a:cubicBezTo>
                      <a:pt x="6579" y="2577"/>
                      <a:pt x="6245" y="1770"/>
                      <a:pt x="5650" y="1175"/>
                    </a:cubicBezTo>
                    <a:cubicBezTo>
                      <a:pt x="5055" y="580"/>
                      <a:pt x="4249" y="246"/>
                      <a:pt x="3408" y="246"/>
                    </a:cubicBezTo>
                    <a:cubicBezTo>
                      <a:pt x="2566" y="246"/>
                      <a:pt x="1760" y="580"/>
                      <a:pt x="1165" y="1175"/>
                    </a:cubicBezTo>
                    <a:cubicBezTo>
                      <a:pt x="570" y="1770"/>
                      <a:pt x="236" y="2577"/>
                      <a:pt x="236" y="3419"/>
                    </a:cubicBezTo>
                    <a:cubicBezTo>
                      <a:pt x="236" y="4260"/>
                      <a:pt x="570" y="5067"/>
                      <a:pt x="1165" y="5662"/>
                    </a:cubicBezTo>
                    <a:cubicBezTo>
                      <a:pt x="1760" y="6257"/>
                      <a:pt x="2566" y="6591"/>
                      <a:pt x="3408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92" name="Freeform: Shape 2591">
                <a:extLst>
                  <a:ext uri="{FF2B5EF4-FFF2-40B4-BE49-F238E27FC236}">
                    <a16:creationId xmlns:a16="http://schemas.microsoft.com/office/drawing/2014/main" id="{0ED67E93-BE46-1714-C0D6-8E8E20ADB71D}"/>
                  </a:ext>
                </a:extLst>
              </p:cNvPr>
              <p:cNvSpPr/>
              <p:nvPr/>
            </p:nvSpPr>
            <p:spPr>
              <a:xfrm>
                <a:off x="3841329" y="6598862"/>
                <a:ext cx="6343" cy="6345"/>
              </a:xfrm>
              <a:custGeom>
                <a:avLst/>
                <a:gdLst>
                  <a:gd name="connsiteX0" fmla="*/ 3407 w 6343"/>
                  <a:gd name="connsiteY0" fmla="*/ 6591 h 6345"/>
                  <a:gd name="connsiteX1" fmla="*/ 5650 w 6343"/>
                  <a:gd name="connsiteY1" fmla="*/ 5662 h 6345"/>
                  <a:gd name="connsiteX2" fmla="*/ 6579 w 6343"/>
                  <a:gd name="connsiteY2" fmla="*/ 3419 h 6345"/>
                  <a:gd name="connsiteX3" fmla="*/ 5650 w 6343"/>
                  <a:gd name="connsiteY3" fmla="*/ 1175 h 6345"/>
                  <a:gd name="connsiteX4" fmla="*/ 3407 w 6343"/>
                  <a:gd name="connsiteY4" fmla="*/ 246 h 6345"/>
                  <a:gd name="connsiteX5" fmla="*/ 1165 w 6343"/>
                  <a:gd name="connsiteY5" fmla="*/ 1175 h 6345"/>
                  <a:gd name="connsiteX6" fmla="*/ 236 w 6343"/>
                  <a:gd name="connsiteY6" fmla="*/ 3419 h 6345"/>
                  <a:gd name="connsiteX7" fmla="*/ 1165 w 6343"/>
                  <a:gd name="connsiteY7" fmla="*/ 5662 h 6345"/>
                  <a:gd name="connsiteX8" fmla="*/ 3407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91"/>
                    </a:moveTo>
                    <a:cubicBezTo>
                      <a:pt x="4248" y="6591"/>
                      <a:pt x="5055" y="6257"/>
                      <a:pt x="5650" y="5662"/>
                    </a:cubicBezTo>
                    <a:cubicBezTo>
                      <a:pt x="6245" y="5067"/>
                      <a:pt x="6579" y="4260"/>
                      <a:pt x="6579" y="3419"/>
                    </a:cubicBezTo>
                    <a:cubicBezTo>
                      <a:pt x="6579" y="2577"/>
                      <a:pt x="6245" y="1770"/>
                      <a:pt x="5650" y="1175"/>
                    </a:cubicBezTo>
                    <a:cubicBezTo>
                      <a:pt x="5055" y="580"/>
                      <a:pt x="4248" y="246"/>
                      <a:pt x="3407" y="246"/>
                    </a:cubicBezTo>
                    <a:cubicBezTo>
                      <a:pt x="2566" y="246"/>
                      <a:pt x="1759" y="580"/>
                      <a:pt x="1165" y="1175"/>
                    </a:cubicBezTo>
                    <a:cubicBezTo>
                      <a:pt x="570" y="1770"/>
                      <a:pt x="236" y="2577"/>
                      <a:pt x="236" y="3419"/>
                    </a:cubicBezTo>
                    <a:cubicBezTo>
                      <a:pt x="236" y="4260"/>
                      <a:pt x="570" y="5067"/>
                      <a:pt x="1165" y="5662"/>
                    </a:cubicBezTo>
                    <a:cubicBezTo>
                      <a:pt x="1759" y="6257"/>
                      <a:pt x="2566" y="6591"/>
                      <a:pt x="3407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93" name="Freeform: Shape 2592">
                <a:extLst>
                  <a:ext uri="{FF2B5EF4-FFF2-40B4-BE49-F238E27FC236}">
                    <a16:creationId xmlns:a16="http://schemas.microsoft.com/office/drawing/2014/main" id="{1C04FB35-A1F6-FF0E-B85F-A63F4B22A85A}"/>
                  </a:ext>
                </a:extLst>
              </p:cNvPr>
              <p:cNvSpPr/>
              <p:nvPr/>
            </p:nvSpPr>
            <p:spPr>
              <a:xfrm>
                <a:off x="3836162" y="6595700"/>
                <a:ext cx="6343" cy="6345"/>
              </a:xfrm>
              <a:custGeom>
                <a:avLst/>
                <a:gdLst>
                  <a:gd name="connsiteX0" fmla="*/ 3407 w 6343"/>
                  <a:gd name="connsiteY0" fmla="*/ 6591 h 6345"/>
                  <a:gd name="connsiteX1" fmla="*/ 5649 w 6343"/>
                  <a:gd name="connsiteY1" fmla="*/ 5662 h 6345"/>
                  <a:gd name="connsiteX2" fmla="*/ 6578 w 6343"/>
                  <a:gd name="connsiteY2" fmla="*/ 3418 h 6345"/>
                  <a:gd name="connsiteX3" fmla="*/ 5649 w 6343"/>
                  <a:gd name="connsiteY3" fmla="*/ 1175 h 6345"/>
                  <a:gd name="connsiteX4" fmla="*/ 3407 w 6343"/>
                  <a:gd name="connsiteY4" fmla="*/ 246 h 6345"/>
                  <a:gd name="connsiteX5" fmla="*/ 1164 w 6343"/>
                  <a:gd name="connsiteY5" fmla="*/ 1175 h 6345"/>
                  <a:gd name="connsiteX6" fmla="*/ 235 w 6343"/>
                  <a:gd name="connsiteY6" fmla="*/ 3418 h 6345"/>
                  <a:gd name="connsiteX7" fmla="*/ 1164 w 6343"/>
                  <a:gd name="connsiteY7" fmla="*/ 5662 h 6345"/>
                  <a:gd name="connsiteX8" fmla="*/ 3407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91"/>
                    </a:moveTo>
                    <a:cubicBezTo>
                      <a:pt x="4248" y="6591"/>
                      <a:pt x="5055" y="6257"/>
                      <a:pt x="5649" y="5662"/>
                    </a:cubicBezTo>
                    <a:cubicBezTo>
                      <a:pt x="6244" y="5067"/>
                      <a:pt x="6578" y="4260"/>
                      <a:pt x="6578" y="3418"/>
                    </a:cubicBezTo>
                    <a:cubicBezTo>
                      <a:pt x="6578" y="2577"/>
                      <a:pt x="6244" y="1770"/>
                      <a:pt x="5649" y="1175"/>
                    </a:cubicBezTo>
                    <a:cubicBezTo>
                      <a:pt x="5055" y="580"/>
                      <a:pt x="4248" y="246"/>
                      <a:pt x="3407" y="246"/>
                    </a:cubicBezTo>
                    <a:cubicBezTo>
                      <a:pt x="2566" y="246"/>
                      <a:pt x="1759" y="580"/>
                      <a:pt x="1164" y="1175"/>
                    </a:cubicBezTo>
                    <a:cubicBezTo>
                      <a:pt x="569" y="1770"/>
                      <a:pt x="235" y="2577"/>
                      <a:pt x="235" y="3418"/>
                    </a:cubicBezTo>
                    <a:cubicBezTo>
                      <a:pt x="235" y="4260"/>
                      <a:pt x="569" y="5067"/>
                      <a:pt x="1164" y="5662"/>
                    </a:cubicBezTo>
                    <a:cubicBezTo>
                      <a:pt x="1759" y="6257"/>
                      <a:pt x="2566" y="6591"/>
                      <a:pt x="3407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94" name="Freeform: Shape 2593">
                <a:extLst>
                  <a:ext uri="{FF2B5EF4-FFF2-40B4-BE49-F238E27FC236}">
                    <a16:creationId xmlns:a16="http://schemas.microsoft.com/office/drawing/2014/main" id="{26CEFA78-D09F-8B27-734F-7DCC8EFA8476}"/>
                  </a:ext>
                </a:extLst>
              </p:cNvPr>
              <p:cNvSpPr/>
              <p:nvPr/>
            </p:nvSpPr>
            <p:spPr>
              <a:xfrm>
                <a:off x="3833261" y="6547127"/>
                <a:ext cx="6343" cy="6345"/>
              </a:xfrm>
              <a:custGeom>
                <a:avLst/>
                <a:gdLst>
                  <a:gd name="connsiteX0" fmla="*/ 3407 w 6343"/>
                  <a:gd name="connsiteY0" fmla="*/ 6587 h 6345"/>
                  <a:gd name="connsiteX1" fmla="*/ 5649 w 6343"/>
                  <a:gd name="connsiteY1" fmla="*/ 5658 h 6345"/>
                  <a:gd name="connsiteX2" fmla="*/ 6578 w 6343"/>
                  <a:gd name="connsiteY2" fmla="*/ 3414 h 6345"/>
                  <a:gd name="connsiteX3" fmla="*/ 5649 w 6343"/>
                  <a:gd name="connsiteY3" fmla="*/ 1171 h 6345"/>
                  <a:gd name="connsiteX4" fmla="*/ 3407 w 6343"/>
                  <a:gd name="connsiteY4" fmla="*/ 242 h 6345"/>
                  <a:gd name="connsiteX5" fmla="*/ 1164 w 6343"/>
                  <a:gd name="connsiteY5" fmla="*/ 1171 h 6345"/>
                  <a:gd name="connsiteX6" fmla="*/ 235 w 6343"/>
                  <a:gd name="connsiteY6" fmla="*/ 3414 h 6345"/>
                  <a:gd name="connsiteX7" fmla="*/ 1164 w 6343"/>
                  <a:gd name="connsiteY7" fmla="*/ 5658 h 6345"/>
                  <a:gd name="connsiteX8" fmla="*/ 3407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87"/>
                    </a:moveTo>
                    <a:cubicBezTo>
                      <a:pt x="4248" y="6587"/>
                      <a:pt x="5054" y="6253"/>
                      <a:pt x="5649" y="5658"/>
                    </a:cubicBezTo>
                    <a:cubicBezTo>
                      <a:pt x="6244" y="5063"/>
                      <a:pt x="6578" y="4256"/>
                      <a:pt x="6578" y="3414"/>
                    </a:cubicBezTo>
                    <a:cubicBezTo>
                      <a:pt x="6578" y="2573"/>
                      <a:pt x="6244" y="1766"/>
                      <a:pt x="5649" y="1171"/>
                    </a:cubicBezTo>
                    <a:cubicBezTo>
                      <a:pt x="5054" y="576"/>
                      <a:pt x="4248" y="242"/>
                      <a:pt x="3407" y="242"/>
                    </a:cubicBezTo>
                    <a:cubicBezTo>
                      <a:pt x="2565" y="242"/>
                      <a:pt x="1759" y="576"/>
                      <a:pt x="1164" y="1171"/>
                    </a:cubicBezTo>
                    <a:cubicBezTo>
                      <a:pt x="569" y="1766"/>
                      <a:pt x="235" y="2573"/>
                      <a:pt x="235" y="3414"/>
                    </a:cubicBezTo>
                    <a:cubicBezTo>
                      <a:pt x="235" y="4256"/>
                      <a:pt x="569" y="5063"/>
                      <a:pt x="1164" y="5658"/>
                    </a:cubicBezTo>
                    <a:cubicBezTo>
                      <a:pt x="1759" y="6253"/>
                      <a:pt x="2565" y="6587"/>
                      <a:pt x="3407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95" name="Freeform: Shape 2594">
                <a:extLst>
                  <a:ext uri="{FF2B5EF4-FFF2-40B4-BE49-F238E27FC236}">
                    <a16:creationId xmlns:a16="http://schemas.microsoft.com/office/drawing/2014/main" id="{FA4B3A38-4A8D-E3DC-17A4-D192483B4870}"/>
                  </a:ext>
                </a:extLst>
              </p:cNvPr>
              <p:cNvSpPr/>
              <p:nvPr/>
            </p:nvSpPr>
            <p:spPr>
              <a:xfrm>
                <a:off x="3828103" y="6550149"/>
                <a:ext cx="6343" cy="6345"/>
              </a:xfrm>
              <a:custGeom>
                <a:avLst/>
                <a:gdLst>
                  <a:gd name="connsiteX0" fmla="*/ 3406 w 6343"/>
                  <a:gd name="connsiteY0" fmla="*/ 6587 h 6345"/>
                  <a:gd name="connsiteX1" fmla="*/ 5649 w 6343"/>
                  <a:gd name="connsiteY1" fmla="*/ 5658 h 6345"/>
                  <a:gd name="connsiteX2" fmla="*/ 6578 w 6343"/>
                  <a:gd name="connsiteY2" fmla="*/ 3415 h 6345"/>
                  <a:gd name="connsiteX3" fmla="*/ 5649 w 6343"/>
                  <a:gd name="connsiteY3" fmla="*/ 1171 h 6345"/>
                  <a:gd name="connsiteX4" fmla="*/ 3406 w 6343"/>
                  <a:gd name="connsiteY4" fmla="*/ 242 h 6345"/>
                  <a:gd name="connsiteX5" fmla="*/ 1164 w 6343"/>
                  <a:gd name="connsiteY5" fmla="*/ 1171 h 6345"/>
                  <a:gd name="connsiteX6" fmla="*/ 235 w 6343"/>
                  <a:gd name="connsiteY6" fmla="*/ 3415 h 6345"/>
                  <a:gd name="connsiteX7" fmla="*/ 1164 w 6343"/>
                  <a:gd name="connsiteY7" fmla="*/ 5658 h 6345"/>
                  <a:gd name="connsiteX8" fmla="*/ 3406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87"/>
                    </a:moveTo>
                    <a:cubicBezTo>
                      <a:pt x="4247" y="6587"/>
                      <a:pt x="5054" y="6253"/>
                      <a:pt x="5649" y="5658"/>
                    </a:cubicBezTo>
                    <a:cubicBezTo>
                      <a:pt x="6244" y="5063"/>
                      <a:pt x="6578" y="4256"/>
                      <a:pt x="6578" y="3415"/>
                    </a:cubicBezTo>
                    <a:cubicBezTo>
                      <a:pt x="6578" y="2573"/>
                      <a:pt x="6244" y="1766"/>
                      <a:pt x="5649" y="1171"/>
                    </a:cubicBezTo>
                    <a:cubicBezTo>
                      <a:pt x="5054" y="576"/>
                      <a:pt x="4247" y="242"/>
                      <a:pt x="3406" y="242"/>
                    </a:cubicBezTo>
                    <a:cubicBezTo>
                      <a:pt x="2565" y="242"/>
                      <a:pt x="1758" y="576"/>
                      <a:pt x="1164" y="1171"/>
                    </a:cubicBezTo>
                    <a:cubicBezTo>
                      <a:pt x="569" y="1766"/>
                      <a:pt x="235" y="2573"/>
                      <a:pt x="235" y="3415"/>
                    </a:cubicBezTo>
                    <a:cubicBezTo>
                      <a:pt x="235" y="4256"/>
                      <a:pt x="569" y="5063"/>
                      <a:pt x="1164" y="5658"/>
                    </a:cubicBezTo>
                    <a:cubicBezTo>
                      <a:pt x="1758" y="6253"/>
                      <a:pt x="2565" y="6587"/>
                      <a:pt x="3406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96" name="Freeform: Shape 2595">
                <a:extLst>
                  <a:ext uri="{FF2B5EF4-FFF2-40B4-BE49-F238E27FC236}">
                    <a16:creationId xmlns:a16="http://schemas.microsoft.com/office/drawing/2014/main" id="{C1E1B972-5BD6-18A0-B4FC-6A1DFB11B774}"/>
                  </a:ext>
                </a:extLst>
              </p:cNvPr>
              <p:cNvSpPr/>
              <p:nvPr/>
            </p:nvSpPr>
            <p:spPr>
              <a:xfrm>
                <a:off x="3823137" y="6549382"/>
                <a:ext cx="6343" cy="6345"/>
              </a:xfrm>
              <a:custGeom>
                <a:avLst/>
                <a:gdLst>
                  <a:gd name="connsiteX0" fmla="*/ 3406 w 6343"/>
                  <a:gd name="connsiteY0" fmla="*/ 6587 h 6345"/>
                  <a:gd name="connsiteX1" fmla="*/ 5648 w 6343"/>
                  <a:gd name="connsiteY1" fmla="*/ 5658 h 6345"/>
                  <a:gd name="connsiteX2" fmla="*/ 6577 w 6343"/>
                  <a:gd name="connsiteY2" fmla="*/ 3415 h 6345"/>
                  <a:gd name="connsiteX3" fmla="*/ 5648 w 6343"/>
                  <a:gd name="connsiteY3" fmla="*/ 1171 h 6345"/>
                  <a:gd name="connsiteX4" fmla="*/ 3406 w 6343"/>
                  <a:gd name="connsiteY4" fmla="*/ 242 h 6345"/>
                  <a:gd name="connsiteX5" fmla="*/ 1163 w 6343"/>
                  <a:gd name="connsiteY5" fmla="*/ 1171 h 6345"/>
                  <a:gd name="connsiteX6" fmla="*/ 234 w 6343"/>
                  <a:gd name="connsiteY6" fmla="*/ 3415 h 6345"/>
                  <a:gd name="connsiteX7" fmla="*/ 1163 w 6343"/>
                  <a:gd name="connsiteY7" fmla="*/ 5658 h 6345"/>
                  <a:gd name="connsiteX8" fmla="*/ 3406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87"/>
                    </a:moveTo>
                    <a:cubicBezTo>
                      <a:pt x="4247" y="6587"/>
                      <a:pt x="5054" y="6253"/>
                      <a:pt x="5648" y="5658"/>
                    </a:cubicBezTo>
                    <a:cubicBezTo>
                      <a:pt x="6243" y="5063"/>
                      <a:pt x="6577" y="4256"/>
                      <a:pt x="6577" y="3415"/>
                    </a:cubicBezTo>
                    <a:cubicBezTo>
                      <a:pt x="6577" y="2573"/>
                      <a:pt x="6243" y="1766"/>
                      <a:pt x="5648" y="1171"/>
                    </a:cubicBezTo>
                    <a:cubicBezTo>
                      <a:pt x="5054" y="576"/>
                      <a:pt x="4247" y="242"/>
                      <a:pt x="3406" y="242"/>
                    </a:cubicBezTo>
                    <a:cubicBezTo>
                      <a:pt x="2565" y="242"/>
                      <a:pt x="1758" y="576"/>
                      <a:pt x="1163" y="1171"/>
                    </a:cubicBezTo>
                    <a:cubicBezTo>
                      <a:pt x="568" y="1766"/>
                      <a:pt x="234" y="2573"/>
                      <a:pt x="234" y="3415"/>
                    </a:cubicBezTo>
                    <a:cubicBezTo>
                      <a:pt x="234" y="4256"/>
                      <a:pt x="568" y="5063"/>
                      <a:pt x="1163" y="5658"/>
                    </a:cubicBezTo>
                    <a:cubicBezTo>
                      <a:pt x="1758" y="6253"/>
                      <a:pt x="2565" y="6587"/>
                      <a:pt x="3406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97" name="Freeform: Shape 2596">
                <a:extLst>
                  <a:ext uri="{FF2B5EF4-FFF2-40B4-BE49-F238E27FC236}">
                    <a16:creationId xmlns:a16="http://schemas.microsoft.com/office/drawing/2014/main" id="{9DF90041-6420-6AF3-C4EB-A0DFC470B2FE}"/>
                  </a:ext>
                </a:extLst>
              </p:cNvPr>
              <p:cNvSpPr/>
              <p:nvPr/>
            </p:nvSpPr>
            <p:spPr>
              <a:xfrm>
                <a:off x="3815615" y="6586504"/>
                <a:ext cx="6343" cy="6345"/>
              </a:xfrm>
              <a:custGeom>
                <a:avLst/>
                <a:gdLst>
                  <a:gd name="connsiteX0" fmla="*/ 3405 w 6343"/>
                  <a:gd name="connsiteY0" fmla="*/ 6590 h 6345"/>
                  <a:gd name="connsiteX1" fmla="*/ 5648 w 6343"/>
                  <a:gd name="connsiteY1" fmla="*/ 5661 h 6345"/>
                  <a:gd name="connsiteX2" fmla="*/ 6577 w 6343"/>
                  <a:gd name="connsiteY2" fmla="*/ 3418 h 6345"/>
                  <a:gd name="connsiteX3" fmla="*/ 5648 w 6343"/>
                  <a:gd name="connsiteY3" fmla="*/ 1174 h 6345"/>
                  <a:gd name="connsiteX4" fmla="*/ 3405 w 6343"/>
                  <a:gd name="connsiteY4" fmla="*/ 245 h 6345"/>
                  <a:gd name="connsiteX5" fmla="*/ 1163 w 6343"/>
                  <a:gd name="connsiteY5" fmla="*/ 1174 h 6345"/>
                  <a:gd name="connsiteX6" fmla="*/ 234 w 6343"/>
                  <a:gd name="connsiteY6" fmla="*/ 3418 h 6345"/>
                  <a:gd name="connsiteX7" fmla="*/ 1163 w 6343"/>
                  <a:gd name="connsiteY7" fmla="*/ 5661 h 6345"/>
                  <a:gd name="connsiteX8" fmla="*/ 3405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90"/>
                    </a:moveTo>
                    <a:cubicBezTo>
                      <a:pt x="4246" y="6590"/>
                      <a:pt x="5053" y="6256"/>
                      <a:pt x="5648" y="5661"/>
                    </a:cubicBezTo>
                    <a:cubicBezTo>
                      <a:pt x="6243" y="5066"/>
                      <a:pt x="6577" y="4259"/>
                      <a:pt x="6577" y="3418"/>
                    </a:cubicBezTo>
                    <a:cubicBezTo>
                      <a:pt x="6577" y="2576"/>
                      <a:pt x="6243" y="1769"/>
                      <a:pt x="5648" y="1174"/>
                    </a:cubicBezTo>
                    <a:cubicBezTo>
                      <a:pt x="5053" y="579"/>
                      <a:pt x="4246" y="245"/>
                      <a:pt x="3405" y="245"/>
                    </a:cubicBezTo>
                    <a:cubicBezTo>
                      <a:pt x="2564" y="245"/>
                      <a:pt x="1757" y="579"/>
                      <a:pt x="1163" y="1174"/>
                    </a:cubicBezTo>
                    <a:cubicBezTo>
                      <a:pt x="568" y="1769"/>
                      <a:pt x="234" y="2576"/>
                      <a:pt x="234" y="3418"/>
                    </a:cubicBezTo>
                    <a:cubicBezTo>
                      <a:pt x="234" y="4259"/>
                      <a:pt x="568" y="5066"/>
                      <a:pt x="1163" y="5661"/>
                    </a:cubicBezTo>
                    <a:cubicBezTo>
                      <a:pt x="1757" y="6256"/>
                      <a:pt x="2564" y="6590"/>
                      <a:pt x="3405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98" name="Freeform: Shape 2597">
                <a:extLst>
                  <a:ext uri="{FF2B5EF4-FFF2-40B4-BE49-F238E27FC236}">
                    <a16:creationId xmlns:a16="http://schemas.microsoft.com/office/drawing/2014/main" id="{47540A7D-51A0-7C8D-6055-4794025BCCCE}"/>
                  </a:ext>
                </a:extLst>
              </p:cNvPr>
              <p:cNvSpPr/>
              <p:nvPr/>
            </p:nvSpPr>
            <p:spPr>
              <a:xfrm>
                <a:off x="3810590" y="6583523"/>
                <a:ext cx="6343" cy="6345"/>
              </a:xfrm>
              <a:custGeom>
                <a:avLst/>
                <a:gdLst>
                  <a:gd name="connsiteX0" fmla="*/ 3405 w 6343"/>
                  <a:gd name="connsiteY0" fmla="*/ 6590 h 6345"/>
                  <a:gd name="connsiteX1" fmla="*/ 5647 w 6343"/>
                  <a:gd name="connsiteY1" fmla="*/ 5661 h 6345"/>
                  <a:gd name="connsiteX2" fmla="*/ 6576 w 6343"/>
                  <a:gd name="connsiteY2" fmla="*/ 3417 h 6345"/>
                  <a:gd name="connsiteX3" fmla="*/ 5647 w 6343"/>
                  <a:gd name="connsiteY3" fmla="*/ 1174 h 6345"/>
                  <a:gd name="connsiteX4" fmla="*/ 3405 w 6343"/>
                  <a:gd name="connsiteY4" fmla="*/ 245 h 6345"/>
                  <a:gd name="connsiteX5" fmla="*/ 1162 w 6343"/>
                  <a:gd name="connsiteY5" fmla="*/ 1174 h 6345"/>
                  <a:gd name="connsiteX6" fmla="*/ 233 w 6343"/>
                  <a:gd name="connsiteY6" fmla="*/ 3417 h 6345"/>
                  <a:gd name="connsiteX7" fmla="*/ 1162 w 6343"/>
                  <a:gd name="connsiteY7" fmla="*/ 5661 h 6345"/>
                  <a:gd name="connsiteX8" fmla="*/ 3405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90"/>
                    </a:moveTo>
                    <a:cubicBezTo>
                      <a:pt x="4246" y="6590"/>
                      <a:pt x="5053" y="6256"/>
                      <a:pt x="5647" y="5661"/>
                    </a:cubicBezTo>
                    <a:cubicBezTo>
                      <a:pt x="6242" y="5066"/>
                      <a:pt x="6576" y="4259"/>
                      <a:pt x="6576" y="3417"/>
                    </a:cubicBezTo>
                    <a:cubicBezTo>
                      <a:pt x="6576" y="2576"/>
                      <a:pt x="6242" y="1769"/>
                      <a:pt x="5647" y="1174"/>
                    </a:cubicBezTo>
                    <a:cubicBezTo>
                      <a:pt x="5053" y="579"/>
                      <a:pt x="4246" y="245"/>
                      <a:pt x="3405" y="245"/>
                    </a:cubicBezTo>
                    <a:cubicBezTo>
                      <a:pt x="2564" y="245"/>
                      <a:pt x="1757" y="579"/>
                      <a:pt x="1162" y="1174"/>
                    </a:cubicBezTo>
                    <a:cubicBezTo>
                      <a:pt x="567" y="1769"/>
                      <a:pt x="233" y="2576"/>
                      <a:pt x="233" y="3417"/>
                    </a:cubicBezTo>
                    <a:cubicBezTo>
                      <a:pt x="233" y="4259"/>
                      <a:pt x="567" y="5066"/>
                      <a:pt x="1162" y="5661"/>
                    </a:cubicBezTo>
                    <a:cubicBezTo>
                      <a:pt x="1757" y="6256"/>
                      <a:pt x="2564" y="6590"/>
                      <a:pt x="3405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99" name="Freeform: Shape 2598">
                <a:extLst>
                  <a:ext uri="{FF2B5EF4-FFF2-40B4-BE49-F238E27FC236}">
                    <a16:creationId xmlns:a16="http://schemas.microsoft.com/office/drawing/2014/main" id="{0913FB53-A961-4FD2-5266-CBAFD5E41ED2}"/>
                  </a:ext>
                </a:extLst>
              </p:cNvPr>
              <p:cNvSpPr/>
              <p:nvPr/>
            </p:nvSpPr>
            <p:spPr>
              <a:xfrm>
                <a:off x="3805595" y="6580560"/>
                <a:ext cx="6343" cy="6345"/>
              </a:xfrm>
              <a:custGeom>
                <a:avLst/>
                <a:gdLst>
                  <a:gd name="connsiteX0" fmla="*/ 3404 w 6343"/>
                  <a:gd name="connsiteY0" fmla="*/ 6590 h 6345"/>
                  <a:gd name="connsiteX1" fmla="*/ 5647 w 6343"/>
                  <a:gd name="connsiteY1" fmla="*/ 5661 h 6345"/>
                  <a:gd name="connsiteX2" fmla="*/ 6576 w 6343"/>
                  <a:gd name="connsiteY2" fmla="*/ 3417 h 6345"/>
                  <a:gd name="connsiteX3" fmla="*/ 5647 w 6343"/>
                  <a:gd name="connsiteY3" fmla="*/ 1174 h 6345"/>
                  <a:gd name="connsiteX4" fmla="*/ 3404 w 6343"/>
                  <a:gd name="connsiteY4" fmla="*/ 244 h 6345"/>
                  <a:gd name="connsiteX5" fmla="*/ 1162 w 6343"/>
                  <a:gd name="connsiteY5" fmla="*/ 1174 h 6345"/>
                  <a:gd name="connsiteX6" fmla="*/ 233 w 6343"/>
                  <a:gd name="connsiteY6" fmla="*/ 3417 h 6345"/>
                  <a:gd name="connsiteX7" fmla="*/ 1162 w 6343"/>
                  <a:gd name="connsiteY7" fmla="*/ 5661 h 6345"/>
                  <a:gd name="connsiteX8" fmla="*/ 3404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90"/>
                    </a:moveTo>
                    <a:cubicBezTo>
                      <a:pt x="4245" y="6590"/>
                      <a:pt x="5052" y="6255"/>
                      <a:pt x="5647" y="5661"/>
                    </a:cubicBezTo>
                    <a:cubicBezTo>
                      <a:pt x="6242" y="5066"/>
                      <a:pt x="6576" y="4258"/>
                      <a:pt x="6576" y="3417"/>
                    </a:cubicBezTo>
                    <a:cubicBezTo>
                      <a:pt x="6576" y="2576"/>
                      <a:pt x="6242" y="1769"/>
                      <a:pt x="5647" y="1174"/>
                    </a:cubicBezTo>
                    <a:cubicBezTo>
                      <a:pt x="5052" y="579"/>
                      <a:pt x="4245" y="244"/>
                      <a:pt x="3404" y="244"/>
                    </a:cubicBezTo>
                    <a:cubicBezTo>
                      <a:pt x="2563" y="244"/>
                      <a:pt x="1756" y="579"/>
                      <a:pt x="1162" y="1174"/>
                    </a:cubicBezTo>
                    <a:cubicBezTo>
                      <a:pt x="567" y="1769"/>
                      <a:pt x="233" y="2576"/>
                      <a:pt x="233" y="3417"/>
                    </a:cubicBezTo>
                    <a:cubicBezTo>
                      <a:pt x="233" y="4258"/>
                      <a:pt x="567" y="5066"/>
                      <a:pt x="1162" y="5661"/>
                    </a:cubicBezTo>
                    <a:cubicBezTo>
                      <a:pt x="1756" y="6255"/>
                      <a:pt x="2563" y="6590"/>
                      <a:pt x="3404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00" name="Freeform: Shape 2599">
                <a:extLst>
                  <a:ext uri="{FF2B5EF4-FFF2-40B4-BE49-F238E27FC236}">
                    <a16:creationId xmlns:a16="http://schemas.microsoft.com/office/drawing/2014/main" id="{2F8EDB34-B370-DE45-131F-57A67617878E}"/>
                  </a:ext>
                </a:extLst>
              </p:cNvPr>
              <p:cNvSpPr/>
              <p:nvPr/>
            </p:nvSpPr>
            <p:spPr>
              <a:xfrm>
                <a:off x="3800536" y="6578706"/>
                <a:ext cx="6343" cy="6345"/>
              </a:xfrm>
              <a:custGeom>
                <a:avLst/>
                <a:gdLst>
                  <a:gd name="connsiteX0" fmla="*/ 3404 w 6343"/>
                  <a:gd name="connsiteY0" fmla="*/ 6590 h 6345"/>
                  <a:gd name="connsiteX1" fmla="*/ 5647 w 6343"/>
                  <a:gd name="connsiteY1" fmla="*/ 5660 h 6345"/>
                  <a:gd name="connsiteX2" fmla="*/ 6576 w 6343"/>
                  <a:gd name="connsiteY2" fmla="*/ 3417 h 6345"/>
                  <a:gd name="connsiteX3" fmla="*/ 5647 w 6343"/>
                  <a:gd name="connsiteY3" fmla="*/ 1173 h 6345"/>
                  <a:gd name="connsiteX4" fmla="*/ 3404 w 6343"/>
                  <a:gd name="connsiteY4" fmla="*/ 244 h 6345"/>
                  <a:gd name="connsiteX5" fmla="*/ 1161 w 6343"/>
                  <a:gd name="connsiteY5" fmla="*/ 1173 h 6345"/>
                  <a:gd name="connsiteX6" fmla="*/ 232 w 6343"/>
                  <a:gd name="connsiteY6" fmla="*/ 3417 h 6345"/>
                  <a:gd name="connsiteX7" fmla="*/ 1161 w 6343"/>
                  <a:gd name="connsiteY7" fmla="*/ 5660 h 6345"/>
                  <a:gd name="connsiteX8" fmla="*/ 3404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90"/>
                    </a:moveTo>
                    <a:cubicBezTo>
                      <a:pt x="4245" y="6590"/>
                      <a:pt x="5052" y="6255"/>
                      <a:pt x="5647" y="5660"/>
                    </a:cubicBezTo>
                    <a:cubicBezTo>
                      <a:pt x="6241" y="5065"/>
                      <a:pt x="6576" y="4258"/>
                      <a:pt x="6576" y="3417"/>
                    </a:cubicBezTo>
                    <a:cubicBezTo>
                      <a:pt x="6576" y="2576"/>
                      <a:pt x="6241" y="1768"/>
                      <a:pt x="5647" y="1173"/>
                    </a:cubicBezTo>
                    <a:cubicBezTo>
                      <a:pt x="5052" y="579"/>
                      <a:pt x="4245" y="244"/>
                      <a:pt x="3404" y="244"/>
                    </a:cubicBezTo>
                    <a:cubicBezTo>
                      <a:pt x="2563" y="244"/>
                      <a:pt x="1756" y="579"/>
                      <a:pt x="1161" y="1173"/>
                    </a:cubicBezTo>
                    <a:cubicBezTo>
                      <a:pt x="567" y="1768"/>
                      <a:pt x="232" y="2576"/>
                      <a:pt x="232" y="3417"/>
                    </a:cubicBezTo>
                    <a:cubicBezTo>
                      <a:pt x="232" y="4258"/>
                      <a:pt x="567" y="5065"/>
                      <a:pt x="1161" y="5660"/>
                    </a:cubicBezTo>
                    <a:cubicBezTo>
                      <a:pt x="1756" y="6255"/>
                      <a:pt x="2563" y="6590"/>
                      <a:pt x="3404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01" name="Freeform: Shape 2600">
                <a:extLst>
                  <a:ext uri="{FF2B5EF4-FFF2-40B4-BE49-F238E27FC236}">
                    <a16:creationId xmlns:a16="http://schemas.microsoft.com/office/drawing/2014/main" id="{AD964C1F-14BE-FAD7-F9CF-4B4DF04F0170}"/>
                  </a:ext>
                </a:extLst>
              </p:cNvPr>
              <p:cNvSpPr/>
              <p:nvPr/>
            </p:nvSpPr>
            <p:spPr>
              <a:xfrm>
                <a:off x="3796347" y="6567622"/>
                <a:ext cx="6343" cy="6345"/>
              </a:xfrm>
              <a:custGeom>
                <a:avLst/>
                <a:gdLst>
                  <a:gd name="connsiteX0" fmla="*/ 3404 w 6343"/>
                  <a:gd name="connsiteY0" fmla="*/ 6589 h 6345"/>
                  <a:gd name="connsiteX1" fmla="*/ 5646 w 6343"/>
                  <a:gd name="connsiteY1" fmla="*/ 5659 h 6345"/>
                  <a:gd name="connsiteX2" fmla="*/ 6575 w 6343"/>
                  <a:gd name="connsiteY2" fmla="*/ 3416 h 6345"/>
                  <a:gd name="connsiteX3" fmla="*/ 5646 w 6343"/>
                  <a:gd name="connsiteY3" fmla="*/ 1173 h 6345"/>
                  <a:gd name="connsiteX4" fmla="*/ 3404 w 6343"/>
                  <a:gd name="connsiteY4" fmla="*/ 243 h 6345"/>
                  <a:gd name="connsiteX5" fmla="*/ 1161 w 6343"/>
                  <a:gd name="connsiteY5" fmla="*/ 1173 h 6345"/>
                  <a:gd name="connsiteX6" fmla="*/ 232 w 6343"/>
                  <a:gd name="connsiteY6" fmla="*/ 3416 h 6345"/>
                  <a:gd name="connsiteX7" fmla="*/ 1161 w 6343"/>
                  <a:gd name="connsiteY7" fmla="*/ 5659 h 6345"/>
                  <a:gd name="connsiteX8" fmla="*/ 3404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89"/>
                    </a:moveTo>
                    <a:cubicBezTo>
                      <a:pt x="4245" y="6589"/>
                      <a:pt x="5052" y="6254"/>
                      <a:pt x="5646" y="5659"/>
                    </a:cubicBezTo>
                    <a:cubicBezTo>
                      <a:pt x="6241" y="5065"/>
                      <a:pt x="6575" y="4257"/>
                      <a:pt x="6575" y="3416"/>
                    </a:cubicBezTo>
                    <a:cubicBezTo>
                      <a:pt x="6575" y="2575"/>
                      <a:pt x="6241" y="1768"/>
                      <a:pt x="5646" y="1173"/>
                    </a:cubicBezTo>
                    <a:cubicBezTo>
                      <a:pt x="5052" y="578"/>
                      <a:pt x="4245" y="243"/>
                      <a:pt x="3404" y="243"/>
                    </a:cubicBezTo>
                    <a:cubicBezTo>
                      <a:pt x="2563" y="243"/>
                      <a:pt x="1756" y="578"/>
                      <a:pt x="1161" y="1173"/>
                    </a:cubicBezTo>
                    <a:cubicBezTo>
                      <a:pt x="566" y="1768"/>
                      <a:pt x="232" y="2575"/>
                      <a:pt x="232" y="3416"/>
                    </a:cubicBezTo>
                    <a:cubicBezTo>
                      <a:pt x="232" y="4257"/>
                      <a:pt x="566" y="5065"/>
                      <a:pt x="1161" y="5659"/>
                    </a:cubicBezTo>
                    <a:cubicBezTo>
                      <a:pt x="1756" y="6254"/>
                      <a:pt x="2563" y="6589"/>
                      <a:pt x="3404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02" name="Freeform: Shape 2601">
                <a:extLst>
                  <a:ext uri="{FF2B5EF4-FFF2-40B4-BE49-F238E27FC236}">
                    <a16:creationId xmlns:a16="http://schemas.microsoft.com/office/drawing/2014/main" id="{7CF411EC-A1ED-04DA-2422-F8E5DEBB4775}"/>
                  </a:ext>
                </a:extLst>
              </p:cNvPr>
              <p:cNvSpPr/>
              <p:nvPr/>
            </p:nvSpPr>
            <p:spPr>
              <a:xfrm>
                <a:off x="3793938" y="6539787"/>
                <a:ext cx="6343" cy="6345"/>
              </a:xfrm>
              <a:custGeom>
                <a:avLst/>
                <a:gdLst>
                  <a:gd name="connsiteX0" fmla="*/ 3403 w 6343"/>
                  <a:gd name="connsiteY0" fmla="*/ 6587 h 6345"/>
                  <a:gd name="connsiteX1" fmla="*/ 5646 w 6343"/>
                  <a:gd name="connsiteY1" fmla="*/ 5657 h 6345"/>
                  <a:gd name="connsiteX2" fmla="*/ 6575 w 6343"/>
                  <a:gd name="connsiteY2" fmla="*/ 3414 h 6345"/>
                  <a:gd name="connsiteX3" fmla="*/ 5646 w 6343"/>
                  <a:gd name="connsiteY3" fmla="*/ 1170 h 6345"/>
                  <a:gd name="connsiteX4" fmla="*/ 3403 w 6343"/>
                  <a:gd name="connsiteY4" fmla="*/ 241 h 6345"/>
                  <a:gd name="connsiteX5" fmla="*/ 1161 w 6343"/>
                  <a:gd name="connsiteY5" fmla="*/ 1170 h 6345"/>
                  <a:gd name="connsiteX6" fmla="*/ 232 w 6343"/>
                  <a:gd name="connsiteY6" fmla="*/ 3414 h 6345"/>
                  <a:gd name="connsiteX7" fmla="*/ 1161 w 6343"/>
                  <a:gd name="connsiteY7" fmla="*/ 5657 h 6345"/>
                  <a:gd name="connsiteX8" fmla="*/ 3403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87"/>
                    </a:moveTo>
                    <a:cubicBezTo>
                      <a:pt x="4245" y="6587"/>
                      <a:pt x="5051" y="6252"/>
                      <a:pt x="5646" y="5657"/>
                    </a:cubicBezTo>
                    <a:cubicBezTo>
                      <a:pt x="6241" y="5062"/>
                      <a:pt x="6575" y="4255"/>
                      <a:pt x="6575" y="3414"/>
                    </a:cubicBezTo>
                    <a:cubicBezTo>
                      <a:pt x="6575" y="2572"/>
                      <a:pt x="6241" y="1765"/>
                      <a:pt x="5646" y="1170"/>
                    </a:cubicBezTo>
                    <a:cubicBezTo>
                      <a:pt x="5051" y="575"/>
                      <a:pt x="4245" y="241"/>
                      <a:pt x="3403" y="241"/>
                    </a:cubicBezTo>
                    <a:cubicBezTo>
                      <a:pt x="2562" y="241"/>
                      <a:pt x="1756" y="575"/>
                      <a:pt x="1161" y="1170"/>
                    </a:cubicBezTo>
                    <a:cubicBezTo>
                      <a:pt x="566" y="1765"/>
                      <a:pt x="232" y="2572"/>
                      <a:pt x="232" y="3414"/>
                    </a:cubicBezTo>
                    <a:cubicBezTo>
                      <a:pt x="232" y="4255"/>
                      <a:pt x="566" y="5062"/>
                      <a:pt x="1161" y="5657"/>
                    </a:cubicBezTo>
                    <a:cubicBezTo>
                      <a:pt x="1756" y="6252"/>
                      <a:pt x="2562" y="6587"/>
                      <a:pt x="3403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03" name="Freeform: Shape 2602">
                <a:extLst>
                  <a:ext uri="{FF2B5EF4-FFF2-40B4-BE49-F238E27FC236}">
                    <a16:creationId xmlns:a16="http://schemas.microsoft.com/office/drawing/2014/main" id="{36BA8037-DE52-4E04-0917-9D5973BB2DBD}"/>
                  </a:ext>
                </a:extLst>
              </p:cNvPr>
              <p:cNvSpPr/>
              <p:nvPr/>
            </p:nvSpPr>
            <p:spPr>
              <a:xfrm>
                <a:off x="3789111" y="6538292"/>
                <a:ext cx="6343" cy="6345"/>
              </a:xfrm>
              <a:custGeom>
                <a:avLst/>
                <a:gdLst>
                  <a:gd name="connsiteX0" fmla="*/ 3403 w 6343"/>
                  <a:gd name="connsiteY0" fmla="*/ 6586 h 6345"/>
                  <a:gd name="connsiteX1" fmla="*/ 5646 w 6343"/>
                  <a:gd name="connsiteY1" fmla="*/ 5657 h 6345"/>
                  <a:gd name="connsiteX2" fmla="*/ 6575 w 6343"/>
                  <a:gd name="connsiteY2" fmla="*/ 3414 h 6345"/>
                  <a:gd name="connsiteX3" fmla="*/ 5646 w 6343"/>
                  <a:gd name="connsiteY3" fmla="*/ 1170 h 6345"/>
                  <a:gd name="connsiteX4" fmla="*/ 3403 w 6343"/>
                  <a:gd name="connsiteY4" fmla="*/ 241 h 6345"/>
                  <a:gd name="connsiteX5" fmla="*/ 1160 w 6343"/>
                  <a:gd name="connsiteY5" fmla="*/ 1170 h 6345"/>
                  <a:gd name="connsiteX6" fmla="*/ 232 w 6343"/>
                  <a:gd name="connsiteY6" fmla="*/ 3414 h 6345"/>
                  <a:gd name="connsiteX7" fmla="*/ 1160 w 6343"/>
                  <a:gd name="connsiteY7" fmla="*/ 5657 h 6345"/>
                  <a:gd name="connsiteX8" fmla="*/ 3403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86"/>
                    </a:moveTo>
                    <a:cubicBezTo>
                      <a:pt x="4244" y="6586"/>
                      <a:pt x="5051" y="6252"/>
                      <a:pt x="5646" y="5657"/>
                    </a:cubicBezTo>
                    <a:cubicBezTo>
                      <a:pt x="6240" y="5062"/>
                      <a:pt x="6575" y="4255"/>
                      <a:pt x="6575" y="3414"/>
                    </a:cubicBezTo>
                    <a:cubicBezTo>
                      <a:pt x="6575" y="2572"/>
                      <a:pt x="6240" y="1765"/>
                      <a:pt x="5646" y="1170"/>
                    </a:cubicBezTo>
                    <a:cubicBezTo>
                      <a:pt x="5051" y="575"/>
                      <a:pt x="4244" y="241"/>
                      <a:pt x="3403" y="241"/>
                    </a:cubicBezTo>
                    <a:cubicBezTo>
                      <a:pt x="2562" y="241"/>
                      <a:pt x="1755" y="575"/>
                      <a:pt x="1160" y="1170"/>
                    </a:cubicBezTo>
                    <a:cubicBezTo>
                      <a:pt x="566" y="1765"/>
                      <a:pt x="232" y="2572"/>
                      <a:pt x="232" y="3414"/>
                    </a:cubicBezTo>
                    <a:cubicBezTo>
                      <a:pt x="232" y="4255"/>
                      <a:pt x="566" y="5062"/>
                      <a:pt x="1160" y="5657"/>
                    </a:cubicBezTo>
                    <a:cubicBezTo>
                      <a:pt x="1755" y="6252"/>
                      <a:pt x="2562" y="6586"/>
                      <a:pt x="3403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04" name="Freeform: Shape 2603">
                <a:extLst>
                  <a:ext uri="{FF2B5EF4-FFF2-40B4-BE49-F238E27FC236}">
                    <a16:creationId xmlns:a16="http://schemas.microsoft.com/office/drawing/2014/main" id="{129B8794-9E9A-BC40-BC74-5E8B88576BC6}"/>
                  </a:ext>
                </a:extLst>
              </p:cNvPr>
              <p:cNvSpPr/>
              <p:nvPr/>
            </p:nvSpPr>
            <p:spPr>
              <a:xfrm>
                <a:off x="3784157" y="6538045"/>
                <a:ext cx="6343" cy="6345"/>
              </a:xfrm>
              <a:custGeom>
                <a:avLst/>
                <a:gdLst>
                  <a:gd name="connsiteX0" fmla="*/ 3403 w 6343"/>
                  <a:gd name="connsiteY0" fmla="*/ 6586 h 6345"/>
                  <a:gd name="connsiteX1" fmla="*/ 5645 w 6343"/>
                  <a:gd name="connsiteY1" fmla="*/ 5657 h 6345"/>
                  <a:gd name="connsiteX2" fmla="*/ 6574 w 6343"/>
                  <a:gd name="connsiteY2" fmla="*/ 3414 h 6345"/>
                  <a:gd name="connsiteX3" fmla="*/ 5645 w 6343"/>
                  <a:gd name="connsiteY3" fmla="*/ 1170 h 6345"/>
                  <a:gd name="connsiteX4" fmla="*/ 3403 w 6343"/>
                  <a:gd name="connsiteY4" fmla="*/ 241 h 6345"/>
                  <a:gd name="connsiteX5" fmla="*/ 1160 w 6343"/>
                  <a:gd name="connsiteY5" fmla="*/ 1170 h 6345"/>
                  <a:gd name="connsiteX6" fmla="*/ 231 w 6343"/>
                  <a:gd name="connsiteY6" fmla="*/ 3414 h 6345"/>
                  <a:gd name="connsiteX7" fmla="*/ 1160 w 6343"/>
                  <a:gd name="connsiteY7" fmla="*/ 5657 h 6345"/>
                  <a:gd name="connsiteX8" fmla="*/ 3403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86"/>
                    </a:moveTo>
                    <a:cubicBezTo>
                      <a:pt x="4244" y="6586"/>
                      <a:pt x="5051" y="6252"/>
                      <a:pt x="5645" y="5657"/>
                    </a:cubicBezTo>
                    <a:cubicBezTo>
                      <a:pt x="6240" y="5062"/>
                      <a:pt x="6574" y="4255"/>
                      <a:pt x="6574" y="3414"/>
                    </a:cubicBezTo>
                    <a:cubicBezTo>
                      <a:pt x="6574" y="2572"/>
                      <a:pt x="6240" y="1765"/>
                      <a:pt x="5645" y="1170"/>
                    </a:cubicBezTo>
                    <a:cubicBezTo>
                      <a:pt x="5051" y="575"/>
                      <a:pt x="4244" y="241"/>
                      <a:pt x="3403" y="241"/>
                    </a:cubicBezTo>
                    <a:cubicBezTo>
                      <a:pt x="2562" y="241"/>
                      <a:pt x="1755" y="575"/>
                      <a:pt x="1160" y="1170"/>
                    </a:cubicBezTo>
                    <a:cubicBezTo>
                      <a:pt x="565" y="1765"/>
                      <a:pt x="231" y="2572"/>
                      <a:pt x="231" y="3414"/>
                    </a:cubicBezTo>
                    <a:cubicBezTo>
                      <a:pt x="231" y="4255"/>
                      <a:pt x="565" y="5062"/>
                      <a:pt x="1160" y="5657"/>
                    </a:cubicBezTo>
                    <a:cubicBezTo>
                      <a:pt x="1755" y="6252"/>
                      <a:pt x="2562" y="6586"/>
                      <a:pt x="3403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05" name="Freeform: Shape 2604">
                <a:extLst>
                  <a:ext uri="{FF2B5EF4-FFF2-40B4-BE49-F238E27FC236}">
                    <a16:creationId xmlns:a16="http://schemas.microsoft.com/office/drawing/2014/main" id="{B483C077-FF64-7469-9A96-2A4CD001957C}"/>
                  </a:ext>
                </a:extLst>
              </p:cNvPr>
              <p:cNvSpPr/>
              <p:nvPr/>
            </p:nvSpPr>
            <p:spPr>
              <a:xfrm>
                <a:off x="3778844" y="6540843"/>
                <a:ext cx="6343" cy="6345"/>
              </a:xfrm>
              <a:custGeom>
                <a:avLst/>
                <a:gdLst>
                  <a:gd name="connsiteX0" fmla="*/ 3402 w 6343"/>
                  <a:gd name="connsiteY0" fmla="*/ 6587 h 6345"/>
                  <a:gd name="connsiteX1" fmla="*/ 5645 w 6343"/>
                  <a:gd name="connsiteY1" fmla="*/ 5657 h 6345"/>
                  <a:gd name="connsiteX2" fmla="*/ 6574 w 6343"/>
                  <a:gd name="connsiteY2" fmla="*/ 3414 h 6345"/>
                  <a:gd name="connsiteX3" fmla="*/ 5645 w 6343"/>
                  <a:gd name="connsiteY3" fmla="*/ 1170 h 6345"/>
                  <a:gd name="connsiteX4" fmla="*/ 3402 w 6343"/>
                  <a:gd name="connsiteY4" fmla="*/ 241 h 6345"/>
                  <a:gd name="connsiteX5" fmla="*/ 1160 w 6343"/>
                  <a:gd name="connsiteY5" fmla="*/ 1170 h 6345"/>
                  <a:gd name="connsiteX6" fmla="*/ 231 w 6343"/>
                  <a:gd name="connsiteY6" fmla="*/ 3414 h 6345"/>
                  <a:gd name="connsiteX7" fmla="*/ 1160 w 6343"/>
                  <a:gd name="connsiteY7" fmla="*/ 5657 h 6345"/>
                  <a:gd name="connsiteX8" fmla="*/ 3402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87"/>
                    </a:moveTo>
                    <a:cubicBezTo>
                      <a:pt x="4243" y="6587"/>
                      <a:pt x="5050" y="6252"/>
                      <a:pt x="5645" y="5657"/>
                    </a:cubicBezTo>
                    <a:cubicBezTo>
                      <a:pt x="6240" y="5062"/>
                      <a:pt x="6574" y="4255"/>
                      <a:pt x="6574" y="3414"/>
                    </a:cubicBezTo>
                    <a:cubicBezTo>
                      <a:pt x="6574" y="2573"/>
                      <a:pt x="6240" y="1765"/>
                      <a:pt x="5645" y="1170"/>
                    </a:cubicBezTo>
                    <a:cubicBezTo>
                      <a:pt x="5050" y="576"/>
                      <a:pt x="4243" y="241"/>
                      <a:pt x="3402" y="241"/>
                    </a:cubicBezTo>
                    <a:cubicBezTo>
                      <a:pt x="2561" y="241"/>
                      <a:pt x="1754" y="576"/>
                      <a:pt x="1160" y="1170"/>
                    </a:cubicBezTo>
                    <a:cubicBezTo>
                      <a:pt x="565" y="1765"/>
                      <a:pt x="231" y="2573"/>
                      <a:pt x="231" y="3414"/>
                    </a:cubicBezTo>
                    <a:cubicBezTo>
                      <a:pt x="231" y="4255"/>
                      <a:pt x="565" y="5062"/>
                      <a:pt x="1160" y="5657"/>
                    </a:cubicBezTo>
                    <a:cubicBezTo>
                      <a:pt x="1754" y="6252"/>
                      <a:pt x="2561" y="6587"/>
                      <a:pt x="3402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06" name="Freeform: Shape 2605">
                <a:extLst>
                  <a:ext uri="{FF2B5EF4-FFF2-40B4-BE49-F238E27FC236}">
                    <a16:creationId xmlns:a16="http://schemas.microsoft.com/office/drawing/2014/main" id="{5A6CC69A-E451-A4AD-AD3B-E0A2EF52A5FF}"/>
                  </a:ext>
                </a:extLst>
              </p:cNvPr>
              <p:cNvSpPr/>
              <p:nvPr/>
            </p:nvSpPr>
            <p:spPr>
              <a:xfrm>
                <a:off x="3770572" y="6567287"/>
                <a:ext cx="6343" cy="6345"/>
              </a:xfrm>
              <a:custGeom>
                <a:avLst/>
                <a:gdLst>
                  <a:gd name="connsiteX0" fmla="*/ 3402 w 6343"/>
                  <a:gd name="connsiteY0" fmla="*/ 6589 h 6345"/>
                  <a:gd name="connsiteX1" fmla="*/ 5644 w 6343"/>
                  <a:gd name="connsiteY1" fmla="*/ 5659 h 6345"/>
                  <a:gd name="connsiteX2" fmla="*/ 6573 w 6343"/>
                  <a:gd name="connsiteY2" fmla="*/ 3416 h 6345"/>
                  <a:gd name="connsiteX3" fmla="*/ 5644 w 6343"/>
                  <a:gd name="connsiteY3" fmla="*/ 1173 h 6345"/>
                  <a:gd name="connsiteX4" fmla="*/ 3402 w 6343"/>
                  <a:gd name="connsiteY4" fmla="*/ 243 h 6345"/>
                  <a:gd name="connsiteX5" fmla="*/ 1159 w 6343"/>
                  <a:gd name="connsiteY5" fmla="*/ 1173 h 6345"/>
                  <a:gd name="connsiteX6" fmla="*/ 230 w 6343"/>
                  <a:gd name="connsiteY6" fmla="*/ 3416 h 6345"/>
                  <a:gd name="connsiteX7" fmla="*/ 1159 w 6343"/>
                  <a:gd name="connsiteY7" fmla="*/ 5659 h 6345"/>
                  <a:gd name="connsiteX8" fmla="*/ 3402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89"/>
                    </a:moveTo>
                    <a:cubicBezTo>
                      <a:pt x="4243" y="6589"/>
                      <a:pt x="5049" y="6254"/>
                      <a:pt x="5644" y="5659"/>
                    </a:cubicBezTo>
                    <a:cubicBezTo>
                      <a:pt x="6239" y="5064"/>
                      <a:pt x="6573" y="4257"/>
                      <a:pt x="6573" y="3416"/>
                    </a:cubicBezTo>
                    <a:cubicBezTo>
                      <a:pt x="6573" y="2575"/>
                      <a:pt x="6239" y="1768"/>
                      <a:pt x="5644" y="1173"/>
                    </a:cubicBezTo>
                    <a:cubicBezTo>
                      <a:pt x="5049" y="578"/>
                      <a:pt x="4243" y="243"/>
                      <a:pt x="3402" y="243"/>
                    </a:cubicBezTo>
                    <a:cubicBezTo>
                      <a:pt x="2560" y="243"/>
                      <a:pt x="1754" y="578"/>
                      <a:pt x="1159" y="1173"/>
                    </a:cubicBezTo>
                    <a:cubicBezTo>
                      <a:pt x="564" y="1768"/>
                      <a:pt x="230" y="2575"/>
                      <a:pt x="230" y="3416"/>
                    </a:cubicBezTo>
                    <a:cubicBezTo>
                      <a:pt x="230" y="4257"/>
                      <a:pt x="564" y="5064"/>
                      <a:pt x="1159" y="5659"/>
                    </a:cubicBezTo>
                    <a:cubicBezTo>
                      <a:pt x="1754" y="6254"/>
                      <a:pt x="2560" y="6589"/>
                      <a:pt x="3402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07" name="Freeform: Shape 2606">
                <a:extLst>
                  <a:ext uri="{FF2B5EF4-FFF2-40B4-BE49-F238E27FC236}">
                    <a16:creationId xmlns:a16="http://schemas.microsoft.com/office/drawing/2014/main" id="{0C3C0AAF-9C9E-0271-9F8D-E1A75531BD13}"/>
                  </a:ext>
                </a:extLst>
              </p:cNvPr>
              <p:cNvSpPr/>
              <p:nvPr/>
            </p:nvSpPr>
            <p:spPr>
              <a:xfrm>
                <a:off x="3765436" y="6566925"/>
                <a:ext cx="6343" cy="6345"/>
              </a:xfrm>
              <a:custGeom>
                <a:avLst/>
                <a:gdLst>
                  <a:gd name="connsiteX0" fmla="*/ 3401 w 6343"/>
                  <a:gd name="connsiteY0" fmla="*/ 6589 h 6345"/>
                  <a:gd name="connsiteX1" fmla="*/ 5644 w 6343"/>
                  <a:gd name="connsiteY1" fmla="*/ 5659 h 6345"/>
                  <a:gd name="connsiteX2" fmla="*/ 6573 w 6343"/>
                  <a:gd name="connsiteY2" fmla="*/ 3416 h 6345"/>
                  <a:gd name="connsiteX3" fmla="*/ 5644 w 6343"/>
                  <a:gd name="connsiteY3" fmla="*/ 1173 h 6345"/>
                  <a:gd name="connsiteX4" fmla="*/ 3401 w 6343"/>
                  <a:gd name="connsiteY4" fmla="*/ 243 h 6345"/>
                  <a:gd name="connsiteX5" fmla="*/ 1159 w 6343"/>
                  <a:gd name="connsiteY5" fmla="*/ 1173 h 6345"/>
                  <a:gd name="connsiteX6" fmla="*/ 230 w 6343"/>
                  <a:gd name="connsiteY6" fmla="*/ 3416 h 6345"/>
                  <a:gd name="connsiteX7" fmla="*/ 1159 w 6343"/>
                  <a:gd name="connsiteY7" fmla="*/ 5659 h 6345"/>
                  <a:gd name="connsiteX8" fmla="*/ 3401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89"/>
                    </a:moveTo>
                    <a:cubicBezTo>
                      <a:pt x="4242" y="6589"/>
                      <a:pt x="5049" y="6254"/>
                      <a:pt x="5644" y="5659"/>
                    </a:cubicBezTo>
                    <a:cubicBezTo>
                      <a:pt x="6239" y="5064"/>
                      <a:pt x="6573" y="4257"/>
                      <a:pt x="6573" y="3416"/>
                    </a:cubicBezTo>
                    <a:cubicBezTo>
                      <a:pt x="6573" y="2575"/>
                      <a:pt x="6239" y="1768"/>
                      <a:pt x="5644" y="1173"/>
                    </a:cubicBezTo>
                    <a:cubicBezTo>
                      <a:pt x="5049" y="578"/>
                      <a:pt x="4242" y="243"/>
                      <a:pt x="3401" y="243"/>
                    </a:cubicBezTo>
                    <a:cubicBezTo>
                      <a:pt x="2560" y="243"/>
                      <a:pt x="1753" y="578"/>
                      <a:pt x="1159" y="1173"/>
                    </a:cubicBezTo>
                    <a:cubicBezTo>
                      <a:pt x="564" y="1768"/>
                      <a:pt x="230" y="2575"/>
                      <a:pt x="230" y="3416"/>
                    </a:cubicBezTo>
                    <a:cubicBezTo>
                      <a:pt x="230" y="4257"/>
                      <a:pt x="564" y="5064"/>
                      <a:pt x="1159" y="5659"/>
                    </a:cubicBezTo>
                    <a:cubicBezTo>
                      <a:pt x="1753" y="6254"/>
                      <a:pt x="2560" y="6589"/>
                      <a:pt x="3401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08" name="Freeform: Shape 2607">
                <a:extLst>
                  <a:ext uri="{FF2B5EF4-FFF2-40B4-BE49-F238E27FC236}">
                    <a16:creationId xmlns:a16="http://schemas.microsoft.com/office/drawing/2014/main" id="{322230CE-D2AE-656D-60ED-FA9AB09C07E8}"/>
                  </a:ext>
                </a:extLst>
              </p:cNvPr>
              <p:cNvSpPr/>
              <p:nvPr/>
            </p:nvSpPr>
            <p:spPr>
              <a:xfrm>
                <a:off x="3755411" y="6602541"/>
                <a:ext cx="6343" cy="6345"/>
              </a:xfrm>
              <a:custGeom>
                <a:avLst/>
                <a:gdLst>
                  <a:gd name="connsiteX0" fmla="*/ 3400 w 6343"/>
                  <a:gd name="connsiteY0" fmla="*/ 6592 h 6345"/>
                  <a:gd name="connsiteX1" fmla="*/ 5643 w 6343"/>
                  <a:gd name="connsiteY1" fmla="*/ 5662 h 6345"/>
                  <a:gd name="connsiteX2" fmla="*/ 6572 w 6343"/>
                  <a:gd name="connsiteY2" fmla="*/ 3419 h 6345"/>
                  <a:gd name="connsiteX3" fmla="*/ 5643 w 6343"/>
                  <a:gd name="connsiteY3" fmla="*/ 1175 h 6345"/>
                  <a:gd name="connsiteX4" fmla="*/ 3400 w 6343"/>
                  <a:gd name="connsiteY4" fmla="*/ 246 h 6345"/>
                  <a:gd name="connsiteX5" fmla="*/ 1158 w 6343"/>
                  <a:gd name="connsiteY5" fmla="*/ 1175 h 6345"/>
                  <a:gd name="connsiteX6" fmla="*/ 229 w 6343"/>
                  <a:gd name="connsiteY6" fmla="*/ 3419 h 6345"/>
                  <a:gd name="connsiteX7" fmla="*/ 1158 w 6343"/>
                  <a:gd name="connsiteY7" fmla="*/ 5662 h 6345"/>
                  <a:gd name="connsiteX8" fmla="*/ 3400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92"/>
                    </a:moveTo>
                    <a:cubicBezTo>
                      <a:pt x="4242" y="6592"/>
                      <a:pt x="5048" y="6257"/>
                      <a:pt x="5643" y="5662"/>
                    </a:cubicBezTo>
                    <a:cubicBezTo>
                      <a:pt x="6238" y="5067"/>
                      <a:pt x="6572" y="4260"/>
                      <a:pt x="6572" y="3419"/>
                    </a:cubicBezTo>
                    <a:cubicBezTo>
                      <a:pt x="6572" y="2577"/>
                      <a:pt x="6238" y="1770"/>
                      <a:pt x="5643" y="1175"/>
                    </a:cubicBezTo>
                    <a:cubicBezTo>
                      <a:pt x="5048" y="580"/>
                      <a:pt x="4242" y="246"/>
                      <a:pt x="3400" y="246"/>
                    </a:cubicBezTo>
                    <a:cubicBezTo>
                      <a:pt x="2559" y="246"/>
                      <a:pt x="1753" y="580"/>
                      <a:pt x="1158" y="1175"/>
                    </a:cubicBezTo>
                    <a:cubicBezTo>
                      <a:pt x="563" y="1770"/>
                      <a:pt x="229" y="2577"/>
                      <a:pt x="229" y="3419"/>
                    </a:cubicBezTo>
                    <a:cubicBezTo>
                      <a:pt x="229" y="4260"/>
                      <a:pt x="563" y="5067"/>
                      <a:pt x="1158" y="5662"/>
                    </a:cubicBezTo>
                    <a:cubicBezTo>
                      <a:pt x="1753" y="6257"/>
                      <a:pt x="2559" y="6592"/>
                      <a:pt x="3400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09" name="Freeform: Shape 2608">
                <a:extLst>
                  <a:ext uri="{FF2B5EF4-FFF2-40B4-BE49-F238E27FC236}">
                    <a16:creationId xmlns:a16="http://schemas.microsoft.com/office/drawing/2014/main" id="{4C0974AD-4062-AAE1-04AB-79CCB1659AC2}"/>
                  </a:ext>
                </a:extLst>
              </p:cNvPr>
              <p:cNvSpPr/>
              <p:nvPr/>
            </p:nvSpPr>
            <p:spPr>
              <a:xfrm>
                <a:off x="3744562" y="6602538"/>
                <a:ext cx="6343" cy="6345"/>
              </a:xfrm>
              <a:custGeom>
                <a:avLst/>
                <a:gdLst>
                  <a:gd name="connsiteX0" fmla="*/ 3400 w 6343"/>
                  <a:gd name="connsiteY0" fmla="*/ 6592 h 6345"/>
                  <a:gd name="connsiteX1" fmla="*/ 5642 w 6343"/>
                  <a:gd name="connsiteY1" fmla="*/ 5662 h 6345"/>
                  <a:gd name="connsiteX2" fmla="*/ 6571 w 6343"/>
                  <a:gd name="connsiteY2" fmla="*/ 3419 h 6345"/>
                  <a:gd name="connsiteX3" fmla="*/ 5642 w 6343"/>
                  <a:gd name="connsiteY3" fmla="*/ 1175 h 6345"/>
                  <a:gd name="connsiteX4" fmla="*/ 3400 w 6343"/>
                  <a:gd name="connsiteY4" fmla="*/ 246 h 6345"/>
                  <a:gd name="connsiteX5" fmla="*/ 1157 w 6343"/>
                  <a:gd name="connsiteY5" fmla="*/ 1175 h 6345"/>
                  <a:gd name="connsiteX6" fmla="*/ 228 w 6343"/>
                  <a:gd name="connsiteY6" fmla="*/ 3419 h 6345"/>
                  <a:gd name="connsiteX7" fmla="*/ 1157 w 6343"/>
                  <a:gd name="connsiteY7" fmla="*/ 5662 h 6345"/>
                  <a:gd name="connsiteX8" fmla="*/ 3400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92"/>
                    </a:moveTo>
                    <a:cubicBezTo>
                      <a:pt x="4241" y="6592"/>
                      <a:pt x="5047" y="6257"/>
                      <a:pt x="5642" y="5662"/>
                    </a:cubicBezTo>
                    <a:cubicBezTo>
                      <a:pt x="6237" y="5067"/>
                      <a:pt x="6571" y="4260"/>
                      <a:pt x="6571" y="3419"/>
                    </a:cubicBezTo>
                    <a:cubicBezTo>
                      <a:pt x="6571" y="2577"/>
                      <a:pt x="6237" y="1770"/>
                      <a:pt x="5642" y="1175"/>
                    </a:cubicBezTo>
                    <a:cubicBezTo>
                      <a:pt x="5047" y="580"/>
                      <a:pt x="4241" y="246"/>
                      <a:pt x="3400" y="246"/>
                    </a:cubicBezTo>
                    <a:cubicBezTo>
                      <a:pt x="2558" y="246"/>
                      <a:pt x="1752" y="580"/>
                      <a:pt x="1157" y="1175"/>
                    </a:cubicBezTo>
                    <a:cubicBezTo>
                      <a:pt x="562" y="1770"/>
                      <a:pt x="228" y="2577"/>
                      <a:pt x="228" y="3419"/>
                    </a:cubicBezTo>
                    <a:cubicBezTo>
                      <a:pt x="228" y="4260"/>
                      <a:pt x="562" y="5067"/>
                      <a:pt x="1157" y="5662"/>
                    </a:cubicBezTo>
                    <a:cubicBezTo>
                      <a:pt x="1752" y="6257"/>
                      <a:pt x="2558" y="6592"/>
                      <a:pt x="3400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10" name="Freeform: Shape 2609">
                <a:extLst>
                  <a:ext uri="{FF2B5EF4-FFF2-40B4-BE49-F238E27FC236}">
                    <a16:creationId xmlns:a16="http://schemas.microsoft.com/office/drawing/2014/main" id="{86FD5C9A-8437-BB05-1D1B-D460A4C91E4F}"/>
                  </a:ext>
                </a:extLst>
              </p:cNvPr>
              <p:cNvSpPr/>
              <p:nvPr/>
            </p:nvSpPr>
            <p:spPr>
              <a:xfrm>
                <a:off x="3745467" y="6561491"/>
                <a:ext cx="6343" cy="6345"/>
              </a:xfrm>
              <a:custGeom>
                <a:avLst/>
                <a:gdLst>
                  <a:gd name="connsiteX0" fmla="*/ 3400 w 6343"/>
                  <a:gd name="connsiteY0" fmla="*/ 6588 h 6345"/>
                  <a:gd name="connsiteX1" fmla="*/ 5642 w 6343"/>
                  <a:gd name="connsiteY1" fmla="*/ 5659 h 6345"/>
                  <a:gd name="connsiteX2" fmla="*/ 6571 w 6343"/>
                  <a:gd name="connsiteY2" fmla="*/ 3416 h 6345"/>
                  <a:gd name="connsiteX3" fmla="*/ 5642 w 6343"/>
                  <a:gd name="connsiteY3" fmla="*/ 1172 h 6345"/>
                  <a:gd name="connsiteX4" fmla="*/ 3400 w 6343"/>
                  <a:gd name="connsiteY4" fmla="*/ 243 h 6345"/>
                  <a:gd name="connsiteX5" fmla="*/ 1157 w 6343"/>
                  <a:gd name="connsiteY5" fmla="*/ 1172 h 6345"/>
                  <a:gd name="connsiteX6" fmla="*/ 228 w 6343"/>
                  <a:gd name="connsiteY6" fmla="*/ 3416 h 6345"/>
                  <a:gd name="connsiteX7" fmla="*/ 1157 w 6343"/>
                  <a:gd name="connsiteY7" fmla="*/ 5659 h 6345"/>
                  <a:gd name="connsiteX8" fmla="*/ 3400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88"/>
                    </a:moveTo>
                    <a:cubicBezTo>
                      <a:pt x="4241" y="6588"/>
                      <a:pt x="5047" y="6254"/>
                      <a:pt x="5642" y="5659"/>
                    </a:cubicBezTo>
                    <a:cubicBezTo>
                      <a:pt x="6237" y="5064"/>
                      <a:pt x="6571" y="4257"/>
                      <a:pt x="6571" y="3416"/>
                    </a:cubicBezTo>
                    <a:cubicBezTo>
                      <a:pt x="6571" y="2574"/>
                      <a:pt x="6237" y="1767"/>
                      <a:pt x="5642" y="1172"/>
                    </a:cubicBezTo>
                    <a:cubicBezTo>
                      <a:pt x="5047" y="577"/>
                      <a:pt x="4241" y="243"/>
                      <a:pt x="3400" y="243"/>
                    </a:cubicBezTo>
                    <a:cubicBezTo>
                      <a:pt x="2559" y="243"/>
                      <a:pt x="1752" y="577"/>
                      <a:pt x="1157" y="1172"/>
                    </a:cubicBezTo>
                    <a:cubicBezTo>
                      <a:pt x="562" y="1767"/>
                      <a:pt x="228" y="2574"/>
                      <a:pt x="228" y="3416"/>
                    </a:cubicBezTo>
                    <a:cubicBezTo>
                      <a:pt x="228" y="4257"/>
                      <a:pt x="562" y="5064"/>
                      <a:pt x="1157" y="5659"/>
                    </a:cubicBezTo>
                    <a:cubicBezTo>
                      <a:pt x="1752" y="6254"/>
                      <a:pt x="2559" y="6588"/>
                      <a:pt x="3400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11" name="Freeform: Shape 2610">
                <a:extLst>
                  <a:ext uri="{FF2B5EF4-FFF2-40B4-BE49-F238E27FC236}">
                    <a16:creationId xmlns:a16="http://schemas.microsoft.com/office/drawing/2014/main" id="{382DFB0C-8A9C-4145-F1F8-1812CE2936F0}"/>
                  </a:ext>
                </a:extLst>
              </p:cNvPr>
              <p:cNvSpPr/>
              <p:nvPr/>
            </p:nvSpPr>
            <p:spPr>
              <a:xfrm>
                <a:off x="3740381" y="6560833"/>
                <a:ext cx="6343" cy="6345"/>
              </a:xfrm>
              <a:custGeom>
                <a:avLst/>
                <a:gdLst>
                  <a:gd name="connsiteX0" fmla="*/ 3399 w 6343"/>
                  <a:gd name="connsiteY0" fmla="*/ 6588 h 6345"/>
                  <a:gd name="connsiteX1" fmla="*/ 5642 w 6343"/>
                  <a:gd name="connsiteY1" fmla="*/ 5659 h 6345"/>
                  <a:gd name="connsiteX2" fmla="*/ 6571 w 6343"/>
                  <a:gd name="connsiteY2" fmla="*/ 3416 h 6345"/>
                  <a:gd name="connsiteX3" fmla="*/ 5642 w 6343"/>
                  <a:gd name="connsiteY3" fmla="*/ 1172 h 6345"/>
                  <a:gd name="connsiteX4" fmla="*/ 3399 w 6343"/>
                  <a:gd name="connsiteY4" fmla="*/ 243 h 6345"/>
                  <a:gd name="connsiteX5" fmla="*/ 1157 w 6343"/>
                  <a:gd name="connsiteY5" fmla="*/ 1172 h 6345"/>
                  <a:gd name="connsiteX6" fmla="*/ 228 w 6343"/>
                  <a:gd name="connsiteY6" fmla="*/ 3416 h 6345"/>
                  <a:gd name="connsiteX7" fmla="*/ 1157 w 6343"/>
                  <a:gd name="connsiteY7" fmla="*/ 5659 h 6345"/>
                  <a:gd name="connsiteX8" fmla="*/ 3399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88"/>
                    </a:moveTo>
                    <a:cubicBezTo>
                      <a:pt x="4240" y="6588"/>
                      <a:pt x="5047" y="6254"/>
                      <a:pt x="5642" y="5659"/>
                    </a:cubicBezTo>
                    <a:cubicBezTo>
                      <a:pt x="6237" y="5064"/>
                      <a:pt x="6571" y="4257"/>
                      <a:pt x="6571" y="3416"/>
                    </a:cubicBezTo>
                    <a:cubicBezTo>
                      <a:pt x="6571" y="2574"/>
                      <a:pt x="6237" y="1767"/>
                      <a:pt x="5642" y="1172"/>
                    </a:cubicBezTo>
                    <a:cubicBezTo>
                      <a:pt x="5047" y="577"/>
                      <a:pt x="4240" y="243"/>
                      <a:pt x="3399" y="243"/>
                    </a:cubicBezTo>
                    <a:cubicBezTo>
                      <a:pt x="2558" y="243"/>
                      <a:pt x="1751" y="577"/>
                      <a:pt x="1157" y="1172"/>
                    </a:cubicBezTo>
                    <a:cubicBezTo>
                      <a:pt x="562" y="1767"/>
                      <a:pt x="228" y="2574"/>
                      <a:pt x="228" y="3416"/>
                    </a:cubicBezTo>
                    <a:cubicBezTo>
                      <a:pt x="228" y="4257"/>
                      <a:pt x="562" y="5064"/>
                      <a:pt x="1157" y="5659"/>
                    </a:cubicBezTo>
                    <a:cubicBezTo>
                      <a:pt x="1751" y="6254"/>
                      <a:pt x="2558" y="6588"/>
                      <a:pt x="3399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12" name="Freeform: Shape 2611">
                <a:extLst>
                  <a:ext uri="{FF2B5EF4-FFF2-40B4-BE49-F238E27FC236}">
                    <a16:creationId xmlns:a16="http://schemas.microsoft.com/office/drawing/2014/main" id="{05FFE09C-86DD-DCA8-A6AE-43949E195576}"/>
                  </a:ext>
                </a:extLst>
              </p:cNvPr>
              <p:cNvSpPr/>
              <p:nvPr/>
            </p:nvSpPr>
            <p:spPr>
              <a:xfrm>
                <a:off x="3785986" y="6256924"/>
                <a:ext cx="6343" cy="6345"/>
              </a:xfrm>
              <a:custGeom>
                <a:avLst/>
                <a:gdLst>
                  <a:gd name="connsiteX0" fmla="*/ 3403 w 6343"/>
                  <a:gd name="connsiteY0" fmla="*/ 6564 h 6345"/>
                  <a:gd name="connsiteX1" fmla="*/ 5645 w 6343"/>
                  <a:gd name="connsiteY1" fmla="*/ 5635 h 6345"/>
                  <a:gd name="connsiteX2" fmla="*/ 6574 w 6343"/>
                  <a:gd name="connsiteY2" fmla="*/ 3392 h 6345"/>
                  <a:gd name="connsiteX3" fmla="*/ 5645 w 6343"/>
                  <a:gd name="connsiteY3" fmla="*/ 1148 h 6345"/>
                  <a:gd name="connsiteX4" fmla="*/ 3403 w 6343"/>
                  <a:gd name="connsiteY4" fmla="*/ 219 h 6345"/>
                  <a:gd name="connsiteX5" fmla="*/ 1160 w 6343"/>
                  <a:gd name="connsiteY5" fmla="*/ 1148 h 6345"/>
                  <a:gd name="connsiteX6" fmla="*/ 231 w 6343"/>
                  <a:gd name="connsiteY6" fmla="*/ 3392 h 6345"/>
                  <a:gd name="connsiteX7" fmla="*/ 1160 w 6343"/>
                  <a:gd name="connsiteY7" fmla="*/ 5635 h 6345"/>
                  <a:gd name="connsiteX8" fmla="*/ 3403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64"/>
                    </a:moveTo>
                    <a:cubicBezTo>
                      <a:pt x="4244" y="6564"/>
                      <a:pt x="5051" y="6230"/>
                      <a:pt x="5645" y="5635"/>
                    </a:cubicBezTo>
                    <a:cubicBezTo>
                      <a:pt x="6240" y="5040"/>
                      <a:pt x="6574" y="4233"/>
                      <a:pt x="6574" y="3392"/>
                    </a:cubicBezTo>
                    <a:cubicBezTo>
                      <a:pt x="6574" y="2550"/>
                      <a:pt x="6240" y="1743"/>
                      <a:pt x="5645" y="1148"/>
                    </a:cubicBezTo>
                    <a:cubicBezTo>
                      <a:pt x="5051" y="553"/>
                      <a:pt x="4244" y="219"/>
                      <a:pt x="3403" y="219"/>
                    </a:cubicBezTo>
                    <a:cubicBezTo>
                      <a:pt x="2562" y="219"/>
                      <a:pt x="1755" y="553"/>
                      <a:pt x="1160" y="1148"/>
                    </a:cubicBezTo>
                    <a:cubicBezTo>
                      <a:pt x="565" y="1743"/>
                      <a:pt x="231" y="2550"/>
                      <a:pt x="231" y="3392"/>
                    </a:cubicBezTo>
                    <a:cubicBezTo>
                      <a:pt x="231" y="4233"/>
                      <a:pt x="565" y="5040"/>
                      <a:pt x="1160" y="5635"/>
                    </a:cubicBezTo>
                    <a:cubicBezTo>
                      <a:pt x="1755" y="6230"/>
                      <a:pt x="2562" y="6564"/>
                      <a:pt x="3403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13" name="Freeform: Shape 2612">
                <a:extLst>
                  <a:ext uri="{FF2B5EF4-FFF2-40B4-BE49-F238E27FC236}">
                    <a16:creationId xmlns:a16="http://schemas.microsoft.com/office/drawing/2014/main" id="{2BD4C07C-ED24-CD7C-6A95-32CB96206992}"/>
                  </a:ext>
                </a:extLst>
              </p:cNvPr>
              <p:cNvSpPr/>
              <p:nvPr/>
            </p:nvSpPr>
            <p:spPr>
              <a:xfrm>
                <a:off x="3783132" y="6254409"/>
                <a:ext cx="6343" cy="6345"/>
              </a:xfrm>
              <a:custGeom>
                <a:avLst/>
                <a:gdLst>
                  <a:gd name="connsiteX0" fmla="*/ 3403 w 6343"/>
                  <a:gd name="connsiteY0" fmla="*/ 6564 h 6345"/>
                  <a:gd name="connsiteX1" fmla="*/ 5645 w 6343"/>
                  <a:gd name="connsiteY1" fmla="*/ 5635 h 6345"/>
                  <a:gd name="connsiteX2" fmla="*/ 6574 w 6343"/>
                  <a:gd name="connsiteY2" fmla="*/ 3391 h 6345"/>
                  <a:gd name="connsiteX3" fmla="*/ 5645 w 6343"/>
                  <a:gd name="connsiteY3" fmla="*/ 1148 h 6345"/>
                  <a:gd name="connsiteX4" fmla="*/ 3403 w 6343"/>
                  <a:gd name="connsiteY4" fmla="*/ 219 h 6345"/>
                  <a:gd name="connsiteX5" fmla="*/ 1160 w 6343"/>
                  <a:gd name="connsiteY5" fmla="*/ 1148 h 6345"/>
                  <a:gd name="connsiteX6" fmla="*/ 231 w 6343"/>
                  <a:gd name="connsiteY6" fmla="*/ 3391 h 6345"/>
                  <a:gd name="connsiteX7" fmla="*/ 1160 w 6343"/>
                  <a:gd name="connsiteY7" fmla="*/ 5635 h 6345"/>
                  <a:gd name="connsiteX8" fmla="*/ 3403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64"/>
                    </a:moveTo>
                    <a:cubicBezTo>
                      <a:pt x="4244" y="6564"/>
                      <a:pt x="5050" y="6230"/>
                      <a:pt x="5645" y="5635"/>
                    </a:cubicBezTo>
                    <a:cubicBezTo>
                      <a:pt x="6240" y="5040"/>
                      <a:pt x="6574" y="4233"/>
                      <a:pt x="6574" y="3391"/>
                    </a:cubicBezTo>
                    <a:cubicBezTo>
                      <a:pt x="6574" y="2550"/>
                      <a:pt x="6240" y="1743"/>
                      <a:pt x="5645" y="1148"/>
                    </a:cubicBezTo>
                    <a:cubicBezTo>
                      <a:pt x="5050" y="553"/>
                      <a:pt x="4244" y="219"/>
                      <a:pt x="3403" y="219"/>
                    </a:cubicBezTo>
                    <a:cubicBezTo>
                      <a:pt x="2561" y="219"/>
                      <a:pt x="1755" y="553"/>
                      <a:pt x="1160" y="1148"/>
                    </a:cubicBezTo>
                    <a:cubicBezTo>
                      <a:pt x="565" y="1743"/>
                      <a:pt x="231" y="2550"/>
                      <a:pt x="231" y="3391"/>
                    </a:cubicBezTo>
                    <a:cubicBezTo>
                      <a:pt x="231" y="4233"/>
                      <a:pt x="565" y="5040"/>
                      <a:pt x="1160" y="5635"/>
                    </a:cubicBezTo>
                    <a:cubicBezTo>
                      <a:pt x="1755" y="6230"/>
                      <a:pt x="2561" y="6564"/>
                      <a:pt x="3403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14" name="Freeform: Shape 2613">
                <a:extLst>
                  <a:ext uri="{FF2B5EF4-FFF2-40B4-BE49-F238E27FC236}">
                    <a16:creationId xmlns:a16="http://schemas.microsoft.com/office/drawing/2014/main" id="{F9D52370-5CA4-3A45-348F-1014536BC5E0}"/>
                  </a:ext>
                </a:extLst>
              </p:cNvPr>
              <p:cNvSpPr/>
              <p:nvPr/>
            </p:nvSpPr>
            <p:spPr>
              <a:xfrm>
                <a:off x="3780718" y="6249581"/>
                <a:ext cx="6343" cy="6345"/>
              </a:xfrm>
              <a:custGeom>
                <a:avLst/>
                <a:gdLst>
                  <a:gd name="connsiteX0" fmla="*/ 3402 w 6343"/>
                  <a:gd name="connsiteY0" fmla="*/ 6564 h 6345"/>
                  <a:gd name="connsiteX1" fmla="*/ 5645 w 6343"/>
                  <a:gd name="connsiteY1" fmla="*/ 5634 h 6345"/>
                  <a:gd name="connsiteX2" fmla="*/ 6574 w 6343"/>
                  <a:gd name="connsiteY2" fmla="*/ 3391 h 6345"/>
                  <a:gd name="connsiteX3" fmla="*/ 5645 w 6343"/>
                  <a:gd name="connsiteY3" fmla="*/ 1148 h 6345"/>
                  <a:gd name="connsiteX4" fmla="*/ 3402 w 6343"/>
                  <a:gd name="connsiteY4" fmla="*/ 218 h 6345"/>
                  <a:gd name="connsiteX5" fmla="*/ 1160 w 6343"/>
                  <a:gd name="connsiteY5" fmla="*/ 1148 h 6345"/>
                  <a:gd name="connsiteX6" fmla="*/ 231 w 6343"/>
                  <a:gd name="connsiteY6" fmla="*/ 3391 h 6345"/>
                  <a:gd name="connsiteX7" fmla="*/ 1160 w 6343"/>
                  <a:gd name="connsiteY7" fmla="*/ 5634 h 6345"/>
                  <a:gd name="connsiteX8" fmla="*/ 3402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4"/>
                    </a:moveTo>
                    <a:cubicBezTo>
                      <a:pt x="4244" y="6564"/>
                      <a:pt x="5050" y="6229"/>
                      <a:pt x="5645" y="5634"/>
                    </a:cubicBezTo>
                    <a:cubicBezTo>
                      <a:pt x="6240" y="5039"/>
                      <a:pt x="6574" y="4232"/>
                      <a:pt x="6574" y="3391"/>
                    </a:cubicBezTo>
                    <a:cubicBezTo>
                      <a:pt x="6574" y="2550"/>
                      <a:pt x="6240" y="1743"/>
                      <a:pt x="5645" y="1148"/>
                    </a:cubicBezTo>
                    <a:cubicBezTo>
                      <a:pt x="5050" y="553"/>
                      <a:pt x="4244" y="218"/>
                      <a:pt x="3402" y="218"/>
                    </a:cubicBezTo>
                    <a:cubicBezTo>
                      <a:pt x="2561" y="218"/>
                      <a:pt x="1755" y="553"/>
                      <a:pt x="1160" y="1148"/>
                    </a:cubicBezTo>
                    <a:cubicBezTo>
                      <a:pt x="565" y="1743"/>
                      <a:pt x="231" y="2550"/>
                      <a:pt x="231" y="3391"/>
                    </a:cubicBezTo>
                    <a:cubicBezTo>
                      <a:pt x="231" y="4232"/>
                      <a:pt x="565" y="5039"/>
                      <a:pt x="1160" y="5634"/>
                    </a:cubicBezTo>
                    <a:cubicBezTo>
                      <a:pt x="1755" y="6229"/>
                      <a:pt x="2561" y="6564"/>
                      <a:pt x="3402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15" name="Freeform: Shape 2614">
                <a:extLst>
                  <a:ext uri="{FF2B5EF4-FFF2-40B4-BE49-F238E27FC236}">
                    <a16:creationId xmlns:a16="http://schemas.microsoft.com/office/drawing/2014/main" id="{9291529B-1978-5189-ADAA-EBACAB0B7B58}"/>
                  </a:ext>
                </a:extLst>
              </p:cNvPr>
              <p:cNvSpPr/>
              <p:nvPr/>
            </p:nvSpPr>
            <p:spPr>
              <a:xfrm>
                <a:off x="3777768" y="6247928"/>
                <a:ext cx="6343" cy="6345"/>
              </a:xfrm>
              <a:custGeom>
                <a:avLst/>
                <a:gdLst>
                  <a:gd name="connsiteX0" fmla="*/ 3402 w 6343"/>
                  <a:gd name="connsiteY0" fmla="*/ 6564 h 6345"/>
                  <a:gd name="connsiteX1" fmla="*/ 5645 w 6343"/>
                  <a:gd name="connsiteY1" fmla="*/ 5634 h 6345"/>
                  <a:gd name="connsiteX2" fmla="*/ 6574 w 6343"/>
                  <a:gd name="connsiteY2" fmla="*/ 3391 h 6345"/>
                  <a:gd name="connsiteX3" fmla="*/ 5645 w 6343"/>
                  <a:gd name="connsiteY3" fmla="*/ 1147 h 6345"/>
                  <a:gd name="connsiteX4" fmla="*/ 3402 w 6343"/>
                  <a:gd name="connsiteY4" fmla="*/ 218 h 6345"/>
                  <a:gd name="connsiteX5" fmla="*/ 1160 w 6343"/>
                  <a:gd name="connsiteY5" fmla="*/ 1147 h 6345"/>
                  <a:gd name="connsiteX6" fmla="*/ 231 w 6343"/>
                  <a:gd name="connsiteY6" fmla="*/ 3391 h 6345"/>
                  <a:gd name="connsiteX7" fmla="*/ 1160 w 6343"/>
                  <a:gd name="connsiteY7" fmla="*/ 5634 h 6345"/>
                  <a:gd name="connsiteX8" fmla="*/ 3402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4"/>
                    </a:moveTo>
                    <a:cubicBezTo>
                      <a:pt x="4243" y="6564"/>
                      <a:pt x="5050" y="6229"/>
                      <a:pt x="5645" y="5634"/>
                    </a:cubicBezTo>
                    <a:cubicBezTo>
                      <a:pt x="6240" y="5039"/>
                      <a:pt x="6574" y="4232"/>
                      <a:pt x="6574" y="3391"/>
                    </a:cubicBezTo>
                    <a:cubicBezTo>
                      <a:pt x="6574" y="2549"/>
                      <a:pt x="6240" y="1742"/>
                      <a:pt x="5645" y="1147"/>
                    </a:cubicBezTo>
                    <a:cubicBezTo>
                      <a:pt x="5050" y="552"/>
                      <a:pt x="4243" y="218"/>
                      <a:pt x="3402" y="218"/>
                    </a:cubicBezTo>
                    <a:cubicBezTo>
                      <a:pt x="2561" y="218"/>
                      <a:pt x="1754" y="552"/>
                      <a:pt x="1160" y="1147"/>
                    </a:cubicBezTo>
                    <a:cubicBezTo>
                      <a:pt x="565" y="1742"/>
                      <a:pt x="231" y="2549"/>
                      <a:pt x="231" y="3391"/>
                    </a:cubicBezTo>
                    <a:cubicBezTo>
                      <a:pt x="231" y="4232"/>
                      <a:pt x="565" y="5039"/>
                      <a:pt x="1160" y="5634"/>
                    </a:cubicBezTo>
                    <a:cubicBezTo>
                      <a:pt x="1754" y="6229"/>
                      <a:pt x="2561" y="6564"/>
                      <a:pt x="3402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16" name="Freeform: Shape 2615">
                <a:extLst>
                  <a:ext uri="{FF2B5EF4-FFF2-40B4-BE49-F238E27FC236}">
                    <a16:creationId xmlns:a16="http://schemas.microsoft.com/office/drawing/2014/main" id="{A00BFF3D-BAD6-E3B0-934E-809E8896824F}"/>
                  </a:ext>
                </a:extLst>
              </p:cNvPr>
              <p:cNvSpPr/>
              <p:nvPr/>
            </p:nvSpPr>
            <p:spPr>
              <a:xfrm>
                <a:off x="3773304" y="6254208"/>
                <a:ext cx="6343" cy="6345"/>
              </a:xfrm>
              <a:custGeom>
                <a:avLst/>
                <a:gdLst>
                  <a:gd name="connsiteX0" fmla="*/ 3402 w 6343"/>
                  <a:gd name="connsiteY0" fmla="*/ 6564 h 6345"/>
                  <a:gd name="connsiteX1" fmla="*/ 5644 w 6343"/>
                  <a:gd name="connsiteY1" fmla="*/ 5635 h 6345"/>
                  <a:gd name="connsiteX2" fmla="*/ 6573 w 6343"/>
                  <a:gd name="connsiteY2" fmla="*/ 3391 h 6345"/>
                  <a:gd name="connsiteX3" fmla="*/ 5644 w 6343"/>
                  <a:gd name="connsiteY3" fmla="*/ 1148 h 6345"/>
                  <a:gd name="connsiteX4" fmla="*/ 3402 w 6343"/>
                  <a:gd name="connsiteY4" fmla="*/ 219 h 6345"/>
                  <a:gd name="connsiteX5" fmla="*/ 1159 w 6343"/>
                  <a:gd name="connsiteY5" fmla="*/ 1148 h 6345"/>
                  <a:gd name="connsiteX6" fmla="*/ 230 w 6343"/>
                  <a:gd name="connsiteY6" fmla="*/ 3391 h 6345"/>
                  <a:gd name="connsiteX7" fmla="*/ 1159 w 6343"/>
                  <a:gd name="connsiteY7" fmla="*/ 5635 h 6345"/>
                  <a:gd name="connsiteX8" fmla="*/ 3402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4"/>
                    </a:moveTo>
                    <a:cubicBezTo>
                      <a:pt x="4243" y="6564"/>
                      <a:pt x="5050" y="6230"/>
                      <a:pt x="5644" y="5635"/>
                    </a:cubicBezTo>
                    <a:cubicBezTo>
                      <a:pt x="6239" y="5040"/>
                      <a:pt x="6573" y="4233"/>
                      <a:pt x="6573" y="3391"/>
                    </a:cubicBezTo>
                    <a:cubicBezTo>
                      <a:pt x="6573" y="2550"/>
                      <a:pt x="6239" y="1743"/>
                      <a:pt x="5644" y="1148"/>
                    </a:cubicBezTo>
                    <a:cubicBezTo>
                      <a:pt x="5050" y="553"/>
                      <a:pt x="4243" y="219"/>
                      <a:pt x="3402" y="219"/>
                    </a:cubicBezTo>
                    <a:cubicBezTo>
                      <a:pt x="2561" y="219"/>
                      <a:pt x="1754" y="553"/>
                      <a:pt x="1159" y="1148"/>
                    </a:cubicBezTo>
                    <a:cubicBezTo>
                      <a:pt x="564" y="1743"/>
                      <a:pt x="230" y="2550"/>
                      <a:pt x="230" y="3391"/>
                    </a:cubicBezTo>
                    <a:cubicBezTo>
                      <a:pt x="230" y="4233"/>
                      <a:pt x="564" y="5040"/>
                      <a:pt x="1159" y="5635"/>
                    </a:cubicBezTo>
                    <a:cubicBezTo>
                      <a:pt x="1754" y="6230"/>
                      <a:pt x="2561" y="6564"/>
                      <a:pt x="3402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17" name="Freeform: Shape 2616">
                <a:extLst>
                  <a:ext uri="{FF2B5EF4-FFF2-40B4-BE49-F238E27FC236}">
                    <a16:creationId xmlns:a16="http://schemas.microsoft.com/office/drawing/2014/main" id="{74AE00A9-31C4-E2F9-9031-09E6B536EA36}"/>
                  </a:ext>
                </a:extLst>
              </p:cNvPr>
              <p:cNvSpPr/>
              <p:nvPr/>
            </p:nvSpPr>
            <p:spPr>
              <a:xfrm>
                <a:off x="3770793" y="6250223"/>
                <a:ext cx="6343" cy="6345"/>
              </a:xfrm>
              <a:custGeom>
                <a:avLst/>
                <a:gdLst>
                  <a:gd name="connsiteX0" fmla="*/ 3402 w 6343"/>
                  <a:gd name="connsiteY0" fmla="*/ 6564 h 6345"/>
                  <a:gd name="connsiteX1" fmla="*/ 5644 w 6343"/>
                  <a:gd name="connsiteY1" fmla="*/ 5634 h 6345"/>
                  <a:gd name="connsiteX2" fmla="*/ 6573 w 6343"/>
                  <a:gd name="connsiteY2" fmla="*/ 3391 h 6345"/>
                  <a:gd name="connsiteX3" fmla="*/ 5644 w 6343"/>
                  <a:gd name="connsiteY3" fmla="*/ 1148 h 6345"/>
                  <a:gd name="connsiteX4" fmla="*/ 3402 w 6343"/>
                  <a:gd name="connsiteY4" fmla="*/ 218 h 6345"/>
                  <a:gd name="connsiteX5" fmla="*/ 1159 w 6343"/>
                  <a:gd name="connsiteY5" fmla="*/ 1148 h 6345"/>
                  <a:gd name="connsiteX6" fmla="*/ 230 w 6343"/>
                  <a:gd name="connsiteY6" fmla="*/ 3391 h 6345"/>
                  <a:gd name="connsiteX7" fmla="*/ 1159 w 6343"/>
                  <a:gd name="connsiteY7" fmla="*/ 5634 h 6345"/>
                  <a:gd name="connsiteX8" fmla="*/ 3402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4"/>
                    </a:moveTo>
                    <a:cubicBezTo>
                      <a:pt x="4243" y="6564"/>
                      <a:pt x="5049" y="6229"/>
                      <a:pt x="5644" y="5634"/>
                    </a:cubicBezTo>
                    <a:cubicBezTo>
                      <a:pt x="6239" y="5040"/>
                      <a:pt x="6573" y="4232"/>
                      <a:pt x="6573" y="3391"/>
                    </a:cubicBezTo>
                    <a:cubicBezTo>
                      <a:pt x="6573" y="2550"/>
                      <a:pt x="6239" y="1743"/>
                      <a:pt x="5644" y="1148"/>
                    </a:cubicBezTo>
                    <a:cubicBezTo>
                      <a:pt x="5049" y="553"/>
                      <a:pt x="4243" y="218"/>
                      <a:pt x="3402" y="218"/>
                    </a:cubicBezTo>
                    <a:cubicBezTo>
                      <a:pt x="2561" y="218"/>
                      <a:pt x="1754" y="553"/>
                      <a:pt x="1159" y="1148"/>
                    </a:cubicBezTo>
                    <a:cubicBezTo>
                      <a:pt x="564" y="1743"/>
                      <a:pt x="230" y="2550"/>
                      <a:pt x="230" y="3391"/>
                    </a:cubicBezTo>
                    <a:cubicBezTo>
                      <a:pt x="230" y="4232"/>
                      <a:pt x="564" y="5040"/>
                      <a:pt x="1159" y="5634"/>
                    </a:cubicBezTo>
                    <a:cubicBezTo>
                      <a:pt x="1754" y="6229"/>
                      <a:pt x="2561" y="6564"/>
                      <a:pt x="3402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18" name="Freeform: Shape 2617">
                <a:extLst>
                  <a:ext uri="{FF2B5EF4-FFF2-40B4-BE49-F238E27FC236}">
                    <a16:creationId xmlns:a16="http://schemas.microsoft.com/office/drawing/2014/main" id="{1EB11DA8-D41F-9207-CB5C-E97B0D4517BB}"/>
                  </a:ext>
                </a:extLst>
              </p:cNvPr>
              <p:cNvSpPr/>
              <p:nvPr/>
            </p:nvSpPr>
            <p:spPr>
              <a:xfrm>
                <a:off x="3771794" y="6229338"/>
                <a:ext cx="6343" cy="6345"/>
              </a:xfrm>
              <a:custGeom>
                <a:avLst/>
                <a:gdLst>
                  <a:gd name="connsiteX0" fmla="*/ 3402 w 6343"/>
                  <a:gd name="connsiteY0" fmla="*/ 6562 h 6345"/>
                  <a:gd name="connsiteX1" fmla="*/ 5644 w 6343"/>
                  <a:gd name="connsiteY1" fmla="*/ 5633 h 6345"/>
                  <a:gd name="connsiteX2" fmla="*/ 6573 w 6343"/>
                  <a:gd name="connsiteY2" fmla="*/ 3389 h 6345"/>
                  <a:gd name="connsiteX3" fmla="*/ 5644 w 6343"/>
                  <a:gd name="connsiteY3" fmla="*/ 1146 h 6345"/>
                  <a:gd name="connsiteX4" fmla="*/ 3402 w 6343"/>
                  <a:gd name="connsiteY4" fmla="*/ 217 h 6345"/>
                  <a:gd name="connsiteX5" fmla="*/ 1159 w 6343"/>
                  <a:gd name="connsiteY5" fmla="*/ 1146 h 6345"/>
                  <a:gd name="connsiteX6" fmla="*/ 230 w 6343"/>
                  <a:gd name="connsiteY6" fmla="*/ 3389 h 6345"/>
                  <a:gd name="connsiteX7" fmla="*/ 1159 w 6343"/>
                  <a:gd name="connsiteY7" fmla="*/ 5633 h 6345"/>
                  <a:gd name="connsiteX8" fmla="*/ 3402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2"/>
                    </a:moveTo>
                    <a:cubicBezTo>
                      <a:pt x="4243" y="6562"/>
                      <a:pt x="5050" y="6228"/>
                      <a:pt x="5644" y="5633"/>
                    </a:cubicBezTo>
                    <a:cubicBezTo>
                      <a:pt x="6239" y="5038"/>
                      <a:pt x="6573" y="4231"/>
                      <a:pt x="6573" y="3389"/>
                    </a:cubicBezTo>
                    <a:cubicBezTo>
                      <a:pt x="6573" y="2548"/>
                      <a:pt x="6239" y="1741"/>
                      <a:pt x="5644" y="1146"/>
                    </a:cubicBezTo>
                    <a:cubicBezTo>
                      <a:pt x="5050" y="551"/>
                      <a:pt x="4243" y="217"/>
                      <a:pt x="3402" y="217"/>
                    </a:cubicBezTo>
                    <a:cubicBezTo>
                      <a:pt x="2561" y="217"/>
                      <a:pt x="1754" y="551"/>
                      <a:pt x="1159" y="1146"/>
                    </a:cubicBezTo>
                    <a:cubicBezTo>
                      <a:pt x="564" y="1741"/>
                      <a:pt x="230" y="2548"/>
                      <a:pt x="230" y="3389"/>
                    </a:cubicBezTo>
                    <a:cubicBezTo>
                      <a:pt x="230" y="4231"/>
                      <a:pt x="564" y="5038"/>
                      <a:pt x="1159" y="5633"/>
                    </a:cubicBezTo>
                    <a:cubicBezTo>
                      <a:pt x="1754" y="6228"/>
                      <a:pt x="2561" y="6562"/>
                      <a:pt x="3402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19" name="Freeform: Shape 2618">
                <a:extLst>
                  <a:ext uri="{FF2B5EF4-FFF2-40B4-BE49-F238E27FC236}">
                    <a16:creationId xmlns:a16="http://schemas.microsoft.com/office/drawing/2014/main" id="{25F7628F-F184-AAFC-3774-18C8AE009169}"/>
                  </a:ext>
                </a:extLst>
              </p:cNvPr>
              <p:cNvSpPr/>
              <p:nvPr/>
            </p:nvSpPr>
            <p:spPr>
              <a:xfrm>
                <a:off x="3771283" y="6216825"/>
                <a:ext cx="6343" cy="6345"/>
              </a:xfrm>
              <a:custGeom>
                <a:avLst/>
                <a:gdLst>
                  <a:gd name="connsiteX0" fmla="*/ 3402 w 6343"/>
                  <a:gd name="connsiteY0" fmla="*/ 6561 h 6345"/>
                  <a:gd name="connsiteX1" fmla="*/ 5644 w 6343"/>
                  <a:gd name="connsiteY1" fmla="*/ 5632 h 6345"/>
                  <a:gd name="connsiteX2" fmla="*/ 6573 w 6343"/>
                  <a:gd name="connsiteY2" fmla="*/ 3388 h 6345"/>
                  <a:gd name="connsiteX3" fmla="*/ 5644 w 6343"/>
                  <a:gd name="connsiteY3" fmla="*/ 1145 h 6345"/>
                  <a:gd name="connsiteX4" fmla="*/ 3402 w 6343"/>
                  <a:gd name="connsiteY4" fmla="*/ 216 h 6345"/>
                  <a:gd name="connsiteX5" fmla="*/ 1159 w 6343"/>
                  <a:gd name="connsiteY5" fmla="*/ 1145 h 6345"/>
                  <a:gd name="connsiteX6" fmla="*/ 230 w 6343"/>
                  <a:gd name="connsiteY6" fmla="*/ 3388 h 6345"/>
                  <a:gd name="connsiteX7" fmla="*/ 1159 w 6343"/>
                  <a:gd name="connsiteY7" fmla="*/ 5632 h 6345"/>
                  <a:gd name="connsiteX8" fmla="*/ 340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1"/>
                    </a:moveTo>
                    <a:cubicBezTo>
                      <a:pt x="4243" y="6561"/>
                      <a:pt x="5050" y="6227"/>
                      <a:pt x="5644" y="5632"/>
                    </a:cubicBezTo>
                    <a:cubicBezTo>
                      <a:pt x="6239" y="5037"/>
                      <a:pt x="6573" y="4230"/>
                      <a:pt x="6573" y="3388"/>
                    </a:cubicBezTo>
                    <a:cubicBezTo>
                      <a:pt x="6573" y="2547"/>
                      <a:pt x="6239" y="1740"/>
                      <a:pt x="5644" y="1145"/>
                    </a:cubicBezTo>
                    <a:cubicBezTo>
                      <a:pt x="5050" y="550"/>
                      <a:pt x="4243" y="216"/>
                      <a:pt x="3402" y="216"/>
                    </a:cubicBezTo>
                    <a:cubicBezTo>
                      <a:pt x="2561" y="216"/>
                      <a:pt x="1754" y="550"/>
                      <a:pt x="1159" y="1145"/>
                    </a:cubicBezTo>
                    <a:cubicBezTo>
                      <a:pt x="564" y="1740"/>
                      <a:pt x="230" y="2547"/>
                      <a:pt x="230" y="3388"/>
                    </a:cubicBezTo>
                    <a:cubicBezTo>
                      <a:pt x="230" y="4230"/>
                      <a:pt x="564" y="5037"/>
                      <a:pt x="1159" y="5632"/>
                    </a:cubicBezTo>
                    <a:cubicBezTo>
                      <a:pt x="1754" y="6227"/>
                      <a:pt x="2561" y="6561"/>
                      <a:pt x="340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20" name="Freeform: Shape 2619">
                <a:extLst>
                  <a:ext uri="{FF2B5EF4-FFF2-40B4-BE49-F238E27FC236}">
                    <a16:creationId xmlns:a16="http://schemas.microsoft.com/office/drawing/2014/main" id="{570F5792-102B-F5CA-BBCD-F5DDED89C1CB}"/>
                  </a:ext>
                </a:extLst>
              </p:cNvPr>
              <p:cNvSpPr/>
              <p:nvPr/>
            </p:nvSpPr>
            <p:spPr>
              <a:xfrm>
                <a:off x="3767663" y="6219263"/>
                <a:ext cx="6343" cy="6345"/>
              </a:xfrm>
              <a:custGeom>
                <a:avLst/>
                <a:gdLst>
                  <a:gd name="connsiteX0" fmla="*/ 3401 w 6343"/>
                  <a:gd name="connsiteY0" fmla="*/ 6561 h 6345"/>
                  <a:gd name="connsiteX1" fmla="*/ 5644 w 6343"/>
                  <a:gd name="connsiteY1" fmla="*/ 5632 h 6345"/>
                  <a:gd name="connsiteX2" fmla="*/ 6573 w 6343"/>
                  <a:gd name="connsiteY2" fmla="*/ 3389 h 6345"/>
                  <a:gd name="connsiteX3" fmla="*/ 5644 w 6343"/>
                  <a:gd name="connsiteY3" fmla="*/ 1145 h 6345"/>
                  <a:gd name="connsiteX4" fmla="*/ 3401 w 6343"/>
                  <a:gd name="connsiteY4" fmla="*/ 216 h 6345"/>
                  <a:gd name="connsiteX5" fmla="*/ 1159 w 6343"/>
                  <a:gd name="connsiteY5" fmla="*/ 1145 h 6345"/>
                  <a:gd name="connsiteX6" fmla="*/ 230 w 6343"/>
                  <a:gd name="connsiteY6" fmla="*/ 3389 h 6345"/>
                  <a:gd name="connsiteX7" fmla="*/ 1159 w 6343"/>
                  <a:gd name="connsiteY7" fmla="*/ 5632 h 6345"/>
                  <a:gd name="connsiteX8" fmla="*/ 3401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61"/>
                    </a:moveTo>
                    <a:cubicBezTo>
                      <a:pt x="4242" y="6561"/>
                      <a:pt x="5049" y="6227"/>
                      <a:pt x="5644" y="5632"/>
                    </a:cubicBezTo>
                    <a:cubicBezTo>
                      <a:pt x="6239" y="5037"/>
                      <a:pt x="6573" y="4230"/>
                      <a:pt x="6573" y="3389"/>
                    </a:cubicBezTo>
                    <a:cubicBezTo>
                      <a:pt x="6573" y="2547"/>
                      <a:pt x="6239" y="1740"/>
                      <a:pt x="5644" y="1145"/>
                    </a:cubicBezTo>
                    <a:cubicBezTo>
                      <a:pt x="5049" y="550"/>
                      <a:pt x="4242" y="216"/>
                      <a:pt x="3401" y="216"/>
                    </a:cubicBezTo>
                    <a:cubicBezTo>
                      <a:pt x="2560" y="216"/>
                      <a:pt x="1753" y="550"/>
                      <a:pt x="1159" y="1145"/>
                    </a:cubicBezTo>
                    <a:cubicBezTo>
                      <a:pt x="564" y="1740"/>
                      <a:pt x="230" y="2547"/>
                      <a:pt x="230" y="3389"/>
                    </a:cubicBezTo>
                    <a:cubicBezTo>
                      <a:pt x="230" y="4230"/>
                      <a:pt x="564" y="5037"/>
                      <a:pt x="1159" y="5632"/>
                    </a:cubicBezTo>
                    <a:cubicBezTo>
                      <a:pt x="1753" y="6227"/>
                      <a:pt x="2560" y="6561"/>
                      <a:pt x="3401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21" name="Freeform: Shape 2620">
                <a:extLst>
                  <a:ext uri="{FF2B5EF4-FFF2-40B4-BE49-F238E27FC236}">
                    <a16:creationId xmlns:a16="http://schemas.microsoft.com/office/drawing/2014/main" id="{F69A3BF0-6EC6-732A-ECC3-21F8B83E43A7}"/>
                  </a:ext>
                </a:extLst>
              </p:cNvPr>
              <p:cNvSpPr/>
              <p:nvPr/>
            </p:nvSpPr>
            <p:spPr>
              <a:xfrm>
                <a:off x="3765731" y="6214006"/>
                <a:ext cx="6343" cy="6345"/>
              </a:xfrm>
              <a:custGeom>
                <a:avLst/>
                <a:gdLst>
                  <a:gd name="connsiteX0" fmla="*/ 3401 w 6343"/>
                  <a:gd name="connsiteY0" fmla="*/ 6561 h 6345"/>
                  <a:gd name="connsiteX1" fmla="*/ 5644 w 6343"/>
                  <a:gd name="connsiteY1" fmla="*/ 5632 h 6345"/>
                  <a:gd name="connsiteX2" fmla="*/ 6573 w 6343"/>
                  <a:gd name="connsiteY2" fmla="*/ 3388 h 6345"/>
                  <a:gd name="connsiteX3" fmla="*/ 5644 w 6343"/>
                  <a:gd name="connsiteY3" fmla="*/ 1145 h 6345"/>
                  <a:gd name="connsiteX4" fmla="*/ 3401 w 6343"/>
                  <a:gd name="connsiteY4" fmla="*/ 215 h 6345"/>
                  <a:gd name="connsiteX5" fmla="*/ 1159 w 6343"/>
                  <a:gd name="connsiteY5" fmla="*/ 1145 h 6345"/>
                  <a:gd name="connsiteX6" fmla="*/ 230 w 6343"/>
                  <a:gd name="connsiteY6" fmla="*/ 3388 h 6345"/>
                  <a:gd name="connsiteX7" fmla="*/ 1159 w 6343"/>
                  <a:gd name="connsiteY7" fmla="*/ 5632 h 6345"/>
                  <a:gd name="connsiteX8" fmla="*/ 3401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61"/>
                    </a:moveTo>
                    <a:cubicBezTo>
                      <a:pt x="4242" y="6561"/>
                      <a:pt x="5049" y="6227"/>
                      <a:pt x="5644" y="5632"/>
                    </a:cubicBezTo>
                    <a:cubicBezTo>
                      <a:pt x="6239" y="5037"/>
                      <a:pt x="6573" y="4230"/>
                      <a:pt x="6573" y="3388"/>
                    </a:cubicBezTo>
                    <a:cubicBezTo>
                      <a:pt x="6573" y="2547"/>
                      <a:pt x="6239" y="1740"/>
                      <a:pt x="5644" y="1145"/>
                    </a:cubicBezTo>
                    <a:cubicBezTo>
                      <a:pt x="5049" y="550"/>
                      <a:pt x="4242" y="215"/>
                      <a:pt x="3401" y="215"/>
                    </a:cubicBezTo>
                    <a:cubicBezTo>
                      <a:pt x="2560" y="215"/>
                      <a:pt x="1753" y="550"/>
                      <a:pt x="1159" y="1145"/>
                    </a:cubicBezTo>
                    <a:cubicBezTo>
                      <a:pt x="564" y="1740"/>
                      <a:pt x="230" y="2547"/>
                      <a:pt x="230" y="3388"/>
                    </a:cubicBezTo>
                    <a:cubicBezTo>
                      <a:pt x="230" y="4230"/>
                      <a:pt x="564" y="5037"/>
                      <a:pt x="1159" y="5632"/>
                    </a:cubicBezTo>
                    <a:cubicBezTo>
                      <a:pt x="1753" y="6227"/>
                      <a:pt x="2560" y="6561"/>
                      <a:pt x="3401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22" name="Freeform: Shape 2621">
                <a:extLst>
                  <a:ext uri="{FF2B5EF4-FFF2-40B4-BE49-F238E27FC236}">
                    <a16:creationId xmlns:a16="http://schemas.microsoft.com/office/drawing/2014/main" id="{1D6B7D80-1571-F8DE-400F-10A67BC2836C}"/>
                  </a:ext>
                </a:extLst>
              </p:cNvPr>
              <p:cNvSpPr/>
              <p:nvPr/>
            </p:nvSpPr>
            <p:spPr>
              <a:xfrm>
                <a:off x="3764246" y="6207073"/>
                <a:ext cx="6343" cy="6345"/>
              </a:xfrm>
              <a:custGeom>
                <a:avLst/>
                <a:gdLst>
                  <a:gd name="connsiteX0" fmla="*/ 3401 w 6343"/>
                  <a:gd name="connsiteY0" fmla="*/ 6560 h 6345"/>
                  <a:gd name="connsiteX1" fmla="*/ 5644 w 6343"/>
                  <a:gd name="connsiteY1" fmla="*/ 5631 h 6345"/>
                  <a:gd name="connsiteX2" fmla="*/ 6573 w 6343"/>
                  <a:gd name="connsiteY2" fmla="*/ 3388 h 6345"/>
                  <a:gd name="connsiteX3" fmla="*/ 5644 w 6343"/>
                  <a:gd name="connsiteY3" fmla="*/ 1144 h 6345"/>
                  <a:gd name="connsiteX4" fmla="*/ 3401 w 6343"/>
                  <a:gd name="connsiteY4" fmla="*/ 215 h 6345"/>
                  <a:gd name="connsiteX5" fmla="*/ 1158 w 6343"/>
                  <a:gd name="connsiteY5" fmla="*/ 1144 h 6345"/>
                  <a:gd name="connsiteX6" fmla="*/ 230 w 6343"/>
                  <a:gd name="connsiteY6" fmla="*/ 3388 h 6345"/>
                  <a:gd name="connsiteX7" fmla="*/ 1158 w 6343"/>
                  <a:gd name="connsiteY7" fmla="*/ 5631 h 6345"/>
                  <a:gd name="connsiteX8" fmla="*/ 340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60"/>
                    </a:moveTo>
                    <a:cubicBezTo>
                      <a:pt x="4242" y="6560"/>
                      <a:pt x="5049" y="6226"/>
                      <a:pt x="5644" y="5631"/>
                    </a:cubicBezTo>
                    <a:cubicBezTo>
                      <a:pt x="6238" y="5036"/>
                      <a:pt x="6573" y="4229"/>
                      <a:pt x="6573" y="3388"/>
                    </a:cubicBezTo>
                    <a:cubicBezTo>
                      <a:pt x="6573" y="2546"/>
                      <a:pt x="6238" y="1739"/>
                      <a:pt x="5644" y="1144"/>
                    </a:cubicBezTo>
                    <a:cubicBezTo>
                      <a:pt x="5049" y="549"/>
                      <a:pt x="4242" y="215"/>
                      <a:pt x="3401" y="215"/>
                    </a:cubicBezTo>
                    <a:cubicBezTo>
                      <a:pt x="2560" y="215"/>
                      <a:pt x="1753" y="549"/>
                      <a:pt x="1158" y="1144"/>
                    </a:cubicBezTo>
                    <a:cubicBezTo>
                      <a:pt x="564" y="1739"/>
                      <a:pt x="230" y="2546"/>
                      <a:pt x="230" y="3388"/>
                    </a:cubicBezTo>
                    <a:cubicBezTo>
                      <a:pt x="230" y="4229"/>
                      <a:pt x="564" y="5036"/>
                      <a:pt x="1158" y="5631"/>
                    </a:cubicBezTo>
                    <a:cubicBezTo>
                      <a:pt x="1753" y="6226"/>
                      <a:pt x="2560" y="6560"/>
                      <a:pt x="340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23" name="Freeform: Shape 2622">
                <a:extLst>
                  <a:ext uri="{FF2B5EF4-FFF2-40B4-BE49-F238E27FC236}">
                    <a16:creationId xmlns:a16="http://schemas.microsoft.com/office/drawing/2014/main" id="{9D01874B-EC4B-D9E4-166A-99A4D6F2E0FE}"/>
                  </a:ext>
                </a:extLst>
              </p:cNvPr>
              <p:cNvSpPr/>
              <p:nvPr/>
            </p:nvSpPr>
            <p:spPr>
              <a:xfrm>
                <a:off x="3765195" y="6190225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4 w 6343"/>
                  <a:gd name="connsiteY1" fmla="*/ 5630 h 6345"/>
                  <a:gd name="connsiteX2" fmla="*/ 6573 w 6343"/>
                  <a:gd name="connsiteY2" fmla="*/ 3386 h 6345"/>
                  <a:gd name="connsiteX3" fmla="*/ 5644 w 6343"/>
                  <a:gd name="connsiteY3" fmla="*/ 1143 h 6345"/>
                  <a:gd name="connsiteX4" fmla="*/ 3401 w 6343"/>
                  <a:gd name="connsiteY4" fmla="*/ 214 h 6345"/>
                  <a:gd name="connsiteX5" fmla="*/ 1159 w 6343"/>
                  <a:gd name="connsiteY5" fmla="*/ 1143 h 6345"/>
                  <a:gd name="connsiteX6" fmla="*/ 230 w 6343"/>
                  <a:gd name="connsiteY6" fmla="*/ 3386 h 6345"/>
                  <a:gd name="connsiteX7" fmla="*/ 1159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5"/>
                      <a:pt x="5644" y="5630"/>
                    </a:cubicBezTo>
                    <a:cubicBezTo>
                      <a:pt x="6239" y="5035"/>
                      <a:pt x="6573" y="4228"/>
                      <a:pt x="6573" y="3386"/>
                    </a:cubicBezTo>
                    <a:cubicBezTo>
                      <a:pt x="6573" y="2545"/>
                      <a:pt x="6239" y="1738"/>
                      <a:pt x="5644" y="1143"/>
                    </a:cubicBezTo>
                    <a:cubicBezTo>
                      <a:pt x="5049" y="548"/>
                      <a:pt x="4242" y="214"/>
                      <a:pt x="3401" y="214"/>
                    </a:cubicBezTo>
                    <a:cubicBezTo>
                      <a:pt x="2560" y="214"/>
                      <a:pt x="1753" y="548"/>
                      <a:pt x="1159" y="1143"/>
                    </a:cubicBezTo>
                    <a:cubicBezTo>
                      <a:pt x="564" y="1738"/>
                      <a:pt x="230" y="2545"/>
                      <a:pt x="230" y="3386"/>
                    </a:cubicBezTo>
                    <a:cubicBezTo>
                      <a:pt x="230" y="4228"/>
                      <a:pt x="564" y="5035"/>
                      <a:pt x="1159" y="5630"/>
                    </a:cubicBezTo>
                    <a:cubicBezTo>
                      <a:pt x="1753" y="6225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24" name="Freeform: Shape 2623">
                <a:extLst>
                  <a:ext uri="{FF2B5EF4-FFF2-40B4-BE49-F238E27FC236}">
                    <a16:creationId xmlns:a16="http://schemas.microsoft.com/office/drawing/2014/main" id="{8E435674-B8BC-7E33-87A1-78C28512DA33}"/>
                  </a:ext>
                </a:extLst>
              </p:cNvPr>
              <p:cNvSpPr/>
              <p:nvPr/>
            </p:nvSpPr>
            <p:spPr>
              <a:xfrm>
                <a:off x="3763594" y="6184696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4 w 6343"/>
                  <a:gd name="connsiteY1" fmla="*/ 5629 h 6345"/>
                  <a:gd name="connsiteX2" fmla="*/ 6573 w 6343"/>
                  <a:gd name="connsiteY2" fmla="*/ 3386 h 6345"/>
                  <a:gd name="connsiteX3" fmla="*/ 5644 w 6343"/>
                  <a:gd name="connsiteY3" fmla="*/ 1142 h 6345"/>
                  <a:gd name="connsiteX4" fmla="*/ 3401 w 6343"/>
                  <a:gd name="connsiteY4" fmla="*/ 213 h 6345"/>
                  <a:gd name="connsiteX5" fmla="*/ 1158 w 6343"/>
                  <a:gd name="connsiteY5" fmla="*/ 1142 h 6345"/>
                  <a:gd name="connsiteX6" fmla="*/ 229 w 6343"/>
                  <a:gd name="connsiteY6" fmla="*/ 3386 h 6345"/>
                  <a:gd name="connsiteX7" fmla="*/ 1158 w 6343"/>
                  <a:gd name="connsiteY7" fmla="*/ 5629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4"/>
                      <a:pt x="5644" y="5629"/>
                    </a:cubicBezTo>
                    <a:cubicBezTo>
                      <a:pt x="6238" y="5034"/>
                      <a:pt x="6573" y="4227"/>
                      <a:pt x="6573" y="3386"/>
                    </a:cubicBezTo>
                    <a:cubicBezTo>
                      <a:pt x="6573" y="2544"/>
                      <a:pt x="6238" y="1737"/>
                      <a:pt x="5644" y="1142"/>
                    </a:cubicBezTo>
                    <a:cubicBezTo>
                      <a:pt x="5049" y="547"/>
                      <a:pt x="4242" y="213"/>
                      <a:pt x="3401" y="213"/>
                    </a:cubicBezTo>
                    <a:cubicBezTo>
                      <a:pt x="2560" y="213"/>
                      <a:pt x="1753" y="547"/>
                      <a:pt x="1158" y="1142"/>
                    </a:cubicBezTo>
                    <a:cubicBezTo>
                      <a:pt x="564" y="1737"/>
                      <a:pt x="229" y="2544"/>
                      <a:pt x="229" y="3386"/>
                    </a:cubicBezTo>
                    <a:cubicBezTo>
                      <a:pt x="229" y="4227"/>
                      <a:pt x="564" y="5034"/>
                      <a:pt x="1158" y="5629"/>
                    </a:cubicBezTo>
                    <a:cubicBezTo>
                      <a:pt x="1753" y="6224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25" name="Freeform: Shape 2624">
                <a:extLst>
                  <a:ext uri="{FF2B5EF4-FFF2-40B4-BE49-F238E27FC236}">
                    <a16:creationId xmlns:a16="http://schemas.microsoft.com/office/drawing/2014/main" id="{360D0067-297A-0A81-52FF-13C06CF63F8F}"/>
                  </a:ext>
                </a:extLst>
              </p:cNvPr>
              <p:cNvSpPr/>
              <p:nvPr/>
            </p:nvSpPr>
            <p:spPr>
              <a:xfrm>
                <a:off x="3760783" y="6184246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3 w 6343"/>
                  <a:gd name="connsiteY1" fmla="*/ 5629 h 6345"/>
                  <a:gd name="connsiteX2" fmla="*/ 6572 w 6343"/>
                  <a:gd name="connsiteY2" fmla="*/ 3386 h 6345"/>
                  <a:gd name="connsiteX3" fmla="*/ 5643 w 6343"/>
                  <a:gd name="connsiteY3" fmla="*/ 1142 h 6345"/>
                  <a:gd name="connsiteX4" fmla="*/ 3401 w 6343"/>
                  <a:gd name="connsiteY4" fmla="*/ 213 h 6345"/>
                  <a:gd name="connsiteX5" fmla="*/ 1158 w 6343"/>
                  <a:gd name="connsiteY5" fmla="*/ 1142 h 6345"/>
                  <a:gd name="connsiteX6" fmla="*/ 229 w 6343"/>
                  <a:gd name="connsiteY6" fmla="*/ 3386 h 6345"/>
                  <a:gd name="connsiteX7" fmla="*/ 1158 w 6343"/>
                  <a:gd name="connsiteY7" fmla="*/ 5629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4"/>
                      <a:pt x="5643" y="5629"/>
                    </a:cubicBezTo>
                    <a:cubicBezTo>
                      <a:pt x="6238" y="5034"/>
                      <a:pt x="6572" y="4227"/>
                      <a:pt x="6572" y="3386"/>
                    </a:cubicBezTo>
                    <a:cubicBezTo>
                      <a:pt x="6572" y="2544"/>
                      <a:pt x="6238" y="1737"/>
                      <a:pt x="5643" y="1142"/>
                    </a:cubicBezTo>
                    <a:cubicBezTo>
                      <a:pt x="5049" y="547"/>
                      <a:pt x="4242" y="213"/>
                      <a:pt x="3401" y="213"/>
                    </a:cubicBezTo>
                    <a:cubicBezTo>
                      <a:pt x="2560" y="213"/>
                      <a:pt x="1753" y="547"/>
                      <a:pt x="1158" y="1142"/>
                    </a:cubicBezTo>
                    <a:cubicBezTo>
                      <a:pt x="563" y="1737"/>
                      <a:pt x="229" y="2544"/>
                      <a:pt x="229" y="3386"/>
                    </a:cubicBezTo>
                    <a:cubicBezTo>
                      <a:pt x="229" y="4227"/>
                      <a:pt x="563" y="5034"/>
                      <a:pt x="1158" y="5629"/>
                    </a:cubicBezTo>
                    <a:cubicBezTo>
                      <a:pt x="1753" y="6224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26" name="Freeform: Shape 2625">
                <a:extLst>
                  <a:ext uri="{FF2B5EF4-FFF2-40B4-BE49-F238E27FC236}">
                    <a16:creationId xmlns:a16="http://schemas.microsoft.com/office/drawing/2014/main" id="{33F3C67D-3362-5DD6-17C5-06C8BB1A69F8}"/>
                  </a:ext>
                </a:extLst>
              </p:cNvPr>
              <p:cNvSpPr/>
              <p:nvPr/>
            </p:nvSpPr>
            <p:spPr>
              <a:xfrm>
                <a:off x="3757168" y="6186916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3 w 6343"/>
                  <a:gd name="connsiteY1" fmla="*/ 5629 h 6345"/>
                  <a:gd name="connsiteX2" fmla="*/ 6572 w 6343"/>
                  <a:gd name="connsiteY2" fmla="*/ 3386 h 6345"/>
                  <a:gd name="connsiteX3" fmla="*/ 5643 w 6343"/>
                  <a:gd name="connsiteY3" fmla="*/ 1143 h 6345"/>
                  <a:gd name="connsiteX4" fmla="*/ 3401 w 6343"/>
                  <a:gd name="connsiteY4" fmla="*/ 213 h 6345"/>
                  <a:gd name="connsiteX5" fmla="*/ 1158 w 6343"/>
                  <a:gd name="connsiteY5" fmla="*/ 1143 h 6345"/>
                  <a:gd name="connsiteX6" fmla="*/ 229 w 6343"/>
                  <a:gd name="connsiteY6" fmla="*/ 3386 h 6345"/>
                  <a:gd name="connsiteX7" fmla="*/ 1158 w 6343"/>
                  <a:gd name="connsiteY7" fmla="*/ 5629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8" y="6224"/>
                      <a:pt x="5643" y="5629"/>
                    </a:cubicBezTo>
                    <a:cubicBezTo>
                      <a:pt x="6238" y="5035"/>
                      <a:pt x="6572" y="4227"/>
                      <a:pt x="6572" y="3386"/>
                    </a:cubicBezTo>
                    <a:cubicBezTo>
                      <a:pt x="6572" y="2545"/>
                      <a:pt x="6238" y="1738"/>
                      <a:pt x="5643" y="1143"/>
                    </a:cubicBezTo>
                    <a:cubicBezTo>
                      <a:pt x="5048" y="548"/>
                      <a:pt x="4242" y="213"/>
                      <a:pt x="3401" y="213"/>
                    </a:cubicBezTo>
                    <a:cubicBezTo>
                      <a:pt x="2559" y="213"/>
                      <a:pt x="1753" y="548"/>
                      <a:pt x="1158" y="1143"/>
                    </a:cubicBezTo>
                    <a:cubicBezTo>
                      <a:pt x="563" y="1738"/>
                      <a:pt x="229" y="2545"/>
                      <a:pt x="229" y="3386"/>
                    </a:cubicBezTo>
                    <a:cubicBezTo>
                      <a:pt x="229" y="4227"/>
                      <a:pt x="563" y="5035"/>
                      <a:pt x="1158" y="5629"/>
                    </a:cubicBezTo>
                    <a:cubicBezTo>
                      <a:pt x="1753" y="6224"/>
                      <a:pt x="2559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27" name="Freeform: Shape 2626">
                <a:extLst>
                  <a:ext uri="{FF2B5EF4-FFF2-40B4-BE49-F238E27FC236}">
                    <a16:creationId xmlns:a16="http://schemas.microsoft.com/office/drawing/2014/main" id="{81A9CA2C-D150-1AD6-DE62-D6759BF7AF6D}"/>
                  </a:ext>
                </a:extLst>
              </p:cNvPr>
              <p:cNvSpPr/>
              <p:nvPr/>
            </p:nvSpPr>
            <p:spPr>
              <a:xfrm>
                <a:off x="3753723" y="6188775"/>
                <a:ext cx="6343" cy="6345"/>
              </a:xfrm>
              <a:custGeom>
                <a:avLst/>
                <a:gdLst>
                  <a:gd name="connsiteX0" fmla="*/ 3400 w 6343"/>
                  <a:gd name="connsiteY0" fmla="*/ 6559 h 6345"/>
                  <a:gd name="connsiteX1" fmla="*/ 5643 w 6343"/>
                  <a:gd name="connsiteY1" fmla="*/ 5630 h 6345"/>
                  <a:gd name="connsiteX2" fmla="*/ 6572 w 6343"/>
                  <a:gd name="connsiteY2" fmla="*/ 3386 h 6345"/>
                  <a:gd name="connsiteX3" fmla="*/ 5643 w 6343"/>
                  <a:gd name="connsiteY3" fmla="*/ 1143 h 6345"/>
                  <a:gd name="connsiteX4" fmla="*/ 3400 w 6343"/>
                  <a:gd name="connsiteY4" fmla="*/ 213 h 6345"/>
                  <a:gd name="connsiteX5" fmla="*/ 1158 w 6343"/>
                  <a:gd name="connsiteY5" fmla="*/ 1143 h 6345"/>
                  <a:gd name="connsiteX6" fmla="*/ 229 w 6343"/>
                  <a:gd name="connsiteY6" fmla="*/ 3386 h 6345"/>
                  <a:gd name="connsiteX7" fmla="*/ 1158 w 6343"/>
                  <a:gd name="connsiteY7" fmla="*/ 5630 h 6345"/>
                  <a:gd name="connsiteX8" fmla="*/ 340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59"/>
                    </a:moveTo>
                    <a:cubicBezTo>
                      <a:pt x="4241" y="6559"/>
                      <a:pt x="5048" y="6225"/>
                      <a:pt x="5643" y="5630"/>
                    </a:cubicBezTo>
                    <a:cubicBezTo>
                      <a:pt x="6238" y="5035"/>
                      <a:pt x="6572" y="4228"/>
                      <a:pt x="6572" y="3386"/>
                    </a:cubicBezTo>
                    <a:cubicBezTo>
                      <a:pt x="6572" y="2545"/>
                      <a:pt x="6238" y="1738"/>
                      <a:pt x="5643" y="1143"/>
                    </a:cubicBezTo>
                    <a:cubicBezTo>
                      <a:pt x="5048" y="548"/>
                      <a:pt x="4241" y="213"/>
                      <a:pt x="3400" y="213"/>
                    </a:cubicBezTo>
                    <a:cubicBezTo>
                      <a:pt x="2559" y="213"/>
                      <a:pt x="1752" y="548"/>
                      <a:pt x="1158" y="1143"/>
                    </a:cubicBezTo>
                    <a:cubicBezTo>
                      <a:pt x="563" y="1738"/>
                      <a:pt x="229" y="2545"/>
                      <a:pt x="229" y="3386"/>
                    </a:cubicBezTo>
                    <a:cubicBezTo>
                      <a:pt x="229" y="4228"/>
                      <a:pt x="563" y="5035"/>
                      <a:pt x="1158" y="5630"/>
                    </a:cubicBezTo>
                    <a:cubicBezTo>
                      <a:pt x="1752" y="6225"/>
                      <a:pt x="2559" y="6559"/>
                      <a:pt x="340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28" name="Freeform: Shape 2627">
                <a:extLst>
                  <a:ext uri="{FF2B5EF4-FFF2-40B4-BE49-F238E27FC236}">
                    <a16:creationId xmlns:a16="http://schemas.microsoft.com/office/drawing/2014/main" id="{6C8E73B4-F453-D7B4-A628-8184802BEEA2}"/>
                  </a:ext>
                </a:extLst>
              </p:cNvPr>
              <p:cNvSpPr/>
              <p:nvPr/>
            </p:nvSpPr>
            <p:spPr>
              <a:xfrm>
                <a:off x="3750660" y="6189091"/>
                <a:ext cx="6343" cy="6345"/>
              </a:xfrm>
              <a:custGeom>
                <a:avLst/>
                <a:gdLst>
                  <a:gd name="connsiteX0" fmla="*/ 3400 w 6343"/>
                  <a:gd name="connsiteY0" fmla="*/ 6559 h 6345"/>
                  <a:gd name="connsiteX1" fmla="*/ 5643 w 6343"/>
                  <a:gd name="connsiteY1" fmla="*/ 5630 h 6345"/>
                  <a:gd name="connsiteX2" fmla="*/ 6572 w 6343"/>
                  <a:gd name="connsiteY2" fmla="*/ 3386 h 6345"/>
                  <a:gd name="connsiteX3" fmla="*/ 5643 w 6343"/>
                  <a:gd name="connsiteY3" fmla="*/ 1143 h 6345"/>
                  <a:gd name="connsiteX4" fmla="*/ 3400 w 6343"/>
                  <a:gd name="connsiteY4" fmla="*/ 214 h 6345"/>
                  <a:gd name="connsiteX5" fmla="*/ 1157 w 6343"/>
                  <a:gd name="connsiteY5" fmla="*/ 1143 h 6345"/>
                  <a:gd name="connsiteX6" fmla="*/ 228 w 6343"/>
                  <a:gd name="connsiteY6" fmla="*/ 3386 h 6345"/>
                  <a:gd name="connsiteX7" fmla="*/ 1157 w 6343"/>
                  <a:gd name="connsiteY7" fmla="*/ 5630 h 6345"/>
                  <a:gd name="connsiteX8" fmla="*/ 340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59"/>
                    </a:moveTo>
                    <a:cubicBezTo>
                      <a:pt x="4241" y="6559"/>
                      <a:pt x="5048" y="6225"/>
                      <a:pt x="5643" y="5630"/>
                    </a:cubicBezTo>
                    <a:cubicBezTo>
                      <a:pt x="6237" y="5035"/>
                      <a:pt x="6572" y="4228"/>
                      <a:pt x="6572" y="3386"/>
                    </a:cubicBezTo>
                    <a:cubicBezTo>
                      <a:pt x="6572" y="2545"/>
                      <a:pt x="6237" y="1738"/>
                      <a:pt x="5643" y="1143"/>
                    </a:cubicBezTo>
                    <a:cubicBezTo>
                      <a:pt x="5048" y="548"/>
                      <a:pt x="4241" y="214"/>
                      <a:pt x="3400" y="214"/>
                    </a:cubicBezTo>
                    <a:cubicBezTo>
                      <a:pt x="2559" y="214"/>
                      <a:pt x="1752" y="548"/>
                      <a:pt x="1157" y="1143"/>
                    </a:cubicBezTo>
                    <a:cubicBezTo>
                      <a:pt x="563" y="1738"/>
                      <a:pt x="228" y="2545"/>
                      <a:pt x="228" y="3386"/>
                    </a:cubicBezTo>
                    <a:cubicBezTo>
                      <a:pt x="228" y="4228"/>
                      <a:pt x="563" y="5035"/>
                      <a:pt x="1157" y="5630"/>
                    </a:cubicBezTo>
                    <a:cubicBezTo>
                      <a:pt x="1752" y="6225"/>
                      <a:pt x="2559" y="6559"/>
                      <a:pt x="340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29" name="Freeform: Shape 2628">
                <a:extLst>
                  <a:ext uri="{FF2B5EF4-FFF2-40B4-BE49-F238E27FC236}">
                    <a16:creationId xmlns:a16="http://schemas.microsoft.com/office/drawing/2014/main" id="{F0A93951-F4A8-75CF-413C-B1545AA91738}"/>
                  </a:ext>
                </a:extLst>
              </p:cNvPr>
              <p:cNvSpPr/>
              <p:nvPr/>
            </p:nvSpPr>
            <p:spPr>
              <a:xfrm>
                <a:off x="3747627" y="6189249"/>
                <a:ext cx="6343" cy="6345"/>
              </a:xfrm>
              <a:custGeom>
                <a:avLst/>
                <a:gdLst>
                  <a:gd name="connsiteX0" fmla="*/ 3400 w 6343"/>
                  <a:gd name="connsiteY0" fmla="*/ 6559 h 6345"/>
                  <a:gd name="connsiteX1" fmla="*/ 5642 w 6343"/>
                  <a:gd name="connsiteY1" fmla="*/ 5630 h 6345"/>
                  <a:gd name="connsiteX2" fmla="*/ 6571 w 6343"/>
                  <a:gd name="connsiteY2" fmla="*/ 3386 h 6345"/>
                  <a:gd name="connsiteX3" fmla="*/ 5642 w 6343"/>
                  <a:gd name="connsiteY3" fmla="*/ 1143 h 6345"/>
                  <a:gd name="connsiteX4" fmla="*/ 3400 w 6343"/>
                  <a:gd name="connsiteY4" fmla="*/ 214 h 6345"/>
                  <a:gd name="connsiteX5" fmla="*/ 1157 w 6343"/>
                  <a:gd name="connsiteY5" fmla="*/ 1143 h 6345"/>
                  <a:gd name="connsiteX6" fmla="*/ 228 w 6343"/>
                  <a:gd name="connsiteY6" fmla="*/ 3386 h 6345"/>
                  <a:gd name="connsiteX7" fmla="*/ 1157 w 6343"/>
                  <a:gd name="connsiteY7" fmla="*/ 5630 h 6345"/>
                  <a:gd name="connsiteX8" fmla="*/ 340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59"/>
                    </a:moveTo>
                    <a:cubicBezTo>
                      <a:pt x="4241" y="6559"/>
                      <a:pt x="5048" y="6225"/>
                      <a:pt x="5642" y="5630"/>
                    </a:cubicBezTo>
                    <a:cubicBezTo>
                      <a:pt x="6237" y="5035"/>
                      <a:pt x="6571" y="4228"/>
                      <a:pt x="6571" y="3386"/>
                    </a:cubicBezTo>
                    <a:cubicBezTo>
                      <a:pt x="6571" y="2545"/>
                      <a:pt x="6237" y="1738"/>
                      <a:pt x="5642" y="1143"/>
                    </a:cubicBezTo>
                    <a:cubicBezTo>
                      <a:pt x="5048" y="548"/>
                      <a:pt x="4241" y="214"/>
                      <a:pt x="3400" y="214"/>
                    </a:cubicBezTo>
                    <a:cubicBezTo>
                      <a:pt x="2559" y="214"/>
                      <a:pt x="1752" y="548"/>
                      <a:pt x="1157" y="1143"/>
                    </a:cubicBezTo>
                    <a:cubicBezTo>
                      <a:pt x="562" y="1738"/>
                      <a:pt x="228" y="2545"/>
                      <a:pt x="228" y="3386"/>
                    </a:cubicBezTo>
                    <a:cubicBezTo>
                      <a:pt x="228" y="4228"/>
                      <a:pt x="562" y="5035"/>
                      <a:pt x="1157" y="5630"/>
                    </a:cubicBezTo>
                    <a:cubicBezTo>
                      <a:pt x="1752" y="6225"/>
                      <a:pt x="2559" y="6559"/>
                      <a:pt x="340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30" name="Freeform: Shape 2629">
                <a:extLst>
                  <a:ext uri="{FF2B5EF4-FFF2-40B4-BE49-F238E27FC236}">
                    <a16:creationId xmlns:a16="http://schemas.microsoft.com/office/drawing/2014/main" id="{C55663BB-DC7F-8A8F-7E8F-5946E6241589}"/>
                  </a:ext>
                </a:extLst>
              </p:cNvPr>
              <p:cNvSpPr/>
              <p:nvPr/>
            </p:nvSpPr>
            <p:spPr>
              <a:xfrm>
                <a:off x="3636473" y="6571041"/>
                <a:ext cx="6343" cy="6345"/>
              </a:xfrm>
              <a:custGeom>
                <a:avLst/>
                <a:gdLst>
                  <a:gd name="connsiteX0" fmla="*/ 3391 w 6343"/>
                  <a:gd name="connsiteY0" fmla="*/ 6589 h 6345"/>
                  <a:gd name="connsiteX1" fmla="*/ 5634 w 6343"/>
                  <a:gd name="connsiteY1" fmla="*/ 5660 h 6345"/>
                  <a:gd name="connsiteX2" fmla="*/ 6563 w 6343"/>
                  <a:gd name="connsiteY2" fmla="*/ 3416 h 6345"/>
                  <a:gd name="connsiteX3" fmla="*/ 5634 w 6343"/>
                  <a:gd name="connsiteY3" fmla="*/ 1173 h 6345"/>
                  <a:gd name="connsiteX4" fmla="*/ 3391 w 6343"/>
                  <a:gd name="connsiteY4" fmla="*/ 244 h 6345"/>
                  <a:gd name="connsiteX5" fmla="*/ 1148 w 6343"/>
                  <a:gd name="connsiteY5" fmla="*/ 1173 h 6345"/>
                  <a:gd name="connsiteX6" fmla="*/ 219 w 6343"/>
                  <a:gd name="connsiteY6" fmla="*/ 3416 h 6345"/>
                  <a:gd name="connsiteX7" fmla="*/ 1148 w 6343"/>
                  <a:gd name="connsiteY7" fmla="*/ 5660 h 6345"/>
                  <a:gd name="connsiteX8" fmla="*/ 3391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89"/>
                    </a:moveTo>
                    <a:cubicBezTo>
                      <a:pt x="4232" y="6589"/>
                      <a:pt x="5039" y="6255"/>
                      <a:pt x="5634" y="5660"/>
                    </a:cubicBezTo>
                    <a:cubicBezTo>
                      <a:pt x="6228" y="5065"/>
                      <a:pt x="6563" y="4258"/>
                      <a:pt x="6563" y="3416"/>
                    </a:cubicBezTo>
                    <a:cubicBezTo>
                      <a:pt x="6563" y="2575"/>
                      <a:pt x="6228" y="1768"/>
                      <a:pt x="5634" y="1173"/>
                    </a:cubicBezTo>
                    <a:cubicBezTo>
                      <a:pt x="5039" y="578"/>
                      <a:pt x="4232" y="244"/>
                      <a:pt x="3391" y="244"/>
                    </a:cubicBezTo>
                    <a:cubicBezTo>
                      <a:pt x="2550" y="244"/>
                      <a:pt x="1743" y="578"/>
                      <a:pt x="1148" y="1173"/>
                    </a:cubicBezTo>
                    <a:cubicBezTo>
                      <a:pt x="554" y="1768"/>
                      <a:pt x="219" y="2575"/>
                      <a:pt x="219" y="3416"/>
                    </a:cubicBezTo>
                    <a:cubicBezTo>
                      <a:pt x="219" y="4258"/>
                      <a:pt x="554" y="5065"/>
                      <a:pt x="1148" y="5660"/>
                    </a:cubicBezTo>
                    <a:cubicBezTo>
                      <a:pt x="1743" y="6255"/>
                      <a:pt x="2550" y="6589"/>
                      <a:pt x="3391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31" name="Freeform: Shape 2630">
                <a:extLst>
                  <a:ext uri="{FF2B5EF4-FFF2-40B4-BE49-F238E27FC236}">
                    <a16:creationId xmlns:a16="http://schemas.microsoft.com/office/drawing/2014/main" id="{D050A533-5B4A-794A-D3A4-FEA8892996FB}"/>
                  </a:ext>
                </a:extLst>
              </p:cNvPr>
              <p:cNvSpPr/>
              <p:nvPr/>
            </p:nvSpPr>
            <p:spPr>
              <a:xfrm>
                <a:off x="3630651" y="6571998"/>
                <a:ext cx="6343" cy="6345"/>
              </a:xfrm>
              <a:custGeom>
                <a:avLst/>
                <a:gdLst>
                  <a:gd name="connsiteX0" fmla="*/ 3391 w 6343"/>
                  <a:gd name="connsiteY0" fmla="*/ 6589 h 6345"/>
                  <a:gd name="connsiteX1" fmla="*/ 5633 w 6343"/>
                  <a:gd name="connsiteY1" fmla="*/ 5660 h 6345"/>
                  <a:gd name="connsiteX2" fmla="*/ 6562 w 6343"/>
                  <a:gd name="connsiteY2" fmla="*/ 3416 h 6345"/>
                  <a:gd name="connsiteX3" fmla="*/ 5633 w 6343"/>
                  <a:gd name="connsiteY3" fmla="*/ 1173 h 6345"/>
                  <a:gd name="connsiteX4" fmla="*/ 3391 w 6343"/>
                  <a:gd name="connsiteY4" fmla="*/ 244 h 6345"/>
                  <a:gd name="connsiteX5" fmla="*/ 1148 w 6343"/>
                  <a:gd name="connsiteY5" fmla="*/ 1173 h 6345"/>
                  <a:gd name="connsiteX6" fmla="*/ 219 w 6343"/>
                  <a:gd name="connsiteY6" fmla="*/ 3416 h 6345"/>
                  <a:gd name="connsiteX7" fmla="*/ 1148 w 6343"/>
                  <a:gd name="connsiteY7" fmla="*/ 5660 h 6345"/>
                  <a:gd name="connsiteX8" fmla="*/ 3391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89"/>
                    </a:moveTo>
                    <a:cubicBezTo>
                      <a:pt x="4232" y="6589"/>
                      <a:pt x="5038" y="6255"/>
                      <a:pt x="5633" y="5660"/>
                    </a:cubicBezTo>
                    <a:cubicBezTo>
                      <a:pt x="6228" y="5065"/>
                      <a:pt x="6562" y="4258"/>
                      <a:pt x="6562" y="3416"/>
                    </a:cubicBezTo>
                    <a:cubicBezTo>
                      <a:pt x="6562" y="2575"/>
                      <a:pt x="6228" y="1768"/>
                      <a:pt x="5633" y="1173"/>
                    </a:cubicBezTo>
                    <a:cubicBezTo>
                      <a:pt x="5038" y="578"/>
                      <a:pt x="4232" y="244"/>
                      <a:pt x="3391" y="244"/>
                    </a:cubicBezTo>
                    <a:cubicBezTo>
                      <a:pt x="2549" y="244"/>
                      <a:pt x="1743" y="578"/>
                      <a:pt x="1148" y="1173"/>
                    </a:cubicBezTo>
                    <a:cubicBezTo>
                      <a:pt x="553" y="1768"/>
                      <a:pt x="219" y="2575"/>
                      <a:pt x="219" y="3416"/>
                    </a:cubicBezTo>
                    <a:cubicBezTo>
                      <a:pt x="219" y="4258"/>
                      <a:pt x="553" y="5065"/>
                      <a:pt x="1148" y="5660"/>
                    </a:cubicBezTo>
                    <a:cubicBezTo>
                      <a:pt x="1743" y="6255"/>
                      <a:pt x="2549" y="6589"/>
                      <a:pt x="3391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32" name="Freeform: Shape 2631">
                <a:extLst>
                  <a:ext uri="{FF2B5EF4-FFF2-40B4-BE49-F238E27FC236}">
                    <a16:creationId xmlns:a16="http://schemas.microsoft.com/office/drawing/2014/main" id="{71D18157-1B49-53FF-8ABA-2F6651B1638D}"/>
                  </a:ext>
                </a:extLst>
              </p:cNvPr>
              <p:cNvSpPr/>
              <p:nvPr/>
            </p:nvSpPr>
            <p:spPr>
              <a:xfrm>
                <a:off x="3641829" y="6515520"/>
                <a:ext cx="6343" cy="6345"/>
              </a:xfrm>
              <a:custGeom>
                <a:avLst/>
                <a:gdLst>
                  <a:gd name="connsiteX0" fmla="*/ 3391 w 6343"/>
                  <a:gd name="connsiteY0" fmla="*/ 6585 h 6345"/>
                  <a:gd name="connsiteX1" fmla="*/ 5634 w 6343"/>
                  <a:gd name="connsiteY1" fmla="*/ 5655 h 6345"/>
                  <a:gd name="connsiteX2" fmla="*/ 6563 w 6343"/>
                  <a:gd name="connsiteY2" fmla="*/ 3412 h 6345"/>
                  <a:gd name="connsiteX3" fmla="*/ 5634 w 6343"/>
                  <a:gd name="connsiteY3" fmla="*/ 1168 h 6345"/>
                  <a:gd name="connsiteX4" fmla="*/ 3391 w 6343"/>
                  <a:gd name="connsiteY4" fmla="*/ 239 h 6345"/>
                  <a:gd name="connsiteX5" fmla="*/ 1149 w 6343"/>
                  <a:gd name="connsiteY5" fmla="*/ 1168 h 6345"/>
                  <a:gd name="connsiteX6" fmla="*/ 220 w 6343"/>
                  <a:gd name="connsiteY6" fmla="*/ 3412 h 6345"/>
                  <a:gd name="connsiteX7" fmla="*/ 1149 w 6343"/>
                  <a:gd name="connsiteY7" fmla="*/ 5655 h 6345"/>
                  <a:gd name="connsiteX8" fmla="*/ 3391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85"/>
                    </a:moveTo>
                    <a:cubicBezTo>
                      <a:pt x="4233" y="6585"/>
                      <a:pt x="5039" y="6250"/>
                      <a:pt x="5634" y="5655"/>
                    </a:cubicBezTo>
                    <a:cubicBezTo>
                      <a:pt x="6229" y="5060"/>
                      <a:pt x="6563" y="4253"/>
                      <a:pt x="6563" y="3412"/>
                    </a:cubicBezTo>
                    <a:cubicBezTo>
                      <a:pt x="6563" y="2571"/>
                      <a:pt x="6229" y="1763"/>
                      <a:pt x="5634" y="1168"/>
                    </a:cubicBezTo>
                    <a:cubicBezTo>
                      <a:pt x="5039" y="574"/>
                      <a:pt x="4233" y="239"/>
                      <a:pt x="3391" y="239"/>
                    </a:cubicBezTo>
                    <a:cubicBezTo>
                      <a:pt x="2550" y="239"/>
                      <a:pt x="1744" y="574"/>
                      <a:pt x="1149" y="1168"/>
                    </a:cubicBezTo>
                    <a:cubicBezTo>
                      <a:pt x="554" y="1763"/>
                      <a:pt x="220" y="2571"/>
                      <a:pt x="220" y="3412"/>
                    </a:cubicBezTo>
                    <a:cubicBezTo>
                      <a:pt x="220" y="4253"/>
                      <a:pt x="554" y="5060"/>
                      <a:pt x="1149" y="5655"/>
                    </a:cubicBezTo>
                    <a:cubicBezTo>
                      <a:pt x="1744" y="6250"/>
                      <a:pt x="2550" y="6585"/>
                      <a:pt x="3391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33" name="Freeform: Shape 2632">
                <a:extLst>
                  <a:ext uri="{FF2B5EF4-FFF2-40B4-BE49-F238E27FC236}">
                    <a16:creationId xmlns:a16="http://schemas.microsoft.com/office/drawing/2014/main" id="{3FEDB7FA-3CE3-3718-BFB2-07B48E168F5D}"/>
                  </a:ext>
                </a:extLst>
              </p:cNvPr>
              <p:cNvSpPr/>
              <p:nvPr/>
            </p:nvSpPr>
            <p:spPr>
              <a:xfrm>
                <a:off x="3639662" y="6505472"/>
                <a:ext cx="6343" cy="6345"/>
              </a:xfrm>
              <a:custGeom>
                <a:avLst/>
                <a:gdLst>
                  <a:gd name="connsiteX0" fmla="*/ 3391 w 6343"/>
                  <a:gd name="connsiteY0" fmla="*/ 6584 h 6345"/>
                  <a:gd name="connsiteX1" fmla="*/ 5634 w 6343"/>
                  <a:gd name="connsiteY1" fmla="*/ 5655 h 6345"/>
                  <a:gd name="connsiteX2" fmla="*/ 6563 w 6343"/>
                  <a:gd name="connsiteY2" fmla="*/ 3411 h 6345"/>
                  <a:gd name="connsiteX3" fmla="*/ 5634 w 6343"/>
                  <a:gd name="connsiteY3" fmla="*/ 1168 h 6345"/>
                  <a:gd name="connsiteX4" fmla="*/ 3391 w 6343"/>
                  <a:gd name="connsiteY4" fmla="*/ 238 h 6345"/>
                  <a:gd name="connsiteX5" fmla="*/ 1149 w 6343"/>
                  <a:gd name="connsiteY5" fmla="*/ 1168 h 6345"/>
                  <a:gd name="connsiteX6" fmla="*/ 220 w 6343"/>
                  <a:gd name="connsiteY6" fmla="*/ 3411 h 6345"/>
                  <a:gd name="connsiteX7" fmla="*/ 1149 w 6343"/>
                  <a:gd name="connsiteY7" fmla="*/ 5655 h 6345"/>
                  <a:gd name="connsiteX8" fmla="*/ 3391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84"/>
                    </a:moveTo>
                    <a:cubicBezTo>
                      <a:pt x="4232" y="6584"/>
                      <a:pt x="5039" y="6250"/>
                      <a:pt x="5634" y="5655"/>
                    </a:cubicBezTo>
                    <a:cubicBezTo>
                      <a:pt x="6229" y="5060"/>
                      <a:pt x="6563" y="4253"/>
                      <a:pt x="6563" y="3411"/>
                    </a:cubicBezTo>
                    <a:cubicBezTo>
                      <a:pt x="6563" y="2570"/>
                      <a:pt x="6229" y="1763"/>
                      <a:pt x="5634" y="1168"/>
                    </a:cubicBezTo>
                    <a:cubicBezTo>
                      <a:pt x="5039" y="573"/>
                      <a:pt x="4232" y="238"/>
                      <a:pt x="3391" y="238"/>
                    </a:cubicBezTo>
                    <a:cubicBezTo>
                      <a:pt x="2550" y="238"/>
                      <a:pt x="1743" y="573"/>
                      <a:pt x="1149" y="1168"/>
                    </a:cubicBezTo>
                    <a:cubicBezTo>
                      <a:pt x="554" y="1763"/>
                      <a:pt x="220" y="2570"/>
                      <a:pt x="220" y="3411"/>
                    </a:cubicBezTo>
                    <a:cubicBezTo>
                      <a:pt x="220" y="4253"/>
                      <a:pt x="554" y="5060"/>
                      <a:pt x="1149" y="5655"/>
                    </a:cubicBezTo>
                    <a:cubicBezTo>
                      <a:pt x="1743" y="6250"/>
                      <a:pt x="2550" y="6584"/>
                      <a:pt x="3391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34" name="Freeform: Shape 2633">
                <a:extLst>
                  <a:ext uri="{FF2B5EF4-FFF2-40B4-BE49-F238E27FC236}">
                    <a16:creationId xmlns:a16="http://schemas.microsoft.com/office/drawing/2014/main" id="{A47614A1-7336-2266-6E17-2DFF913DFDDF}"/>
                  </a:ext>
                </a:extLst>
              </p:cNvPr>
              <p:cNvSpPr/>
              <p:nvPr/>
            </p:nvSpPr>
            <p:spPr>
              <a:xfrm>
                <a:off x="3566726" y="6724105"/>
                <a:ext cx="6343" cy="6345"/>
              </a:xfrm>
              <a:custGeom>
                <a:avLst/>
                <a:gdLst>
                  <a:gd name="connsiteX0" fmla="*/ 3386 w 6343"/>
                  <a:gd name="connsiteY0" fmla="*/ 6601 h 6345"/>
                  <a:gd name="connsiteX1" fmla="*/ 5628 w 6343"/>
                  <a:gd name="connsiteY1" fmla="*/ 5672 h 6345"/>
                  <a:gd name="connsiteX2" fmla="*/ 6557 w 6343"/>
                  <a:gd name="connsiteY2" fmla="*/ 3428 h 6345"/>
                  <a:gd name="connsiteX3" fmla="*/ 5628 w 6343"/>
                  <a:gd name="connsiteY3" fmla="*/ 1185 h 6345"/>
                  <a:gd name="connsiteX4" fmla="*/ 3386 w 6343"/>
                  <a:gd name="connsiteY4" fmla="*/ 256 h 6345"/>
                  <a:gd name="connsiteX5" fmla="*/ 1143 w 6343"/>
                  <a:gd name="connsiteY5" fmla="*/ 1185 h 6345"/>
                  <a:gd name="connsiteX6" fmla="*/ 214 w 6343"/>
                  <a:gd name="connsiteY6" fmla="*/ 3428 h 6345"/>
                  <a:gd name="connsiteX7" fmla="*/ 1143 w 6343"/>
                  <a:gd name="connsiteY7" fmla="*/ 5672 h 6345"/>
                  <a:gd name="connsiteX8" fmla="*/ 3386 w 6343"/>
                  <a:gd name="connsiteY8" fmla="*/ 66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601"/>
                    </a:moveTo>
                    <a:cubicBezTo>
                      <a:pt x="4227" y="6601"/>
                      <a:pt x="5033" y="6267"/>
                      <a:pt x="5628" y="5672"/>
                    </a:cubicBezTo>
                    <a:cubicBezTo>
                      <a:pt x="6223" y="5077"/>
                      <a:pt x="6557" y="4270"/>
                      <a:pt x="6557" y="3428"/>
                    </a:cubicBezTo>
                    <a:cubicBezTo>
                      <a:pt x="6557" y="2587"/>
                      <a:pt x="6223" y="1780"/>
                      <a:pt x="5628" y="1185"/>
                    </a:cubicBezTo>
                    <a:cubicBezTo>
                      <a:pt x="5033" y="590"/>
                      <a:pt x="4227" y="256"/>
                      <a:pt x="3386" y="256"/>
                    </a:cubicBezTo>
                    <a:cubicBezTo>
                      <a:pt x="2544" y="256"/>
                      <a:pt x="1738" y="590"/>
                      <a:pt x="1143" y="1185"/>
                    </a:cubicBezTo>
                    <a:cubicBezTo>
                      <a:pt x="548" y="1780"/>
                      <a:pt x="214" y="2587"/>
                      <a:pt x="214" y="3428"/>
                    </a:cubicBezTo>
                    <a:cubicBezTo>
                      <a:pt x="214" y="4270"/>
                      <a:pt x="548" y="5077"/>
                      <a:pt x="1143" y="5672"/>
                    </a:cubicBezTo>
                    <a:cubicBezTo>
                      <a:pt x="1738" y="6267"/>
                      <a:pt x="2544" y="6601"/>
                      <a:pt x="3386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35" name="Freeform: Shape 2634">
                <a:extLst>
                  <a:ext uri="{FF2B5EF4-FFF2-40B4-BE49-F238E27FC236}">
                    <a16:creationId xmlns:a16="http://schemas.microsoft.com/office/drawing/2014/main" id="{BBD93986-4715-13E8-4C93-54D9E4E1B11F}"/>
                  </a:ext>
                </a:extLst>
              </p:cNvPr>
              <p:cNvSpPr/>
              <p:nvPr/>
            </p:nvSpPr>
            <p:spPr>
              <a:xfrm>
                <a:off x="3560754" y="6721933"/>
                <a:ext cx="6343" cy="6345"/>
              </a:xfrm>
              <a:custGeom>
                <a:avLst/>
                <a:gdLst>
                  <a:gd name="connsiteX0" fmla="*/ 3385 w 6343"/>
                  <a:gd name="connsiteY0" fmla="*/ 6601 h 6345"/>
                  <a:gd name="connsiteX1" fmla="*/ 5628 w 6343"/>
                  <a:gd name="connsiteY1" fmla="*/ 5672 h 6345"/>
                  <a:gd name="connsiteX2" fmla="*/ 6557 w 6343"/>
                  <a:gd name="connsiteY2" fmla="*/ 3428 h 6345"/>
                  <a:gd name="connsiteX3" fmla="*/ 5628 w 6343"/>
                  <a:gd name="connsiteY3" fmla="*/ 1185 h 6345"/>
                  <a:gd name="connsiteX4" fmla="*/ 3385 w 6343"/>
                  <a:gd name="connsiteY4" fmla="*/ 255 h 6345"/>
                  <a:gd name="connsiteX5" fmla="*/ 1142 w 6343"/>
                  <a:gd name="connsiteY5" fmla="*/ 1185 h 6345"/>
                  <a:gd name="connsiteX6" fmla="*/ 214 w 6343"/>
                  <a:gd name="connsiteY6" fmla="*/ 3428 h 6345"/>
                  <a:gd name="connsiteX7" fmla="*/ 1142 w 6343"/>
                  <a:gd name="connsiteY7" fmla="*/ 5672 h 6345"/>
                  <a:gd name="connsiteX8" fmla="*/ 3385 w 6343"/>
                  <a:gd name="connsiteY8" fmla="*/ 66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601"/>
                    </a:moveTo>
                    <a:cubicBezTo>
                      <a:pt x="4226" y="6601"/>
                      <a:pt x="5033" y="6267"/>
                      <a:pt x="5628" y="5672"/>
                    </a:cubicBezTo>
                    <a:cubicBezTo>
                      <a:pt x="6222" y="5077"/>
                      <a:pt x="6557" y="4270"/>
                      <a:pt x="6557" y="3428"/>
                    </a:cubicBezTo>
                    <a:cubicBezTo>
                      <a:pt x="6557" y="2587"/>
                      <a:pt x="6222" y="1780"/>
                      <a:pt x="5628" y="1185"/>
                    </a:cubicBezTo>
                    <a:cubicBezTo>
                      <a:pt x="5033" y="590"/>
                      <a:pt x="4226" y="255"/>
                      <a:pt x="3385" y="255"/>
                    </a:cubicBezTo>
                    <a:cubicBezTo>
                      <a:pt x="2544" y="255"/>
                      <a:pt x="1737" y="590"/>
                      <a:pt x="1142" y="1185"/>
                    </a:cubicBezTo>
                    <a:cubicBezTo>
                      <a:pt x="548" y="1780"/>
                      <a:pt x="214" y="2587"/>
                      <a:pt x="214" y="3428"/>
                    </a:cubicBezTo>
                    <a:cubicBezTo>
                      <a:pt x="214" y="4270"/>
                      <a:pt x="548" y="5077"/>
                      <a:pt x="1142" y="5672"/>
                    </a:cubicBezTo>
                    <a:cubicBezTo>
                      <a:pt x="1737" y="6267"/>
                      <a:pt x="2544" y="6601"/>
                      <a:pt x="3385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36" name="Freeform: Shape 2635">
                <a:extLst>
                  <a:ext uri="{FF2B5EF4-FFF2-40B4-BE49-F238E27FC236}">
                    <a16:creationId xmlns:a16="http://schemas.microsoft.com/office/drawing/2014/main" id="{622C7731-A221-A8CE-8D4C-A92272F0B0D7}"/>
                  </a:ext>
                </a:extLst>
              </p:cNvPr>
              <p:cNvSpPr/>
              <p:nvPr/>
            </p:nvSpPr>
            <p:spPr>
              <a:xfrm>
                <a:off x="3600999" y="6576898"/>
                <a:ext cx="6343" cy="6345"/>
              </a:xfrm>
              <a:custGeom>
                <a:avLst/>
                <a:gdLst>
                  <a:gd name="connsiteX0" fmla="*/ 3388 w 6343"/>
                  <a:gd name="connsiteY0" fmla="*/ 6589 h 6345"/>
                  <a:gd name="connsiteX1" fmla="*/ 5631 w 6343"/>
                  <a:gd name="connsiteY1" fmla="*/ 5660 h 6345"/>
                  <a:gd name="connsiteX2" fmla="*/ 6560 w 6343"/>
                  <a:gd name="connsiteY2" fmla="*/ 3417 h 6345"/>
                  <a:gd name="connsiteX3" fmla="*/ 5631 w 6343"/>
                  <a:gd name="connsiteY3" fmla="*/ 1173 h 6345"/>
                  <a:gd name="connsiteX4" fmla="*/ 3388 w 6343"/>
                  <a:gd name="connsiteY4" fmla="*/ 244 h 6345"/>
                  <a:gd name="connsiteX5" fmla="*/ 1146 w 6343"/>
                  <a:gd name="connsiteY5" fmla="*/ 1173 h 6345"/>
                  <a:gd name="connsiteX6" fmla="*/ 217 w 6343"/>
                  <a:gd name="connsiteY6" fmla="*/ 3417 h 6345"/>
                  <a:gd name="connsiteX7" fmla="*/ 1146 w 6343"/>
                  <a:gd name="connsiteY7" fmla="*/ 5660 h 6345"/>
                  <a:gd name="connsiteX8" fmla="*/ 3388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89"/>
                    </a:moveTo>
                    <a:cubicBezTo>
                      <a:pt x="4229" y="6589"/>
                      <a:pt x="5036" y="6255"/>
                      <a:pt x="5631" y="5660"/>
                    </a:cubicBezTo>
                    <a:cubicBezTo>
                      <a:pt x="6226" y="5065"/>
                      <a:pt x="6560" y="4258"/>
                      <a:pt x="6560" y="3417"/>
                    </a:cubicBezTo>
                    <a:cubicBezTo>
                      <a:pt x="6560" y="2575"/>
                      <a:pt x="6226" y="1768"/>
                      <a:pt x="5631" y="1173"/>
                    </a:cubicBezTo>
                    <a:cubicBezTo>
                      <a:pt x="5036" y="578"/>
                      <a:pt x="4229" y="244"/>
                      <a:pt x="3388" y="244"/>
                    </a:cubicBezTo>
                    <a:cubicBezTo>
                      <a:pt x="2547" y="244"/>
                      <a:pt x="1740" y="578"/>
                      <a:pt x="1146" y="1173"/>
                    </a:cubicBezTo>
                    <a:cubicBezTo>
                      <a:pt x="551" y="1768"/>
                      <a:pt x="217" y="2575"/>
                      <a:pt x="217" y="3417"/>
                    </a:cubicBezTo>
                    <a:cubicBezTo>
                      <a:pt x="217" y="4258"/>
                      <a:pt x="551" y="5065"/>
                      <a:pt x="1146" y="5660"/>
                    </a:cubicBezTo>
                    <a:cubicBezTo>
                      <a:pt x="1740" y="6255"/>
                      <a:pt x="2547" y="6589"/>
                      <a:pt x="3388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37" name="Freeform: Shape 2636">
                <a:extLst>
                  <a:ext uri="{FF2B5EF4-FFF2-40B4-BE49-F238E27FC236}">
                    <a16:creationId xmlns:a16="http://schemas.microsoft.com/office/drawing/2014/main" id="{489C0668-6CCE-E77F-1F59-EDED87A2A3E5}"/>
                  </a:ext>
                </a:extLst>
              </p:cNvPr>
              <p:cNvSpPr/>
              <p:nvPr/>
            </p:nvSpPr>
            <p:spPr>
              <a:xfrm>
                <a:off x="3548335" y="6719065"/>
                <a:ext cx="6343" cy="6345"/>
              </a:xfrm>
              <a:custGeom>
                <a:avLst/>
                <a:gdLst>
                  <a:gd name="connsiteX0" fmla="*/ 3384 w 6343"/>
                  <a:gd name="connsiteY0" fmla="*/ 6601 h 6345"/>
                  <a:gd name="connsiteX1" fmla="*/ 5627 w 6343"/>
                  <a:gd name="connsiteY1" fmla="*/ 5671 h 6345"/>
                  <a:gd name="connsiteX2" fmla="*/ 6556 w 6343"/>
                  <a:gd name="connsiteY2" fmla="*/ 3428 h 6345"/>
                  <a:gd name="connsiteX3" fmla="*/ 5627 w 6343"/>
                  <a:gd name="connsiteY3" fmla="*/ 1185 h 6345"/>
                  <a:gd name="connsiteX4" fmla="*/ 3384 w 6343"/>
                  <a:gd name="connsiteY4" fmla="*/ 255 h 6345"/>
                  <a:gd name="connsiteX5" fmla="*/ 1141 w 6343"/>
                  <a:gd name="connsiteY5" fmla="*/ 1185 h 6345"/>
                  <a:gd name="connsiteX6" fmla="*/ 213 w 6343"/>
                  <a:gd name="connsiteY6" fmla="*/ 3428 h 6345"/>
                  <a:gd name="connsiteX7" fmla="*/ 1141 w 6343"/>
                  <a:gd name="connsiteY7" fmla="*/ 5671 h 6345"/>
                  <a:gd name="connsiteX8" fmla="*/ 3384 w 6343"/>
                  <a:gd name="connsiteY8" fmla="*/ 66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601"/>
                    </a:moveTo>
                    <a:cubicBezTo>
                      <a:pt x="4225" y="6601"/>
                      <a:pt x="5032" y="6266"/>
                      <a:pt x="5627" y="5671"/>
                    </a:cubicBezTo>
                    <a:cubicBezTo>
                      <a:pt x="6221" y="5076"/>
                      <a:pt x="6556" y="4269"/>
                      <a:pt x="6556" y="3428"/>
                    </a:cubicBezTo>
                    <a:cubicBezTo>
                      <a:pt x="6556" y="2587"/>
                      <a:pt x="6221" y="1780"/>
                      <a:pt x="5627" y="1185"/>
                    </a:cubicBezTo>
                    <a:cubicBezTo>
                      <a:pt x="5032" y="590"/>
                      <a:pt x="4225" y="255"/>
                      <a:pt x="3384" y="255"/>
                    </a:cubicBezTo>
                    <a:cubicBezTo>
                      <a:pt x="2543" y="255"/>
                      <a:pt x="1736" y="590"/>
                      <a:pt x="1141" y="1185"/>
                    </a:cubicBezTo>
                    <a:cubicBezTo>
                      <a:pt x="547" y="1780"/>
                      <a:pt x="213" y="2587"/>
                      <a:pt x="213" y="3428"/>
                    </a:cubicBezTo>
                    <a:cubicBezTo>
                      <a:pt x="213" y="4269"/>
                      <a:pt x="547" y="5076"/>
                      <a:pt x="1141" y="5671"/>
                    </a:cubicBezTo>
                    <a:cubicBezTo>
                      <a:pt x="1736" y="6266"/>
                      <a:pt x="2543" y="6601"/>
                      <a:pt x="3384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38" name="Freeform: Shape 2637">
                <a:extLst>
                  <a:ext uri="{FF2B5EF4-FFF2-40B4-BE49-F238E27FC236}">
                    <a16:creationId xmlns:a16="http://schemas.microsoft.com/office/drawing/2014/main" id="{6ABBD254-839C-B7F3-0F6A-545093A27CFF}"/>
                  </a:ext>
                </a:extLst>
              </p:cNvPr>
              <p:cNvSpPr/>
              <p:nvPr/>
            </p:nvSpPr>
            <p:spPr>
              <a:xfrm>
                <a:off x="3590882" y="6572953"/>
                <a:ext cx="6343" cy="6345"/>
              </a:xfrm>
              <a:custGeom>
                <a:avLst/>
                <a:gdLst>
                  <a:gd name="connsiteX0" fmla="*/ 3387 w 6343"/>
                  <a:gd name="connsiteY0" fmla="*/ 6589 h 6345"/>
                  <a:gd name="connsiteX1" fmla="*/ 5630 w 6343"/>
                  <a:gd name="connsiteY1" fmla="*/ 5660 h 6345"/>
                  <a:gd name="connsiteX2" fmla="*/ 6559 w 6343"/>
                  <a:gd name="connsiteY2" fmla="*/ 3416 h 6345"/>
                  <a:gd name="connsiteX3" fmla="*/ 5630 w 6343"/>
                  <a:gd name="connsiteY3" fmla="*/ 1173 h 6345"/>
                  <a:gd name="connsiteX4" fmla="*/ 3387 w 6343"/>
                  <a:gd name="connsiteY4" fmla="*/ 244 h 6345"/>
                  <a:gd name="connsiteX5" fmla="*/ 1145 w 6343"/>
                  <a:gd name="connsiteY5" fmla="*/ 1173 h 6345"/>
                  <a:gd name="connsiteX6" fmla="*/ 216 w 6343"/>
                  <a:gd name="connsiteY6" fmla="*/ 3416 h 6345"/>
                  <a:gd name="connsiteX7" fmla="*/ 1145 w 6343"/>
                  <a:gd name="connsiteY7" fmla="*/ 5660 h 6345"/>
                  <a:gd name="connsiteX8" fmla="*/ 3387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89"/>
                    </a:moveTo>
                    <a:cubicBezTo>
                      <a:pt x="4229" y="6589"/>
                      <a:pt x="5035" y="6255"/>
                      <a:pt x="5630" y="5660"/>
                    </a:cubicBezTo>
                    <a:cubicBezTo>
                      <a:pt x="6225" y="5065"/>
                      <a:pt x="6559" y="4258"/>
                      <a:pt x="6559" y="3416"/>
                    </a:cubicBezTo>
                    <a:cubicBezTo>
                      <a:pt x="6559" y="2575"/>
                      <a:pt x="6225" y="1768"/>
                      <a:pt x="5630" y="1173"/>
                    </a:cubicBezTo>
                    <a:cubicBezTo>
                      <a:pt x="5035" y="578"/>
                      <a:pt x="4229" y="244"/>
                      <a:pt x="3387" y="244"/>
                    </a:cubicBezTo>
                    <a:cubicBezTo>
                      <a:pt x="2546" y="244"/>
                      <a:pt x="1740" y="578"/>
                      <a:pt x="1145" y="1173"/>
                    </a:cubicBezTo>
                    <a:cubicBezTo>
                      <a:pt x="550" y="1768"/>
                      <a:pt x="216" y="2575"/>
                      <a:pt x="216" y="3416"/>
                    </a:cubicBezTo>
                    <a:cubicBezTo>
                      <a:pt x="216" y="4258"/>
                      <a:pt x="550" y="5065"/>
                      <a:pt x="1145" y="5660"/>
                    </a:cubicBezTo>
                    <a:cubicBezTo>
                      <a:pt x="1740" y="6255"/>
                      <a:pt x="2546" y="6589"/>
                      <a:pt x="3387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39" name="Freeform: Shape 2638">
                <a:extLst>
                  <a:ext uri="{FF2B5EF4-FFF2-40B4-BE49-F238E27FC236}">
                    <a16:creationId xmlns:a16="http://schemas.microsoft.com/office/drawing/2014/main" id="{FA06E44D-06EF-0053-EE60-6D86247640E7}"/>
                  </a:ext>
                </a:extLst>
              </p:cNvPr>
              <p:cNvSpPr/>
              <p:nvPr/>
            </p:nvSpPr>
            <p:spPr>
              <a:xfrm>
                <a:off x="3585333" y="6572421"/>
                <a:ext cx="6343" cy="6345"/>
              </a:xfrm>
              <a:custGeom>
                <a:avLst/>
                <a:gdLst>
                  <a:gd name="connsiteX0" fmla="*/ 3387 w 6343"/>
                  <a:gd name="connsiteY0" fmla="*/ 6589 h 6345"/>
                  <a:gd name="connsiteX1" fmla="*/ 5630 w 6343"/>
                  <a:gd name="connsiteY1" fmla="*/ 5660 h 6345"/>
                  <a:gd name="connsiteX2" fmla="*/ 6559 w 6343"/>
                  <a:gd name="connsiteY2" fmla="*/ 3416 h 6345"/>
                  <a:gd name="connsiteX3" fmla="*/ 5630 w 6343"/>
                  <a:gd name="connsiteY3" fmla="*/ 1173 h 6345"/>
                  <a:gd name="connsiteX4" fmla="*/ 3387 w 6343"/>
                  <a:gd name="connsiteY4" fmla="*/ 244 h 6345"/>
                  <a:gd name="connsiteX5" fmla="*/ 1144 w 6343"/>
                  <a:gd name="connsiteY5" fmla="*/ 1173 h 6345"/>
                  <a:gd name="connsiteX6" fmla="*/ 215 w 6343"/>
                  <a:gd name="connsiteY6" fmla="*/ 3416 h 6345"/>
                  <a:gd name="connsiteX7" fmla="*/ 1144 w 6343"/>
                  <a:gd name="connsiteY7" fmla="*/ 5660 h 6345"/>
                  <a:gd name="connsiteX8" fmla="*/ 3387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89"/>
                    </a:moveTo>
                    <a:cubicBezTo>
                      <a:pt x="4228" y="6589"/>
                      <a:pt x="5035" y="6255"/>
                      <a:pt x="5630" y="5660"/>
                    </a:cubicBezTo>
                    <a:cubicBezTo>
                      <a:pt x="6224" y="5065"/>
                      <a:pt x="6559" y="4258"/>
                      <a:pt x="6559" y="3416"/>
                    </a:cubicBezTo>
                    <a:cubicBezTo>
                      <a:pt x="6559" y="2575"/>
                      <a:pt x="6224" y="1768"/>
                      <a:pt x="5630" y="1173"/>
                    </a:cubicBezTo>
                    <a:cubicBezTo>
                      <a:pt x="5035" y="578"/>
                      <a:pt x="4228" y="244"/>
                      <a:pt x="3387" y="244"/>
                    </a:cubicBezTo>
                    <a:cubicBezTo>
                      <a:pt x="2546" y="244"/>
                      <a:pt x="1739" y="578"/>
                      <a:pt x="1144" y="1173"/>
                    </a:cubicBezTo>
                    <a:cubicBezTo>
                      <a:pt x="550" y="1768"/>
                      <a:pt x="215" y="2575"/>
                      <a:pt x="215" y="3416"/>
                    </a:cubicBezTo>
                    <a:cubicBezTo>
                      <a:pt x="215" y="4258"/>
                      <a:pt x="550" y="5065"/>
                      <a:pt x="1144" y="5660"/>
                    </a:cubicBezTo>
                    <a:cubicBezTo>
                      <a:pt x="1739" y="6255"/>
                      <a:pt x="2546" y="6589"/>
                      <a:pt x="3387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40" name="Freeform: Shape 2639">
                <a:extLst>
                  <a:ext uri="{FF2B5EF4-FFF2-40B4-BE49-F238E27FC236}">
                    <a16:creationId xmlns:a16="http://schemas.microsoft.com/office/drawing/2014/main" id="{A3E4F8D3-5A64-554D-EA93-EF082A3EE380}"/>
                  </a:ext>
                </a:extLst>
              </p:cNvPr>
              <p:cNvSpPr/>
              <p:nvPr/>
            </p:nvSpPr>
            <p:spPr>
              <a:xfrm>
                <a:off x="3582772" y="6547346"/>
                <a:ext cx="6343" cy="6345"/>
              </a:xfrm>
              <a:custGeom>
                <a:avLst/>
                <a:gdLst>
                  <a:gd name="connsiteX0" fmla="*/ 3387 w 6343"/>
                  <a:gd name="connsiteY0" fmla="*/ 6587 h 6345"/>
                  <a:gd name="connsiteX1" fmla="*/ 5629 w 6343"/>
                  <a:gd name="connsiteY1" fmla="*/ 5658 h 6345"/>
                  <a:gd name="connsiteX2" fmla="*/ 6558 w 6343"/>
                  <a:gd name="connsiteY2" fmla="*/ 3414 h 6345"/>
                  <a:gd name="connsiteX3" fmla="*/ 5629 w 6343"/>
                  <a:gd name="connsiteY3" fmla="*/ 1171 h 6345"/>
                  <a:gd name="connsiteX4" fmla="*/ 3387 w 6343"/>
                  <a:gd name="connsiteY4" fmla="*/ 242 h 6345"/>
                  <a:gd name="connsiteX5" fmla="*/ 1144 w 6343"/>
                  <a:gd name="connsiteY5" fmla="*/ 1171 h 6345"/>
                  <a:gd name="connsiteX6" fmla="*/ 215 w 6343"/>
                  <a:gd name="connsiteY6" fmla="*/ 3414 h 6345"/>
                  <a:gd name="connsiteX7" fmla="*/ 1144 w 6343"/>
                  <a:gd name="connsiteY7" fmla="*/ 5658 h 6345"/>
                  <a:gd name="connsiteX8" fmla="*/ 3387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87"/>
                    </a:moveTo>
                    <a:cubicBezTo>
                      <a:pt x="4228" y="6587"/>
                      <a:pt x="5035" y="6253"/>
                      <a:pt x="5629" y="5658"/>
                    </a:cubicBezTo>
                    <a:cubicBezTo>
                      <a:pt x="6224" y="5063"/>
                      <a:pt x="6558" y="4256"/>
                      <a:pt x="6558" y="3414"/>
                    </a:cubicBezTo>
                    <a:cubicBezTo>
                      <a:pt x="6558" y="2573"/>
                      <a:pt x="6224" y="1766"/>
                      <a:pt x="5629" y="1171"/>
                    </a:cubicBezTo>
                    <a:cubicBezTo>
                      <a:pt x="5035" y="576"/>
                      <a:pt x="4228" y="242"/>
                      <a:pt x="3387" y="242"/>
                    </a:cubicBezTo>
                    <a:cubicBezTo>
                      <a:pt x="2546" y="242"/>
                      <a:pt x="1739" y="576"/>
                      <a:pt x="1144" y="1171"/>
                    </a:cubicBezTo>
                    <a:cubicBezTo>
                      <a:pt x="549" y="1766"/>
                      <a:pt x="215" y="2573"/>
                      <a:pt x="215" y="3414"/>
                    </a:cubicBezTo>
                    <a:cubicBezTo>
                      <a:pt x="215" y="4256"/>
                      <a:pt x="549" y="5063"/>
                      <a:pt x="1144" y="5658"/>
                    </a:cubicBezTo>
                    <a:cubicBezTo>
                      <a:pt x="1739" y="6253"/>
                      <a:pt x="2546" y="6587"/>
                      <a:pt x="3387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41" name="Freeform: Shape 2640">
                <a:extLst>
                  <a:ext uri="{FF2B5EF4-FFF2-40B4-BE49-F238E27FC236}">
                    <a16:creationId xmlns:a16="http://schemas.microsoft.com/office/drawing/2014/main" id="{29029484-ED3F-8DA8-6168-6F4610652630}"/>
                  </a:ext>
                </a:extLst>
              </p:cNvPr>
              <p:cNvSpPr/>
              <p:nvPr/>
            </p:nvSpPr>
            <p:spPr>
              <a:xfrm>
                <a:off x="3579414" y="6541120"/>
                <a:ext cx="6343" cy="6345"/>
              </a:xfrm>
              <a:custGeom>
                <a:avLst/>
                <a:gdLst>
                  <a:gd name="connsiteX0" fmla="*/ 3387 w 6343"/>
                  <a:gd name="connsiteY0" fmla="*/ 6587 h 6345"/>
                  <a:gd name="connsiteX1" fmla="*/ 5629 w 6343"/>
                  <a:gd name="connsiteY1" fmla="*/ 5657 h 6345"/>
                  <a:gd name="connsiteX2" fmla="*/ 6558 w 6343"/>
                  <a:gd name="connsiteY2" fmla="*/ 3414 h 6345"/>
                  <a:gd name="connsiteX3" fmla="*/ 5629 w 6343"/>
                  <a:gd name="connsiteY3" fmla="*/ 1171 h 6345"/>
                  <a:gd name="connsiteX4" fmla="*/ 3387 w 6343"/>
                  <a:gd name="connsiteY4" fmla="*/ 241 h 6345"/>
                  <a:gd name="connsiteX5" fmla="*/ 1144 w 6343"/>
                  <a:gd name="connsiteY5" fmla="*/ 1171 h 6345"/>
                  <a:gd name="connsiteX6" fmla="*/ 215 w 6343"/>
                  <a:gd name="connsiteY6" fmla="*/ 3414 h 6345"/>
                  <a:gd name="connsiteX7" fmla="*/ 1144 w 6343"/>
                  <a:gd name="connsiteY7" fmla="*/ 5657 h 6345"/>
                  <a:gd name="connsiteX8" fmla="*/ 3387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87"/>
                    </a:moveTo>
                    <a:cubicBezTo>
                      <a:pt x="4228" y="6587"/>
                      <a:pt x="5034" y="6252"/>
                      <a:pt x="5629" y="5657"/>
                    </a:cubicBezTo>
                    <a:cubicBezTo>
                      <a:pt x="6224" y="5062"/>
                      <a:pt x="6558" y="4255"/>
                      <a:pt x="6558" y="3414"/>
                    </a:cubicBezTo>
                    <a:cubicBezTo>
                      <a:pt x="6558" y="2573"/>
                      <a:pt x="6224" y="1765"/>
                      <a:pt x="5629" y="1171"/>
                    </a:cubicBezTo>
                    <a:cubicBezTo>
                      <a:pt x="5034" y="576"/>
                      <a:pt x="4228" y="241"/>
                      <a:pt x="3387" y="241"/>
                    </a:cubicBezTo>
                    <a:cubicBezTo>
                      <a:pt x="2545" y="241"/>
                      <a:pt x="1739" y="576"/>
                      <a:pt x="1144" y="1171"/>
                    </a:cubicBezTo>
                    <a:cubicBezTo>
                      <a:pt x="549" y="1765"/>
                      <a:pt x="215" y="2573"/>
                      <a:pt x="215" y="3414"/>
                    </a:cubicBezTo>
                    <a:cubicBezTo>
                      <a:pt x="215" y="4255"/>
                      <a:pt x="549" y="5062"/>
                      <a:pt x="1144" y="5657"/>
                    </a:cubicBezTo>
                    <a:cubicBezTo>
                      <a:pt x="1739" y="6252"/>
                      <a:pt x="2545" y="6587"/>
                      <a:pt x="3387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42" name="Freeform: Shape 2641">
                <a:extLst>
                  <a:ext uri="{FF2B5EF4-FFF2-40B4-BE49-F238E27FC236}">
                    <a16:creationId xmlns:a16="http://schemas.microsoft.com/office/drawing/2014/main" id="{E2444F59-51F6-793F-0AF3-5EF830A4B72E}"/>
                  </a:ext>
                </a:extLst>
              </p:cNvPr>
              <p:cNvSpPr/>
              <p:nvPr/>
            </p:nvSpPr>
            <p:spPr>
              <a:xfrm>
                <a:off x="3574313" y="6539748"/>
                <a:ext cx="6343" cy="6345"/>
              </a:xfrm>
              <a:custGeom>
                <a:avLst/>
                <a:gdLst>
                  <a:gd name="connsiteX0" fmla="*/ 3386 w 6343"/>
                  <a:gd name="connsiteY0" fmla="*/ 6587 h 6345"/>
                  <a:gd name="connsiteX1" fmla="*/ 5629 w 6343"/>
                  <a:gd name="connsiteY1" fmla="*/ 5657 h 6345"/>
                  <a:gd name="connsiteX2" fmla="*/ 6558 w 6343"/>
                  <a:gd name="connsiteY2" fmla="*/ 3414 h 6345"/>
                  <a:gd name="connsiteX3" fmla="*/ 5629 w 6343"/>
                  <a:gd name="connsiteY3" fmla="*/ 1170 h 6345"/>
                  <a:gd name="connsiteX4" fmla="*/ 3386 w 6343"/>
                  <a:gd name="connsiteY4" fmla="*/ 241 h 6345"/>
                  <a:gd name="connsiteX5" fmla="*/ 1143 w 6343"/>
                  <a:gd name="connsiteY5" fmla="*/ 1170 h 6345"/>
                  <a:gd name="connsiteX6" fmla="*/ 215 w 6343"/>
                  <a:gd name="connsiteY6" fmla="*/ 3414 h 6345"/>
                  <a:gd name="connsiteX7" fmla="*/ 1143 w 6343"/>
                  <a:gd name="connsiteY7" fmla="*/ 5657 h 6345"/>
                  <a:gd name="connsiteX8" fmla="*/ 3386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87"/>
                    </a:moveTo>
                    <a:cubicBezTo>
                      <a:pt x="4227" y="6587"/>
                      <a:pt x="5034" y="6252"/>
                      <a:pt x="5629" y="5657"/>
                    </a:cubicBezTo>
                    <a:cubicBezTo>
                      <a:pt x="6224" y="5062"/>
                      <a:pt x="6558" y="4255"/>
                      <a:pt x="6558" y="3414"/>
                    </a:cubicBezTo>
                    <a:cubicBezTo>
                      <a:pt x="6558" y="2572"/>
                      <a:pt x="6224" y="1765"/>
                      <a:pt x="5629" y="1170"/>
                    </a:cubicBezTo>
                    <a:cubicBezTo>
                      <a:pt x="5034" y="575"/>
                      <a:pt x="4227" y="241"/>
                      <a:pt x="3386" y="241"/>
                    </a:cubicBezTo>
                    <a:cubicBezTo>
                      <a:pt x="2545" y="241"/>
                      <a:pt x="1738" y="575"/>
                      <a:pt x="1143" y="1170"/>
                    </a:cubicBezTo>
                    <a:cubicBezTo>
                      <a:pt x="549" y="1765"/>
                      <a:pt x="215" y="2572"/>
                      <a:pt x="215" y="3414"/>
                    </a:cubicBezTo>
                    <a:cubicBezTo>
                      <a:pt x="215" y="4255"/>
                      <a:pt x="549" y="5062"/>
                      <a:pt x="1143" y="5657"/>
                    </a:cubicBezTo>
                    <a:cubicBezTo>
                      <a:pt x="1738" y="6252"/>
                      <a:pt x="2545" y="6587"/>
                      <a:pt x="3386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43" name="Freeform: Shape 2642">
                <a:extLst>
                  <a:ext uri="{FF2B5EF4-FFF2-40B4-BE49-F238E27FC236}">
                    <a16:creationId xmlns:a16="http://schemas.microsoft.com/office/drawing/2014/main" id="{799B01DB-4086-2A6A-4CC9-17105A75EA9B}"/>
                  </a:ext>
                </a:extLst>
              </p:cNvPr>
              <p:cNvSpPr/>
              <p:nvPr/>
            </p:nvSpPr>
            <p:spPr>
              <a:xfrm>
                <a:off x="3569285" y="6538167"/>
                <a:ext cx="6343" cy="6345"/>
              </a:xfrm>
              <a:custGeom>
                <a:avLst/>
                <a:gdLst>
                  <a:gd name="connsiteX0" fmla="*/ 3386 w 6343"/>
                  <a:gd name="connsiteY0" fmla="*/ 6586 h 6345"/>
                  <a:gd name="connsiteX1" fmla="*/ 5628 w 6343"/>
                  <a:gd name="connsiteY1" fmla="*/ 5657 h 6345"/>
                  <a:gd name="connsiteX2" fmla="*/ 6557 w 6343"/>
                  <a:gd name="connsiteY2" fmla="*/ 3414 h 6345"/>
                  <a:gd name="connsiteX3" fmla="*/ 5628 w 6343"/>
                  <a:gd name="connsiteY3" fmla="*/ 1170 h 6345"/>
                  <a:gd name="connsiteX4" fmla="*/ 3386 w 6343"/>
                  <a:gd name="connsiteY4" fmla="*/ 241 h 6345"/>
                  <a:gd name="connsiteX5" fmla="*/ 1143 w 6343"/>
                  <a:gd name="connsiteY5" fmla="*/ 1170 h 6345"/>
                  <a:gd name="connsiteX6" fmla="*/ 214 w 6343"/>
                  <a:gd name="connsiteY6" fmla="*/ 3414 h 6345"/>
                  <a:gd name="connsiteX7" fmla="*/ 1143 w 6343"/>
                  <a:gd name="connsiteY7" fmla="*/ 5657 h 6345"/>
                  <a:gd name="connsiteX8" fmla="*/ 3386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86"/>
                    </a:moveTo>
                    <a:cubicBezTo>
                      <a:pt x="4227" y="6586"/>
                      <a:pt x="5034" y="6252"/>
                      <a:pt x="5628" y="5657"/>
                    </a:cubicBezTo>
                    <a:cubicBezTo>
                      <a:pt x="6223" y="5062"/>
                      <a:pt x="6557" y="4255"/>
                      <a:pt x="6557" y="3414"/>
                    </a:cubicBezTo>
                    <a:cubicBezTo>
                      <a:pt x="6557" y="2572"/>
                      <a:pt x="6223" y="1765"/>
                      <a:pt x="5628" y="1170"/>
                    </a:cubicBezTo>
                    <a:cubicBezTo>
                      <a:pt x="5034" y="575"/>
                      <a:pt x="4227" y="241"/>
                      <a:pt x="3386" y="241"/>
                    </a:cubicBezTo>
                    <a:cubicBezTo>
                      <a:pt x="2545" y="241"/>
                      <a:pt x="1738" y="575"/>
                      <a:pt x="1143" y="1170"/>
                    </a:cubicBezTo>
                    <a:cubicBezTo>
                      <a:pt x="548" y="1765"/>
                      <a:pt x="214" y="2572"/>
                      <a:pt x="214" y="3414"/>
                    </a:cubicBezTo>
                    <a:cubicBezTo>
                      <a:pt x="214" y="4255"/>
                      <a:pt x="548" y="5062"/>
                      <a:pt x="1143" y="5657"/>
                    </a:cubicBezTo>
                    <a:cubicBezTo>
                      <a:pt x="1738" y="6252"/>
                      <a:pt x="2545" y="6586"/>
                      <a:pt x="3386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44" name="Freeform: Shape 2643">
                <a:extLst>
                  <a:ext uri="{FF2B5EF4-FFF2-40B4-BE49-F238E27FC236}">
                    <a16:creationId xmlns:a16="http://schemas.microsoft.com/office/drawing/2014/main" id="{5A0F56A0-FAC4-17F7-A77C-CB7BFA89BCD3}"/>
                  </a:ext>
                </a:extLst>
              </p:cNvPr>
              <p:cNvSpPr/>
              <p:nvPr/>
            </p:nvSpPr>
            <p:spPr>
              <a:xfrm>
                <a:off x="3564196" y="6536731"/>
                <a:ext cx="6343" cy="6345"/>
              </a:xfrm>
              <a:custGeom>
                <a:avLst/>
                <a:gdLst>
                  <a:gd name="connsiteX0" fmla="*/ 3385 w 6343"/>
                  <a:gd name="connsiteY0" fmla="*/ 6586 h 6345"/>
                  <a:gd name="connsiteX1" fmla="*/ 5628 w 6343"/>
                  <a:gd name="connsiteY1" fmla="*/ 5657 h 6345"/>
                  <a:gd name="connsiteX2" fmla="*/ 6557 w 6343"/>
                  <a:gd name="connsiteY2" fmla="*/ 3414 h 6345"/>
                  <a:gd name="connsiteX3" fmla="*/ 5628 w 6343"/>
                  <a:gd name="connsiteY3" fmla="*/ 1170 h 6345"/>
                  <a:gd name="connsiteX4" fmla="*/ 3385 w 6343"/>
                  <a:gd name="connsiteY4" fmla="*/ 241 h 6345"/>
                  <a:gd name="connsiteX5" fmla="*/ 1143 w 6343"/>
                  <a:gd name="connsiteY5" fmla="*/ 1170 h 6345"/>
                  <a:gd name="connsiteX6" fmla="*/ 214 w 6343"/>
                  <a:gd name="connsiteY6" fmla="*/ 3414 h 6345"/>
                  <a:gd name="connsiteX7" fmla="*/ 1143 w 6343"/>
                  <a:gd name="connsiteY7" fmla="*/ 5657 h 6345"/>
                  <a:gd name="connsiteX8" fmla="*/ 3385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86"/>
                    </a:moveTo>
                    <a:cubicBezTo>
                      <a:pt x="4226" y="6586"/>
                      <a:pt x="5033" y="6252"/>
                      <a:pt x="5628" y="5657"/>
                    </a:cubicBezTo>
                    <a:cubicBezTo>
                      <a:pt x="6223" y="5062"/>
                      <a:pt x="6557" y="4255"/>
                      <a:pt x="6557" y="3414"/>
                    </a:cubicBezTo>
                    <a:cubicBezTo>
                      <a:pt x="6557" y="2572"/>
                      <a:pt x="6223" y="1765"/>
                      <a:pt x="5628" y="1170"/>
                    </a:cubicBezTo>
                    <a:cubicBezTo>
                      <a:pt x="5033" y="575"/>
                      <a:pt x="4226" y="241"/>
                      <a:pt x="3385" y="241"/>
                    </a:cubicBezTo>
                    <a:cubicBezTo>
                      <a:pt x="2544" y="241"/>
                      <a:pt x="1737" y="575"/>
                      <a:pt x="1143" y="1170"/>
                    </a:cubicBezTo>
                    <a:cubicBezTo>
                      <a:pt x="548" y="1765"/>
                      <a:pt x="214" y="2572"/>
                      <a:pt x="214" y="3414"/>
                    </a:cubicBezTo>
                    <a:cubicBezTo>
                      <a:pt x="214" y="4255"/>
                      <a:pt x="548" y="5062"/>
                      <a:pt x="1143" y="5657"/>
                    </a:cubicBezTo>
                    <a:cubicBezTo>
                      <a:pt x="1737" y="6252"/>
                      <a:pt x="2544" y="6586"/>
                      <a:pt x="3385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45" name="Freeform: Shape 2644">
                <a:extLst>
                  <a:ext uri="{FF2B5EF4-FFF2-40B4-BE49-F238E27FC236}">
                    <a16:creationId xmlns:a16="http://schemas.microsoft.com/office/drawing/2014/main" id="{2181F3A2-BFD8-7B9D-D3A2-2D2E35FF7B22}"/>
                  </a:ext>
                </a:extLst>
              </p:cNvPr>
              <p:cNvSpPr/>
              <p:nvPr/>
            </p:nvSpPr>
            <p:spPr>
              <a:xfrm>
                <a:off x="3557861" y="6538455"/>
                <a:ext cx="6343" cy="6345"/>
              </a:xfrm>
              <a:custGeom>
                <a:avLst/>
                <a:gdLst>
                  <a:gd name="connsiteX0" fmla="*/ 3385 w 6343"/>
                  <a:gd name="connsiteY0" fmla="*/ 6586 h 6345"/>
                  <a:gd name="connsiteX1" fmla="*/ 5627 w 6343"/>
                  <a:gd name="connsiteY1" fmla="*/ 5657 h 6345"/>
                  <a:gd name="connsiteX2" fmla="*/ 6556 w 6343"/>
                  <a:gd name="connsiteY2" fmla="*/ 3414 h 6345"/>
                  <a:gd name="connsiteX3" fmla="*/ 5627 w 6343"/>
                  <a:gd name="connsiteY3" fmla="*/ 1170 h 6345"/>
                  <a:gd name="connsiteX4" fmla="*/ 3385 w 6343"/>
                  <a:gd name="connsiteY4" fmla="*/ 241 h 6345"/>
                  <a:gd name="connsiteX5" fmla="*/ 1142 w 6343"/>
                  <a:gd name="connsiteY5" fmla="*/ 1170 h 6345"/>
                  <a:gd name="connsiteX6" fmla="*/ 213 w 6343"/>
                  <a:gd name="connsiteY6" fmla="*/ 3414 h 6345"/>
                  <a:gd name="connsiteX7" fmla="*/ 1142 w 6343"/>
                  <a:gd name="connsiteY7" fmla="*/ 5657 h 6345"/>
                  <a:gd name="connsiteX8" fmla="*/ 3385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86"/>
                    </a:moveTo>
                    <a:cubicBezTo>
                      <a:pt x="4226" y="6586"/>
                      <a:pt x="5033" y="6252"/>
                      <a:pt x="5627" y="5657"/>
                    </a:cubicBezTo>
                    <a:cubicBezTo>
                      <a:pt x="6222" y="5062"/>
                      <a:pt x="6556" y="4255"/>
                      <a:pt x="6556" y="3414"/>
                    </a:cubicBezTo>
                    <a:cubicBezTo>
                      <a:pt x="6556" y="2572"/>
                      <a:pt x="6222" y="1765"/>
                      <a:pt x="5627" y="1170"/>
                    </a:cubicBezTo>
                    <a:cubicBezTo>
                      <a:pt x="5033" y="575"/>
                      <a:pt x="4226" y="241"/>
                      <a:pt x="3385" y="241"/>
                    </a:cubicBezTo>
                    <a:cubicBezTo>
                      <a:pt x="2544" y="241"/>
                      <a:pt x="1737" y="575"/>
                      <a:pt x="1142" y="1170"/>
                    </a:cubicBezTo>
                    <a:cubicBezTo>
                      <a:pt x="547" y="1765"/>
                      <a:pt x="213" y="2572"/>
                      <a:pt x="213" y="3414"/>
                    </a:cubicBezTo>
                    <a:cubicBezTo>
                      <a:pt x="213" y="4255"/>
                      <a:pt x="547" y="5062"/>
                      <a:pt x="1142" y="5657"/>
                    </a:cubicBezTo>
                    <a:cubicBezTo>
                      <a:pt x="1737" y="6252"/>
                      <a:pt x="2544" y="6586"/>
                      <a:pt x="3385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46" name="Freeform: Shape 2645">
                <a:extLst>
                  <a:ext uri="{FF2B5EF4-FFF2-40B4-BE49-F238E27FC236}">
                    <a16:creationId xmlns:a16="http://schemas.microsoft.com/office/drawing/2014/main" id="{AB068DC1-419C-9DBA-B44A-E12B11626FCD}"/>
                  </a:ext>
                </a:extLst>
              </p:cNvPr>
              <p:cNvSpPr/>
              <p:nvPr/>
            </p:nvSpPr>
            <p:spPr>
              <a:xfrm>
                <a:off x="3542529" y="6562552"/>
                <a:ext cx="6343" cy="6345"/>
              </a:xfrm>
              <a:custGeom>
                <a:avLst/>
                <a:gdLst>
                  <a:gd name="connsiteX0" fmla="*/ 3384 w 6343"/>
                  <a:gd name="connsiteY0" fmla="*/ 6588 h 6345"/>
                  <a:gd name="connsiteX1" fmla="*/ 5626 w 6343"/>
                  <a:gd name="connsiteY1" fmla="*/ 5659 h 6345"/>
                  <a:gd name="connsiteX2" fmla="*/ 6555 w 6343"/>
                  <a:gd name="connsiteY2" fmla="*/ 3416 h 6345"/>
                  <a:gd name="connsiteX3" fmla="*/ 5626 w 6343"/>
                  <a:gd name="connsiteY3" fmla="*/ 1172 h 6345"/>
                  <a:gd name="connsiteX4" fmla="*/ 3384 w 6343"/>
                  <a:gd name="connsiteY4" fmla="*/ 243 h 6345"/>
                  <a:gd name="connsiteX5" fmla="*/ 1141 w 6343"/>
                  <a:gd name="connsiteY5" fmla="*/ 1172 h 6345"/>
                  <a:gd name="connsiteX6" fmla="*/ 212 w 6343"/>
                  <a:gd name="connsiteY6" fmla="*/ 3416 h 6345"/>
                  <a:gd name="connsiteX7" fmla="*/ 1141 w 6343"/>
                  <a:gd name="connsiteY7" fmla="*/ 5659 h 6345"/>
                  <a:gd name="connsiteX8" fmla="*/ 3384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88"/>
                    </a:moveTo>
                    <a:cubicBezTo>
                      <a:pt x="4225" y="6588"/>
                      <a:pt x="5032" y="6254"/>
                      <a:pt x="5626" y="5659"/>
                    </a:cubicBezTo>
                    <a:cubicBezTo>
                      <a:pt x="6221" y="5064"/>
                      <a:pt x="6555" y="4257"/>
                      <a:pt x="6555" y="3416"/>
                    </a:cubicBezTo>
                    <a:cubicBezTo>
                      <a:pt x="6555" y="2574"/>
                      <a:pt x="6221" y="1767"/>
                      <a:pt x="5626" y="1172"/>
                    </a:cubicBezTo>
                    <a:cubicBezTo>
                      <a:pt x="5032" y="577"/>
                      <a:pt x="4225" y="243"/>
                      <a:pt x="3384" y="243"/>
                    </a:cubicBezTo>
                    <a:cubicBezTo>
                      <a:pt x="2543" y="243"/>
                      <a:pt x="1736" y="577"/>
                      <a:pt x="1141" y="1172"/>
                    </a:cubicBezTo>
                    <a:cubicBezTo>
                      <a:pt x="546" y="1767"/>
                      <a:pt x="212" y="2574"/>
                      <a:pt x="212" y="3416"/>
                    </a:cubicBezTo>
                    <a:cubicBezTo>
                      <a:pt x="212" y="4257"/>
                      <a:pt x="546" y="5064"/>
                      <a:pt x="1141" y="5659"/>
                    </a:cubicBezTo>
                    <a:cubicBezTo>
                      <a:pt x="1736" y="6254"/>
                      <a:pt x="2543" y="6588"/>
                      <a:pt x="3384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47" name="Freeform: Shape 2646">
                <a:extLst>
                  <a:ext uri="{FF2B5EF4-FFF2-40B4-BE49-F238E27FC236}">
                    <a16:creationId xmlns:a16="http://schemas.microsoft.com/office/drawing/2014/main" id="{35C267BD-F5F0-5C51-FEE0-7429FC7167E0}"/>
                  </a:ext>
                </a:extLst>
              </p:cNvPr>
              <p:cNvSpPr/>
              <p:nvPr/>
            </p:nvSpPr>
            <p:spPr>
              <a:xfrm>
                <a:off x="3536961" y="6561742"/>
                <a:ext cx="6343" cy="6345"/>
              </a:xfrm>
              <a:custGeom>
                <a:avLst/>
                <a:gdLst>
                  <a:gd name="connsiteX0" fmla="*/ 3383 w 6343"/>
                  <a:gd name="connsiteY0" fmla="*/ 6588 h 6345"/>
                  <a:gd name="connsiteX1" fmla="*/ 5626 w 6343"/>
                  <a:gd name="connsiteY1" fmla="*/ 5659 h 6345"/>
                  <a:gd name="connsiteX2" fmla="*/ 6555 w 6343"/>
                  <a:gd name="connsiteY2" fmla="*/ 3416 h 6345"/>
                  <a:gd name="connsiteX3" fmla="*/ 5626 w 6343"/>
                  <a:gd name="connsiteY3" fmla="*/ 1172 h 6345"/>
                  <a:gd name="connsiteX4" fmla="*/ 3383 w 6343"/>
                  <a:gd name="connsiteY4" fmla="*/ 243 h 6345"/>
                  <a:gd name="connsiteX5" fmla="*/ 1141 w 6343"/>
                  <a:gd name="connsiteY5" fmla="*/ 1172 h 6345"/>
                  <a:gd name="connsiteX6" fmla="*/ 212 w 6343"/>
                  <a:gd name="connsiteY6" fmla="*/ 3416 h 6345"/>
                  <a:gd name="connsiteX7" fmla="*/ 1141 w 6343"/>
                  <a:gd name="connsiteY7" fmla="*/ 5659 h 6345"/>
                  <a:gd name="connsiteX8" fmla="*/ 3383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88"/>
                    </a:moveTo>
                    <a:cubicBezTo>
                      <a:pt x="4224" y="6588"/>
                      <a:pt x="5031" y="6254"/>
                      <a:pt x="5626" y="5659"/>
                    </a:cubicBezTo>
                    <a:cubicBezTo>
                      <a:pt x="6221" y="5064"/>
                      <a:pt x="6555" y="4257"/>
                      <a:pt x="6555" y="3416"/>
                    </a:cubicBezTo>
                    <a:cubicBezTo>
                      <a:pt x="6555" y="2574"/>
                      <a:pt x="6221" y="1767"/>
                      <a:pt x="5626" y="1172"/>
                    </a:cubicBezTo>
                    <a:cubicBezTo>
                      <a:pt x="5031" y="577"/>
                      <a:pt x="4224" y="243"/>
                      <a:pt x="3383" y="243"/>
                    </a:cubicBezTo>
                    <a:cubicBezTo>
                      <a:pt x="2542" y="243"/>
                      <a:pt x="1735" y="577"/>
                      <a:pt x="1141" y="1172"/>
                    </a:cubicBezTo>
                    <a:cubicBezTo>
                      <a:pt x="546" y="1767"/>
                      <a:pt x="212" y="2574"/>
                      <a:pt x="212" y="3416"/>
                    </a:cubicBezTo>
                    <a:cubicBezTo>
                      <a:pt x="212" y="4257"/>
                      <a:pt x="546" y="5064"/>
                      <a:pt x="1141" y="5659"/>
                    </a:cubicBezTo>
                    <a:cubicBezTo>
                      <a:pt x="1735" y="6254"/>
                      <a:pt x="2542" y="6588"/>
                      <a:pt x="3383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48" name="Freeform: Shape 2647">
                <a:extLst>
                  <a:ext uri="{FF2B5EF4-FFF2-40B4-BE49-F238E27FC236}">
                    <a16:creationId xmlns:a16="http://schemas.microsoft.com/office/drawing/2014/main" id="{FDCB666F-6618-F30B-6E74-727D7F73A6DA}"/>
                  </a:ext>
                </a:extLst>
              </p:cNvPr>
              <p:cNvSpPr/>
              <p:nvPr/>
            </p:nvSpPr>
            <p:spPr>
              <a:xfrm>
                <a:off x="3531462" y="6560719"/>
                <a:ext cx="6343" cy="6345"/>
              </a:xfrm>
              <a:custGeom>
                <a:avLst/>
                <a:gdLst>
                  <a:gd name="connsiteX0" fmla="*/ 3383 w 6343"/>
                  <a:gd name="connsiteY0" fmla="*/ 6588 h 6345"/>
                  <a:gd name="connsiteX1" fmla="*/ 5625 w 6343"/>
                  <a:gd name="connsiteY1" fmla="*/ 5659 h 6345"/>
                  <a:gd name="connsiteX2" fmla="*/ 6554 w 6343"/>
                  <a:gd name="connsiteY2" fmla="*/ 3416 h 6345"/>
                  <a:gd name="connsiteX3" fmla="*/ 5625 w 6343"/>
                  <a:gd name="connsiteY3" fmla="*/ 1172 h 6345"/>
                  <a:gd name="connsiteX4" fmla="*/ 3383 w 6343"/>
                  <a:gd name="connsiteY4" fmla="*/ 243 h 6345"/>
                  <a:gd name="connsiteX5" fmla="*/ 1140 w 6343"/>
                  <a:gd name="connsiteY5" fmla="*/ 1172 h 6345"/>
                  <a:gd name="connsiteX6" fmla="*/ 211 w 6343"/>
                  <a:gd name="connsiteY6" fmla="*/ 3416 h 6345"/>
                  <a:gd name="connsiteX7" fmla="*/ 1140 w 6343"/>
                  <a:gd name="connsiteY7" fmla="*/ 5659 h 6345"/>
                  <a:gd name="connsiteX8" fmla="*/ 3383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88"/>
                    </a:moveTo>
                    <a:cubicBezTo>
                      <a:pt x="4224" y="6588"/>
                      <a:pt x="5031" y="6254"/>
                      <a:pt x="5625" y="5659"/>
                    </a:cubicBezTo>
                    <a:cubicBezTo>
                      <a:pt x="6220" y="5064"/>
                      <a:pt x="6554" y="4257"/>
                      <a:pt x="6554" y="3416"/>
                    </a:cubicBezTo>
                    <a:cubicBezTo>
                      <a:pt x="6554" y="2574"/>
                      <a:pt x="6220" y="1767"/>
                      <a:pt x="5625" y="1172"/>
                    </a:cubicBezTo>
                    <a:cubicBezTo>
                      <a:pt x="5031" y="577"/>
                      <a:pt x="4224" y="243"/>
                      <a:pt x="3383" y="243"/>
                    </a:cubicBezTo>
                    <a:cubicBezTo>
                      <a:pt x="2542" y="243"/>
                      <a:pt x="1735" y="577"/>
                      <a:pt x="1140" y="1172"/>
                    </a:cubicBezTo>
                    <a:cubicBezTo>
                      <a:pt x="545" y="1767"/>
                      <a:pt x="211" y="2574"/>
                      <a:pt x="211" y="3416"/>
                    </a:cubicBezTo>
                    <a:cubicBezTo>
                      <a:pt x="211" y="4257"/>
                      <a:pt x="545" y="5064"/>
                      <a:pt x="1140" y="5659"/>
                    </a:cubicBezTo>
                    <a:cubicBezTo>
                      <a:pt x="1735" y="6254"/>
                      <a:pt x="2542" y="6588"/>
                      <a:pt x="3383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49" name="Freeform: Shape 2648">
                <a:extLst>
                  <a:ext uri="{FF2B5EF4-FFF2-40B4-BE49-F238E27FC236}">
                    <a16:creationId xmlns:a16="http://schemas.microsoft.com/office/drawing/2014/main" id="{21575ED7-C305-0774-27A9-5893A3D7BC51}"/>
                  </a:ext>
                </a:extLst>
              </p:cNvPr>
              <p:cNvSpPr/>
              <p:nvPr/>
            </p:nvSpPr>
            <p:spPr>
              <a:xfrm>
                <a:off x="3522747" y="6567297"/>
                <a:ext cx="6343" cy="6345"/>
              </a:xfrm>
              <a:custGeom>
                <a:avLst/>
                <a:gdLst>
                  <a:gd name="connsiteX0" fmla="*/ 3382 w 6343"/>
                  <a:gd name="connsiteY0" fmla="*/ 6589 h 6345"/>
                  <a:gd name="connsiteX1" fmla="*/ 5625 w 6343"/>
                  <a:gd name="connsiteY1" fmla="*/ 5659 h 6345"/>
                  <a:gd name="connsiteX2" fmla="*/ 6554 w 6343"/>
                  <a:gd name="connsiteY2" fmla="*/ 3416 h 6345"/>
                  <a:gd name="connsiteX3" fmla="*/ 5625 w 6343"/>
                  <a:gd name="connsiteY3" fmla="*/ 1173 h 6345"/>
                  <a:gd name="connsiteX4" fmla="*/ 3382 w 6343"/>
                  <a:gd name="connsiteY4" fmla="*/ 243 h 6345"/>
                  <a:gd name="connsiteX5" fmla="*/ 1139 w 6343"/>
                  <a:gd name="connsiteY5" fmla="*/ 1173 h 6345"/>
                  <a:gd name="connsiteX6" fmla="*/ 211 w 6343"/>
                  <a:gd name="connsiteY6" fmla="*/ 3416 h 6345"/>
                  <a:gd name="connsiteX7" fmla="*/ 1139 w 6343"/>
                  <a:gd name="connsiteY7" fmla="*/ 5659 h 6345"/>
                  <a:gd name="connsiteX8" fmla="*/ 3382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89"/>
                    </a:moveTo>
                    <a:cubicBezTo>
                      <a:pt x="4223" y="6589"/>
                      <a:pt x="5030" y="6254"/>
                      <a:pt x="5625" y="5659"/>
                    </a:cubicBezTo>
                    <a:cubicBezTo>
                      <a:pt x="6219" y="5064"/>
                      <a:pt x="6554" y="4257"/>
                      <a:pt x="6554" y="3416"/>
                    </a:cubicBezTo>
                    <a:cubicBezTo>
                      <a:pt x="6554" y="2575"/>
                      <a:pt x="6219" y="1768"/>
                      <a:pt x="5625" y="1173"/>
                    </a:cubicBezTo>
                    <a:cubicBezTo>
                      <a:pt x="5030" y="578"/>
                      <a:pt x="4223" y="243"/>
                      <a:pt x="3382" y="243"/>
                    </a:cubicBezTo>
                    <a:cubicBezTo>
                      <a:pt x="2541" y="243"/>
                      <a:pt x="1734" y="578"/>
                      <a:pt x="1139" y="1173"/>
                    </a:cubicBezTo>
                    <a:cubicBezTo>
                      <a:pt x="545" y="1768"/>
                      <a:pt x="211" y="2575"/>
                      <a:pt x="211" y="3416"/>
                    </a:cubicBezTo>
                    <a:cubicBezTo>
                      <a:pt x="211" y="4257"/>
                      <a:pt x="545" y="5064"/>
                      <a:pt x="1139" y="5659"/>
                    </a:cubicBezTo>
                    <a:cubicBezTo>
                      <a:pt x="1734" y="6254"/>
                      <a:pt x="2541" y="6589"/>
                      <a:pt x="3382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50" name="Freeform: Shape 2649">
                <a:extLst>
                  <a:ext uri="{FF2B5EF4-FFF2-40B4-BE49-F238E27FC236}">
                    <a16:creationId xmlns:a16="http://schemas.microsoft.com/office/drawing/2014/main" id="{BE30F9D1-C34C-A7E2-C943-B9D2C2BA0583}"/>
                  </a:ext>
                </a:extLst>
              </p:cNvPr>
              <p:cNvSpPr/>
              <p:nvPr/>
            </p:nvSpPr>
            <p:spPr>
              <a:xfrm>
                <a:off x="3513638" y="6574498"/>
                <a:ext cx="6343" cy="6345"/>
              </a:xfrm>
              <a:custGeom>
                <a:avLst/>
                <a:gdLst>
                  <a:gd name="connsiteX0" fmla="*/ 3381 w 6343"/>
                  <a:gd name="connsiteY0" fmla="*/ 6589 h 6345"/>
                  <a:gd name="connsiteX1" fmla="*/ 5624 w 6343"/>
                  <a:gd name="connsiteY1" fmla="*/ 5660 h 6345"/>
                  <a:gd name="connsiteX2" fmla="*/ 6553 w 6343"/>
                  <a:gd name="connsiteY2" fmla="*/ 3417 h 6345"/>
                  <a:gd name="connsiteX3" fmla="*/ 5624 w 6343"/>
                  <a:gd name="connsiteY3" fmla="*/ 1173 h 6345"/>
                  <a:gd name="connsiteX4" fmla="*/ 3381 w 6343"/>
                  <a:gd name="connsiteY4" fmla="*/ 244 h 6345"/>
                  <a:gd name="connsiteX5" fmla="*/ 1139 w 6343"/>
                  <a:gd name="connsiteY5" fmla="*/ 1173 h 6345"/>
                  <a:gd name="connsiteX6" fmla="*/ 210 w 6343"/>
                  <a:gd name="connsiteY6" fmla="*/ 3417 h 6345"/>
                  <a:gd name="connsiteX7" fmla="*/ 1139 w 6343"/>
                  <a:gd name="connsiteY7" fmla="*/ 5660 h 6345"/>
                  <a:gd name="connsiteX8" fmla="*/ 3381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589"/>
                    </a:moveTo>
                    <a:cubicBezTo>
                      <a:pt x="4222" y="6589"/>
                      <a:pt x="5029" y="6255"/>
                      <a:pt x="5624" y="5660"/>
                    </a:cubicBezTo>
                    <a:cubicBezTo>
                      <a:pt x="6219" y="5065"/>
                      <a:pt x="6553" y="4258"/>
                      <a:pt x="6553" y="3417"/>
                    </a:cubicBezTo>
                    <a:cubicBezTo>
                      <a:pt x="6553" y="2575"/>
                      <a:pt x="6219" y="1768"/>
                      <a:pt x="5624" y="1173"/>
                    </a:cubicBezTo>
                    <a:cubicBezTo>
                      <a:pt x="5029" y="578"/>
                      <a:pt x="4222" y="244"/>
                      <a:pt x="3381" y="244"/>
                    </a:cubicBezTo>
                    <a:cubicBezTo>
                      <a:pt x="2540" y="244"/>
                      <a:pt x="1733" y="578"/>
                      <a:pt x="1139" y="1173"/>
                    </a:cubicBezTo>
                    <a:cubicBezTo>
                      <a:pt x="544" y="1768"/>
                      <a:pt x="210" y="2575"/>
                      <a:pt x="210" y="3417"/>
                    </a:cubicBezTo>
                    <a:cubicBezTo>
                      <a:pt x="210" y="4258"/>
                      <a:pt x="544" y="5065"/>
                      <a:pt x="1139" y="5660"/>
                    </a:cubicBezTo>
                    <a:cubicBezTo>
                      <a:pt x="1733" y="6255"/>
                      <a:pt x="2540" y="6589"/>
                      <a:pt x="3381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51" name="Freeform: Shape 2650">
                <a:extLst>
                  <a:ext uri="{FF2B5EF4-FFF2-40B4-BE49-F238E27FC236}">
                    <a16:creationId xmlns:a16="http://schemas.microsoft.com/office/drawing/2014/main" id="{C5C77838-FAAD-F5DB-54EC-9C9AFF77A1B8}"/>
                  </a:ext>
                </a:extLst>
              </p:cNvPr>
              <p:cNvSpPr/>
              <p:nvPr/>
            </p:nvSpPr>
            <p:spPr>
              <a:xfrm>
                <a:off x="3507319" y="6574983"/>
                <a:ext cx="6343" cy="6345"/>
              </a:xfrm>
              <a:custGeom>
                <a:avLst/>
                <a:gdLst>
                  <a:gd name="connsiteX0" fmla="*/ 3381 w 6343"/>
                  <a:gd name="connsiteY0" fmla="*/ 6589 h 6345"/>
                  <a:gd name="connsiteX1" fmla="*/ 5623 w 6343"/>
                  <a:gd name="connsiteY1" fmla="*/ 5660 h 6345"/>
                  <a:gd name="connsiteX2" fmla="*/ 6552 w 6343"/>
                  <a:gd name="connsiteY2" fmla="*/ 3417 h 6345"/>
                  <a:gd name="connsiteX3" fmla="*/ 5623 w 6343"/>
                  <a:gd name="connsiteY3" fmla="*/ 1173 h 6345"/>
                  <a:gd name="connsiteX4" fmla="*/ 3381 w 6343"/>
                  <a:gd name="connsiteY4" fmla="*/ 244 h 6345"/>
                  <a:gd name="connsiteX5" fmla="*/ 1138 w 6343"/>
                  <a:gd name="connsiteY5" fmla="*/ 1173 h 6345"/>
                  <a:gd name="connsiteX6" fmla="*/ 209 w 6343"/>
                  <a:gd name="connsiteY6" fmla="*/ 3417 h 6345"/>
                  <a:gd name="connsiteX7" fmla="*/ 1138 w 6343"/>
                  <a:gd name="connsiteY7" fmla="*/ 5660 h 6345"/>
                  <a:gd name="connsiteX8" fmla="*/ 3381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589"/>
                    </a:moveTo>
                    <a:cubicBezTo>
                      <a:pt x="4222" y="6589"/>
                      <a:pt x="5029" y="6255"/>
                      <a:pt x="5623" y="5660"/>
                    </a:cubicBezTo>
                    <a:cubicBezTo>
                      <a:pt x="6218" y="5065"/>
                      <a:pt x="6552" y="4258"/>
                      <a:pt x="6552" y="3417"/>
                    </a:cubicBezTo>
                    <a:cubicBezTo>
                      <a:pt x="6552" y="2575"/>
                      <a:pt x="6218" y="1768"/>
                      <a:pt x="5623" y="1173"/>
                    </a:cubicBezTo>
                    <a:cubicBezTo>
                      <a:pt x="5029" y="578"/>
                      <a:pt x="4222" y="244"/>
                      <a:pt x="3381" y="244"/>
                    </a:cubicBezTo>
                    <a:cubicBezTo>
                      <a:pt x="2540" y="244"/>
                      <a:pt x="1733" y="578"/>
                      <a:pt x="1138" y="1173"/>
                    </a:cubicBezTo>
                    <a:cubicBezTo>
                      <a:pt x="543" y="1768"/>
                      <a:pt x="209" y="2575"/>
                      <a:pt x="209" y="3417"/>
                    </a:cubicBezTo>
                    <a:cubicBezTo>
                      <a:pt x="209" y="4258"/>
                      <a:pt x="543" y="5065"/>
                      <a:pt x="1138" y="5660"/>
                    </a:cubicBezTo>
                    <a:cubicBezTo>
                      <a:pt x="1733" y="6255"/>
                      <a:pt x="2540" y="6589"/>
                      <a:pt x="3381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52" name="Freeform: Shape 2651">
                <a:extLst>
                  <a:ext uri="{FF2B5EF4-FFF2-40B4-BE49-F238E27FC236}">
                    <a16:creationId xmlns:a16="http://schemas.microsoft.com/office/drawing/2014/main" id="{FE8FBEAD-BA0B-8E8B-E8DE-BD0574A8268D}"/>
                  </a:ext>
                </a:extLst>
              </p:cNvPr>
              <p:cNvSpPr/>
              <p:nvPr/>
            </p:nvSpPr>
            <p:spPr>
              <a:xfrm>
                <a:off x="3506441" y="6563100"/>
                <a:ext cx="6343" cy="6345"/>
              </a:xfrm>
              <a:custGeom>
                <a:avLst/>
                <a:gdLst>
                  <a:gd name="connsiteX0" fmla="*/ 3381 w 6343"/>
                  <a:gd name="connsiteY0" fmla="*/ 6588 h 6345"/>
                  <a:gd name="connsiteX1" fmla="*/ 5623 w 6343"/>
                  <a:gd name="connsiteY1" fmla="*/ 5659 h 6345"/>
                  <a:gd name="connsiteX2" fmla="*/ 6552 w 6343"/>
                  <a:gd name="connsiteY2" fmla="*/ 3416 h 6345"/>
                  <a:gd name="connsiteX3" fmla="*/ 5623 w 6343"/>
                  <a:gd name="connsiteY3" fmla="*/ 1172 h 6345"/>
                  <a:gd name="connsiteX4" fmla="*/ 3381 w 6343"/>
                  <a:gd name="connsiteY4" fmla="*/ 243 h 6345"/>
                  <a:gd name="connsiteX5" fmla="*/ 1138 w 6343"/>
                  <a:gd name="connsiteY5" fmla="*/ 1172 h 6345"/>
                  <a:gd name="connsiteX6" fmla="*/ 209 w 6343"/>
                  <a:gd name="connsiteY6" fmla="*/ 3416 h 6345"/>
                  <a:gd name="connsiteX7" fmla="*/ 1138 w 6343"/>
                  <a:gd name="connsiteY7" fmla="*/ 5659 h 6345"/>
                  <a:gd name="connsiteX8" fmla="*/ 3381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588"/>
                    </a:moveTo>
                    <a:cubicBezTo>
                      <a:pt x="4222" y="6588"/>
                      <a:pt x="5029" y="6254"/>
                      <a:pt x="5623" y="5659"/>
                    </a:cubicBezTo>
                    <a:cubicBezTo>
                      <a:pt x="6218" y="5064"/>
                      <a:pt x="6552" y="4257"/>
                      <a:pt x="6552" y="3416"/>
                    </a:cubicBezTo>
                    <a:cubicBezTo>
                      <a:pt x="6552" y="2574"/>
                      <a:pt x="6218" y="1767"/>
                      <a:pt x="5623" y="1172"/>
                    </a:cubicBezTo>
                    <a:cubicBezTo>
                      <a:pt x="5029" y="577"/>
                      <a:pt x="4222" y="243"/>
                      <a:pt x="3381" y="243"/>
                    </a:cubicBezTo>
                    <a:cubicBezTo>
                      <a:pt x="2540" y="243"/>
                      <a:pt x="1733" y="577"/>
                      <a:pt x="1138" y="1172"/>
                    </a:cubicBezTo>
                    <a:cubicBezTo>
                      <a:pt x="543" y="1767"/>
                      <a:pt x="209" y="2574"/>
                      <a:pt x="209" y="3416"/>
                    </a:cubicBezTo>
                    <a:cubicBezTo>
                      <a:pt x="209" y="4257"/>
                      <a:pt x="543" y="5064"/>
                      <a:pt x="1138" y="5659"/>
                    </a:cubicBezTo>
                    <a:cubicBezTo>
                      <a:pt x="1733" y="6254"/>
                      <a:pt x="2540" y="6588"/>
                      <a:pt x="3381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53" name="Freeform: Shape 2652">
                <a:extLst>
                  <a:ext uri="{FF2B5EF4-FFF2-40B4-BE49-F238E27FC236}">
                    <a16:creationId xmlns:a16="http://schemas.microsoft.com/office/drawing/2014/main" id="{5B5519E4-4EEA-E7CA-CD31-E0643A844BAD}"/>
                  </a:ext>
                </a:extLst>
              </p:cNvPr>
              <p:cNvSpPr/>
              <p:nvPr/>
            </p:nvSpPr>
            <p:spPr>
              <a:xfrm>
                <a:off x="3493255" y="6578854"/>
                <a:ext cx="6343" cy="6345"/>
              </a:xfrm>
              <a:custGeom>
                <a:avLst/>
                <a:gdLst>
                  <a:gd name="connsiteX0" fmla="*/ 3380 w 6343"/>
                  <a:gd name="connsiteY0" fmla="*/ 6590 h 6345"/>
                  <a:gd name="connsiteX1" fmla="*/ 5622 w 6343"/>
                  <a:gd name="connsiteY1" fmla="*/ 5660 h 6345"/>
                  <a:gd name="connsiteX2" fmla="*/ 6551 w 6343"/>
                  <a:gd name="connsiteY2" fmla="*/ 3417 h 6345"/>
                  <a:gd name="connsiteX3" fmla="*/ 5622 w 6343"/>
                  <a:gd name="connsiteY3" fmla="*/ 1173 h 6345"/>
                  <a:gd name="connsiteX4" fmla="*/ 3380 w 6343"/>
                  <a:gd name="connsiteY4" fmla="*/ 244 h 6345"/>
                  <a:gd name="connsiteX5" fmla="*/ 1137 w 6343"/>
                  <a:gd name="connsiteY5" fmla="*/ 1173 h 6345"/>
                  <a:gd name="connsiteX6" fmla="*/ 208 w 6343"/>
                  <a:gd name="connsiteY6" fmla="*/ 3417 h 6345"/>
                  <a:gd name="connsiteX7" fmla="*/ 1137 w 6343"/>
                  <a:gd name="connsiteY7" fmla="*/ 5660 h 6345"/>
                  <a:gd name="connsiteX8" fmla="*/ 3380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90"/>
                    </a:moveTo>
                    <a:cubicBezTo>
                      <a:pt x="4221" y="6590"/>
                      <a:pt x="5028" y="6255"/>
                      <a:pt x="5622" y="5660"/>
                    </a:cubicBezTo>
                    <a:cubicBezTo>
                      <a:pt x="6217" y="5065"/>
                      <a:pt x="6551" y="4258"/>
                      <a:pt x="6551" y="3417"/>
                    </a:cubicBezTo>
                    <a:cubicBezTo>
                      <a:pt x="6551" y="2576"/>
                      <a:pt x="6217" y="1768"/>
                      <a:pt x="5622" y="1173"/>
                    </a:cubicBezTo>
                    <a:cubicBezTo>
                      <a:pt x="5028" y="579"/>
                      <a:pt x="4221" y="244"/>
                      <a:pt x="3380" y="244"/>
                    </a:cubicBezTo>
                    <a:cubicBezTo>
                      <a:pt x="2539" y="244"/>
                      <a:pt x="1732" y="579"/>
                      <a:pt x="1137" y="1173"/>
                    </a:cubicBezTo>
                    <a:cubicBezTo>
                      <a:pt x="542" y="1768"/>
                      <a:pt x="208" y="2576"/>
                      <a:pt x="208" y="3417"/>
                    </a:cubicBezTo>
                    <a:cubicBezTo>
                      <a:pt x="208" y="4258"/>
                      <a:pt x="542" y="5065"/>
                      <a:pt x="1137" y="5660"/>
                    </a:cubicBezTo>
                    <a:cubicBezTo>
                      <a:pt x="1732" y="6255"/>
                      <a:pt x="2539" y="6590"/>
                      <a:pt x="3380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54" name="Freeform: Shape 2653">
                <a:extLst>
                  <a:ext uri="{FF2B5EF4-FFF2-40B4-BE49-F238E27FC236}">
                    <a16:creationId xmlns:a16="http://schemas.microsoft.com/office/drawing/2014/main" id="{F3B90D90-A073-CA1F-81A4-A65AE367C0CD}"/>
                  </a:ext>
                </a:extLst>
              </p:cNvPr>
              <p:cNvSpPr/>
              <p:nvPr/>
            </p:nvSpPr>
            <p:spPr>
              <a:xfrm>
                <a:off x="3499391" y="6551825"/>
                <a:ext cx="6343" cy="6345"/>
              </a:xfrm>
              <a:custGeom>
                <a:avLst/>
                <a:gdLst>
                  <a:gd name="connsiteX0" fmla="*/ 3380 w 6343"/>
                  <a:gd name="connsiteY0" fmla="*/ 6588 h 6345"/>
                  <a:gd name="connsiteX1" fmla="*/ 5623 w 6343"/>
                  <a:gd name="connsiteY1" fmla="*/ 5658 h 6345"/>
                  <a:gd name="connsiteX2" fmla="*/ 6552 w 6343"/>
                  <a:gd name="connsiteY2" fmla="*/ 3415 h 6345"/>
                  <a:gd name="connsiteX3" fmla="*/ 5623 w 6343"/>
                  <a:gd name="connsiteY3" fmla="*/ 1171 h 6345"/>
                  <a:gd name="connsiteX4" fmla="*/ 3380 w 6343"/>
                  <a:gd name="connsiteY4" fmla="*/ 242 h 6345"/>
                  <a:gd name="connsiteX5" fmla="*/ 1138 w 6343"/>
                  <a:gd name="connsiteY5" fmla="*/ 1171 h 6345"/>
                  <a:gd name="connsiteX6" fmla="*/ 209 w 6343"/>
                  <a:gd name="connsiteY6" fmla="*/ 3415 h 6345"/>
                  <a:gd name="connsiteX7" fmla="*/ 1138 w 6343"/>
                  <a:gd name="connsiteY7" fmla="*/ 5658 h 6345"/>
                  <a:gd name="connsiteX8" fmla="*/ 3380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8"/>
                    </a:moveTo>
                    <a:cubicBezTo>
                      <a:pt x="4221" y="6588"/>
                      <a:pt x="5028" y="6253"/>
                      <a:pt x="5623" y="5658"/>
                    </a:cubicBezTo>
                    <a:cubicBezTo>
                      <a:pt x="6218" y="5063"/>
                      <a:pt x="6552" y="4256"/>
                      <a:pt x="6552" y="3415"/>
                    </a:cubicBezTo>
                    <a:cubicBezTo>
                      <a:pt x="6552" y="2573"/>
                      <a:pt x="6218" y="1766"/>
                      <a:pt x="5623" y="1171"/>
                    </a:cubicBezTo>
                    <a:cubicBezTo>
                      <a:pt x="5028" y="576"/>
                      <a:pt x="4221" y="242"/>
                      <a:pt x="3380" y="242"/>
                    </a:cubicBezTo>
                    <a:cubicBezTo>
                      <a:pt x="2539" y="242"/>
                      <a:pt x="1732" y="576"/>
                      <a:pt x="1138" y="1171"/>
                    </a:cubicBezTo>
                    <a:cubicBezTo>
                      <a:pt x="543" y="1766"/>
                      <a:pt x="209" y="2573"/>
                      <a:pt x="209" y="3415"/>
                    </a:cubicBezTo>
                    <a:cubicBezTo>
                      <a:pt x="209" y="4256"/>
                      <a:pt x="543" y="5063"/>
                      <a:pt x="1138" y="5658"/>
                    </a:cubicBezTo>
                    <a:cubicBezTo>
                      <a:pt x="1732" y="6253"/>
                      <a:pt x="2539" y="6588"/>
                      <a:pt x="3380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55" name="Freeform: Shape 2654">
                <a:extLst>
                  <a:ext uri="{FF2B5EF4-FFF2-40B4-BE49-F238E27FC236}">
                    <a16:creationId xmlns:a16="http://schemas.microsoft.com/office/drawing/2014/main" id="{05DDA54D-A50E-EA6F-BA09-C68ED73925D7}"/>
                  </a:ext>
                </a:extLst>
              </p:cNvPr>
              <p:cNvSpPr/>
              <p:nvPr/>
            </p:nvSpPr>
            <p:spPr>
              <a:xfrm>
                <a:off x="3494412" y="6549473"/>
                <a:ext cx="6343" cy="6345"/>
              </a:xfrm>
              <a:custGeom>
                <a:avLst/>
                <a:gdLst>
                  <a:gd name="connsiteX0" fmla="*/ 3380 w 6343"/>
                  <a:gd name="connsiteY0" fmla="*/ 6587 h 6345"/>
                  <a:gd name="connsiteX1" fmla="*/ 5622 w 6343"/>
                  <a:gd name="connsiteY1" fmla="*/ 5658 h 6345"/>
                  <a:gd name="connsiteX2" fmla="*/ 6551 w 6343"/>
                  <a:gd name="connsiteY2" fmla="*/ 3415 h 6345"/>
                  <a:gd name="connsiteX3" fmla="*/ 5622 w 6343"/>
                  <a:gd name="connsiteY3" fmla="*/ 1171 h 6345"/>
                  <a:gd name="connsiteX4" fmla="*/ 3380 w 6343"/>
                  <a:gd name="connsiteY4" fmla="*/ 242 h 6345"/>
                  <a:gd name="connsiteX5" fmla="*/ 1137 w 6343"/>
                  <a:gd name="connsiteY5" fmla="*/ 1171 h 6345"/>
                  <a:gd name="connsiteX6" fmla="*/ 208 w 6343"/>
                  <a:gd name="connsiteY6" fmla="*/ 3415 h 6345"/>
                  <a:gd name="connsiteX7" fmla="*/ 1137 w 6343"/>
                  <a:gd name="connsiteY7" fmla="*/ 5658 h 6345"/>
                  <a:gd name="connsiteX8" fmla="*/ 3380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7"/>
                    </a:moveTo>
                    <a:cubicBezTo>
                      <a:pt x="4221" y="6587"/>
                      <a:pt x="5028" y="6253"/>
                      <a:pt x="5622" y="5658"/>
                    </a:cubicBezTo>
                    <a:cubicBezTo>
                      <a:pt x="6217" y="5063"/>
                      <a:pt x="6551" y="4256"/>
                      <a:pt x="6551" y="3415"/>
                    </a:cubicBezTo>
                    <a:cubicBezTo>
                      <a:pt x="6551" y="2573"/>
                      <a:pt x="6217" y="1766"/>
                      <a:pt x="5622" y="1171"/>
                    </a:cubicBezTo>
                    <a:cubicBezTo>
                      <a:pt x="5028" y="576"/>
                      <a:pt x="4221" y="242"/>
                      <a:pt x="3380" y="242"/>
                    </a:cubicBezTo>
                    <a:cubicBezTo>
                      <a:pt x="2539" y="242"/>
                      <a:pt x="1732" y="576"/>
                      <a:pt x="1137" y="1171"/>
                    </a:cubicBezTo>
                    <a:cubicBezTo>
                      <a:pt x="542" y="1766"/>
                      <a:pt x="208" y="2573"/>
                      <a:pt x="208" y="3415"/>
                    </a:cubicBezTo>
                    <a:cubicBezTo>
                      <a:pt x="208" y="4256"/>
                      <a:pt x="542" y="5063"/>
                      <a:pt x="1137" y="5658"/>
                    </a:cubicBezTo>
                    <a:cubicBezTo>
                      <a:pt x="1732" y="6253"/>
                      <a:pt x="2539" y="6587"/>
                      <a:pt x="3380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56" name="Freeform: Shape 2655">
                <a:extLst>
                  <a:ext uri="{FF2B5EF4-FFF2-40B4-BE49-F238E27FC236}">
                    <a16:creationId xmlns:a16="http://schemas.microsoft.com/office/drawing/2014/main" id="{B2510F1F-F847-FFA3-A51D-33FF8ACEFF52}"/>
                  </a:ext>
                </a:extLst>
              </p:cNvPr>
              <p:cNvSpPr/>
              <p:nvPr/>
            </p:nvSpPr>
            <p:spPr>
              <a:xfrm>
                <a:off x="3490913" y="6543990"/>
                <a:ext cx="6343" cy="6345"/>
              </a:xfrm>
              <a:custGeom>
                <a:avLst/>
                <a:gdLst>
                  <a:gd name="connsiteX0" fmla="*/ 3380 w 6343"/>
                  <a:gd name="connsiteY0" fmla="*/ 6587 h 6345"/>
                  <a:gd name="connsiteX1" fmla="*/ 5622 w 6343"/>
                  <a:gd name="connsiteY1" fmla="*/ 5658 h 6345"/>
                  <a:gd name="connsiteX2" fmla="*/ 6551 w 6343"/>
                  <a:gd name="connsiteY2" fmla="*/ 3414 h 6345"/>
                  <a:gd name="connsiteX3" fmla="*/ 5622 w 6343"/>
                  <a:gd name="connsiteY3" fmla="*/ 1171 h 6345"/>
                  <a:gd name="connsiteX4" fmla="*/ 3380 w 6343"/>
                  <a:gd name="connsiteY4" fmla="*/ 241 h 6345"/>
                  <a:gd name="connsiteX5" fmla="*/ 1137 w 6343"/>
                  <a:gd name="connsiteY5" fmla="*/ 1171 h 6345"/>
                  <a:gd name="connsiteX6" fmla="*/ 208 w 6343"/>
                  <a:gd name="connsiteY6" fmla="*/ 3414 h 6345"/>
                  <a:gd name="connsiteX7" fmla="*/ 1137 w 6343"/>
                  <a:gd name="connsiteY7" fmla="*/ 5658 h 6345"/>
                  <a:gd name="connsiteX8" fmla="*/ 3380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7"/>
                    </a:moveTo>
                    <a:cubicBezTo>
                      <a:pt x="4221" y="6587"/>
                      <a:pt x="5027" y="6253"/>
                      <a:pt x="5622" y="5658"/>
                    </a:cubicBezTo>
                    <a:cubicBezTo>
                      <a:pt x="6217" y="5063"/>
                      <a:pt x="6551" y="4256"/>
                      <a:pt x="6551" y="3414"/>
                    </a:cubicBezTo>
                    <a:cubicBezTo>
                      <a:pt x="6551" y="2573"/>
                      <a:pt x="6217" y="1766"/>
                      <a:pt x="5622" y="1171"/>
                    </a:cubicBezTo>
                    <a:cubicBezTo>
                      <a:pt x="5027" y="576"/>
                      <a:pt x="4221" y="241"/>
                      <a:pt x="3380" y="241"/>
                    </a:cubicBezTo>
                    <a:cubicBezTo>
                      <a:pt x="2538" y="241"/>
                      <a:pt x="1732" y="576"/>
                      <a:pt x="1137" y="1171"/>
                    </a:cubicBezTo>
                    <a:cubicBezTo>
                      <a:pt x="542" y="1766"/>
                      <a:pt x="208" y="2573"/>
                      <a:pt x="208" y="3414"/>
                    </a:cubicBezTo>
                    <a:cubicBezTo>
                      <a:pt x="208" y="4256"/>
                      <a:pt x="542" y="5063"/>
                      <a:pt x="1137" y="5658"/>
                    </a:cubicBezTo>
                    <a:cubicBezTo>
                      <a:pt x="1732" y="6253"/>
                      <a:pt x="2538" y="6587"/>
                      <a:pt x="3380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57" name="Freeform: Shape 2656">
                <a:extLst>
                  <a:ext uri="{FF2B5EF4-FFF2-40B4-BE49-F238E27FC236}">
                    <a16:creationId xmlns:a16="http://schemas.microsoft.com/office/drawing/2014/main" id="{CB118B2E-3950-ECC1-05C2-86380E1CFC6D}"/>
                  </a:ext>
                </a:extLst>
              </p:cNvPr>
              <p:cNvSpPr/>
              <p:nvPr/>
            </p:nvSpPr>
            <p:spPr>
              <a:xfrm>
                <a:off x="3512046" y="6487326"/>
                <a:ext cx="6343" cy="6345"/>
              </a:xfrm>
              <a:custGeom>
                <a:avLst/>
                <a:gdLst>
                  <a:gd name="connsiteX0" fmla="*/ 3381 w 6343"/>
                  <a:gd name="connsiteY0" fmla="*/ 6582 h 6345"/>
                  <a:gd name="connsiteX1" fmla="*/ 5624 w 6343"/>
                  <a:gd name="connsiteY1" fmla="*/ 5653 h 6345"/>
                  <a:gd name="connsiteX2" fmla="*/ 6553 w 6343"/>
                  <a:gd name="connsiteY2" fmla="*/ 3410 h 6345"/>
                  <a:gd name="connsiteX3" fmla="*/ 5624 w 6343"/>
                  <a:gd name="connsiteY3" fmla="*/ 1166 h 6345"/>
                  <a:gd name="connsiteX4" fmla="*/ 3381 w 6343"/>
                  <a:gd name="connsiteY4" fmla="*/ 237 h 6345"/>
                  <a:gd name="connsiteX5" fmla="*/ 1139 w 6343"/>
                  <a:gd name="connsiteY5" fmla="*/ 1166 h 6345"/>
                  <a:gd name="connsiteX6" fmla="*/ 210 w 6343"/>
                  <a:gd name="connsiteY6" fmla="*/ 3410 h 6345"/>
                  <a:gd name="connsiteX7" fmla="*/ 1139 w 6343"/>
                  <a:gd name="connsiteY7" fmla="*/ 5653 h 6345"/>
                  <a:gd name="connsiteX8" fmla="*/ 3381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582"/>
                    </a:moveTo>
                    <a:cubicBezTo>
                      <a:pt x="4222" y="6582"/>
                      <a:pt x="5029" y="6248"/>
                      <a:pt x="5624" y="5653"/>
                    </a:cubicBezTo>
                    <a:cubicBezTo>
                      <a:pt x="6219" y="5058"/>
                      <a:pt x="6553" y="4251"/>
                      <a:pt x="6553" y="3410"/>
                    </a:cubicBezTo>
                    <a:cubicBezTo>
                      <a:pt x="6553" y="2568"/>
                      <a:pt x="6219" y="1761"/>
                      <a:pt x="5624" y="1166"/>
                    </a:cubicBezTo>
                    <a:cubicBezTo>
                      <a:pt x="5029" y="571"/>
                      <a:pt x="4222" y="237"/>
                      <a:pt x="3381" y="237"/>
                    </a:cubicBezTo>
                    <a:cubicBezTo>
                      <a:pt x="2540" y="237"/>
                      <a:pt x="1733" y="571"/>
                      <a:pt x="1139" y="1166"/>
                    </a:cubicBezTo>
                    <a:cubicBezTo>
                      <a:pt x="544" y="1761"/>
                      <a:pt x="210" y="2568"/>
                      <a:pt x="210" y="3410"/>
                    </a:cubicBezTo>
                    <a:cubicBezTo>
                      <a:pt x="210" y="4251"/>
                      <a:pt x="544" y="5058"/>
                      <a:pt x="1139" y="5653"/>
                    </a:cubicBezTo>
                    <a:cubicBezTo>
                      <a:pt x="1733" y="6248"/>
                      <a:pt x="2540" y="6582"/>
                      <a:pt x="3381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58" name="Freeform: Shape 2657">
                <a:extLst>
                  <a:ext uri="{FF2B5EF4-FFF2-40B4-BE49-F238E27FC236}">
                    <a16:creationId xmlns:a16="http://schemas.microsoft.com/office/drawing/2014/main" id="{6C956884-7D4D-028F-6D60-694E5F2117D4}"/>
                  </a:ext>
                </a:extLst>
              </p:cNvPr>
              <p:cNvSpPr/>
              <p:nvPr/>
            </p:nvSpPr>
            <p:spPr>
              <a:xfrm>
                <a:off x="3507693" y="6484582"/>
                <a:ext cx="6343" cy="6345"/>
              </a:xfrm>
              <a:custGeom>
                <a:avLst/>
                <a:gdLst>
                  <a:gd name="connsiteX0" fmla="*/ 3381 w 6343"/>
                  <a:gd name="connsiteY0" fmla="*/ 6582 h 6345"/>
                  <a:gd name="connsiteX1" fmla="*/ 5624 w 6343"/>
                  <a:gd name="connsiteY1" fmla="*/ 5653 h 6345"/>
                  <a:gd name="connsiteX2" fmla="*/ 6552 w 6343"/>
                  <a:gd name="connsiteY2" fmla="*/ 3410 h 6345"/>
                  <a:gd name="connsiteX3" fmla="*/ 5624 w 6343"/>
                  <a:gd name="connsiteY3" fmla="*/ 1166 h 6345"/>
                  <a:gd name="connsiteX4" fmla="*/ 3381 w 6343"/>
                  <a:gd name="connsiteY4" fmla="*/ 237 h 6345"/>
                  <a:gd name="connsiteX5" fmla="*/ 1138 w 6343"/>
                  <a:gd name="connsiteY5" fmla="*/ 1166 h 6345"/>
                  <a:gd name="connsiteX6" fmla="*/ 209 w 6343"/>
                  <a:gd name="connsiteY6" fmla="*/ 3410 h 6345"/>
                  <a:gd name="connsiteX7" fmla="*/ 1138 w 6343"/>
                  <a:gd name="connsiteY7" fmla="*/ 5653 h 6345"/>
                  <a:gd name="connsiteX8" fmla="*/ 3381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582"/>
                    </a:moveTo>
                    <a:cubicBezTo>
                      <a:pt x="4222" y="6582"/>
                      <a:pt x="5029" y="6248"/>
                      <a:pt x="5624" y="5653"/>
                    </a:cubicBezTo>
                    <a:cubicBezTo>
                      <a:pt x="6218" y="5058"/>
                      <a:pt x="6552" y="4251"/>
                      <a:pt x="6552" y="3410"/>
                    </a:cubicBezTo>
                    <a:cubicBezTo>
                      <a:pt x="6552" y="2568"/>
                      <a:pt x="6218" y="1761"/>
                      <a:pt x="5624" y="1166"/>
                    </a:cubicBezTo>
                    <a:cubicBezTo>
                      <a:pt x="5029" y="571"/>
                      <a:pt x="4222" y="237"/>
                      <a:pt x="3381" y="237"/>
                    </a:cubicBezTo>
                    <a:cubicBezTo>
                      <a:pt x="2540" y="237"/>
                      <a:pt x="1733" y="571"/>
                      <a:pt x="1138" y="1166"/>
                    </a:cubicBezTo>
                    <a:cubicBezTo>
                      <a:pt x="544" y="1761"/>
                      <a:pt x="209" y="2568"/>
                      <a:pt x="209" y="3410"/>
                    </a:cubicBezTo>
                    <a:cubicBezTo>
                      <a:pt x="209" y="4251"/>
                      <a:pt x="544" y="5058"/>
                      <a:pt x="1138" y="5653"/>
                    </a:cubicBezTo>
                    <a:cubicBezTo>
                      <a:pt x="1733" y="6248"/>
                      <a:pt x="2540" y="6582"/>
                      <a:pt x="3381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59" name="Freeform: Shape 2658">
                <a:extLst>
                  <a:ext uri="{FF2B5EF4-FFF2-40B4-BE49-F238E27FC236}">
                    <a16:creationId xmlns:a16="http://schemas.microsoft.com/office/drawing/2014/main" id="{F4F1CBED-CB4E-650B-AC5E-58AC92E07578}"/>
                  </a:ext>
                </a:extLst>
              </p:cNvPr>
              <p:cNvSpPr/>
              <p:nvPr/>
            </p:nvSpPr>
            <p:spPr>
              <a:xfrm>
                <a:off x="3639916" y="6206241"/>
                <a:ext cx="6343" cy="6345"/>
              </a:xfrm>
              <a:custGeom>
                <a:avLst/>
                <a:gdLst>
                  <a:gd name="connsiteX0" fmla="*/ 3391 w 6343"/>
                  <a:gd name="connsiteY0" fmla="*/ 6560 h 6345"/>
                  <a:gd name="connsiteX1" fmla="*/ 5634 w 6343"/>
                  <a:gd name="connsiteY1" fmla="*/ 5631 h 6345"/>
                  <a:gd name="connsiteX2" fmla="*/ 6563 w 6343"/>
                  <a:gd name="connsiteY2" fmla="*/ 3388 h 6345"/>
                  <a:gd name="connsiteX3" fmla="*/ 5634 w 6343"/>
                  <a:gd name="connsiteY3" fmla="*/ 1144 h 6345"/>
                  <a:gd name="connsiteX4" fmla="*/ 3391 w 6343"/>
                  <a:gd name="connsiteY4" fmla="*/ 215 h 6345"/>
                  <a:gd name="connsiteX5" fmla="*/ 1149 w 6343"/>
                  <a:gd name="connsiteY5" fmla="*/ 1144 h 6345"/>
                  <a:gd name="connsiteX6" fmla="*/ 220 w 6343"/>
                  <a:gd name="connsiteY6" fmla="*/ 3388 h 6345"/>
                  <a:gd name="connsiteX7" fmla="*/ 1149 w 6343"/>
                  <a:gd name="connsiteY7" fmla="*/ 5631 h 6345"/>
                  <a:gd name="connsiteX8" fmla="*/ 339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0"/>
                    </a:moveTo>
                    <a:cubicBezTo>
                      <a:pt x="4232" y="6560"/>
                      <a:pt x="5039" y="6226"/>
                      <a:pt x="5634" y="5631"/>
                    </a:cubicBezTo>
                    <a:cubicBezTo>
                      <a:pt x="6229" y="5036"/>
                      <a:pt x="6563" y="4229"/>
                      <a:pt x="6563" y="3388"/>
                    </a:cubicBezTo>
                    <a:cubicBezTo>
                      <a:pt x="6563" y="2546"/>
                      <a:pt x="6229" y="1739"/>
                      <a:pt x="5634" y="1144"/>
                    </a:cubicBezTo>
                    <a:cubicBezTo>
                      <a:pt x="5039" y="549"/>
                      <a:pt x="4232" y="215"/>
                      <a:pt x="3391" y="215"/>
                    </a:cubicBezTo>
                    <a:cubicBezTo>
                      <a:pt x="2550" y="215"/>
                      <a:pt x="1743" y="549"/>
                      <a:pt x="1149" y="1144"/>
                    </a:cubicBezTo>
                    <a:cubicBezTo>
                      <a:pt x="554" y="1739"/>
                      <a:pt x="220" y="2546"/>
                      <a:pt x="220" y="3388"/>
                    </a:cubicBezTo>
                    <a:cubicBezTo>
                      <a:pt x="220" y="4229"/>
                      <a:pt x="554" y="5036"/>
                      <a:pt x="1149" y="5631"/>
                    </a:cubicBezTo>
                    <a:cubicBezTo>
                      <a:pt x="1743" y="6226"/>
                      <a:pt x="2550" y="6560"/>
                      <a:pt x="339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60" name="Freeform: Shape 2659">
                <a:extLst>
                  <a:ext uri="{FF2B5EF4-FFF2-40B4-BE49-F238E27FC236}">
                    <a16:creationId xmlns:a16="http://schemas.microsoft.com/office/drawing/2014/main" id="{61EB7F74-627B-6588-5586-FA71E6740778}"/>
                  </a:ext>
                </a:extLst>
              </p:cNvPr>
              <p:cNvSpPr/>
              <p:nvPr/>
            </p:nvSpPr>
            <p:spPr>
              <a:xfrm>
                <a:off x="3639089" y="6200717"/>
                <a:ext cx="6343" cy="6345"/>
              </a:xfrm>
              <a:custGeom>
                <a:avLst/>
                <a:gdLst>
                  <a:gd name="connsiteX0" fmla="*/ 3391 w 6343"/>
                  <a:gd name="connsiteY0" fmla="*/ 6560 h 6345"/>
                  <a:gd name="connsiteX1" fmla="*/ 5634 w 6343"/>
                  <a:gd name="connsiteY1" fmla="*/ 5631 h 6345"/>
                  <a:gd name="connsiteX2" fmla="*/ 6563 w 6343"/>
                  <a:gd name="connsiteY2" fmla="*/ 3387 h 6345"/>
                  <a:gd name="connsiteX3" fmla="*/ 5634 w 6343"/>
                  <a:gd name="connsiteY3" fmla="*/ 1144 h 6345"/>
                  <a:gd name="connsiteX4" fmla="*/ 3391 w 6343"/>
                  <a:gd name="connsiteY4" fmla="*/ 214 h 6345"/>
                  <a:gd name="connsiteX5" fmla="*/ 1149 w 6343"/>
                  <a:gd name="connsiteY5" fmla="*/ 1144 h 6345"/>
                  <a:gd name="connsiteX6" fmla="*/ 220 w 6343"/>
                  <a:gd name="connsiteY6" fmla="*/ 3387 h 6345"/>
                  <a:gd name="connsiteX7" fmla="*/ 1149 w 6343"/>
                  <a:gd name="connsiteY7" fmla="*/ 5631 h 6345"/>
                  <a:gd name="connsiteX8" fmla="*/ 339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0"/>
                    </a:moveTo>
                    <a:cubicBezTo>
                      <a:pt x="4232" y="6560"/>
                      <a:pt x="5039" y="6226"/>
                      <a:pt x="5634" y="5631"/>
                    </a:cubicBezTo>
                    <a:cubicBezTo>
                      <a:pt x="6229" y="5036"/>
                      <a:pt x="6563" y="4229"/>
                      <a:pt x="6563" y="3387"/>
                    </a:cubicBezTo>
                    <a:cubicBezTo>
                      <a:pt x="6563" y="2546"/>
                      <a:pt x="6229" y="1739"/>
                      <a:pt x="5634" y="1144"/>
                    </a:cubicBezTo>
                    <a:cubicBezTo>
                      <a:pt x="5039" y="549"/>
                      <a:pt x="4232" y="214"/>
                      <a:pt x="3391" y="214"/>
                    </a:cubicBezTo>
                    <a:cubicBezTo>
                      <a:pt x="2550" y="214"/>
                      <a:pt x="1743" y="549"/>
                      <a:pt x="1149" y="1144"/>
                    </a:cubicBezTo>
                    <a:cubicBezTo>
                      <a:pt x="554" y="1739"/>
                      <a:pt x="220" y="2546"/>
                      <a:pt x="220" y="3387"/>
                    </a:cubicBezTo>
                    <a:cubicBezTo>
                      <a:pt x="220" y="4229"/>
                      <a:pt x="554" y="5036"/>
                      <a:pt x="1149" y="5631"/>
                    </a:cubicBezTo>
                    <a:cubicBezTo>
                      <a:pt x="1743" y="6226"/>
                      <a:pt x="2550" y="6560"/>
                      <a:pt x="339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61" name="Freeform: Shape 2660">
                <a:extLst>
                  <a:ext uri="{FF2B5EF4-FFF2-40B4-BE49-F238E27FC236}">
                    <a16:creationId xmlns:a16="http://schemas.microsoft.com/office/drawing/2014/main" id="{23795E21-B1E2-9376-D144-455113019D3A}"/>
                  </a:ext>
                </a:extLst>
              </p:cNvPr>
              <p:cNvSpPr/>
              <p:nvPr/>
            </p:nvSpPr>
            <p:spPr>
              <a:xfrm>
                <a:off x="3636348" y="6199060"/>
                <a:ext cx="6343" cy="6345"/>
              </a:xfrm>
              <a:custGeom>
                <a:avLst/>
                <a:gdLst>
                  <a:gd name="connsiteX0" fmla="*/ 3391 w 6343"/>
                  <a:gd name="connsiteY0" fmla="*/ 6560 h 6345"/>
                  <a:gd name="connsiteX1" fmla="*/ 5634 w 6343"/>
                  <a:gd name="connsiteY1" fmla="*/ 5630 h 6345"/>
                  <a:gd name="connsiteX2" fmla="*/ 6563 w 6343"/>
                  <a:gd name="connsiteY2" fmla="*/ 3387 h 6345"/>
                  <a:gd name="connsiteX3" fmla="*/ 5634 w 6343"/>
                  <a:gd name="connsiteY3" fmla="*/ 1144 h 6345"/>
                  <a:gd name="connsiteX4" fmla="*/ 3391 w 6343"/>
                  <a:gd name="connsiteY4" fmla="*/ 214 h 6345"/>
                  <a:gd name="connsiteX5" fmla="*/ 1148 w 6343"/>
                  <a:gd name="connsiteY5" fmla="*/ 1144 h 6345"/>
                  <a:gd name="connsiteX6" fmla="*/ 219 w 6343"/>
                  <a:gd name="connsiteY6" fmla="*/ 3387 h 6345"/>
                  <a:gd name="connsiteX7" fmla="*/ 1148 w 6343"/>
                  <a:gd name="connsiteY7" fmla="*/ 5630 h 6345"/>
                  <a:gd name="connsiteX8" fmla="*/ 339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0"/>
                    </a:moveTo>
                    <a:cubicBezTo>
                      <a:pt x="4232" y="6560"/>
                      <a:pt x="5039" y="6225"/>
                      <a:pt x="5634" y="5630"/>
                    </a:cubicBezTo>
                    <a:cubicBezTo>
                      <a:pt x="6228" y="5035"/>
                      <a:pt x="6563" y="4228"/>
                      <a:pt x="6563" y="3387"/>
                    </a:cubicBezTo>
                    <a:cubicBezTo>
                      <a:pt x="6563" y="2546"/>
                      <a:pt x="6228" y="1739"/>
                      <a:pt x="5634" y="1144"/>
                    </a:cubicBezTo>
                    <a:cubicBezTo>
                      <a:pt x="5039" y="549"/>
                      <a:pt x="4232" y="214"/>
                      <a:pt x="3391" y="214"/>
                    </a:cubicBezTo>
                    <a:cubicBezTo>
                      <a:pt x="2550" y="214"/>
                      <a:pt x="1743" y="549"/>
                      <a:pt x="1148" y="1144"/>
                    </a:cubicBezTo>
                    <a:cubicBezTo>
                      <a:pt x="554" y="1739"/>
                      <a:pt x="219" y="2546"/>
                      <a:pt x="219" y="3387"/>
                    </a:cubicBezTo>
                    <a:cubicBezTo>
                      <a:pt x="219" y="4228"/>
                      <a:pt x="554" y="5035"/>
                      <a:pt x="1148" y="5630"/>
                    </a:cubicBezTo>
                    <a:cubicBezTo>
                      <a:pt x="1743" y="6225"/>
                      <a:pt x="2550" y="6560"/>
                      <a:pt x="339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62" name="Freeform: Shape 2661">
                <a:extLst>
                  <a:ext uri="{FF2B5EF4-FFF2-40B4-BE49-F238E27FC236}">
                    <a16:creationId xmlns:a16="http://schemas.microsoft.com/office/drawing/2014/main" id="{C78C83BB-5BE5-9A7B-E9D5-2D114FB1467C}"/>
                  </a:ext>
                </a:extLst>
              </p:cNvPr>
              <p:cNvSpPr/>
              <p:nvPr/>
            </p:nvSpPr>
            <p:spPr>
              <a:xfrm>
                <a:off x="3634716" y="6195273"/>
                <a:ext cx="6343" cy="6345"/>
              </a:xfrm>
              <a:custGeom>
                <a:avLst/>
                <a:gdLst>
                  <a:gd name="connsiteX0" fmla="*/ 3391 w 6343"/>
                  <a:gd name="connsiteY0" fmla="*/ 6559 h 6345"/>
                  <a:gd name="connsiteX1" fmla="*/ 5634 w 6343"/>
                  <a:gd name="connsiteY1" fmla="*/ 5630 h 6345"/>
                  <a:gd name="connsiteX2" fmla="*/ 6562 w 6343"/>
                  <a:gd name="connsiteY2" fmla="*/ 3387 h 6345"/>
                  <a:gd name="connsiteX3" fmla="*/ 5634 w 6343"/>
                  <a:gd name="connsiteY3" fmla="*/ 1143 h 6345"/>
                  <a:gd name="connsiteX4" fmla="*/ 3391 w 6343"/>
                  <a:gd name="connsiteY4" fmla="*/ 214 h 6345"/>
                  <a:gd name="connsiteX5" fmla="*/ 1148 w 6343"/>
                  <a:gd name="connsiteY5" fmla="*/ 1143 h 6345"/>
                  <a:gd name="connsiteX6" fmla="*/ 219 w 6343"/>
                  <a:gd name="connsiteY6" fmla="*/ 3387 h 6345"/>
                  <a:gd name="connsiteX7" fmla="*/ 1148 w 6343"/>
                  <a:gd name="connsiteY7" fmla="*/ 5630 h 6345"/>
                  <a:gd name="connsiteX8" fmla="*/ 339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59"/>
                    </a:moveTo>
                    <a:cubicBezTo>
                      <a:pt x="4232" y="6559"/>
                      <a:pt x="5039" y="6225"/>
                      <a:pt x="5634" y="5630"/>
                    </a:cubicBezTo>
                    <a:cubicBezTo>
                      <a:pt x="6228" y="5035"/>
                      <a:pt x="6562" y="4228"/>
                      <a:pt x="6562" y="3387"/>
                    </a:cubicBezTo>
                    <a:cubicBezTo>
                      <a:pt x="6562" y="2545"/>
                      <a:pt x="6228" y="1738"/>
                      <a:pt x="5634" y="1143"/>
                    </a:cubicBezTo>
                    <a:cubicBezTo>
                      <a:pt x="5039" y="548"/>
                      <a:pt x="4232" y="214"/>
                      <a:pt x="3391" y="214"/>
                    </a:cubicBezTo>
                    <a:cubicBezTo>
                      <a:pt x="2550" y="214"/>
                      <a:pt x="1743" y="548"/>
                      <a:pt x="1148" y="1143"/>
                    </a:cubicBezTo>
                    <a:cubicBezTo>
                      <a:pt x="554" y="1738"/>
                      <a:pt x="219" y="2545"/>
                      <a:pt x="219" y="3387"/>
                    </a:cubicBezTo>
                    <a:cubicBezTo>
                      <a:pt x="219" y="4228"/>
                      <a:pt x="554" y="5035"/>
                      <a:pt x="1148" y="5630"/>
                    </a:cubicBezTo>
                    <a:cubicBezTo>
                      <a:pt x="1743" y="6225"/>
                      <a:pt x="2550" y="6559"/>
                      <a:pt x="339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63" name="Freeform: Shape 2662">
                <a:extLst>
                  <a:ext uri="{FF2B5EF4-FFF2-40B4-BE49-F238E27FC236}">
                    <a16:creationId xmlns:a16="http://schemas.microsoft.com/office/drawing/2014/main" id="{599452A0-AA6B-6B46-BEFA-323ADD42CDA7}"/>
                  </a:ext>
                </a:extLst>
              </p:cNvPr>
              <p:cNvSpPr/>
              <p:nvPr/>
            </p:nvSpPr>
            <p:spPr>
              <a:xfrm>
                <a:off x="3632700" y="6192284"/>
                <a:ext cx="6343" cy="6345"/>
              </a:xfrm>
              <a:custGeom>
                <a:avLst/>
                <a:gdLst>
                  <a:gd name="connsiteX0" fmla="*/ 3391 w 6343"/>
                  <a:gd name="connsiteY0" fmla="*/ 6559 h 6345"/>
                  <a:gd name="connsiteX1" fmla="*/ 5633 w 6343"/>
                  <a:gd name="connsiteY1" fmla="*/ 5630 h 6345"/>
                  <a:gd name="connsiteX2" fmla="*/ 6562 w 6343"/>
                  <a:gd name="connsiteY2" fmla="*/ 3386 h 6345"/>
                  <a:gd name="connsiteX3" fmla="*/ 5633 w 6343"/>
                  <a:gd name="connsiteY3" fmla="*/ 1143 h 6345"/>
                  <a:gd name="connsiteX4" fmla="*/ 3391 w 6343"/>
                  <a:gd name="connsiteY4" fmla="*/ 214 h 6345"/>
                  <a:gd name="connsiteX5" fmla="*/ 1148 w 6343"/>
                  <a:gd name="connsiteY5" fmla="*/ 1143 h 6345"/>
                  <a:gd name="connsiteX6" fmla="*/ 219 w 6343"/>
                  <a:gd name="connsiteY6" fmla="*/ 3386 h 6345"/>
                  <a:gd name="connsiteX7" fmla="*/ 1148 w 6343"/>
                  <a:gd name="connsiteY7" fmla="*/ 5630 h 6345"/>
                  <a:gd name="connsiteX8" fmla="*/ 339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59"/>
                    </a:moveTo>
                    <a:cubicBezTo>
                      <a:pt x="4232" y="6559"/>
                      <a:pt x="5039" y="6225"/>
                      <a:pt x="5633" y="5630"/>
                    </a:cubicBezTo>
                    <a:cubicBezTo>
                      <a:pt x="6228" y="5035"/>
                      <a:pt x="6562" y="4228"/>
                      <a:pt x="6562" y="3386"/>
                    </a:cubicBezTo>
                    <a:cubicBezTo>
                      <a:pt x="6562" y="2545"/>
                      <a:pt x="6228" y="1738"/>
                      <a:pt x="5633" y="1143"/>
                    </a:cubicBezTo>
                    <a:cubicBezTo>
                      <a:pt x="5039" y="548"/>
                      <a:pt x="4232" y="214"/>
                      <a:pt x="3391" y="214"/>
                    </a:cubicBezTo>
                    <a:cubicBezTo>
                      <a:pt x="2550" y="214"/>
                      <a:pt x="1743" y="548"/>
                      <a:pt x="1148" y="1143"/>
                    </a:cubicBezTo>
                    <a:cubicBezTo>
                      <a:pt x="553" y="1738"/>
                      <a:pt x="219" y="2545"/>
                      <a:pt x="219" y="3386"/>
                    </a:cubicBezTo>
                    <a:cubicBezTo>
                      <a:pt x="219" y="4228"/>
                      <a:pt x="553" y="5035"/>
                      <a:pt x="1148" y="5630"/>
                    </a:cubicBezTo>
                    <a:cubicBezTo>
                      <a:pt x="1743" y="6225"/>
                      <a:pt x="2550" y="6559"/>
                      <a:pt x="339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64" name="Freeform: Shape 2663">
                <a:extLst>
                  <a:ext uri="{FF2B5EF4-FFF2-40B4-BE49-F238E27FC236}">
                    <a16:creationId xmlns:a16="http://schemas.microsoft.com/office/drawing/2014/main" id="{A4B28D94-270B-7422-3A3E-83F6ACB199A9}"/>
                  </a:ext>
                </a:extLst>
              </p:cNvPr>
              <p:cNvSpPr/>
              <p:nvPr/>
            </p:nvSpPr>
            <p:spPr>
              <a:xfrm>
                <a:off x="3629970" y="6190674"/>
                <a:ext cx="6343" cy="6345"/>
              </a:xfrm>
              <a:custGeom>
                <a:avLst/>
                <a:gdLst>
                  <a:gd name="connsiteX0" fmla="*/ 3391 w 6343"/>
                  <a:gd name="connsiteY0" fmla="*/ 6559 h 6345"/>
                  <a:gd name="connsiteX1" fmla="*/ 5633 w 6343"/>
                  <a:gd name="connsiteY1" fmla="*/ 5630 h 6345"/>
                  <a:gd name="connsiteX2" fmla="*/ 6562 w 6343"/>
                  <a:gd name="connsiteY2" fmla="*/ 3386 h 6345"/>
                  <a:gd name="connsiteX3" fmla="*/ 5633 w 6343"/>
                  <a:gd name="connsiteY3" fmla="*/ 1143 h 6345"/>
                  <a:gd name="connsiteX4" fmla="*/ 3391 w 6343"/>
                  <a:gd name="connsiteY4" fmla="*/ 214 h 6345"/>
                  <a:gd name="connsiteX5" fmla="*/ 1148 w 6343"/>
                  <a:gd name="connsiteY5" fmla="*/ 1143 h 6345"/>
                  <a:gd name="connsiteX6" fmla="*/ 219 w 6343"/>
                  <a:gd name="connsiteY6" fmla="*/ 3386 h 6345"/>
                  <a:gd name="connsiteX7" fmla="*/ 1148 w 6343"/>
                  <a:gd name="connsiteY7" fmla="*/ 5630 h 6345"/>
                  <a:gd name="connsiteX8" fmla="*/ 339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59"/>
                    </a:moveTo>
                    <a:cubicBezTo>
                      <a:pt x="4232" y="6559"/>
                      <a:pt x="5038" y="6225"/>
                      <a:pt x="5633" y="5630"/>
                    </a:cubicBezTo>
                    <a:cubicBezTo>
                      <a:pt x="6228" y="5035"/>
                      <a:pt x="6562" y="4228"/>
                      <a:pt x="6562" y="3386"/>
                    </a:cubicBezTo>
                    <a:cubicBezTo>
                      <a:pt x="6562" y="2545"/>
                      <a:pt x="6228" y="1738"/>
                      <a:pt x="5633" y="1143"/>
                    </a:cubicBezTo>
                    <a:cubicBezTo>
                      <a:pt x="5038" y="548"/>
                      <a:pt x="4232" y="214"/>
                      <a:pt x="3391" y="214"/>
                    </a:cubicBezTo>
                    <a:cubicBezTo>
                      <a:pt x="2549" y="214"/>
                      <a:pt x="1743" y="548"/>
                      <a:pt x="1148" y="1143"/>
                    </a:cubicBezTo>
                    <a:cubicBezTo>
                      <a:pt x="553" y="1738"/>
                      <a:pt x="219" y="2545"/>
                      <a:pt x="219" y="3386"/>
                    </a:cubicBezTo>
                    <a:cubicBezTo>
                      <a:pt x="219" y="4228"/>
                      <a:pt x="553" y="5035"/>
                      <a:pt x="1148" y="5630"/>
                    </a:cubicBezTo>
                    <a:cubicBezTo>
                      <a:pt x="1743" y="6225"/>
                      <a:pt x="2549" y="6559"/>
                      <a:pt x="339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65" name="Freeform: Shape 2664">
                <a:extLst>
                  <a:ext uri="{FF2B5EF4-FFF2-40B4-BE49-F238E27FC236}">
                    <a16:creationId xmlns:a16="http://schemas.microsoft.com/office/drawing/2014/main" id="{DC60F0DE-150E-AA76-8DD1-C3BFDB98E2C0}"/>
                  </a:ext>
                </a:extLst>
              </p:cNvPr>
              <p:cNvSpPr/>
              <p:nvPr/>
            </p:nvSpPr>
            <p:spPr>
              <a:xfrm>
                <a:off x="3443227" y="6516940"/>
                <a:ext cx="6343" cy="6345"/>
              </a:xfrm>
              <a:custGeom>
                <a:avLst/>
                <a:gdLst>
                  <a:gd name="connsiteX0" fmla="*/ 3376 w 6343"/>
                  <a:gd name="connsiteY0" fmla="*/ 6585 h 6345"/>
                  <a:gd name="connsiteX1" fmla="*/ 5618 w 6343"/>
                  <a:gd name="connsiteY1" fmla="*/ 5655 h 6345"/>
                  <a:gd name="connsiteX2" fmla="*/ 6547 w 6343"/>
                  <a:gd name="connsiteY2" fmla="*/ 3412 h 6345"/>
                  <a:gd name="connsiteX3" fmla="*/ 5618 w 6343"/>
                  <a:gd name="connsiteY3" fmla="*/ 1169 h 6345"/>
                  <a:gd name="connsiteX4" fmla="*/ 3376 w 6343"/>
                  <a:gd name="connsiteY4" fmla="*/ 239 h 6345"/>
                  <a:gd name="connsiteX5" fmla="*/ 1133 w 6343"/>
                  <a:gd name="connsiteY5" fmla="*/ 1169 h 6345"/>
                  <a:gd name="connsiteX6" fmla="*/ 204 w 6343"/>
                  <a:gd name="connsiteY6" fmla="*/ 3412 h 6345"/>
                  <a:gd name="connsiteX7" fmla="*/ 1133 w 6343"/>
                  <a:gd name="connsiteY7" fmla="*/ 5655 h 6345"/>
                  <a:gd name="connsiteX8" fmla="*/ 3376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585"/>
                    </a:moveTo>
                    <a:cubicBezTo>
                      <a:pt x="4217" y="6585"/>
                      <a:pt x="5024" y="6250"/>
                      <a:pt x="5618" y="5655"/>
                    </a:cubicBezTo>
                    <a:cubicBezTo>
                      <a:pt x="6213" y="5061"/>
                      <a:pt x="6547" y="4253"/>
                      <a:pt x="6547" y="3412"/>
                    </a:cubicBezTo>
                    <a:cubicBezTo>
                      <a:pt x="6547" y="2571"/>
                      <a:pt x="6213" y="1764"/>
                      <a:pt x="5618" y="1169"/>
                    </a:cubicBezTo>
                    <a:cubicBezTo>
                      <a:pt x="5024" y="574"/>
                      <a:pt x="4217" y="239"/>
                      <a:pt x="3376" y="239"/>
                    </a:cubicBezTo>
                    <a:cubicBezTo>
                      <a:pt x="2535" y="239"/>
                      <a:pt x="1728" y="574"/>
                      <a:pt x="1133" y="1169"/>
                    </a:cubicBezTo>
                    <a:cubicBezTo>
                      <a:pt x="538" y="1764"/>
                      <a:pt x="204" y="2571"/>
                      <a:pt x="204" y="3412"/>
                    </a:cubicBezTo>
                    <a:cubicBezTo>
                      <a:pt x="204" y="4253"/>
                      <a:pt x="538" y="5061"/>
                      <a:pt x="1133" y="5655"/>
                    </a:cubicBezTo>
                    <a:cubicBezTo>
                      <a:pt x="1728" y="6250"/>
                      <a:pt x="2535" y="6585"/>
                      <a:pt x="3376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66" name="Freeform: Shape 2665">
                <a:extLst>
                  <a:ext uri="{FF2B5EF4-FFF2-40B4-BE49-F238E27FC236}">
                    <a16:creationId xmlns:a16="http://schemas.microsoft.com/office/drawing/2014/main" id="{BA878B4A-B75E-C7CC-1B37-4AB116C66413}"/>
                  </a:ext>
                </a:extLst>
              </p:cNvPr>
              <p:cNvSpPr/>
              <p:nvPr/>
            </p:nvSpPr>
            <p:spPr>
              <a:xfrm>
                <a:off x="3438233" y="6514661"/>
                <a:ext cx="6343" cy="6345"/>
              </a:xfrm>
              <a:custGeom>
                <a:avLst/>
                <a:gdLst>
                  <a:gd name="connsiteX0" fmla="*/ 3375 w 6343"/>
                  <a:gd name="connsiteY0" fmla="*/ 6585 h 6345"/>
                  <a:gd name="connsiteX1" fmla="*/ 5618 w 6343"/>
                  <a:gd name="connsiteY1" fmla="*/ 5655 h 6345"/>
                  <a:gd name="connsiteX2" fmla="*/ 6547 w 6343"/>
                  <a:gd name="connsiteY2" fmla="*/ 3412 h 6345"/>
                  <a:gd name="connsiteX3" fmla="*/ 5618 w 6343"/>
                  <a:gd name="connsiteY3" fmla="*/ 1168 h 6345"/>
                  <a:gd name="connsiteX4" fmla="*/ 3375 w 6343"/>
                  <a:gd name="connsiteY4" fmla="*/ 239 h 6345"/>
                  <a:gd name="connsiteX5" fmla="*/ 1133 w 6343"/>
                  <a:gd name="connsiteY5" fmla="*/ 1168 h 6345"/>
                  <a:gd name="connsiteX6" fmla="*/ 204 w 6343"/>
                  <a:gd name="connsiteY6" fmla="*/ 3412 h 6345"/>
                  <a:gd name="connsiteX7" fmla="*/ 1133 w 6343"/>
                  <a:gd name="connsiteY7" fmla="*/ 5655 h 6345"/>
                  <a:gd name="connsiteX8" fmla="*/ 3375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585"/>
                    </a:moveTo>
                    <a:cubicBezTo>
                      <a:pt x="4217" y="6585"/>
                      <a:pt x="5023" y="6250"/>
                      <a:pt x="5618" y="5655"/>
                    </a:cubicBezTo>
                    <a:cubicBezTo>
                      <a:pt x="6213" y="5060"/>
                      <a:pt x="6547" y="4253"/>
                      <a:pt x="6547" y="3412"/>
                    </a:cubicBezTo>
                    <a:cubicBezTo>
                      <a:pt x="6547" y="2570"/>
                      <a:pt x="6213" y="1763"/>
                      <a:pt x="5618" y="1168"/>
                    </a:cubicBezTo>
                    <a:cubicBezTo>
                      <a:pt x="5023" y="573"/>
                      <a:pt x="4217" y="239"/>
                      <a:pt x="3375" y="239"/>
                    </a:cubicBezTo>
                    <a:cubicBezTo>
                      <a:pt x="2534" y="239"/>
                      <a:pt x="1728" y="573"/>
                      <a:pt x="1133" y="1168"/>
                    </a:cubicBezTo>
                    <a:cubicBezTo>
                      <a:pt x="538" y="1763"/>
                      <a:pt x="204" y="2570"/>
                      <a:pt x="204" y="3412"/>
                    </a:cubicBezTo>
                    <a:cubicBezTo>
                      <a:pt x="204" y="4253"/>
                      <a:pt x="538" y="5060"/>
                      <a:pt x="1133" y="5655"/>
                    </a:cubicBezTo>
                    <a:cubicBezTo>
                      <a:pt x="1728" y="6250"/>
                      <a:pt x="2534" y="6585"/>
                      <a:pt x="3375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67" name="Freeform: Shape 2666">
                <a:extLst>
                  <a:ext uri="{FF2B5EF4-FFF2-40B4-BE49-F238E27FC236}">
                    <a16:creationId xmlns:a16="http://schemas.microsoft.com/office/drawing/2014/main" id="{7A414F7E-D93C-FB94-00FC-DC76469DD727}"/>
                  </a:ext>
                </a:extLst>
              </p:cNvPr>
              <p:cNvSpPr/>
              <p:nvPr/>
            </p:nvSpPr>
            <p:spPr>
              <a:xfrm>
                <a:off x="3433087" y="6512640"/>
                <a:ext cx="6343" cy="6345"/>
              </a:xfrm>
              <a:custGeom>
                <a:avLst/>
                <a:gdLst>
                  <a:gd name="connsiteX0" fmla="*/ 3375 w 6343"/>
                  <a:gd name="connsiteY0" fmla="*/ 6584 h 6345"/>
                  <a:gd name="connsiteX1" fmla="*/ 5618 w 6343"/>
                  <a:gd name="connsiteY1" fmla="*/ 5655 h 6345"/>
                  <a:gd name="connsiteX2" fmla="*/ 6547 w 6343"/>
                  <a:gd name="connsiteY2" fmla="*/ 3412 h 6345"/>
                  <a:gd name="connsiteX3" fmla="*/ 5618 w 6343"/>
                  <a:gd name="connsiteY3" fmla="*/ 1168 h 6345"/>
                  <a:gd name="connsiteX4" fmla="*/ 3375 w 6343"/>
                  <a:gd name="connsiteY4" fmla="*/ 239 h 6345"/>
                  <a:gd name="connsiteX5" fmla="*/ 1132 w 6343"/>
                  <a:gd name="connsiteY5" fmla="*/ 1168 h 6345"/>
                  <a:gd name="connsiteX6" fmla="*/ 203 w 6343"/>
                  <a:gd name="connsiteY6" fmla="*/ 3412 h 6345"/>
                  <a:gd name="connsiteX7" fmla="*/ 1132 w 6343"/>
                  <a:gd name="connsiteY7" fmla="*/ 5655 h 6345"/>
                  <a:gd name="connsiteX8" fmla="*/ 3375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584"/>
                    </a:moveTo>
                    <a:cubicBezTo>
                      <a:pt x="4216" y="6584"/>
                      <a:pt x="5023" y="6250"/>
                      <a:pt x="5618" y="5655"/>
                    </a:cubicBezTo>
                    <a:cubicBezTo>
                      <a:pt x="6212" y="5060"/>
                      <a:pt x="6547" y="4253"/>
                      <a:pt x="6547" y="3412"/>
                    </a:cubicBezTo>
                    <a:cubicBezTo>
                      <a:pt x="6547" y="2570"/>
                      <a:pt x="6212" y="1763"/>
                      <a:pt x="5618" y="1168"/>
                    </a:cubicBezTo>
                    <a:cubicBezTo>
                      <a:pt x="5023" y="573"/>
                      <a:pt x="4216" y="239"/>
                      <a:pt x="3375" y="239"/>
                    </a:cubicBezTo>
                    <a:cubicBezTo>
                      <a:pt x="2534" y="239"/>
                      <a:pt x="1727" y="573"/>
                      <a:pt x="1132" y="1168"/>
                    </a:cubicBezTo>
                    <a:cubicBezTo>
                      <a:pt x="538" y="1763"/>
                      <a:pt x="203" y="2570"/>
                      <a:pt x="203" y="3412"/>
                    </a:cubicBezTo>
                    <a:cubicBezTo>
                      <a:pt x="203" y="4253"/>
                      <a:pt x="538" y="5060"/>
                      <a:pt x="1132" y="5655"/>
                    </a:cubicBezTo>
                    <a:cubicBezTo>
                      <a:pt x="1727" y="6250"/>
                      <a:pt x="2534" y="6584"/>
                      <a:pt x="3375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68" name="Freeform: Shape 2667">
                <a:extLst>
                  <a:ext uri="{FF2B5EF4-FFF2-40B4-BE49-F238E27FC236}">
                    <a16:creationId xmlns:a16="http://schemas.microsoft.com/office/drawing/2014/main" id="{814A20E8-F140-0C82-B0F4-402E2CBFDE82}"/>
                  </a:ext>
                </a:extLst>
              </p:cNvPr>
              <p:cNvSpPr/>
              <p:nvPr/>
            </p:nvSpPr>
            <p:spPr>
              <a:xfrm>
                <a:off x="3428377" y="6509842"/>
                <a:ext cx="6343" cy="6345"/>
              </a:xfrm>
              <a:custGeom>
                <a:avLst/>
                <a:gdLst>
                  <a:gd name="connsiteX0" fmla="*/ 3375 w 6343"/>
                  <a:gd name="connsiteY0" fmla="*/ 6584 h 6345"/>
                  <a:gd name="connsiteX1" fmla="*/ 5617 w 6343"/>
                  <a:gd name="connsiteY1" fmla="*/ 5655 h 6345"/>
                  <a:gd name="connsiteX2" fmla="*/ 6546 w 6343"/>
                  <a:gd name="connsiteY2" fmla="*/ 3411 h 6345"/>
                  <a:gd name="connsiteX3" fmla="*/ 5617 w 6343"/>
                  <a:gd name="connsiteY3" fmla="*/ 1168 h 6345"/>
                  <a:gd name="connsiteX4" fmla="*/ 3375 w 6343"/>
                  <a:gd name="connsiteY4" fmla="*/ 239 h 6345"/>
                  <a:gd name="connsiteX5" fmla="*/ 1132 w 6343"/>
                  <a:gd name="connsiteY5" fmla="*/ 1168 h 6345"/>
                  <a:gd name="connsiteX6" fmla="*/ 203 w 6343"/>
                  <a:gd name="connsiteY6" fmla="*/ 3411 h 6345"/>
                  <a:gd name="connsiteX7" fmla="*/ 1132 w 6343"/>
                  <a:gd name="connsiteY7" fmla="*/ 5655 h 6345"/>
                  <a:gd name="connsiteX8" fmla="*/ 3375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584"/>
                    </a:moveTo>
                    <a:cubicBezTo>
                      <a:pt x="4216" y="6584"/>
                      <a:pt x="5023" y="6250"/>
                      <a:pt x="5617" y="5655"/>
                    </a:cubicBezTo>
                    <a:cubicBezTo>
                      <a:pt x="6212" y="5060"/>
                      <a:pt x="6546" y="4253"/>
                      <a:pt x="6546" y="3411"/>
                    </a:cubicBezTo>
                    <a:cubicBezTo>
                      <a:pt x="6546" y="2570"/>
                      <a:pt x="6212" y="1763"/>
                      <a:pt x="5617" y="1168"/>
                    </a:cubicBezTo>
                    <a:cubicBezTo>
                      <a:pt x="5023" y="573"/>
                      <a:pt x="4216" y="239"/>
                      <a:pt x="3375" y="239"/>
                    </a:cubicBezTo>
                    <a:cubicBezTo>
                      <a:pt x="2534" y="239"/>
                      <a:pt x="1727" y="573"/>
                      <a:pt x="1132" y="1168"/>
                    </a:cubicBezTo>
                    <a:cubicBezTo>
                      <a:pt x="537" y="1763"/>
                      <a:pt x="203" y="2570"/>
                      <a:pt x="203" y="3411"/>
                    </a:cubicBezTo>
                    <a:cubicBezTo>
                      <a:pt x="203" y="4253"/>
                      <a:pt x="537" y="5060"/>
                      <a:pt x="1132" y="5655"/>
                    </a:cubicBezTo>
                    <a:cubicBezTo>
                      <a:pt x="1727" y="6250"/>
                      <a:pt x="2534" y="6584"/>
                      <a:pt x="3375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69" name="Freeform: Shape 2668">
                <a:extLst>
                  <a:ext uri="{FF2B5EF4-FFF2-40B4-BE49-F238E27FC236}">
                    <a16:creationId xmlns:a16="http://schemas.microsoft.com/office/drawing/2014/main" id="{6035EF4A-213C-E308-88D5-6D424387FF3B}"/>
                  </a:ext>
                </a:extLst>
              </p:cNvPr>
              <p:cNvSpPr/>
              <p:nvPr/>
            </p:nvSpPr>
            <p:spPr>
              <a:xfrm>
                <a:off x="3419297" y="6514546"/>
                <a:ext cx="6343" cy="6345"/>
              </a:xfrm>
              <a:custGeom>
                <a:avLst/>
                <a:gdLst>
                  <a:gd name="connsiteX0" fmla="*/ 3374 w 6343"/>
                  <a:gd name="connsiteY0" fmla="*/ 6585 h 6345"/>
                  <a:gd name="connsiteX1" fmla="*/ 5617 w 6343"/>
                  <a:gd name="connsiteY1" fmla="*/ 5655 h 6345"/>
                  <a:gd name="connsiteX2" fmla="*/ 6545 w 6343"/>
                  <a:gd name="connsiteY2" fmla="*/ 3412 h 6345"/>
                  <a:gd name="connsiteX3" fmla="*/ 5617 w 6343"/>
                  <a:gd name="connsiteY3" fmla="*/ 1168 h 6345"/>
                  <a:gd name="connsiteX4" fmla="*/ 3374 w 6343"/>
                  <a:gd name="connsiteY4" fmla="*/ 239 h 6345"/>
                  <a:gd name="connsiteX5" fmla="*/ 1131 w 6343"/>
                  <a:gd name="connsiteY5" fmla="*/ 1168 h 6345"/>
                  <a:gd name="connsiteX6" fmla="*/ 202 w 6343"/>
                  <a:gd name="connsiteY6" fmla="*/ 3412 h 6345"/>
                  <a:gd name="connsiteX7" fmla="*/ 1131 w 6343"/>
                  <a:gd name="connsiteY7" fmla="*/ 5655 h 6345"/>
                  <a:gd name="connsiteX8" fmla="*/ 3374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585"/>
                    </a:moveTo>
                    <a:cubicBezTo>
                      <a:pt x="4215" y="6585"/>
                      <a:pt x="5022" y="6250"/>
                      <a:pt x="5617" y="5655"/>
                    </a:cubicBezTo>
                    <a:cubicBezTo>
                      <a:pt x="6211" y="5060"/>
                      <a:pt x="6545" y="4253"/>
                      <a:pt x="6545" y="3412"/>
                    </a:cubicBezTo>
                    <a:cubicBezTo>
                      <a:pt x="6545" y="2570"/>
                      <a:pt x="6211" y="1763"/>
                      <a:pt x="5617" y="1168"/>
                    </a:cubicBezTo>
                    <a:cubicBezTo>
                      <a:pt x="5022" y="573"/>
                      <a:pt x="4215" y="239"/>
                      <a:pt x="3374" y="239"/>
                    </a:cubicBezTo>
                    <a:cubicBezTo>
                      <a:pt x="2533" y="239"/>
                      <a:pt x="1726" y="573"/>
                      <a:pt x="1131" y="1168"/>
                    </a:cubicBezTo>
                    <a:cubicBezTo>
                      <a:pt x="537" y="1763"/>
                      <a:pt x="202" y="2570"/>
                      <a:pt x="202" y="3412"/>
                    </a:cubicBezTo>
                    <a:cubicBezTo>
                      <a:pt x="202" y="4253"/>
                      <a:pt x="537" y="5060"/>
                      <a:pt x="1131" y="5655"/>
                    </a:cubicBezTo>
                    <a:cubicBezTo>
                      <a:pt x="1726" y="6250"/>
                      <a:pt x="2533" y="6585"/>
                      <a:pt x="3374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70" name="Freeform: Shape 2669">
                <a:extLst>
                  <a:ext uri="{FF2B5EF4-FFF2-40B4-BE49-F238E27FC236}">
                    <a16:creationId xmlns:a16="http://schemas.microsoft.com/office/drawing/2014/main" id="{8022C7B7-1B4F-1713-627D-5C6D3516804C}"/>
                  </a:ext>
                </a:extLst>
              </p:cNvPr>
              <p:cNvSpPr/>
              <p:nvPr/>
            </p:nvSpPr>
            <p:spPr>
              <a:xfrm>
                <a:off x="3414019" y="6512607"/>
                <a:ext cx="6343" cy="6345"/>
              </a:xfrm>
              <a:custGeom>
                <a:avLst/>
                <a:gdLst>
                  <a:gd name="connsiteX0" fmla="*/ 3373 w 6343"/>
                  <a:gd name="connsiteY0" fmla="*/ 6584 h 6345"/>
                  <a:gd name="connsiteX1" fmla="*/ 5616 w 6343"/>
                  <a:gd name="connsiteY1" fmla="*/ 5655 h 6345"/>
                  <a:gd name="connsiteX2" fmla="*/ 6545 w 6343"/>
                  <a:gd name="connsiteY2" fmla="*/ 3412 h 6345"/>
                  <a:gd name="connsiteX3" fmla="*/ 5616 w 6343"/>
                  <a:gd name="connsiteY3" fmla="*/ 1168 h 6345"/>
                  <a:gd name="connsiteX4" fmla="*/ 3373 w 6343"/>
                  <a:gd name="connsiteY4" fmla="*/ 239 h 6345"/>
                  <a:gd name="connsiteX5" fmla="*/ 1131 w 6343"/>
                  <a:gd name="connsiteY5" fmla="*/ 1168 h 6345"/>
                  <a:gd name="connsiteX6" fmla="*/ 202 w 6343"/>
                  <a:gd name="connsiteY6" fmla="*/ 3412 h 6345"/>
                  <a:gd name="connsiteX7" fmla="*/ 1131 w 6343"/>
                  <a:gd name="connsiteY7" fmla="*/ 5655 h 6345"/>
                  <a:gd name="connsiteX8" fmla="*/ 3373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84"/>
                    </a:moveTo>
                    <a:cubicBezTo>
                      <a:pt x="4215" y="6584"/>
                      <a:pt x="5021" y="6250"/>
                      <a:pt x="5616" y="5655"/>
                    </a:cubicBezTo>
                    <a:cubicBezTo>
                      <a:pt x="6211" y="5060"/>
                      <a:pt x="6545" y="4253"/>
                      <a:pt x="6545" y="3412"/>
                    </a:cubicBezTo>
                    <a:cubicBezTo>
                      <a:pt x="6545" y="2570"/>
                      <a:pt x="6211" y="1763"/>
                      <a:pt x="5616" y="1168"/>
                    </a:cubicBezTo>
                    <a:cubicBezTo>
                      <a:pt x="5021" y="573"/>
                      <a:pt x="4215" y="239"/>
                      <a:pt x="3373" y="239"/>
                    </a:cubicBezTo>
                    <a:cubicBezTo>
                      <a:pt x="2532" y="239"/>
                      <a:pt x="1726" y="573"/>
                      <a:pt x="1131" y="1168"/>
                    </a:cubicBezTo>
                    <a:cubicBezTo>
                      <a:pt x="536" y="1763"/>
                      <a:pt x="202" y="2570"/>
                      <a:pt x="202" y="3412"/>
                    </a:cubicBezTo>
                    <a:cubicBezTo>
                      <a:pt x="202" y="4253"/>
                      <a:pt x="536" y="5060"/>
                      <a:pt x="1131" y="5655"/>
                    </a:cubicBezTo>
                    <a:cubicBezTo>
                      <a:pt x="1726" y="6250"/>
                      <a:pt x="2532" y="6584"/>
                      <a:pt x="3373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71" name="Freeform: Shape 2670">
                <a:extLst>
                  <a:ext uri="{FF2B5EF4-FFF2-40B4-BE49-F238E27FC236}">
                    <a16:creationId xmlns:a16="http://schemas.microsoft.com/office/drawing/2014/main" id="{8833D556-3754-05D3-5D46-A180B00F749E}"/>
                  </a:ext>
                </a:extLst>
              </p:cNvPr>
              <p:cNvSpPr/>
              <p:nvPr/>
            </p:nvSpPr>
            <p:spPr>
              <a:xfrm>
                <a:off x="3408234" y="6511490"/>
                <a:ext cx="6343" cy="6345"/>
              </a:xfrm>
              <a:custGeom>
                <a:avLst/>
                <a:gdLst>
                  <a:gd name="connsiteX0" fmla="*/ 3373 w 6343"/>
                  <a:gd name="connsiteY0" fmla="*/ 6584 h 6345"/>
                  <a:gd name="connsiteX1" fmla="*/ 5616 w 6343"/>
                  <a:gd name="connsiteY1" fmla="*/ 5655 h 6345"/>
                  <a:gd name="connsiteX2" fmla="*/ 6545 w 6343"/>
                  <a:gd name="connsiteY2" fmla="*/ 3412 h 6345"/>
                  <a:gd name="connsiteX3" fmla="*/ 5616 w 6343"/>
                  <a:gd name="connsiteY3" fmla="*/ 1168 h 6345"/>
                  <a:gd name="connsiteX4" fmla="*/ 3373 w 6343"/>
                  <a:gd name="connsiteY4" fmla="*/ 239 h 6345"/>
                  <a:gd name="connsiteX5" fmla="*/ 1130 w 6343"/>
                  <a:gd name="connsiteY5" fmla="*/ 1168 h 6345"/>
                  <a:gd name="connsiteX6" fmla="*/ 201 w 6343"/>
                  <a:gd name="connsiteY6" fmla="*/ 3412 h 6345"/>
                  <a:gd name="connsiteX7" fmla="*/ 1130 w 6343"/>
                  <a:gd name="connsiteY7" fmla="*/ 5655 h 6345"/>
                  <a:gd name="connsiteX8" fmla="*/ 3373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84"/>
                    </a:moveTo>
                    <a:cubicBezTo>
                      <a:pt x="4214" y="6584"/>
                      <a:pt x="5021" y="6250"/>
                      <a:pt x="5616" y="5655"/>
                    </a:cubicBezTo>
                    <a:cubicBezTo>
                      <a:pt x="6210" y="5060"/>
                      <a:pt x="6545" y="4253"/>
                      <a:pt x="6545" y="3412"/>
                    </a:cubicBezTo>
                    <a:cubicBezTo>
                      <a:pt x="6545" y="2570"/>
                      <a:pt x="6210" y="1763"/>
                      <a:pt x="5616" y="1168"/>
                    </a:cubicBezTo>
                    <a:cubicBezTo>
                      <a:pt x="5021" y="573"/>
                      <a:pt x="4214" y="239"/>
                      <a:pt x="3373" y="239"/>
                    </a:cubicBezTo>
                    <a:cubicBezTo>
                      <a:pt x="2532" y="239"/>
                      <a:pt x="1725" y="573"/>
                      <a:pt x="1130" y="1168"/>
                    </a:cubicBezTo>
                    <a:cubicBezTo>
                      <a:pt x="536" y="1763"/>
                      <a:pt x="201" y="2570"/>
                      <a:pt x="201" y="3412"/>
                    </a:cubicBezTo>
                    <a:cubicBezTo>
                      <a:pt x="201" y="4253"/>
                      <a:pt x="536" y="5060"/>
                      <a:pt x="1130" y="5655"/>
                    </a:cubicBezTo>
                    <a:cubicBezTo>
                      <a:pt x="1725" y="6250"/>
                      <a:pt x="2532" y="6584"/>
                      <a:pt x="3373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72" name="Freeform: Shape 2671">
                <a:extLst>
                  <a:ext uri="{FF2B5EF4-FFF2-40B4-BE49-F238E27FC236}">
                    <a16:creationId xmlns:a16="http://schemas.microsoft.com/office/drawing/2014/main" id="{8A2B5CD2-E375-C3B4-4D08-E5310D8D0116}"/>
                  </a:ext>
                </a:extLst>
              </p:cNvPr>
              <p:cNvSpPr/>
              <p:nvPr/>
            </p:nvSpPr>
            <p:spPr>
              <a:xfrm>
                <a:off x="3402989" y="6509436"/>
                <a:ext cx="6343" cy="6345"/>
              </a:xfrm>
              <a:custGeom>
                <a:avLst/>
                <a:gdLst>
                  <a:gd name="connsiteX0" fmla="*/ 3373 w 6343"/>
                  <a:gd name="connsiteY0" fmla="*/ 6584 h 6345"/>
                  <a:gd name="connsiteX1" fmla="*/ 5615 w 6343"/>
                  <a:gd name="connsiteY1" fmla="*/ 5655 h 6345"/>
                  <a:gd name="connsiteX2" fmla="*/ 6544 w 6343"/>
                  <a:gd name="connsiteY2" fmla="*/ 3411 h 6345"/>
                  <a:gd name="connsiteX3" fmla="*/ 5615 w 6343"/>
                  <a:gd name="connsiteY3" fmla="*/ 1168 h 6345"/>
                  <a:gd name="connsiteX4" fmla="*/ 3373 w 6343"/>
                  <a:gd name="connsiteY4" fmla="*/ 239 h 6345"/>
                  <a:gd name="connsiteX5" fmla="*/ 1130 w 6343"/>
                  <a:gd name="connsiteY5" fmla="*/ 1168 h 6345"/>
                  <a:gd name="connsiteX6" fmla="*/ 201 w 6343"/>
                  <a:gd name="connsiteY6" fmla="*/ 3411 h 6345"/>
                  <a:gd name="connsiteX7" fmla="*/ 1130 w 6343"/>
                  <a:gd name="connsiteY7" fmla="*/ 5655 h 6345"/>
                  <a:gd name="connsiteX8" fmla="*/ 3373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84"/>
                    </a:moveTo>
                    <a:cubicBezTo>
                      <a:pt x="4214" y="6584"/>
                      <a:pt x="5021" y="6250"/>
                      <a:pt x="5615" y="5655"/>
                    </a:cubicBezTo>
                    <a:cubicBezTo>
                      <a:pt x="6210" y="5060"/>
                      <a:pt x="6544" y="4253"/>
                      <a:pt x="6544" y="3411"/>
                    </a:cubicBezTo>
                    <a:cubicBezTo>
                      <a:pt x="6544" y="2570"/>
                      <a:pt x="6210" y="1763"/>
                      <a:pt x="5615" y="1168"/>
                    </a:cubicBezTo>
                    <a:cubicBezTo>
                      <a:pt x="5021" y="573"/>
                      <a:pt x="4214" y="239"/>
                      <a:pt x="3373" y="239"/>
                    </a:cubicBezTo>
                    <a:cubicBezTo>
                      <a:pt x="2532" y="239"/>
                      <a:pt x="1725" y="573"/>
                      <a:pt x="1130" y="1168"/>
                    </a:cubicBezTo>
                    <a:cubicBezTo>
                      <a:pt x="535" y="1763"/>
                      <a:pt x="201" y="2570"/>
                      <a:pt x="201" y="3411"/>
                    </a:cubicBezTo>
                    <a:cubicBezTo>
                      <a:pt x="201" y="4253"/>
                      <a:pt x="535" y="5060"/>
                      <a:pt x="1130" y="5655"/>
                    </a:cubicBezTo>
                    <a:cubicBezTo>
                      <a:pt x="1725" y="6250"/>
                      <a:pt x="2532" y="6584"/>
                      <a:pt x="3373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73" name="Freeform: Shape 2672">
                <a:extLst>
                  <a:ext uri="{FF2B5EF4-FFF2-40B4-BE49-F238E27FC236}">
                    <a16:creationId xmlns:a16="http://schemas.microsoft.com/office/drawing/2014/main" id="{3AE59914-9956-DBA4-A96A-543C40257FF9}"/>
                  </a:ext>
                </a:extLst>
              </p:cNvPr>
              <p:cNvSpPr/>
              <p:nvPr/>
            </p:nvSpPr>
            <p:spPr>
              <a:xfrm>
                <a:off x="3441735" y="6435944"/>
                <a:ext cx="6343" cy="6345"/>
              </a:xfrm>
              <a:custGeom>
                <a:avLst/>
                <a:gdLst>
                  <a:gd name="connsiteX0" fmla="*/ 3376 w 6343"/>
                  <a:gd name="connsiteY0" fmla="*/ 6578 h 6345"/>
                  <a:gd name="connsiteX1" fmla="*/ 5618 w 6343"/>
                  <a:gd name="connsiteY1" fmla="*/ 5649 h 6345"/>
                  <a:gd name="connsiteX2" fmla="*/ 6547 w 6343"/>
                  <a:gd name="connsiteY2" fmla="*/ 3406 h 6345"/>
                  <a:gd name="connsiteX3" fmla="*/ 5618 w 6343"/>
                  <a:gd name="connsiteY3" fmla="*/ 1162 h 6345"/>
                  <a:gd name="connsiteX4" fmla="*/ 3376 w 6343"/>
                  <a:gd name="connsiteY4" fmla="*/ 233 h 6345"/>
                  <a:gd name="connsiteX5" fmla="*/ 1133 w 6343"/>
                  <a:gd name="connsiteY5" fmla="*/ 1162 h 6345"/>
                  <a:gd name="connsiteX6" fmla="*/ 204 w 6343"/>
                  <a:gd name="connsiteY6" fmla="*/ 3406 h 6345"/>
                  <a:gd name="connsiteX7" fmla="*/ 1133 w 6343"/>
                  <a:gd name="connsiteY7" fmla="*/ 5649 h 6345"/>
                  <a:gd name="connsiteX8" fmla="*/ 3376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578"/>
                    </a:moveTo>
                    <a:cubicBezTo>
                      <a:pt x="4217" y="6578"/>
                      <a:pt x="5024" y="6244"/>
                      <a:pt x="5618" y="5649"/>
                    </a:cubicBezTo>
                    <a:cubicBezTo>
                      <a:pt x="6213" y="5054"/>
                      <a:pt x="6547" y="4247"/>
                      <a:pt x="6547" y="3406"/>
                    </a:cubicBezTo>
                    <a:cubicBezTo>
                      <a:pt x="6547" y="2564"/>
                      <a:pt x="6213" y="1757"/>
                      <a:pt x="5618" y="1162"/>
                    </a:cubicBezTo>
                    <a:cubicBezTo>
                      <a:pt x="5024" y="567"/>
                      <a:pt x="4217" y="233"/>
                      <a:pt x="3376" y="233"/>
                    </a:cubicBezTo>
                    <a:cubicBezTo>
                      <a:pt x="2535" y="233"/>
                      <a:pt x="1728" y="567"/>
                      <a:pt x="1133" y="1162"/>
                    </a:cubicBezTo>
                    <a:cubicBezTo>
                      <a:pt x="538" y="1757"/>
                      <a:pt x="204" y="2564"/>
                      <a:pt x="204" y="3406"/>
                    </a:cubicBezTo>
                    <a:cubicBezTo>
                      <a:pt x="204" y="4247"/>
                      <a:pt x="538" y="5054"/>
                      <a:pt x="1133" y="5649"/>
                    </a:cubicBezTo>
                    <a:cubicBezTo>
                      <a:pt x="1728" y="6244"/>
                      <a:pt x="2535" y="6578"/>
                      <a:pt x="3376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74" name="Freeform: Shape 2673">
                <a:extLst>
                  <a:ext uri="{FF2B5EF4-FFF2-40B4-BE49-F238E27FC236}">
                    <a16:creationId xmlns:a16="http://schemas.microsoft.com/office/drawing/2014/main" id="{78AAB9ED-FE90-0985-6A39-AE10131DFF0A}"/>
                  </a:ext>
                </a:extLst>
              </p:cNvPr>
              <p:cNvSpPr/>
              <p:nvPr/>
            </p:nvSpPr>
            <p:spPr>
              <a:xfrm>
                <a:off x="3440651" y="6428154"/>
                <a:ext cx="6343" cy="6345"/>
              </a:xfrm>
              <a:custGeom>
                <a:avLst/>
                <a:gdLst>
                  <a:gd name="connsiteX0" fmla="*/ 3376 w 6343"/>
                  <a:gd name="connsiteY0" fmla="*/ 6578 h 6345"/>
                  <a:gd name="connsiteX1" fmla="*/ 5618 w 6343"/>
                  <a:gd name="connsiteY1" fmla="*/ 5649 h 6345"/>
                  <a:gd name="connsiteX2" fmla="*/ 6547 w 6343"/>
                  <a:gd name="connsiteY2" fmla="*/ 3405 h 6345"/>
                  <a:gd name="connsiteX3" fmla="*/ 5618 w 6343"/>
                  <a:gd name="connsiteY3" fmla="*/ 1162 h 6345"/>
                  <a:gd name="connsiteX4" fmla="*/ 3376 w 6343"/>
                  <a:gd name="connsiteY4" fmla="*/ 232 h 6345"/>
                  <a:gd name="connsiteX5" fmla="*/ 1133 w 6343"/>
                  <a:gd name="connsiteY5" fmla="*/ 1162 h 6345"/>
                  <a:gd name="connsiteX6" fmla="*/ 204 w 6343"/>
                  <a:gd name="connsiteY6" fmla="*/ 3405 h 6345"/>
                  <a:gd name="connsiteX7" fmla="*/ 1133 w 6343"/>
                  <a:gd name="connsiteY7" fmla="*/ 5649 h 6345"/>
                  <a:gd name="connsiteX8" fmla="*/ 3376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578"/>
                    </a:moveTo>
                    <a:cubicBezTo>
                      <a:pt x="4217" y="6578"/>
                      <a:pt x="5023" y="6243"/>
                      <a:pt x="5618" y="5649"/>
                    </a:cubicBezTo>
                    <a:cubicBezTo>
                      <a:pt x="6213" y="5054"/>
                      <a:pt x="6547" y="4246"/>
                      <a:pt x="6547" y="3405"/>
                    </a:cubicBezTo>
                    <a:cubicBezTo>
                      <a:pt x="6547" y="2564"/>
                      <a:pt x="6213" y="1757"/>
                      <a:pt x="5618" y="1162"/>
                    </a:cubicBezTo>
                    <a:cubicBezTo>
                      <a:pt x="5023" y="567"/>
                      <a:pt x="4217" y="232"/>
                      <a:pt x="3376" y="232"/>
                    </a:cubicBezTo>
                    <a:cubicBezTo>
                      <a:pt x="2534" y="232"/>
                      <a:pt x="1728" y="567"/>
                      <a:pt x="1133" y="1162"/>
                    </a:cubicBezTo>
                    <a:cubicBezTo>
                      <a:pt x="538" y="1757"/>
                      <a:pt x="204" y="2564"/>
                      <a:pt x="204" y="3405"/>
                    </a:cubicBezTo>
                    <a:cubicBezTo>
                      <a:pt x="204" y="4246"/>
                      <a:pt x="538" y="5054"/>
                      <a:pt x="1133" y="5649"/>
                    </a:cubicBezTo>
                    <a:cubicBezTo>
                      <a:pt x="1728" y="6243"/>
                      <a:pt x="2534" y="6578"/>
                      <a:pt x="3376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75" name="Freeform: Shape 2674">
                <a:extLst>
                  <a:ext uri="{FF2B5EF4-FFF2-40B4-BE49-F238E27FC236}">
                    <a16:creationId xmlns:a16="http://schemas.microsoft.com/office/drawing/2014/main" id="{24E6E9B5-B00D-8B3A-E20C-81FE1F169AFB}"/>
                  </a:ext>
                </a:extLst>
              </p:cNvPr>
              <p:cNvSpPr/>
              <p:nvPr/>
            </p:nvSpPr>
            <p:spPr>
              <a:xfrm>
                <a:off x="3377280" y="6508364"/>
                <a:ext cx="6343" cy="6345"/>
              </a:xfrm>
              <a:custGeom>
                <a:avLst/>
                <a:gdLst>
                  <a:gd name="connsiteX0" fmla="*/ 3371 w 6343"/>
                  <a:gd name="connsiteY0" fmla="*/ 6584 h 6345"/>
                  <a:gd name="connsiteX1" fmla="*/ 5613 w 6343"/>
                  <a:gd name="connsiteY1" fmla="*/ 5655 h 6345"/>
                  <a:gd name="connsiteX2" fmla="*/ 6542 w 6343"/>
                  <a:gd name="connsiteY2" fmla="*/ 3411 h 6345"/>
                  <a:gd name="connsiteX3" fmla="*/ 5613 w 6343"/>
                  <a:gd name="connsiteY3" fmla="*/ 1168 h 6345"/>
                  <a:gd name="connsiteX4" fmla="*/ 3371 w 6343"/>
                  <a:gd name="connsiteY4" fmla="*/ 239 h 6345"/>
                  <a:gd name="connsiteX5" fmla="*/ 1128 w 6343"/>
                  <a:gd name="connsiteY5" fmla="*/ 1168 h 6345"/>
                  <a:gd name="connsiteX6" fmla="*/ 199 w 6343"/>
                  <a:gd name="connsiteY6" fmla="*/ 3411 h 6345"/>
                  <a:gd name="connsiteX7" fmla="*/ 1128 w 6343"/>
                  <a:gd name="connsiteY7" fmla="*/ 5655 h 6345"/>
                  <a:gd name="connsiteX8" fmla="*/ 3371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84"/>
                    </a:moveTo>
                    <a:cubicBezTo>
                      <a:pt x="4212" y="6584"/>
                      <a:pt x="5018" y="6250"/>
                      <a:pt x="5613" y="5655"/>
                    </a:cubicBezTo>
                    <a:cubicBezTo>
                      <a:pt x="6208" y="5060"/>
                      <a:pt x="6542" y="4253"/>
                      <a:pt x="6542" y="3411"/>
                    </a:cubicBezTo>
                    <a:cubicBezTo>
                      <a:pt x="6542" y="2570"/>
                      <a:pt x="6208" y="1763"/>
                      <a:pt x="5613" y="1168"/>
                    </a:cubicBezTo>
                    <a:cubicBezTo>
                      <a:pt x="5018" y="573"/>
                      <a:pt x="4212" y="239"/>
                      <a:pt x="3371" y="239"/>
                    </a:cubicBezTo>
                    <a:cubicBezTo>
                      <a:pt x="2529" y="239"/>
                      <a:pt x="1723" y="573"/>
                      <a:pt x="1128" y="1168"/>
                    </a:cubicBezTo>
                    <a:cubicBezTo>
                      <a:pt x="533" y="1763"/>
                      <a:pt x="199" y="2570"/>
                      <a:pt x="199" y="3411"/>
                    </a:cubicBezTo>
                    <a:cubicBezTo>
                      <a:pt x="199" y="4253"/>
                      <a:pt x="533" y="5060"/>
                      <a:pt x="1128" y="5655"/>
                    </a:cubicBezTo>
                    <a:cubicBezTo>
                      <a:pt x="1723" y="6250"/>
                      <a:pt x="2529" y="6584"/>
                      <a:pt x="3371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76" name="Freeform: Shape 2675">
                <a:extLst>
                  <a:ext uri="{FF2B5EF4-FFF2-40B4-BE49-F238E27FC236}">
                    <a16:creationId xmlns:a16="http://schemas.microsoft.com/office/drawing/2014/main" id="{AD741005-561C-16A1-B422-8BB7F0E1B05B}"/>
                  </a:ext>
                </a:extLst>
              </p:cNvPr>
              <p:cNvSpPr/>
              <p:nvPr/>
            </p:nvSpPr>
            <p:spPr>
              <a:xfrm>
                <a:off x="3449531" y="6386939"/>
                <a:ext cx="6343" cy="6345"/>
              </a:xfrm>
              <a:custGeom>
                <a:avLst/>
                <a:gdLst>
                  <a:gd name="connsiteX0" fmla="*/ 3376 w 6343"/>
                  <a:gd name="connsiteY0" fmla="*/ 6575 h 6345"/>
                  <a:gd name="connsiteX1" fmla="*/ 5619 w 6343"/>
                  <a:gd name="connsiteY1" fmla="*/ 5645 h 6345"/>
                  <a:gd name="connsiteX2" fmla="*/ 6548 w 6343"/>
                  <a:gd name="connsiteY2" fmla="*/ 3402 h 6345"/>
                  <a:gd name="connsiteX3" fmla="*/ 5619 w 6343"/>
                  <a:gd name="connsiteY3" fmla="*/ 1158 h 6345"/>
                  <a:gd name="connsiteX4" fmla="*/ 3376 w 6343"/>
                  <a:gd name="connsiteY4" fmla="*/ 229 h 6345"/>
                  <a:gd name="connsiteX5" fmla="*/ 1134 w 6343"/>
                  <a:gd name="connsiteY5" fmla="*/ 1158 h 6345"/>
                  <a:gd name="connsiteX6" fmla="*/ 205 w 6343"/>
                  <a:gd name="connsiteY6" fmla="*/ 3402 h 6345"/>
                  <a:gd name="connsiteX7" fmla="*/ 1134 w 6343"/>
                  <a:gd name="connsiteY7" fmla="*/ 5645 h 6345"/>
                  <a:gd name="connsiteX8" fmla="*/ 3376 w 6343"/>
                  <a:gd name="connsiteY8" fmla="*/ 65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575"/>
                    </a:moveTo>
                    <a:cubicBezTo>
                      <a:pt x="4217" y="6575"/>
                      <a:pt x="5024" y="6240"/>
                      <a:pt x="5619" y="5645"/>
                    </a:cubicBezTo>
                    <a:cubicBezTo>
                      <a:pt x="6214" y="5050"/>
                      <a:pt x="6548" y="4243"/>
                      <a:pt x="6548" y="3402"/>
                    </a:cubicBezTo>
                    <a:cubicBezTo>
                      <a:pt x="6548" y="2560"/>
                      <a:pt x="6214" y="1753"/>
                      <a:pt x="5619" y="1158"/>
                    </a:cubicBezTo>
                    <a:cubicBezTo>
                      <a:pt x="5024" y="563"/>
                      <a:pt x="4217" y="229"/>
                      <a:pt x="3376" y="229"/>
                    </a:cubicBezTo>
                    <a:cubicBezTo>
                      <a:pt x="2535" y="229"/>
                      <a:pt x="1728" y="563"/>
                      <a:pt x="1134" y="1158"/>
                    </a:cubicBezTo>
                    <a:cubicBezTo>
                      <a:pt x="539" y="1753"/>
                      <a:pt x="205" y="2560"/>
                      <a:pt x="205" y="3402"/>
                    </a:cubicBezTo>
                    <a:cubicBezTo>
                      <a:pt x="205" y="4243"/>
                      <a:pt x="539" y="5050"/>
                      <a:pt x="1134" y="5645"/>
                    </a:cubicBezTo>
                    <a:cubicBezTo>
                      <a:pt x="1728" y="6240"/>
                      <a:pt x="2535" y="6575"/>
                      <a:pt x="3376" y="65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77" name="Freeform: Shape 2676">
                <a:extLst>
                  <a:ext uri="{FF2B5EF4-FFF2-40B4-BE49-F238E27FC236}">
                    <a16:creationId xmlns:a16="http://schemas.microsoft.com/office/drawing/2014/main" id="{11DC14EE-59D0-EA25-6A9A-0DC2E5563B55}"/>
                  </a:ext>
                </a:extLst>
              </p:cNvPr>
              <p:cNvSpPr/>
              <p:nvPr/>
            </p:nvSpPr>
            <p:spPr>
              <a:xfrm>
                <a:off x="3364850" y="6506752"/>
                <a:ext cx="6343" cy="6345"/>
              </a:xfrm>
              <a:custGeom>
                <a:avLst/>
                <a:gdLst>
                  <a:gd name="connsiteX0" fmla="*/ 3370 w 6343"/>
                  <a:gd name="connsiteY0" fmla="*/ 6584 h 6345"/>
                  <a:gd name="connsiteX1" fmla="*/ 5612 w 6343"/>
                  <a:gd name="connsiteY1" fmla="*/ 5655 h 6345"/>
                  <a:gd name="connsiteX2" fmla="*/ 6541 w 6343"/>
                  <a:gd name="connsiteY2" fmla="*/ 3411 h 6345"/>
                  <a:gd name="connsiteX3" fmla="*/ 5612 w 6343"/>
                  <a:gd name="connsiteY3" fmla="*/ 1168 h 6345"/>
                  <a:gd name="connsiteX4" fmla="*/ 3370 w 6343"/>
                  <a:gd name="connsiteY4" fmla="*/ 239 h 6345"/>
                  <a:gd name="connsiteX5" fmla="*/ 1127 w 6343"/>
                  <a:gd name="connsiteY5" fmla="*/ 1168 h 6345"/>
                  <a:gd name="connsiteX6" fmla="*/ 198 w 6343"/>
                  <a:gd name="connsiteY6" fmla="*/ 3411 h 6345"/>
                  <a:gd name="connsiteX7" fmla="*/ 1127 w 6343"/>
                  <a:gd name="connsiteY7" fmla="*/ 5655 h 6345"/>
                  <a:gd name="connsiteX8" fmla="*/ 3370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584"/>
                    </a:moveTo>
                    <a:cubicBezTo>
                      <a:pt x="4211" y="6584"/>
                      <a:pt x="5017" y="6250"/>
                      <a:pt x="5612" y="5655"/>
                    </a:cubicBezTo>
                    <a:cubicBezTo>
                      <a:pt x="6207" y="5060"/>
                      <a:pt x="6541" y="4253"/>
                      <a:pt x="6541" y="3411"/>
                    </a:cubicBezTo>
                    <a:cubicBezTo>
                      <a:pt x="6541" y="2570"/>
                      <a:pt x="6207" y="1763"/>
                      <a:pt x="5612" y="1168"/>
                    </a:cubicBezTo>
                    <a:cubicBezTo>
                      <a:pt x="5017" y="573"/>
                      <a:pt x="4211" y="239"/>
                      <a:pt x="3370" y="239"/>
                    </a:cubicBezTo>
                    <a:cubicBezTo>
                      <a:pt x="2529" y="239"/>
                      <a:pt x="1722" y="573"/>
                      <a:pt x="1127" y="1168"/>
                    </a:cubicBezTo>
                    <a:cubicBezTo>
                      <a:pt x="532" y="1763"/>
                      <a:pt x="198" y="2570"/>
                      <a:pt x="198" y="3411"/>
                    </a:cubicBezTo>
                    <a:cubicBezTo>
                      <a:pt x="198" y="4253"/>
                      <a:pt x="532" y="5060"/>
                      <a:pt x="1127" y="5655"/>
                    </a:cubicBezTo>
                    <a:cubicBezTo>
                      <a:pt x="1722" y="6250"/>
                      <a:pt x="2529" y="6584"/>
                      <a:pt x="3370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78" name="Freeform: Shape 2677">
                <a:extLst>
                  <a:ext uri="{FF2B5EF4-FFF2-40B4-BE49-F238E27FC236}">
                    <a16:creationId xmlns:a16="http://schemas.microsoft.com/office/drawing/2014/main" id="{1B69839E-A1E1-2427-5B97-00E95F0B237B}"/>
                  </a:ext>
                </a:extLst>
              </p:cNvPr>
              <p:cNvSpPr/>
              <p:nvPr/>
            </p:nvSpPr>
            <p:spPr>
              <a:xfrm>
                <a:off x="3357854" y="6507023"/>
                <a:ext cx="6343" cy="6345"/>
              </a:xfrm>
              <a:custGeom>
                <a:avLst/>
                <a:gdLst>
                  <a:gd name="connsiteX0" fmla="*/ 3369 w 6343"/>
                  <a:gd name="connsiteY0" fmla="*/ 6584 h 6345"/>
                  <a:gd name="connsiteX1" fmla="*/ 5612 w 6343"/>
                  <a:gd name="connsiteY1" fmla="*/ 5655 h 6345"/>
                  <a:gd name="connsiteX2" fmla="*/ 6541 w 6343"/>
                  <a:gd name="connsiteY2" fmla="*/ 3411 h 6345"/>
                  <a:gd name="connsiteX3" fmla="*/ 5612 w 6343"/>
                  <a:gd name="connsiteY3" fmla="*/ 1168 h 6345"/>
                  <a:gd name="connsiteX4" fmla="*/ 3369 w 6343"/>
                  <a:gd name="connsiteY4" fmla="*/ 239 h 6345"/>
                  <a:gd name="connsiteX5" fmla="*/ 1126 w 6343"/>
                  <a:gd name="connsiteY5" fmla="*/ 1168 h 6345"/>
                  <a:gd name="connsiteX6" fmla="*/ 198 w 6343"/>
                  <a:gd name="connsiteY6" fmla="*/ 3411 h 6345"/>
                  <a:gd name="connsiteX7" fmla="*/ 1126 w 6343"/>
                  <a:gd name="connsiteY7" fmla="*/ 5655 h 6345"/>
                  <a:gd name="connsiteX8" fmla="*/ 3369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584"/>
                    </a:moveTo>
                    <a:cubicBezTo>
                      <a:pt x="4210" y="6584"/>
                      <a:pt x="5017" y="6250"/>
                      <a:pt x="5612" y="5655"/>
                    </a:cubicBezTo>
                    <a:cubicBezTo>
                      <a:pt x="6206" y="5060"/>
                      <a:pt x="6541" y="4253"/>
                      <a:pt x="6541" y="3411"/>
                    </a:cubicBezTo>
                    <a:cubicBezTo>
                      <a:pt x="6541" y="2570"/>
                      <a:pt x="6206" y="1763"/>
                      <a:pt x="5612" y="1168"/>
                    </a:cubicBezTo>
                    <a:cubicBezTo>
                      <a:pt x="5017" y="573"/>
                      <a:pt x="4210" y="239"/>
                      <a:pt x="3369" y="239"/>
                    </a:cubicBezTo>
                    <a:cubicBezTo>
                      <a:pt x="2528" y="239"/>
                      <a:pt x="1721" y="573"/>
                      <a:pt x="1126" y="1168"/>
                    </a:cubicBezTo>
                    <a:cubicBezTo>
                      <a:pt x="532" y="1763"/>
                      <a:pt x="198" y="2570"/>
                      <a:pt x="198" y="3411"/>
                    </a:cubicBezTo>
                    <a:cubicBezTo>
                      <a:pt x="198" y="4253"/>
                      <a:pt x="532" y="5060"/>
                      <a:pt x="1126" y="5655"/>
                    </a:cubicBezTo>
                    <a:cubicBezTo>
                      <a:pt x="1721" y="6250"/>
                      <a:pt x="2528" y="6584"/>
                      <a:pt x="3369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79" name="Freeform: Shape 2678">
                <a:extLst>
                  <a:ext uri="{FF2B5EF4-FFF2-40B4-BE49-F238E27FC236}">
                    <a16:creationId xmlns:a16="http://schemas.microsoft.com/office/drawing/2014/main" id="{4D54BCE9-637C-29DC-AF65-1E68DBE6A749}"/>
                  </a:ext>
                </a:extLst>
              </p:cNvPr>
              <p:cNvSpPr/>
              <p:nvPr/>
            </p:nvSpPr>
            <p:spPr>
              <a:xfrm>
                <a:off x="3352305" y="6505069"/>
                <a:ext cx="6343" cy="6345"/>
              </a:xfrm>
              <a:custGeom>
                <a:avLst/>
                <a:gdLst>
                  <a:gd name="connsiteX0" fmla="*/ 3369 w 6343"/>
                  <a:gd name="connsiteY0" fmla="*/ 6584 h 6345"/>
                  <a:gd name="connsiteX1" fmla="*/ 5611 w 6343"/>
                  <a:gd name="connsiteY1" fmla="*/ 5655 h 6345"/>
                  <a:gd name="connsiteX2" fmla="*/ 6540 w 6343"/>
                  <a:gd name="connsiteY2" fmla="*/ 3411 h 6345"/>
                  <a:gd name="connsiteX3" fmla="*/ 5611 w 6343"/>
                  <a:gd name="connsiteY3" fmla="*/ 1168 h 6345"/>
                  <a:gd name="connsiteX4" fmla="*/ 3369 w 6343"/>
                  <a:gd name="connsiteY4" fmla="*/ 238 h 6345"/>
                  <a:gd name="connsiteX5" fmla="*/ 1126 w 6343"/>
                  <a:gd name="connsiteY5" fmla="*/ 1168 h 6345"/>
                  <a:gd name="connsiteX6" fmla="*/ 197 w 6343"/>
                  <a:gd name="connsiteY6" fmla="*/ 3411 h 6345"/>
                  <a:gd name="connsiteX7" fmla="*/ 1126 w 6343"/>
                  <a:gd name="connsiteY7" fmla="*/ 5655 h 6345"/>
                  <a:gd name="connsiteX8" fmla="*/ 3369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584"/>
                    </a:moveTo>
                    <a:cubicBezTo>
                      <a:pt x="4210" y="6584"/>
                      <a:pt x="5017" y="6250"/>
                      <a:pt x="5611" y="5655"/>
                    </a:cubicBezTo>
                    <a:cubicBezTo>
                      <a:pt x="6206" y="5060"/>
                      <a:pt x="6540" y="4253"/>
                      <a:pt x="6540" y="3411"/>
                    </a:cubicBezTo>
                    <a:cubicBezTo>
                      <a:pt x="6540" y="2570"/>
                      <a:pt x="6206" y="1763"/>
                      <a:pt x="5611" y="1168"/>
                    </a:cubicBezTo>
                    <a:cubicBezTo>
                      <a:pt x="5017" y="573"/>
                      <a:pt x="4210" y="238"/>
                      <a:pt x="3369" y="238"/>
                    </a:cubicBezTo>
                    <a:cubicBezTo>
                      <a:pt x="2528" y="238"/>
                      <a:pt x="1721" y="573"/>
                      <a:pt x="1126" y="1168"/>
                    </a:cubicBezTo>
                    <a:cubicBezTo>
                      <a:pt x="531" y="1763"/>
                      <a:pt x="197" y="2570"/>
                      <a:pt x="197" y="3411"/>
                    </a:cubicBezTo>
                    <a:cubicBezTo>
                      <a:pt x="197" y="4253"/>
                      <a:pt x="531" y="5060"/>
                      <a:pt x="1126" y="5655"/>
                    </a:cubicBezTo>
                    <a:cubicBezTo>
                      <a:pt x="1721" y="6250"/>
                      <a:pt x="2528" y="6584"/>
                      <a:pt x="3369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80" name="Freeform: Shape 2679">
                <a:extLst>
                  <a:ext uri="{FF2B5EF4-FFF2-40B4-BE49-F238E27FC236}">
                    <a16:creationId xmlns:a16="http://schemas.microsoft.com/office/drawing/2014/main" id="{EDFA7FCE-61B0-DFE4-BCB9-B9FC45DB6653}"/>
                  </a:ext>
                </a:extLst>
              </p:cNvPr>
              <p:cNvSpPr/>
              <p:nvPr/>
            </p:nvSpPr>
            <p:spPr>
              <a:xfrm>
                <a:off x="3345925" y="6504293"/>
                <a:ext cx="6343" cy="6345"/>
              </a:xfrm>
              <a:custGeom>
                <a:avLst/>
                <a:gdLst>
                  <a:gd name="connsiteX0" fmla="*/ 3368 w 6343"/>
                  <a:gd name="connsiteY0" fmla="*/ 6584 h 6345"/>
                  <a:gd name="connsiteX1" fmla="*/ 5611 w 6343"/>
                  <a:gd name="connsiteY1" fmla="*/ 5654 h 6345"/>
                  <a:gd name="connsiteX2" fmla="*/ 6540 w 6343"/>
                  <a:gd name="connsiteY2" fmla="*/ 3411 h 6345"/>
                  <a:gd name="connsiteX3" fmla="*/ 5611 w 6343"/>
                  <a:gd name="connsiteY3" fmla="*/ 1168 h 6345"/>
                  <a:gd name="connsiteX4" fmla="*/ 3368 w 6343"/>
                  <a:gd name="connsiteY4" fmla="*/ 238 h 6345"/>
                  <a:gd name="connsiteX5" fmla="*/ 1125 w 6343"/>
                  <a:gd name="connsiteY5" fmla="*/ 1168 h 6345"/>
                  <a:gd name="connsiteX6" fmla="*/ 197 w 6343"/>
                  <a:gd name="connsiteY6" fmla="*/ 3411 h 6345"/>
                  <a:gd name="connsiteX7" fmla="*/ 1125 w 6343"/>
                  <a:gd name="connsiteY7" fmla="*/ 5654 h 6345"/>
                  <a:gd name="connsiteX8" fmla="*/ 3368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584"/>
                    </a:moveTo>
                    <a:cubicBezTo>
                      <a:pt x="4209" y="6584"/>
                      <a:pt x="5016" y="6249"/>
                      <a:pt x="5611" y="5654"/>
                    </a:cubicBezTo>
                    <a:cubicBezTo>
                      <a:pt x="6206" y="5060"/>
                      <a:pt x="6540" y="4252"/>
                      <a:pt x="6540" y="3411"/>
                    </a:cubicBezTo>
                    <a:cubicBezTo>
                      <a:pt x="6540" y="2570"/>
                      <a:pt x="6206" y="1763"/>
                      <a:pt x="5611" y="1168"/>
                    </a:cubicBezTo>
                    <a:cubicBezTo>
                      <a:pt x="5016" y="573"/>
                      <a:pt x="4209" y="238"/>
                      <a:pt x="3368" y="238"/>
                    </a:cubicBezTo>
                    <a:cubicBezTo>
                      <a:pt x="2527" y="238"/>
                      <a:pt x="1720" y="573"/>
                      <a:pt x="1125" y="1168"/>
                    </a:cubicBezTo>
                    <a:cubicBezTo>
                      <a:pt x="531" y="1763"/>
                      <a:pt x="197" y="2570"/>
                      <a:pt x="197" y="3411"/>
                    </a:cubicBezTo>
                    <a:cubicBezTo>
                      <a:pt x="197" y="4252"/>
                      <a:pt x="531" y="5060"/>
                      <a:pt x="1125" y="5654"/>
                    </a:cubicBezTo>
                    <a:cubicBezTo>
                      <a:pt x="1720" y="6249"/>
                      <a:pt x="2527" y="6584"/>
                      <a:pt x="3368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81" name="Freeform: Shape 2680">
                <a:extLst>
                  <a:ext uri="{FF2B5EF4-FFF2-40B4-BE49-F238E27FC236}">
                    <a16:creationId xmlns:a16="http://schemas.microsoft.com/office/drawing/2014/main" id="{4D724EE6-CA30-C947-BE81-16CED310F053}"/>
                  </a:ext>
                </a:extLst>
              </p:cNvPr>
              <p:cNvSpPr/>
              <p:nvPr/>
            </p:nvSpPr>
            <p:spPr>
              <a:xfrm>
                <a:off x="3564629" y="6179554"/>
                <a:ext cx="6343" cy="6345"/>
              </a:xfrm>
              <a:custGeom>
                <a:avLst/>
                <a:gdLst>
                  <a:gd name="connsiteX0" fmla="*/ 3385 w 6343"/>
                  <a:gd name="connsiteY0" fmla="*/ 6558 h 6345"/>
                  <a:gd name="connsiteX1" fmla="*/ 5628 w 6343"/>
                  <a:gd name="connsiteY1" fmla="*/ 5629 h 6345"/>
                  <a:gd name="connsiteX2" fmla="*/ 6557 w 6343"/>
                  <a:gd name="connsiteY2" fmla="*/ 3385 h 6345"/>
                  <a:gd name="connsiteX3" fmla="*/ 5628 w 6343"/>
                  <a:gd name="connsiteY3" fmla="*/ 1142 h 6345"/>
                  <a:gd name="connsiteX4" fmla="*/ 3385 w 6343"/>
                  <a:gd name="connsiteY4" fmla="*/ 213 h 6345"/>
                  <a:gd name="connsiteX5" fmla="*/ 1143 w 6343"/>
                  <a:gd name="connsiteY5" fmla="*/ 1142 h 6345"/>
                  <a:gd name="connsiteX6" fmla="*/ 214 w 6343"/>
                  <a:gd name="connsiteY6" fmla="*/ 3385 h 6345"/>
                  <a:gd name="connsiteX7" fmla="*/ 1143 w 6343"/>
                  <a:gd name="connsiteY7" fmla="*/ 5629 h 6345"/>
                  <a:gd name="connsiteX8" fmla="*/ 338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58"/>
                    </a:moveTo>
                    <a:cubicBezTo>
                      <a:pt x="4226" y="6558"/>
                      <a:pt x="5033" y="6224"/>
                      <a:pt x="5628" y="5629"/>
                    </a:cubicBezTo>
                    <a:cubicBezTo>
                      <a:pt x="6223" y="5034"/>
                      <a:pt x="6557" y="4227"/>
                      <a:pt x="6557" y="3385"/>
                    </a:cubicBezTo>
                    <a:cubicBezTo>
                      <a:pt x="6557" y="2544"/>
                      <a:pt x="6223" y="1737"/>
                      <a:pt x="5628" y="1142"/>
                    </a:cubicBezTo>
                    <a:cubicBezTo>
                      <a:pt x="5033" y="547"/>
                      <a:pt x="4226" y="213"/>
                      <a:pt x="3385" y="213"/>
                    </a:cubicBezTo>
                    <a:cubicBezTo>
                      <a:pt x="2544" y="213"/>
                      <a:pt x="1737" y="547"/>
                      <a:pt x="1143" y="1142"/>
                    </a:cubicBezTo>
                    <a:cubicBezTo>
                      <a:pt x="548" y="1737"/>
                      <a:pt x="214" y="2544"/>
                      <a:pt x="214" y="3385"/>
                    </a:cubicBezTo>
                    <a:cubicBezTo>
                      <a:pt x="214" y="4227"/>
                      <a:pt x="548" y="5034"/>
                      <a:pt x="1143" y="5629"/>
                    </a:cubicBezTo>
                    <a:cubicBezTo>
                      <a:pt x="1737" y="6224"/>
                      <a:pt x="2544" y="6558"/>
                      <a:pt x="338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82" name="Freeform: Shape 2681">
                <a:extLst>
                  <a:ext uri="{FF2B5EF4-FFF2-40B4-BE49-F238E27FC236}">
                    <a16:creationId xmlns:a16="http://schemas.microsoft.com/office/drawing/2014/main" id="{FD4DD77F-3338-0A40-BD70-A01AEA90BD0C}"/>
                  </a:ext>
                </a:extLst>
              </p:cNvPr>
              <p:cNvSpPr/>
              <p:nvPr/>
            </p:nvSpPr>
            <p:spPr>
              <a:xfrm>
                <a:off x="3561583" y="6178120"/>
                <a:ext cx="6343" cy="6345"/>
              </a:xfrm>
              <a:custGeom>
                <a:avLst/>
                <a:gdLst>
                  <a:gd name="connsiteX0" fmla="*/ 3385 w 6343"/>
                  <a:gd name="connsiteY0" fmla="*/ 6558 h 6345"/>
                  <a:gd name="connsiteX1" fmla="*/ 5628 w 6343"/>
                  <a:gd name="connsiteY1" fmla="*/ 5629 h 6345"/>
                  <a:gd name="connsiteX2" fmla="*/ 6557 w 6343"/>
                  <a:gd name="connsiteY2" fmla="*/ 3385 h 6345"/>
                  <a:gd name="connsiteX3" fmla="*/ 5628 w 6343"/>
                  <a:gd name="connsiteY3" fmla="*/ 1142 h 6345"/>
                  <a:gd name="connsiteX4" fmla="*/ 3385 w 6343"/>
                  <a:gd name="connsiteY4" fmla="*/ 213 h 6345"/>
                  <a:gd name="connsiteX5" fmla="*/ 1142 w 6343"/>
                  <a:gd name="connsiteY5" fmla="*/ 1142 h 6345"/>
                  <a:gd name="connsiteX6" fmla="*/ 214 w 6343"/>
                  <a:gd name="connsiteY6" fmla="*/ 3385 h 6345"/>
                  <a:gd name="connsiteX7" fmla="*/ 1142 w 6343"/>
                  <a:gd name="connsiteY7" fmla="*/ 5629 h 6345"/>
                  <a:gd name="connsiteX8" fmla="*/ 338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58"/>
                    </a:moveTo>
                    <a:cubicBezTo>
                      <a:pt x="4226" y="6558"/>
                      <a:pt x="5033" y="6224"/>
                      <a:pt x="5628" y="5629"/>
                    </a:cubicBezTo>
                    <a:cubicBezTo>
                      <a:pt x="6223" y="5034"/>
                      <a:pt x="6557" y="4227"/>
                      <a:pt x="6557" y="3385"/>
                    </a:cubicBezTo>
                    <a:cubicBezTo>
                      <a:pt x="6557" y="2544"/>
                      <a:pt x="6223" y="1737"/>
                      <a:pt x="5628" y="1142"/>
                    </a:cubicBezTo>
                    <a:cubicBezTo>
                      <a:pt x="5033" y="547"/>
                      <a:pt x="4226" y="213"/>
                      <a:pt x="3385" y="213"/>
                    </a:cubicBezTo>
                    <a:cubicBezTo>
                      <a:pt x="2544" y="213"/>
                      <a:pt x="1737" y="547"/>
                      <a:pt x="1142" y="1142"/>
                    </a:cubicBezTo>
                    <a:cubicBezTo>
                      <a:pt x="548" y="1737"/>
                      <a:pt x="214" y="2544"/>
                      <a:pt x="214" y="3385"/>
                    </a:cubicBezTo>
                    <a:cubicBezTo>
                      <a:pt x="214" y="4227"/>
                      <a:pt x="548" y="5034"/>
                      <a:pt x="1142" y="5629"/>
                    </a:cubicBezTo>
                    <a:cubicBezTo>
                      <a:pt x="1737" y="6224"/>
                      <a:pt x="2544" y="6558"/>
                      <a:pt x="338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83" name="Freeform: Shape 2682">
                <a:extLst>
                  <a:ext uri="{FF2B5EF4-FFF2-40B4-BE49-F238E27FC236}">
                    <a16:creationId xmlns:a16="http://schemas.microsoft.com/office/drawing/2014/main" id="{248EFD80-8ADC-BAC3-8505-8099A5C73884}"/>
                  </a:ext>
                </a:extLst>
              </p:cNvPr>
              <p:cNvSpPr/>
              <p:nvPr/>
            </p:nvSpPr>
            <p:spPr>
              <a:xfrm>
                <a:off x="3619562" y="6082044"/>
                <a:ext cx="6343" cy="6345"/>
              </a:xfrm>
              <a:custGeom>
                <a:avLst/>
                <a:gdLst>
                  <a:gd name="connsiteX0" fmla="*/ 3390 w 6343"/>
                  <a:gd name="connsiteY0" fmla="*/ 6550 h 6345"/>
                  <a:gd name="connsiteX1" fmla="*/ 5632 w 6343"/>
                  <a:gd name="connsiteY1" fmla="*/ 5621 h 6345"/>
                  <a:gd name="connsiteX2" fmla="*/ 6561 w 6343"/>
                  <a:gd name="connsiteY2" fmla="*/ 3378 h 6345"/>
                  <a:gd name="connsiteX3" fmla="*/ 5632 w 6343"/>
                  <a:gd name="connsiteY3" fmla="*/ 1134 h 6345"/>
                  <a:gd name="connsiteX4" fmla="*/ 3390 w 6343"/>
                  <a:gd name="connsiteY4" fmla="*/ 205 h 6345"/>
                  <a:gd name="connsiteX5" fmla="*/ 1147 w 6343"/>
                  <a:gd name="connsiteY5" fmla="*/ 1134 h 6345"/>
                  <a:gd name="connsiteX6" fmla="*/ 218 w 6343"/>
                  <a:gd name="connsiteY6" fmla="*/ 3378 h 6345"/>
                  <a:gd name="connsiteX7" fmla="*/ 1147 w 6343"/>
                  <a:gd name="connsiteY7" fmla="*/ 5621 h 6345"/>
                  <a:gd name="connsiteX8" fmla="*/ 339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0"/>
                    </a:moveTo>
                    <a:cubicBezTo>
                      <a:pt x="4231" y="6550"/>
                      <a:pt x="5038" y="6216"/>
                      <a:pt x="5632" y="5621"/>
                    </a:cubicBezTo>
                    <a:cubicBezTo>
                      <a:pt x="6227" y="5026"/>
                      <a:pt x="6561" y="4219"/>
                      <a:pt x="6561" y="3378"/>
                    </a:cubicBezTo>
                    <a:cubicBezTo>
                      <a:pt x="6561" y="2536"/>
                      <a:pt x="6227" y="1729"/>
                      <a:pt x="5632" y="1134"/>
                    </a:cubicBezTo>
                    <a:cubicBezTo>
                      <a:pt x="5038" y="539"/>
                      <a:pt x="4231" y="205"/>
                      <a:pt x="3390" y="205"/>
                    </a:cubicBezTo>
                    <a:cubicBezTo>
                      <a:pt x="2549" y="205"/>
                      <a:pt x="1742" y="539"/>
                      <a:pt x="1147" y="1134"/>
                    </a:cubicBezTo>
                    <a:cubicBezTo>
                      <a:pt x="552" y="1729"/>
                      <a:pt x="218" y="2536"/>
                      <a:pt x="218" y="3378"/>
                    </a:cubicBezTo>
                    <a:cubicBezTo>
                      <a:pt x="218" y="4219"/>
                      <a:pt x="552" y="5026"/>
                      <a:pt x="1147" y="5621"/>
                    </a:cubicBezTo>
                    <a:cubicBezTo>
                      <a:pt x="1742" y="6216"/>
                      <a:pt x="2549" y="6550"/>
                      <a:pt x="339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84" name="Freeform: Shape 2683">
                <a:extLst>
                  <a:ext uri="{FF2B5EF4-FFF2-40B4-BE49-F238E27FC236}">
                    <a16:creationId xmlns:a16="http://schemas.microsoft.com/office/drawing/2014/main" id="{44855C18-DCCF-5993-29FC-BEC500601336}"/>
                  </a:ext>
                </a:extLst>
              </p:cNvPr>
              <p:cNvSpPr/>
              <p:nvPr/>
            </p:nvSpPr>
            <p:spPr>
              <a:xfrm>
                <a:off x="3623624" y="6067863"/>
                <a:ext cx="6343" cy="6345"/>
              </a:xfrm>
              <a:custGeom>
                <a:avLst/>
                <a:gdLst>
                  <a:gd name="connsiteX0" fmla="*/ 3390 w 6343"/>
                  <a:gd name="connsiteY0" fmla="*/ 6549 h 6345"/>
                  <a:gd name="connsiteX1" fmla="*/ 5633 w 6343"/>
                  <a:gd name="connsiteY1" fmla="*/ 5620 h 6345"/>
                  <a:gd name="connsiteX2" fmla="*/ 6562 w 6343"/>
                  <a:gd name="connsiteY2" fmla="*/ 3377 h 6345"/>
                  <a:gd name="connsiteX3" fmla="*/ 5633 w 6343"/>
                  <a:gd name="connsiteY3" fmla="*/ 1133 h 6345"/>
                  <a:gd name="connsiteX4" fmla="*/ 3390 w 6343"/>
                  <a:gd name="connsiteY4" fmla="*/ 204 h 6345"/>
                  <a:gd name="connsiteX5" fmla="*/ 1147 w 6343"/>
                  <a:gd name="connsiteY5" fmla="*/ 1133 h 6345"/>
                  <a:gd name="connsiteX6" fmla="*/ 218 w 6343"/>
                  <a:gd name="connsiteY6" fmla="*/ 3377 h 6345"/>
                  <a:gd name="connsiteX7" fmla="*/ 1147 w 6343"/>
                  <a:gd name="connsiteY7" fmla="*/ 5620 h 6345"/>
                  <a:gd name="connsiteX8" fmla="*/ 3390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9"/>
                    </a:moveTo>
                    <a:cubicBezTo>
                      <a:pt x="4231" y="6549"/>
                      <a:pt x="5038" y="6215"/>
                      <a:pt x="5633" y="5620"/>
                    </a:cubicBezTo>
                    <a:cubicBezTo>
                      <a:pt x="6227" y="5025"/>
                      <a:pt x="6562" y="4218"/>
                      <a:pt x="6562" y="3377"/>
                    </a:cubicBezTo>
                    <a:cubicBezTo>
                      <a:pt x="6562" y="2535"/>
                      <a:pt x="6227" y="1728"/>
                      <a:pt x="5633" y="1133"/>
                    </a:cubicBezTo>
                    <a:cubicBezTo>
                      <a:pt x="5038" y="538"/>
                      <a:pt x="4231" y="204"/>
                      <a:pt x="3390" y="204"/>
                    </a:cubicBezTo>
                    <a:cubicBezTo>
                      <a:pt x="2549" y="204"/>
                      <a:pt x="1742" y="538"/>
                      <a:pt x="1147" y="1133"/>
                    </a:cubicBezTo>
                    <a:cubicBezTo>
                      <a:pt x="553" y="1728"/>
                      <a:pt x="218" y="2535"/>
                      <a:pt x="218" y="3377"/>
                    </a:cubicBezTo>
                    <a:cubicBezTo>
                      <a:pt x="218" y="4218"/>
                      <a:pt x="553" y="5025"/>
                      <a:pt x="1147" y="5620"/>
                    </a:cubicBezTo>
                    <a:cubicBezTo>
                      <a:pt x="1742" y="6215"/>
                      <a:pt x="2549" y="6549"/>
                      <a:pt x="3390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85" name="Freeform: Shape 2684">
                <a:extLst>
                  <a:ext uri="{FF2B5EF4-FFF2-40B4-BE49-F238E27FC236}">
                    <a16:creationId xmlns:a16="http://schemas.microsoft.com/office/drawing/2014/main" id="{4077C812-41C0-CA4D-37AE-220EB8D01D24}"/>
                  </a:ext>
                </a:extLst>
              </p:cNvPr>
              <p:cNvSpPr/>
              <p:nvPr/>
            </p:nvSpPr>
            <p:spPr>
              <a:xfrm>
                <a:off x="3289828" y="6502507"/>
                <a:ext cx="6343" cy="6345"/>
              </a:xfrm>
              <a:custGeom>
                <a:avLst/>
                <a:gdLst>
                  <a:gd name="connsiteX0" fmla="*/ 3364 w 6343"/>
                  <a:gd name="connsiteY0" fmla="*/ 6584 h 6345"/>
                  <a:gd name="connsiteX1" fmla="*/ 5606 w 6343"/>
                  <a:gd name="connsiteY1" fmla="*/ 5654 h 6345"/>
                  <a:gd name="connsiteX2" fmla="*/ 6535 w 6343"/>
                  <a:gd name="connsiteY2" fmla="*/ 3411 h 6345"/>
                  <a:gd name="connsiteX3" fmla="*/ 5606 w 6343"/>
                  <a:gd name="connsiteY3" fmla="*/ 1167 h 6345"/>
                  <a:gd name="connsiteX4" fmla="*/ 3364 w 6343"/>
                  <a:gd name="connsiteY4" fmla="*/ 238 h 6345"/>
                  <a:gd name="connsiteX5" fmla="*/ 1121 w 6343"/>
                  <a:gd name="connsiteY5" fmla="*/ 1167 h 6345"/>
                  <a:gd name="connsiteX6" fmla="*/ 192 w 6343"/>
                  <a:gd name="connsiteY6" fmla="*/ 3411 h 6345"/>
                  <a:gd name="connsiteX7" fmla="*/ 1121 w 6343"/>
                  <a:gd name="connsiteY7" fmla="*/ 5654 h 6345"/>
                  <a:gd name="connsiteX8" fmla="*/ 3364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84"/>
                    </a:moveTo>
                    <a:cubicBezTo>
                      <a:pt x="4205" y="6584"/>
                      <a:pt x="5012" y="6249"/>
                      <a:pt x="5606" y="5654"/>
                    </a:cubicBezTo>
                    <a:cubicBezTo>
                      <a:pt x="6201" y="5059"/>
                      <a:pt x="6535" y="4252"/>
                      <a:pt x="6535" y="3411"/>
                    </a:cubicBezTo>
                    <a:cubicBezTo>
                      <a:pt x="6535" y="2569"/>
                      <a:pt x="6201" y="1762"/>
                      <a:pt x="5606" y="1167"/>
                    </a:cubicBezTo>
                    <a:cubicBezTo>
                      <a:pt x="5012" y="573"/>
                      <a:pt x="4205" y="238"/>
                      <a:pt x="3364" y="238"/>
                    </a:cubicBezTo>
                    <a:cubicBezTo>
                      <a:pt x="2523" y="238"/>
                      <a:pt x="1716" y="573"/>
                      <a:pt x="1121" y="1167"/>
                    </a:cubicBezTo>
                    <a:cubicBezTo>
                      <a:pt x="526" y="1762"/>
                      <a:pt x="192" y="2569"/>
                      <a:pt x="192" y="3411"/>
                    </a:cubicBezTo>
                    <a:cubicBezTo>
                      <a:pt x="192" y="4252"/>
                      <a:pt x="526" y="5059"/>
                      <a:pt x="1121" y="5654"/>
                    </a:cubicBezTo>
                    <a:cubicBezTo>
                      <a:pt x="1716" y="6249"/>
                      <a:pt x="2523" y="6584"/>
                      <a:pt x="3364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86" name="Freeform: Shape 2685">
                <a:extLst>
                  <a:ext uri="{FF2B5EF4-FFF2-40B4-BE49-F238E27FC236}">
                    <a16:creationId xmlns:a16="http://schemas.microsoft.com/office/drawing/2014/main" id="{92FB9053-CAD8-3665-B385-1CEBA86AD2D4}"/>
                  </a:ext>
                </a:extLst>
              </p:cNvPr>
              <p:cNvSpPr/>
              <p:nvPr/>
            </p:nvSpPr>
            <p:spPr>
              <a:xfrm>
                <a:off x="3284816" y="6499327"/>
                <a:ext cx="6343" cy="6345"/>
              </a:xfrm>
              <a:custGeom>
                <a:avLst/>
                <a:gdLst>
                  <a:gd name="connsiteX0" fmla="*/ 3363 w 6343"/>
                  <a:gd name="connsiteY0" fmla="*/ 6583 h 6345"/>
                  <a:gd name="connsiteX1" fmla="*/ 5606 w 6343"/>
                  <a:gd name="connsiteY1" fmla="*/ 5654 h 6345"/>
                  <a:gd name="connsiteX2" fmla="*/ 6535 w 6343"/>
                  <a:gd name="connsiteY2" fmla="*/ 3411 h 6345"/>
                  <a:gd name="connsiteX3" fmla="*/ 5606 w 6343"/>
                  <a:gd name="connsiteY3" fmla="*/ 1167 h 6345"/>
                  <a:gd name="connsiteX4" fmla="*/ 3363 w 6343"/>
                  <a:gd name="connsiteY4" fmla="*/ 238 h 6345"/>
                  <a:gd name="connsiteX5" fmla="*/ 1121 w 6343"/>
                  <a:gd name="connsiteY5" fmla="*/ 1167 h 6345"/>
                  <a:gd name="connsiteX6" fmla="*/ 192 w 6343"/>
                  <a:gd name="connsiteY6" fmla="*/ 3411 h 6345"/>
                  <a:gd name="connsiteX7" fmla="*/ 1121 w 6343"/>
                  <a:gd name="connsiteY7" fmla="*/ 5654 h 6345"/>
                  <a:gd name="connsiteX8" fmla="*/ 3363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83"/>
                    </a:moveTo>
                    <a:cubicBezTo>
                      <a:pt x="4204" y="6583"/>
                      <a:pt x="5011" y="6249"/>
                      <a:pt x="5606" y="5654"/>
                    </a:cubicBezTo>
                    <a:cubicBezTo>
                      <a:pt x="6201" y="5059"/>
                      <a:pt x="6535" y="4252"/>
                      <a:pt x="6535" y="3411"/>
                    </a:cubicBezTo>
                    <a:cubicBezTo>
                      <a:pt x="6535" y="2569"/>
                      <a:pt x="6201" y="1762"/>
                      <a:pt x="5606" y="1167"/>
                    </a:cubicBezTo>
                    <a:cubicBezTo>
                      <a:pt x="5011" y="572"/>
                      <a:pt x="4204" y="238"/>
                      <a:pt x="3363" y="238"/>
                    </a:cubicBezTo>
                    <a:cubicBezTo>
                      <a:pt x="2522" y="238"/>
                      <a:pt x="1715" y="572"/>
                      <a:pt x="1121" y="1167"/>
                    </a:cubicBezTo>
                    <a:cubicBezTo>
                      <a:pt x="526" y="1762"/>
                      <a:pt x="192" y="2569"/>
                      <a:pt x="192" y="3411"/>
                    </a:cubicBezTo>
                    <a:cubicBezTo>
                      <a:pt x="192" y="4252"/>
                      <a:pt x="526" y="5059"/>
                      <a:pt x="1121" y="5654"/>
                    </a:cubicBezTo>
                    <a:cubicBezTo>
                      <a:pt x="1715" y="6249"/>
                      <a:pt x="2522" y="6583"/>
                      <a:pt x="3363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87" name="Freeform: Shape 2686">
                <a:extLst>
                  <a:ext uri="{FF2B5EF4-FFF2-40B4-BE49-F238E27FC236}">
                    <a16:creationId xmlns:a16="http://schemas.microsoft.com/office/drawing/2014/main" id="{8AF7B708-4DD9-28FD-D727-E718D929CBB2}"/>
                  </a:ext>
                </a:extLst>
              </p:cNvPr>
              <p:cNvSpPr/>
              <p:nvPr/>
            </p:nvSpPr>
            <p:spPr>
              <a:xfrm>
                <a:off x="3624407" y="6054428"/>
                <a:ext cx="6343" cy="6345"/>
              </a:xfrm>
              <a:custGeom>
                <a:avLst/>
                <a:gdLst>
                  <a:gd name="connsiteX0" fmla="*/ 3390 w 6343"/>
                  <a:gd name="connsiteY0" fmla="*/ 6548 h 6345"/>
                  <a:gd name="connsiteX1" fmla="*/ 5633 w 6343"/>
                  <a:gd name="connsiteY1" fmla="*/ 5619 h 6345"/>
                  <a:gd name="connsiteX2" fmla="*/ 6562 w 6343"/>
                  <a:gd name="connsiteY2" fmla="*/ 3376 h 6345"/>
                  <a:gd name="connsiteX3" fmla="*/ 5633 w 6343"/>
                  <a:gd name="connsiteY3" fmla="*/ 1132 h 6345"/>
                  <a:gd name="connsiteX4" fmla="*/ 3390 w 6343"/>
                  <a:gd name="connsiteY4" fmla="*/ 203 h 6345"/>
                  <a:gd name="connsiteX5" fmla="*/ 1147 w 6343"/>
                  <a:gd name="connsiteY5" fmla="*/ 1132 h 6345"/>
                  <a:gd name="connsiteX6" fmla="*/ 219 w 6343"/>
                  <a:gd name="connsiteY6" fmla="*/ 3376 h 6345"/>
                  <a:gd name="connsiteX7" fmla="*/ 1147 w 6343"/>
                  <a:gd name="connsiteY7" fmla="*/ 5619 h 6345"/>
                  <a:gd name="connsiteX8" fmla="*/ 3390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8"/>
                    </a:moveTo>
                    <a:cubicBezTo>
                      <a:pt x="4231" y="6548"/>
                      <a:pt x="5038" y="6214"/>
                      <a:pt x="5633" y="5619"/>
                    </a:cubicBezTo>
                    <a:cubicBezTo>
                      <a:pt x="6227" y="5024"/>
                      <a:pt x="6562" y="4217"/>
                      <a:pt x="6562" y="3376"/>
                    </a:cubicBezTo>
                    <a:cubicBezTo>
                      <a:pt x="6562" y="2534"/>
                      <a:pt x="6227" y="1727"/>
                      <a:pt x="5633" y="1132"/>
                    </a:cubicBezTo>
                    <a:cubicBezTo>
                      <a:pt x="5038" y="537"/>
                      <a:pt x="4231" y="203"/>
                      <a:pt x="3390" y="203"/>
                    </a:cubicBezTo>
                    <a:cubicBezTo>
                      <a:pt x="2549" y="203"/>
                      <a:pt x="1742" y="537"/>
                      <a:pt x="1147" y="1132"/>
                    </a:cubicBezTo>
                    <a:cubicBezTo>
                      <a:pt x="553" y="1727"/>
                      <a:pt x="219" y="2534"/>
                      <a:pt x="219" y="3376"/>
                    </a:cubicBezTo>
                    <a:cubicBezTo>
                      <a:pt x="219" y="4217"/>
                      <a:pt x="553" y="5024"/>
                      <a:pt x="1147" y="5619"/>
                    </a:cubicBezTo>
                    <a:cubicBezTo>
                      <a:pt x="1742" y="6214"/>
                      <a:pt x="2549" y="6548"/>
                      <a:pt x="3390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88" name="Freeform: Shape 2687">
                <a:extLst>
                  <a:ext uri="{FF2B5EF4-FFF2-40B4-BE49-F238E27FC236}">
                    <a16:creationId xmlns:a16="http://schemas.microsoft.com/office/drawing/2014/main" id="{F2824991-9DF6-266D-53E9-DBEB8B9E9FCD}"/>
                  </a:ext>
                </a:extLst>
              </p:cNvPr>
              <p:cNvSpPr/>
              <p:nvPr/>
            </p:nvSpPr>
            <p:spPr>
              <a:xfrm>
                <a:off x="3629216" y="6044339"/>
                <a:ext cx="6343" cy="6345"/>
              </a:xfrm>
              <a:custGeom>
                <a:avLst/>
                <a:gdLst>
                  <a:gd name="connsiteX0" fmla="*/ 3390 w 6343"/>
                  <a:gd name="connsiteY0" fmla="*/ 6548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0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8"/>
                    </a:moveTo>
                    <a:cubicBezTo>
                      <a:pt x="4232" y="6548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2" y="202"/>
                      <a:pt x="3390" y="202"/>
                    </a:cubicBezTo>
                    <a:cubicBezTo>
                      <a:pt x="2549" y="202"/>
                      <a:pt x="1743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3" y="6213"/>
                      <a:pt x="2549" y="6548"/>
                      <a:pt x="3390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89" name="Freeform: Shape 2688">
                <a:extLst>
                  <a:ext uri="{FF2B5EF4-FFF2-40B4-BE49-F238E27FC236}">
                    <a16:creationId xmlns:a16="http://schemas.microsoft.com/office/drawing/2014/main" id="{E4937C3F-444E-1C48-A44F-18B8F93BDF92}"/>
                  </a:ext>
                </a:extLst>
              </p:cNvPr>
              <p:cNvSpPr/>
              <p:nvPr/>
            </p:nvSpPr>
            <p:spPr>
              <a:xfrm>
                <a:off x="3628279" y="6041647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3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3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90" name="Freeform: Shape 2689">
                <a:extLst>
                  <a:ext uri="{FF2B5EF4-FFF2-40B4-BE49-F238E27FC236}">
                    <a16:creationId xmlns:a16="http://schemas.microsoft.com/office/drawing/2014/main" id="{56CDA258-E691-7546-1590-B77505F3AA53}"/>
                  </a:ext>
                </a:extLst>
              </p:cNvPr>
              <p:cNvSpPr/>
              <p:nvPr/>
            </p:nvSpPr>
            <p:spPr>
              <a:xfrm>
                <a:off x="3627126" y="6039250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4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4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4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91" name="Freeform: Shape 2690">
                <a:extLst>
                  <a:ext uri="{FF2B5EF4-FFF2-40B4-BE49-F238E27FC236}">
                    <a16:creationId xmlns:a16="http://schemas.microsoft.com/office/drawing/2014/main" id="{DFD1A9EB-7308-80C1-BDA4-054C2340E5A8}"/>
                  </a:ext>
                </a:extLst>
              </p:cNvPr>
              <p:cNvSpPr/>
              <p:nvPr/>
            </p:nvSpPr>
            <p:spPr>
              <a:xfrm>
                <a:off x="3625057" y="6037993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7 w 6343"/>
                  <a:gd name="connsiteY5" fmla="*/ 1131 h 6345"/>
                  <a:gd name="connsiteX6" fmla="*/ 219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4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7" y="1131"/>
                    </a:cubicBezTo>
                    <a:cubicBezTo>
                      <a:pt x="553" y="1726"/>
                      <a:pt x="219" y="2533"/>
                      <a:pt x="219" y="3374"/>
                    </a:cubicBezTo>
                    <a:cubicBezTo>
                      <a:pt x="219" y="4216"/>
                      <a:pt x="553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92" name="Freeform: Shape 2691">
                <a:extLst>
                  <a:ext uri="{FF2B5EF4-FFF2-40B4-BE49-F238E27FC236}">
                    <a16:creationId xmlns:a16="http://schemas.microsoft.com/office/drawing/2014/main" id="{2AB6BE5A-20EF-6642-2160-35223EA01CAB}"/>
                  </a:ext>
                </a:extLst>
              </p:cNvPr>
              <p:cNvSpPr/>
              <p:nvPr/>
            </p:nvSpPr>
            <p:spPr>
              <a:xfrm>
                <a:off x="3622446" y="6037380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1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7 w 6343"/>
                  <a:gd name="connsiteY5" fmla="*/ 1131 h 6345"/>
                  <a:gd name="connsiteX6" fmla="*/ 218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7" y="5023"/>
                      <a:pt x="6561" y="4216"/>
                      <a:pt x="6561" y="3374"/>
                    </a:cubicBezTo>
                    <a:cubicBezTo>
                      <a:pt x="6561" y="2533"/>
                      <a:pt x="6227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7" y="1131"/>
                    </a:cubicBezTo>
                    <a:cubicBezTo>
                      <a:pt x="553" y="1726"/>
                      <a:pt x="218" y="2533"/>
                      <a:pt x="218" y="3374"/>
                    </a:cubicBezTo>
                    <a:cubicBezTo>
                      <a:pt x="218" y="4216"/>
                      <a:pt x="553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93" name="Freeform: Shape 2692">
                <a:extLst>
                  <a:ext uri="{FF2B5EF4-FFF2-40B4-BE49-F238E27FC236}">
                    <a16:creationId xmlns:a16="http://schemas.microsoft.com/office/drawing/2014/main" id="{A45AA69C-2C2C-D347-7B68-9D7F7A743488}"/>
                  </a:ext>
                </a:extLst>
              </p:cNvPr>
              <p:cNvSpPr/>
              <p:nvPr/>
            </p:nvSpPr>
            <p:spPr>
              <a:xfrm>
                <a:off x="3154916" y="6589458"/>
                <a:ext cx="6343" cy="6345"/>
              </a:xfrm>
              <a:custGeom>
                <a:avLst/>
                <a:gdLst>
                  <a:gd name="connsiteX0" fmla="*/ 3353 w 6343"/>
                  <a:gd name="connsiteY0" fmla="*/ 6590 h 6345"/>
                  <a:gd name="connsiteX1" fmla="*/ 5596 w 6343"/>
                  <a:gd name="connsiteY1" fmla="*/ 5661 h 6345"/>
                  <a:gd name="connsiteX2" fmla="*/ 6525 w 6343"/>
                  <a:gd name="connsiteY2" fmla="*/ 3418 h 6345"/>
                  <a:gd name="connsiteX3" fmla="*/ 5596 w 6343"/>
                  <a:gd name="connsiteY3" fmla="*/ 1174 h 6345"/>
                  <a:gd name="connsiteX4" fmla="*/ 3353 w 6343"/>
                  <a:gd name="connsiteY4" fmla="*/ 245 h 6345"/>
                  <a:gd name="connsiteX5" fmla="*/ 1110 w 6343"/>
                  <a:gd name="connsiteY5" fmla="*/ 1174 h 6345"/>
                  <a:gd name="connsiteX6" fmla="*/ 182 w 6343"/>
                  <a:gd name="connsiteY6" fmla="*/ 3418 h 6345"/>
                  <a:gd name="connsiteX7" fmla="*/ 1110 w 6343"/>
                  <a:gd name="connsiteY7" fmla="*/ 5661 h 6345"/>
                  <a:gd name="connsiteX8" fmla="*/ 3353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90"/>
                    </a:moveTo>
                    <a:cubicBezTo>
                      <a:pt x="4194" y="6590"/>
                      <a:pt x="5001" y="6256"/>
                      <a:pt x="5596" y="5661"/>
                    </a:cubicBezTo>
                    <a:cubicBezTo>
                      <a:pt x="6190" y="5066"/>
                      <a:pt x="6525" y="4259"/>
                      <a:pt x="6525" y="3418"/>
                    </a:cubicBezTo>
                    <a:cubicBezTo>
                      <a:pt x="6525" y="2576"/>
                      <a:pt x="6190" y="1769"/>
                      <a:pt x="5596" y="1174"/>
                    </a:cubicBezTo>
                    <a:cubicBezTo>
                      <a:pt x="5001" y="579"/>
                      <a:pt x="4194" y="245"/>
                      <a:pt x="3353" y="245"/>
                    </a:cubicBezTo>
                    <a:cubicBezTo>
                      <a:pt x="2512" y="245"/>
                      <a:pt x="1705" y="579"/>
                      <a:pt x="1110" y="1174"/>
                    </a:cubicBezTo>
                    <a:cubicBezTo>
                      <a:pt x="516" y="1769"/>
                      <a:pt x="182" y="2576"/>
                      <a:pt x="182" y="3418"/>
                    </a:cubicBezTo>
                    <a:cubicBezTo>
                      <a:pt x="182" y="4259"/>
                      <a:pt x="516" y="5066"/>
                      <a:pt x="1110" y="5661"/>
                    </a:cubicBezTo>
                    <a:cubicBezTo>
                      <a:pt x="1705" y="6256"/>
                      <a:pt x="2512" y="6590"/>
                      <a:pt x="3353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94" name="Freeform: Shape 2693">
                <a:extLst>
                  <a:ext uri="{FF2B5EF4-FFF2-40B4-BE49-F238E27FC236}">
                    <a16:creationId xmlns:a16="http://schemas.microsoft.com/office/drawing/2014/main" id="{DB7FF38C-A0D3-EDD0-557D-B3CABD120127}"/>
                  </a:ext>
                </a:extLst>
              </p:cNvPr>
              <p:cNvSpPr/>
              <p:nvPr/>
            </p:nvSpPr>
            <p:spPr>
              <a:xfrm>
                <a:off x="3149229" y="6585578"/>
                <a:ext cx="6343" cy="6345"/>
              </a:xfrm>
              <a:custGeom>
                <a:avLst/>
                <a:gdLst>
                  <a:gd name="connsiteX0" fmla="*/ 3353 w 6343"/>
                  <a:gd name="connsiteY0" fmla="*/ 6590 h 6345"/>
                  <a:gd name="connsiteX1" fmla="*/ 5595 w 6343"/>
                  <a:gd name="connsiteY1" fmla="*/ 5661 h 6345"/>
                  <a:gd name="connsiteX2" fmla="*/ 6524 w 6343"/>
                  <a:gd name="connsiteY2" fmla="*/ 3417 h 6345"/>
                  <a:gd name="connsiteX3" fmla="*/ 5595 w 6343"/>
                  <a:gd name="connsiteY3" fmla="*/ 1174 h 6345"/>
                  <a:gd name="connsiteX4" fmla="*/ 3353 w 6343"/>
                  <a:gd name="connsiteY4" fmla="*/ 245 h 6345"/>
                  <a:gd name="connsiteX5" fmla="*/ 1110 w 6343"/>
                  <a:gd name="connsiteY5" fmla="*/ 1174 h 6345"/>
                  <a:gd name="connsiteX6" fmla="*/ 181 w 6343"/>
                  <a:gd name="connsiteY6" fmla="*/ 3417 h 6345"/>
                  <a:gd name="connsiteX7" fmla="*/ 1110 w 6343"/>
                  <a:gd name="connsiteY7" fmla="*/ 5661 h 6345"/>
                  <a:gd name="connsiteX8" fmla="*/ 3353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90"/>
                    </a:moveTo>
                    <a:cubicBezTo>
                      <a:pt x="4194" y="6590"/>
                      <a:pt x="5001" y="6256"/>
                      <a:pt x="5595" y="5661"/>
                    </a:cubicBezTo>
                    <a:cubicBezTo>
                      <a:pt x="6190" y="5066"/>
                      <a:pt x="6524" y="4259"/>
                      <a:pt x="6524" y="3417"/>
                    </a:cubicBezTo>
                    <a:cubicBezTo>
                      <a:pt x="6524" y="2576"/>
                      <a:pt x="6190" y="1769"/>
                      <a:pt x="5595" y="1174"/>
                    </a:cubicBezTo>
                    <a:cubicBezTo>
                      <a:pt x="5001" y="579"/>
                      <a:pt x="4194" y="245"/>
                      <a:pt x="3353" y="245"/>
                    </a:cubicBezTo>
                    <a:cubicBezTo>
                      <a:pt x="2512" y="245"/>
                      <a:pt x="1705" y="579"/>
                      <a:pt x="1110" y="1174"/>
                    </a:cubicBezTo>
                    <a:cubicBezTo>
                      <a:pt x="515" y="1769"/>
                      <a:pt x="181" y="2576"/>
                      <a:pt x="181" y="3417"/>
                    </a:cubicBezTo>
                    <a:cubicBezTo>
                      <a:pt x="181" y="4259"/>
                      <a:pt x="515" y="5066"/>
                      <a:pt x="1110" y="5661"/>
                    </a:cubicBezTo>
                    <a:cubicBezTo>
                      <a:pt x="1705" y="6256"/>
                      <a:pt x="2512" y="6590"/>
                      <a:pt x="3353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95" name="Freeform: Shape 2694">
                <a:extLst>
                  <a:ext uri="{FF2B5EF4-FFF2-40B4-BE49-F238E27FC236}">
                    <a16:creationId xmlns:a16="http://schemas.microsoft.com/office/drawing/2014/main" id="{C11EF4DD-AAA4-38F3-F7F5-7E140B0E2825}"/>
                  </a:ext>
                </a:extLst>
              </p:cNvPr>
              <p:cNvSpPr/>
              <p:nvPr/>
            </p:nvSpPr>
            <p:spPr>
              <a:xfrm>
                <a:off x="3192604" y="6524789"/>
                <a:ext cx="6343" cy="6345"/>
              </a:xfrm>
              <a:custGeom>
                <a:avLst/>
                <a:gdLst>
                  <a:gd name="connsiteX0" fmla="*/ 3356 w 6343"/>
                  <a:gd name="connsiteY0" fmla="*/ 6585 h 6345"/>
                  <a:gd name="connsiteX1" fmla="*/ 5599 w 6343"/>
                  <a:gd name="connsiteY1" fmla="*/ 5656 h 6345"/>
                  <a:gd name="connsiteX2" fmla="*/ 6528 w 6343"/>
                  <a:gd name="connsiteY2" fmla="*/ 3413 h 6345"/>
                  <a:gd name="connsiteX3" fmla="*/ 5599 w 6343"/>
                  <a:gd name="connsiteY3" fmla="*/ 1169 h 6345"/>
                  <a:gd name="connsiteX4" fmla="*/ 3356 w 6343"/>
                  <a:gd name="connsiteY4" fmla="*/ 240 h 6345"/>
                  <a:gd name="connsiteX5" fmla="*/ 1113 w 6343"/>
                  <a:gd name="connsiteY5" fmla="*/ 1169 h 6345"/>
                  <a:gd name="connsiteX6" fmla="*/ 184 w 6343"/>
                  <a:gd name="connsiteY6" fmla="*/ 3413 h 6345"/>
                  <a:gd name="connsiteX7" fmla="*/ 1113 w 6343"/>
                  <a:gd name="connsiteY7" fmla="*/ 5656 h 6345"/>
                  <a:gd name="connsiteX8" fmla="*/ 3356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585"/>
                    </a:moveTo>
                    <a:cubicBezTo>
                      <a:pt x="4197" y="6585"/>
                      <a:pt x="5004" y="6251"/>
                      <a:pt x="5599" y="5656"/>
                    </a:cubicBezTo>
                    <a:cubicBezTo>
                      <a:pt x="6193" y="5061"/>
                      <a:pt x="6528" y="4254"/>
                      <a:pt x="6528" y="3413"/>
                    </a:cubicBezTo>
                    <a:cubicBezTo>
                      <a:pt x="6528" y="2571"/>
                      <a:pt x="6193" y="1764"/>
                      <a:pt x="5599" y="1169"/>
                    </a:cubicBezTo>
                    <a:cubicBezTo>
                      <a:pt x="5004" y="574"/>
                      <a:pt x="4197" y="240"/>
                      <a:pt x="3356" y="240"/>
                    </a:cubicBezTo>
                    <a:cubicBezTo>
                      <a:pt x="2515" y="240"/>
                      <a:pt x="1708" y="574"/>
                      <a:pt x="1113" y="1169"/>
                    </a:cubicBezTo>
                    <a:cubicBezTo>
                      <a:pt x="519" y="1764"/>
                      <a:pt x="184" y="2571"/>
                      <a:pt x="184" y="3413"/>
                    </a:cubicBezTo>
                    <a:cubicBezTo>
                      <a:pt x="184" y="4254"/>
                      <a:pt x="519" y="5061"/>
                      <a:pt x="1113" y="5656"/>
                    </a:cubicBezTo>
                    <a:cubicBezTo>
                      <a:pt x="1708" y="6251"/>
                      <a:pt x="2515" y="6585"/>
                      <a:pt x="3356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96" name="Freeform: Shape 2695">
                <a:extLst>
                  <a:ext uri="{FF2B5EF4-FFF2-40B4-BE49-F238E27FC236}">
                    <a16:creationId xmlns:a16="http://schemas.microsoft.com/office/drawing/2014/main" id="{C544C5CF-FBC4-D95B-18A8-957C44737DC2}"/>
                  </a:ext>
                </a:extLst>
              </p:cNvPr>
              <p:cNvSpPr/>
              <p:nvPr/>
            </p:nvSpPr>
            <p:spPr>
              <a:xfrm>
                <a:off x="3187400" y="6521028"/>
                <a:ext cx="6343" cy="6345"/>
              </a:xfrm>
              <a:custGeom>
                <a:avLst/>
                <a:gdLst>
                  <a:gd name="connsiteX0" fmla="*/ 3356 w 6343"/>
                  <a:gd name="connsiteY0" fmla="*/ 6585 h 6345"/>
                  <a:gd name="connsiteX1" fmla="*/ 5598 w 6343"/>
                  <a:gd name="connsiteY1" fmla="*/ 5656 h 6345"/>
                  <a:gd name="connsiteX2" fmla="*/ 6527 w 6343"/>
                  <a:gd name="connsiteY2" fmla="*/ 3412 h 6345"/>
                  <a:gd name="connsiteX3" fmla="*/ 5598 w 6343"/>
                  <a:gd name="connsiteY3" fmla="*/ 1169 h 6345"/>
                  <a:gd name="connsiteX4" fmla="*/ 3356 w 6343"/>
                  <a:gd name="connsiteY4" fmla="*/ 240 h 6345"/>
                  <a:gd name="connsiteX5" fmla="*/ 1113 w 6343"/>
                  <a:gd name="connsiteY5" fmla="*/ 1169 h 6345"/>
                  <a:gd name="connsiteX6" fmla="*/ 184 w 6343"/>
                  <a:gd name="connsiteY6" fmla="*/ 3412 h 6345"/>
                  <a:gd name="connsiteX7" fmla="*/ 1113 w 6343"/>
                  <a:gd name="connsiteY7" fmla="*/ 5656 h 6345"/>
                  <a:gd name="connsiteX8" fmla="*/ 3356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585"/>
                    </a:moveTo>
                    <a:cubicBezTo>
                      <a:pt x="4197" y="6585"/>
                      <a:pt x="5004" y="6251"/>
                      <a:pt x="5598" y="5656"/>
                    </a:cubicBezTo>
                    <a:cubicBezTo>
                      <a:pt x="6193" y="5061"/>
                      <a:pt x="6527" y="4254"/>
                      <a:pt x="6527" y="3412"/>
                    </a:cubicBezTo>
                    <a:cubicBezTo>
                      <a:pt x="6527" y="2571"/>
                      <a:pt x="6193" y="1764"/>
                      <a:pt x="5598" y="1169"/>
                    </a:cubicBezTo>
                    <a:cubicBezTo>
                      <a:pt x="5004" y="574"/>
                      <a:pt x="4197" y="240"/>
                      <a:pt x="3356" y="240"/>
                    </a:cubicBezTo>
                    <a:cubicBezTo>
                      <a:pt x="2515" y="240"/>
                      <a:pt x="1708" y="574"/>
                      <a:pt x="1113" y="1169"/>
                    </a:cubicBezTo>
                    <a:cubicBezTo>
                      <a:pt x="518" y="1764"/>
                      <a:pt x="184" y="2571"/>
                      <a:pt x="184" y="3412"/>
                    </a:cubicBezTo>
                    <a:cubicBezTo>
                      <a:pt x="184" y="4254"/>
                      <a:pt x="518" y="5061"/>
                      <a:pt x="1113" y="5656"/>
                    </a:cubicBezTo>
                    <a:cubicBezTo>
                      <a:pt x="1708" y="6251"/>
                      <a:pt x="2515" y="6585"/>
                      <a:pt x="3356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97" name="Freeform: Shape 2696">
                <a:extLst>
                  <a:ext uri="{FF2B5EF4-FFF2-40B4-BE49-F238E27FC236}">
                    <a16:creationId xmlns:a16="http://schemas.microsoft.com/office/drawing/2014/main" id="{31E756AE-728E-2553-55E7-7587FDD94C0D}"/>
                  </a:ext>
                </a:extLst>
              </p:cNvPr>
              <p:cNvSpPr/>
              <p:nvPr/>
            </p:nvSpPr>
            <p:spPr>
              <a:xfrm>
                <a:off x="3176351" y="6523868"/>
                <a:ext cx="6343" cy="6345"/>
              </a:xfrm>
              <a:custGeom>
                <a:avLst/>
                <a:gdLst>
                  <a:gd name="connsiteX0" fmla="*/ 3355 w 6343"/>
                  <a:gd name="connsiteY0" fmla="*/ 6585 h 6345"/>
                  <a:gd name="connsiteX1" fmla="*/ 5597 w 6343"/>
                  <a:gd name="connsiteY1" fmla="*/ 5656 h 6345"/>
                  <a:gd name="connsiteX2" fmla="*/ 6526 w 6343"/>
                  <a:gd name="connsiteY2" fmla="*/ 3413 h 6345"/>
                  <a:gd name="connsiteX3" fmla="*/ 5597 w 6343"/>
                  <a:gd name="connsiteY3" fmla="*/ 1169 h 6345"/>
                  <a:gd name="connsiteX4" fmla="*/ 3355 w 6343"/>
                  <a:gd name="connsiteY4" fmla="*/ 240 h 6345"/>
                  <a:gd name="connsiteX5" fmla="*/ 1112 w 6343"/>
                  <a:gd name="connsiteY5" fmla="*/ 1169 h 6345"/>
                  <a:gd name="connsiteX6" fmla="*/ 183 w 6343"/>
                  <a:gd name="connsiteY6" fmla="*/ 3413 h 6345"/>
                  <a:gd name="connsiteX7" fmla="*/ 1112 w 6343"/>
                  <a:gd name="connsiteY7" fmla="*/ 5656 h 6345"/>
                  <a:gd name="connsiteX8" fmla="*/ 3355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85"/>
                    </a:moveTo>
                    <a:cubicBezTo>
                      <a:pt x="4196" y="6585"/>
                      <a:pt x="5003" y="6251"/>
                      <a:pt x="5597" y="5656"/>
                    </a:cubicBezTo>
                    <a:cubicBezTo>
                      <a:pt x="6192" y="5061"/>
                      <a:pt x="6526" y="4254"/>
                      <a:pt x="6526" y="3413"/>
                    </a:cubicBezTo>
                    <a:cubicBezTo>
                      <a:pt x="6526" y="2571"/>
                      <a:pt x="6192" y="1764"/>
                      <a:pt x="5597" y="1169"/>
                    </a:cubicBezTo>
                    <a:cubicBezTo>
                      <a:pt x="5003" y="574"/>
                      <a:pt x="4196" y="240"/>
                      <a:pt x="3355" y="240"/>
                    </a:cubicBezTo>
                    <a:cubicBezTo>
                      <a:pt x="2514" y="240"/>
                      <a:pt x="1707" y="574"/>
                      <a:pt x="1112" y="1169"/>
                    </a:cubicBezTo>
                    <a:cubicBezTo>
                      <a:pt x="517" y="1764"/>
                      <a:pt x="183" y="2571"/>
                      <a:pt x="183" y="3413"/>
                    </a:cubicBezTo>
                    <a:cubicBezTo>
                      <a:pt x="183" y="4254"/>
                      <a:pt x="517" y="5061"/>
                      <a:pt x="1112" y="5656"/>
                    </a:cubicBezTo>
                    <a:cubicBezTo>
                      <a:pt x="1707" y="6251"/>
                      <a:pt x="2514" y="6585"/>
                      <a:pt x="3355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98" name="Freeform: Shape 2697">
                <a:extLst>
                  <a:ext uri="{FF2B5EF4-FFF2-40B4-BE49-F238E27FC236}">
                    <a16:creationId xmlns:a16="http://schemas.microsoft.com/office/drawing/2014/main" id="{D8C857E5-4E4F-2E77-7992-D29D3F741700}"/>
                  </a:ext>
                </a:extLst>
              </p:cNvPr>
              <p:cNvSpPr/>
              <p:nvPr/>
            </p:nvSpPr>
            <p:spPr>
              <a:xfrm>
                <a:off x="3150888" y="6542641"/>
                <a:ext cx="6343" cy="6345"/>
              </a:xfrm>
              <a:custGeom>
                <a:avLst/>
                <a:gdLst>
                  <a:gd name="connsiteX0" fmla="*/ 3353 w 6343"/>
                  <a:gd name="connsiteY0" fmla="*/ 6587 h 6345"/>
                  <a:gd name="connsiteX1" fmla="*/ 5595 w 6343"/>
                  <a:gd name="connsiteY1" fmla="*/ 5658 h 6345"/>
                  <a:gd name="connsiteX2" fmla="*/ 6524 w 6343"/>
                  <a:gd name="connsiteY2" fmla="*/ 3414 h 6345"/>
                  <a:gd name="connsiteX3" fmla="*/ 5595 w 6343"/>
                  <a:gd name="connsiteY3" fmla="*/ 1171 h 6345"/>
                  <a:gd name="connsiteX4" fmla="*/ 3353 w 6343"/>
                  <a:gd name="connsiteY4" fmla="*/ 241 h 6345"/>
                  <a:gd name="connsiteX5" fmla="*/ 1110 w 6343"/>
                  <a:gd name="connsiteY5" fmla="*/ 1171 h 6345"/>
                  <a:gd name="connsiteX6" fmla="*/ 181 w 6343"/>
                  <a:gd name="connsiteY6" fmla="*/ 3414 h 6345"/>
                  <a:gd name="connsiteX7" fmla="*/ 1110 w 6343"/>
                  <a:gd name="connsiteY7" fmla="*/ 5658 h 6345"/>
                  <a:gd name="connsiteX8" fmla="*/ 3353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87"/>
                    </a:moveTo>
                    <a:cubicBezTo>
                      <a:pt x="4194" y="6587"/>
                      <a:pt x="5001" y="6252"/>
                      <a:pt x="5595" y="5658"/>
                    </a:cubicBezTo>
                    <a:cubicBezTo>
                      <a:pt x="6190" y="5063"/>
                      <a:pt x="6524" y="4255"/>
                      <a:pt x="6524" y="3414"/>
                    </a:cubicBezTo>
                    <a:cubicBezTo>
                      <a:pt x="6524" y="2573"/>
                      <a:pt x="6190" y="1766"/>
                      <a:pt x="5595" y="1171"/>
                    </a:cubicBezTo>
                    <a:cubicBezTo>
                      <a:pt x="5001" y="576"/>
                      <a:pt x="4194" y="241"/>
                      <a:pt x="3353" y="241"/>
                    </a:cubicBezTo>
                    <a:cubicBezTo>
                      <a:pt x="2512" y="241"/>
                      <a:pt x="1705" y="576"/>
                      <a:pt x="1110" y="1171"/>
                    </a:cubicBezTo>
                    <a:cubicBezTo>
                      <a:pt x="515" y="1766"/>
                      <a:pt x="181" y="2573"/>
                      <a:pt x="181" y="3414"/>
                    </a:cubicBezTo>
                    <a:cubicBezTo>
                      <a:pt x="181" y="4255"/>
                      <a:pt x="515" y="5063"/>
                      <a:pt x="1110" y="5658"/>
                    </a:cubicBezTo>
                    <a:cubicBezTo>
                      <a:pt x="1705" y="6252"/>
                      <a:pt x="2512" y="6587"/>
                      <a:pt x="3353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99" name="Freeform: Shape 2698">
                <a:extLst>
                  <a:ext uri="{FF2B5EF4-FFF2-40B4-BE49-F238E27FC236}">
                    <a16:creationId xmlns:a16="http://schemas.microsoft.com/office/drawing/2014/main" id="{B446E648-48B0-181F-65C9-058DDC32371B}"/>
                  </a:ext>
                </a:extLst>
              </p:cNvPr>
              <p:cNvSpPr/>
              <p:nvPr/>
            </p:nvSpPr>
            <p:spPr>
              <a:xfrm>
                <a:off x="3144608" y="6539675"/>
                <a:ext cx="6343" cy="6345"/>
              </a:xfrm>
              <a:custGeom>
                <a:avLst/>
                <a:gdLst>
                  <a:gd name="connsiteX0" fmla="*/ 3352 w 6343"/>
                  <a:gd name="connsiteY0" fmla="*/ 6587 h 6345"/>
                  <a:gd name="connsiteX1" fmla="*/ 5595 w 6343"/>
                  <a:gd name="connsiteY1" fmla="*/ 5657 h 6345"/>
                  <a:gd name="connsiteX2" fmla="*/ 6524 w 6343"/>
                  <a:gd name="connsiteY2" fmla="*/ 3414 h 6345"/>
                  <a:gd name="connsiteX3" fmla="*/ 5595 w 6343"/>
                  <a:gd name="connsiteY3" fmla="*/ 1170 h 6345"/>
                  <a:gd name="connsiteX4" fmla="*/ 3352 w 6343"/>
                  <a:gd name="connsiteY4" fmla="*/ 241 h 6345"/>
                  <a:gd name="connsiteX5" fmla="*/ 1110 w 6343"/>
                  <a:gd name="connsiteY5" fmla="*/ 1170 h 6345"/>
                  <a:gd name="connsiteX6" fmla="*/ 181 w 6343"/>
                  <a:gd name="connsiteY6" fmla="*/ 3414 h 6345"/>
                  <a:gd name="connsiteX7" fmla="*/ 1110 w 6343"/>
                  <a:gd name="connsiteY7" fmla="*/ 5657 h 6345"/>
                  <a:gd name="connsiteX8" fmla="*/ 3352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587"/>
                    </a:moveTo>
                    <a:cubicBezTo>
                      <a:pt x="4193" y="6587"/>
                      <a:pt x="5000" y="6252"/>
                      <a:pt x="5595" y="5657"/>
                    </a:cubicBezTo>
                    <a:cubicBezTo>
                      <a:pt x="6190" y="5062"/>
                      <a:pt x="6524" y="4255"/>
                      <a:pt x="6524" y="3414"/>
                    </a:cubicBezTo>
                    <a:cubicBezTo>
                      <a:pt x="6524" y="2572"/>
                      <a:pt x="6190" y="1765"/>
                      <a:pt x="5595" y="1170"/>
                    </a:cubicBezTo>
                    <a:cubicBezTo>
                      <a:pt x="5000" y="575"/>
                      <a:pt x="4193" y="241"/>
                      <a:pt x="3352" y="241"/>
                    </a:cubicBezTo>
                    <a:cubicBezTo>
                      <a:pt x="2511" y="241"/>
                      <a:pt x="1704" y="575"/>
                      <a:pt x="1110" y="1170"/>
                    </a:cubicBezTo>
                    <a:cubicBezTo>
                      <a:pt x="515" y="1765"/>
                      <a:pt x="181" y="2572"/>
                      <a:pt x="181" y="3414"/>
                    </a:cubicBezTo>
                    <a:cubicBezTo>
                      <a:pt x="181" y="4255"/>
                      <a:pt x="515" y="5062"/>
                      <a:pt x="1110" y="5657"/>
                    </a:cubicBezTo>
                    <a:cubicBezTo>
                      <a:pt x="1704" y="6252"/>
                      <a:pt x="2511" y="6587"/>
                      <a:pt x="3352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00" name="Freeform: Shape 2699">
                <a:extLst>
                  <a:ext uri="{FF2B5EF4-FFF2-40B4-BE49-F238E27FC236}">
                    <a16:creationId xmlns:a16="http://schemas.microsoft.com/office/drawing/2014/main" id="{140FCD75-DA82-E887-2BA5-CB468C5C9C3D}"/>
                  </a:ext>
                </a:extLst>
              </p:cNvPr>
              <p:cNvSpPr/>
              <p:nvPr/>
            </p:nvSpPr>
            <p:spPr>
              <a:xfrm>
                <a:off x="3139110" y="6535821"/>
                <a:ext cx="6343" cy="6345"/>
              </a:xfrm>
              <a:custGeom>
                <a:avLst/>
                <a:gdLst>
                  <a:gd name="connsiteX0" fmla="*/ 3352 w 6343"/>
                  <a:gd name="connsiteY0" fmla="*/ 6586 h 6345"/>
                  <a:gd name="connsiteX1" fmla="*/ 5594 w 6343"/>
                  <a:gd name="connsiteY1" fmla="*/ 5657 h 6345"/>
                  <a:gd name="connsiteX2" fmla="*/ 6523 w 6343"/>
                  <a:gd name="connsiteY2" fmla="*/ 3414 h 6345"/>
                  <a:gd name="connsiteX3" fmla="*/ 5594 w 6343"/>
                  <a:gd name="connsiteY3" fmla="*/ 1170 h 6345"/>
                  <a:gd name="connsiteX4" fmla="*/ 3352 w 6343"/>
                  <a:gd name="connsiteY4" fmla="*/ 241 h 6345"/>
                  <a:gd name="connsiteX5" fmla="*/ 1109 w 6343"/>
                  <a:gd name="connsiteY5" fmla="*/ 1170 h 6345"/>
                  <a:gd name="connsiteX6" fmla="*/ 180 w 6343"/>
                  <a:gd name="connsiteY6" fmla="*/ 3414 h 6345"/>
                  <a:gd name="connsiteX7" fmla="*/ 1109 w 6343"/>
                  <a:gd name="connsiteY7" fmla="*/ 5657 h 6345"/>
                  <a:gd name="connsiteX8" fmla="*/ 3352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586"/>
                    </a:moveTo>
                    <a:cubicBezTo>
                      <a:pt x="4193" y="6586"/>
                      <a:pt x="5000" y="6252"/>
                      <a:pt x="5594" y="5657"/>
                    </a:cubicBezTo>
                    <a:cubicBezTo>
                      <a:pt x="6189" y="5062"/>
                      <a:pt x="6523" y="4255"/>
                      <a:pt x="6523" y="3414"/>
                    </a:cubicBezTo>
                    <a:cubicBezTo>
                      <a:pt x="6523" y="2572"/>
                      <a:pt x="6189" y="1765"/>
                      <a:pt x="5594" y="1170"/>
                    </a:cubicBezTo>
                    <a:cubicBezTo>
                      <a:pt x="5000" y="575"/>
                      <a:pt x="4193" y="241"/>
                      <a:pt x="3352" y="241"/>
                    </a:cubicBezTo>
                    <a:cubicBezTo>
                      <a:pt x="2511" y="241"/>
                      <a:pt x="1704" y="575"/>
                      <a:pt x="1109" y="1170"/>
                    </a:cubicBezTo>
                    <a:cubicBezTo>
                      <a:pt x="514" y="1765"/>
                      <a:pt x="180" y="2572"/>
                      <a:pt x="180" y="3414"/>
                    </a:cubicBezTo>
                    <a:cubicBezTo>
                      <a:pt x="180" y="4255"/>
                      <a:pt x="514" y="5062"/>
                      <a:pt x="1109" y="5657"/>
                    </a:cubicBezTo>
                    <a:cubicBezTo>
                      <a:pt x="1704" y="6252"/>
                      <a:pt x="2511" y="6586"/>
                      <a:pt x="3352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01" name="Freeform: Shape 2700">
                <a:extLst>
                  <a:ext uri="{FF2B5EF4-FFF2-40B4-BE49-F238E27FC236}">
                    <a16:creationId xmlns:a16="http://schemas.microsoft.com/office/drawing/2014/main" id="{553FB5A6-A0C2-1B8C-8546-D8BC5A339460}"/>
                  </a:ext>
                </a:extLst>
              </p:cNvPr>
              <p:cNvSpPr/>
              <p:nvPr/>
            </p:nvSpPr>
            <p:spPr>
              <a:xfrm>
                <a:off x="3135382" y="6530044"/>
                <a:ext cx="6343" cy="6345"/>
              </a:xfrm>
              <a:custGeom>
                <a:avLst/>
                <a:gdLst>
                  <a:gd name="connsiteX0" fmla="*/ 3352 w 6343"/>
                  <a:gd name="connsiteY0" fmla="*/ 6586 h 6345"/>
                  <a:gd name="connsiteX1" fmla="*/ 5594 w 6343"/>
                  <a:gd name="connsiteY1" fmla="*/ 5657 h 6345"/>
                  <a:gd name="connsiteX2" fmla="*/ 6523 w 6343"/>
                  <a:gd name="connsiteY2" fmla="*/ 3413 h 6345"/>
                  <a:gd name="connsiteX3" fmla="*/ 5594 w 6343"/>
                  <a:gd name="connsiteY3" fmla="*/ 1170 h 6345"/>
                  <a:gd name="connsiteX4" fmla="*/ 3352 w 6343"/>
                  <a:gd name="connsiteY4" fmla="*/ 240 h 6345"/>
                  <a:gd name="connsiteX5" fmla="*/ 1109 w 6343"/>
                  <a:gd name="connsiteY5" fmla="*/ 1170 h 6345"/>
                  <a:gd name="connsiteX6" fmla="*/ 180 w 6343"/>
                  <a:gd name="connsiteY6" fmla="*/ 3413 h 6345"/>
                  <a:gd name="connsiteX7" fmla="*/ 1109 w 6343"/>
                  <a:gd name="connsiteY7" fmla="*/ 5657 h 6345"/>
                  <a:gd name="connsiteX8" fmla="*/ 3352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586"/>
                    </a:moveTo>
                    <a:cubicBezTo>
                      <a:pt x="4193" y="6586"/>
                      <a:pt x="4999" y="6251"/>
                      <a:pt x="5594" y="5657"/>
                    </a:cubicBezTo>
                    <a:cubicBezTo>
                      <a:pt x="6189" y="5062"/>
                      <a:pt x="6523" y="4254"/>
                      <a:pt x="6523" y="3413"/>
                    </a:cubicBezTo>
                    <a:cubicBezTo>
                      <a:pt x="6523" y="2572"/>
                      <a:pt x="6189" y="1765"/>
                      <a:pt x="5594" y="1170"/>
                    </a:cubicBezTo>
                    <a:cubicBezTo>
                      <a:pt x="4999" y="575"/>
                      <a:pt x="4193" y="240"/>
                      <a:pt x="3352" y="240"/>
                    </a:cubicBezTo>
                    <a:cubicBezTo>
                      <a:pt x="2510" y="240"/>
                      <a:pt x="1704" y="575"/>
                      <a:pt x="1109" y="1170"/>
                    </a:cubicBezTo>
                    <a:cubicBezTo>
                      <a:pt x="514" y="1765"/>
                      <a:pt x="180" y="2572"/>
                      <a:pt x="180" y="3413"/>
                    </a:cubicBezTo>
                    <a:cubicBezTo>
                      <a:pt x="180" y="4254"/>
                      <a:pt x="514" y="5062"/>
                      <a:pt x="1109" y="5657"/>
                    </a:cubicBezTo>
                    <a:cubicBezTo>
                      <a:pt x="1704" y="6251"/>
                      <a:pt x="2510" y="6586"/>
                      <a:pt x="3352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02" name="Freeform: Shape 2701">
                <a:extLst>
                  <a:ext uri="{FF2B5EF4-FFF2-40B4-BE49-F238E27FC236}">
                    <a16:creationId xmlns:a16="http://schemas.microsoft.com/office/drawing/2014/main" id="{3A52739C-6380-EB2D-E4B2-B8EF850EB97C}"/>
                  </a:ext>
                </a:extLst>
              </p:cNvPr>
              <p:cNvSpPr/>
              <p:nvPr/>
            </p:nvSpPr>
            <p:spPr>
              <a:xfrm>
                <a:off x="3131306" y="6524669"/>
                <a:ext cx="6343" cy="6345"/>
              </a:xfrm>
              <a:custGeom>
                <a:avLst/>
                <a:gdLst>
                  <a:gd name="connsiteX0" fmla="*/ 3351 w 6343"/>
                  <a:gd name="connsiteY0" fmla="*/ 6585 h 6345"/>
                  <a:gd name="connsiteX1" fmla="*/ 5594 w 6343"/>
                  <a:gd name="connsiteY1" fmla="*/ 5656 h 6345"/>
                  <a:gd name="connsiteX2" fmla="*/ 6523 w 6343"/>
                  <a:gd name="connsiteY2" fmla="*/ 3413 h 6345"/>
                  <a:gd name="connsiteX3" fmla="*/ 5594 w 6343"/>
                  <a:gd name="connsiteY3" fmla="*/ 1169 h 6345"/>
                  <a:gd name="connsiteX4" fmla="*/ 3351 w 6343"/>
                  <a:gd name="connsiteY4" fmla="*/ 240 h 6345"/>
                  <a:gd name="connsiteX5" fmla="*/ 1109 w 6343"/>
                  <a:gd name="connsiteY5" fmla="*/ 1169 h 6345"/>
                  <a:gd name="connsiteX6" fmla="*/ 180 w 6343"/>
                  <a:gd name="connsiteY6" fmla="*/ 3413 h 6345"/>
                  <a:gd name="connsiteX7" fmla="*/ 1109 w 6343"/>
                  <a:gd name="connsiteY7" fmla="*/ 5656 h 6345"/>
                  <a:gd name="connsiteX8" fmla="*/ 3351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585"/>
                    </a:moveTo>
                    <a:cubicBezTo>
                      <a:pt x="4192" y="6585"/>
                      <a:pt x="4999" y="6251"/>
                      <a:pt x="5594" y="5656"/>
                    </a:cubicBezTo>
                    <a:cubicBezTo>
                      <a:pt x="6189" y="5061"/>
                      <a:pt x="6523" y="4254"/>
                      <a:pt x="6523" y="3413"/>
                    </a:cubicBezTo>
                    <a:cubicBezTo>
                      <a:pt x="6523" y="2571"/>
                      <a:pt x="6189" y="1764"/>
                      <a:pt x="5594" y="1169"/>
                    </a:cubicBezTo>
                    <a:cubicBezTo>
                      <a:pt x="4999" y="574"/>
                      <a:pt x="4192" y="240"/>
                      <a:pt x="3351" y="240"/>
                    </a:cubicBezTo>
                    <a:cubicBezTo>
                      <a:pt x="2510" y="240"/>
                      <a:pt x="1703" y="574"/>
                      <a:pt x="1109" y="1169"/>
                    </a:cubicBezTo>
                    <a:cubicBezTo>
                      <a:pt x="514" y="1764"/>
                      <a:pt x="180" y="2571"/>
                      <a:pt x="180" y="3413"/>
                    </a:cubicBezTo>
                    <a:cubicBezTo>
                      <a:pt x="180" y="4254"/>
                      <a:pt x="514" y="5061"/>
                      <a:pt x="1109" y="5656"/>
                    </a:cubicBezTo>
                    <a:cubicBezTo>
                      <a:pt x="1703" y="6251"/>
                      <a:pt x="2510" y="6585"/>
                      <a:pt x="3351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03" name="Freeform: Shape 2702">
                <a:extLst>
                  <a:ext uri="{FF2B5EF4-FFF2-40B4-BE49-F238E27FC236}">
                    <a16:creationId xmlns:a16="http://schemas.microsoft.com/office/drawing/2014/main" id="{69E956CB-F412-31F9-A5D0-1030B010AB75}"/>
                  </a:ext>
                </a:extLst>
              </p:cNvPr>
              <p:cNvSpPr/>
              <p:nvPr/>
            </p:nvSpPr>
            <p:spPr>
              <a:xfrm>
                <a:off x="3124937" y="6521722"/>
                <a:ext cx="6343" cy="6345"/>
              </a:xfrm>
              <a:custGeom>
                <a:avLst/>
                <a:gdLst>
                  <a:gd name="connsiteX0" fmla="*/ 3351 w 6343"/>
                  <a:gd name="connsiteY0" fmla="*/ 6585 h 6345"/>
                  <a:gd name="connsiteX1" fmla="*/ 5593 w 6343"/>
                  <a:gd name="connsiteY1" fmla="*/ 5656 h 6345"/>
                  <a:gd name="connsiteX2" fmla="*/ 6522 w 6343"/>
                  <a:gd name="connsiteY2" fmla="*/ 3412 h 6345"/>
                  <a:gd name="connsiteX3" fmla="*/ 5593 w 6343"/>
                  <a:gd name="connsiteY3" fmla="*/ 1169 h 6345"/>
                  <a:gd name="connsiteX4" fmla="*/ 3351 w 6343"/>
                  <a:gd name="connsiteY4" fmla="*/ 240 h 6345"/>
                  <a:gd name="connsiteX5" fmla="*/ 1108 w 6343"/>
                  <a:gd name="connsiteY5" fmla="*/ 1169 h 6345"/>
                  <a:gd name="connsiteX6" fmla="*/ 179 w 6343"/>
                  <a:gd name="connsiteY6" fmla="*/ 3412 h 6345"/>
                  <a:gd name="connsiteX7" fmla="*/ 1108 w 6343"/>
                  <a:gd name="connsiteY7" fmla="*/ 5656 h 6345"/>
                  <a:gd name="connsiteX8" fmla="*/ 3351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585"/>
                    </a:moveTo>
                    <a:cubicBezTo>
                      <a:pt x="4192" y="6585"/>
                      <a:pt x="4999" y="6251"/>
                      <a:pt x="5593" y="5656"/>
                    </a:cubicBezTo>
                    <a:cubicBezTo>
                      <a:pt x="6188" y="5061"/>
                      <a:pt x="6522" y="4254"/>
                      <a:pt x="6522" y="3412"/>
                    </a:cubicBezTo>
                    <a:cubicBezTo>
                      <a:pt x="6522" y="2571"/>
                      <a:pt x="6188" y="1764"/>
                      <a:pt x="5593" y="1169"/>
                    </a:cubicBezTo>
                    <a:cubicBezTo>
                      <a:pt x="4999" y="574"/>
                      <a:pt x="4192" y="240"/>
                      <a:pt x="3351" y="240"/>
                    </a:cubicBezTo>
                    <a:cubicBezTo>
                      <a:pt x="2510" y="240"/>
                      <a:pt x="1703" y="574"/>
                      <a:pt x="1108" y="1169"/>
                    </a:cubicBezTo>
                    <a:cubicBezTo>
                      <a:pt x="513" y="1764"/>
                      <a:pt x="179" y="2571"/>
                      <a:pt x="179" y="3412"/>
                    </a:cubicBezTo>
                    <a:cubicBezTo>
                      <a:pt x="179" y="4254"/>
                      <a:pt x="513" y="5061"/>
                      <a:pt x="1108" y="5656"/>
                    </a:cubicBezTo>
                    <a:cubicBezTo>
                      <a:pt x="1703" y="6251"/>
                      <a:pt x="2510" y="6585"/>
                      <a:pt x="3351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04" name="Freeform: Shape 2703">
                <a:extLst>
                  <a:ext uri="{FF2B5EF4-FFF2-40B4-BE49-F238E27FC236}">
                    <a16:creationId xmlns:a16="http://schemas.microsoft.com/office/drawing/2014/main" id="{263ACDB7-40A2-41E1-B4D2-2D39426377CC}"/>
                  </a:ext>
                </a:extLst>
              </p:cNvPr>
              <p:cNvSpPr/>
              <p:nvPr/>
            </p:nvSpPr>
            <p:spPr>
              <a:xfrm>
                <a:off x="3118709" y="6518589"/>
                <a:ext cx="6343" cy="6345"/>
              </a:xfrm>
              <a:custGeom>
                <a:avLst/>
                <a:gdLst>
                  <a:gd name="connsiteX0" fmla="*/ 3350 w 6343"/>
                  <a:gd name="connsiteY0" fmla="*/ 6585 h 6345"/>
                  <a:gd name="connsiteX1" fmla="*/ 5593 w 6343"/>
                  <a:gd name="connsiteY1" fmla="*/ 5656 h 6345"/>
                  <a:gd name="connsiteX2" fmla="*/ 6522 w 6343"/>
                  <a:gd name="connsiteY2" fmla="*/ 3412 h 6345"/>
                  <a:gd name="connsiteX3" fmla="*/ 5593 w 6343"/>
                  <a:gd name="connsiteY3" fmla="*/ 1169 h 6345"/>
                  <a:gd name="connsiteX4" fmla="*/ 3350 w 6343"/>
                  <a:gd name="connsiteY4" fmla="*/ 239 h 6345"/>
                  <a:gd name="connsiteX5" fmla="*/ 1108 w 6343"/>
                  <a:gd name="connsiteY5" fmla="*/ 1169 h 6345"/>
                  <a:gd name="connsiteX6" fmla="*/ 179 w 6343"/>
                  <a:gd name="connsiteY6" fmla="*/ 3412 h 6345"/>
                  <a:gd name="connsiteX7" fmla="*/ 1108 w 6343"/>
                  <a:gd name="connsiteY7" fmla="*/ 5656 h 6345"/>
                  <a:gd name="connsiteX8" fmla="*/ 3350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85"/>
                    </a:moveTo>
                    <a:cubicBezTo>
                      <a:pt x="4191" y="6585"/>
                      <a:pt x="4998" y="6251"/>
                      <a:pt x="5593" y="5656"/>
                    </a:cubicBezTo>
                    <a:cubicBezTo>
                      <a:pt x="6188" y="5061"/>
                      <a:pt x="6522" y="4254"/>
                      <a:pt x="6522" y="3412"/>
                    </a:cubicBezTo>
                    <a:cubicBezTo>
                      <a:pt x="6522" y="2571"/>
                      <a:pt x="6188" y="1764"/>
                      <a:pt x="5593" y="1169"/>
                    </a:cubicBezTo>
                    <a:cubicBezTo>
                      <a:pt x="4998" y="574"/>
                      <a:pt x="4191" y="239"/>
                      <a:pt x="3350" y="239"/>
                    </a:cubicBezTo>
                    <a:cubicBezTo>
                      <a:pt x="2509" y="239"/>
                      <a:pt x="1702" y="574"/>
                      <a:pt x="1108" y="1169"/>
                    </a:cubicBezTo>
                    <a:cubicBezTo>
                      <a:pt x="513" y="1764"/>
                      <a:pt x="179" y="2571"/>
                      <a:pt x="179" y="3412"/>
                    </a:cubicBezTo>
                    <a:cubicBezTo>
                      <a:pt x="179" y="4254"/>
                      <a:pt x="513" y="5061"/>
                      <a:pt x="1108" y="5656"/>
                    </a:cubicBezTo>
                    <a:cubicBezTo>
                      <a:pt x="1702" y="6251"/>
                      <a:pt x="2509" y="6585"/>
                      <a:pt x="3350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05" name="Freeform: Shape 2704">
                <a:extLst>
                  <a:ext uri="{FF2B5EF4-FFF2-40B4-BE49-F238E27FC236}">
                    <a16:creationId xmlns:a16="http://schemas.microsoft.com/office/drawing/2014/main" id="{0B6E4E17-FA68-2924-54A4-BECB168AC5CD}"/>
                  </a:ext>
                </a:extLst>
              </p:cNvPr>
              <p:cNvSpPr/>
              <p:nvPr/>
            </p:nvSpPr>
            <p:spPr>
              <a:xfrm>
                <a:off x="3110828" y="6517114"/>
                <a:ext cx="6343" cy="6345"/>
              </a:xfrm>
              <a:custGeom>
                <a:avLst/>
                <a:gdLst>
                  <a:gd name="connsiteX0" fmla="*/ 3350 w 6343"/>
                  <a:gd name="connsiteY0" fmla="*/ 6585 h 6345"/>
                  <a:gd name="connsiteX1" fmla="*/ 5592 w 6343"/>
                  <a:gd name="connsiteY1" fmla="*/ 5656 h 6345"/>
                  <a:gd name="connsiteX2" fmla="*/ 6521 w 6343"/>
                  <a:gd name="connsiteY2" fmla="*/ 3412 h 6345"/>
                  <a:gd name="connsiteX3" fmla="*/ 5592 w 6343"/>
                  <a:gd name="connsiteY3" fmla="*/ 1169 h 6345"/>
                  <a:gd name="connsiteX4" fmla="*/ 3350 w 6343"/>
                  <a:gd name="connsiteY4" fmla="*/ 239 h 6345"/>
                  <a:gd name="connsiteX5" fmla="*/ 1107 w 6343"/>
                  <a:gd name="connsiteY5" fmla="*/ 1169 h 6345"/>
                  <a:gd name="connsiteX6" fmla="*/ 178 w 6343"/>
                  <a:gd name="connsiteY6" fmla="*/ 3412 h 6345"/>
                  <a:gd name="connsiteX7" fmla="*/ 1107 w 6343"/>
                  <a:gd name="connsiteY7" fmla="*/ 5656 h 6345"/>
                  <a:gd name="connsiteX8" fmla="*/ 3350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85"/>
                    </a:moveTo>
                    <a:cubicBezTo>
                      <a:pt x="4191" y="6585"/>
                      <a:pt x="4997" y="6250"/>
                      <a:pt x="5592" y="5656"/>
                    </a:cubicBezTo>
                    <a:cubicBezTo>
                      <a:pt x="6187" y="5061"/>
                      <a:pt x="6521" y="4253"/>
                      <a:pt x="6521" y="3412"/>
                    </a:cubicBezTo>
                    <a:cubicBezTo>
                      <a:pt x="6521" y="2571"/>
                      <a:pt x="6187" y="1764"/>
                      <a:pt x="5592" y="1169"/>
                    </a:cubicBezTo>
                    <a:cubicBezTo>
                      <a:pt x="4997" y="574"/>
                      <a:pt x="4191" y="239"/>
                      <a:pt x="3350" y="239"/>
                    </a:cubicBezTo>
                    <a:cubicBezTo>
                      <a:pt x="2508" y="239"/>
                      <a:pt x="1702" y="574"/>
                      <a:pt x="1107" y="1169"/>
                    </a:cubicBezTo>
                    <a:cubicBezTo>
                      <a:pt x="512" y="1764"/>
                      <a:pt x="178" y="2571"/>
                      <a:pt x="178" y="3412"/>
                    </a:cubicBezTo>
                    <a:cubicBezTo>
                      <a:pt x="178" y="4253"/>
                      <a:pt x="512" y="5061"/>
                      <a:pt x="1107" y="5656"/>
                    </a:cubicBezTo>
                    <a:cubicBezTo>
                      <a:pt x="1702" y="6250"/>
                      <a:pt x="2508" y="6585"/>
                      <a:pt x="3350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06" name="Freeform: Shape 2705">
                <a:extLst>
                  <a:ext uri="{FF2B5EF4-FFF2-40B4-BE49-F238E27FC236}">
                    <a16:creationId xmlns:a16="http://schemas.microsoft.com/office/drawing/2014/main" id="{8E404BAD-7505-5216-208A-0C0A93BF0931}"/>
                  </a:ext>
                </a:extLst>
              </p:cNvPr>
              <p:cNvSpPr/>
              <p:nvPr/>
            </p:nvSpPr>
            <p:spPr>
              <a:xfrm>
                <a:off x="3089955" y="6528718"/>
                <a:ext cx="6343" cy="6345"/>
              </a:xfrm>
              <a:custGeom>
                <a:avLst/>
                <a:gdLst>
                  <a:gd name="connsiteX0" fmla="*/ 3348 w 6343"/>
                  <a:gd name="connsiteY0" fmla="*/ 6586 h 6345"/>
                  <a:gd name="connsiteX1" fmla="*/ 5591 w 6343"/>
                  <a:gd name="connsiteY1" fmla="*/ 5656 h 6345"/>
                  <a:gd name="connsiteX2" fmla="*/ 6520 w 6343"/>
                  <a:gd name="connsiteY2" fmla="*/ 3413 h 6345"/>
                  <a:gd name="connsiteX3" fmla="*/ 5591 w 6343"/>
                  <a:gd name="connsiteY3" fmla="*/ 1170 h 6345"/>
                  <a:gd name="connsiteX4" fmla="*/ 3348 w 6343"/>
                  <a:gd name="connsiteY4" fmla="*/ 240 h 6345"/>
                  <a:gd name="connsiteX5" fmla="*/ 1105 w 6343"/>
                  <a:gd name="connsiteY5" fmla="*/ 1170 h 6345"/>
                  <a:gd name="connsiteX6" fmla="*/ 176 w 6343"/>
                  <a:gd name="connsiteY6" fmla="*/ 3413 h 6345"/>
                  <a:gd name="connsiteX7" fmla="*/ 1105 w 6343"/>
                  <a:gd name="connsiteY7" fmla="*/ 5656 h 6345"/>
                  <a:gd name="connsiteX8" fmla="*/ 3348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86"/>
                    </a:moveTo>
                    <a:cubicBezTo>
                      <a:pt x="4189" y="6586"/>
                      <a:pt x="4996" y="6251"/>
                      <a:pt x="5591" y="5656"/>
                    </a:cubicBezTo>
                    <a:cubicBezTo>
                      <a:pt x="6185" y="5061"/>
                      <a:pt x="6520" y="4254"/>
                      <a:pt x="6520" y="3413"/>
                    </a:cubicBezTo>
                    <a:cubicBezTo>
                      <a:pt x="6520" y="2572"/>
                      <a:pt x="6185" y="1765"/>
                      <a:pt x="5591" y="1170"/>
                    </a:cubicBezTo>
                    <a:cubicBezTo>
                      <a:pt x="4996" y="575"/>
                      <a:pt x="4189" y="240"/>
                      <a:pt x="3348" y="240"/>
                    </a:cubicBezTo>
                    <a:cubicBezTo>
                      <a:pt x="2507" y="240"/>
                      <a:pt x="1700" y="575"/>
                      <a:pt x="1105" y="1170"/>
                    </a:cubicBezTo>
                    <a:cubicBezTo>
                      <a:pt x="511" y="1765"/>
                      <a:pt x="176" y="2572"/>
                      <a:pt x="176" y="3413"/>
                    </a:cubicBezTo>
                    <a:cubicBezTo>
                      <a:pt x="176" y="4254"/>
                      <a:pt x="511" y="5061"/>
                      <a:pt x="1105" y="5656"/>
                    </a:cubicBezTo>
                    <a:cubicBezTo>
                      <a:pt x="1700" y="6251"/>
                      <a:pt x="2507" y="6586"/>
                      <a:pt x="3348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07" name="Freeform: Shape 2706">
                <a:extLst>
                  <a:ext uri="{FF2B5EF4-FFF2-40B4-BE49-F238E27FC236}">
                    <a16:creationId xmlns:a16="http://schemas.microsoft.com/office/drawing/2014/main" id="{8D46C7DD-19F2-313C-5B0F-4C20F3B38D6E}"/>
                  </a:ext>
                </a:extLst>
              </p:cNvPr>
              <p:cNvSpPr/>
              <p:nvPr/>
            </p:nvSpPr>
            <p:spPr>
              <a:xfrm>
                <a:off x="3082850" y="6526153"/>
                <a:ext cx="6343" cy="6345"/>
              </a:xfrm>
              <a:custGeom>
                <a:avLst/>
                <a:gdLst>
                  <a:gd name="connsiteX0" fmla="*/ 3347 w 6343"/>
                  <a:gd name="connsiteY0" fmla="*/ 6585 h 6345"/>
                  <a:gd name="connsiteX1" fmla="*/ 5590 w 6343"/>
                  <a:gd name="connsiteY1" fmla="*/ 5656 h 6345"/>
                  <a:gd name="connsiteX2" fmla="*/ 6519 w 6343"/>
                  <a:gd name="connsiteY2" fmla="*/ 3413 h 6345"/>
                  <a:gd name="connsiteX3" fmla="*/ 5590 w 6343"/>
                  <a:gd name="connsiteY3" fmla="*/ 1169 h 6345"/>
                  <a:gd name="connsiteX4" fmla="*/ 3347 w 6343"/>
                  <a:gd name="connsiteY4" fmla="*/ 240 h 6345"/>
                  <a:gd name="connsiteX5" fmla="*/ 1105 w 6343"/>
                  <a:gd name="connsiteY5" fmla="*/ 1169 h 6345"/>
                  <a:gd name="connsiteX6" fmla="*/ 176 w 6343"/>
                  <a:gd name="connsiteY6" fmla="*/ 3413 h 6345"/>
                  <a:gd name="connsiteX7" fmla="*/ 1105 w 6343"/>
                  <a:gd name="connsiteY7" fmla="*/ 5656 h 6345"/>
                  <a:gd name="connsiteX8" fmla="*/ 3347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7" y="6585"/>
                    </a:moveTo>
                    <a:cubicBezTo>
                      <a:pt x="4189" y="6585"/>
                      <a:pt x="4995" y="6251"/>
                      <a:pt x="5590" y="5656"/>
                    </a:cubicBezTo>
                    <a:cubicBezTo>
                      <a:pt x="6185" y="5061"/>
                      <a:pt x="6519" y="4254"/>
                      <a:pt x="6519" y="3413"/>
                    </a:cubicBezTo>
                    <a:cubicBezTo>
                      <a:pt x="6519" y="2571"/>
                      <a:pt x="6185" y="1764"/>
                      <a:pt x="5590" y="1169"/>
                    </a:cubicBezTo>
                    <a:cubicBezTo>
                      <a:pt x="4995" y="574"/>
                      <a:pt x="4189" y="240"/>
                      <a:pt x="3347" y="240"/>
                    </a:cubicBezTo>
                    <a:cubicBezTo>
                      <a:pt x="2506" y="240"/>
                      <a:pt x="1700" y="574"/>
                      <a:pt x="1105" y="1169"/>
                    </a:cubicBezTo>
                    <a:cubicBezTo>
                      <a:pt x="510" y="1764"/>
                      <a:pt x="176" y="2571"/>
                      <a:pt x="176" y="3413"/>
                    </a:cubicBezTo>
                    <a:cubicBezTo>
                      <a:pt x="176" y="4254"/>
                      <a:pt x="510" y="5061"/>
                      <a:pt x="1105" y="5656"/>
                    </a:cubicBezTo>
                    <a:cubicBezTo>
                      <a:pt x="1700" y="6251"/>
                      <a:pt x="2506" y="6585"/>
                      <a:pt x="3347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08" name="Freeform: Shape 2707">
                <a:extLst>
                  <a:ext uri="{FF2B5EF4-FFF2-40B4-BE49-F238E27FC236}">
                    <a16:creationId xmlns:a16="http://schemas.microsoft.com/office/drawing/2014/main" id="{7B473DA2-2B5A-094E-1455-36903CFD7E8D}"/>
                  </a:ext>
                </a:extLst>
              </p:cNvPr>
              <p:cNvSpPr/>
              <p:nvPr/>
            </p:nvSpPr>
            <p:spPr>
              <a:xfrm>
                <a:off x="3093800" y="6505691"/>
                <a:ext cx="6343" cy="6345"/>
              </a:xfrm>
              <a:custGeom>
                <a:avLst/>
                <a:gdLst>
                  <a:gd name="connsiteX0" fmla="*/ 3348 w 6343"/>
                  <a:gd name="connsiteY0" fmla="*/ 6584 h 6345"/>
                  <a:gd name="connsiteX1" fmla="*/ 5591 w 6343"/>
                  <a:gd name="connsiteY1" fmla="*/ 5655 h 6345"/>
                  <a:gd name="connsiteX2" fmla="*/ 6520 w 6343"/>
                  <a:gd name="connsiteY2" fmla="*/ 3411 h 6345"/>
                  <a:gd name="connsiteX3" fmla="*/ 5591 w 6343"/>
                  <a:gd name="connsiteY3" fmla="*/ 1168 h 6345"/>
                  <a:gd name="connsiteX4" fmla="*/ 3348 w 6343"/>
                  <a:gd name="connsiteY4" fmla="*/ 238 h 6345"/>
                  <a:gd name="connsiteX5" fmla="*/ 1106 w 6343"/>
                  <a:gd name="connsiteY5" fmla="*/ 1168 h 6345"/>
                  <a:gd name="connsiteX6" fmla="*/ 177 w 6343"/>
                  <a:gd name="connsiteY6" fmla="*/ 3411 h 6345"/>
                  <a:gd name="connsiteX7" fmla="*/ 1106 w 6343"/>
                  <a:gd name="connsiteY7" fmla="*/ 5655 h 6345"/>
                  <a:gd name="connsiteX8" fmla="*/ 3348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84"/>
                    </a:moveTo>
                    <a:cubicBezTo>
                      <a:pt x="4189" y="6584"/>
                      <a:pt x="4996" y="6250"/>
                      <a:pt x="5591" y="5655"/>
                    </a:cubicBezTo>
                    <a:cubicBezTo>
                      <a:pt x="6186" y="5060"/>
                      <a:pt x="6520" y="4253"/>
                      <a:pt x="6520" y="3411"/>
                    </a:cubicBezTo>
                    <a:cubicBezTo>
                      <a:pt x="6520" y="2570"/>
                      <a:pt x="6186" y="1763"/>
                      <a:pt x="5591" y="1168"/>
                    </a:cubicBezTo>
                    <a:cubicBezTo>
                      <a:pt x="4996" y="573"/>
                      <a:pt x="4189" y="238"/>
                      <a:pt x="3348" y="238"/>
                    </a:cubicBezTo>
                    <a:cubicBezTo>
                      <a:pt x="2507" y="238"/>
                      <a:pt x="1700" y="573"/>
                      <a:pt x="1106" y="1168"/>
                    </a:cubicBezTo>
                    <a:cubicBezTo>
                      <a:pt x="511" y="1763"/>
                      <a:pt x="177" y="2570"/>
                      <a:pt x="177" y="3411"/>
                    </a:cubicBezTo>
                    <a:cubicBezTo>
                      <a:pt x="177" y="4253"/>
                      <a:pt x="511" y="5060"/>
                      <a:pt x="1106" y="5655"/>
                    </a:cubicBezTo>
                    <a:cubicBezTo>
                      <a:pt x="1700" y="6250"/>
                      <a:pt x="2507" y="6584"/>
                      <a:pt x="3348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09" name="Freeform: Shape 2708">
                <a:extLst>
                  <a:ext uri="{FF2B5EF4-FFF2-40B4-BE49-F238E27FC236}">
                    <a16:creationId xmlns:a16="http://schemas.microsoft.com/office/drawing/2014/main" id="{A81807C5-147E-B253-E156-3D515F34706B}"/>
                  </a:ext>
                </a:extLst>
              </p:cNvPr>
              <p:cNvSpPr/>
              <p:nvPr/>
            </p:nvSpPr>
            <p:spPr>
              <a:xfrm>
                <a:off x="3068339" y="6521149"/>
                <a:ext cx="6343" cy="6345"/>
              </a:xfrm>
              <a:custGeom>
                <a:avLst/>
                <a:gdLst>
                  <a:gd name="connsiteX0" fmla="*/ 3346 w 6343"/>
                  <a:gd name="connsiteY0" fmla="*/ 6585 h 6345"/>
                  <a:gd name="connsiteX1" fmla="*/ 5589 w 6343"/>
                  <a:gd name="connsiteY1" fmla="*/ 5656 h 6345"/>
                  <a:gd name="connsiteX2" fmla="*/ 6518 w 6343"/>
                  <a:gd name="connsiteY2" fmla="*/ 3412 h 6345"/>
                  <a:gd name="connsiteX3" fmla="*/ 5589 w 6343"/>
                  <a:gd name="connsiteY3" fmla="*/ 1169 h 6345"/>
                  <a:gd name="connsiteX4" fmla="*/ 3346 w 6343"/>
                  <a:gd name="connsiteY4" fmla="*/ 240 h 6345"/>
                  <a:gd name="connsiteX5" fmla="*/ 1104 w 6343"/>
                  <a:gd name="connsiteY5" fmla="*/ 1169 h 6345"/>
                  <a:gd name="connsiteX6" fmla="*/ 175 w 6343"/>
                  <a:gd name="connsiteY6" fmla="*/ 3412 h 6345"/>
                  <a:gd name="connsiteX7" fmla="*/ 1104 w 6343"/>
                  <a:gd name="connsiteY7" fmla="*/ 5656 h 6345"/>
                  <a:gd name="connsiteX8" fmla="*/ 3346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6" y="6585"/>
                    </a:moveTo>
                    <a:cubicBezTo>
                      <a:pt x="4187" y="6585"/>
                      <a:pt x="4994" y="6251"/>
                      <a:pt x="5589" y="5656"/>
                    </a:cubicBezTo>
                    <a:cubicBezTo>
                      <a:pt x="6184" y="5061"/>
                      <a:pt x="6518" y="4254"/>
                      <a:pt x="6518" y="3412"/>
                    </a:cubicBezTo>
                    <a:cubicBezTo>
                      <a:pt x="6518" y="2571"/>
                      <a:pt x="6184" y="1764"/>
                      <a:pt x="5589" y="1169"/>
                    </a:cubicBezTo>
                    <a:cubicBezTo>
                      <a:pt x="4994" y="574"/>
                      <a:pt x="4187" y="240"/>
                      <a:pt x="3346" y="240"/>
                    </a:cubicBezTo>
                    <a:cubicBezTo>
                      <a:pt x="2505" y="240"/>
                      <a:pt x="1698" y="574"/>
                      <a:pt x="1104" y="1169"/>
                    </a:cubicBezTo>
                    <a:cubicBezTo>
                      <a:pt x="509" y="1764"/>
                      <a:pt x="175" y="2571"/>
                      <a:pt x="175" y="3412"/>
                    </a:cubicBezTo>
                    <a:cubicBezTo>
                      <a:pt x="175" y="4254"/>
                      <a:pt x="509" y="5061"/>
                      <a:pt x="1104" y="5656"/>
                    </a:cubicBezTo>
                    <a:cubicBezTo>
                      <a:pt x="1698" y="6251"/>
                      <a:pt x="2505" y="6585"/>
                      <a:pt x="3346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10" name="Freeform: Shape 2709">
                <a:extLst>
                  <a:ext uri="{FF2B5EF4-FFF2-40B4-BE49-F238E27FC236}">
                    <a16:creationId xmlns:a16="http://schemas.microsoft.com/office/drawing/2014/main" id="{DBD190B3-37FA-EFBB-C384-6977195D2579}"/>
                  </a:ext>
                </a:extLst>
              </p:cNvPr>
              <p:cNvSpPr/>
              <p:nvPr/>
            </p:nvSpPr>
            <p:spPr>
              <a:xfrm>
                <a:off x="3115915" y="6465693"/>
                <a:ext cx="6343" cy="6345"/>
              </a:xfrm>
              <a:custGeom>
                <a:avLst/>
                <a:gdLst>
                  <a:gd name="connsiteX0" fmla="*/ 3350 w 6343"/>
                  <a:gd name="connsiteY0" fmla="*/ 6581 h 6345"/>
                  <a:gd name="connsiteX1" fmla="*/ 5593 w 6343"/>
                  <a:gd name="connsiteY1" fmla="*/ 5651 h 6345"/>
                  <a:gd name="connsiteX2" fmla="*/ 6522 w 6343"/>
                  <a:gd name="connsiteY2" fmla="*/ 3408 h 6345"/>
                  <a:gd name="connsiteX3" fmla="*/ 5593 w 6343"/>
                  <a:gd name="connsiteY3" fmla="*/ 1165 h 6345"/>
                  <a:gd name="connsiteX4" fmla="*/ 3350 w 6343"/>
                  <a:gd name="connsiteY4" fmla="*/ 235 h 6345"/>
                  <a:gd name="connsiteX5" fmla="*/ 1107 w 6343"/>
                  <a:gd name="connsiteY5" fmla="*/ 1165 h 6345"/>
                  <a:gd name="connsiteX6" fmla="*/ 178 w 6343"/>
                  <a:gd name="connsiteY6" fmla="*/ 3408 h 6345"/>
                  <a:gd name="connsiteX7" fmla="*/ 1107 w 6343"/>
                  <a:gd name="connsiteY7" fmla="*/ 5651 h 6345"/>
                  <a:gd name="connsiteX8" fmla="*/ 3350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81"/>
                    </a:moveTo>
                    <a:cubicBezTo>
                      <a:pt x="4191" y="6581"/>
                      <a:pt x="4998" y="6246"/>
                      <a:pt x="5593" y="5651"/>
                    </a:cubicBezTo>
                    <a:cubicBezTo>
                      <a:pt x="6187" y="5056"/>
                      <a:pt x="6522" y="4249"/>
                      <a:pt x="6522" y="3408"/>
                    </a:cubicBezTo>
                    <a:cubicBezTo>
                      <a:pt x="6522" y="2567"/>
                      <a:pt x="6187" y="1760"/>
                      <a:pt x="5593" y="1165"/>
                    </a:cubicBezTo>
                    <a:cubicBezTo>
                      <a:pt x="4998" y="570"/>
                      <a:pt x="4191" y="235"/>
                      <a:pt x="3350" y="235"/>
                    </a:cubicBezTo>
                    <a:cubicBezTo>
                      <a:pt x="2509" y="235"/>
                      <a:pt x="1702" y="570"/>
                      <a:pt x="1107" y="1165"/>
                    </a:cubicBezTo>
                    <a:cubicBezTo>
                      <a:pt x="513" y="1760"/>
                      <a:pt x="178" y="2567"/>
                      <a:pt x="178" y="3408"/>
                    </a:cubicBezTo>
                    <a:cubicBezTo>
                      <a:pt x="178" y="4249"/>
                      <a:pt x="513" y="5056"/>
                      <a:pt x="1107" y="5651"/>
                    </a:cubicBezTo>
                    <a:cubicBezTo>
                      <a:pt x="1702" y="6246"/>
                      <a:pt x="2509" y="6581"/>
                      <a:pt x="3350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11" name="Freeform: Shape 2710">
                <a:extLst>
                  <a:ext uri="{FF2B5EF4-FFF2-40B4-BE49-F238E27FC236}">
                    <a16:creationId xmlns:a16="http://schemas.microsoft.com/office/drawing/2014/main" id="{952CD917-6BEB-9EC9-9448-98D2B7135DE2}"/>
                  </a:ext>
                </a:extLst>
              </p:cNvPr>
              <p:cNvSpPr/>
              <p:nvPr/>
            </p:nvSpPr>
            <p:spPr>
              <a:xfrm>
                <a:off x="3112071" y="6460440"/>
                <a:ext cx="6343" cy="6345"/>
              </a:xfrm>
              <a:custGeom>
                <a:avLst/>
                <a:gdLst>
                  <a:gd name="connsiteX0" fmla="*/ 3350 w 6343"/>
                  <a:gd name="connsiteY0" fmla="*/ 6580 h 6345"/>
                  <a:gd name="connsiteX1" fmla="*/ 5592 w 6343"/>
                  <a:gd name="connsiteY1" fmla="*/ 5651 h 6345"/>
                  <a:gd name="connsiteX2" fmla="*/ 6521 w 6343"/>
                  <a:gd name="connsiteY2" fmla="*/ 3408 h 6345"/>
                  <a:gd name="connsiteX3" fmla="*/ 5592 w 6343"/>
                  <a:gd name="connsiteY3" fmla="*/ 1164 h 6345"/>
                  <a:gd name="connsiteX4" fmla="*/ 3350 w 6343"/>
                  <a:gd name="connsiteY4" fmla="*/ 235 h 6345"/>
                  <a:gd name="connsiteX5" fmla="*/ 1107 w 6343"/>
                  <a:gd name="connsiteY5" fmla="*/ 1164 h 6345"/>
                  <a:gd name="connsiteX6" fmla="*/ 178 w 6343"/>
                  <a:gd name="connsiteY6" fmla="*/ 3408 h 6345"/>
                  <a:gd name="connsiteX7" fmla="*/ 1107 w 6343"/>
                  <a:gd name="connsiteY7" fmla="*/ 5651 h 6345"/>
                  <a:gd name="connsiteX8" fmla="*/ 3350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80"/>
                    </a:moveTo>
                    <a:cubicBezTo>
                      <a:pt x="4191" y="6580"/>
                      <a:pt x="4998" y="6246"/>
                      <a:pt x="5592" y="5651"/>
                    </a:cubicBezTo>
                    <a:cubicBezTo>
                      <a:pt x="6187" y="5056"/>
                      <a:pt x="6521" y="4249"/>
                      <a:pt x="6521" y="3408"/>
                    </a:cubicBezTo>
                    <a:cubicBezTo>
                      <a:pt x="6521" y="2566"/>
                      <a:pt x="6187" y="1759"/>
                      <a:pt x="5592" y="1164"/>
                    </a:cubicBezTo>
                    <a:cubicBezTo>
                      <a:pt x="4998" y="569"/>
                      <a:pt x="4191" y="235"/>
                      <a:pt x="3350" y="235"/>
                    </a:cubicBezTo>
                    <a:cubicBezTo>
                      <a:pt x="2509" y="235"/>
                      <a:pt x="1702" y="569"/>
                      <a:pt x="1107" y="1164"/>
                    </a:cubicBezTo>
                    <a:cubicBezTo>
                      <a:pt x="512" y="1759"/>
                      <a:pt x="178" y="2566"/>
                      <a:pt x="178" y="3408"/>
                    </a:cubicBezTo>
                    <a:cubicBezTo>
                      <a:pt x="178" y="4249"/>
                      <a:pt x="512" y="5056"/>
                      <a:pt x="1107" y="5651"/>
                    </a:cubicBezTo>
                    <a:cubicBezTo>
                      <a:pt x="1702" y="6246"/>
                      <a:pt x="2509" y="6580"/>
                      <a:pt x="3350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12" name="Freeform: Shape 2711">
                <a:extLst>
                  <a:ext uri="{FF2B5EF4-FFF2-40B4-BE49-F238E27FC236}">
                    <a16:creationId xmlns:a16="http://schemas.microsoft.com/office/drawing/2014/main" id="{38497B8D-E34E-11DE-9463-410C28F00D69}"/>
                  </a:ext>
                </a:extLst>
              </p:cNvPr>
              <p:cNvSpPr/>
              <p:nvPr/>
            </p:nvSpPr>
            <p:spPr>
              <a:xfrm>
                <a:off x="3106149" y="6457158"/>
                <a:ext cx="6343" cy="6345"/>
              </a:xfrm>
              <a:custGeom>
                <a:avLst/>
                <a:gdLst>
                  <a:gd name="connsiteX0" fmla="*/ 3349 w 6343"/>
                  <a:gd name="connsiteY0" fmla="*/ 6580 h 6345"/>
                  <a:gd name="connsiteX1" fmla="*/ 5592 w 6343"/>
                  <a:gd name="connsiteY1" fmla="*/ 5651 h 6345"/>
                  <a:gd name="connsiteX2" fmla="*/ 6521 w 6343"/>
                  <a:gd name="connsiteY2" fmla="*/ 3407 h 6345"/>
                  <a:gd name="connsiteX3" fmla="*/ 5592 w 6343"/>
                  <a:gd name="connsiteY3" fmla="*/ 1164 h 6345"/>
                  <a:gd name="connsiteX4" fmla="*/ 3349 w 6343"/>
                  <a:gd name="connsiteY4" fmla="*/ 235 h 6345"/>
                  <a:gd name="connsiteX5" fmla="*/ 1107 w 6343"/>
                  <a:gd name="connsiteY5" fmla="*/ 1164 h 6345"/>
                  <a:gd name="connsiteX6" fmla="*/ 178 w 6343"/>
                  <a:gd name="connsiteY6" fmla="*/ 3407 h 6345"/>
                  <a:gd name="connsiteX7" fmla="*/ 1107 w 6343"/>
                  <a:gd name="connsiteY7" fmla="*/ 5651 h 6345"/>
                  <a:gd name="connsiteX8" fmla="*/ 3349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80"/>
                    </a:moveTo>
                    <a:cubicBezTo>
                      <a:pt x="4190" y="6580"/>
                      <a:pt x="4997" y="6246"/>
                      <a:pt x="5592" y="5651"/>
                    </a:cubicBezTo>
                    <a:cubicBezTo>
                      <a:pt x="6187" y="5056"/>
                      <a:pt x="6521" y="4249"/>
                      <a:pt x="6521" y="3407"/>
                    </a:cubicBezTo>
                    <a:cubicBezTo>
                      <a:pt x="6521" y="2566"/>
                      <a:pt x="6187" y="1759"/>
                      <a:pt x="5592" y="1164"/>
                    </a:cubicBezTo>
                    <a:cubicBezTo>
                      <a:pt x="4997" y="569"/>
                      <a:pt x="4190" y="235"/>
                      <a:pt x="3349" y="235"/>
                    </a:cubicBezTo>
                    <a:cubicBezTo>
                      <a:pt x="2508" y="235"/>
                      <a:pt x="1701" y="569"/>
                      <a:pt x="1107" y="1164"/>
                    </a:cubicBezTo>
                    <a:cubicBezTo>
                      <a:pt x="512" y="1759"/>
                      <a:pt x="178" y="2566"/>
                      <a:pt x="178" y="3407"/>
                    </a:cubicBezTo>
                    <a:cubicBezTo>
                      <a:pt x="178" y="4249"/>
                      <a:pt x="512" y="5056"/>
                      <a:pt x="1107" y="5651"/>
                    </a:cubicBezTo>
                    <a:cubicBezTo>
                      <a:pt x="1701" y="6246"/>
                      <a:pt x="2508" y="6580"/>
                      <a:pt x="3349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13" name="Freeform: Shape 2712">
                <a:extLst>
                  <a:ext uri="{FF2B5EF4-FFF2-40B4-BE49-F238E27FC236}">
                    <a16:creationId xmlns:a16="http://schemas.microsoft.com/office/drawing/2014/main" id="{F0827C75-5FAE-21E0-EC3C-E2CC5131B5C8}"/>
                  </a:ext>
                </a:extLst>
              </p:cNvPr>
              <p:cNvSpPr/>
              <p:nvPr/>
            </p:nvSpPr>
            <p:spPr>
              <a:xfrm>
                <a:off x="3040519" y="6509324"/>
                <a:ext cx="6343" cy="6345"/>
              </a:xfrm>
              <a:custGeom>
                <a:avLst/>
                <a:gdLst>
                  <a:gd name="connsiteX0" fmla="*/ 3344 w 6343"/>
                  <a:gd name="connsiteY0" fmla="*/ 6584 h 6345"/>
                  <a:gd name="connsiteX1" fmla="*/ 5587 w 6343"/>
                  <a:gd name="connsiteY1" fmla="*/ 5655 h 6345"/>
                  <a:gd name="connsiteX2" fmla="*/ 6516 w 6343"/>
                  <a:gd name="connsiteY2" fmla="*/ 3411 h 6345"/>
                  <a:gd name="connsiteX3" fmla="*/ 5587 w 6343"/>
                  <a:gd name="connsiteY3" fmla="*/ 1168 h 6345"/>
                  <a:gd name="connsiteX4" fmla="*/ 3344 w 6343"/>
                  <a:gd name="connsiteY4" fmla="*/ 239 h 6345"/>
                  <a:gd name="connsiteX5" fmla="*/ 1101 w 6343"/>
                  <a:gd name="connsiteY5" fmla="*/ 1168 h 6345"/>
                  <a:gd name="connsiteX6" fmla="*/ 172 w 6343"/>
                  <a:gd name="connsiteY6" fmla="*/ 3411 h 6345"/>
                  <a:gd name="connsiteX7" fmla="*/ 1101 w 6343"/>
                  <a:gd name="connsiteY7" fmla="*/ 5655 h 6345"/>
                  <a:gd name="connsiteX8" fmla="*/ 3344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4" y="6584"/>
                    </a:moveTo>
                    <a:cubicBezTo>
                      <a:pt x="4185" y="6584"/>
                      <a:pt x="4992" y="6250"/>
                      <a:pt x="5587" y="5655"/>
                    </a:cubicBezTo>
                    <a:cubicBezTo>
                      <a:pt x="6181" y="5060"/>
                      <a:pt x="6516" y="4253"/>
                      <a:pt x="6516" y="3411"/>
                    </a:cubicBezTo>
                    <a:cubicBezTo>
                      <a:pt x="6516" y="2570"/>
                      <a:pt x="6181" y="1763"/>
                      <a:pt x="5587" y="1168"/>
                    </a:cubicBezTo>
                    <a:cubicBezTo>
                      <a:pt x="4992" y="573"/>
                      <a:pt x="4185" y="239"/>
                      <a:pt x="3344" y="239"/>
                    </a:cubicBezTo>
                    <a:cubicBezTo>
                      <a:pt x="2503" y="239"/>
                      <a:pt x="1696" y="573"/>
                      <a:pt x="1101" y="1168"/>
                    </a:cubicBezTo>
                    <a:cubicBezTo>
                      <a:pt x="507" y="1763"/>
                      <a:pt x="172" y="2570"/>
                      <a:pt x="172" y="3411"/>
                    </a:cubicBezTo>
                    <a:cubicBezTo>
                      <a:pt x="172" y="4253"/>
                      <a:pt x="507" y="5060"/>
                      <a:pt x="1101" y="5655"/>
                    </a:cubicBezTo>
                    <a:cubicBezTo>
                      <a:pt x="1696" y="6250"/>
                      <a:pt x="2503" y="6584"/>
                      <a:pt x="3344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14" name="Freeform: Shape 2713">
                <a:extLst>
                  <a:ext uri="{FF2B5EF4-FFF2-40B4-BE49-F238E27FC236}">
                    <a16:creationId xmlns:a16="http://schemas.microsoft.com/office/drawing/2014/main" id="{2A8B0A85-2016-C988-FB23-8D471051EDC0}"/>
                  </a:ext>
                </a:extLst>
              </p:cNvPr>
              <p:cNvSpPr/>
              <p:nvPr/>
            </p:nvSpPr>
            <p:spPr>
              <a:xfrm>
                <a:off x="3020143" y="6518560"/>
                <a:ext cx="6343" cy="6345"/>
              </a:xfrm>
              <a:custGeom>
                <a:avLst/>
                <a:gdLst>
                  <a:gd name="connsiteX0" fmla="*/ 3342 w 6343"/>
                  <a:gd name="connsiteY0" fmla="*/ 6585 h 6345"/>
                  <a:gd name="connsiteX1" fmla="*/ 5585 w 6343"/>
                  <a:gd name="connsiteY1" fmla="*/ 5656 h 6345"/>
                  <a:gd name="connsiteX2" fmla="*/ 6514 w 6343"/>
                  <a:gd name="connsiteY2" fmla="*/ 3412 h 6345"/>
                  <a:gd name="connsiteX3" fmla="*/ 5585 w 6343"/>
                  <a:gd name="connsiteY3" fmla="*/ 1169 h 6345"/>
                  <a:gd name="connsiteX4" fmla="*/ 3342 w 6343"/>
                  <a:gd name="connsiteY4" fmla="*/ 239 h 6345"/>
                  <a:gd name="connsiteX5" fmla="*/ 1100 w 6343"/>
                  <a:gd name="connsiteY5" fmla="*/ 1169 h 6345"/>
                  <a:gd name="connsiteX6" fmla="*/ 171 w 6343"/>
                  <a:gd name="connsiteY6" fmla="*/ 3412 h 6345"/>
                  <a:gd name="connsiteX7" fmla="*/ 1100 w 6343"/>
                  <a:gd name="connsiteY7" fmla="*/ 5656 h 6345"/>
                  <a:gd name="connsiteX8" fmla="*/ 3342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585"/>
                    </a:moveTo>
                    <a:cubicBezTo>
                      <a:pt x="4184" y="6585"/>
                      <a:pt x="4990" y="6251"/>
                      <a:pt x="5585" y="5656"/>
                    </a:cubicBezTo>
                    <a:cubicBezTo>
                      <a:pt x="6180" y="5061"/>
                      <a:pt x="6514" y="4254"/>
                      <a:pt x="6514" y="3412"/>
                    </a:cubicBezTo>
                    <a:cubicBezTo>
                      <a:pt x="6514" y="2571"/>
                      <a:pt x="6180" y="1764"/>
                      <a:pt x="5585" y="1169"/>
                    </a:cubicBezTo>
                    <a:cubicBezTo>
                      <a:pt x="4990" y="574"/>
                      <a:pt x="4184" y="239"/>
                      <a:pt x="3342" y="239"/>
                    </a:cubicBezTo>
                    <a:cubicBezTo>
                      <a:pt x="2501" y="239"/>
                      <a:pt x="1695" y="574"/>
                      <a:pt x="1100" y="1169"/>
                    </a:cubicBezTo>
                    <a:cubicBezTo>
                      <a:pt x="505" y="1764"/>
                      <a:pt x="171" y="2571"/>
                      <a:pt x="171" y="3412"/>
                    </a:cubicBezTo>
                    <a:cubicBezTo>
                      <a:pt x="171" y="4254"/>
                      <a:pt x="505" y="5061"/>
                      <a:pt x="1100" y="5656"/>
                    </a:cubicBezTo>
                    <a:cubicBezTo>
                      <a:pt x="1695" y="6251"/>
                      <a:pt x="2501" y="6585"/>
                      <a:pt x="3342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15" name="Freeform: Shape 2714">
                <a:extLst>
                  <a:ext uri="{FF2B5EF4-FFF2-40B4-BE49-F238E27FC236}">
                    <a16:creationId xmlns:a16="http://schemas.microsoft.com/office/drawing/2014/main" id="{44B3143E-5CAA-3F22-20A2-D9AF3ED273C5}"/>
                  </a:ext>
                </a:extLst>
              </p:cNvPr>
              <p:cNvSpPr/>
              <p:nvPr/>
            </p:nvSpPr>
            <p:spPr>
              <a:xfrm>
                <a:off x="3013734" y="6514781"/>
                <a:ext cx="6343" cy="6345"/>
              </a:xfrm>
              <a:custGeom>
                <a:avLst/>
                <a:gdLst>
                  <a:gd name="connsiteX0" fmla="*/ 3342 w 6343"/>
                  <a:gd name="connsiteY0" fmla="*/ 6585 h 6345"/>
                  <a:gd name="connsiteX1" fmla="*/ 5585 w 6343"/>
                  <a:gd name="connsiteY1" fmla="*/ 5655 h 6345"/>
                  <a:gd name="connsiteX2" fmla="*/ 6513 w 6343"/>
                  <a:gd name="connsiteY2" fmla="*/ 3412 h 6345"/>
                  <a:gd name="connsiteX3" fmla="*/ 5585 w 6343"/>
                  <a:gd name="connsiteY3" fmla="*/ 1168 h 6345"/>
                  <a:gd name="connsiteX4" fmla="*/ 3342 w 6343"/>
                  <a:gd name="connsiteY4" fmla="*/ 239 h 6345"/>
                  <a:gd name="connsiteX5" fmla="*/ 1099 w 6343"/>
                  <a:gd name="connsiteY5" fmla="*/ 1168 h 6345"/>
                  <a:gd name="connsiteX6" fmla="*/ 170 w 6343"/>
                  <a:gd name="connsiteY6" fmla="*/ 3412 h 6345"/>
                  <a:gd name="connsiteX7" fmla="*/ 1099 w 6343"/>
                  <a:gd name="connsiteY7" fmla="*/ 5655 h 6345"/>
                  <a:gd name="connsiteX8" fmla="*/ 3342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585"/>
                    </a:moveTo>
                    <a:cubicBezTo>
                      <a:pt x="4183" y="6585"/>
                      <a:pt x="4990" y="6250"/>
                      <a:pt x="5585" y="5655"/>
                    </a:cubicBezTo>
                    <a:cubicBezTo>
                      <a:pt x="6179" y="5060"/>
                      <a:pt x="6513" y="4253"/>
                      <a:pt x="6513" y="3412"/>
                    </a:cubicBezTo>
                    <a:cubicBezTo>
                      <a:pt x="6513" y="2570"/>
                      <a:pt x="6179" y="1763"/>
                      <a:pt x="5585" y="1168"/>
                    </a:cubicBezTo>
                    <a:cubicBezTo>
                      <a:pt x="4990" y="573"/>
                      <a:pt x="4183" y="239"/>
                      <a:pt x="3342" y="239"/>
                    </a:cubicBezTo>
                    <a:cubicBezTo>
                      <a:pt x="2501" y="239"/>
                      <a:pt x="1694" y="573"/>
                      <a:pt x="1099" y="1168"/>
                    </a:cubicBezTo>
                    <a:cubicBezTo>
                      <a:pt x="505" y="1763"/>
                      <a:pt x="170" y="2570"/>
                      <a:pt x="170" y="3412"/>
                    </a:cubicBezTo>
                    <a:cubicBezTo>
                      <a:pt x="170" y="4253"/>
                      <a:pt x="505" y="5060"/>
                      <a:pt x="1099" y="5655"/>
                    </a:cubicBezTo>
                    <a:cubicBezTo>
                      <a:pt x="1694" y="6250"/>
                      <a:pt x="2501" y="6585"/>
                      <a:pt x="3342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16" name="Freeform: Shape 2715">
                <a:extLst>
                  <a:ext uri="{FF2B5EF4-FFF2-40B4-BE49-F238E27FC236}">
                    <a16:creationId xmlns:a16="http://schemas.microsoft.com/office/drawing/2014/main" id="{075D26ED-3355-492F-CC26-6DB4AE2DF0C3}"/>
                  </a:ext>
                </a:extLst>
              </p:cNvPr>
              <p:cNvSpPr/>
              <p:nvPr/>
            </p:nvSpPr>
            <p:spPr>
              <a:xfrm>
                <a:off x="3007978" y="6510381"/>
                <a:ext cx="6343" cy="6345"/>
              </a:xfrm>
              <a:custGeom>
                <a:avLst/>
                <a:gdLst>
                  <a:gd name="connsiteX0" fmla="*/ 3341 w 6343"/>
                  <a:gd name="connsiteY0" fmla="*/ 6584 h 6345"/>
                  <a:gd name="connsiteX1" fmla="*/ 5584 w 6343"/>
                  <a:gd name="connsiteY1" fmla="*/ 5655 h 6345"/>
                  <a:gd name="connsiteX2" fmla="*/ 6513 w 6343"/>
                  <a:gd name="connsiteY2" fmla="*/ 3412 h 6345"/>
                  <a:gd name="connsiteX3" fmla="*/ 5584 w 6343"/>
                  <a:gd name="connsiteY3" fmla="*/ 1168 h 6345"/>
                  <a:gd name="connsiteX4" fmla="*/ 3341 w 6343"/>
                  <a:gd name="connsiteY4" fmla="*/ 239 h 6345"/>
                  <a:gd name="connsiteX5" fmla="*/ 1099 w 6343"/>
                  <a:gd name="connsiteY5" fmla="*/ 1168 h 6345"/>
                  <a:gd name="connsiteX6" fmla="*/ 170 w 6343"/>
                  <a:gd name="connsiteY6" fmla="*/ 3412 h 6345"/>
                  <a:gd name="connsiteX7" fmla="*/ 1099 w 6343"/>
                  <a:gd name="connsiteY7" fmla="*/ 5655 h 6345"/>
                  <a:gd name="connsiteX8" fmla="*/ 3341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1" y="6584"/>
                    </a:moveTo>
                    <a:cubicBezTo>
                      <a:pt x="4183" y="6584"/>
                      <a:pt x="4989" y="6250"/>
                      <a:pt x="5584" y="5655"/>
                    </a:cubicBezTo>
                    <a:cubicBezTo>
                      <a:pt x="6179" y="5060"/>
                      <a:pt x="6513" y="4253"/>
                      <a:pt x="6513" y="3412"/>
                    </a:cubicBezTo>
                    <a:cubicBezTo>
                      <a:pt x="6513" y="2570"/>
                      <a:pt x="6179" y="1763"/>
                      <a:pt x="5584" y="1168"/>
                    </a:cubicBezTo>
                    <a:cubicBezTo>
                      <a:pt x="4989" y="573"/>
                      <a:pt x="4183" y="239"/>
                      <a:pt x="3341" y="239"/>
                    </a:cubicBezTo>
                    <a:cubicBezTo>
                      <a:pt x="2500" y="239"/>
                      <a:pt x="1694" y="573"/>
                      <a:pt x="1099" y="1168"/>
                    </a:cubicBezTo>
                    <a:cubicBezTo>
                      <a:pt x="504" y="1763"/>
                      <a:pt x="170" y="2570"/>
                      <a:pt x="170" y="3412"/>
                    </a:cubicBezTo>
                    <a:cubicBezTo>
                      <a:pt x="170" y="4253"/>
                      <a:pt x="504" y="5060"/>
                      <a:pt x="1099" y="5655"/>
                    </a:cubicBezTo>
                    <a:cubicBezTo>
                      <a:pt x="1694" y="6250"/>
                      <a:pt x="2500" y="6584"/>
                      <a:pt x="3341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17" name="Freeform: Shape 2716">
                <a:extLst>
                  <a:ext uri="{FF2B5EF4-FFF2-40B4-BE49-F238E27FC236}">
                    <a16:creationId xmlns:a16="http://schemas.microsoft.com/office/drawing/2014/main" id="{B54A60FB-8B2E-CB99-4FF6-576824C7F442}"/>
                  </a:ext>
                </a:extLst>
              </p:cNvPr>
              <p:cNvSpPr/>
              <p:nvPr/>
            </p:nvSpPr>
            <p:spPr>
              <a:xfrm>
                <a:off x="3003313" y="6504993"/>
                <a:ext cx="6343" cy="6345"/>
              </a:xfrm>
              <a:custGeom>
                <a:avLst/>
                <a:gdLst>
                  <a:gd name="connsiteX0" fmla="*/ 3341 w 6343"/>
                  <a:gd name="connsiteY0" fmla="*/ 6584 h 6345"/>
                  <a:gd name="connsiteX1" fmla="*/ 5584 w 6343"/>
                  <a:gd name="connsiteY1" fmla="*/ 5655 h 6345"/>
                  <a:gd name="connsiteX2" fmla="*/ 6513 w 6343"/>
                  <a:gd name="connsiteY2" fmla="*/ 3411 h 6345"/>
                  <a:gd name="connsiteX3" fmla="*/ 5584 w 6343"/>
                  <a:gd name="connsiteY3" fmla="*/ 1168 h 6345"/>
                  <a:gd name="connsiteX4" fmla="*/ 3341 w 6343"/>
                  <a:gd name="connsiteY4" fmla="*/ 238 h 6345"/>
                  <a:gd name="connsiteX5" fmla="*/ 1098 w 6343"/>
                  <a:gd name="connsiteY5" fmla="*/ 1168 h 6345"/>
                  <a:gd name="connsiteX6" fmla="*/ 170 w 6343"/>
                  <a:gd name="connsiteY6" fmla="*/ 3411 h 6345"/>
                  <a:gd name="connsiteX7" fmla="*/ 1098 w 6343"/>
                  <a:gd name="connsiteY7" fmla="*/ 5655 h 6345"/>
                  <a:gd name="connsiteX8" fmla="*/ 3341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1" y="6584"/>
                    </a:moveTo>
                    <a:cubicBezTo>
                      <a:pt x="4182" y="6584"/>
                      <a:pt x="4989" y="6250"/>
                      <a:pt x="5584" y="5655"/>
                    </a:cubicBezTo>
                    <a:cubicBezTo>
                      <a:pt x="6178" y="5060"/>
                      <a:pt x="6513" y="4253"/>
                      <a:pt x="6513" y="3411"/>
                    </a:cubicBezTo>
                    <a:cubicBezTo>
                      <a:pt x="6513" y="2570"/>
                      <a:pt x="6178" y="1763"/>
                      <a:pt x="5584" y="1168"/>
                    </a:cubicBezTo>
                    <a:cubicBezTo>
                      <a:pt x="4989" y="573"/>
                      <a:pt x="4182" y="238"/>
                      <a:pt x="3341" y="238"/>
                    </a:cubicBezTo>
                    <a:cubicBezTo>
                      <a:pt x="2500" y="238"/>
                      <a:pt x="1693" y="573"/>
                      <a:pt x="1098" y="1168"/>
                    </a:cubicBezTo>
                    <a:cubicBezTo>
                      <a:pt x="504" y="1763"/>
                      <a:pt x="170" y="2570"/>
                      <a:pt x="170" y="3411"/>
                    </a:cubicBezTo>
                    <a:cubicBezTo>
                      <a:pt x="170" y="4253"/>
                      <a:pt x="504" y="5060"/>
                      <a:pt x="1098" y="5655"/>
                    </a:cubicBezTo>
                    <a:cubicBezTo>
                      <a:pt x="1693" y="6250"/>
                      <a:pt x="2500" y="6584"/>
                      <a:pt x="3341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18" name="Freeform: Shape 2717">
                <a:extLst>
                  <a:ext uri="{FF2B5EF4-FFF2-40B4-BE49-F238E27FC236}">
                    <a16:creationId xmlns:a16="http://schemas.microsoft.com/office/drawing/2014/main" id="{607FA9F8-303B-2091-4099-4E85C422AE92}"/>
                  </a:ext>
                </a:extLst>
              </p:cNvPr>
              <p:cNvSpPr/>
              <p:nvPr/>
            </p:nvSpPr>
            <p:spPr>
              <a:xfrm>
                <a:off x="3000009" y="6498418"/>
                <a:ext cx="6343" cy="6345"/>
              </a:xfrm>
              <a:custGeom>
                <a:avLst/>
                <a:gdLst>
                  <a:gd name="connsiteX0" fmla="*/ 3341 w 6343"/>
                  <a:gd name="connsiteY0" fmla="*/ 6583 h 6345"/>
                  <a:gd name="connsiteX1" fmla="*/ 5583 w 6343"/>
                  <a:gd name="connsiteY1" fmla="*/ 5654 h 6345"/>
                  <a:gd name="connsiteX2" fmla="*/ 6512 w 6343"/>
                  <a:gd name="connsiteY2" fmla="*/ 3411 h 6345"/>
                  <a:gd name="connsiteX3" fmla="*/ 5583 w 6343"/>
                  <a:gd name="connsiteY3" fmla="*/ 1167 h 6345"/>
                  <a:gd name="connsiteX4" fmla="*/ 3341 w 6343"/>
                  <a:gd name="connsiteY4" fmla="*/ 238 h 6345"/>
                  <a:gd name="connsiteX5" fmla="*/ 1098 w 6343"/>
                  <a:gd name="connsiteY5" fmla="*/ 1167 h 6345"/>
                  <a:gd name="connsiteX6" fmla="*/ 169 w 6343"/>
                  <a:gd name="connsiteY6" fmla="*/ 3411 h 6345"/>
                  <a:gd name="connsiteX7" fmla="*/ 1098 w 6343"/>
                  <a:gd name="connsiteY7" fmla="*/ 5654 h 6345"/>
                  <a:gd name="connsiteX8" fmla="*/ 3341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1" y="6583"/>
                    </a:moveTo>
                    <a:cubicBezTo>
                      <a:pt x="4182" y="6583"/>
                      <a:pt x="4989" y="6249"/>
                      <a:pt x="5583" y="5654"/>
                    </a:cubicBezTo>
                    <a:cubicBezTo>
                      <a:pt x="6178" y="5059"/>
                      <a:pt x="6512" y="4252"/>
                      <a:pt x="6512" y="3411"/>
                    </a:cubicBezTo>
                    <a:cubicBezTo>
                      <a:pt x="6512" y="2569"/>
                      <a:pt x="6178" y="1762"/>
                      <a:pt x="5583" y="1167"/>
                    </a:cubicBezTo>
                    <a:cubicBezTo>
                      <a:pt x="4989" y="572"/>
                      <a:pt x="4182" y="238"/>
                      <a:pt x="3341" y="238"/>
                    </a:cubicBezTo>
                    <a:cubicBezTo>
                      <a:pt x="2500" y="238"/>
                      <a:pt x="1693" y="572"/>
                      <a:pt x="1098" y="1167"/>
                    </a:cubicBezTo>
                    <a:cubicBezTo>
                      <a:pt x="503" y="1762"/>
                      <a:pt x="169" y="2569"/>
                      <a:pt x="169" y="3411"/>
                    </a:cubicBezTo>
                    <a:cubicBezTo>
                      <a:pt x="169" y="4252"/>
                      <a:pt x="503" y="5059"/>
                      <a:pt x="1098" y="5654"/>
                    </a:cubicBezTo>
                    <a:cubicBezTo>
                      <a:pt x="1693" y="6249"/>
                      <a:pt x="2500" y="6583"/>
                      <a:pt x="3341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19" name="Freeform: Shape 2718">
                <a:extLst>
                  <a:ext uri="{FF2B5EF4-FFF2-40B4-BE49-F238E27FC236}">
                    <a16:creationId xmlns:a16="http://schemas.microsoft.com/office/drawing/2014/main" id="{490624D2-6ECD-E81B-FA3F-DE0ED1018CEF}"/>
                  </a:ext>
                </a:extLst>
              </p:cNvPr>
              <p:cNvSpPr/>
              <p:nvPr/>
            </p:nvSpPr>
            <p:spPr>
              <a:xfrm>
                <a:off x="3001511" y="6487726"/>
                <a:ext cx="6343" cy="6345"/>
              </a:xfrm>
              <a:custGeom>
                <a:avLst/>
                <a:gdLst>
                  <a:gd name="connsiteX0" fmla="*/ 3341 w 6343"/>
                  <a:gd name="connsiteY0" fmla="*/ 6582 h 6345"/>
                  <a:gd name="connsiteX1" fmla="*/ 5584 w 6343"/>
                  <a:gd name="connsiteY1" fmla="*/ 5653 h 6345"/>
                  <a:gd name="connsiteX2" fmla="*/ 6513 w 6343"/>
                  <a:gd name="connsiteY2" fmla="*/ 3410 h 6345"/>
                  <a:gd name="connsiteX3" fmla="*/ 5584 w 6343"/>
                  <a:gd name="connsiteY3" fmla="*/ 1166 h 6345"/>
                  <a:gd name="connsiteX4" fmla="*/ 3341 w 6343"/>
                  <a:gd name="connsiteY4" fmla="*/ 237 h 6345"/>
                  <a:gd name="connsiteX5" fmla="*/ 1098 w 6343"/>
                  <a:gd name="connsiteY5" fmla="*/ 1166 h 6345"/>
                  <a:gd name="connsiteX6" fmla="*/ 169 w 6343"/>
                  <a:gd name="connsiteY6" fmla="*/ 3410 h 6345"/>
                  <a:gd name="connsiteX7" fmla="*/ 1098 w 6343"/>
                  <a:gd name="connsiteY7" fmla="*/ 5653 h 6345"/>
                  <a:gd name="connsiteX8" fmla="*/ 3341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1" y="6582"/>
                    </a:moveTo>
                    <a:cubicBezTo>
                      <a:pt x="4182" y="6582"/>
                      <a:pt x="4989" y="6248"/>
                      <a:pt x="5584" y="5653"/>
                    </a:cubicBezTo>
                    <a:cubicBezTo>
                      <a:pt x="6178" y="5058"/>
                      <a:pt x="6513" y="4251"/>
                      <a:pt x="6513" y="3410"/>
                    </a:cubicBezTo>
                    <a:cubicBezTo>
                      <a:pt x="6513" y="2568"/>
                      <a:pt x="6178" y="1761"/>
                      <a:pt x="5584" y="1166"/>
                    </a:cubicBezTo>
                    <a:cubicBezTo>
                      <a:pt x="4989" y="571"/>
                      <a:pt x="4182" y="237"/>
                      <a:pt x="3341" y="237"/>
                    </a:cubicBezTo>
                    <a:cubicBezTo>
                      <a:pt x="2500" y="237"/>
                      <a:pt x="1693" y="571"/>
                      <a:pt x="1098" y="1166"/>
                    </a:cubicBezTo>
                    <a:cubicBezTo>
                      <a:pt x="504" y="1761"/>
                      <a:pt x="169" y="2568"/>
                      <a:pt x="169" y="3410"/>
                    </a:cubicBezTo>
                    <a:cubicBezTo>
                      <a:pt x="169" y="4251"/>
                      <a:pt x="504" y="5058"/>
                      <a:pt x="1098" y="5653"/>
                    </a:cubicBezTo>
                    <a:cubicBezTo>
                      <a:pt x="1693" y="6248"/>
                      <a:pt x="2500" y="6582"/>
                      <a:pt x="3341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20" name="Freeform: Shape 2719">
                <a:extLst>
                  <a:ext uri="{FF2B5EF4-FFF2-40B4-BE49-F238E27FC236}">
                    <a16:creationId xmlns:a16="http://schemas.microsoft.com/office/drawing/2014/main" id="{761FC683-8D09-43D5-9993-DDDEF447D845}"/>
                  </a:ext>
                </a:extLst>
              </p:cNvPr>
              <p:cNvSpPr/>
              <p:nvPr/>
            </p:nvSpPr>
            <p:spPr>
              <a:xfrm>
                <a:off x="2991696" y="6486809"/>
                <a:ext cx="6343" cy="6345"/>
              </a:xfrm>
              <a:custGeom>
                <a:avLst/>
                <a:gdLst>
                  <a:gd name="connsiteX0" fmla="*/ 3340 w 6343"/>
                  <a:gd name="connsiteY0" fmla="*/ 6582 h 6345"/>
                  <a:gd name="connsiteX1" fmla="*/ 5583 w 6343"/>
                  <a:gd name="connsiteY1" fmla="*/ 5653 h 6345"/>
                  <a:gd name="connsiteX2" fmla="*/ 6512 w 6343"/>
                  <a:gd name="connsiteY2" fmla="*/ 3410 h 6345"/>
                  <a:gd name="connsiteX3" fmla="*/ 5583 w 6343"/>
                  <a:gd name="connsiteY3" fmla="*/ 1166 h 6345"/>
                  <a:gd name="connsiteX4" fmla="*/ 3340 w 6343"/>
                  <a:gd name="connsiteY4" fmla="*/ 237 h 6345"/>
                  <a:gd name="connsiteX5" fmla="*/ 1098 w 6343"/>
                  <a:gd name="connsiteY5" fmla="*/ 1166 h 6345"/>
                  <a:gd name="connsiteX6" fmla="*/ 169 w 6343"/>
                  <a:gd name="connsiteY6" fmla="*/ 3410 h 6345"/>
                  <a:gd name="connsiteX7" fmla="*/ 1098 w 6343"/>
                  <a:gd name="connsiteY7" fmla="*/ 5653 h 6345"/>
                  <a:gd name="connsiteX8" fmla="*/ 3340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0" y="6582"/>
                    </a:moveTo>
                    <a:cubicBezTo>
                      <a:pt x="4181" y="6582"/>
                      <a:pt x="4988" y="6248"/>
                      <a:pt x="5583" y="5653"/>
                    </a:cubicBezTo>
                    <a:cubicBezTo>
                      <a:pt x="6178" y="5058"/>
                      <a:pt x="6512" y="4251"/>
                      <a:pt x="6512" y="3410"/>
                    </a:cubicBezTo>
                    <a:cubicBezTo>
                      <a:pt x="6512" y="2568"/>
                      <a:pt x="6178" y="1761"/>
                      <a:pt x="5583" y="1166"/>
                    </a:cubicBezTo>
                    <a:cubicBezTo>
                      <a:pt x="4988" y="571"/>
                      <a:pt x="4181" y="237"/>
                      <a:pt x="3340" y="237"/>
                    </a:cubicBezTo>
                    <a:cubicBezTo>
                      <a:pt x="2499" y="237"/>
                      <a:pt x="1692" y="571"/>
                      <a:pt x="1098" y="1166"/>
                    </a:cubicBezTo>
                    <a:cubicBezTo>
                      <a:pt x="503" y="1761"/>
                      <a:pt x="169" y="2568"/>
                      <a:pt x="169" y="3410"/>
                    </a:cubicBezTo>
                    <a:cubicBezTo>
                      <a:pt x="169" y="4251"/>
                      <a:pt x="503" y="5058"/>
                      <a:pt x="1098" y="5653"/>
                    </a:cubicBezTo>
                    <a:cubicBezTo>
                      <a:pt x="1692" y="6248"/>
                      <a:pt x="2499" y="6582"/>
                      <a:pt x="3340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21" name="Freeform: Shape 2720">
                <a:extLst>
                  <a:ext uri="{FF2B5EF4-FFF2-40B4-BE49-F238E27FC236}">
                    <a16:creationId xmlns:a16="http://schemas.microsoft.com/office/drawing/2014/main" id="{FA241613-93BD-E84F-4EE6-83A020863069}"/>
                  </a:ext>
                </a:extLst>
              </p:cNvPr>
              <p:cNvSpPr/>
              <p:nvPr/>
            </p:nvSpPr>
            <p:spPr>
              <a:xfrm>
                <a:off x="2986230" y="6482121"/>
                <a:ext cx="6343" cy="6345"/>
              </a:xfrm>
              <a:custGeom>
                <a:avLst/>
                <a:gdLst>
                  <a:gd name="connsiteX0" fmla="*/ 3340 w 6343"/>
                  <a:gd name="connsiteY0" fmla="*/ 6582 h 6345"/>
                  <a:gd name="connsiteX1" fmla="*/ 5582 w 6343"/>
                  <a:gd name="connsiteY1" fmla="*/ 5653 h 6345"/>
                  <a:gd name="connsiteX2" fmla="*/ 6511 w 6343"/>
                  <a:gd name="connsiteY2" fmla="*/ 3409 h 6345"/>
                  <a:gd name="connsiteX3" fmla="*/ 5582 w 6343"/>
                  <a:gd name="connsiteY3" fmla="*/ 1166 h 6345"/>
                  <a:gd name="connsiteX4" fmla="*/ 3340 w 6343"/>
                  <a:gd name="connsiteY4" fmla="*/ 237 h 6345"/>
                  <a:gd name="connsiteX5" fmla="*/ 1097 w 6343"/>
                  <a:gd name="connsiteY5" fmla="*/ 1166 h 6345"/>
                  <a:gd name="connsiteX6" fmla="*/ 168 w 6343"/>
                  <a:gd name="connsiteY6" fmla="*/ 3409 h 6345"/>
                  <a:gd name="connsiteX7" fmla="*/ 1097 w 6343"/>
                  <a:gd name="connsiteY7" fmla="*/ 5653 h 6345"/>
                  <a:gd name="connsiteX8" fmla="*/ 3340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0" y="6582"/>
                    </a:moveTo>
                    <a:cubicBezTo>
                      <a:pt x="4181" y="6582"/>
                      <a:pt x="4988" y="6248"/>
                      <a:pt x="5582" y="5653"/>
                    </a:cubicBezTo>
                    <a:cubicBezTo>
                      <a:pt x="6177" y="5058"/>
                      <a:pt x="6511" y="4251"/>
                      <a:pt x="6511" y="3409"/>
                    </a:cubicBezTo>
                    <a:cubicBezTo>
                      <a:pt x="6511" y="2568"/>
                      <a:pt x="6177" y="1761"/>
                      <a:pt x="5582" y="1166"/>
                    </a:cubicBezTo>
                    <a:cubicBezTo>
                      <a:pt x="4988" y="571"/>
                      <a:pt x="4181" y="237"/>
                      <a:pt x="3340" y="237"/>
                    </a:cubicBezTo>
                    <a:cubicBezTo>
                      <a:pt x="2499" y="237"/>
                      <a:pt x="1692" y="571"/>
                      <a:pt x="1097" y="1166"/>
                    </a:cubicBezTo>
                    <a:cubicBezTo>
                      <a:pt x="502" y="1761"/>
                      <a:pt x="168" y="2568"/>
                      <a:pt x="168" y="3409"/>
                    </a:cubicBezTo>
                    <a:cubicBezTo>
                      <a:pt x="168" y="4251"/>
                      <a:pt x="502" y="5058"/>
                      <a:pt x="1097" y="5653"/>
                    </a:cubicBezTo>
                    <a:cubicBezTo>
                      <a:pt x="1692" y="6248"/>
                      <a:pt x="2499" y="6582"/>
                      <a:pt x="3340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22" name="Freeform: Shape 2721">
                <a:extLst>
                  <a:ext uri="{FF2B5EF4-FFF2-40B4-BE49-F238E27FC236}">
                    <a16:creationId xmlns:a16="http://schemas.microsoft.com/office/drawing/2014/main" id="{8A017E6E-D5C5-09AD-4A65-5D9B0E1D5CE7}"/>
                  </a:ext>
                </a:extLst>
              </p:cNvPr>
              <p:cNvSpPr/>
              <p:nvPr/>
            </p:nvSpPr>
            <p:spPr>
              <a:xfrm>
                <a:off x="2977274" y="6480316"/>
                <a:ext cx="6343" cy="6345"/>
              </a:xfrm>
              <a:custGeom>
                <a:avLst/>
                <a:gdLst>
                  <a:gd name="connsiteX0" fmla="*/ 3339 w 6343"/>
                  <a:gd name="connsiteY0" fmla="*/ 6582 h 6345"/>
                  <a:gd name="connsiteX1" fmla="*/ 5582 w 6343"/>
                  <a:gd name="connsiteY1" fmla="*/ 5653 h 6345"/>
                  <a:gd name="connsiteX2" fmla="*/ 6511 w 6343"/>
                  <a:gd name="connsiteY2" fmla="*/ 3409 h 6345"/>
                  <a:gd name="connsiteX3" fmla="*/ 5582 w 6343"/>
                  <a:gd name="connsiteY3" fmla="*/ 1166 h 6345"/>
                  <a:gd name="connsiteX4" fmla="*/ 3339 w 6343"/>
                  <a:gd name="connsiteY4" fmla="*/ 236 h 6345"/>
                  <a:gd name="connsiteX5" fmla="*/ 1096 w 6343"/>
                  <a:gd name="connsiteY5" fmla="*/ 1166 h 6345"/>
                  <a:gd name="connsiteX6" fmla="*/ 168 w 6343"/>
                  <a:gd name="connsiteY6" fmla="*/ 3409 h 6345"/>
                  <a:gd name="connsiteX7" fmla="*/ 1096 w 6343"/>
                  <a:gd name="connsiteY7" fmla="*/ 5653 h 6345"/>
                  <a:gd name="connsiteX8" fmla="*/ 3339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82"/>
                    </a:moveTo>
                    <a:cubicBezTo>
                      <a:pt x="4180" y="6582"/>
                      <a:pt x="4987" y="6248"/>
                      <a:pt x="5582" y="5653"/>
                    </a:cubicBezTo>
                    <a:cubicBezTo>
                      <a:pt x="6176" y="5058"/>
                      <a:pt x="6511" y="4251"/>
                      <a:pt x="6511" y="3409"/>
                    </a:cubicBezTo>
                    <a:cubicBezTo>
                      <a:pt x="6511" y="2568"/>
                      <a:pt x="6176" y="1761"/>
                      <a:pt x="5582" y="1166"/>
                    </a:cubicBezTo>
                    <a:cubicBezTo>
                      <a:pt x="4987" y="571"/>
                      <a:pt x="4180" y="236"/>
                      <a:pt x="3339" y="236"/>
                    </a:cubicBezTo>
                    <a:cubicBezTo>
                      <a:pt x="2498" y="236"/>
                      <a:pt x="1691" y="571"/>
                      <a:pt x="1096" y="1166"/>
                    </a:cubicBezTo>
                    <a:cubicBezTo>
                      <a:pt x="502" y="1761"/>
                      <a:pt x="168" y="2568"/>
                      <a:pt x="168" y="3409"/>
                    </a:cubicBezTo>
                    <a:cubicBezTo>
                      <a:pt x="168" y="4251"/>
                      <a:pt x="502" y="5058"/>
                      <a:pt x="1096" y="5653"/>
                    </a:cubicBezTo>
                    <a:cubicBezTo>
                      <a:pt x="1691" y="6248"/>
                      <a:pt x="2498" y="6582"/>
                      <a:pt x="3339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23" name="Freeform: Shape 2722">
                <a:extLst>
                  <a:ext uri="{FF2B5EF4-FFF2-40B4-BE49-F238E27FC236}">
                    <a16:creationId xmlns:a16="http://schemas.microsoft.com/office/drawing/2014/main" id="{916FD89E-A033-07A1-5614-1B70D1367949}"/>
                  </a:ext>
                </a:extLst>
              </p:cNvPr>
              <p:cNvSpPr/>
              <p:nvPr/>
            </p:nvSpPr>
            <p:spPr>
              <a:xfrm>
                <a:off x="2969116" y="6477764"/>
                <a:ext cx="6343" cy="6345"/>
              </a:xfrm>
              <a:custGeom>
                <a:avLst/>
                <a:gdLst>
                  <a:gd name="connsiteX0" fmla="*/ 3338 w 6343"/>
                  <a:gd name="connsiteY0" fmla="*/ 6582 h 6345"/>
                  <a:gd name="connsiteX1" fmla="*/ 5581 w 6343"/>
                  <a:gd name="connsiteY1" fmla="*/ 5652 h 6345"/>
                  <a:gd name="connsiteX2" fmla="*/ 6510 w 6343"/>
                  <a:gd name="connsiteY2" fmla="*/ 3409 h 6345"/>
                  <a:gd name="connsiteX3" fmla="*/ 5581 w 6343"/>
                  <a:gd name="connsiteY3" fmla="*/ 1166 h 6345"/>
                  <a:gd name="connsiteX4" fmla="*/ 3338 w 6343"/>
                  <a:gd name="connsiteY4" fmla="*/ 236 h 6345"/>
                  <a:gd name="connsiteX5" fmla="*/ 1096 w 6343"/>
                  <a:gd name="connsiteY5" fmla="*/ 1166 h 6345"/>
                  <a:gd name="connsiteX6" fmla="*/ 167 w 6343"/>
                  <a:gd name="connsiteY6" fmla="*/ 3409 h 6345"/>
                  <a:gd name="connsiteX7" fmla="*/ 1096 w 6343"/>
                  <a:gd name="connsiteY7" fmla="*/ 5652 h 6345"/>
                  <a:gd name="connsiteX8" fmla="*/ 3338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8" y="6582"/>
                    </a:moveTo>
                    <a:cubicBezTo>
                      <a:pt x="4180" y="6582"/>
                      <a:pt x="4986" y="6247"/>
                      <a:pt x="5581" y="5652"/>
                    </a:cubicBezTo>
                    <a:cubicBezTo>
                      <a:pt x="6176" y="5057"/>
                      <a:pt x="6510" y="4250"/>
                      <a:pt x="6510" y="3409"/>
                    </a:cubicBezTo>
                    <a:cubicBezTo>
                      <a:pt x="6510" y="2568"/>
                      <a:pt x="6176" y="1760"/>
                      <a:pt x="5581" y="1166"/>
                    </a:cubicBezTo>
                    <a:cubicBezTo>
                      <a:pt x="4986" y="571"/>
                      <a:pt x="4180" y="236"/>
                      <a:pt x="3338" y="236"/>
                    </a:cubicBezTo>
                    <a:cubicBezTo>
                      <a:pt x="2497" y="236"/>
                      <a:pt x="1691" y="571"/>
                      <a:pt x="1096" y="1166"/>
                    </a:cubicBezTo>
                    <a:cubicBezTo>
                      <a:pt x="501" y="1760"/>
                      <a:pt x="167" y="2568"/>
                      <a:pt x="167" y="3409"/>
                    </a:cubicBezTo>
                    <a:cubicBezTo>
                      <a:pt x="167" y="4250"/>
                      <a:pt x="501" y="5057"/>
                      <a:pt x="1096" y="5652"/>
                    </a:cubicBezTo>
                    <a:cubicBezTo>
                      <a:pt x="1691" y="6247"/>
                      <a:pt x="2497" y="6582"/>
                      <a:pt x="3338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24" name="Freeform: Shape 2723">
                <a:extLst>
                  <a:ext uri="{FF2B5EF4-FFF2-40B4-BE49-F238E27FC236}">
                    <a16:creationId xmlns:a16="http://schemas.microsoft.com/office/drawing/2014/main" id="{7E8B0A9F-CEA4-2A92-3472-ABCD978A2C35}"/>
                  </a:ext>
                </a:extLst>
              </p:cNvPr>
              <p:cNvSpPr/>
              <p:nvPr/>
            </p:nvSpPr>
            <p:spPr>
              <a:xfrm>
                <a:off x="2960734" y="6475320"/>
                <a:ext cx="6343" cy="6345"/>
              </a:xfrm>
              <a:custGeom>
                <a:avLst/>
                <a:gdLst>
                  <a:gd name="connsiteX0" fmla="*/ 3338 w 6343"/>
                  <a:gd name="connsiteY0" fmla="*/ 6581 h 6345"/>
                  <a:gd name="connsiteX1" fmla="*/ 5580 w 6343"/>
                  <a:gd name="connsiteY1" fmla="*/ 5652 h 6345"/>
                  <a:gd name="connsiteX2" fmla="*/ 6509 w 6343"/>
                  <a:gd name="connsiteY2" fmla="*/ 3409 h 6345"/>
                  <a:gd name="connsiteX3" fmla="*/ 5580 w 6343"/>
                  <a:gd name="connsiteY3" fmla="*/ 1165 h 6345"/>
                  <a:gd name="connsiteX4" fmla="*/ 3338 w 6343"/>
                  <a:gd name="connsiteY4" fmla="*/ 236 h 6345"/>
                  <a:gd name="connsiteX5" fmla="*/ 1095 w 6343"/>
                  <a:gd name="connsiteY5" fmla="*/ 1165 h 6345"/>
                  <a:gd name="connsiteX6" fmla="*/ 166 w 6343"/>
                  <a:gd name="connsiteY6" fmla="*/ 3409 h 6345"/>
                  <a:gd name="connsiteX7" fmla="*/ 1095 w 6343"/>
                  <a:gd name="connsiteY7" fmla="*/ 5652 h 6345"/>
                  <a:gd name="connsiteX8" fmla="*/ 3338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8" y="6581"/>
                    </a:moveTo>
                    <a:cubicBezTo>
                      <a:pt x="4179" y="6581"/>
                      <a:pt x="4986" y="6247"/>
                      <a:pt x="5580" y="5652"/>
                    </a:cubicBezTo>
                    <a:cubicBezTo>
                      <a:pt x="6175" y="5057"/>
                      <a:pt x="6509" y="4250"/>
                      <a:pt x="6509" y="3409"/>
                    </a:cubicBezTo>
                    <a:cubicBezTo>
                      <a:pt x="6509" y="2567"/>
                      <a:pt x="6175" y="1760"/>
                      <a:pt x="5580" y="1165"/>
                    </a:cubicBezTo>
                    <a:cubicBezTo>
                      <a:pt x="4986" y="570"/>
                      <a:pt x="4179" y="236"/>
                      <a:pt x="3338" y="236"/>
                    </a:cubicBezTo>
                    <a:cubicBezTo>
                      <a:pt x="2497" y="236"/>
                      <a:pt x="1690" y="570"/>
                      <a:pt x="1095" y="1165"/>
                    </a:cubicBezTo>
                    <a:cubicBezTo>
                      <a:pt x="500" y="1760"/>
                      <a:pt x="166" y="2567"/>
                      <a:pt x="166" y="3409"/>
                    </a:cubicBezTo>
                    <a:cubicBezTo>
                      <a:pt x="166" y="4250"/>
                      <a:pt x="500" y="5057"/>
                      <a:pt x="1095" y="5652"/>
                    </a:cubicBezTo>
                    <a:cubicBezTo>
                      <a:pt x="1690" y="6247"/>
                      <a:pt x="2497" y="6581"/>
                      <a:pt x="3338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25" name="Freeform: Shape 2724">
                <a:extLst>
                  <a:ext uri="{FF2B5EF4-FFF2-40B4-BE49-F238E27FC236}">
                    <a16:creationId xmlns:a16="http://schemas.microsoft.com/office/drawing/2014/main" id="{16B54244-9592-EB87-F84B-1D5FDA9803F5}"/>
                  </a:ext>
                </a:extLst>
              </p:cNvPr>
              <p:cNvSpPr/>
              <p:nvPr/>
            </p:nvSpPr>
            <p:spPr>
              <a:xfrm>
                <a:off x="2954281" y="6471254"/>
                <a:ext cx="6343" cy="6345"/>
              </a:xfrm>
              <a:custGeom>
                <a:avLst/>
                <a:gdLst>
                  <a:gd name="connsiteX0" fmla="*/ 3337 w 6343"/>
                  <a:gd name="connsiteY0" fmla="*/ 6581 h 6345"/>
                  <a:gd name="connsiteX1" fmla="*/ 5580 w 6343"/>
                  <a:gd name="connsiteY1" fmla="*/ 5652 h 6345"/>
                  <a:gd name="connsiteX2" fmla="*/ 6509 w 6343"/>
                  <a:gd name="connsiteY2" fmla="*/ 3408 h 6345"/>
                  <a:gd name="connsiteX3" fmla="*/ 5580 w 6343"/>
                  <a:gd name="connsiteY3" fmla="*/ 1165 h 6345"/>
                  <a:gd name="connsiteX4" fmla="*/ 3337 w 6343"/>
                  <a:gd name="connsiteY4" fmla="*/ 236 h 6345"/>
                  <a:gd name="connsiteX5" fmla="*/ 1095 w 6343"/>
                  <a:gd name="connsiteY5" fmla="*/ 1165 h 6345"/>
                  <a:gd name="connsiteX6" fmla="*/ 166 w 6343"/>
                  <a:gd name="connsiteY6" fmla="*/ 3408 h 6345"/>
                  <a:gd name="connsiteX7" fmla="*/ 1095 w 6343"/>
                  <a:gd name="connsiteY7" fmla="*/ 5652 h 6345"/>
                  <a:gd name="connsiteX8" fmla="*/ 3337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7" y="6581"/>
                    </a:moveTo>
                    <a:cubicBezTo>
                      <a:pt x="4178" y="6581"/>
                      <a:pt x="4985" y="6247"/>
                      <a:pt x="5580" y="5652"/>
                    </a:cubicBezTo>
                    <a:cubicBezTo>
                      <a:pt x="6175" y="5057"/>
                      <a:pt x="6509" y="4250"/>
                      <a:pt x="6509" y="3408"/>
                    </a:cubicBezTo>
                    <a:cubicBezTo>
                      <a:pt x="6509" y="2567"/>
                      <a:pt x="6175" y="1760"/>
                      <a:pt x="5580" y="1165"/>
                    </a:cubicBezTo>
                    <a:cubicBezTo>
                      <a:pt x="4985" y="570"/>
                      <a:pt x="4178" y="236"/>
                      <a:pt x="3337" y="236"/>
                    </a:cubicBezTo>
                    <a:cubicBezTo>
                      <a:pt x="2496" y="236"/>
                      <a:pt x="1689" y="570"/>
                      <a:pt x="1095" y="1165"/>
                    </a:cubicBezTo>
                    <a:cubicBezTo>
                      <a:pt x="500" y="1760"/>
                      <a:pt x="166" y="2567"/>
                      <a:pt x="166" y="3408"/>
                    </a:cubicBezTo>
                    <a:cubicBezTo>
                      <a:pt x="166" y="4250"/>
                      <a:pt x="500" y="5057"/>
                      <a:pt x="1095" y="5652"/>
                    </a:cubicBezTo>
                    <a:cubicBezTo>
                      <a:pt x="1689" y="6247"/>
                      <a:pt x="2496" y="6581"/>
                      <a:pt x="3337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26" name="Freeform: Shape 2725">
                <a:extLst>
                  <a:ext uri="{FF2B5EF4-FFF2-40B4-BE49-F238E27FC236}">
                    <a16:creationId xmlns:a16="http://schemas.microsoft.com/office/drawing/2014/main" id="{BBFC5F1E-E821-AFCC-D896-CF6A4D1AD244}"/>
                  </a:ext>
                </a:extLst>
              </p:cNvPr>
              <p:cNvSpPr/>
              <p:nvPr/>
            </p:nvSpPr>
            <p:spPr>
              <a:xfrm>
                <a:off x="3292350" y="6194777"/>
                <a:ext cx="6343" cy="6345"/>
              </a:xfrm>
              <a:custGeom>
                <a:avLst/>
                <a:gdLst>
                  <a:gd name="connsiteX0" fmla="*/ 3364 w 6343"/>
                  <a:gd name="connsiteY0" fmla="*/ 6559 h 6345"/>
                  <a:gd name="connsiteX1" fmla="*/ 5607 w 6343"/>
                  <a:gd name="connsiteY1" fmla="*/ 5630 h 6345"/>
                  <a:gd name="connsiteX2" fmla="*/ 6535 w 6343"/>
                  <a:gd name="connsiteY2" fmla="*/ 3387 h 6345"/>
                  <a:gd name="connsiteX3" fmla="*/ 5607 w 6343"/>
                  <a:gd name="connsiteY3" fmla="*/ 1143 h 6345"/>
                  <a:gd name="connsiteX4" fmla="*/ 3364 w 6343"/>
                  <a:gd name="connsiteY4" fmla="*/ 214 h 6345"/>
                  <a:gd name="connsiteX5" fmla="*/ 1121 w 6343"/>
                  <a:gd name="connsiteY5" fmla="*/ 1143 h 6345"/>
                  <a:gd name="connsiteX6" fmla="*/ 192 w 6343"/>
                  <a:gd name="connsiteY6" fmla="*/ 3387 h 6345"/>
                  <a:gd name="connsiteX7" fmla="*/ 1121 w 6343"/>
                  <a:gd name="connsiteY7" fmla="*/ 5630 h 6345"/>
                  <a:gd name="connsiteX8" fmla="*/ 336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59"/>
                    </a:moveTo>
                    <a:cubicBezTo>
                      <a:pt x="4205" y="6559"/>
                      <a:pt x="5012" y="6225"/>
                      <a:pt x="5607" y="5630"/>
                    </a:cubicBezTo>
                    <a:cubicBezTo>
                      <a:pt x="6201" y="5035"/>
                      <a:pt x="6535" y="4228"/>
                      <a:pt x="6535" y="3387"/>
                    </a:cubicBezTo>
                    <a:cubicBezTo>
                      <a:pt x="6535" y="2545"/>
                      <a:pt x="6201" y="1738"/>
                      <a:pt x="5607" y="1143"/>
                    </a:cubicBezTo>
                    <a:cubicBezTo>
                      <a:pt x="5012" y="548"/>
                      <a:pt x="4205" y="214"/>
                      <a:pt x="3364" y="214"/>
                    </a:cubicBezTo>
                    <a:cubicBezTo>
                      <a:pt x="2523" y="214"/>
                      <a:pt x="1716" y="548"/>
                      <a:pt x="1121" y="1143"/>
                    </a:cubicBezTo>
                    <a:cubicBezTo>
                      <a:pt x="527" y="1738"/>
                      <a:pt x="192" y="2545"/>
                      <a:pt x="192" y="3387"/>
                    </a:cubicBezTo>
                    <a:cubicBezTo>
                      <a:pt x="192" y="4228"/>
                      <a:pt x="527" y="5035"/>
                      <a:pt x="1121" y="5630"/>
                    </a:cubicBezTo>
                    <a:cubicBezTo>
                      <a:pt x="1716" y="6225"/>
                      <a:pt x="2523" y="6559"/>
                      <a:pt x="336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27" name="Freeform: Shape 2726">
                <a:extLst>
                  <a:ext uri="{FF2B5EF4-FFF2-40B4-BE49-F238E27FC236}">
                    <a16:creationId xmlns:a16="http://schemas.microsoft.com/office/drawing/2014/main" id="{FDC91A82-9471-9C72-E8EF-0629FFAE4938}"/>
                  </a:ext>
                </a:extLst>
              </p:cNvPr>
              <p:cNvSpPr/>
              <p:nvPr/>
            </p:nvSpPr>
            <p:spPr>
              <a:xfrm>
                <a:off x="3295324" y="6186691"/>
                <a:ext cx="6343" cy="6345"/>
              </a:xfrm>
              <a:custGeom>
                <a:avLst/>
                <a:gdLst>
                  <a:gd name="connsiteX0" fmla="*/ 3364 w 6343"/>
                  <a:gd name="connsiteY0" fmla="*/ 6559 h 6345"/>
                  <a:gd name="connsiteX1" fmla="*/ 5607 w 6343"/>
                  <a:gd name="connsiteY1" fmla="*/ 5629 h 6345"/>
                  <a:gd name="connsiteX2" fmla="*/ 6536 w 6343"/>
                  <a:gd name="connsiteY2" fmla="*/ 3386 h 6345"/>
                  <a:gd name="connsiteX3" fmla="*/ 5607 w 6343"/>
                  <a:gd name="connsiteY3" fmla="*/ 1143 h 6345"/>
                  <a:gd name="connsiteX4" fmla="*/ 3364 w 6343"/>
                  <a:gd name="connsiteY4" fmla="*/ 213 h 6345"/>
                  <a:gd name="connsiteX5" fmla="*/ 1122 w 6343"/>
                  <a:gd name="connsiteY5" fmla="*/ 1143 h 6345"/>
                  <a:gd name="connsiteX6" fmla="*/ 193 w 6343"/>
                  <a:gd name="connsiteY6" fmla="*/ 3386 h 6345"/>
                  <a:gd name="connsiteX7" fmla="*/ 1122 w 6343"/>
                  <a:gd name="connsiteY7" fmla="*/ 5629 h 6345"/>
                  <a:gd name="connsiteX8" fmla="*/ 336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59"/>
                    </a:moveTo>
                    <a:cubicBezTo>
                      <a:pt x="4205" y="6559"/>
                      <a:pt x="5012" y="6224"/>
                      <a:pt x="5607" y="5629"/>
                    </a:cubicBezTo>
                    <a:cubicBezTo>
                      <a:pt x="6202" y="5035"/>
                      <a:pt x="6536" y="4227"/>
                      <a:pt x="6536" y="3386"/>
                    </a:cubicBezTo>
                    <a:cubicBezTo>
                      <a:pt x="6536" y="2545"/>
                      <a:pt x="6202" y="1738"/>
                      <a:pt x="5607" y="1143"/>
                    </a:cubicBezTo>
                    <a:cubicBezTo>
                      <a:pt x="5012" y="548"/>
                      <a:pt x="4205" y="213"/>
                      <a:pt x="3364" y="213"/>
                    </a:cubicBezTo>
                    <a:cubicBezTo>
                      <a:pt x="2523" y="213"/>
                      <a:pt x="1716" y="548"/>
                      <a:pt x="1122" y="1143"/>
                    </a:cubicBezTo>
                    <a:cubicBezTo>
                      <a:pt x="527" y="1738"/>
                      <a:pt x="193" y="2545"/>
                      <a:pt x="193" y="3386"/>
                    </a:cubicBezTo>
                    <a:cubicBezTo>
                      <a:pt x="193" y="4227"/>
                      <a:pt x="527" y="5035"/>
                      <a:pt x="1122" y="5629"/>
                    </a:cubicBezTo>
                    <a:cubicBezTo>
                      <a:pt x="1716" y="6224"/>
                      <a:pt x="2523" y="6559"/>
                      <a:pt x="336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28" name="Freeform: Shape 2727">
                <a:extLst>
                  <a:ext uri="{FF2B5EF4-FFF2-40B4-BE49-F238E27FC236}">
                    <a16:creationId xmlns:a16="http://schemas.microsoft.com/office/drawing/2014/main" id="{EDD08C3F-B813-BB99-2A4E-1D4D900929C8}"/>
                  </a:ext>
                </a:extLst>
              </p:cNvPr>
              <p:cNvSpPr/>
              <p:nvPr/>
            </p:nvSpPr>
            <p:spPr>
              <a:xfrm>
                <a:off x="3293436" y="6182468"/>
                <a:ext cx="6343" cy="6345"/>
              </a:xfrm>
              <a:custGeom>
                <a:avLst/>
                <a:gdLst>
                  <a:gd name="connsiteX0" fmla="*/ 3364 w 6343"/>
                  <a:gd name="connsiteY0" fmla="*/ 6558 h 6345"/>
                  <a:gd name="connsiteX1" fmla="*/ 5607 w 6343"/>
                  <a:gd name="connsiteY1" fmla="*/ 5629 h 6345"/>
                  <a:gd name="connsiteX2" fmla="*/ 6536 w 6343"/>
                  <a:gd name="connsiteY2" fmla="*/ 3386 h 6345"/>
                  <a:gd name="connsiteX3" fmla="*/ 5607 w 6343"/>
                  <a:gd name="connsiteY3" fmla="*/ 1142 h 6345"/>
                  <a:gd name="connsiteX4" fmla="*/ 3364 w 6343"/>
                  <a:gd name="connsiteY4" fmla="*/ 213 h 6345"/>
                  <a:gd name="connsiteX5" fmla="*/ 1121 w 6343"/>
                  <a:gd name="connsiteY5" fmla="*/ 1142 h 6345"/>
                  <a:gd name="connsiteX6" fmla="*/ 192 w 6343"/>
                  <a:gd name="connsiteY6" fmla="*/ 3386 h 6345"/>
                  <a:gd name="connsiteX7" fmla="*/ 1121 w 6343"/>
                  <a:gd name="connsiteY7" fmla="*/ 5629 h 6345"/>
                  <a:gd name="connsiteX8" fmla="*/ 3364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58"/>
                    </a:moveTo>
                    <a:cubicBezTo>
                      <a:pt x="4205" y="6558"/>
                      <a:pt x="5012" y="6224"/>
                      <a:pt x="5607" y="5629"/>
                    </a:cubicBezTo>
                    <a:cubicBezTo>
                      <a:pt x="6201" y="5034"/>
                      <a:pt x="6536" y="4227"/>
                      <a:pt x="6536" y="3386"/>
                    </a:cubicBezTo>
                    <a:cubicBezTo>
                      <a:pt x="6536" y="2544"/>
                      <a:pt x="6201" y="1737"/>
                      <a:pt x="5607" y="1142"/>
                    </a:cubicBezTo>
                    <a:cubicBezTo>
                      <a:pt x="5012" y="547"/>
                      <a:pt x="4205" y="213"/>
                      <a:pt x="3364" y="213"/>
                    </a:cubicBezTo>
                    <a:cubicBezTo>
                      <a:pt x="2523" y="213"/>
                      <a:pt x="1716" y="547"/>
                      <a:pt x="1121" y="1142"/>
                    </a:cubicBezTo>
                    <a:cubicBezTo>
                      <a:pt x="527" y="1737"/>
                      <a:pt x="192" y="2544"/>
                      <a:pt x="192" y="3386"/>
                    </a:cubicBezTo>
                    <a:cubicBezTo>
                      <a:pt x="192" y="4227"/>
                      <a:pt x="527" y="5034"/>
                      <a:pt x="1121" y="5629"/>
                    </a:cubicBezTo>
                    <a:cubicBezTo>
                      <a:pt x="1716" y="6224"/>
                      <a:pt x="2523" y="6558"/>
                      <a:pt x="3364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29" name="Freeform: Shape 2728">
                <a:extLst>
                  <a:ext uri="{FF2B5EF4-FFF2-40B4-BE49-F238E27FC236}">
                    <a16:creationId xmlns:a16="http://schemas.microsoft.com/office/drawing/2014/main" id="{E32BDB46-EEA8-A22E-3B75-A4BCFE98C7D4}"/>
                  </a:ext>
                </a:extLst>
              </p:cNvPr>
              <p:cNvSpPr/>
              <p:nvPr/>
            </p:nvSpPr>
            <p:spPr>
              <a:xfrm>
                <a:off x="3290895" y="6178757"/>
                <a:ext cx="6343" cy="6345"/>
              </a:xfrm>
              <a:custGeom>
                <a:avLst/>
                <a:gdLst>
                  <a:gd name="connsiteX0" fmla="*/ 3364 w 6343"/>
                  <a:gd name="connsiteY0" fmla="*/ 6558 h 6345"/>
                  <a:gd name="connsiteX1" fmla="*/ 5606 w 6343"/>
                  <a:gd name="connsiteY1" fmla="*/ 5629 h 6345"/>
                  <a:gd name="connsiteX2" fmla="*/ 6535 w 6343"/>
                  <a:gd name="connsiteY2" fmla="*/ 3385 h 6345"/>
                  <a:gd name="connsiteX3" fmla="*/ 5606 w 6343"/>
                  <a:gd name="connsiteY3" fmla="*/ 1142 h 6345"/>
                  <a:gd name="connsiteX4" fmla="*/ 3364 w 6343"/>
                  <a:gd name="connsiteY4" fmla="*/ 213 h 6345"/>
                  <a:gd name="connsiteX5" fmla="*/ 1121 w 6343"/>
                  <a:gd name="connsiteY5" fmla="*/ 1142 h 6345"/>
                  <a:gd name="connsiteX6" fmla="*/ 192 w 6343"/>
                  <a:gd name="connsiteY6" fmla="*/ 3385 h 6345"/>
                  <a:gd name="connsiteX7" fmla="*/ 1121 w 6343"/>
                  <a:gd name="connsiteY7" fmla="*/ 5629 h 6345"/>
                  <a:gd name="connsiteX8" fmla="*/ 3364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58"/>
                    </a:moveTo>
                    <a:cubicBezTo>
                      <a:pt x="4205" y="6558"/>
                      <a:pt x="5012" y="6224"/>
                      <a:pt x="5606" y="5629"/>
                    </a:cubicBezTo>
                    <a:cubicBezTo>
                      <a:pt x="6201" y="5034"/>
                      <a:pt x="6535" y="4227"/>
                      <a:pt x="6535" y="3385"/>
                    </a:cubicBezTo>
                    <a:cubicBezTo>
                      <a:pt x="6535" y="2544"/>
                      <a:pt x="6201" y="1737"/>
                      <a:pt x="5606" y="1142"/>
                    </a:cubicBezTo>
                    <a:cubicBezTo>
                      <a:pt x="5012" y="547"/>
                      <a:pt x="4205" y="213"/>
                      <a:pt x="3364" y="213"/>
                    </a:cubicBezTo>
                    <a:cubicBezTo>
                      <a:pt x="2523" y="213"/>
                      <a:pt x="1716" y="547"/>
                      <a:pt x="1121" y="1142"/>
                    </a:cubicBezTo>
                    <a:cubicBezTo>
                      <a:pt x="526" y="1737"/>
                      <a:pt x="192" y="2544"/>
                      <a:pt x="192" y="3385"/>
                    </a:cubicBezTo>
                    <a:cubicBezTo>
                      <a:pt x="192" y="4227"/>
                      <a:pt x="526" y="5034"/>
                      <a:pt x="1121" y="5629"/>
                    </a:cubicBezTo>
                    <a:cubicBezTo>
                      <a:pt x="1716" y="6224"/>
                      <a:pt x="2523" y="6558"/>
                      <a:pt x="3364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30" name="Freeform: Shape 2729">
                <a:extLst>
                  <a:ext uri="{FF2B5EF4-FFF2-40B4-BE49-F238E27FC236}">
                    <a16:creationId xmlns:a16="http://schemas.microsoft.com/office/drawing/2014/main" id="{E141A11F-D08E-F8C3-11D4-2A5C5D0DF337}"/>
                  </a:ext>
                </a:extLst>
              </p:cNvPr>
              <p:cNvSpPr/>
              <p:nvPr/>
            </p:nvSpPr>
            <p:spPr>
              <a:xfrm>
                <a:off x="3288492" y="6174947"/>
                <a:ext cx="6343" cy="6345"/>
              </a:xfrm>
              <a:custGeom>
                <a:avLst/>
                <a:gdLst>
                  <a:gd name="connsiteX0" fmla="*/ 3364 w 6343"/>
                  <a:gd name="connsiteY0" fmla="*/ 6558 h 6345"/>
                  <a:gd name="connsiteX1" fmla="*/ 5606 w 6343"/>
                  <a:gd name="connsiteY1" fmla="*/ 5629 h 6345"/>
                  <a:gd name="connsiteX2" fmla="*/ 6535 w 6343"/>
                  <a:gd name="connsiteY2" fmla="*/ 3385 h 6345"/>
                  <a:gd name="connsiteX3" fmla="*/ 5606 w 6343"/>
                  <a:gd name="connsiteY3" fmla="*/ 1142 h 6345"/>
                  <a:gd name="connsiteX4" fmla="*/ 3364 w 6343"/>
                  <a:gd name="connsiteY4" fmla="*/ 212 h 6345"/>
                  <a:gd name="connsiteX5" fmla="*/ 1121 w 6343"/>
                  <a:gd name="connsiteY5" fmla="*/ 1142 h 6345"/>
                  <a:gd name="connsiteX6" fmla="*/ 192 w 6343"/>
                  <a:gd name="connsiteY6" fmla="*/ 3385 h 6345"/>
                  <a:gd name="connsiteX7" fmla="*/ 1121 w 6343"/>
                  <a:gd name="connsiteY7" fmla="*/ 5629 h 6345"/>
                  <a:gd name="connsiteX8" fmla="*/ 3364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58"/>
                    </a:moveTo>
                    <a:cubicBezTo>
                      <a:pt x="4205" y="6558"/>
                      <a:pt x="5011" y="6224"/>
                      <a:pt x="5606" y="5629"/>
                    </a:cubicBezTo>
                    <a:cubicBezTo>
                      <a:pt x="6201" y="5034"/>
                      <a:pt x="6535" y="4227"/>
                      <a:pt x="6535" y="3385"/>
                    </a:cubicBezTo>
                    <a:cubicBezTo>
                      <a:pt x="6535" y="2544"/>
                      <a:pt x="6201" y="1737"/>
                      <a:pt x="5606" y="1142"/>
                    </a:cubicBezTo>
                    <a:cubicBezTo>
                      <a:pt x="5011" y="547"/>
                      <a:pt x="4205" y="212"/>
                      <a:pt x="3364" y="212"/>
                    </a:cubicBezTo>
                    <a:cubicBezTo>
                      <a:pt x="2522" y="212"/>
                      <a:pt x="1716" y="547"/>
                      <a:pt x="1121" y="1142"/>
                    </a:cubicBezTo>
                    <a:cubicBezTo>
                      <a:pt x="526" y="1737"/>
                      <a:pt x="192" y="2544"/>
                      <a:pt x="192" y="3385"/>
                    </a:cubicBezTo>
                    <a:cubicBezTo>
                      <a:pt x="192" y="4227"/>
                      <a:pt x="526" y="5034"/>
                      <a:pt x="1121" y="5629"/>
                    </a:cubicBezTo>
                    <a:cubicBezTo>
                      <a:pt x="1716" y="6224"/>
                      <a:pt x="2522" y="6558"/>
                      <a:pt x="3364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31" name="Freeform: Shape 2730">
                <a:extLst>
                  <a:ext uri="{FF2B5EF4-FFF2-40B4-BE49-F238E27FC236}">
                    <a16:creationId xmlns:a16="http://schemas.microsoft.com/office/drawing/2014/main" id="{3888653D-65D8-7A75-3AD7-A853E8BCE55C}"/>
                  </a:ext>
                </a:extLst>
              </p:cNvPr>
              <p:cNvSpPr/>
              <p:nvPr/>
            </p:nvSpPr>
            <p:spPr>
              <a:xfrm>
                <a:off x="2889787" y="6465153"/>
                <a:ext cx="6343" cy="6345"/>
              </a:xfrm>
              <a:custGeom>
                <a:avLst/>
                <a:gdLst>
                  <a:gd name="connsiteX0" fmla="*/ 3332 w 6343"/>
                  <a:gd name="connsiteY0" fmla="*/ 6581 h 6345"/>
                  <a:gd name="connsiteX1" fmla="*/ 5575 w 6343"/>
                  <a:gd name="connsiteY1" fmla="*/ 5651 h 6345"/>
                  <a:gd name="connsiteX2" fmla="*/ 6504 w 6343"/>
                  <a:gd name="connsiteY2" fmla="*/ 3408 h 6345"/>
                  <a:gd name="connsiteX3" fmla="*/ 5575 w 6343"/>
                  <a:gd name="connsiteY3" fmla="*/ 1165 h 6345"/>
                  <a:gd name="connsiteX4" fmla="*/ 3332 w 6343"/>
                  <a:gd name="connsiteY4" fmla="*/ 235 h 6345"/>
                  <a:gd name="connsiteX5" fmla="*/ 1090 w 6343"/>
                  <a:gd name="connsiteY5" fmla="*/ 1165 h 6345"/>
                  <a:gd name="connsiteX6" fmla="*/ 161 w 6343"/>
                  <a:gd name="connsiteY6" fmla="*/ 3408 h 6345"/>
                  <a:gd name="connsiteX7" fmla="*/ 1090 w 6343"/>
                  <a:gd name="connsiteY7" fmla="*/ 5651 h 6345"/>
                  <a:gd name="connsiteX8" fmla="*/ 3332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2" y="6581"/>
                    </a:moveTo>
                    <a:cubicBezTo>
                      <a:pt x="4173" y="6581"/>
                      <a:pt x="4980" y="6246"/>
                      <a:pt x="5575" y="5651"/>
                    </a:cubicBezTo>
                    <a:cubicBezTo>
                      <a:pt x="6170" y="5056"/>
                      <a:pt x="6504" y="4249"/>
                      <a:pt x="6504" y="3408"/>
                    </a:cubicBezTo>
                    <a:cubicBezTo>
                      <a:pt x="6504" y="2567"/>
                      <a:pt x="6170" y="1759"/>
                      <a:pt x="5575" y="1165"/>
                    </a:cubicBezTo>
                    <a:cubicBezTo>
                      <a:pt x="4980" y="570"/>
                      <a:pt x="4173" y="235"/>
                      <a:pt x="3332" y="235"/>
                    </a:cubicBezTo>
                    <a:cubicBezTo>
                      <a:pt x="2491" y="235"/>
                      <a:pt x="1684" y="570"/>
                      <a:pt x="1090" y="1165"/>
                    </a:cubicBezTo>
                    <a:cubicBezTo>
                      <a:pt x="495" y="1759"/>
                      <a:pt x="161" y="2567"/>
                      <a:pt x="161" y="3408"/>
                    </a:cubicBezTo>
                    <a:cubicBezTo>
                      <a:pt x="161" y="4249"/>
                      <a:pt x="495" y="5056"/>
                      <a:pt x="1090" y="5651"/>
                    </a:cubicBezTo>
                    <a:cubicBezTo>
                      <a:pt x="1684" y="6246"/>
                      <a:pt x="2491" y="6581"/>
                      <a:pt x="3332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32" name="Freeform: Shape 2731">
                <a:extLst>
                  <a:ext uri="{FF2B5EF4-FFF2-40B4-BE49-F238E27FC236}">
                    <a16:creationId xmlns:a16="http://schemas.microsoft.com/office/drawing/2014/main" id="{BCD0DB2B-9602-79A3-53FF-347C5FBD8E2C}"/>
                  </a:ext>
                </a:extLst>
              </p:cNvPr>
              <p:cNvSpPr/>
              <p:nvPr/>
            </p:nvSpPr>
            <p:spPr>
              <a:xfrm>
                <a:off x="2884946" y="6459385"/>
                <a:ext cx="6343" cy="6345"/>
              </a:xfrm>
              <a:custGeom>
                <a:avLst/>
                <a:gdLst>
                  <a:gd name="connsiteX0" fmla="*/ 3332 w 6343"/>
                  <a:gd name="connsiteY0" fmla="*/ 6580 h 6345"/>
                  <a:gd name="connsiteX1" fmla="*/ 5574 w 6343"/>
                  <a:gd name="connsiteY1" fmla="*/ 5651 h 6345"/>
                  <a:gd name="connsiteX2" fmla="*/ 6503 w 6343"/>
                  <a:gd name="connsiteY2" fmla="*/ 3408 h 6345"/>
                  <a:gd name="connsiteX3" fmla="*/ 5574 w 6343"/>
                  <a:gd name="connsiteY3" fmla="*/ 1164 h 6345"/>
                  <a:gd name="connsiteX4" fmla="*/ 3332 w 6343"/>
                  <a:gd name="connsiteY4" fmla="*/ 235 h 6345"/>
                  <a:gd name="connsiteX5" fmla="*/ 1089 w 6343"/>
                  <a:gd name="connsiteY5" fmla="*/ 1164 h 6345"/>
                  <a:gd name="connsiteX6" fmla="*/ 160 w 6343"/>
                  <a:gd name="connsiteY6" fmla="*/ 3408 h 6345"/>
                  <a:gd name="connsiteX7" fmla="*/ 1089 w 6343"/>
                  <a:gd name="connsiteY7" fmla="*/ 5651 h 6345"/>
                  <a:gd name="connsiteX8" fmla="*/ 3332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2" y="6580"/>
                    </a:moveTo>
                    <a:cubicBezTo>
                      <a:pt x="4173" y="6580"/>
                      <a:pt x="4980" y="6246"/>
                      <a:pt x="5574" y="5651"/>
                    </a:cubicBezTo>
                    <a:cubicBezTo>
                      <a:pt x="6169" y="5056"/>
                      <a:pt x="6503" y="4249"/>
                      <a:pt x="6503" y="3408"/>
                    </a:cubicBezTo>
                    <a:cubicBezTo>
                      <a:pt x="6503" y="2566"/>
                      <a:pt x="6169" y="1759"/>
                      <a:pt x="5574" y="1164"/>
                    </a:cubicBezTo>
                    <a:cubicBezTo>
                      <a:pt x="4980" y="569"/>
                      <a:pt x="4173" y="235"/>
                      <a:pt x="3332" y="235"/>
                    </a:cubicBezTo>
                    <a:cubicBezTo>
                      <a:pt x="2491" y="235"/>
                      <a:pt x="1684" y="569"/>
                      <a:pt x="1089" y="1164"/>
                    </a:cubicBezTo>
                    <a:cubicBezTo>
                      <a:pt x="494" y="1759"/>
                      <a:pt x="160" y="2566"/>
                      <a:pt x="160" y="3408"/>
                    </a:cubicBezTo>
                    <a:cubicBezTo>
                      <a:pt x="160" y="4249"/>
                      <a:pt x="494" y="5056"/>
                      <a:pt x="1089" y="5651"/>
                    </a:cubicBezTo>
                    <a:cubicBezTo>
                      <a:pt x="1684" y="6246"/>
                      <a:pt x="2491" y="6580"/>
                      <a:pt x="3332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33" name="Freeform: Shape 2732">
                <a:extLst>
                  <a:ext uri="{FF2B5EF4-FFF2-40B4-BE49-F238E27FC236}">
                    <a16:creationId xmlns:a16="http://schemas.microsoft.com/office/drawing/2014/main" id="{29510EC8-2EC1-8D46-7676-5617F0402F13}"/>
                  </a:ext>
                </a:extLst>
              </p:cNvPr>
              <p:cNvSpPr/>
              <p:nvPr/>
            </p:nvSpPr>
            <p:spPr>
              <a:xfrm>
                <a:off x="3097841" y="6296181"/>
                <a:ext cx="6343" cy="6345"/>
              </a:xfrm>
              <a:custGeom>
                <a:avLst/>
                <a:gdLst>
                  <a:gd name="connsiteX0" fmla="*/ 3349 w 6343"/>
                  <a:gd name="connsiteY0" fmla="*/ 6567 h 6345"/>
                  <a:gd name="connsiteX1" fmla="*/ 5591 w 6343"/>
                  <a:gd name="connsiteY1" fmla="*/ 5638 h 6345"/>
                  <a:gd name="connsiteX2" fmla="*/ 6520 w 6343"/>
                  <a:gd name="connsiteY2" fmla="*/ 3395 h 6345"/>
                  <a:gd name="connsiteX3" fmla="*/ 5591 w 6343"/>
                  <a:gd name="connsiteY3" fmla="*/ 1151 h 6345"/>
                  <a:gd name="connsiteX4" fmla="*/ 3349 w 6343"/>
                  <a:gd name="connsiteY4" fmla="*/ 222 h 6345"/>
                  <a:gd name="connsiteX5" fmla="*/ 1106 w 6343"/>
                  <a:gd name="connsiteY5" fmla="*/ 1151 h 6345"/>
                  <a:gd name="connsiteX6" fmla="*/ 177 w 6343"/>
                  <a:gd name="connsiteY6" fmla="*/ 3395 h 6345"/>
                  <a:gd name="connsiteX7" fmla="*/ 1106 w 6343"/>
                  <a:gd name="connsiteY7" fmla="*/ 5638 h 6345"/>
                  <a:gd name="connsiteX8" fmla="*/ 3349 w 6343"/>
                  <a:gd name="connsiteY8" fmla="*/ 65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67"/>
                    </a:moveTo>
                    <a:cubicBezTo>
                      <a:pt x="4190" y="6567"/>
                      <a:pt x="4996" y="6233"/>
                      <a:pt x="5591" y="5638"/>
                    </a:cubicBezTo>
                    <a:cubicBezTo>
                      <a:pt x="6186" y="5043"/>
                      <a:pt x="6520" y="4236"/>
                      <a:pt x="6520" y="3395"/>
                    </a:cubicBezTo>
                    <a:cubicBezTo>
                      <a:pt x="6520" y="2553"/>
                      <a:pt x="6186" y="1746"/>
                      <a:pt x="5591" y="1151"/>
                    </a:cubicBezTo>
                    <a:cubicBezTo>
                      <a:pt x="4996" y="556"/>
                      <a:pt x="4190" y="222"/>
                      <a:pt x="3349" y="222"/>
                    </a:cubicBezTo>
                    <a:cubicBezTo>
                      <a:pt x="2507" y="222"/>
                      <a:pt x="1701" y="556"/>
                      <a:pt x="1106" y="1151"/>
                    </a:cubicBezTo>
                    <a:cubicBezTo>
                      <a:pt x="511" y="1746"/>
                      <a:pt x="177" y="2553"/>
                      <a:pt x="177" y="3395"/>
                    </a:cubicBezTo>
                    <a:cubicBezTo>
                      <a:pt x="177" y="4236"/>
                      <a:pt x="511" y="5043"/>
                      <a:pt x="1106" y="5638"/>
                    </a:cubicBezTo>
                    <a:cubicBezTo>
                      <a:pt x="1701" y="6233"/>
                      <a:pt x="2507" y="6567"/>
                      <a:pt x="3349" y="65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34" name="Freeform: Shape 2733">
                <a:extLst>
                  <a:ext uri="{FF2B5EF4-FFF2-40B4-BE49-F238E27FC236}">
                    <a16:creationId xmlns:a16="http://schemas.microsoft.com/office/drawing/2014/main" id="{431C6EAE-CF5C-C1E0-D8AA-81E1DB5716D4}"/>
                  </a:ext>
                </a:extLst>
              </p:cNvPr>
              <p:cNvSpPr/>
              <p:nvPr/>
            </p:nvSpPr>
            <p:spPr>
              <a:xfrm>
                <a:off x="3099650" y="6287677"/>
                <a:ext cx="6343" cy="6345"/>
              </a:xfrm>
              <a:custGeom>
                <a:avLst/>
                <a:gdLst>
                  <a:gd name="connsiteX0" fmla="*/ 3349 w 6343"/>
                  <a:gd name="connsiteY0" fmla="*/ 6567 h 6345"/>
                  <a:gd name="connsiteX1" fmla="*/ 5591 w 6343"/>
                  <a:gd name="connsiteY1" fmla="*/ 5637 h 6345"/>
                  <a:gd name="connsiteX2" fmla="*/ 6520 w 6343"/>
                  <a:gd name="connsiteY2" fmla="*/ 3394 h 6345"/>
                  <a:gd name="connsiteX3" fmla="*/ 5591 w 6343"/>
                  <a:gd name="connsiteY3" fmla="*/ 1151 h 6345"/>
                  <a:gd name="connsiteX4" fmla="*/ 3349 w 6343"/>
                  <a:gd name="connsiteY4" fmla="*/ 221 h 6345"/>
                  <a:gd name="connsiteX5" fmla="*/ 1106 w 6343"/>
                  <a:gd name="connsiteY5" fmla="*/ 1151 h 6345"/>
                  <a:gd name="connsiteX6" fmla="*/ 177 w 6343"/>
                  <a:gd name="connsiteY6" fmla="*/ 3394 h 6345"/>
                  <a:gd name="connsiteX7" fmla="*/ 1106 w 6343"/>
                  <a:gd name="connsiteY7" fmla="*/ 5637 h 6345"/>
                  <a:gd name="connsiteX8" fmla="*/ 3349 w 6343"/>
                  <a:gd name="connsiteY8" fmla="*/ 65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67"/>
                    </a:moveTo>
                    <a:cubicBezTo>
                      <a:pt x="4190" y="6567"/>
                      <a:pt x="4997" y="6232"/>
                      <a:pt x="5591" y="5637"/>
                    </a:cubicBezTo>
                    <a:cubicBezTo>
                      <a:pt x="6186" y="5042"/>
                      <a:pt x="6520" y="4235"/>
                      <a:pt x="6520" y="3394"/>
                    </a:cubicBezTo>
                    <a:cubicBezTo>
                      <a:pt x="6520" y="2553"/>
                      <a:pt x="6186" y="1746"/>
                      <a:pt x="5591" y="1151"/>
                    </a:cubicBezTo>
                    <a:cubicBezTo>
                      <a:pt x="4997" y="556"/>
                      <a:pt x="4190" y="221"/>
                      <a:pt x="3349" y="221"/>
                    </a:cubicBezTo>
                    <a:cubicBezTo>
                      <a:pt x="2508" y="221"/>
                      <a:pt x="1701" y="556"/>
                      <a:pt x="1106" y="1151"/>
                    </a:cubicBezTo>
                    <a:cubicBezTo>
                      <a:pt x="511" y="1746"/>
                      <a:pt x="177" y="2553"/>
                      <a:pt x="177" y="3394"/>
                    </a:cubicBezTo>
                    <a:cubicBezTo>
                      <a:pt x="177" y="4235"/>
                      <a:pt x="511" y="5042"/>
                      <a:pt x="1106" y="5637"/>
                    </a:cubicBezTo>
                    <a:cubicBezTo>
                      <a:pt x="1701" y="6232"/>
                      <a:pt x="2508" y="6567"/>
                      <a:pt x="3349" y="65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35" name="Freeform: Shape 2734">
                <a:extLst>
                  <a:ext uri="{FF2B5EF4-FFF2-40B4-BE49-F238E27FC236}">
                    <a16:creationId xmlns:a16="http://schemas.microsoft.com/office/drawing/2014/main" id="{2A457B9B-8DE2-FE56-5305-0305BEC28F20}"/>
                  </a:ext>
                </a:extLst>
              </p:cNvPr>
              <p:cNvSpPr/>
              <p:nvPr/>
            </p:nvSpPr>
            <p:spPr>
              <a:xfrm>
                <a:off x="3096667" y="6282645"/>
                <a:ext cx="6343" cy="6345"/>
              </a:xfrm>
              <a:custGeom>
                <a:avLst/>
                <a:gdLst>
                  <a:gd name="connsiteX0" fmla="*/ 3348 w 6343"/>
                  <a:gd name="connsiteY0" fmla="*/ 6566 h 6345"/>
                  <a:gd name="connsiteX1" fmla="*/ 5591 w 6343"/>
                  <a:gd name="connsiteY1" fmla="*/ 5637 h 6345"/>
                  <a:gd name="connsiteX2" fmla="*/ 6520 w 6343"/>
                  <a:gd name="connsiteY2" fmla="*/ 3394 h 6345"/>
                  <a:gd name="connsiteX3" fmla="*/ 5591 w 6343"/>
                  <a:gd name="connsiteY3" fmla="*/ 1150 h 6345"/>
                  <a:gd name="connsiteX4" fmla="*/ 3348 w 6343"/>
                  <a:gd name="connsiteY4" fmla="*/ 221 h 6345"/>
                  <a:gd name="connsiteX5" fmla="*/ 1106 w 6343"/>
                  <a:gd name="connsiteY5" fmla="*/ 1150 h 6345"/>
                  <a:gd name="connsiteX6" fmla="*/ 177 w 6343"/>
                  <a:gd name="connsiteY6" fmla="*/ 3394 h 6345"/>
                  <a:gd name="connsiteX7" fmla="*/ 1106 w 6343"/>
                  <a:gd name="connsiteY7" fmla="*/ 5637 h 6345"/>
                  <a:gd name="connsiteX8" fmla="*/ 3348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66"/>
                    </a:moveTo>
                    <a:cubicBezTo>
                      <a:pt x="4190" y="6566"/>
                      <a:pt x="4996" y="6232"/>
                      <a:pt x="5591" y="5637"/>
                    </a:cubicBezTo>
                    <a:cubicBezTo>
                      <a:pt x="6186" y="5042"/>
                      <a:pt x="6520" y="4235"/>
                      <a:pt x="6520" y="3394"/>
                    </a:cubicBezTo>
                    <a:cubicBezTo>
                      <a:pt x="6520" y="2552"/>
                      <a:pt x="6186" y="1745"/>
                      <a:pt x="5591" y="1150"/>
                    </a:cubicBezTo>
                    <a:cubicBezTo>
                      <a:pt x="4996" y="555"/>
                      <a:pt x="4190" y="221"/>
                      <a:pt x="3348" y="221"/>
                    </a:cubicBezTo>
                    <a:cubicBezTo>
                      <a:pt x="2507" y="221"/>
                      <a:pt x="1701" y="555"/>
                      <a:pt x="1106" y="1150"/>
                    </a:cubicBezTo>
                    <a:cubicBezTo>
                      <a:pt x="511" y="1745"/>
                      <a:pt x="177" y="2552"/>
                      <a:pt x="177" y="3394"/>
                    </a:cubicBezTo>
                    <a:cubicBezTo>
                      <a:pt x="177" y="4235"/>
                      <a:pt x="511" y="5042"/>
                      <a:pt x="1106" y="5637"/>
                    </a:cubicBezTo>
                    <a:cubicBezTo>
                      <a:pt x="1701" y="6232"/>
                      <a:pt x="2507" y="6566"/>
                      <a:pt x="3348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36" name="Freeform: Shape 2735">
                <a:extLst>
                  <a:ext uri="{FF2B5EF4-FFF2-40B4-BE49-F238E27FC236}">
                    <a16:creationId xmlns:a16="http://schemas.microsoft.com/office/drawing/2014/main" id="{85B52B0D-0045-AB6C-B5D9-3C572F47DD02}"/>
                  </a:ext>
                </a:extLst>
              </p:cNvPr>
              <p:cNvSpPr/>
              <p:nvPr/>
            </p:nvSpPr>
            <p:spPr>
              <a:xfrm>
                <a:off x="3094382" y="6277135"/>
                <a:ext cx="6343" cy="6345"/>
              </a:xfrm>
              <a:custGeom>
                <a:avLst/>
                <a:gdLst>
                  <a:gd name="connsiteX0" fmla="*/ 3348 w 6343"/>
                  <a:gd name="connsiteY0" fmla="*/ 6566 h 6345"/>
                  <a:gd name="connsiteX1" fmla="*/ 5591 w 6343"/>
                  <a:gd name="connsiteY1" fmla="*/ 5637 h 6345"/>
                  <a:gd name="connsiteX2" fmla="*/ 6520 w 6343"/>
                  <a:gd name="connsiteY2" fmla="*/ 3393 h 6345"/>
                  <a:gd name="connsiteX3" fmla="*/ 5591 w 6343"/>
                  <a:gd name="connsiteY3" fmla="*/ 1150 h 6345"/>
                  <a:gd name="connsiteX4" fmla="*/ 3348 w 6343"/>
                  <a:gd name="connsiteY4" fmla="*/ 220 h 6345"/>
                  <a:gd name="connsiteX5" fmla="*/ 1106 w 6343"/>
                  <a:gd name="connsiteY5" fmla="*/ 1150 h 6345"/>
                  <a:gd name="connsiteX6" fmla="*/ 177 w 6343"/>
                  <a:gd name="connsiteY6" fmla="*/ 3393 h 6345"/>
                  <a:gd name="connsiteX7" fmla="*/ 1106 w 6343"/>
                  <a:gd name="connsiteY7" fmla="*/ 5637 h 6345"/>
                  <a:gd name="connsiteX8" fmla="*/ 3348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66"/>
                    </a:moveTo>
                    <a:cubicBezTo>
                      <a:pt x="4189" y="6566"/>
                      <a:pt x="4996" y="6232"/>
                      <a:pt x="5591" y="5637"/>
                    </a:cubicBezTo>
                    <a:cubicBezTo>
                      <a:pt x="6186" y="5042"/>
                      <a:pt x="6520" y="4235"/>
                      <a:pt x="6520" y="3393"/>
                    </a:cubicBezTo>
                    <a:cubicBezTo>
                      <a:pt x="6520" y="2552"/>
                      <a:pt x="6186" y="1745"/>
                      <a:pt x="5591" y="1150"/>
                    </a:cubicBezTo>
                    <a:cubicBezTo>
                      <a:pt x="4996" y="555"/>
                      <a:pt x="4189" y="220"/>
                      <a:pt x="3348" y="220"/>
                    </a:cubicBezTo>
                    <a:cubicBezTo>
                      <a:pt x="2507" y="220"/>
                      <a:pt x="1700" y="555"/>
                      <a:pt x="1106" y="1150"/>
                    </a:cubicBezTo>
                    <a:cubicBezTo>
                      <a:pt x="511" y="1745"/>
                      <a:pt x="177" y="2552"/>
                      <a:pt x="177" y="3393"/>
                    </a:cubicBezTo>
                    <a:cubicBezTo>
                      <a:pt x="177" y="4235"/>
                      <a:pt x="511" y="5042"/>
                      <a:pt x="1106" y="5637"/>
                    </a:cubicBezTo>
                    <a:cubicBezTo>
                      <a:pt x="1700" y="6232"/>
                      <a:pt x="2507" y="6566"/>
                      <a:pt x="3348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37" name="Freeform: Shape 2736">
                <a:extLst>
                  <a:ext uri="{FF2B5EF4-FFF2-40B4-BE49-F238E27FC236}">
                    <a16:creationId xmlns:a16="http://schemas.microsoft.com/office/drawing/2014/main" id="{FB526048-7E65-3601-5851-18C3991A3640}"/>
                  </a:ext>
                </a:extLst>
              </p:cNvPr>
              <p:cNvSpPr/>
              <p:nvPr/>
            </p:nvSpPr>
            <p:spPr>
              <a:xfrm>
                <a:off x="2826903" y="6453645"/>
                <a:ext cx="6343" cy="6345"/>
              </a:xfrm>
              <a:custGeom>
                <a:avLst/>
                <a:gdLst>
                  <a:gd name="connsiteX0" fmla="*/ 3327 w 6343"/>
                  <a:gd name="connsiteY0" fmla="*/ 6580 h 6345"/>
                  <a:gd name="connsiteX1" fmla="*/ 5570 w 6343"/>
                  <a:gd name="connsiteY1" fmla="*/ 5651 h 6345"/>
                  <a:gd name="connsiteX2" fmla="*/ 6499 w 6343"/>
                  <a:gd name="connsiteY2" fmla="*/ 3407 h 6345"/>
                  <a:gd name="connsiteX3" fmla="*/ 5570 w 6343"/>
                  <a:gd name="connsiteY3" fmla="*/ 1164 h 6345"/>
                  <a:gd name="connsiteX4" fmla="*/ 3327 w 6343"/>
                  <a:gd name="connsiteY4" fmla="*/ 234 h 6345"/>
                  <a:gd name="connsiteX5" fmla="*/ 1085 w 6343"/>
                  <a:gd name="connsiteY5" fmla="*/ 1164 h 6345"/>
                  <a:gd name="connsiteX6" fmla="*/ 156 w 6343"/>
                  <a:gd name="connsiteY6" fmla="*/ 3407 h 6345"/>
                  <a:gd name="connsiteX7" fmla="*/ 1085 w 6343"/>
                  <a:gd name="connsiteY7" fmla="*/ 5651 h 6345"/>
                  <a:gd name="connsiteX8" fmla="*/ 3327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7" y="6580"/>
                    </a:moveTo>
                    <a:cubicBezTo>
                      <a:pt x="4168" y="6580"/>
                      <a:pt x="4975" y="6245"/>
                      <a:pt x="5570" y="5651"/>
                    </a:cubicBezTo>
                    <a:cubicBezTo>
                      <a:pt x="6165" y="5056"/>
                      <a:pt x="6499" y="4248"/>
                      <a:pt x="6499" y="3407"/>
                    </a:cubicBezTo>
                    <a:cubicBezTo>
                      <a:pt x="6499" y="2566"/>
                      <a:pt x="6165" y="1759"/>
                      <a:pt x="5570" y="1164"/>
                    </a:cubicBezTo>
                    <a:cubicBezTo>
                      <a:pt x="4975" y="569"/>
                      <a:pt x="4168" y="234"/>
                      <a:pt x="3327" y="234"/>
                    </a:cubicBezTo>
                    <a:cubicBezTo>
                      <a:pt x="2486" y="234"/>
                      <a:pt x="1679" y="569"/>
                      <a:pt x="1085" y="1164"/>
                    </a:cubicBezTo>
                    <a:cubicBezTo>
                      <a:pt x="490" y="1759"/>
                      <a:pt x="156" y="2566"/>
                      <a:pt x="156" y="3407"/>
                    </a:cubicBezTo>
                    <a:cubicBezTo>
                      <a:pt x="156" y="4248"/>
                      <a:pt x="490" y="5056"/>
                      <a:pt x="1085" y="5651"/>
                    </a:cubicBezTo>
                    <a:cubicBezTo>
                      <a:pt x="1679" y="6245"/>
                      <a:pt x="2486" y="6580"/>
                      <a:pt x="3327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38" name="Freeform: Shape 2737">
                <a:extLst>
                  <a:ext uri="{FF2B5EF4-FFF2-40B4-BE49-F238E27FC236}">
                    <a16:creationId xmlns:a16="http://schemas.microsoft.com/office/drawing/2014/main" id="{56273875-57B0-36FA-015F-683B41004029}"/>
                  </a:ext>
                </a:extLst>
              </p:cNvPr>
              <p:cNvSpPr/>
              <p:nvPr/>
            </p:nvSpPr>
            <p:spPr>
              <a:xfrm>
                <a:off x="2817551" y="6450575"/>
                <a:ext cx="6343" cy="6345"/>
              </a:xfrm>
              <a:custGeom>
                <a:avLst/>
                <a:gdLst>
                  <a:gd name="connsiteX0" fmla="*/ 3326 w 6343"/>
                  <a:gd name="connsiteY0" fmla="*/ 6580 h 6345"/>
                  <a:gd name="connsiteX1" fmla="*/ 5569 w 6343"/>
                  <a:gd name="connsiteY1" fmla="*/ 5650 h 6345"/>
                  <a:gd name="connsiteX2" fmla="*/ 6498 w 6343"/>
                  <a:gd name="connsiteY2" fmla="*/ 3407 h 6345"/>
                  <a:gd name="connsiteX3" fmla="*/ 5569 w 6343"/>
                  <a:gd name="connsiteY3" fmla="*/ 1163 h 6345"/>
                  <a:gd name="connsiteX4" fmla="*/ 3326 w 6343"/>
                  <a:gd name="connsiteY4" fmla="*/ 234 h 6345"/>
                  <a:gd name="connsiteX5" fmla="*/ 1084 w 6343"/>
                  <a:gd name="connsiteY5" fmla="*/ 1163 h 6345"/>
                  <a:gd name="connsiteX6" fmla="*/ 155 w 6343"/>
                  <a:gd name="connsiteY6" fmla="*/ 3407 h 6345"/>
                  <a:gd name="connsiteX7" fmla="*/ 1084 w 6343"/>
                  <a:gd name="connsiteY7" fmla="*/ 5650 h 6345"/>
                  <a:gd name="connsiteX8" fmla="*/ 3326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6" y="6580"/>
                    </a:moveTo>
                    <a:cubicBezTo>
                      <a:pt x="4168" y="6580"/>
                      <a:pt x="4974" y="6245"/>
                      <a:pt x="5569" y="5650"/>
                    </a:cubicBezTo>
                    <a:cubicBezTo>
                      <a:pt x="6164" y="5055"/>
                      <a:pt x="6498" y="4248"/>
                      <a:pt x="6498" y="3407"/>
                    </a:cubicBezTo>
                    <a:cubicBezTo>
                      <a:pt x="6498" y="2565"/>
                      <a:pt x="6164" y="1758"/>
                      <a:pt x="5569" y="1163"/>
                    </a:cubicBezTo>
                    <a:cubicBezTo>
                      <a:pt x="4974" y="568"/>
                      <a:pt x="4168" y="234"/>
                      <a:pt x="3326" y="234"/>
                    </a:cubicBezTo>
                    <a:cubicBezTo>
                      <a:pt x="2485" y="234"/>
                      <a:pt x="1679" y="568"/>
                      <a:pt x="1084" y="1163"/>
                    </a:cubicBezTo>
                    <a:cubicBezTo>
                      <a:pt x="489" y="1758"/>
                      <a:pt x="155" y="2565"/>
                      <a:pt x="155" y="3407"/>
                    </a:cubicBezTo>
                    <a:cubicBezTo>
                      <a:pt x="155" y="4248"/>
                      <a:pt x="489" y="5055"/>
                      <a:pt x="1084" y="5650"/>
                    </a:cubicBezTo>
                    <a:cubicBezTo>
                      <a:pt x="1679" y="6245"/>
                      <a:pt x="2485" y="6580"/>
                      <a:pt x="3326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39" name="Freeform: Shape 2738">
                <a:extLst>
                  <a:ext uri="{FF2B5EF4-FFF2-40B4-BE49-F238E27FC236}">
                    <a16:creationId xmlns:a16="http://schemas.microsoft.com/office/drawing/2014/main" id="{70CDA682-89FB-B816-F768-FE9009E31EBC}"/>
                  </a:ext>
                </a:extLst>
              </p:cNvPr>
              <p:cNvSpPr/>
              <p:nvPr/>
            </p:nvSpPr>
            <p:spPr>
              <a:xfrm>
                <a:off x="2807524" y="6447866"/>
                <a:ext cx="6343" cy="6345"/>
              </a:xfrm>
              <a:custGeom>
                <a:avLst/>
                <a:gdLst>
                  <a:gd name="connsiteX0" fmla="*/ 3326 w 6343"/>
                  <a:gd name="connsiteY0" fmla="*/ 6579 h 6345"/>
                  <a:gd name="connsiteX1" fmla="*/ 5568 w 6343"/>
                  <a:gd name="connsiteY1" fmla="*/ 5650 h 6345"/>
                  <a:gd name="connsiteX2" fmla="*/ 6497 w 6343"/>
                  <a:gd name="connsiteY2" fmla="*/ 3407 h 6345"/>
                  <a:gd name="connsiteX3" fmla="*/ 5568 w 6343"/>
                  <a:gd name="connsiteY3" fmla="*/ 1163 h 6345"/>
                  <a:gd name="connsiteX4" fmla="*/ 3326 w 6343"/>
                  <a:gd name="connsiteY4" fmla="*/ 234 h 6345"/>
                  <a:gd name="connsiteX5" fmla="*/ 1083 w 6343"/>
                  <a:gd name="connsiteY5" fmla="*/ 1163 h 6345"/>
                  <a:gd name="connsiteX6" fmla="*/ 154 w 6343"/>
                  <a:gd name="connsiteY6" fmla="*/ 3407 h 6345"/>
                  <a:gd name="connsiteX7" fmla="*/ 1083 w 6343"/>
                  <a:gd name="connsiteY7" fmla="*/ 5650 h 6345"/>
                  <a:gd name="connsiteX8" fmla="*/ 3326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6" y="6579"/>
                    </a:moveTo>
                    <a:cubicBezTo>
                      <a:pt x="4167" y="6579"/>
                      <a:pt x="4974" y="6245"/>
                      <a:pt x="5568" y="5650"/>
                    </a:cubicBezTo>
                    <a:cubicBezTo>
                      <a:pt x="6163" y="5055"/>
                      <a:pt x="6497" y="4248"/>
                      <a:pt x="6497" y="3407"/>
                    </a:cubicBezTo>
                    <a:cubicBezTo>
                      <a:pt x="6497" y="2565"/>
                      <a:pt x="6163" y="1758"/>
                      <a:pt x="5568" y="1163"/>
                    </a:cubicBezTo>
                    <a:cubicBezTo>
                      <a:pt x="4974" y="568"/>
                      <a:pt x="4167" y="234"/>
                      <a:pt x="3326" y="234"/>
                    </a:cubicBezTo>
                    <a:cubicBezTo>
                      <a:pt x="2485" y="234"/>
                      <a:pt x="1678" y="568"/>
                      <a:pt x="1083" y="1163"/>
                    </a:cubicBezTo>
                    <a:cubicBezTo>
                      <a:pt x="488" y="1758"/>
                      <a:pt x="154" y="2565"/>
                      <a:pt x="154" y="3407"/>
                    </a:cubicBezTo>
                    <a:cubicBezTo>
                      <a:pt x="154" y="4248"/>
                      <a:pt x="488" y="5055"/>
                      <a:pt x="1083" y="5650"/>
                    </a:cubicBezTo>
                    <a:cubicBezTo>
                      <a:pt x="1678" y="6245"/>
                      <a:pt x="2485" y="6579"/>
                      <a:pt x="3326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40" name="Freeform: Shape 2739">
                <a:extLst>
                  <a:ext uri="{FF2B5EF4-FFF2-40B4-BE49-F238E27FC236}">
                    <a16:creationId xmlns:a16="http://schemas.microsoft.com/office/drawing/2014/main" id="{C9F6F643-EE09-069F-85E5-814A64F81D41}"/>
                  </a:ext>
                </a:extLst>
              </p:cNvPr>
              <p:cNvSpPr/>
              <p:nvPr/>
            </p:nvSpPr>
            <p:spPr>
              <a:xfrm>
                <a:off x="2796736" y="6445559"/>
                <a:ext cx="6343" cy="6345"/>
              </a:xfrm>
              <a:custGeom>
                <a:avLst/>
                <a:gdLst>
                  <a:gd name="connsiteX0" fmla="*/ 3325 w 6343"/>
                  <a:gd name="connsiteY0" fmla="*/ 6579 h 6345"/>
                  <a:gd name="connsiteX1" fmla="*/ 5567 w 6343"/>
                  <a:gd name="connsiteY1" fmla="*/ 5650 h 6345"/>
                  <a:gd name="connsiteX2" fmla="*/ 6496 w 6343"/>
                  <a:gd name="connsiteY2" fmla="*/ 3406 h 6345"/>
                  <a:gd name="connsiteX3" fmla="*/ 5567 w 6343"/>
                  <a:gd name="connsiteY3" fmla="*/ 1163 h 6345"/>
                  <a:gd name="connsiteX4" fmla="*/ 3325 w 6343"/>
                  <a:gd name="connsiteY4" fmla="*/ 234 h 6345"/>
                  <a:gd name="connsiteX5" fmla="*/ 1082 w 6343"/>
                  <a:gd name="connsiteY5" fmla="*/ 1163 h 6345"/>
                  <a:gd name="connsiteX6" fmla="*/ 153 w 6343"/>
                  <a:gd name="connsiteY6" fmla="*/ 3406 h 6345"/>
                  <a:gd name="connsiteX7" fmla="*/ 1082 w 6343"/>
                  <a:gd name="connsiteY7" fmla="*/ 5650 h 6345"/>
                  <a:gd name="connsiteX8" fmla="*/ 3325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5" y="6579"/>
                    </a:moveTo>
                    <a:cubicBezTo>
                      <a:pt x="4166" y="6579"/>
                      <a:pt x="4973" y="6245"/>
                      <a:pt x="5567" y="5650"/>
                    </a:cubicBezTo>
                    <a:cubicBezTo>
                      <a:pt x="6162" y="5055"/>
                      <a:pt x="6496" y="4248"/>
                      <a:pt x="6496" y="3406"/>
                    </a:cubicBezTo>
                    <a:cubicBezTo>
                      <a:pt x="6496" y="2565"/>
                      <a:pt x="6162" y="1758"/>
                      <a:pt x="5567" y="1163"/>
                    </a:cubicBezTo>
                    <a:cubicBezTo>
                      <a:pt x="4973" y="568"/>
                      <a:pt x="4166" y="234"/>
                      <a:pt x="3325" y="234"/>
                    </a:cubicBezTo>
                    <a:cubicBezTo>
                      <a:pt x="2484" y="234"/>
                      <a:pt x="1677" y="568"/>
                      <a:pt x="1082" y="1163"/>
                    </a:cubicBezTo>
                    <a:cubicBezTo>
                      <a:pt x="487" y="1758"/>
                      <a:pt x="153" y="2565"/>
                      <a:pt x="153" y="3406"/>
                    </a:cubicBezTo>
                    <a:cubicBezTo>
                      <a:pt x="153" y="4248"/>
                      <a:pt x="487" y="5055"/>
                      <a:pt x="1082" y="5650"/>
                    </a:cubicBezTo>
                    <a:cubicBezTo>
                      <a:pt x="1677" y="6245"/>
                      <a:pt x="2484" y="6579"/>
                      <a:pt x="3325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41" name="Freeform: Shape 2740">
                <a:extLst>
                  <a:ext uri="{FF2B5EF4-FFF2-40B4-BE49-F238E27FC236}">
                    <a16:creationId xmlns:a16="http://schemas.microsoft.com/office/drawing/2014/main" id="{2C8C062C-A18E-109F-A812-4CD73DB10C0C}"/>
                  </a:ext>
                </a:extLst>
              </p:cNvPr>
              <p:cNvSpPr/>
              <p:nvPr/>
            </p:nvSpPr>
            <p:spPr>
              <a:xfrm>
                <a:off x="2784780" y="6443899"/>
                <a:ext cx="6343" cy="6345"/>
              </a:xfrm>
              <a:custGeom>
                <a:avLst/>
                <a:gdLst>
                  <a:gd name="connsiteX0" fmla="*/ 3324 w 6343"/>
                  <a:gd name="connsiteY0" fmla="*/ 6579 h 6345"/>
                  <a:gd name="connsiteX1" fmla="*/ 5567 w 6343"/>
                  <a:gd name="connsiteY1" fmla="*/ 5650 h 6345"/>
                  <a:gd name="connsiteX2" fmla="*/ 6495 w 6343"/>
                  <a:gd name="connsiteY2" fmla="*/ 3406 h 6345"/>
                  <a:gd name="connsiteX3" fmla="*/ 5567 w 6343"/>
                  <a:gd name="connsiteY3" fmla="*/ 1163 h 6345"/>
                  <a:gd name="connsiteX4" fmla="*/ 3324 w 6343"/>
                  <a:gd name="connsiteY4" fmla="*/ 234 h 6345"/>
                  <a:gd name="connsiteX5" fmla="*/ 1081 w 6343"/>
                  <a:gd name="connsiteY5" fmla="*/ 1163 h 6345"/>
                  <a:gd name="connsiteX6" fmla="*/ 152 w 6343"/>
                  <a:gd name="connsiteY6" fmla="*/ 3406 h 6345"/>
                  <a:gd name="connsiteX7" fmla="*/ 1081 w 6343"/>
                  <a:gd name="connsiteY7" fmla="*/ 5650 h 6345"/>
                  <a:gd name="connsiteX8" fmla="*/ 3324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4" y="6579"/>
                    </a:moveTo>
                    <a:cubicBezTo>
                      <a:pt x="4165" y="6579"/>
                      <a:pt x="4972" y="6245"/>
                      <a:pt x="5567" y="5650"/>
                    </a:cubicBezTo>
                    <a:cubicBezTo>
                      <a:pt x="6161" y="5055"/>
                      <a:pt x="6495" y="4248"/>
                      <a:pt x="6495" y="3406"/>
                    </a:cubicBezTo>
                    <a:cubicBezTo>
                      <a:pt x="6495" y="2565"/>
                      <a:pt x="6161" y="1758"/>
                      <a:pt x="5567" y="1163"/>
                    </a:cubicBezTo>
                    <a:cubicBezTo>
                      <a:pt x="4972" y="568"/>
                      <a:pt x="4165" y="234"/>
                      <a:pt x="3324" y="234"/>
                    </a:cubicBezTo>
                    <a:cubicBezTo>
                      <a:pt x="2483" y="234"/>
                      <a:pt x="1676" y="568"/>
                      <a:pt x="1081" y="1163"/>
                    </a:cubicBezTo>
                    <a:cubicBezTo>
                      <a:pt x="487" y="1758"/>
                      <a:pt x="152" y="2565"/>
                      <a:pt x="152" y="3406"/>
                    </a:cubicBezTo>
                    <a:cubicBezTo>
                      <a:pt x="152" y="4248"/>
                      <a:pt x="487" y="5055"/>
                      <a:pt x="1081" y="5650"/>
                    </a:cubicBezTo>
                    <a:cubicBezTo>
                      <a:pt x="1676" y="6245"/>
                      <a:pt x="2483" y="6579"/>
                      <a:pt x="3324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42" name="Freeform: Shape 2741">
                <a:extLst>
                  <a:ext uri="{FF2B5EF4-FFF2-40B4-BE49-F238E27FC236}">
                    <a16:creationId xmlns:a16="http://schemas.microsoft.com/office/drawing/2014/main" id="{09989FED-4A42-9BDF-A4E7-CFC519D964FC}"/>
                  </a:ext>
                </a:extLst>
              </p:cNvPr>
              <p:cNvSpPr/>
              <p:nvPr/>
            </p:nvSpPr>
            <p:spPr>
              <a:xfrm>
                <a:off x="2776409" y="6439804"/>
                <a:ext cx="6343" cy="6345"/>
              </a:xfrm>
              <a:custGeom>
                <a:avLst/>
                <a:gdLst>
                  <a:gd name="connsiteX0" fmla="*/ 3323 w 6343"/>
                  <a:gd name="connsiteY0" fmla="*/ 6579 h 6345"/>
                  <a:gd name="connsiteX1" fmla="*/ 5566 w 6343"/>
                  <a:gd name="connsiteY1" fmla="*/ 5649 h 6345"/>
                  <a:gd name="connsiteX2" fmla="*/ 6495 w 6343"/>
                  <a:gd name="connsiteY2" fmla="*/ 3406 h 6345"/>
                  <a:gd name="connsiteX3" fmla="*/ 5566 w 6343"/>
                  <a:gd name="connsiteY3" fmla="*/ 1163 h 6345"/>
                  <a:gd name="connsiteX4" fmla="*/ 3323 w 6343"/>
                  <a:gd name="connsiteY4" fmla="*/ 233 h 6345"/>
                  <a:gd name="connsiteX5" fmla="*/ 1081 w 6343"/>
                  <a:gd name="connsiteY5" fmla="*/ 1163 h 6345"/>
                  <a:gd name="connsiteX6" fmla="*/ 152 w 6343"/>
                  <a:gd name="connsiteY6" fmla="*/ 3406 h 6345"/>
                  <a:gd name="connsiteX7" fmla="*/ 1081 w 6343"/>
                  <a:gd name="connsiteY7" fmla="*/ 5649 h 6345"/>
                  <a:gd name="connsiteX8" fmla="*/ 3323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579"/>
                    </a:moveTo>
                    <a:cubicBezTo>
                      <a:pt x="4164" y="6579"/>
                      <a:pt x="4971" y="6244"/>
                      <a:pt x="5566" y="5649"/>
                    </a:cubicBezTo>
                    <a:cubicBezTo>
                      <a:pt x="6161" y="5054"/>
                      <a:pt x="6495" y="4247"/>
                      <a:pt x="6495" y="3406"/>
                    </a:cubicBezTo>
                    <a:cubicBezTo>
                      <a:pt x="6495" y="2565"/>
                      <a:pt x="6161" y="1757"/>
                      <a:pt x="5566" y="1163"/>
                    </a:cubicBezTo>
                    <a:cubicBezTo>
                      <a:pt x="4971" y="568"/>
                      <a:pt x="4164" y="233"/>
                      <a:pt x="3323" y="233"/>
                    </a:cubicBezTo>
                    <a:cubicBezTo>
                      <a:pt x="2482" y="233"/>
                      <a:pt x="1675" y="568"/>
                      <a:pt x="1081" y="1163"/>
                    </a:cubicBezTo>
                    <a:cubicBezTo>
                      <a:pt x="486" y="1757"/>
                      <a:pt x="152" y="2565"/>
                      <a:pt x="152" y="3406"/>
                    </a:cubicBezTo>
                    <a:cubicBezTo>
                      <a:pt x="152" y="4247"/>
                      <a:pt x="486" y="5054"/>
                      <a:pt x="1081" y="5649"/>
                    </a:cubicBezTo>
                    <a:cubicBezTo>
                      <a:pt x="1675" y="6244"/>
                      <a:pt x="2482" y="6579"/>
                      <a:pt x="3323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43" name="Freeform: Shape 2742">
                <a:extLst>
                  <a:ext uri="{FF2B5EF4-FFF2-40B4-BE49-F238E27FC236}">
                    <a16:creationId xmlns:a16="http://schemas.microsoft.com/office/drawing/2014/main" id="{F58F7BF0-5FBF-09A0-38CE-C5F5AC9F5C73}"/>
                  </a:ext>
                </a:extLst>
              </p:cNvPr>
              <p:cNvSpPr/>
              <p:nvPr/>
            </p:nvSpPr>
            <p:spPr>
              <a:xfrm>
                <a:off x="2894108" y="6355781"/>
                <a:ext cx="6343" cy="6345"/>
              </a:xfrm>
              <a:custGeom>
                <a:avLst/>
                <a:gdLst>
                  <a:gd name="connsiteX0" fmla="*/ 3333 w 6343"/>
                  <a:gd name="connsiteY0" fmla="*/ 6572 h 6345"/>
                  <a:gd name="connsiteX1" fmla="*/ 5575 w 6343"/>
                  <a:gd name="connsiteY1" fmla="*/ 5643 h 6345"/>
                  <a:gd name="connsiteX2" fmla="*/ 6504 w 6343"/>
                  <a:gd name="connsiteY2" fmla="*/ 3399 h 6345"/>
                  <a:gd name="connsiteX3" fmla="*/ 5575 w 6343"/>
                  <a:gd name="connsiteY3" fmla="*/ 1156 h 6345"/>
                  <a:gd name="connsiteX4" fmla="*/ 3333 w 6343"/>
                  <a:gd name="connsiteY4" fmla="*/ 227 h 6345"/>
                  <a:gd name="connsiteX5" fmla="*/ 1090 w 6343"/>
                  <a:gd name="connsiteY5" fmla="*/ 1156 h 6345"/>
                  <a:gd name="connsiteX6" fmla="*/ 161 w 6343"/>
                  <a:gd name="connsiteY6" fmla="*/ 3399 h 6345"/>
                  <a:gd name="connsiteX7" fmla="*/ 1090 w 6343"/>
                  <a:gd name="connsiteY7" fmla="*/ 5643 h 6345"/>
                  <a:gd name="connsiteX8" fmla="*/ 3333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3" y="6572"/>
                    </a:moveTo>
                    <a:cubicBezTo>
                      <a:pt x="4174" y="6572"/>
                      <a:pt x="4980" y="6238"/>
                      <a:pt x="5575" y="5643"/>
                    </a:cubicBezTo>
                    <a:cubicBezTo>
                      <a:pt x="6170" y="5048"/>
                      <a:pt x="6504" y="4241"/>
                      <a:pt x="6504" y="3399"/>
                    </a:cubicBezTo>
                    <a:cubicBezTo>
                      <a:pt x="6504" y="2558"/>
                      <a:pt x="6170" y="1751"/>
                      <a:pt x="5575" y="1156"/>
                    </a:cubicBezTo>
                    <a:cubicBezTo>
                      <a:pt x="4980" y="561"/>
                      <a:pt x="4174" y="227"/>
                      <a:pt x="3333" y="227"/>
                    </a:cubicBezTo>
                    <a:cubicBezTo>
                      <a:pt x="2491" y="227"/>
                      <a:pt x="1685" y="561"/>
                      <a:pt x="1090" y="1156"/>
                    </a:cubicBezTo>
                    <a:cubicBezTo>
                      <a:pt x="495" y="1751"/>
                      <a:pt x="161" y="2558"/>
                      <a:pt x="161" y="3399"/>
                    </a:cubicBezTo>
                    <a:cubicBezTo>
                      <a:pt x="161" y="4241"/>
                      <a:pt x="495" y="5048"/>
                      <a:pt x="1090" y="5643"/>
                    </a:cubicBezTo>
                    <a:cubicBezTo>
                      <a:pt x="1685" y="6238"/>
                      <a:pt x="2491" y="6572"/>
                      <a:pt x="3333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44" name="Freeform: Shape 2743">
                <a:extLst>
                  <a:ext uri="{FF2B5EF4-FFF2-40B4-BE49-F238E27FC236}">
                    <a16:creationId xmlns:a16="http://schemas.microsoft.com/office/drawing/2014/main" id="{0296EBBD-D43D-88E8-813A-1EC010762723}"/>
                  </a:ext>
                </a:extLst>
              </p:cNvPr>
              <p:cNvSpPr/>
              <p:nvPr/>
            </p:nvSpPr>
            <p:spPr>
              <a:xfrm>
                <a:off x="2889394" y="6350340"/>
                <a:ext cx="6343" cy="6345"/>
              </a:xfrm>
              <a:custGeom>
                <a:avLst/>
                <a:gdLst>
                  <a:gd name="connsiteX0" fmla="*/ 3332 w 6343"/>
                  <a:gd name="connsiteY0" fmla="*/ 6572 h 6345"/>
                  <a:gd name="connsiteX1" fmla="*/ 5575 w 6343"/>
                  <a:gd name="connsiteY1" fmla="*/ 5642 h 6345"/>
                  <a:gd name="connsiteX2" fmla="*/ 6504 w 6343"/>
                  <a:gd name="connsiteY2" fmla="*/ 3399 h 6345"/>
                  <a:gd name="connsiteX3" fmla="*/ 5575 w 6343"/>
                  <a:gd name="connsiteY3" fmla="*/ 1155 h 6345"/>
                  <a:gd name="connsiteX4" fmla="*/ 3332 w 6343"/>
                  <a:gd name="connsiteY4" fmla="*/ 226 h 6345"/>
                  <a:gd name="connsiteX5" fmla="*/ 1090 w 6343"/>
                  <a:gd name="connsiteY5" fmla="*/ 1155 h 6345"/>
                  <a:gd name="connsiteX6" fmla="*/ 161 w 6343"/>
                  <a:gd name="connsiteY6" fmla="*/ 3399 h 6345"/>
                  <a:gd name="connsiteX7" fmla="*/ 1090 w 6343"/>
                  <a:gd name="connsiteY7" fmla="*/ 5642 h 6345"/>
                  <a:gd name="connsiteX8" fmla="*/ 3332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2" y="6572"/>
                    </a:moveTo>
                    <a:cubicBezTo>
                      <a:pt x="4173" y="6572"/>
                      <a:pt x="4980" y="6237"/>
                      <a:pt x="5575" y="5642"/>
                    </a:cubicBezTo>
                    <a:cubicBezTo>
                      <a:pt x="6170" y="5047"/>
                      <a:pt x="6504" y="4240"/>
                      <a:pt x="6504" y="3399"/>
                    </a:cubicBezTo>
                    <a:cubicBezTo>
                      <a:pt x="6504" y="2558"/>
                      <a:pt x="6170" y="1750"/>
                      <a:pt x="5575" y="1155"/>
                    </a:cubicBezTo>
                    <a:cubicBezTo>
                      <a:pt x="4980" y="561"/>
                      <a:pt x="4173" y="226"/>
                      <a:pt x="3332" y="226"/>
                    </a:cubicBezTo>
                    <a:cubicBezTo>
                      <a:pt x="2491" y="226"/>
                      <a:pt x="1684" y="561"/>
                      <a:pt x="1090" y="1155"/>
                    </a:cubicBezTo>
                    <a:cubicBezTo>
                      <a:pt x="495" y="1750"/>
                      <a:pt x="161" y="2558"/>
                      <a:pt x="161" y="3399"/>
                    </a:cubicBezTo>
                    <a:cubicBezTo>
                      <a:pt x="161" y="4240"/>
                      <a:pt x="495" y="5047"/>
                      <a:pt x="1090" y="5642"/>
                    </a:cubicBezTo>
                    <a:cubicBezTo>
                      <a:pt x="1684" y="6237"/>
                      <a:pt x="2491" y="6572"/>
                      <a:pt x="3332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45" name="Freeform: Shape 2744">
                <a:extLst>
                  <a:ext uri="{FF2B5EF4-FFF2-40B4-BE49-F238E27FC236}">
                    <a16:creationId xmlns:a16="http://schemas.microsoft.com/office/drawing/2014/main" id="{8A5383F0-4A1E-9A67-1BE5-8D64C6CBCB24}"/>
                  </a:ext>
                </a:extLst>
              </p:cNvPr>
              <p:cNvSpPr/>
              <p:nvPr/>
            </p:nvSpPr>
            <p:spPr>
              <a:xfrm>
                <a:off x="2886898" y="6343516"/>
                <a:ext cx="6343" cy="6345"/>
              </a:xfrm>
              <a:custGeom>
                <a:avLst/>
                <a:gdLst>
                  <a:gd name="connsiteX0" fmla="*/ 3332 w 6343"/>
                  <a:gd name="connsiteY0" fmla="*/ 6571 h 6345"/>
                  <a:gd name="connsiteX1" fmla="*/ 5575 w 6343"/>
                  <a:gd name="connsiteY1" fmla="*/ 5642 h 6345"/>
                  <a:gd name="connsiteX2" fmla="*/ 6504 w 6343"/>
                  <a:gd name="connsiteY2" fmla="*/ 3398 h 6345"/>
                  <a:gd name="connsiteX3" fmla="*/ 5575 w 6343"/>
                  <a:gd name="connsiteY3" fmla="*/ 1155 h 6345"/>
                  <a:gd name="connsiteX4" fmla="*/ 3332 w 6343"/>
                  <a:gd name="connsiteY4" fmla="*/ 226 h 6345"/>
                  <a:gd name="connsiteX5" fmla="*/ 1089 w 6343"/>
                  <a:gd name="connsiteY5" fmla="*/ 1155 h 6345"/>
                  <a:gd name="connsiteX6" fmla="*/ 160 w 6343"/>
                  <a:gd name="connsiteY6" fmla="*/ 3398 h 6345"/>
                  <a:gd name="connsiteX7" fmla="*/ 1089 w 6343"/>
                  <a:gd name="connsiteY7" fmla="*/ 5642 h 6345"/>
                  <a:gd name="connsiteX8" fmla="*/ 3332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2" y="6571"/>
                    </a:moveTo>
                    <a:cubicBezTo>
                      <a:pt x="4173" y="6571"/>
                      <a:pt x="4980" y="6237"/>
                      <a:pt x="5575" y="5642"/>
                    </a:cubicBezTo>
                    <a:cubicBezTo>
                      <a:pt x="6169" y="5047"/>
                      <a:pt x="6504" y="4240"/>
                      <a:pt x="6504" y="3398"/>
                    </a:cubicBezTo>
                    <a:cubicBezTo>
                      <a:pt x="6504" y="2557"/>
                      <a:pt x="6169" y="1750"/>
                      <a:pt x="5575" y="1155"/>
                    </a:cubicBezTo>
                    <a:cubicBezTo>
                      <a:pt x="4980" y="560"/>
                      <a:pt x="4173" y="226"/>
                      <a:pt x="3332" y="226"/>
                    </a:cubicBezTo>
                    <a:cubicBezTo>
                      <a:pt x="2491" y="226"/>
                      <a:pt x="1684" y="560"/>
                      <a:pt x="1089" y="1155"/>
                    </a:cubicBezTo>
                    <a:cubicBezTo>
                      <a:pt x="495" y="1750"/>
                      <a:pt x="160" y="2557"/>
                      <a:pt x="160" y="3398"/>
                    </a:cubicBezTo>
                    <a:cubicBezTo>
                      <a:pt x="160" y="4240"/>
                      <a:pt x="495" y="5047"/>
                      <a:pt x="1089" y="5642"/>
                    </a:cubicBezTo>
                    <a:cubicBezTo>
                      <a:pt x="1684" y="6237"/>
                      <a:pt x="2491" y="6571"/>
                      <a:pt x="3332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46" name="Freeform: Shape 2745">
                <a:extLst>
                  <a:ext uri="{FF2B5EF4-FFF2-40B4-BE49-F238E27FC236}">
                    <a16:creationId xmlns:a16="http://schemas.microsoft.com/office/drawing/2014/main" id="{5DD15829-9933-23EA-9CFE-10CAD8CCD025}"/>
                  </a:ext>
                </a:extLst>
              </p:cNvPr>
              <p:cNvSpPr/>
              <p:nvPr/>
            </p:nvSpPr>
            <p:spPr>
              <a:xfrm>
                <a:off x="2894010" y="6330872"/>
                <a:ext cx="6343" cy="6345"/>
              </a:xfrm>
              <a:custGeom>
                <a:avLst/>
                <a:gdLst>
                  <a:gd name="connsiteX0" fmla="*/ 3333 w 6343"/>
                  <a:gd name="connsiteY0" fmla="*/ 6570 h 6345"/>
                  <a:gd name="connsiteX1" fmla="*/ 5575 w 6343"/>
                  <a:gd name="connsiteY1" fmla="*/ 5641 h 6345"/>
                  <a:gd name="connsiteX2" fmla="*/ 6504 w 6343"/>
                  <a:gd name="connsiteY2" fmla="*/ 3397 h 6345"/>
                  <a:gd name="connsiteX3" fmla="*/ 5575 w 6343"/>
                  <a:gd name="connsiteY3" fmla="*/ 1154 h 6345"/>
                  <a:gd name="connsiteX4" fmla="*/ 3333 w 6343"/>
                  <a:gd name="connsiteY4" fmla="*/ 225 h 6345"/>
                  <a:gd name="connsiteX5" fmla="*/ 1090 w 6343"/>
                  <a:gd name="connsiteY5" fmla="*/ 1154 h 6345"/>
                  <a:gd name="connsiteX6" fmla="*/ 161 w 6343"/>
                  <a:gd name="connsiteY6" fmla="*/ 3397 h 6345"/>
                  <a:gd name="connsiteX7" fmla="*/ 1090 w 6343"/>
                  <a:gd name="connsiteY7" fmla="*/ 5641 h 6345"/>
                  <a:gd name="connsiteX8" fmla="*/ 333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3" y="6570"/>
                    </a:moveTo>
                    <a:cubicBezTo>
                      <a:pt x="4174" y="6570"/>
                      <a:pt x="4980" y="6236"/>
                      <a:pt x="5575" y="5641"/>
                    </a:cubicBezTo>
                    <a:cubicBezTo>
                      <a:pt x="6170" y="5046"/>
                      <a:pt x="6504" y="4239"/>
                      <a:pt x="6504" y="3397"/>
                    </a:cubicBezTo>
                    <a:cubicBezTo>
                      <a:pt x="6504" y="2556"/>
                      <a:pt x="6170" y="1749"/>
                      <a:pt x="5575" y="1154"/>
                    </a:cubicBezTo>
                    <a:cubicBezTo>
                      <a:pt x="4980" y="559"/>
                      <a:pt x="4174" y="225"/>
                      <a:pt x="3333" y="225"/>
                    </a:cubicBezTo>
                    <a:cubicBezTo>
                      <a:pt x="2491" y="225"/>
                      <a:pt x="1685" y="559"/>
                      <a:pt x="1090" y="1154"/>
                    </a:cubicBezTo>
                    <a:cubicBezTo>
                      <a:pt x="495" y="1749"/>
                      <a:pt x="161" y="2556"/>
                      <a:pt x="161" y="3397"/>
                    </a:cubicBezTo>
                    <a:cubicBezTo>
                      <a:pt x="161" y="4239"/>
                      <a:pt x="495" y="5046"/>
                      <a:pt x="1090" y="5641"/>
                    </a:cubicBezTo>
                    <a:cubicBezTo>
                      <a:pt x="1685" y="6236"/>
                      <a:pt x="2491" y="6570"/>
                      <a:pt x="333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47" name="Freeform: Shape 2746">
                <a:extLst>
                  <a:ext uri="{FF2B5EF4-FFF2-40B4-BE49-F238E27FC236}">
                    <a16:creationId xmlns:a16="http://schemas.microsoft.com/office/drawing/2014/main" id="{FF6FE71D-F438-1293-0798-91B532865A28}"/>
                  </a:ext>
                </a:extLst>
              </p:cNvPr>
              <p:cNvSpPr/>
              <p:nvPr/>
            </p:nvSpPr>
            <p:spPr>
              <a:xfrm>
                <a:off x="2891480" y="6324191"/>
                <a:ext cx="6343" cy="6345"/>
              </a:xfrm>
              <a:custGeom>
                <a:avLst/>
                <a:gdLst>
                  <a:gd name="connsiteX0" fmla="*/ 3332 w 6343"/>
                  <a:gd name="connsiteY0" fmla="*/ 6570 h 6345"/>
                  <a:gd name="connsiteX1" fmla="*/ 5575 w 6343"/>
                  <a:gd name="connsiteY1" fmla="*/ 5640 h 6345"/>
                  <a:gd name="connsiteX2" fmla="*/ 6504 w 6343"/>
                  <a:gd name="connsiteY2" fmla="*/ 3397 h 6345"/>
                  <a:gd name="connsiteX3" fmla="*/ 5575 w 6343"/>
                  <a:gd name="connsiteY3" fmla="*/ 1153 h 6345"/>
                  <a:gd name="connsiteX4" fmla="*/ 3332 w 6343"/>
                  <a:gd name="connsiteY4" fmla="*/ 224 h 6345"/>
                  <a:gd name="connsiteX5" fmla="*/ 1090 w 6343"/>
                  <a:gd name="connsiteY5" fmla="*/ 1153 h 6345"/>
                  <a:gd name="connsiteX6" fmla="*/ 161 w 6343"/>
                  <a:gd name="connsiteY6" fmla="*/ 3397 h 6345"/>
                  <a:gd name="connsiteX7" fmla="*/ 1090 w 6343"/>
                  <a:gd name="connsiteY7" fmla="*/ 5640 h 6345"/>
                  <a:gd name="connsiteX8" fmla="*/ 333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2" y="6570"/>
                    </a:moveTo>
                    <a:cubicBezTo>
                      <a:pt x="4173" y="6570"/>
                      <a:pt x="4980" y="6235"/>
                      <a:pt x="5575" y="5640"/>
                    </a:cubicBezTo>
                    <a:cubicBezTo>
                      <a:pt x="6170" y="5045"/>
                      <a:pt x="6504" y="4238"/>
                      <a:pt x="6504" y="3397"/>
                    </a:cubicBezTo>
                    <a:cubicBezTo>
                      <a:pt x="6504" y="2555"/>
                      <a:pt x="6170" y="1748"/>
                      <a:pt x="5575" y="1153"/>
                    </a:cubicBezTo>
                    <a:cubicBezTo>
                      <a:pt x="4980" y="558"/>
                      <a:pt x="4173" y="224"/>
                      <a:pt x="3332" y="224"/>
                    </a:cubicBezTo>
                    <a:cubicBezTo>
                      <a:pt x="2491" y="224"/>
                      <a:pt x="1684" y="558"/>
                      <a:pt x="1090" y="1153"/>
                    </a:cubicBezTo>
                    <a:cubicBezTo>
                      <a:pt x="495" y="1748"/>
                      <a:pt x="161" y="2555"/>
                      <a:pt x="161" y="3397"/>
                    </a:cubicBezTo>
                    <a:cubicBezTo>
                      <a:pt x="161" y="4238"/>
                      <a:pt x="495" y="5045"/>
                      <a:pt x="1090" y="5640"/>
                    </a:cubicBezTo>
                    <a:cubicBezTo>
                      <a:pt x="1684" y="6235"/>
                      <a:pt x="2491" y="6570"/>
                      <a:pt x="333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48" name="Freeform: Shape 2747">
                <a:extLst>
                  <a:ext uri="{FF2B5EF4-FFF2-40B4-BE49-F238E27FC236}">
                    <a16:creationId xmlns:a16="http://schemas.microsoft.com/office/drawing/2014/main" id="{C8733784-08AB-FAFD-3EC9-C5878A233A76}"/>
                  </a:ext>
                </a:extLst>
              </p:cNvPr>
              <p:cNvSpPr/>
              <p:nvPr/>
            </p:nvSpPr>
            <p:spPr>
              <a:xfrm>
                <a:off x="3107081" y="6188556"/>
                <a:ext cx="6343" cy="6345"/>
              </a:xfrm>
              <a:custGeom>
                <a:avLst/>
                <a:gdLst>
                  <a:gd name="connsiteX0" fmla="*/ 3349 w 6343"/>
                  <a:gd name="connsiteY0" fmla="*/ 6559 h 6345"/>
                  <a:gd name="connsiteX1" fmla="*/ 5592 w 6343"/>
                  <a:gd name="connsiteY1" fmla="*/ 5630 h 6345"/>
                  <a:gd name="connsiteX2" fmla="*/ 6521 w 6343"/>
                  <a:gd name="connsiteY2" fmla="*/ 3386 h 6345"/>
                  <a:gd name="connsiteX3" fmla="*/ 5592 w 6343"/>
                  <a:gd name="connsiteY3" fmla="*/ 1143 h 6345"/>
                  <a:gd name="connsiteX4" fmla="*/ 3349 w 6343"/>
                  <a:gd name="connsiteY4" fmla="*/ 213 h 6345"/>
                  <a:gd name="connsiteX5" fmla="*/ 1107 w 6343"/>
                  <a:gd name="connsiteY5" fmla="*/ 1143 h 6345"/>
                  <a:gd name="connsiteX6" fmla="*/ 178 w 6343"/>
                  <a:gd name="connsiteY6" fmla="*/ 3386 h 6345"/>
                  <a:gd name="connsiteX7" fmla="*/ 1107 w 6343"/>
                  <a:gd name="connsiteY7" fmla="*/ 5630 h 6345"/>
                  <a:gd name="connsiteX8" fmla="*/ 334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59"/>
                    </a:moveTo>
                    <a:cubicBezTo>
                      <a:pt x="4190" y="6559"/>
                      <a:pt x="4997" y="6225"/>
                      <a:pt x="5592" y="5630"/>
                    </a:cubicBezTo>
                    <a:cubicBezTo>
                      <a:pt x="6187" y="5035"/>
                      <a:pt x="6521" y="4228"/>
                      <a:pt x="6521" y="3386"/>
                    </a:cubicBezTo>
                    <a:cubicBezTo>
                      <a:pt x="6521" y="2545"/>
                      <a:pt x="6187" y="1738"/>
                      <a:pt x="5592" y="1143"/>
                    </a:cubicBezTo>
                    <a:cubicBezTo>
                      <a:pt x="4997" y="548"/>
                      <a:pt x="4190" y="213"/>
                      <a:pt x="3349" y="213"/>
                    </a:cubicBezTo>
                    <a:cubicBezTo>
                      <a:pt x="2508" y="213"/>
                      <a:pt x="1701" y="548"/>
                      <a:pt x="1107" y="1143"/>
                    </a:cubicBezTo>
                    <a:cubicBezTo>
                      <a:pt x="512" y="1738"/>
                      <a:pt x="178" y="2545"/>
                      <a:pt x="178" y="3386"/>
                    </a:cubicBezTo>
                    <a:cubicBezTo>
                      <a:pt x="178" y="4228"/>
                      <a:pt x="512" y="5035"/>
                      <a:pt x="1107" y="5630"/>
                    </a:cubicBezTo>
                    <a:cubicBezTo>
                      <a:pt x="1701" y="6225"/>
                      <a:pt x="2508" y="6559"/>
                      <a:pt x="334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49" name="Freeform: Shape 2748">
                <a:extLst>
                  <a:ext uri="{FF2B5EF4-FFF2-40B4-BE49-F238E27FC236}">
                    <a16:creationId xmlns:a16="http://schemas.microsoft.com/office/drawing/2014/main" id="{7C9D0439-5829-EB9C-0E1A-2771C1C36A21}"/>
                  </a:ext>
                </a:extLst>
              </p:cNvPr>
              <p:cNvSpPr/>
              <p:nvPr/>
            </p:nvSpPr>
            <p:spPr>
              <a:xfrm>
                <a:off x="3107402" y="6182047"/>
                <a:ext cx="6343" cy="6345"/>
              </a:xfrm>
              <a:custGeom>
                <a:avLst/>
                <a:gdLst>
                  <a:gd name="connsiteX0" fmla="*/ 3349 w 6343"/>
                  <a:gd name="connsiteY0" fmla="*/ 6558 h 6345"/>
                  <a:gd name="connsiteX1" fmla="*/ 5592 w 6343"/>
                  <a:gd name="connsiteY1" fmla="*/ 5629 h 6345"/>
                  <a:gd name="connsiteX2" fmla="*/ 6521 w 6343"/>
                  <a:gd name="connsiteY2" fmla="*/ 3386 h 6345"/>
                  <a:gd name="connsiteX3" fmla="*/ 5592 w 6343"/>
                  <a:gd name="connsiteY3" fmla="*/ 1142 h 6345"/>
                  <a:gd name="connsiteX4" fmla="*/ 3349 w 6343"/>
                  <a:gd name="connsiteY4" fmla="*/ 213 h 6345"/>
                  <a:gd name="connsiteX5" fmla="*/ 1107 w 6343"/>
                  <a:gd name="connsiteY5" fmla="*/ 1142 h 6345"/>
                  <a:gd name="connsiteX6" fmla="*/ 178 w 6343"/>
                  <a:gd name="connsiteY6" fmla="*/ 3386 h 6345"/>
                  <a:gd name="connsiteX7" fmla="*/ 1107 w 6343"/>
                  <a:gd name="connsiteY7" fmla="*/ 5629 h 6345"/>
                  <a:gd name="connsiteX8" fmla="*/ 3349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58"/>
                    </a:moveTo>
                    <a:cubicBezTo>
                      <a:pt x="4190" y="6558"/>
                      <a:pt x="4997" y="6224"/>
                      <a:pt x="5592" y="5629"/>
                    </a:cubicBezTo>
                    <a:cubicBezTo>
                      <a:pt x="6187" y="5034"/>
                      <a:pt x="6521" y="4227"/>
                      <a:pt x="6521" y="3386"/>
                    </a:cubicBezTo>
                    <a:cubicBezTo>
                      <a:pt x="6521" y="2544"/>
                      <a:pt x="6187" y="1737"/>
                      <a:pt x="5592" y="1142"/>
                    </a:cubicBezTo>
                    <a:cubicBezTo>
                      <a:pt x="4997" y="547"/>
                      <a:pt x="4190" y="213"/>
                      <a:pt x="3349" y="213"/>
                    </a:cubicBezTo>
                    <a:cubicBezTo>
                      <a:pt x="2508" y="213"/>
                      <a:pt x="1701" y="547"/>
                      <a:pt x="1107" y="1142"/>
                    </a:cubicBezTo>
                    <a:cubicBezTo>
                      <a:pt x="512" y="1737"/>
                      <a:pt x="178" y="2544"/>
                      <a:pt x="178" y="3386"/>
                    </a:cubicBezTo>
                    <a:cubicBezTo>
                      <a:pt x="178" y="4227"/>
                      <a:pt x="512" y="5034"/>
                      <a:pt x="1107" y="5629"/>
                    </a:cubicBezTo>
                    <a:cubicBezTo>
                      <a:pt x="1701" y="6224"/>
                      <a:pt x="2508" y="6558"/>
                      <a:pt x="3349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50" name="Freeform: Shape 2749">
                <a:extLst>
                  <a:ext uri="{FF2B5EF4-FFF2-40B4-BE49-F238E27FC236}">
                    <a16:creationId xmlns:a16="http://schemas.microsoft.com/office/drawing/2014/main" id="{45691147-395A-A8F3-9E8B-A0256E59E4DB}"/>
                  </a:ext>
                </a:extLst>
              </p:cNvPr>
              <p:cNvSpPr/>
              <p:nvPr/>
            </p:nvSpPr>
            <p:spPr>
              <a:xfrm>
                <a:off x="3105834" y="6176675"/>
                <a:ext cx="6343" cy="6345"/>
              </a:xfrm>
              <a:custGeom>
                <a:avLst/>
                <a:gdLst>
                  <a:gd name="connsiteX0" fmla="*/ 3349 w 6343"/>
                  <a:gd name="connsiteY0" fmla="*/ 6558 h 6345"/>
                  <a:gd name="connsiteX1" fmla="*/ 5592 w 6343"/>
                  <a:gd name="connsiteY1" fmla="*/ 5629 h 6345"/>
                  <a:gd name="connsiteX2" fmla="*/ 6521 w 6343"/>
                  <a:gd name="connsiteY2" fmla="*/ 3385 h 6345"/>
                  <a:gd name="connsiteX3" fmla="*/ 5592 w 6343"/>
                  <a:gd name="connsiteY3" fmla="*/ 1142 h 6345"/>
                  <a:gd name="connsiteX4" fmla="*/ 3349 w 6343"/>
                  <a:gd name="connsiteY4" fmla="*/ 213 h 6345"/>
                  <a:gd name="connsiteX5" fmla="*/ 1107 w 6343"/>
                  <a:gd name="connsiteY5" fmla="*/ 1142 h 6345"/>
                  <a:gd name="connsiteX6" fmla="*/ 178 w 6343"/>
                  <a:gd name="connsiteY6" fmla="*/ 3385 h 6345"/>
                  <a:gd name="connsiteX7" fmla="*/ 1107 w 6343"/>
                  <a:gd name="connsiteY7" fmla="*/ 5629 h 6345"/>
                  <a:gd name="connsiteX8" fmla="*/ 3349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58"/>
                    </a:moveTo>
                    <a:cubicBezTo>
                      <a:pt x="4190" y="6558"/>
                      <a:pt x="4997" y="6224"/>
                      <a:pt x="5592" y="5629"/>
                    </a:cubicBezTo>
                    <a:cubicBezTo>
                      <a:pt x="6187" y="5034"/>
                      <a:pt x="6521" y="4227"/>
                      <a:pt x="6521" y="3385"/>
                    </a:cubicBezTo>
                    <a:cubicBezTo>
                      <a:pt x="6521" y="2544"/>
                      <a:pt x="6187" y="1737"/>
                      <a:pt x="5592" y="1142"/>
                    </a:cubicBezTo>
                    <a:cubicBezTo>
                      <a:pt x="4997" y="547"/>
                      <a:pt x="4190" y="213"/>
                      <a:pt x="3349" y="213"/>
                    </a:cubicBezTo>
                    <a:cubicBezTo>
                      <a:pt x="2508" y="213"/>
                      <a:pt x="1701" y="547"/>
                      <a:pt x="1107" y="1142"/>
                    </a:cubicBezTo>
                    <a:cubicBezTo>
                      <a:pt x="512" y="1737"/>
                      <a:pt x="178" y="2544"/>
                      <a:pt x="178" y="3385"/>
                    </a:cubicBezTo>
                    <a:cubicBezTo>
                      <a:pt x="178" y="4227"/>
                      <a:pt x="512" y="5034"/>
                      <a:pt x="1107" y="5629"/>
                    </a:cubicBezTo>
                    <a:cubicBezTo>
                      <a:pt x="1701" y="6224"/>
                      <a:pt x="2508" y="6558"/>
                      <a:pt x="3349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51" name="Freeform: Shape 2750">
                <a:extLst>
                  <a:ext uri="{FF2B5EF4-FFF2-40B4-BE49-F238E27FC236}">
                    <a16:creationId xmlns:a16="http://schemas.microsoft.com/office/drawing/2014/main" id="{69555CC8-6620-177B-699B-DC6F1931CCD9}"/>
                  </a:ext>
                </a:extLst>
              </p:cNvPr>
              <p:cNvSpPr/>
              <p:nvPr/>
            </p:nvSpPr>
            <p:spPr>
              <a:xfrm>
                <a:off x="3102853" y="6172121"/>
                <a:ext cx="6343" cy="6345"/>
              </a:xfrm>
              <a:custGeom>
                <a:avLst/>
                <a:gdLst>
                  <a:gd name="connsiteX0" fmla="*/ 3349 w 6343"/>
                  <a:gd name="connsiteY0" fmla="*/ 6558 h 6345"/>
                  <a:gd name="connsiteX1" fmla="*/ 5592 w 6343"/>
                  <a:gd name="connsiteY1" fmla="*/ 5628 h 6345"/>
                  <a:gd name="connsiteX2" fmla="*/ 6521 w 6343"/>
                  <a:gd name="connsiteY2" fmla="*/ 3385 h 6345"/>
                  <a:gd name="connsiteX3" fmla="*/ 5592 w 6343"/>
                  <a:gd name="connsiteY3" fmla="*/ 1141 h 6345"/>
                  <a:gd name="connsiteX4" fmla="*/ 3349 w 6343"/>
                  <a:gd name="connsiteY4" fmla="*/ 212 h 6345"/>
                  <a:gd name="connsiteX5" fmla="*/ 1106 w 6343"/>
                  <a:gd name="connsiteY5" fmla="*/ 1141 h 6345"/>
                  <a:gd name="connsiteX6" fmla="*/ 177 w 6343"/>
                  <a:gd name="connsiteY6" fmla="*/ 3385 h 6345"/>
                  <a:gd name="connsiteX7" fmla="*/ 1106 w 6343"/>
                  <a:gd name="connsiteY7" fmla="*/ 5628 h 6345"/>
                  <a:gd name="connsiteX8" fmla="*/ 3349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58"/>
                    </a:moveTo>
                    <a:cubicBezTo>
                      <a:pt x="4190" y="6558"/>
                      <a:pt x="4997" y="6223"/>
                      <a:pt x="5592" y="5628"/>
                    </a:cubicBezTo>
                    <a:cubicBezTo>
                      <a:pt x="6186" y="5033"/>
                      <a:pt x="6521" y="4226"/>
                      <a:pt x="6521" y="3385"/>
                    </a:cubicBezTo>
                    <a:cubicBezTo>
                      <a:pt x="6521" y="2543"/>
                      <a:pt x="6186" y="1736"/>
                      <a:pt x="5592" y="1141"/>
                    </a:cubicBezTo>
                    <a:cubicBezTo>
                      <a:pt x="4997" y="546"/>
                      <a:pt x="4190" y="212"/>
                      <a:pt x="3349" y="212"/>
                    </a:cubicBezTo>
                    <a:cubicBezTo>
                      <a:pt x="2508" y="212"/>
                      <a:pt x="1701" y="546"/>
                      <a:pt x="1106" y="1141"/>
                    </a:cubicBezTo>
                    <a:cubicBezTo>
                      <a:pt x="512" y="1736"/>
                      <a:pt x="177" y="2543"/>
                      <a:pt x="177" y="3385"/>
                    </a:cubicBezTo>
                    <a:cubicBezTo>
                      <a:pt x="177" y="4226"/>
                      <a:pt x="512" y="5033"/>
                      <a:pt x="1106" y="5628"/>
                    </a:cubicBezTo>
                    <a:cubicBezTo>
                      <a:pt x="1701" y="6223"/>
                      <a:pt x="2508" y="6558"/>
                      <a:pt x="3349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52" name="Freeform: Shape 2751">
                <a:extLst>
                  <a:ext uri="{FF2B5EF4-FFF2-40B4-BE49-F238E27FC236}">
                    <a16:creationId xmlns:a16="http://schemas.microsoft.com/office/drawing/2014/main" id="{DA49D2A0-3C90-BECF-DDDA-606D87414CE4}"/>
                  </a:ext>
                </a:extLst>
              </p:cNvPr>
              <p:cNvSpPr/>
              <p:nvPr/>
            </p:nvSpPr>
            <p:spPr>
              <a:xfrm>
                <a:off x="3099816" y="6167595"/>
                <a:ext cx="6343" cy="6345"/>
              </a:xfrm>
              <a:custGeom>
                <a:avLst/>
                <a:gdLst>
                  <a:gd name="connsiteX0" fmla="*/ 3349 w 6343"/>
                  <a:gd name="connsiteY0" fmla="*/ 6557 h 6345"/>
                  <a:gd name="connsiteX1" fmla="*/ 5591 w 6343"/>
                  <a:gd name="connsiteY1" fmla="*/ 5628 h 6345"/>
                  <a:gd name="connsiteX2" fmla="*/ 6520 w 6343"/>
                  <a:gd name="connsiteY2" fmla="*/ 3385 h 6345"/>
                  <a:gd name="connsiteX3" fmla="*/ 5591 w 6343"/>
                  <a:gd name="connsiteY3" fmla="*/ 1141 h 6345"/>
                  <a:gd name="connsiteX4" fmla="*/ 3349 w 6343"/>
                  <a:gd name="connsiteY4" fmla="*/ 212 h 6345"/>
                  <a:gd name="connsiteX5" fmla="*/ 1106 w 6343"/>
                  <a:gd name="connsiteY5" fmla="*/ 1141 h 6345"/>
                  <a:gd name="connsiteX6" fmla="*/ 177 w 6343"/>
                  <a:gd name="connsiteY6" fmla="*/ 3385 h 6345"/>
                  <a:gd name="connsiteX7" fmla="*/ 1106 w 6343"/>
                  <a:gd name="connsiteY7" fmla="*/ 5628 h 6345"/>
                  <a:gd name="connsiteX8" fmla="*/ 3349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57"/>
                    </a:moveTo>
                    <a:cubicBezTo>
                      <a:pt x="4190" y="6557"/>
                      <a:pt x="4997" y="6223"/>
                      <a:pt x="5591" y="5628"/>
                    </a:cubicBezTo>
                    <a:cubicBezTo>
                      <a:pt x="6186" y="5033"/>
                      <a:pt x="6520" y="4226"/>
                      <a:pt x="6520" y="3385"/>
                    </a:cubicBezTo>
                    <a:cubicBezTo>
                      <a:pt x="6520" y="2543"/>
                      <a:pt x="6186" y="1736"/>
                      <a:pt x="5591" y="1141"/>
                    </a:cubicBezTo>
                    <a:cubicBezTo>
                      <a:pt x="4997" y="546"/>
                      <a:pt x="4190" y="212"/>
                      <a:pt x="3349" y="212"/>
                    </a:cubicBezTo>
                    <a:cubicBezTo>
                      <a:pt x="2508" y="212"/>
                      <a:pt x="1701" y="546"/>
                      <a:pt x="1106" y="1141"/>
                    </a:cubicBezTo>
                    <a:cubicBezTo>
                      <a:pt x="511" y="1736"/>
                      <a:pt x="177" y="2543"/>
                      <a:pt x="177" y="3385"/>
                    </a:cubicBezTo>
                    <a:cubicBezTo>
                      <a:pt x="177" y="4226"/>
                      <a:pt x="511" y="5033"/>
                      <a:pt x="1106" y="5628"/>
                    </a:cubicBezTo>
                    <a:cubicBezTo>
                      <a:pt x="1701" y="6223"/>
                      <a:pt x="2508" y="6557"/>
                      <a:pt x="3349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53" name="Freeform: Shape 2752">
                <a:extLst>
                  <a:ext uri="{FF2B5EF4-FFF2-40B4-BE49-F238E27FC236}">
                    <a16:creationId xmlns:a16="http://schemas.microsoft.com/office/drawing/2014/main" id="{2CCE1885-CB63-BC01-39AA-712FA7E7EEA1}"/>
                  </a:ext>
                </a:extLst>
              </p:cNvPr>
              <p:cNvSpPr/>
              <p:nvPr/>
            </p:nvSpPr>
            <p:spPr>
              <a:xfrm>
                <a:off x="2859561" y="6293665"/>
                <a:ext cx="6343" cy="6345"/>
              </a:xfrm>
              <a:custGeom>
                <a:avLst/>
                <a:gdLst>
                  <a:gd name="connsiteX0" fmla="*/ 3330 w 6343"/>
                  <a:gd name="connsiteY0" fmla="*/ 6567 h 6345"/>
                  <a:gd name="connsiteX1" fmla="*/ 5572 w 6343"/>
                  <a:gd name="connsiteY1" fmla="*/ 5638 h 6345"/>
                  <a:gd name="connsiteX2" fmla="*/ 6501 w 6343"/>
                  <a:gd name="connsiteY2" fmla="*/ 3394 h 6345"/>
                  <a:gd name="connsiteX3" fmla="*/ 5572 w 6343"/>
                  <a:gd name="connsiteY3" fmla="*/ 1151 h 6345"/>
                  <a:gd name="connsiteX4" fmla="*/ 3330 w 6343"/>
                  <a:gd name="connsiteY4" fmla="*/ 222 h 6345"/>
                  <a:gd name="connsiteX5" fmla="*/ 1087 w 6343"/>
                  <a:gd name="connsiteY5" fmla="*/ 1151 h 6345"/>
                  <a:gd name="connsiteX6" fmla="*/ 158 w 6343"/>
                  <a:gd name="connsiteY6" fmla="*/ 3394 h 6345"/>
                  <a:gd name="connsiteX7" fmla="*/ 1087 w 6343"/>
                  <a:gd name="connsiteY7" fmla="*/ 5638 h 6345"/>
                  <a:gd name="connsiteX8" fmla="*/ 3330 w 6343"/>
                  <a:gd name="connsiteY8" fmla="*/ 65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567"/>
                    </a:moveTo>
                    <a:cubicBezTo>
                      <a:pt x="4171" y="6567"/>
                      <a:pt x="4978" y="6233"/>
                      <a:pt x="5572" y="5638"/>
                    </a:cubicBezTo>
                    <a:cubicBezTo>
                      <a:pt x="6167" y="5043"/>
                      <a:pt x="6501" y="4236"/>
                      <a:pt x="6501" y="3394"/>
                    </a:cubicBezTo>
                    <a:cubicBezTo>
                      <a:pt x="6501" y="2553"/>
                      <a:pt x="6167" y="1746"/>
                      <a:pt x="5572" y="1151"/>
                    </a:cubicBezTo>
                    <a:cubicBezTo>
                      <a:pt x="4978" y="556"/>
                      <a:pt x="4171" y="222"/>
                      <a:pt x="3330" y="222"/>
                    </a:cubicBezTo>
                    <a:cubicBezTo>
                      <a:pt x="2489" y="222"/>
                      <a:pt x="1682" y="556"/>
                      <a:pt x="1087" y="1151"/>
                    </a:cubicBezTo>
                    <a:cubicBezTo>
                      <a:pt x="492" y="1746"/>
                      <a:pt x="158" y="2553"/>
                      <a:pt x="158" y="3394"/>
                    </a:cubicBezTo>
                    <a:cubicBezTo>
                      <a:pt x="158" y="4236"/>
                      <a:pt x="492" y="5043"/>
                      <a:pt x="1087" y="5638"/>
                    </a:cubicBezTo>
                    <a:cubicBezTo>
                      <a:pt x="1682" y="6233"/>
                      <a:pt x="2489" y="6567"/>
                      <a:pt x="3330" y="65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54" name="Freeform: Shape 2753">
                <a:extLst>
                  <a:ext uri="{FF2B5EF4-FFF2-40B4-BE49-F238E27FC236}">
                    <a16:creationId xmlns:a16="http://schemas.microsoft.com/office/drawing/2014/main" id="{216C4A82-93E8-79EF-C078-1FBA22F73DB4}"/>
                  </a:ext>
                </a:extLst>
              </p:cNvPr>
              <p:cNvSpPr/>
              <p:nvPr/>
            </p:nvSpPr>
            <p:spPr>
              <a:xfrm>
                <a:off x="3113030" y="6148055"/>
                <a:ext cx="6343" cy="6345"/>
              </a:xfrm>
              <a:custGeom>
                <a:avLst/>
                <a:gdLst>
                  <a:gd name="connsiteX0" fmla="*/ 3350 w 6343"/>
                  <a:gd name="connsiteY0" fmla="*/ 6556 h 6345"/>
                  <a:gd name="connsiteX1" fmla="*/ 5592 w 6343"/>
                  <a:gd name="connsiteY1" fmla="*/ 5626 h 6345"/>
                  <a:gd name="connsiteX2" fmla="*/ 6521 w 6343"/>
                  <a:gd name="connsiteY2" fmla="*/ 3383 h 6345"/>
                  <a:gd name="connsiteX3" fmla="*/ 5592 w 6343"/>
                  <a:gd name="connsiteY3" fmla="*/ 1140 h 6345"/>
                  <a:gd name="connsiteX4" fmla="*/ 3350 w 6343"/>
                  <a:gd name="connsiteY4" fmla="*/ 210 h 6345"/>
                  <a:gd name="connsiteX5" fmla="*/ 1107 w 6343"/>
                  <a:gd name="connsiteY5" fmla="*/ 1140 h 6345"/>
                  <a:gd name="connsiteX6" fmla="*/ 178 w 6343"/>
                  <a:gd name="connsiteY6" fmla="*/ 3383 h 6345"/>
                  <a:gd name="connsiteX7" fmla="*/ 1107 w 6343"/>
                  <a:gd name="connsiteY7" fmla="*/ 5626 h 6345"/>
                  <a:gd name="connsiteX8" fmla="*/ 3350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56"/>
                    </a:moveTo>
                    <a:cubicBezTo>
                      <a:pt x="4191" y="6556"/>
                      <a:pt x="4998" y="6221"/>
                      <a:pt x="5592" y="5626"/>
                    </a:cubicBezTo>
                    <a:cubicBezTo>
                      <a:pt x="6187" y="5031"/>
                      <a:pt x="6521" y="4224"/>
                      <a:pt x="6521" y="3383"/>
                    </a:cubicBezTo>
                    <a:cubicBezTo>
                      <a:pt x="6521" y="2542"/>
                      <a:pt x="6187" y="1735"/>
                      <a:pt x="5592" y="1140"/>
                    </a:cubicBezTo>
                    <a:cubicBezTo>
                      <a:pt x="4998" y="545"/>
                      <a:pt x="4191" y="210"/>
                      <a:pt x="3350" y="210"/>
                    </a:cubicBezTo>
                    <a:cubicBezTo>
                      <a:pt x="2509" y="210"/>
                      <a:pt x="1702" y="545"/>
                      <a:pt x="1107" y="1140"/>
                    </a:cubicBezTo>
                    <a:cubicBezTo>
                      <a:pt x="512" y="1735"/>
                      <a:pt x="178" y="2542"/>
                      <a:pt x="178" y="3383"/>
                    </a:cubicBezTo>
                    <a:cubicBezTo>
                      <a:pt x="178" y="4224"/>
                      <a:pt x="512" y="5031"/>
                      <a:pt x="1107" y="5626"/>
                    </a:cubicBezTo>
                    <a:cubicBezTo>
                      <a:pt x="1702" y="6221"/>
                      <a:pt x="2509" y="6556"/>
                      <a:pt x="3350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55" name="Freeform: Shape 2754">
                <a:extLst>
                  <a:ext uri="{FF2B5EF4-FFF2-40B4-BE49-F238E27FC236}">
                    <a16:creationId xmlns:a16="http://schemas.microsoft.com/office/drawing/2014/main" id="{05BF5586-3F7D-70FC-40E4-FABA67468116}"/>
                  </a:ext>
                </a:extLst>
              </p:cNvPr>
              <p:cNvSpPr/>
              <p:nvPr/>
            </p:nvSpPr>
            <p:spPr>
              <a:xfrm>
                <a:off x="3111732" y="6142731"/>
                <a:ext cx="6343" cy="6345"/>
              </a:xfrm>
              <a:custGeom>
                <a:avLst/>
                <a:gdLst>
                  <a:gd name="connsiteX0" fmla="*/ 3350 w 6343"/>
                  <a:gd name="connsiteY0" fmla="*/ 6555 h 6345"/>
                  <a:gd name="connsiteX1" fmla="*/ 5592 w 6343"/>
                  <a:gd name="connsiteY1" fmla="*/ 5626 h 6345"/>
                  <a:gd name="connsiteX2" fmla="*/ 6521 w 6343"/>
                  <a:gd name="connsiteY2" fmla="*/ 3383 h 6345"/>
                  <a:gd name="connsiteX3" fmla="*/ 5592 w 6343"/>
                  <a:gd name="connsiteY3" fmla="*/ 1139 h 6345"/>
                  <a:gd name="connsiteX4" fmla="*/ 3350 w 6343"/>
                  <a:gd name="connsiteY4" fmla="*/ 210 h 6345"/>
                  <a:gd name="connsiteX5" fmla="*/ 1107 w 6343"/>
                  <a:gd name="connsiteY5" fmla="*/ 1139 h 6345"/>
                  <a:gd name="connsiteX6" fmla="*/ 178 w 6343"/>
                  <a:gd name="connsiteY6" fmla="*/ 3383 h 6345"/>
                  <a:gd name="connsiteX7" fmla="*/ 1107 w 6343"/>
                  <a:gd name="connsiteY7" fmla="*/ 5626 h 6345"/>
                  <a:gd name="connsiteX8" fmla="*/ 3350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55"/>
                    </a:moveTo>
                    <a:cubicBezTo>
                      <a:pt x="4191" y="6555"/>
                      <a:pt x="4998" y="6221"/>
                      <a:pt x="5592" y="5626"/>
                    </a:cubicBezTo>
                    <a:cubicBezTo>
                      <a:pt x="6187" y="5031"/>
                      <a:pt x="6521" y="4224"/>
                      <a:pt x="6521" y="3383"/>
                    </a:cubicBezTo>
                    <a:cubicBezTo>
                      <a:pt x="6521" y="2541"/>
                      <a:pt x="6187" y="1734"/>
                      <a:pt x="5592" y="1139"/>
                    </a:cubicBezTo>
                    <a:cubicBezTo>
                      <a:pt x="4998" y="544"/>
                      <a:pt x="4191" y="210"/>
                      <a:pt x="3350" y="210"/>
                    </a:cubicBezTo>
                    <a:cubicBezTo>
                      <a:pt x="2509" y="210"/>
                      <a:pt x="1702" y="544"/>
                      <a:pt x="1107" y="1139"/>
                    </a:cubicBezTo>
                    <a:cubicBezTo>
                      <a:pt x="512" y="1734"/>
                      <a:pt x="178" y="2541"/>
                      <a:pt x="178" y="3383"/>
                    </a:cubicBezTo>
                    <a:cubicBezTo>
                      <a:pt x="178" y="4224"/>
                      <a:pt x="512" y="5031"/>
                      <a:pt x="1107" y="5626"/>
                    </a:cubicBezTo>
                    <a:cubicBezTo>
                      <a:pt x="1702" y="6221"/>
                      <a:pt x="2509" y="6555"/>
                      <a:pt x="3350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56" name="Freeform: Shape 2755">
                <a:extLst>
                  <a:ext uri="{FF2B5EF4-FFF2-40B4-BE49-F238E27FC236}">
                    <a16:creationId xmlns:a16="http://schemas.microsoft.com/office/drawing/2014/main" id="{CC607D33-0AD0-3DC3-C10F-2AA2420713FD}"/>
                  </a:ext>
                </a:extLst>
              </p:cNvPr>
              <p:cNvSpPr/>
              <p:nvPr/>
            </p:nvSpPr>
            <p:spPr>
              <a:xfrm>
                <a:off x="3110892" y="6137185"/>
                <a:ext cx="6343" cy="6345"/>
              </a:xfrm>
              <a:custGeom>
                <a:avLst/>
                <a:gdLst>
                  <a:gd name="connsiteX0" fmla="*/ 3350 w 6343"/>
                  <a:gd name="connsiteY0" fmla="*/ 6555 h 6345"/>
                  <a:gd name="connsiteX1" fmla="*/ 5592 w 6343"/>
                  <a:gd name="connsiteY1" fmla="*/ 5626 h 6345"/>
                  <a:gd name="connsiteX2" fmla="*/ 6521 w 6343"/>
                  <a:gd name="connsiteY2" fmla="*/ 3382 h 6345"/>
                  <a:gd name="connsiteX3" fmla="*/ 5592 w 6343"/>
                  <a:gd name="connsiteY3" fmla="*/ 1139 h 6345"/>
                  <a:gd name="connsiteX4" fmla="*/ 3350 w 6343"/>
                  <a:gd name="connsiteY4" fmla="*/ 209 h 6345"/>
                  <a:gd name="connsiteX5" fmla="*/ 1107 w 6343"/>
                  <a:gd name="connsiteY5" fmla="*/ 1139 h 6345"/>
                  <a:gd name="connsiteX6" fmla="*/ 178 w 6343"/>
                  <a:gd name="connsiteY6" fmla="*/ 3382 h 6345"/>
                  <a:gd name="connsiteX7" fmla="*/ 1107 w 6343"/>
                  <a:gd name="connsiteY7" fmla="*/ 5626 h 6345"/>
                  <a:gd name="connsiteX8" fmla="*/ 3350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55"/>
                    </a:moveTo>
                    <a:cubicBezTo>
                      <a:pt x="4191" y="6555"/>
                      <a:pt x="4997" y="6221"/>
                      <a:pt x="5592" y="5626"/>
                    </a:cubicBezTo>
                    <a:cubicBezTo>
                      <a:pt x="6187" y="5031"/>
                      <a:pt x="6521" y="4224"/>
                      <a:pt x="6521" y="3382"/>
                    </a:cubicBezTo>
                    <a:cubicBezTo>
                      <a:pt x="6521" y="2541"/>
                      <a:pt x="6187" y="1734"/>
                      <a:pt x="5592" y="1139"/>
                    </a:cubicBezTo>
                    <a:cubicBezTo>
                      <a:pt x="4997" y="544"/>
                      <a:pt x="4191" y="209"/>
                      <a:pt x="3350" y="209"/>
                    </a:cubicBezTo>
                    <a:cubicBezTo>
                      <a:pt x="2508" y="209"/>
                      <a:pt x="1702" y="544"/>
                      <a:pt x="1107" y="1139"/>
                    </a:cubicBezTo>
                    <a:cubicBezTo>
                      <a:pt x="512" y="1734"/>
                      <a:pt x="178" y="2541"/>
                      <a:pt x="178" y="3382"/>
                    </a:cubicBezTo>
                    <a:cubicBezTo>
                      <a:pt x="178" y="4224"/>
                      <a:pt x="512" y="5031"/>
                      <a:pt x="1107" y="5626"/>
                    </a:cubicBezTo>
                    <a:cubicBezTo>
                      <a:pt x="1702" y="6221"/>
                      <a:pt x="2508" y="6555"/>
                      <a:pt x="3350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57" name="Freeform: Shape 2756">
                <a:extLst>
                  <a:ext uri="{FF2B5EF4-FFF2-40B4-BE49-F238E27FC236}">
                    <a16:creationId xmlns:a16="http://schemas.microsoft.com/office/drawing/2014/main" id="{19C238CC-F474-58A8-27ED-4EA69B778C43}"/>
                  </a:ext>
                </a:extLst>
              </p:cNvPr>
              <p:cNvSpPr/>
              <p:nvPr/>
            </p:nvSpPr>
            <p:spPr>
              <a:xfrm>
                <a:off x="3110092" y="6131644"/>
                <a:ext cx="6343" cy="6345"/>
              </a:xfrm>
              <a:custGeom>
                <a:avLst/>
                <a:gdLst>
                  <a:gd name="connsiteX0" fmla="*/ 3350 w 6343"/>
                  <a:gd name="connsiteY0" fmla="*/ 6554 h 6345"/>
                  <a:gd name="connsiteX1" fmla="*/ 5592 w 6343"/>
                  <a:gd name="connsiteY1" fmla="*/ 5625 h 6345"/>
                  <a:gd name="connsiteX2" fmla="*/ 6521 w 6343"/>
                  <a:gd name="connsiteY2" fmla="*/ 3382 h 6345"/>
                  <a:gd name="connsiteX3" fmla="*/ 5592 w 6343"/>
                  <a:gd name="connsiteY3" fmla="*/ 1138 h 6345"/>
                  <a:gd name="connsiteX4" fmla="*/ 3350 w 6343"/>
                  <a:gd name="connsiteY4" fmla="*/ 209 h 6345"/>
                  <a:gd name="connsiteX5" fmla="*/ 1107 w 6343"/>
                  <a:gd name="connsiteY5" fmla="*/ 1138 h 6345"/>
                  <a:gd name="connsiteX6" fmla="*/ 178 w 6343"/>
                  <a:gd name="connsiteY6" fmla="*/ 3382 h 6345"/>
                  <a:gd name="connsiteX7" fmla="*/ 1107 w 6343"/>
                  <a:gd name="connsiteY7" fmla="*/ 5625 h 6345"/>
                  <a:gd name="connsiteX8" fmla="*/ 3350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54"/>
                    </a:moveTo>
                    <a:cubicBezTo>
                      <a:pt x="4191" y="6554"/>
                      <a:pt x="4997" y="6220"/>
                      <a:pt x="5592" y="5625"/>
                    </a:cubicBezTo>
                    <a:cubicBezTo>
                      <a:pt x="6187" y="5030"/>
                      <a:pt x="6521" y="4223"/>
                      <a:pt x="6521" y="3382"/>
                    </a:cubicBezTo>
                    <a:cubicBezTo>
                      <a:pt x="6521" y="2540"/>
                      <a:pt x="6187" y="1733"/>
                      <a:pt x="5592" y="1138"/>
                    </a:cubicBezTo>
                    <a:cubicBezTo>
                      <a:pt x="4997" y="543"/>
                      <a:pt x="4191" y="209"/>
                      <a:pt x="3350" y="209"/>
                    </a:cubicBezTo>
                    <a:cubicBezTo>
                      <a:pt x="2508" y="209"/>
                      <a:pt x="1702" y="543"/>
                      <a:pt x="1107" y="1138"/>
                    </a:cubicBezTo>
                    <a:cubicBezTo>
                      <a:pt x="512" y="1733"/>
                      <a:pt x="178" y="2540"/>
                      <a:pt x="178" y="3382"/>
                    </a:cubicBezTo>
                    <a:cubicBezTo>
                      <a:pt x="178" y="4223"/>
                      <a:pt x="512" y="5030"/>
                      <a:pt x="1107" y="5625"/>
                    </a:cubicBezTo>
                    <a:cubicBezTo>
                      <a:pt x="1702" y="6220"/>
                      <a:pt x="2508" y="6554"/>
                      <a:pt x="3350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58" name="Freeform: Shape 2757">
                <a:extLst>
                  <a:ext uri="{FF2B5EF4-FFF2-40B4-BE49-F238E27FC236}">
                    <a16:creationId xmlns:a16="http://schemas.microsoft.com/office/drawing/2014/main" id="{2CF20BB3-EB80-B141-4146-B7F78EF18BBF}"/>
                  </a:ext>
                </a:extLst>
              </p:cNvPr>
              <p:cNvSpPr/>
              <p:nvPr/>
            </p:nvSpPr>
            <p:spPr>
              <a:xfrm>
                <a:off x="3107846" y="6126866"/>
                <a:ext cx="6343" cy="6345"/>
              </a:xfrm>
              <a:custGeom>
                <a:avLst/>
                <a:gdLst>
                  <a:gd name="connsiteX0" fmla="*/ 3349 w 6343"/>
                  <a:gd name="connsiteY0" fmla="*/ 6554 h 6345"/>
                  <a:gd name="connsiteX1" fmla="*/ 5592 w 6343"/>
                  <a:gd name="connsiteY1" fmla="*/ 5625 h 6345"/>
                  <a:gd name="connsiteX2" fmla="*/ 6521 w 6343"/>
                  <a:gd name="connsiteY2" fmla="*/ 3381 h 6345"/>
                  <a:gd name="connsiteX3" fmla="*/ 5592 w 6343"/>
                  <a:gd name="connsiteY3" fmla="*/ 1138 h 6345"/>
                  <a:gd name="connsiteX4" fmla="*/ 3349 w 6343"/>
                  <a:gd name="connsiteY4" fmla="*/ 209 h 6345"/>
                  <a:gd name="connsiteX5" fmla="*/ 1107 w 6343"/>
                  <a:gd name="connsiteY5" fmla="*/ 1138 h 6345"/>
                  <a:gd name="connsiteX6" fmla="*/ 178 w 6343"/>
                  <a:gd name="connsiteY6" fmla="*/ 3381 h 6345"/>
                  <a:gd name="connsiteX7" fmla="*/ 1107 w 6343"/>
                  <a:gd name="connsiteY7" fmla="*/ 5625 h 6345"/>
                  <a:gd name="connsiteX8" fmla="*/ 3349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54"/>
                    </a:moveTo>
                    <a:cubicBezTo>
                      <a:pt x="4190" y="6554"/>
                      <a:pt x="4997" y="6220"/>
                      <a:pt x="5592" y="5625"/>
                    </a:cubicBezTo>
                    <a:cubicBezTo>
                      <a:pt x="6187" y="5030"/>
                      <a:pt x="6521" y="4223"/>
                      <a:pt x="6521" y="3381"/>
                    </a:cubicBezTo>
                    <a:cubicBezTo>
                      <a:pt x="6521" y="2540"/>
                      <a:pt x="6187" y="1733"/>
                      <a:pt x="5592" y="1138"/>
                    </a:cubicBezTo>
                    <a:cubicBezTo>
                      <a:pt x="4997" y="543"/>
                      <a:pt x="4190" y="209"/>
                      <a:pt x="3349" y="209"/>
                    </a:cubicBezTo>
                    <a:cubicBezTo>
                      <a:pt x="2508" y="209"/>
                      <a:pt x="1701" y="543"/>
                      <a:pt x="1107" y="1138"/>
                    </a:cubicBezTo>
                    <a:cubicBezTo>
                      <a:pt x="512" y="1733"/>
                      <a:pt x="178" y="2540"/>
                      <a:pt x="178" y="3381"/>
                    </a:cubicBezTo>
                    <a:cubicBezTo>
                      <a:pt x="178" y="4223"/>
                      <a:pt x="512" y="5030"/>
                      <a:pt x="1107" y="5625"/>
                    </a:cubicBezTo>
                    <a:cubicBezTo>
                      <a:pt x="1701" y="6220"/>
                      <a:pt x="2508" y="6554"/>
                      <a:pt x="3349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59" name="Freeform: Shape 2758">
                <a:extLst>
                  <a:ext uri="{FF2B5EF4-FFF2-40B4-BE49-F238E27FC236}">
                    <a16:creationId xmlns:a16="http://schemas.microsoft.com/office/drawing/2014/main" id="{9852F394-E236-4EB3-20C6-E11FEBCE7733}"/>
                  </a:ext>
                </a:extLst>
              </p:cNvPr>
              <p:cNvSpPr/>
              <p:nvPr/>
            </p:nvSpPr>
            <p:spPr>
              <a:xfrm>
                <a:off x="3104313" y="6122740"/>
                <a:ext cx="6343" cy="6345"/>
              </a:xfrm>
              <a:custGeom>
                <a:avLst/>
                <a:gdLst>
                  <a:gd name="connsiteX0" fmla="*/ 3349 w 6343"/>
                  <a:gd name="connsiteY0" fmla="*/ 6554 h 6345"/>
                  <a:gd name="connsiteX1" fmla="*/ 5592 w 6343"/>
                  <a:gd name="connsiteY1" fmla="*/ 5624 h 6345"/>
                  <a:gd name="connsiteX2" fmla="*/ 6521 w 6343"/>
                  <a:gd name="connsiteY2" fmla="*/ 3381 h 6345"/>
                  <a:gd name="connsiteX3" fmla="*/ 5592 w 6343"/>
                  <a:gd name="connsiteY3" fmla="*/ 1138 h 6345"/>
                  <a:gd name="connsiteX4" fmla="*/ 3349 w 6343"/>
                  <a:gd name="connsiteY4" fmla="*/ 208 h 6345"/>
                  <a:gd name="connsiteX5" fmla="*/ 1106 w 6343"/>
                  <a:gd name="connsiteY5" fmla="*/ 1138 h 6345"/>
                  <a:gd name="connsiteX6" fmla="*/ 178 w 6343"/>
                  <a:gd name="connsiteY6" fmla="*/ 3381 h 6345"/>
                  <a:gd name="connsiteX7" fmla="*/ 1106 w 6343"/>
                  <a:gd name="connsiteY7" fmla="*/ 5624 h 6345"/>
                  <a:gd name="connsiteX8" fmla="*/ 3349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54"/>
                    </a:moveTo>
                    <a:cubicBezTo>
                      <a:pt x="4190" y="6554"/>
                      <a:pt x="4997" y="6219"/>
                      <a:pt x="5592" y="5624"/>
                    </a:cubicBezTo>
                    <a:cubicBezTo>
                      <a:pt x="6186" y="5029"/>
                      <a:pt x="6521" y="4222"/>
                      <a:pt x="6521" y="3381"/>
                    </a:cubicBezTo>
                    <a:cubicBezTo>
                      <a:pt x="6521" y="2540"/>
                      <a:pt x="6186" y="1733"/>
                      <a:pt x="5592" y="1138"/>
                    </a:cubicBezTo>
                    <a:cubicBezTo>
                      <a:pt x="4997" y="543"/>
                      <a:pt x="4190" y="208"/>
                      <a:pt x="3349" y="208"/>
                    </a:cubicBezTo>
                    <a:cubicBezTo>
                      <a:pt x="2508" y="208"/>
                      <a:pt x="1701" y="543"/>
                      <a:pt x="1106" y="1138"/>
                    </a:cubicBezTo>
                    <a:cubicBezTo>
                      <a:pt x="512" y="1733"/>
                      <a:pt x="178" y="2540"/>
                      <a:pt x="178" y="3381"/>
                    </a:cubicBezTo>
                    <a:cubicBezTo>
                      <a:pt x="178" y="4222"/>
                      <a:pt x="512" y="5029"/>
                      <a:pt x="1106" y="5624"/>
                    </a:cubicBezTo>
                    <a:cubicBezTo>
                      <a:pt x="1701" y="6219"/>
                      <a:pt x="2508" y="6554"/>
                      <a:pt x="3349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60" name="Freeform: Shape 2759">
                <a:extLst>
                  <a:ext uri="{FF2B5EF4-FFF2-40B4-BE49-F238E27FC236}">
                    <a16:creationId xmlns:a16="http://schemas.microsoft.com/office/drawing/2014/main" id="{22C771A9-423B-A48F-FA0E-211C138877F5}"/>
                  </a:ext>
                </a:extLst>
              </p:cNvPr>
              <p:cNvSpPr/>
              <p:nvPr/>
            </p:nvSpPr>
            <p:spPr>
              <a:xfrm>
                <a:off x="2806554" y="6264485"/>
                <a:ext cx="6343" cy="6345"/>
              </a:xfrm>
              <a:custGeom>
                <a:avLst/>
                <a:gdLst>
                  <a:gd name="connsiteX0" fmla="*/ 3326 w 6343"/>
                  <a:gd name="connsiteY0" fmla="*/ 6565 h 6345"/>
                  <a:gd name="connsiteX1" fmla="*/ 5568 w 6343"/>
                  <a:gd name="connsiteY1" fmla="*/ 5636 h 6345"/>
                  <a:gd name="connsiteX2" fmla="*/ 6497 w 6343"/>
                  <a:gd name="connsiteY2" fmla="*/ 3392 h 6345"/>
                  <a:gd name="connsiteX3" fmla="*/ 5568 w 6343"/>
                  <a:gd name="connsiteY3" fmla="*/ 1149 h 6345"/>
                  <a:gd name="connsiteX4" fmla="*/ 3326 w 6343"/>
                  <a:gd name="connsiteY4" fmla="*/ 219 h 6345"/>
                  <a:gd name="connsiteX5" fmla="*/ 1083 w 6343"/>
                  <a:gd name="connsiteY5" fmla="*/ 1149 h 6345"/>
                  <a:gd name="connsiteX6" fmla="*/ 154 w 6343"/>
                  <a:gd name="connsiteY6" fmla="*/ 3392 h 6345"/>
                  <a:gd name="connsiteX7" fmla="*/ 1083 w 6343"/>
                  <a:gd name="connsiteY7" fmla="*/ 5636 h 6345"/>
                  <a:gd name="connsiteX8" fmla="*/ 3326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6" y="6565"/>
                    </a:moveTo>
                    <a:cubicBezTo>
                      <a:pt x="4167" y="6565"/>
                      <a:pt x="4973" y="6231"/>
                      <a:pt x="5568" y="5636"/>
                    </a:cubicBezTo>
                    <a:cubicBezTo>
                      <a:pt x="6163" y="5041"/>
                      <a:pt x="6497" y="4234"/>
                      <a:pt x="6497" y="3392"/>
                    </a:cubicBezTo>
                    <a:cubicBezTo>
                      <a:pt x="6497" y="2551"/>
                      <a:pt x="6163" y="1744"/>
                      <a:pt x="5568" y="1149"/>
                    </a:cubicBezTo>
                    <a:cubicBezTo>
                      <a:pt x="4973" y="554"/>
                      <a:pt x="4167" y="219"/>
                      <a:pt x="3326" y="219"/>
                    </a:cubicBezTo>
                    <a:cubicBezTo>
                      <a:pt x="2485" y="219"/>
                      <a:pt x="1678" y="554"/>
                      <a:pt x="1083" y="1149"/>
                    </a:cubicBezTo>
                    <a:cubicBezTo>
                      <a:pt x="488" y="1744"/>
                      <a:pt x="154" y="2551"/>
                      <a:pt x="154" y="3392"/>
                    </a:cubicBezTo>
                    <a:cubicBezTo>
                      <a:pt x="154" y="4234"/>
                      <a:pt x="488" y="5041"/>
                      <a:pt x="1083" y="5636"/>
                    </a:cubicBezTo>
                    <a:cubicBezTo>
                      <a:pt x="1678" y="6231"/>
                      <a:pt x="2485" y="6565"/>
                      <a:pt x="3326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61" name="Freeform: Shape 2760">
                <a:extLst>
                  <a:ext uri="{FF2B5EF4-FFF2-40B4-BE49-F238E27FC236}">
                    <a16:creationId xmlns:a16="http://schemas.microsoft.com/office/drawing/2014/main" id="{113C39EA-4F6F-1238-66A6-AE85E685D833}"/>
                  </a:ext>
                </a:extLst>
              </p:cNvPr>
              <p:cNvSpPr/>
              <p:nvPr/>
            </p:nvSpPr>
            <p:spPr>
              <a:xfrm>
                <a:off x="2805255" y="6256989"/>
                <a:ext cx="6343" cy="6345"/>
              </a:xfrm>
              <a:custGeom>
                <a:avLst/>
                <a:gdLst>
                  <a:gd name="connsiteX0" fmla="*/ 3326 w 6343"/>
                  <a:gd name="connsiteY0" fmla="*/ 6564 h 6345"/>
                  <a:gd name="connsiteX1" fmla="*/ 5568 w 6343"/>
                  <a:gd name="connsiteY1" fmla="*/ 5635 h 6345"/>
                  <a:gd name="connsiteX2" fmla="*/ 6497 w 6343"/>
                  <a:gd name="connsiteY2" fmla="*/ 3392 h 6345"/>
                  <a:gd name="connsiteX3" fmla="*/ 5568 w 6343"/>
                  <a:gd name="connsiteY3" fmla="*/ 1148 h 6345"/>
                  <a:gd name="connsiteX4" fmla="*/ 3326 w 6343"/>
                  <a:gd name="connsiteY4" fmla="*/ 219 h 6345"/>
                  <a:gd name="connsiteX5" fmla="*/ 1083 w 6343"/>
                  <a:gd name="connsiteY5" fmla="*/ 1148 h 6345"/>
                  <a:gd name="connsiteX6" fmla="*/ 154 w 6343"/>
                  <a:gd name="connsiteY6" fmla="*/ 3392 h 6345"/>
                  <a:gd name="connsiteX7" fmla="*/ 1083 w 6343"/>
                  <a:gd name="connsiteY7" fmla="*/ 5635 h 6345"/>
                  <a:gd name="connsiteX8" fmla="*/ 3326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6" y="6564"/>
                    </a:moveTo>
                    <a:cubicBezTo>
                      <a:pt x="4167" y="6564"/>
                      <a:pt x="4973" y="6230"/>
                      <a:pt x="5568" y="5635"/>
                    </a:cubicBezTo>
                    <a:cubicBezTo>
                      <a:pt x="6163" y="5040"/>
                      <a:pt x="6497" y="4233"/>
                      <a:pt x="6497" y="3392"/>
                    </a:cubicBezTo>
                    <a:cubicBezTo>
                      <a:pt x="6497" y="2550"/>
                      <a:pt x="6163" y="1743"/>
                      <a:pt x="5568" y="1148"/>
                    </a:cubicBezTo>
                    <a:cubicBezTo>
                      <a:pt x="4973" y="553"/>
                      <a:pt x="4167" y="219"/>
                      <a:pt x="3326" y="219"/>
                    </a:cubicBezTo>
                    <a:cubicBezTo>
                      <a:pt x="2484" y="219"/>
                      <a:pt x="1678" y="553"/>
                      <a:pt x="1083" y="1148"/>
                    </a:cubicBezTo>
                    <a:cubicBezTo>
                      <a:pt x="488" y="1743"/>
                      <a:pt x="154" y="2550"/>
                      <a:pt x="154" y="3392"/>
                    </a:cubicBezTo>
                    <a:cubicBezTo>
                      <a:pt x="154" y="4233"/>
                      <a:pt x="488" y="5040"/>
                      <a:pt x="1083" y="5635"/>
                    </a:cubicBezTo>
                    <a:cubicBezTo>
                      <a:pt x="1678" y="6230"/>
                      <a:pt x="2484" y="6564"/>
                      <a:pt x="3326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62" name="Freeform: Shape 2761">
                <a:extLst>
                  <a:ext uri="{FF2B5EF4-FFF2-40B4-BE49-F238E27FC236}">
                    <a16:creationId xmlns:a16="http://schemas.microsoft.com/office/drawing/2014/main" id="{F1379EBD-8600-BAB5-802B-02A08EEB6BAC}"/>
                  </a:ext>
                </a:extLst>
              </p:cNvPr>
              <p:cNvSpPr/>
              <p:nvPr/>
            </p:nvSpPr>
            <p:spPr>
              <a:xfrm>
                <a:off x="2801476" y="6250714"/>
                <a:ext cx="6343" cy="6345"/>
              </a:xfrm>
              <a:custGeom>
                <a:avLst/>
                <a:gdLst>
                  <a:gd name="connsiteX0" fmla="*/ 3325 w 6343"/>
                  <a:gd name="connsiteY0" fmla="*/ 6564 h 6345"/>
                  <a:gd name="connsiteX1" fmla="*/ 5568 w 6343"/>
                  <a:gd name="connsiteY1" fmla="*/ 5635 h 6345"/>
                  <a:gd name="connsiteX2" fmla="*/ 6497 w 6343"/>
                  <a:gd name="connsiteY2" fmla="*/ 3391 h 6345"/>
                  <a:gd name="connsiteX3" fmla="*/ 5568 w 6343"/>
                  <a:gd name="connsiteY3" fmla="*/ 1148 h 6345"/>
                  <a:gd name="connsiteX4" fmla="*/ 3325 w 6343"/>
                  <a:gd name="connsiteY4" fmla="*/ 218 h 6345"/>
                  <a:gd name="connsiteX5" fmla="*/ 1083 w 6343"/>
                  <a:gd name="connsiteY5" fmla="*/ 1148 h 6345"/>
                  <a:gd name="connsiteX6" fmla="*/ 154 w 6343"/>
                  <a:gd name="connsiteY6" fmla="*/ 3391 h 6345"/>
                  <a:gd name="connsiteX7" fmla="*/ 1083 w 6343"/>
                  <a:gd name="connsiteY7" fmla="*/ 5635 h 6345"/>
                  <a:gd name="connsiteX8" fmla="*/ 3325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5" y="6564"/>
                    </a:moveTo>
                    <a:cubicBezTo>
                      <a:pt x="4166" y="6564"/>
                      <a:pt x="4973" y="6229"/>
                      <a:pt x="5568" y="5635"/>
                    </a:cubicBezTo>
                    <a:cubicBezTo>
                      <a:pt x="6163" y="5040"/>
                      <a:pt x="6497" y="4232"/>
                      <a:pt x="6497" y="3391"/>
                    </a:cubicBezTo>
                    <a:cubicBezTo>
                      <a:pt x="6497" y="2550"/>
                      <a:pt x="6163" y="1743"/>
                      <a:pt x="5568" y="1148"/>
                    </a:cubicBezTo>
                    <a:cubicBezTo>
                      <a:pt x="4973" y="553"/>
                      <a:pt x="4166" y="218"/>
                      <a:pt x="3325" y="218"/>
                    </a:cubicBezTo>
                    <a:cubicBezTo>
                      <a:pt x="2484" y="218"/>
                      <a:pt x="1677" y="553"/>
                      <a:pt x="1083" y="1148"/>
                    </a:cubicBezTo>
                    <a:cubicBezTo>
                      <a:pt x="488" y="1743"/>
                      <a:pt x="154" y="2550"/>
                      <a:pt x="154" y="3391"/>
                    </a:cubicBezTo>
                    <a:cubicBezTo>
                      <a:pt x="154" y="4232"/>
                      <a:pt x="488" y="5040"/>
                      <a:pt x="1083" y="5635"/>
                    </a:cubicBezTo>
                    <a:cubicBezTo>
                      <a:pt x="1677" y="6229"/>
                      <a:pt x="2484" y="6564"/>
                      <a:pt x="3325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63" name="Freeform: Shape 2762">
                <a:extLst>
                  <a:ext uri="{FF2B5EF4-FFF2-40B4-BE49-F238E27FC236}">
                    <a16:creationId xmlns:a16="http://schemas.microsoft.com/office/drawing/2014/main" id="{7DC7CD09-7C6D-6B73-48B9-DB8AD861248B}"/>
                  </a:ext>
                </a:extLst>
              </p:cNvPr>
              <p:cNvSpPr/>
              <p:nvPr/>
            </p:nvSpPr>
            <p:spPr>
              <a:xfrm>
                <a:off x="2843183" y="6222909"/>
                <a:ext cx="6343" cy="6345"/>
              </a:xfrm>
              <a:custGeom>
                <a:avLst/>
                <a:gdLst>
                  <a:gd name="connsiteX0" fmla="*/ 3328 w 6343"/>
                  <a:gd name="connsiteY0" fmla="*/ 6562 h 6345"/>
                  <a:gd name="connsiteX1" fmla="*/ 5571 w 6343"/>
                  <a:gd name="connsiteY1" fmla="*/ 5632 h 6345"/>
                  <a:gd name="connsiteX2" fmla="*/ 6500 w 6343"/>
                  <a:gd name="connsiteY2" fmla="*/ 3389 h 6345"/>
                  <a:gd name="connsiteX3" fmla="*/ 5571 w 6343"/>
                  <a:gd name="connsiteY3" fmla="*/ 1145 h 6345"/>
                  <a:gd name="connsiteX4" fmla="*/ 3328 w 6343"/>
                  <a:gd name="connsiteY4" fmla="*/ 216 h 6345"/>
                  <a:gd name="connsiteX5" fmla="*/ 1086 w 6343"/>
                  <a:gd name="connsiteY5" fmla="*/ 1145 h 6345"/>
                  <a:gd name="connsiteX6" fmla="*/ 157 w 6343"/>
                  <a:gd name="connsiteY6" fmla="*/ 3389 h 6345"/>
                  <a:gd name="connsiteX7" fmla="*/ 1086 w 6343"/>
                  <a:gd name="connsiteY7" fmla="*/ 5632 h 6345"/>
                  <a:gd name="connsiteX8" fmla="*/ 3328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8" y="6562"/>
                    </a:moveTo>
                    <a:cubicBezTo>
                      <a:pt x="4170" y="6562"/>
                      <a:pt x="4976" y="6227"/>
                      <a:pt x="5571" y="5632"/>
                    </a:cubicBezTo>
                    <a:cubicBezTo>
                      <a:pt x="6166" y="5037"/>
                      <a:pt x="6500" y="4230"/>
                      <a:pt x="6500" y="3389"/>
                    </a:cubicBezTo>
                    <a:cubicBezTo>
                      <a:pt x="6500" y="2547"/>
                      <a:pt x="6166" y="1740"/>
                      <a:pt x="5571" y="1145"/>
                    </a:cubicBezTo>
                    <a:cubicBezTo>
                      <a:pt x="4976" y="550"/>
                      <a:pt x="4170" y="216"/>
                      <a:pt x="3328" y="216"/>
                    </a:cubicBezTo>
                    <a:cubicBezTo>
                      <a:pt x="2487" y="216"/>
                      <a:pt x="1681" y="550"/>
                      <a:pt x="1086" y="1145"/>
                    </a:cubicBezTo>
                    <a:cubicBezTo>
                      <a:pt x="491" y="1740"/>
                      <a:pt x="157" y="2547"/>
                      <a:pt x="157" y="3389"/>
                    </a:cubicBezTo>
                    <a:cubicBezTo>
                      <a:pt x="157" y="4230"/>
                      <a:pt x="491" y="5037"/>
                      <a:pt x="1086" y="5632"/>
                    </a:cubicBezTo>
                    <a:cubicBezTo>
                      <a:pt x="1681" y="6227"/>
                      <a:pt x="2487" y="6562"/>
                      <a:pt x="3328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64" name="Freeform: Shape 2763">
                <a:extLst>
                  <a:ext uri="{FF2B5EF4-FFF2-40B4-BE49-F238E27FC236}">
                    <a16:creationId xmlns:a16="http://schemas.microsoft.com/office/drawing/2014/main" id="{EE43DC10-DCE1-BD85-5D75-4ACAB4F9772D}"/>
                  </a:ext>
                </a:extLst>
              </p:cNvPr>
              <p:cNvSpPr/>
              <p:nvPr/>
            </p:nvSpPr>
            <p:spPr>
              <a:xfrm>
                <a:off x="3308704" y="5998440"/>
                <a:ext cx="6343" cy="6345"/>
              </a:xfrm>
              <a:custGeom>
                <a:avLst/>
                <a:gdLst>
                  <a:gd name="connsiteX0" fmla="*/ 3365 w 6343"/>
                  <a:gd name="connsiteY0" fmla="*/ 6544 h 6345"/>
                  <a:gd name="connsiteX1" fmla="*/ 5608 w 6343"/>
                  <a:gd name="connsiteY1" fmla="*/ 5615 h 6345"/>
                  <a:gd name="connsiteX2" fmla="*/ 6537 w 6343"/>
                  <a:gd name="connsiteY2" fmla="*/ 3371 h 6345"/>
                  <a:gd name="connsiteX3" fmla="*/ 5608 w 6343"/>
                  <a:gd name="connsiteY3" fmla="*/ 1128 h 6345"/>
                  <a:gd name="connsiteX4" fmla="*/ 3365 w 6343"/>
                  <a:gd name="connsiteY4" fmla="*/ 198 h 6345"/>
                  <a:gd name="connsiteX5" fmla="*/ 1123 w 6343"/>
                  <a:gd name="connsiteY5" fmla="*/ 1128 h 6345"/>
                  <a:gd name="connsiteX6" fmla="*/ 194 w 6343"/>
                  <a:gd name="connsiteY6" fmla="*/ 3371 h 6345"/>
                  <a:gd name="connsiteX7" fmla="*/ 1123 w 6343"/>
                  <a:gd name="connsiteY7" fmla="*/ 5615 h 6345"/>
                  <a:gd name="connsiteX8" fmla="*/ 3365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4"/>
                    </a:moveTo>
                    <a:cubicBezTo>
                      <a:pt x="4206" y="6544"/>
                      <a:pt x="5013" y="6210"/>
                      <a:pt x="5608" y="5615"/>
                    </a:cubicBezTo>
                    <a:cubicBezTo>
                      <a:pt x="6203" y="5020"/>
                      <a:pt x="6537" y="4213"/>
                      <a:pt x="6537" y="3371"/>
                    </a:cubicBezTo>
                    <a:cubicBezTo>
                      <a:pt x="6537" y="2530"/>
                      <a:pt x="6203" y="1723"/>
                      <a:pt x="5608" y="1128"/>
                    </a:cubicBezTo>
                    <a:cubicBezTo>
                      <a:pt x="5013" y="533"/>
                      <a:pt x="4206" y="198"/>
                      <a:pt x="3365" y="198"/>
                    </a:cubicBezTo>
                    <a:cubicBezTo>
                      <a:pt x="2524" y="198"/>
                      <a:pt x="1717" y="533"/>
                      <a:pt x="1123" y="1128"/>
                    </a:cubicBezTo>
                    <a:cubicBezTo>
                      <a:pt x="528" y="1723"/>
                      <a:pt x="194" y="2530"/>
                      <a:pt x="194" y="3371"/>
                    </a:cubicBezTo>
                    <a:cubicBezTo>
                      <a:pt x="194" y="4213"/>
                      <a:pt x="528" y="5020"/>
                      <a:pt x="1123" y="5615"/>
                    </a:cubicBezTo>
                    <a:cubicBezTo>
                      <a:pt x="1717" y="6210"/>
                      <a:pt x="2524" y="6544"/>
                      <a:pt x="3365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65" name="Freeform: Shape 2764">
                <a:extLst>
                  <a:ext uri="{FF2B5EF4-FFF2-40B4-BE49-F238E27FC236}">
                    <a16:creationId xmlns:a16="http://schemas.microsoft.com/office/drawing/2014/main" id="{0D152D3F-A3F0-83C0-5FE1-5D0E6F22F03A}"/>
                  </a:ext>
                </a:extLst>
              </p:cNvPr>
              <p:cNvSpPr/>
              <p:nvPr/>
            </p:nvSpPr>
            <p:spPr>
              <a:xfrm>
                <a:off x="2847195" y="6205688"/>
                <a:ext cx="6343" cy="6345"/>
              </a:xfrm>
              <a:custGeom>
                <a:avLst/>
                <a:gdLst>
                  <a:gd name="connsiteX0" fmla="*/ 3329 w 6343"/>
                  <a:gd name="connsiteY0" fmla="*/ 6560 h 6345"/>
                  <a:gd name="connsiteX1" fmla="*/ 5571 w 6343"/>
                  <a:gd name="connsiteY1" fmla="*/ 5631 h 6345"/>
                  <a:gd name="connsiteX2" fmla="*/ 6500 w 6343"/>
                  <a:gd name="connsiteY2" fmla="*/ 3388 h 6345"/>
                  <a:gd name="connsiteX3" fmla="*/ 5571 w 6343"/>
                  <a:gd name="connsiteY3" fmla="*/ 1144 h 6345"/>
                  <a:gd name="connsiteX4" fmla="*/ 3329 w 6343"/>
                  <a:gd name="connsiteY4" fmla="*/ 215 h 6345"/>
                  <a:gd name="connsiteX5" fmla="*/ 1086 w 6343"/>
                  <a:gd name="connsiteY5" fmla="*/ 1144 h 6345"/>
                  <a:gd name="connsiteX6" fmla="*/ 157 w 6343"/>
                  <a:gd name="connsiteY6" fmla="*/ 3388 h 6345"/>
                  <a:gd name="connsiteX7" fmla="*/ 1086 w 6343"/>
                  <a:gd name="connsiteY7" fmla="*/ 5631 h 6345"/>
                  <a:gd name="connsiteX8" fmla="*/ 3329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560"/>
                    </a:moveTo>
                    <a:cubicBezTo>
                      <a:pt x="4170" y="6560"/>
                      <a:pt x="4977" y="6226"/>
                      <a:pt x="5571" y="5631"/>
                    </a:cubicBezTo>
                    <a:cubicBezTo>
                      <a:pt x="6166" y="5036"/>
                      <a:pt x="6500" y="4229"/>
                      <a:pt x="6500" y="3388"/>
                    </a:cubicBezTo>
                    <a:cubicBezTo>
                      <a:pt x="6500" y="2546"/>
                      <a:pt x="6166" y="1739"/>
                      <a:pt x="5571" y="1144"/>
                    </a:cubicBezTo>
                    <a:cubicBezTo>
                      <a:pt x="4977" y="549"/>
                      <a:pt x="4170" y="215"/>
                      <a:pt x="3329" y="215"/>
                    </a:cubicBezTo>
                    <a:cubicBezTo>
                      <a:pt x="2488" y="215"/>
                      <a:pt x="1681" y="549"/>
                      <a:pt x="1086" y="1144"/>
                    </a:cubicBezTo>
                    <a:cubicBezTo>
                      <a:pt x="491" y="1739"/>
                      <a:pt x="157" y="2546"/>
                      <a:pt x="157" y="3388"/>
                    </a:cubicBezTo>
                    <a:cubicBezTo>
                      <a:pt x="157" y="4229"/>
                      <a:pt x="491" y="5036"/>
                      <a:pt x="1086" y="5631"/>
                    </a:cubicBezTo>
                    <a:cubicBezTo>
                      <a:pt x="1681" y="6226"/>
                      <a:pt x="2488" y="6560"/>
                      <a:pt x="3329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66" name="Freeform: Shape 2765">
                <a:extLst>
                  <a:ext uri="{FF2B5EF4-FFF2-40B4-BE49-F238E27FC236}">
                    <a16:creationId xmlns:a16="http://schemas.microsoft.com/office/drawing/2014/main" id="{B777E5F0-FDF6-B632-3E62-394CC87573C1}"/>
                  </a:ext>
                </a:extLst>
              </p:cNvPr>
              <p:cNvSpPr/>
              <p:nvPr/>
            </p:nvSpPr>
            <p:spPr>
              <a:xfrm>
                <a:off x="2844244" y="6199421"/>
                <a:ext cx="6343" cy="6345"/>
              </a:xfrm>
              <a:custGeom>
                <a:avLst/>
                <a:gdLst>
                  <a:gd name="connsiteX0" fmla="*/ 3329 w 6343"/>
                  <a:gd name="connsiteY0" fmla="*/ 6560 h 6345"/>
                  <a:gd name="connsiteX1" fmla="*/ 5571 w 6343"/>
                  <a:gd name="connsiteY1" fmla="*/ 5630 h 6345"/>
                  <a:gd name="connsiteX2" fmla="*/ 6500 w 6343"/>
                  <a:gd name="connsiteY2" fmla="*/ 3387 h 6345"/>
                  <a:gd name="connsiteX3" fmla="*/ 5571 w 6343"/>
                  <a:gd name="connsiteY3" fmla="*/ 1144 h 6345"/>
                  <a:gd name="connsiteX4" fmla="*/ 3329 w 6343"/>
                  <a:gd name="connsiteY4" fmla="*/ 214 h 6345"/>
                  <a:gd name="connsiteX5" fmla="*/ 1086 w 6343"/>
                  <a:gd name="connsiteY5" fmla="*/ 1144 h 6345"/>
                  <a:gd name="connsiteX6" fmla="*/ 157 w 6343"/>
                  <a:gd name="connsiteY6" fmla="*/ 3387 h 6345"/>
                  <a:gd name="connsiteX7" fmla="*/ 1086 w 6343"/>
                  <a:gd name="connsiteY7" fmla="*/ 5630 h 6345"/>
                  <a:gd name="connsiteX8" fmla="*/ 3329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560"/>
                    </a:moveTo>
                    <a:cubicBezTo>
                      <a:pt x="4170" y="6560"/>
                      <a:pt x="4976" y="6225"/>
                      <a:pt x="5571" y="5630"/>
                    </a:cubicBezTo>
                    <a:cubicBezTo>
                      <a:pt x="6166" y="5036"/>
                      <a:pt x="6500" y="4228"/>
                      <a:pt x="6500" y="3387"/>
                    </a:cubicBezTo>
                    <a:cubicBezTo>
                      <a:pt x="6500" y="2546"/>
                      <a:pt x="6166" y="1739"/>
                      <a:pt x="5571" y="1144"/>
                    </a:cubicBezTo>
                    <a:cubicBezTo>
                      <a:pt x="4976" y="549"/>
                      <a:pt x="4170" y="214"/>
                      <a:pt x="3329" y="214"/>
                    </a:cubicBezTo>
                    <a:cubicBezTo>
                      <a:pt x="2487" y="214"/>
                      <a:pt x="1681" y="549"/>
                      <a:pt x="1086" y="1144"/>
                    </a:cubicBezTo>
                    <a:cubicBezTo>
                      <a:pt x="491" y="1739"/>
                      <a:pt x="157" y="2546"/>
                      <a:pt x="157" y="3387"/>
                    </a:cubicBezTo>
                    <a:cubicBezTo>
                      <a:pt x="157" y="4228"/>
                      <a:pt x="491" y="5036"/>
                      <a:pt x="1086" y="5630"/>
                    </a:cubicBezTo>
                    <a:cubicBezTo>
                      <a:pt x="1681" y="6225"/>
                      <a:pt x="2487" y="6560"/>
                      <a:pt x="3329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67" name="Freeform: Shape 2766">
                <a:extLst>
                  <a:ext uri="{FF2B5EF4-FFF2-40B4-BE49-F238E27FC236}">
                    <a16:creationId xmlns:a16="http://schemas.microsoft.com/office/drawing/2014/main" id="{1E106028-EB02-4999-7ABB-7CBDD12A3735}"/>
                  </a:ext>
                </a:extLst>
              </p:cNvPr>
              <p:cNvSpPr/>
              <p:nvPr/>
            </p:nvSpPr>
            <p:spPr>
              <a:xfrm>
                <a:off x="2443597" y="6369493"/>
                <a:ext cx="6343" cy="6345"/>
              </a:xfrm>
              <a:custGeom>
                <a:avLst/>
                <a:gdLst>
                  <a:gd name="connsiteX0" fmla="*/ 3297 w 6343"/>
                  <a:gd name="connsiteY0" fmla="*/ 6573 h 6345"/>
                  <a:gd name="connsiteX1" fmla="*/ 5540 w 6343"/>
                  <a:gd name="connsiteY1" fmla="*/ 5644 h 6345"/>
                  <a:gd name="connsiteX2" fmla="*/ 6469 w 6343"/>
                  <a:gd name="connsiteY2" fmla="*/ 3400 h 6345"/>
                  <a:gd name="connsiteX3" fmla="*/ 5540 w 6343"/>
                  <a:gd name="connsiteY3" fmla="*/ 1157 h 6345"/>
                  <a:gd name="connsiteX4" fmla="*/ 3297 w 6343"/>
                  <a:gd name="connsiteY4" fmla="*/ 228 h 6345"/>
                  <a:gd name="connsiteX5" fmla="*/ 1054 w 6343"/>
                  <a:gd name="connsiteY5" fmla="*/ 1157 h 6345"/>
                  <a:gd name="connsiteX6" fmla="*/ 125 w 6343"/>
                  <a:gd name="connsiteY6" fmla="*/ 3400 h 6345"/>
                  <a:gd name="connsiteX7" fmla="*/ 1054 w 6343"/>
                  <a:gd name="connsiteY7" fmla="*/ 5644 h 6345"/>
                  <a:gd name="connsiteX8" fmla="*/ 3297 w 6343"/>
                  <a:gd name="connsiteY8" fmla="*/ 65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97" y="6573"/>
                    </a:moveTo>
                    <a:cubicBezTo>
                      <a:pt x="4138" y="6573"/>
                      <a:pt x="4945" y="6239"/>
                      <a:pt x="5540" y="5644"/>
                    </a:cubicBezTo>
                    <a:cubicBezTo>
                      <a:pt x="6134" y="5049"/>
                      <a:pt x="6469" y="4242"/>
                      <a:pt x="6469" y="3400"/>
                    </a:cubicBezTo>
                    <a:cubicBezTo>
                      <a:pt x="6469" y="2559"/>
                      <a:pt x="6134" y="1752"/>
                      <a:pt x="5540" y="1157"/>
                    </a:cubicBezTo>
                    <a:cubicBezTo>
                      <a:pt x="4945" y="562"/>
                      <a:pt x="4138" y="228"/>
                      <a:pt x="3297" y="228"/>
                    </a:cubicBezTo>
                    <a:cubicBezTo>
                      <a:pt x="2456" y="228"/>
                      <a:pt x="1649" y="562"/>
                      <a:pt x="1054" y="1157"/>
                    </a:cubicBezTo>
                    <a:cubicBezTo>
                      <a:pt x="460" y="1752"/>
                      <a:pt x="125" y="2559"/>
                      <a:pt x="125" y="3400"/>
                    </a:cubicBezTo>
                    <a:cubicBezTo>
                      <a:pt x="125" y="4242"/>
                      <a:pt x="460" y="5049"/>
                      <a:pt x="1054" y="5644"/>
                    </a:cubicBezTo>
                    <a:cubicBezTo>
                      <a:pt x="1649" y="6239"/>
                      <a:pt x="2456" y="6573"/>
                      <a:pt x="3297" y="65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68" name="Freeform: Shape 2767">
                <a:extLst>
                  <a:ext uri="{FF2B5EF4-FFF2-40B4-BE49-F238E27FC236}">
                    <a16:creationId xmlns:a16="http://schemas.microsoft.com/office/drawing/2014/main" id="{1C9A2759-52B9-73EE-C8B3-C90D0C51F445}"/>
                  </a:ext>
                </a:extLst>
              </p:cNvPr>
              <p:cNvSpPr/>
              <p:nvPr/>
            </p:nvSpPr>
            <p:spPr>
              <a:xfrm>
                <a:off x="2843586" y="6177096"/>
                <a:ext cx="6343" cy="6345"/>
              </a:xfrm>
              <a:custGeom>
                <a:avLst/>
                <a:gdLst>
                  <a:gd name="connsiteX0" fmla="*/ 3329 w 6343"/>
                  <a:gd name="connsiteY0" fmla="*/ 6558 h 6345"/>
                  <a:gd name="connsiteX1" fmla="*/ 5571 w 6343"/>
                  <a:gd name="connsiteY1" fmla="*/ 5629 h 6345"/>
                  <a:gd name="connsiteX2" fmla="*/ 6500 w 6343"/>
                  <a:gd name="connsiteY2" fmla="*/ 3385 h 6345"/>
                  <a:gd name="connsiteX3" fmla="*/ 5571 w 6343"/>
                  <a:gd name="connsiteY3" fmla="*/ 1142 h 6345"/>
                  <a:gd name="connsiteX4" fmla="*/ 3329 w 6343"/>
                  <a:gd name="connsiteY4" fmla="*/ 213 h 6345"/>
                  <a:gd name="connsiteX5" fmla="*/ 1086 w 6343"/>
                  <a:gd name="connsiteY5" fmla="*/ 1142 h 6345"/>
                  <a:gd name="connsiteX6" fmla="*/ 157 w 6343"/>
                  <a:gd name="connsiteY6" fmla="*/ 3385 h 6345"/>
                  <a:gd name="connsiteX7" fmla="*/ 1086 w 6343"/>
                  <a:gd name="connsiteY7" fmla="*/ 5629 h 6345"/>
                  <a:gd name="connsiteX8" fmla="*/ 3329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558"/>
                    </a:moveTo>
                    <a:cubicBezTo>
                      <a:pt x="4170" y="6558"/>
                      <a:pt x="4976" y="6224"/>
                      <a:pt x="5571" y="5629"/>
                    </a:cubicBezTo>
                    <a:cubicBezTo>
                      <a:pt x="6166" y="5034"/>
                      <a:pt x="6500" y="4227"/>
                      <a:pt x="6500" y="3385"/>
                    </a:cubicBezTo>
                    <a:cubicBezTo>
                      <a:pt x="6500" y="2544"/>
                      <a:pt x="6166" y="1737"/>
                      <a:pt x="5571" y="1142"/>
                    </a:cubicBezTo>
                    <a:cubicBezTo>
                      <a:pt x="4976" y="547"/>
                      <a:pt x="4170" y="213"/>
                      <a:pt x="3329" y="213"/>
                    </a:cubicBezTo>
                    <a:cubicBezTo>
                      <a:pt x="2487" y="213"/>
                      <a:pt x="1681" y="547"/>
                      <a:pt x="1086" y="1142"/>
                    </a:cubicBezTo>
                    <a:cubicBezTo>
                      <a:pt x="491" y="1737"/>
                      <a:pt x="157" y="2544"/>
                      <a:pt x="157" y="3385"/>
                    </a:cubicBezTo>
                    <a:cubicBezTo>
                      <a:pt x="157" y="4227"/>
                      <a:pt x="491" y="5034"/>
                      <a:pt x="1086" y="5629"/>
                    </a:cubicBezTo>
                    <a:cubicBezTo>
                      <a:pt x="1681" y="6224"/>
                      <a:pt x="2487" y="6558"/>
                      <a:pt x="3329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69" name="Freeform: Shape 2768">
                <a:extLst>
                  <a:ext uri="{FF2B5EF4-FFF2-40B4-BE49-F238E27FC236}">
                    <a16:creationId xmlns:a16="http://schemas.microsoft.com/office/drawing/2014/main" id="{0FEC4429-A042-3CF0-73F4-75BA64EEA61B}"/>
                  </a:ext>
                </a:extLst>
              </p:cNvPr>
              <p:cNvSpPr/>
              <p:nvPr/>
            </p:nvSpPr>
            <p:spPr>
              <a:xfrm>
                <a:off x="2847610" y="6167939"/>
                <a:ext cx="6343" cy="6345"/>
              </a:xfrm>
              <a:custGeom>
                <a:avLst/>
                <a:gdLst>
                  <a:gd name="connsiteX0" fmla="*/ 3329 w 6343"/>
                  <a:gd name="connsiteY0" fmla="*/ 6557 h 6345"/>
                  <a:gd name="connsiteX1" fmla="*/ 5571 w 6343"/>
                  <a:gd name="connsiteY1" fmla="*/ 5628 h 6345"/>
                  <a:gd name="connsiteX2" fmla="*/ 6500 w 6343"/>
                  <a:gd name="connsiteY2" fmla="*/ 3385 h 6345"/>
                  <a:gd name="connsiteX3" fmla="*/ 5571 w 6343"/>
                  <a:gd name="connsiteY3" fmla="*/ 1141 h 6345"/>
                  <a:gd name="connsiteX4" fmla="*/ 3329 w 6343"/>
                  <a:gd name="connsiteY4" fmla="*/ 212 h 6345"/>
                  <a:gd name="connsiteX5" fmla="*/ 1086 w 6343"/>
                  <a:gd name="connsiteY5" fmla="*/ 1141 h 6345"/>
                  <a:gd name="connsiteX6" fmla="*/ 157 w 6343"/>
                  <a:gd name="connsiteY6" fmla="*/ 3385 h 6345"/>
                  <a:gd name="connsiteX7" fmla="*/ 1086 w 6343"/>
                  <a:gd name="connsiteY7" fmla="*/ 5628 h 6345"/>
                  <a:gd name="connsiteX8" fmla="*/ 3329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557"/>
                    </a:moveTo>
                    <a:cubicBezTo>
                      <a:pt x="4170" y="6557"/>
                      <a:pt x="4977" y="6223"/>
                      <a:pt x="5571" y="5628"/>
                    </a:cubicBezTo>
                    <a:cubicBezTo>
                      <a:pt x="6166" y="5033"/>
                      <a:pt x="6500" y="4226"/>
                      <a:pt x="6500" y="3385"/>
                    </a:cubicBezTo>
                    <a:cubicBezTo>
                      <a:pt x="6500" y="2543"/>
                      <a:pt x="6166" y="1736"/>
                      <a:pt x="5571" y="1141"/>
                    </a:cubicBezTo>
                    <a:cubicBezTo>
                      <a:pt x="4977" y="546"/>
                      <a:pt x="4170" y="212"/>
                      <a:pt x="3329" y="212"/>
                    </a:cubicBezTo>
                    <a:cubicBezTo>
                      <a:pt x="2488" y="212"/>
                      <a:pt x="1681" y="546"/>
                      <a:pt x="1086" y="1141"/>
                    </a:cubicBezTo>
                    <a:cubicBezTo>
                      <a:pt x="491" y="1736"/>
                      <a:pt x="157" y="2543"/>
                      <a:pt x="157" y="3385"/>
                    </a:cubicBezTo>
                    <a:cubicBezTo>
                      <a:pt x="157" y="4226"/>
                      <a:pt x="491" y="5033"/>
                      <a:pt x="1086" y="5628"/>
                    </a:cubicBezTo>
                    <a:cubicBezTo>
                      <a:pt x="1681" y="6223"/>
                      <a:pt x="2488" y="6557"/>
                      <a:pt x="3329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70" name="Freeform: Shape 2769">
                <a:extLst>
                  <a:ext uri="{FF2B5EF4-FFF2-40B4-BE49-F238E27FC236}">
                    <a16:creationId xmlns:a16="http://schemas.microsoft.com/office/drawing/2014/main" id="{BEFB3A38-BEF0-C022-AA95-EA25FE884D4F}"/>
                  </a:ext>
                </a:extLst>
              </p:cNvPr>
              <p:cNvSpPr/>
              <p:nvPr/>
            </p:nvSpPr>
            <p:spPr>
              <a:xfrm>
                <a:off x="2845901" y="6161253"/>
                <a:ext cx="6343" cy="6345"/>
              </a:xfrm>
              <a:custGeom>
                <a:avLst/>
                <a:gdLst>
                  <a:gd name="connsiteX0" fmla="*/ 3329 w 6343"/>
                  <a:gd name="connsiteY0" fmla="*/ 6557 h 6345"/>
                  <a:gd name="connsiteX1" fmla="*/ 5571 w 6343"/>
                  <a:gd name="connsiteY1" fmla="*/ 5627 h 6345"/>
                  <a:gd name="connsiteX2" fmla="*/ 6500 w 6343"/>
                  <a:gd name="connsiteY2" fmla="*/ 3384 h 6345"/>
                  <a:gd name="connsiteX3" fmla="*/ 5571 w 6343"/>
                  <a:gd name="connsiteY3" fmla="*/ 1141 h 6345"/>
                  <a:gd name="connsiteX4" fmla="*/ 3329 w 6343"/>
                  <a:gd name="connsiteY4" fmla="*/ 211 h 6345"/>
                  <a:gd name="connsiteX5" fmla="*/ 1086 w 6343"/>
                  <a:gd name="connsiteY5" fmla="*/ 1141 h 6345"/>
                  <a:gd name="connsiteX6" fmla="*/ 157 w 6343"/>
                  <a:gd name="connsiteY6" fmla="*/ 3384 h 6345"/>
                  <a:gd name="connsiteX7" fmla="*/ 1086 w 6343"/>
                  <a:gd name="connsiteY7" fmla="*/ 5627 h 6345"/>
                  <a:gd name="connsiteX8" fmla="*/ 3329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557"/>
                    </a:moveTo>
                    <a:cubicBezTo>
                      <a:pt x="4170" y="6557"/>
                      <a:pt x="4977" y="6222"/>
                      <a:pt x="5571" y="5627"/>
                    </a:cubicBezTo>
                    <a:cubicBezTo>
                      <a:pt x="6166" y="5032"/>
                      <a:pt x="6500" y="4225"/>
                      <a:pt x="6500" y="3384"/>
                    </a:cubicBezTo>
                    <a:cubicBezTo>
                      <a:pt x="6500" y="2543"/>
                      <a:pt x="6166" y="1736"/>
                      <a:pt x="5571" y="1141"/>
                    </a:cubicBezTo>
                    <a:cubicBezTo>
                      <a:pt x="4977" y="546"/>
                      <a:pt x="4170" y="211"/>
                      <a:pt x="3329" y="211"/>
                    </a:cubicBezTo>
                    <a:cubicBezTo>
                      <a:pt x="2488" y="211"/>
                      <a:pt x="1681" y="546"/>
                      <a:pt x="1086" y="1141"/>
                    </a:cubicBezTo>
                    <a:cubicBezTo>
                      <a:pt x="491" y="1736"/>
                      <a:pt x="157" y="2543"/>
                      <a:pt x="157" y="3384"/>
                    </a:cubicBezTo>
                    <a:cubicBezTo>
                      <a:pt x="157" y="4225"/>
                      <a:pt x="491" y="5032"/>
                      <a:pt x="1086" y="5627"/>
                    </a:cubicBezTo>
                    <a:cubicBezTo>
                      <a:pt x="1681" y="6222"/>
                      <a:pt x="2488" y="6557"/>
                      <a:pt x="3329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71" name="Freeform: Shape 2770">
                <a:extLst>
                  <a:ext uri="{FF2B5EF4-FFF2-40B4-BE49-F238E27FC236}">
                    <a16:creationId xmlns:a16="http://schemas.microsoft.com/office/drawing/2014/main" id="{308CA9EC-DC68-F607-B1BA-9A1C85A6045C}"/>
                  </a:ext>
                </a:extLst>
              </p:cNvPr>
              <p:cNvSpPr/>
              <p:nvPr/>
            </p:nvSpPr>
            <p:spPr>
              <a:xfrm>
                <a:off x="2848954" y="6152642"/>
                <a:ext cx="6343" cy="6345"/>
              </a:xfrm>
              <a:custGeom>
                <a:avLst/>
                <a:gdLst>
                  <a:gd name="connsiteX0" fmla="*/ 3329 w 6343"/>
                  <a:gd name="connsiteY0" fmla="*/ 6556 h 6345"/>
                  <a:gd name="connsiteX1" fmla="*/ 5572 w 6343"/>
                  <a:gd name="connsiteY1" fmla="*/ 5627 h 6345"/>
                  <a:gd name="connsiteX2" fmla="*/ 6501 w 6343"/>
                  <a:gd name="connsiteY2" fmla="*/ 3383 h 6345"/>
                  <a:gd name="connsiteX3" fmla="*/ 5572 w 6343"/>
                  <a:gd name="connsiteY3" fmla="*/ 1140 h 6345"/>
                  <a:gd name="connsiteX4" fmla="*/ 3329 w 6343"/>
                  <a:gd name="connsiteY4" fmla="*/ 211 h 6345"/>
                  <a:gd name="connsiteX5" fmla="*/ 1086 w 6343"/>
                  <a:gd name="connsiteY5" fmla="*/ 1140 h 6345"/>
                  <a:gd name="connsiteX6" fmla="*/ 157 w 6343"/>
                  <a:gd name="connsiteY6" fmla="*/ 3383 h 6345"/>
                  <a:gd name="connsiteX7" fmla="*/ 1086 w 6343"/>
                  <a:gd name="connsiteY7" fmla="*/ 5627 h 6345"/>
                  <a:gd name="connsiteX8" fmla="*/ 3329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556"/>
                    </a:moveTo>
                    <a:cubicBezTo>
                      <a:pt x="4170" y="6556"/>
                      <a:pt x="4977" y="6222"/>
                      <a:pt x="5572" y="5627"/>
                    </a:cubicBezTo>
                    <a:cubicBezTo>
                      <a:pt x="6166" y="5032"/>
                      <a:pt x="6501" y="4225"/>
                      <a:pt x="6501" y="3383"/>
                    </a:cubicBezTo>
                    <a:cubicBezTo>
                      <a:pt x="6501" y="2542"/>
                      <a:pt x="6166" y="1735"/>
                      <a:pt x="5572" y="1140"/>
                    </a:cubicBezTo>
                    <a:cubicBezTo>
                      <a:pt x="4977" y="545"/>
                      <a:pt x="4170" y="211"/>
                      <a:pt x="3329" y="211"/>
                    </a:cubicBezTo>
                    <a:cubicBezTo>
                      <a:pt x="2488" y="211"/>
                      <a:pt x="1681" y="545"/>
                      <a:pt x="1086" y="1140"/>
                    </a:cubicBezTo>
                    <a:cubicBezTo>
                      <a:pt x="492" y="1735"/>
                      <a:pt x="157" y="2542"/>
                      <a:pt x="157" y="3383"/>
                    </a:cubicBezTo>
                    <a:cubicBezTo>
                      <a:pt x="157" y="4225"/>
                      <a:pt x="492" y="5032"/>
                      <a:pt x="1086" y="5627"/>
                    </a:cubicBezTo>
                    <a:cubicBezTo>
                      <a:pt x="1681" y="6222"/>
                      <a:pt x="2488" y="6556"/>
                      <a:pt x="3329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72" name="Freeform: Shape 2771">
                <a:extLst>
                  <a:ext uri="{FF2B5EF4-FFF2-40B4-BE49-F238E27FC236}">
                    <a16:creationId xmlns:a16="http://schemas.microsoft.com/office/drawing/2014/main" id="{B7BFC0FF-5B56-9110-3F32-DE62FD3A9757}"/>
                  </a:ext>
                </a:extLst>
              </p:cNvPr>
              <p:cNvSpPr/>
              <p:nvPr/>
            </p:nvSpPr>
            <p:spPr>
              <a:xfrm>
                <a:off x="2859412" y="6141149"/>
                <a:ext cx="6343" cy="6345"/>
              </a:xfrm>
              <a:custGeom>
                <a:avLst/>
                <a:gdLst>
                  <a:gd name="connsiteX0" fmla="*/ 3330 w 6343"/>
                  <a:gd name="connsiteY0" fmla="*/ 6555 h 6345"/>
                  <a:gd name="connsiteX1" fmla="*/ 5572 w 6343"/>
                  <a:gd name="connsiteY1" fmla="*/ 5626 h 6345"/>
                  <a:gd name="connsiteX2" fmla="*/ 6501 w 6343"/>
                  <a:gd name="connsiteY2" fmla="*/ 3382 h 6345"/>
                  <a:gd name="connsiteX3" fmla="*/ 5572 w 6343"/>
                  <a:gd name="connsiteY3" fmla="*/ 1139 h 6345"/>
                  <a:gd name="connsiteX4" fmla="*/ 3330 w 6343"/>
                  <a:gd name="connsiteY4" fmla="*/ 210 h 6345"/>
                  <a:gd name="connsiteX5" fmla="*/ 1087 w 6343"/>
                  <a:gd name="connsiteY5" fmla="*/ 1139 h 6345"/>
                  <a:gd name="connsiteX6" fmla="*/ 158 w 6343"/>
                  <a:gd name="connsiteY6" fmla="*/ 3382 h 6345"/>
                  <a:gd name="connsiteX7" fmla="*/ 1087 w 6343"/>
                  <a:gd name="connsiteY7" fmla="*/ 5626 h 6345"/>
                  <a:gd name="connsiteX8" fmla="*/ 3330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555"/>
                    </a:moveTo>
                    <a:cubicBezTo>
                      <a:pt x="4171" y="6555"/>
                      <a:pt x="4978" y="6221"/>
                      <a:pt x="5572" y="5626"/>
                    </a:cubicBezTo>
                    <a:cubicBezTo>
                      <a:pt x="6167" y="5031"/>
                      <a:pt x="6501" y="4224"/>
                      <a:pt x="6501" y="3382"/>
                    </a:cubicBezTo>
                    <a:cubicBezTo>
                      <a:pt x="6501" y="2541"/>
                      <a:pt x="6167" y="1734"/>
                      <a:pt x="5572" y="1139"/>
                    </a:cubicBezTo>
                    <a:cubicBezTo>
                      <a:pt x="4978" y="544"/>
                      <a:pt x="4171" y="210"/>
                      <a:pt x="3330" y="210"/>
                    </a:cubicBezTo>
                    <a:cubicBezTo>
                      <a:pt x="2489" y="210"/>
                      <a:pt x="1682" y="544"/>
                      <a:pt x="1087" y="1139"/>
                    </a:cubicBezTo>
                    <a:cubicBezTo>
                      <a:pt x="492" y="1734"/>
                      <a:pt x="158" y="2541"/>
                      <a:pt x="158" y="3382"/>
                    </a:cubicBezTo>
                    <a:cubicBezTo>
                      <a:pt x="158" y="4224"/>
                      <a:pt x="492" y="5031"/>
                      <a:pt x="1087" y="5626"/>
                    </a:cubicBezTo>
                    <a:cubicBezTo>
                      <a:pt x="1682" y="6221"/>
                      <a:pt x="2489" y="6555"/>
                      <a:pt x="3330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73" name="Freeform: Shape 2772">
                <a:extLst>
                  <a:ext uri="{FF2B5EF4-FFF2-40B4-BE49-F238E27FC236}">
                    <a16:creationId xmlns:a16="http://schemas.microsoft.com/office/drawing/2014/main" id="{24BDAA69-4775-75C4-CFB9-76F251A805AB}"/>
                  </a:ext>
                </a:extLst>
              </p:cNvPr>
              <p:cNvSpPr/>
              <p:nvPr/>
            </p:nvSpPr>
            <p:spPr>
              <a:xfrm>
                <a:off x="2857076" y="6134867"/>
                <a:ext cx="6343" cy="6345"/>
              </a:xfrm>
              <a:custGeom>
                <a:avLst/>
                <a:gdLst>
                  <a:gd name="connsiteX0" fmla="*/ 3330 w 6343"/>
                  <a:gd name="connsiteY0" fmla="*/ 6555 h 6345"/>
                  <a:gd name="connsiteX1" fmla="*/ 5572 w 6343"/>
                  <a:gd name="connsiteY1" fmla="*/ 5625 h 6345"/>
                  <a:gd name="connsiteX2" fmla="*/ 6501 w 6343"/>
                  <a:gd name="connsiteY2" fmla="*/ 3382 h 6345"/>
                  <a:gd name="connsiteX3" fmla="*/ 5572 w 6343"/>
                  <a:gd name="connsiteY3" fmla="*/ 1138 h 6345"/>
                  <a:gd name="connsiteX4" fmla="*/ 3330 w 6343"/>
                  <a:gd name="connsiteY4" fmla="*/ 209 h 6345"/>
                  <a:gd name="connsiteX5" fmla="*/ 1087 w 6343"/>
                  <a:gd name="connsiteY5" fmla="*/ 1138 h 6345"/>
                  <a:gd name="connsiteX6" fmla="*/ 158 w 6343"/>
                  <a:gd name="connsiteY6" fmla="*/ 3382 h 6345"/>
                  <a:gd name="connsiteX7" fmla="*/ 1087 w 6343"/>
                  <a:gd name="connsiteY7" fmla="*/ 5625 h 6345"/>
                  <a:gd name="connsiteX8" fmla="*/ 3330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555"/>
                    </a:moveTo>
                    <a:cubicBezTo>
                      <a:pt x="4171" y="6555"/>
                      <a:pt x="4977" y="6220"/>
                      <a:pt x="5572" y="5625"/>
                    </a:cubicBezTo>
                    <a:cubicBezTo>
                      <a:pt x="6167" y="5030"/>
                      <a:pt x="6501" y="4223"/>
                      <a:pt x="6501" y="3382"/>
                    </a:cubicBezTo>
                    <a:cubicBezTo>
                      <a:pt x="6501" y="2541"/>
                      <a:pt x="6167" y="1733"/>
                      <a:pt x="5572" y="1138"/>
                    </a:cubicBezTo>
                    <a:cubicBezTo>
                      <a:pt x="4977" y="544"/>
                      <a:pt x="4171" y="209"/>
                      <a:pt x="3330" y="209"/>
                    </a:cubicBezTo>
                    <a:cubicBezTo>
                      <a:pt x="2488" y="209"/>
                      <a:pt x="1682" y="544"/>
                      <a:pt x="1087" y="1138"/>
                    </a:cubicBezTo>
                    <a:cubicBezTo>
                      <a:pt x="492" y="1733"/>
                      <a:pt x="158" y="2541"/>
                      <a:pt x="158" y="3382"/>
                    </a:cubicBezTo>
                    <a:cubicBezTo>
                      <a:pt x="158" y="4223"/>
                      <a:pt x="492" y="5030"/>
                      <a:pt x="1087" y="5625"/>
                    </a:cubicBezTo>
                    <a:cubicBezTo>
                      <a:pt x="1682" y="6220"/>
                      <a:pt x="2488" y="6555"/>
                      <a:pt x="3330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74" name="Freeform: Shape 2773">
                <a:extLst>
                  <a:ext uri="{FF2B5EF4-FFF2-40B4-BE49-F238E27FC236}">
                    <a16:creationId xmlns:a16="http://schemas.microsoft.com/office/drawing/2014/main" id="{FA71F480-B795-AE40-4A7F-B6DB94730B4B}"/>
                  </a:ext>
                </a:extLst>
              </p:cNvPr>
              <p:cNvSpPr/>
              <p:nvPr/>
            </p:nvSpPr>
            <p:spPr>
              <a:xfrm>
                <a:off x="2854646" y="6128623"/>
                <a:ext cx="6343" cy="6345"/>
              </a:xfrm>
              <a:custGeom>
                <a:avLst/>
                <a:gdLst>
                  <a:gd name="connsiteX0" fmla="*/ 3329 w 6343"/>
                  <a:gd name="connsiteY0" fmla="*/ 6554 h 6345"/>
                  <a:gd name="connsiteX1" fmla="*/ 5572 w 6343"/>
                  <a:gd name="connsiteY1" fmla="*/ 5625 h 6345"/>
                  <a:gd name="connsiteX2" fmla="*/ 6501 w 6343"/>
                  <a:gd name="connsiteY2" fmla="*/ 3381 h 6345"/>
                  <a:gd name="connsiteX3" fmla="*/ 5572 w 6343"/>
                  <a:gd name="connsiteY3" fmla="*/ 1138 h 6345"/>
                  <a:gd name="connsiteX4" fmla="*/ 3329 w 6343"/>
                  <a:gd name="connsiteY4" fmla="*/ 209 h 6345"/>
                  <a:gd name="connsiteX5" fmla="*/ 1087 w 6343"/>
                  <a:gd name="connsiteY5" fmla="*/ 1138 h 6345"/>
                  <a:gd name="connsiteX6" fmla="*/ 158 w 6343"/>
                  <a:gd name="connsiteY6" fmla="*/ 3381 h 6345"/>
                  <a:gd name="connsiteX7" fmla="*/ 1087 w 6343"/>
                  <a:gd name="connsiteY7" fmla="*/ 5625 h 6345"/>
                  <a:gd name="connsiteX8" fmla="*/ 3329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554"/>
                    </a:moveTo>
                    <a:cubicBezTo>
                      <a:pt x="4171" y="6554"/>
                      <a:pt x="4977" y="6220"/>
                      <a:pt x="5572" y="5625"/>
                    </a:cubicBezTo>
                    <a:cubicBezTo>
                      <a:pt x="6167" y="5030"/>
                      <a:pt x="6501" y="4223"/>
                      <a:pt x="6501" y="3381"/>
                    </a:cubicBezTo>
                    <a:cubicBezTo>
                      <a:pt x="6501" y="2540"/>
                      <a:pt x="6167" y="1733"/>
                      <a:pt x="5572" y="1138"/>
                    </a:cubicBezTo>
                    <a:cubicBezTo>
                      <a:pt x="4977" y="543"/>
                      <a:pt x="4171" y="209"/>
                      <a:pt x="3329" y="209"/>
                    </a:cubicBezTo>
                    <a:cubicBezTo>
                      <a:pt x="2488" y="209"/>
                      <a:pt x="1682" y="543"/>
                      <a:pt x="1087" y="1138"/>
                    </a:cubicBezTo>
                    <a:cubicBezTo>
                      <a:pt x="492" y="1733"/>
                      <a:pt x="158" y="2540"/>
                      <a:pt x="158" y="3381"/>
                    </a:cubicBezTo>
                    <a:cubicBezTo>
                      <a:pt x="158" y="4223"/>
                      <a:pt x="492" y="5030"/>
                      <a:pt x="1087" y="5625"/>
                    </a:cubicBezTo>
                    <a:cubicBezTo>
                      <a:pt x="1682" y="6220"/>
                      <a:pt x="2488" y="6554"/>
                      <a:pt x="3329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75" name="Freeform: Shape 2774">
                <a:extLst>
                  <a:ext uri="{FF2B5EF4-FFF2-40B4-BE49-F238E27FC236}">
                    <a16:creationId xmlns:a16="http://schemas.microsoft.com/office/drawing/2014/main" id="{31DDC351-5FDC-9E21-8256-6716794A53D3}"/>
                  </a:ext>
                </a:extLst>
              </p:cNvPr>
              <p:cNvSpPr/>
              <p:nvPr/>
            </p:nvSpPr>
            <p:spPr>
              <a:xfrm>
                <a:off x="3016470" y="5978444"/>
                <a:ext cx="6343" cy="6345"/>
              </a:xfrm>
              <a:custGeom>
                <a:avLst/>
                <a:gdLst>
                  <a:gd name="connsiteX0" fmla="*/ 3342 w 6343"/>
                  <a:gd name="connsiteY0" fmla="*/ 6542 h 6345"/>
                  <a:gd name="connsiteX1" fmla="*/ 5585 w 6343"/>
                  <a:gd name="connsiteY1" fmla="*/ 5613 h 6345"/>
                  <a:gd name="connsiteX2" fmla="*/ 6514 w 6343"/>
                  <a:gd name="connsiteY2" fmla="*/ 3370 h 6345"/>
                  <a:gd name="connsiteX3" fmla="*/ 5585 w 6343"/>
                  <a:gd name="connsiteY3" fmla="*/ 1126 h 6345"/>
                  <a:gd name="connsiteX4" fmla="*/ 3342 w 6343"/>
                  <a:gd name="connsiteY4" fmla="*/ 197 h 6345"/>
                  <a:gd name="connsiteX5" fmla="*/ 1100 w 6343"/>
                  <a:gd name="connsiteY5" fmla="*/ 1126 h 6345"/>
                  <a:gd name="connsiteX6" fmla="*/ 171 w 6343"/>
                  <a:gd name="connsiteY6" fmla="*/ 3370 h 6345"/>
                  <a:gd name="connsiteX7" fmla="*/ 1100 w 6343"/>
                  <a:gd name="connsiteY7" fmla="*/ 5613 h 6345"/>
                  <a:gd name="connsiteX8" fmla="*/ 334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542"/>
                    </a:moveTo>
                    <a:cubicBezTo>
                      <a:pt x="4183" y="6542"/>
                      <a:pt x="4990" y="6208"/>
                      <a:pt x="5585" y="5613"/>
                    </a:cubicBezTo>
                    <a:cubicBezTo>
                      <a:pt x="6180" y="5018"/>
                      <a:pt x="6514" y="4211"/>
                      <a:pt x="6514" y="3370"/>
                    </a:cubicBezTo>
                    <a:cubicBezTo>
                      <a:pt x="6514" y="2528"/>
                      <a:pt x="6180" y="1721"/>
                      <a:pt x="5585" y="1126"/>
                    </a:cubicBezTo>
                    <a:cubicBezTo>
                      <a:pt x="4990" y="531"/>
                      <a:pt x="4183" y="197"/>
                      <a:pt x="3342" y="197"/>
                    </a:cubicBezTo>
                    <a:cubicBezTo>
                      <a:pt x="2501" y="197"/>
                      <a:pt x="1694" y="531"/>
                      <a:pt x="1100" y="1126"/>
                    </a:cubicBezTo>
                    <a:cubicBezTo>
                      <a:pt x="505" y="1721"/>
                      <a:pt x="171" y="2528"/>
                      <a:pt x="171" y="3370"/>
                    </a:cubicBezTo>
                    <a:cubicBezTo>
                      <a:pt x="171" y="4211"/>
                      <a:pt x="505" y="5018"/>
                      <a:pt x="1100" y="5613"/>
                    </a:cubicBezTo>
                    <a:cubicBezTo>
                      <a:pt x="1694" y="6208"/>
                      <a:pt x="2501" y="6542"/>
                      <a:pt x="334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76" name="Freeform: Shape 2775">
                <a:extLst>
                  <a:ext uri="{FF2B5EF4-FFF2-40B4-BE49-F238E27FC236}">
                    <a16:creationId xmlns:a16="http://schemas.microsoft.com/office/drawing/2014/main" id="{FA6D4435-5639-038C-0866-F1553E0D8EA6}"/>
                  </a:ext>
                </a:extLst>
              </p:cNvPr>
              <p:cNvSpPr/>
              <p:nvPr/>
            </p:nvSpPr>
            <p:spPr>
              <a:xfrm>
                <a:off x="2258641" y="5914718"/>
                <a:ext cx="6343" cy="6345"/>
              </a:xfrm>
              <a:custGeom>
                <a:avLst/>
                <a:gdLst>
                  <a:gd name="connsiteX0" fmla="*/ 3282 w 6343"/>
                  <a:gd name="connsiteY0" fmla="*/ 6537 h 6345"/>
                  <a:gd name="connsiteX1" fmla="*/ 5525 w 6343"/>
                  <a:gd name="connsiteY1" fmla="*/ 5608 h 6345"/>
                  <a:gd name="connsiteX2" fmla="*/ 6454 w 6343"/>
                  <a:gd name="connsiteY2" fmla="*/ 3365 h 6345"/>
                  <a:gd name="connsiteX3" fmla="*/ 5525 w 6343"/>
                  <a:gd name="connsiteY3" fmla="*/ 1121 h 6345"/>
                  <a:gd name="connsiteX4" fmla="*/ 3282 w 6343"/>
                  <a:gd name="connsiteY4" fmla="*/ 192 h 6345"/>
                  <a:gd name="connsiteX5" fmla="*/ 1040 w 6343"/>
                  <a:gd name="connsiteY5" fmla="*/ 1121 h 6345"/>
                  <a:gd name="connsiteX6" fmla="*/ 111 w 6343"/>
                  <a:gd name="connsiteY6" fmla="*/ 3365 h 6345"/>
                  <a:gd name="connsiteX7" fmla="*/ 1040 w 6343"/>
                  <a:gd name="connsiteY7" fmla="*/ 5608 h 6345"/>
                  <a:gd name="connsiteX8" fmla="*/ 3282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82" y="6537"/>
                    </a:moveTo>
                    <a:cubicBezTo>
                      <a:pt x="4124" y="6537"/>
                      <a:pt x="4930" y="6203"/>
                      <a:pt x="5525" y="5608"/>
                    </a:cubicBezTo>
                    <a:cubicBezTo>
                      <a:pt x="6120" y="5013"/>
                      <a:pt x="6454" y="4206"/>
                      <a:pt x="6454" y="3365"/>
                    </a:cubicBezTo>
                    <a:cubicBezTo>
                      <a:pt x="6454" y="2523"/>
                      <a:pt x="6120" y="1716"/>
                      <a:pt x="5525" y="1121"/>
                    </a:cubicBezTo>
                    <a:cubicBezTo>
                      <a:pt x="4930" y="526"/>
                      <a:pt x="4124" y="192"/>
                      <a:pt x="3282" y="192"/>
                    </a:cubicBezTo>
                    <a:cubicBezTo>
                      <a:pt x="2441" y="192"/>
                      <a:pt x="1635" y="526"/>
                      <a:pt x="1040" y="1121"/>
                    </a:cubicBezTo>
                    <a:cubicBezTo>
                      <a:pt x="445" y="1716"/>
                      <a:pt x="111" y="2523"/>
                      <a:pt x="111" y="3365"/>
                    </a:cubicBezTo>
                    <a:cubicBezTo>
                      <a:pt x="111" y="4206"/>
                      <a:pt x="445" y="5013"/>
                      <a:pt x="1040" y="5608"/>
                    </a:cubicBezTo>
                    <a:cubicBezTo>
                      <a:pt x="1635" y="6203"/>
                      <a:pt x="2441" y="6537"/>
                      <a:pt x="3282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77" name="Freeform: Shape 2776">
                <a:extLst>
                  <a:ext uri="{FF2B5EF4-FFF2-40B4-BE49-F238E27FC236}">
                    <a16:creationId xmlns:a16="http://schemas.microsoft.com/office/drawing/2014/main" id="{5BDC3629-00BB-B9AA-7ABA-BDAF259051A9}"/>
                  </a:ext>
                </a:extLst>
              </p:cNvPr>
              <p:cNvSpPr/>
              <p:nvPr/>
            </p:nvSpPr>
            <p:spPr>
              <a:xfrm>
                <a:off x="2257573" y="5904805"/>
                <a:ext cx="6343" cy="6345"/>
              </a:xfrm>
              <a:custGeom>
                <a:avLst/>
                <a:gdLst>
                  <a:gd name="connsiteX0" fmla="*/ 3282 w 6343"/>
                  <a:gd name="connsiteY0" fmla="*/ 6537 h 6345"/>
                  <a:gd name="connsiteX1" fmla="*/ 5525 w 6343"/>
                  <a:gd name="connsiteY1" fmla="*/ 5607 h 6345"/>
                  <a:gd name="connsiteX2" fmla="*/ 6454 w 6343"/>
                  <a:gd name="connsiteY2" fmla="*/ 3364 h 6345"/>
                  <a:gd name="connsiteX3" fmla="*/ 5525 w 6343"/>
                  <a:gd name="connsiteY3" fmla="*/ 1120 h 6345"/>
                  <a:gd name="connsiteX4" fmla="*/ 3282 w 6343"/>
                  <a:gd name="connsiteY4" fmla="*/ 191 h 6345"/>
                  <a:gd name="connsiteX5" fmla="*/ 1040 w 6343"/>
                  <a:gd name="connsiteY5" fmla="*/ 1120 h 6345"/>
                  <a:gd name="connsiteX6" fmla="*/ 111 w 6343"/>
                  <a:gd name="connsiteY6" fmla="*/ 3364 h 6345"/>
                  <a:gd name="connsiteX7" fmla="*/ 1040 w 6343"/>
                  <a:gd name="connsiteY7" fmla="*/ 5607 h 6345"/>
                  <a:gd name="connsiteX8" fmla="*/ 3282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82" y="6537"/>
                    </a:moveTo>
                    <a:cubicBezTo>
                      <a:pt x="4123" y="6537"/>
                      <a:pt x="4930" y="6202"/>
                      <a:pt x="5525" y="5607"/>
                    </a:cubicBezTo>
                    <a:cubicBezTo>
                      <a:pt x="6120" y="5012"/>
                      <a:pt x="6454" y="4205"/>
                      <a:pt x="6454" y="3364"/>
                    </a:cubicBezTo>
                    <a:cubicBezTo>
                      <a:pt x="6454" y="2522"/>
                      <a:pt x="6120" y="1715"/>
                      <a:pt x="5525" y="1120"/>
                    </a:cubicBezTo>
                    <a:cubicBezTo>
                      <a:pt x="4930" y="525"/>
                      <a:pt x="4123" y="191"/>
                      <a:pt x="3282" y="191"/>
                    </a:cubicBezTo>
                    <a:cubicBezTo>
                      <a:pt x="2441" y="191"/>
                      <a:pt x="1634" y="525"/>
                      <a:pt x="1040" y="1120"/>
                    </a:cubicBezTo>
                    <a:cubicBezTo>
                      <a:pt x="445" y="1715"/>
                      <a:pt x="111" y="2522"/>
                      <a:pt x="111" y="3364"/>
                    </a:cubicBezTo>
                    <a:cubicBezTo>
                      <a:pt x="111" y="4205"/>
                      <a:pt x="445" y="5012"/>
                      <a:pt x="1040" y="5607"/>
                    </a:cubicBezTo>
                    <a:cubicBezTo>
                      <a:pt x="1634" y="6202"/>
                      <a:pt x="2441" y="6537"/>
                      <a:pt x="3282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78" name="Freeform: Shape 2777">
                <a:extLst>
                  <a:ext uri="{FF2B5EF4-FFF2-40B4-BE49-F238E27FC236}">
                    <a16:creationId xmlns:a16="http://schemas.microsoft.com/office/drawing/2014/main" id="{61A3C602-23C9-77CC-B7EA-2437B3254F4C}"/>
                  </a:ext>
                </a:extLst>
              </p:cNvPr>
              <p:cNvSpPr/>
              <p:nvPr/>
            </p:nvSpPr>
            <p:spPr>
              <a:xfrm>
                <a:off x="3577892" y="5735644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9 w 6343"/>
                  <a:gd name="connsiteY1" fmla="*/ 5594 h 6345"/>
                  <a:gd name="connsiteX2" fmla="*/ 6558 w 6343"/>
                  <a:gd name="connsiteY2" fmla="*/ 3350 h 6345"/>
                  <a:gd name="connsiteX3" fmla="*/ 5629 w 6343"/>
                  <a:gd name="connsiteY3" fmla="*/ 1107 h 6345"/>
                  <a:gd name="connsiteX4" fmla="*/ 3386 w 6343"/>
                  <a:gd name="connsiteY4" fmla="*/ 178 h 6345"/>
                  <a:gd name="connsiteX5" fmla="*/ 1144 w 6343"/>
                  <a:gd name="connsiteY5" fmla="*/ 1107 h 6345"/>
                  <a:gd name="connsiteX6" fmla="*/ 215 w 6343"/>
                  <a:gd name="connsiteY6" fmla="*/ 3350 h 6345"/>
                  <a:gd name="connsiteX7" fmla="*/ 1144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8" y="6523"/>
                      <a:pt x="5034" y="6189"/>
                      <a:pt x="5629" y="5594"/>
                    </a:cubicBezTo>
                    <a:cubicBezTo>
                      <a:pt x="6224" y="4999"/>
                      <a:pt x="6558" y="4192"/>
                      <a:pt x="6558" y="3350"/>
                    </a:cubicBezTo>
                    <a:cubicBezTo>
                      <a:pt x="6558" y="2509"/>
                      <a:pt x="6224" y="1702"/>
                      <a:pt x="5629" y="1107"/>
                    </a:cubicBezTo>
                    <a:cubicBezTo>
                      <a:pt x="5034" y="512"/>
                      <a:pt x="4228" y="178"/>
                      <a:pt x="3386" y="178"/>
                    </a:cubicBezTo>
                    <a:cubicBezTo>
                      <a:pt x="2545" y="178"/>
                      <a:pt x="1739" y="512"/>
                      <a:pt x="1144" y="1107"/>
                    </a:cubicBezTo>
                    <a:cubicBezTo>
                      <a:pt x="549" y="1702"/>
                      <a:pt x="215" y="2509"/>
                      <a:pt x="215" y="3350"/>
                    </a:cubicBezTo>
                    <a:cubicBezTo>
                      <a:pt x="215" y="4192"/>
                      <a:pt x="549" y="4999"/>
                      <a:pt x="1144" y="5594"/>
                    </a:cubicBezTo>
                    <a:cubicBezTo>
                      <a:pt x="1739" y="6189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79" name="Freeform: Shape 2778">
                <a:extLst>
                  <a:ext uri="{FF2B5EF4-FFF2-40B4-BE49-F238E27FC236}">
                    <a16:creationId xmlns:a16="http://schemas.microsoft.com/office/drawing/2014/main" id="{B3EB2A88-D0ED-B33B-8002-AA65A142B0A7}"/>
                  </a:ext>
                </a:extLst>
              </p:cNvPr>
              <p:cNvSpPr/>
              <p:nvPr/>
            </p:nvSpPr>
            <p:spPr>
              <a:xfrm>
                <a:off x="3578277" y="5733834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9 w 6343"/>
                  <a:gd name="connsiteY1" fmla="*/ 5594 h 6345"/>
                  <a:gd name="connsiteX2" fmla="*/ 6558 w 6343"/>
                  <a:gd name="connsiteY2" fmla="*/ 3350 h 6345"/>
                  <a:gd name="connsiteX3" fmla="*/ 5629 w 6343"/>
                  <a:gd name="connsiteY3" fmla="*/ 1107 h 6345"/>
                  <a:gd name="connsiteX4" fmla="*/ 3386 w 6343"/>
                  <a:gd name="connsiteY4" fmla="*/ 178 h 6345"/>
                  <a:gd name="connsiteX5" fmla="*/ 1144 w 6343"/>
                  <a:gd name="connsiteY5" fmla="*/ 1107 h 6345"/>
                  <a:gd name="connsiteX6" fmla="*/ 215 w 6343"/>
                  <a:gd name="connsiteY6" fmla="*/ 3350 h 6345"/>
                  <a:gd name="connsiteX7" fmla="*/ 1144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8" y="6523"/>
                      <a:pt x="5034" y="6189"/>
                      <a:pt x="5629" y="5594"/>
                    </a:cubicBezTo>
                    <a:cubicBezTo>
                      <a:pt x="6224" y="4999"/>
                      <a:pt x="6558" y="4192"/>
                      <a:pt x="6558" y="3350"/>
                    </a:cubicBezTo>
                    <a:cubicBezTo>
                      <a:pt x="6558" y="2509"/>
                      <a:pt x="6224" y="1702"/>
                      <a:pt x="5629" y="1107"/>
                    </a:cubicBezTo>
                    <a:cubicBezTo>
                      <a:pt x="5034" y="512"/>
                      <a:pt x="4228" y="178"/>
                      <a:pt x="3386" y="178"/>
                    </a:cubicBezTo>
                    <a:cubicBezTo>
                      <a:pt x="2545" y="178"/>
                      <a:pt x="1739" y="512"/>
                      <a:pt x="1144" y="1107"/>
                    </a:cubicBezTo>
                    <a:cubicBezTo>
                      <a:pt x="549" y="1702"/>
                      <a:pt x="215" y="2509"/>
                      <a:pt x="215" y="3350"/>
                    </a:cubicBezTo>
                    <a:cubicBezTo>
                      <a:pt x="215" y="4192"/>
                      <a:pt x="549" y="4999"/>
                      <a:pt x="1144" y="5594"/>
                    </a:cubicBezTo>
                    <a:cubicBezTo>
                      <a:pt x="1739" y="6189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80" name="Freeform: Shape 2779">
                <a:extLst>
                  <a:ext uri="{FF2B5EF4-FFF2-40B4-BE49-F238E27FC236}">
                    <a16:creationId xmlns:a16="http://schemas.microsoft.com/office/drawing/2014/main" id="{523F5543-D832-A5C9-7A48-C33364AE606F}"/>
                  </a:ext>
                </a:extLst>
              </p:cNvPr>
              <p:cNvSpPr/>
              <p:nvPr/>
            </p:nvSpPr>
            <p:spPr>
              <a:xfrm>
                <a:off x="3579245" y="5732037"/>
                <a:ext cx="6343" cy="6345"/>
              </a:xfrm>
              <a:custGeom>
                <a:avLst/>
                <a:gdLst>
                  <a:gd name="connsiteX0" fmla="*/ 3387 w 6343"/>
                  <a:gd name="connsiteY0" fmla="*/ 6523 h 6345"/>
                  <a:gd name="connsiteX1" fmla="*/ 5629 w 6343"/>
                  <a:gd name="connsiteY1" fmla="*/ 5594 h 6345"/>
                  <a:gd name="connsiteX2" fmla="*/ 6558 w 6343"/>
                  <a:gd name="connsiteY2" fmla="*/ 3350 h 6345"/>
                  <a:gd name="connsiteX3" fmla="*/ 5629 w 6343"/>
                  <a:gd name="connsiteY3" fmla="*/ 1107 h 6345"/>
                  <a:gd name="connsiteX4" fmla="*/ 3387 w 6343"/>
                  <a:gd name="connsiteY4" fmla="*/ 177 h 6345"/>
                  <a:gd name="connsiteX5" fmla="*/ 1144 w 6343"/>
                  <a:gd name="connsiteY5" fmla="*/ 1107 h 6345"/>
                  <a:gd name="connsiteX6" fmla="*/ 215 w 6343"/>
                  <a:gd name="connsiteY6" fmla="*/ 3350 h 6345"/>
                  <a:gd name="connsiteX7" fmla="*/ 1144 w 6343"/>
                  <a:gd name="connsiteY7" fmla="*/ 5594 h 6345"/>
                  <a:gd name="connsiteX8" fmla="*/ 3387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3"/>
                    </a:moveTo>
                    <a:cubicBezTo>
                      <a:pt x="4228" y="6523"/>
                      <a:pt x="5034" y="6189"/>
                      <a:pt x="5629" y="5594"/>
                    </a:cubicBezTo>
                    <a:cubicBezTo>
                      <a:pt x="6224" y="4999"/>
                      <a:pt x="6558" y="4192"/>
                      <a:pt x="6558" y="3350"/>
                    </a:cubicBezTo>
                    <a:cubicBezTo>
                      <a:pt x="6558" y="2509"/>
                      <a:pt x="6224" y="1702"/>
                      <a:pt x="5629" y="1107"/>
                    </a:cubicBezTo>
                    <a:cubicBezTo>
                      <a:pt x="5034" y="512"/>
                      <a:pt x="4228" y="177"/>
                      <a:pt x="3387" y="177"/>
                    </a:cubicBezTo>
                    <a:cubicBezTo>
                      <a:pt x="2545" y="177"/>
                      <a:pt x="1739" y="512"/>
                      <a:pt x="1144" y="1107"/>
                    </a:cubicBezTo>
                    <a:cubicBezTo>
                      <a:pt x="549" y="1702"/>
                      <a:pt x="215" y="2509"/>
                      <a:pt x="215" y="3350"/>
                    </a:cubicBezTo>
                    <a:cubicBezTo>
                      <a:pt x="215" y="4192"/>
                      <a:pt x="549" y="4999"/>
                      <a:pt x="1144" y="5594"/>
                    </a:cubicBezTo>
                    <a:cubicBezTo>
                      <a:pt x="1739" y="6189"/>
                      <a:pt x="2545" y="6523"/>
                      <a:pt x="3387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81" name="Freeform: Shape 2780">
                <a:extLst>
                  <a:ext uri="{FF2B5EF4-FFF2-40B4-BE49-F238E27FC236}">
                    <a16:creationId xmlns:a16="http://schemas.microsoft.com/office/drawing/2014/main" id="{EA8FA6A6-6B74-E613-290E-903A1FF8D5D4}"/>
                  </a:ext>
                </a:extLst>
              </p:cNvPr>
              <p:cNvSpPr/>
              <p:nvPr/>
            </p:nvSpPr>
            <p:spPr>
              <a:xfrm>
                <a:off x="3580128" y="5730249"/>
                <a:ext cx="6343" cy="6345"/>
              </a:xfrm>
              <a:custGeom>
                <a:avLst/>
                <a:gdLst>
                  <a:gd name="connsiteX0" fmla="*/ 3387 w 6343"/>
                  <a:gd name="connsiteY0" fmla="*/ 6523 h 6345"/>
                  <a:gd name="connsiteX1" fmla="*/ 5629 w 6343"/>
                  <a:gd name="connsiteY1" fmla="*/ 5594 h 6345"/>
                  <a:gd name="connsiteX2" fmla="*/ 6558 w 6343"/>
                  <a:gd name="connsiteY2" fmla="*/ 3350 h 6345"/>
                  <a:gd name="connsiteX3" fmla="*/ 5629 w 6343"/>
                  <a:gd name="connsiteY3" fmla="*/ 1107 h 6345"/>
                  <a:gd name="connsiteX4" fmla="*/ 3387 w 6343"/>
                  <a:gd name="connsiteY4" fmla="*/ 177 h 6345"/>
                  <a:gd name="connsiteX5" fmla="*/ 1144 w 6343"/>
                  <a:gd name="connsiteY5" fmla="*/ 1107 h 6345"/>
                  <a:gd name="connsiteX6" fmla="*/ 215 w 6343"/>
                  <a:gd name="connsiteY6" fmla="*/ 3350 h 6345"/>
                  <a:gd name="connsiteX7" fmla="*/ 1144 w 6343"/>
                  <a:gd name="connsiteY7" fmla="*/ 5594 h 6345"/>
                  <a:gd name="connsiteX8" fmla="*/ 3387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3"/>
                    </a:moveTo>
                    <a:cubicBezTo>
                      <a:pt x="4228" y="6523"/>
                      <a:pt x="5034" y="6188"/>
                      <a:pt x="5629" y="5594"/>
                    </a:cubicBezTo>
                    <a:cubicBezTo>
                      <a:pt x="6224" y="4999"/>
                      <a:pt x="6558" y="4191"/>
                      <a:pt x="6558" y="3350"/>
                    </a:cubicBezTo>
                    <a:cubicBezTo>
                      <a:pt x="6558" y="2509"/>
                      <a:pt x="6224" y="1702"/>
                      <a:pt x="5629" y="1107"/>
                    </a:cubicBezTo>
                    <a:cubicBezTo>
                      <a:pt x="5034" y="512"/>
                      <a:pt x="4228" y="177"/>
                      <a:pt x="3387" y="177"/>
                    </a:cubicBezTo>
                    <a:cubicBezTo>
                      <a:pt x="2545" y="177"/>
                      <a:pt x="1739" y="512"/>
                      <a:pt x="1144" y="1107"/>
                    </a:cubicBezTo>
                    <a:cubicBezTo>
                      <a:pt x="549" y="1702"/>
                      <a:pt x="215" y="2509"/>
                      <a:pt x="215" y="3350"/>
                    </a:cubicBezTo>
                    <a:cubicBezTo>
                      <a:pt x="215" y="4191"/>
                      <a:pt x="549" y="4999"/>
                      <a:pt x="1144" y="5594"/>
                    </a:cubicBezTo>
                    <a:cubicBezTo>
                      <a:pt x="1739" y="6188"/>
                      <a:pt x="2545" y="6523"/>
                      <a:pt x="3387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82" name="Freeform: Shape 2781">
                <a:extLst>
                  <a:ext uri="{FF2B5EF4-FFF2-40B4-BE49-F238E27FC236}">
                    <a16:creationId xmlns:a16="http://schemas.microsoft.com/office/drawing/2014/main" id="{8B8343A6-55F1-DE2A-EDF6-163527AC388E}"/>
                  </a:ext>
                </a:extLst>
              </p:cNvPr>
              <p:cNvSpPr/>
              <p:nvPr/>
            </p:nvSpPr>
            <p:spPr>
              <a:xfrm>
                <a:off x="3581022" y="5728472"/>
                <a:ext cx="6343" cy="6345"/>
              </a:xfrm>
              <a:custGeom>
                <a:avLst/>
                <a:gdLst>
                  <a:gd name="connsiteX0" fmla="*/ 3387 w 6343"/>
                  <a:gd name="connsiteY0" fmla="*/ 6523 h 6345"/>
                  <a:gd name="connsiteX1" fmla="*/ 5629 w 6343"/>
                  <a:gd name="connsiteY1" fmla="*/ 5593 h 6345"/>
                  <a:gd name="connsiteX2" fmla="*/ 6558 w 6343"/>
                  <a:gd name="connsiteY2" fmla="*/ 3350 h 6345"/>
                  <a:gd name="connsiteX3" fmla="*/ 5629 w 6343"/>
                  <a:gd name="connsiteY3" fmla="*/ 1106 h 6345"/>
                  <a:gd name="connsiteX4" fmla="*/ 3387 w 6343"/>
                  <a:gd name="connsiteY4" fmla="*/ 177 h 6345"/>
                  <a:gd name="connsiteX5" fmla="*/ 1144 w 6343"/>
                  <a:gd name="connsiteY5" fmla="*/ 1106 h 6345"/>
                  <a:gd name="connsiteX6" fmla="*/ 215 w 6343"/>
                  <a:gd name="connsiteY6" fmla="*/ 3350 h 6345"/>
                  <a:gd name="connsiteX7" fmla="*/ 1144 w 6343"/>
                  <a:gd name="connsiteY7" fmla="*/ 5593 h 6345"/>
                  <a:gd name="connsiteX8" fmla="*/ 3387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3"/>
                    </a:moveTo>
                    <a:cubicBezTo>
                      <a:pt x="4228" y="6523"/>
                      <a:pt x="5035" y="6188"/>
                      <a:pt x="5629" y="5593"/>
                    </a:cubicBezTo>
                    <a:cubicBezTo>
                      <a:pt x="6224" y="4998"/>
                      <a:pt x="6558" y="4191"/>
                      <a:pt x="6558" y="3350"/>
                    </a:cubicBezTo>
                    <a:cubicBezTo>
                      <a:pt x="6558" y="2509"/>
                      <a:pt x="6224" y="1701"/>
                      <a:pt x="5629" y="1106"/>
                    </a:cubicBezTo>
                    <a:cubicBezTo>
                      <a:pt x="5035" y="512"/>
                      <a:pt x="4228" y="177"/>
                      <a:pt x="3387" y="177"/>
                    </a:cubicBezTo>
                    <a:cubicBezTo>
                      <a:pt x="2546" y="177"/>
                      <a:pt x="1739" y="512"/>
                      <a:pt x="1144" y="1106"/>
                    </a:cubicBezTo>
                    <a:cubicBezTo>
                      <a:pt x="549" y="1701"/>
                      <a:pt x="215" y="2509"/>
                      <a:pt x="215" y="3350"/>
                    </a:cubicBezTo>
                    <a:cubicBezTo>
                      <a:pt x="215" y="4191"/>
                      <a:pt x="549" y="4998"/>
                      <a:pt x="1144" y="5593"/>
                    </a:cubicBezTo>
                    <a:cubicBezTo>
                      <a:pt x="1739" y="6188"/>
                      <a:pt x="2546" y="6523"/>
                      <a:pt x="3387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83" name="Freeform: Shape 2782">
                <a:extLst>
                  <a:ext uri="{FF2B5EF4-FFF2-40B4-BE49-F238E27FC236}">
                    <a16:creationId xmlns:a16="http://schemas.microsoft.com/office/drawing/2014/main" id="{0D4C38F5-91CB-1F2E-3062-DE5B9E897523}"/>
                  </a:ext>
                </a:extLst>
              </p:cNvPr>
              <p:cNvSpPr/>
              <p:nvPr/>
            </p:nvSpPr>
            <p:spPr>
              <a:xfrm>
                <a:off x="3582307" y="5726717"/>
                <a:ext cx="6343" cy="6345"/>
              </a:xfrm>
              <a:custGeom>
                <a:avLst/>
                <a:gdLst>
                  <a:gd name="connsiteX0" fmla="*/ 3387 w 6343"/>
                  <a:gd name="connsiteY0" fmla="*/ 6522 h 6345"/>
                  <a:gd name="connsiteX1" fmla="*/ 5629 w 6343"/>
                  <a:gd name="connsiteY1" fmla="*/ 5593 h 6345"/>
                  <a:gd name="connsiteX2" fmla="*/ 6558 w 6343"/>
                  <a:gd name="connsiteY2" fmla="*/ 3350 h 6345"/>
                  <a:gd name="connsiteX3" fmla="*/ 5629 w 6343"/>
                  <a:gd name="connsiteY3" fmla="*/ 1106 h 6345"/>
                  <a:gd name="connsiteX4" fmla="*/ 3387 w 6343"/>
                  <a:gd name="connsiteY4" fmla="*/ 177 h 6345"/>
                  <a:gd name="connsiteX5" fmla="*/ 1144 w 6343"/>
                  <a:gd name="connsiteY5" fmla="*/ 1106 h 6345"/>
                  <a:gd name="connsiteX6" fmla="*/ 215 w 6343"/>
                  <a:gd name="connsiteY6" fmla="*/ 3350 h 6345"/>
                  <a:gd name="connsiteX7" fmla="*/ 1144 w 6343"/>
                  <a:gd name="connsiteY7" fmla="*/ 5593 h 6345"/>
                  <a:gd name="connsiteX8" fmla="*/ 3387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2"/>
                    </a:moveTo>
                    <a:cubicBezTo>
                      <a:pt x="4228" y="6522"/>
                      <a:pt x="5035" y="6188"/>
                      <a:pt x="5629" y="5593"/>
                    </a:cubicBezTo>
                    <a:cubicBezTo>
                      <a:pt x="6224" y="4998"/>
                      <a:pt x="6558" y="4191"/>
                      <a:pt x="6558" y="3350"/>
                    </a:cubicBezTo>
                    <a:cubicBezTo>
                      <a:pt x="6558" y="2508"/>
                      <a:pt x="6224" y="1701"/>
                      <a:pt x="5629" y="1106"/>
                    </a:cubicBezTo>
                    <a:cubicBezTo>
                      <a:pt x="5035" y="511"/>
                      <a:pt x="4228" y="177"/>
                      <a:pt x="3387" y="177"/>
                    </a:cubicBezTo>
                    <a:cubicBezTo>
                      <a:pt x="2546" y="177"/>
                      <a:pt x="1739" y="511"/>
                      <a:pt x="1144" y="1106"/>
                    </a:cubicBezTo>
                    <a:cubicBezTo>
                      <a:pt x="549" y="1701"/>
                      <a:pt x="215" y="2508"/>
                      <a:pt x="215" y="3350"/>
                    </a:cubicBezTo>
                    <a:cubicBezTo>
                      <a:pt x="215" y="4191"/>
                      <a:pt x="549" y="4998"/>
                      <a:pt x="1144" y="5593"/>
                    </a:cubicBezTo>
                    <a:cubicBezTo>
                      <a:pt x="1739" y="6188"/>
                      <a:pt x="2546" y="6522"/>
                      <a:pt x="3387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84" name="Freeform: Shape 2783">
                <a:extLst>
                  <a:ext uri="{FF2B5EF4-FFF2-40B4-BE49-F238E27FC236}">
                    <a16:creationId xmlns:a16="http://schemas.microsoft.com/office/drawing/2014/main" id="{370EBFE6-CB43-D083-7C17-2C08C1EB8354}"/>
                  </a:ext>
                </a:extLst>
              </p:cNvPr>
              <p:cNvSpPr/>
              <p:nvPr/>
            </p:nvSpPr>
            <p:spPr>
              <a:xfrm>
                <a:off x="3581274" y="5724893"/>
                <a:ext cx="6343" cy="6345"/>
              </a:xfrm>
              <a:custGeom>
                <a:avLst/>
                <a:gdLst>
                  <a:gd name="connsiteX0" fmla="*/ 3387 w 6343"/>
                  <a:gd name="connsiteY0" fmla="*/ 6522 h 6345"/>
                  <a:gd name="connsiteX1" fmla="*/ 5629 w 6343"/>
                  <a:gd name="connsiteY1" fmla="*/ 5593 h 6345"/>
                  <a:gd name="connsiteX2" fmla="*/ 6558 w 6343"/>
                  <a:gd name="connsiteY2" fmla="*/ 3350 h 6345"/>
                  <a:gd name="connsiteX3" fmla="*/ 5629 w 6343"/>
                  <a:gd name="connsiteY3" fmla="*/ 1106 h 6345"/>
                  <a:gd name="connsiteX4" fmla="*/ 3387 w 6343"/>
                  <a:gd name="connsiteY4" fmla="*/ 177 h 6345"/>
                  <a:gd name="connsiteX5" fmla="*/ 1144 w 6343"/>
                  <a:gd name="connsiteY5" fmla="*/ 1106 h 6345"/>
                  <a:gd name="connsiteX6" fmla="*/ 215 w 6343"/>
                  <a:gd name="connsiteY6" fmla="*/ 3350 h 6345"/>
                  <a:gd name="connsiteX7" fmla="*/ 1144 w 6343"/>
                  <a:gd name="connsiteY7" fmla="*/ 5593 h 6345"/>
                  <a:gd name="connsiteX8" fmla="*/ 3387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2"/>
                    </a:moveTo>
                    <a:cubicBezTo>
                      <a:pt x="4228" y="6522"/>
                      <a:pt x="5035" y="6188"/>
                      <a:pt x="5629" y="5593"/>
                    </a:cubicBezTo>
                    <a:cubicBezTo>
                      <a:pt x="6224" y="4998"/>
                      <a:pt x="6558" y="4191"/>
                      <a:pt x="6558" y="3350"/>
                    </a:cubicBezTo>
                    <a:cubicBezTo>
                      <a:pt x="6558" y="2508"/>
                      <a:pt x="6224" y="1701"/>
                      <a:pt x="5629" y="1106"/>
                    </a:cubicBezTo>
                    <a:cubicBezTo>
                      <a:pt x="5035" y="511"/>
                      <a:pt x="4228" y="177"/>
                      <a:pt x="3387" y="177"/>
                    </a:cubicBezTo>
                    <a:cubicBezTo>
                      <a:pt x="2546" y="177"/>
                      <a:pt x="1739" y="511"/>
                      <a:pt x="1144" y="1106"/>
                    </a:cubicBezTo>
                    <a:cubicBezTo>
                      <a:pt x="549" y="1701"/>
                      <a:pt x="215" y="2508"/>
                      <a:pt x="215" y="3350"/>
                    </a:cubicBezTo>
                    <a:cubicBezTo>
                      <a:pt x="215" y="4191"/>
                      <a:pt x="549" y="4998"/>
                      <a:pt x="1144" y="5593"/>
                    </a:cubicBezTo>
                    <a:cubicBezTo>
                      <a:pt x="1739" y="6188"/>
                      <a:pt x="2546" y="6522"/>
                      <a:pt x="3387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85" name="Freeform: Shape 2784">
                <a:extLst>
                  <a:ext uri="{FF2B5EF4-FFF2-40B4-BE49-F238E27FC236}">
                    <a16:creationId xmlns:a16="http://schemas.microsoft.com/office/drawing/2014/main" id="{F317060D-84DC-AD66-C4C5-8FCE4057A12A}"/>
                  </a:ext>
                </a:extLst>
              </p:cNvPr>
              <p:cNvSpPr/>
              <p:nvPr/>
            </p:nvSpPr>
            <p:spPr>
              <a:xfrm>
                <a:off x="3581583" y="5723112"/>
                <a:ext cx="6343" cy="6345"/>
              </a:xfrm>
              <a:custGeom>
                <a:avLst/>
                <a:gdLst>
                  <a:gd name="connsiteX0" fmla="*/ 3387 w 6343"/>
                  <a:gd name="connsiteY0" fmla="*/ 6522 h 6345"/>
                  <a:gd name="connsiteX1" fmla="*/ 5629 w 6343"/>
                  <a:gd name="connsiteY1" fmla="*/ 5593 h 6345"/>
                  <a:gd name="connsiteX2" fmla="*/ 6558 w 6343"/>
                  <a:gd name="connsiteY2" fmla="*/ 3349 h 6345"/>
                  <a:gd name="connsiteX3" fmla="*/ 5629 w 6343"/>
                  <a:gd name="connsiteY3" fmla="*/ 1106 h 6345"/>
                  <a:gd name="connsiteX4" fmla="*/ 3387 w 6343"/>
                  <a:gd name="connsiteY4" fmla="*/ 177 h 6345"/>
                  <a:gd name="connsiteX5" fmla="*/ 1144 w 6343"/>
                  <a:gd name="connsiteY5" fmla="*/ 1106 h 6345"/>
                  <a:gd name="connsiteX6" fmla="*/ 215 w 6343"/>
                  <a:gd name="connsiteY6" fmla="*/ 3349 h 6345"/>
                  <a:gd name="connsiteX7" fmla="*/ 1144 w 6343"/>
                  <a:gd name="connsiteY7" fmla="*/ 5593 h 6345"/>
                  <a:gd name="connsiteX8" fmla="*/ 3387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2"/>
                    </a:moveTo>
                    <a:cubicBezTo>
                      <a:pt x="4228" y="6522"/>
                      <a:pt x="5035" y="6188"/>
                      <a:pt x="5629" y="5593"/>
                    </a:cubicBezTo>
                    <a:cubicBezTo>
                      <a:pt x="6224" y="4998"/>
                      <a:pt x="6558" y="4191"/>
                      <a:pt x="6558" y="3349"/>
                    </a:cubicBezTo>
                    <a:cubicBezTo>
                      <a:pt x="6558" y="2508"/>
                      <a:pt x="6224" y="1701"/>
                      <a:pt x="5629" y="1106"/>
                    </a:cubicBezTo>
                    <a:cubicBezTo>
                      <a:pt x="5035" y="511"/>
                      <a:pt x="4228" y="177"/>
                      <a:pt x="3387" y="177"/>
                    </a:cubicBezTo>
                    <a:cubicBezTo>
                      <a:pt x="2546" y="177"/>
                      <a:pt x="1739" y="511"/>
                      <a:pt x="1144" y="1106"/>
                    </a:cubicBezTo>
                    <a:cubicBezTo>
                      <a:pt x="549" y="1701"/>
                      <a:pt x="215" y="2508"/>
                      <a:pt x="215" y="3349"/>
                    </a:cubicBezTo>
                    <a:cubicBezTo>
                      <a:pt x="215" y="4191"/>
                      <a:pt x="549" y="4998"/>
                      <a:pt x="1144" y="5593"/>
                    </a:cubicBezTo>
                    <a:cubicBezTo>
                      <a:pt x="1739" y="6188"/>
                      <a:pt x="2546" y="6522"/>
                      <a:pt x="3387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86" name="Freeform: Shape 2785">
                <a:extLst>
                  <a:ext uri="{FF2B5EF4-FFF2-40B4-BE49-F238E27FC236}">
                    <a16:creationId xmlns:a16="http://schemas.microsoft.com/office/drawing/2014/main" id="{ECBD528F-0A79-4BB8-C455-A6428F3CD589}"/>
                  </a:ext>
                </a:extLst>
              </p:cNvPr>
              <p:cNvSpPr/>
              <p:nvPr/>
            </p:nvSpPr>
            <p:spPr>
              <a:xfrm>
                <a:off x="3581902" y="5721334"/>
                <a:ext cx="6343" cy="6345"/>
              </a:xfrm>
              <a:custGeom>
                <a:avLst/>
                <a:gdLst>
                  <a:gd name="connsiteX0" fmla="*/ 3387 w 6343"/>
                  <a:gd name="connsiteY0" fmla="*/ 6522 h 6345"/>
                  <a:gd name="connsiteX1" fmla="*/ 5629 w 6343"/>
                  <a:gd name="connsiteY1" fmla="*/ 5593 h 6345"/>
                  <a:gd name="connsiteX2" fmla="*/ 6558 w 6343"/>
                  <a:gd name="connsiteY2" fmla="*/ 3349 h 6345"/>
                  <a:gd name="connsiteX3" fmla="*/ 5629 w 6343"/>
                  <a:gd name="connsiteY3" fmla="*/ 1106 h 6345"/>
                  <a:gd name="connsiteX4" fmla="*/ 3387 w 6343"/>
                  <a:gd name="connsiteY4" fmla="*/ 177 h 6345"/>
                  <a:gd name="connsiteX5" fmla="*/ 1144 w 6343"/>
                  <a:gd name="connsiteY5" fmla="*/ 1106 h 6345"/>
                  <a:gd name="connsiteX6" fmla="*/ 215 w 6343"/>
                  <a:gd name="connsiteY6" fmla="*/ 3349 h 6345"/>
                  <a:gd name="connsiteX7" fmla="*/ 1144 w 6343"/>
                  <a:gd name="connsiteY7" fmla="*/ 5593 h 6345"/>
                  <a:gd name="connsiteX8" fmla="*/ 3387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2"/>
                    </a:moveTo>
                    <a:cubicBezTo>
                      <a:pt x="4228" y="6522"/>
                      <a:pt x="5035" y="6188"/>
                      <a:pt x="5629" y="5593"/>
                    </a:cubicBezTo>
                    <a:cubicBezTo>
                      <a:pt x="6224" y="4998"/>
                      <a:pt x="6558" y="4191"/>
                      <a:pt x="6558" y="3349"/>
                    </a:cubicBezTo>
                    <a:cubicBezTo>
                      <a:pt x="6558" y="2508"/>
                      <a:pt x="6224" y="1701"/>
                      <a:pt x="5629" y="1106"/>
                    </a:cubicBezTo>
                    <a:cubicBezTo>
                      <a:pt x="5035" y="511"/>
                      <a:pt x="4228" y="177"/>
                      <a:pt x="3387" y="177"/>
                    </a:cubicBezTo>
                    <a:cubicBezTo>
                      <a:pt x="2546" y="177"/>
                      <a:pt x="1739" y="511"/>
                      <a:pt x="1144" y="1106"/>
                    </a:cubicBezTo>
                    <a:cubicBezTo>
                      <a:pt x="549" y="1701"/>
                      <a:pt x="215" y="2508"/>
                      <a:pt x="215" y="3349"/>
                    </a:cubicBezTo>
                    <a:cubicBezTo>
                      <a:pt x="215" y="4191"/>
                      <a:pt x="549" y="4998"/>
                      <a:pt x="1144" y="5593"/>
                    </a:cubicBezTo>
                    <a:cubicBezTo>
                      <a:pt x="1739" y="6188"/>
                      <a:pt x="2546" y="6522"/>
                      <a:pt x="3387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87" name="Freeform: Shape 2786">
                <a:extLst>
                  <a:ext uri="{FF2B5EF4-FFF2-40B4-BE49-F238E27FC236}">
                    <a16:creationId xmlns:a16="http://schemas.microsoft.com/office/drawing/2014/main" id="{3A6F96E0-B932-7035-7C3F-E582D1CF6F74}"/>
                  </a:ext>
                </a:extLst>
              </p:cNvPr>
              <p:cNvSpPr/>
              <p:nvPr/>
            </p:nvSpPr>
            <p:spPr>
              <a:xfrm>
                <a:off x="3581141" y="5719500"/>
                <a:ext cx="6343" cy="6345"/>
              </a:xfrm>
              <a:custGeom>
                <a:avLst/>
                <a:gdLst>
                  <a:gd name="connsiteX0" fmla="*/ 3387 w 6343"/>
                  <a:gd name="connsiteY0" fmla="*/ 6522 h 6345"/>
                  <a:gd name="connsiteX1" fmla="*/ 5629 w 6343"/>
                  <a:gd name="connsiteY1" fmla="*/ 5593 h 6345"/>
                  <a:gd name="connsiteX2" fmla="*/ 6558 w 6343"/>
                  <a:gd name="connsiteY2" fmla="*/ 3349 h 6345"/>
                  <a:gd name="connsiteX3" fmla="*/ 5629 w 6343"/>
                  <a:gd name="connsiteY3" fmla="*/ 1106 h 6345"/>
                  <a:gd name="connsiteX4" fmla="*/ 3387 w 6343"/>
                  <a:gd name="connsiteY4" fmla="*/ 177 h 6345"/>
                  <a:gd name="connsiteX5" fmla="*/ 1144 w 6343"/>
                  <a:gd name="connsiteY5" fmla="*/ 1106 h 6345"/>
                  <a:gd name="connsiteX6" fmla="*/ 215 w 6343"/>
                  <a:gd name="connsiteY6" fmla="*/ 3349 h 6345"/>
                  <a:gd name="connsiteX7" fmla="*/ 1144 w 6343"/>
                  <a:gd name="connsiteY7" fmla="*/ 5593 h 6345"/>
                  <a:gd name="connsiteX8" fmla="*/ 3387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2"/>
                    </a:moveTo>
                    <a:cubicBezTo>
                      <a:pt x="4228" y="6522"/>
                      <a:pt x="5035" y="6188"/>
                      <a:pt x="5629" y="5593"/>
                    </a:cubicBezTo>
                    <a:cubicBezTo>
                      <a:pt x="6224" y="4998"/>
                      <a:pt x="6558" y="4191"/>
                      <a:pt x="6558" y="3349"/>
                    </a:cubicBezTo>
                    <a:cubicBezTo>
                      <a:pt x="6558" y="2508"/>
                      <a:pt x="6224" y="1701"/>
                      <a:pt x="5629" y="1106"/>
                    </a:cubicBezTo>
                    <a:cubicBezTo>
                      <a:pt x="5035" y="511"/>
                      <a:pt x="4228" y="177"/>
                      <a:pt x="3387" y="177"/>
                    </a:cubicBezTo>
                    <a:cubicBezTo>
                      <a:pt x="2546" y="177"/>
                      <a:pt x="1739" y="511"/>
                      <a:pt x="1144" y="1106"/>
                    </a:cubicBezTo>
                    <a:cubicBezTo>
                      <a:pt x="549" y="1701"/>
                      <a:pt x="215" y="2508"/>
                      <a:pt x="215" y="3349"/>
                    </a:cubicBezTo>
                    <a:cubicBezTo>
                      <a:pt x="215" y="4191"/>
                      <a:pt x="549" y="4998"/>
                      <a:pt x="1144" y="5593"/>
                    </a:cubicBezTo>
                    <a:cubicBezTo>
                      <a:pt x="1739" y="6188"/>
                      <a:pt x="2546" y="6522"/>
                      <a:pt x="3387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88" name="Freeform: Shape 2787">
                <a:extLst>
                  <a:ext uri="{FF2B5EF4-FFF2-40B4-BE49-F238E27FC236}">
                    <a16:creationId xmlns:a16="http://schemas.microsoft.com/office/drawing/2014/main" id="{C235D98C-E51B-383A-CC8A-B99EF145772B}"/>
                  </a:ext>
                </a:extLst>
              </p:cNvPr>
              <p:cNvSpPr/>
              <p:nvPr/>
            </p:nvSpPr>
            <p:spPr>
              <a:xfrm>
                <a:off x="3580106" y="5717639"/>
                <a:ext cx="6343" cy="6345"/>
              </a:xfrm>
              <a:custGeom>
                <a:avLst/>
                <a:gdLst>
                  <a:gd name="connsiteX0" fmla="*/ 3387 w 6343"/>
                  <a:gd name="connsiteY0" fmla="*/ 6522 h 6345"/>
                  <a:gd name="connsiteX1" fmla="*/ 5629 w 6343"/>
                  <a:gd name="connsiteY1" fmla="*/ 5593 h 6345"/>
                  <a:gd name="connsiteX2" fmla="*/ 6558 w 6343"/>
                  <a:gd name="connsiteY2" fmla="*/ 3349 h 6345"/>
                  <a:gd name="connsiteX3" fmla="*/ 5629 w 6343"/>
                  <a:gd name="connsiteY3" fmla="*/ 1106 h 6345"/>
                  <a:gd name="connsiteX4" fmla="*/ 3387 w 6343"/>
                  <a:gd name="connsiteY4" fmla="*/ 176 h 6345"/>
                  <a:gd name="connsiteX5" fmla="*/ 1144 w 6343"/>
                  <a:gd name="connsiteY5" fmla="*/ 1106 h 6345"/>
                  <a:gd name="connsiteX6" fmla="*/ 215 w 6343"/>
                  <a:gd name="connsiteY6" fmla="*/ 3349 h 6345"/>
                  <a:gd name="connsiteX7" fmla="*/ 1144 w 6343"/>
                  <a:gd name="connsiteY7" fmla="*/ 5593 h 6345"/>
                  <a:gd name="connsiteX8" fmla="*/ 3387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2"/>
                    </a:moveTo>
                    <a:cubicBezTo>
                      <a:pt x="4228" y="6522"/>
                      <a:pt x="5034" y="6187"/>
                      <a:pt x="5629" y="5593"/>
                    </a:cubicBezTo>
                    <a:cubicBezTo>
                      <a:pt x="6224" y="4998"/>
                      <a:pt x="6558" y="4190"/>
                      <a:pt x="6558" y="3349"/>
                    </a:cubicBezTo>
                    <a:cubicBezTo>
                      <a:pt x="6558" y="2508"/>
                      <a:pt x="6224" y="1701"/>
                      <a:pt x="5629" y="1106"/>
                    </a:cubicBezTo>
                    <a:cubicBezTo>
                      <a:pt x="5034" y="511"/>
                      <a:pt x="4228" y="176"/>
                      <a:pt x="3387" y="176"/>
                    </a:cubicBezTo>
                    <a:cubicBezTo>
                      <a:pt x="2545" y="176"/>
                      <a:pt x="1739" y="511"/>
                      <a:pt x="1144" y="1106"/>
                    </a:cubicBezTo>
                    <a:cubicBezTo>
                      <a:pt x="549" y="1701"/>
                      <a:pt x="215" y="2508"/>
                      <a:pt x="215" y="3349"/>
                    </a:cubicBezTo>
                    <a:cubicBezTo>
                      <a:pt x="215" y="4190"/>
                      <a:pt x="549" y="4998"/>
                      <a:pt x="1144" y="5593"/>
                    </a:cubicBezTo>
                    <a:cubicBezTo>
                      <a:pt x="1739" y="6187"/>
                      <a:pt x="2545" y="6522"/>
                      <a:pt x="3387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89" name="Freeform: Shape 2788">
                <a:extLst>
                  <a:ext uri="{FF2B5EF4-FFF2-40B4-BE49-F238E27FC236}">
                    <a16:creationId xmlns:a16="http://schemas.microsoft.com/office/drawing/2014/main" id="{2C251357-95C3-D8A3-097A-91B05C5B9EEA}"/>
                  </a:ext>
                </a:extLst>
              </p:cNvPr>
              <p:cNvSpPr/>
              <p:nvPr/>
            </p:nvSpPr>
            <p:spPr>
              <a:xfrm>
                <a:off x="3579415" y="5715786"/>
                <a:ext cx="6343" cy="6345"/>
              </a:xfrm>
              <a:custGeom>
                <a:avLst/>
                <a:gdLst>
                  <a:gd name="connsiteX0" fmla="*/ 3387 w 6343"/>
                  <a:gd name="connsiteY0" fmla="*/ 6522 h 6345"/>
                  <a:gd name="connsiteX1" fmla="*/ 5629 w 6343"/>
                  <a:gd name="connsiteY1" fmla="*/ 5592 h 6345"/>
                  <a:gd name="connsiteX2" fmla="*/ 6558 w 6343"/>
                  <a:gd name="connsiteY2" fmla="*/ 3349 h 6345"/>
                  <a:gd name="connsiteX3" fmla="*/ 5629 w 6343"/>
                  <a:gd name="connsiteY3" fmla="*/ 1105 h 6345"/>
                  <a:gd name="connsiteX4" fmla="*/ 3387 w 6343"/>
                  <a:gd name="connsiteY4" fmla="*/ 176 h 6345"/>
                  <a:gd name="connsiteX5" fmla="*/ 1144 w 6343"/>
                  <a:gd name="connsiteY5" fmla="*/ 1105 h 6345"/>
                  <a:gd name="connsiteX6" fmla="*/ 215 w 6343"/>
                  <a:gd name="connsiteY6" fmla="*/ 3349 h 6345"/>
                  <a:gd name="connsiteX7" fmla="*/ 1144 w 6343"/>
                  <a:gd name="connsiteY7" fmla="*/ 5592 h 6345"/>
                  <a:gd name="connsiteX8" fmla="*/ 3387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2"/>
                    </a:moveTo>
                    <a:cubicBezTo>
                      <a:pt x="4228" y="6522"/>
                      <a:pt x="5034" y="6187"/>
                      <a:pt x="5629" y="5592"/>
                    </a:cubicBezTo>
                    <a:cubicBezTo>
                      <a:pt x="6224" y="4997"/>
                      <a:pt x="6558" y="4190"/>
                      <a:pt x="6558" y="3349"/>
                    </a:cubicBezTo>
                    <a:cubicBezTo>
                      <a:pt x="6558" y="2508"/>
                      <a:pt x="6224" y="1700"/>
                      <a:pt x="5629" y="1105"/>
                    </a:cubicBezTo>
                    <a:cubicBezTo>
                      <a:pt x="5034" y="511"/>
                      <a:pt x="4228" y="176"/>
                      <a:pt x="3387" y="176"/>
                    </a:cubicBezTo>
                    <a:cubicBezTo>
                      <a:pt x="2545" y="176"/>
                      <a:pt x="1739" y="511"/>
                      <a:pt x="1144" y="1105"/>
                    </a:cubicBezTo>
                    <a:cubicBezTo>
                      <a:pt x="549" y="1700"/>
                      <a:pt x="215" y="2508"/>
                      <a:pt x="215" y="3349"/>
                    </a:cubicBezTo>
                    <a:cubicBezTo>
                      <a:pt x="215" y="4190"/>
                      <a:pt x="549" y="4997"/>
                      <a:pt x="1144" y="5592"/>
                    </a:cubicBezTo>
                    <a:cubicBezTo>
                      <a:pt x="1739" y="6187"/>
                      <a:pt x="2545" y="6522"/>
                      <a:pt x="3387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90" name="Freeform: Shape 2789">
                <a:extLst>
                  <a:ext uri="{FF2B5EF4-FFF2-40B4-BE49-F238E27FC236}">
                    <a16:creationId xmlns:a16="http://schemas.microsoft.com/office/drawing/2014/main" id="{471274CA-72FC-8F4B-1956-D55972284D04}"/>
                  </a:ext>
                </a:extLst>
              </p:cNvPr>
              <p:cNvSpPr/>
              <p:nvPr/>
            </p:nvSpPr>
            <p:spPr>
              <a:xfrm>
                <a:off x="3580300" y="5714040"/>
                <a:ext cx="6343" cy="6345"/>
              </a:xfrm>
              <a:custGeom>
                <a:avLst/>
                <a:gdLst>
                  <a:gd name="connsiteX0" fmla="*/ 3387 w 6343"/>
                  <a:gd name="connsiteY0" fmla="*/ 6521 h 6345"/>
                  <a:gd name="connsiteX1" fmla="*/ 5629 w 6343"/>
                  <a:gd name="connsiteY1" fmla="*/ 5592 h 6345"/>
                  <a:gd name="connsiteX2" fmla="*/ 6558 w 6343"/>
                  <a:gd name="connsiteY2" fmla="*/ 3349 h 6345"/>
                  <a:gd name="connsiteX3" fmla="*/ 5629 w 6343"/>
                  <a:gd name="connsiteY3" fmla="*/ 1105 h 6345"/>
                  <a:gd name="connsiteX4" fmla="*/ 3387 w 6343"/>
                  <a:gd name="connsiteY4" fmla="*/ 176 h 6345"/>
                  <a:gd name="connsiteX5" fmla="*/ 1144 w 6343"/>
                  <a:gd name="connsiteY5" fmla="*/ 1105 h 6345"/>
                  <a:gd name="connsiteX6" fmla="*/ 215 w 6343"/>
                  <a:gd name="connsiteY6" fmla="*/ 3349 h 6345"/>
                  <a:gd name="connsiteX7" fmla="*/ 1144 w 6343"/>
                  <a:gd name="connsiteY7" fmla="*/ 5592 h 6345"/>
                  <a:gd name="connsiteX8" fmla="*/ 3387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1"/>
                    </a:moveTo>
                    <a:cubicBezTo>
                      <a:pt x="4228" y="6521"/>
                      <a:pt x="5034" y="6187"/>
                      <a:pt x="5629" y="5592"/>
                    </a:cubicBezTo>
                    <a:cubicBezTo>
                      <a:pt x="6224" y="4997"/>
                      <a:pt x="6558" y="4190"/>
                      <a:pt x="6558" y="3349"/>
                    </a:cubicBezTo>
                    <a:cubicBezTo>
                      <a:pt x="6558" y="2507"/>
                      <a:pt x="6224" y="1700"/>
                      <a:pt x="5629" y="1105"/>
                    </a:cubicBezTo>
                    <a:cubicBezTo>
                      <a:pt x="5034" y="510"/>
                      <a:pt x="4228" y="176"/>
                      <a:pt x="3387" y="176"/>
                    </a:cubicBezTo>
                    <a:cubicBezTo>
                      <a:pt x="2545" y="176"/>
                      <a:pt x="1739" y="510"/>
                      <a:pt x="1144" y="1105"/>
                    </a:cubicBezTo>
                    <a:cubicBezTo>
                      <a:pt x="549" y="1700"/>
                      <a:pt x="215" y="2507"/>
                      <a:pt x="215" y="3349"/>
                    </a:cubicBezTo>
                    <a:cubicBezTo>
                      <a:pt x="215" y="4190"/>
                      <a:pt x="549" y="4997"/>
                      <a:pt x="1144" y="5592"/>
                    </a:cubicBezTo>
                    <a:cubicBezTo>
                      <a:pt x="1739" y="6187"/>
                      <a:pt x="2545" y="6521"/>
                      <a:pt x="3387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91" name="Freeform: Shape 2790">
                <a:extLst>
                  <a:ext uri="{FF2B5EF4-FFF2-40B4-BE49-F238E27FC236}">
                    <a16:creationId xmlns:a16="http://schemas.microsoft.com/office/drawing/2014/main" id="{8336B266-C110-818A-0410-CD8C25F17EC4}"/>
                  </a:ext>
                </a:extLst>
              </p:cNvPr>
              <p:cNvSpPr/>
              <p:nvPr/>
            </p:nvSpPr>
            <p:spPr>
              <a:xfrm>
                <a:off x="3579822" y="5712194"/>
                <a:ext cx="6343" cy="6345"/>
              </a:xfrm>
              <a:custGeom>
                <a:avLst/>
                <a:gdLst>
                  <a:gd name="connsiteX0" fmla="*/ 3387 w 6343"/>
                  <a:gd name="connsiteY0" fmla="*/ 6521 h 6345"/>
                  <a:gd name="connsiteX1" fmla="*/ 5629 w 6343"/>
                  <a:gd name="connsiteY1" fmla="*/ 5592 h 6345"/>
                  <a:gd name="connsiteX2" fmla="*/ 6558 w 6343"/>
                  <a:gd name="connsiteY2" fmla="*/ 3349 h 6345"/>
                  <a:gd name="connsiteX3" fmla="*/ 5629 w 6343"/>
                  <a:gd name="connsiteY3" fmla="*/ 1105 h 6345"/>
                  <a:gd name="connsiteX4" fmla="*/ 3387 w 6343"/>
                  <a:gd name="connsiteY4" fmla="*/ 176 h 6345"/>
                  <a:gd name="connsiteX5" fmla="*/ 1144 w 6343"/>
                  <a:gd name="connsiteY5" fmla="*/ 1105 h 6345"/>
                  <a:gd name="connsiteX6" fmla="*/ 215 w 6343"/>
                  <a:gd name="connsiteY6" fmla="*/ 3349 h 6345"/>
                  <a:gd name="connsiteX7" fmla="*/ 1144 w 6343"/>
                  <a:gd name="connsiteY7" fmla="*/ 5592 h 6345"/>
                  <a:gd name="connsiteX8" fmla="*/ 3387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1"/>
                    </a:moveTo>
                    <a:cubicBezTo>
                      <a:pt x="4228" y="6521"/>
                      <a:pt x="5034" y="6187"/>
                      <a:pt x="5629" y="5592"/>
                    </a:cubicBezTo>
                    <a:cubicBezTo>
                      <a:pt x="6224" y="4997"/>
                      <a:pt x="6558" y="4190"/>
                      <a:pt x="6558" y="3349"/>
                    </a:cubicBezTo>
                    <a:cubicBezTo>
                      <a:pt x="6558" y="2507"/>
                      <a:pt x="6224" y="1700"/>
                      <a:pt x="5629" y="1105"/>
                    </a:cubicBezTo>
                    <a:cubicBezTo>
                      <a:pt x="5034" y="510"/>
                      <a:pt x="4228" y="176"/>
                      <a:pt x="3387" y="176"/>
                    </a:cubicBezTo>
                    <a:cubicBezTo>
                      <a:pt x="2545" y="176"/>
                      <a:pt x="1739" y="510"/>
                      <a:pt x="1144" y="1105"/>
                    </a:cubicBezTo>
                    <a:cubicBezTo>
                      <a:pt x="549" y="1700"/>
                      <a:pt x="215" y="2507"/>
                      <a:pt x="215" y="3349"/>
                    </a:cubicBezTo>
                    <a:cubicBezTo>
                      <a:pt x="215" y="4190"/>
                      <a:pt x="549" y="4997"/>
                      <a:pt x="1144" y="5592"/>
                    </a:cubicBezTo>
                    <a:cubicBezTo>
                      <a:pt x="1739" y="6187"/>
                      <a:pt x="2545" y="6521"/>
                      <a:pt x="3387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92" name="Freeform: Shape 2791">
                <a:extLst>
                  <a:ext uri="{FF2B5EF4-FFF2-40B4-BE49-F238E27FC236}">
                    <a16:creationId xmlns:a16="http://schemas.microsoft.com/office/drawing/2014/main" id="{05813D68-FE44-DA97-08D1-AF7F78327D90}"/>
                  </a:ext>
                </a:extLst>
              </p:cNvPr>
              <p:cNvSpPr/>
              <p:nvPr/>
            </p:nvSpPr>
            <p:spPr>
              <a:xfrm>
                <a:off x="3579260" y="5710333"/>
                <a:ext cx="6343" cy="6345"/>
              </a:xfrm>
              <a:custGeom>
                <a:avLst/>
                <a:gdLst>
                  <a:gd name="connsiteX0" fmla="*/ 3387 w 6343"/>
                  <a:gd name="connsiteY0" fmla="*/ 6521 h 6345"/>
                  <a:gd name="connsiteX1" fmla="*/ 5629 w 6343"/>
                  <a:gd name="connsiteY1" fmla="*/ 5592 h 6345"/>
                  <a:gd name="connsiteX2" fmla="*/ 6558 w 6343"/>
                  <a:gd name="connsiteY2" fmla="*/ 3348 h 6345"/>
                  <a:gd name="connsiteX3" fmla="*/ 5629 w 6343"/>
                  <a:gd name="connsiteY3" fmla="*/ 1105 h 6345"/>
                  <a:gd name="connsiteX4" fmla="*/ 3387 w 6343"/>
                  <a:gd name="connsiteY4" fmla="*/ 176 h 6345"/>
                  <a:gd name="connsiteX5" fmla="*/ 1144 w 6343"/>
                  <a:gd name="connsiteY5" fmla="*/ 1105 h 6345"/>
                  <a:gd name="connsiteX6" fmla="*/ 215 w 6343"/>
                  <a:gd name="connsiteY6" fmla="*/ 3348 h 6345"/>
                  <a:gd name="connsiteX7" fmla="*/ 1144 w 6343"/>
                  <a:gd name="connsiteY7" fmla="*/ 5592 h 6345"/>
                  <a:gd name="connsiteX8" fmla="*/ 3387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1"/>
                    </a:moveTo>
                    <a:cubicBezTo>
                      <a:pt x="4228" y="6521"/>
                      <a:pt x="5034" y="6187"/>
                      <a:pt x="5629" y="5592"/>
                    </a:cubicBezTo>
                    <a:cubicBezTo>
                      <a:pt x="6224" y="4997"/>
                      <a:pt x="6558" y="4190"/>
                      <a:pt x="6558" y="3348"/>
                    </a:cubicBezTo>
                    <a:cubicBezTo>
                      <a:pt x="6558" y="2507"/>
                      <a:pt x="6224" y="1700"/>
                      <a:pt x="5629" y="1105"/>
                    </a:cubicBezTo>
                    <a:cubicBezTo>
                      <a:pt x="5034" y="510"/>
                      <a:pt x="4228" y="176"/>
                      <a:pt x="3387" y="176"/>
                    </a:cubicBezTo>
                    <a:cubicBezTo>
                      <a:pt x="2545" y="176"/>
                      <a:pt x="1739" y="510"/>
                      <a:pt x="1144" y="1105"/>
                    </a:cubicBezTo>
                    <a:cubicBezTo>
                      <a:pt x="549" y="1700"/>
                      <a:pt x="215" y="2507"/>
                      <a:pt x="215" y="3348"/>
                    </a:cubicBezTo>
                    <a:cubicBezTo>
                      <a:pt x="215" y="4190"/>
                      <a:pt x="549" y="4997"/>
                      <a:pt x="1144" y="5592"/>
                    </a:cubicBezTo>
                    <a:cubicBezTo>
                      <a:pt x="1739" y="6187"/>
                      <a:pt x="2545" y="6521"/>
                      <a:pt x="3387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93" name="Freeform: Shape 2792">
                <a:extLst>
                  <a:ext uri="{FF2B5EF4-FFF2-40B4-BE49-F238E27FC236}">
                    <a16:creationId xmlns:a16="http://schemas.microsoft.com/office/drawing/2014/main" id="{EBBE4EAB-8A17-4599-CDEE-E398FC4E9B8C}"/>
                  </a:ext>
                </a:extLst>
              </p:cNvPr>
              <p:cNvSpPr/>
              <p:nvPr/>
            </p:nvSpPr>
            <p:spPr>
              <a:xfrm>
                <a:off x="3578426" y="5708438"/>
                <a:ext cx="6343" cy="6345"/>
              </a:xfrm>
              <a:custGeom>
                <a:avLst/>
                <a:gdLst>
                  <a:gd name="connsiteX0" fmla="*/ 3386 w 6343"/>
                  <a:gd name="connsiteY0" fmla="*/ 6521 h 6345"/>
                  <a:gd name="connsiteX1" fmla="*/ 5629 w 6343"/>
                  <a:gd name="connsiteY1" fmla="*/ 5592 h 6345"/>
                  <a:gd name="connsiteX2" fmla="*/ 6558 w 6343"/>
                  <a:gd name="connsiteY2" fmla="*/ 3348 h 6345"/>
                  <a:gd name="connsiteX3" fmla="*/ 5629 w 6343"/>
                  <a:gd name="connsiteY3" fmla="*/ 1105 h 6345"/>
                  <a:gd name="connsiteX4" fmla="*/ 3386 w 6343"/>
                  <a:gd name="connsiteY4" fmla="*/ 176 h 6345"/>
                  <a:gd name="connsiteX5" fmla="*/ 1144 w 6343"/>
                  <a:gd name="connsiteY5" fmla="*/ 1105 h 6345"/>
                  <a:gd name="connsiteX6" fmla="*/ 215 w 6343"/>
                  <a:gd name="connsiteY6" fmla="*/ 3348 h 6345"/>
                  <a:gd name="connsiteX7" fmla="*/ 1144 w 6343"/>
                  <a:gd name="connsiteY7" fmla="*/ 5592 h 6345"/>
                  <a:gd name="connsiteX8" fmla="*/ 3386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1"/>
                    </a:moveTo>
                    <a:cubicBezTo>
                      <a:pt x="4228" y="6521"/>
                      <a:pt x="5034" y="6187"/>
                      <a:pt x="5629" y="5592"/>
                    </a:cubicBezTo>
                    <a:cubicBezTo>
                      <a:pt x="6224" y="4997"/>
                      <a:pt x="6558" y="4190"/>
                      <a:pt x="6558" y="3348"/>
                    </a:cubicBezTo>
                    <a:cubicBezTo>
                      <a:pt x="6558" y="2507"/>
                      <a:pt x="6224" y="1700"/>
                      <a:pt x="5629" y="1105"/>
                    </a:cubicBezTo>
                    <a:cubicBezTo>
                      <a:pt x="5034" y="510"/>
                      <a:pt x="4228" y="176"/>
                      <a:pt x="3386" y="176"/>
                    </a:cubicBezTo>
                    <a:cubicBezTo>
                      <a:pt x="2545" y="176"/>
                      <a:pt x="1739" y="510"/>
                      <a:pt x="1144" y="1105"/>
                    </a:cubicBezTo>
                    <a:cubicBezTo>
                      <a:pt x="549" y="1700"/>
                      <a:pt x="215" y="2507"/>
                      <a:pt x="215" y="3348"/>
                    </a:cubicBezTo>
                    <a:cubicBezTo>
                      <a:pt x="215" y="4190"/>
                      <a:pt x="549" y="4997"/>
                      <a:pt x="1144" y="5592"/>
                    </a:cubicBezTo>
                    <a:cubicBezTo>
                      <a:pt x="1739" y="6187"/>
                      <a:pt x="2545" y="6521"/>
                      <a:pt x="3386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94" name="Freeform: Shape 2793">
                <a:extLst>
                  <a:ext uri="{FF2B5EF4-FFF2-40B4-BE49-F238E27FC236}">
                    <a16:creationId xmlns:a16="http://schemas.microsoft.com/office/drawing/2014/main" id="{F2DB1995-CB26-F77C-0AAA-E74DED73C991}"/>
                  </a:ext>
                </a:extLst>
              </p:cNvPr>
              <p:cNvSpPr/>
              <p:nvPr/>
            </p:nvSpPr>
            <p:spPr>
              <a:xfrm>
                <a:off x="3577131" y="5706486"/>
                <a:ext cx="6343" cy="6345"/>
              </a:xfrm>
              <a:custGeom>
                <a:avLst/>
                <a:gdLst>
                  <a:gd name="connsiteX0" fmla="*/ 3386 w 6343"/>
                  <a:gd name="connsiteY0" fmla="*/ 6521 h 6345"/>
                  <a:gd name="connsiteX1" fmla="*/ 5629 w 6343"/>
                  <a:gd name="connsiteY1" fmla="*/ 5592 h 6345"/>
                  <a:gd name="connsiteX2" fmla="*/ 6558 w 6343"/>
                  <a:gd name="connsiteY2" fmla="*/ 3348 h 6345"/>
                  <a:gd name="connsiteX3" fmla="*/ 5629 w 6343"/>
                  <a:gd name="connsiteY3" fmla="*/ 1105 h 6345"/>
                  <a:gd name="connsiteX4" fmla="*/ 3386 w 6343"/>
                  <a:gd name="connsiteY4" fmla="*/ 175 h 6345"/>
                  <a:gd name="connsiteX5" fmla="*/ 1144 w 6343"/>
                  <a:gd name="connsiteY5" fmla="*/ 1105 h 6345"/>
                  <a:gd name="connsiteX6" fmla="*/ 215 w 6343"/>
                  <a:gd name="connsiteY6" fmla="*/ 3348 h 6345"/>
                  <a:gd name="connsiteX7" fmla="*/ 1144 w 6343"/>
                  <a:gd name="connsiteY7" fmla="*/ 5592 h 6345"/>
                  <a:gd name="connsiteX8" fmla="*/ 3386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1"/>
                    </a:moveTo>
                    <a:cubicBezTo>
                      <a:pt x="4227" y="6521"/>
                      <a:pt x="5034" y="6187"/>
                      <a:pt x="5629" y="5592"/>
                    </a:cubicBezTo>
                    <a:cubicBezTo>
                      <a:pt x="6224" y="4997"/>
                      <a:pt x="6558" y="4190"/>
                      <a:pt x="6558" y="3348"/>
                    </a:cubicBezTo>
                    <a:cubicBezTo>
                      <a:pt x="6558" y="2507"/>
                      <a:pt x="6224" y="1700"/>
                      <a:pt x="5629" y="1105"/>
                    </a:cubicBezTo>
                    <a:cubicBezTo>
                      <a:pt x="5034" y="510"/>
                      <a:pt x="4227" y="175"/>
                      <a:pt x="3386" y="175"/>
                    </a:cubicBezTo>
                    <a:cubicBezTo>
                      <a:pt x="2545" y="175"/>
                      <a:pt x="1738" y="510"/>
                      <a:pt x="1144" y="1105"/>
                    </a:cubicBezTo>
                    <a:cubicBezTo>
                      <a:pt x="549" y="1700"/>
                      <a:pt x="215" y="2507"/>
                      <a:pt x="215" y="3348"/>
                    </a:cubicBezTo>
                    <a:cubicBezTo>
                      <a:pt x="215" y="4190"/>
                      <a:pt x="549" y="4997"/>
                      <a:pt x="1144" y="5592"/>
                    </a:cubicBezTo>
                    <a:cubicBezTo>
                      <a:pt x="1738" y="6187"/>
                      <a:pt x="2545" y="6521"/>
                      <a:pt x="3386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95" name="Freeform: Shape 2794">
                <a:extLst>
                  <a:ext uri="{FF2B5EF4-FFF2-40B4-BE49-F238E27FC236}">
                    <a16:creationId xmlns:a16="http://schemas.microsoft.com/office/drawing/2014/main" id="{22C7F201-3450-4F03-B30E-D1D0E1FEA672}"/>
                  </a:ext>
                </a:extLst>
              </p:cNvPr>
              <p:cNvSpPr/>
              <p:nvPr/>
            </p:nvSpPr>
            <p:spPr>
              <a:xfrm>
                <a:off x="3575329" y="5704461"/>
                <a:ext cx="6343" cy="6345"/>
              </a:xfrm>
              <a:custGeom>
                <a:avLst/>
                <a:gdLst>
                  <a:gd name="connsiteX0" fmla="*/ 3386 w 6343"/>
                  <a:gd name="connsiteY0" fmla="*/ 6521 h 6345"/>
                  <a:gd name="connsiteX1" fmla="*/ 5629 w 6343"/>
                  <a:gd name="connsiteY1" fmla="*/ 5591 h 6345"/>
                  <a:gd name="connsiteX2" fmla="*/ 6558 w 6343"/>
                  <a:gd name="connsiteY2" fmla="*/ 3348 h 6345"/>
                  <a:gd name="connsiteX3" fmla="*/ 5629 w 6343"/>
                  <a:gd name="connsiteY3" fmla="*/ 1105 h 6345"/>
                  <a:gd name="connsiteX4" fmla="*/ 3386 w 6343"/>
                  <a:gd name="connsiteY4" fmla="*/ 175 h 6345"/>
                  <a:gd name="connsiteX5" fmla="*/ 1144 w 6343"/>
                  <a:gd name="connsiteY5" fmla="*/ 1105 h 6345"/>
                  <a:gd name="connsiteX6" fmla="*/ 215 w 6343"/>
                  <a:gd name="connsiteY6" fmla="*/ 3348 h 6345"/>
                  <a:gd name="connsiteX7" fmla="*/ 1144 w 6343"/>
                  <a:gd name="connsiteY7" fmla="*/ 5591 h 6345"/>
                  <a:gd name="connsiteX8" fmla="*/ 3386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1"/>
                    </a:moveTo>
                    <a:cubicBezTo>
                      <a:pt x="4227" y="6521"/>
                      <a:pt x="5034" y="6186"/>
                      <a:pt x="5629" y="5591"/>
                    </a:cubicBezTo>
                    <a:cubicBezTo>
                      <a:pt x="6224" y="4997"/>
                      <a:pt x="6558" y="4189"/>
                      <a:pt x="6558" y="3348"/>
                    </a:cubicBezTo>
                    <a:cubicBezTo>
                      <a:pt x="6558" y="2507"/>
                      <a:pt x="6224" y="1700"/>
                      <a:pt x="5629" y="1105"/>
                    </a:cubicBezTo>
                    <a:cubicBezTo>
                      <a:pt x="5034" y="510"/>
                      <a:pt x="4227" y="175"/>
                      <a:pt x="3386" y="175"/>
                    </a:cubicBezTo>
                    <a:cubicBezTo>
                      <a:pt x="2545" y="175"/>
                      <a:pt x="1738" y="510"/>
                      <a:pt x="1144" y="1105"/>
                    </a:cubicBezTo>
                    <a:cubicBezTo>
                      <a:pt x="549" y="1700"/>
                      <a:pt x="215" y="2507"/>
                      <a:pt x="215" y="3348"/>
                    </a:cubicBezTo>
                    <a:cubicBezTo>
                      <a:pt x="215" y="4189"/>
                      <a:pt x="549" y="4997"/>
                      <a:pt x="1144" y="5591"/>
                    </a:cubicBezTo>
                    <a:cubicBezTo>
                      <a:pt x="1738" y="6186"/>
                      <a:pt x="2545" y="6521"/>
                      <a:pt x="3386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96" name="Freeform: Shape 2795">
                <a:extLst>
                  <a:ext uri="{FF2B5EF4-FFF2-40B4-BE49-F238E27FC236}">
                    <a16:creationId xmlns:a16="http://schemas.microsoft.com/office/drawing/2014/main" id="{627EBCBB-8145-E559-09B6-35438BB86887}"/>
                  </a:ext>
                </a:extLst>
              </p:cNvPr>
              <p:cNvSpPr/>
              <p:nvPr/>
            </p:nvSpPr>
            <p:spPr>
              <a:xfrm>
                <a:off x="3574344" y="5702503"/>
                <a:ext cx="6343" cy="6345"/>
              </a:xfrm>
              <a:custGeom>
                <a:avLst/>
                <a:gdLst>
                  <a:gd name="connsiteX0" fmla="*/ 3386 w 6343"/>
                  <a:gd name="connsiteY0" fmla="*/ 6521 h 6345"/>
                  <a:gd name="connsiteX1" fmla="*/ 5629 w 6343"/>
                  <a:gd name="connsiteY1" fmla="*/ 5591 h 6345"/>
                  <a:gd name="connsiteX2" fmla="*/ 6558 w 6343"/>
                  <a:gd name="connsiteY2" fmla="*/ 3348 h 6345"/>
                  <a:gd name="connsiteX3" fmla="*/ 5629 w 6343"/>
                  <a:gd name="connsiteY3" fmla="*/ 1104 h 6345"/>
                  <a:gd name="connsiteX4" fmla="*/ 3386 w 6343"/>
                  <a:gd name="connsiteY4" fmla="*/ 175 h 6345"/>
                  <a:gd name="connsiteX5" fmla="*/ 1143 w 6343"/>
                  <a:gd name="connsiteY5" fmla="*/ 1104 h 6345"/>
                  <a:gd name="connsiteX6" fmla="*/ 215 w 6343"/>
                  <a:gd name="connsiteY6" fmla="*/ 3348 h 6345"/>
                  <a:gd name="connsiteX7" fmla="*/ 1143 w 6343"/>
                  <a:gd name="connsiteY7" fmla="*/ 5591 h 6345"/>
                  <a:gd name="connsiteX8" fmla="*/ 3386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1"/>
                    </a:moveTo>
                    <a:cubicBezTo>
                      <a:pt x="4227" y="6521"/>
                      <a:pt x="5034" y="6186"/>
                      <a:pt x="5629" y="5591"/>
                    </a:cubicBezTo>
                    <a:cubicBezTo>
                      <a:pt x="6224" y="4996"/>
                      <a:pt x="6558" y="4189"/>
                      <a:pt x="6558" y="3348"/>
                    </a:cubicBezTo>
                    <a:cubicBezTo>
                      <a:pt x="6558" y="2506"/>
                      <a:pt x="6224" y="1699"/>
                      <a:pt x="5629" y="1104"/>
                    </a:cubicBezTo>
                    <a:cubicBezTo>
                      <a:pt x="5034" y="509"/>
                      <a:pt x="4227" y="175"/>
                      <a:pt x="3386" y="175"/>
                    </a:cubicBezTo>
                    <a:cubicBezTo>
                      <a:pt x="2545" y="175"/>
                      <a:pt x="1738" y="509"/>
                      <a:pt x="1143" y="1104"/>
                    </a:cubicBezTo>
                    <a:cubicBezTo>
                      <a:pt x="549" y="1699"/>
                      <a:pt x="215" y="2506"/>
                      <a:pt x="215" y="3348"/>
                    </a:cubicBezTo>
                    <a:cubicBezTo>
                      <a:pt x="215" y="4189"/>
                      <a:pt x="549" y="4996"/>
                      <a:pt x="1143" y="5591"/>
                    </a:cubicBezTo>
                    <a:cubicBezTo>
                      <a:pt x="1738" y="6186"/>
                      <a:pt x="2545" y="6521"/>
                      <a:pt x="3386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97" name="Freeform: Shape 2796">
                <a:extLst>
                  <a:ext uri="{FF2B5EF4-FFF2-40B4-BE49-F238E27FC236}">
                    <a16:creationId xmlns:a16="http://schemas.microsoft.com/office/drawing/2014/main" id="{DA3DBC2A-FBFC-7213-D895-C77FC831DBD9}"/>
                  </a:ext>
                </a:extLst>
              </p:cNvPr>
              <p:cNvSpPr/>
              <p:nvPr/>
            </p:nvSpPr>
            <p:spPr>
              <a:xfrm>
                <a:off x="3573608" y="5700560"/>
                <a:ext cx="6343" cy="6345"/>
              </a:xfrm>
              <a:custGeom>
                <a:avLst/>
                <a:gdLst>
                  <a:gd name="connsiteX0" fmla="*/ 3386 w 6343"/>
                  <a:gd name="connsiteY0" fmla="*/ 6520 h 6345"/>
                  <a:gd name="connsiteX1" fmla="*/ 5629 w 6343"/>
                  <a:gd name="connsiteY1" fmla="*/ 5591 h 6345"/>
                  <a:gd name="connsiteX2" fmla="*/ 6558 w 6343"/>
                  <a:gd name="connsiteY2" fmla="*/ 3348 h 6345"/>
                  <a:gd name="connsiteX3" fmla="*/ 5629 w 6343"/>
                  <a:gd name="connsiteY3" fmla="*/ 1104 h 6345"/>
                  <a:gd name="connsiteX4" fmla="*/ 3386 w 6343"/>
                  <a:gd name="connsiteY4" fmla="*/ 175 h 6345"/>
                  <a:gd name="connsiteX5" fmla="*/ 1143 w 6343"/>
                  <a:gd name="connsiteY5" fmla="*/ 1104 h 6345"/>
                  <a:gd name="connsiteX6" fmla="*/ 215 w 6343"/>
                  <a:gd name="connsiteY6" fmla="*/ 3348 h 6345"/>
                  <a:gd name="connsiteX7" fmla="*/ 1143 w 6343"/>
                  <a:gd name="connsiteY7" fmla="*/ 5591 h 6345"/>
                  <a:gd name="connsiteX8" fmla="*/ 3386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0"/>
                    </a:moveTo>
                    <a:cubicBezTo>
                      <a:pt x="4227" y="6520"/>
                      <a:pt x="5034" y="6186"/>
                      <a:pt x="5629" y="5591"/>
                    </a:cubicBezTo>
                    <a:cubicBezTo>
                      <a:pt x="6223" y="4996"/>
                      <a:pt x="6558" y="4189"/>
                      <a:pt x="6558" y="3348"/>
                    </a:cubicBezTo>
                    <a:cubicBezTo>
                      <a:pt x="6558" y="2506"/>
                      <a:pt x="6223" y="1699"/>
                      <a:pt x="5629" y="1104"/>
                    </a:cubicBezTo>
                    <a:cubicBezTo>
                      <a:pt x="5034" y="509"/>
                      <a:pt x="4227" y="175"/>
                      <a:pt x="3386" y="175"/>
                    </a:cubicBezTo>
                    <a:cubicBezTo>
                      <a:pt x="2545" y="175"/>
                      <a:pt x="1738" y="509"/>
                      <a:pt x="1143" y="1104"/>
                    </a:cubicBezTo>
                    <a:cubicBezTo>
                      <a:pt x="549" y="1699"/>
                      <a:pt x="215" y="2506"/>
                      <a:pt x="215" y="3348"/>
                    </a:cubicBezTo>
                    <a:cubicBezTo>
                      <a:pt x="215" y="4189"/>
                      <a:pt x="549" y="4996"/>
                      <a:pt x="1143" y="5591"/>
                    </a:cubicBezTo>
                    <a:cubicBezTo>
                      <a:pt x="1738" y="6186"/>
                      <a:pt x="2545" y="6520"/>
                      <a:pt x="3386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98" name="Freeform: Shape 2797">
                <a:extLst>
                  <a:ext uri="{FF2B5EF4-FFF2-40B4-BE49-F238E27FC236}">
                    <a16:creationId xmlns:a16="http://schemas.microsoft.com/office/drawing/2014/main" id="{4A132AC1-C137-2D96-D724-7751A80EA129}"/>
                  </a:ext>
                </a:extLst>
              </p:cNvPr>
              <p:cNvSpPr/>
              <p:nvPr/>
            </p:nvSpPr>
            <p:spPr>
              <a:xfrm>
                <a:off x="3572507" y="5698559"/>
                <a:ext cx="6343" cy="6345"/>
              </a:xfrm>
              <a:custGeom>
                <a:avLst/>
                <a:gdLst>
                  <a:gd name="connsiteX0" fmla="*/ 3386 w 6343"/>
                  <a:gd name="connsiteY0" fmla="*/ 6520 h 6345"/>
                  <a:gd name="connsiteX1" fmla="*/ 5629 w 6343"/>
                  <a:gd name="connsiteY1" fmla="*/ 5591 h 6345"/>
                  <a:gd name="connsiteX2" fmla="*/ 6558 w 6343"/>
                  <a:gd name="connsiteY2" fmla="*/ 3348 h 6345"/>
                  <a:gd name="connsiteX3" fmla="*/ 5629 w 6343"/>
                  <a:gd name="connsiteY3" fmla="*/ 1104 h 6345"/>
                  <a:gd name="connsiteX4" fmla="*/ 3386 w 6343"/>
                  <a:gd name="connsiteY4" fmla="*/ 175 h 6345"/>
                  <a:gd name="connsiteX5" fmla="*/ 1143 w 6343"/>
                  <a:gd name="connsiteY5" fmla="*/ 1104 h 6345"/>
                  <a:gd name="connsiteX6" fmla="*/ 214 w 6343"/>
                  <a:gd name="connsiteY6" fmla="*/ 3348 h 6345"/>
                  <a:gd name="connsiteX7" fmla="*/ 1143 w 6343"/>
                  <a:gd name="connsiteY7" fmla="*/ 5591 h 6345"/>
                  <a:gd name="connsiteX8" fmla="*/ 3386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0"/>
                    </a:moveTo>
                    <a:cubicBezTo>
                      <a:pt x="4227" y="6520"/>
                      <a:pt x="5034" y="6186"/>
                      <a:pt x="5629" y="5591"/>
                    </a:cubicBezTo>
                    <a:cubicBezTo>
                      <a:pt x="6223" y="4996"/>
                      <a:pt x="6558" y="4189"/>
                      <a:pt x="6558" y="3348"/>
                    </a:cubicBezTo>
                    <a:cubicBezTo>
                      <a:pt x="6558" y="2506"/>
                      <a:pt x="6223" y="1699"/>
                      <a:pt x="5629" y="1104"/>
                    </a:cubicBezTo>
                    <a:cubicBezTo>
                      <a:pt x="5034" y="509"/>
                      <a:pt x="4227" y="175"/>
                      <a:pt x="3386" y="175"/>
                    </a:cubicBezTo>
                    <a:cubicBezTo>
                      <a:pt x="2545" y="175"/>
                      <a:pt x="1738" y="509"/>
                      <a:pt x="1143" y="1104"/>
                    </a:cubicBezTo>
                    <a:cubicBezTo>
                      <a:pt x="549" y="1699"/>
                      <a:pt x="214" y="2506"/>
                      <a:pt x="214" y="3348"/>
                    </a:cubicBezTo>
                    <a:cubicBezTo>
                      <a:pt x="214" y="4189"/>
                      <a:pt x="549" y="4996"/>
                      <a:pt x="1143" y="5591"/>
                    </a:cubicBezTo>
                    <a:cubicBezTo>
                      <a:pt x="1738" y="6186"/>
                      <a:pt x="2545" y="6520"/>
                      <a:pt x="3386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99" name="Freeform: Shape 2798">
                <a:extLst>
                  <a:ext uri="{FF2B5EF4-FFF2-40B4-BE49-F238E27FC236}">
                    <a16:creationId xmlns:a16="http://schemas.microsoft.com/office/drawing/2014/main" id="{E433FCFC-1D29-15BB-C020-F6AE1A7A06A6}"/>
                  </a:ext>
                </a:extLst>
              </p:cNvPr>
              <p:cNvSpPr/>
              <p:nvPr/>
            </p:nvSpPr>
            <p:spPr>
              <a:xfrm>
                <a:off x="3568495" y="5696164"/>
                <a:ext cx="6343" cy="6345"/>
              </a:xfrm>
              <a:custGeom>
                <a:avLst/>
                <a:gdLst>
                  <a:gd name="connsiteX0" fmla="*/ 3386 w 6343"/>
                  <a:gd name="connsiteY0" fmla="*/ 6520 h 6345"/>
                  <a:gd name="connsiteX1" fmla="*/ 5628 w 6343"/>
                  <a:gd name="connsiteY1" fmla="*/ 5591 h 6345"/>
                  <a:gd name="connsiteX2" fmla="*/ 6557 w 6343"/>
                  <a:gd name="connsiteY2" fmla="*/ 3347 h 6345"/>
                  <a:gd name="connsiteX3" fmla="*/ 5628 w 6343"/>
                  <a:gd name="connsiteY3" fmla="*/ 1104 h 6345"/>
                  <a:gd name="connsiteX4" fmla="*/ 3386 w 6343"/>
                  <a:gd name="connsiteY4" fmla="*/ 175 h 6345"/>
                  <a:gd name="connsiteX5" fmla="*/ 1143 w 6343"/>
                  <a:gd name="connsiteY5" fmla="*/ 1104 h 6345"/>
                  <a:gd name="connsiteX6" fmla="*/ 214 w 6343"/>
                  <a:gd name="connsiteY6" fmla="*/ 3347 h 6345"/>
                  <a:gd name="connsiteX7" fmla="*/ 1143 w 6343"/>
                  <a:gd name="connsiteY7" fmla="*/ 5591 h 6345"/>
                  <a:gd name="connsiteX8" fmla="*/ 3386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0"/>
                    </a:moveTo>
                    <a:cubicBezTo>
                      <a:pt x="4227" y="6520"/>
                      <a:pt x="5034" y="6186"/>
                      <a:pt x="5628" y="5591"/>
                    </a:cubicBezTo>
                    <a:cubicBezTo>
                      <a:pt x="6223" y="4996"/>
                      <a:pt x="6557" y="4189"/>
                      <a:pt x="6557" y="3347"/>
                    </a:cubicBezTo>
                    <a:cubicBezTo>
                      <a:pt x="6557" y="2506"/>
                      <a:pt x="6223" y="1699"/>
                      <a:pt x="5628" y="1104"/>
                    </a:cubicBezTo>
                    <a:cubicBezTo>
                      <a:pt x="5034" y="509"/>
                      <a:pt x="4227" y="175"/>
                      <a:pt x="3386" y="175"/>
                    </a:cubicBezTo>
                    <a:cubicBezTo>
                      <a:pt x="2545" y="175"/>
                      <a:pt x="1738" y="509"/>
                      <a:pt x="1143" y="1104"/>
                    </a:cubicBezTo>
                    <a:cubicBezTo>
                      <a:pt x="548" y="1699"/>
                      <a:pt x="214" y="2506"/>
                      <a:pt x="214" y="3347"/>
                    </a:cubicBezTo>
                    <a:cubicBezTo>
                      <a:pt x="214" y="4189"/>
                      <a:pt x="548" y="4996"/>
                      <a:pt x="1143" y="5591"/>
                    </a:cubicBezTo>
                    <a:cubicBezTo>
                      <a:pt x="1738" y="6186"/>
                      <a:pt x="2545" y="6520"/>
                      <a:pt x="3386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00" name="Freeform: Shape 2799">
                <a:extLst>
                  <a:ext uri="{FF2B5EF4-FFF2-40B4-BE49-F238E27FC236}">
                    <a16:creationId xmlns:a16="http://schemas.microsoft.com/office/drawing/2014/main" id="{AC8ED757-73A2-E7D0-3174-7AEE5173C9CF}"/>
                  </a:ext>
                </a:extLst>
              </p:cNvPr>
              <p:cNvSpPr/>
              <p:nvPr/>
            </p:nvSpPr>
            <p:spPr>
              <a:xfrm>
                <a:off x="3564218" y="5693681"/>
                <a:ext cx="6343" cy="6345"/>
              </a:xfrm>
              <a:custGeom>
                <a:avLst/>
                <a:gdLst>
                  <a:gd name="connsiteX0" fmla="*/ 3385 w 6343"/>
                  <a:gd name="connsiteY0" fmla="*/ 6520 h 6345"/>
                  <a:gd name="connsiteX1" fmla="*/ 5628 w 6343"/>
                  <a:gd name="connsiteY1" fmla="*/ 5591 h 6345"/>
                  <a:gd name="connsiteX2" fmla="*/ 6557 w 6343"/>
                  <a:gd name="connsiteY2" fmla="*/ 3347 h 6345"/>
                  <a:gd name="connsiteX3" fmla="*/ 5628 w 6343"/>
                  <a:gd name="connsiteY3" fmla="*/ 1104 h 6345"/>
                  <a:gd name="connsiteX4" fmla="*/ 3385 w 6343"/>
                  <a:gd name="connsiteY4" fmla="*/ 174 h 6345"/>
                  <a:gd name="connsiteX5" fmla="*/ 1143 w 6343"/>
                  <a:gd name="connsiteY5" fmla="*/ 1104 h 6345"/>
                  <a:gd name="connsiteX6" fmla="*/ 214 w 6343"/>
                  <a:gd name="connsiteY6" fmla="*/ 3347 h 6345"/>
                  <a:gd name="connsiteX7" fmla="*/ 1143 w 6343"/>
                  <a:gd name="connsiteY7" fmla="*/ 5591 h 6345"/>
                  <a:gd name="connsiteX8" fmla="*/ 3385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0"/>
                    </a:moveTo>
                    <a:cubicBezTo>
                      <a:pt x="4226" y="6520"/>
                      <a:pt x="5033" y="6186"/>
                      <a:pt x="5628" y="5591"/>
                    </a:cubicBezTo>
                    <a:cubicBezTo>
                      <a:pt x="6223" y="4996"/>
                      <a:pt x="6557" y="4189"/>
                      <a:pt x="6557" y="3347"/>
                    </a:cubicBezTo>
                    <a:cubicBezTo>
                      <a:pt x="6557" y="2506"/>
                      <a:pt x="6223" y="1699"/>
                      <a:pt x="5628" y="1104"/>
                    </a:cubicBezTo>
                    <a:cubicBezTo>
                      <a:pt x="5033" y="509"/>
                      <a:pt x="4226" y="174"/>
                      <a:pt x="3385" y="174"/>
                    </a:cubicBezTo>
                    <a:cubicBezTo>
                      <a:pt x="2544" y="174"/>
                      <a:pt x="1737" y="509"/>
                      <a:pt x="1143" y="1104"/>
                    </a:cubicBezTo>
                    <a:cubicBezTo>
                      <a:pt x="548" y="1699"/>
                      <a:pt x="214" y="2506"/>
                      <a:pt x="214" y="3347"/>
                    </a:cubicBezTo>
                    <a:cubicBezTo>
                      <a:pt x="214" y="4189"/>
                      <a:pt x="548" y="4996"/>
                      <a:pt x="1143" y="5591"/>
                    </a:cubicBezTo>
                    <a:cubicBezTo>
                      <a:pt x="1737" y="6186"/>
                      <a:pt x="2544" y="6520"/>
                      <a:pt x="3385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01" name="Freeform: Shape 2800">
                <a:extLst>
                  <a:ext uri="{FF2B5EF4-FFF2-40B4-BE49-F238E27FC236}">
                    <a16:creationId xmlns:a16="http://schemas.microsoft.com/office/drawing/2014/main" id="{71E6EB09-0371-E360-910B-32B7927E7066}"/>
                  </a:ext>
                </a:extLst>
              </p:cNvPr>
              <p:cNvSpPr/>
              <p:nvPr/>
            </p:nvSpPr>
            <p:spPr>
              <a:xfrm>
                <a:off x="3553087" y="5690166"/>
                <a:ext cx="6343" cy="6345"/>
              </a:xfrm>
              <a:custGeom>
                <a:avLst/>
                <a:gdLst>
                  <a:gd name="connsiteX0" fmla="*/ 3384 w 6343"/>
                  <a:gd name="connsiteY0" fmla="*/ 6520 h 6345"/>
                  <a:gd name="connsiteX1" fmla="*/ 5627 w 6343"/>
                  <a:gd name="connsiteY1" fmla="*/ 5590 h 6345"/>
                  <a:gd name="connsiteX2" fmla="*/ 6556 w 6343"/>
                  <a:gd name="connsiteY2" fmla="*/ 3347 h 6345"/>
                  <a:gd name="connsiteX3" fmla="*/ 5627 w 6343"/>
                  <a:gd name="connsiteY3" fmla="*/ 1103 h 6345"/>
                  <a:gd name="connsiteX4" fmla="*/ 3384 w 6343"/>
                  <a:gd name="connsiteY4" fmla="*/ 174 h 6345"/>
                  <a:gd name="connsiteX5" fmla="*/ 1142 w 6343"/>
                  <a:gd name="connsiteY5" fmla="*/ 1103 h 6345"/>
                  <a:gd name="connsiteX6" fmla="*/ 213 w 6343"/>
                  <a:gd name="connsiteY6" fmla="*/ 3347 h 6345"/>
                  <a:gd name="connsiteX7" fmla="*/ 1142 w 6343"/>
                  <a:gd name="connsiteY7" fmla="*/ 5590 h 6345"/>
                  <a:gd name="connsiteX8" fmla="*/ 3384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20"/>
                    </a:moveTo>
                    <a:cubicBezTo>
                      <a:pt x="4226" y="6520"/>
                      <a:pt x="5032" y="6185"/>
                      <a:pt x="5627" y="5590"/>
                    </a:cubicBezTo>
                    <a:cubicBezTo>
                      <a:pt x="6222" y="4995"/>
                      <a:pt x="6556" y="4188"/>
                      <a:pt x="6556" y="3347"/>
                    </a:cubicBezTo>
                    <a:cubicBezTo>
                      <a:pt x="6556" y="2505"/>
                      <a:pt x="6222" y="1698"/>
                      <a:pt x="5627" y="1103"/>
                    </a:cubicBezTo>
                    <a:cubicBezTo>
                      <a:pt x="5032" y="508"/>
                      <a:pt x="4226" y="174"/>
                      <a:pt x="3384" y="174"/>
                    </a:cubicBezTo>
                    <a:cubicBezTo>
                      <a:pt x="2543" y="174"/>
                      <a:pt x="1737" y="508"/>
                      <a:pt x="1142" y="1103"/>
                    </a:cubicBezTo>
                    <a:cubicBezTo>
                      <a:pt x="547" y="1698"/>
                      <a:pt x="213" y="2505"/>
                      <a:pt x="213" y="3347"/>
                    </a:cubicBezTo>
                    <a:cubicBezTo>
                      <a:pt x="213" y="4188"/>
                      <a:pt x="547" y="4995"/>
                      <a:pt x="1142" y="5590"/>
                    </a:cubicBezTo>
                    <a:cubicBezTo>
                      <a:pt x="1737" y="6185"/>
                      <a:pt x="2543" y="6520"/>
                      <a:pt x="3384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02" name="Freeform: Shape 2801">
                <a:extLst>
                  <a:ext uri="{FF2B5EF4-FFF2-40B4-BE49-F238E27FC236}">
                    <a16:creationId xmlns:a16="http://schemas.microsoft.com/office/drawing/2014/main" id="{AEB4F2E0-F24E-94B6-2BA2-65AC032D77B3}"/>
                  </a:ext>
                </a:extLst>
              </p:cNvPr>
              <p:cNvSpPr/>
              <p:nvPr/>
            </p:nvSpPr>
            <p:spPr>
              <a:xfrm>
                <a:off x="2963147" y="5416222"/>
                <a:ext cx="6343" cy="6345"/>
              </a:xfrm>
              <a:custGeom>
                <a:avLst/>
                <a:gdLst>
                  <a:gd name="connsiteX0" fmla="*/ 3338 w 6343"/>
                  <a:gd name="connsiteY0" fmla="*/ 6498 h 6345"/>
                  <a:gd name="connsiteX1" fmla="*/ 5581 w 6343"/>
                  <a:gd name="connsiteY1" fmla="*/ 5569 h 6345"/>
                  <a:gd name="connsiteX2" fmla="*/ 6510 w 6343"/>
                  <a:gd name="connsiteY2" fmla="*/ 3325 h 6345"/>
                  <a:gd name="connsiteX3" fmla="*/ 5581 w 6343"/>
                  <a:gd name="connsiteY3" fmla="*/ 1082 h 6345"/>
                  <a:gd name="connsiteX4" fmla="*/ 3338 w 6343"/>
                  <a:gd name="connsiteY4" fmla="*/ 153 h 6345"/>
                  <a:gd name="connsiteX5" fmla="*/ 1095 w 6343"/>
                  <a:gd name="connsiteY5" fmla="*/ 1082 h 6345"/>
                  <a:gd name="connsiteX6" fmla="*/ 166 w 6343"/>
                  <a:gd name="connsiteY6" fmla="*/ 3325 h 6345"/>
                  <a:gd name="connsiteX7" fmla="*/ 1095 w 6343"/>
                  <a:gd name="connsiteY7" fmla="*/ 5569 h 6345"/>
                  <a:gd name="connsiteX8" fmla="*/ 3338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8" y="6498"/>
                    </a:moveTo>
                    <a:cubicBezTo>
                      <a:pt x="4179" y="6498"/>
                      <a:pt x="4986" y="6164"/>
                      <a:pt x="5581" y="5569"/>
                    </a:cubicBezTo>
                    <a:cubicBezTo>
                      <a:pt x="6175" y="4974"/>
                      <a:pt x="6510" y="4167"/>
                      <a:pt x="6510" y="3325"/>
                    </a:cubicBezTo>
                    <a:cubicBezTo>
                      <a:pt x="6510" y="2484"/>
                      <a:pt x="6175" y="1677"/>
                      <a:pt x="5581" y="1082"/>
                    </a:cubicBezTo>
                    <a:cubicBezTo>
                      <a:pt x="4986" y="487"/>
                      <a:pt x="4179" y="153"/>
                      <a:pt x="3338" y="153"/>
                    </a:cubicBezTo>
                    <a:cubicBezTo>
                      <a:pt x="2497" y="153"/>
                      <a:pt x="1690" y="487"/>
                      <a:pt x="1095" y="1082"/>
                    </a:cubicBezTo>
                    <a:cubicBezTo>
                      <a:pt x="501" y="1677"/>
                      <a:pt x="166" y="2484"/>
                      <a:pt x="166" y="3325"/>
                    </a:cubicBezTo>
                    <a:cubicBezTo>
                      <a:pt x="166" y="4167"/>
                      <a:pt x="501" y="4974"/>
                      <a:pt x="1095" y="5569"/>
                    </a:cubicBezTo>
                    <a:cubicBezTo>
                      <a:pt x="1690" y="6164"/>
                      <a:pt x="2497" y="6498"/>
                      <a:pt x="3338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03" name="Freeform: Shape 2802">
                <a:extLst>
                  <a:ext uri="{FF2B5EF4-FFF2-40B4-BE49-F238E27FC236}">
                    <a16:creationId xmlns:a16="http://schemas.microsoft.com/office/drawing/2014/main" id="{84B6B9D7-C8E7-EBBC-1F8E-B543444B990B}"/>
                  </a:ext>
                </a:extLst>
              </p:cNvPr>
              <p:cNvSpPr/>
              <p:nvPr/>
            </p:nvSpPr>
            <p:spPr>
              <a:xfrm>
                <a:off x="2718554" y="5298237"/>
                <a:ext cx="6343" cy="6345"/>
              </a:xfrm>
              <a:custGeom>
                <a:avLst/>
                <a:gdLst>
                  <a:gd name="connsiteX0" fmla="*/ 3319 w 6343"/>
                  <a:gd name="connsiteY0" fmla="*/ 6489 h 6345"/>
                  <a:gd name="connsiteX1" fmla="*/ 5561 w 6343"/>
                  <a:gd name="connsiteY1" fmla="*/ 5559 h 6345"/>
                  <a:gd name="connsiteX2" fmla="*/ 6490 w 6343"/>
                  <a:gd name="connsiteY2" fmla="*/ 3316 h 6345"/>
                  <a:gd name="connsiteX3" fmla="*/ 5561 w 6343"/>
                  <a:gd name="connsiteY3" fmla="*/ 1073 h 6345"/>
                  <a:gd name="connsiteX4" fmla="*/ 3319 w 6343"/>
                  <a:gd name="connsiteY4" fmla="*/ 143 h 6345"/>
                  <a:gd name="connsiteX5" fmla="*/ 1076 w 6343"/>
                  <a:gd name="connsiteY5" fmla="*/ 1073 h 6345"/>
                  <a:gd name="connsiteX6" fmla="*/ 147 w 6343"/>
                  <a:gd name="connsiteY6" fmla="*/ 3316 h 6345"/>
                  <a:gd name="connsiteX7" fmla="*/ 1076 w 6343"/>
                  <a:gd name="connsiteY7" fmla="*/ 5559 h 6345"/>
                  <a:gd name="connsiteX8" fmla="*/ 3319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9" y="6489"/>
                    </a:moveTo>
                    <a:cubicBezTo>
                      <a:pt x="4160" y="6489"/>
                      <a:pt x="4967" y="6154"/>
                      <a:pt x="5561" y="5559"/>
                    </a:cubicBezTo>
                    <a:cubicBezTo>
                      <a:pt x="6156" y="4964"/>
                      <a:pt x="6490" y="4157"/>
                      <a:pt x="6490" y="3316"/>
                    </a:cubicBezTo>
                    <a:cubicBezTo>
                      <a:pt x="6490" y="2475"/>
                      <a:pt x="6156" y="1668"/>
                      <a:pt x="5561" y="1073"/>
                    </a:cubicBezTo>
                    <a:cubicBezTo>
                      <a:pt x="4967" y="478"/>
                      <a:pt x="4160" y="143"/>
                      <a:pt x="3319" y="143"/>
                    </a:cubicBezTo>
                    <a:cubicBezTo>
                      <a:pt x="2478" y="143"/>
                      <a:pt x="1671" y="478"/>
                      <a:pt x="1076" y="1073"/>
                    </a:cubicBezTo>
                    <a:cubicBezTo>
                      <a:pt x="481" y="1668"/>
                      <a:pt x="147" y="2475"/>
                      <a:pt x="147" y="3316"/>
                    </a:cubicBezTo>
                    <a:cubicBezTo>
                      <a:pt x="147" y="4157"/>
                      <a:pt x="481" y="4964"/>
                      <a:pt x="1076" y="5559"/>
                    </a:cubicBezTo>
                    <a:cubicBezTo>
                      <a:pt x="1671" y="6154"/>
                      <a:pt x="2478" y="6489"/>
                      <a:pt x="3319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04" name="Freeform: Shape 2803">
                <a:extLst>
                  <a:ext uri="{FF2B5EF4-FFF2-40B4-BE49-F238E27FC236}">
                    <a16:creationId xmlns:a16="http://schemas.microsoft.com/office/drawing/2014/main" id="{74EEE20B-C5FE-4FA8-012D-ADCFAB7B80D9}"/>
                  </a:ext>
                </a:extLst>
              </p:cNvPr>
              <p:cNvSpPr/>
              <p:nvPr/>
            </p:nvSpPr>
            <p:spPr>
              <a:xfrm>
                <a:off x="2731641" y="5295166"/>
                <a:ext cx="6343" cy="6345"/>
              </a:xfrm>
              <a:custGeom>
                <a:avLst/>
                <a:gdLst>
                  <a:gd name="connsiteX0" fmla="*/ 3320 w 6343"/>
                  <a:gd name="connsiteY0" fmla="*/ 6488 h 6345"/>
                  <a:gd name="connsiteX1" fmla="*/ 5562 w 6343"/>
                  <a:gd name="connsiteY1" fmla="*/ 5559 h 6345"/>
                  <a:gd name="connsiteX2" fmla="*/ 6491 w 6343"/>
                  <a:gd name="connsiteY2" fmla="*/ 3316 h 6345"/>
                  <a:gd name="connsiteX3" fmla="*/ 5562 w 6343"/>
                  <a:gd name="connsiteY3" fmla="*/ 1072 h 6345"/>
                  <a:gd name="connsiteX4" fmla="*/ 3320 w 6343"/>
                  <a:gd name="connsiteY4" fmla="*/ 143 h 6345"/>
                  <a:gd name="connsiteX5" fmla="*/ 1077 w 6343"/>
                  <a:gd name="connsiteY5" fmla="*/ 1072 h 6345"/>
                  <a:gd name="connsiteX6" fmla="*/ 148 w 6343"/>
                  <a:gd name="connsiteY6" fmla="*/ 3316 h 6345"/>
                  <a:gd name="connsiteX7" fmla="*/ 1077 w 6343"/>
                  <a:gd name="connsiteY7" fmla="*/ 5559 h 6345"/>
                  <a:gd name="connsiteX8" fmla="*/ 3320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0" y="6488"/>
                    </a:moveTo>
                    <a:cubicBezTo>
                      <a:pt x="4161" y="6488"/>
                      <a:pt x="4968" y="6154"/>
                      <a:pt x="5562" y="5559"/>
                    </a:cubicBezTo>
                    <a:cubicBezTo>
                      <a:pt x="6157" y="4964"/>
                      <a:pt x="6491" y="4157"/>
                      <a:pt x="6491" y="3316"/>
                    </a:cubicBezTo>
                    <a:cubicBezTo>
                      <a:pt x="6491" y="2474"/>
                      <a:pt x="6157" y="1667"/>
                      <a:pt x="5562" y="1072"/>
                    </a:cubicBezTo>
                    <a:cubicBezTo>
                      <a:pt x="4968" y="477"/>
                      <a:pt x="4161" y="143"/>
                      <a:pt x="3320" y="143"/>
                    </a:cubicBezTo>
                    <a:cubicBezTo>
                      <a:pt x="2479" y="143"/>
                      <a:pt x="1672" y="477"/>
                      <a:pt x="1077" y="1072"/>
                    </a:cubicBezTo>
                    <a:cubicBezTo>
                      <a:pt x="482" y="1667"/>
                      <a:pt x="148" y="2474"/>
                      <a:pt x="148" y="3316"/>
                    </a:cubicBezTo>
                    <a:cubicBezTo>
                      <a:pt x="148" y="4157"/>
                      <a:pt x="482" y="4964"/>
                      <a:pt x="1077" y="5559"/>
                    </a:cubicBezTo>
                    <a:cubicBezTo>
                      <a:pt x="1672" y="6154"/>
                      <a:pt x="2479" y="6488"/>
                      <a:pt x="3320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05" name="Freeform: Shape 2804">
                <a:extLst>
                  <a:ext uri="{FF2B5EF4-FFF2-40B4-BE49-F238E27FC236}">
                    <a16:creationId xmlns:a16="http://schemas.microsoft.com/office/drawing/2014/main" id="{080F1B8A-C147-CFDE-09CE-1F83562D4BA9}"/>
                  </a:ext>
                </a:extLst>
              </p:cNvPr>
              <p:cNvSpPr/>
              <p:nvPr/>
            </p:nvSpPr>
            <p:spPr>
              <a:xfrm>
                <a:off x="2773912" y="5295902"/>
                <a:ext cx="6343" cy="6345"/>
              </a:xfrm>
              <a:custGeom>
                <a:avLst/>
                <a:gdLst>
                  <a:gd name="connsiteX0" fmla="*/ 3323 w 6343"/>
                  <a:gd name="connsiteY0" fmla="*/ 6489 h 6345"/>
                  <a:gd name="connsiteX1" fmla="*/ 5566 w 6343"/>
                  <a:gd name="connsiteY1" fmla="*/ 5559 h 6345"/>
                  <a:gd name="connsiteX2" fmla="*/ 6495 w 6343"/>
                  <a:gd name="connsiteY2" fmla="*/ 3316 h 6345"/>
                  <a:gd name="connsiteX3" fmla="*/ 5566 w 6343"/>
                  <a:gd name="connsiteY3" fmla="*/ 1072 h 6345"/>
                  <a:gd name="connsiteX4" fmla="*/ 3323 w 6343"/>
                  <a:gd name="connsiteY4" fmla="*/ 143 h 6345"/>
                  <a:gd name="connsiteX5" fmla="*/ 1080 w 6343"/>
                  <a:gd name="connsiteY5" fmla="*/ 1072 h 6345"/>
                  <a:gd name="connsiteX6" fmla="*/ 151 w 6343"/>
                  <a:gd name="connsiteY6" fmla="*/ 3316 h 6345"/>
                  <a:gd name="connsiteX7" fmla="*/ 1080 w 6343"/>
                  <a:gd name="connsiteY7" fmla="*/ 5559 h 6345"/>
                  <a:gd name="connsiteX8" fmla="*/ 3323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489"/>
                    </a:moveTo>
                    <a:cubicBezTo>
                      <a:pt x="4164" y="6489"/>
                      <a:pt x="4971" y="6154"/>
                      <a:pt x="5566" y="5559"/>
                    </a:cubicBezTo>
                    <a:cubicBezTo>
                      <a:pt x="6160" y="4964"/>
                      <a:pt x="6495" y="4157"/>
                      <a:pt x="6495" y="3316"/>
                    </a:cubicBezTo>
                    <a:cubicBezTo>
                      <a:pt x="6495" y="2474"/>
                      <a:pt x="6160" y="1667"/>
                      <a:pt x="5566" y="1072"/>
                    </a:cubicBezTo>
                    <a:cubicBezTo>
                      <a:pt x="4971" y="477"/>
                      <a:pt x="4164" y="143"/>
                      <a:pt x="3323" y="143"/>
                    </a:cubicBezTo>
                    <a:cubicBezTo>
                      <a:pt x="2482" y="143"/>
                      <a:pt x="1675" y="477"/>
                      <a:pt x="1080" y="1072"/>
                    </a:cubicBezTo>
                    <a:cubicBezTo>
                      <a:pt x="486" y="1667"/>
                      <a:pt x="151" y="2474"/>
                      <a:pt x="151" y="3316"/>
                    </a:cubicBezTo>
                    <a:cubicBezTo>
                      <a:pt x="151" y="4157"/>
                      <a:pt x="486" y="4964"/>
                      <a:pt x="1080" y="5559"/>
                    </a:cubicBezTo>
                    <a:cubicBezTo>
                      <a:pt x="1675" y="6154"/>
                      <a:pt x="2482" y="6489"/>
                      <a:pt x="3323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06" name="Freeform: Shape 2805">
                <a:extLst>
                  <a:ext uri="{FF2B5EF4-FFF2-40B4-BE49-F238E27FC236}">
                    <a16:creationId xmlns:a16="http://schemas.microsoft.com/office/drawing/2014/main" id="{9871B508-1E13-19E0-C98F-818BED253B5F}"/>
                  </a:ext>
                </a:extLst>
              </p:cNvPr>
              <p:cNvSpPr/>
              <p:nvPr/>
            </p:nvSpPr>
            <p:spPr>
              <a:xfrm>
                <a:off x="2821236" y="5292200"/>
                <a:ext cx="6343" cy="6345"/>
              </a:xfrm>
              <a:custGeom>
                <a:avLst/>
                <a:gdLst>
                  <a:gd name="connsiteX0" fmla="*/ 3327 w 6343"/>
                  <a:gd name="connsiteY0" fmla="*/ 6488 h 6345"/>
                  <a:gd name="connsiteX1" fmla="*/ 5569 w 6343"/>
                  <a:gd name="connsiteY1" fmla="*/ 5559 h 6345"/>
                  <a:gd name="connsiteX2" fmla="*/ 6498 w 6343"/>
                  <a:gd name="connsiteY2" fmla="*/ 3316 h 6345"/>
                  <a:gd name="connsiteX3" fmla="*/ 5569 w 6343"/>
                  <a:gd name="connsiteY3" fmla="*/ 1072 h 6345"/>
                  <a:gd name="connsiteX4" fmla="*/ 3327 w 6343"/>
                  <a:gd name="connsiteY4" fmla="*/ 143 h 6345"/>
                  <a:gd name="connsiteX5" fmla="*/ 1084 w 6343"/>
                  <a:gd name="connsiteY5" fmla="*/ 1072 h 6345"/>
                  <a:gd name="connsiteX6" fmla="*/ 155 w 6343"/>
                  <a:gd name="connsiteY6" fmla="*/ 3316 h 6345"/>
                  <a:gd name="connsiteX7" fmla="*/ 1084 w 6343"/>
                  <a:gd name="connsiteY7" fmla="*/ 5559 h 6345"/>
                  <a:gd name="connsiteX8" fmla="*/ 3327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7" y="6488"/>
                    </a:moveTo>
                    <a:cubicBezTo>
                      <a:pt x="4168" y="6488"/>
                      <a:pt x="4975" y="6154"/>
                      <a:pt x="5569" y="5559"/>
                    </a:cubicBezTo>
                    <a:cubicBezTo>
                      <a:pt x="6164" y="4964"/>
                      <a:pt x="6498" y="4157"/>
                      <a:pt x="6498" y="3316"/>
                    </a:cubicBezTo>
                    <a:cubicBezTo>
                      <a:pt x="6498" y="2474"/>
                      <a:pt x="6164" y="1667"/>
                      <a:pt x="5569" y="1072"/>
                    </a:cubicBezTo>
                    <a:cubicBezTo>
                      <a:pt x="4975" y="477"/>
                      <a:pt x="4168" y="143"/>
                      <a:pt x="3327" y="143"/>
                    </a:cubicBezTo>
                    <a:cubicBezTo>
                      <a:pt x="2486" y="143"/>
                      <a:pt x="1679" y="477"/>
                      <a:pt x="1084" y="1072"/>
                    </a:cubicBezTo>
                    <a:cubicBezTo>
                      <a:pt x="489" y="1667"/>
                      <a:pt x="155" y="2474"/>
                      <a:pt x="155" y="3316"/>
                    </a:cubicBezTo>
                    <a:cubicBezTo>
                      <a:pt x="155" y="4157"/>
                      <a:pt x="489" y="4964"/>
                      <a:pt x="1084" y="5559"/>
                    </a:cubicBezTo>
                    <a:cubicBezTo>
                      <a:pt x="1679" y="6154"/>
                      <a:pt x="2486" y="6488"/>
                      <a:pt x="3327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07" name="Freeform: Shape 2806">
                <a:extLst>
                  <a:ext uri="{FF2B5EF4-FFF2-40B4-BE49-F238E27FC236}">
                    <a16:creationId xmlns:a16="http://schemas.microsoft.com/office/drawing/2014/main" id="{95CC6268-642D-CD19-CC05-06BF65E4D6A1}"/>
                  </a:ext>
                </a:extLst>
              </p:cNvPr>
              <p:cNvSpPr/>
              <p:nvPr/>
            </p:nvSpPr>
            <p:spPr>
              <a:xfrm>
                <a:off x="2874484" y="5292823"/>
                <a:ext cx="6343" cy="6345"/>
              </a:xfrm>
              <a:custGeom>
                <a:avLst/>
                <a:gdLst>
                  <a:gd name="connsiteX0" fmla="*/ 3331 w 6343"/>
                  <a:gd name="connsiteY0" fmla="*/ 6488 h 6345"/>
                  <a:gd name="connsiteX1" fmla="*/ 5574 w 6343"/>
                  <a:gd name="connsiteY1" fmla="*/ 5559 h 6345"/>
                  <a:gd name="connsiteX2" fmla="*/ 6503 w 6343"/>
                  <a:gd name="connsiteY2" fmla="*/ 3316 h 6345"/>
                  <a:gd name="connsiteX3" fmla="*/ 5574 w 6343"/>
                  <a:gd name="connsiteY3" fmla="*/ 1072 h 6345"/>
                  <a:gd name="connsiteX4" fmla="*/ 3331 w 6343"/>
                  <a:gd name="connsiteY4" fmla="*/ 143 h 6345"/>
                  <a:gd name="connsiteX5" fmla="*/ 1088 w 6343"/>
                  <a:gd name="connsiteY5" fmla="*/ 1072 h 6345"/>
                  <a:gd name="connsiteX6" fmla="*/ 159 w 6343"/>
                  <a:gd name="connsiteY6" fmla="*/ 3316 h 6345"/>
                  <a:gd name="connsiteX7" fmla="*/ 1088 w 6343"/>
                  <a:gd name="connsiteY7" fmla="*/ 5559 h 6345"/>
                  <a:gd name="connsiteX8" fmla="*/ 3331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88"/>
                    </a:moveTo>
                    <a:cubicBezTo>
                      <a:pt x="4172" y="6488"/>
                      <a:pt x="4979" y="6154"/>
                      <a:pt x="5574" y="5559"/>
                    </a:cubicBezTo>
                    <a:cubicBezTo>
                      <a:pt x="6168" y="4964"/>
                      <a:pt x="6503" y="4157"/>
                      <a:pt x="6503" y="3316"/>
                    </a:cubicBezTo>
                    <a:cubicBezTo>
                      <a:pt x="6503" y="2474"/>
                      <a:pt x="6168" y="1667"/>
                      <a:pt x="5574" y="1072"/>
                    </a:cubicBezTo>
                    <a:cubicBezTo>
                      <a:pt x="4979" y="477"/>
                      <a:pt x="4172" y="143"/>
                      <a:pt x="3331" y="143"/>
                    </a:cubicBezTo>
                    <a:cubicBezTo>
                      <a:pt x="2490" y="143"/>
                      <a:pt x="1683" y="477"/>
                      <a:pt x="1088" y="1072"/>
                    </a:cubicBezTo>
                    <a:cubicBezTo>
                      <a:pt x="494" y="1667"/>
                      <a:pt x="159" y="2474"/>
                      <a:pt x="159" y="3316"/>
                    </a:cubicBezTo>
                    <a:cubicBezTo>
                      <a:pt x="159" y="4157"/>
                      <a:pt x="494" y="4964"/>
                      <a:pt x="1088" y="5559"/>
                    </a:cubicBezTo>
                    <a:cubicBezTo>
                      <a:pt x="1683" y="6154"/>
                      <a:pt x="2490" y="6488"/>
                      <a:pt x="3331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08" name="Freeform: Shape 2807">
                <a:extLst>
                  <a:ext uri="{FF2B5EF4-FFF2-40B4-BE49-F238E27FC236}">
                    <a16:creationId xmlns:a16="http://schemas.microsoft.com/office/drawing/2014/main" id="{2B468A48-221C-6113-BAAC-756F81E84E93}"/>
                  </a:ext>
                </a:extLst>
              </p:cNvPr>
              <p:cNvSpPr/>
              <p:nvPr/>
            </p:nvSpPr>
            <p:spPr>
              <a:xfrm>
                <a:off x="2877132" y="5286663"/>
                <a:ext cx="6343" cy="6345"/>
              </a:xfrm>
              <a:custGeom>
                <a:avLst/>
                <a:gdLst>
                  <a:gd name="connsiteX0" fmla="*/ 3331 w 6343"/>
                  <a:gd name="connsiteY0" fmla="*/ 6488 h 6345"/>
                  <a:gd name="connsiteX1" fmla="*/ 5574 w 6343"/>
                  <a:gd name="connsiteY1" fmla="*/ 5559 h 6345"/>
                  <a:gd name="connsiteX2" fmla="*/ 6503 w 6343"/>
                  <a:gd name="connsiteY2" fmla="*/ 3315 h 6345"/>
                  <a:gd name="connsiteX3" fmla="*/ 5574 w 6343"/>
                  <a:gd name="connsiteY3" fmla="*/ 1072 h 6345"/>
                  <a:gd name="connsiteX4" fmla="*/ 3331 w 6343"/>
                  <a:gd name="connsiteY4" fmla="*/ 142 h 6345"/>
                  <a:gd name="connsiteX5" fmla="*/ 1089 w 6343"/>
                  <a:gd name="connsiteY5" fmla="*/ 1072 h 6345"/>
                  <a:gd name="connsiteX6" fmla="*/ 160 w 6343"/>
                  <a:gd name="connsiteY6" fmla="*/ 3315 h 6345"/>
                  <a:gd name="connsiteX7" fmla="*/ 1089 w 6343"/>
                  <a:gd name="connsiteY7" fmla="*/ 5559 h 6345"/>
                  <a:gd name="connsiteX8" fmla="*/ 3331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88"/>
                    </a:moveTo>
                    <a:cubicBezTo>
                      <a:pt x="4172" y="6488"/>
                      <a:pt x="4979" y="6154"/>
                      <a:pt x="5574" y="5559"/>
                    </a:cubicBezTo>
                    <a:cubicBezTo>
                      <a:pt x="6169" y="4964"/>
                      <a:pt x="6503" y="4157"/>
                      <a:pt x="6503" y="3315"/>
                    </a:cubicBezTo>
                    <a:cubicBezTo>
                      <a:pt x="6503" y="2474"/>
                      <a:pt x="6169" y="1667"/>
                      <a:pt x="5574" y="1072"/>
                    </a:cubicBezTo>
                    <a:cubicBezTo>
                      <a:pt x="4979" y="477"/>
                      <a:pt x="4172" y="142"/>
                      <a:pt x="3331" y="142"/>
                    </a:cubicBezTo>
                    <a:cubicBezTo>
                      <a:pt x="2490" y="142"/>
                      <a:pt x="1683" y="477"/>
                      <a:pt x="1089" y="1072"/>
                    </a:cubicBezTo>
                    <a:cubicBezTo>
                      <a:pt x="494" y="1667"/>
                      <a:pt x="160" y="2474"/>
                      <a:pt x="160" y="3315"/>
                    </a:cubicBezTo>
                    <a:cubicBezTo>
                      <a:pt x="160" y="4157"/>
                      <a:pt x="494" y="4964"/>
                      <a:pt x="1089" y="5559"/>
                    </a:cubicBezTo>
                    <a:cubicBezTo>
                      <a:pt x="1683" y="6154"/>
                      <a:pt x="2490" y="6488"/>
                      <a:pt x="3331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09" name="Freeform: Shape 2808">
                <a:extLst>
                  <a:ext uri="{FF2B5EF4-FFF2-40B4-BE49-F238E27FC236}">
                    <a16:creationId xmlns:a16="http://schemas.microsoft.com/office/drawing/2014/main" id="{F80F083B-472C-2942-3F6C-BB2570B03074}"/>
                  </a:ext>
                </a:extLst>
              </p:cNvPr>
              <p:cNvSpPr/>
              <p:nvPr/>
            </p:nvSpPr>
            <p:spPr>
              <a:xfrm>
                <a:off x="2879428" y="5280340"/>
                <a:ext cx="6343" cy="6345"/>
              </a:xfrm>
              <a:custGeom>
                <a:avLst/>
                <a:gdLst>
                  <a:gd name="connsiteX0" fmla="*/ 3331 w 6343"/>
                  <a:gd name="connsiteY0" fmla="*/ 6487 h 6345"/>
                  <a:gd name="connsiteX1" fmla="*/ 5574 w 6343"/>
                  <a:gd name="connsiteY1" fmla="*/ 5558 h 6345"/>
                  <a:gd name="connsiteX2" fmla="*/ 6503 w 6343"/>
                  <a:gd name="connsiteY2" fmla="*/ 3315 h 6345"/>
                  <a:gd name="connsiteX3" fmla="*/ 5574 w 6343"/>
                  <a:gd name="connsiteY3" fmla="*/ 1071 h 6345"/>
                  <a:gd name="connsiteX4" fmla="*/ 3331 w 6343"/>
                  <a:gd name="connsiteY4" fmla="*/ 142 h 6345"/>
                  <a:gd name="connsiteX5" fmla="*/ 1089 w 6343"/>
                  <a:gd name="connsiteY5" fmla="*/ 1071 h 6345"/>
                  <a:gd name="connsiteX6" fmla="*/ 160 w 6343"/>
                  <a:gd name="connsiteY6" fmla="*/ 3315 h 6345"/>
                  <a:gd name="connsiteX7" fmla="*/ 1089 w 6343"/>
                  <a:gd name="connsiteY7" fmla="*/ 5558 h 6345"/>
                  <a:gd name="connsiteX8" fmla="*/ 3331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87"/>
                    </a:moveTo>
                    <a:cubicBezTo>
                      <a:pt x="4172" y="6487"/>
                      <a:pt x="4979" y="6153"/>
                      <a:pt x="5574" y="5558"/>
                    </a:cubicBezTo>
                    <a:cubicBezTo>
                      <a:pt x="6169" y="4963"/>
                      <a:pt x="6503" y="4156"/>
                      <a:pt x="6503" y="3315"/>
                    </a:cubicBezTo>
                    <a:cubicBezTo>
                      <a:pt x="6503" y="2473"/>
                      <a:pt x="6169" y="1666"/>
                      <a:pt x="5574" y="1071"/>
                    </a:cubicBezTo>
                    <a:cubicBezTo>
                      <a:pt x="4979" y="476"/>
                      <a:pt x="4172" y="142"/>
                      <a:pt x="3331" y="142"/>
                    </a:cubicBezTo>
                    <a:cubicBezTo>
                      <a:pt x="2490" y="142"/>
                      <a:pt x="1683" y="476"/>
                      <a:pt x="1089" y="1071"/>
                    </a:cubicBezTo>
                    <a:cubicBezTo>
                      <a:pt x="494" y="1666"/>
                      <a:pt x="160" y="2473"/>
                      <a:pt x="160" y="3315"/>
                    </a:cubicBezTo>
                    <a:cubicBezTo>
                      <a:pt x="160" y="4156"/>
                      <a:pt x="494" y="4963"/>
                      <a:pt x="1089" y="5558"/>
                    </a:cubicBezTo>
                    <a:cubicBezTo>
                      <a:pt x="1683" y="6153"/>
                      <a:pt x="2490" y="6487"/>
                      <a:pt x="3331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10" name="Freeform: Shape 2809">
                <a:extLst>
                  <a:ext uri="{FF2B5EF4-FFF2-40B4-BE49-F238E27FC236}">
                    <a16:creationId xmlns:a16="http://schemas.microsoft.com/office/drawing/2014/main" id="{CB595883-DEAF-09CB-B994-ECA9F49C5AD7}"/>
                  </a:ext>
                </a:extLst>
              </p:cNvPr>
              <p:cNvSpPr/>
              <p:nvPr/>
            </p:nvSpPr>
            <p:spPr>
              <a:xfrm>
                <a:off x="2879868" y="5273145"/>
                <a:ext cx="6343" cy="6345"/>
              </a:xfrm>
              <a:custGeom>
                <a:avLst/>
                <a:gdLst>
                  <a:gd name="connsiteX0" fmla="*/ 3331 w 6343"/>
                  <a:gd name="connsiteY0" fmla="*/ 6487 h 6345"/>
                  <a:gd name="connsiteX1" fmla="*/ 5574 w 6343"/>
                  <a:gd name="connsiteY1" fmla="*/ 5557 h 6345"/>
                  <a:gd name="connsiteX2" fmla="*/ 6503 w 6343"/>
                  <a:gd name="connsiteY2" fmla="*/ 3314 h 6345"/>
                  <a:gd name="connsiteX3" fmla="*/ 5574 w 6343"/>
                  <a:gd name="connsiteY3" fmla="*/ 1071 h 6345"/>
                  <a:gd name="connsiteX4" fmla="*/ 3331 w 6343"/>
                  <a:gd name="connsiteY4" fmla="*/ 141 h 6345"/>
                  <a:gd name="connsiteX5" fmla="*/ 1089 w 6343"/>
                  <a:gd name="connsiteY5" fmla="*/ 1071 h 6345"/>
                  <a:gd name="connsiteX6" fmla="*/ 160 w 6343"/>
                  <a:gd name="connsiteY6" fmla="*/ 3314 h 6345"/>
                  <a:gd name="connsiteX7" fmla="*/ 1089 w 6343"/>
                  <a:gd name="connsiteY7" fmla="*/ 5557 h 6345"/>
                  <a:gd name="connsiteX8" fmla="*/ 3331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87"/>
                    </a:moveTo>
                    <a:cubicBezTo>
                      <a:pt x="4173" y="6487"/>
                      <a:pt x="4979" y="6152"/>
                      <a:pt x="5574" y="5557"/>
                    </a:cubicBezTo>
                    <a:cubicBezTo>
                      <a:pt x="6169" y="4963"/>
                      <a:pt x="6503" y="4155"/>
                      <a:pt x="6503" y="3314"/>
                    </a:cubicBezTo>
                    <a:cubicBezTo>
                      <a:pt x="6503" y="2473"/>
                      <a:pt x="6169" y="1666"/>
                      <a:pt x="5574" y="1071"/>
                    </a:cubicBezTo>
                    <a:cubicBezTo>
                      <a:pt x="4979" y="476"/>
                      <a:pt x="4173" y="141"/>
                      <a:pt x="3331" y="141"/>
                    </a:cubicBezTo>
                    <a:cubicBezTo>
                      <a:pt x="2490" y="141"/>
                      <a:pt x="1684" y="476"/>
                      <a:pt x="1089" y="1071"/>
                    </a:cubicBezTo>
                    <a:cubicBezTo>
                      <a:pt x="494" y="1666"/>
                      <a:pt x="160" y="2473"/>
                      <a:pt x="160" y="3314"/>
                    </a:cubicBezTo>
                    <a:cubicBezTo>
                      <a:pt x="160" y="4155"/>
                      <a:pt x="494" y="4963"/>
                      <a:pt x="1089" y="5557"/>
                    </a:cubicBezTo>
                    <a:cubicBezTo>
                      <a:pt x="1684" y="6152"/>
                      <a:pt x="2490" y="6487"/>
                      <a:pt x="3331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11" name="Freeform: Shape 2810">
                <a:extLst>
                  <a:ext uri="{FF2B5EF4-FFF2-40B4-BE49-F238E27FC236}">
                    <a16:creationId xmlns:a16="http://schemas.microsoft.com/office/drawing/2014/main" id="{461053F9-445C-CD33-FCCB-9ACA135FEE75}"/>
                  </a:ext>
                </a:extLst>
              </p:cNvPr>
              <p:cNvSpPr/>
              <p:nvPr/>
            </p:nvSpPr>
            <p:spPr>
              <a:xfrm>
                <a:off x="2862833" y="4966709"/>
                <a:ext cx="6343" cy="6345"/>
              </a:xfrm>
              <a:custGeom>
                <a:avLst/>
                <a:gdLst>
                  <a:gd name="connsiteX0" fmla="*/ 3330 w 6343"/>
                  <a:gd name="connsiteY0" fmla="*/ 6463 h 6345"/>
                  <a:gd name="connsiteX1" fmla="*/ 5573 w 6343"/>
                  <a:gd name="connsiteY1" fmla="*/ 5533 h 6345"/>
                  <a:gd name="connsiteX2" fmla="*/ 6502 w 6343"/>
                  <a:gd name="connsiteY2" fmla="*/ 3290 h 6345"/>
                  <a:gd name="connsiteX3" fmla="*/ 5573 w 6343"/>
                  <a:gd name="connsiteY3" fmla="*/ 1046 h 6345"/>
                  <a:gd name="connsiteX4" fmla="*/ 3330 w 6343"/>
                  <a:gd name="connsiteY4" fmla="*/ 117 h 6345"/>
                  <a:gd name="connsiteX5" fmla="*/ 1087 w 6343"/>
                  <a:gd name="connsiteY5" fmla="*/ 1046 h 6345"/>
                  <a:gd name="connsiteX6" fmla="*/ 158 w 6343"/>
                  <a:gd name="connsiteY6" fmla="*/ 3290 h 6345"/>
                  <a:gd name="connsiteX7" fmla="*/ 1087 w 6343"/>
                  <a:gd name="connsiteY7" fmla="*/ 5533 h 6345"/>
                  <a:gd name="connsiteX8" fmla="*/ 3330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463"/>
                    </a:moveTo>
                    <a:cubicBezTo>
                      <a:pt x="4171" y="6463"/>
                      <a:pt x="4978" y="6128"/>
                      <a:pt x="5573" y="5533"/>
                    </a:cubicBezTo>
                    <a:cubicBezTo>
                      <a:pt x="6167" y="4938"/>
                      <a:pt x="6502" y="4131"/>
                      <a:pt x="6502" y="3290"/>
                    </a:cubicBezTo>
                    <a:cubicBezTo>
                      <a:pt x="6502" y="2448"/>
                      <a:pt x="6167" y="1641"/>
                      <a:pt x="5573" y="1046"/>
                    </a:cubicBezTo>
                    <a:cubicBezTo>
                      <a:pt x="4978" y="451"/>
                      <a:pt x="4171" y="117"/>
                      <a:pt x="3330" y="117"/>
                    </a:cubicBezTo>
                    <a:cubicBezTo>
                      <a:pt x="2489" y="117"/>
                      <a:pt x="1682" y="451"/>
                      <a:pt x="1087" y="1046"/>
                    </a:cubicBezTo>
                    <a:cubicBezTo>
                      <a:pt x="493" y="1641"/>
                      <a:pt x="158" y="2448"/>
                      <a:pt x="158" y="3290"/>
                    </a:cubicBezTo>
                    <a:cubicBezTo>
                      <a:pt x="158" y="4131"/>
                      <a:pt x="493" y="4938"/>
                      <a:pt x="1087" y="5533"/>
                    </a:cubicBezTo>
                    <a:cubicBezTo>
                      <a:pt x="1682" y="6128"/>
                      <a:pt x="2489" y="6463"/>
                      <a:pt x="3330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12" name="Freeform: Shape 2811">
                <a:extLst>
                  <a:ext uri="{FF2B5EF4-FFF2-40B4-BE49-F238E27FC236}">
                    <a16:creationId xmlns:a16="http://schemas.microsoft.com/office/drawing/2014/main" id="{CE1F4376-3220-E335-30ED-AC65EE47E8D9}"/>
                  </a:ext>
                </a:extLst>
              </p:cNvPr>
              <p:cNvSpPr/>
              <p:nvPr/>
            </p:nvSpPr>
            <p:spPr>
              <a:xfrm>
                <a:off x="2879773" y="4969931"/>
                <a:ext cx="6343" cy="6345"/>
              </a:xfrm>
              <a:custGeom>
                <a:avLst/>
                <a:gdLst>
                  <a:gd name="connsiteX0" fmla="*/ 3331 w 6343"/>
                  <a:gd name="connsiteY0" fmla="*/ 6463 h 6345"/>
                  <a:gd name="connsiteX1" fmla="*/ 5574 w 6343"/>
                  <a:gd name="connsiteY1" fmla="*/ 5534 h 6345"/>
                  <a:gd name="connsiteX2" fmla="*/ 6503 w 6343"/>
                  <a:gd name="connsiteY2" fmla="*/ 3290 h 6345"/>
                  <a:gd name="connsiteX3" fmla="*/ 5574 w 6343"/>
                  <a:gd name="connsiteY3" fmla="*/ 1047 h 6345"/>
                  <a:gd name="connsiteX4" fmla="*/ 3331 w 6343"/>
                  <a:gd name="connsiteY4" fmla="*/ 117 h 6345"/>
                  <a:gd name="connsiteX5" fmla="*/ 1089 w 6343"/>
                  <a:gd name="connsiteY5" fmla="*/ 1047 h 6345"/>
                  <a:gd name="connsiteX6" fmla="*/ 160 w 6343"/>
                  <a:gd name="connsiteY6" fmla="*/ 3290 h 6345"/>
                  <a:gd name="connsiteX7" fmla="*/ 1089 w 6343"/>
                  <a:gd name="connsiteY7" fmla="*/ 5534 h 6345"/>
                  <a:gd name="connsiteX8" fmla="*/ 3331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63"/>
                    </a:moveTo>
                    <a:cubicBezTo>
                      <a:pt x="4172" y="6463"/>
                      <a:pt x="4979" y="6129"/>
                      <a:pt x="5574" y="5534"/>
                    </a:cubicBezTo>
                    <a:cubicBezTo>
                      <a:pt x="6169" y="4939"/>
                      <a:pt x="6503" y="4132"/>
                      <a:pt x="6503" y="3290"/>
                    </a:cubicBezTo>
                    <a:cubicBezTo>
                      <a:pt x="6503" y="2449"/>
                      <a:pt x="6169" y="1642"/>
                      <a:pt x="5574" y="1047"/>
                    </a:cubicBezTo>
                    <a:cubicBezTo>
                      <a:pt x="4979" y="452"/>
                      <a:pt x="4172" y="117"/>
                      <a:pt x="3331" y="117"/>
                    </a:cubicBezTo>
                    <a:cubicBezTo>
                      <a:pt x="2490" y="117"/>
                      <a:pt x="1684" y="452"/>
                      <a:pt x="1089" y="1047"/>
                    </a:cubicBezTo>
                    <a:cubicBezTo>
                      <a:pt x="494" y="1642"/>
                      <a:pt x="160" y="2449"/>
                      <a:pt x="160" y="3290"/>
                    </a:cubicBezTo>
                    <a:cubicBezTo>
                      <a:pt x="160" y="4132"/>
                      <a:pt x="494" y="4939"/>
                      <a:pt x="1089" y="5534"/>
                    </a:cubicBezTo>
                    <a:cubicBezTo>
                      <a:pt x="1684" y="6129"/>
                      <a:pt x="2490" y="6463"/>
                      <a:pt x="3331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13" name="Freeform: Shape 2812">
                <a:extLst>
                  <a:ext uri="{FF2B5EF4-FFF2-40B4-BE49-F238E27FC236}">
                    <a16:creationId xmlns:a16="http://schemas.microsoft.com/office/drawing/2014/main" id="{C48DAFEF-7E0E-10C8-042F-37B82D41581A}"/>
                  </a:ext>
                </a:extLst>
              </p:cNvPr>
              <p:cNvSpPr/>
              <p:nvPr/>
            </p:nvSpPr>
            <p:spPr>
              <a:xfrm>
                <a:off x="2898622" y="4974883"/>
                <a:ext cx="6343" cy="6345"/>
              </a:xfrm>
              <a:custGeom>
                <a:avLst/>
                <a:gdLst>
                  <a:gd name="connsiteX0" fmla="*/ 3333 w 6343"/>
                  <a:gd name="connsiteY0" fmla="*/ 6463 h 6345"/>
                  <a:gd name="connsiteX1" fmla="*/ 5576 w 6343"/>
                  <a:gd name="connsiteY1" fmla="*/ 5534 h 6345"/>
                  <a:gd name="connsiteX2" fmla="*/ 6504 w 6343"/>
                  <a:gd name="connsiteY2" fmla="*/ 3291 h 6345"/>
                  <a:gd name="connsiteX3" fmla="*/ 5576 w 6343"/>
                  <a:gd name="connsiteY3" fmla="*/ 1047 h 6345"/>
                  <a:gd name="connsiteX4" fmla="*/ 3333 w 6343"/>
                  <a:gd name="connsiteY4" fmla="*/ 118 h 6345"/>
                  <a:gd name="connsiteX5" fmla="*/ 1090 w 6343"/>
                  <a:gd name="connsiteY5" fmla="*/ 1047 h 6345"/>
                  <a:gd name="connsiteX6" fmla="*/ 161 w 6343"/>
                  <a:gd name="connsiteY6" fmla="*/ 3291 h 6345"/>
                  <a:gd name="connsiteX7" fmla="*/ 1090 w 6343"/>
                  <a:gd name="connsiteY7" fmla="*/ 5534 h 6345"/>
                  <a:gd name="connsiteX8" fmla="*/ 3333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3" y="6463"/>
                    </a:moveTo>
                    <a:cubicBezTo>
                      <a:pt x="4174" y="6463"/>
                      <a:pt x="4981" y="6129"/>
                      <a:pt x="5576" y="5534"/>
                    </a:cubicBezTo>
                    <a:cubicBezTo>
                      <a:pt x="6170" y="4939"/>
                      <a:pt x="6504" y="4132"/>
                      <a:pt x="6504" y="3291"/>
                    </a:cubicBezTo>
                    <a:cubicBezTo>
                      <a:pt x="6504" y="2449"/>
                      <a:pt x="6170" y="1642"/>
                      <a:pt x="5576" y="1047"/>
                    </a:cubicBezTo>
                    <a:cubicBezTo>
                      <a:pt x="4981" y="452"/>
                      <a:pt x="4174" y="118"/>
                      <a:pt x="3333" y="118"/>
                    </a:cubicBezTo>
                    <a:cubicBezTo>
                      <a:pt x="2492" y="118"/>
                      <a:pt x="1685" y="452"/>
                      <a:pt x="1090" y="1047"/>
                    </a:cubicBezTo>
                    <a:cubicBezTo>
                      <a:pt x="495" y="1642"/>
                      <a:pt x="161" y="2449"/>
                      <a:pt x="161" y="3291"/>
                    </a:cubicBezTo>
                    <a:cubicBezTo>
                      <a:pt x="161" y="4132"/>
                      <a:pt x="495" y="4939"/>
                      <a:pt x="1090" y="5534"/>
                    </a:cubicBezTo>
                    <a:cubicBezTo>
                      <a:pt x="1685" y="6129"/>
                      <a:pt x="2492" y="6463"/>
                      <a:pt x="3333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14" name="Freeform: Shape 2813">
                <a:extLst>
                  <a:ext uri="{FF2B5EF4-FFF2-40B4-BE49-F238E27FC236}">
                    <a16:creationId xmlns:a16="http://schemas.microsoft.com/office/drawing/2014/main" id="{5C52CC24-B2AD-369D-81E7-DBBBA208CE37}"/>
                  </a:ext>
                </a:extLst>
              </p:cNvPr>
              <p:cNvSpPr/>
              <p:nvPr/>
            </p:nvSpPr>
            <p:spPr>
              <a:xfrm>
                <a:off x="2911626" y="4975494"/>
                <a:ext cx="6343" cy="6345"/>
              </a:xfrm>
              <a:custGeom>
                <a:avLst/>
                <a:gdLst>
                  <a:gd name="connsiteX0" fmla="*/ 3334 w 6343"/>
                  <a:gd name="connsiteY0" fmla="*/ 6463 h 6345"/>
                  <a:gd name="connsiteX1" fmla="*/ 5577 w 6343"/>
                  <a:gd name="connsiteY1" fmla="*/ 5534 h 6345"/>
                  <a:gd name="connsiteX2" fmla="*/ 6505 w 6343"/>
                  <a:gd name="connsiteY2" fmla="*/ 3291 h 6345"/>
                  <a:gd name="connsiteX3" fmla="*/ 5577 w 6343"/>
                  <a:gd name="connsiteY3" fmla="*/ 1047 h 6345"/>
                  <a:gd name="connsiteX4" fmla="*/ 3334 w 6343"/>
                  <a:gd name="connsiteY4" fmla="*/ 118 h 6345"/>
                  <a:gd name="connsiteX5" fmla="*/ 1091 w 6343"/>
                  <a:gd name="connsiteY5" fmla="*/ 1047 h 6345"/>
                  <a:gd name="connsiteX6" fmla="*/ 162 w 6343"/>
                  <a:gd name="connsiteY6" fmla="*/ 3291 h 6345"/>
                  <a:gd name="connsiteX7" fmla="*/ 1091 w 6343"/>
                  <a:gd name="connsiteY7" fmla="*/ 5534 h 6345"/>
                  <a:gd name="connsiteX8" fmla="*/ 3334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4" y="6463"/>
                    </a:moveTo>
                    <a:cubicBezTo>
                      <a:pt x="4175" y="6463"/>
                      <a:pt x="4982" y="6129"/>
                      <a:pt x="5577" y="5534"/>
                    </a:cubicBezTo>
                    <a:cubicBezTo>
                      <a:pt x="6171" y="4939"/>
                      <a:pt x="6505" y="4132"/>
                      <a:pt x="6505" y="3291"/>
                    </a:cubicBezTo>
                    <a:cubicBezTo>
                      <a:pt x="6505" y="2449"/>
                      <a:pt x="6171" y="1642"/>
                      <a:pt x="5577" y="1047"/>
                    </a:cubicBezTo>
                    <a:cubicBezTo>
                      <a:pt x="4982" y="452"/>
                      <a:pt x="4175" y="118"/>
                      <a:pt x="3334" y="118"/>
                    </a:cubicBezTo>
                    <a:cubicBezTo>
                      <a:pt x="2493" y="118"/>
                      <a:pt x="1686" y="452"/>
                      <a:pt x="1091" y="1047"/>
                    </a:cubicBezTo>
                    <a:cubicBezTo>
                      <a:pt x="497" y="1642"/>
                      <a:pt x="162" y="2449"/>
                      <a:pt x="162" y="3291"/>
                    </a:cubicBezTo>
                    <a:cubicBezTo>
                      <a:pt x="162" y="4132"/>
                      <a:pt x="497" y="4939"/>
                      <a:pt x="1091" y="5534"/>
                    </a:cubicBezTo>
                    <a:cubicBezTo>
                      <a:pt x="1686" y="6129"/>
                      <a:pt x="2493" y="6463"/>
                      <a:pt x="3334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15" name="Freeform: Shape 2814">
                <a:extLst>
                  <a:ext uri="{FF2B5EF4-FFF2-40B4-BE49-F238E27FC236}">
                    <a16:creationId xmlns:a16="http://schemas.microsoft.com/office/drawing/2014/main" id="{E8C9DB38-C68C-CC02-7A53-A1662E562535}"/>
                  </a:ext>
                </a:extLst>
              </p:cNvPr>
              <p:cNvSpPr/>
              <p:nvPr/>
            </p:nvSpPr>
            <p:spPr>
              <a:xfrm>
                <a:off x="2941071" y="4989436"/>
                <a:ext cx="6343" cy="6345"/>
              </a:xfrm>
              <a:custGeom>
                <a:avLst/>
                <a:gdLst>
                  <a:gd name="connsiteX0" fmla="*/ 3336 w 6343"/>
                  <a:gd name="connsiteY0" fmla="*/ 6464 h 6345"/>
                  <a:gd name="connsiteX1" fmla="*/ 5579 w 6343"/>
                  <a:gd name="connsiteY1" fmla="*/ 5535 h 6345"/>
                  <a:gd name="connsiteX2" fmla="*/ 6508 w 6343"/>
                  <a:gd name="connsiteY2" fmla="*/ 3292 h 6345"/>
                  <a:gd name="connsiteX3" fmla="*/ 5579 w 6343"/>
                  <a:gd name="connsiteY3" fmla="*/ 1048 h 6345"/>
                  <a:gd name="connsiteX4" fmla="*/ 3336 w 6343"/>
                  <a:gd name="connsiteY4" fmla="*/ 119 h 6345"/>
                  <a:gd name="connsiteX5" fmla="*/ 1094 w 6343"/>
                  <a:gd name="connsiteY5" fmla="*/ 1048 h 6345"/>
                  <a:gd name="connsiteX6" fmla="*/ 165 w 6343"/>
                  <a:gd name="connsiteY6" fmla="*/ 3292 h 6345"/>
                  <a:gd name="connsiteX7" fmla="*/ 1094 w 6343"/>
                  <a:gd name="connsiteY7" fmla="*/ 5535 h 6345"/>
                  <a:gd name="connsiteX8" fmla="*/ 3336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6" y="6464"/>
                    </a:moveTo>
                    <a:cubicBezTo>
                      <a:pt x="4177" y="6464"/>
                      <a:pt x="4984" y="6130"/>
                      <a:pt x="5579" y="5535"/>
                    </a:cubicBezTo>
                    <a:cubicBezTo>
                      <a:pt x="6174" y="4940"/>
                      <a:pt x="6508" y="4133"/>
                      <a:pt x="6508" y="3292"/>
                    </a:cubicBezTo>
                    <a:cubicBezTo>
                      <a:pt x="6508" y="2450"/>
                      <a:pt x="6174" y="1643"/>
                      <a:pt x="5579" y="1048"/>
                    </a:cubicBezTo>
                    <a:cubicBezTo>
                      <a:pt x="4984" y="453"/>
                      <a:pt x="4177" y="119"/>
                      <a:pt x="3336" y="119"/>
                    </a:cubicBezTo>
                    <a:cubicBezTo>
                      <a:pt x="2495" y="119"/>
                      <a:pt x="1688" y="453"/>
                      <a:pt x="1094" y="1048"/>
                    </a:cubicBezTo>
                    <a:cubicBezTo>
                      <a:pt x="499" y="1643"/>
                      <a:pt x="165" y="2450"/>
                      <a:pt x="165" y="3292"/>
                    </a:cubicBezTo>
                    <a:cubicBezTo>
                      <a:pt x="165" y="4133"/>
                      <a:pt x="499" y="4940"/>
                      <a:pt x="1094" y="5535"/>
                    </a:cubicBezTo>
                    <a:cubicBezTo>
                      <a:pt x="1688" y="6130"/>
                      <a:pt x="2495" y="6464"/>
                      <a:pt x="3336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16" name="Freeform: Shape 2815">
                <a:extLst>
                  <a:ext uri="{FF2B5EF4-FFF2-40B4-BE49-F238E27FC236}">
                    <a16:creationId xmlns:a16="http://schemas.microsoft.com/office/drawing/2014/main" id="{6A3F0877-9B08-C3F9-7ACA-38DA64400B09}"/>
                  </a:ext>
                </a:extLst>
              </p:cNvPr>
              <p:cNvSpPr/>
              <p:nvPr/>
            </p:nvSpPr>
            <p:spPr>
              <a:xfrm>
                <a:off x="2952353" y="4989151"/>
                <a:ext cx="6343" cy="6345"/>
              </a:xfrm>
              <a:custGeom>
                <a:avLst/>
                <a:gdLst>
                  <a:gd name="connsiteX0" fmla="*/ 3337 w 6343"/>
                  <a:gd name="connsiteY0" fmla="*/ 6464 h 6345"/>
                  <a:gd name="connsiteX1" fmla="*/ 5580 w 6343"/>
                  <a:gd name="connsiteY1" fmla="*/ 5535 h 6345"/>
                  <a:gd name="connsiteX2" fmla="*/ 6509 w 6343"/>
                  <a:gd name="connsiteY2" fmla="*/ 3292 h 6345"/>
                  <a:gd name="connsiteX3" fmla="*/ 5580 w 6343"/>
                  <a:gd name="connsiteY3" fmla="*/ 1048 h 6345"/>
                  <a:gd name="connsiteX4" fmla="*/ 3337 w 6343"/>
                  <a:gd name="connsiteY4" fmla="*/ 119 h 6345"/>
                  <a:gd name="connsiteX5" fmla="*/ 1094 w 6343"/>
                  <a:gd name="connsiteY5" fmla="*/ 1048 h 6345"/>
                  <a:gd name="connsiteX6" fmla="*/ 166 w 6343"/>
                  <a:gd name="connsiteY6" fmla="*/ 3292 h 6345"/>
                  <a:gd name="connsiteX7" fmla="*/ 1094 w 6343"/>
                  <a:gd name="connsiteY7" fmla="*/ 5535 h 6345"/>
                  <a:gd name="connsiteX8" fmla="*/ 3337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7" y="6464"/>
                    </a:moveTo>
                    <a:cubicBezTo>
                      <a:pt x="4178" y="6464"/>
                      <a:pt x="4985" y="6130"/>
                      <a:pt x="5580" y="5535"/>
                    </a:cubicBezTo>
                    <a:cubicBezTo>
                      <a:pt x="6174" y="4940"/>
                      <a:pt x="6509" y="4133"/>
                      <a:pt x="6509" y="3292"/>
                    </a:cubicBezTo>
                    <a:cubicBezTo>
                      <a:pt x="6509" y="2450"/>
                      <a:pt x="6174" y="1643"/>
                      <a:pt x="5580" y="1048"/>
                    </a:cubicBezTo>
                    <a:cubicBezTo>
                      <a:pt x="4985" y="453"/>
                      <a:pt x="4178" y="119"/>
                      <a:pt x="3337" y="119"/>
                    </a:cubicBezTo>
                    <a:cubicBezTo>
                      <a:pt x="2496" y="119"/>
                      <a:pt x="1689" y="453"/>
                      <a:pt x="1094" y="1048"/>
                    </a:cubicBezTo>
                    <a:cubicBezTo>
                      <a:pt x="500" y="1643"/>
                      <a:pt x="166" y="2450"/>
                      <a:pt x="166" y="3292"/>
                    </a:cubicBezTo>
                    <a:cubicBezTo>
                      <a:pt x="166" y="4133"/>
                      <a:pt x="500" y="4940"/>
                      <a:pt x="1094" y="5535"/>
                    </a:cubicBezTo>
                    <a:cubicBezTo>
                      <a:pt x="1689" y="6130"/>
                      <a:pt x="2496" y="6464"/>
                      <a:pt x="3337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17" name="Freeform: Shape 2816">
                <a:extLst>
                  <a:ext uri="{FF2B5EF4-FFF2-40B4-BE49-F238E27FC236}">
                    <a16:creationId xmlns:a16="http://schemas.microsoft.com/office/drawing/2014/main" id="{D04AB24F-39CD-E118-7713-5A1A396C1F6D}"/>
                  </a:ext>
                </a:extLst>
              </p:cNvPr>
              <p:cNvSpPr/>
              <p:nvPr/>
            </p:nvSpPr>
            <p:spPr>
              <a:xfrm>
                <a:off x="2963272" y="4988705"/>
                <a:ext cx="6343" cy="6345"/>
              </a:xfrm>
              <a:custGeom>
                <a:avLst/>
                <a:gdLst>
                  <a:gd name="connsiteX0" fmla="*/ 3338 w 6343"/>
                  <a:gd name="connsiteY0" fmla="*/ 6464 h 6345"/>
                  <a:gd name="connsiteX1" fmla="*/ 5581 w 6343"/>
                  <a:gd name="connsiteY1" fmla="*/ 5535 h 6345"/>
                  <a:gd name="connsiteX2" fmla="*/ 6510 w 6343"/>
                  <a:gd name="connsiteY2" fmla="*/ 3292 h 6345"/>
                  <a:gd name="connsiteX3" fmla="*/ 5581 w 6343"/>
                  <a:gd name="connsiteY3" fmla="*/ 1048 h 6345"/>
                  <a:gd name="connsiteX4" fmla="*/ 3338 w 6343"/>
                  <a:gd name="connsiteY4" fmla="*/ 119 h 6345"/>
                  <a:gd name="connsiteX5" fmla="*/ 1095 w 6343"/>
                  <a:gd name="connsiteY5" fmla="*/ 1048 h 6345"/>
                  <a:gd name="connsiteX6" fmla="*/ 166 w 6343"/>
                  <a:gd name="connsiteY6" fmla="*/ 3292 h 6345"/>
                  <a:gd name="connsiteX7" fmla="*/ 1095 w 6343"/>
                  <a:gd name="connsiteY7" fmla="*/ 5535 h 6345"/>
                  <a:gd name="connsiteX8" fmla="*/ 3338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8" y="6464"/>
                    </a:moveTo>
                    <a:cubicBezTo>
                      <a:pt x="4179" y="6464"/>
                      <a:pt x="4986" y="6130"/>
                      <a:pt x="5581" y="5535"/>
                    </a:cubicBezTo>
                    <a:cubicBezTo>
                      <a:pt x="6175" y="4940"/>
                      <a:pt x="6510" y="4133"/>
                      <a:pt x="6510" y="3292"/>
                    </a:cubicBezTo>
                    <a:cubicBezTo>
                      <a:pt x="6510" y="2450"/>
                      <a:pt x="6175" y="1643"/>
                      <a:pt x="5581" y="1048"/>
                    </a:cubicBezTo>
                    <a:cubicBezTo>
                      <a:pt x="4986" y="453"/>
                      <a:pt x="4179" y="119"/>
                      <a:pt x="3338" y="119"/>
                    </a:cubicBezTo>
                    <a:cubicBezTo>
                      <a:pt x="2497" y="119"/>
                      <a:pt x="1690" y="453"/>
                      <a:pt x="1095" y="1048"/>
                    </a:cubicBezTo>
                    <a:cubicBezTo>
                      <a:pt x="501" y="1643"/>
                      <a:pt x="166" y="2450"/>
                      <a:pt x="166" y="3292"/>
                    </a:cubicBezTo>
                    <a:cubicBezTo>
                      <a:pt x="166" y="4133"/>
                      <a:pt x="501" y="4940"/>
                      <a:pt x="1095" y="5535"/>
                    </a:cubicBezTo>
                    <a:cubicBezTo>
                      <a:pt x="1690" y="6130"/>
                      <a:pt x="2497" y="6464"/>
                      <a:pt x="3338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18" name="Freeform: Shape 2817">
                <a:extLst>
                  <a:ext uri="{FF2B5EF4-FFF2-40B4-BE49-F238E27FC236}">
                    <a16:creationId xmlns:a16="http://schemas.microsoft.com/office/drawing/2014/main" id="{01BA5AB9-BCAE-5802-D727-A827AE80766C}"/>
                  </a:ext>
                </a:extLst>
              </p:cNvPr>
              <p:cNvSpPr/>
              <p:nvPr/>
            </p:nvSpPr>
            <p:spPr>
              <a:xfrm>
                <a:off x="2969333" y="4984351"/>
                <a:ext cx="6343" cy="6345"/>
              </a:xfrm>
              <a:custGeom>
                <a:avLst/>
                <a:gdLst>
                  <a:gd name="connsiteX0" fmla="*/ 3338 w 6343"/>
                  <a:gd name="connsiteY0" fmla="*/ 6464 h 6345"/>
                  <a:gd name="connsiteX1" fmla="*/ 5581 w 6343"/>
                  <a:gd name="connsiteY1" fmla="*/ 5535 h 6345"/>
                  <a:gd name="connsiteX2" fmla="*/ 6510 w 6343"/>
                  <a:gd name="connsiteY2" fmla="*/ 3291 h 6345"/>
                  <a:gd name="connsiteX3" fmla="*/ 5581 w 6343"/>
                  <a:gd name="connsiteY3" fmla="*/ 1048 h 6345"/>
                  <a:gd name="connsiteX4" fmla="*/ 3338 w 6343"/>
                  <a:gd name="connsiteY4" fmla="*/ 119 h 6345"/>
                  <a:gd name="connsiteX5" fmla="*/ 1096 w 6343"/>
                  <a:gd name="connsiteY5" fmla="*/ 1048 h 6345"/>
                  <a:gd name="connsiteX6" fmla="*/ 167 w 6343"/>
                  <a:gd name="connsiteY6" fmla="*/ 3291 h 6345"/>
                  <a:gd name="connsiteX7" fmla="*/ 1096 w 6343"/>
                  <a:gd name="connsiteY7" fmla="*/ 5535 h 6345"/>
                  <a:gd name="connsiteX8" fmla="*/ 3338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8" y="6464"/>
                    </a:moveTo>
                    <a:cubicBezTo>
                      <a:pt x="4180" y="6464"/>
                      <a:pt x="4986" y="6130"/>
                      <a:pt x="5581" y="5535"/>
                    </a:cubicBezTo>
                    <a:cubicBezTo>
                      <a:pt x="6176" y="4940"/>
                      <a:pt x="6510" y="4133"/>
                      <a:pt x="6510" y="3291"/>
                    </a:cubicBezTo>
                    <a:cubicBezTo>
                      <a:pt x="6510" y="2450"/>
                      <a:pt x="6176" y="1643"/>
                      <a:pt x="5581" y="1048"/>
                    </a:cubicBezTo>
                    <a:cubicBezTo>
                      <a:pt x="4986" y="453"/>
                      <a:pt x="4180" y="119"/>
                      <a:pt x="3338" y="119"/>
                    </a:cubicBezTo>
                    <a:cubicBezTo>
                      <a:pt x="2497" y="119"/>
                      <a:pt x="1691" y="453"/>
                      <a:pt x="1096" y="1048"/>
                    </a:cubicBezTo>
                    <a:cubicBezTo>
                      <a:pt x="501" y="1643"/>
                      <a:pt x="167" y="2450"/>
                      <a:pt x="167" y="3291"/>
                    </a:cubicBezTo>
                    <a:cubicBezTo>
                      <a:pt x="167" y="4133"/>
                      <a:pt x="501" y="4940"/>
                      <a:pt x="1096" y="5535"/>
                    </a:cubicBezTo>
                    <a:cubicBezTo>
                      <a:pt x="1691" y="6130"/>
                      <a:pt x="2497" y="6464"/>
                      <a:pt x="3338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19" name="Freeform: Shape 2818">
                <a:extLst>
                  <a:ext uri="{FF2B5EF4-FFF2-40B4-BE49-F238E27FC236}">
                    <a16:creationId xmlns:a16="http://schemas.microsoft.com/office/drawing/2014/main" id="{BC825FF2-80B7-BF2F-392E-9CB320072C0C}"/>
                  </a:ext>
                </a:extLst>
              </p:cNvPr>
              <p:cNvSpPr/>
              <p:nvPr/>
            </p:nvSpPr>
            <p:spPr>
              <a:xfrm>
                <a:off x="2981636" y="4985280"/>
                <a:ext cx="6343" cy="6345"/>
              </a:xfrm>
              <a:custGeom>
                <a:avLst/>
                <a:gdLst>
                  <a:gd name="connsiteX0" fmla="*/ 3339 w 6343"/>
                  <a:gd name="connsiteY0" fmla="*/ 6464 h 6345"/>
                  <a:gd name="connsiteX1" fmla="*/ 5582 w 6343"/>
                  <a:gd name="connsiteY1" fmla="*/ 5535 h 6345"/>
                  <a:gd name="connsiteX2" fmla="*/ 6511 w 6343"/>
                  <a:gd name="connsiteY2" fmla="*/ 3291 h 6345"/>
                  <a:gd name="connsiteX3" fmla="*/ 5582 w 6343"/>
                  <a:gd name="connsiteY3" fmla="*/ 1048 h 6345"/>
                  <a:gd name="connsiteX4" fmla="*/ 3339 w 6343"/>
                  <a:gd name="connsiteY4" fmla="*/ 119 h 6345"/>
                  <a:gd name="connsiteX5" fmla="*/ 1097 w 6343"/>
                  <a:gd name="connsiteY5" fmla="*/ 1048 h 6345"/>
                  <a:gd name="connsiteX6" fmla="*/ 168 w 6343"/>
                  <a:gd name="connsiteY6" fmla="*/ 3291 h 6345"/>
                  <a:gd name="connsiteX7" fmla="*/ 1097 w 6343"/>
                  <a:gd name="connsiteY7" fmla="*/ 5535 h 6345"/>
                  <a:gd name="connsiteX8" fmla="*/ 3339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464"/>
                    </a:moveTo>
                    <a:cubicBezTo>
                      <a:pt x="4181" y="6464"/>
                      <a:pt x="4987" y="6130"/>
                      <a:pt x="5582" y="5535"/>
                    </a:cubicBezTo>
                    <a:cubicBezTo>
                      <a:pt x="6177" y="4940"/>
                      <a:pt x="6511" y="4133"/>
                      <a:pt x="6511" y="3291"/>
                    </a:cubicBezTo>
                    <a:cubicBezTo>
                      <a:pt x="6511" y="2450"/>
                      <a:pt x="6177" y="1643"/>
                      <a:pt x="5582" y="1048"/>
                    </a:cubicBezTo>
                    <a:cubicBezTo>
                      <a:pt x="4987" y="453"/>
                      <a:pt x="4181" y="119"/>
                      <a:pt x="3339" y="119"/>
                    </a:cubicBezTo>
                    <a:cubicBezTo>
                      <a:pt x="2498" y="119"/>
                      <a:pt x="1692" y="453"/>
                      <a:pt x="1097" y="1048"/>
                    </a:cubicBezTo>
                    <a:cubicBezTo>
                      <a:pt x="502" y="1643"/>
                      <a:pt x="168" y="2450"/>
                      <a:pt x="168" y="3291"/>
                    </a:cubicBezTo>
                    <a:cubicBezTo>
                      <a:pt x="168" y="4133"/>
                      <a:pt x="502" y="4940"/>
                      <a:pt x="1097" y="5535"/>
                    </a:cubicBezTo>
                    <a:cubicBezTo>
                      <a:pt x="1692" y="6130"/>
                      <a:pt x="2498" y="6464"/>
                      <a:pt x="3339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20" name="Freeform: Shape 2819">
                <a:extLst>
                  <a:ext uri="{FF2B5EF4-FFF2-40B4-BE49-F238E27FC236}">
                    <a16:creationId xmlns:a16="http://schemas.microsoft.com/office/drawing/2014/main" id="{DEC9CA98-C598-044E-614F-13681E04DF03}"/>
                  </a:ext>
                </a:extLst>
              </p:cNvPr>
              <p:cNvSpPr/>
              <p:nvPr/>
            </p:nvSpPr>
            <p:spPr>
              <a:xfrm>
                <a:off x="2992300" y="4984975"/>
                <a:ext cx="6343" cy="6345"/>
              </a:xfrm>
              <a:custGeom>
                <a:avLst/>
                <a:gdLst>
                  <a:gd name="connsiteX0" fmla="*/ 3340 w 6343"/>
                  <a:gd name="connsiteY0" fmla="*/ 6464 h 6345"/>
                  <a:gd name="connsiteX1" fmla="*/ 5583 w 6343"/>
                  <a:gd name="connsiteY1" fmla="*/ 5535 h 6345"/>
                  <a:gd name="connsiteX2" fmla="*/ 6512 w 6343"/>
                  <a:gd name="connsiteY2" fmla="*/ 3291 h 6345"/>
                  <a:gd name="connsiteX3" fmla="*/ 5583 w 6343"/>
                  <a:gd name="connsiteY3" fmla="*/ 1048 h 6345"/>
                  <a:gd name="connsiteX4" fmla="*/ 3340 w 6343"/>
                  <a:gd name="connsiteY4" fmla="*/ 119 h 6345"/>
                  <a:gd name="connsiteX5" fmla="*/ 1098 w 6343"/>
                  <a:gd name="connsiteY5" fmla="*/ 1048 h 6345"/>
                  <a:gd name="connsiteX6" fmla="*/ 169 w 6343"/>
                  <a:gd name="connsiteY6" fmla="*/ 3291 h 6345"/>
                  <a:gd name="connsiteX7" fmla="*/ 1098 w 6343"/>
                  <a:gd name="connsiteY7" fmla="*/ 5535 h 6345"/>
                  <a:gd name="connsiteX8" fmla="*/ 3340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0" y="6464"/>
                    </a:moveTo>
                    <a:cubicBezTo>
                      <a:pt x="4181" y="6464"/>
                      <a:pt x="4988" y="6130"/>
                      <a:pt x="5583" y="5535"/>
                    </a:cubicBezTo>
                    <a:cubicBezTo>
                      <a:pt x="6178" y="4940"/>
                      <a:pt x="6512" y="4133"/>
                      <a:pt x="6512" y="3291"/>
                    </a:cubicBezTo>
                    <a:cubicBezTo>
                      <a:pt x="6512" y="2450"/>
                      <a:pt x="6178" y="1643"/>
                      <a:pt x="5583" y="1048"/>
                    </a:cubicBezTo>
                    <a:cubicBezTo>
                      <a:pt x="4988" y="453"/>
                      <a:pt x="4181" y="119"/>
                      <a:pt x="3340" y="119"/>
                    </a:cubicBezTo>
                    <a:cubicBezTo>
                      <a:pt x="2499" y="119"/>
                      <a:pt x="1692" y="453"/>
                      <a:pt x="1098" y="1048"/>
                    </a:cubicBezTo>
                    <a:cubicBezTo>
                      <a:pt x="503" y="1643"/>
                      <a:pt x="169" y="2450"/>
                      <a:pt x="169" y="3291"/>
                    </a:cubicBezTo>
                    <a:cubicBezTo>
                      <a:pt x="169" y="4133"/>
                      <a:pt x="503" y="4940"/>
                      <a:pt x="1098" y="5535"/>
                    </a:cubicBezTo>
                    <a:cubicBezTo>
                      <a:pt x="1692" y="6130"/>
                      <a:pt x="2499" y="6464"/>
                      <a:pt x="3340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21" name="Freeform: Shape 2820">
                <a:extLst>
                  <a:ext uri="{FF2B5EF4-FFF2-40B4-BE49-F238E27FC236}">
                    <a16:creationId xmlns:a16="http://schemas.microsoft.com/office/drawing/2014/main" id="{5ADAB22A-1E1B-3E3C-1450-105C47F0947C}"/>
                  </a:ext>
                </a:extLst>
              </p:cNvPr>
              <p:cNvSpPr/>
              <p:nvPr/>
            </p:nvSpPr>
            <p:spPr>
              <a:xfrm>
                <a:off x="3004303" y="4985954"/>
                <a:ext cx="6343" cy="6345"/>
              </a:xfrm>
              <a:custGeom>
                <a:avLst/>
                <a:gdLst>
                  <a:gd name="connsiteX0" fmla="*/ 3341 w 6343"/>
                  <a:gd name="connsiteY0" fmla="*/ 6464 h 6345"/>
                  <a:gd name="connsiteX1" fmla="*/ 5584 w 6343"/>
                  <a:gd name="connsiteY1" fmla="*/ 5535 h 6345"/>
                  <a:gd name="connsiteX2" fmla="*/ 6513 w 6343"/>
                  <a:gd name="connsiteY2" fmla="*/ 3291 h 6345"/>
                  <a:gd name="connsiteX3" fmla="*/ 5584 w 6343"/>
                  <a:gd name="connsiteY3" fmla="*/ 1048 h 6345"/>
                  <a:gd name="connsiteX4" fmla="*/ 3341 w 6343"/>
                  <a:gd name="connsiteY4" fmla="*/ 119 h 6345"/>
                  <a:gd name="connsiteX5" fmla="*/ 1099 w 6343"/>
                  <a:gd name="connsiteY5" fmla="*/ 1048 h 6345"/>
                  <a:gd name="connsiteX6" fmla="*/ 170 w 6343"/>
                  <a:gd name="connsiteY6" fmla="*/ 3291 h 6345"/>
                  <a:gd name="connsiteX7" fmla="*/ 1099 w 6343"/>
                  <a:gd name="connsiteY7" fmla="*/ 5535 h 6345"/>
                  <a:gd name="connsiteX8" fmla="*/ 3341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1" y="6464"/>
                    </a:moveTo>
                    <a:cubicBezTo>
                      <a:pt x="4182" y="6464"/>
                      <a:pt x="4989" y="6130"/>
                      <a:pt x="5584" y="5535"/>
                    </a:cubicBezTo>
                    <a:cubicBezTo>
                      <a:pt x="6179" y="4940"/>
                      <a:pt x="6513" y="4133"/>
                      <a:pt x="6513" y="3291"/>
                    </a:cubicBezTo>
                    <a:cubicBezTo>
                      <a:pt x="6513" y="2450"/>
                      <a:pt x="6179" y="1643"/>
                      <a:pt x="5584" y="1048"/>
                    </a:cubicBezTo>
                    <a:cubicBezTo>
                      <a:pt x="4989" y="453"/>
                      <a:pt x="4182" y="119"/>
                      <a:pt x="3341" y="119"/>
                    </a:cubicBezTo>
                    <a:cubicBezTo>
                      <a:pt x="2500" y="119"/>
                      <a:pt x="1693" y="453"/>
                      <a:pt x="1099" y="1048"/>
                    </a:cubicBezTo>
                    <a:cubicBezTo>
                      <a:pt x="504" y="1643"/>
                      <a:pt x="170" y="2450"/>
                      <a:pt x="170" y="3291"/>
                    </a:cubicBezTo>
                    <a:cubicBezTo>
                      <a:pt x="170" y="4133"/>
                      <a:pt x="504" y="4940"/>
                      <a:pt x="1099" y="5535"/>
                    </a:cubicBezTo>
                    <a:cubicBezTo>
                      <a:pt x="1693" y="6130"/>
                      <a:pt x="2500" y="6464"/>
                      <a:pt x="3341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22" name="Freeform: Shape 2821">
                <a:extLst>
                  <a:ext uri="{FF2B5EF4-FFF2-40B4-BE49-F238E27FC236}">
                    <a16:creationId xmlns:a16="http://schemas.microsoft.com/office/drawing/2014/main" id="{AF18F9D5-6DF8-423C-BAB9-D0074FB37E7B}"/>
                  </a:ext>
                </a:extLst>
              </p:cNvPr>
              <p:cNvSpPr/>
              <p:nvPr/>
            </p:nvSpPr>
            <p:spPr>
              <a:xfrm>
                <a:off x="3010457" y="4981981"/>
                <a:ext cx="6343" cy="6345"/>
              </a:xfrm>
              <a:custGeom>
                <a:avLst/>
                <a:gdLst>
                  <a:gd name="connsiteX0" fmla="*/ 3342 w 6343"/>
                  <a:gd name="connsiteY0" fmla="*/ 6464 h 6345"/>
                  <a:gd name="connsiteX1" fmla="*/ 5584 w 6343"/>
                  <a:gd name="connsiteY1" fmla="*/ 5535 h 6345"/>
                  <a:gd name="connsiteX2" fmla="*/ 6513 w 6343"/>
                  <a:gd name="connsiteY2" fmla="*/ 3291 h 6345"/>
                  <a:gd name="connsiteX3" fmla="*/ 5584 w 6343"/>
                  <a:gd name="connsiteY3" fmla="*/ 1048 h 6345"/>
                  <a:gd name="connsiteX4" fmla="*/ 3342 w 6343"/>
                  <a:gd name="connsiteY4" fmla="*/ 118 h 6345"/>
                  <a:gd name="connsiteX5" fmla="*/ 1099 w 6343"/>
                  <a:gd name="connsiteY5" fmla="*/ 1048 h 6345"/>
                  <a:gd name="connsiteX6" fmla="*/ 170 w 6343"/>
                  <a:gd name="connsiteY6" fmla="*/ 3291 h 6345"/>
                  <a:gd name="connsiteX7" fmla="*/ 1099 w 6343"/>
                  <a:gd name="connsiteY7" fmla="*/ 5535 h 6345"/>
                  <a:gd name="connsiteX8" fmla="*/ 3342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464"/>
                    </a:moveTo>
                    <a:cubicBezTo>
                      <a:pt x="4183" y="6464"/>
                      <a:pt x="4990" y="6130"/>
                      <a:pt x="5584" y="5535"/>
                    </a:cubicBezTo>
                    <a:cubicBezTo>
                      <a:pt x="6179" y="4940"/>
                      <a:pt x="6513" y="4133"/>
                      <a:pt x="6513" y="3291"/>
                    </a:cubicBezTo>
                    <a:cubicBezTo>
                      <a:pt x="6513" y="2450"/>
                      <a:pt x="6179" y="1643"/>
                      <a:pt x="5584" y="1048"/>
                    </a:cubicBezTo>
                    <a:cubicBezTo>
                      <a:pt x="4990" y="453"/>
                      <a:pt x="4183" y="118"/>
                      <a:pt x="3342" y="118"/>
                    </a:cubicBezTo>
                    <a:cubicBezTo>
                      <a:pt x="2501" y="118"/>
                      <a:pt x="1694" y="453"/>
                      <a:pt x="1099" y="1048"/>
                    </a:cubicBezTo>
                    <a:cubicBezTo>
                      <a:pt x="504" y="1643"/>
                      <a:pt x="170" y="2450"/>
                      <a:pt x="170" y="3291"/>
                    </a:cubicBezTo>
                    <a:cubicBezTo>
                      <a:pt x="170" y="4133"/>
                      <a:pt x="504" y="4940"/>
                      <a:pt x="1099" y="5535"/>
                    </a:cubicBezTo>
                    <a:cubicBezTo>
                      <a:pt x="1694" y="6130"/>
                      <a:pt x="2501" y="6464"/>
                      <a:pt x="3342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23" name="Freeform: Shape 2822">
                <a:extLst>
                  <a:ext uri="{FF2B5EF4-FFF2-40B4-BE49-F238E27FC236}">
                    <a16:creationId xmlns:a16="http://schemas.microsoft.com/office/drawing/2014/main" id="{E05937BD-63C9-5489-D015-1B2D94DD3B6C}"/>
                  </a:ext>
                </a:extLst>
              </p:cNvPr>
              <p:cNvSpPr/>
              <p:nvPr/>
            </p:nvSpPr>
            <p:spPr>
              <a:xfrm>
                <a:off x="3023076" y="4983759"/>
                <a:ext cx="6343" cy="6345"/>
              </a:xfrm>
              <a:custGeom>
                <a:avLst/>
                <a:gdLst>
                  <a:gd name="connsiteX0" fmla="*/ 3343 w 6343"/>
                  <a:gd name="connsiteY0" fmla="*/ 6464 h 6345"/>
                  <a:gd name="connsiteX1" fmla="*/ 5585 w 6343"/>
                  <a:gd name="connsiteY1" fmla="*/ 5535 h 6345"/>
                  <a:gd name="connsiteX2" fmla="*/ 6514 w 6343"/>
                  <a:gd name="connsiteY2" fmla="*/ 3291 h 6345"/>
                  <a:gd name="connsiteX3" fmla="*/ 5585 w 6343"/>
                  <a:gd name="connsiteY3" fmla="*/ 1048 h 6345"/>
                  <a:gd name="connsiteX4" fmla="*/ 3343 w 6343"/>
                  <a:gd name="connsiteY4" fmla="*/ 119 h 6345"/>
                  <a:gd name="connsiteX5" fmla="*/ 1100 w 6343"/>
                  <a:gd name="connsiteY5" fmla="*/ 1048 h 6345"/>
                  <a:gd name="connsiteX6" fmla="*/ 171 w 6343"/>
                  <a:gd name="connsiteY6" fmla="*/ 3291 h 6345"/>
                  <a:gd name="connsiteX7" fmla="*/ 1100 w 6343"/>
                  <a:gd name="connsiteY7" fmla="*/ 5535 h 6345"/>
                  <a:gd name="connsiteX8" fmla="*/ 3343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3" y="6464"/>
                    </a:moveTo>
                    <a:cubicBezTo>
                      <a:pt x="4184" y="6464"/>
                      <a:pt x="4991" y="6130"/>
                      <a:pt x="5585" y="5535"/>
                    </a:cubicBezTo>
                    <a:cubicBezTo>
                      <a:pt x="6180" y="4940"/>
                      <a:pt x="6514" y="4133"/>
                      <a:pt x="6514" y="3291"/>
                    </a:cubicBezTo>
                    <a:cubicBezTo>
                      <a:pt x="6514" y="2450"/>
                      <a:pt x="6180" y="1643"/>
                      <a:pt x="5585" y="1048"/>
                    </a:cubicBezTo>
                    <a:cubicBezTo>
                      <a:pt x="4991" y="453"/>
                      <a:pt x="4184" y="119"/>
                      <a:pt x="3343" y="119"/>
                    </a:cubicBezTo>
                    <a:cubicBezTo>
                      <a:pt x="2502" y="119"/>
                      <a:pt x="1695" y="453"/>
                      <a:pt x="1100" y="1048"/>
                    </a:cubicBezTo>
                    <a:cubicBezTo>
                      <a:pt x="505" y="1643"/>
                      <a:pt x="171" y="2450"/>
                      <a:pt x="171" y="3291"/>
                    </a:cubicBezTo>
                    <a:cubicBezTo>
                      <a:pt x="171" y="4133"/>
                      <a:pt x="505" y="4940"/>
                      <a:pt x="1100" y="5535"/>
                    </a:cubicBezTo>
                    <a:cubicBezTo>
                      <a:pt x="1695" y="6130"/>
                      <a:pt x="2502" y="6464"/>
                      <a:pt x="3343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24" name="Freeform: Shape 2823">
                <a:extLst>
                  <a:ext uri="{FF2B5EF4-FFF2-40B4-BE49-F238E27FC236}">
                    <a16:creationId xmlns:a16="http://schemas.microsoft.com/office/drawing/2014/main" id="{D2ADDDAD-2229-B85A-91F6-396636D6EB06}"/>
                  </a:ext>
                </a:extLst>
              </p:cNvPr>
              <p:cNvSpPr/>
              <p:nvPr/>
            </p:nvSpPr>
            <p:spPr>
              <a:xfrm>
                <a:off x="3036703" y="4986616"/>
                <a:ext cx="6343" cy="6345"/>
              </a:xfrm>
              <a:custGeom>
                <a:avLst/>
                <a:gdLst>
                  <a:gd name="connsiteX0" fmla="*/ 3344 w 6343"/>
                  <a:gd name="connsiteY0" fmla="*/ 6464 h 6345"/>
                  <a:gd name="connsiteX1" fmla="*/ 5586 w 6343"/>
                  <a:gd name="connsiteY1" fmla="*/ 5535 h 6345"/>
                  <a:gd name="connsiteX2" fmla="*/ 6515 w 6343"/>
                  <a:gd name="connsiteY2" fmla="*/ 3291 h 6345"/>
                  <a:gd name="connsiteX3" fmla="*/ 5586 w 6343"/>
                  <a:gd name="connsiteY3" fmla="*/ 1048 h 6345"/>
                  <a:gd name="connsiteX4" fmla="*/ 3344 w 6343"/>
                  <a:gd name="connsiteY4" fmla="*/ 119 h 6345"/>
                  <a:gd name="connsiteX5" fmla="*/ 1101 w 6343"/>
                  <a:gd name="connsiteY5" fmla="*/ 1048 h 6345"/>
                  <a:gd name="connsiteX6" fmla="*/ 172 w 6343"/>
                  <a:gd name="connsiteY6" fmla="*/ 3291 h 6345"/>
                  <a:gd name="connsiteX7" fmla="*/ 1101 w 6343"/>
                  <a:gd name="connsiteY7" fmla="*/ 5535 h 6345"/>
                  <a:gd name="connsiteX8" fmla="*/ 3344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4" y="6464"/>
                    </a:moveTo>
                    <a:cubicBezTo>
                      <a:pt x="4185" y="6464"/>
                      <a:pt x="4992" y="6130"/>
                      <a:pt x="5586" y="5535"/>
                    </a:cubicBezTo>
                    <a:cubicBezTo>
                      <a:pt x="6181" y="4940"/>
                      <a:pt x="6515" y="4133"/>
                      <a:pt x="6515" y="3291"/>
                    </a:cubicBezTo>
                    <a:cubicBezTo>
                      <a:pt x="6515" y="2450"/>
                      <a:pt x="6181" y="1643"/>
                      <a:pt x="5586" y="1048"/>
                    </a:cubicBezTo>
                    <a:cubicBezTo>
                      <a:pt x="4992" y="453"/>
                      <a:pt x="4185" y="119"/>
                      <a:pt x="3344" y="119"/>
                    </a:cubicBezTo>
                    <a:cubicBezTo>
                      <a:pt x="2503" y="119"/>
                      <a:pt x="1696" y="453"/>
                      <a:pt x="1101" y="1048"/>
                    </a:cubicBezTo>
                    <a:cubicBezTo>
                      <a:pt x="506" y="1643"/>
                      <a:pt x="172" y="2450"/>
                      <a:pt x="172" y="3291"/>
                    </a:cubicBezTo>
                    <a:cubicBezTo>
                      <a:pt x="172" y="4133"/>
                      <a:pt x="506" y="4940"/>
                      <a:pt x="1101" y="5535"/>
                    </a:cubicBezTo>
                    <a:cubicBezTo>
                      <a:pt x="1696" y="6130"/>
                      <a:pt x="2503" y="6464"/>
                      <a:pt x="3344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25" name="Freeform: Shape 2824">
                <a:extLst>
                  <a:ext uri="{FF2B5EF4-FFF2-40B4-BE49-F238E27FC236}">
                    <a16:creationId xmlns:a16="http://schemas.microsoft.com/office/drawing/2014/main" id="{9F0B1744-7AA2-BCA7-F309-F6EFAAC3162A}"/>
                  </a:ext>
                </a:extLst>
              </p:cNvPr>
              <p:cNvSpPr/>
              <p:nvPr/>
            </p:nvSpPr>
            <p:spPr>
              <a:xfrm>
                <a:off x="3049876" y="4989260"/>
                <a:ext cx="6343" cy="6345"/>
              </a:xfrm>
              <a:custGeom>
                <a:avLst/>
                <a:gdLst>
                  <a:gd name="connsiteX0" fmla="*/ 3345 w 6343"/>
                  <a:gd name="connsiteY0" fmla="*/ 6464 h 6345"/>
                  <a:gd name="connsiteX1" fmla="*/ 5587 w 6343"/>
                  <a:gd name="connsiteY1" fmla="*/ 5535 h 6345"/>
                  <a:gd name="connsiteX2" fmla="*/ 6516 w 6343"/>
                  <a:gd name="connsiteY2" fmla="*/ 3292 h 6345"/>
                  <a:gd name="connsiteX3" fmla="*/ 5587 w 6343"/>
                  <a:gd name="connsiteY3" fmla="*/ 1048 h 6345"/>
                  <a:gd name="connsiteX4" fmla="*/ 3345 w 6343"/>
                  <a:gd name="connsiteY4" fmla="*/ 119 h 6345"/>
                  <a:gd name="connsiteX5" fmla="*/ 1102 w 6343"/>
                  <a:gd name="connsiteY5" fmla="*/ 1048 h 6345"/>
                  <a:gd name="connsiteX6" fmla="*/ 173 w 6343"/>
                  <a:gd name="connsiteY6" fmla="*/ 3292 h 6345"/>
                  <a:gd name="connsiteX7" fmla="*/ 1102 w 6343"/>
                  <a:gd name="connsiteY7" fmla="*/ 5535 h 6345"/>
                  <a:gd name="connsiteX8" fmla="*/ 3345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464"/>
                    </a:moveTo>
                    <a:cubicBezTo>
                      <a:pt x="4186" y="6464"/>
                      <a:pt x="4993" y="6130"/>
                      <a:pt x="5587" y="5535"/>
                    </a:cubicBezTo>
                    <a:cubicBezTo>
                      <a:pt x="6182" y="4940"/>
                      <a:pt x="6516" y="4133"/>
                      <a:pt x="6516" y="3292"/>
                    </a:cubicBezTo>
                    <a:cubicBezTo>
                      <a:pt x="6516" y="2450"/>
                      <a:pt x="6182" y="1643"/>
                      <a:pt x="5587" y="1048"/>
                    </a:cubicBezTo>
                    <a:cubicBezTo>
                      <a:pt x="4993" y="453"/>
                      <a:pt x="4186" y="119"/>
                      <a:pt x="3345" y="119"/>
                    </a:cubicBezTo>
                    <a:cubicBezTo>
                      <a:pt x="2504" y="119"/>
                      <a:pt x="1697" y="453"/>
                      <a:pt x="1102" y="1048"/>
                    </a:cubicBezTo>
                    <a:cubicBezTo>
                      <a:pt x="507" y="1643"/>
                      <a:pt x="173" y="2450"/>
                      <a:pt x="173" y="3292"/>
                    </a:cubicBezTo>
                    <a:cubicBezTo>
                      <a:pt x="173" y="4133"/>
                      <a:pt x="507" y="4940"/>
                      <a:pt x="1102" y="5535"/>
                    </a:cubicBezTo>
                    <a:cubicBezTo>
                      <a:pt x="1697" y="6130"/>
                      <a:pt x="2504" y="6464"/>
                      <a:pt x="3345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26" name="Freeform: Shape 2825">
                <a:extLst>
                  <a:ext uri="{FF2B5EF4-FFF2-40B4-BE49-F238E27FC236}">
                    <a16:creationId xmlns:a16="http://schemas.microsoft.com/office/drawing/2014/main" id="{D8890889-8071-FF53-42F2-7C465B5C344D}"/>
                  </a:ext>
                </a:extLst>
              </p:cNvPr>
              <p:cNvSpPr/>
              <p:nvPr/>
            </p:nvSpPr>
            <p:spPr>
              <a:xfrm>
                <a:off x="3063054" y="4992102"/>
                <a:ext cx="6343" cy="6345"/>
              </a:xfrm>
              <a:custGeom>
                <a:avLst/>
                <a:gdLst>
                  <a:gd name="connsiteX0" fmla="*/ 3346 w 6343"/>
                  <a:gd name="connsiteY0" fmla="*/ 6465 h 6345"/>
                  <a:gd name="connsiteX1" fmla="*/ 5588 w 6343"/>
                  <a:gd name="connsiteY1" fmla="*/ 5535 h 6345"/>
                  <a:gd name="connsiteX2" fmla="*/ 6517 w 6343"/>
                  <a:gd name="connsiteY2" fmla="*/ 3292 h 6345"/>
                  <a:gd name="connsiteX3" fmla="*/ 5588 w 6343"/>
                  <a:gd name="connsiteY3" fmla="*/ 1048 h 6345"/>
                  <a:gd name="connsiteX4" fmla="*/ 3346 w 6343"/>
                  <a:gd name="connsiteY4" fmla="*/ 119 h 6345"/>
                  <a:gd name="connsiteX5" fmla="*/ 1103 w 6343"/>
                  <a:gd name="connsiteY5" fmla="*/ 1048 h 6345"/>
                  <a:gd name="connsiteX6" fmla="*/ 174 w 6343"/>
                  <a:gd name="connsiteY6" fmla="*/ 3292 h 6345"/>
                  <a:gd name="connsiteX7" fmla="*/ 1103 w 6343"/>
                  <a:gd name="connsiteY7" fmla="*/ 5535 h 6345"/>
                  <a:gd name="connsiteX8" fmla="*/ 3346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6" y="6465"/>
                    </a:moveTo>
                    <a:cubicBezTo>
                      <a:pt x="4187" y="6465"/>
                      <a:pt x="4994" y="6130"/>
                      <a:pt x="5588" y="5535"/>
                    </a:cubicBezTo>
                    <a:cubicBezTo>
                      <a:pt x="6183" y="4940"/>
                      <a:pt x="6517" y="4133"/>
                      <a:pt x="6517" y="3292"/>
                    </a:cubicBezTo>
                    <a:cubicBezTo>
                      <a:pt x="6517" y="2450"/>
                      <a:pt x="6183" y="1643"/>
                      <a:pt x="5588" y="1048"/>
                    </a:cubicBezTo>
                    <a:cubicBezTo>
                      <a:pt x="4994" y="453"/>
                      <a:pt x="4187" y="119"/>
                      <a:pt x="3346" y="119"/>
                    </a:cubicBezTo>
                    <a:cubicBezTo>
                      <a:pt x="2505" y="119"/>
                      <a:pt x="1698" y="453"/>
                      <a:pt x="1103" y="1048"/>
                    </a:cubicBezTo>
                    <a:cubicBezTo>
                      <a:pt x="508" y="1643"/>
                      <a:pt x="174" y="2450"/>
                      <a:pt x="174" y="3292"/>
                    </a:cubicBezTo>
                    <a:cubicBezTo>
                      <a:pt x="174" y="4133"/>
                      <a:pt x="508" y="4940"/>
                      <a:pt x="1103" y="5535"/>
                    </a:cubicBezTo>
                    <a:cubicBezTo>
                      <a:pt x="1698" y="6130"/>
                      <a:pt x="2505" y="6465"/>
                      <a:pt x="3346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27" name="Freeform: Shape 2826">
                <a:extLst>
                  <a:ext uri="{FF2B5EF4-FFF2-40B4-BE49-F238E27FC236}">
                    <a16:creationId xmlns:a16="http://schemas.microsoft.com/office/drawing/2014/main" id="{42799506-659D-1ED7-CB30-2711BB0D257F}"/>
                  </a:ext>
                </a:extLst>
              </p:cNvPr>
              <p:cNvSpPr/>
              <p:nvPr/>
            </p:nvSpPr>
            <p:spPr>
              <a:xfrm>
                <a:off x="3072368" y="4991548"/>
                <a:ext cx="6343" cy="6345"/>
              </a:xfrm>
              <a:custGeom>
                <a:avLst/>
                <a:gdLst>
                  <a:gd name="connsiteX0" fmla="*/ 3347 w 6343"/>
                  <a:gd name="connsiteY0" fmla="*/ 6465 h 6345"/>
                  <a:gd name="connsiteX1" fmla="*/ 5589 w 6343"/>
                  <a:gd name="connsiteY1" fmla="*/ 5535 h 6345"/>
                  <a:gd name="connsiteX2" fmla="*/ 6518 w 6343"/>
                  <a:gd name="connsiteY2" fmla="*/ 3292 h 6345"/>
                  <a:gd name="connsiteX3" fmla="*/ 5589 w 6343"/>
                  <a:gd name="connsiteY3" fmla="*/ 1048 h 6345"/>
                  <a:gd name="connsiteX4" fmla="*/ 3347 w 6343"/>
                  <a:gd name="connsiteY4" fmla="*/ 119 h 6345"/>
                  <a:gd name="connsiteX5" fmla="*/ 1104 w 6343"/>
                  <a:gd name="connsiteY5" fmla="*/ 1048 h 6345"/>
                  <a:gd name="connsiteX6" fmla="*/ 175 w 6343"/>
                  <a:gd name="connsiteY6" fmla="*/ 3292 h 6345"/>
                  <a:gd name="connsiteX7" fmla="*/ 1104 w 6343"/>
                  <a:gd name="connsiteY7" fmla="*/ 5535 h 6345"/>
                  <a:gd name="connsiteX8" fmla="*/ 3347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7" y="6465"/>
                    </a:moveTo>
                    <a:cubicBezTo>
                      <a:pt x="4188" y="6465"/>
                      <a:pt x="4994" y="6130"/>
                      <a:pt x="5589" y="5535"/>
                    </a:cubicBezTo>
                    <a:cubicBezTo>
                      <a:pt x="6184" y="4940"/>
                      <a:pt x="6518" y="4133"/>
                      <a:pt x="6518" y="3292"/>
                    </a:cubicBezTo>
                    <a:cubicBezTo>
                      <a:pt x="6518" y="2450"/>
                      <a:pt x="6184" y="1643"/>
                      <a:pt x="5589" y="1048"/>
                    </a:cubicBezTo>
                    <a:cubicBezTo>
                      <a:pt x="4994" y="453"/>
                      <a:pt x="4188" y="119"/>
                      <a:pt x="3347" y="119"/>
                    </a:cubicBezTo>
                    <a:cubicBezTo>
                      <a:pt x="2505" y="119"/>
                      <a:pt x="1699" y="453"/>
                      <a:pt x="1104" y="1048"/>
                    </a:cubicBezTo>
                    <a:cubicBezTo>
                      <a:pt x="509" y="1643"/>
                      <a:pt x="175" y="2450"/>
                      <a:pt x="175" y="3292"/>
                    </a:cubicBezTo>
                    <a:cubicBezTo>
                      <a:pt x="175" y="4133"/>
                      <a:pt x="509" y="4940"/>
                      <a:pt x="1104" y="5535"/>
                    </a:cubicBezTo>
                    <a:cubicBezTo>
                      <a:pt x="1699" y="6130"/>
                      <a:pt x="2505" y="6465"/>
                      <a:pt x="3347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28" name="Freeform: Shape 2827">
                <a:extLst>
                  <a:ext uri="{FF2B5EF4-FFF2-40B4-BE49-F238E27FC236}">
                    <a16:creationId xmlns:a16="http://schemas.microsoft.com/office/drawing/2014/main" id="{91306EB0-C54F-FBC0-992B-129B49B27EEA}"/>
                  </a:ext>
                </a:extLst>
              </p:cNvPr>
              <p:cNvSpPr/>
              <p:nvPr/>
            </p:nvSpPr>
            <p:spPr>
              <a:xfrm>
                <a:off x="3090665" y="4999554"/>
                <a:ext cx="6343" cy="6345"/>
              </a:xfrm>
              <a:custGeom>
                <a:avLst/>
                <a:gdLst>
                  <a:gd name="connsiteX0" fmla="*/ 3348 w 6343"/>
                  <a:gd name="connsiteY0" fmla="*/ 6465 h 6345"/>
                  <a:gd name="connsiteX1" fmla="*/ 5591 w 6343"/>
                  <a:gd name="connsiteY1" fmla="*/ 5536 h 6345"/>
                  <a:gd name="connsiteX2" fmla="*/ 6520 w 6343"/>
                  <a:gd name="connsiteY2" fmla="*/ 3292 h 6345"/>
                  <a:gd name="connsiteX3" fmla="*/ 5591 w 6343"/>
                  <a:gd name="connsiteY3" fmla="*/ 1049 h 6345"/>
                  <a:gd name="connsiteX4" fmla="*/ 3348 w 6343"/>
                  <a:gd name="connsiteY4" fmla="*/ 120 h 6345"/>
                  <a:gd name="connsiteX5" fmla="*/ 1105 w 6343"/>
                  <a:gd name="connsiteY5" fmla="*/ 1049 h 6345"/>
                  <a:gd name="connsiteX6" fmla="*/ 176 w 6343"/>
                  <a:gd name="connsiteY6" fmla="*/ 3292 h 6345"/>
                  <a:gd name="connsiteX7" fmla="*/ 1105 w 6343"/>
                  <a:gd name="connsiteY7" fmla="*/ 5536 h 6345"/>
                  <a:gd name="connsiteX8" fmla="*/ 3348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465"/>
                    </a:moveTo>
                    <a:cubicBezTo>
                      <a:pt x="4189" y="6465"/>
                      <a:pt x="4996" y="6131"/>
                      <a:pt x="5591" y="5536"/>
                    </a:cubicBezTo>
                    <a:cubicBezTo>
                      <a:pt x="6185" y="4941"/>
                      <a:pt x="6520" y="4134"/>
                      <a:pt x="6520" y="3292"/>
                    </a:cubicBezTo>
                    <a:cubicBezTo>
                      <a:pt x="6520" y="2451"/>
                      <a:pt x="6185" y="1644"/>
                      <a:pt x="5591" y="1049"/>
                    </a:cubicBezTo>
                    <a:cubicBezTo>
                      <a:pt x="4996" y="454"/>
                      <a:pt x="4189" y="120"/>
                      <a:pt x="3348" y="120"/>
                    </a:cubicBezTo>
                    <a:cubicBezTo>
                      <a:pt x="2507" y="120"/>
                      <a:pt x="1700" y="454"/>
                      <a:pt x="1105" y="1049"/>
                    </a:cubicBezTo>
                    <a:cubicBezTo>
                      <a:pt x="511" y="1644"/>
                      <a:pt x="176" y="2451"/>
                      <a:pt x="176" y="3292"/>
                    </a:cubicBezTo>
                    <a:cubicBezTo>
                      <a:pt x="176" y="4134"/>
                      <a:pt x="511" y="4941"/>
                      <a:pt x="1105" y="5536"/>
                    </a:cubicBezTo>
                    <a:cubicBezTo>
                      <a:pt x="1700" y="6131"/>
                      <a:pt x="2507" y="6465"/>
                      <a:pt x="3348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29" name="Freeform: Shape 2828">
                <a:extLst>
                  <a:ext uri="{FF2B5EF4-FFF2-40B4-BE49-F238E27FC236}">
                    <a16:creationId xmlns:a16="http://schemas.microsoft.com/office/drawing/2014/main" id="{011FAC5E-64A3-BCAF-BD06-E80DB0A4690C}"/>
                  </a:ext>
                </a:extLst>
              </p:cNvPr>
              <p:cNvSpPr/>
              <p:nvPr/>
            </p:nvSpPr>
            <p:spPr>
              <a:xfrm>
                <a:off x="3098983" y="4998374"/>
                <a:ext cx="6343" cy="6345"/>
              </a:xfrm>
              <a:custGeom>
                <a:avLst/>
                <a:gdLst>
                  <a:gd name="connsiteX0" fmla="*/ 3349 w 6343"/>
                  <a:gd name="connsiteY0" fmla="*/ 6465 h 6345"/>
                  <a:gd name="connsiteX1" fmla="*/ 5591 w 6343"/>
                  <a:gd name="connsiteY1" fmla="*/ 5536 h 6345"/>
                  <a:gd name="connsiteX2" fmla="*/ 6520 w 6343"/>
                  <a:gd name="connsiteY2" fmla="*/ 3292 h 6345"/>
                  <a:gd name="connsiteX3" fmla="*/ 5591 w 6343"/>
                  <a:gd name="connsiteY3" fmla="*/ 1049 h 6345"/>
                  <a:gd name="connsiteX4" fmla="*/ 3349 w 6343"/>
                  <a:gd name="connsiteY4" fmla="*/ 120 h 6345"/>
                  <a:gd name="connsiteX5" fmla="*/ 1106 w 6343"/>
                  <a:gd name="connsiteY5" fmla="*/ 1049 h 6345"/>
                  <a:gd name="connsiteX6" fmla="*/ 177 w 6343"/>
                  <a:gd name="connsiteY6" fmla="*/ 3292 h 6345"/>
                  <a:gd name="connsiteX7" fmla="*/ 1106 w 6343"/>
                  <a:gd name="connsiteY7" fmla="*/ 5536 h 6345"/>
                  <a:gd name="connsiteX8" fmla="*/ 3349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465"/>
                    </a:moveTo>
                    <a:cubicBezTo>
                      <a:pt x="4190" y="6465"/>
                      <a:pt x="4997" y="6131"/>
                      <a:pt x="5591" y="5536"/>
                    </a:cubicBezTo>
                    <a:cubicBezTo>
                      <a:pt x="6186" y="4941"/>
                      <a:pt x="6520" y="4134"/>
                      <a:pt x="6520" y="3292"/>
                    </a:cubicBezTo>
                    <a:cubicBezTo>
                      <a:pt x="6520" y="2451"/>
                      <a:pt x="6186" y="1644"/>
                      <a:pt x="5591" y="1049"/>
                    </a:cubicBezTo>
                    <a:cubicBezTo>
                      <a:pt x="4997" y="454"/>
                      <a:pt x="4190" y="120"/>
                      <a:pt x="3349" y="120"/>
                    </a:cubicBezTo>
                    <a:cubicBezTo>
                      <a:pt x="2508" y="120"/>
                      <a:pt x="1701" y="454"/>
                      <a:pt x="1106" y="1049"/>
                    </a:cubicBezTo>
                    <a:cubicBezTo>
                      <a:pt x="511" y="1644"/>
                      <a:pt x="177" y="2451"/>
                      <a:pt x="177" y="3292"/>
                    </a:cubicBezTo>
                    <a:cubicBezTo>
                      <a:pt x="177" y="4134"/>
                      <a:pt x="511" y="4941"/>
                      <a:pt x="1106" y="5536"/>
                    </a:cubicBezTo>
                    <a:cubicBezTo>
                      <a:pt x="1701" y="6131"/>
                      <a:pt x="2508" y="6465"/>
                      <a:pt x="3349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30" name="Freeform: Shape 2829">
                <a:extLst>
                  <a:ext uri="{FF2B5EF4-FFF2-40B4-BE49-F238E27FC236}">
                    <a16:creationId xmlns:a16="http://schemas.microsoft.com/office/drawing/2014/main" id="{2E343B88-F2D2-26F4-1B89-B5B7F3E2CBC6}"/>
                  </a:ext>
                </a:extLst>
              </p:cNvPr>
              <p:cNvSpPr/>
              <p:nvPr/>
            </p:nvSpPr>
            <p:spPr>
              <a:xfrm>
                <a:off x="3110847" y="5000701"/>
                <a:ext cx="6343" cy="6345"/>
              </a:xfrm>
              <a:custGeom>
                <a:avLst/>
                <a:gdLst>
                  <a:gd name="connsiteX0" fmla="*/ 3350 w 6343"/>
                  <a:gd name="connsiteY0" fmla="*/ 6465 h 6345"/>
                  <a:gd name="connsiteX1" fmla="*/ 5592 w 6343"/>
                  <a:gd name="connsiteY1" fmla="*/ 5536 h 6345"/>
                  <a:gd name="connsiteX2" fmla="*/ 6521 w 6343"/>
                  <a:gd name="connsiteY2" fmla="*/ 3293 h 6345"/>
                  <a:gd name="connsiteX3" fmla="*/ 5592 w 6343"/>
                  <a:gd name="connsiteY3" fmla="*/ 1049 h 6345"/>
                  <a:gd name="connsiteX4" fmla="*/ 3350 w 6343"/>
                  <a:gd name="connsiteY4" fmla="*/ 120 h 6345"/>
                  <a:gd name="connsiteX5" fmla="*/ 1107 w 6343"/>
                  <a:gd name="connsiteY5" fmla="*/ 1049 h 6345"/>
                  <a:gd name="connsiteX6" fmla="*/ 178 w 6343"/>
                  <a:gd name="connsiteY6" fmla="*/ 3293 h 6345"/>
                  <a:gd name="connsiteX7" fmla="*/ 1107 w 6343"/>
                  <a:gd name="connsiteY7" fmla="*/ 5536 h 6345"/>
                  <a:gd name="connsiteX8" fmla="*/ 3350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465"/>
                    </a:moveTo>
                    <a:cubicBezTo>
                      <a:pt x="4191" y="6465"/>
                      <a:pt x="4997" y="6131"/>
                      <a:pt x="5592" y="5536"/>
                    </a:cubicBezTo>
                    <a:cubicBezTo>
                      <a:pt x="6187" y="4941"/>
                      <a:pt x="6521" y="4134"/>
                      <a:pt x="6521" y="3293"/>
                    </a:cubicBezTo>
                    <a:cubicBezTo>
                      <a:pt x="6521" y="2451"/>
                      <a:pt x="6187" y="1644"/>
                      <a:pt x="5592" y="1049"/>
                    </a:cubicBezTo>
                    <a:cubicBezTo>
                      <a:pt x="4997" y="454"/>
                      <a:pt x="4191" y="120"/>
                      <a:pt x="3350" y="120"/>
                    </a:cubicBezTo>
                    <a:cubicBezTo>
                      <a:pt x="2508" y="120"/>
                      <a:pt x="1702" y="454"/>
                      <a:pt x="1107" y="1049"/>
                    </a:cubicBezTo>
                    <a:cubicBezTo>
                      <a:pt x="512" y="1644"/>
                      <a:pt x="178" y="2451"/>
                      <a:pt x="178" y="3293"/>
                    </a:cubicBezTo>
                    <a:cubicBezTo>
                      <a:pt x="178" y="4134"/>
                      <a:pt x="512" y="4941"/>
                      <a:pt x="1107" y="5536"/>
                    </a:cubicBezTo>
                    <a:cubicBezTo>
                      <a:pt x="1702" y="6131"/>
                      <a:pt x="2508" y="6465"/>
                      <a:pt x="3350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31" name="Freeform: Shape 2830">
                <a:extLst>
                  <a:ext uri="{FF2B5EF4-FFF2-40B4-BE49-F238E27FC236}">
                    <a16:creationId xmlns:a16="http://schemas.microsoft.com/office/drawing/2014/main" id="{7553CBB9-8E42-8669-2183-82F6C41ACD59}"/>
                  </a:ext>
                </a:extLst>
              </p:cNvPr>
              <p:cNvSpPr/>
              <p:nvPr/>
            </p:nvSpPr>
            <p:spPr>
              <a:xfrm>
                <a:off x="3130209" y="5010523"/>
                <a:ext cx="6343" cy="6345"/>
              </a:xfrm>
              <a:custGeom>
                <a:avLst/>
                <a:gdLst>
                  <a:gd name="connsiteX0" fmla="*/ 3351 w 6343"/>
                  <a:gd name="connsiteY0" fmla="*/ 6466 h 6345"/>
                  <a:gd name="connsiteX1" fmla="*/ 5594 w 6343"/>
                  <a:gd name="connsiteY1" fmla="*/ 5537 h 6345"/>
                  <a:gd name="connsiteX2" fmla="*/ 6523 w 6343"/>
                  <a:gd name="connsiteY2" fmla="*/ 3293 h 6345"/>
                  <a:gd name="connsiteX3" fmla="*/ 5594 w 6343"/>
                  <a:gd name="connsiteY3" fmla="*/ 1050 h 6345"/>
                  <a:gd name="connsiteX4" fmla="*/ 3351 w 6343"/>
                  <a:gd name="connsiteY4" fmla="*/ 121 h 6345"/>
                  <a:gd name="connsiteX5" fmla="*/ 1108 w 6343"/>
                  <a:gd name="connsiteY5" fmla="*/ 1050 h 6345"/>
                  <a:gd name="connsiteX6" fmla="*/ 180 w 6343"/>
                  <a:gd name="connsiteY6" fmla="*/ 3293 h 6345"/>
                  <a:gd name="connsiteX7" fmla="*/ 1108 w 6343"/>
                  <a:gd name="connsiteY7" fmla="*/ 5537 h 6345"/>
                  <a:gd name="connsiteX8" fmla="*/ 335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466"/>
                    </a:moveTo>
                    <a:cubicBezTo>
                      <a:pt x="4192" y="6466"/>
                      <a:pt x="4999" y="6132"/>
                      <a:pt x="5594" y="5537"/>
                    </a:cubicBezTo>
                    <a:cubicBezTo>
                      <a:pt x="6188" y="4942"/>
                      <a:pt x="6523" y="4135"/>
                      <a:pt x="6523" y="3293"/>
                    </a:cubicBezTo>
                    <a:cubicBezTo>
                      <a:pt x="6523" y="2452"/>
                      <a:pt x="6188" y="1645"/>
                      <a:pt x="5594" y="1050"/>
                    </a:cubicBezTo>
                    <a:cubicBezTo>
                      <a:pt x="4999" y="455"/>
                      <a:pt x="4192" y="121"/>
                      <a:pt x="3351" y="121"/>
                    </a:cubicBezTo>
                    <a:cubicBezTo>
                      <a:pt x="2510" y="121"/>
                      <a:pt x="1703" y="455"/>
                      <a:pt x="1108" y="1050"/>
                    </a:cubicBezTo>
                    <a:cubicBezTo>
                      <a:pt x="514" y="1645"/>
                      <a:pt x="180" y="2452"/>
                      <a:pt x="180" y="3293"/>
                    </a:cubicBezTo>
                    <a:cubicBezTo>
                      <a:pt x="180" y="4135"/>
                      <a:pt x="514" y="4942"/>
                      <a:pt x="1108" y="5537"/>
                    </a:cubicBezTo>
                    <a:cubicBezTo>
                      <a:pt x="1703" y="6132"/>
                      <a:pt x="2510" y="6466"/>
                      <a:pt x="335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32" name="Freeform: Shape 2831">
                <a:extLst>
                  <a:ext uri="{FF2B5EF4-FFF2-40B4-BE49-F238E27FC236}">
                    <a16:creationId xmlns:a16="http://schemas.microsoft.com/office/drawing/2014/main" id="{0B8FF6EE-2B8E-38D8-A56B-9E17A8C2EAE8}"/>
                  </a:ext>
                </a:extLst>
              </p:cNvPr>
              <p:cNvSpPr/>
              <p:nvPr/>
            </p:nvSpPr>
            <p:spPr>
              <a:xfrm>
                <a:off x="3140050" y="5011293"/>
                <a:ext cx="6343" cy="6345"/>
              </a:xfrm>
              <a:custGeom>
                <a:avLst/>
                <a:gdLst>
                  <a:gd name="connsiteX0" fmla="*/ 3352 w 6343"/>
                  <a:gd name="connsiteY0" fmla="*/ 6466 h 6345"/>
                  <a:gd name="connsiteX1" fmla="*/ 5595 w 6343"/>
                  <a:gd name="connsiteY1" fmla="*/ 5537 h 6345"/>
                  <a:gd name="connsiteX2" fmla="*/ 6523 w 6343"/>
                  <a:gd name="connsiteY2" fmla="*/ 3293 h 6345"/>
                  <a:gd name="connsiteX3" fmla="*/ 5595 w 6343"/>
                  <a:gd name="connsiteY3" fmla="*/ 1050 h 6345"/>
                  <a:gd name="connsiteX4" fmla="*/ 3352 w 6343"/>
                  <a:gd name="connsiteY4" fmla="*/ 121 h 6345"/>
                  <a:gd name="connsiteX5" fmla="*/ 1109 w 6343"/>
                  <a:gd name="connsiteY5" fmla="*/ 1050 h 6345"/>
                  <a:gd name="connsiteX6" fmla="*/ 180 w 6343"/>
                  <a:gd name="connsiteY6" fmla="*/ 3293 h 6345"/>
                  <a:gd name="connsiteX7" fmla="*/ 1109 w 6343"/>
                  <a:gd name="connsiteY7" fmla="*/ 5537 h 6345"/>
                  <a:gd name="connsiteX8" fmla="*/ 3352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466"/>
                    </a:moveTo>
                    <a:cubicBezTo>
                      <a:pt x="4193" y="6466"/>
                      <a:pt x="5000" y="6132"/>
                      <a:pt x="5595" y="5537"/>
                    </a:cubicBezTo>
                    <a:cubicBezTo>
                      <a:pt x="6189" y="4942"/>
                      <a:pt x="6523" y="4135"/>
                      <a:pt x="6523" y="3293"/>
                    </a:cubicBezTo>
                    <a:cubicBezTo>
                      <a:pt x="6523" y="2452"/>
                      <a:pt x="6189" y="1645"/>
                      <a:pt x="5595" y="1050"/>
                    </a:cubicBezTo>
                    <a:cubicBezTo>
                      <a:pt x="5000" y="455"/>
                      <a:pt x="4193" y="121"/>
                      <a:pt x="3352" y="121"/>
                    </a:cubicBezTo>
                    <a:cubicBezTo>
                      <a:pt x="2511" y="121"/>
                      <a:pt x="1704" y="455"/>
                      <a:pt x="1109" y="1050"/>
                    </a:cubicBezTo>
                    <a:cubicBezTo>
                      <a:pt x="515" y="1645"/>
                      <a:pt x="180" y="2452"/>
                      <a:pt x="180" y="3293"/>
                    </a:cubicBezTo>
                    <a:cubicBezTo>
                      <a:pt x="180" y="4135"/>
                      <a:pt x="515" y="4942"/>
                      <a:pt x="1109" y="5537"/>
                    </a:cubicBezTo>
                    <a:cubicBezTo>
                      <a:pt x="1704" y="6132"/>
                      <a:pt x="2511" y="6466"/>
                      <a:pt x="3352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33" name="Freeform: Shape 2832">
                <a:extLst>
                  <a:ext uri="{FF2B5EF4-FFF2-40B4-BE49-F238E27FC236}">
                    <a16:creationId xmlns:a16="http://schemas.microsoft.com/office/drawing/2014/main" id="{D104B6B2-439A-1A1C-D324-7A02342E1841}"/>
                  </a:ext>
                </a:extLst>
              </p:cNvPr>
              <p:cNvSpPr/>
              <p:nvPr/>
            </p:nvSpPr>
            <p:spPr>
              <a:xfrm>
                <a:off x="3150559" y="5012862"/>
                <a:ext cx="6343" cy="6345"/>
              </a:xfrm>
              <a:custGeom>
                <a:avLst/>
                <a:gdLst>
                  <a:gd name="connsiteX0" fmla="*/ 3353 w 6343"/>
                  <a:gd name="connsiteY0" fmla="*/ 6466 h 6345"/>
                  <a:gd name="connsiteX1" fmla="*/ 5595 w 6343"/>
                  <a:gd name="connsiteY1" fmla="*/ 5537 h 6345"/>
                  <a:gd name="connsiteX2" fmla="*/ 6524 w 6343"/>
                  <a:gd name="connsiteY2" fmla="*/ 3294 h 6345"/>
                  <a:gd name="connsiteX3" fmla="*/ 5595 w 6343"/>
                  <a:gd name="connsiteY3" fmla="*/ 1050 h 6345"/>
                  <a:gd name="connsiteX4" fmla="*/ 3353 w 6343"/>
                  <a:gd name="connsiteY4" fmla="*/ 121 h 6345"/>
                  <a:gd name="connsiteX5" fmla="*/ 1110 w 6343"/>
                  <a:gd name="connsiteY5" fmla="*/ 1050 h 6345"/>
                  <a:gd name="connsiteX6" fmla="*/ 181 w 6343"/>
                  <a:gd name="connsiteY6" fmla="*/ 3294 h 6345"/>
                  <a:gd name="connsiteX7" fmla="*/ 1110 w 6343"/>
                  <a:gd name="connsiteY7" fmla="*/ 5537 h 6345"/>
                  <a:gd name="connsiteX8" fmla="*/ 335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466"/>
                    </a:moveTo>
                    <a:cubicBezTo>
                      <a:pt x="4194" y="6466"/>
                      <a:pt x="5001" y="6132"/>
                      <a:pt x="5595" y="5537"/>
                    </a:cubicBezTo>
                    <a:cubicBezTo>
                      <a:pt x="6190" y="4942"/>
                      <a:pt x="6524" y="4135"/>
                      <a:pt x="6524" y="3294"/>
                    </a:cubicBezTo>
                    <a:cubicBezTo>
                      <a:pt x="6524" y="2452"/>
                      <a:pt x="6190" y="1645"/>
                      <a:pt x="5595" y="1050"/>
                    </a:cubicBezTo>
                    <a:cubicBezTo>
                      <a:pt x="5001" y="455"/>
                      <a:pt x="4194" y="121"/>
                      <a:pt x="3353" y="121"/>
                    </a:cubicBezTo>
                    <a:cubicBezTo>
                      <a:pt x="2512" y="121"/>
                      <a:pt x="1705" y="455"/>
                      <a:pt x="1110" y="1050"/>
                    </a:cubicBezTo>
                    <a:cubicBezTo>
                      <a:pt x="515" y="1645"/>
                      <a:pt x="181" y="2452"/>
                      <a:pt x="181" y="3294"/>
                    </a:cubicBezTo>
                    <a:cubicBezTo>
                      <a:pt x="181" y="4135"/>
                      <a:pt x="515" y="4942"/>
                      <a:pt x="1110" y="5537"/>
                    </a:cubicBezTo>
                    <a:cubicBezTo>
                      <a:pt x="1705" y="6132"/>
                      <a:pt x="2512" y="6466"/>
                      <a:pt x="335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34" name="Freeform: Shape 2833">
                <a:extLst>
                  <a:ext uri="{FF2B5EF4-FFF2-40B4-BE49-F238E27FC236}">
                    <a16:creationId xmlns:a16="http://schemas.microsoft.com/office/drawing/2014/main" id="{03B9D6B6-0796-E222-B685-55836E0FEAF3}"/>
                  </a:ext>
                </a:extLst>
              </p:cNvPr>
              <p:cNvSpPr/>
              <p:nvPr/>
            </p:nvSpPr>
            <p:spPr>
              <a:xfrm>
                <a:off x="3156543" y="5009998"/>
                <a:ext cx="6343" cy="6345"/>
              </a:xfrm>
              <a:custGeom>
                <a:avLst/>
                <a:gdLst>
                  <a:gd name="connsiteX0" fmla="*/ 3353 w 6343"/>
                  <a:gd name="connsiteY0" fmla="*/ 6466 h 6345"/>
                  <a:gd name="connsiteX1" fmla="*/ 5596 w 6343"/>
                  <a:gd name="connsiteY1" fmla="*/ 5537 h 6345"/>
                  <a:gd name="connsiteX2" fmla="*/ 6525 w 6343"/>
                  <a:gd name="connsiteY2" fmla="*/ 3293 h 6345"/>
                  <a:gd name="connsiteX3" fmla="*/ 5596 w 6343"/>
                  <a:gd name="connsiteY3" fmla="*/ 1050 h 6345"/>
                  <a:gd name="connsiteX4" fmla="*/ 3353 w 6343"/>
                  <a:gd name="connsiteY4" fmla="*/ 121 h 6345"/>
                  <a:gd name="connsiteX5" fmla="*/ 1111 w 6343"/>
                  <a:gd name="connsiteY5" fmla="*/ 1050 h 6345"/>
                  <a:gd name="connsiteX6" fmla="*/ 182 w 6343"/>
                  <a:gd name="connsiteY6" fmla="*/ 3293 h 6345"/>
                  <a:gd name="connsiteX7" fmla="*/ 1111 w 6343"/>
                  <a:gd name="connsiteY7" fmla="*/ 5537 h 6345"/>
                  <a:gd name="connsiteX8" fmla="*/ 335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466"/>
                    </a:moveTo>
                    <a:cubicBezTo>
                      <a:pt x="4194" y="6466"/>
                      <a:pt x="5001" y="6132"/>
                      <a:pt x="5596" y="5537"/>
                    </a:cubicBezTo>
                    <a:cubicBezTo>
                      <a:pt x="6191" y="4942"/>
                      <a:pt x="6525" y="4135"/>
                      <a:pt x="6525" y="3293"/>
                    </a:cubicBezTo>
                    <a:cubicBezTo>
                      <a:pt x="6525" y="2452"/>
                      <a:pt x="6191" y="1645"/>
                      <a:pt x="5596" y="1050"/>
                    </a:cubicBezTo>
                    <a:cubicBezTo>
                      <a:pt x="5001" y="455"/>
                      <a:pt x="4194" y="121"/>
                      <a:pt x="3353" y="121"/>
                    </a:cubicBezTo>
                    <a:cubicBezTo>
                      <a:pt x="2512" y="121"/>
                      <a:pt x="1705" y="455"/>
                      <a:pt x="1111" y="1050"/>
                    </a:cubicBezTo>
                    <a:cubicBezTo>
                      <a:pt x="516" y="1645"/>
                      <a:pt x="182" y="2452"/>
                      <a:pt x="182" y="3293"/>
                    </a:cubicBezTo>
                    <a:cubicBezTo>
                      <a:pt x="182" y="4135"/>
                      <a:pt x="516" y="4942"/>
                      <a:pt x="1111" y="5537"/>
                    </a:cubicBezTo>
                    <a:cubicBezTo>
                      <a:pt x="1705" y="6132"/>
                      <a:pt x="2512" y="6466"/>
                      <a:pt x="335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35" name="Freeform: Shape 2834">
                <a:extLst>
                  <a:ext uri="{FF2B5EF4-FFF2-40B4-BE49-F238E27FC236}">
                    <a16:creationId xmlns:a16="http://schemas.microsoft.com/office/drawing/2014/main" id="{362D77DC-A173-A912-82B6-BE2B5BF5C1D2}"/>
                  </a:ext>
                </a:extLst>
              </p:cNvPr>
              <p:cNvSpPr/>
              <p:nvPr/>
            </p:nvSpPr>
            <p:spPr>
              <a:xfrm>
                <a:off x="3162934" y="5007588"/>
                <a:ext cx="6343" cy="6345"/>
              </a:xfrm>
              <a:custGeom>
                <a:avLst/>
                <a:gdLst>
                  <a:gd name="connsiteX0" fmla="*/ 3354 w 6343"/>
                  <a:gd name="connsiteY0" fmla="*/ 6466 h 6345"/>
                  <a:gd name="connsiteX1" fmla="*/ 5596 w 6343"/>
                  <a:gd name="connsiteY1" fmla="*/ 5537 h 6345"/>
                  <a:gd name="connsiteX2" fmla="*/ 6525 w 6343"/>
                  <a:gd name="connsiteY2" fmla="*/ 3293 h 6345"/>
                  <a:gd name="connsiteX3" fmla="*/ 5596 w 6343"/>
                  <a:gd name="connsiteY3" fmla="*/ 1050 h 6345"/>
                  <a:gd name="connsiteX4" fmla="*/ 3354 w 6343"/>
                  <a:gd name="connsiteY4" fmla="*/ 120 h 6345"/>
                  <a:gd name="connsiteX5" fmla="*/ 1111 w 6343"/>
                  <a:gd name="connsiteY5" fmla="*/ 1050 h 6345"/>
                  <a:gd name="connsiteX6" fmla="*/ 182 w 6343"/>
                  <a:gd name="connsiteY6" fmla="*/ 3293 h 6345"/>
                  <a:gd name="connsiteX7" fmla="*/ 1111 w 6343"/>
                  <a:gd name="connsiteY7" fmla="*/ 5537 h 6345"/>
                  <a:gd name="connsiteX8" fmla="*/ 3354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466"/>
                    </a:moveTo>
                    <a:cubicBezTo>
                      <a:pt x="4195" y="6466"/>
                      <a:pt x="5002" y="6132"/>
                      <a:pt x="5596" y="5537"/>
                    </a:cubicBezTo>
                    <a:cubicBezTo>
                      <a:pt x="6191" y="4942"/>
                      <a:pt x="6525" y="4135"/>
                      <a:pt x="6525" y="3293"/>
                    </a:cubicBezTo>
                    <a:cubicBezTo>
                      <a:pt x="6525" y="2452"/>
                      <a:pt x="6191" y="1645"/>
                      <a:pt x="5596" y="1050"/>
                    </a:cubicBezTo>
                    <a:cubicBezTo>
                      <a:pt x="5002" y="455"/>
                      <a:pt x="4195" y="120"/>
                      <a:pt x="3354" y="120"/>
                    </a:cubicBezTo>
                    <a:cubicBezTo>
                      <a:pt x="2513" y="120"/>
                      <a:pt x="1706" y="455"/>
                      <a:pt x="1111" y="1050"/>
                    </a:cubicBezTo>
                    <a:cubicBezTo>
                      <a:pt x="516" y="1645"/>
                      <a:pt x="182" y="2452"/>
                      <a:pt x="182" y="3293"/>
                    </a:cubicBezTo>
                    <a:cubicBezTo>
                      <a:pt x="182" y="4135"/>
                      <a:pt x="516" y="4942"/>
                      <a:pt x="1111" y="5537"/>
                    </a:cubicBezTo>
                    <a:cubicBezTo>
                      <a:pt x="1706" y="6132"/>
                      <a:pt x="2513" y="6466"/>
                      <a:pt x="3354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36" name="Freeform: Shape 2835">
                <a:extLst>
                  <a:ext uri="{FF2B5EF4-FFF2-40B4-BE49-F238E27FC236}">
                    <a16:creationId xmlns:a16="http://schemas.microsoft.com/office/drawing/2014/main" id="{7329F3C0-C4A9-C846-5205-A2869399C62B}"/>
                  </a:ext>
                </a:extLst>
              </p:cNvPr>
              <p:cNvSpPr/>
              <p:nvPr/>
            </p:nvSpPr>
            <p:spPr>
              <a:xfrm>
                <a:off x="3172231" y="5008244"/>
                <a:ext cx="6343" cy="6345"/>
              </a:xfrm>
              <a:custGeom>
                <a:avLst/>
                <a:gdLst>
                  <a:gd name="connsiteX0" fmla="*/ 3354 w 6343"/>
                  <a:gd name="connsiteY0" fmla="*/ 6466 h 6345"/>
                  <a:gd name="connsiteX1" fmla="*/ 5597 w 6343"/>
                  <a:gd name="connsiteY1" fmla="*/ 5537 h 6345"/>
                  <a:gd name="connsiteX2" fmla="*/ 6526 w 6343"/>
                  <a:gd name="connsiteY2" fmla="*/ 3293 h 6345"/>
                  <a:gd name="connsiteX3" fmla="*/ 5597 w 6343"/>
                  <a:gd name="connsiteY3" fmla="*/ 1050 h 6345"/>
                  <a:gd name="connsiteX4" fmla="*/ 3354 w 6343"/>
                  <a:gd name="connsiteY4" fmla="*/ 120 h 6345"/>
                  <a:gd name="connsiteX5" fmla="*/ 1112 w 6343"/>
                  <a:gd name="connsiteY5" fmla="*/ 1050 h 6345"/>
                  <a:gd name="connsiteX6" fmla="*/ 183 w 6343"/>
                  <a:gd name="connsiteY6" fmla="*/ 3293 h 6345"/>
                  <a:gd name="connsiteX7" fmla="*/ 1112 w 6343"/>
                  <a:gd name="connsiteY7" fmla="*/ 5537 h 6345"/>
                  <a:gd name="connsiteX8" fmla="*/ 3354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466"/>
                    </a:moveTo>
                    <a:cubicBezTo>
                      <a:pt x="4196" y="6466"/>
                      <a:pt x="5002" y="6132"/>
                      <a:pt x="5597" y="5537"/>
                    </a:cubicBezTo>
                    <a:cubicBezTo>
                      <a:pt x="6192" y="4942"/>
                      <a:pt x="6526" y="4135"/>
                      <a:pt x="6526" y="3293"/>
                    </a:cubicBezTo>
                    <a:cubicBezTo>
                      <a:pt x="6526" y="2452"/>
                      <a:pt x="6192" y="1645"/>
                      <a:pt x="5597" y="1050"/>
                    </a:cubicBezTo>
                    <a:cubicBezTo>
                      <a:pt x="5002" y="455"/>
                      <a:pt x="4196" y="120"/>
                      <a:pt x="3354" y="120"/>
                    </a:cubicBezTo>
                    <a:cubicBezTo>
                      <a:pt x="2513" y="120"/>
                      <a:pt x="1707" y="455"/>
                      <a:pt x="1112" y="1050"/>
                    </a:cubicBezTo>
                    <a:cubicBezTo>
                      <a:pt x="517" y="1645"/>
                      <a:pt x="183" y="2452"/>
                      <a:pt x="183" y="3293"/>
                    </a:cubicBezTo>
                    <a:cubicBezTo>
                      <a:pt x="183" y="4135"/>
                      <a:pt x="517" y="4942"/>
                      <a:pt x="1112" y="5537"/>
                    </a:cubicBezTo>
                    <a:cubicBezTo>
                      <a:pt x="1707" y="6132"/>
                      <a:pt x="2513" y="6466"/>
                      <a:pt x="3354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37" name="Freeform: Shape 2836">
                <a:extLst>
                  <a:ext uri="{FF2B5EF4-FFF2-40B4-BE49-F238E27FC236}">
                    <a16:creationId xmlns:a16="http://schemas.microsoft.com/office/drawing/2014/main" id="{18AF7A80-A7A4-EF56-884D-24D2ED3D946A}"/>
                  </a:ext>
                </a:extLst>
              </p:cNvPr>
              <p:cNvSpPr/>
              <p:nvPr/>
            </p:nvSpPr>
            <p:spPr>
              <a:xfrm>
                <a:off x="3179821" y="5007229"/>
                <a:ext cx="6343" cy="6345"/>
              </a:xfrm>
              <a:custGeom>
                <a:avLst/>
                <a:gdLst>
                  <a:gd name="connsiteX0" fmla="*/ 3355 w 6343"/>
                  <a:gd name="connsiteY0" fmla="*/ 6466 h 6345"/>
                  <a:gd name="connsiteX1" fmla="*/ 5598 w 6343"/>
                  <a:gd name="connsiteY1" fmla="*/ 5537 h 6345"/>
                  <a:gd name="connsiteX2" fmla="*/ 6527 w 6343"/>
                  <a:gd name="connsiteY2" fmla="*/ 3293 h 6345"/>
                  <a:gd name="connsiteX3" fmla="*/ 5598 w 6343"/>
                  <a:gd name="connsiteY3" fmla="*/ 1050 h 6345"/>
                  <a:gd name="connsiteX4" fmla="*/ 3355 w 6343"/>
                  <a:gd name="connsiteY4" fmla="*/ 120 h 6345"/>
                  <a:gd name="connsiteX5" fmla="*/ 1112 w 6343"/>
                  <a:gd name="connsiteY5" fmla="*/ 1050 h 6345"/>
                  <a:gd name="connsiteX6" fmla="*/ 183 w 6343"/>
                  <a:gd name="connsiteY6" fmla="*/ 3293 h 6345"/>
                  <a:gd name="connsiteX7" fmla="*/ 1112 w 6343"/>
                  <a:gd name="connsiteY7" fmla="*/ 5537 h 6345"/>
                  <a:gd name="connsiteX8" fmla="*/ 3355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466"/>
                    </a:moveTo>
                    <a:cubicBezTo>
                      <a:pt x="4196" y="6466"/>
                      <a:pt x="5003" y="6131"/>
                      <a:pt x="5598" y="5537"/>
                    </a:cubicBezTo>
                    <a:cubicBezTo>
                      <a:pt x="6192" y="4942"/>
                      <a:pt x="6527" y="4135"/>
                      <a:pt x="6527" y="3293"/>
                    </a:cubicBezTo>
                    <a:cubicBezTo>
                      <a:pt x="6527" y="2452"/>
                      <a:pt x="6192" y="1645"/>
                      <a:pt x="5598" y="1050"/>
                    </a:cubicBezTo>
                    <a:cubicBezTo>
                      <a:pt x="5003" y="455"/>
                      <a:pt x="4196" y="120"/>
                      <a:pt x="3355" y="120"/>
                    </a:cubicBezTo>
                    <a:cubicBezTo>
                      <a:pt x="2514" y="120"/>
                      <a:pt x="1707" y="455"/>
                      <a:pt x="1112" y="1050"/>
                    </a:cubicBezTo>
                    <a:cubicBezTo>
                      <a:pt x="518" y="1645"/>
                      <a:pt x="183" y="2452"/>
                      <a:pt x="183" y="3293"/>
                    </a:cubicBezTo>
                    <a:cubicBezTo>
                      <a:pt x="183" y="4135"/>
                      <a:pt x="518" y="4942"/>
                      <a:pt x="1112" y="5537"/>
                    </a:cubicBezTo>
                    <a:cubicBezTo>
                      <a:pt x="1707" y="6131"/>
                      <a:pt x="2514" y="6466"/>
                      <a:pt x="3355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38" name="Freeform: Shape 2837">
                <a:extLst>
                  <a:ext uri="{FF2B5EF4-FFF2-40B4-BE49-F238E27FC236}">
                    <a16:creationId xmlns:a16="http://schemas.microsoft.com/office/drawing/2014/main" id="{B2AEB49D-5173-0B56-F7A9-1892A883D103}"/>
                  </a:ext>
                </a:extLst>
              </p:cNvPr>
              <p:cNvSpPr/>
              <p:nvPr/>
            </p:nvSpPr>
            <p:spPr>
              <a:xfrm>
                <a:off x="3190133" y="5009191"/>
                <a:ext cx="6343" cy="6345"/>
              </a:xfrm>
              <a:custGeom>
                <a:avLst/>
                <a:gdLst>
                  <a:gd name="connsiteX0" fmla="*/ 3356 w 6343"/>
                  <a:gd name="connsiteY0" fmla="*/ 6466 h 6345"/>
                  <a:gd name="connsiteX1" fmla="*/ 5598 w 6343"/>
                  <a:gd name="connsiteY1" fmla="*/ 5537 h 6345"/>
                  <a:gd name="connsiteX2" fmla="*/ 6527 w 6343"/>
                  <a:gd name="connsiteY2" fmla="*/ 3293 h 6345"/>
                  <a:gd name="connsiteX3" fmla="*/ 5598 w 6343"/>
                  <a:gd name="connsiteY3" fmla="*/ 1050 h 6345"/>
                  <a:gd name="connsiteX4" fmla="*/ 3356 w 6343"/>
                  <a:gd name="connsiteY4" fmla="*/ 121 h 6345"/>
                  <a:gd name="connsiteX5" fmla="*/ 1113 w 6343"/>
                  <a:gd name="connsiteY5" fmla="*/ 1050 h 6345"/>
                  <a:gd name="connsiteX6" fmla="*/ 184 w 6343"/>
                  <a:gd name="connsiteY6" fmla="*/ 3293 h 6345"/>
                  <a:gd name="connsiteX7" fmla="*/ 1113 w 6343"/>
                  <a:gd name="connsiteY7" fmla="*/ 5537 h 6345"/>
                  <a:gd name="connsiteX8" fmla="*/ 3356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466"/>
                    </a:moveTo>
                    <a:cubicBezTo>
                      <a:pt x="4197" y="6466"/>
                      <a:pt x="5004" y="6132"/>
                      <a:pt x="5598" y="5537"/>
                    </a:cubicBezTo>
                    <a:cubicBezTo>
                      <a:pt x="6193" y="4942"/>
                      <a:pt x="6527" y="4135"/>
                      <a:pt x="6527" y="3293"/>
                    </a:cubicBezTo>
                    <a:cubicBezTo>
                      <a:pt x="6527" y="2452"/>
                      <a:pt x="6193" y="1645"/>
                      <a:pt x="5598" y="1050"/>
                    </a:cubicBezTo>
                    <a:cubicBezTo>
                      <a:pt x="5004" y="455"/>
                      <a:pt x="4197" y="121"/>
                      <a:pt x="3356" y="121"/>
                    </a:cubicBezTo>
                    <a:cubicBezTo>
                      <a:pt x="2515" y="121"/>
                      <a:pt x="1708" y="455"/>
                      <a:pt x="1113" y="1050"/>
                    </a:cubicBezTo>
                    <a:cubicBezTo>
                      <a:pt x="518" y="1645"/>
                      <a:pt x="184" y="2452"/>
                      <a:pt x="184" y="3293"/>
                    </a:cubicBezTo>
                    <a:cubicBezTo>
                      <a:pt x="184" y="4135"/>
                      <a:pt x="518" y="4942"/>
                      <a:pt x="1113" y="5537"/>
                    </a:cubicBezTo>
                    <a:cubicBezTo>
                      <a:pt x="1708" y="6132"/>
                      <a:pt x="2515" y="6466"/>
                      <a:pt x="3356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39" name="Freeform: Shape 2838">
                <a:extLst>
                  <a:ext uri="{FF2B5EF4-FFF2-40B4-BE49-F238E27FC236}">
                    <a16:creationId xmlns:a16="http://schemas.microsoft.com/office/drawing/2014/main" id="{07D86EC0-7295-B6D4-E1F8-CD5A9992C337}"/>
                  </a:ext>
                </a:extLst>
              </p:cNvPr>
              <p:cNvSpPr/>
              <p:nvPr/>
            </p:nvSpPr>
            <p:spPr>
              <a:xfrm>
                <a:off x="3195410" y="5005885"/>
                <a:ext cx="6343" cy="6345"/>
              </a:xfrm>
              <a:custGeom>
                <a:avLst/>
                <a:gdLst>
                  <a:gd name="connsiteX0" fmla="*/ 3356 w 6343"/>
                  <a:gd name="connsiteY0" fmla="*/ 6466 h 6345"/>
                  <a:gd name="connsiteX1" fmla="*/ 5599 w 6343"/>
                  <a:gd name="connsiteY1" fmla="*/ 5536 h 6345"/>
                  <a:gd name="connsiteX2" fmla="*/ 6528 w 6343"/>
                  <a:gd name="connsiteY2" fmla="*/ 3293 h 6345"/>
                  <a:gd name="connsiteX3" fmla="*/ 5599 w 6343"/>
                  <a:gd name="connsiteY3" fmla="*/ 1050 h 6345"/>
                  <a:gd name="connsiteX4" fmla="*/ 3356 w 6343"/>
                  <a:gd name="connsiteY4" fmla="*/ 120 h 6345"/>
                  <a:gd name="connsiteX5" fmla="*/ 1114 w 6343"/>
                  <a:gd name="connsiteY5" fmla="*/ 1050 h 6345"/>
                  <a:gd name="connsiteX6" fmla="*/ 185 w 6343"/>
                  <a:gd name="connsiteY6" fmla="*/ 3293 h 6345"/>
                  <a:gd name="connsiteX7" fmla="*/ 1114 w 6343"/>
                  <a:gd name="connsiteY7" fmla="*/ 5536 h 6345"/>
                  <a:gd name="connsiteX8" fmla="*/ 3356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466"/>
                    </a:moveTo>
                    <a:cubicBezTo>
                      <a:pt x="4197" y="6466"/>
                      <a:pt x="5004" y="6131"/>
                      <a:pt x="5599" y="5536"/>
                    </a:cubicBezTo>
                    <a:cubicBezTo>
                      <a:pt x="6194" y="4941"/>
                      <a:pt x="6528" y="4134"/>
                      <a:pt x="6528" y="3293"/>
                    </a:cubicBezTo>
                    <a:cubicBezTo>
                      <a:pt x="6528" y="2452"/>
                      <a:pt x="6194" y="1645"/>
                      <a:pt x="5599" y="1050"/>
                    </a:cubicBezTo>
                    <a:cubicBezTo>
                      <a:pt x="5004" y="455"/>
                      <a:pt x="4197" y="120"/>
                      <a:pt x="3356" y="120"/>
                    </a:cubicBezTo>
                    <a:cubicBezTo>
                      <a:pt x="2515" y="120"/>
                      <a:pt x="1708" y="455"/>
                      <a:pt x="1114" y="1050"/>
                    </a:cubicBezTo>
                    <a:cubicBezTo>
                      <a:pt x="519" y="1645"/>
                      <a:pt x="185" y="2452"/>
                      <a:pt x="185" y="3293"/>
                    </a:cubicBezTo>
                    <a:cubicBezTo>
                      <a:pt x="185" y="4134"/>
                      <a:pt x="519" y="4941"/>
                      <a:pt x="1114" y="5536"/>
                    </a:cubicBezTo>
                    <a:cubicBezTo>
                      <a:pt x="1708" y="6131"/>
                      <a:pt x="2515" y="6466"/>
                      <a:pt x="3356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40" name="Freeform: Shape 2839">
                <a:extLst>
                  <a:ext uri="{FF2B5EF4-FFF2-40B4-BE49-F238E27FC236}">
                    <a16:creationId xmlns:a16="http://schemas.microsoft.com/office/drawing/2014/main" id="{1E90410C-AB1B-99FC-D353-24A62EF1C30A}"/>
                  </a:ext>
                </a:extLst>
              </p:cNvPr>
              <p:cNvSpPr/>
              <p:nvPr/>
            </p:nvSpPr>
            <p:spPr>
              <a:xfrm>
                <a:off x="3202343" y="5004403"/>
                <a:ext cx="6343" cy="6345"/>
              </a:xfrm>
              <a:custGeom>
                <a:avLst/>
                <a:gdLst>
                  <a:gd name="connsiteX0" fmla="*/ 3357 w 6343"/>
                  <a:gd name="connsiteY0" fmla="*/ 6466 h 6345"/>
                  <a:gd name="connsiteX1" fmla="*/ 5599 w 6343"/>
                  <a:gd name="connsiteY1" fmla="*/ 5536 h 6345"/>
                  <a:gd name="connsiteX2" fmla="*/ 6528 w 6343"/>
                  <a:gd name="connsiteY2" fmla="*/ 3293 h 6345"/>
                  <a:gd name="connsiteX3" fmla="*/ 5599 w 6343"/>
                  <a:gd name="connsiteY3" fmla="*/ 1049 h 6345"/>
                  <a:gd name="connsiteX4" fmla="*/ 3357 w 6343"/>
                  <a:gd name="connsiteY4" fmla="*/ 120 h 6345"/>
                  <a:gd name="connsiteX5" fmla="*/ 1114 w 6343"/>
                  <a:gd name="connsiteY5" fmla="*/ 1049 h 6345"/>
                  <a:gd name="connsiteX6" fmla="*/ 185 w 6343"/>
                  <a:gd name="connsiteY6" fmla="*/ 3293 h 6345"/>
                  <a:gd name="connsiteX7" fmla="*/ 1114 w 6343"/>
                  <a:gd name="connsiteY7" fmla="*/ 5536 h 6345"/>
                  <a:gd name="connsiteX8" fmla="*/ 335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466"/>
                    </a:moveTo>
                    <a:cubicBezTo>
                      <a:pt x="4198" y="6466"/>
                      <a:pt x="5005" y="6131"/>
                      <a:pt x="5599" y="5536"/>
                    </a:cubicBezTo>
                    <a:cubicBezTo>
                      <a:pt x="6194" y="4941"/>
                      <a:pt x="6528" y="4134"/>
                      <a:pt x="6528" y="3293"/>
                    </a:cubicBezTo>
                    <a:cubicBezTo>
                      <a:pt x="6528" y="2451"/>
                      <a:pt x="6194" y="1644"/>
                      <a:pt x="5599" y="1049"/>
                    </a:cubicBezTo>
                    <a:cubicBezTo>
                      <a:pt x="5005" y="454"/>
                      <a:pt x="4198" y="120"/>
                      <a:pt x="3357" y="120"/>
                    </a:cubicBezTo>
                    <a:cubicBezTo>
                      <a:pt x="2516" y="120"/>
                      <a:pt x="1709" y="454"/>
                      <a:pt x="1114" y="1049"/>
                    </a:cubicBezTo>
                    <a:cubicBezTo>
                      <a:pt x="519" y="1644"/>
                      <a:pt x="185" y="2451"/>
                      <a:pt x="185" y="3293"/>
                    </a:cubicBezTo>
                    <a:cubicBezTo>
                      <a:pt x="185" y="4134"/>
                      <a:pt x="519" y="4941"/>
                      <a:pt x="1114" y="5536"/>
                    </a:cubicBezTo>
                    <a:cubicBezTo>
                      <a:pt x="1709" y="6131"/>
                      <a:pt x="2516" y="6466"/>
                      <a:pt x="335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41" name="Freeform: Shape 2840">
                <a:extLst>
                  <a:ext uri="{FF2B5EF4-FFF2-40B4-BE49-F238E27FC236}">
                    <a16:creationId xmlns:a16="http://schemas.microsoft.com/office/drawing/2014/main" id="{B6677203-276F-6990-8F5D-CA39F3EA48E1}"/>
                  </a:ext>
                </a:extLst>
              </p:cNvPr>
              <p:cNvSpPr/>
              <p:nvPr/>
            </p:nvSpPr>
            <p:spPr>
              <a:xfrm>
                <a:off x="3212684" y="5006750"/>
                <a:ext cx="6343" cy="6345"/>
              </a:xfrm>
              <a:custGeom>
                <a:avLst/>
                <a:gdLst>
                  <a:gd name="connsiteX0" fmla="*/ 3358 w 6343"/>
                  <a:gd name="connsiteY0" fmla="*/ 6466 h 6345"/>
                  <a:gd name="connsiteX1" fmla="*/ 5600 w 6343"/>
                  <a:gd name="connsiteY1" fmla="*/ 5536 h 6345"/>
                  <a:gd name="connsiteX2" fmla="*/ 6529 w 6343"/>
                  <a:gd name="connsiteY2" fmla="*/ 3293 h 6345"/>
                  <a:gd name="connsiteX3" fmla="*/ 5600 w 6343"/>
                  <a:gd name="connsiteY3" fmla="*/ 1050 h 6345"/>
                  <a:gd name="connsiteX4" fmla="*/ 3358 w 6343"/>
                  <a:gd name="connsiteY4" fmla="*/ 120 h 6345"/>
                  <a:gd name="connsiteX5" fmla="*/ 1115 w 6343"/>
                  <a:gd name="connsiteY5" fmla="*/ 1050 h 6345"/>
                  <a:gd name="connsiteX6" fmla="*/ 186 w 6343"/>
                  <a:gd name="connsiteY6" fmla="*/ 3293 h 6345"/>
                  <a:gd name="connsiteX7" fmla="*/ 1115 w 6343"/>
                  <a:gd name="connsiteY7" fmla="*/ 5536 h 6345"/>
                  <a:gd name="connsiteX8" fmla="*/ 335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466"/>
                    </a:moveTo>
                    <a:cubicBezTo>
                      <a:pt x="4199" y="6466"/>
                      <a:pt x="5006" y="6131"/>
                      <a:pt x="5600" y="5536"/>
                    </a:cubicBezTo>
                    <a:cubicBezTo>
                      <a:pt x="6195" y="4942"/>
                      <a:pt x="6529" y="4134"/>
                      <a:pt x="6529" y="3293"/>
                    </a:cubicBezTo>
                    <a:cubicBezTo>
                      <a:pt x="6529" y="2452"/>
                      <a:pt x="6195" y="1645"/>
                      <a:pt x="5600" y="1050"/>
                    </a:cubicBezTo>
                    <a:cubicBezTo>
                      <a:pt x="5006" y="455"/>
                      <a:pt x="4199" y="120"/>
                      <a:pt x="3358" y="120"/>
                    </a:cubicBezTo>
                    <a:cubicBezTo>
                      <a:pt x="2517" y="120"/>
                      <a:pt x="1710" y="455"/>
                      <a:pt x="1115" y="1050"/>
                    </a:cubicBezTo>
                    <a:cubicBezTo>
                      <a:pt x="520" y="1645"/>
                      <a:pt x="186" y="2452"/>
                      <a:pt x="186" y="3293"/>
                    </a:cubicBezTo>
                    <a:cubicBezTo>
                      <a:pt x="186" y="4134"/>
                      <a:pt x="520" y="4942"/>
                      <a:pt x="1115" y="5536"/>
                    </a:cubicBezTo>
                    <a:cubicBezTo>
                      <a:pt x="1710" y="6131"/>
                      <a:pt x="2517" y="6466"/>
                      <a:pt x="335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42" name="Freeform: Shape 2841">
                <a:extLst>
                  <a:ext uri="{FF2B5EF4-FFF2-40B4-BE49-F238E27FC236}">
                    <a16:creationId xmlns:a16="http://schemas.microsoft.com/office/drawing/2014/main" id="{AF961CB5-671A-8D76-975B-58940C4F3030}"/>
                  </a:ext>
                </a:extLst>
              </p:cNvPr>
              <p:cNvSpPr/>
              <p:nvPr/>
            </p:nvSpPr>
            <p:spPr>
              <a:xfrm>
                <a:off x="3233740" y="5012349"/>
                <a:ext cx="6343" cy="6345"/>
              </a:xfrm>
              <a:custGeom>
                <a:avLst/>
                <a:gdLst>
                  <a:gd name="connsiteX0" fmla="*/ 3359 w 6343"/>
                  <a:gd name="connsiteY0" fmla="*/ 6466 h 6345"/>
                  <a:gd name="connsiteX1" fmla="*/ 5602 w 6343"/>
                  <a:gd name="connsiteY1" fmla="*/ 5537 h 6345"/>
                  <a:gd name="connsiteX2" fmla="*/ 6531 w 6343"/>
                  <a:gd name="connsiteY2" fmla="*/ 3293 h 6345"/>
                  <a:gd name="connsiteX3" fmla="*/ 5602 w 6343"/>
                  <a:gd name="connsiteY3" fmla="*/ 1050 h 6345"/>
                  <a:gd name="connsiteX4" fmla="*/ 3359 w 6343"/>
                  <a:gd name="connsiteY4" fmla="*/ 121 h 6345"/>
                  <a:gd name="connsiteX5" fmla="*/ 1117 w 6343"/>
                  <a:gd name="connsiteY5" fmla="*/ 1050 h 6345"/>
                  <a:gd name="connsiteX6" fmla="*/ 188 w 6343"/>
                  <a:gd name="connsiteY6" fmla="*/ 3293 h 6345"/>
                  <a:gd name="connsiteX7" fmla="*/ 1117 w 6343"/>
                  <a:gd name="connsiteY7" fmla="*/ 5537 h 6345"/>
                  <a:gd name="connsiteX8" fmla="*/ 335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466"/>
                    </a:moveTo>
                    <a:cubicBezTo>
                      <a:pt x="4200" y="6466"/>
                      <a:pt x="5007" y="6132"/>
                      <a:pt x="5602" y="5537"/>
                    </a:cubicBezTo>
                    <a:cubicBezTo>
                      <a:pt x="6197" y="4942"/>
                      <a:pt x="6531" y="4135"/>
                      <a:pt x="6531" y="3293"/>
                    </a:cubicBezTo>
                    <a:cubicBezTo>
                      <a:pt x="6531" y="2452"/>
                      <a:pt x="6197" y="1645"/>
                      <a:pt x="5602" y="1050"/>
                    </a:cubicBezTo>
                    <a:cubicBezTo>
                      <a:pt x="5007" y="455"/>
                      <a:pt x="4200" y="121"/>
                      <a:pt x="3359" y="121"/>
                    </a:cubicBezTo>
                    <a:cubicBezTo>
                      <a:pt x="2518" y="121"/>
                      <a:pt x="1711" y="455"/>
                      <a:pt x="1117" y="1050"/>
                    </a:cubicBezTo>
                    <a:cubicBezTo>
                      <a:pt x="522" y="1645"/>
                      <a:pt x="188" y="2452"/>
                      <a:pt x="188" y="3293"/>
                    </a:cubicBezTo>
                    <a:cubicBezTo>
                      <a:pt x="188" y="4135"/>
                      <a:pt x="522" y="4942"/>
                      <a:pt x="1117" y="5537"/>
                    </a:cubicBezTo>
                    <a:cubicBezTo>
                      <a:pt x="1711" y="6132"/>
                      <a:pt x="2518" y="6466"/>
                      <a:pt x="335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43" name="Freeform: Shape 2842">
                <a:extLst>
                  <a:ext uri="{FF2B5EF4-FFF2-40B4-BE49-F238E27FC236}">
                    <a16:creationId xmlns:a16="http://schemas.microsoft.com/office/drawing/2014/main" id="{F9B55B17-21D7-E2DA-67B4-3D4A0216D51E}"/>
                  </a:ext>
                </a:extLst>
              </p:cNvPr>
              <p:cNvSpPr/>
              <p:nvPr/>
            </p:nvSpPr>
            <p:spPr>
              <a:xfrm>
                <a:off x="3239784" y="5010265"/>
                <a:ext cx="6343" cy="6345"/>
              </a:xfrm>
              <a:custGeom>
                <a:avLst/>
                <a:gdLst>
                  <a:gd name="connsiteX0" fmla="*/ 3360 w 6343"/>
                  <a:gd name="connsiteY0" fmla="*/ 6466 h 6345"/>
                  <a:gd name="connsiteX1" fmla="*/ 5602 w 6343"/>
                  <a:gd name="connsiteY1" fmla="*/ 5537 h 6345"/>
                  <a:gd name="connsiteX2" fmla="*/ 6531 w 6343"/>
                  <a:gd name="connsiteY2" fmla="*/ 3293 h 6345"/>
                  <a:gd name="connsiteX3" fmla="*/ 5602 w 6343"/>
                  <a:gd name="connsiteY3" fmla="*/ 1050 h 6345"/>
                  <a:gd name="connsiteX4" fmla="*/ 3360 w 6343"/>
                  <a:gd name="connsiteY4" fmla="*/ 121 h 6345"/>
                  <a:gd name="connsiteX5" fmla="*/ 1117 w 6343"/>
                  <a:gd name="connsiteY5" fmla="*/ 1050 h 6345"/>
                  <a:gd name="connsiteX6" fmla="*/ 188 w 6343"/>
                  <a:gd name="connsiteY6" fmla="*/ 3293 h 6345"/>
                  <a:gd name="connsiteX7" fmla="*/ 1117 w 6343"/>
                  <a:gd name="connsiteY7" fmla="*/ 5537 h 6345"/>
                  <a:gd name="connsiteX8" fmla="*/ 336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466"/>
                    </a:moveTo>
                    <a:cubicBezTo>
                      <a:pt x="4201" y="6466"/>
                      <a:pt x="5008" y="6132"/>
                      <a:pt x="5602" y="5537"/>
                    </a:cubicBezTo>
                    <a:cubicBezTo>
                      <a:pt x="6197" y="4942"/>
                      <a:pt x="6531" y="4135"/>
                      <a:pt x="6531" y="3293"/>
                    </a:cubicBezTo>
                    <a:cubicBezTo>
                      <a:pt x="6531" y="2452"/>
                      <a:pt x="6197" y="1645"/>
                      <a:pt x="5602" y="1050"/>
                    </a:cubicBezTo>
                    <a:cubicBezTo>
                      <a:pt x="5008" y="455"/>
                      <a:pt x="4201" y="121"/>
                      <a:pt x="3360" y="121"/>
                    </a:cubicBezTo>
                    <a:cubicBezTo>
                      <a:pt x="2519" y="121"/>
                      <a:pt x="1712" y="455"/>
                      <a:pt x="1117" y="1050"/>
                    </a:cubicBezTo>
                    <a:cubicBezTo>
                      <a:pt x="522" y="1645"/>
                      <a:pt x="188" y="2452"/>
                      <a:pt x="188" y="3293"/>
                    </a:cubicBezTo>
                    <a:cubicBezTo>
                      <a:pt x="188" y="4135"/>
                      <a:pt x="522" y="4942"/>
                      <a:pt x="1117" y="5537"/>
                    </a:cubicBezTo>
                    <a:cubicBezTo>
                      <a:pt x="1712" y="6132"/>
                      <a:pt x="2519" y="6466"/>
                      <a:pt x="336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44" name="Freeform: Shape 2843">
                <a:extLst>
                  <a:ext uri="{FF2B5EF4-FFF2-40B4-BE49-F238E27FC236}">
                    <a16:creationId xmlns:a16="http://schemas.microsoft.com/office/drawing/2014/main" id="{34006EB7-7EAC-19B7-EB2C-7A50F6275132}"/>
                  </a:ext>
                </a:extLst>
              </p:cNvPr>
              <p:cNvSpPr/>
              <p:nvPr/>
            </p:nvSpPr>
            <p:spPr>
              <a:xfrm>
                <a:off x="3256779" y="5011998"/>
                <a:ext cx="6343" cy="6345"/>
              </a:xfrm>
              <a:custGeom>
                <a:avLst/>
                <a:gdLst>
                  <a:gd name="connsiteX0" fmla="*/ 3361 w 6343"/>
                  <a:gd name="connsiteY0" fmla="*/ 6466 h 6345"/>
                  <a:gd name="connsiteX1" fmla="*/ 5604 w 6343"/>
                  <a:gd name="connsiteY1" fmla="*/ 5537 h 6345"/>
                  <a:gd name="connsiteX2" fmla="*/ 6533 w 6343"/>
                  <a:gd name="connsiteY2" fmla="*/ 3293 h 6345"/>
                  <a:gd name="connsiteX3" fmla="*/ 5604 w 6343"/>
                  <a:gd name="connsiteY3" fmla="*/ 1050 h 6345"/>
                  <a:gd name="connsiteX4" fmla="*/ 3361 w 6343"/>
                  <a:gd name="connsiteY4" fmla="*/ 121 h 6345"/>
                  <a:gd name="connsiteX5" fmla="*/ 1118 w 6343"/>
                  <a:gd name="connsiteY5" fmla="*/ 1050 h 6345"/>
                  <a:gd name="connsiteX6" fmla="*/ 190 w 6343"/>
                  <a:gd name="connsiteY6" fmla="*/ 3293 h 6345"/>
                  <a:gd name="connsiteX7" fmla="*/ 1118 w 6343"/>
                  <a:gd name="connsiteY7" fmla="*/ 5537 h 6345"/>
                  <a:gd name="connsiteX8" fmla="*/ 336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66"/>
                    </a:moveTo>
                    <a:cubicBezTo>
                      <a:pt x="4202" y="6466"/>
                      <a:pt x="5009" y="6132"/>
                      <a:pt x="5604" y="5537"/>
                    </a:cubicBezTo>
                    <a:cubicBezTo>
                      <a:pt x="6198" y="4942"/>
                      <a:pt x="6533" y="4135"/>
                      <a:pt x="6533" y="3293"/>
                    </a:cubicBezTo>
                    <a:cubicBezTo>
                      <a:pt x="6533" y="2452"/>
                      <a:pt x="6198" y="1645"/>
                      <a:pt x="5604" y="1050"/>
                    </a:cubicBezTo>
                    <a:cubicBezTo>
                      <a:pt x="5009" y="455"/>
                      <a:pt x="4202" y="121"/>
                      <a:pt x="3361" y="121"/>
                    </a:cubicBezTo>
                    <a:cubicBezTo>
                      <a:pt x="2520" y="121"/>
                      <a:pt x="1713" y="455"/>
                      <a:pt x="1118" y="1050"/>
                    </a:cubicBezTo>
                    <a:cubicBezTo>
                      <a:pt x="524" y="1645"/>
                      <a:pt x="190" y="2452"/>
                      <a:pt x="190" y="3293"/>
                    </a:cubicBezTo>
                    <a:cubicBezTo>
                      <a:pt x="190" y="4135"/>
                      <a:pt x="524" y="4942"/>
                      <a:pt x="1118" y="5537"/>
                    </a:cubicBezTo>
                    <a:cubicBezTo>
                      <a:pt x="1713" y="6132"/>
                      <a:pt x="2520" y="6466"/>
                      <a:pt x="336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45" name="Freeform: Shape 2844">
                <a:extLst>
                  <a:ext uri="{FF2B5EF4-FFF2-40B4-BE49-F238E27FC236}">
                    <a16:creationId xmlns:a16="http://schemas.microsoft.com/office/drawing/2014/main" id="{3B7D5E36-8100-B603-0F26-856CAD9F7E33}"/>
                  </a:ext>
                </a:extLst>
              </p:cNvPr>
              <p:cNvSpPr/>
              <p:nvPr/>
            </p:nvSpPr>
            <p:spPr>
              <a:xfrm>
                <a:off x="3280594" y="5022416"/>
                <a:ext cx="6343" cy="6345"/>
              </a:xfrm>
              <a:custGeom>
                <a:avLst/>
                <a:gdLst>
                  <a:gd name="connsiteX0" fmla="*/ 3363 w 6343"/>
                  <a:gd name="connsiteY0" fmla="*/ 6467 h 6345"/>
                  <a:gd name="connsiteX1" fmla="*/ 5606 w 6343"/>
                  <a:gd name="connsiteY1" fmla="*/ 5538 h 6345"/>
                  <a:gd name="connsiteX2" fmla="*/ 6535 w 6343"/>
                  <a:gd name="connsiteY2" fmla="*/ 3294 h 6345"/>
                  <a:gd name="connsiteX3" fmla="*/ 5606 w 6343"/>
                  <a:gd name="connsiteY3" fmla="*/ 1051 h 6345"/>
                  <a:gd name="connsiteX4" fmla="*/ 3363 w 6343"/>
                  <a:gd name="connsiteY4" fmla="*/ 122 h 6345"/>
                  <a:gd name="connsiteX5" fmla="*/ 1120 w 6343"/>
                  <a:gd name="connsiteY5" fmla="*/ 1051 h 6345"/>
                  <a:gd name="connsiteX6" fmla="*/ 191 w 6343"/>
                  <a:gd name="connsiteY6" fmla="*/ 3294 h 6345"/>
                  <a:gd name="connsiteX7" fmla="*/ 1120 w 6343"/>
                  <a:gd name="connsiteY7" fmla="*/ 5538 h 6345"/>
                  <a:gd name="connsiteX8" fmla="*/ 3363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467"/>
                    </a:moveTo>
                    <a:cubicBezTo>
                      <a:pt x="4204" y="6467"/>
                      <a:pt x="5011" y="6133"/>
                      <a:pt x="5606" y="5538"/>
                    </a:cubicBezTo>
                    <a:cubicBezTo>
                      <a:pt x="6200" y="4943"/>
                      <a:pt x="6535" y="4136"/>
                      <a:pt x="6535" y="3294"/>
                    </a:cubicBezTo>
                    <a:cubicBezTo>
                      <a:pt x="6535" y="2453"/>
                      <a:pt x="6200" y="1646"/>
                      <a:pt x="5606" y="1051"/>
                    </a:cubicBezTo>
                    <a:cubicBezTo>
                      <a:pt x="5011" y="456"/>
                      <a:pt x="4204" y="122"/>
                      <a:pt x="3363" y="122"/>
                    </a:cubicBezTo>
                    <a:cubicBezTo>
                      <a:pt x="2522" y="122"/>
                      <a:pt x="1715" y="456"/>
                      <a:pt x="1120" y="1051"/>
                    </a:cubicBezTo>
                    <a:cubicBezTo>
                      <a:pt x="526" y="1646"/>
                      <a:pt x="191" y="2453"/>
                      <a:pt x="191" y="3294"/>
                    </a:cubicBezTo>
                    <a:cubicBezTo>
                      <a:pt x="191" y="4136"/>
                      <a:pt x="526" y="4943"/>
                      <a:pt x="1120" y="5538"/>
                    </a:cubicBezTo>
                    <a:cubicBezTo>
                      <a:pt x="1715" y="6133"/>
                      <a:pt x="2522" y="6467"/>
                      <a:pt x="3363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46" name="Freeform: Shape 2845">
                <a:extLst>
                  <a:ext uri="{FF2B5EF4-FFF2-40B4-BE49-F238E27FC236}">
                    <a16:creationId xmlns:a16="http://schemas.microsoft.com/office/drawing/2014/main" id="{3FDD056B-8117-907B-B266-29F816295FF1}"/>
                  </a:ext>
                </a:extLst>
              </p:cNvPr>
              <p:cNvSpPr/>
              <p:nvPr/>
            </p:nvSpPr>
            <p:spPr>
              <a:xfrm>
                <a:off x="3286820" y="5021036"/>
                <a:ext cx="6343" cy="6345"/>
              </a:xfrm>
              <a:custGeom>
                <a:avLst/>
                <a:gdLst>
                  <a:gd name="connsiteX0" fmla="*/ 3363 w 6343"/>
                  <a:gd name="connsiteY0" fmla="*/ 6467 h 6345"/>
                  <a:gd name="connsiteX1" fmla="*/ 5606 w 6343"/>
                  <a:gd name="connsiteY1" fmla="*/ 5538 h 6345"/>
                  <a:gd name="connsiteX2" fmla="*/ 6535 w 6343"/>
                  <a:gd name="connsiteY2" fmla="*/ 3294 h 6345"/>
                  <a:gd name="connsiteX3" fmla="*/ 5606 w 6343"/>
                  <a:gd name="connsiteY3" fmla="*/ 1051 h 6345"/>
                  <a:gd name="connsiteX4" fmla="*/ 3363 w 6343"/>
                  <a:gd name="connsiteY4" fmla="*/ 121 h 6345"/>
                  <a:gd name="connsiteX5" fmla="*/ 1121 w 6343"/>
                  <a:gd name="connsiteY5" fmla="*/ 1051 h 6345"/>
                  <a:gd name="connsiteX6" fmla="*/ 192 w 6343"/>
                  <a:gd name="connsiteY6" fmla="*/ 3294 h 6345"/>
                  <a:gd name="connsiteX7" fmla="*/ 1121 w 6343"/>
                  <a:gd name="connsiteY7" fmla="*/ 5538 h 6345"/>
                  <a:gd name="connsiteX8" fmla="*/ 3363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467"/>
                    </a:moveTo>
                    <a:cubicBezTo>
                      <a:pt x="4205" y="6467"/>
                      <a:pt x="5011" y="6133"/>
                      <a:pt x="5606" y="5538"/>
                    </a:cubicBezTo>
                    <a:cubicBezTo>
                      <a:pt x="6201" y="4943"/>
                      <a:pt x="6535" y="4136"/>
                      <a:pt x="6535" y="3294"/>
                    </a:cubicBezTo>
                    <a:cubicBezTo>
                      <a:pt x="6535" y="2453"/>
                      <a:pt x="6201" y="1646"/>
                      <a:pt x="5606" y="1051"/>
                    </a:cubicBezTo>
                    <a:cubicBezTo>
                      <a:pt x="5011" y="456"/>
                      <a:pt x="4205" y="121"/>
                      <a:pt x="3363" y="121"/>
                    </a:cubicBezTo>
                    <a:cubicBezTo>
                      <a:pt x="2522" y="121"/>
                      <a:pt x="1716" y="456"/>
                      <a:pt x="1121" y="1051"/>
                    </a:cubicBezTo>
                    <a:cubicBezTo>
                      <a:pt x="526" y="1646"/>
                      <a:pt x="192" y="2453"/>
                      <a:pt x="192" y="3294"/>
                    </a:cubicBezTo>
                    <a:cubicBezTo>
                      <a:pt x="192" y="4136"/>
                      <a:pt x="526" y="4943"/>
                      <a:pt x="1121" y="5538"/>
                    </a:cubicBezTo>
                    <a:cubicBezTo>
                      <a:pt x="1716" y="6133"/>
                      <a:pt x="2522" y="6467"/>
                      <a:pt x="3363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47" name="Freeform: Shape 2846">
                <a:extLst>
                  <a:ext uri="{FF2B5EF4-FFF2-40B4-BE49-F238E27FC236}">
                    <a16:creationId xmlns:a16="http://schemas.microsoft.com/office/drawing/2014/main" id="{D13D4BA9-6218-B522-0973-6500ED82EDF2}"/>
                  </a:ext>
                </a:extLst>
              </p:cNvPr>
              <p:cNvSpPr/>
              <p:nvPr/>
            </p:nvSpPr>
            <p:spPr>
              <a:xfrm>
                <a:off x="3294119" y="5021036"/>
                <a:ext cx="6343" cy="6345"/>
              </a:xfrm>
              <a:custGeom>
                <a:avLst/>
                <a:gdLst>
                  <a:gd name="connsiteX0" fmla="*/ 3364 w 6343"/>
                  <a:gd name="connsiteY0" fmla="*/ 6467 h 6345"/>
                  <a:gd name="connsiteX1" fmla="*/ 5607 w 6343"/>
                  <a:gd name="connsiteY1" fmla="*/ 5538 h 6345"/>
                  <a:gd name="connsiteX2" fmla="*/ 6536 w 6343"/>
                  <a:gd name="connsiteY2" fmla="*/ 3294 h 6345"/>
                  <a:gd name="connsiteX3" fmla="*/ 5607 w 6343"/>
                  <a:gd name="connsiteY3" fmla="*/ 1051 h 6345"/>
                  <a:gd name="connsiteX4" fmla="*/ 3364 w 6343"/>
                  <a:gd name="connsiteY4" fmla="*/ 121 h 6345"/>
                  <a:gd name="connsiteX5" fmla="*/ 1121 w 6343"/>
                  <a:gd name="connsiteY5" fmla="*/ 1051 h 6345"/>
                  <a:gd name="connsiteX6" fmla="*/ 192 w 6343"/>
                  <a:gd name="connsiteY6" fmla="*/ 3294 h 6345"/>
                  <a:gd name="connsiteX7" fmla="*/ 1121 w 6343"/>
                  <a:gd name="connsiteY7" fmla="*/ 5538 h 6345"/>
                  <a:gd name="connsiteX8" fmla="*/ 3364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467"/>
                    </a:moveTo>
                    <a:cubicBezTo>
                      <a:pt x="4205" y="6467"/>
                      <a:pt x="5012" y="6133"/>
                      <a:pt x="5607" y="5538"/>
                    </a:cubicBezTo>
                    <a:cubicBezTo>
                      <a:pt x="6201" y="4943"/>
                      <a:pt x="6536" y="4136"/>
                      <a:pt x="6536" y="3294"/>
                    </a:cubicBezTo>
                    <a:cubicBezTo>
                      <a:pt x="6536" y="2453"/>
                      <a:pt x="6201" y="1646"/>
                      <a:pt x="5607" y="1051"/>
                    </a:cubicBezTo>
                    <a:cubicBezTo>
                      <a:pt x="5012" y="456"/>
                      <a:pt x="4205" y="121"/>
                      <a:pt x="3364" y="121"/>
                    </a:cubicBezTo>
                    <a:cubicBezTo>
                      <a:pt x="2523" y="121"/>
                      <a:pt x="1716" y="456"/>
                      <a:pt x="1121" y="1051"/>
                    </a:cubicBezTo>
                    <a:cubicBezTo>
                      <a:pt x="527" y="1646"/>
                      <a:pt x="192" y="2453"/>
                      <a:pt x="192" y="3294"/>
                    </a:cubicBezTo>
                    <a:cubicBezTo>
                      <a:pt x="192" y="4136"/>
                      <a:pt x="527" y="4943"/>
                      <a:pt x="1121" y="5538"/>
                    </a:cubicBezTo>
                    <a:cubicBezTo>
                      <a:pt x="1716" y="6133"/>
                      <a:pt x="2523" y="6467"/>
                      <a:pt x="3364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48" name="Freeform: Shape 2847">
                <a:extLst>
                  <a:ext uri="{FF2B5EF4-FFF2-40B4-BE49-F238E27FC236}">
                    <a16:creationId xmlns:a16="http://schemas.microsoft.com/office/drawing/2014/main" id="{D18F627B-26F5-61EA-D5FA-8F89C0909402}"/>
                  </a:ext>
                </a:extLst>
              </p:cNvPr>
              <p:cNvSpPr/>
              <p:nvPr/>
            </p:nvSpPr>
            <p:spPr>
              <a:xfrm>
                <a:off x="3308408" y="5029864"/>
                <a:ext cx="6343" cy="6345"/>
              </a:xfrm>
              <a:custGeom>
                <a:avLst/>
                <a:gdLst>
                  <a:gd name="connsiteX0" fmla="*/ 3365 w 6343"/>
                  <a:gd name="connsiteY0" fmla="*/ 6468 h 6345"/>
                  <a:gd name="connsiteX1" fmla="*/ 5608 w 6343"/>
                  <a:gd name="connsiteY1" fmla="*/ 5538 h 6345"/>
                  <a:gd name="connsiteX2" fmla="*/ 6537 w 6343"/>
                  <a:gd name="connsiteY2" fmla="*/ 3295 h 6345"/>
                  <a:gd name="connsiteX3" fmla="*/ 5608 w 6343"/>
                  <a:gd name="connsiteY3" fmla="*/ 1051 h 6345"/>
                  <a:gd name="connsiteX4" fmla="*/ 3365 w 6343"/>
                  <a:gd name="connsiteY4" fmla="*/ 122 h 6345"/>
                  <a:gd name="connsiteX5" fmla="*/ 1123 w 6343"/>
                  <a:gd name="connsiteY5" fmla="*/ 1051 h 6345"/>
                  <a:gd name="connsiteX6" fmla="*/ 194 w 6343"/>
                  <a:gd name="connsiteY6" fmla="*/ 3295 h 6345"/>
                  <a:gd name="connsiteX7" fmla="*/ 1123 w 6343"/>
                  <a:gd name="connsiteY7" fmla="*/ 5538 h 6345"/>
                  <a:gd name="connsiteX8" fmla="*/ 3365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468"/>
                    </a:moveTo>
                    <a:cubicBezTo>
                      <a:pt x="4206" y="6468"/>
                      <a:pt x="5013" y="6133"/>
                      <a:pt x="5608" y="5538"/>
                    </a:cubicBezTo>
                    <a:cubicBezTo>
                      <a:pt x="6203" y="4943"/>
                      <a:pt x="6537" y="4136"/>
                      <a:pt x="6537" y="3295"/>
                    </a:cubicBezTo>
                    <a:cubicBezTo>
                      <a:pt x="6537" y="2453"/>
                      <a:pt x="6203" y="1646"/>
                      <a:pt x="5608" y="1051"/>
                    </a:cubicBezTo>
                    <a:cubicBezTo>
                      <a:pt x="5013" y="456"/>
                      <a:pt x="4206" y="122"/>
                      <a:pt x="3365" y="122"/>
                    </a:cubicBezTo>
                    <a:cubicBezTo>
                      <a:pt x="2524" y="122"/>
                      <a:pt x="1717" y="456"/>
                      <a:pt x="1123" y="1051"/>
                    </a:cubicBezTo>
                    <a:cubicBezTo>
                      <a:pt x="528" y="1646"/>
                      <a:pt x="194" y="2453"/>
                      <a:pt x="194" y="3295"/>
                    </a:cubicBezTo>
                    <a:cubicBezTo>
                      <a:pt x="194" y="4136"/>
                      <a:pt x="528" y="4943"/>
                      <a:pt x="1123" y="5538"/>
                    </a:cubicBezTo>
                    <a:cubicBezTo>
                      <a:pt x="1717" y="6133"/>
                      <a:pt x="2524" y="6468"/>
                      <a:pt x="3365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49" name="Freeform: Shape 2848">
                <a:extLst>
                  <a:ext uri="{FF2B5EF4-FFF2-40B4-BE49-F238E27FC236}">
                    <a16:creationId xmlns:a16="http://schemas.microsoft.com/office/drawing/2014/main" id="{1FFEA46C-5E42-BA50-BA66-BE1B2C090B78}"/>
                  </a:ext>
                </a:extLst>
              </p:cNvPr>
              <p:cNvSpPr/>
              <p:nvPr/>
            </p:nvSpPr>
            <p:spPr>
              <a:xfrm>
                <a:off x="3319234" y="5034623"/>
                <a:ext cx="6343" cy="6345"/>
              </a:xfrm>
              <a:custGeom>
                <a:avLst/>
                <a:gdLst>
                  <a:gd name="connsiteX0" fmla="*/ 3366 w 6343"/>
                  <a:gd name="connsiteY0" fmla="*/ 6468 h 6345"/>
                  <a:gd name="connsiteX1" fmla="*/ 5609 w 6343"/>
                  <a:gd name="connsiteY1" fmla="*/ 5539 h 6345"/>
                  <a:gd name="connsiteX2" fmla="*/ 6538 w 6343"/>
                  <a:gd name="connsiteY2" fmla="*/ 3295 h 6345"/>
                  <a:gd name="connsiteX3" fmla="*/ 5609 w 6343"/>
                  <a:gd name="connsiteY3" fmla="*/ 1052 h 6345"/>
                  <a:gd name="connsiteX4" fmla="*/ 3366 w 6343"/>
                  <a:gd name="connsiteY4" fmla="*/ 123 h 6345"/>
                  <a:gd name="connsiteX5" fmla="*/ 1123 w 6343"/>
                  <a:gd name="connsiteY5" fmla="*/ 1052 h 6345"/>
                  <a:gd name="connsiteX6" fmla="*/ 194 w 6343"/>
                  <a:gd name="connsiteY6" fmla="*/ 3295 h 6345"/>
                  <a:gd name="connsiteX7" fmla="*/ 1123 w 6343"/>
                  <a:gd name="connsiteY7" fmla="*/ 5539 h 6345"/>
                  <a:gd name="connsiteX8" fmla="*/ 336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6" y="6468"/>
                    </a:moveTo>
                    <a:cubicBezTo>
                      <a:pt x="4207" y="6468"/>
                      <a:pt x="5014" y="6134"/>
                      <a:pt x="5609" y="5539"/>
                    </a:cubicBezTo>
                    <a:cubicBezTo>
                      <a:pt x="6203" y="4944"/>
                      <a:pt x="6538" y="4137"/>
                      <a:pt x="6538" y="3295"/>
                    </a:cubicBezTo>
                    <a:cubicBezTo>
                      <a:pt x="6538" y="2454"/>
                      <a:pt x="6203" y="1647"/>
                      <a:pt x="5609" y="1052"/>
                    </a:cubicBezTo>
                    <a:cubicBezTo>
                      <a:pt x="5014" y="457"/>
                      <a:pt x="4207" y="123"/>
                      <a:pt x="3366" y="123"/>
                    </a:cubicBezTo>
                    <a:cubicBezTo>
                      <a:pt x="2525" y="123"/>
                      <a:pt x="1718" y="457"/>
                      <a:pt x="1123" y="1052"/>
                    </a:cubicBezTo>
                    <a:cubicBezTo>
                      <a:pt x="529" y="1647"/>
                      <a:pt x="194" y="2454"/>
                      <a:pt x="194" y="3295"/>
                    </a:cubicBezTo>
                    <a:cubicBezTo>
                      <a:pt x="194" y="4137"/>
                      <a:pt x="529" y="4944"/>
                      <a:pt x="1123" y="5539"/>
                    </a:cubicBezTo>
                    <a:cubicBezTo>
                      <a:pt x="1718" y="6134"/>
                      <a:pt x="2525" y="6468"/>
                      <a:pt x="336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50" name="Freeform: Shape 2849">
                <a:extLst>
                  <a:ext uri="{FF2B5EF4-FFF2-40B4-BE49-F238E27FC236}">
                    <a16:creationId xmlns:a16="http://schemas.microsoft.com/office/drawing/2014/main" id="{169DD588-3136-6D9E-C175-8E3EFC5AD7F7}"/>
                  </a:ext>
                </a:extLst>
              </p:cNvPr>
              <p:cNvSpPr/>
              <p:nvPr/>
            </p:nvSpPr>
            <p:spPr>
              <a:xfrm>
                <a:off x="3325329" y="5033525"/>
                <a:ext cx="6343" cy="6345"/>
              </a:xfrm>
              <a:custGeom>
                <a:avLst/>
                <a:gdLst>
                  <a:gd name="connsiteX0" fmla="*/ 3367 w 6343"/>
                  <a:gd name="connsiteY0" fmla="*/ 6468 h 6345"/>
                  <a:gd name="connsiteX1" fmla="*/ 5609 w 6343"/>
                  <a:gd name="connsiteY1" fmla="*/ 5539 h 6345"/>
                  <a:gd name="connsiteX2" fmla="*/ 6538 w 6343"/>
                  <a:gd name="connsiteY2" fmla="*/ 3295 h 6345"/>
                  <a:gd name="connsiteX3" fmla="*/ 5609 w 6343"/>
                  <a:gd name="connsiteY3" fmla="*/ 1052 h 6345"/>
                  <a:gd name="connsiteX4" fmla="*/ 3367 w 6343"/>
                  <a:gd name="connsiteY4" fmla="*/ 122 h 6345"/>
                  <a:gd name="connsiteX5" fmla="*/ 1124 w 6343"/>
                  <a:gd name="connsiteY5" fmla="*/ 1052 h 6345"/>
                  <a:gd name="connsiteX6" fmla="*/ 195 w 6343"/>
                  <a:gd name="connsiteY6" fmla="*/ 3295 h 6345"/>
                  <a:gd name="connsiteX7" fmla="*/ 1124 w 6343"/>
                  <a:gd name="connsiteY7" fmla="*/ 5539 h 6345"/>
                  <a:gd name="connsiteX8" fmla="*/ 336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7" y="6468"/>
                    </a:moveTo>
                    <a:cubicBezTo>
                      <a:pt x="4208" y="6468"/>
                      <a:pt x="5014" y="6134"/>
                      <a:pt x="5609" y="5539"/>
                    </a:cubicBezTo>
                    <a:cubicBezTo>
                      <a:pt x="6204" y="4944"/>
                      <a:pt x="6538" y="4137"/>
                      <a:pt x="6538" y="3295"/>
                    </a:cubicBezTo>
                    <a:cubicBezTo>
                      <a:pt x="6538" y="2454"/>
                      <a:pt x="6204" y="1647"/>
                      <a:pt x="5609" y="1052"/>
                    </a:cubicBezTo>
                    <a:cubicBezTo>
                      <a:pt x="5014" y="457"/>
                      <a:pt x="4208" y="122"/>
                      <a:pt x="3367" y="122"/>
                    </a:cubicBezTo>
                    <a:cubicBezTo>
                      <a:pt x="2525" y="122"/>
                      <a:pt x="1719" y="457"/>
                      <a:pt x="1124" y="1052"/>
                    </a:cubicBezTo>
                    <a:cubicBezTo>
                      <a:pt x="529" y="1647"/>
                      <a:pt x="195" y="2454"/>
                      <a:pt x="195" y="3295"/>
                    </a:cubicBezTo>
                    <a:cubicBezTo>
                      <a:pt x="195" y="4137"/>
                      <a:pt x="529" y="4944"/>
                      <a:pt x="1124" y="5539"/>
                    </a:cubicBezTo>
                    <a:cubicBezTo>
                      <a:pt x="1719" y="6134"/>
                      <a:pt x="2525" y="6468"/>
                      <a:pt x="336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51" name="Freeform: Shape 2850">
                <a:extLst>
                  <a:ext uri="{FF2B5EF4-FFF2-40B4-BE49-F238E27FC236}">
                    <a16:creationId xmlns:a16="http://schemas.microsoft.com/office/drawing/2014/main" id="{B7FCD1A3-C0C6-EEE7-12E9-85CD3C8BC198}"/>
                  </a:ext>
                </a:extLst>
              </p:cNvPr>
              <p:cNvSpPr/>
              <p:nvPr/>
            </p:nvSpPr>
            <p:spPr>
              <a:xfrm>
                <a:off x="3332722" y="5034170"/>
                <a:ext cx="6343" cy="6345"/>
              </a:xfrm>
              <a:custGeom>
                <a:avLst/>
                <a:gdLst>
                  <a:gd name="connsiteX0" fmla="*/ 3367 w 6343"/>
                  <a:gd name="connsiteY0" fmla="*/ 6468 h 6345"/>
                  <a:gd name="connsiteX1" fmla="*/ 5610 w 6343"/>
                  <a:gd name="connsiteY1" fmla="*/ 5539 h 6345"/>
                  <a:gd name="connsiteX2" fmla="*/ 6539 w 6343"/>
                  <a:gd name="connsiteY2" fmla="*/ 3295 h 6345"/>
                  <a:gd name="connsiteX3" fmla="*/ 5610 w 6343"/>
                  <a:gd name="connsiteY3" fmla="*/ 1052 h 6345"/>
                  <a:gd name="connsiteX4" fmla="*/ 3367 w 6343"/>
                  <a:gd name="connsiteY4" fmla="*/ 123 h 6345"/>
                  <a:gd name="connsiteX5" fmla="*/ 1124 w 6343"/>
                  <a:gd name="connsiteY5" fmla="*/ 1052 h 6345"/>
                  <a:gd name="connsiteX6" fmla="*/ 196 w 6343"/>
                  <a:gd name="connsiteY6" fmla="*/ 3295 h 6345"/>
                  <a:gd name="connsiteX7" fmla="*/ 1124 w 6343"/>
                  <a:gd name="connsiteY7" fmla="*/ 5539 h 6345"/>
                  <a:gd name="connsiteX8" fmla="*/ 336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7" y="6468"/>
                    </a:moveTo>
                    <a:cubicBezTo>
                      <a:pt x="4208" y="6468"/>
                      <a:pt x="5015" y="6134"/>
                      <a:pt x="5610" y="5539"/>
                    </a:cubicBezTo>
                    <a:cubicBezTo>
                      <a:pt x="6204" y="4944"/>
                      <a:pt x="6539" y="4137"/>
                      <a:pt x="6539" y="3295"/>
                    </a:cubicBezTo>
                    <a:cubicBezTo>
                      <a:pt x="6539" y="2454"/>
                      <a:pt x="6204" y="1647"/>
                      <a:pt x="5610" y="1052"/>
                    </a:cubicBezTo>
                    <a:cubicBezTo>
                      <a:pt x="5015" y="457"/>
                      <a:pt x="4208" y="123"/>
                      <a:pt x="3367" y="123"/>
                    </a:cubicBezTo>
                    <a:cubicBezTo>
                      <a:pt x="2526" y="123"/>
                      <a:pt x="1719" y="457"/>
                      <a:pt x="1124" y="1052"/>
                    </a:cubicBezTo>
                    <a:cubicBezTo>
                      <a:pt x="530" y="1647"/>
                      <a:pt x="196" y="2454"/>
                      <a:pt x="196" y="3295"/>
                    </a:cubicBezTo>
                    <a:cubicBezTo>
                      <a:pt x="196" y="4137"/>
                      <a:pt x="530" y="4944"/>
                      <a:pt x="1124" y="5539"/>
                    </a:cubicBezTo>
                    <a:cubicBezTo>
                      <a:pt x="1719" y="6134"/>
                      <a:pt x="2526" y="6468"/>
                      <a:pt x="336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52" name="Freeform: Shape 2851">
                <a:extLst>
                  <a:ext uri="{FF2B5EF4-FFF2-40B4-BE49-F238E27FC236}">
                    <a16:creationId xmlns:a16="http://schemas.microsoft.com/office/drawing/2014/main" id="{32305974-5295-3F7C-7C60-B9A89B4C2E4E}"/>
                  </a:ext>
                </a:extLst>
              </p:cNvPr>
              <p:cNvSpPr/>
              <p:nvPr/>
            </p:nvSpPr>
            <p:spPr>
              <a:xfrm>
                <a:off x="3339799" y="5034501"/>
                <a:ext cx="6343" cy="6345"/>
              </a:xfrm>
              <a:custGeom>
                <a:avLst/>
                <a:gdLst>
                  <a:gd name="connsiteX0" fmla="*/ 3368 w 6343"/>
                  <a:gd name="connsiteY0" fmla="*/ 6468 h 6345"/>
                  <a:gd name="connsiteX1" fmla="*/ 5610 w 6343"/>
                  <a:gd name="connsiteY1" fmla="*/ 5539 h 6345"/>
                  <a:gd name="connsiteX2" fmla="*/ 6539 w 6343"/>
                  <a:gd name="connsiteY2" fmla="*/ 3295 h 6345"/>
                  <a:gd name="connsiteX3" fmla="*/ 5610 w 6343"/>
                  <a:gd name="connsiteY3" fmla="*/ 1052 h 6345"/>
                  <a:gd name="connsiteX4" fmla="*/ 3368 w 6343"/>
                  <a:gd name="connsiteY4" fmla="*/ 123 h 6345"/>
                  <a:gd name="connsiteX5" fmla="*/ 1125 w 6343"/>
                  <a:gd name="connsiteY5" fmla="*/ 1052 h 6345"/>
                  <a:gd name="connsiteX6" fmla="*/ 196 w 6343"/>
                  <a:gd name="connsiteY6" fmla="*/ 3295 h 6345"/>
                  <a:gd name="connsiteX7" fmla="*/ 1125 w 6343"/>
                  <a:gd name="connsiteY7" fmla="*/ 5539 h 6345"/>
                  <a:gd name="connsiteX8" fmla="*/ 336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68"/>
                    </a:moveTo>
                    <a:cubicBezTo>
                      <a:pt x="4209" y="6468"/>
                      <a:pt x="5016" y="6134"/>
                      <a:pt x="5610" y="5539"/>
                    </a:cubicBezTo>
                    <a:cubicBezTo>
                      <a:pt x="6205" y="4944"/>
                      <a:pt x="6539" y="4137"/>
                      <a:pt x="6539" y="3295"/>
                    </a:cubicBezTo>
                    <a:cubicBezTo>
                      <a:pt x="6539" y="2454"/>
                      <a:pt x="6205" y="1647"/>
                      <a:pt x="5610" y="1052"/>
                    </a:cubicBezTo>
                    <a:cubicBezTo>
                      <a:pt x="5016" y="457"/>
                      <a:pt x="4209" y="123"/>
                      <a:pt x="3368" y="123"/>
                    </a:cubicBezTo>
                    <a:cubicBezTo>
                      <a:pt x="2527" y="123"/>
                      <a:pt x="1720" y="457"/>
                      <a:pt x="1125" y="1052"/>
                    </a:cubicBezTo>
                    <a:cubicBezTo>
                      <a:pt x="530" y="1647"/>
                      <a:pt x="196" y="2454"/>
                      <a:pt x="196" y="3295"/>
                    </a:cubicBezTo>
                    <a:cubicBezTo>
                      <a:pt x="196" y="4137"/>
                      <a:pt x="530" y="4944"/>
                      <a:pt x="1125" y="5539"/>
                    </a:cubicBezTo>
                    <a:cubicBezTo>
                      <a:pt x="1720" y="6134"/>
                      <a:pt x="2527" y="6468"/>
                      <a:pt x="336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53" name="Freeform: Shape 2852">
                <a:extLst>
                  <a:ext uri="{FF2B5EF4-FFF2-40B4-BE49-F238E27FC236}">
                    <a16:creationId xmlns:a16="http://schemas.microsoft.com/office/drawing/2014/main" id="{EE07524C-BBDB-F376-26D7-FFDABFD714DF}"/>
                  </a:ext>
                </a:extLst>
              </p:cNvPr>
              <p:cNvSpPr/>
              <p:nvPr/>
            </p:nvSpPr>
            <p:spPr>
              <a:xfrm>
                <a:off x="3345738" y="5033410"/>
                <a:ext cx="6343" cy="6345"/>
              </a:xfrm>
              <a:custGeom>
                <a:avLst/>
                <a:gdLst>
                  <a:gd name="connsiteX0" fmla="*/ 3368 w 6343"/>
                  <a:gd name="connsiteY0" fmla="*/ 6468 h 6345"/>
                  <a:gd name="connsiteX1" fmla="*/ 5611 w 6343"/>
                  <a:gd name="connsiteY1" fmla="*/ 5539 h 6345"/>
                  <a:gd name="connsiteX2" fmla="*/ 6540 w 6343"/>
                  <a:gd name="connsiteY2" fmla="*/ 3295 h 6345"/>
                  <a:gd name="connsiteX3" fmla="*/ 5611 w 6343"/>
                  <a:gd name="connsiteY3" fmla="*/ 1052 h 6345"/>
                  <a:gd name="connsiteX4" fmla="*/ 3368 w 6343"/>
                  <a:gd name="connsiteY4" fmla="*/ 122 h 6345"/>
                  <a:gd name="connsiteX5" fmla="*/ 1125 w 6343"/>
                  <a:gd name="connsiteY5" fmla="*/ 1052 h 6345"/>
                  <a:gd name="connsiteX6" fmla="*/ 197 w 6343"/>
                  <a:gd name="connsiteY6" fmla="*/ 3295 h 6345"/>
                  <a:gd name="connsiteX7" fmla="*/ 1125 w 6343"/>
                  <a:gd name="connsiteY7" fmla="*/ 5539 h 6345"/>
                  <a:gd name="connsiteX8" fmla="*/ 336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68"/>
                    </a:moveTo>
                    <a:cubicBezTo>
                      <a:pt x="4209" y="6468"/>
                      <a:pt x="5016" y="6134"/>
                      <a:pt x="5611" y="5539"/>
                    </a:cubicBezTo>
                    <a:cubicBezTo>
                      <a:pt x="6205" y="4944"/>
                      <a:pt x="6540" y="4137"/>
                      <a:pt x="6540" y="3295"/>
                    </a:cubicBezTo>
                    <a:cubicBezTo>
                      <a:pt x="6540" y="2454"/>
                      <a:pt x="6205" y="1647"/>
                      <a:pt x="5611" y="1052"/>
                    </a:cubicBezTo>
                    <a:cubicBezTo>
                      <a:pt x="5016" y="457"/>
                      <a:pt x="4209" y="122"/>
                      <a:pt x="3368" y="122"/>
                    </a:cubicBezTo>
                    <a:cubicBezTo>
                      <a:pt x="2527" y="122"/>
                      <a:pt x="1720" y="457"/>
                      <a:pt x="1125" y="1052"/>
                    </a:cubicBezTo>
                    <a:cubicBezTo>
                      <a:pt x="531" y="1647"/>
                      <a:pt x="197" y="2454"/>
                      <a:pt x="197" y="3295"/>
                    </a:cubicBezTo>
                    <a:cubicBezTo>
                      <a:pt x="197" y="4137"/>
                      <a:pt x="531" y="4944"/>
                      <a:pt x="1125" y="5539"/>
                    </a:cubicBezTo>
                    <a:cubicBezTo>
                      <a:pt x="1720" y="6134"/>
                      <a:pt x="2527" y="6468"/>
                      <a:pt x="336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54" name="Freeform: Shape 2853">
                <a:extLst>
                  <a:ext uri="{FF2B5EF4-FFF2-40B4-BE49-F238E27FC236}">
                    <a16:creationId xmlns:a16="http://schemas.microsoft.com/office/drawing/2014/main" id="{3B4F9B3B-92D3-40A4-0BF9-F2A81F7F2F71}"/>
                  </a:ext>
                </a:extLst>
              </p:cNvPr>
              <p:cNvSpPr/>
              <p:nvPr/>
            </p:nvSpPr>
            <p:spPr>
              <a:xfrm>
                <a:off x="3350649" y="5030988"/>
                <a:ext cx="6343" cy="6345"/>
              </a:xfrm>
              <a:custGeom>
                <a:avLst/>
                <a:gdLst>
                  <a:gd name="connsiteX0" fmla="*/ 3369 w 6343"/>
                  <a:gd name="connsiteY0" fmla="*/ 6468 h 6345"/>
                  <a:gd name="connsiteX1" fmla="*/ 5611 w 6343"/>
                  <a:gd name="connsiteY1" fmla="*/ 5538 h 6345"/>
                  <a:gd name="connsiteX2" fmla="*/ 6540 w 6343"/>
                  <a:gd name="connsiteY2" fmla="*/ 3295 h 6345"/>
                  <a:gd name="connsiteX3" fmla="*/ 5611 w 6343"/>
                  <a:gd name="connsiteY3" fmla="*/ 1052 h 6345"/>
                  <a:gd name="connsiteX4" fmla="*/ 3369 w 6343"/>
                  <a:gd name="connsiteY4" fmla="*/ 122 h 6345"/>
                  <a:gd name="connsiteX5" fmla="*/ 1126 w 6343"/>
                  <a:gd name="connsiteY5" fmla="*/ 1052 h 6345"/>
                  <a:gd name="connsiteX6" fmla="*/ 197 w 6343"/>
                  <a:gd name="connsiteY6" fmla="*/ 3295 h 6345"/>
                  <a:gd name="connsiteX7" fmla="*/ 1126 w 6343"/>
                  <a:gd name="connsiteY7" fmla="*/ 5538 h 6345"/>
                  <a:gd name="connsiteX8" fmla="*/ 336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8"/>
                    </a:moveTo>
                    <a:cubicBezTo>
                      <a:pt x="4210" y="6468"/>
                      <a:pt x="5016" y="6133"/>
                      <a:pt x="5611" y="5538"/>
                    </a:cubicBezTo>
                    <a:cubicBezTo>
                      <a:pt x="6206" y="4943"/>
                      <a:pt x="6540" y="4136"/>
                      <a:pt x="6540" y="3295"/>
                    </a:cubicBezTo>
                    <a:cubicBezTo>
                      <a:pt x="6540" y="2454"/>
                      <a:pt x="6206" y="1646"/>
                      <a:pt x="5611" y="1052"/>
                    </a:cubicBezTo>
                    <a:cubicBezTo>
                      <a:pt x="5016" y="457"/>
                      <a:pt x="4210" y="122"/>
                      <a:pt x="3369" y="122"/>
                    </a:cubicBezTo>
                    <a:cubicBezTo>
                      <a:pt x="2527" y="122"/>
                      <a:pt x="1721" y="457"/>
                      <a:pt x="1126" y="1052"/>
                    </a:cubicBezTo>
                    <a:cubicBezTo>
                      <a:pt x="531" y="1646"/>
                      <a:pt x="197" y="2454"/>
                      <a:pt x="197" y="3295"/>
                    </a:cubicBezTo>
                    <a:cubicBezTo>
                      <a:pt x="197" y="4136"/>
                      <a:pt x="531" y="4943"/>
                      <a:pt x="1126" y="5538"/>
                    </a:cubicBezTo>
                    <a:cubicBezTo>
                      <a:pt x="1721" y="6133"/>
                      <a:pt x="2527" y="6468"/>
                      <a:pt x="336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55" name="Freeform: Shape 2854">
                <a:extLst>
                  <a:ext uri="{FF2B5EF4-FFF2-40B4-BE49-F238E27FC236}">
                    <a16:creationId xmlns:a16="http://schemas.microsoft.com/office/drawing/2014/main" id="{D17ED118-89BD-0E26-902D-3AB11446703B}"/>
                  </a:ext>
                </a:extLst>
              </p:cNvPr>
              <p:cNvSpPr/>
              <p:nvPr/>
            </p:nvSpPr>
            <p:spPr>
              <a:xfrm>
                <a:off x="3355374" y="5028332"/>
                <a:ext cx="6343" cy="6345"/>
              </a:xfrm>
              <a:custGeom>
                <a:avLst/>
                <a:gdLst>
                  <a:gd name="connsiteX0" fmla="*/ 3369 w 6343"/>
                  <a:gd name="connsiteY0" fmla="*/ 6467 h 6345"/>
                  <a:gd name="connsiteX1" fmla="*/ 5612 w 6343"/>
                  <a:gd name="connsiteY1" fmla="*/ 5538 h 6345"/>
                  <a:gd name="connsiteX2" fmla="*/ 6540 w 6343"/>
                  <a:gd name="connsiteY2" fmla="*/ 3295 h 6345"/>
                  <a:gd name="connsiteX3" fmla="*/ 5612 w 6343"/>
                  <a:gd name="connsiteY3" fmla="*/ 1051 h 6345"/>
                  <a:gd name="connsiteX4" fmla="*/ 3369 w 6343"/>
                  <a:gd name="connsiteY4" fmla="*/ 122 h 6345"/>
                  <a:gd name="connsiteX5" fmla="*/ 1126 w 6343"/>
                  <a:gd name="connsiteY5" fmla="*/ 1051 h 6345"/>
                  <a:gd name="connsiteX6" fmla="*/ 197 w 6343"/>
                  <a:gd name="connsiteY6" fmla="*/ 3295 h 6345"/>
                  <a:gd name="connsiteX7" fmla="*/ 1126 w 6343"/>
                  <a:gd name="connsiteY7" fmla="*/ 5538 h 6345"/>
                  <a:gd name="connsiteX8" fmla="*/ 336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7"/>
                    </a:moveTo>
                    <a:cubicBezTo>
                      <a:pt x="4210" y="6467"/>
                      <a:pt x="5017" y="6133"/>
                      <a:pt x="5612" y="5538"/>
                    </a:cubicBezTo>
                    <a:cubicBezTo>
                      <a:pt x="6206" y="4943"/>
                      <a:pt x="6540" y="4136"/>
                      <a:pt x="6540" y="3295"/>
                    </a:cubicBezTo>
                    <a:cubicBezTo>
                      <a:pt x="6540" y="2453"/>
                      <a:pt x="6206" y="1646"/>
                      <a:pt x="5612" y="1051"/>
                    </a:cubicBezTo>
                    <a:cubicBezTo>
                      <a:pt x="5017" y="456"/>
                      <a:pt x="4210" y="122"/>
                      <a:pt x="3369" y="122"/>
                    </a:cubicBezTo>
                    <a:cubicBezTo>
                      <a:pt x="2528" y="122"/>
                      <a:pt x="1721" y="456"/>
                      <a:pt x="1126" y="1051"/>
                    </a:cubicBezTo>
                    <a:cubicBezTo>
                      <a:pt x="531" y="1646"/>
                      <a:pt x="197" y="2453"/>
                      <a:pt x="197" y="3295"/>
                    </a:cubicBezTo>
                    <a:cubicBezTo>
                      <a:pt x="197" y="4136"/>
                      <a:pt x="531" y="4943"/>
                      <a:pt x="1126" y="5538"/>
                    </a:cubicBezTo>
                    <a:cubicBezTo>
                      <a:pt x="1721" y="6133"/>
                      <a:pt x="2528" y="6467"/>
                      <a:pt x="336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56" name="Freeform: Shape 2855">
                <a:extLst>
                  <a:ext uri="{FF2B5EF4-FFF2-40B4-BE49-F238E27FC236}">
                    <a16:creationId xmlns:a16="http://schemas.microsoft.com/office/drawing/2014/main" id="{8DC9CDD0-219C-BA70-1FE4-4B3A4313B45E}"/>
                  </a:ext>
                </a:extLst>
              </p:cNvPr>
              <p:cNvSpPr/>
              <p:nvPr/>
            </p:nvSpPr>
            <p:spPr>
              <a:xfrm>
                <a:off x="3359416" y="5024744"/>
                <a:ext cx="6343" cy="6345"/>
              </a:xfrm>
              <a:custGeom>
                <a:avLst/>
                <a:gdLst>
                  <a:gd name="connsiteX0" fmla="*/ 3369 w 6343"/>
                  <a:gd name="connsiteY0" fmla="*/ 6467 h 6345"/>
                  <a:gd name="connsiteX1" fmla="*/ 5612 w 6343"/>
                  <a:gd name="connsiteY1" fmla="*/ 5538 h 6345"/>
                  <a:gd name="connsiteX2" fmla="*/ 6541 w 6343"/>
                  <a:gd name="connsiteY2" fmla="*/ 3294 h 6345"/>
                  <a:gd name="connsiteX3" fmla="*/ 5612 w 6343"/>
                  <a:gd name="connsiteY3" fmla="*/ 1051 h 6345"/>
                  <a:gd name="connsiteX4" fmla="*/ 3369 w 6343"/>
                  <a:gd name="connsiteY4" fmla="*/ 122 h 6345"/>
                  <a:gd name="connsiteX5" fmla="*/ 1127 w 6343"/>
                  <a:gd name="connsiteY5" fmla="*/ 1051 h 6345"/>
                  <a:gd name="connsiteX6" fmla="*/ 198 w 6343"/>
                  <a:gd name="connsiteY6" fmla="*/ 3294 h 6345"/>
                  <a:gd name="connsiteX7" fmla="*/ 1127 w 6343"/>
                  <a:gd name="connsiteY7" fmla="*/ 5538 h 6345"/>
                  <a:gd name="connsiteX8" fmla="*/ 336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7"/>
                    </a:moveTo>
                    <a:cubicBezTo>
                      <a:pt x="4210" y="6467"/>
                      <a:pt x="5017" y="6133"/>
                      <a:pt x="5612" y="5538"/>
                    </a:cubicBezTo>
                    <a:cubicBezTo>
                      <a:pt x="6207" y="4943"/>
                      <a:pt x="6541" y="4136"/>
                      <a:pt x="6541" y="3294"/>
                    </a:cubicBezTo>
                    <a:cubicBezTo>
                      <a:pt x="6541" y="2453"/>
                      <a:pt x="6207" y="1646"/>
                      <a:pt x="5612" y="1051"/>
                    </a:cubicBezTo>
                    <a:cubicBezTo>
                      <a:pt x="5017" y="456"/>
                      <a:pt x="4210" y="122"/>
                      <a:pt x="3369" y="122"/>
                    </a:cubicBezTo>
                    <a:cubicBezTo>
                      <a:pt x="2528" y="122"/>
                      <a:pt x="1721" y="456"/>
                      <a:pt x="1127" y="1051"/>
                    </a:cubicBezTo>
                    <a:cubicBezTo>
                      <a:pt x="532" y="1646"/>
                      <a:pt x="198" y="2453"/>
                      <a:pt x="198" y="3294"/>
                    </a:cubicBezTo>
                    <a:cubicBezTo>
                      <a:pt x="198" y="4136"/>
                      <a:pt x="532" y="4943"/>
                      <a:pt x="1127" y="5538"/>
                    </a:cubicBezTo>
                    <a:cubicBezTo>
                      <a:pt x="1721" y="6133"/>
                      <a:pt x="2528" y="6467"/>
                      <a:pt x="336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57" name="Freeform: Shape 2856">
                <a:extLst>
                  <a:ext uri="{FF2B5EF4-FFF2-40B4-BE49-F238E27FC236}">
                    <a16:creationId xmlns:a16="http://schemas.microsoft.com/office/drawing/2014/main" id="{F30F483F-F7BC-D520-5A54-15A30BB5F6AD}"/>
                  </a:ext>
                </a:extLst>
              </p:cNvPr>
              <p:cNvSpPr/>
              <p:nvPr/>
            </p:nvSpPr>
            <p:spPr>
              <a:xfrm>
                <a:off x="3363288" y="5020907"/>
                <a:ext cx="6343" cy="6345"/>
              </a:xfrm>
              <a:custGeom>
                <a:avLst/>
                <a:gdLst>
                  <a:gd name="connsiteX0" fmla="*/ 3369 w 6343"/>
                  <a:gd name="connsiteY0" fmla="*/ 6467 h 6345"/>
                  <a:gd name="connsiteX1" fmla="*/ 5612 w 6343"/>
                  <a:gd name="connsiteY1" fmla="*/ 5538 h 6345"/>
                  <a:gd name="connsiteX2" fmla="*/ 6541 w 6343"/>
                  <a:gd name="connsiteY2" fmla="*/ 3294 h 6345"/>
                  <a:gd name="connsiteX3" fmla="*/ 5612 w 6343"/>
                  <a:gd name="connsiteY3" fmla="*/ 1051 h 6345"/>
                  <a:gd name="connsiteX4" fmla="*/ 3369 w 6343"/>
                  <a:gd name="connsiteY4" fmla="*/ 121 h 6345"/>
                  <a:gd name="connsiteX5" fmla="*/ 1127 w 6343"/>
                  <a:gd name="connsiteY5" fmla="*/ 1051 h 6345"/>
                  <a:gd name="connsiteX6" fmla="*/ 198 w 6343"/>
                  <a:gd name="connsiteY6" fmla="*/ 3294 h 6345"/>
                  <a:gd name="connsiteX7" fmla="*/ 1127 w 6343"/>
                  <a:gd name="connsiteY7" fmla="*/ 5538 h 6345"/>
                  <a:gd name="connsiteX8" fmla="*/ 336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7"/>
                    </a:moveTo>
                    <a:cubicBezTo>
                      <a:pt x="4211" y="6467"/>
                      <a:pt x="5017" y="6133"/>
                      <a:pt x="5612" y="5538"/>
                    </a:cubicBezTo>
                    <a:cubicBezTo>
                      <a:pt x="6207" y="4943"/>
                      <a:pt x="6541" y="4136"/>
                      <a:pt x="6541" y="3294"/>
                    </a:cubicBezTo>
                    <a:cubicBezTo>
                      <a:pt x="6541" y="2453"/>
                      <a:pt x="6207" y="1646"/>
                      <a:pt x="5612" y="1051"/>
                    </a:cubicBezTo>
                    <a:cubicBezTo>
                      <a:pt x="5017" y="456"/>
                      <a:pt x="4211" y="121"/>
                      <a:pt x="3369" y="121"/>
                    </a:cubicBezTo>
                    <a:cubicBezTo>
                      <a:pt x="2528" y="121"/>
                      <a:pt x="1722" y="456"/>
                      <a:pt x="1127" y="1051"/>
                    </a:cubicBezTo>
                    <a:cubicBezTo>
                      <a:pt x="532" y="1646"/>
                      <a:pt x="198" y="2453"/>
                      <a:pt x="198" y="3294"/>
                    </a:cubicBezTo>
                    <a:cubicBezTo>
                      <a:pt x="198" y="4136"/>
                      <a:pt x="532" y="4943"/>
                      <a:pt x="1127" y="5538"/>
                    </a:cubicBezTo>
                    <a:cubicBezTo>
                      <a:pt x="1722" y="6133"/>
                      <a:pt x="2528" y="6467"/>
                      <a:pt x="336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58" name="Freeform: Shape 2857">
                <a:extLst>
                  <a:ext uri="{FF2B5EF4-FFF2-40B4-BE49-F238E27FC236}">
                    <a16:creationId xmlns:a16="http://schemas.microsoft.com/office/drawing/2014/main" id="{D01C7CDC-F40E-E411-CFB6-E5B9B37142E5}"/>
                  </a:ext>
                </a:extLst>
              </p:cNvPr>
              <p:cNvSpPr/>
              <p:nvPr/>
            </p:nvSpPr>
            <p:spPr>
              <a:xfrm>
                <a:off x="3366805" y="5016547"/>
                <a:ext cx="6343" cy="6345"/>
              </a:xfrm>
              <a:custGeom>
                <a:avLst/>
                <a:gdLst>
                  <a:gd name="connsiteX0" fmla="*/ 3370 w 6343"/>
                  <a:gd name="connsiteY0" fmla="*/ 6467 h 6345"/>
                  <a:gd name="connsiteX1" fmla="*/ 5612 w 6343"/>
                  <a:gd name="connsiteY1" fmla="*/ 5537 h 6345"/>
                  <a:gd name="connsiteX2" fmla="*/ 6541 w 6343"/>
                  <a:gd name="connsiteY2" fmla="*/ 3294 h 6345"/>
                  <a:gd name="connsiteX3" fmla="*/ 5612 w 6343"/>
                  <a:gd name="connsiteY3" fmla="*/ 1050 h 6345"/>
                  <a:gd name="connsiteX4" fmla="*/ 3370 w 6343"/>
                  <a:gd name="connsiteY4" fmla="*/ 121 h 6345"/>
                  <a:gd name="connsiteX5" fmla="*/ 1127 w 6343"/>
                  <a:gd name="connsiteY5" fmla="*/ 1050 h 6345"/>
                  <a:gd name="connsiteX6" fmla="*/ 198 w 6343"/>
                  <a:gd name="connsiteY6" fmla="*/ 3294 h 6345"/>
                  <a:gd name="connsiteX7" fmla="*/ 1127 w 6343"/>
                  <a:gd name="connsiteY7" fmla="*/ 5537 h 6345"/>
                  <a:gd name="connsiteX8" fmla="*/ 337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7"/>
                    </a:moveTo>
                    <a:cubicBezTo>
                      <a:pt x="4211" y="6467"/>
                      <a:pt x="5018" y="6132"/>
                      <a:pt x="5612" y="5537"/>
                    </a:cubicBezTo>
                    <a:cubicBezTo>
                      <a:pt x="6207" y="4942"/>
                      <a:pt x="6541" y="4135"/>
                      <a:pt x="6541" y="3294"/>
                    </a:cubicBezTo>
                    <a:cubicBezTo>
                      <a:pt x="6541" y="2452"/>
                      <a:pt x="6207" y="1645"/>
                      <a:pt x="5612" y="1050"/>
                    </a:cubicBezTo>
                    <a:cubicBezTo>
                      <a:pt x="5018" y="455"/>
                      <a:pt x="4211" y="121"/>
                      <a:pt x="3370" y="121"/>
                    </a:cubicBezTo>
                    <a:cubicBezTo>
                      <a:pt x="2529" y="121"/>
                      <a:pt x="1722" y="455"/>
                      <a:pt x="1127" y="1050"/>
                    </a:cubicBezTo>
                    <a:cubicBezTo>
                      <a:pt x="532" y="1645"/>
                      <a:pt x="198" y="2452"/>
                      <a:pt x="198" y="3294"/>
                    </a:cubicBezTo>
                    <a:cubicBezTo>
                      <a:pt x="198" y="4135"/>
                      <a:pt x="532" y="4942"/>
                      <a:pt x="1127" y="5537"/>
                    </a:cubicBezTo>
                    <a:cubicBezTo>
                      <a:pt x="1722" y="6132"/>
                      <a:pt x="2529" y="6467"/>
                      <a:pt x="337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59" name="Freeform: Shape 2858">
                <a:extLst>
                  <a:ext uri="{FF2B5EF4-FFF2-40B4-BE49-F238E27FC236}">
                    <a16:creationId xmlns:a16="http://schemas.microsoft.com/office/drawing/2014/main" id="{3390CDE8-99A7-BC3B-0829-633CCB453E40}"/>
                  </a:ext>
                </a:extLst>
              </p:cNvPr>
              <p:cNvSpPr/>
              <p:nvPr/>
            </p:nvSpPr>
            <p:spPr>
              <a:xfrm>
                <a:off x="3369325" y="5010718"/>
                <a:ext cx="6343" cy="6345"/>
              </a:xfrm>
              <a:custGeom>
                <a:avLst/>
                <a:gdLst>
                  <a:gd name="connsiteX0" fmla="*/ 3370 w 6343"/>
                  <a:gd name="connsiteY0" fmla="*/ 6466 h 6345"/>
                  <a:gd name="connsiteX1" fmla="*/ 5613 w 6343"/>
                  <a:gd name="connsiteY1" fmla="*/ 5537 h 6345"/>
                  <a:gd name="connsiteX2" fmla="*/ 6542 w 6343"/>
                  <a:gd name="connsiteY2" fmla="*/ 3293 h 6345"/>
                  <a:gd name="connsiteX3" fmla="*/ 5613 w 6343"/>
                  <a:gd name="connsiteY3" fmla="*/ 1050 h 6345"/>
                  <a:gd name="connsiteX4" fmla="*/ 3370 w 6343"/>
                  <a:gd name="connsiteY4" fmla="*/ 121 h 6345"/>
                  <a:gd name="connsiteX5" fmla="*/ 1127 w 6343"/>
                  <a:gd name="connsiteY5" fmla="*/ 1050 h 6345"/>
                  <a:gd name="connsiteX6" fmla="*/ 198 w 6343"/>
                  <a:gd name="connsiteY6" fmla="*/ 3293 h 6345"/>
                  <a:gd name="connsiteX7" fmla="*/ 1127 w 6343"/>
                  <a:gd name="connsiteY7" fmla="*/ 5537 h 6345"/>
                  <a:gd name="connsiteX8" fmla="*/ 337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6"/>
                    </a:moveTo>
                    <a:cubicBezTo>
                      <a:pt x="4211" y="6466"/>
                      <a:pt x="5018" y="6132"/>
                      <a:pt x="5613" y="5537"/>
                    </a:cubicBezTo>
                    <a:cubicBezTo>
                      <a:pt x="6207" y="4942"/>
                      <a:pt x="6542" y="4135"/>
                      <a:pt x="6542" y="3293"/>
                    </a:cubicBezTo>
                    <a:cubicBezTo>
                      <a:pt x="6542" y="2452"/>
                      <a:pt x="6207" y="1645"/>
                      <a:pt x="5613" y="1050"/>
                    </a:cubicBezTo>
                    <a:cubicBezTo>
                      <a:pt x="5018" y="455"/>
                      <a:pt x="4211" y="121"/>
                      <a:pt x="3370" y="121"/>
                    </a:cubicBezTo>
                    <a:cubicBezTo>
                      <a:pt x="2529" y="121"/>
                      <a:pt x="1722" y="455"/>
                      <a:pt x="1127" y="1050"/>
                    </a:cubicBezTo>
                    <a:cubicBezTo>
                      <a:pt x="533" y="1645"/>
                      <a:pt x="198" y="2452"/>
                      <a:pt x="198" y="3293"/>
                    </a:cubicBezTo>
                    <a:cubicBezTo>
                      <a:pt x="198" y="4135"/>
                      <a:pt x="533" y="4942"/>
                      <a:pt x="1127" y="5537"/>
                    </a:cubicBezTo>
                    <a:cubicBezTo>
                      <a:pt x="1722" y="6132"/>
                      <a:pt x="2529" y="6466"/>
                      <a:pt x="337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60" name="Freeform: Shape 2859">
                <a:extLst>
                  <a:ext uri="{FF2B5EF4-FFF2-40B4-BE49-F238E27FC236}">
                    <a16:creationId xmlns:a16="http://schemas.microsoft.com/office/drawing/2014/main" id="{1D308366-D68B-ECF9-25DC-61A0CCE5D96E}"/>
                  </a:ext>
                </a:extLst>
              </p:cNvPr>
              <p:cNvSpPr/>
              <p:nvPr/>
            </p:nvSpPr>
            <p:spPr>
              <a:xfrm>
                <a:off x="3369019" y="5000696"/>
                <a:ext cx="6343" cy="6345"/>
              </a:xfrm>
              <a:custGeom>
                <a:avLst/>
                <a:gdLst>
                  <a:gd name="connsiteX0" fmla="*/ 3370 w 6343"/>
                  <a:gd name="connsiteY0" fmla="*/ 6465 h 6345"/>
                  <a:gd name="connsiteX1" fmla="*/ 5613 w 6343"/>
                  <a:gd name="connsiteY1" fmla="*/ 5536 h 6345"/>
                  <a:gd name="connsiteX2" fmla="*/ 6542 w 6343"/>
                  <a:gd name="connsiteY2" fmla="*/ 3293 h 6345"/>
                  <a:gd name="connsiteX3" fmla="*/ 5613 w 6343"/>
                  <a:gd name="connsiteY3" fmla="*/ 1049 h 6345"/>
                  <a:gd name="connsiteX4" fmla="*/ 3370 w 6343"/>
                  <a:gd name="connsiteY4" fmla="*/ 120 h 6345"/>
                  <a:gd name="connsiteX5" fmla="*/ 1127 w 6343"/>
                  <a:gd name="connsiteY5" fmla="*/ 1049 h 6345"/>
                  <a:gd name="connsiteX6" fmla="*/ 198 w 6343"/>
                  <a:gd name="connsiteY6" fmla="*/ 3293 h 6345"/>
                  <a:gd name="connsiteX7" fmla="*/ 1127 w 6343"/>
                  <a:gd name="connsiteY7" fmla="*/ 5536 h 6345"/>
                  <a:gd name="connsiteX8" fmla="*/ 3370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5"/>
                    </a:moveTo>
                    <a:cubicBezTo>
                      <a:pt x="4211" y="6465"/>
                      <a:pt x="5018" y="6131"/>
                      <a:pt x="5613" y="5536"/>
                    </a:cubicBezTo>
                    <a:cubicBezTo>
                      <a:pt x="6207" y="4941"/>
                      <a:pt x="6542" y="4134"/>
                      <a:pt x="6542" y="3293"/>
                    </a:cubicBezTo>
                    <a:cubicBezTo>
                      <a:pt x="6542" y="2451"/>
                      <a:pt x="6207" y="1644"/>
                      <a:pt x="5613" y="1049"/>
                    </a:cubicBezTo>
                    <a:cubicBezTo>
                      <a:pt x="5018" y="454"/>
                      <a:pt x="4211" y="120"/>
                      <a:pt x="3370" y="120"/>
                    </a:cubicBezTo>
                    <a:cubicBezTo>
                      <a:pt x="2529" y="120"/>
                      <a:pt x="1722" y="454"/>
                      <a:pt x="1127" y="1049"/>
                    </a:cubicBezTo>
                    <a:cubicBezTo>
                      <a:pt x="533" y="1644"/>
                      <a:pt x="198" y="2451"/>
                      <a:pt x="198" y="3293"/>
                    </a:cubicBezTo>
                    <a:cubicBezTo>
                      <a:pt x="198" y="4134"/>
                      <a:pt x="533" y="4941"/>
                      <a:pt x="1127" y="5536"/>
                    </a:cubicBezTo>
                    <a:cubicBezTo>
                      <a:pt x="1722" y="6131"/>
                      <a:pt x="2529" y="6465"/>
                      <a:pt x="3370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61" name="Freeform: Shape 2860">
                <a:extLst>
                  <a:ext uri="{FF2B5EF4-FFF2-40B4-BE49-F238E27FC236}">
                    <a16:creationId xmlns:a16="http://schemas.microsoft.com/office/drawing/2014/main" id="{C0187E70-77E6-D188-1EA0-4F9CC9A2A37E}"/>
                  </a:ext>
                </a:extLst>
              </p:cNvPr>
              <p:cNvSpPr/>
              <p:nvPr/>
            </p:nvSpPr>
            <p:spPr>
              <a:xfrm>
                <a:off x="3370603" y="4993283"/>
                <a:ext cx="6343" cy="6345"/>
              </a:xfrm>
              <a:custGeom>
                <a:avLst/>
                <a:gdLst>
                  <a:gd name="connsiteX0" fmla="*/ 3370 w 6343"/>
                  <a:gd name="connsiteY0" fmla="*/ 6465 h 6345"/>
                  <a:gd name="connsiteX1" fmla="*/ 5613 w 6343"/>
                  <a:gd name="connsiteY1" fmla="*/ 5535 h 6345"/>
                  <a:gd name="connsiteX2" fmla="*/ 6542 w 6343"/>
                  <a:gd name="connsiteY2" fmla="*/ 3292 h 6345"/>
                  <a:gd name="connsiteX3" fmla="*/ 5613 w 6343"/>
                  <a:gd name="connsiteY3" fmla="*/ 1049 h 6345"/>
                  <a:gd name="connsiteX4" fmla="*/ 3370 w 6343"/>
                  <a:gd name="connsiteY4" fmla="*/ 119 h 6345"/>
                  <a:gd name="connsiteX5" fmla="*/ 1127 w 6343"/>
                  <a:gd name="connsiteY5" fmla="*/ 1049 h 6345"/>
                  <a:gd name="connsiteX6" fmla="*/ 199 w 6343"/>
                  <a:gd name="connsiteY6" fmla="*/ 3292 h 6345"/>
                  <a:gd name="connsiteX7" fmla="*/ 1127 w 6343"/>
                  <a:gd name="connsiteY7" fmla="*/ 5535 h 6345"/>
                  <a:gd name="connsiteX8" fmla="*/ 3370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5"/>
                    </a:moveTo>
                    <a:cubicBezTo>
                      <a:pt x="4211" y="6465"/>
                      <a:pt x="5018" y="6130"/>
                      <a:pt x="5613" y="5535"/>
                    </a:cubicBezTo>
                    <a:cubicBezTo>
                      <a:pt x="6207" y="4940"/>
                      <a:pt x="6542" y="4133"/>
                      <a:pt x="6542" y="3292"/>
                    </a:cubicBezTo>
                    <a:cubicBezTo>
                      <a:pt x="6542" y="2451"/>
                      <a:pt x="6207" y="1644"/>
                      <a:pt x="5613" y="1049"/>
                    </a:cubicBezTo>
                    <a:cubicBezTo>
                      <a:pt x="5018" y="454"/>
                      <a:pt x="4211" y="119"/>
                      <a:pt x="3370" y="119"/>
                    </a:cubicBezTo>
                    <a:cubicBezTo>
                      <a:pt x="2529" y="119"/>
                      <a:pt x="1722" y="454"/>
                      <a:pt x="1127" y="1049"/>
                    </a:cubicBezTo>
                    <a:cubicBezTo>
                      <a:pt x="533" y="1644"/>
                      <a:pt x="199" y="2451"/>
                      <a:pt x="199" y="3292"/>
                    </a:cubicBezTo>
                    <a:cubicBezTo>
                      <a:pt x="199" y="4133"/>
                      <a:pt x="533" y="4940"/>
                      <a:pt x="1127" y="5535"/>
                    </a:cubicBezTo>
                    <a:cubicBezTo>
                      <a:pt x="1722" y="6130"/>
                      <a:pt x="2529" y="6465"/>
                      <a:pt x="3370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62" name="Freeform: Shape 2861">
                <a:extLst>
                  <a:ext uri="{FF2B5EF4-FFF2-40B4-BE49-F238E27FC236}">
                    <a16:creationId xmlns:a16="http://schemas.microsoft.com/office/drawing/2014/main" id="{00EFFA7E-1887-783D-926E-067AFB4A9122}"/>
                  </a:ext>
                </a:extLst>
              </p:cNvPr>
              <p:cNvSpPr/>
              <p:nvPr/>
            </p:nvSpPr>
            <p:spPr>
              <a:xfrm>
                <a:off x="3372471" y="4986178"/>
                <a:ext cx="6343" cy="6345"/>
              </a:xfrm>
              <a:custGeom>
                <a:avLst/>
                <a:gdLst>
                  <a:gd name="connsiteX0" fmla="*/ 3370 w 6343"/>
                  <a:gd name="connsiteY0" fmla="*/ 6464 h 6345"/>
                  <a:gd name="connsiteX1" fmla="*/ 5613 w 6343"/>
                  <a:gd name="connsiteY1" fmla="*/ 5535 h 6345"/>
                  <a:gd name="connsiteX2" fmla="*/ 6542 w 6343"/>
                  <a:gd name="connsiteY2" fmla="*/ 3291 h 6345"/>
                  <a:gd name="connsiteX3" fmla="*/ 5613 w 6343"/>
                  <a:gd name="connsiteY3" fmla="*/ 1048 h 6345"/>
                  <a:gd name="connsiteX4" fmla="*/ 3370 w 6343"/>
                  <a:gd name="connsiteY4" fmla="*/ 119 h 6345"/>
                  <a:gd name="connsiteX5" fmla="*/ 1128 w 6343"/>
                  <a:gd name="connsiteY5" fmla="*/ 1048 h 6345"/>
                  <a:gd name="connsiteX6" fmla="*/ 199 w 6343"/>
                  <a:gd name="connsiteY6" fmla="*/ 3291 h 6345"/>
                  <a:gd name="connsiteX7" fmla="*/ 1128 w 6343"/>
                  <a:gd name="connsiteY7" fmla="*/ 5535 h 6345"/>
                  <a:gd name="connsiteX8" fmla="*/ 3370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4"/>
                    </a:moveTo>
                    <a:cubicBezTo>
                      <a:pt x="4211" y="6464"/>
                      <a:pt x="5018" y="6130"/>
                      <a:pt x="5613" y="5535"/>
                    </a:cubicBezTo>
                    <a:cubicBezTo>
                      <a:pt x="6208" y="4940"/>
                      <a:pt x="6542" y="4133"/>
                      <a:pt x="6542" y="3291"/>
                    </a:cubicBezTo>
                    <a:cubicBezTo>
                      <a:pt x="6542" y="2450"/>
                      <a:pt x="6208" y="1643"/>
                      <a:pt x="5613" y="1048"/>
                    </a:cubicBezTo>
                    <a:cubicBezTo>
                      <a:pt x="5018" y="453"/>
                      <a:pt x="4211" y="119"/>
                      <a:pt x="3370" y="119"/>
                    </a:cubicBezTo>
                    <a:cubicBezTo>
                      <a:pt x="2529" y="119"/>
                      <a:pt x="1722" y="453"/>
                      <a:pt x="1128" y="1048"/>
                    </a:cubicBezTo>
                    <a:cubicBezTo>
                      <a:pt x="533" y="1643"/>
                      <a:pt x="199" y="2450"/>
                      <a:pt x="199" y="3291"/>
                    </a:cubicBezTo>
                    <a:cubicBezTo>
                      <a:pt x="199" y="4133"/>
                      <a:pt x="533" y="4940"/>
                      <a:pt x="1128" y="5535"/>
                    </a:cubicBezTo>
                    <a:cubicBezTo>
                      <a:pt x="1722" y="6130"/>
                      <a:pt x="2529" y="6464"/>
                      <a:pt x="3370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63" name="Freeform: Shape 2862">
                <a:extLst>
                  <a:ext uri="{FF2B5EF4-FFF2-40B4-BE49-F238E27FC236}">
                    <a16:creationId xmlns:a16="http://schemas.microsoft.com/office/drawing/2014/main" id="{681147D5-29C7-BAB9-C221-A67F37429F67}"/>
                  </a:ext>
                </a:extLst>
              </p:cNvPr>
              <p:cNvSpPr/>
              <p:nvPr/>
            </p:nvSpPr>
            <p:spPr>
              <a:xfrm>
                <a:off x="3365245" y="4965166"/>
                <a:ext cx="6343" cy="6345"/>
              </a:xfrm>
              <a:custGeom>
                <a:avLst/>
                <a:gdLst>
                  <a:gd name="connsiteX0" fmla="*/ 3370 w 6343"/>
                  <a:gd name="connsiteY0" fmla="*/ 6462 h 6345"/>
                  <a:gd name="connsiteX1" fmla="*/ 5612 w 6343"/>
                  <a:gd name="connsiteY1" fmla="*/ 5533 h 6345"/>
                  <a:gd name="connsiteX2" fmla="*/ 6541 w 6343"/>
                  <a:gd name="connsiteY2" fmla="*/ 3290 h 6345"/>
                  <a:gd name="connsiteX3" fmla="*/ 5612 w 6343"/>
                  <a:gd name="connsiteY3" fmla="*/ 1046 h 6345"/>
                  <a:gd name="connsiteX4" fmla="*/ 3370 w 6343"/>
                  <a:gd name="connsiteY4" fmla="*/ 117 h 6345"/>
                  <a:gd name="connsiteX5" fmla="*/ 1127 w 6343"/>
                  <a:gd name="connsiteY5" fmla="*/ 1046 h 6345"/>
                  <a:gd name="connsiteX6" fmla="*/ 198 w 6343"/>
                  <a:gd name="connsiteY6" fmla="*/ 3290 h 6345"/>
                  <a:gd name="connsiteX7" fmla="*/ 1127 w 6343"/>
                  <a:gd name="connsiteY7" fmla="*/ 5533 h 6345"/>
                  <a:gd name="connsiteX8" fmla="*/ 3370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2"/>
                    </a:moveTo>
                    <a:cubicBezTo>
                      <a:pt x="4211" y="6462"/>
                      <a:pt x="5018" y="6128"/>
                      <a:pt x="5612" y="5533"/>
                    </a:cubicBezTo>
                    <a:cubicBezTo>
                      <a:pt x="6207" y="4938"/>
                      <a:pt x="6541" y="4131"/>
                      <a:pt x="6541" y="3290"/>
                    </a:cubicBezTo>
                    <a:cubicBezTo>
                      <a:pt x="6541" y="2448"/>
                      <a:pt x="6207" y="1641"/>
                      <a:pt x="5612" y="1046"/>
                    </a:cubicBezTo>
                    <a:cubicBezTo>
                      <a:pt x="5018" y="451"/>
                      <a:pt x="4211" y="117"/>
                      <a:pt x="3370" y="117"/>
                    </a:cubicBezTo>
                    <a:cubicBezTo>
                      <a:pt x="2529" y="117"/>
                      <a:pt x="1722" y="451"/>
                      <a:pt x="1127" y="1046"/>
                    </a:cubicBezTo>
                    <a:cubicBezTo>
                      <a:pt x="532" y="1641"/>
                      <a:pt x="198" y="2448"/>
                      <a:pt x="198" y="3290"/>
                    </a:cubicBezTo>
                    <a:cubicBezTo>
                      <a:pt x="198" y="4131"/>
                      <a:pt x="532" y="4938"/>
                      <a:pt x="1127" y="5533"/>
                    </a:cubicBezTo>
                    <a:cubicBezTo>
                      <a:pt x="1722" y="6128"/>
                      <a:pt x="2529" y="6462"/>
                      <a:pt x="3370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64" name="Freeform: Shape 2863">
                <a:extLst>
                  <a:ext uri="{FF2B5EF4-FFF2-40B4-BE49-F238E27FC236}">
                    <a16:creationId xmlns:a16="http://schemas.microsoft.com/office/drawing/2014/main" id="{84A94C0F-5BA7-4B1B-0987-943D0A06E72A}"/>
                  </a:ext>
                </a:extLst>
              </p:cNvPr>
              <p:cNvSpPr/>
              <p:nvPr/>
            </p:nvSpPr>
            <p:spPr>
              <a:xfrm>
                <a:off x="3368165" y="4959272"/>
                <a:ext cx="6343" cy="6345"/>
              </a:xfrm>
              <a:custGeom>
                <a:avLst/>
                <a:gdLst>
                  <a:gd name="connsiteX0" fmla="*/ 3370 w 6343"/>
                  <a:gd name="connsiteY0" fmla="*/ 6462 h 6345"/>
                  <a:gd name="connsiteX1" fmla="*/ 5613 w 6343"/>
                  <a:gd name="connsiteY1" fmla="*/ 5533 h 6345"/>
                  <a:gd name="connsiteX2" fmla="*/ 6541 w 6343"/>
                  <a:gd name="connsiteY2" fmla="*/ 3289 h 6345"/>
                  <a:gd name="connsiteX3" fmla="*/ 5613 w 6343"/>
                  <a:gd name="connsiteY3" fmla="*/ 1046 h 6345"/>
                  <a:gd name="connsiteX4" fmla="*/ 3370 w 6343"/>
                  <a:gd name="connsiteY4" fmla="*/ 117 h 6345"/>
                  <a:gd name="connsiteX5" fmla="*/ 1127 w 6343"/>
                  <a:gd name="connsiteY5" fmla="*/ 1046 h 6345"/>
                  <a:gd name="connsiteX6" fmla="*/ 198 w 6343"/>
                  <a:gd name="connsiteY6" fmla="*/ 3289 h 6345"/>
                  <a:gd name="connsiteX7" fmla="*/ 1127 w 6343"/>
                  <a:gd name="connsiteY7" fmla="*/ 5533 h 6345"/>
                  <a:gd name="connsiteX8" fmla="*/ 3370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2"/>
                    </a:moveTo>
                    <a:cubicBezTo>
                      <a:pt x="4211" y="6462"/>
                      <a:pt x="5018" y="6128"/>
                      <a:pt x="5613" y="5533"/>
                    </a:cubicBezTo>
                    <a:cubicBezTo>
                      <a:pt x="6207" y="4938"/>
                      <a:pt x="6541" y="4131"/>
                      <a:pt x="6541" y="3289"/>
                    </a:cubicBezTo>
                    <a:cubicBezTo>
                      <a:pt x="6541" y="2448"/>
                      <a:pt x="6207" y="1641"/>
                      <a:pt x="5613" y="1046"/>
                    </a:cubicBezTo>
                    <a:cubicBezTo>
                      <a:pt x="5018" y="451"/>
                      <a:pt x="4211" y="117"/>
                      <a:pt x="3370" y="117"/>
                    </a:cubicBezTo>
                    <a:cubicBezTo>
                      <a:pt x="2529" y="117"/>
                      <a:pt x="1722" y="451"/>
                      <a:pt x="1127" y="1046"/>
                    </a:cubicBezTo>
                    <a:cubicBezTo>
                      <a:pt x="533" y="1641"/>
                      <a:pt x="198" y="2448"/>
                      <a:pt x="198" y="3289"/>
                    </a:cubicBezTo>
                    <a:cubicBezTo>
                      <a:pt x="198" y="4131"/>
                      <a:pt x="533" y="4938"/>
                      <a:pt x="1127" y="5533"/>
                    </a:cubicBezTo>
                    <a:cubicBezTo>
                      <a:pt x="1722" y="6128"/>
                      <a:pt x="2529" y="6462"/>
                      <a:pt x="3370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65" name="Freeform: Shape 2864">
                <a:extLst>
                  <a:ext uri="{FF2B5EF4-FFF2-40B4-BE49-F238E27FC236}">
                    <a16:creationId xmlns:a16="http://schemas.microsoft.com/office/drawing/2014/main" id="{D94EAF1E-0CC6-E23F-361A-F7E0FE323275}"/>
                  </a:ext>
                </a:extLst>
              </p:cNvPr>
              <p:cNvSpPr/>
              <p:nvPr/>
            </p:nvSpPr>
            <p:spPr>
              <a:xfrm>
                <a:off x="3370496" y="4952384"/>
                <a:ext cx="6343" cy="6345"/>
              </a:xfrm>
              <a:custGeom>
                <a:avLst/>
                <a:gdLst>
                  <a:gd name="connsiteX0" fmla="*/ 3370 w 6343"/>
                  <a:gd name="connsiteY0" fmla="*/ 6461 h 6345"/>
                  <a:gd name="connsiteX1" fmla="*/ 5613 w 6343"/>
                  <a:gd name="connsiteY1" fmla="*/ 5532 h 6345"/>
                  <a:gd name="connsiteX2" fmla="*/ 6542 w 6343"/>
                  <a:gd name="connsiteY2" fmla="*/ 3289 h 6345"/>
                  <a:gd name="connsiteX3" fmla="*/ 5613 w 6343"/>
                  <a:gd name="connsiteY3" fmla="*/ 1045 h 6345"/>
                  <a:gd name="connsiteX4" fmla="*/ 3370 w 6343"/>
                  <a:gd name="connsiteY4" fmla="*/ 116 h 6345"/>
                  <a:gd name="connsiteX5" fmla="*/ 1127 w 6343"/>
                  <a:gd name="connsiteY5" fmla="*/ 1045 h 6345"/>
                  <a:gd name="connsiteX6" fmla="*/ 199 w 6343"/>
                  <a:gd name="connsiteY6" fmla="*/ 3289 h 6345"/>
                  <a:gd name="connsiteX7" fmla="*/ 1127 w 6343"/>
                  <a:gd name="connsiteY7" fmla="*/ 5532 h 6345"/>
                  <a:gd name="connsiteX8" fmla="*/ 3370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61"/>
                    </a:moveTo>
                    <a:cubicBezTo>
                      <a:pt x="4211" y="6461"/>
                      <a:pt x="5018" y="6127"/>
                      <a:pt x="5613" y="5532"/>
                    </a:cubicBezTo>
                    <a:cubicBezTo>
                      <a:pt x="6207" y="4937"/>
                      <a:pt x="6542" y="4130"/>
                      <a:pt x="6542" y="3289"/>
                    </a:cubicBezTo>
                    <a:cubicBezTo>
                      <a:pt x="6542" y="2447"/>
                      <a:pt x="6207" y="1640"/>
                      <a:pt x="5613" y="1045"/>
                    </a:cubicBezTo>
                    <a:cubicBezTo>
                      <a:pt x="5018" y="450"/>
                      <a:pt x="4211" y="116"/>
                      <a:pt x="3370" y="116"/>
                    </a:cubicBezTo>
                    <a:cubicBezTo>
                      <a:pt x="2529" y="116"/>
                      <a:pt x="1722" y="450"/>
                      <a:pt x="1127" y="1045"/>
                    </a:cubicBezTo>
                    <a:cubicBezTo>
                      <a:pt x="533" y="1640"/>
                      <a:pt x="199" y="2447"/>
                      <a:pt x="199" y="3289"/>
                    </a:cubicBezTo>
                    <a:cubicBezTo>
                      <a:pt x="199" y="4130"/>
                      <a:pt x="533" y="4937"/>
                      <a:pt x="1127" y="5532"/>
                    </a:cubicBezTo>
                    <a:cubicBezTo>
                      <a:pt x="1722" y="6127"/>
                      <a:pt x="2529" y="6461"/>
                      <a:pt x="3370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66" name="Freeform: Shape 2865">
                <a:extLst>
                  <a:ext uri="{FF2B5EF4-FFF2-40B4-BE49-F238E27FC236}">
                    <a16:creationId xmlns:a16="http://schemas.microsoft.com/office/drawing/2014/main" id="{B51F8ED8-3746-D78E-BA6D-564CE319E6BB}"/>
                  </a:ext>
                </a:extLst>
              </p:cNvPr>
              <p:cNvSpPr/>
              <p:nvPr/>
            </p:nvSpPr>
            <p:spPr>
              <a:xfrm>
                <a:off x="3358848" y="4923308"/>
                <a:ext cx="6343" cy="6345"/>
              </a:xfrm>
              <a:custGeom>
                <a:avLst/>
                <a:gdLst>
                  <a:gd name="connsiteX0" fmla="*/ 3369 w 6343"/>
                  <a:gd name="connsiteY0" fmla="*/ 6459 h 6345"/>
                  <a:gd name="connsiteX1" fmla="*/ 5612 w 6343"/>
                  <a:gd name="connsiteY1" fmla="*/ 5530 h 6345"/>
                  <a:gd name="connsiteX2" fmla="*/ 6541 w 6343"/>
                  <a:gd name="connsiteY2" fmla="*/ 3286 h 6345"/>
                  <a:gd name="connsiteX3" fmla="*/ 5612 w 6343"/>
                  <a:gd name="connsiteY3" fmla="*/ 1043 h 6345"/>
                  <a:gd name="connsiteX4" fmla="*/ 3369 w 6343"/>
                  <a:gd name="connsiteY4" fmla="*/ 114 h 6345"/>
                  <a:gd name="connsiteX5" fmla="*/ 1127 w 6343"/>
                  <a:gd name="connsiteY5" fmla="*/ 1043 h 6345"/>
                  <a:gd name="connsiteX6" fmla="*/ 198 w 6343"/>
                  <a:gd name="connsiteY6" fmla="*/ 3286 h 6345"/>
                  <a:gd name="connsiteX7" fmla="*/ 1127 w 6343"/>
                  <a:gd name="connsiteY7" fmla="*/ 5530 h 6345"/>
                  <a:gd name="connsiteX8" fmla="*/ 3369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59"/>
                    </a:moveTo>
                    <a:cubicBezTo>
                      <a:pt x="4210" y="6459"/>
                      <a:pt x="5017" y="6125"/>
                      <a:pt x="5612" y="5530"/>
                    </a:cubicBezTo>
                    <a:cubicBezTo>
                      <a:pt x="6207" y="4935"/>
                      <a:pt x="6541" y="4128"/>
                      <a:pt x="6541" y="3286"/>
                    </a:cubicBezTo>
                    <a:cubicBezTo>
                      <a:pt x="6541" y="2445"/>
                      <a:pt x="6207" y="1638"/>
                      <a:pt x="5612" y="1043"/>
                    </a:cubicBezTo>
                    <a:cubicBezTo>
                      <a:pt x="5017" y="448"/>
                      <a:pt x="4210" y="114"/>
                      <a:pt x="3369" y="114"/>
                    </a:cubicBezTo>
                    <a:cubicBezTo>
                      <a:pt x="2528" y="114"/>
                      <a:pt x="1721" y="448"/>
                      <a:pt x="1127" y="1043"/>
                    </a:cubicBezTo>
                    <a:cubicBezTo>
                      <a:pt x="532" y="1638"/>
                      <a:pt x="198" y="2445"/>
                      <a:pt x="198" y="3286"/>
                    </a:cubicBezTo>
                    <a:cubicBezTo>
                      <a:pt x="198" y="4128"/>
                      <a:pt x="532" y="4935"/>
                      <a:pt x="1127" y="5530"/>
                    </a:cubicBezTo>
                    <a:cubicBezTo>
                      <a:pt x="1721" y="6125"/>
                      <a:pt x="2528" y="6459"/>
                      <a:pt x="3369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67" name="Freeform: Shape 2866">
                <a:extLst>
                  <a:ext uri="{FF2B5EF4-FFF2-40B4-BE49-F238E27FC236}">
                    <a16:creationId xmlns:a16="http://schemas.microsoft.com/office/drawing/2014/main" id="{331A2627-296F-52E0-814A-D93929010B72}"/>
                  </a:ext>
                </a:extLst>
              </p:cNvPr>
              <p:cNvSpPr/>
              <p:nvPr/>
            </p:nvSpPr>
            <p:spPr>
              <a:xfrm>
                <a:off x="3366637" y="4924646"/>
                <a:ext cx="6343" cy="6345"/>
              </a:xfrm>
              <a:custGeom>
                <a:avLst/>
                <a:gdLst>
                  <a:gd name="connsiteX0" fmla="*/ 3370 w 6343"/>
                  <a:gd name="connsiteY0" fmla="*/ 6459 h 6345"/>
                  <a:gd name="connsiteX1" fmla="*/ 5612 w 6343"/>
                  <a:gd name="connsiteY1" fmla="*/ 5530 h 6345"/>
                  <a:gd name="connsiteX2" fmla="*/ 6541 w 6343"/>
                  <a:gd name="connsiteY2" fmla="*/ 3287 h 6345"/>
                  <a:gd name="connsiteX3" fmla="*/ 5612 w 6343"/>
                  <a:gd name="connsiteY3" fmla="*/ 1043 h 6345"/>
                  <a:gd name="connsiteX4" fmla="*/ 3370 w 6343"/>
                  <a:gd name="connsiteY4" fmla="*/ 114 h 6345"/>
                  <a:gd name="connsiteX5" fmla="*/ 1127 w 6343"/>
                  <a:gd name="connsiteY5" fmla="*/ 1043 h 6345"/>
                  <a:gd name="connsiteX6" fmla="*/ 198 w 6343"/>
                  <a:gd name="connsiteY6" fmla="*/ 3287 h 6345"/>
                  <a:gd name="connsiteX7" fmla="*/ 1127 w 6343"/>
                  <a:gd name="connsiteY7" fmla="*/ 5530 h 6345"/>
                  <a:gd name="connsiteX8" fmla="*/ 3370 w 6343"/>
                  <a:gd name="connsiteY8" fmla="*/ 64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9"/>
                    </a:moveTo>
                    <a:cubicBezTo>
                      <a:pt x="4211" y="6459"/>
                      <a:pt x="5018" y="6125"/>
                      <a:pt x="5612" y="5530"/>
                    </a:cubicBezTo>
                    <a:cubicBezTo>
                      <a:pt x="6207" y="4935"/>
                      <a:pt x="6541" y="4128"/>
                      <a:pt x="6541" y="3287"/>
                    </a:cubicBezTo>
                    <a:cubicBezTo>
                      <a:pt x="6541" y="2445"/>
                      <a:pt x="6207" y="1638"/>
                      <a:pt x="5612" y="1043"/>
                    </a:cubicBezTo>
                    <a:cubicBezTo>
                      <a:pt x="5018" y="448"/>
                      <a:pt x="4211" y="114"/>
                      <a:pt x="3370" y="114"/>
                    </a:cubicBezTo>
                    <a:cubicBezTo>
                      <a:pt x="2529" y="114"/>
                      <a:pt x="1722" y="448"/>
                      <a:pt x="1127" y="1043"/>
                    </a:cubicBezTo>
                    <a:cubicBezTo>
                      <a:pt x="532" y="1638"/>
                      <a:pt x="198" y="2445"/>
                      <a:pt x="198" y="3287"/>
                    </a:cubicBezTo>
                    <a:cubicBezTo>
                      <a:pt x="198" y="4128"/>
                      <a:pt x="532" y="4935"/>
                      <a:pt x="1127" y="5530"/>
                    </a:cubicBezTo>
                    <a:cubicBezTo>
                      <a:pt x="1722" y="6125"/>
                      <a:pt x="2529" y="6459"/>
                      <a:pt x="3370" y="64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68" name="Freeform: Shape 2867">
                <a:extLst>
                  <a:ext uri="{FF2B5EF4-FFF2-40B4-BE49-F238E27FC236}">
                    <a16:creationId xmlns:a16="http://schemas.microsoft.com/office/drawing/2014/main" id="{40BD5C56-98E7-9183-3DBC-6BB63804CE58}"/>
                  </a:ext>
                </a:extLst>
              </p:cNvPr>
              <p:cNvSpPr/>
              <p:nvPr/>
            </p:nvSpPr>
            <p:spPr>
              <a:xfrm>
                <a:off x="3367279" y="4914505"/>
                <a:ext cx="6343" cy="6345"/>
              </a:xfrm>
              <a:custGeom>
                <a:avLst/>
                <a:gdLst>
                  <a:gd name="connsiteX0" fmla="*/ 3370 w 6343"/>
                  <a:gd name="connsiteY0" fmla="*/ 6458 h 6345"/>
                  <a:gd name="connsiteX1" fmla="*/ 5612 w 6343"/>
                  <a:gd name="connsiteY1" fmla="*/ 5529 h 6345"/>
                  <a:gd name="connsiteX2" fmla="*/ 6541 w 6343"/>
                  <a:gd name="connsiteY2" fmla="*/ 3286 h 6345"/>
                  <a:gd name="connsiteX3" fmla="*/ 5612 w 6343"/>
                  <a:gd name="connsiteY3" fmla="*/ 1042 h 6345"/>
                  <a:gd name="connsiteX4" fmla="*/ 3370 w 6343"/>
                  <a:gd name="connsiteY4" fmla="*/ 113 h 6345"/>
                  <a:gd name="connsiteX5" fmla="*/ 1127 w 6343"/>
                  <a:gd name="connsiteY5" fmla="*/ 1042 h 6345"/>
                  <a:gd name="connsiteX6" fmla="*/ 198 w 6343"/>
                  <a:gd name="connsiteY6" fmla="*/ 3286 h 6345"/>
                  <a:gd name="connsiteX7" fmla="*/ 1127 w 6343"/>
                  <a:gd name="connsiteY7" fmla="*/ 5529 h 6345"/>
                  <a:gd name="connsiteX8" fmla="*/ 3370 w 6343"/>
                  <a:gd name="connsiteY8" fmla="*/ 64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8"/>
                    </a:moveTo>
                    <a:cubicBezTo>
                      <a:pt x="4211" y="6458"/>
                      <a:pt x="5018" y="6124"/>
                      <a:pt x="5612" y="5529"/>
                    </a:cubicBezTo>
                    <a:cubicBezTo>
                      <a:pt x="6207" y="4934"/>
                      <a:pt x="6541" y="4127"/>
                      <a:pt x="6541" y="3286"/>
                    </a:cubicBezTo>
                    <a:cubicBezTo>
                      <a:pt x="6541" y="2444"/>
                      <a:pt x="6207" y="1637"/>
                      <a:pt x="5612" y="1042"/>
                    </a:cubicBezTo>
                    <a:cubicBezTo>
                      <a:pt x="5018" y="447"/>
                      <a:pt x="4211" y="113"/>
                      <a:pt x="3370" y="113"/>
                    </a:cubicBezTo>
                    <a:cubicBezTo>
                      <a:pt x="2529" y="113"/>
                      <a:pt x="1722" y="447"/>
                      <a:pt x="1127" y="1042"/>
                    </a:cubicBezTo>
                    <a:cubicBezTo>
                      <a:pt x="532" y="1637"/>
                      <a:pt x="198" y="2444"/>
                      <a:pt x="198" y="3286"/>
                    </a:cubicBezTo>
                    <a:cubicBezTo>
                      <a:pt x="198" y="4127"/>
                      <a:pt x="532" y="4934"/>
                      <a:pt x="1127" y="5529"/>
                    </a:cubicBezTo>
                    <a:cubicBezTo>
                      <a:pt x="1722" y="6124"/>
                      <a:pt x="2529" y="6458"/>
                      <a:pt x="3370" y="64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69" name="Freeform: Shape 2868">
                <a:extLst>
                  <a:ext uri="{FF2B5EF4-FFF2-40B4-BE49-F238E27FC236}">
                    <a16:creationId xmlns:a16="http://schemas.microsoft.com/office/drawing/2014/main" id="{ACFF0A70-9F60-0961-8BD0-D738C8FD1001}"/>
                  </a:ext>
                </a:extLst>
              </p:cNvPr>
              <p:cNvSpPr/>
              <p:nvPr/>
            </p:nvSpPr>
            <p:spPr>
              <a:xfrm>
                <a:off x="3369682" y="4907066"/>
                <a:ext cx="6343" cy="6345"/>
              </a:xfrm>
              <a:custGeom>
                <a:avLst/>
                <a:gdLst>
                  <a:gd name="connsiteX0" fmla="*/ 3370 w 6343"/>
                  <a:gd name="connsiteY0" fmla="*/ 6458 h 6345"/>
                  <a:gd name="connsiteX1" fmla="*/ 5613 w 6343"/>
                  <a:gd name="connsiteY1" fmla="*/ 5529 h 6345"/>
                  <a:gd name="connsiteX2" fmla="*/ 6542 w 6343"/>
                  <a:gd name="connsiteY2" fmla="*/ 3285 h 6345"/>
                  <a:gd name="connsiteX3" fmla="*/ 5613 w 6343"/>
                  <a:gd name="connsiteY3" fmla="*/ 1042 h 6345"/>
                  <a:gd name="connsiteX4" fmla="*/ 3370 w 6343"/>
                  <a:gd name="connsiteY4" fmla="*/ 112 h 6345"/>
                  <a:gd name="connsiteX5" fmla="*/ 1127 w 6343"/>
                  <a:gd name="connsiteY5" fmla="*/ 1042 h 6345"/>
                  <a:gd name="connsiteX6" fmla="*/ 198 w 6343"/>
                  <a:gd name="connsiteY6" fmla="*/ 3285 h 6345"/>
                  <a:gd name="connsiteX7" fmla="*/ 1127 w 6343"/>
                  <a:gd name="connsiteY7" fmla="*/ 5529 h 6345"/>
                  <a:gd name="connsiteX8" fmla="*/ 3370 w 6343"/>
                  <a:gd name="connsiteY8" fmla="*/ 64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8"/>
                    </a:moveTo>
                    <a:cubicBezTo>
                      <a:pt x="4211" y="6458"/>
                      <a:pt x="5018" y="6124"/>
                      <a:pt x="5613" y="5529"/>
                    </a:cubicBezTo>
                    <a:cubicBezTo>
                      <a:pt x="6207" y="4934"/>
                      <a:pt x="6542" y="4127"/>
                      <a:pt x="6542" y="3285"/>
                    </a:cubicBezTo>
                    <a:cubicBezTo>
                      <a:pt x="6542" y="2444"/>
                      <a:pt x="6207" y="1637"/>
                      <a:pt x="5613" y="1042"/>
                    </a:cubicBezTo>
                    <a:cubicBezTo>
                      <a:pt x="5018" y="447"/>
                      <a:pt x="4211" y="112"/>
                      <a:pt x="3370" y="112"/>
                    </a:cubicBezTo>
                    <a:cubicBezTo>
                      <a:pt x="2529" y="112"/>
                      <a:pt x="1722" y="447"/>
                      <a:pt x="1127" y="1042"/>
                    </a:cubicBezTo>
                    <a:cubicBezTo>
                      <a:pt x="533" y="1637"/>
                      <a:pt x="198" y="2444"/>
                      <a:pt x="198" y="3285"/>
                    </a:cubicBezTo>
                    <a:cubicBezTo>
                      <a:pt x="198" y="4127"/>
                      <a:pt x="533" y="4934"/>
                      <a:pt x="1127" y="5529"/>
                    </a:cubicBezTo>
                    <a:cubicBezTo>
                      <a:pt x="1722" y="6124"/>
                      <a:pt x="2529" y="6458"/>
                      <a:pt x="3370" y="64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70" name="Freeform: Shape 2869">
                <a:extLst>
                  <a:ext uri="{FF2B5EF4-FFF2-40B4-BE49-F238E27FC236}">
                    <a16:creationId xmlns:a16="http://schemas.microsoft.com/office/drawing/2014/main" id="{9831DDC4-FCEA-6447-084C-2B5055F4F60A}"/>
                  </a:ext>
                </a:extLst>
              </p:cNvPr>
              <p:cNvSpPr/>
              <p:nvPr/>
            </p:nvSpPr>
            <p:spPr>
              <a:xfrm>
                <a:off x="3371681" y="4887065"/>
                <a:ext cx="6343" cy="6345"/>
              </a:xfrm>
              <a:custGeom>
                <a:avLst/>
                <a:gdLst>
                  <a:gd name="connsiteX0" fmla="*/ 3370 w 6343"/>
                  <a:gd name="connsiteY0" fmla="*/ 6456 h 6345"/>
                  <a:gd name="connsiteX1" fmla="*/ 5613 w 6343"/>
                  <a:gd name="connsiteY1" fmla="*/ 5527 h 6345"/>
                  <a:gd name="connsiteX2" fmla="*/ 6542 w 6343"/>
                  <a:gd name="connsiteY2" fmla="*/ 3284 h 6345"/>
                  <a:gd name="connsiteX3" fmla="*/ 5613 w 6343"/>
                  <a:gd name="connsiteY3" fmla="*/ 1040 h 6345"/>
                  <a:gd name="connsiteX4" fmla="*/ 3370 w 6343"/>
                  <a:gd name="connsiteY4" fmla="*/ 111 h 6345"/>
                  <a:gd name="connsiteX5" fmla="*/ 1128 w 6343"/>
                  <a:gd name="connsiteY5" fmla="*/ 1040 h 6345"/>
                  <a:gd name="connsiteX6" fmla="*/ 199 w 6343"/>
                  <a:gd name="connsiteY6" fmla="*/ 3284 h 6345"/>
                  <a:gd name="connsiteX7" fmla="*/ 1128 w 6343"/>
                  <a:gd name="connsiteY7" fmla="*/ 5527 h 6345"/>
                  <a:gd name="connsiteX8" fmla="*/ 3370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6"/>
                    </a:moveTo>
                    <a:cubicBezTo>
                      <a:pt x="4211" y="6456"/>
                      <a:pt x="5018" y="6122"/>
                      <a:pt x="5613" y="5527"/>
                    </a:cubicBezTo>
                    <a:cubicBezTo>
                      <a:pt x="6208" y="4932"/>
                      <a:pt x="6542" y="4125"/>
                      <a:pt x="6542" y="3284"/>
                    </a:cubicBezTo>
                    <a:cubicBezTo>
                      <a:pt x="6542" y="2442"/>
                      <a:pt x="6208" y="1635"/>
                      <a:pt x="5613" y="1040"/>
                    </a:cubicBezTo>
                    <a:cubicBezTo>
                      <a:pt x="5018" y="445"/>
                      <a:pt x="4211" y="111"/>
                      <a:pt x="3370" y="111"/>
                    </a:cubicBezTo>
                    <a:cubicBezTo>
                      <a:pt x="2529" y="111"/>
                      <a:pt x="1722" y="445"/>
                      <a:pt x="1128" y="1040"/>
                    </a:cubicBezTo>
                    <a:cubicBezTo>
                      <a:pt x="533" y="1635"/>
                      <a:pt x="199" y="2442"/>
                      <a:pt x="199" y="3284"/>
                    </a:cubicBezTo>
                    <a:cubicBezTo>
                      <a:pt x="199" y="4125"/>
                      <a:pt x="533" y="4932"/>
                      <a:pt x="1128" y="5527"/>
                    </a:cubicBezTo>
                    <a:cubicBezTo>
                      <a:pt x="1722" y="6122"/>
                      <a:pt x="2529" y="6456"/>
                      <a:pt x="3370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71" name="Freeform: Shape 2870">
                <a:extLst>
                  <a:ext uri="{FF2B5EF4-FFF2-40B4-BE49-F238E27FC236}">
                    <a16:creationId xmlns:a16="http://schemas.microsoft.com/office/drawing/2014/main" id="{2FD7FBCE-7155-D2A7-CC9B-0BDDE193CBD2}"/>
                  </a:ext>
                </a:extLst>
              </p:cNvPr>
              <p:cNvSpPr/>
              <p:nvPr/>
            </p:nvSpPr>
            <p:spPr>
              <a:xfrm>
                <a:off x="3367532" y="4867932"/>
                <a:ext cx="6343" cy="6345"/>
              </a:xfrm>
              <a:custGeom>
                <a:avLst/>
                <a:gdLst>
                  <a:gd name="connsiteX0" fmla="*/ 3370 w 6343"/>
                  <a:gd name="connsiteY0" fmla="*/ 6455 h 6345"/>
                  <a:gd name="connsiteX1" fmla="*/ 5612 w 6343"/>
                  <a:gd name="connsiteY1" fmla="*/ 5526 h 6345"/>
                  <a:gd name="connsiteX2" fmla="*/ 6541 w 6343"/>
                  <a:gd name="connsiteY2" fmla="*/ 3282 h 6345"/>
                  <a:gd name="connsiteX3" fmla="*/ 5612 w 6343"/>
                  <a:gd name="connsiteY3" fmla="*/ 1039 h 6345"/>
                  <a:gd name="connsiteX4" fmla="*/ 3370 w 6343"/>
                  <a:gd name="connsiteY4" fmla="*/ 109 h 6345"/>
                  <a:gd name="connsiteX5" fmla="*/ 1127 w 6343"/>
                  <a:gd name="connsiteY5" fmla="*/ 1039 h 6345"/>
                  <a:gd name="connsiteX6" fmla="*/ 198 w 6343"/>
                  <a:gd name="connsiteY6" fmla="*/ 3282 h 6345"/>
                  <a:gd name="connsiteX7" fmla="*/ 1127 w 6343"/>
                  <a:gd name="connsiteY7" fmla="*/ 5526 h 6345"/>
                  <a:gd name="connsiteX8" fmla="*/ 3370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5"/>
                    </a:moveTo>
                    <a:cubicBezTo>
                      <a:pt x="4211" y="6455"/>
                      <a:pt x="5018" y="6121"/>
                      <a:pt x="5612" y="5526"/>
                    </a:cubicBezTo>
                    <a:cubicBezTo>
                      <a:pt x="6207" y="4931"/>
                      <a:pt x="6541" y="4124"/>
                      <a:pt x="6541" y="3282"/>
                    </a:cubicBezTo>
                    <a:cubicBezTo>
                      <a:pt x="6541" y="2441"/>
                      <a:pt x="6207" y="1634"/>
                      <a:pt x="5612" y="1039"/>
                    </a:cubicBezTo>
                    <a:cubicBezTo>
                      <a:pt x="5018" y="444"/>
                      <a:pt x="4211" y="109"/>
                      <a:pt x="3370" y="109"/>
                    </a:cubicBezTo>
                    <a:cubicBezTo>
                      <a:pt x="2529" y="109"/>
                      <a:pt x="1722" y="444"/>
                      <a:pt x="1127" y="1039"/>
                    </a:cubicBezTo>
                    <a:cubicBezTo>
                      <a:pt x="532" y="1634"/>
                      <a:pt x="198" y="2441"/>
                      <a:pt x="198" y="3282"/>
                    </a:cubicBezTo>
                    <a:cubicBezTo>
                      <a:pt x="198" y="4124"/>
                      <a:pt x="532" y="4931"/>
                      <a:pt x="1127" y="5526"/>
                    </a:cubicBezTo>
                    <a:cubicBezTo>
                      <a:pt x="1722" y="6121"/>
                      <a:pt x="2529" y="6455"/>
                      <a:pt x="3370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72" name="Freeform: Shape 2871">
                <a:extLst>
                  <a:ext uri="{FF2B5EF4-FFF2-40B4-BE49-F238E27FC236}">
                    <a16:creationId xmlns:a16="http://schemas.microsoft.com/office/drawing/2014/main" id="{11B4995B-8B45-6B79-2B83-180751A446E3}"/>
                  </a:ext>
                </a:extLst>
              </p:cNvPr>
              <p:cNvSpPr/>
              <p:nvPr/>
            </p:nvSpPr>
            <p:spPr>
              <a:xfrm>
                <a:off x="3374878" y="4868351"/>
                <a:ext cx="6343" cy="6345"/>
              </a:xfrm>
              <a:custGeom>
                <a:avLst/>
                <a:gdLst>
                  <a:gd name="connsiteX0" fmla="*/ 3370 w 6343"/>
                  <a:gd name="connsiteY0" fmla="*/ 6455 h 6345"/>
                  <a:gd name="connsiteX1" fmla="*/ 5613 w 6343"/>
                  <a:gd name="connsiteY1" fmla="*/ 5526 h 6345"/>
                  <a:gd name="connsiteX2" fmla="*/ 6542 w 6343"/>
                  <a:gd name="connsiteY2" fmla="*/ 3282 h 6345"/>
                  <a:gd name="connsiteX3" fmla="*/ 5613 w 6343"/>
                  <a:gd name="connsiteY3" fmla="*/ 1039 h 6345"/>
                  <a:gd name="connsiteX4" fmla="*/ 3370 w 6343"/>
                  <a:gd name="connsiteY4" fmla="*/ 109 h 6345"/>
                  <a:gd name="connsiteX5" fmla="*/ 1128 w 6343"/>
                  <a:gd name="connsiteY5" fmla="*/ 1039 h 6345"/>
                  <a:gd name="connsiteX6" fmla="*/ 199 w 6343"/>
                  <a:gd name="connsiteY6" fmla="*/ 3282 h 6345"/>
                  <a:gd name="connsiteX7" fmla="*/ 1128 w 6343"/>
                  <a:gd name="connsiteY7" fmla="*/ 5526 h 6345"/>
                  <a:gd name="connsiteX8" fmla="*/ 3370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55"/>
                    </a:moveTo>
                    <a:cubicBezTo>
                      <a:pt x="4212" y="6455"/>
                      <a:pt x="5018" y="6121"/>
                      <a:pt x="5613" y="5526"/>
                    </a:cubicBezTo>
                    <a:cubicBezTo>
                      <a:pt x="6208" y="4931"/>
                      <a:pt x="6542" y="4124"/>
                      <a:pt x="6542" y="3282"/>
                    </a:cubicBezTo>
                    <a:cubicBezTo>
                      <a:pt x="6542" y="2441"/>
                      <a:pt x="6208" y="1634"/>
                      <a:pt x="5613" y="1039"/>
                    </a:cubicBezTo>
                    <a:cubicBezTo>
                      <a:pt x="5018" y="444"/>
                      <a:pt x="4212" y="109"/>
                      <a:pt x="3370" y="109"/>
                    </a:cubicBezTo>
                    <a:cubicBezTo>
                      <a:pt x="2529" y="109"/>
                      <a:pt x="1723" y="444"/>
                      <a:pt x="1128" y="1039"/>
                    </a:cubicBezTo>
                    <a:cubicBezTo>
                      <a:pt x="533" y="1634"/>
                      <a:pt x="199" y="2441"/>
                      <a:pt x="199" y="3282"/>
                    </a:cubicBezTo>
                    <a:cubicBezTo>
                      <a:pt x="199" y="4124"/>
                      <a:pt x="533" y="4931"/>
                      <a:pt x="1128" y="5526"/>
                    </a:cubicBezTo>
                    <a:cubicBezTo>
                      <a:pt x="1723" y="6121"/>
                      <a:pt x="2529" y="6455"/>
                      <a:pt x="3370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73" name="Freeform: Shape 2872">
                <a:extLst>
                  <a:ext uri="{FF2B5EF4-FFF2-40B4-BE49-F238E27FC236}">
                    <a16:creationId xmlns:a16="http://schemas.microsoft.com/office/drawing/2014/main" id="{A3D61D20-FD4B-96F5-83FE-C1D5E0337977}"/>
                  </a:ext>
                </a:extLst>
              </p:cNvPr>
              <p:cNvSpPr/>
              <p:nvPr/>
            </p:nvSpPr>
            <p:spPr>
              <a:xfrm>
                <a:off x="3378870" y="4862950"/>
                <a:ext cx="6343" cy="6345"/>
              </a:xfrm>
              <a:custGeom>
                <a:avLst/>
                <a:gdLst>
                  <a:gd name="connsiteX0" fmla="*/ 3371 w 6343"/>
                  <a:gd name="connsiteY0" fmla="*/ 6454 h 6345"/>
                  <a:gd name="connsiteX1" fmla="*/ 5613 w 6343"/>
                  <a:gd name="connsiteY1" fmla="*/ 5525 h 6345"/>
                  <a:gd name="connsiteX2" fmla="*/ 6542 w 6343"/>
                  <a:gd name="connsiteY2" fmla="*/ 3282 h 6345"/>
                  <a:gd name="connsiteX3" fmla="*/ 5613 w 6343"/>
                  <a:gd name="connsiteY3" fmla="*/ 1038 h 6345"/>
                  <a:gd name="connsiteX4" fmla="*/ 3371 w 6343"/>
                  <a:gd name="connsiteY4" fmla="*/ 109 h 6345"/>
                  <a:gd name="connsiteX5" fmla="*/ 1128 w 6343"/>
                  <a:gd name="connsiteY5" fmla="*/ 1038 h 6345"/>
                  <a:gd name="connsiteX6" fmla="*/ 199 w 6343"/>
                  <a:gd name="connsiteY6" fmla="*/ 3282 h 6345"/>
                  <a:gd name="connsiteX7" fmla="*/ 1128 w 6343"/>
                  <a:gd name="connsiteY7" fmla="*/ 5525 h 6345"/>
                  <a:gd name="connsiteX8" fmla="*/ 3371 w 6343"/>
                  <a:gd name="connsiteY8" fmla="*/ 64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4"/>
                    </a:moveTo>
                    <a:cubicBezTo>
                      <a:pt x="4212" y="6454"/>
                      <a:pt x="5019" y="6120"/>
                      <a:pt x="5613" y="5525"/>
                    </a:cubicBezTo>
                    <a:cubicBezTo>
                      <a:pt x="6208" y="4930"/>
                      <a:pt x="6542" y="4123"/>
                      <a:pt x="6542" y="3282"/>
                    </a:cubicBezTo>
                    <a:cubicBezTo>
                      <a:pt x="6542" y="2440"/>
                      <a:pt x="6208" y="1633"/>
                      <a:pt x="5613" y="1038"/>
                    </a:cubicBezTo>
                    <a:cubicBezTo>
                      <a:pt x="5019" y="443"/>
                      <a:pt x="4212" y="109"/>
                      <a:pt x="3371" y="109"/>
                    </a:cubicBezTo>
                    <a:cubicBezTo>
                      <a:pt x="2530" y="109"/>
                      <a:pt x="1723" y="443"/>
                      <a:pt x="1128" y="1038"/>
                    </a:cubicBezTo>
                    <a:cubicBezTo>
                      <a:pt x="533" y="1633"/>
                      <a:pt x="199" y="2440"/>
                      <a:pt x="199" y="3282"/>
                    </a:cubicBezTo>
                    <a:cubicBezTo>
                      <a:pt x="199" y="4123"/>
                      <a:pt x="533" y="4930"/>
                      <a:pt x="1128" y="5525"/>
                    </a:cubicBezTo>
                    <a:cubicBezTo>
                      <a:pt x="1723" y="6120"/>
                      <a:pt x="2530" y="6454"/>
                      <a:pt x="3371" y="64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74" name="Freeform: Shape 2873">
                <a:extLst>
                  <a:ext uri="{FF2B5EF4-FFF2-40B4-BE49-F238E27FC236}">
                    <a16:creationId xmlns:a16="http://schemas.microsoft.com/office/drawing/2014/main" id="{99A57436-2D19-11AC-87DA-07A469D5AC16}"/>
                  </a:ext>
                </a:extLst>
              </p:cNvPr>
              <p:cNvSpPr/>
              <p:nvPr/>
            </p:nvSpPr>
            <p:spPr>
              <a:xfrm>
                <a:off x="3379850" y="4852082"/>
                <a:ext cx="6343" cy="6345"/>
              </a:xfrm>
              <a:custGeom>
                <a:avLst/>
                <a:gdLst>
                  <a:gd name="connsiteX0" fmla="*/ 3371 w 6343"/>
                  <a:gd name="connsiteY0" fmla="*/ 6454 h 6345"/>
                  <a:gd name="connsiteX1" fmla="*/ 5613 w 6343"/>
                  <a:gd name="connsiteY1" fmla="*/ 5524 h 6345"/>
                  <a:gd name="connsiteX2" fmla="*/ 6542 w 6343"/>
                  <a:gd name="connsiteY2" fmla="*/ 3281 h 6345"/>
                  <a:gd name="connsiteX3" fmla="*/ 5613 w 6343"/>
                  <a:gd name="connsiteY3" fmla="*/ 1037 h 6345"/>
                  <a:gd name="connsiteX4" fmla="*/ 3371 w 6343"/>
                  <a:gd name="connsiteY4" fmla="*/ 108 h 6345"/>
                  <a:gd name="connsiteX5" fmla="*/ 1128 w 6343"/>
                  <a:gd name="connsiteY5" fmla="*/ 1037 h 6345"/>
                  <a:gd name="connsiteX6" fmla="*/ 199 w 6343"/>
                  <a:gd name="connsiteY6" fmla="*/ 3281 h 6345"/>
                  <a:gd name="connsiteX7" fmla="*/ 1128 w 6343"/>
                  <a:gd name="connsiteY7" fmla="*/ 5524 h 6345"/>
                  <a:gd name="connsiteX8" fmla="*/ 3371 w 6343"/>
                  <a:gd name="connsiteY8" fmla="*/ 64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4"/>
                    </a:moveTo>
                    <a:cubicBezTo>
                      <a:pt x="4212" y="6454"/>
                      <a:pt x="5019" y="6119"/>
                      <a:pt x="5613" y="5524"/>
                    </a:cubicBezTo>
                    <a:cubicBezTo>
                      <a:pt x="6208" y="4929"/>
                      <a:pt x="6542" y="4122"/>
                      <a:pt x="6542" y="3281"/>
                    </a:cubicBezTo>
                    <a:cubicBezTo>
                      <a:pt x="6542" y="2439"/>
                      <a:pt x="6208" y="1632"/>
                      <a:pt x="5613" y="1037"/>
                    </a:cubicBezTo>
                    <a:cubicBezTo>
                      <a:pt x="5019" y="442"/>
                      <a:pt x="4212" y="108"/>
                      <a:pt x="3371" y="108"/>
                    </a:cubicBezTo>
                    <a:cubicBezTo>
                      <a:pt x="2530" y="108"/>
                      <a:pt x="1723" y="442"/>
                      <a:pt x="1128" y="1037"/>
                    </a:cubicBezTo>
                    <a:cubicBezTo>
                      <a:pt x="533" y="1632"/>
                      <a:pt x="199" y="2439"/>
                      <a:pt x="199" y="3281"/>
                    </a:cubicBezTo>
                    <a:cubicBezTo>
                      <a:pt x="199" y="4122"/>
                      <a:pt x="533" y="4929"/>
                      <a:pt x="1128" y="5524"/>
                    </a:cubicBezTo>
                    <a:cubicBezTo>
                      <a:pt x="1723" y="6119"/>
                      <a:pt x="2530" y="6454"/>
                      <a:pt x="3371" y="64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75" name="Freeform: Shape 2874">
                <a:extLst>
                  <a:ext uri="{FF2B5EF4-FFF2-40B4-BE49-F238E27FC236}">
                    <a16:creationId xmlns:a16="http://schemas.microsoft.com/office/drawing/2014/main" id="{F3C601C1-9CF3-CAC4-B260-1D48CC282B5A}"/>
                  </a:ext>
                </a:extLst>
              </p:cNvPr>
              <p:cNvSpPr/>
              <p:nvPr/>
            </p:nvSpPr>
            <p:spPr>
              <a:xfrm>
                <a:off x="3382206" y="4843486"/>
                <a:ext cx="6343" cy="6345"/>
              </a:xfrm>
              <a:custGeom>
                <a:avLst/>
                <a:gdLst>
                  <a:gd name="connsiteX0" fmla="*/ 3371 w 6343"/>
                  <a:gd name="connsiteY0" fmla="*/ 6453 h 6345"/>
                  <a:gd name="connsiteX1" fmla="*/ 5614 w 6343"/>
                  <a:gd name="connsiteY1" fmla="*/ 5524 h 6345"/>
                  <a:gd name="connsiteX2" fmla="*/ 6543 w 6343"/>
                  <a:gd name="connsiteY2" fmla="*/ 3280 h 6345"/>
                  <a:gd name="connsiteX3" fmla="*/ 5614 w 6343"/>
                  <a:gd name="connsiteY3" fmla="*/ 1037 h 6345"/>
                  <a:gd name="connsiteX4" fmla="*/ 3371 w 6343"/>
                  <a:gd name="connsiteY4" fmla="*/ 107 h 6345"/>
                  <a:gd name="connsiteX5" fmla="*/ 1128 w 6343"/>
                  <a:gd name="connsiteY5" fmla="*/ 1037 h 6345"/>
                  <a:gd name="connsiteX6" fmla="*/ 199 w 6343"/>
                  <a:gd name="connsiteY6" fmla="*/ 3280 h 6345"/>
                  <a:gd name="connsiteX7" fmla="*/ 1128 w 6343"/>
                  <a:gd name="connsiteY7" fmla="*/ 5524 h 6345"/>
                  <a:gd name="connsiteX8" fmla="*/ 3371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3"/>
                    </a:moveTo>
                    <a:cubicBezTo>
                      <a:pt x="4212" y="6453"/>
                      <a:pt x="5019" y="6119"/>
                      <a:pt x="5614" y="5524"/>
                    </a:cubicBezTo>
                    <a:cubicBezTo>
                      <a:pt x="6208" y="4929"/>
                      <a:pt x="6543" y="4122"/>
                      <a:pt x="6543" y="3280"/>
                    </a:cubicBezTo>
                    <a:cubicBezTo>
                      <a:pt x="6543" y="2439"/>
                      <a:pt x="6208" y="1632"/>
                      <a:pt x="5614" y="1037"/>
                    </a:cubicBezTo>
                    <a:cubicBezTo>
                      <a:pt x="5019" y="442"/>
                      <a:pt x="4212" y="107"/>
                      <a:pt x="3371" y="107"/>
                    </a:cubicBezTo>
                    <a:cubicBezTo>
                      <a:pt x="2530" y="107"/>
                      <a:pt x="1723" y="442"/>
                      <a:pt x="1128" y="1037"/>
                    </a:cubicBezTo>
                    <a:cubicBezTo>
                      <a:pt x="534" y="1632"/>
                      <a:pt x="199" y="2439"/>
                      <a:pt x="199" y="3280"/>
                    </a:cubicBezTo>
                    <a:cubicBezTo>
                      <a:pt x="199" y="4122"/>
                      <a:pt x="534" y="4929"/>
                      <a:pt x="1128" y="5524"/>
                    </a:cubicBezTo>
                    <a:cubicBezTo>
                      <a:pt x="1723" y="6119"/>
                      <a:pt x="2530" y="6453"/>
                      <a:pt x="3371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76" name="Freeform: Shape 2875">
                <a:extLst>
                  <a:ext uri="{FF2B5EF4-FFF2-40B4-BE49-F238E27FC236}">
                    <a16:creationId xmlns:a16="http://schemas.microsoft.com/office/drawing/2014/main" id="{5311268C-0EAF-58D2-3918-BDE8E7417FD2}"/>
                  </a:ext>
                </a:extLst>
              </p:cNvPr>
              <p:cNvSpPr/>
              <p:nvPr/>
            </p:nvSpPr>
            <p:spPr>
              <a:xfrm>
                <a:off x="3385918" y="4837228"/>
                <a:ext cx="6343" cy="6345"/>
              </a:xfrm>
              <a:custGeom>
                <a:avLst/>
                <a:gdLst>
                  <a:gd name="connsiteX0" fmla="*/ 3371 w 6343"/>
                  <a:gd name="connsiteY0" fmla="*/ 6452 h 6345"/>
                  <a:gd name="connsiteX1" fmla="*/ 5614 w 6343"/>
                  <a:gd name="connsiteY1" fmla="*/ 5523 h 6345"/>
                  <a:gd name="connsiteX2" fmla="*/ 6543 w 6343"/>
                  <a:gd name="connsiteY2" fmla="*/ 3280 h 6345"/>
                  <a:gd name="connsiteX3" fmla="*/ 5614 w 6343"/>
                  <a:gd name="connsiteY3" fmla="*/ 1036 h 6345"/>
                  <a:gd name="connsiteX4" fmla="*/ 3371 w 6343"/>
                  <a:gd name="connsiteY4" fmla="*/ 107 h 6345"/>
                  <a:gd name="connsiteX5" fmla="*/ 1129 w 6343"/>
                  <a:gd name="connsiteY5" fmla="*/ 1036 h 6345"/>
                  <a:gd name="connsiteX6" fmla="*/ 200 w 6343"/>
                  <a:gd name="connsiteY6" fmla="*/ 3280 h 6345"/>
                  <a:gd name="connsiteX7" fmla="*/ 1129 w 6343"/>
                  <a:gd name="connsiteY7" fmla="*/ 5523 h 6345"/>
                  <a:gd name="connsiteX8" fmla="*/ 3371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52"/>
                    </a:moveTo>
                    <a:cubicBezTo>
                      <a:pt x="4212" y="6452"/>
                      <a:pt x="5019" y="6118"/>
                      <a:pt x="5614" y="5523"/>
                    </a:cubicBezTo>
                    <a:cubicBezTo>
                      <a:pt x="6209" y="4928"/>
                      <a:pt x="6543" y="4121"/>
                      <a:pt x="6543" y="3280"/>
                    </a:cubicBezTo>
                    <a:cubicBezTo>
                      <a:pt x="6543" y="2438"/>
                      <a:pt x="6209" y="1631"/>
                      <a:pt x="5614" y="1036"/>
                    </a:cubicBezTo>
                    <a:cubicBezTo>
                      <a:pt x="5019" y="441"/>
                      <a:pt x="4212" y="107"/>
                      <a:pt x="3371" y="107"/>
                    </a:cubicBezTo>
                    <a:cubicBezTo>
                      <a:pt x="2530" y="107"/>
                      <a:pt x="1723" y="441"/>
                      <a:pt x="1129" y="1036"/>
                    </a:cubicBezTo>
                    <a:cubicBezTo>
                      <a:pt x="534" y="1631"/>
                      <a:pt x="200" y="2438"/>
                      <a:pt x="200" y="3280"/>
                    </a:cubicBezTo>
                    <a:cubicBezTo>
                      <a:pt x="200" y="4121"/>
                      <a:pt x="534" y="4928"/>
                      <a:pt x="1129" y="5523"/>
                    </a:cubicBezTo>
                    <a:cubicBezTo>
                      <a:pt x="1723" y="6118"/>
                      <a:pt x="2530" y="6452"/>
                      <a:pt x="3371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77" name="Freeform: Shape 2876">
                <a:extLst>
                  <a:ext uri="{FF2B5EF4-FFF2-40B4-BE49-F238E27FC236}">
                    <a16:creationId xmlns:a16="http://schemas.microsoft.com/office/drawing/2014/main" id="{32192176-B225-D6C0-F65B-166B4453B99E}"/>
                  </a:ext>
                </a:extLst>
              </p:cNvPr>
              <p:cNvSpPr/>
              <p:nvPr/>
            </p:nvSpPr>
            <p:spPr>
              <a:xfrm>
                <a:off x="3391146" y="4833709"/>
                <a:ext cx="6343" cy="6345"/>
              </a:xfrm>
              <a:custGeom>
                <a:avLst/>
                <a:gdLst>
                  <a:gd name="connsiteX0" fmla="*/ 3372 w 6343"/>
                  <a:gd name="connsiteY0" fmla="*/ 6452 h 6345"/>
                  <a:gd name="connsiteX1" fmla="*/ 5614 w 6343"/>
                  <a:gd name="connsiteY1" fmla="*/ 5523 h 6345"/>
                  <a:gd name="connsiteX2" fmla="*/ 6543 w 6343"/>
                  <a:gd name="connsiteY2" fmla="*/ 3279 h 6345"/>
                  <a:gd name="connsiteX3" fmla="*/ 5614 w 6343"/>
                  <a:gd name="connsiteY3" fmla="*/ 1036 h 6345"/>
                  <a:gd name="connsiteX4" fmla="*/ 3372 w 6343"/>
                  <a:gd name="connsiteY4" fmla="*/ 107 h 6345"/>
                  <a:gd name="connsiteX5" fmla="*/ 1129 w 6343"/>
                  <a:gd name="connsiteY5" fmla="*/ 1036 h 6345"/>
                  <a:gd name="connsiteX6" fmla="*/ 200 w 6343"/>
                  <a:gd name="connsiteY6" fmla="*/ 3279 h 6345"/>
                  <a:gd name="connsiteX7" fmla="*/ 1129 w 6343"/>
                  <a:gd name="connsiteY7" fmla="*/ 5523 h 6345"/>
                  <a:gd name="connsiteX8" fmla="*/ 3372 w 6343"/>
                  <a:gd name="connsiteY8" fmla="*/ 64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52"/>
                    </a:moveTo>
                    <a:cubicBezTo>
                      <a:pt x="4213" y="6452"/>
                      <a:pt x="5020" y="6118"/>
                      <a:pt x="5614" y="5523"/>
                    </a:cubicBezTo>
                    <a:cubicBezTo>
                      <a:pt x="6209" y="4928"/>
                      <a:pt x="6543" y="4121"/>
                      <a:pt x="6543" y="3279"/>
                    </a:cubicBezTo>
                    <a:cubicBezTo>
                      <a:pt x="6543" y="2438"/>
                      <a:pt x="6209" y="1631"/>
                      <a:pt x="5614" y="1036"/>
                    </a:cubicBezTo>
                    <a:cubicBezTo>
                      <a:pt x="5020" y="441"/>
                      <a:pt x="4213" y="107"/>
                      <a:pt x="3372" y="107"/>
                    </a:cubicBezTo>
                    <a:cubicBezTo>
                      <a:pt x="2531" y="107"/>
                      <a:pt x="1724" y="441"/>
                      <a:pt x="1129" y="1036"/>
                    </a:cubicBezTo>
                    <a:cubicBezTo>
                      <a:pt x="534" y="1631"/>
                      <a:pt x="200" y="2438"/>
                      <a:pt x="200" y="3279"/>
                    </a:cubicBezTo>
                    <a:cubicBezTo>
                      <a:pt x="200" y="4121"/>
                      <a:pt x="534" y="4928"/>
                      <a:pt x="1129" y="5523"/>
                    </a:cubicBezTo>
                    <a:cubicBezTo>
                      <a:pt x="1724" y="6118"/>
                      <a:pt x="2531" y="6452"/>
                      <a:pt x="3372" y="6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78" name="Freeform: Shape 2877">
                <a:extLst>
                  <a:ext uri="{FF2B5EF4-FFF2-40B4-BE49-F238E27FC236}">
                    <a16:creationId xmlns:a16="http://schemas.microsoft.com/office/drawing/2014/main" id="{F76E8150-24CB-B1C0-2A92-13D850B47827}"/>
                  </a:ext>
                </a:extLst>
              </p:cNvPr>
              <p:cNvSpPr/>
              <p:nvPr/>
            </p:nvSpPr>
            <p:spPr>
              <a:xfrm>
                <a:off x="3393275" y="4824286"/>
                <a:ext cx="6343" cy="6345"/>
              </a:xfrm>
              <a:custGeom>
                <a:avLst/>
                <a:gdLst>
                  <a:gd name="connsiteX0" fmla="*/ 3372 w 6343"/>
                  <a:gd name="connsiteY0" fmla="*/ 6451 h 6345"/>
                  <a:gd name="connsiteX1" fmla="*/ 5614 w 6343"/>
                  <a:gd name="connsiteY1" fmla="*/ 5522 h 6345"/>
                  <a:gd name="connsiteX2" fmla="*/ 6543 w 6343"/>
                  <a:gd name="connsiteY2" fmla="*/ 3279 h 6345"/>
                  <a:gd name="connsiteX3" fmla="*/ 5614 w 6343"/>
                  <a:gd name="connsiteY3" fmla="*/ 1035 h 6345"/>
                  <a:gd name="connsiteX4" fmla="*/ 3372 w 6343"/>
                  <a:gd name="connsiteY4" fmla="*/ 106 h 6345"/>
                  <a:gd name="connsiteX5" fmla="*/ 1129 w 6343"/>
                  <a:gd name="connsiteY5" fmla="*/ 1035 h 6345"/>
                  <a:gd name="connsiteX6" fmla="*/ 200 w 6343"/>
                  <a:gd name="connsiteY6" fmla="*/ 3279 h 6345"/>
                  <a:gd name="connsiteX7" fmla="*/ 1129 w 6343"/>
                  <a:gd name="connsiteY7" fmla="*/ 5522 h 6345"/>
                  <a:gd name="connsiteX8" fmla="*/ 3372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51"/>
                    </a:moveTo>
                    <a:cubicBezTo>
                      <a:pt x="4213" y="6451"/>
                      <a:pt x="5020" y="6117"/>
                      <a:pt x="5614" y="5522"/>
                    </a:cubicBezTo>
                    <a:cubicBezTo>
                      <a:pt x="6209" y="4927"/>
                      <a:pt x="6543" y="4120"/>
                      <a:pt x="6543" y="3279"/>
                    </a:cubicBezTo>
                    <a:cubicBezTo>
                      <a:pt x="6543" y="2437"/>
                      <a:pt x="6209" y="1630"/>
                      <a:pt x="5614" y="1035"/>
                    </a:cubicBezTo>
                    <a:cubicBezTo>
                      <a:pt x="5020" y="440"/>
                      <a:pt x="4213" y="106"/>
                      <a:pt x="3372" y="106"/>
                    </a:cubicBezTo>
                    <a:cubicBezTo>
                      <a:pt x="2531" y="106"/>
                      <a:pt x="1724" y="440"/>
                      <a:pt x="1129" y="1035"/>
                    </a:cubicBezTo>
                    <a:cubicBezTo>
                      <a:pt x="534" y="1630"/>
                      <a:pt x="200" y="2437"/>
                      <a:pt x="200" y="3279"/>
                    </a:cubicBezTo>
                    <a:cubicBezTo>
                      <a:pt x="200" y="4120"/>
                      <a:pt x="534" y="4927"/>
                      <a:pt x="1129" y="5522"/>
                    </a:cubicBezTo>
                    <a:cubicBezTo>
                      <a:pt x="1724" y="6117"/>
                      <a:pt x="2531" y="6451"/>
                      <a:pt x="3372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79" name="Freeform: Shape 2878">
                <a:extLst>
                  <a:ext uri="{FF2B5EF4-FFF2-40B4-BE49-F238E27FC236}">
                    <a16:creationId xmlns:a16="http://schemas.microsoft.com/office/drawing/2014/main" id="{63856F2A-F0DC-A863-A80A-B3EA8F376BF1}"/>
                  </a:ext>
                </a:extLst>
              </p:cNvPr>
              <p:cNvSpPr/>
              <p:nvPr/>
            </p:nvSpPr>
            <p:spPr>
              <a:xfrm>
                <a:off x="3394274" y="4812490"/>
                <a:ext cx="6343" cy="6345"/>
              </a:xfrm>
              <a:custGeom>
                <a:avLst/>
                <a:gdLst>
                  <a:gd name="connsiteX0" fmla="*/ 3372 w 6343"/>
                  <a:gd name="connsiteY0" fmla="*/ 6450 h 6345"/>
                  <a:gd name="connsiteX1" fmla="*/ 5615 w 6343"/>
                  <a:gd name="connsiteY1" fmla="*/ 5521 h 6345"/>
                  <a:gd name="connsiteX2" fmla="*/ 6543 w 6343"/>
                  <a:gd name="connsiteY2" fmla="*/ 3278 h 6345"/>
                  <a:gd name="connsiteX3" fmla="*/ 5615 w 6343"/>
                  <a:gd name="connsiteY3" fmla="*/ 1034 h 6345"/>
                  <a:gd name="connsiteX4" fmla="*/ 3372 w 6343"/>
                  <a:gd name="connsiteY4" fmla="*/ 105 h 6345"/>
                  <a:gd name="connsiteX5" fmla="*/ 1129 w 6343"/>
                  <a:gd name="connsiteY5" fmla="*/ 1034 h 6345"/>
                  <a:gd name="connsiteX6" fmla="*/ 200 w 6343"/>
                  <a:gd name="connsiteY6" fmla="*/ 3278 h 6345"/>
                  <a:gd name="connsiteX7" fmla="*/ 1129 w 6343"/>
                  <a:gd name="connsiteY7" fmla="*/ 5521 h 6345"/>
                  <a:gd name="connsiteX8" fmla="*/ 3372 w 6343"/>
                  <a:gd name="connsiteY8" fmla="*/ 64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50"/>
                    </a:moveTo>
                    <a:cubicBezTo>
                      <a:pt x="4213" y="6450"/>
                      <a:pt x="5020" y="6116"/>
                      <a:pt x="5615" y="5521"/>
                    </a:cubicBezTo>
                    <a:cubicBezTo>
                      <a:pt x="6209" y="4926"/>
                      <a:pt x="6543" y="4119"/>
                      <a:pt x="6543" y="3278"/>
                    </a:cubicBezTo>
                    <a:cubicBezTo>
                      <a:pt x="6543" y="2436"/>
                      <a:pt x="6209" y="1629"/>
                      <a:pt x="5615" y="1034"/>
                    </a:cubicBezTo>
                    <a:cubicBezTo>
                      <a:pt x="5020" y="439"/>
                      <a:pt x="4213" y="105"/>
                      <a:pt x="3372" y="105"/>
                    </a:cubicBezTo>
                    <a:cubicBezTo>
                      <a:pt x="2531" y="105"/>
                      <a:pt x="1724" y="439"/>
                      <a:pt x="1129" y="1034"/>
                    </a:cubicBezTo>
                    <a:cubicBezTo>
                      <a:pt x="535" y="1629"/>
                      <a:pt x="200" y="2436"/>
                      <a:pt x="200" y="3278"/>
                    </a:cubicBezTo>
                    <a:cubicBezTo>
                      <a:pt x="200" y="4119"/>
                      <a:pt x="535" y="4926"/>
                      <a:pt x="1129" y="5521"/>
                    </a:cubicBezTo>
                    <a:cubicBezTo>
                      <a:pt x="1724" y="6116"/>
                      <a:pt x="2531" y="6450"/>
                      <a:pt x="3372" y="64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80" name="Freeform: Shape 2879">
                <a:extLst>
                  <a:ext uri="{FF2B5EF4-FFF2-40B4-BE49-F238E27FC236}">
                    <a16:creationId xmlns:a16="http://schemas.microsoft.com/office/drawing/2014/main" id="{4D72D384-D8E5-0752-259B-B2CE71D0943A}"/>
                  </a:ext>
                </a:extLst>
              </p:cNvPr>
              <p:cNvSpPr/>
              <p:nvPr/>
            </p:nvSpPr>
            <p:spPr>
              <a:xfrm>
                <a:off x="3395639" y="4801138"/>
                <a:ext cx="6343" cy="6345"/>
              </a:xfrm>
              <a:custGeom>
                <a:avLst/>
                <a:gdLst>
                  <a:gd name="connsiteX0" fmla="*/ 3372 w 6343"/>
                  <a:gd name="connsiteY0" fmla="*/ 6450 h 6345"/>
                  <a:gd name="connsiteX1" fmla="*/ 5615 w 6343"/>
                  <a:gd name="connsiteY1" fmla="*/ 5520 h 6345"/>
                  <a:gd name="connsiteX2" fmla="*/ 6544 w 6343"/>
                  <a:gd name="connsiteY2" fmla="*/ 3277 h 6345"/>
                  <a:gd name="connsiteX3" fmla="*/ 5615 w 6343"/>
                  <a:gd name="connsiteY3" fmla="*/ 1033 h 6345"/>
                  <a:gd name="connsiteX4" fmla="*/ 3372 w 6343"/>
                  <a:gd name="connsiteY4" fmla="*/ 104 h 6345"/>
                  <a:gd name="connsiteX5" fmla="*/ 1129 w 6343"/>
                  <a:gd name="connsiteY5" fmla="*/ 1033 h 6345"/>
                  <a:gd name="connsiteX6" fmla="*/ 200 w 6343"/>
                  <a:gd name="connsiteY6" fmla="*/ 3277 h 6345"/>
                  <a:gd name="connsiteX7" fmla="*/ 1129 w 6343"/>
                  <a:gd name="connsiteY7" fmla="*/ 5520 h 6345"/>
                  <a:gd name="connsiteX8" fmla="*/ 3372 w 6343"/>
                  <a:gd name="connsiteY8" fmla="*/ 64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50"/>
                    </a:moveTo>
                    <a:cubicBezTo>
                      <a:pt x="4213" y="6450"/>
                      <a:pt x="5020" y="6115"/>
                      <a:pt x="5615" y="5520"/>
                    </a:cubicBezTo>
                    <a:cubicBezTo>
                      <a:pt x="6209" y="4925"/>
                      <a:pt x="6544" y="4118"/>
                      <a:pt x="6544" y="3277"/>
                    </a:cubicBezTo>
                    <a:cubicBezTo>
                      <a:pt x="6544" y="2435"/>
                      <a:pt x="6209" y="1628"/>
                      <a:pt x="5615" y="1033"/>
                    </a:cubicBezTo>
                    <a:cubicBezTo>
                      <a:pt x="5020" y="438"/>
                      <a:pt x="4213" y="104"/>
                      <a:pt x="3372" y="104"/>
                    </a:cubicBezTo>
                    <a:cubicBezTo>
                      <a:pt x="2531" y="104"/>
                      <a:pt x="1724" y="438"/>
                      <a:pt x="1129" y="1033"/>
                    </a:cubicBezTo>
                    <a:cubicBezTo>
                      <a:pt x="535" y="1628"/>
                      <a:pt x="200" y="2435"/>
                      <a:pt x="200" y="3277"/>
                    </a:cubicBezTo>
                    <a:cubicBezTo>
                      <a:pt x="200" y="4118"/>
                      <a:pt x="535" y="4925"/>
                      <a:pt x="1129" y="5520"/>
                    </a:cubicBezTo>
                    <a:cubicBezTo>
                      <a:pt x="1724" y="6115"/>
                      <a:pt x="2531" y="6450"/>
                      <a:pt x="3372" y="64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81" name="Freeform: Shape 2880">
                <a:extLst>
                  <a:ext uri="{FF2B5EF4-FFF2-40B4-BE49-F238E27FC236}">
                    <a16:creationId xmlns:a16="http://schemas.microsoft.com/office/drawing/2014/main" id="{8307945F-1EAB-7717-1700-AF9486598A17}"/>
                  </a:ext>
                </a:extLst>
              </p:cNvPr>
              <p:cNvSpPr/>
              <p:nvPr/>
            </p:nvSpPr>
            <p:spPr>
              <a:xfrm>
                <a:off x="3390496" y="4776595"/>
                <a:ext cx="6343" cy="6345"/>
              </a:xfrm>
              <a:custGeom>
                <a:avLst/>
                <a:gdLst>
                  <a:gd name="connsiteX0" fmla="*/ 3372 w 6343"/>
                  <a:gd name="connsiteY0" fmla="*/ 6448 h 6345"/>
                  <a:gd name="connsiteX1" fmla="*/ 5614 w 6343"/>
                  <a:gd name="connsiteY1" fmla="*/ 5518 h 6345"/>
                  <a:gd name="connsiteX2" fmla="*/ 6543 w 6343"/>
                  <a:gd name="connsiteY2" fmla="*/ 3275 h 6345"/>
                  <a:gd name="connsiteX3" fmla="*/ 5614 w 6343"/>
                  <a:gd name="connsiteY3" fmla="*/ 1031 h 6345"/>
                  <a:gd name="connsiteX4" fmla="*/ 3372 w 6343"/>
                  <a:gd name="connsiteY4" fmla="*/ 102 h 6345"/>
                  <a:gd name="connsiteX5" fmla="*/ 1129 w 6343"/>
                  <a:gd name="connsiteY5" fmla="*/ 1031 h 6345"/>
                  <a:gd name="connsiteX6" fmla="*/ 200 w 6343"/>
                  <a:gd name="connsiteY6" fmla="*/ 3275 h 6345"/>
                  <a:gd name="connsiteX7" fmla="*/ 1129 w 6343"/>
                  <a:gd name="connsiteY7" fmla="*/ 5518 h 6345"/>
                  <a:gd name="connsiteX8" fmla="*/ 3372 w 6343"/>
                  <a:gd name="connsiteY8" fmla="*/ 64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8"/>
                    </a:moveTo>
                    <a:cubicBezTo>
                      <a:pt x="4213" y="6448"/>
                      <a:pt x="5020" y="6113"/>
                      <a:pt x="5614" y="5518"/>
                    </a:cubicBezTo>
                    <a:cubicBezTo>
                      <a:pt x="6209" y="4923"/>
                      <a:pt x="6543" y="4116"/>
                      <a:pt x="6543" y="3275"/>
                    </a:cubicBezTo>
                    <a:cubicBezTo>
                      <a:pt x="6543" y="2434"/>
                      <a:pt x="6209" y="1626"/>
                      <a:pt x="5614" y="1031"/>
                    </a:cubicBezTo>
                    <a:cubicBezTo>
                      <a:pt x="5020" y="437"/>
                      <a:pt x="4213" y="102"/>
                      <a:pt x="3372" y="102"/>
                    </a:cubicBezTo>
                    <a:cubicBezTo>
                      <a:pt x="2531" y="102"/>
                      <a:pt x="1724" y="437"/>
                      <a:pt x="1129" y="1031"/>
                    </a:cubicBezTo>
                    <a:cubicBezTo>
                      <a:pt x="534" y="1626"/>
                      <a:pt x="200" y="2434"/>
                      <a:pt x="200" y="3275"/>
                    </a:cubicBezTo>
                    <a:cubicBezTo>
                      <a:pt x="200" y="4116"/>
                      <a:pt x="534" y="4923"/>
                      <a:pt x="1129" y="5518"/>
                    </a:cubicBezTo>
                    <a:cubicBezTo>
                      <a:pt x="1724" y="6113"/>
                      <a:pt x="2531" y="6448"/>
                      <a:pt x="3372" y="64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82" name="Freeform: Shape 2881">
                <a:extLst>
                  <a:ext uri="{FF2B5EF4-FFF2-40B4-BE49-F238E27FC236}">
                    <a16:creationId xmlns:a16="http://schemas.microsoft.com/office/drawing/2014/main" id="{5847D205-EE11-35EE-5AB9-0176C3158503}"/>
                  </a:ext>
                </a:extLst>
              </p:cNvPr>
              <p:cNvSpPr/>
              <p:nvPr/>
            </p:nvSpPr>
            <p:spPr>
              <a:xfrm>
                <a:off x="3386377" y="4753447"/>
                <a:ext cx="6343" cy="6345"/>
              </a:xfrm>
              <a:custGeom>
                <a:avLst/>
                <a:gdLst>
                  <a:gd name="connsiteX0" fmla="*/ 3371 w 6343"/>
                  <a:gd name="connsiteY0" fmla="*/ 6446 h 6345"/>
                  <a:gd name="connsiteX1" fmla="*/ 5614 w 6343"/>
                  <a:gd name="connsiteY1" fmla="*/ 5517 h 6345"/>
                  <a:gd name="connsiteX2" fmla="*/ 6543 w 6343"/>
                  <a:gd name="connsiteY2" fmla="*/ 3273 h 6345"/>
                  <a:gd name="connsiteX3" fmla="*/ 5614 w 6343"/>
                  <a:gd name="connsiteY3" fmla="*/ 1030 h 6345"/>
                  <a:gd name="connsiteX4" fmla="*/ 3371 w 6343"/>
                  <a:gd name="connsiteY4" fmla="*/ 100 h 6345"/>
                  <a:gd name="connsiteX5" fmla="*/ 1129 w 6343"/>
                  <a:gd name="connsiteY5" fmla="*/ 1030 h 6345"/>
                  <a:gd name="connsiteX6" fmla="*/ 200 w 6343"/>
                  <a:gd name="connsiteY6" fmla="*/ 3273 h 6345"/>
                  <a:gd name="connsiteX7" fmla="*/ 1129 w 6343"/>
                  <a:gd name="connsiteY7" fmla="*/ 5517 h 6345"/>
                  <a:gd name="connsiteX8" fmla="*/ 3371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46"/>
                    </a:moveTo>
                    <a:cubicBezTo>
                      <a:pt x="4212" y="6446"/>
                      <a:pt x="5019" y="6111"/>
                      <a:pt x="5614" y="5517"/>
                    </a:cubicBezTo>
                    <a:cubicBezTo>
                      <a:pt x="6209" y="4922"/>
                      <a:pt x="6543" y="4115"/>
                      <a:pt x="6543" y="3273"/>
                    </a:cubicBezTo>
                    <a:cubicBezTo>
                      <a:pt x="6543" y="2432"/>
                      <a:pt x="6209" y="1625"/>
                      <a:pt x="5614" y="1030"/>
                    </a:cubicBezTo>
                    <a:cubicBezTo>
                      <a:pt x="5019" y="435"/>
                      <a:pt x="4212" y="100"/>
                      <a:pt x="3371" y="100"/>
                    </a:cubicBezTo>
                    <a:cubicBezTo>
                      <a:pt x="2530" y="100"/>
                      <a:pt x="1723" y="435"/>
                      <a:pt x="1129" y="1030"/>
                    </a:cubicBezTo>
                    <a:cubicBezTo>
                      <a:pt x="534" y="1625"/>
                      <a:pt x="200" y="2432"/>
                      <a:pt x="200" y="3273"/>
                    </a:cubicBezTo>
                    <a:cubicBezTo>
                      <a:pt x="200" y="4115"/>
                      <a:pt x="534" y="4922"/>
                      <a:pt x="1129" y="5517"/>
                    </a:cubicBezTo>
                    <a:cubicBezTo>
                      <a:pt x="1723" y="6111"/>
                      <a:pt x="2530" y="6446"/>
                      <a:pt x="3371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83" name="Freeform: Shape 2882">
                <a:extLst>
                  <a:ext uri="{FF2B5EF4-FFF2-40B4-BE49-F238E27FC236}">
                    <a16:creationId xmlns:a16="http://schemas.microsoft.com/office/drawing/2014/main" id="{0317BDB3-872B-805A-8E32-D10BFE657DA6}"/>
                  </a:ext>
                </a:extLst>
              </p:cNvPr>
              <p:cNvSpPr/>
              <p:nvPr/>
            </p:nvSpPr>
            <p:spPr>
              <a:xfrm>
                <a:off x="3390241" y="4746031"/>
                <a:ext cx="6343" cy="6345"/>
              </a:xfrm>
              <a:custGeom>
                <a:avLst/>
                <a:gdLst>
                  <a:gd name="connsiteX0" fmla="*/ 3372 w 6343"/>
                  <a:gd name="connsiteY0" fmla="*/ 6445 h 6345"/>
                  <a:gd name="connsiteX1" fmla="*/ 5614 w 6343"/>
                  <a:gd name="connsiteY1" fmla="*/ 5516 h 6345"/>
                  <a:gd name="connsiteX2" fmla="*/ 6543 w 6343"/>
                  <a:gd name="connsiteY2" fmla="*/ 3273 h 6345"/>
                  <a:gd name="connsiteX3" fmla="*/ 5614 w 6343"/>
                  <a:gd name="connsiteY3" fmla="*/ 1029 h 6345"/>
                  <a:gd name="connsiteX4" fmla="*/ 3372 w 6343"/>
                  <a:gd name="connsiteY4" fmla="*/ 100 h 6345"/>
                  <a:gd name="connsiteX5" fmla="*/ 1129 w 6343"/>
                  <a:gd name="connsiteY5" fmla="*/ 1029 h 6345"/>
                  <a:gd name="connsiteX6" fmla="*/ 200 w 6343"/>
                  <a:gd name="connsiteY6" fmla="*/ 3273 h 6345"/>
                  <a:gd name="connsiteX7" fmla="*/ 1129 w 6343"/>
                  <a:gd name="connsiteY7" fmla="*/ 5516 h 6345"/>
                  <a:gd name="connsiteX8" fmla="*/ 3372 w 6343"/>
                  <a:gd name="connsiteY8" fmla="*/ 64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5"/>
                    </a:moveTo>
                    <a:cubicBezTo>
                      <a:pt x="4213" y="6445"/>
                      <a:pt x="5019" y="6111"/>
                      <a:pt x="5614" y="5516"/>
                    </a:cubicBezTo>
                    <a:cubicBezTo>
                      <a:pt x="6209" y="4921"/>
                      <a:pt x="6543" y="4114"/>
                      <a:pt x="6543" y="3273"/>
                    </a:cubicBezTo>
                    <a:cubicBezTo>
                      <a:pt x="6543" y="2431"/>
                      <a:pt x="6209" y="1624"/>
                      <a:pt x="5614" y="1029"/>
                    </a:cubicBezTo>
                    <a:cubicBezTo>
                      <a:pt x="5019" y="434"/>
                      <a:pt x="4213" y="100"/>
                      <a:pt x="3372" y="100"/>
                    </a:cubicBezTo>
                    <a:cubicBezTo>
                      <a:pt x="2531" y="100"/>
                      <a:pt x="1724" y="434"/>
                      <a:pt x="1129" y="1029"/>
                    </a:cubicBezTo>
                    <a:cubicBezTo>
                      <a:pt x="534" y="1624"/>
                      <a:pt x="200" y="2431"/>
                      <a:pt x="200" y="3273"/>
                    </a:cubicBezTo>
                    <a:cubicBezTo>
                      <a:pt x="200" y="4114"/>
                      <a:pt x="534" y="4921"/>
                      <a:pt x="1129" y="5516"/>
                    </a:cubicBezTo>
                    <a:cubicBezTo>
                      <a:pt x="1724" y="6111"/>
                      <a:pt x="2531" y="6445"/>
                      <a:pt x="3372" y="64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84" name="Freeform: Shape 2883">
                <a:extLst>
                  <a:ext uri="{FF2B5EF4-FFF2-40B4-BE49-F238E27FC236}">
                    <a16:creationId xmlns:a16="http://schemas.microsoft.com/office/drawing/2014/main" id="{E2E5B84D-1D8E-4C5C-3E68-972F0CEE5AB1}"/>
                  </a:ext>
                </a:extLst>
              </p:cNvPr>
              <p:cNvSpPr/>
              <p:nvPr/>
            </p:nvSpPr>
            <p:spPr>
              <a:xfrm>
                <a:off x="3393168" y="4736525"/>
                <a:ext cx="6343" cy="6345"/>
              </a:xfrm>
              <a:custGeom>
                <a:avLst/>
                <a:gdLst>
                  <a:gd name="connsiteX0" fmla="*/ 3372 w 6343"/>
                  <a:gd name="connsiteY0" fmla="*/ 6444 h 6345"/>
                  <a:gd name="connsiteX1" fmla="*/ 5614 w 6343"/>
                  <a:gd name="connsiteY1" fmla="*/ 5515 h 6345"/>
                  <a:gd name="connsiteX2" fmla="*/ 6543 w 6343"/>
                  <a:gd name="connsiteY2" fmla="*/ 3272 h 6345"/>
                  <a:gd name="connsiteX3" fmla="*/ 5614 w 6343"/>
                  <a:gd name="connsiteY3" fmla="*/ 1028 h 6345"/>
                  <a:gd name="connsiteX4" fmla="*/ 3372 w 6343"/>
                  <a:gd name="connsiteY4" fmla="*/ 99 h 6345"/>
                  <a:gd name="connsiteX5" fmla="*/ 1129 w 6343"/>
                  <a:gd name="connsiteY5" fmla="*/ 1028 h 6345"/>
                  <a:gd name="connsiteX6" fmla="*/ 200 w 6343"/>
                  <a:gd name="connsiteY6" fmla="*/ 3272 h 6345"/>
                  <a:gd name="connsiteX7" fmla="*/ 1129 w 6343"/>
                  <a:gd name="connsiteY7" fmla="*/ 5515 h 6345"/>
                  <a:gd name="connsiteX8" fmla="*/ 3372 w 6343"/>
                  <a:gd name="connsiteY8" fmla="*/ 64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4"/>
                    </a:moveTo>
                    <a:cubicBezTo>
                      <a:pt x="4213" y="6444"/>
                      <a:pt x="5020" y="6110"/>
                      <a:pt x="5614" y="5515"/>
                    </a:cubicBezTo>
                    <a:cubicBezTo>
                      <a:pt x="6209" y="4920"/>
                      <a:pt x="6543" y="4113"/>
                      <a:pt x="6543" y="3272"/>
                    </a:cubicBezTo>
                    <a:cubicBezTo>
                      <a:pt x="6543" y="2430"/>
                      <a:pt x="6209" y="1623"/>
                      <a:pt x="5614" y="1028"/>
                    </a:cubicBezTo>
                    <a:cubicBezTo>
                      <a:pt x="5020" y="433"/>
                      <a:pt x="4213" y="99"/>
                      <a:pt x="3372" y="99"/>
                    </a:cubicBezTo>
                    <a:cubicBezTo>
                      <a:pt x="2531" y="99"/>
                      <a:pt x="1724" y="433"/>
                      <a:pt x="1129" y="1028"/>
                    </a:cubicBezTo>
                    <a:cubicBezTo>
                      <a:pt x="534" y="1623"/>
                      <a:pt x="200" y="2430"/>
                      <a:pt x="200" y="3272"/>
                    </a:cubicBezTo>
                    <a:cubicBezTo>
                      <a:pt x="200" y="4113"/>
                      <a:pt x="534" y="4920"/>
                      <a:pt x="1129" y="5515"/>
                    </a:cubicBezTo>
                    <a:cubicBezTo>
                      <a:pt x="1724" y="6110"/>
                      <a:pt x="2531" y="6444"/>
                      <a:pt x="3372" y="64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85" name="Freeform: Shape 2884">
                <a:extLst>
                  <a:ext uri="{FF2B5EF4-FFF2-40B4-BE49-F238E27FC236}">
                    <a16:creationId xmlns:a16="http://schemas.microsoft.com/office/drawing/2014/main" id="{3079C61A-EE2E-1CA1-C6BB-343B4DFD1AB6}"/>
                  </a:ext>
                </a:extLst>
              </p:cNvPr>
              <p:cNvSpPr/>
              <p:nvPr/>
            </p:nvSpPr>
            <p:spPr>
              <a:xfrm>
                <a:off x="3394710" y="4723879"/>
                <a:ext cx="6343" cy="6345"/>
              </a:xfrm>
              <a:custGeom>
                <a:avLst/>
                <a:gdLst>
                  <a:gd name="connsiteX0" fmla="*/ 3372 w 6343"/>
                  <a:gd name="connsiteY0" fmla="*/ 6443 h 6345"/>
                  <a:gd name="connsiteX1" fmla="*/ 5615 w 6343"/>
                  <a:gd name="connsiteY1" fmla="*/ 5514 h 6345"/>
                  <a:gd name="connsiteX2" fmla="*/ 6544 w 6343"/>
                  <a:gd name="connsiteY2" fmla="*/ 3271 h 6345"/>
                  <a:gd name="connsiteX3" fmla="*/ 5615 w 6343"/>
                  <a:gd name="connsiteY3" fmla="*/ 1027 h 6345"/>
                  <a:gd name="connsiteX4" fmla="*/ 3372 w 6343"/>
                  <a:gd name="connsiteY4" fmla="*/ 98 h 6345"/>
                  <a:gd name="connsiteX5" fmla="*/ 1129 w 6343"/>
                  <a:gd name="connsiteY5" fmla="*/ 1027 h 6345"/>
                  <a:gd name="connsiteX6" fmla="*/ 200 w 6343"/>
                  <a:gd name="connsiteY6" fmla="*/ 3271 h 6345"/>
                  <a:gd name="connsiteX7" fmla="*/ 1129 w 6343"/>
                  <a:gd name="connsiteY7" fmla="*/ 5514 h 6345"/>
                  <a:gd name="connsiteX8" fmla="*/ 3372 w 6343"/>
                  <a:gd name="connsiteY8" fmla="*/ 64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3"/>
                    </a:moveTo>
                    <a:cubicBezTo>
                      <a:pt x="4213" y="6443"/>
                      <a:pt x="5020" y="6109"/>
                      <a:pt x="5615" y="5514"/>
                    </a:cubicBezTo>
                    <a:cubicBezTo>
                      <a:pt x="6209" y="4919"/>
                      <a:pt x="6544" y="4112"/>
                      <a:pt x="6544" y="3271"/>
                    </a:cubicBezTo>
                    <a:cubicBezTo>
                      <a:pt x="6544" y="2429"/>
                      <a:pt x="6209" y="1622"/>
                      <a:pt x="5615" y="1027"/>
                    </a:cubicBezTo>
                    <a:cubicBezTo>
                      <a:pt x="5020" y="432"/>
                      <a:pt x="4213" y="98"/>
                      <a:pt x="3372" y="98"/>
                    </a:cubicBezTo>
                    <a:cubicBezTo>
                      <a:pt x="2531" y="98"/>
                      <a:pt x="1724" y="432"/>
                      <a:pt x="1129" y="1027"/>
                    </a:cubicBezTo>
                    <a:cubicBezTo>
                      <a:pt x="535" y="1622"/>
                      <a:pt x="200" y="2429"/>
                      <a:pt x="200" y="3271"/>
                    </a:cubicBezTo>
                    <a:cubicBezTo>
                      <a:pt x="200" y="4112"/>
                      <a:pt x="535" y="4919"/>
                      <a:pt x="1129" y="5514"/>
                    </a:cubicBezTo>
                    <a:cubicBezTo>
                      <a:pt x="1724" y="6109"/>
                      <a:pt x="2531" y="6443"/>
                      <a:pt x="3372" y="64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86" name="Freeform: Shape 2885">
                <a:extLst>
                  <a:ext uri="{FF2B5EF4-FFF2-40B4-BE49-F238E27FC236}">
                    <a16:creationId xmlns:a16="http://schemas.microsoft.com/office/drawing/2014/main" id="{DDBFF696-A83D-AF50-7D10-F17BEE0A5993}"/>
                  </a:ext>
                </a:extLst>
              </p:cNvPr>
              <p:cNvSpPr/>
              <p:nvPr/>
            </p:nvSpPr>
            <p:spPr>
              <a:xfrm>
                <a:off x="3398777" y="4716346"/>
                <a:ext cx="6343" cy="6345"/>
              </a:xfrm>
              <a:custGeom>
                <a:avLst/>
                <a:gdLst>
                  <a:gd name="connsiteX0" fmla="*/ 3372 w 6343"/>
                  <a:gd name="connsiteY0" fmla="*/ 6443 h 6345"/>
                  <a:gd name="connsiteX1" fmla="*/ 5615 w 6343"/>
                  <a:gd name="connsiteY1" fmla="*/ 5514 h 6345"/>
                  <a:gd name="connsiteX2" fmla="*/ 6544 w 6343"/>
                  <a:gd name="connsiteY2" fmla="*/ 3270 h 6345"/>
                  <a:gd name="connsiteX3" fmla="*/ 5615 w 6343"/>
                  <a:gd name="connsiteY3" fmla="*/ 1027 h 6345"/>
                  <a:gd name="connsiteX4" fmla="*/ 3372 w 6343"/>
                  <a:gd name="connsiteY4" fmla="*/ 97 h 6345"/>
                  <a:gd name="connsiteX5" fmla="*/ 1130 w 6343"/>
                  <a:gd name="connsiteY5" fmla="*/ 1027 h 6345"/>
                  <a:gd name="connsiteX6" fmla="*/ 201 w 6343"/>
                  <a:gd name="connsiteY6" fmla="*/ 3270 h 6345"/>
                  <a:gd name="connsiteX7" fmla="*/ 1130 w 6343"/>
                  <a:gd name="connsiteY7" fmla="*/ 5514 h 6345"/>
                  <a:gd name="connsiteX8" fmla="*/ 3372 w 6343"/>
                  <a:gd name="connsiteY8" fmla="*/ 64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3"/>
                    </a:moveTo>
                    <a:cubicBezTo>
                      <a:pt x="4213" y="6443"/>
                      <a:pt x="5020" y="6109"/>
                      <a:pt x="5615" y="5514"/>
                    </a:cubicBezTo>
                    <a:cubicBezTo>
                      <a:pt x="6210" y="4919"/>
                      <a:pt x="6544" y="4112"/>
                      <a:pt x="6544" y="3270"/>
                    </a:cubicBezTo>
                    <a:cubicBezTo>
                      <a:pt x="6544" y="2429"/>
                      <a:pt x="6210" y="1622"/>
                      <a:pt x="5615" y="1027"/>
                    </a:cubicBezTo>
                    <a:cubicBezTo>
                      <a:pt x="5020" y="432"/>
                      <a:pt x="4213" y="97"/>
                      <a:pt x="3372" y="97"/>
                    </a:cubicBezTo>
                    <a:cubicBezTo>
                      <a:pt x="2531" y="97"/>
                      <a:pt x="1724" y="432"/>
                      <a:pt x="1130" y="1027"/>
                    </a:cubicBezTo>
                    <a:cubicBezTo>
                      <a:pt x="535" y="1622"/>
                      <a:pt x="201" y="2429"/>
                      <a:pt x="201" y="3270"/>
                    </a:cubicBezTo>
                    <a:cubicBezTo>
                      <a:pt x="201" y="4112"/>
                      <a:pt x="535" y="4919"/>
                      <a:pt x="1130" y="5514"/>
                    </a:cubicBezTo>
                    <a:cubicBezTo>
                      <a:pt x="1724" y="6109"/>
                      <a:pt x="2531" y="6443"/>
                      <a:pt x="3372" y="64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87" name="Freeform: Shape 2886">
                <a:extLst>
                  <a:ext uri="{FF2B5EF4-FFF2-40B4-BE49-F238E27FC236}">
                    <a16:creationId xmlns:a16="http://schemas.microsoft.com/office/drawing/2014/main" id="{83498BD8-DDD2-3377-D49A-584659EF4D2B}"/>
                  </a:ext>
                </a:extLst>
              </p:cNvPr>
              <p:cNvSpPr/>
              <p:nvPr/>
            </p:nvSpPr>
            <p:spPr>
              <a:xfrm>
                <a:off x="3396582" y="4694985"/>
                <a:ext cx="6343" cy="6345"/>
              </a:xfrm>
              <a:custGeom>
                <a:avLst/>
                <a:gdLst>
                  <a:gd name="connsiteX0" fmla="*/ 3372 w 6343"/>
                  <a:gd name="connsiteY0" fmla="*/ 6441 h 6345"/>
                  <a:gd name="connsiteX1" fmla="*/ 5615 w 6343"/>
                  <a:gd name="connsiteY1" fmla="*/ 5512 h 6345"/>
                  <a:gd name="connsiteX2" fmla="*/ 6544 w 6343"/>
                  <a:gd name="connsiteY2" fmla="*/ 3268 h 6345"/>
                  <a:gd name="connsiteX3" fmla="*/ 5615 w 6343"/>
                  <a:gd name="connsiteY3" fmla="*/ 1025 h 6345"/>
                  <a:gd name="connsiteX4" fmla="*/ 3372 w 6343"/>
                  <a:gd name="connsiteY4" fmla="*/ 96 h 6345"/>
                  <a:gd name="connsiteX5" fmla="*/ 1129 w 6343"/>
                  <a:gd name="connsiteY5" fmla="*/ 1025 h 6345"/>
                  <a:gd name="connsiteX6" fmla="*/ 201 w 6343"/>
                  <a:gd name="connsiteY6" fmla="*/ 3268 h 6345"/>
                  <a:gd name="connsiteX7" fmla="*/ 1129 w 6343"/>
                  <a:gd name="connsiteY7" fmla="*/ 5512 h 6345"/>
                  <a:gd name="connsiteX8" fmla="*/ 3372 w 6343"/>
                  <a:gd name="connsiteY8" fmla="*/ 64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41"/>
                    </a:moveTo>
                    <a:cubicBezTo>
                      <a:pt x="4213" y="6441"/>
                      <a:pt x="5020" y="6107"/>
                      <a:pt x="5615" y="5512"/>
                    </a:cubicBezTo>
                    <a:cubicBezTo>
                      <a:pt x="6209" y="4917"/>
                      <a:pt x="6544" y="4110"/>
                      <a:pt x="6544" y="3268"/>
                    </a:cubicBezTo>
                    <a:cubicBezTo>
                      <a:pt x="6544" y="2427"/>
                      <a:pt x="6209" y="1620"/>
                      <a:pt x="5615" y="1025"/>
                    </a:cubicBezTo>
                    <a:cubicBezTo>
                      <a:pt x="5020" y="430"/>
                      <a:pt x="4213" y="96"/>
                      <a:pt x="3372" y="96"/>
                    </a:cubicBezTo>
                    <a:cubicBezTo>
                      <a:pt x="2531" y="96"/>
                      <a:pt x="1724" y="430"/>
                      <a:pt x="1129" y="1025"/>
                    </a:cubicBezTo>
                    <a:cubicBezTo>
                      <a:pt x="535" y="1620"/>
                      <a:pt x="201" y="2427"/>
                      <a:pt x="201" y="3268"/>
                    </a:cubicBezTo>
                    <a:cubicBezTo>
                      <a:pt x="201" y="4110"/>
                      <a:pt x="535" y="4917"/>
                      <a:pt x="1129" y="5512"/>
                    </a:cubicBezTo>
                    <a:cubicBezTo>
                      <a:pt x="1724" y="6107"/>
                      <a:pt x="2531" y="6441"/>
                      <a:pt x="3372" y="64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88" name="Freeform: Shape 2887">
                <a:extLst>
                  <a:ext uri="{FF2B5EF4-FFF2-40B4-BE49-F238E27FC236}">
                    <a16:creationId xmlns:a16="http://schemas.microsoft.com/office/drawing/2014/main" id="{5874131C-2A1B-29CF-A5A6-355EA0EDEFB1}"/>
                  </a:ext>
                </a:extLst>
              </p:cNvPr>
              <p:cNvSpPr/>
              <p:nvPr/>
            </p:nvSpPr>
            <p:spPr>
              <a:xfrm>
                <a:off x="3401587" y="4689000"/>
                <a:ext cx="6343" cy="6345"/>
              </a:xfrm>
              <a:custGeom>
                <a:avLst/>
                <a:gdLst>
                  <a:gd name="connsiteX0" fmla="*/ 3373 w 6343"/>
                  <a:gd name="connsiteY0" fmla="*/ 6441 h 6345"/>
                  <a:gd name="connsiteX1" fmla="*/ 5615 w 6343"/>
                  <a:gd name="connsiteY1" fmla="*/ 5511 h 6345"/>
                  <a:gd name="connsiteX2" fmla="*/ 6544 w 6343"/>
                  <a:gd name="connsiteY2" fmla="*/ 3268 h 6345"/>
                  <a:gd name="connsiteX3" fmla="*/ 5615 w 6343"/>
                  <a:gd name="connsiteY3" fmla="*/ 1025 h 6345"/>
                  <a:gd name="connsiteX4" fmla="*/ 3373 w 6343"/>
                  <a:gd name="connsiteY4" fmla="*/ 95 h 6345"/>
                  <a:gd name="connsiteX5" fmla="*/ 1130 w 6343"/>
                  <a:gd name="connsiteY5" fmla="*/ 1025 h 6345"/>
                  <a:gd name="connsiteX6" fmla="*/ 201 w 6343"/>
                  <a:gd name="connsiteY6" fmla="*/ 3268 h 6345"/>
                  <a:gd name="connsiteX7" fmla="*/ 1130 w 6343"/>
                  <a:gd name="connsiteY7" fmla="*/ 5511 h 6345"/>
                  <a:gd name="connsiteX8" fmla="*/ 3373 w 6343"/>
                  <a:gd name="connsiteY8" fmla="*/ 64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41"/>
                    </a:moveTo>
                    <a:cubicBezTo>
                      <a:pt x="4214" y="6441"/>
                      <a:pt x="5020" y="6106"/>
                      <a:pt x="5615" y="5511"/>
                    </a:cubicBezTo>
                    <a:cubicBezTo>
                      <a:pt x="6210" y="4916"/>
                      <a:pt x="6544" y="4109"/>
                      <a:pt x="6544" y="3268"/>
                    </a:cubicBezTo>
                    <a:cubicBezTo>
                      <a:pt x="6544" y="2427"/>
                      <a:pt x="6210" y="1620"/>
                      <a:pt x="5615" y="1025"/>
                    </a:cubicBezTo>
                    <a:cubicBezTo>
                      <a:pt x="5020" y="430"/>
                      <a:pt x="4214" y="95"/>
                      <a:pt x="3373" y="95"/>
                    </a:cubicBezTo>
                    <a:cubicBezTo>
                      <a:pt x="2531" y="95"/>
                      <a:pt x="1725" y="430"/>
                      <a:pt x="1130" y="1025"/>
                    </a:cubicBezTo>
                    <a:cubicBezTo>
                      <a:pt x="535" y="1620"/>
                      <a:pt x="201" y="2427"/>
                      <a:pt x="201" y="3268"/>
                    </a:cubicBezTo>
                    <a:cubicBezTo>
                      <a:pt x="201" y="4109"/>
                      <a:pt x="535" y="4916"/>
                      <a:pt x="1130" y="5511"/>
                    </a:cubicBezTo>
                    <a:cubicBezTo>
                      <a:pt x="1725" y="6106"/>
                      <a:pt x="2531" y="6441"/>
                      <a:pt x="3373" y="64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89" name="Freeform: Shape 2888">
                <a:extLst>
                  <a:ext uri="{FF2B5EF4-FFF2-40B4-BE49-F238E27FC236}">
                    <a16:creationId xmlns:a16="http://schemas.microsoft.com/office/drawing/2014/main" id="{BF0D70F3-AF41-AE94-1077-552BD831544F}"/>
                  </a:ext>
                </a:extLst>
              </p:cNvPr>
              <p:cNvSpPr/>
              <p:nvPr/>
            </p:nvSpPr>
            <p:spPr>
              <a:xfrm>
                <a:off x="3403409" y="4675731"/>
                <a:ext cx="6343" cy="6345"/>
              </a:xfrm>
              <a:custGeom>
                <a:avLst/>
                <a:gdLst>
                  <a:gd name="connsiteX0" fmla="*/ 3373 w 6343"/>
                  <a:gd name="connsiteY0" fmla="*/ 6440 h 6345"/>
                  <a:gd name="connsiteX1" fmla="*/ 5615 w 6343"/>
                  <a:gd name="connsiteY1" fmla="*/ 5510 h 6345"/>
                  <a:gd name="connsiteX2" fmla="*/ 6544 w 6343"/>
                  <a:gd name="connsiteY2" fmla="*/ 3267 h 6345"/>
                  <a:gd name="connsiteX3" fmla="*/ 5615 w 6343"/>
                  <a:gd name="connsiteY3" fmla="*/ 1024 h 6345"/>
                  <a:gd name="connsiteX4" fmla="*/ 3373 w 6343"/>
                  <a:gd name="connsiteY4" fmla="*/ 94 h 6345"/>
                  <a:gd name="connsiteX5" fmla="*/ 1130 w 6343"/>
                  <a:gd name="connsiteY5" fmla="*/ 1024 h 6345"/>
                  <a:gd name="connsiteX6" fmla="*/ 201 w 6343"/>
                  <a:gd name="connsiteY6" fmla="*/ 3267 h 6345"/>
                  <a:gd name="connsiteX7" fmla="*/ 1130 w 6343"/>
                  <a:gd name="connsiteY7" fmla="*/ 5510 h 6345"/>
                  <a:gd name="connsiteX8" fmla="*/ 3373 w 6343"/>
                  <a:gd name="connsiteY8" fmla="*/ 64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40"/>
                    </a:moveTo>
                    <a:cubicBezTo>
                      <a:pt x="4214" y="6440"/>
                      <a:pt x="5021" y="6105"/>
                      <a:pt x="5615" y="5510"/>
                    </a:cubicBezTo>
                    <a:cubicBezTo>
                      <a:pt x="6210" y="4915"/>
                      <a:pt x="6544" y="4108"/>
                      <a:pt x="6544" y="3267"/>
                    </a:cubicBezTo>
                    <a:cubicBezTo>
                      <a:pt x="6544" y="2426"/>
                      <a:pt x="6210" y="1618"/>
                      <a:pt x="5615" y="1024"/>
                    </a:cubicBezTo>
                    <a:cubicBezTo>
                      <a:pt x="5021" y="429"/>
                      <a:pt x="4214" y="94"/>
                      <a:pt x="3373" y="94"/>
                    </a:cubicBezTo>
                    <a:cubicBezTo>
                      <a:pt x="2532" y="94"/>
                      <a:pt x="1725" y="429"/>
                      <a:pt x="1130" y="1024"/>
                    </a:cubicBezTo>
                    <a:cubicBezTo>
                      <a:pt x="535" y="1618"/>
                      <a:pt x="201" y="2426"/>
                      <a:pt x="201" y="3267"/>
                    </a:cubicBezTo>
                    <a:cubicBezTo>
                      <a:pt x="201" y="4108"/>
                      <a:pt x="535" y="4915"/>
                      <a:pt x="1130" y="5510"/>
                    </a:cubicBezTo>
                    <a:cubicBezTo>
                      <a:pt x="1725" y="6105"/>
                      <a:pt x="2532" y="6440"/>
                      <a:pt x="3373" y="64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90" name="Freeform: Shape 2889">
                <a:extLst>
                  <a:ext uri="{FF2B5EF4-FFF2-40B4-BE49-F238E27FC236}">
                    <a16:creationId xmlns:a16="http://schemas.microsoft.com/office/drawing/2014/main" id="{A635C9CC-3BC7-B100-5B24-464498F43E18}"/>
                  </a:ext>
                </a:extLst>
              </p:cNvPr>
              <p:cNvSpPr/>
              <p:nvPr/>
            </p:nvSpPr>
            <p:spPr>
              <a:xfrm>
                <a:off x="3403990" y="4659262"/>
                <a:ext cx="6343" cy="6345"/>
              </a:xfrm>
              <a:custGeom>
                <a:avLst/>
                <a:gdLst>
                  <a:gd name="connsiteX0" fmla="*/ 3373 w 6343"/>
                  <a:gd name="connsiteY0" fmla="*/ 6438 h 6345"/>
                  <a:gd name="connsiteX1" fmla="*/ 5615 w 6343"/>
                  <a:gd name="connsiteY1" fmla="*/ 5509 h 6345"/>
                  <a:gd name="connsiteX2" fmla="*/ 6544 w 6343"/>
                  <a:gd name="connsiteY2" fmla="*/ 3266 h 6345"/>
                  <a:gd name="connsiteX3" fmla="*/ 5615 w 6343"/>
                  <a:gd name="connsiteY3" fmla="*/ 1022 h 6345"/>
                  <a:gd name="connsiteX4" fmla="*/ 3373 w 6343"/>
                  <a:gd name="connsiteY4" fmla="*/ 93 h 6345"/>
                  <a:gd name="connsiteX5" fmla="*/ 1130 w 6343"/>
                  <a:gd name="connsiteY5" fmla="*/ 1022 h 6345"/>
                  <a:gd name="connsiteX6" fmla="*/ 201 w 6343"/>
                  <a:gd name="connsiteY6" fmla="*/ 3266 h 6345"/>
                  <a:gd name="connsiteX7" fmla="*/ 1130 w 6343"/>
                  <a:gd name="connsiteY7" fmla="*/ 5509 h 6345"/>
                  <a:gd name="connsiteX8" fmla="*/ 3373 w 6343"/>
                  <a:gd name="connsiteY8" fmla="*/ 64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8"/>
                    </a:moveTo>
                    <a:cubicBezTo>
                      <a:pt x="4214" y="6438"/>
                      <a:pt x="5021" y="6104"/>
                      <a:pt x="5615" y="5509"/>
                    </a:cubicBezTo>
                    <a:cubicBezTo>
                      <a:pt x="6210" y="4914"/>
                      <a:pt x="6544" y="4107"/>
                      <a:pt x="6544" y="3266"/>
                    </a:cubicBezTo>
                    <a:cubicBezTo>
                      <a:pt x="6544" y="2424"/>
                      <a:pt x="6210" y="1617"/>
                      <a:pt x="5615" y="1022"/>
                    </a:cubicBezTo>
                    <a:cubicBezTo>
                      <a:pt x="5021" y="427"/>
                      <a:pt x="4214" y="93"/>
                      <a:pt x="3373" y="93"/>
                    </a:cubicBezTo>
                    <a:cubicBezTo>
                      <a:pt x="2532" y="93"/>
                      <a:pt x="1725" y="427"/>
                      <a:pt x="1130" y="1022"/>
                    </a:cubicBezTo>
                    <a:cubicBezTo>
                      <a:pt x="535" y="1617"/>
                      <a:pt x="201" y="2424"/>
                      <a:pt x="201" y="3266"/>
                    </a:cubicBezTo>
                    <a:cubicBezTo>
                      <a:pt x="201" y="4107"/>
                      <a:pt x="535" y="4914"/>
                      <a:pt x="1130" y="5509"/>
                    </a:cubicBezTo>
                    <a:cubicBezTo>
                      <a:pt x="1725" y="6104"/>
                      <a:pt x="2532" y="6438"/>
                      <a:pt x="3373" y="64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91" name="Freeform: Shape 2890">
                <a:extLst>
                  <a:ext uri="{FF2B5EF4-FFF2-40B4-BE49-F238E27FC236}">
                    <a16:creationId xmlns:a16="http://schemas.microsoft.com/office/drawing/2014/main" id="{2F821FBF-45C8-0FF4-4B09-DCA119908F43}"/>
                  </a:ext>
                </a:extLst>
              </p:cNvPr>
              <p:cNvSpPr/>
              <p:nvPr/>
            </p:nvSpPr>
            <p:spPr>
              <a:xfrm>
                <a:off x="3408783" y="4652161"/>
                <a:ext cx="6343" cy="6345"/>
              </a:xfrm>
              <a:custGeom>
                <a:avLst/>
                <a:gdLst>
                  <a:gd name="connsiteX0" fmla="*/ 3373 w 6343"/>
                  <a:gd name="connsiteY0" fmla="*/ 6438 h 6345"/>
                  <a:gd name="connsiteX1" fmla="*/ 5616 w 6343"/>
                  <a:gd name="connsiteY1" fmla="*/ 5509 h 6345"/>
                  <a:gd name="connsiteX2" fmla="*/ 6545 w 6343"/>
                  <a:gd name="connsiteY2" fmla="*/ 3265 h 6345"/>
                  <a:gd name="connsiteX3" fmla="*/ 5616 w 6343"/>
                  <a:gd name="connsiteY3" fmla="*/ 1022 h 6345"/>
                  <a:gd name="connsiteX4" fmla="*/ 3373 w 6343"/>
                  <a:gd name="connsiteY4" fmla="*/ 92 h 6345"/>
                  <a:gd name="connsiteX5" fmla="*/ 1130 w 6343"/>
                  <a:gd name="connsiteY5" fmla="*/ 1022 h 6345"/>
                  <a:gd name="connsiteX6" fmla="*/ 202 w 6343"/>
                  <a:gd name="connsiteY6" fmla="*/ 3265 h 6345"/>
                  <a:gd name="connsiteX7" fmla="*/ 1130 w 6343"/>
                  <a:gd name="connsiteY7" fmla="*/ 5509 h 6345"/>
                  <a:gd name="connsiteX8" fmla="*/ 3373 w 6343"/>
                  <a:gd name="connsiteY8" fmla="*/ 64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8"/>
                    </a:moveTo>
                    <a:cubicBezTo>
                      <a:pt x="4214" y="6438"/>
                      <a:pt x="5021" y="6104"/>
                      <a:pt x="5616" y="5509"/>
                    </a:cubicBezTo>
                    <a:cubicBezTo>
                      <a:pt x="6210" y="4914"/>
                      <a:pt x="6545" y="4107"/>
                      <a:pt x="6545" y="3265"/>
                    </a:cubicBezTo>
                    <a:cubicBezTo>
                      <a:pt x="6545" y="2424"/>
                      <a:pt x="6210" y="1617"/>
                      <a:pt x="5616" y="1022"/>
                    </a:cubicBezTo>
                    <a:cubicBezTo>
                      <a:pt x="5021" y="427"/>
                      <a:pt x="4214" y="92"/>
                      <a:pt x="3373" y="92"/>
                    </a:cubicBezTo>
                    <a:cubicBezTo>
                      <a:pt x="2532" y="92"/>
                      <a:pt x="1725" y="427"/>
                      <a:pt x="1130" y="1022"/>
                    </a:cubicBezTo>
                    <a:cubicBezTo>
                      <a:pt x="536" y="1617"/>
                      <a:pt x="202" y="2424"/>
                      <a:pt x="202" y="3265"/>
                    </a:cubicBezTo>
                    <a:cubicBezTo>
                      <a:pt x="202" y="4107"/>
                      <a:pt x="536" y="4914"/>
                      <a:pt x="1130" y="5509"/>
                    </a:cubicBezTo>
                    <a:cubicBezTo>
                      <a:pt x="1725" y="6104"/>
                      <a:pt x="2532" y="6438"/>
                      <a:pt x="3373" y="64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92" name="Freeform: Shape 2891">
                <a:extLst>
                  <a:ext uri="{FF2B5EF4-FFF2-40B4-BE49-F238E27FC236}">
                    <a16:creationId xmlns:a16="http://schemas.microsoft.com/office/drawing/2014/main" id="{F9240443-40A5-1CDA-DFB2-2D15D7A44158}"/>
                  </a:ext>
                </a:extLst>
              </p:cNvPr>
              <p:cNvSpPr/>
              <p:nvPr/>
            </p:nvSpPr>
            <p:spPr>
              <a:xfrm>
                <a:off x="3413664" y="4645123"/>
                <a:ext cx="6343" cy="6345"/>
              </a:xfrm>
              <a:custGeom>
                <a:avLst/>
                <a:gdLst>
                  <a:gd name="connsiteX0" fmla="*/ 3373 w 6343"/>
                  <a:gd name="connsiteY0" fmla="*/ 6437 h 6345"/>
                  <a:gd name="connsiteX1" fmla="*/ 5616 w 6343"/>
                  <a:gd name="connsiteY1" fmla="*/ 5508 h 6345"/>
                  <a:gd name="connsiteX2" fmla="*/ 6545 w 6343"/>
                  <a:gd name="connsiteY2" fmla="*/ 3265 h 6345"/>
                  <a:gd name="connsiteX3" fmla="*/ 5616 w 6343"/>
                  <a:gd name="connsiteY3" fmla="*/ 1021 h 6345"/>
                  <a:gd name="connsiteX4" fmla="*/ 3373 w 6343"/>
                  <a:gd name="connsiteY4" fmla="*/ 92 h 6345"/>
                  <a:gd name="connsiteX5" fmla="*/ 1131 w 6343"/>
                  <a:gd name="connsiteY5" fmla="*/ 1021 h 6345"/>
                  <a:gd name="connsiteX6" fmla="*/ 202 w 6343"/>
                  <a:gd name="connsiteY6" fmla="*/ 3265 h 6345"/>
                  <a:gd name="connsiteX7" fmla="*/ 1131 w 6343"/>
                  <a:gd name="connsiteY7" fmla="*/ 5508 h 6345"/>
                  <a:gd name="connsiteX8" fmla="*/ 3373 w 6343"/>
                  <a:gd name="connsiteY8" fmla="*/ 64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7"/>
                    </a:moveTo>
                    <a:cubicBezTo>
                      <a:pt x="4215" y="6437"/>
                      <a:pt x="5021" y="6103"/>
                      <a:pt x="5616" y="5508"/>
                    </a:cubicBezTo>
                    <a:cubicBezTo>
                      <a:pt x="6211" y="4913"/>
                      <a:pt x="6545" y="4106"/>
                      <a:pt x="6545" y="3265"/>
                    </a:cubicBezTo>
                    <a:cubicBezTo>
                      <a:pt x="6545" y="2423"/>
                      <a:pt x="6211" y="1616"/>
                      <a:pt x="5616" y="1021"/>
                    </a:cubicBezTo>
                    <a:cubicBezTo>
                      <a:pt x="5021" y="426"/>
                      <a:pt x="4215" y="92"/>
                      <a:pt x="3373" y="92"/>
                    </a:cubicBezTo>
                    <a:cubicBezTo>
                      <a:pt x="2532" y="92"/>
                      <a:pt x="1726" y="426"/>
                      <a:pt x="1131" y="1021"/>
                    </a:cubicBezTo>
                    <a:cubicBezTo>
                      <a:pt x="536" y="1616"/>
                      <a:pt x="202" y="2423"/>
                      <a:pt x="202" y="3265"/>
                    </a:cubicBezTo>
                    <a:cubicBezTo>
                      <a:pt x="202" y="4106"/>
                      <a:pt x="536" y="4913"/>
                      <a:pt x="1131" y="5508"/>
                    </a:cubicBezTo>
                    <a:cubicBezTo>
                      <a:pt x="1726" y="6103"/>
                      <a:pt x="2532" y="6437"/>
                      <a:pt x="3373" y="64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93" name="Freeform: Shape 2892">
                <a:extLst>
                  <a:ext uri="{FF2B5EF4-FFF2-40B4-BE49-F238E27FC236}">
                    <a16:creationId xmlns:a16="http://schemas.microsoft.com/office/drawing/2014/main" id="{D4D9ABB0-C0DA-D353-9DFF-995D7A2A27D2}"/>
                  </a:ext>
                </a:extLst>
              </p:cNvPr>
              <p:cNvSpPr/>
              <p:nvPr/>
            </p:nvSpPr>
            <p:spPr>
              <a:xfrm>
                <a:off x="3417158" y="4634588"/>
                <a:ext cx="6343" cy="6345"/>
              </a:xfrm>
              <a:custGeom>
                <a:avLst/>
                <a:gdLst>
                  <a:gd name="connsiteX0" fmla="*/ 3374 w 6343"/>
                  <a:gd name="connsiteY0" fmla="*/ 6436 h 6345"/>
                  <a:gd name="connsiteX1" fmla="*/ 5616 w 6343"/>
                  <a:gd name="connsiteY1" fmla="*/ 5507 h 6345"/>
                  <a:gd name="connsiteX2" fmla="*/ 6545 w 6343"/>
                  <a:gd name="connsiteY2" fmla="*/ 3264 h 6345"/>
                  <a:gd name="connsiteX3" fmla="*/ 5616 w 6343"/>
                  <a:gd name="connsiteY3" fmla="*/ 1020 h 6345"/>
                  <a:gd name="connsiteX4" fmla="*/ 3374 w 6343"/>
                  <a:gd name="connsiteY4" fmla="*/ 91 h 6345"/>
                  <a:gd name="connsiteX5" fmla="*/ 1131 w 6343"/>
                  <a:gd name="connsiteY5" fmla="*/ 1020 h 6345"/>
                  <a:gd name="connsiteX6" fmla="*/ 202 w 6343"/>
                  <a:gd name="connsiteY6" fmla="*/ 3264 h 6345"/>
                  <a:gd name="connsiteX7" fmla="*/ 1131 w 6343"/>
                  <a:gd name="connsiteY7" fmla="*/ 5507 h 6345"/>
                  <a:gd name="connsiteX8" fmla="*/ 3374 w 6343"/>
                  <a:gd name="connsiteY8" fmla="*/ 64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36"/>
                    </a:moveTo>
                    <a:cubicBezTo>
                      <a:pt x="4215" y="6436"/>
                      <a:pt x="5022" y="6102"/>
                      <a:pt x="5616" y="5507"/>
                    </a:cubicBezTo>
                    <a:cubicBezTo>
                      <a:pt x="6211" y="4912"/>
                      <a:pt x="6545" y="4105"/>
                      <a:pt x="6545" y="3264"/>
                    </a:cubicBezTo>
                    <a:cubicBezTo>
                      <a:pt x="6545" y="2422"/>
                      <a:pt x="6211" y="1615"/>
                      <a:pt x="5616" y="1020"/>
                    </a:cubicBezTo>
                    <a:cubicBezTo>
                      <a:pt x="5022" y="425"/>
                      <a:pt x="4215" y="91"/>
                      <a:pt x="3374" y="91"/>
                    </a:cubicBezTo>
                    <a:cubicBezTo>
                      <a:pt x="2533" y="91"/>
                      <a:pt x="1726" y="425"/>
                      <a:pt x="1131" y="1020"/>
                    </a:cubicBezTo>
                    <a:cubicBezTo>
                      <a:pt x="536" y="1615"/>
                      <a:pt x="202" y="2422"/>
                      <a:pt x="202" y="3264"/>
                    </a:cubicBezTo>
                    <a:cubicBezTo>
                      <a:pt x="202" y="4105"/>
                      <a:pt x="536" y="4912"/>
                      <a:pt x="1131" y="5507"/>
                    </a:cubicBezTo>
                    <a:cubicBezTo>
                      <a:pt x="1726" y="6102"/>
                      <a:pt x="2533" y="6436"/>
                      <a:pt x="3374" y="64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94" name="Freeform: Shape 2893">
                <a:extLst>
                  <a:ext uri="{FF2B5EF4-FFF2-40B4-BE49-F238E27FC236}">
                    <a16:creationId xmlns:a16="http://schemas.microsoft.com/office/drawing/2014/main" id="{57F90215-D6DE-0229-5A37-CF4F3D4A9651}"/>
                  </a:ext>
                </a:extLst>
              </p:cNvPr>
              <p:cNvSpPr/>
              <p:nvPr/>
            </p:nvSpPr>
            <p:spPr>
              <a:xfrm>
                <a:off x="3410617" y="4599115"/>
                <a:ext cx="6343" cy="6345"/>
              </a:xfrm>
              <a:custGeom>
                <a:avLst/>
                <a:gdLst>
                  <a:gd name="connsiteX0" fmla="*/ 3373 w 6343"/>
                  <a:gd name="connsiteY0" fmla="*/ 6434 h 6345"/>
                  <a:gd name="connsiteX1" fmla="*/ 5616 w 6343"/>
                  <a:gd name="connsiteY1" fmla="*/ 5504 h 6345"/>
                  <a:gd name="connsiteX2" fmla="*/ 6545 w 6343"/>
                  <a:gd name="connsiteY2" fmla="*/ 3261 h 6345"/>
                  <a:gd name="connsiteX3" fmla="*/ 5616 w 6343"/>
                  <a:gd name="connsiteY3" fmla="*/ 1017 h 6345"/>
                  <a:gd name="connsiteX4" fmla="*/ 3373 w 6343"/>
                  <a:gd name="connsiteY4" fmla="*/ 88 h 6345"/>
                  <a:gd name="connsiteX5" fmla="*/ 1131 w 6343"/>
                  <a:gd name="connsiteY5" fmla="*/ 1017 h 6345"/>
                  <a:gd name="connsiteX6" fmla="*/ 202 w 6343"/>
                  <a:gd name="connsiteY6" fmla="*/ 3261 h 6345"/>
                  <a:gd name="connsiteX7" fmla="*/ 1131 w 6343"/>
                  <a:gd name="connsiteY7" fmla="*/ 5504 h 6345"/>
                  <a:gd name="connsiteX8" fmla="*/ 3373 w 6343"/>
                  <a:gd name="connsiteY8" fmla="*/ 64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4"/>
                    </a:moveTo>
                    <a:cubicBezTo>
                      <a:pt x="4214" y="6434"/>
                      <a:pt x="5021" y="6099"/>
                      <a:pt x="5616" y="5504"/>
                    </a:cubicBezTo>
                    <a:cubicBezTo>
                      <a:pt x="6211" y="4909"/>
                      <a:pt x="6545" y="4102"/>
                      <a:pt x="6545" y="3261"/>
                    </a:cubicBezTo>
                    <a:cubicBezTo>
                      <a:pt x="6545" y="2420"/>
                      <a:pt x="6211" y="1612"/>
                      <a:pt x="5616" y="1017"/>
                    </a:cubicBezTo>
                    <a:cubicBezTo>
                      <a:pt x="5021" y="423"/>
                      <a:pt x="4214" y="88"/>
                      <a:pt x="3373" y="88"/>
                    </a:cubicBezTo>
                    <a:cubicBezTo>
                      <a:pt x="2532" y="88"/>
                      <a:pt x="1725" y="423"/>
                      <a:pt x="1131" y="1017"/>
                    </a:cubicBezTo>
                    <a:cubicBezTo>
                      <a:pt x="536" y="1612"/>
                      <a:pt x="202" y="2420"/>
                      <a:pt x="202" y="3261"/>
                    </a:cubicBezTo>
                    <a:cubicBezTo>
                      <a:pt x="202" y="4102"/>
                      <a:pt x="536" y="4909"/>
                      <a:pt x="1131" y="5504"/>
                    </a:cubicBezTo>
                    <a:cubicBezTo>
                      <a:pt x="1725" y="6099"/>
                      <a:pt x="2532" y="6434"/>
                      <a:pt x="3373" y="64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95" name="Freeform: Shape 2894">
                <a:extLst>
                  <a:ext uri="{FF2B5EF4-FFF2-40B4-BE49-F238E27FC236}">
                    <a16:creationId xmlns:a16="http://schemas.microsoft.com/office/drawing/2014/main" id="{397CE99F-EADB-5D50-6288-C80296B4EAA8}"/>
                  </a:ext>
                </a:extLst>
              </p:cNvPr>
              <p:cNvSpPr/>
              <p:nvPr/>
            </p:nvSpPr>
            <p:spPr>
              <a:xfrm>
                <a:off x="3413642" y="4586402"/>
                <a:ext cx="6343" cy="6345"/>
              </a:xfrm>
              <a:custGeom>
                <a:avLst/>
                <a:gdLst>
                  <a:gd name="connsiteX0" fmla="*/ 3373 w 6343"/>
                  <a:gd name="connsiteY0" fmla="*/ 6433 h 6345"/>
                  <a:gd name="connsiteX1" fmla="*/ 5616 w 6343"/>
                  <a:gd name="connsiteY1" fmla="*/ 5503 h 6345"/>
                  <a:gd name="connsiteX2" fmla="*/ 6545 w 6343"/>
                  <a:gd name="connsiteY2" fmla="*/ 3260 h 6345"/>
                  <a:gd name="connsiteX3" fmla="*/ 5616 w 6343"/>
                  <a:gd name="connsiteY3" fmla="*/ 1016 h 6345"/>
                  <a:gd name="connsiteX4" fmla="*/ 3373 w 6343"/>
                  <a:gd name="connsiteY4" fmla="*/ 87 h 6345"/>
                  <a:gd name="connsiteX5" fmla="*/ 1131 w 6343"/>
                  <a:gd name="connsiteY5" fmla="*/ 1016 h 6345"/>
                  <a:gd name="connsiteX6" fmla="*/ 202 w 6343"/>
                  <a:gd name="connsiteY6" fmla="*/ 3260 h 6345"/>
                  <a:gd name="connsiteX7" fmla="*/ 1131 w 6343"/>
                  <a:gd name="connsiteY7" fmla="*/ 5503 h 6345"/>
                  <a:gd name="connsiteX8" fmla="*/ 3373 w 6343"/>
                  <a:gd name="connsiteY8" fmla="*/ 64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3"/>
                    </a:moveTo>
                    <a:cubicBezTo>
                      <a:pt x="4215" y="6433"/>
                      <a:pt x="5021" y="6098"/>
                      <a:pt x="5616" y="5503"/>
                    </a:cubicBezTo>
                    <a:cubicBezTo>
                      <a:pt x="6211" y="4908"/>
                      <a:pt x="6545" y="4101"/>
                      <a:pt x="6545" y="3260"/>
                    </a:cubicBezTo>
                    <a:cubicBezTo>
                      <a:pt x="6545" y="2419"/>
                      <a:pt x="6211" y="1611"/>
                      <a:pt x="5616" y="1016"/>
                    </a:cubicBezTo>
                    <a:cubicBezTo>
                      <a:pt x="5021" y="422"/>
                      <a:pt x="4215" y="87"/>
                      <a:pt x="3373" y="87"/>
                    </a:cubicBezTo>
                    <a:cubicBezTo>
                      <a:pt x="2532" y="87"/>
                      <a:pt x="1726" y="422"/>
                      <a:pt x="1131" y="1016"/>
                    </a:cubicBezTo>
                    <a:cubicBezTo>
                      <a:pt x="536" y="1611"/>
                      <a:pt x="202" y="2419"/>
                      <a:pt x="202" y="3260"/>
                    </a:cubicBezTo>
                    <a:cubicBezTo>
                      <a:pt x="202" y="4101"/>
                      <a:pt x="536" y="4908"/>
                      <a:pt x="1131" y="5503"/>
                    </a:cubicBezTo>
                    <a:cubicBezTo>
                      <a:pt x="1726" y="6098"/>
                      <a:pt x="2532" y="6433"/>
                      <a:pt x="3373" y="64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96" name="Freeform: Shape 2895">
                <a:extLst>
                  <a:ext uri="{FF2B5EF4-FFF2-40B4-BE49-F238E27FC236}">
                    <a16:creationId xmlns:a16="http://schemas.microsoft.com/office/drawing/2014/main" id="{FE103AED-B100-93DC-2F91-821EEA1FC62E}"/>
                  </a:ext>
                </a:extLst>
              </p:cNvPr>
              <p:cNvSpPr/>
              <p:nvPr/>
            </p:nvSpPr>
            <p:spPr>
              <a:xfrm>
                <a:off x="3413553" y="4565405"/>
                <a:ext cx="6343" cy="6345"/>
              </a:xfrm>
              <a:custGeom>
                <a:avLst/>
                <a:gdLst>
                  <a:gd name="connsiteX0" fmla="*/ 3373 w 6343"/>
                  <a:gd name="connsiteY0" fmla="*/ 6431 h 6345"/>
                  <a:gd name="connsiteX1" fmla="*/ 5616 w 6343"/>
                  <a:gd name="connsiteY1" fmla="*/ 5502 h 6345"/>
                  <a:gd name="connsiteX2" fmla="*/ 6545 w 6343"/>
                  <a:gd name="connsiteY2" fmla="*/ 3258 h 6345"/>
                  <a:gd name="connsiteX3" fmla="*/ 5616 w 6343"/>
                  <a:gd name="connsiteY3" fmla="*/ 1015 h 6345"/>
                  <a:gd name="connsiteX4" fmla="*/ 3373 w 6343"/>
                  <a:gd name="connsiteY4" fmla="*/ 86 h 6345"/>
                  <a:gd name="connsiteX5" fmla="*/ 1131 w 6343"/>
                  <a:gd name="connsiteY5" fmla="*/ 1015 h 6345"/>
                  <a:gd name="connsiteX6" fmla="*/ 202 w 6343"/>
                  <a:gd name="connsiteY6" fmla="*/ 3258 h 6345"/>
                  <a:gd name="connsiteX7" fmla="*/ 1131 w 6343"/>
                  <a:gd name="connsiteY7" fmla="*/ 5502 h 6345"/>
                  <a:gd name="connsiteX8" fmla="*/ 3373 w 6343"/>
                  <a:gd name="connsiteY8" fmla="*/ 64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31"/>
                    </a:moveTo>
                    <a:cubicBezTo>
                      <a:pt x="4215" y="6431"/>
                      <a:pt x="5021" y="6097"/>
                      <a:pt x="5616" y="5502"/>
                    </a:cubicBezTo>
                    <a:cubicBezTo>
                      <a:pt x="6211" y="4907"/>
                      <a:pt x="6545" y="4100"/>
                      <a:pt x="6545" y="3258"/>
                    </a:cubicBezTo>
                    <a:cubicBezTo>
                      <a:pt x="6545" y="2417"/>
                      <a:pt x="6211" y="1610"/>
                      <a:pt x="5616" y="1015"/>
                    </a:cubicBezTo>
                    <a:cubicBezTo>
                      <a:pt x="5021" y="420"/>
                      <a:pt x="4215" y="86"/>
                      <a:pt x="3373" y="86"/>
                    </a:cubicBezTo>
                    <a:cubicBezTo>
                      <a:pt x="2532" y="86"/>
                      <a:pt x="1726" y="420"/>
                      <a:pt x="1131" y="1015"/>
                    </a:cubicBezTo>
                    <a:cubicBezTo>
                      <a:pt x="536" y="1610"/>
                      <a:pt x="202" y="2417"/>
                      <a:pt x="202" y="3258"/>
                    </a:cubicBezTo>
                    <a:cubicBezTo>
                      <a:pt x="202" y="4100"/>
                      <a:pt x="536" y="4907"/>
                      <a:pt x="1131" y="5502"/>
                    </a:cubicBezTo>
                    <a:cubicBezTo>
                      <a:pt x="1726" y="6097"/>
                      <a:pt x="2532" y="6431"/>
                      <a:pt x="3373" y="64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97" name="Freeform: Shape 2896">
                <a:extLst>
                  <a:ext uri="{FF2B5EF4-FFF2-40B4-BE49-F238E27FC236}">
                    <a16:creationId xmlns:a16="http://schemas.microsoft.com/office/drawing/2014/main" id="{D7588209-9D26-5C4E-C953-BFCDEAA1AD03}"/>
                  </a:ext>
                </a:extLst>
              </p:cNvPr>
              <p:cNvSpPr/>
              <p:nvPr/>
            </p:nvSpPr>
            <p:spPr>
              <a:xfrm>
                <a:off x="3413774" y="4544541"/>
                <a:ext cx="6343" cy="6345"/>
              </a:xfrm>
              <a:custGeom>
                <a:avLst/>
                <a:gdLst>
                  <a:gd name="connsiteX0" fmla="*/ 3373 w 6343"/>
                  <a:gd name="connsiteY0" fmla="*/ 6429 h 6345"/>
                  <a:gd name="connsiteX1" fmla="*/ 5616 w 6343"/>
                  <a:gd name="connsiteY1" fmla="*/ 5500 h 6345"/>
                  <a:gd name="connsiteX2" fmla="*/ 6545 w 6343"/>
                  <a:gd name="connsiteY2" fmla="*/ 3257 h 6345"/>
                  <a:gd name="connsiteX3" fmla="*/ 5616 w 6343"/>
                  <a:gd name="connsiteY3" fmla="*/ 1013 h 6345"/>
                  <a:gd name="connsiteX4" fmla="*/ 3373 w 6343"/>
                  <a:gd name="connsiteY4" fmla="*/ 84 h 6345"/>
                  <a:gd name="connsiteX5" fmla="*/ 1131 w 6343"/>
                  <a:gd name="connsiteY5" fmla="*/ 1013 h 6345"/>
                  <a:gd name="connsiteX6" fmla="*/ 202 w 6343"/>
                  <a:gd name="connsiteY6" fmla="*/ 3257 h 6345"/>
                  <a:gd name="connsiteX7" fmla="*/ 1131 w 6343"/>
                  <a:gd name="connsiteY7" fmla="*/ 5500 h 6345"/>
                  <a:gd name="connsiteX8" fmla="*/ 3373 w 6343"/>
                  <a:gd name="connsiteY8" fmla="*/ 64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29"/>
                    </a:moveTo>
                    <a:cubicBezTo>
                      <a:pt x="4215" y="6429"/>
                      <a:pt x="5021" y="6095"/>
                      <a:pt x="5616" y="5500"/>
                    </a:cubicBezTo>
                    <a:cubicBezTo>
                      <a:pt x="6211" y="4905"/>
                      <a:pt x="6545" y="4098"/>
                      <a:pt x="6545" y="3257"/>
                    </a:cubicBezTo>
                    <a:cubicBezTo>
                      <a:pt x="6545" y="2415"/>
                      <a:pt x="6211" y="1608"/>
                      <a:pt x="5616" y="1013"/>
                    </a:cubicBezTo>
                    <a:cubicBezTo>
                      <a:pt x="5021" y="418"/>
                      <a:pt x="4215" y="84"/>
                      <a:pt x="3373" y="84"/>
                    </a:cubicBezTo>
                    <a:cubicBezTo>
                      <a:pt x="2532" y="84"/>
                      <a:pt x="1726" y="418"/>
                      <a:pt x="1131" y="1013"/>
                    </a:cubicBezTo>
                    <a:cubicBezTo>
                      <a:pt x="536" y="1608"/>
                      <a:pt x="202" y="2415"/>
                      <a:pt x="202" y="3257"/>
                    </a:cubicBezTo>
                    <a:cubicBezTo>
                      <a:pt x="202" y="4098"/>
                      <a:pt x="536" y="4905"/>
                      <a:pt x="1131" y="5500"/>
                    </a:cubicBezTo>
                    <a:cubicBezTo>
                      <a:pt x="1726" y="6095"/>
                      <a:pt x="2532" y="6429"/>
                      <a:pt x="3373" y="64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98" name="Freeform: Shape 2897">
                <a:extLst>
                  <a:ext uri="{FF2B5EF4-FFF2-40B4-BE49-F238E27FC236}">
                    <a16:creationId xmlns:a16="http://schemas.microsoft.com/office/drawing/2014/main" id="{BE442CFB-0DD1-8408-374F-3DF3AD6C42DE}"/>
                  </a:ext>
                </a:extLst>
              </p:cNvPr>
              <p:cNvSpPr/>
              <p:nvPr/>
            </p:nvSpPr>
            <p:spPr>
              <a:xfrm>
                <a:off x="3798854" y="5066432"/>
                <a:ext cx="6343" cy="6345"/>
              </a:xfrm>
              <a:custGeom>
                <a:avLst/>
                <a:gdLst>
                  <a:gd name="connsiteX0" fmla="*/ 3404 w 6343"/>
                  <a:gd name="connsiteY0" fmla="*/ 6470 h 6345"/>
                  <a:gd name="connsiteX1" fmla="*/ 5646 w 6343"/>
                  <a:gd name="connsiteY1" fmla="*/ 5541 h 6345"/>
                  <a:gd name="connsiteX2" fmla="*/ 6575 w 6343"/>
                  <a:gd name="connsiteY2" fmla="*/ 3298 h 6345"/>
                  <a:gd name="connsiteX3" fmla="*/ 5646 w 6343"/>
                  <a:gd name="connsiteY3" fmla="*/ 1054 h 6345"/>
                  <a:gd name="connsiteX4" fmla="*/ 3404 w 6343"/>
                  <a:gd name="connsiteY4" fmla="*/ 125 h 6345"/>
                  <a:gd name="connsiteX5" fmla="*/ 1161 w 6343"/>
                  <a:gd name="connsiteY5" fmla="*/ 1054 h 6345"/>
                  <a:gd name="connsiteX6" fmla="*/ 232 w 6343"/>
                  <a:gd name="connsiteY6" fmla="*/ 3298 h 6345"/>
                  <a:gd name="connsiteX7" fmla="*/ 1161 w 6343"/>
                  <a:gd name="connsiteY7" fmla="*/ 5541 h 6345"/>
                  <a:gd name="connsiteX8" fmla="*/ 3404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0"/>
                    </a:moveTo>
                    <a:cubicBezTo>
                      <a:pt x="4245" y="6470"/>
                      <a:pt x="5052" y="6136"/>
                      <a:pt x="5646" y="5541"/>
                    </a:cubicBezTo>
                    <a:cubicBezTo>
                      <a:pt x="6241" y="4946"/>
                      <a:pt x="6575" y="4139"/>
                      <a:pt x="6575" y="3298"/>
                    </a:cubicBezTo>
                    <a:cubicBezTo>
                      <a:pt x="6575" y="2456"/>
                      <a:pt x="6241" y="1649"/>
                      <a:pt x="5646" y="1054"/>
                    </a:cubicBezTo>
                    <a:cubicBezTo>
                      <a:pt x="5052" y="459"/>
                      <a:pt x="4245" y="125"/>
                      <a:pt x="3404" y="125"/>
                    </a:cubicBezTo>
                    <a:cubicBezTo>
                      <a:pt x="2563" y="125"/>
                      <a:pt x="1756" y="459"/>
                      <a:pt x="1161" y="1054"/>
                    </a:cubicBezTo>
                    <a:cubicBezTo>
                      <a:pt x="566" y="1649"/>
                      <a:pt x="232" y="2456"/>
                      <a:pt x="232" y="3298"/>
                    </a:cubicBezTo>
                    <a:cubicBezTo>
                      <a:pt x="232" y="4139"/>
                      <a:pt x="566" y="4946"/>
                      <a:pt x="1161" y="5541"/>
                    </a:cubicBezTo>
                    <a:cubicBezTo>
                      <a:pt x="1756" y="6136"/>
                      <a:pt x="2563" y="6470"/>
                      <a:pt x="3404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99" name="Freeform: Shape 2898">
                <a:extLst>
                  <a:ext uri="{FF2B5EF4-FFF2-40B4-BE49-F238E27FC236}">
                    <a16:creationId xmlns:a16="http://schemas.microsoft.com/office/drawing/2014/main" id="{2A410DDD-A4A6-F79A-74EE-D405B98FF2C6}"/>
                  </a:ext>
                </a:extLst>
              </p:cNvPr>
              <p:cNvSpPr/>
              <p:nvPr/>
            </p:nvSpPr>
            <p:spPr>
              <a:xfrm>
                <a:off x="3777073" y="4818575"/>
                <a:ext cx="6343" cy="6345"/>
              </a:xfrm>
              <a:custGeom>
                <a:avLst/>
                <a:gdLst>
                  <a:gd name="connsiteX0" fmla="*/ 3402 w 6343"/>
                  <a:gd name="connsiteY0" fmla="*/ 6451 h 6345"/>
                  <a:gd name="connsiteX1" fmla="*/ 5645 w 6343"/>
                  <a:gd name="connsiteY1" fmla="*/ 5522 h 6345"/>
                  <a:gd name="connsiteX2" fmla="*/ 6574 w 6343"/>
                  <a:gd name="connsiteY2" fmla="*/ 3278 h 6345"/>
                  <a:gd name="connsiteX3" fmla="*/ 5645 w 6343"/>
                  <a:gd name="connsiteY3" fmla="*/ 1035 h 6345"/>
                  <a:gd name="connsiteX4" fmla="*/ 3402 w 6343"/>
                  <a:gd name="connsiteY4" fmla="*/ 106 h 6345"/>
                  <a:gd name="connsiteX5" fmla="*/ 1159 w 6343"/>
                  <a:gd name="connsiteY5" fmla="*/ 1035 h 6345"/>
                  <a:gd name="connsiteX6" fmla="*/ 231 w 6343"/>
                  <a:gd name="connsiteY6" fmla="*/ 3278 h 6345"/>
                  <a:gd name="connsiteX7" fmla="*/ 1159 w 6343"/>
                  <a:gd name="connsiteY7" fmla="*/ 5522 h 6345"/>
                  <a:gd name="connsiteX8" fmla="*/ 3402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51"/>
                    </a:moveTo>
                    <a:cubicBezTo>
                      <a:pt x="4243" y="6451"/>
                      <a:pt x="5050" y="6117"/>
                      <a:pt x="5645" y="5522"/>
                    </a:cubicBezTo>
                    <a:cubicBezTo>
                      <a:pt x="6239" y="4927"/>
                      <a:pt x="6574" y="4120"/>
                      <a:pt x="6574" y="3278"/>
                    </a:cubicBezTo>
                    <a:cubicBezTo>
                      <a:pt x="6574" y="2437"/>
                      <a:pt x="6239" y="1630"/>
                      <a:pt x="5645" y="1035"/>
                    </a:cubicBezTo>
                    <a:cubicBezTo>
                      <a:pt x="5050" y="440"/>
                      <a:pt x="4243" y="106"/>
                      <a:pt x="3402" y="106"/>
                    </a:cubicBezTo>
                    <a:cubicBezTo>
                      <a:pt x="2561" y="106"/>
                      <a:pt x="1754" y="440"/>
                      <a:pt x="1159" y="1035"/>
                    </a:cubicBezTo>
                    <a:cubicBezTo>
                      <a:pt x="565" y="1630"/>
                      <a:pt x="231" y="2437"/>
                      <a:pt x="231" y="3278"/>
                    </a:cubicBezTo>
                    <a:cubicBezTo>
                      <a:pt x="231" y="4120"/>
                      <a:pt x="565" y="4927"/>
                      <a:pt x="1159" y="5522"/>
                    </a:cubicBezTo>
                    <a:cubicBezTo>
                      <a:pt x="1754" y="6117"/>
                      <a:pt x="2561" y="6451"/>
                      <a:pt x="3402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00" name="Freeform: Shape 2899">
                <a:extLst>
                  <a:ext uri="{FF2B5EF4-FFF2-40B4-BE49-F238E27FC236}">
                    <a16:creationId xmlns:a16="http://schemas.microsoft.com/office/drawing/2014/main" id="{CBB6F819-93FA-10E7-76BE-E952E638821D}"/>
                  </a:ext>
                </a:extLst>
              </p:cNvPr>
              <p:cNvSpPr/>
              <p:nvPr/>
            </p:nvSpPr>
            <p:spPr>
              <a:xfrm>
                <a:off x="3782625" y="4817245"/>
                <a:ext cx="6343" cy="6345"/>
              </a:xfrm>
              <a:custGeom>
                <a:avLst/>
                <a:gdLst>
                  <a:gd name="connsiteX0" fmla="*/ 3403 w 6343"/>
                  <a:gd name="connsiteY0" fmla="*/ 6451 h 6345"/>
                  <a:gd name="connsiteX1" fmla="*/ 5645 w 6343"/>
                  <a:gd name="connsiteY1" fmla="*/ 5522 h 6345"/>
                  <a:gd name="connsiteX2" fmla="*/ 6574 w 6343"/>
                  <a:gd name="connsiteY2" fmla="*/ 3278 h 6345"/>
                  <a:gd name="connsiteX3" fmla="*/ 5645 w 6343"/>
                  <a:gd name="connsiteY3" fmla="*/ 1035 h 6345"/>
                  <a:gd name="connsiteX4" fmla="*/ 3403 w 6343"/>
                  <a:gd name="connsiteY4" fmla="*/ 105 h 6345"/>
                  <a:gd name="connsiteX5" fmla="*/ 1160 w 6343"/>
                  <a:gd name="connsiteY5" fmla="*/ 1035 h 6345"/>
                  <a:gd name="connsiteX6" fmla="*/ 231 w 6343"/>
                  <a:gd name="connsiteY6" fmla="*/ 3278 h 6345"/>
                  <a:gd name="connsiteX7" fmla="*/ 1160 w 6343"/>
                  <a:gd name="connsiteY7" fmla="*/ 5522 h 6345"/>
                  <a:gd name="connsiteX8" fmla="*/ 3403 w 6343"/>
                  <a:gd name="connsiteY8" fmla="*/ 64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51"/>
                    </a:moveTo>
                    <a:cubicBezTo>
                      <a:pt x="4244" y="6451"/>
                      <a:pt x="5050" y="6117"/>
                      <a:pt x="5645" y="5522"/>
                    </a:cubicBezTo>
                    <a:cubicBezTo>
                      <a:pt x="6240" y="4927"/>
                      <a:pt x="6574" y="4120"/>
                      <a:pt x="6574" y="3278"/>
                    </a:cubicBezTo>
                    <a:cubicBezTo>
                      <a:pt x="6574" y="2437"/>
                      <a:pt x="6240" y="1630"/>
                      <a:pt x="5645" y="1035"/>
                    </a:cubicBezTo>
                    <a:cubicBezTo>
                      <a:pt x="5050" y="440"/>
                      <a:pt x="4244" y="105"/>
                      <a:pt x="3403" y="105"/>
                    </a:cubicBezTo>
                    <a:cubicBezTo>
                      <a:pt x="2561" y="105"/>
                      <a:pt x="1755" y="440"/>
                      <a:pt x="1160" y="1035"/>
                    </a:cubicBezTo>
                    <a:cubicBezTo>
                      <a:pt x="565" y="1630"/>
                      <a:pt x="231" y="2437"/>
                      <a:pt x="231" y="3278"/>
                    </a:cubicBezTo>
                    <a:cubicBezTo>
                      <a:pt x="231" y="4120"/>
                      <a:pt x="565" y="4927"/>
                      <a:pt x="1160" y="5522"/>
                    </a:cubicBezTo>
                    <a:cubicBezTo>
                      <a:pt x="1755" y="6117"/>
                      <a:pt x="2561" y="6451"/>
                      <a:pt x="3403" y="64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01" name="Freeform: Shape 2900">
                <a:extLst>
                  <a:ext uri="{FF2B5EF4-FFF2-40B4-BE49-F238E27FC236}">
                    <a16:creationId xmlns:a16="http://schemas.microsoft.com/office/drawing/2014/main" id="{C7C1A042-C165-B437-0E61-70A614DD7F26}"/>
                  </a:ext>
                </a:extLst>
              </p:cNvPr>
              <p:cNvSpPr/>
              <p:nvPr/>
            </p:nvSpPr>
            <p:spPr>
              <a:xfrm>
                <a:off x="3807986" y="4558220"/>
                <a:ext cx="6343" cy="6345"/>
              </a:xfrm>
              <a:custGeom>
                <a:avLst/>
                <a:gdLst>
                  <a:gd name="connsiteX0" fmla="*/ 3405 w 6343"/>
                  <a:gd name="connsiteY0" fmla="*/ 6430 h 6345"/>
                  <a:gd name="connsiteX1" fmla="*/ 5647 w 6343"/>
                  <a:gd name="connsiteY1" fmla="*/ 5501 h 6345"/>
                  <a:gd name="connsiteX2" fmla="*/ 6576 w 6343"/>
                  <a:gd name="connsiteY2" fmla="*/ 3258 h 6345"/>
                  <a:gd name="connsiteX3" fmla="*/ 5647 w 6343"/>
                  <a:gd name="connsiteY3" fmla="*/ 1014 h 6345"/>
                  <a:gd name="connsiteX4" fmla="*/ 3405 w 6343"/>
                  <a:gd name="connsiteY4" fmla="*/ 85 h 6345"/>
                  <a:gd name="connsiteX5" fmla="*/ 1162 w 6343"/>
                  <a:gd name="connsiteY5" fmla="*/ 1014 h 6345"/>
                  <a:gd name="connsiteX6" fmla="*/ 233 w 6343"/>
                  <a:gd name="connsiteY6" fmla="*/ 3258 h 6345"/>
                  <a:gd name="connsiteX7" fmla="*/ 1162 w 6343"/>
                  <a:gd name="connsiteY7" fmla="*/ 5501 h 6345"/>
                  <a:gd name="connsiteX8" fmla="*/ 3405 w 6343"/>
                  <a:gd name="connsiteY8" fmla="*/ 64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30"/>
                    </a:moveTo>
                    <a:cubicBezTo>
                      <a:pt x="4246" y="6430"/>
                      <a:pt x="5052" y="6096"/>
                      <a:pt x="5647" y="5501"/>
                    </a:cubicBezTo>
                    <a:cubicBezTo>
                      <a:pt x="6242" y="4906"/>
                      <a:pt x="6576" y="4099"/>
                      <a:pt x="6576" y="3258"/>
                    </a:cubicBezTo>
                    <a:cubicBezTo>
                      <a:pt x="6576" y="2416"/>
                      <a:pt x="6242" y="1609"/>
                      <a:pt x="5647" y="1014"/>
                    </a:cubicBezTo>
                    <a:cubicBezTo>
                      <a:pt x="5052" y="419"/>
                      <a:pt x="4246" y="85"/>
                      <a:pt x="3405" y="85"/>
                    </a:cubicBezTo>
                    <a:cubicBezTo>
                      <a:pt x="2563" y="85"/>
                      <a:pt x="1757" y="419"/>
                      <a:pt x="1162" y="1014"/>
                    </a:cubicBezTo>
                    <a:cubicBezTo>
                      <a:pt x="567" y="1609"/>
                      <a:pt x="233" y="2416"/>
                      <a:pt x="233" y="3258"/>
                    </a:cubicBezTo>
                    <a:cubicBezTo>
                      <a:pt x="233" y="4099"/>
                      <a:pt x="567" y="4906"/>
                      <a:pt x="1162" y="5501"/>
                    </a:cubicBezTo>
                    <a:cubicBezTo>
                      <a:pt x="1757" y="6096"/>
                      <a:pt x="2563" y="6430"/>
                      <a:pt x="3405" y="64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02" name="Freeform: Shape 2901">
                <a:extLst>
                  <a:ext uri="{FF2B5EF4-FFF2-40B4-BE49-F238E27FC236}">
                    <a16:creationId xmlns:a16="http://schemas.microsoft.com/office/drawing/2014/main" id="{5FFE66E9-8A69-BC91-53B9-5713261DED45}"/>
                  </a:ext>
                </a:extLst>
              </p:cNvPr>
              <p:cNvSpPr/>
              <p:nvPr/>
            </p:nvSpPr>
            <p:spPr>
              <a:xfrm>
                <a:off x="3815207" y="4557795"/>
                <a:ext cx="6343" cy="6345"/>
              </a:xfrm>
              <a:custGeom>
                <a:avLst/>
                <a:gdLst>
                  <a:gd name="connsiteX0" fmla="*/ 3405 w 6343"/>
                  <a:gd name="connsiteY0" fmla="*/ 6430 h 6345"/>
                  <a:gd name="connsiteX1" fmla="*/ 5648 w 6343"/>
                  <a:gd name="connsiteY1" fmla="*/ 5501 h 6345"/>
                  <a:gd name="connsiteX2" fmla="*/ 6577 w 6343"/>
                  <a:gd name="connsiteY2" fmla="*/ 3258 h 6345"/>
                  <a:gd name="connsiteX3" fmla="*/ 5648 w 6343"/>
                  <a:gd name="connsiteY3" fmla="*/ 1014 h 6345"/>
                  <a:gd name="connsiteX4" fmla="*/ 3405 w 6343"/>
                  <a:gd name="connsiteY4" fmla="*/ 85 h 6345"/>
                  <a:gd name="connsiteX5" fmla="*/ 1162 w 6343"/>
                  <a:gd name="connsiteY5" fmla="*/ 1014 h 6345"/>
                  <a:gd name="connsiteX6" fmla="*/ 234 w 6343"/>
                  <a:gd name="connsiteY6" fmla="*/ 3258 h 6345"/>
                  <a:gd name="connsiteX7" fmla="*/ 1162 w 6343"/>
                  <a:gd name="connsiteY7" fmla="*/ 5501 h 6345"/>
                  <a:gd name="connsiteX8" fmla="*/ 3405 w 6343"/>
                  <a:gd name="connsiteY8" fmla="*/ 64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30"/>
                    </a:moveTo>
                    <a:cubicBezTo>
                      <a:pt x="4246" y="6430"/>
                      <a:pt x="5053" y="6096"/>
                      <a:pt x="5648" y="5501"/>
                    </a:cubicBezTo>
                    <a:cubicBezTo>
                      <a:pt x="6242" y="4906"/>
                      <a:pt x="6577" y="4099"/>
                      <a:pt x="6577" y="3258"/>
                    </a:cubicBezTo>
                    <a:cubicBezTo>
                      <a:pt x="6577" y="2416"/>
                      <a:pt x="6242" y="1609"/>
                      <a:pt x="5648" y="1014"/>
                    </a:cubicBezTo>
                    <a:cubicBezTo>
                      <a:pt x="5053" y="419"/>
                      <a:pt x="4246" y="85"/>
                      <a:pt x="3405" y="85"/>
                    </a:cubicBezTo>
                    <a:cubicBezTo>
                      <a:pt x="2564" y="85"/>
                      <a:pt x="1757" y="419"/>
                      <a:pt x="1162" y="1014"/>
                    </a:cubicBezTo>
                    <a:cubicBezTo>
                      <a:pt x="568" y="1609"/>
                      <a:pt x="234" y="2416"/>
                      <a:pt x="234" y="3258"/>
                    </a:cubicBezTo>
                    <a:cubicBezTo>
                      <a:pt x="234" y="4099"/>
                      <a:pt x="568" y="4906"/>
                      <a:pt x="1162" y="5501"/>
                    </a:cubicBezTo>
                    <a:cubicBezTo>
                      <a:pt x="1757" y="6096"/>
                      <a:pt x="2564" y="6430"/>
                      <a:pt x="3405" y="64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03" name="Freeform: Shape 2902">
                <a:extLst>
                  <a:ext uri="{FF2B5EF4-FFF2-40B4-BE49-F238E27FC236}">
                    <a16:creationId xmlns:a16="http://schemas.microsoft.com/office/drawing/2014/main" id="{578E8D7D-1889-D483-314B-664D207B69A1}"/>
                  </a:ext>
                </a:extLst>
              </p:cNvPr>
              <p:cNvSpPr/>
              <p:nvPr/>
            </p:nvSpPr>
            <p:spPr>
              <a:xfrm>
                <a:off x="3962498" y="4971443"/>
                <a:ext cx="6343" cy="6345"/>
              </a:xfrm>
              <a:custGeom>
                <a:avLst/>
                <a:gdLst>
                  <a:gd name="connsiteX0" fmla="*/ 3417 w 6343"/>
                  <a:gd name="connsiteY0" fmla="*/ 6463 h 6345"/>
                  <a:gd name="connsiteX1" fmla="*/ 5659 w 6343"/>
                  <a:gd name="connsiteY1" fmla="*/ 5534 h 6345"/>
                  <a:gd name="connsiteX2" fmla="*/ 6588 w 6343"/>
                  <a:gd name="connsiteY2" fmla="*/ 3290 h 6345"/>
                  <a:gd name="connsiteX3" fmla="*/ 5659 w 6343"/>
                  <a:gd name="connsiteY3" fmla="*/ 1047 h 6345"/>
                  <a:gd name="connsiteX4" fmla="*/ 3417 w 6343"/>
                  <a:gd name="connsiteY4" fmla="*/ 118 h 6345"/>
                  <a:gd name="connsiteX5" fmla="*/ 1174 w 6343"/>
                  <a:gd name="connsiteY5" fmla="*/ 1047 h 6345"/>
                  <a:gd name="connsiteX6" fmla="*/ 245 w 6343"/>
                  <a:gd name="connsiteY6" fmla="*/ 3290 h 6345"/>
                  <a:gd name="connsiteX7" fmla="*/ 1174 w 6343"/>
                  <a:gd name="connsiteY7" fmla="*/ 5534 h 6345"/>
                  <a:gd name="connsiteX8" fmla="*/ 3417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3"/>
                    </a:moveTo>
                    <a:cubicBezTo>
                      <a:pt x="4258" y="6463"/>
                      <a:pt x="5065" y="6129"/>
                      <a:pt x="5659" y="5534"/>
                    </a:cubicBezTo>
                    <a:cubicBezTo>
                      <a:pt x="6254" y="4939"/>
                      <a:pt x="6588" y="4132"/>
                      <a:pt x="6588" y="3290"/>
                    </a:cubicBezTo>
                    <a:cubicBezTo>
                      <a:pt x="6588" y="2449"/>
                      <a:pt x="6254" y="1642"/>
                      <a:pt x="5659" y="1047"/>
                    </a:cubicBezTo>
                    <a:cubicBezTo>
                      <a:pt x="5065" y="452"/>
                      <a:pt x="4258" y="118"/>
                      <a:pt x="3417" y="118"/>
                    </a:cubicBezTo>
                    <a:cubicBezTo>
                      <a:pt x="2576" y="118"/>
                      <a:pt x="1769" y="452"/>
                      <a:pt x="1174" y="1047"/>
                    </a:cubicBezTo>
                    <a:cubicBezTo>
                      <a:pt x="579" y="1642"/>
                      <a:pt x="245" y="2449"/>
                      <a:pt x="245" y="3290"/>
                    </a:cubicBezTo>
                    <a:cubicBezTo>
                      <a:pt x="245" y="4132"/>
                      <a:pt x="579" y="4939"/>
                      <a:pt x="1174" y="5534"/>
                    </a:cubicBezTo>
                    <a:cubicBezTo>
                      <a:pt x="1769" y="6129"/>
                      <a:pt x="2576" y="6463"/>
                      <a:pt x="3417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04" name="Freeform: Shape 2903">
                <a:extLst>
                  <a:ext uri="{FF2B5EF4-FFF2-40B4-BE49-F238E27FC236}">
                    <a16:creationId xmlns:a16="http://schemas.microsoft.com/office/drawing/2014/main" id="{B37F846B-F18D-DA06-ED57-AD487132F083}"/>
                  </a:ext>
                </a:extLst>
              </p:cNvPr>
              <p:cNvSpPr/>
              <p:nvPr/>
            </p:nvSpPr>
            <p:spPr>
              <a:xfrm>
                <a:off x="3966881" y="4974462"/>
                <a:ext cx="6343" cy="6345"/>
              </a:xfrm>
              <a:custGeom>
                <a:avLst/>
                <a:gdLst>
                  <a:gd name="connsiteX0" fmla="*/ 3417 w 6343"/>
                  <a:gd name="connsiteY0" fmla="*/ 6463 h 6345"/>
                  <a:gd name="connsiteX1" fmla="*/ 5660 w 6343"/>
                  <a:gd name="connsiteY1" fmla="*/ 5534 h 6345"/>
                  <a:gd name="connsiteX2" fmla="*/ 6589 w 6343"/>
                  <a:gd name="connsiteY2" fmla="*/ 3291 h 6345"/>
                  <a:gd name="connsiteX3" fmla="*/ 5660 w 6343"/>
                  <a:gd name="connsiteY3" fmla="*/ 1047 h 6345"/>
                  <a:gd name="connsiteX4" fmla="*/ 3417 w 6343"/>
                  <a:gd name="connsiteY4" fmla="*/ 118 h 6345"/>
                  <a:gd name="connsiteX5" fmla="*/ 1174 w 6343"/>
                  <a:gd name="connsiteY5" fmla="*/ 1047 h 6345"/>
                  <a:gd name="connsiteX6" fmla="*/ 246 w 6343"/>
                  <a:gd name="connsiteY6" fmla="*/ 3291 h 6345"/>
                  <a:gd name="connsiteX7" fmla="*/ 1174 w 6343"/>
                  <a:gd name="connsiteY7" fmla="*/ 5534 h 6345"/>
                  <a:gd name="connsiteX8" fmla="*/ 3417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3"/>
                    </a:moveTo>
                    <a:cubicBezTo>
                      <a:pt x="4258" y="6463"/>
                      <a:pt x="5065" y="6129"/>
                      <a:pt x="5660" y="5534"/>
                    </a:cubicBezTo>
                    <a:cubicBezTo>
                      <a:pt x="6254" y="4939"/>
                      <a:pt x="6589" y="4132"/>
                      <a:pt x="6589" y="3291"/>
                    </a:cubicBezTo>
                    <a:cubicBezTo>
                      <a:pt x="6589" y="2449"/>
                      <a:pt x="6254" y="1642"/>
                      <a:pt x="5660" y="1047"/>
                    </a:cubicBezTo>
                    <a:cubicBezTo>
                      <a:pt x="5065" y="452"/>
                      <a:pt x="4258" y="118"/>
                      <a:pt x="3417" y="118"/>
                    </a:cubicBezTo>
                    <a:cubicBezTo>
                      <a:pt x="2576" y="118"/>
                      <a:pt x="1769" y="452"/>
                      <a:pt x="1174" y="1047"/>
                    </a:cubicBezTo>
                    <a:cubicBezTo>
                      <a:pt x="580" y="1642"/>
                      <a:pt x="246" y="2449"/>
                      <a:pt x="246" y="3291"/>
                    </a:cubicBezTo>
                    <a:cubicBezTo>
                      <a:pt x="246" y="4132"/>
                      <a:pt x="580" y="4939"/>
                      <a:pt x="1174" y="5534"/>
                    </a:cubicBezTo>
                    <a:cubicBezTo>
                      <a:pt x="1769" y="6129"/>
                      <a:pt x="2576" y="6463"/>
                      <a:pt x="3417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05" name="Freeform: Shape 2904">
                <a:extLst>
                  <a:ext uri="{FF2B5EF4-FFF2-40B4-BE49-F238E27FC236}">
                    <a16:creationId xmlns:a16="http://schemas.microsoft.com/office/drawing/2014/main" id="{816BECFC-199D-E88A-2521-F757899A8BE9}"/>
                  </a:ext>
                </a:extLst>
              </p:cNvPr>
              <p:cNvSpPr/>
              <p:nvPr/>
            </p:nvSpPr>
            <p:spPr>
              <a:xfrm>
                <a:off x="3971585" y="4974769"/>
                <a:ext cx="6343" cy="6345"/>
              </a:xfrm>
              <a:custGeom>
                <a:avLst/>
                <a:gdLst>
                  <a:gd name="connsiteX0" fmla="*/ 3417 w 6343"/>
                  <a:gd name="connsiteY0" fmla="*/ 6463 h 6345"/>
                  <a:gd name="connsiteX1" fmla="*/ 5660 w 6343"/>
                  <a:gd name="connsiteY1" fmla="*/ 5534 h 6345"/>
                  <a:gd name="connsiteX2" fmla="*/ 6589 w 6343"/>
                  <a:gd name="connsiteY2" fmla="*/ 3291 h 6345"/>
                  <a:gd name="connsiteX3" fmla="*/ 5660 w 6343"/>
                  <a:gd name="connsiteY3" fmla="*/ 1047 h 6345"/>
                  <a:gd name="connsiteX4" fmla="*/ 3417 w 6343"/>
                  <a:gd name="connsiteY4" fmla="*/ 118 h 6345"/>
                  <a:gd name="connsiteX5" fmla="*/ 1175 w 6343"/>
                  <a:gd name="connsiteY5" fmla="*/ 1047 h 6345"/>
                  <a:gd name="connsiteX6" fmla="*/ 246 w 6343"/>
                  <a:gd name="connsiteY6" fmla="*/ 3291 h 6345"/>
                  <a:gd name="connsiteX7" fmla="*/ 1175 w 6343"/>
                  <a:gd name="connsiteY7" fmla="*/ 5534 h 6345"/>
                  <a:gd name="connsiteX8" fmla="*/ 3417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3"/>
                    </a:moveTo>
                    <a:cubicBezTo>
                      <a:pt x="4259" y="6463"/>
                      <a:pt x="5065" y="6129"/>
                      <a:pt x="5660" y="5534"/>
                    </a:cubicBezTo>
                    <a:cubicBezTo>
                      <a:pt x="6255" y="4939"/>
                      <a:pt x="6589" y="4132"/>
                      <a:pt x="6589" y="3291"/>
                    </a:cubicBezTo>
                    <a:cubicBezTo>
                      <a:pt x="6589" y="2449"/>
                      <a:pt x="6255" y="1642"/>
                      <a:pt x="5660" y="1047"/>
                    </a:cubicBezTo>
                    <a:cubicBezTo>
                      <a:pt x="5065" y="452"/>
                      <a:pt x="4259" y="118"/>
                      <a:pt x="3417" y="118"/>
                    </a:cubicBezTo>
                    <a:cubicBezTo>
                      <a:pt x="2576" y="118"/>
                      <a:pt x="1770" y="452"/>
                      <a:pt x="1175" y="1047"/>
                    </a:cubicBezTo>
                    <a:cubicBezTo>
                      <a:pt x="580" y="1642"/>
                      <a:pt x="246" y="2449"/>
                      <a:pt x="246" y="3291"/>
                    </a:cubicBezTo>
                    <a:cubicBezTo>
                      <a:pt x="246" y="4132"/>
                      <a:pt x="580" y="4939"/>
                      <a:pt x="1175" y="5534"/>
                    </a:cubicBezTo>
                    <a:cubicBezTo>
                      <a:pt x="1770" y="6129"/>
                      <a:pt x="2576" y="6463"/>
                      <a:pt x="3417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06" name="Freeform: Shape 2905">
                <a:extLst>
                  <a:ext uri="{FF2B5EF4-FFF2-40B4-BE49-F238E27FC236}">
                    <a16:creationId xmlns:a16="http://schemas.microsoft.com/office/drawing/2014/main" id="{3071B3F6-95B1-8D09-2A30-DDD8154F6120}"/>
                  </a:ext>
                </a:extLst>
              </p:cNvPr>
              <p:cNvSpPr/>
              <p:nvPr/>
            </p:nvSpPr>
            <p:spPr>
              <a:xfrm>
                <a:off x="3976134" y="4976236"/>
                <a:ext cx="6343" cy="6345"/>
              </a:xfrm>
              <a:custGeom>
                <a:avLst/>
                <a:gdLst>
                  <a:gd name="connsiteX0" fmla="*/ 3418 w 6343"/>
                  <a:gd name="connsiteY0" fmla="*/ 6463 h 6345"/>
                  <a:gd name="connsiteX1" fmla="*/ 5660 w 6343"/>
                  <a:gd name="connsiteY1" fmla="*/ 5534 h 6345"/>
                  <a:gd name="connsiteX2" fmla="*/ 6589 w 6343"/>
                  <a:gd name="connsiteY2" fmla="*/ 3291 h 6345"/>
                  <a:gd name="connsiteX3" fmla="*/ 5660 w 6343"/>
                  <a:gd name="connsiteY3" fmla="*/ 1047 h 6345"/>
                  <a:gd name="connsiteX4" fmla="*/ 3418 w 6343"/>
                  <a:gd name="connsiteY4" fmla="*/ 118 h 6345"/>
                  <a:gd name="connsiteX5" fmla="*/ 1175 w 6343"/>
                  <a:gd name="connsiteY5" fmla="*/ 1047 h 6345"/>
                  <a:gd name="connsiteX6" fmla="*/ 246 w 6343"/>
                  <a:gd name="connsiteY6" fmla="*/ 3291 h 6345"/>
                  <a:gd name="connsiteX7" fmla="*/ 1175 w 6343"/>
                  <a:gd name="connsiteY7" fmla="*/ 5534 h 6345"/>
                  <a:gd name="connsiteX8" fmla="*/ 3418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3"/>
                    </a:moveTo>
                    <a:cubicBezTo>
                      <a:pt x="4259" y="6463"/>
                      <a:pt x="5066" y="6129"/>
                      <a:pt x="5660" y="5534"/>
                    </a:cubicBezTo>
                    <a:cubicBezTo>
                      <a:pt x="6255" y="4939"/>
                      <a:pt x="6589" y="4132"/>
                      <a:pt x="6589" y="3291"/>
                    </a:cubicBezTo>
                    <a:cubicBezTo>
                      <a:pt x="6589" y="2449"/>
                      <a:pt x="6255" y="1642"/>
                      <a:pt x="5660" y="1047"/>
                    </a:cubicBezTo>
                    <a:cubicBezTo>
                      <a:pt x="5066" y="452"/>
                      <a:pt x="4259" y="118"/>
                      <a:pt x="3418" y="118"/>
                    </a:cubicBezTo>
                    <a:cubicBezTo>
                      <a:pt x="2577" y="118"/>
                      <a:pt x="1770" y="452"/>
                      <a:pt x="1175" y="1047"/>
                    </a:cubicBezTo>
                    <a:cubicBezTo>
                      <a:pt x="580" y="1642"/>
                      <a:pt x="246" y="2449"/>
                      <a:pt x="246" y="3291"/>
                    </a:cubicBezTo>
                    <a:cubicBezTo>
                      <a:pt x="246" y="4132"/>
                      <a:pt x="580" y="4939"/>
                      <a:pt x="1175" y="5534"/>
                    </a:cubicBezTo>
                    <a:cubicBezTo>
                      <a:pt x="1770" y="6129"/>
                      <a:pt x="2577" y="6463"/>
                      <a:pt x="3418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07" name="Freeform: Shape 2906">
                <a:extLst>
                  <a:ext uri="{FF2B5EF4-FFF2-40B4-BE49-F238E27FC236}">
                    <a16:creationId xmlns:a16="http://schemas.microsoft.com/office/drawing/2014/main" id="{BFD3081B-C48C-A37F-E3B6-76EB7BA13678}"/>
                  </a:ext>
                </a:extLst>
              </p:cNvPr>
              <p:cNvSpPr/>
              <p:nvPr/>
            </p:nvSpPr>
            <p:spPr>
              <a:xfrm>
                <a:off x="4034091" y="4601629"/>
                <a:ext cx="6343" cy="6345"/>
              </a:xfrm>
              <a:custGeom>
                <a:avLst/>
                <a:gdLst>
                  <a:gd name="connsiteX0" fmla="*/ 3422 w 6343"/>
                  <a:gd name="connsiteY0" fmla="*/ 6434 h 6345"/>
                  <a:gd name="connsiteX1" fmla="*/ 5665 w 6343"/>
                  <a:gd name="connsiteY1" fmla="*/ 5505 h 6345"/>
                  <a:gd name="connsiteX2" fmla="*/ 6594 w 6343"/>
                  <a:gd name="connsiteY2" fmla="*/ 3261 h 6345"/>
                  <a:gd name="connsiteX3" fmla="*/ 5665 w 6343"/>
                  <a:gd name="connsiteY3" fmla="*/ 1018 h 6345"/>
                  <a:gd name="connsiteX4" fmla="*/ 3422 w 6343"/>
                  <a:gd name="connsiteY4" fmla="*/ 88 h 6345"/>
                  <a:gd name="connsiteX5" fmla="*/ 1180 w 6343"/>
                  <a:gd name="connsiteY5" fmla="*/ 1018 h 6345"/>
                  <a:gd name="connsiteX6" fmla="*/ 251 w 6343"/>
                  <a:gd name="connsiteY6" fmla="*/ 3261 h 6345"/>
                  <a:gd name="connsiteX7" fmla="*/ 1180 w 6343"/>
                  <a:gd name="connsiteY7" fmla="*/ 5505 h 6345"/>
                  <a:gd name="connsiteX8" fmla="*/ 3422 w 6343"/>
                  <a:gd name="connsiteY8" fmla="*/ 64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34"/>
                    </a:moveTo>
                    <a:cubicBezTo>
                      <a:pt x="4263" y="6434"/>
                      <a:pt x="5070" y="6100"/>
                      <a:pt x="5665" y="5505"/>
                    </a:cubicBezTo>
                    <a:cubicBezTo>
                      <a:pt x="6260" y="4910"/>
                      <a:pt x="6594" y="4103"/>
                      <a:pt x="6594" y="3261"/>
                    </a:cubicBezTo>
                    <a:cubicBezTo>
                      <a:pt x="6594" y="2420"/>
                      <a:pt x="6260" y="1613"/>
                      <a:pt x="5665" y="1018"/>
                    </a:cubicBezTo>
                    <a:cubicBezTo>
                      <a:pt x="5070" y="423"/>
                      <a:pt x="4263" y="88"/>
                      <a:pt x="3422" y="88"/>
                    </a:cubicBezTo>
                    <a:cubicBezTo>
                      <a:pt x="2581" y="88"/>
                      <a:pt x="1774" y="423"/>
                      <a:pt x="1180" y="1018"/>
                    </a:cubicBezTo>
                    <a:cubicBezTo>
                      <a:pt x="585" y="1613"/>
                      <a:pt x="251" y="2420"/>
                      <a:pt x="251" y="3261"/>
                    </a:cubicBezTo>
                    <a:cubicBezTo>
                      <a:pt x="251" y="4103"/>
                      <a:pt x="585" y="4910"/>
                      <a:pt x="1180" y="5505"/>
                    </a:cubicBezTo>
                    <a:cubicBezTo>
                      <a:pt x="1774" y="6100"/>
                      <a:pt x="2581" y="6434"/>
                      <a:pt x="3422" y="64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08" name="Freeform: Shape 2907">
                <a:extLst>
                  <a:ext uri="{FF2B5EF4-FFF2-40B4-BE49-F238E27FC236}">
                    <a16:creationId xmlns:a16="http://schemas.microsoft.com/office/drawing/2014/main" id="{E331CA26-389B-1EA7-8418-7116BCECC408}"/>
                  </a:ext>
                </a:extLst>
              </p:cNvPr>
              <p:cNvSpPr/>
              <p:nvPr/>
            </p:nvSpPr>
            <p:spPr>
              <a:xfrm>
                <a:off x="4041072" y="4602450"/>
                <a:ext cx="6343" cy="6345"/>
              </a:xfrm>
              <a:custGeom>
                <a:avLst/>
                <a:gdLst>
                  <a:gd name="connsiteX0" fmla="*/ 3423 w 6343"/>
                  <a:gd name="connsiteY0" fmla="*/ 6434 h 6345"/>
                  <a:gd name="connsiteX1" fmla="*/ 5666 w 6343"/>
                  <a:gd name="connsiteY1" fmla="*/ 5505 h 6345"/>
                  <a:gd name="connsiteX2" fmla="*/ 6594 w 6343"/>
                  <a:gd name="connsiteY2" fmla="*/ 3261 h 6345"/>
                  <a:gd name="connsiteX3" fmla="*/ 5666 w 6343"/>
                  <a:gd name="connsiteY3" fmla="*/ 1018 h 6345"/>
                  <a:gd name="connsiteX4" fmla="*/ 3423 w 6343"/>
                  <a:gd name="connsiteY4" fmla="*/ 88 h 6345"/>
                  <a:gd name="connsiteX5" fmla="*/ 1180 w 6343"/>
                  <a:gd name="connsiteY5" fmla="*/ 1018 h 6345"/>
                  <a:gd name="connsiteX6" fmla="*/ 251 w 6343"/>
                  <a:gd name="connsiteY6" fmla="*/ 3261 h 6345"/>
                  <a:gd name="connsiteX7" fmla="*/ 1180 w 6343"/>
                  <a:gd name="connsiteY7" fmla="*/ 5505 h 6345"/>
                  <a:gd name="connsiteX8" fmla="*/ 3423 w 6343"/>
                  <a:gd name="connsiteY8" fmla="*/ 64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34"/>
                    </a:moveTo>
                    <a:cubicBezTo>
                      <a:pt x="4264" y="6434"/>
                      <a:pt x="5071" y="6100"/>
                      <a:pt x="5666" y="5505"/>
                    </a:cubicBezTo>
                    <a:cubicBezTo>
                      <a:pt x="6260" y="4910"/>
                      <a:pt x="6594" y="4103"/>
                      <a:pt x="6594" y="3261"/>
                    </a:cubicBezTo>
                    <a:cubicBezTo>
                      <a:pt x="6594" y="2420"/>
                      <a:pt x="6260" y="1613"/>
                      <a:pt x="5666" y="1018"/>
                    </a:cubicBezTo>
                    <a:cubicBezTo>
                      <a:pt x="5071" y="423"/>
                      <a:pt x="4264" y="88"/>
                      <a:pt x="3423" y="88"/>
                    </a:cubicBezTo>
                    <a:cubicBezTo>
                      <a:pt x="2582" y="88"/>
                      <a:pt x="1775" y="423"/>
                      <a:pt x="1180" y="1018"/>
                    </a:cubicBezTo>
                    <a:cubicBezTo>
                      <a:pt x="586" y="1613"/>
                      <a:pt x="251" y="2420"/>
                      <a:pt x="251" y="3261"/>
                    </a:cubicBezTo>
                    <a:cubicBezTo>
                      <a:pt x="251" y="4103"/>
                      <a:pt x="586" y="4910"/>
                      <a:pt x="1180" y="5505"/>
                    </a:cubicBezTo>
                    <a:cubicBezTo>
                      <a:pt x="1775" y="6100"/>
                      <a:pt x="2582" y="6434"/>
                      <a:pt x="3423" y="64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09" name="Freeform: Shape 2908">
                <a:extLst>
                  <a:ext uri="{FF2B5EF4-FFF2-40B4-BE49-F238E27FC236}">
                    <a16:creationId xmlns:a16="http://schemas.microsoft.com/office/drawing/2014/main" id="{B02F84B6-9B1E-DDF4-C77B-EB64B32181C4}"/>
                  </a:ext>
                </a:extLst>
              </p:cNvPr>
              <p:cNvSpPr/>
              <p:nvPr/>
            </p:nvSpPr>
            <p:spPr>
              <a:xfrm>
                <a:off x="4030170" y="4718972"/>
                <a:ext cx="6343" cy="6345"/>
              </a:xfrm>
              <a:custGeom>
                <a:avLst/>
                <a:gdLst>
                  <a:gd name="connsiteX0" fmla="*/ 3422 w 6343"/>
                  <a:gd name="connsiteY0" fmla="*/ 6443 h 6345"/>
                  <a:gd name="connsiteX1" fmla="*/ 5665 w 6343"/>
                  <a:gd name="connsiteY1" fmla="*/ 5514 h 6345"/>
                  <a:gd name="connsiteX2" fmla="*/ 6594 w 6343"/>
                  <a:gd name="connsiteY2" fmla="*/ 3270 h 6345"/>
                  <a:gd name="connsiteX3" fmla="*/ 5665 w 6343"/>
                  <a:gd name="connsiteY3" fmla="*/ 1027 h 6345"/>
                  <a:gd name="connsiteX4" fmla="*/ 3422 w 6343"/>
                  <a:gd name="connsiteY4" fmla="*/ 98 h 6345"/>
                  <a:gd name="connsiteX5" fmla="*/ 1179 w 6343"/>
                  <a:gd name="connsiteY5" fmla="*/ 1027 h 6345"/>
                  <a:gd name="connsiteX6" fmla="*/ 251 w 6343"/>
                  <a:gd name="connsiteY6" fmla="*/ 3270 h 6345"/>
                  <a:gd name="connsiteX7" fmla="*/ 1179 w 6343"/>
                  <a:gd name="connsiteY7" fmla="*/ 5514 h 6345"/>
                  <a:gd name="connsiteX8" fmla="*/ 3422 w 6343"/>
                  <a:gd name="connsiteY8" fmla="*/ 64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43"/>
                    </a:moveTo>
                    <a:cubicBezTo>
                      <a:pt x="4263" y="6443"/>
                      <a:pt x="5070" y="6109"/>
                      <a:pt x="5665" y="5514"/>
                    </a:cubicBezTo>
                    <a:cubicBezTo>
                      <a:pt x="6259" y="4919"/>
                      <a:pt x="6594" y="4112"/>
                      <a:pt x="6594" y="3270"/>
                    </a:cubicBezTo>
                    <a:cubicBezTo>
                      <a:pt x="6594" y="2429"/>
                      <a:pt x="6259" y="1622"/>
                      <a:pt x="5665" y="1027"/>
                    </a:cubicBezTo>
                    <a:cubicBezTo>
                      <a:pt x="5070" y="432"/>
                      <a:pt x="4263" y="98"/>
                      <a:pt x="3422" y="98"/>
                    </a:cubicBezTo>
                    <a:cubicBezTo>
                      <a:pt x="2581" y="98"/>
                      <a:pt x="1774" y="432"/>
                      <a:pt x="1179" y="1027"/>
                    </a:cubicBezTo>
                    <a:cubicBezTo>
                      <a:pt x="585" y="1622"/>
                      <a:pt x="251" y="2429"/>
                      <a:pt x="251" y="3270"/>
                    </a:cubicBezTo>
                    <a:cubicBezTo>
                      <a:pt x="251" y="4112"/>
                      <a:pt x="585" y="4919"/>
                      <a:pt x="1179" y="5514"/>
                    </a:cubicBezTo>
                    <a:cubicBezTo>
                      <a:pt x="1774" y="6109"/>
                      <a:pt x="2581" y="6443"/>
                      <a:pt x="3422" y="64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10" name="Freeform: Shape 2909">
                <a:extLst>
                  <a:ext uri="{FF2B5EF4-FFF2-40B4-BE49-F238E27FC236}">
                    <a16:creationId xmlns:a16="http://schemas.microsoft.com/office/drawing/2014/main" id="{4C7CE622-3707-9115-1B21-C015A58092DC}"/>
                  </a:ext>
                </a:extLst>
              </p:cNvPr>
              <p:cNvSpPr/>
              <p:nvPr/>
            </p:nvSpPr>
            <p:spPr>
              <a:xfrm>
                <a:off x="4036463" y="4719580"/>
                <a:ext cx="6343" cy="6345"/>
              </a:xfrm>
              <a:custGeom>
                <a:avLst/>
                <a:gdLst>
                  <a:gd name="connsiteX0" fmla="*/ 3423 w 6343"/>
                  <a:gd name="connsiteY0" fmla="*/ 6443 h 6345"/>
                  <a:gd name="connsiteX1" fmla="*/ 5665 w 6343"/>
                  <a:gd name="connsiteY1" fmla="*/ 5514 h 6345"/>
                  <a:gd name="connsiteX2" fmla="*/ 6594 w 6343"/>
                  <a:gd name="connsiteY2" fmla="*/ 3270 h 6345"/>
                  <a:gd name="connsiteX3" fmla="*/ 5665 w 6343"/>
                  <a:gd name="connsiteY3" fmla="*/ 1027 h 6345"/>
                  <a:gd name="connsiteX4" fmla="*/ 3423 w 6343"/>
                  <a:gd name="connsiteY4" fmla="*/ 98 h 6345"/>
                  <a:gd name="connsiteX5" fmla="*/ 1180 w 6343"/>
                  <a:gd name="connsiteY5" fmla="*/ 1027 h 6345"/>
                  <a:gd name="connsiteX6" fmla="*/ 251 w 6343"/>
                  <a:gd name="connsiteY6" fmla="*/ 3270 h 6345"/>
                  <a:gd name="connsiteX7" fmla="*/ 1180 w 6343"/>
                  <a:gd name="connsiteY7" fmla="*/ 5514 h 6345"/>
                  <a:gd name="connsiteX8" fmla="*/ 3423 w 6343"/>
                  <a:gd name="connsiteY8" fmla="*/ 64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43"/>
                    </a:moveTo>
                    <a:cubicBezTo>
                      <a:pt x="4264" y="6443"/>
                      <a:pt x="5070" y="6109"/>
                      <a:pt x="5665" y="5514"/>
                    </a:cubicBezTo>
                    <a:cubicBezTo>
                      <a:pt x="6260" y="4919"/>
                      <a:pt x="6594" y="4112"/>
                      <a:pt x="6594" y="3270"/>
                    </a:cubicBezTo>
                    <a:cubicBezTo>
                      <a:pt x="6594" y="2429"/>
                      <a:pt x="6260" y="1622"/>
                      <a:pt x="5665" y="1027"/>
                    </a:cubicBezTo>
                    <a:cubicBezTo>
                      <a:pt x="5070" y="432"/>
                      <a:pt x="4264" y="98"/>
                      <a:pt x="3423" y="98"/>
                    </a:cubicBezTo>
                    <a:cubicBezTo>
                      <a:pt x="2581" y="98"/>
                      <a:pt x="1775" y="432"/>
                      <a:pt x="1180" y="1027"/>
                    </a:cubicBezTo>
                    <a:cubicBezTo>
                      <a:pt x="585" y="1622"/>
                      <a:pt x="251" y="2429"/>
                      <a:pt x="251" y="3270"/>
                    </a:cubicBezTo>
                    <a:cubicBezTo>
                      <a:pt x="251" y="4112"/>
                      <a:pt x="585" y="4919"/>
                      <a:pt x="1180" y="5514"/>
                    </a:cubicBezTo>
                    <a:cubicBezTo>
                      <a:pt x="1775" y="6109"/>
                      <a:pt x="2581" y="6443"/>
                      <a:pt x="3423" y="64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11" name="Freeform: Shape 2910">
                <a:extLst>
                  <a:ext uri="{FF2B5EF4-FFF2-40B4-BE49-F238E27FC236}">
                    <a16:creationId xmlns:a16="http://schemas.microsoft.com/office/drawing/2014/main" id="{7974CB13-C0BC-4665-7100-0EABE1EDC505}"/>
                  </a:ext>
                </a:extLst>
              </p:cNvPr>
              <p:cNvSpPr/>
              <p:nvPr/>
            </p:nvSpPr>
            <p:spPr>
              <a:xfrm>
                <a:off x="4269812" y="4604474"/>
                <a:ext cx="6343" cy="6345"/>
              </a:xfrm>
              <a:custGeom>
                <a:avLst/>
                <a:gdLst>
                  <a:gd name="connsiteX0" fmla="*/ 3441 w 6343"/>
                  <a:gd name="connsiteY0" fmla="*/ 6434 h 6345"/>
                  <a:gd name="connsiteX1" fmla="*/ 5684 w 6343"/>
                  <a:gd name="connsiteY1" fmla="*/ 5505 h 6345"/>
                  <a:gd name="connsiteX2" fmla="*/ 6613 w 6343"/>
                  <a:gd name="connsiteY2" fmla="*/ 3261 h 6345"/>
                  <a:gd name="connsiteX3" fmla="*/ 5684 w 6343"/>
                  <a:gd name="connsiteY3" fmla="*/ 1018 h 6345"/>
                  <a:gd name="connsiteX4" fmla="*/ 3441 w 6343"/>
                  <a:gd name="connsiteY4" fmla="*/ 89 h 6345"/>
                  <a:gd name="connsiteX5" fmla="*/ 1198 w 6343"/>
                  <a:gd name="connsiteY5" fmla="*/ 1018 h 6345"/>
                  <a:gd name="connsiteX6" fmla="*/ 269 w 6343"/>
                  <a:gd name="connsiteY6" fmla="*/ 3261 h 6345"/>
                  <a:gd name="connsiteX7" fmla="*/ 1198 w 6343"/>
                  <a:gd name="connsiteY7" fmla="*/ 5505 h 6345"/>
                  <a:gd name="connsiteX8" fmla="*/ 3441 w 6343"/>
                  <a:gd name="connsiteY8" fmla="*/ 64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434"/>
                    </a:moveTo>
                    <a:cubicBezTo>
                      <a:pt x="4282" y="6434"/>
                      <a:pt x="5089" y="6100"/>
                      <a:pt x="5684" y="5505"/>
                    </a:cubicBezTo>
                    <a:cubicBezTo>
                      <a:pt x="6278" y="4910"/>
                      <a:pt x="6613" y="4103"/>
                      <a:pt x="6613" y="3261"/>
                    </a:cubicBezTo>
                    <a:cubicBezTo>
                      <a:pt x="6613" y="2420"/>
                      <a:pt x="6278" y="1613"/>
                      <a:pt x="5684" y="1018"/>
                    </a:cubicBezTo>
                    <a:cubicBezTo>
                      <a:pt x="5089" y="423"/>
                      <a:pt x="4282" y="89"/>
                      <a:pt x="3441" y="89"/>
                    </a:cubicBezTo>
                    <a:cubicBezTo>
                      <a:pt x="2600" y="89"/>
                      <a:pt x="1793" y="423"/>
                      <a:pt x="1198" y="1018"/>
                    </a:cubicBezTo>
                    <a:cubicBezTo>
                      <a:pt x="604" y="1613"/>
                      <a:pt x="269" y="2420"/>
                      <a:pt x="269" y="3261"/>
                    </a:cubicBezTo>
                    <a:cubicBezTo>
                      <a:pt x="269" y="4103"/>
                      <a:pt x="604" y="4910"/>
                      <a:pt x="1198" y="5505"/>
                    </a:cubicBezTo>
                    <a:cubicBezTo>
                      <a:pt x="1793" y="6100"/>
                      <a:pt x="2600" y="6434"/>
                      <a:pt x="3441" y="64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12" name="Freeform: Shape 2911">
                <a:extLst>
                  <a:ext uri="{FF2B5EF4-FFF2-40B4-BE49-F238E27FC236}">
                    <a16:creationId xmlns:a16="http://schemas.microsoft.com/office/drawing/2014/main" id="{178229B2-4856-B406-3942-E307BC6A39FD}"/>
                  </a:ext>
                </a:extLst>
              </p:cNvPr>
              <p:cNvSpPr/>
              <p:nvPr/>
            </p:nvSpPr>
            <p:spPr>
              <a:xfrm>
                <a:off x="4276919" y="4606438"/>
                <a:ext cx="6343" cy="6345"/>
              </a:xfrm>
              <a:custGeom>
                <a:avLst/>
                <a:gdLst>
                  <a:gd name="connsiteX0" fmla="*/ 3442 w 6343"/>
                  <a:gd name="connsiteY0" fmla="*/ 6434 h 6345"/>
                  <a:gd name="connsiteX1" fmla="*/ 5684 w 6343"/>
                  <a:gd name="connsiteY1" fmla="*/ 5505 h 6345"/>
                  <a:gd name="connsiteX2" fmla="*/ 6613 w 6343"/>
                  <a:gd name="connsiteY2" fmla="*/ 3262 h 6345"/>
                  <a:gd name="connsiteX3" fmla="*/ 5684 w 6343"/>
                  <a:gd name="connsiteY3" fmla="*/ 1018 h 6345"/>
                  <a:gd name="connsiteX4" fmla="*/ 3442 w 6343"/>
                  <a:gd name="connsiteY4" fmla="*/ 89 h 6345"/>
                  <a:gd name="connsiteX5" fmla="*/ 1199 w 6343"/>
                  <a:gd name="connsiteY5" fmla="*/ 1018 h 6345"/>
                  <a:gd name="connsiteX6" fmla="*/ 270 w 6343"/>
                  <a:gd name="connsiteY6" fmla="*/ 3262 h 6345"/>
                  <a:gd name="connsiteX7" fmla="*/ 1199 w 6343"/>
                  <a:gd name="connsiteY7" fmla="*/ 5505 h 6345"/>
                  <a:gd name="connsiteX8" fmla="*/ 3442 w 6343"/>
                  <a:gd name="connsiteY8" fmla="*/ 64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434"/>
                    </a:moveTo>
                    <a:cubicBezTo>
                      <a:pt x="4283" y="6434"/>
                      <a:pt x="5089" y="6100"/>
                      <a:pt x="5684" y="5505"/>
                    </a:cubicBezTo>
                    <a:cubicBezTo>
                      <a:pt x="6279" y="4910"/>
                      <a:pt x="6613" y="4103"/>
                      <a:pt x="6613" y="3262"/>
                    </a:cubicBezTo>
                    <a:cubicBezTo>
                      <a:pt x="6613" y="2420"/>
                      <a:pt x="6279" y="1613"/>
                      <a:pt x="5684" y="1018"/>
                    </a:cubicBezTo>
                    <a:cubicBezTo>
                      <a:pt x="5089" y="423"/>
                      <a:pt x="4283" y="89"/>
                      <a:pt x="3442" y="89"/>
                    </a:cubicBezTo>
                    <a:cubicBezTo>
                      <a:pt x="2600" y="89"/>
                      <a:pt x="1794" y="423"/>
                      <a:pt x="1199" y="1018"/>
                    </a:cubicBezTo>
                    <a:cubicBezTo>
                      <a:pt x="604" y="1613"/>
                      <a:pt x="270" y="2420"/>
                      <a:pt x="270" y="3262"/>
                    </a:cubicBezTo>
                    <a:cubicBezTo>
                      <a:pt x="270" y="4103"/>
                      <a:pt x="604" y="4910"/>
                      <a:pt x="1199" y="5505"/>
                    </a:cubicBezTo>
                    <a:cubicBezTo>
                      <a:pt x="1794" y="6100"/>
                      <a:pt x="2600" y="6434"/>
                      <a:pt x="3442" y="64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13" name="Freeform: Shape 2912">
                <a:extLst>
                  <a:ext uri="{FF2B5EF4-FFF2-40B4-BE49-F238E27FC236}">
                    <a16:creationId xmlns:a16="http://schemas.microsoft.com/office/drawing/2014/main" id="{38B943AE-48DB-97B3-568B-39BA43DCDD5E}"/>
                  </a:ext>
                </a:extLst>
              </p:cNvPr>
              <p:cNvSpPr/>
              <p:nvPr/>
            </p:nvSpPr>
            <p:spPr>
              <a:xfrm>
                <a:off x="4283544" y="4609743"/>
                <a:ext cx="6343" cy="6345"/>
              </a:xfrm>
              <a:custGeom>
                <a:avLst/>
                <a:gdLst>
                  <a:gd name="connsiteX0" fmla="*/ 3442 w 6343"/>
                  <a:gd name="connsiteY0" fmla="*/ 6434 h 6345"/>
                  <a:gd name="connsiteX1" fmla="*/ 5685 w 6343"/>
                  <a:gd name="connsiteY1" fmla="*/ 5505 h 6345"/>
                  <a:gd name="connsiteX2" fmla="*/ 6614 w 6343"/>
                  <a:gd name="connsiteY2" fmla="*/ 3262 h 6345"/>
                  <a:gd name="connsiteX3" fmla="*/ 5685 w 6343"/>
                  <a:gd name="connsiteY3" fmla="*/ 1018 h 6345"/>
                  <a:gd name="connsiteX4" fmla="*/ 3442 w 6343"/>
                  <a:gd name="connsiteY4" fmla="*/ 89 h 6345"/>
                  <a:gd name="connsiteX5" fmla="*/ 1199 w 6343"/>
                  <a:gd name="connsiteY5" fmla="*/ 1018 h 6345"/>
                  <a:gd name="connsiteX6" fmla="*/ 270 w 6343"/>
                  <a:gd name="connsiteY6" fmla="*/ 3262 h 6345"/>
                  <a:gd name="connsiteX7" fmla="*/ 1199 w 6343"/>
                  <a:gd name="connsiteY7" fmla="*/ 5505 h 6345"/>
                  <a:gd name="connsiteX8" fmla="*/ 3442 w 6343"/>
                  <a:gd name="connsiteY8" fmla="*/ 64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434"/>
                    </a:moveTo>
                    <a:cubicBezTo>
                      <a:pt x="4283" y="6434"/>
                      <a:pt x="5090" y="6100"/>
                      <a:pt x="5685" y="5505"/>
                    </a:cubicBezTo>
                    <a:cubicBezTo>
                      <a:pt x="6279" y="4910"/>
                      <a:pt x="6614" y="4103"/>
                      <a:pt x="6614" y="3262"/>
                    </a:cubicBezTo>
                    <a:cubicBezTo>
                      <a:pt x="6614" y="2420"/>
                      <a:pt x="6279" y="1613"/>
                      <a:pt x="5685" y="1018"/>
                    </a:cubicBezTo>
                    <a:cubicBezTo>
                      <a:pt x="5090" y="423"/>
                      <a:pt x="4283" y="89"/>
                      <a:pt x="3442" y="89"/>
                    </a:cubicBezTo>
                    <a:cubicBezTo>
                      <a:pt x="2601" y="89"/>
                      <a:pt x="1794" y="423"/>
                      <a:pt x="1199" y="1018"/>
                    </a:cubicBezTo>
                    <a:cubicBezTo>
                      <a:pt x="605" y="1613"/>
                      <a:pt x="270" y="2420"/>
                      <a:pt x="270" y="3262"/>
                    </a:cubicBezTo>
                    <a:cubicBezTo>
                      <a:pt x="270" y="4103"/>
                      <a:pt x="605" y="4910"/>
                      <a:pt x="1199" y="5505"/>
                    </a:cubicBezTo>
                    <a:cubicBezTo>
                      <a:pt x="1794" y="6100"/>
                      <a:pt x="2601" y="6434"/>
                      <a:pt x="3442" y="64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14" name="Freeform: Shape 2913">
                <a:extLst>
                  <a:ext uri="{FF2B5EF4-FFF2-40B4-BE49-F238E27FC236}">
                    <a16:creationId xmlns:a16="http://schemas.microsoft.com/office/drawing/2014/main" id="{346D07B4-1882-5251-3829-57F2B1E3BB81}"/>
                  </a:ext>
                </a:extLst>
              </p:cNvPr>
              <p:cNvSpPr/>
              <p:nvPr/>
            </p:nvSpPr>
            <p:spPr>
              <a:xfrm>
                <a:off x="4220003" y="4867672"/>
                <a:ext cx="6343" cy="6345"/>
              </a:xfrm>
              <a:custGeom>
                <a:avLst/>
                <a:gdLst>
                  <a:gd name="connsiteX0" fmla="*/ 3437 w 6343"/>
                  <a:gd name="connsiteY0" fmla="*/ 6455 h 6345"/>
                  <a:gd name="connsiteX1" fmla="*/ 5680 w 6343"/>
                  <a:gd name="connsiteY1" fmla="*/ 5526 h 6345"/>
                  <a:gd name="connsiteX2" fmla="*/ 6609 w 6343"/>
                  <a:gd name="connsiteY2" fmla="*/ 3282 h 6345"/>
                  <a:gd name="connsiteX3" fmla="*/ 5680 w 6343"/>
                  <a:gd name="connsiteY3" fmla="*/ 1039 h 6345"/>
                  <a:gd name="connsiteX4" fmla="*/ 3437 w 6343"/>
                  <a:gd name="connsiteY4" fmla="*/ 109 h 6345"/>
                  <a:gd name="connsiteX5" fmla="*/ 1194 w 6343"/>
                  <a:gd name="connsiteY5" fmla="*/ 1039 h 6345"/>
                  <a:gd name="connsiteX6" fmla="*/ 265 w 6343"/>
                  <a:gd name="connsiteY6" fmla="*/ 3282 h 6345"/>
                  <a:gd name="connsiteX7" fmla="*/ 1194 w 6343"/>
                  <a:gd name="connsiteY7" fmla="*/ 5526 h 6345"/>
                  <a:gd name="connsiteX8" fmla="*/ 3437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455"/>
                    </a:moveTo>
                    <a:cubicBezTo>
                      <a:pt x="4278" y="6455"/>
                      <a:pt x="5085" y="6120"/>
                      <a:pt x="5680" y="5526"/>
                    </a:cubicBezTo>
                    <a:cubicBezTo>
                      <a:pt x="6274" y="4931"/>
                      <a:pt x="6609" y="4124"/>
                      <a:pt x="6609" y="3282"/>
                    </a:cubicBezTo>
                    <a:cubicBezTo>
                      <a:pt x="6609" y="2441"/>
                      <a:pt x="6274" y="1634"/>
                      <a:pt x="5680" y="1039"/>
                    </a:cubicBezTo>
                    <a:cubicBezTo>
                      <a:pt x="5085" y="444"/>
                      <a:pt x="4278" y="109"/>
                      <a:pt x="3437" y="109"/>
                    </a:cubicBezTo>
                    <a:cubicBezTo>
                      <a:pt x="2596" y="109"/>
                      <a:pt x="1789" y="444"/>
                      <a:pt x="1194" y="1039"/>
                    </a:cubicBezTo>
                    <a:cubicBezTo>
                      <a:pt x="600" y="1634"/>
                      <a:pt x="265" y="2441"/>
                      <a:pt x="265" y="3282"/>
                    </a:cubicBezTo>
                    <a:cubicBezTo>
                      <a:pt x="265" y="4124"/>
                      <a:pt x="600" y="4931"/>
                      <a:pt x="1194" y="5526"/>
                    </a:cubicBezTo>
                    <a:cubicBezTo>
                      <a:pt x="1789" y="6120"/>
                      <a:pt x="2596" y="6455"/>
                      <a:pt x="3437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15" name="Freeform: Shape 2914">
                <a:extLst>
                  <a:ext uri="{FF2B5EF4-FFF2-40B4-BE49-F238E27FC236}">
                    <a16:creationId xmlns:a16="http://schemas.microsoft.com/office/drawing/2014/main" id="{2A4BE4E4-9A8C-5DE0-5F13-E70BD99812CA}"/>
                  </a:ext>
                </a:extLst>
              </p:cNvPr>
              <p:cNvSpPr/>
              <p:nvPr/>
            </p:nvSpPr>
            <p:spPr>
              <a:xfrm>
                <a:off x="4223097" y="4875282"/>
                <a:ext cx="6343" cy="6345"/>
              </a:xfrm>
              <a:custGeom>
                <a:avLst/>
                <a:gdLst>
                  <a:gd name="connsiteX0" fmla="*/ 3437 w 6343"/>
                  <a:gd name="connsiteY0" fmla="*/ 6455 h 6345"/>
                  <a:gd name="connsiteX1" fmla="*/ 5680 w 6343"/>
                  <a:gd name="connsiteY1" fmla="*/ 5526 h 6345"/>
                  <a:gd name="connsiteX2" fmla="*/ 6609 w 6343"/>
                  <a:gd name="connsiteY2" fmla="*/ 3283 h 6345"/>
                  <a:gd name="connsiteX3" fmla="*/ 5680 w 6343"/>
                  <a:gd name="connsiteY3" fmla="*/ 1039 h 6345"/>
                  <a:gd name="connsiteX4" fmla="*/ 3437 w 6343"/>
                  <a:gd name="connsiteY4" fmla="*/ 110 h 6345"/>
                  <a:gd name="connsiteX5" fmla="*/ 1195 w 6343"/>
                  <a:gd name="connsiteY5" fmla="*/ 1039 h 6345"/>
                  <a:gd name="connsiteX6" fmla="*/ 266 w 6343"/>
                  <a:gd name="connsiteY6" fmla="*/ 3283 h 6345"/>
                  <a:gd name="connsiteX7" fmla="*/ 1195 w 6343"/>
                  <a:gd name="connsiteY7" fmla="*/ 5526 h 6345"/>
                  <a:gd name="connsiteX8" fmla="*/ 3437 w 6343"/>
                  <a:gd name="connsiteY8" fmla="*/ 64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455"/>
                    </a:moveTo>
                    <a:cubicBezTo>
                      <a:pt x="4278" y="6455"/>
                      <a:pt x="5085" y="6121"/>
                      <a:pt x="5680" y="5526"/>
                    </a:cubicBezTo>
                    <a:cubicBezTo>
                      <a:pt x="6275" y="4931"/>
                      <a:pt x="6609" y="4124"/>
                      <a:pt x="6609" y="3283"/>
                    </a:cubicBezTo>
                    <a:cubicBezTo>
                      <a:pt x="6609" y="2441"/>
                      <a:pt x="6275" y="1634"/>
                      <a:pt x="5680" y="1039"/>
                    </a:cubicBezTo>
                    <a:cubicBezTo>
                      <a:pt x="5085" y="444"/>
                      <a:pt x="4278" y="110"/>
                      <a:pt x="3437" y="110"/>
                    </a:cubicBezTo>
                    <a:cubicBezTo>
                      <a:pt x="2596" y="110"/>
                      <a:pt x="1789" y="444"/>
                      <a:pt x="1195" y="1039"/>
                    </a:cubicBezTo>
                    <a:cubicBezTo>
                      <a:pt x="600" y="1634"/>
                      <a:pt x="266" y="2441"/>
                      <a:pt x="266" y="3283"/>
                    </a:cubicBezTo>
                    <a:cubicBezTo>
                      <a:pt x="266" y="4124"/>
                      <a:pt x="600" y="4931"/>
                      <a:pt x="1195" y="5526"/>
                    </a:cubicBezTo>
                    <a:cubicBezTo>
                      <a:pt x="1789" y="6121"/>
                      <a:pt x="2596" y="6455"/>
                      <a:pt x="3437" y="6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16" name="Freeform: Shape 2915">
                <a:extLst>
                  <a:ext uri="{FF2B5EF4-FFF2-40B4-BE49-F238E27FC236}">
                    <a16:creationId xmlns:a16="http://schemas.microsoft.com/office/drawing/2014/main" id="{53388C23-F330-93F7-D7CD-007DCD583DDB}"/>
                  </a:ext>
                </a:extLst>
              </p:cNvPr>
              <p:cNvSpPr/>
              <p:nvPr/>
            </p:nvSpPr>
            <p:spPr>
              <a:xfrm>
                <a:off x="4228567" y="4876963"/>
                <a:ext cx="6343" cy="6345"/>
              </a:xfrm>
              <a:custGeom>
                <a:avLst/>
                <a:gdLst>
                  <a:gd name="connsiteX0" fmla="*/ 3438 w 6343"/>
                  <a:gd name="connsiteY0" fmla="*/ 6456 h 6345"/>
                  <a:gd name="connsiteX1" fmla="*/ 5680 w 6343"/>
                  <a:gd name="connsiteY1" fmla="*/ 5526 h 6345"/>
                  <a:gd name="connsiteX2" fmla="*/ 6609 w 6343"/>
                  <a:gd name="connsiteY2" fmla="*/ 3283 h 6345"/>
                  <a:gd name="connsiteX3" fmla="*/ 5680 w 6343"/>
                  <a:gd name="connsiteY3" fmla="*/ 1039 h 6345"/>
                  <a:gd name="connsiteX4" fmla="*/ 3438 w 6343"/>
                  <a:gd name="connsiteY4" fmla="*/ 110 h 6345"/>
                  <a:gd name="connsiteX5" fmla="*/ 1195 w 6343"/>
                  <a:gd name="connsiteY5" fmla="*/ 1039 h 6345"/>
                  <a:gd name="connsiteX6" fmla="*/ 266 w 6343"/>
                  <a:gd name="connsiteY6" fmla="*/ 3283 h 6345"/>
                  <a:gd name="connsiteX7" fmla="*/ 1195 w 6343"/>
                  <a:gd name="connsiteY7" fmla="*/ 5526 h 6345"/>
                  <a:gd name="connsiteX8" fmla="*/ 3438 w 6343"/>
                  <a:gd name="connsiteY8" fmla="*/ 64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456"/>
                    </a:moveTo>
                    <a:cubicBezTo>
                      <a:pt x="4279" y="6456"/>
                      <a:pt x="5086" y="6121"/>
                      <a:pt x="5680" y="5526"/>
                    </a:cubicBezTo>
                    <a:cubicBezTo>
                      <a:pt x="6275" y="4931"/>
                      <a:pt x="6609" y="4124"/>
                      <a:pt x="6609" y="3283"/>
                    </a:cubicBezTo>
                    <a:cubicBezTo>
                      <a:pt x="6609" y="2441"/>
                      <a:pt x="6275" y="1634"/>
                      <a:pt x="5680" y="1039"/>
                    </a:cubicBezTo>
                    <a:cubicBezTo>
                      <a:pt x="5086" y="444"/>
                      <a:pt x="4279" y="110"/>
                      <a:pt x="3438" y="110"/>
                    </a:cubicBezTo>
                    <a:cubicBezTo>
                      <a:pt x="2597" y="110"/>
                      <a:pt x="1790" y="444"/>
                      <a:pt x="1195" y="1039"/>
                    </a:cubicBezTo>
                    <a:cubicBezTo>
                      <a:pt x="600" y="1634"/>
                      <a:pt x="266" y="2441"/>
                      <a:pt x="266" y="3283"/>
                    </a:cubicBezTo>
                    <a:cubicBezTo>
                      <a:pt x="266" y="4124"/>
                      <a:pt x="600" y="4931"/>
                      <a:pt x="1195" y="5526"/>
                    </a:cubicBezTo>
                    <a:cubicBezTo>
                      <a:pt x="1790" y="6121"/>
                      <a:pt x="2597" y="6456"/>
                      <a:pt x="3438" y="64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17" name="Freeform: Shape 2916">
                <a:extLst>
                  <a:ext uri="{FF2B5EF4-FFF2-40B4-BE49-F238E27FC236}">
                    <a16:creationId xmlns:a16="http://schemas.microsoft.com/office/drawing/2014/main" id="{9D3366BF-C7CE-6358-BE08-2AE9EAA12E87}"/>
                  </a:ext>
                </a:extLst>
              </p:cNvPr>
              <p:cNvSpPr/>
              <p:nvPr/>
            </p:nvSpPr>
            <p:spPr>
              <a:xfrm>
                <a:off x="4452143" y="4755484"/>
                <a:ext cx="6343" cy="6345"/>
              </a:xfrm>
              <a:custGeom>
                <a:avLst/>
                <a:gdLst>
                  <a:gd name="connsiteX0" fmla="*/ 3455 w 6343"/>
                  <a:gd name="connsiteY0" fmla="*/ 6446 h 6345"/>
                  <a:gd name="connsiteX1" fmla="*/ 5698 w 6343"/>
                  <a:gd name="connsiteY1" fmla="*/ 5517 h 6345"/>
                  <a:gd name="connsiteX2" fmla="*/ 6627 w 6343"/>
                  <a:gd name="connsiteY2" fmla="*/ 3273 h 6345"/>
                  <a:gd name="connsiteX3" fmla="*/ 5698 w 6343"/>
                  <a:gd name="connsiteY3" fmla="*/ 1030 h 6345"/>
                  <a:gd name="connsiteX4" fmla="*/ 3455 w 6343"/>
                  <a:gd name="connsiteY4" fmla="*/ 101 h 6345"/>
                  <a:gd name="connsiteX5" fmla="*/ 1213 w 6343"/>
                  <a:gd name="connsiteY5" fmla="*/ 1030 h 6345"/>
                  <a:gd name="connsiteX6" fmla="*/ 284 w 6343"/>
                  <a:gd name="connsiteY6" fmla="*/ 3273 h 6345"/>
                  <a:gd name="connsiteX7" fmla="*/ 1213 w 6343"/>
                  <a:gd name="connsiteY7" fmla="*/ 5517 h 6345"/>
                  <a:gd name="connsiteX8" fmla="*/ 3455 w 6343"/>
                  <a:gd name="connsiteY8" fmla="*/ 64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446"/>
                    </a:moveTo>
                    <a:cubicBezTo>
                      <a:pt x="4296" y="6446"/>
                      <a:pt x="5103" y="6112"/>
                      <a:pt x="5698" y="5517"/>
                    </a:cubicBezTo>
                    <a:cubicBezTo>
                      <a:pt x="6293" y="4922"/>
                      <a:pt x="6627" y="4115"/>
                      <a:pt x="6627" y="3273"/>
                    </a:cubicBezTo>
                    <a:cubicBezTo>
                      <a:pt x="6627" y="2432"/>
                      <a:pt x="6293" y="1625"/>
                      <a:pt x="5698" y="1030"/>
                    </a:cubicBezTo>
                    <a:cubicBezTo>
                      <a:pt x="5103" y="435"/>
                      <a:pt x="4296" y="101"/>
                      <a:pt x="3455" y="101"/>
                    </a:cubicBezTo>
                    <a:cubicBezTo>
                      <a:pt x="2614" y="101"/>
                      <a:pt x="1807" y="435"/>
                      <a:pt x="1213" y="1030"/>
                    </a:cubicBezTo>
                    <a:cubicBezTo>
                      <a:pt x="618" y="1625"/>
                      <a:pt x="284" y="2432"/>
                      <a:pt x="284" y="3273"/>
                    </a:cubicBezTo>
                    <a:cubicBezTo>
                      <a:pt x="284" y="4115"/>
                      <a:pt x="618" y="4922"/>
                      <a:pt x="1213" y="5517"/>
                    </a:cubicBezTo>
                    <a:cubicBezTo>
                      <a:pt x="1807" y="6112"/>
                      <a:pt x="2614" y="6446"/>
                      <a:pt x="3455" y="6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18" name="Freeform: Shape 2917">
                <a:extLst>
                  <a:ext uri="{FF2B5EF4-FFF2-40B4-BE49-F238E27FC236}">
                    <a16:creationId xmlns:a16="http://schemas.microsoft.com/office/drawing/2014/main" id="{DCA17524-D2FE-5BCD-6F88-5D563E072211}"/>
                  </a:ext>
                </a:extLst>
              </p:cNvPr>
              <p:cNvSpPr/>
              <p:nvPr/>
            </p:nvSpPr>
            <p:spPr>
              <a:xfrm>
                <a:off x="4456115" y="4762444"/>
                <a:ext cx="6343" cy="6345"/>
              </a:xfrm>
              <a:custGeom>
                <a:avLst/>
                <a:gdLst>
                  <a:gd name="connsiteX0" fmla="*/ 3456 w 6343"/>
                  <a:gd name="connsiteY0" fmla="*/ 6447 h 6345"/>
                  <a:gd name="connsiteX1" fmla="*/ 5698 w 6343"/>
                  <a:gd name="connsiteY1" fmla="*/ 5517 h 6345"/>
                  <a:gd name="connsiteX2" fmla="*/ 6627 w 6343"/>
                  <a:gd name="connsiteY2" fmla="*/ 3274 h 6345"/>
                  <a:gd name="connsiteX3" fmla="*/ 5698 w 6343"/>
                  <a:gd name="connsiteY3" fmla="*/ 1030 h 6345"/>
                  <a:gd name="connsiteX4" fmla="*/ 3456 w 6343"/>
                  <a:gd name="connsiteY4" fmla="*/ 101 h 6345"/>
                  <a:gd name="connsiteX5" fmla="*/ 1213 w 6343"/>
                  <a:gd name="connsiteY5" fmla="*/ 1030 h 6345"/>
                  <a:gd name="connsiteX6" fmla="*/ 284 w 6343"/>
                  <a:gd name="connsiteY6" fmla="*/ 3274 h 6345"/>
                  <a:gd name="connsiteX7" fmla="*/ 1213 w 6343"/>
                  <a:gd name="connsiteY7" fmla="*/ 5517 h 6345"/>
                  <a:gd name="connsiteX8" fmla="*/ 3456 w 6343"/>
                  <a:gd name="connsiteY8" fmla="*/ 64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447"/>
                    </a:moveTo>
                    <a:cubicBezTo>
                      <a:pt x="4297" y="6447"/>
                      <a:pt x="5104" y="6112"/>
                      <a:pt x="5698" y="5517"/>
                    </a:cubicBezTo>
                    <a:cubicBezTo>
                      <a:pt x="6293" y="4922"/>
                      <a:pt x="6627" y="4115"/>
                      <a:pt x="6627" y="3274"/>
                    </a:cubicBezTo>
                    <a:cubicBezTo>
                      <a:pt x="6627" y="2432"/>
                      <a:pt x="6293" y="1625"/>
                      <a:pt x="5698" y="1030"/>
                    </a:cubicBezTo>
                    <a:cubicBezTo>
                      <a:pt x="5104" y="435"/>
                      <a:pt x="4297" y="101"/>
                      <a:pt x="3456" y="101"/>
                    </a:cubicBezTo>
                    <a:cubicBezTo>
                      <a:pt x="2615" y="101"/>
                      <a:pt x="1808" y="435"/>
                      <a:pt x="1213" y="1030"/>
                    </a:cubicBezTo>
                    <a:cubicBezTo>
                      <a:pt x="618" y="1625"/>
                      <a:pt x="284" y="2432"/>
                      <a:pt x="284" y="3274"/>
                    </a:cubicBezTo>
                    <a:cubicBezTo>
                      <a:pt x="284" y="4115"/>
                      <a:pt x="618" y="4922"/>
                      <a:pt x="1213" y="5517"/>
                    </a:cubicBezTo>
                    <a:cubicBezTo>
                      <a:pt x="1808" y="6112"/>
                      <a:pt x="2615" y="6447"/>
                      <a:pt x="3456" y="64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19" name="Freeform: Shape 2918">
                <a:extLst>
                  <a:ext uri="{FF2B5EF4-FFF2-40B4-BE49-F238E27FC236}">
                    <a16:creationId xmlns:a16="http://schemas.microsoft.com/office/drawing/2014/main" id="{71A88B28-BD1C-7799-6958-F9DF3E428C2E}"/>
                  </a:ext>
                </a:extLst>
              </p:cNvPr>
              <p:cNvSpPr/>
              <p:nvPr/>
            </p:nvSpPr>
            <p:spPr>
              <a:xfrm>
                <a:off x="4461776" y="4766529"/>
                <a:ext cx="6343" cy="6345"/>
              </a:xfrm>
              <a:custGeom>
                <a:avLst/>
                <a:gdLst>
                  <a:gd name="connsiteX0" fmla="*/ 3456 w 6343"/>
                  <a:gd name="connsiteY0" fmla="*/ 6447 h 6345"/>
                  <a:gd name="connsiteX1" fmla="*/ 5699 w 6343"/>
                  <a:gd name="connsiteY1" fmla="*/ 5518 h 6345"/>
                  <a:gd name="connsiteX2" fmla="*/ 6628 w 6343"/>
                  <a:gd name="connsiteY2" fmla="*/ 3274 h 6345"/>
                  <a:gd name="connsiteX3" fmla="*/ 5699 w 6343"/>
                  <a:gd name="connsiteY3" fmla="*/ 1031 h 6345"/>
                  <a:gd name="connsiteX4" fmla="*/ 3456 w 6343"/>
                  <a:gd name="connsiteY4" fmla="*/ 101 h 6345"/>
                  <a:gd name="connsiteX5" fmla="*/ 1213 w 6343"/>
                  <a:gd name="connsiteY5" fmla="*/ 1031 h 6345"/>
                  <a:gd name="connsiteX6" fmla="*/ 285 w 6343"/>
                  <a:gd name="connsiteY6" fmla="*/ 3274 h 6345"/>
                  <a:gd name="connsiteX7" fmla="*/ 1213 w 6343"/>
                  <a:gd name="connsiteY7" fmla="*/ 5518 h 6345"/>
                  <a:gd name="connsiteX8" fmla="*/ 3456 w 6343"/>
                  <a:gd name="connsiteY8" fmla="*/ 64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447"/>
                    </a:moveTo>
                    <a:cubicBezTo>
                      <a:pt x="4297" y="6447"/>
                      <a:pt x="5104" y="6113"/>
                      <a:pt x="5699" y="5518"/>
                    </a:cubicBezTo>
                    <a:cubicBezTo>
                      <a:pt x="6293" y="4923"/>
                      <a:pt x="6628" y="4116"/>
                      <a:pt x="6628" y="3274"/>
                    </a:cubicBezTo>
                    <a:cubicBezTo>
                      <a:pt x="6628" y="2433"/>
                      <a:pt x="6293" y="1626"/>
                      <a:pt x="5699" y="1031"/>
                    </a:cubicBezTo>
                    <a:cubicBezTo>
                      <a:pt x="5104" y="436"/>
                      <a:pt x="4297" y="101"/>
                      <a:pt x="3456" y="101"/>
                    </a:cubicBezTo>
                    <a:cubicBezTo>
                      <a:pt x="2615" y="101"/>
                      <a:pt x="1808" y="436"/>
                      <a:pt x="1213" y="1031"/>
                    </a:cubicBezTo>
                    <a:cubicBezTo>
                      <a:pt x="619" y="1626"/>
                      <a:pt x="285" y="2433"/>
                      <a:pt x="285" y="3274"/>
                    </a:cubicBezTo>
                    <a:cubicBezTo>
                      <a:pt x="285" y="4116"/>
                      <a:pt x="619" y="4923"/>
                      <a:pt x="1213" y="5518"/>
                    </a:cubicBezTo>
                    <a:cubicBezTo>
                      <a:pt x="1808" y="6113"/>
                      <a:pt x="2615" y="6447"/>
                      <a:pt x="3456" y="64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20" name="Freeform: Shape 2919">
                <a:extLst>
                  <a:ext uri="{FF2B5EF4-FFF2-40B4-BE49-F238E27FC236}">
                    <a16:creationId xmlns:a16="http://schemas.microsoft.com/office/drawing/2014/main" id="{88AB01D4-478D-B957-048F-4AC78CF08C3F}"/>
                  </a:ext>
                </a:extLst>
              </p:cNvPr>
              <p:cNvSpPr/>
              <p:nvPr/>
            </p:nvSpPr>
            <p:spPr>
              <a:xfrm>
                <a:off x="4469605" y="4767082"/>
                <a:ext cx="6343" cy="6345"/>
              </a:xfrm>
              <a:custGeom>
                <a:avLst/>
                <a:gdLst>
                  <a:gd name="connsiteX0" fmla="*/ 3457 w 6343"/>
                  <a:gd name="connsiteY0" fmla="*/ 6447 h 6345"/>
                  <a:gd name="connsiteX1" fmla="*/ 5699 w 6343"/>
                  <a:gd name="connsiteY1" fmla="*/ 5518 h 6345"/>
                  <a:gd name="connsiteX2" fmla="*/ 6628 w 6343"/>
                  <a:gd name="connsiteY2" fmla="*/ 3274 h 6345"/>
                  <a:gd name="connsiteX3" fmla="*/ 5699 w 6343"/>
                  <a:gd name="connsiteY3" fmla="*/ 1031 h 6345"/>
                  <a:gd name="connsiteX4" fmla="*/ 3457 w 6343"/>
                  <a:gd name="connsiteY4" fmla="*/ 101 h 6345"/>
                  <a:gd name="connsiteX5" fmla="*/ 1214 w 6343"/>
                  <a:gd name="connsiteY5" fmla="*/ 1031 h 6345"/>
                  <a:gd name="connsiteX6" fmla="*/ 285 w 6343"/>
                  <a:gd name="connsiteY6" fmla="*/ 3274 h 6345"/>
                  <a:gd name="connsiteX7" fmla="*/ 1214 w 6343"/>
                  <a:gd name="connsiteY7" fmla="*/ 5518 h 6345"/>
                  <a:gd name="connsiteX8" fmla="*/ 3457 w 6343"/>
                  <a:gd name="connsiteY8" fmla="*/ 64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47"/>
                    </a:moveTo>
                    <a:cubicBezTo>
                      <a:pt x="4298" y="6447"/>
                      <a:pt x="5105" y="6113"/>
                      <a:pt x="5699" y="5518"/>
                    </a:cubicBezTo>
                    <a:cubicBezTo>
                      <a:pt x="6294" y="4923"/>
                      <a:pt x="6628" y="4116"/>
                      <a:pt x="6628" y="3274"/>
                    </a:cubicBezTo>
                    <a:cubicBezTo>
                      <a:pt x="6628" y="2433"/>
                      <a:pt x="6294" y="1626"/>
                      <a:pt x="5699" y="1031"/>
                    </a:cubicBezTo>
                    <a:cubicBezTo>
                      <a:pt x="5105" y="436"/>
                      <a:pt x="4298" y="101"/>
                      <a:pt x="3457" y="101"/>
                    </a:cubicBezTo>
                    <a:cubicBezTo>
                      <a:pt x="2616" y="101"/>
                      <a:pt x="1809" y="436"/>
                      <a:pt x="1214" y="1031"/>
                    </a:cubicBezTo>
                    <a:cubicBezTo>
                      <a:pt x="619" y="1626"/>
                      <a:pt x="285" y="2433"/>
                      <a:pt x="285" y="3274"/>
                    </a:cubicBezTo>
                    <a:cubicBezTo>
                      <a:pt x="285" y="4116"/>
                      <a:pt x="619" y="4923"/>
                      <a:pt x="1214" y="5518"/>
                    </a:cubicBezTo>
                    <a:cubicBezTo>
                      <a:pt x="1809" y="6113"/>
                      <a:pt x="2616" y="6447"/>
                      <a:pt x="3457" y="64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21" name="Freeform: Shape 2920">
                <a:extLst>
                  <a:ext uri="{FF2B5EF4-FFF2-40B4-BE49-F238E27FC236}">
                    <a16:creationId xmlns:a16="http://schemas.microsoft.com/office/drawing/2014/main" id="{6FE89480-B689-42AC-9DDE-D28057CD5C3D}"/>
                  </a:ext>
                </a:extLst>
              </p:cNvPr>
              <p:cNvSpPr/>
              <p:nvPr/>
            </p:nvSpPr>
            <p:spPr>
              <a:xfrm>
                <a:off x="4451464" y="5135242"/>
                <a:ext cx="6343" cy="6345"/>
              </a:xfrm>
              <a:custGeom>
                <a:avLst/>
                <a:gdLst>
                  <a:gd name="connsiteX0" fmla="*/ 3455 w 6343"/>
                  <a:gd name="connsiteY0" fmla="*/ 6476 h 6345"/>
                  <a:gd name="connsiteX1" fmla="*/ 5698 w 6343"/>
                  <a:gd name="connsiteY1" fmla="*/ 5547 h 6345"/>
                  <a:gd name="connsiteX2" fmla="*/ 6627 w 6343"/>
                  <a:gd name="connsiteY2" fmla="*/ 3303 h 6345"/>
                  <a:gd name="connsiteX3" fmla="*/ 5698 w 6343"/>
                  <a:gd name="connsiteY3" fmla="*/ 1060 h 6345"/>
                  <a:gd name="connsiteX4" fmla="*/ 3455 w 6343"/>
                  <a:gd name="connsiteY4" fmla="*/ 130 h 6345"/>
                  <a:gd name="connsiteX5" fmla="*/ 1213 w 6343"/>
                  <a:gd name="connsiteY5" fmla="*/ 1060 h 6345"/>
                  <a:gd name="connsiteX6" fmla="*/ 284 w 6343"/>
                  <a:gd name="connsiteY6" fmla="*/ 3303 h 6345"/>
                  <a:gd name="connsiteX7" fmla="*/ 1213 w 6343"/>
                  <a:gd name="connsiteY7" fmla="*/ 5547 h 6345"/>
                  <a:gd name="connsiteX8" fmla="*/ 3455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476"/>
                    </a:moveTo>
                    <a:cubicBezTo>
                      <a:pt x="4296" y="6476"/>
                      <a:pt x="5103" y="6142"/>
                      <a:pt x="5698" y="5547"/>
                    </a:cubicBezTo>
                    <a:cubicBezTo>
                      <a:pt x="6293" y="4952"/>
                      <a:pt x="6627" y="4145"/>
                      <a:pt x="6627" y="3303"/>
                    </a:cubicBezTo>
                    <a:cubicBezTo>
                      <a:pt x="6627" y="2462"/>
                      <a:pt x="6293" y="1655"/>
                      <a:pt x="5698" y="1060"/>
                    </a:cubicBezTo>
                    <a:cubicBezTo>
                      <a:pt x="5103" y="465"/>
                      <a:pt x="4296" y="130"/>
                      <a:pt x="3455" y="130"/>
                    </a:cubicBezTo>
                    <a:cubicBezTo>
                      <a:pt x="2614" y="130"/>
                      <a:pt x="1807" y="465"/>
                      <a:pt x="1213" y="1060"/>
                    </a:cubicBezTo>
                    <a:cubicBezTo>
                      <a:pt x="618" y="1655"/>
                      <a:pt x="284" y="2462"/>
                      <a:pt x="284" y="3303"/>
                    </a:cubicBezTo>
                    <a:cubicBezTo>
                      <a:pt x="284" y="4145"/>
                      <a:pt x="618" y="4952"/>
                      <a:pt x="1213" y="5547"/>
                    </a:cubicBezTo>
                    <a:cubicBezTo>
                      <a:pt x="1807" y="6142"/>
                      <a:pt x="2614" y="6476"/>
                      <a:pt x="3455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22" name="Freeform: Shape 2921">
                <a:extLst>
                  <a:ext uri="{FF2B5EF4-FFF2-40B4-BE49-F238E27FC236}">
                    <a16:creationId xmlns:a16="http://schemas.microsoft.com/office/drawing/2014/main" id="{6469AF11-FAD3-EFCC-696A-778EB4ADC07C}"/>
                  </a:ext>
                </a:extLst>
              </p:cNvPr>
              <p:cNvSpPr/>
              <p:nvPr/>
            </p:nvSpPr>
            <p:spPr>
              <a:xfrm>
                <a:off x="4674953" y="5068952"/>
                <a:ext cx="6343" cy="6345"/>
              </a:xfrm>
              <a:custGeom>
                <a:avLst/>
                <a:gdLst>
                  <a:gd name="connsiteX0" fmla="*/ 3473 w 6343"/>
                  <a:gd name="connsiteY0" fmla="*/ 6471 h 6345"/>
                  <a:gd name="connsiteX1" fmla="*/ 5716 w 6343"/>
                  <a:gd name="connsiteY1" fmla="*/ 5541 h 6345"/>
                  <a:gd name="connsiteX2" fmla="*/ 6644 w 6343"/>
                  <a:gd name="connsiteY2" fmla="*/ 3298 h 6345"/>
                  <a:gd name="connsiteX3" fmla="*/ 5716 w 6343"/>
                  <a:gd name="connsiteY3" fmla="*/ 1055 h 6345"/>
                  <a:gd name="connsiteX4" fmla="*/ 3473 w 6343"/>
                  <a:gd name="connsiteY4" fmla="*/ 125 h 6345"/>
                  <a:gd name="connsiteX5" fmla="*/ 1230 w 6343"/>
                  <a:gd name="connsiteY5" fmla="*/ 1055 h 6345"/>
                  <a:gd name="connsiteX6" fmla="*/ 301 w 6343"/>
                  <a:gd name="connsiteY6" fmla="*/ 3298 h 6345"/>
                  <a:gd name="connsiteX7" fmla="*/ 1230 w 6343"/>
                  <a:gd name="connsiteY7" fmla="*/ 5541 h 6345"/>
                  <a:gd name="connsiteX8" fmla="*/ 3473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3" y="6471"/>
                    </a:moveTo>
                    <a:cubicBezTo>
                      <a:pt x="4314" y="6471"/>
                      <a:pt x="5121" y="6136"/>
                      <a:pt x="5716" y="5541"/>
                    </a:cubicBezTo>
                    <a:cubicBezTo>
                      <a:pt x="6310" y="4946"/>
                      <a:pt x="6644" y="4139"/>
                      <a:pt x="6644" y="3298"/>
                    </a:cubicBezTo>
                    <a:cubicBezTo>
                      <a:pt x="6644" y="2457"/>
                      <a:pt x="6310" y="1649"/>
                      <a:pt x="5716" y="1055"/>
                    </a:cubicBezTo>
                    <a:cubicBezTo>
                      <a:pt x="5121" y="460"/>
                      <a:pt x="4314" y="125"/>
                      <a:pt x="3473" y="125"/>
                    </a:cubicBezTo>
                    <a:cubicBezTo>
                      <a:pt x="2632" y="125"/>
                      <a:pt x="1825" y="460"/>
                      <a:pt x="1230" y="1055"/>
                    </a:cubicBezTo>
                    <a:cubicBezTo>
                      <a:pt x="636" y="1649"/>
                      <a:pt x="301" y="2457"/>
                      <a:pt x="301" y="3298"/>
                    </a:cubicBezTo>
                    <a:cubicBezTo>
                      <a:pt x="301" y="4139"/>
                      <a:pt x="636" y="4946"/>
                      <a:pt x="1230" y="5541"/>
                    </a:cubicBezTo>
                    <a:cubicBezTo>
                      <a:pt x="1825" y="6136"/>
                      <a:pt x="2632" y="6471"/>
                      <a:pt x="3473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23" name="Freeform: Shape 2922">
                <a:extLst>
                  <a:ext uri="{FF2B5EF4-FFF2-40B4-BE49-F238E27FC236}">
                    <a16:creationId xmlns:a16="http://schemas.microsoft.com/office/drawing/2014/main" id="{E5BA9CCF-21D2-A5C2-EBDB-0152227FA5B8}"/>
                  </a:ext>
                </a:extLst>
              </p:cNvPr>
              <p:cNvSpPr/>
              <p:nvPr/>
            </p:nvSpPr>
            <p:spPr>
              <a:xfrm>
                <a:off x="4489278" y="5453208"/>
                <a:ext cx="6343" cy="6345"/>
              </a:xfrm>
              <a:custGeom>
                <a:avLst/>
                <a:gdLst>
                  <a:gd name="connsiteX0" fmla="*/ 3458 w 6343"/>
                  <a:gd name="connsiteY0" fmla="*/ 6501 h 6345"/>
                  <a:gd name="connsiteX1" fmla="*/ 5701 w 6343"/>
                  <a:gd name="connsiteY1" fmla="*/ 5572 h 6345"/>
                  <a:gd name="connsiteX2" fmla="*/ 6630 w 6343"/>
                  <a:gd name="connsiteY2" fmla="*/ 3328 h 6345"/>
                  <a:gd name="connsiteX3" fmla="*/ 5701 w 6343"/>
                  <a:gd name="connsiteY3" fmla="*/ 1085 h 6345"/>
                  <a:gd name="connsiteX4" fmla="*/ 3458 w 6343"/>
                  <a:gd name="connsiteY4" fmla="*/ 156 h 6345"/>
                  <a:gd name="connsiteX5" fmla="*/ 1216 w 6343"/>
                  <a:gd name="connsiteY5" fmla="*/ 1085 h 6345"/>
                  <a:gd name="connsiteX6" fmla="*/ 287 w 6343"/>
                  <a:gd name="connsiteY6" fmla="*/ 3328 h 6345"/>
                  <a:gd name="connsiteX7" fmla="*/ 1216 w 6343"/>
                  <a:gd name="connsiteY7" fmla="*/ 5572 h 6345"/>
                  <a:gd name="connsiteX8" fmla="*/ 3458 w 6343"/>
                  <a:gd name="connsiteY8" fmla="*/ 650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501"/>
                    </a:moveTo>
                    <a:cubicBezTo>
                      <a:pt x="4299" y="6501"/>
                      <a:pt x="5106" y="6167"/>
                      <a:pt x="5701" y="5572"/>
                    </a:cubicBezTo>
                    <a:cubicBezTo>
                      <a:pt x="6296" y="4977"/>
                      <a:pt x="6630" y="4170"/>
                      <a:pt x="6630" y="3328"/>
                    </a:cubicBezTo>
                    <a:cubicBezTo>
                      <a:pt x="6630" y="2487"/>
                      <a:pt x="6296" y="1680"/>
                      <a:pt x="5701" y="1085"/>
                    </a:cubicBezTo>
                    <a:cubicBezTo>
                      <a:pt x="5106" y="490"/>
                      <a:pt x="4299" y="156"/>
                      <a:pt x="3458" y="156"/>
                    </a:cubicBezTo>
                    <a:cubicBezTo>
                      <a:pt x="2617" y="156"/>
                      <a:pt x="1810" y="490"/>
                      <a:pt x="1216" y="1085"/>
                    </a:cubicBezTo>
                    <a:cubicBezTo>
                      <a:pt x="621" y="1680"/>
                      <a:pt x="287" y="2487"/>
                      <a:pt x="287" y="3328"/>
                    </a:cubicBezTo>
                    <a:cubicBezTo>
                      <a:pt x="287" y="4170"/>
                      <a:pt x="621" y="4977"/>
                      <a:pt x="1216" y="5572"/>
                    </a:cubicBezTo>
                    <a:cubicBezTo>
                      <a:pt x="1810" y="6167"/>
                      <a:pt x="2617" y="6501"/>
                      <a:pt x="3458" y="65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24" name="Freeform: Shape 2923">
                <a:extLst>
                  <a:ext uri="{FF2B5EF4-FFF2-40B4-BE49-F238E27FC236}">
                    <a16:creationId xmlns:a16="http://schemas.microsoft.com/office/drawing/2014/main" id="{7170C46A-3A4E-423F-544A-80C10010E5D2}"/>
                  </a:ext>
                </a:extLst>
              </p:cNvPr>
              <p:cNvSpPr/>
              <p:nvPr/>
            </p:nvSpPr>
            <p:spPr>
              <a:xfrm>
                <a:off x="4696327" y="5555924"/>
                <a:ext cx="6343" cy="6345"/>
              </a:xfrm>
              <a:custGeom>
                <a:avLst/>
                <a:gdLst>
                  <a:gd name="connsiteX0" fmla="*/ 3475 w 6343"/>
                  <a:gd name="connsiteY0" fmla="*/ 6509 h 6345"/>
                  <a:gd name="connsiteX1" fmla="*/ 5717 w 6343"/>
                  <a:gd name="connsiteY1" fmla="*/ 5580 h 6345"/>
                  <a:gd name="connsiteX2" fmla="*/ 6646 w 6343"/>
                  <a:gd name="connsiteY2" fmla="*/ 3336 h 6345"/>
                  <a:gd name="connsiteX3" fmla="*/ 5717 w 6343"/>
                  <a:gd name="connsiteY3" fmla="*/ 1093 h 6345"/>
                  <a:gd name="connsiteX4" fmla="*/ 3475 w 6343"/>
                  <a:gd name="connsiteY4" fmla="*/ 164 h 6345"/>
                  <a:gd name="connsiteX5" fmla="*/ 1232 w 6343"/>
                  <a:gd name="connsiteY5" fmla="*/ 1093 h 6345"/>
                  <a:gd name="connsiteX6" fmla="*/ 303 w 6343"/>
                  <a:gd name="connsiteY6" fmla="*/ 3336 h 6345"/>
                  <a:gd name="connsiteX7" fmla="*/ 1232 w 6343"/>
                  <a:gd name="connsiteY7" fmla="*/ 5580 h 6345"/>
                  <a:gd name="connsiteX8" fmla="*/ 3475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509"/>
                    </a:moveTo>
                    <a:cubicBezTo>
                      <a:pt x="4316" y="6509"/>
                      <a:pt x="5122" y="6175"/>
                      <a:pt x="5717" y="5580"/>
                    </a:cubicBezTo>
                    <a:cubicBezTo>
                      <a:pt x="6312" y="4985"/>
                      <a:pt x="6646" y="4178"/>
                      <a:pt x="6646" y="3336"/>
                    </a:cubicBezTo>
                    <a:cubicBezTo>
                      <a:pt x="6646" y="2495"/>
                      <a:pt x="6312" y="1688"/>
                      <a:pt x="5717" y="1093"/>
                    </a:cubicBezTo>
                    <a:cubicBezTo>
                      <a:pt x="5122" y="498"/>
                      <a:pt x="4316" y="164"/>
                      <a:pt x="3475" y="164"/>
                    </a:cubicBezTo>
                    <a:cubicBezTo>
                      <a:pt x="2633" y="164"/>
                      <a:pt x="1827" y="498"/>
                      <a:pt x="1232" y="1093"/>
                    </a:cubicBezTo>
                    <a:cubicBezTo>
                      <a:pt x="637" y="1688"/>
                      <a:pt x="303" y="2495"/>
                      <a:pt x="303" y="3336"/>
                    </a:cubicBezTo>
                    <a:cubicBezTo>
                      <a:pt x="303" y="4178"/>
                      <a:pt x="637" y="4985"/>
                      <a:pt x="1232" y="5580"/>
                    </a:cubicBezTo>
                    <a:cubicBezTo>
                      <a:pt x="1827" y="6175"/>
                      <a:pt x="2633" y="6509"/>
                      <a:pt x="3475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25" name="Freeform: Shape 2924">
                <a:extLst>
                  <a:ext uri="{FF2B5EF4-FFF2-40B4-BE49-F238E27FC236}">
                    <a16:creationId xmlns:a16="http://schemas.microsoft.com/office/drawing/2014/main" id="{D43E4D3E-BA79-8310-6E2F-19FB497B38A7}"/>
                  </a:ext>
                </a:extLst>
              </p:cNvPr>
              <p:cNvSpPr/>
              <p:nvPr/>
            </p:nvSpPr>
            <p:spPr>
              <a:xfrm>
                <a:off x="5049063" y="5516534"/>
                <a:ext cx="6343" cy="6345"/>
              </a:xfrm>
              <a:custGeom>
                <a:avLst/>
                <a:gdLst>
                  <a:gd name="connsiteX0" fmla="*/ 3502 w 6343"/>
                  <a:gd name="connsiteY0" fmla="*/ 6506 h 6345"/>
                  <a:gd name="connsiteX1" fmla="*/ 5745 w 6343"/>
                  <a:gd name="connsiteY1" fmla="*/ 5577 h 6345"/>
                  <a:gd name="connsiteX2" fmla="*/ 6674 w 6343"/>
                  <a:gd name="connsiteY2" fmla="*/ 3333 h 6345"/>
                  <a:gd name="connsiteX3" fmla="*/ 5745 w 6343"/>
                  <a:gd name="connsiteY3" fmla="*/ 1090 h 6345"/>
                  <a:gd name="connsiteX4" fmla="*/ 3502 w 6343"/>
                  <a:gd name="connsiteY4" fmla="*/ 161 h 6345"/>
                  <a:gd name="connsiteX5" fmla="*/ 1260 w 6343"/>
                  <a:gd name="connsiteY5" fmla="*/ 1090 h 6345"/>
                  <a:gd name="connsiteX6" fmla="*/ 331 w 6343"/>
                  <a:gd name="connsiteY6" fmla="*/ 3333 h 6345"/>
                  <a:gd name="connsiteX7" fmla="*/ 1260 w 6343"/>
                  <a:gd name="connsiteY7" fmla="*/ 5577 h 6345"/>
                  <a:gd name="connsiteX8" fmla="*/ 3502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506"/>
                    </a:moveTo>
                    <a:cubicBezTo>
                      <a:pt x="4343" y="6506"/>
                      <a:pt x="5150" y="6172"/>
                      <a:pt x="5745" y="5577"/>
                    </a:cubicBezTo>
                    <a:cubicBezTo>
                      <a:pt x="6340" y="4982"/>
                      <a:pt x="6674" y="4175"/>
                      <a:pt x="6674" y="3333"/>
                    </a:cubicBezTo>
                    <a:cubicBezTo>
                      <a:pt x="6674" y="2492"/>
                      <a:pt x="6340" y="1685"/>
                      <a:pt x="5745" y="1090"/>
                    </a:cubicBezTo>
                    <a:cubicBezTo>
                      <a:pt x="5150" y="495"/>
                      <a:pt x="4343" y="161"/>
                      <a:pt x="3502" y="161"/>
                    </a:cubicBezTo>
                    <a:cubicBezTo>
                      <a:pt x="2661" y="161"/>
                      <a:pt x="1855" y="495"/>
                      <a:pt x="1260" y="1090"/>
                    </a:cubicBezTo>
                    <a:cubicBezTo>
                      <a:pt x="665" y="1685"/>
                      <a:pt x="331" y="2492"/>
                      <a:pt x="331" y="3333"/>
                    </a:cubicBezTo>
                    <a:cubicBezTo>
                      <a:pt x="331" y="4175"/>
                      <a:pt x="665" y="4982"/>
                      <a:pt x="1260" y="5577"/>
                    </a:cubicBezTo>
                    <a:cubicBezTo>
                      <a:pt x="1855" y="6172"/>
                      <a:pt x="2661" y="6506"/>
                      <a:pt x="3502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26" name="Freeform: Shape 2925">
                <a:extLst>
                  <a:ext uri="{FF2B5EF4-FFF2-40B4-BE49-F238E27FC236}">
                    <a16:creationId xmlns:a16="http://schemas.microsoft.com/office/drawing/2014/main" id="{023CBCD6-2D8E-7CE4-301F-4FA6E8D0A879}"/>
                  </a:ext>
                </a:extLst>
              </p:cNvPr>
              <p:cNvSpPr/>
              <p:nvPr/>
            </p:nvSpPr>
            <p:spPr>
              <a:xfrm>
                <a:off x="5022806" y="5586538"/>
                <a:ext cx="6343" cy="6345"/>
              </a:xfrm>
              <a:custGeom>
                <a:avLst/>
                <a:gdLst>
                  <a:gd name="connsiteX0" fmla="*/ 3500 w 6343"/>
                  <a:gd name="connsiteY0" fmla="*/ 6511 h 6345"/>
                  <a:gd name="connsiteX1" fmla="*/ 5743 w 6343"/>
                  <a:gd name="connsiteY1" fmla="*/ 5582 h 6345"/>
                  <a:gd name="connsiteX2" fmla="*/ 6672 w 6343"/>
                  <a:gd name="connsiteY2" fmla="*/ 3339 h 6345"/>
                  <a:gd name="connsiteX3" fmla="*/ 5743 w 6343"/>
                  <a:gd name="connsiteY3" fmla="*/ 1095 h 6345"/>
                  <a:gd name="connsiteX4" fmla="*/ 3500 w 6343"/>
                  <a:gd name="connsiteY4" fmla="*/ 166 h 6345"/>
                  <a:gd name="connsiteX5" fmla="*/ 1258 w 6343"/>
                  <a:gd name="connsiteY5" fmla="*/ 1095 h 6345"/>
                  <a:gd name="connsiteX6" fmla="*/ 329 w 6343"/>
                  <a:gd name="connsiteY6" fmla="*/ 3339 h 6345"/>
                  <a:gd name="connsiteX7" fmla="*/ 1258 w 6343"/>
                  <a:gd name="connsiteY7" fmla="*/ 5582 h 6345"/>
                  <a:gd name="connsiteX8" fmla="*/ 3500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0" y="6511"/>
                    </a:moveTo>
                    <a:cubicBezTo>
                      <a:pt x="4341" y="6511"/>
                      <a:pt x="5148" y="6177"/>
                      <a:pt x="5743" y="5582"/>
                    </a:cubicBezTo>
                    <a:cubicBezTo>
                      <a:pt x="6338" y="4987"/>
                      <a:pt x="6672" y="4180"/>
                      <a:pt x="6672" y="3339"/>
                    </a:cubicBezTo>
                    <a:cubicBezTo>
                      <a:pt x="6672" y="2497"/>
                      <a:pt x="6338" y="1690"/>
                      <a:pt x="5743" y="1095"/>
                    </a:cubicBezTo>
                    <a:cubicBezTo>
                      <a:pt x="5148" y="500"/>
                      <a:pt x="4341" y="166"/>
                      <a:pt x="3500" y="166"/>
                    </a:cubicBezTo>
                    <a:cubicBezTo>
                      <a:pt x="2659" y="166"/>
                      <a:pt x="1852" y="500"/>
                      <a:pt x="1258" y="1095"/>
                    </a:cubicBezTo>
                    <a:cubicBezTo>
                      <a:pt x="663" y="1690"/>
                      <a:pt x="329" y="2497"/>
                      <a:pt x="329" y="3339"/>
                    </a:cubicBezTo>
                    <a:cubicBezTo>
                      <a:pt x="329" y="4180"/>
                      <a:pt x="663" y="4987"/>
                      <a:pt x="1258" y="5582"/>
                    </a:cubicBezTo>
                    <a:cubicBezTo>
                      <a:pt x="1852" y="6177"/>
                      <a:pt x="2659" y="6511"/>
                      <a:pt x="3500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27" name="Freeform: Shape 2926">
                <a:extLst>
                  <a:ext uri="{FF2B5EF4-FFF2-40B4-BE49-F238E27FC236}">
                    <a16:creationId xmlns:a16="http://schemas.microsoft.com/office/drawing/2014/main" id="{6BE8EBDF-AE69-CEA7-5263-52775CB7CBF6}"/>
                  </a:ext>
                </a:extLst>
              </p:cNvPr>
              <p:cNvSpPr/>
              <p:nvPr/>
            </p:nvSpPr>
            <p:spPr>
              <a:xfrm>
                <a:off x="4999724" y="5617572"/>
                <a:ext cx="6343" cy="6345"/>
              </a:xfrm>
              <a:custGeom>
                <a:avLst/>
                <a:gdLst>
                  <a:gd name="connsiteX0" fmla="*/ 3498 w 6343"/>
                  <a:gd name="connsiteY0" fmla="*/ 6514 h 6345"/>
                  <a:gd name="connsiteX1" fmla="*/ 5741 w 6343"/>
                  <a:gd name="connsiteY1" fmla="*/ 5585 h 6345"/>
                  <a:gd name="connsiteX2" fmla="*/ 6670 w 6343"/>
                  <a:gd name="connsiteY2" fmla="*/ 3341 h 6345"/>
                  <a:gd name="connsiteX3" fmla="*/ 5741 w 6343"/>
                  <a:gd name="connsiteY3" fmla="*/ 1098 h 6345"/>
                  <a:gd name="connsiteX4" fmla="*/ 3498 w 6343"/>
                  <a:gd name="connsiteY4" fmla="*/ 168 h 6345"/>
                  <a:gd name="connsiteX5" fmla="*/ 1256 w 6343"/>
                  <a:gd name="connsiteY5" fmla="*/ 1098 h 6345"/>
                  <a:gd name="connsiteX6" fmla="*/ 327 w 6343"/>
                  <a:gd name="connsiteY6" fmla="*/ 3341 h 6345"/>
                  <a:gd name="connsiteX7" fmla="*/ 1256 w 6343"/>
                  <a:gd name="connsiteY7" fmla="*/ 5585 h 6345"/>
                  <a:gd name="connsiteX8" fmla="*/ 3498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8" y="6514"/>
                    </a:moveTo>
                    <a:cubicBezTo>
                      <a:pt x="4340" y="6514"/>
                      <a:pt x="5146" y="6180"/>
                      <a:pt x="5741" y="5585"/>
                    </a:cubicBezTo>
                    <a:cubicBezTo>
                      <a:pt x="6336" y="4990"/>
                      <a:pt x="6670" y="4183"/>
                      <a:pt x="6670" y="3341"/>
                    </a:cubicBezTo>
                    <a:cubicBezTo>
                      <a:pt x="6670" y="2500"/>
                      <a:pt x="6336" y="1693"/>
                      <a:pt x="5741" y="1098"/>
                    </a:cubicBezTo>
                    <a:cubicBezTo>
                      <a:pt x="5146" y="503"/>
                      <a:pt x="4340" y="168"/>
                      <a:pt x="3498" y="168"/>
                    </a:cubicBezTo>
                    <a:cubicBezTo>
                      <a:pt x="2657" y="168"/>
                      <a:pt x="1851" y="503"/>
                      <a:pt x="1256" y="1098"/>
                    </a:cubicBezTo>
                    <a:cubicBezTo>
                      <a:pt x="661" y="1693"/>
                      <a:pt x="327" y="2500"/>
                      <a:pt x="327" y="3341"/>
                    </a:cubicBezTo>
                    <a:cubicBezTo>
                      <a:pt x="327" y="4183"/>
                      <a:pt x="661" y="4990"/>
                      <a:pt x="1256" y="5585"/>
                    </a:cubicBezTo>
                    <a:cubicBezTo>
                      <a:pt x="1851" y="6180"/>
                      <a:pt x="2657" y="6514"/>
                      <a:pt x="3498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28" name="Freeform: Shape 2927">
                <a:extLst>
                  <a:ext uri="{FF2B5EF4-FFF2-40B4-BE49-F238E27FC236}">
                    <a16:creationId xmlns:a16="http://schemas.microsoft.com/office/drawing/2014/main" id="{73BFB4DD-EA49-63A5-F6BF-D6478D1DA0B4}"/>
                  </a:ext>
                </a:extLst>
              </p:cNvPr>
              <p:cNvSpPr/>
              <p:nvPr/>
            </p:nvSpPr>
            <p:spPr>
              <a:xfrm>
                <a:off x="4999004" y="5638570"/>
                <a:ext cx="6343" cy="6345"/>
              </a:xfrm>
              <a:custGeom>
                <a:avLst/>
                <a:gdLst>
                  <a:gd name="connsiteX0" fmla="*/ 3498 w 6343"/>
                  <a:gd name="connsiteY0" fmla="*/ 6516 h 6345"/>
                  <a:gd name="connsiteX1" fmla="*/ 5741 w 6343"/>
                  <a:gd name="connsiteY1" fmla="*/ 5586 h 6345"/>
                  <a:gd name="connsiteX2" fmla="*/ 6670 w 6343"/>
                  <a:gd name="connsiteY2" fmla="*/ 3343 h 6345"/>
                  <a:gd name="connsiteX3" fmla="*/ 5741 w 6343"/>
                  <a:gd name="connsiteY3" fmla="*/ 1099 h 6345"/>
                  <a:gd name="connsiteX4" fmla="*/ 3498 w 6343"/>
                  <a:gd name="connsiteY4" fmla="*/ 170 h 6345"/>
                  <a:gd name="connsiteX5" fmla="*/ 1256 w 6343"/>
                  <a:gd name="connsiteY5" fmla="*/ 1099 h 6345"/>
                  <a:gd name="connsiteX6" fmla="*/ 327 w 6343"/>
                  <a:gd name="connsiteY6" fmla="*/ 3343 h 6345"/>
                  <a:gd name="connsiteX7" fmla="*/ 1256 w 6343"/>
                  <a:gd name="connsiteY7" fmla="*/ 5586 h 6345"/>
                  <a:gd name="connsiteX8" fmla="*/ 3498 w 6343"/>
                  <a:gd name="connsiteY8" fmla="*/ 651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8" y="6516"/>
                    </a:moveTo>
                    <a:cubicBezTo>
                      <a:pt x="4340" y="6516"/>
                      <a:pt x="5146" y="6181"/>
                      <a:pt x="5741" y="5586"/>
                    </a:cubicBezTo>
                    <a:cubicBezTo>
                      <a:pt x="6336" y="4991"/>
                      <a:pt x="6670" y="4184"/>
                      <a:pt x="6670" y="3343"/>
                    </a:cubicBezTo>
                    <a:cubicBezTo>
                      <a:pt x="6670" y="2501"/>
                      <a:pt x="6336" y="1694"/>
                      <a:pt x="5741" y="1099"/>
                    </a:cubicBezTo>
                    <a:cubicBezTo>
                      <a:pt x="5146" y="504"/>
                      <a:pt x="4340" y="170"/>
                      <a:pt x="3498" y="170"/>
                    </a:cubicBezTo>
                    <a:cubicBezTo>
                      <a:pt x="2657" y="170"/>
                      <a:pt x="1851" y="504"/>
                      <a:pt x="1256" y="1099"/>
                    </a:cubicBezTo>
                    <a:cubicBezTo>
                      <a:pt x="661" y="1694"/>
                      <a:pt x="327" y="2501"/>
                      <a:pt x="327" y="3343"/>
                    </a:cubicBezTo>
                    <a:cubicBezTo>
                      <a:pt x="327" y="4184"/>
                      <a:pt x="661" y="4991"/>
                      <a:pt x="1256" y="5586"/>
                    </a:cubicBezTo>
                    <a:cubicBezTo>
                      <a:pt x="1851" y="6181"/>
                      <a:pt x="2657" y="6516"/>
                      <a:pt x="3498" y="651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29" name="Freeform: Shape 2928">
                <a:extLst>
                  <a:ext uri="{FF2B5EF4-FFF2-40B4-BE49-F238E27FC236}">
                    <a16:creationId xmlns:a16="http://schemas.microsoft.com/office/drawing/2014/main" id="{C15BF58F-6C4A-74FD-3995-578098B12B4E}"/>
                  </a:ext>
                </a:extLst>
              </p:cNvPr>
              <p:cNvSpPr/>
              <p:nvPr/>
            </p:nvSpPr>
            <p:spPr>
              <a:xfrm>
                <a:off x="4995785" y="5645786"/>
                <a:ext cx="6343" cy="6345"/>
              </a:xfrm>
              <a:custGeom>
                <a:avLst/>
                <a:gdLst>
                  <a:gd name="connsiteX0" fmla="*/ 3498 w 6343"/>
                  <a:gd name="connsiteY0" fmla="*/ 6516 h 6345"/>
                  <a:gd name="connsiteX1" fmla="*/ 5741 w 6343"/>
                  <a:gd name="connsiteY1" fmla="*/ 5587 h 6345"/>
                  <a:gd name="connsiteX2" fmla="*/ 6670 w 6343"/>
                  <a:gd name="connsiteY2" fmla="*/ 3343 h 6345"/>
                  <a:gd name="connsiteX3" fmla="*/ 5741 w 6343"/>
                  <a:gd name="connsiteY3" fmla="*/ 1100 h 6345"/>
                  <a:gd name="connsiteX4" fmla="*/ 3498 w 6343"/>
                  <a:gd name="connsiteY4" fmla="*/ 171 h 6345"/>
                  <a:gd name="connsiteX5" fmla="*/ 1256 w 6343"/>
                  <a:gd name="connsiteY5" fmla="*/ 1100 h 6345"/>
                  <a:gd name="connsiteX6" fmla="*/ 327 w 6343"/>
                  <a:gd name="connsiteY6" fmla="*/ 3343 h 6345"/>
                  <a:gd name="connsiteX7" fmla="*/ 1256 w 6343"/>
                  <a:gd name="connsiteY7" fmla="*/ 5587 h 6345"/>
                  <a:gd name="connsiteX8" fmla="*/ 3498 w 6343"/>
                  <a:gd name="connsiteY8" fmla="*/ 651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8" y="6516"/>
                    </a:moveTo>
                    <a:cubicBezTo>
                      <a:pt x="4339" y="6516"/>
                      <a:pt x="5146" y="6182"/>
                      <a:pt x="5741" y="5587"/>
                    </a:cubicBezTo>
                    <a:cubicBezTo>
                      <a:pt x="6336" y="4992"/>
                      <a:pt x="6670" y="4185"/>
                      <a:pt x="6670" y="3343"/>
                    </a:cubicBezTo>
                    <a:cubicBezTo>
                      <a:pt x="6670" y="2502"/>
                      <a:pt x="6336" y="1695"/>
                      <a:pt x="5741" y="1100"/>
                    </a:cubicBezTo>
                    <a:cubicBezTo>
                      <a:pt x="5146" y="505"/>
                      <a:pt x="4339" y="171"/>
                      <a:pt x="3498" y="171"/>
                    </a:cubicBezTo>
                    <a:cubicBezTo>
                      <a:pt x="2657" y="171"/>
                      <a:pt x="1850" y="505"/>
                      <a:pt x="1256" y="1100"/>
                    </a:cubicBezTo>
                    <a:cubicBezTo>
                      <a:pt x="661" y="1695"/>
                      <a:pt x="327" y="2502"/>
                      <a:pt x="327" y="3343"/>
                    </a:cubicBezTo>
                    <a:cubicBezTo>
                      <a:pt x="327" y="4185"/>
                      <a:pt x="661" y="4992"/>
                      <a:pt x="1256" y="5587"/>
                    </a:cubicBezTo>
                    <a:cubicBezTo>
                      <a:pt x="1850" y="6182"/>
                      <a:pt x="2657" y="6516"/>
                      <a:pt x="3498" y="651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30" name="Freeform: Shape 2929">
                <a:extLst>
                  <a:ext uri="{FF2B5EF4-FFF2-40B4-BE49-F238E27FC236}">
                    <a16:creationId xmlns:a16="http://schemas.microsoft.com/office/drawing/2014/main" id="{2EA805AA-7F69-D48C-1656-0D20C2CE82B1}"/>
                  </a:ext>
                </a:extLst>
              </p:cNvPr>
              <p:cNvSpPr/>
              <p:nvPr/>
            </p:nvSpPr>
            <p:spPr>
              <a:xfrm>
                <a:off x="4994702" y="5652798"/>
                <a:ext cx="6343" cy="6345"/>
              </a:xfrm>
              <a:custGeom>
                <a:avLst/>
                <a:gdLst>
                  <a:gd name="connsiteX0" fmla="*/ 3498 w 6343"/>
                  <a:gd name="connsiteY0" fmla="*/ 6517 h 6345"/>
                  <a:gd name="connsiteX1" fmla="*/ 5741 w 6343"/>
                  <a:gd name="connsiteY1" fmla="*/ 5587 h 6345"/>
                  <a:gd name="connsiteX2" fmla="*/ 6670 w 6343"/>
                  <a:gd name="connsiteY2" fmla="*/ 3344 h 6345"/>
                  <a:gd name="connsiteX3" fmla="*/ 5741 w 6343"/>
                  <a:gd name="connsiteY3" fmla="*/ 1101 h 6345"/>
                  <a:gd name="connsiteX4" fmla="*/ 3498 w 6343"/>
                  <a:gd name="connsiteY4" fmla="*/ 171 h 6345"/>
                  <a:gd name="connsiteX5" fmla="*/ 1255 w 6343"/>
                  <a:gd name="connsiteY5" fmla="*/ 1101 h 6345"/>
                  <a:gd name="connsiteX6" fmla="*/ 327 w 6343"/>
                  <a:gd name="connsiteY6" fmla="*/ 3344 h 6345"/>
                  <a:gd name="connsiteX7" fmla="*/ 1255 w 6343"/>
                  <a:gd name="connsiteY7" fmla="*/ 5587 h 6345"/>
                  <a:gd name="connsiteX8" fmla="*/ 3498 w 6343"/>
                  <a:gd name="connsiteY8" fmla="*/ 651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8" y="6517"/>
                    </a:moveTo>
                    <a:cubicBezTo>
                      <a:pt x="4339" y="6517"/>
                      <a:pt x="5146" y="6182"/>
                      <a:pt x="5741" y="5587"/>
                    </a:cubicBezTo>
                    <a:cubicBezTo>
                      <a:pt x="6335" y="4992"/>
                      <a:pt x="6670" y="4185"/>
                      <a:pt x="6670" y="3344"/>
                    </a:cubicBezTo>
                    <a:cubicBezTo>
                      <a:pt x="6670" y="2503"/>
                      <a:pt x="6335" y="1695"/>
                      <a:pt x="5741" y="1101"/>
                    </a:cubicBezTo>
                    <a:cubicBezTo>
                      <a:pt x="5146" y="506"/>
                      <a:pt x="4339" y="171"/>
                      <a:pt x="3498" y="171"/>
                    </a:cubicBezTo>
                    <a:cubicBezTo>
                      <a:pt x="2657" y="171"/>
                      <a:pt x="1850" y="506"/>
                      <a:pt x="1255" y="1101"/>
                    </a:cubicBezTo>
                    <a:cubicBezTo>
                      <a:pt x="661" y="1695"/>
                      <a:pt x="327" y="2503"/>
                      <a:pt x="327" y="3344"/>
                    </a:cubicBezTo>
                    <a:cubicBezTo>
                      <a:pt x="327" y="4185"/>
                      <a:pt x="661" y="4992"/>
                      <a:pt x="1255" y="5587"/>
                    </a:cubicBezTo>
                    <a:cubicBezTo>
                      <a:pt x="1850" y="6182"/>
                      <a:pt x="2657" y="6517"/>
                      <a:pt x="3498" y="651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31" name="Freeform: Shape 2930">
                <a:extLst>
                  <a:ext uri="{FF2B5EF4-FFF2-40B4-BE49-F238E27FC236}">
                    <a16:creationId xmlns:a16="http://schemas.microsoft.com/office/drawing/2014/main" id="{1463DD8E-D1D3-BDF9-40FA-6C775C2FFFA6}"/>
                  </a:ext>
                </a:extLst>
              </p:cNvPr>
              <p:cNvSpPr/>
              <p:nvPr/>
            </p:nvSpPr>
            <p:spPr>
              <a:xfrm>
                <a:off x="4215890" y="5712365"/>
                <a:ext cx="6343" cy="6345"/>
              </a:xfrm>
              <a:custGeom>
                <a:avLst/>
                <a:gdLst>
                  <a:gd name="connsiteX0" fmla="*/ 3437 w 6343"/>
                  <a:gd name="connsiteY0" fmla="*/ 6521 h 6345"/>
                  <a:gd name="connsiteX1" fmla="*/ 5679 w 6343"/>
                  <a:gd name="connsiteY1" fmla="*/ 5592 h 6345"/>
                  <a:gd name="connsiteX2" fmla="*/ 6608 w 6343"/>
                  <a:gd name="connsiteY2" fmla="*/ 3349 h 6345"/>
                  <a:gd name="connsiteX3" fmla="*/ 5679 w 6343"/>
                  <a:gd name="connsiteY3" fmla="*/ 1105 h 6345"/>
                  <a:gd name="connsiteX4" fmla="*/ 3437 w 6343"/>
                  <a:gd name="connsiteY4" fmla="*/ 176 h 6345"/>
                  <a:gd name="connsiteX5" fmla="*/ 1194 w 6343"/>
                  <a:gd name="connsiteY5" fmla="*/ 1105 h 6345"/>
                  <a:gd name="connsiteX6" fmla="*/ 265 w 6343"/>
                  <a:gd name="connsiteY6" fmla="*/ 3349 h 6345"/>
                  <a:gd name="connsiteX7" fmla="*/ 1194 w 6343"/>
                  <a:gd name="connsiteY7" fmla="*/ 5592 h 6345"/>
                  <a:gd name="connsiteX8" fmla="*/ 3437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21"/>
                    </a:moveTo>
                    <a:cubicBezTo>
                      <a:pt x="4278" y="6521"/>
                      <a:pt x="5085" y="6187"/>
                      <a:pt x="5679" y="5592"/>
                    </a:cubicBezTo>
                    <a:cubicBezTo>
                      <a:pt x="6274" y="4997"/>
                      <a:pt x="6608" y="4190"/>
                      <a:pt x="6608" y="3349"/>
                    </a:cubicBezTo>
                    <a:cubicBezTo>
                      <a:pt x="6608" y="2507"/>
                      <a:pt x="6274" y="1700"/>
                      <a:pt x="5679" y="1105"/>
                    </a:cubicBezTo>
                    <a:cubicBezTo>
                      <a:pt x="5085" y="510"/>
                      <a:pt x="4278" y="176"/>
                      <a:pt x="3437" y="176"/>
                    </a:cubicBezTo>
                    <a:cubicBezTo>
                      <a:pt x="2596" y="176"/>
                      <a:pt x="1789" y="510"/>
                      <a:pt x="1194" y="1105"/>
                    </a:cubicBezTo>
                    <a:cubicBezTo>
                      <a:pt x="599" y="1700"/>
                      <a:pt x="265" y="2507"/>
                      <a:pt x="265" y="3349"/>
                    </a:cubicBezTo>
                    <a:cubicBezTo>
                      <a:pt x="265" y="4190"/>
                      <a:pt x="599" y="4997"/>
                      <a:pt x="1194" y="5592"/>
                    </a:cubicBezTo>
                    <a:cubicBezTo>
                      <a:pt x="1789" y="6187"/>
                      <a:pt x="2596" y="6521"/>
                      <a:pt x="3437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32" name="Freeform: Shape 2931">
                <a:extLst>
                  <a:ext uri="{FF2B5EF4-FFF2-40B4-BE49-F238E27FC236}">
                    <a16:creationId xmlns:a16="http://schemas.microsoft.com/office/drawing/2014/main" id="{874979A7-793D-F299-473E-5DC01D37129A}"/>
                  </a:ext>
                </a:extLst>
              </p:cNvPr>
              <p:cNvSpPr/>
              <p:nvPr/>
            </p:nvSpPr>
            <p:spPr>
              <a:xfrm>
                <a:off x="4230124" y="5713604"/>
                <a:ext cx="6343" cy="6345"/>
              </a:xfrm>
              <a:custGeom>
                <a:avLst/>
                <a:gdLst>
                  <a:gd name="connsiteX0" fmla="*/ 3438 w 6343"/>
                  <a:gd name="connsiteY0" fmla="*/ 6521 h 6345"/>
                  <a:gd name="connsiteX1" fmla="*/ 5680 w 6343"/>
                  <a:gd name="connsiteY1" fmla="*/ 5592 h 6345"/>
                  <a:gd name="connsiteX2" fmla="*/ 6609 w 6343"/>
                  <a:gd name="connsiteY2" fmla="*/ 3349 h 6345"/>
                  <a:gd name="connsiteX3" fmla="*/ 5680 w 6343"/>
                  <a:gd name="connsiteY3" fmla="*/ 1105 h 6345"/>
                  <a:gd name="connsiteX4" fmla="*/ 3438 w 6343"/>
                  <a:gd name="connsiteY4" fmla="*/ 176 h 6345"/>
                  <a:gd name="connsiteX5" fmla="*/ 1195 w 6343"/>
                  <a:gd name="connsiteY5" fmla="*/ 1105 h 6345"/>
                  <a:gd name="connsiteX6" fmla="*/ 266 w 6343"/>
                  <a:gd name="connsiteY6" fmla="*/ 3349 h 6345"/>
                  <a:gd name="connsiteX7" fmla="*/ 1195 w 6343"/>
                  <a:gd name="connsiteY7" fmla="*/ 5592 h 6345"/>
                  <a:gd name="connsiteX8" fmla="*/ 3438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1"/>
                    </a:moveTo>
                    <a:cubicBezTo>
                      <a:pt x="4279" y="6521"/>
                      <a:pt x="5086" y="6187"/>
                      <a:pt x="5680" y="5592"/>
                    </a:cubicBezTo>
                    <a:cubicBezTo>
                      <a:pt x="6275" y="4997"/>
                      <a:pt x="6609" y="4190"/>
                      <a:pt x="6609" y="3349"/>
                    </a:cubicBezTo>
                    <a:cubicBezTo>
                      <a:pt x="6609" y="2507"/>
                      <a:pt x="6275" y="1700"/>
                      <a:pt x="5680" y="1105"/>
                    </a:cubicBezTo>
                    <a:cubicBezTo>
                      <a:pt x="5086" y="510"/>
                      <a:pt x="4279" y="176"/>
                      <a:pt x="3438" y="176"/>
                    </a:cubicBezTo>
                    <a:cubicBezTo>
                      <a:pt x="2597" y="176"/>
                      <a:pt x="1790" y="510"/>
                      <a:pt x="1195" y="1105"/>
                    </a:cubicBezTo>
                    <a:cubicBezTo>
                      <a:pt x="600" y="1700"/>
                      <a:pt x="266" y="2507"/>
                      <a:pt x="266" y="3349"/>
                    </a:cubicBezTo>
                    <a:cubicBezTo>
                      <a:pt x="266" y="4190"/>
                      <a:pt x="600" y="4997"/>
                      <a:pt x="1195" y="5592"/>
                    </a:cubicBezTo>
                    <a:cubicBezTo>
                      <a:pt x="1790" y="6187"/>
                      <a:pt x="2597" y="6521"/>
                      <a:pt x="3438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33" name="Freeform: Shape 2932">
                <a:extLst>
                  <a:ext uri="{FF2B5EF4-FFF2-40B4-BE49-F238E27FC236}">
                    <a16:creationId xmlns:a16="http://schemas.microsoft.com/office/drawing/2014/main" id="{8C3B13CA-AAA6-946B-3E2A-12D70F37C958}"/>
                  </a:ext>
                </a:extLst>
              </p:cNvPr>
              <p:cNvSpPr/>
              <p:nvPr/>
            </p:nvSpPr>
            <p:spPr>
              <a:xfrm>
                <a:off x="4979818" y="5681173"/>
                <a:ext cx="6343" cy="6345"/>
              </a:xfrm>
              <a:custGeom>
                <a:avLst/>
                <a:gdLst>
                  <a:gd name="connsiteX0" fmla="*/ 3497 w 6343"/>
                  <a:gd name="connsiteY0" fmla="*/ 6519 h 6345"/>
                  <a:gd name="connsiteX1" fmla="*/ 5740 w 6343"/>
                  <a:gd name="connsiteY1" fmla="*/ 5590 h 6345"/>
                  <a:gd name="connsiteX2" fmla="*/ 6668 w 6343"/>
                  <a:gd name="connsiteY2" fmla="*/ 3346 h 6345"/>
                  <a:gd name="connsiteX3" fmla="*/ 5740 w 6343"/>
                  <a:gd name="connsiteY3" fmla="*/ 1103 h 6345"/>
                  <a:gd name="connsiteX4" fmla="*/ 3497 w 6343"/>
                  <a:gd name="connsiteY4" fmla="*/ 173 h 6345"/>
                  <a:gd name="connsiteX5" fmla="*/ 1254 w 6343"/>
                  <a:gd name="connsiteY5" fmla="*/ 1103 h 6345"/>
                  <a:gd name="connsiteX6" fmla="*/ 325 w 6343"/>
                  <a:gd name="connsiteY6" fmla="*/ 3346 h 6345"/>
                  <a:gd name="connsiteX7" fmla="*/ 1254 w 6343"/>
                  <a:gd name="connsiteY7" fmla="*/ 5590 h 6345"/>
                  <a:gd name="connsiteX8" fmla="*/ 3497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7" y="6519"/>
                    </a:moveTo>
                    <a:cubicBezTo>
                      <a:pt x="4338" y="6519"/>
                      <a:pt x="5145" y="6185"/>
                      <a:pt x="5740" y="5590"/>
                    </a:cubicBezTo>
                    <a:cubicBezTo>
                      <a:pt x="6334" y="4995"/>
                      <a:pt x="6668" y="4188"/>
                      <a:pt x="6668" y="3346"/>
                    </a:cubicBezTo>
                    <a:cubicBezTo>
                      <a:pt x="6668" y="2505"/>
                      <a:pt x="6334" y="1698"/>
                      <a:pt x="5740" y="1103"/>
                    </a:cubicBezTo>
                    <a:cubicBezTo>
                      <a:pt x="5145" y="508"/>
                      <a:pt x="4338" y="173"/>
                      <a:pt x="3497" y="173"/>
                    </a:cubicBezTo>
                    <a:cubicBezTo>
                      <a:pt x="2656" y="173"/>
                      <a:pt x="1849" y="508"/>
                      <a:pt x="1254" y="1103"/>
                    </a:cubicBezTo>
                    <a:cubicBezTo>
                      <a:pt x="660" y="1698"/>
                      <a:pt x="325" y="2505"/>
                      <a:pt x="325" y="3346"/>
                    </a:cubicBezTo>
                    <a:cubicBezTo>
                      <a:pt x="325" y="4188"/>
                      <a:pt x="660" y="4995"/>
                      <a:pt x="1254" y="5590"/>
                    </a:cubicBezTo>
                    <a:cubicBezTo>
                      <a:pt x="1849" y="6185"/>
                      <a:pt x="2656" y="6519"/>
                      <a:pt x="3497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34" name="Freeform: Shape 2933">
                <a:extLst>
                  <a:ext uri="{FF2B5EF4-FFF2-40B4-BE49-F238E27FC236}">
                    <a16:creationId xmlns:a16="http://schemas.microsoft.com/office/drawing/2014/main" id="{02282AE9-ACA0-B074-DCD4-A16BE088C9EE}"/>
                  </a:ext>
                </a:extLst>
              </p:cNvPr>
              <p:cNvSpPr/>
              <p:nvPr/>
            </p:nvSpPr>
            <p:spPr>
              <a:xfrm>
                <a:off x="4978801" y="5688025"/>
                <a:ext cx="6343" cy="6345"/>
              </a:xfrm>
              <a:custGeom>
                <a:avLst/>
                <a:gdLst>
                  <a:gd name="connsiteX0" fmla="*/ 3497 w 6343"/>
                  <a:gd name="connsiteY0" fmla="*/ 6519 h 6345"/>
                  <a:gd name="connsiteX1" fmla="*/ 5739 w 6343"/>
                  <a:gd name="connsiteY1" fmla="*/ 5590 h 6345"/>
                  <a:gd name="connsiteX2" fmla="*/ 6668 w 6343"/>
                  <a:gd name="connsiteY2" fmla="*/ 3347 h 6345"/>
                  <a:gd name="connsiteX3" fmla="*/ 5739 w 6343"/>
                  <a:gd name="connsiteY3" fmla="*/ 1103 h 6345"/>
                  <a:gd name="connsiteX4" fmla="*/ 3497 w 6343"/>
                  <a:gd name="connsiteY4" fmla="*/ 174 h 6345"/>
                  <a:gd name="connsiteX5" fmla="*/ 1254 w 6343"/>
                  <a:gd name="connsiteY5" fmla="*/ 1103 h 6345"/>
                  <a:gd name="connsiteX6" fmla="*/ 325 w 6343"/>
                  <a:gd name="connsiteY6" fmla="*/ 3347 h 6345"/>
                  <a:gd name="connsiteX7" fmla="*/ 1254 w 6343"/>
                  <a:gd name="connsiteY7" fmla="*/ 5590 h 6345"/>
                  <a:gd name="connsiteX8" fmla="*/ 3497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7" y="6519"/>
                    </a:moveTo>
                    <a:cubicBezTo>
                      <a:pt x="4338" y="6519"/>
                      <a:pt x="5145" y="6185"/>
                      <a:pt x="5739" y="5590"/>
                    </a:cubicBezTo>
                    <a:cubicBezTo>
                      <a:pt x="6334" y="4995"/>
                      <a:pt x="6668" y="4188"/>
                      <a:pt x="6668" y="3347"/>
                    </a:cubicBezTo>
                    <a:cubicBezTo>
                      <a:pt x="6668" y="2505"/>
                      <a:pt x="6334" y="1698"/>
                      <a:pt x="5739" y="1103"/>
                    </a:cubicBezTo>
                    <a:cubicBezTo>
                      <a:pt x="5145" y="508"/>
                      <a:pt x="4338" y="174"/>
                      <a:pt x="3497" y="174"/>
                    </a:cubicBezTo>
                    <a:cubicBezTo>
                      <a:pt x="2656" y="174"/>
                      <a:pt x="1849" y="508"/>
                      <a:pt x="1254" y="1103"/>
                    </a:cubicBezTo>
                    <a:cubicBezTo>
                      <a:pt x="659" y="1698"/>
                      <a:pt x="325" y="2505"/>
                      <a:pt x="325" y="3347"/>
                    </a:cubicBezTo>
                    <a:cubicBezTo>
                      <a:pt x="325" y="4188"/>
                      <a:pt x="659" y="4995"/>
                      <a:pt x="1254" y="5590"/>
                    </a:cubicBezTo>
                    <a:cubicBezTo>
                      <a:pt x="1849" y="6185"/>
                      <a:pt x="2656" y="6519"/>
                      <a:pt x="3497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35" name="Freeform: Shape 2934">
                <a:extLst>
                  <a:ext uri="{FF2B5EF4-FFF2-40B4-BE49-F238E27FC236}">
                    <a16:creationId xmlns:a16="http://schemas.microsoft.com/office/drawing/2014/main" id="{0683D5A3-101E-30BB-4BFE-813507A58BEC}"/>
                  </a:ext>
                </a:extLst>
              </p:cNvPr>
              <p:cNvSpPr/>
              <p:nvPr/>
            </p:nvSpPr>
            <p:spPr>
              <a:xfrm>
                <a:off x="4968554" y="5708661"/>
                <a:ext cx="6343" cy="6345"/>
              </a:xfrm>
              <a:custGeom>
                <a:avLst/>
                <a:gdLst>
                  <a:gd name="connsiteX0" fmla="*/ 3496 w 6343"/>
                  <a:gd name="connsiteY0" fmla="*/ 6521 h 6345"/>
                  <a:gd name="connsiteX1" fmla="*/ 5739 w 6343"/>
                  <a:gd name="connsiteY1" fmla="*/ 5592 h 6345"/>
                  <a:gd name="connsiteX2" fmla="*/ 6668 w 6343"/>
                  <a:gd name="connsiteY2" fmla="*/ 3348 h 6345"/>
                  <a:gd name="connsiteX3" fmla="*/ 5739 w 6343"/>
                  <a:gd name="connsiteY3" fmla="*/ 1105 h 6345"/>
                  <a:gd name="connsiteX4" fmla="*/ 3496 w 6343"/>
                  <a:gd name="connsiteY4" fmla="*/ 176 h 6345"/>
                  <a:gd name="connsiteX5" fmla="*/ 1253 w 6343"/>
                  <a:gd name="connsiteY5" fmla="*/ 1105 h 6345"/>
                  <a:gd name="connsiteX6" fmla="*/ 324 w 6343"/>
                  <a:gd name="connsiteY6" fmla="*/ 3348 h 6345"/>
                  <a:gd name="connsiteX7" fmla="*/ 1253 w 6343"/>
                  <a:gd name="connsiteY7" fmla="*/ 5592 h 6345"/>
                  <a:gd name="connsiteX8" fmla="*/ 3496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6" y="6521"/>
                    </a:moveTo>
                    <a:cubicBezTo>
                      <a:pt x="4337" y="6521"/>
                      <a:pt x="5144" y="6187"/>
                      <a:pt x="5739" y="5592"/>
                    </a:cubicBezTo>
                    <a:cubicBezTo>
                      <a:pt x="6333" y="4997"/>
                      <a:pt x="6668" y="4190"/>
                      <a:pt x="6668" y="3348"/>
                    </a:cubicBezTo>
                    <a:cubicBezTo>
                      <a:pt x="6668" y="2507"/>
                      <a:pt x="6333" y="1700"/>
                      <a:pt x="5739" y="1105"/>
                    </a:cubicBezTo>
                    <a:cubicBezTo>
                      <a:pt x="5144" y="510"/>
                      <a:pt x="4337" y="176"/>
                      <a:pt x="3496" y="176"/>
                    </a:cubicBezTo>
                    <a:cubicBezTo>
                      <a:pt x="2655" y="176"/>
                      <a:pt x="1848" y="510"/>
                      <a:pt x="1253" y="1105"/>
                    </a:cubicBezTo>
                    <a:cubicBezTo>
                      <a:pt x="659" y="1700"/>
                      <a:pt x="324" y="2507"/>
                      <a:pt x="324" y="3348"/>
                    </a:cubicBezTo>
                    <a:cubicBezTo>
                      <a:pt x="324" y="4190"/>
                      <a:pt x="659" y="4997"/>
                      <a:pt x="1253" y="5592"/>
                    </a:cubicBezTo>
                    <a:cubicBezTo>
                      <a:pt x="1848" y="6187"/>
                      <a:pt x="2655" y="6521"/>
                      <a:pt x="3496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36" name="Freeform: Shape 2935">
                <a:extLst>
                  <a:ext uri="{FF2B5EF4-FFF2-40B4-BE49-F238E27FC236}">
                    <a16:creationId xmlns:a16="http://schemas.microsoft.com/office/drawing/2014/main" id="{D30B6DEA-ADED-6BC7-E82B-D4C6BAE67063}"/>
                  </a:ext>
                </a:extLst>
              </p:cNvPr>
              <p:cNvSpPr/>
              <p:nvPr/>
            </p:nvSpPr>
            <p:spPr>
              <a:xfrm>
                <a:off x="4967225" y="5715413"/>
                <a:ext cx="6343" cy="6345"/>
              </a:xfrm>
              <a:custGeom>
                <a:avLst/>
                <a:gdLst>
                  <a:gd name="connsiteX0" fmla="*/ 3496 w 6343"/>
                  <a:gd name="connsiteY0" fmla="*/ 6522 h 6345"/>
                  <a:gd name="connsiteX1" fmla="*/ 5739 w 6343"/>
                  <a:gd name="connsiteY1" fmla="*/ 5592 h 6345"/>
                  <a:gd name="connsiteX2" fmla="*/ 6667 w 6343"/>
                  <a:gd name="connsiteY2" fmla="*/ 3349 h 6345"/>
                  <a:gd name="connsiteX3" fmla="*/ 5739 w 6343"/>
                  <a:gd name="connsiteY3" fmla="*/ 1105 h 6345"/>
                  <a:gd name="connsiteX4" fmla="*/ 3496 w 6343"/>
                  <a:gd name="connsiteY4" fmla="*/ 176 h 6345"/>
                  <a:gd name="connsiteX5" fmla="*/ 1253 w 6343"/>
                  <a:gd name="connsiteY5" fmla="*/ 1105 h 6345"/>
                  <a:gd name="connsiteX6" fmla="*/ 324 w 6343"/>
                  <a:gd name="connsiteY6" fmla="*/ 3349 h 6345"/>
                  <a:gd name="connsiteX7" fmla="*/ 1253 w 6343"/>
                  <a:gd name="connsiteY7" fmla="*/ 5592 h 6345"/>
                  <a:gd name="connsiteX8" fmla="*/ 3496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6" y="6522"/>
                    </a:moveTo>
                    <a:cubicBezTo>
                      <a:pt x="4337" y="6522"/>
                      <a:pt x="5144" y="6187"/>
                      <a:pt x="5739" y="5592"/>
                    </a:cubicBezTo>
                    <a:cubicBezTo>
                      <a:pt x="6333" y="4997"/>
                      <a:pt x="6667" y="4190"/>
                      <a:pt x="6667" y="3349"/>
                    </a:cubicBezTo>
                    <a:cubicBezTo>
                      <a:pt x="6667" y="2507"/>
                      <a:pt x="6333" y="1700"/>
                      <a:pt x="5739" y="1105"/>
                    </a:cubicBezTo>
                    <a:cubicBezTo>
                      <a:pt x="5144" y="510"/>
                      <a:pt x="4337" y="176"/>
                      <a:pt x="3496" y="176"/>
                    </a:cubicBezTo>
                    <a:cubicBezTo>
                      <a:pt x="2655" y="176"/>
                      <a:pt x="1848" y="510"/>
                      <a:pt x="1253" y="1105"/>
                    </a:cubicBezTo>
                    <a:cubicBezTo>
                      <a:pt x="659" y="1700"/>
                      <a:pt x="324" y="2507"/>
                      <a:pt x="324" y="3349"/>
                    </a:cubicBezTo>
                    <a:cubicBezTo>
                      <a:pt x="324" y="4190"/>
                      <a:pt x="659" y="4997"/>
                      <a:pt x="1253" y="5592"/>
                    </a:cubicBezTo>
                    <a:cubicBezTo>
                      <a:pt x="1848" y="6187"/>
                      <a:pt x="2655" y="6522"/>
                      <a:pt x="3496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37" name="Freeform: Shape 2936">
                <a:extLst>
                  <a:ext uri="{FF2B5EF4-FFF2-40B4-BE49-F238E27FC236}">
                    <a16:creationId xmlns:a16="http://schemas.microsoft.com/office/drawing/2014/main" id="{3A29D4DB-2859-11AE-62AC-510D2711E15C}"/>
                  </a:ext>
                </a:extLst>
              </p:cNvPr>
              <p:cNvSpPr/>
              <p:nvPr/>
            </p:nvSpPr>
            <p:spPr>
              <a:xfrm>
                <a:off x="4237030" y="5735548"/>
                <a:ext cx="6343" cy="6345"/>
              </a:xfrm>
              <a:custGeom>
                <a:avLst/>
                <a:gdLst>
                  <a:gd name="connsiteX0" fmla="*/ 3438 w 6343"/>
                  <a:gd name="connsiteY0" fmla="*/ 6523 h 6345"/>
                  <a:gd name="connsiteX1" fmla="*/ 5681 w 6343"/>
                  <a:gd name="connsiteY1" fmla="*/ 5594 h 6345"/>
                  <a:gd name="connsiteX2" fmla="*/ 6610 w 6343"/>
                  <a:gd name="connsiteY2" fmla="*/ 3350 h 6345"/>
                  <a:gd name="connsiteX3" fmla="*/ 5681 w 6343"/>
                  <a:gd name="connsiteY3" fmla="*/ 1107 h 6345"/>
                  <a:gd name="connsiteX4" fmla="*/ 3438 w 6343"/>
                  <a:gd name="connsiteY4" fmla="*/ 178 h 6345"/>
                  <a:gd name="connsiteX5" fmla="*/ 1196 w 6343"/>
                  <a:gd name="connsiteY5" fmla="*/ 1107 h 6345"/>
                  <a:gd name="connsiteX6" fmla="*/ 267 w 6343"/>
                  <a:gd name="connsiteY6" fmla="*/ 3350 h 6345"/>
                  <a:gd name="connsiteX7" fmla="*/ 1196 w 6343"/>
                  <a:gd name="connsiteY7" fmla="*/ 5594 h 6345"/>
                  <a:gd name="connsiteX8" fmla="*/ 3438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3"/>
                    </a:moveTo>
                    <a:cubicBezTo>
                      <a:pt x="4279" y="6523"/>
                      <a:pt x="5086" y="6189"/>
                      <a:pt x="5681" y="5594"/>
                    </a:cubicBezTo>
                    <a:cubicBezTo>
                      <a:pt x="6276" y="4999"/>
                      <a:pt x="6610" y="4192"/>
                      <a:pt x="6610" y="3350"/>
                    </a:cubicBezTo>
                    <a:cubicBezTo>
                      <a:pt x="6610" y="2509"/>
                      <a:pt x="6276" y="1702"/>
                      <a:pt x="5681" y="1107"/>
                    </a:cubicBezTo>
                    <a:cubicBezTo>
                      <a:pt x="5086" y="512"/>
                      <a:pt x="4279" y="178"/>
                      <a:pt x="3438" y="178"/>
                    </a:cubicBezTo>
                    <a:cubicBezTo>
                      <a:pt x="2597" y="178"/>
                      <a:pt x="1790" y="512"/>
                      <a:pt x="1196" y="1107"/>
                    </a:cubicBezTo>
                    <a:cubicBezTo>
                      <a:pt x="601" y="1702"/>
                      <a:pt x="267" y="2509"/>
                      <a:pt x="267" y="3350"/>
                    </a:cubicBezTo>
                    <a:cubicBezTo>
                      <a:pt x="267" y="4192"/>
                      <a:pt x="601" y="4999"/>
                      <a:pt x="1196" y="5594"/>
                    </a:cubicBezTo>
                    <a:cubicBezTo>
                      <a:pt x="1790" y="6189"/>
                      <a:pt x="2597" y="6523"/>
                      <a:pt x="3438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38" name="Freeform: Shape 2937">
                <a:extLst>
                  <a:ext uri="{FF2B5EF4-FFF2-40B4-BE49-F238E27FC236}">
                    <a16:creationId xmlns:a16="http://schemas.microsoft.com/office/drawing/2014/main" id="{4D4A030D-3FFD-852E-E92A-3313827BB814}"/>
                  </a:ext>
                </a:extLst>
              </p:cNvPr>
              <p:cNvSpPr/>
              <p:nvPr/>
            </p:nvSpPr>
            <p:spPr>
              <a:xfrm>
                <a:off x="4236976" y="5737781"/>
                <a:ext cx="6343" cy="6345"/>
              </a:xfrm>
              <a:custGeom>
                <a:avLst/>
                <a:gdLst>
                  <a:gd name="connsiteX0" fmla="*/ 3438 w 6343"/>
                  <a:gd name="connsiteY0" fmla="*/ 6523 h 6345"/>
                  <a:gd name="connsiteX1" fmla="*/ 5681 w 6343"/>
                  <a:gd name="connsiteY1" fmla="*/ 5594 h 6345"/>
                  <a:gd name="connsiteX2" fmla="*/ 6610 w 6343"/>
                  <a:gd name="connsiteY2" fmla="*/ 3351 h 6345"/>
                  <a:gd name="connsiteX3" fmla="*/ 5681 w 6343"/>
                  <a:gd name="connsiteY3" fmla="*/ 1107 h 6345"/>
                  <a:gd name="connsiteX4" fmla="*/ 3438 w 6343"/>
                  <a:gd name="connsiteY4" fmla="*/ 178 h 6345"/>
                  <a:gd name="connsiteX5" fmla="*/ 1196 w 6343"/>
                  <a:gd name="connsiteY5" fmla="*/ 1107 h 6345"/>
                  <a:gd name="connsiteX6" fmla="*/ 267 w 6343"/>
                  <a:gd name="connsiteY6" fmla="*/ 3351 h 6345"/>
                  <a:gd name="connsiteX7" fmla="*/ 1196 w 6343"/>
                  <a:gd name="connsiteY7" fmla="*/ 5594 h 6345"/>
                  <a:gd name="connsiteX8" fmla="*/ 3438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3"/>
                    </a:moveTo>
                    <a:cubicBezTo>
                      <a:pt x="4279" y="6523"/>
                      <a:pt x="5086" y="6189"/>
                      <a:pt x="5681" y="5594"/>
                    </a:cubicBezTo>
                    <a:cubicBezTo>
                      <a:pt x="6276" y="4999"/>
                      <a:pt x="6610" y="4192"/>
                      <a:pt x="6610" y="3351"/>
                    </a:cubicBezTo>
                    <a:cubicBezTo>
                      <a:pt x="6610" y="2509"/>
                      <a:pt x="6276" y="1702"/>
                      <a:pt x="5681" y="1107"/>
                    </a:cubicBezTo>
                    <a:cubicBezTo>
                      <a:pt x="5086" y="512"/>
                      <a:pt x="4279" y="178"/>
                      <a:pt x="3438" y="178"/>
                    </a:cubicBezTo>
                    <a:cubicBezTo>
                      <a:pt x="2597" y="178"/>
                      <a:pt x="1790" y="512"/>
                      <a:pt x="1196" y="1107"/>
                    </a:cubicBezTo>
                    <a:cubicBezTo>
                      <a:pt x="601" y="1702"/>
                      <a:pt x="267" y="2509"/>
                      <a:pt x="267" y="3351"/>
                    </a:cubicBezTo>
                    <a:cubicBezTo>
                      <a:pt x="267" y="4192"/>
                      <a:pt x="601" y="4999"/>
                      <a:pt x="1196" y="5594"/>
                    </a:cubicBezTo>
                    <a:cubicBezTo>
                      <a:pt x="1790" y="6189"/>
                      <a:pt x="2597" y="6523"/>
                      <a:pt x="3438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39" name="Freeform: Shape 2938">
                <a:extLst>
                  <a:ext uri="{FF2B5EF4-FFF2-40B4-BE49-F238E27FC236}">
                    <a16:creationId xmlns:a16="http://schemas.microsoft.com/office/drawing/2014/main" id="{92ABE217-2AA7-3A5B-0D93-1FD51D97F8B3}"/>
                  </a:ext>
                </a:extLst>
              </p:cNvPr>
              <p:cNvSpPr/>
              <p:nvPr/>
            </p:nvSpPr>
            <p:spPr>
              <a:xfrm>
                <a:off x="4236766" y="5740013"/>
                <a:ext cx="6343" cy="6345"/>
              </a:xfrm>
              <a:custGeom>
                <a:avLst/>
                <a:gdLst>
                  <a:gd name="connsiteX0" fmla="*/ 3438 w 6343"/>
                  <a:gd name="connsiteY0" fmla="*/ 6524 h 6345"/>
                  <a:gd name="connsiteX1" fmla="*/ 5681 w 6343"/>
                  <a:gd name="connsiteY1" fmla="*/ 5594 h 6345"/>
                  <a:gd name="connsiteX2" fmla="*/ 6610 w 6343"/>
                  <a:gd name="connsiteY2" fmla="*/ 3351 h 6345"/>
                  <a:gd name="connsiteX3" fmla="*/ 5681 w 6343"/>
                  <a:gd name="connsiteY3" fmla="*/ 1107 h 6345"/>
                  <a:gd name="connsiteX4" fmla="*/ 3438 w 6343"/>
                  <a:gd name="connsiteY4" fmla="*/ 178 h 6345"/>
                  <a:gd name="connsiteX5" fmla="*/ 1196 w 6343"/>
                  <a:gd name="connsiteY5" fmla="*/ 1107 h 6345"/>
                  <a:gd name="connsiteX6" fmla="*/ 267 w 6343"/>
                  <a:gd name="connsiteY6" fmla="*/ 3351 h 6345"/>
                  <a:gd name="connsiteX7" fmla="*/ 1196 w 6343"/>
                  <a:gd name="connsiteY7" fmla="*/ 5594 h 6345"/>
                  <a:gd name="connsiteX8" fmla="*/ 343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4"/>
                    </a:moveTo>
                    <a:cubicBezTo>
                      <a:pt x="4279" y="6524"/>
                      <a:pt x="5086" y="6189"/>
                      <a:pt x="5681" y="5594"/>
                    </a:cubicBezTo>
                    <a:cubicBezTo>
                      <a:pt x="6276" y="4999"/>
                      <a:pt x="6610" y="4192"/>
                      <a:pt x="6610" y="3351"/>
                    </a:cubicBezTo>
                    <a:cubicBezTo>
                      <a:pt x="6610" y="2509"/>
                      <a:pt x="6276" y="1702"/>
                      <a:pt x="5681" y="1107"/>
                    </a:cubicBezTo>
                    <a:cubicBezTo>
                      <a:pt x="5086" y="512"/>
                      <a:pt x="4279" y="178"/>
                      <a:pt x="3438" y="178"/>
                    </a:cubicBezTo>
                    <a:cubicBezTo>
                      <a:pt x="2597" y="178"/>
                      <a:pt x="1790" y="512"/>
                      <a:pt x="1196" y="1107"/>
                    </a:cubicBezTo>
                    <a:cubicBezTo>
                      <a:pt x="601" y="1702"/>
                      <a:pt x="267" y="2509"/>
                      <a:pt x="267" y="3351"/>
                    </a:cubicBezTo>
                    <a:cubicBezTo>
                      <a:pt x="267" y="4192"/>
                      <a:pt x="601" y="4999"/>
                      <a:pt x="1196" y="5594"/>
                    </a:cubicBezTo>
                    <a:cubicBezTo>
                      <a:pt x="1790" y="6189"/>
                      <a:pt x="2597" y="6524"/>
                      <a:pt x="343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40" name="Freeform: Shape 2939">
                <a:extLst>
                  <a:ext uri="{FF2B5EF4-FFF2-40B4-BE49-F238E27FC236}">
                    <a16:creationId xmlns:a16="http://schemas.microsoft.com/office/drawing/2014/main" id="{CD6FBB35-A9C2-8835-BBC9-D76908AA05F5}"/>
                  </a:ext>
                </a:extLst>
              </p:cNvPr>
              <p:cNvSpPr/>
              <p:nvPr/>
            </p:nvSpPr>
            <p:spPr>
              <a:xfrm>
                <a:off x="4236684" y="5742244"/>
                <a:ext cx="6343" cy="6345"/>
              </a:xfrm>
              <a:custGeom>
                <a:avLst/>
                <a:gdLst>
                  <a:gd name="connsiteX0" fmla="*/ 3438 w 6343"/>
                  <a:gd name="connsiteY0" fmla="*/ 6524 h 6345"/>
                  <a:gd name="connsiteX1" fmla="*/ 5681 w 6343"/>
                  <a:gd name="connsiteY1" fmla="*/ 5594 h 6345"/>
                  <a:gd name="connsiteX2" fmla="*/ 6610 w 6343"/>
                  <a:gd name="connsiteY2" fmla="*/ 3351 h 6345"/>
                  <a:gd name="connsiteX3" fmla="*/ 5681 w 6343"/>
                  <a:gd name="connsiteY3" fmla="*/ 1108 h 6345"/>
                  <a:gd name="connsiteX4" fmla="*/ 3438 w 6343"/>
                  <a:gd name="connsiteY4" fmla="*/ 178 h 6345"/>
                  <a:gd name="connsiteX5" fmla="*/ 1196 w 6343"/>
                  <a:gd name="connsiteY5" fmla="*/ 1108 h 6345"/>
                  <a:gd name="connsiteX6" fmla="*/ 267 w 6343"/>
                  <a:gd name="connsiteY6" fmla="*/ 3351 h 6345"/>
                  <a:gd name="connsiteX7" fmla="*/ 1196 w 6343"/>
                  <a:gd name="connsiteY7" fmla="*/ 5594 h 6345"/>
                  <a:gd name="connsiteX8" fmla="*/ 343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4"/>
                    </a:moveTo>
                    <a:cubicBezTo>
                      <a:pt x="4279" y="6524"/>
                      <a:pt x="5086" y="6189"/>
                      <a:pt x="5681" y="5594"/>
                    </a:cubicBezTo>
                    <a:cubicBezTo>
                      <a:pt x="6276" y="4999"/>
                      <a:pt x="6610" y="4192"/>
                      <a:pt x="6610" y="3351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79" y="178"/>
                      <a:pt x="3438" y="178"/>
                    </a:cubicBezTo>
                    <a:cubicBezTo>
                      <a:pt x="2597" y="178"/>
                      <a:pt x="1790" y="513"/>
                      <a:pt x="1196" y="1108"/>
                    </a:cubicBezTo>
                    <a:cubicBezTo>
                      <a:pt x="601" y="1703"/>
                      <a:pt x="267" y="2510"/>
                      <a:pt x="267" y="3351"/>
                    </a:cubicBezTo>
                    <a:cubicBezTo>
                      <a:pt x="267" y="4192"/>
                      <a:pt x="601" y="4999"/>
                      <a:pt x="1196" y="5594"/>
                    </a:cubicBezTo>
                    <a:cubicBezTo>
                      <a:pt x="1790" y="6189"/>
                      <a:pt x="2597" y="6524"/>
                      <a:pt x="343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41" name="Freeform: Shape 2940">
                <a:extLst>
                  <a:ext uri="{FF2B5EF4-FFF2-40B4-BE49-F238E27FC236}">
                    <a16:creationId xmlns:a16="http://schemas.microsoft.com/office/drawing/2014/main" id="{4F2A051A-B1FF-AA33-1F0F-906D57E45867}"/>
                  </a:ext>
                </a:extLst>
              </p:cNvPr>
              <p:cNvSpPr/>
              <p:nvPr/>
            </p:nvSpPr>
            <p:spPr>
              <a:xfrm>
                <a:off x="4236351" y="5744469"/>
                <a:ext cx="6343" cy="6345"/>
              </a:xfrm>
              <a:custGeom>
                <a:avLst/>
                <a:gdLst>
                  <a:gd name="connsiteX0" fmla="*/ 3438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1 h 6345"/>
                  <a:gd name="connsiteX3" fmla="*/ 5681 w 6343"/>
                  <a:gd name="connsiteY3" fmla="*/ 1108 h 6345"/>
                  <a:gd name="connsiteX4" fmla="*/ 3438 w 6343"/>
                  <a:gd name="connsiteY4" fmla="*/ 178 h 6345"/>
                  <a:gd name="connsiteX5" fmla="*/ 1196 w 6343"/>
                  <a:gd name="connsiteY5" fmla="*/ 1108 h 6345"/>
                  <a:gd name="connsiteX6" fmla="*/ 267 w 6343"/>
                  <a:gd name="connsiteY6" fmla="*/ 3351 h 6345"/>
                  <a:gd name="connsiteX7" fmla="*/ 1196 w 6343"/>
                  <a:gd name="connsiteY7" fmla="*/ 5595 h 6345"/>
                  <a:gd name="connsiteX8" fmla="*/ 343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4"/>
                    </a:moveTo>
                    <a:cubicBezTo>
                      <a:pt x="4279" y="6524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1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79" y="178"/>
                      <a:pt x="3438" y="178"/>
                    </a:cubicBezTo>
                    <a:cubicBezTo>
                      <a:pt x="2597" y="178"/>
                      <a:pt x="1790" y="513"/>
                      <a:pt x="1196" y="1108"/>
                    </a:cubicBezTo>
                    <a:cubicBezTo>
                      <a:pt x="601" y="1703"/>
                      <a:pt x="267" y="2510"/>
                      <a:pt x="267" y="3351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0" y="6190"/>
                      <a:pt x="2597" y="6524"/>
                      <a:pt x="343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42" name="Freeform: Shape 2941">
                <a:extLst>
                  <a:ext uri="{FF2B5EF4-FFF2-40B4-BE49-F238E27FC236}">
                    <a16:creationId xmlns:a16="http://schemas.microsoft.com/office/drawing/2014/main" id="{8DCE18D0-A104-F29A-4AB8-0E3B8F902F47}"/>
                  </a:ext>
                </a:extLst>
              </p:cNvPr>
              <p:cNvSpPr/>
              <p:nvPr/>
            </p:nvSpPr>
            <p:spPr>
              <a:xfrm>
                <a:off x="4235387" y="5746671"/>
                <a:ext cx="6343" cy="6345"/>
              </a:xfrm>
              <a:custGeom>
                <a:avLst/>
                <a:gdLst>
                  <a:gd name="connsiteX0" fmla="*/ 3438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1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1 h 6345"/>
                  <a:gd name="connsiteX7" fmla="*/ 1196 w 6343"/>
                  <a:gd name="connsiteY7" fmla="*/ 5595 h 6345"/>
                  <a:gd name="connsiteX8" fmla="*/ 343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4"/>
                    </a:moveTo>
                    <a:cubicBezTo>
                      <a:pt x="4279" y="6524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1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79" y="179"/>
                      <a:pt x="3438" y="179"/>
                    </a:cubicBezTo>
                    <a:cubicBezTo>
                      <a:pt x="2597" y="179"/>
                      <a:pt x="1790" y="513"/>
                      <a:pt x="1196" y="1108"/>
                    </a:cubicBezTo>
                    <a:cubicBezTo>
                      <a:pt x="601" y="1703"/>
                      <a:pt x="267" y="2510"/>
                      <a:pt x="267" y="3351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0" y="6190"/>
                      <a:pt x="2597" y="6524"/>
                      <a:pt x="343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43" name="Freeform: Shape 2942">
                <a:extLst>
                  <a:ext uri="{FF2B5EF4-FFF2-40B4-BE49-F238E27FC236}">
                    <a16:creationId xmlns:a16="http://schemas.microsoft.com/office/drawing/2014/main" id="{4F7E5916-24D2-08BF-A4B7-91243D6AB122}"/>
                  </a:ext>
                </a:extLst>
              </p:cNvPr>
              <p:cNvSpPr/>
              <p:nvPr/>
            </p:nvSpPr>
            <p:spPr>
              <a:xfrm>
                <a:off x="4939343" y="5774850"/>
                <a:ext cx="6343" cy="6345"/>
              </a:xfrm>
              <a:custGeom>
                <a:avLst/>
                <a:gdLst>
                  <a:gd name="connsiteX0" fmla="*/ 3494 w 6343"/>
                  <a:gd name="connsiteY0" fmla="*/ 6526 h 6345"/>
                  <a:gd name="connsiteX1" fmla="*/ 5736 w 6343"/>
                  <a:gd name="connsiteY1" fmla="*/ 5597 h 6345"/>
                  <a:gd name="connsiteX2" fmla="*/ 6665 w 6343"/>
                  <a:gd name="connsiteY2" fmla="*/ 3354 h 6345"/>
                  <a:gd name="connsiteX3" fmla="*/ 5736 w 6343"/>
                  <a:gd name="connsiteY3" fmla="*/ 1110 h 6345"/>
                  <a:gd name="connsiteX4" fmla="*/ 3494 w 6343"/>
                  <a:gd name="connsiteY4" fmla="*/ 181 h 6345"/>
                  <a:gd name="connsiteX5" fmla="*/ 1251 w 6343"/>
                  <a:gd name="connsiteY5" fmla="*/ 1110 h 6345"/>
                  <a:gd name="connsiteX6" fmla="*/ 322 w 6343"/>
                  <a:gd name="connsiteY6" fmla="*/ 3354 h 6345"/>
                  <a:gd name="connsiteX7" fmla="*/ 1251 w 6343"/>
                  <a:gd name="connsiteY7" fmla="*/ 5597 h 6345"/>
                  <a:gd name="connsiteX8" fmla="*/ 3494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4" y="6526"/>
                    </a:moveTo>
                    <a:cubicBezTo>
                      <a:pt x="4335" y="6526"/>
                      <a:pt x="5142" y="6192"/>
                      <a:pt x="5736" y="5597"/>
                    </a:cubicBezTo>
                    <a:cubicBezTo>
                      <a:pt x="6331" y="5002"/>
                      <a:pt x="6665" y="4195"/>
                      <a:pt x="6665" y="3354"/>
                    </a:cubicBezTo>
                    <a:cubicBezTo>
                      <a:pt x="6665" y="2512"/>
                      <a:pt x="6331" y="1705"/>
                      <a:pt x="5736" y="1110"/>
                    </a:cubicBezTo>
                    <a:cubicBezTo>
                      <a:pt x="5142" y="515"/>
                      <a:pt x="4335" y="181"/>
                      <a:pt x="3494" y="181"/>
                    </a:cubicBezTo>
                    <a:cubicBezTo>
                      <a:pt x="2653" y="181"/>
                      <a:pt x="1846" y="515"/>
                      <a:pt x="1251" y="1110"/>
                    </a:cubicBezTo>
                    <a:cubicBezTo>
                      <a:pt x="656" y="1705"/>
                      <a:pt x="322" y="2512"/>
                      <a:pt x="322" y="3354"/>
                    </a:cubicBezTo>
                    <a:cubicBezTo>
                      <a:pt x="322" y="4195"/>
                      <a:pt x="656" y="5002"/>
                      <a:pt x="1251" y="5597"/>
                    </a:cubicBezTo>
                    <a:cubicBezTo>
                      <a:pt x="1846" y="6192"/>
                      <a:pt x="2653" y="6526"/>
                      <a:pt x="3494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44" name="Freeform: Shape 2943">
                <a:extLst>
                  <a:ext uri="{FF2B5EF4-FFF2-40B4-BE49-F238E27FC236}">
                    <a16:creationId xmlns:a16="http://schemas.microsoft.com/office/drawing/2014/main" id="{09B309D0-1D44-2FA6-8C43-69259DFF0C5F}"/>
                  </a:ext>
                </a:extLst>
              </p:cNvPr>
              <p:cNvSpPr/>
              <p:nvPr/>
            </p:nvSpPr>
            <p:spPr>
              <a:xfrm>
                <a:off x="4935709" y="5781249"/>
                <a:ext cx="6343" cy="6345"/>
              </a:xfrm>
              <a:custGeom>
                <a:avLst/>
                <a:gdLst>
                  <a:gd name="connsiteX0" fmla="*/ 3493 w 6343"/>
                  <a:gd name="connsiteY0" fmla="*/ 6527 h 6345"/>
                  <a:gd name="connsiteX1" fmla="*/ 5736 w 6343"/>
                  <a:gd name="connsiteY1" fmla="*/ 5598 h 6345"/>
                  <a:gd name="connsiteX2" fmla="*/ 6665 w 6343"/>
                  <a:gd name="connsiteY2" fmla="*/ 3354 h 6345"/>
                  <a:gd name="connsiteX3" fmla="*/ 5736 w 6343"/>
                  <a:gd name="connsiteY3" fmla="*/ 1111 h 6345"/>
                  <a:gd name="connsiteX4" fmla="*/ 3493 w 6343"/>
                  <a:gd name="connsiteY4" fmla="*/ 181 h 6345"/>
                  <a:gd name="connsiteX5" fmla="*/ 1251 w 6343"/>
                  <a:gd name="connsiteY5" fmla="*/ 1111 h 6345"/>
                  <a:gd name="connsiteX6" fmla="*/ 322 w 6343"/>
                  <a:gd name="connsiteY6" fmla="*/ 3354 h 6345"/>
                  <a:gd name="connsiteX7" fmla="*/ 1251 w 6343"/>
                  <a:gd name="connsiteY7" fmla="*/ 5598 h 6345"/>
                  <a:gd name="connsiteX8" fmla="*/ 3493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3" y="6527"/>
                    </a:moveTo>
                    <a:cubicBezTo>
                      <a:pt x="4335" y="6527"/>
                      <a:pt x="5141" y="6192"/>
                      <a:pt x="5736" y="5598"/>
                    </a:cubicBezTo>
                    <a:cubicBezTo>
                      <a:pt x="6331" y="5003"/>
                      <a:pt x="6665" y="4195"/>
                      <a:pt x="6665" y="3354"/>
                    </a:cubicBezTo>
                    <a:cubicBezTo>
                      <a:pt x="6665" y="2513"/>
                      <a:pt x="6331" y="1706"/>
                      <a:pt x="5736" y="1111"/>
                    </a:cubicBezTo>
                    <a:cubicBezTo>
                      <a:pt x="5141" y="516"/>
                      <a:pt x="4335" y="181"/>
                      <a:pt x="3493" y="181"/>
                    </a:cubicBezTo>
                    <a:cubicBezTo>
                      <a:pt x="2652" y="181"/>
                      <a:pt x="1846" y="516"/>
                      <a:pt x="1251" y="1111"/>
                    </a:cubicBezTo>
                    <a:cubicBezTo>
                      <a:pt x="656" y="1706"/>
                      <a:pt x="322" y="2513"/>
                      <a:pt x="322" y="3354"/>
                    </a:cubicBezTo>
                    <a:cubicBezTo>
                      <a:pt x="322" y="4195"/>
                      <a:pt x="656" y="5003"/>
                      <a:pt x="1251" y="5598"/>
                    </a:cubicBezTo>
                    <a:cubicBezTo>
                      <a:pt x="1846" y="6192"/>
                      <a:pt x="2652" y="6527"/>
                      <a:pt x="3493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45" name="Freeform: Shape 2944">
                <a:extLst>
                  <a:ext uri="{FF2B5EF4-FFF2-40B4-BE49-F238E27FC236}">
                    <a16:creationId xmlns:a16="http://schemas.microsoft.com/office/drawing/2014/main" id="{16B4AA97-492A-C5DA-3052-DCA7F4BEA4A8}"/>
                  </a:ext>
                </a:extLst>
              </p:cNvPr>
              <p:cNvSpPr/>
              <p:nvPr/>
            </p:nvSpPr>
            <p:spPr>
              <a:xfrm>
                <a:off x="4928089" y="5793904"/>
                <a:ext cx="6343" cy="6345"/>
              </a:xfrm>
              <a:custGeom>
                <a:avLst/>
                <a:gdLst>
                  <a:gd name="connsiteX0" fmla="*/ 3493 w 6343"/>
                  <a:gd name="connsiteY0" fmla="*/ 6528 h 6345"/>
                  <a:gd name="connsiteX1" fmla="*/ 5735 w 6343"/>
                  <a:gd name="connsiteY1" fmla="*/ 5599 h 6345"/>
                  <a:gd name="connsiteX2" fmla="*/ 6664 w 6343"/>
                  <a:gd name="connsiteY2" fmla="*/ 3355 h 6345"/>
                  <a:gd name="connsiteX3" fmla="*/ 5735 w 6343"/>
                  <a:gd name="connsiteY3" fmla="*/ 1112 h 6345"/>
                  <a:gd name="connsiteX4" fmla="*/ 3493 w 6343"/>
                  <a:gd name="connsiteY4" fmla="*/ 182 h 6345"/>
                  <a:gd name="connsiteX5" fmla="*/ 1250 w 6343"/>
                  <a:gd name="connsiteY5" fmla="*/ 1112 h 6345"/>
                  <a:gd name="connsiteX6" fmla="*/ 321 w 6343"/>
                  <a:gd name="connsiteY6" fmla="*/ 3355 h 6345"/>
                  <a:gd name="connsiteX7" fmla="*/ 1250 w 6343"/>
                  <a:gd name="connsiteY7" fmla="*/ 5599 h 6345"/>
                  <a:gd name="connsiteX8" fmla="*/ 3493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3" y="6528"/>
                    </a:moveTo>
                    <a:cubicBezTo>
                      <a:pt x="4334" y="6528"/>
                      <a:pt x="5141" y="6193"/>
                      <a:pt x="5735" y="5599"/>
                    </a:cubicBezTo>
                    <a:cubicBezTo>
                      <a:pt x="6330" y="5004"/>
                      <a:pt x="6664" y="4196"/>
                      <a:pt x="6664" y="3355"/>
                    </a:cubicBezTo>
                    <a:cubicBezTo>
                      <a:pt x="6664" y="2514"/>
                      <a:pt x="6330" y="1707"/>
                      <a:pt x="5735" y="1112"/>
                    </a:cubicBezTo>
                    <a:cubicBezTo>
                      <a:pt x="5141" y="517"/>
                      <a:pt x="4334" y="182"/>
                      <a:pt x="3493" y="182"/>
                    </a:cubicBezTo>
                    <a:cubicBezTo>
                      <a:pt x="2652" y="182"/>
                      <a:pt x="1845" y="517"/>
                      <a:pt x="1250" y="1112"/>
                    </a:cubicBezTo>
                    <a:cubicBezTo>
                      <a:pt x="655" y="1707"/>
                      <a:pt x="321" y="2514"/>
                      <a:pt x="321" y="3355"/>
                    </a:cubicBezTo>
                    <a:cubicBezTo>
                      <a:pt x="321" y="4196"/>
                      <a:pt x="655" y="5004"/>
                      <a:pt x="1250" y="5599"/>
                    </a:cubicBezTo>
                    <a:cubicBezTo>
                      <a:pt x="1845" y="6193"/>
                      <a:pt x="2652" y="6528"/>
                      <a:pt x="3493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46" name="Freeform: Shape 2945">
                <a:extLst>
                  <a:ext uri="{FF2B5EF4-FFF2-40B4-BE49-F238E27FC236}">
                    <a16:creationId xmlns:a16="http://schemas.microsoft.com/office/drawing/2014/main" id="{EE920212-D76A-F2D3-4D21-F1F67925C412}"/>
                  </a:ext>
                </a:extLst>
              </p:cNvPr>
              <p:cNvSpPr/>
              <p:nvPr/>
            </p:nvSpPr>
            <p:spPr>
              <a:xfrm>
                <a:off x="4928091" y="5800402"/>
                <a:ext cx="6343" cy="6345"/>
              </a:xfrm>
              <a:custGeom>
                <a:avLst/>
                <a:gdLst>
                  <a:gd name="connsiteX0" fmla="*/ 3493 w 6343"/>
                  <a:gd name="connsiteY0" fmla="*/ 6528 h 6345"/>
                  <a:gd name="connsiteX1" fmla="*/ 5735 w 6343"/>
                  <a:gd name="connsiteY1" fmla="*/ 5599 h 6345"/>
                  <a:gd name="connsiteX2" fmla="*/ 6664 w 6343"/>
                  <a:gd name="connsiteY2" fmla="*/ 3356 h 6345"/>
                  <a:gd name="connsiteX3" fmla="*/ 5735 w 6343"/>
                  <a:gd name="connsiteY3" fmla="*/ 1112 h 6345"/>
                  <a:gd name="connsiteX4" fmla="*/ 3493 w 6343"/>
                  <a:gd name="connsiteY4" fmla="*/ 183 h 6345"/>
                  <a:gd name="connsiteX5" fmla="*/ 1250 w 6343"/>
                  <a:gd name="connsiteY5" fmla="*/ 1112 h 6345"/>
                  <a:gd name="connsiteX6" fmla="*/ 321 w 6343"/>
                  <a:gd name="connsiteY6" fmla="*/ 3356 h 6345"/>
                  <a:gd name="connsiteX7" fmla="*/ 1250 w 6343"/>
                  <a:gd name="connsiteY7" fmla="*/ 5599 h 6345"/>
                  <a:gd name="connsiteX8" fmla="*/ 3493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3" y="6528"/>
                    </a:moveTo>
                    <a:cubicBezTo>
                      <a:pt x="4334" y="6528"/>
                      <a:pt x="5141" y="6194"/>
                      <a:pt x="5735" y="5599"/>
                    </a:cubicBezTo>
                    <a:cubicBezTo>
                      <a:pt x="6330" y="5004"/>
                      <a:pt x="6664" y="4197"/>
                      <a:pt x="6664" y="3356"/>
                    </a:cubicBezTo>
                    <a:cubicBezTo>
                      <a:pt x="6664" y="2514"/>
                      <a:pt x="6330" y="1707"/>
                      <a:pt x="5735" y="1112"/>
                    </a:cubicBezTo>
                    <a:cubicBezTo>
                      <a:pt x="5141" y="517"/>
                      <a:pt x="4334" y="183"/>
                      <a:pt x="3493" y="183"/>
                    </a:cubicBezTo>
                    <a:cubicBezTo>
                      <a:pt x="2652" y="183"/>
                      <a:pt x="1845" y="517"/>
                      <a:pt x="1250" y="1112"/>
                    </a:cubicBezTo>
                    <a:cubicBezTo>
                      <a:pt x="655" y="1707"/>
                      <a:pt x="321" y="2514"/>
                      <a:pt x="321" y="3356"/>
                    </a:cubicBezTo>
                    <a:cubicBezTo>
                      <a:pt x="321" y="4197"/>
                      <a:pt x="655" y="5004"/>
                      <a:pt x="1250" y="5599"/>
                    </a:cubicBezTo>
                    <a:cubicBezTo>
                      <a:pt x="1845" y="6194"/>
                      <a:pt x="2652" y="6528"/>
                      <a:pt x="3493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47" name="Freeform: Shape 2946">
                <a:extLst>
                  <a:ext uri="{FF2B5EF4-FFF2-40B4-BE49-F238E27FC236}">
                    <a16:creationId xmlns:a16="http://schemas.microsoft.com/office/drawing/2014/main" id="{89BBBD28-141C-0EC2-1875-45882709601C}"/>
                  </a:ext>
                </a:extLst>
              </p:cNvPr>
              <p:cNvSpPr/>
              <p:nvPr/>
            </p:nvSpPr>
            <p:spPr>
              <a:xfrm>
                <a:off x="4925301" y="5806716"/>
                <a:ext cx="6343" cy="6345"/>
              </a:xfrm>
              <a:custGeom>
                <a:avLst/>
                <a:gdLst>
                  <a:gd name="connsiteX0" fmla="*/ 3493 w 6343"/>
                  <a:gd name="connsiteY0" fmla="*/ 6529 h 6345"/>
                  <a:gd name="connsiteX1" fmla="*/ 5735 w 6343"/>
                  <a:gd name="connsiteY1" fmla="*/ 5600 h 6345"/>
                  <a:gd name="connsiteX2" fmla="*/ 6664 w 6343"/>
                  <a:gd name="connsiteY2" fmla="*/ 3356 h 6345"/>
                  <a:gd name="connsiteX3" fmla="*/ 5735 w 6343"/>
                  <a:gd name="connsiteY3" fmla="*/ 1113 h 6345"/>
                  <a:gd name="connsiteX4" fmla="*/ 3493 w 6343"/>
                  <a:gd name="connsiteY4" fmla="*/ 183 h 6345"/>
                  <a:gd name="connsiteX5" fmla="*/ 1250 w 6343"/>
                  <a:gd name="connsiteY5" fmla="*/ 1113 h 6345"/>
                  <a:gd name="connsiteX6" fmla="*/ 321 w 6343"/>
                  <a:gd name="connsiteY6" fmla="*/ 3356 h 6345"/>
                  <a:gd name="connsiteX7" fmla="*/ 1250 w 6343"/>
                  <a:gd name="connsiteY7" fmla="*/ 5600 h 6345"/>
                  <a:gd name="connsiteX8" fmla="*/ 3493 w 6343"/>
                  <a:gd name="connsiteY8" fmla="*/ 65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3" y="6529"/>
                    </a:moveTo>
                    <a:cubicBezTo>
                      <a:pt x="4334" y="6529"/>
                      <a:pt x="5141" y="6194"/>
                      <a:pt x="5735" y="5600"/>
                    </a:cubicBezTo>
                    <a:cubicBezTo>
                      <a:pt x="6330" y="5005"/>
                      <a:pt x="6664" y="4198"/>
                      <a:pt x="6664" y="3356"/>
                    </a:cubicBezTo>
                    <a:cubicBezTo>
                      <a:pt x="6664" y="2515"/>
                      <a:pt x="6330" y="1708"/>
                      <a:pt x="5735" y="1113"/>
                    </a:cubicBezTo>
                    <a:cubicBezTo>
                      <a:pt x="5141" y="518"/>
                      <a:pt x="4334" y="183"/>
                      <a:pt x="3493" y="183"/>
                    </a:cubicBezTo>
                    <a:cubicBezTo>
                      <a:pt x="2652" y="183"/>
                      <a:pt x="1845" y="518"/>
                      <a:pt x="1250" y="1113"/>
                    </a:cubicBezTo>
                    <a:cubicBezTo>
                      <a:pt x="655" y="1708"/>
                      <a:pt x="321" y="2515"/>
                      <a:pt x="321" y="3356"/>
                    </a:cubicBezTo>
                    <a:cubicBezTo>
                      <a:pt x="321" y="4198"/>
                      <a:pt x="655" y="5005"/>
                      <a:pt x="1250" y="5600"/>
                    </a:cubicBezTo>
                    <a:cubicBezTo>
                      <a:pt x="1845" y="6194"/>
                      <a:pt x="2652" y="6529"/>
                      <a:pt x="3493" y="65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48" name="Freeform: Shape 2947">
                <a:extLst>
                  <a:ext uri="{FF2B5EF4-FFF2-40B4-BE49-F238E27FC236}">
                    <a16:creationId xmlns:a16="http://schemas.microsoft.com/office/drawing/2014/main" id="{4415D5F5-481B-F6FF-F8F0-75BF6C93C57D}"/>
                  </a:ext>
                </a:extLst>
              </p:cNvPr>
              <p:cNvSpPr/>
              <p:nvPr/>
            </p:nvSpPr>
            <p:spPr>
              <a:xfrm>
                <a:off x="4204555" y="5760007"/>
                <a:ext cx="6343" cy="6345"/>
              </a:xfrm>
              <a:custGeom>
                <a:avLst/>
                <a:gdLst>
                  <a:gd name="connsiteX0" fmla="*/ 3436 w 6343"/>
                  <a:gd name="connsiteY0" fmla="*/ 6525 h 6345"/>
                  <a:gd name="connsiteX1" fmla="*/ 5678 w 6343"/>
                  <a:gd name="connsiteY1" fmla="*/ 5596 h 6345"/>
                  <a:gd name="connsiteX2" fmla="*/ 6607 w 6343"/>
                  <a:gd name="connsiteY2" fmla="*/ 3352 h 6345"/>
                  <a:gd name="connsiteX3" fmla="*/ 5678 w 6343"/>
                  <a:gd name="connsiteY3" fmla="*/ 1109 h 6345"/>
                  <a:gd name="connsiteX4" fmla="*/ 3436 w 6343"/>
                  <a:gd name="connsiteY4" fmla="*/ 180 h 6345"/>
                  <a:gd name="connsiteX5" fmla="*/ 1193 w 6343"/>
                  <a:gd name="connsiteY5" fmla="*/ 1109 h 6345"/>
                  <a:gd name="connsiteX6" fmla="*/ 264 w 6343"/>
                  <a:gd name="connsiteY6" fmla="*/ 3352 h 6345"/>
                  <a:gd name="connsiteX7" fmla="*/ 1193 w 6343"/>
                  <a:gd name="connsiteY7" fmla="*/ 5596 h 6345"/>
                  <a:gd name="connsiteX8" fmla="*/ 3436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25"/>
                    </a:moveTo>
                    <a:cubicBezTo>
                      <a:pt x="4277" y="6525"/>
                      <a:pt x="5084" y="6191"/>
                      <a:pt x="5678" y="5596"/>
                    </a:cubicBezTo>
                    <a:cubicBezTo>
                      <a:pt x="6273" y="5001"/>
                      <a:pt x="6607" y="4194"/>
                      <a:pt x="6607" y="3352"/>
                    </a:cubicBezTo>
                    <a:cubicBezTo>
                      <a:pt x="6607" y="2511"/>
                      <a:pt x="6273" y="1704"/>
                      <a:pt x="5678" y="1109"/>
                    </a:cubicBezTo>
                    <a:cubicBezTo>
                      <a:pt x="5084" y="514"/>
                      <a:pt x="4277" y="180"/>
                      <a:pt x="3436" y="180"/>
                    </a:cubicBezTo>
                    <a:cubicBezTo>
                      <a:pt x="2595" y="180"/>
                      <a:pt x="1788" y="514"/>
                      <a:pt x="1193" y="1109"/>
                    </a:cubicBezTo>
                    <a:cubicBezTo>
                      <a:pt x="598" y="1704"/>
                      <a:pt x="264" y="2511"/>
                      <a:pt x="264" y="3352"/>
                    </a:cubicBezTo>
                    <a:cubicBezTo>
                      <a:pt x="264" y="4194"/>
                      <a:pt x="598" y="5001"/>
                      <a:pt x="1193" y="5596"/>
                    </a:cubicBezTo>
                    <a:cubicBezTo>
                      <a:pt x="1788" y="6191"/>
                      <a:pt x="2595" y="6525"/>
                      <a:pt x="3436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49" name="Freeform: Shape 2948">
                <a:extLst>
                  <a:ext uri="{FF2B5EF4-FFF2-40B4-BE49-F238E27FC236}">
                    <a16:creationId xmlns:a16="http://schemas.microsoft.com/office/drawing/2014/main" id="{1CF06A70-8B08-C91F-F19F-11F3AA0E6C80}"/>
                  </a:ext>
                </a:extLst>
              </p:cNvPr>
              <p:cNvSpPr/>
              <p:nvPr/>
            </p:nvSpPr>
            <p:spPr>
              <a:xfrm>
                <a:off x="4232226" y="5764267"/>
                <a:ext cx="6343" cy="6345"/>
              </a:xfrm>
              <a:custGeom>
                <a:avLst/>
                <a:gdLst>
                  <a:gd name="connsiteX0" fmla="*/ 3438 w 6343"/>
                  <a:gd name="connsiteY0" fmla="*/ 6525 h 6345"/>
                  <a:gd name="connsiteX1" fmla="*/ 5681 w 6343"/>
                  <a:gd name="connsiteY1" fmla="*/ 5596 h 6345"/>
                  <a:gd name="connsiteX2" fmla="*/ 6610 w 6343"/>
                  <a:gd name="connsiteY2" fmla="*/ 3353 h 6345"/>
                  <a:gd name="connsiteX3" fmla="*/ 5681 w 6343"/>
                  <a:gd name="connsiteY3" fmla="*/ 1109 h 6345"/>
                  <a:gd name="connsiteX4" fmla="*/ 3438 w 6343"/>
                  <a:gd name="connsiteY4" fmla="*/ 180 h 6345"/>
                  <a:gd name="connsiteX5" fmla="*/ 1195 w 6343"/>
                  <a:gd name="connsiteY5" fmla="*/ 1109 h 6345"/>
                  <a:gd name="connsiteX6" fmla="*/ 266 w 6343"/>
                  <a:gd name="connsiteY6" fmla="*/ 3353 h 6345"/>
                  <a:gd name="connsiteX7" fmla="*/ 1195 w 6343"/>
                  <a:gd name="connsiteY7" fmla="*/ 5596 h 6345"/>
                  <a:gd name="connsiteX8" fmla="*/ 343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5"/>
                    </a:moveTo>
                    <a:cubicBezTo>
                      <a:pt x="4279" y="6525"/>
                      <a:pt x="5086" y="6191"/>
                      <a:pt x="5681" y="5596"/>
                    </a:cubicBezTo>
                    <a:cubicBezTo>
                      <a:pt x="6275" y="5001"/>
                      <a:pt x="6610" y="4194"/>
                      <a:pt x="6610" y="3353"/>
                    </a:cubicBezTo>
                    <a:cubicBezTo>
                      <a:pt x="6610" y="2511"/>
                      <a:pt x="6275" y="1704"/>
                      <a:pt x="5681" y="1109"/>
                    </a:cubicBezTo>
                    <a:cubicBezTo>
                      <a:pt x="5086" y="514"/>
                      <a:pt x="4279" y="180"/>
                      <a:pt x="3438" y="180"/>
                    </a:cubicBezTo>
                    <a:cubicBezTo>
                      <a:pt x="2597" y="180"/>
                      <a:pt x="1790" y="514"/>
                      <a:pt x="1195" y="1109"/>
                    </a:cubicBezTo>
                    <a:cubicBezTo>
                      <a:pt x="601" y="1704"/>
                      <a:pt x="266" y="2511"/>
                      <a:pt x="266" y="3353"/>
                    </a:cubicBezTo>
                    <a:cubicBezTo>
                      <a:pt x="266" y="4194"/>
                      <a:pt x="601" y="5001"/>
                      <a:pt x="1195" y="5596"/>
                    </a:cubicBezTo>
                    <a:cubicBezTo>
                      <a:pt x="1790" y="6191"/>
                      <a:pt x="2597" y="6525"/>
                      <a:pt x="343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50" name="Freeform: Shape 2949">
                <a:extLst>
                  <a:ext uri="{FF2B5EF4-FFF2-40B4-BE49-F238E27FC236}">
                    <a16:creationId xmlns:a16="http://schemas.microsoft.com/office/drawing/2014/main" id="{A1D40CCD-061A-6861-F14B-E85E1BC2C61B}"/>
                  </a:ext>
                </a:extLst>
              </p:cNvPr>
              <p:cNvSpPr/>
              <p:nvPr/>
            </p:nvSpPr>
            <p:spPr>
              <a:xfrm>
                <a:off x="4916139" y="5825418"/>
                <a:ext cx="6343" cy="6345"/>
              </a:xfrm>
              <a:custGeom>
                <a:avLst/>
                <a:gdLst>
                  <a:gd name="connsiteX0" fmla="*/ 3492 w 6343"/>
                  <a:gd name="connsiteY0" fmla="*/ 6530 h 6345"/>
                  <a:gd name="connsiteX1" fmla="*/ 5735 w 6343"/>
                  <a:gd name="connsiteY1" fmla="*/ 5601 h 6345"/>
                  <a:gd name="connsiteX2" fmla="*/ 6663 w 6343"/>
                  <a:gd name="connsiteY2" fmla="*/ 3358 h 6345"/>
                  <a:gd name="connsiteX3" fmla="*/ 5735 w 6343"/>
                  <a:gd name="connsiteY3" fmla="*/ 1114 h 6345"/>
                  <a:gd name="connsiteX4" fmla="*/ 3492 w 6343"/>
                  <a:gd name="connsiteY4" fmla="*/ 185 h 6345"/>
                  <a:gd name="connsiteX5" fmla="*/ 1249 w 6343"/>
                  <a:gd name="connsiteY5" fmla="*/ 1114 h 6345"/>
                  <a:gd name="connsiteX6" fmla="*/ 320 w 6343"/>
                  <a:gd name="connsiteY6" fmla="*/ 3358 h 6345"/>
                  <a:gd name="connsiteX7" fmla="*/ 1249 w 6343"/>
                  <a:gd name="connsiteY7" fmla="*/ 5601 h 6345"/>
                  <a:gd name="connsiteX8" fmla="*/ 3492 w 6343"/>
                  <a:gd name="connsiteY8" fmla="*/ 65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2" y="6530"/>
                    </a:moveTo>
                    <a:cubicBezTo>
                      <a:pt x="4333" y="6530"/>
                      <a:pt x="5140" y="6196"/>
                      <a:pt x="5735" y="5601"/>
                    </a:cubicBezTo>
                    <a:cubicBezTo>
                      <a:pt x="6329" y="5006"/>
                      <a:pt x="6663" y="4199"/>
                      <a:pt x="6663" y="3358"/>
                    </a:cubicBezTo>
                    <a:cubicBezTo>
                      <a:pt x="6663" y="2516"/>
                      <a:pt x="6329" y="1709"/>
                      <a:pt x="5735" y="1114"/>
                    </a:cubicBezTo>
                    <a:cubicBezTo>
                      <a:pt x="5140" y="519"/>
                      <a:pt x="4333" y="185"/>
                      <a:pt x="3492" y="185"/>
                    </a:cubicBezTo>
                    <a:cubicBezTo>
                      <a:pt x="2651" y="185"/>
                      <a:pt x="1844" y="519"/>
                      <a:pt x="1249" y="1114"/>
                    </a:cubicBezTo>
                    <a:cubicBezTo>
                      <a:pt x="655" y="1709"/>
                      <a:pt x="320" y="2516"/>
                      <a:pt x="320" y="3358"/>
                    </a:cubicBezTo>
                    <a:cubicBezTo>
                      <a:pt x="320" y="4199"/>
                      <a:pt x="655" y="5006"/>
                      <a:pt x="1249" y="5601"/>
                    </a:cubicBezTo>
                    <a:cubicBezTo>
                      <a:pt x="1844" y="6196"/>
                      <a:pt x="2651" y="6530"/>
                      <a:pt x="3492" y="65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51" name="Freeform: Shape 2950">
                <a:extLst>
                  <a:ext uri="{FF2B5EF4-FFF2-40B4-BE49-F238E27FC236}">
                    <a16:creationId xmlns:a16="http://schemas.microsoft.com/office/drawing/2014/main" id="{473F59E8-8B8A-9D75-24B2-CEFD31E5AE0F}"/>
                  </a:ext>
                </a:extLst>
              </p:cNvPr>
              <p:cNvSpPr/>
              <p:nvPr/>
            </p:nvSpPr>
            <p:spPr>
              <a:xfrm>
                <a:off x="4913248" y="5831604"/>
                <a:ext cx="6343" cy="6345"/>
              </a:xfrm>
              <a:custGeom>
                <a:avLst/>
                <a:gdLst>
                  <a:gd name="connsiteX0" fmla="*/ 3492 w 6343"/>
                  <a:gd name="connsiteY0" fmla="*/ 6531 h 6345"/>
                  <a:gd name="connsiteX1" fmla="*/ 5734 w 6343"/>
                  <a:gd name="connsiteY1" fmla="*/ 5601 h 6345"/>
                  <a:gd name="connsiteX2" fmla="*/ 6663 w 6343"/>
                  <a:gd name="connsiteY2" fmla="*/ 3358 h 6345"/>
                  <a:gd name="connsiteX3" fmla="*/ 5734 w 6343"/>
                  <a:gd name="connsiteY3" fmla="*/ 1115 h 6345"/>
                  <a:gd name="connsiteX4" fmla="*/ 3492 w 6343"/>
                  <a:gd name="connsiteY4" fmla="*/ 185 h 6345"/>
                  <a:gd name="connsiteX5" fmla="*/ 1249 w 6343"/>
                  <a:gd name="connsiteY5" fmla="*/ 1115 h 6345"/>
                  <a:gd name="connsiteX6" fmla="*/ 320 w 6343"/>
                  <a:gd name="connsiteY6" fmla="*/ 3358 h 6345"/>
                  <a:gd name="connsiteX7" fmla="*/ 1249 w 6343"/>
                  <a:gd name="connsiteY7" fmla="*/ 5601 h 6345"/>
                  <a:gd name="connsiteX8" fmla="*/ 3492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2" y="6531"/>
                    </a:moveTo>
                    <a:cubicBezTo>
                      <a:pt x="4333" y="6531"/>
                      <a:pt x="5140" y="6196"/>
                      <a:pt x="5734" y="5601"/>
                    </a:cubicBezTo>
                    <a:cubicBezTo>
                      <a:pt x="6329" y="5007"/>
                      <a:pt x="6663" y="4199"/>
                      <a:pt x="6663" y="3358"/>
                    </a:cubicBezTo>
                    <a:cubicBezTo>
                      <a:pt x="6663" y="2517"/>
                      <a:pt x="6329" y="1710"/>
                      <a:pt x="5734" y="1115"/>
                    </a:cubicBezTo>
                    <a:cubicBezTo>
                      <a:pt x="5140" y="520"/>
                      <a:pt x="4333" y="185"/>
                      <a:pt x="3492" y="185"/>
                    </a:cubicBezTo>
                    <a:cubicBezTo>
                      <a:pt x="2651" y="185"/>
                      <a:pt x="1844" y="520"/>
                      <a:pt x="1249" y="1115"/>
                    </a:cubicBezTo>
                    <a:cubicBezTo>
                      <a:pt x="654" y="1710"/>
                      <a:pt x="320" y="2517"/>
                      <a:pt x="320" y="3358"/>
                    </a:cubicBezTo>
                    <a:cubicBezTo>
                      <a:pt x="320" y="4199"/>
                      <a:pt x="654" y="5007"/>
                      <a:pt x="1249" y="5601"/>
                    </a:cubicBezTo>
                    <a:cubicBezTo>
                      <a:pt x="1844" y="6196"/>
                      <a:pt x="2651" y="6531"/>
                      <a:pt x="3492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52" name="Freeform: Shape 2951">
                <a:extLst>
                  <a:ext uri="{FF2B5EF4-FFF2-40B4-BE49-F238E27FC236}">
                    <a16:creationId xmlns:a16="http://schemas.microsoft.com/office/drawing/2014/main" id="{7FFD3E6A-4071-AE5D-7EF8-F4A7A4FA6B98}"/>
                  </a:ext>
                </a:extLst>
              </p:cNvPr>
              <p:cNvSpPr/>
              <p:nvPr/>
            </p:nvSpPr>
            <p:spPr>
              <a:xfrm>
                <a:off x="4908900" y="5837619"/>
                <a:ext cx="6343" cy="6345"/>
              </a:xfrm>
              <a:custGeom>
                <a:avLst/>
                <a:gdLst>
                  <a:gd name="connsiteX0" fmla="*/ 3491 w 6343"/>
                  <a:gd name="connsiteY0" fmla="*/ 6531 h 6345"/>
                  <a:gd name="connsiteX1" fmla="*/ 5734 w 6343"/>
                  <a:gd name="connsiteY1" fmla="*/ 5602 h 6345"/>
                  <a:gd name="connsiteX2" fmla="*/ 6663 w 6343"/>
                  <a:gd name="connsiteY2" fmla="*/ 3359 h 6345"/>
                  <a:gd name="connsiteX3" fmla="*/ 5734 w 6343"/>
                  <a:gd name="connsiteY3" fmla="*/ 1115 h 6345"/>
                  <a:gd name="connsiteX4" fmla="*/ 3491 w 6343"/>
                  <a:gd name="connsiteY4" fmla="*/ 186 h 6345"/>
                  <a:gd name="connsiteX5" fmla="*/ 1249 w 6343"/>
                  <a:gd name="connsiteY5" fmla="*/ 1115 h 6345"/>
                  <a:gd name="connsiteX6" fmla="*/ 320 w 6343"/>
                  <a:gd name="connsiteY6" fmla="*/ 3359 h 6345"/>
                  <a:gd name="connsiteX7" fmla="*/ 1249 w 6343"/>
                  <a:gd name="connsiteY7" fmla="*/ 5602 h 6345"/>
                  <a:gd name="connsiteX8" fmla="*/ 3491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1" y="6531"/>
                    </a:moveTo>
                    <a:cubicBezTo>
                      <a:pt x="4332" y="6531"/>
                      <a:pt x="5139" y="6197"/>
                      <a:pt x="5734" y="5602"/>
                    </a:cubicBezTo>
                    <a:cubicBezTo>
                      <a:pt x="6329" y="5007"/>
                      <a:pt x="6663" y="4200"/>
                      <a:pt x="6663" y="3359"/>
                    </a:cubicBezTo>
                    <a:cubicBezTo>
                      <a:pt x="6663" y="2517"/>
                      <a:pt x="6329" y="1710"/>
                      <a:pt x="5734" y="1115"/>
                    </a:cubicBezTo>
                    <a:cubicBezTo>
                      <a:pt x="5139" y="520"/>
                      <a:pt x="4332" y="186"/>
                      <a:pt x="3491" y="186"/>
                    </a:cubicBezTo>
                    <a:cubicBezTo>
                      <a:pt x="2650" y="186"/>
                      <a:pt x="1843" y="520"/>
                      <a:pt x="1249" y="1115"/>
                    </a:cubicBezTo>
                    <a:cubicBezTo>
                      <a:pt x="654" y="1710"/>
                      <a:pt x="320" y="2517"/>
                      <a:pt x="320" y="3359"/>
                    </a:cubicBezTo>
                    <a:cubicBezTo>
                      <a:pt x="320" y="4200"/>
                      <a:pt x="654" y="5007"/>
                      <a:pt x="1249" y="5602"/>
                    </a:cubicBezTo>
                    <a:cubicBezTo>
                      <a:pt x="1843" y="6197"/>
                      <a:pt x="2650" y="6531"/>
                      <a:pt x="3491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53" name="Freeform: Shape 2952">
                <a:extLst>
                  <a:ext uri="{FF2B5EF4-FFF2-40B4-BE49-F238E27FC236}">
                    <a16:creationId xmlns:a16="http://schemas.microsoft.com/office/drawing/2014/main" id="{EDFA0975-280F-76B4-44BF-951ADB243495}"/>
                  </a:ext>
                </a:extLst>
              </p:cNvPr>
              <p:cNvSpPr/>
              <p:nvPr/>
            </p:nvSpPr>
            <p:spPr>
              <a:xfrm>
                <a:off x="4904944" y="5843628"/>
                <a:ext cx="6343" cy="6345"/>
              </a:xfrm>
              <a:custGeom>
                <a:avLst/>
                <a:gdLst>
                  <a:gd name="connsiteX0" fmla="*/ 3491 w 6343"/>
                  <a:gd name="connsiteY0" fmla="*/ 6532 h 6345"/>
                  <a:gd name="connsiteX1" fmla="*/ 5734 w 6343"/>
                  <a:gd name="connsiteY1" fmla="*/ 5602 h 6345"/>
                  <a:gd name="connsiteX2" fmla="*/ 6663 w 6343"/>
                  <a:gd name="connsiteY2" fmla="*/ 3359 h 6345"/>
                  <a:gd name="connsiteX3" fmla="*/ 5734 w 6343"/>
                  <a:gd name="connsiteY3" fmla="*/ 1116 h 6345"/>
                  <a:gd name="connsiteX4" fmla="*/ 3491 w 6343"/>
                  <a:gd name="connsiteY4" fmla="*/ 186 h 6345"/>
                  <a:gd name="connsiteX5" fmla="*/ 1248 w 6343"/>
                  <a:gd name="connsiteY5" fmla="*/ 1116 h 6345"/>
                  <a:gd name="connsiteX6" fmla="*/ 319 w 6343"/>
                  <a:gd name="connsiteY6" fmla="*/ 3359 h 6345"/>
                  <a:gd name="connsiteX7" fmla="*/ 1248 w 6343"/>
                  <a:gd name="connsiteY7" fmla="*/ 5602 h 6345"/>
                  <a:gd name="connsiteX8" fmla="*/ 3491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1" y="6532"/>
                    </a:moveTo>
                    <a:cubicBezTo>
                      <a:pt x="4332" y="6532"/>
                      <a:pt x="5139" y="6197"/>
                      <a:pt x="5734" y="5602"/>
                    </a:cubicBezTo>
                    <a:cubicBezTo>
                      <a:pt x="6328" y="5007"/>
                      <a:pt x="6663" y="4200"/>
                      <a:pt x="6663" y="3359"/>
                    </a:cubicBezTo>
                    <a:cubicBezTo>
                      <a:pt x="6663" y="2518"/>
                      <a:pt x="6328" y="1711"/>
                      <a:pt x="5734" y="1116"/>
                    </a:cubicBezTo>
                    <a:cubicBezTo>
                      <a:pt x="5139" y="521"/>
                      <a:pt x="4332" y="186"/>
                      <a:pt x="3491" y="186"/>
                    </a:cubicBezTo>
                    <a:cubicBezTo>
                      <a:pt x="2650" y="186"/>
                      <a:pt x="1843" y="521"/>
                      <a:pt x="1248" y="1116"/>
                    </a:cubicBezTo>
                    <a:cubicBezTo>
                      <a:pt x="654" y="1711"/>
                      <a:pt x="319" y="2518"/>
                      <a:pt x="319" y="3359"/>
                    </a:cubicBezTo>
                    <a:cubicBezTo>
                      <a:pt x="319" y="4200"/>
                      <a:pt x="654" y="5007"/>
                      <a:pt x="1248" y="5602"/>
                    </a:cubicBezTo>
                    <a:cubicBezTo>
                      <a:pt x="1843" y="6197"/>
                      <a:pt x="2650" y="6532"/>
                      <a:pt x="3491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54" name="Freeform: Shape 2953">
                <a:extLst>
                  <a:ext uri="{FF2B5EF4-FFF2-40B4-BE49-F238E27FC236}">
                    <a16:creationId xmlns:a16="http://schemas.microsoft.com/office/drawing/2014/main" id="{0437A0EB-1378-A7B7-7F27-F061B29AF3B8}"/>
                  </a:ext>
                </a:extLst>
              </p:cNvPr>
              <p:cNvSpPr/>
              <p:nvPr/>
            </p:nvSpPr>
            <p:spPr>
              <a:xfrm>
                <a:off x="4900433" y="5849535"/>
                <a:ext cx="6343" cy="6345"/>
              </a:xfrm>
              <a:custGeom>
                <a:avLst/>
                <a:gdLst>
                  <a:gd name="connsiteX0" fmla="*/ 3491 w 6343"/>
                  <a:gd name="connsiteY0" fmla="*/ 6532 h 6345"/>
                  <a:gd name="connsiteX1" fmla="*/ 5733 w 6343"/>
                  <a:gd name="connsiteY1" fmla="*/ 5603 h 6345"/>
                  <a:gd name="connsiteX2" fmla="*/ 6662 w 6343"/>
                  <a:gd name="connsiteY2" fmla="*/ 3359 h 6345"/>
                  <a:gd name="connsiteX3" fmla="*/ 5733 w 6343"/>
                  <a:gd name="connsiteY3" fmla="*/ 1116 h 6345"/>
                  <a:gd name="connsiteX4" fmla="*/ 3491 w 6343"/>
                  <a:gd name="connsiteY4" fmla="*/ 187 h 6345"/>
                  <a:gd name="connsiteX5" fmla="*/ 1248 w 6343"/>
                  <a:gd name="connsiteY5" fmla="*/ 1116 h 6345"/>
                  <a:gd name="connsiteX6" fmla="*/ 319 w 6343"/>
                  <a:gd name="connsiteY6" fmla="*/ 3359 h 6345"/>
                  <a:gd name="connsiteX7" fmla="*/ 1248 w 6343"/>
                  <a:gd name="connsiteY7" fmla="*/ 5603 h 6345"/>
                  <a:gd name="connsiteX8" fmla="*/ 3491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1" y="6532"/>
                    </a:moveTo>
                    <a:cubicBezTo>
                      <a:pt x="4332" y="6532"/>
                      <a:pt x="5139" y="6198"/>
                      <a:pt x="5733" y="5603"/>
                    </a:cubicBezTo>
                    <a:cubicBezTo>
                      <a:pt x="6328" y="5008"/>
                      <a:pt x="6662" y="4201"/>
                      <a:pt x="6662" y="3359"/>
                    </a:cubicBezTo>
                    <a:cubicBezTo>
                      <a:pt x="6662" y="2518"/>
                      <a:pt x="6328" y="1711"/>
                      <a:pt x="5733" y="1116"/>
                    </a:cubicBezTo>
                    <a:cubicBezTo>
                      <a:pt x="5139" y="521"/>
                      <a:pt x="4332" y="187"/>
                      <a:pt x="3491" y="187"/>
                    </a:cubicBezTo>
                    <a:cubicBezTo>
                      <a:pt x="2650" y="187"/>
                      <a:pt x="1843" y="521"/>
                      <a:pt x="1248" y="1116"/>
                    </a:cubicBezTo>
                    <a:cubicBezTo>
                      <a:pt x="653" y="1711"/>
                      <a:pt x="319" y="2518"/>
                      <a:pt x="319" y="3359"/>
                    </a:cubicBezTo>
                    <a:cubicBezTo>
                      <a:pt x="319" y="4201"/>
                      <a:pt x="653" y="5008"/>
                      <a:pt x="1248" y="5603"/>
                    </a:cubicBezTo>
                    <a:cubicBezTo>
                      <a:pt x="1843" y="6198"/>
                      <a:pt x="2650" y="6532"/>
                      <a:pt x="3491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55" name="Freeform: Shape 2954">
                <a:extLst>
                  <a:ext uri="{FF2B5EF4-FFF2-40B4-BE49-F238E27FC236}">
                    <a16:creationId xmlns:a16="http://schemas.microsoft.com/office/drawing/2014/main" id="{809D5314-43F4-1A95-8AD0-A2D8CE710350}"/>
                  </a:ext>
                </a:extLst>
              </p:cNvPr>
              <p:cNvSpPr/>
              <p:nvPr/>
            </p:nvSpPr>
            <p:spPr>
              <a:xfrm>
                <a:off x="4900754" y="5855961"/>
                <a:ext cx="6343" cy="6345"/>
              </a:xfrm>
              <a:custGeom>
                <a:avLst/>
                <a:gdLst>
                  <a:gd name="connsiteX0" fmla="*/ 3491 w 6343"/>
                  <a:gd name="connsiteY0" fmla="*/ 6533 h 6345"/>
                  <a:gd name="connsiteX1" fmla="*/ 5733 w 6343"/>
                  <a:gd name="connsiteY1" fmla="*/ 5603 h 6345"/>
                  <a:gd name="connsiteX2" fmla="*/ 6662 w 6343"/>
                  <a:gd name="connsiteY2" fmla="*/ 3360 h 6345"/>
                  <a:gd name="connsiteX3" fmla="*/ 5733 w 6343"/>
                  <a:gd name="connsiteY3" fmla="*/ 1117 h 6345"/>
                  <a:gd name="connsiteX4" fmla="*/ 3491 w 6343"/>
                  <a:gd name="connsiteY4" fmla="*/ 187 h 6345"/>
                  <a:gd name="connsiteX5" fmla="*/ 1248 w 6343"/>
                  <a:gd name="connsiteY5" fmla="*/ 1117 h 6345"/>
                  <a:gd name="connsiteX6" fmla="*/ 319 w 6343"/>
                  <a:gd name="connsiteY6" fmla="*/ 3360 h 6345"/>
                  <a:gd name="connsiteX7" fmla="*/ 1248 w 6343"/>
                  <a:gd name="connsiteY7" fmla="*/ 5603 h 6345"/>
                  <a:gd name="connsiteX8" fmla="*/ 3491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1" y="6533"/>
                    </a:moveTo>
                    <a:cubicBezTo>
                      <a:pt x="4332" y="6533"/>
                      <a:pt x="5139" y="6198"/>
                      <a:pt x="5733" y="5603"/>
                    </a:cubicBezTo>
                    <a:cubicBezTo>
                      <a:pt x="6328" y="5008"/>
                      <a:pt x="6662" y="4201"/>
                      <a:pt x="6662" y="3360"/>
                    </a:cubicBezTo>
                    <a:cubicBezTo>
                      <a:pt x="6662" y="2519"/>
                      <a:pt x="6328" y="1711"/>
                      <a:pt x="5733" y="1117"/>
                    </a:cubicBezTo>
                    <a:cubicBezTo>
                      <a:pt x="5139" y="522"/>
                      <a:pt x="4332" y="187"/>
                      <a:pt x="3491" y="187"/>
                    </a:cubicBezTo>
                    <a:cubicBezTo>
                      <a:pt x="2650" y="187"/>
                      <a:pt x="1843" y="522"/>
                      <a:pt x="1248" y="1117"/>
                    </a:cubicBezTo>
                    <a:cubicBezTo>
                      <a:pt x="653" y="1711"/>
                      <a:pt x="319" y="2519"/>
                      <a:pt x="319" y="3360"/>
                    </a:cubicBezTo>
                    <a:cubicBezTo>
                      <a:pt x="319" y="4201"/>
                      <a:pt x="653" y="5008"/>
                      <a:pt x="1248" y="5603"/>
                    </a:cubicBezTo>
                    <a:cubicBezTo>
                      <a:pt x="1843" y="6198"/>
                      <a:pt x="2650" y="6533"/>
                      <a:pt x="3491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56" name="Freeform: Shape 2955">
                <a:extLst>
                  <a:ext uri="{FF2B5EF4-FFF2-40B4-BE49-F238E27FC236}">
                    <a16:creationId xmlns:a16="http://schemas.microsoft.com/office/drawing/2014/main" id="{FF1FFA6F-F741-6123-E2BA-3886C05FFA24}"/>
                  </a:ext>
                </a:extLst>
              </p:cNvPr>
              <p:cNvSpPr/>
              <p:nvPr/>
            </p:nvSpPr>
            <p:spPr>
              <a:xfrm>
                <a:off x="4893814" y="5861503"/>
                <a:ext cx="6343" cy="6345"/>
              </a:xfrm>
              <a:custGeom>
                <a:avLst/>
                <a:gdLst>
                  <a:gd name="connsiteX0" fmla="*/ 3490 w 6343"/>
                  <a:gd name="connsiteY0" fmla="*/ 6533 h 6345"/>
                  <a:gd name="connsiteX1" fmla="*/ 5733 w 6343"/>
                  <a:gd name="connsiteY1" fmla="*/ 5604 h 6345"/>
                  <a:gd name="connsiteX2" fmla="*/ 6662 w 6343"/>
                  <a:gd name="connsiteY2" fmla="*/ 3360 h 6345"/>
                  <a:gd name="connsiteX3" fmla="*/ 5733 w 6343"/>
                  <a:gd name="connsiteY3" fmla="*/ 1117 h 6345"/>
                  <a:gd name="connsiteX4" fmla="*/ 3490 w 6343"/>
                  <a:gd name="connsiteY4" fmla="*/ 188 h 6345"/>
                  <a:gd name="connsiteX5" fmla="*/ 1248 w 6343"/>
                  <a:gd name="connsiteY5" fmla="*/ 1117 h 6345"/>
                  <a:gd name="connsiteX6" fmla="*/ 319 w 6343"/>
                  <a:gd name="connsiteY6" fmla="*/ 3360 h 6345"/>
                  <a:gd name="connsiteX7" fmla="*/ 1248 w 6343"/>
                  <a:gd name="connsiteY7" fmla="*/ 5604 h 6345"/>
                  <a:gd name="connsiteX8" fmla="*/ 3490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0" y="6533"/>
                    </a:moveTo>
                    <a:cubicBezTo>
                      <a:pt x="4331" y="6533"/>
                      <a:pt x="5138" y="6199"/>
                      <a:pt x="5733" y="5604"/>
                    </a:cubicBezTo>
                    <a:cubicBezTo>
                      <a:pt x="6328" y="5009"/>
                      <a:pt x="6662" y="4202"/>
                      <a:pt x="6662" y="3360"/>
                    </a:cubicBezTo>
                    <a:cubicBezTo>
                      <a:pt x="6662" y="2519"/>
                      <a:pt x="6328" y="1712"/>
                      <a:pt x="5733" y="1117"/>
                    </a:cubicBezTo>
                    <a:cubicBezTo>
                      <a:pt x="5138" y="522"/>
                      <a:pt x="4331" y="188"/>
                      <a:pt x="3490" y="188"/>
                    </a:cubicBezTo>
                    <a:cubicBezTo>
                      <a:pt x="2649" y="188"/>
                      <a:pt x="1842" y="522"/>
                      <a:pt x="1248" y="1117"/>
                    </a:cubicBezTo>
                    <a:cubicBezTo>
                      <a:pt x="653" y="1712"/>
                      <a:pt x="319" y="2519"/>
                      <a:pt x="319" y="3360"/>
                    </a:cubicBezTo>
                    <a:cubicBezTo>
                      <a:pt x="319" y="4202"/>
                      <a:pt x="653" y="5009"/>
                      <a:pt x="1248" y="5604"/>
                    </a:cubicBezTo>
                    <a:cubicBezTo>
                      <a:pt x="1842" y="6199"/>
                      <a:pt x="2649" y="6533"/>
                      <a:pt x="3490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57" name="Freeform: Shape 2956">
                <a:extLst>
                  <a:ext uri="{FF2B5EF4-FFF2-40B4-BE49-F238E27FC236}">
                    <a16:creationId xmlns:a16="http://schemas.microsoft.com/office/drawing/2014/main" id="{C8235F47-A48E-ABDA-882F-EE899C1DA8F3}"/>
                  </a:ext>
                </a:extLst>
              </p:cNvPr>
              <p:cNvSpPr/>
              <p:nvPr/>
            </p:nvSpPr>
            <p:spPr>
              <a:xfrm>
                <a:off x="4889061" y="5867253"/>
                <a:ext cx="6343" cy="6345"/>
              </a:xfrm>
              <a:custGeom>
                <a:avLst/>
                <a:gdLst>
                  <a:gd name="connsiteX0" fmla="*/ 3490 w 6343"/>
                  <a:gd name="connsiteY0" fmla="*/ 6534 h 6345"/>
                  <a:gd name="connsiteX1" fmla="*/ 5732 w 6343"/>
                  <a:gd name="connsiteY1" fmla="*/ 5604 h 6345"/>
                  <a:gd name="connsiteX2" fmla="*/ 6661 w 6343"/>
                  <a:gd name="connsiteY2" fmla="*/ 3361 h 6345"/>
                  <a:gd name="connsiteX3" fmla="*/ 5732 w 6343"/>
                  <a:gd name="connsiteY3" fmla="*/ 1117 h 6345"/>
                  <a:gd name="connsiteX4" fmla="*/ 3490 w 6343"/>
                  <a:gd name="connsiteY4" fmla="*/ 188 h 6345"/>
                  <a:gd name="connsiteX5" fmla="*/ 1247 w 6343"/>
                  <a:gd name="connsiteY5" fmla="*/ 1117 h 6345"/>
                  <a:gd name="connsiteX6" fmla="*/ 318 w 6343"/>
                  <a:gd name="connsiteY6" fmla="*/ 3361 h 6345"/>
                  <a:gd name="connsiteX7" fmla="*/ 1247 w 6343"/>
                  <a:gd name="connsiteY7" fmla="*/ 5604 h 6345"/>
                  <a:gd name="connsiteX8" fmla="*/ 3490 w 6343"/>
                  <a:gd name="connsiteY8" fmla="*/ 65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0" y="6534"/>
                    </a:moveTo>
                    <a:cubicBezTo>
                      <a:pt x="4331" y="6534"/>
                      <a:pt x="5138" y="6199"/>
                      <a:pt x="5732" y="5604"/>
                    </a:cubicBezTo>
                    <a:cubicBezTo>
                      <a:pt x="6327" y="5009"/>
                      <a:pt x="6661" y="4202"/>
                      <a:pt x="6661" y="3361"/>
                    </a:cubicBezTo>
                    <a:cubicBezTo>
                      <a:pt x="6661" y="2519"/>
                      <a:pt x="6327" y="1712"/>
                      <a:pt x="5732" y="1117"/>
                    </a:cubicBezTo>
                    <a:cubicBezTo>
                      <a:pt x="5138" y="522"/>
                      <a:pt x="4331" y="188"/>
                      <a:pt x="3490" y="188"/>
                    </a:cubicBezTo>
                    <a:cubicBezTo>
                      <a:pt x="2649" y="188"/>
                      <a:pt x="1842" y="522"/>
                      <a:pt x="1247" y="1117"/>
                    </a:cubicBezTo>
                    <a:cubicBezTo>
                      <a:pt x="652" y="1712"/>
                      <a:pt x="318" y="2519"/>
                      <a:pt x="318" y="3361"/>
                    </a:cubicBezTo>
                    <a:cubicBezTo>
                      <a:pt x="318" y="4202"/>
                      <a:pt x="652" y="5009"/>
                      <a:pt x="1247" y="5604"/>
                    </a:cubicBezTo>
                    <a:cubicBezTo>
                      <a:pt x="1842" y="6199"/>
                      <a:pt x="2649" y="6534"/>
                      <a:pt x="3490" y="65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58" name="Freeform: Shape 2957">
                <a:extLst>
                  <a:ext uri="{FF2B5EF4-FFF2-40B4-BE49-F238E27FC236}">
                    <a16:creationId xmlns:a16="http://schemas.microsoft.com/office/drawing/2014/main" id="{B7C70A46-CD03-B767-8437-4E620B901DDB}"/>
                  </a:ext>
                </a:extLst>
              </p:cNvPr>
              <p:cNvSpPr/>
              <p:nvPr/>
            </p:nvSpPr>
            <p:spPr>
              <a:xfrm>
                <a:off x="4885878" y="5873166"/>
                <a:ext cx="6343" cy="6345"/>
              </a:xfrm>
              <a:custGeom>
                <a:avLst/>
                <a:gdLst>
                  <a:gd name="connsiteX0" fmla="*/ 3490 w 6343"/>
                  <a:gd name="connsiteY0" fmla="*/ 6534 h 6345"/>
                  <a:gd name="connsiteX1" fmla="*/ 5732 w 6343"/>
                  <a:gd name="connsiteY1" fmla="*/ 5605 h 6345"/>
                  <a:gd name="connsiteX2" fmla="*/ 6661 w 6343"/>
                  <a:gd name="connsiteY2" fmla="*/ 3361 h 6345"/>
                  <a:gd name="connsiteX3" fmla="*/ 5732 w 6343"/>
                  <a:gd name="connsiteY3" fmla="*/ 1118 h 6345"/>
                  <a:gd name="connsiteX4" fmla="*/ 3490 w 6343"/>
                  <a:gd name="connsiteY4" fmla="*/ 189 h 6345"/>
                  <a:gd name="connsiteX5" fmla="*/ 1247 w 6343"/>
                  <a:gd name="connsiteY5" fmla="*/ 1118 h 6345"/>
                  <a:gd name="connsiteX6" fmla="*/ 318 w 6343"/>
                  <a:gd name="connsiteY6" fmla="*/ 3361 h 6345"/>
                  <a:gd name="connsiteX7" fmla="*/ 1247 w 6343"/>
                  <a:gd name="connsiteY7" fmla="*/ 5605 h 6345"/>
                  <a:gd name="connsiteX8" fmla="*/ 3490 w 6343"/>
                  <a:gd name="connsiteY8" fmla="*/ 65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0" y="6534"/>
                    </a:moveTo>
                    <a:cubicBezTo>
                      <a:pt x="4331" y="6534"/>
                      <a:pt x="5137" y="6200"/>
                      <a:pt x="5732" y="5605"/>
                    </a:cubicBezTo>
                    <a:cubicBezTo>
                      <a:pt x="6327" y="5010"/>
                      <a:pt x="6661" y="4203"/>
                      <a:pt x="6661" y="3361"/>
                    </a:cubicBezTo>
                    <a:cubicBezTo>
                      <a:pt x="6661" y="2520"/>
                      <a:pt x="6327" y="1713"/>
                      <a:pt x="5732" y="1118"/>
                    </a:cubicBezTo>
                    <a:cubicBezTo>
                      <a:pt x="5137" y="523"/>
                      <a:pt x="4331" y="189"/>
                      <a:pt x="3490" y="189"/>
                    </a:cubicBezTo>
                    <a:cubicBezTo>
                      <a:pt x="2648" y="189"/>
                      <a:pt x="1842" y="523"/>
                      <a:pt x="1247" y="1118"/>
                    </a:cubicBezTo>
                    <a:cubicBezTo>
                      <a:pt x="652" y="1713"/>
                      <a:pt x="318" y="2520"/>
                      <a:pt x="318" y="3361"/>
                    </a:cubicBezTo>
                    <a:cubicBezTo>
                      <a:pt x="318" y="4203"/>
                      <a:pt x="652" y="5010"/>
                      <a:pt x="1247" y="5605"/>
                    </a:cubicBezTo>
                    <a:cubicBezTo>
                      <a:pt x="1842" y="6200"/>
                      <a:pt x="2648" y="6534"/>
                      <a:pt x="3490" y="65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59" name="Freeform: Shape 2958">
                <a:extLst>
                  <a:ext uri="{FF2B5EF4-FFF2-40B4-BE49-F238E27FC236}">
                    <a16:creationId xmlns:a16="http://schemas.microsoft.com/office/drawing/2014/main" id="{5D38B308-8B9F-40D4-0170-9B4B37C4A350}"/>
                  </a:ext>
                </a:extLst>
              </p:cNvPr>
              <p:cNvSpPr/>
              <p:nvPr/>
            </p:nvSpPr>
            <p:spPr>
              <a:xfrm>
                <a:off x="4881342" y="5878858"/>
                <a:ext cx="6343" cy="6345"/>
              </a:xfrm>
              <a:custGeom>
                <a:avLst/>
                <a:gdLst>
                  <a:gd name="connsiteX0" fmla="*/ 3489 w 6343"/>
                  <a:gd name="connsiteY0" fmla="*/ 6534 h 6345"/>
                  <a:gd name="connsiteX1" fmla="*/ 5732 w 6343"/>
                  <a:gd name="connsiteY1" fmla="*/ 5605 h 6345"/>
                  <a:gd name="connsiteX2" fmla="*/ 6661 w 6343"/>
                  <a:gd name="connsiteY2" fmla="*/ 3362 h 6345"/>
                  <a:gd name="connsiteX3" fmla="*/ 5732 w 6343"/>
                  <a:gd name="connsiteY3" fmla="*/ 1118 h 6345"/>
                  <a:gd name="connsiteX4" fmla="*/ 3489 w 6343"/>
                  <a:gd name="connsiteY4" fmla="*/ 189 h 6345"/>
                  <a:gd name="connsiteX5" fmla="*/ 1247 w 6343"/>
                  <a:gd name="connsiteY5" fmla="*/ 1118 h 6345"/>
                  <a:gd name="connsiteX6" fmla="*/ 318 w 6343"/>
                  <a:gd name="connsiteY6" fmla="*/ 3362 h 6345"/>
                  <a:gd name="connsiteX7" fmla="*/ 1247 w 6343"/>
                  <a:gd name="connsiteY7" fmla="*/ 5605 h 6345"/>
                  <a:gd name="connsiteX8" fmla="*/ 3489 w 6343"/>
                  <a:gd name="connsiteY8" fmla="*/ 65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9" y="6534"/>
                    </a:moveTo>
                    <a:cubicBezTo>
                      <a:pt x="4330" y="6534"/>
                      <a:pt x="5137" y="6200"/>
                      <a:pt x="5732" y="5605"/>
                    </a:cubicBezTo>
                    <a:cubicBezTo>
                      <a:pt x="6327" y="5010"/>
                      <a:pt x="6661" y="4203"/>
                      <a:pt x="6661" y="3362"/>
                    </a:cubicBezTo>
                    <a:cubicBezTo>
                      <a:pt x="6661" y="2520"/>
                      <a:pt x="6327" y="1713"/>
                      <a:pt x="5732" y="1118"/>
                    </a:cubicBezTo>
                    <a:cubicBezTo>
                      <a:pt x="5137" y="523"/>
                      <a:pt x="4330" y="189"/>
                      <a:pt x="3489" y="189"/>
                    </a:cubicBezTo>
                    <a:cubicBezTo>
                      <a:pt x="2648" y="189"/>
                      <a:pt x="1841" y="523"/>
                      <a:pt x="1247" y="1118"/>
                    </a:cubicBezTo>
                    <a:cubicBezTo>
                      <a:pt x="652" y="1713"/>
                      <a:pt x="318" y="2520"/>
                      <a:pt x="318" y="3362"/>
                    </a:cubicBezTo>
                    <a:cubicBezTo>
                      <a:pt x="318" y="4203"/>
                      <a:pt x="652" y="5010"/>
                      <a:pt x="1247" y="5605"/>
                    </a:cubicBezTo>
                    <a:cubicBezTo>
                      <a:pt x="1841" y="6200"/>
                      <a:pt x="2648" y="6534"/>
                      <a:pt x="3489" y="65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60" name="Freeform: Shape 2959">
                <a:extLst>
                  <a:ext uri="{FF2B5EF4-FFF2-40B4-BE49-F238E27FC236}">
                    <a16:creationId xmlns:a16="http://schemas.microsoft.com/office/drawing/2014/main" id="{4241619A-3A46-EB0C-AEFB-5B97FAEA43FE}"/>
                  </a:ext>
                </a:extLst>
              </p:cNvPr>
              <p:cNvSpPr/>
              <p:nvPr/>
            </p:nvSpPr>
            <p:spPr>
              <a:xfrm>
                <a:off x="4881856" y="5885254"/>
                <a:ext cx="6343" cy="6345"/>
              </a:xfrm>
              <a:custGeom>
                <a:avLst/>
                <a:gdLst>
                  <a:gd name="connsiteX0" fmla="*/ 3489 w 6343"/>
                  <a:gd name="connsiteY0" fmla="*/ 6535 h 6345"/>
                  <a:gd name="connsiteX1" fmla="*/ 5732 w 6343"/>
                  <a:gd name="connsiteY1" fmla="*/ 5606 h 6345"/>
                  <a:gd name="connsiteX2" fmla="*/ 6661 w 6343"/>
                  <a:gd name="connsiteY2" fmla="*/ 3362 h 6345"/>
                  <a:gd name="connsiteX3" fmla="*/ 5732 w 6343"/>
                  <a:gd name="connsiteY3" fmla="*/ 1119 h 6345"/>
                  <a:gd name="connsiteX4" fmla="*/ 3489 w 6343"/>
                  <a:gd name="connsiteY4" fmla="*/ 190 h 6345"/>
                  <a:gd name="connsiteX5" fmla="*/ 1247 w 6343"/>
                  <a:gd name="connsiteY5" fmla="*/ 1119 h 6345"/>
                  <a:gd name="connsiteX6" fmla="*/ 318 w 6343"/>
                  <a:gd name="connsiteY6" fmla="*/ 3362 h 6345"/>
                  <a:gd name="connsiteX7" fmla="*/ 1247 w 6343"/>
                  <a:gd name="connsiteY7" fmla="*/ 5606 h 6345"/>
                  <a:gd name="connsiteX8" fmla="*/ 3489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9" y="6535"/>
                    </a:moveTo>
                    <a:cubicBezTo>
                      <a:pt x="4330" y="6535"/>
                      <a:pt x="5137" y="6201"/>
                      <a:pt x="5732" y="5606"/>
                    </a:cubicBezTo>
                    <a:cubicBezTo>
                      <a:pt x="6327" y="5011"/>
                      <a:pt x="6661" y="4204"/>
                      <a:pt x="6661" y="3362"/>
                    </a:cubicBezTo>
                    <a:cubicBezTo>
                      <a:pt x="6661" y="2521"/>
                      <a:pt x="6327" y="1714"/>
                      <a:pt x="5732" y="1119"/>
                    </a:cubicBezTo>
                    <a:cubicBezTo>
                      <a:pt x="5137" y="524"/>
                      <a:pt x="4330" y="190"/>
                      <a:pt x="3489" y="190"/>
                    </a:cubicBezTo>
                    <a:cubicBezTo>
                      <a:pt x="2648" y="190"/>
                      <a:pt x="1841" y="524"/>
                      <a:pt x="1247" y="1119"/>
                    </a:cubicBezTo>
                    <a:cubicBezTo>
                      <a:pt x="652" y="1714"/>
                      <a:pt x="318" y="2521"/>
                      <a:pt x="318" y="3362"/>
                    </a:cubicBezTo>
                    <a:cubicBezTo>
                      <a:pt x="318" y="4204"/>
                      <a:pt x="652" y="5011"/>
                      <a:pt x="1247" y="5606"/>
                    </a:cubicBezTo>
                    <a:cubicBezTo>
                      <a:pt x="1841" y="6201"/>
                      <a:pt x="2648" y="6535"/>
                      <a:pt x="3489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61" name="Freeform: Shape 2960">
                <a:extLst>
                  <a:ext uri="{FF2B5EF4-FFF2-40B4-BE49-F238E27FC236}">
                    <a16:creationId xmlns:a16="http://schemas.microsoft.com/office/drawing/2014/main" id="{0887EE46-D967-8E52-3DD0-7930DBBD0D04}"/>
                  </a:ext>
                </a:extLst>
              </p:cNvPr>
              <p:cNvSpPr/>
              <p:nvPr/>
            </p:nvSpPr>
            <p:spPr>
              <a:xfrm>
                <a:off x="4879180" y="5891174"/>
                <a:ext cx="6343" cy="6345"/>
              </a:xfrm>
              <a:custGeom>
                <a:avLst/>
                <a:gdLst>
                  <a:gd name="connsiteX0" fmla="*/ 3489 w 6343"/>
                  <a:gd name="connsiteY0" fmla="*/ 6535 h 6345"/>
                  <a:gd name="connsiteX1" fmla="*/ 5732 w 6343"/>
                  <a:gd name="connsiteY1" fmla="*/ 5606 h 6345"/>
                  <a:gd name="connsiteX2" fmla="*/ 6661 w 6343"/>
                  <a:gd name="connsiteY2" fmla="*/ 3363 h 6345"/>
                  <a:gd name="connsiteX3" fmla="*/ 5732 w 6343"/>
                  <a:gd name="connsiteY3" fmla="*/ 1119 h 6345"/>
                  <a:gd name="connsiteX4" fmla="*/ 3489 w 6343"/>
                  <a:gd name="connsiteY4" fmla="*/ 190 h 6345"/>
                  <a:gd name="connsiteX5" fmla="*/ 1246 w 6343"/>
                  <a:gd name="connsiteY5" fmla="*/ 1119 h 6345"/>
                  <a:gd name="connsiteX6" fmla="*/ 317 w 6343"/>
                  <a:gd name="connsiteY6" fmla="*/ 3363 h 6345"/>
                  <a:gd name="connsiteX7" fmla="*/ 1246 w 6343"/>
                  <a:gd name="connsiteY7" fmla="*/ 5606 h 6345"/>
                  <a:gd name="connsiteX8" fmla="*/ 3489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9" y="6535"/>
                    </a:moveTo>
                    <a:cubicBezTo>
                      <a:pt x="4330" y="6535"/>
                      <a:pt x="5137" y="6201"/>
                      <a:pt x="5732" y="5606"/>
                    </a:cubicBezTo>
                    <a:cubicBezTo>
                      <a:pt x="6326" y="5011"/>
                      <a:pt x="6661" y="4204"/>
                      <a:pt x="6661" y="3363"/>
                    </a:cubicBezTo>
                    <a:cubicBezTo>
                      <a:pt x="6661" y="2521"/>
                      <a:pt x="6326" y="1714"/>
                      <a:pt x="5732" y="1119"/>
                    </a:cubicBezTo>
                    <a:cubicBezTo>
                      <a:pt x="5137" y="524"/>
                      <a:pt x="4330" y="190"/>
                      <a:pt x="3489" y="190"/>
                    </a:cubicBezTo>
                    <a:cubicBezTo>
                      <a:pt x="2648" y="190"/>
                      <a:pt x="1841" y="524"/>
                      <a:pt x="1246" y="1119"/>
                    </a:cubicBezTo>
                    <a:cubicBezTo>
                      <a:pt x="652" y="1714"/>
                      <a:pt x="317" y="2521"/>
                      <a:pt x="317" y="3363"/>
                    </a:cubicBezTo>
                    <a:cubicBezTo>
                      <a:pt x="317" y="4204"/>
                      <a:pt x="652" y="5011"/>
                      <a:pt x="1246" y="5606"/>
                    </a:cubicBezTo>
                    <a:cubicBezTo>
                      <a:pt x="1841" y="6201"/>
                      <a:pt x="2648" y="6535"/>
                      <a:pt x="3489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62" name="Freeform: Shape 2961">
                <a:extLst>
                  <a:ext uri="{FF2B5EF4-FFF2-40B4-BE49-F238E27FC236}">
                    <a16:creationId xmlns:a16="http://schemas.microsoft.com/office/drawing/2014/main" id="{8557801D-93FA-537B-272E-4D30966A4CFA}"/>
                  </a:ext>
                </a:extLst>
              </p:cNvPr>
              <p:cNvSpPr/>
              <p:nvPr/>
            </p:nvSpPr>
            <p:spPr>
              <a:xfrm>
                <a:off x="4876563" y="5897082"/>
                <a:ext cx="6343" cy="6345"/>
              </a:xfrm>
              <a:custGeom>
                <a:avLst/>
                <a:gdLst>
                  <a:gd name="connsiteX0" fmla="*/ 3489 w 6343"/>
                  <a:gd name="connsiteY0" fmla="*/ 6536 h 6345"/>
                  <a:gd name="connsiteX1" fmla="*/ 5731 w 6343"/>
                  <a:gd name="connsiteY1" fmla="*/ 5607 h 6345"/>
                  <a:gd name="connsiteX2" fmla="*/ 6660 w 6343"/>
                  <a:gd name="connsiteY2" fmla="*/ 3363 h 6345"/>
                  <a:gd name="connsiteX3" fmla="*/ 5731 w 6343"/>
                  <a:gd name="connsiteY3" fmla="*/ 1120 h 6345"/>
                  <a:gd name="connsiteX4" fmla="*/ 3489 w 6343"/>
                  <a:gd name="connsiteY4" fmla="*/ 191 h 6345"/>
                  <a:gd name="connsiteX5" fmla="*/ 1246 w 6343"/>
                  <a:gd name="connsiteY5" fmla="*/ 1120 h 6345"/>
                  <a:gd name="connsiteX6" fmla="*/ 317 w 6343"/>
                  <a:gd name="connsiteY6" fmla="*/ 3363 h 6345"/>
                  <a:gd name="connsiteX7" fmla="*/ 1246 w 6343"/>
                  <a:gd name="connsiteY7" fmla="*/ 5607 h 6345"/>
                  <a:gd name="connsiteX8" fmla="*/ 3489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9" y="6536"/>
                    </a:moveTo>
                    <a:cubicBezTo>
                      <a:pt x="4330" y="6536"/>
                      <a:pt x="5137" y="6202"/>
                      <a:pt x="5731" y="5607"/>
                    </a:cubicBezTo>
                    <a:cubicBezTo>
                      <a:pt x="6326" y="5012"/>
                      <a:pt x="6660" y="4205"/>
                      <a:pt x="6660" y="3363"/>
                    </a:cubicBezTo>
                    <a:cubicBezTo>
                      <a:pt x="6660" y="2522"/>
                      <a:pt x="6326" y="1715"/>
                      <a:pt x="5731" y="1120"/>
                    </a:cubicBezTo>
                    <a:cubicBezTo>
                      <a:pt x="5137" y="525"/>
                      <a:pt x="4330" y="191"/>
                      <a:pt x="3489" y="191"/>
                    </a:cubicBezTo>
                    <a:cubicBezTo>
                      <a:pt x="2648" y="191"/>
                      <a:pt x="1841" y="525"/>
                      <a:pt x="1246" y="1120"/>
                    </a:cubicBezTo>
                    <a:cubicBezTo>
                      <a:pt x="651" y="1715"/>
                      <a:pt x="317" y="2522"/>
                      <a:pt x="317" y="3363"/>
                    </a:cubicBezTo>
                    <a:cubicBezTo>
                      <a:pt x="317" y="4205"/>
                      <a:pt x="651" y="5012"/>
                      <a:pt x="1246" y="5607"/>
                    </a:cubicBezTo>
                    <a:cubicBezTo>
                      <a:pt x="1841" y="6202"/>
                      <a:pt x="2648" y="6536"/>
                      <a:pt x="3489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63" name="Freeform: Shape 2962">
                <a:extLst>
                  <a:ext uri="{FF2B5EF4-FFF2-40B4-BE49-F238E27FC236}">
                    <a16:creationId xmlns:a16="http://schemas.microsoft.com/office/drawing/2014/main" id="{28E07F43-3AB4-3997-F7E0-5B0A86724D3F}"/>
                  </a:ext>
                </a:extLst>
              </p:cNvPr>
              <p:cNvSpPr/>
              <p:nvPr/>
            </p:nvSpPr>
            <p:spPr>
              <a:xfrm>
                <a:off x="4875085" y="5903160"/>
                <a:ext cx="6343" cy="6345"/>
              </a:xfrm>
              <a:custGeom>
                <a:avLst/>
                <a:gdLst>
                  <a:gd name="connsiteX0" fmla="*/ 3489 w 6343"/>
                  <a:gd name="connsiteY0" fmla="*/ 6536 h 6345"/>
                  <a:gd name="connsiteX1" fmla="*/ 5731 w 6343"/>
                  <a:gd name="connsiteY1" fmla="*/ 5607 h 6345"/>
                  <a:gd name="connsiteX2" fmla="*/ 6660 w 6343"/>
                  <a:gd name="connsiteY2" fmla="*/ 3364 h 6345"/>
                  <a:gd name="connsiteX3" fmla="*/ 5731 w 6343"/>
                  <a:gd name="connsiteY3" fmla="*/ 1120 h 6345"/>
                  <a:gd name="connsiteX4" fmla="*/ 3489 w 6343"/>
                  <a:gd name="connsiteY4" fmla="*/ 191 h 6345"/>
                  <a:gd name="connsiteX5" fmla="*/ 1246 w 6343"/>
                  <a:gd name="connsiteY5" fmla="*/ 1120 h 6345"/>
                  <a:gd name="connsiteX6" fmla="*/ 317 w 6343"/>
                  <a:gd name="connsiteY6" fmla="*/ 3364 h 6345"/>
                  <a:gd name="connsiteX7" fmla="*/ 1246 w 6343"/>
                  <a:gd name="connsiteY7" fmla="*/ 5607 h 6345"/>
                  <a:gd name="connsiteX8" fmla="*/ 3489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9" y="6536"/>
                    </a:moveTo>
                    <a:cubicBezTo>
                      <a:pt x="4330" y="6536"/>
                      <a:pt x="5137" y="6202"/>
                      <a:pt x="5731" y="5607"/>
                    </a:cubicBezTo>
                    <a:cubicBezTo>
                      <a:pt x="6326" y="5012"/>
                      <a:pt x="6660" y="4205"/>
                      <a:pt x="6660" y="3364"/>
                    </a:cubicBezTo>
                    <a:cubicBezTo>
                      <a:pt x="6660" y="2522"/>
                      <a:pt x="6326" y="1715"/>
                      <a:pt x="5731" y="1120"/>
                    </a:cubicBezTo>
                    <a:cubicBezTo>
                      <a:pt x="5137" y="525"/>
                      <a:pt x="4330" y="191"/>
                      <a:pt x="3489" y="191"/>
                    </a:cubicBezTo>
                    <a:cubicBezTo>
                      <a:pt x="2648" y="191"/>
                      <a:pt x="1841" y="525"/>
                      <a:pt x="1246" y="1120"/>
                    </a:cubicBezTo>
                    <a:cubicBezTo>
                      <a:pt x="651" y="1715"/>
                      <a:pt x="317" y="2522"/>
                      <a:pt x="317" y="3364"/>
                    </a:cubicBezTo>
                    <a:cubicBezTo>
                      <a:pt x="317" y="4205"/>
                      <a:pt x="651" y="5012"/>
                      <a:pt x="1246" y="5607"/>
                    </a:cubicBezTo>
                    <a:cubicBezTo>
                      <a:pt x="1841" y="6202"/>
                      <a:pt x="2648" y="6536"/>
                      <a:pt x="3489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64" name="Freeform: Shape 2963">
                <a:extLst>
                  <a:ext uri="{FF2B5EF4-FFF2-40B4-BE49-F238E27FC236}">
                    <a16:creationId xmlns:a16="http://schemas.microsoft.com/office/drawing/2014/main" id="{F3455084-CB70-CF74-AC03-8593C1D64496}"/>
                  </a:ext>
                </a:extLst>
              </p:cNvPr>
              <p:cNvSpPr/>
              <p:nvPr/>
            </p:nvSpPr>
            <p:spPr>
              <a:xfrm>
                <a:off x="4871180" y="5908811"/>
                <a:ext cx="6343" cy="6345"/>
              </a:xfrm>
              <a:custGeom>
                <a:avLst/>
                <a:gdLst>
                  <a:gd name="connsiteX0" fmla="*/ 3488 w 6343"/>
                  <a:gd name="connsiteY0" fmla="*/ 6537 h 6345"/>
                  <a:gd name="connsiteX1" fmla="*/ 5731 w 6343"/>
                  <a:gd name="connsiteY1" fmla="*/ 5608 h 6345"/>
                  <a:gd name="connsiteX2" fmla="*/ 6660 w 6343"/>
                  <a:gd name="connsiteY2" fmla="*/ 3364 h 6345"/>
                  <a:gd name="connsiteX3" fmla="*/ 5731 w 6343"/>
                  <a:gd name="connsiteY3" fmla="*/ 1121 h 6345"/>
                  <a:gd name="connsiteX4" fmla="*/ 3488 w 6343"/>
                  <a:gd name="connsiteY4" fmla="*/ 191 h 6345"/>
                  <a:gd name="connsiteX5" fmla="*/ 1246 w 6343"/>
                  <a:gd name="connsiteY5" fmla="*/ 1121 h 6345"/>
                  <a:gd name="connsiteX6" fmla="*/ 317 w 6343"/>
                  <a:gd name="connsiteY6" fmla="*/ 3364 h 6345"/>
                  <a:gd name="connsiteX7" fmla="*/ 1246 w 6343"/>
                  <a:gd name="connsiteY7" fmla="*/ 5608 h 6345"/>
                  <a:gd name="connsiteX8" fmla="*/ 3488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8" y="6537"/>
                    </a:moveTo>
                    <a:cubicBezTo>
                      <a:pt x="4329" y="6537"/>
                      <a:pt x="5136" y="6203"/>
                      <a:pt x="5731" y="5608"/>
                    </a:cubicBezTo>
                    <a:cubicBezTo>
                      <a:pt x="6326" y="5013"/>
                      <a:pt x="6660" y="4206"/>
                      <a:pt x="6660" y="3364"/>
                    </a:cubicBezTo>
                    <a:cubicBezTo>
                      <a:pt x="6660" y="2523"/>
                      <a:pt x="6326" y="1716"/>
                      <a:pt x="5731" y="1121"/>
                    </a:cubicBezTo>
                    <a:cubicBezTo>
                      <a:pt x="5136" y="526"/>
                      <a:pt x="4329" y="191"/>
                      <a:pt x="3488" y="191"/>
                    </a:cubicBezTo>
                    <a:cubicBezTo>
                      <a:pt x="2647" y="191"/>
                      <a:pt x="1840" y="526"/>
                      <a:pt x="1246" y="1121"/>
                    </a:cubicBezTo>
                    <a:cubicBezTo>
                      <a:pt x="651" y="1716"/>
                      <a:pt x="317" y="2523"/>
                      <a:pt x="317" y="3364"/>
                    </a:cubicBezTo>
                    <a:cubicBezTo>
                      <a:pt x="317" y="4206"/>
                      <a:pt x="651" y="5013"/>
                      <a:pt x="1246" y="5608"/>
                    </a:cubicBezTo>
                    <a:cubicBezTo>
                      <a:pt x="1840" y="6203"/>
                      <a:pt x="2647" y="6537"/>
                      <a:pt x="3488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65" name="Freeform: Shape 2964">
                <a:extLst>
                  <a:ext uri="{FF2B5EF4-FFF2-40B4-BE49-F238E27FC236}">
                    <a16:creationId xmlns:a16="http://schemas.microsoft.com/office/drawing/2014/main" id="{9ED1F764-3B95-A80F-C642-6961DE75E7B1}"/>
                  </a:ext>
                </a:extLst>
              </p:cNvPr>
              <p:cNvSpPr/>
              <p:nvPr/>
            </p:nvSpPr>
            <p:spPr>
              <a:xfrm>
                <a:off x="4868086" y="5914572"/>
                <a:ext cx="6343" cy="6345"/>
              </a:xfrm>
              <a:custGeom>
                <a:avLst/>
                <a:gdLst>
                  <a:gd name="connsiteX0" fmla="*/ 3488 w 6343"/>
                  <a:gd name="connsiteY0" fmla="*/ 6537 h 6345"/>
                  <a:gd name="connsiteX1" fmla="*/ 5731 w 6343"/>
                  <a:gd name="connsiteY1" fmla="*/ 5608 h 6345"/>
                  <a:gd name="connsiteX2" fmla="*/ 6660 w 6343"/>
                  <a:gd name="connsiteY2" fmla="*/ 3365 h 6345"/>
                  <a:gd name="connsiteX3" fmla="*/ 5731 w 6343"/>
                  <a:gd name="connsiteY3" fmla="*/ 1121 h 6345"/>
                  <a:gd name="connsiteX4" fmla="*/ 3488 w 6343"/>
                  <a:gd name="connsiteY4" fmla="*/ 192 h 6345"/>
                  <a:gd name="connsiteX5" fmla="*/ 1245 w 6343"/>
                  <a:gd name="connsiteY5" fmla="*/ 1121 h 6345"/>
                  <a:gd name="connsiteX6" fmla="*/ 317 w 6343"/>
                  <a:gd name="connsiteY6" fmla="*/ 3365 h 6345"/>
                  <a:gd name="connsiteX7" fmla="*/ 1245 w 6343"/>
                  <a:gd name="connsiteY7" fmla="*/ 5608 h 6345"/>
                  <a:gd name="connsiteX8" fmla="*/ 3488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8" y="6537"/>
                    </a:moveTo>
                    <a:cubicBezTo>
                      <a:pt x="4329" y="6537"/>
                      <a:pt x="5136" y="6203"/>
                      <a:pt x="5731" y="5608"/>
                    </a:cubicBezTo>
                    <a:cubicBezTo>
                      <a:pt x="6325" y="5013"/>
                      <a:pt x="6660" y="4206"/>
                      <a:pt x="6660" y="3365"/>
                    </a:cubicBezTo>
                    <a:cubicBezTo>
                      <a:pt x="6660" y="2523"/>
                      <a:pt x="6325" y="1716"/>
                      <a:pt x="5731" y="1121"/>
                    </a:cubicBezTo>
                    <a:cubicBezTo>
                      <a:pt x="5136" y="526"/>
                      <a:pt x="4329" y="192"/>
                      <a:pt x="3488" y="192"/>
                    </a:cubicBezTo>
                    <a:cubicBezTo>
                      <a:pt x="2647" y="192"/>
                      <a:pt x="1840" y="526"/>
                      <a:pt x="1245" y="1121"/>
                    </a:cubicBezTo>
                    <a:cubicBezTo>
                      <a:pt x="651" y="1716"/>
                      <a:pt x="317" y="2523"/>
                      <a:pt x="317" y="3365"/>
                    </a:cubicBezTo>
                    <a:cubicBezTo>
                      <a:pt x="317" y="4206"/>
                      <a:pt x="651" y="5013"/>
                      <a:pt x="1245" y="5608"/>
                    </a:cubicBezTo>
                    <a:cubicBezTo>
                      <a:pt x="1840" y="6203"/>
                      <a:pt x="2647" y="6537"/>
                      <a:pt x="3488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66" name="Freeform: Shape 2965">
                <a:extLst>
                  <a:ext uri="{FF2B5EF4-FFF2-40B4-BE49-F238E27FC236}">
                    <a16:creationId xmlns:a16="http://schemas.microsoft.com/office/drawing/2014/main" id="{45306540-E2D7-430A-F8CA-710041B11BAB}"/>
                  </a:ext>
                </a:extLst>
              </p:cNvPr>
              <p:cNvSpPr/>
              <p:nvPr/>
            </p:nvSpPr>
            <p:spPr>
              <a:xfrm>
                <a:off x="4861827" y="5919718"/>
                <a:ext cx="6343" cy="6345"/>
              </a:xfrm>
              <a:custGeom>
                <a:avLst/>
                <a:gdLst>
                  <a:gd name="connsiteX0" fmla="*/ 3488 w 6343"/>
                  <a:gd name="connsiteY0" fmla="*/ 6538 h 6345"/>
                  <a:gd name="connsiteX1" fmla="*/ 5730 w 6343"/>
                  <a:gd name="connsiteY1" fmla="*/ 5608 h 6345"/>
                  <a:gd name="connsiteX2" fmla="*/ 6659 w 6343"/>
                  <a:gd name="connsiteY2" fmla="*/ 3365 h 6345"/>
                  <a:gd name="connsiteX3" fmla="*/ 5730 w 6343"/>
                  <a:gd name="connsiteY3" fmla="*/ 1122 h 6345"/>
                  <a:gd name="connsiteX4" fmla="*/ 3488 w 6343"/>
                  <a:gd name="connsiteY4" fmla="*/ 192 h 6345"/>
                  <a:gd name="connsiteX5" fmla="*/ 1245 w 6343"/>
                  <a:gd name="connsiteY5" fmla="*/ 1122 h 6345"/>
                  <a:gd name="connsiteX6" fmla="*/ 316 w 6343"/>
                  <a:gd name="connsiteY6" fmla="*/ 3365 h 6345"/>
                  <a:gd name="connsiteX7" fmla="*/ 1245 w 6343"/>
                  <a:gd name="connsiteY7" fmla="*/ 5608 h 6345"/>
                  <a:gd name="connsiteX8" fmla="*/ 3488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8" y="6538"/>
                    </a:moveTo>
                    <a:cubicBezTo>
                      <a:pt x="4329" y="6538"/>
                      <a:pt x="5135" y="6203"/>
                      <a:pt x="5730" y="5608"/>
                    </a:cubicBezTo>
                    <a:cubicBezTo>
                      <a:pt x="6325" y="5013"/>
                      <a:pt x="6659" y="4206"/>
                      <a:pt x="6659" y="3365"/>
                    </a:cubicBezTo>
                    <a:cubicBezTo>
                      <a:pt x="6659" y="2524"/>
                      <a:pt x="6325" y="1717"/>
                      <a:pt x="5730" y="1122"/>
                    </a:cubicBezTo>
                    <a:cubicBezTo>
                      <a:pt x="5135" y="527"/>
                      <a:pt x="4329" y="192"/>
                      <a:pt x="3488" y="192"/>
                    </a:cubicBezTo>
                    <a:cubicBezTo>
                      <a:pt x="2647" y="192"/>
                      <a:pt x="1840" y="527"/>
                      <a:pt x="1245" y="1122"/>
                    </a:cubicBezTo>
                    <a:cubicBezTo>
                      <a:pt x="650" y="1717"/>
                      <a:pt x="316" y="2524"/>
                      <a:pt x="316" y="3365"/>
                    </a:cubicBezTo>
                    <a:cubicBezTo>
                      <a:pt x="316" y="4206"/>
                      <a:pt x="650" y="5013"/>
                      <a:pt x="1245" y="5608"/>
                    </a:cubicBezTo>
                    <a:cubicBezTo>
                      <a:pt x="1840" y="6203"/>
                      <a:pt x="2647" y="6538"/>
                      <a:pt x="3488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67" name="Freeform: Shape 2966">
                <a:extLst>
                  <a:ext uri="{FF2B5EF4-FFF2-40B4-BE49-F238E27FC236}">
                    <a16:creationId xmlns:a16="http://schemas.microsoft.com/office/drawing/2014/main" id="{A6D07DFB-B578-E2F3-FB68-63C1C9986F97}"/>
                  </a:ext>
                </a:extLst>
              </p:cNvPr>
              <p:cNvSpPr/>
              <p:nvPr/>
            </p:nvSpPr>
            <p:spPr>
              <a:xfrm>
                <a:off x="4859260" y="5931796"/>
                <a:ext cx="6343" cy="6345"/>
              </a:xfrm>
              <a:custGeom>
                <a:avLst/>
                <a:gdLst>
                  <a:gd name="connsiteX0" fmla="*/ 3487 w 6343"/>
                  <a:gd name="connsiteY0" fmla="*/ 6539 h 6345"/>
                  <a:gd name="connsiteX1" fmla="*/ 5730 w 6343"/>
                  <a:gd name="connsiteY1" fmla="*/ 5609 h 6345"/>
                  <a:gd name="connsiteX2" fmla="*/ 6659 w 6343"/>
                  <a:gd name="connsiteY2" fmla="*/ 3366 h 6345"/>
                  <a:gd name="connsiteX3" fmla="*/ 5730 w 6343"/>
                  <a:gd name="connsiteY3" fmla="*/ 1122 h 6345"/>
                  <a:gd name="connsiteX4" fmla="*/ 3487 w 6343"/>
                  <a:gd name="connsiteY4" fmla="*/ 193 h 6345"/>
                  <a:gd name="connsiteX5" fmla="*/ 1245 w 6343"/>
                  <a:gd name="connsiteY5" fmla="*/ 1122 h 6345"/>
                  <a:gd name="connsiteX6" fmla="*/ 316 w 6343"/>
                  <a:gd name="connsiteY6" fmla="*/ 3366 h 6345"/>
                  <a:gd name="connsiteX7" fmla="*/ 1245 w 6343"/>
                  <a:gd name="connsiteY7" fmla="*/ 5609 h 6345"/>
                  <a:gd name="connsiteX8" fmla="*/ 3487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7" y="6539"/>
                    </a:moveTo>
                    <a:cubicBezTo>
                      <a:pt x="4329" y="6539"/>
                      <a:pt x="5135" y="6204"/>
                      <a:pt x="5730" y="5609"/>
                    </a:cubicBezTo>
                    <a:cubicBezTo>
                      <a:pt x="6325" y="5014"/>
                      <a:pt x="6659" y="4207"/>
                      <a:pt x="6659" y="3366"/>
                    </a:cubicBezTo>
                    <a:cubicBezTo>
                      <a:pt x="6659" y="2525"/>
                      <a:pt x="6325" y="1717"/>
                      <a:pt x="5730" y="1122"/>
                    </a:cubicBezTo>
                    <a:cubicBezTo>
                      <a:pt x="5135" y="528"/>
                      <a:pt x="4329" y="193"/>
                      <a:pt x="3487" y="193"/>
                    </a:cubicBezTo>
                    <a:cubicBezTo>
                      <a:pt x="2646" y="193"/>
                      <a:pt x="1840" y="528"/>
                      <a:pt x="1245" y="1122"/>
                    </a:cubicBezTo>
                    <a:cubicBezTo>
                      <a:pt x="650" y="1717"/>
                      <a:pt x="316" y="2525"/>
                      <a:pt x="316" y="3366"/>
                    </a:cubicBezTo>
                    <a:cubicBezTo>
                      <a:pt x="316" y="4207"/>
                      <a:pt x="650" y="5014"/>
                      <a:pt x="1245" y="5609"/>
                    </a:cubicBezTo>
                    <a:cubicBezTo>
                      <a:pt x="1840" y="6204"/>
                      <a:pt x="2646" y="6539"/>
                      <a:pt x="3487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68" name="Freeform: Shape 2967">
                <a:extLst>
                  <a:ext uri="{FF2B5EF4-FFF2-40B4-BE49-F238E27FC236}">
                    <a16:creationId xmlns:a16="http://schemas.microsoft.com/office/drawing/2014/main" id="{E809AD5E-6D65-B437-B674-2DCD327D542A}"/>
                  </a:ext>
                </a:extLst>
              </p:cNvPr>
              <p:cNvSpPr/>
              <p:nvPr/>
            </p:nvSpPr>
            <p:spPr>
              <a:xfrm>
                <a:off x="4856687" y="5937568"/>
                <a:ext cx="6343" cy="6345"/>
              </a:xfrm>
              <a:custGeom>
                <a:avLst/>
                <a:gdLst>
                  <a:gd name="connsiteX0" fmla="*/ 3487 w 6343"/>
                  <a:gd name="connsiteY0" fmla="*/ 6539 h 6345"/>
                  <a:gd name="connsiteX1" fmla="*/ 5730 w 6343"/>
                  <a:gd name="connsiteY1" fmla="*/ 5610 h 6345"/>
                  <a:gd name="connsiteX2" fmla="*/ 6659 w 6343"/>
                  <a:gd name="connsiteY2" fmla="*/ 3366 h 6345"/>
                  <a:gd name="connsiteX3" fmla="*/ 5730 w 6343"/>
                  <a:gd name="connsiteY3" fmla="*/ 1123 h 6345"/>
                  <a:gd name="connsiteX4" fmla="*/ 3487 w 6343"/>
                  <a:gd name="connsiteY4" fmla="*/ 194 h 6345"/>
                  <a:gd name="connsiteX5" fmla="*/ 1245 w 6343"/>
                  <a:gd name="connsiteY5" fmla="*/ 1123 h 6345"/>
                  <a:gd name="connsiteX6" fmla="*/ 316 w 6343"/>
                  <a:gd name="connsiteY6" fmla="*/ 3366 h 6345"/>
                  <a:gd name="connsiteX7" fmla="*/ 1245 w 6343"/>
                  <a:gd name="connsiteY7" fmla="*/ 5610 h 6345"/>
                  <a:gd name="connsiteX8" fmla="*/ 3487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7" y="6539"/>
                    </a:moveTo>
                    <a:cubicBezTo>
                      <a:pt x="4328" y="6539"/>
                      <a:pt x="5135" y="6205"/>
                      <a:pt x="5730" y="5610"/>
                    </a:cubicBezTo>
                    <a:cubicBezTo>
                      <a:pt x="6325" y="5015"/>
                      <a:pt x="6659" y="4208"/>
                      <a:pt x="6659" y="3366"/>
                    </a:cubicBezTo>
                    <a:cubicBezTo>
                      <a:pt x="6659" y="2525"/>
                      <a:pt x="6325" y="1718"/>
                      <a:pt x="5730" y="1123"/>
                    </a:cubicBezTo>
                    <a:cubicBezTo>
                      <a:pt x="5135" y="528"/>
                      <a:pt x="4328" y="194"/>
                      <a:pt x="3487" y="194"/>
                    </a:cubicBezTo>
                    <a:cubicBezTo>
                      <a:pt x="2646" y="194"/>
                      <a:pt x="1839" y="528"/>
                      <a:pt x="1245" y="1123"/>
                    </a:cubicBezTo>
                    <a:cubicBezTo>
                      <a:pt x="650" y="1718"/>
                      <a:pt x="316" y="2525"/>
                      <a:pt x="316" y="3366"/>
                    </a:cubicBezTo>
                    <a:cubicBezTo>
                      <a:pt x="316" y="4208"/>
                      <a:pt x="650" y="5015"/>
                      <a:pt x="1245" y="5610"/>
                    </a:cubicBezTo>
                    <a:cubicBezTo>
                      <a:pt x="1839" y="6205"/>
                      <a:pt x="2646" y="6539"/>
                      <a:pt x="3487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69" name="Freeform: Shape 2968">
                <a:extLst>
                  <a:ext uri="{FF2B5EF4-FFF2-40B4-BE49-F238E27FC236}">
                    <a16:creationId xmlns:a16="http://schemas.microsoft.com/office/drawing/2014/main" id="{E22422E6-C186-B444-FCCE-382555262590}"/>
                  </a:ext>
                </a:extLst>
              </p:cNvPr>
              <p:cNvSpPr/>
              <p:nvPr/>
            </p:nvSpPr>
            <p:spPr>
              <a:xfrm>
                <a:off x="4855337" y="5943582"/>
                <a:ext cx="6343" cy="6345"/>
              </a:xfrm>
              <a:custGeom>
                <a:avLst/>
                <a:gdLst>
                  <a:gd name="connsiteX0" fmla="*/ 3487 w 6343"/>
                  <a:gd name="connsiteY0" fmla="*/ 6540 h 6345"/>
                  <a:gd name="connsiteX1" fmla="*/ 5730 w 6343"/>
                  <a:gd name="connsiteY1" fmla="*/ 5610 h 6345"/>
                  <a:gd name="connsiteX2" fmla="*/ 6659 w 6343"/>
                  <a:gd name="connsiteY2" fmla="*/ 3367 h 6345"/>
                  <a:gd name="connsiteX3" fmla="*/ 5730 w 6343"/>
                  <a:gd name="connsiteY3" fmla="*/ 1123 h 6345"/>
                  <a:gd name="connsiteX4" fmla="*/ 3487 w 6343"/>
                  <a:gd name="connsiteY4" fmla="*/ 194 h 6345"/>
                  <a:gd name="connsiteX5" fmla="*/ 1244 w 6343"/>
                  <a:gd name="connsiteY5" fmla="*/ 1123 h 6345"/>
                  <a:gd name="connsiteX6" fmla="*/ 316 w 6343"/>
                  <a:gd name="connsiteY6" fmla="*/ 3367 h 6345"/>
                  <a:gd name="connsiteX7" fmla="*/ 1244 w 6343"/>
                  <a:gd name="connsiteY7" fmla="*/ 5610 h 6345"/>
                  <a:gd name="connsiteX8" fmla="*/ 348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7" y="6540"/>
                    </a:moveTo>
                    <a:cubicBezTo>
                      <a:pt x="4328" y="6540"/>
                      <a:pt x="5135" y="6205"/>
                      <a:pt x="5730" y="5610"/>
                    </a:cubicBezTo>
                    <a:cubicBezTo>
                      <a:pt x="6324" y="5015"/>
                      <a:pt x="6659" y="4208"/>
                      <a:pt x="6659" y="3367"/>
                    </a:cubicBezTo>
                    <a:cubicBezTo>
                      <a:pt x="6659" y="2525"/>
                      <a:pt x="6324" y="1718"/>
                      <a:pt x="5730" y="1123"/>
                    </a:cubicBezTo>
                    <a:cubicBezTo>
                      <a:pt x="5135" y="528"/>
                      <a:pt x="4328" y="194"/>
                      <a:pt x="3487" y="194"/>
                    </a:cubicBezTo>
                    <a:cubicBezTo>
                      <a:pt x="2646" y="194"/>
                      <a:pt x="1839" y="528"/>
                      <a:pt x="1244" y="1123"/>
                    </a:cubicBezTo>
                    <a:cubicBezTo>
                      <a:pt x="650" y="1718"/>
                      <a:pt x="316" y="2525"/>
                      <a:pt x="316" y="3367"/>
                    </a:cubicBezTo>
                    <a:cubicBezTo>
                      <a:pt x="316" y="4208"/>
                      <a:pt x="650" y="5015"/>
                      <a:pt x="1244" y="5610"/>
                    </a:cubicBezTo>
                    <a:cubicBezTo>
                      <a:pt x="1839" y="6205"/>
                      <a:pt x="2646" y="6540"/>
                      <a:pt x="348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70" name="Freeform: Shape 2969">
                <a:extLst>
                  <a:ext uri="{FF2B5EF4-FFF2-40B4-BE49-F238E27FC236}">
                    <a16:creationId xmlns:a16="http://schemas.microsoft.com/office/drawing/2014/main" id="{494529FD-9079-2E97-58A9-47F76B2C5398}"/>
                  </a:ext>
                </a:extLst>
              </p:cNvPr>
              <p:cNvSpPr/>
              <p:nvPr/>
            </p:nvSpPr>
            <p:spPr>
              <a:xfrm>
                <a:off x="4844109" y="5966249"/>
                <a:ext cx="6343" cy="6345"/>
              </a:xfrm>
              <a:custGeom>
                <a:avLst/>
                <a:gdLst>
                  <a:gd name="connsiteX0" fmla="*/ 3486 w 6343"/>
                  <a:gd name="connsiteY0" fmla="*/ 6541 h 6345"/>
                  <a:gd name="connsiteX1" fmla="*/ 5729 w 6343"/>
                  <a:gd name="connsiteY1" fmla="*/ 5612 h 6345"/>
                  <a:gd name="connsiteX2" fmla="*/ 6658 w 6343"/>
                  <a:gd name="connsiteY2" fmla="*/ 3369 h 6345"/>
                  <a:gd name="connsiteX3" fmla="*/ 5729 w 6343"/>
                  <a:gd name="connsiteY3" fmla="*/ 1125 h 6345"/>
                  <a:gd name="connsiteX4" fmla="*/ 3486 w 6343"/>
                  <a:gd name="connsiteY4" fmla="*/ 196 h 6345"/>
                  <a:gd name="connsiteX5" fmla="*/ 1244 w 6343"/>
                  <a:gd name="connsiteY5" fmla="*/ 1125 h 6345"/>
                  <a:gd name="connsiteX6" fmla="*/ 315 w 6343"/>
                  <a:gd name="connsiteY6" fmla="*/ 3369 h 6345"/>
                  <a:gd name="connsiteX7" fmla="*/ 1244 w 6343"/>
                  <a:gd name="connsiteY7" fmla="*/ 5612 h 6345"/>
                  <a:gd name="connsiteX8" fmla="*/ 348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6" y="6541"/>
                    </a:moveTo>
                    <a:cubicBezTo>
                      <a:pt x="4327" y="6541"/>
                      <a:pt x="5134" y="6207"/>
                      <a:pt x="5729" y="5612"/>
                    </a:cubicBezTo>
                    <a:cubicBezTo>
                      <a:pt x="6324" y="5017"/>
                      <a:pt x="6658" y="4210"/>
                      <a:pt x="6658" y="3369"/>
                    </a:cubicBezTo>
                    <a:cubicBezTo>
                      <a:pt x="6658" y="2527"/>
                      <a:pt x="6324" y="1720"/>
                      <a:pt x="5729" y="1125"/>
                    </a:cubicBezTo>
                    <a:cubicBezTo>
                      <a:pt x="5134" y="530"/>
                      <a:pt x="4327" y="196"/>
                      <a:pt x="3486" y="196"/>
                    </a:cubicBezTo>
                    <a:cubicBezTo>
                      <a:pt x="2645" y="196"/>
                      <a:pt x="1838" y="530"/>
                      <a:pt x="1244" y="1125"/>
                    </a:cubicBezTo>
                    <a:cubicBezTo>
                      <a:pt x="649" y="1720"/>
                      <a:pt x="315" y="2527"/>
                      <a:pt x="315" y="3369"/>
                    </a:cubicBezTo>
                    <a:cubicBezTo>
                      <a:pt x="315" y="4210"/>
                      <a:pt x="649" y="5017"/>
                      <a:pt x="1244" y="5612"/>
                    </a:cubicBezTo>
                    <a:cubicBezTo>
                      <a:pt x="1838" y="6207"/>
                      <a:pt x="2645" y="6541"/>
                      <a:pt x="348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71" name="Freeform: Shape 2970">
                <a:extLst>
                  <a:ext uri="{FF2B5EF4-FFF2-40B4-BE49-F238E27FC236}">
                    <a16:creationId xmlns:a16="http://schemas.microsoft.com/office/drawing/2014/main" id="{6CA907DF-1723-9D29-A617-5F2AE0C0C56E}"/>
                  </a:ext>
                </a:extLst>
              </p:cNvPr>
              <p:cNvSpPr/>
              <p:nvPr/>
            </p:nvSpPr>
            <p:spPr>
              <a:xfrm>
                <a:off x="4843045" y="5972295"/>
                <a:ext cx="6343" cy="6345"/>
              </a:xfrm>
              <a:custGeom>
                <a:avLst/>
                <a:gdLst>
                  <a:gd name="connsiteX0" fmla="*/ 3486 w 6343"/>
                  <a:gd name="connsiteY0" fmla="*/ 6542 h 6345"/>
                  <a:gd name="connsiteX1" fmla="*/ 5729 w 6343"/>
                  <a:gd name="connsiteY1" fmla="*/ 5613 h 6345"/>
                  <a:gd name="connsiteX2" fmla="*/ 6658 w 6343"/>
                  <a:gd name="connsiteY2" fmla="*/ 3369 h 6345"/>
                  <a:gd name="connsiteX3" fmla="*/ 5729 w 6343"/>
                  <a:gd name="connsiteY3" fmla="*/ 1126 h 6345"/>
                  <a:gd name="connsiteX4" fmla="*/ 3486 w 6343"/>
                  <a:gd name="connsiteY4" fmla="*/ 196 h 6345"/>
                  <a:gd name="connsiteX5" fmla="*/ 1244 w 6343"/>
                  <a:gd name="connsiteY5" fmla="*/ 1126 h 6345"/>
                  <a:gd name="connsiteX6" fmla="*/ 315 w 6343"/>
                  <a:gd name="connsiteY6" fmla="*/ 3369 h 6345"/>
                  <a:gd name="connsiteX7" fmla="*/ 1244 w 6343"/>
                  <a:gd name="connsiteY7" fmla="*/ 5613 h 6345"/>
                  <a:gd name="connsiteX8" fmla="*/ 348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6" y="6542"/>
                    </a:moveTo>
                    <a:cubicBezTo>
                      <a:pt x="4327" y="6542"/>
                      <a:pt x="5134" y="6208"/>
                      <a:pt x="5729" y="5613"/>
                    </a:cubicBezTo>
                    <a:cubicBezTo>
                      <a:pt x="6324" y="5018"/>
                      <a:pt x="6658" y="4211"/>
                      <a:pt x="6658" y="3369"/>
                    </a:cubicBezTo>
                    <a:cubicBezTo>
                      <a:pt x="6658" y="2528"/>
                      <a:pt x="6324" y="1721"/>
                      <a:pt x="5729" y="1126"/>
                    </a:cubicBezTo>
                    <a:cubicBezTo>
                      <a:pt x="5134" y="531"/>
                      <a:pt x="4327" y="196"/>
                      <a:pt x="3486" y="196"/>
                    </a:cubicBezTo>
                    <a:cubicBezTo>
                      <a:pt x="2645" y="196"/>
                      <a:pt x="1838" y="531"/>
                      <a:pt x="1244" y="1126"/>
                    </a:cubicBezTo>
                    <a:cubicBezTo>
                      <a:pt x="649" y="1721"/>
                      <a:pt x="315" y="2528"/>
                      <a:pt x="315" y="3369"/>
                    </a:cubicBezTo>
                    <a:cubicBezTo>
                      <a:pt x="315" y="4211"/>
                      <a:pt x="649" y="5018"/>
                      <a:pt x="1244" y="5613"/>
                    </a:cubicBezTo>
                    <a:cubicBezTo>
                      <a:pt x="1838" y="6208"/>
                      <a:pt x="2645" y="6542"/>
                      <a:pt x="348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72" name="Freeform: Shape 2971">
                <a:extLst>
                  <a:ext uri="{FF2B5EF4-FFF2-40B4-BE49-F238E27FC236}">
                    <a16:creationId xmlns:a16="http://schemas.microsoft.com/office/drawing/2014/main" id="{5DD2872D-5E04-F2E7-16B3-EF08C8E857B8}"/>
                  </a:ext>
                </a:extLst>
              </p:cNvPr>
              <p:cNvSpPr/>
              <p:nvPr/>
            </p:nvSpPr>
            <p:spPr>
              <a:xfrm>
                <a:off x="4516256" y="5896719"/>
                <a:ext cx="6343" cy="6345"/>
              </a:xfrm>
              <a:custGeom>
                <a:avLst/>
                <a:gdLst>
                  <a:gd name="connsiteX0" fmla="*/ 3460 w 6343"/>
                  <a:gd name="connsiteY0" fmla="*/ 6536 h 6345"/>
                  <a:gd name="connsiteX1" fmla="*/ 5703 w 6343"/>
                  <a:gd name="connsiteY1" fmla="*/ 5607 h 6345"/>
                  <a:gd name="connsiteX2" fmla="*/ 6632 w 6343"/>
                  <a:gd name="connsiteY2" fmla="*/ 3363 h 6345"/>
                  <a:gd name="connsiteX3" fmla="*/ 5703 w 6343"/>
                  <a:gd name="connsiteY3" fmla="*/ 1120 h 6345"/>
                  <a:gd name="connsiteX4" fmla="*/ 3460 w 6343"/>
                  <a:gd name="connsiteY4" fmla="*/ 190 h 6345"/>
                  <a:gd name="connsiteX5" fmla="*/ 1218 w 6343"/>
                  <a:gd name="connsiteY5" fmla="*/ 1120 h 6345"/>
                  <a:gd name="connsiteX6" fmla="*/ 289 w 6343"/>
                  <a:gd name="connsiteY6" fmla="*/ 3363 h 6345"/>
                  <a:gd name="connsiteX7" fmla="*/ 1218 w 6343"/>
                  <a:gd name="connsiteY7" fmla="*/ 5607 h 6345"/>
                  <a:gd name="connsiteX8" fmla="*/ 3460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6"/>
                    </a:moveTo>
                    <a:cubicBezTo>
                      <a:pt x="4301" y="6536"/>
                      <a:pt x="5108" y="6202"/>
                      <a:pt x="5703" y="5607"/>
                    </a:cubicBezTo>
                    <a:cubicBezTo>
                      <a:pt x="6298" y="5012"/>
                      <a:pt x="6632" y="4205"/>
                      <a:pt x="6632" y="3363"/>
                    </a:cubicBezTo>
                    <a:cubicBezTo>
                      <a:pt x="6632" y="2522"/>
                      <a:pt x="6298" y="1715"/>
                      <a:pt x="5703" y="1120"/>
                    </a:cubicBezTo>
                    <a:cubicBezTo>
                      <a:pt x="5108" y="525"/>
                      <a:pt x="4301" y="190"/>
                      <a:pt x="3460" y="190"/>
                    </a:cubicBezTo>
                    <a:cubicBezTo>
                      <a:pt x="2619" y="190"/>
                      <a:pt x="1813" y="525"/>
                      <a:pt x="1218" y="1120"/>
                    </a:cubicBezTo>
                    <a:cubicBezTo>
                      <a:pt x="623" y="1715"/>
                      <a:pt x="289" y="2522"/>
                      <a:pt x="289" y="3363"/>
                    </a:cubicBezTo>
                    <a:cubicBezTo>
                      <a:pt x="289" y="4205"/>
                      <a:pt x="623" y="5012"/>
                      <a:pt x="1218" y="5607"/>
                    </a:cubicBezTo>
                    <a:cubicBezTo>
                      <a:pt x="1813" y="6202"/>
                      <a:pt x="2619" y="6536"/>
                      <a:pt x="3460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73" name="Freeform: Shape 2972">
                <a:extLst>
                  <a:ext uri="{FF2B5EF4-FFF2-40B4-BE49-F238E27FC236}">
                    <a16:creationId xmlns:a16="http://schemas.microsoft.com/office/drawing/2014/main" id="{52CEC528-90ED-D1B8-460E-86F262950827}"/>
                  </a:ext>
                </a:extLst>
              </p:cNvPr>
              <p:cNvSpPr/>
              <p:nvPr/>
            </p:nvSpPr>
            <p:spPr>
              <a:xfrm>
                <a:off x="4782125" y="5969285"/>
                <a:ext cx="6343" cy="6345"/>
              </a:xfrm>
              <a:custGeom>
                <a:avLst/>
                <a:gdLst>
                  <a:gd name="connsiteX0" fmla="*/ 3481 w 6343"/>
                  <a:gd name="connsiteY0" fmla="*/ 6542 h 6345"/>
                  <a:gd name="connsiteX1" fmla="*/ 5724 w 6343"/>
                  <a:gd name="connsiteY1" fmla="*/ 5612 h 6345"/>
                  <a:gd name="connsiteX2" fmla="*/ 6653 w 6343"/>
                  <a:gd name="connsiteY2" fmla="*/ 3369 h 6345"/>
                  <a:gd name="connsiteX3" fmla="*/ 5724 w 6343"/>
                  <a:gd name="connsiteY3" fmla="*/ 1125 h 6345"/>
                  <a:gd name="connsiteX4" fmla="*/ 3481 w 6343"/>
                  <a:gd name="connsiteY4" fmla="*/ 196 h 6345"/>
                  <a:gd name="connsiteX5" fmla="*/ 1239 w 6343"/>
                  <a:gd name="connsiteY5" fmla="*/ 1125 h 6345"/>
                  <a:gd name="connsiteX6" fmla="*/ 310 w 6343"/>
                  <a:gd name="connsiteY6" fmla="*/ 3369 h 6345"/>
                  <a:gd name="connsiteX7" fmla="*/ 1239 w 6343"/>
                  <a:gd name="connsiteY7" fmla="*/ 5612 h 6345"/>
                  <a:gd name="connsiteX8" fmla="*/ 348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1" y="6542"/>
                    </a:moveTo>
                    <a:cubicBezTo>
                      <a:pt x="4322" y="6542"/>
                      <a:pt x="5129" y="6207"/>
                      <a:pt x="5724" y="5612"/>
                    </a:cubicBezTo>
                    <a:cubicBezTo>
                      <a:pt x="6319" y="5017"/>
                      <a:pt x="6653" y="4210"/>
                      <a:pt x="6653" y="3369"/>
                    </a:cubicBezTo>
                    <a:cubicBezTo>
                      <a:pt x="6653" y="2527"/>
                      <a:pt x="6319" y="1720"/>
                      <a:pt x="5724" y="1125"/>
                    </a:cubicBezTo>
                    <a:cubicBezTo>
                      <a:pt x="5129" y="530"/>
                      <a:pt x="4322" y="196"/>
                      <a:pt x="3481" y="196"/>
                    </a:cubicBezTo>
                    <a:cubicBezTo>
                      <a:pt x="2640" y="196"/>
                      <a:pt x="1833" y="530"/>
                      <a:pt x="1239" y="1125"/>
                    </a:cubicBezTo>
                    <a:cubicBezTo>
                      <a:pt x="644" y="1720"/>
                      <a:pt x="310" y="2527"/>
                      <a:pt x="310" y="3369"/>
                    </a:cubicBezTo>
                    <a:cubicBezTo>
                      <a:pt x="310" y="4210"/>
                      <a:pt x="644" y="5017"/>
                      <a:pt x="1239" y="5612"/>
                    </a:cubicBezTo>
                    <a:cubicBezTo>
                      <a:pt x="1833" y="6207"/>
                      <a:pt x="2640" y="6542"/>
                      <a:pt x="348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74" name="Freeform: Shape 2973">
                <a:extLst>
                  <a:ext uri="{FF2B5EF4-FFF2-40B4-BE49-F238E27FC236}">
                    <a16:creationId xmlns:a16="http://schemas.microsoft.com/office/drawing/2014/main" id="{B79A9F73-61F8-09FB-FA01-098D71F4D358}"/>
                  </a:ext>
                </a:extLst>
              </p:cNvPr>
              <p:cNvSpPr/>
              <p:nvPr/>
            </p:nvSpPr>
            <p:spPr>
              <a:xfrm>
                <a:off x="4778652" y="5974327"/>
                <a:ext cx="6343" cy="6345"/>
              </a:xfrm>
              <a:custGeom>
                <a:avLst/>
                <a:gdLst>
                  <a:gd name="connsiteX0" fmla="*/ 3481 w 6343"/>
                  <a:gd name="connsiteY0" fmla="*/ 6542 h 6345"/>
                  <a:gd name="connsiteX1" fmla="*/ 5724 w 6343"/>
                  <a:gd name="connsiteY1" fmla="*/ 5613 h 6345"/>
                  <a:gd name="connsiteX2" fmla="*/ 6653 w 6343"/>
                  <a:gd name="connsiteY2" fmla="*/ 3369 h 6345"/>
                  <a:gd name="connsiteX3" fmla="*/ 5724 w 6343"/>
                  <a:gd name="connsiteY3" fmla="*/ 1126 h 6345"/>
                  <a:gd name="connsiteX4" fmla="*/ 3481 w 6343"/>
                  <a:gd name="connsiteY4" fmla="*/ 197 h 6345"/>
                  <a:gd name="connsiteX5" fmla="*/ 1238 w 6343"/>
                  <a:gd name="connsiteY5" fmla="*/ 1126 h 6345"/>
                  <a:gd name="connsiteX6" fmla="*/ 310 w 6343"/>
                  <a:gd name="connsiteY6" fmla="*/ 3369 h 6345"/>
                  <a:gd name="connsiteX7" fmla="*/ 1238 w 6343"/>
                  <a:gd name="connsiteY7" fmla="*/ 5613 h 6345"/>
                  <a:gd name="connsiteX8" fmla="*/ 348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1" y="6542"/>
                    </a:moveTo>
                    <a:cubicBezTo>
                      <a:pt x="4322" y="6542"/>
                      <a:pt x="5129" y="6208"/>
                      <a:pt x="5724" y="5613"/>
                    </a:cubicBezTo>
                    <a:cubicBezTo>
                      <a:pt x="6318" y="5018"/>
                      <a:pt x="6653" y="4211"/>
                      <a:pt x="6653" y="3369"/>
                    </a:cubicBezTo>
                    <a:cubicBezTo>
                      <a:pt x="6653" y="2528"/>
                      <a:pt x="6318" y="1721"/>
                      <a:pt x="5724" y="1126"/>
                    </a:cubicBezTo>
                    <a:cubicBezTo>
                      <a:pt x="5129" y="531"/>
                      <a:pt x="4322" y="197"/>
                      <a:pt x="3481" y="197"/>
                    </a:cubicBezTo>
                    <a:cubicBezTo>
                      <a:pt x="2640" y="197"/>
                      <a:pt x="1833" y="531"/>
                      <a:pt x="1238" y="1126"/>
                    </a:cubicBezTo>
                    <a:cubicBezTo>
                      <a:pt x="644" y="1721"/>
                      <a:pt x="310" y="2528"/>
                      <a:pt x="310" y="3369"/>
                    </a:cubicBezTo>
                    <a:cubicBezTo>
                      <a:pt x="310" y="4211"/>
                      <a:pt x="644" y="5018"/>
                      <a:pt x="1238" y="5613"/>
                    </a:cubicBezTo>
                    <a:cubicBezTo>
                      <a:pt x="1833" y="6208"/>
                      <a:pt x="2640" y="6542"/>
                      <a:pt x="348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75" name="Freeform: Shape 2974">
                <a:extLst>
                  <a:ext uri="{FF2B5EF4-FFF2-40B4-BE49-F238E27FC236}">
                    <a16:creationId xmlns:a16="http://schemas.microsoft.com/office/drawing/2014/main" id="{395D796F-9E63-8AA9-F997-1013AF494D78}"/>
                  </a:ext>
                </a:extLst>
              </p:cNvPr>
              <p:cNvSpPr/>
              <p:nvPr/>
            </p:nvSpPr>
            <p:spPr>
              <a:xfrm>
                <a:off x="4775563" y="5985401"/>
                <a:ext cx="6343" cy="6345"/>
              </a:xfrm>
              <a:custGeom>
                <a:avLst/>
                <a:gdLst>
                  <a:gd name="connsiteX0" fmla="*/ 3481 w 6343"/>
                  <a:gd name="connsiteY0" fmla="*/ 6543 h 6345"/>
                  <a:gd name="connsiteX1" fmla="*/ 5723 w 6343"/>
                  <a:gd name="connsiteY1" fmla="*/ 5614 h 6345"/>
                  <a:gd name="connsiteX2" fmla="*/ 6652 w 6343"/>
                  <a:gd name="connsiteY2" fmla="*/ 3370 h 6345"/>
                  <a:gd name="connsiteX3" fmla="*/ 5723 w 6343"/>
                  <a:gd name="connsiteY3" fmla="*/ 1127 h 6345"/>
                  <a:gd name="connsiteX4" fmla="*/ 3481 w 6343"/>
                  <a:gd name="connsiteY4" fmla="*/ 197 h 6345"/>
                  <a:gd name="connsiteX5" fmla="*/ 1238 w 6343"/>
                  <a:gd name="connsiteY5" fmla="*/ 1127 h 6345"/>
                  <a:gd name="connsiteX6" fmla="*/ 309 w 6343"/>
                  <a:gd name="connsiteY6" fmla="*/ 3370 h 6345"/>
                  <a:gd name="connsiteX7" fmla="*/ 1238 w 6343"/>
                  <a:gd name="connsiteY7" fmla="*/ 5614 h 6345"/>
                  <a:gd name="connsiteX8" fmla="*/ 348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1" y="6543"/>
                    </a:moveTo>
                    <a:cubicBezTo>
                      <a:pt x="4322" y="6543"/>
                      <a:pt x="5129" y="6209"/>
                      <a:pt x="5723" y="5614"/>
                    </a:cubicBezTo>
                    <a:cubicBezTo>
                      <a:pt x="6318" y="5019"/>
                      <a:pt x="6652" y="4212"/>
                      <a:pt x="6652" y="3370"/>
                    </a:cubicBezTo>
                    <a:cubicBezTo>
                      <a:pt x="6652" y="2529"/>
                      <a:pt x="6318" y="1722"/>
                      <a:pt x="5723" y="1127"/>
                    </a:cubicBezTo>
                    <a:cubicBezTo>
                      <a:pt x="5129" y="532"/>
                      <a:pt x="4322" y="197"/>
                      <a:pt x="3481" y="197"/>
                    </a:cubicBezTo>
                    <a:cubicBezTo>
                      <a:pt x="2640" y="197"/>
                      <a:pt x="1833" y="532"/>
                      <a:pt x="1238" y="1127"/>
                    </a:cubicBezTo>
                    <a:cubicBezTo>
                      <a:pt x="643" y="1722"/>
                      <a:pt x="309" y="2529"/>
                      <a:pt x="309" y="3370"/>
                    </a:cubicBezTo>
                    <a:cubicBezTo>
                      <a:pt x="309" y="4212"/>
                      <a:pt x="643" y="5019"/>
                      <a:pt x="1238" y="5614"/>
                    </a:cubicBezTo>
                    <a:cubicBezTo>
                      <a:pt x="1833" y="6209"/>
                      <a:pt x="2640" y="6543"/>
                      <a:pt x="348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76" name="Freeform: Shape 2975">
                <a:extLst>
                  <a:ext uri="{FF2B5EF4-FFF2-40B4-BE49-F238E27FC236}">
                    <a16:creationId xmlns:a16="http://schemas.microsoft.com/office/drawing/2014/main" id="{79EDEE3D-DE28-8702-2077-C36F6726EA11}"/>
                  </a:ext>
                </a:extLst>
              </p:cNvPr>
              <p:cNvSpPr/>
              <p:nvPr/>
            </p:nvSpPr>
            <p:spPr>
              <a:xfrm>
                <a:off x="4765031" y="5994314"/>
                <a:ext cx="6343" cy="6345"/>
              </a:xfrm>
              <a:custGeom>
                <a:avLst/>
                <a:gdLst>
                  <a:gd name="connsiteX0" fmla="*/ 3480 w 6343"/>
                  <a:gd name="connsiteY0" fmla="*/ 6544 h 6345"/>
                  <a:gd name="connsiteX1" fmla="*/ 5723 w 6343"/>
                  <a:gd name="connsiteY1" fmla="*/ 5614 h 6345"/>
                  <a:gd name="connsiteX2" fmla="*/ 6652 w 6343"/>
                  <a:gd name="connsiteY2" fmla="*/ 3371 h 6345"/>
                  <a:gd name="connsiteX3" fmla="*/ 5723 w 6343"/>
                  <a:gd name="connsiteY3" fmla="*/ 1127 h 6345"/>
                  <a:gd name="connsiteX4" fmla="*/ 3480 w 6343"/>
                  <a:gd name="connsiteY4" fmla="*/ 198 h 6345"/>
                  <a:gd name="connsiteX5" fmla="*/ 1237 w 6343"/>
                  <a:gd name="connsiteY5" fmla="*/ 1127 h 6345"/>
                  <a:gd name="connsiteX6" fmla="*/ 308 w 6343"/>
                  <a:gd name="connsiteY6" fmla="*/ 3371 h 6345"/>
                  <a:gd name="connsiteX7" fmla="*/ 1237 w 6343"/>
                  <a:gd name="connsiteY7" fmla="*/ 5614 h 6345"/>
                  <a:gd name="connsiteX8" fmla="*/ 3480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0" y="6544"/>
                    </a:moveTo>
                    <a:cubicBezTo>
                      <a:pt x="4321" y="6544"/>
                      <a:pt x="5128" y="6209"/>
                      <a:pt x="5723" y="5614"/>
                    </a:cubicBezTo>
                    <a:cubicBezTo>
                      <a:pt x="6317" y="5019"/>
                      <a:pt x="6652" y="4212"/>
                      <a:pt x="6652" y="3371"/>
                    </a:cubicBezTo>
                    <a:cubicBezTo>
                      <a:pt x="6652" y="2529"/>
                      <a:pt x="6317" y="1722"/>
                      <a:pt x="5723" y="1127"/>
                    </a:cubicBezTo>
                    <a:cubicBezTo>
                      <a:pt x="5128" y="532"/>
                      <a:pt x="4321" y="198"/>
                      <a:pt x="3480" y="198"/>
                    </a:cubicBezTo>
                    <a:cubicBezTo>
                      <a:pt x="2639" y="198"/>
                      <a:pt x="1832" y="532"/>
                      <a:pt x="1237" y="1127"/>
                    </a:cubicBezTo>
                    <a:cubicBezTo>
                      <a:pt x="643" y="1722"/>
                      <a:pt x="308" y="2529"/>
                      <a:pt x="308" y="3371"/>
                    </a:cubicBezTo>
                    <a:cubicBezTo>
                      <a:pt x="308" y="4212"/>
                      <a:pt x="643" y="5019"/>
                      <a:pt x="1237" y="5614"/>
                    </a:cubicBezTo>
                    <a:cubicBezTo>
                      <a:pt x="1832" y="6209"/>
                      <a:pt x="2639" y="6544"/>
                      <a:pt x="3480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77" name="Freeform: Shape 2976">
                <a:extLst>
                  <a:ext uri="{FF2B5EF4-FFF2-40B4-BE49-F238E27FC236}">
                    <a16:creationId xmlns:a16="http://schemas.microsoft.com/office/drawing/2014/main" id="{47278538-C1DF-1C2B-CDE1-7833FF7E555E}"/>
                  </a:ext>
                </a:extLst>
              </p:cNvPr>
              <p:cNvSpPr/>
              <p:nvPr/>
            </p:nvSpPr>
            <p:spPr>
              <a:xfrm>
                <a:off x="4761604" y="5999243"/>
                <a:ext cx="6343" cy="6345"/>
              </a:xfrm>
              <a:custGeom>
                <a:avLst/>
                <a:gdLst>
                  <a:gd name="connsiteX0" fmla="*/ 3480 w 6343"/>
                  <a:gd name="connsiteY0" fmla="*/ 6544 h 6345"/>
                  <a:gd name="connsiteX1" fmla="*/ 5722 w 6343"/>
                  <a:gd name="connsiteY1" fmla="*/ 5615 h 6345"/>
                  <a:gd name="connsiteX2" fmla="*/ 6651 w 6343"/>
                  <a:gd name="connsiteY2" fmla="*/ 3371 h 6345"/>
                  <a:gd name="connsiteX3" fmla="*/ 5722 w 6343"/>
                  <a:gd name="connsiteY3" fmla="*/ 1128 h 6345"/>
                  <a:gd name="connsiteX4" fmla="*/ 3480 w 6343"/>
                  <a:gd name="connsiteY4" fmla="*/ 199 h 6345"/>
                  <a:gd name="connsiteX5" fmla="*/ 1237 w 6343"/>
                  <a:gd name="connsiteY5" fmla="*/ 1128 h 6345"/>
                  <a:gd name="connsiteX6" fmla="*/ 308 w 6343"/>
                  <a:gd name="connsiteY6" fmla="*/ 3371 h 6345"/>
                  <a:gd name="connsiteX7" fmla="*/ 1237 w 6343"/>
                  <a:gd name="connsiteY7" fmla="*/ 5615 h 6345"/>
                  <a:gd name="connsiteX8" fmla="*/ 3480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0" y="6544"/>
                    </a:moveTo>
                    <a:cubicBezTo>
                      <a:pt x="4321" y="6544"/>
                      <a:pt x="5128" y="6210"/>
                      <a:pt x="5722" y="5615"/>
                    </a:cubicBezTo>
                    <a:cubicBezTo>
                      <a:pt x="6317" y="5020"/>
                      <a:pt x="6651" y="4213"/>
                      <a:pt x="6651" y="3371"/>
                    </a:cubicBezTo>
                    <a:cubicBezTo>
                      <a:pt x="6651" y="2530"/>
                      <a:pt x="6317" y="1723"/>
                      <a:pt x="5722" y="1128"/>
                    </a:cubicBezTo>
                    <a:cubicBezTo>
                      <a:pt x="5128" y="533"/>
                      <a:pt x="4321" y="199"/>
                      <a:pt x="3480" y="199"/>
                    </a:cubicBezTo>
                    <a:cubicBezTo>
                      <a:pt x="2639" y="199"/>
                      <a:pt x="1832" y="533"/>
                      <a:pt x="1237" y="1128"/>
                    </a:cubicBezTo>
                    <a:cubicBezTo>
                      <a:pt x="642" y="1723"/>
                      <a:pt x="308" y="2530"/>
                      <a:pt x="308" y="3371"/>
                    </a:cubicBezTo>
                    <a:cubicBezTo>
                      <a:pt x="308" y="4213"/>
                      <a:pt x="642" y="5020"/>
                      <a:pt x="1237" y="5615"/>
                    </a:cubicBezTo>
                    <a:cubicBezTo>
                      <a:pt x="1832" y="6210"/>
                      <a:pt x="2639" y="6544"/>
                      <a:pt x="3480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78" name="Freeform: Shape 2977">
                <a:extLst>
                  <a:ext uri="{FF2B5EF4-FFF2-40B4-BE49-F238E27FC236}">
                    <a16:creationId xmlns:a16="http://schemas.microsoft.com/office/drawing/2014/main" id="{7D649225-12B5-3C25-661D-608174EF9C77}"/>
                  </a:ext>
                </a:extLst>
              </p:cNvPr>
              <p:cNvSpPr/>
              <p:nvPr/>
            </p:nvSpPr>
            <p:spPr>
              <a:xfrm>
                <a:off x="4756304" y="6009511"/>
                <a:ext cx="6343" cy="6345"/>
              </a:xfrm>
              <a:custGeom>
                <a:avLst/>
                <a:gdLst>
                  <a:gd name="connsiteX0" fmla="*/ 3479 w 6343"/>
                  <a:gd name="connsiteY0" fmla="*/ 6545 h 6345"/>
                  <a:gd name="connsiteX1" fmla="*/ 5722 w 6343"/>
                  <a:gd name="connsiteY1" fmla="*/ 5616 h 6345"/>
                  <a:gd name="connsiteX2" fmla="*/ 6651 w 6343"/>
                  <a:gd name="connsiteY2" fmla="*/ 3372 h 6345"/>
                  <a:gd name="connsiteX3" fmla="*/ 5722 w 6343"/>
                  <a:gd name="connsiteY3" fmla="*/ 1129 h 6345"/>
                  <a:gd name="connsiteX4" fmla="*/ 3479 w 6343"/>
                  <a:gd name="connsiteY4" fmla="*/ 199 h 6345"/>
                  <a:gd name="connsiteX5" fmla="*/ 1237 w 6343"/>
                  <a:gd name="connsiteY5" fmla="*/ 1129 h 6345"/>
                  <a:gd name="connsiteX6" fmla="*/ 308 w 6343"/>
                  <a:gd name="connsiteY6" fmla="*/ 3372 h 6345"/>
                  <a:gd name="connsiteX7" fmla="*/ 1237 w 6343"/>
                  <a:gd name="connsiteY7" fmla="*/ 5616 h 6345"/>
                  <a:gd name="connsiteX8" fmla="*/ 3479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9" y="6545"/>
                    </a:moveTo>
                    <a:cubicBezTo>
                      <a:pt x="4320" y="6545"/>
                      <a:pt x="5127" y="6210"/>
                      <a:pt x="5722" y="5616"/>
                    </a:cubicBezTo>
                    <a:cubicBezTo>
                      <a:pt x="6317" y="5021"/>
                      <a:pt x="6651" y="4213"/>
                      <a:pt x="6651" y="3372"/>
                    </a:cubicBezTo>
                    <a:cubicBezTo>
                      <a:pt x="6651" y="2531"/>
                      <a:pt x="6317" y="1724"/>
                      <a:pt x="5722" y="1129"/>
                    </a:cubicBezTo>
                    <a:cubicBezTo>
                      <a:pt x="5127" y="534"/>
                      <a:pt x="4320" y="199"/>
                      <a:pt x="3479" y="199"/>
                    </a:cubicBezTo>
                    <a:cubicBezTo>
                      <a:pt x="2638" y="199"/>
                      <a:pt x="1831" y="534"/>
                      <a:pt x="1237" y="1129"/>
                    </a:cubicBezTo>
                    <a:cubicBezTo>
                      <a:pt x="642" y="1724"/>
                      <a:pt x="308" y="2531"/>
                      <a:pt x="308" y="3372"/>
                    </a:cubicBezTo>
                    <a:cubicBezTo>
                      <a:pt x="308" y="4213"/>
                      <a:pt x="642" y="5021"/>
                      <a:pt x="1237" y="5616"/>
                    </a:cubicBezTo>
                    <a:cubicBezTo>
                      <a:pt x="1831" y="6210"/>
                      <a:pt x="2638" y="6545"/>
                      <a:pt x="3479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79" name="Freeform: Shape 2978">
                <a:extLst>
                  <a:ext uri="{FF2B5EF4-FFF2-40B4-BE49-F238E27FC236}">
                    <a16:creationId xmlns:a16="http://schemas.microsoft.com/office/drawing/2014/main" id="{4BAE3584-1112-E046-0644-8F91933A3BD5}"/>
                  </a:ext>
                </a:extLst>
              </p:cNvPr>
              <p:cNvSpPr/>
              <p:nvPr/>
            </p:nvSpPr>
            <p:spPr>
              <a:xfrm>
                <a:off x="4751384" y="6019849"/>
                <a:ext cx="6343" cy="6345"/>
              </a:xfrm>
              <a:custGeom>
                <a:avLst/>
                <a:gdLst>
                  <a:gd name="connsiteX0" fmla="*/ 3479 w 6343"/>
                  <a:gd name="connsiteY0" fmla="*/ 6546 h 6345"/>
                  <a:gd name="connsiteX1" fmla="*/ 5722 w 6343"/>
                  <a:gd name="connsiteY1" fmla="*/ 5616 h 6345"/>
                  <a:gd name="connsiteX2" fmla="*/ 6650 w 6343"/>
                  <a:gd name="connsiteY2" fmla="*/ 3373 h 6345"/>
                  <a:gd name="connsiteX3" fmla="*/ 5722 w 6343"/>
                  <a:gd name="connsiteY3" fmla="*/ 1129 h 6345"/>
                  <a:gd name="connsiteX4" fmla="*/ 3479 w 6343"/>
                  <a:gd name="connsiteY4" fmla="*/ 200 h 6345"/>
                  <a:gd name="connsiteX5" fmla="*/ 1236 w 6343"/>
                  <a:gd name="connsiteY5" fmla="*/ 1129 h 6345"/>
                  <a:gd name="connsiteX6" fmla="*/ 307 w 6343"/>
                  <a:gd name="connsiteY6" fmla="*/ 3373 h 6345"/>
                  <a:gd name="connsiteX7" fmla="*/ 1236 w 6343"/>
                  <a:gd name="connsiteY7" fmla="*/ 5616 h 6345"/>
                  <a:gd name="connsiteX8" fmla="*/ 3479 w 6343"/>
                  <a:gd name="connsiteY8" fmla="*/ 65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9" y="6546"/>
                    </a:moveTo>
                    <a:cubicBezTo>
                      <a:pt x="4320" y="6546"/>
                      <a:pt x="5127" y="6211"/>
                      <a:pt x="5722" y="5616"/>
                    </a:cubicBezTo>
                    <a:cubicBezTo>
                      <a:pt x="6316" y="5021"/>
                      <a:pt x="6650" y="4214"/>
                      <a:pt x="6650" y="3373"/>
                    </a:cubicBezTo>
                    <a:cubicBezTo>
                      <a:pt x="6650" y="2531"/>
                      <a:pt x="6316" y="1724"/>
                      <a:pt x="5722" y="1129"/>
                    </a:cubicBezTo>
                    <a:cubicBezTo>
                      <a:pt x="5127" y="534"/>
                      <a:pt x="4320" y="200"/>
                      <a:pt x="3479" y="200"/>
                    </a:cubicBezTo>
                    <a:cubicBezTo>
                      <a:pt x="2638" y="200"/>
                      <a:pt x="1831" y="534"/>
                      <a:pt x="1236" y="1129"/>
                    </a:cubicBezTo>
                    <a:cubicBezTo>
                      <a:pt x="642" y="1724"/>
                      <a:pt x="307" y="2531"/>
                      <a:pt x="307" y="3373"/>
                    </a:cubicBezTo>
                    <a:cubicBezTo>
                      <a:pt x="307" y="4214"/>
                      <a:pt x="642" y="5021"/>
                      <a:pt x="1236" y="5616"/>
                    </a:cubicBezTo>
                    <a:cubicBezTo>
                      <a:pt x="1831" y="6211"/>
                      <a:pt x="2638" y="6546"/>
                      <a:pt x="3479" y="65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80" name="Freeform: Shape 2979">
                <a:extLst>
                  <a:ext uri="{FF2B5EF4-FFF2-40B4-BE49-F238E27FC236}">
                    <a16:creationId xmlns:a16="http://schemas.microsoft.com/office/drawing/2014/main" id="{2A43DA1E-E28D-30F4-BDFA-2582FA7AA723}"/>
                  </a:ext>
                </a:extLst>
              </p:cNvPr>
              <p:cNvSpPr/>
              <p:nvPr/>
            </p:nvSpPr>
            <p:spPr>
              <a:xfrm>
                <a:off x="4746328" y="6024145"/>
                <a:ext cx="6343" cy="6345"/>
              </a:xfrm>
              <a:custGeom>
                <a:avLst/>
                <a:gdLst>
                  <a:gd name="connsiteX0" fmla="*/ 3479 w 6343"/>
                  <a:gd name="connsiteY0" fmla="*/ 6546 h 6345"/>
                  <a:gd name="connsiteX1" fmla="*/ 5721 w 6343"/>
                  <a:gd name="connsiteY1" fmla="*/ 5617 h 6345"/>
                  <a:gd name="connsiteX2" fmla="*/ 6650 w 6343"/>
                  <a:gd name="connsiteY2" fmla="*/ 3373 h 6345"/>
                  <a:gd name="connsiteX3" fmla="*/ 5721 w 6343"/>
                  <a:gd name="connsiteY3" fmla="*/ 1130 h 6345"/>
                  <a:gd name="connsiteX4" fmla="*/ 3479 w 6343"/>
                  <a:gd name="connsiteY4" fmla="*/ 201 h 6345"/>
                  <a:gd name="connsiteX5" fmla="*/ 1236 w 6343"/>
                  <a:gd name="connsiteY5" fmla="*/ 1130 h 6345"/>
                  <a:gd name="connsiteX6" fmla="*/ 307 w 6343"/>
                  <a:gd name="connsiteY6" fmla="*/ 3373 h 6345"/>
                  <a:gd name="connsiteX7" fmla="*/ 1236 w 6343"/>
                  <a:gd name="connsiteY7" fmla="*/ 5617 h 6345"/>
                  <a:gd name="connsiteX8" fmla="*/ 3479 w 6343"/>
                  <a:gd name="connsiteY8" fmla="*/ 65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9" y="6546"/>
                    </a:moveTo>
                    <a:cubicBezTo>
                      <a:pt x="4320" y="6546"/>
                      <a:pt x="5126" y="6212"/>
                      <a:pt x="5721" y="5617"/>
                    </a:cubicBezTo>
                    <a:cubicBezTo>
                      <a:pt x="6316" y="5022"/>
                      <a:pt x="6650" y="4215"/>
                      <a:pt x="6650" y="3373"/>
                    </a:cubicBezTo>
                    <a:cubicBezTo>
                      <a:pt x="6650" y="2532"/>
                      <a:pt x="6316" y="1725"/>
                      <a:pt x="5721" y="1130"/>
                    </a:cubicBezTo>
                    <a:cubicBezTo>
                      <a:pt x="5126" y="535"/>
                      <a:pt x="4320" y="201"/>
                      <a:pt x="3479" y="201"/>
                    </a:cubicBezTo>
                    <a:cubicBezTo>
                      <a:pt x="2637" y="201"/>
                      <a:pt x="1831" y="535"/>
                      <a:pt x="1236" y="1130"/>
                    </a:cubicBezTo>
                    <a:cubicBezTo>
                      <a:pt x="641" y="1725"/>
                      <a:pt x="307" y="2532"/>
                      <a:pt x="307" y="3373"/>
                    </a:cubicBezTo>
                    <a:cubicBezTo>
                      <a:pt x="307" y="4215"/>
                      <a:pt x="641" y="5022"/>
                      <a:pt x="1236" y="5617"/>
                    </a:cubicBezTo>
                    <a:cubicBezTo>
                      <a:pt x="1831" y="6212"/>
                      <a:pt x="2637" y="6546"/>
                      <a:pt x="3479" y="65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81" name="Freeform: Shape 2980">
                <a:extLst>
                  <a:ext uri="{FF2B5EF4-FFF2-40B4-BE49-F238E27FC236}">
                    <a16:creationId xmlns:a16="http://schemas.microsoft.com/office/drawing/2014/main" id="{C27211AF-87F9-3A99-BBBA-D11CC25E6904}"/>
                  </a:ext>
                </a:extLst>
              </p:cNvPr>
              <p:cNvSpPr/>
              <p:nvPr/>
            </p:nvSpPr>
            <p:spPr>
              <a:xfrm>
                <a:off x="4731172" y="6048654"/>
                <a:ext cx="6343" cy="6345"/>
              </a:xfrm>
              <a:custGeom>
                <a:avLst/>
                <a:gdLst>
                  <a:gd name="connsiteX0" fmla="*/ 3477 w 6343"/>
                  <a:gd name="connsiteY0" fmla="*/ 6548 h 6345"/>
                  <a:gd name="connsiteX1" fmla="*/ 5720 w 6343"/>
                  <a:gd name="connsiteY1" fmla="*/ 5619 h 6345"/>
                  <a:gd name="connsiteX2" fmla="*/ 6649 w 6343"/>
                  <a:gd name="connsiteY2" fmla="*/ 3375 h 6345"/>
                  <a:gd name="connsiteX3" fmla="*/ 5720 w 6343"/>
                  <a:gd name="connsiteY3" fmla="*/ 1132 h 6345"/>
                  <a:gd name="connsiteX4" fmla="*/ 3477 w 6343"/>
                  <a:gd name="connsiteY4" fmla="*/ 202 h 6345"/>
                  <a:gd name="connsiteX5" fmla="*/ 1235 w 6343"/>
                  <a:gd name="connsiteY5" fmla="*/ 1132 h 6345"/>
                  <a:gd name="connsiteX6" fmla="*/ 306 w 6343"/>
                  <a:gd name="connsiteY6" fmla="*/ 3375 h 6345"/>
                  <a:gd name="connsiteX7" fmla="*/ 1235 w 6343"/>
                  <a:gd name="connsiteY7" fmla="*/ 5619 h 6345"/>
                  <a:gd name="connsiteX8" fmla="*/ 3477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7" y="6548"/>
                    </a:moveTo>
                    <a:cubicBezTo>
                      <a:pt x="4318" y="6548"/>
                      <a:pt x="5125" y="6214"/>
                      <a:pt x="5720" y="5619"/>
                    </a:cubicBezTo>
                    <a:cubicBezTo>
                      <a:pt x="6315" y="5024"/>
                      <a:pt x="6649" y="4217"/>
                      <a:pt x="6649" y="3375"/>
                    </a:cubicBezTo>
                    <a:cubicBezTo>
                      <a:pt x="6649" y="2534"/>
                      <a:pt x="6315" y="1727"/>
                      <a:pt x="5720" y="1132"/>
                    </a:cubicBezTo>
                    <a:cubicBezTo>
                      <a:pt x="5125" y="537"/>
                      <a:pt x="4318" y="202"/>
                      <a:pt x="3477" y="202"/>
                    </a:cubicBezTo>
                    <a:cubicBezTo>
                      <a:pt x="2636" y="202"/>
                      <a:pt x="1829" y="537"/>
                      <a:pt x="1235" y="1132"/>
                    </a:cubicBezTo>
                    <a:cubicBezTo>
                      <a:pt x="640" y="1727"/>
                      <a:pt x="306" y="2534"/>
                      <a:pt x="306" y="3375"/>
                    </a:cubicBezTo>
                    <a:cubicBezTo>
                      <a:pt x="306" y="4217"/>
                      <a:pt x="640" y="5024"/>
                      <a:pt x="1235" y="5619"/>
                    </a:cubicBezTo>
                    <a:cubicBezTo>
                      <a:pt x="1829" y="6214"/>
                      <a:pt x="2636" y="6548"/>
                      <a:pt x="3477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82" name="Freeform: Shape 2981">
                <a:extLst>
                  <a:ext uri="{FF2B5EF4-FFF2-40B4-BE49-F238E27FC236}">
                    <a16:creationId xmlns:a16="http://schemas.microsoft.com/office/drawing/2014/main" id="{A2730A61-F533-F75B-4246-6EE68F393B93}"/>
                  </a:ext>
                </a:extLst>
              </p:cNvPr>
              <p:cNvSpPr/>
              <p:nvPr/>
            </p:nvSpPr>
            <p:spPr>
              <a:xfrm>
                <a:off x="4726917" y="6053053"/>
                <a:ext cx="6343" cy="6345"/>
              </a:xfrm>
              <a:custGeom>
                <a:avLst/>
                <a:gdLst>
                  <a:gd name="connsiteX0" fmla="*/ 3477 w 6343"/>
                  <a:gd name="connsiteY0" fmla="*/ 6548 h 6345"/>
                  <a:gd name="connsiteX1" fmla="*/ 5720 w 6343"/>
                  <a:gd name="connsiteY1" fmla="*/ 5619 h 6345"/>
                  <a:gd name="connsiteX2" fmla="*/ 6649 w 6343"/>
                  <a:gd name="connsiteY2" fmla="*/ 3375 h 6345"/>
                  <a:gd name="connsiteX3" fmla="*/ 5720 w 6343"/>
                  <a:gd name="connsiteY3" fmla="*/ 1132 h 6345"/>
                  <a:gd name="connsiteX4" fmla="*/ 3477 w 6343"/>
                  <a:gd name="connsiteY4" fmla="*/ 203 h 6345"/>
                  <a:gd name="connsiteX5" fmla="*/ 1234 w 6343"/>
                  <a:gd name="connsiteY5" fmla="*/ 1132 h 6345"/>
                  <a:gd name="connsiteX6" fmla="*/ 305 w 6343"/>
                  <a:gd name="connsiteY6" fmla="*/ 3375 h 6345"/>
                  <a:gd name="connsiteX7" fmla="*/ 1234 w 6343"/>
                  <a:gd name="connsiteY7" fmla="*/ 5619 h 6345"/>
                  <a:gd name="connsiteX8" fmla="*/ 3477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7" y="6548"/>
                    </a:moveTo>
                    <a:cubicBezTo>
                      <a:pt x="4318" y="6548"/>
                      <a:pt x="5125" y="6214"/>
                      <a:pt x="5720" y="5619"/>
                    </a:cubicBezTo>
                    <a:cubicBezTo>
                      <a:pt x="6314" y="5024"/>
                      <a:pt x="6649" y="4217"/>
                      <a:pt x="6649" y="3375"/>
                    </a:cubicBezTo>
                    <a:cubicBezTo>
                      <a:pt x="6649" y="2534"/>
                      <a:pt x="6314" y="1727"/>
                      <a:pt x="5720" y="1132"/>
                    </a:cubicBezTo>
                    <a:cubicBezTo>
                      <a:pt x="5125" y="537"/>
                      <a:pt x="4318" y="203"/>
                      <a:pt x="3477" y="203"/>
                    </a:cubicBezTo>
                    <a:cubicBezTo>
                      <a:pt x="2636" y="203"/>
                      <a:pt x="1829" y="537"/>
                      <a:pt x="1234" y="1132"/>
                    </a:cubicBezTo>
                    <a:cubicBezTo>
                      <a:pt x="640" y="1727"/>
                      <a:pt x="305" y="2534"/>
                      <a:pt x="305" y="3375"/>
                    </a:cubicBezTo>
                    <a:cubicBezTo>
                      <a:pt x="305" y="4217"/>
                      <a:pt x="640" y="5024"/>
                      <a:pt x="1234" y="5619"/>
                    </a:cubicBezTo>
                    <a:cubicBezTo>
                      <a:pt x="1829" y="6214"/>
                      <a:pt x="2636" y="6548"/>
                      <a:pt x="3477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83" name="Freeform: Shape 2982">
                <a:extLst>
                  <a:ext uri="{FF2B5EF4-FFF2-40B4-BE49-F238E27FC236}">
                    <a16:creationId xmlns:a16="http://schemas.microsoft.com/office/drawing/2014/main" id="{6A8D15C1-F5CC-A33A-33AF-A0EE7C483E15}"/>
                  </a:ext>
                </a:extLst>
              </p:cNvPr>
              <p:cNvSpPr/>
              <p:nvPr/>
            </p:nvSpPr>
            <p:spPr>
              <a:xfrm>
                <a:off x="4724065" y="6057951"/>
                <a:ext cx="6343" cy="6345"/>
              </a:xfrm>
              <a:custGeom>
                <a:avLst/>
                <a:gdLst>
                  <a:gd name="connsiteX0" fmla="*/ 3477 w 6343"/>
                  <a:gd name="connsiteY0" fmla="*/ 6549 h 6345"/>
                  <a:gd name="connsiteX1" fmla="*/ 5719 w 6343"/>
                  <a:gd name="connsiteY1" fmla="*/ 5619 h 6345"/>
                  <a:gd name="connsiteX2" fmla="*/ 6648 w 6343"/>
                  <a:gd name="connsiteY2" fmla="*/ 3376 h 6345"/>
                  <a:gd name="connsiteX3" fmla="*/ 5719 w 6343"/>
                  <a:gd name="connsiteY3" fmla="*/ 1132 h 6345"/>
                  <a:gd name="connsiteX4" fmla="*/ 3477 w 6343"/>
                  <a:gd name="connsiteY4" fmla="*/ 203 h 6345"/>
                  <a:gd name="connsiteX5" fmla="*/ 1234 w 6343"/>
                  <a:gd name="connsiteY5" fmla="*/ 1132 h 6345"/>
                  <a:gd name="connsiteX6" fmla="*/ 305 w 6343"/>
                  <a:gd name="connsiteY6" fmla="*/ 3376 h 6345"/>
                  <a:gd name="connsiteX7" fmla="*/ 1234 w 6343"/>
                  <a:gd name="connsiteY7" fmla="*/ 5619 h 6345"/>
                  <a:gd name="connsiteX8" fmla="*/ 3477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7" y="6549"/>
                    </a:moveTo>
                    <a:cubicBezTo>
                      <a:pt x="4318" y="6549"/>
                      <a:pt x="5125" y="6214"/>
                      <a:pt x="5719" y="5619"/>
                    </a:cubicBezTo>
                    <a:cubicBezTo>
                      <a:pt x="6314" y="5024"/>
                      <a:pt x="6648" y="4217"/>
                      <a:pt x="6648" y="3376"/>
                    </a:cubicBezTo>
                    <a:cubicBezTo>
                      <a:pt x="6648" y="2534"/>
                      <a:pt x="6314" y="1727"/>
                      <a:pt x="5719" y="1132"/>
                    </a:cubicBezTo>
                    <a:cubicBezTo>
                      <a:pt x="5125" y="537"/>
                      <a:pt x="4318" y="203"/>
                      <a:pt x="3477" y="203"/>
                    </a:cubicBezTo>
                    <a:cubicBezTo>
                      <a:pt x="2636" y="203"/>
                      <a:pt x="1829" y="537"/>
                      <a:pt x="1234" y="1132"/>
                    </a:cubicBezTo>
                    <a:cubicBezTo>
                      <a:pt x="639" y="1727"/>
                      <a:pt x="305" y="2534"/>
                      <a:pt x="305" y="3376"/>
                    </a:cubicBezTo>
                    <a:cubicBezTo>
                      <a:pt x="305" y="4217"/>
                      <a:pt x="639" y="5024"/>
                      <a:pt x="1234" y="5619"/>
                    </a:cubicBezTo>
                    <a:cubicBezTo>
                      <a:pt x="1829" y="6214"/>
                      <a:pt x="2636" y="6549"/>
                      <a:pt x="3477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84" name="Freeform: Shape 2983">
                <a:extLst>
                  <a:ext uri="{FF2B5EF4-FFF2-40B4-BE49-F238E27FC236}">
                    <a16:creationId xmlns:a16="http://schemas.microsoft.com/office/drawing/2014/main" id="{68BCB62B-F24F-81D7-FFDD-799C0C882373}"/>
                  </a:ext>
                </a:extLst>
              </p:cNvPr>
              <p:cNvSpPr/>
              <p:nvPr/>
            </p:nvSpPr>
            <p:spPr>
              <a:xfrm>
                <a:off x="4716859" y="6067121"/>
                <a:ext cx="6343" cy="6345"/>
              </a:xfrm>
              <a:custGeom>
                <a:avLst/>
                <a:gdLst>
                  <a:gd name="connsiteX0" fmla="*/ 3476 w 6343"/>
                  <a:gd name="connsiteY0" fmla="*/ 6549 h 6345"/>
                  <a:gd name="connsiteX1" fmla="*/ 5719 w 6343"/>
                  <a:gd name="connsiteY1" fmla="*/ 5620 h 6345"/>
                  <a:gd name="connsiteX2" fmla="*/ 6648 w 6343"/>
                  <a:gd name="connsiteY2" fmla="*/ 3377 h 6345"/>
                  <a:gd name="connsiteX3" fmla="*/ 5719 w 6343"/>
                  <a:gd name="connsiteY3" fmla="*/ 1133 h 6345"/>
                  <a:gd name="connsiteX4" fmla="*/ 3476 w 6343"/>
                  <a:gd name="connsiteY4" fmla="*/ 204 h 6345"/>
                  <a:gd name="connsiteX5" fmla="*/ 1234 w 6343"/>
                  <a:gd name="connsiteY5" fmla="*/ 1133 h 6345"/>
                  <a:gd name="connsiteX6" fmla="*/ 305 w 6343"/>
                  <a:gd name="connsiteY6" fmla="*/ 3377 h 6345"/>
                  <a:gd name="connsiteX7" fmla="*/ 1234 w 6343"/>
                  <a:gd name="connsiteY7" fmla="*/ 5620 h 6345"/>
                  <a:gd name="connsiteX8" fmla="*/ 3476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6" y="6549"/>
                    </a:moveTo>
                    <a:cubicBezTo>
                      <a:pt x="4317" y="6549"/>
                      <a:pt x="5124" y="6215"/>
                      <a:pt x="5719" y="5620"/>
                    </a:cubicBezTo>
                    <a:cubicBezTo>
                      <a:pt x="6314" y="5025"/>
                      <a:pt x="6648" y="4218"/>
                      <a:pt x="6648" y="3377"/>
                    </a:cubicBezTo>
                    <a:cubicBezTo>
                      <a:pt x="6648" y="2535"/>
                      <a:pt x="6314" y="1728"/>
                      <a:pt x="5719" y="1133"/>
                    </a:cubicBezTo>
                    <a:cubicBezTo>
                      <a:pt x="5124" y="538"/>
                      <a:pt x="4317" y="204"/>
                      <a:pt x="3476" y="204"/>
                    </a:cubicBezTo>
                    <a:cubicBezTo>
                      <a:pt x="2635" y="204"/>
                      <a:pt x="1828" y="538"/>
                      <a:pt x="1234" y="1133"/>
                    </a:cubicBezTo>
                    <a:cubicBezTo>
                      <a:pt x="639" y="1728"/>
                      <a:pt x="305" y="2535"/>
                      <a:pt x="305" y="3377"/>
                    </a:cubicBezTo>
                    <a:cubicBezTo>
                      <a:pt x="305" y="4218"/>
                      <a:pt x="639" y="5025"/>
                      <a:pt x="1234" y="5620"/>
                    </a:cubicBezTo>
                    <a:cubicBezTo>
                      <a:pt x="1828" y="6215"/>
                      <a:pt x="2635" y="6549"/>
                      <a:pt x="3476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85" name="Freeform: Shape 2984">
                <a:extLst>
                  <a:ext uri="{FF2B5EF4-FFF2-40B4-BE49-F238E27FC236}">
                    <a16:creationId xmlns:a16="http://schemas.microsoft.com/office/drawing/2014/main" id="{70B39DF9-30B5-66D1-8438-663B6CCF2B64}"/>
                  </a:ext>
                </a:extLst>
              </p:cNvPr>
              <p:cNvSpPr/>
              <p:nvPr/>
            </p:nvSpPr>
            <p:spPr>
              <a:xfrm>
                <a:off x="4714986" y="6072365"/>
                <a:ext cx="6343" cy="6345"/>
              </a:xfrm>
              <a:custGeom>
                <a:avLst/>
                <a:gdLst>
                  <a:gd name="connsiteX0" fmla="*/ 3476 w 6343"/>
                  <a:gd name="connsiteY0" fmla="*/ 6550 h 6345"/>
                  <a:gd name="connsiteX1" fmla="*/ 5719 w 6343"/>
                  <a:gd name="connsiteY1" fmla="*/ 5620 h 6345"/>
                  <a:gd name="connsiteX2" fmla="*/ 6648 w 6343"/>
                  <a:gd name="connsiteY2" fmla="*/ 3377 h 6345"/>
                  <a:gd name="connsiteX3" fmla="*/ 5719 w 6343"/>
                  <a:gd name="connsiteY3" fmla="*/ 1134 h 6345"/>
                  <a:gd name="connsiteX4" fmla="*/ 3476 w 6343"/>
                  <a:gd name="connsiteY4" fmla="*/ 204 h 6345"/>
                  <a:gd name="connsiteX5" fmla="*/ 1233 w 6343"/>
                  <a:gd name="connsiteY5" fmla="*/ 1134 h 6345"/>
                  <a:gd name="connsiteX6" fmla="*/ 304 w 6343"/>
                  <a:gd name="connsiteY6" fmla="*/ 3377 h 6345"/>
                  <a:gd name="connsiteX7" fmla="*/ 1233 w 6343"/>
                  <a:gd name="connsiteY7" fmla="*/ 5620 h 6345"/>
                  <a:gd name="connsiteX8" fmla="*/ 3476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6" y="6550"/>
                    </a:moveTo>
                    <a:cubicBezTo>
                      <a:pt x="4317" y="6550"/>
                      <a:pt x="5124" y="6215"/>
                      <a:pt x="5719" y="5620"/>
                    </a:cubicBezTo>
                    <a:cubicBezTo>
                      <a:pt x="6313" y="5025"/>
                      <a:pt x="6648" y="4218"/>
                      <a:pt x="6648" y="3377"/>
                    </a:cubicBezTo>
                    <a:cubicBezTo>
                      <a:pt x="6648" y="2536"/>
                      <a:pt x="6313" y="1729"/>
                      <a:pt x="5719" y="1134"/>
                    </a:cubicBezTo>
                    <a:cubicBezTo>
                      <a:pt x="5124" y="539"/>
                      <a:pt x="4317" y="204"/>
                      <a:pt x="3476" y="204"/>
                    </a:cubicBezTo>
                    <a:cubicBezTo>
                      <a:pt x="2635" y="204"/>
                      <a:pt x="1828" y="539"/>
                      <a:pt x="1233" y="1134"/>
                    </a:cubicBezTo>
                    <a:cubicBezTo>
                      <a:pt x="639" y="1729"/>
                      <a:pt x="304" y="2536"/>
                      <a:pt x="304" y="3377"/>
                    </a:cubicBezTo>
                    <a:cubicBezTo>
                      <a:pt x="304" y="4218"/>
                      <a:pt x="639" y="5025"/>
                      <a:pt x="1233" y="5620"/>
                    </a:cubicBezTo>
                    <a:cubicBezTo>
                      <a:pt x="1828" y="6215"/>
                      <a:pt x="2635" y="6550"/>
                      <a:pt x="3476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86" name="Freeform: Shape 2985">
                <a:extLst>
                  <a:ext uri="{FF2B5EF4-FFF2-40B4-BE49-F238E27FC236}">
                    <a16:creationId xmlns:a16="http://schemas.microsoft.com/office/drawing/2014/main" id="{AB402375-EE25-6C2B-D021-83D48F5F267D}"/>
                  </a:ext>
                </a:extLst>
              </p:cNvPr>
              <p:cNvSpPr/>
              <p:nvPr/>
            </p:nvSpPr>
            <p:spPr>
              <a:xfrm>
                <a:off x="4708985" y="6075930"/>
                <a:ext cx="6343" cy="6345"/>
              </a:xfrm>
              <a:custGeom>
                <a:avLst/>
                <a:gdLst>
                  <a:gd name="connsiteX0" fmla="*/ 3476 w 6343"/>
                  <a:gd name="connsiteY0" fmla="*/ 6550 h 6345"/>
                  <a:gd name="connsiteX1" fmla="*/ 5718 w 6343"/>
                  <a:gd name="connsiteY1" fmla="*/ 5621 h 6345"/>
                  <a:gd name="connsiteX2" fmla="*/ 6647 w 6343"/>
                  <a:gd name="connsiteY2" fmla="*/ 3377 h 6345"/>
                  <a:gd name="connsiteX3" fmla="*/ 5718 w 6343"/>
                  <a:gd name="connsiteY3" fmla="*/ 1134 h 6345"/>
                  <a:gd name="connsiteX4" fmla="*/ 3476 w 6343"/>
                  <a:gd name="connsiteY4" fmla="*/ 205 h 6345"/>
                  <a:gd name="connsiteX5" fmla="*/ 1233 w 6343"/>
                  <a:gd name="connsiteY5" fmla="*/ 1134 h 6345"/>
                  <a:gd name="connsiteX6" fmla="*/ 304 w 6343"/>
                  <a:gd name="connsiteY6" fmla="*/ 3377 h 6345"/>
                  <a:gd name="connsiteX7" fmla="*/ 1233 w 6343"/>
                  <a:gd name="connsiteY7" fmla="*/ 5621 h 6345"/>
                  <a:gd name="connsiteX8" fmla="*/ 3476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6" y="6550"/>
                    </a:moveTo>
                    <a:cubicBezTo>
                      <a:pt x="4317" y="6550"/>
                      <a:pt x="5123" y="6216"/>
                      <a:pt x="5718" y="5621"/>
                    </a:cubicBezTo>
                    <a:cubicBezTo>
                      <a:pt x="6313" y="5026"/>
                      <a:pt x="6647" y="4219"/>
                      <a:pt x="6647" y="3377"/>
                    </a:cubicBezTo>
                    <a:cubicBezTo>
                      <a:pt x="6647" y="2536"/>
                      <a:pt x="6313" y="1729"/>
                      <a:pt x="5718" y="1134"/>
                    </a:cubicBezTo>
                    <a:cubicBezTo>
                      <a:pt x="5123" y="539"/>
                      <a:pt x="4317" y="205"/>
                      <a:pt x="3476" y="205"/>
                    </a:cubicBezTo>
                    <a:cubicBezTo>
                      <a:pt x="2634" y="205"/>
                      <a:pt x="1828" y="539"/>
                      <a:pt x="1233" y="1134"/>
                    </a:cubicBezTo>
                    <a:cubicBezTo>
                      <a:pt x="638" y="1729"/>
                      <a:pt x="304" y="2536"/>
                      <a:pt x="304" y="3377"/>
                    </a:cubicBezTo>
                    <a:cubicBezTo>
                      <a:pt x="304" y="4219"/>
                      <a:pt x="638" y="5026"/>
                      <a:pt x="1233" y="5621"/>
                    </a:cubicBezTo>
                    <a:cubicBezTo>
                      <a:pt x="1828" y="6216"/>
                      <a:pt x="2634" y="6550"/>
                      <a:pt x="3476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87" name="Freeform: Shape 2986">
                <a:extLst>
                  <a:ext uri="{FF2B5EF4-FFF2-40B4-BE49-F238E27FC236}">
                    <a16:creationId xmlns:a16="http://schemas.microsoft.com/office/drawing/2014/main" id="{A1A122B3-B2CA-E329-A24E-DA61EDA5C57A}"/>
                  </a:ext>
                </a:extLst>
              </p:cNvPr>
              <p:cNvSpPr/>
              <p:nvPr/>
            </p:nvSpPr>
            <p:spPr>
              <a:xfrm>
                <a:off x="4706091" y="6080727"/>
                <a:ext cx="6343" cy="6345"/>
              </a:xfrm>
              <a:custGeom>
                <a:avLst/>
                <a:gdLst>
                  <a:gd name="connsiteX0" fmla="*/ 3475 w 6343"/>
                  <a:gd name="connsiteY0" fmla="*/ 6550 h 6345"/>
                  <a:gd name="connsiteX1" fmla="*/ 5718 w 6343"/>
                  <a:gd name="connsiteY1" fmla="*/ 5621 h 6345"/>
                  <a:gd name="connsiteX2" fmla="*/ 6647 w 6343"/>
                  <a:gd name="connsiteY2" fmla="*/ 3378 h 6345"/>
                  <a:gd name="connsiteX3" fmla="*/ 5718 w 6343"/>
                  <a:gd name="connsiteY3" fmla="*/ 1134 h 6345"/>
                  <a:gd name="connsiteX4" fmla="*/ 3475 w 6343"/>
                  <a:gd name="connsiteY4" fmla="*/ 205 h 6345"/>
                  <a:gd name="connsiteX5" fmla="*/ 1233 w 6343"/>
                  <a:gd name="connsiteY5" fmla="*/ 1134 h 6345"/>
                  <a:gd name="connsiteX6" fmla="*/ 304 w 6343"/>
                  <a:gd name="connsiteY6" fmla="*/ 3378 h 6345"/>
                  <a:gd name="connsiteX7" fmla="*/ 1233 w 6343"/>
                  <a:gd name="connsiteY7" fmla="*/ 5621 h 6345"/>
                  <a:gd name="connsiteX8" fmla="*/ 3475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550"/>
                    </a:moveTo>
                    <a:cubicBezTo>
                      <a:pt x="4316" y="6550"/>
                      <a:pt x="5123" y="6216"/>
                      <a:pt x="5718" y="5621"/>
                    </a:cubicBezTo>
                    <a:cubicBezTo>
                      <a:pt x="6313" y="5026"/>
                      <a:pt x="6647" y="4219"/>
                      <a:pt x="6647" y="3378"/>
                    </a:cubicBezTo>
                    <a:cubicBezTo>
                      <a:pt x="6647" y="2536"/>
                      <a:pt x="6313" y="1729"/>
                      <a:pt x="5718" y="1134"/>
                    </a:cubicBezTo>
                    <a:cubicBezTo>
                      <a:pt x="5123" y="539"/>
                      <a:pt x="4316" y="205"/>
                      <a:pt x="3475" y="205"/>
                    </a:cubicBezTo>
                    <a:cubicBezTo>
                      <a:pt x="2634" y="205"/>
                      <a:pt x="1827" y="539"/>
                      <a:pt x="1233" y="1134"/>
                    </a:cubicBezTo>
                    <a:cubicBezTo>
                      <a:pt x="638" y="1729"/>
                      <a:pt x="304" y="2536"/>
                      <a:pt x="304" y="3378"/>
                    </a:cubicBezTo>
                    <a:cubicBezTo>
                      <a:pt x="304" y="4219"/>
                      <a:pt x="638" y="5026"/>
                      <a:pt x="1233" y="5621"/>
                    </a:cubicBezTo>
                    <a:cubicBezTo>
                      <a:pt x="1827" y="6216"/>
                      <a:pt x="2634" y="6550"/>
                      <a:pt x="3475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88" name="Freeform: Shape 2987">
                <a:extLst>
                  <a:ext uri="{FF2B5EF4-FFF2-40B4-BE49-F238E27FC236}">
                    <a16:creationId xmlns:a16="http://schemas.microsoft.com/office/drawing/2014/main" id="{59AF9C61-CCAD-AE29-C5F5-F9750A9C312A}"/>
                  </a:ext>
                </a:extLst>
              </p:cNvPr>
              <p:cNvSpPr/>
              <p:nvPr/>
            </p:nvSpPr>
            <p:spPr>
              <a:xfrm>
                <a:off x="4702556" y="6085242"/>
                <a:ext cx="6343" cy="6345"/>
              </a:xfrm>
              <a:custGeom>
                <a:avLst/>
                <a:gdLst>
                  <a:gd name="connsiteX0" fmla="*/ 3475 w 6343"/>
                  <a:gd name="connsiteY0" fmla="*/ 6551 h 6345"/>
                  <a:gd name="connsiteX1" fmla="*/ 5718 w 6343"/>
                  <a:gd name="connsiteY1" fmla="*/ 5621 h 6345"/>
                  <a:gd name="connsiteX2" fmla="*/ 6647 w 6343"/>
                  <a:gd name="connsiteY2" fmla="*/ 3378 h 6345"/>
                  <a:gd name="connsiteX3" fmla="*/ 5718 w 6343"/>
                  <a:gd name="connsiteY3" fmla="*/ 1135 h 6345"/>
                  <a:gd name="connsiteX4" fmla="*/ 3475 w 6343"/>
                  <a:gd name="connsiteY4" fmla="*/ 205 h 6345"/>
                  <a:gd name="connsiteX5" fmla="*/ 1232 w 6343"/>
                  <a:gd name="connsiteY5" fmla="*/ 1135 h 6345"/>
                  <a:gd name="connsiteX6" fmla="*/ 304 w 6343"/>
                  <a:gd name="connsiteY6" fmla="*/ 3378 h 6345"/>
                  <a:gd name="connsiteX7" fmla="*/ 1232 w 6343"/>
                  <a:gd name="connsiteY7" fmla="*/ 5621 h 6345"/>
                  <a:gd name="connsiteX8" fmla="*/ 3475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551"/>
                    </a:moveTo>
                    <a:cubicBezTo>
                      <a:pt x="4316" y="6551"/>
                      <a:pt x="5123" y="6216"/>
                      <a:pt x="5718" y="5621"/>
                    </a:cubicBezTo>
                    <a:cubicBezTo>
                      <a:pt x="6312" y="5027"/>
                      <a:pt x="6647" y="4219"/>
                      <a:pt x="6647" y="3378"/>
                    </a:cubicBezTo>
                    <a:cubicBezTo>
                      <a:pt x="6647" y="2537"/>
                      <a:pt x="6312" y="1730"/>
                      <a:pt x="5718" y="1135"/>
                    </a:cubicBezTo>
                    <a:cubicBezTo>
                      <a:pt x="5123" y="540"/>
                      <a:pt x="4316" y="205"/>
                      <a:pt x="3475" y="205"/>
                    </a:cubicBezTo>
                    <a:cubicBezTo>
                      <a:pt x="2634" y="205"/>
                      <a:pt x="1827" y="540"/>
                      <a:pt x="1232" y="1135"/>
                    </a:cubicBezTo>
                    <a:cubicBezTo>
                      <a:pt x="638" y="1730"/>
                      <a:pt x="304" y="2537"/>
                      <a:pt x="304" y="3378"/>
                    </a:cubicBezTo>
                    <a:cubicBezTo>
                      <a:pt x="304" y="4219"/>
                      <a:pt x="638" y="5027"/>
                      <a:pt x="1232" y="5621"/>
                    </a:cubicBezTo>
                    <a:cubicBezTo>
                      <a:pt x="1827" y="6216"/>
                      <a:pt x="2634" y="6551"/>
                      <a:pt x="3475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89" name="Freeform: Shape 2988">
                <a:extLst>
                  <a:ext uri="{FF2B5EF4-FFF2-40B4-BE49-F238E27FC236}">
                    <a16:creationId xmlns:a16="http://schemas.microsoft.com/office/drawing/2014/main" id="{0D17884D-1DD8-3A1A-8754-E4D18273A975}"/>
                  </a:ext>
                </a:extLst>
              </p:cNvPr>
              <p:cNvSpPr/>
              <p:nvPr/>
            </p:nvSpPr>
            <p:spPr>
              <a:xfrm>
                <a:off x="4696940" y="6094847"/>
                <a:ext cx="6343" cy="6345"/>
              </a:xfrm>
              <a:custGeom>
                <a:avLst/>
                <a:gdLst>
                  <a:gd name="connsiteX0" fmla="*/ 3475 w 6343"/>
                  <a:gd name="connsiteY0" fmla="*/ 6551 h 6345"/>
                  <a:gd name="connsiteX1" fmla="*/ 5717 w 6343"/>
                  <a:gd name="connsiteY1" fmla="*/ 5622 h 6345"/>
                  <a:gd name="connsiteX2" fmla="*/ 6646 w 6343"/>
                  <a:gd name="connsiteY2" fmla="*/ 3379 h 6345"/>
                  <a:gd name="connsiteX3" fmla="*/ 5717 w 6343"/>
                  <a:gd name="connsiteY3" fmla="*/ 1135 h 6345"/>
                  <a:gd name="connsiteX4" fmla="*/ 3475 w 6343"/>
                  <a:gd name="connsiteY4" fmla="*/ 206 h 6345"/>
                  <a:gd name="connsiteX5" fmla="*/ 1232 w 6343"/>
                  <a:gd name="connsiteY5" fmla="*/ 1135 h 6345"/>
                  <a:gd name="connsiteX6" fmla="*/ 303 w 6343"/>
                  <a:gd name="connsiteY6" fmla="*/ 3379 h 6345"/>
                  <a:gd name="connsiteX7" fmla="*/ 1232 w 6343"/>
                  <a:gd name="connsiteY7" fmla="*/ 5622 h 6345"/>
                  <a:gd name="connsiteX8" fmla="*/ 3475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551"/>
                    </a:moveTo>
                    <a:cubicBezTo>
                      <a:pt x="4316" y="6551"/>
                      <a:pt x="5122" y="6217"/>
                      <a:pt x="5717" y="5622"/>
                    </a:cubicBezTo>
                    <a:cubicBezTo>
                      <a:pt x="6312" y="5027"/>
                      <a:pt x="6646" y="4220"/>
                      <a:pt x="6646" y="3379"/>
                    </a:cubicBezTo>
                    <a:cubicBezTo>
                      <a:pt x="6646" y="2537"/>
                      <a:pt x="6312" y="1730"/>
                      <a:pt x="5717" y="1135"/>
                    </a:cubicBezTo>
                    <a:cubicBezTo>
                      <a:pt x="5122" y="540"/>
                      <a:pt x="4316" y="206"/>
                      <a:pt x="3475" y="206"/>
                    </a:cubicBezTo>
                    <a:cubicBezTo>
                      <a:pt x="2634" y="206"/>
                      <a:pt x="1827" y="540"/>
                      <a:pt x="1232" y="1135"/>
                    </a:cubicBezTo>
                    <a:cubicBezTo>
                      <a:pt x="637" y="1730"/>
                      <a:pt x="303" y="2537"/>
                      <a:pt x="303" y="3379"/>
                    </a:cubicBezTo>
                    <a:cubicBezTo>
                      <a:pt x="303" y="4220"/>
                      <a:pt x="637" y="5027"/>
                      <a:pt x="1232" y="5622"/>
                    </a:cubicBezTo>
                    <a:cubicBezTo>
                      <a:pt x="1827" y="6217"/>
                      <a:pt x="2634" y="6551"/>
                      <a:pt x="3475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90" name="Freeform: Shape 2989">
                <a:extLst>
                  <a:ext uri="{FF2B5EF4-FFF2-40B4-BE49-F238E27FC236}">
                    <a16:creationId xmlns:a16="http://schemas.microsoft.com/office/drawing/2014/main" id="{9776EC7F-0CF0-46A5-EB45-CEE59C7C125F}"/>
                  </a:ext>
                </a:extLst>
              </p:cNvPr>
              <p:cNvSpPr/>
              <p:nvPr/>
            </p:nvSpPr>
            <p:spPr>
              <a:xfrm>
                <a:off x="4696242" y="6100572"/>
                <a:ext cx="6343" cy="6345"/>
              </a:xfrm>
              <a:custGeom>
                <a:avLst/>
                <a:gdLst>
                  <a:gd name="connsiteX0" fmla="*/ 3475 w 6343"/>
                  <a:gd name="connsiteY0" fmla="*/ 6552 h 6345"/>
                  <a:gd name="connsiteX1" fmla="*/ 5717 w 6343"/>
                  <a:gd name="connsiteY1" fmla="*/ 5623 h 6345"/>
                  <a:gd name="connsiteX2" fmla="*/ 6646 w 6343"/>
                  <a:gd name="connsiteY2" fmla="*/ 3379 h 6345"/>
                  <a:gd name="connsiteX3" fmla="*/ 5717 w 6343"/>
                  <a:gd name="connsiteY3" fmla="*/ 1136 h 6345"/>
                  <a:gd name="connsiteX4" fmla="*/ 3475 w 6343"/>
                  <a:gd name="connsiteY4" fmla="*/ 207 h 6345"/>
                  <a:gd name="connsiteX5" fmla="*/ 1232 w 6343"/>
                  <a:gd name="connsiteY5" fmla="*/ 1136 h 6345"/>
                  <a:gd name="connsiteX6" fmla="*/ 303 w 6343"/>
                  <a:gd name="connsiteY6" fmla="*/ 3379 h 6345"/>
                  <a:gd name="connsiteX7" fmla="*/ 1232 w 6343"/>
                  <a:gd name="connsiteY7" fmla="*/ 5623 h 6345"/>
                  <a:gd name="connsiteX8" fmla="*/ 3475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552"/>
                    </a:moveTo>
                    <a:cubicBezTo>
                      <a:pt x="4316" y="6552"/>
                      <a:pt x="5122" y="6218"/>
                      <a:pt x="5717" y="5623"/>
                    </a:cubicBezTo>
                    <a:cubicBezTo>
                      <a:pt x="6312" y="5028"/>
                      <a:pt x="6646" y="4221"/>
                      <a:pt x="6646" y="3379"/>
                    </a:cubicBezTo>
                    <a:cubicBezTo>
                      <a:pt x="6646" y="2538"/>
                      <a:pt x="6312" y="1731"/>
                      <a:pt x="5717" y="1136"/>
                    </a:cubicBezTo>
                    <a:cubicBezTo>
                      <a:pt x="5122" y="541"/>
                      <a:pt x="4316" y="207"/>
                      <a:pt x="3475" y="207"/>
                    </a:cubicBezTo>
                    <a:cubicBezTo>
                      <a:pt x="2633" y="207"/>
                      <a:pt x="1827" y="541"/>
                      <a:pt x="1232" y="1136"/>
                    </a:cubicBezTo>
                    <a:cubicBezTo>
                      <a:pt x="637" y="1731"/>
                      <a:pt x="303" y="2538"/>
                      <a:pt x="303" y="3379"/>
                    </a:cubicBezTo>
                    <a:cubicBezTo>
                      <a:pt x="303" y="4221"/>
                      <a:pt x="637" y="5028"/>
                      <a:pt x="1232" y="5623"/>
                    </a:cubicBezTo>
                    <a:cubicBezTo>
                      <a:pt x="1827" y="6218"/>
                      <a:pt x="2633" y="6552"/>
                      <a:pt x="3475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91" name="Freeform: Shape 2990">
                <a:extLst>
                  <a:ext uri="{FF2B5EF4-FFF2-40B4-BE49-F238E27FC236}">
                    <a16:creationId xmlns:a16="http://schemas.microsoft.com/office/drawing/2014/main" id="{906F8CF7-F4D7-41AB-818F-C80A2D554280}"/>
                  </a:ext>
                </a:extLst>
              </p:cNvPr>
              <p:cNvSpPr/>
              <p:nvPr/>
            </p:nvSpPr>
            <p:spPr>
              <a:xfrm>
                <a:off x="4690606" y="6104093"/>
                <a:ext cx="6343" cy="6345"/>
              </a:xfrm>
              <a:custGeom>
                <a:avLst/>
                <a:gdLst>
                  <a:gd name="connsiteX0" fmla="*/ 3474 w 6343"/>
                  <a:gd name="connsiteY0" fmla="*/ 6552 h 6345"/>
                  <a:gd name="connsiteX1" fmla="*/ 5717 w 6343"/>
                  <a:gd name="connsiteY1" fmla="*/ 5623 h 6345"/>
                  <a:gd name="connsiteX2" fmla="*/ 6646 w 6343"/>
                  <a:gd name="connsiteY2" fmla="*/ 3380 h 6345"/>
                  <a:gd name="connsiteX3" fmla="*/ 5717 w 6343"/>
                  <a:gd name="connsiteY3" fmla="*/ 1136 h 6345"/>
                  <a:gd name="connsiteX4" fmla="*/ 3474 w 6343"/>
                  <a:gd name="connsiteY4" fmla="*/ 207 h 6345"/>
                  <a:gd name="connsiteX5" fmla="*/ 1231 w 6343"/>
                  <a:gd name="connsiteY5" fmla="*/ 1136 h 6345"/>
                  <a:gd name="connsiteX6" fmla="*/ 303 w 6343"/>
                  <a:gd name="connsiteY6" fmla="*/ 3380 h 6345"/>
                  <a:gd name="connsiteX7" fmla="*/ 1231 w 6343"/>
                  <a:gd name="connsiteY7" fmla="*/ 5623 h 6345"/>
                  <a:gd name="connsiteX8" fmla="*/ 3474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4" y="6552"/>
                    </a:moveTo>
                    <a:cubicBezTo>
                      <a:pt x="4315" y="6552"/>
                      <a:pt x="5122" y="6218"/>
                      <a:pt x="5717" y="5623"/>
                    </a:cubicBezTo>
                    <a:cubicBezTo>
                      <a:pt x="6311" y="5028"/>
                      <a:pt x="6646" y="4221"/>
                      <a:pt x="6646" y="3380"/>
                    </a:cubicBezTo>
                    <a:cubicBezTo>
                      <a:pt x="6646" y="2538"/>
                      <a:pt x="6311" y="1731"/>
                      <a:pt x="5717" y="1136"/>
                    </a:cubicBezTo>
                    <a:cubicBezTo>
                      <a:pt x="5122" y="541"/>
                      <a:pt x="4315" y="207"/>
                      <a:pt x="3474" y="207"/>
                    </a:cubicBezTo>
                    <a:cubicBezTo>
                      <a:pt x="2633" y="207"/>
                      <a:pt x="1826" y="541"/>
                      <a:pt x="1231" y="1136"/>
                    </a:cubicBezTo>
                    <a:cubicBezTo>
                      <a:pt x="637" y="1731"/>
                      <a:pt x="303" y="2538"/>
                      <a:pt x="303" y="3380"/>
                    </a:cubicBezTo>
                    <a:cubicBezTo>
                      <a:pt x="303" y="4221"/>
                      <a:pt x="637" y="5028"/>
                      <a:pt x="1231" y="5623"/>
                    </a:cubicBezTo>
                    <a:cubicBezTo>
                      <a:pt x="1826" y="6218"/>
                      <a:pt x="2633" y="6552"/>
                      <a:pt x="3474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92" name="Freeform: Shape 2991">
                <a:extLst>
                  <a:ext uri="{FF2B5EF4-FFF2-40B4-BE49-F238E27FC236}">
                    <a16:creationId xmlns:a16="http://schemas.microsoft.com/office/drawing/2014/main" id="{72BD34CD-9506-B04E-3CD5-90D2A1EC1E43}"/>
                  </a:ext>
                </a:extLst>
              </p:cNvPr>
              <p:cNvSpPr/>
              <p:nvPr/>
            </p:nvSpPr>
            <p:spPr>
              <a:xfrm>
                <a:off x="4683142" y="6106727"/>
                <a:ext cx="6343" cy="6345"/>
              </a:xfrm>
              <a:custGeom>
                <a:avLst/>
                <a:gdLst>
                  <a:gd name="connsiteX0" fmla="*/ 3474 w 6343"/>
                  <a:gd name="connsiteY0" fmla="*/ 6552 h 6345"/>
                  <a:gd name="connsiteX1" fmla="*/ 5716 w 6343"/>
                  <a:gd name="connsiteY1" fmla="*/ 5623 h 6345"/>
                  <a:gd name="connsiteX2" fmla="*/ 6645 w 6343"/>
                  <a:gd name="connsiteY2" fmla="*/ 3380 h 6345"/>
                  <a:gd name="connsiteX3" fmla="*/ 5716 w 6343"/>
                  <a:gd name="connsiteY3" fmla="*/ 1136 h 6345"/>
                  <a:gd name="connsiteX4" fmla="*/ 3474 w 6343"/>
                  <a:gd name="connsiteY4" fmla="*/ 207 h 6345"/>
                  <a:gd name="connsiteX5" fmla="*/ 1231 w 6343"/>
                  <a:gd name="connsiteY5" fmla="*/ 1136 h 6345"/>
                  <a:gd name="connsiteX6" fmla="*/ 302 w 6343"/>
                  <a:gd name="connsiteY6" fmla="*/ 3380 h 6345"/>
                  <a:gd name="connsiteX7" fmla="*/ 1231 w 6343"/>
                  <a:gd name="connsiteY7" fmla="*/ 5623 h 6345"/>
                  <a:gd name="connsiteX8" fmla="*/ 3474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4" y="6552"/>
                    </a:moveTo>
                    <a:cubicBezTo>
                      <a:pt x="4315" y="6552"/>
                      <a:pt x="5121" y="6218"/>
                      <a:pt x="5716" y="5623"/>
                    </a:cubicBezTo>
                    <a:cubicBezTo>
                      <a:pt x="6311" y="5028"/>
                      <a:pt x="6645" y="4221"/>
                      <a:pt x="6645" y="3380"/>
                    </a:cubicBezTo>
                    <a:cubicBezTo>
                      <a:pt x="6645" y="2538"/>
                      <a:pt x="6311" y="1731"/>
                      <a:pt x="5716" y="1136"/>
                    </a:cubicBezTo>
                    <a:cubicBezTo>
                      <a:pt x="5121" y="541"/>
                      <a:pt x="4315" y="207"/>
                      <a:pt x="3474" y="207"/>
                    </a:cubicBezTo>
                    <a:cubicBezTo>
                      <a:pt x="2632" y="207"/>
                      <a:pt x="1826" y="541"/>
                      <a:pt x="1231" y="1136"/>
                    </a:cubicBezTo>
                    <a:cubicBezTo>
                      <a:pt x="636" y="1731"/>
                      <a:pt x="302" y="2538"/>
                      <a:pt x="302" y="3380"/>
                    </a:cubicBezTo>
                    <a:cubicBezTo>
                      <a:pt x="302" y="4221"/>
                      <a:pt x="636" y="5028"/>
                      <a:pt x="1231" y="5623"/>
                    </a:cubicBezTo>
                    <a:cubicBezTo>
                      <a:pt x="1826" y="6218"/>
                      <a:pt x="2632" y="6552"/>
                      <a:pt x="3474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93" name="Freeform: Shape 2992">
                <a:extLst>
                  <a:ext uri="{FF2B5EF4-FFF2-40B4-BE49-F238E27FC236}">
                    <a16:creationId xmlns:a16="http://schemas.microsoft.com/office/drawing/2014/main" id="{5A6FAB4B-7E12-B481-AAF2-D1E49BAF0B39}"/>
                  </a:ext>
                </a:extLst>
              </p:cNvPr>
              <p:cNvSpPr/>
              <p:nvPr/>
            </p:nvSpPr>
            <p:spPr>
              <a:xfrm>
                <a:off x="4421001" y="5998918"/>
                <a:ext cx="6343" cy="6345"/>
              </a:xfrm>
              <a:custGeom>
                <a:avLst/>
                <a:gdLst>
                  <a:gd name="connsiteX0" fmla="*/ 3453 w 6343"/>
                  <a:gd name="connsiteY0" fmla="*/ 6544 h 6345"/>
                  <a:gd name="connsiteX1" fmla="*/ 5696 w 6343"/>
                  <a:gd name="connsiteY1" fmla="*/ 5615 h 6345"/>
                  <a:gd name="connsiteX2" fmla="*/ 6624 w 6343"/>
                  <a:gd name="connsiteY2" fmla="*/ 3371 h 6345"/>
                  <a:gd name="connsiteX3" fmla="*/ 5696 w 6343"/>
                  <a:gd name="connsiteY3" fmla="*/ 1128 h 6345"/>
                  <a:gd name="connsiteX4" fmla="*/ 3453 w 6343"/>
                  <a:gd name="connsiteY4" fmla="*/ 199 h 6345"/>
                  <a:gd name="connsiteX5" fmla="*/ 1210 w 6343"/>
                  <a:gd name="connsiteY5" fmla="*/ 1128 h 6345"/>
                  <a:gd name="connsiteX6" fmla="*/ 281 w 6343"/>
                  <a:gd name="connsiteY6" fmla="*/ 3371 h 6345"/>
                  <a:gd name="connsiteX7" fmla="*/ 1210 w 6343"/>
                  <a:gd name="connsiteY7" fmla="*/ 5615 h 6345"/>
                  <a:gd name="connsiteX8" fmla="*/ 3453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4"/>
                    </a:moveTo>
                    <a:cubicBezTo>
                      <a:pt x="4294" y="6544"/>
                      <a:pt x="5101" y="6210"/>
                      <a:pt x="5696" y="5615"/>
                    </a:cubicBezTo>
                    <a:cubicBezTo>
                      <a:pt x="6290" y="5020"/>
                      <a:pt x="6624" y="4213"/>
                      <a:pt x="6624" y="3371"/>
                    </a:cubicBezTo>
                    <a:cubicBezTo>
                      <a:pt x="6624" y="2530"/>
                      <a:pt x="6290" y="1723"/>
                      <a:pt x="5696" y="1128"/>
                    </a:cubicBezTo>
                    <a:cubicBezTo>
                      <a:pt x="5101" y="533"/>
                      <a:pt x="4294" y="199"/>
                      <a:pt x="3453" y="199"/>
                    </a:cubicBezTo>
                    <a:cubicBezTo>
                      <a:pt x="2612" y="199"/>
                      <a:pt x="1805" y="533"/>
                      <a:pt x="1210" y="1128"/>
                    </a:cubicBezTo>
                    <a:cubicBezTo>
                      <a:pt x="615" y="1723"/>
                      <a:pt x="281" y="2530"/>
                      <a:pt x="281" y="3371"/>
                    </a:cubicBezTo>
                    <a:cubicBezTo>
                      <a:pt x="281" y="4213"/>
                      <a:pt x="615" y="5020"/>
                      <a:pt x="1210" y="5615"/>
                    </a:cubicBezTo>
                    <a:cubicBezTo>
                      <a:pt x="1805" y="6210"/>
                      <a:pt x="2612" y="6544"/>
                      <a:pt x="3453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94" name="Freeform: Shape 2993">
                <a:extLst>
                  <a:ext uri="{FF2B5EF4-FFF2-40B4-BE49-F238E27FC236}">
                    <a16:creationId xmlns:a16="http://schemas.microsoft.com/office/drawing/2014/main" id="{D9A82B2F-7A3F-00A1-C976-9860537E741B}"/>
                  </a:ext>
                </a:extLst>
              </p:cNvPr>
              <p:cNvSpPr/>
              <p:nvPr/>
            </p:nvSpPr>
            <p:spPr>
              <a:xfrm>
                <a:off x="4355760" y="5993639"/>
                <a:ext cx="6343" cy="6345"/>
              </a:xfrm>
              <a:custGeom>
                <a:avLst/>
                <a:gdLst>
                  <a:gd name="connsiteX0" fmla="*/ 3448 w 6343"/>
                  <a:gd name="connsiteY0" fmla="*/ 6544 h 6345"/>
                  <a:gd name="connsiteX1" fmla="*/ 5690 w 6343"/>
                  <a:gd name="connsiteY1" fmla="*/ 5614 h 6345"/>
                  <a:gd name="connsiteX2" fmla="*/ 6619 w 6343"/>
                  <a:gd name="connsiteY2" fmla="*/ 3371 h 6345"/>
                  <a:gd name="connsiteX3" fmla="*/ 5690 w 6343"/>
                  <a:gd name="connsiteY3" fmla="*/ 1127 h 6345"/>
                  <a:gd name="connsiteX4" fmla="*/ 3448 w 6343"/>
                  <a:gd name="connsiteY4" fmla="*/ 198 h 6345"/>
                  <a:gd name="connsiteX5" fmla="*/ 1205 w 6343"/>
                  <a:gd name="connsiteY5" fmla="*/ 1127 h 6345"/>
                  <a:gd name="connsiteX6" fmla="*/ 276 w 6343"/>
                  <a:gd name="connsiteY6" fmla="*/ 3371 h 6345"/>
                  <a:gd name="connsiteX7" fmla="*/ 1205 w 6343"/>
                  <a:gd name="connsiteY7" fmla="*/ 5614 h 6345"/>
                  <a:gd name="connsiteX8" fmla="*/ 3448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4"/>
                    </a:moveTo>
                    <a:cubicBezTo>
                      <a:pt x="4289" y="6544"/>
                      <a:pt x="5096" y="6209"/>
                      <a:pt x="5690" y="5614"/>
                    </a:cubicBezTo>
                    <a:cubicBezTo>
                      <a:pt x="6285" y="5019"/>
                      <a:pt x="6619" y="4212"/>
                      <a:pt x="6619" y="3371"/>
                    </a:cubicBezTo>
                    <a:cubicBezTo>
                      <a:pt x="6619" y="2529"/>
                      <a:pt x="6285" y="1722"/>
                      <a:pt x="5690" y="1127"/>
                    </a:cubicBezTo>
                    <a:cubicBezTo>
                      <a:pt x="5096" y="532"/>
                      <a:pt x="4289" y="198"/>
                      <a:pt x="3448" y="198"/>
                    </a:cubicBezTo>
                    <a:cubicBezTo>
                      <a:pt x="2607" y="198"/>
                      <a:pt x="1800" y="532"/>
                      <a:pt x="1205" y="1127"/>
                    </a:cubicBezTo>
                    <a:cubicBezTo>
                      <a:pt x="610" y="1722"/>
                      <a:pt x="276" y="2529"/>
                      <a:pt x="276" y="3371"/>
                    </a:cubicBezTo>
                    <a:cubicBezTo>
                      <a:pt x="276" y="4212"/>
                      <a:pt x="610" y="5019"/>
                      <a:pt x="1205" y="5614"/>
                    </a:cubicBezTo>
                    <a:cubicBezTo>
                      <a:pt x="1800" y="6209"/>
                      <a:pt x="2607" y="6544"/>
                      <a:pt x="3448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95" name="Freeform: Shape 2994">
                <a:extLst>
                  <a:ext uri="{FF2B5EF4-FFF2-40B4-BE49-F238E27FC236}">
                    <a16:creationId xmlns:a16="http://schemas.microsoft.com/office/drawing/2014/main" id="{8EC94871-F412-0206-BA1B-5F99FF19F4DD}"/>
                  </a:ext>
                </a:extLst>
              </p:cNvPr>
              <p:cNvSpPr/>
              <p:nvPr/>
            </p:nvSpPr>
            <p:spPr>
              <a:xfrm>
                <a:off x="4355255" y="5997186"/>
                <a:ext cx="6343" cy="6345"/>
              </a:xfrm>
              <a:custGeom>
                <a:avLst/>
                <a:gdLst>
                  <a:gd name="connsiteX0" fmla="*/ 3448 w 6343"/>
                  <a:gd name="connsiteY0" fmla="*/ 6544 h 6345"/>
                  <a:gd name="connsiteX1" fmla="*/ 5690 w 6343"/>
                  <a:gd name="connsiteY1" fmla="*/ 5615 h 6345"/>
                  <a:gd name="connsiteX2" fmla="*/ 6619 w 6343"/>
                  <a:gd name="connsiteY2" fmla="*/ 3371 h 6345"/>
                  <a:gd name="connsiteX3" fmla="*/ 5690 w 6343"/>
                  <a:gd name="connsiteY3" fmla="*/ 1128 h 6345"/>
                  <a:gd name="connsiteX4" fmla="*/ 3448 w 6343"/>
                  <a:gd name="connsiteY4" fmla="*/ 198 h 6345"/>
                  <a:gd name="connsiteX5" fmla="*/ 1205 w 6343"/>
                  <a:gd name="connsiteY5" fmla="*/ 1128 h 6345"/>
                  <a:gd name="connsiteX6" fmla="*/ 276 w 6343"/>
                  <a:gd name="connsiteY6" fmla="*/ 3371 h 6345"/>
                  <a:gd name="connsiteX7" fmla="*/ 1205 w 6343"/>
                  <a:gd name="connsiteY7" fmla="*/ 5615 h 6345"/>
                  <a:gd name="connsiteX8" fmla="*/ 3448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4"/>
                    </a:moveTo>
                    <a:cubicBezTo>
                      <a:pt x="4289" y="6544"/>
                      <a:pt x="5096" y="6209"/>
                      <a:pt x="5690" y="5615"/>
                    </a:cubicBezTo>
                    <a:cubicBezTo>
                      <a:pt x="6285" y="5020"/>
                      <a:pt x="6619" y="4213"/>
                      <a:pt x="6619" y="3371"/>
                    </a:cubicBezTo>
                    <a:cubicBezTo>
                      <a:pt x="6619" y="2530"/>
                      <a:pt x="6285" y="1723"/>
                      <a:pt x="5690" y="1128"/>
                    </a:cubicBezTo>
                    <a:cubicBezTo>
                      <a:pt x="5096" y="533"/>
                      <a:pt x="4289" y="198"/>
                      <a:pt x="3448" y="198"/>
                    </a:cubicBezTo>
                    <a:cubicBezTo>
                      <a:pt x="2607" y="198"/>
                      <a:pt x="1800" y="533"/>
                      <a:pt x="1205" y="1128"/>
                    </a:cubicBezTo>
                    <a:cubicBezTo>
                      <a:pt x="610" y="1723"/>
                      <a:pt x="276" y="2530"/>
                      <a:pt x="276" y="3371"/>
                    </a:cubicBezTo>
                    <a:cubicBezTo>
                      <a:pt x="276" y="4213"/>
                      <a:pt x="610" y="5020"/>
                      <a:pt x="1205" y="5615"/>
                    </a:cubicBezTo>
                    <a:cubicBezTo>
                      <a:pt x="1800" y="6209"/>
                      <a:pt x="2607" y="6544"/>
                      <a:pt x="3448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96" name="Freeform: Shape 2995">
                <a:extLst>
                  <a:ext uri="{FF2B5EF4-FFF2-40B4-BE49-F238E27FC236}">
                    <a16:creationId xmlns:a16="http://schemas.microsoft.com/office/drawing/2014/main" id="{0619268F-043A-B573-2042-63D326A63F0D}"/>
                  </a:ext>
                </a:extLst>
              </p:cNvPr>
              <p:cNvSpPr/>
              <p:nvPr/>
            </p:nvSpPr>
            <p:spPr>
              <a:xfrm>
                <a:off x="4422512" y="6064984"/>
                <a:ext cx="6343" cy="6345"/>
              </a:xfrm>
              <a:custGeom>
                <a:avLst/>
                <a:gdLst>
                  <a:gd name="connsiteX0" fmla="*/ 3453 w 6343"/>
                  <a:gd name="connsiteY0" fmla="*/ 6549 h 6345"/>
                  <a:gd name="connsiteX1" fmla="*/ 5696 w 6343"/>
                  <a:gd name="connsiteY1" fmla="*/ 5620 h 6345"/>
                  <a:gd name="connsiteX2" fmla="*/ 6625 w 6343"/>
                  <a:gd name="connsiteY2" fmla="*/ 3376 h 6345"/>
                  <a:gd name="connsiteX3" fmla="*/ 5696 w 6343"/>
                  <a:gd name="connsiteY3" fmla="*/ 1133 h 6345"/>
                  <a:gd name="connsiteX4" fmla="*/ 3453 w 6343"/>
                  <a:gd name="connsiteY4" fmla="*/ 204 h 6345"/>
                  <a:gd name="connsiteX5" fmla="*/ 1210 w 6343"/>
                  <a:gd name="connsiteY5" fmla="*/ 1133 h 6345"/>
                  <a:gd name="connsiteX6" fmla="*/ 281 w 6343"/>
                  <a:gd name="connsiteY6" fmla="*/ 3376 h 6345"/>
                  <a:gd name="connsiteX7" fmla="*/ 1210 w 6343"/>
                  <a:gd name="connsiteY7" fmla="*/ 5620 h 6345"/>
                  <a:gd name="connsiteX8" fmla="*/ 3453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9"/>
                    </a:moveTo>
                    <a:cubicBezTo>
                      <a:pt x="4294" y="6549"/>
                      <a:pt x="5101" y="6215"/>
                      <a:pt x="5696" y="5620"/>
                    </a:cubicBezTo>
                    <a:cubicBezTo>
                      <a:pt x="6290" y="5025"/>
                      <a:pt x="6625" y="4218"/>
                      <a:pt x="6625" y="3376"/>
                    </a:cubicBezTo>
                    <a:cubicBezTo>
                      <a:pt x="6625" y="2535"/>
                      <a:pt x="6290" y="1728"/>
                      <a:pt x="5696" y="1133"/>
                    </a:cubicBezTo>
                    <a:cubicBezTo>
                      <a:pt x="5101" y="538"/>
                      <a:pt x="4294" y="204"/>
                      <a:pt x="3453" y="204"/>
                    </a:cubicBezTo>
                    <a:cubicBezTo>
                      <a:pt x="2612" y="204"/>
                      <a:pt x="1805" y="538"/>
                      <a:pt x="1210" y="1133"/>
                    </a:cubicBezTo>
                    <a:cubicBezTo>
                      <a:pt x="616" y="1728"/>
                      <a:pt x="281" y="2535"/>
                      <a:pt x="281" y="3376"/>
                    </a:cubicBezTo>
                    <a:cubicBezTo>
                      <a:pt x="281" y="4218"/>
                      <a:pt x="616" y="5025"/>
                      <a:pt x="1210" y="5620"/>
                    </a:cubicBezTo>
                    <a:cubicBezTo>
                      <a:pt x="1805" y="6215"/>
                      <a:pt x="2612" y="6549"/>
                      <a:pt x="3453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97" name="Freeform: Shape 2996">
                <a:extLst>
                  <a:ext uri="{FF2B5EF4-FFF2-40B4-BE49-F238E27FC236}">
                    <a16:creationId xmlns:a16="http://schemas.microsoft.com/office/drawing/2014/main" id="{4E0637D5-818E-899C-E3A9-C58694E1F886}"/>
                  </a:ext>
                </a:extLst>
              </p:cNvPr>
              <p:cNvSpPr/>
              <p:nvPr/>
            </p:nvSpPr>
            <p:spPr>
              <a:xfrm>
                <a:off x="4291897" y="5990172"/>
                <a:ext cx="6343" cy="6345"/>
              </a:xfrm>
              <a:custGeom>
                <a:avLst/>
                <a:gdLst>
                  <a:gd name="connsiteX0" fmla="*/ 3443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1 h 6345"/>
                  <a:gd name="connsiteX3" fmla="*/ 5685 w 6343"/>
                  <a:gd name="connsiteY3" fmla="*/ 1127 h 6345"/>
                  <a:gd name="connsiteX4" fmla="*/ 3443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1 h 6345"/>
                  <a:gd name="connsiteX7" fmla="*/ 1200 w 6343"/>
                  <a:gd name="connsiteY7" fmla="*/ 5614 h 6345"/>
                  <a:gd name="connsiteX8" fmla="*/ 344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43"/>
                    </a:moveTo>
                    <a:cubicBezTo>
                      <a:pt x="4284" y="6543"/>
                      <a:pt x="5091" y="6209"/>
                      <a:pt x="5685" y="5614"/>
                    </a:cubicBezTo>
                    <a:cubicBezTo>
                      <a:pt x="6280" y="5019"/>
                      <a:pt x="6614" y="4212"/>
                      <a:pt x="6614" y="3371"/>
                    </a:cubicBezTo>
                    <a:cubicBezTo>
                      <a:pt x="6614" y="2529"/>
                      <a:pt x="6280" y="1722"/>
                      <a:pt x="5685" y="1127"/>
                    </a:cubicBezTo>
                    <a:cubicBezTo>
                      <a:pt x="5091" y="532"/>
                      <a:pt x="4284" y="198"/>
                      <a:pt x="3443" y="198"/>
                    </a:cubicBezTo>
                    <a:cubicBezTo>
                      <a:pt x="2602" y="198"/>
                      <a:pt x="1795" y="532"/>
                      <a:pt x="1200" y="1127"/>
                    </a:cubicBezTo>
                    <a:cubicBezTo>
                      <a:pt x="605" y="1722"/>
                      <a:pt x="271" y="2529"/>
                      <a:pt x="271" y="3371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5" y="6209"/>
                      <a:pt x="2602" y="6543"/>
                      <a:pt x="344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98" name="Freeform: Shape 2997">
                <a:extLst>
                  <a:ext uri="{FF2B5EF4-FFF2-40B4-BE49-F238E27FC236}">
                    <a16:creationId xmlns:a16="http://schemas.microsoft.com/office/drawing/2014/main" id="{BC6C7CE8-7DDB-B537-01C5-7E228A4D3938}"/>
                  </a:ext>
                </a:extLst>
              </p:cNvPr>
              <p:cNvSpPr/>
              <p:nvPr/>
            </p:nvSpPr>
            <p:spPr>
              <a:xfrm>
                <a:off x="4290206" y="5992663"/>
                <a:ext cx="6343" cy="6345"/>
              </a:xfrm>
              <a:custGeom>
                <a:avLst/>
                <a:gdLst>
                  <a:gd name="connsiteX0" fmla="*/ 3443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1 h 6345"/>
                  <a:gd name="connsiteX3" fmla="*/ 5685 w 6343"/>
                  <a:gd name="connsiteY3" fmla="*/ 1127 h 6345"/>
                  <a:gd name="connsiteX4" fmla="*/ 3443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1 h 6345"/>
                  <a:gd name="connsiteX7" fmla="*/ 1200 w 6343"/>
                  <a:gd name="connsiteY7" fmla="*/ 5614 h 6345"/>
                  <a:gd name="connsiteX8" fmla="*/ 344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43"/>
                    </a:moveTo>
                    <a:cubicBezTo>
                      <a:pt x="4284" y="6543"/>
                      <a:pt x="5090" y="6209"/>
                      <a:pt x="5685" y="5614"/>
                    </a:cubicBezTo>
                    <a:cubicBezTo>
                      <a:pt x="6280" y="5019"/>
                      <a:pt x="6614" y="4212"/>
                      <a:pt x="6614" y="3371"/>
                    </a:cubicBezTo>
                    <a:cubicBezTo>
                      <a:pt x="6614" y="2529"/>
                      <a:pt x="6280" y="1722"/>
                      <a:pt x="5685" y="1127"/>
                    </a:cubicBezTo>
                    <a:cubicBezTo>
                      <a:pt x="5090" y="532"/>
                      <a:pt x="4284" y="198"/>
                      <a:pt x="3443" y="198"/>
                    </a:cubicBezTo>
                    <a:cubicBezTo>
                      <a:pt x="2601" y="198"/>
                      <a:pt x="1795" y="532"/>
                      <a:pt x="1200" y="1127"/>
                    </a:cubicBezTo>
                    <a:cubicBezTo>
                      <a:pt x="605" y="1722"/>
                      <a:pt x="271" y="2529"/>
                      <a:pt x="271" y="3371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5" y="6209"/>
                      <a:pt x="2601" y="6543"/>
                      <a:pt x="344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99" name="Freeform: Shape 2998">
                <a:extLst>
                  <a:ext uri="{FF2B5EF4-FFF2-40B4-BE49-F238E27FC236}">
                    <a16:creationId xmlns:a16="http://schemas.microsoft.com/office/drawing/2014/main" id="{A9F5046F-FD2E-88D9-64D3-DB5D684F766C}"/>
                  </a:ext>
                </a:extLst>
              </p:cNvPr>
              <p:cNvSpPr/>
              <p:nvPr/>
            </p:nvSpPr>
            <p:spPr>
              <a:xfrm>
                <a:off x="4418471" y="6090492"/>
                <a:ext cx="6343" cy="6345"/>
              </a:xfrm>
              <a:custGeom>
                <a:avLst/>
                <a:gdLst>
                  <a:gd name="connsiteX0" fmla="*/ 3453 w 6343"/>
                  <a:gd name="connsiteY0" fmla="*/ 6551 h 6345"/>
                  <a:gd name="connsiteX1" fmla="*/ 5695 w 6343"/>
                  <a:gd name="connsiteY1" fmla="*/ 5622 h 6345"/>
                  <a:gd name="connsiteX2" fmla="*/ 6624 w 6343"/>
                  <a:gd name="connsiteY2" fmla="*/ 3378 h 6345"/>
                  <a:gd name="connsiteX3" fmla="*/ 5695 w 6343"/>
                  <a:gd name="connsiteY3" fmla="*/ 1135 h 6345"/>
                  <a:gd name="connsiteX4" fmla="*/ 3453 w 6343"/>
                  <a:gd name="connsiteY4" fmla="*/ 206 h 6345"/>
                  <a:gd name="connsiteX5" fmla="*/ 1210 w 6343"/>
                  <a:gd name="connsiteY5" fmla="*/ 1135 h 6345"/>
                  <a:gd name="connsiteX6" fmla="*/ 281 w 6343"/>
                  <a:gd name="connsiteY6" fmla="*/ 3378 h 6345"/>
                  <a:gd name="connsiteX7" fmla="*/ 1210 w 6343"/>
                  <a:gd name="connsiteY7" fmla="*/ 5622 h 6345"/>
                  <a:gd name="connsiteX8" fmla="*/ 345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51"/>
                    </a:moveTo>
                    <a:cubicBezTo>
                      <a:pt x="4294" y="6551"/>
                      <a:pt x="5101" y="6217"/>
                      <a:pt x="5695" y="5622"/>
                    </a:cubicBezTo>
                    <a:cubicBezTo>
                      <a:pt x="6290" y="5027"/>
                      <a:pt x="6624" y="4220"/>
                      <a:pt x="6624" y="3378"/>
                    </a:cubicBezTo>
                    <a:cubicBezTo>
                      <a:pt x="6624" y="2537"/>
                      <a:pt x="6290" y="1730"/>
                      <a:pt x="5695" y="1135"/>
                    </a:cubicBezTo>
                    <a:cubicBezTo>
                      <a:pt x="5101" y="540"/>
                      <a:pt x="4294" y="206"/>
                      <a:pt x="3453" y="206"/>
                    </a:cubicBezTo>
                    <a:cubicBezTo>
                      <a:pt x="2612" y="206"/>
                      <a:pt x="1805" y="540"/>
                      <a:pt x="1210" y="1135"/>
                    </a:cubicBezTo>
                    <a:cubicBezTo>
                      <a:pt x="615" y="1730"/>
                      <a:pt x="281" y="2537"/>
                      <a:pt x="281" y="3378"/>
                    </a:cubicBezTo>
                    <a:cubicBezTo>
                      <a:pt x="281" y="4220"/>
                      <a:pt x="615" y="5027"/>
                      <a:pt x="1210" y="5622"/>
                    </a:cubicBezTo>
                    <a:cubicBezTo>
                      <a:pt x="1805" y="6217"/>
                      <a:pt x="2612" y="6551"/>
                      <a:pt x="345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00" name="Freeform: Shape 2999">
                <a:extLst>
                  <a:ext uri="{FF2B5EF4-FFF2-40B4-BE49-F238E27FC236}">
                    <a16:creationId xmlns:a16="http://schemas.microsoft.com/office/drawing/2014/main" id="{DFFB78A6-8A5D-8CD7-17E0-24D9A89CD0DF}"/>
                  </a:ext>
                </a:extLst>
              </p:cNvPr>
              <p:cNvSpPr/>
              <p:nvPr/>
            </p:nvSpPr>
            <p:spPr>
              <a:xfrm>
                <a:off x="4415013" y="6092995"/>
                <a:ext cx="6343" cy="6345"/>
              </a:xfrm>
              <a:custGeom>
                <a:avLst/>
                <a:gdLst>
                  <a:gd name="connsiteX0" fmla="*/ 3452 w 6343"/>
                  <a:gd name="connsiteY0" fmla="*/ 6551 h 6345"/>
                  <a:gd name="connsiteX1" fmla="*/ 5695 w 6343"/>
                  <a:gd name="connsiteY1" fmla="*/ 5622 h 6345"/>
                  <a:gd name="connsiteX2" fmla="*/ 6624 w 6343"/>
                  <a:gd name="connsiteY2" fmla="*/ 3379 h 6345"/>
                  <a:gd name="connsiteX3" fmla="*/ 5695 w 6343"/>
                  <a:gd name="connsiteY3" fmla="*/ 1135 h 6345"/>
                  <a:gd name="connsiteX4" fmla="*/ 3452 w 6343"/>
                  <a:gd name="connsiteY4" fmla="*/ 206 h 6345"/>
                  <a:gd name="connsiteX5" fmla="*/ 1210 w 6343"/>
                  <a:gd name="connsiteY5" fmla="*/ 1135 h 6345"/>
                  <a:gd name="connsiteX6" fmla="*/ 281 w 6343"/>
                  <a:gd name="connsiteY6" fmla="*/ 3379 h 6345"/>
                  <a:gd name="connsiteX7" fmla="*/ 1210 w 6343"/>
                  <a:gd name="connsiteY7" fmla="*/ 5622 h 6345"/>
                  <a:gd name="connsiteX8" fmla="*/ 345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1"/>
                    </a:moveTo>
                    <a:cubicBezTo>
                      <a:pt x="4294" y="6551"/>
                      <a:pt x="5100" y="6217"/>
                      <a:pt x="5695" y="5622"/>
                    </a:cubicBezTo>
                    <a:cubicBezTo>
                      <a:pt x="6290" y="5027"/>
                      <a:pt x="6624" y="4220"/>
                      <a:pt x="6624" y="3379"/>
                    </a:cubicBezTo>
                    <a:cubicBezTo>
                      <a:pt x="6624" y="2537"/>
                      <a:pt x="6290" y="1730"/>
                      <a:pt x="5695" y="1135"/>
                    </a:cubicBezTo>
                    <a:cubicBezTo>
                      <a:pt x="5100" y="540"/>
                      <a:pt x="4294" y="206"/>
                      <a:pt x="3452" y="206"/>
                    </a:cubicBezTo>
                    <a:cubicBezTo>
                      <a:pt x="2611" y="206"/>
                      <a:pt x="1805" y="540"/>
                      <a:pt x="1210" y="1135"/>
                    </a:cubicBezTo>
                    <a:cubicBezTo>
                      <a:pt x="615" y="1730"/>
                      <a:pt x="281" y="2537"/>
                      <a:pt x="281" y="3379"/>
                    </a:cubicBezTo>
                    <a:cubicBezTo>
                      <a:pt x="281" y="4220"/>
                      <a:pt x="615" y="5027"/>
                      <a:pt x="1210" y="5622"/>
                    </a:cubicBezTo>
                    <a:cubicBezTo>
                      <a:pt x="1805" y="6217"/>
                      <a:pt x="2611" y="6551"/>
                      <a:pt x="345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01" name="Freeform: Shape 3000">
                <a:extLst>
                  <a:ext uri="{FF2B5EF4-FFF2-40B4-BE49-F238E27FC236}">
                    <a16:creationId xmlns:a16="http://schemas.microsoft.com/office/drawing/2014/main" id="{1E6F54EB-2227-279A-9654-6FD7AB47F0B7}"/>
                  </a:ext>
                </a:extLst>
              </p:cNvPr>
              <p:cNvSpPr/>
              <p:nvPr/>
            </p:nvSpPr>
            <p:spPr>
              <a:xfrm>
                <a:off x="4415895" y="6098376"/>
                <a:ext cx="6343" cy="6345"/>
              </a:xfrm>
              <a:custGeom>
                <a:avLst/>
                <a:gdLst>
                  <a:gd name="connsiteX0" fmla="*/ 3452 w 6343"/>
                  <a:gd name="connsiteY0" fmla="*/ 6552 h 6345"/>
                  <a:gd name="connsiteX1" fmla="*/ 5695 w 6343"/>
                  <a:gd name="connsiteY1" fmla="*/ 5623 h 6345"/>
                  <a:gd name="connsiteX2" fmla="*/ 6624 w 6343"/>
                  <a:gd name="connsiteY2" fmla="*/ 3379 h 6345"/>
                  <a:gd name="connsiteX3" fmla="*/ 5695 w 6343"/>
                  <a:gd name="connsiteY3" fmla="*/ 1136 h 6345"/>
                  <a:gd name="connsiteX4" fmla="*/ 3452 w 6343"/>
                  <a:gd name="connsiteY4" fmla="*/ 206 h 6345"/>
                  <a:gd name="connsiteX5" fmla="*/ 1210 w 6343"/>
                  <a:gd name="connsiteY5" fmla="*/ 1136 h 6345"/>
                  <a:gd name="connsiteX6" fmla="*/ 281 w 6343"/>
                  <a:gd name="connsiteY6" fmla="*/ 3379 h 6345"/>
                  <a:gd name="connsiteX7" fmla="*/ 1210 w 6343"/>
                  <a:gd name="connsiteY7" fmla="*/ 5623 h 6345"/>
                  <a:gd name="connsiteX8" fmla="*/ 3452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2"/>
                    </a:moveTo>
                    <a:cubicBezTo>
                      <a:pt x="4294" y="6552"/>
                      <a:pt x="5100" y="6217"/>
                      <a:pt x="5695" y="5623"/>
                    </a:cubicBezTo>
                    <a:cubicBezTo>
                      <a:pt x="6290" y="5028"/>
                      <a:pt x="6624" y="4220"/>
                      <a:pt x="6624" y="3379"/>
                    </a:cubicBezTo>
                    <a:cubicBezTo>
                      <a:pt x="6624" y="2538"/>
                      <a:pt x="6290" y="1731"/>
                      <a:pt x="5695" y="1136"/>
                    </a:cubicBezTo>
                    <a:cubicBezTo>
                      <a:pt x="5100" y="541"/>
                      <a:pt x="4294" y="206"/>
                      <a:pt x="3452" y="206"/>
                    </a:cubicBezTo>
                    <a:cubicBezTo>
                      <a:pt x="2611" y="206"/>
                      <a:pt x="1805" y="541"/>
                      <a:pt x="1210" y="1136"/>
                    </a:cubicBezTo>
                    <a:cubicBezTo>
                      <a:pt x="615" y="1731"/>
                      <a:pt x="281" y="2538"/>
                      <a:pt x="281" y="3379"/>
                    </a:cubicBezTo>
                    <a:cubicBezTo>
                      <a:pt x="281" y="4220"/>
                      <a:pt x="615" y="5028"/>
                      <a:pt x="1210" y="5623"/>
                    </a:cubicBezTo>
                    <a:cubicBezTo>
                      <a:pt x="1805" y="6217"/>
                      <a:pt x="2611" y="6552"/>
                      <a:pt x="3452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02" name="Freeform: Shape 3001">
                <a:extLst>
                  <a:ext uri="{FF2B5EF4-FFF2-40B4-BE49-F238E27FC236}">
                    <a16:creationId xmlns:a16="http://schemas.microsoft.com/office/drawing/2014/main" id="{AB5125D7-0238-5C4E-9C87-7A6D79DE6AC7}"/>
                  </a:ext>
                </a:extLst>
              </p:cNvPr>
              <p:cNvSpPr/>
              <p:nvPr/>
            </p:nvSpPr>
            <p:spPr>
              <a:xfrm>
                <a:off x="4414999" y="6102608"/>
                <a:ext cx="6343" cy="6345"/>
              </a:xfrm>
              <a:custGeom>
                <a:avLst/>
                <a:gdLst>
                  <a:gd name="connsiteX0" fmla="*/ 3452 w 6343"/>
                  <a:gd name="connsiteY0" fmla="*/ 6552 h 6345"/>
                  <a:gd name="connsiteX1" fmla="*/ 5695 w 6343"/>
                  <a:gd name="connsiteY1" fmla="*/ 5623 h 6345"/>
                  <a:gd name="connsiteX2" fmla="*/ 6624 w 6343"/>
                  <a:gd name="connsiteY2" fmla="*/ 3379 h 6345"/>
                  <a:gd name="connsiteX3" fmla="*/ 5695 w 6343"/>
                  <a:gd name="connsiteY3" fmla="*/ 1136 h 6345"/>
                  <a:gd name="connsiteX4" fmla="*/ 3452 w 6343"/>
                  <a:gd name="connsiteY4" fmla="*/ 207 h 6345"/>
                  <a:gd name="connsiteX5" fmla="*/ 1210 w 6343"/>
                  <a:gd name="connsiteY5" fmla="*/ 1136 h 6345"/>
                  <a:gd name="connsiteX6" fmla="*/ 281 w 6343"/>
                  <a:gd name="connsiteY6" fmla="*/ 3379 h 6345"/>
                  <a:gd name="connsiteX7" fmla="*/ 1210 w 6343"/>
                  <a:gd name="connsiteY7" fmla="*/ 5623 h 6345"/>
                  <a:gd name="connsiteX8" fmla="*/ 3452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2"/>
                    </a:moveTo>
                    <a:cubicBezTo>
                      <a:pt x="4294" y="6552"/>
                      <a:pt x="5100" y="6218"/>
                      <a:pt x="5695" y="5623"/>
                    </a:cubicBezTo>
                    <a:cubicBezTo>
                      <a:pt x="6290" y="5028"/>
                      <a:pt x="6624" y="4221"/>
                      <a:pt x="6624" y="3379"/>
                    </a:cubicBezTo>
                    <a:cubicBezTo>
                      <a:pt x="6624" y="2538"/>
                      <a:pt x="6290" y="1731"/>
                      <a:pt x="5695" y="1136"/>
                    </a:cubicBezTo>
                    <a:cubicBezTo>
                      <a:pt x="5100" y="541"/>
                      <a:pt x="4294" y="207"/>
                      <a:pt x="3452" y="207"/>
                    </a:cubicBezTo>
                    <a:cubicBezTo>
                      <a:pt x="2611" y="207"/>
                      <a:pt x="1805" y="541"/>
                      <a:pt x="1210" y="1136"/>
                    </a:cubicBezTo>
                    <a:cubicBezTo>
                      <a:pt x="615" y="1731"/>
                      <a:pt x="281" y="2538"/>
                      <a:pt x="281" y="3379"/>
                    </a:cubicBezTo>
                    <a:cubicBezTo>
                      <a:pt x="281" y="4221"/>
                      <a:pt x="615" y="5028"/>
                      <a:pt x="1210" y="5623"/>
                    </a:cubicBezTo>
                    <a:cubicBezTo>
                      <a:pt x="1805" y="6218"/>
                      <a:pt x="2611" y="6552"/>
                      <a:pt x="3452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03" name="Freeform: Shape 3002">
                <a:extLst>
                  <a:ext uri="{FF2B5EF4-FFF2-40B4-BE49-F238E27FC236}">
                    <a16:creationId xmlns:a16="http://schemas.microsoft.com/office/drawing/2014/main" id="{364058EF-90DB-42D8-87D5-87AB93921092}"/>
                  </a:ext>
                </a:extLst>
              </p:cNvPr>
              <p:cNvSpPr/>
              <p:nvPr/>
            </p:nvSpPr>
            <p:spPr>
              <a:xfrm>
                <a:off x="4414031" y="6106816"/>
                <a:ext cx="6343" cy="6345"/>
              </a:xfrm>
              <a:custGeom>
                <a:avLst/>
                <a:gdLst>
                  <a:gd name="connsiteX0" fmla="*/ 3452 w 6343"/>
                  <a:gd name="connsiteY0" fmla="*/ 6552 h 6345"/>
                  <a:gd name="connsiteX1" fmla="*/ 5695 w 6343"/>
                  <a:gd name="connsiteY1" fmla="*/ 5623 h 6345"/>
                  <a:gd name="connsiteX2" fmla="*/ 6624 w 6343"/>
                  <a:gd name="connsiteY2" fmla="*/ 3380 h 6345"/>
                  <a:gd name="connsiteX3" fmla="*/ 5695 w 6343"/>
                  <a:gd name="connsiteY3" fmla="*/ 1136 h 6345"/>
                  <a:gd name="connsiteX4" fmla="*/ 3452 w 6343"/>
                  <a:gd name="connsiteY4" fmla="*/ 207 h 6345"/>
                  <a:gd name="connsiteX5" fmla="*/ 1210 w 6343"/>
                  <a:gd name="connsiteY5" fmla="*/ 1136 h 6345"/>
                  <a:gd name="connsiteX6" fmla="*/ 281 w 6343"/>
                  <a:gd name="connsiteY6" fmla="*/ 3380 h 6345"/>
                  <a:gd name="connsiteX7" fmla="*/ 1210 w 6343"/>
                  <a:gd name="connsiteY7" fmla="*/ 5623 h 6345"/>
                  <a:gd name="connsiteX8" fmla="*/ 3452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2"/>
                    </a:moveTo>
                    <a:cubicBezTo>
                      <a:pt x="4293" y="6552"/>
                      <a:pt x="5100" y="6218"/>
                      <a:pt x="5695" y="5623"/>
                    </a:cubicBezTo>
                    <a:cubicBezTo>
                      <a:pt x="6290" y="5028"/>
                      <a:pt x="6624" y="4221"/>
                      <a:pt x="6624" y="3380"/>
                    </a:cubicBezTo>
                    <a:cubicBezTo>
                      <a:pt x="6624" y="2538"/>
                      <a:pt x="6290" y="1731"/>
                      <a:pt x="5695" y="1136"/>
                    </a:cubicBezTo>
                    <a:cubicBezTo>
                      <a:pt x="5100" y="541"/>
                      <a:pt x="4293" y="207"/>
                      <a:pt x="3452" y="207"/>
                    </a:cubicBezTo>
                    <a:cubicBezTo>
                      <a:pt x="2611" y="207"/>
                      <a:pt x="1804" y="541"/>
                      <a:pt x="1210" y="1136"/>
                    </a:cubicBezTo>
                    <a:cubicBezTo>
                      <a:pt x="615" y="1731"/>
                      <a:pt x="281" y="2538"/>
                      <a:pt x="281" y="3380"/>
                    </a:cubicBezTo>
                    <a:cubicBezTo>
                      <a:pt x="281" y="4221"/>
                      <a:pt x="615" y="5028"/>
                      <a:pt x="1210" y="5623"/>
                    </a:cubicBezTo>
                    <a:cubicBezTo>
                      <a:pt x="1804" y="6218"/>
                      <a:pt x="2611" y="6552"/>
                      <a:pt x="3452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04" name="Freeform: Shape 3003">
                <a:extLst>
                  <a:ext uri="{FF2B5EF4-FFF2-40B4-BE49-F238E27FC236}">
                    <a16:creationId xmlns:a16="http://schemas.microsoft.com/office/drawing/2014/main" id="{E8633822-FB24-3EF2-882B-16DF9120F261}"/>
                  </a:ext>
                </a:extLst>
              </p:cNvPr>
              <p:cNvSpPr/>
              <p:nvPr/>
            </p:nvSpPr>
            <p:spPr>
              <a:xfrm>
                <a:off x="4413306" y="6111216"/>
                <a:ext cx="6343" cy="6345"/>
              </a:xfrm>
              <a:custGeom>
                <a:avLst/>
                <a:gdLst>
                  <a:gd name="connsiteX0" fmla="*/ 3452 w 6343"/>
                  <a:gd name="connsiteY0" fmla="*/ 6553 h 6345"/>
                  <a:gd name="connsiteX1" fmla="*/ 5695 w 6343"/>
                  <a:gd name="connsiteY1" fmla="*/ 5624 h 6345"/>
                  <a:gd name="connsiteX2" fmla="*/ 6624 w 6343"/>
                  <a:gd name="connsiteY2" fmla="*/ 3380 h 6345"/>
                  <a:gd name="connsiteX3" fmla="*/ 5695 w 6343"/>
                  <a:gd name="connsiteY3" fmla="*/ 1137 h 6345"/>
                  <a:gd name="connsiteX4" fmla="*/ 3452 w 6343"/>
                  <a:gd name="connsiteY4" fmla="*/ 207 h 6345"/>
                  <a:gd name="connsiteX5" fmla="*/ 1210 w 6343"/>
                  <a:gd name="connsiteY5" fmla="*/ 1137 h 6345"/>
                  <a:gd name="connsiteX6" fmla="*/ 281 w 6343"/>
                  <a:gd name="connsiteY6" fmla="*/ 3380 h 6345"/>
                  <a:gd name="connsiteX7" fmla="*/ 1210 w 6343"/>
                  <a:gd name="connsiteY7" fmla="*/ 5624 h 6345"/>
                  <a:gd name="connsiteX8" fmla="*/ 3452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3"/>
                    </a:moveTo>
                    <a:cubicBezTo>
                      <a:pt x="4293" y="6553"/>
                      <a:pt x="5100" y="6218"/>
                      <a:pt x="5695" y="5624"/>
                    </a:cubicBezTo>
                    <a:cubicBezTo>
                      <a:pt x="6290" y="5029"/>
                      <a:pt x="6624" y="4221"/>
                      <a:pt x="6624" y="3380"/>
                    </a:cubicBezTo>
                    <a:cubicBezTo>
                      <a:pt x="6624" y="2539"/>
                      <a:pt x="6290" y="1732"/>
                      <a:pt x="5695" y="1137"/>
                    </a:cubicBezTo>
                    <a:cubicBezTo>
                      <a:pt x="5100" y="542"/>
                      <a:pt x="4293" y="207"/>
                      <a:pt x="3452" y="207"/>
                    </a:cubicBezTo>
                    <a:cubicBezTo>
                      <a:pt x="2611" y="207"/>
                      <a:pt x="1804" y="542"/>
                      <a:pt x="1210" y="1137"/>
                    </a:cubicBezTo>
                    <a:cubicBezTo>
                      <a:pt x="615" y="1732"/>
                      <a:pt x="281" y="2539"/>
                      <a:pt x="281" y="3380"/>
                    </a:cubicBezTo>
                    <a:cubicBezTo>
                      <a:pt x="281" y="4221"/>
                      <a:pt x="615" y="5029"/>
                      <a:pt x="1210" y="5624"/>
                    </a:cubicBezTo>
                    <a:cubicBezTo>
                      <a:pt x="1804" y="6218"/>
                      <a:pt x="2611" y="6553"/>
                      <a:pt x="3452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05" name="Freeform: Shape 3004">
                <a:extLst>
                  <a:ext uri="{FF2B5EF4-FFF2-40B4-BE49-F238E27FC236}">
                    <a16:creationId xmlns:a16="http://schemas.microsoft.com/office/drawing/2014/main" id="{8E351358-D32C-3AF0-9624-FEED5DA45A9B}"/>
                  </a:ext>
                </a:extLst>
              </p:cNvPr>
              <p:cNvSpPr/>
              <p:nvPr/>
            </p:nvSpPr>
            <p:spPr>
              <a:xfrm>
                <a:off x="4414491" y="6116990"/>
                <a:ext cx="6343" cy="6345"/>
              </a:xfrm>
              <a:custGeom>
                <a:avLst/>
                <a:gdLst>
                  <a:gd name="connsiteX0" fmla="*/ 3452 w 6343"/>
                  <a:gd name="connsiteY0" fmla="*/ 6553 h 6345"/>
                  <a:gd name="connsiteX1" fmla="*/ 5695 w 6343"/>
                  <a:gd name="connsiteY1" fmla="*/ 5624 h 6345"/>
                  <a:gd name="connsiteX2" fmla="*/ 6624 w 6343"/>
                  <a:gd name="connsiteY2" fmla="*/ 3381 h 6345"/>
                  <a:gd name="connsiteX3" fmla="*/ 5695 w 6343"/>
                  <a:gd name="connsiteY3" fmla="*/ 1137 h 6345"/>
                  <a:gd name="connsiteX4" fmla="*/ 3452 w 6343"/>
                  <a:gd name="connsiteY4" fmla="*/ 208 h 6345"/>
                  <a:gd name="connsiteX5" fmla="*/ 1210 w 6343"/>
                  <a:gd name="connsiteY5" fmla="*/ 1137 h 6345"/>
                  <a:gd name="connsiteX6" fmla="*/ 281 w 6343"/>
                  <a:gd name="connsiteY6" fmla="*/ 3381 h 6345"/>
                  <a:gd name="connsiteX7" fmla="*/ 1210 w 6343"/>
                  <a:gd name="connsiteY7" fmla="*/ 5624 h 6345"/>
                  <a:gd name="connsiteX8" fmla="*/ 3452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3"/>
                    </a:moveTo>
                    <a:cubicBezTo>
                      <a:pt x="4293" y="6553"/>
                      <a:pt x="5100" y="6219"/>
                      <a:pt x="5695" y="5624"/>
                    </a:cubicBezTo>
                    <a:cubicBezTo>
                      <a:pt x="6290" y="5029"/>
                      <a:pt x="6624" y="4222"/>
                      <a:pt x="6624" y="3381"/>
                    </a:cubicBezTo>
                    <a:cubicBezTo>
                      <a:pt x="6624" y="2539"/>
                      <a:pt x="6290" y="1732"/>
                      <a:pt x="5695" y="1137"/>
                    </a:cubicBezTo>
                    <a:cubicBezTo>
                      <a:pt x="5100" y="542"/>
                      <a:pt x="4293" y="208"/>
                      <a:pt x="3452" y="208"/>
                    </a:cubicBezTo>
                    <a:cubicBezTo>
                      <a:pt x="2611" y="208"/>
                      <a:pt x="1804" y="542"/>
                      <a:pt x="1210" y="1137"/>
                    </a:cubicBezTo>
                    <a:cubicBezTo>
                      <a:pt x="615" y="1732"/>
                      <a:pt x="281" y="2539"/>
                      <a:pt x="281" y="3381"/>
                    </a:cubicBezTo>
                    <a:cubicBezTo>
                      <a:pt x="281" y="4222"/>
                      <a:pt x="615" y="5029"/>
                      <a:pt x="1210" y="5624"/>
                    </a:cubicBezTo>
                    <a:cubicBezTo>
                      <a:pt x="1804" y="6219"/>
                      <a:pt x="2611" y="6553"/>
                      <a:pt x="3452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06" name="Freeform: Shape 3005">
                <a:extLst>
                  <a:ext uri="{FF2B5EF4-FFF2-40B4-BE49-F238E27FC236}">
                    <a16:creationId xmlns:a16="http://schemas.microsoft.com/office/drawing/2014/main" id="{759C3AD1-51AF-A697-E9A5-FF637D4171DC}"/>
                  </a:ext>
                </a:extLst>
              </p:cNvPr>
              <p:cNvSpPr/>
              <p:nvPr/>
            </p:nvSpPr>
            <p:spPr>
              <a:xfrm>
                <a:off x="4225548" y="5987117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7 w 6343"/>
                  <a:gd name="connsiteY4" fmla="*/ 198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9" y="6543"/>
                      <a:pt x="5085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5" y="532"/>
                      <a:pt x="4279" y="198"/>
                      <a:pt x="3437" y="198"/>
                    </a:cubicBezTo>
                    <a:cubicBezTo>
                      <a:pt x="2596" y="198"/>
                      <a:pt x="1790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90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07" name="Freeform: Shape 3006">
                <a:extLst>
                  <a:ext uri="{FF2B5EF4-FFF2-40B4-BE49-F238E27FC236}">
                    <a16:creationId xmlns:a16="http://schemas.microsoft.com/office/drawing/2014/main" id="{790B7B20-3538-C924-0117-E7DF415DD4E0}"/>
                  </a:ext>
                </a:extLst>
              </p:cNvPr>
              <p:cNvSpPr/>
              <p:nvPr/>
            </p:nvSpPr>
            <p:spPr>
              <a:xfrm>
                <a:off x="4223805" y="5989136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7 w 6343"/>
                  <a:gd name="connsiteY4" fmla="*/ 198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8" y="6543"/>
                      <a:pt x="5085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5" y="532"/>
                      <a:pt x="4278" y="198"/>
                      <a:pt x="3437" y="198"/>
                    </a:cubicBezTo>
                    <a:cubicBezTo>
                      <a:pt x="2596" y="198"/>
                      <a:pt x="1789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89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08" name="Freeform: Shape 3007">
                <a:extLst>
                  <a:ext uri="{FF2B5EF4-FFF2-40B4-BE49-F238E27FC236}">
                    <a16:creationId xmlns:a16="http://schemas.microsoft.com/office/drawing/2014/main" id="{49C467D4-7ABE-D82D-AF95-8A2696032D3B}"/>
                  </a:ext>
                </a:extLst>
              </p:cNvPr>
              <p:cNvSpPr/>
              <p:nvPr/>
            </p:nvSpPr>
            <p:spPr>
              <a:xfrm>
                <a:off x="4414864" y="6132375"/>
                <a:ext cx="6343" cy="6345"/>
              </a:xfrm>
              <a:custGeom>
                <a:avLst/>
                <a:gdLst>
                  <a:gd name="connsiteX0" fmla="*/ 3452 w 6343"/>
                  <a:gd name="connsiteY0" fmla="*/ 6554 h 6345"/>
                  <a:gd name="connsiteX1" fmla="*/ 5695 w 6343"/>
                  <a:gd name="connsiteY1" fmla="*/ 5625 h 6345"/>
                  <a:gd name="connsiteX2" fmla="*/ 6624 w 6343"/>
                  <a:gd name="connsiteY2" fmla="*/ 3382 h 6345"/>
                  <a:gd name="connsiteX3" fmla="*/ 5695 w 6343"/>
                  <a:gd name="connsiteY3" fmla="*/ 1138 h 6345"/>
                  <a:gd name="connsiteX4" fmla="*/ 3452 w 6343"/>
                  <a:gd name="connsiteY4" fmla="*/ 209 h 6345"/>
                  <a:gd name="connsiteX5" fmla="*/ 1210 w 6343"/>
                  <a:gd name="connsiteY5" fmla="*/ 1138 h 6345"/>
                  <a:gd name="connsiteX6" fmla="*/ 281 w 6343"/>
                  <a:gd name="connsiteY6" fmla="*/ 3382 h 6345"/>
                  <a:gd name="connsiteX7" fmla="*/ 1210 w 6343"/>
                  <a:gd name="connsiteY7" fmla="*/ 5625 h 6345"/>
                  <a:gd name="connsiteX8" fmla="*/ 3452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4"/>
                    </a:moveTo>
                    <a:cubicBezTo>
                      <a:pt x="4293" y="6554"/>
                      <a:pt x="5100" y="6220"/>
                      <a:pt x="5695" y="5625"/>
                    </a:cubicBezTo>
                    <a:cubicBezTo>
                      <a:pt x="6290" y="5030"/>
                      <a:pt x="6624" y="4223"/>
                      <a:pt x="6624" y="3382"/>
                    </a:cubicBezTo>
                    <a:cubicBezTo>
                      <a:pt x="6624" y="2540"/>
                      <a:pt x="6290" y="1733"/>
                      <a:pt x="5695" y="1138"/>
                    </a:cubicBezTo>
                    <a:cubicBezTo>
                      <a:pt x="5100" y="543"/>
                      <a:pt x="4293" y="209"/>
                      <a:pt x="3452" y="209"/>
                    </a:cubicBezTo>
                    <a:cubicBezTo>
                      <a:pt x="2611" y="209"/>
                      <a:pt x="1805" y="543"/>
                      <a:pt x="1210" y="1138"/>
                    </a:cubicBezTo>
                    <a:cubicBezTo>
                      <a:pt x="615" y="1733"/>
                      <a:pt x="281" y="2540"/>
                      <a:pt x="281" y="3382"/>
                    </a:cubicBezTo>
                    <a:cubicBezTo>
                      <a:pt x="281" y="4223"/>
                      <a:pt x="615" y="5030"/>
                      <a:pt x="1210" y="5625"/>
                    </a:cubicBezTo>
                    <a:cubicBezTo>
                      <a:pt x="1805" y="6220"/>
                      <a:pt x="2611" y="6554"/>
                      <a:pt x="3452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09" name="Freeform: Shape 3008">
                <a:extLst>
                  <a:ext uri="{FF2B5EF4-FFF2-40B4-BE49-F238E27FC236}">
                    <a16:creationId xmlns:a16="http://schemas.microsoft.com/office/drawing/2014/main" id="{639C9AF8-3D8D-4817-F44B-3E1D5E4A9A38}"/>
                  </a:ext>
                </a:extLst>
              </p:cNvPr>
              <p:cNvSpPr/>
              <p:nvPr/>
            </p:nvSpPr>
            <p:spPr>
              <a:xfrm>
                <a:off x="4413414" y="6136430"/>
                <a:ext cx="6343" cy="6345"/>
              </a:xfrm>
              <a:custGeom>
                <a:avLst/>
                <a:gdLst>
                  <a:gd name="connsiteX0" fmla="*/ 3452 w 6343"/>
                  <a:gd name="connsiteY0" fmla="*/ 6555 h 6345"/>
                  <a:gd name="connsiteX1" fmla="*/ 5695 w 6343"/>
                  <a:gd name="connsiteY1" fmla="*/ 5626 h 6345"/>
                  <a:gd name="connsiteX2" fmla="*/ 6624 w 6343"/>
                  <a:gd name="connsiteY2" fmla="*/ 3382 h 6345"/>
                  <a:gd name="connsiteX3" fmla="*/ 5695 w 6343"/>
                  <a:gd name="connsiteY3" fmla="*/ 1139 h 6345"/>
                  <a:gd name="connsiteX4" fmla="*/ 3452 w 6343"/>
                  <a:gd name="connsiteY4" fmla="*/ 209 h 6345"/>
                  <a:gd name="connsiteX5" fmla="*/ 1210 w 6343"/>
                  <a:gd name="connsiteY5" fmla="*/ 1139 h 6345"/>
                  <a:gd name="connsiteX6" fmla="*/ 281 w 6343"/>
                  <a:gd name="connsiteY6" fmla="*/ 3382 h 6345"/>
                  <a:gd name="connsiteX7" fmla="*/ 1210 w 6343"/>
                  <a:gd name="connsiteY7" fmla="*/ 5626 h 6345"/>
                  <a:gd name="connsiteX8" fmla="*/ 3452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5"/>
                    </a:moveTo>
                    <a:cubicBezTo>
                      <a:pt x="4293" y="6555"/>
                      <a:pt x="5100" y="6220"/>
                      <a:pt x="5695" y="5626"/>
                    </a:cubicBezTo>
                    <a:cubicBezTo>
                      <a:pt x="6290" y="5031"/>
                      <a:pt x="6624" y="4223"/>
                      <a:pt x="6624" y="3382"/>
                    </a:cubicBezTo>
                    <a:cubicBezTo>
                      <a:pt x="6624" y="2541"/>
                      <a:pt x="6290" y="1734"/>
                      <a:pt x="5695" y="1139"/>
                    </a:cubicBezTo>
                    <a:cubicBezTo>
                      <a:pt x="5100" y="544"/>
                      <a:pt x="4293" y="209"/>
                      <a:pt x="3452" y="209"/>
                    </a:cubicBezTo>
                    <a:cubicBezTo>
                      <a:pt x="2611" y="209"/>
                      <a:pt x="1804" y="544"/>
                      <a:pt x="1210" y="1139"/>
                    </a:cubicBezTo>
                    <a:cubicBezTo>
                      <a:pt x="615" y="1734"/>
                      <a:pt x="281" y="2541"/>
                      <a:pt x="281" y="3382"/>
                    </a:cubicBezTo>
                    <a:cubicBezTo>
                      <a:pt x="281" y="4223"/>
                      <a:pt x="615" y="5031"/>
                      <a:pt x="1210" y="5626"/>
                    </a:cubicBezTo>
                    <a:cubicBezTo>
                      <a:pt x="1804" y="6220"/>
                      <a:pt x="2611" y="6555"/>
                      <a:pt x="3452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10" name="Freeform: Shape 3009">
                <a:extLst>
                  <a:ext uri="{FF2B5EF4-FFF2-40B4-BE49-F238E27FC236}">
                    <a16:creationId xmlns:a16="http://schemas.microsoft.com/office/drawing/2014/main" id="{9A971D17-F420-C028-FDE2-A1F6F3C8B2B0}"/>
                  </a:ext>
                </a:extLst>
              </p:cNvPr>
              <p:cNvSpPr/>
              <p:nvPr/>
            </p:nvSpPr>
            <p:spPr>
              <a:xfrm>
                <a:off x="4412618" y="6140997"/>
                <a:ext cx="6343" cy="6345"/>
              </a:xfrm>
              <a:custGeom>
                <a:avLst/>
                <a:gdLst>
                  <a:gd name="connsiteX0" fmla="*/ 3452 w 6343"/>
                  <a:gd name="connsiteY0" fmla="*/ 6555 h 6345"/>
                  <a:gd name="connsiteX1" fmla="*/ 5695 w 6343"/>
                  <a:gd name="connsiteY1" fmla="*/ 5626 h 6345"/>
                  <a:gd name="connsiteX2" fmla="*/ 6624 w 6343"/>
                  <a:gd name="connsiteY2" fmla="*/ 3382 h 6345"/>
                  <a:gd name="connsiteX3" fmla="*/ 5695 w 6343"/>
                  <a:gd name="connsiteY3" fmla="*/ 1139 h 6345"/>
                  <a:gd name="connsiteX4" fmla="*/ 3452 w 6343"/>
                  <a:gd name="connsiteY4" fmla="*/ 210 h 6345"/>
                  <a:gd name="connsiteX5" fmla="*/ 1210 w 6343"/>
                  <a:gd name="connsiteY5" fmla="*/ 1139 h 6345"/>
                  <a:gd name="connsiteX6" fmla="*/ 281 w 6343"/>
                  <a:gd name="connsiteY6" fmla="*/ 3382 h 6345"/>
                  <a:gd name="connsiteX7" fmla="*/ 1210 w 6343"/>
                  <a:gd name="connsiteY7" fmla="*/ 5626 h 6345"/>
                  <a:gd name="connsiteX8" fmla="*/ 3452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5"/>
                    </a:moveTo>
                    <a:cubicBezTo>
                      <a:pt x="4293" y="6555"/>
                      <a:pt x="5100" y="6221"/>
                      <a:pt x="5695" y="5626"/>
                    </a:cubicBezTo>
                    <a:cubicBezTo>
                      <a:pt x="6290" y="5031"/>
                      <a:pt x="6624" y="4224"/>
                      <a:pt x="6624" y="3382"/>
                    </a:cubicBezTo>
                    <a:cubicBezTo>
                      <a:pt x="6624" y="2541"/>
                      <a:pt x="6290" y="1734"/>
                      <a:pt x="5695" y="1139"/>
                    </a:cubicBezTo>
                    <a:cubicBezTo>
                      <a:pt x="5100" y="544"/>
                      <a:pt x="4293" y="210"/>
                      <a:pt x="3452" y="210"/>
                    </a:cubicBezTo>
                    <a:cubicBezTo>
                      <a:pt x="2611" y="210"/>
                      <a:pt x="1804" y="544"/>
                      <a:pt x="1210" y="1139"/>
                    </a:cubicBezTo>
                    <a:cubicBezTo>
                      <a:pt x="615" y="1734"/>
                      <a:pt x="281" y="2541"/>
                      <a:pt x="281" y="3382"/>
                    </a:cubicBezTo>
                    <a:cubicBezTo>
                      <a:pt x="281" y="4224"/>
                      <a:pt x="615" y="5031"/>
                      <a:pt x="1210" y="5626"/>
                    </a:cubicBezTo>
                    <a:cubicBezTo>
                      <a:pt x="1804" y="6221"/>
                      <a:pt x="2611" y="6555"/>
                      <a:pt x="3452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11" name="Freeform: Shape 3010">
                <a:extLst>
                  <a:ext uri="{FF2B5EF4-FFF2-40B4-BE49-F238E27FC236}">
                    <a16:creationId xmlns:a16="http://schemas.microsoft.com/office/drawing/2014/main" id="{D0098E33-64A7-0E15-CA31-4E518C700335}"/>
                  </a:ext>
                </a:extLst>
              </p:cNvPr>
              <p:cNvSpPr/>
              <p:nvPr/>
            </p:nvSpPr>
            <p:spPr>
              <a:xfrm>
                <a:off x="4412354" y="6146000"/>
                <a:ext cx="6343" cy="6345"/>
              </a:xfrm>
              <a:custGeom>
                <a:avLst/>
                <a:gdLst>
                  <a:gd name="connsiteX0" fmla="*/ 3452 w 6343"/>
                  <a:gd name="connsiteY0" fmla="*/ 6556 h 6345"/>
                  <a:gd name="connsiteX1" fmla="*/ 5695 w 6343"/>
                  <a:gd name="connsiteY1" fmla="*/ 5626 h 6345"/>
                  <a:gd name="connsiteX2" fmla="*/ 6624 w 6343"/>
                  <a:gd name="connsiteY2" fmla="*/ 3383 h 6345"/>
                  <a:gd name="connsiteX3" fmla="*/ 5695 w 6343"/>
                  <a:gd name="connsiteY3" fmla="*/ 1139 h 6345"/>
                  <a:gd name="connsiteX4" fmla="*/ 3452 w 6343"/>
                  <a:gd name="connsiteY4" fmla="*/ 210 h 6345"/>
                  <a:gd name="connsiteX5" fmla="*/ 1210 w 6343"/>
                  <a:gd name="connsiteY5" fmla="*/ 1139 h 6345"/>
                  <a:gd name="connsiteX6" fmla="*/ 281 w 6343"/>
                  <a:gd name="connsiteY6" fmla="*/ 3383 h 6345"/>
                  <a:gd name="connsiteX7" fmla="*/ 1210 w 6343"/>
                  <a:gd name="connsiteY7" fmla="*/ 5626 h 6345"/>
                  <a:gd name="connsiteX8" fmla="*/ 3452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6"/>
                    </a:moveTo>
                    <a:cubicBezTo>
                      <a:pt x="4293" y="6556"/>
                      <a:pt x="5100" y="6221"/>
                      <a:pt x="5695" y="5626"/>
                    </a:cubicBezTo>
                    <a:cubicBezTo>
                      <a:pt x="6290" y="5031"/>
                      <a:pt x="6624" y="4224"/>
                      <a:pt x="6624" y="3383"/>
                    </a:cubicBezTo>
                    <a:cubicBezTo>
                      <a:pt x="6624" y="2541"/>
                      <a:pt x="6290" y="1734"/>
                      <a:pt x="5695" y="1139"/>
                    </a:cubicBezTo>
                    <a:cubicBezTo>
                      <a:pt x="5100" y="544"/>
                      <a:pt x="4293" y="210"/>
                      <a:pt x="3452" y="210"/>
                    </a:cubicBezTo>
                    <a:cubicBezTo>
                      <a:pt x="2611" y="210"/>
                      <a:pt x="1804" y="544"/>
                      <a:pt x="1210" y="1139"/>
                    </a:cubicBezTo>
                    <a:cubicBezTo>
                      <a:pt x="615" y="1734"/>
                      <a:pt x="281" y="2541"/>
                      <a:pt x="281" y="3383"/>
                    </a:cubicBezTo>
                    <a:cubicBezTo>
                      <a:pt x="281" y="4224"/>
                      <a:pt x="615" y="5031"/>
                      <a:pt x="1210" y="5626"/>
                    </a:cubicBezTo>
                    <a:cubicBezTo>
                      <a:pt x="1804" y="6221"/>
                      <a:pt x="2611" y="6556"/>
                      <a:pt x="3452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12" name="Freeform: Shape 3011">
                <a:extLst>
                  <a:ext uri="{FF2B5EF4-FFF2-40B4-BE49-F238E27FC236}">
                    <a16:creationId xmlns:a16="http://schemas.microsoft.com/office/drawing/2014/main" id="{1BEA2B53-2A5D-BED4-5B9F-59A4DA914C2D}"/>
                  </a:ext>
                </a:extLst>
              </p:cNvPr>
              <p:cNvSpPr/>
              <p:nvPr/>
            </p:nvSpPr>
            <p:spPr>
              <a:xfrm>
                <a:off x="4412124" y="6151074"/>
                <a:ext cx="6343" cy="6345"/>
              </a:xfrm>
              <a:custGeom>
                <a:avLst/>
                <a:gdLst>
                  <a:gd name="connsiteX0" fmla="*/ 3452 w 6343"/>
                  <a:gd name="connsiteY0" fmla="*/ 6556 h 6345"/>
                  <a:gd name="connsiteX1" fmla="*/ 5695 w 6343"/>
                  <a:gd name="connsiteY1" fmla="*/ 5627 h 6345"/>
                  <a:gd name="connsiteX2" fmla="*/ 6624 w 6343"/>
                  <a:gd name="connsiteY2" fmla="*/ 3383 h 6345"/>
                  <a:gd name="connsiteX3" fmla="*/ 5695 w 6343"/>
                  <a:gd name="connsiteY3" fmla="*/ 1140 h 6345"/>
                  <a:gd name="connsiteX4" fmla="*/ 3452 w 6343"/>
                  <a:gd name="connsiteY4" fmla="*/ 211 h 6345"/>
                  <a:gd name="connsiteX5" fmla="*/ 1210 w 6343"/>
                  <a:gd name="connsiteY5" fmla="*/ 1140 h 6345"/>
                  <a:gd name="connsiteX6" fmla="*/ 281 w 6343"/>
                  <a:gd name="connsiteY6" fmla="*/ 3383 h 6345"/>
                  <a:gd name="connsiteX7" fmla="*/ 1210 w 6343"/>
                  <a:gd name="connsiteY7" fmla="*/ 5627 h 6345"/>
                  <a:gd name="connsiteX8" fmla="*/ 3452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6"/>
                    </a:moveTo>
                    <a:cubicBezTo>
                      <a:pt x="4293" y="6556"/>
                      <a:pt x="5100" y="6222"/>
                      <a:pt x="5695" y="5627"/>
                    </a:cubicBezTo>
                    <a:cubicBezTo>
                      <a:pt x="6290" y="5032"/>
                      <a:pt x="6624" y="4225"/>
                      <a:pt x="6624" y="3383"/>
                    </a:cubicBezTo>
                    <a:cubicBezTo>
                      <a:pt x="6624" y="2542"/>
                      <a:pt x="6290" y="1735"/>
                      <a:pt x="5695" y="1140"/>
                    </a:cubicBezTo>
                    <a:cubicBezTo>
                      <a:pt x="5100" y="545"/>
                      <a:pt x="4293" y="211"/>
                      <a:pt x="3452" y="211"/>
                    </a:cubicBezTo>
                    <a:cubicBezTo>
                      <a:pt x="2611" y="211"/>
                      <a:pt x="1804" y="545"/>
                      <a:pt x="1210" y="1140"/>
                    </a:cubicBezTo>
                    <a:cubicBezTo>
                      <a:pt x="615" y="1735"/>
                      <a:pt x="281" y="2542"/>
                      <a:pt x="281" y="3383"/>
                    </a:cubicBezTo>
                    <a:cubicBezTo>
                      <a:pt x="281" y="4225"/>
                      <a:pt x="615" y="5032"/>
                      <a:pt x="1210" y="5627"/>
                    </a:cubicBezTo>
                    <a:cubicBezTo>
                      <a:pt x="1804" y="6222"/>
                      <a:pt x="2611" y="6556"/>
                      <a:pt x="3452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13" name="Freeform: Shape 3012">
                <a:extLst>
                  <a:ext uri="{FF2B5EF4-FFF2-40B4-BE49-F238E27FC236}">
                    <a16:creationId xmlns:a16="http://schemas.microsoft.com/office/drawing/2014/main" id="{237DC5ED-1457-16AB-1B97-BB180CAA2FD0}"/>
                  </a:ext>
                </a:extLst>
              </p:cNvPr>
              <p:cNvSpPr/>
              <p:nvPr/>
            </p:nvSpPr>
            <p:spPr>
              <a:xfrm>
                <a:off x="4411778" y="6156102"/>
                <a:ext cx="6343" cy="6345"/>
              </a:xfrm>
              <a:custGeom>
                <a:avLst/>
                <a:gdLst>
                  <a:gd name="connsiteX0" fmla="*/ 3452 w 6343"/>
                  <a:gd name="connsiteY0" fmla="*/ 6556 h 6345"/>
                  <a:gd name="connsiteX1" fmla="*/ 5695 w 6343"/>
                  <a:gd name="connsiteY1" fmla="*/ 5627 h 6345"/>
                  <a:gd name="connsiteX2" fmla="*/ 6624 w 6343"/>
                  <a:gd name="connsiteY2" fmla="*/ 3384 h 6345"/>
                  <a:gd name="connsiteX3" fmla="*/ 5695 w 6343"/>
                  <a:gd name="connsiteY3" fmla="*/ 1140 h 6345"/>
                  <a:gd name="connsiteX4" fmla="*/ 3452 w 6343"/>
                  <a:gd name="connsiteY4" fmla="*/ 211 h 6345"/>
                  <a:gd name="connsiteX5" fmla="*/ 1210 w 6343"/>
                  <a:gd name="connsiteY5" fmla="*/ 1140 h 6345"/>
                  <a:gd name="connsiteX6" fmla="*/ 281 w 6343"/>
                  <a:gd name="connsiteY6" fmla="*/ 3384 h 6345"/>
                  <a:gd name="connsiteX7" fmla="*/ 1210 w 6343"/>
                  <a:gd name="connsiteY7" fmla="*/ 5627 h 6345"/>
                  <a:gd name="connsiteX8" fmla="*/ 3452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6"/>
                    </a:moveTo>
                    <a:cubicBezTo>
                      <a:pt x="4293" y="6556"/>
                      <a:pt x="5100" y="6222"/>
                      <a:pt x="5695" y="5627"/>
                    </a:cubicBezTo>
                    <a:cubicBezTo>
                      <a:pt x="6290" y="5032"/>
                      <a:pt x="6624" y="4225"/>
                      <a:pt x="6624" y="3384"/>
                    </a:cubicBezTo>
                    <a:cubicBezTo>
                      <a:pt x="6624" y="2542"/>
                      <a:pt x="6290" y="1735"/>
                      <a:pt x="5695" y="1140"/>
                    </a:cubicBezTo>
                    <a:cubicBezTo>
                      <a:pt x="5100" y="545"/>
                      <a:pt x="4293" y="211"/>
                      <a:pt x="3452" y="211"/>
                    </a:cubicBezTo>
                    <a:cubicBezTo>
                      <a:pt x="2611" y="211"/>
                      <a:pt x="1804" y="545"/>
                      <a:pt x="1210" y="1140"/>
                    </a:cubicBezTo>
                    <a:cubicBezTo>
                      <a:pt x="615" y="1735"/>
                      <a:pt x="281" y="2542"/>
                      <a:pt x="281" y="3384"/>
                    </a:cubicBezTo>
                    <a:cubicBezTo>
                      <a:pt x="281" y="4225"/>
                      <a:pt x="615" y="5032"/>
                      <a:pt x="1210" y="5627"/>
                    </a:cubicBezTo>
                    <a:cubicBezTo>
                      <a:pt x="1804" y="6222"/>
                      <a:pt x="2611" y="6556"/>
                      <a:pt x="3452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14" name="Freeform: Shape 3013">
                <a:extLst>
                  <a:ext uri="{FF2B5EF4-FFF2-40B4-BE49-F238E27FC236}">
                    <a16:creationId xmlns:a16="http://schemas.microsoft.com/office/drawing/2014/main" id="{ED09A5DF-3CC2-DF3D-86B8-82402E7E5D1F}"/>
                  </a:ext>
                </a:extLst>
              </p:cNvPr>
              <p:cNvSpPr/>
              <p:nvPr/>
            </p:nvSpPr>
            <p:spPr>
              <a:xfrm>
                <a:off x="4411091" y="6160905"/>
                <a:ext cx="6343" cy="6345"/>
              </a:xfrm>
              <a:custGeom>
                <a:avLst/>
                <a:gdLst>
                  <a:gd name="connsiteX0" fmla="*/ 3452 w 6343"/>
                  <a:gd name="connsiteY0" fmla="*/ 6557 h 6345"/>
                  <a:gd name="connsiteX1" fmla="*/ 5695 w 6343"/>
                  <a:gd name="connsiteY1" fmla="*/ 5627 h 6345"/>
                  <a:gd name="connsiteX2" fmla="*/ 6624 w 6343"/>
                  <a:gd name="connsiteY2" fmla="*/ 3384 h 6345"/>
                  <a:gd name="connsiteX3" fmla="*/ 5695 w 6343"/>
                  <a:gd name="connsiteY3" fmla="*/ 1141 h 6345"/>
                  <a:gd name="connsiteX4" fmla="*/ 3452 w 6343"/>
                  <a:gd name="connsiteY4" fmla="*/ 211 h 6345"/>
                  <a:gd name="connsiteX5" fmla="*/ 1209 w 6343"/>
                  <a:gd name="connsiteY5" fmla="*/ 1141 h 6345"/>
                  <a:gd name="connsiteX6" fmla="*/ 281 w 6343"/>
                  <a:gd name="connsiteY6" fmla="*/ 3384 h 6345"/>
                  <a:gd name="connsiteX7" fmla="*/ 1209 w 6343"/>
                  <a:gd name="connsiteY7" fmla="*/ 5627 h 6345"/>
                  <a:gd name="connsiteX8" fmla="*/ 3452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7"/>
                    </a:moveTo>
                    <a:cubicBezTo>
                      <a:pt x="4293" y="6557"/>
                      <a:pt x="5100" y="6222"/>
                      <a:pt x="5695" y="5627"/>
                    </a:cubicBezTo>
                    <a:cubicBezTo>
                      <a:pt x="6289" y="5032"/>
                      <a:pt x="6624" y="4225"/>
                      <a:pt x="6624" y="3384"/>
                    </a:cubicBezTo>
                    <a:cubicBezTo>
                      <a:pt x="6624" y="2543"/>
                      <a:pt x="6289" y="1736"/>
                      <a:pt x="5695" y="1141"/>
                    </a:cubicBezTo>
                    <a:cubicBezTo>
                      <a:pt x="5100" y="546"/>
                      <a:pt x="4293" y="211"/>
                      <a:pt x="3452" y="211"/>
                    </a:cubicBezTo>
                    <a:cubicBezTo>
                      <a:pt x="2611" y="211"/>
                      <a:pt x="1804" y="546"/>
                      <a:pt x="1209" y="1141"/>
                    </a:cubicBezTo>
                    <a:cubicBezTo>
                      <a:pt x="615" y="1736"/>
                      <a:pt x="281" y="2543"/>
                      <a:pt x="281" y="3384"/>
                    </a:cubicBezTo>
                    <a:cubicBezTo>
                      <a:pt x="281" y="4225"/>
                      <a:pt x="615" y="5032"/>
                      <a:pt x="1209" y="5627"/>
                    </a:cubicBezTo>
                    <a:cubicBezTo>
                      <a:pt x="1804" y="6222"/>
                      <a:pt x="2611" y="6557"/>
                      <a:pt x="3452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15" name="Freeform: Shape 3014">
                <a:extLst>
                  <a:ext uri="{FF2B5EF4-FFF2-40B4-BE49-F238E27FC236}">
                    <a16:creationId xmlns:a16="http://schemas.microsoft.com/office/drawing/2014/main" id="{FDA7F829-B69B-86C4-20F7-7F4C0FD59587}"/>
                  </a:ext>
                </a:extLst>
              </p:cNvPr>
              <p:cNvSpPr/>
              <p:nvPr/>
            </p:nvSpPr>
            <p:spPr>
              <a:xfrm>
                <a:off x="4410774" y="6166043"/>
                <a:ext cx="6343" cy="6345"/>
              </a:xfrm>
              <a:custGeom>
                <a:avLst/>
                <a:gdLst>
                  <a:gd name="connsiteX0" fmla="*/ 3452 w 6343"/>
                  <a:gd name="connsiteY0" fmla="*/ 6557 h 6345"/>
                  <a:gd name="connsiteX1" fmla="*/ 5695 w 6343"/>
                  <a:gd name="connsiteY1" fmla="*/ 5628 h 6345"/>
                  <a:gd name="connsiteX2" fmla="*/ 6624 w 6343"/>
                  <a:gd name="connsiteY2" fmla="*/ 3384 h 6345"/>
                  <a:gd name="connsiteX3" fmla="*/ 5695 w 6343"/>
                  <a:gd name="connsiteY3" fmla="*/ 1141 h 6345"/>
                  <a:gd name="connsiteX4" fmla="*/ 3452 w 6343"/>
                  <a:gd name="connsiteY4" fmla="*/ 212 h 6345"/>
                  <a:gd name="connsiteX5" fmla="*/ 1209 w 6343"/>
                  <a:gd name="connsiteY5" fmla="*/ 1141 h 6345"/>
                  <a:gd name="connsiteX6" fmla="*/ 281 w 6343"/>
                  <a:gd name="connsiteY6" fmla="*/ 3384 h 6345"/>
                  <a:gd name="connsiteX7" fmla="*/ 1209 w 6343"/>
                  <a:gd name="connsiteY7" fmla="*/ 5628 h 6345"/>
                  <a:gd name="connsiteX8" fmla="*/ 3452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7"/>
                    </a:moveTo>
                    <a:cubicBezTo>
                      <a:pt x="4293" y="6557"/>
                      <a:pt x="5100" y="6223"/>
                      <a:pt x="5695" y="5628"/>
                    </a:cubicBezTo>
                    <a:cubicBezTo>
                      <a:pt x="6289" y="5033"/>
                      <a:pt x="6624" y="4226"/>
                      <a:pt x="6624" y="3384"/>
                    </a:cubicBezTo>
                    <a:cubicBezTo>
                      <a:pt x="6624" y="2543"/>
                      <a:pt x="6289" y="1736"/>
                      <a:pt x="5695" y="1141"/>
                    </a:cubicBezTo>
                    <a:cubicBezTo>
                      <a:pt x="5100" y="546"/>
                      <a:pt x="4293" y="212"/>
                      <a:pt x="3452" y="212"/>
                    </a:cubicBezTo>
                    <a:cubicBezTo>
                      <a:pt x="2611" y="212"/>
                      <a:pt x="1804" y="546"/>
                      <a:pt x="1209" y="1141"/>
                    </a:cubicBezTo>
                    <a:cubicBezTo>
                      <a:pt x="615" y="1736"/>
                      <a:pt x="281" y="2543"/>
                      <a:pt x="281" y="3384"/>
                    </a:cubicBezTo>
                    <a:cubicBezTo>
                      <a:pt x="281" y="4226"/>
                      <a:pt x="615" y="5033"/>
                      <a:pt x="1209" y="5628"/>
                    </a:cubicBezTo>
                    <a:cubicBezTo>
                      <a:pt x="1804" y="6223"/>
                      <a:pt x="2611" y="6557"/>
                      <a:pt x="3452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16" name="Freeform: Shape 3015">
                <a:extLst>
                  <a:ext uri="{FF2B5EF4-FFF2-40B4-BE49-F238E27FC236}">
                    <a16:creationId xmlns:a16="http://schemas.microsoft.com/office/drawing/2014/main" id="{DF470017-48DA-A280-340D-7611CE3866EB}"/>
                  </a:ext>
                </a:extLst>
              </p:cNvPr>
              <p:cNvSpPr/>
              <p:nvPr/>
            </p:nvSpPr>
            <p:spPr>
              <a:xfrm>
                <a:off x="4411006" y="6171672"/>
                <a:ext cx="6343" cy="6345"/>
              </a:xfrm>
              <a:custGeom>
                <a:avLst/>
                <a:gdLst>
                  <a:gd name="connsiteX0" fmla="*/ 3452 w 6343"/>
                  <a:gd name="connsiteY0" fmla="*/ 6558 h 6345"/>
                  <a:gd name="connsiteX1" fmla="*/ 5695 w 6343"/>
                  <a:gd name="connsiteY1" fmla="*/ 5628 h 6345"/>
                  <a:gd name="connsiteX2" fmla="*/ 6624 w 6343"/>
                  <a:gd name="connsiteY2" fmla="*/ 3385 h 6345"/>
                  <a:gd name="connsiteX3" fmla="*/ 5695 w 6343"/>
                  <a:gd name="connsiteY3" fmla="*/ 1141 h 6345"/>
                  <a:gd name="connsiteX4" fmla="*/ 3452 w 6343"/>
                  <a:gd name="connsiteY4" fmla="*/ 212 h 6345"/>
                  <a:gd name="connsiteX5" fmla="*/ 1209 w 6343"/>
                  <a:gd name="connsiteY5" fmla="*/ 1141 h 6345"/>
                  <a:gd name="connsiteX6" fmla="*/ 281 w 6343"/>
                  <a:gd name="connsiteY6" fmla="*/ 3385 h 6345"/>
                  <a:gd name="connsiteX7" fmla="*/ 1209 w 6343"/>
                  <a:gd name="connsiteY7" fmla="*/ 5628 h 6345"/>
                  <a:gd name="connsiteX8" fmla="*/ 345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8"/>
                    </a:moveTo>
                    <a:cubicBezTo>
                      <a:pt x="4293" y="6558"/>
                      <a:pt x="5100" y="6223"/>
                      <a:pt x="5695" y="5628"/>
                    </a:cubicBezTo>
                    <a:cubicBezTo>
                      <a:pt x="6289" y="5033"/>
                      <a:pt x="6624" y="4226"/>
                      <a:pt x="6624" y="3385"/>
                    </a:cubicBezTo>
                    <a:cubicBezTo>
                      <a:pt x="6624" y="2543"/>
                      <a:pt x="6289" y="1736"/>
                      <a:pt x="5695" y="1141"/>
                    </a:cubicBezTo>
                    <a:cubicBezTo>
                      <a:pt x="5100" y="546"/>
                      <a:pt x="4293" y="212"/>
                      <a:pt x="3452" y="212"/>
                    </a:cubicBezTo>
                    <a:cubicBezTo>
                      <a:pt x="2611" y="212"/>
                      <a:pt x="1804" y="546"/>
                      <a:pt x="1209" y="1141"/>
                    </a:cubicBezTo>
                    <a:cubicBezTo>
                      <a:pt x="615" y="1736"/>
                      <a:pt x="281" y="2543"/>
                      <a:pt x="281" y="3385"/>
                    </a:cubicBezTo>
                    <a:cubicBezTo>
                      <a:pt x="281" y="4226"/>
                      <a:pt x="615" y="5033"/>
                      <a:pt x="1209" y="5628"/>
                    </a:cubicBezTo>
                    <a:cubicBezTo>
                      <a:pt x="1804" y="6223"/>
                      <a:pt x="2611" y="6558"/>
                      <a:pt x="345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17" name="Freeform: Shape 3016">
                <a:extLst>
                  <a:ext uri="{FF2B5EF4-FFF2-40B4-BE49-F238E27FC236}">
                    <a16:creationId xmlns:a16="http://schemas.microsoft.com/office/drawing/2014/main" id="{4B6570CE-41FF-6458-0B49-FB05A04FB33F}"/>
                  </a:ext>
                </a:extLst>
              </p:cNvPr>
              <p:cNvSpPr/>
              <p:nvPr/>
            </p:nvSpPr>
            <p:spPr>
              <a:xfrm>
                <a:off x="4411115" y="6177259"/>
                <a:ext cx="6343" cy="6345"/>
              </a:xfrm>
              <a:custGeom>
                <a:avLst/>
                <a:gdLst>
                  <a:gd name="connsiteX0" fmla="*/ 3452 w 6343"/>
                  <a:gd name="connsiteY0" fmla="*/ 6558 h 6345"/>
                  <a:gd name="connsiteX1" fmla="*/ 5695 w 6343"/>
                  <a:gd name="connsiteY1" fmla="*/ 5629 h 6345"/>
                  <a:gd name="connsiteX2" fmla="*/ 6624 w 6343"/>
                  <a:gd name="connsiteY2" fmla="*/ 3385 h 6345"/>
                  <a:gd name="connsiteX3" fmla="*/ 5695 w 6343"/>
                  <a:gd name="connsiteY3" fmla="*/ 1142 h 6345"/>
                  <a:gd name="connsiteX4" fmla="*/ 3452 w 6343"/>
                  <a:gd name="connsiteY4" fmla="*/ 213 h 6345"/>
                  <a:gd name="connsiteX5" fmla="*/ 1209 w 6343"/>
                  <a:gd name="connsiteY5" fmla="*/ 1142 h 6345"/>
                  <a:gd name="connsiteX6" fmla="*/ 281 w 6343"/>
                  <a:gd name="connsiteY6" fmla="*/ 3385 h 6345"/>
                  <a:gd name="connsiteX7" fmla="*/ 1209 w 6343"/>
                  <a:gd name="connsiteY7" fmla="*/ 5629 h 6345"/>
                  <a:gd name="connsiteX8" fmla="*/ 345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8"/>
                    </a:moveTo>
                    <a:cubicBezTo>
                      <a:pt x="4293" y="6558"/>
                      <a:pt x="5100" y="6224"/>
                      <a:pt x="5695" y="5629"/>
                    </a:cubicBezTo>
                    <a:cubicBezTo>
                      <a:pt x="6289" y="5034"/>
                      <a:pt x="6624" y="4227"/>
                      <a:pt x="6624" y="3385"/>
                    </a:cubicBezTo>
                    <a:cubicBezTo>
                      <a:pt x="6624" y="2544"/>
                      <a:pt x="6289" y="1737"/>
                      <a:pt x="5695" y="1142"/>
                    </a:cubicBezTo>
                    <a:cubicBezTo>
                      <a:pt x="5100" y="547"/>
                      <a:pt x="4293" y="213"/>
                      <a:pt x="3452" y="213"/>
                    </a:cubicBezTo>
                    <a:cubicBezTo>
                      <a:pt x="2611" y="213"/>
                      <a:pt x="1804" y="547"/>
                      <a:pt x="1209" y="1142"/>
                    </a:cubicBezTo>
                    <a:cubicBezTo>
                      <a:pt x="615" y="1737"/>
                      <a:pt x="281" y="2544"/>
                      <a:pt x="281" y="3385"/>
                    </a:cubicBezTo>
                    <a:cubicBezTo>
                      <a:pt x="281" y="4227"/>
                      <a:pt x="615" y="5034"/>
                      <a:pt x="1209" y="5629"/>
                    </a:cubicBezTo>
                    <a:cubicBezTo>
                      <a:pt x="1804" y="6224"/>
                      <a:pt x="2611" y="6558"/>
                      <a:pt x="345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18" name="Freeform: Shape 3017">
                <a:extLst>
                  <a:ext uri="{FF2B5EF4-FFF2-40B4-BE49-F238E27FC236}">
                    <a16:creationId xmlns:a16="http://schemas.microsoft.com/office/drawing/2014/main" id="{5285FDF2-F647-9BEB-B07D-CCC6DAD9273B}"/>
                  </a:ext>
                </a:extLst>
              </p:cNvPr>
              <p:cNvSpPr/>
              <p:nvPr/>
            </p:nvSpPr>
            <p:spPr>
              <a:xfrm>
                <a:off x="4410371" y="6182195"/>
                <a:ext cx="6343" cy="6345"/>
              </a:xfrm>
              <a:custGeom>
                <a:avLst/>
                <a:gdLst>
                  <a:gd name="connsiteX0" fmla="*/ 3452 w 6343"/>
                  <a:gd name="connsiteY0" fmla="*/ 6558 h 6345"/>
                  <a:gd name="connsiteX1" fmla="*/ 5695 w 6343"/>
                  <a:gd name="connsiteY1" fmla="*/ 5629 h 6345"/>
                  <a:gd name="connsiteX2" fmla="*/ 6624 w 6343"/>
                  <a:gd name="connsiteY2" fmla="*/ 3386 h 6345"/>
                  <a:gd name="connsiteX3" fmla="*/ 5695 w 6343"/>
                  <a:gd name="connsiteY3" fmla="*/ 1142 h 6345"/>
                  <a:gd name="connsiteX4" fmla="*/ 3452 w 6343"/>
                  <a:gd name="connsiteY4" fmla="*/ 213 h 6345"/>
                  <a:gd name="connsiteX5" fmla="*/ 1209 w 6343"/>
                  <a:gd name="connsiteY5" fmla="*/ 1142 h 6345"/>
                  <a:gd name="connsiteX6" fmla="*/ 280 w 6343"/>
                  <a:gd name="connsiteY6" fmla="*/ 3386 h 6345"/>
                  <a:gd name="connsiteX7" fmla="*/ 1209 w 6343"/>
                  <a:gd name="connsiteY7" fmla="*/ 5629 h 6345"/>
                  <a:gd name="connsiteX8" fmla="*/ 345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8"/>
                    </a:moveTo>
                    <a:cubicBezTo>
                      <a:pt x="4293" y="6558"/>
                      <a:pt x="5100" y="6224"/>
                      <a:pt x="5695" y="5629"/>
                    </a:cubicBezTo>
                    <a:cubicBezTo>
                      <a:pt x="6289" y="5034"/>
                      <a:pt x="6624" y="4227"/>
                      <a:pt x="6624" y="3386"/>
                    </a:cubicBezTo>
                    <a:cubicBezTo>
                      <a:pt x="6624" y="2544"/>
                      <a:pt x="6289" y="1737"/>
                      <a:pt x="5695" y="1142"/>
                    </a:cubicBezTo>
                    <a:cubicBezTo>
                      <a:pt x="5100" y="547"/>
                      <a:pt x="4293" y="213"/>
                      <a:pt x="3452" y="213"/>
                    </a:cubicBezTo>
                    <a:cubicBezTo>
                      <a:pt x="2611" y="213"/>
                      <a:pt x="1804" y="547"/>
                      <a:pt x="1209" y="1142"/>
                    </a:cubicBezTo>
                    <a:cubicBezTo>
                      <a:pt x="615" y="1737"/>
                      <a:pt x="280" y="2544"/>
                      <a:pt x="280" y="3386"/>
                    </a:cubicBezTo>
                    <a:cubicBezTo>
                      <a:pt x="280" y="4227"/>
                      <a:pt x="615" y="5034"/>
                      <a:pt x="1209" y="5629"/>
                    </a:cubicBezTo>
                    <a:cubicBezTo>
                      <a:pt x="1804" y="6224"/>
                      <a:pt x="2611" y="6558"/>
                      <a:pt x="345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19" name="Freeform: Shape 3018">
                <a:extLst>
                  <a:ext uri="{FF2B5EF4-FFF2-40B4-BE49-F238E27FC236}">
                    <a16:creationId xmlns:a16="http://schemas.microsoft.com/office/drawing/2014/main" id="{70E5140D-EC30-7A11-6D60-03238913B0B1}"/>
                  </a:ext>
                </a:extLst>
              </p:cNvPr>
              <p:cNvSpPr/>
              <p:nvPr/>
            </p:nvSpPr>
            <p:spPr>
              <a:xfrm>
                <a:off x="4408786" y="6186465"/>
                <a:ext cx="6343" cy="6345"/>
              </a:xfrm>
              <a:custGeom>
                <a:avLst/>
                <a:gdLst>
                  <a:gd name="connsiteX0" fmla="*/ 3452 w 6343"/>
                  <a:gd name="connsiteY0" fmla="*/ 6559 h 6345"/>
                  <a:gd name="connsiteX1" fmla="*/ 5695 w 6343"/>
                  <a:gd name="connsiteY1" fmla="*/ 5629 h 6345"/>
                  <a:gd name="connsiteX2" fmla="*/ 6623 w 6343"/>
                  <a:gd name="connsiteY2" fmla="*/ 3386 h 6345"/>
                  <a:gd name="connsiteX3" fmla="*/ 5695 w 6343"/>
                  <a:gd name="connsiteY3" fmla="*/ 1143 h 6345"/>
                  <a:gd name="connsiteX4" fmla="*/ 3452 w 6343"/>
                  <a:gd name="connsiteY4" fmla="*/ 213 h 6345"/>
                  <a:gd name="connsiteX5" fmla="*/ 1209 w 6343"/>
                  <a:gd name="connsiteY5" fmla="*/ 1143 h 6345"/>
                  <a:gd name="connsiteX6" fmla="*/ 280 w 6343"/>
                  <a:gd name="connsiteY6" fmla="*/ 3386 h 6345"/>
                  <a:gd name="connsiteX7" fmla="*/ 1209 w 6343"/>
                  <a:gd name="connsiteY7" fmla="*/ 5629 h 6345"/>
                  <a:gd name="connsiteX8" fmla="*/ 345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9"/>
                    </a:moveTo>
                    <a:cubicBezTo>
                      <a:pt x="4293" y="6559"/>
                      <a:pt x="5100" y="6224"/>
                      <a:pt x="5695" y="5629"/>
                    </a:cubicBezTo>
                    <a:cubicBezTo>
                      <a:pt x="6289" y="5034"/>
                      <a:pt x="6623" y="4227"/>
                      <a:pt x="6623" y="3386"/>
                    </a:cubicBezTo>
                    <a:cubicBezTo>
                      <a:pt x="6623" y="2545"/>
                      <a:pt x="6289" y="1738"/>
                      <a:pt x="5695" y="1143"/>
                    </a:cubicBezTo>
                    <a:cubicBezTo>
                      <a:pt x="5100" y="548"/>
                      <a:pt x="4293" y="213"/>
                      <a:pt x="3452" y="213"/>
                    </a:cubicBezTo>
                    <a:cubicBezTo>
                      <a:pt x="2611" y="213"/>
                      <a:pt x="1804" y="548"/>
                      <a:pt x="1209" y="1143"/>
                    </a:cubicBezTo>
                    <a:cubicBezTo>
                      <a:pt x="615" y="1738"/>
                      <a:pt x="280" y="2545"/>
                      <a:pt x="280" y="3386"/>
                    </a:cubicBezTo>
                    <a:cubicBezTo>
                      <a:pt x="280" y="4227"/>
                      <a:pt x="615" y="5034"/>
                      <a:pt x="1209" y="5629"/>
                    </a:cubicBezTo>
                    <a:cubicBezTo>
                      <a:pt x="1804" y="6224"/>
                      <a:pt x="2611" y="6559"/>
                      <a:pt x="345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20" name="Freeform: Shape 3019">
                <a:extLst>
                  <a:ext uri="{FF2B5EF4-FFF2-40B4-BE49-F238E27FC236}">
                    <a16:creationId xmlns:a16="http://schemas.microsoft.com/office/drawing/2014/main" id="{B6A43A7F-7593-7766-0BBD-2A5FBDD0747F}"/>
                  </a:ext>
                </a:extLst>
              </p:cNvPr>
              <p:cNvSpPr/>
              <p:nvPr/>
            </p:nvSpPr>
            <p:spPr>
              <a:xfrm>
                <a:off x="4409015" y="6192306"/>
                <a:ext cx="6343" cy="6345"/>
              </a:xfrm>
              <a:custGeom>
                <a:avLst/>
                <a:gdLst>
                  <a:gd name="connsiteX0" fmla="*/ 3452 w 6343"/>
                  <a:gd name="connsiteY0" fmla="*/ 6559 h 6345"/>
                  <a:gd name="connsiteX1" fmla="*/ 5695 w 6343"/>
                  <a:gd name="connsiteY1" fmla="*/ 5630 h 6345"/>
                  <a:gd name="connsiteX2" fmla="*/ 6623 w 6343"/>
                  <a:gd name="connsiteY2" fmla="*/ 3386 h 6345"/>
                  <a:gd name="connsiteX3" fmla="*/ 5695 w 6343"/>
                  <a:gd name="connsiteY3" fmla="*/ 1143 h 6345"/>
                  <a:gd name="connsiteX4" fmla="*/ 3452 w 6343"/>
                  <a:gd name="connsiteY4" fmla="*/ 214 h 6345"/>
                  <a:gd name="connsiteX5" fmla="*/ 1209 w 6343"/>
                  <a:gd name="connsiteY5" fmla="*/ 1143 h 6345"/>
                  <a:gd name="connsiteX6" fmla="*/ 280 w 6343"/>
                  <a:gd name="connsiteY6" fmla="*/ 3386 h 6345"/>
                  <a:gd name="connsiteX7" fmla="*/ 1209 w 6343"/>
                  <a:gd name="connsiteY7" fmla="*/ 5630 h 6345"/>
                  <a:gd name="connsiteX8" fmla="*/ 345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9"/>
                    </a:moveTo>
                    <a:cubicBezTo>
                      <a:pt x="4293" y="6559"/>
                      <a:pt x="5100" y="6225"/>
                      <a:pt x="5695" y="5630"/>
                    </a:cubicBezTo>
                    <a:cubicBezTo>
                      <a:pt x="6289" y="5035"/>
                      <a:pt x="6623" y="4228"/>
                      <a:pt x="6623" y="3386"/>
                    </a:cubicBezTo>
                    <a:cubicBezTo>
                      <a:pt x="6623" y="2545"/>
                      <a:pt x="6289" y="1738"/>
                      <a:pt x="5695" y="1143"/>
                    </a:cubicBezTo>
                    <a:cubicBezTo>
                      <a:pt x="5100" y="548"/>
                      <a:pt x="4293" y="214"/>
                      <a:pt x="3452" y="214"/>
                    </a:cubicBezTo>
                    <a:cubicBezTo>
                      <a:pt x="2611" y="214"/>
                      <a:pt x="1804" y="548"/>
                      <a:pt x="1209" y="1143"/>
                    </a:cubicBezTo>
                    <a:cubicBezTo>
                      <a:pt x="615" y="1738"/>
                      <a:pt x="280" y="2545"/>
                      <a:pt x="280" y="3386"/>
                    </a:cubicBezTo>
                    <a:cubicBezTo>
                      <a:pt x="280" y="4228"/>
                      <a:pt x="615" y="5035"/>
                      <a:pt x="1209" y="5630"/>
                    </a:cubicBezTo>
                    <a:cubicBezTo>
                      <a:pt x="1804" y="6225"/>
                      <a:pt x="2611" y="6559"/>
                      <a:pt x="345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21" name="Freeform: Shape 3020">
                <a:extLst>
                  <a:ext uri="{FF2B5EF4-FFF2-40B4-BE49-F238E27FC236}">
                    <a16:creationId xmlns:a16="http://schemas.microsoft.com/office/drawing/2014/main" id="{85EC0F7D-B886-8642-4BE9-0059AC3226DE}"/>
                  </a:ext>
                </a:extLst>
              </p:cNvPr>
              <p:cNvSpPr/>
              <p:nvPr/>
            </p:nvSpPr>
            <p:spPr>
              <a:xfrm>
                <a:off x="4160184" y="5983282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3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2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8"/>
                      <a:pt x="5675" y="5613"/>
                    </a:cubicBezTo>
                    <a:cubicBezTo>
                      <a:pt x="6270" y="5018"/>
                      <a:pt x="6604" y="4211"/>
                      <a:pt x="6604" y="3370"/>
                    </a:cubicBezTo>
                    <a:cubicBezTo>
                      <a:pt x="6604" y="2529"/>
                      <a:pt x="6270" y="1722"/>
                      <a:pt x="5675" y="1127"/>
                    </a:cubicBezTo>
                    <a:cubicBezTo>
                      <a:pt x="5080" y="532"/>
                      <a:pt x="4273" y="197"/>
                      <a:pt x="3432" y="197"/>
                    </a:cubicBezTo>
                    <a:cubicBezTo>
                      <a:pt x="2591" y="197"/>
                      <a:pt x="1784" y="532"/>
                      <a:pt x="1190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1"/>
                      <a:pt x="595" y="5018"/>
                      <a:pt x="1190" y="5613"/>
                    </a:cubicBezTo>
                    <a:cubicBezTo>
                      <a:pt x="1784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22" name="Freeform: Shape 3021">
                <a:extLst>
                  <a:ext uri="{FF2B5EF4-FFF2-40B4-BE49-F238E27FC236}">
                    <a16:creationId xmlns:a16="http://schemas.microsoft.com/office/drawing/2014/main" id="{F79AB54A-92D2-5865-1284-5EDF8BDC4AAB}"/>
                  </a:ext>
                </a:extLst>
              </p:cNvPr>
              <p:cNvSpPr/>
              <p:nvPr/>
            </p:nvSpPr>
            <p:spPr>
              <a:xfrm>
                <a:off x="4158408" y="5984821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4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2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4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9"/>
                      <a:pt x="5675" y="5614"/>
                    </a:cubicBezTo>
                    <a:cubicBezTo>
                      <a:pt x="6270" y="5019"/>
                      <a:pt x="6604" y="4212"/>
                      <a:pt x="6604" y="3370"/>
                    </a:cubicBezTo>
                    <a:cubicBezTo>
                      <a:pt x="6604" y="2529"/>
                      <a:pt x="6270" y="1722"/>
                      <a:pt x="5675" y="1127"/>
                    </a:cubicBezTo>
                    <a:cubicBezTo>
                      <a:pt x="5080" y="532"/>
                      <a:pt x="4273" y="197"/>
                      <a:pt x="3432" y="197"/>
                    </a:cubicBezTo>
                    <a:cubicBezTo>
                      <a:pt x="2591" y="197"/>
                      <a:pt x="1784" y="532"/>
                      <a:pt x="1190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2"/>
                      <a:pt x="595" y="5019"/>
                      <a:pt x="1190" y="5614"/>
                    </a:cubicBezTo>
                    <a:cubicBezTo>
                      <a:pt x="1784" y="6209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23" name="Freeform: Shape 3022">
                <a:extLst>
                  <a:ext uri="{FF2B5EF4-FFF2-40B4-BE49-F238E27FC236}">
                    <a16:creationId xmlns:a16="http://schemas.microsoft.com/office/drawing/2014/main" id="{37D44340-EF57-71E9-B2A4-47DD94884457}"/>
                  </a:ext>
                </a:extLst>
              </p:cNvPr>
              <p:cNvSpPr/>
              <p:nvPr/>
            </p:nvSpPr>
            <p:spPr>
              <a:xfrm>
                <a:off x="4410531" y="6210952"/>
                <a:ext cx="6343" cy="6345"/>
              </a:xfrm>
              <a:custGeom>
                <a:avLst/>
                <a:gdLst>
                  <a:gd name="connsiteX0" fmla="*/ 3452 w 6343"/>
                  <a:gd name="connsiteY0" fmla="*/ 6561 h 6345"/>
                  <a:gd name="connsiteX1" fmla="*/ 5695 w 6343"/>
                  <a:gd name="connsiteY1" fmla="*/ 5631 h 6345"/>
                  <a:gd name="connsiteX2" fmla="*/ 6624 w 6343"/>
                  <a:gd name="connsiteY2" fmla="*/ 3388 h 6345"/>
                  <a:gd name="connsiteX3" fmla="*/ 5695 w 6343"/>
                  <a:gd name="connsiteY3" fmla="*/ 1144 h 6345"/>
                  <a:gd name="connsiteX4" fmla="*/ 3452 w 6343"/>
                  <a:gd name="connsiteY4" fmla="*/ 215 h 6345"/>
                  <a:gd name="connsiteX5" fmla="*/ 1209 w 6343"/>
                  <a:gd name="connsiteY5" fmla="*/ 1144 h 6345"/>
                  <a:gd name="connsiteX6" fmla="*/ 280 w 6343"/>
                  <a:gd name="connsiteY6" fmla="*/ 3388 h 6345"/>
                  <a:gd name="connsiteX7" fmla="*/ 1209 w 6343"/>
                  <a:gd name="connsiteY7" fmla="*/ 5631 h 6345"/>
                  <a:gd name="connsiteX8" fmla="*/ 345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1"/>
                    </a:moveTo>
                    <a:cubicBezTo>
                      <a:pt x="4293" y="6561"/>
                      <a:pt x="5100" y="6226"/>
                      <a:pt x="5695" y="5631"/>
                    </a:cubicBezTo>
                    <a:cubicBezTo>
                      <a:pt x="6289" y="5036"/>
                      <a:pt x="6624" y="4229"/>
                      <a:pt x="6624" y="3388"/>
                    </a:cubicBezTo>
                    <a:cubicBezTo>
                      <a:pt x="6624" y="2547"/>
                      <a:pt x="6289" y="1739"/>
                      <a:pt x="5695" y="1144"/>
                    </a:cubicBezTo>
                    <a:cubicBezTo>
                      <a:pt x="5100" y="550"/>
                      <a:pt x="4293" y="215"/>
                      <a:pt x="3452" y="215"/>
                    </a:cubicBezTo>
                    <a:cubicBezTo>
                      <a:pt x="2611" y="215"/>
                      <a:pt x="1804" y="550"/>
                      <a:pt x="1209" y="1144"/>
                    </a:cubicBezTo>
                    <a:cubicBezTo>
                      <a:pt x="615" y="1739"/>
                      <a:pt x="280" y="2547"/>
                      <a:pt x="280" y="3388"/>
                    </a:cubicBezTo>
                    <a:cubicBezTo>
                      <a:pt x="280" y="4229"/>
                      <a:pt x="615" y="5036"/>
                      <a:pt x="1209" y="5631"/>
                    </a:cubicBezTo>
                    <a:cubicBezTo>
                      <a:pt x="1804" y="6226"/>
                      <a:pt x="2611" y="6561"/>
                      <a:pt x="345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24" name="Freeform: Shape 3023">
                <a:extLst>
                  <a:ext uri="{FF2B5EF4-FFF2-40B4-BE49-F238E27FC236}">
                    <a16:creationId xmlns:a16="http://schemas.microsoft.com/office/drawing/2014/main" id="{87BC7DE1-FAA4-DB88-5EC5-A71A5559DAB7}"/>
                  </a:ext>
                </a:extLst>
              </p:cNvPr>
              <p:cNvSpPr/>
              <p:nvPr/>
            </p:nvSpPr>
            <p:spPr>
              <a:xfrm>
                <a:off x="4409094" y="6215575"/>
                <a:ext cx="6343" cy="6345"/>
              </a:xfrm>
              <a:custGeom>
                <a:avLst/>
                <a:gdLst>
                  <a:gd name="connsiteX0" fmla="*/ 3452 w 6343"/>
                  <a:gd name="connsiteY0" fmla="*/ 6561 h 6345"/>
                  <a:gd name="connsiteX1" fmla="*/ 5695 w 6343"/>
                  <a:gd name="connsiteY1" fmla="*/ 5632 h 6345"/>
                  <a:gd name="connsiteX2" fmla="*/ 6623 w 6343"/>
                  <a:gd name="connsiteY2" fmla="*/ 3388 h 6345"/>
                  <a:gd name="connsiteX3" fmla="*/ 5695 w 6343"/>
                  <a:gd name="connsiteY3" fmla="*/ 1145 h 6345"/>
                  <a:gd name="connsiteX4" fmla="*/ 3452 w 6343"/>
                  <a:gd name="connsiteY4" fmla="*/ 216 h 6345"/>
                  <a:gd name="connsiteX5" fmla="*/ 1209 w 6343"/>
                  <a:gd name="connsiteY5" fmla="*/ 1145 h 6345"/>
                  <a:gd name="connsiteX6" fmla="*/ 280 w 6343"/>
                  <a:gd name="connsiteY6" fmla="*/ 3388 h 6345"/>
                  <a:gd name="connsiteX7" fmla="*/ 1209 w 6343"/>
                  <a:gd name="connsiteY7" fmla="*/ 5632 h 6345"/>
                  <a:gd name="connsiteX8" fmla="*/ 345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1"/>
                    </a:moveTo>
                    <a:cubicBezTo>
                      <a:pt x="4293" y="6561"/>
                      <a:pt x="5100" y="6227"/>
                      <a:pt x="5695" y="5632"/>
                    </a:cubicBezTo>
                    <a:cubicBezTo>
                      <a:pt x="6289" y="5037"/>
                      <a:pt x="6623" y="4230"/>
                      <a:pt x="6623" y="3388"/>
                    </a:cubicBezTo>
                    <a:cubicBezTo>
                      <a:pt x="6623" y="2547"/>
                      <a:pt x="6289" y="1740"/>
                      <a:pt x="5695" y="1145"/>
                    </a:cubicBezTo>
                    <a:cubicBezTo>
                      <a:pt x="5100" y="550"/>
                      <a:pt x="4293" y="216"/>
                      <a:pt x="3452" y="216"/>
                    </a:cubicBezTo>
                    <a:cubicBezTo>
                      <a:pt x="2611" y="216"/>
                      <a:pt x="1804" y="550"/>
                      <a:pt x="1209" y="1145"/>
                    </a:cubicBezTo>
                    <a:cubicBezTo>
                      <a:pt x="615" y="1740"/>
                      <a:pt x="280" y="2547"/>
                      <a:pt x="280" y="3388"/>
                    </a:cubicBezTo>
                    <a:cubicBezTo>
                      <a:pt x="280" y="4230"/>
                      <a:pt x="615" y="5037"/>
                      <a:pt x="1209" y="5632"/>
                    </a:cubicBezTo>
                    <a:cubicBezTo>
                      <a:pt x="1804" y="6227"/>
                      <a:pt x="2611" y="6561"/>
                      <a:pt x="345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25" name="Freeform: Shape 3024">
                <a:extLst>
                  <a:ext uri="{FF2B5EF4-FFF2-40B4-BE49-F238E27FC236}">
                    <a16:creationId xmlns:a16="http://schemas.microsoft.com/office/drawing/2014/main" id="{014756BB-B452-59DA-D252-78156DCA5C0E}"/>
                  </a:ext>
                </a:extLst>
              </p:cNvPr>
              <p:cNvSpPr/>
              <p:nvPr/>
            </p:nvSpPr>
            <p:spPr>
              <a:xfrm>
                <a:off x="4408536" y="6221029"/>
                <a:ext cx="6343" cy="6345"/>
              </a:xfrm>
              <a:custGeom>
                <a:avLst/>
                <a:gdLst>
                  <a:gd name="connsiteX0" fmla="*/ 3452 w 6343"/>
                  <a:gd name="connsiteY0" fmla="*/ 6561 h 6345"/>
                  <a:gd name="connsiteX1" fmla="*/ 5695 w 6343"/>
                  <a:gd name="connsiteY1" fmla="*/ 5632 h 6345"/>
                  <a:gd name="connsiteX2" fmla="*/ 6623 w 6343"/>
                  <a:gd name="connsiteY2" fmla="*/ 3389 h 6345"/>
                  <a:gd name="connsiteX3" fmla="*/ 5695 w 6343"/>
                  <a:gd name="connsiteY3" fmla="*/ 1145 h 6345"/>
                  <a:gd name="connsiteX4" fmla="*/ 3452 w 6343"/>
                  <a:gd name="connsiteY4" fmla="*/ 216 h 6345"/>
                  <a:gd name="connsiteX5" fmla="*/ 1209 w 6343"/>
                  <a:gd name="connsiteY5" fmla="*/ 1145 h 6345"/>
                  <a:gd name="connsiteX6" fmla="*/ 280 w 6343"/>
                  <a:gd name="connsiteY6" fmla="*/ 3389 h 6345"/>
                  <a:gd name="connsiteX7" fmla="*/ 1209 w 6343"/>
                  <a:gd name="connsiteY7" fmla="*/ 5632 h 6345"/>
                  <a:gd name="connsiteX8" fmla="*/ 345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1"/>
                    </a:moveTo>
                    <a:cubicBezTo>
                      <a:pt x="4293" y="6561"/>
                      <a:pt x="5100" y="6227"/>
                      <a:pt x="5695" y="5632"/>
                    </a:cubicBezTo>
                    <a:cubicBezTo>
                      <a:pt x="6289" y="5037"/>
                      <a:pt x="6623" y="4230"/>
                      <a:pt x="6623" y="3389"/>
                    </a:cubicBezTo>
                    <a:cubicBezTo>
                      <a:pt x="6623" y="2547"/>
                      <a:pt x="6289" y="1740"/>
                      <a:pt x="5695" y="1145"/>
                    </a:cubicBezTo>
                    <a:cubicBezTo>
                      <a:pt x="5100" y="550"/>
                      <a:pt x="4293" y="216"/>
                      <a:pt x="3452" y="216"/>
                    </a:cubicBezTo>
                    <a:cubicBezTo>
                      <a:pt x="2611" y="216"/>
                      <a:pt x="1804" y="550"/>
                      <a:pt x="1209" y="1145"/>
                    </a:cubicBezTo>
                    <a:cubicBezTo>
                      <a:pt x="615" y="1740"/>
                      <a:pt x="280" y="2547"/>
                      <a:pt x="280" y="3389"/>
                    </a:cubicBezTo>
                    <a:cubicBezTo>
                      <a:pt x="280" y="4230"/>
                      <a:pt x="615" y="5037"/>
                      <a:pt x="1209" y="5632"/>
                    </a:cubicBezTo>
                    <a:cubicBezTo>
                      <a:pt x="1804" y="6227"/>
                      <a:pt x="2611" y="6561"/>
                      <a:pt x="345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26" name="Freeform: Shape 3025">
                <a:extLst>
                  <a:ext uri="{FF2B5EF4-FFF2-40B4-BE49-F238E27FC236}">
                    <a16:creationId xmlns:a16="http://schemas.microsoft.com/office/drawing/2014/main" id="{5B98ABA6-6FEF-8D41-69EB-B52B37BCAF6B}"/>
                  </a:ext>
                </a:extLst>
              </p:cNvPr>
              <p:cNvSpPr/>
              <p:nvPr/>
            </p:nvSpPr>
            <p:spPr>
              <a:xfrm>
                <a:off x="4407580" y="6226172"/>
                <a:ext cx="6343" cy="6345"/>
              </a:xfrm>
              <a:custGeom>
                <a:avLst/>
                <a:gdLst>
                  <a:gd name="connsiteX0" fmla="*/ 3452 w 6343"/>
                  <a:gd name="connsiteY0" fmla="*/ 6562 h 6345"/>
                  <a:gd name="connsiteX1" fmla="*/ 5694 w 6343"/>
                  <a:gd name="connsiteY1" fmla="*/ 5633 h 6345"/>
                  <a:gd name="connsiteX2" fmla="*/ 6623 w 6343"/>
                  <a:gd name="connsiteY2" fmla="*/ 3389 h 6345"/>
                  <a:gd name="connsiteX3" fmla="*/ 5694 w 6343"/>
                  <a:gd name="connsiteY3" fmla="*/ 1146 h 6345"/>
                  <a:gd name="connsiteX4" fmla="*/ 3452 w 6343"/>
                  <a:gd name="connsiteY4" fmla="*/ 216 h 6345"/>
                  <a:gd name="connsiteX5" fmla="*/ 1209 w 6343"/>
                  <a:gd name="connsiteY5" fmla="*/ 1146 h 6345"/>
                  <a:gd name="connsiteX6" fmla="*/ 280 w 6343"/>
                  <a:gd name="connsiteY6" fmla="*/ 3389 h 6345"/>
                  <a:gd name="connsiteX7" fmla="*/ 1209 w 6343"/>
                  <a:gd name="connsiteY7" fmla="*/ 5633 h 6345"/>
                  <a:gd name="connsiteX8" fmla="*/ 3452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2"/>
                    </a:moveTo>
                    <a:cubicBezTo>
                      <a:pt x="4293" y="6562"/>
                      <a:pt x="5100" y="6228"/>
                      <a:pt x="5694" y="5633"/>
                    </a:cubicBezTo>
                    <a:cubicBezTo>
                      <a:pt x="6289" y="5038"/>
                      <a:pt x="6623" y="4231"/>
                      <a:pt x="6623" y="3389"/>
                    </a:cubicBezTo>
                    <a:cubicBezTo>
                      <a:pt x="6623" y="2548"/>
                      <a:pt x="6289" y="1741"/>
                      <a:pt x="5694" y="1146"/>
                    </a:cubicBezTo>
                    <a:cubicBezTo>
                      <a:pt x="5100" y="551"/>
                      <a:pt x="4293" y="216"/>
                      <a:pt x="3452" y="216"/>
                    </a:cubicBezTo>
                    <a:cubicBezTo>
                      <a:pt x="2611" y="216"/>
                      <a:pt x="1804" y="551"/>
                      <a:pt x="1209" y="1146"/>
                    </a:cubicBezTo>
                    <a:cubicBezTo>
                      <a:pt x="614" y="1741"/>
                      <a:pt x="280" y="2548"/>
                      <a:pt x="280" y="3389"/>
                    </a:cubicBezTo>
                    <a:cubicBezTo>
                      <a:pt x="280" y="4231"/>
                      <a:pt x="614" y="5038"/>
                      <a:pt x="1209" y="5633"/>
                    </a:cubicBezTo>
                    <a:cubicBezTo>
                      <a:pt x="1804" y="6228"/>
                      <a:pt x="2611" y="6562"/>
                      <a:pt x="3452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27" name="Freeform: Shape 3026">
                <a:extLst>
                  <a:ext uri="{FF2B5EF4-FFF2-40B4-BE49-F238E27FC236}">
                    <a16:creationId xmlns:a16="http://schemas.microsoft.com/office/drawing/2014/main" id="{1AEE3849-3EE9-07CB-9F70-725690A2A8DF}"/>
                  </a:ext>
                </a:extLst>
              </p:cNvPr>
              <p:cNvSpPr/>
              <p:nvPr/>
            </p:nvSpPr>
            <p:spPr>
              <a:xfrm>
                <a:off x="4406687" y="6231419"/>
                <a:ext cx="6343" cy="6345"/>
              </a:xfrm>
              <a:custGeom>
                <a:avLst/>
                <a:gdLst>
                  <a:gd name="connsiteX0" fmla="*/ 3452 w 6343"/>
                  <a:gd name="connsiteY0" fmla="*/ 6562 h 6345"/>
                  <a:gd name="connsiteX1" fmla="*/ 5694 w 6343"/>
                  <a:gd name="connsiteY1" fmla="*/ 5633 h 6345"/>
                  <a:gd name="connsiteX2" fmla="*/ 6623 w 6343"/>
                  <a:gd name="connsiteY2" fmla="*/ 3390 h 6345"/>
                  <a:gd name="connsiteX3" fmla="*/ 5694 w 6343"/>
                  <a:gd name="connsiteY3" fmla="*/ 1146 h 6345"/>
                  <a:gd name="connsiteX4" fmla="*/ 3452 w 6343"/>
                  <a:gd name="connsiteY4" fmla="*/ 217 h 6345"/>
                  <a:gd name="connsiteX5" fmla="*/ 1209 w 6343"/>
                  <a:gd name="connsiteY5" fmla="*/ 1146 h 6345"/>
                  <a:gd name="connsiteX6" fmla="*/ 280 w 6343"/>
                  <a:gd name="connsiteY6" fmla="*/ 3390 h 6345"/>
                  <a:gd name="connsiteX7" fmla="*/ 1209 w 6343"/>
                  <a:gd name="connsiteY7" fmla="*/ 5633 h 6345"/>
                  <a:gd name="connsiteX8" fmla="*/ 3452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2"/>
                    </a:moveTo>
                    <a:cubicBezTo>
                      <a:pt x="4293" y="6562"/>
                      <a:pt x="5100" y="6228"/>
                      <a:pt x="5694" y="5633"/>
                    </a:cubicBezTo>
                    <a:cubicBezTo>
                      <a:pt x="6289" y="5038"/>
                      <a:pt x="6623" y="4231"/>
                      <a:pt x="6623" y="3390"/>
                    </a:cubicBezTo>
                    <a:cubicBezTo>
                      <a:pt x="6623" y="2548"/>
                      <a:pt x="6289" y="1741"/>
                      <a:pt x="5694" y="1146"/>
                    </a:cubicBezTo>
                    <a:cubicBezTo>
                      <a:pt x="5100" y="551"/>
                      <a:pt x="4293" y="217"/>
                      <a:pt x="3452" y="217"/>
                    </a:cubicBezTo>
                    <a:cubicBezTo>
                      <a:pt x="2611" y="217"/>
                      <a:pt x="1804" y="551"/>
                      <a:pt x="1209" y="1146"/>
                    </a:cubicBezTo>
                    <a:cubicBezTo>
                      <a:pt x="614" y="1741"/>
                      <a:pt x="280" y="2548"/>
                      <a:pt x="280" y="3390"/>
                    </a:cubicBezTo>
                    <a:cubicBezTo>
                      <a:pt x="280" y="4231"/>
                      <a:pt x="614" y="5038"/>
                      <a:pt x="1209" y="5633"/>
                    </a:cubicBezTo>
                    <a:cubicBezTo>
                      <a:pt x="1804" y="6228"/>
                      <a:pt x="2611" y="6562"/>
                      <a:pt x="3452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28" name="Freeform: Shape 3027">
                <a:extLst>
                  <a:ext uri="{FF2B5EF4-FFF2-40B4-BE49-F238E27FC236}">
                    <a16:creationId xmlns:a16="http://schemas.microsoft.com/office/drawing/2014/main" id="{C9394FAC-34E9-C5A3-6390-D2412141DF89}"/>
                  </a:ext>
                </a:extLst>
              </p:cNvPr>
              <p:cNvSpPr/>
              <p:nvPr/>
            </p:nvSpPr>
            <p:spPr>
              <a:xfrm>
                <a:off x="4106504" y="5955134"/>
                <a:ext cx="6343" cy="6345"/>
              </a:xfrm>
              <a:custGeom>
                <a:avLst/>
                <a:gdLst>
                  <a:gd name="connsiteX0" fmla="*/ 3428 w 6343"/>
                  <a:gd name="connsiteY0" fmla="*/ 6540 h 6345"/>
                  <a:gd name="connsiteX1" fmla="*/ 5671 w 6343"/>
                  <a:gd name="connsiteY1" fmla="*/ 5611 h 6345"/>
                  <a:gd name="connsiteX2" fmla="*/ 6600 w 6343"/>
                  <a:gd name="connsiteY2" fmla="*/ 3368 h 6345"/>
                  <a:gd name="connsiteX3" fmla="*/ 5671 w 6343"/>
                  <a:gd name="connsiteY3" fmla="*/ 1124 h 6345"/>
                  <a:gd name="connsiteX4" fmla="*/ 3428 w 6343"/>
                  <a:gd name="connsiteY4" fmla="*/ 195 h 6345"/>
                  <a:gd name="connsiteX5" fmla="*/ 1185 w 6343"/>
                  <a:gd name="connsiteY5" fmla="*/ 1124 h 6345"/>
                  <a:gd name="connsiteX6" fmla="*/ 257 w 6343"/>
                  <a:gd name="connsiteY6" fmla="*/ 3368 h 6345"/>
                  <a:gd name="connsiteX7" fmla="*/ 1185 w 6343"/>
                  <a:gd name="connsiteY7" fmla="*/ 5611 h 6345"/>
                  <a:gd name="connsiteX8" fmla="*/ 3428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0"/>
                    </a:moveTo>
                    <a:cubicBezTo>
                      <a:pt x="4269" y="6540"/>
                      <a:pt x="5076" y="6206"/>
                      <a:pt x="5671" y="5611"/>
                    </a:cubicBezTo>
                    <a:cubicBezTo>
                      <a:pt x="6265" y="5016"/>
                      <a:pt x="6600" y="4209"/>
                      <a:pt x="6600" y="3368"/>
                    </a:cubicBezTo>
                    <a:cubicBezTo>
                      <a:pt x="6600" y="2526"/>
                      <a:pt x="6265" y="1719"/>
                      <a:pt x="5671" y="1124"/>
                    </a:cubicBezTo>
                    <a:cubicBezTo>
                      <a:pt x="5076" y="529"/>
                      <a:pt x="4269" y="195"/>
                      <a:pt x="3428" y="195"/>
                    </a:cubicBezTo>
                    <a:cubicBezTo>
                      <a:pt x="2587" y="195"/>
                      <a:pt x="1780" y="529"/>
                      <a:pt x="1185" y="1124"/>
                    </a:cubicBezTo>
                    <a:cubicBezTo>
                      <a:pt x="591" y="1719"/>
                      <a:pt x="257" y="2526"/>
                      <a:pt x="257" y="3368"/>
                    </a:cubicBezTo>
                    <a:cubicBezTo>
                      <a:pt x="257" y="4209"/>
                      <a:pt x="591" y="5016"/>
                      <a:pt x="1185" y="5611"/>
                    </a:cubicBezTo>
                    <a:cubicBezTo>
                      <a:pt x="1780" y="6206"/>
                      <a:pt x="2587" y="6540"/>
                      <a:pt x="3428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29" name="Freeform: Shape 3028">
                <a:extLst>
                  <a:ext uri="{FF2B5EF4-FFF2-40B4-BE49-F238E27FC236}">
                    <a16:creationId xmlns:a16="http://schemas.microsoft.com/office/drawing/2014/main" id="{7EF55709-6C41-1A82-854E-6F44F1C8DACF}"/>
                  </a:ext>
                </a:extLst>
              </p:cNvPr>
              <p:cNvSpPr/>
              <p:nvPr/>
            </p:nvSpPr>
            <p:spPr>
              <a:xfrm>
                <a:off x="4104257" y="5955709"/>
                <a:ext cx="6343" cy="6345"/>
              </a:xfrm>
              <a:custGeom>
                <a:avLst/>
                <a:gdLst>
                  <a:gd name="connsiteX0" fmla="*/ 3428 w 6343"/>
                  <a:gd name="connsiteY0" fmla="*/ 6541 h 6345"/>
                  <a:gd name="connsiteX1" fmla="*/ 5671 w 6343"/>
                  <a:gd name="connsiteY1" fmla="*/ 5611 h 6345"/>
                  <a:gd name="connsiteX2" fmla="*/ 6599 w 6343"/>
                  <a:gd name="connsiteY2" fmla="*/ 3368 h 6345"/>
                  <a:gd name="connsiteX3" fmla="*/ 5671 w 6343"/>
                  <a:gd name="connsiteY3" fmla="*/ 1124 h 6345"/>
                  <a:gd name="connsiteX4" fmla="*/ 3428 w 6343"/>
                  <a:gd name="connsiteY4" fmla="*/ 195 h 6345"/>
                  <a:gd name="connsiteX5" fmla="*/ 1185 w 6343"/>
                  <a:gd name="connsiteY5" fmla="*/ 1124 h 6345"/>
                  <a:gd name="connsiteX6" fmla="*/ 256 w 6343"/>
                  <a:gd name="connsiteY6" fmla="*/ 3368 h 6345"/>
                  <a:gd name="connsiteX7" fmla="*/ 1185 w 6343"/>
                  <a:gd name="connsiteY7" fmla="*/ 5611 h 6345"/>
                  <a:gd name="connsiteX8" fmla="*/ 3428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1"/>
                    </a:moveTo>
                    <a:cubicBezTo>
                      <a:pt x="4269" y="6541"/>
                      <a:pt x="5076" y="6206"/>
                      <a:pt x="5671" y="5611"/>
                    </a:cubicBezTo>
                    <a:cubicBezTo>
                      <a:pt x="6265" y="5016"/>
                      <a:pt x="6599" y="4209"/>
                      <a:pt x="6599" y="3368"/>
                    </a:cubicBezTo>
                    <a:cubicBezTo>
                      <a:pt x="6599" y="2526"/>
                      <a:pt x="6265" y="1719"/>
                      <a:pt x="5671" y="1124"/>
                    </a:cubicBezTo>
                    <a:cubicBezTo>
                      <a:pt x="5076" y="529"/>
                      <a:pt x="4269" y="195"/>
                      <a:pt x="3428" y="195"/>
                    </a:cubicBezTo>
                    <a:cubicBezTo>
                      <a:pt x="2587" y="195"/>
                      <a:pt x="1780" y="529"/>
                      <a:pt x="1185" y="1124"/>
                    </a:cubicBezTo>
                    <a:cubicBezTo>
                      <a:pt x="591" y="1719"/>
                      <a:pt x="256" y="2526"/>
                      <a:pt x="256" y="3368"/>
                    </a:cubicBezTo>
                    <a:cubicBezTo>
                      <a:pt x="256" y="4209"/>
                      <a:pt x="591" y="5016"/>
                      <a:pt x="1185" y="5611"/>
                    </a:cubicBezTo>
                    <a:cubicBezTo>
                      <a:pt x="1780" y="6206"/>
                      <a:pt x="2587" y="6541"/>
                      <a:pt x="3428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30" name="Freeform: Shape 3029">
                <a:extLst>
                  <a:ext uri="{FF2B5EF4-FFF2-40B4-BE49-F238E27FC236}">
                    <a16:creationId xmlns:a16="http://schemas.microsoft.com/office/drawing/2014/main" id="{0FFCBAA1-36A4-B1EA-70F3-EA10F951F998}"/>
                  </a:ext>
                </a:extLst>
              </p:cNvPr>
              <p:cNvSpPr/>
              <p:nvPr/>
            </p:nvSpPr>
            <p:spPr>
              <a:xfrm>
                <a:off x="4100711" y="5955011"/>
                <a:ext cx="6343" cy="6345"/>
              </a:xfrm>
              <a:custGeom>
                <a:avLst/>
                <a:gdLst>
                  <a:gd name="connsiteX0" fmla="*/ 3428 w 6343"/>
                  <a:gd name="connsiteY0" fmla="*/ 6540 h 6345"/>
                  <a:gd name="connsiteX1" fmla="*/ 5670 w 6343"/>
                  <a:gd name="connsiteY1" fmla="*/ 5611 h 6345"/>
                  <a:gd name="connsiteX2" fmla="*/ 6599 w 6343"/>
                  <a:gd name="connsiteY2" fmla="*/ 3368 h 6345"/>
                  <a:gd name="connsiteX3" fmla="*/ 5670 w 6343"/>
                  <a:gd name="connsiteY3" fmla="*/ 1124 h 6345"/>
                  <a:gd name="connsiteX4" fmla="*/ 3428 w 6343"/>
                  <a:gd name="connsiteY4" fmla="*/ 195 h 6345"/>
                  <a:gd name="connsiteX5" fmla="*/ 1185 w 6343"/>
                  <a:gd name="connsiteY5" fmla="*/ 1124 h 6345"/>
                  <a:gd name="connsiteX6" fmla="*/ 256 w 6343"/>
                  <a:gd name="connsiteY6" fmla="*/ 3368 h 6345"/>
                  <a:gd name="connsiteX7" fmla="*/ 1185 w 6343"/>
                  <a:gd name="connsiteY7" fmla="*/ 5611 h 6345"/>
                  <a:gd name="connsiteX8" fmla="*/ 3428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0"/>
                    </a:moveTo>
                    <a:cubicBezTo>
                      <a:pt x="4269" y="6540"/>
                      <a:pt x="5076" y="6206"/>
                      <a:pt x="5670" y="5611"/>
                    </a:cubicBezTo>
                    <a:cubicBezTo>
                      <a:pt x="6265" y="5016"/>
                      <a:pt x="6599" y="4209"/>
                      <a:pt x="6599" y="3368"/>
                    </a:cubicBezTo>
                    <a:cubicBezTo>
                      <a:pt x="6599" y="2526"/>
                      <a:pt x="6265" y="1719"/>
                      <a:pt x="5670" y="1124"/>
                    </a:cubicBezTo>
                    <a:cubicBezTo>
                      <a:pt x="5076" y="529"/>
                      <a:pt x="4269" y="195"/>
                      <a:pt x="3428" y="195"/>
                    </a:cubicBezTo>
                    <a:cubicBezTo>
                      <a:pt x="2587" y="195"/>
                      <a:pt x="1780" y="529"/>
                      <a:pt x="1185" y="1124"/>
                    </a:cubicBezTo>
                    <a:cubicBezTo>
                      <a:pt x="590" y="1719"/>
                      <a:pt x="256" y="2526"/>
                      <a:pt x="256" y="3368"/>
                    </a:cubicBezTo>
                    <a:cubicBezTo>
                      <a:pt x="256" y="4209"/>
                      <a:pt x="590" y="5016"/>
                      <a:pt x="1185" y="5611"/>
                    </a:cubicBezTo>
                    <a:cubicBezTo>
                      <a:pt x="1780" y="6206"/>
                      <a:pt x="2587" y="6540"/>
                      <a:pt x="3428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31" name="Freeform: Shape 3030">
                <a:extLst>
                  <a:ext uri="{FF2B5EF4-FFF2-40B4-BE49-F238E27FC236}">
                    <a16:creationId xmlns:a16="http://schemas.microsoft.com/office/drawing/2014/main" id="{3C1F5CB3-6DDC-9DF0-F1B1-B6F001237535}"/>
                  </a:ext>
                </a:extLst>
              </p:cNvPr>
              <p:cNvSpPr/>
              <p:nvPr/>
            </p:nvSpPr>
            <p:spPr>
              <a:xfrm>
                <a:off x="4098102" y="5955175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70 w 6343"/>
                  <a:gd name="connsiteY1" fmla="*/ 5611 h 6345"/>
                  <a:gd name="connsiteX2" fmla="*/ 6599 w 6343"/>
                  <a:gd name="connsiteY2" fmla="*/ 3368 h 6345"/>
                  <a:gd name="connsiteX3" fmla="*/ 5670 w 6343"/>
                  <a:gd name="connsiteY3" fmla="*/ 1124 h 6345"/>
                  <a:gd name="connsiteX4" fmla="*/ 3427 w 6343"/>
                  <a:gd name="connsiteY4" fmla="*/ 195 h 6345"/>
                  <a:gd name="connsiteX5" fmla="*/ 1185 w 6343"/>
                  <a:gd name="connsiteY5" fmla="*/ 1124 h 6345"/>
                  <a:gd name="connsiteX6" fmla="*/ 256 w 6343"/>
                  <a:gd name="connsiteY6" fmla="*/ 3368 h 6345"/>
                  <a:gd name="connsiteX7" fmla="*/ 1185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9" y="6540"/>
                      <a:pt x="5075" y="6206"/>
                      <a:pt x="5670" y="5611"/>
                    </a:cubicBezTo>
                    <a:cubicBezTo>
                      <a:pt x="6265" y="5016"/>
                      <a:pt x="6599" y="4209"/>
                      <a:pt x="6599" y="3368"/>
                    </a:cubicBezTo>
                    <a:cubicBezTo>
                      <a:pt x="6599" y="2526"/>
                      <a:pt x="6265" y="1719"/>
                      <a:pt x="5670" y="1124"/>
                    </a:cubicBezTo>
                    <a:cubicBezTo>
                      <a:pt x="5075" y="529"/>
                      <a:pt x="4269" y="195"/>
                      <a:pt x="3427" y="195"/>
                    </a:cubicBezTo>
                    <a:cubicBezTo>
                      <a:pt x="2586" y="195"/>
                      <a:pt x="1780" y="529"/>
                      <a:pt x="1185" y="1124"/>
                    </a:cubicBezTo>
                    <a:cubicBezTo>
                      <a:pt x="590" y="1719"/>
                      <a:pt x="256" y="2526"/>
                      <a:pt x="256" y="3368"/>
                    </a:cubicBezTo>
                    <a:cubicBezTo>
                      <a:pt x="256" y="4209"/>
                      <a:pt x="590" y="5016"/>
                      <a:pt x="1185" y="5611"/>
                    </a:cubicBezTo>
                    <a:cubicBezTo>
                      <a:pt x="1780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32" name="Freeform: Shape 3031">
                <a:extLst>
                  <a:ext uri="{FF2B5EF4-FFF2-40B4-BE49-F238E27FC236}">
                    <a16:creationId xmlns:a16="http://schemas.microsoft.com/office/drawing/2014/main" id="{6B74FF9B-EF3F-AFA5-ACC7-9DAABE6DA21C}"/>
                  </a:ext>
                </a:extLst>
              </p:cNvPr>
              <p:cNvSpPr/>
              <p:nvPr/>
            </p:nvSpPr>
            <p:spPr>
              <a:xfrm>
                <a:off x="4095161" y="5954981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70 w 6343"/>
                  <a:gd name="connsiteY1" fmla="*/ 5611 h 6345"/>
                  <a:gd name="connsiteX2" fmla="*/ 6599 w 6343"/>
                  <a:gd name="connsiteY2" fmla="*/ 3368 h 6345"/>
                  <a:gd name="connsiteX3" fmla="*/ 5670 w 6343"/>
                  <a:gd name="connsiteY3" fmla="*/ 1124 h 6345"/>
                  <a:gd name="connsiteX4" fmla="*/ 3427 w 6343"/>
                  <a:gd name="connsiteY4" fmla="*/ 195 h 6345"/>
                  <a:gd name="connsiteX5" fmla="*/ 1185 w 6343"/>
                  <a:gd name="connsiteY5" fmla="*/ 1124 h 6345"/>
                  <a:gd name="connsiteX6" fmla="*/ 256 w 6343"/>
                  <a:gd name="connsiteY6" fmla="*/ 3368 h 6345"/>
                  <a:gd name="connsiteX7" fmla="*/ 1185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70" y="5611"/>
                    </a:cubicBezTo>
                    <a:cubicBezTo>
                      <a:pt x="6265" y="5016"/>
                      <a:pt x="6599" y="4209"/>
                      <a:pt x="6599" y="3368"/>
                    </a:cubicBezTo>
                    <a:cubicBezTo>
                      <a:pt x="6599" y="2526"/>
                      <a:pt x="6265" y="1719"/>
                      <a:pt x="5670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5" y="1124"/>
                    </a:cubicBezTo>
                    <a:cubicBezTo>
                      <a:pt x="590" y="1719"/>
                      <a:pt x="256" y="2526"/>
                      <a:pt x="256" y="3368"/>
                    </a:cubicBezTo>
                    <a:cubicBezTo>
                      <a:pt x="256" y="4209"/>
                      <a:pt x="590" y="5016"/>
                      <a:pt x="1185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33" name="Freeform: Shape 3032">
                <a:extLst>
                  <a:ext uri="{FF2B5EF4-FFF2-40B4-BE49-F238E27FC236}">
                    <a16:creationId xmlns:a16="http://schemas.microsoft.com/office/drawing/2014/main" id="{C5AA93FA-71E9-74A9-7011-F05915513F50}"/>
                  </a:ext>
                </a:extLst>
              </p:cNvPr>
              <p:cNvSpPr/>
              <p:nvPr/>
            </p:nvSpPr>
            <p:spPr>
              <a:xfrm>
                <a:off x="4092567" y="5955095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70 w 6343"/>
                  <a:gd name="connsiteY1" fmla="*/ 5611 h 6345"/>
                  <a:gd name="connsiteX2" fmla="*/ 6599 w 6343"/>
                  <a:gd name="connsiteY2" fmla="*/ 3368 h 6345"/>
                  <a:gd name="connsiteX3" fmla="*/ 5670 w 6343"/>
                  <a:gd name="connsiteY3" fmla="*/ 1124 h 6345"/>
                  <a:gd name="connsiteX4" fmla="*/ 3427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70" y="5611"/>
                    </a:cubicBezTo>
                    <a:cubicBezTo>
                      <a:pt x="6264" y="5016"/>
                      <a:pt x="6599" y="4209"/>
                      <a:pt x="6599" y="3368"/>
                    </a:cubicBezTo>
                    <a:cubicBezTo>
                      <a:pt x="6599" y="2526"/>
                      <a:pt x="6264" y="1719"/>
                      <a:pt x="5670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4" y="1124"/>
                    </a:cubicBezTo>
                    <a:cubicBezTo>
                      <a:pt x="590" y="1719"/>
                      <a:pt x="255" y="2526"/>
                      <a:pt x="255" y="3368"/>
                    </a:cubicBezTo>
                    <a:cubicBezTo>
                      <a:pt x="255" y="4209"/>
                      <a:pt x="590" y="5016"/>
                      <a:pt x="1184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34" name="Freeform: Shape 3033">
                <a:extLst>
                  <a:ext uri="{FF2B5EF4-FFF2-40B4-BE49-F238E27FC236}">
                    <a16:creationId xmlns:a16="http://schemas.microsoft.com/office/drawing/2014/main" id="{942BCE08-6E01-2AD8-BDAD-6C824B38BE8B}"/>
                  </a:ext>
                </a:extLst>
              </p:cNvPr>
              <p:cNvSpPr/>
              <p:nvPr/>
            </p:nvSpPr>
            <p:spPr>
              <a:xfrm>
                <a:off x="4090046" y="5955254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4 h 6345"/>
                  <a:gd name="connsiteX4" fmla="*/ 3427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69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6"/>
                      <a:pt x="6264" y="1719"/>
                      <a:pt x="5669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4" y="1124"/>
                    </a:cubicBezTo>
                    <a:cubicBezTo>
                      <a:pt x="589" y="1719"/>
                      <a:pt x="255" y="2526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35" name="Freeform: Shape 3034">
                <a:extLst>
                  <a:ext uri="{FF2B5EF4-FFF2-40B4-BE49-F238E27FC236}">
                    <a16:creationId xmlns:a16="http://schemas.microsoft.com/office/drawing/2014/main" id="{B0D15C39-48E1-2C88-C172-57264A2DCB7F}"/>
                  </a:ext>
                </a:extLst>
              </p:cNvPr>
              <p:cNvSpPr/>
              <p:nvPr/>
            </p:nvSpPr>
            <p:spPr>
              <a:xfrm>
                <a:off x="4086769" y="5954606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4 h 6345"/>
                  <a:gd name="connsiteX4" fmla="*/ 3427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4" y="6206"/>
                      <a:pt x="5669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6"/>
                      <a:pt x="6264" y="1719"/>
                      <a:pt x="5669" y="1124"/>
                    </a:cubicBezTo>
                    <a:cubicBezTo>
                      <a:pt x="5074" y="529"/>
                      <a:pt x="4268" y="195"/>
                      <a:pt x="3427" y="195"/>
                    </a:cubicBezTo>
                    <a:cubicBezTo>
                      <a:pt x="2585" y="195"/>
                      <a:pt x="1779" y="529"/>
                      <a:pt x="1184" y="1124"/>
                    </a:cubicBezTo>
                    <a:cubicBezTo>
                      <a:pt x="589" y="1719"/>
                      <a:pt x="255" y="2526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9" y="6206"/>
                      <a:pt x="2585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36" name="Freeform: Shape 3035">
                <a:extLst>
                  <a:ext uri="{FF2B5EF4-FFF2-40B4-BE49-F238E27FC236}">
                    <a16:creationId xmlns:a16="http://schemas.microsoft.com/office/drawing/2014/main" id="{A65438CC-A996-0775-F7A1-C4EF301CAD09}"/>
                  </a:ext>
                </a:extLst>
              </p:cNvPr>
              <p:cNvSpPr/>
              <p:nvPr/>
            </p:nvSpPr>
            <p:spPr>
              <a:xfrm>
                <a:off x="4083870" y="5954304"/>
                <a:ext cx="6343" cy="6345"/>
              </a:xfrm>
              <a:custGeom>
                <a:avLst/>
                <a:gdLst>
                  <a:gd name="connsiteX0" fmla="*/ 3426 w 6343"/>
                  <a:gd name="connsiteY0" fmla="*/ 6540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4 h 6345"/>
                  <a:gd name="connsiteX4" fmla="*/ 3426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6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0"/>
                    </a:moveTo>
                    <a:cubicBezTo>
                      <a:pt x="4267" y="6540"/>
                      <a:pt x="5074" y="6206"/>
                      <a:pt x="5669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6"/>
                      <a:pt x="6264" y="1719"/>
                      <a:pt x="5669" y="1124"/>
                    </a:cubicBezTo>
                    <a:cubicBezTo>
                      <a:pt x="5074" y="529"/>
                      <a:pt x="4267" y="195"/>
                      <a:pt x="3426" y="195"/>
                    </a:cubicBezTo>
                    <a:cubicBezTo>
                      <a:pt x="2585" y="195"/>
                      <a:pt x="1778" y="529"/>
                      <a:pt x="1184" y="1124"/>
                    </a:cubicBezTo>
                    <a:cubicBezTo>
                      <a:pt x="589" y="1719"/>
                      <a:pt x="255" y="2526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8" y="6206"/>
                      <a:pt x="2585" y="6540"/>
                      <a:pt x="3426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37" name="Freeform: Shape 3036">
                <a:extLst>
                  <a:ext uri="{FF2B5EF4-FFF2-40B4-BE49-F238E27FC236}">
                    <a16:creationId xmlns:a16="http://schemas.microsoft.com/office/drawing/2014/main" id="{70F4FB77-4951-5B2D-7DAE-4130B9DD532B}"/>
                  </a:ext>
                </a:extLst>
              </p:cNvPr>
              <p:cNvSpPr/>
              <p:nvPr/>
            </p:nvSpPr>
            <p:spPr>
              <a:xfrm>
                <a:off x="4083082" y="5956179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4 h 6345"/>
                  <a:gd name="connsiteX4" fmla="*/ 3426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6"/>
                      <a:pt x="5669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6"/>
                      <a:pt x="6264" y="1719"/>
                      <a:pt x="5669" y="1124"/>
                    </a:cubicBezTo>
                    <a:cubicBezTo>
                      <a:pt x="5074" y="529"/>
                      <a:pt x="4267" y="195"/>
                      <a:pt x="3426" y="195"/>
                    </a:cubicBezTo>
                    <a:cubicBezTo>
                      <a:pt x="2585" y="195"/>
                      <a:pt x="1778" y="529"/>
                      <a:pt x="1184" y="1124"/>
                    </a:cubicBezTo>
                    <a:cubicBezTo>
                      <a:pt x="589" y="1719"/>
                      <a:pt x="255" y="2526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8" y="6206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38" name="Freeform: Shape 3037">
                <a:extLst>
                  <a:ext uri="{FF2B5EF4-FFF2-40B4-BE49-F238E27FC236}">
                    <a16:creationId xmlns:a16="http://schemas.microsoft.com/office/drawing/2014/main" id="{01053FB8-9AB4-65B3-8E72-47FE792B0E53}"/>
                  </a:ext>
                </a:extLst>
              </p:cNvPr>
              <p:cNvSpPr/>
              <p:nvPr/>
            </p:nvSpPr>
            <p:spPr>
              <a:xfrm>
                <a:off x="4082507" y="5958296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5 h 6345"/>
                  <a:gd name="connsiteX4" fmla="*/ 3426 w 6343"/>
                  <a:gd name="connsiteY4" fmla="*/ 195 h 6345"/>
                  <a:gd name="connsiteX5" fmla="*/ 1184 w 6343"/>
                  <a:gd name="connsiteY5" fmla="*/ 1125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6"/>
                      <a:pt x="5669" y="5611"/>
                    </a:cubicBezTo>
                    <a:cubicBezTo>
                      <a:pt x="6264" y="5017"/>
                      <a:pt x="6598" y="4209"/>
                      <a:pt x="6598" y="3368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7" y="195"/>
                      <a:pt x="3426" y="195"/>
                    </a:cubicBezTo>
                    <a:cubicBezTo>
                      <a:pt x="2585" y="195"/>
                      <a:pt x="1778" y="530"/>
                      <a:pt x="1184" y="1125"/>
                    </a:cubicBezTo>
                    <a:cubicBezTo>
                      <a:pt x="589" y="1720"/>
                      <a:pt x="255" y="2527"/>
                      <a:pt x="255" y="3368"/>
                    </a:cubicBezTo>
                    <a:cubicBezTo>
                      <a:pt x="255" y="4209"/>
                      <a:pt x="589" y="5017"/>
                      <a:pt x="1184" y="5611"/>
                    </a:cubicBezTo>
                    <a:cubicBezTo>
                      <a:pt x="1778" y="6206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39" name="Freeform: Shape 3038">
                <a:extLst>
                  <a:ext uri="{FF2B5EF4-FFF2-40B4-BE49-F238E27FC236}">
                    <a16:creationId xmlns:a16="http://schemas.microsoft.com/office/drawing/2014/main" id="{D67F7A65-2F3F-F18C-6597-8480B410D652}"/>
                  </a:ext>
                </a:extLst>
              </p:cNvPr>
              <p:cNvSpPr/>
              <p:nvPr/>
            </p:nvSpPr>
            <p:spPr>
              <a:xfrm>
                <a:off x="4081720" y="5960205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8 h 6345"/>
                  <a:gd name="connsiteX3" fmla="*/ 5669 w 6343"/>
                  <a:gd name="connsiteY3" fmla="*/ 1125 h 6345"/>
                  <a:gd name="connsiteX4" fmla="*/ 3426 w 6343"/>
                  <a:gd name="connsiteY4" fmla="*/ 195 h 6345"/>
                  <a:gd name="connsiteX5" fmla="*/ 1183 w 6343"/>
                  <a:gd name="connsiteY5" fmla="*/ 1125 h 6345"/>
                  <a:gd name="connsiteX6" fmla="*/ 255 w 6343"/>
                  <a:gd name="connsiteY6" fmla="*/ 3368 h 6345"/>
                  <a:gd name="connsiteX7" fmla="*/ 1183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8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7" y="195"/>
                      <a:pt x="3426" y="195"/>
                    </a:cubicBezTo>
                    <a:cubicBezTo>
                      <a:pt x="2585" y="195"/>
                      <a:pt x="1778" y="530"/>
                      <a:pt x="1183" y="1125"/>
                    </a:cubicBezTo>
                    <a:cubicBezTo>
                      <a:pt x="589" y="1720"/>
                      <a:pt x="255" y="2527"/>
                      <a:pt x="255" y="3368"/>
                    </a:cubicBezTo>
                    <a:cubicBezTo>
                      <a:pt x="255" y="4210"/>
                      <a:pt x="589" y="5017"/>
                      <a:pt x="1183" y="5612"/>
                    </a:cubicBezTo>
                    <a:cubicBezTo>
                      <a:pt x="1778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40" name="Freeform: Shape 3039">
                <a:extLst>
                  <a:ext uri="{FF2B5EF4-FFF2-40B4-BE49-F238E27FC236}">
                    <a16:creationId xmlns:a16="http://schemas.microsoft.com/office/drawing/2014/main" id="{69643F71-2FA9-23ED-A93A-4232FD1A5A0B}"/>
                  </a:ext>
                </a:extLst>
              </p:cNvPr>
              <p:cNvSpPr/>
              <p:nvPr/>
            </p:nvSpPr>
            <p:spPr>
              <a:xfrm>
                <a:off x="4081624" y="5962883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8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3 w 6343"/>
                  <a:gd name="connsiteY5" fmla="*/ 1125 h 6345"/>
                  <a:gd name="connsiteX6" fmla="*/ 255 w 6343"/>
                  <a:gd name="connsiteY6" fmla="*/ 3368 h 6345"/>
                  <a:gd name="connsiteX7" fmla="*/ 1183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7"/>
                      <a:pt x="5669" y="5612"/>
                    </a:cubicBezTo>
                    <a:cubicBezTo>
                      <a:pt x="6263" y="5017"/>
                      <a:pt x="6598" y="4210"/>
                      <a:pt x="6598" y="3368"/>
                    </a:cubicBezTo>
                    <a:cubicBezTo>
                      <a:pt x="6598" y="2527"/>
                      <a:pt x="6263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3" y="1125"/>
                    </a:cubicBezTo>
                    <a:cubicBezTo>
                      <a:pt x="589" y="1720"/>
                      <a:pt x="255" y="2527"/>
                      <a:pt x="255" y="3368"/>
                    </a:cubicBezTo>
                    <a:cubicBezTo>
                      <a:pt x="255" y="4210"/>
                      <a:pt x="589" y="5017"/>
                      <a:pt x="1183" y="5612"/>
                    </a:cubicBezTo>
                    <a:cubicBezTo>
                      <a:pt x="1778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41" name="Freeform: Shape 3040">
                <a:extLst>
                  <a:ext uri="{FF2B5EF4-FFF2-40B4-BE49-F238E27FC236}">
                    <a16:creationId xmlns:a16="http://schemas.microsoft.com/office/drawing/2014/main" id="{5EAC10F4-BA6B-93E6-1E55-C6E9C0122E4B}"/>
                  </a:ext>
                </a:extLst>
              </p:cNvPr>
              <p:cNvSpPr/>
              <p:nvPr/>
            </p:nvSpPr>
            <p:spPr>
              <a:xfrm>
                <a:off x="4080610" y="5964582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9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3 w 6343"/>
                  <a:gd name="connsiteY5" fmla="*/ 1125 h 6345"/>
                  <a:gd name="connsiteX6" fmla="*/ 254 w 6343"/>
                  <a:gd name="connsiteY6" fmla="*/ 3369 h 6345"/>
                  <a:gd name="connsiteX7" fmla="*/ 1183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7"/>
                      <a:pt x="5669" y="5612"/>
                    </a:cubicBezTo>
                    <a:cubicBezTo>
                      <a:pt x="6263" y="5017"/>
                      <a:pt x="6598" y="4210"/>
                      <a:pt x="6598" y="3369"/>
                    </a:cubicBezTo>
                    <a:cubicBezTo>
                      <a:pt x="6598" y="2527"/>
                      <a:pt x="6263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3" y="1125"/>
                    </a:cubicBezTo>
                    <a:cubicBezTo>
                      <a:pt x="589" y="1720"/>
                      <a:pt x="254" y="2527"/>
                      <a:pt x="254" y="3369"/>
                    </a:cubicBezTo>
                    <a:cubicBezTo>
                      <a:pt x="254" y="4210"/>
                      <a:pt x="589" y="5017"/>
                      <a:pt x="1183" y="5612"/>
                    </a:cubicBezTo>
                    <a:cubicBezTo>
                      <a:pt x="1778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42" name="Freeform: Shape 3041">
                <a:extLst>
                  <a:ext uri="{FF2B5EF4-FFF2-40B4-BE49-F238E27FC236}">
                    <a16:creationId xmlns:a16="http://schemas.microsoft.com/office/drawing/2014/main" id="{501AECAB-6E72-4322-EDAF-A88D775A7254}"/>
                  </a:ext>
                </a:extLst>
              </p:cNvPr>
              <p:cNvSpPr/>
              <p:nvPr/>
            </p:nvSpPr>
            <p:spPr>
              <a:xfrm>
                <a:off x="4067148" y="5952382"/>
                <a:ext cx="6343" cy="6345"/>
              </a:xfrm>
              <a:custGeom>
                <a:avLst/>
                <a:gdLst>
                  <a:gd name="connsiteX0" fmla="*/ 3425 w 6343"/>
                  <a:gd name="connsiteY0" fmla="*/ 6540 h 6345"/>
                  <a:gd name="connsiteX1" fmla="*/ 5668 w 6343"/>
                  <a:gd name="connsiteY1" fmla="*/ 5611 h 6345"/>
                  <a:gd name="connsiteX2" fmla="*/ 6597 w 6343"/>
                  <a:gd name="connsiteY2" fmla="*/ 3368 h 6345"/>
                  <a:gd name="connsiteX3" fmla="*/ 5668 w 6343"/>
                  <a:gd name="connsiteY3" fmla="*/ 1124 h 6345"/>
                  <a:gd name="connsiteX4" fmla="*/ 3425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0"/>
                    </a:moveTo>
                    <a:cubicBezTo>
                      <a:pt x="4266" y="6540"/>
                      <a:pt x="5073" y="6206"/>
                      <a:pt x="5668" y="5611"/>
                    </a:cubicBezTo>
                    <a:cubicBezTo>
                      <a:pt x="6262" y="5016"/>
                      <a:pt x="6597" y="4209"/>
                      <a:pt x="6597" y="3368"/>
                    </a:cubicBezTo>
                    <a:cubicBezTo>
                      <a:pt x="6597" y="2526"/>
                      <a:pt x="6262" y="1719"/>
                      <a:pt x="5668" y="1124"/>
                    </a:cubicBezTo>
                    <a:cubicBezTo>
                      <a:pt x="5073" y="529"/>
                      <a:pt x="4266" y="195"/>
                      <a:pt x="3425" y="195"/>
                    </a:cubicBezTo>
                    <a:cubicBezTo>
                      <a:pt x="2584" y="195"/>
                      <a:pt x="1777" y="529"/>
                      <a:pt x="1182" y="1124"/>
                    </a:cubicBezTo>
                    <a:cubicBezTo>
                      <a:pt x="588" y="1719"/>
                      <a:pt x="253" y="2526"/>
                      <a:pt x="253" y="3368"/>
                    </a:cubicBezTo>
                    <a:cubicBezTo>
                      <a:pt x="253" y="4209"/>
                      <a:pt x="588" y="5016"/>
                      <a:pt x="1182" y="5611"/>
                    </a:cubicBezTo>
                    <a:cubicBezTo>
                      <a:pt x="1777" y="6206"/>
                      <a:pt x="2584" y="6540"/>
                      <a:pt x="342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43" name="Freeform: Shape 3042">
                <a:extLst>
                  <a:ext uri="{FF2B5EF4-FFF2-40B4-BE49-F238E27FC236}">
                    <a16:creationId xmlns:a16="http://schemas.microsoft.com/office/drawing/2014/main" id="{55039073-C50F-FAF6-5BD9-B4D5BBFD1FEE}"/>
                  </a:ext>
                </a:extLst>
              </p:cNvPr>
              <p:cNvSpPr/>
              <p:nvPr/>
            </p:nvSpPr>
            <p:spPr>
              <a:xfrm>
                <a:off x="4065153" y="5952821"/>
                <a:ext cx="6343" cy="6345"/>
              </a:xfrm>
              <a:custGeom>
                <a:avLst/>
                <a:gdLst>
                  <a:gd name="connsiteX0" fmla="*/ 3425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5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0"/>
                    </a:moveTo>
                    <a:cubicBezTo>
                      <a:pt x="4266" y="6540"/>
                      <a:pt x="5073" y="6206"/>
                      <a:pt x="5667" y="5611"/>
                    </a:cubicBezTo>
                    <a:cubicBezTo>
                      <a:pt x="6262" y="5016"/>
                      <a:pt x="6596" y="4209"/>
                      <a:pt x="6596" y="3368"/>
                    </a:cubicBezTo>
                    <a:cubicBezTo>
                      <a:pt x="6596" y="2526"/>
                      <a:pt x="6262" y="1719"/>
                      <a:pt x="5667" y="1124"/>
                    </a:cubicBezTo>
                    <a:cubicBezTo>
                      <a:pt x="5073" y="529"/>
                      <a:pt x="4266" y="195"/>
                      <a:pt x="3425" y="195"/>
                    </a:cubicBezTo>
                    <a:cubicBezTo>
                      <a:pt x="2584" y="195"/>
                      <a:pt x="1777" y="529"/>
                      <a:pt x="1182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2" y="5611"/>
                    </a:cubicBezTo>
                    <a:cubicBezTo>
                      <a:pt x="1777" y="6206"/>
                      <a:pt x="2584" y="6540"/>
                      <a:pt x="342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44" name="Freeform: Shape 3043">
                <a:extLst>
                  <a:ext uri="{FF2B5EF4-FFF2-40B4-BE49-F238E27FC236}">
                    <a16:creationId xmlns:a16="http://schemas.microsoft.com/office/drawing/2014/main" id="{9B7AA67F-E673-BC38-80B9-F808E39149A5}"/>
                  </a:ext>
                </a:extLst>
              </p:cNvPr>
              <p:cNvSpPr/>
              <p:nvPr/>
            </p:nvSpPr>
            <p:spPr>
              <a:xfrm>
                <a:off x="4062597" y="5952598"/>
                <a:ext cx="6343" cy="6345"/>
              </a:xfrm>
              <a:custGeom>
                <a:avLst/>
                <a:gdLst>
                  <a:gd name="connsiteX0" fmla="*/ 3425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5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0"/>
                    </a:moveTo>
                    <a:cubicBezTo>
                      <a:pt x="4266" y="6540"/>
                      <a:pt x="5072" y="6206"/>
                      <a:pt x="5667" y="5611"/>
                    </a:cubicBezTo>
                    <a:cubicBezTo>
                      <a:pt x="6262" y="5016"/>
                      <a:pt x="6596" y="4209"/>
                      <a:pt x="6596" y="3368"/>
                    </a:cubicBezTo>
                    <a:cubicBezTo>
                      <a:pt x="6596" y="2526"/>
                      <a:pt x="6262" y="1719"/>
                      <a:pt x="5667" y="1124"/>
                    </a:cubicBezTo>
                    <a:cubicBezTo>
                      <a:pt x="5072" y="529"/>
                      <a:pt x="4266" y="195"/>
                      <a:pt x="3425" y="195"/>
                    </a:cubicBezTo>
                    <a:cubicBezTo>
                      <a:pt x="2584" y="195"/>
                      <a:pt x="1777" y="529"/>
                      <a:pt x="1182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2" y="5611"/>
                    </a:cubicBezTo>
                    <a:cubicBezTo>
                      <a:pt x="1777" y="6206"/>
                      <a:pt x="2584" y="6540"/>
                      <a:pt x="342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45" name="Freeform: Shape 3044">
                <a:extLst>
                  <a:ext uri="{FF2B5EF4-FFF2-40B4-BE49-F238E27FC236}">
                    <a16:creationId xmlns:a16="http://schemas.microsoft.com/office/drawing/2014/main" id="{D760DC88-9000-3819-39D9-99C9F60DAEB6}"/>
                  </a:ext>
                </a:extLst>
              </p:cNvPr>
              <p:cNvSpPr/>
              <p:nvPr/>
            </p:nvSpPr>
            <p:spPr>
              <a:xfrm>
                <a:off x="4060423" y="5952785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4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6" y="6540"/>
                      <a:pt x="5072" y="6206"/>
                      <a:pt x="5667" y="5611"/>
                    </a:cubicBezTo>
                    <a:cubicBezTo>
                      <a:pt x="6262" y="5016"/>
                      <a:pt x="6596" y="4209"/>
                      <a:pt x="6596" y="3368"/>
                    </a:cubicBezTo>
                    <a:cubicBezTo>
                      <a:pt x="6596" y="2526"/>
                      <a:pt x="6262" y="1719"/>
                      <a:pt x="5667" y="1124"/>
                    </a:cubicBezTo>
                    <a:cubicBezTo>
                      <a:pt x="5072" y="529"/>
                      <a:pt x="4266" y="195"/>
                      <a:pt x="3424" y="195"/>
                    </a:cubicBezTo>
                    <a:cubicBezTo>
                      <a:pt x="2583" y="195"/>
                      <a:pt x="1777" y="529"/>
                      <a:pt x="1182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2" y="5611"/>
                    </a:cubicBezTo>
                    <a:cubicBezTo>
                      <a:pt x="1777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46" name="Freeform: Shape 3045">
                <a:extLst>
                  <a:ext uri="{FF2B5EF4-FFF2-40B4-BE49-F238E27FC236}">
                    <a16:creationId xmlns:a16="http://schemas.microsoft.com/office/drawing/2014/main" id="{05F95A0A-A4FA-262D-FDBB-F507C2610971}"/>
                  </a:ext>
                </a:extLst>
              </p:cNvPr>
              <p:cNvSpPr/>
              <p:nvPr/>
            </p:nvSpPr>
            <p:spPr>
              <a:xfrm>
                <a:off x="4058070" y="5952736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4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7" y="5611"/>
                    </a:cubicBezTo>
                    <a:cubicBezTo>
                      <a:pt x="6262" y="5016"/>
                      <a:pt x="6596" y="4209"/>
                      <a:pt x="6596" y="3368"/>
                    </a:cubicBezTo>
                    <a:cubicBezTo>
                      <a:pt x="6596" y="2526"/>
                      <a:pt x="6262" y="1719"/>
                      <a:pt x="5667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2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2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47" name="Freeform: Shape 3046">
                <a:extLst>
                  <a:ext uri="{FF2B5EF4-FFF2-40B4-BE49-F238E27FC236}">
                    <a16:creationId xmlns:a16="http://schemas.microsoft.com/office/drawing/2014/main" id="{E8D4DEAA-F200-0C21-0531-7A0CD65E0962}"/>
                  </a:ext>
                </a:extLst>
              </p:cNvPr>
              <p:cNvSpPr/>
              <p:nvPr/>
            </p:nvSpPr>
            <p:spPr>
              <a:xfrm>
                <a:off x="4055632" y="5952557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4 w 6343"/>
                  <a:gd name="connsiteY4" fmla="*/ 195 h 6345"/>
                  <a:gd name="connsiteX5" fmla="*/ 1181 w 6343"/>
                  <a:gd name="connsiteY5" fmla="*/ 1124 h 6345"/>
                  <a:gd name="connsiteX6" fmla="*/ 253 w 6343"/>
                  <a:gd name="connsiteY6" fmla="*/ 3368 h 6345"/>
                  <a:gd name="connsiteX7" fmla="*/ 1181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7" y="5611"/>
                    </a:cubicBezTo>
                    <a:cubicBezTo>
                      <a:pt x="6261" y="5016"/>
                      <a:pt x="6596" y="4209"/>
                      <a:pt x="6596" y="3368"/>
                    </a:cubicBezTo>
                    <a:cubicBezTo>
                      <a:pt x="6596" y="2526"/>
                      <a:pt x="6261" y="1719"/>
                      <a:pt x="5667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1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1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48" name="Freeform: Shape 3047">
                <a:extLst>
                  <a:ext uri="{FF2B5EF4-FFF2-40B4-BE49-F238E27FC236}">
                    <a16:creationId xmlns:a16="http://schemas.microsoft.com/office/drawing/2014/main" id="{73C9DD89-DE89-6DFB-EAD5-A5CDB23FE937}"/>
                  </a:ext>
                </a:extLst>
              </p:cNvPr>
              <p:cNvSpPr/>
              <p:nvPr/>
            </p:nvSpPr>
            <p:spPr>
              <a:xfrm>
                <a:off x="4053234" y="5952392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7 w 6343"/>
                  <a:gd name="connsiteY1" fmla="*/ 5611 h 6345"/>
                  <a:gd name="connsiteX2" fmla="*/ 6595 w 6343"/>
                  <a:gd name="connsiteY2" fmla="*/ 3368 h 6345"/>
                  <a:gd name="connsiteX3" fmla="*/ 5667 w 6343"/>
                  <a:gd name="connsiteY3" fmla="*/ 1124 h 6345"/>
                  <a:gd name="connsiteX4" fmla="*/ 3424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7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7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1" y="1124"/>
                    </a:cubicBezTo>
                    <a:cubicBezTo>
                      <a:pt x="587" y="1719"/>
                      <a:pt x="252" y="2526"/>
                      <a:pt x="252" y="3368"/>
                    </a:cubicBezTo>
                    <a:cubicBezTo>
                      <a:pt x="252" y="4209"/>
                      <a:pt x="587" y="5016"/>
                      <a:pt x="1181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49" name="Freeform: Shape 3048">
                <a:extLst>
                  <a:ext uri="{FF2B5EF4-FFF2-40B4-BE49-F238E27FC236}">
                    <a16:creationId xmlns:a16="http://schemas.microsoft.com/office/drawing/2014/main" id="{E097080E-22C3-A0EB-646D-6AE7A5D05691}"/>
                  </a:ext>
                </a:extLst>
              </p:cNvPr>
              <p:cNvSpPr/>
              <p:nvPr/>
            </p:nvSpPr>
            <p:spPr>
              <a:xfrm>
                <a:off x="4051057" y="5952464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4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50" name="Freeform: Shape 3049">
                <a:extLst>
                  <a:ext uri="{FF2B5EF4-FFF2-40B4-BE49-F238E27FC236}">
                    <a16:creationId xmlns:a16="http://schemas.microsoft.com/office/drawing/2014/main" id="{0E4DB433-3B03-EA1A-8723-A33DEF4D0BA8}"/>
                  </a:ext>
                </a:extLst>
              </p:cNvPr>
              <p:cNvSpPr/>
              <p:nvPr/>
            </p:nvSpPr>
            <p:spPr>
              <a:xfrm>
                <a:off x="4047926" y="5951335"/>
                <a:ext cx="6343" cy="6345"/>
              </a:xfrm>
              <a:custGeom>
                <a:avLst/>
                <a:gdLst>
                  <a:gd name="connsiteX0" fmla="*/ 3423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7 h 6345"/>
                  <a:gd name="connsiteX3" fmla="*/ 5666 w 6343"/>
                  <a:gd name="connsiteY3" fmla="*/ 1124 h 6345"/>
                  <a:gd name="connsiteX4" fmla="*/ 3423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7 h 6345"/>
                  <a:gd name="connsiteX7" fmla="*/ 1181 w 6343"/>
                  <a:gd name="connsiteY7" fmla="*/ 5611 h 6345"/>
                  <a:gd name="connsiteX8" fmla="*/ 342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0"/>
                    </a:moveTo>
                    <a:cubicBezTo>
                      <a:pt x="4265" y="6540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7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1" y="529"/>
                      <a:pt x="4265" y="195"/>
                      <a:pt x="3423" y="195"/>
                    </a:cubicBezTo>
                    <a:cubicBezTo>
                      <a:pt x="2582" y="195"/>
                      <a:pt x="1776" y="529"/>
                      <a:pt x="1181" y="1124"/>
                    </a:cubicBezTo>
                    <a:cubicBezTo>
                      <a:pt x="586" y="1719"/>
                      <a:pt x="252" y="2526"/>
                      <a:pt x="252" y="3367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6" y="6206"/>
                      <a:pt x="2582" y="6540"/>
                      <a:pt x="342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51" name="Freeform: Shape 3050">
                <a:extLst>
                  <a:ext uri="{FF2B5EF4-FFF2-40B4-BE49-F238E27FC236}">
                    <a16:creationId xmlns:a16="http://schemas.microsoft.com/office/drawing/2014/main" id="{9D5E43EB-BDB7-2B8D-F65B-9FA64CACB8F5}"/>
                  </a:ext>
                </a:extLst>
              </p:cNvPr>
              <p:cNvSpPr/>
              <p:nvPr/>
            </p:nvSpPr>
            <p:spPr>
              <a:xfrm>
                <a:off x="4045768" y="5951364"/>
                <a:ext cx="6343" cy="6345"/>
              </a:xfrm>
              <a:custGeom>
                <a:avLst/>
                <a:gdLst>
                  <a:gd name="connsiteX0" fmla="*/ 3423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7 h 6345"/>
                  <a:gd name="connsiteX3" fmla="*/ 5666 w 6343"/>
                  <a:gd name="connsiteY3" fmla="*/ 1124 h 6345"/>
                  <a:gd name="connsiteX4" fmla="*/ 3423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7 h 6345"/>
                  <a:gd name="connsiteX7" fmla="*/ 1181 w 6343"/>
                  <a:gd name="connsiteY7" fmla="*/ 5611 h 6345"/>
                  <a:gd name="connsiteX8" fmla="*/ 342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0"/>
                    </a:moveTo>
                    <a:cubicBezTo>
                      <a:pt x="4264" y="6540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7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1" y="529"/>
                      <a:pt x="4264" y="195"/>
                      <a:pt x="3423" y="195"/>
                    </a:cubicBezTo>
                    <a:cubicBezTo>
                      <a:pt x="2582" y="195"/>
                      <a:pt x="1775" y="529"/>
                      <a:pt x="1181" y="1124"/>
                    </a:cubicBezTo>
                    <a:cubicBezTo>
                      <a:pt x="586" y="1719"/>
                      <a:pt x="252" y="2526"/>
                      <a:pt x="252" y="3367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5" y="6206"/>
                      <a:pt x="2582" y="6540"/>
                      <a:pt x="342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52" name="Freeform: Shape 3051">
                <a:extLst>
                  <a:ext uri="{FF2B5EF4-FFF2-40B4-BE49-F238E27FC236}">
                    <a16:creationId xmlns:a16="http://schemas.microsoft.com/office/drawing/2014/main" id="{5FEB940A-F90A-2A47-5427-49AEDC4BA589}"/>
                  </a:ext>
                </a:extLst>
              </p:cNvPr>
              <p:cNvSpPr/>
              <p:nvPr/>
            </p:nvSpPr>
            <p:spPr>
              <a:xfrm>
                <a:off x="4044146" y="5952047"/>
                <a:ext cx="6343" cy="6345"/>
              </a:xfrm>
              <a:custGeom>
                <a:avLst/>
                <a:gdLst>
                  <a:gd name="connsiteX0" fmla="*/ 3423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3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0"/>
                    </a:moveTo>
                    <a:cubicBezTo>
                      <a:pt x="4264" y="6540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1" y="529"/>
                      <a:pt x="4264" y="195"/>
                      <a:pt x="3423" y="195"/>
                    </a:cubicBezTo>
                    <a:cubicBezTo>
                      <a:pt x="2582" y="195"/>
                      <a:pt x="1775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5" y="6206"/>
                      <a:pt x="2582" y="6540"/>
                      <a:pt x="342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53" name="Freeform: Shape 3052">
                <a:extLst>
                  <a:ext uri="{FF2B5EF4-FFF2-40B4-BE49-F238E27FC236}">
                    <a16:creationId xmlns:a16="http://schemas.microsoft.com/office/drawing/2014/main" id="{7A4DADB2-8CEF-DA72-E323-8DB83C294E35}"/>
                  </a:ext>
                </a:extLst>
              </p:cNvPr>
              <p:cNvSpPr/>
              <p:nvPr/>
            </p:nvSpPr>
            <p:spPr>
              <a:xfrm>
                <a:off x="4044366" y="5955081"/>
                <a:ext cx="6343" cy="6345"/>
              </a:xfrm>
              <a:custGeom>
                <a:avLst/>
                <a:gdLst>
                  <a:gd name="connsiteX0" fmla="*/ 3423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3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0"/>
                    </a:moveTo>
                    <a:cubicBezTo>
                      <a:pt x="4264" y="6540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1" y="529"/>
                      <a:pt x="4264" y="195"/>
                      <a:pt x="3423" y="195"/>
                    </a:cubicBezTo>
                    <a:cubicBezTo>
                      <a:pt x="2582" y="195"/>
                      <a:pt x="1775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5" y="6206"/>
                      <a:pt x="2582" y="6540"/>
                      <a:pt x="342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54" name="Freeform: Shape 3053">
                <a:extLst>
                  <a:ext uri="{FF2B5EF4-FFF2-40B4-BE49-F238E27FC236}">
                    <a16:creationId xmlns:a16="http://schemas.microsoft.com/office/drawing/2014/main" id="{E984CCAA-37D0-920B-B9D9-B13D99E18582}"/>
                  </a:ext>
                </a:extLst>
              </p:cNvPr>
              <p:cNvSpPr/>
              <p:nvPr/>
            </p:nvSpPr>
            <p:spPr>
              <a:xfrm>
                <a:off x="4043481" y="5956731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3 w 6343"/>
                  <a:gd name="connsiteY4" fmla="*/ 195 h 6345"/>
                  <a:gd name="connsiteX5" fmla="*/ 1180 w 6343"/>
                  <a:gd name="connsiteY5" fmla="*/ 1124 h 6345"/>
                  <a:gd name="connsiteX6" fmla="*/ 252 w 6343"/>
                  <a:gd name="connsiteY6" fmla="*/ 3368 h 6345"/>
                  <a:gd name="connsiteX7" fmla="*/ 1180 w 6343"/>
                  <a:gd name="connsiteY7" fmla="*/ 5611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6"/>
                      <a:pt x="5666" y="5611"/>
                    </a:cubicBezTo>
                    <a:cubicBezTo>
                      <a:pt x="6260" y="5016"/>
                      <a:pt x="6595" y="4209"/>
                      <a:pt x="6595" y="3368"/>
                    </a:cubicBezTo>
                    <a:cubicBezTo>
                      <a:pt x="6595" y="2526"/>
                      <a:pt x="6260" y="1719"/>
                      <a:pt x="5666" y="1124"/>
                    </a:cubicBezTo>
                    <a:cubicBezTo>
                      <a:pt x="5071" y="530"/>
                      <a:pt x="4264" y="195"/>
                      <a:pt x="3423" y="195"/>
                    </a:cubicBezTo>
                    <a:cubicBezTo>
                      <a:pt x="2582" y="195"/>
                      <a:pt x="1775" y="530"/>
                      <a:pt x="1180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0" y="5611"/>
                    </a:cubicBezTo>
                    <a:cubicBezTo>
                      <a:pt x="1775" y="6206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55" name="Freeform: Shape 3054">
                <a:extLst>
                  <a:ext uri="{FF2B5EF4-FFF2-40B4-BE49-F238E27FC236}">
                    <a16:creationId xmlns:a16="http://schemas.microsoft.com/office/drawing/2014/main" id="{A6F8FE54-C972-247B-5560-B35B23851A72}"/>
                  </a:ext>
                </a:extLst>
              </p:cNvPr>
              <p:cNvSpPr/>
              <p:nvPr/>
            </p:nvSpPr>
            <p:spPr>
              <a:xfrm>
                <a:off x="4042870" y="5958757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3 w 6343"/>
                  <a:gd name="connsiteY4" fmla="*/ 195 h 6345"/>
                  <a:gd name="connsiteX5" fmla="*/ 1180 w 6343"/>
                  <a:gd name="connsiteY5" fmla="*/ 1125 h 6345"/>
                  <a:gd name="connsiteX6" fmla="*/ 252 w 6343"/>
                  <a:gd name="connsiteY6" fmla="*/ 3368 h 6345"/>
                  <a:gd name="connsiteX7" fmla="*/ 1180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6"/>
                      <a:pt x="5666" y="5612"/>
                    </a:cubicBezTo>
                    <a:cubicBezTo>
                      <a:pt x="6260" y="5017"/>
                      <a:pt x="6595" y="4209"/>
                      <a:pt x="6595" y="3368"/>
                    </a:cubicBezTo>
                    <a:cubicBezTo>
                      <a:pt x="6595" y="2527"/>
                      <a:pt x="6260" y="1720"/>
                      <a:pt x="5666" y="1125"/>
                    </a:cubicBezTo>
                    <a:cubicBezTo>
                      <a:pt x="5071" y="530"/>
                      <a:pt x="4264" y="195"/>
                      <a:pt x="3423" y="195"/>
                    </a:cubicBezTo>
                    <a:cubicBezTo>
                      <a:pt x="2582" y="195"/>
                      <a:pt x="1775" y="530"/>
                      <a:pt x="1180" y="1125"/>
                    </a:cubicBezTo>
                    <a:cubicBezTo>
                      <a:pt x="586" y="1720"/>
                      <a:pt x="252" y="2527"/>
                      <a:pt x="252" y="3368"/>
                    </a:cubicBezTo>
                    <a:cubicBezTo>
                      <a:pt x="252" y="4209"/>
                      <a:pt x="586" y="5017"/>
                      <a:pt x="1180" y="5612"/>
                    </a:cubicBezTo>
                    <a:cubicBezTo>
                      <a:pt x="1775" y="6206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56" name="Freeform: Shape 3055">
                <a:extLst>
                  <a:ext uri="{FF2B5EF4-FFF2-40B4-BE49-F238E27FC236}">
                    <a16:creationId xmlns:a16="http://schemas.microsoft.com/office/drawing/2014/main" id="{E2222820-01C8-CDE4-775A-1C18B4005CE1}"/>
                  </a:ext>
                </a:extLst>
              </p:cNvPr>
              <p:cNvSpPr/>
              <p:nvPr/>
            </p:nvSpPr>
            <p:spPr>
              <a:xfrm>
                <a:off x="4042669" y="5961355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0 w 6343"/>
                  <a:gd name="connsiteY5" fmla="*/ 1125 h 6345"/>
                  <a:gd name="connsiteX6" fmla="*/ 251 w 6343"/>
                  <a:gd name="connsiteY6" fmla="*/ 3368 h 6345"/>
                  <a:gd name="connsiteX7" fmla="*/ 1180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0" y="5017"/>
                      <a:pt x="6595" y="4210"/>
                      <a:pt x="6595" y="3368"/>
                    </a:cubicBezTo>
                    <a:cubicBezTo>
                      <a:pt x="6595" y="2527"/>
                      <a:pt x="6260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0" y="1125"/>
                    </a:cubicBezTo>
                    <a:cubicBezTo>
                      <a:pt x="586" y="1720"/>
                      <a:pt x="251" y="2527"/>
                      <a:pt x="251" y="3368"/>
                    </a:cubicBezTo>
                    <a:cubicBezTo>
                      <a:pt x="251" y="4210"/>
                      <a:pt x="586" y="5017"/>
                      <a:pt x="1180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57" name="Freeform: Shape 3056">
                <a:extLst>
                  <a:ext uri="{FF2B5EF4-FFF2-40B4-BE49-F238E27FC236}">
                    <a16:creationId xmlns:a16="http://schemas.microsoft.com/office/drawing/2014/main" id="{A009807B-0D6D-3BB7-2741-AF0145739626}"/>
                  </a:ext>
                </a:extLst>
              </p:cNvPr>
              <p:cNvSpPr/>
              <p:nvPr/>
            </p:nvSpPr>
            <p:spPr>
              <a:xfrm>
                <a:off x="4042386" y="5963882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0 w 6343"/>
                  <a:gd name="connsiteY5" fmla="*/ 1125 h 6345"/>
                  <a:gd name="connsiteX6" fmla="*/ 251 w 6343"/>
                  <a:gd name="connsiteY6" fmla="*/ 3368 h 6345"/>
                  <a:gd name="connsiteX7" fmla="*/ 1180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0" y="5017"/>
                      <a:pt x="6595" y="4210"/>
                      <a:pt x="6595" y="3368"/>
                    </a:cubicBezTo>
                    <a:cubicBezTo>
                      <a:pt x="6595" y="2527"/>
                      <a:pt x="6260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0" y="1125"/>
                    </a:cubicBezTo>
                    <a:cubicBezTo>
                      <a:pt x="586" y="1720"/>
                      <a:pt x="251" y="2527"/>
                      <a:pt x="251" y="3368"/>
                    </a:cubicBezTo>
                    <a:cubicBezTo>
                      <a:pt x="251" y="4210"/>
                      <a:pt x="586" y="5017"/>
                      <a:pt x="1180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58" name="Freeform: Shape 3057">
                <a:extLst>
                  <a:ext uri="{FF2B5EF4-FFF2-40B4-BE49-F238E27FC236}">
                    <a16:creationId xmlns:a16="http://schemas.microsoft.com/office/drawing/2014/main" id="{3A314A7C-77D0-E352-6896-25F73E25BE22}"/>
                  </a:ext>
                </a:extLst>
              </p:cNvPr>
              <p:cNvSpPr/>
              <p:nvPr/>
            </p:nvSpPr>
            <p:spPr>
              <a:xfrm>
                <a:off x="4041657" y="5965838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0 w 6343"/>
                  <a:gd name="connsiteY5" fmla="*/ 1125 h 6345"/>
                  <a:gd name="connsiteX6" fmla="*/ 251 w 6343"/>
                  <a:gd name="connsiteY6" fmla="*/ 3369 h 6345"/>
                  <a:gd name="connsiteX7" fmla="*/ 1180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0" y="5017"/>
                      <a:pt x="6595" y="4210"/>
                      <a:pt x="6595" y="3369"/>
                    </a:cubicBezTo>
                    <a:cubicBezTo>
                      <a:pt x="6595" y="2527"/>
                      <a:pt x="6260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0" y="1125"/>
                    </a:cubicBezTo>
                    <a:cubicBezTo>
                      <a:pt x="586" y="1720"/>
                      <a:pt x="251" y="2527"/>
                      <a:pt x="251" y="3369"/>
                    </a:cubicBezTo>
                    <a:cubicBezTo>
                      <a:pt x="251" y="4210"/>
                      <a:pt x="586" y="5017"/>
                      <a:pt x="1180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59" name="Freeform: Shape 3058">
                <a:extLst>
                  <a:ext uri="{FF2B5EF4-FFF2-40B4-BE49-F238E27FC236}">
                    <a16:creationId xmlns:a16="http://schemas.microsoft.com/office/drawing/2014/main" id="{92B76D65-6A65-8338-35BC-5FD9DA668E01}"/>
                  </a:ext>
                </a:extLst>
              </p:cNvPr>
              <p:cNvSpPr/>
              <p:nvPr/>
            </p:nvSpPr>
            <p:spPr>
              <a:xfrm>
                <a:off x="4041272" y="5968295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6 w 6343"/>
                  <a:gd name="connsiteY1" fmla="*/ 5612 h 6345"/>
                  <a:gd name="connsiteX2" fmla="*/ 6594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0 w 6343"/>
                  <a:gd name="connsiteY5" fmla="*/ 1125 h 6345"/>
                  <a:gd name="connsiteX6" fmla="*/ 251 w 6343"/>
                  <a:gd name="connsiteY6" fmla="*/ 3369 h 6345"/>
                  <a:gd name="connsiteX7" fmla="*/ 1180 w 6343"/>
                  <a:gd name="connsiteY7" fmla="*/ 5612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7"/>
                      <a:pt x="5666" y="5612"/>
                    </a:cubicBezTo>
                    <a:cubicBezTo>
                      <a:pt x="6260" y="5017"/>
                      <a:pt x="6594" y="4210"/>
                      <a:pt x="6594" y="3369"/>
                    </a:cubicBezTo>
                    <a:cubicBezTo>
                      <a:pt x="6594" y="2527"/>
                      <a:pt x="6260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0" y="1125"/>
                    </a:cubicBezTo>
                    <a:cubicBezTo>
                      <a:pt x="586" y="1720"/>
                      <a:pt x="251" y="2527"/>
                      <a:pt x="251" y="3369"/>
                    </a:cubicBezTo>
                    <a:cubicBezTo>
                      <a:pt x="251" y="4210"/>
                      <a:pt x="586" y="5017"/>
                      <a:pt x="1180" y="5612"/>
                    </a:cubicBezTo>
                    <a:cubicBezTo>
                      <a:pt x="1775" y="6207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60" name="Freeform: Shape 3059">
                <a:extLst>
                  <a:ext uri="{FF2B5EF4-FFF2-40B4-BE49-F238E27FC236}">
                    <a16:creationId xmlns:a16="http://schemas.microsoft.com/office/drawing/2014/main" id="{FDAD7B23-B233-7AC6-3CF2-9AB4F2456085}"/>
                  </a:ext>
                </a:extLst>
              </p:cNvPr>
              <p:cNvSpPr/>
              <p:nvPr/>
            </p:nvSpPr>
            <p:spPr>
              <a:xfrm>
                <a:off x="4068899" y="6010065"/>
                <a:ext cx="6343" cy="6345"/>
              </a:xfrm>
              <a:custGeom>
                <a:avLst/>
                <a:gdLst>
                  <a:gd name="connsiteX0" fmla="*/ 3425 w 6343"/>
                  <a:gd name="connsiteY0" fmla="*/ 6545 h 6345"/>
                  <a:gd name="connsiteX1" fmla="*/ 5668 w 6343"/>
                  <a:gd name="connsiteY1" fmla="*/ 5616 h 6345"/>
                  <a:gd name="connsiteX2" fmla="*/ 6597 w 6343"/>
                  <a:gd name="connsiteY2" fmla="*/ 3372 h 6345"/>
                  <a:gd name="connsiteX3" fmla="*/ 5668 w 6343"/>
                  <a:gd name="connsiteY3" fmla="*/ 1129 h 6345"/>
                  <a:gd name="connsiteX4" fmla="*/ 3425 w 6343"/>
                  <a:gd name="connsiteY4" fmla="*/ 199 h 6345"/>
                  <a:gd name="connsiteX5" fmla="*/ 1182 w 6343"/>
                  <a:gd name="connsiteY5" fmla="*/ 1129 h 6345"/>
                  <a:gd name="connsiteX6" fmla="*/ 254 w 6343"/>
                  <a:gd name="connsiteY6" fmla="*/ 3372 h 6345"/>
                  <a:gd name="connsiteX7" fmla="*/ 1182 w 6343"/>
                  <a:gd name="connsiteY7" fmla="*/ 5616 h 6345"/>
                  <a:gd name="connsiteX8" fmla="*/ 3425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5"/>
                    </a:moveTo>
                    <a:cubicBezTo>
                      <a:pt x="4266" y="6545"/>
                      <a:pt x="5073" y="6211"/>
                      <a:pt x="5668" y="5616"/>
                    </a:cubicBezTo>
                    <a:cubicBezTo>
                      <a:pt x="6262" y="5021"/>
                      <a:pt x="6597" y="4214"/>
                      <a:pt x="6597" y="3372"/>
                    </a:cubicBezTo>
                    <a:cubicBezTo>
                      <a:pt x="6597" y="2531"/>
                      <a:pt x="6262" y="1724"/>
                      <a:pt x="5668" y="1129"/>
                    </a:cubicBezTo>
                    <a:cubicBezTo>
                      <a:pt x="5073" y="534"/>
                      <a:pt x="4266" y="199"/>
                      <a:pt x="3425" y="199"/>
                    </a:cubicBezTo>
                    <a:cubicBezTo>
                      <a:pt x="2584" y="199"/>
                      <a:pt x="1777" y="534"/>
                      <a:pt x="1182" y="1129"/>
                    </a:cubicBezTo>
                    <a:cubicBezTo>
                      <a:pt x="588" y="1724"/>
                      <a:pt x="254" y="2531"/>
                      <a:pt x="254" y="3372"/>
                    </a:cubicBezTo>
                    <a:cubicBezTo>
                      <a:pt x="254" y="4214"/>
                      <a:pt x="588" y="5021"/>
                      <a:pt x="1182" y="5616"/>
                    </a:cubicBezTo>
                    <a:cubicBezTo>
                      <a:pt x="1777" y="6211"/>
                      <a:pt x="2584" y="6545"/>
                      <a:pt x="3425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61" name="Freeform: Shape 3060">
                <a:extLst>
                  <a:ext uri="{FF2B5EF4-FFF2-40B4-BE49-F238E27FC236}">
                    <a16:creationId xmlns:a16="http://schemas.microsoft.com/office/drawing/2014/main" id="{C429A631-424F-D0D6-9283-C0C4AE8935D5}"/>
                  </a:ext>
                </a:extLst>
              </p:cNvPr>
              <p:cNvSpPr/>
              <p:nvPr/>
            </p:nvSpPr>
            <p:spPr>
              <a:xfrm>
                <a:off x="4067047" y="6011028"/>
                <a:ext cx="6343" cy="6345"/>
              </a:xfrm>
              <a:custGeom>
                <a:avLst/>
                <a:gdLst>
                  <a:gd name="connsiteX0" fmla="*/ 3425 w 6343"/>
                  <a:gd name="connsiteY0" fmla="*/ 6545 h 6345"/>
                  <a:gd name="connsiteX1" fmla="*/ 5668 w 6343"/>
                  <a:gd name="connsiteY1" fmla="*/ 5616 h 6345"/>
                  <a:gd name="connsiteX2" fmla="*/ 6597 w 6343"/>
                  <a:gd name="connsiteY2" fmla="*/ 3372 h 6345"/>
                  <a:gd name="connsiteX3" fmla="*/ 5668 w 6343"/>
                  <a:gd name="connsiteY3" fmla="*/ 1129 h 6345"/>
                  <a:gd name="connsiteX4" fmla="*/ 3425 w 6343"/>
                  <a:gd name="connsiteY4" fmla="*/ 199 h 6345"/>
                  <a:gd name="connsiteX5" fmla="*/ 1182 w 6343"/>
                  <a:gd name="connsiteY5" fmla="*/ 1129 h 6345"/>
                  <a:gd name="connsiteX6" fmla="*/ 253 w 6343"/>
                  <a:gd name="connsiteY6" fmla="*/ 3372 h 6345"/>
                  <a:gd name="connsiteX7" fmla="*/ 1182 w 6343"/>
                  <a:gd name="connsiteY7" fmla="*/ 5616 h 6345"/>
                  <a:gd name="connsiteX8" fmla="*/ 3425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5"/>
                    </a:moveTo>
                    <a:cubicBezTo>
                      <a:pt x="4266" y="6545"/>
                      <a:pt x="5073" y="6211"/>
                      <a:pt x="5668" y="5616"/>
                    </a:cubicBezTo>
                    <a:cubicBezTo>
                      <a:pt x="6262" y="5021"/>
                      <a:pt x="6597" y="4214"/>
                      <a:pt x="6597" y="3372"/>
                    </a:cubicBezTo>
                    <a:cubicBezTo>
                      <a:pt x="6597" y="2531"/>
                      <a:pt x="6262" y="1724"/>
                      <a:pt x="5668" y="1129"/>
                    </a:cubicBezTo>
                    <a:cubicBezTo>
                      <a:pt x="5073" y="534"/>
                      <a:pt x="4266" y="199"/>
                      <a:pt x="3425" y="199"/>
                    </a:cubicBezTo>
                    <a:cubicBezTo>
                      <a:pt x="2584" y="199"/>
                      <a:pt x="1777" y="534"/>
                      <a:pt x="1182" y="1129"/>
                    </a:cubicBezTo>
                    <a:cubicBezTo>
                      <a:pt x="588" y="1724"/>
                      <a:pt x="253" y="2531"/>
                      <a:pt x="253" y="3372"/>
                    </a:cubicBezTo>
                    <a:cubicBezTo>
                      <a:pt x="253" y="4214"/>
                      <a:pt x="588" y="5021"/>
                      <a:pt x="1182" y="5616"/>
                    </a:cubicBezTo>
                    <a:cubicBezTo>
                      <a:pt x="1777" y="6211"/>
                      <a:pt x="2584" y="6545"/>
                      <a:pt x="3425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62" name="Freeform: Shape 3061">
                <a:extLst>
                  <a:ext uri="{FF2B5EF4-FFF2-40B4-BE49-F238E27FC236}">
                    <a16:creationId xmlns:a16="http://schemas.microsoft.com/office/drawing/2014/main" id="{189D6C2F-26AF-3B5F-E6AE-8ECE02B86BDB}"/>
                  </a:ext>
                </a:extLst>
              </p:cNvPr>
              <p:cNvSpPr/>
              <p:nvPr/>
            </p:nvSpPr>
            <p:spPr>
              <a:xfrm>
                <a:off x="4066576" y="6013971"/>
                <a:ext cx="6343" cy="6345"/>
              </a:xfrm>
              <a:custGeom>
                <a:avLst/>
                <a:gdLst>
                  <a:gd name="connsiteX0" fmla="*/ 3425 w 6343"/>
                  <a:gd name="connsiteY0" fmla="*/ 6545 h 6345"/>
                  <a:gd name="connsiteX1" fmla="*/ 5668 w 6343"/>
                  <a:gd name="connsiteY1" fmla="*/ 5616 h 6345"/>
                  <a:gd name="connsiteX2" fmla="*/ 6596 w 6343"/>
                  <a:gd name="connsiteY2" fmla="*/ 3372 h 6345"/>
                  <a:gd name="connsiteX3" fmla="*/ 5668 w 6343"/>
                  <a:gd name="connsiteY3" fmla="*/ 1129 h 6345"/>
                  <a:gd name="connsiteX4" fmla="*/ 3425 w 6343"/>
                  <a:gd name="connsiteY4" fmla="*/ 200 h 6345"/>
                  <a:gd name="connsiteX5" fmla="*/ 1182 w 6343"/>
                  <a:gd name="connsiteY5" fmla="*/ 1129 h 6345"/>
                  <a:gd name="connsiteX6" fmla="*/ 253 w 6343"/>
                  <a:gd name="connsiteY6" fmla="*/ 3372 h 6345"/>
                  <a:gd name="connsiteX7" fmla="*/ 1182 w 6343"/>
                  <a:gd name="connsiteY7" fmla="*/ 5616 h 6345"/>
                  <a:gd name="connsiteX8" fmla="*/ 3425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5"/>
                    </a:moveTo>
                    <a:cubicBezTo>
                      <a:pt x="4266" y="6545"/>
                      <a:pt x="5073" y="6211"/>
                      <a:pt x="5668" y="5616"/>
                    </a:cubicBezTo>
                    <a:cubicBezTo>
                      <a:pt x="6262" y="5021"/>
                      <a:pt x="6596" y="4214"/>
                      <a:pt x="6596" y="3372"/>
                    </a:cubicBezTo>
                    <a:cubicBezTo>
                      <a:pt x="6596" y="2531"/>
                      <a:pt x="6262" y="1724"/>
                      <a:pt x="5668" y="1129"/>
                    </a:cubicBezTo>
                    <a:cubicBezTo>
                      <a:pt x="5073" y="534"/>
                      <a:pt x="4266" y="200"/>
                      <a:pt x="3425" y="200"/>
                    </a:cubicBezTo>
                    <a:cubicBezTo>
                      <a:pt x="2584" y="200"/>
                      <a:pt x="1777" y="534"/>
                      <a:pt x="1182" y="1129"/>
                    </a:cubicBezTo>
                    <a:cubicBezTo>
                      <a:pt x="588" y="1724"/>
                      <a:pt x="253" y="2531"/>
                      <a:pt x="253" y="3372"/>
                    </a:cubicBezTo>
                    <a:cubicBezTo>
                      <a:pt x="253" y="4214"/>
                      <a:pt x="588" y="5021"/>
                      <a:pt x="1182" y="5616"/>
                    </a:cubicBezTo>
                    <a:cubicBezTo>
                      <a:pt x="1777" y="6211"/>
                      <a:pt x="2584" y="6545"/>
                      <a:pt x="3425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63" name="Freeform: Shape 3062">
                <a:extLst>
                  <a:ext uri="{FF2B5EF4-FFF2-40B4-BE49-F238E27FC236}">
                    <a16:creationId xmlns:a16="http://schemas.microsoft.com/office/drawing/2014/main" id="{F9AA813C-F663-9CE5-D65F-A170EE9D9C36}"/>
                  </a:ext>
                </a:extLst>
              </p:cNvPr>
              <p:cNvSpPr/>
              <p:nvPr/>
            </p:nvSpPr>
            <p:spPr>
              <a:xfrm>
                <a:off x="4065295" y="6015781"/>
                <a:ext cx="6343" cy="6345"/>
              </a:xfrm>
              <a:custGeom>
                <a:avLst/>
                <a:gdLst>
                  <a:gd name="connsiteX0" fmla="*/ 3425 w 6343"/>
                  <a:gd name="connsiteY0" fmla="*/ 6545 h 6345"/>
                  <a:gd name="connsiteX1" fmla="*/ 5667 w 6343"/>
                  <a:gd name="connsiteY1" fmla="*/ 5616 h 6345"/>
                  <a:gd name="connsiteX2" fmla="*/ 6596 w 6343"/>
                  <a:gd name="connsiteY2" fmla="*/ 3373 h 6345"/>
                  <a:gd name="connsiteX3" fmla="*/ 5667 w 6343"/>
                  <a:gd name="connsiteY3" fmla="*/ 1129 h 6345"/>
                  <a:gd name="connsiteX4" fmla="*/ 3425 w 6343"/>
                  <a:gd name="connsiteY4" fmla="*/ 200 h 6345"/>
                  <a:gd name="connsiteX5" fmla="*/ 1182 w 6343"/>
                  <a:gd name="connsiteY5" fmla="*/ 1129 h 6345"/>
                  <a:gd name="connsiteX6" fmla="*/ 253 w 6343"/>
                  <a:gd name="connsiteY6" fmla="*/ 3373 h 6345"/>
                  <a:gd name="connsiteX7" fmla="*/ 1182 w 6343"/>
                  <a:gd name="connsiteY7" fmla="*/ 5616 h 6345"/>
                  <a:gd name="connsiteX8" fmla="*/ 3425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5"/>
                    </a:moveTo>
                    <a:cubicBezTo>
                      <a:pt x="4266" y="6545"/>
                      <a:pt x="5073" y="6211"/>
                      <a:pt x="5667" y="5616"/>
                    </a:cubicBezTo>
                    <a:cubicBezTo>
                      <a:pt x="6262" y="5021"/>
                      <a:pt x="6596" y="4214"/>
                      <a:pt x="6596" y="3373"/>
                    </a:cubicBezTo>
                    <a:cubicBezTo>
                      <a:pt x="6596" y="2531"/>
                      <a:pt x="6262" y="1724"/>
                      <a:pt x="5667" y="1129"/>
                    </a:cubicBezTo>
                    <a:cubicBezTo>
                      <a:pt x="5073" y="534"/>
                      <a:pt x="4266" y="200"/>
                      <a:pt x="3425" y="200"/>
                    </a:cubicBezTo>
                    <a:cubicBezTo>
                      <a:pt x="2584" y="200"/>
                      <a:pt x="1777" y="534"/>
                      <a:pt x="1182" y="1129"/>
                    </a:cubicBezTo>
                    <a:cubicBezTo>
                      <a:pt x="587" y="1724"/>
                      <a:pt x="253" y="2531"/>
                      <a:pt x="253" y="3373"/>
                    </a:cubicBezTo>
                    <a:cubicBezTo>
                      <a:pt x="253" y="4214"/>
                      <a:pt x="587" y="5021"/>
                      <a:pt x="1182" y="5616"/>
                    </a:cubicBezTo>
                    <a:cubicBezTo>
                      <a:pt x="1777" y="6211"/>
                      <a:pt x="2584" y="6545"/>
                      <a:pt x="3425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64" name="Freeform: Shape 3063">
                <a:extLst>
                  <a:ext uri="{FF2B5EF4-FFF2-40B4-BE49-F238E27FC236}">
                    <a16:creationId xmlns:a16="http://schemas.microsoft.com/office/drawing/2014/main" id="{8C0DE18C-4E92-8D16-697E-42E29DEE2E19}"/>
                  </a:ext>
                </a:extLst>
              </p:cNvPr>
              <p:cNvSpPr/>
              <p:nvPr/>
            </p:nvSpPr>
            <p:spPr>
              <a:xfrm>
                <a:off x="4065759" y="6020186"/>
                <a:ext cx="6343" cy="6345"/>
              </a:xfrm>
              <a:custGeom>
                <a:avLst/>
                <a:gdLst>
                  <a:gd name="connsiteX0" fmla="*/ 3425 w 6343"/>
                  <a:gd name="connsiteY0" fmla="*/ 6546 h 6345"/>
                  <a:gd name="connsiteX1" fmla="*/ 5668 w 6343"/>
                  <a:gd name="connsiteY1" fmla="*/ 5616 h 6345"/>
                  <a:gd name="connsiteX2" fmla="*/ 6596 w 6343"/>
                  <a:gd name="connsiteY2" fmla="*/ 3373 h 6345"/>
                  <a:gd name="connsiteX3" fmla="*/ 5668 w 6343"/>
                  <a:gd name="connsiteY3" fmla="*/ 1129 h 6345"/>
                  <a:gd name="connsiteX4" fmla="*/ 3425 w 6343"/>
                  <a:gd name="connsiteY4" fmla="*/ 200 h 6345"/>
                  <a:gd name="connsiteX5" fmla="*/ 1182 w 6343"/>
                  <a:gd name="connsiteY5" fmla="*/ 1129 h 6345"/>
                  <a:gd name="connsiteX6" fmla="*/ 253 w 6343"/>
                  <a:gd name="connsiteY6" fmla="*/ 3373 h 6345"/>
                  <a:gd name="connsiteX7" fmla="*/ 1182 w 6343"/>
                  <a:gd name="connsiteY7" fmla="*/ 5616 h 6345"/>
                  <a:gd name="connsiteX8" fmla="*/ 3425 w 6343"/>
                  <a:gd name="connsiteY8" fmla="*/ 65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6"/>
                    </a:moveTo>
                    <a:cubicBezTo>
                      <a:pt x="4266" y="6546"/>
                      <a:pt x="5073" y="6211"/>
                      <a:pt x="5668" y="5616"/>
                    </a:cubicBezTo>
                    <a:cubicBezTo>
                      <a:pt x="6262" y="5021"/>
                      <a:pt x="6596" y="4214"/>
                      <a:pt x="6596" y="3373"/>
                    </a:cubicBezTo>
                    <a:cubicBezTo>
                      <a:pt x="6596" y="2531"/>
                      <a:pt x="6262" y="1724"/>
                      <a:pt x="5668" y="1129"/>
                    </a:cubicBezTo>
                    <a:cubicBezTo>
                      <a:pt x="5073" y="535"/>
                      <a:pt x="4266" y="200"/>
                      <a:pt x="3425" y="200"/>
                    </a:cubicBezTo>
                    <a:cubicBezTo>
                      <a:pt x="2584" y="200"/>
                      <a:pt x="1777" y="535"/>
                      <a:pt x="1182" y="1129"/>
                    </a:cubicBezTo>
                    <a:cubicBezTo>
                      <a:pt x="587" y="1724"/>
                      <a:pt x="253" y="2531"/>
                      <a:pt x="253" y="3373"/>
                    </a:cubicBezTo>
                    <a:cubicBezTo>
                      <a:pt x="253" y="4214"/>
                      <a:pt x="587" y="5021"/>
                      <a:pt x="1182" y="5616"/>
                    </a:cubicBezTo>
                    <a:cubicBezTo>
                      <a:pt x="1777" y="6211"/>
                      <a:pt x="2584" y="6546"/>
                      <a:pt x="3425" y="65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65" name="Freeform: Shape 3064">
                <a:extLst>
                  <a:ext uri="{FF2B5EF4-FFF2-40B4-BE49-F238E27FC236}">
                    <a16:creationId xmlns:a16="http://schemas.microsoft.com/office/drawing/2014/main" id="{4E079928-802D-6E9E-0E24-87E808DB780E}"/>
                  </a:ext>
                </a:extLst>
              </p:cNvPr>
              <p:cNvSpPr/>
              <p:nvPr/>
            </p:nvSpPr>
            <p:spPr>
              <a:xfrm>
                <a:off x="4032728" y="5974528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69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69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80" y="1126"/>
                    </a:cubicBezTo>
                    <a:cubicBezTo>
                      <a:pt x="585" y="1721"/>
                      <a:pt x="251" y="2528"/>
                      <a:pt x="251" y="3369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66" name="Freeform: Shape 3065">
                <a:extLst>
                  <a:ext uri="{FF2B5EF4-FFF2-40B4-BE49-F238E27FC236}">
                    <a16:creationId xmlns:a16="http://schemas.microsoft.com/office/drawing/2014/main" id="{1CBE3A94-6ECB-DEE0-211C-A8ED09925542}"/>
                  </a:ext>
                </a:extLst>
              </p:cNvPr>
              <p:cNvSpPr/>
              <p:nvPr/>
            </p:nvSpPr>
            <p:spPr>
              <a:xfrm>
                <a:off x="4030946" y="5975027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1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69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1" y="2528"/>
                      <a:pt x="251" y="3369"/>
                    </a:cubicBezTo>
                    <a:cubicBezTo>
                      <a:pt x="251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67" name="Freeform: Shape 3066">
                <a:extLst>
                  <a:ext uri="{FF2B5EF4-FFF2-40B4-BE49-F238E27FC236}">
                    <a16:creationId xmlns:a16="http://schemas.microsoft.com/office/drawing/2014/main" id="{E852FBDA-19E1-D313-8E52-1D0F09883C98}"/>
                  </a:ext>
                </a:extLst>
              </p:cNvPr>
              <p:cNvSpPr/>
              <p:nvPr/>
            </p:nvSpPr>
            <p:spPr>
              <a:xfrm>
                <a:off x="4029215" y="5975593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69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0" y="2528"/>
                      <a:pt x="250" y="3369"/>
                    </a:cubicBezTo>
                    <a:cubicBezTo>
                      <a:pt x="250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68" name="Freeform: Shape 3067">
                <a:extLst>
                  <a:ext uri="{FF2B5EF4-FFF2-40B4-BE49-F238E27FC236}">
                    <a16:creationId xmlns:a16="http://schemas.microsoft.com/office/drawing/2014/main" id="{3CA26D45-8401-5C4A-8578-E87CB6ED6C44}"/>
                  </a:ext>
                </a:extLst>
              </p:cNvPr>
              <p:cNvSpPr/>
              <p:nvPr/>
            </p:nvSpPr>
            <p:spPr>
              <a:xfrm>
                <a:off x="4027663" y="5976426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69" name="Freeform: Shape 3068">
                <a:extLst>
                  <a:ext uri="{FF2B5EF4-FFF2-40B4-BE49-F238E27FC236}">
                    <a16:creationId xmlns:a16="http://schemas.microsoft.com/office/drawing/2014/main" id="{DD8614CE-024D-3108-C58F-51AB97E8AC72}"/>
                  </a:ext>
                </a:extLst>
              </p:cNvPr>
              <p:cNvSpPr/>
              <p:nvPr/>
            </p:nvSpPr>
            <p:spPr>
              <a:xfrm>
                <a:off x="4099201" y="6092727"/>
                <a:ext cx="6343" cy="6345"/>
              </a:xfrm>
              <a:custGeom>
                <a:avLst/>
                <a:gdLst>
                  <a:gd name="connsiteX0" fmla="*/ 3428 w 6343"/>
                  <a:gd name="connsiteY0" fmla="*/ 6551 h 6345"/>
                  <a:gd name="connsiteX1" fmla="*/ 5670 w 6343"/>
                  <a:gd name="connsiteY1" fmla="*/ 5622 h 6345"/>
                  <a:gd name="connsiteX2" fmla="*/ 6599 w 6343"/>
                  <a:gd name="connsiteY2" fmla="*/ 3379 h 6345"/>
                  <a:gd name="connsiteX3" fmla="*/ 5670 w 6343"/>
                  <a:gd name="connsiteY3" fmla="*/ 1135 h 6345"/>
                  <a:gd name="connsiteX4" fmla="*/ 3428 w 6343"/>
                  <a:gd name="connsiteY4" fmla="*/ 206 h 6345"/>
                  <a:gd name="connsiteX5" fmla="*/ 1185 w 6343"/>
                  <a:gd name="connsiteY5" fmla="*/ 1135 h 6345"/>
                  <a:gd name="connsiteX6" fmla="*/ 256 w 6343"/>
                  <a:gd name="connsiteY6" fmla="*/ 3379 h 6345"/>
                  <a:gd name="connsiteX7" fmla="*/ 1185 w 6343"/>
                  <a:gd name="connsiteY7" fmla="*/ 5622 h 6345"/>
                  <a:gd name="connsiteX8" fmla="*/ 3428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51"/>
                    </a:moveTo>
                    <a:cubicBezTo>
                      <a:pt x="4269" y="6551"/>
                      <a:pt x="5075" y="6217"/>
                      <a:pt x="5670" y="5622"/>
                    </a:cubicBezTo>
                    <a:cubicBezTo>
                      <a:pt x="6265" y="5027"/>
                      <a:pt x="6599" y="4220"/>
                      <a:pt x="6599" y="3379"/>
                    </a:cubicBezTo>
                    <a:cubicBezTo>
                      <a:pt x="6599" y="2537"/>
                      <a:pt x="6265" y="1730"/>
                      <a:pt x="5670" y="1135"/>
                    </a:cubicBezTo>
                    <a:cubicBezTo>
                      <a:pt x="5075" y="540"/>
                      <a:pt x="4269" y="206"/>
                      <a:pt x="3428" y="206"/>
                    </a:cubicBezTo>
                    <a:cubicBezTo>
                      <a:pt x="2586" y="206"/>
                      <a:pt x="1780" y="540"/>
                      <a:pt x="1185" y="1135"/>
                    </a:cubicBezTo>
                    <a:cubicBezTo>
                      <a:pt x="590" y="1730"/>
                      <a:pt x="256" y="2537"/>
                      <a:pt x="256" y="3379"/>
                    </a:cubicBezTo>
                    <a:cubicBezTo>
                      <a:pt x="256" y="4220"/>
                      <a:pt x="590" y="5027"/>
                      <a:pt x="1185" y="5622"/>
                    </a:cubicBezTo>
                    <a:cubicBezTo>
                      <a:pt x="1780" y="6217"/>
                      <a:pt x="2586" y="6551"/>
                      <a:pt x="3428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70" name="Freeform: Shape 3069">
                <a:extLst>
                  <a:ext uri="{FF2B5EF4-FFF2-40B4-BE49-F238E27FC236}">
                    <a16:creationId xmlns:a16="http://schemas.microsoft.com/office/drawing/2014/main" id="{F204E48E-F299-B7B6-83CB-EACF539E9026}"/>
                  </a:ext>
                </a:extLst>
              </p:cNvPr>
              <p:cNvSpPr/>
              <p:nvPr/>
            </p:nvSpPr>
            <p:spPr>
              <a:xfrm>
                <a:off x="4097309" y="6094592"/>
                <a:ext cx="6343" cy="6345"/>
              </a:xfrm>
              <a:custGeom>
                <a:avLst/>
                <a:gdLst>
                  <a:gd name="connsiteX0" fmla="*/ 3427 w 6343"/>
                  <a:gd name="connsiteY0" fmla="*/ 6551 h 6345"/>
                  <a:gd name="connsiteX1" fmla="*/ 5670 w 6343"/>
                  <a:gd name="connsiteY1" fmla="*/ 5622 h 6345"/>
                  <a:gd name="connsiteX2" fmla="*/ 6599 w 6343"/>
                  <a:gd name="connsiteY2" fmla="*/ 3379 h 6345"/>
                  <a:gd name="connsiteX3" fmla="*/ 5670 w 6343"/>
                  <a:gd name="connsiteY3" fmla="*/ 1135 h 6345"/>
                  <a:gd name="connsiteX4" fmla="*/ 3427 w 6343"/>
                  <a:gd name="connsiteY4" fmla="*/ 206 h 6345"/>
                  <a:gd name="connsiteX5" fmla="*/ 1185 w 6343"/>
                  <a:gd name="connsiteY5" fmla="*/ 1135 h 6345"/>
                  <a:gd name="connsiteX6" fmla="*/ 256 w 6343"/>
                  <a:gd name="connsiteY6" fmla="*/ 3379 h 6345"/>
                  <a:gd name="connsiteX7" fmla="*/ 1185 w 6343"/>
                  <a:gd name="connsiteY7" fmla="*/ 5622 h 6345"/>
                  <a:gd name="connsiteX8" fmla="*/ 3427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51"/>
                    </a:moveTo>
                    <a:cubicBezTo>
                      <a:pt x="4268" y="6551"/>
                      <a:pt x="5075" y="6217"/>
                      <a:pt x="5670" y="5622"/>
                    </a:cubicBezTo>
                    <a:cubicBezTo>
                      <a:pt x="6265" y="5027"/>
                      <a:pt x="6599" y="4220"/>
                      <a:pt x="6599" y="3379"/>
                    </a:cubicBezTo>
                    <a:cubicBezTo>
                      <a:pt x="6599" y="2537"/>
                      <a:pt x="6265" y="1730"/>
                      <a:pt x="5670" y="1135"/>
                    </a:cubicBezTo>
                    <a:cubicBezTo>
                      <a:pt x="5075" y="540"/>
                      <a:pt x="4268" y="206"/>
                      <a:pt x="3427" y="206"/>
                    </a:cubicBezTo>
                    <a:cubicBezTo>
                      <a:pt x="2586" y="206"/>
                      <a:pt x="1779" y="540"/>
                      <a:pt x="1185" y="1135"/>
                    </a:cubicBezTo>
                    <a:cubicBezTo>
                      <a:pt x="590" y="1730"/>
                      <a:pt x="256" y="2537"/>
                      <a:pt x="256" y="3379"/>
                    </a:cubicBezTo>
                    <a:cubicBezTo>
                      <a:pt x="256" y="4220"/>
                      <a:pt x="590" y="5027"/>
                      <a:pt x="1185" y="5622"/>
                    </a:cubicBezTo>
                    <a:cubicBezTo>
                      <a:pt x="1779" y="6217"/>
                      <a:pt x="2586" y="6551"/>
                      <a:pt x="3427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71" name="Freeform: Shape 3070">
                <a:extLst>
                  <a:ext uri="{FF2B5EF4-FFF2-40B4-BE49-F238E27FC236}">
                    <a16:creationId xmlns:a16="http://schemas.microsoft.com/office/drawing/2014/main" id="{5C2B46DC-3FE3-ADC1-7778-082EAC32C176}"/>
                  </a:ext>
                </a:extLst>
              </p:cNvPr>
              <p:cNvSpPr/>
              <p:nvPr/>
            </p:nvSpPr>
            <p:spPr>
              <a:xfrm>
                <a:off x="4094753" y="6095395"/>
                <a:ext cx="6343" cy="6345"/>
              </a:xfrm>
              <a:custGeom>
                <a:avLst/>
                <a:gdLst>
                  <a:gd name="connsiteX0" fmla="*/ 3427 w 6343"/>
                  <a:gd name="connsiteY0" fmla="*/ 6552 h 6345"/>
                  <a:gd name="connsiteX1" fmla="*/ 5670 w 6343"/>
                  <a:gd name="connsiteY1" fmla="*/ 5622 h 6345"/>
                  <a:gd name="connsiteX2" fmla="*/ 6599 w 6343"/>
                  <a:gd name="connsiteY2" fmla="*/ 3379 h 6345"/>
                  <a:gd name="connsiteX3" fmla="*/ 5670 w 6343"/>
                  <a:gd name="connsiteY3" fmla="*/ 1135 h 6345"/>
                  <a:gd name="connsiteX4" fmla="*/ 3427 w 6343"/>
                  <a:gd name="connsiteY4" fmla="*/ 206 h 6345"/>
                  <a:gd name="connsiteX5" fmla="*/ 1185 w 6343"/>
                  <a:gd name="connsiteY5" fmla="*/ 1135 h 6345"/>
                  <a:gd name="connsiteX6" fmla="*/ 256 w 6343"/>
                  <a:gd name="connsiteY6" fmla="*/ 3379 h 6345"/>
                  <a:gd name="connsiteX7" fmla="*/ 1185 w 6343"/>
                  <a:gd name="connsiteY7" fmla="*/ 5622 h 6345"/>
                  <a:gd name="connsiteX8" fmla="*/ 3427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52"/>
                    </a:moveTo>
                    <a:cubicBezTo>
                      <a:pt x="4268" y="6552"/>
                      <a:pt x="5075" y="6217"/>
                      <a:pt x="5670" y="5622"/>
                    </a:cubicBezTo>
                    <a:cubicBezTo>
                      <a:pt x="6265" y="5027"/>
                      <a:pt x="6599" y="4220"/>
                      <a:pt x="6599" y="3379"/>
                    </a:cubicBezTo>
                    <a:cubicBezTo>
                      <a:pt x="6599" y="2537"/>
                      <a:pt x="6265" y="1730"/>
                      <a:pt x="5670" y="1135"/>
                    </a:cubicBezTo>
                    <a:cubicBezTo>
                      <a:pt x="5075" y="540"/>
                      <a:pt x="4268" y="206"/>
                      <a:pt x="3427" y="206"/>
                    </a:cubicBezTo>
                    <a:cubicBezTo>
                      <a:pt x="2586" y="206"/>
                      <a:pt x="1779" y="540"/>
                      <a:pt x="1185" y="1135"/>
                    </a:cubicBezTo>
                    <a:cubicBezTo>
                      <a:pt x="590" y="1730"/>
                      <a:pt x="256" y="2537"/>
                      <a:pt x="256" y="3379"/>
                    </a:cubicBezTo>
                    <a:cubicBezTo>
                      <a:pt x="256" y="4220"/>
                      <a:pt x="590" y="5027"/>
                      <a:pt x="1185" y="5622"/>
                    </a:cubicBezTo>
                    <a:cubicBezTo>
                      <a:pt x="1779" y="6217"/>
                      <a:pt x="2586" y="6552"/>
                      <a:pt x="3427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72" name="Freeform: Shape 3071">
                <a:extLst>
                  <a:ext uri="{FF2B5EF4-FFF2-40B4-BE49-F238E27FC236}">
                    <a16:creationId xmlns:a16="http://schemas.microsoft.com/office/drawing/2014/main" id="{039FC73A-5488-0C1B-A220-48B0900E8C3F}"/>
                  </a:ext>
                </a:extLst>
              </p:cNvPr>
              <p:cNvSpPr/>
              <p:nvPr/>
            </p:nvSpPr>
            <p:spPr>
              <a:xfrm>
                <a:off x="4090690" y="6093700"/>
                <a:ext cx="6343" cy="6345"/>
              </a:xfrm>
              <a:custGeom>
                <a:avLst/>
                <a:gdLst>
                  <a:gd name="connsiteX0" fmla="*/ 3427 w 6343"/>
                  <a:gd name="connsiteY0" fmla="*/ 6551 h 6345"/>
                  <a:gd name="connsiteX1" fmla="*/ 5669 w 6343"/>
                  <a:gd name="connsiteY1" fmla="*/ 5622 h 6345"/>
                  <a:gd name="connsiteX2" fmla="*/ 6598 w 6343"/>
                  <a:gd name="connsiteY2" fmla="*/ 3379 h 6345"/>
                  <a:gd name="connsiteX3" fmla="*/ 5669 w 6343"/>
                  <a:gd name="connsiteY3" fmla="*/ 1135 h 6345"/>
                  <a:gd name="connsiteX4" fmla="*/ 3427 w 6343"/>
                  <a:gd name="connsiteY4" fmla="*/ 206 h 6345"/>
                  <a:gd name="connsiteX5" fmla="*/ 1184 w 6343"/>
                  <a:gd name="connsiteY5" fmla="*/ 1135 h 6345"/>
                  <a:gd name="connsiteX6" fmla="*/ 255 w 6343"/>
                  <a:gd name="connsiteY6" fmla="*/ 3379 h 6345"/>
                  <a:gd name="connsiteX7" fmla="*/ 1184 w 6343"/>
                  <a:gd name="connsiteY7" fmla="*/ 5622 h 6345"/>
                  <a:gd name="connsiteX8" fmla="*/ 3427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51"/>
                    </a:moveTo>
                    <a:cubicBezTo>
                      <a:pt x="4268" y="6551"/>
                      <a:pt x="5075" y="6217"/>
                      <a:pt x="5669" y="5622"/>
                    </a:cubicBezTo>
                    <a:cubicBezTo>
                      <a:pt x="6264" y="5027"/>
                      <a:pt x="6598" y="4220"/>
                      <a:pt x="6598" y="3379"/>
                    </a:cubicBezTo>
                    <a:cubicBezTo>
                      <a:pt x="6598" y="2537"/>
                      <a:pt x="6264" y="1730"/>
                      <a:pt x="5669" y="1135"/>
                    </a:cubicBezTo>
                    <a:cubicBezTo>
                      <a:pt x="5075" y="540"/>
                      <a:pt x="4268" y="206"/>
                      <a:pt x="3427" y="206"/>
                    </a:cubicBezTo>
                    <a:cubicBezTo>
                      <a:pt x="2586" y="206"/>
                      <a:pt x="1779" y="540"/>
                      <a:pt x="1184" y="1135"/>
                    </a:cubicBezTo>
                    <a:cubicBezTo>
                      <a:pt x="589" y="1730"/>
                      <a:pt x="255" y="2537"/>
                      <a:pt x="255" y="3379"/>
                    </a:cubicBezTo>
                    <a:cubicBezTo>
                      <a:pt x="255" y="4220"/>
                      <a:pt x="589" y="5027"/>
                      <a:pt x="1184" y="5622"/>
                    </a:cubicBezTo>
                    <a:cubicBezTo>
                      <a:pt x="1779" y="6217"/>
                      <a:pt x="2586" y="6551"/>
                      <a:pt x="3427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73" name="Freeform: Shape 3072">
                <a:extLst>
                  <a:ext uri="{FF2B5EF4-FFF2-40B4-BE49-F238E27FC236}">
                    <a16:creationId xmlns:a16="http://schemas.microsoft.com/office/drawing/2014/main" id="{E37AD003-33E9-0126-473C-DE9359A134E4}"/>
                  </a:ext>
                </a:extLst>
              </p:cNvPr>
              <p:cNvSpPr/>
              <p:nvPr/>
            </p:nvSpPr>
            <p:spPr>
              <a:xfrm>
                <a:off x="4087731" y="6093764"/>
                <a:ext cx="6343" cy="6345"/>
              </a:xfrm>
              <a:custGeom>
                <a:avLst/>
                <a:gdLst>
                  <a:gd name="connsiteX0" fmla="*/ 3427 w 6343"/>
                  <a:gd name="connsiteY0" fmla="*/ 6551 h 6345"/>
                  <a:gd name="connsiteX1" fmla="*/ 5669 w 6343"/>
                  <a:gd name="connsiteY1" fmla="*/ 5622 h 6345"/>
                  <a:gd name="connsiteX2" fmla="*/ 6598 w 6343"/>
                  <a:gd name="connsiteY2" fmla="*/ 3379 h 6345"/>
                  <a:gd name="connsiteX3" fmla="*/ 5669 w 6343"/>
                  <a:gd name="connsiteY3" fmla="*/ 1135 h 6345"/>
                  <a:gd name="connsiteX4" fmla="*/ 3427 w 6343"/>
                  <a:gd name="connsiteY4" fmla="*/ 206 h 6345"/>
                  <a:gd name="connsiteX5" fmla="*/ 1184 w 6343"/>
                  <a:gd name="connsiteY5" fmla="*/ 1135 h 6345"/>
                  <a:gd name="connsiteX6" fmla="*/ 255 w 6343"/>
                  <a:gd name="connsiteY6" fmla="*/ 3379 h 6345"/>
                  <a:gd name="connsiteX7" fmla="*/ 1184 w 6343"/>
                  <a:gd name="connsiteY7" fmla="*/ 5622 h 6345"/>
                  <a:gd name="connsiteX8" fmla="*/ 3427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51"/>
                    </a:moveTo>
                    <a:cubicBezTo>
                      <a:pt x="4268" y="6551"/>
                      <a:pt x="5074" y="6217"/>
                      <a:pt x="5669" y="5622"/>
                    </a:cubicBezTo>
                    <a:cubicBezTo>
                      <a:pt x="6264" y="5027"/>
                      <a:pt x="6598" y="4220"/>
                      <a:pt x="6598" y="3379"/>
                    </a:cubicBezTo>
                    <a:cubicBezTo>
                      <a:pt x="6598" y="2537"/>
                      <a:pt x="6264" y="1730"/>
                      <a:pt x="5669" y="1135"/>
                    </a:cubicBezTo>
                    <a:cubicBezTo>
                      <a:pt x="5074" y="540"/>
                      <a:pt x="4268" y="206"/>
                      <a:pt x="3427" y="206"/>
                    </a:cubicBezTo>
                    <a:cubicBezTo>
                      <a:pt x="2585" y="206"/>
                      <a:pt x="1779" y="540"/>
                      <a:pt x="1184" y="1135"/>
                    </a:cubicBezTo>
                    <a:cubicBezTo>
                      <a:pt x="589" y="1730"/>
                      <a:pt x="255" y="2537"/>
                      <a:pt x="255" y="3379"/>
                    </a:cubicBezTo>
                    <a:cubicBezTo>
                      <a:pt x="255" y="4220"/>
                      <a:pt x="589" y="5027"/>
                      <a:pt x="1184" y="5622"/>
                    </a:cubicBezTo>
                    <a:cubicBezTo>
                      <a:pt x="1779" y="6217"/>
                      <a:pt x="2585" y="6551"/>
                      <a:pt x="3427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74" name="Freeform: Shape 3073">
                <a:extLst>
                  <a:ext uri="{FF2B5EF4-FFF2-40B4-BE49-F238E27FC236}">
                    <a16:creationId xmlns:a16="http://schemas.microsoft.com/office/drawing/2014/main" id="{6CE6898F-DFCC-9B20-8B8D-5FA12CAB2F84}"/>
                  </a:ext>
                </a:extLst>
              </p:cNvPr>
              <p:cNvSpPr/>
              <p:nvPr/>
            </p:nvSpPr>
            <p:spPr>
              <a:xfrm>
                <a:off x="4083958" y="6092412"/>
                <a:ext cx="6343" cy="6345"/>
              </a:xfrm>
              <a:custGeom>
                <a:avLst/>
                <a:gdLst>
                  <a:gd name="connsiteX0" fmla="*/ 3426 w 6343"/>
                  <a:gd name="connsiteY0" fmla="*/ 6551 h 6345"/>
                  <a:gd name="connsiteX1" fmla="*/ 5669 w 6343"/>
                  <a:gd name="connsiteY1" fmla="*/ 5622 h 6345"/>
                  <a:gd name="connsiteX2" fmla="*/ 6598 w 6343"/>
                  <a:gd name="connsiteY2" fmla="*/ 3379 h 6345"/>
                  <a:gd name="connsiteX3" fmla="*/ 5669 w 6343"/>
                  <a:gd name="connsiteY3" fmla="*/ 1135 h 6345"/>
                  <a:gd name="connsiteX4" fmla="*/ 3426 w 6343"/>
                  <a:gd name="connsiteY4" fmla="*/ 206 h 6345"/>
                  <a:gd name="connsiteX5" fmla="*/ 1184 w 6343"/>
                  <a:gd name="connsiteY5" fmla="*/ 1135 h 6345"/>
                  <a:gd name="connsiteX6" fmla="*/ 255 w 6343"/>
                  <a:gd name="connsiteY6" fmla="*/ 3379 h 6345"/>
                  <a:gd name="connsiteX7" fmla="*/ 1184 w 6343"/>
                  <a:gd name="connsiteY7" fmla="*/ 5622 h 6345"/>
                  <a:gd name="connsiteX8" fmla="*/ 3426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51"/>
                    </a:moveTo>
                    <a:cubicBezTo>
                      <a:pt x="4267" y="6551"/>
                      <a:pt x="5074" y="6217"/>
                      <a:pt x="5669" y="5622"/>
                    </a:cubicBezTo>
                    <a:cubicBezTo>
                      <a:pt x="6264" y="5027"/>
                      <a:pt x="6598" y="4220"/>
                      <a:pt x="6598" y="3379"/>
                    </a:cubicBezTo>
                    <a:cubicBezTo>
                      <a:pt x="6598" y="2537"/>
                      <a:pt x="6264" y="1730"/>
                      <a:pt x="5669" y="1135"/>
                    </a:cubicBezTo>
                    <a:cubicBezTo>
                      <a:pt x="5074" y="540"/>
                      <a:pt x="4267" y="206"/>
                      <a:pt x="3426" y="206"/>
                    </a:cubicBezTo>
                    <a:cubicBezTo>
                      <a:pt x="2585" y="206"/>
                      <a:pt x="1778" y="540"/>
                      <a:pt x="1184" y="1135"/>
                    </a:cubicBezTo>
                    <a:cubicBezTo>
                      <a:pt x="589" y="1730"/>
                      <a:pt x="255" y="2537"/>
                      <a:pt x="255" y="3379"/>
                    </a:cubicBezTo>
                    <a:cubicBezTo>
                      <a:pt x="255" y="4220"/>
                      <a:pt x="589" y="5027"/>
                      <a:pt x="1184" y="5622"/>
                    </a:cubicBezTo>
                    <a:cubicBezTo>
                      <a:pt x="1778" y="6217"/>
                      <a:pt x="2585" y="6551"/>
                      <a:pt x="3426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75" name="Freeform: Shape 3074">
                <a:extLst>
                  <a:ext uri="{FF2B5EF4-FFF2-40B4-BE49-F238E27FC236}">
                    <a16:creationId xmlns:a16="http://schemas.microsoft.com/office/drawing/2014/main" id="{DA29109D-1A4E-46A9-C632-AF5D0B53699A}"/>
                  </a:ext>
                </a:extLst>
              </p:cNvPr>
              <p:cNvSpPr/>
              <p:nvPr/>
            </p:nvSpPr>
            <p:spPr>
              <a:xfrm>
                <a:off x="4081598" y="6093412"/>
                <a:ext cx="6343" cy="6345"/>
              </a:xfrm>
              <a:custGeom>
                <a:avLst/>
                <a:gdLst>
                  <a:gd name="connsiteX0" fmla="*/ 3426 w 6343"/>
                  <a:gd name="connsiteY0" fmla="*/ 6551 h 6345"/>
                  <a:gd name="connsiteX1" fmla="*/ 5669 w 6343"/>
                  <a:gd name="connsiteY1" fmla="*/ 5622 h 6345"/>
                  <a:gd name="connsiteX2" fmla="*/ 6598 w 6343"/>
                  <a:gd name="connsiteY2" fmla="*/ 3379 h 6345"/>
                  <a:gd name="connsiteX3" fmla="*/ 5669 w 6343"/>
                  <a:gd name="connsiteY3" fmla="*/ 1135 h 6345"/>
                  <a:gd name="connsiteX4" fmla="*/ 3426 w 6343"/>
                  <a:gd name="connsiteY4" fmla="*/ 206 h 6345"/>
                  <a:gd name="connsiteX5" fmla="*/ 1183 w 6343"/>
                  <a:gd name="connsiteY5" fmla="*/ 1135 h 6345"/>
                  <a:gd name="connsiteX6" fmla="*/ 255 w 6343"/>
                  <a:gd name="connsiteY6" fmla="*/ 3379 h 6345"/>
                  <a:gd name="connsiteX7" fmla="*/ 1183 w 6343"/>
                  <a:gd name="connsiteY7" fmla="*/ 5622 h 6345"/>
                  <a:gd name="connsiteX8" fmla="*/ 3426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51"/>
                    </a:moveTo>
                    <a:cubicBezTo>
                      <a:pt x="4267" y="6551"/>
                      <a:pt x="5074" y="6217"/>
                      <a:pt x="5669" y="5622"/>
                    </a:cubicBezTo>
                    <a:cubicBezTo>
                      <a:pt x="6263" y="5027"/>
                      <a:pt x="6598" y="4220"/>
                      <a:pt x="6598" y="3379"/>
                    </a:cubicBezTo>
                    <a:cubicBezTo>
                      <a:pt x="6598" y="2537"/>
                      <a:pt x="6263" y="1730"/>
                      <a:pt x="5669" y="1135"/>
                    </a:cubicBezTo>
                    <a:cubicBezTo>
                      <a:pt x="5074" y="540"/>
                      <a:pt x="4267" y="206"/>
                      <a:pt x="3426" y="206"/>
                    </a:cubicBezTo>
                    <a:cubicBezTo>
                      <a:pt x="2585" y="206"/>
                      <a:pt x="1778" y="540"/>
                      <a:pt x="1183" y="1135"/>
                    </a:cubicBezTo>
                    <a:cubicBezTo>
                      <a:pt x="589" y="1730"/>
                      <a:pt x="255" y="2537"/>
                      <a:pt x="255" y="3379"/>
                    </a:cubicBezTo>
                    <a:cubicBezTo>
                      <a:pt x="255" y="4220"/>
                      <a:pt x="589" y="5027"/>
                      <a:pt x="1183" y="5622"/>
                    </a:cubicBezTo>
                    <a:cubicBezTo>
                      <a:pt x="1778" y="6217"/>
                      <a:pt x="2585" y="6551"/>
                      <a:pt x="3426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76" name="Freeform: Shape 3075">
                <a:extLst>
                  <a:ext uri="{FF2B5EF4-FFF2-40B4-BE49-F238E27FC236}">
                    <a16:creationId xmlns:a16="http://schemas.microsoft.com/office/drawing/2014/main" id="{75D2F2CB-05E3-1774-AE64-1E2D75D2F444}"/>
                  </a:ext>
                </a:extLst>
              </p:cNvPr>
              <p:cNvSpPr/>
              <p:nvPr/>
            </p:nvSpPr>
            <p:spPr>
              <a:xfrm>
                <a:off x="4078854" y="6093737"/>
                <a:ext cx="6343" cy="6345"/>
              </a:xfrm>
              <a:custGeom>
                <a:avLst/>
                <a:gdLst>
                  <a:gd name="connsiteX0" fmla="*/ 3426 w 6343"/>
                  <a:gd name="connsiteY0" fmla="*/ 6551 h 6345"/>
                  <a:gd name="connsiteX1" fmla="*/ 5669 w 6343"/>
                  <a:gd name="connsiteY1" fmla="*/ 5622 h 6345"/>
                  <a:gd name="connsiteX2" fmla="*/ 6597 w 6343"/>
                  <a:gd name="connsiteY2" fmla="*/ 3379 h 6345"/>
                  <a:gd name="connsiteX3" fmla="*/ 5669 w 6343"/>
                  <a:gd name="connsiteY3" fmla="*/ 1135 h 6345"/>
                  <a:gd name="connsiteX4" fmla="*/ 3426 w 6343"/>
                  <a:gd name="connsiteY4" fmla="*/ 206 h 6345"/>
                  <a:gd name="connsiteX5" fmla="*/ 1183 w 6343"/>
                  <a:gd name="connsiteY5" fmla="*/ 1135 h 6345"/>
                  <a:gd name="connsiteX6" fmla="*/ 254 w 6343"/>
                  <a:gd name="connsiteY6" fmla="*/ 3379 h 6345"/>
                  <a:gd name="connsiteX7" fmla="*/ 1183 w 6343"/>
                  <a:gd name="connsiteY7" fmla="*/ 5622 h 6345"/>
                  <a:gd name="connsiteX8" fmla="*/ 3426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51"/>
                    </a:moveTo>
                    <a:cubicBezTo>
                      <a:pt x="4267" y="6551"/>
                      <a:pt x="5074" y="6217"/>
                      <a:pt x="5669" y="5622"/>
                    </a:cubicBezTo>
                    <a:cubicBezTo>
                      <a:pt x="6263" y="5027"/>
                      <a:pt x="6597" y="4220"/>
                      <a:pt x="6597" y="3379"/>
                    </a:cubicBezTo>
                    <a:cubicBezTo>
                      <a:pt x="6597" y="2537"/>
                      <a:pt x="6263" y="1730"/>
                      <a:pt x="5669" y="1135"/>
                    </a:cubicBezTo>
                    <a:cubicBezTo>
                      <a:pt x="5074" y="540"/>
                      <a:pt x="4267" y="206"/>
                      <a:pt x="3426" y="206"/>
                    </a:cubicBezTo>
                    <a:cubicBezTo>
                      <a:pt x="2585" y="206"/>
                      <a:pt x="1778" y="540"/>
                      <a:pt x="1183" y="1135"/>
                    </a:cubicBezTo>
                    <a:cubicBezTo>
                      <a:pt x="589" y="1730"/>
                      <a:pt x="254" y="2537"/>
                      <a:pt x="254" y="3379"/>
                    </a:cubicBezTo>
                    <a:cubicBezTo>
                      <a:pt x="254" y="4220"/>
                      <a:pt x="589" y="5027"/>
                      <a:pt x="1183" y="5622"/>
                    </a:cubicBezTo>
                    <a:cubicBezTo>
                      <a:pt x="1778" y="6217"/>
                      <a:pt x="2585" y="6551"/>
                      <a:pt x="3426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77" name="Freeform: Shape 3076">
                <a:extLst>
                  <a:ext uri="{FF2B5EF4-FFF2-40B4-BE49-F238E27FC236}">
                    <a16:creationId xmlns:a16="http://schemas.microsoft.com/office/drawing/2014/main" id="{D0BF4D42-42E7-9829-70AC-8B55D7F312BB}"/>
                  </a:ext>
                </a:extLst>
              </p:cNvPr>
              <p:cNvSpPr/>
              <p:nvPr/>
            </p:nvSpPr>
            <p:spPr>
              <a:xfrm>
                <a:off x="4076606" y="6094910"/>
                <a:ext cx="6343" cy="6345"/>
              </a:xfrm>
              <a:custGeom>
                <a:avLst/>
                <a:gdLst>
                  <a:gd name="connsiteX0" fmla="*/ 3426 w 6343"/>
                  <a:gd name="connsiteY0" fmla="*/ 6552 h 6345"/>
                  <a:gd name="connsiteX1" fmla="*/ 5668 w 6343"/>
                  <a:gd name="connsiteY1" fmla="*/ 5622 h 6345"/>
                  <a:gd name="connsiteX2" fmla="*/ 6597 w 6343"/>
                  <a:gd name="connsiteY2" fmla="*/ 3379 h 6345"/>
                  <a:gd name="connsiteX3" fmla="*/ 5668 w 6343"/>
                  <a:gd name="connsiteY3" fmla="*/ 1135 h 6345"/>
                  <a:gd name="connsiteX4" fmla="*/ 3426 w 6343"/>
                  <a:gd name="connsiteY4" fmla="*/ 206 h 6345"/>
                  <a:gd name="connsiteX5" fmla="*/ 1183 w 6343"/>
                  <a:gd name="connsiteY5" fmla="*/ 1135 h 6345"/>
                  <a:gd name="connsiteX6" fmla="*/ 254 w 6343"/>
                  <a:gd name="connsiteY6" fmla="*/ 3379 h 6345"/>
                  <a:gd name="connsiteX7" fmla="*/ 1183 w 6343"/>
                  <a:gd name="connsiteY7" fmla="*/ 5622 h 6345"/>
                  <a:gd name="connsiteX8" fmla="*/ 3426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52"/>
                    </a:moveTo>
                    <a:cubicBezTo>
                      <a:pt x="4267" y="6552"/>
                      <a:pt x="5074" y="6217"/>
                      <a:pt x="5668" y="5622"/>
                    </a:cubicBezTo>
                    <a:cubicBezTo>
                      <a:pt x="6263" y="5027"/>
                      <a:pt x="6597" y="4220"/>
                      <a:pt x="6597" y="3379"/>
                    </a:cubicBezTo>
                    <a:cubicBezTo>
                      <a:pt x="6597" y="2537"/>
                      <a:pt x="6263" y="1730"/>
                      <a:pt x="5668" y="1135"/>
                    </a:cubicBezTo>
                    <a:cubicBezTo>
                      <a:pt x="5074" y="540"/>
                      <a:pt x="4267" y="206"/>
                      <a:pt x="3426" y="206"/>
                    </a:cubicBezTo>
                    <a:cubicBezTo>
                      <a:pt x="2585" y="206"/>
                      <a:pt x="1778" y="540"/>
                      <a:pt x="1183" y="1135"/>
                    </a:cubicBezTo>
                    <a:cubicBezTo>
                      <a:pt x="588" y="1730"/>
                      <a:pt x="254" y="2537"/>
                      <a:pt x="254" y="3379"/>
                    </a:cubicBezTo>
                    <a:cubicBezTo>
                      <a:pt x="254" y="4220"/>
                      <a:pt x="588" y="5027"/>
                      <a:pt x="1183" y="5622"/>
                    </a:cubicBezTo>
                    <a:cubicBezTo>
                      <a:pt x="1778" y="6217"/>
                      <a:pt x="2585" y="6552"/>
                      <a:pt x="3426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78" name="Freeform: Shape 3077">
                <a:extLst>
                  <a:ext uri="{FF2B5EF4-FFF2-40B4-BE49-F238E27FC236}">
                    <a16:creationId xmlns:a16="http://schemas.microsoft.com/office/drawing/2014/main" id="{9742F545-0F9F-2E90-E6B5-FC228B502EF2}"/>
                  </a:ext>
                </a:extLst>
              </p:cNvPr>
              <p:cNvSpPr/>
              <p:nvPr/>
            </p:nvSpPr>
            <p:spPr>
              <a:xfrm>
                <a:off x="4073865" y="6095198"/>
                <a:ext cx="6343" cy="6345"/>
              </a:xfrm>
              <a:custGeom>
                <a:avLst/>
                <a:gdLst>
                  <a:gd name="connsiteX0" fmla="*/ 3426 w 6343"/>
                  <a:gd name="connsiteY0" fmla="*/ 6552 h 6345"/>
                  <a:gd name="connsiteX1" fmla="*/ 5668 w 6343"/>
                  <a:gd name="connsiteY1" fmla="*/ 5622 h 6345"/>
                  <a:gd name="connsiteX2" fmla="*/ 6597 w 6343"/>
                  <a:gd name="connsiteY2" fmla="*/ 3379 h 6345"/>
                  <a:gd name="connsiteX3" fmla="*/ 5668 w 6343"/>
                  <a:gd name="connsiteY3" fmla="*/ 1135 h 6345"/>
                  <a:gd name="connsiteX4" fmla="*/ 3426 w 6343"/>
                  <a:gd name="connsiteY4" fmla="*/ 206 h 6345"/>
                  <a:gd name="connsiteX5" fmla="*/ 1183 w 6343"/>
                  <a:gd name="connsiteY5" fmla="*/ 1135 h 6345"/>
                  <a:gd name="connsiteX6" fmla="*/ 254 w 6343"/>
                  <a:gd name="connsiteY6" fmla="*/ 3379 h 6345"/>
                  <a:gd name="connsiteX7" fmla="*/ 1183 w 6343"/>
                  <a:gd name="connsiteY7" fmla="*/ 5622 h 6345"/>
                  <a:gd name="connsiteX8" fmla="*/ 3426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52"/>
                    </a:moveTo>
                    <a:cubicBezTo>
                      <a:pt x="4267" y="6552"/>
                      <a:pt x="5073" y="6217"/>
                      <a:pt x="5668" y="5622"/>
                    </a:cubicBezTo>
                    <a:cubicBezTo>
                      <a:pt x="6263" y="5027"/>
                      <a:pt x="6597" y="4220"/>
                      <a:pt x="6597" y="3379"/>
                    </a:cubicBezTo>
                    <a:cubicBezTo>
                      <a:pt x="6597" y="2537"/>
                      <a:pt x="6263" y="1730"/>
                      <a:pt x="5668" y="1135"/>
                    </a:cubicBezTo>
                    <a:cubicBezTo>
                      <a:pt x="5073" y="540"/>
                      <a:pt x="4267" y="206"/>
                      <a:pt x="3426" y="206"/>
                    </a:cubicBezTo>
                    <a:cubicBezTo>
                      <a:pt x="2584" y="206"/>
                      <a:pt x="1778" y="540"/>
                      <a:pt x="1183" y="1135"/>
                    </a:cubicBezTo>
                    <a:cubicBezTo>
                      <a:pt x="588" y="1730"/>
                      <a:pt x="254" y="2537"/>
                      <a:pt x="254" y="3379"/>
                    </a:cubicBezTo>
                    <a:cubicBezTo>
                      <a:pt x="254" y="4220"/>
                      <a:pt x="588" y="5027"/>
                      <a:pt x="1183" y="5622"/>
                    </a:cubicBezTo>
                    <a:cubicBezTo>
                      <a:pt x="1778" y="6217"/>
                      <a:pt x="2584" y="6552"/>
                      <a:pt x="3426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79" name="Freeform: Shape 3078">
                <a:extLst>
                  <a:ext uri="{FF2B5EF4-FFF2-40B4-BE49-F238E27FC236}">
                    <a16:creationId xmlns:a16="http://schemas.microsoft.com/office/drawing/2014/main" id="{B84057C4-717C-FC1B-3450-9FB9F55EDECC}"/>
                  </a:ext>
                </a:extLst>
              </p:cNvPr>
              <p:cNvSpPr/>
              <p:nvPr/>
            </p:nvSpPr>
            <p:spPr>
              <a:xfrm>
                <a:off x="4071312" y="6095798"/>
                <a:ext cx="6343" cy="6345"/>
              </a:xfrm>
              <a:custGeom>
                <a:avLst/>
                <a:gdLst>
                  <a:gd name="connsiteX0" fmla="*/ 3425 w 6343"/>
                  <a:gd name="connsiteY0" fmla="*/ 6552 h 6345"/>
                  <a:gd name="connsiteX1" fmla="*/ 5668 w 6343"/>
                  <a:gd name="connsiteY1" fmla="*/ 5622 h 6345"/>
                  <a:gd name="connsiteX2" fmla="*/ 6597 w 6343"/>
                  <a:gd name="connsiteY2" fmla="*/ 3379 h 6345"/>
                  <a:gd name="connsiteX3" fmla="*/ 5668 w 6343"/>
                  <a:gd name="connsiteY3" fmla="*/ 1135 h 6345"/>
                  <a:gd name="connsiteX4" fmla="*/ 3425 w 6343"/>
                  <a:gd name="connsiteY4" fmla="*/ 206 h 6345"/>
                  <a:gd name="connsiteX5" fmla="*/ 1183 w 6343"/>
                  <a:gd name="connsiteY5" fmla="*/ 1135 h 6345"/>
                  <a:gd name="connsiteX6" fmla="*/ 254 w 6343"/>
                  <a:gd name="connsiteY6" fmla="*/ 3379 h 6345"/>
                  <a:gd name="connsiteX7" fmla="*/ 1183 w 6343"/>
                  <a:gd name="connsiteY7" fmla="*/ 5622 h 6345"/>
                  <a:gd name="connsiteX8" fmla="*/ 3425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52"/>
                    </a:moveTo>
                    <a:cubicBezTo>
                      <a:pt x="4266" y="6552"/>
                      <a:pt x="5073" y="6217"/>
                      <a:pt x="5668" y="5622"/>
                    </a:cubicBezTo>
                    <a:cubicBezTo>
                      <a:pt x="6263" y="5027"/>
                      <a:pt x="6597" y="4220"/>
                      <a:pt x="6597" y="3379"/>
                    </a:cubicBezTo>
                    <a:cubicBezTo>
                      <a:pt x="6597" y="2537"/>
                      <a:pt x="6263" y="1730"/>
                      <a:pt x="5668" y="1135"/>
                    </a:cubicBezTo>
                    <a:cubicBezTo>
                      <a:pt x="5073" y="540"/>
                      <a:pt x="4266" y="206"/>
                      <a:pt x="3425" y="206"/>
                    </a:cubicBezTo>
                    <a:cubicBezTo>
                      <a:pt x="2584" y="206"/>
                      <a:pt x="1777" y="540"/>
                      <a:pt x="1183" y="1135"/>
                    </a:cubicBezTo>
                    <a:cubicBezTo>
                      <a:pt x="588" y="1730"/>
                      <a:pt x="254" y="2537"/>
                      <a:pt x="254" y="3379"/>
                    </a:cubicBezTo>
                    <a:cubicBezTo>
                      <a:pt x="254" y="4220"/>
                      <a:pt x="588" y="5027"/>
                      <a:pt x="1183" y="5622"/>
                    </a:cubicBezTo>
                    <a:cubicBezTo>
                      <a:pt x="1777" y="6217"/>
                      <a:pt x="2584" y="6552"/>
                      <a:pt x="3425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80" name="Freeform: Shape 3079">
                <a:extLst>
                  <a:ext uri="{FF2B5EF4-FFF2-40B4-BE49-F238E27FC236}">
                    <a16:creationId xmlns:a16="http://schemas.microsoft.com/office/drawing/2014/main" id="{03C6D29E-07C9-CBAE-0B9D-E37D7A5EFFF0}"/>
                  </a:ext>
                </a:extLst>
              </p:cNvPr>
              <p:cNvSpPr/>
              <p:nvPr/>
            </p:nvSpPr>
            <p:spPr>
              <a:xfrm>
                <a:off x="4124016" y="6198293"/>
                <a:ext cx="6343" cy="6345"/>
              </a:xfrm>
              <a:custGeom>
                <a:avLst/>
                <a:gdLst>
                  <a:gd name="connsiteX0" fmla="*/ 3429 w 6343"/>
                  <a:gd name="connsiteY0" fmla="*/ 6560 h 6345"/>
                  <a:gd name="connsiteX1" fmla="*/ 5672 w 6343"/>
                  <a:gd name="connsiteY1" fmla="*/ 5630 h 6345"/>
                  <a:gd name="connsiteX2" fmla="*/ 6601 w 6343"/>
                  <a:gd name="connsiteY2" fmla="*/ 3387 h 6345"/>
                  <a:gd name="connsiteX3" fmla="*/ 5672 w 6343"/>
                  <a:gd name="connsiteY3" fmla="*/ 1143 h 6345"/>
                  <a:gd name="connsiteX4" fmla="*/ 3429 w 6343"/>
                  <a:gd name="connsiteY4" fmla="*/ 214 h 6345"/>
                  <a:gd name="connsiteX5" fmla="*/ 1187 w 6343"/>
                  <a:gd name="connsiteY5" fmla="*/ 1143 h 6345"/>
                  <a:gd name="connsiteX6" fmla="*/ 258 w 6343"/>
                  <a:gd name="connsiteY6" fmla="*/ 3387 h 6345"/>
                  <a:gd name="connsiteX7" fmla="*/ 1187 w 6343"/>
                  <a:gd name="connsiteY7" fmla="*/ 5630 h 6345"/>
                  <a:gd name="connsiteX8" fmla="*/ 3429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60"/>
                    </a:moveTo>
                    <a:cubicBezTo>
                      <a:pt x="4271" y="6560"/>
                      <a:pt x="5077" y="6225"/>
                      <a:pt x="5672" y="5630"/>
                    </a:cubicBezTo>
                    <a:cubicBezTo>
                      <a:pt x="6267" y="5035"/>
                      <a:pt x="6601" y="4228"/>
                      <a:pt x="6601" y="3387"/>
                    </a:cubicBezTo>
                    <a:cubicBezTo>
                      <a:pt x="6601" y="2546"/>
                      <a:pt x="6267" y="1738"/>
                      <a:pt x="5672" y="1143"/>
                    </a:cubicBezTo>
                    <a:cubicBezTo>
                      <a:pt x="5077" y="549"/>
                      <a:pt x="4271" y="214"/>
                      <a:pt x="3429" y="214"/>
                    </a:cubicBezTo>
                    <a:cubicBezTo>
                      <a:pt x="2588" y="214"/>
                      <a:pt x="1782" y="549"/>
                      <a:pt x="1187" y="1143"/>
                    </a:cubicBezTo>
                    <a:cubicBezTo>
                      <a:pt x="592" y="1738"/>
                      <a:pt x="258" y="2546"/>
                      <a:pt x="258" y="3387"/>
                    </a:cubicBezTo>
                    <a:cubicBezTo>
                      <a:pt x="258" y="4228"/>
                      <a:pt x="592" y="5035"/>
                      <a:pt x="1187" y="5630"/>
                    </a:cubicBezTo>
                    <a:cubicBezTo>
                      <a:pt x="1782" y="6225"/>
                      <a:pt x="2588" y="6560"/>
                      <a:pt x="3429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81" name="Freeform: Shape 3080">
                <a:extLst>
                  <a:ext uri="{FF2B5EF4-FFF2-40B4-BE49-F238E27FC236}">
                    <a16:creationId xmlns:a16="http://schemas.microsoft.com/office/drawing/2014/main" id="{865B40DF-7236-9787-01FF-1D432E2F67C5}"/>
                  </a:ext>
                </a:extLst>
              </p:cNvPr>
              <p:cNvSpPr/>
              <p:nvPr/>
            </p:nvSpPr>
            <p:spPr>
              <a:xfrm>
                <a:off x="4119559" y="6196804"/>
                <a:ext cx="6343" cy="6345"/>
              </a:xfrm>
              <a:custGeom>
                <a:avLst/>
                <a:gdLst>
                  <a:gd name="connsiteX0" fmla="*/ 3429 w 6343"/>
                  <a:gd name="connsiteY0" fmla="*/ 6560 h 6345"/>
                  <a:gd name="connsiteX1" fmla="*/ 5672 w 6343"/>
                  <a:gd name="connsiteY1" fmla="*/ 5630 h 6345"/>
                  <a:gd name="connsiteX2" fmla="*/ 6601 w 6343"/>
                  <a:gd name="connsiteY2" fmla="*/ 3387 h 6345"/>
                  <a:gd name="connsiteX3" fmla="*/ 5672 w 6343"/>
                  <a:gd name="connsiteY3" fmla="*/ 1143 h 6345"/>
                  <a:gd name="connsiteX4" fmla="*/ 3429 w 6343"/>
                  <a:gd name="connsiteY4" fmla="*/ 214 h 6345"/>
                  <a:gd name="connsiteX5" fmla="*/ 1186 w 6343"/>
                  <a:gd name="connsiteY5" fmla="*/ 1143 h 6345"/>
                  <a:gd name="connsiteX6" fmla="*/ 258 w 6343"/>
                  <a:gd name="connsiteY6" fmla="*/ 3387 h 6345"/>
                  <a:gd name="connsiteX7" fmla="*/ 1186 w 6343"/>
                  <a:gd name="connsiteY7" fmla="*/ 5630 h 6345"/>
                  <a:gd name="connsiteX8" fmla="*/ 3429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60"/>
                    </a:moveTo>
                    <a:cubicBezTo>
                      <a:pt x="4270" y="6560"/>
                      <a:pt x="5077" y="6225"/>
                      <a:pt x="5672" y="5630"/>
                    </a:cubicBezTo>
                    <a:cubicBezTo>
                      <a:pt x="6266" y="5035"/>
                      <a:pt x="6601" y="4228"/>
                      <a:pt x="6601" y="3387"/>
                    </a:cubicBezTo>
                    <a:cubicBezTo>
                      <a:pt x="6601" y="2545"/>
                      <a:pt x="6266" y="1738"/>
                      <a:pt x="5672" y="1143"/>
                    </a:cubicBezTo>
                    <a:cubicBezTo>
                      <a:pt x="5077" y="548"/>
                      <a:pt x="4270" y="214"/>
                      <a:pt x="3429" y="214"/>
                    </a:cubicBezTo>
                    <a:cubicBezTo>
                      <a:pt x="2588" y="214"/>
                      <a:pt x="1781" y="548"/>
                      <a:pt x="1186" y="1143"/>
                    </a:cubicBezTo>
                    <a:cubicBezTo>
                      <a:pt x="592" y="1738"/>
                      <a:pt x="258" y="2545"/>
                      <a:pt x="258" y="3387"/>
                    </a:cubicBezTo>
                    <a:cubicBezTo>
                      <a:pt x="258" y="4228"/>
                      <a:pt x="592" y="5035"/>
                      <a:pt x="1186" y="5630"/>
                    </a:cubicBezTo>
                    <a:cubicBezTo>
                      <a:pt x="1781" y="6225"/>
                      <a:pt x="2588" y="6560"/>
                      <a:pt x="3429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82" name="Freeform: Shape 3081">
                <a:extLst>
                  <a:ext uri="{FF2B5EF4-FFF2-40B4-BE49-F238E27FC236}">
                    <a16:creationId xmlns:a16="http://schemas.microsoft.com/office/drawing/2014/main" id="{FAC1B7CC-E144-9C46-BF3E-E191B3299A2E}"/>
                  </a:ext>
                </a:extLst>
              </p:cNvPr>
              <p:cNvSpPr/>
              <p:nvPr/>
            </p:nvSpPr>
            <p:spPr>
              <a:xfrm>
                <a:off x="4091456" y="6156552"/>
                <a:ext cx="6343" cy="6345"/>
              </a:xfrm>
              <a:custGeom>
                <a:avLst/>
                <a:gdLst>
                  <a:gd name="connsiteX0" fmla="*/ 3427 w 6343"/>
                  <a:gd name="connsiteY0" fmla="*/ 6556 h 6345"/>
                  <a:gd name="connsiteX1" fmla="*/ 5670 w 6343"/>
                  <a:gd name="connsiteY1" fmla="*/ 5627 h 6345"/>
                  <a:gd name="connsiteX2" fmla="*/ 6598 w 6343"/>
                  <a:gd name="connsiteY2" fmla="*/ 3384 h 6345"/>
                  <a:gd name="connsiteX3" fmla="*/ 5670 w 6343"/>
                  <a:gd name="connsiteY3" fmla="*/ 1140 h 6345"/>
                  <a:gd name="connsiteX4" fmla="*/ 3427 w 6343"/>
                  <a:gd name="connsiteY4" fmla="*/ 211 h 6345"/>
                  <a:gd name="connsiteX5" fmla="*/ 1184 w 6343"/>
                  <a:gd name="connsiteY5" fmla="*/ 1140 h 6345"/>
                  <a:gd name="connsiteX6" fmla="*/ 255 w 6343"/>
                  <a:gd name="connsiteY6" fmla="*/ 3384 h 6345"/>
                  <a:gd name="connsiteX7" fmla="*/ 1184 w 6343"/>
                  <a:gd name="connsiteY7" fmla="*/ 5627 h 6345"/>
                  <a:gd name="connsiteX8" fmla="*/ 3427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56"/>
                    </a:moveTo>
                    <a:cubicBezTo>
                      <a:pt x="4268" y="6556"/>
                      <a:pt x="5075" y="6222"/>
                      <a:pt x="5670" y="5627"/>
                    </a:cubicBezTo>
                    <a:cubicBezTo>
                      <a:pt x="6264" y="5032"/>
                      <a:pt x="6598" y="4225"/>
                      <a:pt x="6598" y="3384"/>
                    </a:cubicBezTo>
                    <a:cubicBezTo>
                      <a:pt x="6598" y="2542"/>
                      <a:pt x="6264" y="1735"/>
                      <a:pt x="5670" y="1140"/>
                    </a:cubicBezTo>
                    <a:cubicBezTo>
                      <a:pt x="5075" y="545"/>
                      <a:pt x="4268" y="211"/>
                      <a:pt x="3427" y="211"/>
                    </a:cubicBezTo>
                    <a:cubicBezTo>
                      <a:pt x="2586" y="211"/>
                      <a:pt x="1779" y="545"/>
                      <a:pt x="1184" y="1140"/>
                    </a:cubicBezTo>
                    <a:cubicBezTo>
                      <a:pt x="590" y="1735"/>
                      <a:pt x="255" y="2542"/>
                      <a:pt x="255" y="3384"/>
                    </a:cubicBezTo>
                    <a:cubicBezTo>
                      <a:pt x="255" y="4225"/>
                      <a:pt x="590" y="5032"/>
                      <a:pt x="1184" y="5627"/>
                    </a:cubicBezTo>
                    <a:cubicBezTo>
                      <a:pt x="1779" y="6222"/>
                      <a:pt x="2586" y="6556"/>
                      <a:pt x="3427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83" name="Freeform: Shape 3082">
                <a:extLst>
                  <a:ext uri="{FF2B5EF4-FFF2-40B4-BE49-F238E27FC236}">
                    <a16:creationId xmlns:a16="http://schemas.microsoft.com/office/drawing/2014/main" id="{EE24F7AC-A8CC-C616-F38C-19D536A63FF5}"/>
                  </a:ext>
                </a:extLst>
              </p:cNvPr>
              <p:cNvSpPr/>
              <p:nvPr/>
            </p:nvSpPr>
            <p:spPr>
              <a:xfrm>
                <a:off x="4087961" y="6156106"/>
                <a:ext cx="6343" cy="6345"/>
              </a:xfrm>
              <a:custGeom>
                <a:avLst/>
                <a:gdLst>
                  <a:gd name="connsiteX0" fmla="*/ 3427 w 6343"/>
                  <a:gd name="connsiteY0" fmla="*/ 6556 h 6345"/>
                  <a:gd name="connsiteX1" fmla="*/ 5669 w 6343"/>
                  <a:gd name="connsiteY1" fmla="*/ 5627 h 6345"/>
                  <a:gd name="connsiteX2" fmla="*/ 6598 w 6343"/>
                  <a:gd name="connsiteY2" fmla="*/ 3384 h 6345"/>
                  <a:gd name="connsiteX3" fmla="*/ 5669 w 6343"/>
                  <a:gd name="connsiteY3" fmla="*/ 1140 h 6345"/>
                  <a:gd name="connsiteX4" fmla="*/ 3427 w 6343"/>
                  <a:gd name="connsiteY4" fmla="*/ 211 h 6345"/>
                  <a:gd name="connsiteX5" fmla="*/ 1184 w 6343"/>
                  <a:gd name="connsiteY5" fmla="*/ 1140 h 6345"/>
                  <a:gd name="connsiteX6" fmla="*/ 255 w 6343"/>
                  <a:gd name="connsiteY6" fmla="*/ 3384 h 6345"/>
                  <a:gd name="connsiteX7" fmla="*/ 1184 w 6343"/>
                  <a:gd name="connsiteY7" fmla="*/ 5627 h 6345"/>
                  <a:gd name="connsiteX8" fmla="*/ 3427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56"/>
                    </a:moveTo>
                    <a:cubicBezTo>
                      <a:pt x="4268" y="6556"/>
                      <a:pt x="5074" y="6222"/>
                      <a:pt x="5669" y="5627"/>
                    </a:cubicBezTo>
                    <a:cubicBezTo>
                      <a:pt x="6264" y="5032"/>
                      <a:pt x="6598" y="4225"/>
                      <a:pt x="6598" y="3384"/>
                    </a:cubicBezTo>
                    <a:cubicBezTo>
                      <a:pt x="6598" y="2542"/>
                      <a:pt x="6264" y="1735"/>
                      <a:pt x="5669" y="1140"/>
                    </a:cubicBezTo>
                    <a:cubicBezTo>
                      <a:pt x="5074" y="545"/>
                      <a:pt x="4268" y="211"/>
                      <a:pt x="3427" y="211"/>
                    </a:cubicBezTo>
                    <a:cubicBezTo>
                      <a:pt x="2586" y="211"/>
                      <a:pt x="1779" y="545"/>
                      <a:pt x="1184" y="1140"/>
                    </a:cubicBezTo>
                    <a:cubicBezTo>
                      <a:pt x="589" y="1735"/>
                      <a:pt x="255" y="2542"/>
                      <a:pt x="255" y="3384"/>
                    </a:cubicBezTo>
                    <a:cubicBezTo>
                      <a:pt x="255" y="4225"/>
                      <a:pt x="589" y="5032"/>
                      <a:pt x="1184" y="5627"/>
                    </a:cubicBezTo>
                    <a:cubicBezTo>
                      <a:pt x="1779" y="6222"/>
                      <a:pt x="2586" y="6556"/>
                      <a:pt x="3427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84" name="Freeform: Shape 3083">
                <a:extLst>
                  <a:ext uri="{FF2B5EF4-FFF2-40B4-BE49-F238E27FC236}">
                    <a16:creationId xmlns:a16="http://schemas.microsoft.com/office/drawing/2014/main" id="{FD3D3912-B624-5F73-2839-47137840D37C}"/>
                  </a:ext>
                </a:extLst>
              </p:cNvPr>
              <p:cNvSpPr/>
              <p:nvPr/>
            </p:nvSpPr>
            <p:spPr>
              <a:xfrm>
                <a:off x="4113601" y="6220902"/>
                <a:ext cx="6343" cy="6345"/>
              </a:xfrm>
              <a:custGeom>
                <a:avLst/>
                <a:gdLst>
                  <a:gd name="connsiteX0" fmla="*/ 3429 w 6343"/>
                  <a:gd name="connsiteY0" fmla="*/ 6561 h 6345"/>
                  <a:gd name="connsiteX1" fmla="*/ 5671 w 6343"/>
                  <a:gd name="connsiteY1" fmla="*/ 5632 h 6345"/>
                  <a:gd name="connsiteX2" fmla="*/ 6600 w 6343"/>
                  <a:gd name="connsiteY2" fmla="*/ 3389 h 6345"/>
                  <a:gd name="connsiteX3" fmla="*/ 5671 w 6343"/>
                  <a:gd name="connsiteY3" fmla="*/ 1145 h 6345"/>
                  <a:gd name="connsiteX4" fmla="*/ 3429 w 6343"/>
                  <a:gd name="connsiteY4" fmla="*/ 216 h 6345"/>
                  <a:gd name="connsiteX5" fmla="*/ 1186 w 6343"/>
                  <a:gd name="connsiteY5" fmla="*/ 1145 h 6345"/>
                  <a:gd name="connsiteX6" fmla="*/ 257 w 6343"/>
                  <a:gd name="connsiteY6" fmla="*/ 3389 h 6345"/>
                  <a:gd name="connsiteX7" fmla="*/ 1186 w 6343"/>
                  <a:gd name="connsiteY7" fmla="*/ 5632 h 6345"/>
                  <a:gd name="connsiteX8" fmla="*/ 3429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61"/>
                    </a:moveTo>
                    <a:cubicBezTo>
                      <a:pt x="4270" y="6561"/>
                      <a:pt x="5077" y="6227"/>
                      <a:pt x="5671" y="5632"/>
                    </a:cubicBezTo>
                    <a:cubicBezTo>
                      <a:pt x="6266" y="5037"/>
                      <a:pt x="6600" y="4230"/>
                      <a:pt x="6600" y="3389"/>
                    </a:cubicBezTo>
                    <a:cubicBezTo>
                      <a:pt x="6600" y="2547"/>
                      <a:pt x="6266" y="1740"/>
                      <a:pt x="5671" y="1145"/>
                    </a:cubicBezTo>
                    <a:cubicBezTo>
                      <a:pt x="5077" y="550"/>
                      <a:pt x="4270" y="216"/>
                      <a:pt x="3429" y="216"/>
                    </a:cubicBezTo>
                    <a:cubicBezTo>
                      <a:pt x="2588" y="216"/>
                      <a:pt x="1781" y="550"/>
                      <a:pt x="1186" y="1145"/>
                    </a:cubicBezTo>
                    <a:cubicBezTo>
                      <a:pt x="591" y="1740"/>
                      <a:pt x="257" y="2547"/>
                      <a:pt x="257" y="3389"/>
                    </a:cubicBezTo>
                    <a:cubicBezTo>
                      <a:pt x="257" y="4230"/>
                      <a:pt x="591" y="5037"/>
                      <a:pt x="1186" y="5632"/>
                    </a:cubicBezTo>
                    <a:cubicBezTo>
                      <a:pt x="1781" y="6227"/>
                      <a:pt x="2588" y="6561"/>
                      <a:pt x="3429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85" name="Freeform: Shape 3084">
                <a:extLst>
                  <a:ext uri="{FF2B5EF4-FFF2-40B4-BE49-F238E27FC236}">
                    <a16:creationId xmlns:a16="http://schemas.microsoft.com/office/drawing/2014/main" id="{B9941EFA-A08F-576C-DF4F-A3AE5B060CCF}"/>
                  </a:ext>
                </a:extLst>
              </p:cNvPr>
              <p:cNvSpPr/>
              <p:nvPr/>
            </p:nvSpPr>
            <p:spPr>
              <a:xfrm>
                <a:off x="4114333" y="6229980"/>
                <a:ext cx="6343" cy="6345"/>
              </a:xfrm>
              <a:custGeom>
                <a:avLst/>
                <a:gdLst>
                  <a:gd name="connsiteX0" fmla="*/ 3429 w 6343"/>
                  <a:gd name="connsiteY0" fmla="*/ 6562 h 6345"/>
                  <a:gd name="connsiteX1" fmla="*/ 5671 w 6343"/>
                  <a:gd name="connsiteY1" fmla="*/ 5633 h 6345"/>
                  <a:gd name="connsiteX2" fmla="*/ 6600 w 6343"/>
                  <a:gd name="connsiteY2" fmla="*/ 3389 h 6345"/>
                  <a:gd name="connsiteX3" fmla="*/ 5671 w 6343"/>
                  <a:gd name="connsiteY3" fmla="*/ 1146 h 6345"/>
                  <a:gd name="connsiteX4" fmla="*/ 3429 w 6343"/>
                  <a:gd name="connsiteY4" fmla="*/ 217 h 6345"/>
                  <a:gd name="connsiteX5" fmla="*/ 1186 w 6343"/>
                  <a:gd name="connsiteY5" fmla="*/ 1146 h 6345"/>
                  <a:gd name="connsiteX6" fmla="*/ 257 w 6343"/>
                  <a:gd name="connsiteY6" fmla="*/ 3389 h 6345"/>
                  <a:gd name="connsiteX7" fmla="*/ 1186 w 6343"/>
                  <a:gd name="connsiteY7" fmla="*/ 5633 h 6345"/>
                  <a:gd name="connsiteX8" fmla="*/ 3429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62"/>
                    </a:moveTo>
                    <a:cubicBezTo>
                      <a:pt x="4270" y="6562"/>
                      <a:pt x="5077" y="6228"/>
                      <a:pt x="5671" y="5633"/>
                    </a:cubicBezTo>
                    <a:cubicBezTo>
                      <a:pt x="6266" y="5038"/>
                      <a:pt x="6600" y="4231"/>
                      <a:pt x="6600" y="3389"/>
                    </a:cubicBezTo>
                    <a:cubicBezTo>
                      <a:pt x="6600" y="2548"/>
                      <a:pt x="6266" y="1741"/>
                      <a:pt x="5671" y="1146"/>
                    </a:cubicBezTo>
                    <a:cubicBezTo>
                      <a:pt x="5077" y="551"/>
                      <a:pt x="4270" y="217"/>
                      <a:pt x="3429" y="217"/>
                    </a:cubicBezTo>
                    <a:cubicBezTo>
                      <a:pt x="2588" y="217"/>
                      <a:pt x="1781" y="551"/>
                      <a:pt x="1186" y="1146"/>
                    </a:cubicBezTo>
                    <a:cubicBezTo>
                      <a:pt x="591" y="1741"/>
                      <a:pt x="257" y="2548"/>
                      <a:pt x="257" y="3389"/>
                    </a:cubicBezTo>
                    <a:cubicBezTo>
                      <a:pt x="257" y="4231"/>
                      <a:pt x="591" y="5038"/>
                      <a:pt x="1186" y="5633"/>
                    </a:cubicBezTo>
                    <a:cubicBezTo>
                      <a:pt x="1781" y="6228"/>
                      <a:pt x="2588" y="6562"/>
                      <a:pt x="3429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86" name="Freeform: Shape 3085">
                <a:extLst>
                  <a:ext uri="{FF2B5EF4-FFF2-40B4-BE49-F238E27FC236}">
                    <a16:creationId xmlns:a16="http://schemas.microsoft.com/office/drawing/2014/main" id="{292E34B2-3268-8C9B-3142-A38DE856C7F4}"/>
                  </a:ext>
                </a:extLst>
              </p:cNvPr>
              <p:cNvSpPr/>
              <p:nvPr/>
            </p:nvSpPr>
            <p:spPr>
              <a:xfrm>
                <a:off x="4113211" y="6235439"/>
                <a:ext cx="6343" cy="6345"/>
              </a:xfrm>
              <a:custGeom>
                <a:avLst/>
                <a:gdLst>
                  <a:gd name="connsiteX0" fmla="*/ 3429 w 6343"/>
                  <a:gd name="connsiteY0" fmla="*/ 6563 h 6345"/>
                  <a:gd name="connsiteX1" fmla="*/ 5671 w 6343"/>
                  <a:gd name="connsiteY1" fmla="*/ 5633 h 6345"/>
                  <a:gd name="connsiteX2" fmla="*/ 6600 w 6343"/>
                  <a:gd name="connsiteY2" fmla="*/ 3390 h 6345"/>
                  <a:gd name="connsiteX3" fmla="*/ 5671 w 6343"/>
                  <a:gd name="connsiteY3" fmla="*/ 1146 h 6345"/>
                  <a:gd name="connsiteX4" fmla="*/ 3429 w 6343"/>
                  <a:gd name="connsiteY4" fmla="*/ 217 h 6345"/>
                  <a:gd name="connsiteX5" fmla="*/ 1186 w 6343"/>
                  <a:gd name="connsiteY5" fmla="*/ 1146 h 6345"/>
                  <a:gd name="connsiteX6" fmla="*/ 257 w 6343"/>
                  <a:gd name="connsiteY6" fmla="*/ 3390 h 6345"/>
                  <a:gd name="connsiteX7" fmla="*/ 1186 w 6343"/>
                  <a:gd name="connsiteY7" fmla="*/ 5633 h 6345"/>
                  <a:gd name="connsiteX8" fmla="*/ 342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63"/>
                    </a:moveTo>
                    <a:cubicBezTo>
                      <a:pt x="4270" y="6563"/>
                      <a:pt x="5076" y="6228"/>
                      <a:pt x="5671" y="5633"/>
                    </a:cubicBezTo>
                    <a:cubicBezTo>
                      <a:pt x="6266" y="5038"/>
                      <a:pt x="6600" y="4231"/>
                      <a:pt x="6600" y="3390"/>
                    </a:cubicBezTo>
                    <a:cubicBezTo>
                      <a:pt x="6600" y="2548"/>
                      <a:pt x="6266" y="1741"/>
                      <a:pt x="5671" y="1146"/>
                    </a:cubicBezTo>
                    <a:cubicBezTo>
                      <a:pt x="5076" y="551"/>
                      <a:pt x="4270" y="217"/>
                      <a:pt x="3429" y="217"/>
                    </a:cubicBezTo>
                    <a:cubicBezTo>
                      <a:pt x="2588" y="217"/>
                      <a:pt x="1781" y="551"/>
                      <a:pt x="1186" y="1146"/>
                    </a:cubicBezTo>
                    <a:cubicBezTo>
                      <a:pt x="591" y="1741"/>
                      <a:pt x="257" y="2548"/>
                      <a:pt x="257" y="3390"/>
                    </a:cubicBezTo>
                    <a:cubicBezTo>
                      <a:pt x="257" y="4231"/>
                      <a:pt x="591" y="5038"/>
                      <a:pt x="1186" y="5633"/>
                    </a:cubicBezTo>
                    <a:cubicBezTo>
                      <a:pt x="1781" y="6228"/>
                      <a:pt x="2588" y="6563"/>
                      <a:pt x="342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87" name="Freeform: Shape 3086">
                <a:extLst>
                  <a:ext uri="{FF2B5EF4-FFF2-40B4-BE49-F238E27FC236}">
                    <a16:creationId xmlns:a16="http://schemas.microsoft.com/office/drawing/2014/main" id="{2D3F3084-4E9B-44B8-0179-712B545C7091}"/>
                  </a:ext>
                </a:extLst>
              </p:cNvPr>
              <p:cNvSpPr/>
              <p:nvPr/>
            </p:nvSpPr>
            <p:spPr>
              <a:xfrm>
                <a:off x="4110771" y="6238237"/>
                <a:ext cx="6343" cy="6345"/>
              </a:xfrm>
              <a:custGeom>
                <a:avLst/>
                <a:gdLst>
                  <a:gd name="connsiteX0" fmla="*/ 3428 w 6343"/>
                  <a:gd name="connsiteY0" fmla="*/ 6563 h 6345"/>
                  <a:gd name="connsiteX1" fmla="*/ 5671 w 6343"/>
                  <a:gd name="connsiteY1" fmla="*/ 5634 h 6345"/>
                  <a:gd name="connsiteX2" fmla="*/ 6600 w 6343"/>
                  <a:gd name="connsiteY2" fmla="*/ 3390 h 6345"/>
                  <a:gd name="connsiteX3" fmla="*/ 5671 w 6343"/>
                  <a:gd name="connsiteY3" fmla="*/ 1147 h 6345"/>
                  <a:gd name="connsiteX4" fmla="*/ 3428 w 6343"/>
                  <a:gd name="connsiteY4" fmla="*/ 217 h 6345"/>
                  <a:gd name="connsiteX5" fmla="*/ 1186 w 6343"/>
                  <a:gd name="connsiteY5" fmla="*/ 1147 h 6345"/>
                  <a:gd name="connsiteX6" fmla="*/ 257 w 6343"/>
                  <a:gd name="connsiteY6" fmla="*/ 3390 h 6345"/>
                  <a:gd name="connsiteX7" fmla="*/ 1186 w 6343"/>
                  <a:gd name="connsiteY7" fmla="*/ 5634 h 6345"/>
                  <a:gd name="connsiteX8" fmla="*/ 3428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63"/>
                    </a:moveTo>
                    <a:cubicBezTo>
                      <a:pt x="4270" y="6563"/>
                      <a:pt x="5076" y="6228"/>
                      <a:pt x="5671" y="5634"/>
                    </a:cubicBezTo>
                    <a:cubicBezTo>
                      <a:pt x="6266" y="5039"/>
                      <a:pt x="6600" y="4232"/>
                      <a:pt x="6600" y="3390"/>
                    </a:cubicBezTo>
                    <a:cubicBezTo>
                      <a:pt x="6600" y="2549"/>
                      <a:pt x="6266" y="1742"/>
                      <a:pt x="5671" y="1147"/>
                    </a:cubicBezTo>
                    <a:cubicBezTo>
                      <a:pt x="5076" y="552"/>
                      <a:pt x="4270" y="217"/>
                      <a:pt x="3428" y="217"/>
                    </a:cubicBezTo>
                    <a:cubicBezTo>
                      <a:pt x="2587" y="217"/>
                      <a:pt x="1781" y="552"/>
                      <a:pt x="1186" y="1147"/>
                    </a:cubicBezTo>
                    <a:cubicBezTo>
                      <a:pt x="591" y="1742"/>
                      <a:pt x="257" y="2549"/>
                      <a:pt x="257" y="3390"/>
                    </a:cubicBezTo>
                    <a:cubicBezTo>
                      <a:pt x="257" y="4232"/>
                      <a:pt x="591" y="5039"/>
                      <a:pt x="1186" y="5634"/>
                    </a:cubicBezTo>
                    <a:cubicBezTo>
                      <a:pt x="1781" y="6228"/>
                      <a:pt x="2587" y="6563"/>
                      <a:pt x="3428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88" name="Freeform: Shape 3087">
                <a:extLst>
                  <a:ext uri="{FF2B5EF4-FFF2-40B4-BE49-F238E27FC236}">
                    <a16:creationId xmlns:a16="http://schemas.microsoft.com/office/drawing/2014/main" id="{A5FEBABE-FA76-2817-E913-58C016F649E4}"/>
                  </a:ext>
                </a:extLst>
              </p:cNvPr>
              <p:cNvSpPr/>
              <p:nvPr/>
            </p:nvSpPr>
            <p:spPr>
              <a:xfrm>
                <a:off x="4067065" y="6152389"/>
                <a:ext cx="6343" cy="6345"/>
              </a:xfrm>
              <a:custGeom>
                <a:avLst/>
                <a:gdLst>
                  <a:gd name="connsiteX0" fmla="*/ 3425 w 6343"/>
                  <a:gd name="connsiteY0" fmla="*/ 6556 h 6345"/>
                  <a:gd name="connsiteX1" fmla="*/ 5668 w 6343"/>
                  <a:gd name="connsiteY1" fmla="*/ 5627 h 6345"/>
                  <a:gd name="connsiteX2" fmla="*/ 6597 w 6343"/>
                  <a:gd name="connsiteY2" fmla="*/ 3383 h 6345"/>
                  <a:gd name="connsiteX3" fmla="*/ 5668 w 6343"/>
                  <a:gd name="connsiteY3" fmla="*/ 1140 h 6345"/>
                  <a:gd name="connsiteX4" fmla="*/ 3425 w 6343"/>
                  <a:gd name="connsiteY4" fmla="*/ 211 h 6345"/>
                  <a:gd name="connsiteX5" fmla="*/ 1182 w 6343"/>
                  <a:gd name="connsiteY5" fmla="*/ 1140 h 6345"/>
                  <a:gd name="connsiteX6" fmla="*/ 253 w 6343"/>
                  <a:gd name="connsiteY6" fmla="*/ 3383 h 6345"/>
                  <a:gd name="connsiteX7" fmla="*/ 1182 w 6343"/>
                  <a:gd name="connsiteY7" fmla="*/ 5627 h 6345"/>
                  <a:gd name="connsiteX8" fmla="*/ 3425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56"/>
                    </a:moveTo>
                    <a:cubicBezTo>
                      <a:pt x="4266" y="6556"/>
                      <a:pt x="5073" y="6222"/>
                      <a:pt x="5668" y="5627"/>
                    </a:cubicBezTo>
                    <a:cubicBezTo>
                      <a:pt x="6262" y="5032"/>
                      <a:pt x="6597" y="4225"/>
                      <a:pt x="6597" y="3383"/>
                    </a:cubicBezTo>
                    <a:cubicBezTo>
                      <a:pt x="6597" y="2542"/>
                      <a:pt x="6262" y="1735"/>
                      <a:pt x="5668" y="1140"/>
                    </a:cubicBezTo>
                    <a:cubicBezTo>
                      <a:pt x="5073" y="545"/>
                      <a:pt x="4266" y="211"/>
                      <a:pt x="3425" y="211"/>
                    </a:cubicBezTo>
                    <a:cubicBezTo>
                      <a:pt x="2584" y="211"/>
                      <a:pt x="1777" y="545"/>
                      <a:pt x="1182" y="1140"/>
                    </a:cubicBezTo>
                    <a:cubicBezTo>
                      <a:pt x="588" y="1735"/>
                      <a:pt x="253" y="2542"/>
                      <a:pt x="253" y="3383"/>
                    </a:cubicBezTo>
                    <a:cubicBezTo>
                      <a:pt x="253" y="4225"/>
                      <a:pt x="588" y="5032"/>
                      <a:pt x="1182" y="5627"/>
                    </a:cubicBezTo>
                    <a:cubicBezTo>
                      <a:pt x="1777" y="6222"/>
                      <a:pt x="2584" y="6556"/>
                      <a:pt x="3425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89" name="Freeform: Shape 3088">
                <a:extLst>
                  <a:ext uri="{FF2B5EF4-FFF2-40B4-BE49-F238E27FC236}">
                    <a16:creationId xmlns:a16="http://schemas.microsoft.com/office/drawing/2014/main" id="{A2F18514-BA63-99A5-705B-1D093D43A3ED}"/>
                  </a:ext>
                </a:extLst>
              </p:cNvPr>
              <p:cNvSpPr/>
              <p:nvPr/>
            </p:nvSpPr>
            <p:spPr>
              <a:xfrm>
                <a:off x="4064901" y="6154437"/>
                <a:ext cx="6343" cy="6345"/>
              </a:xfrm>
              <a:custGeom>
                <a:avLst/>
                <a:gdLst>
                  <a:gd name="connsiteX0" fmla="*/ 3425 w 6343"/>
                  <a:gd name="connsiteY0" fmla="*/ 6556 h 6345"/>
                  <a:gd name="connsiteX1" fmla="*/ 5667 w 6343"/>
                  <a:gd name="connsiteY1" fmla="*/ 5627 h 6345"/>
                  <a:gd name="connsiteX2" fmla="*/ 6596 w 6343"/>
                  <a:gd name="connsiteY2" fmla="*/ 3383 h 6345"/>
                  <a:gd name="connsiteX3" fmla="*/ 5667 w 6343"/>
                  <a:gd name="connsiteY3" fmla="*/ 1140 h 6345"/>
                  <a:gd name="connsiteX4" fmla="*/ 3425 w 6343"/>
                  <a:gd name="connsiteY4" fmla="*/ 211 h 6345"/>
                  <a:gd name="connsiteX5" fmla="*/ 1182 w 6343"/>
                  <a:gd name="connsiteY5" fmla="*/ 1140 h 6345"/>
                  <a:gd name="connsiteX6" fmla="*/ 253 w 6343"/>
                  <a:gd name="connsiteY6" fmla="*/ 3383 h 6345"/>
                  <a:gd name="connsiteX7" fmla="*/ 1182 w 6343"/>
                  <a:gd name="connsiteY7" fmla="*/ 5627 h 6345"/>
                  <a:gd name="connsiteX8" fmla="*/ 3425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56"/>
                    </a:moveTo>
                    <a:cubicBezTo>
                      <a:pt x="4266" y="6556"/>
                      <a:pt x="5073" y="6222"/>
                      <a:pt x="5667" y="5627"/>
                    </a:cubicBezTo>
                    <a:cubicBezTo>
                      <a:pt x="6262" y="5032"/>
                      <a:pt x="6596" y="4225"/>
                      <a:pt x="6596" y="3383"/>
                    </a:cubicBezTo>
                    <a:cubicBezTo>
                      <a:pt x="6596" y="2542"/>
                      <a:pt x="6262" y="1735"/>
                      <a:pt x="5667" y="1140"/>
                    </a:cubicBezTo>
                    <a:cubicBezTo>
                      <a:pt x="5073" y="545"/>
                      <a:pt x="4266" y="211"/>
                      <a:pt x="3425" y="211"/>
                    </a:cubicBezTo>
                    <a:cubicBezTo>
                      <a:pt x="2584" y="211"/>
                      <a:pt x="1777" y="545"/>
                      <a:pt x="1182" y="1140"/>
                    </a:cubicBezTo>
                    <a:cubicBezTo>
                      <a:pt x="587" y="1735"/>
                      <a:pt x="253" y="2542"/>
                      <a:pt x="253" y="3383"/>
                    </a:cubicBezTo>
                    <a:cubicBezTo>
                      <a:pt x="253" y="4225"/>
                      <a:pt x="587" y="5032"/>
                      <a:pt x="1182" y="5627"/>
                    </a:cubicBezTo>
                    <a:cubicBezTo>
                      <a:pt x="1777" y="6222"/>
                      <a:pt x="2584" y="6556"/>
                      <a:pt x="3425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90" name="Freeform: Shape 3089">
                <a:extLst>
                  <a:ext uri="{FF2B5EF4-FFF2-40B4-BE49-F238E27FC236}">
                    <a16:creationId xmlns:a16="http://schemas.microsoft.com/office/drawing/2014/main" id="{824374D4-D56E-8E26-B3C6-221D90CDCC61}"/>
                  </a:ext>
                </a:extLst>
              </p:cNvPr>
              <p:cNvSpPr/>
              <p:nvPr/>
            </p:nvSpPr>
            <p:spPr>
              <a:xfrm>
                <a:off x="4061196" y="6153091"/>
                <a:ext cx="6343" cy="6345"/>
              </a:xfrm>
              <a:custGeom>
                <a:avLst/>
                <a:gdLst>
                  <a:gd name="connsiteX0" fmla="*/ 3425 w 6343"/>
                  <a:gd name="connsiteY0" fmla="*/ 6556 h 6345"/>
                  <a:gd name="connsiteX1" fmla="*/ 5667 w 6343"/>
                  <a:gd name="connsiteY1" fmla="*/ 5627 h 6345"/>
                  <a:gd name="connsiteX2" fmla="*/ 6596 w 6343"/>
                  <a:gd name="connsiteY2" fmla="*/ 3383 h 6345"/>
                  <a:gd name="connsiteX3" fmla="*/ 5667 w 6343"/>
                  <a:gd name="connsiteY3" fmla="*/ 1140 h 6345"/>
                  <a:gd name="connsiteX4" fmla="*/ 3425 w 6343"/>
                  <a:gd name="connsiteY4" fmla="*/ 211 h 6345"/>
                  <a:gd name="connsiteX5" fmla="*/ 1182 w 6343"/>
                  <a:gd name="connsiteY5" fmla="*/ 1140 h 6345"/>
                  <a:gd name="connsiteX6" fmla="*/ 253 w 6343"/>
                  <a:gd name="connsiteY6" fmla="*/ 3383 h 6345"/>
                  <a:gd name="connsiteX7" fmla="*/ 1182 w 6343"/>
                  <a:gd name="connsiteY7" fmla="*/ 5627 h 6345"/>
                  <a:gd name="connsiteX8" fmla="*/ 3425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56"/>
                    </a:moveTo>
                    <a:cubicBezTo>
                      <a:pt x="4266" y="6556"/>
                      <a:pt x="5072" y="6222"/>
                      <a:pt x="5667" y="5627"/>
                    </a:cubicBezTo>
                    <a:cubicBezTo>
                      <a:pt x="6262" y="5032"/>
                      <a:pt x="6596" y="4225"/>
                      <a:pt x="6596" y="3383"/>
                    </a:cubicBezTo>
                    <a:cubicBezTo>
                      <a:pt x="6596" y="2542"/>
                      <a:pt x="6262" y="1735"/>
                      <a:pt x="5667" y="1140"/>
                    </a:cubicBezTo>
                    <a:cubicBezTo>
                      <a:pt x="5072" y="545"/>
                      <a:pt x="4266" y="211"/>
                      <a:pt x="3425" y="211"/>
                    </a:cubicBezTo>
                    <a:cubicBezTo>
                      <a:pt x="2583" y="211"/>
                      <a:pt x="1777" y="545"/>
                      <a:pt x="1182" y="1140"/>
                    </a:cubicBezTo>
                    <a:cubicBezTo>
                      <a:pt x="587" y="1735"/>
                      <a:pt x="253" y="2542"/>
                      <a:pt x="253" y="3383"/>
                    </a:cubicBezTo>
                    <a:cubicBezTo>
                      <a:pt x="253" y="4225"/>
                      <a:pt x="587" y="5032"/>
                      <a:pt x="1182" y="5627"/>
                    </a:cubicBezTo>
                    <a:cubicBezTo>
                      <a:pt x="1777" y="6222"/>
                      <a:pt x="2583" y="6556"/>
                      <a:pt x="3425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91" name="Freeform: Shape 3090">
                <a:extLst>
                  <a:ext uri="{FF2B5EF4-FFF2-40B4-BE49-F238E27FC236}">
                    <a16:creationId xmlns:a16="http://schemas.microsoft.com/office/drawing/2014/main" id="{BF054D96-95BD-26DA-DFB3-EFF703F13D23}"/>
                  </a:ext>
                </a:extLst>
              </p:cNvPr>
              <p:cNvSpPr/>
              <p:nvPr/>
            </p:nvSpPr>
            <p:spPr>
              <a:xfrm>
                <a:off x="4058150" y="6153151"/>
                <a:ext cx="6343" cy="6345"/>
              </a:xfrm>
              <a:custGeom>
                <a:avLst/>
                <a:gdLst>
                  <a:gd name="connsiteX0" fmla="*/ 3424 w 6343"/>
                  <a:gd name="connsiteY0" fmla="*/ 6556 h 6345"/>
                  <a:gd name="connsiteX1" fmla="*/ 5667 w 6343"/>
                  <a:gd name="connsiteY1" fmla="*/ 5627 h 6345"/>
                  <a:gd name="connsiteX2" fmla="*/ 6596 w 6343"/>
                  <a:gd name="connsiteY2" fmla="*/ 3383 h 6345"/>
                  <a:gd name="connsiteX3" fmla="*/ 5667 w 6343"/>
                  <a:gd name="connsiteY3" fmla="*/ 1140 h 6345"/>
                  <a:gd name="connsiteX4" fmla="*/ 3424 w 6343"/>
                  <a:gd name="connsiteY4" fmla="*/ 211 h 6345"/>
                  <a:gd name="connsiteX5" fmla="*/ 1182 w 6343"/>
                  <a:gd name="connsiteY5" fmla="*/ 1140 h 6345"/>
                  <a:gd name="connsiteX6" fmla="*/ 253 w 6343"/>
                  <a:gd name="connsiteY6" fmla="*/ 3383 h 6345"/>
                  <a:gd name="connsiteX7" fmla="*/ 1182 w 6343"/>
                  <a:gd name="connsiteY7" fmla="*/ 5627 h 6345"/>
                  <a:gd name="connsiteX8" fmla="*/ 3424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56"/>
                    </a:moveTo>
                    <a:cubicBezTo>
                      <a:pt x="4265" y="6556"/>
                      <a:pt x="5072" y="6222"/>
                      <a:pt x="5667" y="5627"/>
                    </a:cubicBezTo>
                    <a:cubicBezTo>
                      <a:pt x="6262" y="5032"/>
                      <a:pt x="6596" y="4225"/>
                      <a:pt x="6596" y="3383"/>
                    </a:cubicBezTo>
                    <a:cubicBezTo>
                      <a:pt x="6596" y="2542"/>
                      <a:pt x="6262" y="1735"/>
                      <a:pt x="5667" y="1140"/>
                    </a:cubicBezTo>
                    <a:cubicBezTo>
                      <a:pt x="5072" y="545"/>
                      <a:pt x="4265" y="211"/>
                      <a:pt x="3424" y="211"/>
                    </a:cubicBezTo>
                    <a:cubicBezTo>
                      <a:pt x="2583" y="211"/>
                      <a:pt x="1776" y="545"/>
                      <a:pt x="1182" y="1140"/>
                    </a:cubicBezTo>
                    <a:cubicBezTo>
                      <a:pt x="587" y="1735"/>
                      <a:pt x="253" y="2542"/>
                      <a:pt x="253" y="3383"/>
                    </a:cubicBezTo>
                    <a:cubicBezTo>
                      <a:pt x="253" y="4225"/>
                      <a:pt x="587" y="5032"/>
                      <a:pt x="1182" y="5627"/>
                    </a:cubicBezTo>
                    <a:cubicBezTo>
                      <a:pt x="1776" y="6222"/>
                      <a:pt x="2583" y="6556"/>
                      <a:pt x="3424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92" name="Freeform: Shape 3091">
                <a:extLst>
                  <a:ext uri="{FF2B5EF4-FFF2-40B4-BE49-F238E27FC236}">
                    <a16:creationId xmlns:a16="http://schemas.microsoft.com/office/drawing/2014/main" id="{127FB8D5-D1E6-FE7D-39B6-20951CD8AA46}"/>
                  </a:ext>
                </a:extLst>
              </p:cNvPr>
              <p:cNvSpPr/>
              <p:nvPr/>
            </p:nvSpPr>
            <p:spPr>
              <a:xfrm>
                <a:off x="4055015" y="6152970"/>
                <a:ext cx="6343" cy="6345"/>
              </a:xfrm>
              <a:custGeom>
                <a:avLst/>
                <a:gdLst>
                  <a:gd name="connsiteX0" fmla="*/ 3424 w 6343"/>
                  <a:gd name="connsiteY0" fmla="*/ 6556 h 6345"/>
                  <a:gd name="connsiteX1" fmla="*/ 5667 w 6343"/>
                  <a:gd name="connsiteY1" fmla="*/ 5627 h 6345"/>
                  <a:gd name="connsiteX2" fmla="*/ 6596 w 6343"/>
                  <a:gd name="connsiteY2" fmla="*/ 3383 h 6345"/>
                  <a:gd name="connsiteX3" fmla="*/ 5667 w 6343"/>
                  <a:gd name="connsiteY3" fmla="*/ 1140 h 6345"/>
                  <a:gd name="connsiteX4" fmla="*/ 3424 w 6343"/>
                  <a:gd name="connsiteY4" fmla="*/ 211 h 6345"/>
                  <a:gd name="connsiteX5" fmla="*/ 1181 w 6343"/>
                  <a:gd name="connsiteY5" fmla="*/ 1140 h 6345"/>
                  <a:gd name="connsiteX6" fmla="*/ 252 w 6343"/>
                  <a:gd name="connsiteY6" fmla="*/ 3383 h 6345"/>
                  <a:gd name="connsiteX7" fmla="*/ 1181 w 6343"/>
                  <a:gd name="connsiteY7" fmla="*/ 5627 h 6345"/>
                  <a:gd name="connsiteX8" fmla="*/ 3424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56"/>
                    </a:moveTo>
                    <a:cubicBezTo>
                      <a:pt x="4265" y="6556"/>
                      <a:pt x="5072" y="6222"/>
                      <a:pt x="5667" y="5627"/>
                    </a:cubicBezTo>
                    <a:cubicBezTo>
                      <a:pt x="6261" y="5032"/>
                      <a:pt x="6596" y="4225"/>
                      <a:pt x="6596" y="3383"/>
                    </a:cubicBezTo>
                    <a:cubicBezTo>
                      <a:pt x="6596" y="2542"/>
                      <a:pt x="6261" y="1735"/>
                      <a:pt x="5667" y="1140"/>
                    </a:cubicBezTo>
                    <a:cubicBezTo>
                      <a:pt x="5072" y="545"/>
                      <a:pt x="4265" y="211"/>
                      <a:pt x="3424" y="211"/>
                    </a:cubicBezTo>
                    <a:cubicBezTo>
                      <a:pt x="2583" y="211"/>
                      <a:pt x="1776" y="545"/>
                      <a:pt x="1181" y="1140"/>
                    </a:cubicBezTo>
                    <a:cubicBezTo>
                      <a:pt x="587" y="1735"/>
                      <a:pt x="252" y="2542"/>
                      <a:pt x="252" y="3383"/>
                    </a:cubicBezTo>
                    <a:cubicBezTo>
                      <a:pt x="252" y="4225"/>
                      <a:pt x="587" y="5032"/>
                      <a:pt x="1181" y="5627"/>
                    </a:cubicBezTo>
                    <a:cubicBezTo>
                      <a:pt x="1776" y="6222"/>
                      <a:pt x="2583" y="6556"/>
                      <a:pt x="3424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93" name="Freeform: Shape 3092">
                <a:extLst>
                  <a:ext uri="{FF2B5EF4-FFF2-40B4-BE49-F238E27FC236}">
                    <a16:creationId xmlns:a16="http://schemas.microsoft.com/office/drawing/2014/main" id="{7A4756A9-9EA8-AE04-DA22-60A24AE8450A}"/>
                  </a:ext>
                </a:extLst>
              </p:cNvPr>
              <p:cNvSpPr/>
              <p:nvPr/>
            </p:nvSpPr>
            <p:spPr>
              <a:xfrm>
                <a:off x="4052226" y="6153555"/>
                <a:ext cx="6343" cy="6345"/>
              </a:xfrm>
              <a:custGeom>
                <a:avLst/>
                <a:gdLst>
                  <a:gd name="connsiteX0" fmla="*/ 3424 w 6343"/>
                  <a:gd name="connsiteY0" fmla="*/ 6556 h 6345"/>
                  <a:gd name="connsiteX1" fmla="*/ 5666 w 6343"/>
                  <a:gd name="connsiteY1" fmla="*/ 5627 h 6345"/>
                  <a:gd name="connsiteX2" fmla="*/ 6595 w 6343"/>
                  <a:gd name="connsiteY2" fmla="*/ 3383 h 6345"/>
                  <a:gd name="connsiteX3" fmla="*/ 5666 w 6343"/>
                  <a:gd name="connsiteY3" fmla="*/ 1140 h 6345"/>
                  <a:gd name="connsiteX4" fmla="*/ 3424 w 6343"/>
                  <a:gd name="connsiteY4" fmla="*/ 211 h 6345"/>
                  <a:gd name="connsiteX5" fmla="*/ 1181 w 6343"/>
                  <a:gd name="connsiteY5" fmla="*/ 1140 h 6345"/>
                  <a:gd name="connsiteX6" fmla="*/ 252 w 6343"/>
                  <a:gd name="connsiteY6" fmla="*/ 3383 h 6345"/>
                  <a:gd name="connsiteX7" fmla="*/ 1181 w 6343"/>
                  <a:gd name="connsiteY7" fmla="*/ 5627 h 6345"/>
                  <a:gd name="connsiteX8" fmla="*/ 3424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56"/>
                    </a:moveTo>
                    <a:cubicBezTo>
                      <a:pt x="4265" y="6556"/>
                      <a:pt x="5072" y="6222"/>
                      <a:pt x="5666" y="5627"/>
                    </a:cubicBezTo>
                    <a:cubicBezTo>
                      <a:pt x="6261" y="5032"/>
                      <a:pt x="6595" y="4225"/>
                      <a:pt x="6595" y="3383"/>
                    </a:cubicBezTo>
                    <a:cubicBezTo>
                      <a:pt x="6595" y="2542"/>
                      <a:pt x="6261" y="1735"/>
                      <a:pt x="5666" y="1140"/>
                    </a:cubicBezTo>
                    <a:cubicBezTo>
                      <a:pt x="5072" y="545"/>
                      <a:pt x="4265" y="211"/>
                      <a:pt x="3424" y="211"/>
                    </a:cubicBezTo>
                    <a:cubicBezTo>
                      <a:pt x="2583" y="211"/>
                      <a:pt x="1776" y="545"/>
                      <a:pt x="1181" y="1140"/>
                    </a:cubicBezTo>
                    <a:cubicBezTo>
                      <a:pt x="586" y="1735"/>
                      <a:pt x="252" y="2542"/>
                      <a:pt x="252" y="3383"/>
                    </a:cubicBezTo>
                    <a:cubicBezTo>
                      <a:pt x="252" y="4225"/>
                      <a:pt x="586" y="5032"/>
                      <a:pt x="1181" y="5627"/>
                    </a:cubicBezTo>
                    <a:cubicBezTo>
                      <a:pt x="1776" y="6222"/>
                      <a:pt x="2583" y="6556"/>
                      <a:pt x="3424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94" name="Freeform: Shape 3093">
                <a:extLst>
                  <a:ext uri="{FF2B5EF4-FFF2-40B4-BE49-F238E27FC236}">
                    <a16:creationId xmlns:a16="http://schemas.microsoft.com/office/drawing/2014/main" id="{A9109E83-10E4-1BA6-94C4-E9E0126CF978}"/>
                  </a:ext>
                </a:extLst>
              </p:cNvPr>
              <p:cNvSpPr/>
              <p:nvPr/>
            </p:nvSpPr>
            <p:spPr>
              <a:xfrm>
                <a:off x="4049327" y="6153857"/>
                <a:ext cx="6343" cy="6345"/>
              </a:xfrm>
              <a:custGeom>
                <a:avLst/>
                <a:gdLst>
                  <a:gd name="connsiteX0" fmla="*/ 3424 w 6343"/>
                  <a:gd name="connsiteY0" fmla="*/ 6556 h 6345"/>
                  <a:gd name="connsiteX1" fmla="*/ 5666 w 6343"/>
                  <a:gd name="connsiteY1" fmla="*/ 5627 h 6345"/>
                  <a:gd name="connsiteX2" fmla="*/ 6595 w 6343"/>
                  <a:gd name="connsiteY2" fmla="*/ 3383 h 6345"/>
                  <a:gd name="connsiteX3" fmla="*/ 5666 w 6343"/>
                  <a:gd name="connsiteY3" fmla="*/ 1140 h 6345"/>
                  <a:gd name="connsiteX4" fmla="*/ 3424 w 6343"/>
                  <a:gd name="connsiteY4" fmla="*/ 211 h 6345"/>
                  <a:gd name="connsiteX5" fmla="*/ 1181 w 6343"/>
                  <a:gd name="connsiteY5" fmla="*/ 1140 h 6345"/>
                  <a:gd name="connsiteX6" fmla="*/ 252 w 6343"/>
                  <a:gd name="connsiteY6" fmla="*/ 3383 h 6345"/>
                  <a:gd name="connsiteX7" fmla="*/ 1181 w 6343"/>
                  <a:gd name="connsiteY7" fmla="*/ 5627 h 6345"/>
                  <a:gd name="connsiteX8" fmla="*/ 3424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56"/>
                    </a:moveTo>
                    <a:cubicBezTo>
                      <a:pt x="4265" y="6556"/>
                      <a:pt x="5071" y="6222"/>
                      <a:pt x="5666" y="5627"/>
                    </a:cubicBezTo>
                    <a:cubicBezTo>
                      <a:pt x="6261" y="5032"/>
                      <a:pt x="6595" y="4225"/>
                      <a:pt x="6595" y="3383"/>
                    </a:cubicBezTo>
                    <a:cubicBezTo>
                      <a:pt x="6595" y="2542"/>
                      <a:pt x="6261" y="1735"/>
                      <a:pt x="5666" y="1140"/>
                    </a:cubicBezTo>
                    <a:cubicBezTo>
                      <a:pt x="5071" y="545"/>
                      <a:pt x="4265" y="211"/>
                      <a:pt x="3424" y="211"/>
                    </a:cubicBezTo>
                    <a:cubicBezTo>
                      <a:pt x="2582" y="211"/>
                      <a:pt x="1776" y="545"/>
                      <a:pt x="1181" y="1140"/>
                    </a:cubicBezTo>
                    <a:cubicBezTo>
                      <a:pt x="586" y="1735"/>
                      <a:pt x="252" y="2542"/>
                      <a:pt x="252" y="3383"/>
                    </a:cubicBezTo>
                    <a:cubicBezTo>
                      <a:pt x="252" y="4225"/>
                      <a:pt x="586" y="5032"/>
                      <a:pt x="1181" y="5627"/>
                    </a:cubicBezTo>
                    <a:cubicBezTo>
                      <a:pt x="1776" y="6222"/>
                      <a:pt x="2582" y="6556"/>
                      <a:pt x="3424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95" name="Freeform: Shape 3094">
                <a:extLst>
                  <a:ext uri="{FF2B5EF4-FFF2-40B4-BE49-F238E27FC236}">
                    <a16:creationId xmlns:a16="http://schemas.microsoft.com/office/drawing/2014/main" id="{C548E508-5991-5222-5E5F-21DFC1D7778C}"/>
                  </a:ext>
                </a:extLst>
              </p:cNvPr>
              <p:cNvSpPr/>
              <p:nvPr/>
            </p:nvSpPr>
            <p:spPr>
              <a:xfrm>
                <a:off x="4046540" y="6154404"/>
                <a:ext cx="6343" cy="6345"/>
              </a:xfrm>
              <a:custGeom>
                <a:avLst/>
                <a:gdLst>
                  <a:gd name="connsiteX0" fmla="*/ 3423 w 6343"/>
                  <a:gd name="connsiteY0" fmla="*/ 6556 h 6345"/>
                  <a:gd name="connsiteX1" fmla="*/ 5666 w 6343"/>
                  <a:gd name="connsiteY1" fmla="*/ 5627 h 6345"/>
                  <a:gd name="connsiteX2" fmla="*/ 6595 w 6343"/>
                  <a:gd name="connsiteY2" fmla="*/ 3383 h 6345"/>
                  <a:gd name="connsiteX3" fmla="*/ 5666 w 6343"/>
                  <a:gd name="connsiteY3" fmla="*/ 1140 h 6345"/>
                  <a:gd name="connsiteX4" fmla="*/ 3423 w 6343"/>
                  <a:gd name="connsiteY4" fmla="*/ 211 h 6345"/>
                  <a:gd name="connsiteX5" fmla="*/ 1181 w 6343"/>
                  <a:gd name="connsiteY5" fmla="*/ 1140 h 6345"/>
                  <a:gd name="connsiteX6" fmla="*/ 252 w 6343"/>
                  <a:gd name="connsiteY6" fmla="*/ 3383 h 6345"/>
                  <a:gd name="connsiteX7" fmla="*/ 1181 w 6343"/>
                  <a:gd name="connsiteY7" fmla="*/ 5627 h 6345"/>
                  <a:gd name="connsiteX8" fmla="*/ 3423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6"/>
                    </a:moveTo>
                    <a:cubicBezTo>
                      <a:pt x="4264" y="6556"/>
                      <a:pt x="5071" y="6222"/>
                      <a:pt x="5666" y="5627"/>
                    </a:cubicBezTo>
                    <a:cubicBezTo>
                      <a:pt x="6261" y="5032"/>
                      <a:pt x="6595" y="4225"/>
                      <a:pt x="6595" y="3383"/>
                    </a:cubicBezTo>
                    <a:cubicBezTo>
                      <a:pt x="6595" y="2542"/>
                      <a:pt x="6261" y="1735"/>
                      <a:pt x="5666" y="1140"/>
                    </a:cubicBezTo>
                    <a:cubicBezTo>
                      <a:pt x="5071" y="545"/>
                      <a:pt x="4264" y="211"/>
                      <a:pt x="3423" y="211"/>
                    </a:cubicBezTo>
                    <a:cubicBezTo>
                      <a:pt x="2582" y="211"/>
                      <a:pt x="1775" y="545"/>
                      <a:pt x="1181" y="1140"/>
                    </a:cubicBezTo>
                    <a:cubicBezTo>
                      <a:pt x="586" y="1735"/>
                      <a:pt x="252" y="2542"/>
                      <a:pt x="252" y="3383"/>
                    </a:cubicBezTo>
                    <a:cubicBezTo>
                      <a:pt x="252" y="4225"/>
                      <a:pt x="586" y="5032"/>
                      <a:pt x="1181" y="5627"/>
                    </a:cubicBezTo>
                    <a:cubicBezTo>
                      <a:pt x="1775" y="6222"/>
                      <a:pt x="2582" y="6556"/>
                      <a:pt x="3423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96" name="Freeform: Shape 3095">
                <a:extLst>
                  <a:ext uri="{FF2B5EF4-FFF2-40B4-BE49-F238E27FC236}">
                    <a16:creationId xmlns:a16="http://schemas.microsoft.com/office/drawing/2014/main" id="{894C134C-E493-D403-346B-2E976EE5F861}"/>
                  </a:ext>
                </a:extLst>
              </p:cNvPr>
              <p:cNvSpPr/>
              <p:nvPr/>
            </p:nvSpPr>
            <p:spPr>
              <a:xfrm>
                <a:off x="3969314" y="5971978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97" name="Freeform: Shape 3096">
                <a:extLst>
                  <a:ext uri="{FF2B5EF4-FFF2-40B4-BE49-F238E27FC236}">
                    <a16:creationId xmlns:a16="http://schemas.microsoft.com/office/drawing/2014/main" id="{B23C0262-F5F4-5898-008B-02DED79044C7}"/>
                  </a:ext>
                </a:extLst>
              </p:cNvPr>
              <p:cNvSpPr/>
              <p:nvPr/>
            </p:nvSpPr>
            <p:spPr>
              <a:xfrm>
                <a:off x="3967792" y="5972387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98" name="Freeform: Shape 3097">
                <a:extLst>
                  <a:ext uri="{FF2B5EF4-FFF2-40B4-BE49-F238E27FC236}">
                    <a16:creationId xmlns:a16="http://schemas.microsoft.com/office/drawing/2014/main" id="{083853E6-9EBB-3A7D-1488-BC70CE45BE97}"/>
                  </a:ext>
                </a:extLst>
              </p:cNvPr>
              <p:cNvSpPr/>
              <p:nvPr/>
            </p:nvSpPr>
            <p:spPr>
              <a:xfrm>
                <a:off x="3965416" y="5970617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2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2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2"/>
                    </a:cubicBezTo>
                    <a:cubicBezTo>
                      <a:pt x="6254" y="5017"/>
                      <a:pt x="6589" y="4210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1"/>
                      <a:pt x="245" y="2528"/>
                      <a:pt x="245" y="3369"/>
                    </a:cubicBezTo>
                    <a:cubicBezTo>
                      <a:pt x="245" y="4210"/>
                      <a:pt x="580" y="5017"/>
                      <a:pt x="1174" y="5612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99" name="Freeform: Shape 3098">
                <a:extLst>
                  <a:ext uri="{FF2B5EF4-FFF2-40B4-BE49-F238E27FC236}">
                    <a16:creationId xmlns:a16="http://schemas.microsoft.com/office/drawing/2014/main" id="{53DAF26C-9C33-16DF-A2E2-3F04C764A242}"/>
                  </a:ext>
                </a:extLst>
              </p:cNvPr>
              <p:cNvSpPr/>
              <p:nvPr/>
            </p:nvSpPr>
            <p:spPr>
              <a:xfrm>
                <a:off x="3964144" y="5971623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59" y="5613"/>
                    </a:cubicBezTo>
                    <a:cubicBezTo>
                      <a:pt x="6254" y="5018"/>
                      <a:pt x="6588" y="4210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0"/>
                      <a:pt x="579" y="5018"/>
                      <a:pt x="1174" y="5613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00" name="Freeform: Shape 3099">
                <a:extLst>
                  <a:ext uri="{FF2B5EF4-FFF2-40B4-BE49-F238E27FC236}">
                    <a16:creationId xmlns:a16="http://schemas.microsoft.com/office/drawing/2014/main" id="{A6E4F742-F8B7-12F1-C4CE-06D5AB227221}"/>
                  </a:ext>
                </a:extLst>
              </p:cNvPr>
              <p:cNvSpPr/>
              <p:nvPr/>
            </p:nvSpPr>
            <p:spPr>
              <a:xfrm>
                <a:off x="3962627" y="5972000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59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1"/>
                      <a:pt x="579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01" name="Freeform: Shape 3100">
                <a:extLst>
                  <a:ext uri="{FF2B5EF4-FFF2-40B4-BE49-F238E27FC236}">
                    <a16:creationId xmlns:a16="http://schemas.microsoft.com/office/drawing/2014/main" id="{9C720F17-C598-0A1F-2D49-0C7D887E0E6C}"/>
                  </a:ext>
                </a:extLst>
              </p:cNvPr>
              <p:cNvSpPr/>
              <p:nvPr/>
            </p:nvSpPr>
            <p:spPr>
              <a:xfrm>
                <a:off x="3961126" y="5972411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4" y="6208"/>
                      <a:pt x="5659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4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1"/>
                      <a:pt x="579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02" name="Freeform: Shape 3101">
                <a:extLst>
                  <a:ext uri="{FF2B5EF4-FFF2-40B4-BE49-F238E27FC236}">
                    <a16:creationId xmlns:a16="http://schemas.microsoft.com/office/drawing/2014/main" id="{AB4D5F5B-26C4-ADAA-2276-571700E12C04}"/>
                  </a:ext>
                </a:extLst>
              </p:cNvPr>
              <p:cNvSpPr/>
              <p:nvPr/>
            </p:nvSpPr>
            <p:spPr>
              <a:xfrm>
                <a:off x="4096288" y="6347665"/>
                <a:ext cx="6343" cy="6345"/>
              </a:xfrm>
              <a:custGeom>
                <a:avLst/>
                <a:gdLst>
                  <a:gd name="connsiteX0" fmla="*/ 3427 w 6343"/>
                  <a:gd name="connsiteY0" fmla="*/ 6571 h 6345"/>
                  <a:gd name="connsiteX1" fmla="*/ 5670 w 6343"/>
                  <a:gd name="connsiteY1" fmla="*/ 5642 h 6345"/>
                  <a:gd name="connsiteX2" fmla="*/ 6599 w 6343"/>
                  <a:gd name="connsiteY2" fmla="*/ 3399 h 6345"/>
                  <a:gd name="connsiteX3" fmla="*/ 5670 w 6343"/>
                  <a:gd name="connsiteY3" fmla="*/ 1155 h 6345"/>
                  <a:gd name="connsiteX4" fmla="*/ 3427 w 6343"/>
                  <a:gd name="connsiteY4" fmla="*/ 226 h 6345"/>
                  <a:gd name="connsiteX5" fmla="*/ 1185 w 6343"/>
                  <a:gd name="connsiteY5" fmla="*/ 1155 h 6345"/>
                  <a:gd name="connsiteX6" fmla="*/ 256 w 6343"/>
                  <a:gd name="connsiteY6" fmla="*/ 3399 h 6345"/>
                  <a:gd name="connsiteX7" fmla="*/ 1185 w 6343"/>
                  <a:gd name="connsiteY7" fmla="*/ 5642 h 6345"/>
                  <a:gd name="connsiteX8" fmla="*/ 3427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71"/>
                    </a:moveTo>
                    <a:cubicBezTo>
                      <a:pt x="4268" y="6571"/>
                      <a:pt x="5075" y="6237"/>
                      <a:pt x="5670" y="5642"/>
                    </a:cubicBezTo>
                    <a:cubicBezTo>
                      <a:pt x="6265" y="5047"/>
                      <a:pt x="6599" y="4240"/>
                      <a:pt x="6599" y="3399"/>
                    </a:cubicBezTo>
                    <a:cubicBezTo>
                      <a:pt x="6599" y="2557"/>
                      <a:pt x="6265" y="1750"/>
                      <a:pt x="5670" y="1155"/>
                    </a:cubicBezTo>
                    <a:cubicBezTo>
                      <a:pt x="5075" y="560"/>
                      <a:pt x="4268" y="226"/>
                      <a:pt x="3427" y="226"/>
                    </a:cubicBezTo>
                    <a:cubicBezTo>
                      <a:pt x="2586" y="226"/>
                      <a:pt x="1779" y="560"/>
                      <a:pt x="1185" y="1155"/>
                    </a:cubicBezTo>
                    <a:cubicBezTo>
                      <a:pt x="590" y="1750"/>
                      <a:pt x="256" y="2557"/>
                      <a:pt x="256" y="3399"/>
                    </a:cubicBezTo>
                    <a:cubicBezTo>
                      <a:pt x="256" y="4240"/>
                      <a:pt x="590" y="5047"/>
                      <a:pt x="1185" y="5642"/>
                    </a:cubicBezTo>
                    <a:cubicBezTo>
                      <a:pt x="1779" y="6237"/>
                      <a:pt x="2586" y="6571"/>
                      <a:pt x="3427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03" name="Freeform: Shape 3102">
                <a:extLst>
                  <a:ext uri="{FF2B5EF4-FFF2-40B4-BE49-F238E27FC236}">
                    <a16:creationId xmlns:a16="http://schemas.microsoft.com/office/drawing/2014/main" id="{8282E870-4477-4B6C-388A-0DC155CF8384}"/>
                  </a:ext>
                </a:extLst>
              </p:cNvPr>
              <p:cNvSpPr/>
              <p:nvPr/>
            </p:nvSpPr>
            <p:spPr>
              <a:xfrm>
                <a:off x="4085465" y="6329270"/>
                <a:ext cx="6343" cy="6345"/>
              </a:xfrm>
              <a:custGeom>
                <a:avLst/>
                <a:gdLst>
                  <a:gd name="connsiteX0" fmla="*/ 3426 w 6343"/>
                  <a:gd name="connsiteY0" fmla="*/ 6570 h 6345"/>
                  <a:gd name="connsiteX1" fmla="*/ 5669 w 6343"/>
                  <a:gd name="connsiteY1" fmla="*/ 5641 h 6345"/>
                  <a:gd name="connsiteX2" fmla="*/ 6598 w 6343"/>
                  <a:gd name="connsiteY2" fmla="*/ 3397 h 6345"/>
                  <a:gd name="connsiteX3" fmla="*/ 5669 w 6343"/>
                  <a:gd name="connsiteY3" fmla="*/ 1154 h 6345"/>
                  <a:gd name="connsiteX4" fmla="*/ 3426 w 6343"/>
                  <a:gd name="connsiteY4" fmla="*/ 225 h 6345"/>
                  <a:gd name="connsiteX5" fmla="*/ 1184 w 6343"/>
                  <a:gd name="connsiteY5" fmla="*/ 1154 h 6345"/>
                  <a:gd name="connsiteX6" fmla="*/ 255 w 6343"/>
                  <a:gd name="connsiteY6" fmla="*/ 3397 h 6345"/>
                  <a:gd name="connsiteX7" fmla="*/ 1184 w 6343"/>
                  <a:gd name="connsiteY7" fmla="*/ 5641 h 6345"/>
                  <a:gd name="connsiteX8" fmla="*/ 342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70"/>
                    </a:moveTo>
                    <a:cubicBezTo>
                      <a:pt x="4268" y="6570"/>
                      <a:pt x="5074" y="6236"/>
                      <a:pt x="5669" y="5641"/>
                    </a:cubicBezTo>
                    <a:cubicBezTo>
                      <a:pt x="6264" y="5046"/>
                      <a:pt x="6598" y="4239"/>
                      <a:pt x="6598" y="3397"/>
                    </a:cubicBezTo>
                    <a:cubicBezTo>
                      <a:pt x="6598" y="2556"/>
                      <a:pt x="6264" y="1749"/>
                      <a:pt x="5669" y="1154"/>
                    </a:cubicBezTo>
                    <a:cubicBezTo>
                      <a:pt x="5074" y="559"/>
                      <a:pt x="4268" y="225"/>
                      <a:pt x="3426" y="225"/>
                    </a:cubicBezTo>
                    <a:cubicBezTo>
                      <a:pt x="2585" y="225"/>
                      <a:pt x="1779" y="559"/>
                      <a:pt x="1184" y="1154"/>
                    </a:cubicBezTo>
                    <a:cubicBezTo>
                      <a:pt x="589" y="1749"/>
                      <a:pt x="255" y="2556"/>
                      <a:pt x="255" y="3397"/>
                    </a:cubicBezTo>
                    <a:cubicBezTo>
                      <a:pt x="255" y="4239"/>
                      <a:pt x="589" y="5046"/>
                      <a:pt x="1184" y="5641"/>
                    </a:cubicBezTo>
                    <a:cubicBezTo>
                      <a:pt x="1779" y="6236"/>
                      <a:pt x="2585" y="6570"/>
                      <a:pt x="342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04" name="Freeform: Shape 3103">
                <a:extLst>
                  <a:ext uri="{FF2B5EF4-FFF2-40B4-BE49-F238E27FC236}">
                    <a16:creationId xmlns:a16="http://schemas.microsoft.com/office/drawing/2014/main" id="{04F011D0-05CB-1525-584E-A973901FBD98}"/>
                  </a:ext>
                </a:extLst>
              </p:cNvPr>
              <p:cNvSpPr/>
              <p:nvPr/>
            </p:nvSpPr>
            <p:spPr>
              <a:xfrm>
                <a:off x="4080796" y="6327644"/>
                <a:ext cx="6343" cy="6345"/>
              </a:xfrm>
              <a:custGeom>
                <a:avLst/>
                <a:gdLst>
                  <a:gd name="connsiteX0" fmla="*/ 3426 w 6343"/>
                  <a:gd name="connsiteY0" fmla="*/ 6570 h 6345"/>
                  <a:gd name="connsiteX1" fmla="*/ 5669 w 6343"/>
                  <a:gd name="connsiteY1" fmla="*/ 5641 h 6345"/>
                  <a:gd name="connsiteX2" fmla="*/ 6598 w 6343"/>
                  <a:gd name="connsiteY2" fmla="*/ 3397 h 6345"/>
                  <a:gd name="connsiteX3" fmla="*/ 5669 w 6343"/>
                  <a:gd name="connsiteY3" fmla="*/ 1154 h 6345"/>
                  <a:gd name="connsiteX4" fmla="*/ 3426 w 6343"/>
                  <a:gd name="connsiteY4" fmla="*/ 224 h 6345"/>
                  <a:gd name="connsiteX5" fmla="*/ 1183 w 6343"/>
                  <a:gd name="connsiteY5" fmla="*/ 1154 h 6345"/>
                  <a:gd name="connsiteX6" fmla="*/ 254 w 6343"/>
                  <a:gd name="connsiteY6" fmla="*/ 3397 h 6345"/>
                  <a:gd name="connsiteX7" fmla="*/ 1183 w 6343"/>
                  <a:gd name="connsiteY7" fmla="*/ 5641 h 6345"/>
                  <a:gd name="connsiteX8" fmla="*/ 342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70"/>
                    </a:moveTo>
                    <a:cubicBezTo>
                      <a:pt x="4267" y="6570"/>
                      <a:pt x="5074" y="6236"/>
                      <a:pt x="5669" y="5641"/>
                    </a:cubicBezTo>
                    <a:cubicBezTo>
                      <a:pt x="6263" y="5046"/>
                      <a:pt x="6598" y="4239"/>
                      <a:pt x="6598" y="3397"/>
                    </a:cubicBezTo>
                    <a:cubicBezTo>
                      <a:pt x="6598" y="2556"/>
                      <a:pt x="6263" y="1749"/>
                      <a:pt x="5669" y="1154"/>
                    </a:cubicBezTo>
                    <a:cubicBezTo>
                      <a:pt x="5074" y="559"/>
                      <a:pt x="4267" y="224"/>
                      <a:pt x="3426" y="224"/>
                    </a:cubicBezTo>
                    <a:cubicBezTo>
                      <a:pt x="2585" y="224"/>
                      <a:pt x="1778" y="559"/>
                      <a:pt x="1183" y="1154"/>
                    </a:cubicBezTo>
                    <a:cubicBezTo>
                      <a:pt x="589" y="1749"/>
                      <a:pt x="254" y="2556"/>
                      <a:pt x="254" y="3397"/>
                    </a:cubicBezTo>
                    <a:cubicBezTo>
                      <a:pt x="254" y="4239"/>
                      <a:pt x="589" y="5046"/>
                      <a:pt x="1183" y="5641"/>
                    </a:cubicBezTo>
                    <a:cubicBezTo>
                      <a:pt x="1778" y="6236"/>
                      <a:pt x="2585" y="6570"/>
                      <a:pt x="342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05" name="Freeform: Shape 3104">
                <a:extLst>
                  <a:ext uri="{FF2B5EF4-FFF2-40B4-BE49-F238E27FC236}">
                    <a16:creationId xmlns:a16="http://schemas.microsoft.com/office/drawing/2014/main" id="{A54864F4-4E40-6628-169B-E46478146E7D}"/>
                  </a:ext>
                </a:extLst>
              </p:cNvPr>
              <p:cNvSpPr/>
              <p:nvPr/>
            </p:nvSpPr>
            <p:spPr>
              <a:xfrm>
                <a:off x="4076975" y="6328368"/>
                <a:ext cx="6343" cy="6345"/>
              </a:xfrm>
              <a:custGeom>
                <a:avLst/>
                <a:gdLst>
                  <a:gd name="connsiteX0" fmla="*/ 3426 w 6343"/>
                  <a:gd name="connsiteY0" fmla="*/ 6570 h 6345"/>
                  <a:gd name="connsiteX1" fmla="*/ 5668 w 6343"/>
                  <a:gd name="connsiteY1" fmla="*/ 5641 h 6345"/>
                  <a:gd name="connsiteX2" fmla="*/ 6597 w 6343"/>
                  <a:gd name="connsiteY2" fmla="*/ 3397 h 6345"/>
                  <a:gd name="connsiteX3" fmla="*/ 5668 w 6343"/>
                  <a:gd name="connsiteY3" fmla="*/ 1154 h 6345"/>
                  <a:gd name="connsiteX4" fmla="*/ 3426 w 6343"/>
                  <a:gd name="connsiteY4" fmla="*/ 224 h 6345"/>
                  <a:gd name="connsiteX5" fmla="*/ 1183 w 6343"/>
                  <a:gd name="connsiteY5" fmla="*/ 1154 h 6345"/>
                  <a:gd name="connsiteX6" fmla="*/ 254 w 6343"/>
                  <a:gd name="connsiteY6" fmla="*/ 3397 h 6345"/>
                  <a:gd name="connsiteX7" fmla="*/ 1183 w 6343"/>
                  <a:gd name="connsiteY7" fmla="*/ 5641 h 6345"/>
                  <a:gd name="connsiteX8" fmla="*/ 342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70"/>
                    </a:moveTo>
                    <a:cubicBezTo>
                      <a:pt x="4267" y="6570"/>
                      <a:pt x="5074" y="6236"/>
                      <a:pt x="5668" y="5641"/>
                    </a:cubicBezTo>
                    <a:cubicBezTo>
                      <a:pt x="6263" y="5046"/>
                      <a:pt x="6597" y="4239"/>
                      <a:pt x="6597" y="3397"/>
                    </a:cubicBezTo>
                    <a:cubicBezTo>
                      <a:pt x="6597" y="2556"/>
                      <a:pt x="6263" y="1749"/>
                      <a:pt x="5668" y="1154"/>
                    </a:cubicBezTo>
                    <a:cubicBezTo>
                      <a:pt x="5074" y="559"/>
                      <a:pt x="4267" y="224"/>
                      <a:pt x="3426" y="224"/>
                    </a:cubicBezTo>
                    <a:cubicBezTo>
                      <a:pt x="2585" y="224"/>
                      <a:pt x="1778" y="559"/>
                      <a:pt x="1183" y="1154"/>
                    </a:cubicBezTo>
                    <a:cubicBezTo>
                      <a:pt x="588" y="1749"/>
                      <a:pt x="254" y="2556"/>
                      <a:pt x="254" y="3397"/>
                    </a:cubicBezTo>
                    <a:cubicBezTo>
                      <a:pt x="254" y="4239"/>
                      <a:pt x="588" y="5046"/>
                      <a:pt x="1183" y="5641"/>
                    </a:cubicBezTo>
                    <a:cubicBezTo>
                      <a:pt x="1778" y="6236"/>
                      <a:pt x="2585" y="6570"/>
                      <a:pt x="342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06" name="Freeform: Shape 3105">
                <a:extLst>
                  <a:ext uri="{FF2B5EF4-FFF2-40B4-BE49-F238E27FC236}">
                    <a16:creationId xmlns:a16="http://schemas.microsoft.com/office/drawing/2014/main" id="{B3D228F4-3444-E4ED-2A01-711E92C9E90B}"/>
                  </a:ext>
                </a:extLst>
              </p:cNvPr>
              <p:cNvSpPr/>
              <p:nvPr/>
            </p:nvSpPr>
            <p:spPr>
              <a:xfrm>
                <a:off x="4073168" y="6329113"/>
                <a:ext cx="6343" cy="6345"/>
              </a:xfrm>
              <a:custGeom>
                <a:avLst/>
                <a:gdLst>
                  <a:gd name="connsiteX0" fmla="*/ 3425 w 6343"/>
                  <a:gd name="connsiteY0" fmla="*/ 6570 h 6345"/>
                  <a:gd name="connsiteX1" fmla="*/ 5668 w 6343"/>
                  <a:gd name="connsiteY1" fmla="*/ 5641 h 6345"/>
                  <a:gd name="connsiteX2" fmla="*/ 6597 w 6343"/>
                  <a:gd name="connsiteY2" fmla="*/ 3397 h 6345"/>
                  <a:gd name="connsiteX3" fmla="*/ 5668 w 6343"/>
                  <a:gd name="connsiteY3" fmla="*/ 1154 h 6345"/>
                  <a:gd name="connsiteX4" fmla="*/ 3425 w 6343"/>
                  <a:gd name="connsiteY4" fmla="*/ 225 h 6345"/>
                  <a:gd name="connsiteX5" fmla="*/ 1183 w 6343"/>
                  <a:gd name="connsiteY5" fmla="*/ 1154 h 6345"/>
                  <a:gd name="connsiteX6" fmla="*/ 254 w 6343"/>
                  <a:gd name="connsiteY6" fmla="*/ 3397 h 6345"/>
                  <a:gd name="connsiteX7" fmla="*/ 1183 w 6343"/>
                  <a:gd name="connsiteY7" fmla="*/ 5641 h 6345"/>
                  <a:gd name="connsiteX8" fmla="*/ 342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70"/>
                    </a:moveTo>
                    <a:cubicBezTo>
                      <a:pt x="4267" y="6570"/>
                      <a:pt x="5073" y="6236"/>
                      <a:pt x="5668" y="5641"/>
                    </a:cubicBezTo>
                    <a:cubicBezTo>
                      <a:pt x="6263" y="5046"/>
                      <a:pt x="6597" y="4239"/>
                      <a:pt x="6597" y="3397"/>
                    </a:cubicBezTo>
                    <a:cubicBezTo>
                      <a:pt x="6597" y="2556"/>
                      <a:pt x="6263" y="1749"/>
                      <a:pt x="5668" y="1154"/>
                    </a:cubicBezTo>
                    <a:cubicBezTo>
                      <a:pt x="5073" y="559"/>
                      <a:pt x="4267" y="225"/>
                      <a:pt x="3425" y="225"/>
                    </a:cubicBezTo>
                    <a:cubicBezTo>
                      <a:pt x="2584" y="225"/>
                      <a:pt x="1778" y="559"/>
                      <a:pt x="1183" y="1154"/>
                    </a:cubicBezTo>
                    <a:cubicBezTo>
                      <a:pt x="588" y="1749"/>
                      <a:pt x="254" y="2556"/>
                      <a:pt x="254" y="3397"/>
                    </a:cubicBezTo>
                    <a:cubicBezTo>
                      <a:pt x="254" y="4239"/>
                      <a:pt x="588" y="5046"/>
                      <a:pt x="1183" y="5641"/>
                    </a:cubicBezTo>
                    <a:cubicBezTo>
                      <a:pt x="1778" y="6236"/>
                      <a:pt x="2584" y="6570"/>
                      <a:pt x="342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07" name="Freeform: Shape 3106">
                <a:extLst>
                  <a:ext uri="{FF2B5EF4-FFF2-40B4-BE49-F238E27FC236}">
                    <a16:creationId xmlns:a16="http://schemas.microsoft.com/office/drawing/2014/main" id="{B6972294-0EF4-D9C8-7B49-A390CA5EB731}"/>
                  </a:ext>
                </a:extLst>
              </p:cNvPr>
              <p:cNvSpPr/>
              <p:nvPr/>
            </p:nvSpPr>
            <p:spPr>
              <a:xfrm>
                <a:off x="4069464" y="6330149"/>
                <a:ext cx="6343" cy="6345"/>
              </a:xfrm>
              <a:custGeom>
                <a:avLst/>
                <a:gdLst>
                  <a:gd name="connsiteX0" fmla="*/ 3425 w 6343"/>
                  <a:gd name="connsiteY0" fmla="*/ 6570 h 6345"/>
                  <a:gd name="connsiteX1" fmla="*/ 5668 w 6343"/>
                  <a:gd name="connsiteY1" fmla="*/ 5641 h 6345"/>
                  <a:gd name="connsiteX2" fmla="*/ 6597 w 6343"/>
                  <a:gd name="connsiteY2" fmla="*/ 3397 h 6345"/>
                  <a:gd name="connsiteX3" fmla="*/ 5668 w 6343"/>
                  <a:gd name="connsiteY3" fmla="*/ 1154 h 6345"/>
                  <a:gd name="connsiteX4" fmla="*/ 3425 w 6343"/>
                  <a:gd name="connsiteY4" fmla="*/ 225 h 6345"/>
                  <a:gd name="connsiteX5" fmla="*/ 1183 w 6343"/>
                  <a:gd name="connsiteY5" fmla="*/ 1154 h 6345"/>
                  <a:gd name="connsiteX6" fmla="*/ 254 w 6343"/>
                  <a:gd name="connsiteY6" fmla="*/ 3397 h 6345"/>
                  <a:gd name="connsiteX7" fmla="*/ 1183 w 6343"/>
                  <a:gd name="connsiteY7" fmla="*/ 5641 h 6345"/>
                  <a:gd name="connsiteX8" fmla="*/ 342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70"/>
                    </a:moveTo>
                    <a:cubicBezTo>
                      <a:pt x="4266" y="6570"/>
                      <a:pt x="5073" y="6236"/>
                      <a:pt x="5668" y="5641"/>
                    </a:cubicBezTo>
                    <a:cubicBezTo>
                      <a:pt x="6263" y="5046"/>
                      <a:pt x="6597" y="4239"/>
                      <a:pt x="6597" y="3397"/>
                    </a:cubicBezTo>
                    <a:cubicBezTo>
                      <a:pt x="6597" y="2556"/>
                      <a:pt x="6263" y="1749"/>
                      <a:pt x="5668" y="1154"/>
                    </a:cubicBezTo>
                    <a:cubicBezTo>
                      <a:pt x="5073" y="559"/>
                      <a:pt x="4266" y="225"/>
                      <a:pt x="3425" y="225"/>
                    </a:cubicBezTo>
                    <a:cubicBezTo>
                      <a:pt x="2584" y="225"/>
                      <a:pt x="1777" y="559"/>
                      <a:pt x="1183" y="1154"/>
                    </a:cubicBezTo>
                    <a:cubicBezTo>
                      <a:pt x="588" y="1749"/>
                      <a:pt x="254" y="2556"/>
                      <a:pt x="254" y="3397"/>
                    </a:cubicBezTo>
                    <a:cubicBezTo>
                      <a:pt x="254" y="4239"/>
                      <a:pt x="588" y="5046"/>
                      <a:pt x="1183" y="5641"/>
                    </a:cubicBezTo>
                    <a:cubicBezTo>
                      <a:pt x="1777" y="6236"/>
                      <a:pt x="2584" y="6570"/>
                      <a:pt x="342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08" name="Freeform: Shape 3107">
                <a:extLst>
                  <a:ext uri="{FF2B5EF4-FFF2-40B4-BE49-F238E27FC236}">
                    <a16:creationId xmlns:a16="http://schemas.microsoft.com/office/drawing/2014/main" id="{6FE23335-D0D1-2339-2D35-17A9D7B7EE0F}"/>
                  </a:ext>
                </a:extLst>
              </p:cNvPr>
              <p:cNvSpPr/>
              <p:nvPr/>
            </p:nvSpPr>
            <p:spPr>
              <a:xfrm>
                <a:off x="4064555" y="6327451"/>
                <a:ext cx="6343" cy="6345"/>
              </a:xfrm>
              <a:custGeom>
                <a:avLst/>
                <a:gdLst>
                  <a:gd name="connsiteX0" fmla="*/ 3425 w 6343"/>
                  <a:gd name="connsiteY0" fmla="*/ 6570 h 6345"/>
                  <a:gd name="connsiteX1" fmla="*/ 5667 w 6343"/>
                  <a:gd name="connsiteY1" fmla="*/ 5641 h 6345"/>
                  <a:gd name="connsiteX2" fmla="*/ 6596 w 6343"/>
                  <a:gd name="connsiteY2" fmla="*/ 3397 h 6345"/>
                  <a:gd name="connsiteX3" fmla="*/ 5667 w 6343"/>
                  <a:gd name="connsiteY3" fmla="*/ 1154 h 6345"/>
                  <a:gd name="connsiteX4" fmla="*/ 3425 w 6343"/>
                  <a:gd name="connsiteY4" fmla="*/ 224 h 6345"/>
                  <a:gd name="connsiteX5" fmla="*/ 1182 w 6343"/>
                  <a:gd name="connsiteY5" fmla="*/ 1154 h 6345"/>
                  <a:gd name="connsiteX6" fmla="*/ 253 w 6343"/>
                  <a:gd name="connsiteY6" fmla="*/ 3397 h 6345"/>
                  <a:gd name="connsiteX7" fmla="*/ 1182 w 6343"/>
                  <a:gd name="connsiteY7" fmla="*/ 5641 h 6345"/>
                  <a:gd name="connsiteX8" fmla="*/ 342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70"/>
                    </a:moveTo>
                    <a:cubicBezTo>
                      <a:pt x="4266" y="6570"/>
                      <a:pt x="5073" y="6236"/>
                      <a:pt x="5667" y="5641"/>
                    </a:cubicBezTo>
                    <a:cubicBezTo>
                      <a:pt x="6262" y="5046"/>
                      <a:pt x="6596" y="4239"/>
                      <a:pt x="6596" y="3397"/>
                    </a:cubicBezTo>
                    <a:cubicBezTo>
                      <a:pt x="6596" y="2556"/>
                      <a:pt x="6262" y="1749"/>
                      <a:pt x="5667" y="1154"/>
                    </a:cubicBezTo>
                    <a:cubicBezTo>
                      <a:pt x="5073" y="559"/>
                      <a:pt x="4266" y="224"/>
                      <a:pt x="3425" y="224"/>
                    </a:cubicBezTo>
                    <a:cubicBezTo>
                      <a:pt x="2584" y="224"/>
                      <a:pt x="1777" y="559"/>
                      <a:pt x="1182" y="1154"/>
                    </a:cubicBezTo>
                    <a:cubicBezTo>
                      <a:pt x="587" y="1749"/>
                      <a:pt x="253" y="2556"/>
                      <a:pt x="253" y="3397"/>
                    </a:cubicBezTo>
                    <a:cubicBezTo>
                      <a:pt x="253" y="4239"/>
                      <a:pt x="587" y="5046"/>
                      <a:pt x="1182" y="5641"/>
                    </a:cubicBezTo>
                    <a:cubicBezTo>
                      <a:pt x="1777" y="6236"/>
                      <a:pt x="2584" y="6570"/>
                      <a:pt x="342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09" name="Freeform: Shape 3108">
                <a:extLst>
                  <a:ext uri="{FF2B5EF4-FFF2-40B4-BE49-F238E27FC236}">
                    <a16:creationId xmlns:a16="http://schemas.microsoft.com/office/drawing/2014/main" id="{18BDFBDE-3AAB-7667-CDE0-C8C48F3B9E9A}"/>
                  </a:ext>
                </a:extLst>
              </p:cNvPr>
              <p:cNvSpPr/>
              <p:nvPr/>
            </p:nvSpPr>
            <p:spPr>
              <a:xfrm>
                <a:off x="4064842" y="6340996"/>
                <a:ext cx="6343" cy="6345"/>
              </a:xfrm>
              <a:custGeom>
                <a:avLst/>
                <a:gdLst>
                  <a:gd name="connsiteX0" fmla="*/ 3425 w 6343"/>
                  <a:gd name="connsiteY0" fmla="*/ 6571 h 6345"/>
                  <a:gd name="connsiteX1" fmla="*/ 5667 w 6343"/>
                  <a:gd name="connsiteY1" fmla="*/ 5642 h 6345"/>
                  <a:gd name="connsiteX2" fmla="*/ 6596 w 6343"/>
                  <a:gd name="connsiteY2" fmla="*/ 3398 h 6345"/>
                  <a:gd name="connsiteX3" fmla="*/ 5667 w 6343"/>
                  <a:gd name="connsiteY3" fmla="*/ 1155 h 6345"/>
                  <a:gd name="connsiteX4" fmla="*/ 3425 w 6343"/>
                  <a:gd name="connsiteY4" fmla="*/ 225 h 6345"/>
                  <a:gd name="connsiteX5" fmla="*/ 1182 w 6343"/>
                  <a:gd name="connsiteY5" fmla="*/ 1155 h 6345"/>
                  <a:gd name="connsiteX6" fmla="*/ 253 w 6343"/>
                  <a:gd name="connsiteY6" fmla="*/ 3398 h 6345"/>
                  <a:gd name="connsiteX7" fmla="*/ 1182 w 6343"/>
                  <a:gd name="connsiteY7" fmla="*/ 5642 h 6345"/>
                  <a:gd name="connsiteX8" fmla="*/ 3425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71"/>
                    </a:moveTo>
                    <a:cubicBezTo>
                      <a:pt x="4266" y="6571"/>
                      <a:pt x="5073" y="6237"/>
                      <a:pt x="5667" y="5642"/>
                    </a:cubicBezTo>
                    <a:cubicBezTo>
                      <a:pt x="6262" y="5047"/>
                      <a:pt x="6596" y="4240"/>
                      <a:pt x="6596" y="3398"/>
                    </a:cubicBezTo>
                    <a:cubicBezTo>
                      <a:pt x="6596" y="2557"/>
                      <a:pt x="6262" y="1750"/>
                      <a:pt x="5667" y="1155"/>
                    </a:cubicBezTo>
                    <a:cubicBezTo>
                      <a:pt x="5073" y="560"/>
                      <a:pt x="4266" y="225"/>
                      <a:pt x="3425" y="225"/>
                    </a:cubicBezTo>
                    <a:cubicBezTo>
                      <a:pt x="2584" y="225"/>
                      <a:pt x="1777" y="560"/>
                      <a:pt x="1182" y="1155"/>
                    </a:cubicBezTo>
                    <a:cubicBezTo>
                      <a:pt x="587" y="1750"/>
                      <a:pt x="253" y="2557"/>
                      <a:pt x="253" y="3398"/>
                    </a:cubicBezTo>
                    <a:cubicBezTo>
                      <a:pt x="253" y="4240"/>
                      <a:pt x="587" y="5047"/>
                      <a:pt x="1182" y="5642"/>
                    </a:cubicBezTo>
                    <a:cubicBezTo>
                      <a:pt x="1777" y="6237"/>
                      <a:pt x="2584" y="6571"/>
                      <a:pt x="3425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10" name="Freeform: Shape 3109">
                <a:extLst>
                  <a:ext uri="{FF2B5EF4-FFF2-40B4-BE49-F238E27FC236}">
                    <a16:creationId xmlns:a16="http://schemas.microsoft.com/office/drawing/2014/main" id="{10830A96-5BB0-3D1A-A6E1-6E61AB9784DB}"/>
                  </a:ext>
                </a:extLst>
              </p:cNvPr>
              <p:cNvSpPr/>
              <p:nvPr/>
            </p:nvSpPr>
            <p:spPr>
              <a:xfrm>
                <a:off x="4060899" y="6341435"/>
                <a:ext cx="6343" cy="6345"/>
              </a:xfrm>
              <a:custGeom>
                <a:avLst/>
                <a:gdLst>
                  <a:gd name="connsiteX0" fmla="*/ 3424 w 6343"/>
                  <a:gd name="connsiteY0" fmla="*/ 6571 h 6345"/>
                  <a:gd name="connsiteX1" fmla="*/ 5667 w 6343"/>
                  <a:gd name="connsiteY1" fmla="*/ 5642 h 6345"/>
                  <a:gd name="connsiteX2" fmla="*/ 6596 w 6343"/>
                  <a:gd name="connsiteY2" fmla="*/ 3398 h 6345"/>
                  <a:gd name="connsiteX3" fmla="*/ 5667 w 6343"/>
                  <a:gd name="connsiteY3" fmla="*/ 1155 h 6345"/>
                  <a:gd name="connsiteX4" fmla="*/ 3424 w 6343"/>
                  <a:gd name="connsiteY4" fmla="*/ 226 h 6345"/>
                  <a:gd name="connsiteX5" fmla="*/ 1182 w 6343"/>
                  <a:gd name="connsiteY5" fmla="*/ 1155 h 6345"/>
                  <a:gd name="connsiteX6" fmla="*/ 253 w 6343"/>
                  <a:gd name="connsiteY6" fmla="*/ 3398 h 6345"/>
                  <a:gd name="connsiteX7" fmla="*/ 1182 w 6343"/>
                  <a:gd name="connsiteY7" fmla="*/ 5642 h 6345"/>
                  <a:gd name="connsiteX8" fmla="*/ 3424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1"/>
                    </a:moveTo>
                    <a:cubicBezTo>
                      <a:pt x="4266" y="6571"/>
                      <a:pt x="5072" y="6237"/>
                      <a:pt x="5667" y="5642"/>
                    </a:cubicBezTo>
                    <a:cubicBezTo>
                      <a:pt x="6262" y="5047"/>
                      <a:pt x="6596" y="4240"/>
                      <a:pt x="6596" y="3398"/>
                    </a:cubicBezTo>
                    <a:cubicBezTo>
                      <a:pt x="6596" y="2557"/>
                      <a:pt x="6262" y="1750"/>
                      <a:pt x="5667" y="1155"/>
                    </a:cubicBezTo>
                    <a:cubicBezTo>
                      <a:pt x="5072" y="560"/>
                      <a:pt x="4266" y="226"/>
                      <a:pt x="3424" y="226"/>
                    </a:cubicBezTo>
                    <a:cubicBezTo>
                      <a:pt x="2583" y="226"/>
                      <a:pt x="1777" y="560"/>
                      <a:pt x="1182" y="1155"/>
                    </a:cubicBezTo>
                    <a:cubicBezTo>
                      <a:pt x="587" y="1750"/>
                      <a:pt x="253" y="2557"/>
                      <a:pt x="253" y="3398"/>
                    </a:cubicBezTo>
                    <a:cubicBezTo>
                      <a:pt x="253" y="4240"/>
                      <a:pt x="587" y="5047"/>
                      <a:pt x="1182" y="5642"/>
                    </a:cubicBezTo>
                    <a:cubicBezTo>
                      <a:pt x="1777" y="6237"/>
                      <a:pt x="2583" y="6571"/>
                      <a:pt x="3424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11" name="Freeform: Shape 3110">
                <a:extLst>
                  <a:ext uri="{FF2B5EF4-FFF2-40B4-BE49-F238E27FC236}">
                    <a16:creationId xmlns:a16="http://schemas.microsoft.com/office/drawing/2014/main" id="{9C4A9F23-35C5-7B88-D7FA-505F05233B6E}"/>
                  </a:ext>
                </a:extLst>
              </p:cNvPr>
              <p:cNvSpPr/>
              <p:nvPr/>
            </p:nvSpPr>
            <p:spPr>
              <a:xfrm>
                <a:off x="4057290" y="6342941"/>
                <a:ext cx="6343" cy="6345"/>
              </a:xfrm>
              <a:custGeom>
                <a:avLst/>
                <a:gdLst>
                  <a:gd name="connsiteX0" fmla="*/ 3424 w 6343"/>
                  <a:gd name="connsiteY0" fmla="*/ 6571 h 6345"/>
                  <a:gd name="connsiteX1" fmla="*/ 5667 w 6343"/>
                  <a:gd name="connsiteY1" fmla="*/ 5642 h 6345"/>
                  <a:gd name="connsiteX2" fmla="*/ 6596 w 6343"/>
                  <a:gd name="connsiteY2" fmla="*/ 3398 h 6345"/>
                  <a:gd name="connsiteX3" fmla="*/ 5667 w 6343"/>
                  <a:gd name="connsiteY3" fmla="*/ 1155 h 6345"/>
                  <a:gd name="connsiteX4" fmla="*/ 3424 w 6343"/>
                  <a:gd name="connsiteY4" fmla="*/ 226 h 6345"/>
                  <a:gd name="connsiteX5" fmla="*/ 1182 w 6343"/>
                  <a:gd name="connsiteY5" fmla="*/ 1155 h 6345"/>
                  <a:gd name="connsiteX6" fmla="*/ 253 w 6343"/>
                  <a:gd name="connsiteY6" fmla="*/ 3398 h 6345"/>
                  <a:gd name="connsiteX7" fmla="*/ 1182 w 6343"/>
                  <a:gd name="connsiteY7" fmla="*/ 5642 h 6345"/>
                  <a:gd name="connsiteX8" fmla="*/ 3424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1"/>
                    </a:moveTo>
                    <a:cubicBezTo>
                      <a:pt x="4265" y="6571"/>
                      <a:pt x="5072" y="6237"/>
                      <a:pt x="5667" y="5642"/>
                    </a:cubicBezTo>
                    <a:cubicBezTo>
                      <a:pt x="6262" y="5047"/>
                      <a:pt x="6596" y="4240"/>
                      <a:pt x="6596" y="3398"/>
                    </a:cubicBezTo>
                    <a:cubicBezTo>
                      <a:pt x="6596" y="2557"/>
                      <a:pt x="6262" y="1750"/>
                      <a:pt x="5667" y="1155"/>
                    </a:cubicBezTo>
                    <a:cubicBezTo>
                      <a:pt x="5072" y="560"/>
                      <a:pt x="4265" y="226"/>
                      <a:pt x="3424" y="226"/>
                    </a:cubicBezTo>
                    <a:cubicBezTo>
                      <a:pt x="2583" y="226"/>
                      <a:pt x="1776" y="560"/>
                      <a:pt x="1182" y="1155"/>
                    </a:cubicBezTo>
                    <a:cubicBezTo>
                      <a:pt x="587" y="1750"/>
                      <a:pt x="253" y="2557"/>
                      <a:pt x="253" y="3398"/>
                    </a:cubicBezTo>
                    <a:cubicBezTo>
                      <a:pt x="253" y="4240"/>
                      <a:pt x="587" y="5047"/>
                      <a:pt x="1182" y="5642"/>
                    </a:cubicBezTo>
                    <a:cubicBezTo>
                      <a:pt x="1776" y="6237"/>
                      <a:pt x="2583" y="6571"/>
                      <a:pt x="3424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12" name="Freeform: Shape 3111">
                <a:extLst>
                  <a:ext uri="{FF2B5EF4-FFF2-40B4-BE49-F238E27FC236}">
                    <a16:creationId xmlns:a16="http://schemas.microsoft.com/office/drawing/2014/main" id="{06AAB1B0-E7BC-54EB-0A63-B33E4262AB38}"/>
                  </a:ext>
                </a:extLst>
              </p:cNvPr>
              <p:cNvSpPr/>
              <p:nvPr/>
            </p:nvSpPr>
            <p:spPr>
              <a:xfrm>
                <a:off x="4054386" y="6346842"/>
                <a:ext cx="6343" cy="6345"/>
              </a:xfrm>
              <a:custGeom>
                <a:avLst/>
                <a:gdLst>
                  <a:gd name="connsiteX0" fmla="*/ 3424 w 6343"/>
                  <a:gd name="connsiteY0" fmla="*/ 6571 h 6345"/>
                  <a:gd name="connsiteX1" fmla="*/ 5667 w 6343"/>
                  <a:gd name="connsiteY1" fmla="*/ 5642 h 6345"/>
                  <a:gd name="connsiteX2" fmla="*/ 6596 w 6343"/>
                  <a:gd name="connsiteY2" fmla="*/ 3399 h 6345"/>
                  <a:gd name="connsiteX3" fmla="*/ 5667 w 6343"/>
                  <a:gd name="connsiteY3" fmla="*/ 1155 h 6345"/>
                  <a:gd name="connsiteX4" fmla="*/ 3424 w 6343"/>
                  <a:gd name="connsiteY4" fmla="*/ 226 h 6345"/>
                  <a:gd name="connsiteX5" fmla="*/ 1181 w 6343"/>
                  <a:gd name="connsiteY5" fmla="*/ 1155 h 6345"/>
                  <a:gd name="connsiteX6" fmla="*/ 252 w 6343"/>
                  <a:gd name="connsiteY6" fmla="*/ 3399 h 6345"/>
                  <a:gd name="connsiteX7" fmla="*/ 1181 w 6343"/>
                  <a:gd name="connsiteY7" fmla="*/ 5642 h 6345"/>
                  <a:gd name="connsiteX8" fmla="*/ 3424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71"/>
                    </a:moveTo>
                    <a:cubicBezTo>
                      <a:pt x="4265" y="6571"/>
                      <a:pt x="5072" y="6237"/>
                      <a:pt x="5667" y="5642"/>
                    </a:cubicBezTo>
                    <a:cubicBezTo>
                      <a:pt x="6261" y="5047"/>
                      <a:pt x="6596" y="4240"/>
                      <a:pt x="6596" y="3399"/>
                    </a:cubicBezTo>
                    <a:cubicBezTo>
                      <a:pt x="6596" y="2557"/>
                      <a:pt x="6261" y="1750"/>
                      <a:pt x="5667" y="1155"/>
                    </a:cubicBezTo>
                    <a:cubicBezTo>
                      <a:pt x="5072" y="560"/>
                      <a:pt x="4265" y="226"/>
                      <a:pt x="3424" y="226"/>
                    </a:cubicBezTo>
                    <a:cubicBezTo>
                      <a:pt x="2583" y="226"/>
                      <a:pt x="1776" y="560"/>
                      <a:pt x="1181" y="1155"/>
                    </a:cubicBezTo>
                    <a:cubicBezTo>
                      <a:pt x="587" y="1750"/>
                      <a:pt x="252" y="2557"/>
                      <a:pt x="252" y="3399"/>
                    </a:cubicBezTo>
                    <a:cubicBezTo>
                      <a:pt x="252" y="4240"/>
                      <a:pt x="587" y="5047"/>
                      <a:pt x="1181" y="5642"/>
                    </a:cubicBezTo>
                    <a:cubicBezTo>
                      <a:pt x="1776" y="6237"/>
                      <a:pt x="2583" y="6571"/>
                      <a:pt x="3424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13" name="Freeform: Shape 3112">
                <a:extLst>
                  <a:ext uri="{FF2B5EF4-FFF2-40B4-BE49-F238E27FC236}">
                    <a16:creationId xmlns:a16="http://schemas.microsoft.com/office/drawing/2014/main" id="{F67239DA-557B-6C1C-266D-3D823B3A3DC4}"/>
                  </a:ext>
                </a:extLst>
              </p:cNvPr>
              <p:cNvSpPr/>
              <p:nvPr/>
            </p:nvSpPr>
            <p:spPr>
              <a:xfrm>
                <a:off x="4045098" y="6328844"/>
                <a:ext cx="6343" cy="6345"/>
              </a:xfrm>
              <a:custGeom>
                <a:avLst/>
                <a:gdLst>
                  <a:gd name="connsiteX0" fmla="*/ 3423 w 6343"/>
                  <a:gd name="connsiteY0" fmla="*/ 6570 h 6345"/>
                  <a:gd name="connsiteX1" fmla="*/ 5666 w 6343"/>
                  <a:gd name="connsiteY1" fmla="*/ 5641 h 6345"/>
                  <a:gd name="connsiteX2" fmla="*/ 6595 w 6343"/>
                  <a:gd name="connsiteY2" fmla="*/ 3397 h 6345"/>
                  <a:gd name="connsiteX3" fmla="*/ 5666 w 6343"/>
                  <a:gd name="connsiteY3" fmla="*/ 1154 h 6345"/>
                  <a:gd name="connsiteX4" fmla="*/ 3423 w 6343"/>
                  <a:gd name="connsiteY4" fmla="*/ 225 h 6345"/>
                  <a:gd name="connsiteX5" fmla="*/ 1181 w 6343"/>
                  <a:gd name="connsiteY5" fmla="*/ 1154 h 6345"/>
                  <a:gd name="connsiteX6" fmla="*/ 252 w 6343"/>
                  <a:gd name="connsiteY6" fmla="*/ 3397 h 6345"/>
                  <a:gd name="connsiteX7" fmla="*/ 1181 w 6343"/>
                  <a:gd name="connsiteY7" fmla="*/ 5641 h 6345"/>
                  <a:gd name="connsiteX8" fmla="*/ 342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70"/>
                    </a:moveTo>
                    <a:cubicBezTo>
                      <a:pt x="4264" y="6570"/>
                      <a:pt x="5071" y="6236"/>
                      <a:pt x="5666" y="5641"/>
                    </a:cubicBezTo>
                    <a:cubicBezTo>
                      <a:pt x="6261" y="5046"/>
                      <a:pt x="6595" y="4239"/>
                      <a:pt x="6595" y="3397"/>
                    </a:cubicBezTo>
                    <a:cubicBezTo>
                      <a:pt x="6595" y="2556"/>
                      <a:pt x="6261" y="1749"/>
                      <a:pt x="5666" y="1154"/>
                    </a:cubicBezTo>
                    <a:cubicBezTo>
                      <a:pt x="5071" y="559"/>
                      <a:pt x="4264" y="225"/>
                      <a:pt x="3423" y="225"/>
                    </a:cubicBezTo>
                    <a:cubicBezTo>
                      <a:pt x="2582" y="225"/>
                      <a:pt x="1775" y="559"/>
                      <a:pt x="1181" y="1154"/>
                    </a:cubicBezTo>
                    <a:cubicBezTo>
                      <a:pt x="586" y="1749"/>
                      <a:pt x="252" y="2556"/>
                      <a:pt x="252" y="3397"/>
                    </a:cubicBezTo>
                    <a:cubicBezTo>
                      <a:pt x="252" y="4239"/>
                      <a:pt x="586" y="5046"/>
                      <a:pt x="1181" y="5641"/>
                    </a:cubicBezTo>
                    <a:cubicBezTo>
                      <a:pt x="1775" y="6236"/>
                      <a:pt x="2582" y="6570"/>
                      <a:pt x="342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14" name="Freeform: Shape 3113">
                <a:extLst>
                  <a:ext uri="{FF2B5EF4-FFF2-40B4-BE49-F238E27FC236}">
                    <a16:creationId xmlns:a16="http://schemas.microsoft.com/office/drawing/2014/main" id="{DA6A4BAB-ACF7-1ACD-9A4E-A60519C194B1}"/>
                  </a:ext>
                </a:extLst>
              </p:cNvPr>
              <p:cNvSpPr/>
              <p:nvPr/>
            </p:nvSpPr>
            <p:spPr>
              <a:xfrm>
                <a:off x="4040743" y="6327371"/>
                <a:ext cx="6343" cy="6345"/>
              </a:xfrm>
              <a:custGeom>
                <a:avLst/>
                <a:gdLst>
                  <a:gd name="connsiteX0" fmla="*/ 3423 w 6343"/>
                  <a:gd name="connsiteY0" fmla="*/ 6570 h 6345"/>
                  <a:gd name="connsiteX1" fmla="*/ 5666 w 6343"/>
                  <a:gd name="connsiteY1" fmla="*/ 5641 h 6345"/>
                  <a:gd name="connsiteX2" fmla="*/ 6594 w 6343"/>
                  <a:gd name="connsiteY2" fmla="*/ 3397 h 6345"/>
                  <a:gd name="connsiteX3" fmla="*/ 5666 w 6343"/>
                  <a:gd name="connsiteY3" fmla="*/ 1154 h 6345"/>
                  <a:gd name="connsiteX4" fmla="*/ 3423 w 6343"/>
                  <a:gd name="connsiteY4" fmla="*/ 224 h 6345"/>
                  <a:gd name="connsiteX5" fmla="*/ 1180 w 6343"/>
                  <a:gd name="connsiteY5" fmla="*/ 1154 h 6345"/>
                  <a:gd name="connsiteX6" fmla="*/ 251 w 6343"/>
                  <a:gd name="connsiteY6" fmla="*/ 3397 h 6345"/>
                  <a:gd name="connsiteX7" fmla="*/ 1180 w 6343"/>
                  <a:gd name="connsiteY7" fmla="*/ 5641 h 6345"/>
                  <a:gd name="connsiteX8" fmla="*/ 342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70"/>
                    </a:moveTo>
                    <a:cubicBezTo>
                      <a:pt x="4264" y="6570"/>
                      <a:pt x="5071" y="6236"/>
                      <a:pt x="5666" y="5641"/>
                    </a:cubicBezTo>
                    <a:cubicBezTo>
                      <a:pt x="6260" y="5046"/>
                      <a:pt x="6594" y="4239"/>
                      <a:pt x="6594" y="3397"/>
                    </a:cubicBezTo>
                    <a:cubicBezTo>
                      <a:pt x="6594" y="2556"/>
                      <a:pt x="6260" y="1749"/>
                      <a:pt x="5666" y="1154"/>
                    </a:cubicBezTo>
                    <a:cubicBezTo>
                      <a:pt x="5071" y="559"/>
                      <a:pt x="4264" y="224"/>
                      <a:pt x="3423" y="224"/>
                    </a:cubicBezTo>
                    <a:cubicBezTo>
                      <a:pt x="2582" y="224"/>
                      <a:pt x="1775" y="559"/>
                      <a:pt x="1180" y="1154"/>
                    </a:cubicBezTo>
                    <a:cubicBezTo>
                      <a:pt x="586" y="1749"/>
                      <a:pt x="251" y="2556"/>
                      <a:pt x="251" y="3397"/>
                    </a:cubicBezTo>
                    <a:cubicBezTo>
                      <a:pt x="251" y="4239"/>
                      <a:pt x="586" y="5046"/>
                      <a:pt x="1180" y="5641"/>
                    </a:cubicBezTo>
                    <a:cubicBezTo>
                      <a:pt x="1775" y="6236"/>
                      <a:pt x="2582" y="6570"/>
                      <a:pt x="342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15" name="Freeform: Shape 3114">
                <a:extLst>
                  <a:ext uri="{FF2B5EF4-FFF2-40B4-BE49-F238E27FC236}">
                    <a16:creationId xmlns:a16="http://schemas.microsoft.com/office/drawing/2014/main" id="{5886C16F-274A-5F24-3B85-32FCC315E55D}"/>
                  </a:ext>
                </a:extLst>
              </p:cNvPr>
              <p:cNvSpPr/>
              <p:nvPr/>
            </p:nvSpPr>
            <p:spPr>
              <a:xfrm>
                <a:off x="4041536" y="6344392"/>
                <a:ext cx="6343" cy="6345"/>
              </a:xfrm>
              <a:custGeom>
                <a:avLst/>
                <a:gdLst>
                  <a:gd name="connsiteX0" fmla="*/ 3423 w 6343"/>
                  <a:gd name="connsiteY0" fmla="*/ 6571 h 6345"/>
                  <a:gd name="connsiteX1" fmla="*/ 5666 w 6343"/>
                  <a:gd name="connsiteY1" fmla="*/ 5642 h 6345"/>
                  <a:gd name="connsiteX2" fmla="*/ 6595 w 6343"/>
                  <a:gd name="connsiteY2" fmla="*/ 3398 h 6345"/>
                  <a:gd name="connsiteX3" fmla="*/ 5666 w 6343"/>
                  <a:gd name="connsiteY3" fmla="*/ 1155 h 6345"/>
                  <a:gd name="connsiteX4" fmla="*/ 3423 w 6343"/>
                  <a:gd name="connsiteY4" fmla="*/ 226 h 6345"/>
                  <a:gd name="connsiteX5" fmla="*/ 1180 w 6343"/>
                  <a:gd name="connsiteY5" fmla="*/ 1155 h 6345"/>
                  <a:gd name="connsiteX6" fmla="*/ 251 w 6343"/>
                  <a:gd name="connsiteY6" fmla="*/ 3398 h 6345"/>
                  <a:gd name="connsiteX7" fmla="*/ 1180 w 6343"/>
                  <a:gd name="connsiteY7" fmla="*/ 5642 h 6345"/>
                  <a:gd name="connsiteX8" fmla="*/ 3423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71"/>
                    </a:moveTo>
                    <a:cubicBezTo>
                      <a:pt x="4264" y="6571"/>
                      <a:pt x="5071" y="6237"/>
                      <a:pt x="5666" y="5642"/>
                    </a:cubicBezTo>
                    <a:cubicBezTo>
                      <a:pt x="6260" y="5047"/>
                      <a:pt x="6595" y="4240"/>
                      <a:pt x="6595" y="3398"/>
                    </a:cubicBezTo>
                    <a:cubicBezTo>
                      <a:pt x="6595" y="2557"/>
                      <a:pt x="6260" y="1750"/>
                      <a:pt x="5666" y="1155"/>
                    </a:cubicBezTo>
                    <a:cubicBezTo>
                      <a:pt x="5071" y="560"/>
                      <a:pt x="4264" y="226"/>
                      <a:pt x="3423" y="226"/>
                    </a:cubicBezTo>
                    <a:cubicBezTo>
                      <a:pt x="2582" y="226"/>
                      <a:pt x="1775" y="560"/>
                      <a:pt x="1180" y="1155"/>
                    </a:cubicBezTo>
                    <a:cubicBezTo>
                      <a:pt x="586" y="1750"/>
                      <a:pt x="251" y="2557"/>
                      <a:pt x="251" y="3398"/>
                    </a:cubicBezTo>
                    <a:cubicBezTo>
                      <a:pt x="251" y="4240"/>
                      <a:pt x="586" y="5047"/>
                      <a:pt x="1180" y="5642"/>
                    </a:cubicBezTo>
                    <a:cubicBezTo>
                      <a:pt x="1775" y="6237"/>
                      <a:pt x="2582" y="6571"/>
                      <a:pt x="3423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16" name="Freeform: Shape 3115">
                <a:extLst>
                  <a:ext uri="{FF2B5EF4-FFF2-40B4-BE49-F238E27FC236}">
                    <a16:creationId xmlns:a16="http://schemas.microsoft.com/office/drawing/2014/main" id="{073A9C6A-F00A-403D-D481-3077543BFAC8}"/>
                  </a:ext>
                </a:extLst>
              </p:cNvPr>
              <p:cNvSpPr/>
              <p:nvPr/>
            </p:nvSpPr>
            <p:spPr>
              <a:xfrm>
                <a:off x="4032330" y="6325160"/>
                <a:ext cx="6343" cy="6345"/>
              </a:xfrm>
              <a:custGeom>
                <a:avLst/>
                <a:gdLst>
                  <a:gd name="connsiteX0" fmla="*/ 3422 w 6343"/>
                  <a:gd name="connsiteY0" fmla="*/ 6570 h 6345"/>
                  <a:gd name="connsiteX1" fmla="*/ 5665 w 6343"/>
                  <a:gd name="connsiteY1" fmla="*/ 5640 h 6345"/>
                  <a:gd name="connsiteX2" fmla="*/ 6594 w 6343"/>
                  <a:gd name="connsiteY2" fmla="*/ 3397 h 6345"/>
                  <a:gd name="connsiteX3" fmla="*/ 5665 w 6343"/>
                  <a:gd name="connsiteY3" fmla="*/ 1153 h 6345"/>
                  <a:gd name="connsiteX4" fmla="*/ 3422 w 6343"/>
                  <a:gd name="connsiteY4" fmla="*/ 224 h 6345"/>
                  <a:gd name="connsiteX5" fmla="*/ 1180 w 6343"/>
                  <a:gd name="connsiteY5" fmla="*/ 1153 h 6345"/>
                  <a:gd name="connsiteX6" fmla="*/ 251 w 6343"/>
                  <a:gd name="connsiteY6" fmla="*/ 3397 h 6345"/>
                  <a:gd name="connsiteX7" fmla="*/ 1180 w 6343"/>
                  <a:gd name="connsiteY7" fmla="*/ 5640 h 6345"/>
                  <a:gd name="connsiteX8" fmla="*/ 342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70"/>
                    </a:moveTo>
                    <a:cubicBezTo>
                      <a:pt x="4263" y="6570"/>
                      <a:pt x="5070" y="6235"/>
                      <a:pt x="5665" y="5640"/>
                    </a:cubicBezTo>
                    <a:cubicBezTo>
                      <a:pt x="6260" y="5045"/>
                      <a:pt x="6594" y="4238"/>
                      <a:pt x="6594" y="3397"/>
                    </a:cubicBezTo>
                    <a:cubicBezTo>
                      <a:pt x="6594" y="2556"/>
                      <a:pt x="6260" y="1748"/>
                      <a:pt x="5665" y="1153"/>
                    </a:cubicBezTo>
                    <a:cubicBezTo>
                      <a:pt x="5070" y="559"/>
                      <a:pt x="4263" y="224"/>
                      <a:pt x="3422" y="224"/>
                    </a:cubicBezTo>
                    <a:cubicBezTo>
                      <a:pt x="2581" y="224"/>
                      <a:pt x="1774" y="559"/>
                      <a:pt x="1180" y="1153"/>
                    </a:cubicBezTo>
                    <a:cubicBezTo>
                      <a:pt x="585" y="1748"/>
                      <a:pt x="251" y="2556"/>
                      <a:pt x="251" y="3397"/>
                    </a:cubicBezTo>
                    <a:cubicBezTo>
                      <a:pt x="251" y="4238"/>
                      <a:pt x="585" y="5045"/>
                      <a:pt x="1180" y="5640"/>
                    </a:cubicBezTo>
                    <a:cubicBezTo>
                      <a:pt x="1774" y="6235"/>
                      <a:pt x="2581" y="6570"/>
                      <a:pt x="342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17" name="Freeform: Shape 3116">
                <a:extLst>
                  <a:ext uri="{FF2B5EF4-FFF2-40B4-BE49-F238E27FC236}">
                    <a16:creationId xmlns:a16="http://schemas.microsoft.com/office/drawing/2014/main" id="{15308BB6-EE4A-5D53-9D06-EB934DC98129}"/>
                  </a:ext>
                </a:extLst>
              </p:cNvPr>
              <p:cNvSpPr/>
              <p:nvPr/>
            </p:nvSpPr>
            <p:spPr>
              <a:xfrm>
                <a:off x="4023724" y="6321772"/>
                <a:ext cx="6343" cy="6345"/>
              </a:xfrm>
              <a:custGeom>
                <a:avLst/>
                <a:gdLst>
                  <a:gd name="connsiteX0" fmla="*/ 3422 w 6343"/>
                  <a:gd name="connsiteY0" fmla="*/ 6569 h 6345"/>
                  <a:gd name="connsiteX1" fmla="*/ 5664 w 6343"/>
                  <a:gd name="connsiteY1" fmla="*/ 5640 h 6345"/>
                  <a:gd name="connsiteX2" fmla="*/ 6593 w 6343"/>
                  <a:gd name="connsiteY2" fmla="*/ 3397 h 6345"/>
                  <a:gd name="connsiteX3" fmla="*/ 5664 w 6343"/>
                  <a:gd name="connsiteY3" fmla="*/ 1153 h 6345"/>
                  <a:gd name="connsiteX4" fmla="*/ 3422 w 6343"/>
                  <a:gd name="connsiteY4" fmla="*/ 224 h 6345"/>
                  <a:gd name="connsiteX5" fmla="*/ 1179 w 6343"/>
                  <a:gd name="connsiteY5" fmla="*/ 1153 h 6345"/>
                  <a:gd name="connsiteX6" fmla="*/ 250 w 6343"/>
                  <a:gd name="connsiteY6" fmla="*/ 3397 h 6345"/>
                  <a:gd name="connsiteX7" fmla="*/ 1179 w 6343"/>
                  <a:gd name="connsiteY7" fmla="*/ 5640 h 6345"/>
                  <a:gd name="connsiteX8" fmla="*/ 342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69"/>
                    </a:moveTo>
                    <a:cubicBezTo>
                      <a:pt x="4263" y="6569"/>
                      <a:pt x="5069" y="6235"/>
                      <a:pt x="5664" y="5640"/>
                    </a:cubicBezTo>
                    <a:cubicBezTo>
                      <a:pt x="6259" y="5045"/>
                      <a:pt x="6593" y="4238"/>
                      <a:pt x="6593" y="3397"/>
                    </a:cubicBezTo>
                    <a:cubicBezTo>
                      <a:pt x="6593" y="2555"/>
                      <a:pt x="6259" y="1748"/>
                      <a:pt x="5664" y="1153"/>
                    </a:cubicBezTo>
                    <a:cubicBezTo>
                      <a:pt x="5069" y="558"/>
                      <a:pt x="4263" y="224"/>
                      <a:pt x="3422" y="224"/>
                    </a:cubicBezTo>
                    <a:cubicBezTo>
                      <a:pt x="2580" y="224"/>
                      <a:pt x="1774" y="558"/>
                      <a:pt x="1179" y="1153"/>
                    </a:cubicBezTo>
                    <a:cubicBezTo>
                      <a:pt x="584" y="1748"/>
                      <a:pt x="250" y="2555"/>
                      <a:pt x="250" y="3397"/>
                    </a:cubicBezTo>
                    <a:cubicBezTo>
                      <a:pt x="250" y="4238"/>
                      <a:pt x="584" y="5045"/>
                      <a:pt x="1179" y="5640"/>
                    </a:cubicBezTo>
                    <a:cubicBezTo>
                      <a:pt x="1774" y="6235"/>
                      <a:pt x="2580" y="6569"/>
                      <a:pt x="342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18" name="Freeform: Shape 3117">
                <a:extLst>
                  <a:ext uri="{FF2B5EF4-FFF2-40B4-BE49-F238E27FC236}">
                    <a16:creationId xmlns:a16="http://schemas.microsoft.com/office/drawing/2014/main" id="{A62ABFB4-5F31-031A-DBBC-DCBDA62D1279}"/>
                  </a:ext>
                </a:extLst>
              </p:cNvPr>
              <p:cNvSpPr/>
              <p:nvPr/>
            </p:nvSpPr>
            <p:spPr>
              <a:xfrm>
                <a:off x="4019837" y="6321531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4 w 6343"/>
                  <a:gd name="connsiteY1" fmla="*/ 5640 h 6345"/>
                  <a:gd name="connsiteX2" fmla="*/ 6593 w 6343"/>
                  <a:gd name="connsiteY2" fmla="*/ 3397 h 6345"/>
                  <a:gd name="connsiteX3" fmla="*/ 5664 w 6343"/>
                  <a:gd name="connsiteY3" fmla="*/ 1153 h 6345"/>
                  <a:gd name="connsiteX4" fmla="*/ 3421 w 6343"/>
                  <a:gd name="connsiteY4" fmla="*/ 224 h 6345"/>
                  <a:gd name="connsiteX5" fmla="*/ 1179 w 6343"/>
                  <a:gd name="connsiteY5" fmla="*/ 1153 h 6345"/>
                  <a:gd name="connsiteX6" fmla="*/ 250 w 6343"/>
                  <a:gd name="connsiteY6" fmla="*/ 3397 h 6345"/>
                  <a:gd name="connsiteX7" fmla="*/ 1179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2" y="6569"/>
                      <a:pt x="5069" y="6235"/>
                      <a:pt x="5664" y="5640"/>
                    </a:cubicBezTo>
                    <a:cubicBezTo>
                      <a:pt x="6259" y="5045"/>
                      <a:pt x="6593" y="4238"/>
                      <a:pt x="6593" y="3397"/>
                    </a:cubicBezTo>
                    <a:cubicBezTo>
                      <a:pt x="6593" y="2555"/>
                      <a:pt x="6259" y="1748"/>
                      <a:pt x="5664" y="1153"/>
                    </a:cubicBezTo>
                    <a:cubicBezTo>
                      <a:pt x="5069" y="558"/>
                      <a:pt x="4262" y="224"/>
                      <a:pt x="3421" y="224"/>
                    </a:cubicBezTo>
                    <a:cubicBezTo>
                      <a:pt x="2580" y="224"/>
                      <a:pt x="1773" y="558"/>
                      <a:pt x="1179" y="1153"/>
                    </a:cubicBezTo>
                    <a:cubicBezTo>
                      <a:pt x="584" y="1748"/>
                      <a:pt x="250" y="2555"/>
                      <a:pt x="250" y="3397"/>
                    </a:cubicBezTo>
                    <a:cubicBezTo>
                      <a:pt x="250" y="4238"/>
                      <a:pt x="584" y="5045"/>
                      <a:pt x="1179" y="5640"/>
                    </a:cubicBezTo>
                    <a:cubicBezTo>
                      <a:pt x="1773" y="6235"/>
                      <a:pt x="2580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19" name="Freeform: Shape 3118">
                <a:extLst>
                  <a:ext uri="{FF2B5EF4-FFF2-40B4-BE49-F238E27FC236}">
                    <a16:creationId xmlns:a16="http://schemas.microsoft.com/office/drawing/2014/main" id="{9C0CFE08-1B5E-3940-7E0B-7A107E0021EF}"/>
                  </a:ext>
                </a:extLst>
              </p:cNvPr>
              <p:cNvSpPr/>
              <p:nvPr/>
            </p:nvSpPr>
            <p:spPr>
              <a:xfrm>
                <a:off x="4015756" y="6320434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4 w 6343"/>
                  <a:gd name="connsiteY1" fmla="*/ 5640 h 6345"/>
                  <a:gd name="connsiteX2" fmla="*/ 6592 w 6343"/>
                  <a:gd name="connsiteY2" fmla="*/ 3397 h 6345"/>
                  <a:gd name="connsiteX3" fmla="*/ 5664 w 6343"/>
                  <a:gd name="connsiteY3" fmla="*/ 1153 h 6345"/>
                  <a:gd name="connsiteX4" fmla="*/ 3421 w 6343"/>
                  <a:gd name="connsiteY4" fmla="*/ 224 h 6345"/>
                  <a:gd name="connsiteX5" fmla="*/ 1178 w 6343"/>
                  <a:gd name="connsiteY5" fmla="*/ 1153 h 6345"/>
                  <a:gd name="connsiteX6" fmla="*/ 249 w 6343"/>
                  <a:gd name="connsiteY6" fmla="*/ 3397 h 6345"/>
                  <a:gd name="connsiteX7" fmla="*/ 1178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2" y="6569"/>
                      <a:pt x="5069" y="6235"/>
                      <a:pt x="5664" y="5640"/>
                    </a:cubicBezTo>
                    <a:cubicBezTo>
                      <a:pt x="6258" y="5045"/>
                      <a:pt x="6592" y="4238"/>
                      <a:pt x="6592" y="3397"/>
                    </a:cubicBezTo>
                    <a:cubicBezTo>
                      <a:pt x="6592" y="2555"/>
                      <a:pt x="6258" y="1748"/>
                      <a:pt x="5664" y="1153"/>
                    </a:cubicBezTo>
                    <a:cubicBezTo>
                      <a:pt x="5069" y="558"/>
                      <a:pt x="4262" y="224"/>
                      <a:pt x="3421" y="224"/>
                    </a:cubicBezTo>
                    <a:cubicBezTo>
                      <a:pt x="2580" y="224"/>
                      <a:pt x="1773" y="558"/>
                      <a:pt x="1178" y="1153"/>
                    </a:cubicBezTo>
                    <a:cubicBezTo>
                      <a:pt x="584" y="1748"/>
                      <a:pt x="249" y="2555"/>
                      <a:pt x="249" y="3397"/>
                    </a:cubicBezTo>
                    <a:cubicBezTo>
                      <a:pt x="249" y="4238"/>
                      <a:pt x="584" y="5045"/>
                      <a:pt x="1178" y="5640"/>
                    </a:cubicBezTo>
                    <a:cubicBezTo>
                      <a:pt x="1773" y="6235"/>
                      <a:pt x="2580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20" name="Freeform: Shape 3119">
                <a:extLst>
                  <a:ext uri="{FF2B5EF4-FFF2-40B4-BE49-F238E27FC236}">
                    <a16:creationId xmlns:a16="http://schemas.microsoft.com/office/drawing/2014/main" id="{B3046B40-B162-5603-7C46-0261EB4811EF}"/>
                  </a:ext>
                </a:extLst>
              </p:cNvPr>
              <p:cNvSpPr/>
              <p:nvPr/>
            </p:nvSpPr>
            <p:spPr>
              <a:xfrm>
                <a:off x="4011781" y="6319679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3 w 6343"/>
                  <a:gd name="connsiteY1" fmla="*/ 5640 h 6345"/>
                  <a:gd name="connsiteX2" fmla="*/ 6592 w 6343"/>
                  <a:gd name="connsiteY2" fmla="*/ 3397 h 6345"/>
                  <a:gd name="connsiteX3" fmla="*/ 5663 w 6343"/>
                  <a:gd name="connsiteY3" fmla="*/ 1153 h 6345"/>
                  <a:gd name="connsiteX4" fmla="*/ 3421 w 6343"/>
                  <a:gd name="connsiteY4" fmla="*/ 224 h 6345"/>
                  <a:gd name="connsiteX5" fmla="*/ 1178 w 6343"/>
                  <a:gd name="connsiteY5" fmla="*/ 1153 h 6345"/>
                  <a:gd name="connsiteX6" fmla="*/ 249 w 6343"/>
                  <a:gd name="connsiteY6" fmla="*/ 3397 h 6345"/>
                  <a:gd name="connsiteX7" fmla="*/ 1178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2" y="6569"/>
                      <a:pt x="5068" y="6235"/>
                      <a:pt x="5663" y="5640"/>
                    </a:cubicBezTo>
                    <a:cubicBezTo>
                      <a:pt x="6258" y="5045"/>
                      <a:pt x="6592" y="4238"/>
                      <a:pt x="6592" y="3397"/>
                    </a:cubicBezTo>
                    <a:cubicBezTo>
                      <a:pt x="6592" y="2555"/>
                      <a:pt x="6258" y="1748"/>
                      <a:pt x="5663" y="1153"/>
                    </a:cubicBezTo>
                    <a:cubicBezTo>
                      <a:pt x="5068" y="558"/>
                      <a:pt x="4262" y="224"/>
                      <a:pt x="3421" y="224"/>
                    </a:cubicBezTo>
                    <a:cubicBezTo>
                      <a:pt x="2580" y="224"/>
                      <a:pt x="1773" y="558"/>
                      <a:pt x="1178" y="1153"/>
                    </a:cubicBezTo>
                    <a:cubicBezTo>
                      <a:pt x="583" y="1748"/>
                      <a:pt x="249" y="2555"/>
                      <a:pt x="249" y="3397"/>
                    </a:cubicBezTo>
                    <a:cubicBezTo>
                      <a:pt x="249" y="4238"/>
                      <a:pt x="583" y="5045"/>
                      <a:pt x="1178" y="5640"/>
                    </a:cubicBezTo>
                    <a:cubicBezTo>
                      <a:pt x="1773" y="6235"/>
                      <a:pt x="2580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21" name="Freeform: Shape 3120">
                <a:extLst>
                  <a:ext uri="{FF2B5EF4-FFF2-40B4-BE49-F238E27FC236}">
                    <a16:creationId xmlns:a16="http://schemas.microsoft.com/office/drawing/2014/main" id="{7B4AC69F-E93E-D175-F05F-736923A4E65F}"/>
                  </a:ext>
                </a:extLst>
              </p:cNvPr>
              <p:cNvSpPr/>
              <p:nvPr/>
            </p:nvSpPr>
            <p:spPr>
              <a:xfrm>
                <a:off x="4008228" y="6320658"/>
                <a:ext cx="6343" cy="6345"/>
              </a:xfrm>
              <a:custGeom>
                <a:avLst/>
                <a:gdLst>
                  <a:gd name="connsiteX0" fmla="*/ 3420 w 6343"/>
                  <a:gd name="connsiteY0" fmla="*/ 6569 h 6345"/>
                  <a:gd name="connsiteX1" fmla="*/ 5663 w 6343"/>
                  <a:gd name="connsiteY1" fmla="*/ 5640 h 6345"/>
                  <a:gd name="connsiteX2" fmla="*/ 6592 w 6343"/>
                  <a:gd name="connsiteY2" fmla="*/ 3397 h 6345"/>
                  <a:gd name="connsiteX3" fmla="*/ 5663 w 6343"/>
                  <a:gd name="connsiteY3" fmla="*/ 1153 h 6345"/>
                  <a:gd name="connsiteX4" fmla="*/ 3420 w 6343"/>
                  <a:gd name="connsiteY4" fmla="*/ 224 h 6345"/>
                  <a:gd name="connsiteX5" fmla="*/ 1178 w 6343"/>
                  <a:gd name="connsiteY5" fmla="*/ 1153 h 6345"/>
                  <a:gd name="connsiteX6" fmla="*/ 249 w 6343"/>
                  <a:gd name="connsiteY6" fmla="*/ 3397 h 6345"/>
                  <a:gd name="connsiteX7" fmla="*/ 1178 w 6343"/>
                  <a:gd name="connsiteY7" fmla="*/ 5640 h 6345"/>
                  <a:gd name="connsiteX8" fmla="*/ 342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9"/>
                    </a:moveTo>
                    <a:cubicBezTo>
                      <a:pt x="4261" y="6569"/>
                      <a:pt x="5068" y="6235"/>
                      <a:pt x="5663" y="5640"/>
                    </a:cubicBezTo>
                    <a:cubicBezTo>
                      <a:pt x="6258" y="5045"/>
                      <a:pt x="6592" y="4238"/>
                      <a:pt x="6592" y="3397"/>
                    </a:cubicBezTo>
                    <a:cubicBezTo>
                      <a:pt x="6592" y="2555"/>
                      <a:pt x="6258" y="1748"/>
                      <a:pt x="5663" y="1153"/>
                    </a:cubicBezTo>
                    <a:cubicBezTo>
                      <a:pt x="5068" y="558"/>
                      <a:pt x="4261" y="224"/>
                      <a:pt x="3420" y="224"/>
                    </a:cubicBezTo>
                    <a:cubicBezTo>
                      <a:pt x="2579" y="224"/>
                      <a:pt x="1772" y="558"/>
                      <a:pt x="1178" y="1153"/>
                    </a:cubicBezTo>
                    <a:cubicBezTo>
                      <a:pt x="583" y="1748"/>
                      <a:pt x="249" y="2555"/>
                      <a:pt x="249" y="3397"/>
                    </a:cubicBezTo>
                    <a:cubicBezTo>
                      <a:pt x="249" y="4238"/>
                      <a:pt x="583" y="5045"/>
                      <a:pt x="1178" y="5640"/>
                    </a:cubicBezTo>
                    <a:cubicBezTo>
                      <a:pt x="1772" y="6235"/>
                      <a:pt x="2579" y="6569"/>
                      <a:pt x="342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22" name="Freeform: Shape 3121">
                <a:extLst>
                  <a:ext uri="{FF2B5EF4-FFF2-40B4-BE49-F238E27FC236}">
                    <a16:creationId xmlns:a16="http://schemas.microsoft.com/office/drawing/2014/main" id="{C590ED43-DF1C-B229-E752-4BF35D623903}"/>
                  </a:ext>
                </a:extLst>
              </p:cNvPr>
              <p:cNvSpPr/>
              <p:nvPr/>
            </p:nvSpPr>
            <p:spPr>
              <a:xfrm>
                <a:off x="3998967" y="6330262"/>
                <a:ext cx="6343" cy="6345"/>
              </a:xfrm>
              <a:custGeom>
                <a:avLst/>
                <a:gdLst>
                  <a:gd name="connsiteX0" fmla="*/ 3420 w 6343"/>
                  <a:gd name="connsiteY0" fmla="*/ 6570 h 6345"/>
                  <a:gd name="connsiteX1" fmla="*/ 5662 w 6343"/>
                  <a:gd name="connsiteY1" fmla="*/ 5641 h 6345"/>
                  <a:gd name="connsiteX2" fmla="*/ 6591 w 6343"/>
                  <a:gd name="connsiteY2" fmla="*/ 3397 h 6345"/>
                  <a:gd name="connsiteX3" fmla="*/ 5662 w 6343"/>
                  <a:gd name="connsiteY3" fmla="*/ 1154 h 6345"/>
                  <a:gd name="connsiteX4" fmla="*/ 3420 w 6343"/>
                  <a:gd name="connsiteY4" fmla="*/ 225 h 6345"/>
                  <a:gd name="connsiteX5" fmla="*/ 1177 w 6343"/>
                  <a:gd name="connsiteY5" fmla="*/ 1154 h 6345"/>
                  <a:gd name="connsiteX6" fmla="*/ 248 w 6343"/>
                  <a:gd name="connsiteY6" fmla="*/ 3397 h 6345"/>
                  <a:gd name="connsiteX7" fmla="*/ 1177 w 6343"/>
                  <a:gd name="connsiteY7" fmla="*/ 5641 h 6345"/>
                  <a:gd name="connsiteX8" fmla="*/ 3420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70"/>
                    </a:moveTo>
                    <a:cubicBezTo>
                      <a:pt x="4261" y="6570"/>
                      <a:pt x="5067" y="6236"/>
                      <a:pt x="5662" y="5641"/>
                    </a:cubicBezTo>
                    <a:cubicBezTo>
                      <a:pt x="6257" y="5046"/>
                      <a:pt x="6591" y="4239"/>
                      <a:pt x="6591" y="3397"/>
                    </a:cubicBezTo>
                    <a:cubicBezTo>
                      <a:pt x="6591" y="2556"/>
                      <a:pt x="6257" y="1749"/>
                      <a:pt x="5662" y="1154"/>
                    </a:cubicBezTo>
                    <a:cubicBezTo>
                      <a:pt x="5067" y="559"/>
                      <a:pt x="4261" y="225"/>
                      <a:pt x="3420" y="225"/>
                    </a:cubicBezTo>
                    <a:cubicBezTo>
                      <a:pt x="2578" y="225"/>
                      <a:pt x="1772" y="559"/>
                      <a:pt x="1177" y="1154"/>
                    </a:cubicBezTo>
                    <a:cubicBezTo>
                      <a:pt x="582" y="1749"/>
                      <a:pt x="248" y="2556"/>
                      <a:pt x="248" y="3397"/>
                    </a:cubicBezTo>
                    <a:cubicBezTo>
                      <a:pt x="248" y="4239"/>
                      <a:pt x="582" y="5046"/>
                      <a:pt x="1177" y="5641"/>
                    </a:cubicBezTo>
                    <a:cubicBezTo>
                      <a:pt x="1772" y="6236"/>
                      <a:pt x="2578" y="6570"/>
                      <a:pt x="3420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23" name="Freeform: Shape 3122">
                <a:extLst>
                  <a:ext uri="{FF2B5EF4-FFF2-40B4-BE49-F238E27FC236}">
                    <a16:creationId xmlns:a16="http://schemas.microsoft.com/office/drawing/2014/main" id="{A04AD5A8-02AE-4FBA-4C65-E5274D0D7D5B}"/>
                  </a:ext>
                </a:extLst>
              </p:cNvPr>
              <p:cNvSpPr/>
              <p:nvPr/>
            </p:nvSpPr>
            <p:spPr>
              <a:xfrm>
                <a:off x="3996761" y="6338060"/>
                <a:ext cx="6343" cy="6345"/>
              </a:xfrm>
              <a:custGeom>
                <a:avLst/>
                <a:gdLst>
                  <a:gd name="connsiteX0" fmla="*/ 3419 w 6343"/>
                  <a:gd name="connsiteY0" fmla="*/ 6571 h 6345"/>
                  <a:gd name="connsiteX1" fmla="*/ 5662 w 6343"/>
                  <a:gd name="connsiteY1" fmla="*/ 5641 h 6345"/>
                  <a:gd name="connsiteX2" fmla="*/ 6591 w 6343"/>
                  <a:gd name="connsiteY2" fmla="*/ 3398 h 6345"/>
                  <a:gd name="connsiteX3" fmla="*/ 5662 w 6343"/>
                  <a:gd name="connsiteY3" fmla="*/ 1155 h 6345"/>
                  <a:gd name="connsiteX4" fmla="*/ 3419 w 6343"/>
                  <a:gd name="connsiteY4" fmla="*/ 225 h 6345"/>
                  <a:gd name="connsiteX5" fmla="*/ 1177 w 6343"/>
                  <a:gd name="connsiteY5" fmla="*/ 1155 h 6345"/>
                  <a:gd name="connsiteX6" fmla="*/ 248 w 6343"/>
                  <a:gd name="connsiteY6" fmla="*/ 3398 h 6345"/>
                  <a:gd name="connsiteX7" fmla="*/ 1177 w 6343"/>
                  <a:gd name="connsiteY7" fmla="*/ 5641 h 6345"/>
                  <a:gd name="connsiteX8" fmla="*/ 3419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71"/>
                    </a:moveTo>
                    <a:cubicBezTo>
                      <a:pt x="4261" y="6571"/>
                      <a:pt x="5067" y="6236"/>
                      <a:pt x="5662" y="5641"/>
                    </a:cubicBezTo>
                    <a:cubicBezTo>
                      <a:pt x="6257" y="5046"/>
                      <a:pt x="6591" y="4239"/>
                      <a:pt x="6591" y="3398"/>
                    </a:cubicBezTo>
                    <a:cubicBezTo>
                      <a:pt x="6591" y="2557"/>
                      <a:pt x="6257" y="1749"/>
                      <a:pt x="5662" y="1155"/>
                    </a:cubicBezTo>
                    <a:cubicBezTo>
                      <a:pt x="5067" y="560"/>
                      <a:pt x="4261" y="225"/>
                      <a:pt x="3419" y="225"/>
                    </a:cubicBezTo>
                    <a:cubicBezTo>
                      <a:pt x="2578" y="225"/>
                      <a:pt x="1772" y="560"/>
                      <a:pt x="1177" y="1155"/>
                    </a:cubicBezTo>
                    <a:cubicBezTo>
                      <a:pt x="582" y="1749"/>
                      <a:pt x="248" y="2557"/>
                      <a:pt x="248" y="3398"/>
                    </a:cubicBezTo>
                    <a:cubicBezTo>
                      <a:pt x="248" y="4239"/>
                      <a:pt x="582" y="5046"/>
                      <a:pt x="1177" y="5641"/>
                    </a:cubicBezTo>
                    <a:cubicBezTo>
                      <a:pt x="1772" y="6236"/>
                      <a:pt x="2578" y="6571"/>
                      <a:pt x="3419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24" name="Freeform: Shape 3123">
                <a:extLst>
                  <a:ext uri="{FF2B5EF4-FFF2-40B4-BE49-F238E27FC236}">
                    <a16:creationId xmlns:a16="http://schemas.microsoft.com/office/drawing/2014/main" id="{62A359BC-0AFA-B10C-EB3C-5AA6C591B1FB}"/>
                  </a:ext>
                </a:extLst>
              </p:cNvPr>
              <p:cNvSpPr/>
              <p:nvPr/>
            </p:nvSpPr>
            <p:spPr>
              <a:xfrm>
                <a:off x="3992692" y="6336942"/>
                <a:ext cx="6343" cy="6345"/>
              </a:xfrm>
              <a:custGeom>
                <a:avLst/>
                <a:gdLst>
                  <a:gd name="connsiteX0" fmla="*/ 3419 w 6343"/>
                  <a:gd name="connsiteY0" fmla="*/ 6571 h 6345"/>
                  <a:gd name="connsiteX1" fmla="*/ 5662 w 6343"/>
                  <a:gd name="connsiteY1" fmla="*/ 5641 h 6345"/>
                  <a:gd name="connsiteX2" fmla="*/ 6591 w 6343"/>
                  <a:gd name="connsiteY2" fmla="*/ 3398 h 6345"/>
                  <a:gd name="connsiteX3" fmla="*/ 5662 w 6343"/>
                  <a:gd name="connsiteY3" fmla="*/ 1154 h 6345"/>
                  <a:gd name="connsiteX4" fmla="*/ 3419 w 6343"/>
                  <a:gd name="connsiteY4" fmla="*/ 225 h 6345"/>
                  <a:gd name="connsiteX5" fmla="*/ 1176 w 6343"/>
                  <a:gd name="connsiteY5" fmla="*/ 1154 h 6345"/>
                  <a:gd name="connsiteX6" fmla="*/ 248 w 6343"/>
                  <a:gd name="connsiteY6" fmla="*/ 3398 h 6345"/>
                  <a:gd name="connsiteX7" fmla="*/ 1176 w 6343"/>
                  <a:gd name="connsiteY7" fmla="*/ 5641 h 6345"/>
                  <a:gd name="connsiteX8" fmla="*/ 3419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71"/>
                    </a:moveTo>
                    <a:cubicBezTo>
                      <a:pt x="4260" y="6571"/>
                      <a:pt x="5067" y="6236"/>
                      <a:pt x="5662" y="5641"/>
                    </a:cubicBezTo>
                    <a:cubicBezTo>
                      <a:pt x="6256" y="5046"/>
                      <a:pt x="6591" y="4239"/>
                      <a:pt x="6591" y="3398"/>
                    </a:cubicBezTo>
                    <a:cubicBezTo>
                      <a:pt x="6591" y="2556"/>
                      <a:pt x="6256" y="1749"/>
                      <a:pt x="5662" y="1154"/>
                    </a:cubicBezTo>
                    <a:cubicBezTo>
                      <a:pt x="5067" y="559"/>
                      <a:pt x="4260" y="225"/>
                      <a:pt x="3419" y="225"/>
                    </a:cubicBezTo>
                    <a:cubicBezTo>
                      <a:pt x="2578" y="225"/>
                      <a:pt x="1771" y="559"/>
                      <a:pt x="1176" y="1154"/>
                    </a:cubicBezTo>
                    <a:cubicBezTo>
                      <a:pt x="582" y="1749"/>
                      <a:pt x="248" y="2556"/>
                      <a:pt x="248" y="3398"/>
                    </a:cubicBezTo>
                    <a:cubicBezTo>
                      <a:pt x="248" y="4239"/>
                      <a:pt x="582" y="5046"/>
                      <a:pt x="1176" y="5641"/>
                    </a:cubicBezTo>
                    <a:cubicBezTo>
                      <a:pt x="1771" y="6236"/>
                      <a:pt x="2578" y="6571"/>
                      <a:pt x="3419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25" name="Freeform: Shape 3124">
                <a:extLst>
                  <a:ext uri="{FF2B5EF4-FFF2-40B4-BE49-F238E27FC236}">
                    <a16:creationId xmlns:a16="http://schemas.microsoft.com/office/drawing/2014/main" id="{8E0DE900-3CD5-9694-71B5-EC3D596BF64E}"/>
                  </a:ext>
                </a:extLst>
              </p:cNvPr>
              <p:cNvSpPr/>
              <p:nvPr/>
            </p:nvSpPr>
            <p:spPr>
              <a:xfrm>
                <a:off x="3988929" y="6337291"/>
                <a:ext cx="6343" cy="6345"/>
              </a:xfrm>
              <a:custGeom>
                <a:avLst/>
                <a:gdLst>
                  <a:gd name="connsiteX0" fmla="*/ 3419 w 6343"/>
                  <a:gd name="connsiteY0" fmla="*/ 6571 h 6345"/>
                  <a:gd name="connsiteX1" fmla="*/ 5661 w 6343"/>
                  <a:gd name="connsiteY1" fmla="*/ 5641 h 6345"/>
                  <a:gd name="connsiteX2" fmla="*/ 6590 w 6343"/>
                  <a:gd name="connsiteY2" fmla="*/ 3398 h 6345"/>
                  <a:gd name="connsiteX3" fmla="*/ 5661 w 6343"/>
                  <a:gd name="connsiteY3" fmla="*/ 1154 h 6345"/>
                  <a:gd name="connsiteX4" fmla="*/ 3419 w 6343"/>
                  <a:gd name="connsiteY4" fmla="*/ 225 h 6345"/>
                  <a:gd name="connsiteX5" fmla="*/ 1176 w 6343"/>
                  <a:gd name="connsiteY5" fmla="*/ 1154 h 6345"/>
                  <a:gd name="connsiteX6" fmla="*/ 247 w 6343"/>
                  <a:gd name="connsiteY6" fmla="*/ 3398 h 6345"/>
                  <a:gd name="connsiteX7" fmla="*/ 1176 w 6343"/>
                  <a:gd name="connsiteY7" fmla="*/ 5641 h 6345"/>
                  <a:gd name="connsiteX8" fmla="*/ 3419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71"/>
                    </a:moveTo>
                    <a:cubicBezTo>
                      <a:pt x="4260" y="6571"/>
                      <a:pt x="5067" y="6236"/>
                      <a:pt x="5661" y="5641"/>
                    </a:cubicBezTo>
                    <a:cubicBezTo>
                      <a:pt x="6256" y="5046"/>
                      <a:pt x="6590" y="4239"/>
                      <a:pt x="6590" y="3398"/>
                    </a:cubicBezTo>
                    <a:cubicBezTo>
                      <a:pt x="6590" y="2556"/>
                      <a:pt x="6256" y="1749"/>
                      <a:pt x="5661" y="1154"/>
                    </a:cubicBezTo>
                    <a:cubicBezTo>
                      <a:pt x="5067" y="559"/>
                      <a:pt x="4260" y="225"/>
                      <a:pt x="3419" y="225"/>
                    </a:cubicBezTo>
                    <a:cubicBezTo>
                      <a:pt x="2578" y="225"/>
                      <a:pt x="1771" y="559"/>
                      <a:pt x="1176" y="1154"/>
                    </a:cubicBezTo>
                    <a:cubicBezTo>
                      <a:pt x="581" y="1749"/>
                      <a:pt x="247" y="2556"/>
                      <a:pt x="247" y="3398"/>
                    </a:cubicBezTo>
                    <a:cubicBezTo>
                      <a:pt x="247" y="4239"/>
                      <a:pt x="581" y="5046"/>
                      <a:pt x="1176" y="5641"/>
                    </a:cubicBezTo>
                    <a:cubicBezTo>
                      <a:pt x="1771" y="6236"/>
                      <a:pt x="2578" y="6571"/>
                      <a:pt x="3419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26" name="Freeform: Shape 3125">
                <a:extLst>
                  <a:ext uri="{FF2B5EF4-FFF2-40B4-BE49-F238E27FC236}">
                    <a16:creationId xmlns:a16="http://schemas.microsoft.com/office/drawing/2014/main" id="{08F0BC65-55AC-3CB0-7526-E3B9DC4D53F0}"/>
                  </a:ext>
                </a:extLst>
              </p:cNvPr>
              <p:cNvSpPr/>
              <p:nvPr/>
            </p:nvSpPr>
            <p:spPr>
              <a:xfrm>
                <a:off x="3985376" y="6338739"/>
                <a:ext cx="6343" cy="6345"/>
              </a:xfrm>
              <a:custGeom>
                <a:avLst/>
                <a:gdLst>
                  <a:gd name="connsiteX0" fmla="*/ 3419 w 6343"/>
                  <a:gd name="connsiteY0" fmla="*/ 6571 h 6345"/>
                  <a:gd name="connsiteX1" fmla="*/ 5661 w 6343"/>
                  <a:gd name="connsiteY1" fmla="*/ 5641 h 6345"/>
                  <a:gd name="connsiteX2" fmla="*/ 6590 w 6343"/>
                  <a:gd name="connsiteY2" fmla="*/ 3398 h 6345"/>
                  <a:gd name="connsiteX3" fmla="*/ 5661 w 6343"/>
                  <a:gd name="connsiteY3" fmla="*/ 1155 h 6345"/>
                  <a:gd name="connsiteX4" fmla="*/ 3419 w 6343"/>
                  <a:gd name="connsiteY4" fmla="*/ 225 h 6345"/>
                  <a:gd name="connsiteX5" fmla="*/ 1176 w 6343"/>
                  <a:gd name="connsiteY5" fmla="*/ 1155 h 6345"/>
                  <a:gd name="connsiteX6" fmla="*/ 247 w 6343"/>
                  <a:gd name="connsiteY6" fmla="*/ 3398 h 6345"/>
                  <a:gd name="connsiteX7" fmla="*/ 1176 w 6343"/>
                  <a:gd name="connsiteY7" fmla="*/ 5641 h 6345"/>
                  <a:gd name="connsiteX8" fmla="*/ 3419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71"/>
                    </a:moveTo>
                    <a:cubicBezTo>
                      <a:pt x="4260" y="6571"/>
                      <a:pt x="5066" y="6236"/>
                      <a:pt x="5661" y="5641"/>
                    </a:cubicBezTo>
                    <a:cubicBezTo>
                      <a:pt x="6256" y="5046"/>
                      <a:pt x="6590" y="4239"/>
                      <a:pt x="6590" y="3398"/>
                    </a:cubicBezTo>
                    <a:cubicBezTo>
                      <a:pt x="6590" y="2557"/>
                      <a:pt x="6256" y="1750"/>
                      <a:pt x="5661" y="1155"/>
                    </a:cubicBezTo>
                    <a:cubicBezTo>
                      <a:pt x="5066" y="560"/>
                      <a:pt x="4260" y="225"/>
                      <a:pt x="3419" y="225"/>
                    </a:cubicBezTo>
                    <a:cubicBezTo>
                      <a:pt x="2577" y="225"/>
                      <a:pt x="1771" y="560"/>
                      <a:pt x="1176" y="1155"/>
                    </a:cubicBezTo>
                    <a:cubicBezTo>
                      <a:pt x="581" y="1750"/>
                      <a:pt x="247" y="2557"/>
                      <a:pt x="247" y="3398"/>
                    </a:cubicBezTo>
                    <a:cubicBezTo>
                      <a:pt x="247" y="4239"/>
                      <a:pt x="581" y="5046"/>
                      <a:pt x="1176" y="5641"/>
                    </a:cubicBezTo>
                    <a:cubicBezTo>
                      <a:pt x="1771" y="6236"/>
                      <a:pt x="2577" y="6571"/>
                      <a:pt x="3419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27" name="Freeform: Shape 3126">
                <a:extLst>
                  <a:ext uri="{FF2B5EF4-FFF2-40B4-BE49-F238E27FC236}">
                    <a16:creationId xmlns:a16="http://schemas.microsoft.com/office/drawing/2014/main" id="{52A6720B-3043-043F-E78B-72F020D4DACB}"/>
                  </a:ext>
                </a:extLst>
              </p:cNvPr>
              <p:cNvSpPr/>
              <p:nvPr/>
            </p:nvSpPr>
            <p:spPr>
              <a:xfrm>
                <a:off x="3981641" y="6339230"/>
                <a:ext cx="6343" cy="6345"/>
              </a:xfrm>
              <a:custGeom>
                <a:avLst/>
                <a:gdLst>
                  <a:gd name="connsiteX0" fmla="*/ 3418 w 6343"/>
                  <a:gd name="connsiteY0" fmla="*/ 6571 h 6345"/>
                  <a:gd name="connsiteX1" fmla="*/ 5661 w 6343"/>
                  <a:gd name="connsiteY1" fmla="*/ 5641 h 6345"/>
                  <a:gd name="connsiteX2" fmla="*/ 6590 w 6343"/>
                  <a:gd name="connsiteY2" fmla="*/ 3398 h 6345"/>
                  <a:gd name="connsiteX3" fmla="*/ 5661 w 6343"/>
                  <a:gd name="connsiteY3" fmla="*/ 1155 h 6345"/>
                  <a:gd name="connsiteX4" fmla="*/ 3418 w 6343"/>
                  <a:gd name="connsiteY4" fmla="*/ 225 h 6345"/>
                  <a:gd name="connsiteX5" fmla="*/ 1176 w 6343"/>
                  <a:gd name="connsiteY5" fmla="*/ 1155 h 6345"/>
                  <a:gd name="connsiteX6" fmla="*/ 247 w 6343"/>
                  <a:gd name="connsiteY6" fmla="*/ 3398 h 6345"/>
                  <a:gd name="connsiteX7" fmla="*/ 1176 w 6343"/>
                  <a:gd name="connsiteY7" fmla="*/ 5641 h 6345"/>
                  <a:gd name="connsiteX8" fmla="*/ 3418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71"/>
                    </a:moveTo>
                    <a:cubicBezTo>
                      <a:pt x="4259" y="6571"/>
                      <a:pt x="5066" y="6236"/>
                      <a:pt x="5661" y="5641"/>
                    </a:cubicBezTo>
                    <a:cubicBezTo>
                      <a:pt x="6256" y="5047"/>
                      <a:pt x="6590" y="4239"/>
                      <a:pt x="6590" y="3398"/>
                    </a:cubicBezTo>
                    <a:cubicBezTo>
                      <a:pt x="6590" y="2557"/>
                      <a:pt x="6256" y="1750"/>
                      <a:pt x="5661" y="1155"/>
                    </a:cubicBezTo>
                    <a:cubicBezTo>
                      <a:pt x="5066" y="560"/>
                      <a:pt x="4259" y="225"/>
                      <a:pt x="3418" y="225"/>
                    </a:cubicBezTo>
                    <a:cubicBezTo>
                      <a:pt x="2577" y="225"/>
                      <a:pt x="1770" y="560"/>
                      <a:pt x="1176" y="1155"/>
                    </a:cubicBezTo>
                    <a:cubicBezTo>
                      <a:pt x="581" y="1750"/>
                      <a:pt x="247" y="2557"/>
                      <a:pt x="247" y="3398"/>
                    </a:cubicBezTo>
                    <a:cubicBezTo>
                      <a:pt x="247" y="4239"/>
                      <a:pt x="581" y="5047"/>
                      <a:pt x="1176" y="5641"/>
                    </a:cubicBezTo>
                    <a:cubicBezTo>
                      <a:pt x="1770" y="6236"/>
                      <a:pt x="2577" y="6571"/>
                      <a:pt x="3418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28" name="Freeform: Shape 3127">
                <a:extLst>
                  <a:ext uri="{FF2B5EF4-FFF2-40B4-BE49-F238E27FC236}">
                    <a16:creationId xmlns:a16="http://schemas.microsoft.com/office/drawing/2014/main" id="{8A50AC96-C0F0-9276-732B-332392C57EEB}"/>
                  </a:ext>
                </a:extLst>
              </p:cNvPr>
              <p:cNvSpPr/>
              <p:nvPr/>
            </p:nvSpPr>
            <p:spPr>
              <a:xfrm>
                <a:off x="3977473" y="6337213"/>
                <a:ext cx="6343" cy="6345"/>
              </a:xfrm>
              <a:custGeom>
                <a:avLst/>
                <a:gdLst>
                  <a:gd name="connsiteX0" fmla="*/ 3418 w 6343"/>
                  <a:gd name="connsiteY0" fmla="*/ 6571 h 6345"/>
                  <a:gd name="connsiteX1" fmla="*/ 5661 w 6343"/>
                  <a:gd name="connsiteY1" fmla="*/ 5641 h 6345"/>
                  <a:gd name="connsiteX2" fmla="*/ 6589 w 6343"/>
                  <a:gd name="connsiteY2" fmla="*/ 3398 h 6345"/>
                  <a:gd name="connsiteX3" fmla="*/ 5661 w 6343"/>
                  <a:gd name="connsiteY3" fmla="*/ 1154 h 6345"/>
                  <a:gd name="connsiteX4" fmla="*/ 3418 w 6343"/>
                  <a:gd name="connsiteY4" fmla="*/ 225 h 6345"/>
                  <a:gd name="connsiteX5" fmla="*/ 1175 w 6343"/>
                  <a:gd name="connsiteY5" fmla="*/ 1154 h 6345"/>
                  <a:gd name="connsiteX6" fmla="*/ 246 w 6343"/>
                  <a:gd name="connsiteY6" fmla="*/ 3398 h 6345"/>
                  <a:gd name="connsiteX7" fmla="*/ 1175 w 6343"/>
                  <a:gd name="connsiteY7" fmla="*/ 5641 h 6345"/>
                  <a:gd name="connsiteX8" fmla="*/ 3418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71"/>
                    </a:moveTo>
                    <a:cubicBezTo>
                      <a:pt x="4259" y="6571"/>
                      <a:pt x="5066" y="6236"/>
                      <a:pt x="5661" y="5641"/>
                    </a:cubicBezTo>
                    <a:cubicBezTo>
                      <a:pt x="6255" y="5046"/>
                      <a:pt x="6589" y="4239"/>
                      <a:pt x="6589" y="3398"/>
                    </a:cubicBezTo>
                    <a:cubicBezTo>
                      <a:pt x="6589" y="2556"/>
                      <a:pt x="6255" y="1749"/>
                      <a:pt x="5661" y="1154"/>
                    </a:cubicBezTo>
                    <a:cubicBezTo>
                      <a:pt x="5066" y="559"/>
                      <a:pt x="4259" y="225"/>
                      <a:pt x="3418" y="225"/>
                    </a:cubicBezTo>
                    <a:cubicBezTo>
                      <a:pt x="2577" y="225"/>
                      <a:pt x="1770" y="559"/>
                      <a:pt x="1175" y="1154"/>
                    </a:cubicBezTo>
                    <a:cubicBezTo>
                      <a:pt x="581" y="1749"/>
                      <a:pt x="246" y="2556"/>
                      <a:pt x="246" y="3398"/>
                    </a:cubicBezTo>
                    <a:cubicBezTo>
                      <a:pt x="246" y="4239"/>
                      <a:pt x="581" y="5046"/>
                      <a:pt x="1175" y="5641"/>
                    </a:cubicBezTo>
                    <a:cubicBezTo>
                      <a:pt x="1770" y="6236"/>
                      <a:pt x="2577" y="6571"/>
                      <a:pt x="3418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29" name="Freeform: Shape 3128">
                <a:extLst>
                  <a:ext uri="{FF2B5EF4-FFF2-40B4-BE49-F238E27FC236}">
                    <a16:creationId xmlns:a16="http://schemas.microsoft.com/office/drawing/2014/main" id="{112FA42E-9F26-FF93-2296-04719B3669A7}"/>
                  </a:ext>
                </a:extLst>
              </p:cNvPr>
              <p:cNvSpPr/>
              <p:nvPr/>
            </p:nvSpPr>
            <p:spPr>
              <a:xfrm>
                <a:off x="3972730" y="6331554"/>
                <a:ext cx="6343" cy="6345"/>
              </a:xfrm>
              <a:custGeom>
                <a:avLst/>
                <a:gdLst>
                  <a:gd name="connsiteX0" fmla="*/ 3418 w 6343"/>
                  <a:gd name="connsiteY0" fmla="*/ 6570 h 6345"/>
                  <a:gd name="connsiteX1" fmla="*/ 5660 w 6343"/>
                  <a:gd name="connsiteY1" fmla="*/ 5641 h 6345"/>
                  <a:gd name="connsiteX2" fmla="*/ 6589 w 6343"/>
                  <a:gd name="connsiteY2" fmla="*/ 3397 h 6345"/>
                  <a:gd name="connsiteX3" fmla="*/ 5660 w 6343"/>
                  <a:gd name="connsiteY3" fmla="*/ 1154 h 6345"/>
                  <a:gd name="connsiteX4" fmla="*/ 3418 w 6343"/>
                  <a:gd name="connsiteY4" fmla="*/ 225 h 6345"/>
                  <a:gd name="connsiteX5" fmla="*/ 1175 w 6343"/>
                  <a:gd name="connsiteY5" fmla="*/ 1154 h 6345"/>
                  <a:gd name="connsiteX6" fmla="*/ 246 w 6343"/>
                  <a:gd name="connsiteY6" fmla="*/ 3397 h 6345"/>
                  <a:gd name="connsiteX7" fmla="*/ 1175 w 6343"/>
                  <a:gd name="connsiteY7" fmla="*/ 5641 h 6345"/>
                  <a:gd name="connsiteX8" fmla="*/ 3418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70"/>
                    </a:moveTo>
                    <a:cubicBezTo>
                      <a:pt x="4259" y="6570"/>
                      <a:pt x="5065" y="6236"/>
                      <a:pt x="5660" y="5641"/>
                    </a:cubicBezTo>
                    <a:cubicBezTo>
                      <a:pt x="6255" y="5046"/>
                      <a:pt x="6589" y="4239"/>
                      <a:pt x="6589" y="3397"/>
                    </a:cubicBezTo>
                    <a:cubicBezTo>
                      <a:pt x="6589" y="2556"/>
                      <a:pt x="6255" y="1749"/>
                      <a:pt x="5660" y="1154"/>
                    </a:cubicBezTo>
                    <a:cubicBezTo>
                      <a:pt x="5065" y="559"/>
                      <a:pt x="4259" y="225"/>
                      <a:pt x="3418" y="225"/>
                    </a:cubicBezTo>
                    <a:cubicBezTo>
                      <a:pt x="2576" y="225"/>
                      <a:pt x="1770" y="559"/>
                      <a:pt x="1175" y="1154"/>
                    </a:cubicBezTo>
                    <a:cubicBezTo>
                      <a:pt x="580" y="1749"/>
                      <a:pt x="246" y="2556"/>
                      <a:pt x="246" y="3397"/>
                    </a:cubicBezTo>
                    <a:cubicBezTo>
                      <a:pt x="246" y="4239"/>
                      <a:pt x="580" y="5046"/>
                      <a:pt x="1175" y="5641"/>
                    </a:cubicBezTo>
                    <a:cubicBezTo>
                      <a:pt x="1770" y="6236"/>
                      <a:pt x="2576" y="6570"/>
                      <a:pt x="3418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30" name="Freeform: Shape 3129">
                <a:extLst>
                  <a:ext uri="{FF2B5EF4-FFF2-40B4-BE49-F238E27FC236}">
                    <a16:creationId xmlns:a16="http://schemas.microsoft.com/office/drawing/2014/main" id="{9D3F216F-6823-0441-7C2C-947712C38774}"/>
                  </a:ext>
                </a:extLst>
              </p:cNvPr>
              <p:cNvSpPr/>
              <p:nvPr/>
            </p:nvSpPr>
            <p:spPr>
              <a:xfrm>
                <a:off x="3967720" y="6323747"/>
                <a:ext cx="6343" cy="6345"/>
              </a:xfrm>
              <a:custGeom>
                <a:avLst/>
                <a:gdLst>
                  <a:gd name="connsiteX0" fmla="*/ 3417 w 6343"/>
                  <a:gd name="connsiteY0" fmla="*/ 6570 h 6345"/>
                  <a:gd name="connsiteX1" fmla="*/ 5660 w 6343"/>
                  <a:gd name="connsiteY1" fmla="*/ 5640 h 6345"/>
                  <a:gd name="connsiteX2" fmla="*/ 6589 w 6343"/>
                  <a:gd name="connsiteY2" fmla="*/ 3397 h 6345"/>
                  <a:gd name="connsiteX3" fmla="*/ 5660 w 6343"/>
                  <a:gd name="connsiteY3" fmla="*/ 1153 h 6345"/>
                  <a:gd name="connsiteX4" fmla="*/ 3417 w 6343"/>
                  <a:gd name="connsiteY4" fmla="*/ 224 h 6345"/>
                  <a:gd name="connsiteX5" fmla="*/ 1175 w 6343"/>
                  <a:gd name="connsiteY5" fmla="*/ 1153 h 6345"/>
                  <a:gd name="connsiteX6" fmla="*/ 246 w 6343"/>
                  <a:gd name="connsiteY6" fmla="*/ 3397 h 6345"/>
                  <a:gd name="connsiteX7" fmla="*/ 1175 w 6343"/>
                  <a:gd name="connsiteY7" fmla="*/ 5640 h 6345"/>
                  <a:gd name="connsiteX8" fmla="*/ 3417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70"/>
                    </a:moveTo>
                    <a:cubicBezTo>
                      <a:pt x="4258" y="6570"/>
                      <a:pt x="5065" y="6235"/>
                      <a:pt x="5660" y="5640"/>
                    </a:cubicBezTo>
                    <a:cubicBezTo>
                      <a:pt x="6255" y="5045"/>
                      <a:pt x="6589" y="4238"/>
                      <a:pt x="6589" y="3397"/>
                    </a:cubicBezTo>
                    <a:cubicBezTo>
                      <a:pt x="6589" y="2555"/>
                      <a:pt x="6255" y="1748"/>
                      <a:pt x="5660" y="1153"/>
                    </a:cubicBezTo>
                    <a:cubicBezTo>
                      <a:pt x="5065" y="558"/>
                      <a:pt x="4258" y="224"/>
                      <a:pt x="3417" y="224"/>
                    </a:cubicBezTo>
                    <a:cubicBezTo>
                      <a:pt x="2576" y="224"/>
                      <a:pt x="1769" y="558"/>
                      <a:pt x="1175" y="1153"/>
                    </a:cubicBezTo>
                    <a:cubicBezTo>
                      <a:pt x="580" y="1748"/>
                      <a:pt x="246" y="2555"/>
                      <a:pt x="246" y="3397"/>
                    </a:cubicBezTo>
                    <a:cubicBezTo>
                      <a:pt x="246" y="4238"/>
                      <a:pt x="580" y="5045"/>
                      <a:pt x="1175" y="5640"/>
                    </a:cubicBezTo>
                    <a:cubicBezTo>
                      <a:pt x="1769" y="6235"/>
                      <a:pt x="2576" y="6570"/>
                      <a:pt x="3417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31" name="Freeform: Shape 3130">
                <a:extLst>
                  <a:ext uri="{FF2B5EF4-FFF2-40B4-BE49-F238E27FC236}">
                    <a16:creationId xmlns:a16="http://schemas.microsoft.com/office/drawing/2014/main" id="{4E2741C0-EFF0-CA64-0149-C179E472D27B}"/>
                  </a:ext>
                </a:extLst>
              </p:cNvPr>
              <p:cNvSpPr/>
              <p:nvPr/>
            </p:nvSpPr>
            <p:spPr>
              <a:xfrm>
                <a:off x="3963472" y="6320180"/>
                <a:ext cx="6343" cy="6345"/>
              </a:xfrm>
              <a:custGeom>
                <a:avLst/>
                <a:gdLst>
                  <a:gd name="connsiteX0" fmla="*/ 3417 w 6343"/>
                  <a:gd name="connsiteY0" fmla="*/ 6569 h 6345"/>
                  <a:gd name="connsiteX1" fmla="*/ 5659 w 6343"/>
                  <a:gd name="connsiteY1" fmla="*/ 5640 h 6345"/>
                  <a:gd name="connsiteX2" fmla="*/ 6588 w 6343"/>
                  <a:gd name="connsiteY2" fmla="*/ 3397 h 6345"/>
                  <a:gd name="connsiteX3" fmla="*/ 5659 w 6343"/>
                  <a:gd name="connsiteY3" fmla="*/ 1153 h 6345"/>
                  <a:gd name="connsiteX4" fmla="*/ 3417 w 6343"/>
                  <a:gd name="connsiteY4" fmla="*/ 224 h 6345"/>
                  <a:gd name="connsiteX5" fmla="*/ 1174 w 6343"/>
                  <a:gd name="connsiteY5" fmla="*/ 1153 h 6345"/>
                  <a:gd name="connsiteX6" fmla="*/ 245 w 6343"/>
                  <a:gd name="connsiteY6" fmla="*/ 3397 h 6345"/>
                  <a:gd name="connsiteX7" fmla="*/ 1174 w 6343"/>
                  <a:gd name="connsiteY7" fmla="*/ 5640 h 6345"/>
                  <a:gd name="connsiteX8" fmla="*/ 3417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69"/>
                    </a:moveTo>
                    <a:cubicBezTo>
                      <a:pt x="4258" y="6569"/>
                      <a:pt x="5065" y="6235"/>
                      <a:pt x="5659" y="5640"/>
                    </a:cubicBezTo>
                    <a:cubicBezTo>
                      <a:pt x="6254" y="5045"/>
                      <a:pt x="6588" y="4238"/>
                      <a:pt x="6588" y="3397"/>
                    </a:cubicBezTo>
                    <a:cubicBezTo>
                      <a:pt x="6588" y="2555"/>
                      <a:pt x="6254" y="1748"/>
                      <a:pt x="5659" y="1153"/>
                    </a:cubicBezTo>
                    <a:cubicBezTo>
                      <a:pt x="5065" y="558"/>
                      <a:pt x="4258" y="224"/>
                      <a:pt x="3417" y="224"/>
                    </a:cubicBezTo>
                    <a:cubicBezTo>
                      <a:pt x="2576" y="224"/>
                      <a:pt x="1769" y="558"/>
                      <a:pt x="1174" y="1153"/>
                    </a:cubicBezTo>
                    <a:cubicBezTo>
                      <a:pt x="579" y="1748"/>
                      <a:pt x="245" y="2555"/>
                      <a:pt x="245" y="3397"/>
                    </a:cubicBezTo>
                    <a:cubicBezTo>
                      <a:pt x="245" y="4238"/>
                      <a:pt x="579" y="5045"/>
                      <a:pt x="1174" y="5640"/>
                    </a:cubicBezTo>
                    <a:cubicBezTo>
                      <a:pt x="1769" y="6235"/>
                      <a:pt x="2576" y="6569"/>
                      <a:pt x="3417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32" name="Freeform: Shape 3131">
                <a:extLst>
                  <a:ext uri="{FF2B5EF4-FFF2-40B4-BE49-F238E27FC236}">
                    <a16:creationId xmlns:a16="http://schemas.microsoft.com/office/drawing/2014/main" id="{3DC24E77-5259-0889-60BB-5CC1F6CE7EF5}"/>
                  </a:ext>
                </a:extLst>
              </p:cNvPr>
              <p:cNvSpPr/>
              <p:nvPr/>
            </p:nvSpPr>
            <p:spPr>
              <a:xfrm>
                <a:off x="3959801" y="6320159"/>
                <a:ext cx="6343" cy="6345"/>
              </a:xfrm>
              <a:custGeom>
                <a:avLst/>
                <a:gdLst>
                  <a:gd name="connsiteX0" fmla="*/ 3417 w 6343"/>
                  <a:gd name="connsiteY0" fmla="*/ 6569 h 6345"/>
                  <a:gd name="connsiteX1" fmla="*/ 5659 w 6343"/>
                  <a:gd name="connsiteY1" fmla="*/ 5640 h 6345"/>
                  <a:gd name="connsiteX2" fmla="*/ 6588 w 6343"/>
                  <a:gd name="connsiteY2" fmla="*/ 3397 h 6345"/>
                  <a:gd name="connsiteX3" fmla="*/ 5659 w 6343"/>
                  <a:gd name="connsiteY3" fmla="*/ 1153 h 6345"/>
                  <a:gd name="connsiteX4" fmla="*/ 3417 w 6343"/>
                  <a:gd name="connsiteY4" fmla="*/ 224 h 6345"/>
                  <a:gd name="connsiteX5" fmla="*/ 1174 w 6343"/>
                  <a:gd name="connsiteY5" fmla="*/ 1153 h 6345"/>
                  <a:gd name="connsiteX6" fmla="*/ 245 w 6343"/>
                  <a:gd name="connsiteY6" fmla="*/ 3397 h 6345"/>
                  <a:gd name="connsiteX7" fmla="*/ 1174 w 6343"/>
                  <a:gd name="connsiteY7" fmla="*/ 5640 h 6345"/>
                  <a:gd name="connsiteX8" fmla="*/ 3417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69"/>
                    </a:moveTo>
                    <a:cubicBezTo>
                      <a:pt x="4258" y="6569"/>
                      <a:pt x="5064" y="6235"/>
                      <a:pt x="5659" y="5640"/>
                    </a:cubicBezTo>
                    <a:cubicBezTo>
                      <a:pt x="6254" y="5045"/>
                      <a:pt x="6588" y="4238"/>
                      <a:pt x="6588" y="3397"/>
                    </a:cubicBezTo>
                    <a:cubicBezTo>
                      <a:pt x="6588" y="2555"/>
                      <a:pt x="6254" y="1748"/>
                      <a:pt x="5659" y="1153"/>
                    </a:cubicBezTo>
                    <a:cubicBezTo>
                      <a:pt x="5064" y="558"/>
                      <a:pt x="4258" y="224"/>
                      <a:pt x="3417" y="224"/>
                    </a:cubicBezTo>
                    <a:cubicBezTo>
                      <a:pt x="2575" y="224"/>
                      <a:pt x="1769" y="558"/>
                      <a:pt x="1174" y="1153"/>
                    </a:cubicBezTo>
                    <a:cubicBezTo>
                      <a:pt x="579" y="1748"/>
                      <a:pt x="245" y="2555"/>
                      <a:pt x="245" y="3397"/>
                    </a:cubicBezTo>
                    <a:cubicBezTo>
                      <a:pt x="245" y="4238"/>
                      <a:pt x="579" y="5045"/>
                      <a:pt x="1174" y="5640"/>
                    </a:cubicBezTo>
                    <a:cubicBezTo>
                      <a:pt x="1769" y="6235"/>
                      <a:pt x="2575" y="6569"/>
                      <a:pt x="3417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33" name="Freeform: Shape 3132">
                <a:extLst>
                  <a:ext uri="{FF2B5EF4-FFF2-40B4-BE49-F238E27FC236}">
                    <a16:creationId xmlns:a16="http://schemas.microsoft.com/office/drawing/2014/main" id="{C6B9DED3-CB1B-95B1-34F4-5525CBDA461F}"/>
                  </a:ext>
                </a:extLst>
              </p:cNvPr>
              <p:cNvSpPr/>
              <p:nvPr/>
            </p:nvSpPr>
            <p:spPr>
              <a:xfrm>
                <a:off x="3924698" y="6098738"/>
                <a:ext cx="6343" cy="6345"/>
              </a:xfrm>
              <a:custGeom>
                <a:avLst/>
                <a:gdLst>
                  <a:gd name="connsiteX0" fmla="*/ 3414 w 6343"/>
                  <a:gd name="connsiteY0" fmla="*/ 6552 h 6345"/>
                  <a:gd name="connsiteX1" fmla="*/ 5656 w 6343"/>
                  <a:gd name="connsiteY1" fmla="*/ 5623 h 6345"/>
                  <a:gd name="connsiteX2" fmla="*/ 6585 w 6343"/>
                  <a:gd name="connsiteY2" fmla="*/ 3379 h 6345"/>
                  <a:gd name="connsiteX3" fmla="*/ 5656 w 6343"/>
                  <a:gd name="connsiteY3" fmla="*/ 1136 h 6345"/>
                  <a:gd name="connsiteX4" fmla="*/ 3414 w 6343"/>
                  <a:gd name="connsiteY4" fmla="*/ 206 h 6345"/>
                  <a:gd name="connsiteX5" fmla="*/ 1171 w 6343"/>
                  <a:gd name="connsiteY5" fmla="*/ 1136 h 6345"/>
                  <a:gd name="connsiteX6" fmla="*/ 242 w 6343"/>
                  <a:gd name="connsiteY6" fmla="*/ 3379 h 6345"/>
                  <a:gd name="connsiteX7" fmla="*/ 1171 w 6343"/>
                  <a:gd name="connsiteY7" fmla="*/ 5623 h 6345"/>
                  <a:gd name="connsiteX8" fmla="*/ 3414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52"/>
                    </a:moveTo>
                    <a:cubicBezTo>
                      <a:pt x="4255" y="6552"/>
                      <a:pt x="5062" y="6218"/>
                      <a:pt x="5656" y="5623"/>
                    </a:cubicBezTo>
                    <a:cubicBezTo>
                      <a:pt x="6251" y="5028"/>
                      <a:pt x="6585" y="4221"/>
                      <a:pt x="6585" y="3379"/>
                    </a:cubicBezTo>
                    <a:cubicBezTo>
                      <a:pt x="6585" y="2538"/>
                      <a:pt x="6251" y="1731"/>
                      <a:pt x="5656" y="1136"/>
                    </a:cubicBezTo>
                    <a:cubicBezTo>
                      <a:pt x="5062" y="541"/>
                      <a:pt x="4255" y="206"/>
                      <a:pt x="3414" y="206"/>
                    </a:cubicBezTo>
                    <a:cubicBezTo>
                      <a:pt x="2573" y="206"/>
                      <a:pt x="1766" y="541"/>
                      <a:pt x="1171" y="1136"/>
                    </a:cubicBezTo>
                    <a:cubicBezTo>
                      <a:pt x="576" y="1731"/>
                      <a:pt x="242" y="2538"/>
                      <a:pt x="242" y="3379"/>
                    </a:cubicBezTo>
                    <a:cubicBezTo>
                      <a:pt x="242" y="4221"/>
                      <a:pt x="576" y="5028"/>
                      <a:pt x="1171" y="5623"/>
                    </a:cubicBezTo>
                    <a:cubicBezTo>
                      <a:pt x="1766" y="6218"/>
                      <a:pt x="2573" y="6552"/>
                      <a:pt x="3414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34" name="Freeform: Shape 3133">
                <a:extLst>
                  <a:ext uri="{FF2B5EF4-FFF2-40B4-BE49-F238E27FC236}">
                    <a16:creationId xmlns:a16="http://schemas.microsoft.com/office/drawing/2014/main" id="{49E47346-7482-9310-4F98-8458A6268B5A}"/>
                  </a:ext>
                </a:extLst>
              </p:cNvPr>
              <p:cNvSpPr/>
              <p:nvPr/>
            </p:nvSpPr>
            <p:spPr>
              <a:xfrm>
                <a:off x="3919846" y="6079720"/>
                <a:ext cx="6343" cy="6345"/>
              </a:xfrm>
              <a:custGeom>
                <a:avLst/>
                <a:gdLst>
                  <a:gd name="connsiteX0" fmla="*/ 3413 w 6343"/>
                  <a:gd name="connsiteY0" fmla="*/ 6550 h 6345"/>
                  <a:gd name="connsiteX1" fmla="*/ 5656 w 6343"/>
                  <a:gd name="connsiteY1" fmla="*/ 5621 h 6345"/>
                  <a:gd name="connsiteX2" fmla="*/ 6585 w 6343"/>
                  <a:gd name="connsiteY2" fmla="*/ 3378 h 6345"/>
                  <a:gd name="connsiteX3" fmla="*/ 5656 w 6343"/>
                  <a:gd name="connsiteY3" fmla="*/ 1134 h 6345"/>
                  <a:gd name="connsiteX4" fmla="*/ 3413 w 6343"/>
                  <a:gd name="connsiteY4" fmla="*/ 205 h 6345"/>
                  <a:gd name="connsiteX5" fmla="*/ 1171 w 6343"/>
                  <a:gd name="connsiteY5" fmla="*/ 1134 h 6345"/>
                  <a:gd name="connsiteX6" fmla="*/ 242 w 6343"/>
                  <a:gd name="connsiteY6" fmla="*/ 3378 h 6345"/>
                  <a:gd name="connsiteX7" fmla="*/ 1171 w 6343"/>
                  <a:gd name="connsiteY7" fmla="*/ 5621 h 6345"/>
                  <a:gd name="connsiteX8" fmla="*/ 3413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50"/>
                    </a:moveTo>
                    <a:cubicBezTo>
                      <a:pt x="4254" y="6550"/>
                      <a:pt x="5061" y="6216"/>
                      <a:pt x="5656" y="5621"/>
                    </a:cubicBezTo>
                    <a:cubicBezTo>
                      <a:pt x="6251" y="5026"/>
                      <a:pt x="6585" y="4219"/>
                      <a:pt x="6585" y="3378"/>
                    </a:cubicBezTo>
                    <a:cubicBezTo>
                      <a:pt x="6585" y="2536"/>
                      <a:pt x="6251" y="1729"/>
                      <a:pt x="5656" y="1134"/>
                    </a:cubicBezTo>
                    <a:cubicBezTo>
                      <a:pt x="5061" y="539"/>
                      <a:pt x="4254" y="205"/>
                      <a:pt x="3413" y="205"/>
                    </a:cubicBezTo>
                    <a:cubicBezTo>
                      <a:pt x="2572" y="205"/>
                      <a:pt x="1765" y="539"/>
                      <a:pt x="1171" y="1134"/>
                    </a:cubicBezTo>
                    <a:cubicBezTo>
                      <a:pt x="576" y="1729"/>
                      <a:pt x="242" y="2536"/>
                      <a:pt x="242" y="3378"/>
                    </a:cubicBezTo>
                    <a:cubicBezTo>
                      <a:pt x="242" y="4219"/>
                      <a:pt x="576" y="5026"/>
                      <a:pt x="1171" y="5621"/>
                    </a:cubicBezTo>
                    <a:cubicBezTo>
                      <a:pt x="1765" y="6216"/>
                      <a:pt x="2572" y="6550"/>
                      <a:pt x="3413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35" name="Freeform: Shape 3134">
                <a:extLst>
                  <a:ext uri="{FF2B5EF4-FFF2-40B4-BE49-F238E27FC236}">
                    <a16:creationId xmlns:a16="http://schemas.microsoft.com/office/drawing/2014/main" id="{DBAF1447-DDCF-1697-6777-797808EC39EF}"/>
                  </a:ext>
                </a:extLst>
              </p:cNvPr>
              <p:cNvSpPr/>
              <p:nvPr/>
            </p:nvSpPr>
            <p:spPr>
              <a:xfrm>
                <a:off x="3903291" y="5968467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1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1" y="2527"/>
                      <a:pt x="241" y="3369"/>
                    </a:cubicBezTo>
                    <a:cubicBezTo>
                      <a:pt x="241" y="4210"/>
                      <a:pt x="575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36" name="Freeform: Shape 3135">
                <a:extLst>
                  <a:ext uri="{FF2B5EF4-FFF2-40B4-BE49-F238E27FC236}">
                    <a16:creationId xmlns:a16="http://schemas.microsoft.com/office/drawing/2014/main" id="{8EA60186-1EA0-0156-6815-1A85B20F044F}"/>
                  </a:ext>
                </a:extLst>
              </p:cNvPr>
              <p:cNvSpPr/>
              <p:nvPr/>
            </p:nvSpPr>
            <p:spPr>
              <a:xfrm>
                <a:off x="3901775" y="5967940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5 w 6343"/>
                  <a:gd name="connsiteY1" fmla="*/ 5612 h 6345"/>
                  <a:gd name="connsiteX2" fmla="*/ 6583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5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37" name="Freeform: Shape 3136">
                <a:extLst>
                  <a:ext uri="{FF2B5EF4-FFF2-40B4-BE49-F238E27FC236}">
                    <a16:creationId xmlns:a16="http://schemas.microsoft.com/office/drawing/2014/main" id="{EF65F3B5-E976-AF0F-1F7F-3AD0545754C0}"/>
                  </a:ext>
                </a:extLst>
              </p:cNvPr>
              <p:cNvSpPr/>
              <p:nvPr/>
            </p:nvSpPr>
            <p:spPr>
              <a:xfrm>
                <a:off x="3900189" y="5966742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38" name="Freeform: Shape 3137">
                <a:extLst>
                  <a:ext uri="{FF2B5EF4-FFF2-40B4-BE49-F238E27FC236}">
                    <a16:creationId xmlns:a16="http://schemas.microsoft.com/office/drawing/2014/main" id="{CAA26BB7-B2F8-0960-934B-20C12045CD5D}"/>
                  </a:ext>
                </a:extLst>
              </p:cNvPr>
              <p:cNvSpPr/>
              <p:nvPr/>
            </p:nvSpPr>
            <p:spPr>
              <a:xfrm>
                <a:off x="3898880" y="5967897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39" name="Freeform: Shape 3138">
                <a:extLst>
                  <a:ext uri="{FF2B5EF4-FFF2-40B4-BE49-F238E27FC236}">
                    <a16:creationId xmlns:a16="http://schemas.microsoft.com/office/drawing/2014/main" id="{57CF2A0F-F4C2-2068-0A8C-B7ABD5C5502F}"/>
                  </a:ext>
                </a:extLst>
              </p:cNvPr>
              <p:cNvSpPr/>
              <p:nvPr/>
            </p:nvSpPr>
            <p:spPr>
              <a:xfrm>
                <a:off x="3909688" y="6084968"/>
                <a:ext cx="6343" cy="6345"/>
              </a:xfrm>
              <a:custGeom>
                <a:avLst/>
                <a:gdLst>
                  <a:gd name="connsiteX0" fmla="*/ 3413 w 6343"/>
                  <a:gd name="connsiteY0" fmla="*/ 6551 h 6345"/>
                  <a:gd name="connsiteX1" fmla="*/ 5655 w 6343"/>
                  <a:gd name="connsiteY1" fmla="*/ 5621 h 6345"/>
                  <a:gd name="connsiteX2" fmla="*/ 6584 w 6343"/>
                  <a:gd name="connsiteY2" fmla="*/ 3378 h 6345"/>
                  <a:gd name="connsiteX3" fmla="*/ 5655 w 6343"/>
                  <a:gd name="connsiteY3" fmla="*/ 1135 h 6345"/>
                  <a:gd name="connsiteX4" fmla="*/ 3413 w 6343"/>
                  <a:gd name="connsiteY4" fmla="*/ 205 h 6345"/>
                  <a:gd name="connsiteX5" fmla="*/ 1170 w 6343"/>
                  <a:gd name="connsiteY5" fmla="*/ 1135 h 6345"/>
                  <a:gd name="connsiteX6" fmla="*/ 241 w 6343"/>
                  <a:gd name="connsiteY6" fmla="*/ 3378 h 6345"/>
                  <a:gd name="connsiteX7" fmla="*/ 1170 w 6343"/>
                  <a:gd name="connsiteY7" fmla="*/ 5621 h 6345"/>
                  <a:gd name="connsiteX8" fmla="*/ 341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51"/>
                    </a:moveTo>
                    <a:cubicBezTo>
                      <a:pt x="4254" y="6551"/>
                      <a:pt x="5060" y="6216"/>
                      <a:pt x="5655" y="5621"/>
                    </a:cubicBezTo>
                    <a:cubicBezTo>
                      <a:pt x="6250" y="5026"/>
                      <a:pt x="6584" y="4219"/>
                      <a:pt x="6584" y="3378"/>
                    </a:cubicBezTo>
                    <a:cubicBezTo>
                      <a:pt x="6584" y="2537"/>
                      <a:pt x="6250" y="1730"/>
                      <a:pt x="5655" y="1135"/>
                    </a:cubicBezTo>
                    <a:cubicBezTo>
                      <a:pt x="5060" y="540"/>
                      <a:pt x="4254" y="205"/>
                      <a:pt x="3413" y="205"/>
                    </a:cubicBezTo>
                    <a:cubicBezTo>
                      <a:pt x="2571" y="205"/>
                      <a:pt x="1765" y="540"/>
                      <a:pt x="1170" y="1135"/>
                    </a:cubicBezTo>
                    <a:cubicBezTo>
                      <a:pt x="575" y="1730"/>
                      <a:pt x="241" y="2537"/>
                      <a:pt x="241" y="3378"/>
                    </a:cubicBezTo>
                    <a:cubicBezTo>
                      <a:pt x="241" y="4219"/>
                      <a:pt x="575" y="5026"/>
                      <a:pt x="1170" y="5621"/>
                    </a:cubicBezTo>
                    <a:cubicBezTo>
                      <a:pt x="1765" y="6216"/>
                      <a:pt x="2571" y="6551"/>
                      <a:pt x="341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40" name="Freeform: Shape 3139">
                <a:extLst>
                  <a:ext uri="{FF2B5EF4-FFF2-40B4-BE49-F238E27FC236}">
                    <a16:creationId xmlns:a16="http://schemas.microsoft.com/office/drawing/2014/main" id="{4DC66B15-B94E-0D58-AA63-2260E9927914}"/>
                  </a:ext>
                </a:extLst>
              </p:cNvPr>
              <p:cNvSpPr/>
              <p:nvPr/>
            </p:nvSpPr>
            <p:spPr>
              <a:xfrm>
                <a:off x="3907586" y="6085612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5 w 6343"/>
                  <a:gd name="connsiteY1" fmla="*/ 5622 h 6345"/>
                  <a:gd name="connsiteX2" fmla="*/ 6584 w 6343"/>
                  <a:gd name="connsiteY2" fmla="*/ 3378 h 6345"/>
                  <a:gd name="connsiteX3" fmla="*/ 5655 w 6343"/>
                  <a:gd name="connsiteY3" fmla="*/ 1135 h 6345"/>
                  <a:gd name="connsiteX4" fmla="*/ 3412 w 6343"/>
                  <a:gd name="connsiteY4" fmla="*/ 205 h 6345"/>
                  <a:gd name="connsiteX5" fmla="*/ 1170 w 6343"/>
                  <a:gd name="connsiteY5" fmla="*/ 1135 h 6345"/>
                  <a:gd name="connsiteX6" fmla="*/ 241 w 6343"/>
                  <a:gd name="connsiteY6" fmla="*/ 3378 h 6345"/>
                  <a:gd name="connsiteX7" fmla="*/ 1170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4" y="6551"/>
                      <a:pt x="5060" y="6216"/>
                      <a:pt x="5655" y="5622"/>
                    </a:cubicBezTo>
                    <a:cubicBezTo>
                      <a:pt x="6250" y="5027"/>
                      <a:pt x="6584" y="4219"/>
                      <a:pt x="6584" y="3378"/>
                    </a:cubicBezTo>
                    <a:cubicBezTo>
                      <a:pt x="6584" y="2537"/>
                      <a:pt x="6250" y="1730"/>
                      <a:pt x="5655" y="1135"/>
                    </a:cubicBezTo>
                    <a:cubicBezTo>
                      <a:pt x="5060" y="540"/>
                      <a:pt x="4254" y="205"/>
                      <a:pt x="3412" y="205"/>
                    </a:cubicBezTo>
                    <a:cubicBezTo>
                      <a:pt x="2571" y="205"/>
                      <a:pt x="1765" y="540"/>
                      <a:pt x="1170" y="1135"/>
                    </a:cubicBezTo>
                    <a:cubicBezTo>
                      <a:pt x="575" y="1730"/>
                      <a:pt x="241" y="2537"/>
                      <a:pt x="241" y="3378"/>
                    </a:cubicBezTo>
                    <a:cubicBezTo>
                      <a:pt x="241" y="4219"/>
                      <a:pt x="575" y="5027"/>
                      <a:pt x="1170" y="5622"/>
                    </a:cubicBezTo>
                    <a:cubicBezTo>
                      <a:pt x="1765" y="6216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41" name="Freeform: Shape 3140">
                <a:extLst>
                  <a:ext uri="{FF2B5EF4-FFF2-40B4-BE49-F238E27FC236}">
                    <a16:creationId xmlns:a16="http://schemas.microsoft.com/office/drawing/2014/main" id="{B7AC971A-7DC4-F13A-964D-DCCE6734CD34}"/>
                  </a:ext>
                </a:extLst>
              </p:cNvPr>
              <p:cNvSpPr/>
              <p:nvPr/>
            </p:nvSpPr>
            <p:spPr>
              <a:xfrm>
                <a:off x="3905404" y="6085439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5 w 6343"/>
                  <a:gd name="connsiteY1" fmla="*/ 5621 h 6345"/>
                  <a:gd name="connsiteX2" fmla="*/ 6584 w 6343"/>
                  <a:gd name="connsiteY2" fmla="*/ 3378 h 6345"/>
                  <a:gd name="connsiteX3" fmla="*/ 5655 w 6343"/>
                  <a:gd name="connsiteY3" fmla="*/ 1135 h 6345"/>
                  <a:gd name="connsiteX4" fmla="*/ 3412 w 6343"/>
                  <a:gd name="connsiteY4" fmla="*/ 205 h 6345"/>
                  <a:gd name="connsiteX5" fmla="*/ 1170 w 6343"/>
                  <a:gd name="connsiteY5" fmla="*/ 1135 h 6345"/>
                  <a:gd name="connsiteX6" fmla="*/ 241 w 6343"/>
                  <a:gd name="connsiteY6" fmla="*/ 3378 h 6345"/>
                  <a:gd name="connsiteX7" fmla="*/ 1170 w 6343"/>
                  <a:gd name="connsiteY7" fmla="*/ 5621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3" y="6551"/>
                      <a:pt x="5060" y="6216"/>
                      <a:pt x="5655" y="5621"/>
                    </a:cubicBezTo>
                    <a:cubicBezTo>
                      <a:pt x="6250" y="5027"/>
                      <a:pt x="6584" y="4219"/>
                      <a:pt x="6584" y="3378"/>
                    </a:cubicBezTo>
                    <a:cubicBezTo>
                      <a:pt x="6584" y="2537"/>
                      <a:pt x="6250" y="1730"/>
                      <a:pt x="5655" y="1135"/>
                    </a:cubicBezTo>
                    <a:cubicBezTo>
                      <a:pt x="5060" y="540"/>
                      <a:pt x="4253" y="205"/>
                      <a:pt x="3412" y="205"/>
                    </a:cubicBezTo>
                    <a:cubicBezTo>
                      <a:pt x="2571" y="205"/>
                      <a:pt x="1764" y="540"/>
                      <a:pt x="1170" y="1135"/>
                    </a:cubicBezTo>
                    <a:cubicBezTo>
                      <a:pt x="575" y="1730"/>
                      <a:pt x="241" y="2537"/>
                      <a:pt x="241" y="3378"/>
                    </a:cubicBezTo>
                    <a:cubicBezTo>
                      <a:pt x="241" y="4219"/>
                      <a:pt x="575" y="5027"/>
                      <a:pt x="1170" y="5621"/>
                    </a:cubicBezTo>
                    <a:cubicBezTo>
                      <a:pt x="1764" y="6216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42" name="Freeform: Shape 3141">
                <a:extLst>
                  <a:ext uri="{FF2B5EF4-FFF2-40B4-BE49-F238E27FC236}">
                    <a16:creationId xmlns:a16="http://schemas.microsoft.com/office/drawing/2014/main" id="{9A69D6A7-FAB3-97D1-FBFD-47313997AF1C}"/>
                  </a:ext>
                </a:extLst>
              </p:cNvPr>
              <p:cNvSpPr/>
              <p:nvPr/>
            </p:nvSpPr>
            <p:spPr>
              <a:xfrm>
                <a:off x="3903343" y="6086626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5 w 6343"/>
                  <a:gd name="connsiteY1" fmla="*/ 5622 h 6345"/>
                  <a:gd name="connsiteX2" fmla="*/ 6584 w 6343"/>
                  <a:gd name="connsiteY2" fmla="*/ 3378 h 6345"/>
                  <a:gd name="connsiteX3" fmla="*/ 5655 w 6343"/>
                  <a:gd name="connsiteY3" fmla="*/ 1135 h 6345"/>
                  <a:gd name="connsiteX4" fmla="*/ 3412 w 6343"/>
                  <a:gd name="connsiteY4" fmla="*/ 205 h 6345"/>
                  <a:gd name="connsiteX5" fmla="*/ 1169 w 6343"/>
                  <a:gd name="connsiteY5" fmla="*/ 1135 h 6345"/>
                  <a:gd name="connsiteX6" fmla="*/ 241 w 6343"/>
                  <a:gd name="connsiteY6" fmla="*/ 3378 h 6345"/>
                  <a:gd name="connsiteX7" fmla="*/ 1169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3" y="6551"/>
                      <a:pt x="5060" y="6217"/>
                      <a:pt x="5655" y="5622"/>
                    </a:cubicBezTo>
                    <a:cubicBezTo>
                      <a:pt x="6249" y="5027"/>
                      <a:pt x="6584" y="4220"/>
                      <a:pt x="6584" y="3378"/>
                    </a:cubicBezTo>
                    <a:cubicBezTo>
                      <a:pt x="6584" y="2537"/>
                      <a:pt x="6249" y="1730"/>
                      <a:pt x="5655" y="1135"/>
                    </a:cubicBezTo>
                    <a:cubicBezTo>
                      <a:pt x="5060" y="540"/>
                      <a:pt x="4253" y="205"/>
                      <a:pt x="3412" y="205"/>
                    </a:cubicBezTo>
                    <a:cubicBezTo>
                      <a:pt x="2571" y="205"/>
                      <a:pt x="1764" y="540"/>
                      <a:pt x="1169" y="1135"/>
                    </a:cubicBezTo>
                    <a:cubicBezTo>
                      <a:pt x="575" y="1730"/>
                      <a:pt x="241" y="2537"/>
                      <a:pt x="241" y="3378"/>
                    </a:cubicBezTo>
                    <a:cubicBezTo>
                      <a:pt x="241" y="4220"/>
                      <a:pt x="575" y="5027"/>
                      <a:pt x="1169" y="5622"/>
                    </a:cubicBezTo>
                    <a:cubicBezTo>
                      <a:pt x="1764" y="6217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43" name="Freeform: Shape 3142">
                <a:extLst>
                  <a:ext uri="{FF2B5EF4-FFF2-40B4-BE49-F238E27FC236}">
                    <a16:creationId xmlns:a16="http://schemas.microsoft.com/office/drawing/2014/main" id="{5F1F149F-597F-3DAA-078C-EFCE239F5251}"/>
                  </a:ext>
                </a:extLst>
              </p:cNvPr>
              <p:cNvSpPr/>
              <p:nvPr/>
            </p:nvSpPr>
            <p:spPr>
              <a:xfrm>
                <a:off x="3901216" y="6087137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5 w 6343"/>
                  <a:gd name="connsiteY1" fmla="*/ 5622 h 6345"/>
                  <a:gd name="connsiteX2" fmla="*/ 6583 w 6343"/>
                  <a:gd name="connsiteY2" fmla="*/ 3378 h 6345"/>
                  <a:gd name="connsiteX3" fmla="*/ 5655 w 6343"/>
                  <a:gd name="connsiteY3" fmla="*/ 1135 h 6345"/>
                  <a:gd name="connsiteX4" fmla="*/ 3412 w 6343"/>
                  <a:gd name="connsiteY4" fmla="*/ 205 h 6345"/>
                  <a:gd name="connsiteX5" fmla="*/ 1169 w 6343"/>
                  <a:gd name="connsiteY5" fmla="*/ 1135 h 6345"/>
                  <a:gd name="connsiteX6" fmla="*/ 240 w 6343"/>
                  <a:gd name="connsiteY6" fmla="*/ 3378 h 6345"/>
                  <a:gd name="connsiteX7" fmla="*/ 1169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3" y="6551"/>
                      <a:pt x="5060" y="6217"/>
                      <a:pt x="5655" y="5622"/>
                    </a:cubicBezTo>
                    <a:cubicBezTo>
                      <a:pt x="6249" y="5027"/>
                      <a:pt x="6583" y="4220"/>
                      <a:pt x="6583" y="3378"/>
                    </a:cubicBezTo>
                    <a:cubicBezTo>
                      <a:pt x="6583" y="2537"/>
                      <a:pt x="6249" y="1730"/>
                      <a:pt x="5655" y="1135"/>
                    </a:cubicBezTo>
                    <a:cubicBezTo>
                      <a:pt x="5060" y="540"/>
                      <a:pt x="4253" y="205"/>
                      <a:pt x="3412" y="205"/>
                    </a:cubicBezTo>
                    <a:cubicBezTo>
                      <a:pt x="2571" y="205"/>
                      <a:pt x="1764" y="540"/>
                      <a:pt x="1169" y="1135"/>
                    </a:cubicBezTo>
                    <a:cubicBezTo>
                      <a:pt x="575" y="1730"/>
                      <a:pt x="240" y="2537"/>
                      <a:pt x="240" y="3378"/>
                    </a:cubicBezTo>
                    <a:cubicBezTo>
                      <a:pt x="240" y="4220"/>
                      <a:pt x="575" y="5027"/>
                      <a:pt x="1169" y="5622"/>
                    </a:cubicBezTo>
                    <a:cubicBezTo>
                      <a:pt x="1764" y="6217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44" name="Freeform: Shape 3143">
                <a:extLst>
                  <a:ext uri="{FF2B5EF4-FFF2-40B4-BE49-F238E27FC236}">
                    <a16:creationId xmlns:a16="http://schemas.microsoft.com/office/drawing/2014/main" id="{35677297-84D6-C2A2-9D8B-A59A45F0F969}"/>
                  </a:ext>
                </a:extLst>
              </p:cNvPr>
              <p:cNvSpPr/>
              <p:nvPr/>
            </p:nvSpPr>
            <p:spPr>
              <a:xfrm>
                <a:off x="3899091" y="6087730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4 w 6343"/>
                  <a:gd name="connsiteY1" fmla="*/ 5622 h 6345"/>
                  <a:gd name="connsiteX2" fmla="*/ 6583 w 6343"/>
                  <a:gd name="connsiteY2" fmla="*/ 3378 h 6345"/>
                  <a:gd name="connsiteX3" fmla="*/ 5654 w 6343"/>
                  <a:gd name="connsiteY3" fmla="*/ 1135 h 6345"/>
                  <a:gd name="connsiteX4" fmla="*/ 3412 w 6343"/>
                  <a:gd name="connsiteY4" fmla="*/ 206 h 6345"/>
                  <a:gd name="connsiteX5" fmla="*/ 1169 w 6343"/>
                  <a:gd name="connsiteY5" fmla="*/ 1135 h 6345"/>
                  <a:gd name="connsiteX6" fmla="*/ 240 w 6343"/>
                  <a:gd name="connsiteY6" fmla="*/ 3378 h 6345"/>
                  <a:gd name="connsiteX7" fmla="*/ 1169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3" y="6551"/>
                      <a:pt x="5060" y="6217"/>
                      <a:pt x="5654" y="5622"/>
                    </a:cubicBezTo>
                    <a:cubicBezTo>
                      <a:pt x="6249" y="5027"/>
                      <a:pt x="6583" y="4220"/>
                      <a:pt x="6583" y="3378"/>
                    </a:cubicBezTo>
                    <a:cubicBezTo>
                      <a:pt x="6583" y="2537"/>
                      <a:pt x="6249" y="1730"/>
                      <a:pt x="5654" y="1135"/>
                    </a:cubicBezTo>
                    <a:cubicBezTo>
                      <a:pt x="5060" y="540"/>
                      <a:pt x="4253" y="206"/>
                      <a:pt x="3412" y="206"/>
                    </a:cubicBezTo>
                    <a:cubicBezTo>
                      <a:pt x="2571" y="206"/>
                      <a:pt x="1764" y="540"/>
                      <a:pt x="1169" y="1135"/>
                    </a:cubicBezTo>
                    <a:cubicBezTo>
                      <a:pt x="574" y="1730"/>
                      <a:pt x="240" y="2537"/>
                      <a:pt x="240" y="3378"/>
                    </a:cubicBezTo>
                    <a:cubicBezTo>
                      <a:pt x="240" y="4220"/>
                      <a:pt x="574" y="5027"/>
                      <a:pt x="1169" y="5622"/>
                    </a:cubicBezTo>
                    <a:cubicBezTo>
                      <a:pt x="1764" y="6217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45" name="Freeform: Shape 3144">
                <a:extLst>
                  <a:ext uri="{FF2B5EF4-FFF2-40B4-BE49-F238E27FC236}">
                    <a16:creationId xmlns:a16="http://schemas.microsoft.com/office/drawing/2014/main" id="{ED8D4917-C73D-2676-A830-0812DABE538C}"/>
                  </a:ext>
                </a:extLst>
              </p:cNvPr>
              <p:cNvSpPr/>
              <p:nvPr/>
            </p:nvSpPr>
            <p:spPr>
              <a:xfrm>
                <a:off x="3897180" y="6091585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4 w 6343"/>
                  <a:gd name="connsiteY1" fmla="*/ 5622 h 6345"/>
                  <a:gd name="connsiteX2" fmla="*/ 6583 w 6343"/>
                  <a:gd name="connsiteY2" fmla="*/ 3379 h 6345"/>
                  <a:gd name="connsiteX3" fmla="*/ 5654 w 6343"/>
                  <a:gd name="connsiteY3" fmla="*/ 1135 h 6345"/>
                  <a:gd name="connsiteX4" fmla="*/ 3412 w 6343"/>
                  <a:gd name="connsiteY4" fmla="*/ 206 h 6345"/>
                  <a:gd name="connsiteX5" fmla="*/ 1169 w 6343"/>
                  <a:gd name="connsiteY5" fmla="*/ 1135 h 6345"/>
                  <a:gd name="connsiteX6" fmla="*/ 240 w 6343"/>
                  <a:gd name="connsiteY6" fmla="*/ 3379 h 6345"/>
                  <a:gd name="connsiteX7" fmla="*/ 1169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3" y="6551"/>
                      <a:pt x="5059" y="6217"/>
                      <a:pt x="5654" y="5622"/>
                    </a:cubicBezTo>
                    <a:cubicBezTo>
                      <a:pt x="6249" y="5027"/>
                      <a:pt x="6583" y="4220"/>
                      <a:pt x="6583" y="3379"/>
                    </a:cubicBezTo>
                    <a:cubicBezTo>
                      <a:pt x="6583" y="2537"/>
                      <a:pt x="6249" y="1730"/>
                      <a:pt x="5654" y="1135"/>
                    </a:cubicBezTo>
                    <a:cubicBezTo>
                      <a:pt x="5059" y="540"/>
                      <a:pt x="4253" y="206"/>
                      <a:pt x="3412" y="206"/>
                    </a:cubicBezTo>
                    <a:cubicBezTo>
                      <a:pt x="2570" y="206"/>
                      <a:pt x="1764" y="540"/>
                      <a:pt x="1169" y="1135"/>
                    </a:cubicBezTo>
                    <a:cubicBezTo>
                      <a:pt x="574" y="1730"/>
                      <a:pt x="240" y="2537"/>
                      <a:pt x="240" y="3379"/>
                    </a:cubicBezTo>
                    <a:cubicBezTo>
                      <a:pt x="240" y="4220"/>
                      <a:pt x="574" y="5027"/>
                      <a:pt x="1169" y="5622"/>
                    </a:cubicBezTo>
                    <a:cubicBezTo>
                      <a:pt x="1764" y="6217"/>
                      <a:pt x="2570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46" name="Freeform: Shape 3145">
                <a:extLst>
                  <a:ext uri="{FF2B5EF4-FFF2-40B4-BE49-F238E27FC236}">
                    <a16:creationId xmlns:a16="http://schemas.microsoft.com/office/drawing/2014/main" id="{E258BCA1-5F1C-0980-4ECA-DA5C7C3F9045}"/>
                  </a:ext>
                </a:extLst>
              </p:cNvPr>
              <p:cNvSpPr/>
              <p:nvPr/>
            </p:nvSpPr>
            <p:spPr>
              <a:xfrm>
                <a:off x="3908777" y="6316187"/>
                <a:ext cx="6343" cy="6345"/>
              </a:xfrm>
              <a:custGeom>
                <a:avLst/>
                <a:gdLst>
                  <a:gd name="connsiteX0" fmla="*/ 3412 w 6343"/>
                  <a:gd name="connsiteY0" fmla="*/ 6569 h 6345"/>
                  <a:gd name="connsiteX1" fmla="*/ 5655 w 6343"/>
                  <a:gd name="connsiteY1" fmla="*/ 5640 h 6345"/>
                  <a:gd name="connsiteX2" fmla="*/ 6584 w 6343"/>
                  <a:gd name="connsiteY2" fmla="*/ 3396 h 6345"/>
                  <a:gd name="connsiteX3" fmla="*/ 5655 w 6343"/>
                  <a:gd name="connsiteY3" fmla="*/ 1153 h 6345"/>
                  <a:gd name="connsiteX4" fmla="*/ 3412 w 6343"/>
                  <a:gd name="connsiteY4" fmla="*/ 224 h 6345"/>
                  <a:gd name="connsiteX5" fmla="*/ 1170 w 6343"/>
                  <a:gd name="connsiteY5" fmla="*/ 1153 h 6345"/>
                  <a:gd name="connsiteX6" fmla="*/ 241 w 6343"/>
                  <a:gd name="connsiteY6" fmla="*/ 3396 h 6345"/>
                  <a:gd name="connsiteX7" fmla="*/ 1170 w 6343"/>
                  <a:gd name="connsiteY7" fmla="*/ 5640 h 6345"/>
                  <a:gd name="connsiteX8" fmla="*/ 341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9"/>
                    </a:moveTo>
                    <a:cubicBezTo>
                      <a:pt x="4254" y="6569"/>
                      <a:pt x="5060" y="6235"/>
                      <a:pt x="5655" y="5640"/>
                    </a:cubicBezTo>
                    <a:cubicBezTo>
                      <a:pt x="6250" y="5045"/>
                      <a:pt x="6584" y="4238"/>
                      <a:pt x="6584" y="3396"/>
                    </a:cubicBezTo>
                    <a:cubicBezTo>
                      <a:pt x="6584" y="2555"/>
                      <a:pt x="6250" y="1748"/>
                      <a:pt x="5655" y="1153"/>
                    </a:cubicBezTo>
                    <a:cubicBezTo>
                      <a:pt x="5060" y="558"/>
                      <a:pt x="4254" y="224"/>
                      <a:pt x="3412" y="224"/>
                    </a:cubicBezTo>
                    <a:cubicBezTo>
                      <a:pt x="2571" y="224"/>
                      <a:pt x="1765" y="558"/>
                      <a:pt x="1170" y="1153"/>
                    </a:cubicBezTo>
                    <a:cubicBezTo>
                      <a:pt x="575" y="1748"/>
                      <a:pt x="241" y="2555"/>
                      <a:pt x="241" y="3396"/>
                    </a:cubicBezTo>
                    <a:cubicBezTo>
                      <a:pt x="241" y="4238"/>
                      <a:pt x="575" y="5045"/>
                      <a:pt x="1170" y="5640"/>
                    </a:cubicBezTo>
                    <a:cubicBezTo>
                      <a:pt x="1765" y="6235"/>
                      <a:pt x="2571" y="6569"/>
                      <a:pt x="341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47" name="Freeform: Shape 3146">
                <a:extLst>
                  <a:ext uri="{FF2B5EF4-FFF2-40B4-BE49-F238E27FC236}">
                    <a16:creationId xmlns:a16="http://schemas.microsoft.com/office/drawing/2014/main" id="{629FA41B-56BA-D6A5-1645-25F081426960}"/>
                  </a:ext>
                </a:extLst>
              </p:cNvPr>
              <p:cNvSpPr/>
              <p:nvPr/>
            </p:nvSpPr>
            <p:spPr>
              <a:xfrm>
                <a:off x="3901619" y="6315916"/>
                <a:ext cx="6343" cy="6345"/>
              </a:xfrm>
              <a:custGeom>
                <a:avLst/>
                <a:gdLst>
                  <a:gd name="connsiteX0" fmla="*/ 3412 w 6343"/>
                  <a:gd name="connsiteY0" fmla="*/ 6569 h 6345"/>
                  <a:gd name="connsiteX1" fmla="*/ 5655 w 6343"/>
                  <a:gd name="connsiteY1" fmla="*/ 5640 h 6345"/>
                  <a:gd name="connsiteX2" fmla="*/ 6583 w 6343"/>
                  <a:gd name="connsiteY2" fmla="*/ 3396 h 6345"/>
                  <a:gd name="connsiteX3" fmla="*/ 5655 w 6343"/>
                  <a:gd name="connsiteY3" fmla="*/ 1153 h 6345"/>
                  <a:gd name="connsiteX4" fmla="*/ 3412 w 6343"/>
                  <a:gd name="connsiteY4" fmla="*/ 224 h 6345"/>
                  <a:gd name="connsiteX5" fmla="*/ 1169 w 6343"/>
                  <a:gd name="connsiteY5" fmla="*/ 1153 h 6345"/>
                  <a:gd name="connsiteX6" fmla="*/ 240 w 6343"/>
                  <a:gd name="connsiteY6" fmla="*/ 3396 h 6345"/>
                  <a:gd name="connsiteX7" fmla="*/ 1169 w 6343"/>
                  <a:gd name="connsiteY7" fmla="*/ 5640 h 6345"/>
                  <a:gd name="connsiteX8" fmla="*/ 341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9"/>
                    </a:moveTo>
                    <a:cubicBezTo>
                      <a:pt x="4253" y="6569"/>
                      <a:pt x="5060" y="6235"/>
                      <a:pt x="5655" y="5640"/>
                    </a:cubicBezTo>
                    <a:cubicBezTo>
                      <a:pt x="6249" y="5045"/>
                      <a:pt x="6583" y="4238"/>
                      <a:pt x="6583" y="3396"/>
                    </a:cubicBezTo>
                    <a:cubicBezTo>
                      <a:pt x="6583" y="2555"/>
                      <a:pt x="6249" y="1748"/>
                      <a:pt x="5655" y="1153"/>
                    </a:cubicBezTo>
                    <a:cubicBezTo>
                      <a:pt x="5060" y="558"/>
                      <a:pt x="4253" y="224"/>
                      <a:pt x="3412" y="224"/>
                    </a:cubicBezTo>
                    <a:cubicBezTo>
                      <a:pt x="2571" y="224"/>
                      <a:pt x="1764" y="558"/>
                      <a:pt x="1169" y="1153"/>
                    </a:cubicBezTo>
                    <a:cubicBezTo>
                      <a:pt x="575" y="1748"/>
                      <a:pt x="240" y="2555"/>
                      <a:pt x="240" y="3396"/>
                    </a:cubicBezTo>
                    <a:cubicBezTo>
                      <a:pt x="240" y="4238"/>
                      <a:pt x="575" y="5045"/>
                      <a:pt x="1169" y="5640"/>
                    </a:cubicBezTo>
                    <a:cubicBezTo>
                      <a:pt x="1764" y="6235"/>
                      <a:pt x="2571" y="6569"/>
                      <a:pt x="341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48" name="Freeform: Shape 3147">
                <a:extLst>
                  <a:ext uri="{FF2B5EF4-FFF2-40B4-BE49-F238E27FC236}">
                    <a16:creationId xmlns:a16="http://schemas.microsoft.com/office/drawing/2014/main" id="{77765EF3-3B51-F581-8601-2980FBE19C02}"/>
                  </a:ext>
                </a:extLst>
              </p:cNvPr>
              <p:cNvSpPr/>
              <p:nvPr/>
            </p:nvSpPr>
            <p:spPr>
              <a:xfrm>
                <a:off x="3898047" y="6315796"/>
                <a:ext cx="6343" cy="6345"/>
              </a:xfrm>
              <a:custGeom>
                <a:avLst/>
                <a:gdLst>
                  <a:gd name="connsiteX0" fmla="*/ 3412 w 6343"/>
                  <a:gd name="connsiteY0" fmla="*/ 6569 h 6345"/>
                  <a:gd name="connsiteX1" fmla="*/ 5654 w 6343"/>
                  <a:gd name="connsiteY1" fmla="*/ 5640 h 6345"/>
                  <a:gd name="connsiteX2" fmla="*/ 6583 w 6343"/>
                  <a:gd name="connsiteY2" fmla="*/ 3396 h 6345"/>
                  <a:gd name="connsiteX3" fmla="*/ 5654 w 6343"/>
                  <a:gd name="connsiteY3" fmla="*/ 1153 h 6345"/>
                  <a:gd name="connsiteX4" fmla="*/ 3412 w 6343"/>
                  <a:gd name="connsiteY4" fmla="*/ 223 h 6345"/>
                  <a:gd name="connsiteX5" fmla="*/ 1169 w 6343"/>
                  <a:gd name="connsiteY5" fmla="*/ 1153 h 6345"/>
                  <a:gd name="connsiteX6" fmla="*/ 240 w 6343"/>
                  <a:gd name="connsiteY6" fmla="*/ 3396 h 6345"/>
                  <a:gd name="connsiteX7" fmla="*/ 1169 w 6343"/>
                  <a:gd name="connsiteY7" fmla="*/ 5640 h 6345"/>
                  <a:gd name="connsiteX8" fmla="*/ 341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9"/>
                    </a:moveTo>
                    <a:cubicBezTo>
                      <a:pt x="4253" y="6569"/>
                      <a:pt x="5060" y="6235"/>
                      <a:pt x="5654" y="5640"/>
                    </a:cubicBezTo>
                    <a:cubicBezTo>
                      <a:pt x="6249" y="5045"/>
                      <a:pt x="6583" y="4238"/>
                      <a:pt x="6583" y="3396"/>
                    </a:cubicBezTo>
                    <a:cubicBezTo>
                      <a:pt x="6583" y="2555"/>
                      <a:pt x="6249" y="1748"/>
                      <a:pt x="5654" y="1153"/>
                    </a:cubicBezTo>
                    <a:cubicBezTo>
                      <a:pt x="5060" y="558"/>
                      <a:pt x="4253" y="223"/>
                      <a:pt x="3412" y="223"/>
                    </a:cubicBezTo>
                    <a:cubicBezTo>
                      <a:pt x="2571" y="223"/>
                      <a:pt x="1764" y="558"/>
                      <a:pt x="1169" y="1153"/>
                    </a:cubicBezTo>
                    <a:cubicBezTo>
                      <a:pt x="574" y="1748"/>
                      <a:pt x="240" y="2555"/>
                      <a:pt x="240" y="3396"/>
                    </a:cubicBezTo>
                    <a:cubicBezTo>
                      <a:pt x="240" y="4238"/>
                      <a:pt x="574" y="5045"/>
                      <a:pt x="1169" y="5640"/>
                    </a:cubicBezTo>
                    <a:cubicBezTo>
                      <a:pt x="1764" y="6235"/>
                      <a:pt x="2571" y="6569"/>
                      <a:pt x="341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49" name="Freeform: Shape 3148">
                <a:extLst>
                  <a:ext uri="{FF2B5EF4-FFF2-40B4-BE49-F238E27FC236}">
                    <a16:creationId xmlns:a16="http://schemas.microsoft.com/office/drawing/2014/main" id="{1E344C8E-17F6-F0D5-1800-84C020C4731B}"/>
                  </a:ext>
                </a:extLst>
              </p:cNvPr>
              <p:cNvSpPr/>
              <p:nvPr/>
            </p:nvSpPr>
            <p:spPr>
              <a:xfrm>
                <a:off x="3890945" y="6316629"/>
                <a:ext cx="6343" cy="6345"/>
              </a:xfrm>
              <a:custGeom>
                <a:avLst/>
                <a:gdLst>
                  <a:gd name="connsiteX0" fmla="*/ 3411 w 6343"/>
                  <a:gd name="connsiteY0" fmla="*/ 6569 h 6345"/>
                  <a:gd name="connsiteX1" fmla="*/ 5654 w 6343"/>
                  <a:gd name="connsiteY1" fmla="*/ 5640 h 6345"/>
                  <a:gd name="connsiteX2" fmla="*/ 6583 w 6343"/>
                  <a:gd name="connsiteY2" fmla="*/ 3396 h 6345"/>
                  <a:gd name="connsiteX3" fmla="*/ 5654 w 6343"/>
                  <a:gd name="connsiteY3" fmla="*/ 1153 h 6345"/>
                  <a:gd name="connsiteX4" fmla="*/ 3411 w 6343"/>
                  <a:gd name="connsiteY4" fmla="*/ 224 h 6345"/>
                  <a:gd name="connsiteX5" fmla="*/ 1168 w 6343"/>
                  <a:gd name="connsiteY5" fmla="*/ 1153 h 6345"/>
                  <a:gd name="connsiteX6" fmla="*/ 240 w 6343"/>
                  <a:gd name="connsiteY6" fmla="*/ 3396 h 6345"/>
                  <a:gd name="connsiteX7" fmla="*/ 1168 w 6343"/>
                  <a:gd name="connsiteY7" fmla="*/ 5640 h 6345"/>
                  <a:gd name="connsiteX8" fmla="*/ 341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9"/>
                    </a:moveTo>
                    <a:cubicBezTo>
                      <a:pt x="4252" y="6569"/>
                      <a:pt x="5059" y="6235"/>
                      <a:pt x="5654" y="5640"/>
                    </a:cubicBezTo>
                    <a:cubicBezTo>
                      <a:pt x="6248" y="5045"/>
                      <a:pt x="6583" y="4238"/>
                      <a:pt x="6583" y="3396"/>
                    </a:cubicBezTo>
                    <a:cubicBezTo>
                      <a:pt x="6583" y="2555"/>
                      <a:pt x="6248" y="1748"/>
                      <a:pt x="5654" y="1153"/>
                    </a:cubicBezTo>
                    <a:cubicBezTo>
                      <a:pt x="5059" y="558"/>
                      <a:pt x="4252" y="224"/>
                      <a:pt x="3411" y="224"/>
                    </a:cubicBezTo>
                    <a:cubicBezTo>
                      <a:pt x="2570" y="224"/>
                      <a:pt x="1763" y="558"/>
                      <a:pt x="1168" y="1153"/>
                    </a:cubicBezTo>
                    <a:cubicBezTo>
                      <a:pt x="574" y="1748"/>
                      <a:pt x="240" y="2555"/>
                      <a:pt x="240" y="3396"/>
                    </a:cubicBezTo>
                    <a:cubicBezTo>
                      <a:pt x="240" y="4238"/>
                      <a:pt x="574" y="5045"/>
                      <a:pt x="1168" y="5640"/>
                    </a:cubicBezTo>
                    <a:cubicBezTo>
                      <a:pt x="1763" y="6235"/>
                      <a:pt x="2570" y="6569"/>
                      <a:pt x="341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50" name="Freeform: Shape 3149">
                <a:extLst>
                  <a:ext uri="{FF2B5EF4-FFF2-40B4-BE49-F238E27FC236}">
                    <a16:creationId xmlns:a16="http://schemas.microsoft.com/office/drawing/2014/main" id="{A4BB9C9E-ADA0-682A-AF2F-C74935FE1BED}"/>
                  </a:ext>
                </a:extLst>
              </p:cNvPr>
              <p:cNvSpPr/>
              <p:nvPr/>
            </p:nvSpPr>
            <p:spPr>
              <a:xfrm>
                <a:off x="3887318" y="6314160"/>
                <a:ext cx="6343" cy="6345"/>
              </a:xfrm>
              <a:custGeom>
                <a:avLst/>
                <a:gdLst>
                  <a:gd name="connsiteX0" fmla="*/ 3411 w 6343"/>
                  <a:gd name="connsiteY0" fmla="*/ 6569 h 6345"/>
                  <a:gd name="connsiteX1" fmla="*/ 5653 w 6343"/>
                  <a:gd name="connsiteY1" fmla="*/ 5640 h 6345"/>
                  <a:gd name="connsiteX2" fmla="*/ 6582 w 6343"/>
                  <a:gd name="connsiteY2" fmla="*/ 3396 h 6345"/>
                  <a:gd name="connsiteX3" fmla="*/ 5653 w 6343"/>
                  <a:gd name="connsiteY3" fmla="*/ 1153 h 6345"/>
                  <a:gd name="connsiteX4" fmla="*/ 3411 w 6343"/>
                  <a:gd name="connsiteY4" fmla="*/ 223 h 6345"/>
                  <a:gd name="connsiteX5" fmla="*/ 1168 w 6343"/>
                  <a:gd name="connsiteY5" fmla="*/ 1153 h 6345"/>
                  <a:gd name="connsiteX6" fmla="*/ 239 w 6343"/>
                  <a:gd name="connsiteY6" fmla="*/ 3396 h 6345"/>
                  <a:gd name="connsiteX7" fmla="*/ 1168 w 6343"/>
                  <a:gd name="connsiteY7" fmla="*/ 5640 h 6345"/>
                  <a:gd name="connsiteX8" fmla="*/ 341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9"/>
                    </a:moveTo>
                    <a:cubicBezTo>
                      <a:pt x="4252" y="6569"/>
                      <a:pt x="5059" y="6234"/>
                      <a:pt x="5653" y="5640"/>
                    </a:cubicBezTo>
                    <a:cubicBezTo>
                      <a:pt x="6248" y="5045"/>
                      <a:pt x="6582" y="4237"/>
                      <a:pt x="6582" y="3396"/>
                    </a:cubicBezTo>
                    <a:cubicBezTo>
                      <a:pt x="6582" y="2555"/>
                      <a:pt x="6248" y="1748"/>
                      <a:pt x="5653" y="1153"/>
                    </a:cubicBezTo>
                    <a:cubicBezTo>
                      <a:pt x="5059" y="558"/>
                      <a:pt x="4252" y="223"/>
                      <a:pt x="3411" y="223"/>
                    </a:cubicBezTo>
                    <a:cubicBezTo>
                      <a:pt x="2570" y="223"/>
                      <a:pt x="1763" y="558"/>
                      <a:pt x="1168" y="1153"/>
                    </a:cubicBezTo>
                    <a:cubicBezTo>
                      <a:pt x="573" y="1748"/>
                      <a:pt x="239" y="2555"/>
                      <a:pt x="239" y="3396"/>
                    </a:cubicBezTo>
                    <a:cubicBezTo>
                      <a:pt x="239" y="4237"/>
                      <a:pt x="573" y="5045"/>
                      <a:pt x="1168" y="5640"/>
                    </a:cubicBezTo>
                    <a:cubicBezTo>
                      <a:pt x="1763" y="6234"/>
                      <a:pt x="2570" y="6569"/>
                      <a:pt x="341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51" name="Freeform: Shape 3150">
                <a:extLst>
                  <a:ext uri="{FF2B5EF4-FFF2-40B4-BE49-F238E27FC236}">
                    <a16:creationId xmlns:a16="http://schemas.microsoft.com/office/drawing/2014/main" id="{AA6CBE7E-825C-FDEB-DBD5-00AA316E4BC6}"/>
                  </a:ext>
                </a:extLst>
              </p:cNvPr>
              <p:cNvSpPr/>
              <p:nvPr/>
            </p:nvSpPr>
            <p:spPr>
              <a:xfrm>
                <a:off x="3883791" y="6315425"/>
                <a:ext cx="6343" cy="6345"/>
              </a:xfrm>
              <a:custGeom>
                <a:avLst/>
                <a:gdLst>
                  <a:gd name="connsiteX0" fmla="*/ 3411 w 6343"/>
                  <a:gd name="connsiteY0" fmla="*/ 6569 h 6345"/>
                  <a:gd name="connsiteX1" fmla="*/ 5653 w 6343"/>
                  <a:gd name="connsiteY1" fmla="*/ 5640 h 6345"/>
                  <a:gd name="connsiteX2" fmla="*/ 6582 w 6343"/>
                  <a:gd name="connsiteY2" fmla="*/ 3396 h 6345"/>
                  <a:gd name="connsiteX3" fmla="*/ 5653 w 6343"/>
                  <a:gd name="connsiteY3" fmla="*/ 1153 h 6345"/>
                  <a:gd name="connsiteX4" fmla="*/ 3411 w 6343"/>
                  <a:gd name="connsiteY4" fmla="*/ 223 h 6345"/>
                  <a:gd name="connsiteX5" fmla="*/ 1168 w 6343"/>
                  <a:gd name="connsiteY5" fmla="*/ 1153 h 6345"/>
                  <a:gd name="connsiteX6" fmla="*/ 239 w 6343"/>
                  <a:gd name="connsiteY6" fmla="*/ 3396 h 6345"/>
                  <a:gd name="connsiteX7" fmla="*/ 1168 w 6343"/>
                  <a:gd name="connsiteY7" fmla="*/ 5640 h 6345"/>
                  <a:gd name="connsiteX8" fmla="*/ 341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9"/>
                    </a:moveTo>
                    <a:cubicBezTo>
                      <a:pt x="4252" y="6569"/>
                      <a:pt x="5058" y="6235"/>
                      <a:pt x="5653" y="5640"/>
                    </a:cubicBezTo>
                    <a:cubicBezTo>
                      <a:pt x="6248" y="5045"/>
                      <a:pt x="6582" y="4238"/>
                      <a:pt x="6582" y="3396"/>
                    </a:cubicBezTo>
                    <a:cubicBezTo>
                      <a:pt x="6582" y="2555"/>
                      <a:pt x="6248" y="1748"/>
                      <a:pt x="5653" y="1153"/>
                    </a:cubicBezTo>
                    <a:cubicBezTo>
                      <a:pt x="5058" y="558"/>
                      <a:pt x="4252" y="223"/>
                      <a:pt x="3411" y="223"/>
                    </a:cubicBezTo>
                    <a:cubicBezTo>
                      <a:pt x="2569" y="223"/>
                      <a:pt x="1763" y="558"/>
                      <a:pt x="1168" y="1153"/>
                    </a:cubicBezTo>
                    <a:cubicBezTo>
                      <a:pt x="573" y="1748"/>
                      <a:pt x="239" y="2555"/>
                      <a:pt x="239" y="3396"/>
                    </a:cubicBezTo>
                    <a:cubicBezTo>
                      <a:pt x="239" y="4238"/>
                      <a:pt x="573" y="5045"/>
                      <a:pt x="1168" y="5640"/>
                    </a:cubicBezTo>
                    <a:cubicBezTo>
                      <a:pt x="1763" y="6235"/>
                      <a:pt x="2569" y="6569"/>
                      <a:pt x="341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52" name="Freeform: Shape 3151">
                <a:extLst>
                  <a:ext uri="{FF2B5EF4-FFF2-40B4-BE49-F238E27FC236}">
                    <a16:creationId xmlns:a16="http://schemas.microsoft.com/office/drawing/2014/main" id="{A4F638C3-3830-A868-2335-C5B824FEDBAF}"/>
                  </a:ext>
                </a:extLst>
              </p:cNvPr>
              <p:cNvSpPr/>
              <p:nvPr/>
            </p:nvSpPr>
            <p:spPr>
              <a:xfrm>
                <a:off x="3880299" y="6320808"/>
                <a:ext cx="6343" cy="6345"/>
              </a:xfrm>
              <a:custGeom>
                <a:avLst/>
                <a:gdLst>
                  <a:gd name="connsiteX0" fmla="*/ 3410 w 6343"/>
                  <a:gd name="connsiteY0" fmla="*/ 6569 h 6345"/>
                  <a:gd name="connsiteX1" fmla="*/ 5653 w 6343"/>
                  <a:gd name="connsiteY1" fmla="*/ 5640 h 6345"/>
                  <a:gd name="connsiteX2" fmla="*/ 6582 w 6343"/>
                  <a:gd name="connsiteY2" fmla="*/ 3397 h 6345"/>
                  <a:gd name="connsiteX3" fmla="*/ 5653 w 6343"/>
                  <a:gd name="connsiteY3" fmla="*/ 1153 h 6345"/>
                  <a:gd name="connsiteX4" fmla="*/ 3410 w 6343"/>
                  <a:gd name="connsiteY4" fmla="*/ 224 h 6345"/>
                  <a:gd name="connsiteX5" fmla="*/ 1168 w 6343"/>
                  <a:gd name="connsiteY5" fmla="*/ 1153 h 6345"/>
                  <a:gd name="connsiteX6" fmla="*/ 239 w 6343"/>
                  <a:gd name="connsiteY6" fmla="*/ 3397 h 6345"/>
                  <a:gd name="connsiteX7" fmla="*/ 1168 w 6343"/>
                  <a:gd name="connsiteY7" fmla="*/ 5640 h 6345"/>
                  <a:gd name="connsiteX8" fmla="*/ 341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9"/>
                    </a:moveTo>
                    <a:cubicBezTo>
                      <a:pt x="4251" y="6569"/>
                      <a:pt x="5058" y="6235"/>
                      <a:pt x="5653" y="5640"/>
                    </a:cubicBezTo>
                    <a:cubicBezTo>
                      <a:pt x="6248" y="5045"/>
                      <a:pt x="6582" y="4238"/>
                      <a:pt x="6582" y="3397"/>
                    </a:cubicBezTo>
                    <a:cubicBezTo>
                      <a:pt x="6582" y="2555"/>
                      <a:pt x="6248" y="1748"/>
                      <a:pt x="5653" y="1153"/>
                    </a:cubicBezTo>
                    <a:cubicBezTo>
                      <a:pt x="5058" y="558"/>
                      <a:pt x="4251" y="224"/>
                      <a:pt x="3410" y="224"/>
                    </a:cubicBezTo>
                    <a:cubicBezTo>
                      <a:pt x="2569" y="224"/>
                      <a:pt x="1762" y="558"/>
                      <a:pt x="1168" y="1153"/>
                    </a:cubicBezTo>
                    <a:cubicBezTo>
                      <a:pt x="573" y="1748"/>
                      <a:pt x="239" y="2555"/>
                      <a:pt x="239" y="3397"/>
                    </a:cubicBezTo>
                    <a:cubicBezTo>
                      <a:pt x="239" y="4238"/>
                      <a:pt x="573" y="5045"/>
                      <a:pt x="1168" y="5640"/>
                    </a:cubicBezTo>
                    <a:cubicBezTo>
                      <a:pt x="1762" y="6235"/>
                      <a:pt x="2569" y="6569"/>
                      <a:pt x="341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53" name="Freeform: Shape 3152">
                <a:extLst>
                  <a:ext uri="{FF2B5EF4-FFF2-40B4-BE49-F238E27FC236}">
                    <a16:creationId xmlns:a16="http://schemas.microsoft.com/office/drawing/2014/main" id="{BE21207B-1C3F-1454-5644-AF1FDA92D734}"/>
                  </a:ext>
                </a:extLst>
              </p:cNvPr>
              <p:cNvSpPr/>
              <p:nvPr/>
            </p:nvSpPr>
            <p:spPr>
              <a:xfrm>
                <a:off x="3876722" y="6322839"/>
                <a:ext cx="6343" cy="6345"/>
              </a:xfrm>
              <a:custGeom>
                <a:avLst/>
                <a:gdLst>
                  <a:gd name="connsiteX0" fmla="*/ 3410 w 6343"/>
                  <a:gd name="connsiteY0" fmla="*/ 6569 h 6345"/>
                  <a:gd name="connsiteX1" fmla="*/ 5653 w 6343"/>
                  <a:gd name="connsiteY1" fmla="*/ 5640 h 6345"/>
                  <a:gd name="connsiteX2" fmla="*/ 6582 w 6343"/>
                  <a:gd name="connsiteY2" fmla="*/ 3397 h 6345"/>
                  <a:gd name="connsiteX3" fmla="*/ 5653 w 6343"/>
                  <a:gd name="connsiteY3" fmla="*/ 1153 h 6345"/>
                  <a:gd name="connsiteX4" fmla="*/ 3410 w 6343"/>
                  <a:gd name="connsiteY4" fmla="*/ 224 h 6345"/>
                  <a:gd name="connsiteX5" fmla="*/ 1167 w 6343"/>
                  <a:gd name="connsiteY5" fmla="*/ 1153 h 6345"/>
                  <a:gd name="connsiteX6" fmla="*/ 238 w 6343"/>
                  <a:gd name="connsiteY6" fmla="*/ 3397 h 6345"/>
                  <a:gd name="connsiteX7" fmla="*/ 1167 w 6343"/>
                  <a:gd name="connsiteY7" fmla="*/ 5640 h 6345"/>
                  <a:gd name="connsiteX8" fmla="*/ 341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9"/>
                    </a:moveTo>
                    <a:cubicBezTo>
                      <a:pt x="4251" y="6569"/>
                      <a:pt x="5058" y="6235"/>
                      <a:pt x="5653" y="5640"/>
                    </a:cubicBezTo>
                    <a:cubicBezTo>
                      <a:pt x="6247" y="5045"/>
                      <a:pt x="6582" y="4238"/>
                      <a:pt x="6582" y="3397"/>
                    </a:cubicBezTo>
                    <a:cubicBezTo>
                      <a:pt x="6582" y="2555"/>
                      <a:pt x="6247" y="1748"/>
                      <a:pt x="5653" y="1153"/>
                    </a:cubicBezTo>
                    <a:cubicBezTo>
                      <a:pt x="5058" y="558"/>
                      <a:pt x="4251" y="224"/>
                      <a:pt x="3410" y="224"/>
                    </a:cubicBezTo>
                    <a:cubicBezTo>
                      <a:pt x="2569" y="224"/>
                      <a:pt x="1762" y="558"/>
                      <a:pt x="1167" y="1153"/>
                    </a:cubicBezTo>
                    <a:cubicBezTo>
                      <a:pt x="573" y="1748"/>
                      <a:pt x="238" y="2555"/>
                      <a:pt x="238" y="3397"/>
                    </a:cubicBezTo>
                    <a:cubicBezTo>
                      <a:pt x="238" y="4238"/>
                      <a:pt x="573" y="5045"/>
                      <a:pt x="1167" y="5640"/>
                    </a:cubicBezTo>
                    <a:cubicBezTo>
                      <a:pt x="1762" y="6235"/>
                      <a:pt x="2569" y="6569"/>
                      <a:pt x="341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54" name="Freeform: Shape 3153">
                <a:extLst>
                  <a:ext uri="{FF2B5EF4-FFF2-40B4-BE49-F238E27FC236}">
                    <a16:creationId xmlns:a16="http://schemas.microsoft.com/office/drawing/2014/main" id="{190F5320-8BD6-C020-E06F-EEA3D4AC2EE4}"/>
                  </a:ext>
                </a:extLst>
              </p:cNvPr>
              <p:cNvSpPr/>
              <p:nvPr/>
            </p:nvSpPr>
            <p:spPr>
              <a:xfrm>
                <a:off x="3873120" y="6322470"/>
                <a:ext cx="6343" cy="6345"/>
              </a:xfrm>
              <a:custGeom>
                <a:avLst/>
                <a:gdLst>
                  <a:gd name="connsiteX0" fmla="*/ 3410 w 6343"/>
                  <a:gd name="connsiteY0" fmla="*/ 6569 h 6345"/>
                  <a:gd name="connsiteX1" fmla="*/ 5652 w 6343"/>
                  <a:gd name="connsiteY1" fmla="*/ 5640 h 6345"/>
                  <a:gd name="connsiteX2" fmla="*/ 6581 w 6343"/>
                  <a:gd name="connsiteY2" fmla="*/ 3397 h 6345"/>
                  <a:gd name="connsiteX3" fmla="*/ 5652 w 6343"/>
                  <a:gd name="connsiteY3" fmla="*/ 1153 h 6345"/>
                  <a:gd name="connsiteX4" fmla="*/ 3410 w 6343"/>
                  <a:gd name="connsiteY4" fmla="*/ 224 h 6345"/>
                  <a:gd name="connsiteX5" fmla="*/ 1167 w 6343"/>
                  <a:gd name="connsiteY5" fmla="*/ 1153 h 6345"/>
                  <a:gd name="connsiteX6" fmla="*/ 238 w 6343"/>
                  <a:gd name="connsiteY6" fmla="*/ 3397 h 6345"/>
                  <a:gd name="connsiteX7" fmla="*/ 1167 w 6343"/>
                  <a:gd name="connsiteY7" fmla="*/ 5640 h 6345"/>
                  <a:gd name="connsiteX8" fmla="*/ 341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9"/>
                    </a:moveTo>
                    <a:cubicBezTo>
                      <a:pt x="4251" y="6569"/>
                      <a:pt x="5058" y="6235"/>
                      <a:pt x="5652" y="5640"/>
                    </a:cubicBezTo>
                    <a:cubicBezTo>
                      <a:pt x="6247" y="5045"/>
                      <a:pt x="6581" y="4238"/>
                      <a:pt x="6581" y="3397"/>
                    </a:cubicBezTo>
                    <a:cubicBezTo>
                      <a:pt x="6581" y="2555"/>
                      <a:pt x="6247" y="1748"/>
                      <a:pt x="5652" y="1153"/>
                    </a:cubicBezTo>
                    <a:cubicBezTo>
                      <a:pt x="5058" y="558"/>
                      <a:pt x="4251" y="224"/>
                      <a:pt x="3410" y="224"/>
                    </a:cubicBezTo>
                    <a:cubicBezTo>
                      <a:pt x="2569" y="224"/>
                      <a:pt x="1762" y="558"/>
                      <a:pt x="1167" y="1153"/>
                    </a:cubicBezTo>
                    <a:cubicBezTo>
                      <a:pt x="572" y="1748"/>
                      <a:pt x="238" y="2555"/>
                      <a:pt x="238" y="3397"/>
                    </a:cubicBezTo>
                    <a:cubicBezTo>
                      <a:pt x="238" y="4238"/>
                      <a:pt x="572" y="5045"/>
                      <a:pt x="1167" y="5640"/>
                    </a:cubicBezTo>
                    <a:cubicBezTo>
                      <a:pt x="1762" y="6235"/>
                      <a:pt x="2569" y="6569"/>
                      <a:pt x="341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55" name="Freeform: Shape 3154">
                <a:extLst>
                  <a:ext uri="{FF2B5EF4-FFF2-40B4-BE49-F238E27FC236}">
                    <a16:creationId xmlns:a16="http://schemas.microsoft.com/office/drawing/2014/main" id="{7D9274AC-F02A-8C41-7802-3A45F460F2C7}"/>
                  </a:ext>
                </a:extLst>
              </p:cNvPr>
              <p:cNvSpPr/>
              <p:nvPr/>
            </p:nvSpPr>
            <p:spPr>
              <a:xfrm>
                <a:off x="3869518" y="6322840"/>
                <a:ext cx="6343" cy="6345"/>
              </a:xfrm>
              <a:custGeom>
                <a:avLst/>
                <a:gdLst>
                  <a:gd name="connsiteX0" fmla="*/ 3409 w 6343"/>
                  <a:gd name="connsiteY0" fmla="*/ 6569 h 6345"/>
                  <a:gd name="connsiteX1" fmla="*/ 5652 w 6343"/>
                  <a:gd name="connsiteY1" fmla="*/ 5640 h 6345"/>
                  <a:gd name="connsiteX2" fmla="*/ 6581 w 6343"/>
                  <a:gd name="connsiteY2" fmla="*/ 3397 h 6345"/>
                  <a:gd name="connsiteX3" fmla="*/ 5652 w 6343"/>
                  <a:gd name="connsiteY3" fmla="*/ 1153 h 6345"/>
                  <a:gd name="connsiteX4" fmla="*/ 3409 w 6343"/>
                  <a:gd name="connsiteY4" fmla="*/ 224 h 6345"/>
                  <a:gd name="connsiteX5" fmla="*/ 1167 w 6343"/>
                  <a:gd name="connsiteY5" fmla="*/ 1153 h 6345"/>
                  <a:gd name="connsiteX6" fmla="*/ 238 w 6343"/>
                  <a:gd name="connsiteY6" fmla="*/ 3397 h 6345"/>
                  <a:gd name="connsiteX7" fmla="*/ 1167 w 6343"/>
                  <a:gd name="connsiteY7" fmla="*/ 5640 h 6345"/>
                  <a:gd name="connsiteX8" fmla="*/ 3409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9"/>
                    </a:moveTo>
                    <a:cubicBezTo>
                      <a:pt x="4251" y="6569"/>
                      <a:pt x="5057" y="6235"/>
                      <a:pt x="5652" y="5640"/>
                    </a:cubicBezTo>
                    <a:cubicBezTo>
                      <a:pt x="6247" y="5045"/>
                      <a:pt x="6581" y="4238"/>
                      <a:pt x="6581" y="3397"/>
                    </a:cubicBezTo>
                    <a:cubicBezTo>
                      <a:pt x="6581" y="2555"/>
                      <a:pt x="6247" y="1748"/>
                      <a:pt x="5652" y="1153"/>
                    </a:cubicBezTo>
                    <a:cubicBezTo>
                      <a:pt x="5057" y="558"/>
                      <a:pt x="4251" y="224"/>
                      <a:pt x="3409" y="224"/>
                    </a:cubicBezTo>
                    <a:cubicBezTo>
                      <a:pt x="2568" y="224"/>
                      <a:pt x="1762" y="558"/>
                      <a:pt x="1167" y="1153"/>
                    </a:cubicBezTo>
                    <a:cubicBezTo>
                      <a:pt x="572" y="1748"/>
                      <a:pt x="238" y="2555"/>
                      <a:pt x="238" y="3397"/>
                    </a:cubicBezTo>
                    <a:cubicBezTo>
                      <a:pt x="238" y="4238"/>
                      <a:pt x="572" y="5045"/>
                      <a:pt x="1167" y="5640"/>
                    </a:cubicBezTo>
                    <a:cubicBezTo>
                      <a:pt x="1762" y="6235"/>
                      <a:pt x="2568" y="6569"/>
                      <a:pt x="3409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56" name="Freeform: Shape 3155">
                <a:extLst>
                  <a:ext uri="{FF2B5EF4-FFF2-40B4-BE49-F238E27FC236}">
                    <a16:creationId xmlns:a16="http://schemas.microsoft.com/office/drawing/2014/main" id="{64832354-5D50-CCF5-068D-A3AF9C6B3A9D}"/>
                  </a:ext>
                </a:extLst>
              </p:cNvPr>
              <p:cNvSpPr/>
              <p:nvPr/>
            </p:nvSpPr>
            <p:spPr>
              <a:xfrm>
                <a:off x="3865902" y="6323901"/>
                <a:ext cx="6343" cy="6345"/>
              </a:xfrm>
              <a:custGeom>
                <a:avLst/>
                <a:gdLst>
                  <a:gd name="connsiteX0" fmla="*/ 3409 w 6343"/>
                  <a:gd name="connsiteY0" fmla="*/ 6570 h 6345"/>
                  <a:gd name="connsiteX1" fmla="*/ 5652 w 6343"/>
                  <a:gd name="connsiteY1" fmla="*/ 5640 h 6345"/>
                  <a:gd name="connsiteX2" fmla="*/ 6581 w 6343"/>
                  <a:gd name="connsiteY2" fmla="*/ 3397 h 6345"/>
                  <a:gd name="connsiteX3" fmla="*/ 5652 w 6343"/>
                  <a:gd name="connsiteY3" fmla="*/ 1153 h 6345"/>
                  <a:gd name="connsiteX4" fmla="*/ 3409 w 6343"/>
                  <a:gd name="connsiteY4" fmla="*/ 224 h 6345"/>
                  <a:gd name="connsiteX5" fmla="*/ 1166 w 6343"/>
                  <a:gd name="connsiteY5" fmla="*/ 1153 h 6345"/>
                  <a:gd name="connsiteX6" fmla="*/ 238 w 6343"/>
                  <a:gd name="connsiteY6" fmla="*/ 3397 h 6345"/>
                  <a:gd name="connsiteX7" fmla="*/ 1166 w 6343"/>
                  <a:gd name="connsiteY7" fmla="*/ 5640 h 6345"/>
                  <a:gd name="connsiteX8" fmla="*/ 3409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70"/>
                    </a:moveTo>
                    <a:cubicBezTo>
                      <a:pt x="4250" y="6570"/>
                      <a:pt x="5057" y="6235"/>
                      <a:pt x="5652" y="5640"/>
                    </a:cubicBezTo>
                    <a:cubicBezTo>
                      <a:pt x="6246" y="5045"/>
                      <a:pt x="6581" y="4238"/>
                      <a:pt x="6581" y="3397"/>
                    </a:cubicBezTo>
                    <a:cubicBezTo>
                      <a:pt x="6581" y="2555"/>
                      <a:pt x="6246" y="1748"/>
                      <a:pt x="5652" y="1153"/>
                    </a:cubicBezTo>
                    <a:cubicBezTo>
                      <a:pt x="5057" y="558"/>
                      <a:pt x="4250" y="224"/>
                      <a:pt x="3409" y="224"/>
                    </a:cubicBezTo>
                    <a:cubicBezTo>
                      <a:pt x="2568" y="224"/>
                      <a:pt x="1761" y="558"/>
                      <a:pt x="1166" y="1153"/>
                    </a:cubicBezTo>
                    <a:cubicBezTo>
                      <a:pt x="572" y="1748"/>
                      <a:pt x="238" y="2555"/>
                      <a:pt x="238" y="3397"/>
                    </a:cubicBezTo>
                    <a:cubicBezTo>
                      <a:pt x="238" y="4238"/>
                      <a:pt x="572" y="5045"/>
                      <a:pt x="1166" y="5640"/>
                    </a:cubicBezTo>
                    <a:cubicBezTo>
                      <a:pt x="1761" y="6235"/>
                      <a:pt x="2568" y="6570"/>
                      <a:pt x="3409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57" name="Freeform: Shape 3156">
                <a:extLst>
                  <a:ext uri="{FF2B5EF4-FFF2-40B4-BE49-F238E27FC236}">
                    <a16:creationId xmlns:a16="http://schemas.microsoft.com/office/drawing/2014/main" id="{7B8A735F-B8AF-345B-FDDB-36CBF3D62B96}"/>
                  </a:ext>
                </a:extLst>
              </p:cNvPr>
              <p:cNvSpPr/>
              <p:nvPr/>
            </p:nvSpPr>
            <p:spPr>
              <a:xfrm>
                <a:off x="3862296" y="6323751"/>
                <a:ext cx="6343" cy="6345"/>
              </a:xfrm>
              <a:custGeom>
                <a:avLst/>
                <a:gdLst>
                  <a:gd name="connsiteX0" fmla="*/ 3409 w 6343"/>
                  <a:gd name="connsiteY0" fmla="*/ 6570 h 6345"/>
                  <a:gd name="connsiteX1" fmla="*/ 5651 w 6343"/>
                  <a:gd name="connsiteY1" fmla="*/ 5640 h 6345"/>
                  <a:gd name="connsiteX2" fmla="*/ 6580 w 6343"/>
                  <a:gd name="connsiteY2" fmla="*/ 3397 h 6345"/>
                  <a:gd name="connsiteX3" fmla="*/ 5651 w 6343"/>
                  <a:gd name="connsiteY3" fmla="*/ 1153 h 6345"/>
                  <a:gd name="connsiteX4" fmla="*/ 3409 w 6343"/>
                  <a:gd name="connsiteY4" fmla="*/ 224 h 6345"/>
                  <a:gd name="connsiteX5" fmla="*/ 1166 w 6343"/>
                  <a:gd name="connsiteY5" fmla="*/ 1153 h 6345"/>
                  <a:gd name="connsiteX6" fmla="*/ 237 w 6343"/>
                  <a:gd name="connsiteY6" fmla="*/ 3397 h 6345"/>
                  <a:gd name="connsiteX7" fmla="*/ 1166 w 6343"/>
                  <a:gd name="connsiteY7" fmla="*/ 5640 h 6345"/>
                  <a:gd name="connsiteX8" fmla="*/ 3409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70"/>
                    </a:moveTo>
                    <a:cubicBezTo>
                      <a:pt x="4250" y="6570"/>
                      <a:pt x="5057" y="6235"/>
                      <a:pt x="5651" y="5640"/>
                    </a:cubicBezTo>
                    <a:cubicBezTo>
                      <a:pt x="6246" y="5045"/>
                      <a:pt x="6580" y="4238"/>
                      <a:pt x="6580" y="3397"/>
                    </a:cubicBezTo>
                    <a:cubicBezTo>
                      <a:pt x="6580" y="2555"/>
                      <a:pt x="6246" y="1748"/>
                      <a:pt x="5651" y="1153"/>
                    </a:cubicBezTo>
                    <a:cubicBezTo>
                      <a:pt x="5057" y="558"/>
                      <a:pt x="4250" y="224"/>
                      <a:pt x="3409" y="224"/>
                    </a:cubicBezTo>
                    <a:cubicBezTo>
                      <a:pt x="2568" y="224"/>
                      <a:pt x="1761" y="558"/>
                      <a:pt x="1166" y="1153"/>
                    </a:cubicBezTo>
                    <a:cubicBezTo>
                      <a:pt x="571" y="1748"/>
                      <a:pt x="237" y="2555"/>
                      <a:pt x="237" y="3397"/>
                    </a:cubicBezTo>
                    <a:cubicBezTo>
                      <a:pt x="237" y="4238"/>
                      <a:pt x="571" y="5045"/>
                      <a:pt x="1166" y="5640"/>
                    </a:cubicBezTo>
                    <a:cubicBezTo>
                      <a:pt x="1761" y="6235"/>
                      <a:pt x="2568" y="6570"/>
                      <a:pt x="3409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58" name="Freeform: Shape 3157">
                <a:extLst>
                  <a:ext uri="{FF2B5EF4-FFF2-40B4-BE49-F238E27FC236}">
                    <a16:creationId xmlns:a16="http://schemas.microsoft.com/office/drawing/2014/main" id="{B449A6BE-32BF-9399-5387-8FD0D8ACC1A6}"/>
                  </a:ext>
                </a:extLst>
              </p:cNvPr>
              <p:cNvSpPr/>
              <p:nvPr/>
            </p:nvSpPr>
            <p:spPr>
              <a:xfrm>
                <a:off x="3858653" y="6325100"/>
                <a:ext cx="6343" cy="6345"/>
              </a:xfrm>
              <a:custGeom>
                <a:avLst/>
                <a:gdLst>
                  <a:gd name="connsiteX0" fmla="*/ 3409 w 6343"/>
                  <a:gd name="connsiteY0" fmla="*/ 6570 h 6345"/>
                  <a:gd name="connsiteX1" fmla="*/ 5651 w 6343"/>
                  <a:gd name="connsiteY1" fmla="*/ 5640 h 6345"/>
                  <a:gd name="connsiteX2" fmla="*/ 6580 w 6343"/>
                  <a:gd name="connsiteY2" fmla="*/ 3397 h 6345"/>
                  <a:gd name="connsiteX3" fmla="*/ 5651 w 6343"/>
                  <a:gd name="connsiteY3" fmla="*/ 1153 h 6345"/>
                  <a:gd name="connsiteX4" fmla="*/ 3409 w 6343"/>
                  <a:gd name="connsiteY4" fmla="*/ 224 h 6345"/>
                  <a:gd name="connsiteX5" fmla="*/ 1166 w 6343"/>
                  <a:gd name="connsiteY5" fmla="*/ 1153 h 6345"/>
                  <a:gd name="connsiteX6" fmla="*/ 237 w 6343"/>
                  <a:gd name="connsiteY6" fmla="*/ 3397 h 6345"/>
                  <a:gd name="connsiteX7" fmla="*/ 1166 w 6343"/>
                  <a:gd name="connsiteY7" fmla="*/ 5640 h 6345"/>
                  <a:gd name="connsiteX8" fmla="*/ 3409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70"/>
                    </a:moveTo>
                    <a:cubicBezTo>
                      <a:pt x="4250" y="6570"/>
                      <a:pt x="5056" y="6235"/>
                      <a:pt x="5651" y="5640"/>
                    </a:cubicBezTo>
                    <a:cubicBezTo>
                      <a:pt x="6246" y="5045"/>
                      <a:pt x="6580" y="4238"/>
                      <a:pt x="6580" y="3397"/>
                    </a:cubicBezTo>
                    <a:cubicBezTo>
                      <a:pt x="6580" y="2556"/>
                      <a:pt x="6246" y="1748"/>
                      <a:pt x="5651" y="1153"/>
                    </a:cubicBezTo>
                    <a:cubicBezTo>
                      <a:pt x="5056" y="559"/>
                      <a:pt x="4250" y="224"/>
                      <a:pt x="3409" y="224"/>
                    </a:cubicBezTo>
                    <a:cubicBezTo>
                      <a:pt x="2567" y="224"/>
                      <a:pt x="1761" y="559"/>
                      <a:pt x="1166" y="1153"/>
                    </a:cubicBezTo>
                    <a:cubicBezTo>
                      <a:pt x="571" y="1748"/>
                      <a:pt x="237" y="2556"/>
                      <a:pt x="237" y="3397"/>
                    </a:cubicBezTo>
                    <a:cubicBezTo>
                      <a:pt x="237" y="4238"/>
                      <a:pt x="571" y="5045"/>
                      <a:pt x="1166" y="5640"/>
                    </a:cubicBezTo>
                    <a:cubicBezTo>
                      <a:pt x="1761" y="6235"/>
                      <a:pt x="2567" y="6570"/>
                      <a:pt x="3409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59" name="Freeform: Shape 3158">
                <a:extLst>
                  <a:ext uri="{FF2B5EF4-FFF2-40B4-BE49-F238E27FC236}">
                    <a16:creationId xmlns:a16="http://schemas.microsoft.com/office/drawing/2014/main" id="{19D65514-5224-F7CA-17E3-6F859E3D3624}"/>
                  </a:ext>
                </a:extLst>
              </p:cNvPr>
              <p:cNvSpPr/>
              <p:nvPr/>
            </p:nvSpPr>
            <p:spPr>
              <a:xfrm>
                <a:off x="3848450" y="6539602"/>
                <a:ext cx="6343" cy="6345"/>
              </a:xfrm>
              <a:custGeom>
                <a:avLst/>
                <a:gdLst>
                  <a:gd name="connsiteX0" fmla="*/ 3408 w 6343"/>
                  <a:gd name="connsiteY0" fmla="*/ 6587 h 6345"/>
                  <a:gd name="connsiteX1" fmla="*/ 5650 w 6343"/>
                  <a:gd name="connsiteY1" fmla="*/ 5657 h 6345"/>
                  <a:gd name="connsiteX2" fmla="*/ 6579 w 6343"/>
                  <a:gd name="connsiteY2" fmla="*/ 3414 h 6345"/>
                  <a:gd name="connsiteX3" fmla="*/ 5650 w 6343"/>
                  <a:gd name="connsiteY3" fmla="*/ 1170 h 6345"/>
                  <a:gd name="connsiteX4" fmla="*/ 3408 w 6343"/>
                  <a:gd name="connsiteY4" fmla="*/ 241 h 6345"/>
                  <a:gd name="connsiteX5" fmla="*/ 1165 w 6343"/>
                  <a:gd name="connsiteY5" fmla="*/ 1170 h 6345"/>
                  <a:gd name="connsiteX6" fmla="*/ 236 w 6343"/>
                  <a:gd name="connsiteY6" fmla="*/ 3414 h 6345"/>
                  <a:gd name="connsiteX7" fmla="*/ 1165 w 6343"/>
                  <a:gd name="connsiteY7" fmla="*/ 5657 h 6345"/>
                  <a:gd name="connsiteX8" fmla="*/ 3408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87"/>
                    </a:moveTo>
                    <a:cubicBezTo>
                      <a:pt x="4249" y="6587"/>
                      <a:pt x="5056" y="6252"/>
                      <a:pt x="5650" y="5657"/>
                    </a:cubicBezTo>
                    <a:cubicBezTo>
                      <a:pt x="6245" y="5062"/>
                      <a:pt x="6579" y="4255"/>
                      <a:pt x="6579" y="3414"/>
                    </a:cubicBezTo>
                    <a:cubicBezTo>
                      <a:pt x="6579" y="2572"/>
                      <a:pt x="6245" y="1765"/>
                      <a:pt x="5650" y="1170"/>
                    </a:cubicBezTo>
                    <a:cubicBezTo>
                      <a:pt x="5056" y="575"/>
                      <a:pt x="4249" y="241"/>
                      <a:pt x="3408" y="241"/>
                    </a:cubicBezTo>
                    <a:cubicBezTo>
                      <a:pt x="2567" y="241"/>
                      <a:pt x="1760" y="575"/>
                      <a:pt x="1165" y="1170"/>
                    </a:cubicBezTo>
                    <a:cubicBezTo>
                      <a:pt x="570" y="1765"/>
                      <a:pt x="236" y="2572"/>
                      <a:pt x="236" y="3414"/>
                    </a:cubicBezTo>
                    <a:cubicBezTo>
                      <a:pt x="236" y="4255"/>
                      <a:pt x="570" y="5062"/>
                      <a:pt x="1165" y="5657"/>
                    </a:cubicBezTo>
                    <a:cubicBezTo>
                      <a:pt x="1760" y="6252"/>
                      <a:pt x="2567" y="6587"/>
                      <a:pt x="3408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60" name="Freeform: Shape 3159">
                <a:extLst>
                  <a:ext uri="{FF2B5EF4-FFF2-40B4-BE49-F238E27FC236}">
                    <a16:creationId xmlns:a16="http://schemas.microsoft.com/office/drawing/2014/main" id="{77E341F2-BF2B-EAF9-909A-6112A85AE5B2}"/>
                  </a:ext>
                </a:extLst>
              </p:cNvPr>
              <p:cNvSpPr/>
              <p:nvPr/>
            </p:nvSpPr>
            <p:spPr>
              <a:xfrm>
                <a:off x="3843408" y="6542431"/>
                <a:ext cx="6343" cy="6345"/>
              </a:xfrm>
              <a:custGeom>
                <a:avLst/>
                <a:gdLst>
                  <a:gd name="connsiteX0" fmla="*/ 3407 w 6343"/>
                  <a:gd name="connsiteY0" fmla="*/ 6587 h 6345"/>
                  <a:gd name="connsiteX1" fmla="*/ 5650 w 6343"/>
                  <a:gd name="connsiteY1" fmla="*/ 5658 h 6345"/>
                  <a:gd name="connsiteX2" fmla="*/ 6579 w 6343"/>
                  <a:gd name="connsiteY2" fmla="*/ 3414 h 6345"/>
                  <a:gd name="connsiteX3" fmla="*/ 5650 w 6343"/>
                  <a:gd name="connsiteY3" fmla="*/ 1171 h 6345"/>
                  <a:gd name="connsiteX4" fmla="*/ 3407 w 6343"/>
                  <a:gd name="connsiteY4" fmla="*/ 241 h 6345"/>
                  <a:gd name="connsiteX5" fmla="*/ 1165 w 6343"/>
                  <a:gd name="connsiteY5" fmla="*/ 1171 h 6345"/>
                  <a:gd name="connsiteX6" fmla="*/ 236 w 6343"/>
                  <a:gd name="connsiteY6" fmla="*/ 3414 h 6345"/>
                  <a:gd name="connsiteX7" fmla="*/ 1165 w 6343"/>
                  <a:gd name="connsiteY7" fmla="*/ 5658 h 6345"/>
                  <a:gd name="connsiteX8" fmla="*/ 3407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87"/>
                    </a:moveTo>
                    <a:cubicBezTo>
                      <a:pt x="4248" y="6587"/>
                      <a:pt x="5055" y="6252"/>
                      <a:pt x="5650" y="5658"/>
                    </a:cubicBezTo>
                    <a:cubicBezTo>
                      <a:pt x="6245" y="5063"/>
                      <a:pt x="6579" y="4255"/>
                      <a:pt x="6579" y="3414"/>
                    </a:cubicBezTo>
                    <a:cubicBezTo>
                      <a:pt x="6579" y="2573"/>
                      <a:pt x="6245" y="1766"/>
                      <a:pt x="5650" y="1171"/>
                    </a:cubicBezTo>
                    <a:cubicBezTo>
                      <a:pt x="5055" y="576"/>
                      <a:pt x="4248" y="241"/>
                      <a:pt x="3407" y="241"/>
                    </a:cubicBezTo>
                    <a:cubicBezTo>
                      <a:pt x="2566" y="241"/>
                      <a:pt x="1759" y="576"/>
                      <a:pt x="1165" y="1171"/>
                    </a:cubicBezTo>
                    <a:cubicBezTo>
                      <a:pt x="570" y="1766"/>
                      <a:pt x="236" y="2573"/>
                      <a:pt x="236" y="3414"/>
                    </a:cubicBezTo>
                    <a:cubicBezTo>
                      <a:pt x="236" y="4255"/>
                      <a:pt x="570" y="5063"/>
                      <a:pt x="1165" y="5658"/>
                    </a:cubicBezTo>
                    <a:cubicBezTo>
                      <a:pt x="1759" y="6252"/>
                      <a:pt x="2566" y="6587"/>
                      <a:pt x="3407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61" name="Freeform: Shape 3160">
                <a:extLst>
                  <a:ext uri="{FF2B5EF4-FFF2-40B4-BE49-F238E27FC236}">
                    <a16:creationId xmlns:a16="http://schemas.microsoft.com/office/drawing/2014/main" id="{D2A6E76D-B3DA-AEB1-7994-FAB695D10494}"/>
                  </a:ext>
                </a:extLst>
              </p:cNvPr>
              <p:cNvSpPr/>
              <p:nvPr/>
            </p:nvSpPr>
            <p:spPr>
              <a:xfrm>
                <a:off x="3838581" y="6539429"/>
                <a:ext cx="6343" cy="6345"/>
              </a:xfrm>
              <a:custGeom>
                <a:avLst/>
                <a:gdLst>
                  <a:gd name="connsiteX0" fmla="*/ 3407 w 6343"/>
                  <a:gd name="connsiteY0" fmla="*/ 6587 h 6345"/>
                  <a:gd name="connsiteX1" fmla="*/ 5650 w 6343"/>
                  <a:gd name="connsiteY1" fmla="*/ 5657 h 6345"/>
                  <a:gd name="connsiteX2" fmla="*/ 6579 w 6343"/>
                  <a:gd name="connsiteY2" fmla="*/ 3414 h 6345"/>
                  <a:gd name="connsiteX3" fmla="*/ 5650 w 6343"/>
                  <a:gd name="connsiteY3" fmla="*/ 1170 h 6345"/>
                  <a:gd name="connsiteX4" fmla="*/ 3407 w 6343"/>
                  <a:gd name="connsiteY4" fmla="*/ 241 h 6345"/>
                  <a:gd name="connsiteX5" fmla="*/ 1164 w 6343"/>
                  <a:gd name="connsiteY5" fmla="*/ 1170 h 6345"/>
                  <a:gd name="connsiteX6" fmla="*/ 235 w 6343"/>
                  <a:gd name="connsiteY6" fmla="*/ 3414 h 6345"/>
                  <a:gd name="connsiteX7" fmla="*/ 1164 w 6343"/>
                  <a:gd name="connsiteY7" fmla="*/ 5657 h 6345"/>
                  <a:gd name="connsiteX8" fmla="*/ 3407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87"/>
                    </a:moveTo>
                    <a:cubicBezTo>
                      <a:pt x="4248" y="6587"/>
                      <a:pt x="5055" y="6252"/>
                      <a:pt x="5650" y="5657"/>
                    </a:cubicBezTo>
                    <a:cubicBezTo>
                      <a:pt x="6244" y="5062"/>
                      <a:pt x="6579" y="4255"/>
                      <a:pt x="6579" y="3414"/>
                    </a:cubicBezTo>
                    <a:cubicBezTo>
                      <a:pt x="6579" y="2572"/>
                      <a:pt x="6244" y="1765"/>
                      <a:pt x="5650" y="1170"/>
                    </a:cubicBezTo>
                    <a:cubicBezTo>
                      <a:pt x="5055" y="575"/>
                      <a:pt x="4248" y="241"/>
                      <a:pt x="3407" y="241"/>
                    </a:cubicBezTo>
                    <a:cubicBezTo>
                      <a:pt x="2566" y="241"/>
                      <a:pt x="1759" y="575"/>
                      <a:pt x="1164" y="1170"/>
                    </a:cubicBezTo>
                    <a:cubicBezTo>
                      <a:pt x="570" y="1765"/>
                      <a:pt x="235" y="2572"/>
                      <a:pt x="235" y="3414"/>
                    </a:cubicBezTo>
                    <a:cubicBezTo>
                      <a:pt x="235" y="4255"/>
                      <a:pt x="570" y="5062"/>
                      <a:pt x="1164" y="5657"/>
                    </a:cubicBezTo>
                    <a:cubicBezTo>
                      <a:pt x="1759" y="6252"/>
                      <a:pt x="2566" y="6587"/>
                      <a:pt x="3407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62" name="Freeform: Shape 3161">
                <a:extLst>
                  <a:ext uri="{FF2B5EF4-FFF2-40B4-BE49-F238E27FC236}">
                    <a16:creationId xmlns:a16="http://schemas.microsoft.com/office/drawing/2014/main" id="{48439F4C-CDCB-EE56-D407-1812C31444AD}"/>
                  </a:ext>
                </a:extLst>
              </p:cNvPr>
              <p:cNvSpPr/>
              <p:nvPr/>
            </p:nvSpPr>
            <p:spPr>
              <a:xfrm>
                <a:off x="3833753" y="6537112"/>
                <a:ext cx="6343" cy="6345"/>
              </a:xfrm>
              <a:custGeom>
                <a:avLst/>
                <a:gdLst>
                  <a:gd name="connsiteX0" fmla="*/ 3407 w 6343"/>
                  <a:gd name="connsiteY0" fmla="*/ 6586 h 6345"/>
                  <a:gd name="connsiteX1" fmla="*/ 5649 w 6343"/>
                  <a:gd name="connsiteY1" fmla="*/ 5657 h 6345"/>
                  <a:gd name="connsiteX2" fmla="*/ 6578 w 6343"/>
                  <a:gd name="connsiteY2" fmla="*/ 3414 h 6345"/>
                  <a:gd name="connsiteX3" fmla="*/ 5649 w 6343"/>
                  <a:gd name="connsiteY3" fmla="*/ 1170 h 6345"/>
                  <a:gd name="connsiteX4" fmla="*/ 3407 w 6343"/>
                  <a:gd name="connsiteY4" fmla="*/ 241 h 6345"/>
                  <a:gd name="connsiteX5" fmla="*/ 1164 w 6343"/>
                  <a:gd name="connsiteY5" fmla="*/ 1170 h 6345"/>
                  <a:gd name="connsiteX6" fmla="*/ 235 w 6343"/>
                  <a:gd name="connsiteY6" fmla="*/ 3414 h 6345"/>
                  <a:gd name="connsiteX7" fmla="*/ 1164 w 6343"/>
                  <a:gd name="connsiteY7" fmla="*/ 5657 h 6345"/>
                  <a:gd name="connsiteX8" fmla="*/ 3407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86"/>
                    </a:moveTo>
                    <a:cubicBezTo>
                      <a:pt x="4248" y="6586"/>
                      <a:pt x="5054" y="6252"/>
                      <a:pt x="5649" y="5657"/>
                    </a:cubicBezTo>
                    <a:cubicBezTo>
                      <a:pt x="6244" y="5062"/>
                      <a:pt x="6578" y="4255"/>
                      <a:pt x="6578" y="3414"/>
                    </a:cubicBezTo>
                    <a:cubicBezTo>
                      <a:pt x="6578" y="2572"/>
                      <a:pt x="6244" y="1765"/>
                      <a:pt x="5649" y="1170"/>
                    </a:cubicBezTo>
                    <a:cubicBezTo>
                      <a:pt x="5054" y="575"/>
                      <a:pt x="4248" y="241"/>
                      <a:pt x="3407" y="241"/>
                    </a:cubicBezTo>
                    <a:cubicBezTo>
                      <a:pt x="2565" y="241"/>
                      <a:pt x="1759" y="575"/>
                      <a:pt x="1164" y="1170"/>
                    </a:cubicBezTo>
                    <a:cubicBezTo>
                      <a:pt x="569" y="1765"/>
                      <a:pt x="235" y="2572"/>
                      <a:pt x="235" y="3414"/>
                    </a:cubicBezTo>
                    <a:cubicBezTo>
                      <a:pt x="235" y="4255"/>
                      <a:pt x="569" y="5062"/>
                      <a:pt x="1164" y="5657"/>
                    </a:cubicBezTo>
                    <a:cubicBezTo>
                      <a:pt x="1759" y="6252"/>
                      <a:pt x="2565" y="6586"/>
                      <a:pt x="3407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63" name="Freeform: Shape 3162">
                <a:extLst>
                  <a:ext uri="{FF2B5EF4-FFF2-40B4-BE49-F238E27FC236}">
                    <a16:creationId xmlns:a16="http://schemas.microsoft.com/office/drawing/2014/main" id="{DD97D67A-89F4-0629-F5A5-B0B3A5371EDB}"/>
                  </a:ext>
                </a:extLst>
              </p:cNvPr>
              <p:cNvSpPr/>
              <p:nvPr/>
            </p:nvSpPr>
            <p:spPr>
              <a:xfrm>
                <a:off x="3828775" y="6537995"/>
                <a:ext cx="6343" cy="6345"/>
              </a:xfrm>
              <a:custGeom>
                <a:avLst/>
                <a:gdLst>
                  <a:gd name="connsiteX0" fmla="*/ 3406 w 6343"/>
                  <a:gd name="connsiteY0" fmla="*/ 6586 h 6345"/>
                  <a:gd name="connsiteX1" fmla="*/ 5649 w 6343"/>
                  <a:gd name="connsiteY1" fmla="*/ 5657 h 6345"/>
                  <a:gd name="connsiteX2" fmla="*/ 6578 w 6343"/>
                  <a:gd name="connsiteY2" fmla="*/ 3414 h 6345"/>
                  <a:gd name="connsiteX3" fmla="*/ 5649 w 6343"/>
                  <a:gd name="connsiteY3" fmla="*/ 1170 h 6345"/>
                  <a:gd name="connsiteX4" fmla="*/ 3406 w 6343"/>
                  <a:gd name="connsiteY4" fmla="*/ 241 h 6345"/>
                  <a:gd name="connsiteX5" fmla="*/ 1164 w 6343"/>
                  <a:gd name="connsiteY5" fmla="*/ 1170 h 6345"/>
                  <a:gd name="connsiteX6" fmla="*/ 235 w 6343"/>
                  <a:gd name="connsiteY6" fmla="*/ 3414 h 6345"/>
                  <a:gd name="connsiteX7" fmla="*/ 1164 w 6343"/>
                  <a:gd name="connsiteY7" fmla="*/ 5657 h 6345"/>
                  <a:gd name="connsiteX8" fmla="*/ 3406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86"/>
                    </a:moveTo>
                    <a:cubicBezTo>
                      <a:pt x="4247" y="6586"/>
                      <a:pt x="5054" y="6252"/>
                      <a:pt x="5649" y="5657"/>
                    </a:cubicBezTo>
                    <a:cubicBezTo>
                      <a:pt x="6244" y="5062"/>
                      <a:pt x="6578" y="4255"/>
                      <a:pt x="6578" y="3414"/>
                    </a:cubicBezTo>
                    <a:cubicBezTo>
                      <a:pt x="6578" y="2572"/>
                      <a:pt x="6244" y="1765"/>
                      <a:pt x="5649" y="1170"/>
                    </a:cubicBezTo>
                    <a:cubicBezTo>
                      <a:pt x="5054" y="575"/>
                      <a:pt x="4247" y="241"/>
                      <a:pt x="3406" y="241"/>
                    </a:cubicBezTo>
                    <a:cubicBezTo>
                      <a:pt x="2565" y="241"/>
                      <a:pt x="1758" y="575"/>
                      <a:pt x="1164" y="1170"/>
                    </a:cubicBezTo>
                    <a:cubicBezTo>
                      <a:pt x="569" y="1765"/>
                      <a:pt x="235" y="2572"/>
                      <a:pt x="235" y="3414"/>
                    </a:cubicBezTo>
                    <a:cubicBezTo>
                      <a:pt x="235" y="4255"/>
                      <a:pt x="569" y="5062"/>
                      <a:pt x="1164" y="5657"/>
                    </a:cubicBezTo>
                    <a:cubicBezTo>
                      <a:pt x="1758" y="6252"/>
                      <a:pt x="2565" y="6586"/>
                      <a:pt x="3406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64" name="Freeform: Shape 3163">
                <a:extLst>
                  <a:ext uri="{FF2B5EF4-FFF2-40B4-BE49-F238E27FC236}">
                    <a16:creationId xmlns:a16="http://schemas.microsoft.com/office/drawing/2014/main" id="{2BAC5A42-784C-1E44-7FE9-C53F17FB2463}"/>
                  </a:ext>
                </a:extLst>
              </p:cNvPr>
              <p:cNvSpPr/>
              <p:nvPr/>
            </p:nvSpPr>
            <p:spPr>
              <a:xfrm>
                <a:off x="3824175" y="6532485"/>
                <a:ext cx="6343" cy="6345"/>
              </a:xfrm>
              <a:custGeom>
                <a:avLst/>
                <a:gdLst>
                  <a:gd name="connsiteX0" fmla="*/ 3406 w 6343"/>
                  <a:gd name="connsiteY0" fmla="*/ 6586 h 6345"/>
                  <a:gd name="connsiteX1" fmla="*/ 5648 w 6343"/>
                  <a:gd name="connsiteY1" fmla="*/ 5657 h 6345"/>
                  <a:gd name="connsiteX2" fmla="*/ 6577 w 6343"/>
                  <a:gd name="connsiteY2" fmla="*/ 3413 h 6345"/>
                  <a:gd name="connsiteX3" fmla="*/ 5648 w 6343"/>
                  <a:gd name="connsiteY3" fmla="*/ 1170 h 6345"/>
                  <a:gd name="connsiteX4" fmla="*/ 3406 w 6343"/>
                  <a:gd name="connsiteY4" fmla="*/ 241 h 6345"/>
                  <a:gd name="connsiteX5" fmla="*/ 1163 w 6343"/>
                  <a:gd name="connsiteY5" fmla="*/ 1170 h 6345"/>
                  <a:gd name="connsiteX6" fmla="*/ 234 w 6343"/>
                  <a:gd name="connsiteY6" fmla="*/ 3413 h 6345"/>
                  <a:gd name="connsiteX7" fmla="*/ 1163 w 6343"/>
                  <a:gd name="connsiteY7" fmla="*/ 5657 h 6345"/>
                  <a:gd name="connsiteX8" fmla="*/ 3406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86"/>
                    </a:moveTo>
                    <a:cubicBezTo>
                      <a:pt x="4247" y="6586"/>
                      <a:pt x="5054" y="6252"/>
                      <a:pt x="5648" y="5657"/>
                    </a:cubicBezTo>
                    <a:cubicBezTo>
                      <a:pt x="6243" y="5062"/>
                      <a:pt x="6577" y="4255"/>
                      <a:pt x="6577" y="3413"/>
                    </a:cubicBezTo>
                    <a:cubicBezTo>
                      <a:pt x="6577" y="2572"/>
                      <a:pt x="6243" y="1765"/>
                      <a:pt x="5648" y="1170"/>
                    </a:cubicBezTo>
                    <a:cubicBezTo>
                      <a:pt x="5054" y="575"/>
                      <a:pt x="4247" y="241"/>
                      <a:pt x="3406" y="241"/>
                    </a:cubicBezTo>
                    <a:cubicBezTo>
                      <a:pt x="2565" y="241"/>
                      <a:pt x="1758" y="575"/>
                      <a:pt x="1163" y="1170"/>
                    </a:cubicBezTo>
                    <a:cubicBezTo>
                      <a:pt x="568" y="1765"/>
                      <a:pt x="234" y="2572"/>
                      <a:pt x="234" y="3413"/>
                    </a:cubicBezTo>
                    <a:cubicBezTo>
                      <a:pt x="234" y="4255"/>
                      <a:pt x="568" y="5062"/>
                      <a:pt x="1163" y="5657"/>
                    </a:cubicBezTo>
                    <a:cubicBezTo>
                      <a:pt x="1758" y="6252"/>
                      <a:pt x="2565" y="6586"/>
                      <a:pt x="3406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65" name="Freeform: Shape 3164">
                <a:extLst>
                  <a:ext uri="{FF2B5EF4-FFF2-40B4-BE49-F238E27FC236}">
                    <a16:creationId xmlns:a16="http://schemas.microsoft.com/office/drawing/2014/main" id="{F4B443EF-E164-DACD-8666-EC7661E828B2}"/>
                  </a:ext>
                </a:extLst>
              </p:cNvPr>
              <p:cNvSpPr/>
              <p:nvPr/>
            </p:nvSpPr>
            <p:spPr>
              <a:xfrm>
                <a:off x="3819208" y="6533356"/>
                <a:ext cx="6343" cy="6345"/>
              </a:xfrm>
              <a:custGeom>
                <a:avLst/>
                <a:gdLst>
                  <a:gd name="connsiteX0" fmla="*/ 3405 w 6343"/>
                  <a:gd name="connsiteY0" fmla="*/ 6586 h 6345"/>
                  <a:gd name="connsiteX1" fmla="*/ 5648 w 6343"/>
                  <a:gd name="connsiteY1" fmla="*/ 5657 h 6345"/>
                  <a:gd name="connsiteX2" fmla="*/ 6577 w 6343"/>
                  <a:gd name="connsiteY2" fmla="*/ 3413 h 6345"/>
                  <a:gd name="connsiteX3" fmla="*/ 5648 w 6343"/>
                  <a:gd name="connsiteY3" fmla="*/ 1170 h 6345"/>
                  <a:gd name="connsiteX4" fmla="*/ 3405 w 6343"/>
                  <a:gd name="connsiteY4" fmla="*/ 241 h 6345"/>
                  <a:gd name="connsiteX5" fmla="*/ 1163 w 6343"/>
                  <a:gd name="connsiteY5" fmla="*/ 1170 h 6345"/>
                  <a:gd name="connsiteX6" fmla="*/ 234 w 6343"/>
                  <a:gd name="connsiteY6" fmla="*/ 3413 h 6345"/>
                  <a:gd name="connsiteX7" fmla="*/ 1163 w 6343"/>
                  <a:gd name="connsiteY7" fmla="*/ 5657 h 6345"/>
                  <a:gd name="connsiteX8" fmla="*/ 3405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86"/>
                    </a:moveTo>
                    <a:cubicBezTo>
                      <a:pt x="4247" y="6586"/>
                      <a:pt x="5053" y="6252"/>
                      <a:pt x="5648" y="5657"/>
                    </a:cubicBezTo>
                    <a:cubicBezTo>
                      <a:pt x="6243" y="5062"/>
                      <a:pt x="6577" y="4255"/>
                      <a:pt x="6577" y="3413"/>
                    </a:cubicBezTo>
                    <a:cubicBezTo>
                      <a:pt x="6577" y="2572"/>
                      <a:pt x="6243" y="1765"/>
                      <a:pt x="5648" y="1170"/>
                    </a:cubicBezTo>
                    <a:cubicBezTo>
                      <a:pt x="5053" y="575"/>
                      <a:pt x="4247" y="241"/>
                      <a:pt x="3405" y="241"/>
                    </a:cubicBezTo>
                    <a:cubicBezTo>
                      <a:pt x="2564" y="241"/>
                      <a:pt x="1758" y="575"/>
                      <a:pt x="1163" y="1170"/>
                    </a:cubicBezTo>
                    <a:cubicBezTo>
                      <a:pt x="568" y="1765"/>
                      <a:pt x="234" y="2572"/>
                      <a:pt x="234" y="3413"/>
                    </a:cubicBezTo>
                    <a:cubicBezTo>
                      <a:pt x="234" y="4255"/>
                      <a:pt x="568" y="5062"/>
                      <a:pt x="1163" y="5657"/>
                    </a:cubicBezTo>
                    <a:cubicBezTo>
                      <a:pt x="1758" y="6252"/>
                      <a:pt x="2564" y="6586"/>
                      <a:pt x="3405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66" name="Freeform: Shape 3165">
                <a:extLst>
                  <a:ext uri="{FF2B5EF4-FFF2-40B4-BE49-F238E27FC236}">
                    <a16:creationId xmlns:a16="http://schemas.microsoft.com/office/drawing/2014/main" id="{796B708A-C0AB-0292-D383-47789447E55D}"/>
                  </a:ext>
                </a:extLst>
              </p:cNvPr>
              <p:cNvSpPr/>
              <p:nvPr/>
            </p:nvSpPr>
            <p:spPr>
              <a:xfrm>
                <a:off x="3814624" y="6528836"/>
                <a:ext cx="6343" cy="6345"/>
              </a:xfrm>
              <a:custGeom>
                <a:avLst/>
                <a:gdLst>
                  <a:gd name="connsiteX0" fmla="*/ 3405 w 6343"/>
                  <a:gd name="connsiteY0" fmla="*/ 6586 h 6345"/>
                  <a:gd name="connsiteX1" fmla="*/ 5648 w 6343"/>
                  <a:gd name="connsiteY1" fmla="*/ 5656 h 6345"/>
                  <a:gd name="connsiteX2" fmla="*/ 6577 w 6343"/>
                  <a:gd name="connsiteY2" fmla="*/ 3413 h 6345"/>
                  <a:gd name="connsiteX3" fmla="*/ 5648 w 6343"/>
                  <a:gd name="connsiteY3" fmla="*/ 1170 h 6345"/>
                  <a:gd name="connsiteX4" fmla="*/ 3405 w 6343"/>
                  <a:gd name="connsiteY4" fmla="*/ 240 h 6345"/>
                  <a:gd name="connsiteX5" fmla="*/ 1162 w 6343"/>
                  <a:gd name="connsiteY5" fmla="*/ 1170 h 6345"/>
                  <a:gd name="connsiteX6" fmla="*/ 234 w 6343"/>
                  <a:gd name="connsiteY6" fmla="*/ 3413 h 6345"/>
                  <a:gd name="connsiteX7" fmla="*/ 1162 w 6343"/>
                  <a:gd name="connsiteY7" fmla="*/ 5656 h 6345"/>
                  <a:gd name="connsiteX8" fmla="*/ 3405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86"/>
                    </a:moveTo>
                    <a:cubicBezTo>
                      <a:pt x="4246" y="6586"/>
                      <a:pt x="5053" y="6251"/>
                      <a:pt x="5648" y="5656"/>
                    </a:cubicBezTo>
                    <a:cubicBezTo>
                      <a:pt x="6242" y="5061"/>
                      <a:pt x="6577" y="4254"/>
                      <a:pt x="6577" y="3413"/>
                    </a:cubicBezTo>
                    <a:cubicBezTo>
                      <a:pt x="6577" y="2572"/>
                      <a:pt x="6242" y="1765"/>
                      <a:pt x="5648" y="1170"/>
                    </a:cubicBezTo>
                    <a:cubicBezTo>
                      <a:pt x="5053" y="575"/>
                      <a:pt x="4246" y="240"/>
                      <a:pt x="3405" y="240"/>
                    </a:cubicBezTo>
                    <a:cubicBezTo>
                      <a:pt x="2564" y="240"/>
                      <a:pt x="1757" y="575"/>
                      <a:pt x="1162" y="1170"/>
                    </a:cubicBezTo>
                    <a:cubicBezTo>
                      <a:pt x="568" y="1765"/>
                      <a:pt x="234" y="2572"/>
                      <a:pt x="234" y="3413"/>
                    </a:cubicBezTo>
                    <a:cubicBezTo>
                      <a:pt x="234" y="4254"/>
                      <a:pt x="568" y="5061"/>
                      <a:pt x="1162" y="5656"/>
                    </a:cubicBezTo>
                    <a:cubicBezTo>
                      <a:pt x="1757" y="6251"/>
                      <a:pt x="2564" y="6586"/>
                      <a:pt x="3405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67" name="Freeform: Shape 3166">
                <a:extLst>
                  <a:ext uri="{FF2B5EF4-FFF2-40B4-BE49-F238E27FC236}">
                    <a16:creationId xmlns:a16="http://schemas.microsoft.com/office/drawing/2014/main" id="{0A409826-7DD9-CC4F-D64D-CE33F3F97033}"/>
                  </a:ext>
                </a:extLst>
              </p:cNvPr>
              <p:cNvSpPr/>
              <p:nvPr/>
            </p:nvSpPr>
            <p:spPr>
              <a:xfrm>
                <a:off x="3810112" y="6524052"/>
                <a:ext cx="6343" cy="6345"/>
              </a:xfrm>
              <a:custGeom>
                <a:avLst/>
                <a:gdLst>
                  <a:gd name="connsiteX0" fmla="*/ 3405 w 6343"/>
                  <a:gd name="connsiteY0" fmla="*/ 6585 h 6345"/>
                  <a:gd name="connsiteX1" fmla="*/ 5647 w 6343"/>
                  <a:gd name="connsiteY1" fmla="*/ 5656 h 6345"/>
                  <a:gd name="connsiteX2" fmla="*/ 6576 w 6343"/>
                  <a:gd name="connsiteY2" fmla="*/ 3413 h 6345"/>
                  <a:gd name="connsiteX3" fmla="*/ 5647 w 6343"/>
                  <a:gd name="connsiteY3" fmla="*/ 1169 h 6345"/>
                  <a:gd name="connsiteX4" fmla="*/ 3405 w 6343"/>
                  <a:gd name="connsiteY4" fmla="*/ 240 h 6345"/>
                  <a:gd name="connsiteX5" fmla="*/ 1162 w 6343"/>
                  <a:gd name="connsiteY5" fmla="*/ 1169 h 6345"/>
                  <a:gd name="connsiteX6" fmla="*/ 233 w 6343"/>
                  <a:gd name="connsiteY6" fmla="*/ 3413 h 6345"/>
                  <a:gd name="connsiteX7" fmla="*/ 1162 w 6343"/>
                  <a:gd name="connsiteY7" fmla="*/ 5656 h 6345"/>
                  <a:gd name="connsiteX8" fmla="*/ 3405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85"/>
                    </a:moveTo>
                    <a:cubicBezTo>
                      <a:pt x="4246" y="6585"/>
                      <a:pt x="5053" y="6251"/>
                      <a:pt x="5647" y="5656"/>
                    </a:cubicBezTo>
                    <a:cubicBezTo>
                      <a:pt x="6242" y="5061"/>
                      <a:pt x="6576" y="4254"/>
                      <a:pt x="6576" y="3413"/>
                    </a:cubicBezTo>
                    <a:cubicBezTo>
                      <a:pt x="6576" y="2571"/>
                      <a:pt x="6242" y="1764"/>
                      <a:pt x="5647" y="1169"/>
                    </a:cubicBezTo>
                    <a:cubicBezTo>
                      <a:pt x="5053" y="574"/>
                      <a:pt x="4246" y="240"/>
                      <a:pt x="3405" y="240"/>
                    </a:cubicBezTo>
                    <a:cubicBezTo>
                      <a:pt x="2564" y="240"/>
                      <a:pt x="1757" y="574"/>
                      <a:pt x="1162" y="1169"/>
                    </a:cubicBezTo>
                    <a:cubicBezTo>
                      <a:pt x="567" y="1764"/>
                      <a:pt x="233" y="2571"/>
                      <a:pt x="233" y="3413"/>
                    </a:cubicBezTo>
                    <a:cubicBezTo>
                      <a:pt x="233" y="4254"/>
                      <a:pt x="567" y="5061"/>
                      <a:pt x="1162" y="5656"/>
                    </a:cubicBezTo>
                    <a:cubicBezTo>
                      <a:pt x="1757" y="6251"/>
                      <a:pt x="2564" y="6585"/>
                      <a:pt x="3405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68" name="Freeform: Shape 3167">
                <a:extLst>
                  <a:ext uri="{FF2B5EF4-FFF2-40B4-BE49-F238E27FC236}">
                    <a16:creationId xmlns:a16="http://schemas.microsoft.com/office/drawing/2014/main" id="{3F11E5FD-A498-39A9-06B1-592E585A0AC1}"/>
                  </a:ext>
                </a:extLst>
              </p:cNvPr>
              <p:cNvSpPr/>
              <p:nvPr/>
            </p:nvSpPr>
            <p:spPr>
              <a:xfrm>
                <a:off x="3805395" y="6522276"/>
                <a:ext cx="6343" cy="6345"/>
              </a:xfrm>
              <a:custGeom>
                <a:avLst/>
                <a:gdLst>
                  <a:gd name="connsiteX0" fmla="*/ 3404 w 6343"/>
                  <a:gd name="connsiteY0" fmla="*/ 6585 h 6345"/>
                  <a:gd name="connsiteX1" fmla="*/ 5647 w 6343"/>
                  <a:gd name="connsiteY1" fmla="*/ 5656 h 6345"/>
                  <a:gd name="connsiteX2" fmla="*/ 6576 w 6343"/>
                  <a:gd name="connsiteY2" fmla="*/ 3412 h 6345"/>
                  <a:gd name="connsiteX3" fmla="*/ 5647 w 6343"/>
                  <a:gd name="connsiteY3" fmla="*/ 1169 h 6345"/>
                  <a:gd name="connsiteX4" fmla="*/ 3404 w 6343"/>
                  <a:gd name="connsiteY4" fmla="*/ 240 h 6345"/>
                  <a:gd name="connsiteX5" fmla="*/ 1162 w 6343"/>
                  <a:gd name="connsiteY5" fmla="*/ 1169 h 6345"/>
                  <a:gd name="connsiteX6" fmla="*/ 233 w 6343"/>
                  <a:gd name="connsiteY6" fmla="*/ 3412 h 6345"/>
                  <a:gd name="connsiteX7" fmla="*/ 1162 w 6343"/>
                  <a:gd name="connsiteY7" fmla="*/ 5656 h 6345"/>
                  <a:gd name="connsiteX8" fmla="*/ 3404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85"/>
                    </a:moveTo>
                    <a:cubicBezTo>
                      <a:pt x="4245" y="6585"/>
                      <a:pt x="5052" y="6251"/>
                      <a:pt x="5647" y="5656"/>
                    </a:cubicBezTo>
                    <a:cubicBezTo>
                      <a:pt x="6242" y="5061"/>
                      <a:pt x="6576" y="4254"/>
                      <a:pt x="6576" y="3412"/>
                    </a:cubicBezTo>
                    <a:cubicBezTo>
                      <a:pt x="6576" y="2571"/>
                      <a:pt x="6242" y="1764"/>
                      <a:pt x="5647" y="1169"/>
                    </a:cubicBezTo>
                    <a:cubicBezTo>
                      <a:pt x="5052" y="574"/>
                      <a:pt x="4245" y="240"/>
                      <a:pt x="3404" y="240"/>
                    </a:cubicBezTo>
                    <a:cubicBezTo>
                      <a:pt x="2563" y="240"/>
                      <a:pt x="1756" y="574"/>
                      <a:pt x="1162" y="1169"/>
                    </a:cubicBezTo>
                    <a:cubicBezTo>
                      <a:pt x="567" y="1764"/>
                      <a:pt x="233" y="2571"/>
                      <a:pt x="233" y="3412"/>
                    </a:cubicBezTo>
                    <a:cubicBezTo>
                      <a:pt x="233" y="4254"/>
                      <a:pt x="567" y="5061"/>
                      <a:pt x="1162" y="5656"/>
                    </a:cubicBezTo>
                    <a:cubicBezTo>
                      <a:pt x="1756" y="6251"/>
                      <a:pt x="2563" y="6585"/>
                      <a:pt x="3404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69" name="Freeform: Shape 3168">
                <a:extLst>
                  <a:ext uri="{FF2B5EF4-FFF2-40B4-BE49-F238E27FC236}">
                    <a16:creationId xmlns:a16="http://schemas.microsoft.com/office/drawing/2014/main" id="{08450E2F-29EB-A7C1-769B-8D54E8E5FED1}"/>
                  </a:ext>
                </a:extLst>
              </p:cNvPr>
              <p:cNvSpPr/>
              <p:nvPr/>
            </p:nvSpPr>
            <p:spPr>
              <a:xfrm>
                <a:off x="3800165" y="6526251"/>
                <a:ext cx="6343" cy="6345"/>
              </a:xfrm>
              <a:custGeom>
                <a:avLst/>
                <a:gdLst>
                  <a:gd name="connsiteX0" fmla="*/ 3404 w 6343"/>
                  <a:gd name="connsiteY0" fmla="*/ 6585 h 6345"/>
                  <a:gd name="connsiteX1" fmla="*/ 5647 w 6343"/>
                  <a:gd name="connsiteY1" fmla="*/ 5656 h 6345"/>
                  <a:gd name="connsiteX2" fmla="*/ 6575 w 6343"/>
                  <a:gd name="connsiteY2" fmla="*/ 3413 h 6345"/>
                  <a:gd name="connsiteX3" fmla="*/ 5647 w 6343"/>
                  <a:gd name="connsiteY3" fmla="*/ 1169 h 6345"/>
                  <a:gd name="connsiteX4" fmla="*/ 3404 w 6343"/>
                  <a:gd name="connsiteY4" fmla="*/ 240 h 6345"/>
                  <a:gd name="connsiteX5" fmla="*/ 1161 w 6343"/>
                  <a:gd name="connsiteY5" fmla="*/ 1169 h 6345"/>
                  <a:gd name="connsiteX6" fmla="*/ 232 w 6343"/>
                  <a:gd name="connsiteY6" fmla="*/ 3413 h 6345"/>
                  <a:gd name="connsiteX7" fmla="*/ 1161 w 6343"/>
                  <a:gd name="connsiteY7" fmla="*/ 5656 h 6345"/>
                  <a:gd name="connsiteX8" fmla="*/ 3404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85"/>
                    </a:moveTo>
                    <a:cubicBezTo>
                      <a:pt x="4245" y="6585"/>
                      <a:pt x="5052" y="6251"/>
                      <a:pt x="5647" y="5656"/>
                    </a:cubicBezTo>
                    <a:cubicBezTo>
                      <a:pt x="6241" y="5061"/>
                      <a:pt x="6575" y="4254"/>
                      <a:pt x="6575" y="3413"/>
                    </a:cubicBezTo>
                    <a:cubicBezTo>
                      <a:pt x="6575" y="2571"/>
                      <a:pt x="6241" y="1764"/>
                      <a:pt x="5647" y="1169"/>
                    </a:cubicBezTo>
                    <a:cubicBezTo>
                      <a:pt x="5052" y="574"/>
                      <a:pt x="4245" y="240"/>
                      <a:pt x="3404" y="240"/>
                    </a:cubicBezTo>
                    <a:cubicBezTo>
                      <a:pt x="2563" y="240"/>
                      <a:pt x="1756" y="574"/>
                      <a:pt x="1161" y="1169"/>
                    </a:cubicBezTo>
                    <a:cubicBezTo>
                      <a:pt x="567" y="1764"/>
                      <a:pt x="232" y="2571"/>
                      <a:pt x="232" y="3413"/>
                    </a:cubicBezTo>
                    <a:cubicBezTo>
                      <a:pt x="232" y="4254"/>
                      <a:pt x="567" y="5061"/>
                      <a:pt x="1161" y="5656"/>
                    </a:cubicBezTo>
                    <a:cubicBezTo>
                      <a:pt x="1756" y="6251"/>
                      <a:pt x="2563" y="6585"/>
                      <a:pt x="3404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70" name="Freeform: Shape 3169">
                <a:extLst>
                  <a:ext uri="{FF2B5EF4-FFF2-40B4-BE49-F238E27FC236}">
                    <a16:creationId xmlns:a16="http://schemas.microsoft.com/office/drawing/2014/main" id="{FDDDC047-70BB-F59A-7BE3-3F109EB9F71B}"/>
                  </a:ext>
                </a:extLst>
              </p:cNvPr>
              <p:cNvSpPr/>
              <p:nvPr/>
            </p:nvSpPr>
            <p:spPr>
              <a:xfrm>
                <a:off x="3795619" y="6522711"/>
                <a:ext cx="6343" cy="6345"/>
              </a:xfrm>
              <a:custGeom>
                <a:avLst/>
                <a:gdLst>
                  <a:gd name="connsiteX0" fmla="*/ 3404 w 6343"/>
                  <a:gd name="connsiteY0" fmla="*/ 6585 h 6345"/>
                  <a:gd name="connsiteX1" fmla="*/ 5646 w 6343"/>
                  <a:gd name="connsiteY1" fmla="*/ 5656 h 6345"/>
                  <a:gd name="connsiteX2" fmla="*/ 6575 w 6343"/>
                  <a:gd name="connsiteY2" fmla="*/ 3413 h 6345"/>
                  <a:gd name="connsiteX3" fmla="*/ 5646 w 6343"/>
                  <a:gd name="connsiteY3" fmla="*/ 1169 h 6345"/>
                  <a:gd name="connsiteX4" fmla="*/ 3404 w 6343"/>
                  <a:gd name="connsiteY4" fmla="*/ 240 h 6345"/>
                  <a:gd name="connsiteX5" fmla="*/ 1161 w 6343"/>
                  <a:gd name="connsiteY5" fmla="*/ 1169 h 6345"/>
                  <a:gd name="connsiteX6" fmla="*/ 232 w 6343"/>
                  <a:gd name="connsiteY6" fmla="*/ 3413 h 6345"/>
                  <a:gd name="connsiteX7" fmla="*/ 1161 w 6343"/>
                  <a:gd name="connsiteY7" fmla="*/ 5656 h 6345"/>
                  <a:gd name="connsiteX8" fmla="*/ 3404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85"/>
                    </a:moveTo>
                    <a:cubicBezTo>
                      <a:pt x="4245" y="6585"/>
                      <a:pt x="5051" y="6251"/>
                      <a:pt x="5646" y="5656"/>
                    </a:cubicBezTo>
                    <a:cubicBezTo>
                      <a:pt x="6241" y="5061"/>
                      <a:pt x="6575" y="4254"/>
                      <a:pt x="6575" y="3413"/>
                    </a:cubicBezTo>
                    <a:cubicBezTo>
                      <a:pt x="6575" y="2571"/>
                      <a:pt x="6241" y="1764"/>
                      <a:pt x="5646" y="1169"/>
                    </a:cubicBezTo>
                    <a:cubicBezTo>
                      <a:pt x="5051" y="574"/>
                      <a:pt x="4245" y="240"/>
                      <a:pt x="3404" y="240"/>
                    </a:cubicBezTo>
                    <a:cubicBezTo>
                      <a:pt x="2562" y="240"/>
                      <a:pt x="1756" y="574"/>
                      <a:pt x="1161" y="1169"/>
                    </a:cubicBezTo>
                    <a:cubicBezTo>
                      <a:pt x="566" y="1764"/>
                      <a:pt x="232" y="2571"/>
                      <a:pt x="232" y="3413"/>
                    </a:cubicBezTo>
                    <a:cubicBezTo>
                      <a:pt x="232" y="4254"/>
                      <a:pt x="566" y="5061"/>
                      <a:pt x="1161" y="5656"/>
                    </a:cubicBezTo>
                    <a:cubicBezTo>
                      <a:pt x="1756" y="6251"/>
                      <a:pt x="2562" y="6585"/>
                      <a:pt x="3404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71" name="Freeform: Shape 3170">
                <a:extLst>
                  <a:ext uri="{FF2B5EF4-FFF2-40B4-BE49-F238E27FC236}">
                    <a16:creationId xmlns:a16="http://schemas.microsoft.com/office/drawing/2014/main" id="{2FAE6344-3117-6963-77BA-A8F96CA67137}"/>
                  </a:ext>
                </a:extLst>
              </p:cNvPr>
              <p:cNvSpPr/>
              <p:nvPr/>
            </p:nvSpPr>
            <p:spPr>
              <a:xfrm>
                <a:off x="3790387" y="6526101"/>
                <a:ext cx="6343" cy="6345"/>
              </a:xfrm>
              <a:custGeom>
                <a:avLst/>
                <a:gdLst>
                  <a:gd name="connsiteX0" fmla="*/ 3403 w 6343"/>
                  <a:gd name="connsiteY0" fmla="*/ 6585 h 6345"/>
                  <a:gd name="connsiteX1" fmla="*/ 5646 w 6343"/>
                  <a:gd name="connsiteY1" fmla="*/ 5656 h 6345"/>
                  <a:gd name="connsiteX2" fmla="*/ 6575 w 6343"/>
                  <a:gd name="connsiteY2" fmla="*/ 3413 h 6345"/>
                  <a:gd name="connsiteX3" fmla="*/ 5646 w 6343"/>
                  <a:gd name="connsiteY3" fmla="*/ 1169 h 6345"/>
                  <a:gd name="connsiteX4" fmla="*/ 3403 w 6343"/>
                  <a:gd name="connsiteY4" fmla="*/ 240 h 6345"/>
                  <a:gd name="connsiteX5" fmla="*/ 1161 w 6343"/>
                  <a:gd name="connsiteY5" fmla="*/ 1169 h 6345"/>
                  <a:gd name="connsiteX6" fmla="*/ 232 w 6343"/>
                  <a:gd name="connsiteY6" fmla="*/ 3413 h 6345"/>
                  <a:gd name="connsiteX7" fmla="*/ 1161 w 6343"/>
                  <a:gd name="connsiteY7" fmla="*/ 5656 h 6345"/>
                  <a:gd name="connsiteX8" fmla="*/ 3403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85"/>
                    </a:moveTo>
                    <a:cubicBezTo>
                      <a:pt x="4244" y="6585"/>
                      <a:pt x="5051" y="6251"/>
                      <a:pt x="5646" y="5656"/>
                    </a:cubicBezTo>
                    <a:cubicBezTo>
                      <a:pt x="6241" y="5061"/>
                      <a:pt x="6575" y="4254"/>
                      <a:pt x="6575" y="3413"/>
                    </a:cubicBezTo>
                    <a:cubicBezTo>
                      <a:pt x="6575" y="2571"/>
                      <a:pt x="6241" y="1764"/>
                      <a:pt x="5646" y="1169"/>
                    </a:cubicBezTo>
                    <a:cubicBezTo>
                      <a:pt x="5051" y="574"/>
                      <a:pt x="4244" y="240"/>
                      <a:pt x="3403" y="240"/>
                    </a:cubicBezTo>
                    <a:cubicBezTo>
                      <a:pt x="2562" y="240"/>
                      <a:pt x="1755" y="574"/>
                      <a:pt x="1161" y="1169"/>
                    </a:cubicBezTo>
                    <a:cubicBezTo>
                      <a:pt x="566" y="1764"/>
                      <a:pt x="232" y="2571"/>
                      <a:pt x="232" y="3413"/>
                    </a:cubicBezTo>
                    <a:cubicBezTo>
                      <a:pt x="232" y="4254"/>
                      <a:pt x="566" y="5061"/>
                      <a:pt x="1161" y="5656"/>
                    </a:cubicBezTo>
                    <a:cubicBezTo>
                      <a:pt x="1755" y="6251"/>
                      <a:pt x="2562" y="6585"/>
                      <a:pt x="3403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72" name="Freeform: Shape 3171">
                <a:extLst>
                  <a:ext uri="{FF2B5EF4-FFF2-40B4-BE49-F238E27FC236}">
                    <a16:creationId xmlns:a16="http://schemas.microsoft.com/office/drawing/2014/main" id="{199B62E2-01D4-3EAB-D6B5-968F57A1CBF8}"/>
                  </a:ext>
                </a:extLst>
              </p:cNvPr>
              <p:cNvSpPr/>
              <p:nvPr/>
            </p:nvSpPr>
            <p:spPr>
              <a:xfrm>
                <a:off x="3785618" y="6524869"/>
                <a:ext cx="6343" cy="6345"/>
              </a:xfrm>
              <a:custGeom>
                <a:avLst/>
                <a:gdLst>
                  <a:gd name="connsiteX0" fmla="*/ 3403 w 6343"/>
                  <a:gd name="connsiteY0" fmla="*/ 6585 h 6345"/>
                  <a:gd name="connsiteX1" fmla="*/ 5645 w 6343"/>
                  <a:gd name="connsiteY1" fmla="*/ 5656 h 6345"/>
                  <a:gd name="connsiteX2" fmla="*/ 6574 w 6343"/>
                  <a:gd name="connsiteY2" fmla="*/ 3413 h 6345"/>
                  <a:gd name="connsiteX3" fmla="*/ 5645 w 6343"/>
                  <a:gd name="connsiteY3" fmla="*/ 1169 h 6345"/>
                  <a:gd name="connsiteX4" fmla="*/ 3403 w 6343"/>
                  <a:gd name="connsiteY4" fmla="*/ 240 h 6345"/>
                  <a:gd name="connsiteX5" fmla="*/ 1160 w 6343"/>
                  <a:gd name="connsiteY5" fmla="*/ 1169 h 6345"/>
                  <a:gd name="connsiteX6" fmla="*/ 231 w 6343"/>
                  <a:gd name="connsiteY6" fmla="*/ 3413 h 6345"/>
                  <a:gd name="connsiteX7" fmla="*/ 1160 w 6343"/>
                  <a:gd name="connsiteY7" fmla="*/ 5656 h 6345"/>
                  <a:gd name="connsiteX8" fmla="*/ 3403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85"/>
                    </a:moveTo>
                    <a:cubicBezTo>
                      <a:pt x="4244" y="6585"/>
                      <a:pt x="5051" y="6251"/>
                      <a:pt x="5645" y="5656"/>
                    </a:cubicBezTo>
                    <a:cubicBezTo>
                      <a:pt x="6240" y="5061"/>
                      <a:pt x="6574" y="4254"/>
                      <a:pt x="6574" y="3413"/>
                    </a:cubicBezTo>
                    <a:cubicBezTo>
                      <a:pt x="6574" y="2571"/>
                      <a:pt x="6240" y="1764"/>
                      <a:pt x="5645" y="1169"/>
                    </a:cubicBezTo>
                    <a:cubicBezTo>
                      <a:pt x="5051" y="574"/>
                      <a:pt x="4244" y="240"/>
                      <a:pt x="3403" y="240"/>
                    </a:cubicBezTo>
                    <a:cubicBezTo>
                      <a:pt x="2562" y="240"/>
                      <a:pt x="1755" y="574"/>
                      <a:pt x="1160" y="1169"/>
                    </a:cubicBezTo>
                    <a:cubicBezTo>
                      <a:pt x="565" y="1764"/>
                      <a:pt x="231" y="2571"/>
                      <a:pt x="231" y="3413"/>
                    </a:cubicBezTo>
                    <a:cubicBezTo>
                      <a:pt x="231" y="4254"/>
                      <a:pt x="565" y="5061"/>
                      <a:pt x="1160" y="5656"/>
                    </a:cubicBezTo>
                    <a:cubicBezTo>
                      <a:pt x="1755" y="6251"/>
                      <a:pt x="2562" y="6585"/>
                      <a:pt x="3403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73" name="Freeform: Shape 3172">
                <a:extLst>
                  <a:ext uri="{FF2B5EF4-FFF2-40B4-BE49-F238E27FC236}">
                    <a16:creationId xmlns:a16="http://schemas.microsoft.com/office/drawing/2014/main" id="{1A143332-D0A2-F256-F961-A7EE97679596}"/>
                  </a:ext>
                </a:extLst>
              </p:cNvPr>
              <p:cNvSpPr/>
              <p:nvPr/>
            </p:nvSpPr>
            <p:spPr>
              <a:xfrm>
                <a:off x="3780713" y="6524884"/>
                <a:ext cx="6343" cy="6345"/>
              </a:xfrm>
              <a:custGeom>
                <a:avLst/>
                <a:gdLst>
                  <a:gd name="connsiteX0" fmla="*/ 3402 w 6343"/>
                  <a:gd name="connsiteY0" fmla="*/ 6585 h 6345"/>
                  <a:gd name="connsiteX1" fmla="*/ 5645 w 6343"/>
                  <a:gd name="connsiteY1" fmla="*/ 5656 h 6345"/>
                  <a:gd name="connsiteX2" fmla="*/ 6574 w 6343"/>
                  <a:gd name="connsiteY2" fmla="*/ 3413 h 6345"/>
                  <a:gd name="connsiteX3" fmla="*/ 5645 w 6343"/>
                  <a:gd name="connsiteY3" fmla="*/ 1169 h 6345"/>
                  <a:gd name="connsiteX4" fmla="*/ 3402 w 6343"/>
                  <a:gd name="connsiteY4" fmla="*/ 240 h 6345"/>
                  <a:gd name="connsiteX5" fmla="*/ 1160 w 6343"/>
                  <a:gd name="connsiteY5" fmla="*/ 1169 h 6345"/>
                  <a:gd name="connsiteX6" fmla="*/ 231 w 6343"/>
                  <a:gd name="connsiteY6" fmla="*/ 3413 h 6345"/>
                  <a:gd name="connsiteX7" fmla="*/ 1160 w 6343"/>
                  <a:gd name="connsiteY7" fmla="*/ 5656 h 6345"/>
                  <a:gd name="connsiteX8" fmla="*/ 3402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85"/>
                    </a:moveTo>
                    <a:cubicBezTo>
                      <a:pt x="4244" y="6585"/>
                      <a:pt x="5050" y="6251"/>
                      <a:pt x="5645" y="5656"/>
                    </a:cubicBezTo>
                    <a:cubicBezTo>
                      <a:pt x="6240" y="5061"/>
                      <a:pt x="6574" y="4254"/>
                      <a:pt x="6574" y="3413"/>
                    </a:cubicBezTo>
                    <a:cubicBezTo>
                      <a:pt x="6574" y="2571"/>
                      <a:pt x="6240" y="1764"/>
                      <a:pt x="5645" y="1169"/>
                    </a:cubicBezTo>
                    <a:cubicBezTo>
                      <a:pt x="5050" y="574"/>
                      <a:pt x="4244" y="240"/>
                      <a:pt x="3402" y="240"/>
                    </a:cubicBezTo>
                    <a:cubicBezTo>
                      <a:pt x="2561" y="240"/>
                      <a:pt x="1755" y="574"/>
                      <a:pt x="1160" y="1169"/>
                    </a:cubicBezTo>
                    <a:cubicBezTo>
                      <a:pt x="565" y="1764"/>
                      <a:pt x="231" y="2571"/>
                      <a:pt x="231" y="3413"/>
                    </a:cubicBezTo>
                    <a:cubicBezTo>
                      <a:pt x="231" y="4254"/>
                      <a:pt x="565" y="5061"/>
                      <a:pt x="1160" y="5656"/>
                    </a:cubicBezTo>
                    <a:cubicBezTo>
                      <a:pt x="1755" y="6251"/>
                      <a:pt x="2561" y="6585"/>
                      <a:pt x="3402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74" name="Freeform: Shape 3173">
                <a:extLst>
                  <a:ext uri="{FF2B5EF4-FFF2-40B4-BE49-F238E27FC236}">
                    <a16:creationId xmlns:a16="http://schemas.microsoft.com/office/drawing/2014/main" id="{6DE188D4-99D2-6878-B974-FB6CCCC8E458}"/>
                  </a:ext>
                </a:extLst>
              </p:cNvPr>
              <p:cNvSpPr/>
              <p:nvPr/>
            </p:nvSpPr>
            <p:spPr>
              <a:xfrm>
                <a:off x="3775739" y="6525389"/>
                <a:ext cx="6343" cy="6345"/>
              </a:xfrm>
              <a:custGeom>
                <a:avLst/>
                <a:gdLst>
                  <a:gd name="connsiteX0" fmla="*/ 3402 w 6343"/>
                  <a:gd name="connsiteY0" fmla="*/ 6585 h 6345"/>
                  <a:gd name="connsiteX1" fmla="*/ 5645 w 6343"/>
                  <a:gd name="connsiteY1" fmla="*/ 5656 h 6345"/>
                  <a:gd name="connsiteX2" fmla="*/ 6574 w 6343"/>
                  <a:gd name="connsiteY2" fmla="*/ 3413 h 6345"/>
                  <a:gd name="connsiteX3" fmla="*/ 5645 w 6343"/>
                  <a:gd name="connsiteY3" fmla="*/ 1169 h 6345"/>
                  <a:gd name="connsiteX4" fmla="*/ 3402 w 6343"/>
                  <a:gd name="connsiteY4" fmla="*/ 240 h 6345"/>
                  <a:gd name="connsiteX5" fmla="*/ 1159 w 6343"/>
                  <a:gd name="connsiteY5" fmla="*/ 1169 h 6345"/>
                  <a:gd name="connsiteX6" fmla="*/ 230 w 6343"/>
                  <a:gd name="connsiteY6" fmla="*/ 3413 h 6345"/>
                  <a:gd name="connsiteX7" fmla="*/ 1159 w 6343"/>
                  <a:gd name="connsiteY7" fmla="*/ 5656 h 6345"/>
                  <a:gd name="connsiteX8" fmla="*/ 3402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85"/>
                    </a:moveTo>
                    <a:cubicBezTo>
                      <a:pt x="4243" y="6585"/>
                      <a:pt x="5050" y="6251"/>
                      <a:pt x="5645" y="5656"/>
                    </a:cubicBezTo>
                    <a:cubicBezTo>
                      <a:pt x="6239" y="5061"/>
                      <a:pt x="6574" y="4254"/>
                      <a:pt x="6574" y="3413"/>
                    </a:cubicBezTo>
                    <a:cubicBezTo>
                      <a:pt x="6574" y="2571"/>
                      <a:pt x="6239" y="1764"/>
                      <a:pt x="5645" y="1169"/>
                    </a:cubicBezTo>
                    <a:cubicBezTo>
                      <a:pt x="5050" y="574"/>
                      <a:pt x="4243" y="240"/>
                      <a:pt x="3402" y="240"/>
                    </a:cubicBezTo>
                    <a:cubicBezTo>
                      <a:pt x="2561" y="240"/>
                      <a:pt x="1754" y="574"/>
                      <a:pt x="1159" y="1169"/>
                    </a:cubicBezTo>
                    <a:cubicBezTo>
                      <a:pt x="565" y="1764"/>
                      <a:pt x="230" y="2571"/>
                      <a:pt x="230" y="3413"/>
                    </a:cubicBezTo>
                    <a:cubicBezTo>
                      <a:pt x="230" y="4254"/>
                      <a:pt x="565" y="5061"/>
                      <a:pt x="1159" y="5656"/>
                    </a:cubicBezTo>
                    <a:cubicBezTo>
                      <a:pt x="1754" y="6251"/>
                      <a:pt x="2561" y="6585"/>
                      <a:pt x="3402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75" name="Freeform: Shape 3174">
                <a:extLst>
                  <a:ext uri="{FF2B5EF4-FFF2-40B4-BE49-F238E27FC236}">
                    <a16:creationId xmlns:a16="http://schemas.microsoft.com/office/drawing/2014/main" id="{484747C5-BC01-56C1-8944-BDF445D88D4B}"/>
                  </a:ext>
                </a:extLst>
              </p:cNvPr>
              <p:cNvSpPr/>
              <p:nvPr/>
            </p:nvSpPr>
            <p:spPr>
              <a:xfrm>
                <a:off x="3771331" y="6521427"/>
                <a:ext cx="6343" cy="6345"/>
              </a:xfrm>
              <a:custGeom>
                <a:avLst/>
                <a:gdLst>
                  <a:gd name="connsiteX0" fmla="*/ 3402 w 6343"/>
                  <a:gd name="connsiteY0" fmla="*/ 6585 h 6345"/>
                  <a:gd name="connsiteX1" fmla="*/ 5644 w 6343"/>
                  <a:gd name="connsiteY1" fmla="*/ 5656 h 6345"/>
                  <a:gd name="connsiteX2" fmla="*/ 6573 w 6343"/>
                  <a:gd name="connsiteY2" fmla="*/ 3412 h 6345"/>
                  <a:gd name="connsiteX3" fmla="*/ 5644 w 6343"/>
                  <a:gd name="connsiteY3" fmla="*/ 1169 h 6345"/>
                  <a:gd name="connsiteX4" fmla="*/ 3402 w 6343"/>
                  <a:gd name="connsiteY4" fmla="*/ 240 h 6345"/>
                  <a:gd name="connsiteX5" fmla="*/ 1159 w 6343"/>
                  <a:gd name="connsiteY5" fmla="*/ 1169 h 6345"/>
                  <a:gd name="connsiteX6" fmla="*/ 230 w 6343"/>
                  <a:gd name="connsiteY6" fmla="*/ 3412 h 6345"/>
                  <a:gd name="connsiteX7" fmla="*/ 1159 w 6343"/>
                  <a:gd name="connsiteY7" fmla="*/ 5656 h 6345"/>
                  <a:gd name="connsiteX8" fmla="*/ 3402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85"/>
                    </a:moveTo>
                    <a:cubicBezTo>
                      <a:pt x="4243" y="6585"/>
                      <a:pt x="5050" y="6251"/>
                      <a:pt x="5644" y="5656"/>
                    </a:cubicBezTo>
                    <a:cubicBezTo>
                      <a:pt x="6239" y="5061"/>
                      <a:pt x="6573" y="4254"/>
                      <a:pt x="6573" y="3412"/>
                    </a:cubicBezTo>
                    <a:cubicBezTo>
                      <a:pt x="6573" y="2571"/>
                      <a:pt x="6239" y="1764"/>
                      <a:pt x="5644" y="1169"/>
                    </a:cubicBezTo>
                    <a:cubicBezTo>
                      <a:pt x="5050" y="574"/>
                      <a:pt x="4243" y="240"/>
                      <a:pt x="3402" y="240"/>
                    </a:cubicBezTo>
                    <a:cubicBezTo>
                      <a:pt x="2561" y="240"/>
                      <a:pt x="1754" y="574"/>
                      <a:pt x="1159" y="1169"/>
                    </a:cubicBezTo>
                    <a:cubicBezTo>
                      <a:pt x="564" y="1764"/>
                      <a:pt x="230" y="2571"/>
                      <a:pt x="230" y="3412"/>
                    </a:cubicBezTo>
                    <a:cubicBezTo>
                      <a:pt x="230" y="4254"/>
                      <a:pt x="564" y="5061"/>
                      <a:pt x="1159" y="5656"/>
                    </a:cubicBezTo>
                    <a:cubicBezTo>
                      <a:pt x="1754" y="6251"/>
                      <a:pt x="2561" y="6585"/>
                      <a:pt x="3402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76" name="Freeform: Shape 3175">
                <a:extLst>
                  <a:ext uri="{FF2B5EF4-FFF2-40B4-BE49-F238E27FC236}">
                    <a16:creationId xmlns:a16="http://schemas.microsoft.com/office/drawing/2014/main" id="{D7AFEC7C-6D05-8295-CC2F-6DE2F135106D}"/>
                  </a:ext>
                </a:extLst>
              </p:cNvPr>
              <p:cNvSpPr/>
              <p:nvPr/>
            </p:nvSpPr>
            <p:spPr>
              <a:xfrm>
                <a:off x="3765783" y="6526161"/>
                <a:ext cx="6343" cy="6345"/>
              </a:xfrm>
              <a:custGeom>
                <a:avLst/>
                <a:gdLst>
                  <a:gd name="connsiteX0" fmla="*/ 3401 w 6343"/>
                  <a:gd name="connsiteY0" fmla="*/ 6585 h 6345"/>
                  <a:gd name="connsiteX1" fmla="*/ 5644 w 6343"/>
                  <a:gd name="connsiteY1" fmla="*/ 5656 h 6345"/>
                  <a:gd name="connsiteX2" fmla="*/ 6573 w 6343"/>
                  <a:gd name="connsiteY2" fmla="*/ 3413 h 6345"/>
                  <a:gd name="connsiteX3" fmla="*/ 5644 w 6343"/>
                  <a:gd name="connsiteY3" fmla="*/ 1169 h 6345"/>
                  <a:gd name="connsiteX4" fmla="*/ 3401 w 6343"/>
                  <a:gd name="connsiteY4" fmla="*/ 240 h 6345"/>
                  <a:gd name="connsiteX5" fmla="*/ 1159 w 6343"/>
                  <a:gd name="connsiteY5" fmla="*/ 1169 h 6345"/>
                  <a:gd name="connsiteX6" fmla="*/ 230 w 6343"/>
                  <a:gd name="connsiteY6" fmla="*/ 3413 h 6345"/>
                  <a:gd name="connsiteX7" fmla="*/ 1159 w 6343"/>
                  <a:gd name="connsiteY7" fmla="*/ 5656 h 6345"/>
                  <a:gd name="connsiteX8" fmla="*/ 3401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85"/>
                    </a:moveTo>
                    <a:cubicBezTo>
                      <a:pt x="4242" y="6585"/>
                      <a:pt x="5049" y="6251"/>
                      <a:pt x="5644" y="5656"/>
                    </a:cubicBezTo>
                    <a:cubicBezTo>
                      <a:pt x="6239" y="5061"/>
                      <a:pt x="6573" y="4254"/>
                      <a:pt x="6573" y="3413"/>
                    </a:cubicBezTo>
                    <a:cubicBezTo>
                      <a:pt x="6573" y="2571"/>
                      <a:pt x="6239" y="1764"/>
                      <a:pt x="5644" y="1169"/>
                    </a:cubicBezTo>
                    <a:cubicBezTo>
                      <a:pt x="5049" y="574"/>
                      <a:pt x="4242" y="240"/>
                      <a:pt x="3401" y="240"/>
                    </a:cubicBezTo>
                    <a:cubicBezTo>
                      <a:pt x="2560" y="240"/>
                      <a:pt x="1753" y="574"/>
                      <a:pt x="1159" y="1169"/>
                    </a:cubicBezTo>
                    <a:cubicBezTo>
                      <a:pt x="564" y="1764"/>
                      <a:pt x="230" y="2571"/>
                      <a:pt x="230" y="3413"/>
                    </a:cubicBezTo>
                    <a:cubicBezTo>
                      <a:pt x="230" y="4254"/>
                      <a:pt x="564" y="5061"/>
                      <a:pt x="1159" y="5656"/>
                    </a:cubicBezTo>
                    <a:cubicBezTo>
                      <a:pt x="1753" y="6251"/>
                      <a:pt x="2560" y="6585"/>
                      <a:pt x="3401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77" name="Freeform: Shape 3176">
                <a:extLst>
                  <a:ext uri="{FF2B5EF4-FFF2-40B4-BE49-F238E27FC236}">
                    <a16:creationId xmlns:a16="http://schemas.microsoft.com/office/drawing/2014/main" id="{1EC33202-11B1-C1D1-F329-B8BE8CE59D64}"/>
                  </a:ext>
                </a:extLst>
              </p:cNvPr>
              <p:cNvSpPr/>
              <p:nvPr/>
            </p:nvSpPr>
            <p:spPr>
              <a:xfrm>
                <a:off x="3761618" y="6520683"/>
                <a:ext cx="6343" cy="6345"/>
              </a:xfrm>
              <a:custGeom>
                <a:avLst/>
                <a:gdLst>
                  <a:gd name="connsiteX0" fmla="*/ 3401 w 6343"/>
                  <a:gd name="connsiteY0" fmla="*/ 6585 h 6345"/>
                  <a:gd name="connsiteX1" fmla="*/ 5644 w 6343"/>
                  <a:gd name="connsiteY1" fmla="*/ 5656 h 6345"/>
                  <a:gd name="connsiteX2" fmla="*/ 6572 w 6343"/>
                  <a:gd name="connsiteY2" fmla="*/ 3412 h 6345"/>
                  <a:gd name="connsiteX3" fmla="*/ 5644 w 6343"/>
                  <a:gd name="connsiteY3" fmla="*/ 1169 h 6345"/>
                  <a:gd name="connsiteX4" fmla="*/ 3401 w 6343"/>
                  <a:gd name="connsiteY4" fmla="*/ 240 h 6345"/>
                  <a:gd name="connsiteX5" fmla="*/ 1158 w 6343"/>
                  <a:gd name="connsiteY5" fmla="*/ 1169 h 6345"/>
                  <a:gd name="connsiteX6" fmla="*/ 229 w 6343"/>
                  <a:gd name="connsiteY6" fmla="*/ 3412 h 6345"/>
                  <a:gd name="connsiteX7" fmla="*/ 1158 w 6343"/>
                  <a:gd name="connsiteY7" fmla="*/ 5656 h 6345"/>
                  <a:gd name="connsiteX8" fmla="*/ 3401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85"/>
                    </a:moveTo>
                    <a:cubicBezTo>
                      <a:pt x="4242" y="6585"/>
                      <a:pt x="5049" y="6251"/>
                      <a:pt x="5644" y="5656"/>
                    </a:cubicBezTo>
                    <a:cubicBezTo>
                      <a:pt x="6238" y="5061"/>
                      <a:pt x="6572" y="4254"/>
                      <a:pt x="6572" y="3412"/>
                    </a:cubicBezTo>
                    <a:cubicBezTo>
                      <a:pt x="6572" y="2571"/>
                      <a:pt x="6238" y="1764"/>
                      <a:pt x="5644" y="1169"/>
                    </a:cubicBezTo>
                    <a:cubicBezTo>
                      <a:pt x="5049" y="574"/>
                      <a:pt x="4242" y="240"/>
                      <a:pt x="3401" y="240"/>
                    </a:cubicBezTo>
                    <a:cubicBezTo>
                      <a:pt x="2560" y="240"/>
                      <a:pt x="1753" y="574"/>
                      <a:pt x="1158" y="1169"/>
                    </a:cubicBezTo>
                    <a:cubicBezTo>
                      <a:pt x="564" y="1764"/>
                      <a:pt x="229" y="2571"/>
                      <a:pt x="229" y="3412"/>
                    </a:cubicBezTo>
                    <a:cubicBezTo>
                      <a:pt x="229" y="4254"/>
                      <a:pt x="564" y="5061"/>
                      <a:pt x="1158" y="5656"/>
                    </a:cubicBezTo>
                    <a:cubicBezTo>
                      <a:pt x="1753" y="6251"/>
                      <a:pt x="2560" y="6585"/>
                      <a:pt x="3401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78" name="Freeform: Shape 3177">
                <a:extLst>
                  <a:ext uri="{FF2B5EF4-FFF2-40B4-BE49-F238E27FC236}">
                    <a16:creationId xmlns:a16="http://schemas.microsoft.com/office/drawing/2014/main" id="{A6BF8536-A645-3B15-CE20-580031F080D1}"/>
                  </a:ext>
                </a:extLst>
              </p:cNvPr>
              <p:cNvSpPr/>
              <p:nvPr/>
            </p:nvSpPr>
            <p:spPr>
              <a:xfrm>
                <a:off x="3756588" y="6521443"/>
                <a:ext cx="6343" cy="6345"/>
              </a:xfrm>
              <a:custGeom>
                <a:avLst/>
                <a:gdLst>
                  <a:gd name="connsiteX0" fmla="*/ 3400 w 6343"/>
                  <a:gd name="connsiteY0" fmla="*/ 6585 h 6345"/>
                  <a:gd name="connsiteX1" fmla="*/ 5643 w 6343"/>
                  <a:gd name="connsiteY1" fmla="*/ 5656 h 6345"/>
                  <a:gd name="connsiteX2" fmla="*/ 6572 w 6343"/>
                  <a:gd name="connsiteY2" fmla="*/ 3412 h 6345"/>
                  <a:gd name="connsiteX3" fmla="*/ 5643 w 6343"/>
                  <a:gd name="connsiteY3" fmla="*/ 1169 h 6345"/>
                  <a:gd name="connsiteX4" fmla="*/ 3400 w 6343"/>
                  <a:gd name="connsiteY4" fmla="*/ 240 h 6345"/>
                  <a:gd name="connsiteX5" fmla="*/ 1158 w 6343"/>
                  <a:gd name="connsiteY5" fmla="*/ 1169 h 6345"/>
                  <a:gd name="connsiteX6" fmla="*/ 229 w 6343"/>
                  <a:gd name="connsiteY6" fmla="*/ 3412 h 6345"/>
                  <a:gd name="connsiteX7" fmla="*/ 1158 w 6343"/>
                  <a:gd name="connsiteY7" fmla="*/ 5656 h 6345"/>
                  <a:gd name="connsiteX8" fmla="*/ 3400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85"/>
                    </a:moveTo>
                    <a:cubicBezTo>
                      <a:pt x="4242" y="6585"/>
                      <a:pt x="5048" y="6251"/>
                      <a:pt x="5643" y="5656"/>
                    </a:cubicBezTo>
                    <a:cubicBezTo>
                      <a:pt x="6238" y="5061"/>
                      <a:pt x="6572" y="4254"/>
                      <a:pt x="6572" y="3412"/>
                    </a:cubicBezTo>
                    <a:cubicBezTo>
                      <a:pt x="6572" y="2571"/>
                      <a:pt x="6238" y="1764"/>
                      <a:pt x="5643" y="1169"/>
                    </a:cubicBezTo>
                    <a:cubicBezTo>
                      <a:pt x="5048" y="574"/>
                      <a:pt x="4242" y="240"/>
                      <a:pt x="3400" y="240"/>
                    </a:cubicBezTo>
                    <a:cubicBezTo>
                      <a:pt x="2559" y="240"/>
                      <a:pt x="1753" y="574"/>
                      <a:pt x="1158" y="1169"/>
                    </a:cubicBezTo>
                    <a:cubicBezTo>
                      <a:pt x="563" y="1764"/>
                      <a:pt x="229" y="2571"/>
                      <a:pt x="229" y="3412"/>
                    </a:cubicBezTo>
                    <a:cubicBezTo>
                      <a:pt x="229" y="4254"/>
                      <a:pt x="563" y="5061"/>
                      <a:pt x="1158" y="5656"/>
                    </a:cubicBezTo>
                    <a:cubicBezTo>
                      <a:pt x="1753" y="6251"/>
                      <a:pt x="2559" y="6585"/>
                      <a:pt x="3400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79" name="Freeform: Shape 3178">
                <a:extLst>
                  <a:ext uri="{FF2B5EF4-FFF2-40B4-BE49-F238E27FC236}">
                    <a16:creationId xmlns:a16="http://schemas.microsoft.com/office/drawing/2014/main" id="{3891BE9B-F5E7-FACB-BC4D-B484689A1C88}"/>
                  </a:ext>
                </a:extLst>
              </p:cNvPr>
              <p:cNvSpPr/>
              <p:nvPr/>
            </p:nvSpPr>
            <p:spPr>
              <a:xfrm>
                <a:off x="3753253" y="6511122"/>
                <a:ext cx="6343" cy="6345"/>
              </a:xfrm>
              <a:custGeom>
                <a:avLst/>
                <a:gdLst>
                  <a:gd name="connsiteX0" fmla="*/ 3400 w 6343"/>
                  <a:gd name="connsiteY0" fmla="*/ 6584 h 6345"/>
                  <a:gd name="connsiteX1" fmla="*/ 5643 w 6343"/>
                  <a:gd name="connsiteY1" fmla="*/ 5655 h 6345"/>
                  <a:gd name="connsiteX2" fmla="*/ 6572 w 6343"/>
                  <a:gd name="connsiteY2" fmla="*/ 3412 h 6345"/>
                  <a:gd name="connsiteX3" fmla="*/ 5643 w 6343"/>
                  <a:gd name="connsiteY3" fmla="*/ 1168 h 6345"/>
                  <a:gd name="connsiteX4" fmla="*/ 3400 w 6343"/>
                  <a:gd name="connsiteY4" fmla="*/ 239 h 6345"/>
                  <a:gd name="connsiteX5" fmla="*/ 1158 w 6343"/>
                  <a:gd name="connsiteY5" fmla="*/ 1168 h 6345"/>
                  <a:gd name="connsiteX6" fmla="*/ 229 w 6343"/>
                  <a:gd name="connsiteY6" fmla="*/ 3412 h 6345"/>
                  <a:gd name="connsiteX7" fmla="*/ 1158 w 6343"/>
                  <a:gd name="connsiteY7" fmla="*/ 5655 h 6345"/>
                  <a:gd name="connsiteX8" fmla="*/ 3400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84"/>
                    </a:moveTo>
                    <a:cubicBezTo>
                      <a:pt x="4241" y="6584"/>
                      <a:pt x="5048" y="6250"/>
                      <a:pt x="5643" y="5655"/>
                    </a:cubicBezTo>
                    <a:cubicBezTo>
                      <a:pt x="6238" y="5060"/>
                      <a:pt x="6572" y="4253"/>
                      <a:pt x="6572" y="3412"/>
                    </a:cubicBezTo>
                    <a:cubicBezTo>
                      <a:pt x="6572" y="2570"/>
                      <a:pt x="6238" y="1763"/>
                      <a:pt x="5643" y="1168"/>
                    </a:cubicBezTo>
                    <a:cubicBezTo>
                      <a:pt x="5048" y="573"/>
                      <a:pt x="4241" y="239"/>
                      <a:pt x="3400" y="239"/>
                    </a:cubicBezTo>
                    <a:cubicBezTo>
                      <a:pt x="2559" y="239"/>
                      <a:pt x="1752" y="573"/>
                      <a:pt x="1158" y="1168"/>
                    </a:cubicBezTo>
                    <a:cubicBezTo>
                      <a:pt x="563" y="1763"/>
                      <a:pt x="229" y="2570"/>
                      <a:pt x="229" y="3412"/>
                    </a:cubicBezTo>
                    <a:cubicBezTo>
                      <a:pt x="229" y="4253"/>
                      <a:pt x="563" y="5060"/>
                      <a:pt x="1158" y="5655"/>
                    </a:cubicBezTo>
                    <a:cubicBezTo>
                      <a:pt x="1752" y="6250"/>
                      <a:pt x="2559" y="6584"/>
                      <a:pt x="3400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80" name="Freeform: Shape 3179">
                <a:extLst>
                  <a:ext uri="{FF2B5EF4-FFF2-40B4-BE49-F238E27FC236}">
                    <a16:creationId xmlns:a16="http://schemas.microsoft.com/office/drawing/2014/main" id="{73E53C16-4E9C-0169-9E1C-608E2711DE13}"/>
                  </a:ext>
                </a:extLst>
              </p:cNvPr>
              <p:cNvSpPr/>
              <p:nvPr/>
            </p:nvSpPr>
            <p:spPr>
              <a:xfrm>
                <a:off x="3788975" y="6258754"/>
                <a:ext cx="6343" cy="6345"/>
              </a:xfrm>
              <a:custGeom>
                <a:avLst/>
                <a:gdLst>
                  <a:gd name="connsiteX0" fmla="*/ 3403 w 6343"/>
                  <a:gd name="connsiteY0" fmla="*/ 6564 h 6345"/>
                  <a:gd name="connsiteX1" fmla="*/ 5646 w 6343"/>
                  <a:gd name="connsiteY1" fmla="*/ 5635 h 6345"/>
                  <a:gd name="connsiteX2" fmla="*/ 6575 w 6343"/>
                  <a:gd name="connsiteY2" fmla="*/ 3392 h 6345"/>
                  <a:gd name="connsiteX3" fmla="*/ 5646 w 6343"/>
                  <a:gd name="connsiteY3" fmla="*/ 1148 h 6345"/>
                  <a:gd name="connsiteX4" fmla="*/ 3403 w 6343"/>
                  <a:gd name="connsiteY4" fmla="*/ 219 h 6345"/>
                  <a:gd name="connsiteX5" fmla="*/ 1160 w 6343"/>
                  <a:gd name="connsiteY5" fmla="*/ 1148 h 6345"/>
                  <a:gd name="connsiteX6" fmla="*/ 231 w 6343"/>
                  <a:gd name="connsiteY6" fmla="*/ 3392 h 6345"/>
                  <a:gd name="connsiteX7" fmla="*/ 1160 w 6343"/>
                  <a:gd name="connsiteY7" fmla="*/ 5635 h 6345"/>
                  <a:gd name="connsiteX8" fmla="*/ 3403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64"/>
                    </a:moveTo>
                    <a:cubicBezTo>
                      <a:pt x="4244" y="6564"/>
                      <a:pt x="5051" y="6230"/>
                      <a:pt x="5646" y="5635"/>
                    </a:cubicBezTo>
                    <a:cubicBezTo>
                      <a:pt x="6240" y="5040"/>
                      <a:pt x="6575" y="4233"/>
                      <a:pt x="6575" y="3392"/>
                    </a:cubicBezTo>
                    <a:cubicBezTo>
                      <a:pt x="6575" y="2550"/>
                      <a:pt x="6240" y="1743"/>
                      <a:pt x="5646" y="1148"/>
                    </a:cubicBezTo>
                    <a:cubicBezTo>
                      <a:pt x="5051" y="553"/>
                      <a:pt x="4244" y="219"/>
                      <a:pt x="3403" y="219"/>
                    </a:cubicBezTo>
                    <a:cubicBezTo>
                      <a:pt x="2562" y="219"/>
                      <a:pt x="1755" y="553"/>
                      <a:pt x="1160" y="1148"/>
                    </a:cubicBezTo>
                    <a:cubicBezTo>
                      <a:pt x="566" y="1743"/>
                      <a:pt x="231" y="2550"/>
                      <a:pt x="231" y="3392"/>
                    </a:cubicBezTo>
                    <a:cubicBezTo>
                      <a:pt x="231" y="4233"/>
                      <a:pt x="566" y="5040"/>
                      <a:pt x="1160" y="5635"/>
                    </a:cubicBezTo>
                    <a:cubicBezTo>
                      <a:pt x="1755" y="6230"/>
                      <a:pt x="2562" y="6564"/>
                      <a:pt x="3403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81" name="Freeform: Shape 3180">
                <a:extLst>
                  <a:ext uri="{FF2B5EF4-FFF2-40B4-BE49-F238E27FC236}">
                    <a16:creationId xmlns:a16="http://schemas.microsoft.com/office/drawing/2014/main" id="{1CCB0E63-069C-16A4-4806-80B64149C529}"/>
                  </a:ext>
                </a:extLst>
              </p:cNvPr>
              <p:cNvSpPr/>
              <p:nvPr/>
            </p:nvSpPr>
            <p:spPr>
              <a:xfrm>
                <a:off x="3785940" y="6257196"/>
                <a:ext cx="6343" cy="6345"/>
              </a:xfrm>
              <a:custGeom>
                <a:avLst/>
                <a:gdLst>
                  <a:gd name="connsiteX0" fmla="*/ 3403 w 6343"/>
                  <a:gd name="connsiteY0" fmla="*/ 6564 h 6345"/>
                  <a:gd name="connsiteX1" fmla="*/ 5645 w 6343"/>
                  <a:gd name="connsiteY1" fmla="*/ 5635 h 6345"/>
                  <a:gd name="connsiteX2" fmla="*/ 6574 w 6343"/>
                  <a:gd name="connsiteY2" fmla="*/ 3392 h 6345"/>
                  <a:gd name="connsiteX3" fmla="*/ 5645 w 6343"/>
                  <a:gd name="connsiteY3" fmla="*/ 1148 h 6345"/>
                  <a:gd name="connsiteX4" fmla="*/ 3403 w 6343"/>
                  <a:gd name="connsiteY4" fmla="*/ 219 h 6345"/>
                  <a:gd name="connsiteX5" fmla="*/ 1160 w 6343"/>
                  <a:gd name="connsiteY5" fmla="*/ 1148 h 6345"/>
                  <a:gd name="connsiteX6" fmla="*/ 231 w 6343"/>
                  <a:gd name="connsiteY6" fmla="*/ 3392 h 6345"/>
                  <a:gd name="connsiteX7" fmla="*/ 1160 w 6343"/>
                  <a:gd name="connsiteY7" fmla="*/ 5635 h 6345"/>
                  <a:gd name="connsiteX8" fmla="*/ 3403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64"/>
                    </a:moveTo>
                    <a:cubicBezTo>
                      <a:pt x="4244" y="6564"/>
                      <a:pt x="5051" y="6230"/>
                      <a:pt x="5645" y="5635"/>
                    </a:cubicBezTo>
                    <a:cubicBezTo>
                      <a:pt x="6240" y="5040"/>
                      <a:pt x="6574" y="4233"/>
                      <a:pt x="6574" y="3392"/>
                    </a:cubicBezTo>
                    <a:cubicBezTo>
                      <a:pt x="6574" y="2550"/>
                      <a:pt x="6240" y="1743"/>
                      <a:pt x="5645" y="1148"/>
                    </a:cubicBezTo>
                    <a:cubicBezTo>
                      <a:pt x="5051" y="553"/>
                      <a:pt x="4244" y="219"/>
                      <a:pt x="3403" y="219"/>
                    </a:cubicBezTo>
                    <a:cubicBezTo>
                      <a:pt x="2562" y="219"/>
                      <a:pt x="1755" y="553"/>
                      <a:pt x="1160" y="1148"/>
                    </a:cubicBezTo>
                    <a:cubicBezTo>
                      <a:pt x="565" y="1743"/>
                      <a:pt x="231" y="2550"/>
                      <a:pt x="231" y="3392"/>
                    </a:cubicBezTo>
                    <a:cubicBezTo>
                      <a:pt x="231" y="4233"/>
                      <a:pt x="565" y="5040"/>
                      <a:pt x="1160" y="5635"/>
                    </a:cubicBezTo>
                    <a:cubicBezTo>
                      <a:pt x="1755" y="6230"/>
                      <a:pt x="2562" y="6564"/>
                      <a:pt x="3403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82" name="Freeform: Shape 3181">
                <a:extLst>
                  <a:ext uri="{FF2B5EF4-FFF2-40B4-BE49-F238E27FC236}">
                    <a16:creationId xmlns:a16="http://schemas.microsoft.com/office/drawing/2014/main" id="{B313B248-A2A7-D920-275C-4EAFBAE2A230}"/>
                  </a:ext>
                </a:extLst>
              </p:cNvPr>
              <p:cNvSpPr/>
              <p:nvPr/>
            </p:nvSpPr>
            <p:spPr>
              <a:xfrm>
                <a:off x="3782881" y="6255854"/>
                <a:ext cx="6343" cy="6345"/>
              </a:xfrm>
              <a:custGeom>
                <a:avLst/>
                <a:gdLst>
                  <a:gd name="connsiteX0" fmla="*/ 3403 w 6343"/>
                  <a:gd name="connsiteY0" fmla="*/ 6564 h 6345"/>
                  <a:gd name="connsiteX1" fmla="*/ 5645 w 6343"/>
                  <a:gd name="connsiteY1" fmla="*/ 5635 h 6345"/>
                  <a:gd name="connsiteX2" fmla="*/ 6574 w 6343"/>
                  <a:gd name="connsiteY2" fmla="*/ 3391 h 6345"/>
                  <a:gd name="connsiteX3" fmla="*/ 5645 w 6343"/>
                  <a:gd name="connsiteY3" fmla="*/ 1148 h 6345"/>
                  <a:gd name="connsiteX4" fmla="*/ 3403 w 6343"/>
                  <a:gd name="connsiteY4" fmla="*/ 219 h 6345"/>
                  <a:gd name="connsiteX5" fmla="*/ 1160 w 6343"/>
                  <a:gd name="connsiteY5" fmla="*/ 1148 h 6345"/>
                  <a:gd name="connsiteX6" fmla="*/ 231 w 6343"/>
                  <a:gd name="connsiteY6" fmla="*/ 3391 h 6345"/>
                  <a:gd name="connsiteX7" fmla="*/ 1160 w 6343"/>
                  <a:gd name="connsiteY7" fmla="*/ 5635 h 6345"/>
                  <a:gd name="connsiteX8" fmla="*/ 3403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64"/>
                    </a:moveTo>
                    <a:cubicBezTo>
                      <a:pt x="4244" y="6564"/>
                      <a:pt x="5050" y="6230"/>
                      <a:pt x="5645" y="5635"/>
                    </a:cubicBezTo>
                    <a:cubicBezTo>
                      <a:pt x="6240" y="5040"/>
                      <a:pt x="6574" y="4233"/>
                      <a:pt x="6574" y="3391"/>
                    </a:cubicBezTo>
                    <a:cubicBezTo>
                      <a:pt x="6574" y="2550"/>
                      <a:pt x="6240" y="1743"/>
                      <a:pt x="5645" y="1148"/>
                    </a:cubicBezTo>
                    <a:cubicBezTo>
                      <a:pt x="5050" y="553"/>
                      <a:pt x="4244" y="219"/>
                      <a:pt x="3403" y="219"/>
                    </a:cubicBezTo>
                    <a:cubicBezTo>
                      <a:pt x="2561" y="219"/>
                      <a:pt x="1755" y="553"/>
                      <a:pt x="1160" y="1148"/>
                    </a:cubicBezTo>
                    <a:cubicBezTo>
                      <a:pt x="565" y="1743"/>
                      <a:pt x="231" y="2550"/>
                      <a:pt x="231" y="3391"/>
                    </a:cubicBezTo>
                    <a:cubicBezTo>
                      <a:pt x="231" y="4233"/>
                      <a:pt x="565" y="5040"/>
                      <a:pt x="1160" y="5635"/>
                    </a:cubicBezTo>
                    <a:cubicBezTo>
                      <a:pt x="1755" y="6230"/>
                      <a:pt x="2561" y="6564"/>
                      <a:pt x="3403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83" name="Freeform: Shape 3182">
                <a:extLst>
                  <a:ext uri="{FF2B5EF4-FFF2-40B4-BE49-F238E27FC236}">
                    <a16:creationId xmlns:a16="http://schemas.microsoft.com/office/drawing/2014/main" id="{8FDDFA34-21B6-4AD2-8019-A8C267F88317}"/>
                  </a:ext>
                </a:extLst>
              </p:cNvPr>
              <p:cNvSpPr/>
              <p:nvPr/>
            </p:nvSpPr>
            <p:spPr>
              <a:xfrm>
                <a:off x="3779742" y="6255010"/>
                <a:ext cx="6343" cy="6345"/>
              </a:xfrm>
              <a:custGeom>
                <a:avLst/>
                <a:gdLst>
                  <a:gd name="connsiteX0" fmla="*/ 3402 w 6343"/>
                  <a:gd name="connsiteY0" fmla="*/ 6564 h 6345"/>
                  <a:gd name="connsiteX1" fmla="*/ 5645 w 6343"/>
                  <a:gd name="connsiteY1" fmla="*/ 5635 h 6345"/>
                  <a:gd name="connsiteX2" fmla="*/ 6574 w 6343"/>
                  <a:gd name="connsiteY2" fmla="*/ 3391 h 6345"/>
                  <a:gd name="connsiteX3" fmla="*/ 5645 w 6343"/>
                  <a:gd name="connsiteY3" fmla="*/ 1148 h 6345"/>
                  <a:gd name="connsiteX4" fmla="*/ 3402 w 6343"/>
                  <a:gd name="connsiteY4" fmla="*/ 219 h 6345"/>
                  <a:gd name="connsiteX5" fmla="*/ 1160 w 6343"/>
                  <a:gd name="connsiteY5" fmla="*/ 1148 h 6345"/>
                  <a:gd name="connsiteX6" fmla="*/ 231 w 6343"/>
                  <a:gd name="connsiteY6" fmla="*/ 3391 h 6345"/>
                  <a:gd name="connsiteX7" fmla="*/ 1160 w 6343"/>
                  <a:gd name="connsiteY7" fmla="*/ 5635 h 6345"/>
                  <a:gd name="connsiteX8" fmla="*/ 3402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4"/>
                    </a:moveTo>
                    <a:cubicBezTo>
                      <a:pt x="4243" y="6564"/>
                      <a:pt x="5050" y="6230"/>
                      <a:pt x="5645" y="5635"/>
                    </a:cubicBezTo>
                    <a:cubicBezTo>
                      <a:pt x="6240" y="5040"/>
                      <a:pt x="6574" y="4233"/>
                      <a:pt x="6574" y="3391"/>
                    </a:cubicBezTo>
                    <a:cubicBezTo>
                      <a:pt x="6574" y="2550"/>
                      <a:pt x="6240" y="1743"/>
                      <a:pt x="5645" y="1148"/>
                    </a:cubicBezTo>
                    <a:cubicBezTo>
                      <a:pt x="5050" y="553"/>
                      <a:pt x="4243" y="219"/>
                      <a:pt x="3402" y="219"/>
                    </a:cubicBezTo>
                    <a:cubicBezTo>
                      <a:pt x="2561" y="219"/>
                      <a:pt x="1754" y="553"/>
                      <a:pt x="1160" y="1148"/>
                    </a:cubicBezTo>
                    <a:cubicBezTo>
                      <a:pt x="565" y="1743"/>
                      <a:pt x="231" y="2550"/>
                      <a:pt x="231" y="3391"/>
                    </a:cubicBezTo>
                    <a:cubicBezTo>
                      <a:pt x="231" y="4233"/>
                      <a:pt x="565" y="5040"/>
                      <a:pt x="1160" y="5635"/>
                    </a:cubicBezTo>
                    <a:cubicBezTo>
                      <a:pt x="1754" y="6230"/>
                      <a:pt x="2561" y="6564"/>
                      <a:pt x="3402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84" name="Freeform: Shape 3183">
                <a:extLst>
                  <a:ext uri="{FF2B5EF4-FFF2-40B4-BE49-F238E27FC236}">
                    <a16:creationId xmlns:a16="http://schemas.microsoft.com/office/drawing/2014/main" id="{CCF79F61-330E-65C2-B044-3E892443DB81}"/>
                  </a:ext>
                </a:extLst>
              </p:cNvPr>
              <p:cNvSpPr/>
              <p:nvPr/>
            </p:nvSpPr>
            <p:spPr>
              <a:xfrm>
                <a:off x="3776540" y="6254521"/>
                <a:ext cx="6343" cy="6345"/>
              </a:xfrm>
              <a:custGeom>
                <a:avLst/>
                <a:gdLst>
                  <a:gd name="connsiteX0" fmla="*/ 3402 w 6343"/>
                  <a:gd name="connsiteY0" fmla="*/ 6564 h 6345"/>
                  <a:gd name="connsiteX1" fmla="*/ 5645 w 6343"/>
                  <a:gd name="connsiteY1" fmla="*/ 5635 h 6345"/>
                  <a:gd name="connsiteX2" fmla="*/ 6574 w 6343"/>
                  <a:gd name="connsiteY2" fmla="*/ 3391 h 6345"/>
                  <a:gd name="connsiteX3" fmla="*/ 5645 w 6343"/>
                  <a:gd name="connsiteY3" fmla="*/ 1148 h 6345"/>
                  <a:gd name="connsiteX4" fmla="*/ 3402 w 6343"/>
                  <a:gd name="connsiteY4" fmla="*/ 219 h 6345"/>
                  <a:gd name="connsiteX5" fmla="*/ 1159 w 6343"/>
                  <a:gd name="connsiteY5" fmla="*/ 1148 h 6345"/>
                  <a:gd name="connsiteX6" fmla="*/ 231 w 6343"/>
                  <a:gd name="connsiteY6" fmla="*/ 3391 h 6345"/>
                  <a:gd name="connsiteX7" fmla="*/ 1159 w 6343"/>
                  <a:gd name="connsiteY7" fmla="*/ 5635 h 6345"/>
                  <a:gd name="connsiteX8" fmla="*/ 3402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4"/>
                    </a:moveTo>
                    <a:cubicBezTo>
                      <a:pt x="4243" y="6564"/>
                      <a:pt x="5050" y="6230"/>
                      <a:pt x="5645" y="5635"/>
                    </a:cubicBezTo>
                    <a:cubicBezTo>
                      <a:pt x="6239" y="5040"/>
                      <a:pt x="6574" y="4233"/>
                      <a:pt x="6574" y="3391"/>
                    </a:cubicBezTo>
                    <a:cubicBezTo>
                      <a:pt x="6574" y="2550"/>
                      <a:pt x="6239" y="1743"/>
                      <a:pt x="5645" y="1148"/>
                    </a:cubicBezTo>
                    <a:cubicBezTo>
                      <a:pt x="5050" y="553"/>
                      <a:pt x="4243" y="219"/>
                      <a:pt x="3402" y="219"/>
                    </a:cubicBezTo>
                    <a:cubicBezTo>
                      <a:pt x="2561" y="219"/>
                      <a:pt x="1754" y="553"/>
                      <a:pt x="1159" y="1148"/>
                    </a:cubicBezTo>
                    <a:cubicBezTo>
                      <a:pt x="565" y="1743"/>
                      <a:pt x="231" y="2550"/>
                      <a:pt x="231" y="3391"/>
                    </a:cubicBezTo>
                    <a:cubicBezTo>
                      <a:pt x="231" y="4233"/>
                      <a:pt x="565" y="5040"/>
                      <a:pt x="1159" y="5635"/>
                    </a:cubicBezTo>
                    <a:cubicBezTo>
                      <a:pt x="1754" y="6230"/>
                      <a:pt x="2561" y="6564"/>
                      <a:pt x="3402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85" name="Freeform: Shape 3184">
                <a:extLst>
                  <a:ext uri="{FF2B5EF4-FFF2-40B4-BE49-F238E27FC236}">
                    <a16:creationId xmlns:a16="http://schemas.microsoft.com/office/drawing/2014/main" id="{5C2B7B3C-C1D9-5095-9A4E-5822520D4EE9}"/>
                  </a:ext>
                </a:extLst>
              </p:cNvPr>
              <p:cNvSpPr/>
              <p:nvPr/>
            </p:nvSpPr>
            <p:spPr>
              <a:xfrm>
                <a:off x="3780104" y="6218882"/>
                <a:ext cx="6343" cy="6345"/>
              </a:xfrm>
              <a:custGeom>
                <a:avLst/>
                <a:gdLst>
                  <a:gd name="connsiteX0" fmla="*/ 3402 w 6343"/>
                  <a:gd name="connsiteY0" fmla="*/ 6561 h 6345"/>
                  <a:gd name="connsiteX1" fmla="*/ 5645 w 6343"/>
                  <a:gd name="connsiteY1" fmla="*/ 5632 h 6345"/>
                  <a:gd name="connsiteX2" fmla="*/ 6574 w 6343"/>
                  <a:gd name="connsiteY2" fmla="*/ 3389 h 6345"/>
                  <a:gd name="connsiteX3" fmla="*/ 5645 w 6343"/>
                  <a:gd name="connsiteY3" fmla="*/ 1145 h 6345"/>
                  <a:gd name="connsiteX4" fmla="*/ 3402 w 6343"/>
                  <a:gd name="connsiteY4" fmla="*/ 216 h 6345"/>
                  <a:gd name="connsiteX5" fmla="*/ 1160 w 6343"/>
                  <a:gd name="connsiteY5" fmla="*/ 1145 h 6345"/>
                  <a:gd name="connsiteX6" fmla="*/ 231 w 6343"/>
                  <a:gd name="connsiteY6" fmla="*/ 3389 h 6345"/>
                  <a:gd name="connsiteX7" fmla="*/ 1160 w 6343"/>
                  <a:gd name="connsiteY7" fmla="*/ 5632 h 6345"/>
                  <a:gd name="connsiteX8" fmla="*/ 340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1"/>
                    </a:moveTo>
                    <a:cubicBezTo>
                      <a:pt x="4243" y="6561"/>
                      <a:pt x="5050" y="6227"/>
                      <a:pt x="5645" y="5632"/>
                    </a:cubicBezTo>
                    <a:cubicBezTo>
                      <a:pt x="6240" y="5037"/>
                      <a:pt x="6574" y="4230"/>
                      <a:pt x="6574" y="3389"/>
                    </a:cubicBezTo>
                    <a:cubicBezTo>
                      <a:pt x="6574" y="2547"/>
                      <a:pt x="6240" y="1740"/>
                      <a:pt x="5645" y="1145"/>
                    </a:cubicBezTo>
                    <a:cubicBezTo>
                      <a:pt x="5050" y="550"/>
                      <a:pt x="4243" y="216"/>
                      <a:pt x="3402" y="216"/>
                    </a:cubicBezTo>
                    <a:cubicBezTo>
                      <a:pt x="2561" y="216"/>
                      <a:pt x="1754" y="550"/>
                      <a:pt x="1160" y="1145"/>
                    </a:cubicBezTo>
                    <a:cubicBezTo>
                      <a:pt x="565" y="1740"/>
                      <a:pt x="231" y="2547"/>
                      <a:pt x="231" y="3389"/>
                    </a:cubicBezTo>
                    <a:cubicBezTo>
                      <a:pt x="231" y="4230"/>
                      <a:pt x="565" y="5037"/>
                      <a:pt x="1160" y="5632"/>
                    </a:cubicBezTo>
                    <a:cubicBezTo>
                      <a:pt x="1754" y="6227"/>
                      <a:pt x="2561" y="6561"/>
                      <a:pt x="340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86" name="Freeform: Shape 3185">
                <a:extLst>
                  <a:ext uri="{FF2B5EF4-FFF2-40B4-BE49-F238E27FC236}">
                    <a16:creationId xmlns:a16="http://schemas.microsoft.com/office/drawing/2014/main" id="{8C5FE415-5DD2-8DA2-250D-1DE14A23D16F}"/>
                  </a:ext>
                </a:extLst>
              </p:cNvPr>
              <p:cNvSpPr/>
              <p:nvPr/>
            </p:nvSpPr>
            <p:spPr>
              <a:xfrm>
                <a:off x="3777280" y="6217602"/>
                <a:ext cx="6343" cy="6345"/>
              </a:xfrm>
              <a:custGeom>
                <a:avLst/>
                <a:gdLst>
                  <a:gd name="connsiteX0" fmla="*/ 3402 w 6343"/>
                  <a:gd name="connsiteY0" fmla="*/ 6561 h 6345"/>
                  <a:gd name="connsiteX1" fmla="*/ 5645 w 6343"/>
                  <a:gd name="connsiteY1" fmla="*/ 5632 h 6345"/>
                  <a:gd name="connsiteX2" fmla="*/ 6574 w 6343"/>
                  <a:gd name="connsiteY2" fmla="*/ 3388 h 6345"/>
                  <a:gd name="connsiteX3" fmla="*/ 5645 w 6343"/>
                  <a:gd name="connsiteY3" fmla="*/ 1145 h 6345"/>
                  <a:gd name="connsiteX4" fmla="*/ 3402 w 6343"/>
                  <a:gd name="connsiteY4" fmla="*/ 216 h 6345"/>
                  <a:gd name="connsiteX5" fmla="*/ 1159 w 6343"/>
                  <a:gd name="connsiteY5" fmla="*/ 1145 h 6345"/>
                  <a:gd name="connsiteX6" fmla="*/ 231 w 6343"/>
                  <a:gd name="connsiteY6" fmla="*/ 3388 h 6345"/>
                  <a:gd name="connsiteX7" fmla="*/ 1159 w 6343"/>
                  <a:gd name="connsiteY7" fmla="*/ 5632 h 6345"/>
                  <a:gd name="connsiteX8" fmla="*/ 340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1"/>
                    </a:moveTo>
                    <a:cubicBezTo>
                      <a:pt x="4243" y="6561"/>
                      <a:pt x="5050" y="6227"/>
                      <a:pt x="5645" y="5632"/>
                    </a:cubicBezTo>
                    <a:cubicBezTo>
                      <a:pt x="6240" y="5037"/>
                      <a:pt x="6574" y="4230"/>
                      <a:pt x="6574" y="3388"/>
                    </a:cubicBezTo>
                    <a:cubicBezTo>
                      <a:pt x="6574" y="2547"/>
                      <a:pt x="6240" y="1740"/>
                      <a:pt x="5645" y="1145"/>
                    </a:cubicBezTo>
                    <a:cubicBezTo>
                      <a:pt x="5050" y="550"/>
                      <a:pt x="4243" y="216"/>
                      <a:pt x="3402" y="216"/>
                    </a:cubicBezTo>
                    <a:cubicBezTo>
                      <a:pt x="2561" y="216"/>
                      <a:pt x="1754" y="550"/>
                      <a:pt x="1159" y="1145"/>
                    </a:cubicBezTo>
                    <a:cubicBezTo>
                      <a:pt x="565" y="1740"/>
                      <a:pt x="231" y="2547"/>
                      <a:pt x="231" y="3388"/>
                    </a:cubicBezTo>
                    <a:cubicBezTo>
                      <a:pt x="231" y="4230"/>
                      <a:pt x="565" y="5037"/>
                      <a:pt x="1159" y="5632"/>
                    </a:cubicBezTo>
                    <a:cubicBezTo>
                      <a:pt x="1754" y="6227"/>
                      <a:pt x="2561" y="6561"/>
                      <a:pt x="340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87" name="Freeform: Shape 3186">
                <a:extLst>
                  <a:ext uri="{FF2B5EF4-FFF2-40B4-BE49-F238E27FC236}">
                    <a16:creationId xmlns:a16="http://schemas.microsoft.com/office/drawing/2014/main" id="{8F52A9EB-20C1-8632-1C6A-42924A403042}"/>
                  </a:ext>
                </a:extLst>
              </p:cNvPr>
              <p:cNvSpPr/>
              <p:nvPr/>
            </p:nvSpPr>
            <p:spPr>
              <a:xfrm>
                <a:off x="3774651" y="6215420"/>
                <a:ext cx="6343" cy="6345"/>
              </a:xfrm>
              <a:custGeom>
                <a:avLst/>
                <a:gdLst>
                  <a:gd name="connsiteX0" fmla="*/ 3402 w 6343"/>
                  <a:gd name="connsiteY0" fmla="*/ 6561 h 6345"/>
                  <a:gd name="connsiteX1" fmla="*/ 5645 w 6343"/>
                  <a:gd name="connsiteY1" fmla="*/ 5632 h 6345"/>
                  <a:gd name="connsiteX2" fmla="*/ 6573 w 6343"/>
                  <a:gd name="connsiteY2" fmla="*/ 3388 h 6345"/>
                  <a:gd name="connsiteX3" fmla="*/ 5645 w 6343"/>
                  <a:gd name="connsiteY3" fmla="*/ 1145 h 6345"/>
                  <a:gd name="connsiteX4" fmla="*/ 3402 w 6343"/>
                  <a:gd name="connsiteY4" fmla="*/ 216 h 6345"/>
                  <a:gd name="connsiteX5" fmla="*/ 1159 w 6343"/>
                  <a:gd name="connsiteY5" fmla="*/ 1145 h 6345"/>
                  <a:gd name="connsiteX6" fmla="*/ 230 w 6343"/>
                  <a:gd name="connsiteY6" fmla="*/ 3388 h 6345"/>
                  <a:gd name="connsiteX7" fmla="*/ 1159 w 6343"/>
                  <a:gd name="connsiteY7" fmla="*/ 5632 h 6345"/>
                  <a:gd name="connsiteX8" fmla="*/ 340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1"/>
                    </a:moveTo>
                    <a:cubicBezTo>
                      <a:pt x="4243" y="6561"/>
                      <a:pt x="5050" y="6227"/>
                      <a:pt x="5645" y="5632"/>
                    </a:cubicBezTo>
                    <a:cubicBezTo>
                      <a:pt x="6239" y="5037"/>
                      <a:pt x="6573" y="4230"/>
                      <a:pt x="6573" y="3388"/>
                    </a:cubicBezTo>
                    <a:cubicBezTo>
                      <a:pt x="6573" y="2547"/>
                      <a:pt x="6239" y="1740"/>
                      <a:pt x="5645" y="1145"/>
                    </a:cubicBezTo>
                    <a:cubicBezTo>
                      <a:pt x="5050" y="550"/>
                      <a:pt x="4243" y="216"/>
                      <a:pt x="3402" y="216"/>
                    </a:cubicBezTo>
                    <a:cubicBezTo>
                      <a:pt x="2561" y="216"/>
                      <a:pt x="1754" y="550"/>
                      <a:pt x="1159" y="1145"/>
                    </a:cubicBezTo>
                    <a:cubicBezTo>
                      <a:pt x="565" y="1740"/>
                      <a:pt x="230" y="2547"/>
                      <a:pt x="230" y="3388"/>
                    </a:cubicBezTo>
                    <a:cubicBezTo>
                      <a:pt x="230" y="4230"/>
                      <a:pt x="565" y="5037"/>
                      <a:pt x="1159" y="5632"/>
                    </a:cubicBezTo>
                    <a:cubicBezTo>
                      <a:pt x="1754" y="6227"/>
                      <a:pt x="2561" y="6561"/>
                      <a:pt x="340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88" name="Freeform: Shape 3187">
                <a:extLst>
                  <a:ext uri="{FF2B5EF4-FFF2-40B4-BE49-F238E27FC236}">
                    <a16:creationId xmlns:a16="http://schemas.microsoft.com/office/drawing/2014/main" id="{110D5F85-3F9D-45E6-C67D-F9EB83B5D4BF}"/>
                  </a:ext>
                </a:extLst>
              </p:cNvPr>
              <p:cNvSpPr/>
              <p:nvPr/>
            </p:nvSpPr>
            <p:spPr>
              <a:xfrm>
                <a:off x="3771877" y="6214016"/>
                <a:ext cx="6343" cy="6345"/>
              </a:xfrm>
              <a:custGeom>
                <a:avLst/>
                <a:gdLst>
                  <a:gd name="connsiteX0" fmla="*/ 3402 w 6343"/>
                  <a:gd name="connsiteY0" fmla="*/ 6561 h 6345"/>
                  <a:gd name="connsiteX1" fmla="*/ 5644 w 6343"/>
                  <a:gd name="connsiteY1" fmla="*/ 5632 h 6345"/>
                  <a:gd name="connsiteX2" fmla="*/ 6573 w 6343"/>
                  <a:gd name="connsiteY2" fmla="*/ 3388 h 6345"/>
                  <a:gd name="connsiteX3" fmla="*/ 5644 w 6343"/>
                  <a:gd name="connsiteY3" fmla="*/ 1145 h 6345"/>
                  <a:gd name="connsiteX4" fmla="*/ 3402 w 6343"/>
                  <a:gd name="connsiteY4" fmla="*/ 215 h 6345"/>
                  <a:gd name="connsiteX5" fmla="*/ 1159 w 6343"/>
                  <a:gd name="connsiteY5" fmla="*/ 1145 h 6345"/>
                  <a:gd name="connsiteX6" fmla="*/ 230 w 6343"/>
                  <a:gd name="connsiteY6" fmla="*/ 3388 h 6345"/>
                  <a:gd name="connsiteX7" fmla="*/ 1159 w 6343"/>
                  <a:gd name="connsiteY7" fmla="*/ 5632 h 6345"/>
                  <a:gd name="connsiteX8" fmla="*/ 340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1"/>
                    </a:moveTo>
                    <a:cubicBezTo>
                      <a:pt x="4243" y="6561"/>
                      <a:pt x="5050" y="6227"/>
                      <a:pt x="5644" y="5632"/>
                    </a:cubicBezTo>
                    <a:cubicBezTo>
                      <a:pt x="6239" y="5037"/>
                      <a:pt x="6573" y="4230"/>
                      <a:pt x="6573" y="3388"/>
                    </a:cubicBezTo>
                    <a:cubicBezTo>
                      <a:pt x="6573" y="2547"/>
                      <a:pt x="6239" y="1740"/>
                      <a:pt x="5644" y="1145"/>
                    </a:cubicBezTo>
                    <a:cubicBezTo>
                      <a:pt x="5050" y="550"/>
                      <a:pt x="4243" y="215"/>
                      <a:pt x="3402" y="215"/>
                    </a:cubicBezTo>
                    <a:cubicBezTo>
                      <a:pt x="2561" y="215"/>
                      <a:pt x="1754" y="550"/>
                      <a:pt x="1159" y="1145"/>
                    </a:cubicBezTo>
                    <a:cubicBezTo>
                      <a:pt x="564" y="1740"/>
                      <a:pt x="230" y="2547"/>
                      <a:pt x="230" y="3388"/>
                    </a:cubicBezTo>
                    <a:cubicBezTo>
                      <a:pt x="230" y="4230"/>
                      <a:pt x="564" y="5037"/>
                      <a:pt x="1159" y="5632"/>
                    </a:cubicBezTo>
                    <a:cubicBezTo>
                      <a:pt x="1754" y="6227"/>
                      <a:pt x="2561" y="6561"/>
                      <a:pt x="340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89" name="Freeform: Shape 3188">
                <a:extLst>
                  <a:ext uri="{FF2B5EF4-FFF2-40B4-BE49-F238E27FC236}">
                    <a16:creationId xmlns:a16="http://schemas.microsoft.com/office/drawing/2014/main" id="{B2B37FE4-4B83-1014-3543-5D129510F5AD}"/>
                  </a:ext>
                </a:extLst>
              </p:cNvPr>
              <p:cNvSpPr/>
              <p:nvPr/>
            </p:nvSpPr>
            <p:spPr>
              <a:xfrm>
                <a:off x="3769076" y="6212782"/>
                <a:ext cx="6343" cy="6345"/>
              </a:xfrm>
              <a:custGeom>
                <a:avLst/>
                <a:gdLst>
                  <a:gd name="connsiteX0" fmla="*/ 3401 w 6343"/>
                  <a:gd name="connsiteY0" fmla="*/ 6561 h 6345"/>
                  <a:gd name="connsiteX1" fmla="*/ 5644 w 6343"/>
                  <a:gd name="connsiteY1" fmla="*/ 5632 h 6345"/>
                  <a:gd name="connsiteX2" fmla="*/ 6573 w 6343"/>
                  <a:gd name="connsiteY2" fmla="*/ 3388 h 6345"/>
                  <a:gd name="connsiteX3" fmla="*/ 5644 w 6343"/>
                  <a:gd name="connsiteY3" fmla="*/ 1145 h 6345"/>
                  <a:gd name="connsiteX4" fmla="*/ 3401 w 6343"/>
                  <a:gd name="connsiteY4" fmla="*/ 215 h 6345"/>
                  <a:gd name="connsiteX5" fmla="*/ 1159 w 6343"/>
                  <a:gd name="connsiteY5" fmla="*/ 1145 h 6345"/>
                  <a:gd name="connsiteX6" fmla="*/ 230 w 6343"/>
                  <a:gd name="connsiteY6" fmla="*/ 3388 h 6345"/>
                  <a:gd name="connsiteX7" fmla="*/ 1159 w 6343"/>
                  <a:gd name="connsiteY7" fmla="*/ 5632 h 6345"/>
                  <a:gd name="connsiteX8" fmla="*/ 3401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61"/>
                    </a:moveTo>
                    <a:cubicBezTo>
                      <a:pt x="4243" y="6561"/>
                      <a:pt x="5049" y="6226"/>
                      <a:pt x="5644" y="5632"/>
                    </a:cubicBezTo>
                    <a:cubicBezTo>
                      <a:pt x="6239" y="5037"/>
                      <a:pt x="6573" y="4229"/>
                      <a:pt x="6573" y="3388"/>
                    </a:cubicBezTo>
                    <a:cubicBezTo>
                      <a:pt x="6573" y="2547"/>
                      <a:pt x="6239" y="1740"/>
                      <a:pt x="5644" y="1145"/>
                    </a:cubicBezTo>
                    <a:cubicBezTo>
                      <a:pt x="5049" y="550"/>
                      <a:pt x="4243" y="215"/>
                      <a:pt x="3401" y="215"/>
                    </a:cubicBezTo>
                    <a:cubicBezTo>
                      <a:pt x="2560" y="215"/>
                      <a:pt x="1754" y="550"/>
                      <a:pt x="1159" y="1145"/>
                    </a:cubicBezTo>
                    <a:cubicBezTo>
                      <a:pt x="564" y="1740"/>
                      <a:pt x="230" y="2547"/>
                      <a:pt x="230" y="3388"/>
                    </a:cubicBezTo>
                    <a:cubicBezTo>
                      <a:pt x="230" y="4229"/>
                      <a:pt x="564" y="5037"/>
                      <a:pt x="1159" y="5632"/>
                    </a:cubicBezTo>
                    <a:cubicBezTo>
                      <a:pt x="1754" y="6226"/>
                      <a:pt x="2560" y="6561"/>
                      <a:pt x="3401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90" name="Freeform: Shape 3189">
                <a:extLst>
                  <a:ext uri="{FF2B5EF4-FFF2-40B4-BE49-F238E27FC236}">
                    <a16:creationId xmlns:a16="http://schemas.microsoft.com/office/drawing/2014/main" id="{43A310A9-5EF3-72F3-D192-977D52D0880C}"/>
                  </a:ext>
                </a:extLst>
              </p:cNvPr>
              <p:cNvSpPr/>
              <p:nvPr/>
            </p:nvSpPr>
            <p:spPr>
              <a:xfrm>
                <a:off x="3764963" y="6217426"/>
                <a:ext cx="6343" cy="6345"/>
              </a:xfrm>
              <a:custGeom>
                <a:avLst/>
                <a:gdLst>
                  <a:gd name="connsiteX0" fmla="*/ 3401 w 6343"/>
                  <a:gd name="connsiteY0" fmla="*/ 6561 h 6345"/>
                  <a:gd name="connsiteX1" fmla="*/ 5644 w 6343"/>
                  <a:gd name="connsiteY1" fmla="*/ 5632 h 6345"/>
                  <a:gd name="connsiteX2" fmla="*/ 6573 w 6343"/>
                  <a:gd name="connsiteY2" fmla="*/ 3388 h 6345"/>
                  <a:gd name="connsiteX3" fmla="*/ 5644 w 6343"/>
                  <a:gd name="connsiteY3" fmla="*/ 1145 h 6345"/>
                  <a:gd name="connsiteX4" fmla="*/ 3401 w 6343"/>
                  <a:gd name="connsiteY4" fmla="*/ 216 h 6345"/>
                  <a:gd name="connsiteX5" fmla="*/ 1159 w 6343"/>
                  <a:gd name="connsiteY5" fmla="*/ 1145 h 6345"/>
                  <a:gd name="connsiteX6" fmla="*/ 230 w 6343"/>
                  <a:gd name="connsiteY6" fmla="*/ 3388 h 6345"/>
                  <a:gd name="connsiteX7" fmla="*/ 1159 w 6343"/>
                  <a:gd name="connsiteY7" fmla="*/ 5632 h 6345"/>
                  <a:gd name="connsiteX8" fmla="*/ 3401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61"/>
                    </a:moveTo>
                    <a:cubicBezTo>
                      <a:pt x="4242" y="6561"/>
                      <a:pt x="5049" y="6227"/>
                      <a:pt x="5644" y="5632"/>
                    </a:cubicBezTo>
                    <a:cubicBezTo>
                      <a:pt x="6239" y="5037"/>
                      <a:pt x="6573" y="4230"/>
                      <a:pt x="6573" y="3388"/>
                    </a:cubicBezTo>
                    <a:cubicBezTo>
                      <a:pt x="6573" y="2547"/>
                      <a:pt x="6239" y="1740"/>
                      <a:pt x="5644" y="1145"/>
                    </a:cubicBezTo>
                    <a:cubicBezTo>
                      <a:pt x="5049" y="550"/>
                      <a:pt x="4242" y="216"/>
                      <a:pt x="3401" y="216"/>
                    </a:cubicBezTo>
                    <a:cubicBezTo>
                      <a:pt x="2560" y="216"/>
                      <a:pt x="1753" y="550"/>
                      <a:pt x="1159" y="1145"/>
                    </a:cubicBezTo>
                    <a:cubicBezTo>
                      <a:pt x="564" y="1740"/>
                      <a:pt x="230" y="2547"/>
                      <a:pt x="230" y="3388"/>
                    </a:cubicBezTo>
                    <a:cubicBezTo>
                      <a:pt x="230" y="4230"/>
                      <a:pt x="564" y="5037"/>
                      <a:pt x="1159" y="5632"/>
                    </a:cubicBezTo>
                    <a:cubicBezTo>
                      <a:pt x="1753" y="6227"/>
                      <a:pt x="2560" y="6561"/>
                      <a:pt x="3401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91" name="Freeform: Shape 3190">
                <a:extLst>
                  <a:ext uri="{FF2B5EF4-FFF2-40B4-BE49-F238E27FC236}">
                    <a16:creationId xmlns:a16="http://schemas.microsoft.com/office/drawing/2014/main" id="{02A656FD-621C-7757-2AAE-534FDE33BA8D}"/>
                  </a:ext>
                </a:extLst>
              </p:cNvPr>
              <p:cNvSpPr/>
              <p:nvPr/>
            </p:nvSpPr>
            <p:spPr>
              <a:xfrm>
                <a:off x="3767898" y="6191259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4 w 6343"/>
                  <a:gd name="connsiteY1" fmla="*/ 5630 h 6345"/>
                  <a:gd name="connsiteX2" fmla="*/ 6573 w 6343"/>
                  <a:gd name="connsiteY2" fmla="*/ 3386 h 6345"/>
                  <a:gd name="connsiteX3" fmla="*/ 5644 w 6343"/>
                  <a:gd name="connsiteY3" fmla="*/ 1143 h 6345"/>
                  <a:gd name="connsiteX4" fmla="*/ 3401 w 6343"/>
                  <a:gd name="connsiteY4" fmla="*/ 214 h 6345"/>
                  <a:gd name="connsiteX5" fmla="*/ 1159 w 6343"/>
                  <a:gd name="connsiteY5" fmla="*/ 1143 h 6345"/>
                  <a:gd name="connsiteX6" fmla="*/ 230 w 6343"/>
                  <a:gd name="connsiteY6" fmla="*/ 3386 h 6345"/>
                  <a:gd name="connsiteX7" fmla="*/ 1159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5"/>
                      <a:pt x="5644" y="5630"/>
                    </a:cubicBezTo>
                    <a:cubicBezTo>
                      <a:pt x="6239" y="5035"/>
                      <a:pt x="6573" y="4228"/>
                      <a:pt x="6573" y="3386"/>
                    </a:cubicBezTo>
                    <a:cubicBezTo>
                      <a:pt x="6573" y="2545"/>
                      <a:pt x="6239" y="1738"/>
                      <a:pt x="5644" y="1143"/>
                    </a:cubicBezTo>
                    <a:cubicBezTo>
                      <a:pt x="5049" y="548"/>
                      <a:pt x="4242" y="214"/>
                      <a:pt x="3401" y="214"/>
                    </a:cubicBezTo>
                    <a:cubicBezTo>
                      <a:pt x="2560" y="214"/>
                      <a:pt x="1754" y="548"/>
                      <a:pt x="1159" y="1143"/>
                    </a:cubicBezTo>
                    <a:cubicBezTo>
                      <a:pt x="564" y="1738"/>
                      <a:pt x="230" y="2545"/>
                      <a:pt x="230" y="3386"/>
                    </a:cubicBezTo>
                    <a:cubicBezTo>
                      <a:pt x="230" y="4228"/>
                      <a:pt x="564" y="5035"/>
                      <a:pt x="1159" y="5630"/>
                    </a:cubicBezTo>
                    <a:cubicBezTo>
                      <a:pt x="1754" y="6225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92" name="Freeform: Shape 3191">
                <a:extLst>
                  <a:ext uri="{FF2B5EF4-FFF2-40B4-BE49-F238E27FC236}">
                    <a16:creationId xmlns:a16="http://schemas.microsoft.com/office/drawing/2014/main" id="{363A7F2A-16D5-7D6C-40FA-1EA7BF0B775D}"/>
                  </a:ext>
                </a:extLst>
              </p:cNvPr>
              <p:cNvSpPr/>
              <p:nvPr/>
            </p:nvSpPr>
            <p:spPr>
              <a:xfrm>
                <a:off x="3766896" y="6183060"/>
                <a:ext cx="6343" cy="6345"/>
              </a:xfrm>
              <a:custGeom>
                <a:avLst/>
                <a:gdLst>
                  <a:gd name="connsiteX0" fmla="*/ 3401 w 6343"/>
                  <a:gd name="connsiteY0" fmla="*/ 6558 h 6345"/>
                  <a:gd name="connsiteX1" fmla="*/ 5644 w 6343"/>
                  <a:gd name="connsiteY1" fmla="*/ 5629 h 6345"/>
                  <a:gd name="connsiteX2" fmla="*/ 6573 w 6343"/>
                  <a:gd name="connsiteY2" fmla="*/ 3386 h 6345"/>
                  <a:gd name="connsiteX3" fmla="*/ 5644 w 6343"/>
                  <a:gd name="connsiteY3" fmla="*/ 1142 h 6345"/>
                  <a:gd name="connsiteX4" fmla="*/ 3401 w 6343"/>
                  <a:gd name="connsiteY4" fmla="*/ 213 h 6345"/>
                  <a:gd name="connsiteX5" fmla="*/ 1159 w 6343"/>
                  <a:gd name="connsiteY5" fmla="*/ 1142 h 6345"/>
                  <a:gd name="connsiteX6" fmla="*/ 230 w 6343"/>
                  <a:gd name="connsiteY6" fmla="*/ 3386 h 6345"/>
                  <a:gd name="connsiteX7" fmla="*/ 1159 w 6343"/>
                  <a:gd name="connsiteY7" fmla="*/ 5629 h 6345"/>
                  <a:gd name="connsiteX8" fmla="*/ 340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8"/>
                    </a:moveTo>
                    <a:cubicBezTo>
                      <a:pt x="4242" y="6558"/>
                      <a:pt x="5049" y="6224"/>
                      <a:pt x="5644" y="5629"/>
                    </a:cubicBezTo>
                    <a:cubicBezTo>
                      <a:pt x="6239" y="5034"/>
                      <a:pt x="6573" y="4227"/>
                      <a:pt x="6573" y="3386"/>
                    </a:cubicBezTo>
                    <a:cubicBezTo>
                      <a:pt x="6573" y="2544"/>
                      <a:pt x="6239" y="1737"/>
                      <a:pt x="5644" y="1142"/>
                    </a:cubicBezTo>
                    <a:cubicBezTo>
                      <a:pt x="5049" y="547"/>
                      <a:pt x="4242" y="213"/>
                      <a:pt x="3401" y="213"/>
                    </a:cubicBezTo>
                    <a:cubicBezTo>
                      <a:pt x="2560" y="213"/>
                      <a:pt x="1753" y="547"/>
                      <a:pt x="1159" y="1142"/>
                    </a:cubicBezTo>
                    <a:cubicBezTo>
                      <a:pt x="564" y="1737"/>
                      <a:pt x="230" y="2544"/>
                      <a:pt x="230" y="3386"/>
                    </a:cubicBezTo>
                    <a:cubicBezTo>
                      <a:pt x="230" y="4227"/>
                      <a:pt x="564" y="5034"/>
                      <a:pt x="1159" y="5629"/>
                    </a:cubicBezTo>
                    <a:cubicBezTo>
                      <a:pt x="1753" y="6224"/>
                      <a:pt x="2560" y="6558"/>
                      <a:pt x="340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93" name="Freeform: Shape 3192">
                <a:extLst>
                  <a:ext uri="{FF2B5EF4-FFF2-40B4-BE49-F238E27FC236}">
                    <a16:creationId xmlns:a16="http://schemas.microsoft.com/office/drawing/2014/main" id="{F64145C0-F0C1-3E06-0A57-2F0B8A24168C}"/>
                  </a:ext>
                </a:extLst>
              </p:cNvPr>
              <p:cNvSpPr/>
              <p:nvPr/>
            </p:nvSpPr>
            <p:spPr>
              <a:xfrm>
                <a:off x="3764143" y="6182446"/>
                <a:ext cx="6343" cy="6345"/>
              </a:xfrm>
              <a:custGeom>
                <a:avLst/>
                <a:gdLst>
                  <a:gd name="connsiteX0" fmla="*/ 3401 w 6343"/>
                  <a:gd name="connsiteY0" fmla="*/ 6558 h 6345"/>
                  <a:gd name="connsiteX1" fmla="*/ 5644 w 6343"/>
                  <a:gd name="connsiteY1" fmla="*/ 5629 h 6345"/>
                  <a:gd name="connsiteX2" fmla="*/ 6573 w 6343"/>
                  <a:gd name="connsiteY2" fmla="*/ 3386 h 6345"/>
                  <a:gd name="connsiteX3" fmla="*/ 5644 w 6343"/>
                  <a:gd name="connsiteY3" fmla="*/ 1142 h 6345"/>
                  <a:gd name="connsiteX4" fmla="*/ 3401 w 6343"/>
                  <a:gd name="connsiteY4" fmla="*/ 213 h 6345"/>
                  <a:gd name="connsiteX5" fmla="*/ 1158 w 6343"/>
                  <a:gd name="connsiteY5" fmla="*/ 1142 h 6345"/>
                  <a:gd name="connsiteX6" fmla="*/ 230 w 6343"/>
                  <a:gd name="connsiteY6" fmla="*/ 3386 h 6345"/>
                  <a:gd name="connsiteX7" fmla="*/ 1158 w 6343"/>
                  <a:gd name="connsiteY7" fmla="*/ 5629 h 6345"/>
                  <a:gd name="connsiteX8" fmla="*/ 340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8"/>
                    </a:moveTo>
                    <a:cubicBezTo>
                      <a:pt x="4242" y="6558"/>
                      <a:pt x="5049" y="6224"/>
                      <a:pt x="5644" y="5629"/>
                    </a:cubicBezTo>
                    <a:cubicBezTo>
                      <a:pt x="6238" y="5034"/>
                      <a:pt x="6573" y="4227"/>
                      <a:pt x="6573" y="3386"/>
                    </a:cubicBezTo>
                    <a:cubicBezTo>
                      <a:pt x="6573" y="2544"/>
                      <a:pt x="6238" y="1737"/>
                      <a:pt x="5644" y="1142"/>
                    </a:cubicBezTo>
                    <a:cubicBezTo>
                      <a:pt x="5049" y="547"/>
                      <a:pt x="4242" y="213"/>
                      <a:pt x="3401" y="213"/>
                    </a:cubicBezTo>
                    <a:cubicBezTo>
                      <a:pt x="2560" y="213"/>
                      <a:pt x="1753" y="547"/>
                      <a:pt x="1158" y="1142"/>
                    </a:cubicBezTo>
                    <a:cubicBezTo>
                      <a:pt x="564" y="1737"/>
                      <a:pt x="230" y="2544"/>
                      <a:pt x="230" y="3386"/>
                    </a:cubicBezTo>
                    <a:cubicBezTo>
                      <a:pt x="230" y="4227"/>
                      <a:pt x="564" y="5034"/>
                      <a:pt x="1158" y="5629"/>
                    </a:cubicBezTo>
                    <a:cubicBezTo>
                      <a:pt x="1753" y="6224"/>
                      <a:pt x="2560" y="6558"/>
                      <a:pt x="340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94" name="Freeform: Shape 3193">
                <a:extLst>
                  <a:ext uri="{FF2B5EF4-FFF2-40B4-BE49-F238E27FC236}">
                    <a16:creationId xmlns:a16="http://schemas.microsoft.com/office/drawing/2014/main" id="{D8F5C238-15A5-DFBD-B625-8B70FF39720F}"/>
                  </a:ext>
                </a:extLst>
              </p:cNvPr>
              <p:cNvSpPr/>
              <p:nvPr/>
            </p:nvSpPr>
            <p:spPr>
              <a:xfrm>
                <a:off x="3760907" y="6183753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3 w 6343"/>
                  <a:gd name="connsiteY1" fmla="*/ 5629 h 6345"/>
                  <a:gd name="connsiteX2" fmla="*/ 6572 w 6343"/>
                  <a:gd name="connsiteY2" fmla="*/ 3386 h 6345"/>
                  <a:gd name="connsiteX3" fmla="*/ 5643 w 6343"/>
                  <a:gd name="connsiteY3" fmla="*/ 1142 h 6345"/>
                  <a:gd name="connsiteX4" fmla="*/ 3401 w 6343"/>
                  <a:gd name="connsiteY4" fmla="*/ 213 h 6345"/>
                  <a:gd name="connsiteX5" fmla="*/ 1158 w 6343"/>
                  <a:gd name="connsiteY5" fmla="*/ 1142 h 6345"/>
                  <a:gd name="connsiteX6" fmla="*/ 229 w 6343"/>
                  <a:gd name="connsiteY6" fmla="*/ 3386 h 6345"/>
                  <a:gd name="connsiteX7" fmla="*/ 1158 w 6343"/>
                  <a:gd name="connsiteY7" fmla="*/ 5629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4"/>
                      <a:pt x="5643" y="5629"/>
                    </a:cubicBezTo>
                    <a:cubicBezTo>
                      <a:pt x="6238" y="5034"/>
                      <a:pt x="6572" y="4227"/>
                      <a:pt x="6572" y="3386"/>
                    </a:cubicBezTo>
                    <a:cubicBezTo>
                      <a:pt x="6572" y="2544"/>
                      <a:pt x="6238" y="1737"/>
                      <a:pt x="5643" y="1142"/>
                    </a:cubicBezTo>
                    <a:cubicBezTo>
                      <a:pt x="5049" y="547"/>
                      <a:pt x="4242" y="213"/>
                      <a:pt x="3401" y="213"/>
                    </a:cubicBezTo>
                    <a:cubicBezTo>
                      <a:pt x="2560" y="213"/>
                      <a:pt x="1753" y="547"/>
                      <a:pt x="1158" y="1142"/>
                    </a:cubicBezTo>
                    <a:cubicBezTo>
                      <a:pt x="563" y="1737"/>
                      <a:pt x="229" y="2544"/>
                      <a:pt x="229" y="3386"/>
                    </a:cubicBezTo>
                    <a:cubicBezTo>
                      <a:pt x="229" y="4227"/>
                      <a:pt x="563" y="5034"/>
                      <a:pt x="1158" y="5629"/>
                    </a:cubicBezTo>
                    <a:cubicBezTo>
                      <a:pt x="1753" y="6224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95" name="Freeform: Shape 3194">
                <a:extLst>
                  <a:ext uri="{FF2B5EF4-FFF2-40B4-BE49-F238E27FC236}">
                    <a16:creationId xmlns:a16="http://schemas.microsoft.com/office/drawing/2014/main" id="{21FFC83C-5559-F45F-35F1-43C26316ED84}"/>
                  </a:ext>
                </a:extLst>
              </p:cNvPr>
              <p:cNvSpPr/>
              <p:nvPr/>
            </p:nvSpPr>
            <p:spPr>
              <a:xfrm>
                <a:off x="3757154" y="6186973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3 w 6343"/>
                  <a:gd name="connsiteY1" fmla="*/ 5629 h 6345"/>
                  <a:gd name="connsiteX2" fmla="*/ 6572 w 6343"/>
                  <a:gd name="connsiteY2" fmla="*/ 3386 h 6345"/>
                  <a:gd name="connsiteX3" fmla="*/ 5643 w 6343"/>
                  <a:gd name="connsiteY3" fmla="*/ 1143 h 6345"/>
                  <a:gd name="connsiteX4" fmla="*/ 3401 w 6343"/>
                  <a:gd name="connsiteY4" fmla="*/ 213 h 6345"/>
                  <a:gd name="connsiteX5" fmla="*/ 1158 w 6343"/>
                  <a:gd name="connsiteY5" fmla="*/ 1143 h 6345"/>
                  <a:gd name="connsiteX6" fmla="*/ 229 w 6343"/>
                  <a:gd name="connsiteY6" fmla="*/ 3386 h 6345"/>
                  <a:gd name="connsiteX7" fmla="*/ 1158 w 6343"/>
                  <a:gd name="connsiteY7" fmla="*/ 5629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8" y="6224"/>
                      <a:pt x="5643" y="5629"/>
                    </a:cubicBezTo>
                    <a:cubicBezTo>
                      <a:pt x="6238" y="5035"/>
                      <a:pt x="6572" y="4227"/>
                      <a:pt x="6572" y="3386"/>
                    </a:cubicBezTo>
                    <a:cubicBezTo>
                      <a:pt x="6572" y="2545"/>
                      <a:pt x="6238" y="1738"/>
                      <a:pt x="5643" y="1143"/>
                    </a:cubicBezTo>
                    <a:cubicBezTo>
                      <a:pt x="5048" y="548"/>
                      <a:pt x="4242" y="213"/>
                      <a:pt x="3401" y="213"/>
                    </a:cubicBezTo>
                    <a:cubicBezTo>
                      <a:pt x="2559" y="213"/>
                      <a:pt x="1753" y="548"/>
                      <a:pt x="1158" y="1143"/>
                    </a:cubicBezTo>
                    <a:cubicBezTo>
                      <a:pt x="563" y="1738"/>
                      <a:pt x="229" y="2545"/>
                      <a:pt x="229" y="3386"/>
                    </a:cubicBezTo>
                    <a:cubicBezTo>
                      <a:pt x="229" y="4227"/>
                      <a:pt x="563" y="5035"/>
                      <a:pt x="1158" y="5629"/>
                    </a:cubicBezTo>
                    <a:cubicBezTo>
                      <a:pt x="1753" y="6224"/>
                      <a:pt x="2559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96" name="Freeform: Shape 3195">
                <a:extLst>
                  <a:ext uri="{FF2B5EF4-FFF2-40B4-BE49-F238E27FC236}">
                    <a16:creationId xmlns:a16="http://schemas.microsoft.com/office/drawing/2014/main" id="{9AD277DD-6A6C-357E-7034-B5E7C4BB9F6B}"/>
                  </a:ext>
                </a:extLst>
              </p:cNvPr>
              <p:cNvSpPr/>
              <p:nvPr/>
            </p:nvSpPr>
            <p:spPr>
              <a:xfrm>
                <a:off x="3753878" y="6188185"/>
                <a:ext cx="6343" cy="6345"/>
              </a:xfrm>
              <a:custGeom>
                <a:avLst/>
                <a:gdLst>
                  <a:gd name="connsiteX0" fmla="*/ 3400 w 6343"/>
                  <a:gd name="connsiteY0" fmla="*/ 6559 h 6345"/>
                  <a:gd name="connsiteX1" fmla="*/ 5643 w 6343"/>
                  <a:gd name="connsiteY1" fmla="*/ 5630 h 6345"/>
                  <a:gd name="connsiteX2" fmla="*/ 6572 w 6343"/>
                  <a:gd name="connsiteY2" fmla="*/ 3386 h 6345"/>
                  <a:gd name="connsiteX3" fmla="*/ 5643 w 6343"/>
                  <a:gd name="connsiteY3" fmla="*/ 1143 h 6345"/>
                  <a:gd name="connsiteX4" fmla="*/ 3400 w 6343"/>
                  <a:gd name="connsiteY4" fmla="*/ 213 h 6345"/>
                  <a:gd name="connsiteX5" fmla="*/ 1158 w 6343"/>
                  <a:gd name="connsiteY5" fmla="*/ 1143 h 6345"/>
                  <a:gd name="connsiteX6" fmla="*/ 229 w 6343"/>
                  <a:gd name="connsiteY6" fmla="*/ 3386 h 6345"/>
                  <a:gd name="connsiteX7" fmla="*/ 1158 w 6343"/>
                  <a:gd name="connsiteY7" fmla="*/ 5630 h 6345"/>
                  <a:gd name="connsiteX8" fmla="*/ 340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59"/>
                    </a:moveTo>
                    <a:cubicBezTo>
                      <a:pt x="4241" y="6559"/>
                      <a:pt x="5048" y="6225"/>
                      <a:pt x="5643" y="5630"/>
                    </a:cubicBezTo>
                    <a:cubicBezTo>
                      <a:pt x="6238" y="5035"/>
                      <a:pt x="6572" y="4228"/>
                      <a:pt x="6572" y="3386"/>
                    </a:cubicBezTo>
                    <a:cubicBezTo>
                      <a:pt x="6572" y="2545"/>
                      <a:pt x="6238" y="1738"/>
                      <a:pt x="5643" y="1143"/>
                    </a:cubicBezTo>
                    <a:cubicBezTo>
                      <a:pt x="5048" y="548"/>
                      <a:pt x="4241" y="213"/>
                      <a:pt x="3400" y="213"/>
                    </a:cubicBezTo>
                    <a:cubicBezTo>
                      <a:pt x="2559" y="213"/>
                      <a:pt x="1752" y="548"/>
                      <a:pt x="1158" y="1143"/>
                    </a:cubicBezTo>
                    <a:cubicBezTo>
                      <a:pt x="563" y="1738"/>
                      <a:pt x="229" y="2545"/>
                      <a:pt x="229" y="3386"/>
                    </a:cubicBezTo>
                    <a:cubicBezTo>
                      <a:pt x="229" y="4228"/>
                      <a:pt x="563" y="5035"/>
                      <a:pt x="1158" y="5630"/>
                    </a:cubicBezTo>
                    <a:cubicBezTo>
                      <a:pt x="1752" y="6225"/>
                      <a:pt x="2559" y="6559"/>
                      <a:pt x="340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97" name="Freeform: Shape 3196">
                <a:extLst>
                  <a:ext uri="{FF2B5EF4-FFF2-40B4-BE49-F238E27FC236}">
                    <a16:creationId xmlns:a16="http://schemas.microsoft.com/office/drawing/2014/main" id="{5847FC2C-8810-D4C2-9D73-8A0F84A638BB}"/>
                  </a:ext>
                </a:extLst>
              </p:cNvPr>
              <p:cNvSpPr/>
              <p:nvPr/>
            </p:nvSpPr>
            <p:spPr>
              <a:xfrm>
                <a:off x="3750869" y="6188317"/>
                <a:ext cx="6343" cy="6345"/>
              </a:xfrm>
              <a:custGeom>
                <a:avLst/>
                <a:gdLst>
                  <a:gd name="connsiteX0" fmla="*/ 3400 w 6343"/>
                  <a:gd name="connsiteY0" fmla="*/ 6559 h 6345"/>
                  <a:gd name="connsiteX1" fmla="*/ 5643 w 6343"/>
                  <a:gd name="connsiteY1" fmla="*/ 5630 h 6345"/>
                  <a:gd name="connsiteX2" fmla="*/ 6572 w 6343"/>
                  <a:gd name="connsiteY2" fmla="*/ 3386 h 6345"/>
                  <a:gd name="connsiteX3" fmla="*/ 5643 w 6343"/>
                  <a:gd name="connsiteY3" fmla="*/ 1143 h 6345"/>
                  <a:gd name="connsiteX4" fmla="*/ 3400 w 6343"/>
                  <a:gd name="connsiteY4" fmla="*/ 213 h 6345"/>
                  <a:gd name="connsiteX5" fmla="*/ 1157 w 6343"/>
                  <a:gd name="connsiteY5" fmla="*/ 1143 h 6345"/>
                  <a:gd name="connsiteX6" fmla="*/ 228 w 6343"/>
                  <a:gd name="connsiteY6" fmla="*/ 3386 h 6345"/>
                  <a:gd name="connsiteX7" fmla="*/ 1157 w 6343"/>
                  <a:gd name="connsiteY7" fmla="*/ 5630 h 6345"/>
                  <a:gd name="connsiteX8" fmla="*/ 340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59"/>
                    </a:moveTo>
                    <a:cubicBezTo>
                      <a:pt x="4241" y="6559"/>
                      <a:pt x="5048" y="6225"/>
                      <a:pt x="5643" y="5630"/>
                    </a:cubicBezTo>
                    <a:cubicBezTo>
                      <a:pt x="6237" y="5035"/>
                      <a:pt x="6572" y="4228"/>
                      <a:pt x="6572" y="3386"/>
                    </a:cubicBezTo>
                    <a:cubicBezTo>
                      <a:pt x="6572" y="2545"/>
                      <a:pt x="6237" y="1738"/>
                      <a:pt x="5643" y="1143"/>
                    </a:cubicBezTo>
                    <a:cubicBezTo>
                      <a:pt x="5048" y="548"/>
                      <a:pt x="4241" y="213"/>
                      <a:pt x="3400" y="213"/>
                    </a:cubicBezTo>
                    <a:cubicBezTo>
                      <a:pt x="2559" y="213"/>
                      <a:pt x="1752" y="548"/>
                      <a:pt x="1157" y="1143"/>
                    </a:cubicBezTo>
                    <a:cubicBezTo>
                      <a:pt x="563" y="1738"/>
                      <a:pt x="228" y="2545"/>
                      <a:pt x="228" y="3386"/>
                    </a:cubicBezTo>
                    <a:cubicBezTo>
                      <a:pt x="228" y="4228"/>
                      <a:pt x="563" y="5035"/>
                      <a:pt x="1157" y="5630"/>
                    </a:cubicBezTo>
                    <a:cubicBezTo>
                      <a:pt x="1752" y="6225"/>
                      <a:pt x="2559" y="6559"/>
                      <a:pt x="340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98" name="Freeform: Shape 3197">
                <a:extLst>
                  <a:ext uri="{FF2B5EF4-FFF2-40B4-BE49-F238E27FC236}">
                    <a16:creationId xmlns:a16="http://schemas.microsoft.com/office/drawing/2014/main" id="{42309FEB-0710-DE6E-D6FF-530F8346B3FE}"/>
                  </a:ext>
                </a:extLst>
              </p:cNvPr>
              <p:cNvSpPr/>
              <p:nvPr/>
            </p:nvSpPr>
            <p:spPr>
              <a:xfrm>
                <a:off x="3747219" y="6190722"/>
                <a:ext cx="6343" cy="6345"/>
              </a:xfrm>
              <a:custGeom>
                <a:avLst/>
                <a:gdLst>
                  <a:gd name="connsiteX0" fmla="*/ 3400 w 6343"/>
                  <a:gd name="connsiteY0" fmla="*/ 6559 h 6345"/>
                  <a:gd name="connsiteX1" fmla="*/ 5642 w 6343"/>
                  <a:gd name="connsiteY1" fmla="*/ 5630 h 6345"/>
                  <a:gd name="connsiteX2" fmla="*/ 6571 w 6343"/>
                  <a:gd name="connsiteY2" fmla="*/ 3386 h 6345"/>
                  <a:gd name="connsiteX3" fmla="*/ 5642 w 6343"/>
                  <a:gd name="connsiteY3" fmla="*/ 1143 h 6345"/>
                  <a:gd name="connsiteX4" fmla="*/ 3400 w 6343"/>
                  <a:gd name="connsiteY4" fmla="*/ 214 h 6345"/>
                  <a:gd name="connsiteX5" fmla="*/ 1157 w 6343"/>
                  <a:gd name="connsiteY5" fmla="*/ 1143 h 6345"/>
                  <a:gd name="connsiteX6" fmla="*/ 228 w 6343"/>
                  <a:gd name="connsiteY6" fmla="*/ 3386 h 6345"/>
                  <a:gd name="connsiteX7" fmla="*/ 1157 w 6343"/>
                  <a:gd name="connsiteY7" fmla="*/ 5630 h 6345"/>
                  <a:gd name="connsiteX8" fmla="*/ 340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59"/>
                    </a:moveTo>
                    <a:cubicBezTo>
                      <a:pt x="4241" y="6559"/>
                      <a:pt x="5048" y="6225"/>
                      <a:pt x="5642" y="5630"/>
                    </a:cubicBezTo>
                    <a:cubicBezTo>
                      <a:pt x="6237" y="5035"/>
                      <a:pt x="6571" y="4228"/>
                      <a:pt x="6571" y="3386"/>
                    </a:cubicBezTo>
                    <a:cubicBezTo>
                      <a:pt x="6571" y="2545"/>
                      <a:pt x="6237" y="1738"/>
                      <a:pt x="5642" y="1143"/>
                    </a:cubicBezTo>
                    <a:cubicBezTo>
                      <a:pt x="5048" y="548"/>
                      <a:pt x="4241" y="214"/>
                      <a:pt x="3400" y="214"/>
                    </a:cubicBezTo>
                    <a:cubicBezTo>
                      <a:pt x="2559" y="214"/>
                      <a:pt x="1752" y="548"/>
                      <a:pt x="1157" y="1143"/>
                    </a:cubicBezTo>
                    <a:cubicBezTo>
                      <a:pt x="562" y="1738"/>
                      <a:pt x="228" y="2545"/>
                      <a:pt x="228" y="3386"/>
                    </a:cubicBezTo>
                    <a:cubicBezTo>
                      <a:pt x="228" y="4228"/>
                      <a:pt x="562" y="5035"/>
                      <a:pt x="1157" y="5630"/>
                    </a:cubicBezTo>
                    <a:cubicBezTo>
                      <a:pt x="1752" y="6225"/>
                      <a:pt x="2559" y="6559"/>
                      <a:pt x="340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99" name="Freeform: Shape 3198">
                <a:extLst>
                  <a:ext uri="{FF2B5EF4-FFF2-40B4-BE49-F238E27FC236}">
                    <a16:creationId xmlns:a16="http://schemas.microsoft.com/office/drawing/2014/main" id="{990BF4FA-9B5E-20CC-4773-47B4C591FAA0}"/>
                  </a:ext>
                </a:extLst>
              </p:cNvPr>
              <p:cNvSpPr/>
              <p:nvPr/>
            </p:nvSpPr>
            <p:spPr>
              <a:xfrm>
                <a:off x="3649529" y="6506882"/>
                <a:ext cx="6343" cy="6345"/>
              </a:xfrm>
              <a:custGeom>
                <a:avLst/>
                <a:gdLst>
                  <a:gd name="connsiteX0" fmla="*/ 3392 w 6343"/>
                  <a:gd name="connsiteY0" fmla="*/ 6584 h 6345"/>
                  <a:gd name="connsiteX1" fmla="*/ 5635 w 6343"/>
                  <a:gd name="connsiteY1" fmla="*/ 5655 h 6345"/>
                  <a:gd name="connsiteX2" fmla="*/ 6564 w 6343"/>
                  <a:gd name="connsiteY2" fmla="*/ 3411 h 6345"/>
                  <a:gd name="connsiteX3" fmla="*/ 5635 w 6343"/>
                  <a:gd name="connsiteY3" fmla="*/ 1168 h 6345"/>
                  <a:gd name="connsiteX4" fmla="*/ 3392 w 6343"/>
                  <a:gd name="connsiteY4" fmla="*/ 239 h 6345"/>
                  <a:gd name="connsiteX5" fmla="*/ 1149 w 6343"/>
                  <a:gd name="connsiteY5" fmla="*/ 1168 h 6345"/>
                  <a:gd name="connsiteX6" fmla="*/ 221 w 6343"/>
                  <a:gd name="connsiteY6" fmla="*/ 3411 h 6345"/>
                  <a:gd name="connsiteX7" fmla="*/ 1149 w 6343"/>
                  <a:gd name="connsiteY7" fmla="*/ 5655 h 6345"/>
                  <a:gd name="connsiteX8" fmla="*/ 3392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84"/>
                    </a:moveTo>
                    <a:cubicBezTo>
                      <a:pt x="4233" y="6584"/>
                      <a:pt x="5040" y="6250"/>
                      <a:pt x="5635" y="5655"/>
                    </a:cubicBezTo>
                    <a:cubicBezTo>
                      <a:pt x="6229" y="5060"/>
                      <a:pt x="6564" y="4253"/>
                      <a:pt x="6564" y="3411"/>
                    </a:cubicBezTo>
                    <a:cubicBezTo>
                      <a:pt x="6564" y="2570"/>
                      <a:pt x="6229" y="1763"/>
                      <a:pt x="5635" y="1168"/>
                    </a:cubicBezTo>
                    <a:cubicBezTo>
                      <a:pt x="5040" y="573"/>
                      <a:pt x="4233" y="239"/>
                      <a:pt x="3392" y="239"/>
                    </a:cubicBezTo>
                    <a:cubicBezTo>
                      <a:pt x="2551" y="239"/>
                      <a:pt x="1744" y="573"/>
                      <a:pt x="1149" y="1168"/>
                    </a:cubicBezTo>
                    <a:cubicBezTo>
                      <a:pt x="555" y="1763"/>
                      <a:pt x="221" y="2570"/>
                      <a:pt x="221" y="3411"/>
                    </a:cubicBezTo>
                    <a:cubicBezTo>
                      <a:pt x="221" y="4253"/>
                      <a:pt x="555" y="5060"/>
                      <a:pt x="1149" y="5655"/>
                    </a:cubicBezTo>
                    <a:cubicBezTo>
                      <a:pt x="1744" y="6250"/>
                      <a:pt x="2551" y="6584"/>
                      <a:pt x="3392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00" name="Freeform: Shape 3199">
                <a:extLst>
                  <a:ext uri="{FF2B5EF4-FFF2-40B4-BE49-F238E27FC236}">
                    <a16:creationId xmlns:a16="http://schemas.microsoft.com/office/drawing/2014/main" id="{B602FF0C-58B0-4112-DE46-4D9A37FA65CB}"/>
                  </a:ext>
                </a:extLst>
              </p:cNvPr>
              <p:cNvSpPr/>
              <p:nvPr/>
            </p:nvSpPr>
            <p:spPr>
              <a:xfrm>
                <a:off x="3645627" y="6502713"/>
                <a:ext cx="6343" cy="6345"/>
              </a:xfrm>
              <a:custGeom>
                <a:avLst/>
                <a:gdLst>
                  <a:gd name="connsiteX0" fmla="*/ 3392 w 6343"/>
                  <a:gd name="connsiteY0" fmla="*/ 6584 h 6345"/>
                  <a:gd name="connsiteX1" fmla="*/ 5634 w 6343"/>
                  <a:gd name="connsiteY1" fmla="*/ 5654 h 6345"/>
                  <a:gd name="connsiteX2" fmla="*/ 6563 w 6343"/>
                  <a:gd name="connsiteY2" fmla="*/ 3411 h 6345"/>
                  <a:gd name="connsiteX3" fmla="*/ 5634 w 6343"/>
                  <a:gd name="connsiteY3" fmla="*/ 1167 h 6345"/>
                  <a:gd name="connsiteX4" fmla="*/ 3392 w 6343"/>
                  <a:gd name="connsiteY4" fmla="*/ 238 h 6345"/>
                  <a:gd name="connsiteX5" fmla="*/ 1149 w 6343"/>
                  <a:gd name="connsiteY5" fmla="*/ 1167 h 6345"/>
                  <a:gd name="connsiteX6" fmla="*/ 220 w 6343"/>
                  <a:gd name="connsiteY6" fmla="*/ 3411 h 6345"/>
                  <a:gd name="connsiteX7" fmla="*/ 1149 w 6343"/>
                  <a:gd name="connsiteY7" fmla="*/ 5654 h 6345"/>
                  <a:gd name="connsiteX8" fmla="*/ 3392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84"/>
                    </a:moveTo>
                    <a:cubicBezTo>
                      <a:pt x="4233" y="6584"/>
                      <a:pt x="5040" y="6249"/>
                      <a:pt x="5634" y="5654"/>
                    </a:cubicBezTo>
                    <a:cubicBezTo>
                      <a:pt x="6229" y="5059"/>
                      <a:pt x="6563" y="4252"/>
                      <a:pt x="6563" y="3411"/>
                    </a:cubicBezTo>
                    <a:cubicBezTo>
                      <a:pt x="6563" y="2570"/>
                      <a:pt x="6229" y="1762"/>
                      <a:pt x="5634" y="1167"/>
                    </a:cubicBezTo>
                    <a:cubicBezTo>
                      <a:pt x="5040" y="573"/>
                      <a:pt x="4233" y="238"/>
                      <a:pt x="3392" y="238"/>
                    </a:cubicBezTo>
                    <a:cubicBezTo>
                      <a:pt x="2551" y="238"/>
                      <a:pt x="1744" y="573"/>
                      <a:pt x="1149" y="1167"/>
                    </a:cubicBezTo>
                    <a:cubicBezTo>
                      <a:pt x="554" y="1762"/>
                      <a:pt x="220" y="2570"/>
                      <a:pt x="220" y="3411"/>
                    </a:cubicBezTo>
                    <a:cubicBezTo>
                      <a:pt x="220" y="4252"/>
                      <a:pt x="554" y="5059"/>
                      <a:pt x="1149" y="5654"/>
                    </a:cubicBezTo>
                    <a:cubicBezTo>
                      <a:pt x="1744" y="6249"/>
                      <a:pt x="2551" y="6584"/>
                      <a:pt x="3392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01" name="Freeform: Shape 3200">
                <a:extLst>
                  <a:ext uri="{FF2B5EF4-FFF2-40B4-BE49-F238E27FC236}">
                    <a16:creationId xmlns:a16="http://schemas.microsoft.com/office/drawing/2014/main" id="{F677BF0E-D9F4-F7D8-542D-6FD8A753B66A}"/>
                  </a:ext>
                </a:extLst>
              </p:cNvPr>
              <p:cNvSpPr/>
              <p:nvPr/>
            </p:nvSpPr>
            <p:spPr>
              <a:xfrm>
                <a:off x="3638552" y="6509133"/>
                <a:ext cx="6343" cy="6345"/>
              </a:xfrm>
              <a:custGeom>
                <a:avLst/>
                <a:gdLst>
                  <a:gd name="connsiteX0" fmla="*/ 3391 w 6343"/>
                  <a:gd name="connsiteY0" fmla="*/ 6584 h 6345"/>
                  <a:gd name="connsiteX1" fmla="*/ 5634 w 6343"/>
                  <a:gd name="connsiteY1" fmla="*/ 5655 h 6345"/>
                  <a:gd name="connsiteX2" fmla="*/ 6563 w 6343"/>
                  <a:gd name="connsiteY2" fmla="*/ 3411 h 6345"/>
                  <a:gd name="connsiteX3" fmla="*/ 5634 w 6343"/>
                  <a:gd name="connsiteY3" fmla="*/ 1168 h 6345"/>
                  <a:gd name="connsiteX4" fmla="*/ 3391 w 6343"/>
                  <a:gd name="connsiteY4" fmla="*/ 239 h 6345"/>
                  <a:gd name="connsiteX5" fmla="*/ 1149 w 6343"/>
                  <a:gd name="connsiteY5" fmla="*/ 1168 h 6345"/>
                  <a:gd name="connsiteX6" fmla="*/ 220 w 6343"/>
                  <a:gd name="connsiteY6" fmla="*/ 3411 h 6345"/>
                  <a:gd name="connsiteX7" fmla="*/ 1149 w 6343"/>
                  <a:gd name="connsiteY7" fmla="*/ 5655 h 6345"/>
                  <a:gd name="connsiteX8" fmla="*/ 3391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84"/>
                    </a:moveTo>
                    <a:cubicBezTo>
                      <a:pt x="4232" y="6584"/>
                      <a:pt x="5039" y="6250"/>
                      <a:pt x="5634" y="5655"/>
                    </a:cubicBezTo>
                    <a:cubicBezTo>
                      <a:pt x="6229" y="5060"/>
                      <a:pt x="6563" y="4253"/>
                      <a:pt x="6563" y="3411"/>
                    </a:cubicBezTo>
                    <a:cubicBezTo>
                      <a:pt x="6563" y="2570"/>
                      <a:pt x="6229" y="1763"/>
                      <a:pt x="5634" y="1168"/>
                    </a:cubicBezTo>
                    <a:cubicBezTo>
                      <a:pt x="5039" y="573"/>
                      <a:pt x="4232" y="239"/>
                      <a:pt x="3391" y="239"/>
                    </a:cubicBezTo>
                    <a:cubicBezTo>
                      <a:pt x="2550" y="239"/>
                      <a:pt x="1743" y="573"/>
                      <a:pt x="1149" y="1168"/>
                    </a:cubicBezTo>
                    <a:cubicBezTo>
                      <a:pt x="554" y="1763"/>
                      <a:pt x="220" y="2570"/>
                      <a:pt x="220" y="3411"/>
                    </a:cubicBezTo>
                    <a:cubicBezTo>
                      <a:pt x="220" y="4253"/>
                      <a:pt x="554" y="5060"/>
                      <a:pt x="1149" y="5655"/>
                    </a:cubicBezTo>
                    <a:cubicBezTo>
                      <a:pt x="1743" y="6250"/>
                      <a:pt x="2550" y="6584"/>
                      <a:pt x="3391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02" name="Freeform: Shape 3201">
                <a:extLst>
                  <a:ext uri="{FF2B5EF4-FFF2-40B4-BE49-F238E27FC236}">
                    <a16:creationId xmlns:a16="http://schemas.microsoft.com/office/drawing/2014/main" id="{50F0B479-1CBA-0634-3ED1-90AF33746BA9}"/>
                  </a:ext>
                </a:extLst>
              </p:cNvPr>
              <p:cNvSpPr/>
              <p:nvPr/>
            </p:nvSpPr>
            <p:spPr>
              <a:xfrm>
                <a:off x="3605061" y="6564340"/>
                <a:ext cx="6343" cy="6345"/>
              </a:xfrm>
              <a:custGeom>
                <a:avLst/>
                <a:gdLst>
                  <a:gd name="connsiteX0" fmla="*/ 3389 w 6343"/>
                  <a:gd name="connsiteY0" fmla="*/ 6588 h 6345"/>
                  <a:gd name="connsiteX1" fmla="*/ 5631 w 6343"/>
                  <a:gd name="connsiteY1" fmla="*/ 5659 h 6345"/>
                  <a:gd name="connsiteX2" fmla="*/ 6560 w 6343"/>
                  <a:gd name="connsiteY2" fmla="*/ 3416 h 6345"/>
                  <a:gd name="connsiteX3" fmla="*/ 5631 w 6343"/>
                  <a:gd name="connsiteY3" fmla="*/ 1172 h 6345"/>
                  <a:gd name="connsiteX4" fmla="*/ 3389 w 6343"/>
                  <a:gd name="connsiteY4" fmla="*/ 243 h 6345"/>
                  <a:gd name="connsiteX5" fmla="*/ 1146 w 6343"/>
                  <a:gd name="connsiteY5" fmla="*/ 1172 h 6345"/>
                  <a:gd name="connsiteX6" fmla="*/ 217 w 6343"/>
                  <a:gd name="connsiteY6" fmla="*/ 3416 h 6345"/>
                  <a:gd name="connsiteX7" fmla="*/ 1146 w 6343"/>
                  <a:gd name="connsiteY7" fmla="*/ 5659 h 6345"/>
                  <a:gd name="connsiteX8" fmla="*/ 3389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88"/>
                    </a:moveTo>
                    <a:cubicBezTo>
                      <a:pt x="4230" y="6588"/>
                      <a:pt x="5036" y="6254"/>
                      <a:pt x="5631" y="5659"/>
                    </a:cubicBezTo>
                    <a:cubicBezTo>
                      <a:pt x="6226" y="5064"/>
                      <a:pt x="6560" y="4257"/>
                      <a:pt x="6560" y="3416"/>
                    </a:cubicBezTo>
                    <a:cubicBezTo>
                      <a:pt x="6560" y="2574"/>
                      <a:pt x="6226" y="1767"/>
                      <a:pt x="5631" y="1172"/>
                    </a:cubicBezTo>
                    <a:cubicBezTo>
                      <a:pt x="5036" y="577"/>
                      <a:pt x="4230" y="243"/>
                      <a:pt x="3389" y="243"/>
                    </a:cubicBezTo>
                    <a:cubicBezTo>
                      <a:pt x="2547" y="243"/>
                      <a:pt x="1741" y="577"/>
                      <a:pt x="1146" y="1172"/>
                    </a:cubicBezTo>
                    <a:cubicBezTo>
                      <a:pt x="551" y="1767"/>
                      <a:pt x="217" y="2574"/>
                      <a:pt x="217" y="3416"/>
                    </a:cubicBezTo>
                    <a:cubicBezTo>
                      <a:pt x="217" y="4257"/>
                      <a:pt x="551" y="5064"/>
                      <a:pt x="1146" y="5659"/>
                    </a:cubicBezTo>
                    <a:cubicBezTo>
                      <a:pt x="1741" y="6254"/>
                      <a:pt x="2547" y="6588"/>
                      <a:pt x="3389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03" name="Freeform: Shape 3202">
                <a:extLst>
                  <a:ext uri="{FF2B5EF4-FFF2-40B4-BE49-F238E27FC236}">
                    <a16:creationId xmlns:a16="http://schemas.microsoft.com/office/drawing/2014/main" id="{FBDBF9FE-BCA5-4495-2354-18DE29E97DD7}"/>
                  </a:ext>
                </a:extLst>
              </p:cNvPr>
              <p:cNvSpPr/>
              <p:nvPr/>
            </p:nvSpPr>
            <p:spPr>
              <a:xfrm>
                <a:off x="3594960" y="6560853"/>
                <a:ext cx="6343" cy="6345"/>
              </a:xfrm>
              <a:custGeom>
                <a:avLst/>
                <a:gdLst>
                  <a:gd name="connsiteX0" fmla="*/ 3388 w 6343"/>
                  <a:gd name="connsiteY0" fmla="*/ 6588 h 6345"/>
                  <a:gd name="connsiteX1" fmla="*/ 5630 w 6343"/>
                  <a:gd name="connsiteY1" fmla="*/ 5659 h 6345"/>
                  <a:gd name="connsiteX2" fmla="*/ 6559 w 6343"/>
                  <a:gd name="connsiteY2" fmla="*/ 3416 h 6345"/>
                  <a:gd name="connsiteX3" fmla="*/ 5630 w 6343"/>
                  <a:gd name="connsiteY3" fmla="*/ 1172 h 6345"/>
                  <a:gd name="connsiteX4" fmla="*/ 3388 w 6343"/>
                  <a:gd name="connsiteY4" fmla="*/ 243 h 6345"/>
                  <a:gd name="connsiteX5" fmla="*/ 1145 w 6343"/>
                  <a:gd name="connsiteY5" fmla="*/ 1172 h 6345"/>
                  <a:gd name="connsiteX6" fmla="*/ 216 w 6343"/>
                  <a:gd name="connsiteY6" fmla="*/ 3416 h 6345"/>
                  <a:gd name="connsiteX7" fmla="*/ 1145 w 6343"/>
                  <a:gd name="connsiteY7" fmla="*/ 5659 h 6345"/>
                  <a:gd name="connsiteX8" fmla="*/ 3388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88"/>
                    </a:moveTo>
                    <a:cubicBezTo>
                      <a:pt x="4229" y="6588"/>
                      <a:pt x="5036" y="6254"/>
                      <a:pt x="5630" y="5659"/>
                    </a:cubicBezTo>
                    <a:cubicBezTo>
                      <a:pt x="6225" y="5064"/>
                      <a:pt x="6559" y="4257"/>
                      <a:pt x="6559" y="3416"/>
                    </a:cubicBezTo>
                    <a:cubicBezTo>
                      <a:pt x="6559" y="2574"/>
                      <a:pt x="6225" y="1767"/>
                      <a:pt x="5630" y="1172"/>
                    </a:cubicBezTo>
                    <a:cubicBezTo>
                      <a:pt x="5036" y="577"/>
                      <a:pt x="4229" y="243"/>
                      <a:pt x="3388" y="243"/>
                    </a:cubicBezTo>
                    <a:cubicBezTo>
                      <a:pt x="2547" y="243"/>
                      <a:pt x="1740" y="577"/>
                      <a:pt x="1145" y="1172"/>
                    </a:cubicBezTo>
                    <a:cubicBezTo>
                      <a:pt x="550" y="1767"/>
                      <a:pt x="216" y="2574"/>
                      <a:pt x="216" y="3416"/>
                    </a:cubicBezTo>
                    <a:cubicBezTo>
                      <a:pt x="216" y="4257"/>
                      <a:pt x="550" y="5064"/>
                      <a:pt x="1145" y="5659"/>
                    </a:cubicBezTo>
                    <a:cubicBezTo>
                      <a:pt x="1740" y="6254"/>
                      <a:pt x="2547" y="6588"/>
                      <a:pt x="3388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04" name="Freeform: Shape 3203">
                <a:extLst>
                  <a:ext uri="{FF2B5EF4-FFF2-40B4-BE49-F238E27FC236}">
                    <a16:creationId xmlns:a16="http://schemas.microsoft.com/office/drawing/2014/main" id="{861991A0-0136-333D-A137-E7109D669973}"/>
                  </a:ext>
                </a:extLst>
              </p:cNvPr>
              <p:cNvSpPr/>
              <p:nvPr/>
            </p:nvSpPr>
            <p:spPr>
              <a:xfrm>
                <a:off x="3588821" y="6562279"/>
                <a:ext cx="6343" cy="6345"/>
              </a:xfrm>
              <a:custGeom>
                <a:avLst/>
                <a:gdLst>
                  <a:gd name="connsiteX0" fmla="*/ 3387 w 6343"/>
                  <a:gd name="connsiteY0" fmla="*/ 6588 h 6345"/>
                  <a:gd name="connsiteX1" fmla="*/ 5630 w 6343"/>
                  <a:gd name="connsiteY1" fmla="*/ 5659 h 6345"/>
                  <a:gd name="connsiteX2" fmla="*/ 6559 w 6343"/>
                  <a:gd name="connsiteY2" fmla="*/ 3416 h 6345"/>
                  <a:gd name="connsiteX3" fmla="*/ 5630 w 6343"/>
                  <a:gd name="connsiteY3" fmla="*/ 1172 h 6345"/>
                  <a:gd name="connsiteX4" fmla="*/ 3387 w 6343"/>
                  <a:gd name="connsiteY4" fmla="*/ 243 h 6345"/>
                  <a:gd name="connsiteX5" fmla="*/ 1145 w 6343"/>
                  <a:gd name="connsiteY5" fmla="*/ 1172 h 6345"/>
                  <a:gd name="connsiteX6" fmla="*/ 216 w 6343"/>
                  <a:gd name="connsiteY6" fmla="*/ 3416 h 6345"/>
                  <a:gd name="connsiteX7" fmla="*/ 1145 w 6343"/>
                  <a:gd name="connsiteY7" fmla="*/ 5659 h 6345"/>
                  <a:gd name="connsiteX8" fmla="*/ 3387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88"/>
                    </a:moveTo>
                    <a:cubicBezTo>
                      <a:pt x="4228" y="6588"/>
                      <a:pt x="5035" y="6254"/>
                      <a:pt x="5630" y="5659"/>
                    </a:cubicBezTo>
                    <a:cubicBezTo>
                      <a:pt x="6225" y="5064"/>
                      <a:pt x="6559" y="4257"/>
                      <a:pt x="6559" y="3416"/>
                    </a:cubicBezTo>
                    <a:cubicBezTo>
                      <a:pt x="6559" y="2574"/>
                      <a:pt x="6225" y="1767"/>
                      <a:pt x="5630" y="1172"/>
                    </a:cubicBezTo>
                    <a:cubicBezTo>
                      <a:pt x="5035" y="577"/>
                      <a:pt x="4228" y="243"/>
                      <a:pt x="3387" y="243"/>
                    </a:cubicBezTo>
                    <a:cubicBezTo>
                      <a:pt x="2546" y="243"/>
                      <a:pt x="1739" y="577"/>
                      <a:pt x="1145" y="1172"/>
                    </a:cubicBezTo>
                    <a:cubicBezTo>
                      <a:pt x="550" y="1767"/>
                      <a:pt x="216" y="2574"/>
                      <a:pt x="216" y="3416"/>
                    </a:cubicBezTo>
                    <a:cubicBezTo>
                      <a:pt x="216" y="4257"/>
                      <a:pt x="550" y="5064"/>
                      <a:pt x="1145" y="5659"/>
                    </a:cubicBezTo>
                    <a:cubicBezTo>
                      <a:pt x="1739" y="6254"/>
                      <a:pt x="2546" y="6588"/>
                      <a:pt x="3387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05" name="Freeform: Shape 3204">
                <a:extLst>
                  <a:ext uri="{FF2B5EF4-FFF2-40B4-BE49-F238E27FC236}">
                    <a16:creationId xmlns:a16="http://schemas.microsoft.com/office/drawing/2014/main" id="{25EA3EF7-0B51-5E23-600B-9C013480DBE2}"/>
                  </a:ext>
                </a:extLst>
              </p:cNvPr>
              <p:cNvSpPr/>
              <p:nvPr/>
            </p:nvSpPr>
            <p:spPr>
              <a:xfrm>
                <a:off x="3574583" y="6570239"/>
                <a:ext cx="6343" cy="6345"/>
              </a:xfrm>
              <a:custGeom>
                <a:avLst/>
                <a:gdLst>
                  <a:gd name="connsiteX0" fmla="*/ 3386 w 6343"/>
                  <a:gd name="connsiteY0" fmla="*/ 6589 h 6345"/>
                  <a:gd name="connsiteX1" fmla="*/ 5629 w 6343"/>
                  <a:gd name="connsiteY1" fmla="*/ 5660 h 6345"/>
                  <a:gd name="connsiteX2" fmla="*/ 6558 w 6343"/>
                  <a:gd name="connsiteY2" fmla="*/ 3416 h 6345"/>
                  <a:gd name="connsiteX3" fmla="*/ 5629 w 6343"/>
                  <a:gd name="connsiteY3" fmla="*/ 1173 h 6345"/>
                  <a:gd name="connsiteX4" fmla="*/ 3386 w 6343"/>
                  <a:gd name="connsiteY4" fmla="*/ 244 h 6345"/>
                  <a:gd name="connsiteX5" fmla="*/ 1144 w 6343"/>
                  <a:gd name="connsiteY5" fmla="*/ 1173 h 6345"/>
                  <a:gd name="connsiteX6" fmla="*/ 215 w 6343"/>
                  <a:gd name="connsiteY6" fmla="*/ 3416 h 6345"/>
                  <a:gd name="connsiteX7" fmla="*/ 1144 w 6343"/>
                  <a:gd name="connsiteY7" fmla="*/ 5660 h 6345"/>
                  <a:gd name="connsiteX8" fmla="*/ 3386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89"/>
                    </a:moveTo>
                    <a:cubicBezTo>
                      <a:pt x="4227" y="6589"/>
                      <a:pt x="5034" y="6255"/>
                      <a:pt x="5629" y="5660"/>
                    </a:cubicBezTo>
                    <a:cubicBezTo>
                      <a:pt x="6224" y="5065"/>
                      <a:pt x="6558" y="4258"/>
                      <a:pt x="6558" y="3416"/>
                    </a:cubicBezTo>
                    <a:cubicBezTo>
                      <a:pt x="6558" y="2575"/>
                      <a:pt x="6224" y="1768"/>
                      <a:pt x="5629" y="1173"/>
                    </a:cubicBezTo>
                    <a:cubicBezTo>
                      <a:pt x="5034" y="578"/>
                      <a:pt x="4227" y="244"/>
                      <a:pt x="3386" y="244"/>
                    </a:cubicBezTo>
                    <a:cubicBezTo>
                      <a:pt x="2545" y="244"/>
                      <a:pt x="1738" y="578"/>
                      <a:pt x="1144" y="1173"/>
                    </a:cubicBezTo>
                    <a:cubicBezTo>
                      <a:pt x="549" y="1768"/>
                      <a:pt x="215" y="2575"/>
                      <a:pt x="215" y="3416"/>
                    </a:cubicBezTo>
                    <a:cubicBezTo>
                      <a:pt x="215" y="4258"/>
                      <a:pt x="549" y="5065"/>
                      <a:pt x="1144" y="5660"/>
                    </a:cubicBezTo>
                    <a:cubicBezTo>
                      <a:pt x="1738" y="6255"/>
                      <a:pt x="2545" y="6589"/>
                      <a:pt x="3386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06" name="Freeform: Shape 3205">
                <a:extLst>
                  <a:ext uri="{FF2B5EF4-FFF2-40B4-BE49-F238E27FC236}">
                    <a16:creationId xmlns:a16="http://schemas.microsoft.com/office/drawing/2014/main" id="{51252FD1-5A41-5519-90D3-053B15FA78C9}"/>
                  </a:ext>
                </a:extLst>
              </p:cNvPr>
              <p:cNvSpPr/>
              <p:nvPr/>
            </p:nvSpPr>
            <p:spPr>
              <a:xfrm>
                <a:off x="3569502" y="6568302"/>
                <a:ext cx="6343" cy="6345"/>
              </a:xfrm>
              <a:custGeom>
                <a:avLst/>
                <a:gdLst>
                  <a:gd name="connsiteX0" fmla="*/ 3386 w 6343"/>
                  <a:gd name="connsiteY0" fmla="*/ 6589 h 6345"/>
                  <a:gd name="connsiteX1" fmla="*/ 5628 w 6343"/>
                  <a:gd name="connsiteY1" fmla="*/ 5660 h 6345"/>
                  <a:gd name="connsiteX2" fmla="*/ 6557 w 6343"/>
                  <a:gd name="connsiteY2" fmla="*/ 3416 h 6345"/>
                  <a:gd name="connsiteX3" fmla="*/ 5628 w 6343"/>
                  <a:gd name="connsiteY3" fmla="*/ 1173 h 6345"/>
                  <a:gd name="connsiteX4" fmla="*/ 3386 w 6343"/>
                  <a:gd name="connsiteY4" fmla="*/ 243 h 6345"/>
                  <a:gd name="connsiteX5" fmla="*/ 1143 w 6343"/>
                  <a:gd name="connsiteY5" fmla="*/ 1173 h 6345"/>
                  <a:gd name="connsiteX6" fmla="*/ 214 w 6343"/>
                  <a:gd name="connsiteY6" fmla="*/ 3416 h 6345"/>
                  <a:gd name="connsiteX7" fmla="*/ 1143 w 6343"/>
                  <a:gd name="connsiteY7" fmla="*/ 5660 h 6345"/>
                  <a:gd name="connsiteX8" fmla="*/ 3386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89"/>
                    </a:moveTo>
                    <a:cubicBezTo>
                      <a:pt x="4227" y="6589"/>
                      <a:pt x="5034" y="6255"/>
                      <a:pt x="5628" y="5660"/>
                    </a:cubicBezTo>
                    <a:cubicBezTo>
                      <a:pt x="6223" y="5065"/>
                      <a:pt x="6557" y="4258"/>
                      <a:pt x="6557" y="3416"/>
                    </a:cubicBezTo>
                    <a:cubicBezTo>
                      <a:pt x="6557" y="2575"/>
                      <a:pt x="6223" y="1768"/>
                      <a:pt x="5628" y="1173"/>
                    </a:cubicBezTo>
                    <a:cubicBezTo>
                      <a:pt x="5034" y="578"/>
                      <a:pt x="4227" y="243"/>
                      <a:pt x="3386" y="243"/>
                    </a:cubicBezTo>
                    <a:cubicBezTo>
                      <a:pt x="2545" y="243"/>
                      <a:pt x="1738" y="578"/>
                      <a:pt x="1143" y="1173"/>
                    </a:cubicBezTo>
                    <a:cubicBezTo>
                      <a:pt x="548" y="1768"/>
                      <a:pt x="214" y="2575"/>
                      <a:pt x="214" y="3416"/>
                    </a:cubicBezTo>
                    <a:cubicBezTo>
                      <a:pt x="214" y="4258"/>
                      <a:pt x="548" y="5065"/>
                      <a:pt x="1143" y="5660"/>
                    </a:cubicBezTo>
                    <a:cubicBezTo>
                      <a:pt x="1738" y="6255"/>
                      <a:pt x="2545" y="6589"/>
                      <a:pt x="3386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07" name="Freeform: Shape 3206">
                <a:extLst>
                  <a:ext uri="{FF2B5EF4-FFF2-40B4-BE49-F238E27FC236}">
                    <a16:creationId xmlns:a16="http://schemas.microsoft.com/office/drawing/2014/main" id="{8641B44E-9FFF-CAB6-26F5-8684187C9B13}"/>
                  </a:ext>
                </a:extLst>
              </p:cNvPr>
              <p:cNvSpPr/>
              <p:nvPr/>
            </p:nvSpPr>
            <p:spPr>
              <a:xfrm>
                <a:off x="3564119" y="6567181"/>
                <a:ext cx="6343" cy="6345"/>
              </a:xfrm>
              <a:custGeom>
                <a:avLst/>
                <a:gdLst>
                  <a:gd name="connsiteX0" fmla="*/ 3385 w 6343"/>
                  <a:gd name="connsiteY0" fmla="*/ 6589 h 6345"/>
                  <a:gd name="connsiteX1" fmla="*/ 5628 w 6343"/>
                  <a:gd name="connsiteY1" fmla="*/ 5659 h 6345"/>
                  <a:gd name="connsiteX2" fmla="*/ 6557 w 6343"/>
                  <a:gd name="connsiteY2" fmla="*/ 3416 h 6345"/>
                  <a:gd name="connsiteX3" fmla="*/ 5628 w 6343"/>
                  <a:gd name="connsiteY3" fmla="*/ 1173 h 6345"/>
                  <a:gd name="connsiteX4" fmla="*/ 3385 w 6343"/>
                  <a:gd name="connsiteY4" fmla="*/ 243 h 6345"/>
                  <a:gd name="connsiteX5" fmla="*/ 1143 w 6343"/>
                  <a:gd name="connsiteY5" fmla="*/ 1173 h 6345"/>
                  <a:gd name="connsiteX6" fmla="*/ 214 w 6343"/>
                  <a:gd name="connsiteY6" fmla="*/ 3416 h 6345"/>
                  <a:gd name="connsiteX7" fmla="*/ 1143 w 6343"/>
                  <a:gd name="connsiteY7" fmla="*/ 5659 h 6345"/>
                  <a:gd name="connsiteX8" fmla="*/ 3385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89"/>
                    </a:moveTo>
                    <a:cubicBezTo>
                      <a:pt x="4226" y="6589"/>
                      <a:pt x="5033" y="6254"/>
                      <a:pt x="5628" y="5659"/>
                    </a:cubicBezTo>
                    <a:cubicBezTo>
                      <a:pt x="6223" y="5064"/>
                      <a:pt x="6557" y="4257"/>
                      <a:pt x="6557" y="3416"/>
                    </a:cubicBezTo>
                    <a:cubicBezTo>
                      <a:pt x="6557" y="2575"/>
                      <a:pt x="6223" y="1768"/>
                      <a:pt x="5628" y="1173"/>
                    </a:cubicBezTo>
                    <a:cubicBezTo>
                      <a:pt x="5033" y="578"/>
                      <a:pt x="4226" y="243"/>
                      <a:pt x="3385" y="243"/>
                    </a:cubicBezTo>
                    <a:cubicBezTo>
                      <a:pt x="2544" y="243"/>
                      <a:pt x="1737" y="578"/>
                      <a:pt x="1143" y="1173"/>
                    </a:cubicBezTo>
                    <a:cubicBezTo>
                      <a:pt x="548" y="1768"/>
                      <a:pt x="214" y="2575"/>
                      <a:pt x="214" y="3416"/>
                    </a:cubicBezTo>
                    <a:cubicBezTo>
                      <a:pt x="214" y="4257"/>
                      <a:pt x="548" y="5064"/>
                      <a:pt x="1143" y="5659"/>
                    </a:cubicBezTo>
                    <a:cubicBezTo>
                      <a:pt x="1737" y="6254"/>
                      <a:pt x="2544" y="6589"/>
                      <a:pt x="3385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08" name="Freeform: Shape 3207">
                <a:extLst>
                  <a:ext uri="{FF2B5EF4-FFF2-40B4-BE49-F238E27FC236}">
                    <a16:creationId xmlns:a16="http://schemas.microsoft.com/office/drawing/2014/main" id="{5E6F8330-E31B-2877-76A8-9E14D0B3F28C}"/>
                  </a:ext>
                </a:extLst>
              </p:cNvPr>
              <p:cNvSpPr/>
              <p:nvPr/>
            </p:nvSpPr>
            <p:spPr>
              <a:xfrm>
                <a:off x="3558721" y="6566069"/>
                <a:ext cx="6343" cy="6345"/>
              </a:xfrm>
              <a:custGeom>
                <a:avLst/>
                <a:gdLst>
                  <a:gd name="connsiteX0" fmla="*/ 3385 w 6343"/>
                  <a:gd name="connsiteY0" fmla="*/ 6589 h 6345"/>
                  <a:gd name="connsiteX1" fmla="*/ 5628 w 6343"/>
                  <a:gd name="connsiteY1" fmla="*/ 5659 h 6345"/>
                  <a:gd name="connsiteX2" fmla="*/ 6556 w 6343"/>
                  <a:gd name="connsiteY2" fmla="*/ 3416 h 6345"/>
                  <a:gd name="connsiteX3" fmla="*/ 5628 w 6343"/>
                  <a:gd name="connsiteY3" fmla="*/ 1172 h 6345"/>
                  <a:gd name="connsiteX4" fmla="*/ 3385 w 6343"/>
                  <a:gd name="connsiteY4" fmla="*/ 243 h 6345"/>
                  <a:gd name="connsiteX5" fmla="*/ 1142 w 6343"/>
                  <a:gd name="connsiteY5" fmla="*/ 1172 h 6345"/>
                  <a:gd name="connsiteX6" fmla="*/ 213 w 6343"/>
                  <a:gd name="connsiteY6" fmla="*/ 3416 h 6345"/>
                  <a:gd name="connsiteX7" fmla="*/ 1142 w 6343"/>
                  <a:gd name="connsiteY7" fmla="*/ 5659 h 6345"/>
                  <a:gd name="connsiteX8" fmla="*/ 3385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89"/>
                    </a:moveTo>
                    <a:cubicBezTo>
                      <a:pt x="4226" y="6589"/>
                      <a:pt x="5033" y="6254"/>
                      <a:pt x="5628" y="5659"/>
                    </a:cubicBezTo>
                    <a:cubicBezTo>
                      <a:pt x="6222" y="5064"/>
                      <a:pt x="6556" y="4257"/>
                      <a:pt x="6556" y="3416"/>
                    </a:cubicBezTo>
                    <a:cubicBezTo>
                      <a:pt x="6556" y="2575"/>
                      <a:pt x="6222" y="1767"/>
                      <a:pt x="5628" y="1172"/>
                    </a:cubicBezTo>
                    <a:cubicBezTo>
                      <a:pt x="5033" y="578"/>
                      <a:pt x="4226" y="243"/>
                      <a:pt x="3385" y="243"/>
                    </a:cubicBezTo>
                    <a:cubicBezTo>
                      <a:pt x="2544" y="243"/>
                      <a:pt x="1737" y="578"/>
                      <a:pt x="1142" y="1172"/>
                    </a:cubicBezTo>
                    <a:cubicBezTo>
                      <a:pt x="548" y="1767"/>
                      <a:pt x="213" y="2575"/>
                      <a:pt x="213" y="3416"/>
                    </a:cubicBezTo>
                    <a:cubicBezTo>
                      <a:pt x="213" y="4257"/>
                      <a:pt x="548" y="5064"/>
                      <a:pt x="1142" y="5659"/>
                    </a:cubicBezTo>
                    <a:cubicBezTo>
                      <a:pt x="1737" y="6254"/>
                      <a:pt x="2544" y="6589"/>
                      <a:pt x="3385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09" name="Freeform: Shape 3208">
                <a:extLst>
                  <a:ext uri="{FF2B5EF4-FFF2-40B4-BE49-F238E27FC236}">
                    <a16:creationId xmlns:a16="http://schemas.microsoft.com/office/drawing/2014/main" id="{8EA28604-7B7D-AB7B-8838-356A170B4C12}"/>
                  </a:ext>
                </a:extLst>
              </p:cNvPr>
              <p:cNvSpPr/>
              <p:nvPr/>
            </p:nvSpPr>
            <p:spPr>
              <a:xfrm>
                <a:off x="3553256" y="6565101"/>
                <a:ext cx="6343" cy="6345"/>
              </a:xfrm>
              <a:custGeom>
                <a:avLst/>
                <a:gdLst>
                  <a:gd name="connsiteX0" fmla="*/ 3384 w 6343"/>
                  <a:gd name="connsiteY0" fmla="*/ 6589 h 6345"/>
                  <a:gd name="connsiteX1" fmla="*/ 5627 w 6343"/>
                  <a:gd name="connsiteY1" fmla="*/ 5659 h 6345"/>
                  <a:gd name="connsiteX2" fmla="*/ 6556 w 6343"/>
                  <a:gd name="connsiteY2" fmla="*/ 3416 h 6345"/>
                  <a:gd name="connsiteX3" fmla="*/ 5627 w 6343"/>
                  <a:gd name="connsiteY3" fmla="*/ 1172 h 6345"/>
                  <a:gd name="connsiteX4" fmla="*/ 3384 w 6343"/>
                  <a:gd name="connsiteY4" fmla="*/ 243 h 6345"/>
                  <a:gd name="connsiteX5" fmla="*/ 1142 w 6343"/>
                  <a:gd name="connsiteY5" fmla="*/ 1172 h 6345"/>
                  <a:gd name="connsiteX6" fmla="*/ 213 w 6343"/>
                  <a:gd name="connsiteY6" fmla="*/ 3416 h 6345"/>
                  <a:gd name="connsiteX7" fmla="*/ 1142 w 6343"/>
                  <a:gd name="connsiteY7" fmla="*/ 5659 h 6345"/>
                  <a:gd name="connsiteX8" fmla="*/ 3384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89"/>
                    </a:moveTo>
                    <a:cubicBezTo>
                      <a:pt x="4226" y="6589"/>
                      <a:pt x="5032" y="6254"/>
                      <a:pt x="5627" y="5659"/>
                    </a:cubicBezTo>
                    <a:cubicBezTo>
                      <a:pt x="6222" y="5064"/>
                      <a:pt x="6556" y="4257"/>
                      <a:pt x="6556" y="3416"/>
                    </a:cubicBezTo>
                    <a:cubicBezTo>
                      <a:pt x="6556" y="2574"/>
                      <a:pt x="6222" y="1767"/>
                      <a:pt x="5627" y="1172"/>
                    </a:cubicBezTo>
                    <a:cubicBezTo>
                      <a:pt x="5032" y="577"/>
                      <a:pt x="4226" y="243"/>
                      <a:pt x="3384" y="243"/>
                    </a:cubicBezTo>
                    <a:cubicBezTo>
                      <a:pt x="2543" y="243"/>
                      <a:pt x="1737" y="577"/>
                      <a:pt x="1142" y="1172"/>
                    </a:cubicBezTo>
                    <a:cubicBezTo>
                      <a:pt x="547" y="1767"/>
                      <a:pt x="213" y="2574"/>
                      <a:pt x="213" y="3416"/>
                    </a:cubicBezTo>
                    <a:cubicBezTo>
                      <a:pt x="213" y="4257"/>
                      <a:pt x="547" y="5064"/>
                      <a:pt x="1142" y="5659"/>
                    </a:cubicBezTo>
                    <a:cubicBezTo>
                      <a:pt x="1737" y="6254"/>
                      <a:pt x="2543" y="6589"/>
                      <a:pt x="3384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10" name="Freeform: Shape 3209">
                <a:extLst>
                  <a:ext uri="{FF2B5EF4-FFF2-40B4-BE49-F238E27FC236}">
                    <a16:creationId xmlns:a16="http://schemas.microsoft.com/office/drawing/2014/main" id="{75CEB34C-28A8-9ECA-4006-3BCC51142CD5}"/>
                  </a:ext>
                </a:extLst>
              </p:cNvPr>
              <p:cNvSpPr/>
              <p:nvPr/>
            </p:nvSpPr>
            <p:spPr>
              <a:xfrm>
                <a:off x="3548679" y="6561838"/>
                <a:ext cx="6343" cy="6345"/>
              </a:xfrm>
              <a:custGeom>
                <a:avLst/>
                <a:gdLst>
                  <a:gd name="connsiteX0" fmla="*/ 3384 w 6343"/>
                  <a:gd name="connsiteY0" fmla="*/ 6588 h 6345"/>
                  <a:gd name="connsiteX1" fmla="*/ 5627 w 6343"/>
                  <a:gd name="connsiteY1" fmla="*/ 5659 h 6345"/>
                  <a:gd name="connsiteX2" fmla="*/ 6556 w 6343"/>
                  <a:gd name="connsiteY2" fmla="*/ 3416 h 6345"/>
                  <a:gd name="connsiteX3" fmla="*/ 5627 w 6343"/>
                  <a:gd name="connsiteY3" fmla="*/ 1172 h 6345"/>
                  <a:gd name="connsiteX4" fmla="*/ 3384 w 6343"/>
                  <a:gd name="connsiteY4" fmla="*/ 243 h 6345"/>
                  <a:gd name="connsiteX5" fmla="*/ 1141 w 6343"/>
                  <a:gd name="connsiteY5" fmla="*/ 1172 h 6345"/>
                  <a:gd name="connsiteX6" fmla="*/ 213 w 6343"/>
                  <a:gd name="connsiteY6" fmla="*/ 3416 h 6345"/>
                  <a:gd name="connsiteX7" fmla="*/ 1141 w 6343"/>
                  <a:gd name="connsiteY7" fmla="*/ 5659 h 6345"/>
                  <a:gd name="connsiteX8" fmla="*/ 3384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88"/>
                    </a:moveTo>
                    <a:cubicBezTo>
                      <a:pt x="4225" y="6588"/>
                      <a:pt x="5032" y="6254"/>
                      <a:pt x="5627" y="5659"/>
                    </a:cubicBezTo>
                    <a:cubicBezTo>
                      <a:pt x="6221" y="5064"/>
                      <a:pt x="6556" y="4257"/>
                      <a:pt x="6556" y="3416"/>
                    </a:cubicBezTo>
                    <a:cubicBezTo>
                      <a:pt x="6556" y="2574"/>
                      <a:pt x="6221" y="1767"/>
                      <a:pt x="5627" y="1172"/>
                    </a:cubicBezTo>
                    <a:cubicBezTo>
                      <a:pt x="5032" y="577"/>
                      <a:pt x="4225" y="243"/>
                      <a:pt x="3384" y="243"/>
                    </a:cubicBezTo>
                    <a:cubicBezTo>
                      <a:pt x="2543" y="243"/>
                      <a:pt x="1736" y="577"/>
                      <a:pt x="1141" y="1172"/>
                    </a:cubicBezTo>
                    <a:cubicBezTo>
                      <a:pt x="547" y="1767"/>
                      <a:pt x="213" y="2574"/>
                      <a:pt x="213" y="3416"/>
                    </a:cubicBezTo>
                    <a:cubicBezTo>
                      <a:pt x="213" y="4257"/>
                      <a:pt x="547" y="5064"/>
                      <a:pt x="1141" y="5659"/>
                    </a:cubicBezTo>
                    <a:cubicBezTo>
                      <a:pt x="1736" y="6254"/>
                      <a:pt x="2543" y="6588"/>
                      <a:pt x="3384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11" name="Freeform: Shape 3210">
                <a:extLst>
                  <a:ext uri="{FF2B5EF4-FFF2-40B4-BE49-F238E27FC236}">
                    <a16:creationId xmlns:a16="http://schemas.microsoft.com/office/drawing/2014/main" id="{EFAE74CC-9614-183F-2D55-B262FDF60C49}"/>
                  </a:ext>
                </a:extLst>
              </p:cNvPr>
              <p:cNvSpPr/>
              <p:nvPr/>
            </p:nvSpPr>
            <p:spPr>
              <a:xfrm>
                <a:off x="3542116" y="6563586"/>
                <a:ext cx="6343" cy="6345"/>
              </a:xfrm>
              <a:custGeom>
                <a:avLst/>
                <a:gdLst>
                  <a:gd name="connsiteX0" fmla="*/ 3384 w 6343"/>
                  <a:gd name="connsiteY0" fmla="*/ 6588 h 6345"/>
                  <a:gd name="connsiteX1" fmla="*/ 5626 w 6343"/>
                  <a:gd name="connsiteY1" fmla="*/ 5659 h 6345"/>
                  <a:gd name="connsiteX2" fmla="*/ 6555 w 6343"/>
                  <a:gd name="connsiteY2" fmla="*/ 3416 h 6345"/>
                  <a:gd name="connsiteX3" fmla="*/ 5626 w 6343"/>
                  <a:gd name="connsiteY3" fmla="*/ 1172 h 6345"/>
                  <a:gd name="connsiteX4" fmla="*/ 3384 w 6343"/>
                  <a:gd name="connsiteY4" fmla="*/ 243 h 6345"/>
                  <a:gd name="connsiteX5" fmla="*/ 1141 w 6343"/>
                  <a:gd name="connsiteY5" fmla="*/ 1172 h 6345"/>
                  <a:gd name="connsiteX6" fmla="*/ 212 w 6343"/>
                  <a:gd name="connsiteY6" fmla="*/ 3416 h 6345"/>
                  <a:gd name="connsiteX7" fmla="*/ 1141 w 6343"/>
                  <a:gd name="connsiteY7" fmla="*/ 5659 h 6345"/>
                  <a:gd name="connsiteX8" fmla="*/ 3384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88"/>
                    </a:moveTo>
                    <a:cubicBezTo>
                      <a:pt x="4225" y="6588"/>
                      <a:pt x="5031" y="6254"/>
                      <a:pt x="5626" y="5659"/>
                    </a:cubicBezTo>
                    <a:cubicBezTo>
                      <a:pt x="6221" y="5064"/>
                      <a:pt x="6555" y="4257"/>
                      <a:pt x="6555" y="3416"/>
                    </a:cubicBezTo>
                    <a:cubicBezTo>
                      <a:pt x="6555" y="2574"/>
                      <a:pt x="6221" y="1767"/>
                      <a:pt x="5626" y="1172"/>
                    </a:cubicBezTo>
                    <a:cubicBezTo>
                      <a:pt x="5031" y="577"/>
                      <a:pt x="4225" y="243"/>
                      <a:pt x="3384" y="243"/>
                    </a:cubicBezTo>
                    <a:cubicBezTo>
                      <a:pt x="2542" y="243"/>
                      <a:pt x="1736" y="577"/>
                      <a:pt x="1141" y="1172"/>
                    </a:cubicBezTo>
                    <a:cubicBezTo>
                      <a:pt x="546" y="1767"/>
                      <a:pt x="212" y="2574"/>
                      <a:pt x="212" y="3416"/>
                    </a:cubicBezTo>
                    <a:cubicBezTo>
                      <a:pt x="212" y="4257"/>
                      <a:pt x="546" y="5064"/>
                      <a:pt x="1141" y="5659"/>
                    </a:cubicBezTo>
                    <a:cubicBezTo>
                      <a:pt x="1736" y="6254"/>
                      <a:pt x="2542" y="6588"/>
                      <a:pt x="3384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12" name="Freeform: Shape 3211">
                <a:extLst>
                  <a:ext uri="{FF2B5EF4-FFF2-40B4-BE49-F238E27FC236}">
                    <a16:creationId xmlns:a16="http://schemas.microsoft.com/office/drawing/2014/main" id="{97AB1AE7-AF77-E6F4-2CB5-19581EE1E0A5}"/>
                  </a:ext>
                </a:extLst>
              </p:cNvPr>
              <p:cNvSpPr/>
              <p:nvPr/>
            </p:nvSpPr>
            <p:spPr>
              <a:xfrm>
                <a:off x="3536810" y="6562112"/>
                <a:ext cx="6343" cy="6345"/>
              </a:xfrm>
              <a:custGeom>
                <a:avLst/>
                <a:gdLst>
                  <a:gd name="connsiteX0" fmla="*/ 3383 w 6343"/>
                  <a:gd name="connsiteY0" fmla="*/ 6588 h 6345"/>
                  <a:gd name="connsiteX1" fmla="*/ 5626 w 6343"/>
                  <a:gd name="connsiteY1" fmla="*/ 5659 h 6345"/>
                  <a:gd name="connsiteX2" fmla="*/ 6555 w 6343"/>
                  <a:gd name="connsiteY2" fmla="*/ 3416 h 6345"/>
                  <a:gd name="connsiteX3" fmla="*/ 5626 w 6343"/>
                  <a:gd name="connsiteY3" fmla="*/ 1172 h 6345"/>
                  <a:gd name="connsiteX4" fmla="*/ 3383 w 6343"/>
                  <a:gd name="connsiteY4" fmla="*/ 243 h 6345"/>
                  <a:gd name="connsiteX5" fmla="*/ 1141 w 6343"/>
                  <a:gd name="connsiteY5" fmla="*/ 1172 h 6345"/>
                  <a:gd name="connsiteX6" fmla="*/ 212 w 6343"/>
                  <a:gd name="connsiteY6" fmla="*/ 3416 h 6345"/>
                  <a:gd name="connsiteX7" fmla="*/ 1141 w 6343"/>
                  <a:gd name="connsiteY7" fmla="*/ 5659 h 6345"/>
                  <a:gd name="connsiteX8" fmla="*/ 3383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88"/>
                    </a:moveTo>
                    <a:cubicBezTo>
                      <a:pt x="4224" y="6588"/>
                      <a:pt x="5031" y="6254"/>
                      <a:pt x="5626" y="5659"/>
                    </a:cubicBezTo>
                    <a:cubicBezTo>
                      <a:pt x="6221" y="5064"/>
                      <a:pt x="6555" y="4257"/>
                      <a:pt x="6555" y="3416"/>
                    </a:cubicBezTo>
                    <a:cubicBezTo>
                      <a:pt x="6555" y="2574"/>
                      <a:pt x="6221" y="1767"/>
                      <a:pt x="5626" y="1172"/>
                    </a:cubicBezTo>
                    <a:cubicBezTo>
                      <a:pt x="5031" y="577"/>
                      <a:pt x="4224" y="243"/>
                      <a:pt x="3383" y="243"/>
                    </a:cubicBezTo>
                    <a:cubicBezTo>
                      <a:pt x="2542" y="243"/>
                      <a:pt x="1735" y="577"/>
                      <a:pt x="1141" y="1172"/>
                    </a:cubicBezTo>
                    <a:cubicBezTo>
                      <a:pt x="546" y="1767"/>
                      <a:pt x="212" y="2574"/>
                      <a:pt x="212" y="3416"/>
                    </a:cubicBezTo>
                    <a:cubicBezTo>
                      <a:pt x="212" y="4257"/>
                      <a:pt x="546" y="5064"/>
                      <a:pt x="1141" y="5659"/>
                    </a:cubicBezTo>
                    <a:cubicBezTo>
                      <a:pt x="1735" y="6254"/>
                      <a:pt x="2542" y="6588"/>
                      <a:pt x="3383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13" name="Freeform: Shape 3212">
                <a:extLst>
                  <a:ext uri="{FF2B5EF4-FFF2-40B4-BE49-F238E27FC236}">
                    <a16:creationId xmlns:a16="http://schemas.microsoft.com/office/drawing/2014/main" id="{0C7D0618-0CF4-E922-0EA8-0F9DA1ED596E}"/>
                  </a:ext>
                </a:extLst>
              </p:cNvPr>
              <p:cNvSpPr/>
              <p:nvPr/>
            </p:nvSpPr>
            <p:spPr>
              <a:xfrm>
                <a:off x="3531474" y="6560691"/>
                <a:ext cx="6343" cy="6345"/>
              </a:xfrm>
              <a:custGeom>
                <a:avLst/>
                <a:gdLst>
                  <a:gd name="connsiteX0" fmla="*/ 3383 w 6343"/>
                  <a:gd name="connsiteY0" fmla="*/ 6588 h 6345"/>
                  <a:gd name="connsiteX1" fmla="*/ 5625 w 6343"/>
                  <a:gd name="connsiteY1" fmla="*/ 5659 h 6345"/>
                  <a:gd name="connsiteX2" fmla="*/ 6554 w 6343"/>
                  <a:gd name="connsiteY2" fmla="*/ 3415 h 6345"/>
                  <a:gd name="connsiteX3" fmla="*/ 5625 w 6343"/>
                  <a:gd name="connsiteY3" fmla="*/ 1172 h 6345"/>
                  <a:gd name="connsiteX4" fmla="*/ 3383 w 6343"/>
                  <a:gd name="connsiteY4" fmla="*/ 243 h 6345"/>
                  <a:gd name="connsiteX5" fmla="*/ 1140 w 6343"/>
                  <a:gd name="connsiteY5" fmla="*/ 1172 h 6345"/>
                  <a:gd name="connsiteX6" fmla="*/ 211 w 6343"/>
                  <a:gd name="connsiteY6" fmla="*/ 3415 h 6345"/>
                  <a:gd name="connsiteX7" fmla="*/ 1140 w 6343"/>
                  <a:gd name="connsiteY7" fmla="*/ 5659 h 6345"/>
                  <a:gd name="connsiteX8" fmla="*/ 3383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88"/>
                    </a:moveTo>
                    <a:cubicBezTo>
                      <a:pt x="4224" y="6588"/>
                      <a:pt x="5031" y="6254"/>
                      <a:pt x="5625" y="5659"/>
                    </a:cubicBezTo>
                    <a:cubicBezTo>
                      <a:pt x="6220" y="5064"/>
                      <a:pt x="6554" y="4257"/>
                      <a:pt x="6554" y="3415"/>
                    </a:cubicBezTo>
                    <a:cubicBezTo>
                      <a:pt x="6554" y="2574"/>
                      <a:pt x="6220" y="1767"/>
                      <a:pt x="5625" y="1172"/>
                    </a:cubicBezTo>
                    <a:cubicBezTo>
                      <a:pt x="5031" y="577"/>
                      <a:pt x="4224" y="243"/>
                      <a:pt x="3383" y="243"/>
                    </a:cubicBezTo>
                    <a:cubicBezTo>
                      <a:pt x="2542" y="243"/>
                      <a:pt x="1735" y="577"/>
                      <a:pt x="1140" y="1172"/>
                    </a:cubicBezTo>
                    <a:cubicBezTo>
                      <a:pt x="545" y="1767"/>
                      <a:pt x="211" y="2574"/>
                      <a:pt x="211" y="3415"/>
                    </a:cubicBezTo>
                    <a:cubicBezTo>
                      <a:pt x="211" y="4257"/>
                      <a:pt x="545" y="5064"/>
                      <a:pt x="1140" y="5659"/>
                    </a:cubicBezTo>
                    <a:cubicBezTo>
                      <a:pt x="1735" y="6254"/>
                      <a:pt x="2542" y="6588"/>
                      <a:pt x="3383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14" name="Freeform: Shape 3213">
                <a:extLst>
                  <a:ext uri="{FF2B5EF4-FFF2-40B4-BE49-F238E27FC236}">
                    <a16:creationId xmlns:a16="http://schemas.microsoft.com/office/drawing/2014/main" id="{0B8F6CA3-F724-DC94-B26E-87063BED9FD4}"/>
                  </a:ext>
                </a:extLst>
              </p:cNvPr>
              <p:cNvSpPr/>
              <p:nvPr/>
            </p:nvSpPr>
            <p:spPr>
              <a:xfrm>
                <a:off x="3526253" y="6558973"/>
                <a:ext cx="6343" cy="6345"/>
              </a:xfrm>
              <a:custGeom>
                <a:avLst/>
                <a:gdLst>
                  <a:gd name="connsiteX0" fmla="*/ 3382 w 6343"/>
                  <a:gd name="connsiteY0" fmla="*/ 6588 h 6345"/>
                  <a:gd name="connsiteX1" fmla="*/ 5625 w 6343"/>
                  <a:gd name="connsiteY1" fmla="*/ 5659 h 6345"/>
                  <a:gd name="connsiteX2" fmla="*/ 6554 w 6343"/>
                  <a:gd name="connsiteY2" fmla="*/ 3415 h 6345"/>
                  <a:gd name="connsiteX3" fmla="*/ 5625 w 6343"/>
                  <a:gd name="connsiteY3" fmla="*/ 1172 h 6345"/>
                  <a:gd name="connsiteX4" fmla="*/ 3382 w 6343"/>
                  <a:gd name="connsiteY4" fmla="*/ 243 h 6345"/>
                  <a:gd name="connsiteX5" fmla="*/ 1140 w 6343"/>
                  <a:gd name="connsiteY5" fmla="*/ 1172 h 6345"/>
                  <a:gd name="connsiteX6" fmla="*/ 211 w 6343"/>
                  <a:gd name="connsiteY6" fmla="*/ 3415 h 6345"/>
                  <a:gd name="connsiteX7" fmla="*/ 1140 w 6343"/>
                  <a:gd name="connsiteY7" fmla="*/ 5659 h 6345"/>
                  <a:gd name="connsiteX8" fmla="*/ 3382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88"/>
                    </a:moveTo>
                    <a:cubicBezTo>
                      <a:pt x="4223" y="6588"/>
                      <a:pt x="5030" y="6254"/>
                      <a:pt x="5625" y="5659"/>
                    </a:cubicBezTo>
                    <a:cubicBezTo>
                      <a:pt x="6220" y="5064"/>
                      <a:pt x="6554" y="4257"/>
                      <a:pt x="6554" y="3415"/>
                    </a:cubicBezTo>
                    <a:cubicBezTo>
                      <a:pt x="6554" y="2574"/>
                      <a:pt x="6220" y="1767"/>
                      <a:pt x="5625" y="1172"/>
                    </a:cubicBezTo>
                    <a:cubicBezTo>
                      <a:pt x="5030" y="577"/>
                      <a:pt x="4223" y="243"/>
                      <a:pt x="3382" y="243"/>
                    </a:cubicBezTo>
                    <a:cubicBezTo>
                      <a:pt x="2541" y="243"/>
                      <a:pt x="1734" y="577"/>
                      <a:pt x="1140" y="1172"/>
                    </a:cubicBezTo>
                    <a:cubicBezTo>
                      <a:pt x="545" y="1767"/>
                      <a:pt x="211" y="2574"/>
                      <a:pt x="211" y="3415"/>
                    </a:cubicBezTo>
                    <a:cubicBezTo>
                      <a:pt x="211" y="4257"/>
                      <a:pt x="545" y="5064"/>
                      <a:pt x="1140" y="5659"/>
                    </a:cubicBezTo>
                    <a:cubicBezTo>
                      <a:pt x="1734" y="6254"/>
                      <a:pt x="2541" y="6588"/>
                      <a:pt x="3382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15" name="Freeform: Shape 3214">
                <a:extLst>
                  <a:ext uri="{FF2B5EF4-FFF2-40B4-BE49-F238E27FC236}">
                    <a16:creationId xmlns:a16="http://schemas.microsoft.com/office/drawing/2014/main" id="{FDB533CE-9178-F95F-3F06-664E9459CB2E}"/>
                  </a:ext>
                </a:extLst>
              </p:cNvPr>
              <p:cNvSpPr/>
              <p:nvPr/>
            </p:nvSpPr>
            <p:spPr>
              <a:xfrm>
                <a:off x="3521622" y="6555867"/>
                <a:ext cx="6343" cy="6345"/>
              </a:xfrm>
              <a:custGeom>
                <a:avLst/>
                <a:gdLst>
                  <a:gd name="connsiteX0" fmla="*/ 3382 w 6343"/>
                  <a:gd name="connsiteY0" fmla="*/ 6588 h 6345"/>
                  <a:gd name="connsiteX1" fmla="*/ 5625 w 6343"/>
                  <a:gd name="connsiteY1" fmla="*/ 5659 h 6345"/>
                  <a:gd name="connsiteX2" fmla="*/ 6554 w 6343"/>
                  <a:gd name="connsiteY2" fmla="*/ 3415 h 6345"/>
                  <a:gd name="connsiteX3" fmla="*/ 5625 w 6343"/>
                  <a:gd name="connsiteY3" fmla="*/ 1172 h 6345"/>
                  <a:gd name="connsiteX4" fmla="*/ 3382 w 6343"/>
                  <a:gd name="connsiteY4" fmla="*/ 242 h 6345"/>
                  <a:gd name="connsiteX5" fmla="*/ 1139 w 6343"/>
                  <a:gd name="connsiteY5" fmla="*/ 1172 h 6345"/>
                  <a:gd name="connsiteX6" fmla="*/ 210 w 6343"/>
                  <a:gd name="connsiteY6" fmla="*/ 3415 h 6345"/>
                  <a:gd name="connsiteX7" fmla="*/ 1139 w 6343"/>
                  <a:gd name="connsiteY7" fmla="*/ 5659 h 6345"/>
                  <a:gd name="connsiteX8" fmla="*/ 3382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88"/>
                    </a:moveTo>
                    <a:cubicBezTo>
                      <a:pt x="4223" y="6588"/>
                      <a:pt x="5030" y="6254"/>
                      <a:pt x="5625" y="5659"/>
                    </a:cubicBezTo>
                    <a:cubicBezTo>
                      <a:pt x="6219" y="5064"/>
                      <a:pt x="6554" y="4257"/>
                      <a:pt x="6554" y="3415"/>
                    </a:cubicBezTo>
                    <a:cubicBezTo>
                      <a:pt x="6554" y="2574"/>
                      <a:pt x="6219" y="1767"/>
                      <a:pt x="5625" y="1172"/>
                    </a:cubicBezTo>
                    <a:cubicBezTo>
                      <a:pt x="5030" y="577"/>
                      <a:pt x="4223" y="242"/>
                      <a:pt x="3382" y="242"/>
                    </a:cubicBezTo>
                    <a:cubicBezTo>
                      <a:pt x="2541" y="242"/>
                      <a:pt x="1734" y="577"/>
                      <a:pt x="1139" y="1172"/>
                    </a:cubicBezTo>
                    <a:cubicBezTo>
                      <a:pt x="545" y="1767"/>
                      <a:pt x="210" y="2574"/>
                      <a:pt x="210" y="3415"/>
                    </a:cubicBezTo>
                    <a:cubicBezTo>
                      <a:pt x="210" y="4257"/>
                      <a:pt x="545" y="5064"/>
                      <a:pt x="1139" y="5659"/>
                    </a:cubicBezTo>
                    <a:cubicBezTo>
                      <a:pt x="1734" y="6254"/>
                      <a:pt x="2541" y="6588"/>
                      <a:pt x="3382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16" name="Freeform: Shape 3215">
                <a:extLst>
                  <a:ext uri="{FF2B5EF4-FFF2-40B4-BE49-F238E27FC236}">
                    <a16:creationId xmlns:a16="http://schemas.microsoft.com/office/drawing/2014/main" id="{C2051853-E3B7-DBD2-3FDA-5E0F0EEBE662}"/>
                  </a:ext>
                </a:extLst>
              </p:cNvPr>
              <p:cNvSpPr/>
              <p:nvPr/>
            </p:nvSpPr>
            <p:spPr>
              <a:xfrm>
                <a:off x="3516806" y="6553215"/>
                <a:ext cx="6343" cy="6345"/>
              </a:xfrm>
              <a:custGeom>
                <a:avLst/>
                <a:gdLst>
                  <a:gd name="connsiteX0" fmla="*/ 3382 w 6343"/>
                  <a:gd name="connsiteY0" fmla="*/ 6588 h 6345"/>
                  <a:gd name="connsiteX1" fmla="*/ 5624 w 6343"/>
                  <a:gd name="connsiteY1" fmla="*/ 5658 h 6345"/>
                  <a:gd name="connsiteX2" fmla="*/ 6553 w 6343"/>
                  <a:gd name="connsiteY2" fmla="*/ 3415 h 6345"/>
                  <a:gd name="connsiteX3" fmla="*/ 5624 w 6343"/>
                  <a:gd name="connsiteY3" fmla="*/ 1171 h 6345"/>
                  <a:gd name="connsiteX4" fmla="*/ 3382 w 6343"/>
                  <a:gd name="connsiteY4" fmla="*/ 242 h 6345"/>
                  <a:gd name="connsiteX5" fmla="*/ 1139 w 6343"/>
                  <a:gd name="connsiteY5" fmla="*/ 1171 h 6345"/>
                  <a:gd name="connsiteX6" fmla="*/ 210 w 6343"/>
                  <a:gd name="connsiteY6" fmla="*/ 3415 h 6345"/>
                  <a:gd name="connsiteX7" fmla="*/ 1139 w 6343"/>
                  <a:gd name="connsiteY7" fmla="*/ 5658 h 6345"/>
                  <a:gd name="connsiteX8" fmla="*/ 3382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88"/>
                    </a:moveTo>
                    <a:cubicBezTo>
                      <a:pt x="4223" y="6588"/>
                      <a:pt x="5029" y="6253"/>
                      <a:pt x="5624" y="5658"/>
                    </a:cubicBezTo>
                    <a:cubicBezTo>
                      <a:pt x="6219" y="5063"/>
                      <a:pt x="6553" y="4256"/>
                      <a:pt x="6553" y="3415"/>
                    </a:cubicBezTo>
                    <a:cubicBezTo>
                      <a:pt x="6553" y="2573"/>
                      <a:pt x="6219" y="1766"/>
                      <a:pt x="5624" y="1171"/>
                    </a:cubicBezTo>
                    <a:cubicBezTo>
                      <a:pt x="5029" y="577"/>
                      <a:pt x="4223" y="242"/>
                      <a:pt x="3382" y="242"/>
                    </a:cubicBezTo>
                    <a:cubicBezTo>
                      <a:pt x="2540" y="242"/>
                      <a:pt x="1734" y="577"/>
                      <a:pt x="1139" y="1171"/>
                    </a:cubicBezTo>
                    <a:cubicBezTo>
                      <a:pt x="544" y="1766"/>
                      <a:pt x="210" y="2573"/>
                      <a:pt x="210" y="3415"/>
                    </a:cubicBezTo>
                    <a:cubicBezTo>
                      <a:pt x="210" y="4256"/>
                      <a:pt x="544" y="5063"/>
                      <a:pt x="1139" y="5658"/>
                    </a:cubicBezTo>
                    <a:cubicBezTo>
                      <a:pt x="1734" y="6253"/>
                      <a:pt x="2540" y="6588"/>
                      <a:pt x="3382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17" name="Freeform: Shape 3216">
                <a:extLst>
                  <a:ext uri="{FF2B5EF4-FFF2-40B4-BE49-F238E27FC236}">
                    <a16:creationId xmlns:a16="http://schemas.microsoft.com/office/drawing/2014/main" id="{BBBDD928-B6C0-9189-7EC4-884F356152D1}"/>
                  </a:ext>
                </a:extLst>
              </p:cNvPr>
              <p:cNvSpPr/>
              <p:nvPr/>
            </p:nvSpPr>
            <p:spPr>
              <a:xfrm>
                <a:off x="3510757" y="6553361"/>
                <a:ext cx="6343" cy="6345"/>
              </a:xfrm>
              <a:custGeom>
                <a:avLst/>
                <a:gdLst>
                  <a:gd name="connsiteX0" fmla="*/ 3381 w 6343"/>
                  <a:gd name="connsiteY0" fmla="*/ 6588 h 6345"/>
                  <a:gd name="connsiteX1" fmla="*/ 5624 w 6343"/>
                  <a:gd name="connsiteY1" fmla="*/ 5658 h 6345"/>
                  <a:gd name="connsiteX2" fmla="*/ 6553 w 6343"/>
                  <a:gd name="connsiteY2" fmla="*/ 3415 h 6345"/>
                  <a:gd name="connsiteX3" fmla="*/ 5624 w 6343"/>
                  <a:gd name="connsiteY3" fmla="*/ 1171 h 6345"/>
                  <a:gd name="connsiteX4" fmla="*/ 3381 w 6343"/>
                  <a:gd name="connsiteY4" fmla="*/ 242 h 6345"/>
                  <a:gd name="connsiteX5" fmla="*/ 1138 w 6343"/>
                  <a:gd name="connsiteY5" fmla="*/ 1171 h 6345"/>
                  <a:gd name="connsiteX6" fmla="*/ 210 w 6343"/>
                  <a:gd name="connsiteY6" fmla="*/ 3415 h 6345"/>
                  <a:gd name="connsiteX7" fmla="*/ 1138 w 6343"/>
                  <a:gd name="connsiteY7" fmla="*/ 5658 h 6345"/>
                  <a:gd name="connsiteX8" fmla="*/ 3381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588"/>
                    </a:moveTo>
                    <a:cubicBezTo>
                      <a:pt x="4222" y="6588"/>
                      <a:pt x="5029" y="6253"/>
                      <a:pt x="5624" y="5658"/>
                    </a:cubicBezTo>
                    <a:cubicBezTo>
                      <a:pt x="6218" y="5063"/>
                      <a:pt x="6553" y="4256"/>
                      <a:pt x="6553" y="3415"/>
                    </a:cubicBezTo>
                    <a:cubicBezTo>
                      <a:pt x="6553" y="2574"/>
                      <a:pt x="6218" y="1766"/>
                      <a:pt x="5624" y="1171"/>
                    </a:cubicBezTo>
                    <a:cubicBezTo>
                      <a:pt x="5029" y="577"/>
                      <a:pt x="4222" y="242"/>
                      <a:pt x="3381" y="242"/>
                    </a:cubicBezTo>
                    <a:cubicBezTo>
                      <a:pt x="2540" y="242"/>
                      <a:pt x="1733" y="577"/>
                      <a:pt x="1138" y="1171"/>
                    </a:cubicBezTo>
                    <a:cubicBezTo>
                      <a:pt x="544" y="1766"/>
                      <a:pt x="210" y="2574"/>
                      <a:pt x="210" y="3415"/>
                    </a:cubicBezTo>
                    <a:cubicBezTo>
                      <a:pt x="210" y="4256"/>
                      <a:pt x="544" y="5063"/>
                      <a:pt x="1138" y="5658"/>
                    </a:cubicBezTo>
                    <a:cubicBezTo>
                      <a:pt x="1733" y="6253"/>
                      <a:pt x="2540" y="6588"/>
                      <a:pt x="3381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18" name="Freeform: Shape 3217">
                <a:extLst>
                  <a:ext uri="{FF2B5EF4-FFF2-40B4-BE49-F238E27FC236}">
                    <a16:creationId xmlns:a16="http://schemas.microsoft.com/office/drawing/2014/main" id="{7BFBA5D3-0DB2-BAF1-D84E-41960356A83A}"/>
                  </a:ext>
                </a:extLst>
              </p:cNvPr>
              <p:cNvSpPr/>
              <p:nvPr/>
            </p:nvSpPr>
            <p:spPr>
              <a:xfrm>
                <a:off x="3499906" y="6564090"/>
                <a:ext cx="6343" cy="6345"/>
              </a:xfrm>
              <a:custGeom>
                <a:avLst/>
                <a:gdLst>
                  <a:gd name="connsiteX0" fmla="*/ 3380 w 6343"/>
                  <a:gd name="connsiteY0" fmla="*/ 6588 h 6345"/>
                  <a:gd name="connsiteX1" fmla="*/ 5623 w 6343"/>
                  <a:gd name="connsiteY1" fmla="*/ 5659 h 6345"/>
                  <a:gd name="connsiteX2" fmla="*/ 6552 w 6343"/>
                  <a:gd name="connsiteY2" fmla="*/ 3416 h 6345"/>
                  <a:gd name="connsiteX3" fmla="*/ 5623 w 6343"/>
                  <a:gd name="connsiteY3" fmla="*/ 1172 h 6345"/>
                  <a:gd name="connsiteX4" fmla="*/ 3380 w 6343"/>
                  <a:gd name="connsiteY4" fmla="*/ 243 h 6345"/>
                  <a:gd name="connsiteX5" fmla="*/ 1138 w 6343"/>
                  <a:gd name="connsiteY5" fmla="*/ 1172 h 6345"/>
                  <a:gd name="connsiteX6" fmla="*/ 209 w 6343"/>
                  <a:gd name="connsiteY6" fmla="*/ 3416 h 6345"/>
                  <a:gd name="connsiteX7" fmla="*/ 1138 w 6343"/>
                  <a:gd name="connsiteY7" fmla="*/ 5659 h 6345"/>
                  <a:gd name="connsiteX8" fmla="*/ 3380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8"/>
                    </a:moveTo>
                    <a:cubicBezTo>
                      <a:pt x="4221" y="6588"/>
                      <a:pt x="5028" y="6254"/>
                      <a:pt x="5623" y="5659"/>
                    </a:cubicBezTo>
                    <a:cubicBezTo>
                      <a:pt x="6218" y="5064"/>
                      <a:pt x="6552" y="4257"/>
                      <a:pt x="6552" y="3416"/>
                    </a:cubicBezTo>
                    <a:cubicBezTo>
                      <a:pt x="6552" y="2574"/>
                      <a:pt x="6218" y="1767"/>
                      <a:pt x="5623" y="1172"/>
                    </a:cubicBezTo>
                    <a:cubicBezTo>
                      <a:pt x="5028" y="577"/>
                      <a:pt x="4221" y="243"/>
                      <a:pt x="3380" y="243"/>
                    </a:cubicBezTo>
                    <a:cubicBezTo>
                      <a:pt x="2539" y="243"/>
                      <a:pt x="1732" y="577"/>
                      <a:pt x="1138" y="1172"/>
                    </a:cubicBezTo>
                    <a:cubicBezTo>
                      <a:pt x="543" y="1767"/>
                      <a:pt x="209" y="2574"/>
                      <a:pt x="209" y="3416"/>
                    </a:cubicBezTo>
                    <a:cubicBezTo>
                      <a:pt x="209" y="4257"/>
                      <a:pt x="543" y="5064"/>
                      <a:pt x="1138" y="5659"/>
                    </a:cubicBezTo>
                    <a:cubicBezTo>
                      <a:pt x="1732" y="6254"/>
                      <a:pt x="2539" y="6588"/>
                      <a:pt x="3380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19" name="Freeform: Shape 3218">
                <a:extLst>
                  <a:ext uri="{FF2B5EF4-FFF2-40B4-BE49-F238E27FC236}">
                    <a16:creationId xmlns:a16="http://schemas.microsoft.com/office/drawing/2014/main" id="{6A05F4F8-90F0-A59C-6EEB-512BC025B213}"/>
                  </a:ext>
                </a:extLst>
              </p:cNvPr>
              <p:cNvSpPr/>
              <p:nvPr/>
            </p:nvSpPr>
            <p:spPr>
              <a:xfrm>
                <a:off x="3499188" y="6552269"/>
                <a:ext cx="6343" cy="6345"/>
              </a:xfrm>
              <a:custGeom>
                <a:avLst/>
                <a:gdLst>
                  <a:gd name="connsiteX0" fmla="*/ 3380 w 6343"/>
                  <a:gd name="connsiteY0" fmla="*/ 6588 h 6345"/>
                  <a:gd name="connsiteX1" fmla="*/ 5623 w 6343"/>
                  <a:gd name="connsiteY1" fmla="*/ 5658 h 6345"/>
                  <a:gd name="connsiteX2" fmla="*/ 6552 w 6343"/>
                  <a:gd name="connsiteY2" fmla="*/ 3415 h 6345"/>
                  <a:gd name="connsiteX3" fmla="*/ 5623 w 6343"/>
                  <a:gd name="connsiteY3" fmla="*/ 1171 h 6345"/>
                  <a:gd name="connsiteX4" fmla="*/ 3380 w 6343"/>
                  <a:gd name="connsiteY4" fmla="*/ 242 h 6345"/>
                  <a:gd name="connsiteX5" fmla="*/ 1138 w 6343"/>
                  <a:gd name="connsiteY5" fmla="*/ 1171 h 6345"/>
                  <a:gd name="connsiteX6" fmla="*/ 209 w 6343"/>
                  <a:gd name="connsiteY6" fmla="*/ 3415 h 6345"/>
                  <a:gd name="connsiteX7" fmla="*/ 1138 w 6343"/>
                  <a:gd name="connsiteY7" fmla="*/ 5658 h 6345"/>
                  <a:gd name="connsiteX8" fmla="*/ 3380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8"/>
                    </a:moveTo>
                    <a:cubicBezTo>
                      <a:pt x="4221" y="6588"/>
                      <a:pt x="5028" y="6253"/>
                      <a:pt x="5623" y="5658"/>
                    </a:cubicBezTo>
                    <a:cubicBezTo>
                      <a:pt x="6218" y="5063"/>
                      <a:pt x="6552" y="4256"/>
                      <a:pt x="6552" y="3415"/>
                    </a:cubicBezTo>
                    <a:cubicBezTo>
                      <a:pt x="6552" y="2573"/>
                      <a:pt x="6218" y="1766"/>
                      <a:pt x="5623" y="1171"/>
                    </a:cubicBezTo>
                    <a:cubicBezTo>
                      <a:pt x="5028" y="576"/>
                      <a:pt x="4221" y="242"/>
                      <a:pt x="3380" y="242"/>
                    </a:cubicBezTo>
                    <a:cubicBezTo>
                      <a:pt x="2539" y="242"/>
                      <a:pt x="1732" y="576"/>
                      <a:pt x="1138" y="1171"/>
                    </a:cubicBezTo>
                    <a:cubicBezTo>
                      <a:pt x="543" y="1766"/>
                      <a:pt x="209" y="2573"/>
                      <a:pt x="209" y="3415"/>
                    </a:cubicBezTo>
                    <a:cubicBezTo>
                      <a:pt x="209" y="4256"/>
                      <a:pt x="543" y="5063"/>
                      <a:pt x="1138" y="5658"/>
                    </a:cubicBezTo>
                    <a:cubicBezTo>
                      <a:pt x="1732" y="6253"/>
                      <a:pt x="2539" y="6588"/>
                      <a:pt x="3380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20" name="Freeform: Shape 3219">
                <a:extLst>
                  <a:ext uri="{FF2B5EF4-FFF2-40B4-BE49-F238E27FC236}">
                    <a16:creationId xmlns:a16="http://schemas.microsoft.com/office/drawing/2014/main" id="{F4770856-5F8E-5E0D-BB0C-08885965F9E6}"/>
                  </a:ext>
                </a:extLst>
              </p:cNvPr>
              <p:cNvSpPr/>
              <p:nvPr/>
            </p:nvSpPr>
            <p:spPr>
              <a:xfrm>
                <a:off x="3494929" y="6548362"/>
                <a:ext cx="6343" cy="6345"/>
              </a:xfrm>
              <a:custGeom>
                <a:avLst/>
                <a:gdLst>
                  <a:gd name="connsiteX0" fmla="*/ 3380 w 6343"/>
                  <a:gd name="connsiteY0" fmla="*/ 6587 h 6345"/>
                  <a:gd name="connsiteX1" fmla="*/ 5623 w 6343"/>
                  <a:gd name="connsiteY1" fmla="*/ 5658 h 6345"/>
                  <a:gd name="connsiteX2" fmla="*/ 6551 w 6343"/>
                  <a:gd name="connsiteY2" fmla="*/ 3415 h 6345"/>
                  <a:gd name="connsiteX3" fmla="*/ 5623 w 6343"/>
                  <a:gd name="connsiteY3" fmla="*/ 1171 h 6345"/>
                  <a:gd name="connsiteX4" fmla="*/ 3380 w 6343"/>
                  <a:gd name="connsiteY4" fmla="*/ 242 h 6345"/>
                  <a:gd name="connsiteX5" fmla="*/ 1137 w 6343"/>
                  <a:gd name="connsiteY5" fmla="*/ 1171 h 6345"/>
                  <a:gd name="connsiteX6" fmla="*/ 208 w 6343"/>
                  <a:gd name="connsiteY6" fmla="*/ 3415 h 6345"/>
                  <a:gd name="connsiteX7" fmla="*/ 1137 w 6343"/>
                  <a:gd name="connsiteY7" fmla="*/ 5658 h 6345"/>
                  <a:gd name="connsiteX8" fmla="*/ 3380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7"/>
                    </a:moveTo>
                    <a:cubicBezTo>
                      <a:pt x="4221" y="6587"/>
                      <a:pt x="5028" y="6253"/>
                      <a:pt x="5623" y="5658"/>
                    </a:cubicBezTo>
                    <a:cubicBezTo>
                      <a:pt x="6217" y="5063"/>
                      <a:pt x="6551" y="4256"/>
                      <a:pt x="6551" y="3415"/>
                    </a:cubicBezTo>
                    <a:cubicBezTo>
                      <a:pt x="6551" y="2573"/>
                      <a:pt x="6217" y="1766"/>
                      <a:pt x="5623" y="1171"/>
                    </a:cubicBezTo>
                    <a:cubicBezTo>
                      <a:pt x="5028" y="576"/>
                      <a:pt x="4221" y="242"/>
                      <a:pt x="3380" y="242"/>
                    </a:cubicBezTo>
                    <a:cubicBezTo>
                      <a:pt x="2539" y="242"/>
                      <a:pt x="1732" y="576"/>
                      <a:pt x="1137" y="1171"/>
                    </a:cubicBezTo>
                    <a:cubicBezTo>
                      <a:pt x="542" y="1766"/>
                      <a:pt x="208" y="2573"/>
                      <a:pt x="208" y="3415"/>
                    </a:cubicBezTo>
                    <a:cubicBezTo>
                      <a:pt x="208" y="4256"/>
                      <a:pt x="542" y="5063"/>
                      <a:pt x="1137" y="5658"/>
                    </a:cubicBezTo>
                    <a:cubicBezTo>
                      <a:pt x="1732" y="6253"/>
                      <a:pt x="2539" y="6587"/>
                      <a:pt x="3380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21" name="Freeform: Shape 3220">
                <a:extLst>
                  <a:ext uri="{FF2B5EF4-FFF2-40B4-BE49-F238E27FC236}">
                    <a16:creationId xmlns:a16="http://schemas.microsoft.com/office/drawing/2014/main" id="{33E99A72-D14A-BAF7-A1C5-F8BFEA1BEE9E}"/>
                  </a:ext>
                </a:extLst>
              </p:cNvPr>
              <p:cNvSpPr/>
              <p:nvPr/>
            </p:nvSpPr>
            <p:spPr>
              <a:xfrm>
                <a:off x="3516690" y="6489473"/>
                <a:ext cx="6343" cy="6345"/>
              </a:xfrm>
              <a:custGeom>
                <a:avLst/>
                <a:gdLst>
                  <a:gd name="connsiteX0" fmla="*/ 3382 w 6343"/>
                  <a:gd name="connsiteY0" fmla="*/ 6583 h 6345"/>
                  <a:gd name="connsiteX1" fmla="*/ 5624 w 6343"/>
                  <a:gd name="connsiteY1" fmla="*/ 5653 h 6345"/>
                  <a:gd name="connsiteX2" fmla="*/ 6553 w 6343"/>
                  <a:gd name="connsiteY2" fmla="*/ 3410 h 6345"/>
                  <a:gd name="connsiteX3" fmla="*/ 5624 w 6343"/>
                  <a:gd name="connsiteY3" fmla="*/ 1166 h 6345"/>
                  <a:gd name="connsiteX4" fmla="*/ 3382 w 6343"/>
                  <a:gd name="connsiteY4" fmla="*/ 237 h 6345"/>
                  <a:gd name="connsiteX5" fmla="*/ 1139 w 6343"/>
                  <a:gd name="connsiteY5" fmla="*/ 1166 h 6345"/>
                  <a:gd name="connsiteX6" fmla="*/ 210 w 6343"/>
                  <a:gd name="connsiteY6" fmla="*/ 3410 h 6345"/>
                  <a:gd name="connsiteX7" fmla="*/ 1139 w 6343"/>
                  <a:gd name="connsiteY7" fmla="*/ 5653 h 6345"/>
                  <a:gd name="connsiteX8" fmla="*/ 3382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83"/>
                    </a:moveTo>
                    <a:cubicBezTo>
                      <a:pt x="4223" y="6583"/>
                      <a:pt x="5029" y="6248"/>
                      <a:pt x="5624" y="5653"/>
                    </a:cubicBezTo>
                    <a:cubicBezTo>
                      <a:pt x="6219" y="5058"/>
                      <a:pt x="6553" y="4251"/>
                      <a:pt x="6553" y="3410"/>
                    </a:cubicBezTo>
                    <a:cubicBezTo>
                      <a:pt x="6553" y="2568"/>
                      <a:pt x="6219" y="1761"/>
                      <a:pt x="5624" y="1166"/>
                    </a:cubicBezTo>
                    <a:cubicBezTo>
                      <a:pt x="5029" y="571"/>
                      <a:pt x="4223" y="237"/>
                      <a:pt x="3382" y="237"/>
                    </a:cubicBezTo>
                    <a:cubicBezTo>
                      <a:pt x="2540" y="237"/>
                      <a:pt x="1734" y="571"/>
                      <a:pt x="1139" y="1166"/>
                    </a:cubicBezTo>
                    <a:cubicBezTo>
                      <a:pt x="544" y="1761"/>
                      <a:pt x="210" y="2568"/>
                      <a:pt x="210" y="3410"/>
                    </a:cubicBezTo>
                    <a:cubicBezTo>
                      <a:pt x="210" y="4251"/>
                      <a:pt x="544" y="5058"/>
                      <a:pt x="1139" y="5653"/>
                    </a:cubicBezTo>
                    <a:cubicBezTo>
                      <a:pt x="1734" y="6248"/>
                      <a:pt x="2540" y="6583"/>
                      <a:pt x="3382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22" name="Freeform: Shape 3221">
                <a:extLst>
                  <a:ext uri="{FF2B5EF4-FFF2-40B4-BE49-F238E27FC236}">
                    <a16:creationId xmlns:a16="http://schemas.microsoft.com/office/drawing/2014/main" id="{9036ACC0-5936-C4C5-A5D7-85EE7FE764B5}"/>
                  </a:ext>
                </a:extLst>
              </p:cNvPr>
              <p:cNvSpPr/>
              <p:nvPr/>
            </p:nvSpPr>
            <p:spPr>
              <a:xfrm>
                <a:off x="3512052" y="6487314"/>
                <a:ext cx="6343" cy="6345"/>
              </a:xfrm>
              <a:custGeom>
                <a:avLst/>
                <a:gdLst>
                  <a:gd name="connsiteX0" fmla="*/ 3381 w 6343"/>
                  <a:gd name="connsiteY0" fmla="*/ 6582 h 6345"/>
                  <a:gd name="connsiteX1" fmla="*/ 5624 w 6343"/>
                  <a:gd name="connsiteY1" fmla="*/ 5653 h 6345"/>
                  <a:gd name="connsiteX2" fmla="*/ 6553 w 6343"/>
                  <a:gd name="connsiteY2" fmla="*/ 3410 h 6345"/>
                  <a:gd name="connsiteX3" fmla="*/ 5624 w 6343"/>
                  <a:gd name="connsiteY3" fmla="*/ 1166 h 6345"/>
                  <a:gd name="connsiteX4" fmla="*/ 3381 w 6343"/>
                  <a:gd name="connsiteY4" fmla="*/ 237 h 6345"/>
                  <a:gd name="connsiteX5" fmla="*/ 1139 w 6343"/>
                  <a:gd name="connsiteY5" fmla="*/ 1166 h 6345"/>
                  <a:gd name="connsiteX6" fmla="*/ 210 w 6343"/>
                  <a:gd name="connsiteY6" fmla="*/ 3410 h 6345"/>
                  <a:gd name="connsiteX7" fmla="*/ 1139 w 6343"/>
                  <a:gd name="connsiteY7" fmla="*/ 5653 h 6345"/>
                  <a:gd name="connsiteX8" fmla="*/ 3381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582"/>
                    </a:moveTo>
                    <a:cubicBezTo>
                      <a:pt x="4222" y="6582"/>
                      <a:pt x="5029" y="6248"/>
                      <a:pt x="5624" y="5653"/>
                    </a:cubicBezTo>
                    <a:cubicBezTo>
                      <a:pt x="6219" y="5058"/>
                      <a:pt x="6553" y="4251"/>
                      <a:pt x="6553" y="3410"/>
                    </a:cubicBezTo>
                    <a:cubicBezTo>
                      <a:pt x="6553" y="2568"/>
                      <a:pt x="6219" y="1761"/>
                      <a:pt x="5624" y="1166"/>
                    </a:cubicBezTo>
                    <a:cubicBezTo>
                      <a:pt x="5029" y="571"/>
                      <a:pt x="4222" y="237"/>
                      <a:pt x="3381" y="237"/>
                    </a:cubicBezTo>
                    <a:cubicBezTo>
                      <a:pt x="2540" y="237"/>
                      <a:pt x="1733" y="571"/>
                      <a:pt x="1139" y="1166"/>
                    </a:cubicBezTo>
                    <a:cubicBezTo>
                      <a:pt x="544" y="1761"/>
                      <a:pt x="210" y="2568"/>
                      <a:pt x="210" y="3410"/>
                    </a:cubicBezTo>
                    <a:cubicBezTo>
                      <a:pt x="210" y="4251"/>
                      <a:pt x="544" y="5058"/>
                      <a:pt x="1139" y="5653"/>
                    </a:cubicBezTo>
                    <a:cubicBezTo>
                      <a:pt x="1733" y="6248"/>
                      <a:pt x="2540" y="6582"/>
                      <a:pt x="3381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23" name="Freeform: Shape 3222">
                <a:extLst>
                  <a:ext uri="{FF2B5EF4-FFF2-40B4-BE49-F238E27FC236}">
                    <a16:creationId xmlns:a16="http://schemas.microsoft.com/office/drawing/2014/main" id="{BB9D18CA-F821-2456-D74A-12ED0667E73D}"/>
                  </a:ext>
                </a:extLst>
              </p:cNvPr>
              <p:cNvSpPr/>
              <p:nvPr/>
            </p:nvSpPr>
            <p:spPr>
              <a:xfrm>
                <a:off x="3638909" y="6215653"/>
                <a:ext cx="6343" cy="6345"/>
              </a:xfrm>
              <a:custGeom>
                <a:avLst/>
                <a:gdLst>
                  <a:gd name="connsiteX0" fmla="*/ 3391 w 6343"/>
                  <a:gd name="connsiteY0" fmla="*/ 6561 h 6345"/>
                  <a:gd name="connsiteX1" fmla="*/ 5634 w 6343"/>
                  <a:gd name="connsiteY1" fmla="*/ 5632 h 6345"/>
                  <a:gd name="connsiteX2" fmla="*/ 6563 w 6343"/>
                  <a:gd name="connsiteY2" fmla="*/ 3388 h 6345"/>
                  <a:gd name="connsiteX3" fmla="*/ 5634 w 6343"/>
                  <a:gd name="connsiteY3" fmla="*/ 1145 h 6345"/>
                  <a:gd name="connsiteX4" fmla="*/ 3391 w 6343"/>
                  <a:gd name="connsiteY4" fmla="*/ 216 h 6345"/>
                  <a:gd name="connsiteX5" fmla="*/ 1149 w 6343"/>
                  <a:gd name="connsiteY5" fmla="*/ 1145 h 6345"/>
                  <a:gd name="connsiteX6" fmla="*/ 220 w 6343"/>
                  <a:gd name="connsiteY6" fmla="*/ 3388 h 6345"/>
                  <a:gd name="connsiteX7" fmla="*/ 1149 w 6343"/>
                  <a:gd name="connsiteY7" fmla="*/ 5632 h 6345"/>
                  <a:gd name="connsiteX8" fmla="*/ 3391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1"/>
                    </a:moveTo>
                    <a:cubicBezTo>
                      <a:pt x="4232" y="6561"/>
                      <a:pt x="5039" y="6227"/>
                      <a:pt x="5634" y="5632"/>
                    </a:cubicBezTo>
                    <a:cubicBezTo>
                      <a:pt x="6229" y="5037"/>
                      <a:pt x="6563" y="4230"/>
                      <a:pt x="6563" y="3388"/>
                    </a:cubicBezTo>
                    <a:cubicBezTo>
                      <a:pt x="6563" y="2547"/>
                      <a:pt x="6229" y="1740"/>
                      <a:pt x="5634" y="1145"/>
                    </a:cubicBezTo>
                    <a:cubicBezTo>
                      <a:pt x="5039" y="550"/>
                      <a:pt x="4232" y="216"/>
                      <a:pt x="3391" y="216"/>
                    </a:cubicBezTo>
                    <a:cubicBezTo>
                      <a:pt x="2550" y="216"/>
                      <a:pt x="1743" y="550"/>
                      <a:pt x="1149" y="1145"/>
                    </a:cubicBezTo>
                    <a:cubicBezTo>
                      <a:pt x="554" y="1740"/>
                      <a:pt x="220" y="2547"/>
                      <a:pt x="220" y="3388"/>
                    </a:cubicBezTo>
                    <a:cubicBezTo>
                      <a:pt x="220" y="4230"/>
                      <a:pt x="554" y="5037"/>
                      <a:pt x="1149" y="5632"/>
                    </a:cubicBezTo>
                    <a:cubicBezTo>
                      <a:pt x="1743" y="6227"/>
                      <a:pt x="2550" y="6561"/>
                      <a:pt x="3391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24" name="Freeform: Shape 3223">
                <a:extLst>
                  <a:ext uri="{FF2B5EF4-FFF2-40B4-BE49-F238E27FC236}">
                    <a16:creationId xmlns:a16="http://schemas.microsoft.com/office/drawing/2014/main" id="{06E2F8E1-05DE-80D1-173A-0381CB5AC6FF}"/>
                  </a:ext>
                </a:extLst>
              </p:cNvPr>
              <p:cNvSpPr/>
              <p:nvPr/>
            </p:nvSpPr>
            <p:spPr>
              <a:xfrm>
                <a:off x="3639243" y="6207599"/>
                <a:ext cx="6343" cy="6345"/>
              </a:xfrm>
              <a:custGeom>
                <a:avLst/>
                <a:gdLst>
                  <a:gd name="connsiteX0" fmla="*/ 3391 w 6343"/>
                  <a:gd name="connsiteY0" fmla="*/ 6560 h 6345"/>
                  <a:gd name="connsiteX1" fmla="*/ 5634 w 6343"/>
                  <a:gd name="connsiteY1" fmla="*/ 5631 h 6345"/>
                  <a:gd name="connsiteX2" fmla="*/ 6563 w 6343"/>
                  <a:gd name="connsiteY2" fmla="*/ 3388 h 6345"/>
                  <a:gd name="connsiteX3" fmla="*/ 5634 w 6343"/>
                  <a:gd name="connsiteY3" fmla="*/ 1144 h 6345"/>
                  <a:gd name="connsiteX4" fmla="*/ 3391 w 6343"/>
                  <a:gd name="connsiteY4" fmla="*/ 215 h 6345"/>
                  <a:gd name="connsiteX5" fmla="*/ 1149 w 6343"/>
                  <a:gd name="connsiteY5" fmla="*/ 1144 h 6345"/>
                  <a:gd name="connsiteX6" fmla="*/ 220 w 6343"/>
                  <a:gd name="connsiteY6" fmla="*/ 3388 h 6345"/>
                  <a:gd name="connsiteX7" fmla="*/ 1149 w 6343"/>
                  <a:gd name="connsiteY7" fmla="*/ 5631 h 6345"/>
                  <a:gd name="connsiteX8" fmla="*/ 339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0"/>
                    </a:moveTo>
                    <a:cubicBezTo>
                      <a:pt x="4232" y="6560"/>
                      <a:pt x="5039" y="6226"/>
                      <a:pt x="5634" y="5631"/>
                    </a:cubicBezTo>
                    <a:cubicBezTo>
                      <a:pt x="6229" y="5036"/>
                      <a:pt x="6563" y="4229"/>
                      <a:pt x="6563" y="3388"/>
                    </a:cubicBezTo>
                    <a:cubicBezTo>
                      <a:pt x="6563" y="2546"/>
                      <a:pt x="6229" y="1739"/>
                      <a:pt x="5634" y="1144"/>
                    </a:cubicBezTo>
                    <a:cubicBezTo>
                      <a:pt x="5039" y="549"/>
                      <a:pt x="4232" y="215"/>
                      <a:pt x="3391" y="215"/>
                    </a:cubicBezTo>
                    <a:cubicBezTo>
                      <a:pt x="2550" y="215"/>
                      <a:pt x="1743" y="549"/>
                      <a:pt x="1149" y="1144"/>
                    </a:cubicBezTo>
                    <a:cubicBezTo>
                      <a:pt x="554" y="1739"/>
                      <a:pt x="220" y="2546"/>
                      <a:pt x="220" y="3388"/>
                    </a:cubicBezTo>
                    <a:cubicBezTo>
                      <a:pt x="220" y="4229"/>
                      <a:pt x="554" y="5036"/>
                      <a:pt x="1149" y="5631"/>
                    </a:cubicBezTo>
                    <a:cubicBezTo>
                      <a:pt x="1743" y="6226"/>
                      <a:pt x="2550" y="6560"/>
                      <a:pt x="339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25" name="Freeform: Shape 3224">
                <a:extLst>
                  <a:ext uri="{FF2B5EF4-FFF2-40B4-BE49-F238E27FC236}">
                    <a16:creationId xmlns:a16="http://schemas.microsoft.com/office/drawing/2014/main" id="{FFFBE91A-C68F-D528-7EFF-42374CB8581B}"/>
                  </a:ext>
                </a:extLst>
              </p:cNvPr>
              <p:cNvSpPr/>
              <p:nvPr/>
            </p:nvSpPr>
            <p:spPr>
              <a:xfrm>
                <a:off x="3638661" y="6201566"/>
                <a:ext cx="6343" cy="6345"/>
              </a:xfrm>
              <a:custGeom>
                <a:avLst/>
                <a:gdLst>
                  <a:gd name="connsiteX0" fmla="*/ 3391 w 6343"/>
                  <a:gd name="connsiteY0" fmla="*/ 6560 h 6345"/>
                  <a:gd name="connsiteX1" fmla="*/ 5634 w 6343"/>
                  <a:gd name="connsiteY1" fmla="*/ 5631 h 6345"/>
                  <a:gd name="connsiteX2" fmla="*/ 6563 w 6343"/>
                  <a:gd name="connsiteY2" fmla="*/ 3387 h 6345"/>
                  <a:gd name="connsiteX3" fmla="*/ 5634 w 6343"/>
                  <a:gd name="connsiteY3" fmla="*/ 1144 h 6345"/>
                  <a:gd name="connsiteX4" fmla="*/ 3391 w 6343"/>
                  <a:gd name="connsiteY4" fmla="*/ 214 h 6345"/>
                  <a:gd name="connsiteX5" fmla="*/ 1149 w 6343"/>
                  <a:gd name="connsiteY5" fmla="*/ 1144 h 6345"/>
                  <a:gd name="connsiteX6" fmla="*/ 220 w 6343"/>
                  <a:gd name="connsiteY6" fmla="*/ 3387 h 6345"/>
                  <a:gd name="connsiteX7" fmla="*/ 1149 w 6343"/>
                  <a:gd name="connsiteY7" fmla="*/ 5631 h 6345"/>
                  <a:gd name="connsiteX8" fmla="*/ 339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0"/>
                    </a:moveTo>
                    <a:cubicBezTo>
                      <a:pt x="4232" y="6560"/>
                      <a:pt x="5039" y="6226"/>
                      <a:pt x="5634" y="5631"/>
                    </a:cubicBezTo>
                    <a:cubicBezTo>
                      <a:pt x="6229" y="5036"/>
                      <a:pt x="6563" y="4229"/>
                      <a:pt x="6563" y="3387"/>
                    </a:cubicBezTo>
                    <a:cubicBezTo>
                      <a:pt x="6563" y="2546"/>
                      <a:pt x="6229" y="1739"/>
                      <a:pt x="5634" y="1144"/>
                    </a:cubicBezTo>
                    <a:cubicBezTo>
                      <a:pt x="5039" y="549"/>
                      <a:pt x="4232" y="214"/>
                      <a:pt x="3391" y="214"/>
                    </a:cubicBezTo>
                    <a:cubicBezTo>
                      <a:pt x="2550" y="214"/>
                      <a:pt x="1743" y="549"/>
                      <a:pt x="1149" y="1144"/>
                    </a:cubicBezTo>
                    <a:cubicBezTo>
                      <a:pt x="554" y="1739"/>
                      <a:pt x="220" y="2546"/>
                      <a:pt x="220" y="3387"/>
                    </a:cubicBezTo>
                    <a:cubicBezTo>
                      <a:pt x="220" y="4229"/>
                      <a:pt x="554" y="5036"/>
                      <a:pt x="1149" y="5631"/>
                    </a:cubicBezTo>
                    <a:cubicBezTo>
                      <a:pt x="1743" y="6226"/>
                      <a:pt x="2550" y="6560"/>
                      <a:pt x="339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26" name="Freeform: Shape 3225">
                <a:extLst>
                  <a:ext uri="{FF2B5EF4-FFF2-40B4-BE49-F238E27FC236}">
                    <a16:creationId xmlns:a16="http://schemas.microsoft.com/office/drawing/2014/main" id="{E0310B04-2233-FDE9-528A-6708E7778E80}"/>
                  </a:ext>
                </a:extLst>
              </p:cNvPr>
              <p:cNvSpPr/>
              <p:nvPr/>
            </p:nvSpPr>
            <p:spPr>
              <a:xfrm>
                <a:off x="3636479" y="6198805"/>
                <a:ext cx="6343" cy="6345"/>
              </a:xfrm>
              <a:custGeom>
                <a:avLst/>
                <a:gdLst>
                  <a:gd name="connsiteX0" fmla="*/ 3391 w 6343"/>
                  <a:gd name="connsiteY0" fmla="*/ 6560 h 6345"/>
                  <a:gd name="connsiteX1" fmla="*/ 5634 w 6343"/>
                  <a:gd name="connsiteY1" fmla="*/ 5630 h 6345"/>
                  <a:gd name="connsiteX2" fmla="*/ 6563 w 6343"/>
                  <a:gd name="connsiteY2" fmla="*/ 3387 h 6345"/>
                  <a:gd name="connsiteX3" fmla="*/ 5634 w 6343"/>
                  <a:gd name="connsiteY3" fmla="*/ 1144 h 6345"/>
                  <a:gd name="connsiteX4" fmla="*/ 3391 w 6343"/>
                  <a:gd name="connsiteY4" fmla="*/ 214 h 6345"/>
                  <a:gd name="connsiteX5" fmla="*/ 1148 w 6343"/>
                  <a:gd name="connsiteY5" fmla="*/ 1144 h 6345"/>
                  <a:gd name="connsiteX6" fmla="*/ 219 w 6343"/>
                  <a:gd name="connsiteY6" fmla="*/ 3387 h 6345"/>
                  <a:gd name="connsiteX7" fmla="*/ 1148 w 6343"/>
                  <a:gd name="connsiteY7" fmla="*/ 5630 h 6345"/>
                  <a:gd name="connsiteX8" fmla="*/ 339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0"/>
                    </a:moveTo>
                    <a:cubicBezTo>
                      <a:pt x="4232" y="6560"/>
                      <a:pt x="5039" y="6225"/>
                      <a:pt x="5634" y="5630"/>
                    </a:cubicBezTo>
                    <a:cubicBezTo>
                      <a:pt x="6228" y="5035"/>
                      <a:pt x="6563" y="4228"/>
                      <a:pt x="6563" y="3387"/>
                    </a:cubicBezTo>
                    <a:cubicBezTo>
                      <a:pt x="6563" y="2546"/>
                      <a:pt x="6228" y="1739"/>
                      <a:pt x="5634" y="1144"/>
                    </a:cubicBezTo>
                    <a:cubicBezTo>
                      <a:pt x="5039" y="549"/>
                      <a:pt x="4232" y="214"/>
                      <a:pt x="3391" y="214"/>
                    </a:cubicBezTo>
                    <a:cubicBezTo>
                      <a:pt x="2550" y="214"/>
                      <a:pt x="1743" y="549"/>
                      <a:pt x="1148" y="1144"/>
                    </a:cubicBezTo>
                    <a:cubicBezTo>
                      <a:pt x="554" y="1739"/>
                      <a:pt x="219" y="2546"/>
                      <a:pt x="219" y="3387"/>
                    </a:cubicBezTo>
                    <a:cubicBezTo>
                      <a:pt x="219" y="4228"/>
                      <a:pt x="554" y="5035"/>
                      <a:pt x="1148" y="5630"/>
                    </a:cubicBezTo>
                    <a:cubicBezTo>
                      <a:pt x="1743" y="6225"/>
                      <a:pt x="2550" y="6560"/>
                      <a:pt x="339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27" name="Freeform: Shape 3226">
                <a:extLst>
                  <a:ext uri="{FF2B5EF4-FFF2-40B4-BE49-F238E27FC236}">
                    <a16:creationId xmlns:a16="http://schemas.microsoft.com/office/drawing/2014/main" id="{5339D601-C4DC-4067-C463-4C7C77CE3D62}"/>
                  </a:ext>
                </a:extLst>
              </p:cNvPr>
              <p:cNvSpPr/>
              <p:nvPr/>
            </p:nvSpPr>
            <p:spPr>
              <a:xfrm>
                <a:off x="3633664" y="6197302"/>
                <a:ext cx="6343" cy="6345"/>
              </a:xfrm>
              <a:custGeom>
                <a:avLst/>
                <a:gdLst>
                  <a:gd name="connsiteX0" fmla="*/ 3391 w 6343"/>
                  <a:gd name="connsiteY0" fmla="*/ 6560 h 6345"/>
                  <a:gd name="connsiteX1" fmla="*/ 5633 w 6343"/>
                  <a:gd name="connsiteY1" fmla="*/ 5630 h 6345"/>
                  <a:gd name="connsiteX2" fmla="*/ 6562 w 6343"/>
                  <a:gd name="connsiteY2" fmla="*/ 3387 h 6345"/>
                  <a:gd name="connsiteX3" fmla="*/ 5633 w 6343"/>
                  <a:gd name="connsiteY3" fmla="*/ 1143 h 6345"/>
                  <a:gd name="connsiteX4" fmla="*/ 3391 w 6343"/>
                  <a:gd name="connsiteY4" fmla="*/ 214 h 6345"/>
                  <a:gd name="connsiteX5" fmla="*/ 1148 w 6343"/>
                  <a:gd name="connsiteY5" fmla="*/ 1143 h 6345"/>
                  <a:gd name="connsiteX6" fmla="*/ 219 w 6343"/>
                  <a:gd name="connsiteY6" fmla="*/ 3387 h 6345"/>
                  <a:gd name="connsiteX7" fmla="*/ 1148 w 6343"/>
                  <a:gd name="connsiteY7" fmla="*/ 5630 h 6345"/>
                  <a:gd name="connsiteX8" fmla="*/ 339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0"/>
                    </a:moveTo>
                    <a:cubicBezTo>
                      <a:pt x="4232" y="6560"/>
                      <a:pt x="5039" y="6225"/>
                      <a:pt x="5633" y="5630"/>
                    </a:cubicBezTo>
                    <a:cubicBezTo>
                      <a:pt x="6228" y="5035"/>
                      <a:pt x="6562" y="4228"/>
                      <a:pt x="6562" y="3387"/>
                    </a:cubicBezTo>
                    <a:cubicBezTo>
                      <a:pt x="6562" y="2545"/>
                      <a:pt x="6228" y="1738"/>
                      <a:pt x="5633" y="1143"/>
                    </a:cubicBezTo>
                    <a:cubicBezTo>
                      <a:pt x="5039" y="548"/>
                      <a:pt x="4232" y="214"/>
                      <a:pt x="3391" y="214"/>
                    </a:cubicBezTo>
                    <a:cubicBezTo>
                      <a:pt x="2550" y="214"/>
                      <a:pt x="1743" y="548"/>
                      <a:pt x="1148" y="1143"/>
                    </a:cubicBezTo>
                    <a:cubicBezTo>
                      <a:pt x="553" y="1738"/>
                      <a:pt x="219" y="2545"/>
                      <a:pt x="219" y="3387"/>
                    </a:cubicBezTo>
                    <a:cubicBezTo>
                      <a:pt x="219" y="4228"/>
                      <a:pt x="553" y="5035"/>
                      <a:pt x="1148" y="5630"/>
                    </a:cubicBezTo>
                    <a:cubicBezTo>
                      <a:pt x="1743" y="6225"/>
                      <a:pt x="2550" y="6560"/>
                      <a:pt x="339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28" name="Freeform: Shape 3227">
                <a:extLst>
                  <a:ext uri="{FF2B5EF4-FFF2-40B4-BE49-F238E27FC236}">
                    <a16:creationId xmlns:a16="http://schemas.microsoft.com/office/drawing/2014/main" id="{7EC95555-0B93-B118-29BA-2E1FE7151587}"/>
                  </a:ext>
                </a:extLst>
              </p:cNvPr>
              <p:cNvSpPr/>
              <p:nvPr/>
            </p:nvSpPr>
            <p:spPr>
              <a:xfrm>
                <a:off x="3633474" y="6190815"/>
                <a:ext cx="6343" cy="6345"/>
              </a:xfrm>
              <a:custGeom>
                <a:avLst/>
                <a:gdLst>
                  <a:gd name="connsiteX0" fmla="*/ 3391 w 6343"/>
                  <a:gd name="connsiteY0" fmla="*/ 6559 h 6345"/>
                  <a:gd name="connsiteX1" fmla="*/ 5633 w 6343"/>
                  <a:gd name="connsiteY1" fmla="*/ 5630 h 6345"/>
                  <a:gd name="connsiteX2" fmla="*/ 6562 w 6343"/>
                  <a:gd name="connsiteY2" fmla="*/ 3386 h 6345"/>
                  <a:gd name="connsiteX3" fmla="*/ 5633 w 6343"/>
                  <a:gd name="connsiteY3" fmla="*/ 1143 h 6345"/>
                  <a:gd name="connsiteX4" fmla="*/ 3391 w 6343"/>
                  <a:gd name="connsiteY4" fmla="*/ 214 h 6345"/>
                  <a:gd name="connsiteX5" fmla="*/ 1148 w 6343"/>
                  <a:gd name="connsiteY5" fmla="*/ 1143 h 6345"/>
                  <a:gd name="connsiteX6" fmla="*/ 219 w 6343"/>
                  <a:gd name="connsiteY6" fmla="*/ 3386 h 6345"/>
                  <a:gd name="connsiteX7" fmla="*/ 1148 w 6343"/>
                  <a:gd name="connsiteY7" fmla="*/ 5630 h 6345"/>
                  <a:gd name="connsiteX8" fmla="*/ 339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59"/>
                    </a:moveTo>
                    <a:cubicBezTo>
                      <a:pt x="4232" y="6559"/>
                      <a:pt x="5039" y="6225"/>
                      <a:pt x="5633" y="5630"/>
                    </a:cubicBezTo>
                    <a:cubicBezTo>
                      <a:pt x="6228" y="5035"/>
                      <a:pt x="6562" y="4228"/>
                      <a:pt x="6562" y="3386"/>
                    </a:cubicBezTo>
                    <a:cubicBezTo>
                      <a:pt x="6562" y="2545"/>
                      <a:pt x="6228" y="1738"/>
                      <a:pt x="5633" y="1143"/>
                    </a:cubicBezTo>
                    <a:cubicBezTo>
                      <a:pt x="5039" y="548"/>
                      <a:pt x="4232" y="214"/>
                      <a:pt x="3391" y="214"/>
                    </a:cubicBezTo>
                    <a:cubicBezTo>
                      <a:pt x="2550" y="214"/>
                      <a:pt x="1743" y="548"/>
                      <a:pt x="1148" y="1143"/>
                    </a:cubicBezTo>
                    <a:cubicBezTo>
                      <a:pt x="553" y="1738"/>
                      <a:pt x="219" y="2545"/>
                      <a:pt x="219" y="3386"/>
                    </a:cubicBezTo>
                    <a:cubicBezTo>
                      <a:pt x="219" y="4228"/>
                      <a:pt x="553" y="5035"/>
                      <a:pt x="1148" y="5630"/>
                    </a:cubicBezTo>
                    <a:cubicBezTo>
                      <a:pt x="1743" y="6225"/>
                      <a:pt x="2550" y="6559"/>
                      <a:pt x="339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29" name="Freeform: Shape 3228">
                <a:extLst>
                  <a:ext uri="{FF2B5EF4-FFF2-40B4-BE49-F238E27FC236}">
                    <a16:creationId xmlns:a16="http://schemas.microsoft.com/office/drawing/2014/main" id="{A7C9DF93-FBC1-6106-646E-759C2FD83478}"/>
                  </a:ext>
                </a:extLst>
              </p:cNvPr>
              <p:cNvSpPr/>
              <p:nvPr/>
            </p:nvSpPr>
            <p:spPr>
              <a:xfrm>
                <a:off x="3630910" y="6188916"/>
                <a:ext cx="6343" cy="6345"/>
              </a:xfrm>
              <a:custGeom>
                <a:avLst/>
                <a:gdLst>
                  <a:gd name="connsiteX0" fmla="*/ 3391 w 6343"/>
                  <a:gd name="connsiteY0" fmla="*/ 6559 h 6345"/>
                  <a:gd name="connsiteX1" fmla="*/ 5633 w 6343"/>
                  <a:gd name="connsiteY1" fmla="*/ 5630 h 6345"/>
                  <a:gd name="connsiteX2" fmla="*/ 6562 w 6343"/>
                  <a:gd name="connsiteY2" fmla="*/ 3386 h 6345"/>
                  <a:gd name="connsiteX3" fmla="*/ 5633 w 6343"/>
                  <a:gd name="connsiteY3" fmla="*/ 1143 h 6345"/>
                  <a:gd name="connsiteX4" fmla="*/ 3391 w 6343"/>
                  <a:gd name="connsiteY4" fmla="*/ 213 h 6345"/>
                  <a:gd name="connsiteX5" fmla="*/ 1148 w 6343"/>
                  <a:gd name="connsiteY5" fmla="*/ 1143 h 6345"/>
                  <a:gd name="connsiteX6" fmla="*/ 219 w 6343"/>
                  <a:gd name="connsiteY6" fmla="*/ 3386 h 6345"/>
                  <a:gd name="connsiteX7" fmla="*/ 1148 w 6343"/>
                  <a:gd name="connsiteY7" fmla="*/ 5630 h 6345"/>
                  <a:gd name="connsiteX8" fmla="*/ 339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59"/>
                    </a:moveTo>
                    <a:cubicBezTo>
                      <a:pt x="4232" y="6559"/>
                      <a:pt x="5038" y="6225"/>
                      <a:pt x="5633" y="5630"/>
                    </a:cubicBezTo>
                    <a:cubicBezTo>
                      <a:pt x="6228" y="5035"/>
                      <a:pt x="6562" y="4228"/>
                      <a:pt x="6562" y="3386"/>
                    </a:cubicBezTo>
                    <a:cubicBezTo>
                      <a:pt x="6562" y="2545"/>
                      <a:pt x="6228" y="1738"/>
                      <a:pt x="5633" y="1143"/>
                    </a:cubicBezTo>
                    <a:cubicBezTo>
                      <a:pt x="5038" y="548"/>
                      <a:pt x="4232" y="213"/>
                      <a:pt x="3391" y="213"/>
                    </a:cubicBezTo>
                    <a:cubicBezTo>
                      <a:pt x="2549" y="213"/>
                      <a:pt x="1743" y="548"/>
                      <a:pt x="1148" y="1143"/>
                    </a:cubicBezTo>
                    <a:cubicBezTo>
                      <a:pt x="553" y="1738"/>
                      <a:pt x="219" y="2545"/>
                      <a:pt x="219" y="3386"/>
                    </a:cubicBezTo>
                    <a:cubicBezTo>
                      <a:pt x="219" y="4228"/>
                      <a:pt x="553" y="5035"/>
                      <a:pt x="1148" y="5630"/>
                    </a:cubicBezTo>
                    <a:cubicBezTo>
                      <a:pt x="1743" y="6225"/>
                      <a:pt x="2549" y="6559"/>
                      <a:pt x="339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30" name="Freeform: Shape 3229">
                <a:extLst>
                  <a:ext uri="{FF2B5EF4-FFF2-40B4-BE49-F238E27FC236}">
                    <a16:creationId xmlns:a16="http://schemas.microsoft.com/office/drawing/2014/main" id="{143F2625-DE7A-9325-C77C-8EA912F0ED97}"/>
                  </a:ext>
                </a:extLst>
              </p:cNvPr>
              <p:cNvSpPr/>
              <p:nvPr/>
            </p:nvSpPr>
            <p:spPr>
              <a:xfrm>
                <a:off x="3442713" y="6517873"/>
                <a:ext cx="6343" cy="6345"/>
              </a:xfrm>
              <a:custGeom>
                <a:avLst/>
                <a:gdLst>
                  <a:gd name="connsiteX0" fmla="*/ 3376 w 6343"/>
                  <a:gd name="connsiteY0" fmla="*/ 6585 h 6345"/>
                  <a:gd name="connsiteX1" fmla="*/ 5618 w 6343"/>
                  <a:gd name="connsiteY1" fmla="*/ 5656 h 6345"/>
                  <a:gd name="connsiteX2" fmla="*/ 6547 w 6343"/>
                  <a:gd name="connsiteY2" fmla="*/ 3412 h 6345"/>
                  <a:gd name="connsiteX3" fmla="*/ 5618 w 6343"/>
                  <a:gd name="connsiteY3" fmla="*/ 1169 h 6345"/>
                  <a:gd name="connsiteX4" fmla="*/ 3376 w 6343"/>
                  <a:gd name="connsiteY4" fmla="*/ 239 h 6345"/>
                  <a:gd name="connsiteX5" fmla="*/ 1133 w 6343"/>
                  <a:gd name="connsiteY5" fmla="*/ 1169 h 6345"/>
                  <a:gd name="connsiteX6" fmla="*/ 204 w 6343"/>
                  <a:gd name="connsiteY6" fmla="*/ 3412 h 6345"/>
                  <a:gd name="connsiteX7" fmla="*/ 1133 w 6343"/>
                  <a:gd name="connsiteY7" fmla="*/ 5656 h 6345"/>
                  <a:gd name="connsiteX8" fmla="*/ 3376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585"/>
                    </a:moveTo>
                    <a:cubicBezTo>
                      <a:pt x="4217" y="6585"/>
                      <a:pt x="5024" y="6251"/>
                      <a:pt x="5618" y="5656"/>
                    </a:cubicBezTo>
                    <a:cubicBezTo>
                      <a:pt x="6213" y="5061"/>
                      <a:pt x="6547" y="4254"/>
                      <a:pt x="6547" y="3412"/>
                    </a:cubicBezTo>
                    <a:cubicBezTo>
                      <a:pt x="6547" y="2571"/>
                      <a:pt x="6213" y="1764"/>
                      <a:pt x="5618" y="1169"/>
                    </a:cubicBezTo>
                    <a:cubicBezTo>
                      <a:pt x="5024" y="574"/>
                      <a:pt x="4217" y="239"/>
                      <a:pt x="3376" y="239"/>
                    </a:cubicBezTo>
                    <a:cubicBezTo>
                      <a:pt x="2535" y="239"/>
                      <a:pt x="1728" y="574"/>
                      <a:pt x="1133" y="1169"/>
                    </a:cubicBezTo>
                    <a:cubicBezTo>
                      <a:pt x="538" y="1764"/>
                      <a:pt x="204" y="2571"/>
                      <a:pt x="204" y="3412"/>
                    </a:cubicBezTo>
                    <a:cubicBezTo>
                      <a:pt x="204" y="4254"/>
                      <a:pt x="538" y="5061"/>
                      <a:pt x="1133" y="5656"/>
                    </a:cubicBezTo>
                    <a:cubicBezTo>
                      <a:pt x="1728" y="6251"/>
                      <a:pt x="2535" y="6585"/>
                      <a:pt x="3376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31" name="Freeform: Shape 3230">
                <a:extLst>
                  <a:ext uri="{FF2B5EF4-FFF2-40B4-BE49-F238E27FC236}">
                    <a16:creationId xmlns:a16="http://schemas.microsoft.com/office/drawing/2014/main" id="{9F6ED0CA-3D58-5A05-7247-7A63F593066F}"/>
                  </a:ext>
                </a:extLst>
              </p:cNvPr>
              <p:cNvSpPr/>
              <p:nvPr/>
            </p:nvSpPr>
            <p:spPr>
              <a:xfrm>
                <a:off x="3437506" y="6515964"/>
                <a:ext cx="6343" cy="6345"/>
              </a:xfrm>
              <a:custGeom>
                <a:avLst/>
                <a:gdLst>
                  <a:gd name="connsiteX0" fmla="*/ 3375 w 6343"/>
                  <a:gd name="connsiteY0" fmla="*/ 6585 h 6345"/>
                  <a:gd name="connsiteX1" fmla="*/ 5618 w 6343"/>
                  <a:gd name="connsiteY1" fmla="*/ 5655 h 6345"/>
                  <a:gd name="connsiteX2" fmla="*/ 6547 w 6343"/>
                  <a:gd name="connsiteY2" fmla="*/ 3412 h 6345"/>
                  <a:gd name="connsiteX3" fmla="*/ 5618 w 6343"/>
                  <a:gd name="connsiteY3" fmla="*/ 1169 h 6345"/>
                  <a:gd name="connsiteX4" fmla="*/ 3375 w 6343"/>
                  <a:gd name="connsiteY4" fmla="*/ 239 h 6345"/>
                  <a:gd name="connsiteX5" fmla="*/ 1133 w 6343"/>
                  <a:gd name="connsiteY5" fmla="*/ 1169 h 6345"/>
                  <a:gd name="connsiteX6" fmla="*/ 204 w 6343"/>
                  <a:gd name="connsiteY6" fmla="*/ 3412 h 6345"/>
                  <a:gd name="connsiteX7" fmla="*/ 1133 w 6343"/>
                  <a:gd name="connsiteY7" fmla="*/ 5655 h 6345"/>
                  <a:gd name="connsiteX8" fmla="*/ 3375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585"/>
                    </a:moveTo>
                    <a:cubicBezTo>
                      <a:pt x="4216" y="6585"/>
                      <a:pt x="5023" y="6250"/>
                      <a:pt x="5618" y="5655"/>
                    </a:cubicBezTo>
                    <a:cubicBezTo>
                      <a:pt x="6213" y="5060"/>
                      <a:pt x="6547" y="4253"/>
                      <a:pt x="6547" y="3412"/>
                    </a:cubicBezTo>
                    <a:cubicBezTo>
                      <a:pt x="6547" y="2571"/>
                      <a:pt x="6213" y="1763"/>
                      <a:pt x="5618" y="1169"/>
                    </a:cubicBezTo>
                    <a:cubicBezTo>
                      <a:pt x="5023" y="574"/>
                      <a:pt x="4216" y="239"/>
                      <a:pt x="3375" y="239"/>
                    </a:cubicBezTo>
                    <a:cubicBezTo>
                      <a:pt x="2534" y="239"/>
                      <a:pt x="1727" y="574"/>
                      <a:pt x="1133" y="1169"/>
                    </a:cubicBezTo>
                    <a:cubicBezTo>
                      <a:pt x="538" y="1763"/>
                      <a:pt x="204" y="2571"/>
                      <a:pt x="204" y="3412"/>
                    </a:cubicBezTo>
                    <a:cubicBezTo>
                      <a:pt x="204" y="4253"/>
                      <a:pt x="538" y="5060"/>
                      <a:pt x="1133" y="5655"/>
                    </a:cubicBezTo>
                    <a:cubicBezTo>
                      <a:pt x="1727" y="6250"/>
                      <a:pt x="2534" y="6585"/>
                      <a:pt x="3375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32" name="Freeform: Shape 3231">
                <a:extLst>
                  <a:ext uri="{FF2B5EF4-FFF2-40B4-BE49-F238E27FC236}">
                    <a16:creationId xmlns:a16="http://schemas.microsoft.com/office/drawing/2014/main" id="{1EEBDCC1-ABD1-38D6-71EE-78BC4AD0409E}"/>
                  </a:ext>
                </a:extLst>
              </p:cNvPr>
              <p:cNvSpPr/>
              <p:nvPr/>
            </p:nvSpPr>
            <p:spPr>
              <a:xfrm>
                <a:off x="3432516" y="6513648"/>
                <a:ext cx="6343" cy="6345"/>
              </a:xfrm>
              <a:custGeom>
                <a:avLst/>
                <a:gdLst>
                  <a:gd name="connsiteX0" fmla="*/ 3375 w 6343"/>
                  <a:gd name="connsiteY0" fmla="*/ 6584 h 6345"/>
                  <a:gd name="connsiteX1" fmla="*/ 5618 w 6343"/>
                  <a:gd name="connsiteY1" fmla="*/ 5655 h 6345"/>
                  <a:gd name="connsiteX2" fmla="*/ 6547 w 6343"/>
                  <a:gd name="connsiteY2" fmla="*/ 3412 h 6345"/>
                  <a:gd name="connsiteX3" fmla="*/ 5618 w 6343"/>
                  <a:gd name="connsiteY3" fmla="*/ 1168 h 6345"/>
                  <a:gd name="connsiteX4" fmla="*/ 3375 w 6343"/>
                  <a:gd name="connsiteY4" fmla="*/ 239 h 6345"/>
                  <a:gd name="connsiteX5" fmla="*/ 1132 w 6343"/>
                  <a:gd name="connsiteY5" fmla="*/ 1168 h 6345"/>
                  <a:gd name="connsiteX6" fmla="*/ 203 w 6343"/>
                  <a:gd name="connsiteY6" fmla="*/ 3412 h 6345"/>
                  <a:gd name="connsiteX7" fmla="*/ 1132 w 6343"/>
                  <a:gd name="connsiteY7" fmla="*/ 5655 h 6345"/>
                  <a:gd name="connsiteX8" fmla="*/ 3375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584"/>
                    </a:moveTo>
                    <a:cubicBezTo>
                      <a:pt x="4216" y="6584"/>
                      <a:pt x="5023" y="6250"/>
                      <a:pt x="5618" y="5655"/>
                    </a:cubicBezTo>
                    <a:cubicBezTo>
                      <a:pt x="6212" y="5060"/>
                      <a:pt x="6547" y="4253"/>
                      <a:pt x="6547" y="3412"/>
                    </a:cubicBezTo>
                    <a:cubicBezTo>
                      <a:pt x="6547" y="2570"/>
                      <a:pt x="6212" y="1763"/>
                      <a:pt x="5618" y="1168"/>
                    </a:cubicBezTo>
                    <a:cubicBezTo>
                      <a:pt x="5023" y="573"/>
                      <a:pt x="4216" y="239"/>
                      <a:pt x="3375" y="239"/>
                    </a:cubicBezTo>
                    <a:cubicBezTo>
                      <a:pt x="2534" y="239"/>
                      <a:pt x="1727" y="573"/>
                      <a:pt x="1132" y="1168"/>
                    </a:cubicBezTo>
                    <a:cubicBezTo>
                      <a:pt x="538" y="1763"/>
                      <a:pt x="203" y="2570"/>
                      <a:pt x="203" y="3412"/>
                    </a:cubicBezTo>
                    <a:cubicBezTo>
                      <a:pt x="203" y="4253"/>
                      <a:pt x="538" y="5060"/>
                      <a:pt x="1132" y="5655"/>
                    </a:cubicBezTo>
                    <a:cubicBezTo>
                      <a:pt x="1727" y="6250"/>
                      <a:pt x="2534" y="6584"/>
                      <a:pt x="3375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33" name="Freeform: Shape 3232">
                <a:extLst>
                  <a:ext uri="{FF2B5EF4-FFF2-40B4-BE49-F238E27FC236}">
                    <a16:creationId xmlns:a16="http://schemas.microsoft.com/office/drawing/2014/main" id="{AC6A72EE-8A28-A0F9-5CB8-31B08FB8BE55}"/>
                  </a:ext>
                </a:extLst>
              </p:cNvPr>
              <p:cNvSpPr/>
              <p:nvPr/>
            </p:nvSpPr>
            <p:spPr>
              <a:xfrm>
                <a:off x="3427658" y="6511095"/>
                <a:ext cx="6343" cy="6345"/>
              </a:xfrm>
              <a:custGeom>
                <a:avLst/>
                <a:gdLst>
                  <a:gd name="connsiteX0" fmla="*/ 3375 w 6343"/>
                  <a:gd name="connsiteY0" fmla="*/ 6584 h 6345"/>
                  <a:gd name="connsiteX1" fmla="*/ 5617 w 6343"/>
                  <a:gd name="connsiteY1" fmla="*/ 5655 h 6345"/>
                  <a:gd name="connsiteX2" fmla="*/ 6546 w 6343"/>
                  <a:gd name="connsiteY2" fmla="*/ 3412 h 6345"/>
                  <a:gd name="connsiteX3" fmla="*/ 5617 w 6343"/>
                  <a:gd name="connsiteY3" fmla="*/ 1168 h 6345"/>
                  <a:gd name="connsiteX4" fmla="*/ 3375 w 6343"/>
                  <a:gd name="connsiteY4" fmla="*/ 239 h 6345"/>
                  <a:gd name="connsiteX5" fmla="*/ 1132 w 6343"/>
                  <a:gd name="connsiteY5" fmla="*/ 1168 h 6345"/>
                  <a:gd name="connsiteX6" fmla="*/ 203 w 6343"/>
                  <a:gd name="connsiteY6" fmla="*/ 3412 h 6345"/>
                  <a:gd name="connsiteX7" fmla="*/ 1132 w 6343"/>
                  <a:gd name="connsiteY7" fmla="*/ 5655 h 6345"/>
                  <a:gd name="connsiteX8" fmla="*/ 3375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584"/>
                    </a:moveTo>
                    <a:cubicBezTo>
                      <a:pt x="4216" y="6584"/>
                      <a:pt x="5022" y="6250"/>
                      <a:pt x="5617" y="5655"/>
                    </a:cubicBezTo>
                    <a:cubicBezTo>
                      <a:pt x="6212" y="5060"/>
                      <a:pt x="6546" y="4253"/>
                      <a:pt x="6546" y="3412"/>
                    </a:cubicBezTo>
                    <a:cubicBezTo>
                      <a:pt x="6546" y="2570"/>
                      <a:pt x="6212" y="1763"/>
                      <a:pt x="5617" y="1168"/>
                    </a:cubicBezTo>
                    <a:cubicBezTo>
                      <a:pt x="5022" y="573"/>
                      <a:pt x="4216" y="239"/>
                      <a:pt x="3375" y="239"/>
                    </a:cubicBezTo>
                    <a:cubicBezTo>
                      <a:pt x="2533" y="239"/>
                      <a:pt x="1727" y="573"/>
                      <a:pt x="1132" y="1168"/>
                    </a:cubicBezTo>
                    <a:cubicBezTo>
                      <a:pt x="537" y="1763"/>
                      <a:pt x="203" y="2570"/>
                      <a:pt x="203" y="3412"/>
                    </a:cubicBezTo>
                    <a:cubicBezTo>
                      <a:pt x="203" y="4253"/>
                      <a:pt x="537" y="5060"/>
                      <a:pt x="1132" y="5655"/>
                    </a:cubicBezTo>
                    <a:cubicBezTo>
                      <a:pt x="1727" y="6250"/>
                      <a:pt x="2533" y="6584"/>
                      <a:pt x="3375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34" name="Freeform: Shape 3233">
                <a:extLst>
                  <a:ext uri="{FF2B5EF4-FFF2-40B4-BE49-F238E27FC236}">
                    <a16:creationId xmlns:a16="http://schemas.microsoft.com/office/drawing/2014/main" id="{99C33F3D-B1AF-F979-234B-93BB23192E88}"/>
                  </a:ext>
                </a:extLst>
              </p:cNvPr>
              <p:cNvSpPr/>
              <p:nvPr/>
            </p:nvSpPr>
            <p:spPr>
              <a:xfrm>
                <a:off x="3419078" y="6514922"/>
                <a:ext cx="6343" cy="6345"/>
              </a:xfrm>
              <a:custGeom>
                <a:avLst/>
                <a:gdLst>
                  <a:gd name="connsiteX0" fmla="*/ 3374 w 6343"/>
                  <a:gd name="connsiteY0" fmla="*/ 6585 h 6345"/>
                  <a:gd name="connsiteX1" fmla="*/ 5617 w 6343"/>
                  <a:gd name="connsiteY1" fmla="*/ 5655 h 6345"/>
                  <a:gd name="connsiteX2" fmla="*/ 6545 w 6343"/>
                  <a:gd name="connsiteY2" fmla="*/ 3412 h 6345"/>
                  <a:gd name="connsiteX3" fmla="*/ 5617 w 6343"/>
                  <a:gd name="connsiteY3" fmla="*/ 1168 h 6345"/>
                  <a:gd name="connsiteX4" fmla="*/ 3374 w 6343"/>
                  <a:gd name="connsiteY4" fmla="*/ 239 h 6345"/>
                  <a:gd name="connsiteX5" fmla="*/ 1131 w 6343"/>
                  <a:gd name="connsiteY5" fmla="*/ 1168 h 6345"/>
                  <a:gd name="connsiteX6" fmla="*/ 202 w 6343"/>
                  <a:gd name="connsiteY6" fmla="*/ 3412 h 6345"/>
                  <a:gd name="connsiteX7" fmla="*/ 1131 w 6343"/>
                  <a:gd name="connsiteY7" fmla="*/ 5655 h 6345"/>
                  <a:gd name="connsiteX8" fmla="*/ 3374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585"/>
                    </a:moveTo>
                    <a:cubicBezTo>
                      <a:pt x="4215" y="6585"/>
                      <a:pt x="5022" y="6250"/>
                      <a:pt x="5617" y="5655"/>
                    </a:cubicBezTo>
                    <a:cubicBezTo>
                      <a:pt x="6211" y="5060"/>
                      <a:pt x="6545" y="4253"/>
                      <a:pt x="6545" y="3412"/>
                    </a:cubicBezTo>
                    <a:cubicBezTo>
                      <a:pt x="6545" y="2570"/>
                      <a:pt x="6211" y="1763"/>
                      <a:pt x="5617" y="1168"/>
                    </a:cubicBezTo>
                    <a:cubicBezTo>
                      <a:pt x="5022" y="573"/>
                      <a:pt x="4215" y="239"/>
                      <a:pt x="3374" y="239"/>
                    </a:cubicBezTo>
                    <a:cubicBezTo>
                      <a:pt x="2533" y="239"/>
                      <a:pt x="1726" y="573"/>
                      <a:pt x="1131" y="1168"/>
                    </a:cubicBezTo>
                    <a:cubicBezTo>
                      <a:pt x="537" y="1763"/>
                      <a:pt x="202" y="2570"/>
                      <a:pt x="202" y="3412"/>
                    </a:cubicBezTo>
                    <a:cubicBezTo>
                      <a:pt x="202" y="4253"/>
                      <a:pt x="537" y="5060"/>
                      <a:pt x="1131" y="5655"/>
                    </a:cubicBezTo>
                    <a:cubicBezTo>
                      <a:pt x="1726" y="6250"/>
                      <a:pt x="2533" y="6585"/>
                      <a:pt x="3374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35" name="Freeform: Shape 3234">
                <a:extLst>
                  <a:ext uri="{FF2B5EF4-FFF2-40B4-BE49-F238E27FC236}">
                    <a16:creationId xmlns:a16="http://schemas.microsoft.com/office/drawing/2014/main" id="{139CF5F2-81F6-1257-5D23-848AEC28CAA6}"/>
                  </a:ext>
                </a:extLst>
              </p:cNvPr>
              <p:cNvSpPr/>
              <p:nvPr/>
            </p:nvSpPr>
            <p:spPr>
              <a:xfrm>
                <a:off x="3413653" y="6513227"/>
                <a:ext cx="6343" cy="6345"/>
              </a:xfrm>
              <a:custGeom>
                <a:avLst/>
                <a:gdLst>
                  <a:gd name="connsiteX0" fmla="*/ 3373 w 6343"/>
                  <a:gd name="connsiteY0" fmla="*/ 6584 h 6345"/>
                  <a:gd name="connsiteX1" fmla="*/ 5616 w 6343"/>
                  <a:gd name="connsiteY1" fmla="*/ 5655 h 6345"/>
                  <a:gd name="connsiteX2" fmla="*/ 6545 w 6343"/>
                  <a:gd name="connsiteY2" fmla="*/ 3412 h 6345"/>
                  <a:gd name="connsiteX3" fmla="*/ 5616 w 6343"/>
                  <a:gd name="connsiteY3" fmla="*/ 1168 h 6345"/>
                  <a:gd name="connsiteX4" fmla="*/ 3373 w 6343"/>
                  <a:gd name="connsiteY4" fmla="*/ 239 h 6345"/>
                  <a:gd name="connsiteX5" fmla="*/ 1131 w 6343"/>
                  <a:gd name="connsiteY5" fmla="*/ 1168 h 6345"/>
                  <a:gd name="connsiteX6" fmla="*/ 202 w 6343"/>
                  <a:gd name="connsiteY6" fmla="*/ 3412 h 6345"/>
                  <a:gd name="connsiteX7" fmla="*/ 1131 w 6343"/>
                  <a:gd name="connsiteY7" fmla="*/ 5655 h 6345"/>
                  <a:gd name="connsiteX8" fmla="*/ 3373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84"/>
                    </a:moveTo>
                    <a:cubicBezTo>
                      <a:pt x="4215" y="6584"/>
                      <a:pt x="5021" y="6250"/>
                      <a:pt x="5616" y="5655"/>
                    </a:cubicBezTo>
                    <a:cubicBezTo>
                      <a:pt x="6211" y="5060"/>
                      <a:pt x="6545" y="4253"/>
                      <a:pt x="6545" y="3412"/>
                    </a:cubicBezTo>
                    <a:cubicBezTo>
                      <a:pt x="6545" y="2570"/>
                      <a:pt x="6211" y="1763"/>
                      <a:pt x="5616" y="1168"/>
                    </a:cubicBezTo>
                    <a:cubicBezTo>
                      <a:pt x="5021" y="573"/>
                      <a:pt x="4215" y="239"/>
                      <a:pt x="3373" y="239"/>
                    </a:cubicBezTo>
                    <a:cubicBezTo>
                      <a:pt x="2532" y="239"/>
                      <a:pt x="1726" y="573"/>
                      <a:pt x="1131" y="1168"/>
                    </a:cubicBezTo>
                    <a:cubicBezTo>
                      <a:pt x="536" y="1763"/>
                      <a:pt x="202" y="2570"/>
                      <a:pt x="202" y="3412"/>
                    </a:cubicBezTo>
                    <a:cubicBezTo>
                      <a:pt x="202" y="4253"/>
                      <a:pt x="536" y="5060"/>
                      <a:pt x="1131" y="5655"/>
                    </a:cubicBezTo>
                    <a:cubicBezTo>
                      <a:pt x="1726" y="6250"/>
                      <a:pt x="2532" y="6584"/>
                      <a:pt x="3373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36" name="Freeform: Shape 3235">
                <a:extLst>
                  <a:ext uri="{FF2B5EF4-FFF2-40B4-BE49-F238E27FC236}">
                    <a16:creationId xmlns:a16="http://schemas.microsoft.com/office/drawing/2014/main" id="{709CF896-0350-2FF9-784F-4CEDC0E41FFC}"/>
                  </a:ext>
                </a:extLst>
              </p:cNvPr>
              <p:cNvSpPr/>
              <p:nvPr/>
            </p:nvSpPr>
            <p:spPr>
              <a:xfrm>
                <a:off x="3408452" y="6511127"/>
                <a:ext cx="6343" cy="6345"/>
              </a:xfrm>
              <a:custGeom>
                <a:avLst/>
                <a:gdLst>
                  <a:gd name="connsiteX0" fmla="*/ 3373 w 6343"/>
                  <a:gd name="connsiteY0" fmla="*/ 6584 h 6345"/>
                  <a:gd name="connsiteX1" fmla="*/ 5616 w 6343"/>
                  <a:gd name="connsiteY1" fmla="*/ 5655 h 6345"/>
                  <a:gd name="connsiteX2" fmla="*/ 6545 w 6343"/>
                  <a:gd name="connsiteY2" fmla="*/ 3412 h 6345"/>
                  <a:gd name="connsiteX3" fmla="*/ 5616 w 6343"/>
                  <a:gd name="connsiteY3" fmla="*/ 1168 h 6345"/>
                  <a:gd name="connsiteX4" fmla="*/ 3373 w 6343"/>
                  <a:gd name="connsiteY4" fmla="*/ 239 h 6345"/>
                  <a:gd name="connsiteX5" fmla="*/ 1130 w 6343"/>
                  <a:gd name="connsiteY5" fmla="*/ 1168 h 6345"/>
                  <a:gd name="connsiteX6" fmla="*/ 201 w 6343"/>
                  <a:gd name="connsiteY6" fmla="*/ 3412 h 6345"/>
                  <a:gd name="connsiteX7" fmla="*/ 1130 w 6343"/>
                  <a:gd name="connsiteY7" fmla="*/ 5655 h 6345"/>
                  <a:gd name="connsiteX8" fmla="*/ 3373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84"/>
                    </a:moveTo>
                    <a:cubicBezTo>
                      <a:pt x="4214" y="6584"/>
                      <a:pt x="5021" y="6250"/>
                      <a:pt x="5616" y="5655"/>
                    </a:cubicBezTo>
                    <a:cubicBezTo>
                      <a:pt x="6210" y="5060"/>
                      <a:pt x="6545" y="4253"/>
                      <a:pt x="6545" y="3412"/>
                    </a:cubicBezTo>
                    <a:cubicBezTo>
                      <a:pt x="6545" y="2570"/>
                      <a:pt x="6210" y="1763"/>
                      <a:pt x="5616" y="1168"/>
                    </a:cubicBezTo>
                    <a:cubicBezTo>
                      <a:pt x="5021" y="573"/>
                      <a:pt x="4214" y="239"/>
                      <a:pt x="3373" y="239"/>
                    </a:cubicBezTo>
                    <a:cubicBezTo>
                      <a:pt x="2532" y="239"/>
                      <a:pt x="1725" y="573"/>
                      <a:pt x="1130" y="1168"/>
                    </a:cubicBezTo>
                    <a:cubicBezTo>
                      <a:pt x="536" y="1763"/>
                      <a:pt x="201" y="2570"/>
                      <a:pt x="201" y="3412"/>
                    </a:cubicBezTo>
                    <a:cubicBezTo>
                      <a:pt x="201" y="4253"/>
                      <a:pt x="536" y="5060"/>
                      <a:pt x="1130" y="5655"/>
                    </a:cubicBezTo>
                    <a:cubicBezTo>
                      <a:pt x="1725" y="6250"/>
                      <a:pt x="2532" y="6584"/>
                      <a:pt x="3373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37" name="Freeform: Shape 3236">
                <a:extLst>
                  <a:ext uri="{FF2B5EF4-FFF2-40B4-BE49-F238E27FC236}">
                    <a16:creationId xmlns:a16="http://schemas.microsoft.com/office/drawing/2014/main" id="{929B4C40-A475-0150-7A38-8831A87F6801}"/>
                  </a:ext>
                </a:extLst>
              </p:cNvPr>
              <p:cNvSpPr/>
              <p:nvPr/>
            </p:nvSpPr>
            <p:spPr>
              <a:xfrm>
                <a:off x="3402666" y="6509968"/>
                <a:ext cx="6343" cy="6345"/>
              </a:xfrm>
              <a:custGeom>
                <a:avLst/>
                <a:gdLst>
                  <a:gd name="connsiteX0" fmla="*/ 3373 w 6343"/>
                  <a:gd name="connsiteY0" fmla="*/ 6584 h 6345"/>
                  <a:gd name="connsiteX1" fmla="*/ 5615 w 6343"/>
                  <a:gd name="connsiteY1" fmla="*/ 5655 h 6345"/>
                  <a:gd name="connsiteX2" fmla="*/ 6544 w 6343"/>
                  <a:gd name="connsiteY2" fmla="*/ 3412 h 6345"/>
                  <a:gd name="connsiteX3" fmla="*/ 5615 w 6343"/>
                  <a:gd name="connsiteY3" fmla="*/ 1168 h 6345"/>
                  <a:gd name="connsiteX4" fmla="*/ 3373 w 6343"/>
                  <a:gd name="connsiteY4" fmla="*/ 239 h 6345"/>
                  <a:gd name="connsiteX5" fmla="*/ 1130 w 6343"/>
                  <a:gd name="connsiteY5" fmla="*/ 1168 h 6345"/>
                  <a:gd name="connsiteX6" fmla="*/ 201 w 6343"/>
                  <a:gd name="connsiteY6" fmla="*/ 3412 h 6345"/>
                  <a:gd name="connsiteX7" fmla="*/ 1130 w 6343"/>
                  <a:gd name="connsiteY7" fmla="*/ 5655 h 6345"/>
                  <a:gd name="connsiteX8" fmla="*/ 3373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84"/>
                    </a:moveTo>
                    <a:cubicBezTo>
                      <a:pt x="4214" y="6584"/>
                      <a:pt x="5020" y="6250"/>
                      <a:pt x="5615" y="5655"/>
                    </a:cubicBezTo>
                    <a:cubicBezTo>
                      <a:pt x="6210" y="5060"/>
                      <a:pt x="6544" y="4253"/>
                      <a:pt x="6544" y="3412"/>
                    </a:cubicBezTo>
                    <a:cubicBezTo>
                      <a:pt x="6544" y="2570"/>
                      <a:pt x="6210" y="1763"/>
                      <a:pt x="5615" y="1168"/>
                    </a:cubicBezTo>
                    <a:cubicBezTo>
                      <a:pt x="5020" y="573"/>
                      <a:pt x="4214" y="239"/>
                      <a:pt x="3373" y="239"/>
                    </a:cubicBezTo>
                    <a:cubicBezTo>
                      <a:pt x="2531" y="239"/>
                      <a:pt x="1725" y="573"/>
                      <a:pt x="1130" y="1168"/>
                    </a:cubicBezTo>
                    <a:cubicBezTo>
                      <a:pt x="535" y="1763"/>
                      <a:pt x="201" y="2570"/>
                      <a:pt x="201" y="3412"/>
                    </a:cubicBezTo>
                    <a:cubicBezTo>
                      <a:pt x="201" y="4253"/>
                      <a:pt x="535" y="5060"/>
                      <a:pt x="1130" y="5655"/>
                    </a:cubicBezTo>
                    <a:cubicBezTo>
                      <a:pt x="1725" y="6250"/>
                      <a:pt x="2531" y="6584"/>
                      <a:pt x="3373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38" name="Freeform: Shape 3237">
                <a:extLst>
                  <a:ext uri="{FF2B5EF4-FFF2-40B4-BE49-F238E27FC236}">
                    <a16:creationId xmlns:a16="http://schemas.microsoft.com/office/drawing/2014/main" id="{0534AF22-752C-7DF6-3511-B9D2F45EC39F}"/>
                  </a:ext>
                </a:extLst>
              </p:cNvPr>
              <p:cNvSpPr/>
              <p:nvPr/>
            </p:nvSpPr>
            <p:spPr>
              <a:xfrm>
                <a:off x="3609666" y="6163325"/>
                <a:ext cx="6343" cy="6345"/>
              </a:xfrm>
              <a:custGeom>
                <a:avLst/>
                <a:gdLst>
                  <a:gd name="connsiteX0" fmla="*/ 3389 w 6343"/>
                  <a:gd name="connsiteY0" fmla="*/ 6557 h 6345"/>
                  <a:gd name="connsiteX1" fmla="*/ 5632 w 6343"/>
                  <a:gd name="connsiteY1" fmla="*/ 5628 h 6345"/>
                  <a:gd name="connsiteX2" fmla="*/ 6560 w 6343"/>
                  <a:gd name="connsiteY2" fmla="*/ 3384 h 6345"/>
                  <a:gd name="connsiteX3" fmla="*/ 5632 w 6343"/>
                  <a:gd name="connsiteY3" fmla="*/ 1141 h 6345"/>
                  <a:gd name="connsiteX4" fmla="*/ 3389 w 6343"/>
                  <a:gd name="connsiteY4" fmla="*/ 211 h 6345"/>
                  <a:gd name="connsiteX5" fmla="*/ 1146 w 6343"/>
                  <a:gd name="connsiteY5" fmla="*/ 1141 h 6345"/>
                  <a:gd name="connsiteX6" fmla="*/ 217 w 6343"/>
                  <a:gd name="connsiteY6" fmla="*/ 3384 h 6345"/>
                  <a:gd name="connsiteX7" fmla="*/ 1146 w 6343"/>
                  <a:gd name="connsiteY7" fmla="*/ 5628 h 6345"/>
                  <a:gd name="connsiteX8" fmla="*/ 3389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7"/>
                    </a:moveTo>
                    <a:cubicBezTo>
                      <a:pt x="4230" y="6557"/>
                      <a:pt x="5037" y="6223"/>
                      <a:pt x="5632" y="5628"/>
                    </a:cubicBezTo>
                    <a:cubicBezTo>
                      <a:pt x="6226" y="5033"/>
                      <a:pt x="6560" y="4226"/>
                      <a:pt x="6560" y="3384"/>
                    </a:cubicBezTo>
                    <a:cubicBezTo>
                      <a:pt x="6560" y="2543"/>
                      <a:pt x="6226" y="1736"/>
                      <a:pt x="5632" y="1141"/>
                    </a:cubicBezTo>
                    <a:cubicBezTo>
                      <a:pt x="5037" y="546"/>
                      <a:pt x="4230" y="211"/>
                      <a:pt x="3389" y="211"/>
                    </a:cubicBezTo>
                    <a:cubicBezTo>
                      <a:pt x="2548" y="211"/>
                      <a:pt x="1741" y="546"/>
                      <a:pt x="1146" y="1141"/>
                    </a:cubicBezTo>
                    <a:cubicBezTo>
                      <a:pt x="552" y="1736"/>
                      <a:pt x="217" y="2543"/>
                      <a:pt x="217" y="3384"/>
                    </a:cubicBezTo>
                    <a:cubicBezTo>
                      <a:pt x="217" y="4226"/>
                      <a:pt x="552" y="5033"/>
                      <a:pt x="1146" y="5628"/>
                    </a:cubicBezTo>
                    <a:cubicBezTo>
                      <a:pt x="1741" y="6223"/>
                      <a:pt x="2548" y="6557"/>
                      <a:pt x="3389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39" name="Freeform: Shape 3238">
                <a:extLst>
                  <a:ext uri="{FF2B5EF4-FFF2-40B4-BE49-F238E27FC236}">
                    <a16:creationId xmlns:a16="http://schemas.microsoft.com/office/drawing/2014/main" id="{B20B36F8-370A-D5ED-BCC2-7642028448C9}"/>
                  </a:ext>
                </a:extLst>
              </p:cNvPr>
              <p:cNvSpPr/>
              <p:nvPr/>
            </p:nvSpPr>
            <p:spPr>
              <a:xfrm>
                <a:off x="3608886" y="6158755"/>
                <a:ext cx="6343" cy="6345"/>
              </a:xfrm>
              <a:custGeom>
                <a:avLst/>
                <a:gdLst>
                  <a:gd name="connsiteX0" fmla="*/ 3389 w 6343"/>
                  <a:gd name="connsiteY0" fmla="*/ 6557 h 6345"/>
                  <a:gd name="connsiteX1" fmla="*/ 5631 w 6343"/>
                  <a:gd name="connsiteY1" fmla="*/ 5627 h 6345"/>
                  <a:gd name="connsiteX2" fmla="*/ 6560 w 6343"/>
                  <a:gd name="connsiteY2" fmla="*/ 3384 h 6345"/>
                  <a:gd name="connsiteX3" fmla="*/ 5631 w 6343"/>
                  <a:gd name="connsiteY3" fmla="*/ 1140 h 6345"/>
                  <a:gd name="connsiteX4" fmla="*/ 3389 w 6343"/>
                  <a:gd name="connsiteY4" fmla="*/ 211 h 6345"/>
                  <a:gd name="connsiteX5" fmla="*/ 1146 w 6343"/>
                  <a:gd name="connsiteY5" fmla="*/ 1140 h 6345"/>
                  <a:gd name="connsiteX6" fmla="*/ 217 w 6343"/>
                  <a:gd name="connsiteY6" fmla="*/ 3384 h 6345"/>
                  <a:gd name="connsiteX7" fmla="*/ 1146 w 6343"/>
                  <a:gd name="connsiteY7" fmla="*/ 5627 h 6345"/>
                  <a:gd name="connsiteX8" fmla="*/ 3389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7"/>
                    </a:moveTo>
                    <a:cubicBezTo>
                      <a:pt x="4230" y="6557"/>
                      <a:pt x="5037" y="6222"/>
                      <a:pt x="5631" y="5627"/>
                    </a:cubicBezTo>
                    <a:cubicBezTo>
                      <a:pt x="6226" y="5032"/>
                      <a:pt x="6560" y="4225"/>
                      <a:pt x="6560" y="3384"/>
                    </a:cubicBezTo>
                    <a:cubicBezTo>
                      <a:pt x="6560" y="2542"/>
                      <a:pt x="6226" y="1735"/>
                      <a:pt x="5631" y="1140"/>
                    </a:cubicBezTo>
                    <a:cubicBezTo>
                      <a:pt x="5037" y="545"/>
                      <a:pt x="4230" y="211"/>
                      <a:pt x="3389" y="211"/>
                    </a:cubicBezTo>
                    <a:cubicBezTo>
                      <a:pt x="2548" y="211"/>
                      <a:pt x="1741" y="545"/>
                      <a:pt x="1146" y="1140"/>
                    </a:cubicBezTo>
                    <a:cubicBezTo>
                      <a:pt x="551" y="1735"/>
                      <a:pt x="217" y="2542"/>
                      <a:pt x="217" y="3384"/>
                    </a:cubicBezTo>
                    <a:cubicBezTo>
                      <a:pt x="217" y="4225"/>
                      <a:pt x="551" y="5032"/>
                      <a:pt x="1146" y="5627"/>
                    </a:cubicBezTo>
                    <a:cubicBezTo>
                      <a:pt x="1741" y="6222"/>
                      <a:pt x="2548" y="6557"/>
                      <a:pt x="3389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40" name="Freeform: Shape 3239">
                <a:extLst>
                  <a:ext uri="{FF2B5EF4-FFF2-40B4-BE49-F238E27FC236}">
                    <a16:creationId xmlns:a16="http://schemas.microsoft.com/office/drawing/2014/main" id="{4C06AE6B-AD95-B8D5-13E5-593BC4C03294}"/>
                  </a:ext>
                </a:extLst>
              </p:cNvPr>
              <p:cNvSpPr/>
              <p:nvPr/>
            </p:nvSpPr>
            <p:spPr>
              <a:xfrm>
                <a:off x="3608509" y="6153628"/>
                <a:ext cx="6343" cy="6345"/>
              </a:xfrm>
              <a:custGeom>
                <a:avLst/>
                <a:gdLst>
                  <a:gd name="connsiteX0" fmla="*/ 3389 w 6343"/>
                  <a:gd name="connsiteY0" fmla="*/ 6556 h 6345"/>
                  <a:gd name="connsiteX1" fmla="*/ 5631 w 6343"/>
                  <a:gd name="connsiteY1" fmla="*/ 5627 h 6345"/>
                  <a:gd name="connsiteX2" fmla="*/ 6560 w 6343"/>
                  <a:gd name="connsiteY2" fmla="*/ 3383 h 6345"/>
                  <a:gd name="connsiteX3" fmla="*/ 5631 w 6343"/>
                  <a:gd name="connsiteY3" fmla="*/ 1140 h 6345"/>
                  <a:gd name="connsiteX4" fmla="*/ 3389 w 6343"/>
                  <a:gd name="connsiteY4" fmla="*/ 211 h 6345"/>
                  <a:gd name="connsiteX5" fmla="*/ 1146 w 6343"/>
                  <a:gd name="connsiteY5" fmla="*/ 1140 h 6345"/>
                  <a:gd name="connsiteX6" fmla="*/ 217 w 6343"/>
                  <a:gd name="connsiteY6" fmla="*/ 3383 h 6345"/>
                  <a:gd name="connsiteX7" fmla="*/ 1146 w 6343"/>
                  <a:gd name="connsiteY7" fmla="*/ 5627 h 6345"/>
                  <a:gd name="connsiteX8" fmla="*/ 3389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6"/>
                    </a:moveTo>
                    <a:cubicBezTo>
                      <a:pt x="4230" y="6556"/>
                      <a:pt x="5037" y="6222"/>
                      <a:pt x="5631" y="5627"/>
                    </a:cubicBezTo>
                    <a:cubicBezTo>
                      <a:pt x="6226" y="5032"/>
                      <a:pt x="6560" y="4225"/>
                      <a:pt x="6560" y="3383"/>
                    </a:cubicBezTo>
                    <a:cubicBezTo>
                      <a:pt x="6560" y="2542"/>
                      <a:pt x="6226" y="1735"/>
                      <a:pt x="5631" y="1140"/>
                    </a:cubicBezTo>
                    <a:cubicBezTo>
                      <a:pt x="5037" y="545"/>
                      <a:pt x="4230" y="211"/>
                      <a:pt x="3389" y="211"/>
                    </a:cubicBezTo>
                    <a:cubicBezTo>
                      <a:pt x="2548" y="211"/>
                      <a:pt x="1741" y="545"/>
                      <a:pt x="1146" y="1140"/>
                    </a:cubicBezTo>
                    <a:cubicBezTo>
                      <a:pt x="551" y="1735"/>
                      <a:pt x="217" y="2542"/>
                      <a:pt x="217" y="3383"/>
                    </a:cubicBezTo>
                    <a:cubicBezTo>
                      <a:pt x="217" y="4225"/>
                      <a:pt x="551" y="5032"/>
                      <a:pt x="1146" y="5627"/>
                    </a:cubicBezTo>
                    <a:cubicBezTo>
                      <a:pt x="1741" y="6222"/>
                      <a:pt x="2548" y="6556"/>
                      <a:pt x="3389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41" name="Freeform: Shape 3240">
                <a:extLst>
                  <a:ext uri="{FF2B5EF4-FFF2-40B4-BE49-F238E27FC236}">
                    <a16:creationId xmlns:a16="http://schemas.microsoft.com/office/drawing/2014/main" id="{F6AE10EF-535B-8314-1949-EAE382DEEE6D}"/>
                  </a:ext>
                </a:extLst>
              </p:cNvPr>
              <p:cNvSpPr/>
              <p:nvPr/>
            </p:nvSpPr>
            <p:spPr>
              <a:xfrm>
                <a:off x="3608262" y="6148393"/>
                <a:ext cx="6343" cy="6345"/>
              </a:xfrm>
              <a:custGeom>
                <a:avLst/>
                <a:gdLst>
                  <a:gd name="connsiteX0" fmla="*/ 3389 w 6343"/>
                  <a:gd name="connsiteY0" fmla="*/ 6556 h 6345"/>
                  <a:gd name="connsiteX1" fmla="*/ 5631 w 6343"/>
                  <a:gd name="connsiteY1" fmla="*/ 5626 h 6345"/>
                  <a:gd name="connsiteX2" fmla="*/ 6560 w 6343"/>
                  <a:gd name="connsiteY2" fmla="*/ 3383 h 6345"/>
                  <a:gd name="connsiteX3" fmla="*/ 5631 w 6343"/>
                  <a:gd name="connsiteY3" fmla="*/ 1140 h 6345"/>
                  <a:gd name="connsiteX4" fmla="*/ 3389 w 6343"/>
                  <a:gd name="connsiteY4" fmla="*/ 210 h 6345"/>
                  <a:gd name="connsiteX5" fmla="*/ 1146 w 6343"/>
                  <a:gd name="connsiteY5" fmla="*/ 1140 h 6345"/>
                  <a:gd name="connsiteX6" fmla="*/ 217 w 6343"/>
                  <a:gd name="connsiteY6" fmla="*/ 3383 h 6345"/>
                  <a:gd name="connsiteX7" fmla="*/ 1146 w 6343"/>
                  <a:gd name="connsiteY7" fmla="*/ 5626 h 6345"/>
                  <a:gd name="connsiteX8" fmla="*/ 3389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6"/>
                    </a:moveTo>
                    <a:cubicBezTo>
                      <a:pt x="4230" y="6556"/>
                      <a:pt x="5037" y="6221"/>
                      <a:pt x="5631" y="5626"/>
                    </a:cubicBezTo>
                    <a:cubicBezTo>
                      <a:pt x="6226" y="5031"/>
                      <a:pt x="6560" y="4224"/>
                      <a:pt x="6560" y="3383"/>
                    </a:cubicBezTo>
                    <a:cubicBezTo>
                      <a:pt x="6560" y="2542"/>
                      <a:pt x="6226" y="1735"/>
                      <a:pt x="5631" y="1140"/>
                    </a:cubicBezTo>
                    <a:cubicBezTo>
                      <a:pt x="5037" y="545"/>
                      <a:pt x="4230" y="210"/>
                      <a:pt x="3389" y="210"/>
                    </a:cubicBezTo>
                    <a:cubicBezTo>
                      <a:pt x="2548" y="210"/>
                      <a:pt x="1741" y="545"/>
                      <a:pt x="1146" y="1140"/>
                    </a:cubicBezTo>
                    <a:cubicBezTo>
                      <a:pt x="551" y="1735"/>
                      <a:pt x="217" y="2542"/>
                      <a:pt x="217" y="3383"/>
                    </a:cubicBezTo>
                    <a:cubicBezTo>
                      <a:pt x="217" y="4224"/>
                      <a:pt x="551" y="5031"/>
                      <a:pt x="1146" y="5626"/>
                    </a:cubicBezTo>
                    <a:cubicBezTo>
                      <a:pt x="1741" y="6221"/>
                      <a:pt x="2548" y="6556"/>
                      <a:pt x="3389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42" name="Freeform: Shape 3241">
                <a:extLst>
                  <a:ext uri="{FF2B5EF4-FFF2-40B4-BE49-F238E27FC236}">
                    <a16:creationId xmlns:a16="http://schemas.microsoft.com/office/drawing/2014/main" id="{9287F537-3B64-3016-A2DB-0BF35B5002F1}"/>
                  </a:ext>
                </a:extLst>
              </p:cNvPr>
              <p:cNvSpPr/>
              <p:nvPr/>
            </p:nvSpPr>
            <p:spPr>
              <a:xfrm>
                <a:off x="3607784" y="6143610"/>
                <a:ext cx="6343" cy="6345"/>
              </a:xfrm>
              <a:custGeom>
                <a:avLst/>
                <a:gdLst>
                  <a:gd name="connsiteX0" fmla="*/ 3389 w 6343"/>
                  <a:gd name="connsiteY0" fmla="*/ 6555 h 6345"/>
                  <a:gd name="connsiteX1" fmla="*/ 5631 w 6343"/>
                  <a:gd name="connsiteY1" fmla="*/ 5626 h 6345"/>
                  <a:gd name="connsiteX2" fmla="*/ 6560 w 6343"/>
                  <a:gd name="connsiteY2" fmla="*/ 3383 h 6345"/>
                  <a:gd name="connsiteX3" fmla="*/ 5631 w 6343"/>
                  <a:gd name="connsiteY3" fmla="*/ 1139 h 6345"/>
                  <a:gd name="connsiteX4" fmla="*/ 3389 w 6343"/>
                  <a:gd name="connsiteY4" fmla="*/ 210 h 6345"/>
                  <a:gd name="connsiteX5" fmla="*/ 1146 w 6343"/>
                  <a:gd name="connsiteY5" fmla="*/ 1139 h 6345"/>
                  <a:gd name="connsiteX6" fmla="*/ 217 w 6343"/>
                  <a:gd name="connsiteY6" fmla="*/ 3383 h 6345"/>
                  <a:gd name="connsiteX7" fmla="*/ 1146 w 6343"/>
                  <a:gd name="connsiteY7" fmla="*/ 5626 h 6345"/>
                  <a:gd name="connsiteX8" fmla="*/ 3389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5"/>
                    </a:moveTo>
                    <a:cubicBezTo>
                      <a:pt x="4230" y="6555"/>
                      <a:pt x="5037" y="6221"/>
                      <a:pt x="5631" y="5626"/>
                    </a:cubicBezTo>
                    <a:cubicBezTo>
                      <a:pt x="6226" y="5031"/>
                      <a:pt x="6560" y="4224"/>
                      <a:pt x="6560" y="3383"/>
                    </a:cubicBezTo>
                    <a:cubicBezTo>
                      <a:pt x="6560" y="2541"/>
                      <a:pt x="6226" y="1734"/>
                      <a:pt x="5631" y="1139"/>
                    </a:cubicBezTo>
                    <a:cubicBezTo>
                      <a:pt x="5037" y="544"/>
                      <a:pt x="4230" y="210"/>
                      <a:pt x="3389" y="210"/>
                    </a:cubicBezTo>
                    <a:cubicBezTo>
                      <a:pt x="2548" y="210"/>
                      <a:pt x="1741" y="544"/>
                      <a:pt x="1146" y="1139"/>
                    </a:cubicBezTo>
                    <a:cubicBezTo>
                      <a:pt x="551" y="1734"/>
                      <a:pt x="217" y="2541"/>
                      <a:pt x="217" y="3383"/>
                    </a:cubicBezTo>
                    <a:cubicBezTo>
                      <a:pt x="217" y="4224"/>
                      <a:pt x="551" y="5031"/>
                      <a:pt x="1146" y="5626"/>
                    </a:cubicBezTo>
                    <a:cubicBezTo>
                      <a:pt x="1741" y="6221"/>
                      <a:pt x="2548" y="6555"/>
                      <a:pt x="3389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43" name="Freeform: Shape 3242">
                <a:extLst>
                  <a:ext uri="{FF2B5EF4-FFF2-40B4-BE49-F238E27FC236}">
                    <a16:creationId xmlns:a16="http://schemas.microsoft.com/office/drawing/2014/main" id="{278F854F-1227-34C1-8AE7-50FA0DB3803C}"/>
                  </a:ext>
                </a:extLst>
              </p:cNvPr>
              <p:cNvSpPr/>
              <p:nvPr/>
            </p:nvSpPr>
            <p:spPr>
              <a:xfrm>
                <a:off x="3448108" y="6380437"/>
                <a:ext cx="6343" cy="6345"/>
              </a:xfrm>
              <a:custGeom>
                <a:avLst/>
                <a:gdLst>
                  <a:gd name="connsiteX0" fmla="*/ 3376 w 6343"/>
                  <a:gd name="connsiteY0" fmla="*/ 6574 h 6345"/>
                  <a:gd name="connsiteX1" fmla="*/ 5619 w 6343"/>
                  <a:gd name="connsiteY1" fmla="*/ 5645 h 6345"/>
                  <a:gd name="connsiteX2" fmla="*/ 6548 w 6343"/>
                  <a:gd name="connsiteY2" fmla="*/ 3401 h 6345"/>
                  <a:gd name="connsiteX3" fmla="*/ 5619 w 6343"/>
                  <a:gd name="connsiteY3" fmla="*/ 1158 h 6345"/>
                  <a:gd name="connsiteX4" fmla="*/ 3376 w 6343"/>
                  <a:gd name="connsiteY4" fmla="*/ 229 h 6345"/>
                  <a:gd name="connsiteX5" fmla="*/ 1134 w 6343"/>
                  <a:gd name="connsiteY5" fmla="*/ 1158 h 6345"/>
                  <a:gd name="connsiteX6" fmla="*/ 205 w 6343"/>
                  <a:gd name="connsiteY6" fmla="*/ 3401 h 6345"/>
                  <a:gd name="connsiteX7" fmla="*/ 1134 w 6343"/>
                  <a:gd name="connsiteY7" fmla="*/ 5645 h 6345"/>
                  <a:gd name="connsiteX8" fmla="*/ 3376 w 6343"/>
                  <a:gd name="connsiteY8" fmla="*/ 65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574"/>
                    </a:moveTo>
                    <a:cubicBezTo>
                      <a:pt x="4217" y="6574"/>
                      <a:pt x="5024" y="6240"/>
                      <a:pt x="5619" y="5645"/>
                    </a:cubicBezTo>
                    <a:cubicBezTo>
                      <a:pt x="6214" y="5050"/>
                      <a:pt x="6548" y="4243"/>
                      <a:pt x="6548" y="3401"/>
                    </a:cubicBezTo>
                    <a:cubicBezTo>
                      <a:pt x="6548" y="2560"/>
                      <a:pt x="6214" y="1753"/>
                      <a:pt x="5619" y="1158"/>
                    </a:cubicBezTo>
                    <a:cubicBezTo>
                      <a:pt x="5024" y="563"/>
                      <a:pt x="4217" y="229"/>
                      <a:pt x="3376" y="229"/>
                    </a:cubicBezTo>
                    <a:cubicBezTo>
                      <a:pt x="2535" y="229"/>
                      <a:pt x="1728" y="563"/>
                      <a:pt x="1134" y="1158"/>
                    </a:cubicBezTo>
                    <a:cubicBezTo>
                      <a:pt x="539" y="1753"/>
                      <a:pt x="205" y="2560"/>
                      <a:pt x="205" y="3401"/>
                    </a:cubicBezTo>
                    <a:cubicBezTo>
                      <a:pt x="205" y="4243"/>
                      <a:pt x="539" y="5050"/>
                      <a:pt x="1134" y="5645"/>
                    </a:cubicBezTo>
                    <a:cubicBezTo>
                      <a:pt x="1728" y="6240"/>
                      <a:pt x="2535" y="6574"/>
                      <a:pt x="3376" y="65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44" name="Freeform: Shape 3243">
                <a:extLst>
                  <a:ext uri="{FF2B5EF4-FFF2-40B4-BE49-F238E27FC236}">
                    <a16:creationId xmlns:a16="http://schemas.microsoft.com/office/drawing/2014/main" id="{FA171AF7-84E6-3FFC-7B14-25219A68ABEB}"/>
                  </a:ext>
                </a:extLst>
              </p:cNvPr>
              <p:cNvSpPr/>
              <p:nvPr/>
            </p:nvSpPr>
            <p:spPr>
              <a:xfrm>
                <a:off x="3447780" y="6372397"/>
                <a:ext cx="6343" cy="6345"/>
              </a:xfrm>
              <a:custGeom>
                <a:avLst/>
                <a:gdLst>
                  <a:gd name="connsiteX0" fmla="*/ 3376 w 6343"/>
                  <a:gd name="connsiteY0" fmla="*/ 6573 h 6345"/>
                  <a:gd name="connsiteX1" fmla="*/ 5619 w 6343"/>
                  <a:gd name="connsiteY1" fmla="*/ 5644 h 6345"/>
                  <a:gd name="connsiteX2" fmla="*/ 6548 w 6343"/>
                  <a:gd name="connsiteY2" fmla="*/ 3401 h 6345"/>
                  <a:gd name="connsiteX3" fmla="*/ 5619 w 6343"/>
                  <a:gd name="connsiteY3" fmla="*/ 1157 h 6345"/>
                  <a:gd name="connsiteX4" fmla="*/ 3376 w 6343"/>
                  <a:gd name="connsiteY4" fmla="*/ 228 h 6345"/>
                  <a:gd name="connsiteX5" fmla="*/ 1134 w 6343"/>
                  <a:gd name="connsiteY5" fmla="*/ 1157 h 6345"/>
                  <a:gd name="connsiteX6" fmla="*/ 205 w 6343"/>
                  <a:gd name="connsiteY6" fmla="*/ 3401 h 6345"/>
                  <a:gd name="connsiteX7" fmla="*/ 1134 w 6343"/>
                  <a:gd name="connsiteY7" fmla="*/ 5644 h 6345"/>
                  <a:gd name="connsiteX8" fmla="*/ 3376 w 6343"/>
                  <a:gd name="connsiteY8" fmla="*/ 65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573"/>
                    </a:moveTo>
                    <a:cubicBezTo>
                      <a:pt x="4217" y="6573"/>
                      <a:pt x="5024" y="6239"/>
                      <a:pt x="5619" y="5644"/>
                    </a:cubicBezTo>
                    <a:cubicBezTo>
                      <a:pt x="6214" y="5049"/>
                      <a:pt x="6548" y="4242"/>
                      <a:pt x="6548" y="3401"/>
                    </a:cubicBezTo>
                    <a:cubicBezTo>
                      <a:pt x="6548" y="2559"/>
                      <a:pt x="6214" y="1752"/>
                      <a:pt x="5619" y="1157"/>
                    </a:cubicBezTo>
                    <a:cubicBezTo>
                      <a:pt x="5024" y="562"/>
                      <a:pt x="4217" y="228"/>
                      <a:pt x="3376" y="228"/>
                    </a:cubicBezTo>
                    <a:cubicBezTo>
                      <a:pt x="2535" y="228"/>
                      <a:pt x="1728" y="562"/>
                      <a:pt x="1134" y="1157"/>
                    </a:cubicBezTo>
                    <a:cubicBezTo>
                      <a:pt x="539" y="1752"/>
                      <a:pt x="205" y="2559"/>
                      <a:pt x="205" y="3401"/>
                    </a:cubicBezTo>
                    <a:cubicBezTo>
                      <a:pt x="205" y="4242"/>
                      <a:pt x="539" y="5049"/>
                      <a:pt x="1134" y="5644"/>
                    </a:cubicBezTo>
                    <a:cubicBezTo>
                      <a:pt x="1728" y="6239"/>
                      <a:pt x="2535" y="6573"/>
                      <a:pt x="3376" y="65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45" name="Freeform: Shape 3244">
                <a:extLst>
                  <a:ext uri="{FF2B5EF4-FFF2-40B4-BE49-F238E27FC236}">
                    <a16:creationId xmlns:a16="http://schemas.microsoft.com/office/drawing/2014/main" id="{F5757FFE-CCF9-51CF-B0A3-82DC0771151B}"/>
                  </a:ext>
                </a:extLst>
              </p:cNvPr>
              <p:cNvSpPr/>
              <p:nvPr/>
            </p:nvSpPr>
            <p:spPr>
              <a:xfrm>
                <a:off x="3354424" y="6501938"/>
                <a:ext cx="6343" cy="6345"/>
              </a:xfrm>
              <a:custGeom>
                <a:avLst/>
                <a:gdLst>
                  <a:gd name="connsiteX0" fmla="*/ 3369 w 6343"/>
                  <a:gd name="connsiteY0" fmla="*/ 6584 h 6345"/>
                  <a:gd name="connsiteX1" fmla="*/ 5611 w 6343"/>
                  <a:gd name="connsiteY1" fmla="*/ 5654 h 6345"/>
                  <a:gd name="connsiteX2" fmla="*/ 6540 w 6343"/>
                  <a:gd name="connsiteY2" fmla="*/ 3411 h 6345"/>
                  <a:gd name="connsiteX3" fmla="*/ 5611 w 6343"/>
                  <a:gd name="connsiteY3" fmla="*/ 1167 h 6345"/>
                  <a:gd name="connsiteX4" fmla="*/ 3369 w 6343"/>
                  <a:gd name="connsiteY4" fmla="*/ 238 h 6345"/>
                  <a:gd name="connsiteX5" fmla="*/ 1126 w 6343"/>
                  <a:gd name="connsiteY5" fmla="*/ 1167 h 6345"/>
                  <a:gd name="connsiteX6" fmla="*/ 197 w 6343"/>
                  <a:gd name="connsiteY6" fmla="*/ 3411 h 6345"/>
                  <a:gd name="connsiteX7" fmla="*/ 1126 w 6343"/>
                  <a:gd name="connsiteY7" fmla="*/ 5654 h 6345"/>
                  <a:gd name="connsiteX8" fmla="*/ 3369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584"/>
                    </a:moveTo>
                    <a:cubicBezTo>
                      <a:pt x="4210" y="6584"/>
                      <a:pt x="5017" y="6249"/>
                      <a:pt x="5611" y="5654"/>
                    </a:cubicBezTo>
                    <a:cubicBezTo>
                      <a:pt x="6206" y="5059"/>
                      <a:pt x="6540" y="4252"/>
                      <a:pt x="6540" y="3411"/>
                    </a:cubicBezTo>
                    <a:cubicBezTo>
                      <a:pt x="6540" y="2569"/>
                      <a:pt x="6206" y="1762"/>
                      <a:pt x="5611" y="1167"/>
                    </a:cubicBezTo>
                    <a:cubicBezTo>
                      <a:pt x="5017" y="572"/>
                      <a:pt x="4210" y="238"/>
                      <a:pt x="3369" y="238"/>
                    </a:cubicBezTo>
                    <a:cubicBezTo>
                      <a:pt x="2528" y="238"/>
                      <a:pt x="1721" y="572"/>
                      <a:pt x="1126" y="1167"/>
                    </a:cubicBezTo>
                    <a:cubicBezTo>
                      <a:pt x="531" y="1762"/>
                      <a:pt x="197" y="2569"/>
                      <a:pt x="197" y="3411"/>
                    </a:cubicBezTo>
                    <a:cubicBezTo>
                      <a:pt x="197" y="4252"/>
                      <a:pt x="531" y="5059"/>
                      <a:pt x="1126" y="5654"/>
                    </a:cubicBezTo>
                    <a:cubicBezTo>
                      <a:pt x="1721" y="6249"/>
                      <a:pt x="2528" y="6584"/>
                      <a:pt x="3369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46" name="Freeform: Shape 3245">
                <a:extLst>
                  <a:ext uri="{FF2B5EF4-FFF2-40B4-BE49-F238E27FC236}">
                    <a16:creationId xmlns:a16="http://schemas.microsoft.com/office/drawing/2014/main" id="{EF40DB6B-5CC0-A4B4-806E-784125331228}"/>
                  </a:ext>
                </a:extLst>
              </p:cNvPr>
              <p:cNvSpPr/>
              <p:nvPr/>
            </p:nvSpPr>
            <p:spPr>
              <a:xfrm>
                <a:off x="3348845" y="6500035"/>
                <a:ext cx="6343" cy="6345"/>
              </a:xfrm>
              <a:custGeom>
                <a:avLst/>
                <a:gdLst>
                  <a:gd name="connsiteX0" fmla="*/ 3368 w 6343"/>
                  <a:gd name="connsiteY0" fmla="*/ 6583 h 6345"/>
                  <a:gd name="connsiteX1" fmla="*/ 5611 w 6343"/>
                  <a:gd name="connsiteY1" fmla="*/ 5654 h 6345"/>
                  <a:gd name="connsiteX2" fmla="*/ 6540 w 6343"/>
                  <a:gd name="connsiteY2" fmla="*/ 3411 h 6345"/>
                  <a:gd name="connsiteX3" fmla="*/ 5611 w 6343"/>
                  <a:gd name="connsiteY3" fmla="*/ 1167 h 6345"/>
                  <a:gd name="connsiteX4" fmla="*/ 3368 w 6343"/>
                  <a:gd name="connsiteY4" fmla="*/ 238 h 6345"/>
                  <a:gd name="connsiteX5" fmla="*/ 1126 w 6343"/>
                  <a:gd name="connsiteY5" fmla="*/ 1167 h 6345"/>
                  <a:gd name="connsiteX6" fmla="*/ 197 w 6343"/>
                  <a:gd name="connsiteY6" fmla="*/ 3411 h 6345"/>
                  <a:gd name="connsiteX7" fmla="*/ 1126 w 6343"/>
                  <a:gd name="connsiteY7" fmla="*/ 5654 h 6345"/>
                  <a:gd name="connsiteX8" fmla="*/ 3368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583"/>
                    </a:moveTo>
                    <a:cubicBezTo>
                      <a:pt x="4209" y="6583"/>
                      <a:pt x="5016" y="6249"/>
                      <a:pt x="5611" y="5654"/>
                    </a:cubicBezTo>
                    <a:cubicBezTo>
                      <a:pt x="6206" y="5059"/>
                      <a:pt x="6540" y="4252"/>
                      <a:pt x="6540" y="3411"/>
                    </a:cubicBezTo>
                    <a:cubicBezTo>
                      <a:pt x="6540" y="2569"/>
                      <a:pt x="6206" y="1762"/>
                      <a:pt x="5611" y="1167"/>
                    </a:cubicBezTo>
                    <a:cubicBezTo>
                      <a:pt x="5016" y="572"/>
                      <a:pt x="4209" y="238"/>
                      <a:pt x="3368" y="238"/>
                    </a:cubicBezTo>
                    <a:cubicBezTo>
                      <a:pt x="2527" y="238"/>
                      <a:pt x="1720" y="572"/>
                      <a:pt x="1126" y="1167"/>
                    </a:cubicBezTo>
                    <a:cubicBezTo>
                      <a:pt x="531" y="1762"/>
                      <a:pt x="197" y="2569"/>
                      <a:pt x="197" y="3411"/>
                    </a:cubicBezTo>
                    <a:cubicBezTo>
                      <a:pt x="197" y="4252"/>
                      <a:pt x="531" y="5059"/>
                      <a:pt x="1126" y="5654"/>
                    </a:cubicBezTo>
                    <a:cubicBezTo>
                      <a:pt x="1720" y="6249"/>
                      <a:pt x="2527" y="6583"/>
                      <a:pt x="3368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47" name="Freeform: Shape 3246">
                <a:extLst>
                  <a:ext uri="{FF2B5EF4-FFF2-40B4-BE49-F238E27FC236}">
                    <a16:creationId xmlns:a16="http://schemas.microsoft.com/office/drawing/2014/main" id="{17193659-9790-6FFC-84D5-CFDFB6C13C4E}"/>
                  </a:ext>
                </a:extLst>
              </p:cNvPr>
              <p:cNvSpPr/>
              <p:nvPr/>
            </p:nvSpPr>
            <p:spPr>
              <a:xfrm>
                <a:off x="3564099" y="6180316"/>
                <a:ext cx="6343" cy="6345"/>
              </a:xfrm>
              <a:custGeom>
                <a:avLst/>
                <a:gdLst>
                  <a:gd name="connsiteX0" fmla="*/ 3385 w 6343"/>
                  <a:gd name="connsiteY0" fmla="*/ 6558 h 6345"/>
                  <a:gd name="connsiteX1" fmla="*/ 5628 w 6343"/>
                  <a:gd name="connsiteY1" fmla="*/ 5629 h 6345"/>
                  <a:gd name="connsiteX2" fmla="*/ 6557 w 6343"/>
                  <a:gd name="connsiteY2" fmla="*/ 3386 h 6345"/>
                  <a:gd name="connsiteX3" fmla="*/ 5628 w 6343"/>
                  <a:gd name="connsiteY3" fmla="*/ 1142 h 6345"/>
                  <a:gd name="connsiteX4" fmla="*/ 3385 w 6343"/>
                  <a:gd name="connsiteY4" fmla="*/ 213 h 6345"/>
                  <a:gd name="connsiteX5" fmla="*/ 1143 w 6343"/>
                  <a:gd name="connsiteY5" fmla="*/ 1142 h 6345"/>
                  <a:gd name="connsiteX6" fmla="*/ 214 w 6343"/>
                  <a:gd name="connsiteY6" fmla="*/ 3386 h 6345"/>
                  <a:gd name="connsiteX7" fmla="*/ 1143 w 6343"/>
                  <a:gd name="connsiteY7" fmla="*/ 5629 h 6345"/>
                  <a:gd name="connsiteX8" fmla="*/ 338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58"/>
                    </a:moveTo>
                    <a:cubicBezTo>
                      <a:pt x="4226" y="6558"/>
                      <a:pt x="5033" y="6224"/>
                      <a:pt x="5628" y="5629"/>
                    </a:cubicBezTo>
                    <a:cubicBezTo>
                      <a:pt x="6223" y="5034"/>
                      <a:pt x="6557" y="4227"/>
                      <a:pt x="6557" y="3386"/>
                    </a:cubicBezTo>
                    <a:cubicBezTo>
                      <a:pt x="6557" y="2544"/>
                      <a:pt x="6223" y="1737"/>
                      <a:pt x="5628" y="1142"/>
                    </a:cubicBezTo>
                    <a:cubicBezTo>
                      <a:pt x="5033" y="547"/>
                      <a:pt x="4226" y="213"/>
                      <a:pt x="3385" y="213"/>
                    </a:cubicBezTo>
                    <a:cubicBezTo>
                      <a:pt x="2544" y="213"/>
                      <a:pt x="1737" y="547"/>
                      <a:pt x="1143" y="1142"/>
                    </a:cubicBezTo>
                    <a:cubicBezTo>
                      <a:pt x="548" y="1737"/>
                      <a:pt x="214" y="2544"/>
                      <a:pt x="214" y="3386"/>
                    </a:cubicBezTo>
                    <a:cubicBezTo>
                      <a:pt x="214" y="4227"/>
                      <a:pt x="548" y="5034"/>
                      <a:pt x="1143" y="5629"/>
                    </a:cubicBezTo>
                    <a:cubicBezTo>
                      <a:pt x="1737" y="6224"/>
                      <a:pt x="2544" y="6558"/>
                      <a:pt x="338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48" name="Freeform: Shape 3247">
                <a:extLst>
                  <a:ext uri="{FF2B5EF4-FFF2-40B4-BE49-F238E27FC236}">
                    <a16:creationId xmlns:a16="http://schemas.microsoft.com/office/drawing/2014/main" id="{2A3D55D8-3532-CFA6-C009-48EAA4E2F65B}"/>
                  </a:ext>
                </a:extLst>
              </p:cNvPr>
              <p:cNvSpPr/>
              <p:nvPr/>
            </p:nvSpPr>
            <p:spPr>
              <a:xfrm>
                <a:off x="3560939" y="6179034"/>
                <a:ext cx="6343" cy="6345"/>
              </a:xfrm>
              <a:custGeom>
                <a:avLst/>
                <a:gdLst>
                  <a:gd name="connsiteX0" fmla="*/ 3385 w 6343"/>
                  <a:gd name="connsiteY0" fmla="*/ 6558 h 6345"/>
                  <a:gd name="connsiteX1" fmla="*/ 5628 w 6343"/>
                  <a:gd name="connsiteY1" fmla="*/ 5629 h 6345"/>
                  <a:gd name="connsiteX2" fmla="*/ 6557 w 6343"/>
                  <a:gd name="connsiteY2" fmla="*/ 3385 h 6345"/>
                  <a:gd name="connsiteX3" fmla="*/ 5628 w 6343"/>
                  <a:gd name="connsiteY3" fmla="*/ 1142 h 6345"/>
                  <a:gd name="connsiteX4" fmla="*/ 3385 w 6343"/>
                  <a:gd name="connsiteY4" fmla="*/ 213 h 6345"/>
                  <a:gd name="connsiteX5" fmla="*/ 1142 w 6343"/>
                  <a:gd name="connsiteY5" fmla="*/ 1142 h 6345"/>
                  <a:gd name="connsiteX6" fmla="*/ 214 w 6343"/>
                  <a:gd name="connsiteY6" fmla="*/ 3385 h 6345"/>
                  <a:gd name="connsiteX7" fmla="*/ 1142 w 6343"/>
                  <a:gd name="connsiteY7" fmla="*/ 5629 h 6345"/>
                  <a:gd name="connsiteX8" fmla="*/ 338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58"/>
                    </a:moveTo>
                    <a:cubicBezTo>
                      <a:pt x="4226" y="6558"/>
                      <a:pt x="5033" y="6224"/>
                      <a:pt x="5628" y="5629"/>
                    </a:cubicBezTo>
                    <a:cubicBezTo>
                      <a:pt x="6222" y="5034"/>
                      <a:pt x="6557" y="4227"/>
                      <a:pt x="6557" y="3385"/>
                    </a:cubicBezTo>
                    <a:cubicBezTo>
                      <a:pt x="6557" y="2544"/>
                      <a:pt x="6222" y="1737"/>
                      <a:pt x="5628" y="1142"/>
                    </a:cubicBezTo>
                    <a:cubicBezTo>
                      <a:pt x="5033" y="547"/>
                      <a:pt x="4226" y="213"/>
                      <a:pt x="3385" y="213"/>
                    </a:cubicBezTo>
                    <a:cubicBezTo>
                      <a:pt x="2544" y="213"/>
                      <a:pt x="1737" y="547"/>
                      <a:pt x="1142" y="1142"/>
                    </a:cubicBezTo>
                    <a:cubicBezTo>
                      <a:pt x="548" y="1737"/>
                      <a:pt x="214" y="2544"/>
                      <a:pt x="214" y="3385"/>
                    </a:cubicBezTo>
                    <a:cubicBezTo>
                      <a:pt x="214" y="4227"/>
                      <a:pt x="548" y="5034"/>
                      <a:pt x="1142" y="5629"/>
                    </a:cubicBezTo>
                    <a:cubicBezTo>
                      <a:pt x="1737" y="6224"/>
                      <a:pt x="2544" y="6558"/>
                      <a:pt x="338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49" name="Freeform: Shape 3248">
                <a:extLst>
                  <a:ext uri="{FF2B5EF4-FFF2-40B4-BE49-F238E27FC236}">
                    <a16:creationId xmlns:a16="http://schemas.microsoft.com/office/drawing/2014/main" id="{AA7A16B7-3414-884C-E39B-603666AD34DD}"/>
                  </a:ext>
                </a:extLst>
              </p:cNvPr>
              <p:cNvSpPr/>
              <p:nvPr/>
            </p:nvSpPr>
            <p:spPr>
              <a:xfrm>
                <a:off x="3621611" y="6079246"/>
                <a:ext cx="6343" cy="6345"/>
              </a:xfrm>
              <a:custGeom>
                <a:avLst/>
                <a:gdLst>
                  <a:gd name="connsiteX0" fmla="*/ 3390 w 6343"/>
                  <a:gd name="connsiteY0" fmla="*/ 6550 h 6345"/>
                  <a:gd name="connsiteX1" fmla="*/ 5632 w 6343"/>
                  <a:gd name="connsiteY1" fmla="*/ 5621 h 6345"/>
                  <a:gd name="connsiteX2" fmla="*/ 6561 w 6343"/>
                  <a:gd name="connsiteY2" fmla="*/ 3378 h 6345"/>
                  <a:gd name="connsiteX3" fmla="*/ 5632 w 6343"/>
                  <a:gd name="connsiteY3" fmla="*/ 1134 h 6345"/>
                  <a:gd name="connsiteX4" fmla="*/ 3390 w 6343"/>
                  <a:gd name="connsiteY4" fmla="*/ 205 h 6345"/>
                  <a:gd name="connsiteX5" fmla="*/ 1147 w 6343"/>
                  <a:gd name="connsiteY5" fmla="*/ 1134 h 6345"/>
                  <a:gd name="connsiteX6" fmla="*/ 218 w 6343"/>
                  <a:gd name="connsiteY6" fmla="*/ 3378 h 6345"/>
                  <a:gd name="connsiteX7" fmla="*/ 1147 w 6343"/>
                  <a:gd name="connsiteY7" fmla="*/ 5621 h 6345"/>
                  <a:gd name="connsiteX8" fmla="*/ 339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0"/>
                    </a:moveTo>
                    <a:cubicBezTo>
                      <a:pt x="4231" y="6550"/>
                      <a:pt x="5038" y="6216"/>
                      <a:pt x="5632" y="5621"/>
                    </a:cubicBezTo>
                    <a:cubicBezTo>
                      <a:pt x="6227" y="5026"/>
                      <a:pt x="6561" y="4219"/>
                      <a:pt x="6561" y="3378"/>
                    </a:cubicBezTo>
                    <a:cubicBezTo>
                      <a:pt x="6561" y="2536"/>
                      <a:pt x="6227" y="1729"/>
                      <a:pt x="5632" y="1134"/>
                    </a:cubicBezTo>
                    <a:cubicBezTo>
                      <a:pt x="5038" y="539"/>
                      <a:pt x="4231" y="205"/>
                      <a:pt x="3390" y="205"/>
                    </a:cubicBezTo>
                    <a:cubicBezTo>
                      <a:pt x="2549" y="205"/>
                      <a:pt x="1742" y="539"/>
                      <a:pt x="1147" y="1134"/>
                    </a:cubicBezTo>
                    <a:cubicBezTo>
                      <a:pt x="552" y="1729"/>
                      <a:pt x="218" y="2536"/>
                      <a:pt x="218" y="3378"/>
                    </a:cubicBezTo>
                    <a:cubicBezTo>
                      <a:pt x="218" y="4219"/>
                      <a:pt x="552" y="5026"/>
                      <a:pt x="1147" y="5621"/>
                    </a:cubicBezTo>
                    <a:cubicBezTo>
                      <a:pt x="1742" y="6216"/>
                      <a:pt x="2549" y="6550"/>
                      <a:pt x="339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50" name="Freeform: Shape 3249">
                <a:extLst>
                  <a:ext uri="{FF2B5EF4-FFF2-40B4-BE49-F238E27FC236}">
                    <a16:creationId xmlns:a16="http://schemas.microsoft.com/office/drawing/2014/main" id="{A905978C-CC55-E20F-177F-92DD76C2E423}"/>
                  </a:ext>
                </a:extLst>
              </p:cNvPr>
              <p:cNvSpPr/>
              <p:nvPr/>
            </p:nvSpPr>
            <p:spPr>
              <a:xfrm>
                <a:off x="3624327" y="6066928"/>
                <a:ext cx="6343" cy="6345"/>
              </a:xfrm>
              <a:custGeom>
                <a:avLst/>
                <a:gdLst>
                  <a:gd name="connsiteX0" fmla="*/ 3390 w 6343"/>
                  <a:gd name="connsiteY0" fmla="*/ 6549 h 6345"/>
                  <a:gd name="connsiteX1" fmla="*/ 5633 w 6343"/>
                  <a:gd name="connsiteY1" fmla="*/ 5620 h 6345"/>
                  <a:gd name="connsiteX2" fmla="*/ 6562 w 6343"/>
                  <a:gd name="connsiteY2" fmla="*/ 3377 h 6345"/>
                  <a:gd name="connsiteX3" fmla="*/ 5633 w 6343"/>
                  <a:gd name="connsiteY3" fmla="*/ 1133 h 6345"/>
                  <a:gd name="connsiteX4" fmla="*/ 3390 w 6343"/>
                  <a:gd name="connsiteY4" fmla="*/ 204 h 6345"/>
                  <a:gd name="connsiteX5" fmla="*/ 1147 w 6343"/>
                  <a:gd name="connsiteY5" fmla="*/ 1133 h 6345"/>
                  <a:gd name="connsiteX6" fmla="*/ 219 w 6343"/>
                  <a:gd name="connsiteY6" fmla="*/ 3377 h 6345"/>
                  <a:gd name="connsiteX7" fmla="*/ 1147 w 6343"/>
                  <a:gd name="connsiteY7" fmla="*/ 5620 h 6345"/>
                  <a:gd name="connsiteX8" fmla="*/ 3390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9"/>
                    </a:moveTo>
                    <a:cubicBezTo>
                      <a:pt x="4231" y="6549"/>
                      <a:pt x="5038" y="6215"/>
                      <a:pt x="5633" y="5620"/>
                    </a:cubicBezTo>
                    <a:cubicBezTo>
                      <a:pt x="6227" y="5025"/>
                      <a:pt x="6562" y="4218"/>
                      <a:pt x="6562" y="3377"/>
                    </a:cubicBezTo>
                    <a:cubicBezTo>
                      <a:pt x="6562" y="2535"/>
                      <a:pt x="6227" y="1728"/>
                      <a:pt x="5633" y="1133"/>
                    </a:cubicBezTo>
                    <a:cubicBezTo>
                      <a:pt x="5038" y="538"/>
                      <a:pt x="4231" y="204"/>
                      <a:pt x="3390" y="204"/>
                    </a:cubicBezTo>
                    <a:cubicBezTo>
                      <a:pt x="2549" y="204"/>
                      <a:pt x="1742" y="538"/>
                      <a:pt x="1147" y="1133"/>
                    </a:cubicBezTo>
                    <a:cubicBezTo>
                      <a:pt x="553" y="1728"/>
                      <a:pt x="219" y="2535"/>
                      <a:pt x="219" y="3377"/>
                    </a:cubicBezTo>
                    <a:cubicBezTo>
                      <a:pt x="219" y="4218"/>
                      <a:pt x="553" y="5025"/>
                      <a:pt x="1147" y="5620"/>
                    </a:cubicBezTo>
                    <a:cubicBezTo>
                      <a:pt x="1742" y="6215"/>
                      <a:pt x="2549" y="6549"/>
                      <a:pt x="3390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51" name="Freeform: Shape 3250">
                <a:extLst>
                  <a:ext uri="{FF2B5EF4-FFF2-40B4-BE49-F238E27FC236}">
                    <a16:creationId xmlns:a16="http://schemas.microsoft.com/office/drawing/2014/main" id="{4F886398-B227-ACD5-C562-72055B49297A}"/>
                  </a:ext>
                </a:extLst>
              </p:cNvPr>
              <p:cNvSpPr/>
              <p:nvPr/>
            </p:nvSpPr>
            <p:spPr>
              <a:xfrm>
                <a:off x="3624948" y="6061912"/>
                <a:ext cx="6343" cy="6345"/>
              </a:xfrm>
              <a:custGeom>
                <a:avLst/>
                <a:gdLst>
                  <a:gd name="connsiteX0" fmla="*/ 3390 w 6343"/>
                  <a:gd name="connsiteY0" fmla="*/ 6549 h 6345"/>
                  <a:gd name="connsiteX1" fmla="*/ 5633 w 6343"/>
                  <a:gd name="connsiteY1" fmla="*/ 5620 h 6345"/>
                  <a:gd name="connsiteX2" fmla="*/ 6562 w 6343"/>
                  <a:gd name="connsiteY2" fmla="*/ 3376 h 6345"/>
                  <a:gd name="connsiteX3" fmla="*/ 5633 w 6343"/>
                  <a:gd name="connsiteY3" fmla="*/ 1133 h 6345"/>
                  <a:gd name="connsiteX4" fmla="*/ 3390 w 6343"/>
                  <a:gd name="connsiteY4" fmla="*/ 203 h 6345"/>
                  <a:gd name="connsiteX5" fmla="*/ 1147 w 6343"/>
                  <a:gd name="connsiteY5" fmla="*/ 1133 h 6345"/>
                  <a:gd name="connsiteX6" fmla="*/ 219 w 6343"/>
                  <a:gd name="connsiteY6" fmla="*/ 3376 h 6345"/>
                  <a:gd name="connsiteX7" fmla="*/ 1147 w 6343"/>
                  <a:gd name="connsiteY7" fmla="*/ 5620 h 6345"/>
                  <a:gd name="connsiteX8" fmla="*/ 3390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9"/>
                    </a:moveTo>
                    <a:cubicBezTo>
                      <a:pt x="4231" y="6549"/>
                      <a:pt x="5038" y="6215"/>
                      <a:pt x="5633" y="5620"/>
                    </a:cubicBezTo>
                    <a:cubicBezTo>
                      <a:pt x="6227" y="5025"/>
                      <a:pt x="6562" y="4218"/>
                      <a:pt x="6562" y="3376"/>
                    </a:cubicBezTo>
                    <a:cubicBezTo>
                      <a:pt x="6562" y="2535"/>
                      <a:pt x="6227" y="1728"/>
                      <a:pt x="5633" y="1133"/>
                    </a:cubicBezTo>
                    <a:cubicBezTo>
                      <a:pt x="5038" y="538"/>
                      <a:pt x="4231" y="203"/>
                      <a:pt x="3390" y="203"/>
                    </a:cubicBezTo>
                    <a:cubicBezTo>
                      <a:pt x="2549" y="203"/>
                      <a:pt x="1742" y="538"/>
                      <a:pt x="1147" y="1133"/>
                    </a:cubicBezTo>
                    <a:cubicBezTo>
                      <a:pt x="553" y="1728"/>
                      <a:pt x="219" y="2535"/>
                      <a:pt x="219" y="3376"/>
                    </a:cubicBezTo>
                    <a:cubicBezTo>
                      <a:pt x="219" y="4218"/>
                      <a:pt x="553" y="5025"/>
                      <a:pt x="1147" y="5620"/>
                    </a:cubicBezTo>
                    <a:cubicBezTo>
                      <a:pt x="1742" y="6215"/>
                      <a:pt x="2549" y="6549"/>
                      <a:pt x="3390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52" name="Freeform: Shape 3251">
                <a:extLst>
                  <a:ext uri="{FF2B5EF4-FFF2-40B4-BE49-F238E27FC236}">
                    <a16:creationId xmlns:a16="http://schemas.microsoft.com/office/drawing/2014/main" id="{5B28EFBB-D906-9451-DFC3-A3FDEE43AFDF}"/>
                  </a:ext>
                </a:extLst>
              </p:cNvPr>
              <p:cNvSpPr/>
              <p:nvPr/>
            </p:nvSpPr>
            <p:spPr>
              <a:xfrm>
                <a:off x="3625767" y="6056727"/>
                <a:ext cx="6343" cy="6345"/>
              </a:xfrm>
              <a:custGeom>
                <a:avLst/>
                <a:gdLst>
                  <a:gd name="connsiteX0" fmla="*/ 3390 w 6343"/>
                  <a:gd name="connsiteY0" fmla="*/ 6548 h 6345"/>
                  <a:gd name="connsiteX1" fmla="*/ 5633 w 6343"/>
                  <a:gd name="connsiteY1" fmla="*/ 5619 h 6345"/>
                  <a:gd name="connsiteX2" fmla="*/ 6562 w 6343"/>
                  <a:gd name="connsiteY2" fmla="*/ 3376 h 6345"/>
                  <a:gd name="connsiteX3" fmla="*/ 5633 w 6343"/>
                  <a:gd name="connsiteY3" fmla="*/ 1132 h 6345"/>
                  <a:gd name="connsiteX4" fmla="*/ 3390 w 6343"/>
                  <a:gd name="connsiteY4" fmla="*/ 203 h 6345"/>
                  <a:gd name="connsiteX5" fmla="*/ 1148 w 6343"/>
                  <a:gd name="connsiteY5" fmla="*/ 1132 h 6345"/>
                  <a:gd name="connsiteX6" fmla="*/ 219 w 6343"/>
                  <a:gd name="connsiteY6" fmla="*/ 3376 h 6345"/>
                  <a:gd name="connsiteX7" fmla="*/ 1148 w 6343"/>
                  <a:gd name="connsiteY7" fmla="*/ 5619 h 6345"/>
                  <a:gd name="connsiteX8" fmla="*/ 3390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8"/>
                    </a:moveTo>
                    <a:cubicBezTo>
                      <a:pt x="4231" y="6548"/>
                      <a:pt x="5038" y="6214"/>
                      <a:pt x="5633" y="5619"/>
                    </a:cubicBezTo>
                    <a:cubicBezTo>
                      <a:pt x="6228" y="5024"/>
                      <a:pt x="6562" y="4217"/>
                      <a:pt x="6562" y="3376"/>
                    </a:cubicBezTo>
                    <a:cubicBezTo>
                      <a:pt x="6562" y="2534"/>
                      <a:pt x="6228" y="1727"/>
                      <a:pt x="5633" y="1132"/>
                    </a:cubicBezTo>
                    <a:cubicBezTo>
                      <a:pt x="5038" y="537"/>
                      <a:pt x="4231" y="203"/>
                      <a:pt x="3390" y="203"/>
                    </a:cubicBezTo>
                    <a:cubicBezTo>
                      <a:pt x="2549" y="203"/>
                      <a:pt x="1742" y="537"/>
                      <a:pt x="1148" y="1132"/>
                    </a:cubicBezTo>
                    <a:cubicBezTo>
                      <a:pt x="553" y="1727"/>
                      <a:pt x="219" y="2534"/>
                      <a:pt x="219" y="3376"/>
                    </a:cubicBezTo>
                    <a:cubicBezTo>
                      <a:pt x="219" y="4217"/>
                      <a:pt x="553" y="5024"/>
                      <a:pt x="1148" y="5619"/>
                    </a:cubicBezTo>
                    <a:cubicBezTo>
                      <a:pt x="1742" y="6214"/>
                      <a:pt x="2549" y="6548"/>
                      <a:pt x="3390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53" name="Freeform: Shape 3252">
                <a:extLst>
                  <a:ext uri="{FF2B5EF4-FFF2-40B4-BE49-F238E27FC236}">
                    <a16:creationId xmlns:a16="http://schemas.microsoft.com/office/drawing/2014/main" id="{FCE7008F-B5A4-82B9-534F-A31032533ABE}"/>
                  </a:ext>
                </a:extLst>
              </p:cNvPr>
              <p:cNvSpPr/>
              <p:nvPr/>
            </p:nvSpPr>
            <p:spPr>
              <a:xfrm>
                <a:off x="3626231" y="6052090"/>
                <a:ext cx="6343" cy="6345"/>
              </a:xfrm>
              <a:custGeom>
                <a:avLst/>
                <a:gdLst>
                  <a:gd name="connsiteX0" fmla="*/ 3390 w 6343"/>
                  <a:gd name="connsiteY0" fmla="*/ 6548 h 6345"/>
                  <a:gd name="connsiteX1" fmla="*/ 5633 w 6343"/>
                  <a:gd name="connsiteY1" fmla="*/ 5619 h 6345"/>
                  <a:gd name="connsiteX2" fmla="*/ 6562 w 6343"/>
                  <a:gd name="connsiteY2" fmla="*/ 3375 h 6345"/>
                  <a:gd name="connsiteX3" fmla="*/ 5633 w 6343"/>
                  <a:gd name="connsiteY3" fmla="*/ 1132 h 6345"/>
                  <a:gd name="connsiteX4" fmla="*/ 3390 w 6343"/>
                  <a:gd name="connsiteY4" fmla="*/ 203 h 6345"/>
                  <a:gd name="connsiteX5" fmla="*/ 1148 w 6343"/>
                  <a:gd name="connsiteY5" fmla="*/ 1132 h 6345"/>
                  <a:gd name="connsiteX6" fmla="*/ 219 w 6343"/>
                  <a:gd name="connsiteY6" fmla="*/ 3375 h 6345"/>
                  <a:gd name="connsiteX7" fmla="*/ 1148 w 6343"/>
                  <a:gd name="connsiteY7" fmla="*/ 5619 h 6345"/>
                  <a:gd name="connsiteX8" fmla="*/ 3390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8"/>
                    </a:moveTo>
                    <a:cubicBezTo>
                      <a:pt x="4231" y="6548"/>
                      <a:pt x="5038" y="6214"/>
                      <a:pt x="5633" y="5619"/>
                    </a:cubicBezTo>
                    <a:cubicBezTo>
                      <a:pt x="6228" y="5024"/>
                      <a:pt x="6562" y="4217"/>
                      <a:pt x="6562" y="3375"/>
                    </a:cubicBezTo>
                    <a:cubicBezTo>
                      <a:pt x="6562" y="2534"/>
                      <a:pt x="6228" y="1727"/>
                      <a:pt x="5633" y="1132"/>
                    </a:cubicBezTo>
                    <a:cubicBezTo>
                      <a:pt x="5038" y="537"/>
                      <a:pt x="4231" y="203"/>
                      <a:pt x="3390" y="203"/>
                    </a:cubicBezTo>
                    <a:cubicBezTo>
                      <a:pt x="2549" y="203"/>
                      <a:pt x="1742" y="537"/>
                      <a:pt x="1148" y="1132"/>
                    </a:cubicBezTo>
                    <a:cubicBezTo>
                      <a:pt x="553" y="1727"/>
                      <a:pt x="219" y="2534"/>
                      <a:pt x="219" y="3375"/>
                    </a:cubicBezTo>
                    <a:cubicBezTo>
                      <a:pt x="219" y="4217"/>
                      <a:pt x="553" y="5024"/>
                      <a:pt x="1148" y="5619"/>
                    </a:cubicBezTo>
                    <a:cubicBezTo>
                      <a:pt x="1742" y="6214"/>
                      <a:pt x="2549" y="6548"/>
                      <a:pt x="3390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54" name="Freeform: Shape 3253">
                <a:extLst>
                  <a:ext uri="{FF2B5EF4-FFF2-40B4-BE49-F238E27FC236}">
                    <a16:creationId xmlns:a16="http://schemas.microsoft.com/office/drawing/2014/main" id="{8DFD25A4-D537-F2BC-5C71-D882EAAEA24D}"/>
                  </a:ext>
                </a:extLst>
              </p:cNvPr>
              <p:cNvSpPr/>
              <p:nvPr/>
            </p:nvSpPr>
            <p:spPr>
              <a:xfrm>
                <a:off x="3629101" y="6044485"/>
                <a:ext cx="6343" cy="6345"/>
              </a:xfrm>
              <a:custGeom>
                <a:avLst/>
                <a:gdLst>
                  <a:gd name="connsiteX0" fmla="*/ 3390 w 6343"/>
                  <a:gd name="connsiteY0" fmla="*/ 6548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0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8"/>
                    </a:moveTo>
                    <a:cubicBezTo>
                      <a:pt x="4232" y="6548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2" y="202"/>
                      <a:pt x="3390" y="202"/>
                    </a:cubicBezTo>
                    <a:cubicBezTo>
                      <a:pt x="2549" y="202"/>
                      <a:pt x="1743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3" y="6213"/>
                      <a:pt x="2549" y="6548"/>
                      <a:pt x="3390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55" name="Freeform: Shape 3254">
                <a:extLst>
                  <a:ext uri="{FF2B5EF4-FFF2-40B4-BE49-F238E27FC236}">
                    <a16:creationId xmlns:a16="http://schemas.microsoft.com/office/drawing/2014/main" id="{9B3000A0-8DD1-CC1D-90C6-4EB0D44D4582}"/>
                  </a:ext>
                </a:extLst>
              </p:cNvPr>
              <p:cNvSpPr/>
              <p:nvPr/>
            </p:nvSpPr>
            <p:spPr>
              <a:xfrm>
                <a:off x="3628518" y="6041348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2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2" y="202"/>
                      <a:pt x="3390" y="202"/>
                    </a:cubicBezTo>
                    <a:cubicBezTo>
                      <a:pt x="2549" y="202"/>
                      <a:pt x="1743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3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56" name="Freeform: Shape 3255">
                <a:extLst>
                  <a:ext uri="{FF2B5EF4-FFF2-40B4-BE49-F238E27FC236}">
                    <a16:creationId xmlns:a16="http://schemas.microsoft.com/office/drawing/2014/main" id="{4AAF8F51-ABCF-7A47-DBC4-4C02D824445F}"/>
                  </a:ext>
                </a:extLst>
              </p:cNvPr>
              <p:cNvSpPr/>
              <p:nvPr/>
            </p:nvSpPr>
            <p:spPr>
              <a:xfrm>
                <a:off x="3626947" y="6039471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4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4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4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57" name="Freeform: Shape 3256">
                <a:extLst>
                  <a:ext uri="{FF2B5EF4-FFF2-40B4-BE49-F238E27FC236}">
                    <a16:creationId xmlns:a16="http://schemas.microsoft.com/office/drawing/2014/main" id="{A7F33FE6-30F1-4987-CBFF-09A5E215A735}"/>
                  </a:ext>
                </a:extLst>
              </p:cNvPr>
              <p:cNvSpPr/>
              <p:nvPr/>
            </p:nvSpPr>
            <p:spPr>
              <a:xfrm>
                <a:off x="3624877" y="6038212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7 w 6343"/>
                  <a:gd name="connsiteY5" fmla="*/ 1131 h 6345"/>
                  <a:gd name="connsiteX6" fmla="*/ 219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7" y="5023"/>
                      <a:pt x="6562" y="4216"/>
                      <a:pt x="6562" y="3374"/>
                    </a:cubicBezTo>
                    <a:cubicBezTo>
                      <a:pt x="6562" y="2533"/>
                      <a:pt x="6227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7" y="1131"/>
                    </a:cubicBezTo>
                    <a:cubicBezTo>
                      <a:pt x="553" y="1726"/>
                      <a:pt x="219" y="2533"/>
                      <a:pt x="219" y="3374"/>
                    </a:cubicBezTo>
                    <a:cubicBezTo>
                      <a:pt x="219" y="4216"/>
                      <a:pt x="553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58" name="Freeform: Shape 3257">
                <a:extLst>
                  <a:ext uri="{FF2B5EF4-FFF2-40B4-BE49-F238E27FC236}">
                    <a16:creationId xmlns:a16="http://schemas.microsoft.com/office/drawing/2014/main" id="{6F4BC0BB-C1CF-011C-E02C-C1FF28BC5044}"/>
                  </a:ext>
                </a:extLst>
              </p:cNvPr>
              <p:cNvSpPr/>
              <p:nvPr/>
            </p:nvSpPr>
            <p:spPr>
              <a:xfrm>
                <a:off x="3622721" y="6037049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7 w 6343"/>
                  <a:gd name="connsiteY5" fmla="*/ 1131 h 6345"/>
                  <a:gd name="connsiteX6" fmla="*/ 218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7" y="5023"/>
                      <a:pt x="6562" y="4216"/>
                      <a:pt x="6562" y="3374"/>
                    </a:cubicBezTo>
                    <a:cubicBezTo>
                      <a:pt x="6562" y="2533"/>
                      <a:pt x="6227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7" y="1131"/>
                    </a:cubicBezTo>
                    <a:cubicBezTo>
                      <a:pt x="553" y="1726"/>
                      <a:pt x="218" y="2533"/>
                      <a:pt x="218" y="3374"/>
                    </a:cubicBezTo>
                    <a:cubicBezTo>
                      <a:pt x="218" y="4216"/>
                      <a:pt x="553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59" name="Freeform: Shape 3258">
                <a:extLst>
                  <a:ext uri="{FF2B5EF4-FFF2-40B4-BE49-F238E27FC236}">
                    <a16:creationId xmlns:a16="http://schemas.microsoft.com/office/drawing/2014/main" id="{FD43C841-0945-9384-F2E8-1EA415AF99FD}"/>
                  </a:ext>
                </a:extLst>
              </p:cNvPr>
              <p:cNvSpPr/>
              <p:nvPr/>
            </p:nvSpPr>
            <p:spPr>
              <a:xfrm>
                <a:off x="3206932" y="6527619"/>
                <a:ext cx="6343" cy="6345"/>
              </a:xfrm>
              <a:custGeom>
                <a:avLst/>
                <a:gdLst>
                  <a:gd name="connsiteX0" fmla="*/ 3357 w 6343"/>
                  <a:gd name="connsiteY0" fmla="*/ 6586 h 6345"/>
                  <a:gd name="connsiteX1" fmla="*/ 5600 w 6343"/>
                  <a:gd name="connsiteY1" fmla="*/ 5656 h 6345"/>
                  <a:gd name="connsiteX2" fmla="*/ 6529 w 6343"/>
                  <a:gd name="connsiteY2" fmla="*/ 3413 h 6345"/>
                  <a:gd name="connsiteX3" fmla="*/ 5600 w 6343"/>
                  <a:gd name="connsiteY3" fmla="*/ 1169 h 6345"/>
                  <a:gd name="connsiteX4" fmla="*/ 3357 w 6343"/>
                  <a:gd name="connsiteY4" fmla="*/ 240 h 6345"/>
                  <a:gd name="connsiteX5" fmla="*/ 1115 w 6343"/>
                  <a:gd name="connsiteY5" fmla="*/ 1169 h 6345"/>
                  <a:gd name="connsiteX6" fmla="*/ 186 w 6343"/>
                  <a:gd name="connsiteY6" fmla="*/ 3413 h 6345"/>
                  <a:gd name="connsiteX7" fmla="*/ 1115 w 6343"/>
                  <a:gd name="connsiteY7" fmla="*/ 5656 h 6345"/>
                  <a:gd name="connsiteX8" fmla="*/ 3357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86"/>
                    </a:moveTo>
                    <a:cubicBezTo>
                      <a:pt x="4198" y="6586"/>
                      <a:pt x="5005" y="6251"/>
                      <a:pt x="5600" y="5656"/>
                    </a:cubicBezTo>
                    <a:cubicBezTo>
                      <a:pt x="6195" y="5061"/>
                      <a:pt x="6529" y="4254"/>
                      <a:pt x="6529" y="3413"/>
                    </a:cubicBezTo>
                    <a:cubicBezTo>
                      <a:pt x="6529" y="2571"/>
                      <a:pt x="6195" y="1764"/>
                      <a:pt x="5600" y="1169"/>
                    </a:cubicBezTo>
                    <a:cubicBezTo>
                      <a:pt x="5005" y="574"/>
                      <a:pt x="4198" y="240"/>
                      <a:pt x="3357" y="240"/>
                    </a:cubicBezTo>
                    <a:cubicBezTo>
                      <a:pt x="2516" y="240"/>
                      <a:pt x="1709" y="574"/>
                      <a:pt x="1115" y="1169"/>
                    </a:cubicBezTo>
                    <a:cubicBezTo>
                      <a:pt x="520" y="1764"/>
                      <a:pt x="186" y="2571"/>
                      <a:pt x="186" y="3413"/>
                    </a:cubicBezTo>
                    <a:cubicBezTo>
                      <a:pt x="186" y="4254"/>
                      <a:pt x="520" y="5061"/>
                      <a:pt x="1115" y="5656"/>
                    </a:cubicBezTo>
                    <a:cubicBezTo>
                      <a:pt x="1709" y="6251"/>
                      <a:pt x="2516" y="6586"/>
                      <a:pt x="3357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60" name="Freeform: Shape 3259">
                <a:extLst>
                  <a:ext uri="{FF2B5EF4-FFF2-40B4-BE49-F238E27FC236}">
                    <a16:creationId xmlns:a16="http://schemas.microsoft.com/office/drawing/2014/main" id="{A35F5163-B663-3F7D-4B85-4A8364E5F638}"/>
                  </a:ext>
                </a:extLst>
              </p:cNvPr>
              <p:cNvSpPr/>
              <p:nvPr/>
            </p:nvSpPr>
            <p:spPr>
              <a:xfrm>
                <a:off x="3201531" y="6524167"/>
                <a:ext cx="6343" cy="6345"/>
              </a:xfrm>
              <a:custGeom>
                <a:avLst/>
                <a:gdLst>
                  <a:gd name="connsiteX0" fmla="*/ 3357 w 6343"/>
                  <a:gd name="connsiteY0" fmla="*/ 6585 h 6345"/>
                  <a:gd name="connsiteX1" fmla="*/ 5599 w 6343"/>
                  <a:gd name="connsiteY1" fmla="*/ 5656 h 6345"/>
                  <a:gd name="connsiteX2" fmla="*/ 6528 w 6343"/>
                  <a:gd name="connsiteY2" fmla="*/ 3413 h 6345"/>
                  <a:gd name="connsiteX3" fmla="*/ 5599 w 6343"/>
                  <a:gd name="connsiteY3" fmla="*/ 1169 h 6345"/>
                  <a:gd name="connsiteX4" fmla="*/ 3357 w 6343"/>
                  <a:gd name="connsiteY4" fmla="*/ 240 h 6345"/>
                  <a:gd name="connsiteX5" fmla="*/ 1114 w 6343"/>
                  <a:gd name="connsiteY5" fmla="*/ 1169 h 6345"/>
                  <a:gd name="connsiteX6" fmla="*/ 185 w 6343"/>
                  <a:gd name="connsiteY6" fmla="*/ 3413 h 6345"/>
                  <a:gd name="connsiteX7" fmla="*/ 1114 w 6343"/>
                  <a:gd name="connsiteY7" fmla="*/ 5656 h 6345"/>
                  <a:gd name="connsiteX8" fmla="*/ 3357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85"/>
                    </a:moveTo>
                    <a:cubicBezTo>
                      <a:pt x="4198" y="6585"/>
                      <a:pt x="5005" y="6251"/>
                      <a:pt x="5599" y="5656"/>
                    </a:cubicBezTo>
                    <a:cubicBezTo>
                      <a:pt x="6194" y="5061"/>
                      <a:pt x="6528" y="4254"/>
                      <a:pt x="6528" y="3413"/>
                    </a:cubicBezTo>
                    <a:cubicBezTo>
                      <a:pt x="6528" y="2571"/>
                      <a:pt x="6194" y="1764"/>
                      <a:pt x="5599" y="1169"/>
                    </a:cubicBezTo>
                    <a:cubicBezTo>
                      <a:pt x="5005" y="574"/>
                      <a:pt x="4198" y="240"/>
                      <a:pt x="3357" y="240"/>
                    </a:cubicBezTo>
                    <a:cubicBezTo>
                      <a:pt x="2516" y="240"/>
                      <a:pt x="1709" y="574"/>
                      <a:pt x="1114" y="1169"/>
                    </a:cubicBezTo>
                    <a:cubicBezTo>
                      <a:pt x="519" y="1764"/>
                      <a:pt x="185" y="2571"/>
                      <a:pt x="185" y="3413"/>
                    </a:cubicBezTo>
                    <a:cubicBezTo>
                      <a:pt x="185" y="4254"/>
                      <a:pt x="519" y="5061"/>
                      <a:pt x="1114" y="5656"/>
                    </a:cubicBezTo>
                    <a:cubicBezTo>
                      <a:pt x="1709" y="6251"/>
                      <a:pt x="2516" y="6585"/>
                      <a:pt x="3357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61" name="Freeform: Shape 3260">
                <a:extLst>
                  <a:ext uri="{FF2B5EF4-FFF2-40B4-BE49-F238E27FC236}">
                    <a16:creationId xmlns:a16="http://schemas.microsoft.com/office/drawing/2014/main" id="{A44183F6-1428-CE14-079F-76864091D4E8}"/>
                  </a:ext>
                </a:extLst>
              </p:cNvPr>
              <p:cNvSpPr/>
              <p:nvPr/>
            </p:nvSpPr>
            <p:spPr>
              <a:xfrm>
                <a:off x="3196148" y="6520679"/>
                <a:ext cx="6343" cy="6345"/>
              </a:xfrm>
              <a:custGeom>
                <a:avLst/>
                <a:gdLst>
                  <a:gd name="connsiteX0" fmla="*/ 3356 w 6343"/>
                  <a:gd name="connsiteY0" fmla="*/ 6585 h 6345"/>
                  <a:gd name="connsiteX1" fmla="*/ 5599 w 6343"/>
                  <a:gd name="connsiteY1" fmla="*/ 5656 h 6345"/>
                  <a:gd name="connsiteX2" fmla="*/ 6528 w 6343"/>
                  <a:gd name="connsiteY2" fmla="*/ 3412 h 6345"/>
                  <a:gd name="connsiteX3" fmla="*/ 5599 w 6343"/>
                  <a:gd name="connsiteY3" fmla="*/ 1169 h 6345"/>
                  <a:gd name="connsiteX4" fmla="*/ 3356 w 6343"/>
                  <a:gd name="connsiteY4" fmla="*/ 240 h 6345"/>
                  <a:gd name="connsiteX5" fmla="*/ 1114 w 6343"/>
                  <a:gd name="connsiteY5" fmla="*/ 1169 h 6345"/>
                  <a:gd name="connsiteX6" fmla="*/ 185 w 6343"/>
                  <a:gd name="connsiteY6" fmla="*/ 3412 h 6345"/>
                  <a:gd name="connsiteX7" fmla="*/ 1114 w 6343"/>
                  <a:gd name="connsiteY7" fmla="*/ 5656 h 6345"/>
                  <a:gd name="connsiteX8" fmla="*/ 3356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585"/>
                    </a:moveTo>
                    <a:cubicBezTo>
                      <a:pt x="4197" y="6585"/>
                      <a:pt x="5004" y="6251"/>
                      <a:pt x="5599" y="5656"/>
                    </a:cubicBezTo>
                    <a:cubicBezTo>
                      <a:pt x="6194" y="5061"/>
                      <a:pt x="6528" y="4254"/>
                      <a:pt x="6528" y="3412"/>
                    </a:cubicBezTo>
                    <a:cubicBezTo>
                      <a:pt x="6528" y="2571"/>
                      <a:pt x="6194" y="1764"/>
                      <a:pt x="5599" y="1169"/>
                    </a:cubicBezTo>
                    <a:cubicBezTo>
                      <a:pt x="5004" y="574"/>
                      <a:pt x="4197" y="240"/>
                      <a:pt x="3356" y="240"/>
                    </a:cubicBezTo>
                    <a:cubicBezTo>
                      <a:pt x="2515" y="240"/>
                      <a:pt x="1708" y="574"/>
                      <a:pt x="1114" y="1169"/>
                    </a:cubicBezTo>
                    <a:cubicBezTo>
                      <a:pt x="519" y="1764"/>
                      <a:pt x="185" y="2571"/>
                      <a:pt x="185" y="3412"/>
                    </a:cubicBezTo>
                    <a:cubicBezTo>
                      <a:pt x="185" y="4254"/>
                      <a:pt x="519" y="5061"/>
                      <a:pt x="1114" y="5656"/>
                    </a:cubicBezTo>
                    <a:cubicBezTo>
                      <a:pt x="1708" y="6251"/>
                      <a:pt x="2515" y="6585"/>
                      <a:pt x="3356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62" name="Freeform: Shape 3261">
                <a:extLst>
                  <a:ext uri="{FF2B5EF4-FFF2-40B4-BE49-F238E27FC236}">
                    <a16:creationId xmlns:a16="http://schemas.microsoft.com/office/drawing/2014/main" id="{F5EEF0B8-FFE0-F68F-EF68-BF2A172F776E}"/>
                  </a:ext>
                </a:extLst>
              </p:cNvPr>
              <p:cNvSpPr/>
              <p:nvPr/>
            </p:nvSpPr>
            <p:spPr>
              <a:xfrm>
                <a:off x="3185996" y="6522636"/>
                <a:ext cx="6343" cy="6345"/>
              </a:xfrm>
              <a:custGeom>
                <a:avLst/>
                <a:gdLst>
                  <a:gd name="connsiteX0" fmla="*/ 3356 w 6343"/>
                  <a:gd name="connsiteY0" fmla="*/ 6585 h 6345"/>
                  <a:gd name="connsiteX1" fmla="*/ 5598 w 6343"/>
                  <a:gd name="connsiteY1" fmla="*/ 5656 h 6345"/>
                  <a:gd name="connsiteX2" fmla="*/ 6527 w 6343"/>
                  <a:gd name="connsiteY2" fmla="*/ 3412 h 6345"/>
                  <a:gd name="connsiteX3" fmla="*/ 5598 w 6343"/>
                  <a:gd name="connsiteY3" fmla="*/ 1169 h 6345"/>
                  <a:gd name="connsiteX4" fmla="*/ 3356 w 6343"/>
                  <a:gd name="connsiteY4" fmla="*/ 240 h 6345"/>
                  <a:gd name="connsiteX5" fmla="*/ 1113 w 6343"/>
                  <a:gd name="connsiteY5" fmla="*/ 1169 h 6345"/>
                  <a:gd name="connsiteX6" fmla="*/ 184 w 6343"/>
                  <a:gd name="connsiteY6" fmla="*/ 3412 h 6345"/>
                  <a:gd name="connsiteX7" fmla="*/ 1113 w 6343"/>
                  <a:gd name="connsiteY7" fmla="*/ 5656 h 6345"/>
                  <a:gd name="connsiteX8" fmla="*/ 3356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585"/>
                    </a:moveTo>
                    <a:cubicBezTo>
                      <a:pt x="4197" y="6585"/>
                      <a:pt x="5003" y="6251"/>
                      <a:pt x="5598" y="5656"/>
                    </a:cubicBezTo>
                    <a:cubicBezTo>
                      <a:pt x="6193" y="5061"/>
                      <a:pt x="6527" y="4254"/>
                      <a:pt x="6527" y="3412"/>
                    </a:cubicBezTo>
                    <a:cubicBezTo>
                      <a:pt x="6527" y="2571"/>
                      <a:pt x="6193" y="1764"/>
                      <a:pt x="5598" y="1169"/>
                    </a:cubicBezTo>
                    <a:cubicBezTo>
                      <a:pt x="5003" y="574"/>
                      <a:pt x="4197" y="240"/>
                      <a:pt x="3356" y="240"/>
                    </a:cubicBezTo>
                    <a:cubicBezTo>
                      <a:pt x="2514" y="240"/>
                      <a:pt x="1708" y="574"/>
                      <a:pt x="1113" y="1169"/>
                    </a:cubicBezTo>
                    <a:cubicBezTo>
                      <a:pt x="518" y="1764"/>
                      <a:pt x="184" y="2571"/>
                      <a:pt x="184" y="3412"/>
                    </a:cubicBezTo>
                    <a:cubicBezTo>
                      <a:pt x="184" y="4254"/>
                      <a:pt x="518" y="5061"/>
                      <a:pt x="1113" y="5656"/>
                    </a:cubicBezTo>
                    <a:cubicBezTo>
                      <a:pt x="1708" y="6251"/>
                      <a:pt x="2514" y="6585"/>
                      <a:pt x="3356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63" name="Freeform: Shape 3262">
                <a:extLst>
                  <a:ext uri="{FF2B5EF4-FFF2-40B4-BE49-F238E27FC236}">
                    <a16:creationId xmlns:a16="http://schemas.microsoft.com/office/drawing/2014/main" id="{C3517ED6-10CD-243B-720B-A16280C2C1BB}"/>
                  </a:ext>
                </a:extLst>
              </p:cNvPr>
              <p:cNvSpPr/>
              <p:nvPr/>
            </p:nvSpPr>
            <p:spPr>
              <a:xfrm>
                <a:off x="3179574" y="6520222"/>
                <a:ext cx="6343" cy="6345"/>
              </a:xfrm>
              <a:custGeom>
                <a:avLst/>
                <a:gdLst>
                  <a:gd name="connsiteX0" fmla="*/ 3355 w 6343"/>
                  <a:gd name="connsiteY0" fmla="*/ 6585 h 6345"/>
                  <a:gd name="connsiteX1" fmla="*/ 5598 w 6343"/>
                  <a:gd name="connsiteY1" fmla="*/ 5656 h 6345"/>
                  <a:gd name="connsiteX2" fmla="*/ 6527 w 6343"/>
                  <a:gd name="connsiteY2" fmla="*/ 3412 h 6345"/>
                  <a:gd name="connsiteX3" fmla="*/ 5598 w 6343"/>
                  <a:gd name="connsiteY3" fmla="*/ 1169 h 6345"/>
                  <a:gd name="connsiteX4" fmla="*/ 3355 w 6343"/>
                  <a:gd name="connsiteY4" fmla="*/ 240 h 6345"/>
                  <a:gd name="connsiteX5" fmla="*/ 1112 w 6343"/>
                  <a:gd name="connsiteY5" fmla="*/ 1169 h 6345"/>
                  <a:gd name="connsiteX6" fmla="*/ 183 w 6343"/>
                  <a:gd name="connsiteY6" fmla="*/ 3412 h 6345"/>
                  <a:gd name="connsiteX7" fmla="*/ 1112 w 6343"/>
                  <a:gd name="connsiteY7" fmla="*/ 5656 h 6345"/>
                  <a:gd name="connsiteX8" fmla="*/ 3355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85"/>
                    </a:moveTo>
                    <a:cubicBezTo>
                      <a:pt x="4196" y="6585"/>
                      <a:pt x="5003" y="6251"/>
                      <a:pt x="5598" y="5656"/>
                    </a:cubicBezTo>
                    <a:cubicBezTo>
                      <a:pt x="6192" y="5061"/>
                      <a:pt x="6527" y="4254"/>
                      <a:pt x="6527" y="3412"/>
                    </a:cubicBezTo>
                    <a:cubicBezTo>
                      <a:pt x="6527" y="2571"/>
                      <a:pt x="6192" y="1764"/>
                      <a:pt x="5598" y="1169"/>
                    </a:cubicBezTo>
                    <a:cubicBezTo>
                      <a:pt x="5003" y="574"/>
                      <a:pt x="4196" y="240"/>
                      <a:pt x="3355" y="240"/>
                    </a:cubicBezTo>
                    <a:cubicBezTo>
                      <a:pt x="2514" y="240"/>
                      <a:pt x="1707" y="574"/>
                      <a:pt x="1112" y="1169"/>
                    </a:cubicBezTo>
                    <a:cubicBezTo>
                      <a:pt x="518" y="1764"/>
                      <a:pt x="183" y="2571"/>
                      <a:pt x="183" y="3412"/>
                    </a:cubicBezTo>
                    <a:cubicBezTo>
                      <a:pt x="183" y="4254"/>
                      <a:pt x="518" y="5061"/>
                      <a:pt x="1112" y="5656"/>
                    </a:cubicBezTo>
                    <a:cubicBezTo>
                      <a:pt x="1707" y="6251"/>
                      <a:pt x="2514" y="6585"/>
                      <a:pt x="3355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64" name="Freeform: Shape 3263">
                <a:extLst>
                  <a:ext uri="{FF2B5EF4-FFF2-40B4-BE49-F238E27FC236}">
                    <a16:creationId xmlns:a16="http://schemas.microsoft.com/office/drawing/2014/main" id="{81493A0D-91BB-EFCA-886B-2B946E113650}"/>
                  </a:ext>
                </a:extLst>
              </p:cNvPr>
              <p:cNvSpPr/>
              <p:nvPr/>
            </p:nvSpPr>
            <p:spPr>
              <a:xfrm>
                <a:off x="3172523" y="6518467"/>
                <a:ext cx="6343" cy="6345"/>
              </a:xfrm>
              <a:custGeom>
                <a:avLst/>
                <a:gdLst>
                  <a:gd name="connsiteX0" fmla="*/ 3354 w 6343"/>
                  <a:gd name="connsiteY0" fmla="*/ 6585 h 6345"/>
                  <a:gd name="connsiteX1" fmla="*/ 5597 w 6343"/>
                  <a:gd name="connsiteY1" fmla="*/ 5656 h 6345"/>
                  <a:gd name="connsiteX2" fmla="*/ 6526 w 6343"/>
                  <a:gd name="connsiteY2" fmla="*/ 3412 h 6345"/>
                  <a:gd name="connsiteX3" fmla="*/ 5597 w 6343"/>
                  <a:gd name="connsiteY3" fmla="*/ 1169 h 6345"/>
                  <a:gd name="connsiteX4" fmla="*/ 3354 w 6343"/>
                  <a:gd name="connsiteY4" fmla="*/ 239 h 6345"/>
                  <a:gd name="connsiteX5" fmla="*/ 1112 w 6343"/>
                  <a:gd name="connsiteY5" fmla="*/ 1169 h 6345"/>
                  <a:gd name="connsiteX6" fmla="*/ 183 w 6343"/>
                  <a:gd name="connsiteY6" fmla="*/ 3412 h 6345"/>
                  <a:gd name="connsiteX7" fmla="*/ 1112 w 6343"/>
                  <a:gd name="connsiteY7" fmla="*/ 5656 h 6345"/>
                  <a:gd name="connsiteX8" fmla="*/ 3354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85"/>
                    </a:moveTo>
                    <a:cubicBezTo>
                      <a:pt x="4196" y="6585"/>
                      <a:pt x="5002" y="6251"/>
                      <a:pt x="5597" y="5656"/>
                    </a:cubicBezTo>
                    <a:cubicBezTo>
                      <a:pt x="6192" y="5061"/>
                      <a:pt x="6526" y="4254"/>
                      <a:pt x="6526" y="3412"/>
                    </a:cubicBezTo>
                    <a:cubicBezTo>
                      <a:pt x="6526" y="2571"/>
                      <a:pt x="6192" y="1764"/>
                      <a:pt x="5597" y="1169"/>
                    </a:cubicBezTo>
                    <a:cubicBezTo>
                      <a:pt x="5002" y="574"/>
                      <a:pt x="4196" y="239"/>
                      <a:pt x="3354" y="239"/>
                    </a:cubicBezTo>
                    <a:cubicBezTo>
                      <a:pt x="2513" y="239"/>
                      <a:pt x="1707" y="574"/>
                      <a:pt x="1112" y="1169"/>
                    </a:cubicBezTo>
                    <a:cubicBezTo>
                      <a:pt x="517" y="1764"/>
                      <a:pt x="183" y="2571"/>
                      <a:pt x="183" y="3412"/>
                    </a:cubicBezTo>
                    <a:cubicBezTo>
                      <a:pt x="183" y="4254"/>
                      <a:pt x="517" y="5061"/>
                      <a:pt x="1112" y="5656"/>
                    </a:cubicBezTo>
                    <a:cubicBezTo>
                      <a:pt x="1707" y="6251"/>
                      <a:pt x="2513" y="6585"/>
                      <a:pt x="3354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65" name="Freeform: Shape 3264">
                <a:extLst>
                  <a:ext uri="{FF2B5EF4-FFF2-40B4-BE49-F238E27FC236}">
                    <a16:creationId xmlns:a16="http://schemas.microsoft.com/office/drawing/2014/main" id="{77FB3C9F-31FB-E1E1-1E38-49D880033BF2}"/>
                  </a:ext>
                </a:extLst>
              </p:cNvPr>
              <p:cNvSpPr/>
              <p:nvPr/>
            </p:nvSpPr>
            <p:spPr>
              <a:xfrm>
                <a:off x="3165147" y="6517007"/>
                <a:ext cx="6343" cy="6345"/>
              </a:xfrm>
              <a:custGeom>
                <a:avLst/>
                <a:gdLst>
                  <a:gd name="connsiteX0" fmla="*/ 3354 w 6343"/>
                  <a:gd name="connsiteY0" fmla="*/ 6585 h 6345"/>
                  <a:gd name="connsiteX1" fmla="*/ 5597 w 6343"/>
                  <a:gd name="connsiteY1" fmla="*/ 5656 h 6345"/>
                  <a:gd name="connsiteX2" fmla="*/ 6525 w 6343"/>
                  <a:gd name="connsiteY2" fmla="*/ 3412 h 6345"/>
                  <a:gd name="connsiteX3" fmla="*/ 5597 w 6343"/>
                  <a:gd name="connsiteY3" fmla="*/ 1169 h 6345"/>
                  <a:gd name="connsiteX4" fmla="*/ 3354 w 6343"/>
                  <a:gd name="connsiteY4" fmla="*/ 239 h 6345"/>
                  <a:gd name="connsiteX5" fmla="*/ 1111 w 6343"/>
                  <a:gd name="connsiteY5" fmla="*/ 1169 h 6345"/>
                  <a:gd name="connsiteX6" fmla="*/ 182 w 6343"/>
                  <a:gd name="connsiteY6" fmla="*/ 3412 h 6345"/>
                  <a:gd name="connsiteX7" fmla="*/ 1111 w 6343"/>
                  <a:gd name="connsiteY7" fmla="*/ 5656 h 6345"/>
                  <a:gd name="connsiteX8" fmla="*/ 3354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85"/>
                    </a:moveTo>
                    <a:cubicBezTo>
                      <a:pt x="4195" y="6585"/>
                      <a:pt x="5002" y="6250"/>
                      <a:pt x="5597" y="5656"/>
                    </a:cubicBezTo>
                    <a:cubicBezTo>
                      <a:pt x="6191" y="5061"/>
                      <a:pt x="6525" y="4253"/>
                      <a:pt x="6525" y="3412"/>
                    </a:cubicBezTo>
                    <a:cubicBezTo>
                      <a:pt x="6525" y="2571"/>
                      <a:pt x="6191" y="1764"/>
                      <a:pt x="5597" y="1169"/>
                    </a:cubicBezTo>
                    <a:cubicBezTo>
                      <a:pt x="5002" y="574"/>
                      <a:pt x="4195" y="239"/>
                      <a:pt x="3354" y="239"/>
                    </a:cubicBezTo>
                    <a:cubicBezTo>
                      <a:pt x="2513" y="239"/>
                      <a:pt x="1706" y="574"/>
                      <a:pt x="1111" y="1169"/>
                    </a:cubicBezTo>
                    <a:cubicBezTo>
                      <a:pt x="517" y="1764"/>
                      <a:pt x="182" y="2571"/>
                      <a:pt x="182" y="3412"/>
                    </a:cubicBezTo>
                    <a:cubicBezTo>
                      <a:pt x="182" y="4253"/>
                      <a:pt x="517" y="5061"/>
                      <a:pt x="1111" y="5656"/>
                    </a:cubicBezTo>
                    <a:cubicBezTo>
                      <a:pt x="1706" y="6250"/>
                      <a:pt x="2513" y="6585"/>
                      <a:pt x="3354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66" name="Freeform: Shape 3265">
                <a:extLst>
                  <a:ext uri="{FF2B5EF4-FFF2-40B4-BE49-F238E27FC236}">
                    <a16:creationId xmlns:a16="http://schemas.microsoft.com/office/drawing/2014/main" id="{3DCF1733-CB33-339A-D60F-24587851ABCF}"/>
                  </a:ext>
                </a:extLst>
              </p:cNvPr>
              <p:cNvSpPr/>
              <p:nvPr/>
            </p:nvSpPr>
            <p:spPr>
              <a:xfrm>
                <a:off x="3156798" y="6516538"/>
                <a:ext cx="6343" cy="6345"/>
              </a:xfrm>
              <a:custGeom>
                <a:avLst/>
                <a:gdLst>
                  <a:gd name="connsiteX0" fmla="*/ 3353 w 6343"/>
                  <a:gd name="connsiteY0" fmla="*/ 6585 h 6345"/>
                  <a:gd name="connsiteX1" fmla="*/ 5596 w 6343"/>
                  <a:gd name="connsiteY1" fmla="*/ 5655 h 6345"/>
                  <a:gd name="connsiteX2" fmla="*/ 6525 w 6343"/>
                  <a:gd name="connsiteY2" fmla="*/ 3412 h 6345"/>
                  <a:gd name="connsiteX3" fmla="*/ 5596 w 6343"/>
                  <a:gd name="connsiteY3" fmla="*/ 1169 h 6345"/>
                  <a:gd name="connsiteX4" fmla="*/ 3353 w 6343"/>
                  <a:gd name="connsiteY4" fmla="*/ 239 h 6345"/>
                  <a:gd name="connsiteX5" fmla="*/ 1111 w 6343"/>
                  <a:gd name="connsiteY5" fmla="*/ 1169 h 6345"/>
                  <a:gd name="connsiteX6" fmla="*/ 182 w 6343"/>
                  <a:gd name="connsiteY6" fmla="*/ 3412 h 6345"/>
                  <a:gd name="connsiteX7" fmla="*/ 1111 w 6343"/>
                  <a:gd name="connsiteY7" fmla="*/ 5655 h 6345"/>
                  <a:gd name="connsiteX8" fmla="*/ 3353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85"/>
                    </a:moveTo>
                    <a:cubicBezTo>
                      <a:pt x="4194" y="6585"/>
                      <a:pt x="5001" y="6250"/>
                      <a:pt x="5596" y="5655"/>
                    </a:cubicBezTo>
                    <a:cubicBezTo>
                      <a:pt x="6191" y="5060"/>
                      <a:pt x="6525" y="4253"/>
                      <a:pt x="6525" y="3412"/>
                    </a:cubicBezTo>
                    <a:cubicBezTo>
                      <a:pt x="6525" y="2571"/>
                      <a:pt x="6191" y="1764"/>
                      <a:pt x="5596" y="1169"/>
                    </a:cubicBezTo>
                    <a:cubicBezTo>
                      <a:pt x="5001" y="574"/>
                      <a:pt x="4194" y="239"/>
                      <a:pt x="3353" y="239"/>
                    </a:cubicBezTo>
                    <a:cubicBezTo>
                      <a:pt x="2512" y="239"/>
                      <a:pt x="1705" y="574"/>
                      <a:pt x="1111" y="1169"/>
                    </a:cubicBezTo>
                    <a:cubicBezTo>
                      <a:pt x="516" y="1764"/>
                      <a:pt x="182" y="2571"/>
                      <a:pt x="182" y="3412"/>
                    </a:cubicBezTo>
                    <a:cubicBezTo>
                      <a:pt x="182" y="4253"/>
                      <a:pt x="516" y="5060"/>
                      <a:pt x="1111" y="5655"/>
                    </a:cubicBezTo>
                    <a:cubicBezTo>
                      <a:pt x="1705" y="6250"/>
                      <a:pt x="2512" y="6585"/>
                      <a:pt x="3353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67" name="Freeform: Shape 3266">
                <a:extLst>
                  <a:ext uri="{FF2B5EF4-FFF2-40B4-BE49-F238E27FC236}">
                    <a16:creationId xmlns:a16="http://schemas.microsoft.com/office/drawing/2014/main" id="{77C7E185-FD4D-ABE2-F298-3D396496D465}"/>
                  </a:ext>
                </a:extLst>
              </p:cNvPr>
              <p:cNvSpPr/>
              <p:nvPr/>
            </p:nvSpPr>
            <p:spPr>
              <a:xfrm>
                <a:off x="3149853" y="6514462"/>
                <a:ext cx="6343" cy="6345"/>
              </a:xfrm>
              <a:custGeom>
                <a:avLst/>
                <a:gdLst>
                  <a:gd name="connsiteX0" fmla="*/ 3353 w 6343"/>
                  <a:gd name="connsiteY0" fmla="*/ 6585 h 6345"/>
                  <a:gd name="connsiteX1" fmla="*/ 5595 w 6343"/>
                  <a:gd name="connsiteY1" fmla="*/ 5655 h 6345"/>
                  <a:gd name="connsiteX2" fmla="*/ 6524 w 6343"/>
                  <a:gd name="connsiteY2" fmla="*/ 3412 h 6345"/>
                  <a:gd name="connsiteX3" fmla="*/ 5595 w 6343"/>
                  <a:gd name="connsiteY3" fmla="*/ 1168 h 6345"/>
                  <a:gd name="connsiteX4" fmla="*/ 3353 w 6343"/>
                  <a:gd name="connsiteY4" fmla="*/ 239 h 6345"/>
                  <a:gd name="connsiteX5" fmla="*/ 1110 w 6343"/>
                  <a:gd name="connsiteY5" fmla="*/ 1168 h 6345"/>
                  <a:gd name="connsiteX6" fmla="*/ 181 w 6343"/>
                  <a:gd name="connsiteY6" fmla="*/ 3412 h 6345"/>
                  <a:gd name="connsiteX7" fmla="*/ 1110 w 6343"/>
                  <a:gd name="connsiteY7" fmla="*/ 5655 h 6345"/>
                  <a:gd name="connsiteX8" fmla="*/ 3353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85"/>
                    </a:moveTo>
                    <a:cubicBezTo>
                      <a:pt x="4194" y="6585"/>
                      <a:pt x="5001" y="6250"/>
                      <a:pt x="5595" y="5655"/>
                    </a:cubicBezTo>
                    <a:cubicBezTo>
                      <a:pt x="6190" y="5060"/>
                      <a:pt x="6524" y="4253"/>
                      <a:pt x="6524" y="3412"/>
                    </a:cubicBezTo>
                    <a:cubicBezTo>
                      <a:pt x="6524" y="2570"/>
                      <a:pt x="6190" y="1763"/>
                      <a:pt x="5595" y="1168"/>
                    </a:cubicBezTo>
                    <a:cubicBezTo>
                      <a:pt x="5001" y="573"/>
                      <a:pt x="4194" y="239"/>
                      <a:pt x="3353" y="239"/>
                    </a:cubicBezTo>
                    <a:cubicBezTo>
                      <a:pt x="2512" y="239"/>
                      <a:pt x="1705" y="573"/>
                      <a:pt x="1110" y="1168"/>
                    </a:cubicBezTo>
                    <a:cubicBezTo>
                      <a:pt x="515" y="1763"/>
                      <a:pt x="181" y="2570"/>
                      <a:pt x="181" y="3412"/>
                    </a:cubicBezTo>
                    <a:cubicBezTo>
                      <a:pt x="181" y="4253"/>
                      <a:pt x="515" y="5060"/>
                      <a:pt x="1110" y="5655"/>
                    </a:cubicBezTo>
                    <a:cubicBezTo>
                      <a:pt x="1705" y="6250"/>
                      <a:pt x="2512" y="6585"/>
                      <a:pt x="3353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68" name="Freeform: Shape 3267">
                <a:extLst>
                  <a:ext uri="{FF2B5EF4-FFF2-40B4-BE49-F238E27FC236}">
                    <a16:creationId xmlns:a16="http://schemas.microsoft.com/office/drawing/2014/main" id="{21933814-75ED-5870-6705-625863B22537}"/>
                  </a:ext>
                </a:extLst>
              </p:cNvPr>
              <p:cNvSpPr/>
              <p:nvPr/>
            </p:nvSpPr>
            <p:spPr>
              <a:xfrm>
                <a:off x="3141994" y="6513300"/>
                <a:ext cx="6343" cy="6345"/>
              </a:xfrm>
              <a:custGeom>
                <a:avLst/>
                <a:gdLst>
                  <a:gd name="connsiteX0" fmla="*/ 3352 w 6343"/>
                  <a:gd name="connsiteY0" fmla="*/ 6584 h 6345"/>
                  <a:gd name="connsiteX1" fmla="*/ 5595 w 6343"/>
                  <a:gd name="connsiteY1" fmla="*/ 5655 h 6345"/>
                  <a:gd name="connsiteX2" fmla="*/ 6524 w 6343"/>
                  <a:gd name="connsiteY2" fmla="*/ 3412 h 6345"/>
                  <a:gd name="connsiteX3" fmla="*/ 5595 w 6343"/>
                  <a:gd name="connsiteY3" fmla="*/ 1168 h 6345"/>
                  <a:gd name="connsiteX4" fmla="*/ 3352 w 6343"/>
                  <a:gd name="connsiteY4" fmla="*/ 239 h 6345"/>
                  <a:gd name="connsiteX5" fmla="*/ 1109 w 6343"/>
                  <a:gd name="connsiteY5" fmla="*/ 1168 h 6345"/>
                  <a:gd name="connsiteX6" fmla="*/ 180 w 6343"/>
                  <a:gd name="connsiteY6" fmla="*/ 3412 h 6345"/>
                  <a:gd name="connsiteX7" fmla="*/ 1109 w 6343"/>
                  <a:gd name="connsiteY7" fmla="*/ 5655 h 6345"/>
                  <a:gd name="connsiteX8" fmla="*/ 3352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584"/>
                    </a:moveTo>
                    <a:cubicBezTo>
                      <a:pt x="4193" y="6584"/>
                      <a:pt x="5000" y="6250"/>
                      <a:pt x="5595" y="5655"/>
                    </a:cubicBezTo>
                    <a:cubicBezTo>
                      <a:pt x="6189" y="5060"/>
                      <a:pt x="6524" y="4253"/>
                      <a:pt x="6524" y="3412"/>
                    </a:cubicBezTo>
                    <a:cubicBezTo>
                      <a:pt x="6524" y="2570"/>
                      <a:pt x="6189" y="1763"/>
                      <a:pt x="5595" y="1168"/>
                    </a:cubicBezTo>
                    <a:cubicBezTo>
                      <a:pt x="5000" y="573"/>
                      <a:pt x="4193" y="239"/>
                      <a:pt x="3352" y="239"/>
                    </a:cubicBezTo>
                    <a:cubicBezTo>
                      <a:pt x="2511" y="239"/>
                      <a:pt x="1704" y="573"/>
                      <a:pt x="1109" y="1168"/>
                    </a:cubicBezTo>
                    <a:cubicBezTo>
                      <a:pt x="515" y="1763"/>
                      <a:pt x="180" y="2570"/>
                      <a:pt x="180" y="3412"/>
                    </a:cubicBezTo>
                    <a:cubicBezTo>
                      <a:pt x="180" y="4253"/>
                      <a:pt x="515" y="5060"/>
                      <a:pt x="1109" y="5655"/>
                    </a:cubicBezTo>
                    <a:cubicBezTo>
                      <a:pt x="1704" y="6250"/>
                      <a:pt x="2511" y="6584"/>
                      <a:pt x="3352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69" name="Freeform: Shape 3268">
                <a:extLst>
                  <a:ext uri="{FF2B5EF4-FFF2-40B4-BE49-F238E27FC236}">
                    <a16:creationId xmlns:a16="http://schemas.microsoft.com/office/drawing/2014/main" id="{12041E22-06FC-FE64-609B-35A26494640A}"/>
                  </a:ext>
                </a:extLst>
              </p:cNvPr>
              <p:cNvSpPr/>
              <p:nvPr/>
            </p:nvSpPr>
            <p:spPr>
              <a:xfrm>
                <a:off x="3134352" y="6511830"/>
                <a:ext cx="6343" cy="6345"/>
              </a:xfrm>
              <a:custGeom>
                <a:avLst/>
                <a:gdLst>
                  <a:gd name="connsiteX0" fmla="*/ 3351 w 6343"/>
                  <a:gd name="connsiteY0" fmla="*/ 6584 h 6345"/>
                  <a:gd name="connsiteX1" fmla="*/ 5594 w 6343"/>
                  <a:gd name="connsiteY1" fmla="*/ 5655 h 6345"/>
                  <a:gd name="connsiteX2" fmla="*/ 6523 w 6343"/>
                  <a:gd name="connsiteY2" fmla="*/ 3412 h 6345"/>
                  <a:gd name="connsiteX3" fmla="*/ 5594 w 6343"/>
                  <a:gd name="connsiteY3" fmla="*/ 1168 h 6345"/>
                  <a:gd name="connsiteX4" fmla="*/ 3351 w 6343"/>
                  <a:gd name="connsiteY4" fmla="*/ 239 h 6345"/>
                  <a:gd name="connsiteX5" fmla="*/ 1109 w 6343"/>
                  <a:gd name="connsiteY5" fmla="*/ 1168 h 6345"/>
                  <a:gd name="connsiteX6" fmla="*/ 180 w 6343"/>
                  <a:gd name="connsiteY6" fmla="*/ 3412 h 6345"/>
                  <a:gd name="connsiteX7" fmla="*/ 1109 w 6343"/>
                  <a:gd name="connsiteY7" fmla="*/ 5655 h 6345"/>
                  <a:gd name="connsiteX8" fmla="*/ 3351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584"/>
                    </a:moveTo>
                    <a:cubicBezTo>
                      <a:pt x="4193" y="6584"/>
                      <a:pt x="4999" y="6250"/>
                      <a:pt x="5594" y="5655"/>
                    </a:cubicBezTo>
                    <a:cubicBezTo>
                      <a:pt x="6189" y="5060"/>
                      <a:pt x="6523" y="4253"/>
                      <a:pt x="6523" y="3412"/>
                    </a:cubicBezTo>
                    <a:cubicBezTo>
                      <a:pt x="6523" y="2570"/>
                      <a:pt x="6189" y="1763"/>
                      <a:pt x="5594" y="1168"/>
                    </a:cubicBezTo>
                    <a:cubicBezTo>
                      <a:pt x="4999" y="573"/>
                      <a:pt x="4193" y="239"/>
                      <a:pt x="3351" y="239"/>
                    </a:cubicBezTo>
                    <a:cubicBezTo>
                      <a:pt x="2510" y="239"/>
                      <a:pt x="1704" y="573"/>
                      <a:pt x="1109" y="1168"/>
                    </a:cubicBezTo>
                    <a:cubicBezTo>
                      <a:pt x="514" y="1763"/>
                      <a:pt x="180" y="2570"/>
                      <a:pt x="180" y="3412"/>
                    </a:cubicBezTo>
                    <a:cubicBezTo>
                      <a:pt x="180" y="4253"/>
                      <a:pt x="514" y="5060"/>
                      <a:pt x="1109" y="5655"/>
                    </a:cubicBezTo>
                    <a:cubicBezTo>
                      <a:pt x="1704" y="6250"/>
                      <a:pt x="2510" y="6584"/>
                      <a:pt x="3351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70" name="Freeform: Shape 3269">
                <a:extLst>
                  <a:ext uri="{FF2B5EF4-FFF2-40B4-BE49-F238E27FC236}">
                    <a16:creationId xmlns:a16="http://schemas.microsoft.com/office/drawing/2014/main" id="{AE0AA7BA-C806-C17A-15FA-8417EBE67CDF}"/>
                  </a:ext>
                </a:extLst>
              </p:cNvPr>
              <p:cNvSpPr/>
              <p:nvPr/>
            </p:nvSpPr>
            <p:spPr>
              <a:xfrm>
                <a:off x="3127459" y="6509508"/>
                <a:ext cx="6343" cy="6345"/>
              </a:xfrm>
              <a:custGeom>
                <a:avLst/>
                <a:gdLst>
                  <a:gd name="connsiteX0" fmla="*/ 3351 w 6343"/>
                  <a:gd name="connsiteY0" fmla="*/ 6584 h 6345"/>
                  <a:gd name="connsiteX1" fmla="*/ 5594 w 6343"/>
                  <a:gd name="connsiteY1" fmla="*/ 5655 h 6345"/>
                  <a:gd name="connsiteX2" fmla="*/ 6522 w 6343"/>
                  <a:gd name="connsiteY2" fmla="*/ 3411 h 6345"/>
                  <a:gd name="connsiteX3" fmla="*/ 5594 w 6343"/>
                  <a:gd name="connsiteY3" fmla="*/ 1168 h 6345"/>
                  <a:gd name="connsiteX4" fmla="*/ 3351 w 6343"/>
                  <a:gd name="connsiteY4" fmla="*/ 239 h 6345"/>
                  <a:gd name="connsiteX5" fmla="*/ 1108 w 6343"/>
                  <a:gd name="connsiteY5" fmla="*/ 1168 h 6345"/>
                  <a:gd name="connsiteX6" fmla="*/ 179 w 6343"/>
                  <a:gd name="connsiteY6" fmla="*/ 3411 h 6345"/>
                  <a:gd name="connsiteX7" fmla="*/ 1108 w 6343"/>
                  <a:gd name="connsiteY7" fmla="*/ 5655 h 6345"/>
                  <a:gd name="connsiteX8" fmla="*/ 3351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584"/>
                    </a:moveTo>
                    <a:cubicBezTo>
                      <a:pt x="4192" y="6584"/>
                      <a:pt x="4999" y="6250"/>
                      <a:pt x="5594" y="5655"/>
                    </a:cubicBezTo>
                    <a:cubicBezTo>
                      <a:pt x="6188" y="5060"/>
                      <a:pt x="6522" y="4253"/>
                      <a:pt x="6522" y="3411"/>
                    </a:cubicBezTo>
                    <a:cubicBezTo>
                      <a:pt x="6522" y="2570"/>
                      <a:pt x="6188" y="1763"/>
                      <a:pt x="5594" y="1168"/>
                    </a:cubicBezTo>
                    <a:cubicBezTo>
                      <a:pt x="4999" y="573"/>
                      <a:pt x="4192" y="239"/>
                      <a:pt x="3351" y="239"/>
                    </a:cubicBezTo>
                    <a:cubicBezTo>
                      <a:pt x="2510" y="239"/>
                      <a:pt x="1703" y="573"/>
                      <a:pt x="1108" y="1168"/>
                    </a:cubicBezTo>
                    <a:cubicBezTo>
                      <a:pt x="514" y="1763"/>
                      <a:pt x="179" y="2570"/>
                      <a:pt x="179" y="3411"/>
                    </a:cubicBezTo>
                    <a:cubicBezTo>
                      <a:pt x="179" y="4253"/>
                      <a:pt x="514" y="5060"/>
                      <a:pt x="1108" y="5655"/>
                    </a:cubicBezTo>
                    <a:cubicBezTo>
                      <a:pt x="1703" y="6250"/>
                      <a:pt x="2510" y="6584"/>
                      <a:pt x="3351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71" name="Freeform: Shape 3270">
                <a:extLst>
                  <a:ext uri="{FF2B5EF4-FFF2-40B4-BE49-F238E27FC236}">
                    <a16:creationId xmlns:a16="http://schemas.microsoft.com/office/drawing/2014/main" id="{38CECB32-19B3-00E4-9AB5-5A8B521F2B83}"/>
                  </a:ext>
                </a:extLst>
              </p:cNvPr>
              <p:cNvSpPr/>
              <p:nvPr/>
            </p:nvSpPr>
            <p:spPr>
              <a:xfrm>
                <a:off x="3118940" y="6508798"/>
                <a:ext cx="6343" cy="6345"/>
              </a:xfrm>
              <a:custGeom>
                <a:avLst/>
                <a:gdLst>
                  <a:gd name="connsiteX0" fmla="*/ 3350 w 6343"/>
                  <a:gd name="connsiteY0" fmla="*/ 6584 h 6345"/>
                  <a:gd name="connsiteX1" fmla="*/ 5593 w 6343"/>
                  <a:gd name="connsiteY1" fmla="*/ 5655 h 6345"/>
                  <a:gd name="connsiteX2" fmla="*/ 6522 w 6343"/>
                  <a:gd name="connsiteY2" fmla="*/ 3411 h 6345"/>
                  <a:gd name="connsiteX3" fmla="*/ 5593 w 6343"/>
                  <a:gd name="connsiteY3" fmla="*/ 1168 h 6345"/>
                  <a:gd name="connsiteX4" fmla="*/ 3350 w 6343"/>
                  <a:gd name="connsiteY4" fmla="*/ 239 h 6345"/>
                  <a:gd name="connsiteX5" fmla="*/ 1108 w 6343"/>
                  <a:gd name="connsiteY5" fmla="*/ 1168 h 6345"/>
                  <a:gd name="connsiteX6" fmla="*/ 179 w 6343"/>
                  <a:gd name="connsiteY6" fmla="*/ 3411 h 6345"/>
                  <a:gd name="connsiteX7" fmla="*/ 1108 w 6343"/>
                  <a:gd name="connsiteY7" fmla="*/ 5655 h 6345"/>
                  <a:gd name="connsiteX8" fmla="*/ 3350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84"/>
                    </a:moveTo>
                    <a:cubicBezTo>
                      <a:pt x="4191" y="6584"/>
                      <a:pt x="4998" y="6250"/>
                      <a:pt x="5593" y="5655"/>
                    </a:cubicBezTo>
                    <a:cubicBezTo>
                      <a:pt x="6188" y="5060"/>
                      <a:pt x="6522" y="4253"/>
                      <a:pt x="6522" y="3411"/>
                    </a:cubicBezTo>
                    <a:cubicBezTo>
                      <a:pt x="6522" y="2570"/>
                      <a:pt x="6188" y="1763"/>
                      <a:pt x="5593" y="1168"/>
                    </a:cubicBezTo>
                    <a:cubicBezTo>
                      <a:pt x="4998" y="573"/>
                      <a:pt x="4191" y="239"/>
                      <a:pt x="3350" y="239"/>
                    </a:cubicBezTo>
                    <a:cubicBezTo>
                      <a:pt x="2509" y="239"/>
                      <a:pt x="1702" y="573"/>
                      <a:pt x="1108" y="1168"/>
                    </a:cubicBezTo>
                    <a:cubicBezTo>
                      <a:pt x="513" y="1763"/>
                      <a:pt x="179" y="2570"/>
                      <a:pt x="179" y="3411"/>
                    </a:cubicBezTo>
                    <a:cubicBezTo>
                      <a:pt x="179" y="4253"/>
                      <a:pt x="513" y="5060"/>
                      <a:pt x="1108" y="5655"/>
                    </a:cubicBezTo>
                    <a:cubicBezTo>
                      <a:pt x="1702" y="6250"/>
                      <a:pt x="2509" y="6584"/>
                      <a:pt x="3350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72" name="Freeform: Shape 3271">
                <a:extLst>
                  <a:ext uri="{FF2B5EF4-FFF2-40B4-BE49-F238E27FC236}">
                    <a16:creationId xmlns:a16="http://schemas.microsoft.com/office/drawing/2014/main" id="{956D6E68-98BE-0449-B163-6F640E397C2D}"/>
                  </a:ext>
                </a:extLst>
              </p:cNvPr>
              <p:cNvSpPr/>
              <p:nvPr/>
            </p:nvSpPr>
            <p:spPr>
              <a:xfrm>
                <a:off x="3110803" y="6507607"/>
                <a:ext cx="6343" cy="6345"/>
              </a:xfrm>
              <a:custGeom>
                <a:avLst/>
                <a:gdLst>
                  <a:gd name="connsiteX0" fmla="*/ 3350 w 6343"/>
                  <a:gd name="connsiteY0" fmla="*/ 6584 h 6345"/>
                  <a:gd name="connsiteX1" fmla="*/ 5592 w 6343"/>
                  <a:gd name="connsiteY1" fmla="*/ 5655 h 6345"/>
                  <a:gd name="connsiteX2" fmla="*/ 6521 w 6343"/>
                  <a:gd name="connsiteY2" fmla="*/ 3411 h 6345"/>
                  <a:gd name="connsiteX3" fmla="*/ 5592 w 6343"/>
                  <a:gd name="connsiteY3" fmla="*/ 1168 h 6345"/>
                  <a:gd name="connsiteX4" fmla="*/ 3350 w 6343"/>
                  <a:gd name="connsiteY4" fmla="*/ 239 h 6345"/>
                  <a:gd name="connsiteX5" fmla="*/ 1107 w 6343"/>
                  <a:gd name="connsiteY5" fmla="*/ 1168 h 6345"/>
                  <a:gd name="connsiteX6" fmla="*/ 178 w 6343"/>
                  <a:gd name="connsiteY6" fmla="*/ 3411 h 6345"/>
                  <a:gd name="connsiteX7" fmla="*/ 1107 w 6343"/>
                  <a:gd name="connsiteY7" fmla="*/ 5655 h 6345"/>
                  <a:gd name="connsiteX8" fmla="*/ 3350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84"/>
                    </a:moveTo>
                    <a:cubicBezTo>
                      <a:pt x="4191" y="6584"/>
                      <a:pt x="4997" y="6250"/>
                      <a:pt x="5592" y="5655"/>
                    </a:cubicBezTo>
                    <a:cubicBezTo>
                      <a:pt x="6187" y="5060"/>
                      <a:pt x="6521" y="4253"/>
                      <a:pt x="6521" y="3411"/>
                    </a:cubicBezTo>
                    <a:cubicBezTo>
                      <a:pt x="6521" y="2570"/>
                      <a:pt x="6187" y="1763"/>
                      <a:pt x="5592" y="1168"/>
                    </a:cubicBezTo>
                    <a:cubicBezTo>
                      <a:pt x="4997" y="573"/>
                      <a:pt x="4191" y="239"/>
                      <a:pt x="3350" y="239"/>
                    </a:cubicBezTo>
                    <a:cubicBezTo>
                      <a:pt x="2508" y="239"/>
                      <a:pt x="1702" y="573"/>
                      <a:pt x="1107" y="1168"/>
                    </a:cubicBezTo>
                    <a:cubicBezTo>
                      <a:pt x="512" y="1763"/>
                      <a:pt x="178" y="2570"/>
                      <a:pt x="178" y="3411"/>
                    </a:cubicBezTo>
                    <a:cubicBezTo>
                      <a:pt x="178" y="4253"/>
                      <a:pt x="512" y="5060"/>
                      <a:pt x="1107" y="5655"/>
                    </a:cubicBezTo>
                    <a:cubicBezTo>
                      <a:pt x="1702" y="6250"/>
                      <a:pt x="2508" y="6584"/>
                      <a:pt x="3350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73" name="Freeform: Shape 3272">
                <a:extLst>
                  <a:ext uri="{FF2B5EF4-FFF2-40B4-BE49-F238E27FC236}">
                    <a16:creationId xmlns:a16="http://schemas.microsoft.com/office/drawing/2014/main" id="{8FF5A247-422C-3AEA-B62F-5C6F6F101DCC}"/>
                  </a:ext>
                </a:extLst>
              </p:cNvPr>
              <p:cNvSpPr/>
              <p:nvPr/>
            </p:nvSpPr>
            <p:spPr>
              <a:xfrm>
                <a:off x="3102517" y="6506479"/>
                <a:ext cx="6343" cy="6345"/>
              </a:xfrm>
              <a:custGeom>
                <a:avLst/>
                <a:gdLst>
                  <a:gd name="connsiteX0" fmla="*/ 3349 w 6343"/>
                  <a:gd name="connsiteY0" fmla="*/ 6584 h 6345"/>
                  <a:gd name="connsiteX1" fmla="*/ 5592 w 6343"/>
                  <a:gd name="connsiteY1" fmla="*/ 5655 h 6345"/>
                  <a:gd name="connsiteX2" fmla="*/ 6520 w 6343"/>
                  <a:gd name="connsiteY2" fmla="*/ 3411 h 6345"/>
                  <a:gd name="connsiteX3" fmla="*/ 5592 w 6343"/>
                  <a:gd name="connsiteY3" fmla="*/ 1168 h 6345"/>
                  <a:gd name="connsiteX4" fmla="*/ 3349 w 6343"/>
                  <a:gd name="connsiteY4" fmla="*/ 239 h 6345"/>
                  <a:gd name="connsiteX5" fmla="*/ 1106 w 6343"/>
                  <a:gd name="connsiteY5" fmla="*/ 1168 h 6345"/>
                  <a:gd name="connsiteX6" fmla="*/ 177 w 6343"/>
                  <a:gd name="connsiteY6" fmla="*/ 3411 h 6345"/>
                  <a:gd name="connsiteX7" fmla="*/ 1106 w 6343"/>
                  <a:gd name="connsiteY7" fmla="*/ 5655 h 6345"/>
                  <a:gd name="connsiteX8" fmla="*/ 3349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84"/>
                    </a:moveTo>
                    <a:cubicBezTo>
                      <a:pt x="4190" y="6584"/>
                      <a:pt x="4997" y="6250"/>
                      <a:pt x="5592" y="5655"/>
                    </a:cubicBezTo>
                    <a:cubicBezTo>
                      <a:pt x="6186" y="5060"/>
                      <a:pt x="6520" y="4253"/>
                      <a:pt x="6520" y="3411"/>
                    </a:cubicBezTo>
                    <a:cubicBezTo>
                      <a:pt x="6520" y="2570"/>
                      <a:pt x="6186" y="1763"/>
                      <a:pt x="5592" y="1168"/>
                    </a:cubicBezTo>
                    <a:cubicBezTo>
                      <a:pt x="4997" y="573"/>
                      <a:pt x="4190" y="239"/>
                      <a:pt x="3349" y="239"/>
                    </a:cubicBezTo>
                    <a:cubicBezTo>
                      <a:pt x="2508" y="239"/>
                      <a:pt x="1701" y="573"/>
                      <a:pt x="1106" y="1168"/>
                    </a:cubicBezTo>
                    <a:cubicBezTo>
                      <a:pt x="512" y="1763"/>
                      <a:pt x="177" y="2570"/>
                      <a:pt x="177" y="3411"/>
                    </a:cubicBezTo>
                    <a:cubicBezTo>
                      <a:pt x="177" y="4253"/>
                      <a:pt x="512" y="5060"/>
                      <a:pt x="1106" y="5655"/>
                    </a:cubicBezTo>
                    <a:cubicBezTo>
                      <a:pt x="1701" y="6250"/>
                      <a:pt x="2508" y="6584"/>
                      <a:pt x="3349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74" name="Freeform: Shape 3273">
                <a:extLst>
                  <a:ext uri="{FF2B5EF4-FFF2-40B4-BE49-F238E27FC236}">
                    <a16:creationId xmlns:a16="http://schemas.microsoft.com/office/drawing/2014/main" id="{9E2D7DD1-D203-A629-6505-E1A01B76B746}"/>
                  </a:ext>
                </a:extLst>
              </p:cNvPr>
              <p:cNvSpPr/>
              <p:nvPr/>
            </p:nvSpPr>
            <p:spPr>
              <a:xfrm>
                <a:off x="3094894" y="6504610"/>
                <a:ext cx="6343" cy="6345"/>
              </a:xfrm>
              <a:custGeom>
                <a:avLst/>
                <a:gdLst>
                  <a:gd name="connsiteX0" fmla="*/ 3348 w 6343"/>
                  <a:gd name="connsiteY0" fmla="*/ 6584 h 6345"/>
                  <a:gd name="connsiteX1" fmla="*/ 5591 w 6343"/>
                  <a:gd name="connsiteY1" fmla="*/ 5655 h 6345"/>
                  <a:gd name="connsiteX2" fmla="*/ 6520 w 6343"/>
                  <a:gd name="connsiteY2" fmla="*/ 3411 h 6345"/>
                  <a:gd name="connsiteX3" fmla="*/ 5591 w 6343"/>
                  <a:gd name="connsiteY3" fmla="*/ 1168 h 6345"/>
                  <a:gd name="connsiteX4" fmla="*/ 3348 w 6343"/>
                  <a:gd name="connsiteY4" fmla="*/ 238 h 6345"/>
                  <a:gd name="connsiteX5" fmla="*/ 1106 w 6343"/>
                  <a:gd name="connsiteY5" fmla="*/ 1168 h 6345"/>
                  <a:gd name="connsiteX6" fmla="*/ 177 w 6343"/>
                  <a:gd name="connsiteY6" fmla="*/ 3411 h 6345"/>
                  <a:gd name="connsiteX7" fmla="*/ 1106 w 6343"/>
                  <a:gd name="connsiteY7" fmla="*/ 5655 h 6345"/>
                  <a:gd name="connsiteX8" fmla="*/ 3348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84"/>
                    </a:moveTo>
                    <a:cubicBezTo>
                      <a:pt x="4189" y="6584"/>
                      <a:pt x="4996" y="6249"/>
                      <a:pt x="5591" y="5655"/>
                    </a:cubicBezTo>
                    <a:cubicBezTo>
                      <a:pt x="6186" y="5060"/>
                      <a:pt x="6520" y="4252"/>
                      <a:pt x="6520" y="3411"/>
                    </a:cubicBezTo>
                    <a:cubicBezTo>
                      <a:pt x="6520" y="2570"/>
                      <a:pt x="6186" y="1763"/>
                      <a:pt x="5591" y="1168"/>
                    </a:cubicBezTo>
                    <a:cubicBezTo>
                      <a:pt x="4996" y="573"/>
                      <a:pt x="4189" y="238"/>
                      <a:pt x="3348" y="238"/>
                    </a:cubicBezTo>
                    <a:cubicBezTo>
                      <a:pt x="2507" y="238"/>
                      <a:pt x="1700" y="573"/>
                      <a:pt x="1106" y="1168"/>
                    </a:cubicBezTo>
                    <a:cubicBezTo>
                      <a:pt x="511" y="1763"/>
                      <a:pt x="177" y="2570"/>
                      <a:pt x="177" y="3411"/>
                    </a:cubicBezTo>
                    <a:cubicBezTo>
                      <a:pt x="177" y="4252"/>
                      <a:pt x="511" y="5060"/>
                      <a:pt x="1106" y="5655"/>
                    </a:cubicBezTo>
                    <a:cubicBezTo>
                      <a:pt x="1700" y="6249"/>
                      <a:pt x="2507" y="6584"/>
                      <a:pt x="3348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75" name="Freeform: Shape 3274">
                <a:extLst>
                  <a:ext uri="{FF2B5EF4-FFF2-40B4-BE49-F238E27FC236}">
                    <a16:creationId xmlns:a16="http://schemas.microsoft.com/office/drawing/2014/main" id="{14E45748-3396-2266-61B0-D166D778D9CC}"/>
                  </a:ext>
                </a:extLst>
              </p:cNvPr>
              <p:cNvSpPr/>
              <p:nvPr/>
            </p:nvSpPr>
            <p:spPr>
              <a:xfrm>
                <a:off x="3087979" y="6501978"/>
                <a:ext cx="6343" cy="6345"/>
              </a:xfrm>
              <a:custGeom>
                <a:avLst/>
                <a:gdLst>
                  <a:gd name="connsiteX0" fmla="*/ 3348 w 6343"/>
                  <a:gd name="connsiteY0" fmla="*/ 6584 h 6345"/>
                  <a:gd name="connsiteX1" fmla="*/ 5590 w 6343"/>
                  <a:gd name="connsiteY1" fmla="*/ 5654 h 6345"/>
                  <a:gd name="connsiteX2" fmla="*/ 6519 w 6343"/>
                  <a:gd name="connsiteY2" fmla="*/ 3411 h 6345"/>
                  <a:gd name="connsiteX3" fmla="*/ 5590 w 6343"/>
                  <a:gd name="connsiteY3" fmla="*/ 1167 h 6345"/>
                  <a:gd name="connsiteX4" fmla="*/ 3348 w 6343"/>
                  <a:gd name="connsiteY4" fmla="*/ 238 h 6345"/>
                  <a:gd name="connsiteX5" fmla="*/ 1105 w 6343"/>
                  <a:gd name="connsiteY5" fmla="*/ 1167 h 6345"/>
                  <a:gd name="connsiteX6" fmla="*/ 176 w 6343"/>
                  <a:gd name="connsiteY6" fmla="*/ 3411 h 6345"/>
                  <a:gd name="connsiteX7" fmla="*/ 1105 w 6343"/>
                  <a:gd name="connsiteY7" fmla="*/ 5654 h 6345"/>
                  <a:gd name="connsiteX8" fmla="*/ 3348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84"/>
                    </a:moveTo>
                    <a:cubicBezTo>
                      <a:pt x="4189" y="6584"/>
                      <a:pt x="4996" y="6249"/>
                      <a:pt x="5590" y="5654"/>
                    </a:cubicBezTo>
                    <a:cubicBezTo>
                      <a:pt x="6185" y="5059"/>
                      <a:pt x="6519" y="4252"/>
                      <a:pt x="6519" y="3411"/>
                    </a:cubicBezTo>
                    <a:cubicBezTo>
                      <a:pt x="6519" y="2569"/>
                      <a:pt x="6185" y="1762"/>
                      <a:pt x="5590" y="1167"/>
                    </a:cubicBezTo>
                    <a:cubicBezTo>
                      <a:pt x="4996" y="572"/>
                      <a:pt x="4189" y="238"/>
                      <a:pt x="3348" y="238"/>
                    </a:cubicBezTo>
                    <a:cubicBezTo>
                      <a:pt x="2507" y="238"/>
                      <a:pt x="1700" y="572"/>
                      <a:pt x="1105" y="1167"/>
                    </a:cubicBezTo>
                    <a:cubicBezTo>
                      <a:pt x="510" y="1762"/>
                      <a:pt x="176" y="2569"/>
                      <a:pt x="176" y="3411"/>
                    </a:cubicBezTo>
                    <a:cubicBezTo>
                      <a:pt x="176" y="4252"/>
                      <a:pt x="510" y="5059"/>
                      <a:pt x="1105" y="5654"/>
                    </a:cubicBezTo>
                    <a:cubicBezTo>
                      <a:pt x="1700" y="6249"/>
                      <a:pt x="2507" y="6584"/>
                      <a:pt x="3348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76" name="Freeform: Shape 3275">
                <a:extLst>
                  <a:ext uri="{FF2B5EF4-FFF2-40B4-BE49-F238E27FC236}">
                    <a16:creationId xmlns:a16="http://schemas.microsoft.com/office/drawing/2014/main" id="{8BC80EA7-4A3C-3940-51F3-2CBE02F73553}"/>
                  </a:ext>
                </a:extLst>
              </p:cNvPr>
              <p:cNvSpPr/>
              <p:nvPr/>
            </p:nvSpPr>
            <p:spPr>
              <a:xfrm>
                <a:off x="3112810" y="6468687"/>
                <a:ext cx="6343" cy="6345"/>
              </a:xfrm>
              <a:custGeom>
                <a:avLst/>
                <a:gdLst>
                  <a:gd name="connsiteX0" fmla="*/ 3350 w 6343"/>
                  <a:gd name="connsiteY0" fmla="*/ 6581 h 6345"/>
                  <a:gd name="connsiteX1" fmla="*/ 5592 w 6343"/>
                  <a:gd name="connsiteY1" fmla="*/ 5652 h 6345"/>
                  <a:gd name="connsiteX2" fmla="*/ 6521 w 6343"/>
                  <a:gd name="connsiteY2" fmla="*/ 3408 h 6345"/>
                  <a:gd name="connsiteX3" fmla="*/ 5592 w 6343"/>
                  <a:gd name="connsiteY3" fmla="*/ 1165 h 6345"/>
                  <a:gd name="connsiteX4" fmla="*/ 3350 w 6343"/>
                  <a:gd name="connsiteY4" fmla="*/ 236 h 6345"/>
                  <a:gd name="connsiteX5" fmla="*/ 1107 w 6343"/>
                  <a:gd name="connsiteY5" fmla="*/ 1165 h 6345"/>
                  <a:gd name="connsiteX6" fmla="*/ 178 w 6343"/>
                  <a:gd name="connsiteY6" fmla="*/ 3408 h 6345"/>
                  <a:gd name="connsiteX7" fmla="*/ 1107 w 6343"/>
                  <a:gd name="connsiteY7" fmla="*/ 5652 h 6345"/>
                  <a:gd name="connsiteX8" fmla="*/ 3350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81"/>
                    </a:moveTo>
                    <a:cubicBezTo>
                      <a:pt x="4191" y="6581"/>
                      <a:pt x="4998" y="6247"/>
                      <a:pt x="5592" y="5652"/>
                    </a:cubicBezTo>
                    <a:cubicBezTo>
                      <a:pt x="6187" y="5057"/>
                      <a:pt x="6521" y="4250"/>
                      <a:pt x="6521" y="3408"/>
                    </a:cubicBezTo>
                    <a:cubicBezTo>
                      <a:pt x="6521" y="2567"/>
                      <a:pt x="6187" y="1760"/>
                      <a:pt x="5592" y="1165"/>
                    </a:cubicBezTo>
                    <a:cubicBezTo>
                      <a:pt x="4998" y="570"/>
                      <a:pt x="4191" y="236"/>
                      <a:pt x="3350" y="236"/>
                    </a:cubicBezTo>
                    <a:cubicBezTo>
                      <a:pt x="2509" y="236"/>
                      <a:pt x="1702" y="570"/>
                      <a:pt x="1107" y="1165"/>
                    </a:cubicBezTo>
                    <a:cubicBezTo>
                      <a:pt x="512" y="1760"/>
                      <a:pt x="178" y="2567"/>
                      <a:pt x="178" y="3408"/>
                    </a:cubicBezTo>
                    <a:cubicBezTo>
                      <a:pt x="178" y="4250"/>
                      <a:pt x="512" y="5057"/>
                      <a:pt x="1107" y="5652"/>
                    </a:cubicBezTo>
                    <a:cubicBezTo>
                      <a:pt x="1702" y="6247"/>
                      <a:pt x="2509" y="6581"/>
                      <a:pt x="3350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77" name="Freeform: Shape 3276">
                <a:extLst>
                  <a:ext uri="{FF2B5EF4-FFF2-40B4-BE49-F238E27FC236}">
                    <a16:creationId xmlns:a16="http://schemas.microsoft.com/office/drawing/2014/main" id="{79406597-D145-49F3-0930-E58A54ACCCBC}"/>
                  </a:ext>
                </a:extLst>
              </p:cNvPr>
              <p:cNvSpPr/>
              <p:nvPr/>
            </p:nvSpPr>
            <p:spPr>
              <a:xfrm>
                <a:off x="3107018" y="6465253"/>
                <a:ext cx="6343" cy="6345"/>
              </a:xfrm>
              <a:custGeom>
                <a:avLst/>
                <a:gdLst>
                  <a:gd name="connsiteX0" fmla="*/ 3349 w 6343"/>
                  <a:gd name="connsiteY0" fmla="*/ 6581 h 6345"/>
                  <a:gd name="connsiteX1" fmla="*/ 5592 w 6343"/>
                  <a:gd name="connsiteY1" fmla="*/ 5651 h 6345"/>
                  <a:gd name="connsiteX2" fmla="*/ 6521 w 6343"/>
                  <a:gd name="connsiteY2" fmla="*/ 3408 h 6345"/>
                  <a:gd name="connsiteX3" fmla="*/ 5592 w 6343"/>
                  <a:gd name="connsiteY3" fmla="*/ 1165 h 6345"/>
                  <a:gd name="connsiteX4" fmla="*/ 3349 w 6343"/>
                  <a:gd name="connsiteY4" fmla="*/ 235 h 6345"/>
                  <a:gd name="connsiteX5" fmla="*/ 1107 w 6343"/>
                  <a:gd name="connsiteY5" fmla="*/ 1165 h 6345"/>
                  <a:gd name="connsiteX6" fmla="*/ 178 w 6343"/>
                  <a:gd name="connsiteY6" fmla="*/ 3408 h 6345"/>
                  <a:gd name="connsiteX7" fmla="*/ 1107 w 6343"/>
                  <a:gd name="connsiteY7" fmla="*/ 5651 h 6345"/>
                  <a:gd name="connsiteX8" fmla="*/ 3349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81"/>
                    </a:moveTo>
                    <a:cubicBezTo>
                      <a:pt x="4190" y="6581"/>
                      <a:pt x="4997" y="6246"/>
                      <a:pt x="5592" y="5651"/>
                    </a:cubicBezTo>
                    <a:cubicBezTo>
                      <a:pt x="6187" y="5056"/>
                      <a:pt x="6521" y="4249"/>
                      <a:pt x="6521" y="3408"/>
                    </a:cubicBezTo>
                    <a:cubicBezTo>
                      <a:pt x="6521" y="2567"/>
                      <a:pt x="6187" y="1760"/>
                      <a:pt x="5592" y="1165"/>
                    </a:cubicBezTo>
                    <a:cubicBezTo>
                      <a:pt x="4997" y="570"/>
                      <a:pt x="4190" y="235"/>
                      <a:pt x="3349" y="235"/>
                    </a:cubicBezTo>
                    <a:cubicBezTo>
                      <a:pt x="2508" y="235"/>
                      <a:pt x="1701" y="570"/>
                      <a:pt x="1107" y="1165"/>
                    </a:cubicBezTo>
                    <a:cubicBezTo>
                      <a:pt x="512" y="1760"/>
                      <a:pt x="178" y="2567"/>
                      <a:pt x="178" y="3408"/>
                    </a:cubicBezTo>
                    <a:cubicBezTo>
                      <a:pt x="178" y="4249"/>
                      <a:pt x="512" y="5056"/>
                      <a:pt x="1107" y="5651"/>
                    </a:cubicBezTo>
                    <a:cubicBezTo>
                      <a:pt x="1701" y="6246"/>
                      <a:pt x="2508" y="6581"/>
                      <a:pt x="3349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78" name="Freeform: Shape 3277">
                <a:extLst>
                  <a:ext uri="{FF2B5EF4-FFF2-40B4-BE49-F238E27FC236}">
                    <a16:creationId xmlns:a16="http://schemas.microsoft.com/office/drawing/2014/main" id="{32559EEE-F096-D1D0-ED1F-5B5E71004214}"/>
                  </a:ext>
                </a:extLst>
              </p:cNvPr>
              <p:cNvSpPr/>
              <p:nvPr/>
            </p:nvSpPr>
            <p:spPr>
              <a:xfrm>
                <a:off x="3063652" y="6497137"/>
                <a:ext cx="6343" cy="6345"/>
              </a:xfrm>
              <a:custGeom>
                <a:avLst/>
                <a:gdLst>
                  <a:gd name="connsiteX0" fmla="*/ 3346 w 6343"/>
                  <a:gd name="connsiteY0" fmla="*/ 6583 h 6345"/>
                  <a:gd name="connsiteX1" fmla="*/ 5589 w 6343"/>
                  <a:gd name="connsiteY1" fmla="*/ 5654 h 6345"/>
                  <a:gd name="connsiteX2" fmla="*/ 6517 w 6343"/>
                  <a:gd name="connsiteY2" fmla="*/ 3410 h 6345"/>
                  <a:gd name="connsiteX3" fmla="*/ 5589 w 6343"/>
                  <a:gd name="connsiteY3" fmla="*/ 1167 h 6345"/>
                  <a:gd name="connsiteX4" fmla="*/ 3346 w 6343"/>
                  <a:gd name="connsiteY4" fmla="*/ 238 h 6345"/>
                  <a:gd name="connsiteX5" fmla="*/ 1103 w 6343"/>
                  <a:gd name="connsiteY5" fmla="*/ 1167 h 6345"/>
                  <a:gd name="connsiteX6" fmla="*/ 174 w 6343"/>
                  <a:gd name="connsiteY6" fmla="*/ 3410 h 6345"/>
                  <a:gd name="connsiteX7" fmla="*/ 1103 w 6343"/>
                  <a:gd name="connsiteY7" fmla="*/ 5654 h 6345"/>
                  <a:gd name="connsiteX8" fmla="*/ 3346 w 6343"/>
                  <a:gd name="connsiteY8" fmla="*/ 658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6" y="6583"/>
                    </a:moveTo>
                    <a:cubicBezTo>
                      <a:pt x="4187" y="6583"/>
                      <a:pt x="4994" y="6249"/>
                      <a:pt x="5589" y="5654"/>
                    </a:cubicBezTo>
                    <a:cubicBezTo>
                      <a:pt x="6183" y="5059"/>
                      <a:pt x="6517" y="4252"/>
                      <a:pt x="6517" y="3410"/>
                    </a:cubicBezTo>
                    <a:cubicBezTo>
                      <a:pt x="6517" y="2569"/>
                      <a:pt x="6183" y="1762"/>
                      <a:pt x="5589" y="1167"/>
                    </a:cubicBezTo>
                    <a:cubicBezTo>
                      <a:pt x="4994" y="572"/>
                      <a:pt x="4187" y="238"/>
                      <a:pt x="3346" y="238"/>
                    </a:cubicBezTo>
                    <a:cubicBezTo>
                      <a:pt x="2505" y="238"/>
                      <a:pt x="1698" y="572"/>
                      <a:pt x="1103" y="1167"/>
                    </a:cubicBezTo>
                    <a:cubicBezTo>
                      <a:pt x="509" y="1762"/>
                      <a:pt x="174" y="2569"/>
                      <a:pt x="174" y="3410"/>
                    </a:cubicBezTo>
                    <a:cubicBezTo>
                      <a:pt x="174" y="4252"/>
                      <a:pt x="509" y="5059"/>
                      <a:pt x="1103" y="5654"/>
                    </a:cubicBezTo>
                    <a:cubicBezTo>
                      <a:pt x="1698" y="6249"/>
                      <a:pt x="2505" y="6583"/>
                      <a:pt x="3346" y="6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79" name="Freeform: Shape 3278">
                <a:extLst>
                  <a:ext uri="{FF2B5EF4-FFF2-40B4-BE49-F238E27FC236}">
                    <a16:creationId xmlns:a16="http://schemas.microsoft.com/office/drawing/2014/main" id="{1A4D64E8-AF29-1A29-FD3F-0D040A30CD12}"/>
                  </a:ext>
                </a:extLst>
              </p:cNvPr>
              <p:cNvSpPr/>
              <p:nvPr/>
            </p:nvSpPr>
            <p:spPr>
              <a:xfrm>
                <a:off x="3069240" y="6482635"/>
                <a:ext cx="6343" cy="6345"/>
              </a:xfrm>
              <a:custGeom>
                <a:avLst/>
                <a:gdLst>
                  <a:gd name="connsiteX0" fmla="*/ 3346 w 6343"/>
                  <a:gd name="connsiteY0" fmla="*/ 6582 h 6345"/>
                  <a:gd name="connsiteX1" fmla="*/ 5589 w 6343"/>
                  <a:gd name="connsiteY1" fmla="*/ 5653 h 6345"/>
                  <a:gd name="connsiteX2" fmla="*/ 6518 w 6343"/>
                  <a:gd name="connsiteY2" fmla="*/ 3409 h 6345"/>
                  <a:gd name="connsiteX3" fmla="*/ 5589 w 6343"/>
                  <a:gd name="connsiteY3" fmla="*/ 1166 h 6345"/>
                  <a:gd name="connsiteX4" fmla="*/ 3346 w 6343"/>
                  <a:gd name="connsiteY4" fmla="*/ 237 h 6345"/>
                  <a:gd name="connsiteX5" fmla="*/ 1104 w 6343"/>
                  <a:gd name="connsiteY5" fmla="*/ 1166 h 6345"/>
                  <a:gd name="connsiteX6" fmla="*/ 175 w 6343"/>
                  <a:gd name="connsiteY6" fmla="*/ 3409 h 6345"/>
                  <a:gd name="connsiteX7" fmla="*/ 1104 w 6343"/>
                  <a:gd name="connsiteY7" fmla="*/ 5653 h 6345"/>
                  <a:gd name="connsiteX8" fmla="*/ 3346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6" y="6582"/>
                    </a:moveTo>
                    <a:cubicBezTo>
                      <a:pt x="4187" y="6582"/>
                      <a:pt x="4994" y="6248"/>
                      <a:pt x="5589" y="5653"/>
                    </a:cubicBezTo>
                    <a:cubicBezTo>
                      <a:pt x="6184" y="5058"/>
                      <a:pt x="6518" y="4251"/>
                      <a:pt x="6518" y="3409"/>
                    </a:cubicBezTo>
                    <a:cubicBezTo>
                      <a:pt x="6518" y="2568"/>
                      <a:pt x="6184" y="1761"/>
                      <a:pt x="5589" y="1166"/>
                    </a:cubicBezTo>
                    <a:cubicBezTo>
                      <a:pt x="4994" y="571"/>
                      <a:pt x="4187" y="237"/>
                      <a:pt x="3346" y="237"/>
                    </a:cubicBezTo>
                    <a:cubicBezTo>
                      <a:pt x="2505" y="237"/>
                      <a:pt x="1698" y="571"/>
                      <a:pt x="1104" y="1166"/>
                    </a:cubicBezTo>
                    <a:cubicBezTo>
                      <a:pt x="509" y="1761"/>
                      <a:pt x="175" y="2568"/>
                      <a:pt x="175" y="3409"/>
                    </a:cubicBezTo>
                    <a:cubicBezTo>
                      <a:pt x="175" y="4251"/>
                      <a:pt x="509" y="5058"/>
                      <a:pt x="1104" y="5653"/>
                    </a:cubicBezTo>
                    <a:cubicBezTo>
                      <a:pt x="1698" y="6248"/>
                      <a:pt x="2505" y="6582"/>
                      <a:pt x="3346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80" name="Freeform: Shape 3279">
                <a:extLst>
                  <a:ext uri="{FF2B5EF4-FFF2-40B4-BE49-F238E27FC236}">
                    <a16:creationId xmlns:a16="http://schemas.microsoft.com/office/drawing/2014/main" id="{BDCC4692-D6A1-F607-AA55-8A326F917B98}"/>
                  </a:ext>
                </a:extLst>
              </p:cNvPr>
              <p:cNvSpPr/>
              <p:nvPr/>
            </p:nvSpPr>
            <p:spPr>
              <a:xfrm>
                <a:off x="3062286" y="6470762"/>
                <a:ext cx="6343" cy="6345"/>
              </a:xfrm>
              <a:custGeom>
                <a:avLst/>
                <a:gdLst>
                  <a:gd name="connsiteX0" fmla="*/ 3346 w 6343"/>
                  <a:gd name="connsiteY0" fmla="*/ 6581 h 6345"/>
                  <a:gd name="connsiteX1" fmla="*/ 5588 w 6343"/>
                  <a:gd name="connsiteY1" fmla="*/ 5652 h 6345"/>
                  <a:gd name="connsiteX2" fmla="*/ 6517 w 6343"/>
                  <a:gd name="connsiteY2" fmla="*/ 3408 h 6345"/>
                  <a:gd name="connsiteX3" fmla="*/ 5588 w 6343"/>
                  <a:gd name="connsiteY3" fmla="*/ 1165 h 6345"/>
                  <a:gd name="connsiteX4" fmla="*/ 3346 w 6343"/>
                  <a:gd name="connsiteY4" fmla="*/ 236 h 6345"/>
                  <a:gd name="connsiteX5" fmla="*/ 1103 w 6343"/>
                  <a:gd name="connsiteY5" fmla="*/ 1165 h 6345"/>
                  <a:gd name="connsiteX6" fmla="*/ 174 w 6343"/>
                  <a:gd name="connsiteY6" fmla="*/ 3408 h 6345"/>
                  <a:gd name="connsiteX7" fmla="*/ 1103 w 6343"/>
                  <a:gd name="connsiteY7" fmla="*/ 5652 h 6345"/>
                  <a:gd name="connsiteX8" fmla="*/ 3346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6" y="6581"/>
                    </a:moveTo>
                    <a:cubicBezTo>
                      <a:pt x="4187" y="6581"/>
                      <a:pt x="4994" y="6247"/>
                      <a:pt x="5588" y="5652"/>
                    </a:cubicBezTo>
                    <a:cubicBezTo>
                      <a:pt x="6183" y="5057"/>
                      <a:pt x="6517" y="4250"/>
                      <a:pt x="6517" y="3408"/>
                    </a:cubicBezTo>
                    <a:cubicBezTo>
                      <a:pt x="6517" y="2567"/>
                      <a:pt x="6183" y="1760"/>
                      <a:pt x="5588" y="1165"/>
                    </a:cubicBezTo>
                    <a:cubicBezTo>
                      <a:pt x="4994" y="570"/>
                      <a:pt x="4187" y="236"/>
                      <a:pt x="3346" y="236"/>
                    </a:cubicBezTo>
                    <a:cubicBezTo>
                      <a:pt x="2505" y="236"/>
                      <a:pt x="1698" y="570"/>
                      <a:pt x="1103" y="1165"/>
                    </a:cubicBezTo>
                    <a:cubicBezTo>
                      <a:pt x="508" y="1760"/>
                      <a:pt x="174" y="2567"/>
                      <a:pt x="174" y="3408"/>
                    </a:cubicBezTo>
                    <a:cubicBezTo>
                      <a:pt x="174" y="4250"/>
                      <a:pt x="508" y="5057"/>
                      <a:pt x="1103" y="5652"/>
                    </a:cubicBezTo>
                    <a:cubicBezTo>
                      <a:pt x="1698" y="6247"/>
                      <a:pt x="2505" y="6581"/>
                      <a:pt x="3346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81" name="Freeform: Shape 3280">
                <a:extLst>
                  <a:ext uri="{FF2B5EF4-FFF2-40B4-BE49-F238E27FC236}">
                    <a16:creationId xmlns:a16="http://schemas.microsoft.com/office/drawing/2014/main" id="{16F9ADFA-2035-A0AD-38A5-2B28429540F2}"/>
                  </a:ext>
                </a:extLst>
              </p:cNvPr>
              <p:cNvSpPr/>
              <p:nvPr/>
            </p:nvSpPr>
            <p:spPr>
              <a:xfrm>
                <a:off x="3058855" y="6464820"/>
                <a:ext cx="6343" cy="6345"/>
              </a:xfrm>
              <a:custGeom>
                <a:avLst/>
                <a:gdLst>
                  <a:gd name="connsiteX0" fmla="*/ 3345 w 6343"/>
                  <a:gd name="connsiteY0" fmla="*/ 6581 h 6345"/>
                  <a:gd name="connsiteX1" fmla="*/ 5588 w 6343"/>
                  <a:gd name="connsiteY1" fmla="*/ 5651 h 6345"/>
                  <a:gd name="connsiteX2" fmla="*/ 6517 w 6343"/>
                  <a:gd name="connsiteY2" fmla="*/ 3408 h 6345"/>
                  <a:gd name="connsiteX3" fmla="*/ 5588 w 6343"/>
                  <a:gd name="connsiteY3" fmla="*/ 1164 h 6345"/>
                  <a:gd name="connsiteX4" fmla="*/ 3345 w 6343"/>
                  <a:gd name="connsiteY4" fmla="*/ 235 h 6345"/>
                  <a:gd name="connsiteX5" fmla="*/ 1103 w 6343"/>
                  <a:gd name="connsiteY5" fmla="*/ 1164 h 6345"/>
                  <a:gd name="connsiteX6" fmla="*/ 174 w 6343"/>
                  <a:gd name="connsiteY6" fmla="*/ 3408 h 6345"/>
                  <a:gd name="connsiteX7" fmla="*/ 1103 w 6343"/>
                  <a:gd name="connsiteY7" fmla="*/ 5651 h 6345"/>
                  <a:gd name="connsiteX8" fmla="*/ 3345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581"/>
                    </a:moveTo>
                    <a:cubicBezTo>
                      <a:pt x="4187" y="6581"/>
                      <a:pt x="4993" y="6246"/>
                      <a:pt x="5588" y="5651"/>
                    </a:cubicBezTo>
                    <a:cubicBezTo>
                      <a:pt x="6183" y="5056"/>
                      <a:pt x="6517" y="4249"/>
                      <a:pt x="6517" y="3408"/>
                    </a:cubicBezTo>
                    <a:cubicBezTo>
                      <a:pt x="6517" y="2567"/>
                      <a:pt x="6183" y="1759"/>
                      <a:pt x="5588" y="1164"/>
                    </a:cubicBezTo>
                    <a:cubicBezTo>
                      <a:pt x="4993" y="570"/>
                      <a:pt x="4187" y="235"/>
                      <a:pt x="3345" y="235"/>
                    </a:cubicBezTo>
                    <a:cubicBezTo>
                      <a:pt x="2504" y="235"/>
                      <a:pt x="1698" y="570"/>
                      <a:pt x="1103" y="1164"/>
                    </a:cubicBezTo>
                    <a:cubicBezTo>
                      <a:pt x="508" y="1759"/>
                      <a:pt x="174" y="2567"/>
                      <a:pt x="174" y="3408"/>
                    </a:cubicBezTo>
                    <a:cubicBezTo>
                      <a:pt x="174" y="4249"/>
                      <a:pt x="508" y="5056"/>
                      <a:pt x="1103" y="5651"/>
                    </a:cubicBezTo>
                    <a:cubicBezTo>
                      <a:pt x="1698" y="6246"/>
                      <a:pt x="2504" y="6581"/>
                      <a:pt x="3345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82" name="Freeform: Shape 3281">
                <a:extLst>
                  <a:ext uri="{FF2B5EF4-FFF2-40B4-BE49-F238E27FC236}">
                    <a16:creationId xmlns:a16="http://schemas.microsoft.com/office/drawing/2014/main" id="{083467A3-B589-4DA2-4E38-B41FC01DF746}"/>
                  </a:ext>
                </a:extLst>
              </p:cNvPr>
              <p:cNvSpPr/>
              <p:nvPr/>
            </p:nvSpPr>
            <p:spPr>
              <a:xfrm>
                <a:off x="3054041" y="6460123"/>
                <a:ext cx="6343" cy="6345"/>
              </a:xfrm>
              <a:custGeom>
                <a:avLst/>
                <a:gdLst>
                  <a:gd name="connsiteX0" fmla="*/ 3345 w 6343"/>
                  <a:gd name="connsiteY0" fmla="*/ 6580 h 6345"/>
                  <a:gd name="connsiteX1" fmla="*/ 5588 w 6343"/>
                  <a:gd name="connsiteY1" fmla="*/ 5651 h 6345"/>
                  <a:gd name="connsiteX2" fmla="*/ 6517 w 6343"/>
                  <a:gd name="connsiteY2" fmla="*/ 3408 h 6345"/>
                  <a:gd name="connsiteX3" fmla="*/ 5588 w 6343"/>
                  <a:gd name="connsiteY3" fmla="*/ 1164 h 6345"/>
                  <a:gd name="connsiteX4" fmla="*/ 3345 w 6343"/>
                  <a:gd name="connsiteY4" fmla="*/ 235 h 6345"/>
                  <a:gd name="connsiteX5" fmla="*/ 1102 w 6343"/>
                  <a:gd name="connsiteY5" fmla="*/ 1164 h 6345"/>
                  <a:gd name="connsiteX6" fmla="*/ 174 w 6343"/>
                  <a:gd name="connsiteY6" fmla="*/ 3408 h 6345"/>
                  <a:gd name="connsiteX7" fmla="*/ 1102 w 6343"/>
                  <a:gd name="connsiteY7" fmla="*/ 5651 h 6345"/>
                  <a:gd name="connsiteX8" fmla="*/ 3345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580"/>
                    </a:moveTo>
                    <a:cubicBezTo>
                      <a:pt x="4186" y="6580"/>
                      <a:pt x="4993" y="6246"/>
                      <a:pt x="5588" y="5651"/>
                    </a:cubicBezTo>
                    <a:cubicBezTo>
                      <a:pt x="6182" y="5056"/>
                      <a:pt x="6517" y="4249"/>
                      <a:pt x="6517" y="3408"/>
                    </a:cubicBezTo>
                    <a:cubicBezTo>
                      <a:pt x="6517" y="2566"/>
                      <a:pt x="6182" y="1759"/>
                      <a:pt x="5588" y="1164"/>
                    </a:cubicBezTo>
                    <a:cubicBezTo>
                      <a:pt x="4993" y="569"/>
                      <a:pt x="4186" y="235"/>
                      <a:pt x="3345" y="235"/>
                    </a:cubicBezTo>
                    <a:cubicBezTo>
                      <a:pt x="2504" y="235"/>
                      <a:pt x="1697" y="569"/>
                      <a:pt x="1102" y="1164"/>
                    </a:cubicBezTo>
                    <a:cubicBezTo>
                      <a:pt x="508" y="1759"/>
                      <a:pt x="174" y="2566"/>
                      <a:pt x="174" y="3408"/>
                    </a:cubicBezTo>
                    <a:cubicBezTo>
                      <a:pt x="174" y="4249"/>
                      <a:pt x="508" y="5056"/>
                      <a:pt x="1102" y="5651"/>
                    </a:cubicBezTo>
                    <a:cubicBezTo>
                      <a:pt x="1697" y="6246"/>
                      <a:pt x="2504" y="6580"/>
                      <a:pt x="3345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83" name="Freeform: Shape 3282">
                <a:extLst>
                  <a:ext uri="{FF2B5EF4-FFF2-40B4-BE49-F238E27FC236}">
                    <a16:creationId xmlns:a16="http://schemas.microsoft.com/office/drawing/2014/main" id="{10046383-A4AC-A369-E3B4-D84A86176511}"/>
                  </a:ext>
                </a:extLst>
              </p:cNvPr>
              <p:cNvSpPr/>
              <p:nvPr/>
            </p:nvSpPr>
            <p:spPr>
              <a:xfrm>
                <a:off x="3049828" y="6454895"/>
                <a:ext cx="6343" cy="6345"/>
              </a:xfrm>
              <a:custGeom>
                <a:avLst/>
                <a:gdLst>
                  <a:gd name="connsiteX0" fmla="*/ 3345 w 6343"/>
                  <a:gd name="connsiteY0" fmla="*/ 6580 h 6345"/>
                  <a:gd name="connsiteX1" fmla="*/ 5587 w 6343"/>
                  <a:gd name="connsiteY1" fmla="*/ 5651 h 6345"/>
                  <a:gd name="connsiteX2" fmla="*/ 6516 w 6343"/>
                  <a:gd name="connsiteY2" fmla="*/ 3407 h 6345"/>
                  <a:gd name="connsiteX3" fmla="*/ 5587 w 6343"/>
                  <a:gd name="connsiteY3" fmla="*/ 1164 h 6345"/>
                  <a:gd name="connsiteX4" fmla="*/ 3345 w 6343"/>
                  <a:gd name="connsiteY4" fmla="*/ 234 h 6345"/>
                  <a:gd name="connsiteX5" fmla="*/ 1102 w 6343"/>
                  <a:gd name="connsiteY5" fmla="*/ 1164 h 6345"/>
                  <a:gd name="connsiteX6" fmla="*/ 173 w 6343"/>
                  <a:gd name="connsiteY6" fmla="*/ 3407 h 6345"/>
                  <a:gd name="connsiteX7" fmla="*/ 1102 w 6343"/>
                  <a:gd name="connsiteY7" fmla="*/ 5651 h 6345"/>
                  <a:gd name="connsiteX8" fmla="*/ 3345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580"/>
                    </a:moveTo>
                    <a:cubicBezTo>
                      <a:pt x="4186" y="6580"/>
                      <a:pt x="4993" y="6246"/>
                      <a:pt x="5587" y="5651"/>
                    </a:cubicBezTo>
                    <a:cubicBezTo>
                      <a:pt x="6182" y="5056"/>
                      <a:pt x="6516" y="4249"/>
                      <a:pt x="6516" y="3407"/>
                    </a:cubicBezTo>
                    <a:cubicBezTo>
                      <a:pt x="6516" y="2566"/>
                      <a:pt x="6182" y="1759"/>
                      <a:pt x="5587" y="1164"/>
                    </a:cubicBezTo>
                    <a:cubicBezTo>
                      <a:pt x="4993" y="569"/>
                      <a:pt x="4186" y="234"/>
                      <a:pt x="3345" y="234"/>
                    </a:cubicBezTo>
                    <a:cubicBezTo>
                      <a:pt x="2504" y="234"/>
                      <a:pt x="1697" y="569"/>
                      <a:pt x="1102" y="1164"/>
                    </a:cubicBezTo>
                    <a:cubicBezTo>
                      <a:pt x="507" y="1759"/>
                      <a:pt x="173" y="2566"/>
                      <a:pt x="173" y="3407"/>
                    </a:cubicBezTo>
                    <a:cubicBezTo>
                      <a:pt x="173" y="4249"/>
                      <a:pt x="507" y="5056"/>
                      <a:pt x="1102" y="5651"/>
                    </a:cubicBezTo>
                    <a:cubicBezTo>
                      <a:pt x="1697" y="6246"/>
                      <a:pt x="2504" y="6580"/>
                      <a:pt x="3345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84" name="Freeform: Shape 3283">
                <a:extLst>
                  <a:ext uri="{FF2B5EF4-FFF2-40B4-BE49-F238E27FC236}">
                    <a16:creationId xmlns:a16="http://schemas.microsoft.com/office/drawing/2014/main" id="{8F9AA3CB-4AF9-AD1D-8CDA-8CE660FEF1C4}"/>
                  </a:ext>
                </a:extLst>
              </p:cNvPr>
              <p:cNvSpPr/>
              <p:nvPr/>
            </p:nvSpPr>
            <p:spPr>
              <a:xfrm>
                <a:off x="3049897" y="6445975"/>
                <a:ext cx="6343" cy="6345"/>
              </a:xfrm>
              <a:custGeom>
                <a:avLst/>
                <a:gdLst>
                  <a:gd name="connsiteX0" fmla="*/ 3345 w 6343"/>
                  <a:gd name="connsiteY0" fmla="*/ 6579 h 6345"/>
                  <a:gd name="connsiteX1" fmla="*/ 5587 w 6343"/>
                  <a:gd name="connsiteY1" fmla="*/ 5650 h 6345"/>
                  <a:gd name="connsiteX2" fmla="*/ 6516 w 6343"/>
                  <a:gd name="connsiteY2" fmla="*/ 3406 h 6345"/>
                  <a:gd name="connsiteX3" fmla="*/ 5587 w 6343"/>
                  <a:gd name="connsiteY3" fmla="*/ 1163 h 6345"/>
                  <a:gd name="connsiteX4" fmla="*/ 3345 w 6343"/>
                  <a:gd name="connsiteY4" fmla="*/ 234 h 6345"/>
                  <a:gd name="connsiteX5" fmla="*/ 1102 w 6343"/>
                  <a:gd name="connsiteY5" fmla="*/ 1163 h 6345"/>
                  <a:gd name="connsiteX6" fmla="*/ 173 w 6343"/>
                  <a:gd name="connsiteY6" fmla="*/ 3406 h 6345"/>
                  <a:gd name="connsiteX7" fmla="*/ 1102 w 6343"/>
                  <a:gd name="connsiteY7" fmla="*/ 5650 h 6345"/>
                  <a:gd name="connsiteX8" fmla="*/ 3345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579"/>
                    </a:moveTo>
                    <a:cubicBezTo>
                      <a:pt x="4186" y="6579"/>
                      <a:pt x="4993" y="6245"/>
                      <a:pt x="5587" y="5650"/>
                    </a:cubicBezTo>
                    <a:cubicBezTo>
                      <a:pt x="6182" y="5055"/>
                      <a:pt x="6516" y="4248"/>
                      <a:pt x="6516" y="3406"/>
                    </a:cubicBezTo>
                    <a:cubicBezTo>
                      <a:pt x="6516" y="2565"/>
                      <a:pt x="6182" y="1758"/>
                      <a:pt x="5587" y="1163"/>
                    </a:cubicBezTo>
                    <a:cubicBezTo>
                      <a:pt x="4993" y="568"/>
                      <a:pt x="4186" y="234"/>
                      <a:pt x="3345" y="234"/>
                    </a:cubicBezTo>
                    <a:cubicBezTo>
                      <a:pt x="2504" y="234"/>
                      <a:pt x="1697" y="568"/>
                      <a:pt x="1102" y="1163"/>
                    </a:cubicBezTo>
                    <a:cubicBezTo>
                      <a:pt x="507" y="1758"/>
                      <a:pt x="173" y="2565"/>
                      <a:pt x="173" y="3406"/>
                    </a:cubicBezTo>
                    <a:cubicBezTo>
                      <a:pt x="173" y="4248"/>
                      <a:pt x="507" y="5055"/>
                      <a:pt x="1102" y="5650"/>
                    </a:cubicBezTo>
                    <a:cubicBezTo>
                      <a:pt x="1697" y="6245"/>
                      <a:pt x="2504" y="6579"/>
                      <a:pt x="3345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85" name="Freeform: Shape 3284">
                <a:extLst>
                  <a:ext uri="{FF2B5EF4-FFF2-40B4-BE49-F238E27FC236}">
                    <a16:creationId xmlns:a16="http://schemas.microsoft.com/office/drawing/2014/main" id="{A88805AC-27B8-9681-B342-9DA64ED5D513}"/>
                  </a:ext>
                </a:extLst>
              </p:cNvPr>
              <p:cNvSpPr/>
              <p:nvPr/>
            </p:nvSpPr>
            <p:spPr>
              <a:xfrm>
                <a:off x="3045157" y="6441248"/>
                <a:ext cx="6343" cy="6345"/>
              </a:xfrm>
              <a:custGeom>
                <a:avLst/>
                <a:gdLst>
                  <a:gd name="connsiteX0" fmla="*/ 3344 w 6343"/>
                  <a:gd name="connsiteY0" fmla="*/ 6579 h 6345"/>
                  <a:gd name="connsiteX1" fmla="*/ 5587 w 6343"/>
                  <a:gd name="connsiteY1" fmla="*/ 5650 h 6345"/>
                  <a:gd name="connsiteX2" fmla="*/ 6516 w 6343"/>
                  <a:gd name="connsiteY2" fmla="*/ 3406 h 6345"/>
                  <a:gd name="connsiteX3" fmla="*/ 5587 w 6343"/>
                  <a:gd name="connsiteY3" fmla="*/ 1163 h 6345"/>
                  <a:gd name="connsiteX4" fmla="*/ 3344 w 6343"/>
                  <a:gd name="connsiteY4" fmla="*/ 233 h 6345"/>
                  <a:gd name="connsiteX5" fmla="*/ 1102 w 6343"/>
                  <a:gd name="connsiteY5" fmla="*/ 1163 h 6345"/>
                  <a:gd name="connsiteX6" fmla="*/ 173 w 6343"/>
                  <a:gd name="connsiteY6" fmla="*/ 3406 h 6345"/>
                  <a:gd name="connsiteX7" fmla="*/ 1102 w 6343"/>
                  <a:gd name="connsiteY7" fmla="*/ 5650 h 6345"/>
                  <a:gd name="connsiteX8" fmla="*/ 3344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4" y="6579"/>
                    </a:moveTo>
                    <a:cubicBezTo>
                      <a:pt x="4186" y="6579"/>
                      <a:pt x="4992" y="6244"/>
                      <a:pt x="5587" y="5650"/>
                    </a:cubicBezTo>
                    <a:cubicBezTo>
                      <a:pt x="6182" y="5055"/>
                      <a:pt x="6516" y="4248"/>
                      <a:pt x="6516" y="3406"/>
                    </a:cubicBezTo>
                    <a:cubicBezTo>
                      <a:pt x="6516" y="2565"/>
                      <a:pt x="6182" y="1758"/>
                      <a:pt x="5587" y="1163"/>
                    </a:cubicBezTo>
                    <a:cubicBezTo>
                      <a:pt x="4992" y="568"/>
                      <a:pt x="4186" y="233"/>
                      <a:pt x="3344" y="233"/>
                    </a:cubicBezTo>
                    <a:cubicBezTo>
                      <a:pt x="2503" y="233"/>
                      <a:pt x="1697" y="568"/>
                      <a:pt x="1102" y="1163"/>
                    </a:cubicBezTo>
                    <a:cubicBezTo>
                      <a:pt x="507" y="1758"/>
                      <a:pt x="173" y="2565"/>
                      <a:pt x="173" y="3406"/>
                    </a:cubicBezTo>
                    <a:cubicBezTo>
                      <a:pt x="173" y="4248"/>
                      <a:pt x="507" y="5055"/>
                      <a:pt x="1102" y="5650"/>
                    </a:cubicBezTo>
                    <a:cubicBezTo>
                      <a:pt x="1697" y="6244"/>
                      <a:pt x="2503" y="6579"/>
                      <a:pt x="3344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86" name="Freeform: Shape 3285">
                <a:extLst>
                  <a:ext uri="{FF2B5EF4-FFF2-40B4-BE49-F238E27FC236}">
                    <a16:creationId xmlns:a16="http://schemas.microsoft.com/office/drawing/2014/main" id="{82FC833A-83E9-4CE3-82AF-8A83CF0C1B06}"/>
                  </a:ext>
                </a:extLst>
              </p:cNvPr>
              <p:cNvSpPr/>
              <p:nvPr/>
            </p:nvSpPr>
            <p:spPr>
              <a:xfrm>
                <a:off x="2986660" y="6481759"/>
                <a:ext cx="6343" cy="6345"/>
              </a:xfrm>
              <a:custGeom>
                <a:avLst/>
                <a:gdLst>
                  <a:gd name="connsiteX0" fmla="*/ 3340 w 6343"/>
                  <a:gd name="connsiteY0" fmla="*/ 6582 h 6345"/>
                  <a:gd name="connsiteX1" fmla="*/ 5582 w 6343"/>
                  <a:gd name="connsiteY1" fmla="*/ 5653 h 6345"/>
                  <a:gd name="connsiteX2" fmla="*/ 6511 w 6343"/>
                  <a:gd name="connsiteY2" fmla="*/ 3409 h 6345"/>
                  <a:gd name="connsiteX3" fmla="*/ 5582 w 6343"/>
                  <a:gd name="connsiteY3" fmla="*/ 1166 h 6345"/>
                  <a:gd name="connsiteX4" fmla="*/ 3340 w 6343"/>
                  <a:gd name="connsiteY4" fmla="*/ 237 h 6345"/>
                  <a:gd name="connsiteX5" fmla="*/ 1097 w 6343"/>
                  <a:gd name="connsiteY5" fmla="*/ 1166 h 6345"/>
                  <a:gd name="connsiteX6" fmla="*/ 168 w 6343"/>
                  <a:gd name="connsiteY6" fmla="*/ 3409 h 6345"/>
                  <a:gd name="connsiteX7" fmla="*/ 1097 w 6343"/>
                  <a:gd name="connsiteY7" fmla="*/ 5653 h 6345"/>
                  <a:gd name="connsiteX8" fmla="*/ 3340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0" y="6582"/>
                    </a:moveTo>
                    <a:cubicBezTo>
                      <a:pt x="4181" y="6582"/>
                      <a:pt x="4988" y="6248"/>
                      <a:pt x="5582" y="5653"/>
                    </a:cubicBezTo>
                    <a:cubicBezTo>
                      <a:pt x="6177" y="5058"/>
                      <a:pt x="6511" y="4251"/>
                      <a:pt x="6511" y="3409"/>
                    </a:cubicBezTo>
                    <a:cubicBezTo>
                      <a:pt x="6511" y="2568"/>
                      <a:pt x="6177" y="1761"/>
                      <a:pt x="5582" y="1166"/>
                    </a:cubicBezTo>
                    <a:cubicBezTo>
                      <a:pt x="4988" y="571"/>
                      <a:pt x="4181" y="237"/>
                      <a:pt x="3340" y="237"/>
                    </a:cubicBezTo>
                    <a:cubicBezTo>
                      <a:pt x="2499" y="237"/>
                      <a:pt x="1692" y="571"/>
                      <a:pt x="1097" y="1166"/>
                    </a:cubicBezTo>
                    <a:cubicBezTo>
                      <a:pt x="502" y="1761"/>
                      <a:pt x="168" y="2568"/>
                      <a:pt x="168" y="3409"/>
                    </a:cubicBezTo>
                    <a:cubicBezTo>
                      <a:pt x="168" y="4251"/>
                      <a:pt x="502" y="5058"/>
                      <a:pt x="1097" y="5653"/>
                    </a:cubicBezTo>
                    <a:cubicBezTo>
                      <a:pt x="1692" y="6248"/>
                      <a:pt x="2499" y="6582"/>
                      <a:pt x="3340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87" name="Freeform: Shape 3286">
                <a:extLst>
                  <a:ext uri="{FF2B5EF4-FFF2-40B4-BE49-F238E27FC236}">
                    <a16:creationId xmlns:a16="http://schemas.microsoft.com/office/drawing/2014/main" id="{FE5983CF-ECB6-A588-C857-0F2D4E32A99A}"/>
                  </a:ext>
                </a:extLst>
              </p:cNvPr>
              <p:cNvSpPr/>
              <p:nvPr/>
            </p:nvSpPr>
            <p:spPr>
              <a:xfrm>
                <a:off x="2979466" y="6478494"/>
                <a:ext cx="6343" cy="6345"/>
              </a:xfrm>
              <a:custGeom>
                <a:avLst/>
                <a:gdLst>
                  <a:gd name="connsiteX0" fmla="*/ 3339 w 6343"/>
                  <a:gd name="connsiteY0" fmla="*/ 6582 h 6345"/>
                  <a:gd name="connsiteX1" fmla="*/ 5582 w 6343"/>
                  <a:gd name="connsiteY1" fmla="*/ 5652 h 6345"/>
                  <a:gd name="connsiteX2" fmla="*/ 6511 w 6343"/>
                  <a:gd name="connsiteY2" fmla="*/ 3409 h 6345"/>
                  <a:gd name="connsiteX3" fmla="*/ 5582 w 6343"/>
                  <a:gd name="connsiteY3" fmla="*/ 1166 h 6345"/>
                  <a:gd name="connsiteX4" fmla="*/ 3339 w 6343"/>
                  <a:gd name="connsiteY4" fmla="*/ 236 h 6345"/>
                  <a:gd name="connsiteX5" fmla="*/ 1097 w 6343"/>
                  <a:gd name="connsiteY5" fmla="*/ 1166 h 6345"/>
                  <a:gd name="connsiteX6" fmla="*/ 168 w 6343"/>
                  <a:gd name="connsiteY6" fmla="*/ 3409 h 6345"/>
                  <a:gd name="connsiteX7" fmla="*/ 1097 w 6343"/>
                  <a:gd name="connsiteY7" fmla="*/ 5652 h 6345"/>
                  <a:gd name="connsiteX8" fmla="*/ 3339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82"/>
                    </a:moveTo>
                    <a:cubicBezTo>
                      <a:pt x="4180" y="6582"/>
                      <a:pt x="4987" y="6247"/>
                      <a:pt x="5582" y="5652"/>
                    </a:cubicBezTo>
                    <a:cubicBezTo>
                      <a:pt x="6177" y="5057"/>
                      <a:pt x="6511" y="4250"/>
                      <a:pt x="6511" y="3409"/>
                    </a:cubicBezTo>
                    <a:cubicBezTo>
                      <a:pt x="6511" y="2568"/>
                      <a:pt x="6177" y="1761"/>
                      <a:pt x="5582" y="1166"/>
                    </a:cubicBezTo>
                    <a:cubicBezTo>
                      <a:pt x="4987" y="571"/>
                      <a:pt x="4180" y="236"/>
                      <a:pt x="3339" y="236"/>
                    </a:cubicBezTo>
                    <a:cubicBezTo>
                      <a:pt x="2498" y="236"/>
                      <a:pt x="1691" y="571"/>
                      <a:pt x="1097" y="1166"/>
                    </a:cubicBezTo>
                    <a:cubicBezTo>
                      <a:pt x="502" y="1761"/>
                      <a:pt x="168" y="2568"/>
                      <a:pt x="168" y="3409"/>
                    </a:cubicBezTo>
                    <a:cubicBezTo>
                      <a:pt x="168" y="4250"/>
                      <a:pt x="502" y="5057"/>
                      <a:pt x="1097" y="5652"/>
                    </a:cubicBezTo>
                    <a:cubicBezTo>
                      <a:pt x="1691" y="6247"/>
                      <a:pt x="2498" y="6582"/>
                      <a:pt x="3339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88" name="Freeform: Shape 3287">
                <a:extLst>
                  <a:ext uri="{FF2B5EF4-FFF2-40B4-BE49-F238E27FC236}">
                    <a16:creationId xmlns:a16="http://schemas.microsoft.com/office/drawing/2014/main" id="{61AF484B-201B-9B06-0816-76CF5BACD0F8}"/>
                  </a:ext>
                </a:extLst>
              </p:cNvPr>
              <p:cNvSpPr/>
              <p:nvPr/>
            </p:nvSpPr>
            <p:spPr>
              <a:xfrm>
                <a:off x="2971985" y="6475409"/>
                <a:ext cx="6343" cy="6345"/>
              </a:xfrm>
              <a:custGeom>
                <a:avLst/>
                <a:gdLst>
                  <a:gd name="connsiteX0" fmla="*/ 3339 w 6343"/>
                  <a:gd name="connsiteY0" fmla="*/ 6581 h 6345"/>
                  <a:gd name="connsiteX1" fmla="*/ 5581 w 6343"/>
                  <a:gd name="connsiteY1" fmla="*/ 5652 h 6345"/>
                  <a:gd name="connsiteX2" fmla="*/ 6510 w 6343"/>
                  <a:gd name="connsiteY2" fmla="*/ 3409 h 6345"/>
                  <a:gd name="connsiteX3" fmla="*/ 5581 w 6343"/>
                  <a:gd name="connsiteY3" fmla="*/ 1165 h 6345"/>
                  <a:gd name="connsiteX4" fmla="*/ 3339 w 6343"/>
                  <a:gd name="connsiteY4" fmla="*/ 236 h 6345"/>
                  <a:gd name="connsiteX5" fmla="*/ 1096 w 6343"/>
                  <a:gd name="connsiteY5" fmla="*/ 1165 h 6345"/>
                  <a:gd name="connsiteX6" fmla="*/ 167 w 6343"/>
                  <a:gd name="connsiteY6" fmla="*/ 3409 h 6345"/>
                  <a:gd name="connsiteX7" fmla="*/ 1096 w 6343"/>
                  <a:gd name="connsiteY7" fmla="*/ 5652 h 6345"/>
                  <a:gd name="connsiteX8" fmla="*/ 3339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581"/>
                    </a:moveTo>
                    <a:cubicBezTo>
                      <a:pt x="4180" y="6581"/>
                      <a:pt x="4987" y="6247"/>
                      <a:pt x="5581" y="5652"/>
                    </a:cubicBezTo>
                    <a:cubicBezTo>
                      <a:pt x="6176" y="5057"/>
                      <a:pt x="6510" y="4250"/>
                      <a:pt x="6510" y="3409"/>
                    </a:cubicBezTo>
                    <a:cubicBezTo>
                      <a:pt x="6510" y="2567"/>
                      <a:pt x="6176" y="1760"/>
                      <a:pt x="5581" y="1165"/>
                    </a:cubicBezTo>
                    <a:cubicBezTo>
                      <a:pt x="4987" y="570"/>
                      <a:pt x="4180" y="236"/>
                      <a:pt x="3339" y="236"/>
                    </a:cubicBezTo>
                    <a:cubicBezTo>
                      <a:pt x="2498" y="236"/>
                      <a:pt x="1691" y="570"/>
                      <a:pt x="1096" y="1165"/>
                    </a:cubicBezTo>
                    <a:cubicBezTo>
                      <a:pt x="501" y="1760"/>
                      <a:pt x="167" y="2567"/>
                      <a:pt x="167" y="3409"/>
                    </a:cubicBezTo>
                    <a:cubicBezTo>
                      <a:pt x="167" y="4250"/>
                      <a:pt x="501" y="5057"/>
                      <a:pt x="1096" y="5652"/>
                    </a:cubicBezTo>
                    <a:cubicBezTo>
                      <a:pt x="1691" y="6247"/>
                      <a:pt x="2498" y="6581"/>
                      <a:pt x="3339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89" name="Freeform: Shape 3288">
                <a:extLst>
                  <a:ext uri="{FF2B5EF4-FFF2-40B4-BE49-F238E27FC236}">
                    <a16:creationId xmlns:a16="http://schemas.microsoft.com/office/drawing/2014/main" id="{33818437-5CF4-F03E-1419-3BB03A14D9FE}"/>
                  </a:ext>
                </a:extLst>
              </p:cNvPr>
              <p:cNvSpPr/>
              <p:nvPr/>
            </p:nvSpPr>
            <p:spPr>
              <a:xfrm>
                <a:off x="3302206" y="6198483"/>
                <a:ext cx="6343" cy="6345"/>
              </a:xfrm>
              <a:custGeom>
                <a:avLst/>
                <a:gdLst>
                  <a:gd name="connsiteX0" fmla="*/ 3365 w 6343"/>
                  <a:gd name="connsiteY0" fmla="*/ 6560 h 6345"/>
                  <a:gd name="connsiteX1" fmla="*/ 5607 w 6343"/>
                  <a:gd name="connsiteY1" fmla="*/ 5630 h 6345"/>
                  <a:gd name="connsiteX2" fmla="*/ 6536 w 6343"/>
                  <a:gd name="connsiteY2" fmla="*/ 3387 h 6345"/>
                  <a:gd name="connsiteX3" fmla="*/ 5607 w 6343"/>
                  <a:gd name="connsiteY3" fmla="*/ 1144 h 6345"/>
                  <a:gd name="connsiteX4" fmla="*/ 3365 w 6343"/>
                  <a:gd name="connsiteY4" fmla="*/ 214 h 6345"/>
                  <a:gd name="connsiteX5" fmla="*/ 1122 w 6343"/>
                  <a:gd name="connsiteY5" fmla="*/ 1144 h 6345"/>
                  <a:gd name="connsiteX6" fmla="*/ 193 w 6343"/>
                  <a:gd name="connsiteY6" fmla="*/ 3387 h 6345"/>
                  <a:gd name="connsiteX7" fmla="*/ 1122 w 6343"/>
                  <a:gd name="connsiteY7" fmla="*/ 5630 h 6345"/>
                  <a:gd name="connsiteX8" fmla="*/ 3365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60"/>
                    </a:moveTo>
                    <a:cubicBezTo>
                      <a:pt x="4206" y="6560"/>
                      <a:pt x="5013" y="6225"/>
                      <a:pt x="5607" y="5630"/>
                    </a:cubicBezTo>
                    <a:cubicBezTo>
                      <a:pt x="6202" y="5035"/>
                      <a:pt x="6536" y="4228"/>
                      <a:pt x="6536" y="3387"/>
                    </a:cubicBezTo>
                    <a:cubicBezTo>
                      <a:pt x="6536" y="2546"/>
                      <a:pt x="6202" y="1738"/>
                      <a:pt x="5607" y="1144"/>
                    </a:cubicBezTo>
                    <a:cubicBezTo>
                      <a:pt x="5013" y="549"/>
                      <a:pt x="4206" y="214"/>
                      <a:pt x="3365" y="214"/>
                    </a:cubicBezTo>
                    <a:cubicBezTo>
                      <a:pt x="2524" y="214"/>
                      <a:pt x="1717" y="549"/>
                      <a:pt x="1122" y="1144"/>
                    </a:cubicBezTo>
                    <a:cubicBezTo>
                      <a:pt x="527" y="1738"/>
                      <a:pt x="193" y="2546"/>
                      <a:pt x="193" y="3387"/>
                    </a:cubicBezTo>
                    <a:cubicBezTo>
                      <a:pt x="193" y="4228"/>
                      <a:pt x="527" y="5035"/>
                      <a:pt x="1122" y="5630"/>
                    </a:cubicBezTo>
                    <a:cubicBezTo>
                      <a:pt x="1717" y="6225"/>
                      <a:pt x="2524" y="6560"/>
                      <a:pt x="3365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90" name="Freeform: Shape 3289">
                <a:extLst>
                  <a:ext uri="{FF2B5EF4-FFF2-40B4-BE49-F238E27FC236}">
                    <a16:creationId xmlns:a16="http://schemas.microsoft.com/office/drawing/2014/main" id="{C88A1B1D-5A3C-94A4-0AD6-A440F35CB697}"/>
                  </a:ext>
                </a:extLst>
              </p:cNvPr>
              <p:cNvSpPr/>
              <p:nvPr/>
            </p:nvSpPr>
            <p:spPr>
              <a:xfrm>
                <a:off x="3001110" y="6433762"/>
                <a:ext cx="6343" cy="6345"/>
              </a:xfrm>
              <a:custGeom>
                <a:avLst/>
                <a:gdLst>
                  <a:gd name="connsiteX0" fmla="*/ 3341 w 6343"/>
                  <a:gd name="connsiteY0" fmla="*/ 6578 h 6345"/>
                  <a:gd name="connsiteX1" fmla="*/ 5584 w 6343"/>
                  <a:gd name="connsiteY1" fmla="*/ 5649 h 6345"/>
                  <a:gd name="connsiteX2" fmla="*/ 6513 w 6343"/>
                  <a:gd name="connsiteY2" fmla="*/ 3405 h 6345"/>
                  <a:gd name="connsiteX3" fmla="*/ 5584 w 6343"/>
                  <a:gd name="connsiteY3" fmla="*/ 1162 h 6345"/>
                  <a:gd name="connsiteX4" fmla="*/ 3341 w 6343"/>
                  <a:gd name="connsiteY4" fmla="*/ 233 h 6345"/>
                  <a:gd name="connsiteX5" fmla="*/ 1098 w 6343"/>
                  <a:gd name="connsiteY5" fmla="*/ 1162 h 6345"/>
                  <a:gd name="connsiteX6" fmla="*/ 169 w 6343"/>
                  <a:gd name="connsiteY6" fmla="*/ 3405 h 6345"/>
                  <a:gd name="connsiteX7" fmla="*/ 1098 w 6343"/>
                  <a:gd name="connsiteY7" fmla="*/ 5649 h 6345"/>
                  <a:gd name="connsiteX8" fmla="*/ 3341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1" y="6578"/>
                    </a:moveTo>
                    <a:cubicBezTo>
                      <a:pt x="4182" y="6578"/>
                      <a:pt x="4989" y="6244"/>
                      <a:pt x="5584" y="5649"/>
                    </a:cubicBezTo>
                    <a:cubicBezTo>
                      <a:pt x="6178" y="5054"/>
                      <a:pt x="6513" y="4247"/>
                      <a:pt x="6513" y="3405"/>
                    </a:cubicBezTo>
                    <a:cubicBezTo>
                      <a:pt x="6513" y="2564"/>
                      <a:pt x="6178" y="1757"/>
                      <a:pt x="5584" y="1162"/>
                    </a:cubicBezTo>
                    <a:cubicBezTo>
                      <a:pt x="4989" y="567"/>
                      <a:pt x="4182" y="233"/>
                      <a:pt x="3341" y="233"/>
                    </a:cubicBezTo>
                    <a:cubicBezTo>
                      <a:pt x="2500" y="233"/>
                      <a:pt x="1693" y="567"/>
                      <a:pt x="1098" y="1162"/>
                    </a:cubicBezTo>
                    <a:cubicBezTo>
                      <a:pt x="504" y="1757"/>
                      <a:pt x="169" y="2564"/>
                      <a:pt x="169" y="3405"/>
                    </a:cubicBezTo>
                    <a:cubicBezTo>
                      <a:pt x="169" y="4247"/>
                      <a:pt x="504" y="5054"/>
                      <a:pt x="1098" y="5649"/>
                    </a:cubicBezTo>
                    <a:cubicBezTo>
                      <a:pt x="1693" y="6244"/>
                      <a:pt x="2500" y="6578"/>
                      <a:pt x="3341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91" name="Freeform: Shape 3290">
                <a:extLst>
                  <a:ext uri="{FF2B5EF4-FFF2-40B4-BE49-F238E27FC236}">
                    <a16:creationId xmlns:a16="http://schemas.microsoft.com/office/drawing/2014/main" id="{346F4AF7-5F05-D118-B0CF-365E8B2682FE}"/>
                  </a:ext>
                </a:extLst>
              </p:cNvPr>
              <p:cNvSpPr/>
              <p:nvPr/>
            </p:nvSpPr>
            <p:spPr>
              <a:xfrm>
                <a:off x="3296421" y="6191558"/>
                <a:ext cx="6343" cy="6345"/>
              </a:xfrm>
              <a:custGeom>
                <a:avLst/>
                <a:gdLst>
                  <a:gd name="connsiteX0" fmla="*/ 3364 w 6343"/>
                  <a:gd name="connsiteY0" fmla="*/ 6559 h 6345"/>
                  <a:gd name="connsiteX1" fmla="*/ 5607 w 6343"/>
                  <a:gd name="connsiteY1" fmla="*/ 5630 h 6345"/>
                  <a:gd name="connsiteX2" fmla="*/ 6536 w 6343"/>
                  <a:gd name="connsiteY2" fmla="*/ 3386 h 6345"/>
                  <a:gd name="connsiteX3" fmla="*/ 5607 w 6343"/>
                  <a:gd name="connsiteY3" fmla="*/ 1143 h 6345"/>
                  <a:gd name="connsiteX4" fmla="*/ 3364 w 6343"/>
                  <a:gd name="connsiteY4" fmla="*/ 214 h 6345"/>
                  <a:gd name="connsiteX5" fmla="*/ 1122 w 6343"/>
                  <a:gd name="connsiteY5" fmla="*/ 1143 h 6345"/>
                  <a:gd name="connsiteX6" fmla="*/ 193 w 6343"/>
                  <a:gd name="connsiteY6" fmla="*/ 3386 h 6345"/>
                  <a:gd name="connsiteX7" fmla="*/ 1122 w 6343"/>
                  <a:gd name="connsiteY7" fmla="*/ 5630 h 6345"/>
                  <a:gd name="connsiteX8" fmla="*/ 336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59"/>
                    </a:moveTo>
                    <a:cubicBezTo>
                      <a:pt x="4205" y="6559"/>
                      <a:pt x="5012" y="6225"/>
                      <a:pt x="5607" y="5630"/>
                    </a:cubicBezTo>
                    <a:cubicBezTo>
                      <a:pt x="6202" y="5035"/>
                      <a:pt x="6536" y="4228"/>
                      <a:pt x="6536" y="3386"/>
                    </a:cubicBezTo>
                    <a:cubicBezTo>
                      <a:pt x="6536" y="2545"/>
                      <a:pt x="6202" y="1738"/>
                      <a:pt x="5607" y="1143"/>
                    </a:cubicBezTo>
                    <a:cubicBezTo>
                      <a:pt x="5012" y="548"/>
                      <a:pt x="4205" y="214"/>
                      <a:pt x="3364" y="214"/>
                    </a:cubicBezTo>
                    <a:cubicBezTo>
                      <a:pt x="2523" y="214"/>
                      <a:pt x="1716" y="548"/>
                      <a:pt x="1122" y="1143"/>
                    </a:cubicBezTo>
                    <a:cubicBezTo>
                      <a:pt x="527" y="1738"/>
                      <a:pt x="193" y="2545"/>
                      <a:pt x="193" y="3386"/>
                    </a:cubicBezTo>
                    <a:cubicBezTo>
                      <a:pt x="193" y="4228"/>
                      <a:pt x="527" y="5035"/>
                      <a:pt x="1122" y="5630"/>
                    </a:cubicBezTo>
                    <a:cubicBezTo>
                      <a:pt x="1716" y="6225"/>
                      <a:pt x="2523" y="6559"/>
                      <a:pt x="336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92" name="Freeform: Shape 3291">
                <a:extLst>
                  <a:ext uri="{FF2B5EF4-FFF2-40B4-BE49-F238E27FC236}">
                    <a16:creationId xmlns:a16="http://schemas.microsoft.com/office/drawing/2014/main" id="{000D346F-E9E8-D43D-46CE-0E5A097E2B94}"/>
                  </a:ext>
                </a:extLst>
              </p:cNvPr>
              <p:cNvSpPr/>
              <p:nvPr/>
            </p:nvSpPr>
            <p:spPr>
              <a:xfrm>
                <a:off x="3296260" y="6185961"/>
                <a:ext cx="6343" cy="6345"/>
              </a:xfrm>
              <a:custGeom>
                <a:avLst/>
                <a:gdLst>
                  <a:gd name="connsiteX0" fmla="*/ 3364 w 6343"/>
                  <a:gd name="connsiteY0" fmla="*/ 6559 h 6345"/>
                  <a:gd name="connsiteX1" fmla="*/ 5607 w 6343"/>
                  <a:gd name="connsiteY1" fmla="*/ 5629 h 6345"/>
                  <a:gd name="connsiteX2" fmla="*/ 6536 w 6343"/>
                  <a:gd name="connsiteY2" fmla="*/ 3386 h 6345"/>
                  <a:gd name="connsiteX3" fmla="*/ 5607 w 6343"/>
                  <a:gd name="connsiteY3" fmla="*/ 1143 h 6345"/>
                  <a:gd name="connsiteX4" fmla="*/ 3364 w 6343"/>
                  <a:gd name="connsiteY4" fmla="*/ 213 h 6345"/>
                  <a:gd name="connsiteX5" fmla="*/ 1122 w 6343"/>
                  <a:gd name="connsiteY5" fmla="*/ 1143 h 6345"/>
                  <a:gd name="connsiteX6" fmla="*/ 193 w 6343"/>
                  <a:gd name="connsiteY6" fmla="*/ 3386 h 6345"/>
                  <a:gd name="connsiteX7" fmla="*/ 1122 w 6343"/>
                  <a:gd name="connsiteY7" fmla="*/ 5629 h 6345"/>
                  <a:gd name="connsiteX8" fmla="*/ 336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59"/>
                    </a:moveTo>
                    <a:cubicBezTo>
                      <a:pt x="4205" y="6559"/>
                      <a:pt x="5012" y="6224"/>
                      <a:pt x="5607" y="5629"/>
                    </a:cubicBezTo>
                    <a:cubicBezTo>
                      <a:pt x="6202" y="5034"/>
                      <a:pt x="6536" y="4227"/>
                      <a:pt x="6536" y="3386"/>
                    </a:cubicBezTo>
                    <a:cubicBezTo>
                      <a:pt x="6536" y="2545"/>
                      <a:pt x="6202" y="1737"/>
                      <a:pt x="5607" y="1143"/>
                    </a:cubicBezTo>
                    <a:cubicBezTo>
                      <a:pt x="5012" y="548"/>
                      <a:pt x="4205" y="213"/>
                      <a:pt x="3364" y="213"/>
                    </a:cubicBezTo>
                    <a:cubicBezTo>
                      <a:pt x="2523" y="213"/>
                      <a:pt x="1716" y="548"/>
                      <a:pt x="1122" y="1143"/>
                    </a:cubicBezTo>
                    <a:cubicBezTo>
                      <a:pt x="527" y="1737"/>
                      <a:pt x="193" y="2545"/>
                      <a:pt x="193" y="3386"/>
                    </a:cubicBezTo>
                    <a:cubicBezTo>
                      <a:pt x="193" y="4227"/>
                      <a:pt x="527" y="5034"/>
                      <a:pt x="1122" y="5629"/>
                    </a:cubicBezTo>
                    <a:cubicBezTo>
                      <a:pt x="1716" y="6224"/>
                      <a:pt x="2523" y="6559"/>
                      <a:pt x="336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93" name="Freeform: Shape 3292">
                <a:extLst>
                  <a:ext uri="{FF2B5EF4-FFF2-40B4-BE49-F238E27FC236}">
                    <a16:creationId xmlns:a16="http://schemas.microsoft.com/office/drawing/2014/main" id="{39FE235E-4712-0E2A-DC13-8025B467CE7A}"/>
                  </a:ext>
                </a:extLst>
              </p:cNvPr>
              <p:cNvSpPr/>
              <p:nvPr/>
            </p:nvSpPr>
            <p:spPr>
              <a:xfrm>
                <a:off x="3297388" y="6179421"/>
                <a:ext cx="6343" cy="6345"/>
              </a:xfrm>
              <a:custGeom>
                <a:avLst/>
                <a:gdLst>
                  <a:gd name="connsiteX0" fmla="*/ 3364 w 6343"/>
                  <a:gd name="connsiteY0" fmla="*/ 6558 h 6345"/>
                  <a:gd name="connsiteX1" fmla="*/ 5607 w 6343"/>
                  <a:gd name="connsiteY1" fmla="*/ 5629 h 6345"/>
                  <a:gd name="connsiteX2" fmla="*/ 6536 w 6343"/>
                  <a:gd name="connsiteY2" fmla="*/ 3385 h 6345"/>
                  <a:gd name="connsiteX3" fmla="*/ 5607 w 6343"/>
                  <a:gd name="connsiteY3" fmla="*/ 1142 h 6345"/>
                  <a:gd name="connsiteX4" fmla="*/ 3364 w 6343"/>
                  <a:gd name="connsiteY4" fmla="*/ 213 h 6345"/>
                  <a:gd name="connsiteX5" fmla="*/ 1122 w 6343"/>
                  <a:gd name="connsiteY5" fmla="*/ 1142 h 6345"/>
                  <a:gd name="connsiteX6" fmla="*/ 193 w 6343"/>
                  <a:gd name="connsiteY6" fmla="*/ 3385 h 6345"/>
                  <a:gd name="connsiteX7" fmla="*/ 1122 w 6343"/>
                  <a:gd name="connsiteY7" fmla="*/ 5629 h 6345"/>
                  <a:gd name="connsiteX8" fmla="*/ 3364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58"/>
                    </a:moveTo>
                    <a:cubicBezTo>
                      <a:pt x="4205" y="6558"/>
                      <a:pt x="5012" y="6224"/>
                      <a:pt x="5607" y="5629"/>
                    </a:cubicBezTo>
                    <a:cubicBezTo>
                      <a:pt x="6202" y="5034"/>
                      <a:pt x="6536" y="4227"/>
                      <a:pt x="6536" y="3385"/>
                    </a:cubicBezTo>
                    <a:cubicBezTo>
                      <a:pt x="6536" y="2544"/>
                      <a:pt x="6202" y="1737"/>
                      <a:pt x="5607" y="1142"/>
                    </a:cubicBezTo>
                    <a:cubicBezTo>
                      <a:pt x="5012" y="547"/>
                      <a:pt x="4205" y="213"/>
                      <a:pt x="3364" y="213"/>
                    </a:cubicBezTo>
                    <a:cubicBezTo>
                      <a:pt x="2523" y="213"/>
                      <a:pt x="1716" y="547"/>
                      <a:pt x="1122" y="1142"/>
                    </a:cubicBezTo>
                    <a:cubicBezTo>
                      <a:pt x="527" y="1737"/>
                      <a:pt x="193" y="2544"/>
                      <a:pt x="193" y="3385"/>
                    </a:cubicBezTo>
                    <a:cubicBezTo>
                      <a:pt x="193" y="4227"/>
                      <a:pt x="527" y="5034"/>
                      <a:pt x="1122" y="5629"/>
                    </a:cubicBezTo>
                    <a:cubicBezTo>
                      <a:pt x="1716" y="6224"/>
                      <a:pt x="2523" y="6558"/>
                      <a:pt x="3364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94" name="Freeform: Shape 3293">
                <a:extLst>
                  <a:ext uri="{FF2B5EF4-FFF2-40B4-BE49-F238E27FC236}">
                    <a16:creationId xmlns:a16="http://schemas.microsoft.com/office/drawing/2014/main" id="{004793DF-3AAE-DD19-0DD4-559AAFB1F0E1}"/>
                  </a:ext>
                </a:extLst>
              </p:cNvPr>
              <p:cNvSpPr/>
              <p:nvPr/>
            </p:nvSpPr>
            <p:spPr>
              <a:xfrm>
                <a:off x="3290551" y="6179019"/>
                <a:ext cx="6343" cy="6345"/>
              </a:xfrm>
              <a:custGeom>
                <a:avLst/>
                <a:gdLst>
                  <a:gd name="connsiteX0" fmla="*/ 3364 w 6343"/>
                  <a:gd name="connsiteY0" fmla="*/ 6558 h 6345"/>
                  <a:gd name="connsiteX1" fmla="*/ 5606 w 6343"/>
                  <a:gd name="connsiteY1" fmla="*/ 5629 h 6345"/>
                  <a:gd name="connsiteX2" fmla="*/ 6535 w 6343"/>
                  <a:gd name="connsiteY2" fmla="*/ 3385 h 6345"/>
                  <a:gd name="connsiteX3" fmla="*/ 5606 w 6343"/>
                  <a:gd name="connsiteY3" fmla="*/ 1142 h 6345"/>
                  <a:gd name="connsiteX4" fmla="*/ 3364 w 6343"/>
                  <a:gd name="connsiteY4" fmla="*/ 213 h 6345"/>
                  <a:gd name="connsiteX5" fmla="*/ 1121 w 6343"/>
                  <a:gd name="connsiteY5" fmla="*/ 1142 h 6345"/>
                  <a:gd name="connsiteX6" fmla="*/ 192 w 6343"/>
                  <a:gd name="connsiteY6" fmla="*/ 3385 h 6345"/>
                  <a:gd name="connsiteX7" fmla="*/ 1121 w 6343"/>
                  <a:gd name="connsiteY7" fmla="*/ 5629 h 6345"/>
                  <a:gd name="connsiteX8" fmla="*/ 3364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58"/>
                    </a:moveTo>
                    <a:cubicBezTo>
                      <a:pt x="4205" y="6558"/>
                      <a:pt x="5012" y="6224"/>
                      <a:pt x="5606" y="5629"/>
                    </a:cubicBezTo>
                    <a:cubicBezTo>
                      <a:pt x="6201" y="5034"/>
                      <a:pt x="6535" y="4227"/>
                      <a:pt x="6535" y="3385"/>
                    </a:cubicBezTo>
                    <a:cubicBezTo>
                      <a:pt x="6535" y="2544"/>
                      <a:pt x="6201" y="1737"/>
                      <a:pt x="5606" y="1142"/>
                    </a:cubicBezTo>
                    <a:cubicBezTo>
                      <a:pt x="5012" y="547"/>
                      <a:pt x="4205" y="213"/>
                      <a:pt x="3364" y="213"/>
                    </a:cubicBezTo>
                    <a:cubicBezTo>
                      <a:pt x="2523" y="213"/>
                      <a:pt x="1716" y="547"/>
                      <a:pt x="1121" y="1142"/>
                    </a:cubicBezTo>
                    <a:cubicBezTo>
                      <a:pt x="526" y="1737"/>
                      <a:pt x="192" y="2544"/>
                      <a:pt x="192" y="3385"/>
                    </a:cubicBezTo>
                    <a:cubicBezTo>
                      <a:pt x="192" y="4227"/>
                      <a:pt x="526" y="5034"/>
                      <a:pt x="1121" y="5629"/>
                    </a:cubicBezTo>
                    <a:cubicBezTo>
                      <a:pt x="1716" y="6224"/>
                      <a:pt x="2523" y="6558"/>
                      <a:pt x="3364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95" name="Freeform: Shape 3294">
                <a:extLst>
                  <a:ext uri="{FF2B5EF4-FFF2-40B4-BE49-F238E27FC236}">
                    <a16:creationId xmlns:a16="http://schemas.microsoft.com/office/drawing/2014/main" id="{578477B0-F9FD-DB36-990E-7CCA262E73C4}"/>
                  </a:ext>
                </a:extLst>
              </p:cNvPr>
              <p:cNvSpPr/>
              <p:nvPr/>
            </p:nvSpPr>
            <p:spPr>
              <a:xfrm>
                <a:off x="2939769" y="6436993"/>
                <a:ext cx="6343" cy="6345"/>
              </a:xfrm>
              <a:custGeom>
                <a:avLst/>
                <a:gdLst>
                  <a:gd name="connsiteX0" fmla="*/ 3336 w 6343"/>
                  <a:gd name="connsiteY0" fmla="*/ 6578 h 6345"/>
                  <a:gd name="connsiteX1" fmla="*/ 5579 w 6343"/>
                  <a:gd name="connsiteY1" fmla="*/ 5649 h 6345"/>
                  <a:gd name="connsiteX2" fmla="*/ 6508 w 6343"/>
                  <a:gd name="connsiteY2" fmla="*/ 3406 h 6345"/>
                  <a:gd name="connsiteX3" fmla="*/ 5579 w 6343"/>
                  <a:gd name="connsiteY3" fmla="*/ 1162 h 6345"/>
                  <a:gd name="connsiteX4" fmla="*/ 3336 w 6343"/>
                  <a:gd name="connsiteY4" fmla="*/ 233 h 6345"/>
                  <a:gd name="connsiteX5" fmla="*/ 1093 w 6343"/>
                  <a:gd name="connsiteY5" fmla="*/ 1162 h 6345"/>
                  <a:gd name="connsiteX6" fmla="*/ 165 w 6343"/>
                  <a:gd name="connsiteY6" fmla="*/ 3406 h 6345"/>
                  <a:gd name="connsiteX7" fmla="*/ 1093 w 6343"/>
                  <a:gd name="connsiteY7" fmla="*/ 5649 h 6345"/>
                  <a:gd name="connsiteX8" fmla="*/ 3336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6" y="6578"/>
                    </a:moveTo>
                    <a:cubicBezTo>
                      <a:pt x="4177" y="6578"/>
                      <a:pt x="4984" y="6244"/>
                      <a:pt x="5579" y="5649"/>
                    </a:cubicBezTo>
                    <a:cubicBezTo>
                      <a:pt x="6173" y="5054"/>
                      <a:pt x="6508" y="4247"/>
                      <a:pt x="6508" y="3406"/>
                    </a:cubicBezTo>
                    <a:cubicBezTo>
                      <a:pt x="6508" y="2564"/>
                      <a:pt x="6173" y="1757"/>
                      <a:pt x="5579" y="1162"/>
                    </a:cubicBezTo>
                    <a:cubicBezTo>
                      <a:pt x="4984" y="567"/>
                      <a:pt x="4177" y="233"/>
                      <a:pt x="3336" y="233"/>
                    </a:cubicBezTo>
                    <a:cubicBezTo>
                      <a:pt x="2495" y="233"/>
                      <a:pt x="1688" y="567"/>
                      <a:pt x="1093" y="1162"/>
                    </a:cubicBezTo>
                    <a:cubicBezTo>
                      <a:pt x="499" y="1757"/>
                      <a:pt x="165" y="2564"/>
                      <a:pt x="165" y="3406"/>
                    </a:cubicBezTo>
                    <a:cubicBezTo>
                      <a:pt x="165" y="4247"/>
                      <a:pt x="499" y="5054"/>
                      <a:pt x="1093" y="5649"/>
                    </a:cubicBezTo>
                    <a:cubicBezTo>
                      <a:pt x="1688" y="6244"/>
                      <a:pt x="2495" y="6578"/>
                      <a:pt x="3336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96" name="Freeform: Shape 3295">
                <a:extLst>
                  <a:ext uri="{FF2B5EF4-FFF2-40B4-BE49-F238E27FC236}">
                    <a16:creationId xmlns:a16="http://schemas.microsoft.com/office/drawing/2014/main" id="{CAE85A81-A497-588D-5294-BBAA6019D96A}"/>
                  </a:ext>
                </a:extLst>
              </p:cNvPr>
              <p:cNvSpPr/>
              <p:nvPr/>
            </p:nvSpPr>
            <p:spPr>
              <a:xfrm>
                <a:off x="3104215" y="6298789"/>
                <a:ext cx="6343" cy="6345"/>
              </a:xfrm>
              <a:custGeom>
                <a:avLst/>
                <a:gdLst>
                  <a:gd name="connsiteX0" fmla="*/ 3349 w 6343"/>
                  <a:gd name="connsiteY0" fmla="*/ 6568 h 6345"/>
                  <a:gd name="connsiteX1" fmla="*/ 5592 w 6343"/>
                  <a:gd name="connsiteY1" fmla="*/ 5638 h 6345"/>
                  <a:gd name="connsiteX2" fmla="*/ 6521 w 6343"/>
                  <a:gd name="connsiteY2" fmla="*/ 3395 h 6345"/>
                  <a:gd name="connsiteX3" fmla="*/ 5592 w 6343"/>
                  <a:gd name="connsiteY3" fmla="*/ 1151 h 6345"/>
                  <a:gd name="connsiteX4" fmla="*/ 3349 w 6343"/>
                  <a:gd name="connsiteY4" fmla="*/ 222 h 6345"/>
                  <a:gd name="connsiteX5" fmla="*/ 1106 w 6343"/>
                  <a:gd name="connsiteY5" fmla="*/ 1151 h 6345"/>
                  <a:gd name="connsiteX6" fmla="*/ 178 w 6343"/>
                  <a:gd name="connsiteY6" fmla="*/ 3395 h 6345"/>
                  <a:gd name="connsiteX7" fmla="*/ 1106 w 6343"/>
                  <a:gd name="connsiteY7" fmla="*/ 5638 h 6345"/>
                  <a:gd name="connsiteX8" fmla="*/ 3349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68"/>
                    </a:moveTo>
                    <a:cubicBezTo>
                      <a:pt x="4190" y="6568"/>
                      <a:pt x="4997" y="6233"/>
                      <a:pt x="5592" y="5638"/>
                    </a:cubicBezTo>
                    <a:cubicBezTo>
                      <a:pt x="6186" y="5043"/>
                      <a:pt x="6521" y="4236"/>
                      <a:pt x="6521" y="3395"/>
                    </a:cubicBezTo>
                    <a:cubicBezTo>
                      <a:pt x="6521" y="2553"/>
                      <a:pt x="6186" y="1746"/>
                      <a:pt x="5592" y="1151"/>
                    </a:cubicBezTo>
                    <a:cubicBezTo>
                      <a:pt x="4997" y="556"/>
                      <a:pt x="4190" y="222"/>
                      <a:pt x="3349" y="222"/>
                    </a:cubicBezTo>
                    <a:cubicBezTo>
                      <a:pt x="2508" y="222"/>
                      <a:pt x="1701" y="556"/>
                      <a:pt x="1106" y="1151"/>
                    </a:cubicBezTo>
                    <a:cubicBezTo>
                      <a:pt x="512" y="1746"/>
                      <a:pt x="178" y="2553"/>
                      <a:pt x="178" y="3395"/>
                    </a:cubicBezTo>
                    <a:cubicBezTo>
                      <a:pt x="178" y="4236"/>
                      <a:pt x="512" y="5043"/>
                      <a:pt x="1106" y="5638"/>
                    </a:cubicBezTo>
                    <a:cubicBezTo>
                      <a:pt x="1701" y="6233"/>
                      <a:pt x="2508" y="6568"/>
                      <a:pt x="3349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97" name="Freeform: Shape 3296">
                <a:extLst>
                  <a:ext uri="{FF2B5EF4-FFF2-40B4-BE49-F238E27FC236}">
                    <a16:creationId xmlns:a16="http://schemas.microsoft.com/office/drawing/2014/main" id="{DDD648A8-ED3A-78E9-1AE5-C93702916B32}"/>
                  </a:ext>
                </a:extLst>
              </p:cNvPr>
              <p:cNvSpPr/>
              <p:nvPr/>
            </p:nvSpPr>
            <p:spPr>
              <a:xfrm>
                <a:off x="3100351" y="6294366"/>
                <a:ext cx="6343" cy="6345"/>
              </a:xfrm>
              <a:custGeom>
                <a:avLst/>
                <a:gdLst>
                  <a:gd name="connsiteX0" fmla="*/ 3349 w 6343"/>
                  <a:gd name="connsiteY0" fmla="*/ 6567 h 6345"/>
                  <a:gd name="connsiteX1" fmla="*/ 5591 w 6343"/>
                  <a:gd name="connsiteY1" fmla="*/ 5638 h 6345"/>
                  <a:gd name="connsiteX2" fmla="*/ 6520 w 6343"/>
                  <a:gd name="connsiteY2" fmla="*/ 3395 h 6345"/>
                  <a:gd name="connsiteX3" fmla="*/ 5591 w 6343"/>
                  <a:gd name="connsiteY3" fmla="*/ 1151 h 6345"/>
                  <a:gd name="connsiteX4" fmla="*/ 3349 w 6343"/>
                  <a:gd name="connsiteY4" fmla="*/ 222 h 6345"/>
                  <a:gd name="connsiteX5" fmla="*/ 1106 w 6343"/>
                  <a:gd name="connsiteY5" fmla="*/ 1151 h 6345"/>
                  <a:gd name="connsiteX6" fmla="*/ 177 w 6343"/>
                  <a:gd name="connsiteY6" fmla="*/ 3395 h 6345"/>
                  <a:gd name="connsiteX7" fmla="*/ 1106 w 6343"/>
                  <a:gd name="connsiteY7" fmla="*/ 5638 h 6345"/>
                  <a:gd name="connsiteX8" fmla="*/ 3349 w 6343"/>
                  <a:gd name="connsiteY8" fmla="*/ 65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67"/>
                    </a:moveTo>
                    <a:cubicBezTo>
                      <a:pt x="4190" y="6567"/>
                      <a:pt x="4997" y="6233"/>
                      <a:pt x="5591" y="5638"/>
                    </a:cubicBezTo>
                    <a:cubicBezTo>
                      <a:pt x="6186" y="5043"/>
                      <a:pt x="6520" y="4236"/>
                      <a:pt x="6520" y="3395"/>
                    </a:cubicBezTo>
                    <a:cubicBezTo>
                      <a:pt x="6520" y="2553"/>
                      <a:pt x="6186" y="1746"/>
                      <a:pt x="5591" y="1151"/>
                    </a:cubicBezTo>
                    <a:cubicBezTo>
                      <a:pt x="4997" y="556"/>
                      <a:pt x="4190" y="222"/>
                      <a:pt x="3349" y="222"/>
                    </a:cubicBezTo>
                    <a:cubicBezTo>
                      <a:pt x="2508" y="222"/>
                      <a:pt x="1701" y="556"/>
                      <a:pt x="1106" y="1151"/>
                    </a:cubicBezTo>
                    <a:cubicBezTo>
                      <a:pt x="511" y="1746"/>
                      <a:pt x="177" y="2553"/>
                      <a:pt x="177" y="3395"/>
                    </a:cubicBezTo>
                    <a:cubicBezTo>
                      <a:pt x="177" y="4236"/>
                      <a:pt x="511" y="5043"/>
                      <a:pt x="1106" y="5638"/>
                    </a:cubicBezTo>
                    <a:cubicBezTo>
                      <a:pt x="1701" y="6233"/>
                      <a:pt x="2508" y="6567"/>
                      <a:pt x="3349" y="65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98" name="Freeform: Shape 3297">
                <a:extLst>
                  <a:ext uri="{FF2B5EF4-FFF2-40B4-BE49-F238E27FC236}">
                    <a16:creationId xmlns:a16="http://schemas.microsoft.com/office/drawing/2014/main" id="{519D5C1E-D044-CDD6-F0D4-F314FF91E835}"/>
                  </a:ext>
                </a:extLst>
              </p:cNvPr>
              <p:cNvSpPr/>
              <p:nvPr/>
            </p:nvSpPr>
            <p:spPr>
              <a:xfrm>
                <a:off x="3088886" y="6295360"/>
                <a:ext cx="6343" cy="6345"/>
              </a:xfrm>
              <a:custGeom>
                <a:avLst/>
                <a:gdLst>
                  <a:gd name="connsiteX0" fmla="*/ 3348 w 6343"/>
                  <a:gd name="connsiteY0" fmla="*/ 6567 h 6345"/>
                  <a:gd name="connsiteX1" fmla="*/ 5590 w 6343"/>
                  <a:gd name="connsiteY1" fmla="*/ 5638 h 6345"/>
                  <a:gd name="connsiteX2" fmla="*/ 6519 w 6343"/>
                  <a:gd name="connsiteY2" fmla="*/ 3395 h 6345"/>
                  <a:gd name="connsiteX3" fmla="*/ 5590 w 6343"/>
                  <a:gd name="connsiteY3" fmla="*/ 1151 h 6345"/>
                  <a:gd name="connsiteX4" fmla="*/ 3348 w 6343"/>
                  <a:gd name="connsiteY4" fmla="*/ 222 h 6345"/>
                  <a:gd name="connsiteX5" fmla="*/ 1105 w 6343"/>
                  <a:gd name="connsiteY5" fmla="*/ 1151 h 6345"/>
                  <a:gd name="connsiteX6" fmla="*/ 176 w 6343"/>
                  <a:gd name="connsiteY6" fmla="*/ 3395 h 6345"/>
                  <a:gd name="connsiteX7" fmla="*/ 1105 w 6343"/>
                  <a:gd name="connsiteY7" fmla="*/ 5638 h 6345"/>
                  <a:gd name="connsiteX8" fmla="*/ 3348 w 6343"/>
                  <a:gd name="connsiteY8" fmla="*/ 65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67"/>
                    </a:moveTo>
                    <a:cubicBezTo>
                      <a:pt x="4189" y="6567"/>
                      <a:pt x="4996" y="6233"/>
                      <a:pt x="5590" y="5638"/>
                    </a:cubicBezTo>
                    <a:cubicBezTo>
                      <a:pt x="6185" y="5043"/>
                      <a:pt x="6519" y="4236"/>
                      <a:pt x="6519" y="3395"/>
                    </a:cubicBezTo>
                    <a:cubicBezTo>
                      <a:pt x="6519" y="2553"/>
                      <a:pt x="6185" y="1746"/>
                      <a:pt x="5590" y="1151"/>
                    </a:cubicBezTo>
                    <a:cubicBezTo>
                      <a:pt x="4996" y="556"/>
                      <a:pt x="4189" y="222"/>
                      <a:pt x="3348" y="222"/>
                    </a:cubicBezTo>
                    <a:cubicBezTo>
                      <a:pt x="2507" y="222"/>
                      <a:pt x="1700" y="556"/>
                      <a:pt x="1105" y="1151"/>
                    </a:cubicBezTo>
                    <a:cubicBezTo>
                      <a:pt x="510" y="1746"/>
                      <a:pt x="176" y="2553"/>
                      <a:pt x="176" y="3395"/>
                    </a:cubicBezTo>
                    <a:cubicBezTo>
                      <a:pt x="176" y="4236"/>
                      <a:pt x="510" y="5043"/>
                      <a:pt x="1105" y="5638"/>
                    </a:cubicBezTo>
                    <a:cubicBezTo>
                      <a:pt x="1700" y="6233"/>
                      <a:pt x="2507" y="6567"/>
                      <a:pt x="3348" y="65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99" name="Freeform: Shape 3298">
                <a:extLst>
                  <a:ext uri="{FF2B5EF4-FFF2-40B4-BE49-F238E27FC236}">
                    <a16:creationId xmlns:a16="http://schemas.microsoft.com/office/drawing/2014/main" id="{8869A2BC-2D54-5DEA-4F91-BFB04E1CC141}"/>
                  </a:ext>
                </a:extLst>
              </p:cNvPr>
              <p:cNvSpPr/>
              <p:nvPr/>
            </p:nvSpPr>
            <p:spPr>
              <a:xfrm>
                <a:off x="3091028" y="6286618"/>
                <a:ext cx="6343" cy="6345"/>
              </a:xfrm>
              <a:custGeom>
                <a:avLst/>
                <a:gdLst>
                  <a:gd name="connsiteX0" fmla="*/ 3348 w 6343"/>
                  <a:gd name="connsiteY0" fmla="*/ 6567 h 6345"/>
                  <a:gd name="connsiteX1" fmla="*/ 5591 w 6343"/>
                  <a:gd name="connsiteY1" fmla="*/ 5637 h 6345"/>
                  <a:gd name="connsiteX2" fmla="*/ 6520 w 6343"/>
                  <a:gd name="connsiteY2" fmla="*/ 3394 h 6345"/>
                  <a:gd name="connsiteX3" fmla="*/ 5591 w 6343"/>
                  <a:gd name="connsiteY3" fmla="*/ 1150 h 6345"/>
                  <a:gd name="connsiteX4" fmla="*/ 3348 w 6343"/>
                  <a:gd name="connsiteY4" fmla="*/ 221 h 6345"/>
                  <a:gd name="connsiteX5" fmla="*/ 1105 w 6343"/>
                  <a:gd name="connsiteY5" fmla="*/ 1150 h 6345"/>
                  <a:gd name="connsiteX6" fmla="*/ 176 w 6343"/>
                  <a:gd name="connsiteY6" fmla="*/ 3394 h 6345"/>
                  <a:gd name="connsiteX7" fmla="*/ 1105 w 6343"/>
                  <a:gd name="connsiteY7" fmla="*/ 5637 h 6345"/>
                  <a:gd name="connsiteX8" fmla="*/ 3348 w 6343"/>
                  <a:gd name="connsiteY8" fmla="*/ 65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67"/>
                    </a:moveTo>
                    <a:cubicBezTo>
                      <a:pt x="4189" y="6567"/>
                      <a:pt x="4996" y="6232"/>
                      <a:pt x="5591" y="5637"/>
                    </a:cubicBezTo>
                    <a:cubicBezTo>
                      <a:pt x="6185" y="5042"/>
                      <a:pt x="6520" y="4235"/>
                      <a:pt x="6520" y="3394"/>
                    </a:cubicBezTo>
                    <a:cubicBezTo>
                      <a:pt x="6520" y="2552"/>
                      <a:pt x="6185" y="1745"/>
                      <a:pt x="5591" y="1150"/>
                    </a:cubicBezTo>
                    <a:cubicBezTo>
                      <a:pt x="4996" y="555"/>
                      <a:pt x="4189" y="221"/>
                      <a:pt x="3348" y="221"/>
                    </a:cubicBezTo>
                    <a:cubicBezTo>
                      <a:pt x="2507" y="221"/>
                      <a:pt x="1700" y="555"/>
                      <a:pt x="1105" y="1150"/>
                    </a:cubicBezTo>
                    <a:cubicBezTo>
                      <a:pt x="511" y="1745"/>
                      <a:pt x="176" y="2552"/>
                      <a:pt x="176" y="3394"/>
                    </a:cubicBezTo>
                    <a:cubicBezTo>
                      <a:pt x="176" y="4235"/>
                      <a:pt x="511" y="5042"/>
                      <a:pt x="1105" y="5637"/>
                    </a:cubicBezTo>
                    <a:cubicBezTo>
                      <a:pt x="1700" y="6232"/>
                      <a:pt x="2507" y="6567"/>
                      <a:pt x="3348" y="65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00" name="Freeform: Shape 3299">
                <a:extLst>
                  <a:ext uri="{FF2B5EF4-FFF2-40B4-BE49-F238E27FC236}">
                    <a16:creationId xmlns:a16="http://schemas.microsoft.com/office/drawing/2014/main" id="{47EB785D-464E-E1F2-75CB-637E75F4671A}"/>
                  </a:ext>
                </a:extLst>
              </p:cNvPr>
              <p:cNvSpPr/>
              <p:nvPr/>
            </p:nvSpPr>
            <p:spPr>
              <a:xfrm>
                <a:off x="3088131" y="6281482"/>
                <a:ext cx="6343" cy="6345"/>
              </a:xfrm>
              <a:custGeom>
                <a:avLst/>
                <a:gdLst>
                  <a:gd name="connsiteX0" fmla="*/ 3348 w 6343"/>
                  <a:gd name="connsiteY0" fmla="*/ 6566 h 6345"/>
                  <a:gd name="connsiteX1" fmla="*/ 5590 w 6343"/>
                  <a:gd name="connsiteY1" fmla="*/ 5637 h 6345"/>
                  <a:gd name="connsiteX2" fmla="*/ 6519 w 6343"/>
                  <a:gd name="connsiteY2" fmla="*/ 3393 h 6345"/>
                  <a:gd name="connsiteX3" fmla="*/ 5590 w 6343"/>
                  <a:gd name="connsiteY3" fmla="*/ 1150 h 6345"/>
                  <a:gd name="connsiteX4" fmla="*/ 3348 w 6343"/>
                  <a:gd name="connsiteY4" fmla="*/ 221 h 6345"/>
                  <a:gd name="connsiteX5" fmla="*/ 1105 w 6343"/>
                  <a:gd name="connsiteY5" fmla="*/ 1150 h 6345"/>
                  <a:gd name="connsiteX6" fmla="*/ 176 w 6343"/>
                  <a:gd name="connsiteY6" fmla="*/ 3393 h 6345"/>
                  <a:gd name="connsiteX7" fmla="*/ 1105 w 6343"/>
                  <a:gd name="connsiteY7" fmla="*/ 5637 h 6345"/>
                  <a:gd name="connsiteX8" fmla="*/ 3348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66"/>
                    </a:moveTo>
                    <a:cubicBezTo>
                      <a:pt x="4189" y="6566"/>
                      <a:pt x="4996" y="6232"/>
                      <a:pt x="5590" y="5637"/>
                    </a:cubicBezTo>
                    <a:cubicBezTo>
                      <a:pt x="6185" y="5042"/>
                      <a:pt x="6519" y="4235"/>
                      <a:pt x="6519" y="3393"/>
                    </a:cubicBezTo>
                    <a:cubicBezTo>
                      <a:pt x="6519" y="2552"/>
                      <a:pt x="6185" y="1745"/>
                      <a:pt x="5590" y="1150"/>
                    </a:cubicBezTo>
                    <a:cubicBezTo>
                      <a:pt x="4996" y="555"/>
                      <a:pt x="4189" y="221"/>
                      <a:pt x="3348" y="221"/>
                    </a:cubicBezTo>
                    <a:cubicBezTo>
                      <a:pt x="2507" y="221"/>
                      <a:pt x="1700" y="555"/>
                      <a:pt x="1105" y="1150"/>
                    </a:cubicBezTo>
                    <a:cubicBezTo>
                      <a:pt x="510" y="1745"/>
                      <a:pt x="176" y="2552"/>
                      <a:pt x="176" y="3393"/>
                    </a:cubicBezTo>
                    <a:cubicBezTo>
                      <a:pt x="176" y="4235"/>
                      <a:pt x="510" y="5042"/>
                      <a:pt x="1105" y="5637"/>
                    </a:cubicBezTo>
                    <a:cubicBezTo>
                      <a:pt x="1700" y="6232"/>
                      <a:pt x="2507" y="6566"/>
                      <a:pt x="3348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01" name="Freeform: Shape 3300">
                <a:extLst>
                  <a:ext uri="{FF2B5EF4-FFF2-40B4-BE49-F238E27FC236}">
                    <a16:creationId xmlns:a16="http://schemas.microsoft.com/office/drawing/2014/main" id="{8E29F835-ACDD-83D3-541C-D77678AC34E1}"/>
                  </a:ext>
                </a:extLst>
              </p:cNvPr>
              <p:cNvSpPr/>
              <p:nvPr/>
            </p:nvSpPr>
            <p:spPr>
              <a:xfrm>
                <a:off x="2866429" y="6408495"/>
                <a:ext cx="6343" cy="6345"/>
              </a:xfrm>
              <a:custGeom>
                <a:avLst/>
                <a:gdLst>
                  <a:gd name="connsiteX0" fmla="*/ 3330 w 6343"/>
                  <a:gd name="connsiteY0" fmla="*/ 6576 h 6345"/>
                  <a:gd name="connsiteX1" fmla="*/ 5573 w 6343"/>
                  <a:gd name="connsiteY1" fmla="*/ 5647 h 6345"/>
                  <a:gd name="connsiteX2" fmla="*/ 6502 w 6343"/>
                  <a:gd name="connsiteY2" fmla="*/ 3404 h 6345"/>
                  <a:gd name="connsiteX3" fmla="*/ 5573 w 6343"/>
                  <a:gd name="connsiteY3" fmla="*/ 1160 h 6345"/>
                  <a:gd name="connsiteX4" fmla="*/ 3330 w 6343"/>
                  <a:gd name="connsiteY4" fmla="*/ 231 h 6345"/>
                  <a:gd name="connsiteX5" fmla="*/ 1088 w 6343"/>
                  <a:gd name="connsiteY5" fmla="*/ 1160 h 6345"/>
                  <a:gd name="connsiteX6" fmla="*/ 159 w 6343"/>
                  <a:gd name="connsiteY6" fmla="*/ 3404 h 6345"/>
                  <a:gd name="connsiteX7" fmla="*/ 1088 w 6343"/>
                  <a:gd name="connsiteY7" fmla="*/ 5647 h 6345"/>
                  <a:gd name="connsiteX8" fmla="*/ 3330 w 6343"/>
                  <a:gd name="connsiteY8" fmla="*/ 65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576"/>
                    </a:moveTo>
                    <a:cubicBezTo>
                      <a:pt x="4171" y="6576"/>
                      <a:pt x="4978" y="6242"/>
                      <a:pt x="5573" y="5647"/>
                    </a:cubicBezTo>
                    <a:cubicBezTo>
                      <a:pt x="6168" y="5052"/>
                      <a:pt x="6502" y="4245"/>
                      <a:pt x="6502" y="3404"/>
                    </a:cubicBezTo>
                    <a:cubicBezTo>
                      <a:pt x="6502" y="2562"/>
                      <a:pt x="6168" y="1755"/>
                      <a:pt x="5573" y="1160"/>
                    </a:cubicBezTo>
                    <a:cubicBezTo>
                      <a:pt x="4978" y="565"/>
                      <a:pt x="4171" y="231"/>
                      <a:pt x="3330" y="231"/>
                    </a:cubicBezTo>
                    <a:cubicBezTo>
                      <a:pt x="2489" y="231"/>
                      <a:pt x="1682" y="565"/>
                      <a:pt x="1088" y="1160"/>
                    </a:cubicBezTo>
                    <a:cubicBezTo>
                      <a:pt x="493" y="1755"/>
                      <a:pt x="159" y="2562"/>
                      <a:pt x="159" y="3404"/>
                    </a:cubicBezTo>
                    <a:cubicBezTo>
                      <a:pt x="159" y="4245"/>
                      <a:pt x="493" y="5052"/>
                      <a:pt x="1088" y="5647"/>
                    </a:cubicBezTo>
                    <a:cubicBezTo>
                      <a:pt x="1682" y="6242"/>
                      <a:pt x="2489" y="6576"/>
                      <a:pt x="3330" y="65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02" name="Freeform: Shape 3301">
                <a:extLst>
                  <a:ext uri="{FF2B5EF4-FFF2-40B4-BE49-F238E27FC236}">
                    <a16:creationId xmlns:a16="http://schemas.microsoft.com/office/drawing/2014/main" id="{E302E600-3145-8D7D-9B91-ED4889EE4AFB}"/>
                  </a:ext>
                </a:extLst>
              </p:cNvPr>
              <p:cNvSpPr/>
              <p:nvPr/>
            </p:nvSpPr>
            <p:spPr>
              <a:xfrm>
                <a:off x="2891257" y="6374606"/>
                <a:ext cx="6343" cy="6345"/>
              </a:xfrm>
              <a:custGeom>
                <a:avLst/>
                <a:gdLst>
                  <a:gd name="connsiteX0" fmla="*/ 3332 w 6343"/>
                  <a:gd name="connsiteY0" fmla="*/ 6574 h 6345"/>
                  <a:gd name="connsiteX1" fmla="*/ 5575 w 6343"/>
                  <a:gd name="connsiteY1" fmla="*/ 5644 h 6345"/>
                  <a:gd name="connsiteX2" fmla="*/ 6504 w 6343"/>
                  <a:gd name="connsiteY2" fmla="*/ 3401 h 6345"/>
                  <a:gd name="connsiteX3" fmla="*/ 5575 w 6343"/>
                  <a:gd name="connsiteY3" fmla="*/ 1157 h 6345"/>
                  <a:gd name="connsiteX4" fmla="*/ 3332 w 6343"/>
                  <a:gd name="connsiteY4" fmla="*/ 228 h 6345"/>
                  <a:gd name="connsiteX5" fmla="*/ 1090 w 6343"/>
                  <a:gd name="connsiteY5" fmla="*/ 1157 h 6345"/>
                  <a:gd name="connsiteX6" fmla="*/ 161 w 6343"/>
                  <a:gd name="connsiteY6" fmla="*/ 3401 h 6345"/>
                  <a:gd name="connsiteX7" fmla="*/ 1090 w 6343"/>
                  <a:gd name="connsiteY7" fmla="*/ 5644 h 6345"/>
                  <a:gd name="connsiteX8" fmla="*/ 3332 w 6343"/>
                  <a:gd name="connsiteY8" fmla="*/ 65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2" y="6574"/>
                    </a:moveTo>
                    <a:cubicBezTo>
                      <a:pt x="4173" y="6574"/>
                      <a:pt x="4980" y="6239"/>
                      <a:pt x="5575" y="5644"/>
                    </a:cubicBezTo>
                    <a:cubicBezTo>
                      <a:pt x="6170" y="5049"/>
                      <a:pt x="6504" y="4242"/>
                      <a:pt x="6504" y="3401"/>
                    </a:cubicBezTo>
                    <a:cubicBezTo>
                      <a:pt x="6504" y="2559"/>
                      <a:pt x="6170" y="1752"/>
                      <a:pt x="5575" y="1157"/>
                    </a:cubicBezTo>
                    <a:cubicBezTo>
                      <a:pt x="4980" y="562"/>
                      <a:pt x="4173" y="228"/>
                      <a:pt x="3332" y="228"/>
                    </a:cubicBezTo>
                    <a:cubicBezTo>
                      <a:pt x="2491" y="228"/>
                      <a:pt x="1684" y="562"/>
                      <a:pt x="1090" y="1157"/>
                    </a:cubicBezTo>
                    <a:cubicBezTo>
                      <a:pt x="495" y="1752"/>
                      <a:pt x="161" y="2559"/>
                      <a:pt x="161" y="3401"/>
                    </a:cubicBezTo>
                    <a:cubicBezTo>
                      <a:pt x="161" y="4242"/>
                      <a:pt x="495" y="5049"/>
                      <a:pt x="1090" y="5644"/>
                    </a:cubicBezTo>
                    <a:cubicBezTo>
                      <a:pt x="1684" y="6239"/>
                      <a:pt x="2491" y="6574"/>
                      <a:pt x="3332" y="65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03" name="Freeform: Shape 3302">
                <a:extLst>
                  <a:ext uri="{FF2B5EF4-FFF2-40B4-BE49-F238E27FC236}">
                    <a16:creationId xmlns:a16="http://schemas.microsoft.com/office/drawing/2014/main" id="{2D9A1714-4DBE-4BAD-E99B-2A8B3CF16FA4}"/>
                  </a:ext>
                </a:extLst>
              </p:cNvPr>
              <p:cNvSpPr/>
              <p:nvPr/>
            </p:nvSpPr>
            <p:spPr>
              <a:xfrm>
                <a:off x="2902565" y="6358803"/>
                <a:ext cx="6343" cy="6345"/>
              </a:xfrm>
              <a:custGeom>
                <a:avLst/>
                <a:gdLst>
                  <a:gd name="connsiteX0" fmla="*/ 3333 w 6343"/>
                  <a:gd name="connsiteY0" fmla="*/ 6572 h 6345"/>
                  <a:gd name="connsiteX1" fmla="*/ 5576 w 6343"/>
                  <a:gd name="connsiteY1" fmla="*/ 5643 h 6345"/>
                  <a:gd name="connsiteX2" fmla="*/ 6505 w 6343"/>
                  <a:gd name="connsiteY2" fmla="*/ 3400 h 6345"/>
                  <a:gd name="connsiteX3" fmla="*/ 5576 w 6343"/>
                  <a:gd name="connsiteY3" fmla="*/ 1156 h 6345"/>
                  <a:gd name="connsiteX4" fmla="*/ 3333 w 6343"/>
                  <a:gd name="connsiteY4" fmla="*/ 227 h 6345"/>
                  <a:gd name="connsiteX5" fmla="*/ 1091 w 6343"/>
                  <a:gd name="connsiteY5" fmla="*/ 1156 h 6345"/>
                  <a:gd name="connsiteX6" fmla="*/ 162 w 6343"/>
                  <a:gd name="connsiteY6" fmla="*/ 3400 h 6345"/>
                  <a:gd name="connsiteX7" fmla="*/ 1091 w 6343"/>
                  <a:gd name="connsiteY7" fmla="*/ 5643 h 6345"/>
                  <a:gd name="connsiteX8" fmla="*/ 3333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3" y="6572"/>
                    </a:moveTo>
                    <a:cubicBezTo>
                      <a:pt x="4174" y="6572"/>
                      <a:pt x="4981" y="6238"/>
                      <a:pt x="5576" y="5643"/>
                    </a:cubicBezTo>
                    <a:cubicBezTo>
                      <a:pt x="6171" y="5048"/>
                      <a:pt x="6505" y="4241"/>
                      <a:pt x="6505" y="3400"/>
                    </a:cubicBezTo>
                    <a:cubicBezTo>
                      <a:pt x="6505" y="2558"/>
                      <a:pt x="6171" y="1751"/>
                      <a:pt x="5576" y="1156"/>
                    </a:cubicBezTo>
                    <a:cubicBezTo>
                      <a:pt x="4981" y="561"/>
                      <a:pt x="4174" y="227"/>
                      <a:pt x="3333" y="227"/>
                    </a:cubicBezTo>
                    <a:cubicBezTo>
                      <a:pt x="2492" y="227"/>
                      <a:pt x="1685" y="561"/>
                      <a:pt x="1091" y="1156"/>
                    </a:cubicBezTo>
                    <a:cubicBezTo>
                      <a:pt x="496" y="1751"/>
                      <a:pt x="162" y="2558"/>
                      <a:pt x="162" y="3400"/>
                    </a:cubicBezTo>
                    <a:cubicBezTo>
                      <a:pt x="162" y="4241"/>
                      <a:pt x="496" y="5048"/>
                      <a:pt x="1091" y="5643"/>
                    </a:cubicBezTo>
                    <a:cubicBezTo>
                      <a:pt x="1685" y="6238"/>
                      <a:pt x="2492" y="6572"/>
                      <a:pt x="3333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04" name="Freeform: Shape 3303">
                <a:extLst>
                  <a:ext uri="{FF2B5EF4-FFF2-40B4-BE49-F238E27FC236}">
                    <a16:creationId xmlns:a16="http://schemas.microsoft.com/office/drawing/2014/main" id="{8F10F349-35CD-E6EC-C6D8-A1D56B640816}"/>
                  </a:ext>
                </a:extLst>
              </p:cNvPr>
              <p:cNvSpPr/>
              <p:nvPr/>
            </p:nvSpPr>
            <p:spPr>
              <a:xfrm>
                <a:off x="2833765" y="6385101"/>
                <a:ext cx="6343" cy="6345"/>
              </a:xfrm>
              <a:custGeom>
                <a:avLst/>
                <a:gdLst>
                  <a:gd name="connsiteX0" fmla="*/ 3328 w 6343"/>
                  <a:gd name="connsiteY0" fmla="*/ 6574 h 6345"/>
                  <a:gd name="connsiteX1" fmla="*/ 5570 w 6343"/>
                  <a:gd name="connsiteY1" fmla="*/ 5645 h 6345"/>
                  <a:gd name="connsiteX2" fmla="*/ 6499 w 6343"/>
                  <a:gd name="connsiteY2" fmla="*/ 3402 h 6345"/>
                  <a:gd name="connsiteX3" fmla="*/ 5570 w 6343"/>
                  <a:gd name="connsiteY3" fmla="*/ 1158 h 6345"/>
                  <a:gd name="connsiteX4" fmla="*/ 3328 w 6343"/>
                  <a:gd name="connsiteY4" fmla="*/ 229 h 6345"/>
                  <a:gd name="connsiteX5" fmla="*/ 1085 w 6343"/>
                  <a:gd name="connsiteY5" fmla="*/ 1158 h 6345"/>
                  <a:gd name="connsiteX6" fmla="*/ 156 w 6343"/>
                  <a:gd name="connsiteY6" fmla="*/ 3402 h 6345"/>
                  <a:gd name="connsiteX7" fmla="*/ 1085 w 6343"/>
                  <a:gd name="connsiteY7" fmla="*/ 5645 h 6345"/>
                  <a:gd name="connsiteX8" fmla="*/ 3328 w 6343"/>
                  <a:gd name="connsiteY8" fmla="*/ 65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8" y="6574"/>
                    </a:moveTo>
                    <a:cubicBezTo>
                      <a:pt x="4169" y="6574"/>
                      <a:pt x="4976" y="6240"/>
                      <a:pt x="5570" y="5645"/>
                    </a:cubicBezTo>
                    <a:cubicBezTo>
                      <a:pt x="6165" y="5050"/>
                      <a:pt x="6499" y="4243"/>
                      <a:pt x="6499" y="3402"/>
                    </a:cubicBezTo>
                    <a:cubicBezTo>
                      <a:pt x="6499" y="2560"/>
                      <a:pt x="6165" y="1753"/>
                      <a:pt x="5570" y="1158"/>
                    </a:cubicBezTo>
                    <a:cubicBezTo>
                      <a:pt x="4976" y="563"/>
                      <a:pt x="4169" y="229"/>
                      <a:pt x="3328" y="229"/>
                    </a:cubicBezTo>
                    <a:cubicBezTo>
                      <a:pt x="2487" y="229"/>
                      <a:pt x="1680" y="563"/>
                      <a:pt x="1085" y="1158"/>
                    </a:cubicBezTo>
                    <a:cubicBezTo>
                      <a:pt x="490" y="1753"/>
                      <a:pt x="156" y="2560"/>
                      <a:pt x="156" y="3402"/>
                    </a:cubicBezTo>
                    <a:cubicBezTo>
                      <a:pt x="156" y="4243"/>
                      <a:pt x="490" y="5050"/>
                      <a:pt x="1085" y="5645"/>
                    </a:cubicBezTo>
                    <a:cubicBezTo>
                      <a:pt x="1680" y="6240"/>
                      <a:pt x="2487" y="6574"/>
                      <a:pt x="3328" y="65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05" name="Freeform: Shape 3304">
                <a:extLst>
                  <a:ext uri="{FF2B5EF4-FFF2-40B4-BE49-F238E27FC236}">
                    <a16:creationId xmlns:a16="http://schemas.microsoft.com/office/drawing/2014/main" id="{8A906358-51ED-914A-F18C-84C074169912}"/>
                  </a:ext>
                </a:extLst>
              </p:cNvPr>
              <p:cNvSpPr/>
              <p:nvPr/>
            </p:nvSpPr>
            <p:spPr>
              <a:xfrm>
                <a:off x="2892072" y="6340327"/>
                <a:ext cx="6343" cy="6345"/>
              </a:xfrm>
              <a:custGeom>
                <a:avLst/>
                <a:gdLst>
                  <a:gd name="connsiteX0" fmla="*/ 3332 w 6343"/>
                  <a:gd name="connsiteY0" fmla="*/ 6571 h 6345"/>
                  <a:gd name="connsiteX1" fmla="*/ 5575 w 6343"/>
                  <a:gd name="connsiteY1" fmla="*/ 5642 h 6345"/>
                  <a:gd name="connsiteX2" fmla="*/ 6504 w 6343"/>
                  <a:gd name="connsiteY2" fmla="*/ 3398 h 6345"/>
                  <a:gd name="connsiteX3" fmla="*/ 5575 w 6343"/>
                  <a:gd name="connsiteY3" fmla="*/ 1155 h 6345"/>
                  <a:gd name="connsiteX4" fmla="*/ 3332 w 6343"/>
                  <a:gd name="connsiteY4" fmla="*/ 225 h 6345"/>
                  <a:gd name="connsiteX5" fmla="*/ 1090 w 6343"/>
                  <a:gd name="connsiteY5" fmla="*/ 1155 h 6345"/>
                  <a:gd name="connsiteX6" fmla="*/ 161 w 6343"/>
                  <a:gd name="connsiteY6" fmla="*/ 3398 h 6345"/>
                  <a:gd name="connsiteX7" fmla="*/ 1090 w 6343"/>
                  <a:gd name="connsiteY7" fmla="*/ 5642 h 6345"/>
                  <a:gd name="connsiteX8" fmla="*/ 3332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2" y="6571"/>
                    </a:moveTo>
                    <a:cubicBezTo>
                      <a:pt x="4173" y="6571"/>
                      <a:pt x="4980" y="6237"/>
                      <a:pt x="5575" y="5642"/>
                    </a:cubicBezTo>
                    <a:cubicBezTo>
                      <a:pt x="6170" y="5047"/>
                      <a:pt x="6504" y="4240"/>
                      <a:pt x="6504" y="3398"/>
                    </a:cubicBezTo>
                    <a:cubicBezTo>
                      <a:pt x="6504" y="2557"/>
                      <a:pt x="6170" y="1750"/>
                      <a:pt x="5575" y="1155"/>
                    </a:cubicBezTo>
                    <a:cubicBezTo>
                      <a:pt x="4980" y="560"/>
                      <a:pt x="4173" y="225"/>
                      <a:pt x="3332" y="225"/>
                    </a:cubicBezTo>
                    <a:cubicBezTo>
                      <a:pt x="2491" y="225"/>
                      <a:pt x="1684" y="560"/>
                      <a:pt x="1090" y="1155"/>
                    </a:cubicBezTo>
                    <a:cubicBezTo>
                      <a:pt x="495" y="1750"/>
                      <a:pt x="161" y="2557"/>
                      <a:pt x="161" y="3398"/>
                    </a:cubicBezTo>
                    <a:cubicBezTo>
                      <a:pt x="161" y="4240"/>
                      <a:pt x="495" y="5047"/>
                      <a:pt x="1090" y="5642"/>
                    </a:cubicBezTo>
                    <a:cubicBezTo>
                      <a:pt x="1684" y="6237"/>
                      <a:pt x="2491" y="6571"/>
                      <a:pt x="3332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06" name="Freeform: Shape 3305">
                <a:extLst>
                  <a:ext uri="{FF2B5EF4-FFF2-40B4-BE49-F238E27FC236}">
                    <a16:creationId xmlns:a16="http://schemas.microsoft.com/office/drawing/2014/main" id="{677FEC50-732E-D702-2E4D-E911365DB557}"/>
                  </a:ext>
                </a:extLst>
              </p:cNvPr>
              <p:cNvSpPr/>
              <p:nvPr/>
            </p:nvSpPr>
            <p:spPr>
              <a:xfrm>
                <a:off x="2901142" y="6326536"/>
                <a:ext cx="6343" cy="6345"/>
              </a:xfrm>
              <a:custGeom>
                <a:avLst/>
                <a:gdLst>
                  <a:gd name="connsiteX0" fmla="*/ 3333 w 6343"/>
                  <a:gd name="connsiteY0" fmla="*/ 6570 h 6345"/>
                  <a:gd name="connsiteX1" fmla="*/ 5576 w 6343"/>
                  <a:gd name="connsiteY1" fmla="*/ 5640 h 6345"/>
                  <a:gd name="connsiteX2" fmla="*/ 6505 w 6343"/>
                  <a:gd name="connsiteY2" fmla="*/ 3397 h 6345"/>
                  <a:gd name="connsiteX3" fmla="*/ 5576 w 6343"/>
                  <a:gd name="connsiteY3" fmla="*/ 1154 h 6345"/>
                  <a:gd name="connsiteX4" fmla="*/ 3333 w 6343"/>
                  <a:gd name="connsiteY4" fmla="*/ 224 h 6345"/>
                  <a:gd name="connsiteX5" fmla="*/ 1090 w 6343"/>
                  <a:gd name="connsiteY5" fmla="*/ 1154 h 6345"/>
                  <a:gd name="connsiteX6" fmla="*/ 162 w 6343"/>
                  <a:gd name="connsiteY6" fmla="*/ 3397 h 6345"/>
                  <a:gd name="connsiteX7" fmla="*/ 1090 w 6343"/>
                  <a:gd name="connsiteY7" fmla="*/ 5640 h 6345"/>
                  <a:gd name="connsiteX8" fmla="*/ 333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3" y="6570"/>
                    </a:moveTo>
                    <a:cubicBezTo>
                      <a:pt x="4174" y="6570"/>
                      <a:pt x="4981" y="6235"/>
                      <a:pt x="5576" y="5640"/>
                    </a:cubicBezTo>
                    <a:cubicBezTo>
                      <a:pt x="6170" y="5046"/>
                      <a:pt x="6505" y="4238"/>
                      <a:pt x="6505" y="3397"/>
                    </a:cubicBezTo>
                    <a:cubicBezTo>
                      <a:pt x="6505" y="2556"/>
                      <a:pt x="6170" y="1749"/>
                      <a:pt x="5576" y="1154"/>
                    </a:cubicBezTo>
                    <a:cubicBezTo>
                      <a:pt x="4981" y="559"/>
                      <a:pt x="4174" y="224"/>
                      <a:pt x="3333" y="224"/>
                    </a:cubicBezTo>
                    <a:cubicBezTo>
                      <a:pt x="2492" y="224"/>
                      <a:pt x="1685" y="559"/>
                      <a:pt x="1090" y="1154"/>
                    </a:cubicBezTo>
                    <a:cubicBezTo>
                      <a:pt x="496" y="1749"/>
                      <a:pt x="162" y="2556"/>
                      <a:pt x="162" y="3397"/>
                    </a:cubicBezTo>
                    <a:cubicBezTo>
                      <a:pt x="162" y="4238"/>
                      <a:pt x="496" y="5046"/>
                      <a:pt x="1090" y="5640"/>
                    </a:cubicBezTo>
                    <a:cubicBezTo>
                      <a:pt x="1685" y="6235"/>
                      <a:pt x="2492" y="6570"/>
                      <a:pt x="333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07" name="Freeform: Shape 3306">
                <a:extLst>
                  <a:ext uri="{FF2B5EF4-FFF2-40B4-BE49-F238E27FC236}">
                    <a16:creationId xmlns:a16="http://schemas.microsoft.com/office/drawing/2014/main" id="{D0FC041F-2B9C-E664-9D00-C71DDA85976B}"/>
                  </a:ext>
                </a:extLst>
              </p:cNvPr>
              <p:cNvSpPr/>
              <p:nvPr/>
            </p:nvSpPr>
            <p:spPr>
              <a:xfrm>
                <a:off x="2871144" y="6336383"/>
                <a:ext cx="6343" cy="6345"/>
              </a:xfrm>
              <a:custGeom>
                <a:avLst/>
                <a:gdLst>
                  <a:gd name="connsiteX0" fmla="*/ 3331 w 6343"/>
                  <a:gd name="connsiteY0" fmla="*/ 6571 h 6345"/>
                  <a:gd name="connsiteX1" fmla="*/ 5573 w 6343"/>
                  <a:gd name="connsiteY1" fmla="*/ 5641 h 6345"/>
                  <a:gd name="connsiteX2" fmla="*/ 6502 w 6343"/>
                  <a:gd name="connsiteY2" fmla="*/ 3398 h 6345"/>
                  <a:gd name="connsiteX3" fmla="*/ 5573 w 6343"/>
                  <a:gd name="connsiteY3" fmla="*/ 1154 h 6345"/>
                  <a:gd name="connsiteX4" fmla="*/ 3331 w 6343"/>
                  <a:gd name="connsiteY4" fmla="*/ 225 h 6345"/>
                  <a:gd name="connsiteX5" fmla="*/ 1088 w 6343"/>
                  <a:gd name="connsiteY5" fmla="*/ 1154 h 6345"/>
                  <a:gd name="connsiteX6" fmla="*/ 159 w 6343"/>
                  <a:gd name="connsiteY6" fmla="*/ 3398 h 6345"/>
                  <a:gd name="connsiteX7" fmla="*/ 1088 w 6343"/>
                  <a:gd name="connsiteY7" fmla="*/ 5641 h 6345"/>
                  <a:gd name="connsiteX8" fmla="*/ 3331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571"/>
                    </a:moveTo>
                    <a:cubicBezTo>
                      <a:pt x="4172" y="6571"/>
                      <a:pt x="4979" y="6236"/>
                      <a:pt x="5573" y="5641"/>
                    </a:cubicBezTo>
                    <a:cubicBezTo>
                      <a:pt x="6168" y="5046"/>
                      <a:pt x="6502" y="4239"/>
                      <a:pt x="6502" y="3398"/>
                    </a:cubicBezTo>
                    <a:cubicBezTo>
                      <a:pt x="6502" y="2556"/>
                      <a:pt x="6168" y="1749"/>
                      <a:pt x="5573" y="1154"/>
                    </a:cubicBezTo>
                    <a:cubicBezTo>
                      <a:pt x="4979" y="559"/>
                      <a:pt x="4172" y="225"/>
                      <a:pt x="3331" y="225"/>
                    </a:cubicBezTo>
                    <a:cubicBezTo>
                      <a:pt x="2490" y="225"/>
                      <a:pt x="1683" y="559"/>
                      <a:pt x="1088" y="1154"/>
                    </a:cubicBezTo>
                    <a:cubicBezTo>
                      <a:pt x="493" y="1749"/>
                      <a:pt x="159" y="2556"/>
                      <a:pt x="159" y="3398"/>
                    </a:cubicBezTo>
                    <a:cubicBezTo>
                      <a:pt x="159" y="4239"/>
                      <a:pt x="493" y="5046"/>
                      <a:pt x="1088" y="5641"/>
                    </a:cubicBezTo>
                    <a:cubicBezTo>
                      <a:pt x="1683" y="6236"/>
                      <a:pt x="2490" y="6571"/>
                      <a:pt x="3331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08" name="Freeform: Shape 3307">
                <a:extLst>
                  <a:ext uri="{FF2B5EF4-FFF2-40B4-BE49-F238E27FC236}">
                    <a16:creationId xmlns:a16="http://schemas.microsoft.com/office/drawing/2014/main" id="{78EAB707-18B3-57EC-AC9E-171E78EC2EE5}"/>
                  </a:ext>
                </a:extLst>
              </p:cNvPr>
              <p:cNvSpPr/>
              <p:nvPr/>
            </p:nvSpPr>
            <p:spPr>
              <a:xfrm>
                <a:off x="3103542" y="6190648"/>
                <a:ext cx="6343" cy="6345"/>
              </a:xfrm>
              <a:custGeom>
                <a:avLst/>
                <a:gdLst>
                  <a:gd name="connsiteX0" fmla="*/ 3349 w 6343"/>
                  <a:gd name="connsiteY0" fmla="*/ 6559 h 6345"/>
                  <a:gd name="connsiteX1" fmla="*/ 5592 w 6343"/>
                  <a:gd name="connsiteY1" fmla="*/ 5630 h 6345"/>
                  <a:gd name="connsiteX2" fmla="*/ 6521 w 6343"/>
                  <a:gd name="connsiteY2" fmla="*/ 3386 h 6345"/>
                  <a:gd name="connsiteX3" fmla="*/ 5592 w 6343"/>
                  <a:gd name="connsiteY3" fmla="*/ 1143 h 6345"/>
                  <a:gd name="connsiteX4" fmla="*/ 3349 w 6343"/>
                  <a:gd name="connsiteY4" fmla="*/ 214 h 6345"/>
                  <a:gd name="connsiteX5" fmla="*/ 1106 w 6343"/>
                  <a:gd name="connsiteY5" fmla="*/ 1143 h 6345"/>
                  <a:gd name="connsiteX6" fmla="*/ 177 w 6343"/>
                  <a:gd name="connsiteY6" fmla="*/ 3386 h 6345"/>
                  <a:gd name="connsiteX7" fmla="*/ 1106 w 6343"/>
                  <a:gd name="connsiteY7" fmla="*/ 5630 h 6345"/>
                  <a:gd name="connsiteX8" fmla="*/ 334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59"/>
                    </a:moveTo>
                    <a:cubicBezTo>
                      <a:pt x="4190" y="6559"/>
                      <a:pt x="4997" y="6225"/>
                      <a:pt x="5592" y="5630"/>
                    </a:cubicBezTo>
                    <a:cubicBezTo>
                      <a:pt x="6186" y="5035"/>
                      <a:pt x="6521" y="4228"/>
                      <a:pt x="6521" y="3386"/>
                    </a:cubicBezTo>
                    <a:cubicBezTo>
                      <a:pt x="6521" y="2545"/>
                      <a:pt x="6186" y="1738"/>
                      <a:pt x="5592" y="1143"/>
                    </a:cubicBezTo>
                    <a:cubicBezTo>
                      <a:pt x="4997" y="548"/>
                      <a:pt x="4190" y="214"/>
                      <a:pt x="3349" y="214"/>
                    </a:cubicBezTo>
                    <a:cubicBezTo>
                      <a:pt x="2508" y="214"/>
                      <a:pt x="1701" y="548"/>
                      <a:pt x="1106" y="1143"/>
                    </a:cubicBezTo>
                    <a:cubicBezTo>
                      <a:pt x="512" y="1738"/>
                      <a:pt x="177" y="2545"/>
                      <a:pt x="177" y="3386"/>
                    </a:cubicBezTo>
                    <a:cubicBezTo>
                      <a:pt x="177" y="4228"/>
                      <a:pt x="512" y="5035"/>
                      <a:pt x="1106" y="5630"/>
                    </a:cubicBezTo>
                    <a:cubicBezTo>
                      <a:pt x="1701" y="6225"/>
                      <a:pt x="2508" y="6559"/>
                      <a:pt x="334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09" name="Freeform: Shape 3308">
                <a:extLst>
                  <a:ext uri="{FF2B5EF4-FFF2-40B4-BE49-F238E27FC236}">
                    <a16:creationId xmlns:a16="http://schemas.microsoft.com/office/drawing/2014/main" id="{F77798E6-5497-2681-141B-6A75C79AEB03}"/>
                  </a:ext>
                </a:extLst>
              </p:cNvPr>
              <p:cNvSpPr/>
              <p:nvPr/>
            </p:nvSpPr>
            <p:spPr>
              <a:xfrm>
                <a:off x="3103478" y="6184335"/>
                <a:ext cx="6343" cy="6345"/>
              </a:xfrm>
              <a:custGeom>
                <a:avLst/>
                <a:gdLst>
                  <a:gd name="connsiteX0" fmla="*/ 3349 w 6343"/>
                  <a:gd name="connsiteY0" fmla="*/ 6559 h 6345"/>
                  <a:gd name="connsiteX1" fmla="*/ 5592 w 6343"/>
                  <a:gd name="connsiteY1" fmla="*/ 5629 h 6345"/>
                  <a:gd name="connsiteX2" fmla="*/ 6521 w 6343"/>
                  <a:gd name="connsiteY2" fmla="*/ 3386 h 6345"/>
                  <a:gd name="connsiteX3" fmla="*/ 5592 w 6343"/>
                  <a:gd name="connsiteY3" fmla="*/ 1142 h 6345"/>
                  <a:gd name="connsiteX4" fmla="*/ 3349 w 6343"/>
                  <a:gd name="connsiteY4" fmla="*/ 213 h 6345"/>
                  <a:gd name="connsiteX5" fmla="*/ 1106 w 6343"/>
                  <a:gd name="connsiteY5" fmla="*/ 1142 h 6345"/>
                  <a:gd name="connsiteX6" fmla="*/ 177 w 6343"/>
                  <a:gd name="connsiteY6" fmla="*/ 3386 h 6345"/>
                  <a:gd name="connsiteX7" fmla="*/ 1106 w 6343"/>
                  <a:gd name="connsiteY7" fmla="*/ 5629 h 6345"/>
                  <a:gd name="connsiteX8" fmla="*/ 334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59"/>
                    </a:moveTo>
                    <a:cubicBezTo>
                      <a:pt x="4190" y="6559"/>
                      <a:pt x="4997" y="6224"/>
                      <a:pt x="5592" y="5629"/>
                    </a:cubicBezTo>
                    <a:cubicBezTo>
                      <a:pt x="6186" y="5034"/>
                      <a:pt x="6521" y="4227"/>
                      <a:pt x="6521" y="3386"/>
                    </a:cubicBezTo>
                    <a:cubicBezTo>
                      <a:pt x="6521" y="2544"/>
                      <a:pt x="6186" y="1737"/>
                      <a:pt x="5592" y="1142"/>
                    </a:cubicBezTo>
                    <a:cubicBezTo>
                      <a:pt x="4997" y="547"/>
                      <a:pt x="4190" y="213"/>
                      <a:pt x="3349" y="213"/>
                    </a:cubicBezTo>
                    <a:cubicBezTo>
                      <a:pt x="2508" y="213"/>
                      <a:pt x="1701" y="547"/>
                      <a:pt x="1106" y="1142"/>
                    </a:cubicBezTo>
                    <a:cubicBezTo>
                      <a:pt x="512" y="1737"/>
                      <a:pt x="177" y="2544"/>
                      <a:pt x="177" y="3386"/>
                    </a:cubicBezTo>
                    <a:cubicBezTo>
                      <a:pt x="177" y="4227"/>
                      <a:pt x="512" y="5034"/>
                      <a:pt x="1106" y="5629"/>
                    </a:cubicBezTo>
                    <a:cubicBezTo>
                      <a:pt x="1701" y="6224"/>
                      <a:pt x="2508" y="6559"/>
                      <a:pt x="334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10" name="Freeform: Shape 3309">
                <a:extLst>
                  <a:ext uri="{FF2B5EF4-FFF2-40B4-BE49-F238E27FC236}">
                    <a16:creationId xmlns:a16="http://schemas.microsoft.com/office/drawing/2014/main" id="{00CB1616-8DD5-9564-20B4-1EF601567C11}"/>
                  </a:ext>
                </a:extLst>
              </p:cNvPr>
              <p:cNvSpPr/>
              <p:nvPr/>
            </p:nvSpPr>
            <p:spPr>
              <a:xfrm>
                <a:off x="3107007" y="6176000"/>
                <a:ext cx="6343" cy="6345"/>
              </a:xfrm>
              <a:custGeom>
                <a:avLst/>
                <a:gdLst>
                  <a:gd name="connsiteX0" fmla="*/ 3349 w 6343"/>
                  <a:gd name="connsiteY0" fmla="*/ 6558 h 6345"/>
                  <a:gd name="connsiteX1" fmla="*/ 5592 w 6343"/>
                  <a:gd name="connsiteY1" fmla="*/ 5629 h 6345"/>
                  <a:gd name="connsiteX2" fmla="*/ 6521 w 6343"/>
                  <a:gd name="connsiteY2" fmla="*/ 3385 h 6345"/>
                  <a:gd name="connsiteX3" fmla="*/ 5592 w 6343"/>
                  <a:gd name="connsiteY3" fmla="*/ 1142 h 6345"/>
                  <a:gd name="connsiteX4" fmla="*/ 3349 w 6343"/>
                  <a:gd name="connsiteY4" fmla="*/ 212 h 6345"/>
                  <a:gd name="connsiteX5" fmla="*/ 1107 w 6343"/>
                  <a:gd name="connsiteY5" fmla="*/ 1142 h 6345"/>
                  <a:gd name="connsiteX6" fmla="*/ 178 w 6343"/>
                  <a:gd name="connsiteY6" fmla="*/ 3385 h 6345"/>
                  <a:gd name="connsiteX7" fmla="*/ 1107 w 6343"/>
                  <a:gd name="connsiteY7" fmla="*/ 5629 h 6345"/>
                  <a:gd name="connsiteX8" fmla="*/ 3349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58"/>
                    </a:moveTo>
                    <a:cubicBezTo>
                      <a:pt x="4190" y="6558"/>
                      <a:pt x="4997" y="6224"/>
                      <a:pt x="5592" y="5629"/>
                    </a:cubicBezTo>
                    <a:cubicBezTo>
                      <a:pt x="6187" y="5034"/>
                      <a:pt x="6521" y="4227"/>
                      <a:pt x="6521" y="3385"/>
                    </a:cubicBezTo>
                    <a:cubicBezTo>
                      <a:pt x="6521" y="2544"/>
                      <a:pt x="6187" y="1737"/>
                      <a:pt x="5592" y="1142"/>
                    </a:cubicBezTo>
                    <a:cubicBezTo>
                      <a:pt x="4997" y="547"/>
                      <a:pt x="4190" y="212"/>
                      <a:pt x="3349" y="212"/>
                    </a:cubicBezTo>
                    <a:cubicBezTo>
                      <a:pt x="2508" y="212"/>
                      <a:pt x="1701" y="547"/>
                      <a:pt x="1107" y="1142"/>
                    </a:cubicBezTo>
                    <a:cubicBezTo>
                      <a:pt x="512" y="1737"/>
                      <a:pt x="178" y="2544"/>
                      <a:pt x="178" y="3385"/>
                    </a:cubicBezTo>
                    <a:cubicBezTo>
                      <a:pt x="178" y="4227"/>
                      <a:pt x="512" y="5034"/>
                      <a:pt x="1107" y="5629"/>
                    </a:cubicBezTo>
                    <a:cubicBezTo>
                      <a:pt x="1701" y="6224"/>
                      <a:pt x="2508" y="6558"/>
                      <a:pt x="3349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11" name="Freeform: Shape 3310">
                <a:extLst>
                  <a:ext uri="{FF2B5EF4-FFF2-40B4-BE49-F238E27FC236}">
                    <a16:creationId xmlns:a16="http://schemas.microsoft.com/office/drawing/2014/main" id="{477CF9C6-9FE3-A94C-FE63-6A8DE3F8C787}"/>
                  </a:ext>
                </a:extLst>
              </p:cNvPr>
              <p:cNvSpPr/>
              <p:nvPr/>
            </p:nvSpPr>
            <p:spPr>
              <a:xfrm>
                <a:off x="3100969" y="6173189"/>
                <a:ext cx="6343" cy="6345"/>
              </a:xfrm>
              <a:custGeom>
                <a:avLst/>
                <a:gdLst>
                  <a:gd name="connsiteX0" fmla="*/ 3349 w 6343"/>
                  <a:gd name="connsiteY0" fmla="*/ 6558 h 6345"/>
                  <a:gd name="connsiteX1" fmla="*/ 5591 w 6343"/>
                  <a:gd name="connsiteY1" fmla="*/ 5628 h 6345"/>
                  <a:gd name="connsiteX2" fmla="*/ 6520 w 6343"/>
                  <a:gd name="connsiteY2" fmla="*/ 3385 h 6345"/>
                  <a:gd name="connsiteX3" fmla="*/ 5591 w 6343"/>
                  <a:gd name="connsiteY3" fmla="*/ 1142 h 6345"/>
                  <a:gd name="connsiteX4" fmla="*/ 3349 w 6343"/>
                  <a:gd name="connsiteY4" fmla="*/ 212 h 6345"/>
                  <a:gd name="connsiteX5" fmla="*/ 1106 w 6343"/>
                  <a:gd name="connsiteY5" fmla="*/ 1142 h 6345"/>
                  <a:gd name="connsiteX6" fmla="*/ 177 w 6343"/>
                  <a:gd name="connsiteY6" fmla="*/ 3385 h 6345"/>
                  <a:gd name="connsiteX7" fmla="*/ 1106 w 6343"/>
                  <a:gd name="connsiteY7" fmla="*/ 5628 h 6345"/>
                  <a:gd name="connsiteX8" fmla="*/ 3349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58"/>
                    </a:moveTo>
                    <a:cubicBezTo>
                      <a:pt x="4190" y="6558"/>
                      <a:pt x="4997" y="6223"/>
                      <a:pt x="5591" y="5628"/>
                    </a:cubicBezTo>
                    <a:cubicBezTo>
                      <a:pt x="6186" y="5033"/>
                      <a:pt x="6520" y="4226"/>
                      <a:pt x="6520" y="3385"/>
                    </a:cubicBezTo>
                    <a:cubicBezTo>
                      <a:pt x="6520" y="2544"/>
                      <a:pt x="6186" y="1736"/>
                      <a:pt x="5591" y="1142"/>
                    </a:cubicBezTo>
                    <a:cubicBezTo>
                      <a:pt x="4997" y="547"/>
                      <a:pt x="4190" y="212"/>
                      <a:pt x="3349" y="212"/>
                    </a:cubicBezTo>
                    <a:cubicBezTo>
                      <a:pt x="2508" y="212"/>
                      <a:pt x="1701" y="547"/>
                      <a:pt x="1106" y="1142"/>
                    </a:cubicBezTo>
                    <a:cubicBezTo>
                      <a:pt x="511" y="1736"/>
                      <a:pt x="177" y="2544"/>
                      <a:pt x="177" y="3385"/>
                    </a:cubicBezTo>
                    <a:cubicBezTo>
                      <a:pt x="177" y="4226"/>
                      <a:pt x="511" y="5033"/>
                      <a:pt x="1106" y="5628"/>
                    </a:cubicBezTo>
                    <a:cubicBezTo>
                      <a:pt x="1701" y="6223"/>
                      <a:pt x="2508" y="6558"/>
                      <a:pt x="3349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12" name="Freeform: Shape 3311">
                <a:extLst>
                  <a:ext uri="{FF2B5EF4-FFF2-40B4-BE49-F238E27FC236}">
                    <a16:creationId xmlns:a16="http://schemas.microsoft.com/office/drawing/2014/main" id="{2AAAE90A-E9DD-C983-6726-4D57696ECFE3}"/>
                  </a:ext>
                </a:extLst>
              </p:cNvPr>
              <p:cNvSpPr/>
              <p:nvPr/>
            </p:nvSpPr>
            <p:spPr>
              <a:xfrm>
                <a:off x="3115116" y="6152965"/>
                <a:ext cx="6343" cy="6345"/>
              </a:xfrm>
              <a:custGeom>
                <a:avLst/>
                <a:gdLst>
                  <a:gd name="connsiteX0" fmla="*/ 3350 w 6343"/>
                  <a:gd name="connsiteY0" fmla="*/ 6556 h 6345"/>
                  <a:gd name="connsiteX1" fmla="*/ 5593 w 6343"/>
                  <a:gd name="connsiteY1" fmla="*/ 5627 h 6345"/>
                  <a:gd name="connsiteX2" fmla="*/ 6521 w 6343"/>
                  <a:gd name="connsiteY2" fmla="*/ 3383 h 6345"/>
                  <a:gd name="connsiteX3" fmla="*/ 5593 w 6343"/>
                  <a:gd name="connsiteY3" fmla="*/ 1140 h 6345"/>
                  <a:gd name="connsiteX4" fmla="*/ 3350 w 6343"/>
                  <a:gd name="connsiteY4" fmla="*/ 211 h 6345"/>
                  <a:gd name="connsiteX5" fmla="*/ 1107 w 6343"/>
                  <a:gd name="connsiteY5" fmla="*/ 1140 h 6345"/>
                  <a:gd name="connsiteX6" fmla="*/ 178 w 6343"/>
                  <a:gd name="connsiteY6" fmla="*/ 3383 h 6345"/>
                  <a:gd name="connsiteX7" fmla="*/ 1107 w 6343"/>
                  <a:gd name="connsiteY7" fmla="*/ 5627 h 6345"/>
                  <a:gd name="connsiteX8" fmla="*/ 3350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56"/>
                    </a:moveTo>
                    <a:cubicBezTo>
                      <a:pt x="4191" y="6556"/>
                      <a:pt x="4998" y="6222"/>
                      <a:pt x="5593" y="5627"/>
                    </a:cubicBezTo>
                    <a:cubicBezTo>
                      <a:pt x="6187" y="5032"/>
                      <a:pt x="6521" y="4225"/>
                      <a:pt x="6521" y="3383"/>
                    </a:cubicBezTo>
                    <a:cubicBezTo>
                      <a:pt x="6521" y="2542"/>
                      <a:pt x="6187" y="1735"/>
                      <a:pt x="5593" y="1140"/>
                    </a:cubicBezTo>
                    <a:cubicBezTo>
                      <a:pt x="4998" y="545"/>
                      <a:pt x="4191" y="211"/>
                      <a:pt x="3350" y="211"/>
                    </a:cubicBezTo>
                    <a:cubicBezTo>
                      <a:pt x="2509" y="211"/>
                      <a:pt x="1702" y="545"/>
                      <a:pt x="1107" y="1140"/>
                    </a:cubicBezTo>
                    <a:cubicBezTo>
                      <a:pt x="513" y="1735"/>
                      <a:pt x="178" y="2542"/>
                      <a:pt x="178" y="3383"/>
                    </a:cubicBezTo>
                    <a:cubicBezTo>
                      <a:pt x="178" y="4225"/>
                      <a:pt x="513" y="5032"/>
                      <a:pt x="1107" y="5627"/>
                    </a:cubicBezTo>
                    <a:cubicBezTo>
                      <a:pt x="1702" y="6222"/>
                      <a:pt x="2509" y="6556"/>
                      <a:pt x="3350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13" name="Freeform: Shape 3312">
                <a:extLst>
                  <a:ext uri="{FF2B5EF4-FFF2-40B4-BE49-F238E27FC236}">
                    <a16:creationId xmlns:a16="http://schemas.microsoft.com/office/drawing/2014/main" id="{7E98BFE9-C0BD-9034-8CB1-3F3E6AB565FD}"/>
                  </a:ext>
                </a:extLst>
              </p:cNvPr>
              <p:cNvSpPr/>
              <p:nvPr/>
            </p:nvSpPr>
            <p:spPr>
              <a:xfrm>
                <a:off x="3111358" y="6148963"/>
                <a:ext cx="6343" cy="6345"/>
              </a:xfrm>
              <a:custGeom>
                <a:avLst/>
                <a:gdLst>
                  <a:gd name="connsiteX0" fmla="*/ 3350 w 6343"/>
                  <a:gd name="connsiteY0" fmla="*/ 6556 h 6345"/>
                  <a:gd name="connsiteX1" fmla="*/ 5592 w 6343"/>
                  <a:gd name="connsiteY1" fmla="*/ 5627 h 6345"/>
                  <a:gd name="connsiteX2" fmla="*/ 6521 w 6343"/>
                  <a:gd name="connsiteY2" fmla="*/ 3383 h 6345"/>
                  <a:gd name="connsiteX3" fmla="*/ 5592 w 6343"/>
                  <a:gd name="connsiteY3" fmla="*/ 1140 h 6345"/>
                  <a:gd name="connsiteX4" fmla="*/ 3350 w 6343"/>
                  <a:gd name="connsiteY4" fmla="*/ 210 h 6345"/>
                  <a:gd name="connsiteX5" fmla="*/ 1107 w 6343"/>
                  <a:gd name="connsiteY5" fmla="*/ 1140 h 6345"/>
                  <a:gd name="connsiteX6" fmla="*/ 178 w 6343"/>
                  <a:gd name="connsiteY6" fmla="*/ 3383 h 6345"/>
                  <a:gd name="connsiteX7" fmla="*/ 1107 w 6343"/>
                  <a:gd name="connsiteY7" fmla="*/ 5627 h 6345"/>
                  <a:gd name="connsiteX8" fmla="*/ 3350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56"/>
                    </a:moveTo>
                    <a:cubicBezTo>
                      <a:pt x="4191" y="6556"/>
                      <a:pt x="4998" y="6221"/>
                      <a:pt x="5592" y="5627"/>
                    </a:cubicBezTo>
                    <a:cubicBezTo>
                      <a:pt x="6187" y="5032"/>
                      <a:pt x="6521" y="4224"/>
                      <a:pt x="6521" y="3383"/>
                    </a:cubicBezTo>
                    <a:cubicBezTo>
                      <a:pt x="6521" y="2542"/>
                      <a:pt x="6187" y="1735"/>
                      <a:pt x="5592" y="1140"/>
                    </a:cubicBezTo>
                    <a:cubicBezTo>
                      <a:pt x="4998" y="545"/>
                      <a:pt x="4191" y="210"/>
                      <a:pt x="3350" y="210"/>
                    </a:cubicBezTo>
                    <a:cubicBezTo>
                      <a:pt x="2509" y="210"/>
                      <a:pt x="1702" y="545"/>
                      <a:pt x="1107" y="1140"/>
                    </a:cubicBezTo>
                    <a:cubicBezTo>
                      <a:pt x="512" y="1735"/>
                      <a:pt x="178" y="2542"/>
                      <a:pt x="178" y="3383"/>
                    </a:cubicBezTo>
                    <a:cubicBezTo>
                      <a:pt x="178" y="4224"/>
                      <a:pt x="512" y="5032"/>
                      <a:pt x="1107" y="5627"/>
                    </a:cubicBezTo>
                    <a:cubicBezTo>
                      <a:pt x="1702" y="6221"/>
                      <a:pt x="2509" y="6556"/>
                      <a:pt x="3350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14" name="Freeform: Shape 3313">
                <a:extLst>
                  <a:ext uri="{FF2B5EF4-FFF2-40B4-BE49-F238E27FC236}">
                    <a16:creationId xmlns:a16="http://schemas.microsoft.com/office/drawing/2014/main" id="{CCDABA61-5C0F-9733-A44F-D627F48DA4A7}"/>
                  </a:ext>
                </a:extLst>
              </p:cNvPr>
              <p:cNvSpPr/>
              <p:nvPr/>
            </p:nvSpPr>
            <p:spPr>
              <a:xfrm>
                <a:off x="3109298" y="6144033"/>
                <a:ext cx="6343" cy="6345"/>
              </a:xfrm>
              <a:custGeom>
                <a:avLst/>
                <a:gdLst>
                  <a:gd name="connsiteX0" fmla="*/ 3349 w 6343"/>
                  <a:gd name="connsiteY0" fmla="*/ 6555 h 6345"/>
                  <a:gd name="connsiteX1" fmla="*/ 5592 w 6343"/>
                  <a:gd name="connsiteY1" fmla="*/ 5626 h 6345"/>
                  <a:gd name="connsiteX2" fmla="*/ 6521 w 6343"/>
                  <a:gd name="connsiteY2" fmla="*/ 3383 h 6345"/>
                  <a:gd name="connsiteX3" fmla="*/ 5592 w 6343"/>
                  <a:gd name="connsiteY3" fmla="*/ 1139 h 6345"/>
                  <a:gd name="connsiteX4" fmla="*/ 3349 w 6343"/>
                  <a:gd name="connsiteY4" fmla="*/ 210 h 6345"/>
                  <a:gd name="connsiteX5" fmla="*/ 1107 w 6343"/>
                  <a:gd name="connsiteY5" fmla="*/ 1139 h 6345"/>
                  <a:gd name="connsiteX6" fmla="*/ 178 w 6343"/>
                  <a:gd name="connsiteY6" fmla="*/ 3383 h 6345"/>
                  <a:gd name="connsiteX7" fmla="*/ 1107 w 6343"/>
                  <a:gd name="connsiteY7" fmla="*/ 5626 h 6345"/>
                  <a:gd name="connsiteX8" fmla="*/ 3349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55"/>
                    </a:moveTo>
                    <a:cubicBezTo>
                      <a:pt x="4191" y="6555"/>
                      <a:pt x="4997" y="6221"/>
                      <a:pt x="5592" y="5626"/>
                    </a:cubicBezTo>
                    <a:cubicBezTo>
                      <a:pt x="6187" y="5031"/>
                      <a:pt x="6521" y="4224"/>
                      <a:pt x="6521" y="3383"/>
                    </a:cubicBezTo>
                    <a:cubicBezTo>
                      <a:pt x="6521" y="2541"/>
                      <a:pt x="6187" y="1734"/>
                      <a:pt x="5592" y="1139"/>
                    </a:cubicBezTo>
                    <a:cubicBezTo>
                      <a:pt x="4997" y="544"/>
                      <a:pt x="4191" y="210"/>
                      <a:pt x="3349" y="210"/>
                    </a:cubicBezTo>
                    <a:cubicBezTo>
                      <a:pt x="2508" y="210"/>
                      <a:pt x="1702" y="544"/>
                      <a:pt x="1107" y="1139"/>
                    </a:cubicBezTo>
                    <a:cubicBezTo>
                      <a:pt x="512" y="1734"/>
                      <a:pt x="178" y="2541"/>
                      <a:pt x="178" y="3383"/>
                    </a:cubicBezTo>
                    <a:cubicBezTo>
                      <a:pt x="178" y="4224"/>
                      <a:pt x="512" y="5031"/>
                      <a:pt x="1107" y="5626"/>
                    </a:cubicBezTo>
                    <a:cubicBezTo>
                      <a:pt x="1702" y="6221"/>
                      <a:pt x="2508" y="6555"/>
                      <a:pt x="3349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15" name="Freeform: Shape 3314">
                <a:extLst>
                  <a:ext uri="{FF2B5EF4-FFF2-40B4-BE49-F238E27FC236}">
                    <a16:creationId xmlns:a16="http://schemas.microsoft.com/office/drawing/2014/main" id="{2E04A8B9-D434-3A90-F29B-F4B29B986967}"/>
                  </a:ext>
                </a:extLst>
              </p:cNvPr>
              <p:cNvSpPr/>
              <p:nvPr/>
            </p:nvSpPr>
            <p:spPr>
              <a:xfrm>
                <a:off x="3112362" y="6136411"/>
                <a:ext cx="6343" cy="6345"/>
              </a:xfrm>
              <a:custGeom>
                <a:avLst/>
                <a:gdLst>
                  <a:gd name="connsiteX0" fmla="*/ 3350 w 6343"/>
                  <a:gd name="connsiteY0" fmla="*/ 6555 h 6345"/>
                  <a:gd name="connsiteX1" fmla="*/ 5592 w 6343"/>
                  <a:gd name="connsiteY1" fmla="*/ 5626 h 6345"/>
                  <a:gd name="connsiteX2" fmla="*/ 6521 w 6343"/>
                  <a:gd name="connsiteY2" fmla="*/ 3382 h 6345"/>
                  <a:gd name="connsiteX3" fmla="*/ 5592 w 6343"/>
                  <a:gd name="connsiteY3" fmla="*/ 1139 h 6345"/>
                  <a:gd name="connsiteX4" fmla="*/ 3350 w 6343"/>
                  <a:gd name="connsiteY4" fmla="*/ 209 h 6345"/>
                  <a:gd name="connsiteX5" fmla="*/ 1107 w 6343"/>
                  <a:gd name="connsiteY5" fmla="*/ 1139 h 6345"/>
                  <a:gd name="connsiteX6" fmla="*/ 178 w 6343"/>
                  <a:gd name="connsiteY6" fmla="*/ 3382 h 6345"/>
                  <a:gd name="connsiteX7" fmla="*/ 1107 w 6343"/>
                  <a:gd name="connsiteY7" fmla="*/ 5626 h 6345"/>
                  <a:gd name="connsiteX8" fmla="*/ 3350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55"/>
                    </a:moveTo>
                    <a:cubicBezTo>
                      <a:pt x="4191" y="6555"/>
                      <a:pt x="4998" y="6220"/>
                      <a:pt x="5592" y="5626"/>
                    </a:cubicBezTo>
                    <a:cubicBezTo>
                      <a:pt x="6187" y="5031"/>
                      <a:pt x="6521" y="4223"/>
                      <a:pt x="6521" y="3382"/>
                    </a:cubicBezTo>
                    <a:cubicBezTo>
                      <a:pt x="6521" y="2541"/>
                      <a:pt x="6187" y="1734"/>
                      <a:pt x="5592" y="1139"/>
                    </a:cubicBezTo>
                    <a:cubicBezTo>
                      <a:pt x="4998" y="544"/>
                      <a:pt x="4191" y="209"/>
                      <a:pt x="3350" y="209"/>
                    </a:cubicBezTo>
                    <a:cubicBezTo>
                      <a:pt x="2509" y="209"/>
                      <a:pt x="1702" y="544"/>
                      <a:pt x="1107" y="1139"/>
                    </a:cubicBezTo>
                    <a:cubicBezTo>
                      <a:pt x="512" y="1734"/>
                      <a:pt x="178" y="2541"/>
                      <a:pt x="178" y="3382"/>
                    </a:cubicBezTo>
                    <a:cubicBezTo>
                      <a:pt x="178" y="4223"/>
                      <a:pt x="512" y="5031"/>
                      <a:pt x="1107" y="5626"/>
                    </a:cubicBezTo>
                    <a:cubicBezTo>
                      <a:pt x="1702" y="6220"/>
                      <a:pt x="2509" y="6555"/>
                      <a:pt x="3350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16" name="Freeform: Shape 3315">
                <a:extLst>
                  <a:ext uri="{FF2B5EF4-FFF2-40B4-BE49-F238E27FC236}">
                    <a16:creationId xmlns:a16="http://schemas.microsoft.com/office/drawing/2014/main" id="{F17CD312-B6FD-14C6-3BD3-0031915150A8}"/>
                  </a:ext>
                </a:extLst>
              </p:cNvPr>
              <p:cNvSpPr/>
              <p:nvPr/>
            </p:nvSpPr>
            <p:spPr>
              <a:xfrm>
                <a:off x="3110508" y="6131427"/>
                <a:ext cx="6343" cy="6345"/>
              </a:xfrm>
              <a:custGeom>
                <a:avLst/>
                <a:gdLst>
                  <a:gd name="connsiteX0" fmla="*/ 3350 w 6343"/>
                  <a:gd name="connsiteY0" fmla="*/ 6554 h 6345"/>
                  <a:gd name="connsiteX1" fmla="*/ 5592 w 6343"/>
                  <a:gd name="connsiteY1" fmla="*/ 5625 h 6345"/>
                  <a:gd name="connsiteX2" fmla="*/ 6521 w 6343"/>
                  <a:gd name="connsiteY2" fmla="*/ 3382 h 6345"/>
                  <a:gd name="connsiteX3" fmla="*/ 5592 w 6343"/>
                  <a:gd name="connsiteY3" fmla="*/ 1138 h 6345"/>
                  <a:gd name="connsiteX4" fmla="*/ 3350 w 6343"/>
                  <a:gd name="connsiteY4" fmla="*/ 209 h 6345"/>
                  <a:gd name="connsiteX5" fmla="*/ 1107 w 6343"/>
                  <a:gd name="connsiteY5" fmla="*/ 1138 h 6345"/>
                  <a:gd name="connsiteX6" fmla="*/ 178 w 6343"/>
                  <a:gd name="connsiteY6" fmla="*/ 3382 h 6345"/>
                  <a:gd name="connsiteX7" fmla="*/ 1107 w 6343"/>
                  <a:gd name="connsiteY7" fmla="*/ 5625 h 6345"/>
                  <a:gd name="connsiteX8" fmla="*/ 3350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54"/>
                    </a:moveTo>
                    <a:cubicBezTo>
                      <a:pt x="4191" y="6554"/>
                      <a:pt x="4997" y="6220"/>
                      <a:pt x="5592" y="5625"/>
                    </a:cubicBezTo>
                    <a:cubicBezTo>
                      <a:pt x="6187" y="5030"/>
                      <a:pt x="6521" y="4223"/>
                      <a:pt x="6521" y="3382"/>
                    </a:cubicBezTo>
                    <a:cubicBezTo>
                      <a:pt x="6521" y="2540"/>
                      <a:pt x="6187" y="1733"/>
                      <a:pt x="5592" y="1138"/>
                    </a:cubicBezTo>
                    <a:cubicBezTo>
                      <a:pt x="4997" y="543"/>
                      <a:pt x="4191" y="209"/>
                      <a:pt x="3350" y="209"/>
                    </a:cubicBezTo>
                    <a:cubicBezTo>
                      <a:pt x="2508" y="209"/>
                      <a:pt x="1702" y="543"/>
                      <a:pt x="1107" y="1138"/>
                    </a:cubicBezTo>
                    <a:cubicBezTo>
                      <a:pt x="512" y="1733"/>
                      <a:pt x="178" y="2540"/>
                      <a:pt x="178" y="3382"/>
                    </a:cubicBezTo>
                    <a:cubicBezTo>
                      <a:pt x="178" y="4223"/>
                      <a:pt x="512" y="5030"/>
                      <a:pt x="1107" y="5625"/>
                    </a:cubicBezTo>
                    <a:cubicBezTo>
                      <a:pt x="1702" y="6220"/>
                      <a:pt x="2508" y="6554"/>
                      <a:pt x="3350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17" name="Freeform: Shape 3316">
                <a:extLst>
                  <a:ext uri="{FF2B5EF4-FFF2-40B4-BE49-F238E27FC236}">
                    <a16:creationId xmlns:a16="http://schemas.microsoft.com/office/drawing/2014/main" id="{F3A56A97-A614-DE21-5A57-4F7451F219FC}"/>
                  </a:ext>
                </a:extLst>
              </p:cNvPr>
              <p:cNvSpPr/>
              <p:nvPr/>
            </p:nvSpPr>
            <p:spPr>
              <a:xfrm>
                <a:off x="3110593" y="6125462"/>
                <a:ext cx="6343" cy="6345"/>
              </a:xfrm>
              <a:custGeom>
                <a:avLst/>
                <a:gdLst>
                  <a:gd name="connsiteX0" fmla="*/ 3350 w 6343"/>
                  <a:gd name="connsiteY0" fmla="*/ 6554 h 6345"/>
                  <a:gd name="connsiteX1" fmla="*/ 5592 w 6343"/>
                  <a:gd name="connsiteY1" fmla="*/ 5625 h 6345"/>
                  <a:gd name="connsiteX2" fmla="*/ 6521 w 6343"/>
                  <a:gd name="connsiteY2" fmla="*/ 3381 h 6345"/>
                  <a:gd name="connsiteX3" fmla="*/ 5592 w 6343"/>
                  <a:gd name="connsiteY3" fmla="*/ 1138 h 6345"/>
                  <a:gd name="connsiteX4" fmla="*/ 3350 w 6343"/>
                  <a:gd name="connsiteY4" fmla="*/ 208 h 6345"/>
                  <a:gd name="connsiteX5" fmla="*/ 1107 w 6343"/>
                  <a:gd name="connsiteY5" fmla="*/ 1138 h 6345"/>
                  <a:gd name="connsiteX6" fmla="*/ 178 w 6343"/>
                  <a:gd name="connsiteY6" fmla="*/ 3381 h 6345"/>
                  <a:gd name="connsiteX7" fmla="*/ 1107 w 6343"/>
                  <a:gd name="connsiteY7" fmla="*/ 5625 h 6345"/>
                  <a:gd name="connsiteX8" fmla="*/ 3350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54"/>
                    </a:moveTo>
                    <a:cubicBezTo>
                      <a:pt x="4191" y="6554"/>
                      <a:pt x="4997" y="6220"/>
                      <a:pt x="5592" y="5625"/>
                    </a:cubicBezTo>
                    <a:cubicBezTo>
                      <a:pt x="6187" y="5030"/>
                      <a:pt x="6521" y="4223"/>
                      <a:pt x="6521" y="3381"/>
                    </a:cubicBezTo>
                    <a:cubicBezTo>
                      <a:pt x="6521" y="2540"/>
                      <a:pt x="6187" y="1733"/>
                      <a:pt x="5592" y="1138"/>
                    </a:cubicBezTo>
                    <a:cubicBezTo>
                      <a:pt x="4997" y="543"/>
                      <a:pt x="4191" y="208"/>
                      <a:pt x="3350" y="208"/>
                    </a:cubicBezTo>
                    <a:cubicBezTo>
                      <a:pt x="2508" y="208"/>
                      <a:pt x="1702" y="543"/>
                      <a:pt x="1107" y="1138"/>
                    </a:cubicBezTo>
                    <a:cubicBezTo>
                      <a:pt x="512" y="1733"/>
                      <a:pt x="178" y="2540"/>
                      <a:pt x="178" y="3381"/>
                    </a:cubicBezTo>
                    <a:cubicBezTo>
                      <a:pt x="178" y="4223"/>
                      <a:pt x="512" y="5030"/>
                      <a:pt x="1107" y="5625"/>
                    </a:cubicBezTo>
                    <a:cubicBezTo>
                      <a:pt x="1702" y="6220"/>
                      <a:pt x="2508" y="6554"/>
                      <a:pt x="3350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18" name="Freeform: Shape 3317">
                <a:extLst>
                  <a:ext uri="{FF2B5EF4-FFF2-40B4-BE49-F238E27FC236}">
                    <a16:creationId xmlns:a16="http://schemas.microsoft.com/office/drawing/2014/main" id="{E8BFFDE3-00B5-BC26-6C9C-CEF5C458CEA6}"/>
                  </a:ext>
                </a:extLst>
              </p:cNvPr>
              <p:cNvSpPr/>
              <p:nvPr/>
            </p:nvSpPr>
            <p:spPr>
              <a:xfrm>
                <a:off x="2805511" y="6265002"/>
                <a:ext cx="6343" cy="6345"/>
              </a:xfrm>
              <a:custGeom>
                <a:avLst/>
                <a:gdLst>
                  <a:gd name="connsiteX0" fmla="*/ 3326 w 6343"/>
                  <a:gd name="connsiteY0" fmla="*/ 6565 h 6345"/>
                  <a:gd name="connsiteX1" fmla="*/ 5568 w 6343"/>
                  <a:gd name="connsiteY1" fmla="*/ 5636 h 6345"/>
                  <a:gd name="connsiteX2" fmla="*/ 6497 w 6343"/>
                  <a:gd name="connsiteY2" fmla="*/ 3392 h 6345"/>
                  <a:gd name="connsiteX3" fmla="*/ 5568 w 6343"/>
                  <a:gd name="connsiteY3" fmla="*/ 1149 h 6345"/>
                  <a:gd name="connsiteX4" fmla="*/ 3326 w 6343"/>
                  <a:gd name="connsiteY4" fmla="*/ 219 h 6345"/>
                  <a:gd name="connsiteX5" fmla="*/ 1083 w 6343"/>
                  <a:gd name="connsiteY5" fmla="*/ 1149 h 6345"/>
                  <a:gd name="connsiteX6" fmla="*/ 154 w 6343"/>
                  <a:gd name="connsiteY6" fmla="*/ 3392 h 6345"/>
                  <a:gd name="connsiteX7" fmla="*/ 1083 w 6343"/>
                  <a:gd name="connsiteY7" fmla="*/ 5636 h 6345"/>
                  <a:gd name="connsiteX8" fmla="*/ 3326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6" y="6565"/>
                    </a:moveTo>
                    <a:cubicBezTo>
                      <a:pt x="4167" y="6565"/>
                      <a:pt x="4973" y="6231"/>
                      <a:pt x="5568" y="5636"/>
                    </a:cubicBezTo>
                    <a:cubicBezTo>
                      <a:pt x="6163" y="5041"/>
                      <a:pt x="6497" y="4234"/>
                      <a:pt x="6497" y="3392"/>
                    </a:cubicBezTo>
                    <a:cubicBezTo>
                      <a:pt x="6497" y="2551"/>
                      <a:pt x="6163" y="1744"/>
                      <a:pt x="5568" y="1149"/>
                    </a:cubicBezTo>
                    <a:cubicBezTo>
                      <a:pt x="4973" y="554"/>
                      <a:pt x="4167" y="219"/>
                      <a:pt x="3326" y="219"/>
                    </a:cubicBezTo>
                    <a:cubicBezTo>
                      <a:pt x="2484" y="219"/>
                      <a:pt x="1678" y="554"/>
                      <a:pt x="1083" y="1149"/>
                    </a:cubicBezTo>
                    <a:cubicBezTo>
                      <a:pt x="488" y="1744"/>
                      <a:pt x="154" y="2551"/>
                      <a:pt x="154" y="3392"/>
                    </a:cubicBezTo>
                    <a:cubicBezTo>
                      <a:pt x="154" y="4234"/>
                      <a:pt x="488" y="5041"/>
                      <a:pt x="1083" y="5636"/>
                    </a:cubicBezTo>
                    <a:cubicBezTo>
                      <a:pt x="1678" y="6231"/>
                      <a:pt x="2484" y="6565"/>
                      <a:pt x="3326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19" name="Freeform: Shape 3318">
                <a:extLst>
                  <a:ext uri="{FF2B5EF4-FFF2-40B4-BE49-F238E27FC236}">
                    <a16:creationId xmlns:a16="http://schemas.microsoft.com/office/drawing/2014/main" id="{1A022D03-BDCB-18F1-EE7B-2699593AE127}"/>
                  </a:ext>
                </a:extLst>
              </p:cNvPr>
              <p:cNvSpPr/>
              <p:nvPr/>
            </p:nvSpPr>
            <p:spPr>
              <a:xfrm>
                <a:off x="2802198" y="6258481"/>
                <a:ext cx="6343" cy="6345"/>
              </a:xfrm>
              <a:custGeom>
                <a:avLst/>
                <a:gdLst>
                  <a:gd name="connsiteX0" fmla="*/ 3325 w 6343"/>
                  <a:gd name="connsiteY0" fmla="*/ 6564 h 6345"/>
                  <a:gd name="connsiteX1" fmla="*/ 5568 w 6343"/>
                  <a:gd name="connsiteY1" fmla="*/ 5635 h 6345"/>
                  <a:gd name="connsiteX2" fmla="*/ 6497 w 6343"/>
                  <a:gd name="connsiteY2" fmla="*/ 3392 h 6345"/>
                  <a:gd name="connsiteX3" fmla="*/ 5568 w 6343"/>
                  <a:gd name="connsiteY3" fmla="*/ 1148 h 6345"/>
                  <a:gd name="connsiteX4" fmla="*/ 3325 w 6343"/>
                  <a:gd name="connsiteY4" fmla="*/ 219 h 6345"/>
                  <a:gd name="connsiteX5" fmla="*/ 1083 w 6343"/>
                  <a:gd name="connsiteY5" fmla="*/ 1148 h 6345"/>
                  <a:gd name="connsiteX6" fmla="*/ 154 w 6343"/>
                  <a:gd name="connsiteY6" fmla="*/ 3392 h 6345"/>
                  <a:gd name="connsiteX7" fmla="*/ 1083 w 6343"/>
                  <a:gd name="connsiteY7" fmla="*/ 5635 h 6345"/>
                  <a:gd name="connsiteX8" fmla="*/ 3325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5" y="6564"/>
                    </a:moveTo>
                    <a:cubicBezTo>
                      <a:pt x="4166" y="6564"/>
                      <a:pt x="4973" y="6230"/>
                      <a:pt x="5568" y="5635"/>
                    </a:cubicBezTo>
                    <a:cubicBezTo>
                      <a:pt x="6163" y="5040"/>
                      <a:pt x="6497" y="4233"/>
                      <a:pt x="6497" y="3392"/>
                    </a:cubicBezTo>
                    <a:cubicBezTo>
                      <a:pt x="6497" y="2550"/>
                      <a:pt x="6163" y="1743"/>
                      <a:pt x="5568" y="1148"/>
                    </a:cubicBezTo>
                    <a:cubicBezTo>
                      <a:pt x="4973" y="553"/>
                      <a:pt x="4166" y="219"/>
                      <a:pt x="3325" y="219"/>
                    </a:cubicBezTo>
                    <a:cubicBezTo>
                      <a:pt x="2484" y="219"/>
                      <a:pt x="1677" y="553"/>
                      <a:pt x="1083" y="1148"/>
                    </a:cubicBezTo>
                    <a:cubicBezTo>
                      <a:pt x="488" y="1743"/>
                      <a:pt x="154" y="2550"/>
                      <a:pt x="154" y="3392"/>
                    </a:cubicBezTo>
                    <a:cubicBezTo>
                      <a:pt x="154" y="4233"/>
                      <a:pt x="488" y="5040"/>
                      <a:pt x="1083" y="5635"/>
                    </a:cubicBezTo>
                    <a:cubicBezTo>
                      <a:pt x="1677" y="6230"/>
                      <a:pt x="2484" y="6564"/>
                      <a:pt x="3325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20" name="Freeform: Shape 3319">
                <a:extLst>
                  <a:ext uri="{FF2B5EF4-FFF2-40B4-BE49-F238E27FC236}">
                    <a16:creationId xmlns:a16="http://schemas.microsoft.com/office/drawing/2014/main" id="{62A33D15-1A63-76BB-7597-DBAEF3CED7A8}"/>
                  </a:ext>
                </a:extLst>
              </p:cNvPr>
              <p:cNvSpPr/>
              <p:nvPr/>
            </p:nvSpPr>
            <p:spPr>
              <a:xfrm>
                <a:off x="2798968" y="6251919"/>
                <a:ext cx="6343" cy="6345"/>
              </a:xfrm>
              <a:custGeom>
                <a:avLst/>
                <a:gdLst>
                  <a:gd name="connsiteX0" fmla="*/ 3325 w 6343"/>
                  <a:gd name="connsiteY0" fmla="*/ 6564 h 6345"/>
                  <a:gd name="connsiteX1" fmla="*/ 5568 w 6343"/>
                  <a:gd name="connsiteY1" fmla="*/ 5635 h 6345"/>
                  <a:gd name="connsiteX2" fmla="*/ 6497 w 6343"/>
                  <a:gd name="connsiteY2" fmla="*/ 3391 h 6345"/>
                  <a:gd name="connsiteX3" fmla="*/ 5568 w 6343"/>
                  <a:gd name="connsiteY3" fmla="*/ 1148 h 6345"/>
                  <a:gd name="connsiteX4" fmla="*/ 3325 w 6343"/>
                  <a:gd name="connsiteY4" fmla="*/ 218 h 6345"/>
                  <a:gd name="connsiteX5" fmla="*/ 1082 w 6343"/>
                  <a:gd name="connsiteY5" fmla="*/ 1148 h 6345"/>
                  <a:gd name="connsiteX6" fmla="*/ 153 w 6343"/>
                  <a:gd name="connsiteY6" fmla="*/ 3391 h 6345"/>
                  <a:gd name="connsiteX7" fmla="*/ 1082 w 6343"/>
                  <a:gd name="connsiteY7" fmla="*/ 5635 h 6345"/>
                  <a:gd name="connsiteX8" fmla="*/ 3325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5" y="6564"/>
                    </a:moveTo>
                    <a:cubicBezTo>
                      <a:pt x="4166" y="6564"/>
                      <a:pt x="4973" y="6230"/>
                      <a:pt x="5568" y="5635"/>
                    </a:cubicBezTo>
                    <a:cubicBezTo>
                      <a:pt x="6162" y="5040"/>
                      <a:pt x="6497" y="4233"/>
                      <a:pt x="6497" y="3391"/>
                    </a:cubicBezTo>
                    <a:cubicBezTo>
                      <a:pt x="6497" y="2550"/>
                      <a:pt x="6162" y="1743"/>
                      <a:pt x="5568" y="1148"/>
                    </a:cubicBezTo>
                    <a:cubicBezTo>
                      <a:pt x="4973" y="553"/>
                      <a:pt x="4166" y="218"/>
                      <a:pt x="3325" y="218"/>
                    </a:cubicBezTo>
                    <a:cubicBezTo>
                      <a:pt x="2484" y="218"/>
                      <a:pt x="1677" y="553"/>
                      <a:pt x="1082" y="1148"/>
                    </a:cubicBezTo>
                    <a:cubicBezTo>
                      <a:pt x="488" y="1743"/>
                      <a:pt x="153" y="2550"/>
                      <a:pt x="153" y="3391"/>
                    </a:cubicBezTo>
                    <a:cubicBezTo>
                      <a:pt x="153" y="4233"/>
                      <a:pt x="488" y="5040"/>
                      <a:pt x="1082" y="5635"/>
                    </a:cubicBezTo>
                    <a:cubicBezTo>
                      <a:pt x="1677" y="6230"/>
                      <a:pt x="2484" y="6564"/>
                      <a:pt x="3325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21" name="Freeform: Shape 3320">
                <a:extLst>
                  <a:ext uri="{FF2B5EF4-FFF2-40B4-BE49-F238E27FC236}">
                    <a16:creationId xmlns:a16="http://schemas.microsoft.com/office/drawing/2014/main" id="{6619BFBA-8D8C-F691-0DED-257250FE3D3B}"/>
                  </a:ext>
                </a:extLst>
              </p:cNvPr>
              <p:cNvSpPr/>
              <p:nvPr/>
            </p:nvSpPr>
            <p:spPr>
              <a:xfrm>
                <a:off x="3309441" y="6002318"/>
                <a:ext cx="6343" cy="6345"/>
              </a:xfrm>
              <a:custGeom>
                <a:avLst/>
                <a:gdLst>
                  <a:gd name="connsiteX0" fmla="*/ 3365 w 6343"/>
                  <a:gd name="connsiteY0" fmla="*/ 6544 h 6345"/>
                  <a:gd name="connsiteX1" fmla="*/ 5608 w 6343"/>
                  <a:gd name="connsiteY1" fmla="*/ 5615 h 6345"/>
                  <a:gd name="connsiteX2" fmla="*/ 6537 w 6343"/>
                  <a:gd name="connsiteY2" fmla="*/ 3371 h 6345"/>
                  <a:gd name="connsiteX3" fmla="*/ 5608 w 6343"/>
                  <a:gd name="connsiteY3" fmla="*/ 1128 h 6345"/>
                  <a:gd name="connsiteX4" fmla="*/ 3365 w 6343"/>
                  <a:gd name="connsiteY4" fmla="*/ 199 h 6345"/>
                  <a:gd name="connsiteX5" fmla="*/ 1123 w 6343"/>
                  <a:gd name="connsiteY5" fmla="*/ 1128 h 6345"/>
                  <a:gd name="connsiteX6" fmla="*/ 194 w 6343"/>
                  <a:gd name="connsiteY6" fmla="*/ 3371 h 6345"/>
                  <a:gd name="connsiteX7" fmla="*/ 1123 w 6343"/>
                  <a:gd name="connsiteY7" fmla="*/ 5615 h 6345"/>
                  <a:gd name="connsiteX8" fmla="*/ 3365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4"/>
                    </a:moveTo>
                    <a:cubicBezTo>
                      <a:pt x="4206" y="6544"/>
                      <a:pt x="5013" y="6210"/>
                      <a:pt x="5608" y="5615"/>
                    </a:cubicBezTo>
                    <a:cubicBezTo>
                      <a:pt x="6203" y="5020"/>
                      <a:pt x="6537" y="4213"/>
                      <a:pt x="6537" y="3371"/>
                    </a:cubicBezTo>
                    <a:cubicBezTo>
                      <a:pt x="6537" y="2530"/>
                      <a:pt x="6203" y="1723"/>
                      <a:pt x="5608" y="1128"/>
                    </a:cubicBezTo>
                    <a:cubicBezTo>
                      <a:pt x="5013" y="533"/>
                      <a:pt x="4206" y="199"/>
                      <a:pt x="3365" y="199"/>
                    </a:cubicBezTo>
                    <a:cubicBezTo>
                      <a:pt x="2524" y="199"/>
                      <a:pt x="1717" y="533"/>
                      <a:pt x="1123" y="1128"/>
                    </a:cubicBezTo>
                    <a:cubicBezTo>
                      <a:pt x="528" y="1723"/>
                      <a:pt x="194" y="2530"/>
                      <a:pt x="194" y="3371"/>
                    </a:cubicBezTo>
                    <a:cubicBezTo>
                      <a:pt x="194" y="4213"/>
                      <a:pt x="528" y="5020"/>
                      <a:pt x="1123" y="5615"/>
                    </a:cubicBezTo>
                    <a:cubicBezTo>
                      <a:pt x="1717" y="6210"/>
                      <a:pt x="2524" y="6544"/>
                      <a:pt x="3365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22" name="Freeform: Shape 3321">
                <a:extLst>
                  <a:ext uri="{FF2B5EF4-FFF2-40B4-BE49-F238E27FC236}">
                    <a16:creationId xmlns:a16="http://schemas.microsoft.com/office/drawing/2014/main" id="{982DB244-FFFB-A538-AB32-D1DA76D37F13}"/>
                  </a:ext>
                </a:extLst>
              </p:cNvPr>
              <p:cNvSpPr/>
              <p:nvPr/>
            </p:nvSpPr>
            <p:spPr>
              <a:xfrm>
                <a:off x="3308246" y="5998653"/>
                <a:ext cx="6343" cy="6345"/>
              </a:xfrm>
              <a:custGeom>
                <a:avLst/>
                <a:gdLst>
                  <a:gd name="connsiteX0" fmla="*/ 3365 w 6343"/>
                  <a:gd name="connsiteY0" fmla="*/ 6544 h 6345"/>
                  <a:gd name="connsiteX1" fmla="*/ 5608 w 6343"/>
                  <a:gd name="connsiteY1" fmla="*/ 5615 h 6345"/>
                  <a:gd name="connsiteX2" fmla="*/ 6537 w 6343"/>
                  <a:gd name="connsiteY2" fmla="*/ 3371 h 6345"/>
                  <a:gd name="connsiteX3" fmla="*/ 5608 w 6343"/>
                  <a:gd name="connsiteY3" fmla="*/ 1128 h 6345"/>
                  <a:gd name="connsiteX4" fmla="*/ 3365 w 6343"/>
                  <a:gd name="connsiteY4" fmla="*/ 199 h 6345"/>
                  <a:gd name="connsiteX5" fmla="*/ 1123 w 6343"/>
                  <a:gd name="connsiteY5" fmla="*/ 1128 h 6345"/>
                  <a:gd name="connsiteX6" fmla="*/ 194 w 6343"/>
                  <a:gd name="connsiteY6" fmla="*/ 3371 h 6345"/>
                  <a:gd name="connsiteX7" fmla="*/ 1123 w 6343"/>
                  <a:gd name="connsiteY7" fmla="*/ 5615 h 6345"/>
                  <a:gd name="connsiteX8" fmla="*/ 3365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4"/>
                    </a:moveTo>
                    <a:cubicBezTo>
                      <a:pt x="4206" y="6544"/>
                      <a:pt x="5013" y="6210"/>
                      <a:pt x="5608" y="5615"/>
                    </a:cubicBezTo>
                    <a:cubicBezTo>
                      <a:pt x="6203" y="5020"/>
                      <a:pt x="6537" y="4213"/>
                      <a:pt x="6537" y="3371"/>
                    </a:cubicBezTo>
                    <a:cubicBezTo>
                      <a:pt x="6537" y="2530"/>
                      <a:pt x="6203" y="1723"/>
                      <a:pt x="5608" y="1128"/>
                    </a:cubicBezTo>
                    <a:cubicBezTo>
                      <a:pt x="5013" y="533"/>
                      <a:pt x="4206" y="199"/>
                      <a:pt x="3365" y="199"/>
                    </a:cubicBezTo>
                    <a:cubicBezTo>
                      <a:pt x="2524" y="199"/>
                      <a:pt x="1717" y="533"/>
                      <a:pt x="1123" y="1128"/>
                    </a:cubicBezTo>
                    <a:cubicBezTo>
                      <a:pt x="528" y="1723"/>
                      <a:pt x="194" y="2530"/>
                      <a:pt x="194" y="3371"/>
                    </a:cubicBezTo>
                    <a:cubicBezTo>
                      <a:pt x="194" y="4213"/>
                      <a:pt x="528" y="5020"/>
                      <a:pt x="1123" y="5615"/>
                    </a:cubicBezTo>
                    <a:cubicBezTo>
                      <a:pt x="1717" y="6210"/>
                      <a:pt x="2524" y="6544"/>
                      <a:pt x="3365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23" name="Freeform: Shape 3322">
                <a:extLst>
                  <a:ext uri="{FF2B5EF4-FFF2-40B4-BE49-F238E27FC236}">
                    <a16:creationId xmlns:a16="http://schemas.microsoft.com/office/drawing/2014/main" id="{E6583FF1-B824-2585-5BA6-9771525EEC44}"/>
                  </a:ext>
                </a:extLst>
              </p:cNvPr>
              <p:cNvSpPr/>
              <p:nvPr/>
            </p:nvSpPr>
            <p:spPr>
              <a:xfrm>
                <a:off x="2840584" y="6208717"/>
                <a:ext cx="6343" cy="6345"/>
              </a:xfrm>
              <a:custGeom>
                <a:avLst/>
                <a:gdLst>
                  <a:gd name="connsiteX0" fmla="*/ 3328 w 6343"/>
                  <a:gd name="connsiteY0" fmla="*/ 6560 h 6345"/>
                  <a:gd name="connsiteX1" fmla="*/ 5571 w 6343"/>
                  <a:gd name="connsiteY1" fmla="*/ 5631 h 6345"/>
                  <a:gd name="connsiteX2" fmla="*/ 6500 w 6343"/>
                  <a:gd name="connsiteY2" fmla="*/ 3388 h 6345"/>
                  <a:gd name="connsiteX3" fmla="*/ 5571 w 6343"/>
                  <a:gd name="connsiteY3" fmla="*/ 1144 h 6345"/>
                  <a:gd name="connsiteX4" fmla="*/ 3328 w 6343"/>
                  <a:gd name="connsiteY4" fmla="*/ 215 h 6345"/>
                  <a:gd name="connsiteX5" fmla="*/ 1086 w 6343"/>
                  <a:gd name="connsiteY5" fmla="*/ 1144 h 6345"/>
                  <a:gd name="connsiteX6" fmla="*/ 157 w 6343"/>
                  <a:gd name="connsiteY6" fmla="*/ 3388 h 6345"/>
                  <a:gd name="connsiteX7" fmla="*/ 1086 w 6343"/>
                  <a:gd name="connsiteY7" fmla="*/ 5631 h 6345"/>
                  <a:gd name="connsiteX8" fmla="*/ 3328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8" y="6560"/>
                    </a:moveTo>
                    <a:cubicBezTo>
                      <a:pt x="4169" y="6560"/>
                      <a:pt x="4976" y="6226"/>
                      <a:pt x="5571" y="5631"/>
                    </a:cubicBezTo>
                    <a:cubicBezTo>
                      <a:pt x="6166" y="5036"/>
                      <a:pt x="6500" y="4229"/>
                      <a:pt x="6500" y="3388"/>
                    </a:cubicBezTo>
                    <a:cubicBezTo>
                      <a:pt x="6500" y="2546"/>
                      <a:pt x="6166" y="1739"/>
                      <a:pt x="5571" y="1144"/>
                    </a:cubicBezTo>
                    <a:cubicBezTo>
                      <a:pt x="4976" y="549"/>
                      <a:pt x="4169" y="215"/>
                      <a:pt x="3328" y="215"/>
                    </a:cubicBezTo>
                    <a:cubicBezTo>
                      <a:pt x="2487" y="215"/>
                      <a:pt x="1680" y="549"/>
                      <a:pt x="1086" y="1144"/>
                    </a:cubicBezTo>
                    <a:cubicBezTo>
                      <a:pt x="491" y="1739"/>
                      <a:pt x="157" y="2546"/>
                      <a:pt x="157" y="3388"/>
                    </a:cubicBezTo>
                    <a:cubicBezTo>
                      <a:pt x="157" y="4229"/>
                      <a:pt x="491" y="5036"/>
                      <a:pt x="1086" y="5631"/>
                    </a:cubicBezTo>
                    <a:cubicBezTo>
                      <a:pt x="1680" y="6226"/>
                      <a:pt x="2487" y="6560"/>
                      <a:pt x="3328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24" name="Freeform: Shape 3323">
                <a:extLst>
                  <a:ext uri="{FF2B5EF4-FFF2-40B4-BE49-F238E27FC236}">
                    <a16:creationId xmlns:a16="http://schemas.microsoft.com/office/drawing/2014/main" id="{8C7828D2-19D6-7BA3-FFC6-D438FE3EB795}"/>
                  </a:ext>
                </a:extLst>
              </p:cNvPr>
              <p:cNvSpPr/>
              <p:nvPr/>
            </p:nvSpPr>
            <p:spPr>
              <a:xfrm>
                <a:off x="2830287" y="6205713"/>
                <a:ext cx="6343" cy="6345"/>
              </a:xfrm>
              <a:custGeom>
                <a:avLst/>
                <a:gdLst>
                  <a:gd name="connsiteX0" fmla="*/ 3327 w 6343"/>
                  <a:gd name="connsiteY0" fmla="*/ 6560 h 6345"/>
                  <a:gd name="connsiteX1" fmla="*/ 5570 w 6343"/>
                  <a:gd name="connsiteY1" fmla="*/ 5631 h 6345"/>
                  <a:gd name="connsiteX2" fmla="*/ 6499 w 6343"/>
                  <a:gd name="connsiteY2" fmla="*/ 3388 h 6345"/>
                  <a:gd name="connsiteX3" fmla="*/ 5570 w 6343"/>
                  <a:gd name="connsiteY3" fmla="*/ 1144 h 6345"/>
                  <a:gd name="connsiteX4" fmla="*/ 3327 w 6343"/>
                  <a:gd name="connsiteY4" fmla="*/ 215 h 6345"/>
                  <a:gd name="connsiteX5" fmla="*/ 1085 w 6343"/>
                  <a:gd name="connsiteY5" fmla="*/ 1144 h 6345"/>
                  <a:gd name="connsiteX6" fmla="*/ 156 w 6343"/>
                  <a:gd name="connsiteY6" fmla="*/ 3388 h 6345"/>
                  <a:gd name="connsiteX7" fmla="*/ 1085 w 6343"/>
                  <a:gd name="connsiteY7" fmla="*/ 5631 h 6345"/>
                  <a:gd name="connsiteX8" fmla="*/ 3327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7" y="6560"/>
                    </a:moveTo>
                    <a:cubicBezTo>
                      <a:pt x="4169" y="6560"/>
                      <a:pt x="4975" y="6226"/>
                      <a:pt x="5570" y="5631"/>
                    </a:cubicBezTo>
                    <a:cubicBezTo>
                      <a:pt x="6165" y="5036"/>
                      <a:pt x="6499" y="4229"/>
                      <a:pt x="6499" y="3388"/>
                    </a:cubicBezTo>
                    <a:cubicBezTo>
                      <a:pt x="6499" y="2546"/>
                      <a:pt x="6165" y="1739"/>
                      <a:pt x="5570" y="1144"/>
                    </a:cubicBezTo>
                    <a:cubicBezTo>
                      <a:pt x="4975" y="549"/>
                      <a:pt x="4169" y="215"/>
                      <a:pt x="3327" y="215"/>
                    </a:cubicBezTo>
                    <a:cubicBezTo>
                      <a:pt x="2486" y="215"/>
                      <a:pt x="1680" y="549"/>
                      <a:pt x="1085" y="1144"/>
                    </a:cubicBezTo>
                    <a:cubicBezTo>
                      <a:pt x="490" y="1739"/>
                      <a:pt x="156" y="2546"/>
                      <a:pt x="156" y="3388"/>
                    </a:cubicBezTo>
                    <a:cubicBezTo>
                      <a:pt x="156" y="4229"/>
                      <a:pt x="490" y="5036"/>
                      <a:pt x="1085" y="5631"/>
                    </a:cubicBezTo>
                    <a:cubicBezTo>
                      <a:pt x="1680" y="6226"/>
                      <a:pt x="2486" y="6560"/>
                      <a:pt x="3327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25" name="Freeform: Shape 3324">
                <a:extLst>
                  <a:ext uri="{FF2B5EF4-FFF2-40B4-BE49-F238E27FC236}">
                    <a16:creationId xmlns:a16="http://schemas.microsoft.com/office/drawing/2014/main" id="{47EFD80D-4BFD-9D0B-DD5E-4E4CFA3B8573}"/>
                  </a:ext>
                </a:extLst>
              </p:cNvPr>
              <p:cNvSpPr/>
              <p:nvPr/>
            </p:nvSpPr>
            <p:spPr>
              <a:xfrm>
                <a:off x="2828162" y="6198975"/>
                <a:ext cx="6343" cy="6345"/>
              </a:xfrm>
              <a:custGeom>
                <a:avLst/>
                <a:gdLst>
                  <a:gd name="connsiteX0" fmla="*/ 3327 w 6343"/>
                  <a:gd name="connsiteY0" fmla="*/ 6560 h 6345"/>
                  <a:gd name="connsiteX1" fmla="*/ 5570 w 6343"/>
                  <a:gd name="connsiteY1" fmla="*/ 5630 h 6345"/>
                  <a:gd name="connsiteX2" fmla="*/ 6499 w 6343"/>
                  <a:gd name="connsiteY2" fmla="*/ 3387 h 6345"/>
                  <a:gd name="connsiteX3" fmla="*/ 5570 w 6343"/>
                  <a:gd name="connsiteY3" fmla="*/ 1144 h 6345"/>
                  <a:gd name="connsiteX4" fmla="*/ 3327 w 6343"/>
                  <a:gd name="connsiteY4" fmla="*/ 214 h 6345"/>
                  <a:gd name="connsiteX5" fmla="*/ 1085 w 6343"/>
                  <a:gd name="connsiteY5" fmla="*/ 1144 h 6345"/>
                  <a:gd name="connsiteX6" fmla="*/ 156 w 6343"/>
                  <a:gd name="connsiteY6" fmla="*/ 3387 h 6345"/>
                  <a:gd name="connsiteX7" fmla="*/ 1085 w 6343"/>
                  <a:gd name="connsiteY7" fmla="*/ 5630 h 6345"/>
                  <a:gd name="connsiteX8" fmla="*/ 3327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7" y="6560"/>
                    </a:moveTo>
                    <a:cubicBezTo>
                      <a:pt x="4168" y="6560"/>
                      <a:pt x="4975" y="6225"/>
                      <a:pt x="5570" y="5630"/>
                    </a:cubicBezTo>
                    <a:cubicBezTo>
                      <a:pt x="6165" y="5035"/>
                      <a:pt x="6499" y="4228"/>
                      <a:pt x="6499" y="3387"/>
                    </a:cubicBezTo>
                    <a:cubicBezTo>
                      <a:pt x="6499" y="2546"/>
                      <a:pt x="6165" y="1739"/>
                      <a:pt x="5570" y="1144"/>
                    </a:cubicBezTo>
                    <a:cubicBezTo>
                      <a:pt x="4975" y="549"/>
                      <a:pt x="4168" y="214"/>
                      <a:pt x="3327" y="214"/>
                    </a:cubicBezTo>
                    <a:cubicBezTo>
                      <a:pt x="2486" y="214"/>
                      <a:pt x="1679" y="549"/>
                      <a:pt x="1085" y="1144"/>
                    </a:cubicBezTo>
                    <a:cubicBezTo>
                      <a:pt x="490" y="1739"/>
                      <a:pt x="156" y="2546"/>
                      <a:pt x="156" y="3387"/>
                    </a:cubicBezTo>
                    <a:cubicBezTo>
                      <a:pt x="156" y="4228"/>
                      <a:pt x="490" y="5035"/>
                      <a:pt x="1085" y="5630"/>
                    </a:cubicBezTo>
                    <a:cubicBezTo>
                      <a:pt x="1679" y="6225"/>
                      <a:pt x="2486" y="6560"/>
                      <a:pt x="3327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26" name="Freeform: Shape 3325">
                <a:extLst>
                  <a:ext uri="{FF2B5EF4-FFF2-40B4-BE49-F238E27FC236}">
                    <a16:creationId xmlns:a16="http://schemas.microsoft.com/office/drawing/2014/main" id="{16C3255F-B9F9-2BE2-B268-1372EDF493EB}"/>
                  </a:ext>
                </a:extLst>
              </p:cNvPr>
              <p:cNvSpPr/>
              <p:nvPr/>
            </p:nvSpPr>
            <p:spPr>
              <a:xfrm>
                <a:off x="2729693" y="6234263"/>
                <a:ext cx="6343" cy="6345"/>
              </a:xfrm>
              <a:custGeom>
                <a:avLst/>
                <a:gdLst>
                  <a:gd name="connsiteX0" fmla="*/ 3320 w 6343"/>
                  <a:gd name="connsiteY0" fmla="*/ 6562 h 6345"/>
                  <a:gd name="connsiteX1" fmla="*/ 5562 w 6343"/>
                  <a:gd name="connsiteY1" fmla="*/ 5633 h 6345"/>
                  <a:gd name="connsiteX2" fmla="*/ 6491 w 6343"/>
                  <a:gd name="connsiteY2" fmla="*/ 3390 h 6345"/>
                  <a:gd name="connsiteX3" fmla="*/ 5562 w 6343"/>
                  <a:gd name="connsiteY3" fmla="*/ 1146 h 6345"/>
                  <a:gd name="connsiteX4" fmla="*/ 3320 w 6343"/>
                  <a:gd name="connsiteY4" fmla="*/ 217 h 6345"/>
                  <a:gd name="connsiteX5" fmla="*/ 1077 w 6343"/>
                  <a:gd name="connsiteY5" fmla="*/ 1146 h 6345"/>
                  <a:gd name="connsiteX6" fmla="*/ 148 w 6343"/>
                  <a:gd name="connsiteY6" fmla="*/ 3390 h 6345"/>
                  <a:gd name="connsiteX7" fmla="*/ 1077 w 6343"/>
                  <a:gd name="connsiteY7" fmla="*/ 5633 h 6345"/>
                  <a:gd name="connsiteX8" fmla="*/ 3320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0" y="6562"/>
                    </a:moveTo>
                    <a:cubicBezTo>
                      <a:pt x="4161" y="6562"/>
                      <a:pt x="4967" y="6228"/>
                      <a:pt x="5562" y="5633"/>
                    </a:cubicBezTo>
                    <a:cubicBezTo>
                      <a:pt x="6157" y="5038"/>
                      <a:pt x="6491" y="4231"/>
                      <a:pt x="6491" y="3390"/>
                    </a:cubicBezTo>
                    <a:cubicBezTo>
                      <a:pt x="6491" y="2548"/>
                      <a:pt x="6157" y="1741"/>
                      <a:pt x="5562" y="1146"/>
                    </a:cubicBezTo>
                    <a:cubicBezTo>
                      <a:pt x="4967" y="551"/>
                      <a:pt x="4161" y="217"/>
                      <a:pt x="3320" y="217"/>
                    </a:cubicBezTo>
                    <a:cubicBezTo>
                      <a:pt x="2478" y="217"/>
                      <a:pt x="1672" y="551"/>
                      <a:pt x="1077" y="1146"/>
                    </a:cubicBezTo>
                    <a:cubicBezTo>
                      <a:pt x="482" y="1741"/>
                      <a:pt x="148" y="2548"/>
                      <a:pt x="148" y="3390"/>
                    </a:cubicBezTo>
                    <a:cubicBezTo>
                      <a:pt x="148" y="4231"/>
                      <a:pt x="482" y="5038"/>
                      <a:pt x="1077" y="5633"/>
                    </a:cubicBezTo>
                    <a:cubicBezTo>
                      <a:pt x="1672" y="6228"/>
                      <a:pt x="2478" y="6562"/>
                      <a:pt x="3320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27" name="Freeform: Shape 3326">
                <a:extLst>
                  <a:ext uri="{FF2B5EF4-FFF2-40B4-BE49-F238E27FC236}">
                    <a16:creationId xmlns:a16="http://schemas.microsoft.com/office/drawing/2014/main" id="{622CF6D2-F7ED-5F3D-0B3B-DC0046B13C2C}"/>
                  </a:ext>
                </a:extLst>
              </p:cNvPr>
              <p:cNvSpPr/>
              <p:nvPr/>
            </p:nvSpPr>
            <p:spPr>
              <a:xfrm>
                <a:off x="2729191" y="6226148"/>
                <a:ext cx="6343" cy="6345"/>
              </a:xfrm>
              <a:custGeom>
                <a:avLst/>
                <a:gdLst>
                  <a:gd name="connsiteX0" fmla="*/ 3320 w 6343"/>
                  <a:gd name="connsiteY0" fmla="*/ 6562 h 6345"/>
                  <a:gd name="connsiteX1" fmla="*/ 5562 w 6343"/>
                  <a:gd name="connsiteY1" fmla="*/ 5633 h 6345"/>
                  <a:gd name="connsiteX2" fmla="*/ 6491 w 6343"/>
                  <a:gd name="connsiteY2" fmla="*/ 3389 h 6345"/>
                  <a:gd name="connsiteX3" fmla="*/ 5562 w 6343"/>
                  <a:gd name="connsiteY3" fmla="*/ 1146 h 6345"/>
                  <a:gd name="connsiteX4" fmla="*/ 3320 w 6343"/>
                  <a:gd name="connsiteY4" fmla="*/ 216 h 6345"/>
                  <a:gd name="connsiteX5" fmla="*/ 1077 w 6343"/>
                  <a:gd name="connsiteY5" fmla="*/ 1146 h 6345"/>
                  <a:gd name="connsiteX6" fmla="*/ 148 w 6343"/>
                  <a:gd name="connsiteY6" fmla="*/ 3389 h 6345"/>
                  <a:gd name="connsiteX7" fmla="*/ 1077 w 6343"/>
                  <a:gd name="connsiteY7" fmla="*/ 5633 h 6345"/>
                  <a:gd name="connsiteX8" fmla="*/ 3320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0" y="6562"/>
                    </a:moveTo>
                    <a:cubicBezTo>
                      <a:pt x="4161" y="6562"/>
                      <a:pt x="4967" y="6228"/>
                      <a:pt x="5562" y="5633"/>
                    </a:cubicBezTo>
                    <a:cubicBezTo>
                      <a:pt x="6157" y="5038"/>
                      <a:pt x="6491" y="4231"/>
                      <a:pt x="6491" y="3389"/>
                    </a:cubicBezTo>
                    <a:cubicBezTo>
                      <a:pt x="6491" y="2548"/>
                      <a:pt x="6157" y="1741"/>
                      <a:pt x="5562" y="1146"/>
                    </a:cubicBezTo>
                    <a:cubicBezTo>
                      <a:pt x="4967" y="551"/>
                      <a:pt x="4161" y="216"/>
                      <a:pt x="3320" y="216"/>
                    </a:cubicBezTo>
                    <a:cubicBezTo>
                      <a:pt x="2478" y="216"/>
                      <a:pt x="1672" y="551"/>
                      <a:pt x="1077" y="1146"/>
                    </a:cubicBezTo>
                    <a:cubicBezTo>
                      <a:pt x="482" y="1741"/>
                      <a:pt x="148" y="2548"/>
                      <a:pt x="148" y="3389"/>
                    </a:cubicBezTo>
                    <a:cubicBezTo>
                      <a:pt x="148" y="4231"/>
                      <a:pt x="482" y="5038"/>
                      <a:pt x="1077" y="5633"/>
                    </a:cubicBezTo>
                    <a:cubicBezTo>
                      <a:pt x="1672" y="6228"/>
                      <a:pt x="2478" y="6562"/>
                      <a:pt x="3320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28" name="Freeform: Shape 3327">
                <a:extLst>
                  <a:ext uri="{FF2B5EF4-FFF2-40B4-BE49-F238E27FC236}">
                    <a16:creationId xmlns:a16="http://schemas.microsoft.com/office/drawing/2014/main" id="{E9B57780-822A-564F-2510-8CDC24575852}"/>
                  </a:ext>
                </a:extLst>
              </p:cNvPr>
              <p:cNvSpPr/>
              <p:nvPr/>
            </p:nvSpPr>
            <p:spPr>
              <a:xfrm>
                <a:off x="2845889" y="6168664"/>
                <a:ext cx="6343" cy="6345"/>
              </a:xfrm>
              <a:custGeom>
                <a:avLst/>
                <a:gdLst>
                  <a:gd name="connsiteX0" fmla="*/ 3329 w 6343"/>
                  <a:gd name="connsiteY0" fmla="*/ 6557 h 6345"/>
                  <a:gd name="connsiteX1" fmla="*/ 5571 w 6343"/>
                  <a:gd name="connsiteY1" fmla="*/ 5628 h 6345"/>
                  <a:gd name="connsiteX2" fmla="*/ 6500 w 6343"/>
                  <a:gd name="connsiteY2" fmla="*/ 3385 h 6345"/>
                  <a:gd name="connsiteX3" fmla="*/ 5571 w 6343"/>
                  <a:gd name="connsiteY3" fmla="*/ 1141 h 6345"/>
                  <a:gd name="connsiteX4" fmla="*/ 3329 w 6343"/>
                  <a:gd name="connsiteY4" fmla="*/ 212 h 6345"/>
                  <a:gd name="connsiteX5" fmla="*/ 1086 w 6343"/>
                  <a:gd name="connsiteY5" fmla="*/ 1141 h 6345"/>
                  <a:gd name="connsiteX6" fmla="*/ 157 w 6343"/>
                  <a:gd name="connsiteY6" fmla="*/ 3385 h 6345"/>
                  <a:gd name="connsiteX7" fmla="*/ 1086 w 6343"/>
                  <a:gd name="connsiteY7" fmla="*/ 5628 h 6345"/>
                  <a:gd name="connsiteX8" fmla="*/ 3329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557"/>
                    </a:moveTo>
                    <a:cubicBezTo>
                      <a:pt x="4170" y="6557"/>
                      <a:pt x="4977" y="6223"/>
                      <a:pt x="5571" y="5628"/>
                    </a:cubicBezTo>
                    <a:cubicBezTo>
                      <a:pt x="6166" y="5033"/>
                      <a:pt x="6500" y="4226"/>
                      <a:pt x="6500" y="3385"/>
                    </a:cubicBezTo>
                    <a:cubicBezTo>
                      <a:pt x="6500" y="2543"/>
                      <a:pt x="6166" y="1736"/>
                      <a:pt x="5571" y="1141"/>
                    </a:cubicBezTo>
                    <a:cubicBezTo>
                      <a:pt x="4977" y="546"/>
                      <a:pt x="4170" y="212"/>
                      <a:pt x="3329" y="212"/>
                    </a:cubicBezTo>
                    <a:cubicBezTo>
                      <a:pt x="2488" y="212"/>
                      <a:pt x="1681" y="546"/>
                      <a:pt x="1086" y="1141"/>
                    </a:cubicBezTo>
                    <a:cubicBezTo>
                      <a:pt x="491" y="1736"/>
                      <a:pt x="157" y="2543"/>
                      <a:pt x="157" y="3385"/>
                    </a:cubicBezTo>
                    <a:cubicBezTo>
                      <a:pt x="157" y="4226"/>
                      <a:pt x="491" y="5033"/>
                      <a:pt x="1086" y="5628"/>
                    </a:cubicBezTo>
                    <a:cubicBezTo>
                      <a:pt x="1681" y="6223"/>
                      <a:pt x="2488" y="6557"/>
                      <a:pt x="3329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29" name="Freeform: Shape 3328">
                <a:extLst>
                  <a:ext uri="{FF2B5EF4-FFF2-40B4-BE49-F238E27FC236}">
                    <a16:creationId xmlns:a16="http://schemas.microsoft.com/office/drawing/2014/main" id="{4B644600-0AF7-0E50-5D85-AB445F697BDA}"/>
                  </a:ext>
                </a:extLst>
              </p:cNvPr>
              <p:cNvSpPr/>
              <p:nvPr/>
            </p:nvSpPr>
            <p:spPr>
              <a:xfrm>
                <a:off x="2842593" y="6162624"/>
                <a:ext cx="6343" cy="6345"/>
              </a:xfrm>
              <a:custGeom>
                <a:avLst/>
                <a:gdLst>
                  <a:gd name="connsiteX0" fmla="*/ 3328 w 6343"/>
                  <a:gd name="connsiteY0" fmla="*/ 6557 h 6345"/>
                  <a:gd name="connsiteX1" fmla="*/ 5571 w 6343"/>
                  <a:gd name="connsiteY1" fmla="*/ 5628 h 6345"/>
                  <a:gd name="connsiteX2" fmla="*/ 6500 w 6343"/>
                  <a:gd name="connsiteY2" fmla="*/ 3384 h 6345"/>
                  <a:gd name="connsiteX3" fmla="*/ 5571 w 6343"/>
                  <a:gd name="connsiteY3" fmla="*/ 1141 h 6345"/>
                  <a:gd name="connsiteX4" fmla="*/ 3328 w 6343"/>
                  <a:gd name="connsiteY4" fmla="*/ 211 h 6345"/>
                  <a:gd name="connsiteX5" fmla="*/ 1086 w 6343"/>
                  <a:gd name="connsiteY5" fmla="*/ 1141 h 6345"/>
                  <a:gd name="connsiteX6" fmla="*/ 157 w 6343"/>
                  <a:gd name="connsiteY6" fmla="*/ 3384 h 6345"/>
                  <a:gd name="connsiteX7" fmla="*/ 1086 w 6343"/>
                  <a:gd name="connsiteY7" fmla="*/ 5628 h 6345"/>
                  <a:gd name="connsiteX8" fmla="*/ 3328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8" y="6557"/>
                    </a:moveTo>
                    <a:cubicBezTo>
                      <a:pt x="4170" y="6557"/>
                      <a:pt x="4976" y="6223"/>
                      <a:pt x="5571" y="5628"/>
                    </a:cubicBezTo>
                    <a:cubicBezTo>
                      <a:pt x="6166" y="5033"/>
                      <a:pt x="6500" y="4226"/>
                      <a:pt x="6500" y="3384"/>
                    </a:cubicBezTo>
                    <a:cubicBezTo>
                      <a:pt x="6500" y="2543"/>
                      <a:pt x="6166" y="1736"/>
                      <a:pt x="5571" y="1141"/>
                    </a:cubicBezTo>
                    <a:cubicBezTo>
                      <a:pt x="4976" y="546"/>
                      <a:pt x="4170" y="211"/>
                      <a:pt x="3328" y="211"/>
                    </a:cubicBezTo>
                    <a:cubicBezTo>
                      <a:pt x="2487" y="211"/>
                      <a:pt x="1681" y="546"/>
                      <a:pt x="1086" y="1141"/>
                    </a:cubicBezTo>
                    <a:cubicBezTo>
                      <a:pt x="491" y="1736"/>
                      <a:pt x="157" y="2543"/>
                      <a:pt x="157" y="3384"/>
                    </a:cubicBezTo>
                    <a:cubicBezTo>
                      <a:pt x="157" y="4226"/>
                      <a:pt x="491" y="5033"/>
                      <a:pt x="1086" y="5628"/>
                    </a:cubicBezTo>
                    <a:cubicBezTo>
                      <a:pt x="1681" y="6223"/>
                      <a:pt x="2487" y="6557"/>
                      <a:pt x="3328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30" name="Freeform: Shape 3329">
                <a:extLst>
                  <a:ext uri="{FF2B5EF4-FFF2-40B4-BE49-F238E27FC236}">
                    <a16:creationId xmlns:a16="http://schemas.microsoft.com/office/drawing/2014/main" id="{689E65F9-24C7-BB10-506F-C5BEDC271806}"/>
                  </a:ext>
                </a:extLst>
              </p:cNvPr>
              <p:cNvSpPr/>
              <p:nvPr/>
            </p:nvSpPr>
            <p:spPr>
              <a:xfrm>
                <a:off x="2859110" y="6148507"/>
                <a:ext cx="6343" cy="6345"/>
              </a:xfrm>
              <a:custGeom>
                <a:avLst/>
                <a:gdLst>
                  <a:gd name="connsiteX0" fmla="*/ 3330 w 6343"/>
                  <a:gd name="connsiteY0" fmla="*/ 6556 h 6345"/>
                  <a:gd name="connsiteX1" fmla="*/ 5572 w 6343"/>
                  <a:gd name="connsiteY1" fmla="*/ 5626 h 6345"/>
                  <a:gd name="connsiteX2" fmla="*/ 6501 w 6343"/>
                  <a:gd name="connsiteY2" fmla="*/ 3383 h 6345"/>
                  <a:gd name="connsiteX3" fmla="*/ 5572 w 6343"/>
                  <a:gd name="connsiteY3" fmla="*/ 1140 h 6345"/>
                  <a:gd name="connsiteX4" fmla="*/ 3330 w 6343"/>
                  <a:gd name="connsiteY4" fmla="*/ 210 h 6345"/>
                  <a:gd name="connsiteX5" fmla="*/ 1087 w 6343"/>
                  <a:gd name="connsiteY5" fmla="*/ 1140 h 6345"/>
                  <a:gd name="connsiteX6" fmla="*/ 158 w 6343"/>
                  <a:gd name="connsiteY6" fmla="*/ 3383 h 6345"/>
                  <a:gd name="connsiteX7" fmla="*/ 1087 w 6343"/>
                  <a:gd name="connsiteY7" fmla="*/ 5626 h 6345"/>
                  <a:gd name="connsiteX8" fmla="*/ 3330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556"/>
                    </a:moveTo>
                    <a:cubicBezTo>
                      <a:pt x="4171" y="6556"/>
                      <a:pt x="4978" y="6221"/>
                      <a:pt x="5572" y="5626"/>
                    </a:cubicBezTo>
                    <a:cubicBezTo>
                      <a:pt x="6167" y="5031"/>
                      <a:pt x="6501" y="4224"/>
                      <a:pt x="6501" y="3383"/>
                    </a:cubicBezTo>
                    <a:cubicBezTo>
                      <a:pt x="6501" y="2542"/>
                      <a:pt x="6167" y="1735"/>
                      <a:pt x="5572" y="1140"/>
                    </a:cubicBezTo>
                    <a:cubicBezTo>
                      <a:pt x="4978" y="545"/>
                      <a:pt x="4171" y="210"/>
                      <a:pt x="3330" y="210"/>
                    </a:cubicBezTo>
                    <a:cubicBezTo>
                      <a:pt x="2489" y="210"/>
                      <a:pt x="1682" y="545"/>
                      <a:pt x="1087" y="1140"/>
                    </a:cubicBezTo>
                    <a:cubicBezTo>
                      <a:pt x="492" y="1735"/>
                      <a:pt x="158" y="2542"/>
                      <a:pt x="158" y="3383"/>
                    </a:cubicBezTo>
                    <a:cubicBezTo>
                      <a:pt x="158" y="4224"/>
                      <a:pt x="492" y="5031"/>
                      <a:pt x="1087" y="5626"/>
                    </a:cubicBezTo>
                    <a:cubicBezTo>
                      <a:pt x="1682" y="6221"/>
                      <a:pt x="2489" y="6556"/>
                      <a:pt x="3330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31" name="Freeform: Shape 3330">
                <a:extLst>
                  <a:ext uri="{FF2B5EF4-FFF2-40B4-BE49-F238E27FC236}">
                    <a16:creationId xmlns:a16="http://schemas.microsoft.com/office/drawing/2014/main" id="{B4368271-17F5-6565-EAA2-60DF83AA93BA}"/>
                  </a:ext>
                </a:extLst>
              </p:cNvPr>
              <p:cNvSpPr/>
              <p:nvPr/>
            </p:nvSpPr>
            <p:spPr>
              <a:xfrm>
                <a:off x="2857700" y="6141834"/>
                <a:ext cx="6343" cy="6345"/>
              </a:xfrm>
              <a:custGeom>
                <a:avLst/>
                <a:gdLst>
                  <a:gd name="connsiteX0" fmla="*/ 3330 w 6343"/>
                  <a:gd name="connsiteY0" fmla="*/ 6555 h 6345"/>
                  <a:gd name="connsiteX1" fmla="*/ 5572 w 6343"/>
                  <a:gd name="connsiteY1" fmla="*/ 5626 h 6345"/>
                  <a:gd name="connsiteX2" fmla="*/ 6501 w 6343"/>
                  <a:gd name="connsiteY2" fmla="*/ 3382 h 6345"/>
                  <a:gd name="connsiteX3" fmla="*/ 5572 w 6343"/>
                  <a:gd name="connsiteY3" fmla="*/ 1139 h 6345"/>
                  <a:gd name="connsiteX4" fmla="*/ 3330 w 6343"/>
                  <a:gd name="connsiteY4" fmla="*/ 210 h 6345"/>
                  <a:gd name="connsiteX5" fmla="*/ 1087 w 6343"/>
                  <a:gd name="connsiteY5" fmla="*/ 1139 h 6345"/>
                  <a:gd name="connsiteX6" fmla="*/ 158 w 6343"/>
                  <a:gd name="connsiteY6" fmla="*/ 3382 h 6345"/>
                  <a:gd name="connsiteX7" fmla="*/ 1087 w 6343"/>
                  <a:gd name="connsiteY7" fmla="*/ 5626 h 6345"/>
                  <a:gd name="connsiteX8" fmla="*/ 3330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555"/>
                    </a:moveTo>
                    <a:cubicBezTo>
                      <a:pt x="4171" y="6555"/>
                      <a:pt x="4978" y="6221"/>
                      <a:pt x="5572" y="5626"/>
                    </a:cubicBezTo>
                    <a:cubicBezTo>
                      <a:pt x="6167" y="5031"/>
                      <a:pt x="6501" y="4224"/>
                      <a:pt x="6501" y="3382"/>
                    </a:cubicBezTo>
                    <a:cubicBezTo>
                      <a:pt x="6501" y="2541"/>
                      <a:pt x="6167" y="1734"/>
                      <a:pt x="5572" y="1139"/>
                    </a:cubicBezTo>
                    <a:cubicBezTo>
                      <a:pt x="4978" y="544"/>
                      <a:pt x="4171" y="210"/>
                      <a:pt x="3330" y="210"/>
                    </a:cubicBezTo>
                    <a:cubicBezTo>
                      <a:pt x="2489" y="210"/>
                      <a:pt x="1682" y="544"/>
                      <a:pt x="1087" y="1139"/>
                    </a:cubicBezTo>
                    <a:cubicBezTo>
                      <a:pt x="492" y="1734"/>
                      <a:pt x="158" y="2541"/>
                      <a:pt x="158" y="3382"/>
                    </a:cubicBezTo>
                    <a:cubicBezTo>
                      <a:pt x="158" y="4224"/>
                      <a:pt x="492" y="5031"/>
                      <a:pt x="1087" y="5626"/>
                    </a:cubicBezTo>
                    <a:cubicBezTo>
                      <a:pt x="1682" y="6221"/>
                      <a:pt x="2489" y="6555"/>
                      <a:pt x="3330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32" name="Freeform: Shape 3331">
                <a:extLst>
                  <a:ext uri="{FF2B5EF4-FFF2-40B4-BE49-F238E27FC236}">
                    <a16:creationId xmlns:a16="http://schemas.microsoft.com/office/drawing/2014/main" id="{CF2315CC-CD56-EC47-6DAF-D708160758C8}"/>
                  </a:ext>
                </a:extLst>
              </p:cNvPr>
              <p:cNvSpPr/>
              <p:nvPr/>
            </p:nvSpPr>
            <p:spPr>
              <a:xfrm>
                <a:off x="2854519" y="6135872"/>
                <a:ext cx="6343" cy="6345"/>
              </a:xfrm>
              <a:custGeom>
                <a:avLst/>
                <a:gdLst>
                  <a:gd name="connsiteX0" fmla="*/ 3329 w 6343"/>
                  <a:gd name="connsiteY0" fmla="*/ 6555 h 6345"/>
                  <a:gd name="connsiteX1" fmla="*/ 5572 w 6343"/>
                  <a:gd name="connsiteY1" fmla="*/ 5625 h 6345"/>
                  <a:gd name="connsiteX2" fmla="*/ 6501 w 6343"/>
                  <a:gd name="connsiteY2" fmla="*/ 3382 h 6345"/>
                  <a:gd name="connsiteX3" fmla="*/ 5572 w 6343"/>
                  <a:gd name="connsiteY3" fmla="*/ 1139 h 6345"/>
                  <a:gd name="connsiteX4" fmla="*/ 3329 w 6343"/>
                  <a:gd name="connsiteY4" fmla="*/ 209 h 6345"/>
                  <a:gd name="connsiteX5" fmla="*/ 1087 w 6343"/>
                  <a:gd name="connsiteY5" fmla="*/ 1139 h 6345"/>
                  <a:gd name="connsiteX6" fmla="*/ 158 w 6343"/>
                  <a:gd name="connsiteY6" fmla="*/ 3382 h 6345"/>
                  <a:gd name="connsiteX7" fmla="*/ 1087 w 6343"/>
                  <a:gd name="connsiteY7" fmla="*/ 5625 h 6345"/>
                  <a:gd name="connsiteX8" fmla="*/ 3329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555"/>
                    </a:moveTo>
                    <a:cubicBezTo>
                      <a:pt x="4171" y="6555"/>
                      <a:pt x="4977" y="6220"/>
                      <a:pt x="5572" y="5625"/>
                    </a:cubicBezTo>
                    <a:cubicBezTo>
                      <a:pt x="6167" y="5030"/>
                      <a:pt x="6501" y="4223"/>
                      <a:pt x="6501" y="3382"/>
                    </a:cubicBezTo>
                    <a:cubicBezTo>
                      <a:pt x="6501" y="2541"/>
                      <a:pt x="6167" y="1734"/>
                      <a:pt x="5572" y="1139"/>
                    </a:cubicBezTo>
                    <a:cubicBezTo>
                      <a:pt x="4977" y="544"/>
                      <a:pt x="4171" y="209"/>
                      <a:pt x="3329" y="209"/>
                    </a:cubicBezTo>
                    <a:cubicBezTo>
                      <a:pt x="2488" y="209"/>
                      <a:pt x="1682" y="544"/>
                      <a:pt x="1087" y="1139"/>
                    </a:cubicBezTo>
                    <a:cubicBezTo>
                      <a:pt x="492" y="1734"/>
                      <a:pt x="158" y="2541"/>
                      <a:pt x="158" y="3382"/>
                    </a:cubicBezTo>
                    <a:cubicBezTo>
                      <a:pt x="158" y="4223"/>
                      <a:pt x="492" y="5030"/>
                      <a:pt x="1087" y="5625"/>
                    </a:cubicBezTo>
                    <a:cubicBezTo>
                      <a:pt x="1682" y="6220"/>
                      <a:pt x="2488" y="6555"/>
                      <a:pt x="3329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33" name="Freeform: Shape 3332">
                <a:extLst>
                  <a:ext uri="{FF2B5EF4-FFF2-40B4-BE49-F238E27FC236}">
                    <a16:creationId xmlns:a16="http://schemas.microsoft.com/office/drawing/2014/main" id="{6D57BB88-2A8E-096B-0BBD-76DBD1BF39E0}"/>
                  </a:ext>
                </a:extLst>
              </p:cNvPr>
              <p:cNvSpPr/>
              <p:nvPr/>
            </p:nvSpPr>
            <p:spPr>
              <a:xfrm>
                <a:off x="2848933" y="6130828"/>
                <a:ext cx="6343" cy="6345"/>
              </a:xfrm>
              <a:custGeom>
                <a:avLst/>
                <a:gdLst>
                  <a:gd name="connsiteX0" fmla="*/ 3329 w 6343"/>
                  <a:gd name="connsiteY0" fmla="*/ 6554 h 6345"/>
                  <a:gd name="connsiteX1" fmla="*/ 5572 w 6343"/>
                  <a:gd name="connsiteY1" fmla="*/ 5625 h 6345"/>
                  <a:gd name="connsiteX2" fmla="*/ 6501 w 6343"/>
                  <a:gd name="connsiteY2" fmla="*/ 3382 h 6345"/>
                  <a:gd name="connsiteX3" fmla="*/ 5572 w 6343"/>
                  <a:gd name="connsiteY3" fmla="*/ 1138 h 6345"/>
                  <a:gd name="connsiteX4" fmla="*/ 3329 w 6343"/>
                  <a:gd name="connsiteY4" fmla="*/ 209 h 6345"/>
                  <a:gd name="connsiteX5" fmla="*/ 1086 w 6343"/>
                  <a:gd name="connsiteY5" fmla="*/ 1138 h 6345"/>
                  <a:gd name="connsiteX6" fmla="*/ 157 w 6343"/>
                  <a:gd name="connsiteY6" fmla="*/ 3382 h 6345"/>
                  <a:gd name="connsiteX7" fmla="*/ 1086 w 6343"/>
                  <a:gd name="connsiteY7" fmla="*/ 5625 h 6345"/>
                  <a:gd name="connsiteX8" fmla="*/ 3329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554"/>
                    </a:moveTo>
                    <a:cubicBezTo>
                      <a:pt x="4170" y="6554"/>
                      <a:pt x="4977" y="6220"/>
                      <a:pt x="5572" y="5625"/>
                    </a:cubicBezTo>
                    <a:cubicBezTo>
                      <a:pt x="6166" y="5030"/>
                      <a:pt x="6501" y="4223"/>
                      <a:pt x="6501" y="3382"/>
                    </a:cubicBezTo>
                    <a:cubicBezTo>
                      <a:pt x="6501" y="2540"/>
                      <a:pt x="6166" y="1733"/>
                      <a:pt x="5572" y="1138"/>
                    </a:cubicBezTo>
                    <a:cubicBezTo>
                      <a:pt x="4977" y="543"/>
                      <a:pt x="4170" y="209"/>
                      <a:pt x="3329" y="209"/>
                    </a:cubicBezTo>
                    <a:cubicBezTo>
                      <a:pt x="2488" y="209"/>
                      <a:pt x="1681" y="543"/>
                      <a:pt x="1086" y="1138"/>
                    </a:cubicBezTo>
                    <a:cubicBezTo>
                      <a:pt x="492" y="1733"/>
                      <a:pt x="157" y="2540"/>
                      <a:pt x="157" y="3382"/>
                    </a:cubicBezTo>
                    <a:cubicBezTo>
                      <a:pt x="157" y="4223"/>
                      <a:pt x="492" y="5030"/>
                      <a:pt x="1086" y="5625"/>
                    </a:cubicBezTo>
                    <a:cubicBezTo>
                      <a:pt x="1681" y="6220"/>
                      <a:pt x="2488" y="6554"/>
                      <a:pt x="3329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34" name="Freeform: Shape 3333">
                <a:extLst>
                  <a:ext uri="{FF2B5EF4-FFF2-40B4-BE49-F238E27FC236}">
                    <a16:creationId xmlns:a16="http://schemas.microsoft.com/office/drawing/2014/main" id="{665B7533-EDF5-CF7E-3DB4-2E465FC006F0}"/>
                  </a:ext>
                </a:extLst>
              </p:cNvPr>
              <p:cNvSpPr/>
              <p:nvPr/>
            </p:nvSpPr>
            <p:spPr>
              <a:xfrm>
                <a:off x="3017915" y="5978034"/>
                <a:ext cx="6343" cy="6345"/>
              </a:xfrm>
              <a:custGeom>
                <a:avLst/>
                <a:gdLst>
                  <a:gd name="connsiteX0" fmla="*/ 3342 w 6343"/>
                  <a:gd name="connsiteY0" fmla="*/ 6542 h 6345"/>
                  <a:gd name="connsiteX1" fmla="*/ 5585 w 6343"/>
                  <a:gd name="connsiteY1" fmla="*/ 5613 h 6345"/>
                  <a:gd name="connsiteX2" fmla="*/ 6514 w 6343"/>
                  <a:gd name="connsiteY2" fmla="*/ 3370 h 6345"/>
                  <a:gd name="connsiteX3" fmla="*/ 5585 w 6343"/>
                  <a:gd name="connsiteY3" fmla="*/ 1126 h 6345"/>
                  <a:gd name="connsiteX4" fmla="*/ 3342 w 6343"/>
                  <a:gd name="connsiteY4" fmla="*/ 197 h 6345"/>
                  <a:gd name="connsiteX5" fmla="*/ 1100 w 6343"/>
                  <a:gd name="connsiteY5" fmla="*/ 1126 h 6345"/>
                  <a:gd name="connsiteX6" fmla="*/ 171 w 6343"/>
                  <a:gd name="connsiteY6" fmla="*/ 3370 h 6345"/>
                  <a:gd name="connsiteX7" fmla="*/ 1100 w 6343"/>
                  <a:gd name="connsiteY7" fmla="*/ 5613 h 6345"/>
                  <a:gd name="connsiteX8" fmla="*/ 334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542"/>
                    </a:moveTo>
                    <a:cubicBezTo>
                      <a:pt x="4183" y="6542"/>
                      <a:pt x="4990" y="6208"/>
                      <a:pt x="5585" y="5613"/>
                    </a:cubicBezTo>
                    <a:cubicBezTo>
                      <a:pt x="6180" y="5018"/>
                      <a:pt x="6514" y="4211"/>
                      <a:pt x="6514" y="3370"/>
                    </a:cubicBezTo>
                    <a:cubicBezTo>
                      <a:pt x="6514" y="2528"/>
                      <a:pt x="6180" y="1721"/>
                      <a:pt x="5585" y="1126"/>
                    </a:cubicBezTo>
                    <a:cubicBezTo>
                      <a:pt x="4990" y="531"/>
                      <a:pt x="4183" y="197"/>
                      <a:pt x="3342" y="197"/>
                    </a:cubicBezTo>
                    <a:cubicBezTo>
                      <a:pt x="2501" y="197"/>
                      <a:pt x="1694" y="531"/>
                      <a:pt x="1100" y="1126"/>
                    </a:cubicBezTo>
                    <a:cubicBezTo>
                      <a:pt x="505" y="1721"/>
                      <a:pt x="171" y="2528"/>
                      <a:pt x="171" y="3370"/>
                    </a:cubicBezTo>
                    <a:cubicBezTo>
                      <a:pt x="171" y="4211"/>
                      <a:pt x="505" y="5018"/>
                      <a:pt x="1100" y="5613"/>
                    </a:cubicBezTo>
                    <a:cubicBezTo>
                      <a:pt x="1694" y="6208"/>
                      <a:pt x="2501" y="6542"/>
                      <a:pt x="334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35" name="Freeform: Shape 3334">
                <a:extLst>
                  <a:ext uri="{FF2B5EF4-FFF2-40B4-BE49-F238E27FC236}">
                    <a16:creationId xmlns:a16="http://schemas.microsoft.com/office/drawing/2014/main" id="{80580DD2-4E29-B84F-4CAA-8BAB313B725B}"/>
                  </a:ext>
                </a:extLst>
              </p:cNvPr>
              <p:cNvSpPr/>
              <p:nvPr/>
            </p:nvSpPr>
            <p:spPr>
              <a:xfrm>
                <a:off x="3541960" y="5751916"/>
                <a:ext cx="6343" cy="6345"/>
              </a:xfrm>
              <a:custGeom>
                <a:avLst/>
                <a:gdLst>
                  <a:gd name="connsiteX0" fmla="*/ 3384 w 6343"/>
                  <a:gd name="connsiteY0" fmla="*/ 6524 h 6345"/>
                  <a:gd name="connsiteX1" fmla="*/ 5626 w 6343"/>
                  <a:gd name="connsiteY1" fmla="*/ 5595 h 6345"/>
                  <a:gd name="connsiteX2" fmla="*/ 6555 w 6343"/>
                  <a:gd name="connsiteY2" fmla="*/ 3352 h 6345"/>
                  <a:gd name="connsiteX3" fmla="*/ 5626 w 6343"/>
                  <a:gd name="connsiteY3" fmla="*/ 1108 h 6345"/>
                  <a:gd name="connsiteX4" fmla="*/ 3384 w 6343"/>
                  <a:gd name="connsiteY4" fmla="*/ 179 h 6345"/>
                  <a:gd name="connsiteX5" fmla="*/ 1141 w 6343"/>
                  <a:gd name="connsiteY5" fmla="*/ 1108 h 6345"/>
                  <a:gd name="connsiteX6" fmla="*/ 212 w 6343"/>
                  <a:gd name="connsiteY6" fmla="*/ 3352 h 6345"/>
                  <a:gd name="connsiteX7" fmla="*/ 1141 w 6343"/>
                  <a:gd name="connsiteY7" fmla="*/ 5595 h 6345"/>
                  <a:gd name="connsiteX8" fmla="*/ 3384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24"/>
                    </a:moveTo>
                    <a:cubicBezTo>
                      <a:pt x="4225" y="6524"/>
                      <a:pt x="5031" y="6190"/>
                      <a:pt x="5626" y="5595"/>
                    </a:cubicBezTo>
                    <a:cubicBezTo>
                      <a:pt x="6221" y="5000"/>
                      <a:pt x="6555" y="4193"/>
                      <a:pt x="6555" y="3352"/>
                    </a:cubicBezTo>
                    <a:cubicBezTo>
                      <a:pt x="6555" y="2510"/>
                      <a:pt x="6221" y="1703"/>
                      <a:pt x="5626" y="1108"/>
                    </a:cubicBezTo>
                    <a:cubicBezTo>
                      <a:pt x="5031" y="513"/>
                      <a:pt x="4225" y="179"/>
                      <a:pt x="3384" y="179"/>
                    </a:cubicBezTo>
                    <a:cubicBezTo>
                      <a:pt x="2542" y="179"/>
                      <a:pt x="1736" y="513"/>
                      <a:pt x="1141" y="1108"/>
                    </a:cubicBezTo>
                    <a:cubicBezTo>
                      <a:pt x="546" y="1703"/>
                      <a:pt x="212" y="2510"/>
                      <a:pt x="212" y="3352"/>
                    </a:cubicBezTo>
                    <a:cubicBezTo>
                      <a:pt x="212" y="4193"/>
                      <a:pt x="546" y="5000"/>
                      <a:pt x="1141" y="5595"/>
                    </a:cubicBezTo>
                    <a:cubicBezTo>
                      <a:pt x="1736" y="6190"/>
                      <a:pt x="2542" y="6524"/>
                      <a:pt x="3384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36" name="Freeform: Shape 3335">
                <a:extLst>
                  <a:ext uri="{FF2B5EF4-FFF2-40B4-BE49-F238E27FC236}">
                    <a16:creationId xmlns:a16="http://schemas.microsoft.com/office/drawing/2014/main" id="{2F4453C6-21B2-9457-E1AD-D982C21DCCD6}"/>
                  </a:ext>
                </a:extLst>
              </p:cNvPr>
              <p:cNvSpPr/>
              <p:nvPr/>
            </p:nvSpPr>
            <p:spPr>
              <a:xfrm>
                <a:off x="3562012" y="5749018"/>
                <a:ext cx="6343" cy="6345"/>
              </a:xfrm>
              <a:custGeom>
                <a:avLst/>
                <a:gdLst>
                  <a:gd name="connsiteX0" fmla="*/ 3385 w 6343"/>
                  <a:gd name="connsiteY0" fmla="*/ 6524 h 6345"/>
                  <a:gd name="connsiteX1" fmla="*/ 5628 w 6343"/>
                  <a:gd name="connsiteY1" fmla="*/ 5595 h 6345"/>
                  <a:gd name="connsiteX2" fmla="*/ 6557 w 6343"/>
                  <a:gd name="connsiteY2" fmla="*/ 3352 h 6345"/>
                  <a:gd name="connsiteX3" fmla="*/ 5628 w 6343"/>
                  <a:gd name="connsiteY3" fmla="*/ 1108 h 6345"/>
                  <a:gd name="connsiteX4" fmla="*/ 3385 w 6343"/>
                  <a:gd name="connsiteY4" fmla="*/ 179 h 6345"/>
                  <a:gd name="connsiteX5" fmla="*/ 1143 w 6343"/>
                  <a:gd name="connsiteY5" fmla="*/ 1108 h 6345"/>
                  <a:gd name="connsiteX6" fmla="*/ 214 w 6343"/>
                  <a:gd name="connsiteY6" fmla="*/ 3352 h 6345"/>
                  <a:gd name="connsiteX7" fmla="*/ 1143 w 6343"/>
                  <a:gd name="connsiteY7" fmla="*/ 5595 h 6345"/>
                  <a:gd name="connsiteX8" fmla="*/ 3385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4"/>
                    </a:moveTo>
                    <a:cubicBezTo>
                      <a:pt x="4226" y="6524"/>
                      <a:pt x="5033" y="6190"/>
                      <a:pt x="5628" y="5595"/>
                    </a:cubicBezTo>
                    <a:cubicBezTo>
                      <a:pt x="6223" y="5000"/>
                      <a:pt x="6557" y="4193"/>
                      <a:pt x="6557" y="3352"/>
                    </a:cubicBezTo>
                    <a:cubicBezTo>
                      <a:pt x="6557" y="2510"/>
                      <a:pt x="6223" y="1703"/>
                      <a:pt x="5628" y="1108"/>
                    </a:cubicBezTo>
                    <a:cubicBezTo>
                      <a:pt x="5033" y="513"/>
                      <a:pt x="4226" y="179"/>
                      <a:pt x="3385" y="179"/>
                    </a:cubicBezTo>
                    <a:cubicBezTo>
                      <a:pt x="2544" y="179"/>
                      <a:pt x="1737" y="513"/>
                      <a:pt x="1143" y="1108"/>
                    </a:cubicBezTo>
                    <a:cubicBezTo>
                      <a:pt x="548" y="1703"/>
                      <a:pt x="214" y="2510"/>
                      <a:pt x="214" y="3352"/>
                    </a:cubicBezTo>
                    <a:cubicBezTo>
                      <a:pt x="214" y="4193"/>
                      <a:pt x="548" y="5000"/>
                      <a:pt x="1143" y="5595"/>
                    </a:cubicBezTo>
                    <a:cubicBezTo>
                      <a:pt x="1737" y="6190"/>
                      <a:pt x="2544" y="6524"/>
                      <a:pt x="3385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37" name="Freeform: Shape 3336">
                <a:extLst>
                  <a:ext uri="{FF2B5EF4-FFF2-40B4-BE49-F238E27FC236}">
                    <a16:creationId xmlns:a16="http://schemas.microsoft.com/office/drawing/2014/main" id="{BDCA4574-D367-F20F-3C5D-33435ED8799F}"/>
                  </a:ext>
                </a:extLst>
              </p:cNvPr>
              <p:cNvSpPr/>
              <p:nvPr/>
            </p:nvSpPr>
            <p:spPr>
              <a:xfrm>
                <a:off x="3562363" y="5747092"/>
                <a:ext cx="6343" cy="6345"/>
              </a:xfrm>
              <a:custGeom>
                <a:avLst/>
                <a:gdLst>
                  <a:gd name="connsiteX0" fmla="*/ 3385 w 6343"/>
                  <a:gd name="connsiteY0" fmla="*/ 6524 h 6345"/>
                  <a:gd name="connsiteX1" fmla="*/ 5628 w 6343"/>
                  <a:gd name="connsiteY1" fmla="*/ 5595 h 6345"/>
                  <a:gd name="connsiteX2" fmla="*/ 6557 w 6343"/>
                  <a:gd name="connsiteY2" fmla="*/ 3351 h 6345"/>
                  <a:gd name="connsiteX3" fmla="*/ 5628 w 6343"/>
                  <a:gd name="connsiteY3" fmla="*/ 1108 h 6345"/>
                  <a:gd name="connsiteX4" fmla="*/ 3385 w 6343"/>
                  <a:gd name="connsiteY4" fmla="*/ 179 h 6345"/>
                  <a:gd name="connsiteX5" fmla="*/ 1143 w 6343"/>
                  <a:gd name="connsiteY5" fmla="*/ 1108 h 6345"/>
                  <a:gd name="connsiteX6" fmla="*/ 214 w 6343"/>
                  <a:gd name="connsiteY6" fmla="*/ 3351 h 6345"/>
                  <a:gd name="connsiteX7" fmla="*/ 1143 w 6343"/>
                  <a:gd name="connsiteY7" fmla="*/ 5595 h 6345"/>
                  <a:gd name="connsiteX8" fmla="*/ 3385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4"/>
                    </a:moveTo>
                    <a:cubicBezTo>
                      <a:pt x="4226" y="6524"/>
                      <a:pt x="5033" y="6190"/>
                      <a:pt x="5628" y="5595"/>
                    </a:cubicBezTo>
                    <a:cubicBezTo>
                      <a:pt x="6223" y="5000"/>
                      <a:pt x="6557" y="4193"/>
                      <a:pt x="6557" y="3351"/>
                    </a:cubicBezTo>
                    <a:cubicBezTo>
                      <a:pt x="6557" y="2510"/>
                      <a:pt x="6223" y="1703"/>
                      <a:pt x="5628" y="1108"/>
                    </a:cubicBezTo>
                    <a:cubicBezTo>
                      <a:pt x="5033" y="513"/>
                      <a:pt x="4226" y="179"/>
                      <a:pt x="3385" y="179"/>
                    </a:cubicBezTo>
                    <a:cubicBezTo>
                      <a:pt x="2544" y="179"/>
                      <a:pt x="1737" y="513"/>
                      <a:pt x="1143" y="1108"/>
                    </a:cubicBezTo>
                    <a:cubicBezTo>
                      <a:pt x="548" y="1703"/>
                      <a:pt x="214" y="2510"/>
                      <a:pt x="214" y="3351"/>
                    </a:cubicBezTo>
                    <a:cubicBezTo>
                      <a:pt x="214" y="4193"/>
                      <a:pt x="548" y="5000"/>
                      <a:pt x="1143" y="5595"/>
                    </a:cubicBezTo>
                    <a:cubicBezTo>
                      <a:pt x="1737" y="6190"/>
                      <a:pt x="2544" y="6524"/>
                      <a:pt x="3385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38" name="Freeform: Shape 3337">
                <a:extLst>
                  <a:ext uri="{FF2B5EF4-FFF2-40B4-BE49-F238E27FC236}">
                    <a16:creationId xmlns:a16="http://schemas.microsoft.com/office/drawing/2014/main" id="{B05B047B-D719-428D-0F8F-8834808DF2A5}"/>
                  </a:ext>
                </a:extLst>
              </p:cNvPr>
              <p:cNvSpPr/>
              <p:nvPr/>
            </p:nvSpPr>
            <p:spPr>
              <a:xfrm>
                <a:off x="3568050" y="5745008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8 w 6343"/>
                  <a:gd name="connsiteY1" fmla="*/ 5595 h 6345"/>
                  <a:gd name="connsiteX2" fmla="*/ 6557 w 6343"/>
                  <a:gd name="connsiteY2" fmla="*/ 3351 h 6345"/>
                  <a:gd name="connsiteX3" fmla="*/ 5628 w 6343"/>
                  <a:gd name="connsiteY3" fmla="*/ 1108 h 6345"/>
                  <a:gd name="connsiteX4" fmla="*/ 3386 w 6343"/>
                  <a:gd name="connsiteY4" fmla="*/ 179 h 6345"/>
                  <a:gd name="connsiteX5" fmla="*/ 1143 w 6343"/>
                  <a:gd name="connsiteY5" fmla="*/ 1108 h 6345"/>
                  <a:gd name="connsiteX6" fmla="*/ 214 w 6343"/>
                  <a:gd name="connsiteY6" fmla="*/ 3351 h 6345"/>
                  <a:gd name="connsiteX7" fmla="*/ 1143 w 6343"/>
                  <a:gd name="connsiteY7" fmla="*/ 5595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4" y="6190"/>
                      <a:pt x="5628" y="5595"/>
                    </a:cubicBezTo>
                    <a:cubicBezTo>
                      <a:pt x="6223" y="5000"/>
                      <a:pt x="6557" y="4193"/>
                      <a:pt x="6557" y="3351"/>
                    </a:cubicBezTo>
                    <a:cubicBezTo>
                      <a:pt x="6557" y="2510"/>
                      <a:pt x="6223" y="1703"/>
                      <a:pt x="5628" y="1108"/>
                    </a:cubicBezTo>
                    <a:cubicBezTo>
                      <a:pt x="5034" y="513"/>
                      <a:pt x="4227" y="179"/>
                      <a:pt x="3386" y="179"/>
                    </a:cubicBezTo>
                    <a:cubicBezTo>
                      <a:pt x="2545" y="179"/>
                      <a:pt x="1738" y="513"/>
                      <a:pt x="1143" y="1108"/>
                    </a:cubicBezTo>
                    <a:cubicBezTo>
                      <a:pt x="548" y="1703"/>
                      <a:pt x="214" y="2510"/>
                      <a:pt x="214" y="3351"/>
                    </a:cubicBezTo>
                    <a:cubicBezTo>
                      <a:pt x="214" y="4193"/>
                      <a:pt x="548" y="5000"/>
                      <a:pt x="1143" y="5595"/>
                    </a:cubicBezTo>
                    <a:cubicBezTo>
                      <a:pt x="1738" y="6190"/>
                      <a:pt x="2545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39" name="Freeform: Shape 3338">
                <a:extLst>
                  <a:ext uri="{FF2B5EF4-FFF2-40B4-BE49-F238E27FC236}">
                    <a16:creationId xmlns:a16="http://schemas.microsoft.com/office/drawing/2014/main" id="{131FB562-2E0C-FE02-80CD-8CE977A6E8F8}"/>
                  </a:ext>
                </a:extLst>
              </p:cNvPr>
              <p:cNvSpPr/>
              <p:nvPr/>
            </p:nvSpPr>
            <p:spPr>
              <a:xfrm>
                <a:off x="3571326" y="5743054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9 w 6343"/>
                  <a:gd name="connsiteY1" fmla="*/ 5595 h 6345"/>
                  <a:gd name="connsiteX2" fmla="*/ 6557 w 6343"/>
                  <a:gd name="connsiteY2" fmla="*/ 3351 h 6345"/>
                  <a:gd name="connsiteX3" fmla="*/ 5629 w 6343"/>
                  <a:gd name="connsiteY3" fmla="*/ 1108 h 6345"/>
                  <a:gd name="connsiteX4" fmla="*/ 3386 w 6343"/>
                  <a:gd name="connsiteY4" fmla="*/ 178 h 6345"/>
                  <a:gd name="connsiteX5" fmla="*/ 1143 w 6343"/>
                  <a:gd name="connsiteY5" fmla="*/ 1108 h 6345"/>
                  <a:gd name="connsiteX6" fmla="*/ 214 w 6343"/>
                  <a:gd name="connsiteY6" fmla="*/ 3351 h 6345"/>
                  <a:gd name="connsiteX7" fmla="*/ 1143 w 6343"/>
                  <a:gd name="connsiteY7" fmla="*/ 5595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4" y="6189"/>
                      <a:pt x="5629" y="5595"/>
                    </a:cubicBezTo>
                    <a:cubicBezTo>
                      <a:pt x="6223" y="5000"/>
                      <a:pt x="6557" y="4192"/>
                      <a:pt x="6557" y="3351"/>
                    </a:cubicBezTo>
                    <a:cubicBezTo>
                      <a:pt x="6557" y="2510"/>
                      <a:pt x="6223" y="1703"/>
                      <a:pt x="5629" y="1108"/>
                    </a:cubicBezTo>
                    <a:cubicBezTo>
                      <a:pt x="5034" y="513"/>
                      <a:pt x="4227" y="178"/>
                      <a:pt x="3386" y="178"/>
                    </a:cubicBezTo>
                    <a:cubicBezTo>
                      <a:pt x="2545" y="178"/>
                      <a:pt x="1738" y="513"/>
                      <a:pt x="1143" y="1108"/>
                    </a:cubicBezTo>
                    <a:cubicBezTo>
                      <a:pt x="549" y="1703"/>
                      <a:pt x="214" y="2510"/>
                      <a:pt x="214" y="3351"/>
                    </a:cubicBezTo>
                    <a:cubicBezTo>
                      <a:pt x="214" y="4192"/>
                      <a:pt x="549" y="5000"/>
                      <a:pt x="1143" y="5595"/>
                    </a:cubicBezTo>
                    <a:cubicBezTo>
                      <a:pt x="1738" y="6189"/>
                      <a:pt x="2545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40" name="Freeform: Shape 3339">
                <a:extLst>
                  <a:ext uri="{FF2B5EF4-FFF2-40B4-BE49-F238E27FC236}">
                    <a16:creationId xmlns:a16="http://schemas.microsoft.com/office/drawing/2014/main" id="{19FF2F58-694F-1BAD-AEE1-7023BF87EFFD}"/>
                  </a:ext>
                </a:extLst>
              </p:cNvPr>
              <p:cNvSpPr/>
              <p:nvPr/>
            </p:nvSpPr>
            <p:spPr>
              <a:xfrm>
                <a:off x="3574947" y="5741134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9 w 6343"/>
                  <a:gd name="connsiteY1" fmla="*/ 5594 h 6345"/>
                  <a:gd name="connsiteX2" fmla="*/ 6558 w 6343"/>
                  <a:gd name="connsiteY2" fmla="*/ 3351 h 6345"/>
                  <a:gd name="connsiteX3" fmla="*/ 5629 w 6343"/>
                  <a:gd name="connsiteY3" fmla="*/ 1107 h 6345"/>
                  <a:gd name="connsiteX4" fmla="*/ 3386 w 6343"/>
                  <a:gd name="connsiteY4" fmla="*/ 178 h 6345"/>
                  <a:gd name="connsiteX5" fmla="*/ 1144 w 6343"/>
                  <a:gd name="connsiteY5" fmla="*/ 1107 h 6345"/>
                  <a:gd name="connsiteX6" fmla="*/ 215 w 6343"/>
                  <a:gd name="connsiteY6" fmla="*/ 3351 h 6345"/>
                  <a:gd name="connsiteX7" fmla="*/ 1144 w 6343"/>
                  <a:gd name="connsiteY7" fmla="*/ 5594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4" y="6189"/>
                      <a:pt x="5629" y="5594"/>
                    </a:cubicBezTo>
                    <a:cubicBezTo>
                      <a:pt x="6224" y="4999"/>
                      <a:pt x="6558" y="4192"/>
                      <a:pt x="6558" y="3351"/>
                    </a:cubicBezTo>
                    <a:cubicBezTo>
                      <a:pt x="6558" y="2510"/>
                      <a:pt x="6224" y="1702"/>
                      <a:pt x="5629" y="1107"/>
                    </a:cubicBezTo>
                    <a:cubicBezTo>
                      <a:pt x="5034" y="513"/>
                      <a:pt x="4227" y="178"/>
                      <a:pt x="3386" y="178"/>
                    </a:cubicBezTo>
                    <a:cubicBezTo>
                      <a:pt x="2545" y="178"/>
                      <a:pt x="1738" y="513"/>
                      <a:pt x="1144" y="1107"/>
                    </a:cubicBezTo>
                    <a:cubicBezTo>
                      <a:pt x="549" y="1702"/>
                      <a:pt x="215" y="2510"/>
                      <a:pt x="215" y="3351"/>
                    </a:cubicBezTo>
                    <a:cubicBezTo>
                      <a:pt x="215" y="4192"/>
                      <a:pt x="549" y="4999"/>
                      <a:pt x="1144" y="5594"/>
                    </a:cubicBezTo>
                    <a:cubicBezTo>
                      <a:pt x="1738" y="6189"/>
                      <a:pt x="2545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41" name="Freeform: Shape 3340">
                <a:extLst>
                  <a:ext uri="{FF2B5EF4-FFF2-40B4-BE49-F238E27FC236}">
                    <a16:creationId xmlns:a16="http://schemas.microsoft.com/office/drawing/2014/main" id="{D8BD1828-DB0E-059F-E539-F73455D6E47A}"/>
                  </a:ext>
                </a:extLst>
              </p:cNvPr>
              <p:cNvSpPr/>
              <p:nvPr/>
            </p:nvSpPr>
            <p:spPr>
              <a:xfrm>
                <a:off x="3577819" y="5739269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9 w 6343"/>
                  <a:gd name="connsiteY1" fmla="*/ 5594 h 6345"/>
                  <a:gd name="connsiteX2" fmla="*/ 6558 w 6343"/>
                  <a:gd name="connsiteY2" fmla="*/ 3351 h 6345"/>
                  <a:gd name="connsiteX3" fmla="*/ 5629 w 6343"/>
                  <a:gd name="connsiteY3" fmla="*/ 1107 h 6345"/>
                  <a:gd name="connsiteX4" fmla="*/ 3386 w 6343"/>
                  <a:gd name="connsiteY4" fmla="*/ 178 h 6345"/>
                  <a:gd name="connsiteX5" fmla="*/ 1144 w 6343"/>
                  <a:gd name="connsiteY5" fmla="*/ 1107 h 6345"/>
                  <a:gd name="connsiteX6" fmla="*/ 215 w 6343"/>
                  <a:gd name="connsiteY6" fmla="*/ 3351 h 6345"/>
                  <a:gd name="connsiteX7" fmla="*/ 1144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8" y="6523"/>
                      <a:pt x="5034" y="6189"/>
                      <a:pt x="5629" y="5594"/>
                    </a:cubicBezTo>
                    <a:cubicBezTo>
                      <a:pt x="6224" y="4999"/>
                      <a:pt x="6558" y="4192"/>
                      <a:pt x="6558" y="3351"/>
                    </a:cubicBezTo>
                    <a:cubicBezTo>
                      <a:pt x="6558" y="2509"/>
                      <a:pt x="6224" y="1702"/>
                      <a:pt x="5629" y="1107"/>
                    </a:cubicBezTo>
                    <a:cubicBezTo>
                      <a:pt x="5034" y="512"/>
                      <a:pt x="4228" y="178"/>
                      <a:pt x="3386" y="178"/>
                    </a:cubicBezTo>
                    <a:cubicBezTo>
                      <a:pt x="2545" y="178"/>
                      <a:pt x="1739" y="512"/>
                      <a:pt x="1144" y="1107"/>
                    </a:cubicBezTo>
                    <a:cubicBezTo>
                      <a:pt x="549" y="1702"/>
                      <a:pt x="215" y="2509"/>
                      <a:pt x="215" y="3351"/>
                    </a:cubicBezTo>
                    <a:cubicBezTo>
                      <a:pt x="215" y="4192"/>
                      <a:pt x="549" y="4999"/>
                      <a:pt x="1144" y="5594"/>
                    </a:cubicBezTo>
                    <a:cubicBezTo>
                      <a:pt x="1739" y="6189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42" name="Freeform: Shape 3341">
                <a:extLst>
                  <a:ext uri="{FF2B5EF4-FFF2-40B4-BE49-F238E27FC236}">
                    <a16:creationId xmlns:a16="http://schemas.microsoft.com/office/drawing/2014/main" id="{ECE0C061-DADA-943C-C1F1-48077261CE74}"/>
                  </a:ext>
                </a:extLst>
              </p:cNvPr>
              <p:cNvSpPr/>
              <p:nvPr/>
            </p:nvSpPr>
            <p:spPr>
              <a:xfrm>
                <a:off x="3577945" y="5737456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9 w 6343"/>
                  <a:gd name="connsiteY1" fmla="*/ 5594 h 6345"/>
                  <a:gd name="connsiteX2" fmla="*/ 6558 w 6343"/>
                  <a:gd name="connsiteY2" fmla="*/ 3351 h 6345"/>
                  <a:gd name="connsiteX3" fmla="*/ 5629 w 6343"/>
                  <a:gd name="connsiteY3" fmla="*/ 1107 h 6345"/>
                  <a:gd name="connsiteX4" fmla="*/ 3386 w 6343"/>
                  <a:gd name="connsiteY4" fmla="*/ 178 h 6345"/>
                  <a:gd name="connsiteX5" fmla="*/ 1144 w 6343"/>
                  <a:gd name="connsiteY5" fmla="*/ 1107 h 6345"/>
                  <a:gd name="connsiteX6" fmla="*/ 215 w 6343"/>
                  <a:gd name="connsiteY6" fmla="*/ 3351 h 6345"/>
                  <a:gd name="connsiteX7" fmla="*/ 1144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8" y="6523"/>
                      <a:pt x="5034" y="6189"/>
                      <a:pt x="5629" y="5594"/>
                    </a:cubicBezTo>
                    <a:cubicBezTo>
                      <a:pt x="6224" y="4999"/>
                      <a:pt x="6558" y="4192"/>
                      <a:pt x="6558" y="3351"/>
                    </a:cubicBezTo>
                    <a:cubicBezTo>
                      <a:pt x="6558" y="2509"/>
                      <a:pt x="6224" y="1702"/>
                      <a:pt x="5629" y="1107"/>
                    </a:cubicBezTo>
                    <a:cubicBezTo>
                      <a:pt x="5034" y="512"/>
                      <a:pt x="4228" y="178"/>
                      <a:pt x="3386" y="178"/>
                    </a:cubicBezTo>
                    <a:cubicBezTo>
                      <a:pt x="2545" y="178"/>
                      <a:pt x="1739" y="512"/>
                      <a:pt x="1144" y="1107"/>
                    </a:cubicBezTo>
                    <a:cubicBezTo>
                      <a:pt x="549" y="1702"/>
                      <a:pt x="215" y="2509"/>
                      <a:pt x="215" y="3351"/>
                    </a:cubicBezTo>
                    <a:cubicBezTo>
                      <a:pt x="215" y="4192"/>
                      <a:pt x="549" y="4999"/>
                      <a:pt x="1144" y="5594"/>
                    </a:cubicBezTo>
                    <a:cubicBezTo>
                      <a:pt x="1739" y="6189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43" name="Freeform: Shape 3342">
                <a:extLst>
                  <a:ext uri="{FF2B5EF4-FFF2-40B4-BE49-F238E27FC236}">
                    <a16:creationId xmlns:a16="http://schemas.microsoft.com/office/drawing/2014/main" id="{E3BE3905-19FE-64F5-4909-C6397275C8AA}"/>
                  </a:ext>
                </a:extLst>
              </p:cNvPr>
              <p:cNvSpPr/>
              <p:nvPr/>
            </p:nvSpPr>
            <p:spPr>
              <a:xfrm>
                <a:off x="3603266" y="5735598"/>
                <a:ext cx="6343" cy="6345"/>
              </a:xfrm>
              <a:custGeom>
                <a:avLst/>
                <a:gdLst>
                  <a:gd name="connsiteX0" fmla="*/ 3388 w 6343"/>
                  <a:gd name="connsiteY0" fmla="*/ 6523 h 6345"/>
                  <a:gd name="connsiteX1" fmla="*/ 5631 w 6343"/>
                  <a:gd name="connsiteY1" fmla="*/ 5594 h 6345"/>
                  <a:gd name="connsiteX2" fmla="*/ 6560 w 6343"/>
                  <a:gd name="connsiteY2" fmla="*/ 3350 h 6345"/>
                  <a:gd name="connsiteX3" fmla="*/ 5631 w 6343"/>
                  <a:gd name="connsiteY3" fmla="*/ 1107 h 6345"/>
                  <a:gd name="connsiteX4" fmla="*/ 3388 w 6343"/>
                  <a:gd name="connsiteY4" fmla="*/ 178 h 6345"/>
                  <a:gd name="connsiteX5" fmla="*/ 1146 w 6343"/>
                  <a:gd name="connsiteY5" fmla="*/ 1107 h 6345"/>
                  <a:gd name="connsiteX6" fmla="*/ 217 w 6343"/>
                  <a:gd name="connsiteY6" fmla="*/ 3350 h 6345"/>
                  <a:gd name="connsiteX7" fmla="*/ 1146 w 6343"/>
                  <a:gd name="connsiteY7" fmla="*/ 5594 h 6345"/>
                  <a:gd name="connsiteX8" fmla="*/ 3388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3"/>
                    </a:moveTo>
                    <a:cubicBezTo>
                      <a:pt x="4230" y="6523"/>
                      <a:pt x="5036" y="6189"/>
                      <a:pt x="5631" y="5594"/>
                    </a:cubicBezTo>
                    <a:cubicBezTo>
                      <a:pt x="6226" y="4999"/>
                      <a:pt x="6560" y="4192"/>
                      <a:pt x="6560" y="3350"/>
                    </a:cubicBezTo>
                    <a:cubicBezTo>
                      <a:pt x="6560" y="2509"/>
                      <a:pt x="6226" y="1702"/>
                      <a:pt x="5631" y="1107"/>
                    </a:cubicBezTo>
                    <a:cubicBezTo>
                      <a:pt x="5036" y="512"/>
                      <a:pt x="4230" y="178"/>
                      <a:pt x="3388" y="178"/>
                    </a:cubicBezTo>
                    <a:cubicBezTo>
                      <a:pt x="2547" y="178"/>
                      <a:pt x="1741" y="512"/>
                      <a:pt x="1146" y="1107"/>
                    </a:cubicBezTo>
                    <a:cubicBezTo>
                      <a:pt x="551" y="1702"/>
                      <a:pt x="217" y="2509"/>
                      <a:pt x="217" y="3350"/>
                    </a:cubicBezTo>
                    <a:cubicBezTo>
                      <a:pt x="217" y="4192"/>
                      <a:pt x="551" y="4999"/>
                      <a:pt x="1146" y="5594"/>
                    </a:cubicBezTo>
                    <a:cubicBezTo>
                      <a:pt x="1741" y="6189"/>
                      <a:pt x="2547" y="6523"/>
                      <a:pt x="3388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44" name="Freeform: Shape 3343">
                <a:extLst>
                  <a:ext uri="{FF2B5EF4-FFF2-40B4-BE49-F238E27FC236}">
                    <a16:creationId xmlns:a16="http://schemas.microsoft.com/office/drawing/2014/main" id="{91107B2C-B7CF-7E19-5A01-4D92AFCA481C}"/>
                  </a:ext>
                </a:extLst>
              </p:cNvPr>
              <p:cNvSpPr/>
              <p:nvPr/>
            </p:nvSpPr>
            <p:spPr>
              <a:xfrm>
                <a:off x="3603603" y="5733944"/>
                <a:ext cx="6343" cy="6345"/>
              </a:xfrm>
              <a:custGeom>
                <a:avLst/>
                <a:gdLst>
                  <a:gd name="connsiteX0" fmla="*/ 3388 w 6343"/>
                  <a:gd name="connsiteY0" fmla="*/ 6523 h 6345"/>
                  <a:gd name="connsiteX1" fmla="*/ 5631 w 6343"/>
                  <a:gd name="connsiteY1" fmla="*/ 5594 h 6345"/>
                  <a:gd name="connsiteX2" fmla="*/ 6560 w 6343"/>
                  <a:gd name="connsiteY2" fmla="*/ 3350 h 6345"/>
                  <a:gd name="connsiteX3" fmla="*/ 5631 w 6343"/>
                  <a:gd name="connsiteY3" fmla="*/ 1107 h 6345"/>
                  <a:gd name="connsiteX4" fmla="*/ 3388 w 6343"/>
                  <a:gd name="connsiteY4" fmla="*/ 178 h 6345"/>
                  <a:gd name="connsiteX5" fmla="*/ 1146 w 6343"/>
                  <a:gd name="connsiteY5" fmla="*/ 1107 h 6345"/>
                  <a:gd name="connsiteX6" fmla="*/ 217 w 6343"/>
                  <a:gd name="connsiteY6" fmla="*/ 3350 h 6345"/>
                  <a:gd name="connsiteX7" fmla="*/ 1146 w 6343"/>
                  <a:gd name="connsiteY7" fmla="*/ 5594 h 6345"/>
                  <a:gd name="connsiteX8" fmla="*/ 3388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3"/>
                    </a:moveTo>
                    <a:cubicBezTo>
                      <a:pt x="4230" y="6523"/>
                      <a:pt x="5036" y="6189"/>
                      <a:pt x="5631" y="5594"/>
                    </a:cubicBezTo>
                    <a:cubicBezTo>
                      <a:pt x="6226" y="4999"/>
                      <a:pt x="6560" y="4192"/>
                      <a:pt x="6560" y="3350"/>
                    </a:cubicBezTo>
                    <a:cubicBezTo>
                      <a:pt x="6560" y="2509"/>
                      <a:pt x="6226" y="1702"/>
                      <a:pt x="5631" y="1107"/>
                    </a:cubicBezTo>
                    <a:cubicBezTo>
                      <a:pt x="5036" y="512"/>
                      <a:pt x="4230" y="178"/>
                      <a:pt x="3388" y="178"/>
                    </a:cubicBezTo>
                    <a:cubicBezTo>
                      <a:pt x="2547" y="178"/>
                      <a:pt x="1741" y="512"/>
                      <a:pt x="1146" y="1107"/>
                    </a:cubicBezTo>
                    <a:cubicBezTo>
                      <a:pt x="551" y="1702"/>
                      <a:pt x="217" y="2509"/>
                      <a:pt x="217" y="3350"/>
                    </a:cubicBezTo>
                    <a:cubicBezTo>
                      <a:pt x="217" y="4192"/>
                      <a:pt x="551" y="4999"/>
                      <a:pt x="1146" y="5594"/>
                    </a:cubicBezTo>
                    <a:cubicBezTo>
                      <a:pt x="1741" y="6189"/>
                      <a:pt x="2547" y="6523"/>
                      <a:pt x="3388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45" name="Freeform: Shape 3344">
                <a:extLst>
                  <a:ext uri="{FF2B5EF4-FFF2-40B4-BE49-F238E27FC236}">
                    <a16:creationId xmlns:a16="http://schemas.microsoft.com/office/drawing/2014/main" id="{E731ED83-810B-6EE5-8C46-E49143659793}"/>
                  </a:ext>
                </a:extLst>
              </p:cNvPr>
              <p:cNvSpPr/>
              <p:nvPr/>
            </p:nvSpPr>
            <p:spPr>
              <a:xfrm>
                <a:off x="3605327" y="5732311"/>
                <a:ext cx="6343" cy="6345"/>
              </a:xfrm>
              <a:custGeom>
                <a:avLst/>
                <a:gdLst>
                  <a:gd name="connsiteX0" fmla="*/ 3389 w 6343"/>
                  <a:gd name="connsiteY0" fmla="*/ 6523 h 6345"/>
                  <a:gd name="connsiteX1" fmla="*/ 5631 w 6343"/>
                  <a:gd name="connsiteY1" fmla="*/ 5594 h 6345"/>
                  <a:gd name="connsiteX2" fmla="*/ 6560 w 6343"/>
                  <a:gd name="connsiteY2" fmla="*/ 3350 h 6345"/>
                  <a:gd name="connsiteX3" fmla="*/ 5631 w 6343"/>
                  <a:gd name="connsiteY3" fmla="*/ 1107 h 6345"/>
                  <a:gd name="connsiteX4" fmla="*/ 3389 w 6343"/>
                  <a:gd name="connsiteY4" fmla="*/ 178 h 6345"/>
                  <a:gd name="connsiteX5" fmla="*/ 1146 w 6343"/>
                  <a:gd name="connsiteY5" fmla="*/ 1107 h 6345"/>
                  <a:gd name="connsiteX6" fmla="*/ 217 w 6343"/>
                  <a:gd name="connsiteY6" fmla="*/ 3350 h 6345"/>
                  <a:gd name="connsiteX7" fmla="*/ 1146 w 6343"/>
                  <a:gd name="connsiteY7" fmla="*/ 5594 h 6345"/>
                  <a:gd name="connsiteX8" fmla="*/ 3389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3"/>
                    </a:moveTo>
                    <a:cubicBezTo>
                      <a:pt x="4230" y="6523"/>
                      <a:pt x="5036" y="6189"/>
                      <a:pt x="5631" y="5594"/>
                    </a:cubicBezTo>
                    <a:cubicBezTo>
                      <a:pt x="6226" y="4999"/>
                      <a:pt x="6560" y="4192"/>
                      <a:pt x="6560" y="3350"/>
                    </a:cubicBezTo>
                    <a:cubicBezTo>
                      <a:pt x="6560" y="2509"/>
                      <a:pt x="6226" y="1702"/>
                      <a:pt x="5631" y="1107"/>
                    </a:cubicBezTo>
                    <a:cubicBezTo>
                      <a:pt x="5036" y="512"/>
                      <a:pt x="4230" y="178"/>
                      <a:pt x="3389" y="178"/>
                    </a:cubicBezTo>
                    <a:cubicBezTo>
                      <a:pt x="2547" y="178"/>
                      <a:pt x="1741" y="512"/>
                      <a:pt x="1146" y="1107"/>
                    </a:cubicBezTo>
                    <a:cubicBezTo>
                      <a:pt x="551" y="1702"/>
                      <a:pt x="217" y="2509"/>
                      <a:pt x="217" y="3350"/>
                    </a:cubicBezTo>
                    <a:cubicBezTo>
                      <a:pt x="217" y="4192"/>
                      <a:pt x="551" y="4999"/>
                      <a:pt x="1146" y="5594"/>
                    </a:cubicBezTo>
                    <a:cubicBezTo>
                      <a:pt x="1741" y="6189"/>
                      <a:pt x="2547" y="6523"/>
                      <a:pt x="3389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46" name="Freeform: Shape 3345">
                <a:extLst>
                  <a:ext uri="{FF2B5EF4-FFF2-40B4-BE49-F238E27FC236}">
                    <a16:creationId xmlns:a16="http://schemas.microsoft.com/office/drawing/2014/main" id="{2BD4FC4B-56F3-6530-55B4-7DFB27321E9D}"/>
                  </a:ext>
                </a:extLst>
              </p:cNvPr>
              <p:cNvSpPr/>
              <p:nvPr/>
            </p:nvSpPr>
            <p:spPr>
              <a:xfrm>
                <a:off x="3604166" y="5730645"/>
                <a:ext cx="6343" cy="6345"/>
              </a:xfrm>
              <a:custGeom>
                <a:avLst/>
                <a:gdLst>
                  <a:gd name="connsiteX0" fmla="*/ 3388 w 6343"/>
                  <a:gd name="connsiteY0" fmla="*/ 6523 h 6345"/>
                  <a:gd name="connsiteX1" fmla="*/ 5631 w 6343"/>
                  <a:gd name="connsiteY1" fmla="*/ 5594 h 6345"/>
                  <a:gd name="connsiteX2" fmla="*/ 6560 w 6343"/>
                  <a:gd name="connsiteY2" fmla="*/ 3350 h 6345"/>
                  <a:gd name="connsiteX3" fmla="*/ 5631 w 6343"/>
                  <a:gd name="connsiteY3" fmla="*/ 1107 h 6345"/>
                  <a:gd name="connsiteX4" fmla="*/ 3388 w 6343"/>
                  <a:gd name="connsiteY4" fmla="*/ 177 h 6345"/>
                  <a:gd name="connsiteX5" fmla="*/ 1146 w 6343"/>
                  <a:gd name="connsiteY5" fmla="*/ 1107 h 6345"/>
                  <a:gd name="connsiteX6" fmla="*/ 217 w 6343"/>
                  <a:gd name="connsiteY6" fmla="*/ 3350 h 6345"/>
                  <a:gd name="connsiteX7" fmla="*/ 1146 w 6343"/>
                  <a:gd name="connsiteY7" fmla="*/ 5594 h 6345"/>
                  <a:gd name="connsiteX8" fmla="*/ 3388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3"/>
                    </a:moveTo>
                    <a:cubicBezTo>
                      <a:pt x="4230" y="6523"/>
                      <a:pt x="5036" y="6188"/>
                      <a:pt x="5631" y="5594"/>
                    </a:cubicBezTo>
                    <a:cubicBezTo>
                      <a:pt x="6226" y="4999"/>
                      <a:pt x="6560" y="4192"/>
                      <a:pt x="6560" y="3350"/>
                    </a:cubicBezTo>
                    <a:cubicBezTo>
                      <a:pt x="6560" y="2509"/>
                      <a:pt x="6226" y="1702"/>
                      <a:pt x="5631" y="1107"/>
                    </a:cubicBezTo>
                    <a:cubicBezTo>
                      <a:pt x="5036" y="512"/>
                      <a:pt x="4230" y="177"/>
                      <a:pt x="3388" y="177"/>
                    </a:cubicBezTo>
                    <a:cubicBezTo>
                      <a:pt x="2547" y="177"/>
                      <a:pt x="1741" y="512"/>
                      <a:pt x="1146" y="1107"/>
                    </a:cubicBezTo>
                    <a:cubicBezTo>
                      <a:pt x="551" y="1702"/>
                      <a:pt x="217" y="2509"/>
                      <a:pt x="217" y="3350"/>
                    </a:cubicBezTo>
                    <a:cubicBezTo>
                      <a:pt x="217" y="4192"/>
                      <a:pt x="551" y="4999"/>
                      <a:pt x="1146" y="5594"/>
                    </a:cubicBezTo>
                    <a:cubicBezTo>
                      <a:pt x="1741" y="6188"/>
                      <a:pt x="2547" y="6523"/>
                      <a:pt x="3388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47" name="Freeform: Shape 3346">
                <a:extLst>
                  <a:ext uri="{FF2B5EF4-FFF2-40B4-BE49-F238E27FC236}">
                    <a16:creationId xmlns:a16="http://schemas.microsoft.com/office/drawing/2014/main" id="{B98E132A-2CBA-420E-E341-62D4A97C56E8}"/>
                  </a:ext>
                </a:extLst>
              </p:cNvPr>
              <p:cNvSpPr/>
              <p:nvPr/>
            </p:nvSpPr>
            <p:spPr>
              <a:xfrm>
                <a:off x="3604913" y="5729012"/>
                <a:ext cx="6343" cy="6345"/>
              </a:xfrm>
              <a:custGeom>
                <a:avLst/>
                <a:gdLst>
                  <a:gd name="connsiteX0" fmla="*/ 3389 w 6343"/>
                  <a:gd name="connsiteY0" fmla="*/ 6523 h 6345"/>
                  <a:gd name="connsiteX1" fmla="*/ 5631 w 6343"/>
                  <a:gd name="connsiteY1" fmla="*/ 5593 h 6345"/>
                  <a:gd name="connsiteX2" fmla="*/ 6560 w 6343"/>
                  <a:gd name="connsiteY2" fmla="*/ 3350 h 6345"/>
                  <a:gd name="connsiteX3" fmla="*/ 5631 w 6343"/>
                  <a:gd name="connsiteY3" fmla="*/ 1107 h 6345"/>
                  <a:gd name="connsiteX4" fmla="*/ 3389 w 6343"/>
                  <a:gd name="connsiteY4" fmla="*/ 177 h 6345"/>
                  <a:gd name="connsiteX5" fmla="*/ 1146 w 6343"/>
                  <a:gd name="connsiteY5" fmla="*/ 1107 h 6345"/>
                  <a:gd name="connsiteX6" fmla="*/ 217 w 6343"/>
                  <a:gd name="connsiteY6" fmla="*/ 3350 h 6345"/>
                  <a:gd name="connsiteX7" fmla="*/ 1146 w 6343"/>
                  <a:gd name="connsiteY7" fmla="*/ 5593 h 6345"/>
                  <a:gd name="connsiteX8" fmla="*/ 3389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3"/>
                    </a:moveTo>
                    <a:cubicBezTo>
                      <a:pt x="4230" y="6523"/>
                      <a:pt x="5036" y="6188"/>
                      <a:pt x="5631" y="5593"/>
                    </a:cubicBezTo>
                    <a:cubicBezTo>
                      <a:pt x="6226" y="4998"/>
                      <a:pt x="6560" y="4191"/>
                      <a:pt x="6560" y="3350"/>
                    </a:cubicBezTo>
                    <a:cubicBezTo>
                      <a:pt x="6560" y="2509"/>
                      <a:pt x="6226" y="1701"/>
                      <a:pt x="5631" y="1107"/>
                    </a:cubicBezTo>
                    <a:cubicBezTo>
                      <a:pt x="5036" y="512"/>
                      <a:pt x="4230" y="177"/>
                      <a:pt x="3389" y="177"/>
                    </a:cubicBezTo>
                    <a:cubicBezTo>
                      <a:pt x="2547" y="177"/>
                      <a:pt x="1741" y="512"/>
                      <a:pt x="1146" y="1107"/>
                    </a:cubicBezTo>
                    <a:cubicBezTo>
                      <a:pt x="551" y="1701"/>
                      <a:pt x="217" y="2509"/>
                      <a:pt x="217" y="3350"/>
                    </a:cubicBezTo>
                    <a:cubicBezTo>
                      <a:pt x="217" y="4191"/>
                      <a:pt x="551" y="4998"/>
                      <a:pt x="1146" y="5593"/>
                    </a:cubicBezTo>
                    <a:cubicBezTo>
                      <a:pt x="1741" y="6188"/>
                      <a:pt x="2547" y="6523"/>
                      <a:pt x="3389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48" name="Freeform: Shape 3347">
                <a:extLst>
                  <a:ext uri="{FF2B5EF4-FFF2-40B4-BE49-F238E27FC236}">
                    <a16:creationId xmlns:a16="http://schemas.microsoft.com/office/drawing/2014/main" id="{2CB1CECB-38EA-38E4-6F46-386B5CEF40C0}"/>
                  </a:ext>
                </a:extLst>
              </p:cNvPr>
              <p:cNvSpPr/>
              <p:nvPr/>
            </p:nvSpPr>
            <p:spPr>
              <a:xfrm>
                <a:off x="3605813" y="5727393"/>
                <a:ext cx="6343" cy="6345"/>
              </a:xfrm>
              <a:custGeom>
                <a:avLst/>
                <a:gdLst>
                  <a:gd name="connsiteX0" fmla="*/ 3389 w 6343"/>
                  <a:gd name="connsiteY0" fmla="*/ 6523 h 6345"/>
                  <a:gd name="connsiteX1" fmla="*/ 5631 w 6343"/>
                  <a:gd name="connsiteY1" fmla="*/ 5593 h 6345"/>
                  <a:gd name="connsiteX2" fmla="*/ 6560 w 6343"/>
                  <a:gd name="connsiteY2" fmla="*/ 3350 h 6345"/>
                  <a:gd name="connsiteX3" fmla="*/ 5631 w 6343"/>
                  <a:gd name="connsiteY3" fmla="*/ 1106 h 6345"/>
                  <a:gd name="connsiteX4" fmla="*/ 3389 w 6343"/>
                  <a:gd name="connsiteY4" fmla="*/ 177 h 6345"/>
                  <a:gd name="connsiteX5" fmla="*/ 1146 w 6343"/>
                  <a:gd name="connsiteY5" fmla="*/ 1106 h 6345"/>
                  <a:gd name="connsiteX6" fmla="*/ 217 w 6343"/>
                  <a:gd name="connsiteY6" fmla="*/ 3350 h 6345"/>
                  <a:gd name="connsiteX7" fmla="*/ 1146 w 6343"/>
                  <a:gd name="connsiteY7" fmla="*/ 5593 h 6345"/>
                  <a:gd name="connsiteX8" fmla="*/ 3389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3"/>
                    </a:moveTo>
                    <a:cubicBezTo>
                      <a:pt x="4230" y="6523"/>
                      <a:pt x="5036" y="6188"/>
                      <a:pt x="5631" y="5593"/>
                    </a:cubicBezTo>
                    <a:cubicBezTo>
                      <a:pt x="6226" y="4998"/>
                      <a:pt x="6560" y="4191"/>
                      <a:pt x="6560" y="3350"/>
                    </a:cubicBezTo>
                    <a:cubicBezTo>
                      <a:pt x="6560" y="2508"/>
                      <a:pt x="6226" y="1701"/>
                      <a:pt x="5631" y="1106"/>
                    </a:cubicBezTo>
                    <a:cubicBezTo>
                      <a:pt x="5036" y="511"/>
                      <a:pt x="4230" y="177"/>
                      <a:pt x="3389" y="177"/>
                    </a:cubicBezTo>
                    <a:cubicBezTo>
                      <a:pt x="2548" y="177"/>
                      <a:pt x="1741" y="511"/>
                      <a:pt x="1146" y="1106"/>
                    </a:cubicBezTo>
                    <a:cubicBezTo>
                      <a:pt x="551" y="1701"/>
                      <a:pt x="217" y="2508"/>
                      <a:pt x="217" y="3350"/>
                    </a:cubicBezTo>
                    <a:cubicBezTo>
                      <a:pt x="217" y="4191"/>
                      <a:pt x="551" y="4998"/>
                      <a:pt x="1146" y="5593"/>
                    </a:cubicBezTo>
                    <a:cubicBezTo>
                      <a:pt x="1741" y="6188"/>
                      <a:pt x="2548" y="6523"/>
                      <a:pt x="3389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49" name="Freeform: Shape 3348">
                <a:extLst>
                  <a:ext uri="{FF2B5EF4-FFF2-40B4-BE49-F238E27FC236}">
                    <a16:creationId xmlns:a16="http://schemas.microsoft.com/office/drawing/2014/main" id="{097F54AA-F1C5-BAEC-125C-5335A4E06C09}"/>
                  </a:ext>
                </a:extLst>
              </p:cNvPr>
              <p:cNvSpPr/>
              <p:nvPr/>
            </p:nvSpPr>
            <p:spPr>
              <a:xfrm>
                <a:off x="3605583" y="5725742"/>
                <a:ext cx="6343" cy="6345"/>
              </a:xfrm>
              <a:custGeom>
                <a:avLst/>
                <a:gdLst>
                  <a:gd name="connsiteX0" fmla="*/ 3389 w 6343"/>
                  <a:gd name="connsiteY0" fmla="*/ 6522 h 6345"/>
                  <a:gd name="connsiteX1" fmla="*/ 5631 w 6343"/>
                  <a:gd name="connsiteY1" fmla="*/ 5593 h 6345"/>
                  <a:gd name="connsiteX2" fmla="*/ 6560 w 6343"/>
                  <a:gd name="connsiteY2" fmla="*/ 3350 h 6345"/>
                  <a:gd name="connsiteX3" fmla="*/ 5631 w 6343"/>
                  <a:gd name="connsiteY3" fmla="*/ 1106 h 6345"/>
                  <a:gd name="connsiteX4" fmla="*/ 3389 w 6343"/>
                  <a:gd name="connsiteY4" fmla="*/ 177 h 6345"/>
                  <a:gd name="connsiteX5" fmla="*/ 1146 w 6343"/>
                  <a:gd name="connsiteY5" fmla="*/ 1106 h 6345"/>
                  <a:gd name="connsiteX6" fmla="*/ 217 w 6343"/>
                  <a:gd name="connsiteY6" fmla="*/ 3350 h 6345"/>
                  <a:gd name="connsiteX7" fmla="*/ 1146 w 6343"/>
                  <a:gd name="connsiteY7" fmla="*/ 5593 h 6345"/>
                  <a:gd name="connsiteX8" fmla="*/ 3389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2"/>
                    </a:moveTo>
                    <a:cubicBezTo>
                      <a:pt x="4230" y="6522"/>
                      <a:pt x="5036" y="6188"/>
                      <a:pt x="5631" y="5593"/>
                    </a:cubicBezTo>
                    <a:cubicBezTo>
                      <a:pt x="6226" y="4998"/>
                      <a:pt x="6560" y="4191"/>
                      <a:pt x="6560" y="3350"/>
                    </a:cubicBezTo>
                    <a:cubicBezTo>
                      <a:pt x="6560" y="2508"/>
                      <a:pt x="6226" y="1701"/>
                      <a:pt x="5631" y="1106"/>
                    </a:cubicBezTo>
                    <a:cubicBezTo>
                      <a:pt x="5036" y="511"/>
                      <a:pt x="4230" y="177"/>
                      <a:pt x="3389" y="177"/>
                    </a:cubicBezTo>
                    <a:cubicBezTo>
                      <a:pt x="2547" y="177"/>
                      <a:pt x="1741" y="511"/>
                      <a:pt x="1146" y="1106"/>
                    </a:cubicBezTo>
                    <a:cubicBezTo>
                      <a:pt x="551" y="1701"/>
                      <a:pt x="217" y="2508"/>
                      <a:pt x="217" y="3350"/>
                    </a:cubicBezTo>
                    <a:cubicBezTo>
                      <a:pt x="217" y="4191"/>
                      <a:pt x="551" y="4998"/>
                      <a:pt x="1146" y="5593"/>
                    </a:cubicBezTo>
                    <a:cubicBezTo>
                      <a:pt x="1741" y="6188"/>
                      <a:pt x="2547" y="6522"/>
                      <a:pt x="3389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50" name="Freeform: Shape 3349">
                <a:extLst>
                  <a:ext uri="{FF2B5EF4-FFF2-40B4-BE49-F238E27FC236}">
                    <a16:creationId xmlns:a16="http://schemas.microsoft.com/office/drawing/2014/main" id="{4B9E5C80-D17B-0A86-AA82-70BDD110E6AB}"/>
                  </a:ext>
                </a:extLst>
              </p:cNvPr>
              <p:cNvSpPr/>
              <p:nvPr/>
            </p:nvSpPr>
            <p:spPr>
              <a:xfrm>
                <a:off x="3605791" y="5724107"/>
                <a:ext cx="6343" cy="6345"/>
              </a:xfrm>
              <a:custGeom>
                <a:avLst/>
                <a:gdLst>
                  <a:gd name="connsiteX0" fmla="*/ 3389 w 6343"/>
                  <a:gd name="connsiteY0" fmla="*/ 6522 h 6345"/>
                  <a:gd name="connsiteX1" fmla="*/ 5631 w 6343"/>
                  <a:gd name="connsiteY1" fmla="*/ 5593 h 6345"/>
                  <a:gd name="connsiteX2" fmla="*/ 6560 w 6343"/>
                  <a:gd name="connsiteY2" fmla="*/ 3350 h 6345"/>
                  <a:gd name="connsiteX3" fmla="*/ 5631 w 6343"/>
                  <a:gd name="connsiteY3" fmla="*/ 1106 h 6345"/>
                  <a:gd name="connsiteX4" fmla="*/ 3389 w 6343"/>
                  <a:gd name="connsiteY4" fmla="*/ 177 h 6345"/>
                  <a:gd name="connsiteX5" fmla="*/ 1146 w 6343"/>
                  <a:gd name="connsiteY5" fmla="*/ 1106 h 6345"/>
                  <a:gd name="connsiteX6" fmla="*/ 217 w 6343"/>
                  <a:gd name="connsiteY6" fmla="*/ 3350 h 6345"/>
                  <a:gd name="connsiteX7" fmla="*/ 1146 w 6343"/>
                  <a:gd name="connsiteY7" fmla="*/ 5593 h 6345"/>
                  <a:gd name="connsiteX8" fmla="*/ 3389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2"/>
                    </a:moveTo>
                    <a:cubicBezTo>
                      <a:pt x="4230" y="6522"/>
                      <a:pt x="5036" y="6188"/>
                      <a:pt x="5631" y="5593"/>
                    </a:cubicBezTo>
                    <a:cubicBezTo>
                      <a:pt x="6226" y="4998"/>
                      <a:pt x="6560" y="4191"/>
                      <a:pt x="6560" y="3350"/>
                    </a:cubicBezTo>
                    <a:cubicBezTo>
                      <a:pt x="6560" y="2508"/>
                      <a:pt x="6226" y="1701"/>
                      <a:pt x="5631" y="1106"/>
                    </a:cubicBezTo>
                    <a:cubicBezTo>
                      <a:pt x="5036" y="511"/>
                      <a:pt x="4230" y="177"/>
                      <a:pt x="3389" y="177"/>
                    </a:cubicBezTo>
                    <a:cubicBezTo>
                      <a:pt x="2548" y="177"/>
                      <a:pt x="1741" y="511"/>
                      <a:pt x="1146" y="1106"/>
                    </a:cubicBezTo>
                    <a:cubicBezTo>
                      <a:pt x="551" y="1701"/>
                      <a:pt x="217" y="2508"/>
                      <a:pt x="217" y="3350"/>
                    </a:cubicBezTo>
                    <a:cubicBezTo>
                      <a:pt x="217" y="4191"/>
                      <a:pt x="551" y="4998"/>
                      <a:pt x="1146" y="5593"/>
                    </a:cubicBezTo>
                    <a:cubicBezTo>
                      <a:pt x="1741" y="6188"/>
                      <a:pt x="2548" y="6522"/>
                      <a:pt x="3389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51" name="Freeform: Shape 3350">
                <a:extLst>
                  <a:ext uri="{FF2B5EF4-FFF2-40B4-BE49-F238E27FC236}">
                    <a16:creationId xmlns:a16="http://schemas.microsoft.com/office/drawing/2014/main" id="{21DBEBC5-770B-C83A-18B4-5FFA66D27BE0}"/>
                  </a:ext>
                </a:extLst>
              </p:cNvPr>
              <p:cNvSpPr/>
              <p:nvPr/>
            </p:nvSpPr>
            <p:spPr>
              <a:xfrm>
                <a:off x="3605440" y="5722445"/>
                <a:ext cx="6343" cy="6345"/>
              </a:xfrm>
              <a:custGeom>
                <a:avLst/>
                <a:gdLst>
                  <a:gd name="connsiteX0" fmla="*/ 3389 w 6343"/>
                  <a:gd name="connsiteY0" fmla="*/ 6522 h 6345"/>
                  <a:gd name="connsiteX1" fmla="*/ 5631 w 6343"/>
                  <a:gd name="connsiteY1" fmla="*/ 5593 h 6345"/>
                  <a:gd name="connsiteX2" fmla="*/ 6560 w 6343"/>
                  <a:gd name="connsiteY2" fmla="*/ 3349 h 6345"/>
                  <a:gd name="connsiteX3" fmla="*/ 5631 w 6343"/>
                  <a:gd name="connsiteY3" fmla="*/ 1106 h 6345"/>
                  <a:gd name="connsiteX4" fmla="*/ 3389 w 6343"/>
                  <a:gd name="connsiteY4" fmla="*/ 177 h 6345"/>
                  <a:gd name="connsiteX5" fmla="*/ 1146 w 6343"/>
                  <a:gd name="connsiteY5" fmla="*/ 1106 h 6345"/>
                  <a:gd name="connsiteX6" fmla="*/ 217 w 6343"/>
                  <a:gd name="connsiteY6" fmla="*/ 3349 h 6345"/>
                  <a:gd name="connsiteX7" fmla="*/ 1146 w 6343"/>
                  <a:gd name="connsiteY7" fmla="*/ 5593 h 6345"/>
                  <a:gd name="connsiteX8" fmla="*/ 3389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2"/>
                    </a:moveTo>
                    <a:cubicBezTo>
                      <a:pt x="4230" y="6522"/>
                      <a:pt x="5036" y="6188"/>
                      <a:pt x="5631" y="5593"/>
                    </a:cubicBezTo>
                    <a:cubicBezTo>
                      <a:pt x="6226" y="4998"/>
                      <a:pt x="6560" y="4191"/>
                      <a:pt x="6560" y="3349"/>
                    </a:cubicBezTo>
                    <a:cubicBezTo>
                      <a:pt x="6560" y="2508"/>
                      <a:pt x="6226" y="1701"/>
                      <a:pt x="5631" y="1106"/>
                    </a:cubicBezTo>
                    <a:cubicBezTo>
                      <a:pt x="5036" y="511"/>
                      <a:pt x="4230" y="177"/>
                      <a:pt x="3389" y="177"/>
                    </a:cubicBezTo>
                    <a:cubicBezTo>
                      <a:pt x="2547" y="177"/>
                      <a:pt x="1741" y="511"/>
                      <a:pt x="1146" y="1106"/>
                    </a:cubicBezTo>
                    <a:cubicBezTo>
                      <a:pt x="551" y="1701"/>
                      <a:pt x="217" y="2508"/>
                      <a:pt x="217" y="3349"/>
                    </a:cubicBezTo>
                    <a:cubicBezTo>
                      <a:pt x="217" y="4191"/>
                      <a:pt x="551" y="4998"/>
                      <a:pt x="1146" y="5593"/>
                    </a:cubicBezTo>
                    <a:cubicBezTo>
                      <a:pt x="1741" y="6188"/>
                      <a:pt x="2547" y="6522"/>
                      <a:pt x="3389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52" name="Freeform: Shape 3351">
                <a:extLst>
                  <a:ext uri="{FF2B5EF4-FFF2-40B4-BE49-F238E27FC236}">
                    <a16:creationId xmlns:a16="http://schemas.microsoft.com/office/drawing/2014/main" id="{A24C5DEF-7EA9-E6FB-56AF-09706BAB7FD4}"/>
                  </a:ext>
                </a:extLst>
              </p:cNvPr>
              <p:cNvSpPr/>
              <p:nvPr/>
            </p:nvSpPr>
            <p:spPr>
              <a:xfrm>
                <a:off x="3605383" y="5720795"/>
                <a:ext cx="6343" cy="6345"/>
              </a:xfrm>
              <a:custGeom>
                <a:avLst/>
                <a:gdLst>
                  <a:gd name="connsiteX0" fmla="*/ 3389 w 6343"/>
                  <a:gd name="connsiteY0" fmla="*/ 6522 h 6345"/>
                  <a:gd name="connsiteX1" fmla="*/ 5631 w 6343"/>
                  <a:gd name="connsiteY1" fmla="*/ 5593 h 6345"/>
                  <a:gd name="connsiteX2" fmla="*/ 6560 w 6343"/>
                  <a:gd name="connsiteY2" fmla="*/ 3349 h 6345"/>
                  <a:gd name="connsiteX3" fmla="*/ 5631 w 6343"/>
                  <a:gd name="connsiteY3" fmla="*/ 1106 h 6345"/>
                  <a:gd name="connsiteX4" fmla="*/ 3389 w 6343"/>
                  <a:gd name="connsiteY4" fmla="*/ 177 h 6345"/>
                  <a:gd name="connsiteX5" fmla="*/ 1146 w 6343"/>
                  <a:gd name="connsiteY5" fmla="*/ 1106 h 6345"/>
                  <a:gd name="connsiteX6" fmla="*/ 217 w 6343"/>
                  <a:gd name="connsiteY6" fmla="*/ 3349 h 6345"/>
                  <a:gd name="connsiteX7" fmla="*/ 1146 w 6343"/>
                  <a:gd name="connsiteY7" fmla="*/ 5593 h 6345"/>
                  <a:gd name="connsiteX8" fmla="*/ 3389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2"/>
                    </a:moveTo>
                    <a:cubicBezTo>
                      <a:pt x="4230" y="6522"/>
                      <a:pt x="5036" y="6188"/>
                      <a:pt x="5631" y="5593"/>
                    </a:cubicBezTo>
                    <a:cubicBezTo>
                      <a:pt x="6226" y="4998"/>
                      <a:pt x="6560" y="4191"/>
                      <a:pt x="6560" y="3349"/>
                    </a:cubicBezTo>
                    <a:cubicBezTo>
                      <a:pt x="6560" y="2508"/>
                      <a:pt x="6226" y="1701"/>
                      <a:pt x="5631" y="1106"/>
                    </a:cubicBezTo>
                    <a:cubicBezTo>
                      <a:pt x="5036" y="511"/>
                      <a:pt x="4230" y="177"/>
                      <a:pt x="3389" y="177"/>
                    </a:cubicBezTo>
                    <a:cubicBezTo>
                      <a:pt x="2547" y="177"/>
                      <a:pt x="1741" y="511"/>
                      <a:pt x="1146" y="1106"/>
                    </a:cubicBezTo>
                    <a:cubicBezTo>
                      <a:pt x="551" y="1701"/>
                      <a:pt x="217" y="2508"/>
                      <a:pt x="217" y="3349"/>
                    </a:cubicBezTo>
                    <a:cubicBezTo>
                      <a:pt x="217" y="4191"/>
                      <a:pt x="551" y="4998"/>
                      <a:pt x="1146" y="5593"/>
                    </a:cubicBezTo>
                    <a:cubicBezTo>
                      <a:pt x="1741" y="6188"/>
                      <a:pt x="2547" y="6522"/>
                      <a:pt x="3389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53" name="Freeform: Shape 3352">
                <a:extLst>
                  <a:ext uri="{FF2B5EF4-FFF2-40B4-BE49-F238E27FC236}">
                    <a16:creationId xmlns:a16="http://schemas.microsoft.com/office/drawing/2014/main" id="{1F5E01A5-F34B-2DF3-2D5C-DA0C0ECAAFB5}"/>
                  </a:ext>
                </a:extLst>
              </p:cNvPr>
              <p:cNvSpPr/>
              <p:nvPr/>
            </p:nvSpPr>
            <p:spPr>
              <a:xfrm>
                <a:off x="3605337" y="5719143"/>
                <a:ext cx="6343" cy="6345"/>
              </a:xfrm>
              <a:custGeom>
                <a:avLst/>
                <a:gdLst>
                  <a:gd name="connsiteX0" fmla="*/ 3389 w 6343"/>
                  <a:gd name="connsiteY0" fmla="*/ 6522 h 6345"/>
                  <a:gd name="connsiteX1" fmla="*/ 5631 w 6343"/>
                  <a:gd name="connsiteY1" fmla="*/ 5593 h 6345"/>
                  <a:gd name="connsiteX2" fmla="*/ 6560 w 6343"/>
                  <a:gd name="connsiteY2" fmla="*/ 3349 h 6345"/>
                  <a:gd name="connsiteX3" fmla="*/ 5631 w 6343"/>
                  <a:gd name="connsiteY3" fmla="*/ 1106 h 6345"/>
                  <a:gd name="connsiteX4" fmla="*/ 3389 w 6343"/>
                  <a:gd name="connsiteY4" fmla="*/ 176 h 6345"/>
                  <a:gd name="connsiteX5" fmla="*/ 1146 w 6343"/>
                  <a:gd name="connsiteY5" fmla="*/ 1106 h 6345"/>
                  <a:gd name="connsiteX6" fmla="*/ 217 w 6343"/>
                  <a:gd name="connsiteY6" fmla="*/ 3349 h 6345"/>
                  <a:gd name="connsiteX7" fmla="*/ 1146 w 6343"/>
                  <a:gd name="connsiteY7" fmla="*/ 5593 h 6345"/>
                  <a:gd name="connsiteX8" fmla="*/ 3389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2"/>
                    </a:moveTo>
                    <a:cubicBezTo>
                      <a:pt x="4230" y="6522"/>
                      <a:pt x="5036" y="6188"/>
                      <a:pt x="5631" y="5593"/>
                    </a:cubicBezTo>
                    <a:cubicBezTo>
                      <a:pt x="6226" y="4998"/>
                      <a:pt x="6560" y="4191"/>
                      <a:pt x="6560" y="3349"/>
                    </a:cubicBezTo>
                    <a:cubicBezTo>
                      <a:pt x="6560" y="2508"/>
                      <a:pt x="6226" y="1701"/>
                      <a:pt x="5631" y="1106"/>
                    </a:cubicBezTo>
                    <a:cubicBezTo>
                      <a:pt x="5036" y="511"/>
                      <a:pt x="4230" y="176"/>
                      <a:pt x="3389" y="176"/>
                    </a:cubicBezTo>
                    <a:cubicBezTo>
                      <a:pt x="2547" y="176"/>
                      <a:pt x="1741" y="511"/>
                      <a:pt x="1146" y="1106"/>
                    </a:cubicBezTo>
                    <a:cubicBezTo>
                      <a:pt x="551" y="1701"/>
                      <a:pt x="217" y="2508"/>
                      <a:pt x="217" y="3349"/>
                    </a:cubicBezTo>
                    <a:cubicBezTo>
                      <a:pt x="217" y="4191"/>
                      <a:pt x="551" y="4998"/>
                      <a:pt x="1146" y="5593"/>
                    </a:cubicBezTo>
                    <a:cubicBezTo>
                      <a:pt x="1741" y="6188"/>
                      <a:pt x="2547" y="6522"/>
                      <a:pt x="3389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54" name="Freeform: Shape 3353">
                <a:extLst>
                  <a:ext uri="{FF2B5EF4-FFF2-40B4-BE49-F238E27FC236}">
                    <a16:creationId xmlns:a16="http://schemas.microsoft.com/office/drawing/2014/main" id="{1A58C34B-37BD-9658-229E-E87854E74B8A}"/>
                  </a:ext>
                </a:extLst>
              </p:cNvPr>
              <p:cNvSpPr/>
              <p:nvPr/>
            </p:nvSpPr>
            <p:spPr>
              <a:xfrm>
                <a:off x="3604496" y="5717436"/>
                <a:ext cx="6343" cy="6345"/>
              </a:xfrm>
              <a:custGeom>
                <a:avLst/>
                <a:gdLst>
                  <a:gd name="connsiteX0" fmla="*/ 3389 w 6343"/>
                  <a:gd name="connsiteY0" fmla="*/ 6522 h 6345"/>
                  <a:gd name="connsiteX1" fmla="*/ 5631 w 6343"/>
                  <a:gd name="connsiteY1" fmla="*/ 5592 h 6345"/>
                  <a:gd name="connsiteX2" fmla="*/ 6560 w 6343"/>
                  <a:gd name="connsiteY2" fmla="*/ 3349 h 6345"/>
                  <a:gd name="connsiteX3" fmla="*/ 5631 w 6343"/>
                  <a:gd name="connsiteY3" fmla="*/ 1106 h 6345"/>
                  <a:gd name="connsiteX4" fmla="*/ 3389 w 6343"/>
                  <a:gd name="connsiteY4" fmla="*/ 176 h 6345"/>
                  <a:gd name="connsiteX5" fmla="*/ 1146 w 6343"/>
                  <a:gd name="connsiteY5" fmla="*/ 1106 h 6345"/>
                  <a:gd name="connsiteX6" fmla="*/ 217 w 6343"/>
                  <a:gd name="connsiteY6" fmla="*/ 3349 h 6345"/>
                  <a:gd name="connsiteX7" fmla="*/ 1146 w 6343"/>
                  <a:gd name="connsiteY7" fmla="*/ 5592 h 6345"/>
                  <a:gd name="connsiteX8" fmla="*/ 3389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2"/>
                    </a:moveTo>
                    <a:cubicBezTo>
                      <a:pt x="4230" y="6522"/>
                      <a:pt x="5036" y="6187"/>
                      <a:pt x="5631" y="5592"/>
                    </a:cubicBezTo>
                    <a:cubicBezTo>
                      <a:pt x="6226" y="4998"/>
                      <a:pt x="6560" y="4190"/>
                      <a:pt x="6560" y="3349"/>
                    </a:cubicBezTo>
                    <a:cubicBezTo>
                      <a:pt x="6560" y="2508"/>
                      <a:pt x="6226" y="1701"/>
                      <a:pt x="5631" y="1106"/>
                    </a:cubicBezTo>
                    <a:cubicBezTo>
                      <a:pt x="5036" y="511"/>
                      <a:pt x="4230" y="176"/>
                      <a:pt x="3389" y="176"/>
                    </a:cubicBezTo>
                    <a:cubicBezTo>
                      <a:pt x="2547" y="176"/>
                      <a:pt x="1741" y="511"/>
                      <a:pt x="1146" y="1106"/>
                    </a:cubicBezTo>
                    <a:cubicBezTo>
                      <a:pt x="551" y="1701"/>
                      <a:pt x="217" y="2508"/>
                      <a:pt x="217" y="3349"/>
                    </a:cubicBezTo>
                    <a:cubicBezTo>
                      <a:pt x="217" y="4190"/>
                      <a:pt x="551" y="4998"/>
                      <a:pt x="1146" y="5592"/>
                    </a:cubicBezTo>
                    <a:cubicBezTo>
                      <a:pt x="1741" y="6187"/>
                      <a:pt x="2547" y="6522"/>
                      <a:pt x="3389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55" name="Freeform: Shape 3354">
                <a:extLst>
                  <a:ext uri="{FF2B5EF4-FFF2-40B4-BE49-F238E27FC236}">
                    <a16:creationId xmlns:a16="http://schemas.microsoft.com/office/drawing/2014/main" id="{3E356CCF-D114-7E86-C41F-3A6F235A8602}"/>
                  </a:ext>
                </a:extLst>
              </p:cNvPr>
              <p:cNvSpPr/>
              <p:nvPr/>
            </p:nvSpPr>
            <p:spPr>
              <a:xfrm>
                <a:off x="3605038" y="5715819"/>
                <a:ext cx="6343" cy="6345"/>
              </a:xfrm>
              <a:custGeom>
                <a:avLst/>
                <a:gdLst>
                  <a:gd name="connsiteX0" fmla="*/ 3389 w 6343"/>
                  <a:gd name="connsiteY0" fmla="*/ 6522 h 6345"/>
                  <a:gd name="connsiteX1" fmla="*/ 5631 w 6343"/>
                  <a:gd name="connsiteY1" fmla="*/ 5592 h 6345"/>
                  <a:gd name="connsiteX2" fmla="*/ 6560 w 6343"/>
                  <a:gd name="connsiteY2" fmla="*/ 3349 h 6345"/>
                  <a:gd name="connsiteX3" fmla="*/ 5631 w 6343"/>
                  <a:gd name="connsiteY3" fmla="*/ 1105 h 6345"/>
                  <a:gd name="connsiteX4" fmla="*/ 3389 w 6343"/>
                  <a:gd name="connsiteY4" fmla="*/ 176 h 6345"/>
                  <a:gd name="connsiteX5" fmla="*/ 1146 w 6343"/>
                  <a:gd name="connsiteY5" fmla="*/ 1105 h 6345"/>
                  <a:gd name="connsiteX6" fmla="*/ 217 w 6343"/>
                  <a:gd name="connsiteY6" fmla="*/ 3349 h 6345"/>
                  <a:gd name="connsiteX7" fmla="*/ 1146 w 6343"/>
                  <a:gd name="connsiteY7" fmla="*/ 5592 h 6345"/>
                  <a:gd name="connsiteX8" fmla="*/ 3389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2"/>
                    </a:moveTo>
                    <a:cubicBezTo>
                      <a:pt x="4230" y="6522"/>
                      <a:pt x="5036" y="6187"/>
                      <a:pt x="5631" y="5592"/>
                    </a:cubicBezTo>
                    <a:cubicBezTo>
                      <a:pt x="6226" y="4997"/>
                      <a:pt x="6560" y="4190"/>
                      <a:pt x="6560" y="3349"/>
                    </a:cubicBezTo>
                    <a:cubicBezTo>
                      <a:pt x="6560" y="2508"/>
                      <a:pt x="6226" y="1700"/>
                      <a:pt x="5631" y="1105"/>
                    </a:cubicBezTo>
                    <a:cubicBezTo>
                      <a:pt x="5036" y="511"/>
                      <a:pt x="4230" y="176"/>
                      <a:pt x="3389" y="176"/>
                    </a:cubicBezTo>
                    <a:cubicBezTo>
                      <a:pt x="2547" y="176"/>
                      <a:pt x="1741" y="511"/>
                      <a:pt x="1146" y="1105"/>
                    </a:cubicBezTo>
                    <a:cubicBezTo>
                      <a:pt x="551" y="1700"/>
                      <a:pt x="217" y="2508"/>
                      <a:pt x="217" y="3349"/>
                    </a:cubicBezTo>
                    <a:cubicBezTo>
                      <a:pt x="217" y="4190"/>
                      <a:pt x="551" y="4997"/>
                      <a:pt x="1146" y="5592"/>
                    </a:cubicBezTo>
                    <a:cubicBezTo>
                      <a:pt x="1741" y="6187"/>
                      <a:pt x="2547" y="6522"/>
                      <a:pt x="3389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56" name="Freeform: Shape 3355">
                <a:extLst>
                  <a:ext uri="{FF2B5EF4-FFF2-40B4-BE49-F238E27FC236}">
                    <a16:creationId xmlns:a16="http://schemas.microsoft.com/office/drawing/2014/main" id="{C98FCB84-0C42-A4D2-CB6B-2AE5B33801A4}"/>
                  </a:ext>
                </a:extLst>
              </p:cNvPr>
              <p:cNvSpPr/>
              <p:nvPr/>
            </p:nvSpPr>
            <p:spPr>
              <a:xfrm>
                <a:off x="3605780" y="5714223"/>
                <a:ext cx="6343" cy="6345"/>
              </a:xfrm>
              <a:custGeom>
                <a:avLst/>
                <a:gdLst>
                  <a:gd name="connsiteX0" fmla="*/ 3389 w 6343"/>
                  <a:gd name="connsiteY0" fmla="*/ 6522 h 6345"/>
                  <a:gd name="connsiteX1" fmla="*/ 5631 w 6343"/>
                  <a:gd name="connsiteY1" fmla="*/ 5592 h 6345"/>
                  <a:gd name="connsiteX2" fmla="*/ 6560 w 6343"/>
                  <a:gd name="connsiteY2" fmla="*/ 3349 h 6345"/>
                  <a:gd name="connsiteX3" fmla="*/ 5631 w 6343"/>
                  <a:gd name="connsiteY3" fmla="*/ 1105 h 6345"/>
                  <a:gd name="connsiteX4" fmla="*/ 3389 w 6343"/>
                  <a:gd name="connsiteY4" fmla="*/ 176 h 6345"/>
                  <a:gd name="connsiteX5" fmla="*/ 1146 w 6343"/>
                  <a:gd name="connsiteY5" fmla="*/ 1105 h 6345"/>
                  <a:gd name="connsiteX6" fmla="*/ 217 w 6343"/>
                  <a:gd name="connsiteY6" fmla="*/ 3349 h 6345"/>
                  <a:gd name="connsiteX7" fmla="*/ 1146 w 6343"/>
                  <a:gd name="connsiteY7" fmla="*/ 5592 h 6345"/>
                  <a:gd name="connsiteX8" fmla="*/ 3389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2"/>
                    </a:moveTo>
                    <a:cubicBezTo>
                      <a:pt x="4230" y="6522"/>
                      <a:pt x="5036" y="6187"/>
                      <a:pt x="5631" y="5592"/>
                    </a:cubicBezTo>
                    <a:cubicBezTo>
                      <a:pt x="6226" y="4997"/>
                      <a:pt x="6560" y="4190"/>
                      <a:pt x="6560" y="3349"/>
                    </a:cubicBezTo>
                    <a:cubicBezTo>
                      <a:pt x="6560" y="2507"/>
                      <a:pt x="6226" y="1700"/>
                      <a:pt x="5631" y="1105"/>
                    </a:cubicBezTo>
                    <a:cubicBezTo>
                      <a:pt x="5036" y="510"/>
                      <a:pt x="4230" y="176"/>
                      <a:pt x="3389" y="176"/>
                    </a:cubicBezTo>
                    <a:cubicBezTo>
                      <a:pt x="2548" y="176"/>
                      <a:pt x="1741" y="510"/>
                      <a:pt x="1146" y="1105"/>
                    </a:cubicBezTo>
                    <a:cubicBezTo>
                      <a:pt x="551" y="1700"/>
                      <a:pt x="217" y="2507"/>
                      <a:pt x="217" y="3349"/>
                    </a:cubicBezTo>
                    <a:cubicBezTo>
                      <a:pt x="217" y="4190"/>
                      <a:pt x="551" y="4997"/>
                      <a:pt x="1146" y="5592"/>
                    </a:cubicBezTo>
                    <a:cubicBezTo>
                      <a:pt x="1741" y="6187"/>
                      <a:pt x="2548" y="6522"/>
                      <a:pt x="3389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57" name="Freeform: Shape 3356">
                <a:extLst>
                  <a:ext uri="{FF2B5EF4-FFF2-40B4-BE49-F238E27FC236}">
                    <a16:creationId xmlns:a16="http://schemas.microsoft.com/office/drawing/2014/main" id="{07FB3E87-56E8-7614-6A5A-0FB51FB9AC0F}"/>
                  </a:ext>
                </a:extLst>
              </p:cNvPr>
              <p:cNvSpPr/>
              <p:nvPr/>
            </p:nvSpPr>
            <p:spPr>
              <a:xfrm>
                <a:off x="3605679" y="5712563"/>
                <a:ext cx="6343" cy="6345"/>
              </a:xfrm>
              <a:custGeom>
                <a:avLst/>
                <a:gdLst>
                  <a:gd name="connsiteX0" fmla="*/ 3389 w 6343"/>
                  <a:gd name="connsiteY0" fmla="*/ 6521 h 6345"/>
                  <a:gd name="connsiteX1" fmla="*/ 5631 w 6343"/>
                  <a:gd name="connsiteY1" fmla="*/ 5592 h 6345"/>
                  <a:gd name="connsiteX2" fmla="*/ 6560 w 6343"/>
                  <a:gd name="connsiteY2" fmla="*/ 3349 h 6345"/>
                  <a:gd name="connsiteX3" fmla="*/ 5631 w 6343"/>
                  <a:gd name="connsiteY3" fmla="*/ 1105 h 6345"/>
                  <a:gd name="connsiteX4" fmla="*/ 3389 w 6343"/>
                  <a:gd name="connsiteY4" fmla="*/ 176 h 6345"/>
                  <a:gd name="connsiteX5" fmla="*/ 1146 w 6343"/>
                  <a:gd name="connsiteY5" fmla="*/ 1105 h 6345"/>
                  <a:gd name="connsiteX6" fmla="*/ 217 w 6343"/>
                  <a:gd name="connsiteY6" fmla="*/ 3349 h 6345"/>
                  <a:gd name="connsiteX7" fmla="*/ 1146 w 6343"/>
                  <a:gd name="connsiteY7" fmla="*/ 5592 h 6345"/>
                  <a:gd name="connsiteX8" fmla="*/ 3389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1"/>
                    </a:moveTo>
                    <a:cubicBezTo>
                      <a:pt x="4230" y="6521"/>
                      <a:pt x="5036" y="6187"/>
                      <a:pt x="5631" y="5592"/>
                    </a:cubicBezTo>
                    <a:cubicBezTo>
                      <a:pt x="6226" y="4997"/>
                      <a:pt x="6560" y="4190"/>
                      <a:pt x="6560" y="3349"/>
                    </a:cubicBezTo>
                    <a:cubicBezTo>
                      <a:pt x="6560" y="2507"/>
                      <a:pt x="6226" y="1700"/>
                      <a:pt x="5631" y="1105"/>
                    </a:cubicBezTo>
                    <a:cubicBezTo>
                      <a:pt x="5036" y="510"/>
                      <a:pt x="4230" y="176"/>
                      <a:pt x="3389" y="176"/>
                    </a:cubicBezTo>
                    <a:cubicBezTo>
                      <a:pt x="2547" y="176"/>
                      <a:pt x="1741" y="510"/>
                      <a:pt x="1146" y="1105"/>
                    </a:cubicBezTo>
                    <a:cubicBezTo>
                      <a:pt x="551" y="1700"/>
                      <a:pt x="217" y="2507"/>
                      <a:pt x="217" y="3349"/>
                    </a:cubicBezTo>
                    <a:cubicBezTo>
                      <a:pt x="217" y="4190"/>
                      <a:pt x="551" y="4997"/>
                      <a:pt x="1146" y="5592"/>
                    </a:cubicBezTo>
                    <a:cubicBezTo>
                      <a:pt x="1741" y="6187"/>
                      <a:pt x="2547" y="6521"/>
                      <a:pt x="3389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58" name="Freeform: Shape 3357">
                <a:extLst>
                  <a:ext uri="{FF2B5EF4-FFF2-40B4-BE49-F238E27FC236}">
                    <a16:creationId xmlns:a16="http://schemas.microsoft.com/office/drawing/2014/main" id="{EBE862F7-1D7F-864F-C777-03A84285A234}"/>
                  </a:ext>
                </a:extLst>
              </p:cNvPr>
              <p:cNvSpPr/>
              <p:nvPr/>
            </p:nvSpPr>
            <p:spPr>
              <a:xfrm>
                <a:off x="3604360" y="5710786"/>
                <a:ext cx="6343" cy="6345"/>
              </a:xfrm>
              <a:custGeom>
                <a:avLst/>
                <a:gdLst>
                  <a:gd name="connsiteX0" fmla="*/ 3388 w 6343"/>
                  <a:gd name="connsiteY0" fmla="*/ 6521 h 6345"/>
                  <a:gd name="connsiteX1" fmla="*/ 5631 w 6343"/>
                  <a:gd name="connsiteY1" fmla="*/ 5592 h 6345"/>
                  <a:gd name="connsiteX2" fmla="*/ 6560 w 6343"/>
                  <a:gd name="connsiteY2" fmla="*/ 3349 h 6345"/>
                  <a:gd name="connsiteX3" fmla="*/ 5631 w 6343"/>
                  <a:gd name="connsiteY3" fmla="*/ 1105 h 6345"/>
                  <a:gd name="connsiteX4" fmla="*/ 3388 w 6343"/>
                  <a:gd name="connsiteY4" fmla="*/ 176 h 6345"/>
                  <a:gd name="connsiteX5" fmla="*/ 1146 w 6343"/>
                  <a:gd name="connsiteY5" fmla="*/ 1105 h 6345"/>
                  <a:gd name="connsiteX6" fmla="*/ 217 w 6343"/>
                  <a:gd name="connsiteY6" fmla="*/ 3349 h 6345"/>
                  <a:gd name="connsiteX7" fmla="*/ 1146 w 6343"/>
                  <a:gd name="connsiteY7" fmla="*/ 5592 h 6345"/>
                  <a:gd name="connsiteX8" fmla="*/ 3388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1"/>
                    </a:moveTo>
                    <a:cubicBezTo>
                      <a:pt x="4230" y="6521"/>
                      <a:pt x="5036" y="6187"/>
                      <a:pt x="5631" y="5592"/>
                    </a:cubicBezTo>
                    <a:cubicBezTo>
                      <a:pt x="6226" y="4997"/>
                      <a:pt x="6560" y="4190"/>
                      <a:pt x="6560" y="3349"/>
                    </a:cubicBezTo>
                    <a:cubicBezTo>
                      <a:pt x="6560" y="2507"/>
                      <a:pt x="6226" y="1700"/>
                      <a:pt x="5631" y="1105"/>
                    </a:cubicBezTo>
                    <a:cubicBezTo>
                      <a:pt x="5036" y="510"/>
                      <a:pt x="4230" y="176"/>
                      <a:pt x="3388" y="176"/>
                    </a:cubicBezTo>
                    <a:cubicBezTo>
                      <a:pt x="2547" y="176"/>
                      <a:pt x="1741" y="510"/>
                      <a:pt x="1146" y="1105"/>
                    </a:cubicBezTo>
                    <a:cubicBezTo>
                      <a:pt x="551" y="1700"/>
                      <a:pt x="217" y="2507"/>
                      <a:pt x="217" y="3349"/>
                    </a:cubicBezTo>
                    <a:cubicBezTo>
                      <a:pt x="217" y="4190"/>
                      <a:pt x="551" y="4997"/>
                      <a:pt x="1146" y="5592"/>
                    </a:cubicBezTo>
                    <a:cubicBezTo>
                      <a:pt x="1741" y="6187"/>
                      <a:pt x="2547" y="6521"/>
                      <a:pt x="3388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59" name="Freeform: Shape 3358">
                <a:extLst>
                  <a:ext uri="{FF2B5EF4-FFF2-40B4-BE49-F238E27FC236}">
                    <a16:creationId xmlns:a16="http://schemas.microsoft.com/office/drawing/2014/main" id="{95CD7736-AD27-635F-DD8C-CCBAD3560D2F}"/>
                  </a:ext>
                </a:extLst>
              </p:cNvPr>
              <p:cNvSpPr/>
              <p:nvPr/>
            </p:nvSpPr>
            <p:spPr>
              <a:xfrm>
                <a:off x="3603714" y="5709058"/>
                <a:ext cx="6343" cy="6345"/>
              </a:xfrm>
              <a:custGeom>
                <a:avLst/>
                <a:gdLst>
                  <a:gd name="connsiteX0" fmla="*/ 3388 w 6343"/>
                  <a:gd name="connsiteY0" fmla="*/ 6521 h 6345"/>
                  <a:gd name="connsiteX1" fmla="*/ 5631 w 6343"/>
                  <a:gd name="connsiteY1" fmla="*/ 5592 h 6345"/>
                  <a:gd name="connsiteX2" fmla="*/ 6560 w 6343"/>
                  <a:gd name="connsiteY2" fmla="*/ 3348 h 6345"/>
                  <a:gd name="connsiteX3" fmla="*/ 5631 w 6343"/>
                  <a:gd name="connsiteY3" fmla="*/ 1105 h 6345"/>
                  <a:gd name="connsiteX4" fmla="*/ 3388 w 6343"/>
                  <a:gd name="connsiteY4" fmla="*/ 176 h 6345"/>
                  <a:gd name="connsiteX5" fmla="*/ 1146 w 6343"/>
                  <a:gd name="connsiteY5" fmla="*/ 1105 h 6345"/>
                  <a:gd name="connsiteX6" fmla="*/ 217 w 6343"/>
                  <a:gd name="connsiteY6" fmla="*/ 3348 h 6345"/>
                  <a:gd name="connsiteX7" fmla="*/ 1146 w 6343"/>
                  <a:gd name="connsiteY7" fmla="*/ 5592 h 6345"/>
                  <a:gd name="connsiteX8" fmla="*/ 3388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1"/>
                    </a:moveTo>
                    <a:cubicBezTo>
                      <a:pt x="4230" y="6521"/>
                      <a:pt x="5036" y="6187"/>
                      <a:pt x="5631" y="5592"/>
                    </a:cubicBezTo>
                    <a:cubicBezTo>
                      <a:pt x="6226" y="4997"/>
                      <a:pt x="6560" y="4190"/>
                      <a:pt x="6560" y="3348"/>
                    </a:cubicBezTo>
                    <a:cubicBezTo>
                      <a:pt x="6560" y="2507"/>
                      <a:pt x="6226" y="1700"/>
                      <a:pt x="5631" y="1105"/>
                    </a:cubicBezTo>
                    <a:cubicBezTo>
                      <a:pt x="5036" y="510"/>
                      <a:pt x="4230" y="176"/>
                      <a:pt x="3388" y="176"/>
                    </a:cubicBezTo>
                    <a:cubicBezTo>
                      <a:pt x="2547" y="176"/>
                      <a:pt x="1741" y="510"/>
                      <a:pt x="1146" y="1105"/>
                    </a:cubicBezTo>
                    <a:cubicBezTo>
                      <a:pt x="551" y="1700"/>
                      <a:pt x="217" y="2507"/>
                      <a:pt x="217" y="3348"/>
                    </a:cubicBezTo>
                    <a:cubicBezTo>
                      <a:pt x="217" y="4190"/>
                      <a:pt x="551" y="4997"/>
                      <a:pt x="1146" y="5592"/>
                    </a:cubicBezTo>
                    <a:cubicBezTo>
                      <a:pt x="1741" y="6187"/>
                      <a:pt x="2547" y="6521"/>
                      <a:pt x="3388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60" name="Freeform: Shape 3359">
                <a:extLst>
                  <a:ext uri="{FF2B5EF4-FFF2-40B4-BE49-F238E27FC236}">
                    <a16:creationId xmlns:a16="http://schemas.microsoft.com/office/drawing/2014/main" id="{A364D79B-11B4-3CD6-9EE0-C988CA72537A}"/>
                  </a:ext>
                </a:extLst>
              </p:cNvPr>
              <p:cNvSpPr/>
              <p:nvPr/>
            </p:nvSpPr>
            <p:spPr>
              <a:xfrm>
                <a:off x="3603740" y="5707390"/>
                <a:ext cx="6343" cy="6345"/>
              </a:xfrm>
              <a:custGeom>
                <a:avLst/>
                <a:gdLst>
                  <a:gd name="connsiteX0" fmla="*/ 3388 w 6343"/>
                  <a:gd name="connsiteY0" fmla="*/ 6521 h 6345"/>
                  <a:gd name="connsiteX1" fmla="*/ 5631 w 6343"/>
                  <a:gd name="connsiteY1" fmla="*/ 5592 h 6345"/>
                  <a:gd name="connsiteX2" fmla="*/ 6560 w 6343"/>
                  <a:gd name="connsiteY2" fmla="*/ 3348 h 6345"/>
                  <a:gd name="connsiteX3" fmla="*/ 5631 w 6343"/>
                  <a:gd name="connsiteY3" fmla="*/ 1105 h 6345"/>
                  <a:gd name="connsiteX4" fmla="*/ 3388 w 6343"/>
                  <a:gd name="connsiteY4" fmla="*/ 176 h 6345"/>
                  <a:gd name="connsiteX5" fmla="*/ 1146 w 6343"/>
                  <a:gd name="connsiteY5" fmla="*/ 1105 h 6345"/>
                  <a:gd name="connsiteX6" fmla="*/ 217 w 6343"/>
                  <a:gd name="connsiteY6" fmla="*/ 3348 h 6345"/>
                  <a:gd name="connsiteX7" fmla="*/ 1146 w 6343"/>
                  <a:gd name="connsiteY7" fmla="*/ 5592 h 6345"/>
                  <a:gd name="connsiteX8" fmla="*/ 3388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1"/>
                    </a:moveTo>
                    <a:cubicBezTo>
                      <a:pt x="4230" y="6521"/>
                      <a:pt x="5036" y="6187"/>
                      <a:pt x="5631" y="5592"/>
                    </a:cubicBezTo>
                    <a:cubicBezTo>
                      <a:pt x="6226" y="4997"/>
                      <a:pt x="6560" y="4190"/>
                      <a:pt x="6560" y="3348"/>
                    </a:cubicBezTo>
                    <a:cubicBezTo>
                      <a:pt x="6560" y="2507"/>
                      <a:pt x="6226" y="1700"/>
                      <a:pt x="5631" y="1105"/>
                    </a:cubicBezTo>
                    <a:cubicBezTo>
                      <a:pt x="5036" y="510"/>
                      <a:pt x="4230" y="176"/>
                      <a:pt x="3388" y="176"/>
                    </a:cubicBezTo>
                    <a:cubicBezTo>
                      <a:pt x="2547" y="176"/>
                      <a:pt x="1741" y="510"/>
                      <a:pt x="1146" y="1105"/>
                    </a:cubicBezTo>
                    <a:cubicBezTo>
                      <a:pt x="551" y="1700"/>
                      <a:pt x="217" y="2507"/>
                      <a:pt x="217" y="3348"/>
                    </a:cubicBezTo>
                    <a:cubicBezTo>
                      <a:pt x="217" y="4190"/>
                      <a:pt x="551" y="4997"/>
                      <a:pt x="1146" y="5592"/>
                    </a:cubicBezTo>
                    <a:cubicBezTo>
                      <a:pt x="1741" y="6187"/>
                      <a:pt x="2547" y="6521"/>
                      <a:pt x="3388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61" name="Freeform: Shape 3360">
                <a:extLst>
                  <a:ext uri="{FF2B5EF4-FFF2-40B4-BE49-F238E27FC236}">
                    <a16:creationId xmlns:a16="http://schemas.microsoft.com/office/drawing/2014/main" id="{53688641-14CB-4C20-A37E-F4A394121702}"/>
                  </a:ext>
                </a:extLst>
              </p:cNvPr>
              <p:cNvSpPr/>
              <p:nvPr/>
            </p:nvSpPr>
            <p:spPr>
              <a:xfrm>
                <a:off x="3603352" y="5705675"/>
                <a:ext cx="6343" cy="6345"/>
              </a:xfrm>
              <a:custGeom>
                <a:avLst/>
                <a:gdLst>
                  <a:gd name="connsiteX0" fmla="*/ 3388 w 6343"/>
                  <a:gd name="connsiteY0" fmla="*/ 6521 h 6345"/>
                  <a:gd name="connsiteX1" fmla="*/ 5631 w 6343"/>
                  <a:gd name="connsiteY1" fmla="*/ 5592 h 6345"/>
                  <a:gd name="connsiteX2" fmla="*/ 6560 w 6343"/>
                  <a:gd name="connsiteY2" fmla="*/ 3348 h 6345"/>
                  <a:gd name="connsiteX3" fmla="*/ 5631 w 6343"/>
                  <a:gd name="connsiteY3" fmla="*/ 1105 h 6345"/>
                  <a:gd name="connsiteX4" fmla="*/ 3388 w 6343"/>
                  <a:gd name="connsiteY4" fmla="*/ 175 h 6345"/>
                  <a:gd name="connsiteX5" fmla="*/ 1146 w 6343"/>
                  <a:gd name="connsiteY5" fmla="*/ 1105 h 6345"/>
                  <a:gd name="connsiteX6" fmla="*/ 217 w 6343"/>
                  <a:gd name="connsiteY6" fmla="*/ 3348 h 6345"/>
                  <a:gd name="connsiteX7" fmla="*/ 1146 w 6343"/>
                  <a:gd name="connsiteY7" fmla="*/ 5592 h 6345"/>
                  <a:gd name="connsiteX8" fmla="*/ 3388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1"/>
                    </a:moveTo>
                    <a:cubicBezTo>
                      <a:pt x="4230" y="6521"/>
                      <a:pt x="5036" y="6187"/>
                      <a:pt x="5631" y="5592"/>
                    </a:cubicBezTo>
                    <a:cubicBezTo>
                      <a:pt x="6226" y="4997"/>
                      <a:pt x="6560" y="4190"/>
                      <a:pt x="6560" y="3348"/>
                    </a:cubicBezTo>
                    <a:cubicBezTo>
                      <a:pt x="6560" y="2507"/>
                      <a:pt x="6226" y="1700"/>
                      <a:pt x="5631" y="1105"/>
                    </a:cubicBezTo>
                    <a:cubicBezTo>
                      <a:pt x="5036" y="510"/>
                      <a:pt x="4230" y="175"/>
                      <a:pt x="3388" y="175"/>
                    </a:cubicBezTo>
                    <a:cubicBezTo>
                      <a:pt x="2547" y="175"/>
                      <a:pt x="1741" y="510"/>
                      <a:pt x="1146" y="1105"/>
                    </a:cubicBezTo>
                    <a:cubicBezTo>
                      <a:pt x="551" y="1700"/>
                      <a:pt x="217" y="2507"/>
                      <a:pt x="217" y="3348"/>
                    </a:cubicBezTo>
                    <a:cubicBezTo>
                      <a:pt x="217" y="4190"/>
                      <a:pt x="551" y="4997"/>
                      <a:pt x="1146" y="5592"/>
                    </a:cubicBezTo>
                    <a:cubicBezTo>
                      <a:pt x="1741" y="6187"/>
                      <a:pt x="2547" y="6521"/>
                      <a:pt x="3388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62" name="Freeform: Shape 3361">
                <a:extLst>
                  <a:ext uri="{FF2B5EF4-FFF2-40B4-BE49-F238E27FC236}">
                    <a16:creationId xmlns:a16="http://schemas.microsoft.com/office/drawing/2014/main" id="{D3ADC870-1028-F827-7F9D-E77FAC8AA1A9}"/>
                  </a:ext>
                </a:extLst>
              </p:cNvPr>
              <p:cNvSpPr/>
              <p:nvPr/>
            </p:nvSpPr>
            <p:spPr>
              <a:xfrm>
                <a:off x="3603258" y="5703986"/>
                <a:ext cx="6343" cy="6345"/>
              </a:xfrm>
              <a:custGeom>
                <a:avLst/>
                <a:gdLst>
                  <a:gd name="connsiteX0" fmla="*/ 3388 w 6343"/>
                  <a:gd name="connsiteY0" fmla="*/ 6521 h 6345"/>
                  <a:gd name="connsiteX1" fmla="*/ 5631 w 6343"/>
                  <a:gd name="connsiteY1" fmla="*/ 5591 h 6345"/>
                  <a:gd name="connsiteX2" fmla="*/ 6560 w 6343"/>
                  <a:gd name="connsiteY2" fmla="*/ 3348 h 6345"/>
                  <a:gd name="connsiteX3" fmla="*/ 5631 w 6343"/>
                  <a:gd name="connsiteY3" fmla="*/ 1105 h 6345"/>
                  <a:gd name="connsiteX4" fmla="*/ 3388 w 6343"/>
                  <a:gd name="connsiteY4" fmla="*/ 175 h 6345"/>
                  <a:gd name="connsiteX5" fmla="*/ 1146 w 6343"/>
                  <a:gd name="connsiteY5" fmla="*/ 1105 h 6345"/>
                  <a:gd name="connsiteX6" fmla="*/ 217 w 6343"/>
                  <a:gd name="connsiteY6" fmla="*/ 3348 h 6345"/>
                  <a:gd name="connsiteX7" fmla="*/ 1146 w 6343"/>
                  <a:gd name="connsiteY7" fmla="*/ 5591 h 6345"/>
                  <a:gd name="connsiteX8" fmla="*/ 3388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1"/>
                    </a:moveTo>
                    <a:cubicBezTo>
                      <a:pt x="4230" y="6521"/>
                      <a:pt x="5036" y="6186"/>
                      <a:pt x="5631" y="5591"/>
                    </a:cubicBezTo>
                    <a:cubicBezTo>
                      <a:pt x="6226" y="4996"/>
                      <a:pt x="6560" y="4189"/>
                      <a:pt x="6560" y="3348"/>
                    </a:cubicBezTo>
                    <a:cubicBezTo>
                      <a:pt x="6560" y="2507"/>
                      <a:pt x="6226" y="1700"/>
                      <a:pt x="5631" y="1105"/>
                    </a:cubicBezTo>
                    <a:cubicBezTo>
                      <a:pt x="5036" y="510"/>
                      <a:pt x="4230" y="175"/>
                      <a:pt x="3388" y="175"/>
                    </a:cubicBezTo>
                    <a:cubicBezTo>
                      <a:pt x="2547" y="175"/>
                      <a:pt x="1741" y="510"/>
                      <a:pt x="1146" y="1105"/>
                    </a:cubicBezTo>
                    <a:cubicBezTo>
                      <a:pt x="551" y="1700"/>
                      <a:pt x="217" y="2507"/>
                      <a:pt x="217" y="3348"/>
                    </a:cubicBezTo>
                    <a:cubicBezTo>
                      <a:pt x="217" y="4189"/>
                      <a:pt x="551" y="4996"/>
                      <a:pt x="1146" y="5591"/>
                    </a:cubicBezTo>
                    <a:cubicBezTo>
                      <a:pt x="1741" y="6186"/>
                      <a:pt x="2547" y="6521"/>
                      <a:pt x="3388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63" name="Freeform: Shape 3362">
                <a:extLst>
                  <a:ext uri="{FF2B5EF4-FFF2-40B4-BE49-F238E27FC236}">
                    <a16:creationId xmlns:a16="http://schemas.microsoft.com/office/drawing/2014/main" id="{F2A193C3-6DF6-1858-8FD2-7DD8358C4C06}"/>
                  </a:ext>
                </a:extLst>
              </p:cNvPr>
              <p:cNvSpPr/>
              <p:nvPr/>
            </p:nvSpPr>
            <p:spPr>
              <a:xfrm>
                <a:off x="3603174" y="5702296"/>
                <a:ext cx="6343" cy="6345"/>
              </a:xfrm>
              <a:custGeom>
                <a:avLst/>
                <a:gdLst>
                  <a:gd name="connsiteX0" fmla="*/ 3388 w 6343"/>
                  <a:gd name="connsiteY0" fmla="*/ 6521 h 6345"/>
                  <a:gd name="connsiteX1" fmla="*/ 5631 w 6343"/>
                  <a:gd name="connsiteY1" fmla="*/ 5591 h 6345"/>
                  <a:gd name="connsiteX2" fmla="*/ 6560 w 6343"/>
                  <a:gd name="connsiteY2" fmla="*/ 3348 h 6345"/>
                  <a:gd name="connsiteX3" fmla="*/ 5631 w 6343"/>
                  <a:gd name="connsiteY3" fmla="*/ 1104 h 6345"/>
                  <a:gd name="connsiteX4" fmla="*/ 3388 w 6343"/>
                  <a:gd name="connsiteY4" fmla="*/ 175 h 6345"/>
                  <a:gd name="connsiteX5" fmla="*/ 1146 w 6343"/>
                  <a:gd name="connsiteY5" fmla="*/ 1104 h 6345"/>
                  <a:gd name="connsiteX6" fmla="*/ 217 w 6343"/>
                  <a:gd name="connsiteY6" fmla="*/ 3348 h 6345"/>
                  <a:gd name="connsiteX7" fmla="*/ 1146 w 6343"/>
                  <a:gd name="connsiteY7" fmla="*/ 5591 h 6345"/>
                  <a:gd name="connsiteX8" fmla="*/ 3388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1"/>
                    </a:moveTo>
                    <a:cubicBezTo>
                      <a:pt x="4230" y="6521"/>
                      <a:pt x="5036" y="6186"/>
                      <a:pt x="5631" y="5591"/>
                    </a:cubicBezTo>
                    <a:cubicBezTo>
                      <a:pt x="6226" y="4996"/>
                      <a:pt x="6560" y="4189"/>
                      <a:pt x="6560" y="3348"/>
                    </a:cubicBezTo>
                    <a:cubicBezTo>
                      <a:pt x="6560" y="2506"/>
                      <a:pt x="6226" y="1699"/>
                      <a:pt x="5631" y="1104"/>
                    </a:cubicBezTo>
                    <a:cubicBezTo>
                      <a:pt x="5036" y="509"/>
                      <a:pt x="4230" y="175"/>
                      <a:pt x="3388" y="175"/>
                    </a:cubicBezTo>
                    <a:cubicBezTo>
                      <a:pt x="2547" y="175"/>
                      <a:pt x="1741" y="509"/>
                      <a:pt x="1146" y="1104"/>
                    </a:cubicBezTo>
                    <a:cubicBezTo>
                      <a:pt x="551" y="1699"/>
                      <a:pt x="217" y="2506"/>
                      <a:pt x="217" y="3348"/>
                    </a:cubicBezTo>
                    <a:cubicBezTo>
                      <a:pt x="217" y="4189"/>
                      <a:pt x="551" y="4996"/>
                      <a:pt x="1146" y="5591"/>
                    </a:cubicBezTo>
                    <a:cubicBezTo>
                      <a:pt x="1741" y="6186"/>
                      <a:pt x="2547" y="6521"/>
                      <a:pt x="3388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64" name="Freeform: Shape 3363">
                <a:extLst>
                  <a:ext uri="{FF2B5EF4-FFF2-40B4-BE49-F238E27FC236}">
                    <a16:creationId xmlns:a16="http://schemas.microsoft.com/office/drawing/2014/main" id="{0AF8E4FE-B345-403C-9003-0A6A324C9E53}"/>
                  </a:ext>
                </a:extLst>
              </p:cNvPr>
              <p:cNvSpPr/>
              <p:nvPr/>
            </p:nvSpPr>
            <p:spPr>
              <a:xfrm>
                <a:off x="3602442" y="5700517"/>
                <a:ext cx="6343" cy="6345"/>
              </a:xfrm>
              <a:custGeom>
                <a:avLst/>
                <a:gdLst>
                  <a:gd name="connsiteX0" fmla="*/ 3388 w 6343"/>
                  <a:gd name="connsiteY0" fmla="*/ 6520 h 6345"/>
                  <a:gd name="connsiteX1" fmla="*/ 5631 w 6343"/>
                  <a:gd name="connsiteY1" fmla="*/ 5591 h 6345"/>
                  <a:gd name="connsiteX2" fmla="*/ 6560 w 6343"/>
                  <a:gd name="connsiteY2" fmla="*/ 3348 h 6345"/>
                  <a:gd name="connsiteX3" fmla="*/ 5631 w 6343"/>
                  <a:gd name="connsiteY3" fmla="*/ 1104 h 6345"/>
                  <a:gd name="connsiteX4" fmla="*/ 3388 w 6343"/>
                  <a:gd name="connsiteY4" fmla="*/ 175 h 6345"/>
                  <a:gd name="connsiteX5" fmla="*/ 1146 w 6343"/>
                  <a:gd name="connsiteY5" fmla="*/ 1104 h 6345"/>
                  <a:gd name="connsiteX6" fmla="*/ 217 w 6343"/>
                  <a:gd name="connsiteY6" fmla="*/ 3348 h 6345"/>
                  <a:gd name="connsiteX7" fmla="*/ 1146 w 6343"/>
                  <a:gd name="connsiteY7" fmla="*/ 5591 h 6345"/>
                  <a:gd name="connsiteX8" fmla="*/ 3388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0"/>
                    </a:moveTo>
                    <a:cubicBezTo>
                      <a:pt x="4229" y="6520"/>
                      <a:pt x="5036" y="6186"/>
                      <a:pt x="5631" y="5591"/>
                    </a:cubicBezTo>
                    <a:cubicBezTo>
                      <a:pt x="6226" y="4996"/>
                      <a:pt x="6560" y="4189"/>
                      <a:pt x="6560" y="3348"/>
                    </a:cubicBezTo>
                    <a:cubicBezTo>
                      <a:pt x="6560" y="2506"/>
                      <a:pt x="6226" y="1699"/>
                      <a:pt x="5631" y="1104"/>
                    </a:cubicBezTo>
                    <a:cubicBezTo>
                      <a:pt x="5036" y="509"/>
                      <a:pt x="4229" y="175"/>
                      <a:pt x="3388" y="175"/>
                    </a:cubicBezTo>
                    <a:cubicBezTo>
                      <a:pt x="2547" y="175"/>
                      <a:pt x="1740" y="509"/>
                      <a:pt x="1146" y="1104"/>
                    </a:cubicBezTo>
                    <a:cubicBezTo>
                      <a:pt x="551" y="1699"/>
                      <a:pt x="217" y="2506"/>
                      <a:pt x="217" y="3348"/>
                    </a:cubicBezTo>
                    <a:cubicBezTo>
                      <a:pt x="217" y="4189"/>
                      <a:pt x="551" y="4996"/>
                      <a:pt x="1146" y="5591"/>
                    </a:cubicBezTo>
                    <a:cubicBezTo>
                      <a:pt x="1740" y="6186"/>
                      <a:pt x="2547" y="6520"/>
                      <a:pt x="3388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65" name="Freeform: Shape 3364">
                <a:extLst>
                  <a:ext uri="{FF2B5EF4-FFF2-40B4-BE49-F238E27FC236}">
                    <a16:creationId xmlns:a16="http://schemas.microsoft.com/office/drawing/2014/main" id="{28E6A27A-1C5C-6E91-42F5-1E0D831D2E7B}"/>
                  </a:ext>
                </a:extLst>
              </p:cNvPr>
              <p:cNvSpPr/>
              <p:nvPr/>
            </p:nvSpPr>
            <p:spPr>
              <a:xfrm>
                <a:off x="3602474" y="5698831"/>
                <a:ext cx="6343" cy="6345"/>
              </a:xfrm>
              <a:custGeom>
                <a:avLst/>
                <a:gdLst>
                  <a:gd name="connsiteX0" fmla="*/ 3388 w 6343"/>
                  <a:gd name="connsiteY0" fmla="*/ 6520 h 6345"/>
                  <a:gd name="connsiteX1" fmla="*/ 5631 w 6343"/>
                  <a:gd name="connsiteY1" fmla="*/ 5591 h 6345"/>
                  <a:gd name="connsiteX2" fmla="*/ 6560 w 6343"/>
                  <a:gd name="connsiteY2" fmla="*/ 3348 h 6345"/>
                  <a:gd name="connsiteX3" fmla="*/ 5631 w 6343"/>
                  <a:gd name="connsiteY3" fmla="*/ 1104 h 6345"/>
                  <a:gd name="connsiteX4" fmla="*/ 3388 w 6343"/>
                  <a:gd name="connsiteY4" fmla="*/ 175 h 6345"/>
                  <a:gd name="connsiteX5" fmla="*/ 1146 w 6343"/>
                  <a:gd name="connsiteY5" fmla="*/ 1104 h 6345"/>
                  <a:gd name="connsiteX6" fmla="*/ 217 w 6343"/>
                  <a:gd name="connsiteY6" fmla="*/ 3348 h 6345"/>
                  <a:gd name="connsiteX7" fmla="*/ 1146 w 6343"/>
                  <a:gd name="connsiteY7" fmla="*/ 5591 h 6345"/>
                  <a:gd name="connsiteX8" fmla="*/ 3388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0"/>
                    </a:moveTo>
                    <a:cubicBezTo>
                      <a:pt x="4229" y="6520"/>
                      <a:pt x="5036" y="6186"/>
                      <a:pt x="5631" y="5591"/>
                    </a:cubicBezTo>
                    <a:cubicBezTo>
                      <a:pt x="6226" y="4996"/>
                      <a:pt x="6560" y="4189"/>
                      <a:pt x="6560" y="3348"/>
                    </a:cubicBezTo>
                    <a:cubicBezTo>
                      <a:pt x="6560" y="2506"/>
                      <a:pt x="6226" y="1699"/>
                      <a:pt x="5631" y="1104"/>
                    </a:cubicBezTo>
                    <a:cubicBezTo>
                      <a:pt x="5036" y="509"/>
                      <a:pt x="4229" y="175"/>
                      <a:pt x="3388" y="175"/>
                    </a:cubicBezTo>
                    <a:cubicBezTo>
                      <a:pt x="2547" y="175"/>
                      <a:pt x="1740" y="509"/>
                      <a:pt x="1146" y="1104"/>
                    </a:cubicBezTo>
                    <a:cubicBezTo>
                      <a:pt x="551" y="1699"/>
                      <a:pt x="217" y="2506"/>
                      <a:pt x="217" y="3348"/>
                    </a:cubicBezTo>
                    <a:cubicBezTo>
                      <a:pt x="217" y="4189"/>
                      <a:pt x="551" y="4996"/>
                      <a:pt x="1146" y="5591"/>
                    </a:cubicBezTo>
                    <a:cubicBezTo>
                      <a:pt x="1740" y="6186"/>
                      <a:pt x="2547" y="6520"/>
                      <a:pt x="3388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66" name="Freeform: Shape 3365">
                <a:extLst>
                  <a:ext uri="{FF2B5EF4-FFF2-40B4-BE49-F238E27FC236}">
                    <a16:creationId xmlns:a16="http://schemas.microsoft.com/office/drawing/2014/main" id="{F69B1304-AE77-9C20-9CDA-ABE9AF4B00AA}"/>
                  </a:ext>
                </a:extLst>
              </p:cNvPr>
              <p:cNvSpPr/>
              <p:nvPr/>
            </p:nvSpPr>
            <p:spPr>
              <a:xfrm>
                <a:off x="3600636" y="5696877"/>
                <a:ext cx="6343" cy="6345"/>
              </a:xfrm>
              <a:custGeom>
                <a:avLst/>
                <a:gdLst>
                  <a:gd name="connsiteX0" fmla="*/ 3388 w 6343"/>
                  <a:gd name="connsiteY0" fmla="*/ 6520 h 6345"/>
                  <a:gd name="connsiteX1" fmla="*/ 5631 w 6343"/>
                  <a:gd name="connsiteY1" fmla="*/ 5591 h 6345"/>
                  <a:gd name="connsiteX2" fmla="*/ 6560 w 6343"/>
                  <a:gd name="connsiteY2" fmla="*/ 3347 h 6345"/>
                  <a:gd name="connsiteX3" fmla="*/ 5631 w 6343"/>
                  <a:gd name="connsiteY3" fmla="*/ 1104 h 6345"/>
                  <a:gd name="connsiteX4" fmla="*/ 3388 w 6343"/>
                  <a:gd name="connsiteY4" fmla="*/ 175 h 6345"/>
                  <a:gd name="connsiteX5" fmla="*/ 1146 w 6343"/>
                  <a:gd name="connsiteY5" fmla="*/ 1104 h 6345"/>
                  <a:gd name="connsiteX6" fmla="*/ 217 w 6343"/>
                  <a:gd name="connsiteY6" fmla="*/ 3347 h 6345"/>
                  <a:gd name="connsiteX7" fmla="*/ 1146 w 6343"/>
                  <a:gd name="connsiteY7" fmla="*/ 5591 h 6345"/>
                  <a:gd name="connsiteX8" fmla="*/ 3388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0"/>
                    </a:moveTo>
                    <a:cubicBezTo>
                      <a:pt x="4229" y="6520"/>
                      <a:pt x="5036" y="6186"/>
                      <a:pt x="5631" y="5591"/>
                    </a:cubicBezTo>
                    <a:cubicBezTo>
                      <a:pt x="6226" y="4996"/>
                      <a:pt x="6560" y="4189"/>
                      <a:pt x="6560" y="3347"/>
                    </a:cubicBezTo>
                    <a:cubicBezTo>
                      <a:pt x="6560" y="2506"/>
                      <a:pt x="6226" y="1699"/>
                      <a:pt x="5631" y="1104"/>
                    </a:cubicBezTo>
                    <a:cubicBezTo>
                      <a:pt x="5036" y="509"/>
                      <a:pt x="4229" y="175"/>
                      <a:pt x="3388" y="175"/>
                    </a:cubicBezTo>
                    <a:cubicBezTo>
                      <a:pt x="2547" y="175"/>
                      <a:pt x="1740" y="509"/>
                      <a:pt x="1146" y="1104"/>
                    </a:cubicBezTo>
                    <a:cubicBezTo>
                      <a:pt x="551" y="1699"/>
                      <a:pt x="217" y="2506"/>
                      <a:pt x="217" y="3347"/>
                    </a:cubicBezTo>
                    <a:cubicBezTo>
                      <a:pt x="217" y="4189"/>
                      <a:pt x="551" y="4996"/>
                      <a:pt x="1146" y="5591"/>
                    </a:cubicBezTo>
                    <a:cubicBezTo>
                      <a:pt x="1740" y="6186"/>
                      <a:pt x="2547" y="6520"/>
                      <a:pt x="3388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67" name="Freeform: Shape 3366">
                <a:extLst>
                  <a:ext uri="{FF2B5EF4-FFF2-40B4-BE49-F238E27FC236}">
                    <a16:creationId xmlns:a16="http://schemas.microsoft.com/office/drawing/2014/main" id="{02A444D4-D608-F17A-BF9B-3961B7517948}"/>
                  </a:ext>
                </a:extLst>
              </p:cNvPr>
              <p:cNvSpPr/>
              <p:nvPr/>
            </p:nvSpPr>
            <p:spPr>
              <a:xfrm>
                <a:off x="3601208" y="5695254"/>
                <a:ext cx="6343" cy="6345"/>
              </a:xfrm>
              <a:custGeom>
                <a:avLst/>
                <a:gdLst>
                  <a:gd name="connsiteX0" fmla="*/ 3388 w 6343"/>
                  <a:gd name="connsiteY0" fmla="*/ 6520 h 6345"/>
                  <a:gd name="connsiteX1" fmla="*/ 5631 w 6343"/>
                  <a:gd name="connsiteY1" fmla="*/ 5591 h 6345"/>
                  <a:gd name="connsiteX2" fmla="*/ 6560 w 6343"/>
                  <a:gd name="connsiteY2" fmla="*/ 3347 h 6345"/>
                  <a:gd name="connsiteX3" fmla="*/ 5631 w 6343"/>
                  <a:gd name="connsiteY3" fmla="*/ 1104 h 6345"/>
                  <a:gd name="connsiteX4" fmla="*/ 3388 w 6343"/>
                  <a:gd name="connsiteY4" fmla="*/ 175 h 6345"/>
                  <a:gd name="connsiteX5" fmla="*/ 1146 w 6343"/>
                  <a:gd name="connsiteY5" fmla="*/ 1104 h 6345"/>
                  <a:gd name="connsiteX6" fmla="*/ 217 w 6343"/>
                  <a:gd name="connsiteY6" fmla="*/ 3347 h 6345"/>
                  <a:gd name="connsiteX7" fmla="*/ 1146 w 6343"/>
                  <a:gd name="connsiteY7" fmla="*/ 5591 h 6345"/>
                  <a:gd name="connsiteX8" fmla="*/ 3388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0"/>
                    </a:moveTo>
                    <a:cubicBezTo>
                      <a:pt x="4229" y="6520"/>
                      <a:pt x="5036" y="6186"/>
                      <a:pt x="5631" y="5591"/>
                    </a:cubicBezTo>
                    <a:cubicBezTo>
                      <a:pt x="6226" y="4996"/>
                      <a:pt x="6560" y="4189"/>
                      <a:pt x="6560" y="3347"/>
                    </a:cubicBezTo>
                    <a:cubicBezTo>
                      <a:pt x="6560" y="2506"/>
                      <a:pt x="6226" y="1699"/>
                      <a:pt x="5631" y="1104"/>
                    </a:cubicBezTo>
                    <a:cubicBezTo>
                      <a:pt x="5036" y="509"/>
                      <a:pt x="4229" y="175"/>
                      <a:pt x="3388" y="175"/>
                    </a:cubicBezTo>
                    <a:cubicBezTo>
                      <a:pt x="2547" y="175"/>
                      <a:pt x="1740" y="509"/>
                      <a:pt x="1146" y="1104"/>
                    </a:cubicBezTo>
                    <a:cubicBezTo>
                      <a:pt x="551" y="1699"/>
                      <a:pt x="217" y="2506"/>
                      <a:pt x="217" y="3347"/>
                    </a:cubicBezTo>
                    <a:cubicBezTo>
                      <a:pt x="217" y="4189"/>
                      <a:pt x="551" y="4996"/>
                      <a:pt x="1146" y="5591"/>
                    </a:cubicBezTo>
                    <a:cubicBezTo>
                      <a:pt x="1740" y="6186"/>
                      <a:pt x="2547" y="6520"/>
                      <a:pt x="3388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68" name="Freeform: Shape 3367">
                <a:extLst>
                  <a:ext uri="{FF2B5EF4-FFF2-40B4-BE49-F238E27FC236}">
                    <a16:creationId xmlns:a16="http://schemas.microsoft.com/office/drawing/2014/main" id="{C110E9F3-9744-055F-20C7-59D0CCDA8A63}"/>
                  </a:ext>
                </a:extLst>
              </p:cNvPr>
              <p:cNvSpPr/>
              <p:nvPr/>
            </p:nvSpPr>
            <p:spPr>
              <a:xfrm>
                <a:off x="3600897" y="5693499"/>
                <a:ext cx="6343" cy="6345"/>
              </a:xfrm>
              <a:custGeom>
                <a:avLst/>
                <a:gdLst>
                  <a:gd name="connsiteX0" fmla="*/ 3388 w 6343"/>
                  <a:gd name="connsiteY0" fmla="*/ 6520 h 6345"/>
                  <a:gd name="connsiteX1" fmla="*/ 5631 w 6343"/>
                  <a:gd name="connsiteY1" fmla="*/ 5591 h 6345"/>
                  <a:gd name="connsiteX2" fmla="*/ 6560 w 6343"/>
                  <a:gd name="connsiteY2" fmla="*/ 3347 h 6345"/>
                  <a:gd name="connsiteX3" fmla="*/ 5631 w 6343"/>
                  <a:gd name="connsiteY3" fmla="*/ 1104 h 6345"/>
                  <a:gd name="connsiteX4" fmla="*/ 3388 w 6343"/>
                  <a:gd name="connsiteY4" fmla="*/ 174 h 6345"/>
                  <a:gd name="connsiteX5" fmla="*/ 1146 w 6343"/>
                  <a:gd name="connsiteY5" fmla="*/ 1104 h 6345"/>
                  <a:gd name="connsiteX6" fmla="*/ 217 w 6343"/>
                  <a:gd name="connsiteY6" fmla="*/ 3347 h 6345"/>
                  <a:gd name="connsiteX7" fmla="*/ 1146 w 6343"/>
                  <a:gd name="connsiteY7" fmla="*/ 5591 h 6345"/>
                  <a:gd name="connsiteX8" fmla="*/ 3388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0"/>
                    </a:moveTo>
                    <a:cubicBezTo>
                      <a:pt x="4229" y="6520"/>
                      <a:pt x="5036" y="6186"/>
                      <a:pt x="5631" y="5591"/>
                    </a:cubicBezTo>
                    <a:cubicBezTo>
                      <a:pt x="6226" y="4996"/>
                      <a:pt x="6560" y="4189"/>
                      <a:pt x="6560" y="3347"/>
                    </a:cubicBezTo>
                    <a:cubicBezTo>
                      <a:pt x="6560" y="2506"/>
                      <a:pt x="6226" y="1699"/>
                      <a:pt x="5631" y="1104"/>
                    </a:cubicBezTo>
                    <a:cubicBezTo>
                      <a:pt x="5036" y="509"/>
                      <a:pt x="4229" y="174"/>
                      <a:pt x="3388" y="174"/>
                    </a:cubicBezTo>
                    <a:cubicBezTo>
                      <a:pt x="2547" y="174"/>
                      <a:pt x="1740" y="509"/>
                      <a:pt x="1146" y="1104"/>
                    </a:cubicBezTo>
                    <a:cubicBezTo>
                      <a:pt x="551" y="1699"/>
                      <a:pt x="217" y="2506"/>
                      <a:pt x="217" y="3347"/>
                    </a:cubicBezTo>
                    <a:cubicBezTo>
                      <a:pt x="217" y="4189"/>
                      <a:pt x="551" y="4996"/>
                      <a:pt x="1146" y="5591"/>
                    </a:cubicBezTo>
                    <a:cubicBezTo>
                      <a:pt x="1740" y="6186"/>
                      <a:pt x="2547" y="6520"/>
                      <a:pt x="3388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69" name="Freeform: Shape 3368">
                <a:extLst>
                  <a:ext uri="{FF2B5EF4-FFF2-40B4-BE49-F238E27FC236}">
                    <a16:creationId xmlns:a16="http://schemas.microsoft.com/office/drawing/2014/main" id="{12D4A331-515A-8A56-5192-7CE56ED358AC}"/>
                  </a:ext>
                </a:extLst>
              </p:cNvPr>
              <p:cNvSpPr/>
              <p:nvPr/>
            </p:nvSpPr>
            <p:spPr>
              <a:xfrm>
                <a:off x="3599848" y="5691617"/>
                <a:ext cx="6343" cy="6345"/>
              </a:xfrm>
              <a:custGeom>
                <a:avLst/>
                <a:gdLst>
                  <a:gd name="connsiteX0" fmla="*/ 3388 w 6343"/>
                  <a:gd name="connsiteY0" fmla="*/ 6520 h 6345"/>
                  <a:gd name="connsiteX1" fmla="*/ 5631 w 6343"/>
                  <a:gd name="connsiteY1" fmla="*/ 5590 h 6345"/>
                  <a:gd name="connsiteX2" fmla="*/ 6560 w 6343"/>
                  <a:gd name="connsiteY2" fmla="*/ 3347 h 6345"/>
                  <a:gd name="connsiteX3" fmla="*/ 5631 w 6343"/>
                  <a:gd name="connsiteY3" fmla="*/ 1104 h 6345"/>
                  <a:gd name="connsiteX4" fmla="*/ 3388 w 6343"/>
                  <a:gd name="connsiteY4" fmla="*/ 174 h 6345"/>
                  <a:gd name="connsiteX5" fmla="*/ 1146 w 6343"/>
                  <a:gd name="connsiteY5" fmla="*/ 1104 h 6345"/>
                  <a:gd name="connsiteX6" fmla="*/ 217 w 6343"/>
                  <a:gd name="connsiteY6" fmla="*/ 3347 h 6345"/>
                  <a:gd name="connsiteX7" fmla="*/ 1146 w 6343"/>
                  <a:gd name="connsiteY7" fmla="*/ 5590 h 6345"/>
                  <a:gd name="connsiteX8" fmla="*/ 3388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0"/>
                    </a:moveTo>
                    <a:cubicBezTo>
                      <a:pt x="4229" y="6520"/>
                      <a:pt x="5036" y="6185"/>
                      <a:pt x="5631" y="5590"/>
                    </a:cubicBezTo>
                    <a:cubicBezTo>
                      <a:pt x="6226" y="4995"/>
                      <a:pt x="6560" y="4188"/>
                      <a:pt x="6560" y="3347"/>
                    </a:cubicBezTo>
                    <a:cubicBezTo>
                      <a:pt x="6560" y="2506"/>
                      <a:pt x="6226" y="1699"/>
                      <a:pt x="5631" y="1104"/>
                    </a:cubicBezTo>
                    <a:cubicBezTo>
                      <a:pt x="5036" y="509"/>
                      <a:pt x="4229" y="174"/>
                      <a:pt x="3388" y="174"/>
                    </a:cubicBezTo>
                    <a:cubicBezTo>
                      <a:pt x="2547" y="174"/>
                      <a:pt x="1740" y="509"/>
                      <a:pt x="1146" y="1104"/>
                    </a:cubicBezTo>
                    <a:cubicBezTo>
                      <a:pt x="551" y="1699"/>
                      <a:pt x="217" y="2506"/>
                      <a:pt x="217" y="3347"/>
                    </a:cubicBezTo>
                    <a:cubicBezTo>
                      <a:pt x="217" y="4188"/>
                      <a:pt x="551" y="4995"/>
                      <a:pt x="1146" y="5590"/>
                    </a:cubicBezTo>
                    <a:cubicBezTo>
                      <a:pt x="1740" y="6185"/>
                      <a:pt x="2547" y="6520"/>
                      <a:pt x="3388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70" name="Freeform: Shape 3369">
                <a:extLst>
                  <a:ext uri="{FF2B5EF4-FFF2-40B4-BE49-F238E27FC236}">
                    <a16:creationId xmlns:a16="http://schemas.microsoft.com/office/drawing/2014/main" id="{2124E9DE-899B-7C7F-B420-A98D65F156E1}"/>
                  </a:ext>
                </a:extLst>
              </p:cNvPr>
              <p:cNvSpPr/>
              <p:nvPr/>
            </p:nvSpPr>
            <p:spPr>
              <a:xfrm>
                <a:off x="3599467" y="5689831"/>
                <a:ext cx="6343" cy="6345"/>
              </a:xfrm>
              <a:custGeom>
                <a:avLst/>
                <a:gdLst>
                  <a:gd name="connsiteX0" fmla="*/ 3388 w 6343"/>
                  <a:gd name="connsiteY0" fmla="*/ 6520 h 6345"/>
                  <a:gd name="connsiteX1" fmla="*/ 5631 w 6343"/>
                  <a:gd name="connsiteY1" fmla="*/ 5590 h 6345"/>
                  <a:gd name="connsiteX2" fmla="*/ 6560 w 6343"/>
                  <a:gd name="connsiteY2" fmla="*/ 3347 h 6345"/>
                  <a:gd name="connsiteX3" fmla="*/ 5631 w 6343"/>
                  <a:gd name="connsiteY3" fmla="*/ 1103 h 6345"/>
                  <a:gd name="connsiteX4" fmla="*/ 3388 w 6343"/>
                  <a:gd name="connsiteY4" fmla="*/ 174 h 6345"/>
                  <a:gd name="connsiteX5" fmla="*/ 1145 w 6343"/>
                  <a:gd name="connsiteY5" fmla="*/ 1103 h 6345"/>
                  <a:gd name="connsiteX6" fmla="*/ 217 w 6343"/>
                  <a:gd name="connsiteY6" fmla="*/ 3347 h 6345"/>
                  <a:gd name="connsiteX7" fmla="*/ 1145 w 6343"/>
                  <a:gd name="connsiteY7" fmla="*/ 5590 h 6345"/>
                  <a:gd name="connsiteX8" fmla="*/ 3388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0"/>
                    </a:moveTo>
                    <a:cubicBezTo>
                      <a:pt x="4229" y="6520"/>
                      <a:pt x="5036" y="6185"/>
                      <a:pt x="5631" y="5590"/>
                    </a:cubicBezTo>
                    <a:cubicBezTo>
                      <a:pt x="6225" y="4995"/>
                      <a:pt x="6560" y="4188"/>
                      <a:pt x="6560" y="3347"/>
                    </a:cubicBezTo>
                    <a:cubicBezTo>
                      <a:pt x="6560" y="2505"/>
                      <a:pt x="6225" y="1698"/>
                      <a:pt x="5631" y="1103"/>
                    </a:cubicBezTo>
                    <a:cubicBezTo>
                      <a:pt x="5036" y="508"/>
                      <a:pt x="4229" y="174"/>
                      <a:pt x="3388" y="174"/>
                    </a:cubicBezTo>
                    <a:cubicBezTo>
                      <a:pt x="2547" y="174"/>
                      <a:pt x="1740" y="508"/>
                      <a:pt x="1145" y="1103"/>
                    </a:cubicBezTo>
                    <a:cubicBezTo>
                      <a:pt x="551" y="1698"/>
                      <a:pt x="217" y="2505"/>
                      <a:pt x="217" y="3347"/>
                    </a:cubicBezTo>
                    <a:cubicBezTo>
                      <a:pt x="217" y="4188"/>
                      <a:pt x="551" y="4995"/>
                      <a:pt x="1145" y="5590"/>
                    </a:cubicBezTo>
                    <a:cubicBezTo>
                      <a:pt x="1740" y="6185"/>
                      <a:pt x="2547" y="6520"/>
                      <a:pt x="3388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71" name="Freeform: Shape 3370">
                <a:extLst>
                  <a:ext uri="{FF2B5EF4-FFF2-40B4-BE49-F238E27FC236}">
                    <a16:creationId xmlns:a16="http://schemas.microsoft.com/office/drawing/2014/main" id="{B7D00C36-3CE8-A6D7-3EAE-9B47220E9EE2}"/>
                  </a:ext>
                </a:extLst>
              </p:cNvPr>
              <p:cNvSpPr/>
              <p:nvPr/>
            </p:nvSpPr>
            <p:spPr>
              <a:xfrm>
                <a:off x="3596760" y="5687632"/>
                <a:ext cx="6343" cy="6345"/>
              </a:xfrm>
              <a:custGeom>
                <a:avLst/>
                <a:gdLst>
                  <a:gd name="connsiteX0" fmla="*/ 3388 w 6343"/>
                  <a:gd name="connsiteY0" fmla="*/ 6519 h 6345"/>
                  <a:gd name="connsiteX1" fmla="*/ 5631 w 6343"/>
                  <a:gd name="connsiteY1" fmla="*/ 5590 h 6345"/>
                  <a:gd name="connsiteX2" fmla="*/ 6559 w 6343"/>
                  <a:gd name="connsiteY2" fmla="*/ 3347 h 6345"/>
                  <a:gd name="connsiteX3" fmla="*/ 5631 w 6343"/>
                  <a:gd name="connsiteY3" fmla="*/ 1103 h 6345"/>
                  <a:gd name="connsiteX4" fmla="*/ 3388 w 6343"/>
                  <a:gd name="connsiteY4" fmla="*/ 174 h 6345"/>
                  <a:gd name="connsiteX5" fmla="*/ 1145 w 6343"/>
                  <a:gd name="connsiteY5" fmla="*/ 1103 h 6345"/>
                  <a:gd name="connsiteX6" fmla="*/ 216 w 6343"/>
                  <a:gd name="connsiteY6" fmla="*/ 3347 h 6345"/>
                  <a:gd name="connsiteX7" fmla="*/ 1145 w 6343"/>
                  <a:gd name="connsiteY7" fmla="*/ 5590 h 6345"/>
                  <a:gd name="connsiteX8" fmla="*/ 3388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19"/>
                    </a:moveTo>
                    <a:cubicBezTo>
                      <a:pt x="4229" y="6519"/>
                      <a:pt x="5036" y="6185"/>
                      <a:pt x="5631" y="5590"/>
                    </a:cubicBezTo>
                    <a:cubicBezTo>
                      <a:pt x="6225" y="4995"/>
                      <a:pt x="6559" y="4188"/>
                      <a:pt x="6559" y="3347"/>
                    </a:cubicBezTo>
                    <a:cubicBezTo>
                      <a:pt x="6559" y="2505"/>
                      <a:pt x="6225" y="1698"/>
                      <a:pt x="5631" y="1103"/>
                    </a:cubicBezTo>
                    <a:cubicBezTo>
                      <a:pt x="5036" y="508"/>
                      <a:pt x="4229" y="174"/>
                      <a:pt x="3388" y="174"/>
                    </a:cubicBezTo>
                    <a:cubicBezTo>
                      <a:pt x="2547" y="174"/>
                      <a:pt x="1740" y="508"/>
                      <a:pt x="1145" y="1103"/>
                    </a:cubicBezTo>
                    <a:cubicBezTo>
                      <a:pt x="551" y="1698"/>
                      <a:pt x="216" y="2505"/>
                      <a:pt x="216" y="3347"/>
                    </a:cubicBezTo>
                    <a:cubicBezTo>
                      <a:pt x="216" y="4188"/>
                      <a:pt x="551" y="4995"/>
                      <a:pt x="1145" y="5590"/>
                    </a:cubicBezTo>
                    <a:cubicBezTo>
                      <a:pt x="1740" y="6185"/>
                      <a:pt x="2547" y="6519"/>
                      <a:pt x="3388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72" name="Freeform: Shape 3371">
                <a:extLst>
                  <a:ext uri="{FF2B5EF4-FFF2-40B4-BE49-F238E27FC236}">
                    <a16:creationId xmlns:a16="http://schemas.microsoft.com/office/drawing/2014/main" id="{C37DC4B6-8F51-BAD7-F051-ACBE9BADAF50}"/>
                  </a:ext>
                </a:extLst>
              </p:cNvPr>
              <p:cNvSpPr/>
              <p:nvPr/>
            </p:nvSpPr>
            <p:spPr>
              <a:xfrm>
                <a:off x="3593882" y="5685365"/>
                <a:ext cx="6343" cy="6345"/>
              </a:xfrm>
              <a:custGeom>
                <a:avLst/>
                <a:gdLst>
                  <a:gd name="connsiteX0" fmla="*/ 3388 w 6343"/>
                  <a:gd name="connsiteY0" fmla="*/ 6519 h 6345"/>
                  <a:gd name="connsiteX1" fmla="*/ 5630 w 6343"/>
                  <a:gd name="connsiteY1" fmla="*/ 5590 h 6345"/>
                  <a:gd name="connsiteX2" fmla="*/ 6559 w 6343"/>
                  <a:gd name="connsiteY2" fmla="*/ 3347 h 6345"/>
                  <a:gd name="connsiteX3" fmla="*/ 5630 w 6343"/>
                  <a:gd name="connsiteY3" fmla="*/ 1103 h 6345"/>
                  <a:gd name="connsiteX4" fmla="*/ 3388 w 6343"/>
                  <a:gd name="connsiteY4" fmla="*/ 174 h 6345"/>
                  <a:gd name="connsiteX5" fmla="*/ 1145 w 6343"/>
                  <a:gd name="connsiteY5" fmla="*/ 1103 h 6345"/>
                  <a:gd name="connsiteX6" fmla="*/ 216 w 6343"/>
                  <a:gd name="connsiteY6" fmla="*/ 3347 h 6345"/>
                  <a:gd name="connsiteX7" fmla="*/ 1145 w 6343"/>
                  <a:gd name="connsiteY7" fmla="*/ 5590 h 6345"/>
                  <a:gd name="connsiteX8" fmla="*/ 3388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19"/>
                    </a:moveTo>
                    <a:cubicBezTo>
                      <a:pt x="4229" y="6519"/>
                      <a:pt x="5036" y="6185"/>
                      <a:pt x="5630" y="5590"/>
                    </a:cubicBezTo>
                    <a:cubicBezTo>
                      <a:pt x="6225" y="4995"/>
                      <a:pt x="6559" y="4188"/>
                      <a:pt x="6559" y="3347"/>
                    </a:cubicBezTo>
                    <a:cubicBezTo>
                      <a:pt x="6559" y="2505"/>
                      <a:pt x="6225" y="1698"/>
                      <a:pt x="5630" y="1103"/>
                    </a:cubicBezTo>
                    <a:cubicBezTo>
                      <a:pt x="5036" y="508"/>
                      <a:pt x="4229" y="174"/>
                      <a:pt x="3388" y="174"/>
                    </a:cubicBezTo>
                    <a:cubicBezTo>
                      <a:pt x="2547" y="174"/>
                      <a:pt x="1740" y="508"/>
                      <a:pt x="1145" y="1103"/>
                    </a:cubicBezTo>
                    <a:cubicBezTo>
                      <a:pt x="550" y="1698"/>
                      <a:pt x="216" y="2505"/>
                      <a:pt x="216" y="3347"/>
                    </a:cubicBezTo>
                    <a:cubicBezTo>
                      <a:pt x="216" y="4188"/>
                      <a:pt x="550" y="4995"/>
                      <a:pt x="1145" y="5590"/>
                    </a:cubicBezTo>
                    <a:cubicBezTo>
                      <a:pt x="1740" y="6185"/>
                      <a:pt x="2547" y="6519"/>
                      <a:pt x="3388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73" name="Freeform: Shape 3372">
                <a:extLst>
                  <a:ext uri="{FF2B5EF4-FFF2-40B4-BE49-F238E27FC236}">
                    <a16:creationId xmlns:a16="http://schemas.microsoft.com/office/drawing/2014/main" id="{20738286-EFE8-B843-CA1B-A54A85B92F03}"/>
                  </a:ext>
                </a:extLst>
              </p:cNvPr>
              <p:cNvSpPr/>
              <p:nvPr/>
            </p:nvSpPr>
            <p:spPr>
              <a:xfrm>
                <a:off x="3601968" y="5400915"/>
                <a:ext cx="6343" cy="6345"/>
              </a:xfrm>
              <a:custGeom>
                <a:avLst/>
                <a:gdLst>
                  <a:gd name="connsiteX0" fmla="*/ 3388 w 6343"/>
                  <a:gd name="connsiteY0" fmla="*/ 6497 h 6345"/>
                  <a:gd name="connsiteX1" fmla="*/ 5631 w 6343"/>
                  <a:gd name="connsiteY1" fmla="*/ 5568 h 6345"/>
                  <a:gd name="connsiteX2" fmla="*/ 6560 w 6343"/>
                  <a:gd name="connsiteY2" fmla="*/ 3324 h 6345"/>
                  <a:gd name="connsiteX3" fmla="*/ 5631 w 6343"/>
                  <a:gd name="connsiteY3" fmla="*/ 1081 h 6345"/>
                  <a:gd name="connsiteX4" fmla="*/ 3388 w 6343"/>
                  <a:gd name="connsiteY4" fmla="*/ 151 h 6345"/>
                  <a:gd name="connsiteX5" fmla="*/ 1146 w 6343"/>
                  <a:gd name="connsiteY5" fmla="*/ 1081 h 6345"/>
                  <a:gd name="connsiteX6" fmla="*/ 217 w 6343"/>
                  <a:gd name="connsiteY6" fmla="*/ 3324 h 6345"/>
                  <a:gd name="connsiteX7" fmla="*/ 1146 w 6343"/>
                  <a:gd name="connsiteY7" fmla="*/ 5568 h 6345"/>
                  <a:gd name="connsiteX8" fmla="*/ 3388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97"/>
                    </a:moveTo>
                    <a:cubicBezTo>
                      <a:pt x="4229" y="6497"/>
                      <a:pt x="5036" y="6163"/>
                      <a:pt x="5631" y="5568"/>
                    </a:cubicBezTo>
                    <a:cubicBezTo>
                      <a:pt x="6226" y="4973"/>
                      <a:pt x="6560" y="4166"/>
                      <a:pt x="6560" y="3324"/>
                    </a:cubicBezTo>
                    <a:cubicBezTo>
                      <a:pt x="6560" y="2483"/>
                      <a:pt x="6226" y="1676"/>
                      <a:pt x="5631" y="1081"/>
                    </a:cubicBezTo>
                    <a:cubicBezTo>
                      <a:pt x="5036" y="486"/>
                      <a:pt x="4229" y="151"/>
                      <a:pt x="3388" y="151"/>
                    </a:cubicBezTo>
                    <a:cubicBezTo>
                      <a:pt x="2547" y="151"/>
                      <a:pt x="1740" y="486"/>
                      <a:pt x="1146" y="1081"/>
                    </a:cubicBezTo>
                    <a:cubicBezTo>
                      <a:pt x="551" y="1676"/>
                      <a:pt x="217" y="2483"/>
                      <a:pt x="217" y="3324"/>
                    </a:cubicBezTo>
                    <a:cubicBezTo>
                      <a:pt x="217" y="4166"/>
                      <a:pt x="551" y="4973"/>
                      <a:pt x="1146" y="5568"/>
                    </a:cubicBezTo>
                    <a:cubicBezTo>
                      <a:pt x="1740" y="6163"/>
                      <a:pt x="2547" y="6497"/>
                      <a:pt x="3388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74" name="Freeform: Shape 3373">
                <a:extLst>
                  <a:ext uri="{FF2B5EF4-FFF2-40B4-BE49-F238E27FC236}">
                    <a16:creationId xmlns:a16="http://schemas.microsoft.com/office/drawing/2014/main" id="{4EA73712-6178-FE17-D8A1-6579FE2125C5}"/>
                  </a:ext>
                </a:extLst>
              </p:cNvPr>
              <p:cNvSpPr/>
              <p:nvPr/>
            </p:nvSpPr>
            <p:spPr>
              <a:xfrm>
                <a:off x="3604737" y="5400147"/>
                <a:ext cx="6343" cy="6345"/>
              </a:xfrm>
              <a:custGeom>
                <a:avLst/>
                <a:gdLst>
                  <a:gd name="connsiteX0" fmla="*/ 3389 w 6343"/>
                  <a:gd name="connsiteY0" fmla="*/ 6497 h 6345"/>
                  <a:gd name="connsiteX1" fmla="*/ 5631 w 6343"/>
                  <a:gd name="connsiteY1" fmla="*/ 5567 h 6345"/>
                  <a:gd name="connsiteX2" fmla="*/ 6560 w 6343"/>
                  <a:gd name="connsiteY2" fmla="*/ 3324 h 6345"/>
                  <a:gd name="connsiteX3" fmla="*/ 5631 w 6343"/>
                  <a:gd name="connsiteY3" fmla="*/ 1081 h 6345"/>
                  <a:gd name="connsiteX4" fmla="*/ 3389 w 6343"/>
                  <a:gd name="connsiteY4" fmla="*/ 151 h 6345"/>
                  <a:gd name="connsiteX5" fmla="*/ 1146 w 6343"/>
                  <a:gd name="connsiteY5" fmla="*/ 1081 h 6345"/>
                  <a:gd name="connsiteX6" fmla="*/ 217 w 6343"/>
                  <a:gd name="connsiteY6" fmla="*/ 3324 h 6345"/>
                  <a:gd name="connsiteX7" fmla="*/ 1146 w 6343"/>
                  <a:gd name="connsiteY7" fmla="*/ 5567 h 6345"/>
                  <a:gd name="connsiteX8" fmla="*/ 3389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7"/>
                    </a:moveTo>
                    <a:cubicBezTo>
                      <a:pt x="4230" y="6497"/>
                      <a:pt x="5036" y="6162"/>
                      <a:pt x="5631" y="5567"/>
                    </a:cubicBezTo>
                    <a:cubicBezTo>
                      <a:pt x="6226" y="4973"/>
                      <a:pt x="6560" y="4165"/>
                      <a:pt x="6560" y="3324"/>
                    </a:cubicBezTo>
                    <a:cubicBezTo>
                      <a:pt x="6560" y="2483"/>
                      <a:pt x="6226" y="1676"/>
                      <a:pt x="5631" y="1081"/>
                    </a:cubicBezTo>
                    <a:cubicBezTo>
                      <a:pt x="5036" y="486"/>
                      <a:pt x="4230" y="151"/>
                      <a:pt x="3389" y="151"/>
                    </a:cubicBezTo>
                    <a:cubicBezTo>
                      <a:pt x="2547" y="151"/>
                      <a:pt x="1741" y="486"/>
                      <a:pt x="1146" y="1081"/>
                    </a:cubicBezTo>
                    <a:cubicBezTo>
                      <a:pt x="551" y="1676"/>
                      <a:pt x="217" y="2483"/>
                      <a:pt x="217" y="3324"/>
                    </a:cubicBezTo>
                    <a:cubicBezTo>
                      <a:pt x="217" y="4165"/>
                      <a:pt x="551" y="4973"/>
                      <a:pt x="1146" y="5567"/>
                    </a:cubicBezTo>
                    <a:cubicBezTo>
                      <a:pt x="1741" y="6162"/>
                      <a:pt x="2547" y="6497"/>
                      <a:pt x="3389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75" name="Freeform: Shape 3374">
                <a:extLst>
                  <a:ext uri="{FF2B5EF4-FFF2-40B4-BE49-F238E27FC236}">
                    <a16:creationId xmlns:a16="http://schemas.microsoft.com/office/drawing/2014/main" id="{292B0127-0093-CF25-3527-FA7368CFD615}"/>
                  </a:ext>
                </a:extLst>
              </p:cNvPr>
              <p:cNvSpPr/>
              <p:nvPr/>
            </p:nvSpPr>
            <p:spPr>
              <a:xfrm>
                <a:off x="3607153" y="5398954"/>
                <a:ext cx="6343" cy="6345"/>
              </a:xfrm>
              <a:custGeom>
                <a:avLst/>
                <a:gdLst>
                  <a:gd name="connsiteX0" fmla="*/ 3389 w 6343"/>
                  <a:gd name="connsiteY0" fmla="*/ 6497 h 6345"/>
                  <a:gd name="connsiteX1" fmla="*/ 5631 w 6343"/>
                  <a:gd name="connsiteY1" fmla="*/ 5567 h 6345"/>
                  <a:gd name="connsiteX2" fmla="*/ 6560 w 6343"/>
                  <a:gd name="connsiteY2" fmla="*/ 3324 h 6345"/>
                  <a:gd name="connsiteX3" fmla="*/ 5631 w 6343"/>
                  <a:gd name="connsiteY3" fmla="*/ 1081 h 6345"/>
                  <a:gd name="connsiteX4" fmla="*/ 3389 w 6343"/>
                  <a:gd name="connsiteY4" fmla="*/ 151 h 6345"/>
                  <a:gd name="connsiteX5" fmla="*/ 1146 w 6343"/>
                  <a:gd name="connsiteY5" fmla="*/ 1081 h 6345"/>
                  <a:gd name="connsiteX6" fmla="*/ 217 w 6343"/>
                  <a:gd name="connsiteY6" fmla="*/ 3324 h 6345"/>
                  <a:gd name="connsiteX7" fmla="*/ 1146 w 6343"/>
                  <a:gd name="connsiteY7" fmla="*/ 5567 h 6345"/>
                  <a:gd name="connsiteX8" fmla="*/ 3389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7"/>
                    </a:moveTo>
                    <a:cubicBezTo>
                      <a:pt x="4230" y="6497"/>
                      <a:pt x="5037" y="6162"/>
                      <a:pt x="5631" y="5567"/>
                    </a:cubicBezTo>
                    <a:cubicBezTo>
                      <a:pt x="6226" y="4972"/>
                      <a:pt x="6560" y="4165"/>
                      <a:pt x="6560" y="3324"/>
                    </a:cubicBezTo>
                    <a:cubicBezTo>
                      <a:pt x="6560" y="2483"/>
                      <a:pt x="6226" y="1675"/>
                      <a:pt x="5631" y="1081"/>
                    </a:cubicBezTo>
                    <a:cubicBezTo>
                      <a:pt x="5037" y="486"/>
                      <a:pt x="4230" y="151"/>
                      <a:pt x="3389" y="151"/>
                    </a:cubicBezTo>
                    <a:cubicBezTo>
                      <a:pt x="2548" y="151"/>
                      <a:pt x="1741" y="486"/>
                      <a:pt x="1146" y="1081"/>
                    </a:cubicBezTo>
                    <a:cubicBezTo>
                      <a:pt x="551" y="1675"/>
                      <a:pt x="217" y="2483"/>
                      <a:pt x="217" y="3324"/>
                    </a:cubicBezTo>
                    <a:cubicBezTo>
                      <a:pt x="217" y="4165"/>
                      <a:pt x="551" y="4972"/>
                      <a:pt x="1146" y="5567"/>
                    </a:cubicBezTo>
                    <a:cubicBezTo>
                      <a:pt x="1741" y="6162"/>
                      <a:pt x="2548" y="6497"/>
                      <a:pt x="3389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76" name="Freeform: Shape 3375">
                <a:extLst>
                  <a:ext uri="{FF2B5EF4-FFF2-40B4-BE49-F238E27FC236}">
                    <a16:creationId xmlns:a16="http://schemas.microsoft.com/office/drawing/2014/main" id="{BB0C02E9-2046-D7EC-DCC4-E6BED8329C97}"/>
                  </a:ext>
                </a:extLst>
              </p:cNvPr>
              <p:cNvSpPr/>
              <p:nvPr/>
            </p:nvSpPr>
            <p:spPr>
              <a:xfrm>
                <a:off x="3609632" y="5397852"/>
                <a:ext cx="6343" cy="6345"/>
              </a:xfrm>
              <a:custGeom>
                <a:avLst/>
                <a:gdLst>
                  <a:gd name="connsiteX0" fmla="*/ 3389 w 6343"/>
                  <a:gd name="connsiteY0" fmla="*/ 6497 h 6345"/>
                  <a:gd name="connsiteX1" fmla="*/ 5632 w 6343"/>
                  <a:gd name="connsiteY1" fmla="*/ 5567 h 6345"/>
                  <a:gd name="connsiteX2" fmla="*/ 6560 w 6343"/>
                  <a:gd name="connsiteY2" fmla="*/ 3324 h 6345"/>
                  <a:gd name="connsiteX3" fmla="*/ 5632 w 6343"/>
                  <a:gd name="connsiteY3" fmla="*/ 1080 h 6345"/>
                  <a:gd name="connsiteX4" fmla="*/ 3389 w 6343"/>
                  <a:gd name="connsiteY4" fmla="*/ 151 h 6345"/>
                  <a:gd name="connsiteX5" fmla="*/ 1146 w 6343"/>
                  <a:gd name="connsiteY5" fmla="*/ 1080 h 6345"/>
                  <a:gd name="connsiteX6" fmla="*/ 217 w 6343"/>
                  <a:gd name="connsiteY6" fmla="*/ 3324 h 6345"/>
                  <a:gd name="connsiteX7" fmla="*/ 1146 w 6343"/>
                  <a:gd name="connsiteY7" fmla="*/ 5567 h 6345"/>
                  <a:gd name="connsiteX8" fmla="*/ 3389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7"/>
                    </a:moveTo>
                    <a:cubicBezTo>
                      <a:pt x="4230" y="6497"/>
                      <a:pt x="5037" y="6162"/>
                      <a:pt x="5632" y="5567"/>
                    </a:cubicBezTo>
                    <a:cubicBezTo>
                      <a:pt x="6226" y="4972"/>
                      <a:pt x="6560" y="4165"/>
                      <a:pt x="6560" y="3324"/>
                    </a:cubicBezTo>
                    <a:cubicBezTo>
                      <a:pt x="6560" y="2482"/>
                      <a:pt x="6226" y="1675"/>
                      <a:pt x="5632" y="1080"/>
                    </a:cubicBezTo>
                    <a:cubicBezTo>
                      <a:pt x="5037" y="485"/>
                      <a:pt x="4230" y="151"/>
                      <a:pt x="3389" y="151"/>
                    </a:cubicBezTo>
                    <a:cubicBezTo>
                      <a:pt x="2548" y="151"/>
                      <a:pt x="1741" y="485"/>
                      <a:pt x="1146" y="1080"/>
                    </a:cubicBezTo>
                    <a:cubicBezTo>
                      <a:pt x="552" y="1675"/>
                      <a:pt x="217" y="2482"/>
                      <a:pt x="217" y="3324"/>
                    </a:cubicBezTo>
                    <a:cubicBezTo>
                      <a:pt x="217" y="4165"/>
                      <a:pt x="552" y="4972"/>
                      <a:pt x="1146" y="5567"/>
                    </a:cubicBezTo>
                    <a:cubicBezTo>
                      <a:pt x="1741" y="6162"/>
                      <a:pt x="2548" y="6497"/>
                      <a:pt x="3389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77" name="Freeform: Shape 3376">
                <a:extLst>
                  <a:ext uri="{FF2B5EF4-FFF2-40B4-BE49-F238E27FC236}">
                    <a16:creationId xmlns:a16="http://schemas.microsoft.com/office/drawing/2014/main" id="{B6077331-480D-3B3B-0392-9A78F17234A8}"/>
                  </a:ext>
                </a:extLst>
              </p:cNvPr>
              <p:cNvSpPr/>
              <p:nvPr/>
            </p:nvSpPr>
            <p:spPr>
              <a:xfrm>
                <a:off x="3612085" y="5396730"/>
                <a:ext cx="6343" cy="6345"/>
              </a:xfrm>
              <a:custGeom>
                <a:avLst/>
                <a:gdLst>
                  <a:gd name="connsiteX0" fmla="*/ 3389 w 6343"/>
                  <a:gd name="connsiteY0" fmla="*/ 6496 h 6345"/>
                  <a:gd name="connsiteX1" fmla="*/ 5632 w 6343"/>
                  <a:gd name="connsiteY1" fmla="*/ 5567 h 6345"/>
                  <a:gd name="connsiteX2" fmla="*/ 6561 w 6343"/>
                  <a:gd name="connsiteY2" fmla="*/ 3324 h 6345"/>
                  <a:gd name="connsiteX3" fmla="*/ 5632 w 6343"/>
                  <a:gd name="connsiteY3" fmla="*/ 1080 h 6345"/>
                  <a:gd name="connsiteX4" fmla="*/ 3389 w 6343"/>
                  <a:gd name="connsiteY4" fmla="*/ 151 h 6345"/>
                  <a:gd name="connsiteX5" fmla="*/ 1146 w 6343"/>
                  <a:gd name="connsiteY5" fmla="*/ 1080 h 6345"/>
                  <a:gd name="connsiteX6" fmla="*/ 218 w 6343"/>
                  <a:gd name="connsiteY6" fmla="*/ 3324 h 6345"/>
                  <a:gd name="connsiteX7" fmla="*/ 1146 w 6343"/>
                  <a:gd name="connsiteY7" fmla="*/ 5567 h 6345"/>
                  <a:gd name="connsiteX8" fmla="*/ 3389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6"/>
                    </a:moveTo>
                    <a:cubicBezTo>
                      <a:pt x="4230" y="6496"/>
                      <a:pt x="5037" y="6162"/>
                      <a:pt x="5632" y="5567"/>
                    </a:cubicBezTo>
                    <a:cubicBezTo>
                      <a:pt x="6226" y="4972"/>
                      <a:pt x="6561" y="4165"/>
                      <a:pt x="6561" y="3324"/>
                    </a:cubicBezTo>
                    <a:cubicBezTo>
                      <a:pt x="6561" y="2482"/>
                      <a:pt x="6226" y="1675"/>
                      <a:pt x="5632" y="1080"/>
                    </a:cubicBezTo>
                    <a:cubicBezTo>
                      <a:pt x="5037" y="485"/>
                      <a:pt x="4230" y="151"/>
                      <a:pt x="3389" y="151"/>
                    </a:cubicBezTo>
                    <a:cubicBezTo>
                      <a:pt x="2548" y="151"/>
                      <a:pt x="1741" y="485"/>
                      <a:pt x="1146" y="1080"/>
                    </a:cubicBezTo>
                    <a:cubicBezTo>
                      <a:pt x="552" y="1675"/>
                      <a:pt x="218" y="2482"/>
                      <a:pt x="218" y="3324"/>
                    </a:cubicBezTo>
                    <a:cubicBezTo>
                      <a:pt x="218" y="4165"/>
                      <a:pt x="552" y="4972"/>
                      <a:pt x="1146" y="5567"/>
                    </a:cubicBezTo>
                    <a:cubicBezTo>
                      <a:pt x="1741" y="6162"/>
                      <a:pt x="2548" y="6496"/>
                      <a:pt x="3389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78" name="Freeform: Shape 3377">
                <a:extLst>
                  <a:ext uri="{FF2B5EF4-FFF2-40B4-BE49-F238E27FC236}">
                    <a16:creationId xmlns:a16="http://schemas.microsoft.com/office/drawing/2014/main" id="{DA3F0ABD-A7DA-25DB-10BD-77B4776B40ED}"/>
                  </a:ext>
                </a:extLst>
              </p:cNvPr>
              <p:cNvSpPr/>
              <p:nvPr/>
            </p:nvSpPr>
            <p:spPr>
              <a:xfrm>
                <a:off x="3614714" y="5395853"/>
                <a:ext cx="6343" cy="6345"/>
              </a:xfrm>
              <a:custGeom>
                <a:avLst/>
                <a:gdLst>
                  <a:gd name="connsiteX0" fmla="*/ 3389 w 6343"/>
                  <a:gd name="connsiteY0" fmla="*/ 6496 h 6345"/>
                  <a:gd name="connsiteX1" fmla="*/ 5632 w 6343"/>
                  <a:gd name="connsiteY1" fmla="*/ 5567 h 6345"/>
                  <a:gd name="connsiteX2" fmla="*/ 6561 w 6343"/>
                  <a:gd name="connsiteY2" fmla="*/ 3324 h 6345"/>
                  <a:gd name="connsiteX3" fmla="*/ 5632 w 6343"/>
                  <a:gd name="connsiteY3" fmla="*/ 1080 h 6345"/>
                  <a:gd name="connsiteX4" fmla="*/ 3389 w 6343"/>
                  <a:gd name="connsiteY4" fmla="*/ 151 h 6345"/>
                  <a:gd name="connsiteX5" fmla="*/ 1147 w 6343"/>
                  <a:gd name="connsiteY5" fmla="*/ 1080 h 6345"/>
                  <a:gd name="connsiteX6" fmla="*/ 218 w 6343"/>
                  <a:gd name="connsiteY6" fmla="*/ 3324 h 6345"/>
                  <a:gd name="connsiteX7" fmla="*/ 1147 w 6343"/>
                  <a:gd name="connsiteY7" fmla="*/ 5567 h 6345"/>
                  <a:gd name="connsiteX8" fmla="*/ 3389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6"/>
                    </a:moveTo>
                    <a:cubicBezTo>
                      <a:pt x="4230" y="6496"/>
                      <a:pt x="5037" y="6162"/>
                      <a:pt x="5632" y="5567"/>
                    </a:cubicBezTo>
                    <a:cubicBezTo>
                      <a:pt x="6227" y="4972"/>
                      <a:pt x="6561" y="4165"/>
                      <a:pt x="6561" y="3324"/>
                    </a:cubicBezTo>
                    <a:cubicBezTo>
                      <a:pt x="6561" y="2482"/>
                      <a:pt x="6227" y="1675"/>
                      <a:pt x="5632" y="1080"/>
                    </a:cubicBezTo>
                    <a:cubicBezTo>
                      <a:pt x="5037" y="485"/>
                      <a:pt x="4230" y="151"/>
                      <a:pt x="3389" y="151"/>
                    </a:cubicBezTo>
                    <a:cubicBezTo>
                      <a:pt x="2548" y="151"/>
                      <a:pt x="1741" y="485"/>
                      <a:pt x="1147" y="1080"/>
                    </a:cubicBezTo>
                    <a:cubicBezTo>
                      <a:pt x="552" y="1675"/>
                      <a:pt x="218" y="2482"/>
                      <a:pt x="218" y="3324"/>
                    </a:cubicBezTo>
                    <a:cubicBezTo>
                      <a:pt x="218" y="4165"/>
                      <a:pt x="552" y="4972"/>
                      <a:pt x="1147" y="5567"/>
                    </a:cubicBezTo>
                    <a:cubicBezTo>
                      <a:pt x="1741" y="6162"/>
                      <a:pt x="2548" y="6496"/>
                      <a:pt x="3389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79" name="Freeform: Shape 3378">
                <a:extLst>
                  <a:ext uri="{FF2B5EF4-FFF2-40B4-BE49-F238E27FC236}">
                    <a16:creationId xmlns:a16="http://schemas.microsoft.com/office/drawing/2014/main" id="{F32852CF-4DFF-3449-ACE7-95E519F1144A}"/>
                  </a:ext>
                </a:extLst>
              </p:cNvPr>
              <p:cNvSpPr/>
              <p:nvPr/>
            </p:nvSpPr>
            <p:spPr>
              <a:xfrm>
                <a:off x="3617145" y="5394729"/>
                <a:ext cx="6343" cy="6345"/>
              </a:xfrm>
              <a:custGeom>
                <a:avLst/>
                <a:gdLst>
                  <a:gd name="connsiteX0" fmla="*/ 3390 w 6343"/>
                  <a:gd name="connsiteY0" fmla="*/ 6496 h 6345"/>
                  <a:gd name="connsiteX1" fmla="*/ 5632 w 6343"/>
                  <a:gd name="connsiteY1" fmla="*/ 5567 h 6345"/>
                  <a:gd name="connsiteX2" fmla="*/ 6561 w 6343"/>
                  <a:gd name="connsiteY2" fmla="*/ 3324 h 6345"/>
                  <a:gd name="connsiteX3" fmla="*/ 5632 w 6343"/>
                  <a:gd name="connsiteY3" fmla="*/ 1080 h 6345"/>
                  <a:gd name="connsiteX4" fmla="*/ 3390 w 6343"/>
                  <a:gd name="connsiteY4" fmla="*/ 151 h 6345"/>
                  <a:gd name="connsiteX5" fmla="*/ 1147 w 6343"/>
                  <a:gd name="connsiteY5" fmla="*/ 1080 h 6345"/>
                  <a:gd name="connsiteX6" fmla="*/ 218 w 6343"/>
                  <a:gd name="connsiteY6" fmla="*/ 3324 h 6345"/>
                  <a:gd name="connsiteX7" fmla="*/ 1147 w 6343"/>
                  <a:gd name="connsiteY7" fmla="*/ 5567 h 6345"/>
                  <a:gd name="connsiteX8" fmla="*/ 3390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6"/>
                    </a:moveTo>
                    <a:cubicBezTo>
                      <a:pt x="4231" y="6496"/>
                      <a:pt x="5037" y="6162"/>
                      <a:pt x="5632" y="5567"/>
                    </a:cubicBezTo>
                    <a:cubicBezTo>
                      <a:pt x="6227" y="4972"/>
                      <a:pt x="6561" y="4165"/>
                      <a:pt x="6561" y="3324"/>
                    </a:cubicBezTo>
                    <a:cubicBezTo>
                      <a:pt x="6561" y="2482"/>
                      <a:pt x="6227" y="1675"/>
                      <a:pt x="5632" y="1080"/>
                    </a:cubicBezTo>
                    <a:cubicBezTo>
                      <a:pt x="5037" y="485"/>
                      <a:pt x="4231" y="151"/>
                      <a:pt x="3390" y="151"/>
                    </a:cubicBezTo>
                    <a:cubicBezTo>
                      <a:pt x="2548" y="151"/>
                      <a:pt x="1742" y="485"/>
                      <a:pt x="1147" y="1080"/>
                    </a:cubicBezTo>
                    <a:cubicBezTo>
                      <a:pt x="552" y="1675"/>
                      <a:pt x="218" y="2482"/>
                      <a:pt x="218" y="3324"/>
                    </a:cubicBezTo>
                    <a:cubicBezTo>
                      <a:pt x="218" y="4165"/>
                      <a:pt x="552" y="4972"/>
                      <a:pt x="1147" y="5567"/>
                    </a:cubicBezTo>
                    <a:cubicBezTo>
                      <a:pt x="1742" y="6162"/>
                      <a:pt x="2548" y="6496"/>
                      <a:pt x="3390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80" name="Freeform: Shape 3379">
                <a:extLst>
                  <a:ext uri="{FF2B5EF4-FFF2-40B4-BE49-F238E27FC236}">
                    <a16:creationId xmlns:a16="http://schemas.microsoft.com/office/drawing/2014/main" id="{C92CCAA8-3999-B761-6CC3-9A4A04B86220}"/>
                  </a:ext>
                </a:extLst>
              </p:cNvPr>
              <p:cNvSpPr/>
              <p:nvPr/>
            </p:nvSpPr>
            <p:spPr>
              <a:xfrm>
                <a:off x="3619467" y="5393470"/>
                <a:ext cx="6343" cy="6345"/>
              </a:xfrm>
              <a:custGeom>
                <a:avLst/>
                <a:gdLst>
                  <a:gd name="connsiteX0" fmla="*/ 3390 w 6343"/>
                  <a:gd name="connsiteY0" fmla="*/ 6496 h 6345"/>
                  <a:gd name="connsiteX1" fmla="*/ 5632 w 6343"/>
                  <a:gd name="connsiteY1" fmla="*/ 5567 h 6345"/>
                  <a:gd name="connsiteX2" fmla="*/ 6561 w 6343"/>
                  <a:gd name="connsiteY2" fmla="*/ 3324 h 6345"/>
                  <a:gd name="connsiteX3" fmla="*/ 5632 w 6343"/>
                  <a:gd name="connsiteY3" fmla="*/ 1080 h 6345"/>
                  <a:gd name="connsiteX4" fmla="*/ 3390 w 6343"/>
                  <a:gd name="connsiteY4" fmla="*/ 151 h 6345"/>
                  <a:gd name="connsiteX5" fmla="*/ 1147 w 6343"/>
                  <a:gd name="connsiteY5" fmla="*/ 1080 h 6345"/>
                  <a:gd name="connsiteX6" fmla="*/ 218 w 6343"/>
                  <a:gd name="connsiteY6" fmla="*/ 3324 h 6345"/>
                  <a:gd name="connsiteX7" fmla="*/ 1147 w 6343"/>
                  <a:gd name="connsiteY7" fmla="*/ 5567 h 6345"/>
                  <a:gd name="connsiteX8" fmla="*/ 3390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6"/>
                    </a:moveTo>
                    <a:cubicBezTo>
                      <a:pt x="4231" y="6496"/>
                      <a:pt x="5038" y="6162"/>
                      <a:pt x="5632" y="5567"/>
                    </a:cubicBezTo>
                    <a:cubicBezTo>
                      <a:pt x="6227" y="4972"/>
                      <a:pt x="6561" y="4165"/>
                      <a:pt x="6561" y="3324"/>
                    </a:cubicBezTo>
                    <a:cubicBezTo>
                      <a:pt x="6561" y="2482"/>
                      <a:pt x="6227" y="1675"/>
                      <a:pt x="5632" y="1080"/>
                    </a:cubicBezTo>
                    <a:cubicBezTo>
                      <a:pt x="5038" y="485"/>
                      <a:pt x="4231" y="151"/>
                      <a:pt x="3390" y="151"/>
                    </a:cubicBezTo>
                    <a:cubicBezTo>
                      <a:pt x="2549" y="151"/>
                      <a:pt x="1742" y="485"/>
                      <a:pt x="1147" y="1080"/>
                    </a:cubicBezTo>
                    <a:cubicBezTo>
                      <a:pt x="552" y="1675"/>
                      <a:pt x="218" y="2482"/>
                      <a:pt x="218" y="3324"/>
                    </a:cubicBezTo>
                    <a:cubicBezTo>
                      <a:pt x="218" y="4165"/>
                      <a:pt x="552" y="4972"/>
                      <a:pt x="1147" y="5567"/>
                    </a:cubicBezTo>
                    <a:cubicBezTo>
                      <a:pt x="1742" y="6162"/>
                      <a:pt x="2549" y="6496"/>
                      <a:pt x="3390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81" name="Freeform: Shape 3380">
                <a:extLst>
                  <a:ext uri="{FF2B5EF4-FFF2-40B4-BE49-F238E27FC236}">
                    <a16:creationId xmlns:a16="http://schemas.microsoft.com/office/drawing/2014/main" id="{061C1240-DCE3-209A-A3B4-4B5136E82F3A}"/>
                  </a:ext>
                </a:extLst>
              </p:cNvPr>
              <p:cNvSpPr/>
              <p:nvPr/>
            </p:nvSpPr>
            <p:spPr>
              <a:xfrm>
                <a:off x="3622580" y="5393300"/>
                <a:ext cx="6343" cy="6345"/>
              </a:xfrm>
              <a:custGeom>
                <a:avLst/>
                <a:gdLst>
                  <a:gd name="connsiteX0" fmla="*/ 3390 w 6343"/>
                  <a:gd name="connsiteY0" fmla="*/ 6496 h 6345"/>
                  <a:gd name="connsiteX1" fmla="*/ 5633 w 6343"/>
                  <a:gd name="connsiteY1" fmla="*/ 5567 h 6345"/>
                  <a:gd name="connsiteX2" fmla="*/ 6561 w 6343"/>
                  <a:gd name="connsiteY2" fmla="*/ 3324 h 6345"/>
                  <a:gd name="connsiteX3" fmla="*/ 5633 w 6343"/>
                  <a:gd name="connsiteY3" fmla="*/ 1080 h 6345"/>
                  <a:gd name="connsiteX4" fmla="*/ 3390 w 6343"/>
                  <a:gd name="connsiteY4" fmla="*/ 151 h 6345"/>
                  <a:gd name="connsiteX5" fmla="*/ 1147 w 6343"/>
                  <a:gd name="connsiteY5" fmla="*/ 1080 h 6345"/>
                  <a:gd name="connsiteX6" fmla="*/ 218 w 6343"/>
                  <a:gd name="connsiteY6" fmla="*/ 3324 h 6345"/>
                  <a:gd name="connsiteX7" fmla="*/ 1147 w 6343"/>
                  <a:gd name="connsiteY7" fmla="*/ 5567 h 6345"/>
                  <a:gd name="connsiteX8" fmla="*/ 3390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6"/>
                    </a:moveTo>
                    <a:cubicBezTo>
                      <a:pt x="4231" y="6496"/>
                      <a:pt x="5038" y="6162"/>
                      <a:pt x="5633" y="5567"/>
                    </a:cubicBezTo>
                    <a:cubicBezTo>
                      <a:pt x="6227" y="4972"/>
                      <a:pt x="6561" y="4165"/>
                      <a:pt x="6561" y="3324"/>
                    </a:cubicBezTo>
                    <a:cubicBezTo>
                      <a:pt x="6561" y="2482"/>
                      <a:pt x="6227" y="1675"/>
                      <a:pt x="5633" y="1080"/>
                    </a:cubicBezTo>
                    <a:cubicBezTo>
                      <a:pt x="5038" y="485"/>
                      <a:pt x="4231" y="151"/>
                      <a:pt x="3390" y="151"/>
                    </a:cubicBezTo>
                    <a:cubicBezTo>
                      <a:pt x="2549" y="151"/>
                      <a:pt x="1742" y="485"/>
                      <a:pt x="1147" y="1080"/>
                    </a:cubicBezTo>
                    <a:cubicBezTo>
                      <a:pt x="553" y="1675"/>
                      <a:pt x="218" y="2482"/>
                      <a:pt x="218" y="3324"/>
                    </a:cubicBezTo>
                    <a:cubicBezTo>
                      <a:pt x="218" y="4165"/>
                      <a:pt x="553" y="4972"/>
                      <a:pt x="1147" y="5567"/>
                    </a:cubicBezTo>
                    <a:cubicBezTo>
                      <a:pt x="1742" y="6162"/>
                      <a:pt x="2549" y="6496"/>
                      <a:pt x="3390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82" name="Freeform: Shape 3381">
                <a:extLst>
                  <a:ext uri="{FF2B5EF4-FFF2-40B4-BE49-F238E27FC236}">
                    <a16:creationId xmlns:a16="http://schemas.microsoft.com/office/drawing/2014/main" id="{B9052C9A-2577-8DF0-A3BD-D2EB98B86294}"/>
                  </a:ext>
                </a:extLst>
              </p:cNvPr>
              <p:cNvSpPr/>
              <p:nvPr/>
            </p:nvSpPr>
            <p:spPr>
              <a:xfrm>
                <a:off x="3624934" y="5392115"/>
                <a:ext cx="6343" cy="6345"/>
              </a:xfrm>
              <a:custGeom>
                <a:avLst/>
                <a:gdLst>
                  <a:gd name="connsiteX0" fmla="*/ 3390 w 6343"/>
                  <a:gd name="connsiteY0" fmla="*/ 6496 h 6345"/>
                  <a:gd name="connsiteX1" fmla="*/ 5633 w 6343"/>
                  <a:gd name="connsiteY1" fmla="*/ 5567 h 6345"/>
                  <a:gd name="connsiteX2" fmla="*/ 6562 w 6343"/>
                  <a:gd name="connsiteY2" fmla="*/ 3323 h 6345"/>
                  <a:gd name="connsiteX3" fmla="*/ 5633 w 6343"/>
                  <a:gd name="connsiteY3" fmla="*/ 1080 h 6345"/>
                  <a:gd name="connsiteX4" fmla="*/ 3390 w 6343"/>
                  <a:gd name="connsiteY4" fmla="*/ 151 h 6345"/>
                  <a:gd name="connsiteX5" fmla="*/ 1147 w 6343"/>
                  <a:gd name="connsiteY5" fmla="*/ 1080 h 6345"/>
                  <a:gd name="connsiteX6" fmla="*/ 219 w 6343"/>
                  <a:gd name="connsiteY6" fmla="*/ 3323 h 6345"/>
                  <a:gd name="connsiteX7" fmla="*/ 1147 w 6343"/>
                  <a:gd name="connsiteY7" fmla="*/ 5567 h 6345"/>
                  <a:gd name="connsiteX8" fmla="*/ 3390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6"/>
                    </a:moveTo>
                    <a:cubicBezTo>
                      <a:pt x="4231" y="6496"/>
                      <a:pt x="5038" y="6162"/>
                      <a:pt x="5633" y="5567"/>
                    </a:cubicBezTo>
                    <a:cubicBezTo>
                      <a:pt x="6227" y="4972"/>
                      <a:pt x="6562" y="4165"/>
                      <a:pt x="6562" y="3323"/>
                    </a:cubicBezTo>
                    <a:cubicBezTo>
                      <a:pt x="6562" y="2482"/>
                      <a:pt x="6227" y="1675"/>
                      <a:pt x="5633" y="1080"/>
                    </a:cubicBezTo>
                    <a:cubicBezTo>
                      <a:pt x="5038" y="485"/>
                      <a:pt x="4231" y="151"/>
                      <a:pt x="3390" y="151"/>
                    </a:cubicBezTo>
                    <a:cubicBezTo>
                      <a:pt x="2549" y="151"/>
                      <a:pt x="1742" y="485"/>
                      <a:pt x="1147" y="1080"/>
                    </a:cubicBezTo>
                    <a:cubicBezTo>
                      <a:pt x="553" y="1675"/>
                      <a:pt x="219" y="2482"/>
                      <a:pt x="219" y="3323"/>
                    </a:cubicBezTo>
                    <a:cubicBezTo>
                      <a:pt x="219" y="4165"/>
                      <a:pt x="553" y="4972"/>
                      <a:pt x="1147" y="5567"/>
                    </a:cubicBezTo>
                    <a:cubicBezTo>
                      <a:pt x="1742" y="6162"/>
                      <a:pt x="2549" y="6496"/>
                      <a:pt x="3390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83" name="Freeform: Shape 3382">
                <a:extLst>
                  <a:ext uri="{FF2B5EF4-FFF2-40B4-BE49-F238E27FC236}">
                    <a16:creationId xmlns:a16="http://schemas.microsoft.com/office/drawing/2014/main" id="{C2DFDFAB-CC7C-1D16-A62F-C6A6B0A40757}"/>
                  </a:ext>
                </a:extLst>
              </p:cNvPr>
              <p:cNvSpPr/>
              <p:nvPr/>
            </p:nvSpPr>
            <p:spPr>
              <a:xfrm>
                <a:off x="3627376" y="5391062"/>
                <a:ext cx="6343" cy="6345"/>
              </a:xfrm>
              <a:custGeom>
                <a:avLst/>
                <a:gdLst>
                  <a:gd name="connsiteX0" fmla="*/ 3390 w 6343"/>
                  <a:gd name="connsiteY0" fmla="*/ 6496 h 6345"/>
                  <a:gd name="connsiteX1" fmla="*/ 5633 w 6343"/>
                  <a:gd name="connsiteY1" fmla="*/ 5567 h 6345"/>
                  <a:gd name="connsiteX2" fmla="*/ 6562 w 6343"/>
                  <a:gd name="connsiteY2" fmla="*/ 3323 h 6345"/>
                  <a:gd name="connsiteX3" fmla="*/ 5633 w 6343"/>
                  <a:gd name="connsiteY3" fmla="*/ 1080 h 6345"/>
                  <a:gd name="connsiteX4" fmla="*/ 3390 w 6343"/>
                  <a:gd name="connsiteY4" fmla="*/ 151 h 6345"/>
                  <a:gd name="connsiteX5" fmla="*/ 1148 w 6343"/>
                  <a:gd name="connsiteY5" fmla="*/ 1080 h 6345"/>
                  <a:gd name="connsiteX6" fmla="*/ 219 w 6343"/>
                  <a:gd name="connsiteY6" fmla="*/ 3323 h 6345"/>
                  <a:gd name="connsiteX7" fmla="*/ 1148 w 6343"/>
                  <a:gd name="connsiteY7" fmla="*/ 5567 h 6345"/>
                  <a:gd name="connsiteX8" fmla="*/ 3390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6"/>
                    </a:moveTo>
                    <a:cubicBezTo>
                      <a:pt x="4231" y="6496"/>
                      <a:pt x="5038" y="6162"/>
                      <a:pt x="5633" y="5567"/>
                    </a:cubicBezTo>
                    <a:cubicBezTo>
                      <a:pt x="6228" y="4972"/>
                      <a:pt x="6562" y="4165"/>
                      <a:pt x="6562" y="3323"/>
                    </a:cubicBezTo>
                    <a:cubicBezTo>
                      <a:pt x="6562" y="2482"/>
                      <a:pt x="6228" y="1675"/>
                      <a:pt x="5633" y="1080"/>
                    </a:cubicBezTo>
                    <a:cubicBezTo>
                      <a:pt x="5038" y="485"/>
                      <a:pt x="4231" y="151"/>
                      <a:pt x="3390" y="151"/>
                    </a:cubicBezTo>
                    <a:cubicBezTo>
                      <a:pt x="2549" y="151"/>
                      <a:pt x="1742" y="485"/>
                      <a:pt x="1148" y="1080"/>
                    </a:cubicBezTo>
                    <a:cubicBezTo>
                      <a:pt x="553" y="1675"/>
                      <a:pt x="219" y="2482"/>
                      <a:pt x="219" y="3323"/>
                    </a:cubicBezTo>
                    <a:cubicBezTo>
                      <a:pt x="219" y="4165"/>
                      <a:pt x="553" y="4972"/>
                      <a:pt x="1148" y="5567"/>
                    </a:cubicBezTo>
                    <a:cubicBezTo>
                      <a:pt x="1742" y="6162"/>
                      <a:pt x="2549" y="6496"/>
                      <a:pt x="3390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84" name="Freeform: Shape 3383">
                <a:extLst>
                  <a:ext uri="{FF2B5EF4-FFF2-40B4-BE49-F238E27FC236}">
                    <a16:creationId xmlns:a16="http://schemas.microsoft.com/office/drawing/2014/main" id="{ED692504-4134-480B-795C-2A382CF72851}"/>
                  </a:ext>
                </a:extLst>
              </p:cNvPr>
              <p:cNvSpPr/>
              <p:nvPr/>
            </p:nvSpPr>
            <p:spPr>
              <a:xfrm>
                <a:off x="3629713" y="5389871"/>
                <a:ext cx="6343" cy="6345"/>
              </a:xfrm>
              <a:custGeom>
                <a:avLst/>
                <a:gdLst>
                  <a:gd name="connsiteX0" fmla="*/ 3390 w 6343"/>
                  <a:gd name="connsiteY0" fmla="*/ 6496 h 6345"/>
                  <a:gd name="connsiteX1" fmla="*/ 5633 w 6343"/>
                  <a:gd name="connsiteY1" fmla="*/ 5567 h 6345"/>
                  <a:gd name="connsiteX2" fmla="*/ 6562 w 6343"/>
                  <a:gd name="connsiteY2" fmla="*/ 3323 h 6345"/>
                  <a:gd name="connsiteX3" fmla="*/ 5633 w 6343"/>
                  <a:gd name="connsiteY3" fmla="*/ 1080 h 6345"/>
                  <a:gd name="connsiteX4" fmla="*/ 3390 w 6343"/>
                  <a:gd name="connsiteY4" fmla="*/ 151 h 6345"/>
                  <a:gd name="connsiteX5" fmla="*/ 1148 w 6343"/>
                  <a:gd name="connsiteY5" fmla="*/ 1080 h 6345"/>
                  <a:gd name="connsiteX6" fmla="*/ 219 w 6343"/>
                  <a:gd name="connsiteY6" fmla="*/ 3323 h 6345"/>
                  <a:gd name="connsiteX7" fmla="*/ 1148 w 6343"/>
                  <a:gd name="connsiteY7" fmla="*/ 5567 h 6345"/>
                  <a:gd name="connsiteX8" fmla="*/ 3390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6"/>
                    </a:moveTo>
                    <a:cubicBezTo>
                      <a:pt x="4232" y="6496"/>
                      <a:pt x="5038" y="6162"/>
                      <a:pt x="5633" y="5567"/>
                    </a:cubicBezTo>
                    <a:cubicBezTo>
                      <a:pt x="6228" y="4972"/>
                      <a:pt x="6562" y="4165"/>
                      <a:pt x="6562" y="3323"/>
                    </a:cubicBezTo>
                    <a:cubicBezTo>
                      <a:pt x="6562" y="2482"/>
                      <a:pt x="6228" y="1675"/>
                      <a:pt x="5633" y="1080"/>
                    </a:cubicBezTo>
                    <a:cubicBezTo>
                      <a:pt x="5038" y="485"/>
                      <a:pt x="4232" y="151"/>
                      <a:pt x="3390" y="151"/>
                    </a:cubicBezTo>
                    <a:cubicBezTo>
                      <a:pt x="2549" y="151"/>
                      <a:pt x="1743" y="485"/>
                      <a:pt x="1148" y="1080"/>
                    </a:cubicBezTo>
                    <a:cubicBezTo>
                      <a:pt x="553" y="1675"/>
                      <a:pt x="219" y="2482"/>
                      <a:pt x="219" y="3323"/>
                    </a:cubicBezTo>
                    <a:cubicBezTo>
                      <a:pt x="219" y="4165"/>
                      <a:pt x="553" y="4972"/>
                      <a:pt x="1148" y="5567"/>
                    </a:cubicBezTo>
                    <a:cubicBezTo>
                      <a:pt x="1743" y="6162"/>
                      <a:pt x="2549" y="6496"/>
                      <a:pt x="3390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85" name="Freeform: Shape 3384">
                <a:extLst>
                  <a:ext uri="{FF2B5EF4-FFF2-40B4-BE49-F238E27FC236}">
                    <a16:creationId xmlns:a16="http://schemas.microsoft.com/office/drawing/2014/main" id="{E4A99F1C-FD00-BE9D-3D57-4F4D98BEE0F1}"/>
                  </a:ext>
                </a:extLst>
              </p:cNvPr>
              <p:cNvSpPr/>
              <p:nvPr/>
            </p:nvSpPr>
            <p:spPr>
              <a:xfrm>
                <a:off x="3632082" y="5388735"/>
                <a:ext cx="6343" cy="6345"/>
              </a:xfrm>
              <a:custGeom>
                <a:avLst/>
                <a:gdLst>
                  <a:gd name="connsiteX0" fmla="*/ 3391 w 6343"/>
                  <a:gd name="connsiteY0" fmla="*/ 6496 h 6345"/>
                  <a:gd name="connsiteX1" fmla="*/ 5633 w 6343"/>
                  <a:gd name="connsiteY1" fmla="*/ 5567 h 6345"/>
                  <a:gd name="connsiteX2" fmla="*/ 6562 w 6343"/>
                  <a:gd name="connsiteY2" fmla="*/ 3323 h 6345"/>
                  <a:gd name="connsiteX3" fmla="*/ 5633 w 6343"/>
                  <a:gd name="connsiteY3" fmla="*/ 1080 h 6345"/>
                  <a:gd name="connsiteX4" fmla="*/ 3391 w 6343"/>
                  <a:gd name="connsiteY4" fmla="*/ 150 h 6345"/>
                  <a:gd name="connsiteX5" fmla="*/ 1148 w 6343"/>
                  <a:gd name="connsiteY5" fmla="*/ 1080 h 6345"/>
                  <a:gd name="connsiteX6" fmla="*/ 219 w 6343"/>
                  <a:gd name="connsiteY6" fmla="*/ 3323 h 6345"/>
                  <a:gd name="connsiteX7" fmla="*/ 1148 w 6343"/>
                  <a:gd name="connsiteY7" fmla="*/ 5567 h 6345"/>
                  <a:gd name="connsiteX8" fmla="*/ 3391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96"/>
                    </a:moveTo>
                    <a:cubicBezTo>
                      <a:pt x="4232" y="6496"/>
                      <a:pt x="5039" y="6162"/>
                      <a:pt x="5633" y="5567"/>
                    </a:cubicBezTo>
                    <a:cubicBezTo>
                      <a:pt x="6228" y="4972"/>
                      <a:pt x="6562" y="4165"/>
                      <a:pt x="6562" y="3323"/>
                    </a:cubicBezTo>
                    <a:cubicBezTo>
                      <a:pt x="6562" y="2482"/>
                      <a:pt x="6228" y="1675"/>
                      <a:pt x="5633" y="1080"/>
                    </a:cubicBezTo>
                    <a:cubicBezTo>
                      <a:pt x="5039" y="485"/>
                      <a:pt x="4232" y="150"/>
                      <a:pt x="3391" y="150"/>
                    </a:cubicBezTo>
                    <a:cubicBezTo>
                      <a:pt x="2550" y="150"/>
                      <a:pt x="1743" y="485"/>
                      <a:pt x="1148" y="1080"/>
                    </a:cubicBezTo>
                    <a:cubicBezTo>
                      <a:pt x="553" y="1675"/>
                      <a:pt x="219" y="2482"/>
                      <a:pt x="219" y="3323"/>
                    </a:cubicBezTo>
                    <a:cubicBezTo>
                      <a:pt x="219" y="4165"/>
                      <a:pt x="553" y="4972"/>
                      <a:pt x="1148" y="5567"/>
                    </a:cubicBezTo>
                    <a:cubicBezTo>
                      <a:pt x="1743" y="6162"/>
                      <a:pt x="2550" y="6496"/>
                      <a:pt x="3391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86" name="Freeform: Shape 3385">
                <a:extLst>
                  <a:ext uri="{FF2B5EF4-FFF2-40B4-BE49-F238E27FC236}">
                    <a16:creationId xmlns:a16="http://schemas.microsoft.com/office/drawing/2014/main" id="{5485EEAB-56B0-2EFB-7885-E310E22E4A22}"/>
                  </a:ext>
                </a:extLst>
              </p:cNvPr>
              <p:cNvSpPr/>
              <p:nvPr/>
            </p:nvSpPr>
            <p:spPr>
              <a:xfrm>
                <a:off x="3634375" y="5387497"/>
                <a:ext cx="6343" cy="6345"/>
              </a:xfrm>
              <a:custGeom>
                <a:avLst/>
                <a:gdLst>
                  <a:gd name="connsiteX0" fmla="*/ 3391 w 6343"/>
                  <a:gd name="connsiteY0" fmla="*/ 6496 h 6345"/>
                  <a:gd name="connsiteX1" fmla="*/ 5633 w 6343"/>
                  <a:gd name="connsiteY1" fmla="*/ 5566 h 6345"/>
                  <a:gd name="connsiteX2" fmla="*/ 6562 w 6343"/>
                  <a:gd name="connsiteY2" fmla="*/ 3323 h 6345"/>
                  <a:gd name="connsiteX3" fmla="*/ 5633 w 6343"/>
                  <a:gd name="connsiteY3" fmla="*/ 1080 h 6345"/>
                  <a:gd name="connsiteX4" fmla="*/ 3391 w 6343"/>
                  <a:gd name="connsiteY4" fmla="*/ 150 h 6345"/>
                  <a:gd name="connsiteX5" fmla="*/ 1148 w 6343"/>
                  <a:gd name="connsiteY5" fmla="*/ 1080 h 6345"/>
                  <a:gd name="connsiteX6" fmla="*/ 219 w 6343"/>
                  <a:gd name="connsiteY6" fmla="*/ 3323 h 6345"/>
                  <a:gd name="connsiteX7" fmla="*/ 1148 w 6343"/>
                  <a:gd name="connsiteY7" fmla="*/ 5566 h 6345"/>
                  <a:gd name="connsiteX8" fmla="*/ 3391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96"/>
                    </a:moveTo>
                    <a:cubicBezTo>
                      <a:pt x="4232" y="6496"/>
                      <a:pt x="5039" y="6161"/>
                      <a:pt x="5633" y="5566"/>
                    </a:cubicBezTo>
                    <a:cubicBezTo>
                      <a:pt x="6228" y="4972"/>
                      <a:pt x="6562" y="4164"/>
                      <a:pt x="6562" y="3323"/>
                    </a:cubicBezTo>
                    <a:cubicBezTo>
                      <a:pt x="6562" y="2482"/>
                      <a:pt x="6228" y="1675"/>
                      <a:pt x="5633" y="1080"/>
                    </a:cubicBezTo>
                    <a:cubicBezTo>
                      <a:pt x="5039" y="485"/>
                      <a:pt x="4232" y="150"/>
                      <a:pt x="3391" y="150"/>
                    </a:cubicBezTo>
                    <a:cubicBezTo>
                      <a:pt x="2550" y="150"/>
                      <a:pt x="1743" y="485"/>
                      <a:pt x="1148" y="1080"/>
                    </a:cubicBezTo>
                    <a:cubicBezTo>
                      <a:pt x="553" y="1675"/>
                      <a:pt x="219" y="2482"/>
                      <a:pt x="219" y="3323"/>
                    </a:cubicBezTo>
                    <a:cubicBezTo>
                      <a:pt x="219" y="4164"/>
                      <a:pt x="553" y="4972"/>
                      <a:pt x="1148" y="5566"/>
                    </a:cubicBezTo>
                    <a:cubicBezTo>
                      <a:pt x="1743" y="6161"/>
                      <a:pt x="2550" y="6496"/>
                      <a:pt x="3391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87" name="Freeform: Shape 3386">
                <a:extLst>
                  <a:ext uri="{FF2B5EF4-FFF2-40B4-BE49-F238E27FC236}">
                    <a16:creationId xmlns:a16="http://schemas.microsoft.com/office/drawing/2014/main" id="{D966981E-02FD-3A2E-11E7-424D5953BEF8}"/>
                  </a:ext>
                </a:extLst>
              </p:cNvPr>
              <p:cNvSpPr/>
              <p:nvPr/>
            </p:nvSpPr>
            <p:spPr>
              <a:xfrm>
                <a:off x="3636222" y="5385606"/>
                <a:ext cx="6343" cy="6345"/>
              </a:xfrm>
              <a:custGeom>
                <a:avLst/>
                <a:gdLst>
                  <a:gd name="connsiteX0" fmla="*/ 3391 w 6343"/>
                  <a:gd name="connsiteY0" fmla="*/ 6496 h 6345"/>
                  <a:gd name="connsiteX1" fmla="*/ 5634 w 6343"/>
                  <a:gd name="connsiteY1" fmla="*/ 5566 h 6345"/>
                  <a:gd name="connsiteX2" fmla="*/ 6563 w 6343"/>
                  <a:gd name="connsiteY2" fmla="*/ 3323 h 6345"/>
                  <a:gd name="connsiteX3" fmla="*/ 5634 w 6343"/>
                  <a:gd name="connsiteY3" fmla="*/ 1079 h 6345"/>
                  <a:gd name="connsiteX4" fmla="*/ 3391 w 6343"/>
                  <a:gd name="connsiteY4" fmla="*/ 150 h 6345"/>
                  <a:gd name="connsiteX5" fmla="*/ 1148 w 6343"/>
                  <a:gd name="connsiteY5" fmla="*/ 1079 h 6345"/>
                  <a:gd name="connsiteX6" fmla="*/ 219 w 6343"/>
                  <a:gd name="connsiteY6" fmla="*/ 3323 h 6345"/>
                  <a:gd name="connsiteX7" fmla="*/ 1148 w 6343"/>
                  <a:gd name="connsiteY7" fmla="*/ 5566 h 6345"/>
                  <a:gd name="connsiteX8" fmla="*/ 3391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96"/>
                    </a:moveTo>
                    <a:cubicBezTo>
                      <a:pt x="4232" y="6496"/>
                      <a:pt x="5039" y="6161"/>
                      <a:pt x="5634" y="5566"/>
                    </a:cubicBezTo>
                    <a:cubicBezTo>
                      <a:pt x="6228" y="4971"/>
                      <a:pt x="6563" y="4164"/>
                      <a:pt x="6563" y="3323"/>
                    </a:cubicBezTo>
                    <a:cubicBezTo>
                      <a:pt x="6563" y="2481"/>
                      <a:pt x="6228" y="1674"/>
                      <a:pt x="5634" y="1079"/>
                    </a:cubicBezTo>
                    <a:cubicBezTo>
                      <a:pt x="5039" y="485"/>
                      <a:pt x="4232" y="150"/>
                      <a:pt x="3391" y="150"/>
                    </a:cubicBezTo>
                    <a:cubicBezTo>
                      <a:pt x="2550" y="150"/>
                      <a:pt x="1743" y="485"/>
                      <a:pt x="1148" y="1079"/>
                    </a:cubicBezTo>
                    <a:cubicBezTo>
                      <a:pt x="554" y="1674"/>
                      <a:pt x="219" y="2481"/>
                      <a:pt x="219" y="3323"/>
                    </a:cubicBezTo>
                    <a:cubicBezTo>
                      <a:pt x="219" y="4164"/>
                      <a:pt x="554" y="4971"/>
                      <a:pt x="1148" y="5566"/>
                    </a:cubicBezTo>
                    <a:cubicBezTo>
                      <a:pt x="1743" y="6161"/>
                      <a:pt x="2550" y="6496"/>
                      <a:pt x="3391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88" name="Freeform: Shape 3387">
                <a:extLst>
                  <a:ext uri="{FF2B5EF4-FFF2-40B4-BE49-F238E27FC236}">
                    <a16:creationId xmlns:a16="http://schemas.microsoft.com/office/drawing/2014/main" id="{F17D6F68-1E13-405D-49A7-5347A93BE72C}"/>
                  </a:ext>
                </a:extLst>
              </p:cNvPr>
              <p:cNvSpPr/>
              <p:nvPr/>
            </p:nvSpPr>
            <p:spPr>
              <a:xfrm>
                <a:off x="3635473" y="5379814"/>
                <a:ext cx="6343" cy="6345"/>
              </a:xfrm>
              <a:custGeom>
                <a:avLst/>
                <a:gdLst>
                  <a:gd name="connsiteX0" fmla="*/ 3391 w 6343"/>
                  <a:gd name="connsiteY0" fmla="*/ 6495 h 6345"/>
                  <a:gd name="connsiteX1" fmla="*/ 5634 w 6343"/>
                  <a:gd name="connsiteY1" fmla="*/ 5566 h 6345"/>
                  <a:gd name="connsiteX2" fmla="*/ 6563 w 6343"/>
                  <a:gd name="connsiteY2" fmla="*/ 3322 h 6345"/>
                  <a:gd name="connsiteX3" fmla="*/ 5634 w 6343"/>
                  <a:gd name="connsiteY3" fmla="*/ 1079 h 6345"/>
                  <a:gd name="connsiteX4" fmla="*/ 3391 w 6343"/>
                  <a:gd name="connsiteY4" fmla="*/ 150 h 6345"/>
                  <a:gd name="connsiteX5" fmla="*/ 1148 w 6343"/>
                  <a:gd name="connsiteY5" fmla="*/ 1079 h 6345"/>
                  <a:gd name="connsiteX6" fmla="*/ 219 w 6343"/>
                  <a:gd name="connsiteY6" fmla="*/ 3322 h 6345"/>
                  <a:gd name="connsiteX7" fmla="*/ 1148 w 6343"/>
                  <a:gd name="connsiteY7" fmla="*/ 5566 h 6345"/>
                  <a:gd name="connsiteX8" fmla="*/ 3391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95"/>
                    </a:moveTo>
                    <a:cubicBezTo>
                      <a:pt x="4232" y="6495"/>
                      <a:pt x="5039" y="6161"/>
                      <a:pt x="5634" y="5566"/>
                    </a:cubicBezTo>
                    <a:cubicBezTo>
                      <a:pt x="6228" y="4971"/>
                      <a:pt x="6563" y="4164"/>
                      <a:pt x="6563" y="3322"/>
                    </a:cubicBezTo>
                    <a:cubicBezTo>
                      <a:pt x="6563" y="2481"/>
                      <a:pt x="6228" y="1674"/>
                      <a:pt x="5634" y="1079"/>
                    </a:cubicBezTo>
                    <a:cubicBezTo>
                      <a:pt x="5039" y="484"/>
                      <a:pt x="4232" y="150"/>
                      <a:pt x="3391" y="150"/>
                    </a:cubicBezTo>
                    <a:cubicBezTo>
                      <a:pt x="2550" y="150"/>
                      <a:pt x="1743" y="484"/>
                      <a:pt x="1148" y="1079"/>
                    </a:cubicBezTo>
                    <a:cubicBezTo>
                      <a:pt x="554" y="1674"/>
                      <a:pt x="219" y="2481"/>
                      <a:pt x="219" y="3322"/>
                    </a:cubicBezTo>
                    <a:cubicBezTo>
                      <a:pt x="219" y="4164"/>
                      <a:pt x="554" y="4971"/>
                      <a:pt x="1148" y="5566"/>
                    </a:cubicBezTo>
                    <a:cubicBezTo>
                      <a:pt x="1743" y="6161"/>
                      <a:pt x="2550" y="6495"/>
                      <a:pt x="3391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89" name="Freeform: Shape 3388">
                <a:extLst>
                  <a:ext uri="{FF2B5EF4-FFF2-40B4-BE49-F238E27FC236}">
                    <a16:creationId xmlns:a16="http://schemas.microsoft.com/office/drawing/2014/main" id="{29F8CB7B-AE95-03D4-106C-4C95BF627E24}"/>
                  </a:ext>
                </a:extLst>
              </p:cNvPr>
              <p:cNvSpPr/>
              <p:nvPr/>
            </p:nvSpPr>
            <p:spPr>
              <a:xfrm>
                <a:off x="3636823" y="5377094"/>
                <a:ext cx="6343" cy="6345"/>
              </a:xfrm>
              <a:custGeom>
                <a:avLst/>
                <a:gdLst>
                  <a:gd name="connsiteX0" fmla="*/ 3391 w 6343"/>
                  <a:gd name="connsiteY0" fmla="*/ 6495 h 6345"/>
                  <a:gd name="connsiteX1" fmla="*/ 5634 w 6343"/>
                  <a:gd name="connsiteY1" fmla="*/ 5566 h 6345"/>
                  <a:gd name="connsiteX2" fmla="*/ 6563 w 6343"/>
                  <a:gd name="connsiteY2" fmla="*/ 3322 h 6345"/>
                  <a:gd name="connsiteX3" fmla="*/ 5634 w 6343"/>
                  <a:gd name="connsiteY3" fmla="*/ 1079 h 6345"/>
                  <a:gd name="connsiteX4" fmla="*/ 3391 w 6343"/>
                  <a:gd name="connsiteY4" fmla="*/ 150 h 6345"/>
                  <a:gd name="connsiteX5" fmla="*/ 1148 w 6343"/>
                  <a:gd name="connsiteY5" fmla="*/ 1079 h 6345"/>
                  <a:gd name="connsiteX6" fmla="*/ 220 w 6343"/>
                  <a:gd name="connsiteY6" fmla="*/ 3322 h 6345"/>
                  <a:gd name="connsiteX7" fmla="*/ 1148 w 6343"/>
                  <a:gd name="connsiteY7" fmla="*/ 5566 h 6345"/>
                  <a:gd name="connsiteX8" fmla="*/ 3391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95"/>
                    </a:moveTo>
                    <a:cubicBezTo>
                      <a:pt x="4232" y="6495"/>
                      <a:pt x="5039" y="6161"/>
                      <a:pt x="5634" y="5566"/>
                    </a:cubicBezTo>
                    <a:cubicBezTo>
                      <a:pt x="6228" y="4971"/>
                      <a:pt x="6563" y="4164"/>
                      <a:pt x="6563" y="3322"/>
                    </a:cubicBezTo>
                    <a:cubicBezTo>
                      <a:pt x="6563" y="2481"/>
                      <a:pt x="6228" y="1674"/>
                      <a:pt x="5634" y="1079"/>
                    </a:cubicBezTo>
                    <a:cubicBezTo>
                      <a:pt x="5039" y="484"/>
                      <a:pt x="4232" y="150"/>
                      <a:pt x="3391" y="150"/>
                    </a:cubicBezTo>
                    <a:cubicBezTo>
                      <a:pt x="2550" y="150"/>
                      <a:pt x="1743" y="484"/>
                      <a:pt x="1148" y="1079"/>
                    </a:cubicBezTo>
                    <a:cubicBezTo>
                      <a:pt x="554" y="1674"/>
                      <a:pt x="220" y="2481"/>
                      <a:pt x="220" y="3322"/>
                    </a:cubicBezTo>
                    <a:cubicBezTo>
                      <a:pt x="220" y="4164"/>
                      <a:pt x="554" y="4971"/>
                      <a:pt x="1148" y="5566"/>
                    </a:cubicBezTo>
                    <a:cubicBezTo>
                      <a:pt x="1743" y="6161"/>
                      <a:pt x="2550" y="6495"/>
                      <a:pt x="3391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90" name="Freeform: Shape 3389">
                <a:extLst>
                  <a:ext uri="{FF2B5EF4-FFF2-40B4-BE49-F238E27FC236}">
                    <a16:creationId xmlns:a16="http://schemas.microsoft.com/office/drawing/2014/main" id="{AB70902D-E3F3-8F93-1B98-775E91ADBC27}"/>
                  </a:ext>
                </a:extLst>
              </p:cNvPr>
              <p:cNvSpPr/>
              <p:nvPr/>
            </p:nvSpPr>
            <p:spPr>
              <a:xfrm>
                <a:off x="3644048" y="5383374"/>
                <a:ext cx="6343" cy="6345"/>
              </a:xfrm>
              <a:custGeom>
                <a:avLst/>
                <a:gdLst>
                  <a:gd name="connsiteX0" fmla="*/ 3392 w 6343"/>
                  <a:gd name="connsiteY0" fmla="*/ 6495 h 6345"/>
                  <a:gd name="connsiteX1" fmla="*/ 5634 w 6343"/>
                  <a:gd name="connsiteY1" fmla="*/ 5566 h 6345"/>
                  <a:gd name="connsiteX2" fmla="*/ 6563 w 6343"/>
                  <a:gd name="connsiteY2" fmla="*/ 3323 h 6345"/>
                  <a:gd name="connsiteX3" fmla="*/ 5634 w 6343"/>
                  <a:gd name="connsiteY3" fmla="*/ 1079 h 6345"/>
                  <a:gd name="connsiteX4" fmla="*/ 3392 w 6343"/>
                  <a:gd name="connsiteY4" fmla="*/ 150 h 6345"/>
                  <a:gd name="connsiteX5" fmla="*/ 1149 w 6343"/>
                  <a:gd name="connsiteY5" fmla="*/ 1079 h 6345"/>
                  <a:gd name="connsiteX6" fmla="*/ 220 w 6343"/>
                  <a:gd name="connsiteY6" fmla="*/ 3323 h 6345"/>
                  <a:gd name="connsiteX7" fmla="*/ 1149 w 6343"/>
                  <a:gd name="connsiteY7" fmla="*/ 5566 h 6345"/>
                  <a:gd name="connsiteX8" fmla="*/ 3392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5"/>
                    </a:moveTo>
                    <a:cubicBezTo>
                      <a:pt x="4233" y="6495"/>
                      <a:pt x="5040" y="6161"/>
                      <a:pt x="5634" y="5566"/>
                    </a:cubicBezTo>
                    <a:cubicBezTo>
                      <a:pt x="6229" y="4971"/>
                      <a:pt x="6563" y="4164"/>
                      <a:pt x="6563" y="3323"/>
                    </a:cubicBezTo>
                    <a:cubicBezTo>
                      <a:pt x="6563" y="2481"/>
                      <a:pt x="6229" y="1674"/>
                      <a:pt x="5634" y="1079"/>
                    </a:cubicBezTo>
                    <a:cubicBezTo>
                      <a:pt x="5040" y="484"/>
                      <a:pt x="4233" y="150"/>
                      <a:pt x="3392" y="150"/>
                    </a:cubicBezTo>
                    <a:cubicBezTo>
                      <a:pt x="2551" y="150"/>
                      <a:pt x="1744" y="484"/>
                      <a:pt x="1149" y="1079"/>
                    </a:cubicBezTo>
                    <a:cubicBezTo>
                      <a:pt x="554" y="1674"/>
                      <a:pt x="220" y="2481"/>
                      <a:pt x="220" y="3323"/>
                    </a:cubicBezTo>
                    <a:cubicBezTo>
                      <a:pt x="220" y="4164"/>
                      <a:pt x="554" y="4971"/>
                      <a:pt x="1149" y="5566"/>
                    </a:cubicBezTo>
                    <a:cubicBezTo>
                      <a:pt x="1744" y="6161"/>
                      <a:pt x="2551" y="6495"/>
                      <a:pt x="3392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91" name="Freeform: Shape 3390">
                <a:extLst>
                  <a:ext uri="{FF2B5EF4-FFF2-40B4-BE49-F238E27FC236}">
                    <a16:creationId xmlns:a16="http://schemas.microsoft.com/office/drawing/2014/main" id="{A57C1FC9-A03B-5FBE-D3F7-E249E9557C75}"/>
                  </a:ext>
                </a:extLst>
              </p:cNvPr>
              <p:cNvSpPr/>
              <p:nvPr/>
            </p:nvSpPr>
            <p:spPr>
              <a:xfrm>
                <a:off x="3647776" y="5384414"/>
                <a:ext cx="6343" cy="6345"/>
              </a:xfrm>
              <a:custGeom>
                <a:avLst/>
                <a:gdLst>
                  <a:gd name="connsiteX0" fmla="*/ 3392 w 6343"/>
                  <a:gd name="connsiteY0" fmla="*/ 6496 h 6345"/>
                  <a:gd name="connsiteX1" fmla="*/ 5635 w 6343"/>
                  <a:gd name="connsiteY1" fmla="*/ 5566 h 6345"/>
                  <a:gd name="connsiteX2" fmla="*/ 6563 w 6343"/>
                  <a:gd name="connsiteY2" fmla="*/ 3323 h 6345"/>
                  <a:gd name="connsiteX3" fmla="*/ 5635 w 6343"/>
                  <a:gd name="connsiteY3" fmla="*/ 1079 h 6345"/>
                  <a:gd name="connsiteX4" fmla="*/ 3392 w 6343"/>
                  <a:gd name="connsiteY4" fmla="*/ 150 h 6345"/>
                  <a:gd name="connsiteX5" fmla="*/ 1149 w 6343"/>
                  <a:gd name="connsiteY5" fmla="*/ 1079 h 6345"/>
                  <a:gd name="connsiteX6" fmla="*/ 220 w 6343"/>
                  <a:gd name="connsiteY6" fmla="*/ 3323 h 6345"/>
                  <a:gd name="connsiteX7" fmla="*/ 1149 w 6343"/>
                  <a:gd name="connsiteY7" fmla="*/ 5566 h 6345"/>
                  <a:gd name="connsiteX8" fmla="*/ 3392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6"/>
                    </a:moveTo>
                    <a:cubicBezTo>
                      <a:pt x="4233" y="6496"/>
                      <a:pt x="5040" y="6161"/>
                      <a:pt x="5635" y="5566"/>
                    </a:cubicBezTo>
                    <a:cubicBezTo>
                      <a:pt x="6229" y="4971"/>
                      <a:pt x="6563" y="4164"/>
                      <a:pt x="6563" y="3323"/>
                    </a:cubicBezTo>
                    <a:cubicBezTo>
                      <a:pt x="6563" y="2481"/>
                      <a:pt x="6229" y="1674"/>
                      <a:pt x="5635" y="1079"/>
                    </a:cubicBezTo>
                    <a:cubicBezTo>
                      <a:pt x="5040" y="484"/>
                      <a:pt x="4233" y="150"/>
                      <a:pt x="3392" y="150"/>
                    </a:cubicBezTo>
                    <a:cubicBezTo>
                      <a:pt x="2551" y="150"/>
                      <a:pt x="1744" y="484"/>
                      <a:pt x="1149" y="1079"/>
                    </a:cubicBezTo>
                    <a:cubicBezTo>
                      <a:pt x="555" y="1674"/>
                      <a:pt x="220" y="2481"/>
                      <a:pt x="220" y="3323"/>
                    </a:cubicBezTo>
                    <a:cubicBezTo>
                      <a:pt x="220" y="4164"/>
                      <a:pt x="555" y="4971"/>
                      <a:pt x="1149" y="5566"/>
                    </a:cubicBezTo>
                    <a:cubicBezTo>
                      <a:pt x="1744" y="6161"/>
                      <a:pt x="2551" y="6496"/>
                      <a:pt x="3392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92" name="Freeform: Shape 3391">
                <a:extLst>
                  <a:ext uri="{FF2B5EF4-FFF2-40B4-BE49-F238E27FC236}">
                    <a16:creationId xmlns:a16="http://schemas.microsoft.com/office/drawing/2014/main" id="{998E1442-CAE3-464B-DD7A-4863253528DF}"/>
                  </a:ext>
                </a:extLst>
              </p:cNvPr>
              <p:cNvSpPr/>
              <p:nvPr/>
            </p:nvSpPr>
            <p:spPr>
              <a:xfrm>
                <a:off x="3651052" y="5384803"/>
                <a:ext cx="6343" cy="6345"/>
              </a:xfrm>
              <a:custGeom>
                <a:avLst/>
                <a:gdLst>
                  <a:gd name="connsiteX0" fmla="*/ 3392 w 6343"/>
                  <a:gd name="connsiteY0" fmla="*/ 6496 h 6345"/>
                  <a:gd name="connsiteX1" fmla="*/ 5635 w 6343"/>
                  <a:gd name="connsiteY1" fmla="*/ 5566 h 6345"/>
                  <a:gd name="connsiteX2" fmla="*/ 6564 w 6343"/>
                  <a:gd name="connsiteY2" fmla="*/ 3323 h 6345"/>
                  <a:gd name="connsiteX3" fmla="*/ 5635 w 6343"/>
                  <a:gd name="connsiteY3" fmla="*/ 1079 h 6345"/>
                  <a:gd name="connsiteX4" fmla="*/ 3392 w 6343"/>
                  <a:gd name="connsiteY4" fmla="*/ 150 h 6345"/>
                  <a:gd name="connsiteX5" fmla="*/ 1150 w 6343"/>
                  <a:gd name="connsiteY5" fmla="*/ 1079 h 6345"/>
                  <a:gd name="connsiteX6" fmla="*/ 221 w 6343"/>
                  <a:gd name="connsiteY6" fmla="*/ 3323 h 6345"/>
                  <a:gd name="connsiteX7" fmla="*/ 1150 w 6343"/>
                  <a:gd name="connsiteY7" fmla="*/ 5566 h 6345"/>
                  <a:gd name="connsiteX8" fmla="*/ 3392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6"/>
                    </a:moveTo>
                    <a:cubicBezTo>
                      <a:pt x="4233" y="6496"/>
                      <a:pt x="5040" y="6161"/>
                      <a:pt x="5635" y="5566"/>
                    </a:cubicBezTo>
                    <a:cubicBezTo>
                      <a:pt x="6230" y="4971"/>
                      <a:pt x="6564" y="4164"/>
                      <a:pt x="6564" y="3323"/>
                    </a:cubicBezTo>
                    <a:cubicBezTo>
                      <a:pt x="6564" y="2481"/>
                      <a:pt x="6230" y="1674"/>
                      <a:pt x="5635" y="1079"/>
                    </a:cubicBezTo>
                    <a:cubicBezTo>
                      <a:pt x="5040" y="484"/>
                      <a:pt x="4233" y="150"/>
                      <a:pt x="3392" y="150"/>
                    </a:cubicBezTo>
                    <a:cubicBezTo>
                      <a:pt x="2551" y="150"/>
                      <a:pt x="1744" y="484"/>
                      <a:pt x="1150" y="1079"/>
                    </a:cubicBezTo>
                    <a:cubicBezTo>
                      <a:pt x="555" y="1674"/>
                      <a:pt x="221" y="2481"/>
                      <a:pt x="221" y="3323"/>
                    </a:cubicBezTo>
                    <a:cubicBezTo>
                      <a:pt x="221" y="4164"/>
                      <a:pt x="555" y="4971"/>
                      <a:pt x="1150" y="5566"/>
                    </a:cubicBezTo>
                    <a:cubicBezTo>
                      <a:pt x="1744" y="6161"/>
                      <a:pt x="2551" y="6496"/>
                      <a:pt x="3392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93" name="Freeform: Shape 3392">
                <a:extLst>
                  <a:ext uri="{FF2B5EF4-FFF2-40B4-BE49-F238E27FC236}">
                    <a16:creationId xmlns:a16="http://schemas.microsoft.com/office/drawing/2014/main" id="{910187EE-154D-D599-25AB-C904757549FF}"/>
                  </a:ext>
                </a:extLst>
              </p:cNvPr>
              <p:cNvSpPr/>
              <p:nvPr/>
            </p:nvSpPr>
            <p:spPr>
              <a:xfrm>
                <a:off x="3653535" y="5383971"/>
                <a:ext cx="6343" cy="6345"/>
              </a:xfrm>
              <a:custGeom>
                <a:avLst/>
                <a:gdLst>
                  <a:gd name="connsiteX0" fmla="*/ 3392 w 6343"/>
                  <a:gd name="connsiteY0" fmla="*/ 6495 h 6345"/>
                  <a:gd name="connsiteX1" fmla="*/ 5635 w 6343"/>
                  <a:gd name="connsiteY1" fmla="*/ 5566 h 6345"/>
                  <a:gd name="connsiteX2" fmla="*/ 6564 w 6343"/>
                  <a:gd name="connsiteY2" fmla="*/ 3323 h 6345"/>
                  <a:gd name="connsiteX3" fmla="*/ 5635 w 6343"/>
                  <a:gd name="connsiteY3" fmla="*/ 1079 h 6345"/>
                  <a:gd name="connsiteX4" fmla="*/ 3392 w 6343"/>
                  <a:gd name="connsiteY4" fmla="*/ 150 h 6345"/>
                  <a:gd name="connsiteX5" fmla="*/ 1150 w 6343"/>
                  <a:gd name="connsiteY5" fmla="*/ 1079 h 6345"/>
                  <a:gd name="connsiteX6" fmla="*/ 221 w 6343"/>
                  <a:gd name="connsiteY6" fmla="*/ 3323 h 6345"/>
                  <a:gd name="connsiteX7" fmla="*/ 1150 w 6343"/>
                  <a:gd name="connsiteY7" fmla="*/ 5566 h 6345"/>
                  <a:gd name="connsiteX8" fmla="*/ 3392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5"/>
                    </a:moveTo>
                    <a:cubicBezTo>
                      <a:pt x="4233" y="6495"/>
                      <a:pt x="5040" y="6161"/>
                      <a:pt x="5635" y="5566"/>
                    </a:cubicBezTo>
                    <a:cubicBezTo>
                      <a:pt x="6230" y="4971"/>
                      <a:pt x="6564" y="4164"/>
                      <a:pt x="6564" y="3323"/>
                    </a:cubicBezTo>
                    <a:cubicBezTo>
                      <a:pt x="6564" y="2481"/>
                      <a:pt x="6230" y="1674"/>
                      <a:pt x="5635" y="1079"/>
                    </a:cubicBezTo>
                    <a:cubicBezTo>
                      <a:pt x="5040" y="484"/>
                      <a:pt x="4233" y="150"/>
                      <a:pt x="3392" y="150"/>
                    </a:cubicBezTo>
                    <a:cubicBezTo>
                      <a:pt x="2551" y="150"/>
                      <a:pt x="1744" y="484"/>
                      <a:pt x="1150" y="1079"/>
                    </a:cubicBezTo>
                    <a:cubicBezTo>
                      <a:pt x="555" y="1674"/>
                      <a:pt x="221" y="2481"/>
                      <a:pt x="221" y="3323"/>
                    </a:cubicBezTo>
                    <a:cubicBezTo>
                      <a:pt x="221" y="4164"/>
                      <a:pt x="555" y="4971"/>
                      <a:pt x="1150" y="5566"/>
                    </a:cubicBezTo>
                    <a:cubicBezTo>
                      <a:pt x="1744" y="6161"/>
                      <a:pt x="2551" y="6495"/>
                      <a:pt x="3392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94" name="Freeform: Shape 3393">
                <a:extLst>
                  <a:ext uri="{FF2B5EF4-FFF2-40B4-BE49-F238E27FC236}">
                    <a16:creationId xmlns:a16="http://schemas.microsoft.com/office/drawing/2014/main" id="{0C80A975-8734-4110-16DF-A7D17ADE5FBD}"/>
                  </a:ext>
                </a:extLst>
              </p:cNvPr>
              <p:cNvSpPr/>
              <p:nvPr/>
            </p:nvSpPr>
            <p:spPr>
              <a:xfrm>
                <a:off x="3656119" y="5383317"/>
                <a:ext cx="6343" cy="6345"/>
              </a:xfrm>
              <a:custGeom>
                <a:avLst/>
                <a:gdLst>
                  <a:gd name="connsiteX0" fmla="*/ 3393 w 6343"/>
                  <a:gd name="connsiteY0" fmla="*/ 6495 h 6345"/>
                  <a:gd name="connsiteX1" fmla="*/ 5635 w 6343"/>
                  <a:gd name="connsiteY1" fmla="*/ 5566 h 6345"/>
                  <a:gd name="connsiteX2" fmla="*/ 6564 w 6343"/>
                  <a:gd name="connsiteY2" fmla="*/ 3323 h 6345"/>
                  <a:gd name="connsiteX3" fmla="*/ 5635 w 6343"/>
                  <a:gd name="connsiteY3" fmla="*/ 1079 h 6345"/>
                  <a:gd name="connsiteX4" fmla="*/ 3393 w 6343"/>
                  <a:gd name="connsiteY4" fmla="*/ 150 h 6345"/>
                  <a:gd name="connsiteX5" fmla="*/ 1150 w 6343"/>
                  <a:gd name="connsiteY5" fmla="*/ 1079 h 6345"/>
                  <a:gd name="connsiteX6" fmla="*/ 221 w 6343"/>
                  <a:gd name="connsiteY6" fmla="*/ 3323 h 6345"/>
                  <a:gd name="connsiteX7" fmla="*/ 1150 w 6343"/>
                  <a:gd name="connsiteY7" fmla="*/ 5566 h 6345"/>
                  <a:gd name="connsiteX8" fmla="*/ 3393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5"/>
                    </a:moveTo>
                    <a:cubicBezTo>
                      <a:pt x="4234" y="6495"/>
                      <a:pt x="5040" y="6161"/>
                      <a:pt x="5635" y="5566"/>
                    </a:cubicBezTo>
                    <a:cubicBezTo>
                      <a:pt x="6230" y="4971"/>
                      <a:pt x="6564" y="4164"/>
                      <a:pt x="6564" y="3323"/>
                    </a:cubicBezTo>
                    <a:cubicBezTo>
                      <a:pt x="6564" y="2481"/>
                      <a:pt x="6230" y="1674"/>
                      <a:pt x="5635" y="1079"/>
                    </a:cubicBezTo>
                    <a:cubicBezTo>
                      <a:pt x="5040" y="484"/>
                      <a:pt x="4234" y="150"/>
                      <a:pt x="3393" y="150"/>
                    </a:cubicBezTo>
                    <a:cubicBezTo>
                      <a:pt x="2551" y="150"/>
                      <a:pt x="1745" y="484"/>
                      <a:pt x="1150" y="1079"/>
                    </a:cubicBezTo>
                    <a:cubicBezTo>
                      <a:pt x="555" y="1674"/>
                      <a:pt x="221" y="2481"/>
                      <a:pt x="221" y="3323"/>
                    </a:cubicBezTo>
                    <a:cubicBezTo>
                      <a:pt x="221" y="4164"/>
                      <a:pt x="555" y="4971"/>
                      <a:pt x="1150" y="5566"/>
                    </a:cubicBezTo>
                    <a:cubicBezTo>
                      <a:pt x="1745" y="6161"/>
                      <a:pt x="2551" y="6495"/>
                      <a:pt x="3393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95" name="Freeform: Shape 3394">
                <a:extLst>
                  <a:ext uri="{FF2B5EF4-FFF2-40B4-BE49-F238E27FC236}">
                    <a16:creationId xmlns:a16="http://schemas.microsoft.com/office/drawing/2014/main" id="{AAC9668B-C01C-69C0-961F-319411689FEF}"/>
                  </a:ext>
                </a:extLst>
              </p:cNvPr>
              <p:cNvSpPr/>
              <p:nvPr/>
            </p:nvSpPr>
            <p:spPr>
              <a:xfrm>
                <a:off x="3658333" y="5382073"/>
                <a:ext cx="6343" cy="6345"/>
              </a:xfrm>
              <a:custGeom>
                <a:avLst/>
                <a:gdLst>
                  <a:gd name="connsiteX0" fmla="*/ 3393 w 6343"/>
                  <a:gd name="connsiteY0" fmla="*/ 6495 h 6345"/>
                  <a:gd name="connsiteX1" fmla="*/ 5635 w 6343"/>
                  <a:gd name="connsiteY1" fmla="*/ 5566 h 6345"/>
                  <a:gd name="connsiteX2" fmla="*/ 6564 w 6343"/>
                  <a:gd name="connsiteY2" fmla="*/ 3323 h 6345"/>
                  <a:gd name="connsiteX3" fmla="*/ 5635 w 6343"/>
                  <a:gd name="connsiteY3" fmla="*/ 1079 h 6345"/>
                  <a:gd name="connsiteX4" fmla="*/ 3393 w 6343"/>
                  <a:gd name="connsiteY4" fmla="*/ 150 h 6345"/>
                  <a:gd name="connsiteX5" fmla="*/ 1150 w 6343"/>
                  <a:gd name="connsiteY5" fmla="*/ 1079 h 6345"/>
                  <a:gd name="connsiteX6" fmla="*/ 221 w 6343"/>
                  <a:gd name="connsiteY6" fmla="*/ 3323 h 6345"/>
                  <a:gd name="connsiteX7" fmla="*/ 1150 w 6343"/>
                  <a:gd name="connsiteY7" fmla="*/ 5566 h 6345"/>
                  <a:gd name="connsiteX8" fmla="*/ 3393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5"/>
                    </a:moveTo>
                    <a:cubicBezTo>
                      <a:pt x="4234" y="6495"/>
                      <a:pt x="5041" y="6161"/>
                      <a:pt x="5635" y="5566"/>
                    </a:cubicBezTo>
                    <a:cubicBezTo>
                      <a:pt x="6230" y="4971"/>
                      <a:pt x="6564" y="4164"/>
                      <a:pt x="6564" y="3323"/>
                    </a:cubicBezTo>
                    <a:cubicBezTo>
                      <a:pt x="6564" y="2481"/>
                      <a:pt x="6230" y="1674"/>
                      <a:pt x="5635" y="1079"/>
                    </a:cubicBezTo>
                    <a:cubicBezTo>
                      <a:pt x="5041" y="484"/>
                      <a:pt x="4234" y="150"/>
                      <a:pt x="3393" y="150"/>
                    </a:cubicBezTo>
                    <a:cubicBezTo>
                      <a:pt x="2552" y="150"/>
                      <a:pt x="1745" y="484"/>
                      <a:pt x="1150" y="1079"/>
                    </a:cubicBezTo>
                    <a:cubicBezTo>
                      <a:pt x="555" y="1674"/>
                      <a:pt x="221" y="2481"/>
                      <a:pt x="221" y="3323"/>
                    </a:cubicBezTo>
                    <a:cubicBezTo>
                      <a:pt x="221" y="4164"/>
                      <a:pt x="555" y="4971"/>
                      <a:pt x="1150" y="5566"/>
                    </a:cubicBezTo>
                    <a:cubicBezTo>
                      <a:pt x="1745" y="6161"/>
                      <a:pt x="2552" y="6495"/>
                      <a:pt x="3393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96" name="Freeform: Shape 3395">
                <a:extLst>
                  <a:ext uri="{FF2B5EF4-FFF2-40B4-BE49-F238E27FC236}">
                    <a16:creationId xmlns:a16="http://schemas.microsoft.com/office/drawing/2014/main" id="{A8B567CD-3E19-940C-DFDD-2CF2E9013560}"/>
                  </a:ext>
                </a:extLst>
              </p:cNvPr>
              <p:cNvSpPr/>
              <p:nvPr/>
            </p:nvSpPr>
            <p:spPr>
              <a:xfrm>
                <a:off x="3660188" y="5380232"/>
                <a:ext cx="6343" cy="6345"/>
              </a:xfrm>
              <a:custGeom>
                <a:avLst/>
                <a:gdLst>
                  <a:gd name="connsiteX0" fmla="*/ 3393 w 6343"/>
                  <a:gd name="connsiteY0" fmla="*/ 6495 h 6345"/>
                  <a:gd name="connsiteX1" fmla="*/ 5636 w 6343"/>
                  <a:gd name="connsiteY1" fmla="*/ 5566 h 6345"/>
                  <a:gd name="connsiteX2" fmla="*/ 6564 w 6343"/>
                  <a:gd name="connsiteY2" fmla="*/ 3322 h 6345"/>
                  <a:gd name="connsiteX3" fmla="*/ 5636 w 6343"/>
                  <a:gd name="connsiteY3" fmla="*/ 1079 h 6345"/>
                  <a:gd name="connsiteX4" fmla="*/ 3393 w 6343"/>
                  <a:gd name="connsiteY4" fmla="*/ 150 h 6345"/>
                  <a:gd name="connsiteX5" fmla="*/ 1150 w 6343"/>
                  <a:gd name="connsiteY5" fmla="*/ 1079 h 6345"/>
                  <a:gd name="connsiteX6" fmla="*/ 221 w 6343"/>
                  <a:gd name="connsiteY6" fmla="*/ 3322 h 6345"/>
                  <a:gd name="connsiteX7" fmla="*/ 1150 w 6343"/>
                  <a:gd name="connsiteY7" fmla="*/ 5566 h 6345"/>
                  <a:gd name="connsiteX8" fmla="*/ 3393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5"/>
                    </a:moveTo>
                    <a:cubicBezTo>
                      <a:pt x="4234" y="6495"/>
                      <a:pt x="5041" y="6161"/>
                      <a:pt x="5636" y="5566"/>
                    </a:cubicBezTo>
                    <a:cubicBezTo>
                      <a:pt x="6230" y="4971"/>
                      <a:pt x="6564" y="4164"/>
                      <a:pt x="6564" y="3322"/>
                    </a:cubicBezTo>
                    <a:cubicBezTo>
                      <a:pt x="6564" y="2481"/>
                      <a:pt x="6230" y="1674"/>
                      <a:pt x="5636" y="1079"/>
                    </a:cubicBezTo>
                    <a:cubicBezTo>
                      <a:pt x="5041" y="484"/>
                      <a:pt x="4234" y="150"/>
                      <a:pt x="3393" y="150"/>
                    </a:cubicBezTo>
                    <a:cubicBezTo>
                      <a:pt x="2552" y="150"/>
                      <a:pt x="1745" y="484"/>
                      <a:pt x="1150" y="1079"/>
                    </a:cubicBezTo>
                    <a:cubicBezTo>
                      <a:pt x="556" y="1674"/>
                      <a:pt x="221" y="2481"/>
                      <a:pt x="221" y="3322"/>
                    </a:cubicBezTo>
                    <a:cubicBezTo>
                      <a:pt x="221" y="4164"/>
                      <a:pt x="556" y="4971"/>
                      <a:pt x="1150" y="5566"/>
                    </a:cubicBezTo>
                    <a:cubicBezTo>
                      <a:pt x="1745" y="6161"/>
                      <a:pt x="2552" y="6495"/>
                      <a:pt x="3393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97" name="Freeform: Shape 3396">
                <a:extLst>
                  <a:ext uri="{FF2B5EF4-FFF2-40B4-BE49-F238E27FC236}">
                    <a16:creationId xmlns:a16="http://schemas.microsoft.com/office/drawing/2014/main" id="{D5675741-7BCF-DD1D-2106-6767AC86A372}"/>
                  </a:ext>
                </a:extLst>
              </p:cNvPr>
              <p:cNvSpPr/>
              <p:nvPr/>
            </p:nvSpPr>
            <p:spPr>
              <a:xfrm>
                <a:off x="3662686" y="5379464"/>
                <a:ext cx="6343" cy="6345"/>
              </a:xfrm>
              <a:custGeom>
                <a:avLst/>
                <a:gdLst>
                  <a:gd name="connsiteX0" fmla="*/ 3393 w 6343"/>
                  <a:gd name="connsiteY0" fmla="*/ 6495 h 6345"/>
                  <a:gd name="connsiteX1" fmla="*/ 5636 w 6343"/>
                  <a:gd name="connsiteY1" fmla="*/ 5566 h 6345"/>
                  <a:gd name="connsiteX2" fmla="*/ 6565 w 6343"/>
                  <a:gd name="connsiteY2" fmla="*/ 3322 h 6345"/>
                  <a:gd name="connsiteX3" fmla="*/ 5636 w 6343"/>
                  <a:gd name="connsiteY3" fmla="*/ 1079 h 6345"/>
                  <a:gd name="connsiteX4" fmla="*/ 3393 w 6343"/>
                  <a:gd name="connsiteY4" fmla="*/ 150 h 6345"/>
                  <a:gd name="connsiteX5" fmla="*/ 1150 w 6343"/>
                  <a:gd name="connsiteY5" fmla="*/ 1079 h 6345"/>
                  <a:gd name="connsiteX6" fmla="*/ 222 w 6343"/>
                  <a:gd name="connsiteY6" fmla="*/ 3322 h 6345"/>
                  <a:gd name="connsiteX7" fmla="*/ 1150 w 6343"/>
                  <a:gd name="connsiteY7" fmla="*/ 5566 h 6345"/>
                  <a:gd name="connsiteX8" fmla="*/ 3393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5"/>
                    </a:moveTo>
                    <a:cubicBezTo>
                      <a:pt x="4234" y="6495"/>
                      <a:pt x="5041" y="6161"/>
                      <a:pt x="5636" y="5566"/>
                    </a:cubicBezTo>
                    <a:cubicBezTo>
                      <a:pt x="6230" y="4971"/>
                      <a:pt x="6565" y="4164"/>
                      <a:pt x="6565" y="3322"/>
                    </a:cubicBezTo>
                    <a:cubicBezTo>
                      <a:pt x="6565" y="2481"/>
                      <a:pt x="6230" y="1674"/>
                      <a:pt x="5636" y="1079"/>
                    </a:cubicBezTo>
                    <a:cubicBezTo>
                      <a:pt x="5041" y="484"/>
                      <a:pt x="4234" y="150"/>
                      <a:pt x="3393" y="150"/>
                    </a:cubicBezTo>
                    <a:cubicBezTo>
                      <a:pt x="2552" y="150"/>
                      <a:pt x="1745" y="484"/>
                      <a:pt x="1150" y="1079"/>
                    </a:cubicBezTo>
                    <a:cubicBezTo>
                      <a:pt x="556" y="1674"/>
                      <a:pt x="222" y="2481"/>
                      <a:pt x="222" y="3322"/>
                    </a:cubicBezTo>
                    <a:cubicBezTo>
                      <a:pt x="222" y="4164"/>
                      <a:pt x="556" y="4971"/>
                      <a:pt x="1150" y="5566"/>
                    </a:cubicBezTo>
                    <a:cubicBezTo>
                      <a:pt x="1745" y="6161"/>
                      <a:pt x="2552" y="6495"/>
                      <a:pt x="3393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98" name="Freeform: Shape 3397">
                <a:extLst>
                  <a:ext uri="{FF2B5EF4-FFF2-40B4-BE49-F238E27FC236}">
                    <a16:creationId xmlns:a16="http://schemas.microsoft.com/office/drawing/2014/main" id="{95280E38-F8E7-0BCD-2970-862FD5462D6B}"/>
                  </a:ext>
                </a:extLst>
              </p:cNvPr>
              <p:cNvSpPr/>
              <p:nvPr/>
            </p:nvSpPr>
            <p:spPr>
              <a:xfrm>
                <a:off x="3648127" y="5338289"/>
                <a:ext cx="6343" cy="6345"/>
              </a:xfrm>
              <a:custGeom>
                <a:avLst/>
                <a:gdLst>
                  <a:gd name="connsiteX0" fmla="*/ 3392 w 6343"/>
                  <a:gd name="connsiteY0" fmla="*/ 6492 h 6345"/>
                  <a:gd name="connsiteX1" fmla="*/ 5635 w 6343"/>
                  <a:gd name="connsiteY1" fmla="*/ 5563 h 6345"/>
                  <a:gd name="connsiteX2" fmla="*/ 6564 w 6343"/>
                  <a:gd name="connsiteY2" fmla="*/ 3319 h 6345"/>
                  <a:gd name="connsiteX3" fmla="*/ 5635 w 6343"/>
                  <a:gd name="connsiteY3" fmla="*/ 1076 h 6345"/>
                  <a:gd name="connsiteX4" fmla="*/ 3392 w 6343"/>
                  <a:gd name="connsiteY4" fmla="*/ 146 h 6345"/>
                  <a:gd name="connsiteX5" fmla="*/ 1149 w 6343"/>
                  <a:gd name="connsiteY5" fmla="*/ 1076 h 6345"/>
                  <a:gd name="connsiteX6" fmla="*/ 220 w 6343"/>
                  <a:gd name="connsiteY6" fmla="*/ 3319 h 6345"/>
                  <a:gd name="connsiteX7" fmla="*/ 1149 w 6343"/>
                  <a:gd name="connsiteY7" fmla="*/ 5563 h 6345"/>
                  <a:gd name="connsiteX8" fmla="*/ 3392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2"/>
                    </a:moveTo>
                    <a:cubicBezTo>
                      <a:pt x="4233" y="6492"/>
                      <a:pt x="5040" y="6158"/>
                      <a:pt x="5635" y="5563"/>
                    </a:cubicBezTo>
                    <a:cubicBezTo>
                      <a:pt x="6229" y="4968"/>
                      <a:pt x="6564" y="4161"/>
                      <a:pt x="6564" y="3319"/>
                    </a:cubicBezTo>
                    <a:cubicBezTo>
                      <a:pt x="6564" y="2478"/>
                      <a:pt x="6229" y="1671"/>
                      <a:pt x="5635" y="1076"/>
                    </a:cubicBezTo>
                    <a:cubicBezTo>
                      <a:pt x="5040" y="481"/>
                      <a:pt x="4233" y="146"/>
                      <a:pt x="3392" y="146"/>
                    </a:cubicBezTo>
                    <a:cubicBezTo>
                      <a:pt x="2551" y="146"/>
                      <a:pt x="1744" y="481"/>
                      <a:pt x="1149" y="1076"/>
                    </a:cubicBezTo>
                    <a:cubicBezTo>
                      <a:pt x="555" y="1671"/>
                      <a:pt x="220" y="2478"/>
                      <a:pt x="220" y="3319"/>
                    </a:cubicBezTo>
                    <a:cubicBezTo>
                      <a:pt x="220" y="4161"/>
                      <a:pt x="555" y="4968"/>
                      <a:pt x="1149" y="5563"/>
                    </a:cubicBezTo>
                    <a:cubicBezTo>
                      <a:pt x="1744" y="6158"/>
                      <a:pt x="2551" y="6492"/>
                      <a:pt x="3392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99" name="Freeform: Shape 3398">
                <a:extLst>
                  <a:ext uri="{FF2B5EF4-FFF2-40B4-BE49-F238E27FC236}">
                    <a16:creationId xmlns:a16="http://schemas.microsoft.com/office/drawing/2014/main" id="{2A519C26-8FE3-4D47-8EE9-EBF172D997E2}"/>
                  </a:ext>
                </a:extLst>
              </p:cNvPr>
              <p:cNvSpPr/>
              <p:nvPr/>
            </p:nvSpPr>
            <p:spPr>
              <a:xfrm>
                <a:off x="3650938" y="5337579"/>
                <a:ext cx="6343" cy="6345"/>
              </a:xfrm>
              <a:custGeom>
                <a:avLst/>
                <a:gdLst>
                  <a:gd name="connsiteX0" fmla="*/ 3392 w 6343"/>
                  <a:gd name="connsiteY0" fmla="*/ 6492 h 6345"/>
                  <a:gd name="connsiteX1" fmla="*/ 5635 w 6343"/>
                  <a:gd name="connsiteY1" fmla="*/ 5563 h 6345"/>
                  <a:gd name="connsiteX2" fmla="*/ 6564 w 6343"/>
                  <a:gd name="connsiteY2" fmla="*/ 3319 h 6345"/>
                  <a:gd name="connsiteX3" fmla="*/ 5635 w 6343"/>
                  <a:gd name="connsiteY3" fmla="*/ 1076 h 6345"/>
                  <a:gd name="connsiteX4" fmla="*/ 3392 w 6343"/>
                  <a:gd name="connsiteY4" fmla="*/ 146 h 6345"/>
                  <a:gd name="connsiteX5" fmla="*/ 1150 w 6343"/>
                  <a:gd name="connsiteY5" fmla="*/ 1076 h 6345"/>
                  <a:gd name="connsiteX6" fmla="*/ 221 w 6343"/>
                  <a:gd name="connsiteY6" fmla="*/ 3319 h 6345"/>
                  <a:gd name="connsiteX7" fmla="*/ 1150 w 6343"/>
                  <a:gd name="connsiteY7" fmla="*/ 5563 h 6345"/>
                  <a:gd name="connsiteX8" fmla="*/ 3392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2"/>
                    </a:moveTo>
                    <a:cubicBezTo>
                      <a:pt x="4233" y="6492"/>
                      <a:pt x="5040" y="6158"/>
                      <a:pt x="5635" y="5563"/>
                    </a:cubicBezTo>
                    <a:cubicBezTo>
                      <a:pt x="6230" y="4968"/>
                      <a:pt x="6564" y="4161"/>
                      <a:pt x="6564" y="3319"/>
                    </a:cubicBezTo>
                    <a:cubicBezTo>
                      <a:pt x="6564" y="2478"/>
                      <a:pt x="6230" y="1671"/>
                      <a:pt x="5635" y="1076"/>
                    </a:cubicBezTo>
                    <a:cubicBezTo>
                      <a:pt x="5040" y="481"/>
                      <a:pt x="4233" y="146"/>
                      <a:pt x="3392" y="146"/>
                    </a:cubicBezTo>
                    <a:cubicBezTo>
                      <a:pt x="2551" y="146"/>
                      <a:pt x="1744" y="481"/>
                      <a:pt x="1150" y="1076"/>
                    </a:cubicBezTo>
                    <a:cubicBezTo>
                      <a:pt x="555" y="1671"/>
                      <a:pt x="221" y="2478"/>
                      <a:pt x="221" y="3319"/>
                    </a:cubicBezTo>
                    <a:cubicBezTo>
                      <a:pt x="221" y="4161"/>
                      <a:pt x="555" y="4968"/>
                      <a:pt x="1150" y="5563"/>
                    </a:cubicBezTo>
                    <a:cubicBezTo>
                      <a:pt x="1744" y="6158"/>
                      <a:pt x="2551" y="6492"/>
                      <a:pt x="3392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00" name="Freeform: Shape 3399">
                <a:extLst>
                  <a:ext uri="{FF2B5EF4-FFF2-40B4-BE49-F238E27FC236}">
                    <a16:creationId xmlns:a16="http://schemas.microsoft.com/office/drawing/2014/main" id="{A5411D48-1A82-10A3-C942-1F8FAD8B1E25}"/>
                  </a:ext>
                </a:extLst>
              </p:cNvPr>
              <p:cNvSpPr/>
              <p:nvPr/>
            </p:nvSpPr>
            <p:spPr>
              <a:xfrm>
                <a:off x="3653567" y="5336556"/>
                <a:ext cx="6343" cy="6345"/>
              </a:xfrm>
              <a:custGeom>
                <a:avLst/>
                <a:gdLst>
                  <a:gd name="connsiteX0" fmla="*/ 3392 w 6343"/>
                  <a:gd name="connsiteY0" fmla="*/ 6492 h 6345"/>
                  <a:gd name="connsiteX1" fmla="*/ 5635 w 6343"/>
                  <a:gd name="connsiteY1" fmla="*/ 5562 h 6345"/>
                  <a:gd name="connsiteX2" fmla="*/ 6564 w 6343"/>
                  <a:gd name="connsiteY2" fmla="*/ 3319 h 6345"/>
                  <a:gd name="connsiteX3" fmla="*/ 5635 w 6343"/>
                  <a:gd name="connsiteY3" fmla="*/ 1076 h 6345"/>
                  <a:gd name="connsiteX4" fmla="*/ 3392 w 6343"/>
                  <a:gd name="connsiteY4" fmla="*/ 146 h 6345"/>
                  <a:gd name="connsiteX5" fmla="*/ 1150 w 6343"/>
                  <a:gd name="connsiteY5" fmla="*/ 1076 h 6345"/>
                  <a:gd name="connsiteX6" fmla="*/ 221 w 6343"/>
                  <a:gd name="connsiteY6" fmla="*/ 3319 h 6345"/>
                  <a:gd name="connsiteX7" fmla="*/ 1150 w 6343"/>
                  <a:gd name="connsiteY7" fmla="*/ 5562 h 6345"/>
                  <a:gd name="connsiteX8" fmla="*/ 3392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2"/>
                    </a:moveTo>
                    <a:cubicBezTo>
                      <a:pt x="4233" y="6492"/>
                      <a:pt x="5040" y="6157"/>
                      <a:pt x="5635" y="5562"/>
                    </a:cubicBezTo>
                    <a:cubicBezTo>
                      <a:pt x="6230" y="4968"/>
                      <a:pt x="6564" y="4160"/>
                      <a:pt x="6564" y="3319"/>
                    </a:cubicBezTo>
                    <a:cubicBezTo>
                      <a:pt x="6564" y="2478"/>
                      <a:pt x="6230" y="1671"/>
                      <a:pt x="5635" y="1076"/>
                    </a:cubicBezTo>
                    <a:cubicBezTo>
                      <a:pt x="5040" y="481"/>
                      <a:pt x="4233" y="146"/>
                      <a:pt x="3392" y="146"/>
                    </a:cubicBezTo>
                    <a:cubicBezTo>
                      <a:pt x="2551" y="146"/>
                      <a:pt x="1745" y="481"/>
                      <a:pt x="1150" y="1076"/>
                    </a:cubicBezTo>
                    <a:cubicBezTo>
                      <a:pt x="555" y="1671"/>
                      <a:pt x="221" y="2478"/>
                      <a:pt x="221" y="3319"/>
                    </a:cubicBezTo>
                    <a:cubicBezTo>
                      <a:pt x="221" y="4160"/>
                      <a:pt x="555" y="4968"/>
                      <a:pt x="1150" y="5562"/>
                    </a:cubicBezTo>
                    <a:cubicBezTo>
                      <a:pt x="1745" y="6157"/>
                      <a:pt x="2551" y="6492"/>
                      <a:pt x="3392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01" name="Freeform: Shape 3400">
                <a:extLst>
                  <a:ext uri="{FF2B5EF4-FFF2-40B4-BE49-F238E27FC236}">
                    <a16:creationId xmlns:a16="http://schemas.microsoft.com/office/drawing/2014/main" id="{A7FDAABF-E4EB-A57F-AD02-D052087D679B}"/>
                  </a:ext>
                </a:extLst>
              </p:cNvPr>
              <p:cNvSpPr/>
              <p:nvPr/>
            </p:nvSpPr>
            <p:spPr>
              <a:xfrm>
                <a:off x="3656199" y="5335550"/>
                <a:ext cx="6343" cy="6345"/>
              </a:xfrm>
              <a:custGeom>
                <a:avLst/>
                <a:gdLst>
                  <a:gd name="connsiteX0" fmla="*/ 3393 w 6343"/>
                  <a:gd name="connsiteY0" fmla="*/ 6492 h 6345"/>
                  <a:gd name="connsiteX1" fmla="*/ 5635 w 6343"/>
                  <a:gd name="connsiteY1" fmla="*/ 5562 h 6345"/>
                  <a:gd name="connsiteX2" fmla="*/ 6564 w 6343"/>
                  <a:gd name="connsiteY2" fmla="*/ 3319 h 6345"/>
                  <a:gd name="connsiteX3" fmla="*/ 5635 w 6343"/>
                  <a:gd name="connsiteY3" fmla="*/ 1076 h 6345"/>
                  <a:gd name="connsiteX4" fmla="*/ 3393 w 6343"/>
                  <a:gd name="connsiteY4" fmla="*/ 146 h 6345"/>
                  <a:gd name="connsiteX5" fmla="*/ 1150 w 6343"/>
                  <a:gd name="connsiteY5" fmla="*/ 1076 h 6345"/>
                  <a:gd name="connsiteX6" fmla="*/ 221 w 6343"/>
                  <a:gd name="connsiteY6" fmla="*/ 3319 h 6345"/>
                  <a:gd name="connsiteX7" fmla="*/ 1150 w 6343"/>
                  <a:gd name="connsiteY7" fmla="*/ 5562 h 6345"/>
                  <a:gd name="connsiteX8" fmla="*/ 3393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2"/>
                    </a:moveTo>
                    <a:cubicBezTo>
                      <a:pt x="4234" y="6492"/>
                      <a:pt x="5040" y="6157"/>
                      <a:pt x="5635" y="5562"/>
                    </a:cubicBezTo>
                    <a:cubicBezTo>
                      <a:pt x="6230" y="4967"/>
                      <a:pt x="6564" y="4160"/>
                      <a:pt x="6564" y="3319"/>
                    </a:cubicBezTo>
                    <a:cubicBezTo>
                      <a:pt x="6564" y="2478"/>
                      <a:pt x="6230" y="1670"/>
                      <a:pt x="5635" y="1076"/>
                    </a:cubicBezTo>
                    <a:cubicBezTo>
                      <a:pt x="5040" y="481"/>
                      <a:pt x="4234" y="146"/>
                      <a:pt x="3393" y="146"/>
                    </a:cubicBezTo>
                    <a:cubicBezTo>
                      <a:pt x="2551" y="146"/>
                      <a:pt x="1745" y="481"/>
                      <a:pt x="1150" y="1076"/>
                    </a:cubicBezTo>
                    <a:cubicBezTo>
                      <a:pt x="555" y="1670"/>
                      <a:pt x="221" y="2478"/>
                      <a:pt x="221" y="3319"/>
                    </a:cubicBezTo>
                    <a:cubicBezTo>
                      <a:pt x="221" y="4160"/>
                      <a:pt x="555" y="4967"/>
                      <a:pt x="1150" y="5562"/>
                    </a:cubicBezTo>
                    <a:cubicBezTo>
                      <a:pt x="1745" y="6157"/>
                      <a:pt x="2551" y="6492"/>
                      <a:pt x="3393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02" name="Freeform: Shape 3401">
                <a:extLst>
                  <a:ext uri="{FF2B5EF4-FFF2-40B4-BE49-F238E27FC236}">
                    <a16:creationId xmlns:a16="http://schemas.microsoft.com/office/drawing/2014/main" id="{3F83AC51-7E0E-732F-8505-21A306ADFCAE}"/>
                  </a:ext>
                </a:extLst>
              </p:cNvPr>
              <p:cNvSpPr/>
              <p:nvPr/>
            </p:nvSpPr>
            <p:spPr>
              <a:xfrm>
                <a:off x="3658747" y="5334394"/>
                <a:ext cx="6343" cy="6345"/>
              </a:xfrm>
              <a:custGeom>
                <a:avLst/>
                <a:gdLst>
                  <a:gd name="connsiteX0" fmla="*/ 3393 w 6343"/>
                  <a:gd name="connsiteY0" fmla="*/ 6492 h 6345"/>
                  <a:gd name="connsiteX1" fmla="*/ 5635 w 6343"/>
                  <a:gd name="connsiteY1" fmla="*/ 5562 h 6345"/>
                  <a:gd name="connsiteX2" fmla="*/ 6564 w 6343"/>
                  <a:gd name="connsiteY2" fmla="*/ 3319 h 6345"/>
                  <a:gd name="connsiteX3" fmla="*/ 5635 w 6343"/>
                  <a:gd name="connsiteY3" fmla="*/ 1075 h 6345"/>
                  <a:gd name="connsiteX4" fmla="*/ 3393 w 6343"/>
                  <a:gd name="connsiteY4" fmla="*/ 146 h 6345"/>
                  <a:gd name="connsiteX5" fmla="*/ 1150 w 6343"/>
                  <a:gd name="connsiteY5" fmla="*/ 1075 h 6345"/>
                  <a:gd name="connsiteX6" fmla="*/ 221 w 6343"/>
                  <a:gd name="connsiteY6" fmla="*/ 3319 h 6345"/>
                  <a:gd name="connsiteX7" fmla="*/ 1150 w 6343"/>
                  <a:gd name="connsiteY7" fmla="*/ 5562 h 6345"/>
                  <a:gd name="connsiteX8" fmla="*/ 3393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2"/>
                    </a:moveTo>
                    <a:cubicBezTo>
                      <a:pt x="4234" y="6492"/>
                      <a:pt x="5041" y="6157"/>
                      <a:pt x="5635" y="5562"/>
                    </a:cubicBezTo>
                    <a:cubicBezTo>
                      <a:pt x="6230" y="4967"/>
                      <a:pt x="6564" y="4160"/>
                      <a:pt x="6564" y="3319"/>
                    </a:cubicBezTo>
                    <a:cubicBezTo>
                      <a:pt x="6564" y="2477"/>
                      <a:pt x="6230" y="1670"/>
                      <a:pt x="5635" y="1075"/>
                    </a:cubicBezTo>
                    <a:cubicBezTo>
                      <a:pt x="5041" y="480"/>
                      <a:pt x="4234" y="146"/>
                      <a:pt x="3393" y="146"/>
                    </a:cubicBezTo>
                    <a:cubicBezTo>
                      <a:pt x="2552" y="146"/>
                      <a:pt x="1745" y="480"/>
                      <a:pt x="1150" y="1075"/>
                    </a:cubicBezTo>
                    <a:cubicBezTo>
                      <a:pt x="555" y="1670"/>
                      <a:pt x="221" y="2477"/>
                      <a:pt x="221" y="3319"/>
                    </a:cubicBezTo>
                    <a:cubicBezTo>
                      <a:pt x="221" y="4160"/>
                      <a:pt x="555" y="4967"/>
                      <a:pt x="1150" y="5562"/>
                    </a:cubicBezTo>
                    <a:cubicBezTo>
                      <a:pt x="1745" y="6157"/>
                      <a:pt x="2552" y="6492"/>
                      <a:pt x="3393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03" name="Freeform: Shape 3402">
                <a:extLst>
                  <a:ext uri="{FF2B5EF4-FFF2-40B4-BE49-F238E27FC236}">
                    <a16:creationId xmlns:a16="http://schemas.microsoft.com/office/drawing/2014/main" id="{E43C3D89-1345-1223-E192-F2C911CEED32}"/>
                  </a:ext>
                </a:extLst>
              </p:cNvPr>
              <p:cNvSpPr/>
              <p:nvPr/>
            </p:nvSpPr>
            <p:spPr>
              <a:xfrm>
                <a:off x="3799038" y="5067026"/>
                <a:ext cx="6343" cy="6345"/>
              </a:xfrm>
              <a:custGeom>
                <a:avLst/>
                <a:gdLst>
                  <a:gd name="connsiteX0" fmla="*/ 3404 w 6343"/>
                  <a:gd name="connsiteY0" fmla="*/ 6471 h 6345"/>
                  <a:gd name="connsiteX1" fmla="*/ 5646 w 6343"/>
                  <a:gd name="connsiteY1" fmla="*/ 5541 h 6345"/>
                  <a:gd name="connsiteX2" fmla="*/ 6575 w 6343"/>
                  <a:gd name="connsiteY2" fmla="*/ 3298 h 6345"/>
                  <a:gd name="connsiteX3" fmla="*/ 5646 w 6343"/>
                  <a:gd name="connsiteY3" fmla="*/ 1054 h 6345"/>
                  <a:gd name="connsiteX4" fmla="*/ 3404 w 6343"/>
                  <a:gd name="connsiteY4" fmla="*/ 125 h 6345"/>
                  <a:gd name="connsiteX5" fmla="*/ 1161 w 6343"/>
                  <a:gd name="connsiteY5" fmla="*/ 1054 h 6345"/>
                  <a:gd name="connsiteX6" fmla="*/ 232 w 6343"/>
                  <a:gd name="connsiteY6" fmla="*/ 3298 h 6345"/>
                  <a:gd name="connsiteX7" fmla="*/ 1161 w 6343"/>
                  <a:gd name="connsiteY7" fmla="*/ 5541 h 6345"/>
                  <a:gd name="connsiteX8" fmla="*/ 3404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1"/>
                    </a:moveTo>
                    <a:cubicBezTo>
                      <a:pt x="4245" y="6471"/>
                      <a:pt x="5052" y="6136"/>
                      <a:pt x="5646" y="5541"/>
                    </a:cubicBezTo>
                    <a:cubicBezTo>
                      <a:pt x="6241" y="4946"/>
                      <a:pt x="6575" y="4139"/>
                      <a:pt x="6575" y="3298"/>
                    </a:cubicBezTo>
                    <a:cubicBezTo>
                      <a:pt x="6575" y="2456"/>
                      <a:pt x="6241" y="1649"/>
                      <a:pt x="5646" y="1054"/>
                    </a:cubicBezTo>
                    <a:cubicBezTo>
                      <a:pt x="5052" y="459"/>
                      <a:pt x="4245" y="125"/>
                      <a:pt x="3404" y="125"/>
                    </a:cubicBezTo>
                    <a:cubicBezTo>
                      <a:pt x="2563" y="125"/>
                      <a:pt x="1756" y="459"/>
                      <a:pt x="1161" y="1054"/>
                    </a:cubicBezTo>
                    <a:cubicBezTo>
                      <a:pt x="566" y="1649"/>
                      <a:pt x="232" y="2456"/>
                      <a:pt x="232" y="3298"/>
                    </a:cubicBezTo>
                    <a:cubicBezTo>
                      <a:pt x="232" y="4139"/>
                      <a:pt x="566" y="4946"/>
                      <a:pt x="1161" y="5541"/>
                    </a:cubicBezTo>
                    <a:cubicBezTo>
                      <a:pt x="1756" y="6136"/>
                      <a:pt x="2563" y="6471"/>
                      <a:pt x="3404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04" name="Freeform: Shape 3403">
                <a:extLst>
                  <a:ext uri="{FF2B5EF4-FFF2-40B4-BE49-F238E27FC236}">
                    <a16:creationId xmlns:a16="http://schemas.microsoft.com/office/drawing/2014/main" id="{31F08E5B-04A6-FD8B-5643-AAC952006A7C}"/>
                  </a:ext>
                </a:extLst>
              </p:cNvPr>
              <p:cNvSpPr/>
              <p:nvPr/>
            </p:nvSpPr>
            <p:spPr>
              <a:xfrm>
                <a:off x="3967088" y="4973874"/>
                <a:ext cx="6343" cy="6345"/>
              </a:xfrm>
              <a:custGeom>
                <a:avLst/>
                <a:gdLst>
                  <a:gd name="connsiteX0" fmla="*/ 3417 w 6343"/>
                  <a:gd name="connsiteY0" fmla="*/ 6463 h 6345"/>
                  <a:gd name="connsiteX1" fmla="*/ 5660 w 6343"/>
                  <a:gd name="connsiteY1" fmla="*/ 5534 h 6345"/>
                  <a:gd name="connsiteX2" fmla="*/ 6589 w 6343"/>
                  <a:gd name="connsiteY2" fmla="*/ 3290 h 6345"/>
                  <a:gd name="connsiteX3" fmla="*/ 5660 w 6343"/>
                  <a:gd name="connsiteY3" fmla="*/ 1047 h 6345"/>
                  <a:gd name="connsiteX4" fmla="*/ 3417 w 6343"/>
                  <a:gd name="connsiteY4" fmla="*/ 118 h 6345"/>
                  <a:gd name="connsiteX5" fmla="*/ 1174 w 6343"/>
                  <a:gd name="connsiteY5" fmla="*/ 1047 h 6345"/>
                  <a:gd name="connsiteX6" fmla="*/ 246 w 6343"/>
                  <a:gd name="connsiteY6" fmla="*/ 3290 h 6345"/>
                  <a:gd name="connsiteX7" fmla="*/ 1174 w 6343"/>
                  <a:gd name="connsiteY7" fmla="*/ 5534 h 6345"/>
                  <a:gd name="connsiteX8" fmla="*/ 3417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3"/>
                    </a:moveTo>
                    <a:cubicBezTo>
                      <a:pt x="4258" y="6463"/>
                      <a:pt x="5065" y="6129"/>
                      <a:pt x="5660" y="5534"/>
                    </a:cubicBezTo>
                    <a:cubicBezTo>
                      <a:pt x="6254" y="4939"/>
                      <a:pt x="6589" y="4132"/>
                      <a:pt x="6589" y="3290"/>
                    </a:cubicBezTo>
                    <a:cubicBezTo>
                      <a:pt x="6589" y="2449"/>
                      <a:pt x="6254" y="1642"/>
                      <a:pt x="5660" y="1047"/>
                    </a:cubicBezTo>
                    <a:cubicBezTo>
                      <a:pt x="5065" y="452"/>
                      <a:pt x="4258" y="118"/>
                      <a:pt x="3417" y="118"/>
                    </a:cubicBezTo>
                    <a:cubicBezTo>
                      <a:pt x="2576" y="118"/>
                      <a:pt x="1769" y="452"/>
                      <a:pt x="1174" y="1047"/>
                    </a:cubicBezTo>
                    <a:cubicBezTo>
                      <a:pt x="580" y="1642"/>
                      <a:pt x="246" y="2449"/>
                      <a:pt x="246" y="3290"/>
                    </a:cubicBezTo>
                    <a:cubicBezTo>
                      <a:pt x="246" y="4132"/>
                      <a:pt x="580" y="4939"/>
                      <a:pt x="1174" y="5534"/>
                    </a:cubicBezTo>
                    <a:cubicBezTo>
                      <a:pt x="1769" y="6129"/>
                      <a:pt x="2576" y="6463"/>
                      <a:pt x="3417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05" name="Freeform: Shape 3404">
                <a:extLst>
                  <a:ext uri="{FF2B5EF4-FFF2-40B4-BE49-F238E27FC236}">
                    <a16:creationId xmlns:a16="http://schemas.microsoft.com/office/drawing/2014/main" id="{96BF3952-A3C8-DBD8-0FF8-FF08D058BA97}"/>
                  </a:ext>
                </a:extLst>
              </p:cNvPr>
              <p:cNvSpPr/>
              <p:nvPr/>
            </p:nvSpPr>
            <p:spPr>
              <a:xfrm>
                <a:off x="3971643" y="4975360"/>
                <a:ext cx="6343" cy="6345"/>
              </a:xfrm>
              <a:custGeom>
                <a:avLst/>
                <a:gdLst>
                  <a:gd name="connsiteX0" fmla="*/ 3417 w 6343"/>
                  <a:gd name="connsiteY0" fmla="*/ 6463 h 6345"/>
                  <a:gd name="connsiteX1" fmla="*/ 5660 w 6343"/>
                  <a:gd name="connsiteY1" fmla="*/ 5534 h 6345"/>
                  <a:gd name="connsiteX2" fmla="*/ 6589 w 6343"/>
                  <a:gd name="connsiteY2" fmla="*/ 3291 h 6345"/>
                  <a:gd name="connsiteX3" fmla="*/ 5660 w 6343"/>
                  <a:gd name="connsiteY3" fmla="*/ 1047 h 6345"/>
                  <a:gd name="connsiteX4" fmla="*/ 3417 w 6343"/>
                  <a:gd name="connsiteY4" fmla="*/ 118 h 6345"/>
                  <a:gd name="connsiteX5" fmla="*/ 1175 w 6343"/>
                  <a:gd name="connsiteY5" fmla="*/ 1047 h 6345"/>
                  <a:gd name="connsiteX6" fmla="*/ 246 w 6343"/>
                  <a:gd name="connsiteY6" fmla="*/ 3291 h 6345"/>
                  <a:gd name="connsiteX7" fmla="*/ 1175 w 6343"/>
                  <a:gd name="connsiteY7" fmla="*/ 5534 h 6345"/>
                  <a:gd name="connsiteX8" fmla="*/ 3417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3"/>
                    </a:moveTo>
                    <a:cubicBezTo>
                      <a:pt x="4259" y="6463"/>
                      <a:pt x="5065" y="6129"/>
                      <a:pt x="5660" y="5534"/>
                    </a:cubicBezTo>
                    <a:cubicBezTo>
                      <a:pt x="6255" y="4939"/>
                      <a:pt x="6589" y="4132"/>
                      <a:pt x="6589" y="3291"/>
                    </a:cubicBezTo>
                    <a:cubicBezTo>
                      <a:pt x="6589" y="2449"/>
                      <a:pt x="6255" y="1642"/>
                      <a:pt x="5660" y="1047"/>
                    </a:cubicBezTo>
                    <a:cubicBezTo>
                      <a:pt x="5065" y="452"/>
                      <a:pt x="4259" y="118"/>
                      <a:pt x="3417" y="118"/>
                    </a:cubicBezTo>
                    <a:cubicBezTo>
                      <a:pt x="2576" y="118"/>
                      <a:pt x="1770" y="452"/>
                      <a:pt x="1175" y="1047"/>
                    </a:cubicBezTo>
                    <a:cubicBezTo>
                      <a:pt x="580" y="1642"/>
                      <a:pt x="246" y="2449"/>
                      <a:pt x="246" y="3291"/>
                    </a:cubicBezTo>
                    <a:cubicBezTo>
                      <a:pt x="246" y="4132"/>
                      <a:pt x="580" y="4939"/>
                      <a:pt x="1175" y="5534"/>
                    </a:cubicBezTo>
                    <a:cubicBezTo>
                      <a:pt x="1770" y="6129"/>
                      <a:pt x="2576" y="6463"/>
                      <a:pt x="3417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06" name="Freeform: Shape 3405">
                <a:extLst>
                  <a:ext uri="{FF2B5EF4-FFF2-40B4-BE49-F238E27FC236}">
                    <a16:creationId xmlns:a16="http://schemas.microsoft.com/office/drawing/2014/main" id="{7165B63D-5E43-ED35-3770-980929B1FFD4}"/>
                  </a:ext>
                </a:extLst>
              </p:cNvPr>
              <p:cNvSpPr/>
              <p:nvPr/>
            </p:nvSpPr>
            <p:spPr>
              <a:xfrm>
                <a:off x="3976329" y="4975791"/>
                <a:ext cx="6343" cy="6345"/>
              </a:xfrm>
              <a:custGeom>
                <a:avLst/>
                <a:gdLst>
                  <a:gd name="connsiteX0" fmla="*/ 3418 w 6343"/>
                  <a:gd name="connsiteY0" fmla="*/ 6463 h 6345"/>
                  <a:gd name="connsiteX1" fmla="*/ 5660 w 6343"/>
                  <a:gd name="connsiteY1" fmla="*/ 5534 h 6345"/>
                  <a:gd name="connsiteX2" fmla="*/ 6589 w 6343"/>
                  <a:gd name="connsiteY2" fmla="*/ 3291 h 6345"/>
                  <a:gd name="connsiteX3" fmla="*/ 5660 w 6343"/>
                  <a:gd name="connsiteY3" fmla="*/ 1047 h 6345"/>
                  <a:gd name="connsiteX4" fmla="*/ 3418 w 6343"/>
                  <a:gd name="connsiteY4" fmla="*/ 118 h 6345"/>
                  <a:gd name="connsiteX5" fmla="*/ 1175 w 6343"/>
                  <a:gd name="connsiteY5" fmla="*/ 1047 h 6345"/>
                  <a:gd name="connsiteX6" fmla="*/ 246 w 6343"/>
                  <a:gd name="connsiteY6" fmla="*/ 3291 h 6345"/>
                  <a:gd name="connsiteX7" fmla="*/ 1175 w 6343"/>
                  <a:gd name="connsiteY7" fmla="*/ 5534 h 6345"/>
                  <a:gd name="connsiteX8" fmla="*/ 3418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3"/>
                    </a:moveTo>
                    <a:cubicBezTo>
                      <a:pt x="4259" y="6463"/>
                      <a:pt x="5066" y="6129"/>
                      <a:pt x="5660" y="5534"/>
                    </a:cubicBezTo>
                    <a:cubicBezTo>
                      <a:pt x="6255" y="4939"/>
                      <a:pt x="6589" y="4132"/>
                      <a:pt x="6589" y="3291"/>
                    </a:cubicBezTo>
                    <a:cubicBezTo>
                      <a:pt x="6589" y="2449"/>
                      <a:pt x="6255" y="1642"/>
                      <a:pt x="5660" y="1047"/>
                    </a:cubicBezTo>
                    <a:cubicBezTo>
                      <a:pt x="5066" y="452"/>
                      <a:pt x="4259" y="118"/>
                      <a:pt x="3418" y="118"/>
                    </a:cubicBezTo>
                    <a:cubicBezTo>
                      <a:pt x="2577" y="118"/>
                      <a:pt x="1770" y="452"/>
                      <a:pt x="1175" y="1047"/>
                    </a:cubicBezTo>
                    <a:cubicBezTo>
                      <a:pt x="580" y="1642"/>
                      <a:pt x="246" y="2449"/>
                      <a:pt x="246" y="3291"/>
                    </a:cubicBezTo>
                    <a:cubicBezTo>
                      <a:pt x="246" y="4132"/>
                      <a:pt x="580" y="4939"/>
                      <a:pt x="1175" y="5534"/>
                    </a:cubicBezTo>
                    <a:cubicBezTo>
                      <a:pt x="1770" y="6129"/>
                      <a:pt x="2577" y="6463"/>
                      <a:pt x="3418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07" name="Freeform: Shape 3406">
                <a:extLst>
                  <a:ext uri="{FF2B5EF4-FFF2-40B4-BE49-F238E27FC236}">
                    <a16:creationId xmlns:a16="http://schemas.microsoft.com/office/drawing/2014/main" id="{49846A32-C603-EE9B-642D-475AA8A0ADE0}"/>
                  </a:ext>
                </a:extLst>
              </p:cNvPr>
              <p:cNvSpPr/>
              <p:nvPr/>
            </p:nvSpPr>
            <p:spPr>
              <a:xfrm>
                <a:off x="4457742" y="5136340"/>
                <a:ext cx="6343" cy="6345"/>
              </a:xfrm>
              <a:custGeom>
                <a:avLst/>
                <a:gdLst>
                  <a:gd name="connsiteX0" fmla="*/ 3456 w 6343"/>
                  <a:gd name="connsiteY0" fmla="*/ 6476 h 6345"/>
                  <a:gd name="connsiteX1" fmla="*/ 5698 w 6343"/>
                  <a:gd name="connsiteY1" fmla="*/ 5547 h 6345"/>
                  <a:gd name="connsiteX2" fmla="*/ 6627 w 6343"/>
                  <a:gd name="connsiteY2" fmla="*/ 3303 h 6345"/>
                  <a:gd name="connsiteX3" fmla="*/ 5698 w 6343"/>
                  <a:gd name="connsiteY3" fmla="*/ 1060 h 6345"/>
                  <a:gd name="connsiteX4" fmla="*/ 3456 w 6343"/>
                  <a:gd name="connsiteY4" fmla="*/ 131 h 6345"/>
                  <a:gd name="connsiteX5" fmla="*/ 1213 w 6343"/>
                  <a:gd name="connsiteY5" fmla="*/ 1060 h 6345"/>
                  <a:gd name="connsiteX6" fmla="*/ 284 w 6343"/>
                  <a:gd name="connsiteY6" fmla="*/ 3303 h 6345"/>
                  <a:gd name="connsiteX7" fmla="*/ 1213 w 6343"/>
                  <a:gd name="connsiteY7" fmla="*/ 5547 h 6345"/>
                  <a:gd name="connsiteX8" fmla="*/ 3456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476"/>
                    </a:moveTo>
                    <a:cubicBezTo>
                      <a:pt x="4297" y="6476"/>
                      <a:pt x="5104" y="6142"/>
                      <a:pt x="5698" y="5547"/>
                    </a:cubicBezTo>
                    <a:cubicBezTo>
                      <a:pt x="6293" y="4952"/>
                      <a:pt x="6627" y="4145"/>
                      <a:pt x="6627" y="3303"/>
                    </a:cubicBezTo>
                    <a:cubicBezTo>
                      <a:pt x="6627" y="2462"/>
                      <a:pt x="6293" y="1655"/>
                      <a:pt x="5698" y="1060"/>
                    </a:cubicBezTo>
                    <a:cubicBezTo>
                      <a:pt x="5104" y="465"/>
                      <a:pt x="4297" y="131"/>
                      <a:pt x="3456" y="131"/>
                    </a:cubicBezTo>
                    <a:cubicBezTo>
                      <a:pt x="2615" y="131"/>
                      <a:pt x="1808" y="465"/>
                      <a:pt x="1213" y="1060"/>
                    </a:cubicBezTo>
                    <a:cubicBezTo>
                      <a:pt x="618" y="1655"/>
                      <a:pt x="284" y="2462"/>
                      <a:pt x="284" y="3303"/>
                    </a:cubicBezTo>
                    <a:cubicBezTo>
                      <a:pt x="284" y="4145"/>
                      <a:pt x="618" y="4952"/>
                      <a:pt x="1213" y="5547"/>
                    </a:cubicBezTo>
                    <a:cubicBezTo>
                      <a:pt x="1808" y="6142"/>
                      <a:pt x="2615" y="6476"/>
                      <a:pt x="3456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08" name="Freeform: Shape 3407">
                <a:extLst>
                  <a:ext uri="{FF2B5EF4-FFF2-40B4-BE49-F238E27FC236}">
                    <a16:creationId xmlns:a16="http://schemas.microsoft.com/office/drawing/2014/main" id="{65FE1521-3D2E-BEA0-A225-43953A00BC6A}"/>
                  </a:ext>
                </a:extLst>
              </p:cNvPr>
              <p:cNvSpPr/>
              <p:nvPr/>
            </p:nvSpPr>
            <p:spPr>
              <a:xfrm>
                <a:off x="4464076" y="5137238"/>
                <a:ext cx="6343" cy="6345"/>
              </a:xfrm>
              <a:custGeom>
                <a:avLst/>
                <a:gdLst>
                  <a:gd name="connsiteX0" fmla="*/ 3456 w 6343"/>
                  <a:gd name="connsiteY0" fmla="*/ 6476 h 6345"/>
                  <a:gd name="connsiteX1" fmla="*/ 5699 w 6343"/>
                  <a:gd name="connsiteY1" fmla="*/ 5547 h 6345"/>
                  <a:gd name="connsiteX2" fmla="*/ 6628 w 6343"/>
                  <a:gd name="connsiteY2" fmla="*/ 3303 h 6345"/>
                  <a:gd name="connsiteX3" fmla="*/ 5699 w 6343"/>
                  <a:gd name="connsiteY3" fmla="*/ 1060 h 6345"/>
                  <a:gd name="connsiteX4" fmla="*/ 3456 w 6343"/>
                  <a:gd name="connsiteY4" fmla="*/ 131 h 6345"/>
                  <a:gd name="connsiteX5" fmla="*/ 1214 w 6343"/>
                  <a:gd name="connsiteY5" fmla="*/ 1060 h 6345"/>
                  <a:gd name="connsiteX6" fmla="*/ 285 w 6343"/>
                  <a:gd name="connsiteY6" fmla="*/ 3303 h 6345"/>
                  <a:gd name="connsiteX7" fmla="*/ 1214 w 6343"/>
                  <a:gd name="connsiteY7" fmla="*/ 5547 h 6345"/>
                  <a:gd name="connsiteX8" fmla="*/ 3456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476"/>
                    </a:moveTo>
                    <a:cubicBezTo>
                      <a:pt x="4297" y="6476"/>
                      <a:pt x="5104" y="6142"/>
                      <a:pt x="5699" y="5547"/>
                    </a:cubicBezTo>
                    <a:cubicBezTo>
                      <a:pt x="6294" y="4952"/>
                      <a:pt x="6628" y="4145"/>
                      <a:pt x="6628" y="3303"/>
                    </a:cubicBezTo>
                    <a:cubicBezTo>
                      <a:pt x="6628" y="2462"/>
                      <a:pt x="6294" y="1655"/>
                      <a:pt x="5699" y="1060"/>
                    </a:cubicBezTo>
                    <a:cubicBezTo>
                      <a:pt x="5104" y="465"/>
                      <a:pt x="4297" y="131"/>
                      <a:pt x="3456" y="131"/>
                    </a:cubicBezTo>
                    <a:cubicBezTo>
                      <a:pt x="2615" y="131"/>
                      <a:pt x="1808" y="465"/>
                      <a:pt x="1214" y="1060"/>
                    </a:cubicBezTo>
                    <a:cubicBezTo>
                      <a:pt x="619" y="1655"/>
                      <a:pt x="285" y="2462"/>
                      <a:pt x="285" y="3303"/>
                    </a:cubicBezTo>
                    <a:cubicBezTo>
                      <a:pt x="285" y="4145"/>
                      <a:pt x="619" y="4952"/>
                      <a:pt x="1214" y="5547"/>
                    </a:cubicBezTo>
                    <a:cubicBezTo>
                      <a:pt x="1808" y="6142"/>
                      <a:pt x="2615" y="6476"/>
                      <a:pt x="3456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09" name="Freeform: Shape 3408">
                <a:extLst>
                  <a:ext uri="{FF2B5EF4-FFF2-40B4-BE49-F238E27FC236}">
                    <a16:creationId xmlns:a16="http://schemas.microsoft.com/office/drawing/2014/main" id="{C8508E12-CBAF-7B35-9475-27C02EDA41AB}"/>
                  </a:ext>
                </a:extLst>
              </p:cNvPr>
              <p:cNvSpPr/>
              <p:nvPr/>
            </p:nvSpPr>
            <p:spPr>
              <a:xfrm>
                <a:off x="4473116" y="5150045"/>
                <a:ext cx="6343" cy="6345"/>
              </a:xfrm>
              <a:custGeom>
                <a:avLst/>
                <a:gdLst>
                  <a:gd name="connsiteX0" fmla="*/ 3457 w 6343"/>
                  <a:gd name="connsiteY0" fmla="*/ 6477 h 6345"/>
                  <a:gd name="connsiteX1" fmla="*/ 5700 w 6343"/>
                  <a:gd name="connsiteY1" fmla="*/ 5548 h 6345"/>
                  <a:gd name="connsiteX2" fmla="*/ 6629 w 6343"/>
                  <a:gd name="connsiteY2" fmla="*/ 3304 h 6345"/>
                  <a:gd name="connsiteX3" fmla="*/ 5700 w 6343"/>
                  <a:gd name="connsiteY3" fmla="*/ 1061 h 6345"/>
                  <a:gd name="connsiteX4" fmla="*/ 3457 w 6343"/>
                  <a:gd name="connsiteY4" fmla="*/ 132 h 6345"/>
                  <a:gd name="connsiteX5" fmla="*/ 1214 w 6343"/>
                  <a:gd name="connsiteY5" fmla="*/ 1061 h 6345"/>
                  <a:gd name="connsiteX6" fmla="*/ 285 w 6343"/>
                  <a:gd name="connsiteY6" fmla="*/ 3304 h 6345"/>
                  <a:gd name="connsiteX7" fmla="*/ 1214 w 6343"/>
                  <a:gd name="connsiteY7" fmla="*/ 5548 h 6345"/>
                  <a:gd name="connsiteX8" fmla="*/ 345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77"/>
                    </a:moveTo>
                    <a:cubicBezTo>
                      <a:pt x="4298" y="6477"/>
                      <a:pt x="5105" y="6143"/>
                      <a:pt x="5700" y="5548"/>
                    </a:cubicBezTo>
                    <a:cubicBezTo>
                      <a:pt x="6294" y="4953"/>
                      <a:pt x="6629" y="4146"/>
                      <a:pt x="6629" y="3304"/>
                    </a:cubicBezTo>
                    <a:cubicBezTo>
                      <a:pt x="6629" y="2463"/>
                      <a:pt x="6294" y="1656"/>
                      <a:pt x="5700" y="1061"/>
                    </a:cubicBezTo>
                    <a:cubicBezTo>
                      <a:pt x="5105" y="466"/>
                      <a:pt x="4298" y="132"/>
                      <a:pt x="3457" y="132"/>
                    </a:cubicBezTo>
                    <a:cubicBezTo>
                      <a:pt x="2616" y="132"/>
                      <a:pt x="1809" y="466"/>
                      <a:pt x="1214" y="1061"/>
                    </a:cubicBezTo>
                    <a:cubicBezTo>
                      <a:pt x="620" y="1656"/>
                      <a:pt x="285" y="2463"/>
                      <a:pt x="285" y="3304"/>
                    </a:cubicBezTo>
                    <a:cubicBezTo>
                      <a:pt x="285" y="4146"/>
                      <a:pt x="620" y="4953"/>
                      <a:pt x="1214" y="5548"/>
                    </a:cubicBezTo>
                    <a:cubicBezTo>
                      <a:pt x="1809" y="6143"/>
                      <a:pt x="2616" y="6477"/>
                      <a:pt x="345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10" name="Freeform: Shape 3409">
                <a:extLst>
                  <a:ext uri="{FF2B5EF4-FFF2-40B4-BE49-F238E27FC236}">
                    <a16:creationId xmlns:a16="http://schemas.microsoft.com/office/drawing/2014/main" id="{46AE8428-ADDF-7C8E-2640-AD6698185B5C}"/>
                  </a:ext>
                </a:extLst>
              </p:cNvPr>
              <p:cNvSpPr/>
              <p:nvPr/>
            </p:nvSpPr>
            <p:spPr>
              <a:xfrm>
                <a:off x="4504866" y="5473890"/>
                <a:ext cx="6343" cy="6345"/>
              </a:xfrm>
              <a:custGeom>
                <a:avLst/>
                <a:gdLst>
                  <a:gd name="connsiteX0" fmla="*/ 3459 w 6343"/>
                  <a:gd name="connsiteY0" fmla="*/ 6503 h 6345"/>
                  <a:gd name="connsiteX1" fmla="*/ 5702 w 6343"/>
                  <a:gd name="connsiteY1" fmla="*/ 5573 h 6345"/>
                  <a:gd name="connsiteX2" fmla="*/ 6631 w 6343"/>
                  <a:gd name="connsiteY2" fmla="*/ 3330 h 6345"/>
                  <a:gd name="connsiteX3" fmla="*/ 5702 w 6343"/>
                  <a:gd name="connsiteY3" fmla="*/ 1086 h 6345"/>
                  <a:gd name="connsiteX4" fmla="*/ 3459 w 6343"/>
                  <a:gd name="connsiteY4" fmla="*/ 157 h 6345"/>
                  <a:gd name="connsiteX5" fmla="*/ 1217 w 6343"/>
                  <a:gd name="connsiteY5" fmla="*/ 1086 h 6345"/>
                  <a:gd name="connsiteX6" fmla="*/ 288 w 6343"/>
                  <a:gd name="connsiteY6" fmla="*/ 3330 h 6345"/>
                  <a:gd name="connsiteX7" fmla="*/ 1217 w 6343"/>
                  <a:gd name="connsiteY7" fmla="*/ 5573 h 6345"/>
                  <a:gd name="connsiteX8" fmla="*/ 3459 w 6343"/>
                  <a:gd name="connsiteY8" fmla="*/ 65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3"/>
                    </a:moveTo>
                    <a:cubicBezTo>
                      <a:pt x="4301" y="6503"/>
                      <a:pt x="5107" y="6168"/>
                      <a:pt x="5702" y="5573"/>
                    </a:cubicBezTo>
                    <a:cubicBezTo>
                      <a:pt x="6297" y="4978"/>
                      <a:pt x="6631" y="4171"/>
                      <a:pt x="6631" y="3330"/>
                    </a:cubicBezTo>
                    <a:cubicBezTo>
                      <a:pt x="6631" y="2488"/>
                      <a:pt x="6297" y="1681"/>
                      <a:pt x="5702" y="1086"/>
                    </a:cubicBezTo>
                    <a:cubicBezTo>
                      <a:pt x="5107" y="491"/>
                      <a:pt x="4301" y="157"/>
                      <a:pt x="3459" y="157"/>
                    </a:cubicBezTo>
                    <a:cubicBezTo>
                      <a:pt x="2618" y="157"/>
                      <a:pt x="1812" y="491"/>
                      <a:pt x="1217" y="1086"/>
                    </a:cubicBezTo>
                    <a:cubicBezTo>
                      <a:pt x="622" y="1681"/>
                      <a:pt x="288" y="2488"/>
                      <a:pt x="288" y="3330"/>
                    </a:cubicBezTo>
                    <a:cubicBezTo>
                      <a:pt x="288" y="4171"/>
                      <a:pt x="622" y="4978"/>
                      <a:pt x="1217" y="5573"/>
                    </a:cubicBezTo>
                    <a:cubicBezTo>
                      <a:pt x="1812" y="6168"/>
                      <a:pt x="2618" y="6503"/>
                      <a:pt x="3459" y="65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11" name="Freeform: Shape 3410">
                <a:extLst>
                  <a:ext uri="{FF2B5EF4-FFF2-40B4-BE49-F238E27FC236}">
                    <a16:creationId xmlns:a16="http://schemas.microsoft.com/office/drawing/2014/main" id="{FE5A8FC0-75EA-D7F1-0C93-FD12AF3A7327}"/>
                  </a:ext>
                </a:extLst>
              </p:cNvPr>
              <p:cNvSpPr/>
              <p:nvPr/>
            </p:nvSpPr>
            <p:spPr>
              <a:xfrm>
                <a:off x="4697199" y="5555884"/>
                <a:ext cx="6343" cy="6345"/>
              </a:xfrm>
              <a:custGeom>
                <a:avLst/>
                <a:gdLst>
                  <a:gd name="connsiteX0" fmla="*/ 3475 w 6343"/>
                  <a:gd name="connsiteY0" fmla="*/ 6509 h 6345"/>
                  <a:gd name="connsiteX1" fmla="*/ 5717 w 6343"/>
                  <a:gd name="connsiteY1" fmla="*/ 5580 h 6345"/>
                  <a:gd name="connsiteX2" fmla="*/ 6646 w 6343"/>
                  <a:gd name="connsiteY2" fmla="*/ 3336 h 6345"/>
                  <a:gd name="connsiteX3" fmla="*/ 5717 w 6343"/>
                  <a:gd name="connsiteY3" fmla="*/ 1093 h 6345"/>
                  <a:gd name="connsiteX4" fmla="*/ 3475 w 6343"/>
                  <a:gd name="connsiteY4" fmla="*/ 164 h 6345"/>
                  <a:gd name="connsiteX5" fmla="*/ 1232 w 6343"/>
                  <a:gd name="connsiteY5" fmla="*/ 1093 h 6345"/>
                  <a:gd name="connsiteX6" fmla="*/ 303 w 6343"/>
                  <a:gd name="connsiteY6" fmla="*/ 3336 h 6345"/>
                  <a:gd name="connsiteX7" fmla="*/ 1232 w 6343"/>
                  <a:gd name="connsiteY7" fmla="*/ 5580 h 6345"/>
                  <a:gd name="connsiteX8" fmla="*/ 3475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509"/>
                    </a:moveTo>
                    <a:cubicBezTo>
                      <a:pt x="4316" y="6509"/>
                      <a:pt x="5123" y="6175"/>
                      <a:pt x="5717" y="5580"/>
                    </a:cubicBezTo>
                    <a:cubicBezTo>
                      <a:pt x="6312" y="4985"/>
                      <a:pt x="6646" y="4178"/>
                      <a:pt x="6646" y="3336"/>
                    </a:cubicBezTo>
                    <a:cubicBezTo>
                      <a:pt x="6646" y="2495"/>
                      <a:pt x="6312" y="1688"/>
                      <a:pt x="5717" y="1093"/>
                    </a:cubicBezTo>
                    <a:cubicBezTo>
                      <a:pt x="5123" y="498"/>
                      <a:pt x="4316" y="164"/>
                      <a:pt x="3475" y="164"/>
                    </a:cubicBezTo>
                    <a:cubicBezTo>
                      <a:pt x="2634" y="164"/>
                      <a:pt x="1827" y="498"/>
                      <a:pt x="1232" y="1093"/>
                    </a:cubicBezTo>
                    <a:cubicBezTo>
                      <a:pt x="637" y="1688"/>
                      <a:pt x="303" y="2495"/>
                      <a:pt x="303" y="3336"/>
                    </a:cubicBezTo>
                    <a:cubicBezTo>
                      <a:pt x="303" y="4178"/>
                      <a:pt x="637" y="4985"/>
                      <a:pt x="1232" y="5580"/>
                    </a:cubicBezTo>
                    <a:cubicBezTo>
                      <a:pt x="1827" y="6175"/>
                      <a:pt x="2634" y="6509"/>
                      <a:pt x="3475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12" name="Freeform: Shape 3411">
                <a:extLst>
                  <a:ext uri="{FF2B5EF4-FFF2-40B4-BE49-F238E27FC236}">
                    <a16:creationId xmlns:a16="http://schemas.microsoft.com/office/drawing/2014/main" id="{FC9B77AA-F1CE-628C-3628-2C76D6561984}"/>
                  </a:ext>
                </a:extLst>
              </p:cNvPr>
              <p:cNvSpPr/>
              <p:nvPr/>
            </p:nvSpPr>
            <p:spPr>
              <a:xfrm>
                <a:off x="4697729" y="5561064"/>
                <a:ext cx="6343" cy="6345"/>
              </a:xfrm>
              <a:custGeom>
                <a:avLst/>
                <a:gdLst>
                  <a:gd name="connsiteX0" fmla="*/ 3475 w 6343"/>
                  <a:gd name="connsiteY0" fmla="*/ 6509 h 6345"/>
                  <a:gd name="connsiteX1" fmla="*/ 5717 w 6343"/>
                  <a:gd name="connsiteY1" fmla="*/ 5580 h 6345"/>
                  <a:gd name="connsiteX2" fmla="*/ 6646 w 6343"/>
                  <a:gd name="connsiteY2" fmla="*/ 3337 h 6345"/>
                  <a:gd name="connsiteX3" fmla="*/ 5717 w 6343"/>
                  <a:gd name="connsiteY3" fmla="*/ 1093 h 6345"/>
                  <a:gd name="connsiteX4" fmla="*/ 3475 w 6343"/>
                  <a:gd name="connsiteY4" fmla="*/ 164 h 6345"/>
                  <a:gd name="connsiteX5" fmla="*/ 1232 w 6343"/>
                  <a:gd name="connsiteY5" fmla="*/ 1093 h 6345"/>
                  <a:gd name="connsiteX6" fmla="*/ 303 w 6343"/>
                  <a:gd name="connsiteY6" fmla="*/ 3337 h 6345"/>
                  <a:gd name="connsiteX7" fmla="*/ 1232 w 6343"/>
                  <a:gd name="connsiteY7" fmla="*/ 5580 h 6345"/>
                  <a:gd name="connsiteX8" fmla="*/ 3475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509"/>
                    </a:moveTo>
                    <a:cubicBezTo>
                      <a:pt x="4316" y="6509"/>
                      <a:pt x="5123" y="6175"/>
                      <a:pt x="5717" y="5580"/>
                    </a:cubicBezTo>
                    <a:cubicBezTo>
                      <a:pt x="6312" y="4985"/>
                      <a:pt x="6646" y="4178"/>
                      <a:pt x="6646" y="3337"/>
                    </a:cubicBezTo>
                    <a:cubicBezTo>
                      <a:pt x="6646" y="2495"/>
                      <a:pt x="6312" y="1688"/>
                      <a:pt x="5717" y="1093"/>
                    </a:cubicBezTo>
                    <a:cubicBezTo>
                      <a:pt x="5123" y="498"/>
                      <a:pt x="4316" y="164"/>
                      <a:pt x="3475" y="164"/>
                    </a:cubicBezTo>
                    <a:cubicBezTo>
                      <a:pt x="2634" y="164"/>
                      <a:pt x="1827" y="498"/>
                      <a:pt x="1232" y="1093"/>
                    </a:cubicBezTo>
                    <a:cubicBezTo>
                      <a:pt x="637" y="1688"/>
                      <a:pt x="303" y="2495"/>
                      <a:pt x="303" y="3337"/>
                    </a:cubicBezTo>
                    <a:cubicBezTo>
                      <a:pt x="303" y="4178"/>
                      <a:pt x="637" y="4985"/>
                      <a:pt x="1232" y="5580"/>
                    </a:cubicBezTo>
                    <a:cubicBezTo>
                      <a:pt x="1827" y="6175"/>
                      <a:pt x="2634" y="6509"/>
                      <a:pt x="3475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13" name="Freeform: Shape 3412">
                <a:extLst>
                  <a:ext uri="{FF2B5EF4-FFF2-40B4-BE49-F238E27FC236}">
                    <a16:creationId xmlns:a16="http://schemas.microsoft.com/office/drawing/2014/main" id="{3B6FE60A-A08E-13F2-BDF4-EB5A4E1C6521}"/>
                  </a:ext>
                </a:extLst>
              </p:cNvPr>
              <p:cNvSpPr/>
              <p:nvPr/>
            </p:nvSpPr>
            <p:spPr>
              <a:xfrm>
                <a:off x="4170160" y="5708168"/>
                <a:ext cx="6343" cy="6345"/>
              </a:xfrm>
              <a:custGeom>
                <a:avLst/>
                <a:gdLst>
                  <a:gd name="connsiteX0" fmla="*/ 3433 w 6343"/>
                  <a:gd name="connsiteY0" fmla="*/ 6521 h 6345"/>
                  <a:gd name="connsiteX1" fmla="*/ 5676 w 6343"/>
                  <a:gd name="connsiteY1" fmla="*/ 5592 h 6345"/>
                  <a:gd name="connsiteX2" fmla="*/ 6605 w 6343"/>
                  <a:gd name="connsiteY2" fmla="*/ 3348 h 6345"/>
                  <a:gd name="connsiteX3" fmla="*/ 5676 w 6343"/>
                  <a:gd name="connsiteY3" fmla="*/ 1105 h 6345"/>
                  <a:gd name="connsiteX4" fmla="*/ 3433 w 6343"/>
                  <a:gd name="connsiteY4" fmla="*/ 176 h 6345"/>
                  <a:gd name="connsiteX5" fmla="*/ 1190 w 6343"/>
                  <a:gd name="connsiteY5" fmla="*/ 1105 h 6345"/>
                  <a:gd name="connsiteX6" fmla="*/ 262 w 6343"/>
                  <a:gd name="connsiteY6" fmla="*/ 3348 h 6345"/>
                  <a:gd name="connsiteX7" fmla="*/ 1190 w 6343"/>
                  <a:gd name="connsiteY7" fmla="*/ 5592 h 6345"/>
                  <a:gd name="connsiteX8" fmla="*/ 3433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21"/>
                    </a:moveTo>
                    <a:cubicBezTo>
                      <a:pt x="4274" y="6521"/>
                      <a:pt x="5081" y="6187"/>
                      <a:pt x="5676" y="5592"/>
                    </a:cubicBezTo>
                    <a:cubicBezTo>
                      <a:pt x="6270" y="4997"/>
                      <a:pt x="6605" y="4190"/>
                      <a:pt x="6605" y="3348"/>
                    </a:cubicBezTo>
                    <a:cubicBezTo>
                      <a:pt x="6605" y="2507"/>
                      <a:pt x="6270" y="1700"/>
                      <a:pt x="5676" y="1105"/>
                    </a:cubicBezTo>
                    <a:cubicBezTo>
                      <a:pt x="5081" y="510"/>
                      <a:pt x="4274" y="176"/>
                      <a:pt x="3433" y="176"/>
                    </a:cubicBezTo>
                    <a:cubicBezTo>
                      <a:pt x="2592" y="176"/>
                      <a:pt x="1785" y="510"/>
                      <a:pt x="1190" y="1105"/>
                    </a:cubicBezTo>
                    <a:cubicBezTo>
                      <a:pt x="596" y="1700"/>
                      <a:pt x="262" y="2507"/>
                      <a:pt x="262" y="3348"/>
                    </a:cubicBezTo>
                    <a:cubicBezTo>
                      <a:pt x="262" y="4190"/>
                      <a:pt x="596" y="4997"/>
                      <a:pt x="1190" y="5592"/>
                    </a:cubicBezTo>
                    <a:cubicBezTo>
                      <a:pt x="1785" y="6187"/>
                      <a:pt x="2592" y="6521"/>
                      <a:pt x="3433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14" name="Freeform: Shape 3413">
                <a:extLst>
                  <a:ext uri="{FF2B5EF4-FFF2-40B4-BE49-F238E27FC236}">
                    <a16:creationId xmlns:a16="http://schemas.microsoft.com/office/drawing/2014/main" id="{CBC8BA78-E7AA-68AB-23F7-F17D7B64F041}"/>
                  </a:ext>
                </a:extLst>
              </p:cNvPr>
              <p:cNvSpPr/>
              <p:nvPr/>
            </p:nvSpPr>
            <p:spPr>
              <a:xfrm>
                <a:off x="4168620" y="5710138"/>
                <a:ext cx="6343" cy="6345"/>
              </a:xfrm>
              <a:custGeom>
                <a:avLst/>
                <a:gdLst>
                  <a:gd name="connsiteX0" fmla="*/ 3433 w 6343"/>
                  <a:gd name="connsiteY0" fmla="*/ 6521 h 6345"/>
                  <a:gd name="connsiteX1" fmla="*/ 5676 w 6343"/>
                  <a:gd name="connsiteY1" fmla="*/ 5592 h 6345"/>
                  <a:gd name="connsiteX2" fmla="*/ 6605 w 6343"/>
                  <a:gd name="connsiteY2" fmla="*/ 3348 h 6345"/>
                  <a:gd name="connsiteX3" fmla="*/ 5676 w 6343"/>
                  <a:gd name="connsiteY3" fmla="*/ 1105 h 6345"/>
                  <a:gd name="connsiteX4" fmla="*/ 3433 w 6343"/>
                  <a:gd name="connsiteY4" fmla="*/ 176 h 6345"/>
                  <a:gd name="connsiteX5" fmla="*/ 1190 w 6343"/>
                  <a:gd name="connsiteY5" fmla="*/ 1105 h 6345"/>
                  <a:gd name="connsiteX6" fmla="*/ 261 w 6343"/>
                  <a:gd name="connsiteY6" fmla="*/ 3348 h 6345"/>
                  <a:gd name="connsiteX7" fmla="*/ 1190 w 6343"/>
                  <a:gd name="connsiteY7" fmla="*/ 5592 h 6345"/>
                  <a:gd name="connsiteX8" fmla="*/ 3433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21"/>
                    </a:moveTo>
                    <a:cubicBezTo>
                      <a:pt x="4274" y="6521"/>
                      <a:pt x="5081" y="6187"/>
                      <a:pt x="5676" y="5592"/>
                    </a:cubicBezTo>
                    <a:cubicBezTo>
                      <a:pt x="6270" y="4997"/>
                      <a:pt x="6605" y="4190"/>
                      <a:pt x="6605" y="3348"/>
                    </a:cubicBezTo>
                    <a:cubicBezTo>
                      <a:pt x="6605" y="2507"/>
                      <a:pt x="6270" y="1700"/>
                      <a:pt x="5676" y="1105"/>
                    </a:cubicBezTo>
                    <a:cubicBezTo>
                      <a:pt x="5081" y="510"/>
                      <a:pt x="4274" y="176"/>
                      <a:pt x="3433" y="176"/>
                    </a:cubicBezTo>
                    <a:cubicBezTo>
                      <a:pt x="2592" y="176"/>
                      <a:pt x="1785" y="510"/>
                      <a:pt x="1190" y="1105"/>
                    </a:cubicBezTo>
                    <a:cubicBezTo>
                      <a:pt x="596" y="1700"/>
                      <a:pt x="261" y="2507"/>
                      <a:pt x="261" y="3348"/>
                    </a:cubicBezTo>
                    <a:cubicBezTo>
                      <a:pt x="261" y="4190"/>
                      <a:pt x="596" y="4997"/>
                      <a:pt x="1190" y="5592"/>
                    </a:cubicBezTo>
                    <a:cubicBezTo>
                      <a:pt x="1785" y="6187"/>
                      <a:pt x="2592" y="6521"/>
                      <a:pt x="3433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15" name="Freeform: Shape 3414">
                <a:extLst>
                  <a:ext uri="{FF2B5EF4-FFF2-40B4-BE49-F238E27FC236}">
                    <a16:creationId xmlns:a16="http://schemas.microsoft.com/office/drawing/2014/main" id="{4226AF57-026D-7054-84B0-0BE9131B115A}"/>
                  </a:ext>
                </a:extLst>
              </p:cNvPr>
              <p:cNvSpPr/>
              <p:nvPr/>
            </p:nvSpPr>
            <p:spPr>
              <a:xfrm>
                <a:off x="4168723" y="5711956"/>
                <a:ext cx="6343" cy="6345"/>
              </a:xfrm>
              <a:custGeom>
                <a:avLst/>
                <a:gdLst>
                  <a:gd name="connsiteX0" fmla="*/ 3433 w 6343"/>
                  <a:gd name="connsiteY0" fmla="*/ 6521 h 6345"/>
                  <a:gd name="connsiteX1" fmla="*/ 5676 w 6343"/>
                  <a:gd name="connsiteY1" fmla="*/ 5592 h 6345"/>
                  <a:gd name="connsiteX2" fmla="*/ 6605 w 6343"/>
                  <a:gd name="connsiteY2" fmla="*/ 3349 h 6345"/>
                  <a:gd name="connsiteX3" fmla="*/ 5676 w 6343"/>
                  <a:gd name="connsiteY3" fmla="*/ 1105 h 6345"/>
                  <a:gd name="connsiteX4" fmla="*/ 3433 w 6343"/>
                  <a:gd name="connsiteY4" fmla="*/ 176 h 6345"/>
                  <a:gd name="connsiteX5" fmla="*/ 1190 w 6343"/>
                  <a:gd name="connsiteY5" fmla="*/ 1105 h 6345"/>
                  <a:gd name="connsiteX6" fmla="*/ 261 w 6343"/>
                  <a:gd name="connsiteY6" fmla="*/ 3349 h 6345"/>
                  <a:gd name="connsiteX7" fmla="*/ 1190 w 6343"/>
                  <a:gd name="connsiteY7" fmla="*/ 5592 h 6345"/>
                  <a:gd name="connsiteX8" fmla="*/ 3433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21"/>
                    </a:moveTo>
                    <a:cubicBezTo>
                      <a:pt x="4274" y="6521"/>
                      <a:pt x="5081" y="6187"/>
                      <a:pt x="5676" y="5592"/>
                    </a:cubicBezTo>
                    <a:cubicBezTo>
                      <a:pt x="6270" y="4997"/>
                      <a:pt x="6605" y="4190"/>
                      <a:pt x="6605" y="3349"/>
                    </a:cubicBezTo>
                    <a:cubicBezTo>
                      <a:pt x="6605" y="2507"/>
                      <a:pt x="6270" y="1700"/>
                      <a:pt x="5676" y="1105"/>
                    </a:cubicBezTo>
                    <a:cubicBezTo>
                      <a:pt x="5081" y="510"/>
                      <a:pt x="4274" y="176"/>
                      <a:pt x="3433" y="176"/>
                    </a:cubicBezTo>
                    <a:cubicBezTo>
                      <a:pt x="2592" y="176"/>
                      <a:pt x="1785" y="510"/>
                      <a:pt x="1190" y="1105"/>
                    </a:cubicBezTo>
                    <a:cubicBezTo>
                      <a:pt x="596" y="1700"/>
                      <a:pt x="261" y="2507"/>
                      <a:pt x="261" y="3349"/>
                    </a:cubicBezTo>
                    <a:cubicBezTo>
                      <a:pt x="261" y="4190"/>
                      <a:pt x="596" y="4997"/>
                      <a:pt x="1190" y="5592"/>
                    </a:cubicBezTo>
                    <a:cubicBezTo>
                      <a:pt x="1785" y="6187"/>
                      <a:pt x="2592" y="6521"/>
                      <a:pt x="3433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16" name="Freeform: Shape 3415">
                <a:extLst>
                  <a:ext uri="{FF2B5EF4-FFF2-40B4-BE49-F238E27FC236}">
                    <a16:creationId xmlns:a16="http://schemas.microsoft.com/office/drawing/2014/main" id="{6C7E82A3-8FBD-C35E-741E-7F567A315462}"/>
                  </a:ext>
                </a:extLst>
              </p:cNvPr>
              <p:cNvSpPr/>
              <p:nvPr/>
            </p:nvSpPr>
            <p:spPr>
              <a:xfrm>
                <a:off x="4169383" y="5713733"/>
                <a:ext cx="6343" cy="6345"/>
              </a:xfrm>
              <a:custGeom>
                <a:avLst/>
                <a:gdLst>
                  <a:gd name="connsiteX0" fmla="*/ 3433 w 6343"/>
                  <a:gd name="connsiteY0" fmla="*/ 6521 h 6345"/>
                  <a:gd name="connsiteX1" fmla="*/ 5676 w 6343"/>
                  <a:gd name="connsiteY1" fmla="*/ 5592 h 6345"/>
                  <a:gd name="connsiteX2" fmla="*/ 6605 w 6343"/>
                  <a:gd name="connsiteY2" fmla="*/ 3349 h 6345"/>
                  <a:gd name="connsiteX3" fmla="*/ 5676 w 6343"/>
                  <a:gd name="connsiteY3" fmla="*/ 1105 h 6345"/>
                  <a:gd name="connsiteX4" fmla="*/ 3433 w 6343"/>
                  <a:gd name="connsiteY4" fmla="*/ 176 h 6345"/>
                  <a:gd name="connsiteX5" fmla="*/ 1190 w 6343"/>
                  <a:gd name="connsiteY5" fmla="*/ 1105 h 6345"/>
                  <a:gd name="connsiteX6" fmla="*/ 261 w 6343"/>
                  <a:gd name="connsiteY6" fmla="*/ 3349 h 6345"/>
                  <a:gd name="connsiteX7" fmla="*/ 1190 w 6343"/>
                  <a:gd name="connsiteY7" fmla="*/ 5592 h 6345"/>
                  <a:gd name="connsiteX8" fmla="*/ 3433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21"/>
                    </a:moveTo>
                    <a:cubicBezTo>
                      <a:pt x="4274" y="6521"/>
                      <a:pt x="5081" y="6187"/>
                      <a:pt x="5676" y="5592"/>
                    </a:cubicBezTo>
                    <a:cubicBezTo>
                      <a:pt x="6270" y="4997"/>
                      <a:pt x="6605" y="4190"/>
                      <a:pt x="6605" y="3349"/>
                    </a:cubicBezTo>
                    <a:cubicBezTo>
                      <a:pt x="6605" y="2507"/>
                      <a:pt x="6270" y="1700"/>
                      <a:pt x="5676" y="1105"/>
                    </a:cubicBezTo>
                    <a:cubicBezTo>
                      <a:pt x="5081" y="510"/>
                      <a:pt x="4274" y="176"/>
                      <a:pt x="3433" y="176"/>
                    </a:cubicBezTo>
                    <a:cubicBezTo>
                      <a:pt x="2592" y="176"/>
                      <a:pt x="1785" y="510"/>
                      <a:pt x="1190" y="1105"/>
                    </a:cubicBezTo>
                    <a:cubicBezTo>
                      <a:pt x="596" y="1700"/>
                      <a:pt x="261" y="2507"/>
                      <a:pt x="261" y="3349"/>
                    </a:cubicBezTo>
                    <a:cubicBezTo>
                      <a:pt x="261" y="4190"/>
                      <a:pt x="596" y="4997"/>
                      <a:pt x="1190" y="5592"/>
                    </a:cubicBezTo>
                    <a:cubicBezTo>
                      <a:pt x="1785" y="6187"/>
                      <a:pt x="2592" y="6521"/>
                      <a:pt x="3433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17" name="Freeform: Shape 3416">
                <a:extLst>
                  <a:ext uri="{FF2B5EF4-FFF2-40B4-BE49-F238E27FC236}">
                    <a16:creationId xmlns:a16="http://schemas.microsoft.com/office/drawing/2014/main" id="{147F95F8-F469-CF09-4B2A-BB17A03DCB68}"/>
                  </a:ext>
                </a:extLst>
              </p:cNvPr>
              <p:cNvSpPr/>
              <p:nvPr/>
            </p:nvSpPr>
            <p:spPr>
              <a:xfrm>
                <a:off x="4165485" y="5715824"/>
                <a:ext cx="6343" cy="6345"/>
              </a:xfrm>
              <a:custGeom>
                <a:avLst/>
                <a:gdLst>
                  <a:gd name="connsiteX0" fmla="*/ 3433 w 6343"/>
                  <a:gd name="connsiteY0" fmla="*/ 6522 h 6345"/>
                  <a:gd name="connsiteX1" fmla="*/ 5675 w 6343"/>
                  <a:gd name="connsiteY1" fmla="*/ 5592 h 6345"/>
                  <a:gd name="connsiteX2" fmla="*/ 6604 w 6343"/>
                  <a:gd name="connsiteY2" fmla="*/ 3349 h 6345"/>
                  <a:gd name="connsiteX3" fmla="*/ 5675 w 6343"/>
                  <a:gd name="connsiteY3" fmla="*/ 1105 h 6345"/>
                  <a:gd name="connsiteX4" fmla="*/ 3433 w 6343"/>
                  <a:gd name="connsiteY4" fmla="*/ 176 h 6345"/>
                  <a:gd name="connsiteX5" fmla="*/ 1190 w 6343"/>
                  <a:gd name="connsiteY5" fmla="*/ 1105 h 6345"/>
                  <a:gd name="connsiteX6" fmla="*/ 261 w 6343"/>
                  <a:gd name="connsiteY6" fmla="*/ 3349 h 6345"/>
                  <a:gd name="connsiteX7" fmla="*/ 1190 w 6343"/>
                  <a:gd name="connsiteY7" fmla="*/ 5592 h 6345"/>
                  <a:gd name="connsiteX8" fmla="*/ 3433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22"/>
                    </a:moveTo>
                    <a:cubicBezTo>
                      <a:pt x="4274" y="6522"/>
                      <a:pt x="5081" y="6187"/>
                      <a:pt x="5675" y="5592"/>
                    </a:cubicBezTo>
                    <a:cubicBezTo>
                      <a:pt x="6270" y="4997"/>
                      <a:pt x="6604" y="4190"/>
                      <a:pt x="6604" y="3349"/>
                    </a:cubicBezTo>
                    <a:cubicBezTo>
                      <a:pt x="6604" y="2508"/>
                      <a:pt x="6270" y="1700"/>
                      <a:pt x="5675" y="1105"/>
                    </a:cubicBezTo>
                    <a:cubicBezTo>
                      <a:pt x="5081" y="511"/>
                      <a:pt x="4274" y="176"/>
                      <a:pt x="3433" y="176"/>
                    </a:cubicBezTo>
                    <a:cubicBezTo>
                      <a:pt x="2592" y="176"/>
                      <a:pt x="1785" y="511"/>
                      <a:pt x="1190" y="1105"/>
                    </a:cubicBezTo>
                    <a:cubicBezTo>
                      <a:pt x="595" y="1700"/>
                      <a:pt x="261" y="2508"/>
                      <a:pt x="261" y="3349"/>
                    </a:cubicBezTo>
                    <a:cubicBezTo>
                      <a:pt x="261" y="4190"/>
                      <a:pt x="595" y="4997"/>
                      <a:pt x="1190" y="5592"/>
                    </a:cubicBezTo>
                    <a:cubicBezTo>
                      <a:pt x="1785" y="6187"/>
                      <a:pt x="2592" y="6522"/>
                      <a:pt x="3433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18" name="Freeform: Shape 3417">
                <a:extLst>
                  <a:ext uri="{FF2B5EF4-FFF2-40B4-BE49-F238E27FC236}">
                    <a16:creationId xmlns:a16="http://schemas.microsoft.com/office/drawing/2014/main" id="{B29132E3-CEC5-6D22-992F-A525E2B75486}"/>
                  </a:ext>
                </a:extLst>
              </p:cNvPr>
              <p:cNvSpPr/>
              <p:nvPr/>
            </p:nvSpPr>
            <p:spPr>
              <a:xfrm>
                <a:off x="4163374" y="5717755"/>
                <a:ext cx="6343" cy="6345"/>
              </a:xfrm>
              <a:custGeom>
                <a:avLst/>
                <a:gdLst>
                  <a:gd name="connsiteX0" fmla="*/ 3433 w 6343"/>
                  <a:gd name="connsiteY0" fmla="*/ 6522 h 6345"/>
                  <a:gd name="connsiteX1" fmla="*/ 5675 w 6343"/>
                  <a:gd name="connsiteY1" fmla="*/ 5593 h 6345"/>
                  <a:gd name="connsiteX2" fmla="*/ 6604 w 6343"/>
                  <a:gd name="connsiteY2" fmla="*/ 3349 h 6345"/>
                  <a:gd name="connsiteX3" fmla="*/ 5675 w 6343"/>
                  <a:gd name="connsiteY3" fmla="*/ 1106 h 6345"/>
                  <a:gd name="connsiteX4" fmla="*/ 3433 w 6343"/>
                  <a:gd name="connsiteY4" fmla="*/ 176 h 6345"/>
                  <a:gd name="connsiteX5" fmla="*/ 1190 w 6343"/>
                  <a:gd name="connsiteY5" fmla="*/ 1106 h 6345"/>
                  <a:gd name="connsiteX6" fmla="*/ 261 w 6343"/>
                  <a:gd name="connsiteY6" fmla="*/ 3349 h 6345"/>
                  <a:gd name="connsiteX7" fmla="*/ 1190 w 6343"/>
                  <a:gd name="connsiteY7" fmla="*/ 5593 h 6345"/>
                  <a:gd name="connsiteX8" fmla="*/ 3433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22"/>
                    </a:moveTo>
                    <a:cubicBezTo>
                      <a:pt x="4274" y="6522"/>
                      <a:pt x="5080" y="6187"/>
                      <a:pt x="5675" y="5593"/>
                    </a:cubicBezTo>
                    <a:cubicBezTo>
                      <a:pt x="6270" y="4998"/>
                      <a:pt x="6604" y="4190"/>
                      <a:pt x="6604" y="3349"/>
                    </a:cubicBezTo>
                    <a:cubicBezTo>
                      <a:pt x="6604" y="2508"/>
                      <a:pt x="6270" y="1701"/>
                      <a:pt x="5675" y="1106"/>
                    </a:cubicBezTo>
                    <a:cubicBezTo>
                      <a:pt x="5080" y="511"/>
                      <a:pt x="4274" y="176"/>
                      <a:pt x="3433" y="176"/>
                    </a:cubicBezTo>
                    <a:cubicBezTo>
                      <a:pt x="2591" y="176"/>
                      <a:pt x="1785" y="511"/>
                      <a:pt x="1190" y="1106"/>
                    </a:cubicBezTo>
                    <a:cubicBezTo>
                      <a:pt x="595" y="1701"/>
                      <a:pt x="261" y="2508"/>
                      <a:pt x="261" y="3349"/>
                    </a:cubicBezTo>
                    <a:cubicBezTo>
                      <a:pt x="261" y="4190"/>
                      <a:pt x="595" y="4998"/>
                      <a:pt x="1190" y="5593"/>
                    </a:cubicBezTo>
                    <a:cubicBezTo>
                      <a:pt x="1785" y="6187"/>
                      <a:pt x="2591" y="6522"/>
                      <a:pt x="3433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19" name="Freeform: Shape 3418">
                <a:extLst>
                  <a:ext uri="{FF2B5EF4-FFF2-40B4-BE49-F238E27FC236}">
                    <a16:creationId xmlns:a16="http://schemas.microsoft.com/office/drawing/2014/main" id="{CFD9E1DF-D502-96F9-7410-158F3AC20876}"/>
                  </a:ext>
                </a:extLst>
              </p:cNvPr>
              <p:cNvSpPr/>
              <p:nvPr/>
            </p:nvSpPr>
            <p:spPr>
              <a:xfrm>
                <a:off x="4163904" y="5719514"/>
                <a:ext cx="6343" cy="6345"/>
              </a:xfrm>
              <a:custGeom>
                <a:avLst/>
                <a:gdLst>
                  <a:gd name="connsiteX0" fmla="*/ 3433 w 6343"/>
                  <a:gd name="connsiteY0" fmla="*/ 6522 h 6345"/>
                  <a:gd name="connsiteX1" fmla="*/ 5675 w 6343"/>
                  <a:gd name="connsiteY1" fmla="*/ 5593 h 6345"/>
                  <a:gd name="connsiteX2" fmla="*/ 6604 w 6343"/>
                  <a:gd name="connsiteY2" fmla="*/ 3349 h 6345"/>
                  <a:gd name="connsiteX3" fmla="*/ 5675 w 6343"/>
                  <a:gd name="connsiteY3" fmla="*/ 1106 h 6345"/>
                  <a:gd name="connsiteX4" fmla="*/ 3433 w 6343"/>
                  <a:gd name="connsiteY4" fmla="*/ 177 h 6345"/>
                  <a:gd name="connsiteX5" fmla="*/ 1190 w 6343"/>
                  <a:gd name="connsiteY5" fmla="*/ 1106 h 6345"/>
                  <a:gd name="connsiteX6" fmla="*/ 261 w 6343"/>
                  <a:gd name="connsiteY6" fmla="*/ 3349 h 6345"/>
                  <a:gd name="connsiteX7" fmla="*/ 1190 w 6343"/>
                  <a:gd name="connsiteY7" fmla="*/ 5593 h 6345"/>
                  <a:gd name="connsiteX8" fmla="*/ 3433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22"/>
                    </a:moveTo>
                    <a:cubicBezTo>
                      <a:pt x="4274" y="6522"/>
                      <a:pt x="5080" y="6188"/>
                      <a:pt x="5675" y="5593"/>
                    </a:cubicBezTo>
                    <a:cubicBezTo>
                      <a:pt x="6270" y="4998"/>
                      <a:pt x="6604" y="4191"/>
                      <a:pt x="6604" y="3349"/>
                    </a:cubicBezTo>
                    <a:cubicBezTo>
                      <a:pt x="6604" y="2508"/>
                      <a:pt x="6270" y="1701"/>
                      <a:pt x="5675" y="1106"/>
                    </a:cubicBezTo>
                    <a:cubicBezTo>
                      <a:pt x="5080" y="511"/>
                      <a:pt x="4274" y="177"/>
                      <a:pt x="3433" y="177"/>
                    </a:cubicBezTo>
                    <a:cubicBezTo>
                      <a:pt x="2591" y="177"/>
                      <a:pt x="1785" y="511"/>
                      <a:pt x="1190" y="1106"/>
                    </a:cubicBezTo>
                    <a:cubicBezTo>
                      <a:pt x="595" y="1701"/>
                      <a:pt x="261" y="2508"/>
                      <a:pt x="261" y="3349"/>
                    </a:cubicBezTo>
                    <a:cubicBezTo>
                      <a:pt x="261" y="4191"/>
                      <a:pt x="595" y="4998"/>
                      <a:pt x="1190" y="5593"/>
                    </a:cubicBezTo>
                    <a:cubicBezTo>
                      <a:pt x="1785" y="6188"/>
                      <a:pt x="2591" y="6522"/>
                      <a:pt x="3433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20" name="Freeform: Shape 3419">
                <a:extLst>
                  <a:ext uri="{FF2B5EF4-FFF2-40B4-BE49-F238E27FC236}">
                    <a16:creationId xmlns:a16="http://schemas.microsoft.com/office/drawing/2014/main" id="{35506579-8ECE-CB81-A73B-3EFC8061E3A5}"/>
                  </a:ext>
                </a:extLst>
              </p:cNvPr>
              <p:cNvSpPr/>
              <p:nvPr/>
            </p:nvSpPr>
            <p:spPr>
              <a:xfrm>
                <a:off x="4162575" y="5721369"/>
                <a:ext cx="6343" cy="6345"/>
              </a:xfrm>
              <a:custGeom>
                <a:avLst/>
                <a:gdLst>
                  <a:gd name="connsiteX0" fmla="*/ 3433 w 6343"/>
                  <a:gd name="connsiteY0" fmla="*/ 6522 h 6345"/>
                  <a:gd name="connsiteX1" fmla="*/ 5675 w 6343"/>
                  <a:gd name="connsiteY1" fmla="*/ 5593 h 6345"/>
                  <a:gd name="connsiteX2" fmla="*/ 6604 w 6343"/>
                  <a:gd name="connsiteY2" fmla="*/ 3349 h 6345"/>
                  <a:gd name="connsiteX3" fmla="*/ 5675 w 6343"/>
                  <a:gd name="connsiteY3" fmla="*/ 1106 h 6345"/>
                  <a:gd name="connsiteX4" fmla="*/ 3433 w 6343"/>
                  <a:gd name="connsiteY4" fmla="*/ 177 h 6345"/>
                  <a:gd name="connsiteX5" fmla="*/ 1190 w 6343"/>
                  <a:gd name="connsiteY5" fmla="*/ 1106 h 6345"/>
                  <a:gd name="connsiteX6" fmla="*/ 261 w 6343"/>
                  <a:gd name="connsiteY6" fmla="*/ 3349 h 6345"/>
                  <a:gd name="connsiteX7" fmla="*/ 1190 w 6343"/>
                  <a:gd name="connsiteY7" fmla="*/ 5593 h 6345"/>
                  <a:gd name="connsiteX8" fmla="*/ 3433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22"/>
                    </a:moveTo>
                    <a:cubicBezTo>
                      <a:pt x="4274" y="6522"/>
                      <a:pt x="5080" y="6188"/>
                      <a:pt x="5675" y="5593"/>
                    </a:cubicBezTo>
                    <a:cubicBezTo>
                      <a:pt x="6270" y="4998"/>
                      <a:pt x="6604" y="4191"/>
                      <a:pt x="6604" y="3349"/>
                    </a:cubicBezTo>
                    <a:cubicBezTo>
                      <a:pt x="6604" y="2508"/>
                      <a:pt x="6270" y="1701"/>
                      <a:pt x="5675" y="1106"/>
                    </a:cubicBezTo>
                    <a:cubicBezTo>
                      <a:pt x="5080" y="511"/>
                      <a:pt x="4274" y="177"/>
                      <a:pt x="3433" y="177"/>
                    </a:cubicBezTo>
                    <a:cubicBezTo>
                      <a:pt x="2591" y="177"/>
                      <a:pt x="1785" y="511"/>
                      <a:pt x="1190" y="1106"/>
                    </a:cubicBezTo>
                    <a:cubicBezTo>
                      <a:pt x="595" y="1701"/>
                      <a:pt x="261" y="2508"/>
                      <a:pt x="261" y="3349"/>
                    </a:cubicBezTo>
                    <a:cubicBezTo>
                      <a:pt x="261" y="4191"/>
                      <a:pt x="595" y="4998"/>
                      <a:pt x="1190" y="5593"/>
                    </a:cubicBezTo>
                    <a:cubicBezTo>
                      <a:pt x="1785" y="6188"/>
                      <a:pt x="2591" y="6522"/>
                      <a:pt x="3433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21" name="Freeform: Shape 3420">
                <a:extLst>
                  <a:ext uri="{FF2B5EF4-FFF2-40B4-BE49-F238E27FC236}">
                    <a16:creationId xmlns:a16="http://schemas.microsoft.com/office/drawing/2014/main" id="{6A6FC24A-ADE3-D09F-9D2A-21109F64EA9C}"/>
                  </a:ext>
                </a:extLst>
              </p:cNvPr>
              <p:cNvSpPr/>
              <p:nvPr/>
            </p:nvSpPr>
            <p:spPr>
              <a:xfrm>
                <a:off x="4160380" y="5723244"/>
                <a:ext cx="6343" cy="6345"/>
              </a:xfrm>
              <a:custGeom>
                <a:avLst/>
                <a:gdLst>
                  <a:gd name="connsiteX0" fmla="*/ 3432 w 6343"/>
                  <a:gd name="connsiteY0" fmla="*/ 6522 h 6345"/>
                  <a:gd name="connsiteX1" fmla="*/ 5675 w 6343"/>
                  <a:gd name="connsiteY1" fmla="*/ 5593 h 6345"/>
                  <a:gd name="connsiteX2" fmla="*/ 6604 w 6343"/>
                  <a:gd name="connsiteY2" fmla="*/ 3350 h 6345"/>
                  <a:gd name="connsiteX3" fmla="*/ 5675 w 6343"/>
                  <a:gd name="connsiteY3" fmla="*/ 1106 h 6345"/>
                  <a:gd name="connsiteX4" fmla="*/ 3432 w 6343"/>
                  <a:gd name="connsiteY4" fmla="*/ 177 h 6345"/>
                  <a:gd name="connsiteX5" fmla="*/ 1190 w 6343"/>
                  <a:gd name="connsiteY5" fmla="*/ 1106 h 6345"/>
                  <a:gd name="connsiteX6" fmla="*/ 261 w 6343"/>
                  <a:gd name="connsiteY6" fmla="*/ 3350 h 6345"/>
                  <a:gd name="connsiteX7" fmla="*/ 1190 w 6343"/>
                  <a:gd name="connsiteY7" fmla="*/ 5593 h 6345"/>
                  <a:gd name="connsiteX8" fmla="*/ 3432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2"/>
                    </a:moveTo>
                    <a:cubicBezTo>
                      <a:pt x="4273" y="6522"/>
                      <a:pt x="5080" y="6188"/>
                      <a:pt x="5675" y="5593"/>
                    </a:cubicBezTo>
                    <a:cubicBezTo>
                      <a:pt x="6270" y="4998"/>
                      <a:pt x="6604" y="4191"/>
                      <a:pt x="6604" y="3350"/>
                    </a:cubicBezTo>
                    <a:cubicBezTo>
                      <a:pt x="6604" y="2508"/>
                      <a:pt x="6270" y="1701"/>
                      <a:pt x="5675" y="1106"/>
                    </a:cubicBezTo>
                    <a:cubicBezTo>
                      <a:pt x="5080" y="511"/>
                      <a:pt x="4273" y="177"/>
                      <a:pt x="3432" y="177"/>
                    </a:cubicBezTo>
                    <a:cubicBezTo>
                      <a:pt x="2591" y="177"/>
                      <a:pt x="1784" y="511"/>
                      <a:pt x="1190" y="1106"/>
                    </a:cubicBezTo>
                    <a:cubicBezTo>
                      <a:pt x="595" y="1701"/>
                      <a:pt x="261" y="2508"/>
                      <a:pt x="261" y="3350"/>
                    </a:cubicBezTo>
                    <a:cubicBezTo>
                      <a:pt x="261" y="4191"/>
                      <a:pt x="595" y="4998"/>
                      <a:pt x="1190" y="5593"/>
                    </a:cubicBezTo>
                    <a:cubicBezTo>
                      <a:pt x="1784" y="6188"/>
                      <a:pt x="2591" y="6522"/>
                      <a:pt x="3432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22" name="Freeform: Shape 3421">
                <a:extLst>
                  <a:ext uri="{FF2B5EF4-FFF2-40B4-BE49-F238E27FC236}">
                    <a16:creationId xmlns:a16="http://schemas.microsoft.com/office/drawing/2014/main" id="{9B04B593-410B-C33E-0DA4-787F1583768F}"/>
                  </a:ext>
                </a:extLst>
              </p:cNvPr>
              <p:cNvSpPr/>
              <p:nvPr/>
            </p:nvSpPr>
            <p:spPr>
              <a:xfrm>
                <a:off x="4160877" y="5724992"/>
                <a:ext cx="6343" cy="6345"/>
              </a:xfrm>
              <a:custGeom>
                <a:avLst/>
                <a:gdLst>
                  <a:gd name="connsiteX0" fmla="*/ 3432 w 6343"/>
                  <a:gd name="connsiteY0" fmla="*/ 6522 h 6345"/>
                  <a:gd name="connsiteX1" fmla="*/ 5675 w 6343"/>
                  <a:gd name="connsiteY1" fmla="*/ 5593 h 6345"/>
                  <a:gd name="connsiteX2" fmla="*/ 6604 w 6343"/>
                  <a:gd name="connsiteY2" fmla="*/ 3350 h 6345"/>
                  <a:gd name="connsiteX3" fmla="*/ 5675 w 6343"/>
                  <a:gd name="connsiteY3" fmla="*/ 1106 h 6345"/>
                  <a:gd name="connsiteX4" fmla="*/ 3432 w 6343"/>
                  <a:gd name="connsiteY4" fmla="*/ 177 h 6345"/>
                  <a:gd name="connsiteX5" fmla="*/ 1190 w 6343"/>
                  <a:gd name="connsiteY5" fmla="*/ 1106 h 6345"/>
                  <a:gd name="connsiteX6" fmla="*/ 261 w 6343"/>
                  <a:gd name="connsiteY6" fmla="*/ 3350 h 6345"/>
                  <a:gd name="connsiteX7" fmla="*/ 1190 w 6343"/>
                  <a:gd name="connsiteY7" fmla="*/ 5593 h 6345"/>
                  <a:gd name="connsiteX8" fmla="*/ 3432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2"/>
                    </a:moveTo>
                    <a:cubicBezTo>
                      <a:pt x="4273" y="6522"/>
                      <a:pt x="5080" y="6188"/>
                      <a:pt x="5675" y="5593"/>
                    </a:cubicBezTo>
                    <a:cubicBezTo>
                      <a:pt x="6270" y="4998"/>
                      <a:pt x="6604" y="4191"/>
                      <a:pt x="6604" y="3350"/>
                    </a:cubicBezTo>
                    <a:cubicBezTo>
                      <a:pt x="6604" y="2508"/>
                      <a:pt x="6270" y="1701"/>
                      <a:pt x="5675" y="1106"/>
                    </a:cubicBezTo>
                    <a:cubicBezTo>
                      <a:pt x="5080" y="511"/>
                      <a:pt x="4273" y="177"/>
                      <a:pt x="3432" y="177"/>
                    </a:cubicBezTo>
                    <a:cubicBezTo>
                      <a:pt x="2591" y="177"/>
                      <a:pt x="1784" y="511"/>
                      <a:pt x="1190" y="1106"/>
                    </a:cubicBezTo>
                    <a:cubicBezTo>
                      <a:pt x="595" y="1701"/>
                      <a:pt x="261" y="2508"/>
                      <a:pt x="261" y="3350"/>
                    </a:cubicBezTo>
                    <a:cubicBezTo>
                      <a:pt x="261" y="4191"/>
                      <a:pt x="595" y="4998"/>
                      <a:pt x="1190" y="5593"/>
                    </a:cubicBezTo>
                    <a:cubicBezTo>
                      <a:pt x="1784" y="6188"/>
                      <a:pt x="2591" y="6522"/>
                      <a:pt x="3432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23" name="Freeform: Shape 3422">
                <a:extLst>
                  <a:ext uri="{FF2B5EF4-FFF2-40B4-BE49-F238E27FC236}">
                    <a16:creationId xmlns:a16="http://schemas.microsoft.com/office/drawing/2014/main" id="{3C38522B-1FEC-70F8-EA4B-0960C182A647}"/>
                  </a:ext>
                </a:extLst>
              </p:cNvPr>
              <p:cNvSpPr/>
              <p:nvPr/>
            </p:nvSpPr>
            <p:spPr>
              <a:xfrm>
                <a:off x="4160795" y="5726763"/>
                <a:ext cx="6343" cy="6345"/>
              </a:xfrm>
              <a:custGeom>
                <a:avLst/>
                <a:gdLst>
                  <a:gd name="connsiteX0" fmla="*/ 3432 w 6343"/>
                  <a:gd name="connsiteY0" fmla="*/ 6522 h 6345"/>
                  <a:gd name="connsiteX1" fmla="*/ 5675 w 6343"/>
                  <a:gd name="connsiteY1" fmla="*/ 5593 h 6345"/>
                  <a:gd name="connsiteX2" fmla="*/ 6604 w 6343"/>
                  <a:gd name="connsiteY2" fmla="*/ 3350 h 6345"/>
                  <a:gd name="connsiteX3" fmla="*/ 5675 w 6343"/>
                  <a:gd name="connsiteY3" fmla="*/ 1106 h 6345"/>
                  <a:gd name="connsiteX4" fmla="*/ 3432 w 6343"/>
                  <a:gd name="connsiteY4" fmla="*/ 177 h 6345"/>
                  <a:gd name="connsiteX5" fmla="*/ 1190 w 6343"/>
                  <a:gd name="connsiteY5" fmla="*/ 1106 h 6345"/>
                  <a:gd name="connsiteX6" fmla="*/ 261 w 6343"/>
                  <a:gd name="connsiteY6" fmla="*/ 3350 h 6345"/>
                  <a:gd name="connsiteX7" fmla="*/ 1190 w 6343"/>
                  <a:gd name="connsiteY7" fmla="*/ 5593 h 6345"/>
                  <a:gd name="connsiteX8" fmla="*/ 3432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2"/>
                    </a:moveTo>
                    <a:cubicBezTo>
                      <a:pt x="4273" y="6522"/>
                      <a:pt x="5080" y="6188"/>
                      <a:pt x="5675" y="5593"/>
                    </a:cubicBezTo>
                    <a:cubicBezTo>
                      <a:pt x="6270" y="4998"/>
                      <a:pt x="6604" y="4191"/>
                      <a:pt x="6604" y="3350"/>
                    </a:cubicBezTo>
                    <a:cubicBezTo>
                      <a:pt x="6604" y="2508"/>
                      <a:pt x="6270" y="1701"/>
                      <a:pt x="5675" y="1106"/>
                    </a:cubicBezTo>
                    <a:cubicBezTo>
                      <a:pt x="5080" y="511"/>
                      <a:pt x="4273" y="177"/>
                      <a:pt x="3432" y="177"/>
                    </a:cubicBezTo>
                    <a:cubicBezTo>
                      <a:pt x="2591" y="177"/>
                      <a:pt x="1784" y="511"/>
                      <a:pt x="1190" y="1106"/>
                    </a:cubicBezTo>
                    <a:cubicBezTo>
                      <a:pt x="595" y="1701"/>
                      <a:pt x="261" y="2508"/>
                      <a:pt x="261" y="3350"/>
                    </a:cubicBezTo>
                    <a:cubicBezTo>
                      <a:pt x="261" y="4191"/>
                      <a:pt x="595" y="4998"/>
                      <a:pt x="1190" y="5593"/>
                    </a:cubicBezTo>
                    <a:cubicBezTo>
                      <a:pt x="1784" y="6188"/>
                      <a:pt x="2591" y="6522"/>
                      <a:pt x="3432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24" name="Freeform: Shape 3423">
                <a:extLst>
                  <a:ext uri="{FF2B5EF4-FFF2-40B4-BE49-F238E27FC236}">
                    <a16:creationId xmlns:a16="http://schemas.microsoft.com/office/drawing/2014/main" id="{FAFF29E8-5648-78E5-3EB1-18F5FC20AC84}"/>
                  </a:ext>
                </a:extLst>
              </p:cNvPr>
              <p:cNvSpPr/>
              <p:nvPr/>
            </p:nvSpPr>
            <p:spPr>
              <a:xfrm>
                <a:off x="4160559" y="5728536"/>
                <a:ext cx="6343" cy="6345"/>
              </a:xfrm>
              <a:custGeom>
                <a:avLst/>
                <a:gdLst>
                  <a:gd name="connsiteX0" fmla="*/ 3432 w 6343"/>
                  <a:gd name="connsiteY0" fmla="*/ 6523 h 6345"/>
                  <a:gd name="connsiteX1" fmla="*/ 5675 w 6343"/>
                  <a:gd name="connsiteY1" fmla="*/ 5593 h 6345"/>
                  <a:gd name="connsiteX2" fmla="*/ 6604 w 6343"/>
                  <a:gd name="connsiteY2" fmla="*/ 3350 h 6345"/>
                  <a:gd name="connsiteX3" fmla="*/ 5675 w 6343"/>
                  <a:gd name="connsiteY3" fmla="*/ 1106 h 6345"/>
                  <a:gd name="connsiteX4" fmla="*/ 3432 w 6343"/>
                  <a:gd name="connsiteY4" fmla="*/ 177 h 6345"/>
                  <a:gd name="connsiteX5" fmla="*/ 1190 w 6343"/>
                  <a:gd name="connsiteY5" fmla="*/ 1106 h 6345"/>
                  <a:gd name="connsiteX6" fmla="*/ 261 w 6343"/>
                  <a:gd name="connsiteY6" fmla="*/ 3350 h 6345"/>
                  <a:gd name="connsiteX7" fmla="*/ 1190 w 6343"/>
                  <a:gd name="connsiteY7" fmla="*/ 5593 h 6345"/>
                  <a:gd name="connsiteX8" fmla="*/ 3432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3"/>
                    </a:moveTo>
                    <a:cubicBezTo>
                      <a:pt x="4273" y="6523"/>
                      <a:pt x="5080" y="6188"/>
                      <a:pt x="5675" y="5593"/>
                    </a:cubicBezTo>
                    <a:cubicBezTo>
                      <a:pt x="6270" y="4998"/>
                      <a:pt x="6604" y="4191"/>
                      <a:pt x="6604" y="3350"/>
                    </a:cubicBezTo>
                    <a:cubicBezTo>
                      <a:pt x="6604" y="2509"/>
                      <a:pt x="6270" y="1701"/>
                      <a:pt x="5675" y="1106"/>
                    </a:cubicBezTo>
                    <a:cubicBezTo>
                      <a:pt x="5080" y="512"/>
                      <a:pt x="4273" y="177"/>
                      <a:pt x="3432" y="177"/>
                    </a:cubicBezTo>
                    <a:cubicBezTo>
                      <a:pt x="2591" y="177"/>
                      <a:pt x="1784" y="512"/>
                      <a:pt x="1190" y="1106"/>
                    </a:cubicBezTo>
                    <a:cubicBezTo>
                      <a:pt x="595" y="1701"/>
                      <a:pt x="261" y="2509"/>
                      <a:pt x="261" y="3350"/>
                    </a:cubicBezTo>
                    <a:cubicBezTo>
                      <a:pt x="261" y="4191"/>
                      <a:pt x="595" y="4998"/>
                      <a:pt x="1190" y="5593"/>
                    </a:cubicBezTo>
                    <a:cubicBezTo>
                      <a:pt x="1784" y="6188"/>
                      <a:pt x="2591" y="6523"/>
                      <a:pt x="3432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25" name="Freeform: Shape 3424">
                <a:extLst>
                  <a:ext uri="{FF2B5EF4-FFF2-40B4-BE49-F238E27FC236}">
                    <a16:creationId xmlns:a16="http://schemas.microsoft.com/office/drawing/2014/main" id="{2ED25AB3-B2E4-FE73-AA38-E9FD43A354C5}"/>
                  </a:ext>
                </a:extLst>
              </p:cNvPr>
              <p:cNvSpPr/>
              <p:nvPr/>
            </p:nvSpPr>
            <p:spPr>
              <a:xfrm>
                <a:off x="4160549" y="5730302"/>
                <a:ext cx="6343" cy="6345"/>
              </a:xfrm>
              <a:custGeom>
                <a:avLst/>
                <a:gdLst>
                  <a:gd name="connsiteX0" fmla="*/ 3432 w 6343"/>
                  <a:gd name="connsiteY0" fmla="*/ 6523 h 6345"/>
                  <a:gd name="connsiteX1" fmla="*/ 5675 w 6343"/>
                  <a:gd name="connsiteY1" fmla="*/ 5594 h 6345"/>
                  <a:gd name="connsiteX2" fmla="*/ 6604 w 6343"/>
                  <a:gd name="connsiteY2" fmla="*/ 3350 h 6345"/>
                  <a:gd name="connsiteX3" fmla="*/ 5675 w 6343"/>
                  <a:gd name="connsiteY3" fmla="*/ 1107 h 6345"/>
                  <a:gd name="connsiteX4" fmla="*/ 3432 w 6343"/>
                  <a:gd name="connsiteY4" fmla="*/ 177 h 6345"/>
                  <a:gd name="connsiteX5" fmla="*/ 1190 w 6343"/>
                  <a:gd name="connsiteY5" fmla="*/ 1107 h 6345"/>
                  <a:gd name="connsiteX6" fmla="*/ 261 w 6343"/>
                  <a:gd name="connsiteY6" fmla="*/ 3350 h 6345"/>
                  <a:gd name="connsiteX7" fmla="*/ 1190 w 6343"/>
                  <a:gd name="connsiteY7" fmla="*/ 5594 h 6345"/>
                  <a:gd name="connsiteX8" fmla="*/ 3432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3"/>
                    </a:moveTo>
                    <a:cubicBezTo>
                      <a:pt x="4273" y="6523"/>
                      <a:pt x="5080" y="6188"/>
                      <a:pt x="5675" y="5594"/>
                    </a:cubicBezTo>
                    <a:cubicBezTo>
                      <a:pt x="6270" y="4999"/>
                      <a:pt x="6604" y="4191"/>
                      <a:pt x="6604" y="3350"/>
                    </a:cubicBezTo>
                    <a:cubicBezTo>
                      <a:pt x="6604" y="2509"/>
                      <a:pt x="6270" y="1702"/>
                      <a:pt x="5675" y="1107"/>
                    </a:cubicBezTo>
                    <a:cubicBezTo>
                      <a:pt x="5080" y="512"/>
                      <a:pt x="4273" y="177"/>
                      <a:pt x="3432" y="177"/>
                    </a:cubicBezTo>
                    <a:cubicBezTo>
                      <a:pt x="2591" y="177"/>
                      <a:pt x="1784" y="512"/>
                      <a:pt x="1190" y="1107"/>
                    </a:cubicBezTo>
                    <a:cubicBezTo>
                      <a:pt x="595" y="1702"/>
                      <a:pt x="261" y="2509"/>
                      <a:pt x="261" y="3350"/>
                    </a:cubicBezTo>
                    <a:cubicBezTo>
                      <a:pt x="261" y="4191"/>
                      <a:pt x="595" y="4999"/>
                      <a:pt x="1190" y="5594"/>
                    </a:cubicBezTo>
                    <a:cubicBezTo>
                      <a:pt x="1784" y="6188"/>
                      <a:pt x="2591" y="6523"/>
                      <a:pt x="3432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26" name="Freeform: Shape 3425">
                <a:extLst>
                  <a:ext uri="{FF2B5EF4-FFF2-40B4-BE49-F238E27FC236}">
                    <a16:creationId xmlns:a16="http://schemas.microsoft.com/office/drawing/2014/main" id="{29D8B3C1-35BB-BA9C-64BF-EA7A61028D2C}"/>
                  </a:ext>
                </a:extLst>
              </p:cNvPr>
              <p:cNvSpPr/>
              <p:nvPr/>
            </p:nvSpPr>
            <p:spPr>
              <a:xfrm>
                <a:off x="4160624" y="5732066"/>
                <a:ext cx="6343" cy="6345"/>
              </a:xfrm>
              <a:custGeom>
                <a:avLst/>
                <a:gdLst>
                  <a:gd name="connsiteX0" fmla="*/ 3432 w 6343"/>
                  <a:gd name="connsiteY0" fmla="*/ 6523 h 6345"/>
                  <a:gd name="connsiteX1" fmla="*/ 5675 w 6343"/>
                  <a:gd name="connsiteY1" fmla="*/ 5594 h 6345"/>
                  <a:gd name="connsiteX2" fmla="*/ 6604 w 6343"/>
                  <a:gd name="connsiteY2" fmla="*/ 3350 h 6345"/>
                  <a:gd name="connsiteX3" fmla="*/ 5675 w 6343"/>
                  <a:gd name="connsiteY3" fmla="*/ 1107 h 6345"/>
                  <a:gd name="connsiteX4" fmla="*/ 3432 w 6343"/>
                  <a:gd name="connsiteY4" fmla="*/ 177 h 6345"/>
                  <a:gd name="connsiteX5" fmla="*/ 1190 w 6343"/>
                  <a:gd name="connsiteY5" fmla="*/ 1107 h 6345"/>
                  <a:gd name="connsiteX6" fmla="*/ 261 w 6343"/>
                  <a:gd name="connsiteY6" fmla="*/ 3350 h 6345"/>
                  <a:gd name="connsiteX7" fmla="*/ 1190 w 6343"/>
                  <a:gd name="connsiteY7" fmla="*/ 5594 h 6345"/>
                  <a:gd name="connsiteX8" fmla="*/ 3432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3"/>
                    </a:moveTo>
                    <a:cubicBezTo>
                      <a:pt x="4273" y="6523"/>
                      <a:pt x="5080" y="6189"/>
                      <a:pt x="5675" y="5594"/>
                    </a:cubicBezTo>
                    <a:cubicBezTo>
                      <a:pt x="6270" y="4999"/>
                      <a:pt x="6604" y="4192"/>
                      <a:pt x="6604" y="3350"/>
                    </a:cubicBezTo>
                    <a:cubicBezTo>
                      <a:pt x="6604" y="2509"/>
                      <a:pt x="6270" y="1702"/>
                      <a:pt x="5675" y="1107"/>
                    </a:cubicBezTo>
                    <a:cubicBezTo>
                      <a:pt x="5080" y="512"/>
                      <a:pt x="4273" y="177"/>
                      <a:pt x="3432" y="177"/>
                    </a:cubicBezTo>
                    <a:cubicBezTo>
                      <a:pt x="2591" y="177"/>
                      <a:pt x="1784" y="512"/>
                      <a:pt x="1190" y="1107"/>
                    </a:cubicBezTo>
                    <a:cubicBezTo>
                      <a:pt x="595" y="1702"/>
                      <a:pt x="261" y="2509"/>
                      <a:pt x="261" y="3350"/>
                    </a:cubicBezTo>
                    <a:cubicBezTo>
                      <a:pt x="261" y="4192"/>
                      <a:pt x="595" y="4999"/>
                      <a:pt x="1190" y="5594"/>
                    </a:cubicBezTo>
                    <a:cubicBezTo>
                      <a:pt x="1784" y="6189"/>
                      <a:pt x="2591" y="6523"/>
                      <a:pt x="3432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27" name="Freeform: Shape 3426">
                <a:extLst>
                  <a:ext uri="{FF2B5EF4-FFF2-40B4-BE49-F238E27FC236}">
                    <a16:creationId xmlns:a16="http://schemas.microsoft.com/office/drawing/2014/main" id="{0A70886F-1DFE-433A-B3F4-23882D4F0C97}"/>
                  </a:ext>
                </a:extLst>
              </p:cNvPr>
              <p:cNvSpPr/>
              <p:nvPr/>
            </p:nvSpPr>
            <p:spPr>
              <a:xfrm>
                <a:off x="4160165" y="5733834"/>
                <a:ext cx="6343" cy="6345"/>
              </a:xfrm>
              <a:custGeom>
                <a:avLst/>
                <a:gdLst>
                  <a:gd name="connsiteX0" fmla="*/ 3432 w 6343"/>
                  <a:gd name="connsiteY0" fmla="*/ 6523 h 6345"/>
                  <a:gd name="connsiteX1" fmla="*/ 5675 w 6343"/>
                  <a:gd name="connsiteY1" fmla="*/ 5594 h 6345"/>
                  <a:gd name="connsiteX2" fmla="*/ 6604 w 6343"/>
                  <a:gd name="connsiteY2" fmla="*/ 3350 h 6345"/>
                  <a:gd name="connsiteX3" fmla="*/ 5675 w 6343"/>
                  <a:gd name="connsiteY3" fmla="*/ 1107 h 6345"/>
                  <a:gd name="connsiteX4" fmla="*/ 3432 w 6343"/>
                  <a:gd name="connsiteY4" fmla="*/ 178 h 6345"/>
                  <a:gd name="connsiteX5" fmla="*/ 1190 w 6343"/>
                  <a:gd name="connsiteY5" fmla="*/ 1107 h 6345"/>
                  <a:gd name="connsiteX6" fmla="*/ 261 w 6343"/>
                  <a:gd name="connsiteY6" fmla="*/ 3350 h 6345"/>
                  <a:gd name="connsiteX7" fmla="*/ 1190 w 6343"/>
                  <a:gd name="connsiteY7" fmla="*/ 5594 h 6345"/>
                  <a:gd name="connsiteX8" fmla="*/ 3432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3"/>
                    </a:moveTo>
                    <a:cubicBezTo>
                      <a:pt x="4273" y="6523"/>
                      <a:pt x="5080" y="6189"/>
                      <a:pt x="5675" y="5594"/>
                    </a:cubicBezTo>
                    <a:cubicBezTo>
                      <a:pt x="6270" y="4999"/>
                      <a:pt x="6604" y="4192"/>
                      <a:pt x="6604" y="3350"/>
                    </a:cubicBezTo>
                    <a:cubicBezTo>
                      <a:pt x="6604" y="2509"/>
                      <a:pt x="6270" y="1702"/>
                      <a:pt x="5675" y="1107"/>
                    </a:cubicBezTo>
                    <a:cubicBezTo>
                      <a:pt x="5080" y="512"/>
                      <a:pt x="4273" y="178"/>
                      <a:pt x="3432" y="178"/>
                    </a:cubicBezTo>
                    <a:cubicBezTo>
                      <a:pt x="2591" y="178"/>
                      <a:pt x="1784" y="512"/>
                      <a:pt x="1190" y="1107"/>
                    </a:cubicBezTo>
                    <a:cubicBezTo>
                      <a:pt x="595" y="1702"/>
                      <a:pt x="261" y="2509"/>
                      <a:pt x="261" y="3350"/>
                    </a:cubicBezTo>
                    <a:cubicBezTo>
                      <a:pt x="261" y="4192"/>
                      <a:pt x="595" y="4999"/>
                      <a:pt x="1190" y="5594"/>
                    </a:cubicBezTo>
                    <a:cubicBezTo>
                      <a:pt x="1784" y="6189"/>
                      <a:pt x="2591" y="6523"/>
                      <a:pt x="3432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28" name="Freeform: Shape 3427">
                <a:extLst>
                  <a:ext uri="{FF2B5EF4-FFF2-40B4-BE49-F238E27FC236}">
                    <a16:creationId xmlns:a16="http://schemas.microsoft.com/office/drawing/2014/main" id="{20FBB2C2-2901-3139-1EBE-DD6261A19750}"/>
                  </a:ext>
                </a:extLst>
              </p:cNvPr>
              <p:cNvSpPr/>
              <p:nvPr/>
            </p:nvSpPr>
            <p:spPr>
              <a:xfrm>
                <a:off x="4159648" y="5735596"/>
                <a:ext cx="6343" cy="6345"/>
              </a:xfrm>
              <a:custGeom>
                <a:avLst/>
                <a:gdLst>
                  <a:gd name="connsiteX0" fmla="*/ 3432 w 6343"/>
                  <a:gd name="connsiteY0" fmla="*/ 6523 h 6345"/>
                  <a:gd name="connsiteX1" fmla="*/ 5675 w 6343"/>
                  <a:gd name="connsiteY1" fmla="*/ 5594 h 6345"/>
                  <a:gd name="connsiteX2" fmla="*/ 6604 w 6343"/>
                  <a:gd name="connsiteY2" fmla="*/ 3350 h 6345"/>
                  <a:gd name="connsiteX3" fmla="*/ 5675 w 6343"/>
                  <a:gd name="connsiteY3" fmla="*/ 1107 h 6345"/>
                  <a:gd name="connsiteX4" fmla="*/ 3432 w 6343"/>
                  <a:gd name="connsiteY4" fmla="*/ 178 h 6345"/>
                  <a:gd name="connsiteX5" fmla="*/ 1190 w 6343"/>
                  <a:gd name="connsiteY5" fmla="*/ 1107 h 6345"/>
                  <a:gd name="connsiteX6" fmla="*/ 261 w 6343"/>
                  <a:gd name="connsiteY6" fmla="*/ 3350 h 6345"/>
                  <a:gd name="connsiteX7" fmla="*/ 1190 w 6343"/>
                  <a:gd name="connsiteY7" fmla="*/ 5594 h 6345"/>
                  <a:gd name="connsiteX8" fmla="*/ 3432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3"/>
                    </a:moveTo>
                    <a:cubicBezTo>
                      <a:pt x="4273" y="6523"/>
                      <a:pt x="5080" y="6189"/>
                      <a:pt x="5675" y="5594"/>
                    </a:cubicBezTo>
                    <a:cubicBezTo>
                      <a:pt x="6270" y="4999"/>
                      <a:pt x="6604" y="4192"/>
                      <a:pt x="6604" y="3350"/>
                    </a:cubicBezTo>
                    <a:cubicBezTo>
                      <a:pt x="6604" y="2509"/>
                      <a:pt x="6270" y="1702"/>
                      <a:pt x="5675" y="1107"/>
                    </a:cubicBezTo>
                    <a:cubicBezTo>
                      <a:pt x="5080" y="512"/>
                      <a:pt x="4273" y="178"/>
                      <a:pt x="3432" y="178"/>
                    </a:cubicBezTo>
                    <a:cubicBezTo>
                      <a:pt x="2591" y="178"/>
                      <a:pt x="1784" y="512"/>
                      <a:pt x="1190" y="1107"/>
                    </a:cubicBezTo>
                    <a:cubicBezTo>
                      <a:pt x="595" y="1702"/>
                      <a:pt x="261" y="2509"/>
                      <a:pt x="261" y="3350"/>
                    </a:cubicBezTo>
                    <a:cubicBezTo>
                      <a:pt x="261" y="4192"/>
                      <a:pt x="595" y="4999"/>
                      <a:pt x="1190" y="5594"/>
                    </a:cubicBezTo>
                    <a:cubicBezTo>
                      <a:pt x="1784" y="6189"/>
                      <a:pt x="2591" y="6523"/>
                      <a:pt x="3432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29" name="Freeform: Shape 3428">
                <a:extLst>
                  <a:ext uri="{FF2B5EF4-FFF2-40B4-BE49-F238E27FC236}">
                    <a16:creationId xmlns:a16="http://schemas.microsoft.com/office/drawing/2014/main" id="{AF327106-A633-B71C-55ED-E9E811CE78A0}"/>
                  </a:ext>
                </a:extLst>
              </p:cNvPr>
              <p:cNvSpPr/>
              <p:nvPr/>
            </p:nvSpPr>
            <p:spPr>
              <a:xfrm>
                <a:off x="4159168" y="5737352"/>
                <a:ext cx="6343" cy="6345"/>
              </a:xfrm>
              <a:custGeom>
                <a:avLst/>
                <a:gdLst>
                  <a:gd name="connsiteX0" fmla="*/ 3432 w 6343"/>
                  <a:gd name="connsiteY0" fmla="*/ 6523 h 6345"/>
                  <a:gd name="connsiteX1" fmla="*/ 5675 w 6343"/>
                  <a:gd name="connsiteY1" fmla="*/ 5594 h 6345"/>
                  <a:gd name="connsiteX2" fmla="*/ 6604 w 6343"/>
                  <a:gd name="connsiteY2" fmla="*/ 3351 h 6345"/>
                  <a:gd name="connsiteX3" fmla="*/ 5675 w 6343"/>
                  <a:gd name="connsiteY3" fmla="*/ 1107 h 6345"/>
                  <a:gd name="connsiteX4" fmla="*/ 3432 w 6343"/>
                  <a:gd name="connsiteY4" fmla="*/ 178 h 6345"/>
                  <a:gd name="connsiteX5" fmla="*/ 1190 w 6343"/>
                  <a:gd name="connsiteY5" fmla="*/ 1107 h 6345"/>
                  <a:gd name="connsiteX6" fmla="*/ 261 w 6343"/>
                  <a:gd name="connsiteY6" fmla="*/ 3351 h 6345"/>
                  <a:gd name="connsiteX7" fmla="*/ 1190 w 6343"/>
                  <a:gd name="connsiteY7" fmla="*/ 5594 h 6345"/>
                  <a:gd name="connsiteX8" fmla="*/ 3432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3"/>
                    </a:moveTo>
                    <a:cubicBezTo>
                      <a:pt x="4273" y="6523"/>
                      <a:pt x="5080" y="6189"/>
                      <a:pt x="5675" y="5594"/>
                    </a:cubicBezTo>
                    <a:cubicBezTo>
                      <a:pt x="6270" y="4999"/>
                      <a:pt x="6604" y="4192"/>
                      <a:pt x="6604" y="3351"/>
                    </a:cubicBezTo>
                    <a:cubicBezTo>
                      <a:pt x="6604" y="2509"/>
                      <a:pt x="6270" y="1702"/>
                      <a:pt x="5675" y="1107"/>
                    </a:cubicBezTo>
                    <a:cubicBezTo>
                      <a:pt x="5080" y="512"/>
                      <a:pt x="4273" y="178"/>
                      <a:pt x="3432" y="178"/>
                    </a:cubicBezTo>
                    <a:cubicBezTo>
                      <a:pt x="2591" y="178"/>
                      <a:pt x="1784" y="512"/>
                      <a:pt x="1190" y="1107"/>
                    </a:cubicBezTo>
                    <a:cubicBezTo>
                      <a:pt x="595" y="1702"/>
                      <a:pt x="261" y="2509"/>
                      <a:pt x="261" y="3351"/>
                    </a:cubicBezTo>
                    <a:cubicBezTo>
                      <a:pt x="261" y="4192"/>
                      <a:pt x="595" y="4999"/>
                      <a:pt x="1190" y="5594"/>
                    </a:cubicBezTo>
                    <a:cubicBezTo>
                      <a:pt x="1784" y="6189"/>
                      <a:pt x="2591" y="6523"/>
                      <a:pt x="3432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30" name="Freeform: Shape 3429">
                <a:extLst>
                  <a:ext uri="{FF2B5EF4-FFF2-40B4-BE49-F238E27FC236}">
                    <a16:creationId xmlns:a16="http://schemas.microsoft.com/office/drawing/2014/main" id="{8F6E8BE1-BCDC-51C9-A669-1739B4C88EC9}"/>
                  </a:ext>
                </a:extLst>
              </p:cNvPr>
              <p:cNvSpPr/>
              <p:nvPr/>
            </p:nvSpPr>
            <p:spPr>
              <a:xfrm>
                <a:off x="4159742" y="5740875"/>
                <a:ext cx="6343" cy="6345"/>
              </a:xfrm>
              <a:custGeom>
                <a:avLst/>
                <a:gdLst>
                  <a:gd name="connsiteX0" fmla="*/ 3432 w 6343"/>
                  <a:gd name="connsiteY0" fmla="*/ 6524 h 6345"/>
                  <a:gd name="connsiteX1" fmla="*/ 5675 w 6343"/>
                  <a:gd name="connsiteY1" fmla="*/ 5594 h 6345"/>
                  <a:gd name="connsiteX2" fmla="*/ 6604 w 6343"/>
                  <a:gd name="connsiteY2" fmla="*/ 3351 h 6345"/>
                  <a:gd name="connsiteX3" fmla="*/ 5675 w 6343"/>
                  <a:gd name="connsiteY3" fmla="*/ 1107 h 6345"/>
                  <a:gd name="connsiteX4" fmla="*/ 3432 w 6343"/>
                  <a:gd name="connsiteY4" fmla="*/ 178 h 6345"/>
                  <a:gd name="connsiteX5" fmla="*/ 1190 w 6343"/>
                  <a:gd name="connsiteY5" fmla="*/ 1107 h 6345"/>
                  <a:gd name="connsiteX6" fmla="*/ 261 w 6343"/>
                  <a:gd name="connsiteY6" fmla="*/ 3351 h 6345"/>
                  <a:gd name="connsiteX7" fmla="*/ 1190 w 6343"/>
                  <a:gd name="connsiteY7" fmla="*/ 5594 h 6345"/>
                  <a:gd name="connsiteX8" fmla="*/ 343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4"/>
                    </a:moveTo>
                    <a:cubicBezTo>
                      <a:pt x="4273" y="6524"/>
                      <a:pt x="5080" y="6189"/>
                      <a:pt x="5675" y="5594"/>
                    </a:cubicBezTo>
                    <a:cubicBezTo>
                      <a:pt x="6270" y="4999"/>
                      <a:pt x="6604" y="4192"/>
                      <a:pt x="6604" y="3351"/>
                    </a:cubicBezTo>
                    <a:cubicBezTo>
                      <a:pt x="6604" y="2509"/>
                      <a:pt x="6270" y="1702"/>
                      <a:pt x="5675" y="1107"/>
                    </a:cubicBezTo>
                    <a:cubicBezTo>
                      <a:pt x="5080" y="512"/>
                      <a:pt x="4273" y="178"/>
                      <a:pt x="3432" y="178"/>
                    </a:cubicBezTo>
                    <a:cubicBezTo>
                      <a:pt x="2591" y="178"/>
                      <a:pt x="1784" y="512"/>
                      <a:pt x="1190" y="1107"/>
                    </a:cubicBezTo>
                    <a:cubicBezTo>
                      <a:pt x="595" y="1702"/>
                      <a:pt x="261" y="2509"/>
                      <a:pt x="261" y="3351"/>
                    </a:cubicBezTo>
                    <a:cubicBezTo>
                      <a:pt x="261" y="4192"/>
                      <a:pt x="595" y="4999"/>
                      <a:pt x="1190" y="5594"/>
                    </a:cubicBezTo>
                    <a:cubicBezTo>
                      <a:pt x="1784" y="6189"/>
                      <a:pt x="2591" y="6524"/>
                      <a:pt x="343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31" name="Freeform: Shape 3430">
                <a:extLst>
                  <a:ext uri="{FF2B5EF4-FFF2-40B4-BE49-F238E27FC236}">
                    <a16:creationId xmlns:a16="http://schemas.microsoft.com/office/drawing/2014/main" id="{1C1F5C19-5C85-6F8B-1DD8-29D3BC532BDF}"/>
                  </a:ext>
                </a:extLst>
              </p:cNvPr>
              <p:cNvSpPr/>
              <p:nvPr/>
            </p:nvSpPr>
            <p:spPr>
              <a:xfrm>
                <a:off x="4159942" y="5742641"/>
                <a:ext cx="6343" cy="6345"/>
              </a:xfrm>
              <a:custGeom>
                <a:avLst/>
                <a:gdLst>
                  <a:gd name="connsiteX0" fmla="*/ 3432 w 6343"/>
                  <a:gd name="connsiteY0" fmla="*/ 6524 h 6345"/>
                  <a:gd name="connsiteX1" fmla="*/ 5675 w 6343"/>
                  <a:gd name="connsiteY1" fmla="*/ 5594 h 6345"/>
                  <a:gd name="connsiteX2" fmla="*/ 6604 w 6343"/>
                  <a:gd name="connsiteY2" fmla="*/ 3351 h 6345"/>
                  <a:gd name="connsiteX3" fmla="*/ 5675 w 6343"/>
                  <a:gd name="connsiteY3" fmla="*/ 1108 h 6345"/>
                  <a:gd name="connsiteX4" fmla="*/ 3432 w 6343"/>
                  <a:gd name="connsiteY4" fmla="*/ 178 h 6345"/>
                  <a:gd name="connsiteX5" fmla="*/ 1190 w 6343"/>
                  <a:gd name="connsiteY5" fmla="*/ 1108 h 6345"/>
                  <a:gd name="connsiteX6" fmla="*/ 261 w 6343"/>
                  <a:gd name="connsiteY6" fmla="*/ 3351 h 6345"/>
                  <a:gd name="connsiteX7" fmla="*/ 1190 w 6343"/>
                  <a:gd name="connsiteY7" fmla="*/ 5594 h 6345"/>
                  <a:gd name="connsiteX8" fmla="*/ 343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4"/>
                    </a:moveTo>
                    <a:cubicBezTo>
                      <a:pt x="4273" y="6524"/>
                      <a:pt x="5080" y="6189"/>
                      <a:pt x="5675" y="5594"/>
                    </a:cubicBezTo>
                    <a:cubicBezTo>
                      <a:pt x="6270" y="5000"/>
                      <a:pt x="6604" y="4192"/>
                      <a:pt x="6604" y="3351"/>
                    </a:cubicBezTo>
                    <a:cubicBezTo>
                      <a:pt x="6604" y="2510"/>
                      <a:pt x="6270" y="1703"/>
                      <a:pt x="5675" y="1108"/>
                    </a:cubicBezTo>
                    <a:cubicBezTo>
                      <a:pt x="5080" y="513"/>
                      <a:pt x="4273" y="178"/>
                      <a:pt x="3432" y="178"/>
                    </a:cubicBezTo>
                    <a:cubicBezTo>
                      <a:pt x="2591" y="178"/>
                      <a:pt x="1784" y="513"/>
                      <a:pt x="1190" y="1108"/>
                    </a:cubicBezTo>
                    <a:cubicBezTo>
                      <a:pt x="595" y="1703"/>
                      <a:pt x="261" y="2510"/>
                      <a:pt x="261" y="3351"/>
                    </a:cubicBezTo>
                    <a:cubicBezTo>
                      <a:pt x="261" y="4192"/>
                      <a:pt x="595" y="5000"/>
                      <a:pt x="1190" y="5594"/>
                    </a:cubicBezTo>
                    <a:cubicBezTo>
                      <a:pt x="1784" y="6189"/>
                      <a:pt x="2591" y="6524"/>
                      <a:pt x="343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32" name="Freeform: Shape 3431">
                <a:extLst>
                  <a:ext uri="{FF2B5EF4-FFF2-40B4-BE49-F238E27FC236}">
                    <a16:creationId xmlns:a16="http://schemas.microsoft.com/office/drawing/2014/main" id="{CB567B26-CBF1-AA4F-C560-477E141CF4FA}"/>
                  </a:ext>
                </a:extLst>
              </p:cNvPr>
              <p:cNvSpPr/>
              <p:nvPr/>
            </p:nvSpPr>
            <p:spPr>
              <a:xfrm>
                <a:off x="4160083" y="5744407"/>
                <a:ext cx="6343" cy="6345"/>
              </a:xfrm>
              <a:custGeom>
                <a:avLst/>
                <a:gdLst>
                  <a:gd name="connsiteX0" fmla="*/ 3432 w 6343"/>
                  <a:gd name="connsiteY0" fmla="*/ 6524 h 6345"/>
                  <a:gd name="connsiteX1" fmla="*/ 5675 w 6343"/>
                  <a:gd name="connsiteY1" fmla="*/ 5595 h 6345"/>
                  <a:gd name="connsiteX2" fmla="*/ 6604 w 6343"/>
                  <a:gd name="connsiteY2" fmla="*/ 3351 h 6345"/>
                  <a:gd name="connsiteX3" fmla="*/ 5675 w 6343"/>
                  <a:gd name="connsiteY3" fmla="*/ 1108 h 6345"/>
                  <a:gd name="connsiteX4" fmla="*/ 3432 w 6343"/>
                  <a:gd name="connsiteY4" fmla="*/ 178 h 6345"/>
                  <a:gd name="connsiteX5" fmla="*/ 1190 w 6343"/>
                  <a:gd name="connsiteY5" fmla="*/ 1108 h 6345"/>
                  <a:gd name="connsiteX6" fmla="*/ 261 w 6343"/>
                  <a:gd name="connsiteY6" fmla="*/ 3351 h 6345"/>
                  <a:gd name="connsiteX7" fmla="*/ 1190 w 6343"/>
                  <a:gd name="connsiteY7" fmla="*/ 5595 h 6345"/>
                  <a:gd name="connsiteX8" fmla="*/ 343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4"/>
                    </a:moveTo>
                    <a:cubicBezTo>
                      <a:pt x="4273" y="6524"/>
                      <a:pt x="5080" y="6190"/>
                      <a:pt x="5675" y="5595"/>
                    </a:cubicBezTo>
                    <a:cubicBezTo>
                      <a:pt x="6270" y="5000"/>
                      <a:pt x="6604" y="4193"/>
                      <a:pt x="6604" y="3351"/>
                    </a:cubicBezTo>
                    <a:cubicBezTo>
                      <a:pt x="6604" y="2510"/>
                      <a:pt x="6270" y="1703"/>
                      <a:pt x="5675" y="1108"/>
                    </a:cubicBezTo>
                    <a:cubicBezTo>
                      <a:pt x="5080" y="513"/>
                      <a:pt x="4273" y="178"/>
                      <a:pt x="3432" y="178"/>
                    </a:cubicBezTo>
                    <a:cubicBezTo>
                      <a:pt x="2591" y="178"/>
                      <a:pt x="1784" y="513"/>
                      <a:pt x="1190" y="1108"/>
                    </a:cubicBezTo>
                    <a:cubicBezTo>
                      <a:pt x="595" y="1703"/>
                      <a:pt x="261" y="2510"/>
                      <a:pt x="261" y="3351"/>
                    </a:cubicBezTo>
                    <a:cubicBezTo>
                      <a:pt x="261" y="4193"/>
                      <a:pt x="595" y="5000"/>
                      <a:pt x="1190" y="5595"/>
                    </a:cubicBezTo>
                    <a:cubicBezTo>
                      <a:pt x="1784" y="6190"/>
                      <a:pt x="2591" y="6524"/>
                      <a:pt x="343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33" name="Freeform: Shape 3432">
                <a:extLst>
                  <a:ext uri="{FF2B5EF4-FFF2-40B4-BE49-F238E27FC236}">
                    <a16:creationId xmlns:a16="http://schemas.microsoft.com/office/drawing/2014/main" id="{CAAE327E-F909-4503-CF56-23B29D7979F6}"/>
                  </a:ext>
                </a:extLst>
              </p:cNvPr>
              <p:cNvSpPr/>
              <p:nvPr/>
            </p:nvSpPr>
            <p:spPr>
              <a:xfrm>
                <a:off x="4159976" y="5746167"/>
                <a:ext cx="6343" cy="6345"/>
              </a:xfrm>
              <a:custGeom>
                <a:avLst/>
                <a:gdLst>
                  <a:gd name="connsiteX0" fmla="*/ 3432 w 6343"/>
                  <a:gd name="connsiteY0" fmla="*/ 6524 h 6345"/>
                  <a:gd name="connsiteX1" fmla="*/ 5675 w 6343"/>
                  <a:gd name="connsiteY1" fmla="*/ 5595 h 6345"/>
                  <a:gd name="connsiteX2" fmla="*/ 6604 w 6343"/>
                  <a:gd name="connsiteY2" fmla="*/ 3351 h 6345"/>
                  <a:gd name="connsiteX3" fmla="*/ 5675 w 6343"/>
                  <a:gd name="connsiteY3" fmla="*/ 1108 h 6345"/>
                  <a:gd name="connsiteX4" fmla="*/ 3432 w 6343"/>
                  <a:gd name="connsiteY4" fmla="*/ 179 h 6345"/>
                  <a:gd name="connsiteX5" fmla="*/ 1190 w 6343"/>
                  <a:gd name="connsiteY5" fmla="*/ 1108 h 6345"/>
                  <a:gd name="connsiteX6" fmla="*/ 261 w 6343"/>
                  <a:gd name="connsiteY6" fmla="*/ 3351 h 6345"/>
                  <a:gd name="connsiteX7" fmla="*/ 1190 w 6343"/>
                  <a:gd name="connsiteY7" fmla="*/ 5595 h 6345"/>
                  <a:gd name="connsiteX8" fmla="*/ 343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4"/>
                    </a:moveTo>
                    <a:cubicBezTo>
                      <a:pt x="4273" y="6524"/>
                      <a:pt x="5080" y="6190"/>
                      <a:pt x="5675" y="5595"/>
                    </a:cubicBezTo>
                    <a:cubicBezTo>
                      <a:pt x="6270" y="5000"/>
                      <a:pt x="6604" y="4193"/>
                      <a:pt x="6604" y="3351"/>
                    </a:cubicBezTo>
                    <a:cubicBezTo>
                      <a:pt x="6604" y="2510"/>
                      <a:pt x="6270" y="1703"/>
                      <a:pt x="5675" y="1108"/>
                    </a:cubicBezTo>
                    <a:cubicBezTo>
                      <a:pt x="5080" y="513"/>
                      <a:pt x="4273" y="179"/>
                      <a:pt x="3432" y="179"/>
                    </a:cubicBezTo>
                    <a:cubicBezTo>
                      <a:pt x="2591" y="179"/>
                      <a:pt x="1784" y="513"/>
                      <a:pt x="1190" y="1108"/>
                    </a:cubicBezTo>
                    <a:cubicBezTo>
                      <a:pt x="595" y="1703"/>
                      <a:pt x="261" y="2510"/>
                      <a:pt x="261" y="3351"/>
                    </a:cubicBezTo>
                    <a:cubicBezTo>
                      <a:pt x="261" y="4193"/>
                      <a:pt x="595" y="5000"/>
                      <a:pt x="1190" y="5595"/>
                    </a:cubicBezTo>
                    <a:cubicBezTo>
                      <a:pt x="1784" y="6190"/>
                      <a:pt x="2591" y="6524"/>
                      <a:pt x="343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34" name="Freeform: Shape 3433">
                <a:extLst>
                  <a:ext uri="{FF2B5EF4-FFF2-40B4-BE49-F238E27FC236}">
                    <a16:creationId xmlns:a16="http://schemas.microsoft.com/office/drawing/2014/main" id="{15F831F5-AAD4-3D6D-009C-BA7D9D3643C3}"/>
                  </a:ext>
                </a:extLst>
              </p:cNvPr>
              <p:cNvSpPr/>
              <p:nvPr/>
            </p:nvSpPr>
            <p:spPr>
              <a:xfrm>
                <a:off x="4160095" y="5747936"/>
                <a:ext cx="6343" cy="6345"/>
              </a:xfrm>
              <a:custGeom>
                <a:avLst/>
                <a:gdLst>
                  <a:gd name="connsiteX0" fmla="*/ 3432 w 6343"/>
                  <a:gd name="connsiteY0" fmla="*/ 6524 h 6345"/>
                  <a:gd name="connsiteX1" fmla="*/ 5675 w 6343"/>
                  <a:gd name="connsiteY1" fmla="*/ 5595 h 6345"/>
                  <a:gd name="connsiteX2" fmla="*/ 6604 w 6343"/>
                  <a:gd name="connsiteY2" fmla="*/ 3351 h 6345"/>
                  <a:gd name="connsiteX3" fmla="*/ 5675 w 6343"/>
                  <a:gd name="connsiteY3" fmla="*/ 1108 h 6345"/>
                  <a:gd name="connsiteX4" fmla="*/ 3432 w 6343"/>
                  <a:gd name="connsiteY4" fmla="*/ 179 h 6345"/>
                  <a:gd name="connsiteX5" fmla="*/ 1190 w 6343"/>
                  <a:gd name="connsiteY5" fmla="*/ 1108 h 6345"/>
                  <a:gd name="connsiteX6" fmla="*/ 261 w 6343"/>
                  <a:gd name="connsiteY6" fmla="*/ 3351 h 6345"/>
                  <a:gd name="connsiteX7" fmla="*/ 1190 w 6343"/>
                  <a:gd name="connsiteY7" fmla="*/ 5595 h 6345"/>
                  <a:gd name="connsiteX8" fmla="*/ 343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4"/>
                    </a:moveTo>
                    <a:cubicBezTo>
                      <a:pt x="4273" y="6524"/>
                      <a:pt x="5080" y="6190"/>
                      <a:pt x="5675" y="5595"/>
                    </a:cubicBezTo>
                    <a:cubicBezTo>
                      <a:pt x="6270" y="5000"/>
                      <a:pt x="6604" y="4193"/>
                      <a:pt x="6604" y="3351"/>
                    </a:cubicBezTo>
                    <a:cubicBezTo>
                      <a:pt x="6604" y="2510"/>
                      <a:pt x="6270" y="1703"/>
                      <a:pt x="5675" y="1108"/>
                    </a:cubicBezTo>
                    <a:cubicBezTo>
                      <a:pt x="5080" y="513"/>
                      <a:pt x="4273" y="179"/>
                      <a:pt x="3432" y="179"/>
                    </a:cubicBezTo>
                    <a:cubicBezTo>
                      <a:pt x="2591" y="179"/>
                      <a:pt x="1784" y="513"/>
                      <a:pt x="1190" y="1108"/>
                    </a:cubicBezTo>
                    <a:cubicBezTo>
                      <a:pt x="595" y="1703"/>
                      <a:pt x="261" y="2510"/>
                      <a:pt x="261" y="3351"/>
                    </a:cubicBezTo>
                    <a:cubicBezTo>
                      <a:pt x="261" y="4193"/>
                      <a:pt x="595" y="5000"/>
                      <a:pt x="1190" y="5595"/>
                    </a:cubicBezTo>
                    <a:cubicBezTo>
                      <a:pt x="1784" y="6190"/>
                      <a:pt x="2591" y="6524"/>
                      <a:pt x="343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35" name="Freeform: Shape 3434">
                <a:extLst>
                  <a:ext uri="{FF2B5EF4-FFF2-40B4-BE49-F238E27FC236}">
                    <a16:creationId xmlns:a16="http://schemas.microsoft.com/office/drawing/2014/main" id="{781051EB-ABC6-290D-6F27-40D061543AE7}"/>
                  </a:ext>
                </a:extLst>
              </p:cNvPr>
              <p:cNvSpPr/>
              <p:nvPr/>
            </p:nvSpPr>
            <p:spPr>
              <a:xfrm>
                <a:off x="4160157" y="5749704"/>
                <a:ext cx="6343" cy="6345"/>
              </a:xfrm>
              <a:custGeom>
                <a:avLst/>
                <a:gdLst>
                  <a:gd name="connsiteX0" fmla="*/ 3432 w 6343"/>
                  <a:gd name="connsiteY0" fmla="*/ 6524 h 6345"/>
                  <a:gd name="connsiteX1" fmla="*/ 5675 w 6343"/>
                  <a:gd name="connsiteY1" fmla="*/ 5595 h 6345"/>
                  <a:gd name="connsiteX2" fmla="*/ 6604 w 6343"/>
                  <a:gd name="connsiteY2" fmla="*/ 3352 h 6345"/>
                  <a:gd name="connsiteX3" fmla="*/ 5675 w 6343"/>
                  <a:gd name="connsiteY3" fmla="*/ 1108 h 6345"/>
                  <a:gd name="connsiteX4" fmla="*/ 3432 w 6343"/>
                  <a:gd name="connsiteY4" fmla="*/ 179 h 6345"/>
                  <a:gd name="connsiteX5" fmla="*/ 1190 w 6343"/>
                  <a:gd name="connsiteY5" fmla="*/ 1108 h 6345"/>
                  <a:gd name="connsiteX6" fmla="*/ 261 w 6343"/>
                  <a:gd name="connsiteY6" fmla="*/ 3352 h 6345"/>
                  <a:gd name="connsiteX7" fmla="*/ 1190 w 6343"/>
                  <a:gd name="connsiteY7" fmla="*/ 5595 h 6345"/>
                  <a:gd name="connsiteX8" fmla="*/ 343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4"/>
                    </a:moveTo>
                    <a:cubicBezTo>
                      <a:pt x="4273" y="6524"/>
                      <a:pt x="5080" y="6190"/>
                      <a:pt x="5675" y="5595"/>
                    </a:cubicBezTo>
                    <a:cubicBezTo>
                      <a:pt x="6270" y="5000"/>
                      <a:pt x="6604" y="4193"/>
                      <a:pt x="6604" y="3352"/>
                    </a:cubicBezTo>
                    <a:cubicBezTo>
                      <a:pt x="6604" y="2510"/>
                      <a:pt x="6270" y="1703"/>
                      <a:pt x="5675" y="1108"/>
                    </a:cubicBezTo>
                    <a:cubicBezTo>
                      <a:pt x="5080" y="513"/>
                      <a:pt x="4273" y="179"/>
                      <a:pt x="3432" y="179"/>
                    </a:cubicBezTo>
                    <a:cubicBezTo>
                      <a:pt x="2591" y="179"/>
                      <a:pt x="1784" y="513"/>
                      <a:pt x="1190" y="1108"/>
                    </a:cubicBezTo>
                    <a:cubicBezTo>
                      <a:pt x="595" y="1703"/>
                      <a:pt x="261" y="2510"/>
                      <a:pt x="261" y="3352"/>
                    </a:cubicBezTo>
                    <a:cubicBezTo>
                      <a:pt x="261" y="4193"/>
                      <a:pt x="595" y="5000"/>
                      <a:pt x="1190" y="5595"/>
                    </a:cubicBezTo>
                    <a:cubicBezTo>
                      <a:pt x="1784" y="6190"/>
                      <a:pt x="2591" y="6524"/>
                      <a:pt x="343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36" name="Freeform: Shape 3435">
                <a:extLst>
                  <a:ext uri="{FF2B5EF4-FFF2-40B4-BE49-F238E27FC236}">
                    <a16:creationId xmlns:a16="http://schemas.microsoft.com/office/drawing/2014/main" id="{EA396B1E-5FEF-2D15-6A6B-1473E586A572}"/>
                  </a:ext>
                </a:extLst>
              </p:cNvPr>
              <p:cNvSpPr/>
              <p:nvPr/>
            </p:nvSpPr>
            <p:spPr>
              <a:xfrm>
                <a:off x="4160065" y="5751466"/>
                <a:ext cx="6343" cy="6345"/>
              </a:xfrm>
              <a:custGeom>
                <a:avLst/>
                <a:gdLst>
                  <a:gd name="connsiteX0" fmla="*/ 3432 w 6343"/>
                  <a:gd name="connsiteY0" fmla="*/ 6524 h 6345"/>
                  <a:gd name="connsiteX1" fmla="*/ 5675 w 6343"/>
                  <a:gd name="connsiteY1" fmla="*/ 5595 h 6345"/>
                  <a:gd name="connsiteX2" fmla="*/ 6604 w 6343"/>
                  <a:gd name="connsiteY2" fmla="*/ 3352 h 6345"/>
                  <a:gd name="connsiteX3" fmla="*/ 5675 w 6343"/>
                  <a:gd name="connsiteY3" fmla="*/ 1108 h 6345"/>
                  <a:gd name="connsiteX4" fmla="*/ 3432 w 6343"/>
                  <a:gd name="connsiteY4" fmla="*/ 179 h 6345"/>
                  <a:gd name="connsiteX5" fmla="*/ 1190 w 6343"/>
                  <a:gd name="connsiteY5" fmla="*/ 1108 h 6345"/>
                  <a:gd name="connsiteX6" fmla="*/ 261 w 6343"/>
                  <a:gd name="connsiteY6" fmla="*/ 3352 h 6345"/>
                  <a:gd name="connsiteX7" fmla="*/ 1190 w 6343"/>
                  <a:gd name="connsiteY7" fmla="*/ 5595 h 6345"/>
                  <a:gd name="connsiteX8" fmla="*/ 343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4"/>
                    </a:moveTo>
                    <a:cubicBezTo>
                      <a:pt x="4273" y="6524"/>
                      <a:pt x="5080" y="6190"/>
                      <a:pt x="5675" y="5595"/>
                    </a:cubicBezTo>
                    <a:cubicBezTo>
                      <a:pt x="6270" y="5000"/>
                      <a:pt x="6604" y="4193"/>
                      <a:pt x="6604" y="3352"/>
                    </a:cubicBezTo>
                    <a:cubicBezTo>
                      <a:pt x="6604" y="2510"/>
                      <a:pt x="6270" y="1703"/>
                      <a:pt x="5675" y="1108"/>
                    </a:cubicBezTo>
                    <a:cubicBezTo>
                      <a:pt x="5080" y="513"/>
                      <a:pt x="4273" y="179"/>
                      <a:pt x="3432" y="179"/>
                    </a:cubicBezTo>
                    <a:cubicBezTo>
                      <a:pt x="2591" y="179"/>
                      <a:pt x="1784" y="513"/>
                      <a:pt x="1190" y="1108"/>
                    </a:cubicBezTo>
                    <a:cubicBezTo>
                      <a:pt x="595" y="1703"/>
                      <a:pt x="261" y="2510"/>
                      <a:pt x="261" y="3352"/>
                    </a:cubicBezTo>
                    <a:cubicBezTo>
                      <a:pt x="261" y="4193"/>
                      <a:pt x="595" y="5000"/>
                      <a:pt x="1190" y="5595"/>
                    </a:cubicBezTo>
                    <a:cubicBezTo>
                      <a:pt x="1784" y="6190"/>
                      <a:pt x="2591" y="6524"/>
                      <a:pt x="343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37" name="Freeform: Shape 3436">
                <a:extLst>
                  <a:ext uri="{FF2B5EF4-FFF2-40B4-BE49-F238E27FC236}">
                    <a16:creationId xmlns:a16="http://schemas.microsoft.com/office/drawing/2014/main" id="{FF333AC0-C970-BFA4-1189-030711B695D2}"/>
                  </a:ext>
                </a:extLst>
              </p:cNvPr>
              <p:cNvSpPr/>
              <p:nvPr/>
            </p:nvSpPr>
            <p:spPr>
              <a:xfrm>
                <a:off x="4160246" y="5753245"/>
                <a:ext cx="6343" cy="6345"/>
              </a:xfrm>
              <a:custGeom>
                <a:avLst/>
                <a:gdLst>
                  <a:gd name="connsiteX0" fmla="*/ 3432 w 6343"/>
                  <a:gd name="connsiteY0" fmla="*/ 6525 h 6345"/>
                  <a:gd name="connsiteX1" fmla="*/ 5675 w 6343"/>
                  <a:gd name="connsiteY1" fmla="*/ 5595 h 6345"/>
                  <a:gd name="connsiteX2" fmla="*/ 6604 w 6343"/>
                  <a:gd name="connsiteY2" fmla="*/ 3352 h 6345"/>
                  <a:gd name="connsiteX3" fmla="*/ 5675 w 6343"/>
                  <a:gd name="connsiteY3" fmla="*/ 1108 h 6345"/>
                  <a:gd name="connsiteX4" fmla="*/ 3432 w 6343"/>
                  <a:gd name="connsiteY4" fmla="*/ 179 h 6345"/>
                  <a:gd name="connsiteX5" fmla="*/ 1190 w 6343"/>
                  <a:gd name="connsiteY5" fmla="*/ 1108 h 6345"/>
                  <a:gd name="connsiteX6" fmla="*/ 261 w 6343"/>
                  <a:gd name="connsiteY6" fmla="*/ 3352 h 6345"/>
                  <a:gd name="connsiteX7" fmla="*/ 1190 w 6343"/>
                  <a:gd name="connsiteY7" fmla="*/ 5595 h 6345"/>
                  <a:gd name="connsiteX8" fmla="*/ 3432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5"/>
                    </a:moveTo>
                    <a:cubicBezTo>
                      <a:pt x="4273" y="6525"/>
                      <a:pt x="5080" y="6190"/>
                      <a:pt x="5675" y="5595"/>
                    </a:cubicBezTo>
                    <a:cubicBezTo>
                      <a:pt x="6270" y="5000"/>
                      <a:pt x="6604" y="4193"/>
                      <a:pt x="6604" y="3352"/>
                    </a:cubicBezTo>
                    <a:cubicBezTo>
                      <a:pt x="6604" y="2510"/>
                      <a:pt x="6270" y="1703"/>
                      <a:pt x="5675" y="1108"/>
                    </a:cubicBezTo>
                    <a:cubicBezTo>
                      <a:pt x="5080" y="513"/>
                      <a:pt x="4273" y="179"/>
                      <a:pt x="3432" y="179"/>
                    </a:cubicBezTo>
                    <a:cubicBezTo>
                      <a:pt x="2591" y="179"/>
                      <a:pt x="1784" y="513"/>
                      <a:pt x="1190" y="1108"/>
                    </a:cubicBezTo>
                    <a:cubicBezTo>
                      <a:pt x="595" y="1703"/>
                      <a:pt x="261" y="2510"/>
                      <a:pt x="261" y="3352"/>
                    </a:cubicBezTo>
                    <a:cubicBezTo>
                      <a:pt x="261" y="4193"/>
                      <a:pt x="595" y="5000"/>
                      <a:pt x="1190" y="5595"/>
                    </a:cubicBezTo>
                    <a:cubicBezTo>
                      <a:pt x="1784" y="6190"/>
                      <a:pt x="2591" y="6525"/>
                      <a:pt x="3432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38" name="Freeform: Shape 3437">
                <a:extLst>
                  <a:ext uri="{FF2B5EF4-FFF2-40B4-BE49-F238E27FC236}">
                    <a16:creationId xmlns:a16="http://schemas.microsoft.com/office/drawing/2014/main" id="{DA45D2A6-62E2-2115-43F5-82A4DFF5FA6C}"/>
                  </a:ext>
                </a:extLst>
              </p:cNvPr>
              <p:cNvSpPr/>
              <p:nvPr/>
            </p:nvSpPr>
            <p:spPr>
              <a:xfrm>
                <a:off x="4162880" y="5755194"/>
                <a:ext cx="6343" cy="6345"/>
              </a:xfrm>
              <a:custGeom>
                <a:avLst/>
                <a:gdLst>
                  <a:gd name="connsiteX0" fmla="*/ 3433 w 6343"/>
                  <a:gd name="connsiteY0" fmla="*/ 6525 h 6345"/>
                  <a:gd name="connsiteX1" fmla="*/ 5675 w 6343"/>
                  <a:gd name="connsiteY1" fmla="*/ 5595 h 6345"/>
                  <a:gd name="connsiteX2" fmla="*/ 6604 w 6343"/>
                  <a:gd name="connsiteY2" fmla="*/ 3352 h 6345"/>
                  <a:gd name="connsiteX3" fmla="*/ 5675 w 6343"/>
                  <a:gd name="connsiteY3" fmla="*/ 1109 h 6345"/>
                  <a:gd name="connsiteX4" fmla="*/ 3433 w 6343"/>
                  <a:gd name="connsiteY4" fmla="*/ 179 h 6345"/>
                  <a:gd name="connsiteX5" fmla="*/ 1190 w 6343"/>
                  <a:gd name="connsiteY5" fmla="*/ 1109 h 6345"/>
                  <a:gd name="connsiteX6" fmla="*/ 261 w 6343"/>
                  <a:gd name="connsiteY6" fmla="*/ 3352 h 6345"/>
                  <a:gd name="connsiteX7" fmla="*/ 1190 w 6343"/>
                  <a:gd name="connsiteY7" fmla="*/ 5595 h 6345"/>
                  <a:gd name="connsiteX8" fmla="*/ 343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25"/>
                    </a:moveTo>
                    <a:cubicBezTo>
                      <a:pt x="4274" y="6525"/>
                      <a:pt x="5080" y="6190"/>
                      <a:pt x="5675" y="5595"/>
                    </a:cubicBezTo>
                    <a:cubicBezTo>
                      <a:pt x="6270" y="5001"/>
                      <a:pt x="6604" y="4193"/>
                      <a:pt x="6604" y="3352"/>
                    </a:cubicBezTo>
                    <a:cubicBezTo>
                      <a:pt x="6604" y="2511"/>
                      <a:pt x="6270" y="1704"/>
                      <a:pt x="5675" y="1109"/>
                    </a:cubicBezTo>
                    <a:cubicBezTo>
                      <a:pt x="5080" y="514"/>
                      <a:pt x="4274" y="179"/>
                      <a:pt x="3433" y="179"/>
                    </a:cubicBezTo>
                    <a:cubicBezTo>
                      <a:pt x="2591" y="179"/>
                      <a:pt x="1785" y="514"/>
                      <a:pt x="1190" y="1109"/>
                    </a:cubicBezTo>
                    <a:cubicBezTo>
                      <a:pt x="595" y="1704"/>
                      <a:pt x="261" y="2511"/>
                      <a:pt x="261" y="3352"/>
                    </a:cubicBezTo>
                    <a:cubicBezTo>
                      <a:pt x="261" y="4193"/>
                      <a:pt x="595" y="5001"/>
                      <a:pt x="1190" y="5595"/>
                    </a:cubicBezTo>
                    <a:cubicBezTo>
                      <a:pt x="1785" y="6190"/>
                      <a:pt x="2591" y="6525"/>
                      <a:pt x="343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39" name="Freeform: Shape 3438">
                <a:extLst>
                  <a:ext uri="{FF2B5EF4-FFF2-40B4-BE49-F238E27FC236}">
                    <a16:creationId xmlns:a16="http://schemas.microsoft.com/office/drawing/2014/main" id="{5DEEE573-0D64-5A12-A25F-4EA837F6F100}"/>
                  </a:ext>
                </a:extLst>
              </p:cNvPr>
              <p:cNvSpPr/>
              <p:nvPr/>
            </p:nvSpPr>
            <p:spPr>
              <a:xfrm>
                <a:off x="4165358" y="5757165"/>
                <a:ext cx="6343" cy="6345"/>
              </a:xfrm>
              <a:custGeom>
                <a:avLst/>
                <a:gdLst>
                  <a:gd name="connsiteX0" fmla="*/ 3433 w 6343"/>
                  <a:gd name="connsiteY0" fmla="*/ 6525 h 6345"/>
                  <a:gd name="connsiteX1" fmla="*/ 5675 w 6343"/>
                  <a:gd name="connsiteY1" fmla="*/ 5596 h 6345"/>
                  <a:gd name="connsiteX2" fmla="*/ 6604 w 6343"/>
                  <a:gd name="connsiteY2" fmla="*/ 3352 h 6345"/>
                  <a:gd name="connsiteX3" fmla="*/ 5675 w 6343"/>
                  <a:gd name="connsiteY3" fmla="*/ 1109 h 6345"/>
                  <a:gd name="connsiteX4" fmla="*/ 3433 w 6343"/>
                  <a:gd name="connsiteY4" fmla="*/ 179 h 6345"/>
                  <a:gd name="connsiteX5" fmla="*/ 1190 w 6343"/>
                  <a:gd name="connsiteY5" fmla="*/ 1109 h 6345"/>
                  <a:gd name="connsiteX6" fmla="*/ 261 w 6343"/>
                  <a:gd name="connsiteY6" fmla="*/ 3352 h 6345"/>
                  <a:gd name="connsiteX7" fmla="*/ 1190 w 6343"/>
                  <a:gd name="connsiteY7" fmla="*/ 5596 h 6345"/>
                  <a:gd name="connsiteX8" fmla="*/ 343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25"/>
                    </a:moveTo>
                    <a:cubicBezTo>
                      <a:pt x="4274" y="6525"/>
                      <a:pt x="5081" y="6191"/>
                      <a:pt x="5675" y="5596"/>
                    </a:cubicBezTo>
                    <a:cubicBezTo>
                      <a:pt x="6270" y="5001"/>
                      <a:pt x="6604" y="4194"/>
                      <a:pt x="6604" y="3352"/>
                    </a:cubicBezTo>
                    <a:cubicBezTo>
                      <a:pt x="6604" y="2511"/>
                      <a:pt x="6270" y="1704"/>
                      <a:pt x="5675" y="1109"/>
                    </a:cubicBezTo>
                    <a:cubicBezTo>
                      <a:pt x="5081" y="514"/>
                      <a:pt x="4274" y="179"/>
                      <a:pt x="3433" y="179"/>
                    </a:cubicBezTo>
                    <a:cubicBezTo>
                      <a:pt x="2592" y="179"/>
                      <a:pt x="1785" y="514"/>
                      <a:pt x="1190" y="1109"/>
                    </a:cubicBezTo>
                    <a:cubicBezTo>
                      <a:pt x="595" y="1704"/>
                      <a:pt x="261" y="2511"/>
                      <a:pt x="261" y="3352"/>
                    </a:cubicBezTo>
                    <a:cubicBezTo>
                      <a:pt x="261" y="4194"/>
                      <a:pt x="595" y="5001"/>
                      <a:pt x="1190" y="5596"/>
                    </a:cubicBezTo>
                    <a:cubicBezTo>
                      <a:pt x="1785" y="6191"/>
                      <a:pt x="2592" y="6525"/>
                      <a:pt x="343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40" name="Freeform: Shape 3439">
                <a:extLst>
                  <a:ext uri="{FF2B5EF4-FFF2-40B4-BE49-F238E27FC236}">
                    <a16:creationId xmlns:a16="http://schemas.microsoft.com/office/drawing/2014/main" id="{E02404CB-CE0F-BFDF-B1EF-0CD3EC67B5E4}"/>
                  </a:ext>
                </a:extLst>
              </p:cNvPr>
              <p:cNvSpPr/>
              <p:nvPr/>
            </p:nvSpPr>
            <p:spPr>
              <a:xfrm>
                <a:off x="4167492" y="5759141"/>
                <a:ext cx="6343" cy="6345"/>
              </a:xfrm>
              <a:custGeom>
                <a:avLst/>
                <a:gdLst>
                  <a:gd name="connsiteX0" fmla="*/ 3433 w 6343"/>
                  <a:gd name="connsiteY0" fmla="*/ 6525 h 6345"/>
                  <a:gd name="connsiteX1" fmla="*/ 5676 w 6343"/>
                  <a:gd name="connsiteY1" fmla="*/ 5596 h 6345"/>
                  <a:gd name="connsiteX2" fmla="*/ 6604 w 6343"/>
                  <a:gd name="connsiteY2" fmla="*/ 3352 h 6345"/>
                  <a:gd name="connsiteX3" fmla="*/ 5676 w 6343"/>
                  <a:gd name="connsiteY3" fmla="*/ 1109 h 6345"/>
                  <a:gd name="connsiteX4" fmla="*/ 3433 w 6343"/>
                  <a:gd name="connsiteY4" fmla="*/ 180 h 6345"/>
                  <a:gd name="connsiteX5" fmla="*/ 1190 w 6343"/>
                  <a:gd name="connsiteY5" fmla="*/ 1109 h 6345"/>
                  <a:gd name="connsiteX6" fmla="*/ 261 w 6343"/>
                  <a:gd name="connsiteY6" fmla="*/ 3352 h 6345"/>
                  <a:gd name="connsiteX7" fmla="*/ 1190 w 6343"/>
                  <a:gd name="connsiteY7" fmla="*/ 5596 h 6345"/>
                  <a:gd name="connsiteX8" fmla="*/ 343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25"/>
                    </a:moveTo>
                    <a:cubicBezTo>
                      <a:pt x="4274" y="6525"/>
                      <a:pt x="5081" y="6191"/>
                      <a:pt x="5676" y="5596"/>
                    </a:cubicBezTo>
                    <a:cubicBezTo>
                      <a:pt x="6270" y="5001"/>
                      <a:pt x="6604" y="4194"/>
                      <a:pt x="6604" y="3352"/>
                    </a:cubicBezTo>
                    <a:cubicBezTo>
                      <a:pt x="6604" y="2511"/>
                      <a:pt x="6270" y="1704"/>
                      <a:pt x="5676" y="1109"/>
                    </a:cubicBezTo>
                    <a:cubicBezTo>
                      <a:pt x="5081" y="514"/>
                      <a:pt x="4274" y="180"/>
                      <a:pt x="3433" y="180"/>
                    </a:cubicBezTo>
                    <a:cubicBezTo>
                      <a:pt x="2592" y="180"/>
                      <a:pt x="1785" y="514"/>
                      <a:pt x="1190" y="1109"/>
                    </a:cubicBezTo>
                    <a:cubicBezTo>
                      <a:pt x="596" y="1704"/>
                      <a:pt x="261" y="2511"/>
                      <a:pt x="261" y="3352"/>
                    </a:cubicBezTo>
                    <a:cubicBezTo>
                      <a:pt x="261" y="4194"/>
                      <a:pt x="596" y="5001"/>
                      <a:pt x="1190" y="5596"/>
                    </a:cubicBezTo>
                    <a:cubicBezTo>
                      <a:pt x="1785" y="6191"/>
                      <a:pt x="2592" y="6525"/>
                      <a:pt x="343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41" name="Freeform: Shape 3440">
                <a:extLst>
                  <a:ext uri="{FF2B5EF4-FFF2-40B4-BE49-F238E27FC236}">
                    <a16:creationId xmlns:a16="http://schemas.microsoft.com/office/drawing/2014/main" id="{EB65C453-96D3-57FD-0B80-21674BCE4F01}"/>
                  </a:ext>
                </a:extLst>
              </p:cNvPr>
              <p:cNvSpPr/>
              <p:nvPr/>
            </p:nvSpPr>
            <p:spPr>
              <a:xfrm>
                <a:off x="4168477" y="5761045"/>
                <a:ext cx="6343" cy="6345"/>
              </a:xfrm>
              <a:custGeom>
                <a:avLst/>
                <a:gdLst>
                  <a:gd name="connsiteX0" fmla="*/ 3433 w 6343"/>
                  <a:gd name="connsiteY0" fmla="*/ 6525 h 6345"/>
                  <a:gd name="connsiteX1" fmla="*/ 5676 w 6343"/>
                  <a:gd name="connsiteY1" fmla="*/ 5596 h 6345"/>
                  <a:gd name="connsiteX2" fmla="*/ 6605 w 6343"/>
                  <a:gd name="connsiteY2" fmla="*/ 3352 h 6345"/>
                  <a:gd name="connsiteX3" fmla="*/ 5676 w 6343"/>
                  <a:gd name="connsiteY3" fmla="*/ 1109 h 6345"/>
                  <a:gd name="connsiteX4" fmla="*/ 3433 w 6343"/>
                  <a:gd name="connsiteY4" fmla="*/ 180 h 6345"/>
                  <a:gd name="connsiteX5" fmla="*/ 1190 w 6343"/>
                  <a:gd name="connsiteY5" fmla="*/ 1109 h 6345"/>
                  <a:gd name="connsiteX6" fmla="*/ 261 w 6343"/>
                  <a:gd name="connsiteY6" fmla="*/ 3352 h 6345"/>
                  <a:gd name="connsiteX7" fmla="*/ 1190 w 6343"/>
                  <a:gd name="connsiteY7" fmla="*/ 5596 h 6345"/>
                  <a:gd name="connsiteX8" fmla="*/ 343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25"/>
                    </a:moveTo>
                    <a:cubicBezTo>
                      <a:pt x="4274" y="6525"/>
                      <a:pt x="5081" y="6191"/>
                      <a:pt x="5676" y="5596"/>
                    </a:cubicBezTo>
                    <a:cubicBezTo>
                      <a:pt x="6270" y="5001"/>
                      <a:pt x="6605" y="4194"/>
                      <a:pt x="6605" y="3352"/>
                    </a:cubicBezTo>
                    <a:cubicBezTo>
                      <a:pt x="6605" y="2511"/>
                      <a:pt x="6270" y="1704"/>
                      <a:pt x="5676" y="1109"/>
                    </a:cubicBezTo>
                    <a:cubicBezTo>
                      <a:pt x="5081" y="514"/>
                      <a:pt x="4274" y="180"/>
                      <a:pt x="3433" y="180"/>
                    </a:cubicBezTo>
                    <a:cubicBezTo>
                      <a:pt x="2592" y="180"/>
                      <a:pt x="1785" y="514"/>
                      <a:pt x="1190" y="1109"/>
                    </a:cubicBezTo>
                    <a:cubicBezTo>
                      <a:pt x="596" y="1704"/>
                      <a:pt x="261" y="2511"/>
                      <a:pt x="261" y="3352"/>
                    </a:cubicBezTo>
                    <a:cubicBezTo>
                      <a:pt x="261" y="4194"/>
                      <a:pt x="596" y="5001"/>
                      <a:pt x="1190" y="5596"/>
                    </a:cubicBezTo>
                    <a:cubicBezTo>
                      <a:pt x="1785" y="6191"/>
                      <a:pt x="2592" y="6525"/>
                      <a:pt x="343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42" name="Freeform: Shape 3441">
                <a:extLst>
                  <a:ext uri="{FF2B5EF4-FFF2-40B4-BE49-F238E27FC236}">
                    <a16:creationId xmlns:a16="http://schemas.microsoft.com/office/drawing/2014/main" id="{F42AC9D2-320A-E615-86C1-33942A5ECD35}"/>
                  </a:ext>
                </a:extLst>
              </p:cNvPr>
              <p:cNvSpPr/>
              <p:nvPr/>
            </p:nvSpPr>
            <p:spPr>
              <a:xfrm>
                <a:off x="4185760" y="5764472"/>
                <a:ext cx="6343" cy="6345"/>
              </a:xfrm>
              <a:custGeom>
                <a:avLst/>
                <a:gdLst>
                  <a:gd name="connsiteX0" fmla="*/ 3434 w 6343"/>
                  <a:gd name="connsiteY0" fmla="*/ 6525 h 6345"/>
                  <a:gd name="connsiteX1" fmla="*/ 5677 w 6343"/>
                  <a:gd name="connsiteY1" fmla="*/ 5596 h 6345"/>
                  <a:gd name="connsiteX2" fmla="*/ 6606 w 6343"/>
                  <a:gd name="connsiteY2" fmla="*/ 3353 h 6345"/>
                  <a:gd name="connsiteX3" fmla="*/ 5677 w 6343"/>
                  <a:gd name="connsiteY3" fmla="*/ 1109 h 6345"/>
                  <a:gd name="connsiteX4" fmla="*/ 3434 w 6343"/>
                  <a:gd name="connsiteY4" fmla="*/ 180 h 6345"/>
                  <a:gd name="connsiteX5" fmla="*/ 1192 w 6343"/>
                  <a:gd name="connsiteY5" fmla="*/ 1109 h 6345"/>
                  <a:gd name="connsiteX6" fmla="*/ 263 w 6343"/>
                  <a:gd name="connsiteY6" fmla="*/ 3353 h 6345"/>
                  <a:gd name="connsiteX7" fmla="*/ 1192 w 6343"/>
                  <a:gd name="connsiteY7" fmla="*/ 5596 h 6345"/>
                  <a:gd name="connsiteX8" fmla="*/ 343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25"/>
                    </a:moveTo>
                    <a:cubicBezTo>
                      <a:pt x="4275" y="6525"/>
                      <a:pt x="5082" y="6191"/>
                      <a:pt x="5677" y="5596"/>
                    </a:cubicBezTo>
                    <a:cubicBezTo>
                      <a:pt x="6272" y="5001"/>
                      <a:pt x="6606" y="4194"/>
                      <a:pt x="6606" y="3353"/>
                    </a:cubicBezTo>
                    <a:cubicBezTo>
                      <a:pt x="6606" y="2511"/>
                      <a:pt x="6272" y="1704"/>
                      <a:pt x="5677" y="1109"/>
                    </a:cubicBezTo>
                    <a:cubicBezTo>
                      <a:pt x="5082" y="514"/>
                      <a:pt x="4275" y="180"/>
                      <a:pt x="3434" y="180"/>
                    </a:cubicBezTo>
                    <a:cubicBezTo>
                      <a:pt x="2593" y="180"/>
                      <a:pt x="1786" y="514"/>
                      <a:pt x="1192" y="1109"/>
                    </a:cubicBezTo>
                    <a:cubicBezTo>
                      <a:pt x="597" y="1704"/>
                      <a:pt x="263" y="2511"/>
                      <a:pt x="263" y="3353"/>
                    </a:cubicBezTo>
                    <a:cubicBezTo>
                      <a:pt x="263" y="4194"/>
                      <a:pt x="597" y="5001"/>
                      <a:pt x="1192" y="5596"/>
                    </a:cubicBezTo>
                    <a:cubicBezTo>
                      <a:pt x="1786" y="6191"/>
                      <a:pt x="2593" y="6525"/>
                      <a:pt x="343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43" name="Freeform: Shape 3442">
                <a:extLst>
                  <a:ext uri="{FF2B5EF4-FFF2-40B4-BE49-F238E27FC236}">
                    <a16:creationId xmlns:a16="http://schemas.microsoft.com/office/drawing/2014/main" id="{8DC76D24-06CC-F6F3-59C4-63BE2558018F}"/>
                  </a:ext>
                </a:extLst>
              </p:cNvPr>
              <p:cNvSpPr/>
              <p:nvPr/>
            </p:nvSpPr>
            <p:spPr>
              <a:xfrm>
                <a:off x="4733316" y="5820467"/>
                <a:ext cx="6343" cy="6345"/>
              </a:xfrm>
              <a:custGeom>
                <a:avLst/>
                <a:gdLst>
                  <a:gd name="connsiteX0" fmla="*/ 3477 w 6343"/>
                  <a:gd name="connsiteY0" fmla="*/ 6530 h 6345"/>
                  <a:gd name="connsiteX1" fmla="*/ 5720 w 6343"/>
                  <a:gd name="connsiteY1" fmla="*/ 5601 h 6345"/>
                  <a:gd name="connsiteX2" fmla="*/ 6649 w 6343"/>
                  <a:gd name="connsiteY2" fmla="*/ 3357 h 6345"/>
                  <a:gd name="connsiteX3" fmla="*/ 5720 w 6343"/>
                  <a:gd name="connsiteY3" fmla="*/ 1114 h 6345"/>
                  <a:gd name="connsiteX4" fmla="*/ 3477 w 6343"/>
                  <a:gd name="connsiteY4" fmla="*/ 184 h 6345"/>
                  <a:gd name="connsiteX5" fmla="*/ 1235 w 6343"/>
                  <a:gd name="connsiteY5" fmla="*/ 1114 h 6345"/>
                  <a:gd name="connsiteX6" fmla="*/ 306 w 6343"/>
                  <a:gd name="connsiteY6" fmla="*/ 3357 h 6345"/>
                  <a:gd name="connsiteX7" fmla="*/ 1235 w 6343"/>
                  <a:gd name="connsiteY7" fmla="*/ 5601 h 6345"/>
                  <a:gd name="connsiteX8" fmla="*/ 3477 w 6343"/>
                  <a:gd name="connsiteY8" fmla="*/ 65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7" y="6530"/>
                    </a:moveTo>
                    <a:cubicBezTo>
                      <a:pt x="4319" y="6530"/>
                      <a:pt x="5125" y="6196"/>
                      <a:pt x="5720" y="5601"/>
                    </a:cubicBezTo>
                    <a:cubicBezTo>
                      <a:pt x="6315" y="5006"/>
                      <a:pt x="6649" y="4199"/>
                      <a:pt x="6649" y="3357"/>
                    </a:cubicBezTo>
                    <a:cubicBezTo>
                      <a:pt x="6649" y="2516"/>
                      <a:pt x="6315" y="1709"/>
                      <a:pt x="5720" y="1114"/>
                    </a:cubicBezTo>
                    <a:cubicBezTo>
                      <a:pt x="5125" y="519"/>
                      <a:pt x="4319" y="184"/>
                      <a:pt x="3477" y="184"/>
                    </a:cubicBezTo>
                    <a:cubicBezTo>
                      <a:pt x="2636" y="184"/>
                      <a:pt x="1830" y="519"/>
                      <a:pt x="1235" y="1114"/>
                    </a:cubicBezTo>
                    <a:cubicBezTo>
                      <a:pt x="640" y="1709"/>
                      <a:pt x="306" y="2516"/>
                      <a:pt x="306" y="3357"/>
                    </a:cubicBezTo>
                    <a:cubicBezTo>
                      <a:pt x="306" y="4199"/>
                      <a:pt x="640" y="5006"/>
                      <a:pt x="1235" y="5601"/>
                    </a:cubicBezTo>
                    <a:cubicBezTo>
                      <a:pt x="1830" y="6196"/>
                      <a:pt x="2636" y="6530"/>
                      <a:pt x="3477" y="65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44" name="Freeform: Shape 3443">
                <a:extLst>
                  <a:ext uri="{FF2B5EF4-FFF2-40B4-BE49-F238E27FC236}">
                    <a16:creationId xmlns:a16="http://schemas.microsoft.com/office/drawing/2014/main" id="{538FFD73-91A8-4211-DBC4-08F0E56DC2F4}"/>
                  </a:ext>
                </a:extLst>
              </p:cNvPr>
              <p:cNvSpPr/>
              <p:nvPr/>
            </p:nvSpPr>
            <p:spPr>
              <a:xfrm>
                <a:off x="4733676" y="5825839"/>
                <a:ext cx="6343" cy="6345"/>
              </a:xfrm>
              <a:custGeom>
                <a:avLst/>
                <a:gdLst>
                  <a:gd name="connsiteX0" fmla="*/ 3478 w 6343"/>
                  <a:gd name="connsiteY0" fmla="*/ 6530 h 6345"/>
                  <a:gd name="connsiteX1" fmla="*/ 5720 w 6343"/>
                  <a:gd name="connsiteY1" fmla="*/ 5601 h 6345"/>
                  <a:gd name="connsiteX2" fmla="*/ 6649 w 6343"/>
                  <a:gd name="connsiteY2" fmla="*/ 3358 h 6345"/>
                  <a:gd name="connsiteX3" fmla="*/ 5720 w 6343"/>
                  <a:gd name="connsiteY3" fmla="*/ 1114 h 6345"/>
                  <a:gd name="connsiteX4" fmla="*/ 3478 w 6343"/>
                  <a:gd name="connsiteY4" fmla="*/ 185 h 6345"/>
                  <a:gd name="connsiteX5" fmla="*/ 1235 w 6343"/>
                  <a:gd name="connsiteY5" fmla="*/ 1114 h 6345"/>
                  <a:gd name="connsiteX6" fmla="*/ 306 w 6343"/>
                  <a:gd name="connsiteY6" fmla="*/ 3358 h 6345"/>
                  <a:gd name="connsiteX7" fmla="*/ 1235 w 6343"/>
                  <a:gd name="connsiteY7" fmla="*/ 5601 h 6345"/>
                  <a:gd name="connsiteX8" fmla="*/ 3478 w 6343"/>
                  <a:gd name="connsiteY8" fmla="*/ 65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8" y="6530"/>
                    </a:moveTo>
                    <a:cubicBezTo>
                      <a:pt x="4319" y="6530"/>
                      <a:pt x="5125" y="6196"/>
                      <a:pt x="5720" y="5601"/>
                    </a:cubicBezTo>
                    <a:cubicBezTo>
                      <a:pt x="6315" y="5006"/>
                      <a:pt x="6649" y="4199"/>
                      <a:pt x="6649" y="3358"/>
                    </a:cubicBezTo>
                    <a:cubicBezTo>
                      <a:pt x="6649" y="2516"/>
                      <a:pt x="6315" y="1709"/>
                      <a:pt x="5720" y="1114"/>
                    </a:cubicBezTo>
                    <a:cubicBezTo>
                      <a:pt x="5125" y="519"/>
                      <a:pt x="4319" y="185"/>
                      <a:pt x="3478" y="185"/>
                    </a:cubicBezTo>
                    <a:cubicBezTo>
                      <a:pt x="2636" y="185"/>
                      <a:pt x="1830" y="519"/>
                      <a:pt x="1235" y="1114"/>
                    </a:cubicBezTo>
                    <a:cubicBezTo>
                      <a:pt x="640" y="1709"/>
                      <a:pt x="306" y="2516"/>
                      <a:pt x="306" y="3358"/>
                    </a:cubicBezTo>
                    <a:cubicBezTo>
                      <a:pt x="306" y="4199"/>
                      <a:pt x="640" y="5006"/>
                      <a:pt x="1235" y="5601"/>
                    </a:cubicBezTo>
                    <a:cubicBezTo>
                      <a:pt x="1830" y="6196"/>
                      <a:pt x="2636" y="6530"/>
                      <a:pt x="3478" y="65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45" name="Freeform: Shape 3444">
                <a:extLst>
                  <a:ext uri="{FF2B5EF4-FFF2-40B4-BE49-F238E27FC236}">
                    <a16:creationId xmlns:a16="http://schemas.microsoft.com/office/drawing/2014/main" id="{962BDE75-C203-8A9C-27EA-74E0CBE11831}"/>
                  </a:ext>
                </a:extLst>
              </p:cNvPr>
              <p:cNvSpPr/>
              <p:nvPr/>
            </p:nvSpPr>
            <p:spPr>
              <a:xfrm>
                <a:off x="4729473" y="5830716"/>
                <a:ext cx="6343" cy="6345"/>
              </a:xfrm>
              <a:custGeom>
                <a:avLst/>
                <a:gdLst>
                  <a:gd name="connsiteX0" fmla="*/ 3477 w 6343"/>
                  <a:gd name="connsiteY0" fmla="*/ 6531 h 6345"/>
                  <a:gd name="connsiteX1" fmla="*/ 5720 w 6343"/>
                  <a:gd name="connsiteY1" fmla="*/ 5601 h 6345"/>
                  <a:gd name="connsiteX2" fmla="*/ 6649 w 6343"/>
                  <a:gd name="connsiteY2" fmla="*/ 3358 h 6345"/>
                  <a:gd name="connsiteX3" fmla="*/ 5720 w 6343"/>
                  <a:gd name="connsiteY3" fmla="*/ 1115 h 6345"/>
                  <a:gd name="connsiteX4" fmla="*/ 3477 w 6343"/>
                  <a:gd name="connsiteY4" fmla="*/ 185 h 6345"/>
                  <a:gd name="connsiteX5" fmla="*/ 1235 w 6343"/>
                  <a:gd name="connsiteY5" fmla="*/ 1115 h 6345"/>
                  <a:gd name="connsiteX6" fmla="*/ 306 w 6343"/>
                  <a:gd name="connsiteY6" fmla="*/ 3358 h 6345"/>
                  <a:gd name="connsiteX7" fmla="*/ 1235 w 6343"/>
                  <a:gd name="connsiteY7" fmla="*/ 5601 h 6345"/>
                  <a:gd name="connsiteX8" fmla="*/ 3477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7" y="6531"/>
                    </a:moveTo>
                    <a:cubicBezTo>
                      <a:pt x="4318" y="6531"/>
                      <a:pt x="5125" y="6196"/>
                      <a:pt x="5720" y="5601"/>
                    </a:cubicBezTo>
                    <a:cubicBezTo>
                      <a:pt x="6315" y="5006"/>
                      <a:pt x="6649" y="4199"/>
                      <a:pt x="6649" y="3358"/>
                    </a:cubicBezTo>
                    <a:cubicBezTo>
                      <a:pt x="6649" y="2517"/>
                      <a:pt x="6315" y="1710"/>
                      <a:pt x="5720" y="1115"/>
                    </a:cubicBezTo>
                    <a:cubicBezTo>
                      <a:pt x="5125" y="520"/>
                      <a:pt x="4318" y="185"/>
                      <a:pt x="3477" y="185"/>
                    </a:cubicBezTo>
                    <a:cubicBezTo>
                      <a:pt x="2636" y="185"/>
                      <a:pt x="1829" y="520"/>
                      <a:pt x="1235" y="1115"/>
                    </a:cubicBezTo>
                    <a:cubicBezTo>
                      <a:pt x="640" y="1710"/>
                      <a:pt x="306" y="2517"/>
                      <a:pt x="306" y="3358"/>
                    </a:cubicBezTo>
                    <a:cubicBezTo>
                      <a:pt x="306" y="4199"/>
                      <a:pt x="640" y="5006"/>
                      <a:pt x="1235" y="5601"/>
                    </a:cubicBezTo>
                    <a:cubicBezTo>
                      <a:pt x="1829" y="6196"/>
                      <a:pt x="2636" y="6531"/>
                      <a:pt x="3477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46" name="Freeform: Shape 3445">
                <a:extLst>
                  <a:ext uri="{FF2B5EF4-FFF2-40B4-BE49-F238E27FC236}">
                    <a16:creationId xmlns:a16="http://schemas.microsoft.com/office/drawing/2014/main" id="{CDA29268-AAE7-A7E6-D34D-47C8DB2FF43A}"/>
                  </a:ext>
                </a:extLst>
              </p:cNvPr>
              <p:cNvSpPr/>
              <p:nvPr/>
            </p:nvSpPr>
            <p:spPr>
              <a:xfrm>
                <a:off x="4724300" y="5835434"/>
                <a:ext cx="6343" cy="6345"/>
              </a:xfrm>
              <a:custGeom>
                <a:avLst/>
                <a:gdLst>
                  <a:gd name="connsiteX0" fmla="*/ 3477 w 6343"/>
                  <a:gd name="connsiteY0" fmla="*/ 6531 h 6345"/>
                  <a:gd name="connsiteX1" fmla="*/ 5719 w 6343"/>
                  <a:gd name="connsiteY1" fmla="*/ 5602 h 6345"/>
                  <a:gd name="connsiteX2" fmla="*/ 6648 w 6343"/>
                  <a:gd name="connsiteY2" fmla="*/ 3358 h 6345"/>
                  <a:gd name="connsiteX3" fmla="*/ 5719 w 6343"/>
                  <a:gd name="connsiteY3" fmla="*/ 1115 h 6345"/>
                  <a:gd name="connsiteX4" fmla="*/ 3477 w 6343"/>
                  <a:gd name="connsiteY4" fmla="*/ 186 h 6345"/>
                  <a:gd name="connsiteX5" fmla="*/ 1234 w 6343"/>
                  <a:gd name="connsiteY5" fmla="*/ 1115 h 6345"/>
                  <a:gd name="connsiteX6" fmla="*/ 305 w 6343"/>
                  <a:gd name="connsiteY6" fmla="*/ 3358 h 6345"/>
                  <a:gd name="connsiteX7" fmla="*/ 1234 w 6343"/>
                  <a:gd name="connsiteY7" fmla="*/ 5602 h 6345"/>
                  <a:gd name="connsiteX8" fmla="*/ 3477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7" y="6531"/>
                    </a:moveTo>
                    <a:cubicBezTo>
                      <a:pt x="4318" y="6531"/>
                      <a:pt x="5125" y="6197"/>
                      <a:pt x="5719" y="5602"/>
                    </a:cubicBezTo>
                    <a:cubicBezTo>
                      <a:pt x="6314" y="5007"/>
                      <a:pt x="6648" y="4200"/>
                      <a:pt x="6648" y="3358"/>
                    </a:cubicBezTo>
                    <a:cubicBezTo>
                      <a:pt x="6648" y="2517"/>
                      <a:pt x="6314" y="1710"/>
                      <a:pt x="5719" y="1115"/>
                    </a:cubicBezTo>
                    <a:cubicBezTo>
                      <a:pt x="5125" y="520"/>
                      <a:pt x="4318" y="186"/>
                      <a:pt x="3477" y="186"/>
                    </a:cubicBezTo>
                    <a:cubicBezTo>
                      <a:pt x="2636" y="186"/>
                      <a:pt x="1829" y="520"/>
                      <a:pt x="1234" y="1115"/>
                    </a:cubicBezTo>
                    <a:cubicBezTo>
                      <a:pt x="639" y="1710"/>
                      <a:pt x="305" y="2517"/>
                      <a:pt x="305" y="3358"/>
                    </a:cubicBezTo>
                    <a:cubicBezTo>
                      <a:pt x="305" y="4200"/>
                      <a:pt x="639" y="5007"/>
                      <a:pt x="1234" y="5602"/>
                    </a:cubicBezTo>
                    <a:cubicBezTo>
                      <a:pt x="1829" y="6197"/>
                      <a:pt x="2636" y="6531"/>
                      <a:pt x="3477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47" name="Freeform: Shape 3446">
                <a:extLst>
                  <a:ext uri="{FF2B5EF4-FFF2-40B4-BE49-F238E27FC236}">
                    <a16:creationId xmlns:a16="http://schemas.microsoft.com/office/drawing/2014/main" id="{05AF427F-D9EF-1383-3883-57BA11C2FF80}"/>
                  </a:ext>
                </a:extLst>
              </p:cNvPr>
              <p:cNvSpPr/>
              <p:nvPr/>
            </p:nvSpPr>
            <p:spPr>
              <a:xfrm>
                <a:off x="4723954" y="5840692"/>
                <a:ext cx="6343" cy="6345"/>
              </a:xfrm>
              <a:custGeom>
                <a:avLst/>
                <a:gdLst>
                  <a:gd name="connsiteX0" fmla="*/ 3477 w 6343"/>
                  <a:gd name="connsiteY0" fmla="*/ 6531 h 6345"/>
                  <a:gd name="connsiteX1" fmla="*/ 5719 w 6343"/>
                  <a:gd name="connsiteY1" fmla="*/ 5602 h 6345"/>
                  <a:gd name="connsiteX2" fmla="*/ 6648 w 6343"/>
                  <a:gd name="connsiteY2" fmla="*/ 3359 h 6345"/>
                  <a:gd name="connsiteX3" fmla="*/ 5719 w 6343"/>
                  <a:gd name="connsiteY3" fmla="*/ 1115 h 6345"/>
                  <a:gd name="connsiteX4" fmla="*/ 3477 w 6343"/>
                  <a:gd name="connsiteY4" fmla="*/ 186 h 6345"/>
                  <a:gd name="connsiteX5" fmla="*/ 1234 w 6343"/>
                  <a:gd name="connsiteY5" fmla="*/ 1115 h 6345"/>
                  <a:gd name="connsiteX6" fmla="*/ 305 w 6343"/>
                  <a:gd name="connsiteY6" fmla="*/ 3359 h 6345"/>
                  <a:gd name="connsiteX7" fmla="*/ 1234 w 6343"/>
                  <a:gd name="connsiteY7" fmla="*/ 5602 h 6345"/>
                  <a:gd name="connsiteX8" fmla="*/ 3477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7" y="6531"/>
                    </a:moveTo>
                    <a:cubicBezTo>
                      <a:pt x="4318" y="6531"/>
                      <a:pt x="5125" y="6197"/>
                      <a:pt x="5719" y="5602"/>
                    </a:cubicBezTo>
                    <a:cubicBezTo>
                      <a:pt x="6314" y="5007"/>
                      <a:pt x="6648" y="4200"/>
                      <a:pt x="6648" y="3359"/>
                    </a:cubicBezTo>
                    <a:cubicBezTo>
                      <a:pt x="6648" y="2517"/>
                      <a:pt x="6314" y="1710"/>
                      <a:pt x="5719" y="1115"/>
                    </a:cubicBezTo>
                    <a:cubicBezTo>
                      <a:pt x="5125" y="520"/>
                      <a:pt x="4318" y="186"/>
                      <a:pt x="3477" y="186"/>
                    </a:cubicBezTo>
                    <a:cubicBezTo>
                      <a:pt x="2636" y="186"/>
                      <a:pt x="1829" y="520"/>
                      <a:pt x="1234" y="1115"/>
                    </a:cubicBezTo>
                    <a:cubicBezTo>
                      <a:pt x="639" y="1710"/>
                      <a:pt x="305" y="2517"/>
                      <a:pt x="305" y="3359"/>
                    </a:cubicBezTo>
                    <a:cubicBezTo>
                      <a:pt x="305" y="4200"/>
                      <a:pt x="639" y="5007"/>
                      <a:pt x="1234" y="5602"/>
                    </a:cubicBezTo>
                    <a:cubicBezTo>
                      <a:pt x="1829" y="6197"/>
                      <a:pt x="2636" y="6531"/>
                      <a:pt x="3477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48" name="Freeform: Shape 3447">
                <a:extLst>
                  <a:ext uri="{FF2B5EF4-FFF2-40B4-BE49-F238E27FC236}">
                    <a16:creationId xmlns:a16="http://schemas.microsoft.com/office/drawing/2014/main" id="{A47A77FD-3C69-0E62-7AF9-1B21750546F2}"/>
                  </a:ext>
                </a:extLst>
              </p:cNvPr>
              <p:cNvSpPr/>
              <p:nvPr/>
            </p:nvSpPr>
            <p:spPr>
              <a:xfrm>
                <a:off x="4724047" y="5846011"/>
                <a:ext cx="6343" cy="6345"/>
              </a:xfrm>
              <a:custGeom>
                <a:avLst/>
                <a:gdLst>
                  <a:gd name="connsiteX0" fmla="*/ 3477 w 6343"/>
                  <a:gd name="connsiteY0" fmla="*/ 6532 h 6345"/>
                  <a:gd name="connsiteX1" fmla="*/ 5719 w 6343"/>
                  <a:gd name="connsiteY1" fmla="*/ 5603 h 6345"/>
                  <a:gd name="connsiteX2" fmla="*/ 6648 w 6343"/>
                  <a:gd name="connsiteY2" fmla="*/ 3359 h 6345"/>
                  <a:gd name="connsiteX3" fmla="*/ 5719 w 6343"/>
                  <a:gd name="connsiteY3" fmla="*/ 1116 h 6345"/>
                  <a:gd name="connsiteX4" fmla="*/ 3477 w 6343"/>
                  <a:gd name="connsiteY4" fmla="*/ 186 h 6345"/>
                  <a:gd name="connsiteX5" fmla="*/ 1234 w 6343"/>
                  <a:gd name="connsiteY5" fmla="*/ 1116 h 6345"/>
                  <a:gd name="connsiteX6" fmla="*/ 305 w 6343"/>
                  <a:gd name="connsiteY6" fmla="*/ 3359 h 6345"/>
                  <a:gd name="connsiteX7" fmla="*/ 1234 w 6343"/>
                  <a:gd name="connsiteY7" fmla="*/ 5603 h 6345"/>
                  <a:gd name="connsiteX8" fmla="*/ 3477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7" y="6532"/>
                    </a:moveTo>
                    <a:cubicBezTo>
                      <a:pt x="4318" y="6532"/>
                      <a:pt x="5125" y="6198"/>
                      <a:pt x="5719" y="5603"/>
                    </a:cubicBezTo>
                    <a:cubicBezTo>
                      <a:pt x="6314" y="5008"/>
                      <a:pt x="6648" y="4201"/>
                      <a:pt x="6648" y="3359"/>
                    </a:cubicBezTo>
                    <a:cubicBezTo>
                      <a:pt x="6648" y="2518"/>
                      <a:pt x="6314" y="1711"/>
                      <a:pt x="5719" y="1116"/>
                    </a:cubicBezTo>
                    <a:cubicBezTo>
                      <a:pt x="5125" y="521"/>
                      <a:pt x="4318" y="186"/>
                      <a:pt x="3477" y="186"/>
                    </a:cubicBezTo>
                    <a:cubicBezTo>
                      <a:pt x="2636" y="186"/>
                      <a:pt x="1829" y="521"/>
                      <a:pt x="1234" y="1116"/>
                    </a:cubicBezTo>
                    <a:cubicBezTo>
                      <a:pt x="639" y="1711"/>
                      <a:pt x="305" y="2518"/>
                      <a:pt x="305" y="3359"/>
                    </a:cubicBezTo>
                    <a:cubicBezTo>
                      <a:pt x="305" y="4201"/>
                      <a:pt x="639" y="5008"/>
                      <a:pt x="1234" y="5603"/>
                    </a:cubicBezTo>
                    <a:cubicBezTo>
                      <a:pt x="1829" y="6198"/>
                      <a:pt x="2636" y="6532"/>
                      <a:pt x="3477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49" name="Freeform: Shape 3448">
                <a:extLst>
                  <a:ext uri="{FF2B5EF4-FFF2-40B4-BE49-F238E27FC236}">
                    <a16:creationId xmlns:a16="http://schemas.microsoft.com/office/drawing/2014/main" id="{3141A4C0-98DF-2AF5-2252-17FC948BC556}"/>
                  </a:ext>
                </a:extLst>
              </p:cNvPr>
              <p:cNvSpPr/>
              <p:nvPr/>
            </p:nvSpPr>
            <p:spPr>
              <a:xfrm>
                <a:off x="4720296" y="5850816"/>
                <a:ext cx="6343" cy="6345"/>
              </a:xfrm>
              <a:custGeom>
                <a:avLst/>
                <a:gdLst>
                  <a:gd name="connsiteX0" fmla="*/ 3476 w 6343"/>
                  <a:gd name="connsiteY0" fmla="*/ 6532 h 6345"/>
                  <a:gd name="connsiteX1" fmla="*/ 5719 w 6343"/>
                  <a:gd name="connsiteY1" fmla="*/ 5603 h 6345"/>
                  <a:gd name="connsiteX2" fmla="*/ 6648 w 6343"/>
                  <a:gd name="connsiteY2" fmla="*/ 3360 h 6345"/>
                  <a:gd name="connsiteX3" fmla="*/ 5719 w 6343"/>
                  <a:gd name="connsiteY3" fmla="*/ 1116 h 6345"/>
                  <a:gd name="connsiteX4" fmla="*/ 3476 w 6343"/>
                  <a:gd name="connsiteY4" fmla="*/ 187 h 6345"/>
                  <a:gd name="connsiteX5" fmla="*/ 1234 w 6343"/>
                  <a:gd name="connsiteY5" fmla="*/ 1116 h 6345"/>
                  <a:gd name="connsiteX6" fmla="*/ 305 w 6343"/>
                  <a:gd name="connsiteY6" fmla="*/ 3360 h 6345"/>
                  <a:gd name="connsiteX7" fmla="*/ 1234 w 6343"/>
                  <a:gd name="connsiteY7" fmla="*/ 5603 h 6345"/>
                  <a:gd name="connsiteX8" fmla="*/ 3476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6" y="6532"/>
                    </a:moveTo>
                    <a:cubicBezTo>
                      <a:pt x="4318" y="6532"/>
                      <a:pt x="5124" y="6198"/>
                      <a:pt x="5719" y="5603"/>
                    </a:cubicBezTo>
                    <a:cubicBezTo>
                      <a:pt x="6314" y="5008"/>
                      <a:pt x="6648" y="4201"/>
                      <a:pt x="6648" y="3360"/>
                    </a:cubicBezTo>
                    <a:cubicBezTo>
                      <a:pt x="6648" y="2518"/>
                      <a:pt x="6314" y="1711"/>
                      <a:pt x="5719" y="1116"/>
                    </a:cubicBezTo>
                    <a:cubicBezTo>
                      <a:pt x="5124" y="521"/>
                      <a:pt x="4318" y="187"/>
                      <a:pt x="3476" y="187"/>
                    </a:cubicBezTo>
                    <a:cubicBezTo>
                      <a:pt x="2635" y="187"/>
                      <a:pt x="1829" y="521"/>
                      <a:pt x="1234" y="1116"/>
                    </a:cubicBezTo>
                    <a:cubicBezTo>
                      <a:pt x="639" y="1711"/>
                      <a:pt x="305" y="2518"/>
                      <a:pt x="305" y="3360"/>
                    </a:cubicBezTo>
                    <a:cubicBezTo>
                      <a:pt x="305" y="4201"/>
                      <a:pt x="639" y="5008"/>
                      <a:pt x="1234" y="5603"/>
                    </a:cubicBezTo>
                    <a:cubicBezTo>
                      <a:pt x="1829" y="6198"/>
                      <a:pt x="2635" y="6532"/>
                      <a:pt x="3476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50" name="Freeform: Shape 3449">
                <a:extLst>
                  <a:ext uri="{FF2B5EF4-FFF2-40B4-BE49-F238E27FC236}">
                    <a16:creationId xmlns:a16="http://schemas.microsoft.com/office/drawing/2014/main" id="{C611A513-D8E8-01F2-3759-3B16BE9C60E1}"/>
                  </a:ext>
                </a:extLst>
              </p:cNvPr>
              <p:cNvSpPr/>
              <p:nvPr/>
            </p:nvSpPr>
            <p:spPr>
              <a:xfrm>
                <a:off x="4711300" y="5854837"/>
                <a:ext cx="6343" cy="6345"/>
              </a:xfrm>
              <a:custGeom>
                <a:avLst/>
                <a:gdLst>
                  <a:gd name="connsiteX0" fmla="*/ 3476 w 6343"/>
                  <a:gd name="connsiteY0" fmla="*/ 6533 h 6345"/>
                  <a:gd name="connsiteX1" fmla="*/ 5718 w 6343"/>
                  <a:gd name="connsiteY1" fmla="*/ 5603 h 6345"/>
                  <a:gd name="connsiteX2" fmla="*/ 6647 w 6343"/>
                  <a:gd name="connsiteY2" fmla="*/ 3360 h 6345"/>
                  <a:gd name="connsiteX3" fmla="*/ 5718 w 6343"/>
                  <a:gd name="connsiteY3" fmla="*/ 1116 h 6345"/>
                  <a:gd name="connsiteX4" fmla="*/ 3476 w 6343"/>
                  <a:gd name="connsiteY4" fmla="*/ 187 h 6345"/>
                  <a:gd name="connsiteX5" fmla="*/ 1233 w 6343"/>
                  <a:gd name="connsiteY5" fmla="*/ 1116 h 6345"/>
                  <a:gd name="connsiteX6" fmla="*/ 304 w 6343"/>
                  <a:gd name="connsiteY6" fmla="*/ 3360 h 6345"/>
                  <a:gd name="connsiteX7" fmla="*/ 1233 w 6343"/>
                  <a:gd name="connsiteY7" fmla="*/ 5603 h 6345"/>
                  <a:gd name="connsiteX8" fmla="*/ 3476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6" y="6533"/>
                    </a:moveTo>
                    <a:cubicBezTo>
                      <a:pt x="4317" y="6533"/>
                      <a:pt x="5124" y="6198"/>
                      <a:pt x="5718" y="5603"/>
                    </a:cubicBezTo>
                    <a:cubicBezTo>
                      <a:pt x="6313" y="5008"/>
                      <a:pt x="6647" y="4201"/>
                      <a:pt x="6647" y="3360"/>
                    </a:cubicBezTo>
                    <a:cubicBezTo>
                      <a:pt x="6647" y="2518"/>
                      <a:pt x="6313" y="1711"/>
                      <a:pt x="5718" y="1116"/>
                    </a:cubicBezTo>
                    <a:cubicBezTo>
                      <a:pt x="5124" y="521"/>
                      <a:pt x="4317" y="187"/>
                      <a:pt x="3476" y="187"/>
                    </a:cubicBezTo>
                    <a:cubicBezTo>
                      <a:pt x="2635" y="187"/>
                      <a:pt x="1828" y="521"/>
                      <a:pt x="1233" y="1116"/>
                    </a:cubicBezTo>
                    <a:cubicBezTo>
                      <a:pt x="638" y="1711"/>
                      <a:pt x="304" y="2518"/>
                      <a:pt x="304" y="3360"/>
                    </a:cubicBezTo>
                    <a:cubicBezTo>
                      <a:pt x="304" y="4201"/>
                      <a:pt x="638" y="5008"/>
                      <a:pt x="1233" y="5603"/>
                    </a:cubicBezTo>
                    <a:cubicBezTo>
                      <a:pt x="1828" y="6198"/>
                      <a:pt x="2635" y="6533"/>
                      <a:pt x="3476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51" name="Freeform: Shape 3450">
                <a:extLst>
                  <a:ext uri="{FF2B5EF4-FFF2-40B4-BE49-F238E27FC236}">
                    <a16:creationId xmlns:a16="http://schemas.microsoft.com/office/drawing/2014/main" id="{2184D610-ED3D-78BD-6BE6-BF779E98C811}"/>
                  </a:ext>
                </a:extLst>
              </p:cNvPr>
              <p:cNvSpPr/>
              <p:nvPr/>
            </p:nvSpPr>
            <p:spPr>
              <a:xfrm>
                <a:off x="4713934" y="5860482"/>
                <a:ext cx="6343" cy="6345"/>
              </a:xfrm>
              <a:custGeom>
                <a:avLst/>
                <a:gdLst>
                  <a:gd name="connsiteX0" fmla="*/ 3476 w 6343"/>
                  <a:gd name="connsiteY0" fmla="*/ 6533 h 6345"/>
                  <a:gd name="connsiteX1" fmla="*/ 5719 w 6343"/>
                  <a:gd name="connsiteY1" fmla="*/ 5604 h 6345"/>
                  <a:gd name="connsiteX2" fmla="*/ 6648 w 6343"/>
                  <a:gd name="connsiteY2" fmla="*/ 3360 h 6345"/>
                  <a:gd name="connsiteX3" fmla="*/ 5719 w 6343"/>
                  <a:gd name="connsiteY3" fmla="*/ 1117 h 6345"/>
                  <a:gd name="connsiteX4" fmla="*/ 3476 w 6343"/>
                  <a:gd name="connsiteY4" fmla="*/ 188 h 6345"/>
                  <a:gd name="connsiteX5" fmla="*/ 1233 w 6343"/>
                  <a:gd name="connsiteY5" fmla="*/ 1117 h 6345"/>
                  <a:gd name="connsiteX6" fmla="*/ 304 w 6343"/>
                  <a:gd name="connsiteY6" fmla="*/ 3360 h 6345"/>
                  <a:gd name="connsiteX7" fmla="*/ 1233 w 6343"/>
                  <a:gd name="connsiteY7" fmla="*/ 5604 h 6345"/>
                  <a:gd name="connsiteX8" fmla="*/ 3476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6" y="6533"/>
                    </a:moveTo>
                    <a:cubicBezTo>
                      <a:pt x="4317" y="6533"/>
                      <a:pt x="5124" y="6199"/>
                      <a:pt x="5719" y="5604"/>
                    </a:cubicBezTo>
                    <a:cubicBezTo>
                      <a:pt x="6313" y="5009"/>
                      <a:pt x="6648" y="4202"/>
                      <a:pt x="6648" y="3360"/>
                    </a:cubicBezTo>
                    <a:cubicBezTo>
                      <a:pt x="6648" y="2519"/>
                      <a:pt x="6313" y="1712"/>
                      <a:pt x="5719" y="1117"/>
                    </a:cubicBezTo>
                    <a:cubicBezTo>
                      <a:pt x="5124" y="522"/>
                      <a:pt x="4317" y="188"/>
                      <a:pt x="3476" y="188"/>
                    </a:cubicBezTo>
                    <a:cubicBezTo>
                      <a:pt x="2635" y="188"/>
                      <a:pt x="1828" y="522"/>
                      <a:pt x="1233" y="1117"/>
                    </a:cubicBezTo>
                    <a:cubicBezTo>
                      <a:pt x="639" y="1712"/>
                      <a:pt x="304" y="2519"/>
                      <a:pt x="304" y="3360"/>
                    </a:cubicBezTo>
                    <a:cubicBezTo>
                      <a:pt x="304" y="4202"/>
                      <a:pt x="639" y="5009"/>
                      <a:pt x="1233" y="5604"/>
                    </a:cubicBezTo>
                    <a:cubicBezTo>
                      <a:pt x="1828" y="6199"/>
                      <a:pt x="2635" y="6533"/>
                      <a:pt x="3476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52" name="Freeform: Shape 3451">
                <a:extLst>
                  <a:ext uri="{FF2B5EF4-FFF2-40B4-BE49-F238E27FC236}">
                    <a16:creationId xmlns:a16="http://schemas.microsoft.com/office/drawing/2014/main" id="{CD843D60-1716-58B4-9BD6-89C3CA4B2B45}"/>
                  </a:ext>
                </a:extLst>
              </p:cNvPr>
              <p:cNvSpPr/>
              <p:nvPr/>
            </p:nvSpPr>
            <p:spPr>
              <a:xfrm>
                <a:off x="4714185" y="5865801"/>
                <a:ext cx="6343" cy="6345"/>
              </a:xfrm>
              <a:custGeom>
                <a:avLst/>
                <a:gdLst>
                  <a:gd name="connsiteX0" fmla="*/ 3476 w 6343"/>
                  <a:gd name="connsiteY0" fmla="*/ 6533 h 6345"/>
                  <a:gd name="connsiteX1" fmla="*/ 5719 w 6343"/>
                  <a:gd name="connsiteY1" fmla="*/ 5604 h 6345"/>
                  <a:gd name="connsiteX2" fmla="*/ 6648 w 6343"/>
                  <a:gd name="connsiteY2" fmla="*/ 3361 h 6345"/>
                  <a:gd name="connsiteX3" fmla="*/ 5719 w 6343"/>
                  <a:gd name="connsiteY3" fmla="*/ 1117 h 6345"/>
                  <a:gd name="connsiteX4" fmla="*/ 3476 w 6343"/>
                  <a:gd name="connsiteY4" fmla="*/ 188 h 6345"/>
                  <a:gd name="connsiteX5" fmla="*/ 1233 w 6343"/>
                  <a:gd name="connsiteY5" fmla="*/ 1117 h 6345"/>
                  <a:gd name="connsiteX6" fmla="*/ 304 w 6343"/>
                  <a:gd name="connsiteY6" fmla="*/ 3361 h 6345"/>
                  <a:gd name="connsiteX7" fmla="*/ 1233 w 6343"/>
                  <a:gd name="connsiteY7" fmla="*/ 5604 h 6345"/>
                  <a:gd name="connsiteX8" fmla="*/ 3476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6" y="6533"/>
                    </a:moveTo>
                    <a:cubicBezTo>
                      <a:pt x="4317" y="6533"/>
                      <a:pt x="5124" y="6199"/>
                      <a:pt x="5719" y="5604"/>
                    </a:cubicBezTo>
                    <a:cubicBezTo>
                      <a:pt x="6313" y="5009"/>
                      <a:pt x="6648" y="4202"/>
                      <a:pt x="6648" y="3361"/>
                    </a:cubicBezTo>
                    <a:cubicBezTo>
                      <a:pt x="6648" y="2519"/>
                      <a:pt x="6313" y="1712"/>
                      <a:pt x="5719" y="1117"/>
                    </a:cubicBezTo>
                    <a:cubicBezTo>
                      <a:pt x="5124" y="522"/>
                      <a:pt x="4317" y="188"/>
                      <a:pt x="3476" y="188"/>
                    </a:cubicBezTo>
                    <a:cubicBezTo>
                      <a:pt x="2635" y="188"/>
                      <a:pt x="1828" y="522"/>
                      <a:pt x="1233" y="1117"/>
                    </a:cubicBezTo>
                    <a:cubicBezTo>
                      <a:pt x="639" y="1712"/>
                      <a:pt x="304" y="2519"/>
                      <a:pt x="304" y="3361"/>
                    </a:cubicBezTo>
                    <a:cubicBezTo>
                      <a:pt x="304" y="4202"/>
                      <a:pt x="639" y="5009"/>
                      <a:pt x="1233" y="5604"/>
                    </a:cubicBezTo>
                    <a:cubicBezTo>
                      <a:pt x="1828" y="6199"/>
                      <a:pt x="2635" y="6533"/>
                      <a:pt x="3476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53" name="Freeform: Shape 3452">
                <a:extLst>
                  <a:ext uri="{FF2B5EF4-FFF2-40B4-BE49-F238E27FC236}">
                    <a16:creationId xmlns:a16="http://schemas.microsoft.com/office/drawing/2014/main" id="{79C9955A-A31F-5F05-8281-C69E6E4555E6}"/>
                  </a:ext>
                </a:extLst>
              </p:cNvPr>
              <p:cNvSpPr/>
              <p:nvPr/>
            </p:nvSpPr>
            <p:spPr>
              <a:xfrm>
                <a:off x="4706761" y="5869896"/>
                <a:ext cx="6343" cy="6345"/>
              </a:xfrm>
              <a:custGeom>
                <a:avLst/>
                <a:gdLst>
                  <a:gd name="connsiteX0" fmla="*/ 3475 w 6343"/>
                  <a:gd name="connsiteY0" fmla="*/ 6534 h 6345"/>
                  <a:gd name="connsiteX1" fmla="*/ 5718 w 6343"/>
                  <a:gd name="connsiteY1" fmla="*/ 5605 h 6345"/>
                  <a:gd name="connsiteX2" fmla="*/ 6647 w 6343"/>
                  <a:gd name="connsiteY2" fmla="*/ 3361 h 6345"/>
                  <a:gd name="connsiteX3" fmla="*/ 5718 w 6343"/>
                  <a:gd name="connsiteY3" fmla="*/ 1118 h 6345"/>
                  <a:gd name="connsiteX4" fmla="*/ 3475 w 6343"/>
                  <a:gd name="connsiteY4" fmla="*/ 188 h 6345"/>
                  <a:gd name="connsiteX5" fmla="*/ 1233 w 6343"/>
                  <a:gd name="connsiteY5" fmla="*/ 1118 h 6345"/>
                  <a:gd name="connsiteX6" fmla="*/ 304 w 6343"/>
                  <a:gd name="connsiteY6" fmla="*/ 3361 h 6345"/>
                  <a:gd name="connsiteX7" fmla="*/ 1233 w 6343"/>
                  <a:gd name="connsiteY7" fmla="*/ 5605 h 6345"/>
                  <a:gd name="connsiteX8" fmla="*/ 3475 w 6343"/>
                  <a:gd name="connsiteY8" fmla="*/ 65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534"/>
                    </a:moveTo>
                    <a:cubicBezTo>
                      <a:pt x="4317" y="6534"/>
                      <a:pt x="5123" y="6199"/>
                      <a:pt x="5718" y="5605"/>
                    </a:cubicBezTo>
                    <a:cubicBezTo>
                      <a:pt x="6313" y="5010"/>
                      <a:pt x="6647" y="4202"/>
                      <a:pt x="6647" y="3361"/>
                    </a:cubicBezTo>
                    <a:cubicBezTo>
                      <a:pt x="6647" y="2520"/>
                      <a:pt x="6313" y="1713"/>
                      <a:pt x="5718" y="1118"/>
                    </a:cubicBezTo>
                    <a:cubicBezTo>
                      <a:pt x="5123" y="523"/>
                      <a:pt x="4317" y="188"/>
                      <a:pt x="3475" y="188"/>
                    </a:cubicBezTo>
                    <a:cubicBezTo>
                      <a:pt x="2634" y="188"/>
                      <a:pt x="1828" y="523"/>
                      <a:pt x="1233" y="1118"/>
                    </a:cubicBezTo>
                    <a:cubicBezTo>
                      <a:pt x="638" y="1713"/>
                      <a:pt x="304" y="2520"/>
                      <a:pt x="304" y="3361"/>
                    </a:cubicBezTo>
                    <a:cubicBezTo>
                      <a:pt x="304" y="4202"/>
                      <a:pt x="638" y="5010"/>
                      <a:pt x="1233" y="5605"/>
                    </a:cubicBezTo>
                    <a:cubicBezTo>
                      <a:pt x="1828" y="6199"/>
                      <a:pt x="2634" y="6534"/>
                      <a:pt x="3475" y="65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54" name="Freeform: Shape 3453">
                <a:extLst>
                  <a:ext uri="{FF2B5EF4-FFF2-40B4-BE49-F238E27FC236}">
                    <a16:creationId xmlns:a16="http://schemas.microsoft.com/office/drawing/2014/main" id="{1D701A05-8393-0CE8-470A-2853771A1ACE}"/>
                  </a:ext>
                </a:extLst>
              </p:cNvPr>
              <p:cNvSpPr/>
              <p:nvPr/>
            </p:nvSpPr>
            <p:spPr>
              <a:xfrm>
                <a:off x="4707326" y="5875246"/>
                <a:ext cx="6343" cy="6345"/>
              </a:xfrm>
              <a:custGeom>
                <a:avLst/>
                <a:gdLst>
                  <a:gd name="connsiteX0" fmla="*/ 3475 w 6343"/>
                  <a:gd name="connsiteY0" fmla="*/ 6534 h 6345"/>
                  <a:gd name="connsiteX1" fmla="*/ 5718 w 6343"/>
                  <a:gd name="connsiteY1" fmla="*/ 5605 h 6345"/>
                  <a:gd name="connsiteX2" fmla="*/ 6647 w 6343"/>
                  <a:gd name="connsiteY2" fmla="*/ 3361 h 6345"/>
                  <a:gd name="connsiteX3" fmla="*/ 5718 w 6343"/>
                  <a:gd name="connsiteY3" fmla="*/ 1118 h 6345"/>
                  <a:gd name="connsiteX4" fmla="*/ 3475 w 6343"/>
                  <a:gd name="connsiteY4" fmla="*/ 189 h 6345"/>
                  <a:gd name="connsiteX5" fmla="*/ 1233 w 6343"/>
                  <a:gd name="connsiteY5" fmla="*/ 1118 h 6345"/>
                  <a:gd name="connsiteX6" fmla="*/ 304 w 6343"/>
                  <a:gd name="connsiteY6" fmla="*/ 3361 h 6345"/>
                  <a:gd name="connsiteX7" fmla="*/ 1233 w 6343"/>
                  <a:gd name="connsiteY7" fmla="*/ 5605 h 6345"/>
                  <a:gd name="connsiteX8" fmla="*/ 3475 w 6343"/>
                  <a:gd name="connsiteY8" fmla="*/ 65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534"/>
                    </a:moveTo>
                    <a:cubicBezTo>
                      <a:pt x="4317" y="6534"/>
                      <a:pt x="5123" y="6200"/>
                      <a:pt x="5718" y="5605"/>
                    </a:cubicBezTo>
                    <a:cubicBezTo>
                      <a:pt x="6313" y="5010"/>
                      <a:pt x="6647" y="4203"/>
                      <a:pt x="6647" y="3361"/>
                    </a:cubicBezTo>
                    <a:cubicBezTo>
                      <a:pt x="6647" y="2520"/>
                      <a:pt x="6313" y="1713"/>
                      <a:pt x="5718" y="1118"/>
                    </a:cubicBezTo>
                    <a:cubicBezTo>
                      <a:pt x="5123" y="523"/>
                      <a:pt x="4317" y="189"/>
                      <a:pt x="3475" y="189"/>
                    </a:cubicBezTo>
                    <a:cubicBezTo>
                      <a:pt x="2634" y="189"/>
                      <a:pt x="1828" y="523"/>
                      <a:pt x="1233" y="1118"/>
                    </a:cubicBezTo>
                    <a:cubicBezTo>
                      <a:pt x="638" y="1713"/>
                      <a:pt x="304" y="2520"/>
                      <a:pt x="304" y="3361"/>
                    </a:cubicBezTo>
                    <a:cubicBezTo>
                      <a:pt x="304" y="4203"/>
                      <a:pt x="638" y="5010"/>
                      <a:pt x="1233" y="5605"/>
                    </a:cubicBezTo>
                    <a:cubicBezTo>
                      <a:pt x="1828" y="6200"/>
                      <a:pt x="2634" y="6534"/>
                      <a:pt x="3475" y="65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55" name="Freeform: Shape 3454">
                <a:extLst>
                  <a:ext uri="{FF2B5EF4-FFF2-40B4-BE49-F238E27FC236}">
                    <a16:creationId xmlns:a16="http://schemas.microsoft.com/office/drawing/2014/main" id="{5E4DB1C3-675B-673E-9EE5-F864E7A4EB0F}"/>
                  </a:ext>
                </a:extLst>
              </p:cNvPr>
              <p:cNvSpPr/>
              <p:nvPr/>
            </p:nvSpPr>
            <p:spPr>
              <a:xfrm>
                <a:off x="4701917" y="5879576"/>
                <a:ext cx="6343" cy="6345"/>
              </a:xfrm>
              <a:custGeom>
                <a:avLst/>
                <a:gdLst>
                  <a:gd name="connsiteX0" fmla="*/ 3475 w 6343"/>
                  <a:gd name="connsiteY0" fmla="*/ 6535 h 6345"/>
                  <a:gd name="connsiteX1" fmla="*/ 5718 w 6343"/>
                  <a:gd name="connsiteY1" fmla="*/ 5605 h 6345"/>
                  <a:gd name="connsiteX2" fmla="*/ 6647 w 6343"/>
                  <a:gd name="connsiteY2" fmla="*/ 3362 h 6345"/>
                  <a:gd name="connsiteX3" fmla="*/ 5718 w 6343"/>
                  <a:gd name="connsiteY3" fmla="*/ 1118 h 6345"/>
                  <a:gd name="connsiteX4" fmla="*/ 3475 w 6343"/>
                  <a:gd name="connsiteY4" fmla="*/ 189 h 6345"/>
                  <a:gd name="connsiteX5" fmla="*/ 1232 w 6343"/>
                  <a:gd name="connsiteY5" fmla="*/ 1118 h 6345"/>
                  <a:gd name="connsiteX6" fmla="*/ 303 w 6343"/>
                  <a:gd name="connsiteY6" fmla="*/ 3362 h 6345"/>
                  <a:gd name="connsiteX7" fmla="*/ 1232 w 6343"/>
                  <a:gd name="connsiteY7" fmla="*/ 5605 h 6345"/>
                  <a:gd name="connsiteX8" fmla="*/ 3475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535"/>
                    </a:moveTo>
                    <a:cubicBezTo>
                      <a:pt x="4316" y="6535"/>
                      <a:pt x="5123" y="6200"/>
                      <a:pt x="5718" y="5605"/>
                    </a:cubicBezTo>
                    <a:cubicBezTo>
                      <a:pt x="6312" y="5010"/>
                      <a:pt x="6647" y="4203"/>
                      <a:pt x="6647" y="3362"/>
                    </a:cubicBezTo>
                    <a:cubicBezTo>
                      <a:pt x="6647" y="2520"/>
                      <a:pt x="6312" y="1713"/>
                      <a:pt x="5718" y="1118"/>
                    </a:cubicBezTo>
                    <a:cubicBezTo>
                      <a:pt x="5123" y="523"/>
                      <a:pt x="4316" y="189"/>
                      <a:pt x="3475" y="189"/>
                    </a:cubicBezTo>
                    <a:cubicBezTo>
                      <a:pt x="2634" y="189"/>
                      <a:pt x="1827" y="523"/>
                      <a:pt x="1232" y="1118"/>
                    </a:cubicBezTo>
                    <a:cubicBezTo>
                      <a:pt x="638" y="1713"/>
                      <a:pt x="303" y="2520"/>
                      <a:pt x="303" y="3362"/>
                    </a:cubicBezTo>
                    <a:cubicBezTo>
                      <a:pt x="303" y="4203"/>
                      <a:pt x="638" y="5010"/>
                      <a:pt x="1232" y="5605"/>
                    </a:cubicBezTo>
                    <a:cubicBezTo>
                      <a:pt x="1827" y="6200"/>
                      <a:pt x="2634" y="6535"/>
                      <a:pt x="3475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56" name="Freeform: Shape 3455">
                <a:extLst>
                  <a:ext uri="{FF2B5EF4-FFF2-40B4-BE49-F238E27FC236}">
                    <a16:creationId xmlns:a16="http://schemas.microsoft.com/office/drawing/2014/main" id="{877CE34D-D727-178B-95B6-DB85331D19AD}"/>
                  </a:ext>
                </a:extLst>
              </p:cNvPr>
              <p:cNvSpPr/>
              <p:nvPr/>
            </p:nvSpPr>
            <p:spPr>
              <a:xfrm>
                <a:off x="4679758" y="5880831"/>
                <a:ext cx="6343" cy="6345"/>
              </a:xfrm>
              <a:custGeom>
                <a:avLst/>
                <a:gdLst>
                  <a:gd name="connsiteX0" fmla="*/ 3473 w 6343"/>
                  <a:gd name="connsiteY0" fmla="*/ 6535 h 6345"/>
                  <a:gd name="connsiteX1" fmla="*/ 5716 w 6343"/>
                  <a:gd name="connsiteY1" fmla="*/ 5605 h 6345"/>
                  <a:gd name="connsiteX2" fmla="*/ 6645 w 6343"/>
                  <a:gd name="connsiteY2" fmla="*/ 3362 h 6345"/>
                  <a:gd name="connsiteX3" fmla="*/ 5716 w 6343"/>
                  <a:gd name="connsiteY3" fmla="*/ 1118 h 6345"/>
                  <a:gd name="connsiteX4" fmla="*/ 3473 w 6343"/>
                  <a:gd name="connsiteY4" fmla="*/ 189 h 6345"/>
                  <a:gd name="connsiteX5" fmla="*/ 1231 w 6343"/>
                  <a:gd name="connsiteY5" fmla="*/ 1118 h 6345"/>
                  <a:gd name="connsiteX6" fmla="*/ 302 w 6343"/>
                  <a:gd name="connsiteY6" fmla="*/ 3362 h 6345"/>
                  <a:gd name="connsiteX7" fmla="*/ 1231 w 6343"/>
                  <a:gd name="connsiteY7" fmla="*/ 5605 h 6345"/>
                  <a:gd name="connsiteX8" fmla="*/ 3473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3" y="6535"/>
                    </a:moveTo>
                    <a:cubicBezTo>
                      <a:pt x="4314" y="6535"/>
                      <a:pt x="5121" y="6200"/>
                      <a:pt x="5716" y="5605"/>
                    </a:cubicBezTo>
                    <a:cubicBezTo>
                      <a:pt x="6311" y="5010"/>
                      <a:pt x="6645" y="4203"/>
                      <a:pt x="6645" y="3362"/>
                    </a:cubicBezTo>
                    <a:cubicBezTo>
                      <a:pt x="6645" y="2521"/>
                      <a:pt x="6311" y="1713"/>
                      <a:pt x="5716" y="1118"/>
                    </a:cubicBezTo>
                    <a:cubicBezTo>
                      <a:pt x="5121" y="524"/>
                      <a:pt x="4314" y="189"/>
                      <a:pt x="3473" y="189"/>
                    </a:cubicBezTo>
                    <a:cubicBezTo>
                      <a:pt x="2632" y="189"/>
                      <a:pt x="1825" y="524"/>
                      <a:pt x="1231" y="1118"/>
                    </a:cubicBezTo>
                    <a:cubicBezTo>
                      <a:pt x="636" y="1713"/>
                      <a:pt x="302" y="2521"/>
                      <a:pt x="302" y="3362"/>
                    </a:cubicBezTo>
                    <a:cubicBezTo>
                      <a:pt x="302" y="4203"/>
                      <a:pt x="636" y="5010"/>
                      <a:pt x="1231" y="5605"/>
                    </a:cubicBezTo>
                    <a:cubicBezTo>
                      <a:pt x="1825" y="6200"/>
                      <a:pt x="2632" y="6535"/>
                      <a:pt x="3473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57" name="Freeform: Shape 3456">
                <a:extLst>
                  <a:ext uri="{FF2B5EF4-FFF2-40B4-BE49-F238E27FC236}">
                    <a16:creationId xmlns:a16="http://schemas.microsoft.com/office/drawing/2014/main" id="{CE91057D-079F-22F5-3B74-D0A7E64EAA77}"/>
                  </a:ext>
                </a:extLst>
              </p:cNvPr>
              <p:cNvSpPr/>
              <p:nvPr/>
            </p:nvSpPr>
            <p:spPr>
              <a:xfrm>
                <a:off x="4680626" y="5886111"/>
                <a:ext cx="6343" cy="6345"/>
              </a:xfrm>
              <a:custGeom>
                <a:avLst/>
                <a:gdLst>
                  <a:gd name="connsiteX0" fmla="*/ 3473 w 6343"/>
                  <a:gd name="connsiteY0" fmla="*/ 6535 h 6345"/>
                  <a:gd name="connsiteX1" fmla="*/ 5716 w 6343"/>
                  <a:gd name="connsiteY1" fmla="*/ 5606 h 6345"/>
                  <a:gd name="connsiteX2" fmla="*/ 6645 w 6343"/>
                  <a:gd name="connsiteY2" fmla="*/ 3362 h 6345"/>
                  <a:gd name="connsiteX3" fmla="*/ 5716 w 6343"/>
                  <a:gd name="connsiteY3" fmla="*/ 1119 h 6345"/>
                  <a:gd name="connsiteX4" fmla="*/ 3473 w 6343"/>
                  <a:gd name="connsiteY4" fmla="*/ 190 h 6345"/>
                  <a:gd name="connsiteX5" fmla="*/ 1231 w 6343"/>
                  <a:gd name="connsiteY5" fmla="*/ 1119 h 6345"/>
                  <a:gd name="connsiteX6" fmla="*/ 302 w 6343"/>
                  <a:gd name="connsiteY6" fmla="*/ 3362 h 6345"/>
                  <a:gd name="connsiteX7" fmla="*/ 1231 w 6343"/>
                  <a:gd name="connsiteY7" fmla="*/ 5606 h 6345"/>
                  <a:gd name="connsiteX8" fmla="*/ 3473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3" y="6535"/>
                    </a:moveTo>
                    <a:cubicBezTo>
                      <a:pt x="4314" y="6535"/>
                      <a:pt x="5121" y="6201"/>
                      <a:pt x="5716" y="5606"/>
                    </a:cubicBezTo>
                    <a:cubicBezTo>
                      <a:pt x="6311" y="5011"/>
                      <a:pt x="6645" y="4204"/>
                      <a:pt x="6645" y="3362"/>
                    </a:cubicBezTo>
                    <a:cubicBezTo>
                      <a:pt x="6645" y="2521"/>
                      <a:pt x="6311" y="1714"/>
                      <a:pt x="5716" y="1119"/>
                    </a:cubicBezTo>
                    <a:cubicBezTo>
                      <a:pt x="5121" y="524"/>
                      <a:pt x="4314" y="190"/>
                      <a:pt x="3473" y="190"/>
                    </a:cubicBezTo>
                    <a:cubicBezTo>
                      <a:pt x="2632" y="190"/>
                      <a:pt x="1825" y="524"/>
                      <a:pt x="1231" y="1119"/>
                    </a:cubicBezTo>
                    <a:cubicBezTo>
                      <a:pt x="636" y="1714"/>
                      <a:pt x="302" y="2521"/>
                      <a:pt x="302" y="3362"/>
                    </a:cubicBezTo>
                    <a:cubicBezTo>
                      <a:pt x="302" y="4204"/>
                      <a:pt x="636" y="5011"/>
                      <a:pt x="1231" y="5606"/>
                    </a:cubicBezTo>
                    <a:cubicBezTo>
                      <a:pt x="1825" y="6201"/>
                      <a:pt x="2632" y="6535"/>
                      <a:pt x="3473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58" name="Freeform: Shape 3457">
                <a:extLst>
                  <a:ext uri="{FF2B5EF4-FFF2-40B4-BE49-F238E27FC236}">
                    <a16:creationId xmlns:a16="http://schemas.microsoft.com/office/drawing/2014/main" id="{2DFD982B-D979-0273-5068-CDE1F618A5B9}"/>
                  </a:ext>
                </a:extLst>
              </p:cNvPr>
              <p:cNvSpPr/>
              <p:nvPr/>
            </p:nvSpPr>
            <p:spPr>
              <a:xfrm>
                <a:off x="4680433" y="5891209"/>
                <a:ext cx="6343" cy="6345"/>
              </a:xfrm>
              <a:custGeom>
                <a:avLst/>
                <a:gdLst>
                  <a:gd name="connsiteX0" fmla="*/ 3473 w 6343"/>
                  <a:gd name="connsiteY0" fmla="*/ 6535 h 6345"/>
                  <a:gd name="connsiteX1" fmla="*/ 5716 w 6343"/>
                  <a:gd name="connsiteY1" fmla="*/ 5606 h 6345"/>
                  <a:gd name="connsiteX2" fmla="*/ 6645 w 6343"/>
                  <a:gd name="connsiteY2" fmla="*/ 3363 h 6345"/>
                  <a:gd name="connsiteX3" fmla="*/ 5716 w 6343"/>
                  <a:gd name="connsiteY3" fmla="*/ 1119 h 6345"/>
                  <a:gd name="connsiteX4" fmla="*/ 3473 w 6343"/>
                  <a:gd name="connsiteY4" fmla="*/ 190 h 6345"/>
                  <a:gd name="connsiteX5" fmla="*/ 1231 w 6343"/>
                  <a:gd name="connsiteY5" fmla="*/ 1119 h 6345"/>
                  <a:gd name="connsiteX6" fmla="*/ 302 w 6343"/>
                  <a:gd name="connsiteY6" fmla="*/ 3363 h 6345"/>
                  <a:gd name="connsiteX7" fmla="*/ 1231 w 6343"/>
                  <a:gd name="connsiteY7" fmla="*/ 5606 h 6345"/>
                  <a:gd name="connsiteX8" fmla="*/ 3473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3" y="6535"/>
                    </a:moveTo>
                    <a:cubicBezTo>
                      <a:pt x="4314" y="6535"/>
                      <a:pt x="5121" y="6201"/>
                      <a:pt x="5716" y="5606"/>
                    </a:cubicBezTo>
                    <a:cubicBezTo>
                      <a:pt x="6311" y="5011"/>
                      <a:pt x="6645" y="4204"/>
                      <a:pt x="6645" y="3363"/>
                    </a:cubicBezTo>
                    <a:cubicBezTo>
                      <a:pt x="6645" y="2521"/>
                      <a:pt x="6311" y="1714"/>
                      <a:pt x="5716" y="1119"/>
                    </a:cubicBezTo>
                    <a:cubicBezTo>
                      <a:pt x="5121" y="524"/>
                      <a:pt x="4314" y="190"/>
                      <a:pt x="3473" y="190"/>
                    </a:cubicBezTo>
                    <a:cubicBezTo>
                      <a:pt x="2632" y="190"/>
                      <a:pt x="1825" y="524"/>
                      <a:pt x="1231" y="1119"/>
                    </a:cubicBezTo>
                    <a:cubicBezTo>
                      <a:pt x="636" y="1714"/>
                      <a:pt x="302" y="2521"/>
                      <a:pt x="302" y="3363"/>
                    </a:cubicBezTo>
                    <a:cubicBezTo>
                      <a:pt x="302" y="4204"/>
                      <a:pt x="636" y="5011"/>
                      <a:pt x="1231" y="5606"/>
                    </a:cubicBezTo>
                    <a:cubicBezTo>
                      <a:pt x="1825" y="6201"/>
                      <a:pt x="2632" y="6535"/>
                      <a:pt x="3473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59" name="Freeform: Shape 3458">
                <a:extLst>
                  <a:ext uri="{FF2B5EF4-FFF2-40B4-BE49-F238E27FC236}">
                    <a16:creationId xmlns:a16="http://schemas.microsoft.com/office/drawing/2014/main" id="{29FB570F-5F2E-1BCF-5D4D-35E3212DAFD8}"/>
                  </a:ext>
                </a:extLst>
              </p:cNvPr>
              <p:cNvSpPr/>
              <p:nvPr/>
            </p:nvSpPr>
            <p:spPr>
              <a:xfrm>
                <a:off x="4671780" y="5894631"/>
                <a:ext cx="6343" cy="6345"/>
              </a:xfrm>
              <a:custGeom>
                <a:avLst/>
                <a:gdLst>
                  <a:gd name="connsiteX0" fmla="*/ 3473 w 6343"/>
                  <a:gd name="connsiteY0" fmla="*/ 6536 h 6345"/>
                  <a:gd name="connsiteX1" fmla="*/ 5715 w 6343"/>
                  <a:gd name="connsiteY1" fmla="*/ 5606 h 6345"/>
                  <a:gd name="connsiteX2" fmla="*/ 6644 w 6343"/>
                  <a:gd name="connsiteY2" fmla="*/ 3363 h 6345"/>
                  <a:gd name="connsiteX3" fmla="*/ 5715 w 6343"/>
                  <a:gd name="connsiteY3" fmla="*/ 1120 h 6345"/>
                  <a:gd name="connsiteX4" fmla="*/ 3473 w 6343"/>
                  <a:gd name="connsiteY4" fmla="*/ 190 h 6345"/>
                  <a:gd name="connsiteX5" fmla="*/ 1230 w 6343"/>
                  <a:gd name="connsiteY5" fmla="*/ 1120 h 6345"/>
                  <a:gd name="connsiteX6" fmla="*/ 301 w 6343"/>
                  <a:gd name="connsiteY6" fmla="*/ 3363 h 6345"/>
                  <a:gd name="connsiteX7" fmla="*/ 1230 w 6343"/>
                  <a:gd name="connsiteY7" fmla="*/ 5606 h 6345"/>
                  <a:gd name="connsiteX8" fmla="*/ 3473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3" y="6536"/>
                    </a:moveTo>
                    <a:cubicBezTo>
                      <a:pt x="4314" y="6536"/>
                      <a:pt x="5121" y="6201"/>
                      <a:pt x="5715" y="5606"/>
                    </a:cubicBezTo>
                    <a:cubicBezTo>
                      <a:pt x="6310" y="5011"/>
                      <a:pt x="6644" y="4204"/>
                      <a:pt x="6644" y="3363"/>
                    </a:cubicBezTo>
                    <a:cubicBezTo>
                      <a:pt x="6644" y="2522"/>
                      <a:pt x="6310" y="1715"/>
                      <a:pt x="5715" y="1120"/>
                    </a:cubicBezTo>
                    <a:cubicBezTo>
                      <a:pt x="5121" y="525"/>
                      <a:pt x="4314" y="190"/>
                      <a:pt x="3473" y="190"/>
                    </a:cubicBezTo>
                    <a:cubicBezTo>
                      <a:pt x="2632" y="190"/>
                      <a:pt x="1825" y="525"/>
                      <a:pt x="1230" y="1120"/>
                    </a:cubicBezTo>
                    <a:cubicBezTo>
                      <a:pt x="635" y="1715"/>
                      <a:pt x="301" y="2522"/>
                      <a:pt x="301" y="3363"/>
                    </a:cubicBezTo>
                    <a:cubicBezTo>
                      <a:pt x="301" y="4204"/>
                      <a:pt x="635" y="5011"/>
                      <a:pt x="1230" y="5606"/>
                    </a:cubicBezTo>
                    <a:cubicBezTo>
                      <a:pt x="1825" y="6201"/>
                      <a:pt x="2632" y="6536"/>
                      <a:pt x="3473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60" name="Freeform: Shape 3459">
                <a:extLst>
                  <a:ext uri="{FF2B5EF4-FFF2-40B4-BE49-F238E27FC236}">
                    <a16:creationId xmlns:a16="http://schemas.microsoft.com/office/drawing/2014/main" id="{25D38B59-474B-B02B-F130-45E31A62B4AC}"/>
                  </a:ext>
                </a:extLst>
              </p:cNvPr>
              <p:cNvSpPr/>
              <p:nvPr/>
            </p:nvSpPr>
            <p:spPr>
              <a:xfrm>
                <a:off x="4665264" y="5903469"/>
                <a:ext cx="6343" cy="6345"/>
              </a:xfrm>
              <a:custGeom>
                <a:avLst/>
                <a:gdLst>
                  <a:gd name="connsiteX0" fmla="*/ 3472 w 6343"/>
                  <a:gd name="connsiteY0" fmla="*/ 6536 h 6345"/>
                  <a:gd name="connsiteX1" fmla="*/ 5715 w 6343"/>
                  <a:gd name="connsiteY1" fmla="*/ 5607 h 6345"/>
                  <a:gd name="connsiteX2" fmla="*/ 6644 w 6343"/>
                  <a:gd name="connsiteY2" fmla="*/ 3364 h 6345"/>
                  <a:gd name="connsiteX3" fmla="*/ 5715 w 6343"/>
                  <a:gd name="connsiteY3" fmla="*/ 1120 h 6345"/>
                  <a:gd name="connsiteX4" fmla="*/ 3472 w 6343"/>
                  <a:gd name="connsiteY4" fmla="*/ 191 h 6345"/>
                  <a:gd name="connsiteX5" fmla="*/ 1229 w 6343"/>
                  <a:gd name="connsiteY5" fmla="*/ 1120 h 6345"/>
                  <a:gd name="connsiteX6" fmla="*/ 301 w 6343"/>
                  <a:gd name="connsiteY6" fmla="*/ 3364 h 6345"/>
                  <a:gd name="connsiteX7" fmla="*/ 1229 w 6343"/>
                  <a:gd name="connsiteY7" fmla="*/ 5607 h 6345"/>
                  <a:gd name="connsiteX8" fmla="*/ 3472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2" y="6536"/>
                    </a:moveTo>
                    <a:cubicBezTo>
                      <a:pt x="4313" y="6536"/>
                      <a:pt x="5120" y="6202"/>
                      <a:pt x="5715" y="5607"/>
                    </a:cubicBezTo>
                    <a:cubicBezTo>
                      <a:pt x="6310" y="5012"/>
                      <a:pt x="6644" y="4205"/>
                      <a:pt x="6644" y="3364"/>
                    </a:cubicBezTo>
                    <a:cubicBezTo>
                      <a:pt x="6644" y="2522"/>
                      <a:pt x="6310" y="1715"/>
                      <a:pt x="5715" y="1120"/>
                    </a:cubicBezTo>
                    <a:cubicBezTo>
                      <a:pt x="5120" y="525"/>
                      <a:pt x="4313" y="191"/>
                      <a:pt x="3472" y="191"/>
                    </a:cubicBezTo>
                    <a:cubicBezTo>
                      <a:pt x="2631" y="191"/>
                      <a:pt x="1824" y="525"/>
                      <a:pt x="1229" y="1120"/>
                    </a:cubicBezTo>
                    <a:cubicBezTo>
                      <a:pt x="635" y="1715"/>
                      <a:pt x="301" y="2522"/>
                      <a:pt x="301" y="3364"/>
                    </a:cubicBezTo>
                    <a:cubicBezTo>
                      <a:pt x="301" y="4205"/>
                      <a:pt x="635" y="5012"/>
                      <a:pt x="1229" y="5607"/>
                    </a:cubicBezTo>
                    <a:cubicBezTo>
                      <a:pt x="1824" y="6202"/>
                      <a:pt x="2631" y="6536"/>
                      <a:pt x="3472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61" name="Freeform: Shape 3460">
                <a:extLst>
                  <a:ext uri="{FF2B5EF4-FFF2-40B4-BE49-F238E27FC236}">
                    <a16:creationId xmlns:a16="http://schemas.microsoft.com/office/drawing/2014/main" id="{79A7863D-FF89-CB51-C9BF-D253F4E6C397}"/>
                  </a:ext>
                </a:extLst>
              </p:cNvPr>
              <p:cNvSpPr/>
              <p:nvPr/>
            </p:nvSpPr>
            <p:spPr>
              <a:xfrm>
                <a:off x="4666539" y="5908835"/>
                <a:ext cx="6343" cy="6345"/>
              </a:xfrm>
              <a:custGeom>
                <a:avLst/>
                <a:gdLst>
                  <a:gd name="connsiteX0" fmla="*/ 3472 w 6343"/>
                  <a:gd name="connsiteY0" fmla="*/ 6537 h 6345"/>
                  <a:gd name="connsiteX1" fmla="*/ 5715 w 6343"/>
                  <a:gd name="connsiteY1" fmla="*/ 5608 h 6345"/>
                  <a:gd name="connsiteX2" fmla="*/ 6644 w 6343"/>
                  <a:gd name="connsiteY2" fmla="*/ 3364 h 6345"/>
                  <a:gd name="connsiteX3" fmla="*/ 5715 w 6343"/>
                  <a:gd name="connsiteY3" fmla="*/ 1121 h 6345"/>
                  <a:gd name="connsiteX4" fmla="*/ 3472 w 6343"/>
                  <a:gd name="connsiteY4" fmla="*/ 191 h 6345"/>
                  <a:gd name="connsiteX5" fmla="*/ 1230 w 6343"/>
                  <a:gd name="connsiteY5" fmla="*/ 1121 h 6345"/>
                  <a:gd name="connsiteX6" fmla="*/ 301 w 6343"/>
                  <a:gd name="connsiteY6" fmla="*/ 3364 h 6345"/>
                  <a:gd name="connsiteX7" fmla="*/ 1230 w 6343"/>
                  <a:gd name="connsiteY7" fmla="*/ 5608 h 6345"/>
                  <a:gd name="connsiteX8" fmla="*/ 3472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2" y="6537"/>
                    </a:moveTo>
                    <a:cubicBezTo>
                      <a:pt x="4313" y="6537"/>
                      <a:pt x="5120" y="6203"/>
                      <a:pt x="5715" y="5608"/>
                    </a:cubicBezTo>
                    <a:cubicBezTo>
                      <a:pt x="6310" y="5013"/>
                      <a:pt x="6644" y="4206"/>
                      <a:pt x="6644" y="3364"/>
                    </a:cubicBezTo>
                    <a:cubicBezTo>
                      <a:pt x="6644" y="2523"/>
                      <a:pt x="6310" y="1716"/>
                      <a:pt x="5715" y="1121"/>
                    </a:cubicBezTo>
                    <a:cubicBezTo>
                      <a:pt x="5120" y="526"/>
                      <a:pt x="4313" y="191"/>
                      <a:pt x="3472" y="191"/>
                    </a:cubicBezTo>
                    <a:cubicBezTo>
                      <a:pt x="2631" y="191"/>
                      <a:pt x="1824" y="526"/>
                      <a:pt x="1230" y="1121"/>
                    </a:cubicBezTo>
                    <a:cubicBezTo>
                      <a:pt x="635" y="1716"/>
                      <a:pt x="301" y="2523"/>
                      <a:pt x="301" y="3364"/>
                    </a:cubicBezTo>
                    <a:cubicBezTo>
                      <a:pt x="301" y="4206"/>
                      <a:pt x="635" y="5013"/>
                      <a:pt x="1230" y="5608"/>
                    </a:cubicBezTo>
                    <a:cubicBezTo>
                      <a:pt x="1824" y="6203"/>
                      <a:pt x="2631" y="6537"/>
                      <a:pt x="3472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62" name="Freeform: Shape 3461">
                <a:extLst>
                  <a:ext uri="{FF2B5EF4-FFF2-40B4-BE49-F238E27FC236}">
                    <a16:creationId xmlns:a16="http://schemas.microsoft.com/office/drawing/2014/main" id="{B4A784DD-F406-B583-B63A-A5CEC1E62807}"/>
                  </a:ext>
                </a:extLst>
              </p:cNvPr>
              <p:cNvSpPr/>
              <p:nvPr/>
            </p:nvSpPr>
            <p:spPr>
              <a:xfrm>
                <a:off x="4653286" y="5921054"/>
                <a:ext cx="6343" cy="6345"/>
              </a:xfrm>
              <a:custGeom>
                <a:avLst/>
                <a:gdLst>
                  <a:gd name="connsiteX0" fmla="*/ 3471 w 6343"/>
                  <a:gd name="connsiteY0" fmla="*/ 6538 h 6345"/>
                  <a:gd name="connsiteX1" fmla="*/ 5714 w 6343"/>
                  <a:gd name="connsiteY1" fmla="*/ 5609 h 6345"/>
                  <a:gd name="connsiteX2" fmla="*/ 6643 w 6343"/>
                  <a:gd name="connsiteY2" fmla="*/ 3365 h 6345"/>
                  <a:gd name="connsiteX3" fmla="*/ 5714 w 6343"/>
                  <a:gd name="connsiteY3" fmla="*/ 1122 h 6345"/>
                  <a:gd name="connsiteX4" fmla="*/ 3471 w 6343"/>
                  <a:gd name="connsiteY4" fmla="*/ 192 h 6345"/>
                  <a:gd name="connsiteX5" fmla="*/ 1229 w 6343"/>
                  <a:gd name="connsiteY5" fmla="*/ 1122 h 6345"/>
                  <a:gd name="connsiteX6" fmla="*/ 300 w 6343"/>
                  <a:gd name="connsiteY6" fmla="*/ 3365 h 6345"/>
                  <a:gd name="connsiteX7" fmla="*/ 1229 w 6343"/>
                  <a:gd name="connsiteY7" fmla="*/ 5609 h 6345"/>
                  <a:gd name="connsiteX8" fmla="*/ 3471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1" y="6538"/>
                    </a:moveTo>
                    <a:cubicBezTo>
                      <a:pt x="4312" y="6538"/>
                      <a:pt x="5119" y="6204"/>
                      <a:pt x="5714" y="5609"/>
                    </a:cubicBezTo>
                    <a:cubicBezTo>
                      <a:pt x="6309" y="5014"/>
                      <a:pt x="6643" y="4207"/>
                      <a:pt x="6643" y="3365"/>
                    </a:cubicBezTo>
                    <a:cubicBezTo>
                      <a:pt x="6643" y="2524"/>
                      <a:pt x="6309" y="1717"/>
                      <a:pt x="5714" y="1122"/>
                    </a:cubicBezTo>
                    <a:cubicBezTo>
                      <a:pt x="5119" y="527"/>
                      <a:pt x="4312" y="192"/>
                      <a:pt x="3471" y="192"/>
                    </a:cubicBezTo>
                    <a:cubicBezTo>
                      <a:pt x="2630" y="192"/>
                      <a:pt x="1823" y="527"/>
                      <a:pt x="1229" y="1122"/>
                    </a:cubicBezTo>
                    <a:cubicBezTo>
                      <a:pt x="634" y="1717"/>
                      <a:pt x="300" y="2524"/>
                      <a:pt x="300" y="3365"/>
                    </a:cubicBezTo>
                    <a:cubicBezTo>
                      <a:pt x="300" y="4207"/>
                      <a:pt x="634" y="5014"/>
                      <a:pt x="1229" y="5609"/>
                    </a:cubicBezTo>
                    <a:cubicBezTo>
                      <a:pt x="1823" y="6204"/>
                      <a:pt x="2630" y="6538"/>
                      <a:pt x="3471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63" name="Freeform: Shape 3462">
                <a:extLst>
                  <a:ext uri="{FF2B5EF4-FFF2-40B4-BE49-F238E27FC236}">
                    <a16:creationId xmlns:a16="http://schemas.microsoft.com/office/drawing/2014/main" id="{C5B4A495-34DA-2745-6D4B-5C2BA5EA362F}"/>
                  </a:ext>
                </a:extLst>
              </p:cNvPr>
              <p:cNvSpPr/>
              <p:nvPr/>
            </p:nvSpPr>
            <p:spPr>
              <a:xfrm>
                <a:off x="4655224" y="5926595"/>
                <a:ext cx="6343" cy="6345"/>
              </a:xfrm>
              <a:custGeom>
                <a:avLst/>
                <a:gdLst>
                  <a:gd name="connsiteX0" fmla="*/ 3471 w 6343"/>
                  <a:gd name="connsiteY0" fmla="*/ 6538 h 6345"/>
                  <a:gd name="connsiteX1" fmla="*/ 5714 w 6343"/>
                  <a:gd name="connsiteY1" fmla="*/ 5609 h 6345"/>
                  <a:gd name="connsiteX2" fmla="*/ 6643 w 6343"/>
                  <a:gd name="connsiteY2" fmla="*/ 3366 h 6345"/>
                  <a:gd name="connsiteX3" fmla="*/ 5714 w 6343"/>
                  <a:gd name="connsiteY3" fmla="*/ 1122 h 6345"/>
                  <a:gd name="connsiteX4" fmla="*/ 3471 w 6343"/>
                  <a:gd name="connsiteY4" fmla="*/ 193 h 6345"/>
                  <a:gd name="connsiteX5" fmla="*/ 1229 w 6343"/>
                  <a:gd name="connsiteY5" fmla="*/ 1122 h 6345"/>
                  <a:gd name="connsiteX6" fmla="*/ 300 w 6343"/>
                  <a:gd name="connsiteY6" fmla="*/ 3366 h 6345"/>
                  <a:gd name="connsiteX7" fmla="*/ 1229 w 6343"/>
                  <a:gd name="connsiteY7" fmla="*/ 5609 h 6345"/>
                  <a:gd name="connsiteX8" fmla="*/ 3471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1" y="6538"/>
                    </a:moveTo>
                    <a:cubicBezTo>
                      <a:pt x="4312" y="6538"/>
                      <a:pt x="5119" y="6204"/>
                      <a:pt x="5714" y="5609"/>
                    </a:cubicBezTo>
                    <a:cubicBezTo>
                      <a:pt x="6309" y="5014"/>
                      <a:pt x="6643" y="4207"/>
                      <a:pt x="6643" y="3366"/>
                    </a:cubicBezTo>
                    <a:cubicBezTo>
                      <a:pt x="6643" y="2524"/>
                      <a:pt x="6309" y="1717"/>
                      <a:pt x="5714" y="1122"/>
                    </a:cubicBezTo>
                    <a:cubicBezTo>
                      <a:pt x="5119" y="527"/>
                      <a:pt x="4312" y="193"/>
                      <a:pt x="3471" y="193"/>
                    </a:cubicBezTo>
                    <a:cubicBezTo>
                      <a:pt x="2630" y="193"/>
                      <a:pt x="1823" y="527"/>
                      <a:pt x="1229" y="1122"/>
                    </a:cubicBezTo>
                    <a:cubicBezTo>
                      <a:pt x="634" y="1717"/>
                      <a:pt x="300" y="2524"/>
                      <a:pt x="300" y="3366"/>
                    </a:cubicBezTo>
                    <a:cubicBezTo>
                      <a:pt x="300" y="4207"/>
                      <a:pt x="634" y="5014"/>
                      <a:pt x="1229" y="5609"/>
                    </a:cubicBezTo>
                    <a:cubicBezTo>
                      <a:pt x="1823" y="6204"/>
                      <a:pt x="2630" y="6538"/>
                      <a:pt x="3471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64" name="Freeform: Shape 3463">
                <a:extLst>
                  <a:ext uri="{FF2B5EF4-FFF2-40B4-BE49-F238E27FC236}">
                    <a16:creationId xmlns:a16="http://schemas.microsoft.com/office/drawing/2014/main" id="{7775B18A-0971-B13F-1672-132EF5192812}"/>
                  </a:ext>
                </a:extLst>
              </p:cNvPr>
              <p:cNvSpPr/>
              <p:nvPr/>
            </p:nvSpPr>
            <p:spPr>
              <a:xfrm>
                <a:off x="4516941" y="5897010"/>
                <a:ext cx="6343" cy="6345"/>
              </a:xfrm>
              <a:custGeom>
                <a:avLst/>
                <a:gdLst>
                  <a:gd name="connsiteX0" fmla="*/ 3460 w 6343"/>
                  <a:gd name="connsiteY0" fmla="*/ 6536 h 6345"/>
                  <a:gd name="connsiteX1" fmla="*/ 5703 w 6343"/>
                  <a:gd name="connsiteY1" fmla="*/ 5607 h 6345"/>
                  <a:gd name="connsiteX2" fmla="*/ 6632 w 6343"/>
                  <a:gd name="connsiteY2" fmla="*/ 3363 h 6345"/>
                  <a:gd name="connsiteX3" fmla="*/ 5703 w 6343"/>
                  <a:gd name="connsiteY3" fmla="*/ 1120 h 6345"/>
                  <a:gd name="connsiteX4" fmla="*/ 3460 w 6343"/>
                  <a:gd name="connsiteY4" fmla="*/ 190 h 6345"/>
                  <a:gd name="connsiteX5" fmla="*/ 1218 w 6343"/>
                  <a:gd name="connsiteY5" fmla="*/ 1120 h 6345"/>
                  <a:gd name="connsiteX6" fmla="*/ 289 w 6343"/>
                  <a:gd name="connsiteY6" fmla="*/ 3363 h 6345"/>
                  <a:gd name="connsiteX7" fmla="*/ 1218 w 6343"/>
                  <a:gd name="connsiteY7" fmla="*/ 5607 h 6345"/>
                  <a:gd name="connsiteX8" fmla="*/ 3460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6"/>
                    </a:moveTo>
                    <a:cubicBezTo>
                      <a:pt x="4302" y="6536"/>
                      <a:pt x="5108" y="6202"/>
                      <a:pt x="5703" y="5607"/>
                    </a:cubicBezTo>
                    <a:cubicBezTo>
                      <a:pt x="6298" y="5012"/>
                      <a:pt x="6632" y="4205"/>
                      <a:pt x="6632" y="3363"/>
                    </a:cubicBezTo>
                    <a:cubicBezTo>
                      <a:pt x="6632" y="2522"/>
                      <a:pt x="6298" y="1715"/>
                      <a:pt x="5703" y="1120"/>
                    </a:cubicBezTo>
                    <a:cubicBezTo>
                      <a:pt x="5108" y="525"/>
                      <a:pt x="4302" y="190"/>
                      <a:pt x="3460" y="190"/>
                    </a:cubicBezTo>
                    <a:cubicBezTo>
                      <a:pt x="2619" y="190"/>
                      <a:pt x="1813" y="525"/>
                      <a:pt x="1218" y="1120"/>
                    </a:cubicBezTo>
                    <a:cubicBezTo>
                      <a:pt x="623" y="1715"/>
                      <a:pt x="289" y="2522"/>
                      <a:pt x="289" y="3363"/>
                    </a:cubicBezTo>
                    <a:cubicBezTo>
                      <a:pt x="289" y="4205"/>
                      <a:pt x="623" y="5012"/>
                      <a:pt x="1218" y="5607"/>
                    </a:cubicBezTo>
                    <a:cubicBezTo>
                      <a:pt x="1813" y="6202"/>
                      <a:pt x="2619" y="6536"/>
                      <a:pt x="3460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65" name="Freeform: Shape 3464">
                <a:extLst>
                  <a:ext uri="{FF2B5EF4-FFF2-40B4-BE49-F238E27FC236}">
                    <a16:creationId xmlns:a16="http://schemas.microsoft.com/office/drawing/2014/main" id="{5D2947EE-92D4-CD40-E973-1683AEF481B6}"/>
                  </a:ext>
                </a:extLst>
              </p:cNvPr>
              <p:cNvSpPr/>
              <p:nvPr/>
            </p:nvSpPr>
            <p:spPr>
              <a:xfrm>
                <a:off x="4648224" y="5934999"/>
                <a:ext cx="6343" cy="6345"/>
              </a:xfrm>
              <a:custGeom>
                <a:avLst/>
                <a:gdLst>
                  <a:gd name="connsiteX0" fmla="*/ 3471 w 6343"/>
                  <a:gd name="connsiteY0" fmla="*/ 6539 h 6345"/>
                  <a:gd name="connsiteX1" fmla="*/ 5713 w 6343"/>
                  <a:gd name="connsiteY1" fmla="*/ 5610 h 6345"/>
                  <a:gd name="connsiteX2" fmla="*/ 6642 w 6343"/>
                  <a:gd name="connsiteY2" fmla="*/ 3366 h 6345"/>
                  <a:gd name="connsiteX3" fmla="*/ 5713 w 6343"/>
                  <a:gd name="connsiteY3" fmla="*/ 1123 h 6345"/>
                  <a:gd name="connsiteX4" fmla="*/ 3471 w 6343"/>
                  <a:gd name="connsiteY4" fmla="*/ 193 h 6345"/>
                  <a:gd name="connsiteX5" fmla="*/ 1228 w 6343"/>
                  <a:gd name="connsiteY5" fmla="*/ 1123 h 6345"/>
                  <a:gd name="connsiteX6" fmla="*/ 299 w 6343"/>
                  <a:gd name="connsiteY6" fmla="*/ 3366 h 6345"/>
                  <a:gd name="connsiteX7" fmla="*/ 1228 w 6343"/>
                  <a:gd name="connsiteY7" fmla="*/ 5610 h 6345"/>
                  <a:gd name="connsiteX8" fmla="*/ 3471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1" y="6539"/>
                    </a:moveTo>
                    <a:cubicBezTo>
                      <a:pt x="4312" y="6539"/>
                      <a:pt x="5119" y="6205"/>
                      <a:pt x="5713" y="5610"/>
                    </a:cubicBezTo>
                    <a:cubicBezTo>
                      <a:pt x="6308" y="5015"/>
                      <a:pt x="6642" y="4208"/>
                      <a:pt x="6642" y="3366"/>
                    </a:cubicBezTo>
                    <a:cubicBezTo>
                      <a:pt x="6642" y="2525"/>
                      <a:pt x="6308" y="1718"/>
                      <a:pt x="5713" y="1123"/>
                    </a:cubicBezTo>
                    <a:cubicBezTo>
                      <a:pt x="5119" y="528"/>
                      <a:pt x="4312" y="193"/>
                      <a:pt x="3471" y="193"/>
                    </a:cubicBezTo>
                    <a:cubicBezTo>
                      <a:pt x="2630" y="193"/>
                      <a:pt x="1823" y="528"/>
                      <a:pt x="1228" y="1123"/>
                    </a:cubicBezTo>
                    <a:cubicBezTo>
                      <a:pt x="633" y="1718"/>
                      <a:pt x="299" y="2525"/>
                      <a:pt x="299" y="3366"/>
                    </a:cubicBezTo>
                    <a:cubicBezTo>
                      <a:pt x="299" y="4208"/>
                      <a:pt x="633" y="5015"/>
                      <a:pt x="1228" y="5610"/>
                    </a:cubicBezTo>
                    <a:cubicBezTo>
                      <a:pt x="1823" y="6205"/>
                      <a:pt x="2630" y="6539"/>
                      <a:pt x="3471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66" name="Freeform: Shape 3465">
                <a:extLst>
                  <a:ext uri="{FF2B5EF4-FFF2-40B4-BE49-F238E27FC236}">
                    <a16:creationId xmlns:a16="http://schemas.microsoft.com/office/drawing/2014/main" id="{2C9BDD97-52AB-A823-205A-96C6DCEC26B5}"/>
                  </a:ext>
                </a:extLst>
              </p:cNvPr>
              <p:cNvSpPr/>
              <p:nvPr/>
            </p:nvSpPr>
            <p:spPr>
              <a:xfrm>
                <a:off x="4639549" y="5937791"/>
                <a:ext cx="6343" cy="6345"/>
              </a:xfrm>
              <a:custGeom>
                <a:avLst/>
                <a:gdLst>
                  <a:gd name="connsiteX0" fmla="*/ 3470 w 6343"/>
                  <a:gd name="connsiteY0" fmla="*/ 6539 h 6345"/>
                  <a:gd name="connsiteX1" fmla="*/ 5713 w 6343"/>
                  <a:gd name="connsiteY1" fmla="*/ 5610 h 6345"/>
                  <a:gd name="connsiteX2" fmla="*/ 6642 w 6343"/>
                  <a:gd name="connsiteY2" fmla="*/ 3366 h 6345"/>
                  <a:gd name="connsiteX3" fmla="*/ 5713 w 6343"/>
                  <a:gd name="connsiteY3" fmla="*/ 1123 h 6345"/>
                  <a:gd name="connsiteX4" fmla="*/ 3470 w 6343"/>
                  <a:gd name="connsiteY4" fmla="*/ 194 h 6345"/>
                  <a:gd name="connsiteX5" fmla="*/ 1227 w 6343"/>
                  <a:gd name="connsiteY5" fmla="*/ 1123 h 6345"/>
                  <a:gd name="connsiteX6" fmla="*/ 299 w 6343"/>
                  <a:gd name="connsiteY6" fmla="*/ 3366 h 6345"/>
                  <a:gd name="connsiteX7" fmla="*/ 1227 w 6343"/>
                  <a:gd name="connsiteY7" fmla="*/ 5610 h 6345"/>
                  <a:gd name="connsiteX8" fmla="*/ 3470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0" y="6539"/>
                    </a:moveTo>
                    <a:cubicBezTo>
                      <a:pt x="4311" y="6539"/>
                      <a:pt x="5118" y="6205"/>
                      <a:pt x="5713" y="5610"/>
                    </a:cubicBezTo>
                    <a:cubicBezTo>
                      <a:pt x="6307" y="5015"/>
                      <a:pt x="6642" y="4208"/>
                      <a:pt x="6642" y="3366"/>
                    </a:cubicBezTo>
                    <a:cubicBezTo>
                      <a:pt x="6642" y="2525"/>
                      <a:pt x="6307" y="1718"/>
                      <a:pt x="5713" y="1123"/>
                    </a:cubicBezTo>
                    <a:cubicBezTo>
                      <a:pt x="5118" y="528"/>
                      <a:pt x="4311" y="194"/>
                      <a:pt x="3470" y="194"/>
                    </a:cubicBezTo>
                    <a:cubicBezTo>
                      <a:pt x="2629" y="194"/>
                      <a:pt x="1822" y="528"/>
                      <a:pt x="1227" y="1123"/>
                    </a:cubicBezTo>
                    <a:cubicBezTo>
                      <a:pt x="633" y="1718"/>
                      <a:pt x="299" y="2525"/>
                      <a:pt x="299" y="3366"/>
                    </a:cubicBezTo>
                    <a:cubicBezTo>
                      <a:pt x="299" y="4208"/>
                      <a:pt x="633" y="5015"/>
                      <a:pt x="1227" y="5610"/>
                    </a:cubicBezTo>
                    <a:cubicBezTo>
                      <a:pt x="1822" y="6205"/>
                      <a:pt x="2629" y="6539"/>
                      <a:pt x="3470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67" name="Freeform: Shape 3466">
                <a:extLst>
                  <a:ext uri="{FF2B5EF4-FFF2-40B4-BE49-F238E27FC236}">
                    <a16:creationId xmlns:a16="http://schemas.microsoft.com/office/drawing/2014/main" id="{57EC7471-2532-E7D3-63A4-10E384E11359}"/>
                  </a:ext>
                </a:extLst>
              </p:cNvPr>
              <p:cNvSpPr/>
              <p:nvPr/>
            </p:nvSpPr>
            <p:spPr>
              <a:xfrm>
                <a:off x="4634694" y="5951585"/>
                <a:ext cx="6343" cy="6345"/>
              </a:xfrm>
              <a:custGeom>
                <a:avLst/>
                <a:gdLst>
                  <a:gd name="connsiteX0" fmla="*/ 3470 w 6343"/>
                  <a:gd name="connsiteY0" fmla="*/ 6540 h 6345"/>
                  <a:gd name="connsiteX1" fmla="*/ 5712 w 6343"/>
                  <a:gd name="connsiteY1" fmla="*/ 5611 h 6345"/>
                  <a:gd name="connsiteX2" fmla="*/ 6641 w 6343"/>
                  <a:gd name="connsiteY2" fmla="*/ 3368 h 6345"/>
                  <a:gd name="connsiteX3" fmla="*/ 5712 w 6343"/>
                  <a:gd name="connsiteY3" fmla="*/ 1124 h 6345"/>
                  <a:gd name="connsiteX4" fmla="*/ 3470 w 6343"/>
                  <a:gd name="connsiteY4" fmla="*/ 195 h 6345"/>
                  <a:gd name="connsiteX5" fmla="*/ 1227 w 6343"/>
                  <a:gd name="connsiteY5" fmla="*/ 1124 h 6345"/>
                  <a:gd name="connsiteX6" fmla="*/ 298 w 6343"/>
                  <a:gd name="connsiteY6" fmla="*/ 3368 h 6345"/>
                  <a:gd name="connsiteX7" fmla="*/ 1227 w 6343"/>
                  <a:gd name="connsiteY7" fmla="*/ 5611 h 6345"/>
                  <a:gd name="connsiteX8" fmla="*/ 3470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0" y="6540"/>
                    </a:moveTo>
                    <a:cubicBezTo>
                      <a:pt x="4311" y="6540"/>
                      <a:pt x="5118" y="6206"/>
                      <a:pt x="5712" y="5611"/>
                    </a:cubicBezTo>
                    <a:cubicBezTo>
                      <a:pt x="6307" y="5016"/>
                      <a:pt x="6641" y="4209"/>
                      <a:pt x="6641" y="3368"/>
                    </a:cubicBezTo>
                    <a:cubicBezTo>
                      <a:pt x="6641" y="2526"/>
                      <a:pt x="6307" y="1719"/>
                      <a:pt x="5712" y="1124"/>
                    </a:cubicBezTo>
                    <a:cubicBezTo>
                      <a:pt x="5118" y="529"/>
                      <a:pt x="4311" y="195"/>
                      <a:pt x="3470" y="195"/>
                    </a:cubicBezTo>
                    <a:cubicBezTo>
                      <a:pt x="2629" y="195"/>
                      <a:pt x="1822" y="529"/>
                      <a:pt x="1227" y="1124"/>
                    </a:cubicBezTo>
                    <a:cubicBezTo>
                      <a:pt x="632" y="1719"/>
                      <a:pt x="298" y="2526"/>
                      <a:pt x="298" y="3368"/>
                    </a:cubicBezTo>
                    <a:cubicBezTo>
                      <a:pt x="298" y="4209"/>
                      <a:pt x="632" y="5016"/>
                      <a:pt x="1227" y="5611"/>
                    </a:cubicBezTo>
                    <a:cubicBezTo>
                      <a:pt x="1822" y="6206"/>
                      <a:pt x="2629" y="6540"/>
                      <a:pt x="3470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68" name="Freeform: Shape 3467">
                <a:extLst>
                  <a:ext uri="{FF2B5EF4-FFF2-40B4-BE49-F238E27FC236}">
                    <a16:creationId xmlns:a16="http://schemas.microsoft.com/office/drawing/2014/main" id="{A6F3F91D-CC63-4A39-84B3-A09BF0D6ABE0}"/>
                  </a:ext>
                </a:extLst>
              </p:cNvPr>
              <p:cNvSpPr/>
              <p:nvPr/>
            </p:nvSpPr>
            <p:spPr>
              <a:xfrm>
                <a:off x="4635088" y="5956759"/>
                <a:ext cx="6343" cy="6345"/>
              </a:xfrm>
              <a:custGeom>
                <a:avLst/>
                <a:gdLst>
                  <a:gd name="connsiteX0" fmla="*/ 3470 w 6343"/>
                  <a:gd name="connsiteY0" fmla="*/ 6541 h 6345"/>
                  <a:gd name="connsiteX1" fmla="*/ 5712 w 6343"/>
                  <a:gd name="connsiteY1" fmla="*/ 5611 h 6345"/>
                  <a:gd name="connsiteX2" fmla="*/ 6641 w 6343"/>
                  <a:gd name="connsiteY2" fmla="*/ 3368 h 6345"/>
                  <a:gd name="connsiteX3" fmla="*/ 5712 w 6343"/>
                  <a:gd name="connsiteY3" fmla="*/ 1124 h 6345"/>
                  <a:gd name="connsiteX4" fmla="*/ 3470 w 6343"/>
                  <a:gd name="connsiteY4" fmla="*/ 195 h 6345"/>
                  <a:gd name="connsiteX5" fmla="*/ 1227 w 6343"/>
                  <a:gd name="connsiteY5" fmla="*/ 1124 h 6345"/>
                  <a:gd name="connsiteX6" fmla="*/ 298 w 6343"/>
                  <a:gd name="connsiteY6" fmla="*/ 3368 h 6345"/>
                  <a:gd name="connsiteX7" fmla="*/ 1227 w 6343"/>
                  <a:gd name="connsiteY7" fmla="*/ 5611 h 6345"/>
                  <a:gd name="connsiteX8" fmla="*/ 3470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0" y="6541"/>
                    </a:moveTo>
                    <a:cubicBezTo>
                      <a:pt x="4311" y="6541"/>
                      <a:pt x="5118" y="6206"/>
                      <a:pt x="5712" y="5611"/>
                    </a:cubicBezTo>
                    <a:cubicBezTo>
                      <a:pt x="6307" y="5016"/>
                      <a:pt x="6641" y="4209"/>
                      <a:pt x="6641" y="3368"/>
                    </a:cubicBezTo>
                    <a:cubicBezTo>
                      <a:pt x="6641" y="2526"/>
                      <a:pt x="6307" y="1719"/>
                      <a:pt x="5712" y="1124"/>
                    </a:cubicBezTo>
                    <a:cubicBezTo>
                      <a:pt x="5118" y="530"/>
                      <a:pt x="4311" y="195"/>
                      <a:pt x="3470" y="195"/>
                    </a:cubicBezTo>
                    <a:cubicBezTo>
                      <a:pt x="2629" y="195"/>
                      <a:pt x="1822" y="530"/>
                      <a:pt x="1227" y="1124"/>
                    </a:cubicBezTo>
                    <a:cubicBezTo>
                      <a:pt x="632" y="1719"/>
                      <a:pt x="298" y="2526"/>
                      <a:pt x="298" y="3368"/>
                    </a:cubicBezTo>
                    <a:cubicBezTo>
                      <a:pt x="298" y="4209"/>
                      <a:pt x="632" y="5016"/>
                      <a:pt x="1227" y="5611"/>
                    </a:cubicBezTo>
                    <a:cubicBezTo>
                      <a:pt x="1822" y="6206"/>
                      <a:pt x="2629" y="6541"/>
                      <a:pt x="3470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69" name="Freeform: Shape 3468">
                <a:extLst>
                  <a:ext uri="{FF2B5EF4-FFF2-40B4-BE49-F238E27FC236}">
                    <a16:creationId xmlns:a16="http://schemas.microsoft.com/office/drawing/2014/main" id="{B990E974-D3F3-4109-96FC-34940C3B5591}"/>
                  </a:ext>
                </a:extLst>
              </p:cNvPr>
              <p:cNvSpPr/>
              <p:nvPr/>
            </p:nvSpPr>
            <p:spPr>
              <a:xfrm>
                <a:off x="4627080" y="5969570"/>
                <a:ext cx="6343" cy="6345"/>
              </a:xfrm>
              <a:custGeom>
                <a:avLst/>
                <a:gdLst>
                  <a:gd name="connsiteX0" fmla="*/ 3469 w 6343"/>
                  <a:gd name="connsiteY0" fmla="*/ 6542 h 6345"/>
                  <a:gd name="connsiteX1" fmla="*/ 5712 w 6343"/>
                  <a:gd name="connsiteY1" fmla="*/ 5612 h 6345"/>
                  <a:gd name="connsiteX2" fmla="*/ 6641 w 6343"/>
                  <a:gd name="connsiteY2" fmla="*/ 3369 h 6345"/>
                  <a:gd name="connsiteX3" fmla="*/ 5712 w 6343"/>
                  <a:gd name="connsiteY3" fmla="*/ 1125 h 6345"/>
                  <a:gd name="connsiteX4" fmla="*/ 3469 w 6343"/>
                  <a:gd name="connsiteY4" fmla="*/ 196 h 6345"/>
                  <a:gd name="connsiteX5" fmla="*/ 1226 w 6343"/>
                  <a:gd name="connsiteY5" fmla="*/ 1125 h 6345"/>
                  <a:gd name="connsiteX6" fmla="*/ 298 w 6343"/>
                  <a:gd name="connsiteY6" fmla="*/ 3369 h 6345"/>
                  <a:gd name="connsiteX7" fmla="*/ 1226 w 6343"/>
                  <a:gd name="connsiteY7" fmla="*/ 5612 h 6345"/>
                  <a:gd name="connsiteX8" fmla="*/ 346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9" y="6542"/>
                    </a:moveTo>
                    <a:cubicBezTo>
                      <a:pt x="4310" y="6542"/>
                      <a:pt x="5117" y="6207"/>
                      <a:pt x="5712" y="5612"/>
                    </a:cubicBezTo>
                    <a:cubicBezTo>
                      <a:pt x="6306" y="5017"/>
                      <a:pt x="6641" y="4210"/>
                      <a:pt x="6641" y="3369"/>
                    </a:cubicBezTo>
                    <a:cubicBezTo>
                      <a:pt x="6641" y="2528"/>
                      <a:pt x="6306" y="1720"/>
                      <a:pt x="5712" y="1125"/>
                    </a:cubicBezTo>
                    <a:cubicBezTo>
                      <a:pt x="5117" y="531"/>
                      <a:pt x="4310" y="196"/>
                      <a:pt x="3469" y="196"/>
                    </a:cubicBezTo>
                    <a:cubicBezTo>
                      <a:pt x="2628" y="196"/>
                      <a:pt x="1821" y="531"/>
                      <a:pt x="1226" y="1125"/>
                    </a:cubicBezTo>
                    <a:cubicBezTo>
                      <a:pt x="632" y="1720"/>
                      <a:pt x="298" y="2528"/>
                      <a:pt x="298" y="3369"/>
                    </a:cubicBezTo>
                    <a:cubicBezTo>
                      <a:pt x="298" y="4210"/>
                      <a:pt x="632" y="5017"/>
                      <a:pt x="1226" y="5612"/>
                    </a:cubicBezTo>
                    <a:cubicBezTo>
                      <a:pt x="1821" y="6207"/>
                      <a:pt x="2628" y="6542"/>
                      <a:pt x="346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70" name="Freeform: Shape 3469">
                <a:extLst>
                  <a:ext uri="{FF2B5EF4-FFF2-40B4-BE49-F238E27FC236}">
                    <a16:creationId xmlns:a16="http://schemas.microsoft.com/office/drawing/2014/main" id="{3234C7FE-F8E2-E384-BDBA-BB639CA9ED6D}"/>
                  </a:ext>
                </a:extLst>
              </p:cNvPr>
              <p:cNvSpPr/>
              <p:nvPr/>
            </p:nvSpPr>
            <p:spPr>
              <a:xfrm>
                <a:off x="4614634" y="5970706"/>
                <a:ext cx="6343" cy="6345"/>
              </a:xfrm>
              <a:custGeom>
                <a:avLst/>
                <a:gdLst>
                  <a:gd name="connsiteX0" fmla="*/ 3468 w 6343"/>
                  <a:gd name="connsiteY0" fmla="*/ 6542 h 6345"/>
                  <a:gd name="connsiteX1" fmla="*/ 5711 w 6343"/>
                  <a:gd name="connsiteY1" fmla="*/ 5612 h 6345"/>
                  <a:gd name="connsiteX2" fmla="*/ 6640 w 6343"/>
                  <a:gd name="connsiteY2" fmla="*/ 3369 h 6345"/>
                  <a:gd name="connsiteX3" fmla="*/ 5711 w 6343"/>
                  <a:gd name="connsiteY3" fmla="*/ 1126 h 6345"/>
                  <a:gd name="connsiteX4" fmla="*/ 3468 w 6343"/>
                  <a:gd name="connsiteY4" fmla="*/ 196 h 6345"/>
                  <a:gd name="connsiteX5" fmla="*/ 1226 w 6343"/>
                  <a:gd name="connsiteY5" fmla="*/ 1126 h 6345"/>
                  <a:gd name="connsiteX6" fmla="*/ 297 w 6343"/>
                  <a:gd name="connsiteY6" fmla="*/ 3369 h 6345"/>
                  <a:gd name="connsiteX7" fmla="*/ 1226 w 6343"/>
                  <a:gd name="connsiteY7" fmla="*/ 5612 h 6345"/>
                  <a:gd name="connsiteX8" fmla="*/ 346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8" y="6542"/>
                    </a:moveTo>
                    <a:cubicBezTo>
                      <a:pt x="4309" y="6542"/>
                      <a:pt x="5116" y="6207"/>
                      <a:pt x="5711" y="5612"/>
                    </a:cubicBezTo>
                    <a:cubicBezTo>
                      <a:pt x="6306" y="5017"/>
                      <a:pt x="6640" y="4210"/>
                      <a:pt x="6640" y="3369"/>
                    </a:cubicBezTo>
                    <a:cubicBezTo>
                      <a:pt x="6640" y="2528"/>
                      <a:pt x="6306" y="1721"/>
                      <a:pt x="5711" y="1126"/>
                    </a:cubicBezTo>
                    <a:cubicBezTo>
                      <a:pt x="5116" y="531"/>
                      <a:pt x="4309" y="196"/>
                      <a:pt x="3468" y="196"/>
                    </a:cubicBezTo>
                    <a:cubicBezTo>
                      <a:pt x="2627" y="196"/>
                      <a:pt x="1820" y="531"/>
                      <a:pt x="1226" y="1126"/>
                    </a:cubicBezTo>
                    <a:cubicBezTo>
                      <a:pt x="631" y="1721"/>
                      <a:pt x="297" y="2528"/>
                      <a:pt x="297" y="3369"/>
                    </a:cubicBezTo>
                    <a:cubicBezTo>
                      <a:pt x="297" y="4210"/>
                      <a:pt x="631" y="5017"/>
                      <a:pt x="1226" y="5612"/>
                    </a:cubicBezTo>
                    <a:cubicBezTo>
                      <a:pt x="1820" y="6207"/>
                      <a:pt x="2627" y="6542"/>
                      <a:pt x="346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71" name="Freeform: Shape 3470">
                <a:extLst>
                  <a:ext uri="{FF2B5EF4-FFF2-40B4-BE49-F238E27FC236}">
                    <a16:creationId xmlns:a16="http://schemas.microsoft.com/office/drawing/2014/main" id="{179E0A7C-136D-176F-D46D-1A56638AA7DE}"/>
                  </a:ext>
                </a:extLst>
              </p:cNvPr>
              <p:cNvSpPr/>
              <p:nvPr/>
            </p:nvSpPr>
            <p:spPr>
              <a:xfrm>
                <a:off x="4611506" y="5974712"/>
                <a:ext cx="6343" cy="6345"/>
              </a:xfrm>
              <a:custGeom>
                <a:avLst/>
                <a:gdLst>
                  <a:gd name="connsiteX0" fmla="*/ 3468 w 6343"/>
                  <a:gd name="connsiteY0" fmla="*/ 6542 h 6345"/>
                  <a:gd name="connsiteX1" fmla="*/ 5711 w 6343"/>
                  <a:gd name="connsiteY1" fmla="*/ 5613 h 6345"/>
                  <a:gd name="connsiteX2" fmla="*/ 6639 w 6343"/>
                  <a:gd name="connsiteY2" fmla="*/ 3369 h 6345"/>
                  <a:gd name="connsiteX3" fmla="*/ 5711 w 6343"/>
                  <a:gd name="connsiteY3" fmla="*/ 1126 h 6345"/>
                  <a:gd name="connsiteX4" fmla="*/ 3468 w 6343"/>
                  <a:gd name="connsiteY4" fmla="*/ 197 h 6345"/>
                  <a:gd name="connsiteX5" fmla="*/ 1225 w 6343"/>
                  <a:gd name="connsiteY5" fmla="*/ 1126 h 6345"/>
                  <a:gd name="connsiteX6" fmla="*/ 296 w 6343"/>
                  <a:gd name="connsiteY6" fmla="*/ 3369 h 6345"/>
                  <a:gd name="connsiteX7" fmla="*/ 1225 w 6343"/>
                  <a:gd name="connsiteY7" fmla="*/ 5613 h 6345"/>
                  <a:gd name="connsiteX8" fmla="*/ 346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8" y="6542"/>
                    </a:moveTo>
                    <a:cubicBezTo>
                      <a:pt x="4309" y="6542"/>
                      <a:pt x="5116" y="6208"/>
                      <a:pt x="5711" y="5613"/>
                    </a:cubicBezTo>
                    <a:cubicBezTo>
                      <a:pt x="6305" y="5018"/>
                      <a:pt x="6639" y="4211"/>
                      <a:pt x="6639" y="3369"/>
                    </a:cubicBezTo>
                    <a:cubicBezTo>
                      <a:pt x="6639" y="2528"/>
                      <a:pt x="6305" y="1721"/>
                      <a:pt x="5711" y="1126"/>
                    </a:cubicBezTo>
                    <a:cubicBezTo>
                      <a:pt x="5116" y="531"/>
                      <a:pt x="4309" y="197"/>
                      <a:pt x="3468" y="197"/>
                    </a:cubicBezTo>
                    <a:cubicBezTo>
                      <a:pt x="2627" y="197"/>
                      <a:pt x="1820" y="531"/>
                      <a:pt x="1225" y="1126"/>
                    </a:cubicBezTo>
                    <a:cubicBezTo>
                      <a:pt x="631" y="1721"/>
                      <a:pt x="296" y="2528"/>
                      <a:pt x="296" y="3369"/>
                    </a:cubicBezTo>
                    <a:cubicBezTo>
                      <a:pt x="296" y="4211"/>
                      <a:pt x="631" y="5018"/>
                      <a:pt x="1225" y="5613"/>
                    </a:cubicBezTo>
                    <a:cubicBezTo>
                      <a:pt x="1820" y="6208"/>
                      <a:pt x="2627" y="6542"/>
                      <a:pt x="346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72" name="Freeform: Shape 3471">
                <a:extLst>
                  <a:ext uri="{FF2B5EF4-FFF2-40B4-BE49-F238E27FC236}">
                    <a16:creationId xmlns:a16="http://schemas.microsoft.com/office/drawing/2014/main" id="{2CB90B8D-B830-4D7B-B1C6-3A582E4BF605}"/>
                  </a:ext>
                </a:extLst>
              </p:cNvPr>
              <p:cNvSpPr/>
              <p:nvPr/>
            </p:nvSpPr>
            <p:spPr>
              <a:xfrm>
                <a:off x="4613993" y="5980552"/>
                <a:ext cx="6343" cy="6345"/>
              </a:xfrm>
              <a:custGeom>
                <a:avLst/>
                <a:gdLst>
                  <a:gd name="connsiteX0" fmla="*/ 3468 w 6343"/>
                  <a:gd name="connsiteY0" fmla="*/ 6542 h 6345"/>
                  <a:gd name="connsiteX1" fmla="*/ 5711 w 6343"/>
                  <a:gd name="connsiteY1" fmla="*/ 5613 h 6345"/>
                  <a:gd name="connsiteX2" fmla="*/ 6640 w 6343"/>
                  <a:gd name="connsiteY2" fmla="*/ 3370 h 6345"/>
                  <a:gd name="connsiteX3" fmla="*/ 5711 w 6343"/>
                  <a:gd name="connsiteY3" fmla="*/ 1126 h 6345"/>
                  <a:gd name="connsiteX4" fmla="*/ 3468 w 6343"/>
                  <a:gd name="connsiteY4" fmla="*/ 197 h 6345"/>
                  <a:gd name="connsiteX5" fmla="*/ 1225 w 6343"/>
                  <a:gd name="connsiteY5" fmla="*/ 1126 h 6345"/>
                  <a:gd name="connsiteX6" fmla="*/ 297 w 6343"/>
                  <a:gd name="connsiteY6" fmla="*/ 3370 h 6345"/>
                  <a:gd name="connsiteX7" fmla="*/ 1225 w 6343"/>
                  <a:gd name="connsiteY7" fmla="*/ 5613 h 6345"/>
                  <a:gd name="connsiteX8" fmla="*/ 346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8" y="6542"/>
                    </a:moveTo>
                    <a:cubicBezTo>
                      <a:pt x="4309" y="6542"/>
                      <a:pt x="5116" y="6208"/>
                      <a:pt x="5711" y="5613"/>
                    </a:cubicBezTo>
                    <a:cubicBezTo>
                      <a:pt x="6305" y="5018"/>
                      <a:pt x="6640" y="4211"/>
                      <a:pt x="6640" y="3370"/>
                    </a:cubicBezTo>
                    <a:cubicBezTo>
                      <a:pt x="6640" y="2528"/>
                      <a:pt x="6305" y="1721"/>
                      <a:pt x="5711" y="1126"/>
                    </a:cubicBezTo>
                    <a:cubicBezTo>
                      <a:pt x="5116" y="531"/>
                      <a:pt x="4309" y="197"/>
                      <a:pt x="3468" y="197"/>
                    </a:cubicBezTo>
                    <a:cubicBezTo>
                      <a:pt x="2627" y="197"/>
                      <a:pt x="1820" y="531"/>
                      <a:pt x="1225" y="1126"/>
                    </a:cubicBezTo>
                    <a:cubicBezTo>
                      <a:pt x="631" y="1721"/>
                      <a:pt x="297" y="2528"/>
                      <a:pt x="297" y="3370"/>
                    </a:cubicBezTo>
                    <a:cubicBezTo>
                      <a:pt x="297" y="4211"/>
                      <a:pt x="631" y="5018"/>
                      <a:pt x="1225" y="5613"/>
                    </a:cubicBezTo>
                    <a:cubicBezTo>
                      <a:pt x="1820" y="6208"/>
                      <a:pt x="2627" y="6542"/>
                      <a:pt x="346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73" name="Freeform: Shape 3472">
                <a:extLst>
                  <a:ext uri="{FF2B5EF4-FFF2-40B4-BE49-F238E27FC236}">
                    <a16:creationId xmlns:a16="http://schemas.microsoft.com/office/drawing/2014/main" id="{1E3F42E3-E6C6-FCA4-CF76-C23FD27A867A}"/>
                  </a:ext>
                </a:extLst>
              </p:cNvPr>
              <p:cNvSpPr/>
              <p:nvPr/>
            </p:nvSpPr>
            <p:spPr>
              <a:xfrm>
                <a:off x="4605863" y="5982863"/>
                <a:ext cx="6343" cy="6345"/>
              </a:xfrm>
              <a:custGeom>
                <a:avLst/>
                <a:gdLst>
                  <a:gd name="connsiteX0" fmla="*/ 3467 w 6343"/>
                  <a:gd name="connsiteY0" fmla="*/ 6543 h 6345"/>
                  <a:gd name="connsiteX1" fmla="*/ 5710 w 6343"/>
                  <a:gd name="connsiteY1" fmla="*/ 5613 h 6345"/>
                  <a:gd name="connsiteX2" fmla="*/ 6639 w 6343"/>
                  <a:gd name="connsiteY2" fmla="*/ 3370 h 6345"/>
                  <a:gd name="connsiteX3" fmla="*/ 5710 w 6343"/>
                  <a:gd name="connsiteY3" fmla="*/ 1127 h 6345"/>
                  <a:gd name="connsiteX4" fmla="*/ 3467 w 6343"/>
                  <a:gd name="connsiteY4" fmla="*/ 197 h 6345"/>
                  <a:gd name="connsiteX5" fmla="*/ 1225 w 6343"/>
                  <a:gd name="connsiteY5" fmla="*/ 1127 h 6345"/>
                  <a:gd name="connsiteX6" fmla="*/ 296 w 6343"/>
                  <a:gd name="connsiteY6" fmla="*/ 3370 h 6345"/>
                  <a:gd name="connsiteX7" fmla="*/ 1225 w 6343"/>
                  <a:gd name="connsiteY7" fmla="*/ 5613 h 6345"/>
                  <a:gd name="connsiteX8" fmla="*/ 346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7" y="6543"/>
                    </a:moveTo>
                    <a:cubicBezTo>
                      <a:pt x="4309" y="6543"/>
                      <a:pt x="5115" y="6208"/>
                      <a:pt x="5710" y="5613"/>
                    </a:cubicBezTo>
                    <a:cubicBezTo>
                      <a:pt x="6305" y="5018"/>
                      <a:pt x="6639" y="4211"/>
                      <a:pt x="6639" y="3370"/>
                    </a:cubicBezTo>
                    <a:cubicBezTo>
                      <a:pt x="6639" y="2529"/>
                      <a:pt x="6305" y="1721"/>
                      <a:pt x="5710" y="1127"/>
                    </a:cubicBezTo>
                    <a:cubicBezTo>
                      <a:pt x="5115" y="532"/>
                      <a:pt x="4309" y="197"/>
                      <a:pt x="3467" y="197"/>
                    </a:cubicBezTo>
                    <a:cubicBezTo>
                      <a:pt x="2626" y="197"/>
                      <a:pt x="1820" y="532"/>
                      <a:pt x="1225" y="1127"/>
                    </a:cubicBezTo>
                    <a:cubicBezTo>
                      <a:pt x="630" y="1721"/>
                      <a:pt x="296" y="2529"/>
                      <a:pt x="296" y="3370"/>
                    </a:cubicBezTo>
                    <a:cubicBezTo>
                      <a:pt x="296" y="4211"/>
                      <a:pt x="630" y="5018"/>
                      <a:pt x="1225" y="5613"/>
                    </a:cubicBezTo>
                    <a:cubicBezTo>
                      <a:pt x="1820" y="6208"/>
                      <a:pt x="2626" y="6543"/>
                      <a:pt x="346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74" name="Freeform: Shape 3473">
                <a:extLst>
                  <a:ext uri="{FF2B5EF4-FFF2-40B4-BE49-F238E27FC236}">
                    <a16:creationId xmlns:a16="http://schemas.microsoft.com/office/drawing/2014/main" id="{B23E60A3-DD95-FF03-CC2F-A223E589597C}"/>
                  </a:ext>
                </a:extLst>
              </p:cNvPr>
              <p:cNvSpPr/>
              <p:nvPr/>
            </p:nvSpPr>
            <p:spPr>
              <a:xfrm>
                <a:off x="4596503" y="5989638"/>
                <a:ext cx="6343" cy="6345"/>
              </a:xfrm>
              <a:custGeom>
                <a:avLst/>
                <a:gdLst>
                  <a:gd name="connsiteX0" fmla="*/ 3467 w 6343"/>
                  <a:gd name="connsiteY0" fmla="*/ 6543 h 6345"/>
                  <a:gd name="connsiteX1" fmla="*/ 5709 w 6343"/>
                  <a:gd name="connsiteY1" fmla="*/ 5614 h 6345"/>
                  <a:gd name="connsiteX2" fmla="*/ 6638 w 6343"/>
                  <a:gd name="connsiteY2" fmla="*/ 3371 h 6345"/>
                  <a:gd name="connsiteX3" fmla="*/ 5709 w 6343"/>
                  <a:gd name="connsiteY3" fmla="*/ 1127 h 6345"/>
                  <a:gd name="connsiteX4" fmla="*/ 3467 w 6343"/>
                  <a:gd name="connsiteY4" fmla="*/ 198 h 6345"/>
                  <a:gd name="connsiteX5" fmla="*/ 1224 w 6343"/>
                  <a:gd name="connsiteY5" fmla="*/ 1127 h 6345"/>
                  <a:gd name="connsiteX6" fmla="*/ 295 w 6343"/>
                  <a:gd name="connsiteY6" fmla="*/ 3371 h 6345"/>
                  <a:gd name="connsiteX7" fmla="*/ 1224 w 6343"/>
                  <a:gd name="connsiteY7" fmla="*/ 5614 h 6345"/>
                  <a:gd name="connsiteX8" fmla="*/ 346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7" y="6543"/>
                    </a:moveTo>
                    <a:cubicBezTo>
                      <a:pt x="4308" y="6543"/>
                      <a:pt x="5115" y="6209"/>
                      <a:pt x="5709" y="5614"/>
                    </a:cubicBezTo>
                    <a:cubicBezTo>
                      <a:pt x="6304" y="5019"/>
                      <a:pt x="6638" y="4212"/>
                      <a:pt x="6638" y="3371"/>
                    </a:cubicBezTo>
                    <a:cubicBezTo>
                      <a:pt x="6638" y="2529"/>
                      <a:pt x="6304" y="1722"/>
                      <a:pt x="5709" y="1127"/>
                    </a:cubicBezTo>
                    <a:cubicBezTo>
                      <a:pt x="5115" y="532"/>
                      <a:pt x="4308" y="198"/>
                      <a:pt x="3467" y="198"/>
                    </a:cubicBezTo>
                    <a:cubicBezTo>
                      <a:pt x="2626" y="198"/>
                      <a:pt x="1819" y="532"/>
                      <a:pt x="1224" y="1127"/>
                    </a:cubicBezTo>
                    <a:cubicBezTo>
                      <a:pt x="629" y="1722"/>
                      <a:pt x="295" y="2529"/>
                      <a:pt x="295" y="3371"/>
                    </a:cubicBezTo>
                    <a:cubicBezTo>
                      <a:pt x="295" y="4212"/>
                      <a:pt x="629" y="5019"/>
                      <a:pt x="1224" y="5614"/>
                    </a:cubicBezTo>
                    <a:cubicBezTo>
                      <a:pt x="1819" y="6209"/>
                      <a:pt x="2626" y="6543"/>
                      <a:pt x="346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75" name="Freeform: Shape 3474">
                <a:extLst>
                  <a:ext uri="{FF2B5EF4-FFF2-40B4-BE49-F238E27FC236}">
                    <a16:creationId xmlns:a16="http://schemas.microsoft.com/office/drawing/2014/main" id="{D8C3B911-3F04-9BB2-4BE2-2BF100B8CD21}"/>
                  </a:ext>
                </a:extLst>
              </p:cNvPr>
              <p:cNvSpPr/>
              <p:nvPr/>
            </p:nvSpPr>
            <p:spPr>
              <a:xfrm>
                <a:off x="4595691" y="5994345"/>
                <a:ext cx="6343" cy="6345"/>
              </a:xfrm>
              <a:custGeom>
                <a:avLst/>
                <a:gdLst>
                  <a:gd name="connsiteX0" fmla="*/ 3467 w 6343"/>
                  <a:gd name="connsiteY0" fmla="*/ 6544 h 6345"/>
                  <a:gd name="connsiteX1" fmla="*/ 5709 w 6343"/>
                  <a:gd name="connsiteY1" fmla="*/ 5614 h 6345"/>
                  <a:gd name="connsiteX2" fmla="*/ 6638 w 6343"/>
                  <a:gd name="connsiteY2" fmla="*/ 3371 h 6345"/>
                  <a:gd name="connsiteX3" fmla="*/ 5709 w 6343"/>
                  <a:gd name="connsiteY3" fmla="*/ 1127 h 6345"/>
                  <a:gd name="connsiteX4" fmla="*/ 3467 w 6343"/>
                  <a:gd name="connsiteY4" fmla="*/ 198 h 6345"/>
                  <a:gd name="connsiteX5" fmla="*/ 1224 w 6343"/>
                  <a:gd name="connsiteY5" fmla="*/ 1127 h 6345"/>
                  <a:gd name="connsiteX6" fmla="*/ 295 w 6343"/>
                  <a:gd name="connsiteY6" fmla="*/ 3371 h 6345"/>
                  <a:gd name="connsiteX7" fmla="*/ 1224 w 6343"/>
                  <a:gd name="connsiteY7" fmla="*/ 5614 h 6345"/>
                  <a:gd name="connsiteX8" fmla="*/ 3467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7" y="6544"/>
                    </a:moveTo>
                    <a:cubicBezTo>
                      <a:pt x="4308" y="6544"/>
                      <a:pt x="5115" y="6209"/>
                      <a:pt x="5709" y="5614"/>
                    </a:cubicBezTo>
                    <a:cubicBezTo>
                      <a:pt x="6304" y="5019"/>
                      <a:pt x="6638" y="4212"/>
                      <a:pt x="6638" y="3371"/>
                    </a:cubicBezTo>
                    <a:cubicBezTo>
                      <a:pt x="6638" y="2529"/>
                      <a:pt x="6304" y="1722"/>
                      <a:pt x="5709" y="1127"/>
                    </a:cubicBezTo>
                    <a:cubicBezTo>
                      <a:pt x="5115" y="532"/>
                      <a:pt x="4308" y="198"/>
                      <a:pt x="3467" y="198"/>
                    </a:cubicBezTo>
                    <a:cubicBezTo>
                      <a:pt x="2626" y="198"/>
                      <a:pt x="1819" y="532"/>
                      <a:pt x="1224" y="1127"/>
                    </a:cubicBezTo>
                    <a:cubicBezTo>
                      <a:pt x="629" y="1722"/>
                      <a:pt x="295" y="2529"/>
                      <a:pt x="295" y="3371"/>
                    </a:cubicBezTo>
                    <a:cubicBezTo>
                      <a:pt x="295" y="4212"/>
                      <a:pt x="629" y="5019"/>
                      <a:pt x="1224" y="5614"/>
                    </a:cubicBezTo>
                    <a:cubicBezTo>
                      <a:pt x="1819" y="6209"/>
                      <a:pt x="2626" y="6544"/>
                      <a:pt x="3467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76" name="Freeform: Shape 3475">
                <a:extLst>
                  <a:ext uri="{FF2B5EF4-FFF2-40B4-BE49-F238E27FC236}">
                    <a16:creationId xmlns:a16="http://schemas.microsoft.com/office/drawing/2014/main" id="{F1EB6895-9CEE-D951-A922-E16A0E721D9D}"/>
                  </a:ext>
                </a:extLst>
              </p:cNvPr>
              <p:cNvSpPr/>
              <p:nvPr/>
            </p:nvSpPr>
            <p:spPr>
              <a:xfrm>
                <a:off x="4594581" y="5998955"/>
                <a:ext cx="6343" cy="6345"/>
              </a:xfrm>
              <a:custGeom>
                <a:avLst/>
                <a:gdLst>
                  <a:gd name="connsiteX0" fmla="*/ 3467 w 6343"/>
                  <a:gd name="connsiteY0" fmla="*/ 6544 h 6345"/>
                  <a:gd name="connsiteX1" fmla="*/ 5709 w 6343"/>
                  <a:gd name="connsiteY1" fmla="*/ 5615 h 6345"/>
                  <a:gd name="connsiteX2" fmla="*/ 6638 w 6343"/>
                  <a:gd name="connsiteY2" fmla="*/ 3371 h 6345"/>
                  <a:gd name="connsiteX3" fmla="*/ 5709 w 6343"/>
                  <a:gd name="connsiteY3" fmla="*/ 1128 h 6345"/>
                  <a:gd name="connsiteX4" fmla="*/ 3467 w 6343"/>
                  <a:gd name="connsiteY4" fmla="*/ 199 h 6345"/>
                  <a:gd name="connsiteX5" fmla="*/ 1224 w 6343"/>
                  <a:gd name="connsiteY5" fmla="*/ 1128 h 6345"/>
                  <a:gd name="connsiteX6" fmla="*/ 295 w 6343"/>
                  <a:gd name="connsiteY6" fmla="*/ 3371 h 6345"/>
                  <a:gd name="connsiteX7" fmla="*/ 1224 w 6343"/>
                  <a:gd name="connsiteY7" fmla="*/ 5615 h 6345"/>
                  <a:gd name="connsiteX8" fmla="*/ 3467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7" y="6544"/>
                    </a:moveTo>
                    <a:cubicBezTo>
                      <a:pt x="4308" y="6544"/>
                      <a:pt x="5114" y="6210"/>
                      <a:pt x="5709" y="5615"/>
                    </a:cubicBezTo>
                    <a:cubicBezTo>
                      <a:pt x="6304" y="5020"/>
                      <a:pt x="6638" y="4213"/>
                      <a:pt x="6638" y="3371"/>
                    </a:cubicBezTo>
                    <a:cubicBezTo>
                      <a:pt x="6638" y="2530"/>
                      <a:pt x="6304" y="1723"/>
                      <a:pt x="5709" y="1128"/>
                    </a:cubicBezTo>
                    <a:cubicBezTo>
                      <a:pt x="5114" y="533"/>
                      <a:pt x="4308" y="199"/>
                      <a:pt x="3467" y="199"/>
                    </a:cubicBezTo>
                    <a:cubicBezTo>
                      <a:pt x="2625" y="199"/>
                      <a:pt x="1819" y="533"/>
                      <a:pt x="1224" y="1128"/>
                    </a:cubicBezTo>
                    <a:cubicBezTo>
                      <a:pt x="629" y="1723"/>
                      <a:pt x="295" y="2530"/>
                      <a:pt x="295" y="3371"/>
                    </a:cubicBezTo>
                    <a:cubicBezTo>
                      <a:pt x="295" y="4213"/>
                      <a:pt x="629" y="5020"/>
                      <a:pt x="1224" y="5615"/>
                    </a:cubicBezTo>
                    <a:cubicBezTo>
                      <a:pt x="1819" y="6210"/>
                      <a:pt x="2625" y="6544"/>
                      <a:pt x="3467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77" name="Freeform: Shape 3476">
                <a:extLst>
                  <a:ext uri="{FF2B5EF4-FFF2-40B4-BE49-F238E27FC236}">
                    <a16:creationId xmlns:a16="http://schemas.microsoft.com/office/drawing/2014/main" id="{CD00ED64-0C4B-1373-171F-23BA665AF6E6}"/>
                  </a:ext>
                </a:extLst>
              </p:cNvPr>
              <p:cNvSpPr/>
              <p:nvPr/>
            </p:nvSpPr>
            <p:spPr>
              <a:xfrm>
                <a:off x="4591261" y="6002750"/>
                <a:ext cx="6343" cy="6345"/>
              </a:xfrm>
              <a:custGeom>
                <a:avLst/>
                <a:gdLst>
                  <a:gd name="connsiteX0" fmla="*/ 3466 w 6343"/>
                  <a:gd name="connsiteY0" fmla="*/ 6544 h 6345"/>
                  <a:gd name="connsiteX1" fmla="*/ 5709 w 6343"/>
                  <a:gd name="connsiteY1" fmla="*/ 5615 h 6345"/>
                  <a:gd name="connsiteX2" fmla="*/ 6638 w 6343"/>
                  <a:gd name="connsiteY2" fmla="*/ 3372 h 6345"/>
                  <a:gd name="connsiteX3" fmla="*/ 5709 w 6343"/>
                  <a:gd name="connsiteY3" fmla="*/ 1128 h 6345"/>
                  <a:gd name="connsiteX4" fmla="*/ 3466 w 6343"/>
                  <a:gd name="connsiteY4" fmla="*/ 199 h 6345"/>
                  <a:gd name="connsiteX5" fmla="*/ 1224 w 6343"/>
                  <a:gd name="connsiteY5" fmla="*/ 1128 h 6345"/>
                  <a:gd name="connsiteX6" fmla="*/ 295 w 6343"/>
                  <a:gd name="connsiteY6" fmla="*/ 3372 h 6345"/>
                  <a:gd name="connsiteX7" fmla="*/ 1224 w 6343"/>
                  <a:gd name="connsiteY7" fmla="*/ 5615 h 6345"/>
                  <a:gd name="connsiteX8" fmla="*/ 3466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6" y="6544"/>
                    </a:moveTo>
                    <a:cubicBezTo>
                      <a:pt x="4307" y="6544"/>
                      <a:pt x="5114" y="6210"/>
                      <a:pt x="5709" y="5615"/>
                    </a:cubicBezTo>
                    <a:cubicBezTo>
                      <a:pt x="6304" y="5020"/>
                      <a:pt x="6638" y="4213"/>
                      <a:pt x="6638" y="3372"/>
                    </a:cubicBezTo>
                    <a:cubicBezTo>
                      <a:pt x="6638" y="2530"/>
                      <a:pt x="6304" y="1723"/>
                      <a:pt x="5709" y="1128"/>
                    </a:cubicBezTo>
                    <a:cubicBezTo>
                      <a:pt x="5114" y="533"/>
                      <a:pt x="4307" y="199"/>
                      <a:pt x="3466" y="199"/>
                    </a:cubicBezTo>
                    <a:cubicBezTo>
                      <a:pt x="2625" y="199"/>
                      <a:pt x="1818" y="533"/>
                      <a:pt x="1224" y="1128"/>
                    </a:cubicBezTo>
                    <a:cubicBezTo>
                      <a:pt x="629" y="1723"/>
                      <a:pt x="295" y="2530"/>
                      <a:pt x="295" y="3372"/>
                    </a:cubicBezTo>
                    <a:cubicBezTo>
                      <a:pt x="295" y="4213"/>
                      <a:pt x="629" y="5020"/>
                      <a:pt x="1224" y="5615"/>
                    </a:cubicBezTo>
                    <a:cubicBezTo>
                      <a:pt x="1818" y="6210"/>
                      <a:pt x="2625" y="6544"/>
                      <a:pt x="3466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78" name="Freeform: Shape 3477">
                <a:extLst>
                  <a:ext uri="{FF2B5EF4-FFF2-40B4-BE49-F238E27FC236}">
                    <a16:creationId xmlns:a16="http://schemas.microsoft.com/office/drawing/2014/main" id="{3D6B497A-EE40-94A5-627D-2C563772E913}"/>
                  </a:ext>
                </a:extLst>
              </p:cNvPr>
              <p:cNvSpPr/>
              <p:nvPr/>
            </p:nvSpPr>
            <p:spPr>
              <a:xfrm>
                <a:off x="4588988" y="6006917"/>
                <a:ext cx="6343" cy="6345"/>
              </a:xfrm>
              <a:custGeom>
                <a:avLst/>
                <a:gdLst>
                  <a:gd name="connsiteX0" fmla="*/ 3466 w 6343"/>
                  <a:gd name="connsiteY0" fmla="*/ 6545 h 6345"/>
                  <a:gd name="connsiteX1" fmla="*/ 5709 w 6343"/>
                  <a:gd name="connsiteY1" fmla="*/ 5615 h 6345"/>
                  <a:gd name="connsiteX2" fmla="*/ 6638 w 6343"/>
                  <a:gd name="connsiteY2" fmla="*/ 3372 h 6345"/>
                  <a:gd name="connsiteX3" fmla="*/ 5709 w 6343"/>
                  <a:gd name="connsiteY3" fmla="*/ 1128 h 6345"/>
                  <a:gd name="connsiteX4" fmla="*/ 3466 w 6343"/>
                  <a:gd name="connsiteY4" fmla="*/ 199 h 6345"/>
                  <a:gd name="connsiteX5" fmla="*/ 1223 w 6343"/>
                  <a:gd name="connsiteY5" fmla="*/ 1128 h 6345"/>
                  <a:gd name="connsiteX6" fmla="*/ 295 w 6343"/>
                  <a:gd name="connsiteY6" fmla="*/ 3372 h 6345"/>
                  <a:gd name="connsiteX7" fmla="*/ 1223 w 6343"/>
                  <a:gd name="connsiteY7" fmla="*/ 5615 h 6345"/>
                  <a:gd name="connsiteX8" fmla="*/ 3466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6" y="6545"/>
                    </a:moveTo>
                    <a:cubicBezTo>
                      <a:pt x="4307" y="6545"/>
                      <a:pt x="5114" y="6210"/>
                      <a:pt x="5709" y="5615"/>
                    </a:cubicBezTo>
                    <a:cubicBezTo>
                      <a:pt x="6303" y="5020"/>
                      <a:pt x="6638" y="4213"/>
                      <a:pt x="6638" y="3372"/>
                    </a:cubicBezTo>
                    <a:cubicBezTo>
                      <a:pt x="6638" y="2530"/>
                      <a:pt x="6303" y="1723"/>
                      <a:pt x="5709" y="1128"/>
                    </a:cubicBezTo>
                    <a:cubicBezTo>
                      <a:pt x="5114" y="533"/>
                      <a:pt x="4307" y="199"/>
                      <a:pt x="3466" y="199"/>
                    </a:cubicBezTo>
                    <a:cubicBezTo>
                      <a:pt x="2625" y="199"/>
                      <a:pt x="1818" y="533"/>
                      <a:pt x="1223" y="1128"/>
                    </a:cubicBezTo>
                    <a:cubicBezTo>
                      <a:pt x="629" y="1723"/>
                      <a:pt x="295" y="2530"/>
                      <a:pt x="295" y="3372"/>
                    </a:cubicBezTo>
                    <a:cubicBezTo>
                      <a:pt x="295" y="4213"/>
                      <a:pt x="629" y="5020"/>
                      <a:pt x="1223" y="5615"/>
                    </a:cubicBezTo>
                    <a:cubicBezTo>
                      <a:pt x="1818" y="6210"/>
                      <a:pt x="2625" y="6545"/>
                      <a:pt x="3466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79" name="Freeform: Shape 3478">
                <a:extLst>
                  <a:ext uri="{FF2B5EF4-FFF2-40B4-BE49-F238E27FC236}">
                    <a16:creationId xmlns:a16="http://schemas.microsoft.com/office/drawing/2014/main" id="{CE106EC4-63BB-9BAD-6011-FF371F704241}"/>
                  </a:ext>
                </a:extLst>
              </p:cNvPr>
              <p:cNvSpPr/>
              <p:nvPr/>
            </p:nvSpPr>
            <p:spPr>
              <a:xfrm>
                <a:off x="4585627" y="6010657"/>
                <a:ext cx="6343" cy="6345"/>
              </a:xfrm>
              <a:custGeom>
                <a:avLst/>
                <a:gdLst>
                  <a:gd name="connsiteX0" fmla="*/ 3466 w 6343"/>
                  <a:gd name="connsiteY0" fmla="*/ 6545 h 6345"/>
                  <a:gd name="connsiteX1" fmla="*/ 5708 w 6343"/>
                  <a:gd name="connsiteY1" fmla="*/ 5616 h 6345"/>
                  <a:gd name="connsiteX2" fmla="*/ 6637 w 6343"/>
                  <a:gd name="connsiteY2" fmla="*/ 3372 h 6345"/>
                  <a:gd name="connsiteX3" fmla="*/ 5708 w 6343"/>
                  <a:gd name="connsiteY3" fmla="*/ 1129 h 6345"/>
                  <a:gd name="connsiteX4" fmla="*/ 3466 w 6343"/>
                  <a:gd name="connsiteY4" fmla="*/ 199 h 6345"/>
                  <a:gd name="connsiteX5" fmla="*/ 1223 w 6343"/>
                  <a:gd name="connsiteY5" fmla="*/ 1129 h 6345"/>
                  <a:gd name="connsiteX6" fmla="*/ 294 w 6343"/>
                  <a:gd name="connsiteY6" fmla="*/ 3372 h 6345"/>
                  <a:gd name="connsiteX7" fmla="*/ 1223 w 6343"/>
                  <a:gd name="connsiteY7" fmla="*/ 5616 h 6345"/>
                  <a:gd name="connsiteX8" fmla="*/ 3466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6" y="6545"/>
                    </a:moveTo>
                    <a:cubicBezTo>
                      <a:pt x="4307" y="6545"/>
                      <a:pt x="5114" y="6211"/>
                      <a:pt x="5708" y="5616"/>
                    </a:cubicBezTo>
                    <a:cubicBezTo>
                      <a:pt x="6303" y="5021"/>
                      <a:pt x="6637" y="4214"/>
                      <a:pt x="6637" y="3372"/>
                    </a:cubicBezTo>
                    <a:cubicBezTo>
                      <a:pt x="6637" y="2531"/>
                      <a:pt x="6303" y="1724"/>
                      <a:pt x="5708" y="1129"/>
                    </a:cubicBezTo>
                    <a:cubicBezTo>
                      <a:pt x="5114" y="534"/>
                      <a:pt x="4307" y="199"/>
                      <a:pt x="3466" y="199"/>
                    </a:cubicBezTo>
                    <a:cubicBezTo>
                      <a:pt x="2625" y="199"/>
                      <a:pt x="1818" y="534"/>
                      <a:pt x="1223" y="1129"/>
                    </a:cubicBezTo>
                    <a:cubicBezTo>
                      <a:pt x="628" y="1724"/>
                      <a:pt x="294" y="2531"/>
                      <a:pt x="294" y="3372"/>
                    </a:cubicBezTo>
                    <a:cubicBezTo>
                      <a:pt x="294" y="4214"/>
                      <a:pt x="628" y="5021"/>
                      <a:pt x="1223" y="5616"/>
                    </a:cubicBezTo>
                    <a:cubicBezTo>
                      <a:pt x="1818" y="6211"/>
                      <a:pt x="2625" y="6545"/>
                      <a:pt x="3466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80" name="Freeform: Shape 3479">
                <a:extLst>
                  <a:ext uri="{FF2B5EF4-FFF2-40B4-BE49-F238E27FC236}">
                    <a16:creationId xmlns:a16="http://schemas.microsoft.com/office/drawing/2014/main" id="{B856E0CB-63E3-9078-937B-A87B090533D8}"/>
                  </a:ext>
                </a:extLst>
              </p:cNvPr>
              <p:cNvSpPr/>
              <p:nvPr/>
            </p:nvSpPr>
            <p:spPr>
              <a:xfrm>
                <a:off x="4582071" y="6014296"/>
                <a:ext cx="6343" cy="6345"/>
              </a:xfrm>
              <a:custGeom>
                <a:avLst/>
                <a:gdLst>
                  <a:gd name="connsiteX0" fmla="*/ 3466 w 6343"/>
                  <a:gd name="connsiteY0" fmla="*/ 6545 h 6345"/>
                  <a:gd name="connsiteX1" fmla="*/ 5708 w 6343"/>
                  <a:gd name="connsiteY1" fmla="*/ 5616 h 6345"/>
                  <a:gd name="connsiteX2" fmla="*/ 6637 w 6343"/>
                  <a:gd name="connsiteY2" fmla="*/ 3372 h 6345"/>
                  <a:gd name="connsiteX3" fmla="*/ 5708 w 6343"/>
                  <a:gd name="connsiteY3" fmla="*/ 1129 h 6345"/>
                  <a:gd name="connsiteX4" fmla="*/ 3466 w 6343"/>
                  <a:gd name="connsiteY4" fmla="*/ 200 h 6345"/>
                  <a:gd name="connsiteX5" fmla="*/ 1223 w 6343"/>
                  <a:gd name="connsiteY5" fmla="*/ 1129 h 6345"/>
                  <a:gd name="connsiteX6" fmla="*/ 294 w 6343"/>
                  <a:gd name="connsiteY6" fmla="*/ 3372 h 6345"/>
                  <a:gd name="connsiteX7" fmla="*/ 1223 w 6343"/>
                  <a:gd name="connsiteY7" fmla="*/ 5616 h 6345"/>
                  <a:gd name="connsiteX8" fmla="*/ 3466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6" y="6545"/>
                    </a:moveTo>
                    <a:cubicBezTo>
                      <a:pt x="4307" y="6545"/>
                      <a:pt x="5113" y="6211"/>
                      <a:pt x="5708" y="5616"/>
                    </a:cubicBezTo>
                    <a:cubicBezTo>
                      <a:pt x="6303" y="5021"/>
                      <a:pt x="6637" y="4214"/>
                      <a:pt x="6637" y="3372"/>
                    </a:cubicBezTo>
                    <a:cubicBezTo>
                      <a:pt x="6637" y="2531"/>
                      <a:pt x="6303" y="1724"/>
                      <a:pt x="5708" y="1129"/>
                    </a:cubicBezTo>
                    <a:cubicBezTo>
                      <a:pt x="5113" y="534"/>
                      <a:pt x="4307" y="200"/>
                      <a:pt x="3466" y="200"/>
                    </a:cubicBezTo>
                    <a:cubicBezTo>
                      <a:pt x="2624" y="200"/>
                      <a:pt x="1818" y="534"/>
                      <a:pt x="1223" y="1129"/>
                    </a:cubicBezTo>
                    <a:cubicBezTo>
                      <a:pt x="628" y="1724"/>
                      <a:pt x="294" y="2531"/>
                      <a:pt x="294" y="3372"/>
                    </a:cubicBezTo>
                    <a:cubicBezTo>
                      <a:pt x="294" y="4214"/>
                      <a:pt x="628" y="5021"/>
                      <a:pt x="1223" y="5616"/>
                    </a:cubicBezTo>
                    <a:cubicBezTo>
                      <a:pt x="1818" y="6211"/>
                      <a:pt x="2624" y="6545"/>
                      <a:pt x="3466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81" name="Freeform: Shape 3480">
                <a:extLst>
                  <a:ext uri="{FF2B5EF4-FFF2-40B4-BE49-F238E27FC236}">
                    <a16:creationId xmlns:a16="http://schemas.microsoft.com/office/drawing/2014/main" id="{A2543589-8BA4-7AEE-7819-383F8272612F}"/>
                  </a:ext>
                </a:extLst>
              </p:cNvPr>
              <p:cNvSpPr/>
              <p:nvPr/>
            </p:nvSpPr>
            <p:spPr>
              <a:xfrm>
                <a:off x="4578673" y="6017972"/>
                <a:ext cx="6343" cy="6345"/>
              </a:xfrm>
              <a:custGeom>
                <a:avLst/>
                <a:gdLst>
                  <a:gd name="connsiteX0" fmla="*/ 3465 w 6343"/>
                  <a:gd name="connsiteY0" fmla="*/ 6545 h 6345"/>
                  <a:gd name="connsiteX1" fmla="*/ 5708 w 6343"/>
                  <a:gd name="connsiteY1" fmla="*/ 5616 h 6345"/>
                  <a:gd name="connsiteX2" fmla="*/ 6637 w 6343"/>
                  <a:gd name="connsiteY2" fmla="*/ 3373 h 6345"/>
                  <a:gd name="connsiteX3" fmla="*/ 5708 w 6343"/>
                  <a:gd name="connsiteY3" fmla="*/ 1129 h 6345"/>
                  <a:gd name="connsiteX4" fmla="*/ 3465 w 6343"/>
                  <a:gd name="connsiteY4" fmla="*/ 200 h 6345"/>
                  <a:gd name="connsiteX5" fmla="*/ 1223 w 6343"/>
                  <a:gd name="connsiteY5" fmla="*/ 1129 h 6345"/>
                  <a:gd name="connsiteX6" fmla="*/ 294 w 6343"/>
                  <a:gd name="connsiteY6" fmla="*/ 3373 h 6345"/>
                  <a:gd name="connsiteX7" fmla="*/ 1223 w 6343"/>
                  <a:gd name="connsiteY7" fmla="*/ 5616 h 6345"/>
                  <a:gd name="connsiteX8" fmla="*/ 3465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5" y="6545"/>
                    </a:moveTo>
                    <a:cubicBezTo>
                      <a:pt x="4306" y="6545"/>
                      <a:pt x="5113" y="6211"/>
                      <a:pt x="5708" y="5616"/>
                    </a:cubicBezTo>
                    <a:cubicBezTo>
                      <a:pt x="6303" y="5021"/>
                      <a:pt x="6637" y="4214"/>
                      <a:pt x="6637" y="3373"/>
                    </a:cubicBezTo>
                    <a:cubicBezTo>
                      <a:pt x="6637" y="2531"/>
                      <a:pt x="6303" y="1724"/>
                      <a:pt x="5708" y="1129"/>
                    </a:cubicBezTo>
                    <a:cubicBezTo>
                      <a:pt x="5113" y="534"/>
                      <a:pt x="4306" y="200"/>
                      <a:pt x="3465" y="200"/>
                    </a:cubicBezTo>
                    <a:cubicBezTo>
                      <a:pt x="2624" y="200"/>
                      <a:pt x="1817" y="534"/>
                      <a:pt x="1223" y="1129"/>
                    </a:cubicBezTo>
                    <a:cubicBezTo>
                      <a:pt x="628" y="1724"/>
                      <a:pt x="294" y="2531"/>
                      <a:pt x="294" y="3373"/>
                    </a:cubicBezTo>
                    <a:cubicBezTo>
                      <a:pt x="294" y="4214"/>
                      <a:pt x="628" y="5021"/>
                      <a:pt x="1223" y="5616"/>
                    </a:cubicBezTo>
                    <a:cubicBezTo>
                      <a:pt x="1817" y="6211"/>
                      <a:pt x="2624" y="6545"/>
                      <a:pt x="3465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82" name="Freeform: Shape 3481">
                <a:extLst>
                  <a:ext uri="{FF2B5EF4-FFF2-40B4-BE49-F238E27FC236}">
                    <a16:creationId xmlns:a16="http://schemas.microsoft.com/office/drawing/2014/main" id="{9BEE459E-302B-7769-2EAE-19B843D818D9}"/>
                  </a:ext>
                </a:extLst>
              </p:cNvPr>
              <p:cNvSpPr/>
              <p:nvPr/>
            </p:nvSpPr>
            <p:spPr>
              <a:xfrm>
                <a:off x="4574729" y="6021402"/>
                <a:ext cx="6343" cy="6345"/>
              </a:xfrm>
              <a:custGeom>
                <a:avLst/>
                <a:gdLst>
                  <a:gd name="connsiteX0" fmla="*/ 3465 w 6343"/>
                  <a:gd name="connsiteY0" fmla="*/ 6546 h 6345"/>
                  <a:gd name="connsiteX1" fmla="*/ 5708 w 6343"/>
                  <a:gd name="connsiteY1" fmla="*/ 5616 h 6345"/>
                  <a:gd name="connsiteX2" fmla="*/ 6637 w 6343"/>
                  <a:gd name="connsiteY2" fmla="*/ 3373 h 6345"/>
                  <a:gd name="connsiteX3" fmla="*/ 5708 w 6343"/>
                  <a:gd name="connsiteY3" fmla="*/ 1130 h 6345"/>
                  <a:gd name="connsiteX4" fmla="*/ 3465 w 6343"/>
                  <a:gd name="connsiteY4" fmla="*/ 200 h 6345"/>
                  <a:gd name="connsiteX5" fmla="*/ 1222 w 6343"/>
                  <a:gd name="connsiteY5" fmla="*/ 1130 h 6345"/>
                  <a:gd name="connsiteX6" fmla="*/ 293 w 6343"/>
                  <a:gd name="connsiteY6" fmla="*/ 3373 h 6345"/>
                  <a:gd name="connsiteX7" fmla="*/ 1222 w 6343"/>
                  <a:gd name="connsiteY7" fmla="*/ 5616 h 6345"/>
                  <a:gd name="connsiteX8" fmla="*/ 3465 w 6343"/>
                  <a:gd name="connsiteY8" fmla="*/ 65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5" y="6546"/>
                    </a:moveTo>
                    <a:cubicBezTo>
                      <a:pt x="4306" y="6546"/>
                      <a:pt x="5113" y="6211"/>
                      <a:pt x="5708" y="5616"/>
                    </a:cubicBezTo>
                    <a:cubicBezTo>
                      <a:pt x="6302" y="5021"/>
                      <a:pt x="6637" y="4214"/>
                      <a:pt x="6637" y="3373"/>
                    </a:cubicBezTo>
                    <a:cubicBezTo>
                      <a:pt x="6637" y="2532"/>
                      <a:pt x="6302" y="1725"/>
                      <a:pt x="5708" y="1130"/>
                    </a:cubicBezTo>
                    <a:cubicBezTo>
                      <a:pt x="5113" y="535"/>
                      <a:pt x="4306" y="200"/>
                      <a:pt x="3465" y="200"/>
                    </a:cubicBezTo>
                    <a:cubicBezTo>
                      <a:pt x="2624" y="200"/>
                      <a:pt x="1817" y="535"/>
                      <a:pt x="1222" y="1130"/>
                    </a:cubicBezTo>
                    <a:cubicBezTo>
                      <a:pt x="628" y="1725"/>
                      <a:pt x="293" y="2532"/>
                      <a:pt x="293" y="3373"/>
                    </a:cubicBezTo>
                    <a:cubicBezTo>
                      <a:pt x="293" y="4214"/>
                      <a:pt x="628" y="5021"/>
                      <a:pt x="1222" y="5616"/>
                    </a:cubicBezTo>
                    <a:cubicBezTo>
                      <a:pt x="1817" y="6211"/>
                      <a:pt x="2624" y="6546"/>
                      <a:pt x="3465" y="65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83" name="Freeform: Shape 3482">
                <a:extLst>
                  <a:ext uri="{FF2B5EF4-FFF2-40B4-BE49-F238E27FC236}">
                    <a16:creationId xmlns:a16="http://schemas.microsoft.com/office/drawing/2014/main" id="{5223B285-99C3-A816-9725-41B1D040CB42}"/>
                  </a:ext>
                </a:extLst>
              </p:cNvPr>
              <p:cNvSpPr/>
              <p:nvPr/>
            </p:nvSpPr>
            <p:spPr>
              <a:xfrm>
                <a:off x="4571252" y="6024994"/>
                <a:ext cx="6343" cy="6345"/>
              </a:xfrm>
              <a:custGeom>
                <a:avLst/>
                <a:gdLst>
                  <a:gd name="connsiteX0" fmla="*/ 3465 w 6343"/>
                  <a:gd name="connsiteY0" fmla="*/ 6546 h 6345"/>
                  <a:gd name="connsiteX1" fmla="*/ 5707 w 6343"/>
                  <a:gd name="connsiteY1" fmla="*/ 5617 h 6345"/>
                  <a:gd name="connsiteX2" fmla="*/ 6636 w 6343"/>
                  <a:gd name="connsiteY2" fmla="*/ 3373 h 6345"/>
                  <a:gd name="connsiteX3" fmla="*/ 5707 w 6343"/>
                  <a:gd name="connsiteY3" fmla="*/ 1130 h 6345"/>
                  <a:gd name="connsiteX4" fmla="*/ 3465 w 6343"/>
                  <a:gd name="connsiteY4" fmla="*/ 201 h 6345"/>
                  <a:gd name="connsiteX5" fmla="*/ 1222 w 6343"/>
                  <a:gd name="connsiteY5" fmla="*/ 1130 h 6345"/>
                  <a:gd name="connsiteX6" fmla="*/ 293 w 6343"/>
                  <a:gd name="connsiteY6" fmla="*/ 3373 h 6345"/>
                  <a:gd name="connsiteX7" fmla="*/ 1222 w 6343"/>
                  <a:gd name="connsiteY7" fmla="*/ 5617 h 6345"/>
                  <a:gd name="connsiteX8" fmla="*/ 3465 w 6343"/>
                  <a:gd name="connsiteY8" fmla="*/ 65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5" y="6546"/>
                    </a:moveTo>
                    <a:cubicBezTo>
                      <a:pt x="4306" y="6546"/>
                      <a:pt x="5113" y="6212"/>
                      <a:pt x="5707" y="5617"/>
                    </a:cubicBezTo>
                    <a:cubicBezTo>
                      <a:pt x="6302" y="5022"/>
                      <a:pt x="6636" y="4215"/>
                      <a:pt x="6636" y="3373"/>
                    </a:cubicBezTo>
                    <a:cubicBezTo>
                      <a:pt x="6636" y="2532"/>
                      <a:pt x="6302" y="1725"/>
                      <a:pt x="5707" y="1130"/>
                    </a:cubicBezTo>
                    <a:cubicBezTo>
                      <a:pt x="5113" y="535"/>
                      <a:pt x="4306" y="201"/>
                      <a:pt x="3465" y="201"/>
                    </a:cubicBezTo>
                    <a:cubicBezTo>
                      <a:pt x="2624" y="201"/>
                      <a:pt x="1817" y="535"/>
                      <a:pt x="1222" y="1130"/>
                    </a:cubicBezTo>
                    <a:cubicBezTo>
                      <a:pt x="627" y="1725"/>
                      <a:pt x="293" y="2532"/>
                      <a:pt x="293" y="3373"/>
                    </a:cubicBezTo>
                    <a:cubicBezTo>
                      <a:pt x="293" y="4215"/>
                      <a:pt x="627" y="5022"/>
                      <a:pt x="1222" y="5617"/>
                    </a:cubicBezTo>
                    <a:cubicBezTo>
                      <a:pt x="1817" y="6212"/>
                      <a:pt x="2624" y="6546"/>
                      <a:pt x="3465" y="65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84" name="Freeform: Shape 3483">
                <a:extLst>
                  <a:ext uri="{FF2B5EF4-FFF2-40B4-BE49-F238E27FC236}">
                    <a16:creationId xmlns:a16="http://schemas.microsoft.com/office/drawing/2014/main" id="{4CDBECB2-7EB7-47B4-00D0-569C17EE4351}"/>
                  </a:ext>
                </a:extLst>
              </p:cNvPr>
              <p:cNvSpPr/>
              <p:nvPr/>
            </p:nvSpPr>
            <p:spPr>
              <a:xfrm>
                <a:off x="4567627" y="6028499"/>
                <a:ext cx="6343" cy="6345"/>
              </a:xfrm>
              <a:custGeom>
                <a:avLst/>
                <a:gdLst>
                  <a:gd name="connsiteX0" fmla="*/ 3464 w 6343"/>
                  <a:gd name="connsiteY0" fmla="*/ 6546 h 6345"/>
                  <a:gd name="connsiteX1" fmla="*/ 5707 w 6343"/>
                  <a:gd name="connsiteY1" fmla="*/ 5617 h 6345"/>
                  <a:gd name="connsiteX2" fmla="*/ 6636 w 6343"/>
                  <a:gd name="connsiteY2" fmla="*/ 3374 h 6345"/>
                  <a:gd name="connsiteX3" fmla="*/ 5707 w 6343"/>
                  <a:gd name="connsiteY3" fmla="*/ 1130 h 6345"/>
                  <a:gd name="connsiteX4" fmla="*/ 3464 w 6343"/>
                  <a:gd name="connsiteY4" fmla="*/ 201 h 6345"/>
                  <a:gd name="connsiteX5" fmla="*/ 1222 w 6343"/>
                  <a:gd name="connsiteY5" fmla="*/ 1130 h 6345"/>
                  <a:gd name="connsiteX6" fmla="*/ 293 w 6343"/>
                  <a:gd name="connsiteY6" fmla="*/ 3374 h 6345"/>
                  <a:gd name="connsiteX7" fmla="*/ 1222 w 6343"/>
                  <a:gd name="connsiteY7" fmla="*/ 5617 h 6345"/>
                  <a:gd name="connsiteX8" fmla="*/ 3464 w 6343"/>
                  <a:gd name="connsiteY8" fmla="*/ 65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4" y="6546"/>
                    </a:moveTo>
                    <a:cubicBezTo>
                      <a:pt x="4306" y="6546"/>
                      <a:pt x="5112" y="6212"/>
                      <a:pt x="5707" y="5617"/>
                    </a:cubicBezTo>
                    <a:cubicBezTo>
                      <a:pt x="6302" y="5022"/>
                      <a:pt x="6636" y="4215"/>
                      <a:pt x="6636" y="3374"/>
                    </a:cubicBezTo>
                    <a:cubicBezTo>
                      <a:pt x="6636" y="2532"/>
                      <a:pt x="6302" y="1725"/>
                      <a:pt x="5707" y="1130"/>
                    </a:cubicBezTo>
                    <a:cubicBezTo>
                      <a:pt x="5112" y="535"/>
                      <a:pt x="4306" y="201"/>
                      <a:pt x="3464" y="201"/>
                    </a:cubicBezTo>
                    <a:cubicBezTo>
                      <a:pt x="2623" y="201"/>
                      <a:pt x="1817" y="535"/>
                      <a:pt x="1222" y="1130"/>
                    </a:cubicBezTo>
                    <a:cubicBezTo>
                      <a:pt x="627" y="1725"/>
                      <a:pt x="293" y="2532"/>
                      <a:pt x="293" y="3374"/>
                    </a:cubicBezTo>
                    <a:cubicBezTo>
                      <a:pt x="293" y="4215"/>
                      <a:pt x="627" y="5022"/>
                      <a:pt x="1222" y="5617"/>
                    </a:cubicBezTo>
                    <a:cubicBezTo>
                      <a:pt x="1817" y="6212"/>
                      <a:pt x="2623" y="6546"/>
                      <a:pt x="3464" y="65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85" name="Freeform: Shape 3484">
                <a:extLst>
                  <a:ext uri="{FF2B5EF4-FFF2-40B4-BE49-F238E27FC236}">
                    <a16:creationId xmlns:a16="http://schemas.microsoft.com/office/drawing/2014/main" id="{8E47E4E5-A828-9E02-FE59-72219B2E1F04}"/>
                  </a:ext>
                </a:extLst>
              </p:cNvPr>
              <p:cNvSpPr/>
              <p:nvPr/>
            </p:nvSpPr>
            <p:spPr>
              <a:xfrm>
                <a:off x="4568260" y="6033805"/>
                <a:ext cx="6343" cy="6345"/>
              </a:xfrm>
              <a:custGeom>
                <a:avLst/>
                <a:gdLst>
                  <a:gd name="connsiteX0" fmla="*/ 3464 w 6343"/>
                  <a:gd name="connsiteY0" fmla="*/ 6547 h 6345"/>
                  <a:gd name="connsiteX1" fmla="*/ 5707 w 6343"/>
                  <a:gd name="connsiteY1" fmla="*/ 5617 h 6345"/>
                  <a:gd name="connsiteX2" fmla="*/ 6636 w 6343"/>
                  <a:gd name="connsiteY2" fmla="*/ 3374 h 6345"/>
                  <a:gd name="connsiteX3" fmla="*/ 5707 w 6343"/>
                  <a:gd name="connsiteY3" fmla="*/ 1131 h 6345"/>
                  <a:gd name="connsiteX4" fmla="*/ 3464 w 6343"/>
                  <a:gd name="connsiteY4" fmla="*/ 201 h 6345"/>
                  <a:gd name="connsiteX5" fmla="*/ 1222 w 6343"/>
                  <a:gd name="connsiteY5" fmla="*/ 1131 h 6345"/>
                  <a:gd name="connsiteX6" fmla="*/ 293 w 6343"/>
                  <a:gd name="connsiteY6" fmla="*/ 3374 h 6345"/>
                  <a:gd name="connsiteX7" fmla="*/ 1222 w 6343"/>
                  <a:gd name="connsiteY7" fmla="*/ 5617 h 6345"/>
                  <a:gd name="connsiteX8" fmla="*/ 3464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4" y="6547"/>
                    </a:moveTo>
                    <a:cubicBezTo>
                      <a:pt x="4306" y="6547"/>
                      <a:pt x="5112" y="6212"/>
                      <a:pt x="5707" y="5617"/>
                    </a:cubicBezTo>
                    <a:cubicBezTo>
                      <a:pt x="6302" y="5022"/>
                      <a:pt x="6636" y="4215"/>
                      <a:pt x="6636" y="3374"/>
                    </a:cubicBezTo>
                    <a:cubicBezTo>
                      <a:pt x="6636" y="2533"/>
                      <a:pt x="6302" y="1726"/>
                      <a:pt x="5707" y="1131"/>
                    </a:cubicBezTo>
                    <a:cubicBezTo>
                      <a:pt x="5112" y="536"/>
                      <a:pt x="4306" y="201"/>
                      <a:pt x="3464" y="201"/>
                    </a:cubicBezTo>
                    <a:cubicBezTo>
                      <a:pt x="2623" y="201"/>
                      <a:pt x="1817" y="536"/>
                      <a:pt x="1222" y="1131"/>
                    </a:cubicBezTo>
                    <a:cubicBezTo>
                      <a:pt x="627" y="1726"/>
                      <a:pt x="293" y="2533"/>
                      <a:pt x="293" y="3374"/>
                    </a:cubicBezTo>
                    <a:cubicBezTo>
                      <a:pt x="293" y="4215"/>
                      <a:pt x="627" y="5022"/>
                      <a:pt x="1222" y="5617"/>
                    </a:cubicBezTo>
                    <a:cubicBezTo>
                      <a:pt x="1817" y="6212"/>
                      <a:pt x="2623" y="6547"/>
                      <a:pt x="3464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86" name="Freeform: Shape 3485">
                <a:extLst>
                  <a:ext uri="{FF2B5EF4-FFF2-40B4-BE49-F238E27FC236}">
                    <a16:creationId xmlns:a16="http://schemas.microsoft.com/office/drawing/2014/main" id="{FA4E2805-6907-6447-D4AF-CCB16D0D9693}"/>
                  </a:ext>
                </a:extLst>
              </p:cNvPr>
              <p:cNvSpPr/>
              <p:nvPr/>
            </p:nvSpPr>
            <p:spPr>
              <a:xfrm>
                <a:off x="4564199" y="6037098"/>
                <a:ext cx="6343" cy="6345"/>
              </a:xfrm>
              <a:custGeom>
                <a:avLst/>
                <a:gdLst>
                  <a:gd name="connsiteX0" fmla="*/ 3464 w 6343"/>
                  <a:gd name="connsiteY0" fmla="*/ 6547 h 6345"/>
                  <a:gd name="connsiteX1" fmla="*/ 5707 w 6343"/>
                  <a:gd name="connsiteY1" fmla="*/ 5618 h 6345"/>
                  <a:gd name="connsiteX2" fmla="*/ 6636 w 6343"/>
                  <a:gd name="connsiteY2" fmla="*/ 3374 h 6345"/>
                  <a:gd name="connsiteX3" fmla="*/ 5707 w 6343"/>
                  <a:gd name="connsiteY3" fmla="*/ 1131 h 6345"/>
                  <a:gd name="connsiteX4" fmla="*/ 3464 w 6343"/>
                  <a:gd name="connsiteY4" fmla="*/ 202 h 6345"/>
                  <a:gd name="connsiteX5" fmla="*/ 1222 w 6343"/>
                  <a:gd name="connsiteY5" fmla="*/ 1131 h 6345"/>
                  <a:gd name="connsiteX6" fmla="*/ 293 w 6343"/>
                  <a:gd name="connsiteY6" fmla="*/ 3374 h 6345"/>
                  <a:gd name="connsiteX7" fmla="*/ 1222 w 6343"/>
                  <a:gd name="connsiteY7" fmla="*/ 5618 h 6345"/>
                  <a:gd name="connsiteX8" fmla="*/ 3464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4" y="6547"/>
                    </a:moveTo>
                    <a:cubicBezTo>
                      <a:pt x="4305" y="6547"/>
                      <a:pt x="5112" y="6213"/>
                      <a:pt x="5707" y="5618"/>
                    </a:cubicBezTo>
                    <a:cubicBezTo>
                      <a:pt x="6302" y="5023"/>
                      <a:pt x="6636" y="4216"/>
                      <a:pt x="6636" y="3374"/>
                    </a:cubicBezTo>
                    <a:cubicBezTo>
                      <a:pt x="6636" y="2533"/>
                      <a:pt x="6302" y="1726"/>
                      <a:pt x="5707" y="1131"/>
                    </a:cubicBezTo>
                    <a:cubicBezTo>
                      <a:pt x="5112" y="536"/>
                      <a:pt x="4305" y="202"/>
                      <a:pt x="3464" y="202"/>
                    </a:cubicBezTo>
                    <a:cubicBezTo>
                      <a:pt x="2623" y="202"/>
                      <a:pt x="1816" y="536"/>
                      <a:pt x="1222" y="1131"/>
                    </a:cubicBezTo>
                    <a:cubicBezTo>
                      <a:pt x="627" y="1726"/>
                      <a:pt x="293" y="2533"/>
                      <a:pt x="293" y="3374"/>
                    </a:cubicBezTo>
                    <a:cubicBezTo>
                      <a:pt x="293" y="4216"/>
                      <a:pt x="627" y="5023"/>
                      <a:pt x="1222" y="5618"/>
                    </a:cubicBezTo>
                    <a:cubicBezTo>
                      <a:pt x="1816" y="6213"/>
                      <a:pt x="2623" y="6547"/>
                      <a:pt x="3464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87" name="Freeform: Shape 3486">
                <a:extLst>
                  <a:ext uri="{FF2B5EF4-FFF2-40B4-BE49-F238E27FC236}">
                    <a16:creationId xmlns:a16="http://schemas.microsoft.com/office/drawing/2014/main" id="{E3D30A17-F1D6-EB1E-9B9D-E4A771D01C61}"/>
                  </a:ext>
                </a:extLst>
              </p:cNvPr>
              <p:cNvSpPr/>
              <p:nvPr/>
            </p:nvSpPr>
            <p:spPr>
              <a:xfrm>
                <a:off x="4561903" y="6041142"/>
                <a:ext cx="6343" cy="6345"/>
              </a:xfrm>
              <a:custGeom>
                <a:avLst/>
                <a:gdLst>
                  <a:gd name="connsiteX0" fmla="*/ 3464 w 6343"/>
                  <a:gd name="connsiteY0" fmla="*/ 6547 h 6345"/>
                  <a:gd name="connsiteX1" fmla="*/ 5707 w 6343"/>
                  <a:gd name="connsiteY1" fmla="*/ 5618 h 6345"/>
                  <a:gd name="connsiteX2" fmla="*/ 6636 w 6343"/>
                  <a:gd name="connsiteY2" fmla="*/ 3375 h 6345"/>
                  <a:gd name="connsiteX3" fmla="*/ 5707 w 6343"/>
                  <a:gd name="connsiteY3" fmla="*/ 1131 h 6345"/>
                  <a:gd name="connsiteX4" fmla="*/ 3464 w 6343"/>
                  <a:gd name="connsiteY4" fmla="*/ 202 h 6345"/>
                  <a:gd name="connsiteX5" fmla="*/ 1221 w 6343"/>
                  <a:gd name="connsiteY5" fmla="*/ 1131 h 6345"/>
                  <a:gd name="connsiteX6" fmla="*/ 292 w 6343"/>
                  <a:gd name="connsiteY6" fmla="*/ 3375 h 6345"/>
                  <a:gd name="connsiteX7" fmla="*/ 1221 w 6343"/>
                  <a:gd name="connsiteY7" fmla="*/ 5618 h 6345"/>
                  <a:gd name="connsiteX8" fmla="*/ 3464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4" y="6547"/>
                    </a:moveTo>
                    <a:cubicBezTo>
                      <a:pt x="4305" y="6547"/>
                      <a:pt x="5112" y="6213"/>
                      <a:pt x="5707" y="5618"/>
                    </a:cubicBezTo>
                    <a:cubicBezTo>
                      <a:pt x="6301" y="5023"/>
                      <a:pt x="6636" y="4216"/>
                      <a:pt x="6636" y="3375"/>
                    </a:cubicBezTo>
                    <a:cubicBezTo>
                      <a:pt x="6636" y="2533"/>
                      <a:pt x="6301" y="1726"/>
                      <a:pt x="5707" y="1131"/>
                    </a:cubicBezTo>
                    <a:cubicBezTo>
                      <a:pt x="5112" y="536"/>
                      <a:pt x="4305" y="202"/>
                      <a:pt x="3464" y="202"/>
                    </a:cubicBezTo>
                    <a:cubicBezTo>
                      <a:pt x="2623" y="202"/>
                      <a:pt x="1816" y="536"/>
                      <a:pt x="1221" y="1131"/>
                    </a:cubicBezTo>
                    <a:cubicBezTo>
                      <a:pt x="627" y="1726"/>
                      <a:pt x="292" y="2533"/>
                      <a:pt x="292" y="3375"/>
                    </a:cubicBezTo>
                    <a:cubicBezTo>
                      <a:pt x="292" y="4216"/>
                      <a:pt x="627" y="5023"/>
                      <a:pt x="1221" y="5618"/>
                    </a:cubicBezTo>
                    <a:cubicBezTo>
                      <a:pt x="1816" y="6213"/>
                      <a:pt x="2623" y="6547"/>
                      <a:pt x="3464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88" name="Freeform: Shape 3487">
                <a:extLst>
                  <a:ext uri="{FF2B5EF4-FFF2-40B4-BE49-F238E27FC236}">
                    <a16:creationId xmlns:a16="http://schemas.microsoft.com/office/drawing/2014/main" id="{99CF008B-ACE1-F81F-1E31-D12F18511EDA}"/>
                  </a:ext>
                </a:extLst>
              </p:cNvPr>
              <p:cNvSpPr/>
              <p:nvPr/>
            </p:nvSpPr>
            <p:spPr>
              <a:xfrm>
                <a:off x="4560015" y="6045364"/>
                <a:ext cx="6343" cy="6345"/>
              </a:xfrm>
              <a:custGeom>
                <a:avLst/>
                <a:gdLst>
                  <a:gd name="connsiteX0" fmla="*/ 3464 w 6343"/>
                  <a:gd name="connsiteY0" fmla="*/ 6548 h 6345"/>
                  <a:gd name="connsiteX1" fmla="*/ 5706 w 6343"/>
                  <a:gd name="connsiteY1" fmla="*/ 5618 h 6345"/>
                  <a:gd name="connsiteX2" fmla="*/ 6635 w 6343"/>
                  <a:gd name="connsiteY2" fmla="*/ 3375 h 6345"/>
                  <a:gd name="connsiteX3" fmla="*/ 5706 w 6343"/>
                  <a:gd name="connsiteY3" fmla="*/ 1131 h 6345"/>
                  <a:gd name="connsiteX4" fmla="*/ 3464 w 6343"/>
                  <a:gd name="connsiteY4" fmla="*/ 202 h 6345"/>
                  <a:gd name="connsiteX5" fmla="*/ 1221 w 6343"/>
                  <a:gd name="connsiteY5" fmla="*/ 1131 h 6345"/>
                  <a:gd name="connsiteX6" fmla="*/ 292 w 6343"/>
                  <a:gd name="connsiteY6" fmla="*/ 3375 h 6345"/>
                  <a:gd name="connsiteX7" fmla="*/ 1221 w 6343"/>
                  <a:gd name="connsiteY7" fmla="*/ 5618 h 6345"/>
                  <a:gd name="connsiteX8" fmla="*/ 346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4" y="6548"/>
                    </a:moveTo>
                    <a:cubicBezTo>
                      <a:pt x="4305" y="6548"/>
                      <a:pt x="5112" y="6213"/>
                      <a:pt x="5706" y="5618"/>
                    </a:cubicBezTo>
                    <a:cubicBezTo>
                      <a:pt x="6301" y="5023"/>
                      <a:pt x="6635" y="4216"/>
                      <a:pt x="6635" y="3375"/>
                    </a:cubicBezTo>
                    <a:cubicBezTo>
                      <a:pt x="6635" y="2533"/>
                      <a:pt x="6301" y="1726"/>
                      <a:pt x="5706" y="1131"/>
                    </a:cubicBezTo>
                    <a:cubicBezTo>
                      <a:pt x="5112" y="536"/>
                      <a:pt x="4305" y="202"/>
                      <a:pt x="3464" y="202"/>
                    </a:cubicBezTo>
                    <a:cubicBezTo>
                      <a:pt x="2623" y="202"/>
                      <a:pt x="1816" y="536"/>
                      <a:pt x="1221" y="1131"/>
                    </a:cubicBezTo>
                    <a:cubicBezTo>
                      <a:pt x="626" y="1726"/>
                      <a:pt x="292" y="2533"/>
                      <a:pt x="292" y="3375"/>
                    </a:cubicBezTo>
                    <a:cubicBezTo>
                      <a:pt x="292" y="4216"/>
                      <a:pt x="626" y="5023"/>
                      <a:pt x="1221" y="5618"/>
                    </a:cubicBezTo>
                    <a:cubicBezTo>
                      <a:pt x="1816" y="6213"/>
                      <a:pt x="2623" y="6548"/>
                      <a:pt x="346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89" name="Freeform: Shape 3488">
                <a:extLst>
                  <a:ext uri="{FF2B5EF4-FFF2-40B4-BE49-F238E27FC236}">
                    <a16:creationId xmlns:a16="http://schemas.microsoft.com/office/drawing/2014/main" id="{1B1AA147-98BF-391A-072C-1DB75BB13B67}"/>
                  </a:ext>
                </a:extLst>
              </p:cNvPr>
              <p:cNvSpPr/>
              <p:nvPr/>
            </p:nvSpPr>
            <p:spPr>
              <a:xfrm>
                <a:off x="4561037" y="6050921"/>
                <a:ext cx="6343" cy="6345"/>
              </a:xfrm>
              <a:custGeom>
                <a:avLst/>
                <a:gdLst>
                  <a:gd name="connsiteX0" fmla="*/ 3464 w 6343"/>
                  <a:gd name="connsiteY0" fmla="*/ 6548 h 6345"/>
                  <a:gd name="connsiteX1" fmla="*/ 5707 w 6343"/>
                  <a:gd name="connsiteY1" fmla="*/ 5619 h 6345"/>
                  <a:gd name="connsiteX2" fmla="*/ 6635 w 6343"/>
                  <a:gd name="connsiteY2" fmla="*/ 3375 h 6345"/>
                  <a:gd name="connsiteX3" fmla="*/ 5707 w 6343"/>
                  <a:gd name="connsiteY3" fmla="*/ 1132 h 6345"/>
                  <a:gd name="connsiteX4" fmla="*/ 3464 w 6343"/>
                  <a:gd name="connsiteY4" fmla="*/ 203 h 6345"/>
                  <a:gd name="connsiteX5" fmla="*/ 1221 w 6343"/>
                  <a:gd name="connsiteY5" fmla="*/ 1132 h 6345"/>
                  <a:gd name="connsiteX6" fmla="*/ 292 w 6343"/>
                  <a:gd name="connsiteY6" fmla="*/ 3375 h 6345"/>
                  <a:gd name="connsiteX7" fmla="*/ 1221 w 6343"/>
                  <a:gd name="connsiteY7" fmla="*/ 5619 h 6345"/>
                  <a:gd name="connsiteX8" fmla="*/ 346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4" y="6548"/>
                    </a:moveTo>
                    <a:cubicBezTo>
                      <a:pt x="4305" y="6548"/>
                      <a:pt x="5112" y="6214"/>
                      <a:pt x="5707" y="5619"/>
                    </a:cubicBezTo>
                    <a:cubicBezTo>
                      <a:pt x="6301" y="5024"/>
                      <a:pt x="6635" y="4217"/>
                      <a:pt x="6635" y="3375"/>
                    </a:cubicBezTo>
                    <a:cubicBezTo>
                      <a:pt x="6635" y="2534"/>
                      <a:pt x="6301" y="1727"/>
                      <a:pt x="5707" y="1132"/>
                    </a:cubicBezTo>
                    <a:cubicBezTo>
                      <a:pt x="5112" y="537"/>
                      <a:pt x="4305" y="203"/>
                      <a:pt x="3464" y="203"/>
                    </a:cubicBezTo>
                    <a:cubicBezTo>
                      <a:pt x="2623" y="203"/>
                      <a:pt x="1816" y="537"/>
                      <a:pt x="1221" y="1132"/>
                    </a:cubicBezTo>
                    <a:cubicBezTo>
                      <a:pt x="627" y="1727"/>
                      <a:pt x="292" y="2534"/>
                      <a:pt x="292" y="3375"/>
                    </a:cubicBezTo>
                    <a:cubicBezTo>
                      <a:pt x="292" y="4217"/>
                      <a:pt x="627" y="5024"/>
                      <a:pt x="1221" y="5619"/>
                    </a:cubicBezTo>
                    <a:cubicBezTo>
                      <a:pt x="1816" y="6214"/>
                      <a:pt x="2623" y="6548"/>
                      <a:pt x="346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90" name="Freeform: Shape 3489">
                <a:extLst>
                  <a:ext uri="{FF2B5EF4-FFF2-40B4-BE49-F238E27FC236}">
                    <a16:creationId xmlns:a16="http://schemas.microsoft.com/office/drawing/2014/main" id="{4561AAC9-D22E-B7D4-8627-B2C4219B843F}"/>
                  </a:ext>
                </a:extLst>
              </p:cNvPr>
              <p:cNvSpPr/>
              <p:nvPr/>
            </p:nvSpPr>
            <p:spPr>
              <a:xfrm>
                <a:off x="4557928" y="6054596"/>
                <a:ext cx="6343" cy="6345"/>
              </a:xfrm>
              <a:custGeom>
                <a:avLst/>
                <a:gdLst>
                  <a:gd name="connsiteX0" fmla="*/ 3464 w 6343"/>
                  <a:gd name="connsiteY0" fmla="*/ 6548 h 6345"/>
                  <a:gd name="connsiteX1" fmla="*/ 5706 w 6343"/>
                  <a:gd name="connsiteY1" fmla="*/ 5619 h 6345"/>
                  <a:gd name="connsiteX2" fmla="*/ 6635 w 6343"/>
                  <a:gd name="connsiteY2" fmla="*/ 3376 h 6345"/>
                  <a:gd name="connsiteX3" fmla="*/ 5706 w 6343"/>
                  <a:gd name="connsiteY3" fmla="*/ 1132 h 6345"/>
                  <a:gd name="connsiteX4" fmla="*/ 3464 w 6343"/>
                  <a:gd name="connsiteY4" fmla="*/ 203 h 6345"/>
                  <a:gd name="connsiteX5" fmla="*/ 1221 w 6343"/>
                  <a:gd name="connsiteY5" fmla="*/ 1132 h 6345"/>
                  <a:gd name="connsiteX6" fmla="*/ 292 w 6343"/>
                  <a:gd name="connsiteY6" fmla="*/ 3376 h 6345"/>
                  <a:gd name="connsiteX7" fmla="*/ 1221 w 6343"/>
                  <a:gd name="connsiteY7" fmla="*/ 5619 h 6345"/>
                  <a:gd name="connsiteX8" fmla="*/ 346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4" y="6548"/>
                    </a:moveTo>
                    <a:cubicBezTo>
                      <a:pt x="4305" y="6548"/>
                      <a:pt x="5112" y="6214"/>
                      <a:pt x="5706" y="5619"/>
                    </a:cubicBezTo>
                    <a:cubicBezTo>
                      <a:pt x="6301" y="5024"/>
                      <a:pt x="6635" y="4217"/>
                      <a:pt x="6635" y="3376"/>
                    </a:cubicBezTo>
                    <a:cubicBezTo>
                      <a:pt x="6635" y="2534"/>
                      <a:pt x="6301" y="1727"/>
                      <a:pt x="5706" y="1132"/>
                    </a:cubicBezTo>
                    <a:cubicBezTo>
                      <a:pt x="5112" y="537"/>
                      <a:pt x="4305" y="203"/>
                      <a:pt x="3464" y="203"/>
                    </a:cubicBezTo>
                    <a:cubicBezTo>
                      <a:pt x="2623" y="203"/>
                      <a:pt x="1816" y="537"/>
                      <a:pt x="1221" y="1132"/>
                    </a:cubicBezTo>
                    <a:cubicBezTo>
                      <a:pt x="626" y="1727"/>
                      <a:pt x="292" y="2534"/>
                      <a:pt x="292" y="3376"/>
                    </a:cubicBezTo>
                    <a:cubicBezTo>
                      <a:pt x="292" y="4217"/>
                      <a:pt x="626" y="5024"/>
                      <a:pt x="1221" y="5619"/>
                    </a:cubicBezTo>
                    <a:cubicBezTo>
                      <a:pt x="1816" y="6214"/>
                      <a:pt x="2623" y="6548"/>
                      <a:pt x="346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91" name="Freeform: Shape 3490">
                <a:extLst>
                  <a:ext uri="{FF2B5EF4-FFF2-40B4-BE49-F238E27FC236}">
                    <a16:creationId xmlns:a16="http://schemas.microsoft.com/office/drawing/2014/main" id="{2653F593-D3A5-3855-6652-E15E8F49EBE7}"/>
                  </a:ext>
                </a:extLst>
              </p:cNvPr>
              <p:cNvSpPr/>
              <p:nvPr/>
            </p:nvSpPr>
            <p:spPr>
              <a:xfrm>
                <a:off x="4425412" y="5996996"/>
                <a:ext cx="6343" cy="6345"/>
              </a:xfrm>
              <a:custGeom>
                <a:avLst/>
                <a:gdLst>
                  <a:gd name="connsiteX0" fmla="*/ 3453 w 6343"/>
                  <a:gd name="connsiteY0" fmla="*/ 6544 h 6345"/>
                  <a:gd name="connsiteX1" fmla="*/ 5696 w 6343"/>
                  <a:gd name="connsiteY1" fmla="*/ 5615 h 6345"/>
                  <a:gd name="connsiteX2" fmla="*/ 6625 w 6343"/>
                  <a:gd name="connsiteY2" fmla="*/ 3371 h 6345"/>
                  <a:gd name="connsiteX3" fmla="*/ 5696 w 6343"/>
                  <a:gd name="connsiteY3" fmla="*/ 1128 h 6345"/>
                  <a:gd name="connsiteX4" fmla="*/ 3453 w 6343"/>
                  <a:gd name="connsiteY4" fmla="*/ 198 h 6345"/>
                  <a:gd name="connsiteX5" fmla="*/ 1211 w 6343"/>
                  <a:gd name="connsiteY5" fmla="*/ 1128 h 6345"/>
                  <a:gd name="connsiteX6" fmla="*/ 282 w 6343"/>
                  <a:gd name="connsiteY6" fmla="*/ 3371 h 6345"/>
                  <a:gd name="connsiteX7" fmla="*/ 1211 w 6343"/>
                  <a:gd name="connsiteY7" fmla="*/ 5615 h 6345"/>
                  <a:gd name="connsiteX8" fmla="*/ 3453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4"/>
                    </a:moveTo>
                    <a:cubicBezTo>
                      <a:pt x="4294" y="6544"/>
                      <a:pt x="5101" y="6209"/>
                      <a:pt x="5696" y="5615"/>
                    </a:cubicBezTo>
                    <a:cubicBezTo>
                      <a:pt x="6291" y="5020"/>
                      <a:pt x="6625" y="4212"/>
                      <a:pt x="6625" y="3371"/>
                    </a:cubicBezTo>
                    <a:cubicBezTo>
                      <a:pt x="6625" y="2530"/>
                      <a:pt x="6291" y="1723"/>
                      <a:pt x="5696" y="1128"/>
                    </a:cubicBezTo>
                    <a:cubicBezTo>
                      <a:pt x="5101" y="533"/>
                      <a:pt x="4294" y="198"/>
                      <a:pt x="3453" y="198"/>
                    </a:cubicBezTo>
                    <a:cubicBezTo>
                      <a:pt x="2612" y="198"/>
                      <a:pt x="1805" y="533"/>
                      <a:pt x="1211" y="1128"/>
                    </a:cubicBezTo>
                    <a:cubicBezTo>
                      <a:pt x="616" y="1723"/>
                      <a:pt x="282" y="2530"/>
                      <a:pt x="282" y="3371"/>
                    </a:cubicBezTo>
                    <a:cubicBezTo>
                      <a:pt x="282" y="4212"/>
                      <a:pt x="616" y="5020"/>
                      <a:pt x="1211" y="5615"/>
                    </a:cubicBezTo>
                    <a:cubicBezTo>
                      <a:pt x="1805" y="6209"/>
                      <a:pt x="2612" y="6544"/>
                      <a:pt x="3453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92" name="Freeform: Shape 3491">
                <a:extLst>
                  <a:ext uri="{FF2B5EF4-FFF2-40B4-BE49-F238E27FC236}">
                    <a16:creationId xmlns:a16="http://schemas.microsoft.com/office/drawing/2014/main" id="{083862C9-6FD2-B227-ADF9-4E6CF78B82B9}"/>
                  </a:ext>
                </a:extLst>
              </p:cNvPr>
              <p:cNvSpPr/>
              <p:nvPr/>
            </p:nvSpPr>
            <p:spPr>
              <a:xfrm>
                <a:off x="4417466" y="5997336"/>
                <a:ext cx="6343" cy="6345"/>
              </a:xfrm>
              <a:custGeom>
                <a:avLst/>
                <a:gdLst>
                  <a:gd name="connsiteX0" fmla="*/ 3453 w 6343"/>
                  <a:gd name="connsiteY0" fmla="*/ 6544 h 6345"/>
                  <a:gd name="connsiteX1" fmla="*/ 5695 w 6343"/>
                  <a:gd name="connsiteY1" fmla="*/ 5615 h 6345"/>
                  <a:gd name="connsiteX2" fmla="*/ 6624 w 6343"/>
                  <a:gd name="connsiteY2" fmla="*/ 3371 h 6345"/>
                  <a:gd name="connsiteX3" fmla="*/ 5695 w 6343"/>
                  <a:gd name="connsiteY3" fmla="*/ 1128 h 6345"/>
                  <a:gd name="connsiteX4" fmla="*/ 3453 w 6343"/>
                  <a:gd name="connsiteY4" fmla="*/ 198 h 6345"/>
                  <a:gd name="connsiteX5" fmla="*/ 1210 w 6343"/>
                  <a:gd name="connsiteY5" fmla="*/ 1128 h 6345"/>
                  <a:gd name="connsiteX6" fmla="*/ 281 w 6343"/>
                  <a:gd name="connsiteY6" fmla="*/ 3371 h 6345"/>
                  <a:gd name="connsiteX7" fmla="*/ 1210 w 6343"/>
                  <a:gd name="connsiteY7" fmla="*/ 5615 h 6345"/>
                  <a:gd name="connsiteX8" fmla="*/ 3453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4"/>
                    </a:moveTo>
                    <a:cubicBezTo>
                      <a:pt x="4294" y="6544"/>
                      <a:pt x="5100" y="6210"/>
                      <a:pt x="5695" y="5615"/>
                    </a:cubicBezTo>
                    <a:cubicBezTo>
                      <a:pt x="6290" y="5020"/>
                      <a:pt x="6624" y="4213"/>
                      <a:pt x="6624" y="3371"/>
                    </a:cubicBezTo>
                    <a:cubicBezTo>
                      <a:pt x="6624" y="2530"/>
                      <a:pt x="6290" y="1723"/>
                      <a:pt x="5695" y="1128"/>
                    </a:cubicBezTo>
                    <a:cubicBezTo>
                      <a:pt x="5100" y="533"/>
                      <a:pt x="4294" y="198"/>
                      <a:pt x="3453" y="198"/>
                    </a:cubicBezTo>
                    <a:cubicBezTo>
                      <a:pt x="2611" y="198"/>
                      <a:pt x="1805" y="533"/>
                      <a:pt x="1210" y="1128"/>
                    </a:cubicBezTo>
                    <a:cubicBezTo>
                      <a:pt x="615" y="1723"/>
                      <a:pt x="281" y="2530"/>
                      <a:pt x="281" y="3371"/>
                    </a:cubicBezTo>
                    <a:cubicBezTo>
                      <a:pt x="281" y="4213"/>
                      <a:pt x="615" y="5020"/>
                      <a:pt x="1210" y="5615"/>
                    </a:cubicBezTo>
                    <a:cubicBezTo>
                      <a:pt x="1805" y="6210"/>
                      <a:pt x="2611" y="6544"/>
                      <a:pt x="3453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93" name="Freeform: Shape 3492">
                <a:extLst>
                  <a:ext uri="{FF2B5EF4-FFF2-40B4-BE49-F238E27FC236}">
                    <a16:creationId xmlns:a16="http://schemas.microsoft.com/office/drawing/2014/main" id="{A5BA76E8-A667-B8D6-82D7-AD1D5E1CD57B}"/>
                  </a:ext>
                </a:extLst>
              </p:cNvPr>
              <p:cNvSpPr/>
              <p:nvPr/>
            </p:nvSpPr>
            <p:spPr>
              <a:xfrm>
                <a:off x="4408171" y="5996921"/>
                <a:ext cx="6343" cy="6345"/>
              </a:xfrm>
              <a:custGeom>
                <a:avLst/>
                <a:gdLst>
                  <a:gd name="connsiteX0" fmla="*/ 3452 w 6343"/>
                  <a:gd name="connsiteY0" fmla="*/ 6544 h 6345"/>
                  <a:gd name="connsiteX1" fmla="*/ 5694 w 6343"/>
                  <a:gd name="connsiteY1" fmla="*/ 5615 h 6345"/>
                  <a:gd name="connsiteX2" fmla="*/ 6623 w 6343"/>
                  <a:gd name="connsiteY2" fmla="*/ 3371 h 6345"/>
                  <a:gd name="connsiteX3" fmla="*/ 5694 w 6343"/>
                  <a:gd name="connsiteY3" fmla="*/ 1128 h 6345"/>
                  <a:gd name="connsiteX4" fmla="*/ 3452 w 6343"/>
                  <a:gd name="connsiteY4" fmla="*/ 198 h 6345"/>
                  <a:gd name="connsiteX5" fmla="*/ 1209 w 6343"/>
                  <a:gd name="connsiteY5" fmla="*/ 1128 h 6345"/>
                  <a:gd name="connsiteX6" fmla="*/ 280 w 6343"/>
                  <a:gd name="connsiteY6" fmla="*/ 3371 h 6345"/>
                  <a:gd name="connsiteX7" fmla="*/ 1209 w 6343"/>
                  <a:gd name="connsiteY7" fmla="*/ 5615 h 6345"/>
                  <a:gd name="connsiteX8" fmla="*/ 3452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44"/>
                    </a:moveTo>
                    <a:cubicBezTo>
                      <a:pt x="4293" y="6544"/>
                      <a:pt x="5100" y="6209"/>
                      <a:pt x="5694" y="5615"/>
                    </a:cubicBezTo>
                    <a:cubicBezTo>
                      <a:pt x="6289" y="5020"/>
                      <a:pt x="6623" y="4212"/>
                      <a:pt x="6623" y="3371"/>
                    </a:cubicBezTo>
                    <a:cubicBezTo>
                      <a:pt x="6623" y="2530"/>
                      <a:pt x="6289" y="1723"/>
                      <a:pt x="5694" y="1128"/>
                    </a:cubicBezTo>
                    <a:cubicBezTo>
                      <a:pt x="5100" y="533"/>
                      <a:pt x="4293" y="198"/>
                      <a:pt x="3452" y="198"/>
                    </a:cubicBezTo>
                    <a:cubicBezTo>
                      <a:pt x="2611" y="198"/>
                      <a:pt x="1804" y="533"/>
                      <a:pt x="1209" y="1128"/>
                    </a:cubicBezTo>
                    <a:cubicBezTo>
                      <a:pt x="614" y="1723"/>
                      <a:pt x="280" y="2530"/>
                      <a:pt x="280" y="3371"/>
                    </a:cubicBezTo>
                    <a:cubicBezTo>
                      <a:pt x="280" y="4212"/>
                      <a:pt x="614" y="5020"/>
                      <a:pt x="1209" y="5615"/>
                    </a:cubicBezTo>
                    <a:cubicBezTo>
                      <a:pt x="1804" y="6209"/>
                      <a:pt x="2611" y="6544"/>
                      <a:pt x="3452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94" name="Freeform: Shape 3493">
                <a:extLst>
                  <a:ext uri="{FF2B5EF4-FFF2-40B4-BE49-F238E27FC236}">
                    <a16:creationId xmlns:a16="http://schemas.microsoft.com/office/drawing/2014/main" id="{3E9050E4-8A7F-67C5-D3C9-0340F67C8DE8}"/>
                  </a:ext>
                </a:extLst>
              </p:cNvPr>
              <p:cNvSpPr/>
              <p:nvPr/>
            </p:nvSpPr>
            <p:spPr>
              <a:xfrm>
                <a:off x="4398774" y="5996339"/>
                <a:ext cx="6343" cy="6345"/>
              </a:xfrm>
              <a:custGeom>
                <a:avLst/>
                <a:gdLst>
                  <a:gd name="connsiteX0" fmla="*/ 3451 w 6343"/>
                  <a:gd name="connsiteY0" fmla="*/ 6544 h 6345"/>
                  <a:gd name="connsiteX1" fmla="*/ 5694 w 6343"/>
                  <a:gd name="connsiteY1" fmla="*/ 5614 h 6345"/>
                  <a:gd name="connsiteX2" fmla="*/ 6623 w 6343"/>
                  <a:gd name="connsiteY2" fmla="*/ 3371 h 6345"/>
                  <a:gd name="connsiteX3" fmla="*/ 5694 w 6343"/>
                  <a:gd name="connsiteY3" fmla="*/ 1128 h 6345"/>
                  <a:gd name="connsiteX4" fmla="*/ 3451 w 6343"/>
                  <a:gd name="connsiteY4" fmla="*/ 198 h 6345"/>
                  <a:gd name="connsiteX5" fmla="*/ 1208 w 6343"/>
                  <a:gd name="connsiteY5" fmla="*/ 1128 h 6345"/>
                  <a:gd name="connsiteX6" fmla="*/ 280 w 6343"/>
                  <a:gd name="connsiteY6" fmla="*/ 3371 h 6345"/>
                  <a:gd name="connsiteX7" fmla="*/ 1208 w 6343"/>
                  <a:gd name="connsiteY7" fmla="*/ 5614 h 6345"/>
                  <a:gd name="connsiteX8" fmla="*/ 3451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544"/>
                    </a:moveTo>
                    <a:cubicBezTo>
                      <a:pt x="4292" y="6544"/>
                      <a:pt x="5099" y="6209"/>
                      <a:pt x="5694" y="5614"/>
                    </a:cubicBezTo>
                    <a:cubicBezTo>
                      <a:pt x="6288" y="5020"/>
                      <a:pt x="6623" y="4212"/>
                      <a:pt x="6623" y="3371"/>
                    </a:cubicBezTo>
                    <a:cubicBezTo>
                      <a:pt x="6623" y="2530"/>
                      <a:pt x="6288" y="1723"/>
                      <a:pt x="5694" y="1128"/>
                    </a:cubicBezTo>
                    <a:cubicBezTo>
                      <a:pt x="5099" y="533"/>
                      <a:pt x="4292" y="198"/>
                      <a:pt x="3451" y="198"/>
                    </a:cubicBezTo>
                    <a:cubicBezTo>
                      <a:pt x="2610" y="198"/>
                      <a:pt x="1803" y="533"/>
                      <a:pt x="1208" y="1128"/>
                    </a:cubicBezTo>
                    <a:cubicBezTo>
                      <a:pt x="614" y="1723"/>
                      <a:pt x="280" y="2530"/>
                      <a:pt x="280" y="3371"/>
                    </a:cubicBezTo>
                    <a:cubicBezTo>
                      <a:pt x="280" y="4212"/>
                      <a:pt x="614" y="5020"/>
                      <a:pt x="1208" y="5614"/>
                    </a:cubicBezTo>
                    <a:cubicBezTo>
                      <a:pt x="1803" y="6209"/>
                      <a:pt x="2610" y="6544"/>
                      <a:pt x="3451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95" name="Freeform: Shape 3494">
                <a:extLst>
                  <a:ext uri="{FF2B5EF4-FFF2-40B4-BE49-F238E27FC236}">
                    <a16:creationId xmlns:a16="http://schemas.microsoft.com/office/drawing/2014/main" id="{7CD32E12-6521-222F-0E7D-2429161AF3BE}"/>
                  </a:ext>
                </a:extLst>
              </p:cNvPr>
              <p:cNvSpPr/>
              <p:nvPr/>
            </p:nvSpPr>
            <p:spPr>
              <a:xfrm>
                <a:off x="4392162" y="5997041"/>
                <a:ext cx="6343" cy="6345"/>
              </a:xfrm>
              <a:custGeom>
                <a:avLst/>
                <a:gdLst>
                  <a:gd name="connsiteX0" fmla="*/ 3451 w 6343"/>
                  <a:gd name="connsiteY0" fmla="*/ 6544 h 6345"/>
                  <a:gd name="connsiteX1" fmla="*/ 5693 w 6343"/>
                  <a:gd name="connsiteY1" fmla="*/ 5615 h 6345"/>
                  <a:gd name="connsiteX2" fmla="*/ 6622 w 6343"/>
                  <a:gd name="connsiteY2" fmla="*/ 3371 h 6345"/>
                  <a:gd name="connsiteX3" fmla="*/ 5693 w 6343"/>
                  <a:gd name="connsiteY3" fmla="*/ 1128 h 6345"/>
                  <a:gd name="connsiteX4" fmla="*/ 3451 w 6343"/>
                  <a:gd name="connsiteY4" fmla="*/ 198 h 6345"/>
                  <a:gd name="connsiteX5" fmla="*/ 1208 w 6343"/>
                  <a:gd name="connsiteY5" fmla="*/ 1128 h 6345"/>
                  <a:gd name="connsiteX6" fmla="*/ 279 w 6343"/>
                  <a:gd name="connsiteY6" fmla="*/ 3371 h 6345"/>
                  <a:gd name="connsiteX7" fmla="*/ 1208 w 6343"/>
                  <a:gd name="connsiteY7" fmla="*/ 5615 h 6345"/>
                  <a:gd name="connsiteX8" fmla="*/ 3451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544"/>
                    </a:moveTo>
                    <a:cubicBezTo>
                      <a:pt x="4292" y="6544"/>
                      <a:pt x="5098" y="6209"/>
                      <a:pt x="5693" y="5615"/>
                    </a:cubicBezTo>
                    <a:cubicBezTo>
                      <a:pt x="6288" y="5020"/>
                      <a:pt x="6622" y="4212"/>
                      <a:pt x="6622" y="3371"/>
                    </a:cubicBezTo>
                    <a:cubicBezTo>
                      <a:pt x="6622" y="2530"/>
                      <a:pt x="6288" y="1723"/>
                      <a:pt x="5693" y="1128"/>
                    </a:cubicBezTo>
                    <a:cubicBezTo>
                      <a:pt x="5098" y="533"/>
                      <a:pt x="4292" y="198"/>
                      <a:pt x="3451" y="198"/>
                    </a:cubicBezTo>
                    <a:cubicBezTo>
                      <a:pt x="2609" y="198"/>
                      <a:pt x="1803" y="533"/>
                      <a:pt x="1208" y="1128"/>
                    </a:cubicBezTo>
                    <a:cubicBezTo>
                      <a:pt x="613" y="1723"/>
                      <a:pt x="279" y="2530"/>
                      <a:pt x="279" y="3371"/>
                    </a:cubicBezTo>
                    <a:cubicBezTo>
                      <a:pt x="279" y="4212"/>
                      <a:pt x="613" y="5020"/>
                      <a:pt x="1208" y="5615"/>
                    </a:cubicBezTo>
                    <a:cubicBezTo>
                      <a:pt x="1803" y="6209"/>
                      <a:pt x="2609" y="6544"/>
                      <a:pt x="3451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96" name="Freeform: Shape 3495">
                <a:extLst>
                  <a:ext uri="{FF2B5EF4-FFF2-40B4-BE49-F238E27FC236}">
                    <a16:creationId xmlns:a16="http://schemas.microsoft.com/office/drawing/2014/main" id="{5912E53A-80E1-92E4-D307-48A5DBBD5964}"/>
                  </a:ext>
                </a:extLst>
              </p:cNvPr>
              <p:cNvSpPr/>
              <p:nvPr/>
            </p:nvSpPr>
            <p:spPr>
              <a:xfrm>
                <a:off x="4382179" y="5995941"/>
                <a:ext cx="6343" cy="6345"/>
              </a:xfrm>
              <a:custGeom>
                <a:avLst/>
                <a:gdLst>
                  <a:gd name="connsiteX0" fmla="*/ 3450 w 6343"/>
                  <a:gd name="connsiteY0" fmla="*/ 6544 h 6345"/>
                  <a:gd name="connsiteX1" fmla="*/ 5692 w 6343"/>
                  <a:gd name="connsiteY1" fmla="*/ 5614 h 6345"/>
                  <a:gd name="connsiteX2" fmla="*/ 6621 w 6343"/>
                  <a:gd name="connsiteY2" fmla="*/ 3371 h 6345"/>
                  <a:gd name="connsiteX3" fmla="*/ 5692 w 6343"/>
                  <a:gd name="connsiteY3" fmla="*/ 1128 h 6345"/>
                  <a:gd name="connsiteX4" fmla="*/ 3450 w 6343"/>
                  <a:gd name="connsiteY4" fmla="*/ 198 h 6345"/>
                  <a:gd name="connsiteX5" fmla="*/ 1207 w 6343"/>
                  <a:gd name="connsiteY5" fmla="*/ 1128 h 6345"/>
                  <a:gd name="connsiteX6" fmla="*/ 278 w 6343"/>
                  <a:gd name="connsiteY6" fmla="*/ 3371 h 6345"/>
                  <a:gd name="connsiteX7" fmla="*/ 1207 w 6343"/>
                  <a:gd name="connsiteY7" fmla="*/ 5614 h 6345"/>
                  <a:gd name="connsiteX8" fmla="*/ 3450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0" y="6544"/>
                    </a:moveTo>
                    <a:cubicBezTo>
                      <a:pt x="4291" y="6544"/>
                      <a:pt x="5098" y="6209"/>
                      <a:pt x="5692" y="5614"/>
                    </a:cubicBezTo>
                    <a:cubicBezTo>
                      <a:pt x="6287" y="5019"/>
                      <a:pt x="6621" y="4212"/>
                      <a:pt x="6621" y="3371"/>
                    </a:cubicBezTo>
                    <a:cubicBezTo>
                      <a:pt x="6621" y="2530"/>
                      <a:pt x="6287" y="1723"/>
                      <a:pt x="5692" y="1128"/>
                    </a:cubicBezTo>
                    <a:cubicBezTo>
                      <a:pt x="5098" y="533"/>
                      <a:pt x="4291" y="198"/>
                      <a:pt x="3450" y="198"/>
                    </a:cubicBezTo>
                    <a:cubicBezTo>
                      <a:pt x="2609" y="198"/>
                      <a:pt x="1802" y="533"/>
                      <a:pt x="1207" y="1128"/>
                    </a:cubicBezTo>
                    <a:cubicBezTo>
                      <a:pt x="612" y="1723"/>
                      <a:pt x="278" y="2530"/>
                      <a:pt x="278" y="3371"/>
                    </a:cubicBezTo>
                    <a:cubicBezTo>
                      <a:pt x="278" y="4212"/>
                      <a:pt x="612" y="5019"/>
                      <a:pt x="1207" y="5614"/>
                    </a:cubicBezTo>
                    <a:cubicBezTo>
                      <a:pt x="1802" y="6209"/>
                      <a:pt x="2609" y="6544"/>
                      <a:pt x="3450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97" name="Freeform: Shape 3496">
                <a:extLst>
                  <a:ext uri="{FF2B5EF4-FFF2-40B4-BE49-F238E27FC236}">
                    <a16:creationId xmlns:a16="http://schemas.microsoft.com/office/drawing/2014/main" id="{01DE44FD-1733-BF21-7C16-BC457D873833}"/>
                  </a:ext>
                </a:extLst>
              </p:cNvPr>
              <p:cNvSpPr/>
              <p:nvPr/>
            </p:nvSpPr>
            <p:spPr>
              <a:xfrm>
                <a:off x="4371807" y="5994509"/>
                <a:ext cx="6343" cy="6345"/>
              </a:xfrm>
              <a:custGeom>
                <a:avLst/>
                <a:gdLst>
                  <a:gd name="connsiteX0" fmla="*/ 3449 w 6343"/>
                  <a:gd name="connsiteY0" fmla="*/ 6544 h 6345"/>
                  <a:gd name="connsiteX1" fmla="*/ 5692 w 6343"/>
                  <a:gd name="connsiteY1" fmla="*/ 5614 h 6345"/>
                  <a:gd name="connsiteX2" fmla="*/ 6621 w 6343"/>
                  <a:gd name="connsiteY2" fmla="*/ 3371 h 6345"/>
                  <a:gd name="connsiteX3" fmla="*/ 5692 w 6343"/>
                  <a:gd name="connsiteY3" fmla="*/ 1127 h 6345"/>
                  <a:gd name="connsiteX4" fmla="*/ 3449 w 6343"/>
                  <a:gd name="connsiteY4" fmla="*/ 198 h 6345"/>
                  <a:gd name="connsiteX5" fmla="*/ 1206 w 6343"/>
                  <a:gd name="connsiteY5" fmla="*/ 1127 h 6345"/>
                  <a:gd name="connsiteX6" fmla="*/ 277 w 6343"/>
                  <a:gd name="connsiteY6" fmla="*/ 3371 h 6345"/>
                  <a:gd name="connsiteX7" fmla="*/ 1206 w 6343"/>
                  <a:gd name="connsiteY7" fmla="*/ 5614 h 6345"/>
                  <a:gd name="connsiteX8" fmla="*/ 3449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544"/>
                    </a:moveTo>
                    <a:cubicBezTo>
                      <a:pt x="4290" y="6544"/>
                      <a:pt x="5097" y="6209"/>
                      <a:pt x="5692" y="5614"/>
                    </a:cubicBezTo>
                    <a:cubicBezTo>
                      <a:pt x="6286" y="5019"/>
                      <a:pt x="6621" y="4212"/>
                      <a:pt x="6621" y="3371"/>
                    </a:cubicBezTo>
                    <a:cubicBezTo>
                      <a:pt x="6621" y="2529"/>
                      <a:pt x="6286" y="1722"/>
                      <a:pt x="5692" y="1127"/>
                    </a:cubicBezTo>
                    <a:cubicBezTo>
                      <a:pt x="5097" y="532"/>
                      <a:pt x="4290" y="198"/>
                      <a:pt x="3449" y="198"/>
                    </a:cubicBezTo>
                    <a:cubicBezTo>
                      <a:pt x="2608" y="198"/>
                      <a:pt x="1801" y="532"/>
                      <a:pt x="1206" y="1127"/>
                    </a:cubicBezTo>
                    <a:cubicBezTo>
                      <a:pt x="612" y="1722"/>
                      <a:pt x="277" y="2529"/>
                      <a:pt x="277" y="3371"/>
                    </a:cubicBezTo>
                    <a:cubicBezTo>
                      <a:pt x="277" y="4212"/>
                      <a:pt x="612" y="5019"/>
                      <a:pt x="1206" y="5614"/>
                    </a:cubicBezTo>
                    <a:cubicBezTo>
                      <a:pt x="1801" y="6209"/>
                      <a:pt x="2608" y="6544"/>
                      <a:pt x="3449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98" name="Freeform: Shape 3497">
                <a:extLst>
                  <a:ext uri="{FF2B5EF4-FFF2-40B4-BE49-F238E27FC236}">
                    <a16:creationId xmlns:a16="http://schemas.microsoft.com/office/drawing/2014/main" id="{7E6C1ACD-F661-7666-4317-FDD943EA91AE}"/>
                  </a:ext>
                </a:extLst>
              </p:cNvPr>
              <p:cNvSpPr/>
              <p:nvPr/>
            </p:nvSpPr>
            <p:spPr>
              <a:xfrm>
                <a:off x="4368656" y="5996747"/>
                <a:ext cx="6343" cy="6345"/>
              </a:xfrm>
              <a:custGeom>
                <a:avLst/>
                <a:gdLst>
                  <a:gd name="connsiteX0" fmla="*/ 3449 w 6343"/>
                  <a:gd name="connsiteY0" fmla="*/ 6544 h 6345"/>
                  <a:gd name="connsiteX1" fmla="*/ 5691 w 6343"/>
                  <a:gd name="connsiteY1" fmla="*/ 5615 h 6345"/>
                  <a:gd name="connsiteX2" fmla="*/ 6620 w 6343"/>
                  <a:gd name="connsiteY2" fmla="*/ 3371 h 6345"/>
                  <a:gd name="connsiteX3" fmla="*/ 5691 w 6343"/>
                  <a:gd name="connsiteY3" fmla="*/ 1128 h 6345"/>
                  <a:gd name="connsiteX4" fmla="*/ 3449 w 6343"/>
                  <a:gd name="connsiteY4" fmla="*/ 198 h 6345"/>
                  <a:gd name="connsiteX5" fmla="*/ 1206 w 6343"/>
                  <a:gd name="connsiteY5" fmla="*/ 1128 h 6345"/>
                  <a:gd name="connsiteX6" fmla="*/ 277 w 6343"/>
                  <a:gd name="connsiteY6" fmla="*/ 3371 h 6345"/>
                  <a:gd name="connsiteX7" fmla="*/ 1206 w 6343"/>
                  <a:gd name="connsiteY7" fmla="*/ 5615 h 6345"/>
                  <a:gd name="connsiteX8" fmla="*/ 3449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544"/>
                    </a:moveTo>
                    <a:cubicBezTo>
                      <a:pt x="4290" y="6544"/>
                      <a:pt x="5097" y="6209"/>
                      <a:pt x="5691" y="5615"/>
                    </a:cubicBezTo>
                    <a:cubicBezTo>
                      <a:pt x="6286" y="5020"/>
                      <a:pt x="6620" y="4212"/>
                      <a:pt x="6620" y="3371"/>
                    </a:cubicBezTo>
                    <a:cubicBezTo>
                      <a:pt x="6620" y="2530"/>
                      <a:pt x="6286" y="1723"/>
                      <a:pt x="5691" y="1128"/>
                    </a:cubicBezTo>
                    <a:cubicBezTo>
                      <a:pt x="5097" y="533"/>
                      <a:pt x="4290" y="198"/>
                      <a:pt x="3449" y="198"/>
                    </a:cubicBezTo>
                    <a:cubicBezTo>
                      <a:pt x="2608" y="198"/>
                      <a:pt x="1801" y="533"/>
                      <a:pt x="1206" y="1128"/>
                    </a:cubicBezTo>
                    <a:cubicBezTo>
                      <a:pt x="611" y="1723"/>
                      <a:pt x="277" y="2530"/>
                      <a:pt x="277" y="3371"/>
                    </a:cubicBezTo>
                    <a:cubicBezTo>
                      <a:pt x="277" y="4212"/>
                      <a:pt x="611" y="5020"/>
                      <a:pt x="1206" y="5615"/>
                    </a:cubicBezTo>
                    <a:cubicBezTo>
                      <a:pt x="1801" y="6209"/>
                      <a:pt x="2608" y="6544"/>
                      <a:pt x="3449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99" name="Freeform: Shape 3498">
                <a:extLst>
                  <a:ext uri="{FF2B5EF4-FFF2-40B4-BE49-F238E27FC236}">
                    <a16:creationId xmlns:a16="http://schemas.microsoft.com/office/drawing/2014/main" id="{B778E463-4061-703A-C47A-742F5B04C6E6}"/>
                  </a:ext>
                </a:extLst>
              </p:cNvPr>
              <p:cNvSpPr/>
              <p:nvPr/>
            </p:nvSpPr>
            <p:spPr>
              <a:xfrm>
                <a:off x="4358001" y="5994946"/>
                <a:ext cx="6343" cy="6345"/>
              </a:xfrm>
              <a:custGeom>
                <a:avLst/>
                <a:gdLst>
                  <a:gd name="connsiteX0" fmla="*/ 3448 w 6343"/>
                  <a:gd name="connsiteY0" fmla="*/ 6544 h 6345"/>
                  <a:gd name="connsiteX1" fmla="*/ 5691 w 6343"/>
                  <a:gd name="connsiteY1" fmla="*/ 5614 h 6345"/>
                  <a:gd name="connsiteX2" fmla="*/ 6619 w 6343"/>
                  <a:gd name="connsiteY2" fmla="*/ 3371 h 6345"/>
                  <a:gd name="connsiteX3" fmla="*/ 5691 w 6343"/>
                  <a:gd name="connsiteY3" fmla="*/ 1127 h 6345"/>
                  <a:gd name="connsiteX4" fmla="*/ 3448 w 6343"/>
                  <a:gd name="connsiteY4" fmla="*/ 198 h 6345"/>
                  <a:gd name="connsiteX5" fmla="*/ 1205 w 6343"/>
                  <a:gd name="connsiteY5" fmla="*/ 1127 h 6345"/>
                  <a:gd name="connsiteX6" fmla="*/ 276 w 6343"/>
                  <a:gd name="connsiteY6" fmla="*/ 3371 h 6345"/>
                  <a:gd name="connsiteX7" fmla="*/ 1205 w 6343"/>
                  <a:gd name="connsiteY7" fmla="*/ 5614 h 6345"/>
                  <a:gd name="connsiteX8" fmla="*/ 3448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4"/>
                    </a:moveTo>
                    <a:cubicBezTo>
                      <a:pt x="4289" y="6544"/>
                      <a:pt x="5096" y="6209"/>
                      <a:pt x="5691" y="5614"/>
                    </a:cubicBezTo>
                    <a:cubicBezTo>
                      <a:pt x="6285" y="5019"/>
                      <a:pt x="6619" y="4212"/>
                      <a:pt x="6619" y="3371"/>
                    </a:cubicBezTo>
                    <a:cubicBezTo>
                      <a:pt x="6619" y="2530"/>
                      <a:pt x="6285" y="1722"/>
                      <a:pt x="5691" y="1127"/>
                    </a:cubicBezTo>
                    <a:cubicBezTo>
                      <a:pt x="5096" y="533"/>
                      <a:pt x="4289" y="198"/>
                      <a:pt x="3448" y="198"/>
                    </a:cubicBezTo>
                    <a:cubicBezTo>
                      <a:pt x="2607" y="198"/>
                      <a:pt x="1800" y="533"/>
                      <a:pt x="1205" y="1127"/>
                    </a:cubicBezTo>
                    <a:cubicBezTo>
                      <a:pt x="611" y="1722"/>
                      <a:pt x="276" y="2530"/>
                      <a:pt x="276" y="3371"/>
                    </a:cubicBezTo>
                    <a:cubicBezTo>
                      <a:pt x="276" y="4212"/>
                      <a:pt x="611" y="5019"/>
                      <a:pt x="1205" y="5614"/>
                    </a:cubicBezTo>
                    <a:cubicBezTo>
                      <a:pt x="1800" y="6209"/>
                      <a:pt x="2607" y="6544"/>
                      <a:pt x="3448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00" name="Freeform: Shape 3499">
                <a:extLst>
                  <a:ext uri="{FF2B5EF4-FFF2-40B4-BE49-F238E27FC236}">
                    <a16:creationId xmlns:a16="http://schemas.microsoft.com/office/drawing/2014/main" id="{79D7BBD9-B85E-1B5D-F1BF-DA5A03A23BD7}"/>
                  </a:ext>
                </a:extLst>
              </p:cNvPr>
              <p:cNvSpPr/>
              <p:nvPr/>
            </p:nvSpPr>
            <p:spPr>
              <a:xfrm>
                <a:off x="4356485" y="5997963"/>
                <a:ext cx="6343" cy="6345"/>
              </a:xfrm>
              <a:custGeom>
                <a:avLst/>
                <a:gdLst>
                  <a:gd name="connsiteX0" fmla="*/ 3448 w 6343"/>
                  <a:gd name="connsiteY0" fmla="*/ 6544 h 6345"/>
                  <a:gd name="connsiteX1" fmla="*/ 5690 w 6343"/>
                  <a:gd name="connsiteY1" fmla="*/ 5615 h 6345"/>
                  <a:gd name="connsiteX2" fmla="*/ 6619 w 6343"/>
                  <a:gd name="connsiteY2" fmla="*/ 3371 h 6345"/>
                  <a:gd name="connsiteX3" fmla="*/ 5690 w 6343"/>
                  <a:gd name="connsiteY3" fmla="*/ 1128 h 6345"/>
                  <a:gd name="connsiteX4" fmla="*/ 3448 w 6343"/>
                  <a:gd name="connsiteY4" fmla="*/ 198 h 6345"/>
                  <a:gd name="connsiteX5" fmla="*/ 1205 w 6343"/>
                  <a:gd name="connsiteY5" fmla="*/ 1128 h 6345"/>
                  <a:gd name="connsiteX6" fmla="*/ 276 w 6343"/>
                  <a:gd name="connsiteY6" fmla="*/ 3371 h 6345"/>
                  <a:gd name="connsiteX7" fmla="*/ 1205 w 6343"/>
                  <a:gd name="connsiteY7" fmla="*/ 5615 h 6345"/>
                  <a:gd name="connsiteX8" fmla="*/ 3448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4"/>
                    </a:moveTo>
                    <a:cubicBezTo>
                      <a:pt x="4289" y="6544"/>
                      <a:pt x="5096" y="6210"/>
                      <a:pt x="5690" y="5615"/>
                    </a:cubicBezTo>
                    <a:cubicBezTo>
                      <a:pt x="6285" y="5020"/>
                      <a:pt x="6619" y="4213"/>
                      <a:pt x="6619" y="3371"/>
                    </a:cubicBezTo>
                    <a:cubicBezTo>
                      <a:pt x="6619" y="2530"/>
                      <a:pt x="6285" y="1723"/>
                      <a:pt x="5690" y="1128"/>
                    </a:cubicBezTo>
                    <a:cubicBezTo>
                      <a:pt x="5096" y="533"/>
                      <a:pt x="4289" y="198"/>
                      <a:pt x="3448" y="198"/>
                    </a:cubicBezTo>
                    <a:cubicBezTo>
                      <a:pt x="2607" y="198"/>
                      <a:pt x="1800" y="533"/>
                      <a:pt x="1205" y="1128"/>
                    </a:cubicBezTo>
                    <a:cubicBezTo>
                      <a:pt x="610" y="1723"/>
                      <a:pt x="276" y="2530"/>
                      <a:pt x="276" y="3371"/>
                    </a:cubicBezTo>
                    <a:cubicBezTo>
                      <a:pt x="276" y="4213"/>
                      <a:pt x="610" y="5020"/>
                      <a:pt x="1205" y="5615"/>
                    </a:cubicBezTo>
                    <a:cubicBezTo>
                      <a:pt x="1800" y="6210"/>
                      <a:pt x="2607" y="6544"/>
                      <a:pt x="3448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01" name="Freeform: Shape 3500">
                <a:extLst>
                  <a:ext uri="{FF2B5EF4-FFF2-40B4-BE49-F238E27FC236}">
                    <a16:creationId xmlns:a16="http://schemas.microsoft.com/office/drawing/2014/main" id="{4E197BCC-493C-93FE-F861-95B21433E223}"/>
                  </a:ext>
                </a:extLst>
              </p:cNvPr>
              <p:cNvSpPr/>
              <p:nvPr/>
            </p:nvSpPr>
            <p:spPr>
              <a:xfrm>
                <a:off x="4354825" y="6000902"/>
                <a:ext cx="6343" cy="6345"/>
              </a:xfrm>
              <a:custGeom>
                <a:avLst/>
                <a:gdLst>
                  <a:gd name="connsiteX0" fmla="*/ 3448 w 6343"/>
                  <a:gd name="connsiteY0" fmla="*/ 6544 h 6345"/>
                  <a:gd name="connsiteX1" fmla="*/ 5690 w 6343"/>
                  <a:gd name="connsiteY1" fmla="*/ 5615 h 6345"/>
                  <a:gd name="connsiteX2" fmla="*/ 6619 w 6343"/>
                  <a:gd name="connsiteY2" fmla="*/ 3371 h 6345"/>
                  <a:gd name="connsiteX3" fmla="*/ 5690 w 6343"/>
                  <a:gd name="connsiteY3" fmla="*/ 1128 h 6345"/>
                  <a:gd name="connsiteX4" fmla="*/ 3448 w 6343"/>
                  <a:gd name="connsiteY4" fmla="*/ 199 h 6345"/>
                  <a:gd name="connsiteX5" fmla="*/ 1205 w 6343"/>
                  <a:gd name="connsiteY5" fmla="*/ 1128 h 6345"/>
                  <a:gd name="connsiteX6" fmla="*/ 276 w 6343"/>
                  <a:gd name="connsiteY6" fmla="*/ 3371 h 6345"/>
                  <a:gd name="connsiteX7" fmla="*/ 1205 w 6343"/>
                  <a:gd name="connsiteY7" fmla="*/ 5615 h 6345"/>
                  <a:gd name="connsiteX8" fmla="*/ 3448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4"/>
                    </a:moveTo>
                    <a:cubicBezTo>
                      <a:pt x="4289" y="6544"/>
                      <a:pt x="5096" y="6210"/>
                      <a:pt x="5690" y="5615"/>
                    </a:cubicBezTo>
                    <a:cubicBezTo>
                      <a:pt x="6285" y="5020"/>
                      <a:pt x="6619" y="4213"/>
                      <a:pt x="6619" y="3371"/>
                    </a:cubicBezTo>
                    <a:cubicBezTo>
                      <a:pt x="6619" y="2530"/>
                      <a:pt x="6285" y="1723"/>
                      <a:pt x="5690" y="1128"/>
                    </a:cubicBezTo>
                    <a:cubicBezTo>
                      <a:pt x="5096" y="533"/>
                      <a:pt x="4289" y="199"/>
                      <a:pt x="3448" y="199"/>
                    </a:cubicBezTo>
                    <a:cubicBezTo>
                      <a:pt x="2607" y="199"/>
                      <a:pt x="1800" y="533"/>
                      <a:pt x="1205" y="1128"/>
                    </a:cubicBezTo>
                    <a:cubicBezTo>
                      <a:pt x="610" y="1723"/>
                      <a:pt x="276" y="2530"/>
                      <a:pt x="276" y="3371"/>
                    </a:cubicBezTo>
                    <a:cubicBezTo>
                      <a:pt x="276" y="4213"/>
                      <a:pt x="610" y="5020"/>
                      <a:pt x="1205" y="5615"/>
                    </a:cubicBezTo>
                    <a:cubicBezTo>
                      <a:pt x="1800" y="6210"/>
                      <a:pt x="2607" y="6544"/>
                      <a:pt x="3448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02" name="Freeform: Shape 3501">
                <a:extLst>
                  <a:ext uri="{FF2B5EF4-FFF2-40B4-BE49-F238E27FC236}">
                    <a16:creationId xmlns:a16="http://schemas.microsoft.com/office/drawing/2014/main" id="{4A4EBDC0-5BFE-E2FC-7DE4-267080CC78AC}"/>
                  </a:ext>
                </a:extLst>
              </p:cNvPr>
              <p:cNvSpPr/>
              <p:nvPr/>
            </p:nvSpPr>
            <p:spPr>
              <a:xfrm>
                <a:off x="4420499" y="6041472"/>
                <a:ext cx="6343" cy="6345"/>
              </a:xfrm>
              <a:custGeom>
                <a:avLst/>
                <a:gdLst>
                  <a:gd name="connsiteX0" fmla="*/ 3453 w 6343"/>
                  <a:gd name="connsiteY0" fmla="*/ 6547 h 6345"/>
                  <a:gd name="connsiteX1" fmla="*/ 5695 w 6343"/>
                  <a:gd name="connsiteY1" fmla="*/ 5618 h 6345"/>
                  <a:gd name="connsiteX2" fmla="*/ 6624 w 6343"/>
                  <a:gd name="connsiteY2" fmla="*/ 3375 h 6345"/>
                  <a:gd name="connsiteX3" fmla="*/ 5695 w 6343"/>
                  <a:gd name="connsiteY3" fmla="*/ 1131 h 6345"/>
                  <a:gd name="connsiteX4" fmla="*/ 3453 w 6343"/>
                  <a:gd name="connsiteY4" fmla="*/ 202 h 6345"/>
                  <a:gd name="connsiteX5" fmla="*/ 1210 w 6343"/>
                  <a:gd name="connsiteY5" fmla="*/ 1131 h 6345"/>
                  <a:gd name="connsiteX6" fmla="*/ 281 w 6343"/>
                  <a:gd name="connsiteY6" fmla="*/ 3375 h 6345"/>
                  <a:gd name="connsiteX7" fmla="*/ 1210 w 6343"/>
                  <a:gd name="connsiteY7" fmla="*/ 5618 h 6345"/>
                  <a:gd name="connsiteX8" fmla="*/ 3453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7"/>
                    </a:moveTo>
                    <a:cubicBezTo>
                      <a:pt x="4294" y="6547"/>
                      <a:pt x="5101" y="6213"/>
                      <a:pt x="5695" y="5618"/>
                    </a:cubicBezTo>
                    <a:cubicBezTo>
                      <a:pt x="6290" y="5023"/>
                      <a:pt x="6624" y="4216"/>
                      <a:pt x="6624" y="3375"/>
                    </a:cubicBezTo>
                    <a:cubicBezTo>
                      <a:pt x="6624" y="2533"/>
                      <a:pt x="6290" y="1726"/>
                      <a:pt x="5695" y="1131"/>
                    </a:cubicBezTo>
                    <a:cubicBezTo>
                      <a:pt x="5101" y="536"/>
                      <a:pt x="4294" y="202"/>
                      <a:pt x="3453" y="202"/>
                    </a:cubicBezTo>
                    <a:cubicBezTo>
                      <a:pt x="2612" y="202"/>
                      <a:pt x="1805" y="536"/>
                      <a:pt x="1210" y="1131"/>
                    </a:cubicBezTo>
                    <a:cubicBezTo>
                      <a:pt x="615" y="1726"/>
                      <a:pt x="281" y="2533"/>
                      <a:pt x="281" y="3375"/>
                    </a:cubicBezTo>
                    <a:cubicBezTo>
                      <a:pt x="281" y="4216"/>
                      <a:pt x="615" y="5023"/>
                      <a:pt x="1210" y="5618"/>
                    </a:cubicBezTo>
                    <a:cubicBezTo>
                      <a:pt x="1805" y="6213"/>
                      <a:pt x="2612" y="6547"/>
                      <a:pt x="3453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03" name="Freeform: Shape 3502">
                <a:extLst>
                  <a:ext uri="{FF2B5EF4-FFF2-40B4-BE49-F238E27FC236}">
                    <a16:creationId xmlns:a16="http://schemas.microsoft.com/office/drawing/2014/main" id="{8A8DF14A-29CD-01F2-A2D9-5F03EC5F24ED}"/>
                  </a:ext>
                </a:extLst>
              </p:cNvPr>
              <p:cNvSpPr/>
              <p:nvPr/>
            </p:nvSpPr>
            <p:spPr>
              <a:xfrm>
                <a:off x="4419232" y="6045178"/>
                <a:ext cx="6343" cy="6345"/>
              </a:xfrm>
              <a:custGeom>
                <a:avLst/>
                <a:gdLst>
                  <a:gd name="connsiteX0" fmla="*/ 3453 w 6343"/>
                  <a:gd name="connsiteY0" fmla="*/ 6548 h 6345"/>
                  <a:gd name="connsiteX1" fmla="*/ 5695 w 6343"/>
                  <a:gd name="connsiteY1" fmla="*/ 5618 h 6345"/>
                  <a:gd name="connsiteX2" fmla="*/ 6624 w 6343"/>
                  <a:gd name="connsiteY2" fmla="*/ 3375 h 6345"/>
                  <a:gd name="connsiteX3" fmla="*/ 5695 w 6343"/>
                  <a:gd name="connsiteY3" fmla="*/ 1131 h 6345"/>
                  <a:gd name="connsiteX4" fmla="*/ 3453 w 6343"/>
                  <a:gd name="connsiteY4" fmla="*/ 202 h 6345"/>
                  <a:gd name="connsiteX5" fmla="*/ 1210 w 6343"/>
                  <a:gd name="connsiteY5" fmla="*/ 1131 h 6345"/>
                  <a:gd name="connsiteX6" fmla="*/ 281 w 6343"/>
                  <a:gd name="connsiteY6" fmla="*/ 3375 h 6345"/>
                  <a:gd name="connsiteX7" fmla="*/ 1210 w 6343"/>
                  <a:gd name="connsiteY7" fmla="*/ 5618 h 6345"/>
                  <a:gd name="connsiteX8" fmla="*/ 345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8"/>
                    </a:moveTo>
                    <a:cubicBezTo>
                      <a:pt x="4294" y="6548"/>
                      <a:pt x="5101" y="6213"/>
                      <a:pt x="5695" y="5618"/>
                    </a:cubicBezTo>
                    <a:cubicBezTo>
                      <a:pt x="6290" y="5023"/>
                      <a:pt x="6624" y="4216"/>
                      <a:pt x="6624" y="3375"/>
                    </a:cubicBezTo>
                    <a:cubicBezTo>
                      <a:pt x="6624" y="2533"/>
                      <a:pt x="6290" y="1726"/>
                      <a:pt x="5695" y="1131"/>
                    </a:cubicBezTo>
                    <a:cubicBezTo>
                      <a:pt x="5101" y="536"/>
                      <a:pt x="4294" y="202"/>
                      <a:pt x="3453" y="202"/>
                    </a:cubicBezTo>
                    <a:cubicBezTo>
                      <a:pt x="2612" y="202"/>
                      <a:pt x="1805" y="536"/>
                      <a:pt x="1210" y="1131"/>
                    </a:cubicBezTo>
                    <a:cubicBezTo>
                      <a:pt x="615" y="1726"/>
                      <a:pt x="281" y="2533"/>
                      <a:pt x="281" y="3375"/>
                    </a:cubicBezTo>
                    <a:cubicBezTo>
                      <a:pt x="281" y="4216"/>
                      <a:pt x="615" y="5023"/>
                      <a:pt x="1210" y="5618"/>
                    </a:cubicBezTo>
                    <a:cubicBezTo>
                      <a:pt x="1805" y="6213"/>
                      <a:pt x="2612" y="6548"/>
                      <a:pt x="345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04" name="Freeform: Shape 3503">
                <a:extLst>
                  <a:ext uri="{FF2B5EF4-FFF2-40B4-BE49-F238E27FC236}">
                    <a16:creationId xmlns:a16="http://schemas.microsoft.com/office/drawing/2014/main" id="{812A9BCB-1939-D237-C559-153E5C163C49}"/>
                  </a:ext>
                </a:extLst>
              </p:cNvPr>
              <p:cNvSpPr/>
              <p:nvPr/>
            </p:nvSpPr>
            <p:spPr>
              <a:xfrm>
                <a:off x="4418846" y="6049400"/>
                <a:ext cx="6343" cy="6345"/>
              </a:xfrm>
              <a:custGeom>
                <a:avLst/>
                <a:gdLst>
                  <a:gd name="connsiteX0" fmla="*/ 3453 w 6343"/>
                  <a:gd name="connsiteY0" fmla="*/ 6548 h 6345"/>
                  <a:gd name="connsiteX1" fmla="*/ 5695 w 6343"/>
                  <a:gd name="connsiteY1" fmla="*/ 5619 h 6345"/>
                  <a:gd name="connsiteX2" fmla="*/ 6624 w 6343"/>
                  <a:gd name="connsiteY2" fmla="*/ 3375 h 6345"/>
                  <a:gd name="connsiteX3" fmla="*/ 5695 w 6343"/>
                  <a:gd name="connsiteY3" fmla="*/ 1132 h 6345"/>
                  <a:gd name="connsiteX4" fmla="*/ 3453 w 6343"/>
                  <a:gd name="connsiteY4" fmla="*/ 203 h 6345"/>
                  <a:gd name="connsiteX5" fmla="*/ 1210 w 6343"/>
                  <a:gd name="connsiteY5" fmla="*/ 1132 h 6345"/>
                  <a:gd name="connsiteX6" fmla="*/ 281 w 6343"/>
                  <a:gd name="connsiteY6" fmla="*/ 3375 h 6345"/>
                  <a:gd name="connsiteX7" fmla="*/ 1210 w 6343"/>
                  <a:gd name="connsiteY7" fmla="*/ 5619 h 6345"/>
                  <a:gd name="connsiteX8" fmla="*/ 345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8"/>
                    </a:moveTo>
                    <a:cubicBezTo>
                      <a:pt x="4294" y="6548"/>
                      <a:pt x="5101" y="6214"/>
                      <a:pt x="5695" y="5619"/>
                    </a:cubicBezTo>
                    <a:cubicBezTo>
                      <a:pt x="6290" y="5024"/>
                      <a:pt x="6624" y="4217"/>
                      <a:pt x="6624" y="3375"/>
                    </a:cubicBezTo>
                    <a:cubicBezTo>
                      <a:pt x="6624" y="2534"/>
                      <a:pt x="6290" y="1727"/>
                      <a:pt x="5695" y="1132"/>
                    </a:cubicBezTo>
                    <a:cubicBezTo>
                      <a:pt x="5101" y="537"/>
                      <a:pt x="4294" y="203"/>
                      <a:pt x="3453" y="203"/>
                    </a:cubicBezTo>
                    <a:cubicBezTo>
                      <a:pt x="2612" y="203"/>
                      <a:pt x="1805" y="537"/>
                      <a:pt x="1210" y="1132"/>
                    </a:cubicBezTo>
                    <a:cubicBezTo>
                      <a:pt x="615" y="1727"/>
                      <a:pt x="281" y="2534"/>
                      <a:pt x="281" y="3375"/>
                    </a:cubicBezTo>
                    <a:cubicBezTo>
                      <a:pt x="281" y="4217"/>
                      <a:pt x="615" y="5024"/>
                      <a:pt x="1210" y="5619"/>
                    </a:cubicBezTo>
                    <a:cubicBezTo>
                      <a:pt x="1805" y="6214"/>
                      <a:pt x="2612" y="6548"/>
                      <a:pt x="345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05" name="Freeform: Shape 3504">
                <a:extLst>
                  <a:ext uri="{FF2B5EF4-FFF2-40B4-BE49-F238E27FC236}">
                    <a16:creationId xmlns:a16="http://schemas.microsoft.com/office/drawing/2014/main" id="{79F89565-AA98-E8FD-6847-12010F5105BF}"/>
                  </a:ext>
                </a:extLst>
              </p:cNvPr>
              <p:cNvSpPr/>
              <p:nvPr/>
            </p:nvSpPr>
            <p:spPr>
              <a:xfrm>
                <a:off x="4418264" y="6053534"/>
                <a:ext cx="6343" cy="6345"/>
              </a:xfrm>
              <a:custGeom>
                <a:avLst/>
                <a:gdLst>
                  <a:gd name="connsiteX0" fmla="*/ 3453 w 6343"/>
                  <a:gd name="connsiteY0" fmla="*/ 6548 h 6345"/>
                  <a:gd name="connsiteX1" fmla="*/ 5695 w 6343"/>
                  <a:gd name="connsiteY1" fmla="*/ 5619 h 6345"/>
                  <a:gd name="connsiteX2" fmla="*/ 6624 w 6343"/>
                  <a:gd name="connsiteY2" fmla="*/ 3376 h 6345"/>
                  <a:gd name="connsiteX3" fmla="*/ 5695 w 6343"/>
                  <a:gd name="connsiteY3" fmla="*/ 1132 h 6345"/>
                  <a:gd name="connsiteX4" fmla="*/ 3453 w 6343"/>
                  <a:gd name="connsiteY4" fmla="*/ 203 h 6345"/>
                  <a:gd name="connsiteX5" fmla="*/ 1210 w 6343"/>
                  <a:gd name="connsiteY5" fmla="*/ 1132 h 6345"/>
                  <a:gd name="connsiteX6" fmla="*/ 281 w 6343"/>
                  <a:gd name="connsiteY6" fmla="*/ 3376 h 6345"/>
                  <a:gd name="connsiteX7" fmla="*/ 1210 w 6343"/>
                  <a:gd name="connsiteY7" fmla="*/ 5619 h 6345"/>
                  <a:gd name="connsiteX8" fmla="*/ 345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8"/>
                    </a:moveTo>
                    <a:cubicBezTo>
                      <a:pt x="4294" y="6548"/>
                      <a:pt x="5101" y="6214"/>
                      <a:pt x="5695" y="5619"/>
                    </a:cubicBezTo>
                    <a:cubicBezTo>
                      <a:pt x="6290" y="5024"/>
                      <a:pt x="6624" y="4217"/>
                      <a:pt x="6624" y="3376"/>
                    </a:cubicBezTo>
                    <a:cubicBezTo>
                      <a:pt x="6624" y="2534"/>
                      <a:pt x="6290" y="1727"/>
                      <a:pt x="5695" y="1132"/>
                    </a:cubicBezTo>
                    <a:cubicBezTo>
                      <a:pt x="5101" y="537"/>
                      <a:pt x="4294" y="203"/>
                      <a:pt x="3453" y="203"/>
                    </a:cubicBezTo>
                    <a:cubicBezTo>
                      <a:pt x="2612" y="203"/>
                      <a:pt x="1805" y="537"/>
                      <a:pt x="1210" y="1132"/>
                    </a:cubicBezTo>
                    <a:cubicBezTo>
                      <a:pt x="615" y="1727"/>
                      <a:pt x="281" y="2534"/>
                      <a:pt x="281" y="3376"/>
                    </a:cubicBezTo>
                    <a:cubicBezTo>
                      <a:pt x="281" y="4217"/>
                      <a:pt x="615" y="5024"/>
                      <a:pt x="1210" y="5619"/>
                    </a:cubicBezTo>
                    <a:cubicBezTo>
                      <a:pt x="1805" y="6214"/>
                      <a:pt x="2612" y="6548"/>
                      <a:pt x="345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06" name="Freeform: Shape 3505">
                <a:extLst>
                  <a:ext uri="{FF2B5EF4-FFF2-40B4-BE49-F238E27FC236}">
                    <a16:creationId xmlns:a16="http://schemas.microsoft.com/office/drawing/2014/main" id="{46D8958D-4D16-98AC-0313-2A0BE4FD1EA6}"/>
                  </a:ext>
                </a:extLst>
              </p:cNvPr>
              <p:cNvSpPr/>
              <p:nvPr/>
            </p:nvSpPr>
            <p:spPr>
              <a:xfrm>
                <a:off x="4418225" y="6058011"/>
                <a:ext cx="6343" cy="6345"/>
              </a:xfrm>
              <a:custGeom>
                <a:avLst/>
                <a:gdLst>
                  <a:gd name="connsiteX0" fmla="*/ 3453 w 6343"/>
                  <a:gd name="connsiteY0" fmla="*/ 6549 h 6345"/>
                  <a:gd name="connsiteX1" fmla="*/ 5695 w 6343"/>
                  <a:gd name="connsiteY1" fmla="*/ 5619 h 6345"/>
                  <a:gd name="connsiteX2" fmla="*/ 6624 w 6343"/>
                  <a:gd name="connsiteY2" fmla="*/ 3376 h 6345"/>
                  <a:gd name="connsiteX3" fmla="*/ 5695 w 6343"/>
                  <a:gd name="connsiteY3" fmla="*/ 1132 h 6345"/>
                  <a:gd name="connsiteX4" fmla="*/ 3453 w 6343"/>
                  <a:gd name="connsiteY4" fmla="*/ 203 h 6345"/>
                  <a:gd name="connsiteX5" fmla="*/ 1210 w 6343"/>
                  <a:gd name="connsiteY5" fmla="*/ 1132 h 6345"/>
                  <a:gd name="connsiteX6" fmla="*/ 281 w 6343"/>
                  <a:gd name="connsiteY6" fmla="*/ 3376 h 6345"/>
                  <a:gd name="connsiteX7" fmla="*/ 1210 w 6343"/>
                  <a:gd name="connsiteY7" fmla="*/ 5619 h 6345"/>
                  <a:gd name="connsiteX8" fmla="*/ 3453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9"/>
                    </a:moveTo>
                    <a:cubicBezTo>
                      <a:pt x="4294" y="6549"/>
                      <a:pt x="5101" y="6214"/>
                      <a:pt x="5695" y="5619"/>
                    </a:cubicBezTo>
                    <a:cubicBezTo>
                      <a:pt x="6290" y="5024"/>
                      <a:pt x="6624" y="4217"/>
                      <a:pt x="6624" y="3376"/>
                    </a:cubicBezTo>
                    <a:cubicBezTo>
                      <a:pt x="6624" y="2534"/>
                      <a:pt x="6290" y="1727"/>
                      <a:pt x="5695" y="1132"/>
                    </a:cubicBezTo>
                    <a:cubicBezTo>
                      <a:pt x="5101" y="537"/>
                      <a:pt x="4294" y="203"/>
                      <a:pt x="3453" y="203"/>
                    </a:cubicBezTo>
                    <a:cubicBezTo>
                      <a:pt x="2612" y="203"/>
                      <a:pt x="1805" y="537"/>
                      <a:pt x="1210" y="1132"/>
                    </a:cubicBezTo>
                    <a:cubicBezTo>
                      <a:pt x="615" y="1727"/>
                      <a:pt x="281" y="2534"/>
                      <a:pt x="281" y="3376"/>
                    </a:cubicBezTo>
                    <a:cubicBezTo>
                      <a:pt x="281" y="4217"/>
                      <a:pt x="615" y="5024"/>
                      <a:pt x="1210" y="5619"/>
                    </a:cubicBezTo>
                    <a:cubicBezTo>
                      <a:pt x="1805" y="6214"/>
                      <a:pt x="2612" y="6549"/>
                      <a:pt x="3453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07" name="Freeform: Shape 3506">
                <a:extLst>
                  <a:ext uri="{FF2B5EF4-FFF2-40B4-BE49-F238E27FC236}">
                    <a16:creationId xmlns:a16="http://schemas.microsoft.com/office/drawing/2014/main" id="{E534B314-5399-14F5-39D8-0DA9E206AF2F}"/>
                  </a:ext>
                </a:extLst>
              </p:cNvPr>
              <p:cNvSpPr/>
              <p:nvPr/>
            </p:nvSpPr>
            <p:spPr>
              <a:xfrm>
                <a:off x="4418191" y="6062523"/>
                <a:ext cx="6343" cy="6345"/>
              </a:xfrm>
              <a:custGeom>
                <a:avLst/>
                <a:gdLst>
                  <a:gd name="connsiteX0" fmla="*/ 3453 w 6343"/>
                  <a:gd name="connsiteY0" fmla="*/ 6549 h 6345"/>
                  <a:gd name="connsiteX1" fmla="*/ 5695 w 6343"/>
                  <a:gd name="connsiteY1" fmla="*/ 5620 h 6345"/>
                  <a:gd name="connsiteX2" fmla="*/ 6624 w 6343"/>
                  <a:gd name="connsiteY2" fmla="*/ 3376 h 6345"/>
                  <a:gd name="connsiteX3" fmla="*/ 5695 w 6343"/>
                  <a:gd name="connsiteY3" fmla="*/ 1133 h 6345"/>
                  <a:gd name="connsiteX4" fmla="*/ 3453 w 6343"/>
                  <a:gd name="connsiteY4" fmla="*/ 204 h 6345"/>
                  <a:gd name="connsiteX5" fmla="*/ 1210 w 6343"/>
                  <a:gd name="connsiteY5" fmla="*/ 1133 h 6345"/>
                  <a:gd name="connsiteX6" fmla="*/ 281 w 6343"/>
                  <a:gd name="connsiteY6" fmla="*/ 3376 h 6345"/>
                  <a:gd name="connsiteX7" fmla="*/ 1210 w 6343"/>
                  <a:gd name="connsiteY7" fmla="*/ 5620 h 6345"/>
                  <a:gd name="connsiteX8" fmla="*/ 3453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9"/>
                    </a:moveTo>
                    <a:cubicBezTo>
                      <a:pt x="4294" y="6549"/>
                      <a:pt x="5101" y="6215"/>
                      <a:pt x="5695" y="5620"/>
                    </a:cubicBezTo>
                    <a:cubicBezTo>
                      <a:pt x="6290" y="5025"/>
                      <a:pt x="6624" y="4218"/>
                      <a:pt x="6624" y="3376"/>
                    </a:cubicBezTo>
                    <a:cubicBezTo>
                      <a:pt x="6624" y="2535"/>
                      <a:pt x="6290" y="1728"/>
                      <a:pt x="5695" y="1133"/>
                    </a:cubicBezTo>
                    <a:cubicBezTo>
                      <a:pt x="5101" y="538"/>
                      <a:pt x="4294" y="204"/>
                      <a:pt x="3453" y="204"/>
                    </a:cubicBezTo>
                    <a:cubicBezTo>
                      <a:pt x="2612" y="204"/>
                      <a:pt x="1805" y="538"/>
                      <a:pt x="1210" y="1133"/>
                    </a:cubicBezTo>
                    <a:cubicBezTo>
                      <a:pt x="615" y="1728"/>
                      <a:pt x="281" y="2535"/>
                      <a:pt x="281" y="3376"/>
                    </a:cubicBezTo>
                    <a:cubicBezTo>
                      <a:pt x="281" y="4218"/>
                      <a:pt x="615" y="5025"/>
                      <a:pt x="1210" y="5620"/>
                    </a:cubicBezTo>
                    <a:cubicBezTo>
                      <a:pt x="1805" y="6215"/>
                      <a:pt x="2612" y="6549"/>
                      <a:pt x="3453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08" name="Freeform: Shape 3507">
                <a:extLst>
                  <a:ext uri="{FF2B5EF4-FFF2-40B4-BE49-F238E27FC236}">
                    <a16:creationId xmlns:a16="http://schemas.microsoft.com/office/drawing/2014/main" id="{A2C411B3-299A-1E59-A5F2-08599D3F16AC}"/>
                  </a:ext>
                </a:extLst>
              </p:cNvPr>
              <p:cNvSpPr/>
              <p:nvPr/>
            </p:nvSpPr>
            <p:spPr>
              <a:xfrm>
                <a:off x="4292244" y="5990483"/>
                <a:ext cx="6343" cy="6345"/>
              </a:xfrm>
              <a:custGeom>
                <a:avLst/>
                <a:gdLst>
                  <a:gd name="connsiteX0" fmla="*/ 3443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1 h 6345"/>
                  <a:gd name="connsiteX3" fmla="*/ 5685 w 6343"/>
                  <a:gd name="connsiteY3" fmla="*/ 1127 h 6345"/>
                  <a:gd name="connsiteX4" fmla="*/ 3443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1 h 6345"/>
                  <a:gd name="connsiteX7" fmla="*/ 1200 w 6343"/>
                  <a:gd name="connsiteY7" fmla="*/ 5614 h 6345"/>
                  <a:gd name="connsiteX8" fmla="*/ 344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43"/>
                    </a:moveTo>
                    <a:cubicBezTo>
                      <a:pt x="4284" y="6543"/>
                      <a:pt x="5091" y="6209"/>
                      <a:pt x="5685" y="5614"/>
                    </a:cubicBezTo>
                    <a:cubicBezTo>
                      <a:pt x="6280" y="5019"/>
                      <a:pt x="6614" y="4212"/>
                      <a:pt x="6614" y="3371"/>
                    </a:cubicBezTo>
                    <a:cubicBezTo>
                      <a:pt x="6614" y="2529"/>
                      <a:pt x="6280" y="1722"/>
                      <a:pt x="5685" y="1127"/>
                    </a:cubicBezTo>
                    <a:cubicBezTo>
                      <a:pt x="5091" y="532"/>
                      <a:pt x="4284" y="198"/>
                      <a:pt x="3443" y="198"/>
                    </a:cubicBezTo>
                    <a:cubicBezTo>
                      <a:pt x="2602" y="198"/>
                      <a:pt x="1795" y="532"/>
                      <a:pt x="1200" y="1127"/>
                    </a:cubicBezTo>
                    <a:cubicBezTo>
                      <a:pt x="605" y="1722"/>
                      <a:pt x="271" y="2529"/>
                      <a:pt x="271" y="3371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5" y="6209"/>
                      <a:pt x="2602" y="6543"/>
                      <a:pt x="344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09" name="Freeform: Shape 3508">
                <a:extLst>
                  <a:ext uri="{FF2B5EF4-FFF2-40B4-BE49-F238E27FC236}">
                    <a16:creationId xmlns:a16="http://schemas.microsoft.com/office/drawing/2014/main" id="{FC67A421-8D27-5B3B-497D-2AF1E60B8BC4}"/>
                  </a:ext>
                </a:extLst>
              </p:cNvPr>
              <p:cNvSpPr/>
              <p:nvPr/>
            </p:nvSpPr>
            <p:spPr>
              <a:xfrm>
                <a:off x="4291279" y="5993425"/>
                <a:ext cx="6343" cy="6345"/>
              </a:xfrm>
              <a:custGeom>
                <a:avLst/>
                <a:gdLst>
                  <a:gd name="connsiteX0" fmla="*/ 3443 w 6343"/>
                  <a:gd name="connsiteY0" fmla="*/ 6544 h 6345"/>
                  <a:gd name="connsiteX1" fmla="*/ 5685 w 6343"/>
                  <a:gd name="connsiteY1" fmla="*/ 5614 h 6345"/>
                  <a:gd name="connsiteX2" fmla="*/ 6614 w 6343"/>
                  <a:gd name="connsiteY2" fmla="*/ 3371 h 6345"/>
                  <a:gd name="connsiteX3" fmla="*/ 5685 w 6343"/>
                  <a:gd name="connsiteY3" fmla="*/ 1127 h 6345"/>
                  <a:gd name="connsiteX4" fmla="*/ 3443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1 h 6345"/>
                  <a:gd name="connsiteX7" fmla="*/ 1200 w 6343"/>
                  <a:gd name="connsiteY7" fmla="*/ 5614 h 6345"/>
                  <a:gd name="connsiteX8" fmla="*/ 3443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44"/>
                    </a:moveTo>
                    <a:cubicBezTo>
                      <a:pt x="4284" y="6544"/>
                      <a:pt x="5091" y="6209"/>
                      <a:pt x="5685" y="5614"/>
                    </a:cubicBezTo>
                    <a:cubicBezTo>
                      <a:pt x="6280" y="5019"/>
                      <a:pt x="6614" y="4212"/>
                      <a:pt x="6614" y="3371"/>
                    </a:cubicBezTo>
                    <a:cubicBezTo>
                      <a:pt x="6614" y="2529"/>
                      <a:pt x="6280" y="1722"/>
                      <a:pt x="5685" y="1127"/>
                    </a:cubicBezTo>
                    <a:cubicBezTo>
                      <a:pt x="5091" y="532"/>
                      <a:pt x="4284" y="198"/>
                      <a:pt x="3443" y="198"/>
                    </a:cubicBezTo>
                    <a:cubicBezTo>
                      <a:pt x="2602" y="198"/>
                      <a:pt x="1795" y="532"/>
                      <a:pt x="1200" y="1127"/>
                    </a:cubicBezTo>
                    <a:cubicBezTo>
                      <a:pt x="605" y="1722"/>
                      <a:pt x="271" y="2529"/>
                      <a:pt x="271" y="3371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5" y="6209"/>
                      <a:pt x="2602" y="6544"/>
                      <a:pt x="3443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10" name="Freeform: Shape 3509">
                <a:extLst>
                  <a:ext uri="{FF2B5EF4-FFF2-40B4-BE49-F238E27FC236}">
                    <a16:creationId xmlns:a16="http://schemas.microsoft.com/office/drawing/2014/main" id="{E28F7B1E-BBA7-4176-67A6-1FD8E9200C56}"/>
                  </a:ext>
                </a:extLst>
              </p:cNvPr>
              <p:cNvSpPr/>
              <p:nvPr/>
            </p:nvSpPr>
            <p:spPr>
              <a:xfrm>
                <a:off x="4418163" y="6076306"/>
                <a:ext cx="6343" cy="6345"/>
              </a:xfrm>
              <a:custGeom>
                <a:avLst/>
                <a:gdLst>
                  <a:gd name="connsiteX0" fmla="*/ 3453 w 6343"/>
                  <a:gd name="connsiteY0" fmla="*/ 6550 h 6345"/>
                  <a:gd name="connsiteX1" fmla="*/ 5695 w 6343"/>
                  <a:gd name="connsiteY1" fmla="*/ 5621 h 6345"/>
                  <a:gd name="connsiteX2" fmla="*/ 6624 w 6343"/>
                  <a:gd name="connsiteY2" fmla="*/ 3377 h 6345"/>
                  <a:gd name="connsiteX3" fmla="*/ 5695 w 6343"/>
                  <a:gd name="connsiteY3" fmla="*/ 1134 h 6345"/>
                  <a:gd name="connsiteX4" fmla="*/ 3453 w 6343"/>
                  <a:gd name="connsiteY4" fmla="*/ 205 h 6345"/>
                  <a:gd name="connsiteX5" fmla="*/ 1210 w 6343"/>
                  <a:gd name="connsiteY5" fmla="*/ 1134 h 6345"/>
                  <a:gd name="connsiteX6" fmla="*/ 281 w 6343"/>
                  <a:gd name="connsiteY6" fmla="*/ 3377 h 6345"/>
                  <a:gd name="connsiteX7" fmla="*/ 1210 w 6343"/>
                  <a:gd name="connsiteY7" fmla="*/ 5621 h 6345"/>
                  <a:gd name="connsiteX8" fmla="*/ 3453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50"/>
                    </a:moveTo>
                    <a:cubicBezTo>
                      <a:pt x="4294" y="6550"/>
                      <a:pt x="5101" y="6216"/>
                      <a:pt x="5695" y="5621"/>
                    </a:cubicBezTo>
                    <a:cubicBezTo>
                      <a:pt x="6290" y="5026"/>
                      <a:pt x="6624" y="4219"/>
                      <a:pt x="6624" y="3377"/>
                    </a:cubicBezTo>
                    <a:cubicBezTo>
                      <a:pt x="6624" y="2536"/>
                      <a:pt x="6290" y="1729"/>
                      <a:pt x="5695" y="1134"/>
                    </a:cubicBezTo>
                    <a:cubicBezTo>
                      <a:pt x="5101" y="539"/>
                      <a:pt x="4294" y="205"/>
                      <a:pt x="3453" y="205"/>
                    </a:cubicBezTo>
                    <a:cubicBezTo>
                      <a:pt x="2612" y="205"/>
                      <a:pt x="1805" y="539"/>
                      <a:pt x="1210" y="1134"/>
                    </a:cubicBezTo>
                    <a:cubicBezTo>
                      <a:pt x="615" y="1729"/>
                      <a:pt x="281" y="2536"/>
                      <a:pt x="281" y="3377"/>
                    </a:cubicBezTo>
                    <a:cubicBezTo>
                      <a:pt x="281" y="4219"/>
                      <a:pt x="615" y="5026"/>
                      <a:pt x="1210" y="5621"/>
                    </a:cubicBezTo>
                    <a:cubicBezTo>
                      <a:pt x="1805" y="6216"/>
                      <a:pt x="2612" y="6550"/>
                      <a:pt x="3453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11" name="Freeform: Shape 3510">
                <a:extLst>
                  <a:ext uri="{FF2B5EF4-FFF2-40B4-BE49-F238E27FC236}">
                    <a16:creationId xmlns:a16="http://schemas.microsoft.com/office/drawing/2014/main" id="{448433F2-B33F-C557-6C68-D8DA13182CED}"/>
                  </a:ext>
                </a:extLst>
              </p:cNvPr>
              <p:cNvSpPr/>
              <p:nvPr/>
            </p:nvSpPr>
            <p:spPr>
              <a:xfrm>
                <a:off x="4417226" y="6080382"/>
                <a:ext cx="6343" cy="6345"/>
              </a:xfrm>
              <a:custGeom>
                <a:avLst/>
                <a:gdLst>
                  <a:gd name="connsiteX0" fmla="*/ 3453 w 6343"/>
                  <a:gd name="connsiteY0" fmla="*/ 6550 h 6345"/>
                  <a:gd name="connsiteX1" fmla="*/ 5695 w 6343"/>
                  <a:gd name="connsiteY1" fmla="*/ 5621 h 6345"/>
                  <a:gd name="connsiteX2" fmla="*/ 6624 w 6343"/>
                  <a:gd name="connsiteY2" fmla="*/ 3378 h 6345"/>
                  <a:gd name="connsiteX3" fmla="*/ 5695 w 6343"/>
                  <a:gd name="connsiteY3" fmla="*/ 1134 h 6345"/>
                  <a:gd name="connsiteX4" fmla="*/ 3453 w 6343"/>
                  <a:gd name="connsiteY4" fmla="*/ 205 h 6345"/>
                  <a:gd name="connsiteX5" fmla="*/ 1210 w 6343"/>
                  <a:gd name="connsiteY5" fmla="*/ 1134 h 6345"/>
                  <a:gd name="connsiteX6" fmla="*/ 281 w 6343"/>
                  <a:gd name="connsiteY6" fmla="*/ 3378 h 6345"/>
                  <a:gd name="connsiteX7" fmla="*/ 1210 w 6343"/>
                  <a:gd name="connsiteY7" fmla="*/ 5621 h 6345"/>
                  <a:gd name="connsiteX8" fmla="*/ 3453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50"/>
                    </a:moveTo>
                    <a:cubicBezTo>
                      <a:pt x="4294" y="6550"/>
                      <a:pt x="5100" y="6216"/>
                      <a:pt x="5695" y="5621"/>
                    </a:cubicBezTo>
                    <a:cubicBezTo>
                      <a:pt x="6290" y="5026"/>
                      <a:pt x="6624" y="4219"/>
                      <a:pt x="6624" y="3378"/>
                    </a:cubicBezTo>
                    <a:cubicBezTo>
                      <a:pt x="6624" y="2536"/>
                      <a:pt x="6290" y="1729"/>
                      <a:pt x="5695" y="1134"/>
                    </a:cubicBezTo>
                    <a:cubicBezTo>
                      <a:pt x="5100" y="539"/>
                      <a:pt x="4294" y="205"/>
                      <a:pt x="3453" y="205"/>
                    </a:cubicBezTo>
                    <a:cubicBezTo>
                      <a:pt x="2611" y="205"/>
                      <a:pt x="1805" y="539"/>
                      <a:pt x="1210" y="1134"/>
                    </a:cubicBezTo>
                    <a:cubicBezTo>
                      <a:pt x="615" y="1729"/>
                      <a:pt x="281" y="2536"/>
                      <a:pt x="281" y="3378"/>
                    </a:cubicBezTo>
                    <a:cubicBezTo>
                      <a:pt x="281" y="4219"/>
                      <a:pt x="615" y="5026"/>
                      <a:pt x="1210" y="5621"/>
                    </a:cubicBezTo>
                    <a:cubicBezTo>
                      <a:pt x="1805" y="6216"/>
                      <a:pt x="2611" y="6550"/>
                      <a:pt x="3453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12" name="Freeform: Shape 3511">
                <a:extLst>
                  <a:ext uri="{FF2B5EF4-FFF2-40B4-BE49-F238E27FC236}">
                    <a16:creationId xmlns:a16="http://schemas.microsoft.com/office/drawing/2014/main" id="{1A391B34-F1BD-FD50-07F3-7274513BCFBE}"/>
                  </a:ext>
                </a:extLst>
              </p:cNvPr>
              <p:cNvSpPr/>
              <p:nvPr/>
            </p:nvSpPr>
            <p:spPr>
              <a:xfrm>
                <a:off x="4416579" y="6084665"/>
                <a:ext cx="6343" cy="6345"/>
              </a:xfrm>
              <a:custGeom>
                <a:avLst/>
                <a:gdLst>
                  <a:gd name="connsiteX0" fmla="*/ 3453 w 6343"/>
                  <a:gd name="connsiteY0" fmla="*/ 6551 h 6345"/>
                  <a:gd name="connsiteX1" fmla="*/ 5695 w 6343"/>
                  <a:gd name="connsiteY1" fmla="*/ 5621 h 6345"/>
                  <a:gd name="connsiteX2" fmla="*/ 6624 w 6343"/>
                  <a:gd name="connsiteY2" fmla="*/ 3378 h 6345"/>
                  <a:gd name="connsiteX3" fmla="*/ 5695 w 6343"/>
                  <a:gd name="connsiteY3" fmla="*/ 1135 h 6345"/>
                  <a:gd name="connsiteX4" fmla="*/ 3453 w 6343"/>
                  <a:gd name="connsiteY4" fmla="*/ 205 h 6345"/>
                  <a:gd name="connsiteX5" fmla="*/ 1210 w 6343"/>
                  <a:gd name="connsiteY5" fmla="*/ 1135 h 6345"/>
                  <a:gd name="connsiteX6" fmla="*/ 281 w 6343"/>
                  <a:gd name="connsiteY6" fmla="*/ 3378 h 6345"/>
                  <a:gd name="connsiteX7" fmla="*/ 1210 w 6343"/>
                  <a:gd name="connsiteY7" fmla="*/ 5621 h 6345"/>
                  <a:gd name="connsiteX8" fmla="*/ 345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51"/>
                    </a:moveTo>
                    <a:cubicBezTo>
                      <a:pt x="4294" y="6551"/>
                      <a:pt x="5100" y="6216"/>
                      <a:pt x="5695" y="5621"/>
                    </a:cubicBezTo>
                    <a:cubicBezTo>
                      <a:pt x="6290" y="5026"/>
                      <a:pt x="6624" y="4219"/>
                      <a:pt x="6624" y="3378"/>
                    </a:cubicBezTo>
                    <a:cubicBezTo>
                      <a:pt x="6624" y="2537"/>
                      <a:pt x="6290" y="1730"/>
                      <a:pt x="5695" y="1135"/>
                    </a:cubicBezTo>
                    <a:cubicBezTo>
                      <a:pt x="5100" y="540"/>
                      <a:pt x="4294" y="205"/>
                      <a:pt x="3453" y="205"/>
                    </a:cubicBezTo>
                    <a:cubicBezTo>
                      <a:pt x="2611" y="205"/>
                      <a:pt x="1805" y="540"/>
                      <a:pt x="1210" y="1135"/>
                    </a:cubicBezTo>
                    <a:cubicBezTo>
                      <a:pt x="615" y="1730"/>
                      <a:pt x="281" y="2537"/>
                      <a:pt x="281" y="3378"/>
                    </a:cubicBezTo>
                    <a:cubicBezTo>
                      <a:pt x="281" y="4219"/>
                      <a:pt x="615" y="5026"/>
                      <a:pt x="1210" y="5621"/>
                    </a:cubicBezTo>
                    <a:cubicBezTo>
                      <a:pt x="1805" y="6216"/>
                      <a:pt x="2611" y="6551"/>
                      <a:pt x="345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13" name="Freeform: Shape 3512">
                <a:extLst>
                  <a:ext uri="{FF2B5EF4-FFF2-40B4-BE49-F238E27FC236}">
                    <a16:creationId xmlns:a16="http://schemas.microsoft.com/office/drawing/2014/main" id="{9453DF66-3F2A-FD4C-4EFD-AEA6EC52BBB2}"/>
                  </a:ext>
                </a:extLst>
              </p:cNvPr>
              <p:cNvSpPr/>
              <p:nvPr/>
            </p:nvSpPr>
            <p:spPr>
              <a:xfrm>
                <a:off x="4416815" y="6089549"/>
                <a:ext cx="6343" cy="6345"/>
              </a:xfrm>
              <a:custGeom>
                <a:avLst/>
                <a:gdLst>
                  <a:gd name="connsiteX0" fmla="*/ 3453 w 6343"/>
                  <a:gd name="connsiteY0" fmla="*/ 6551 h 6345"/>
                  <a:gd name="connsiteX1" fmla="*/ 5695 w 6343"/>
                  <a:gd name="connsiteY1" fmla="*/ 5622 h 6345"/>
                  <a:gd name="connsiteX2" fmla="*/ 6624 w 6343"/>
                  <a:gd name="connsiteY2" fmla="*/ 3378 h 6345"/>
                  <a:gd name="connsiteX3" fmla="*/ 5695 w 6343"/>
                  <a:gd name="connsiteY3" fmla="*/ 1135 h 6345"/>
                  <a:gd name="connsiteX4" fmla="*/ 3453 w 6343"/>
                  <a:gd name="connsiteY4" fmla="*/ 206 h 6345"/>
                  <a:gd name="connsiteX5" fmla="*/ 1210 w 6343"/>
                  <a:gd name="connsiteY5" fmla="*/ 1135 h 6345"/>
                  <a:gd name="connsiteX6" fmla="*/ 281 w 6343"/>
                  <a:gd name="connsiteY6" fmla="*/ 3378 h 6345"/>
                  <a:gd name="connsiteX7" fmla="*/ 1210 w 6343"/>
                  <a:gd name="connsiteY7" fmla="*/ 5622 h 6345"/>
                  <a:gd name="connsiteX8" fmla="*/ 345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51"/>
                    </a:moveTo>
                    <a:cubicBezTo>
                      <a:pt x="4294" y="6551"/>
                      <a:pt x="5100" y="6217"/>
                      <a:pt x="5695" y="5622"/>
                    </a:cubicBezTo>
                    <a:cubicBezTo>
                      <a:pt x="6290" y="5027"/>
                      <a:pt x="6624" y="4220"/>
                      <a:pt x="6624" y="3378"/>
                    </a:cubicBezTo>
                    <a:cubicBezTo>
                      <a:pt x="6624" y="2537"/>
                      <a:pt x="6290" y="1730"/>
                      <a:pt x="5695" y="1135"/>
                    </a:cubicBezTo>
                    <a:cubicBezTo>
                      <a:pt x="5100" y="540"/>
                      <a:pt x="4294" y="206"/>
                      <a:pt x="3453" y="206"/>
                    </a:cubicBezTo>
                    <a:cubicBezTo>
                      <a:pt x="2611" y="206"/>
                      <a:pt x="1805" y="540"/>
                      <a:pt x="1210" y="1135"/>
                    </a:cubicBezTo>
                    <a:cubicBezTo>
                      <a:pt x="615" y="1730"/>
                      <a:pt x="281" y="2537"/>
                      <a:pt x="281" y="3378"/>
                    </a:cubicBezTo>
                    <a:cubicBezTo>
                      <a:pt x="281" y="4220"/>
                      <a:pt x="615" y="5027"/>
                      <a:pt x="1210" y="5622"/>
                    </a:cubicBezTo>
                    <a:cubicBezTo>
                      <a:pt x="1805" y="6217"/>
                      <a:pt x="2611" y="6551"/>
                      <a:pt x="345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14" name="Freeform: Shape 3513">
                <a:extLst>
                  <a:ext uri="{FF2B5EF4-FFF2-40B4-BE49-F238E27FC236}">
                    <a16:creationId xmlns:a16="http://schemas.microsoft.com/office/drawing/2014/main" id="{A8E01007-A7A5-F9D7-CE57-00231480A706}"/>
                  </a:ext>
                </a:extLst>
              </p:cNvPr>
              <p:cNvSpPr/>
              <p:nvPr/>
            </p:nvSpPr>
            <p:spPr>
              <a:xfrm>
                <a:off x="4416893" y="6094371"/>
                <a:ext cx="6343" cy="6345"/>
              </a:xfrm>
              <a:custGeom>
                <a:avLst/>
                <a:gdLst>
                  <a:gd name="connsiteX0" fmla="*/ 3453 w 6343"/>
                  <a:gd name="connsiteY0" fmla="*/ 6551 h 6345"/>
                  <a:gd name="connsiteX1" fmla="*/ 5695 w 6343"/>
                  <a:gd name="connsiteY1" fmla="*/ 5622 h 6345"/>
                  <a:gd name="connsiteX2" fmla="*/ 6624 w 6343"/>
                  <a:gd name="connsiteY2" fmla="*/ 3379 h 6345"/>
                  <a:gd name="connsiteX3" fmla="*/ 5695 w 6343"/>
                  <a:gd name="connsiteY3" fmla="*/ 1135 h 6345"/>
                  <a:gd name="connsiteX4" fmla="*/ 3453 w 6343"/>
                  <a:gd name="connsiteY4" fmla="*/ 206 h 6345"/>
                  <a:gd name="connsiteX5" fmla="*/ 1210 w 6343"/>
                  <a:gd name="connsiteY5" fmla="*/ 1135 h 6345"/>
                  <a:gd name="connsiteX6" fmla="*/ 281 w 6343"/>
                  <a:gd name="connsiteY6" fmla="*/ 3379 h 6345"/>
                  <a:gd name="connsiteX7" fmla="*/ 1210 w 6343"/>
                  <a:gd name="connsiteY7" fmla="*/ 5622 h 6345"/>
                  <a:gd name="connsiteX8" fmla="*/ 345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51"/>
                    </a:moveTo>
                    <a:cubicBezTo>
                      <a:pt x="4294" y="6551"/>
                      <a:pt x="5100" y="6217"/>
                      <a:pt x="5695" y="5622"/>
                    </a:cubicBezTo>
                    <a:cubicBezTo>
                      <a:pt x="6290" y="5027"/>
                      <a:pt x="6624" y="4220"/>
                      <a:pt x="6624" y="3379"/>
                    </a:cubicBezTo>
                    <a:cubicBezTo>
                      <a:pt x="6624" y="2537"/>
                      <a:pt x="6290" y="1730"/>
                      <a:pt x="5695" y="1135"/>
                    </a:cubicBezTo>
                    <a:cubicBezTo>
                      <a:pt x="5100" y="540"/>
                      <a:pt x="4294" y="206"/>
                      <a:pt x="3453" y="206"/>
                    </a:cubicBezTo>
                    <a:cubicBezTo>
                      <a:pt x="2611" y="206"/>
                      <a:pt x="1805" y="540"/>
                      <a:pt x="1210" y="1135"/>
                    </a:cubicBezTo>
                    <a:cubicBezTo>
                      <a:pt x="615" y="1730"/>
                      <a:pt x="281" y="2537"/>
                      <a:pt x="281" y="3379"/>
                    </a:cubicBezTo>
                    <a:cubicBezTo>
                      <a:pt x="281" y="4220"/>
                      <a:pt x="615" y="5027"/>
                      <a:pt x="1210" y="5622"/>
                    </a:cubicBezTo>
                    <a:cubicBezTo>
                      <a:pt x="1805" y="6217"/>
                      <a:pt x="2611" y="6551"/>
                      <a:pt x="345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15" name="Freeform: Shape 3514">
                <a:extLst>
                  <a:ext uri="{FF2B5EF4-FFF2-40B4-BE49-F238E27FC236}">
                    <a16:creationId xmlns:a16="http://schemas.microsoft.com/office/drawing/2014/main" id="{C970EA38-B08A-4D9C-52D4-28854FD5C71F}"/>
                  </a:ext>
                </a:extLst>
              </p:cNvPr>
              <p:cNvSpPr/>
              <p:nvPr/>
            </p:nvSpPr>
            <p:spPr>
              <a:xfrm>
                <a:off x="4416537" y="6098943"/>
                <a:ext cx="6343" cy="6345"/>
              </a:xfrm>
              <a:custGeom>
                <a:avLst/>
                <a:gdLst>
                  <a:gd name="connsiteX0" fmla="*/ 3453 w 6343"/>
                  <a:gd name="connsiteY0" fmla="*/ 6552 h 6345"/>
                  <a:gd name="connsiteX1" fmla="*/ 5695 w 6343"/>
                  <a:gd name="connsiteY1" fmla="*/ 5623 h 6345"/>
                  <a:gd name="connsiteX2" fmla="*/ 6624 w 6343"/>
                  <a:gd name="connsiteY2" fmla="*/ 3379 h 6345"/>
                  <a:gd name="connsiteX3" fmla="*/ 5695 w 6343"/>
                  <a:gd name="connsiteY3" fmla="*/ 1136 h 6345"/>
                  <a:gd name="connsiteX4" fmla="*/ 3453 w 6343"/>
                  <a:gd name="connsiteY4" fmla="*/ 206 h 6345"/>
                  <a:gd name="connsiteX5" fmla="*/ 1210 w 6343"/>
                  <a:gd name="connsiteY5" fmla="*/ 1136 h 6345"/>
                  <a:gd name="connsiteX6" fmla="*/ 281 w 6343"/>
                  <a:gd name="connsiteY6" fmla="*/ 3379 h 6345"/>
                  <a:gd name="connsiteX7" fmla="*/ 1210 w 6343"/>
                  <a:gd name="connsiteY7" fmla="*/ 5623 h 6345"/>
                  <a:gd name="connsiteX8" fmla="*/ 3453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52"/>
                    </a:moveTo>
                    <a:cubicBezTo>
                      <a:pt x="4294" y="6552"/>
                      <a:pt x="5100" y="6218"/>
                      <a:pt x="5695" y="5623"/>
                    </a:cubicBezTo>
                    <a:cubicBezTo>
                      <a:pt x="6290" y="5028"/>
                      <a:pt x="6624" y="4221"/>
                      <a:pt x="6624" y="3379"/>
                    </a:cubicBezTo>
                    <a:cubicBezTo>
                      <a:pt x="6624" y="2538"/>
                      <a:pt x="6290" y="1731"/>
                      <a:pt x="5695" y="1136"/>
                    </a:cubicBezTo>
                    <a:cubicBezTo>
                      <a:pt x="5100" y="541"/>
                      <a:pt x="4294" y="206"/>
                      <a:pt x="3453" y="206"/>
                    </a:cubicBezTo>
                    <a:cubicBezTo>
                      <a:pt x="2611" y="206"/>
                      <a:pt x="1805" y="541"/>
                      <a:pt x="1210" y="1136"/>
                    </a:cubicBezTo>
                    <a:cubicBezTo>
                      <a:pt x="615" y="1731"/>
                      <a:pt x="281" y="2538"/>
                      <a:pt x="281" y="3379"/>
                    </a:cubicBezTo>
                    <a:cubicBezTo>
                      <a:pt x="281" y="4221"/>
                      <a:pt x="615" y="5028"/>
                      <a:pt x="1210" y="5623"/>
                    </a:cubicBezTo>
                    <a:cubicBezTo>
                      <a:pt x="1805" y="6218"/>
                      <a:pt x="2611" y="6552"/>
                      <a:pt x="3453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16" name="Freeform: Shape 3515">
                <a:extLst>
                  <a:ext uri="{FF2B5EF4-FFF2-40B4-BE49-F238E27FC236}">
                    <a16:creationId xmlns:a16="http://schemas.microsoft.com/office/drawing/2014/main" id="{2FB8921F-8BBC-D573-71FC-3F2B4E34F2C8}"/>
                  </a:ext>
                </a:extLst>
              </p:cNvPr>
              <p:cNvSpPr/>
              <p:nvPr/>
            </p:nvSpPr>
            <p:spPr>
              <a:xfrm>
                <a:off x="4415674" y="6103204"/>
                <a:ext cx="6343" cy="6345"/>
              </a:xfrm>
              <a:custGeom>
                <a:avLst/>
                <a:gdLst>
                  <a:gd name="connsiteX0" fmla="*/ 3452 w 6343"/>
                  <a:gd name="connsiteY0" fmla="*/ 6552 h 6345"/>
                  <a:gd name="connsiteX1" fmla="*/ 5695 w 6343"/>
                  <a:gd name="connsiteY1" fmla="*/ 5623 h 6345"/>
                  <a:gd name="connsiteX2" fmla="*/ 6624 w 6343"/>
                  <a:gd name="connsiteY2" fmla="*/ 3379 h 6345"/>
                  <a:gd name="connsiteX3" fmla="*/ 5695 w 6343"/>
                  <a:gd name="connsiteY3" fmla="*/ 1136 h 6345"/>
                  <a:gd name="connsiteX4" fmla="*/ 3452 w 6343"/>
                  <a:gd name="connsiteY4" fmla="*/ 207 h 6345"/>
                  <a:gd name="connsiteX5" fmla="*/ 1210 w 6343"/>
                  <a:gd name="connsiteY5" fmla="*/ 1136 h 6345"/>
                  <a:gd name="connsiteX6" fmla="*/ 281 w 6343"/>
                  <a:gd name="connsiteY6" fmla="*/ 3379 h 6345"/>
                  <a:gd name="connsiteX7" fmla="*/ 1210 w 6343"/>
                  <a:gd name="connsiteY7" fmla="*/ 5623 h 6345"/>
                  <a:gd name="connsiteX8" fmla="*/ 3452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2"/>
                    </a:moveTo>
                    <a:cubicBezTo>
                      <a:pt x="4294" y="6552"/>
                      <a:pt x="5100" y="6218"/>
                      <a:pt x="5695" y="5623"/>
                    </a:cubicBezTo>
                    <a:cubicBezTo>
                      <a:pt x="6290" y="5028"/>
                      <a:pt x="6624" y="4221"/>
                      <a:pt x="6624" y="3379"/>
                    </a:cubicBezTo>
                    <a:cubicBezTo>
                      <a:pt x="6624" y="2538"/>
                      <a:pt x="6290" y="1731"/>
                      <a:pt x="5695" y="1136"/>
                    </a:cubicBezTo>
                    <a:cubicBezTo>
                      <a:pt x="5100" y="541"/>
                      <a:pt x="4294" y="207"/>
                      <a:pt x="3452" y="207"/>
                    </a:cubicBezTo>
                    <a:cubicBezTo>
                      <a:pt x="2611" y="207"/>
                      <a:pt x="1805" y="541"/>
                      <a:pt x="1210" y="1136"/>
                    </a:cubicBezTo>
                    <a:cubicBezTo>
                      <a:pt x="615" y="1731"/>
                      <a:pt x="281" y="2538"/>
                      <a:pt x="281" y="3379"/>
                    </a:cubicBezTo>
                    <a:cubicBezTo>
                      <a:pt x="281" y="4221"/>
                      <a:pt x="615" y="5028"/>
                      <a:pt x="1210" y="5623"/>
                    </a:cubicBezTo>
                    <a:cubicBezTo>
                      <a:pt x="1805" y="6218"/>
                      <a:pt x="2611" y="6552"/>
                      <a:pt x="3452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17" name="Freeform: Shape 3516">
                <a:extLst>
                  <a:ext uri="{FF2B5EF4-FFF2-40B4-BE49-F238E27FC236}">
                    <a16:creationId xmlns:a16="http://schemas.microsoft.com/office/drawing/2014/main" id="{04306774-0B97-84AF-EF00-03384038E3C6}"/>
                  </a:ext>
                </a:extLst>
              </p:cNvPr>
              <p:cNvSpPr/>
              <p:nvPr/>
            </p:nvSpPr>
            <p:spPr>
              <a:xfrm>
                <a:off x="4415601" y="6108032"/>
                <a:ext cx="6343" cy="6345"/>
              </a:xfrm>
              <a:custGeom>
                <a:avLst/>
                <a:gdLst>
                  <a:gd name="connsiteX0" fmla="*/ 3452 w 6343"/>
                  <a:gd name="connsiteY0" fmla="*/ 6553 h 6345"/>
                  <a:gd name="connsiteX1" fmla="*/ 5695 w 6343"/>
                  <a:gd name="connsiteY1" fmla="*/ 5623 h 6345"/>
                  <a:gd name="connsiteX2" fmla="*/ 6624 w 6343"/>
                  <a:gd name="connsiteY2" fmla="*/ 3380 h 6345"/>
                  <a:gd name="connsiteX3" fmla="*/ 5695 w 6343"/>
                  <a:gd name="connsiteY3" fmla="*/ 1136 h 6345"/>
                  <a:gd name="connsiteX4" fmla="*/ 3452 w 6343"/>
                  <a:gd name="connsiteY4" fmla="*/ 207 h 6345"/>
                  <a:gd name="connsiteX5" fmla="*/ 1210 w 6343"/>
                  <a:gd name="connsiteY5" fmla="*/ 1136 h 6345"/>
                  <a:gd name="connsiteX6" fmla="*/ 281 w 6343"/>
                  <a:gd name="connsiteY6" fmla="*/ 3380 h 6345"/>
                  <a:gd name="connsiteX7" fmla="*/ 1210 w 6343"/>
                  <a:gd name="connsiteY7" fmla="*/ 5623 h 6345"/>
                  <a:gd name="connsiteX8" fmla="*/ 3452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3"/>
                    </a:moveTo>
                    <a:cubicBezTo>
                      <a:pt x="4294" y="6553"/>
                      <a:pt x="5100" y="6218"/>
                      <a:pt x="5695" y="5623"/>
                    </a:cubicBezTo>
                    <a:cubicBezTo>
                      <a:pt x="6290" y="5028"/>
                      <a:pt x="6624" y="4221"/>
                      <a:pt x="6624" y="3380"/>
                    </a:cubicBezTo>
                    <a:cubicBezTo>
                      <a:pt x="6624" y="2538"/>
                      <a:pt x="6290" y="1731"/>
                      <a:pt x="5695" y="1136"/>
                    </a:cubicBezTo>
                    <a:cubicBezTo>
                      <a:pt x="5100" y="541"/>
                      <a:pt x="4294" y="207"/>
                      <a:pt x="3452" y="207"/>
                    </a:cubicBezTo>
                    <a:cubicBezTo>
                      <a:pt x="2611" y="207"/>
                      <a:pt x="1805" y="541"/>
                      <a:pt x="1210" y="1136"/>
                    </a:cubicBezTo>
                    <a:cubicBezTo>
                      <a:pt x="615" y="1731"/>
                      <a:pt x="281" y="2538"/>
                      <a:pt x="281" y="3380"/>
                    </a:cubicBezTo>
                    <a:cubicBezTo>
                      <a:pt x="281" y="4221"/>
                      <a:pt x="615" y="5028"/>
                      <a:pt x="1210" y="5623"/>
                    </a:cubicBezTo>
                    <a:cubicBezTo>
                      <a:pt x="1805" y="6218"/>
                      <a:pt x="2611" y="6553"/>
                      <a:pt x="3452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18" name="Freeform: Shape 3517">
                <a:extLst>
                  <a:ext uri="{FF2B5EF4-FFF2-40B4-BE49-F238E27FC236}">
                    <a16:creationId xmlns:a16="http://schemas.microsoft.com/office/drawing/2014/main" id="{FDBA4052-A3D1-DB4D-A58A-F1087B159152}"/>
                  </a:ext>
                </a:extLst>
              </p:cNvPr>
              <p:cNvSpPr/>
              <p:nvPr/>
            </p:nvSpPr>
            <p:spPr>
              <a:xfrm>
                <a:off x="4415411" y="6112820"/>
                <a:ext cx="6343" cy="6345"/>
              </a:xfrm>
              <a:custGeom>
                <a:avLst/>
                <a:gdLst>
                  <a:gd name="connsiteX0" fmla="*/ 3452 w 6343"/>
                  <a:gd name="connsiteY0" fmla="*/ 6553 h 6345"/>
                  <a:gd name="connsiteX1" fmla="*/ 5695 w 6343"/>
                  <a:gd name="connsiteY1" fmla="*/ 5624 h 6345"/>
                  <a:gd name="connsiteX2" fmla="*/ 6624 w 6343"/>
                  <a:gd name="connsiteY2" fmla="*/ 3380 h 6345"/>
                  <a:gd name="connsiteX3" fmla="*/ 5695 w 6343"/>
                  <a:gd name="connsiteY3" fmla="*/ 1137 h 6345"/>
                  <a:gd name="connsiteX4" fmla="*/ 3452 w 6343"/>
                  <a:gd name="connsiteY4" fmla="*/ 208 h 6345"/>
                  <a:gd name="connsiteX5" fmla="*/ 1210 w 6343"/>
                  <a:gd name="connsiteY5" fmla="*/ 1137 h 6345"/>
                  <a:gd name="connsiteX6" fmla="*/ 281 w 6343"/>
                  <a:gd name="connsiteY6" fmla="*/ 3380 h 6345"/>
                  <a:gd name="connsiteX7" fmla="*/ 1210 w 6343"/>
                  <a:gd name="connsiteY7" fmla="*/ 5624 h 6345"/>
                  <a:gd name="connsiteX8" fmla="*/ 3452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3"/>
                    </a:moveTo>
                    <a:cubicBezTo>
                      <a:pt x="4294" y="6553"/>
                      <a:pt x="5100" y="6219"/>
                      <a:pt x="5695" y="5624"/>
                    </a:cubicBezTo>
                    <a:cubicBezTo>
                      <a:pt x="6290" y="5029"/>
                      <a:pt x="6624" y="4222"/>
                      <a:pt x="6624" y="3380"/>
                    </a:cubicBezTo>
                    <a:cubicBezTo>
                      <a:pt x="6624" y="2539"/>
                      <a:pt x="6290" y="1732"/>
                      <a:pt x="5695" y="1137"/>
                    </a:cubicBezTo>
                    <a:cubicBezTo>
                      <a:pt x="5100" y="542"/>
                      <a:pt x="4294" y="208"/>
                      <a:pt x="3452" y="208"/>
                    </a:cubicBezTo>
                    <a:cubicBezTo>
                      <a:pt x="2611" y="208"/>
                      <a:pt x="1805" y="542"/>
                      <a:pt x="1210" y="1137"/>
                    </a:cubicBezTo>
                    <a:cubicBezTo>
                      <a:pt x="615" y="1732"/>
                      <a:pt x="281" y="2539"/>
                      <a:pt x="281" y="3380"/>
                    </a:cubicBezTo>
                    <a:cubicBezTo>
                      <a:pt x="281" y="4222"/>
                      <a:pt x="615" y="5029"/>
                      <a:pt x="1210" y="5624"/>
                    </a:cubicBezTo>
                    <a:cubicBezTo>
                      <a:pt x="1805" y="6219"/>
                      <a:pt x="2611" y="6553"/>
                      <a:pt x="3452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19" name="Freeform: Shape 3518">
                <a:extLst>
                  <a:ext uri="{FF2B5EF4-FFF2-40B4-BE49-F238E27FC236}">
                    <a16:creationId xmlns:a16="http://schemas.microsoft.com/office/drawing/2014/main" id="{CE20F138-AB3C-B2C3-A38B-744CF4FC5741}"/>
                  </a:ext>
                </a:extLst>
              </p:cNvPr>
              <p:cNvSpPr/>
              <p:nvPr/>
            </p:nvSpPr>
            <p:spPr>
              <a:xfrm>
                <a:off x="4414562" y="6117181"/>
                <a:ext cx="6343" cy="6345"/>
              </a:xfrm>
              <a:custGeom>
                <a:avLst/>
                <a:gdLst>
                  <a:gd name="connsiteX0" fmla="*/ 3452 w 6343"/>
                  <a:gd name="connsiteY0" fmla="*/ 6553 h 6345"/>
                  <a:gd name="connsiteX1" fmla="*/ 5695 w 6343"/>
                  <a:gd name="connsiteY1" fmla="*/ 5624 h 6345"/>
                  <a:gd name="connsiteX2" fmla="*/ 6624 w 6343"/>
                  <a:gd name="connsiteY2" fmla="*/ 3381 h 6345"/>
                  <a:gd name="connsiteX3" fmla="*/ 5695 w 6343"/>
                  <a:gd name="connsiteY3" fmla="*/ 1137 h 6345"/>
                  <a:gd name="connsiteX4" fmla="*/ 3452 w 6343"/>
                  <a:gd name="connsiteY4" fmla="*/ 208 h 6345"/>
                  <a:gd name="connsiteX5" fmla="*/ 1210 w 6343"/>
                  <a:gd name="connsiteY5" fmla="*/ 1137 h 6345"/>
                  <a:gd name="connsiteX6" fmla="*/ 281 w 6343"/>
                  <a:gd name="connsiteY6" fmla="*/ 3381 h 6345"/>
                  <a:gd name="connsiteX7" fmla="*/ 1210 w 6343"/>
                  <a:gd name="connsiteY7" fmla="*/ 5624 h 6345"/>
                  <a:gd name="connsiteX8" fmla="*/ 3452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3"/>
                    </a:moveTo>
                    <a:cubicBezTo>
                      <a:pt x="4293" y="6553"/>
                      <a:pt x="5100" y="6219"/>
                      <a:pt x="5695" y="5624"/>
                    </a:cubicBezTo>
                    <a:cubicBezTo>
                      <a:pt x="6290" y="5029"/>
                      <a:pt x="6624" y="4222"/>
                      <a:pt x="6624" y="3381"/>
                    </a:cubicBezTo>
                    <a:cubicBezTo>
                      <a:pt x="6624" y="2539"/>
                      <a:pt x="6290" y="1732"/>
                      <a:pt x="5695" y="1137"/>
                    </a:cubicBezTo>
                    <a:cubicBezTo>
                      <a:pt x="5100" y="542"/>
                      <a:pt x="4293" y="208"/>
                      <a:pt x="3452" y="208"/>
                    </a:cubicBezTo>
                    <a:cubicBezTo>
                      <a:pt x="2611" y="208"/>
                      <a:pt x="1804" y="542"/>
                      <a:pt x="1210" y="1137"/>
                    </a:cubicBezTo>
                    <a:cubicBezTo>
                      <a:pt x="615" y="1732"/>
                      <a:pt x="281" y="2539"/>
                      <a:pt x="281" y="3381"/>
                    </a:cubicBezTo>
                    <a:cubicBezTo>
                      <a:pt x="281" y="4222"/>
                      <a:pt x="615" y="5029"/>
                      <a:pt x="1210" y="5624"/>
                    </a:cubicBezTo>
                    <a:cubicBezTo>
                      <a:pt x="1804" y="6219"/>
                      <a:pt x="2611" y="6553"/>
                      <a:pt x="3452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20" name="Freeform: Shape 3519">
                <a:extLst>
                  <a:ext uri="{FF2B5EF4-FFF2-40B4-BE49-F238E27FC236}">
                    <a16:creationId xmlns:a16="http://schemas.microsoft.com/office/drawing/2014/main" id="{0684BBC4-D71C-55D0-8D16-CDD14F1A9DA7}"/>
                  </a:ext>
                </a:extLst>
              </p:cNvPr>
              <p:cNvSpPr/>
              <p:nvPr/>
            </p:nvSpPr>
            <p:spPr>
              <a:xfrm>
                <a:off x="4226650" y="5987997"/>
                <a:ext cx="6343" cy="6345"/>
              </a:xfrm>
              <a:custGeom>
                <a:avLst/>
                <a:gdLst>
                  <a:gd name="connsiteX0" fmla="*/ 3438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8 w 6343"/>
                  <a:gd name="connsiteY4" fmla="*/ 198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43"/>
                    </a:moveTo>
                    <a:cubicBezTo>
                      <a:pt x="4279" y="6543"/>
                      <a:pt x="5085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5" y="532"/>
                      <a:pt x="4279" y="198"/>
                      <a:pt x="3438" y="198"/>
                    </a:cubicBezTo>
                    <a:cubicBezTo>
                      <a:pt x="2596" y="198"/>
                      <a:pt x="1790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90" y="6209"/>
                      <a:pt x="2596" y="6543"/>
                      <a:pt x="343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21" name="Freeform: Shape 3520">
                <a:extLst>
                  <a:ext uri="{FF2B5EF4-FFF2-40B4-BE49-F238E27FC236}">
                    <a16:creationId xmlns:a16="http://schemas.microsoft.com/office/drawing/2014/main" id="{52018A1C-C87D-587F-B594-C9EF065D1D57}"/>
                  </a:ext>
                </a:extLst>
              </p:cNvPr>
              <p:cNvSpPr/>
              <p:nvPr/>
            </p:nvSpPr>
            <p:spPr>
              <a:xfrm>
                <a:off x="4225057" y="5990135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1 h 6345"/>
                  <a:gd name="connsiteX3" fmla="*/ 5680 w 6343"/>
                  <a:gd name="connsiteY3" fmla="*/ 1127 h 6345"/>
                  <a:gd name="connsiteX4" fmla="*/ 3437 w 6343"/>
                  <a:gd name="connsiteY4" fmla="*/ 198 h 6345"/>
                  <a:gd name="connsiteX5" fmla="*/ 1195 w 6343"/>
                  <a:gd name="connsiteY5" fmla="*/ 1127 h 6345"/>
                  <a:gd name="connsiteX6" fmla="*/ 266 w 6343"/>
                  <a:gd name="connsiteY6" fmla="*/ 3371 h 6345"/>
                  <a:gd name="connsiteX7" fmla="*/ 1195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9" y="6543"/>
                      <a:pt x="5085" y="6209"/>
                      <a:pt x="5680" y="5614"/>
                    </a:cubicBezTo>
                    <a:cubicBezTo>
                      <a:pt x="6275" y="5019"/>
                      <a:pt x="6609" y="4212"/>
                      <a:pt x="6609" y="3371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5" y="532"/>
                      <a:pt x="4279" y="198"/>
                      <a:pt x="3437" y="198"/>
                    </a:cubicBezTo>
                    <a:cubicBezTo>
                      <a:pt x="2596" y="198"/>
                      <a:pt x="1790" y="532"/>
                      <a:pt x="1195" y="1127"/>
                    </a:cubicBezTo>
                    <a:cubicBezTo>
                      <a:pt x="600" y="1722"/>
                      <a:pt x="266" y="2529"/>
                      <a:pt x="266" y="3371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90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22" name="Freeform: Shape 3521">
                <a:extLst>
                  <a:ext uri="{FF2B5EF4-FFF2-40B4-BE49-F238E27FC236}">
                    <a16:creationId xmlns:a16="http://schemas.microsoft.com/office/drawing/2014/main" id="{D15DB54F-2295-AC0F-63C2-CC36DC3D6C94}"/>
                  </a:ext>
                </a:extLst>
              </p:cNvPr>
              <p:cNvSpPr/>
              <p:nvPr/>
            </p:nvSpPr>
            <p:spPr>
              <a:xfrm>
                <a:off x="4415492" y="6132981"/>
                <a:ext cx="6343" cy="6345"/>
              </a:xfrm>
              <a:custGeom>
                <a:avLst/>
                <a:gdLst>
                  <a:gd name="connsiteX0" fmla="*/ 3452 w 6343"/>
                  <a:gd name="connsiteY0" fmla="*/ 6555 h 6345"/>
                  <a:gd name="connsiteX1" fmla="*/ 5695 w 6343"/>
                  <a:gd name="connsiteY1" fmla="*/ 5625 h 6345"/>
                  <a:gd name="connsiteX2" fmla="*/ 6624 w 6343"/>
                  <a:gd name="connsiteY2" fmla="*/ 3382 h 6345"/>
                  <a:gd name="connsiteX3" fmla="*/ 5695 w 6343"/>
                  <a:gd name="connsiteY3" fmla="*/ 1138 h 6345"/>
                  <a:gd name="connsiteX4" fmla="*/ 3452 w 6343"/>
                  <a:gd name="connsiteY4" fmla="*/ 209 h 6345"/>
                  <a:gd name="connsiteX5" fmla="*/ 1210 w 6343"/>
                  <a:gd name="connsiteY5" fmla="*/ 1138 h 6345"/>
                  <a:gd name="connsiteX6" fmla="*/ 281 w 6343"/>
                  <a:gd name="connsiteY6" fmla="*/ 3382 h 6345"/>
                  <a:gd name="connsiteX7" fmla="*/ 1210 w 6343"/>
                  <a:gd name="connsiteY7" fmla="*/ 5625 h 6345"/>
                  <a:gd name="connsiteX8" fmla="*/ 3452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5"/>
                    </a:moveTo>
                    <a:cubicBezTo>
                      <a:pt x="4294" y="6555"/>
                      <a:pt x="5100" y="6220"/>
                      <a:pt x="5695" y="5625"/>
                    </a:cubicBezTo>
                    <a:cubicBezTo>
                      <a:pt x="6290" y="5030"/>
                      <a:pt x="6624" y="4223"/>
                      <a:pt x="6624" y="3382"/>
                    </a:cubicBezTo>
                    <a:cubicBezTo>
                      <a:pt x="6624" y="2540"/>
                      <a:pt x="6290" y="1733"/>
                      <a:pt x="5695" y="1138"/>
                    </a:cubicBezTo>
                    <a:cubicBezTo>
                      <a:pt x="5100" y="543"/>
                      <a:pt x="4294" y="209"/>
                      <a:pt x="3452" y="209"/>
                    </a:cubicBezTo>
                    <a:cubicBezTo>
                      <a:pt x="2611" y="209"/>
                      <a:pt x="1805" y="543"/>
                      <a:pt x="1210" y="1138"/>
                    </a:cubicBezTo>
                    <a:cubicBezTo>
                      <a:pt x="615" y="1733"/>
                      <a:pt x="281" y="2540"/>
                      <a:pt x="281" y="3382"/>
                    </a:cubicBezTo>
                    <a:cubicBezTo>
                      <a:pt x="281" y="4223"/>
                      <a:pt x="615" y="5030"/>
                      <a:pt x="1210" y="5625"/>
                    </a:cubicBezTo>
                    <a:cubicBezTo>
                      <a:pt x="1805" y="6220"/>
                      <a:pt x="2611" y="6555"/>
                      <a:pt x="3452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23" name="Freeform: Shape 3522">
                <a:extLst>
                  <a:ext uri="{FF2B5EF4-FFF2-40B4-BE49-F238E27FC236}">
                    <a16:creationId xmlns:a16="http://schemas.microsoft.com/office/drawing/2014/main" id="{A9B7CE97-B24E-6516-93A1-2A5656049E40}"/>
                  </a:ext>
                </a:extLst>
              </p:cNvPr>
              <p:cNvSpPr/>
              <p:nvPr/>
            </p:nvSpPr>
            <p:spPr>
              <a:xfrm>
                <a:off x="4414532" y="6137406"/>
                <a:ext cx="6343" cy="6345"/>
              </a:xfrm>
              <a:custGeom>
                <a:avLst/>
                <a:gdLst>
                  <a:gd name="connsiteX0" fmla="*/ 3452 w 6343"/>
                  <a:gd name="connsiteY0" fmla="*/ 6555 h 6345"/>
                  <a:gd name="connsiteX1" fmla="*/ 5695 w 6343"/>
                  <a:gd name="connsiteY1" fmla="*/ 5626 h 6345"/>
                  <a:gd name="connsiteX2" fmla="*/ 6624 w 6343"/>
                  <a:gd name="connsiteY2" fmla="*/ 3382 h 6345"/>
                  <a:gd name="connsiteX3" fmla="*/ 5695 w 6343"/>
                  <a:gd name="connsiteY3" fmla="*/ 1139 h 6345"/>
                  <a:gd name="connsiteX4" fmla="*/ 3452 w 6343"/>
                  <a:gd name="connsiteY4" fmla="*/ 209 h 6345"/>
                  <a:gd name="connsiteX5" fmla="*/ 1210 w 6343"/>
                  <a:gd name="connsiteY5" fmla="*/ 1139 h 6345"/>
                  <a:gd name="connsiteX6" fmla="*/ 281 w 6343"/>
                  <a:gd name="connsiteY6" fmla="*/ 3382 h 6345"/>
                  <a:gd name="connsiteX7" fmla="*/ 1210 w 6343"/>
                  <a:gd name="connsiteY7" fmla="*/ 5626 h 6345"/>
                  <a:gd name="connsiteX8" fmla="*/ 3452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5"/>
                    </a:moveTo>
                    <a:cubicBezTo>
                      <a:pt x="4293" y="6555"/>
                      <a:pt x="5100" y="6221"/>
                      <a:pt x="5695" y="5626"/>
                    </a:cubicBezTo>
                    <a:cubicBezTo>
                      <a:pt x="6290" y="5031"/>
                      <a:pt x="6624" y="4224"/>
                      <a:pt x="6624" y="3382"/>
                    </a:cubicBezTo>
                    <a:cubicBezTo>
                      <a:pt x="6624" y="2541"/>
                      <a:pt x="6290" y="1734"/>
                      <a:pt x="5695" y="1139"/>
                    </a:cubicBezTo>
                    <a:cubicBezTo>
                      <a:pt x="5100" y="544"/>
                      <a:pt x="4293" y="209"/>
                      <a:pt x="3452" y="209"/>
                    </a:cubicBezTo>
                    <a:cubicBezTo>
                      <a:pt x="2611" y="209"/>
                      <a:pt x="1804" y="544"/>
                      <a:pt x="1210" y="1139"/>
                    </a:cubicBezTo>
                    <a:cubicBezTo>
                      <a:pt x="615" y="1734"/>
                      <a:pt x="281" y="2541"/>
                      <a:pt x="281" y="3382"/>
                    </a:cubicBezTo>
                    <a:cubicBezTo>
                      <a:pt x="281" y="4224"/>
                      <a:pt x="615" y="5031"/>
                      <a:pt x="1210" y="5626"/>
                    </a:cubicBezTo>
                    <a:cubicBezTo>
                      <a:pt x="1804" y="6221"/>
                      <a:pt x="2611" y="6555"/>
                      <a:pt x="3452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24" name="Freeform: Shape 3523">
                <a:extLst>
                  <a:ext uri="{FF2B5EF4-FFF2-40B4-BE49-F238E27FC236}">
                    <a16:creationId xmlns:a16="http://schemas.microsoft.com/office/drawing/2014/main" id="{2292DAE3-C80F-2C74-16A9-50D4D0C171F7}"/>
                  </a:ext>
                </a:extLst>
              </p:cNvPr>
              <p:cNvSpPr/>
              <p:nvPr/>
            </p:nvSpPr>
            <p:spPr>
              <a:xfrm>
                <a:off x="4414068" y="6142235"/>
                <a:ext cx="6343" cy="6345"/>
              </a:xfrm>
              <a:custGeom>
                <a:avLst/>
                <a:gdLst>
                  <a:gd name="connsiteX0" fmla="*/ 3452 w 6343"/>
                  <a:gd name="connsiteY0" fmla="*/ 6555 h 6345"/>
                  <a:gd name="connsiteX1" fmla="*/ 5695 w 6343"/>
                  <a:gd name="connsiteY1" fmla="*/ 5626 h 6345"/>
                  <a:gd name="connsiteX2" fmla="*/ 6624 w 6343"/>
                  <a:gd name="connsiteY2" fmla="*/ 3383 h 6345"/>
                  <a:gd name="connsiteX3" fmla="*/ 5695 w 6343"/>
                  <a:gd name="connsiteY3" fmla="*/ 1139 h 6345"/>
                  <a:gd name="connsiteX4" fmla="*/ 3452 w 6343"/>
                  <a:gd name="connsiteY4" fmla="*/ 210 h 6345"/>
                  <a:gd name="connsiteX5" fmla="*/ 1210 w 6343"/>
                  <a:gd name="connsiteY5" fmla="*/ 1139 h 6345"/>
                  <a:gd name="connsiteX6" fmla="*/ 281 w 6343"/>
                  <a:gd name="connsiteY6" fmla="*/ 3383 h 6345"/>
                  <a:gd name="connsiteX7" fmla="*/ 1210 w 6343"/>
                  <a:gd name="connsiteY7" fmla="*/ 5626 h 6345"/>
                  <a:gd name="connsiteX8" fmla="*/ 3452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5"/>
                    </a:moveTo>
                    <a:cubicBezTo>
                      <a:pt x="4293" y="6555"/>
                      <a:pt x="5100" y="6221"/>
                      <a:pt x="5695" y="5626"/>
                    </a:cubicBezTo>
                    <a:cubicBezTo>
                      <a:pt x="6290" y="5031"/>
                      <a:pt x="6624" y="4224"/>
                      <a:pt x="6624" y="3383"/>
                    </a:cubicBezTo>
                    <a:cubicBezTo>
                      <a:pt x="6624" y="2541"/>
                      <a:pt x="6290" y="1734"/>
                      <a:pt x="5695" y="1139"/>
                    </a:cubicBezTo>
                    <a:cubicBezTo>
                      <a:pt x="5100" y="544"/>
                      <a:pt x="4293" y="210"/>
                      <a:pt x="3452" y="210"/>
                    </a:cubicBezTo>
                    <a:cubicBezTo>
                      <a:pt x="2611" y="210"/>
                      <a:pt x="1804" y="544"/>
                      <a:pt x="1210" y="1139"/>
                    </a:cubicBezTo>
                    <a:cubicBezTo>
                      <a:pt x="615" y="1734"/>
                      <a:pt x="281" y="2541"/>
                      <a:pt x="281" y="3383"/>
                    </a:cubicBezTo>
                    <a:cubicBezTo>
                      <a:pt x="281" y="4224"/>
                      <a:pt x="615" y="5031"/>
                      <a:pt x="1210" y="5626"/>
                    </a:cubicBezTo>
                    <a:cubicBezTo>
                      <a:pt x="1804" y="6221"/>
                      <a:pt x="2611" y="6555"/>
                      <a:pt x="3452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25" name="Freeform: Shape 3524">
                <a:extLst>
                  <a:ext uri="{FF2B5EF4-FFF2-40B4-BE49-F238E27FC236}">
                    <a16:creationId xmlns:a16="http://schemas.microsoft.com/office/drawing/2014/main" id="{0FB6CAB1-E279-AF6E-83C0-FF40A6EF900F}"/>
                  </a:ext>
                </a:extLst>
              </p:cNvPr>
              <p:cNvSpPr/>
              <p:nvPr/>
            </p:nvSpPr>
            <p:spPr>
              <a:xfrm>
                <a:off x="4413680" y="6147158"/>
                <a:ext cx="6343" cy="6345"/>
              </a:xfrm>
              <a:custGeom>
                <a:avLst/>
                <a:gdLst>
                  <a:gd name="connsiteX0" fmla="*/ 3452 w 6343"/>
                  <a:gd name="connsiteY0" fmla="*/ 6556 h 6345"/>
                  <a:gd name="connsiteX1" fmla="*/ 5695 w 6343"/>
                  <a:gd name="connsiteY1" fmla="*/ 5626 h 6345"/>
                  <a:gd name="connsiteX2" fmla="*/ 6624 w 6343"/>
                  <a:gd name="connsiteY2" fmla="*/ 3383 h 6345"/>
                  <a:gd name="connsiteX3" fmla="*/ 5695 w 6343"/>
                  <a:gd name="connsiteY3" fmla="*/ 1139 h 6345"/>
                  <a:gd name="connsiteX4" fmla="*/ 3452 w 6343"/>
                  <a:gd name="connsiteY4" fmla="*/ 210 h 6345"/>
                  <a:gd name="connsiteX5" fmla="*/ 1210 w 6343"/>
                  <a:gd name="connsiteY5" fmla="*/ 1139 h 6345"/>
                  <a:gd name="connsiteX6" fmla="*/ 281 w 6343"/>
                  <a:gd name="connsiteY6" fmla="*/ 3383 h 6345"/>
                  <a:gd name="connsiteX7" fmla="*/ 1210 w 6343"/>
                  <a:gd name="connsiteY7" fmla="*/ 5626 h 6345"/>
                  <a:gd name="connsiteX8" fmla="*/ 3452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6"/>
                    </a:moveTo>
                    <a:cubicBezTo>
                      <a:pt x="4293" y="6556"/>
                      <a:pt x="5100" y="6221"/>
                      <a:pt x="5695" y="5626"/>
                    </a:cubicBezTo>
                    <a:cubicBezTo>
                      <a:pt x="6290" y="5031"/>
                      <a:pt x="6624" y="4224"/>
                      <a:pt x="6624" y="3383"/>
                    </a:cubicBezTo>
                    <a:cubicBezTo>
                      <a:pt x="6624" y="2541"/>
                      <a:pt x="6290" y="1734"/>
                      <a:pt x="5695" y="1139"/>
                    </a:cubicBezTo>
                    <a:cubicBezTo>
                      <a:pt x="5100" y="545"/>
                      <a:pt x="4293" y="210"/>
                      <a:pt x="3452" y="210"/>
                    </a:cubicBezTo>
                    <a:cubicBezTo>
                      <a:pt x="2611" y="210"/>
                      <a:pt x="1804" y="545"/>
                      <a:pt x="1210" y="1139"/>
                    </a:cubicBezTo>
                    <a:cubicBezTo>
                      <a:pt x="615" y="1734"/>
                      <a:pt x="281" y="2541"/>
                      <a:pt x="281" y="3383"/>
                    </a:cubicBezTo>
                    <a:cubicBezTo>
                      <a:pt x="281" y="4224"/>
                      <a:pt x="615" y="5031"/>
                      <a:pt x="1210" y="5626"/>
                    </a:cubicBezTo>
                    <a:cubicBezTo>
                      <a:pt x="1804" y="6221"/>
                      <a:pt x="2611" y="6556"/>
                      <a:pt x="3452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26" name="Freeform: Shape 3525">
                <a:extLst>
                  <a:ext uri="{FF2B5EF4-FFF2-40B4-BE49-F238E27FC236}">
                    <a16:creationId xmlns:a16="http://schemas.microsoft.com/office/drawing/2014/main" id="{E1913530-C2B9-82CE-0504-E334A63806CC}"/>
                  </a:ext>
                </a:extLst>
              </p:cNvPr>
              <p:cNvSpPr/>
              <p:nvPr/>
            </p:nvSpPr>
            <p:spPr>
              <a:xfrm>
                <a:off x="4413364" y="6152180"/>
                <a:ext cx="6343" cy="6345"/>
              </a:xfrm>
              <a:custGeom>
                <a:avLst/>
                <a:gdLst>
                  <a:gd name="connsiteX0" fmla="*/ 3452 w 6343"/>
                  <a:gd name="connsiteY0" fmla="*/ 6556 h 6345"/>
                  <a:gd name="connsiteX1" fmla="*/ 5695 w 6343"/>
                  <a:gd name="connsiteY1" fmla="*/ 5627 h 6345"/>
                  <a:gd name="connsiteX2" fmla="*/ 6624 w 6343"/>
                  <a:gd name="connsiteY2" fmla="*/ 3383 h 6345"/>
                  <a:gd name="connsiteX3" fmla="*/ 5695 w 6343"/>
                  <a:gd name="connsiteY3" fmla="*/ 1140 h 6345"/>
                  <a:gd name="connsiteX4" fmla="*/ 3452 w 6343"/>
                  <a:gd name="connsiteY4" fmla="*/ 211 h 6345"/>
                  <a:gd name="connsiteX5" fmla="*/ 1210 w 6343"/>
                  <a:gd name="connsiteY5" fmla="*/ 1140 h 6345"/>
                  <a:gd name="connsiteX6" fmla="*/ 281 w 6343"/>
                  <a:gd name="connsiteY6" fmla="*/ 3383 h 6345"/>
                  <a:gd name="connsiteX7" fmla="*/ 1210 w 6343"/>
                  <a:gd name="connsiteY7" fmla="*/ 5627 h 6345"/>
                  <a:gd name="connsiteX8" fmla="*/ 3452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6"/>
                    </a:moveTo>
                    <a:cubicBezTo>
                      <a:pt x="4293" y="6556"/>
                      <a:pt x="5100" y="6222"/>
                      <a:pt x="5695" y="5627"/>
                    </a:cubicBezTo>
                    <a:cubicBezTo>
                      <a:pt x="6290" y="5032"/>
                      <a:pt x="6624" y="4225"/>
                      <a:pt x="6624" y="3383"/>
                    </a:cubicBezTo>
                    <a:cubicBezTo>
                      <a:pt x="6624" y="2542"/>
                      <a:pt x="6290" y="1735"/>
                      <a:pt x="5695" y="1140"/>
                    </a:cubicBezTo>
                    <a:cubicBezTo>
                      <a:pt x="5100" y="545"/>
                      <a:pt x="4293" y="211"/>
                      <a:pt x="3452" y="211"/>
                    </a:cubicBezTo>
                    <a:cubicBezTo>
                      <a:pt x="2611" y="211"/>
                      <a:pt x="1804" y="545"/>
                      <a:pt x="1210" y="1140"/>
                    </a:cubicBezTo>
                    <a:cubicBezTo>
                      <a:pt x="615" y="1735"/>
                      <a:pt x="281" y="2542"/>
                      <a:pt x="281" y="3383"/>
                    </a:cubicBezTo>
                    <a:cubicBezTo>
                      <a:pt x="281" y="4225"/>
                      <a:pt x="615" y="5032"/>
                      <a:pt x="1210" y="5627"/>
                    </a:cubicBezTo>
                    <a:cubicBezTo>
                      <a:pt x="1804" y="6222"/>
                      <a:pt x="2611" y="6556"/>
                      <a:pt x="3452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27" name="Freeform: Shape 3526">
                <a:extLst>
                  <a:ext uri="{FF2B5EF4-FFF2-40B4-BE49-F238E27FC236}">
                    <a16:creationId xmlns:a16="http://schemas.microsoft.com/office/drawing/2014/main" id="{EF7119E2-4F4D-1E9F-4BB3-3EC4AA634689}"/>
                  </a:ext>
                </a:extLst>
              </p:cNvPr>
              <p:cNvSpPr/>
              <p:nvPr/>
            </p:nvSpPr>
            <p:spPr>
              <a:xfrm>
                <a:off x="4413343" y="6157476"/>
                <a:ext cx="6343" cy="6345"/>
              </a:xfrm>
              <a:custGeom>
                <a:avLst/>
                <a:gdLst>
                  <a:gd name="connsiteX0" fmla="*/ 3452 w 6343"/>
                  <a:gd name="connsiteY0" fmla="*/ 6556 h 6345"/>
                  <a:gd name="connsiteX1" fmla="*/ 5695 w 6343"/>
                  <a:gd name="connsiteY1" fmla="*/ 5627 h 6345"/>
                  <a:gd name="connsiteX2" fmla="*/ 6624 w 6343"/>
                  <a:gd name="connsiteY2" fmla="*/ 3384 h 6345"/>
                  <a:gd name="connsiteX3" fmla="*/ 5695 w 6343"/>
                  <a:gd name="connsiteY3" fmla="*/ 1140 h 6345"/>
                  <a:gd name="connsiteX4" fmla="*/ 3452 w 6343"/>
                  <a:gd name="connsiteY4" fmla="*/ 211 h 6345"/>
                  <a:gd name="connsiteX5" fmla="*/ 1210 w 6343"/>
                  <a:gd name="connsiteY5" fmla="*/ 1140 h 6345"/>
                  <a:gd name="connsiteX6" fmla="*/ 281 w 6343"/>
                  <a:gd name="connsiteY6" fmla="*/ 3384 h 6345"/>
                  <a:gd name="connsiteX7" fmla="*/ 1210 w 6343"/>
                  <a:gd name="connsiteY7" fmla="*/ 5627 h 6345"/>
                  <a:gd name="connsiteX8" fmla="*/ 3452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6"/>
                    </a:moveTo>
                    <a:cubicBezTo>
                      <a:pt x="4293" y="6556"/>
                      <a:pt x="5100" y="6222"/>
                      <a:pt x="5695" y="5627"/>
                    </a:cubicBezTo>
                    <a:cubicBezTo>
                      <a:pt x="6290" y="5032"/>
                      <a:pt x="6624" y="4225"/>
                      <a:pt x="6624" y="3384"/>
                    </a:cubicBezTo>
                    <a:cubicBezTo>
                      <a:pt x="6624" y="2542"/>
                      <a:pt x="6290" y="1735"/>
                      <a:pt x="5695" y="1140"/>
                    </a:cubicBezTo>
                    <a:cubicBezTo>
                      <a:pt x="5100" y="545"/>
                      <a:pt x="4293" y="211"/>
                      <a:pt x="3452" y="211"/>
                    </a:cubicBezTo>
                    <a:cubicBezTo>
                      <a:pt x="2611" y="211"/>
                      <a:pt x="1804" y="545"/>
                      <a:pt x="1210" y="1140"/>
                    </a:cubicBezTo>
                    <a:cubicBezTo>
                      <a:pt x="615" y="1735"/>
                      <a:pt x="281" y="2542"/>
                      <a:pt x="281" y="3384"/>
                    </a:cubicBezTo>
                    <a:cubicBezTo>
                      <a:pt x="281" y="4225"/>
                      <a:pt x="615" y="5032"/>
                      <a:pt x="1210" y="5627"/>
                    </a:cubicBezTo>
                    <a:cubicBezTo>
                      <a:pt x="1804" y="6222"/>
                      <a:pt x="2611" y="6556"/>
                      <a:pt x="3452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28" name="Freeform: Shape 3527">
                <a:extLst>
                  <a:ext uri="{FF2B5EF4-FFF2-40B4-BE49-F238E27FC236}">
                    <a16:creationId xmlns:a16="http://schemas.microsoft.com/office/drawing/2014/main" id="{9979BBFE-881E-DC13-4746-8583DA00D0BE}"/>
                  </a:ext>
                </a:extLst>
              </p:cNvPr>
              <p:cNvSpPr/>
              <p:nvPr/>
            </p:nvSpPr>
            <p:spPr>
              <a:xfrm>
                <a:off x="4413278" y="6162787"/>
                <a:ext cx="6343" cy="6345"/>
              </a:xfrm>
              <a:custGeom>
                <a:avLst/>
                <a:gdLst>
                  <a:gd name="connsiteX0" fmla="*/ 3452 w 6343"/>
                  <a:gd name="connsiteY0" fmla="*/ 6557 h 6345"/>
                  <a:gd name="connsiteX1" fmla="*/ 5695 w 6343"/>
                  <a:gd name="connsiteY1" fmla="*/ 5628 h 6345"/>
                  <a:gd name="connsiteX2" fmla="*/ 6624 w 6343"/>
                  <a:gd name="connsiteY2" fmla="*/ 3384 h 6345"/>
                  <a:gd name="connsiteX3" fmla="*/ 5695 w 6343"/>
                  <a:gd name="connsiteY3" fmla="*/ 1141 h 6345"/>
                  <a:gd name="connsiteX4" fmla="*/ 3452 w 6343"/>
                  <a:gd name="connsiteY4" fmla="*/ 211 h 6345"/>
                  <a:gd name="connsiteX5" fmla="*/ 1210 w 6343"/>
                  <a:gd name="connsiteY5" fmla="*/ 1141 h 6345"/>
                  <a:gd name="connsiteX6" fmla="*/ 281 w 6343"/>
                  <a:gd name="connsiteY6" fmla="*/ 3384 h 6345"/>
                  <a:gd name="connsiteX7" fmla="*/ 1210 w 6343"/>
                  <a:gd name="connsiteY7" fmla="*/ 5628 h 6345"/>
                  <a:gd name="connsiteX8" fmla="*/ 3452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7"/>
                    </a:moveTo>
                    <a:cubicBezTo>
                      <a:pt x="4293" y="6557"/>
                      <a:pt x="5100" y="6223"/>
                      <a:pt x="5695" y="5628"/>
                    </a:cubicBezTo>
                    <a:cubicBezTo>
                      <a:pt x="6290" y="5033"/>
                      <a:pt x="6624" y="4226"/>
                      <a:pt x="6624" y="3384"/>
                    </a:cubicBezTo>
                    <a:cubicBezTo>
                      <a:pt x="6624" y="2543"/>
                      <a:pt x="6290" y="1736"/>
                      <a:pt x="5695" y="1141"/>
                    </a:cubicBezTo>
                    <a:cubicBezTo>
                      <a:pt x="5100" y="546"/>
                      <a:pt x="4293" y="211"/>
                      <a:pt x="3452" y="211"/>
                    </a:cubicBezTo>
                    <a:cubicBezTo>
                      <a:pt x="2611" y="211"/>
                      <a:pt x="1804" y="546"/>
                      <a:pt x="1210" y="1141"/>
                    </a:cubicBezTo>
                    <a:cubicBezTo>
                      <a:pt x="615" y="1736"/>
                      <a:pt x="281" y="2543"/>
                      <a:pt x="281" y="3384"/>
                    </a:cubicBezTo>
                    <a:cubicBezTo>
                      <a:pt x="281" y="4226"/>
                      <a:pt x="615" y="5033"/>
                      <a:pt x="1210" y="5628"/>
                    </a:cubicBezTo>
                    <a:cubicBezTo>
                      <a:pt x="1804" y="6223"/>
                      <a:pt x="2611" y="6557"/>
                      <a:pt x="3452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29" name="Freeform: Shape 3528">
                <a:extLst>
                  <a:ext uri="{FF2B5EF4-FFF2-40B4-BE49-F238E27FC236}">
                    <a16:creationId xmlns:a16="http://schemas.microsoft.com/office/drawing/2014/main" id="{22D45F95-F581-9697-7DEB-40176009B598}"/>
                  </a:ext>
                </a:extLst>
              </p:cNvPr>
              <p:cNvSpPr/>
              <p:nvPr/>
            </p:nvSpPr>
            <p:spPr>
              <a:xfrm>
                <a:off x="4412908" y="6167906"/>
                <a:ext cx="6343" cy="6345"/>
              </a:xfrm>
              <a:custGeom>
                <a:avLst/>
                <a:gdLst>
                  <a:gd name="connsiteX0" fmla="*/ 3452 w 6343"/>
                  <a:gd name="connsiteY0" fmla="*/ 6557 h 6345"/>
                  <a:gd name="connsiteX1" fmla="*/ 5695 w 6343"/>
                  <a:gd name="connsiteY1" fmla="*/ 5628 h 6345"/>
                  <a:gd name="connsiteX2" fmla="*/ 6624 w 6343"/>
                  <a:gd name="connsiteY2" fmla="*/ 3385 h 6345"/>
                  <a:gd name="connsiteX3" fmla="*/ 5695 w 6343"/>
                  <a:gd name="connsiteY3" fmla="*/ 1141 h 6345"/>
                  <a:gd name="connsiteX4" fmla="*/ 3452 w 6343"/>
                  <a:gd name="connsiteY4" fmla="*/ 212 h 6345"/>
                  <a:gd name="connsiteX5" fmla="*/ 1210 w 6343"/>
                  <a:gd name="connsiteY5" fmla="*/ 1141 h 6345"/>
                  <a:gd name="connsiteX6" fmla="*/ 281 w 6343"/>
                  <a:gd name="connsiteY6" fmla="*/ 3385 h 6345"/>
                  <a:gd name="connsiteX7" fmla="*/ 1210 w 6343"/>
                  <a:gd name="connsiteY7" fmla="*/ 5628 h 6345"/>
                  <a:gd name="connsiteX8" fmla="*/ 3452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7"/>
                    </a:moveTo>
                    <a:cubicBezTo>
                      <a:pt x="4293" y="6557"/>
                      <a:pt x="5100" y="6223"/>
                      <a:pt x="5695" y="5628"/>
                    </a:cubicBezTo>
                    <a:cubicBezTo>
                      <a:pt x="6290" y="5033"/>
                      <a:pt x="6624" y="4226"/>
                      <a:pt x="6624" y="3385"/>
                    </a:cubicBezTo>
                    <a:cubicBezTo>
                      <a:pt x="6624" y="2543"/>
                      <a:pt x="6290" y="1736"/>
                      <a:pt x="5695" y="1141"/>
                    </a:cubicBezTo>
                    <a:cubicBezTo>
                      <a:pt x="5100" y="546"/>
                      <a:pt x="4293" y="212"/>
                      <a:pt x="3452" y="212"/>
                    </a:cubicBezTo>
                    <a:cubicBezTo>
                      <a:pt x="2611" y="212"/>
                      <a:pt x="1804" y="546"/>
                      <a:pt x="1210" y="1141"/>
                    </a:cubicBezTo>
                    <a:cubicBezTo>
                      <a:pt x="615" y="1736"/>
                      <a:pt x="281" y="2543"/>
                      <a:pt x="281" y="3385"/>
                    </a:cubicBezTo>
                    <a:cubicBezTo>
                      <a:pt x="281" y="4226"/>
                      <a:pt x="615" y="5033"/>
                      <a:pt x="1210" y="5628"/>
                    </a:cubicBezTo>
                    <a:cubicBezTo>
                      <a:pt x="1804" y="6223"/>
                      <a:pt x="2611" y="6557"/>
                      <a:pt x="3452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30" name="Freeform: Shape 3529">
                <a:extLst>
                  <a:ext uri="{FF2B5EF4-FFF2-40B4-BE49-F238E27FC236}">
                    <a16:creationId xmlns:a16="http://schemas.microsoft.com/office/drawing/2014/main" id="{2E690116-8B92-0CA5-F472-BDF08756455E}"/>
                  </a:ext>
                </a:extLst>
              </p:cNvPr>
              <p:cNvSpPr/>
              <p:nvPr/>
            </p:nvSpPr>
            <p:spPr>
              <a:xfrm>
                <a:off x="4412680" y="6173185"/>
                <a:ext cx="6343" cy="6345"/>
              </a:xfrm>
              <a:custGeom>
                <a:avLst/>
                <a:gdLst>
                  <a:gd name="connsiteX0" fmla="*/ 3452 w 6343"/>
                  <a:gd name="connsiteY0" fmla="*/ 6558 h 6345"/>
                  <a:gd name="connsiteX1" fmla="*/ 5695 w 6343"/>
                  <a:gd name="connsiteY1" fmla="*/ 5628 h 6345"/>
                  <a:gd name="connsiteX2" fmla="*/ 6624 w 6343"/>
                  <a:gd name="connsiteY2" fmla="*/ 3385 h 6345"/>
                  <a:gd name="connsiteX3" fmla="*/ 5695 w 6343"/>
                  <a:gd name="connsiteY3" fmla="*/ 1142 h 6345"/>
                  <a:gd name="connsiteX4" fmla="*/ 3452 w 6343"/>
                  <a:gd name="connsiteY4" fmla="*/ 212 h 6345"/>
                  <a:gd name="connsiteX5" fmla="*/ 1210 w 6343"/>
                  <a:gd name="connsiteY5" fmla="*/ 1142 h 6345"/>
                  <a:gd name="connsiteX6" fmla="*/ 281 w 6343"/>
                  <a:gd name="connsiteY6" fmla="*/ 3385 h 6345"/>
                  <a:gd name="connsiteX7" fmla="*/ 1210 w 6343"/>
                  <a:gd name="connsiteY7" fmla="*/ 5628 h 6345"/>
                  <a:gd name="connsiteX8" fmla="*/ 345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8"/>
                    </a:moveTo>
                    <a:cubicBezTo>
                      <a:pt x="4293" y="6558"/>
                      <a:pt x="5100" y="6223"/>
                      <a:pt x="5695" y="5628"/>
                    </a:cubicBezTo>
                    <a:cubicBezTo>
                      <a:pt x="6290" y="5033"/>
                      <a:pt x="6624" y="4226"/>
                      <a:pt x="6624" y="3385"/>
                    </a:cubicBezTo>
                    <a:cubicBezTo>
                      <a:pt x="6624" y="2544"/>
                      <a:pt x="6290" y="1736"/>
                      <a:pt x="5695" y="1142"/>
                    </a:cubicBezTo>
                    <a:cubicBezTo>
                      <a:pt x="5100" y="547"/>
                      <a:pt x="4293" y="212"/>
                      <a:pt x="3452" y="212"/>
                    </a:cubicBezTo>
                    <a:cubicBezTo>
                      <a:pt x="2611" y="212"/>
                      <a:pt x="1804" y="547"/>
                      <a:pt x="1210" y="1142"/>
                    </a:cubicBezTo>
                    <a:cubicBezTo>
                      <a:pt x="615" y="1736"/>
                      <a:pt x="281" y="2544"/>
                      <a:pt x="281" y="3385"/>
                    </a:cubicBezTo>
                    <a:cubicBezTo>
                      <a:pt x="281" y="4226"/>
                      <a:pt x="615" y="5033"/>
                      <a:pt x="1210" y="5628"/>
                    </a:cubicBezTo>
                    <a:cubicBezTo>
                      <a:pt x="1804" y="6223"/>
                      <a:pt x="2611" y="6558"/>
                      <a:pt x="345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31" name="Freeform: Shape 3530">
                <a:extLst>
                  <a:ext uri="{FF2B5EF4-FFF2-40B4-BE49-F238E27FC236}">
                    <a16:creationId xmlns:a16="http://schemas.microsoft.com/office/drawing/2014/main" id="{3B657176-3FA8-F508-63C0-225913C9DBB0}"/>
                  </a:ext>
                </a:extLst>
              </p:cNvPr>
              <p:cNvSpPr/>
              <p:nvPr/>
            </p:nvSpPr>
            <p:spPr>
              <a:xfrm>
                <a:off x="4412481" y="6178538"/>
                <a:ext cx="6343" cy="6345"/>
              </a:xfrm>
              <a:custGeom>
                <a:avLst/>
                <a:gdLst>
                  <a:gd name="connsiteX0" fmla="*/ 3452 w 6343"/>
                  <a:gd name="connsiteY0" fmla="*/ 6558 h 6345"/>
                  <a:gd name="connsiteX1" fmla="*/ 5695 w 6343"/>
                  <a:gd name="connsiteY1" fmla="*/ 5629 h 6345"/>
                  <a:gd name="connsiteX2" fmla="*/ 6624 w 6343"/>
                  <a:gd name="connsiteY2" fmla="*/ 3385 h 6345"/>
                  <a:gd name="connsiteX3" fmla="*/ 5695 w 6343"/>
                  <a:gd name="connsiteY3" fmla="*/ 1142 h 6345"/>
                  <a:gd name="connsiteX4" fmla="*/ 3452 w 6343"/>
                  <a:gd name="connsiteY4" fmla="*/ 213 h 6345"/>
                  <a:gd name="connsiteX5" fmla="*/ 1210 w 6343"/>
                  <a:gd name="connsiteY5" fmla="*/ 1142 h 6345"/>
                  <a:gd name="connsiteX6" fmla="*/ 281 w 6343"/>
                  <a:gd name="connsiteY6" fmla="*/ 3385 h 6345"/>
                  <a:gd name="connsiteX7" fmla="*/ 1210 w 6343"/>
                  <a:gd name="connsiteY7" fmla="*/ 5629 h 6345"/>
                  <a:gd name="connsiteX8" fmla="*/ 345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8"/>
                    </a:moveTo>
                    <a:cubicBezTo>
                      <a:pt x="4293" y="6558"/>
                      <a:pt x="5100" y="6224"/>
                      <a:pt x="5695" y="5629"/>
                    </a:cubicBezTo>
                    <a:cubicBezTo>
                      <a:pt x="6290" y="5034"/>
                      <a:pt x="6624" y="4227"/>
                      <a:pt x="6624" y="3385"/>
                    </a:cubicBezTo>
                    <a:cubicBezTo>
                      <a:pt x="6624" y="2544"/>
                      <a:pt x="6290" y="1737"/>
                      <a:pt x="5695" y="1142"/>
                    </a:cubicBezTo>
                    <a:cubicBezTo>
                      <a:pt x="5100" y="547"/>
                      <a:pt x="4293" y="213"/>
                      <a:pt x="3452" y="213"/>
                    </a:cubicBezTo>
                    <a:cubicBezTo>
                      <a:pt x="2611" y="213"/>
                      <a:pt x="1804" y="547"/>
                      <a:pt x="1210" y="1142"/>
                    </a:cubicBezTo>
                    <a:cubicBezTo>
                      <a:pt x="615" y="1737"/>
                      <a:pt x="281" y="2544"/>
                      <a:pt x="281" y="3385"/>
                    </a:cubicBezTo>
                    <a:cubicBezTo>
                      <a:pt x="281" y="4227"/>
                      <a:pt x="615" y="5034"/>
                      <a:pt x="1210" y="5629"/>
                    </a:cubicBezTo>
                    <a:cubicBezTo>
                      <a:pt x="1804" y="6224"/>
                      <a:pt x="2611" y="6558"/>
                      <a:pt x="345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32" name="Freeform: Shape 3531">
                <a:extLst>
                  <a:ext uri="{FF2B5EF4-FFF2-40B4-BE49-F238E27FC236}">
                    <a16:creationId xmlns:a16="http://schemas.microsoft.com/office/drawing/2014/main" id="{E710A967-6954-E3AE-FE22-C43E0BBD4067}"/>
                  </a:ext>
                </a:extLst>
              </p:cNvPr>
              <p:cNvSpPr/>
              <p:nvPr/>
            </p:nvSpPr>
            <p:spPr>
              <a:xfrm>
                <a:off x="4411616" y="6183389"/>
                <a:ext cx="6343" cy="6345"/>
              </a:xfrm>
              <a:custGeom>
                <a:avLst/>
                <a:gdLst>
                  <a:gd name="connsiteX0" fmla="*/ 3452 w 6343"/>
                  <a:gd name="connsiteY0" fmla="*/ 6558 h 6345"/>
                  <a:gd name="connsiteX1" fmla="*/ 5695 w 6343"/>
                  <a:gd name="connsiteY1" fmla="*/ 5629 h 6345"/>
                  <a:gd name="connsiteX2" fmla="*/ 6624 w 6343"/>
                  <a:gd name="connsiteY2" fmla="*/ 3386 h 6345"/>
                  <a:gd name="connsiteX3" fmla="*/ 5695 w 6343"/>
                  <a:gd name="connsiteY3" fmla="*/ 1142 h 6345"/>
                  <a:gd name="connsiteX4" fmla="*/ 3452 w 6343"/>
                  <a:gd name="connsiteY4" fmla="*/ 213 h 6345"/>
                  <a:gd name="connsiteX5" fmla="*/ 1209 w 6343"/>
                  <a:gd name="connsiteY5" fmla="*/ 1142 h 6345"/>
                  <a:gd name="connsiteX6" fmla="*/ 281 w 6343"/>
                  <a:gd name="connsiteY6" fmla="*/ 3386 h 6345"/>
                  <a:gd name="connsiteX7" fmla="*/ 1209 w 6343"/>
                  <a:gd name="connsiteY7" fmla="*/ 5629 h 6345"/>
                  <a:gd name="connsiteX8" fmla="*/ 345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8"/>
                    </a:moveTo>
                    <a:cubicBezTo>
                      <a:pt x="4293" y="6558"/>
                      <a:pt x="5100" y="6224"/>
                      <a:pt x="5695" y="5629"/>
                    </a:cubicBezTo>
                    <a:cubicBezTo>
                      <a:pt x="6290" y="5034"/>
                      <a:pt x="6624" y="4227"/>
                      <a:pt x="6624" y="3386"/>
                    </a:cubicBezTo>
                    <a:cubicBezTo>
                      <a:pt x="6624" y="2544"/>
                      <a:pt x="6290" y="1737"/>
                      <a:pt x="5695" y="1142"/>
                    </a:cubicBezTo>
                    <a:cubicBezTo>
                      <a:pt x="5100" y="547"/>
                      <a:pt x="4293" y="213"/>
                      <a:pt x="3452" y="213"/>
                    </a:cubicBezTo>
                    <a:cubicBezTo>
                      <a:pt x="2611" y="213"/>
                      <a:pt x="1804" y="547"/>
                      <a:pt x="1209" y="1142"/>
                    </a:cubicBezTo>
                    <a:cubicBezTo>
                      <a:pt x="615" y="1737"/>
                      <a:pt x="281" y="2544"/>
                      <a:pt x="281" y="3386"/>
                    </a:cubicBezTo>
                    <a:cubicBezTo>
                      <a:pt x="281" y="4227"/>
                      <a:pt x="615" y="5034"/>
                      <a:pt x="1209" y="5629"/>
                    </a:cubicBezTo>
                    <a:cubicBezTo>
                      <a:pt x="1804" y="6224"/>
                      <a:pt x="2611" y="6558"/>
                      <a:pt x="345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33" name="Freeform: Shape 3532">
                <a:extLst>
                  <a:ext uri="{FF2B5EF4-FFF2-40B4-BE49-F238E27FC236}">
                    <a16:creationId xmlns:a16="http://schemas.microsoft.com/office/drawing/2014/main" id="{4761A784-B08B-724A-500F-E4F5122A3281}"/>
                  </a:ext>
                </a:extLst>
              </p:cNvPr>
              <p:cNvSpPr/>
              <p:nvPr/>
            </p:nvSpPr>
            <p:spPr>
              <a:xfrm>
                <a:off x="4411184" y="6188644"/>
                <a:ext cx="6343" cy="6345"/>
              </a:xfrm>
              <a:custGeom>
                <a:avLst/>
                <a:gdLst>
                  <a:gd name="connsiteX0" fmla="*/ 3452 w 6343"/>
                  <a:gd name="connsiteY0" fmla="*/ 6559 h 6345"/>
                  <a:gd name="connsiteX1" fmla="*/ 5695 w 6343"/>
                  <a:gd name="connsiteY1" fmla="*/ 5630 h 6345"/>
                  <a:gd name="connsiteX2" fmla="*/ 6624 w 6343"/>
                  <a:gd name="connsiteY2" fmla="*/ 3386 h 6345"/>
                  <a:gd name="connsiteX3" fmla="*/ 5695 w 6343"/>
                  <a:gd name="connsiteY3" fmla="*/ 1143 h 6345"/>
                  <a:gd name="connsiteX4" fmla="*/ 3452 w 6343"/>
                  <a:gd name="connsiteY4" fmla="*/ 213 h 6345"/>
                  <a:gd name="connsiteX5" fmla="*/ 1209 w 6343"/>
                  <a:gd name="connsiteY5" fmla="*/ 1143 h 6345"/>
                  <a:gd name="connsiteX6" fmla="*/ 281 w 6343"/>
                  <a:gd name="connsiteY6" fmla="*/ 3386 h 6345"/>
                  <a:gd name="connsiteX7" fmla="*/ 1209 w 6343"/>
                  <a:gd name="connsiteY7" fmla="*/ 5630 h 6345"/>
                  <a:gd name="connsiteX8" fmla="*/ 345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9"/>
                    </a:moveTo>
                    <a:cubicBezTo>
                      <a:pt x="4293" y="6559"/>
                      <a:pt x="5100" y="6225"/>
                      <a:pt x="5695" y="5630"/>
                    </a:cubicBezTo>
                    <a:cubicBezTo>
                      <a:pt x="6289" y="5035"/>
                      <a:pt x="6624" y="4228"/>
                      <a:pt x="6624" y="3386"/>
                    </a:cubicBezTo>
                    <a:cubicBezTo>
                      <a:pt x="6624" y="2545"/>
                      <a:pt x="6289" y="1738"/>
                      <a:pt x="5695" y="1143"/>
                    </a:cubicBezTo>
                    <a:cubicBezTo>
                      <a:pt x="5100" y="548"/>
                      <a:pt x="4293" y="213"/>
                      <a:pt x="3452" y="213"/>
                    </a:cubicBezTo>
                    <a:cubicBezTo>
                      <a:pt x="2611" y="213"/>
                      <a:pt x="1804" y="548"/>
                      <a:pt x="1209" y="1143"/>
                    </a:cubicBezTo>
                    <a:cubicBezTo>
                      <a:pt x="615" y="1738"/>
                      <a:pt x="281" y="2545"/>
                      <a:pt x="281" y="3386"/>
                    </a:cubicBezTo>
                    <a:cubicBezTo>
                      <a:pt x="281" y="4228"/>
                      <a:pt x="615" y="5035"/>
                      <a:pt x="1209" y="5630"/>
                    </a:cubicBezTo>
                    <a:cubicBezTo>
                      <a:pt x="1804" y="6225"/>
                      <a:pt x="2611" y="6559"/>
                      <a:pt x="345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34" name="Freeform: Shape 3533">
                <a:extLst>
                  <a:ext uri="{FF2B5EF4-FFF2-40B4-BE49-F238E27FC236}">
                    <a16:creationId xmlns:a16="http://schemas.microsoft.com/office/drawing/2014/main" id="{F9E8ED3A-263E-1646-2A20-21D558D32BBA}"/>
                  </a:ext>
                </a:extLst>
              </p:cNvPr>
              <p:cNvSpPr/>
              <p:nvPr/>
            </p:nvSpPr>
            <p:spPr>
              <a:xfrm>
                <a:off x="4410707" y="6193910"/>
                <a:ext cx="6343" cy="6345"/>
              </a:xfrm>
              <a:custGeom>
                <a:avLst/>
                <a:gdLst>
                  <a:gd name="connsiteX0" fmla="*/ 3452 w 6343"/>
                  <a:gd name="connsiteY0" fmla="*/ 6559 h 6345"/>
                  <a:gd name="connsiteX1" fmla="*/ 5695 w 6343"/>
                  <a:gd name="connsiteY1" fmla="*/ 5630 h 6345"/>
                  <a:gd name="connsiteX2" fmla="*/ 6624 w 6343"/>
                  <a:gd name="connsiteY2" fmla="*/ 3387 h 6345"/>
                  <a:gd name="connsiteX3" fmla="*/ 5695 w 6343"/>
                  <a:gd name="connsiteY3" fmla="*/ 1143 h 6345"/>
                  <a:gd name="connsiteX4" fmla="*/ 3452 w 6343"/>
                  <a:gd name="connsiteY4" fmla="*/ 214 h 6345"/>
                  <a:gd name="connsiteX5" fmla="*/ 1209 w 6343"/>
                  <a:gd name="connsiteY5" fmla="*/ 1143 h 6345"/>
                  <a:gd name="connsiteX6" fmla="*/ 281 w 6343"/>
                  <a:gd name="connsiteY6" fmla="*/ 3387 h 6345"/>
                  <a:gd name="connsiteX7" fmla="*/ 1209 w 6343"/>
                  <a:gd name="connsiteY7" fmla="*/ 5630 h 6345"/>
                  <a:gd name="connsiteX8" fmla="*/ 345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9"/>
                    </a:moveTo>
                    <a:cubicBezTo>
                      <a:pt x="4293" y="6559"/>
                      <a:pt x="5100" y="6225"/>
                      <a:pt x="5695" y="5630"/>
                    </a:cubicBezTo>
                    <a:cubicBezTo>
                      <a:pt x="6289" y="5035"/>
                      <a:pt x="6624" y="4228"/>
                      <a:pt x="6624" y="3387"/>
                    </a:cubicBezTo>
                    <a:cubicBezTo>
                      <a:pt x="6624" y="2545"/>
                      <a:pt x="6289" y="1738"/>
                      <a:pt x="5695" y="1143"/>
                    </a:cubicBezTo>
                    <a:cubicBezTo>
                      <a:pt x="5100" y="548"/>
                      <a:pt x="4293" y="214"/>
                      <a:pt x="3452" y="214"/>
                    </a:cubicBezTo>
                    <a:cubicBezTo>
                      <a:pt x="2611" y="214"/>
                      <a:pt x="1804" y="548"/>
                      <a:pt x="1209" y="1143"/>
                    </a:cubicBezTo>
                    <a:cubicBezTo>
                      <a:pt x="615" y="1738"/>
                      <a:pt x="281" y="2545"/>
                      <a:pt x="281" y="3387"/>
                    </a:cubicBezTo>
                    <a:cubicBezTo>
                      <a:pt x="281" y="4228"/>
                      <a:pt x="615" y="5035"/>
                      <a:pt x="1209" y="5630"/>
                    </a:cubicBezTo>
                    <a:cubicBezTo>
                      <a:pt x="1804" y="6225"/>
                      <a:pt x="2611" y="6559"/>
                      <a:pt x="345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35" name="Freeform: Shape 3534">
                <a:extLst>
                  <a:ext uri="{FF2B5EF4-FFF2-40B4-BE49-F238E27FC236}">
                    <a16:creationId xmlns:a16="http://schemas.microsoft.com/office/drawing/2014/main" id="{86DEF399-CCB9-2A74-13EE-7ABADE708873}"/>
                  </a:ext>
                </a:extLst>
              </p:cNvPr>
              <p:cNvSpPr/>
              <p:nvPr/>
            </p:nvSpPr>
            <p:spPr>
              <a:xfrm>
                <a:off x="4160377" y="5983536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3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2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8"/>
                      <a:pt x="5675" y="5613"/>
                    </a:cubicBezTo>
                    <a:cubicBezTo>
                      <a:pt x="6270" y="5018"/>
                      <a:pt x="6604" y="4211"/>
                      <a:pt x="6604" y="3370"/>
                    </a:cubicBezTo>
                    <a:cubicBezTo>
                      <a:pt x="6604" y="2529"/>
                      <a:pt x="6270" y="1722"/>
                      <a:pt x="5675" y="1127"/>
                    </a:cubicBezTo>
                    <a:cubicBezTo>
                      <a:pt x="5080" y="532"/>
                      <a:pt x="4273" y="197"/>
                      <a:pt x="3432" y="197"/>
                    </a:cubicBezTo>
                    <a:cubicBezTo>
                      <a:pt x="2591" y="197"/>
                      <a:pt x="1784" y="532"/>
                      <a:pt x="1190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1"/>
                      <a:pt x="595" y="5018"/>
                      <a:pt x="1190" y="5613"/>
                    </a:cubicBezTo>
                    <a:cubicBezTo>
                      <a:pt x="1784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36" name="Freeform: Shape 3535">
                <a:extLst>
                  <a:ext uri="{FF2B5EF4-FFF2-40B4-BE49-F238E27FC236}">
                    <a16:creationId xmlns:a16="http://schemas.microsoft.com/office/drawing/2014/main" id="{C448F5CC-F107-C904-2E81-80177D794B22}"/>
                  </a:ext>
                </a:extLst>
              </p:cNvPr>
              <p:cNvSpPr/>
              <p:nvPr/>
            </p:nvSpPr>
            <p:spPr>
              <a:xfrm>
                <a:off x="4158887" y="5985326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4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2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4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9"/>
                      <a:pt x="5675" y="5614"/>
                    </a:cubicBezTo>
                    <a:cubicBezTo>
                      <a:pt x="6270" y="5019"/>
                      <a:pt x="6604" y="4212"/>
                      <a:pt x="6604" y="3370"/>
                    </a:cubicBezTo>
                    <a:cubicBezTo>
                      <a:pt x="6604" y="2529"/>
                      <a:pt x="6270" y="1722"/>
                      <a:pt x="5675" y="1127"/>
                    </a:cubicBezTo>
                    <a:cubicBezTo>
                      <a:pt x="5080" y="532"/>
                      <a:pt x="4273" y="197"/>
                      <a:pt x="3432" y="197"/>
                    </a:cubicBezTo>
                    <a:cubicBezTo>
                      <a:pt x="2591" y="197"/>
                      <a:pt x="1784" y="532"/>
                      <a:pt x="1190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2"/>
                      <a:pt x="595" y="5019"/>
                      <a:pt x="1190" y="5614"/>
                    </a:cubicBezTo>
                    <a:cubicBezTo>
                      <a:pt x="1784" y="6209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37" name="Freeform: Shape 3536">
                <a:extLst>
                  <a:ext uri="{FF2B5EF4-FFF2-40B4-BE49-F238E27FC236}">
                    <a16:creationId xmlns:a16="http://schemas.microsoft.com/office/drawing/2014/main" id="{C580D371-34D1-BB23-451A-9D44BB1EE797}"/>
                  </a:ext>
                </a:extLst>
              </p:cNvPr>
              <p:cNvSpPr/>
              <p:nvPr/>
            </p:nvSpPr>
            <p:spPr>
              <a:xfrm>
                <a:off x="4412496" y="6212858"/>
                <a:ext cx="6343" cy="6345"/>
              </a:xfrm>
              <a:custGeom>
                <a:avLst/>
                <a:gdLst>
                  <a:gd name="connsiteX0" fmla="*/ 3452 w 6343"/>
                  <a:gd name="connsiteY0" fmla="*/ 6561 h 6345"/>
                  <a:gd name="connsiteX1" fmla="*/ 5695 w 6343"/>
                  <a:gd name="connsiteY1" fmla="*/ 5632 h 6345"/>
                  <a:gd name="connsiteX2" fmla="*/ 6624 w 6343"/>
                  <a:gd name="connsiteY2" fmla="*/ 3388 h 6345"/>
                  <a:gd name="connsiteX3" fmla="*/ 5695 w 6343"/>
                  <a:gd name="connsiteY3" fmla="*/ 1145 h 6345"/>
                  <a:gd name="connsiteX4" fmla="*/ 3452 w 6343"/>
                  <a:gd name="connsiteY4" fmla="*/ 215 h 6345"/>
                  <a:gd name="connsiteX5" fmla="*/ 1210 w 6343"/>
                  <a:gd name="connsiteY5" fmla="*/ 1145 h 6345"/>
                  <a:gd name="connsiteX6" fmla="*/ 281 w 6343"/>
                  <a:gd name="connsiteY6" fmla="*/ 3388 h 6345"/>
                  <a:gd name="connsiteX7" fmla="*/ 1210 w 6343"/>
                  <a:gd name="connsiteY7" fmla="*/ 5632 h 6345"/>
                  <a:gd name="connsiteX8" fmla="*/ 345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1"/>
                    </a:moveTo>
                    <a:cubicBezTo>
                      <a:pt x="4293" y="6561"/>
                      <a:pt x="5100" y="6226"/>
                      <a:pt x="5695" y="5632"/>
                    </a:cubicBezTo>
                    <a:cubicBezTo>
                      <a:pt x="6290" y="5037"/>
                      <a:pt x="6624" y="4230"/>
                      <a:pt x="6624" y="3388"/>
                    </a:cubicBezTo>
                    <a:cubicBezTo>
                      <a:pt x="6624" y="2547"/>
                      <a:pt x="6290" y="1740"/>
                      <a:pt x="5695" y="1145"/>
                    </a:cubicBezTo>
                    <a:cubicBezTo>
                      <a:pt x="5100" y="550"/>
                      <a:pt x="4293" y="215"/>
                      <a:pt x="3452" y="215"/>
                    </a:cubicBezTo>
                    <a:cubicBezTo>
                      <a:pt x="2611" y="215"/>
                      <a:pt x="1804" y="550"/>
                      <a:pt x="1210" y="1145"/>
                    </a:cubicBezTo>
                    <a:cubicBezTo>
                      <a:pt x="615" y="1740"/>
                      <a:pt x="281" y="2547"/>
                      <a:pt x="281" y="3388"/>
                    </a:cubicBezTo>
                    <a:cubicBezTo>
                      <a:pt x="281" y="4230"/>
                      <a:pt x="615" y="5037"/>
                      <a:pt x="1210" y="5632"/>
                    </a:cubicBezTo>
                    <a:cubicBezTo>
                      <a:pt x="1804" y="6226"/>
                      <a:pt x="2611" y="6561"/>
                      <a:pt x="345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38" name="Freeform: Shape 3537">
                <a:extLst>
                  <a:ext uri="{FF2B5EF4-FFF2-40B4-BE49-F238E27FC236}">
                    <a16:creationId xmlns:a16="http://schemas.microsoft.com/office/drawing/2014/main" id="{20A91064-DF34-3138-2E39-BD314DDD672E}"/>
                  </a:ext>
                </a:extLst>
              </p:cNvPr>
              <p:cNvSpPr/>
              <p:nvPr/>
            </p:nvSpPr>
            <p:spPr>
              <a:xfrm>
                <a:off x="4411044" y="6217491"/>
                <a:ext cx="6343" cy="6345"/>
              </a:xfrm>
              <a:custGeom>
                <a:avLst/>
                <a:gdLst>
                  <a:gd name="connsiteX0" fmla="*/ 3452 w 6343"/>
                  <a:gd name="connsiteY0" fmla="*/ 6561 h 6345"/>
                  <a:gd name="connsiteX1" fmla="*/ 5695 w 6343"/>
                  <a:gd name="connsiteY1" fmla="*/ 5632 h 6345"/>
                  <a:gd name="connsiteX2" fmla="*/ 6624 w 6343"/>
                  <a:gd name="connsiteY2" fmla="*/ 3388 h 6345"/>
                  <a:gd name="connsiteX3" fmla="*/ 5695 w 6343"/>
                  <a:gd name="connsiteY3" fmla="*/ 1145 h 6345"/>
                  <a:gd name="connsiteX4" fmla="*/ 3452 w 6343"/>
                  <a:gd name="connsiteY4" fmla="*/ 216 h 6345"/>
                  <a:gd name="connsiteX5" fmla="*/ 1209 w 6343"/>
                  <a:gd name="connsiteY5" fmla="*/ 1145 h 6345"/>
                  <a:gd name="connsiteX6" fmla="*/ 281 w 6343"/>
                  <a:gd name="connsiteY6" fmla="*/ 3388 h 6345"/>
                  <a:gd name="connsiteX7" fmla="*/ 1209 w 6343"/>
                  <a:gd name="connsiteY7" fmla="*/ 5632 h 6345"/>
                  <a:gd name="connsiteX8" fmla="*/ 345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1"/>
                    </a:moveTo>
                    <a:cubicBezTo>
                      <a:pt x="4293" y="6561"/>
                      <a:pt x="5100" y="6227"/>
                      <a:pt x="5695" y="5632"/>
                    </a:cubicBezTo>
                    <a:cubicBezTo>
                      <a:pt x="6289" y="5037"/>
                      <a:pt x="6624" y="4230"/>
                      <a:pt x="6624" y="3388"/>
                    </a:cubicBezTo>
                    <a:cubicBezTo>
                      <a:pt x="6624" y="2547"/>
                      <a:pt x="6289" y="1740"/>
                      <a:pt x="5695" y="1145"/>
                    </a:cubicBezTo>
                    <a:cubicBezTo>
                      <a:pt x="5100" y="550"/>
                      <a:pt x="4293" y="216"/>
                      <a:pt x="3452" y="216"/>
                    </a:cubicBezTo>
                    <a:cubicBezTo>
                      <a:pt x="2611" y="216"/>
                      <a:pt x="1804" y="550"/>
                      <a:pt x="1209" y="1145"/>
                    </a:cubicBezTo>
                    <a:cubicBezTo>
                      <a:pt x="615" y="1740"/>
                      <a:pt x="281" y="2547"/>
                      <a:pt x="281" y="3388"/>
                    </a:cubicBezTo>
                    <a:cubicBezTo>
                      <a:pt x="281" y="4230"/>
                      <a:pt x="615" y="5037"/>
                      <a:pt x="1209" y="5632"/>
                    </a:cubicBezTo>
                    <a:cubicBezTo>
                      <a:pt x="1804" y="6227"/>
                      <a:pt x="2611" y="6561"/>
                      <a:pt x="345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39" name="Freeform: Shape 3538">
                <a:extLst>
                  <a:ext uri="{FF2B5EF4-FFF2-40B4-BE49-F238E27FC236}">
                    <a16:creationId xmlns:a16="http://schemas.microsoft.com/office/drawing/2014/main" id="{CEB57E37-2FA5-36B0-A42E-EDB3C1909055}"/>
                  </a:ext>
                </a:extLst>
              </p:cNvPr>
              <p:cNvSpPr/>
              <p:nvPr/>
            </p:nvSpPr>
            <p:spPr>
              <a:xfrm>
                <a:off x="4410188" y="6222698"/>
                <a:ext cx="6343" cy="6345"/>
              </a:xfrm>
              <a:custGeom>
                <a:avLst/>
                <a:gdLst>
                  <a:gd name="connsiteX0" fmla="*/ 3452 w 6343"/>
                  <a:gd name="connsiteY0" fmla="*/ 6562 h 6345"/>
                  <a:gd name="connsiteX1" fmla="*/ 5695 w 6343"/>
                  <a:gd name="connsiteY1" fmla="*/ 5632 h 6345"/>
                  <a:gd name="connsiteX2" fmla="*/ 6624 w 6343"/>
                  <a:gd name="connsiteY2" fmla="*/ 3389 h 6345"/>
                  <a:gd name="connsiteX3" fmla="*/ 5695 w 6343"/>
                  <a:gd name="connsiteY3" fmla="*/ 1145 h 6345"/>
                  <a:gd name="connsiteX4" fmla="*/ 3452 w 6343"/>
                  <a:gd name="connsiteY4" fmla="*/ 216 h 6345"/>
                  <a:gd name="connsiteX5" fmla="*/ 1209 w 6343"/>
                  <a:gd name="connsiteY5" fmla="*/ 1145 h 6345"/>
                  <a:gd name="connsiteX6" fmla="*/ 280 w 6343"/>
                  <a:gd name="connsiteY6" fmla="*/ 3389 h 6345"/>
                  <a:gd name="connsiteX7" fmla="*/ 1209 w 6343"/>
                  <a:gd name="connsiteY7" fmla="*/ 5632 h 6345"/>
                  <a:gd name="connsiteX8" fmla="*/ 3452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2"/>
                    </a:moveTo>
                    <a:cubicBezTo>
                      <a:pt x="4293" y="6562"/>
                      <a:pt x="5100" y="6227"/>
                      <a:pt x="5695" y="5632"/>
                    </a:cubicBezTo>
                    <a:cubicBezTo>
                      <a:pt x="6289" y="5037"/>
                      <a:pt x="6624" y="4230"/>
                      <a:pt x="6624" y="3389"/>
                    </a:cubicBezTo>
                    <a:cubicBezTo>
                      <a:pt x="6624" y="2547"/>
                      <a:pt x="6289" y="1740"/>
                      <a:pt x="5695" y="1145"/>
                    </a:cubicBezTo>
                    <a:cubicBezTo>
                      <a:pt x="5100" y="550"/>
                      <a:pt x="4293" y="216"/>
                      <a:pt x="3452" y="216"/>
                    </a:cubicBezTo>
                    <a:cubicBezTo>
                      <a:pt x="2611" y="216"/>
                      <a:pt x="1804" y="550"/>
                      <a:pt x="1209" y="1145"/>
                    </a:cubicBezTo>
                    <a:cubicBezTo>
                      <a:pt x="615" y="1740"/>
                      <a:pt x="280" y="2547"/>
                      <a:pt x="280" y="3389"/>
                    </a:cubicBezTo>
                    <a:cubicBezTo>
                      <a:pt x="280" y="4230"/>
                      <a:pt x="615" y="5037"/>
                      <a:pt x="1209" y="5632"/>
                    </a:cubicBezTo>
                    <a:cubicBezTo>
                      <a:pt x="1804" y="6227"/>
                      <a:pt x="2611" y="6562"/>
                      <a:pt x="3452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40" name="Freeform: Shape 3539">
                <a:extLst>
                  <a:ext uri="{FF2B5EF4-FFF2-40B4-BE49-F238E27FC236}">
                    <a16:creationId xmlns:a16="http://schemas.microsoft.com/office/drawing/2014/main" id="{C09126A4-3F27-DC47-FC85-532F5A7E92CC}"/>
                  </a:ext>
                </a:extLst>
              </p:cNvPr>
              <p:cNvSpPr/>
              <p:nvPr/>
            </p:nvSpPr>
            <p:spPr>
              <a:xfrm>
                <a:off x="4409359" y="6227977"/>
                <a:ext cx="6343" cy="6345"/>
              </a:xfrm>
              <a:custGeom>
                <a:avLst/>
                <a:gdLst>
                  <a:gd name="connsiteX0" fmla="*/ 3452 w 6343"/>
                  <a:gd name="connsiteY0" fmla="*/ 6562 h 6345"/>
                  <a:gd name="connsiteX1" fmla="*/ 5695 w 6343"/>
                  <a:gd name="connsiteY1" fmla="*/ 5633 h 6345"/>
                  <a:gd name="connsiteX2" fmla="*/ 6624 w 6343"/>
                  <a:gd name="connsiteY2" fmla="*/ 3389 h 6345"/>
                  <a:gd name="connsiteX3" fmla="*/ 5695 w 6343"/>
                  <a:gd name="connsiteY3" fmla="*/ 1146 h 6345"/>
                  <a:gd name="connsiteX4" fmla="*/ 3452 w 6343"/>
                  <a:gd name="connsiteY4" fmla="*/ 217 h 6345"/>
                  <a:gd name="connsiteX5" fmla="*/ 1209 w 6343"/>
                  <a:gd name="connsiteY5" fmla="*/ 1146 h 6345"/>
                  <a:gd name="connsiteX6" fmla="*/ 280 w 6343"/>
                  <a:gd name="connsiteY6" fmla="*/ 3389 h 6345"/>
                  <a:gd name="connsiteX7" fmla="*/ 1209 w 6343"/>
                  <a:gd name="connsiteY7" fmla="*/ 5633 h 6345"/>
                  <a:gd name="connsiteX8" fmla="*/ 3452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2"/>
                    </a:moveTo>
                    <a:cubicBezTo>
                      <a:pt x="4293" y="6562"/>
                      <a:pt x="5100" y="6228"/>
                      <a:pt x="5695" y="5633"/>
                    </a:cubicBezTo>
                    <a:cubicBezTo>
                      <a:pt x="6289" y="5038"/>
                      <a:pt x="6624" y="4231"/>
                      <a:pt x="6624" y="3389"/>
                    </a:cubicBezTo>
                    <a:cubicBezTo>
                      <a:pt x="6624" y="2548"/>
                      <a:pt x="6289" y="1741"/>
                      <a:pt x="5695" y="1146"/>
                    </a:cubicBezTo>
                    <a:cubicBezTo>
                      <a:pt x="5100" y="551"/>
                      <a:pt x="4293" y="217"/>
                      <a:pt x="3452" y="217"/>
                    </a:cubicBezTo>
                    <a:cubicBezTo>
                      <a:pt x="2611" y="217"/>
                      <a:pt x="1804" y="551"/>
                      <a:pt x="1209" y="1146"/>
                    </a:cubicBezTo>
                    <a:cubicBezTo>
                      <a:pt x="615" y="1741"/>
                      <a:pt x="280" y="2548"/>
                      <a:pt x="280" y="3389"/>
                    </a:cubicBezTo>
                    <a:cubicBezTo>
                      <a:pt x="280" y="4231"/>
                      <a:pt x="615" y="5038"/>
                      <a:pt x="1209" y="5633"/>
                    </a:cubicBezTo>
                    <a:cubicBezTo>
                      <a:pt x="1804" y="6228"/>
                      <a:pt x="2611" y="6562"/>
                      <a:pt x="3452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41" name="Freeform: Shape 3540">
                <a:extLst>
                  <a:ext uri="{FF2B5EF4-FFF2-40B4-BE49-F238E27FC236}">
                    <a16:creationId xmlns:a16="http://schemas.microsoft.com/office/drawing/2014/main" id="{A4F6E0BA-E621-D2FE-8D51-FCA594F8BD2E}"/>
                  </a:ext>
                </a:extLst>
              </p:cNvPr>
              <p:cNvSpPr/>
              <p:nvPr/>
            </p:nvSpPr>
            <p:spPr>
              <a:xfrm>
                <a:off x="4407511" y="6232358"/>
                <a:ext cx="6343" cy="6345"/>
              </a:xfrm>
              <a:custGeom>
                <a:avLst/>
                <a:gdLst>
                  <a:gd name="connsiteX0" fmla="*/ 3452 w 6343"/>
                  <a:gd name="connsiteY0" fmla="*/ 6562 h 6345"/>
                  <a:gd name="connsiteX1" fmla="*/ 5694 w 6343"/>
                  <a:gd name="connsiteY1" fmla="*/ 5633 h 6345"/>
                  <a:gd name="connsiteX2" fmla="*/ 6623 w 6343"/>
                  <a:gd name="connsiteY2" fmla="*/ 3390 h 6345"/>
                  <a:gd name="connsiteX3" fmla="*/ 5694 w 6343"/>
                  <a:gd name="connsiteY3" fmla="*/ 1146 h 6345"/>
                  <a:gd name="connsiteX4" fmla="*/ 3452 w 6343"/>
                  <a:gd name="connsiteY4" fmla="*/ 217 h 6345"/>
                  <a:gd name="connsiteX5" fmla="*/ 1209 w 6343"/>
                  <a:gd name="connsiteY5" fmla="*/ 1146 h 6345"/>
                  <a:gd name="connsiteX6" fmla="*/ 280 w 6343"/>
                  <a:gd name="connsiteY6" fmla="*/ 3390 h 6345"/>
                  <a:gd name="connsiteX7" fmla="*/ 1209 w 6343"/>
                  <a:gd name="connsiteY7" fmla="*/ 5633 h 6345"/>
                  <a:gd name="connsiteX8" fmla="*/ 3452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2"/>
                    </a:moveTo>
                    <a:cubicBezTo>
                      <a:pt x="4293" y="6562"/>
                      <a:pt x="5100" y="6228"/>
                      <a:pt x="5694" y="5633"/>
                    </a:cubicBezTo>
                    <a:cubicBezTo>
                      <a:pt x="6289" y="5038"/>
                      <a:pt x="6623" y="4231"/>
                      <a:pt x="6623" y="3390"/>
                    </a:cubicBezTo>
                    <a:cubicBezTo>
                      <a:pt x="6623" y="2548"/>
                      <a:pt x="6289" y="1741"/>
                      <a:pt x="5694" y="1146"/>
                    </a:cubicBezTo>
                    <a:cubicBezTo>
                      <a:pt x="5100" y="551"/>
                      <a:pt x="4293" y="217"/>
                      <a:pt x="3452" y="217"/>
                    </a:cubicBezTo>
                    <a:cubicBezTo>
                      <a:pt x="2611" y="217"/>
                      <a:pt x="1804" y="551"/>
                      <a:pt x="1209" y="1146"/>
                    </a:cubicBezTo>
                    <a:cubicBezTo>
                      <a:pt x="614" y="1741"/>
                      <a:pt x="280" y="2548"/>
                      <a:pt x="280" y="3390"/>
                    </a:cubicBezTo>
                    <a:cubicBezTo>
                      <a:pt x="280" y="4231"/>
                      <a:pt x="614" y="5038"/>
                      <a:pt x="1209" y="5633"/>
                    </a:cubicBezTo>
                    <a:cubicBezTo>
                      <a:pt x="1804" y="6228"/>
                      <a:pt x="2611" y="6562"/>
                      <a:pt x="3452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42" name="Freeform: Shape 3541">
                <a:extLst>
                  <a:ext uri="{FF2B5EF4-FFF2-40B4-BE49-F238E27FC236}">
                    <a16:creationId xmlns:a16="http://schemas.microsoft.com/office/drawing/2014/main" id="{B482A131-9F00-6977-A5D3-D83F2C2D8145}"/>
                  </a:ext>
                </a:extLst>
              </p:cNvPr>
              <p:cNvSpPr/>
              <p:nvPr/>
            </p:nvSpPr>
            <p:spPr>
              <a:xfrm>
                <a:off x="4106315" y="5955033"/>
                <a:ext cx="6343" cy="6345"/>
              </a:xfrm>
              <a:custGeom>
                <a:avLst/>
                <a:gdLst>
                  <a:gd name="connsiteX0" fmla="*/ 3428 w 6343"/>
                  <a:gd name="connsiteY0" fmla="*/ 6540 h 6345"/>
                  <a:gd name="connsiteX1" fmla="*/ 5671 w 6343"/>
                  <a:gd name="connsiteY1" fmla="*/ 5611 h 6345"/>
                  <a:gd name="connsiteX2" fmla="*/ 6600 w 6343"/>
                  <a:gd name="connsiteY2" fmla="*/ 3368 h 6345"/>
                  <a:gd name="connsiteX3" fmla="*/ 5671 w 6343"/>
                  <a:gd name="connsiteY3" fmla="*/ 1124 h 6345"/>
                  <a:gd name="connsiteX4" fmla="*/ 3428 w 6343"/>
                  <a:gd name="connsiteY4" fmla="*/ 195 h 6345"/>
                  <a:gd name="connsiteX5" fmla="*/ 1185 w 6343"/>
                  <a:gd name="connsiteY5" fmla="*/ 1124 h 6345"/>
                  <a:gd name="connsiteX6" fmla="*/ 257 w 6343"/>
                  <a:gd name="connsiteY6" fmla="*/ 3368 h 6345"/>
                  <a:gd name="connsiteX7" fmla="*/ 1185 w 6343"/>
                  <a:gd name="connsiteY7" fmla="*/ 5611 h 6345"/>
                  <a:gd name="connsiteX8" fmla="*/ 3428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0"/>
                    </a:moveTo>
                    <a:cubicBezTo>
                      <a:pt x="4269" y="6540"/>
                      <a:pt x="5076" y="6206"/>
                      <a:pt x="5671" y="5611"/>
                    </a:cubicBezTo>
                    <a:cubicBezTo>
                      <a:pt x="6265" y="5016"/>
                      <a:pt x="6600" y="4209"/>
                      <a:pt x="6600" y="3368"/>
                    </a:cubicBezTo>
                    <a:cubicBezTo>
                      <a:pt x="6600" y="2526"/>
                      <a:pt x="6265" y="1719"/>
                      <a:pt x="5671" y="1124"/>
                    </a:cubicBezTo>
                    <a:cubicBezTo>
                      <a:pt x="5076" y="529"/>
                      <a:pt x="4269" y="195"/>
                      <a:pt x="3428" y="195"/>
                    </a:cubicBezTo>
                    <a:cubicBezTo>
                      <a:pt x="2587" y="195"/>
                      <a:pt x="1780" y="529"/>
                      <a:pt x="1185" y="1124"/>
                    </a:cubicBezTo>
                    <a:cubicBezTo>
                      <a:pt x="591" y="1719"/>
                      <a:pt x="257" y="2526"/>
                      <a:pt x="257" y="3368"/>
                    </a:cubicBezTo>
                    <a:cubicBezTo>
                      <a:pt x="257" y="4209"/>
                      <a:pt x="591" y="5016"/>
                      <a:pt x="1185" y="5611"/>
                    </a:cubicBezTo>
                    <a:cubicBezTo>
                      <a:pt x="1780" y="6206"/>
                      <a:pt x="2587" y="6540"/>
                      <a:pt x="3428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43" name="Freeform: Shape 3542">
                <a:extLst>
                  <a:ext uri="{FF2B5EF4-FFF2-40B4-BE49-F238E27FC236}">
                    <a16:creationId xmlns:a16="http://schemas.microsoft.com/office/drawing/2014/main" id="{E45BC940-B747-1C5D-F4C3-95F521E83E6E}"/>
                  </a:ext>
                </a:extLst>
              </p:cNvPr>
              <p:cNvSpPr/>
              <p:nvPr/>
            </p:nvSpPr>
            <p:spPr>
              <a:xfrm>
                <a:off x="4104105" y="5955642"/>
                <a:ext cx="6343" cy="6345"/>
              </a:xfrm>
              <a:custGeom>
                <a:avLst/>
                <a:gdLst>
                  <a:gd name="connsiteX0" fmla="*/ 3428 w 6343"/>
                  <a:gd name="connsiteY0" fmla="*/ 6541 h 6345"/>
                  <a:gd name="connsiteX1" fmla="*/ 5671 w 6343"/>
                  <a:gd name="connsiteY1" fmla="*/ 5611 h 6345"/>
                  <a:gd name="connsiteX2" fmla="*/ 6599 w 6343"/>
                  <a:gd name="connsiteY2" fmla="*/ 3368 h 6345"/>
                  <a:gd name="connsiteX3" fmla="*/ 5671 w 6343"/>
                  <a:gd name="connsiteY3" fmla="*/ 1124 h 6345"/>
                  <a:gd name="connsiteX4" fmla="*/ 3428 w 6343"/>
                  <a:gd name="connsiteY4" fmla="*/ 195 h 6345"/>
                  <a:gd name="connsiteX5" fmla="*/ 1185 w 6343"/>
                  <a:gd name="connsiteY5" fmla="*/ 1124 h 6345"/>
                  <a:gd name="connsiteX6" fmla="*/ 256 w 6343"/>
                  <a:gd name="connsiteY6" fmla="*/ 3368 h 6345"/>
                  <a:gd name="connsiteX7" fmla="*/ 1185 w 6343"/>
                  <a:gd name="connsiteY7" fmla="*/ 5611 h 6345"/>
                  <a:gd name="connsiteX8" fmla="*/ 3428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1"/>
                    </a:moveTo>
                    <a:cubicBezTo>
                      <a:pt x="4269" y="6541"/>
                      <a:pt x="5076" y="6206"/>
                      <a:pt x="5671" y="5611"/>
                    </a:cubicBezTo>
                    <a:cubicBezTo>
                      <a:pt x="6265" y="5016"/>
                      <a:pt x="6599" y="4209"/>
                      <a:pt x="6599" y="3368"/>
                    </a:cubicBezTo>
                    <a:cubicBezTo>
                      <a:pt x="6599" y="2526"/>
                      <a:pt x="6265" y="1719"/>
                      <a:pt x="5671" y="1124"/>
                    </a:cubicBezTo>
                    <a:cubicBezTo>
                      <a:pt x="5076" y="529"/>
                      <a:pt x="4269" y="195"/>
                      <a:pt x="3428" y="195"/>
                    </a:cubicBezTo>
                    <a:cubicBezTo>
                      <a:pt x="2587" y="195"/>
                      <a:pt x="1780" y="529"/>
                      <a:pt x="1185" y="1124"/>
                    </a:cubicBezTo>
                    <a:cubicBezTo>
                      <a:pt x="591" y="1719"/>
                      <a:pt x="256" y="2526"/>
                      <a:pt x="256" y="3368"/>
                    </a:cubicBezTo>
                    <a:cubicBezTo>
                      <a:pt x="256" y="4209"/>
                      <a:pt x="591" y="5016"/>
                      <a:pt x="1185" y="5611"/>
                    </a:cubicBezTo>
                    <a:cubicBezTo>
                      <a:pt x="1780" y="6206"/>
                      <a:pt x="2587" y="6541"/>
                      <a:pt x="3428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44" name="Freeform: Shape 3543">
                <a:extLst>
                  <a:ext uri="{FF2B5EF4-FFF2-40B4-BE49-F238E27FC236}">
                    <a16:creationId xmlns:a16="http://schemas.microsoft.com/office/drawing/2014/main" id="{C66ADDFA-2B58-4BE5-2B72-C42524E3AB1C}"/>
                  </a:ext>
                </a:extLst>
              </p:cNvPr>
              <p:cNvSpPr/>
              <p:nvPr/>
            </p:nvSpPr>
            <p:spPr>
              <a:xfrm>
                <a:off x="4099539" y="5953957"/>
                <a:ext cx="6343" cy="6345"/>
              </a:xfrm>
              <a:custGeom>
                <a:avLst/>
                <a:gdLst>
                  <a:gd name="connsiteX0" fmla="*/ 3428 w 6343"/>
                  <a:gd name="connsiteY0" fmla="*/ 6540 h 6345"/>
                  <a:gd name="connsiteX1" fmla="*/ 5670 w 6343"/>
                  <a:gd name="connsiteY1" fmla="*/ 5611 h 6345"/>
                  <a:gd name="connsiteX2" fmla="*/ 6599 w 6343"/>
                  <a:gd name="connsiteY2" fmla="*/ 3368 h 6345"/>
                  <a:gd name="connsiteX3" fmla="*/ 5670 w 6343"/>
                  <a:gd name="connsiteY3" fmla="*/ 1124 h 6345"/>
                  <a:gd name="connsiteX4" fmla="*/ 3428 w 6343"/>
                  <a:gd name="connsiteY4" fmla="*/ 195 h 6345"/>
                  <a:gd name="connsiteX5" fmla="*/ 1185 w 6343"/>
                  <a:gd name="connsiteY5" fmla="*/ 1124 h 6345"/>
                  <a:gd name="connsiteX6" fmla="*/ 256 w 6343"/>
                  <a:gd name="connsiteY6" fmla="*/ 3368 h 6345"/>
                  <a:gd name="connsiteX7" fmla="*/ 1185 w 6343"/>
                  <a:gd name="connsiteY7" fmla="*/ 5611 h 6345"/>
                  <a:gd name="connsiteX8" fmla="*/ 3428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0"/>
                    </a:moveTo>
                    <a:cubicBezTo>
                      <a:pt x="4269" y="6540"/>
                      <a:pt x="5075" y="6206"/>
                      <a:pt x="5670" y="5611"/>
                    </a:cubicBezTo>
                    <a:cubicBezTo>
                      <a:pt x="6265" y="5016"/>
                      <a:pt x="6599" y="4209"/>
                      <a:pt x="6599" y="3368"/>
                    </a:cubicBezTo>
                    <a:cubicBezTo>
                      <a:pt x="6599" y="2526"/>
                      <a:pt x="6265" y="1719"/>
                      <a:pt x="5670" y="1124"/>
                    </a:cubicBezTo>
                    <a:cubicBezTo>
                      <a:pt x="5075" y="529"/>
                      <a:pt x="4269" y="195"/>
                      <a:pt x="3428" y="195"/>
                    </a:cubicBezTo>
                    <a:cubicBezTo>
                      <a:pt x="2586" y="195"/>
                      <a:pt x="1780" y="529"/>
                      <a:pt x="1185" y="1124"/>
                    </a:cubicBezTo>
                    <a:cubicBezTo>
                      <a:pt x="590" y="1719"/>
                      <a:pt x="256" y="2526"/>
                      <a:pt x="256" y="3368"/>
                    </a:cubicBezTo>
                    <a:cubicBezTo>
                      <a:pt x="256" y="4209"/>
                      <a:pt x="590" y="5016"/>
                      <a:pt x="1185" y="5611"/>
                    </a:cubicBezTo>
                    <a:cubicBezTo>
                      <a:pt x="1780" y="6206"/>
                      <a:pt x="2586" y="6540"/>
                      <a:pt x="3428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45" name="Freeform: Shape 3544">
                <a:extLst>
                  <a:ext uri="{FF2B5EF4-FFF2-40B4-BE49-F238E27FC236}">
                    <a16:creationId xmlns:a16="http://schemas.microsoft.com/office/drawing/2014/main" id="{1A71228C-B929-43ED-C718-0DFDC028342C}"/>
                  </a:ext>
                </a:extLst>
              </p:cNvPr>
              <p:cNvSpPr/>
              <p:nvPr/>
            </p:nvSpPr>
            <p:spPr>
              <a:xfrm>
                <a:off x="4096972" y="5954148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70 w 6343"/>
                  <a:gd name="connsiteY1" fmla="*/ 5611 h 6345"/>
                  <a:gd name="connsiteX2" fmla="*/ 6599 w 6343"/>
                  <a:gd name="connsiteY2" fmla="*/ 3368 h 6345"/>
                  <a:gd name="connsiteX3" fmla="*/ 5670 w 6343"/>
                  <a:gd name="connsiteY3" fmla="*/ 1124 h 6345"/>
                  <a:gd name="connsiteX4" fmla="*/ 3427 w 6343"/>
                  <a:gd name="connsiteY4" fmla="*/ 195 h 6345"/>
                  <a:gd name="connsiteX5" fmla="*/ 1185 w 6343"/>
                  <a:gd name="connsiteY5" fmla="*/ 1124 h 6345"/>
                  <a:gd name="connsiteX6" fmla="*/ 256 w 6343"/>
                  <a:gd name="connsiteY6" fmla="*/ 3368 h 6345"/>
                  <a:gd name="connsiteX7" fmla="*/ 1185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70" y="5611"/>
                    </a:cubicBezTo>
                    <a:cubicBezTo>
                      <a:pt x="6265" y="5016"/>
                      <a:pt x="6599" y="4209"/>
                      <a:pt x="6599" y="3368"/>
                    </a:cubicBezTo>
                    <a:cubicBezTo>
                      <a:pt x="6599" y="2526"/>
                      <a:pt x="6265" y="1719"/>
                      <a:pt x="5670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5" y="1124"/>
                    </a:cubicBezTo>
                    <a:cubicBezTo>
                      <a:pt x="590" y="1719"/>
                      <a:pt x="256" y="2526"/>
                      <a:pt x="256" y="3368"/>
                    </a:cubicBezTo>
                    <a:cubicBezTo>
                      <a:pt x="256" y="4209"/>
                      <a:pt x="590" y="5016"/>
                      <a:pt x="1185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46" name="Freeform: Shape 3545">
                <a:extLst>
                  <a:ext uri="{FF2B5EF4-FFF2-40B4-BE49-F238E27FC236}">
                    <a16:creationId xmlns:a16="http://schemas.microsoft.com/office/drawing/2014/main" id="{8EBB9517-BCF4-7316-98FC-CF3B6C78C506}"/>
                  </a:ext>
                </a:extLst>
              </p:cNvPr>
              <p:cNvSpPr/>
              <p:nvPr/>
            </p:nvSpPr>
            <p:spPr>
              <a:xfrm>
                <a:off x="4093736" y="5953649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70 w 6343"/>
                  <a:gd name="connsiteY1" fmla="*/ 5611 h 6345"/>
                  <a:gd name="connsiteX2" fmla="*/ 6599 w 6343"/>
                  <a:gd name="connsiteY2" fmla="*/ 3368 h 6345"/>
                  <a:gd name="connsiteX3" fmla="*/ 5670 w 6343"/>
                  <a:gd name="connsiteY3" fmla="*/ 1124 h 6345"/>
                  <a:gd name="connsiteX4" fmla="*/ 3427 w 6343"/>
                  <a:gd name="connsiteY4" fmla="*/ 195 h 6345"/>
                  <a:gd name="connsiteX5" fmla="*/ 1184 w 6343"/>
                  <a:gd name="connsiteY5" fmla="*/ 1124 h 6345"/>
                  <a:gd name="connsiteX6" fmla="*/ 256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70" y="5611"/>
                    </a:cubicBezTo>
                    <a:cubicBezTo>
                      <a:pt x="6264" y="5016"/>
                      <a:pt x="6599" y="4209"/>
                      <a:pt x="6599" y="3368"/>
                    </a:cubicBezTo>
                    <a:cubicBezTo>
                      <a:pt x="6599" y="2526"/>
                      <a:pt x="6264" y="1719"/>
                      <a:pt x="5670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4" y="1124"/>
                    </a:cubicBezTo>
                    <a:cubicBezTo>
                      <a:pt x="590" y="1719"/>
                      <a:pt x="256" y="2526"/>
                      <a:pt x="256" y="3368"/>
                    </a:cubicBezTo>
                    <a:cubicBezTo>
                      <a:pt x="256" y="4209"/>
                      <a:pt x="590" y="5016"/>
                      <a:pt x="1184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47" name="Freeform: Shape 3546">
                <a:extLst>
                  <a:ext uri="{FF2B5EF4-FFF2-40B4-BE49-F238E27FC236}">
                    <a16:creationId xmlns:a16="http://schemas.microsoft.com/office/drawing/2014/main" id="{BF1254B4-85FD-04A5-5B18-FC6740182920}"/>
                  </a:ext>
                </a:extLst>
              </p:cNvPr>
              <p:cNvSpPr/>
              <p:nvPr/>
            </p:nvSpPr>
            <p:spPr>
              <a:xfrm>
                <a:off x="4091186" y="5953790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70 w 6343"/>
                  <a:gd name="connsiteY1" fmla="*/ 5611 h 6345"/>
                  <a:gd name="connsiteX2" fmla="*/ 6598 w 6343"/>
                  <a:gd name="connsiteY2" fmla="*/ 3368 h 6345"/>
                  <a:gd name="connsiteX3" fmla="*/ 5670 w 6343"/>
                  <a:gd name="connsiteY3" fmla="*/ 1124 h 6345"/>
                  <a:gd name="connsiteX4" fmla="*/ 3427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70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6"/>
                      <a:pt x="6264" y="1719"/>
                      <a:pt x="5670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4" y="1124"/>
                    </a:cubicBezTo>
                    <a:cubicBezTo>
                      <a:pt x="589" y="1719"/>
                      <a:pt x="255" y="2526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48" name="Freeform: Shape 3547">
                <a:extLst>
                  <a:ext uri="{FF2B5EF4-FFF2-40B4-BE49-F238E27FC236}">
                    <a16:creationId xmlns:a16="http://schemas.microsoft.com/office/drawing/2014/main" id="{B57596A0-A8FF-6526-5D9D-9A2E2ED0DFCC}"/>
                  </a:ext>
                </a:extLst>
              </p:cNvPr>
              <p:cNvSpPr/>
              <p:nvPr/>
            </p:nvSpPr>
            <p:spPr>
              <a:xfrm>
                <a:off x="4088610" y="5953875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4 h 6345"/>
                  <a:gd name="connsiteX4" fmla="*/ 3427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69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6"/>
                      <a:pt x="6264" y="1719"/>
                      <a:pt x="5669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4" y="1124"/>
                    </a:cubicBezTo>
                    <a:cubicBezTo>
                      <a:pt x="589" y="1719"/>
                      <a:pt x="255" y="2526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49" name="Freeform: Shape 3548">
                <a:extLst>
                  <a:ext uri="{FF2B5EF4-FFF2-40B4-BE49-F238E27FC236}">
                    <a16:creationId xmlns:a16="http://schemas.microsoft.com/office/drawing/2014/main" id="{674E854D-7CCA-468E-CC3D-EF55780EE9A5}"/>
                  </a:ext>
                </a:extLst>
              </p:cNvPr>
              <p:cNvSpPr/>
              <p:nvPr/>
            </p:nvSpPr>
            <p:spPr>
              <a:xfrm>
                <a:off x="4086637" y="5954547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4 h 6345"/>
                  <a:gd name="connsiteX4" fmla="*/ 3427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4" y="6206"/>
                      <a:pt x="5669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6"/>
                      <a:pt x="6264" y="1719"/>
                      <a:pt x="5669" y="1124"/>
                    </a:cubicBezTo>
                    <a:cubicBezTo>
                      <a:pt x="5074" y="529"/>
                      <a:pt x="4268" y="195"/>
                      <a:pt x="3427" y="195"/>
                    </a:cubicBezTo>
                    <a:cubicBezTo>
                      <a:pt x="2585" y="195"/>
                      <a:pt x="1779" y="529"/>
                      <a:pt x="1184" y="1124"/>
                    </a:cubicBezTo>
                    <a:cubicBezTo>
                      <a:pt x="589" y="1719"/>
                      <a:pt x="255" y="2526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9" y="6206"/>
                      <a:pt x="2585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50" name="Freeform: Shape 3549">
                <a:extLst>
                  <a:ext uri="{FF2B5EF4-FFF2-40B4-BE49-F238E27FC236}">
                    <a16:creationId xmlns:a16="http://schemas.microsoft.com/office/drawing/2014/main" id="{240322A4-4C61-688B-32FF-D349AD53BA9B}"/>
                  </a:ext>
                </a:extLst>
              </p:cNvPr>
              <p:cNvSpPr/>
              <p:nvPr/>
            </p:nvSpPr>
            <p:spPr>
              <a:xfrm>
                <a:off x="4084763" y="5955307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4 h 6345"/>
                  <a:gd name="connsiteX4" fmla="*/ 3426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6"/>
                      <a:pt x="5669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6"/>
                      <a:pt x="6264" y="1719"/>
                      <a:pt x="5669" y="1124"/>
                    </a:cubicBezTo>
                    <a:cubicBezTo>
                      <a:pt x="5074" y="529"/>
                      <a:pt x="4267" y="195"/>
                      <a:pt x="3426" y="195"/>
                    </a:cubicBezTo>
                    <a:cubicBezTo>
                      <a:pt x="2585" y="195"/>
                      <a:pt x="1778" y="529"/>
                      <a:pt x="1184" y="1124"/>
                    </a:cubicBezTo>
                    <a:cubicBezTo>
                      <a:pt x="589" y="1719"/>
                      <a:pt x="255" y="2526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8" y="6206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51" name="Freeform: Shape 3550">
                <a:extLst>
                  <a:ext uri="{FF2B5EF4-FFF2-40B4-BE49-F238E27FC236}">
                    <a16:creationId xmlns:a16="http://schemas.microsoft.com/office/drawing/2014/main" id="{A4A5375D-4807-651D-0DC4-B72B51DD549E}"/>
                  </a:ext>
                </a:extLst>
              </p:cNvPr>
              <p:cNvSpPr/>
              <p:nvPr/>
            </p:nvSpPr>
            <p:spPr>
              <a:xfrm>
                <a:off x="4083869" y="5957084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4 h 6345"/>
                  <a:gd name="connsiteX4" fmla="*/ 3426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6"/>
                      <a:pt x="5669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7"/>
                      <a:pt x="6264" y="1719"/>
                      <a:pt x="5669" y="1124"/>
                    </a:cubicBezTo>
                    <a:cubicBezTo>
                      <a:pt x="5074" y="530"/>
                      <a:pt x="4267" y="195"/>
                      <a:pt x="3426" y="195"/>
                    </a:cubicBezTo>
                    <a:cubicBezTo>
                      <a:pt x="2585" y="195"/>
                      <a:pt x="1778" y="530"/>
                      <a:pt x="1184" y="1124"/>
                    </a:cubicBezTo>
                    <a:cubicBezTo>
                      <a:pt x="589" y="1719"/>
                      <a:pt x="255" y="2527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8" y="6206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52" name="Freeform: Shape 3551">
                <a:extLst>
                  <a:ext uri="{FF2B5EF4-FFF2-40B4-BE49-F238E27FC236}">
                    <a16:creationId xmlns:a16="http://schemas.microsoft.com/office/drawing/2014/main" id="{ABCF5278-EDBD-D2A8-44E7-EB96BEC6974D}"/>
                  </a:ext>
                </a:extLst>
              </p:cNvPr>
              <p:cNvSpPr/>
              <p:nvPr/>
            </p:nvSpPr>
            <p:spPr>
              <a:xfrm>
                <a:off x="4083255" y="5959169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8 h 6345"/>
                  <a:gd name="connsiteX3" fmla="*/ 5669 w 6343"/>
                  <a:gd name="connsiteY3" fmla="*/ 1125 h 6345"/>
                  <a:gd name="connsiteX4" fmla="*/ 3426 w 6343"/>
                  <a:gd name="connsiteY4" fmla="*/ 195 h 6345"/>
                  <a:gd name="connsiteX5" fmla="*/ 1184 w 6343"/>
                  <a:gd name="connsiteY5" fmla="*/ 1125 h 6345"/>
                  <a:gd name="connsiteX6" fmla="*/ 255 w 6343"/>
                  <a:gd name="connsiteY6" fmla="*/ 3368 h 6345"/>
                  <a:gd name="connsiteX7" fmla="*/ 1184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8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7" y="195"/>
                      <a:pt x="3426" y="195"/>
                    </a:cubicBezTo>
                    <a:cubicBezTo>
                      <a:pt x="2585" y="195"/>
                      <a:pt x="1778" y="530"/>
                      <a:pt x="1184" y="1125"/>
                    </a:cubicBezTo>
                    <a:cubicBezTo>
                      <a:pt x="589" y="1720"/>
                      <a:pt x="255" y="2527"/>
                      <a:pt x="255" y="3368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8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53" name="Freeform: Shape 3552">
                <a:extLst>
                  <a:ext uri="{FF2B5EF4-FFF2-40B4-BE49-F238E27FC236}">
                    <a16:creationId xmlns:a16="http://schemas.microsoft.com/office/drawing/2014/main" id="{CC801AFE-524E-5CAA-F301-51DF01890871}"/>
                  </a:ext>
                </a:extLst>
              </p:cNvPr>
              <p:cNvSpPr/>
              <p:nvPr/>
            </p:nvSpPr>
            <p:spPr>
              <a:xfrm>
                <a:off x="4082493" y="5961116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8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4 w 6343"/>
                  <a:gd name="connsiteY5" fmla="*/ 1125 h 6345"/>
                  <a:gd name="connsiteX6" fmla="*/ 255 w 6343"/>
                  <a:gd name="connsiteY6" fmla="*/ 3368 h 6345"/>
                  <a:gd name="connsiteX7" fmla="*/ 1184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8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4" y="1125"/>
                    </a:cubicBezTo>
                    <a:cubicBezTo>
                      <a:pt x="589" y="1720"/>
                      <a:pt x="255" y="2527"/>
                      <a:pt x="255" y="3368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8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54" name="Freeform: Shape 3553">
                <a:extLst>
                  <a:ext uri="{FF2B5EF4-FFF2-40B4-BE49-F238E27FC236}">
                    <a16:creationId xmlns:a16="http://schemas.microsoft.com/office/drawing/2014/main" id="{CD9B5B74-6783-8402-C169-38F69D755D32}"/>
                  </a:ext>
                </a:extLst>
              </p:cNvPr>
              <p:cNvSpPr/>
              <p:nvPr/>
            </p:nvSpPr>
            <p:spPr>
              <a:xfrm>
                <a:off x="4081555" y="5962888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8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3 w 6343"/>
                  <a:gd name="connsiteY5" fmla="*/ 1125 h 6345"/>
                  <a:gd name="connsiteX6" fmla="*/ 255 w 6343"/>
                  <a:gd name="connsiteY6" fmla="*/ 3368 h 6345"/>
                  <a:gd name="connsiteX7" fmla="*/ 1183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7"/>
                      <a:pt x="5669" y="5612"/>
                    </a:cubicBezTo>
                    <a:cubicBezTo>
                      <a:pt x="6263" y="5017"/>
                      <a:pt x="6598" y="4210"/>
                      <a:pt x="6598" y="3368"/>
                    </a:cubicBezTo>
                    <a:cubicBezTo>
                      <a:pt x="6598" y="2527"/>
                      <a:pt x="6263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3" y="1125"/>
                    </a:cubicBezTo>
                    <a:cubicBezTo>
                      <a:pt x="589" y="1720"/>
                      <a:pt x="255" y="2527"/>
                      <a:pt x="255" y="3368"/>
                    </a:cubicBezTo>
                    <a:cubicBezTo>
                      <a:pt x="255" y="4210"/>
                      <a:pt x="589" y="5017"/>
                      <a:pt x="1183" y="5612"/>
                    </a:cubicBezTo>
                    <a:cubicBezTo>
                      <a:pt x="1778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55" name="Freeform: Shape 3554">
                <a:extLst>
                  <a:ext uri="{FF2B5EF4-FFF2-40B4-BE49-F238E27FC236}">
                    <a16:creationId xmlns:a16="http://schemas.microsoft.com/office/drawing/2014/main" id="{D571C10D-CA6B-0F9F-E8A6-606954F58DB1}"/>
                  </a:ext>
                </a:extLst>
              </p:cNvPr>
              <p:cNvSpPr/>
              <p:nvPr/>
            </p:nvSpPr>
            <p:spPr>
              <a:xfrm>
                <a:off x="4080731" y="5964797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9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3 w 6343"/>
                  <a:gd name="connsiteY5" fmla="*/ 1125 h 6345"/>
                  <a:gd name="connsiteX6" fmla="*/ 254 w 6343"/>
                  <a:gd name="connsiteY6" fmla="*/ 3369 h 6345"/>
                  <a:gd name="connsiteX7" fmla="*/ 1183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7"/>
                      <a:pt x="5669" y="5612"/>
                    </a:cubicBezTo>
                    <a:cubicBezTo>
                      <a:pt x="6263" y="5017"/>
                      <a:pt x="6598" y="4210"/>
                      <a:pt x="6598" y="3369"/>
                    </a:cubicBezTo>
                    <a:cubicBezTo>
                      <a:pt x="6598" y="2527"/>
                      <a:pt x="6263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3" y="1125"/>
                    </a:cubicBezTo>
                    <a:cubicBezTo>
                      <a:pt x="589" y="1720"/>
                      <a:pt x="254" y="2527"/>
                      <a:pt x="254" y="3369"/>
                    </a:cubicBezTo>
                    <a:cubicBezTo>
                      <a:pt x="254" y="4210"/>
                      <a:pt x="589" y="5017"/>
                      <a:pt x="1183" y="5612"/>
                    </a:cubicBezTo>
                    <a:cubicBezTo>
                      <a:pt x="1778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56" name="Freeform: Shape 3555">
                <a:extLst>
                  <a:ext uri="{FF2B5EF4-FFF2-40B4-BE49-F238E27FC236}">
                    <a16:creationId xmlns:a16="http://schemas.microsoft.com/office/drawing/2014/main" id="{1C45DD8F-E470-45A2-8516-55A0AD7C5E40}"/>
                  </a:ext>
                </a:extLst>
              </p:cNvPr>
              <p:cNvSpPr/>
              <p:nvPr/>
            </p:nvSpPr>
            <p:spPr>
              <a:xfrm>
                <a:off x="4067322" y="5952653"/>
                <a:ext cx="6343" cy="6345"/>
              </a:xfrm>
              <a:custGeom>
                <a:avLst/>
                <a:gdLst>
                  <a:gd name="connsiteX0" fmla="*/ 3425 w 6343"/>
                  <a:gd name="connsiteY0" fmla="*/ 6540 h 6345"/>
                  <a:gd name="connsiteX1" fmla="*/ 5668 w 6343"/>
                  <a:gd name="connsiteY1" fmla="*/ 5611 h 6345"/>
                  <a:gd name="connsiteX2" fmla="*/ 6597 w 6343"/>
                  <a:gd name="connsiteY2" fmla="*/ 3368 h 6345"/>
                  <a:gd name="connsiteX3" fmla="*/ 5668 w 6343"/>
                  <a:gd name="connsiteY3" fmla="*/ 1124 h 6345"/>
                  <a:gd name="connsiteX4" fmla="*/ 3425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0"/>
                    </a:moveTo>
                    <a:cubicBezTo>
                      <a:pt x="4266" y="6540"/>
                      <a:pt x="5073" y="6206"/>
                      <a:pt x="5668" y="5611"/>
                    </a:cubicBezTo>
                    <a:cubicBezTo>
                      <a:pt x="6262" y="5016"/>
                      <a:pt x="6597" y="4209"/>
                      <a:pt x="6597" y="3368"/>
                    </a:cubicBezTo>
                    <a:cubicBezTo>
                      <a:pt x="6597" y="2526"/>
                      <a:pt x="6262" y="1719"/>
                      <a:pt x="5668" y="1124"/>
                    </a:cubicBezTo>
                    <a:cubicBezTo>
                      <a:pt x="5073" y="529"/>
                      <a:pt x="4266" y="195"/>
                      <a:pt x="3425" y="195"/>
                    </a:cubicBezTo>
                    <a:cubicBezTo>
                      <a:pt x="2584" y="195"/>
                      <a:pt x="1777" y="529"/>
                      <a:pt x="1182" y="1124"/>
                    </a:cubicBezTo>
                    <a:cubicBezTo>
                      <a:pt x="588" y="1719"/>
                      <a:pt x="253" y="2526"/>
                      <a:pt x="253" y="3368"/>
                    </a:cubicBezTo>
                    <a:cubicBezTo>
                      <a:pt x="253" y="4209"/>
                      <a:pt x="588" y="5016"/>
                      <a:pt x="1182" y="5611"/>
                    </a:cubicBezTo>
                    <a:cubicBezTo>
                      <a:pt x="1777" y="6206"/>
                      <a:pt x="2584" y="6540"/>
                      <a:pt x="342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57" name="Freeform: Shape 3556">
                <a:extLst>
                  <a:ext uri="{FF2B5EF4-FFF2-40B4-BE49-F238E27FC236}">
                    <a16:creationId xmlns:a16="http://schemas.microsoft.com/office/drawing/2014/main" id="{F739B605-847A-3ADF-40BC-9FE66F5CA4DA}"/>
                  </a:ext>
                </a:extLst>
              </p:cNvPr>
              <p:cNvSpPr/>
              <p:nvPr/>
            </p:nvSpPr>
            <p:spPr>
              <a:xfrm>
                <a:off x="4064352" y="5951991"/>
                <a:ext cx="6343" cy="6345"/>
              </a:xfrm>
              <a:custGeom>
                <a:avLst/>
                <a:gdLst>
                  <a:gd name="connsiteX0" fmla="*/ 3425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5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0"/>
                    </a:moveTo>
                    <a:cubicBezTo>
                      <a:pt x="4266" y="6540"/>
                      <a:pt x="5073" y="6206"/>
                      <a:pt x="5667" y="5611"/>
                    </a:cubicBezTo>
                    <a:cubicBezTo>
                      <a:pt x="6262" y="5016"/>
                      <a:pt x="6596" y="4209"/>
                      <a:pt x="6596" y="3368"/>
                    </a:cubicBezTo>
                    <a:cubicBezTo>
                      <a:pt x="6596" y="2526"/>
                      <a:pt x="6262" y="1719"/>
                      <a:pt x="5667" y="1124"/>
                    </a:cubicBezTo>
                    <a:cubicBezTo>
                      <a:pt x="5073" y="529"/>
                      <a:pt x="4266" y="195"/>
                      <a:pt x="3425" y="195"/>
                    </a:cubicBezTo>
                    <a:cubicBezTo>
                      <a:pt x="2584" y="195"/>
                      <a:pt x="1777" y="529"/>
                      <a:pt x="1182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2" y="5611"/>
                    </a:cubicBezTo>
                    <a:cubicBezTo>
                      <a:pt x="1777" y="6206"/>
                      <a:pt x="2584" y="6540"/>
                      <a:pt x="342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58" name="Freeform: Shape 3557">
                <a:extLst>
                  <a:ext uri="{FF2B5EF4-FFF2-40B4-BE49-F238E27FC236}">
                    <a16:creationId xmlns:a16="http://schemas.microsoft.com/office/drawing/2014/main" id="{4350F30E-3E77-F086-E354-558DC4515298}"/>
                  </a:ext>
                </a:extLst>
              </p:cNvPr>
              <p:cNvSpPr/>
              <p:nvPr/>
            </p:nvSpPr>
            <p:spPr>
              <a:xfrm>
                <a:off x="4061897" y="5951873"/>
                <a:ext cx="6343" cy="6345"/>
              </a:xfrm>
              <a:custGeom>
                <a:avLst/>
                <a:gdLst>
                  <a:gd name="connsiteX0" fmla="*/ 3425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5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0"/>
                    </a:moveTo>
                    <a:cubicBezTo>
                      <a:pt x="4266" y="6540"/>
                      <a:pt x="5072" y="6206"/>
                      <a:pt x="5667" y="5611"/>
                    </a:cubicBezTo>
                    <a:cubicBezTo>
                      <a:pt x="6262" y="5016"/>
                      <a:pt x="6596" y="4209"/>
                      <a:pt x="6596" y="3368"/>
                    </a:cubicBezTo>
                    <a:cubicBezTo>
                      <a:pt x="6596" y="2526"/>
                      <a:pt x="6262" y="1719"/>
                      <a:pt x="5667" y="1124"/>
                    </a:cubicBezTo>
                    <a:cubicBezTo>
                      <a:pt x="5072" y="529"/>
                      <a:pt x="4266" y="195"/>
                      <a:pt x="3425" y="195"/>
                    </a:cubicBezTo>
                    <a:cubicBezTo>
                      <a:pt x="2583" y="195"/>
                      <a:pt x="1777" y="529"/>
                      <a:pt x="1182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2" y="5611"/>
                    </a:cubicBezTo>
                    <a:cubicBezTo>
                      <a:pt x="1777" y="6206"/>
                      <a:pt x="2583" y="6540"/>
                      <a:pt x="342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59" name="Freeform: Shape 3558">
                <a:extLst>
                  <a:ext uri="{FF2B5EF4-FFF2-40B4-BE49-F238E27FC236}">
                    <a16:creationId xmlns:a16="http://schemas.microsoft.com/office/drawing/2014/main" id="{3F877069-CEFD-972A-6C4D-F43E2688E085}"/>
                  </a:ext>
                </a:extLst>
              </p:cNvPr>
              <p:cNvSpPr/>
              <p:nvPr/>
            </p:nvSpPr>
            <p:spPr>
              <a:xfrm>
                <a:off x="4059606" y="5951913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4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7" y="5611"/>
                    </a:cubicBezTo>
                    <a:cubicBezTo>
                      <a:pt x="6262" y="5016"/>
                      <a:pt x="6596" y="4209"/>
                      <a:pt x="6596" y="3368"/>
                    </a:cubicBezTo>
                    <a:cubicBezTo>
                      <a:pt x="6596" y="2526"/>
                      <a:pt x="6262" y="1719"/>
                      <a:pt x="5667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7" y="529"/>
                      <a:pt x="1182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2" y="5611"/>
                    </a:cubicBezTo>
                    <a:cubicBezTo>
                      <a:pt x="1777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60" name="Freeform: Shape 3559">
                <a:extLst>
                  <a:ext uri="{FF2B5EF4-FFF2-40B4-BE49-F238E27FC236}">
                    <a16:creationId xmlns:a16="http://schemas.microsoft.com/office/drawing/2014/main" id="{79932AD1-AB9D-26AB-C508-E3C4B0D8E7C7}"/>
                  </a:ext>
                </a:extLst>
              </p:cNvPr>
              <p:cNvSpPr/>
              <p:nvPr/>
            </p:nvSpPr>
            <p:spPr>
              <a:xfrm>
                <a:off x="4057260" y="5951861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4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7" y="5611"/>
                    </a:cubicBezTo>
                    <a:cubicBezTo>
                      <a:pt x="6262" y="5016"/>
                      <a:pt x="6596" y="4209"/>
                      <a:pt x="6596" y="3368"/>
                    </a:cubicBezTo>
                    <a:cubicBezTo>
                      <a:pt x="6596" y="2526"/>
                      <a:pt x="6262" y="1719"/>
                      <a:pt x="5667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2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2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61" name="Freeform: Shape 3560">
                <a:extLst>
                  <a:ext uri="{FF2B5EF4-FFF2-40B4-BE49-F238E27FC236}">
                    <a16:creationId xmlns:a16="http://schemas.microsoft.com/office/drawing/2014/main" id="{312233EA-45AD-F852-C7E7-AC33B0A065D6}"/>
                  </a:ext>
                </a:extLst>
              </p:cNvPr>
              <p:cNvSpPr/>
              <p:nvPr/>
            </p:nvSpPr>
            <p:spPr>
              <a:xfrm>
                <a:off x="4055105" y="5952006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4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7" y="5611"/>
                    </a:cubicBezTo>
                    <a:cubicBezTo>
                      <a:pt x="6261" y="5016"/>
                      <a:pt x="6596" y="4209"/>
                      <a:pt x="6596" y="3368"/>
                    </a:cubicBezTo>
                    <a:cubicBezTo>
                      <a:pt x="6596" y="2526"/>
                      <a:pt x="6261" y="1719"/>
                      <a:pt x="5667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1" y="1124"/>
                    </a:cubicBezTo>
                    <a:cubicBezTo>
                      <a:pt x="587" y="1719"/>
                      <a:pt x="252" y="2526"/>
                      <a:pt x="252" y="3368"/>
                    </a:cubicBezTo>
                    <a:cubicBezTo>
                      <a:pt x="252" y="4209"/>
                      <a:pt x="587" y="5016"/>
                      <a:pt x="1181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62" name="Freeform: Shape 3561">
                <a:extLst>
                  <a:ext uri="{FF2B5EF4-FFF2-40B4-BE49-F238E27FC236}">
                    <a16:creationId xmlns:a16="http://schemas.microsoft.com/office/drawing/2014/main" id="{0A851A3F-C1D8-F4BE-EABE-1A8C7B3DF9DE}"/>
                  </a:ext>
                </a:extLst>
              </p:cNvPr>
              <p:cNvSpPr/>
              <p:nvPr/>
            </p:nvSpPr>
            <p:spPr>
              <a:xfrm>
                <a:off x="4052773" y="5951913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4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63" name="Freeform: Shape 3562">
                <a:extLst>
                  <a:ext uri="{FF2B5EF4-FFF2-40B4-BE49-F238E27FC236}">
                    <a16:creationId xmlns:a16="http://schemas.microsoft.com/office/drawing/2014/main" id="{C8E37BD5-3254-F136-3410-03187DD58581}"/>
                  </a:ext>
                </a:extLst>
              </p:cNvPr>
              <p:cNvSpPr/>
              <p:nvPr/>
            </p:nvSpPr>
            <p:spPr>
              <a:xfrm>
                <a:off x="4050539" y="5951911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4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64" name="Freeform: Shape 3563">
                <a:extLst>
                  <a:ext uri="{FF2B5EF4-FFF2-40B4-BE49-F238E27FC236}">
                    <a16:creationId xmlns:a16="http://schemas.microsoft.com/office/drawing/2014/main" id="{80A0EB3B-773C-1FC1-44AF-2C400865BC5D}"/>
                  </a:ext>
                </a:extLst>
              </p:cNvPr>
              <p:cNvSpPr/>
              <p:nvPr/>
            </p:nvSpPr>
            <p:spPr>
              <a:xfrm>
                <a:off x="4048103" y="5951630"/>
                <a:ext cx="6343" cy="6345"/>
              </a:xfrm>
              <a:custGeom>
                <a:avLst/>
                <a:gdLst>
                  <a:gd name="connsiteX0" fmla="*/ 3423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3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0"/>
                    </a:moveTo>
                    <a:cubicBezTo>
                      <a:pt x="4265" y="6540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1" y="529"/>
                      <a:pt x="4265" y="195"/>
                      <a:pt x="3423" y="195"/>
                    </a:cubicBezTo>
                    <a:cubicBezTo>
                      <a:pt x="2582" y="195"/>
                      <a:pt x="1776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6" y="6206"/>
                      <a:pt x="2582" y="6540"/>
                      <a:pt x="342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65" name="Freeform: Shape 3564">
                <a:extLst>
                  <a:ext uri="{FF2B5EF4-FFF2-40B4-BE49-F238E27FC236}">
                    <a16:creationId xmlns:a16="http://schemas.microsoft.com/office/drawing/2014/main" id="{E140CEF3-F26E-3768-CA9B-F8F7AE0B264D}"/>
                  </a:ext>
                </a:extLst>
              </p:cNvPr>
              <p:cNvSpPr/>
              <p:nvPr/>
            </p:nvSpPr>
            <p:spPr>
              <a:xfrm>
                <a:off x="4046271" y="5952070"/>
                <a:ext cx="6343" cy="6345"/>
              </a:xfrm>
              <a:custGeom>
                <a:avLst/>
                <a:gdLst>
                  <a:gd name="connsiteX0" fmla="*/ 3423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3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0"/>
                    </a:moveTo>
                    <a:cubicBezTo>
                      <a:pt x="4264" y="6540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1" y="529"/>
                      <a:pt x="4264" y="195"/>
                      <a:pt x="3423" y="195"/>
                    </a:cubicBezTo>
                    <a:cubicBezTo>
                      <a:pt x="2582" y="195"/>
                      <a:pt x="1775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5" y="6206"/>
                      <a:pt x="2582" y="6540"/>
                      <a:pt x="342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66" name="Freeform: Shape 3565">
                <a:extLst>
                  <a:ext uri="{FF2B5EF4-FFF2-40B4-BE49-F238E27FC236}">
                    <a16:creationId xmlns:a16="http://schemas.microsoft.com/office/drawing/2014/main" id="{16FBA23F-EE15-1EAE-25AF-19F4B6645C93}"/>
                  </a:ext>
                </a:extLst>
              </p:cNvPr>
              <p:cNvSpPr/>
              <p:nvPr/>
            </p:nvSpPr>
            <p:spPr>
              <a:xfrm>
                <a:off x="4045234" y="5953502"/>
                <a:ext cx="6343" cy="6345"/>
              </a:xfrm>
              <a:custGeom>
                <a:avLst/>
                <a:gdLst>
                  <a:gd name="connsiteX0" fmla="*/ 3423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3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0"/>
                    </a:moveTo>
                    <a:cubicBezTo>
                      <a:pt x="4264" y="6540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1" y="529"/>
                      <a:pt x="4264" y="195"/>
                      <a:pt x="3423" y="195"/>
                    </a:cubicBezTo>
                    <a:cubicBezTo>
                      <a:pt x="2582" y="195"/>
                      <a:pt x="1775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5" y="6206"/>
                      <a:pt x="2582" y="6540"/>
                      <a:pt x="342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67" name="Freeform: Shape 3566">
                <a:extLst>
                  <a:ext uri="{FF2B5EF4-FFF2-40B4-BE49-F238E27FC236}">
                    <a16:creationId xmlns:a16="http://schemas.microsoft.com/office/drawing/2014/main" id="{F612A0F8-6CC9-653D-F381-1BE9E5113247}"/>
                  </a:ext>
                </a:extLst>
              </p:cNvPr>
              <p:cNvSpPr/>
              <p:nvPr/>
            </p:nvSpPr>
            <p:spPr>
              <a:xfrm>
                <a:off x="4044420" y="5955229"/>
                <a:ext cx="6343" cy="6345"/>
              </a:xfrm>
              <a:custGeom>
                <a:avLst/>
                <a:gdLst>
                  <a:gd name="connsiteX0" fmla="*/ 3423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3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0"/>
                    </a:moveTo>
                    <a:cubicBezTo>
                      <a:pt x="4264" y="6540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1" y="529"/>
                      <a:pt x="4264" y="195"/>
                      <a:pt x="3423" y="195"/>
                    </a:cubicBezTo>
                    <a:cubicBezTo>
                      <a:pt x="2582" y="195"/>
                      <a:pt x="1775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5" y="6206"/>
                      <a:pt x="2582" y="6540"/>
                      <a:pt x="342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68" name="Freeform: Shape 3567">
                <a:extLst>
                  <a:ext uri="{FF2B5EF4-FFF2-40B4-BE49-F238E27FC236}">
                    <a16:creationId xmlns:a16="http://schemas.microsoft.com/office/drawing/2014/main" id="{9E9A6445-B3D0-DF73-2A62-FFEC94078526}"/>
                  </a:ext>
                </a:extLst>
              </p:cNvPr>
              <p:cNvSpPr/>
              <p:nvPr/>
            </p:nvSpPr>
            <p:spPr>
              <a:xfrm>
                <a:off x="4044895" y="5958647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3 w 6343"/>
                  <a:gd name="connsiteY4" fmla="*/ 195 h 6345"/>
                  <a:gd name="connsiteX5" fmla="*/ 1181 w 6343"/>
                  <a:gd name="connsiteY5" fmla="*/ 1125 h 6345"/>
                  <a:gd name="connsiteX6" fmla="*/ 252 w 6343"/>
                  <a:gd name="connsiteY6" fmla="*/ 3368 h 6345"/>
                  <a:gd name="connsiteX7" fmla="*/ 1181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6"/>
                      <a:pt x="5666" y="5612"/>
                    </a:cubicBezTo>
                    <a:cubicBezTo>
                      <a:pt x="6261" y="5017"/>
                      <a:pt x="6595" y="4209"/>
                      <a:pt x="6595" y="3368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5"/>
                      <a:pt x="3423" y="195"/>
                    </a:cubicBezTo>
                    <a:cubicBezTo>
                      <a:pt x="2582" y="195"/>
                      <a:pt x="1775" y="530"/>
                      <a:pt x="1181" y="1125"/>
                    </a:cubicBezTo>
                    <a:cubicBezTo>
                      <a:pt x="586" y="1720"/>
                      <a:pt x="252" y="2527"/>
                      <a:pt x="252" y="3368"/>
                    </a:cubicBezTo>
                    <a:cubicBezTo>
                      <a:pt x="252" y="4209"/>
                      <a:pt x="586" y="5017"/>
                      <a:pt x="1181" y="5612"/>
                    </a:cubicBezTo>
                    <a:cubicBezTo>
                      <a:pt x="1775" y="6206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69" name="Freeform: Shape 3568">
                <a:extLst>
                  <a:ext uri="{FF2B5EF4-FFF2-40B4-BE49-F238E27FC236}">
                    <a16:creationId xmlns:a16="http://schemas.microsoft.com/office/drawing/2014/main" id="{771E21F0-7ECC-C801-913F-ECA19500B7DB}"/>
                  </a:ext>
                </a:extLst>
              </p:cNvPr>
              <p:cNvSpPr/>
              <p:nvPr/>
            </p:nvSpPr>
            <p:spPr>
              <a:xfrm>
                <a:off x="4044069" y="5960415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3 w 6343"/>
                  <a:gd name="connsiteY4" fmla="*/ 195 h 6345"/>
                  <a:gd name="connsiteX5" fmla="*/ 1181 w 6343"/>
                  <a:gd name="connsiteY5" fmla="*/ 1125 h 6345"/>
                  <a:gd name="connsiteX6" fmla="*/ 252 w 6343"/>
                  <a:gd name="connsiteY6" fmla="*/ 3368 h 6345"/>
                  <a:gd name="connsiteX7" fmla="*/ 1181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8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5"/>
                      <a:pt x="3423" y="195"/>
                    </a:cubicBezTo>
                    <a:cubicBezTo>
                      <a:pt x="2582" y="195"/>
                      <a:pt x="1775" y="530"/>
                      <a:pt x="1181" y="1125"/>
                    </a:cubicBezTo>
                    <a:cubicBezTo>
                      <a:pt x="586" y="1720"/>
                      <a:pt x="252" y="2527"/>
                      <a:pt x="252" y="3368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70" name="Freeform: Shape 3569">
                <a:extLst>
                  <a:ext uri="{FF2B5EF4-FFF2-40B4-BE49-F238E27FC236}">
                    <a16:creationId xmlns:a16="http://schemas.microsoft.com/office/drawing/2014/main" id="{174615A9-8D5B-C09E-CCDA-5923AD62D9DD}"/>
                  </a:ext>
                </a:extLst>
              </p:cNvPr>
              <p:cNvSpPr/>
              <p:nvPr/>
            </p:nvSpPr>
            <p:spPr>
              <a:xfrm>
                <a:off x="4043343" y="5962334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0 w 6343"/>
                  <a:gd name="connsiteY5" fmla="*/ 1125 h 6345"/>
                  <a:gd name="connsiteX6" fmla="*/ 252 w 6343"/>
                  <a:gd name="connsiteY6" fmla="*/ 3368 h 6345"/>
                  <a:gd name="connsiteX7" fmla="*/ 1180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0" y="5017"/>
                      <a:pt x="6595" y="4210"/>
                      <a:pt x="6595" y="3368"/>
                    </a:cubicBezTo>
                    <a:cubicBezTo>
                      <a:pt x="6595" y="2527"/>
                      <a:pt x="6260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0" y="1125"/>
                    </a:cubicBezTo>
                    <a:cubicBezTo>
                      <a:pt x="586" y="1720"/>
                      <a:pt x="252" y="2527"/>
                      <a:pt x="252" y="3368"/>
                    </a:cubicBezTo>
                    <a:cubicBezTo>
                      <a:pt x="252" y="4210"/>
                      <a:pt x="586" y="5017"/>
                      <a:pt x="1180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71" name="Freeform: Shape 3570">
                <a:extLst>
                  <a:ext uri="{FF2B5EF4-FFF2-40B4-BE49-F238E27FC236}">
                    <a16:creationId xmlns:a16="http://schemas.microsoft.com/office/drawing/2014/main" id="{0128AD5D-6B85-EF53-1D41-38EA187D029B}"/>
                  </a:ext>
                </a:extLst>
              </p:cNvPr>
              <p:cNvSpPr/>
              <p:nvPr/>
            </p:nvSpPr>
            <p:spPr>
              <a:xfrm>
                <a:off x="4042599" y="5964252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0 w 6343"/>
                  <a:gd name="connsiteY5" fmla="*/ 1125 h 6345"/>
                  <a:gd name="connsiteX6" fmla="*/ 251 w 6343"/>
                  <a:gd name="connsiteY6" fmla="*/ 3369 h 6345"/>
                  <a:gd name="connsiteX7" fmla="*/ 1180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0" y="5017"/>
                      <a:pt x="6595" y="4210"/>
                      <a:pt x="6595" y="3369"/>
                    </a:cubicBezTo>
                    <a:cubicBezTo>
                      <a:pt x="6595" y="2527"/>
                      <a:pt x="6260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0" y="1125"/>
                    </a:cubicBezTo>
                    <a:cubicBezTo>
                      <a:pt x="586" y="1720"/>
                      <a:pt x="251" y="2527"/>
                      <a:pt x="251" y="3369"/>
                    </a:cubicBezTo>
                    <a:cubicBezTo>
                      <a:pt x="251" y="4210"/>
                      <a:pt x="586" y="5017"/>
                      <a:pt x="1180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72" name="Freeform: Shape 3571">
                <a:extLst>
                  <a:ext uri="{FF2B5EF4-FFF2-40B4-BE49-F238E27FC236}">
                    <a16:creationId xmlns:a16="http://schemas.microsoft.com/office/drawing/2014/main" id="{B929E9D7-93D6-F6FF-C56A-85F2FE927A27}"/>
                  </a:ext>
                </a:extLst>
              </p:cNvPr>
              <p:cNvSpPr/>
              <p:nvPr/>
            </p:nvSpPr>
            <p:spPr>
              <a:xfrm>
                <a:off x="4042427" y="5966975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0 w 6343"/>
                  <a:gd name="connsiteY5" fmla="*/ 1125 h 6345"/>
                  <a:gd name="connsiteX6" fmla="*/ 251 w 6343"/>
                  <a:gd name="connsiteY6" fmla="*/ 3369 h 6345"/>
                  <a:gd name="connsiteX7" fmla="*/ 1180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0" y="5017"/>
                      <a:pt x="6595" y="4210"/>
                      <a:pt x="6595" y="3369"/>
                    </a:cubicBezTo>
                    <a:cubicBezTo>
                      <a:pt x="6595" y="2527"/>
                      <a:pt x="6260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0" y="1125"/>
                    </a:cubicBezTo>
                    <a:cubicBezTo>
                      <a:pt x="586" y="1720"/>
                      <a:pt x="251" y="2527"/>
                      <a:pt x="251" y="3369"/>
                    </a:cubicBezTo>
                    <a:cubicBezTo>
                      <a:pt x="251" y="4210"/>
                      <a:pt x="586" y="5017"/>
                      <a:pt x="1180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73" name="Freeform: Shape 3572">
                <a:extLst>
                  <a:ext uri="{FF2B5EF4-FFF2-40B4-BE49-F238E27FC236}">
                    <a16:creationId xmlns:a16="http://schemas.microsoft.com/office/drawing/2014/main" id="{DB61B8E8-0401-8C0F-D050-C05F6DBD8820}"/>
                  </a:ext>
                </a:extLst>
              </p:cNvPr>
              <p:cNvSpPr/>
              <p:nvPr/>
            </p:nvSpPr>
            <p:spPr>
              <a:xfrm>
                <a:off x="4041450" y="5968626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0 w 6343"/>
                  <a:gd name="connsiteY5" fmla="*/ 1125 h 6345"/>
                  <a:gd name="connsiteX6" fmla="*/ 251 w 6343"/>
                  <a:gd name="connsiteY6" fmla="*/ 3369 h 6345"/>
                  <a:gd name="connsiteX7" fmla="*/ 1180 w 6343"/>
                  <a:gd name="connsiteY7" fmla="*/ 5612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7"/>
                      <a:pt x="5666" y="5612"/>
                    </a:cubicBezTo>
                    <a:cubicBezTo>
                      <a:pt x="6260" y="5017"/>
                      <a:pt x="6595" y="4210"/>
                      <a:pt x="6595" y="3369"/>
                    </a:cubicBezTo>
                    <a:cubicBezTo>
                      <a:pt x="6595" y="2527"/>
                      <a:pt x="6260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0" y="1125"/>
                    </a:cubicBezTo>
                    <a:cubicBezTo>
                      <a:pt x="586" y="1720"/>
                      <a:pt x="251" y="2527"/>
                      <a:pt x="251" y="3369"/>
                    </a:cubicBezTo>
                    <a:cubicBezTo>
                      <a:pt x="251" y="4210"/>
                      <a:pt x="586" y="5017"/>
                      <a:pt x="1180" y="5612"/>
                    </a:cubicBezTo>
                    <a:cubicBezTo>
                      <a:pt x="1775" y="6207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74" name="Freeform: Shape 3573">
                <a:extLst>
                  <a:ext uri="{FF2B5EF4-FFF2-40B4-BE49-F238E27FC236}">
                    <a16:creationId xmlns:a16="http://schemas.microsoft.com/office/drawing/2014/main" id="{9D784449-F625-CFEC-86F9-62F70926D2DF}"/>
                  </a:ext>
                </a:extLst>
              </p:cNvPr>
              <p:cNvSpPr/>
              <p:nvPr/>
            </p:nvSpPr>
            <p:spPr>
              <a:xfrm>
                <a:off x="4070865" y="6012924"/>
                <a:ext cx="6343" cy="6345"/>
              </a:xfrm>
              <a:custGeom>
                <a:avLst/>
                <a:gdLst>
                  <a:gd name="connsiteX0" fmla="*/ 3425 w 6343"/>
                  <a:gd name="connsiteY0" fmla="*/ 6545 h 6345"/>
                  <a:gd name="connsiteX1" fmla="*/ 5668 w 6343"/>
                  <a:gd name="connsiteY1" fmla="*/ 5616 h 6345"/>
                  <a:gd name="connsiteX2" fmla="*/ 6597 w 6343"/>
                  <a:gd name="connsiteY2" fmla="*/ 3372 h 6345"/>
                  <a:gd name="connsiteX3" fmla="*/ 5668 w 6343"/>
                  <a:gd name="connsiteY3" fmla="*/ 1129 h 6345"/>
                  <a:gd name="connsiteX4" fmla="*/ 3425 w 6343"/>
                  <a:gd name="connsiteY4" fmla="*/ 200 h 6345"/>
                  <a:gd name="connsiteX5" fmla="*/ 1183 w 6343"/>
                  <a:gd name="connsiteY5" fmla="*/ 1129 h 6345"/>
                  <a:gd name="connsiteX6" fmla="*/ 254 w 6343"/>
                  <a:gd name="connsiteY6" fmla="*/ 3372 h 6345"/>
                  <a:gd name="connsiteX7" fmla="*/ 1183 w 6343"/>
                  <a:gd name="connsiteY7" fmla="*/ 5616 h 6345"/>
                  <a:gd name="connsiteX8" fmla="*/ 3425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5"/>
                    </a:moveTo>
                    <a:cubicBezTo>
                      <a:pt x="4266" y="6545"/>
                      <a:pt x="5073" y="6211"/>
                      <a:pt x="5668" y="5616"/>
                    </a:cubicBezTo>
                    <a:cubicBezTo>
                      <a:pt x="6263" y="5021"/>
                      <a:pt x="6597" y="4214"/>
                      <a:pt x="6597" y="3372"/>
                    </a:cubicBezTo>
                    <a:cubicBezTo>
                      <a:pt x="6597" y="2531"/>
                      <a:pt x="6263" y="1724"/>
                      <a:pt x="5668" y="1129"/>
                    </a:cubicBezTo>
                    <a:cubicBezTo>
                      <a:pt x="5073" y="534"/>
                      <a:pt x="4266" y="200"/>
                      <a:pt x="3425" y="200"/>
                    </a:cubicBezTo>
                    <a:cubicBezTo>
                      <a:pt x="2584" y="200"/>
                      <a:pt x="1777" y="534"/>
                      <a:pt x="1183" y="1129"/>
                    </a:cubicBezTo>
                    <a:cubicBezTo>
                      <a:pt x="588" y="1724"/>
                      <a:pt x="254" y="2531"/>
                      <a:pt x="254" y="3372"/>
                    </a:cubicBezTo>
                    <a:cubicBezTo>
                      <a:pt x="254" y="4214"/>
                      <a:pt x="588" y="5021"/>
                      <a:pt x="1183" y="5616"/>
                    </a:cubicBezTo>
                    <a:cubicBezTo>
                      <a:pt x="1777" y="6211"/>
                      <a:pt x="2584" y="6545"/>
                      <a:pt x="3425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75" name="Freeform: Shape 3574">
                <a:extLst>
                  <a:ext uri="{FF2B5EF4-FFF2-40B4-BE49-F238E27FC236}">
                    <a16:creationId xmlns:a16="http://schemas.microsoft.com/office/drawing/2014/main" id="{CCEF473F-C498-2355-2754-D505C7663E7A}"/>
                  </a:ext>
                </a:extLst>
              </p:cNvPr>
              <p:cNvSpPr/>
              <p:nvPr/>
            </p:nvSpPr>
            <p:spPr>
              <a:xfrm>
                <a:off x="4068587" y="6013317"/>
                <a:ext cx="6343" cy="6345"/>
              </a:xfrm>
              <a:custGeom>
                <a:avLst/>
                <a:gdLst>
                  <a:gd name="connsiteX0" fmla="*/ 3425 w 6343"/>
                  <a:gd name="connsiteY0" fmla="*/ 6545 h 6345"/>
                  <a:gd name="connsiteX1" fmla="*/ 5668 w 6343"/>
                  <a:gd name="connsiteY1" fmla="*/ 5616 h 6345"/>
                  <a:gd name="connsiteX2" fmla="*/ 6597 w 6343"/>
                  <a:gd name="connsiteY2" fmla="*/ 3372 h 6345"/>
                  <a:gd name="connsiteX3" fmla="*/ 5668 w 6343"/>
                  <a:gd name="connsiteY3" fmla="*/ 1129 h 6345"/>
                  <a:gd name="connsiteX4" fmla="*/ 3425 w 6343"/>
                  <a:gd name="connsiteY4" fmla="*/ 200 h 6345"/>
                  <a:gd name="connsiteX5" fmla="*/ 1182 w 6343"/>
                  <a:gd name="connsiteY5" fmla="*/ 1129 h 6345"/>
                  <a:gd name="connsiteX6" fmla="*/ 254 w 6343"/>
                  <a:gd name="connsiteY6" fmla="*/ 3372 h 6345"/>
                  <a:gd name="connsiteX7" fmla="*/ 1182 w 6343"/>
                  <a:gd name="connsiteY7" fmla="*/ 5616 h 6345"/>
                  <a:gd name="connsiteX8" fmla="*/ 3425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5"/>
                    </a:moveTo>
                    <a:cubicBezTo>
                      <a:pt x="4266" y="6545"/>
                      <a:pt x="5073" y="6211"/>
                      <a:pt x="5668" y="5616"/>
                    </a:cubicBezTo>
                    <a:cubicBezTo>
                      <a:pt x="6262" y="5021"/>
                      <a:pt x="6597" y="4214"/>
                      <a:pt x="6597" y="3372"/>
                    </a:cubicBezTo>
                    <a:cubicBezTo>
                      <a:pt x="6597" y="2531"/>
                      <a:pt x="6262" y="1724"/>
                      <a:pt x="5668" y="1129"/>
                    </a:cubicBezTo>
                    <a:cubicBezTo>
                      <a:pt x="5073" y="534"/>
                      <a:pt x="4266" y="200"/>
                      <a:pt x="3425" y="200"/>
                    </a:cubicBezTo>
                    <a:cubicBezTo>
                      <a:pt x="2584" y="200"/>
                      <a:pt x="1777" y="534"/>
                      <a:pt x="1182" y="1129"/>
                    </a:cubicBezTo>
                    <a:cubicBezTo>
                      <a:pt x="588" y="1724"/>
                      <a:pt x="254" y="2531"/>
                      <a:pt x="254" y="3372"/>
                    </a:cubicBezTo>
                    <a:cubicBezTo>
                      <a:pt x="254" y="4214"/>
                      <a:pt x="588" y="5021"/>
                      <a:pt x="1182" y="5616"/>
                    </a:cubicBezTo>
                    <a:cubicBezTo>
                      <a:pt x="1777" y="6211"/>
                      <a:pt x="2584" y="6545"/>
                      <a:pt x="3425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76" name="Freeform: Shape 3575">
                <a:extLst>
                  <a:ext uri="{FF2B5EF4-FFF2-40B4-BE49-F238E27FC236}">
                    <a16:creationId xmlns:a16="http://schemas.microsoft.com/office/drawing/2014/main" id="{A3F6F635-AAA9-9435-0E61-44F561099776}"/>
                  </a:ext>
                </a:extLst>
              </p:cNvPr>
              <p:cNvSpPr/>
              <p:nvPr/>
            </p:nvSpPr>
            <p:spPr>
              <a:xfrm>
                <a:off x="4066609" y="6014122"/>
                <a:ext cx="6343" cy="6345"/>
              </a:xfrm>
              <a:custGeom>
                <a:avLst/>
                <a:gdLst>
                  <a:gd name="connsiteX0" fmla="*/ 3425 w 6343"/>
                  <a:gd name="connsiteY0" fmla="*/ 6545 h 6345"/>
                  <a:gd name="connsiteX1" fmla="*/ 5668 w 6343"/>
                  <a:gd name="connsiteY1" fmla="*/ 5616 h 6345"/>
                  <a:gd name="connsiteX2" fmla="*/ 6596 w 6343"/>
                  <a:gd name="connsiteY2" fmla="*/ 3372 h 6345"/>
                  <a:gd name="connsiteX3" fmla="*/ 5668 w 6343"/>
                  <a:gd name="connsiteY3" fmla="*/ 1129 h 6345"/>
                  <a:gd name="connsiteX4" fmla="*/ 3425 w 6343"/>
                  <a:gd name="connsiteY4" fmla="*/ 200 h 6345"/>
                  <a:gd name="connsiteX5" fmla="*/ 1182 w 6343"/>
                  <a:gd name="connsiteY5" fmla="*/ 1129 h 6345"/>
                  <a:gd name="connsiteX6" fmla="*/ 253 w 6343"/>
                  <a:gd name="connsiteY6" fmla="*/ 3372 h 6345"/>
                  <a:gd name="connsiteX7" fmla="*/ 1182 w 6343"/>
                  <a:gd name="connsiteY7" fmla="*/ 5616 h 6345"/>
                  <a:gd name="connsiteX8" fmla="*/ 3425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5"/>
                    </a:moveTo>
                    <a:cubicBezTo>
                      <a:pt x="4266" y="6545"/>
                      <a:pt x="5073" y="6211"/>
                      <a:pt x="5668" y="5616"/>
                    </a:cubicBezTo>
                    <a:cubicBezTo>
                      <a:pt x="6262" y="5021"/>
                      <a:pt x="6596" y="4214"/>
                      <a:pt x="6596" y="3372"/>
                    </a:cubicBezTo>
                    <a:cubicBezTo>
                      <a:pt x="6596" y="2531"/>
                      <a:pt x="6262" y="1724"/>
                      <a:pt x="5668" y="1129"/>
                    </a:cubicBezTo>
                    <a:cubicBezTo>
                      <a:pt x="5073" y="534"/>
                      <a:pt x="4266" y="200"/>
                      <a:pt x="3425" y="200"/>
                    </a:cubicBezTo>
                    <a:cubicBezTo>
                      <a:pt x="2584" y="200"/>
                      <a:pt x="1777" y="534"/>
                      <a:pt x="1182" y="1129"/>
                    </a:cubicBezTo>
                    <a:cubicBezTo>
                      <a:pt x="588" y="1724"/>
                      <a:pt x="253" y="2531"/>
                      <a:pt x="253" y="3372"/>
                    </a:cubicBezTo>
                    <a:cubicBezTo>
                      <a:pt x="253" y="4214"/>
                      <a:pt x="588" y="5021"/>
                      <a:pt x="1182" y="5616"/>
                    </a:cubicBezTo>
                    <a:cubicBezTo>
                      <a:pt x="1777" y="6211"/>
                      <a:pt x="2584" y="6545"/>
                      <a:pt x="3425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77" name="Freeform: Shape 3576">
                <a:extLst>
                  <a:ext uri="{FF2B5EF4-FFF2-40B4-BE49-F238E27FC236}">
                    <a16:creationId xmlns:a16="http://schemas.microsoft.com/office/drawing/2014/main" id="{B569F8D1-1837-0E72-608B-B4B16C15853B}"/>
                  </a:ext>
                </a:extLst>
              </p:cNvPr>
              <p:cNvSpPr/>
              <p:nvPr/>
            </p:nvSpPr>
            <p:spPr>
              <a:xfrm>
                <a:off x="4064494" y="6014717"/>
                <a:ext cx="6343" cy="6345"/>
              </a:xfrm>
              <a:custGeom>
                <a:avLst/>
                <a:gdLst>
                  <a:gd name="connsiteX0" fmla="*/ 3425 w 6343"/>
                  <a:gd name="connsiteY0" fmla="*/ 6545 h 6345"/>
                  <a:gd name="connsiteX1" fmla="*/ 5667 w 6343"/>
                  <a:gd name="connsiteY1" fmla="*/ 5616 h 6345"/>
                  <a:gd name="connsiteX2" fmla="*/ 6596 w 6343"/>
                  <a:gd name="connsiteY2" fmla="*/ 3372 h 6345"/>
                  <a:gd name="connsiteX3" fmla="*/ 5667 w 6343"/>
                  <a:gd name="connsiteY3" fmla="*/ 1129 h 6345"/>
                  <a:gd name="connsiteX4" fmla="*/ 3425 w 6343"/>
                  <a:gd name="connsiteY4" fmla="*/ 200 h 6345"/>
                  <a:gd name="connsiteX5" fmla="*/ 1182 w 6343"/>
                  <a:gd name="connsiteY5" fmla="*/ 1129 h 6345"/>
                  <a:gd name="connsiteX6" fmla="*/ 253 w 6343"/>
                  <a:gd name="connsiteY6" fmla="*/ 3372 h 6345"/>
                  <a:gd name="connsiteX7" fmla="*/ 1182 w 6343"/>
                  <a:gd name="connsiteY7" fmla="*/ 5616 h 6345"/>
                  <a:gd name="connsiteX8" fmla="*/ 3425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5"/>
                    </a:moveTo>
                    <a:cubicBezTo>
                      <a:pt x="4266" y="6545"/>
                      <a:pt x="5073" y="6211"/>
                      <a:pt x="5667" y="5616"/>
                    </a:cubicBezTo>
                    <a:cubicBezTo>
                      <a:pt x="6262" y="5021"/>
                      <a:pt x="6596" y="4214"/>
                      <a:pt x="6596" y="3372"/>
                    </a:cubicBezTo>
                    <a:cubicBezTo>
                      <a:pt x="6596" y="2531"/>
                      <a:pt x="6262" y="1724"/>
                      <a:pt x="5667" y="1129"/>
                    </a:cubicBezTo>
                    <a:cubicBezTo>
                      <a:pt x="5073" y="534"/>
                      <a:pt x="4266" y="200"/>
                      <a:pt x="3425" y="200"/>
                    </a:cubicBezTo>
                    <a:cubicBezTo>
                      <a:pt x="2584" y="200"/>
                      <a:pt x="1777" y="534"/>
                      <a:pt x="1182" y="1129"/>
                    </a:cubicBezTo>
                    <a:cubicBezTo>
                      <a:pt x="587" y="1724"/>
                      <a:pt x="253" y="2531"/>
                      <a:pt x="253" y="3372"/>
                    </a:cubicBezTo>
                    <a:cubicBezTo>
                      <a:pt x="253" y="4214"/>
                      <a:pt x="587" y="5021"/>
                      <a:pt x="1182" y="5616"/>
                    </a:cubicBezTo>
                    <a:cubicBezTo>
                      <a:pt x="1777" y="6211"/>
                      <a:pt x="2584" y="6545"/>
                      <a:pt x="3425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78" name="Freeform: Shape 3577">
                <a:extLst>
                  <a:ext uri="{FF2B5EF4-FFF2-40B4-BE49-F238E27FC236}">
                    <a16:creationId xmlns:a16="http://schemas.microsoft.com/office/drawing/2014/main" id="{093D81A1-095F-BC7F-6A76-E8B0B8CCC9A9}"/>
                  </a:ext>
                </a:extLst>
              </p:cNvPr>
              <p:cNvSpPr/>
              <p:nvPr/>
            </p:nvSpPr>
            <p:spPr>
              <a:xfrm>
                <a:off x="4062379" y="6015297"/>
                <a:ext cx="6343" cy="6345"/>
              </a:xfrm>
              <a:custGeom>
                <a:avLst/>
                <a:gdLst>
                  <a:gd name="connsiteX0" fmla="*/ 3425 w 6343"/>
                  <a:gd name="connsiteY0" fmla="*/ 6545 h 6345"/>
                  <a:gd name="connsiteX1" fmla="*/ 5667 w 6343"/>
                  <a:gd name="connsiteY1" fmla="*/ 5616 h 6345"/>
                  <a:gd name="connsiteX2" fmla="*/ 6596 w 6343"/>
                  <a:gd name="connsiteY2" fmla="*/ 3373 h 6345"/>
                  <a:gd name="connsiteX3" fmla="*/ 5667 w 6343"/>
                  <a:gd name="connsiteY3" fmla="*/ 1129 h 6345"/>
                  <a:gd name="connsiteX4" fmla="*/ 3425 w 6343"/>
                  <a:gd name="connsiteY4" fmla="*/ 200 h 6345"/>
                  <a:gd name="connsiteX5" fmla="*/ 1182 w 6343"/>
                  <a:gd name="connsiteY5" fmla="*/ 1129 h 6345"/>
                  <a:gd name="connsiteX6" fmla="*/ 253 w 6343"/>
                  <a:gd name="connsiteY6" fmla="*/ 3373 h 6345"/>
                  <a:gd name="connsiteX7" fmla="*/ 1182 w 6343"/>
                  <a:gd name="connsiteY7" fmla="*/ 5616 h 6345"/>
                  <a:gd name="connsiteX8" fmla="*/ 3425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5"/>
                    </a:moveTo>
                    <a:cubicBezTo>
                      <a:pt x="4266" y="6545"/>
                      <a:pt x="5072" y="6211"/>
                      <a:pt x="5667" y="5616"/>
                    </a:cubicBezTo>
                    <a:cubicBezTo>
                      <a:pt x="6262" y="5021"/>
                      <a:pt x="6596" y="4214"/>
                      <a:pt x="6596" y="3373"/>
                    </a:cubicBezTo>
                    <a:cubicBezTo>
                      <a:pt x="6596" y="2531"/>
                      <a:pt x="6262" y="1724"/>
                      <a:pt x="5667" y="1129"/>
                    </a:cubicBezTo>
                    <a:cubicBezTo>
                      <a:pt x="5072" y="534"/>
                      <a:pt x="4266" y="200"/>
                      <a:pt x="3425" y="200"/>
                    </a:cubicBezTo>
                    <a:cubicBezTo>
                      <a:pt x="2583" y="200"/>
                      <a:pt x="1777" y="534"/>
                      <a:pt x="1182" y="1129"/>
                    </a:cubicBezTo>
                    <a:cubicBezTo>
                      <a:pt x="587" y="1724"/>
                      <a:pt x="253" y="2531"/>
                      <a:pt x="253" y="3373"/>
                    </a:cubicBezTo>
                    <a:cubicBezTo>
                      <a:pt x="253" y="4214"/>
                      <a:pt x="587" y="5021"/>
                      <a:pt x="1182" y="5616"/>
                    </a:cubicBezTo>
                    <a:cubicBezTo>
                      <a:pt x="1777" y="6211"/>
                      <a:pt x="2583" y="6545"/>
                      <a:pt x="3425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79" name="Freeform: Shape 3578">
                <a:extLst>
                  <a:ext uri="{FF2B5EF4-FFF2-40B4-BE49-F238E27FC236}">
                    <a16:creationId xmlns:a16="http://schemas.microsoft.com/office/drawing/2014/main" id="{05F66D6F-5361-6A77-0B10-AC0D09F48EEF}"/>
                  </a:ext>
                </a:extLst>
              </p:cNvPr>
              <p:cNvSpPr/>
              <p:nvPr/>
            </p:nvSpPr>
            <p:spPr>
              <a:xfrm>
                <a:off x="4033263" y="5975418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69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69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80" y="1126"/>
                    </a:cubicBezTo>
                    <a:cubicBezTo>
                      <a:pt x="585" y="1721"/>
                      <a:pt x="251" y="2528"/>
                      <a:pt x="251" y="3369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80" name="Freeform: Shape 3579">
                <a:extLst>
                  <a:ext uri="{FF2B5EF4-FFF2-40B4-BE49-F238E27FC236}">
                    <a16:creationId xmlns:a16="http://schemas.microsoft.com/office/drawing/2014/main" id="{F8D3ABBC-9959-5FA6-6F17-FA0086837BF3}"/>
                  </a:ext>
                </a:extLst>
              </p:cNvPr>
              <p:cNvSpPr/>
              <p:nvPr/>
            </p:nvSpPr>
            <p:spPr>
              <a:xfrm>
                <a:off x="4031214" y="5975524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69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69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80" y="1126"/>
                    </a:cubicBezTo>
                    <a:cubicBezTo>
                      <a:pt x="585" y="1721"/>
                      <a:pt x="251" y="2528"/>
                      <a:pt x="251" y="3369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81" name="Freeform: Shape 3580">
                <a:extLst>
                  <a:ext uri="{FF2B5EF4-FFF2-40B4-BE49-F238E27FC236}">
                    <a16:creationId xmlns:a16="http://schemas.microsoft.com/office/drawing/2014/main" id="{DD226334-A5BC-419C-1A32-4E4E182B9B43}"/>
                  </a:ext>
                </a:extLst>
              </p:cNvPr>
              <p:cNvSpPr/>
              <p:nvPr/>
            </p:nvSpPr>
            <p:spPr>
              <a:xfrm>
                <a:off x="4029429" y="5976013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69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0" y="2528"/>
                      <a:pt x="250" y="3369"/>
                    </a:cubicBezTo>
                    <a:cubicBezTo>
                      <a:pt x="250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82" name="Freeform: Shape 3581">
                <a:extLst>
                  <a:ext uri="{FF2B5EF4-FFF2-40B4-BE49-F238E27FC236}">
                    <a16:creationId xmlns:a16="http://schemas.microsoft.com/office/drawing/2014/main" id="{478C3861-9849-369F-478E-6695D955E89E}"/>
                  </a:ext>
                </a:extLst>
              </p:cNvPr>
              <p:cNvSpPr/>
              <p:nvPr/>
            </p:nvSpPr>
            <p:spPr>
              <a:xfrm>
                <a:off x="4027720" y="5976608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3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83" name="Freeform: Shape 3582">
                <a:extLst>
                  <a:ext uri="{FF2B5EF4-FFF2-40B4-BE49-F238E27FC236}">
                    <a16:creationId xmlns:a16="http://schemas.microsoft.com/office/drawing/2014/main" id="{6DD2FB29-DB26-0716-7BB9-05EF924EFB66}"/>
                  </a:ext>
                </a:extLst>
              </p:cNvPr>
              <p:cNvSpPr/>
              <p:nvPr/>
            </p:nvSpPr>
            <p:spPr>
              <a:xfrm>
                <a:off x="4025223" y="5975948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84" name="Freeform: Shape 3583">
                <a:extLst>
                  <a:ext uri="{FF2B5EF4-FFF2-40B4-BE49-F238E27FC236}">
                    <a16:creationId xmlns:a16="http://schemas.microsoft.com/office/drawing/2014/main" id="{56A881F1-108C-6015-26D0-552B7340E46E}"/>
                  </a:ext>
                </a:extLst>
              </p:cNvPr>
              <p:cNvSpPr/>
              <p:nvPr/>
            </p:nvSpPr>
            <p:spPr>
              <a:xfrm>
                <a:off x="4070416" y="6051647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8 w 6343"/>
                  <a:gd name="connsiteY1" fmla="*/ 5619 h 6345"/>
                  <a:gd name="connsiteX2" fmla="*/ 6597 w 6343"/>
                  <a:gd name="connsiteY2" fmla="*/ 3375 h 6345"/>
                  <a:gd name="connsiteX3" fmla="*/ 5668 w 6343"/>
                  <a:gd name="connsiteY3" fmla="*/ 1132 h 6345"/>
                  <a:gd name="connsiteX4" fmla="*/ 3425 w 6343"/>
                  <a:gd name="connsiteY4" fmla="*/ 203 h 6345"/>
                  <a:gd name="connsiteX5" fmla="*/ 1183 w 6343"/>
                  <a:gd name="connsiteY5" fmla="*/ 1132 h 6345"/>
                  <a:gd name="connsiteX6" fmla="*/ 254 w 6343"/>
                  <a:gd name="connsiteY6" fmla="*/ 3375 h 6345"/>
                  <a:gd name="connsiteX7" fmla="*/ 1183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3" y="6214"/>
                      <a:pt x="5668" y="5619"/>
                    </a:cubicBezTo>
                    <a:cubicBezTo>
                      <a:pt x="6263" y="5024"/>
                      <a:pt x="6597" y="4217"/>
                      <a:pt x="6597" y="3375"/>
                    </a:cubicBezTo>
                    <a:cubicBezTo>
                      <a:pt x="6597" y="2534"/>
                      <a:pt x="6263" y="1727"/>
                      <a:pt x="5668" y="1132"/>
                    </a:cubicBezTo>
                    <a:cubicBezTo>
                      <a:pt x="5073" y="537"/>
                      <a:pt x="4266" y="203"/>
                      <a:pt x="3425" y="203"/>
                    </a:cubicBezTo>
                    <a:cubicBezTo>
                      <a:pt x="2584" y="203"/>
                      <a:pt x="1777" y="537"/>
                      <a:pt x="1183" y="1132"/>
                    </a:cubicBezTo>
                    <a:cubicBezTo>
                      <a:pt x="588" y="1727"/>
                      <a:pt x="254" y="2534"/>
                      <a:pt x="254" y="3375"/>
                    </a:cubicBezTo>
                    <a:cubicBezTo>
                      <a:pt x="254" y="4217"/>
                      <a:pt x="588" y="5024"/>
                      <a:pt x="1183" y="5619"/>
                    </a:cubicBezTo>
                    <a:cubicBezTo>
                      <a:pt x="1777" y="6214"/>
                      <a:pt x="2584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85" name="Freeform: Shape 3584">
                <a:extLst>
                  <a:ext uri="{FF2B5EF4-FFF2-40B4-BE49-F238E27FC236}">
                    <a16:creationId xmlns:a16="http://schemas.microsoft.com/office/drawing/2014/main" id="{43E98FA2-B5A2-E076-E9C1-763CF576B16E}"/>
                  </a:ext>
                </a:extLst>
              </p:cNvPr>
              <p:cNvSpPr/>
              <p:nvPr/>
            </p:nvSpPr>
            <p:spPr>
              <a:xfrm>
                <a:off x="4068150" y="6052327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8 w 6343"/>
                  <a:gd name="connsiteY1" fmla="*/ 5619 h 6345"/>
                  <a:gd name="connsiteX2" fmla="*/ 6597 w 6343"/>
                  <a:gd name="connsiteY2" fmla="*/ 3375 h 6345"/>
                  <a:gd name="connsiteX3" fmla="*/ 5668 w 6343"/>
                  <a:gd name="connsiteY3" fmla="*/ 1132 h 6345"/>
                  <a:gd name="connsiteX4" fmla="*/ 3425 w 6343"/>
                  <a:gd name="connsiteY4" fmla="*/ 203 h 6345"/>
                  <a:gd name="connsiteX5" fmla="*/ 1182 w 6343"/>
                  <a:gd name="connsiteY5" fmla="*/ 1132 h 6345"/>
                  <a:gd name="connsiteX6" fmla="*/ 254 w 6343"/>
                  <a:gd name="connsiteY6" fmla="*/ 3375 h 6345"/>
                  <a:gd name="connsiteX7" fmla="*/ 1182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3" y="6214"/>
                      <a:pt x="5668" y="5619"/>
                    </a:cubicBezTo>
                    <a:cubicBezTo>
                      <a:pt x="6262" y="5024"/>
                      <a:pt x="6597" y="4217"/>
                      <a:pt x="6597" y="3375"/>
                    </a:cubicBezTo>
                    <a:cubicBezTo>
                      <a:pt x="6597" y="2534"/>
                      <a:pt x="6262" y="1727"/>
                      <a:pt x="5668" y="1132"/>
                    </a:cubicBezTo>
                    <a:cubicBezTo>
                      <a:pt x="5073" y="537"/>
                      <a:pt x="4266" y="203"/>
                      <a:pt x="3425" y="203"/>
                    </a:cubicBezTo>
                    <a:cubicBezTo>
                      <a:pt x="2584" y="203"/>
                      <a:pt x="1777" y="537"/>
                      <a:pt x="1182" y="1132"/>
                    </a:cubicBezTo>
                    <a:cubicBezTo>
                      <a:pt x="588" y="1727"/>
                      <a:pt x="254" y="2534"/>
                      <a:pt x="254" y="3375"/>
                    </a:cubicBezTo>
                    <a:cubicBezTo>
                      <a:pt x="254" y="4217"/>
                      <a:pt x="588" y="5024"/>
                      <a:pt x="1182" y="5619"/>
                    </a:cubicBezTo>
                    <a:cubicBezTo>
                      <a:pt x="1777" y="6214"/>
                      <a:pt x="2584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86" name="Freeform: Shape 3585">
                <a:extLst>
                  <a:ext uri="{FF2B5EF4-FFF2-40B4-BE49-F238E27FC236}">
                    <a16:creationId xmlns:a16="http://schemas.microsoft.com/office/drawing/2014/main" id="{23D73F4D-DD5D-BB6C-BC6B-F28E61C2E0CE}"/>
                  </a:ext>
                </a:extLst>
              </p:cNvPr>
              <p:cNvSpPr/>
              <p:nvPr/>
            </p:nvSpPr>
            <p:spPr>
              <a:xfrm>
                <a:off x="4066155" y="6053437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8 w 6343"/>
                  <a:gd name="connsiteY1" fmla="*/ 5619 h 6345"/>
                  <a:gd name="connsiteX2" fmla="*/ 6596 w 6343"/>
                  <a:gd name="connsiteY2" fmla="*/ 3376 h 6345"/>
                  <a:gd name="connsiteX3" fmla="*/ 5668 w 6343"/>
                  <a:gd name="connsiteY3" fmla="*/ 1132 h 6345"/>
                  <a:gd name="connsiteX4" fmla="*/ 3425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6 h 6345"/>
                  <a:gd name="connsiteX7" fmla="*/ 1182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3" y="6214"/>
                      <a:pt x="5668" y="5619"/>
                    </a:cubicBezTo>
                    <a:cubicBezTo>
                      <a:pt x="6262" y="5024"/>
                      <a:pt x="6596" y="4217"/>
                      <a:pt x="6596" y="3376"/>
                    </a:cubicBezTo>
                    <a:cubicBezTo>
                      <a:pt x="6596" y="2534"/>
                      <a:pt x="6262" y="1727"/>
                      <a:pt x="5668" y="1132"/>
                    </a:cubicBezTo>
                    <a:cubicBezTo>
                      <a:pt x="5073" y="537"/>
                      <a:pt x="4266" y="203"/>
                      <a:pt x="3425" y="203"/>
                    </a:cubicBezTo>
                    <a:cubicBezTo>
                      <a:pt x="2584" y="203"/>
                      <a:pt x="1777" y="537"/>
                      <a:pt x="1182" y="1132"/>
                    </a:cubicBezTo>
                    <a:cubicBezTo>
                      <a:pt x="588" y="1727"/>
                      <a:pt x="253" y="2534"/>
                      <a:pt x="253" y="3376"/>
                    </a:cubicBezTo>
                    <a:cubicBezTo>
                      <a:pt x="253" y="4217"/>
                      <a:pt x="588" y="5024"/>
                      <a:pt x="1182" y="5619"/>
                    </a:cubicBezTo>
                    <a:cubicBezTo>
                      <a:pt x="1777" y="6214"/>
                      <a:pt x="2584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87" name="Freeform: Shape 3586">
                <a:extLst>
                  <a:ext uri="{FF2B5EF4-FFF2-40B4-BE49-F238E27FC236}">
                    <a16:creationId xmlns:a16="http://schemas.microsoft.com/office/drawing/2014/main" id="{9B5A09F6-4BCB-34B5-4472-438BD8268B88}"/>
                  </a:ext>
                </a:extLst>
              </p:cNvPr>
              <p:cNvSpPr/>
              <p:nvPr/>
            </p:nvSpPr>
            <p:spPr>
              <a:xfrm>
                <a:off x="4063421" y="6053313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6 h 6345"/>
                  <a:gd name="connsiteX3" fmla="*/ 5667 w 6343"/>
                  <a:gd name="connsiteY3" fmla="*/ 1132 h 6345"/>
                  <a:gd name="connsiteX4" fmla="*/ 3425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6 h 6345"/>
                  <a:gd name="connsiteX7" fmla="*/ 1182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3" y="6214"/>
                      <a:pt x="5667" y="5619"/>
                    </a:cubicBezTo>
                    <a:cubicBezTo>
                      <a:pt x="6262" y="5024"/>
                      <a:pt x="6596" y="4217"/>
                      <a:pt x="6596" y="3376"/>
                    </a:cubicBezTo>
                    <a:cubicBezTo>
                      <a:pt x="6596" y="2534"/>
                      <a:pt x="6262" y="1727"/>
                      <a:pt x="5667" y="1132"/>
                    </a:cubicBezTo>
                    <a:cubicBezTo>
                      <a:pt x="5073" y="537"/>
                      <a:pt x="4266" y="203"/>
                      <a:pt x="3425" y="203"/>
                    </a:cubicBezTo>
                    <a:cubicBezTo>
                      <a:pt x="2584" y="203"/>
                      <a:pt x="1777" y="537"/>
                      <a:pt x="1182" y="1132"/>
                    </a:cubicBezTo>
                    <a:cubicBezTo>
                      <a:pt x="587" y="1727"/>
                      <a:pt x="253" y="2534"/>
                      <a:pt x="253" y="3376"/>
                    </a:cubicBezTo>
                    <a:cubicBezTo>
                      <a:pt x="253" y="4217"/>
                      <a:pt x="587" y="5024"/>
                      <a:pt x="1182" y="5619"/>
                    </a:cubicBezTo>
                    <a:cubicBezTo>
                      <a:pt x="1777" y="6214"/>
                      <a:pt x="2584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88" name="Freeform: Shape 3587">
                <a:extLst>
                  <a:ext uri="{FF2B5EF4-FFF2-40B4-BE49-F238E27FC236}">
                    <a16:creationId xmlns:a16="http://schemas.microsoft.com/office/drawing/2014/main" id="{966913B8-02FA-2D28-5B48-F89FE5B75A39}"/>
                  </a:ext>
                </a:extLst>
              </p:cNvPr>
              <p:cNvSpPr/>
              <p:nvPr/>
            </p:nvSpPr>
            <p:spPr>
              <a:xfrm>
                <a:off x="4060575" y="6052962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4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6" y="6548"/>
                      <a:pt x="5072" y="6214"/>
                      <a:pt x="5667" y="5619"/>
                    </a:cubicBezTo>
                    <a:cubicBezTo>
                      <a:pt x="6262" y="5024"/>
                      <a:pt x="6596" y="4217"/>
                      <a:pt x="6596" y="3375"/>
                    </a:cubicBezTo>
                    <a:cubicBezTo>
                      <a:pt x="6596" y="2534"/>
                      <a:pt x="6262" y="1727"/>
                      <a:pt x="5667" y="1132"/>
                    </a:cubicBezTo>
                    <a:cubicBezTo>
                      <a:pt x="5072" y="537"/>
                      <a:pt x="4266" y="203"/>
                      <a:pt x="3424" y="203"/>
                    </a:cubicBezTo>
                    <a:cubicBezTo>
                      <a:pt x="2583" y="203"/>
                      <a:pt x="1777" y="537"/>
                      <a:pt x="1182" y="1132"/>
                    </a:cubicBezTo>
                    <a:cubicBezTo>
                      <a:pt x="587" y="1727"/>
                      <a:pt x="253" y="2534"/>
                      <a:pt x="253" y="3375"/>
                    </a:cubicBezTo>
                    <a:cubicBezTo>
                      <a:pt x="253" y="4217"/>
                      <a:pt x="587" y="5024"/>
                      <a:pt x="1182" y="5619"/>
                    </a:cubicBezTo>
                    <a:cubicBezTo>
                      <a:pt x="1777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89" name="Freeform: Shape 3588">
                <a:extLst>
                  <a:ext uri="{FF2B5EF4-FFF2-40B4-BE49-F238E27FC236}">
                    <a16:creationId xmlns:a16="http://schemas.microsoft.com/office/drawing/2014/main" id="{2BDA49B0-449C-BF0E-508C-86B8A7E158B4}"/>
                  </a:ext>
                </a:extLst>
              </p:cNvPr>
              <p:cNvSpPr/>
              <p:nvPr/>
            </p:nvSpPr>
            <p:spPr>
              <a:xfrm>
                <a:off x="4057693" y="6052506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4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2" y="6214"/>
                      <a:pt x="5667" y="5619"/>
                    </a:cubicBezTo>
                    <a:cubicBezTo>
                      <a:pt x="6262" y="5024"/>
                      <a:pt x="6596" y="4217"/>
                      <a:pt x="6596" y="3375"/>
                    </a:cubicBezTo>
                    <a:cubicBezTo>
                      <a:pt x="6596" y="2534"/>
                      <a:pt x="6262" y="1727"/>
                      <a:pt x="5667" y="1132"/>
                    </a:cubicBezTo>
                    <a:cubicBezTo>
                      <a:pt x="5072" y="537"/>
                      <a:pt x="4265" y="203"/>
                      <a:pt x="3424" y="203"/>
                    </a:cubicBezTo>
                    <a:cubicBezTo>
                      <a:pt x="2583" y="203"/>
                      <a:pt x="1776" y="537"/>
                      <a:pt x="1182" y="1132"/>
                    </a:cubicBezTo>
                    <a:cubicBezTo>
                      <a:pt x="587" y="1727"/>
                      <a:pt x="253" y="2534"/>
                      <a:pt x="253" y="3375"/>
                    </a:cubicBezTo>
                    <a:cubicBezTo>
                      <a:pt x="253" y="4217"/>
                      <a:pt x="587" y="5024"/>
                      <a:pt x="1182" y="5619"/>
                    </a:cubicBezTo>
                    <a:cubicBezTo>
                      <a:pt x="1776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90" name="Freeform: Shape 3589">
                <a:extLst>
                  <a:ext uri="{FF2B5EF4-FFF2-40B4-BE49-F238E27FC236}">
                    <a16:creationId xmlns:a16="http://schemas.microsoft.com/office/drawing/2014/main" id="{1F4F76C5-BE9F-4AA9-7290-9380FBF46073}"/>
                  </a:ext>
                </a:extLst>
              </p:cNvPr>
              <p:cNvSpPr/>
              <p:nvPr/>
            </p:nvSpPr>
            <p:spPr>
              <a:xfrm>
                <a:off x="4054705" y="6051821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4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2" y="6214"/>
                      <a:pt x="5667" y="5619"/>
                    </a:cubicBezTo>
                    <a:cubicBezTo>
                      <a:pt x="6261" y="5024"/>
                      <a:pt x="6596" y="4217"/>
                      <a:pt x="6596" y="3375"/>
                    </a:cubicBezTo>
                    <a:cubicBezTo>
                      <a:pt x="6596" y="2534"/>
                      <a:pt x="6261" y="1727"/>
                      <a:pt x="5667" y="1132"/>
                    </a:cubicBezTo>
                    <a:cubicBezTo>
                      <a:pt x="5072" y="537"/>
                      <a:pt x="4265" y="203"/>
                      <a:pt x="3424" y="203"/>
                    </a:cubicBezTo>
                    <a:cubicBezTo>
                      <a:pt x="2583" y="203"/>
                      <a:pt x="1776" y="537"/>
                      <a:pt x="1181" y="1132"/>
                    </a:cubicBezTo>
                    <a:cubicBezTo>
                      <a:pt x="587" y="1727"/>
                      <a:pt x="252" y="2534"/>
                      <a:pt x="252" y="3375"/>
                    </a:cubicBezTo>
                    <a:cubicBezTo>
                      <a:pt x="252" y="4217"/>
                      <a:pt x="587" y="5024"/>
                      <a:pt x="1181" y="5619"/>
                    </a:cubicBezTo>
                    <a:cubicBezTo>
                      <a:pt x="1776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91" name="Freeform: Shape 3590">
                <a:extLst>
                  <a:ext uri="{FF2B5EF4-FFF2-40B4-BE49-F238E27FC236}">
                    <a16:creationId xmlns:a16="http://schemas.microsoft.com/office/drawing/2014/main" id="{386DD8CE-A835-2A61-9C58-9777810213C3}"/>
                  </a:ext>
                </a:extLst>
              </p:cNvPr>
              <p:cNvSpPr/>
              <p:nvPr/>
            </p:nvSpPr>
            <p:spPr>
              <a:xfrm>
                <a:off x="4051920" y="6051443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5 h 6345"/>
                  <a:gd name="connsiteX3" fmla="*/ 5666 w 6343"/>
                  <a:gd name="connsiteY3" fmla="*/ 1132 h 6345"/>
                  <a:gd name="connsiteX4" fmla="*/ 3424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2" y="6214"/>
                      <a:pt x="5666" y="5619"/>
                    </a:cubicBezTo>
                    <a:cubicBezTo>
                      <a:pt x="6261" y="5024"/>
                      <a:pt x="6595" y="4217"/>
                      <a:pt x="6595" y="3375"/>
                    </a:cubicBezTo>
                    <a:cubicBezTo>
                      <a:pt x="6595" y="2534"/>
                      <a:pt x="6261" y="1727"/>
                      <a:pt x="5666" y="1132"/>
                    </a:cubicBezTo>
                    <a:cubicBezTo>
                      <a:pt x="5072" y="537"/>
                      <a:pt x="4265" y="203"/>
                      <a:pt x="3424" y="203"/>
                    </a:cubicBezTo>
                    <a:cubicBezTo>
                      <a:pt x="2583" y="203"/>
                      <a:pt x="1776" y="537"/>
                      <a:pt x="1181" y="1132"/>
                    </a:cubicBezTo>
                    <a:cubicBezTo>
                      <a:pt x="586" y="1727"/>
                      <a:pt x="252" y="2534"/>
                      <a:pt x="252" y="3375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6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92" name="Freeform: Shape 3591">
                <a:extLst>
                  <a:ext uri="{FF2B5EF4-FFF2-40B4-BE49-F238E27FC236}">
                    <a16:creationId xmlns:a16="http://schemas.microsoft.com/office/drawing/2014/main" id="{2B51F7CA-43D2-9F4B-1A09-5BD9C453AAE8}"/>
                  </a:ext>
                </a:extLst>
              </p:cNvPr>
              <p:cNvSpPr/>
              <p:nvPr/>
            </p:nvSpPr>
            <p:spPr>
              <a:xfrm>
                <a:off x="4049840" y="6052285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5 h 6345"/>
                  <a:gd name="connsiteX3" fmla="*/ 5666 w 6343"/>
                  <a:gd name="connsiteY3" fmla="*/ 1132 h 6345"/>
                  <a:gd name="connsiteX4" fmla="*/ 3424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1" y="6214"/>
                      <a:pt x="5666" y="5619"/>
                    </a:cubicBezTo>
                    <a:cubicBezTo>
                      <a:pt x="6261" y="5024"/>
                      <a:pt x="6595" y="4217"/>
                      <a:pt x="6595" y="3375"/>
                    </a:cubicBezTo>
                    <a:cubicBezTo>
                      <a:pt x="6595" y="2534"/>
                      <a:pt x="6261" y="1727"/>
                      <a:pt x="5666" y="1132"/>
                    </a:cubicBezTo>
                    <a:cubicBezTo>
                      <a:pt x="5071" y="537"/>
                      <a:pt x="4265" y="203"/>
                      <a:pt x="3424" y="203"/>
                    </a:cubicBezTo>
                    <a:cubicBezTo>
                      <a:pt x="2583" y="203"/>
                      <a:pt x="1776" y="537"/>
                      <a:pt x="1181" y="1132"/>
                    </a:cubicBezTo>
                    <a:cubicBezTo>
                      <a:pt x="586" y="1727"/>
                      <a:pt x="252" y="2534"/>
                      <a:pt x="252" y="3375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6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93" name="Freeform: Shape 3592">
                <a:extLst>
                  <a:ext uri="{FF2B5EF4-FFF2-40B4-BE49-F238E27FC236}">
                    <a16:creationId xmlns:a16="http://schemas.microsoft.com/office/drawing/2014/main" id="{EF674719-7987-B7F6-4D37-4DB4F7FEDFCC}"/>
                  </a:ext>
                </a:extLst>
              </p:cNvPr>
              <p:cNvSpPr/>
              <p:nvPr/>
            </p:nvSpPr>
            <p:spPr>
              <a:xfrm>
                <a:off x="4047620" y="6052865"/>
                <a:ext cx="6343" cy="6345"/>
              </a:xfrm>
              <a:custGeom>
                <a:avLst/>
                <a:gdLst>
                  <a:gd name="connsiteX0" fmla="*/ 3423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5 h 6345"/>
                  <a:gd name="connsiteX3" fmla="*/ 5666 w 6343"/>
                  <a:gd name="connsiteY3" fmla="*/ 1132 h 6345"/>
                  <a:gd name="connsiteX4" fmla="*/ 3423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8"/>
                    </a:moveTo>
                    <a:cubicBezTo>
                      <a:pt x="4265" y="6548"/>
                      <a:pt x="5071" y="6214"/>
                      <a:pt x="5666" y="5619"/>
                    </a:cubicBezTo>
                    <a:cubicBezTo>
                      <a:pt x="6261" y="5024"/>
                      <a:pt x="6595" y="4217"/>
                      <a:pt x="6595" y="3375"/>
                    </a:cubicBezTo>
                    <a:cubicBezTo>
                      <a:pt x="6595" y="2534"/>
                      <a:pt x="6261" y="1727"/>
                      <a:pt x="5666" y="1132"/>
                    </a:cubicBezTo>
                    <a:cubicBezTo>
                      <a:pt x="5071" y="537"/>
                      <a:pt x="4265" y="203"/>
                      <a:pt x="3423" y="203"/>
                    </a:cubicBezTo>
                    <a:cubicBezTo>
                      <a:pt x="2582" y="203"/>
                      <a:pt x="1776" y="537"/>
                      <a:pt x="1181" y="1132"/>
                    </a:cubicBezTo>
                    <a:cubicBezTo>
                      <a:pt x="586" y="1727"/>
                      <a:pt x="252" y="2534"/>
                      <a:pt x="252" y="3375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6" y="6214"/>
                      <a:pt x="2582" y="6548"/>
                      <a:pt x="342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94" name="Freeform: Shape 3593">
                <a:extLst>
                  <a:ext uri="{FF2B5EF4-FFF2-40B4-BE49-F238E27FC236}">
                    <a16:creationId xmlns:a16="http://schemas.microsoft.com/office/drawing/2014/main" id="{FE3B4002-1FCC-3546-7429-6301448B2A49}"/>
                  </a:ext>
                </a:extLst>
              </p:cNvPr>
              <p:cNvSpPr/>
              <p:nvPr/>
            </p:nvSpPr>
            <p:spPr>
              <a:xfrm>
                <a:off x="4047684" y="6057647"/>
                <a:ext cx="6343" cy="6345"/>
              </a:xfrm>
              <a:custGeom>
                <a:avLst/>
                <a:gdLst>
                  <a:gd name="connsiteX0" fmla="*/ 3423 w 6343"/>
                  <a:gd name="connsiteY0" fmla="*/ 6549 h 6345"/>
                  <a:gd name="connsiteX1" fmla="*/ 5666 w 6343"/>
                  <a:gd name="connsiteY1" fmla="*/ 5619 h 6345"/>
                  <a:gd name="connsiteX2" fmla="*/ 6595 w 6343"/>
                  <a:gd name="connsiteY2" fmla="*/ 3376 h 6345"/>
                  <a:gd name="connsiteX3" fmla="*/ 5666 w 6343"/>
                  <a:gd name="connsiteY3" fmla="*/ 1132 h 6345"/>
                  <a:gd name="connsiteX4" fmla="*/ 3423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6 h 6345"/>
                  <a:gd name="connsiteX7" fmla="*/ 1181 w 6343"/>
                  <a:gd name="connsiteY7" fmla="*/ 5619 h 6345"/>
                  <a:gd name="connsiteX8" fmla="*/ 3423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9"/>
                    </a:moveTo>
                    <a:cubicBezTo>
                      <a:pt x="4265" y="6549"/>
                      <a:pt x="5071" y="6214"/>
                      <a:pt x="5666" y="5619"/>
                    </a:cubicBezTo>
                    <a:cubicBezTo>
                      <a:pt x="6261" y="5024"/>
                      <a:pt x="6595" y="4217"/>
                      <a:pt x="6595" y="3376"/>
                    </a:cubicBezTo>
                    <a:cubicBezTo>
                      <a:pt x="6595" y="2534"/>
                      <a:pt x="6261" y="1727"/>
                      <a:pt x="5666" y="1132"/>
                    </a:cubicBezTo>
                    <a:cubicBezTo>
                      <a:pt x="5071" y="537"/>
                      <a:pt x="4265" y="203"/>
                      <a:pt x="3423" y="203"/>
                    </a:cubicBezTo>
                    <a:cubicBezTo>
                      <a:pt x="2582" y="203"/>
                      <a:pt x="1776" y="537"/>
                      <a:pt x="1181" y="1132"/>
                    </a:cubicBezTo>
                    <a:cubicBezTo>
                      <a:pt x="586" y="1727"/>
                      <a:pt x="252" y="2534"/>
                      <a:pt x="252" y="3376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6" y="6214"/>
                      <a:pt x="2582" y="6549"/>
                      <a:pt x="3423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95" name="Freeform: Shape 3594">
                <a:extLst>
                  <a:ext uri="{FF2B5EF4-FFF2-40B4-BE49-F238E27FC236}">
                    <a16:creationId xmlns:a16="http://schemas.microsoft.com/office/drawing/2014/main" id="{85D3BD91-50C6-A920-1C67-60A8162F88AB}"/>
                  </a:ext>
                </a:extLst>
              </p:cNvPr>
              <p:cNvSpPr/>
              <p:nvPr/>
            </p:nvSpPr>
            <p:spPr>
              <a:xfrm>
                <a:off x="4040896" y="6049706"/>
                <a:ext cx="6343" cy="6345"/>
              </a:xfrm>
              <a:custGeom>
                <a:avLst/>
                <a:gdLst>
                  <a:gd name="connsiteX0" fmla="*/ 3423 w 6343"/>
                  <a:gd name="connsiteY0" fmla="*/ 6548 h 6345"/>
                  <a:gd name="connsiteX1" fmla="*/ 5666 w 6343"/>
                  <a:gd name="connsiteY1" fmla="*/ 5619 h 6345"/>
                  <a:gd name="connsiteX2" fmla="*/ 6594 w 6343"/>
                  <a:gd name="connsiteY2" fmla="*/ 3375 h 6345"/>
                  <a:gd name="connsiteX3" fmla="*/ 5666 w 6343"/>
                  <a:gd name="connsiteY3" fmla="*/ 1132 h 6345"/>
                  <a:gd name="connsiteX4" fmla="*/ 3423 w 6343"/>
                  <a:gd name="connsiteY4" fmla="*/ 203 h 6345"/>
                  <a:gd name="connsiteX5" fmla="*/ 1180 w 6343"/>
                  <a:gd name="connsiteY5" fmla="*/ 1132 h 6345"/>
                  <a:gd name="connsiteX6" fmla="*/ 251 w 6343"/>
                  <a:gd name="connsiteY6" fmla="*/ 3375 h 6345"/>
                  <a:gd name="connsiteX7" fmla="*/ 1180 w 6343"/>
                  <a:gd name="connsiteY7" fmla="*/ 5619 h 6345"/>
                  <a:gd name="connsiteX8" fmla="*/ 342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8"/>
                    </a:moveTo>
                    <a:cubicBezTo>
                      <a:pt x="4264" y="6548"/>
                      <a:pt x="5071" y="6214"/>
                      <a:pt x="5666" y="5619"/>
                    </a:cubicBezTo>
                    <a:cubicBezTo>
                      <a:pt x="6260" y="5024"/>
                      <a:pt x="6594" y="4217"/>
                      <a:pt x="6594" y="3375"/>
                    </a:cubicBezTo>
                    <a:cubicBezTo>
                      <a:pt x="6594" y="2534"/>
                      <a:pt x="6260" y="1727"/>
                      <a:pt x="5666" y="1132"/>
                    </a:cubicBezTo>
                    <a:cubicBezTo>
                      <a:pt x="5071" y="537"/>
                      <a:pt x="4264" y="203"/>
                      <a:pt x="3423" y="203"/>
                    </a:cubicBezTo>
                    <a:cubicBezTo>
                      <a:pt x="2582" y="203"/>
                      <a:pt x="1775" y="537"/>
                      <a:pt x="1180" y="1132"/>
                    </a:cubicBezTo>
                    <a:cubicBezTo>
                      <a:pt x="586" y="1727"/>
                      <a:pt x="251" y="2534"/>
                      <a:pt x="251" y="3375"/>
                    </a:cubicBezTo>
                    <a:cubicBezTo>
                      <a:pt x="251" y="4217"/>
                      <a:pt x="586" y="5024"/>
                      <a:pt x="1180" y="5619"/>
                    </a:cubicBezTo>
                    <a:cubicBezTo>
                      <a:pt x="1775" y="6214"/>
                      <a:pt x="2582" y="6548"/>
                      <a:pt x="342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96" name="Freeform: Shape 3595">
                <a:extLst>
                  <a:ext uri="{FF2B5EF4-FFF2-40B4-BE49-F238E27FC236}">
                    <a16:creationId xmlns:a16="http://schemas.microsoft.com/office/drawing/2014/main" id="{1ECBE9BC-8567-BA9F-3E61-7F19CECD943D}"/>
                  </a:ext>
                </a:extLst>
              </p:cNvPr>
              <p:cNvSpPr/>
              <p:nvPr/>
            </p:nvSpPr>
            <p:spPr>
              <a:xfrm>
                <a:off x="4044738" y="6061699"/>
                <a:ext cx="6343" cy="6345"/>
              </a:xfrm>
              <a:custGeom>
                <a:avLst/>
                <a:gdLst>
                  <a:gd name="connsiteX0" fmla="*/ 3423 w 6343"/>
                  <a:gd name="connsiteY0" fmla="*/ 6549 h 6345"/>
                  <a:gd name="connsiteX1" fmla="*/ 5666 w 6343"/>
                  <a:gd name="connsiteY1" fmla="*/ 5620 h 6345"/>
                  <a:gd name="connsiteX2" fmla="*/ 6595 w 6343"/>
                  <a:gd name="connsiteY2" fmla="*/ 3376 h 6345"/>
                  <a:gd name="connsiteX3" fmla="*/ 5666 w 6343"/>
                  <a:gd name="connsiteY3" fmla="*/ 1133 h 6345"/>
                  <a:gd name="connsiteX4" fmla="*/ 3423 w 6343"/>
                  <a:gd name="connsiteY4" fmla="*/ 203 h 6345"/>
                  <a:gd name="connsiteX5" fmla="*/ 1181 w 6343"/>
                  <a:gd name="connsiteY5" fmla="*/ 1133 h 6345"/>
                  <a:gd name="connsiteX6" fmla="*/ 252 w 6343"/>
                  <a:gd name="connsiteY6" fmla="*/ 3376 h 6345"/>
                  <a:gd name="connsiteX7" fmla="*/ 1181 w 6343"/>
                  <a:gd name="connsiteY7" fmla="*/ 5620 h 6345"/>
                  <a:gd name="connsiteX8" fmla="*/ 3423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9"/>
                    </a:moveTo>
                    <a:cubicBezTo>
                      <a:pt x="4264" y="6549"/>
                      <a:pt x="5071" y="6215"/>
                      <a:pt x="5666" y="5620"/>
                    </a:cubicBezTo>
                    <a:cubicBezTo>
                      <a:pt x="6261" y="5025"/>
                      <a:pt x="6595" y="4218"/>
                      <a:pt x="6595" y="3376"/>
                    </a:cubicBezTo>
                    <a:cubicBezTo>
                      <a:pt x="6595" y="2535"/>
                      <a:pt x="6261" y="1728"/>
                      <a:pt x="5666" y="1133"/>
                    </a:cubicBezTo>
                    <a:cubicBezTo>
                      <a:pt x="5071" y="538"/>
                      <a:pt x="4264" y="203"/>
                      <a:pt x="3423" y="203"/>
                    </a:cubicBezTo>
                    <a:cubicBezTo>
                      <a:pt x="2582" y="203"/>
                      <a:pt x="1775" y="538"/>
                      <a:pt x="1181" y="1133"/>
                    </a:cubicBezTo>
                    <a:cubicBezTo>
                      <a:pt x="586" y="1728"/>
                      <a:pt x="252" y="2535"/>
                      <a:pt x="252" y="3376"/>
                    </a:cubicBezTo>
                    <a:cubicBezTo>
                      <a:pt x="252" y="4218"/>
                      <a:pt x="586" y="5025"/>
                      <a:pt x="1181" y="5620"/>
                    </a:cubicBezTo>
                    <a:cubicBezTo>
                      <a:pt x="1775" y="6215"/>
                      <a:pt x="2582" y="6549"/>
                      <a:pt x="3423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97" name="Freeform: Shape 3596">
                <a:extLst>
                  <a:ext uri="{FF2B5EF4-FFF2-40B4-BE49-F238E27FC236}">
                    <a16:creationId xmlns:a16="http://schemas.microsoft.com/office/drawing/2014/main" id="{377E7B0D-2AE0-FD08-3E28-617DE53C05CE}"/>
                  </a:ext>
                </a:extLst>
              </p:cNvPr>
              <p:cNvSpPr/>
              <p:nvPr/>
            </p:nvSpPr>
            <p:spPr>
              <a:xfrm>
                <a:off x="4043980" y="6065150"/>
                <a:ext cx="6343" cy="6345"/>
              </a:xfrm>
              <a:custGeom>
                <a:avLst/>
                <a:gdLst>
                  <a:gd name="connsiteX0" fmla="*/ 3423 w 6343"/>
                  <a:gd name="connsiteY0" fmla="*/ 6549 h 6345"/>
                  <a:gd name="connsiteX1" fmla="*/ 5666 w 6343"/>
                  <a:gd name="connsiteY1" fmla="*/ 5620 h 6345"/>
                  <a:gd name="connsiteX2" fmla="*/ 6595 w 6343"/>
                  <a:gd name="connsiteY2" fmla="*/ 3376 h 6345"/>
                  <a:gd name="connsiteX3" fmla="*/ 5666 w 6343"/>
                  <a:gd name="connsiteY3" fmla="*/ 1133 h 6345"/>
                  <a:gd name="connsiteX4" fmla="*/ 3423 w 6343"/>
                  <a:gd name="connsiteY4" fmla="*/ 204 h 6345"/>
                  <a:gd name="connsiteX5" fmla="*/ 1181 w 6343"/>
                  <a:gd name="connsiteY5" fmla="*/ 1133 h 6345"/>
                  <a:gd name="connsiteX6" fmla="*/ 252 w 6343"/>
                  <a:gd name="connsiteY6" fmla="*/ 3376 h 6345"/>
                  <a:gd name="connsiteX7" fmla="*/ 1181 w 6343"/>
                  <a:gd name="connsiteY7" fmla="*/ 5620 h 6345"/>
                  <a:gd name="connsiteX8" fmla="*/ 3423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9"/>
                    </a:moveTo>
                    <a:cubicBezTo>
                      <a:pt x="4264" y="6549"/>
                      <a:pt x="5071" y="6215"/>
                      <a:pt x="5666" y="5620"/>
                    </a:cubicBezTo>
                    <a:cubicBezTo>
                      <a:pt x="6261" y="5025"/>
                      <a:pt x="6595" y="4218"/>
                      <a:pt x="6595" y="3376"/>
                    </a:cubicBezTo>
                    <a:cubicBezTo>
                      <a:pt x="6595" y="2535"/>
                      <a:pt x="6261" y="1728"/>
                      <a:pt x="5666" y="1133"/>
                    </a:cubicBezTo>
                    <a:cubicBezTo>
                      <a:pt x="5071" y="538"/>
                      <a:pt x="4264" y="204"/>
                      <a:pt x="3423" y="204"/>
                    </a:cubicBezTo>
                    <a:cubicBezTo>
                      <a:pt x="2582" y="204"/>
                      <a:pt x="1775" y="538"/>
                      <a:pt x="1181" y="1133"/>
                    </a:cubicBezTo>
                    <a:cubicBezTo>
                      <a:pt x="586" y="1728"/>
                      <a:pt x="252" y="2535"/>
                      <a:pt x="252" y="3376"/>
                    </a:cubicBezTo>
                    <a:cubicBezTo>
                      <a:pt x="252" y="4218"/>
                      <a:pt x="586" y="5025"/>
                      <a:pt x="1181" y="5620"/>
                    </a:cubicBezTo>
                    <a:cubicBezTo>
                      <a:pt x="1775" y="6215"/>
                      <a:pt x="2582" y="6549"/>
                      <a:pt x="3423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98" name="Freeform: Shape 3597">
                <a:extLst>
                  <a:ext uri="{FF2B5EF4-FFF2-40B4-BE49-F238E27FC236}">
                    <a16:creationId xmlns:a16="http://schemas.microsoft.com/office/drawing/2014/main" id="{19F099D6-D2F0-7C73-E18A-D8C89AB28073}"/>
                  </a:ext>
                </a:extLst>
              </p:cNvPr>
              <p:cNvSpPr/>
              <p:nvPr/>
            </p:nvSpPr>
            <p:spPr>
              <a:xfrm>
                <a:off x="4044116" y="6070422"/>
                <a:ext cx="6343" cy="6345"/>
              </a:xfrm>
              <a:custGeom>
                <a:avLst/>
                <a:gdLst>
                  <a:gd name="connsiteX0" fmla="*/ 3423 w 6343"/>
                  <a:gd name="connsiteY0" fmla="*/ 6550 h 6345"/>
                  <a:gd name="connsiteX1" fmla="*/ 5666 w 6343"/>
                  <a:gd name="connsiteY1" fmla="*/ 5620 h 6345"/>
                  <a:gd name="connsiteX2" fmla="*/ 6595 w 6343"/>
                  <a:gd name="connsiteY2" fmla="*/ 3377 h 6345"/>
                  <a:gd name="connsiteX3" fmla="*/ 5666 w 6343"/>
                  <a:gd name="connsiteY3" fmla="*/ 1133 h 6345"/>
                  <a:gd name="connsiteX4" fmla="*/ 3423 w 6343"/>
                  <a:gd name="connsiteY4" fmla="*/ 204 h 6345"/>
                  <a:gd name="connsiteX5" fmla="*/ 1181 w 6343"/>
                  <a:gd name="connsiteY5" fmla="*/ 1133 h 6345"/>
                  <a:gd name="connsiteX6" fmla="*/ 252 w 6343"/>
                  <a:gd name="connsiteY6" fmla="*/ 3377 h 6345"/>
                  <a:gd name="connsiteX7" fmla="*/ 1181 w 6343"/>
                  <a:gd name="connsiteY7" fmla="*/ 5620 h 6345"/>
                  <a:gd name="connsiteX8" fmla="*/ 3423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0"/>
                    </a:moveTo>
                    <a:cubicBezTo>
                      <a:pt x="4264" y="6550"/>
                      <a:pt x="5071" y="6215"/>
                      <a:pt x="5666" y="5620"/>
                    </a:cubicBezTo>
                    <a:cubicBezTo>
                      <a:pt x="6261" y="5025"/>
                      <a:pt x="6595" y="4218"/>
                      <a:pt x="6595" y="3377"/>
                    </a:cubicBezTo>
                    <a:cubicBezTo>
                      <a:pt x="6595" y="2535"/>
                      <a:pt x="6261" y="1728"/>
                      <a:pt x="5666" y="1133"/>
                    </a:cubicBezTo>
                    <a:cubicBezTo>
                      <a:pt x="5071" y="538"/>
                      <a:pt x="4264" y="204"/>
                      <a:pt x="3423" y="204"/>
                    </a:cubicBezTo>
                    <a:cubicBezTo>
                      <a:pt x="2582" y="204"/>
                      <a:pt x="1775" y="538"/>
                      <a:pt x="1181" y="1133"/>
                    </a:cubicBezTo>
                    <a:cubicBezTo>
                      <a:pt x="586" y="1728"/>
                      <a:pt x="252" y="2535"/>
                      <a:pt x="252" y="3377"/>
                    </a:cubicBezTo>
                    <a:cubicBezTo>
                      <a:pt x="252" y="4218"/>
                      <a:pt x="586" y="5025"/>
                      <a:pt x="1181" y="5620"/>
                    </a:cubicBezTo>
                    <a:cubicBezTo>
                      <a:pt x="1775" y="6215"/>
                      <a:pt x="2582" y="6550"/>
                      <a:pt x="3423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99" name="Freeform: Shape 3598">
                <a:extLst>
                  <a:ext uri="{FF2B5EF4-FFF2-40B4-BE49-F238E27FC236}">
                    <a16:creationId xmlns:a16="http://schemas.microsoft.com/office/drawing/2014/main" id="{DEF4808A-51D8-A2D0-7457-CB4B7609C404}"/>
                  </a:ext>
                </a:extLst>
              </p:cNvPr>
              <p:cNvSpPr/>
              <p:nvPr/>
            </p:nvSpPr>
            <p:spPr>
              <a:xfrm>
                <a:off x="4043211" y="6073757"/>
                <a:ext cx="6343" cy="6345"/>
              </a:xfrm>
              <a:custGeom>
                <a:avLst/>
                <a:gdLst>
                  <a:gd name="connsiteX0" fmla="*/ 3423 w 6343"/>
                  <a:gd name="connsiteY0" fmla="*/ 6550 h 6345"/>
                  <a:gd name="connsiteX1" fmla="*/ 5666 w 6343"/>
                  <a:gd name="connsiteY1" fmla="*/ 5621 h 6345"/>
                  <a:gd name="connsiteX2" fmla="*/ 6595 w 6343"/>
                  <a:gd name="connsiteY2" fmla="*/ 3377 h 6345"/>
                  <a:gd name="connsiteX3" fmla="*/ 5666 w 6343"/>
                  <a:gd name="connsiteY3" fmla="*/ 1134 h 6345"/>
                  <a:gd name="connsiteX4" fmla="*/ 3423 w 6343"/>
                  <a:gd name="connsiteY4" fmla="*/ 204 h 6345"/>
                  <a:gd name="connsiteX5" fmla="*/ 1180 w 6343"/>
                  <a:gd name="connsiteY5" fmla="*/ 1134 h 6345"/>
                  <a:gd name="connsiteX6" fmla="*/ 252 w 6343"/>
                  <a:gd name="connsiteY6" fmla="*/ 3377 h 6345"/>
                  <a:gd name="connsiteX7" fmla="*/ 1180 w 6343"/>
                  <a:gd name="connsiteY7" fmla="*/ 5621 h 6345"/>
                  <a:gd name="connsiteX8" fmla="*/ 3423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0"/>
                    </a:moveTo>
                    <a:cubicBezTo>
                      <a:pt x="4264" y="6550"/>
                      <a:pt x="5071" y="6216"/>
                      <a:pt x="5666" y="5621"/>
                    </a:cubicBezTo>
                    <a:cubicBezTo>
                      <a:pt x="6260" y="5026"/>
                      <a:pt x="6595" y="4219"/>
                      <a:pt x="6595" y="3377"/>
                    </a:cubicBezTo>
                    <a:cubicBezTo>
                      <a:pt x="6595" y="2536"/>
                      <a:pt x="6260" y="1729"/>
                      <a:pt x="5666" y="1134"/>
                    </a:cubicBezTo>
                    <a:cubicBezTo>
                      <a:pt x="5071" y="539"/>
                      <a:pt x="4264" y="204"/>
                      <a:pt x="3423" y="204"/>
                    </a:cubicBezTo>
                    <a:cubicBezTo>
                      <a:pt x="2582" y="204"/>
                      <a:pt x="1775" y="539"/>
                      <a:pt x="1180" y="1134"/>
                    </a:cubicBezTo>
                    <a:cubicBezTo>
                      <a:pt x="586" y="1729"/>
                      <a:pt x="252" y="2536"/>
                      <a:pt x="252" y="3377"/>
                    </a:cubicBezTo>
                    <a:cubicBezTo>
                      <a:pt x="252" y="4219"/>
                      <a:pt x="586" y="5026"/>
                      <a:pt x="1180" y="5621"/>
                    </a:cubicBezTo>
                    <a:cubicBezTo>
                      <a:pt x="1775" y="6216"/>
                      <a:pt x="2582" y="6550"/>
                      <a:pt x="3423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00" name="Freeform: Shape 3599">
                <a:extLst>
                  <a:ext uri="{FF2B5EF4-FFF2-40B4-BE49-F238E27FC236}">
                    <a16:creationId xmlns:a16="http://schemas.microsoft.com/office/drawing/2014/main" id="{ACFBFC03-0C15-926C-ABEC-6B6ECDB60291}"/>
                  </a:ext>
                </a:extLst>
              </p:cNvPr>
              <p:cNvSpPr/>
              <p:nvPr/>
            </p:nvSpPr>
            <p:spPr>
              <a:xfrm>
                <a:off x="4041155" y="6074837"/>
                <a:ext cx="6343" cy="6345"/>
              </a:xfrm>
              <a:custGeom>
                <a:avLst/>
                <a:gdLst>
                  <a:gd name="connsiteX0" fmla="*/ 3423 w 6343"/>
                  <a:gd name="connsiteY0" fmla="*/ 6550 h 6345"/>
                  <a:gd name="connsiteX1" fmla="*/ 5666 w 6343"/>
                  <a:gd name="connsiteY1" fmla="*/ 5621 h 6345"/>
                  <a:gd name="connsiteX2" fmla="*/ 6594 w 6343"/>
                  <a:gd name="connsiteY2" fmla="*/ 3377 h 6345"/>
                  <a:gd name="connsiteX3" fmla="*/ 5666 w 6343"/>
                  <a:gd name="connsiteY3" fmla="*/ 1134 h 6345"/>
                  <a:gd name="connsiteX4" fmla="*/ 3423 w 6343"/>
                  <a:gd name="connsiteY4" fmla="*/ 205 h 6345"/>
                  <a:gd name="connsiteX5" fmla="*/ 1180 w 6343"/>
                  <a:gd name="connsiteY5" fmla="*/ 1134 h 6345"/>
                  <a:gd name="connsiteX6" fmla="*/ 251 w 6343"/>
                  <a:gd name="connsiteY6" fmla="*/ 3377 h 6345"/>
                  <a:gd name="connsiteX7" fmla="*/ 1180 w 6343"/>
                  <a:gd name="connsiteY7" fmla="*/ 5621 h 6345"/>
                  <a:gd name="connsiteX8" fmla="*/ 3423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0"/>
                    </a:moveTo>
                    <a:cubicBezTo>
                      <a:pt x="4264" y="6550"/>
                      <a:pt x="5071" y="6216"/>
                      <a:pt x="5666" y="5621"/>
                    </a:cubicBezTo>
                    <a:cubicBezTo>
                      <a:pt x="6260" y="5026"/>
                      <a:pt x="6594" y="4219"/>
                      <a:pt x="6594" y="3377"/>
                    </a:cubicBezTo>
                    <a:cubicBezTo>
                      <a:pt x="6594" y="2536"/>
                      <a:pt x="6260" y="1729"/>
                      <a:pt x="5666" y="1134"/>
                    </a:cubicBezTo>
                    <a:cubicBezTo>
                      <a:pt x="5071" y="539"/>
                      <a:pt x="4264" y="205"/>
                      <a:pt x="3423" y="205"/>
                    </a:cubicBezTo>
                    <a:cubicBezTo>
                      <a:pt x="2582" y="205"/>
                      <a:pt x="1775" y="539"/>
                      <a:pt x="1180" y="1134"/>
                    </a:cubicBezTo>
                    <a:cubicBezTo>
                      <a:pt x="586" y="1729"/>
                      <a:pt x="251" y="2536"/>
                      <a:pt x="251" y="3377"/>
                    </a:cubicBezTo>
                    <a:cubicBezTo>
                      <a:pt x="251" y="4219"/>
                      <a:pt x="586" y="5026"/>
                      <a:pt x="1180" y="5621"/>
                    </a:cubicBezTo>
                    <a:cubicBezTo>
                      <a:pt x="1775" y="6216"/>
                      <a:pt x="2582" y="6550"/>
                      <a:pt x="3423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01" name="Freeform: Shape 3600">
                <a:extLst>
                  <a:ext uri="{FF2B5EF4-FFF2-40B4-BE49-F238E27FC236}">
                    <a16:creationId xmlns:a16="http://schemas.microsoft.com/office/drawing/2014/main" id="{9CF8928C-A74E-6FC5-F1A9-8DB81903FCCA}"/>
                  </a:ext>
                </a:extLst>
              </p:cNvPr>
              <p:cNvSpPr/>
              <p:nvPr/>
            </p:nvSpPr>
            <p:spPr>
              <a:xfrm>
                <a:off x="4041319" y="6080473"/>
                <a:ext cx="6343" cy="6345"/>
              </a:xfrm>
              <a:custGeom>
                <a:avLst/>
                <a:gdLst>
                  <a:gd name="connsiteX0" fmla="*/ 3423 w 6343"/>
                  <a:gd name="connsiteY0" fmla="*/ 6550 h 6345"/>
                  <a:gd name="connsiteX1" fmla="*/ 5666 w 6343"/>
                  <a:gd name="connsiteY1" fmla="*/ 5621 h 6345"/>
                  <a:gd name="connsiteX2" fmla="*/ 6594 w 6343"/>
                  <a:gd name="connsiteY2" fmla="*/ 3378 h 6345"/>
                  <a:gd name="connsiteX3" fmla="*/ 5666 w 6343"/>
                  <a:gd name="connsiteY3" fmla="*/ 1134 h 6345"/>
                  <a:gd name="connsiteX4" fmla="*/ 3423 w 6343"/>
                  <a:gd name="connsiteY4" fmla="*/ 205 h 6345"/>
                  <a:gd name="connsiteX5" fmla="*/ 1180 w 6343"/>
                  <a:gd name="connsiteY5" fmla="*/ 1134 h 6345"/>
                  <a:gd name="connsiteX6" fmla="*/ 251 w 6343"/>
                  <a:gd name="connsiteY6" fmla="*/ 3378 h 6345"/>
                  <a:gd name="connsiteX7" fmla="*/ 1180 w 6343"/>
                  <a:gd name="connsiteY7" fmla="*/ 5621 h 6345"/>
                  <a:gd name="connsiteX8" fmla="*/ 3423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0"/>
                    </a:moveTo>
                    <a:cubicBezTo>
                      <a:pt x="4264" y="6550"/>
                      <a:pt x="5071" y="6216"/>
                      <a:pt x="5666" y="5621"/>
                    </a:cubicBezTo>
                    <a:cubicBezTo>
                      <a:pt x="6260" y="5026"/>
                      <a:pt x="6594" y="4219"/>
                      <a:pt x="6594" y="3378"/>
                    </a:cubicBezTo>
                    <a:cubicBezTo>
                      <a:pt x="6594" y="2536"/>
                      <a:pt x="6260" y="1729"/>
                      <a:pt x="5666" y="1134"/>
                    </a:cubicBezTo>
                    <a:cubicBezTo>
                      <a:pt x="5071" y="539"/>
                      <a:pt x="4264" y="205"/>
                      <a:pt x="3423" y="205"/>
                    </a:cubicBezTo>
                    <a:cubicBezTo>
                      <a:pt x="2582" y="205"/>
                      <a:pt x="1775" y="539"/>
                      <a:pt x="1180" y="1134"/>
                    </a:cubicBezTo>
                    <a:cubicBezTo>
                      <a:pt x="586" y="1729"/>
                      <a:pt x="251" y="2536"/>
                      <a:pt x="251" y="3378"/>
                    </a:cubicBezTo>
                    <a:cubicBezTo>
                      <a:pt x="251" y="4219"/>
                      <a:pt x="586" y="5026"/>
                      <a:pt x="1180" y="5621"/>
                    </a:cubicBezTo>
                    <a:cubicBezTo>
                      <a:pt x="1775" y="6216"/>
                      <a:pt x="2582" y="6550"/>
                      <a:pt x="3423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02" name="Freeform: Shape 3601">
                <a:extLst>
                  <a:ext uri="{FF2B5EF4-FFF2-40B4-BE49-F238E27FC236}">
                    <a16:creationId xmlns:a16="http://schemas.microsoft.com/office/drawing/2014/main" id="{55F0509C-EB8B-7A1E-1728-9A5CC0F4CA53}"/>
                  </a:ext>
                </a:extLst>
              </p:cNvPr>
              <p:cNvSpPr/>
              <p:nvPr/>
            </p:nvSpPr>
            <p:spPr>
              <a:xfrm>
                <a:off x="4039899" y="6082954"/>
                <a:ext cx="6343" cy="6345"/>
              </a:xfrm>
              <a:custGeom>
                <a:avLst/>
                <a:gdLst>
                  <a:gd name="connsiteX0" fmla="*/ 3423 w 6343"/>
                  <a:gd name="connsiteY0" fmla="*/ 6551 h 6345"/>
                  <a:gd name="connsiteX1" fmla="*/ 5665 w 6343"/>
                  <a:gd name="connsiteY1" fmla="*/ 5621 h 6345"/>
                  <a:gd name="connsiteX2" fmla="*/ 6594 w 6343"/>
                  <a:gd name="connsiteY2" fmla="*/ 3378 h 6345"/>
                  <a:gd name="connsiteX3" fmla="*/ 5665 w 6343"/>
                  <a:gd name="connsiteY3" fmla="*/ 1134 h 6345"/>
                  <a:gd name="connsiteX4" fmla="*/ 3423 w 6343"/>
                  <a:gd name="connsiteY4" fmla="*/ 205 h 6345"/>
                  <a:gd name="connsiteX5" fmla="*/ 1180 w 6343"/>
                  <a:gd name="connsiteY5" fmla="*/ 1134 h 6345"/>
                  <a:gd name="connsiteX6" fmla="*/ 251 w 6343"/>
                  <a:gd name="connsiteY6" fmla="*/ 3378 h 6345"/>
                  <a:gd name="connsiteX7" fmla="*/ 1180 w 6343"/>
                  <a:gd name="connsiteY7" fmla="*/ 5621 h 6345"/>
                  <a:gd name="connsiteX8" fmla="*/ 342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1"/>
                    </a:moveTo>
                    <a:cubicBezTo>
                      <a:pt x="4264" y="6551"/>
                      <a:pt x="5071" y="6216"/>
                      <a:pt x="5665" y="5621"/>
                    </a:cubicBezTo>
                    <a:cubicBezTo>
                      <a:pt x="6260" y="5026"/>
                      <a:pt x="6594" y="4219"/>
                      <a:pt x="6594" y="3378"/>
                    </a:cubicBezTo>
                    <a:cubicBezTo>
                      <a:pt x="6594" y="2536"/>
                      <a:pt x="6260" y="1729"/>
                      <a:pt x="5665" y="1134"/>
                    </a:cubicBezTo>
                    <a:cubicBezTo>
                      <a:pt x="5071" y="539"/>
                      <a:pt x="4264" y="205"/>
                      <a:pt x="3423" y="205"/>
                    </a:cubicBezTo>
                    <a:cubicBezTo>
                      <a:pt x="2582" y="205"/>
                      <a:pt x="1775" y="539"/>
                      <a:pt x="1180" y="1134"/>
                    </a:cubicBezTo>
                    <a:cubicBezTo>
                      <a:pt x="585" y="1729"/>
                      <a:pt x="251" y="2536"/>
                      <a:pt x="251" y="3378"/>
                    </a:cubicBezTo>
                    <a:cubicBezTo>
                      <a:pt x="251" y="4219"/>
                      <a:pt x="585" y="5026"/>
                      <a:pt x="1180" y="5621"/>
                    </a:cubicBezTo>
                    <a:cubicBezTo>
                      <a:pt x="1775" y="6216"/>
                      <a:pt x="2582" y="6551"/>
                      <a:pt x="342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03" name="Freeform: Shape 3602">
                <a:extLst>
                  <a:ext uri="{FF2B5EF4-FFF2-40B4-BE49-F238E27FC236}">
                    <a16:creationId xmlns:a16="http://schemas.microsoft.com/office/drawing/2014/main" id="{324F69B6-A30F-C673-4064-2EF0D1ED4A0B}"/>
                  </a:ext>
                </a:extLst>
              </p:cNvPr>
              <p:cNvSpPr/>
              <p:nvPr/>
            </p:nvSpPr>
            <p:spPr>
              <a:xfrm>
                <a:off x="4039551" y="6087750"/>
                <a:ext cx="6343" cy="6345"/>
              </a:xfrm>
              <a:custGeom>
                <a:avLst/>
                <a:gdLst>
                  <a:gd name="connsiteX0" fmla="*/ 3423 w 6343"/>
                  <a:gd name="connsiteY0" fmla="*/ 6551 h 6345"/>
                  <a:gd name="connsiteX1" fmla="*/ 5665 w 6343"/>
                  <a:gd name="connsiteY1" fmla="*/ 5622 h 6345"/>
                  <a:gd name="connsiteX2" fmla="*/ 6594 w 6343"/>
                  <a:gd name="connsiteY2" fmla="*/ 3378 h 6345"/>
                  <a:gd name="connsiteX3" fmla="*/ 5665 w 6343"/>
                  <a:gd name="connsiteY3" fmla="*/ 1135 h 6345"/>
                  <a:gd name="connsiteX4" fmla="*/ 3423 w 6343"/>
                  <a:gd name="connsiteY4" fmla="*/ 206 h 6345"/>
                  <a:gd name="connsiteX5" fmla="*/ 1180 w 6343"/>
                  <a:gd name="connsiteY5" fmla="*/ 1135 h 6345"/>
                  <a:gd name="connsiteX6" fmla="*/ 251 w 6343"/>
                  <a:gd name="connsiteY6" fmla="*/ 3378 h 6345"/>
                  <a:gd name="connsiteX7" fmla="*/ 1180 w 6343"/>
                  <a:gd name="connsiteY7" fmla="*/ 5622 h 6345"/>
                  <a:gd name="connsiteX8" fmla="*/ 342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1"/>
                    </a:moveTo>
                    <a:cubicBezTo>
                      <a:pt x="4264" y="6551"/>
                      <a:pt x="5071" y="6217"/>
                      <a:pt x="5665" y="5622"/>
                    </a:cubicBezTo>
                    <a:cubicBezTo>
                      <a:pt x="6260" y="5027"/>
                      <a:pt x="6594" y="4220"/>
                      <a:pt x="6594" y="3378"/>
                    </a:cubicBezTo>
                    <a:cubicBezTo>
                      <a:pt x="6594" y="2537"/>
                      <a:pt x="6260" y="1730"/>
                      <a:pt x="5665" y="1135"/>
                    </a:cubicBezTo>
                    <a:cubicBezTo>
                      <a:pt x="5071" y="540"/>
                      <a:pt x="4264" y="206"/>
                      <a:pt x="3423" y="206"/>
                    </a:cubicBezTo>
                    <a:cubicBezTo>
                      <a:pt x="2582" y="206"/>
                      <a:pt x="1775" y="540"/>
                      <a:pt x="1180" y="1135"/>
                    </a:cubicBezTo>
                    <a:cubicBezTo>
                      <a:pt x="585" y="1730"/>
                      <a:pt x="251" y="2537"/>
                      <a:pt x="251" y="3378"/>
                    </a:cubicBezTo>
                    <a:cubicBezTo>
                      <a:pt x="251" y="4220"/>
                      <a:pt x="585" y="5027"/>
                      <a:pt x="1180" y="5622"/>
                    </a:cubicBezTo>
                    <a:cubicBezTo>
                      <a:pt x="1775" y="6217"/>
                      <a:pt x="2582" y="6551"/>
                      <a:pt x="342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04" name="Freeform: Shape 3603">
                <a:extLst>
                  <a:ext uri="{FF2B5EF4-FFF2-40B4-BE49-F238E27FC236}">
                    <a16:creationId xmlns:a16="http://schemas.microsoft.com/office/drawing/2014/main" id="{BF4F829D-6885-D59E-F5B1-84800C8FE3AE}"/>
                  </a:ext>
                </a:extLst>
              </p:cNvPr>
              <p:cNvSpPr/>
              <p:nvPr/>
            </p:nvSpPr>
            <p:spPr>
              <a:xfrm>
                <a:off x="4038449" y="6091048"/>
                <a:ext cx="6343" cy="6345"/>
              </a:xfrm>
              <a:custGeom>
                <a:avLst/>
                <a:gdLst>
                  <a:gd name="connsiteX0" fmla="*/ 3423 w 6343"/>
                  <a:gd name="connsiteY0" fmla="*/ 6551 h 6345"/>
                  <a:gd name="connsiteX1" fmla="*/ 5665 w 6343"/>
                  <a:gd name="connsiteY1" fmla="*/ 5622 h 6345"/>
                  <a:gd name="connsiteX2" fmla="*/ 6594 w 6343"/>
                  <a:gd name="connsiteY2" fmla="*/ 3378 h 6345"/>
                  <a:gd name="connsiteX3" fmla="*/ 5665 w 6343"/>
                  <a:gd name="connsiteY3" fmla="*/ 1135 h 6345"/>
                  <a:gd name="connsiteX4" fmla="*/ 3423 w 6343"/>
                  <a:gd name="connsiteY4" fmla="*/ 206 h 6345"/>
                  <a:gd name="connsiteX5" fmla="*/ 1180 w 6343"/>
                  <a:gd name="connsiteY5" fmla="*/ 1135 h 6345"/>
                  <a:gd name="connsiteX6" fmla="*/ 251 w 6343"/>
                  <a:gd name="connsiteY6" fmla="*/ 3378 h 6345"/>
                  <a:gd name="connsiteX7" fmla="*/ 1180 w 6343"/>
                  <a:gd name="connsiteY7" fmla="*/ 5622 h 6345"/>
                  <a:gd name="connsiteX8" fmla="*/ 342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1"/>
                    </a:moveTo>
                    <a:cubicBezTo>
                      <a:pt x="4264" y="6551"/>
                      <a:pt x="5071" y="6217"/>
                      <a:pt x="5665" y="5622"/>
                    </a:cubicBezTo>
                    <a:cubicBezTo>
                      <a:pt x="6260" y="5027"/>
                      <a:pt x="6594" y="4220"/>
                      <a:pt x="6594" y="3378"/>
                    </a:cubicBezTo>
                    <a:cubicBezTo>
                      <a:pt x="6594" y="2537"/>
                      <a:pt x="6260" y="1730"/>
                      <a:pt x="5665" y="1135"/>
                    </a:cubicBezTo>
                    <a:cubicBezTo>
                      <a:pt x="5071" y="540"/>
                      <a:pt x="4264" y="206"/>
                      <a:pt x="3423" y="206"/>
                    </a:cubicBezTo>
                    <a:cubicBezTo>
                      <a:pt x="2582" y="206"/>
                      <a:pt x="1775" y="540"/>
                      <a:pt x="1180" y="1135"/>
                    </a:cubicBezTo>
                    <a:cubicBezTo>
                      <a:pt x="585" y="1730"/>
                      <a:pt x="251" y="2537"/>
                      <a:pt x="251" y="3378"/>
                    </a:cubicBezTo>
                    <a:cubicBezTo>
                      <a:pt x="251" y="4220"/>
                      <a:pt x="585" y="5027"/>
                      <a:pt x="1180" y="5622"/>
                    </a:cubicBezTo>
                    <a:cubicBezTo>
                      <a:pt x="1775" y="6217"/>
                      <a:pt x="2582" y="6551"/>
                      <a:pt x="342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05" name="Freeform: Shape 3604">
                <a:extLst>
                  <a:ext uri="{FF2B5EF4-FFF2-40B4-BE49-F238E27FC236}">
                    <a16:creationId xmlns:a16="http://schemas.microsoft.com/office/drawing/2014/main" id="{D5B34757-44A2-4ADD-1611-65ADAFE65512}"/>
                  </a:ext>
                </a:extLst>
              </p:cNvPr>
              <p:cNvSpPr/>
              <p:nvPr/>
            </p:nvSpPr>
            <p:spPr>
              <a:xfrm>
                <a:off x="4036760" y="6093136"/>
                <a:ext cx="6343" cy="6345"/>
              </a:xfrm>
              <a:custGeom>
                <a:avLst/>
                <a:gdLst>
                  <a:gd name="connsiteX0" fmla="*/ 3423 w 6343"/>
                  <a:gd name="connsiteY0" fmla="*/ 6551 h 6345"/>
                  <a:gd name="connsiteX1" fmla="*/ 5665 w 6343"/>
                  <a:gd name="connsiteY1" fmla="*/ 5622 h 6345"/>
                  <a:gd name="connsiteX2" fmla="*/ 6594 w 6343"/>
                  <a:gd name="connsiteY2" fmla="*/ 3379 h 6345"/>
                  <a:gd name="connsiteX3" fmla="*/ 5665 w 6343"/>
                  <a:gd name="connsiteY3" fmla="*/ 1135 h 6345"/>
                  <a:gd name="connsiteX4" fmla="*/ 3423 w 6343"/>
                  <a:gd name="connsiteY4" fmla="*/ 206 h 6345"/>
                  <a:gd name="connsiteX5" fmla="*/ 1180 w 6343"/>
                  <a:gd name="connsiteY5" fmla="*/ 1135 h 6345"/>
                  <a:gd name="connsiteX6" fmla="*/ 251 w 6343"/>
                  <a:gd name="connsiteY6" fmla="*/ 3379 h 6345"/>
                  <a:gd name="connsiteX7" fmla="*/ 1180 w 6343"/>
                  <a:gd name="connsiteY7" fmla="*/ 5622 h 6345"/>
                  <a:gd name="connsiteX8" fmla="*/ 342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1"/>
                    </a:moveTo>
                    <a:cubicBezTo>
                      <a:pt x="4264" y="6551"/>
                      <a:pt x="5070" y="6217"/>
                      <a:pt x="5665" y="5622"/>
                    </a:cubicBezTo>
                    <a:cubicBezTo>
                      <a:pt x="6260" y="5027"/>
                      <a:pt x="6594" y="4220"/>
                      <a:pt x="6594" y="3379"/>
                    </a:cubicBezTo>
                    <a:cubicBezTo>
                      <a:pt x="6594" y="2537"/>
                      <a:pt x="6260" y="1730"/>
                      <a:pt x="5665" y="1135"/>
                    </a:cubicBezTo>
                    <a:cubicBezTo>
                      <a:pt x="5070" y="540"/>
                      <a:pt x="4264" y="206"/>
                      <a:pt x="3423" y="206"/>
                    </a:cubicBezTo>
                    <a:cubicBezTo>
                      <a:pt x="2581" y="206"/>
                      <a:pt x="1775" y="540"/>
                      <a:pt x="1180" y="1135"/>
                    </a:cubicBezTo>
                    <a:cubicBezTo>
                      <a:pt x="585" y="1730"/>
                      <a:pt x="251" y="2537"/>
                      <a:pt x="251" y="3379"/>
                    </a:cubicBezTo>
                    <a:cubicBezTo>
                      <a:pt x="251" y="4220"/>
                      <a:pt x="585" y="5027"/>
                      <a:pt x="1180" y="5622"/>
                    </a:cubicBezTo>
                    <a:cubicBezTo>
                      <a:pt x="1775" y="6217"/>
                      <a:pt x="2581" y="6551"/>
                      <a:pt x="342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06" name="Freeform: Shape 3605">
                <a:extLst>
                  <a:ext uri="{FF2B5EF4-FFF2-40B4-BE49-F238E27FC236}">
                    <a16:creationId xmlns:a16="http://schemas.microsoft.com/office/drawing/2014/main" id="{A0A20A24-2F99-1A27-A586-4C8A8140272B}"/>
                  </a:ext>
                </a:extLst>
              </p:cNvPr>
              <p:cNvSpPr/>
              <p:nvPr/>
            </p:nvSpPr>
            <p:spPr>
              <a:xfrm>
                <a:off x="4034154" y="6093224"/>
                <a:ext cx="6343" cy="6345"/>
              </a:xfrm>
              <a:custGeom>
                <a:avLst/>
                <a:gdLst>
                  <a:gd name="connsiteX0" fmla="*/ 3422 w 6343"/>
                  <a:gd name="connsiteY0" fmla="*/ 6551 h 6345"/>
                  <a:gd name="connsiteX1" fmla="*/ 5665 w 6343"/>
                  <a:gd name="connsiteY1" fmla="*/ 5622 h 6345"/>
                  <a:gd name="connsiteX2" fmla="*/ 6594 w 6343"/>
                  <a:gd name="connsiteY2" fmla="*/ 3379 h 6345"/>
                  <a:gd name="connsiteX3" fmla="*/ 5665 w 6343"/>
                  <a:gd name="connsiteY3" fmla="*/ 1135 h 6345"/>
                  <a:gd name="connsiteX4" fmla="*/ 3422 w 6343"/>
                  <a:gd name="connsiteY4" fmla="*/ 206 h 6345"/>
                  <a:gd name="connsiteX5" fmla="*/ 1180 w 6343"/>
                  <a:gd name="connsiteY5" fmla="*/ 1135 h 6345"/>
                  <a:gd name="connsiteX6" fmla="*/ 251 w 6343"/>
                  <a:gd name="connsiteY6" fmla="*/ 3379 h 6345"/>
                  <a:gd name="connsiteX7" fmla="*/ 1180 w 6343"/>
                  <a:gd name="connsiteY7" fmla="*/ 5622 h 6345"/>
                  <a:gd name="connsiteX8" fmla="*/ 342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1"/>
                    </a:moveTo>
                    <a:cubicBezTo>
                      <a:pt x="4263" y="6551"/>
                      <a:pt x="5070" y="6217"/>
                      <a:pt x="5665" y="5622"/>
                    </a:cubicBezTo>
                    <a:cubicBezTo>
                      <a:pt x="6260" y="5027"/>
                      <a:pt x="6594" y="4220"/>
                      <a:pt x="6594" y="3379"/>
                    </a:cubicBezTo>
                    <a:cubicBezTo>
                      <a:pt x="6594" y="2537"/>
                      <a:pt x="6260" y="1730"/>
                      <a:pt x="5665" y="1135"/>
                    </a:cubicBezTo>
                    <a:cubicBezTo>
                      <a:pt x="5070" y="540"/>
                      <a:pt x="4263" y="206"/>
                      <a:pt x="3422" y="206"/>
                    </a:cubicBezTo>
                    <a:cubicBezTo>
                      <a:pt x="2581" y="206"/>
                      <a:pt x="1775" y="540"/>
                      <a:pt x="1180" y="1135"/>
                    </a:cubicBezTo>
                    <a:cubicBezTo>
                      <a:pt x="585" y="1730"/>
                      <a:pt x="251" y="2537"/>
                      <a:pt x="251" y="3379"/>
                    </a:cubicBezTo>
                    <a:cubicBezTo>
                      <a:pt x="251" y="4220"/>
                      <a:pt x="585" y="5027"/>
                      <a:pt x="1180" y="5622"/>
                    </a:cubicBezTo>
                    <a:cubicBezTo>
                      <a:pt x="1775" y="6217"/>
                      <a:pt x="2581" y="6551"/>
                      <a:pt x="342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07" name="Freeform: Shape 3606">
                <a:extLst>
                  <a:ext uri="{FF2B5EF4-FFF2-40B4-BE49-F238E27FC236}">
                    <a16:creationId xmlns:a16="http://schemas.microsoft.com/office/drawing/2014/main" id="{75FE10B0-5DF4-45D9-2C16-B1568BC8A155}"/>
                  </a:ext>
                </a:extLst>
              </p:cNvPr>
              <p:cNvSpPr/>
              <p:nvPr/>
            </p:nvSpPr>
            <p:spPr>
              <a:xfrm>
                <a:off x="4057612" y="6152133"/>
                <a:ext cx="6343" cy="6345"/>
              </a:xfrm>
              <a:custGeom>
                <a:avLst/>
                <a:gdLst>
                  <a:gd name="connsiteX0" fmla="*/ 3424 w 6343"/>
                  <a:gd name="connsiteY0" fmla="*/ 6556 h 6345"/>
                  <a:gd name="connsiteX1" fmla="*/ 5667 w 6343"/>
                  <a:gd name="connsiteY1" fmla="*/ 5627 h 6345"/>
                  <a:gd name="connsiteX2" fmla="*/ 6596 w 6343"/>
                  <a:gd name="connsiteY2" fmla="*/ 3383 h 6345"/>
                  <a:gd name="connsiteX3" fmla="*/ 5667 w 6343"/>
                  <a:gd name="connsiteY3" fmla="*/ 1140 h 6345"/>
                  <a:gd name="connsiteX4" fmla="*/ 3424 w 6343"/>
                  <a:gd name="connsiteY4" fmla="*/ 211 h 6345"/>
                  <a:gd name="connsiteX5" fmla="*/ 1182 w 6343"/>
                  <a:gd name="connsiteY5" fmla="*/ 1140 h 6345"/>
                  <a:gd name="connsiteX6" fmla="*/ 253 w 6343"/>
                  <a:gd name="connsiteY6" fmla="*/ 3383 h 6345"/>
                  <a:gd name="connsiteX7" fmla="*/ 1182 w 6343"/>
                  <a:gd name="connsiteY7" fmla="*/ 5627 h 6345"/>
                  <a:gd name="connsiteX8" fmla="*/ 3424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56"/>
                    </a:moveTo>
                    <a:cubicBezTo>
                      <a:pt x="4265" y="6556"/>
                      <a:pt x="5072" y="6222"/>
                      <a:pt x="5667" y="5627"/>
                    </a:cubicBezTo>
                    <a:cubicBezTo>
                      <a:pt x="6262" y="5032"/>
                      <a:pt x="6596" y="4225"/>
                      <a:pt x="6596" y="3383"/>
                    </a:cubicBezTo>
                    <a:cubicBezTo>
                      <a:pt x="6596" y="2542"/>
                      <a:pt x="6262" y="1735"/>
                      <a:pt x="5667" y="1140"/>
                    </a:cubicBezTo>
                    <a:cubicBezTo>
                      <a:pt x="5072" y="545"/>
                      <a:pt x="4265" y="211"/>
                      <a:pt x="3424" y="211"/>
                    </a:cubicBezTo>
                    <a:cubicBezTo>
                      <a:pt x="2583" y="211"/>
                      <a:pt x="1776" y="545"/>
                      <a:pt x="1182" y="1140"/>
                    </a:cubicBezTo>
                    <a:cubicBezTo>
                      <a:pt x="587" y="1735"/>
                      <a:pt x="253" y="2542"/>
                      <a:pt x="253" y="3383"/>
                    </a:cubicBezTo>
                    <a:cubicBezTo>
                      <a:pt x="253" y="4225"/>
                      <a:pt x="587" y="5032"/>
                      <a:pt x="1182" y="5627"/>
                    </a:cubicBezTo>
                    <a:cubicBezTo>
                      <a:pt x="1776" y="6222"/>
                      <a:pt x="2583" y="6556"/>
                      <a:pt x="3424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08" name="Freeform: Shape 3607">
                <a:extLst>
                  <a:ext uri="{FF2B5EF4-FFF2-40B4-BE49-F238E27FC236}">
                    <a16:creationId xmlns:a16="http://schemas.microsoft.com/office/drawing/2014/main" id="{6FC603FF-E15D-F654-AC0B-F30FB53CA3B9}"/>
                  </a:ext>
                </a:extLst>
              </p:cNvPr>
              <p:cNvSpPr/>
              <p:nvPr/>
            </p:nvSpPr>
            <p:spPr>
              <a:xfrm>
                <a:off x="4054826" y="6152735"/>
                <a:ext cx="6343" cy="6345"/>
              </a:xfrm>
              <a:custGeom>
                <a:avLst/>
                <a:gdLst>
                  <a:gd name="connsiteX0" fmla="*/ 3424 w 6343"/>
                  <a:gd name="connsiteY0" fmla="*/ 6556 h 6345"/>
                  <a:gd name="connsiteX1" fmla="*/ 5667 w 6343"/>
                  <a:gd name="connsiteY1" fmla="*/ 5627 h 6345"/>
                  <a:gd name="connsiteX2" fmla="*/ 6596 w 6343"/>
                  <a:gd name="connsiteY2" fmla="*/ 3383 h 6345"/>
                  <a:gd name="connsiteX3" fmla="*/ 5667 w 6343"/>
                  <a:gd name="connsiteY3" fmla="*/ 1140 h 6345"/>
                  <a:gd name="connsiteX4" fmla="*/ 3424 w 6343"/>
                  <a:gd name="connsiteY4" fmla="*/ 211 h 6345"/>
                  <a:gd name="connsiteX5" fmla="*/ 1181 w 6343"/>
                  <a:gd name="connsiteY5" fmla="*/ 1140 h 6345"/>
                  <a:gd name="connsiteX6" fmla="*/ 252 w 6343"/>
                  <a:gd name="connsiteY6" fmla="*/ 3383 h 6345"/>
                  <a:gd name="connsiteX7" fmla="*/ 1181 w 6343"/>
                  <a:gd name="connsiteY7" fmla="*/ 5627 h 6345"/>
                  <a:gd name="connsiteX8" fmla="*/ 3424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56"/>
                    </a:moveTo>
                    <a:cubicBezTo>
                      <a:pt x="4265" y="6556"/>
                      <a:pt x="5072" y="6222"/>
                      <a:pt x="5667" y="5627"/>
                    </a:cubicBezTo>
                    <a:cubicBezTo>
                      <a:pt x="6261" y="5032"/>
                      <a:pt x="6596" y="4225"/>
                      <a:pt x="6596" y="3383"/>
                    </a:cubicBezTo>
                    <a:cubicBezTo>
                      <a:pt x="6596" y="2542"/>
                      <a:pt x="6261" y="1735"/>
                      <a:pt x="5667" y="1140"/>
                    </a:cubicBezTo>
                    <a:cubicBezTo>
                      <a:pt x="5072" y="545"/>
                      <a:pt x="4265" y="211"/>
                      <a:pt x="3424" y="211"/>
                    </a:cubicBezTo>
                    <a:cubicBezTo>
                      <a:pt x="2583" y="211"/>
                      <a:pt x="1776" y="545"/>
                      <a:pt x="1181" y="1140"/>
                    </a:cubicBezTo>
                    <a:cubicBezTo>
                      <a:pt x="587" y="1735"/>
                      <a:pt x="252" y="2542"/>
                      <a:pt x="252" y="3383"/>
                    </a:cubicBezTo>
                    <a:cubicBezTo>
                      <a:pt x="252" y="4225"/>
                      <a:pt x="587" y="5032"/>
                      <a:pt x="1181" y="5627"/>
                    </a:cubicBezTo>
                    <a:cubicBezTo>
                      <a:pt x="1776" y="6222"/>
                      <a:pt x="2583" y="6556"/>
                      <a:pt x="3424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09" name="Freeform: Shape 3608">
                <a:extLst>
                  <a:ext uri="{FF2B5EF4-FFF2-40B4-BE49-F238E27FC236}">
                    <a16:creationId xmlns:a16="http://schemas.microsoft.com/office/drawing/2014/main" id="{B9A3ECA7-1534-8C48-40A8-6C643FFC7C91}"/>
                  </a:ext>
                </a:extLst>
              </p:cNvPr>
              <p:cNvSpPr/>
              <p:nvPr/>
            </p:nvSpPr>
            <p:spPr>
              <a:xfrm>
                <a:off x="4052339" y="6154018"/>
                <a:ext cx="6343" cy="6345"/>
              </a:xfrm>
              <a:custGeom>
                <a:avLst/>
                <a:gdLst>
                  <a:gd name="connsiteX0" fmla="*/ 3424 w 6343"/>
                  <a:gd name="connsiteY0" fmla="*/ 6556 h 6345"/>
                  <a:gd name="connsiteX1" fmla="*/ 5666 w 6343"/>
                  <a:gd name="connsiteY1" fmla="*/ 5627 h 6345"/>
                  <a:gd name="connsiteX2" fmla="*/ 6595 w 6343"/>
                  <a:gd name="connsiteY2" fmla="*/ 3383 h 6345"/>
                  <a:gd name="connsiteX3" fmla="*/ 5666 w 6343"/>
                  <a:gd name="connsiteY3" fmla="*/ 1140 h 6345"/>
                  <a:gd name="connsiteX4" fmla="*/ 3424 w 6343"/>
                  <a:gd name="connsiteY4" fmla="*/ 211 h 6345"/>
                  <a:gd name="connsiteX5" fmla="*/ 1181 w 6343"/>
                  <a:gd name="connsiteY5" fmla="*/ 1140 h 6345"/>
                  <a:gd name="connsiteX6" fmla="*/ 252 w 6343"/>
                  <a:gd name="connsiteY6" fmla="*/ 3383 h 6345"/>
                  <a:gd name="connsiteX7" fmla="*/ 1181 w 6343"/>
                  <a:gd name="connsiteY7" fmla="*/ 5627 h 6345"/>
                  <a:gd name="connsiteX8" fmla="*/ 3424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56"/>
                    </a:moveTo>
                    <a:cubicBezTo>
                      <a:pt x="4265" y="6556"/>
                      <a:pt x="5072" y="6222"/>
                      <a:pt x="5666" y="5627"/>
                    </a:cubicBezTo>
                    <a:cubicBezTo>
                      <a:pt x="6261" y="5032"/>
                      <a:pt x="6595" y="4225"/>
                      <a:pt x="6595" y="3383"/>
                    </a:cubicBezTo>
                    <a:cubicBezTo>
                      <a:pt x="6595" y="2542"/>
                      <a:pt x="6261" y="1735"/>
                      <a:pt x="5666" y="1140"/>
                    </a:cubicBezTo>
                    <a:cubicBezTo>
                      <a:pt x="5072" y="545"/>
                      <a:pt x="4265" y="211"/>
                      <a:pt x="3424" y="211"/>
                    </a:cubicBezTo>
                    <a:cubicBezTo>
                      <a:pt x="2583" y="211"/>
                      <a:pt x="1776" y="545"/>
                      <a:pt x="1181" y="1140"/>
                    </a:cubicBezTo>
                    <a:cubicBezTo>
                      <a:pt x="586" y="1735"/>
                      <a:pt x="252" y="2542"/>
                      <a:pt x="252" y="3383"/>
                    </a:cubicBezTo>
                    <a:cubicBezTo>
                      <a:pt x="252" y="4225"/>
                      <a:pt x="586" y="5032"/>
                      <a:pt x="1181" y="5627"/>
                    </a:cubicBezTo>
                    <a:cubicBezTo>
                      <a:pt x="1776" y="6222"/>
                      <a:pt x="2583" y="6556"/>
                      <a:pt x="3424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10" name="Freeform: Shape 3609">
                <a:extLst>
                  <a:ext uri="{FF2B5EF4-FFF2-40B4-BE49-F238E27FC236}">
                    <a16:creationId xmlns:a16="http://schemas.microsoft.com/office/drawing/2014/main" id="{2B93D5D4-5282-AD40-4866-A387738C9FF5}"/>
                  </a:ext>
                </a:extLst>
              </p:cNvPr>
              <p:cNvSpPr/>
              <p:nvPr/>
            </p:nvSpPr>
            <p:spPr>
              <a:xfrm>
                <a:off x="4049492" y="6154454"/>
                <a:ext cx="6343" cy="6345"/>
              </a:xfrm>
              <a:custGeom>
                <a:avLst/>
                <a:gdLst>
                  <a:gd name="connsiteX0" fmla="*/ 3424 w 6343"/>
                  <a:gd name="connsiteY0" fmla="*/ 6556 h 6345"/>
                  <a:gd name="connsiteX1" fmla="*/ 5666 w 6343"/>
                  <a:gd name="connsiteY1" fmla="*/ 5627 h 6345"/>
                  <a:gd name="connsiteX2" fmla="*/ 6595 w 6343"/>
                  <a:gd name="connsiteY2" fmla="*/ 3383 h 6345"/>
                  <a:gd name="connsiteX3" fmla="*/ 5666 w 6343"/>
                  <a:gd name="connsiteY3" fmla="*/ 1140 h 6345"/>
                  <a:gd name="connsiteX4" fmla="*/ 3424 w 6343"/>
                  <a:gd name="connsiteY4" fmla="*/ 211 h 6345"/>
                  <a:gd name="connsiteX5" fmla="*/ 1181 w 6343"/>
                  <a:gd name="connsiteY5" fmla="*/ 1140 h 6345"/>
                  <a:gd name="connsiteX6" fmla="*/ 252 w 6343"/>
                  <a:gd name="connsiteY6" fmla="*/ 3383 h 6345"/>
                  <a:gd name="connsiteX7" fmla="*/ 1181 w 6343"/>
                  <a:gd name="connsiteY7" fmla="*/ 5627 h 6345"/>
                  <a:gd name="connsiteX8" fmla="*/ 3424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56"/>
                    </a:moveTo>
                    <a:cubicBezTo>
                      <a:pt x="4265" y="6556"/>
                      <a:pt x="5071" y="6222"/>
                      <a:pt x="5666" y="5627"/>
                    </a:cubicBezTo>
                    <a:cubicBezTo>
                      <a:pt x="6261" y="5032"/>
                      <a:pt x="6595" y="4225"/>
                      <a:pt x="6595" y="3383"/>
                    </a:cubicBezTo>
                    <a:cubicBezTo>
                      <a:pt x="6595" y="2542"/>
                      <a:pt x="6261" y="1735"/>
                      <a:pt x="5666" y="1140"/>
                    </a:cubicBezTo>
                    <a:cubicBezTo>
                      <a:pt x="5071" y="545"/>
                      <a:pt x="4265" y="211"/>
                      <a:pt x="3424" y="211"/>
                    </a:cubicBezTo>
                    <a:cubicBezTo>
                      <a:pt x="2582" y="211"/>
                      <a:pt x="1776" y="545"/>
                      <a:pt x="1181" y="1140"/>
                    </a:cubicBezTo>
                    <a:cubicBezTo>
                      <a:pt x="586" y="1735"/>
                      <a:pt x="252" y="2542"/>
                      <a:pt x="252" y="3383"/>
                    </a:cubicBezTo>
                    <a:cubicBezTo>
                      <a:pt x="252" y="4225"/>
                      <a:pt x="586" y="5032"/>
                      <a:pt x="1181" y="5627"/>
                    </a:cubicBezTo>
                    <a:cubicBezTo>
                      <a:pt x="1776" y="6222"/>
                      <a:pt x="2582" y="6556"/>
                      <a:pt x="3424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11" name="Freeform: Shape 3610">
                <a:extLst>
                  <a:ext uri="{FF2B5EF4-FFF2-40B4-BE49-F238E27FC236}">
                    <a16:creationId xmlns:a16="http://schemas.microsoft.com/office/drawing/2014/main" id="{9C49DE1D-5503-DCB8-3F23-9119074115FF}"/>
                  </a:ext>
                </a:extLst>
              </p:cNvPr>
              <p:cNvSpPr/>
              <p:nvPr/>
            </p:nvSpPr>
            <p:spPr>
              <a:xfrm>
                <a:off x="4046684" y="6154958"/>
                <a:ext cx="6343" cy="6345"/>
              </a:xfrm>
              <a:custGeom>
                <a:avLst/>
                <a:gdLst>
                  <a:gd name="connsiteX0" fmla="*/ 3423 w 6343"/>
                  <a:gd name="connsiteY0" fmla="*/ 6556 h 6345"/>
                  <a:gd name="connsiteX1" fmla="*/ 5666 w 6343"/>
                  <a:gd name="connsiteY1" fmla="*/ 5627 h 6345"/>
                  <a:gd name="connsiteX2" fmla="*/ 6595 w 6343"/>
                  <a:gd name="connsiteY2" fmla="*/ 3384 h 6345"/>
                  <a:gd name="connsiteX3" fmla="*/ 5666 w 6343"/>
                  <a:gd name="connsiteY3" fmla="*/ 1140 h 6345"/>
                  <a:gd name="connsiteX4" fmla="*/ 3423 w 6343"/>
                  <a:gd name="connsiteY4" fmla="*/ 211 h 6345"/>
                  <a:gd name="connsiteX5" fmla="*/ 1181 w 6343"/>
                  <a:gd name="connsiteY5" fmla="*/ 1140 h 6345"/>
                  <a:gd name="connsiteX6" fmla="*/ 252 w 6343"/>
                  <a:gd name="connsiteY6" fmla="*/ 3384 h 6345"/>
                  <a:gd name="connsiteX7" fmla="*/ 1181 w 6343"/>
                  <a:gd name="connsiteY7" fmla="*/ 5627 h 6345"/>
                  <a:gd name="connsiteX8" fmla="*/ 3423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6"/>
                    </a:moveTo>
                    <a:cubicBezTo>
                      <a:pt x="4264" y="6556"/>
                      <a:pt x="5071" y="6222"/>
                      <a:pt x="5666" y="5627"/>
                    </a:cubicBezTo>
                    <a:cubicBezTo>
                      <a:pt x="6261" y="5032"/>
                      <a:pt x="6595" y="4225"/>
                      <a:pt x="6595" y="3384"/>
                    </a:cubicBezTo>
                    <a:cubicBezTo>
                      <a:pt x="6595" y="2542"/>
                      <a:pt x="6261" y="1735"/>
                      <a:pt x="5666" y="1140"/>
                    </a:cubicBezTo>
                    <a:cubicBezTo>
                      <a:pt x="5071" y="545"/>
                      <a:pt x="4264" y="211"/>
                      <a:pt x="3423" y="211"/>
                    </a:cubicBezTo>
                    <a:cubicBezTo>
                      <a:pt x="2582" y="211"/>
                      <a:pt x="1775" y="545"/>
                      <a:pt x="1181" y="1140"/>
                    </a:cubicBezTo>
                    <a:cubicBezTo>
                      <a:pt x="586" y="1735"/>
                      <a:pt x="252" y="2542"/>
                      <a:pt x="252" y="3384"/>
                    </a:cubicBezTo>
                    <a:cubicBezTo>
                      <a:pt x="252" y="4225"/>
                      <a:pt x="586" y="5032"/>
                      <a:pt x="1181" y="5627"/>
                    </a:cubicBezTo>
                    <a:cubicBezTo>
                      <a:pt x="1775" y="6222"/>
                      <a:pt x="2582" y="6556"/>
                      <a:pt x="3423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12" name="Freeform: Shape 3611">
                <a:extLst>
                  <a:ext uri="{FF2B5EF4-FFF2-40B4-BE49-F238E27FC236}">
                    <a16:creationId xmlns:a16="http://schemas.microsoft.com/office/drawing/2014/main" id="{395E3647-5F22-EE37-5E67-B3380CDF394C}"/>
                  </a:ext>
                </a:extLst>
              </p:cNvPr>
              <p:cNvSpPr/>
              <p:nvPr/>
            </p:nvSpPr>
            <p:spPr>
              <a:xfrm>
                <a:off x="3969308" y="5972081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13" name="Freeform: Shape 3612">
                <a:extLst>
                  <a:ext uri="{FF2B5EF4-FFF2-40B4-BE49-F238E27FC236}">
                    <a16:creationId xmlns:a16="http://schemas.microsoft.com/office/drawing/2014/main" id="{F49108CA-37AD-9DE3-6671-22C8054198BC}"/>
                  </a:ext>
                </a:extLst>
              </p:cNvPr>
              <p:cNvSpPr/>
              <p:nvPr/>
            </p:nvSpPr>
            <p:spPr>
              <a:xfrm>
                <a:off x="3967380" y="5971477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6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3"/>
                    </a:cubicBezTo>
                    <a:cubicBezTo>
                      <a:pt x="6254" y="5018"/>
                      <a:pt x="6589" y="4210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0"/>
                      <a:pt x="580" y="5018"/>
                      <a:pt x="1174" y="5613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14" name="Freeform: Shape 3613">
                <a:extLst>
                  <a:ext uri="{FF2B5EF4-FFF2-40B4-BE49-F238E27FC236}">
                    <a16:creationId xmlns:a16="http://schemas.microsoft.com/office/drawing/2014/main" id="{ACD3ECE5-A339-7519-DB0C-1DD07C4497AD}"/>
                  </a:ext>
                </a:extLst>
              </p:cNvPr>
              <p:cNvSpPr/>
              <p:nvPr/>
            </p:nvSpPr>
            <p:spPr>
              <a:xfrm>
                <a:off x="3965723" y="5971520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3"/>
                    </a:cubicBezTo>
                    <a:cubicBezTo>
                      <a:pt x="6254" y="5018"/>
                      <a:pt x="6589" y="4210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1"/>
                      <a:pt x="245" y="2528"/>
                      <a:pt x="245" y="3369"/>
                    </a:cubicBezTo>
                    <a:cubicBezTo>
                      <a:pt x="245" y="4210"/>
                      <a:pt x="580" y="5018"/>
                      <a:pt x="1174" y="5613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15" name="Freeform: Shape 3614">
                <a:extLst>
                  <a:ext uri="{FF2B5EF4-FFF2-40B4-BE49-F238E27FC236}">
                    <a16:creationId xmlns:a16="http://schemas.microsoft.com/office/drawing/2014/main" id="{99D55C69-799A-F317-B1C6-065D07F674EB}"/>
                  </a:ext>
                </a:extLst>
              </p:cNvPr>
              <p:cNvSpPr/>
              <p:nvPr/>
            </p:nvSpPr>
            <p:spPr>
              <a:xfrm>
                <a:off x="3964428" y="5972484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8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1"/>
                      <a:pt x="245" y="2528"/>
                      <a:pt x="245" y="3369"/>
                    </a:cubicBezTo>
                    <a:cubicBezTo>
                      <a:pt x="245" y="4211"/>
                      <a:pt x="580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16" name="Freeform: Shape 3615">
                <a:extLst>
                  <a:ext uri="{FF2B5EF4-FFF2-40B4-BE49-F238E27FC236}">
                    <a16:creationId xmlns:a16="http://schemas.microsoft.com/office/drawing/2014/main" id="{6711C5AA-8DEF-7183-0094-0C48DE5B952F}"/>
                  </a:ext>
                </a:extLst>
              </p:cNvPr>
              <p:cNvSpPr/>
              <p:nvPr/>
            </p:nvSpPr>
            <p:spPr>
              <a:xfrm>
                <a:off x="3963041" y="5973217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7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59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1"/>
                      <a:pt x="579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17" name="Freeform: Shape 3616">
                <a:extLst>
                  <a:ext uri="{FF2B5EF4-FFF2-40B4-BE49-F238E27FC236}">
                    <a16:creationId xmlns:a16="http://schemas.microsoft.com/office/drawing/2014/main" id="{BA06A12A-1B65-92FB-DEC7-D31E45AC7F6B}"/>
                  </a:ext>
                </a:extLst>
              </p:cNvPr>
              <p:cNvSpPr/>
              <p:nvPr/>
            </p:nvSpPr>
            <p:spPr>
              <a:xfrm>
                <a:off x="4030144" y="6158395"/>
                <a:ext cx="6343" cy="6345"/>
              </a:xfrm>
              <a:custGeom>
                <a:avLst/>
                <a:gdLst>
                  <a:gd name="connsiteX0" fmla="*/ 3422 w 6343"/>
                  <a:gd name="connsiteY0" fmla="*/ 6557 h 6345"/>
                  <a:gd name="connsiteX1" fmla="*/ 5665 w 6343"/>
                  <a:gd name="connsiteY1" fmla="*/ 5627 h 6345"/>
                  <a:gd name="connsiteX2" fmla="*/ 6594 w 6343"/>
                  <a:gd name="connsiteY2" fmla="*/ 3384 h 6345"/>
                  <a:gd name="connsiteX3" fmla="*/ 5665 w 6343"/>
                  <a:gd name="connsiteY3" fmla="*/ 1140 h 6345"/>
                  <a:gd name="connsiteX4" fmla="*/ 3422 w 6343"/>
                  <a:gd name="connsiteY4" fmla="*/ 211 h 6345"/>
                  <a:gd name="connsiteX5" fmla="*/ 1179 w 6343"/>
                  <a:gd name="connsiteY5" fmla="*/ 1140 h 6345"/>
                  <a:gd name="connsiteX6" fmla="*/ 251 w 6343"/>
                  <a:gd name="connsiteY6" fmla="*/ 3384 h 6345"/>
                  <a:gd name="connsiteX7" fmla="*/ 1179 w 6343"/>
                  <a:gd name="connsiteY7" fmla="*/ 5627 h 6345"/>
                  <a:gd name="connsiteX8" fmla="*/ 3422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7"/>
                    </a:moveTo>
                    <a:cubicBezTo>
                      <a:pt x="4263" y="6557"/>
                      <a:pt x="5070" y="6222"/>
                      <a:pt x="5665" y="5627"/>
                    </a:cubicBezTo>
                    <a:cubicBezTo>
                      <a:pt x="6259" y="5032"/>
                      <a:pt x="6594" y="4225"/>
                      <a:pt x="6594" y="3384"/>
                    </a:cubicBezTo>
                    <a:cubicBezTo>
                      <a:pt x="6594" y="2542"/>
                      <a:pt x="6259" y="1735"/>
                      <a:pt x="5665" y="1140"/>
                    </a:cubicBezTo>
                    <a:cubicBezTo>
                      <a:pt x="5070" y="545"/>
                      <a:pt x="4263" y="211"/>
                      <a:pt x="3422" y="211"/>
                    </a:cubicBezTo>
                    <a:cubicBezTo>
                      <a:pt x="2581" y="211"/>
                      <a:pt x="1774" y="545"/>
                      <a:pt x="1179" y="1140"/>
                    </a:cubicBezTo>
                    <a:cubicBezTo>
                      <a:pt x="585" y="1735"/>
                      <a:pt x="251" y="2542"/>
                      <a:pt x="251" y="3384"/>
                    </a:cubicBezTo>
                    <a:cubicBezTo>
                      <a:pt x="251" y="4225"/>
                      <a:pt x="585" y="5032"/>
                      <a:pt x="1179" y="5627"/>
                    </a:cubicBezTo>
                    <a:cubicBezTo>
                      <a:pt x="1774" y="6222"/>
                      <a:pt x="2581" y="6557"/>
                      <a:pt x="3422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18" name="Freeform: Shape 3617">
                <a:extLst>
                  <a:ext uri="{FF2B5EF4-FFF2-40B4-BE49-F238E27FC236}">
                    <a16:creationId xmlns:a16="http://schemas.microsoft.com/office/drawing/2014/main" id="{C7F9222F-6EE6-0837-FD32-7E36382B1186}"/>
                  </a:ext>
                </a:extLst>
              </p:cNvPr>
              <p:cNvSpPr/>
              <p:nvPr/>
            </p:nvSpPr>
            <p:spPr>
              <a:xfrm>
                <a:off x="4029922" y="6165866"/>
                <a:ext cx="6343" cy="6345"/>
              </a:xfrm>
              <a:custGeom>
                <a:avLst/>
                <a:gdLst>
                  <a:gd name="connsiteX0" fmla="*/ 3422 w 6343"/>
                  <a:gd name="connsiteY0" fmla="*/ 6557 h 6345"/>
                  <a:gd name="connsiteX1" fmla="*/ 5665 w 6343"/>
                  <a:gd name="connsiteY1" fmla="*/ 5628 h 6345"/>
                  <a:gd name="connsiteX2" fmla="*/ 6594 w 6343"/>
                  <a:gd name="connsiteY2" fmla="*/ 3384 h 6345"/>
                  <a:gd name="connsiteX3" fmla="*/ 5665 w 6343"/>
                  <a:gd name="connsiteY3" fmla="*/ 1141 h 6345"/>
                  <a:gd name="connsiteX4" fmla="*/ 3422 w 6343"/>
                  <a:gd name="connsiteY4" fmla="*/ 212 h 6345"/>
                  <a:gd name="connsiteX5" fmla="*/ 1179 w 6343"/>
                  <a:gd name="connsiteY5" fmla="*/ 1141 h 6345"/>
                  <a:gd name="connsiteX6" fmla="*/ 250 w 6343"/>
                  <a:gd name="connsiteY6" fmla="*/ 3384 h 6345"/>
                  <a:gd name="connsiteX7" fmla="*/ 1179 w 6343"/>
                  <a:gd name="connsiteY7" fmla="*/ 5628 h 6345"/>
                  <a:gd name="connsiteX8" fmla="*/ 3422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7"/>
                    </a:moveTo>
                    <a:cubicBezTo>
                      <a:pt x="4263" y="6557"/>
                      <a:pt x="5070" y="6223"/>
                      <a:pt x="5665" y="5628"/>
                    </a:cubicBezTo>
                    <a:cubicBezTo>
                      <a:pt x="6259" y="5033"/>
                      <a:pt x="6594" y="4226"/>
                      <a:pt x="6594" y="3384"/>
                    </a:cubicBezTo>
                    <a:cubicBezTo>
                      <a:pt x="6594" y="2543"/>
                      <a:pt x="6259" y="1736"/>
                      <a:pt x="5665" y="1141"/>
                    </a:cubicBezTo>
                    <a:cubicBezTo>
                      <a:pt x="5070" y="546"/>
                      <a:pt x="4263" y="212"/>
                      <a:pt x="3422" y="212"/>
                    </a:cubicBezTo>
                    <a:cubicBezTo>
                      <a:pt x="2581" y="212"/>
                      <a:pt x="1774" y="546"/>
                      <a:pt x="1179" y="1141"/>
                    </a:cubicBezTo>
                    <a:cubicBezTo>
                      <a:pt x="585" y="1736"/>
                      <a:pt x="250" y="2543"/>
                      <a:pt x="250" y="3384"/>
                    </a:cubicBezTo>
                    <a:cubicBezTo>
                      <a:pt x="250" y="4226"/>
                      <a:pt x="585" y="5033"/>
                      <a:pt x="1179" y="5628"/>
                    </a:cubicBezTo>
                    <a:cubicBezTo>
                      <a:pt x="1774" y="6223"/>
                      <a:pt x="2581" y="6557"/>
                      <a:pt x="3422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19" name="Freeform: Shape 3618">
                <a:extLst>
                  <a:ext uri="{FF2B5EF4-FFF2-40B4-BE49-F238E27FC236}">
                    <a16:creationId xmlns:a16="http://schemas.microsoft.com/office/drawing/2014/main" id="{9AA9E0D8-1D4F-6525-142A-49F6516722B2}"/>
                  </a:ext>
                </a:extLst>
              </p:cNvPr>
              <p:cNvSpPr/>
              <p:nvPr/>
            </p:nvSpPr>
            <p:spPr>
              <a:xfrm>
                <a:off x="4082111" y="6320214"/>
                <a:ext cx="6343" cy="6345"/>
              </a:xfrm>
              <a:custGeom>
                <a:avLst/>
                <a:gdLst>
                  <a:gd name="connsiteX0" fmla="*/ 3426 w 6343"/>
                  <a:gd name="connsiteY0" fmla="*/ 6569 h 6345"/>
                  <a:gd name="connsiteX1" fmla="*/ 5669 w 6343"/>
                  <a:gd name="connsiteY1" fmla="*/ 5640 h 6345"/>
                  <a:gd name="connsiteX2" fmla="*/ 6598 w 6343"/>
                  <a:gd name="connsiteY2" fmla="*/ 3397 h 6345"/>
                  <a:gd name="connsiteX3" fmla="*/ 5669 w 6343"/>
                  <a:gd name="connsiteY3" fmla="*/ 1153 h 6345"/>
                  <a:gd name="connsiteX4" fmla="*/ 3426 w 6343"/>
                  <a:gd name="connsiteY4" fmla="*/ 224 h 6345"/>
                  <a:gd name="connsiteX5" fmla="*/ 1184 w 6343"/>
                  <a:gd name="connsiteY5" fmla="*/ 1153 h 6345"/>
                  <a:gd name="connsiteX6" fmla="*/ 255 w 6343"/>
                  <a:gd name="connsiteY6" fmla="*/ 3397 h 6345"/>
                  <a:gd name="connsiteX7" fmla="*/ 1184 w 6343"/>
                  <a:gd name="connsiteY7" fmla="*/ 5640 h 6345"/>
                  <a:gd name="connsiteX8" fmla="*/ 3426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69"/>
                    </a:moveTo>
                    <a:cubicBezTo>
                      <a:pt x="4267" y="6569"/>
                      <a:pt x="5074" y="6235"/>
                      <a:pt x="5669" y="5640"/>
                    </a:cubicBezTo>
                    <a:cubicBezTo>
                      <a:pt x="6264" y="5045"/>
                      <a:pt x="6598" y="4238"/>
                      <a:pt x="6598" y="3397"/>
                    </a:cubicBezTo>
                    <a:cubicBezTo>
                      <a:pt x="6598" y="2555"/>
                      <a:pt x="6264" y="1748"/>
                      <a:pt x="5669" y="1153"/>
                    </a:cubicBezTo>
                    <a:cubicBezTo>
                      <a:pt x="5074" y="558"/>
                      <a:pt x="4267" y="224"/>
                      <a:pt x="3426" y="224"/>
                    </a:cubicBezTo>
                    <a:cubicBezTo>
                      <a:pt x="2585" y="224"/>
                      <a:pt x="1778" y="558"/>
                      <a:pt x="1184" y="1153"/>
                    </a:cubicBezTo>
                    <a:cubicBezTo>
                      <a:pt x="589" y="1748"/>
                      <a:pt x="255" y="2555"/>
                      <a:pt x="255" y="3397"/>
                    </a:cubicBezTo>
                    <a:cubicBezTo>
                      <a:pt x="255" y="4238"/>
                      <a:pt x="589" y="5045"/>
                      <a:pt x="1184" y="5640"/>
                    </a:cubicBezTo>
                    <a:cubicBezTo>
                      <a:pt x="1778" y="6235"/>
                      <a:pt x="2585" y="6569"/>
                      <a:pt x="3426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20" name="Freeform: Shape 3619">
                <a:extLst>
                  <a:ext uri="{FF2B5EF4-FFF2-40B4-BE49-F238E27FC236}">
                    <a16:creationId xmlns:a16="http://schemas.microsoft.com/office/drawing/2014/main" id="{DC4F460D-AD05-CE95-94CE-4D0F706BED0D}"/>
                  </a:ext>
                </a:extLst>
              </p:cNvPr>
              <p:cNvSpPr/>
              <p:nvPr/>
            </p:nvSpPr>
            <p:spPr>
              <a:xfrm>
                <a:off x="4078050" y="6320141"/>
                <a:ext cx="6343" cy="6345"/>
              </a:xfrm>
              <a:custGeom>
                <a:avLst/>
                <a:gdLst>
                  <a:gd name="connsiteX0" fmla="*/ 3426 w 6343"/>
                  <a:gd name="connsiteY0" fmla="*/ 6569 h 6345"/>
                  <a:gd name="connsiteX1" fmla="*/ 5668 w 6343"/>
                  <a:gd name="connsiteY1" fmla="*/ 5640 h 6345"/>
                  <a:gd name="connsiteX2" fmla="*/ 6597 w 6343"/>
                  <a:gd name="connsiteY2" fmla="*/ 3397 h 6345"/>
                  <a:gd name="connsiteX3" fmla="*/ 5668 w 6343"/>
                  <a:gd name="connsiteY3" fmla="*/ 1153 h 6345"/>
                  <a:gd name="connsiteX4" fmla="*/ 3426 w 6343"/>
                  <a:gd name="connsiteY4" fmla="*/ 224 h 6345"/>
                  <a:gd name="connsiteX5" fmla="*/ 1183 w 6343"/>
                  <a:gd name="connsiteY5" fmla="*/ 1153 h 6345"/>
                  <a:gd name="connsiteX6" fmla="*/ 254 w 6343"/>
                  <a:gd name="connsiteY6" fmla="*/ 3397 h 6345"/>
                  <a:gd name="connsiteX7" fmla="*/ 1183 w 6343"/>
                  <a:gd name="connsiteY7" fmla="*/ 5640 h 6345"/>
                  <a:gd name="connsiteX8" fmla="*/ 3426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69"/>
                    </a:moveTo>
                    <a:cubicBezTo>
                      <a:pt x="4267" y="6569"/>
                      <a:pt x="5074" y="6235"/>
                      <a:pt x="5668" y="5640"/>
                    </a:cubicBezTo>
                    <a:cubicBezTo>
                      <a:pt x="6263" y="5045"/>
                      <a:pt x="6597" y="4238"/>
                      <a:pt x="6597" y="3397"/>
                    </a:cubicBezTo>
                    <a:cubicBezTo>
                      <a:pt x="6597" y="2555"/>
                      <a:pt x="6263" y="1748"/>
                      <a:pt x="5668" y="1153"/>
                    </a:cubicBezTo>
                    <a:cubicBezTo>
                      <a:pt x="5074" y="558"/>
                      <a:pt x="4267" y="224"/>
                      <a:pt x="3426" y="224"/>
                    </a:cubicBezTo>
                    <a:cubicBezTo>
                      <a:pt x="2585" y="224"/>
                      <a:pt x="1778" y="558"/>
                      <a:pt x="1183" y="1153"/>
                    </a:cubicBezTo>
                    <a:cubicBezTo>
                      <a:pt x="588" y="1748"/>
                      <a:pt x="254" y="2555"/>
                      <a:pt x="254" y="3397"/>
                    </a:cubicBezTo>
                    <a:cubicBezTo>
                      <a:pt x="254" y="4238"/>
                      <a:pt x="588" y="5045"/>
                      <a:pt x="1183" y="5640"/>
                    </a:cubicBezTo>
                    <a:cubicBezTo>
                      <a:pt x="1778" y="6235"/>
                      <a:pt x="2585" y="6569"/>
                      <a:pt x="3426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21" name="Freeform: Shape 3620">
                <a:extLst>
                  <a:ext uri="{FF2B5EF4-FFF2-40B4-BE49-F238E27FC236}">
                    <a16:creationId xmlns:a16="http://schemas.microsoft.com/office/drawing/2014/main" id="{E321C11E-4303-0964-D111-94317B884E68}"/>
                  </a:ext>
                </a:extLst>
              </p:cNvPr>
              <p:cNvSpPr/>
              <p:nvPr/>
            </p:nvSpPr>
            <p:spPr>
              <a:xfrm>
                <a:off x="4074059" y="6320220"/>
                <a:ext cx="6343" cy="6345"/>
              </a:xfrm>
              <a:custGeom>
                <a:avLst/>
                <a:gdLst>
                  <a:gd name="connsiteX0" fmla="*/ 3426 w 6343"/>
                  <a:gd name="connsiteY0" fmla="*/ 6569 h 6345"/>
                  <a:gd name="connsiteX1" fmla="*/ 5668 w 6343"/>
                  <a:gd name="connsiteY1" fmla="*/ 5640 h 6345"/>
                  <a:gd name="connsiteX2" fmla="*/ 6597 w 6343"/>
                  <a:gd name="connsiteY2" fmla="*/ 3397 h 6345"/>
                  <a:gd name="connsiteX3" fmla="*/ 5668 w 6343"/>
                  <a:gd name="connsiteY3" fmla="*/ 1153 h 6345"/>
                  <a:gd name="connsiteX4" fmla="*/ 3426 w 6343"/>
                  <a:gd name="connsiteY4" fmla="*/ 224 h 6345"/>
                  <a:gd name="connsiteX5" fmla="*/ 1183 w 6343"/>
                  <a:gd name="connsiteY5" fmla="*/ 1153 h 6345"/>
                  <a:gd name="connsiteX6" fmla="*/ 254 w 6343"/>
                  <a:gd name="connsiteY6" fmla="*/ 3397 h 6345"/>
                  <a:gd name="connsiteX7" fmla="*/ 1183 w 6343"/>
                  <a:gd name="connsiteY7" fmla="*/ 5640 h 6345"/>
                  <a:gd name="connsiteX8" fmla="*/ 3426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69"/>
                    </a:moveTo>
                    <a:cubicBezTo>
                      <a:pt x="4267" y="6569"/>
                      <a:pt x="5073" y="6235"/>
                      <a:pt x="5668" y="5640"/>
                    </a:cubicBezTo>
                    <a:cubicBezTo>
                      <a:pt x="6263" y="5045"/>
                      <a:pt x="6597" y="4238"/>
                      <a:pt x="6597" y="3397"/>
                    </a:cubicBezTo>
                    <a:cubicBezTo>
                      <a:pt x="6597" y="2555"/>
                      <a:pt x="6263" y="1748"/>
                      <a:pt x="5668" y="1153"/>
                    </a:cubicBezTo>
                    <a:cubicBezTo>
                      <a:pt x="5073" y="558"/>
                      <a:pt x="4267" y="224"/>
                      <a:pt x="3426" y="224"/>
                    </a:cubicBezTo>
                    <a:cubicBezTo>
                      <a:pt x="2584" y="224"/>
                      <a:pt x="1778" y="558"/>
                      <a:pt x="1183" y="1153"/>
                    </a:cubicBezTo>
                    <a:cubicBezTo>
                      <a:pt x="588" y="1748"/>
                      <a:pt x="254" y="2555"/>
                      <a:pt x="254" y="3397"/>
                    </a:cubicBezTo>
                    <a:cubicBezTo>
                      <a:pt x="254" y="4238"/>
                      <a:pt x="588" y="5045"/>
                      <a:pt x="1183" y="5640"/>
                    </a:cubicBezTo>
                    <a:cubicBezTo>
                      <a:pt x="1778" y="6235"/>
                      <a:pt x="2584" y="6569"/>
                      <a:pt x="3426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22" name="Freeform: Shape 3621">
                <a:extLst>
                  <a:ext uri="{FF2B5EF4-FFF2-40B4-BE49-F238E27FC236}">
                    <a16:creationId xmlns:a16="http://schemas.microsoft.com/office/drawing/2014/main" id="{22004324-2CEB-4CF4-60DA-5A79F8CE57E8}"/>
                  </a:ext>
                </a:extLst>
              </p:cNvPr>
              <p:cNvSpPr/>
              <p:nvPr/>
            </p:nvSpPr>
            <p:spPr>
              <a:xfrm>
                <a:off x="4069863" y="6319643"/>
                <a:ext cx="6343" cy="6345"/>
              </a:xfrm>
              <a:custGeom>
                <a:avLst/>
                <a:gdLst>
                  <a:gd name="connsiteX0" fmla="*/ 3425 w 6343"/>
                  <a:gd name="connsiteY0" fmla="*/ 6569 h 6345"/>
                  <a:gd name="connsiteX1" fmla="*/ 5668 w 6343"/>
                  <a:gd name="connsiteY1" fmla="*/ 5640 h 6345"/>
                  <a:gd name="connsiteX2" fmla="*/ 6597 w 6343"/>
                  <a:gd name="connsiteY2" fmla="*/ 3397 h 6345"/>
                  <a:gd name="connsiteX3" fmla="*/ 5668 w 6343"/>
                  <a:gd name="connsiteY3" fmla="*/ 1153 h 6345"/>
                  <a:gd name="connsiteX4" fmla="*/ 3425 w 6343"/>
                  <a:gd name="connsiteY4" fmla="*/ 224 h 6345"/>
                  <a:gd name="connsiteX5" fmla="*/ 1183 w 6343"/>
                  <a:gd name="connsiteY5" fmla="*/ 1153 h 6345"/>
                  <a:gd name="connsiteX6" fmla="*/ 254 w 6343"/>
                  <a:gd name="connsiteY6" fmla="*/ 3397 h 6345"/>
                  <a:gd name="connsiteX7" fmla="*/ 1183 w 6343"/>
                  <a:gd name="connsiteY7" fmla="*/ 5640 h 6345"/>
                  <a:gd name="connsiteX8" fmla="*/ 3425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69"/>
                    </a:moveTo>
                    <a:cubicBezTo>
                      <a:pt x="4266" y="6569"/>
                      <a:pt x="5073" y="6235"/>
                      <a:pt x="5668" y="5640"/>
                    </a:cubicBezTo>
                    <a:cubicBezTo>
                      <a:pt x="6263" y="5045"/>
                      <a:pt x="6597" y="4238"/>
                      <a:pt x="6597" y="3397"/>
                    </a:cubicBezTo>
                    <a:cubicBezTo>
                      <a:pt x="6597" y="2555"/>
                      <a:pt x="6263" y="1748"/>
                      <a:pt x="5668" y="1153"/>
                    </a:cubicBezTo>
                    <a:cubicBezTo>
                      <a:pt x="5073" y="558"/>
                      <a:pt x="4266" y="224"/>
                      <a:pt x="3425" y="224"/>
                    </a:cubicBezTo>
                    <a:cubicBezTo>
                      <a:pt x="2584" y="224"/>
                      <a:pt x="1777" y="558"/>
                      <a:pt x="1183" y="1153"/>
                    </a:cubicBezTo>
                    <a:cubicBezTo>
                      <a:pt x="588" y="1748"/>
                      <a:pt x="254" y="2555"/>
                      <a:pt x="254" y="3397"/>
                    </a:cubicBezTo>
                    <a:cubicBezTo>
                      <a:pt x="254" y="4238"/>
                      <a:pt x="588" y="5045"/>
                      <a:pt x="1183" y="5640"/>
                    </a:cubicBezTo>
                    <a:cubicBezTo>
                      <a:pt x="1777" y="6235"/>
                      <a:pt x="2584" y="6569"/>
                      <a:pt x="3425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23" name="Freeform: Shape 3622">
                <a:extLst>
                  <a:ext uri="{FF2B5EF4-FFF2-40B4-BE49-F238E27FC236}">
                    <a16:creationId xmlns:a16="http://schemas.microsoft.com/office/drawing/2014/main" id="{348D14E4-278B-3399-3BB9-E14B41A79A7C}"/>
                  </a:ext>
                </a:extLst>
              </p:cNvPr>
              <p:cNvSpPr/>
              <p:nvPr/>
            </p:nvSpPr>
            <p:spPr>
              <a:xfrm>
                <a:off x="4066069" y="6320208"/>
                <a:ext cx="6343" cy="6345"/>
              </a:xfrm>
              <a:custGeom>
                <a:avLst/>
                <a:gdLst>
                  <a:gd name="connsiteX0" fmla="*/ 3425 w 6343"/>
                  <a:gd name="connsiteY0" fmla="*/ 6569 h 6345"/>
                  <a:gd name="connsiteX1" fmla="*/ 5668 w 6343"/>
                  <a:gd name="connsiteY1" fmla="*/ 5640 h 6345"/>
                  <a:gd name="connsiteX2" fmla="*/ 6596 w 6343"/>
                  <a:gd name="connsiteY2" fmla="*/ 3397 h 6345"/>
                  <a:gd name="connsiteX3" fmla="*/ 5668 w 6343"/>
                  <a:gd name="connsiteY3" fmla="*/ 1153 h 6345"/>
                  <a:gd name="connsiteX4" fmla="*/ 3425 w 6343"/>
                  <a:gd name="connsiteY4" fmla="*/ 224 h 6345"/>
                  <a:gd name="connsiteX5" fmla="*/ 1182 w 6343"/>
                  <a:gd name="connsiteY5" fmla="*/ 1153 h 6345"/>
                  <a:gd name="connsiteX6" fmla="*/ 253 w 6343"/>
                  <a:gd name="connsiteY6" fmla="*/ 3397 h 6345"/>
                  <a:gd name="connsiteX7" fmla="*/ 1182 w 6343"/>
                  <a:gd name="connsiteY7" fmla="*/ 5640 h 6345"/>
                  <a:gd name="connsiteX8" fmla="*/ 3425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69"/>
                    </a:moveTo>
                    <a:cubicBezTo>
                      <a:pt x="4266" y="6569"/>
                      <a:pt x="5073" y="6235"/>
                      <a:pt x="5668" y="5640"/>
                    </a:cubicBezTo>
                    <a:cubicBezTo>
                      <a:pt x="6262" y="5045"/>
                      <a:pt x="6596" y="4238"/>
                      <a:pt x="6596" y="3397"/>
                    </a:cubicBezTo>
                    <a:cubicBezTo>
                      <a:pt x="6596" y="2555"/>
                      <a:pt x="6262" y="1748"/>
                      <a:pt x="5668" y="1153"/>
                    </a:cubicBezTo>
                    <a:cubicBezTo>
                      <a:pt x="5073" y="558"/>
                      <a:pt x="4266" y="224"/>
                      <a:pt x="3425" y="224"/>
                    </a:cubicBezTo>
                    <a:cubicBezTo>
                      <a:pt x="2584" y="224"/>
                      <a:pt x="1777" y="558"/>
                      <a:pt x="1182" y="1153"/>
                    </a:cubicBezTo>
                    <a:cubicBezTo>
                      <a:pt x="588" y="1748"/>
                      <a:pt x="253" y="2555"/>
                      <a:pt x="253" y="3397"/>
                    </a:cubicBezTo>
                    <a:cubicBezTo>
                      <a:pt x="253" y="4238"/>
                      <a:pt x="588" y="5045"/>
                      <a:pt x="1182" y="5640"/>
                    </a:cubicBezTo>
                    <a:cubicBezTo>
                      <a:pt x="1777" y="6235"/>
                      <a:pt x="2584" y="6569"/>
                      <a:pt x="3425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24" name="Freeform: Shape 3623">
                <a:extLst>
                  <a:ext uri="{FF2B5EF4-FFF2-40B4-BE49-F238E27FC236}">
                    <a16:creationId xmlns:a16="http://schemas.microsoft.com/office/drawing/2014/main" id="{9DA460F2-8F2A-3259-F3FB-BE12396F1CFA}"/>
                  </a:ext>
                </a:extLst>
              </p:cNvPr>
              <p:cNvSpPr/>
              <p:nvPr/>
            </p:nvSpPr>
            <p:spPr>
              <a:xfrm>
                <a:off x="4062216" y="6320568"/>
                <a:ext cx="6343" cy="6345"/>
              </a:xfrm>
              <a:custGeom>
                <a:avLst/>
                <a:gdLst>
                  <a:gd name="connsiteX0" fmla="*/ 3425 w 6343"/>
                  <a:gd name="connsiteY0" fmla="*/ 6569 h 6345"/>
                  <a:gd name="connsiteX1" fmla="*/ 5667 w 6343"/>
                  <a:gd name="connsiteY1" fmla="*/ 5640 h 6345"/>
                  <a:gd name="connsiteX2" fmla="*/ 6596 w 6343"/>
                  <a:gd name="connsiteY2" fmla="*/ 3397 h 6345"/>
                  <a:gd name="connsiteX3" fmla="*/ 5667 w 6343"/>
                  <a:gd name="connsiteY3" fmla="*/ 1153 h 6345"/>
                  <a:gd name="connsiteX4" fmla="*/ 3425 w 6343"/>
                  <a:gd name="connsiteY4" fmla="*/ 224 h 6345"/>
                  <a:gd name="connsiteX5" fmla="*/ 1182 w 6343"/>
                  <a:gd name="connsiteY5" fmla="*/ 1153 h 6345"/>
                  <a:gd name="connsiteX6" fmla="*/ 253 w 6343"/>
                  <a:gd name="connsiteY6" fmla="*/ 3397 h 6345"/>
                  <a:gd name="connsiteX7" fmla="*/ 1182 w 6343"/>
                  <a:gd name="connsiteY7" fmla="*/ 5640 h 6345"/>
                  <a:gd name="connsiteX8" fmla="*/ 3425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69"/>
                    </a:moveTo>
                    <a:cubicBezTo>
                      <a:pt x="4266" y="6569"/>
                      <a:pt x="5072" y="6235"/>
                      <a:pt x="5667" y="5640"/>
                    </a:cubicBezTo>
                    <a:cubicBezTo>
                      <a:pt x="6262" y="5045"/>
                      <a:pt x="6596" y="4238"/>
                      <a:pt x="6596" y="3397"/>
                    </a:cubicBezTo>
                    <a:cubicBezTo>
                      <a:pt x="6596" y="2555"/>
                      <a:pt x="6262" y="1748"/>
                      <a:pt x="5667" y="1153"/>
                    </a:cubicBezTo>
                    <a:cubicBezTo>
                      <a:pt x="5072" y="558"/>
                      <a:pt x="4266" y="224"/>
                      <a:pt x="3425" y="224"/>
                    </a:cubicBezTo>
                    <a:cubicBezTo>
                      <a:pt x="2583" y="224"/>
                      <a:pt x="1777" y="558"/>
                      <a:pt x="1182" y="1153"/>
                    </a:cubicBezTo>
                    <a:cubicBezTo>
                      <a:pt x="587" y="1748"/>
                      <a:pt x="253" y="2555"/>
                      <a:pt x="253" y="3397"/>
                    </a:cubicBezTo>
                    <a:cubicBezTo>
                      <a:pt x="253" y="4238"/>
                      <a:pt x="587" y="5045"/>
                      <a:pt x="1182" y="5640"/>
                    </a:cubicBezTo>
                    <a:cubicBezTo>
                      <a:pt x="1777" y="6235"/>
                      <a:pt x="2583" y="6569"/>
                      <a:pt x="3425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25" name="Freeform: Shape 3624">
                <a:extLst>
                  <a:ext uri="{FF2B5EF4-FFF2-40B4-BE49-F238E27FC236}">
                    <a16:creationId xmlns:a16="http://schemas.microsoft.com/office/drawing/2014/main" id="{2D206094-70F7-438B-6AFD-315FA7518E8B}"/>
                  </a:ext>
                </a:extLst>
              </p:cNvPr>
              <p:cNvSpPr/>
              <p:nvPr/>
            </p:nvSpPr>
            <p:spPr>
              <a:xfrm>
                <a:off x="4058324" y="6320767"/>
                <a:ext cx="6343" cy="6345"/>
              </a:xfrm>
              <a:custGeom>
                <a:avLst/>
                <a:gdLst>
                  <a:gd name="connsiteX0" fmla="*/ 3424 w 6343"/>
                  <a:gd name="connsiteY0" fmla="*/ 6569 h 6345"/>
                  <a:gd name="connsiteX1" fmla="*/ 5667 w 6343"/>
                  <a:gd name="connsiteY1" fmla="*/ 5640 h 6345"/>
                  <a:gd name="connsiteX2" fmla="*/ 6596 w 6343"/>
                  <a:gd name="connsiteY2" fmla="*/ 3397 h 6345"/>
                  <a:gd name="connsiteX3" fmla="*/ 5667 w 6343"/>
                  <a:gd name="connsiteY3" fmla="*/ 1153 h 6345"/>
                  <a:gd name="connsiteX4" fmla="*/ 3424 w 6343"/>
                  <a:gd name="connsiteY4" fmla="*/ 224 h 6345"/>
                  <a:gd name="connsiteX5" fmla="*/ 1182 w 6343"/>
                  <a:gd name="connsiteY5" fmla="*/ 1153 h 6345"/>
                  <a:gd name="connsiteX6" fmla="*/ 253 w 6343"/>
                  <a:gd name="connsiteY6" fmla="*/ 3397 h 6345"/>
                  <a:gd name="connsiteX7" fmla="*/ 1182 w 6343"/>
                  <a:gd name="connsiteY7" fmla="*/ 5640 h 6345"/>
                  <a:gd name="connsiteX8" fmla="*/ 3424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69"/>
                    </a:moveTo>
                    <a:cubicBezTo>
                      <a:pt x="4265" y="6569"/>
                      <a:pt x="5072" y="6235"/>
                      <a:pt x="5667" y="5640"/>
                    </a:cubicBezTo>
                    <a:cubicBezTo>
                      <a:pt x="6262" y="5045"/>
                      <a:pt x="6596" y="4238"/>
                      <a:pt x="6596" y="3397"/>
                    </a:cubicBezTo>
                    <a:cubicBezTo>
                      <a:pt x="6596" y="2555"/>
                      <a:pt x="6262" y="1748"/>
                      <a:pt x="5667" y="1153"/>
                    </a:cubicBezTo>
                    <a:cubicBezTo>
                      <a:pt x="5072" y="558"/>
                      <a:pt x="4265" y="224"/>
                      <a:pt x="3424" y="224"/>
                    </a:cubicBezTo>
                    <a:cubicBezTo>
                      <a:pt x="2583" y="224"/>
                      <a:pt x="1776" y="558"/>
                      <a:pt x="1182" y="1153"/>
                    </a:cubicBezTo>
                    <a:cubicBezTo>
                      <a:pt x="587" y="1748"/>
                      <a:pt x="253" y="2555"/>
                      <a:pt x="253" y="3397"/>
                    </a:cubicBezTo>
                    <a:cubicBezTo>
                      <a:pt x="253" y="4238"/>
                      <a:pt x="587" y="5045"/>
                      <a:pt x="1182" y="5640"/>
                    </a:cubicBezTo>
                    <a:cubicBezTo>
                      <a:pt x="1776" y="6235"/>
                      <a:pt x="2583" y="6569"/>
                      <a:pt x="3424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26" name="Freeform: Shape 3625">
                <a:extLst>
                  <a:ext uri="{FF2B5EF4-FFF2-40B4-BE49-F238E27FC236}">
                    <a16:creationId xmlns:a16="http://schemas.microsoft.com/office/drawing/2014/main" id="{96085523-8A56-4123-9BBD-90A85E6DBE6A}"/>
                  </a:ext>
                </a:extLst>
              </p:cNvPr>
              <p:cNvSpPr/>
              <p:nvPr/>
            </p:nvSpPr>
            <p:spPr>
              <a:xfrm>
                <a:off x="4054042" y="6319671"/>
                <a:ext cx="6343" cy="6345"/>
              </a:xfrm>
              <a:custGeom>
                <a:avLst/>
                <a:gdLst>
                  <a:gd name="connsiteX0" fmla="*/ 3424 w 6343"/>
                  <a:gd name="connsiteY0" fmla="*/ 6569 h 6345"/>
                  <a:gd name="connsiteX1" fmla="*/ 5667 w 6343"/>
                  <a:gd name="connsiteY1" fmla="*/ 5640 h 6345"/>
                  <a:gd name="connsiteX2" fmla="*/ 6596 w 6343"/>
                  <a:gd name="connsiteY2" fmla="*/ 3397 h 6345"/>
                  <a:gd name="connsiteX3" fmla="*/ 5667 w 6343"/>
                  <a:gd name="connsiteY3" fmla="*/ 1153 h 6345"/>
                  <a:gd name="connsiteX4" fmla="*/ 3424 w 6343"/>
                  <a:gd name="connsiteY4" fmla="*/ 224 h 6345"/>
                  <a:gd name="connsiteX5" fmla="*/ 1181 w 6343"/>
                  <a:gd name="connsiteY5" fmla="*/ 1153 h 6345"/>
                  <a:gd name="connsiteX6" fmla="*/ 252 w 6343"/>
                  <a:gd name="connsiteY6" fmla="*/ 3397 h 6345"/>
                  <a:gd name="connsiteX7" fmla="*/ 1181 w 6343"/>
                  <a:gd name="connsiteY7" fmla="*/ 5640 h 6345"/>
                  <a:gd name="connsiteX8" fmla="*/ 3424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69"/>
                    </a:moveTo>
                    <a:cubicBezTo>
                      <a:pt x="4265" y="6569"/>
                      <a:pt x="5072" y="6235"/>
                      <a:pt x="5667" y="5640"/>
                    </a:cubicBezTo>
                    <a:cubicBezTo>
                      <a:pt x="6261" y="5045"/>
                      <a:pt x="6596" y="4238"/>
                      <a:pt x="6596" y="3397"/>
                    </a:cubicBezTo>
                    <a:cubicBezTo>
                      <a:pt x="6596" y="2555"/>
                      <a:pt x="6261" y="1748"/>
                      <a:pt x="5667" y="1153"/>
                    </a:cubicBezTo>
                    <a:cubicBezTo>
                      <a:pt x="5072" y="558"/>
                      <a:pt x="4265" y="224"/>
                      <a:pt x="3424" y="224"/>
                    </a:cubicBezTo>
                    <a:cubicBezTo>
                      <a:pt x="2583" y="224"/>
                      <a:pt x="1776" y="558"/>
                      <a:pt x="1181" y="1153"/>
                    </a:cubicBezTo>
                    <a:cubicBezTo>
                      <a:pt x="587" y="1748"/>
                      <a:pt x="252" y="2555"/>
                      <a:pt x="252" y="3397"/>
                    </a:cubicBezTo>
                    <a:cubicBezTo>
                      <a:pt x="252" y="4238"/>
                      <a:pt x="587" y="5045"/>
                      <a:pt x="1181" y="5640"/>
                    </a:cubicBezTo>
                    <a:cubicBezTo>
                      <a:pt x="1776" y="6235"/>
                      <a:pt x="2583" y="6569"/>
                      <a:pt x="3424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27" name="Freeform: Shape 3626">
                <a:extLst>
                  <a:ext uri="{FF2B5EF4-FFF2-40B4-BE49-F238E27FC236}">
                    <a16:creationId xmlns:a16="http://schemas.microsoft.com/office/drawing/2014/main" id="{D7EB5954-352B-22F7-759D-1A4F82A861BC}"/>
                  </a:ext>
                </a:extLst>
              </p:cNvPr>
              <p:cNvSpPr/>
              <p:nvPr/>
            </p:nvSpPr>
            <p:spPr>
              <a:xfrm>
                <a:off x="4050098" y="6319589"/>
                <a:ext cx="6343" cy="6345"/>
              </a:xfrm>
              <a:custGeom>
                <a:avLst/>
                <a:gdLst>
                  <a:gd name="connsiteX0" fmla="*/ 3424 w 6343"/>
                  <a:gd name="connsiteY0" fmla="*/ 6569 h 6345"/>
                  <a:gd name="connsiteX1" fmla="*/ 5666 w 6343"/>
                  <a:gd name="connsiteY1" fmla="*/ 5640 h 6345"/>
                  <a:gd name="connsiteX2" fmla="*/ 6595 w 6343"/>
                  <a:gd name="connsiteY2" fmla="*/ 3396 h 6345"/>
                  <a:gd name="connsiteX3" fmla="*/ 5666 w 6343"/>
                  <a:gd name="connsiteY3" fmla="*/ 1153 h 6345"/>
                  <a:gd name="connsiteX4" fmla="*/ 3424 w 6343"/>
                  <a:gd name="connsiteY4" fmla="*/ 224 h 6345"/>
                  <a:gd name="connsiteX5" fmla="*/ 1181 w 6343"/>
                  <a:gd name="connsiteY5" fmla="*/ 1153 h 6345"/>
                  <a:gd name="connsiteX6" fmla="*/ 252 w 6343"/>
                  <a:gd name="connsiteY6" fmla="*/ 3396 h 6345"/>
                  <a:gd name="connsiteX7" fmla="*/ 1181 w 6343"/>
                  <a:gd name="connsiteY7" fmla="*/ 5640 h 6345"/>
                  <a:gd name="connsiteX8" fmla="*/ 3424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69"/>
                    </a:moveTo>
                    <a:cubicBezTo>
                      <a:pt x="4265" y="6569"/>
                      <a:pt x="5072" y="6235"/>
                      <a:pt x="5666" y="5640"/>
                    </a:cubicBezTo>
                    <a:cubicBezTo>
                      <a:pt x="6261" y="5045"/>
                      <a:pt x="6595" y="4238"/>
                      <a:pt x="6595" y="3396"/>
                    </a:cubicBezTo>
                    <a:cubicBezTo>
                      <a:pt x="6595" y="2555"/>
                      <a:pt x="6261" y="1748"/>
                      <a:pt x="5666" y="1153"/>
                    </a:cubicBezTo>
                    <a:cubicBezTo>
                      <a:pt x="5072" y="558"/>
                      <a:pt x="4265" y="224"/>
                      <a:pt x="3424" y="224"/>
                    </a:cubicBezTo>
                    <a:cubicBezTo>
                      <a:pt x="2583" y="224"/>
                      <a:pt x="1776" y="558"/>
                      <a:pt x="1181" y="1153"/>
                    </a:cubicBezTo>
                    <a:cubicBezTo>
                      <a:pt x="586" y="1748"/>
                      <a:pt x="252" y="2555"/>
                      <a:pt x="252" y="3396"/>
                    </a:cubicBezTo>
                    <a:cubicBezTo>
                      <a:pt x="252" y="4238"/>
                      <a:pt x="586" y="5045"/>
                      <a:pt x="1181" y="5640"/>
                    </a:cubicBezTo>
                    <a:cubicBezTo>
                      <a:pt x="1776" y="6235"/>
                      <a:pt x="2583" y="6569"/>
                      <a:pt x="3424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28" name="Freeform: Shape 3627">
                <a:extLst>
                  <a:ext uri="{FF2B5EF4-FFF2-40B4-BE49-F238E27FC236}">
                    <a16:creationId xmlns:a16="http://schemas.microsoft.com/office/drawing/2014/main" id="{1F3FCFE6-B605-9CF6-9B66-498D278809F3}"/>
                  </a:ext>
                </a:extLst>
              </p:cNvPr>
              <p:cNvSpPr/>
              <p:nvPr/>
            </p:nvSpPr>
            <p:spPr>
              <a:xfrm>
                <a:off x="4046216" y="6319662"/>
                <a:ext cx="6343" cy="6345"/>
              </a:xfrm>
              <a:custGeom>
                <a:avLst/>
                <a:gdLst>
                  <a:gd name="connsiteX0" fmla="*/ 3423 w 6343"/>
                  <a:gd name="connsiteY0" fmla="*/ 6569 h 6345"/>
                  <a:gd name="connsiteX1" fmla="*/ 5666 w 6343"/>
                  <a:gd name="connsiteY1" fmla="*/ 5640 h 6345"/>
                  <a:gd name="connsiteX2" fmla="*/ 6595 w 6343"/>
                  <a:gd name="connsiteY2" fmla="*/ 3397 h 6345"/>
                  <a:gd name="connsiteX3" fmla="*/ 5666 w 6343"/>
                  <a:gd name="connsiteY3" fmla="*/ 1153 h 6345"/>
                  <a:gd name="connsiteX4" fmla="*/ 3423 w 6343"/>
                  <a:gd name="connsiteY4" fmla="*/ 224 h 6345"/>
                  <a:gd name="connsiteX5" fmla="*/ 1181 w 6343"/>
                  <a:gd name="connsiteY5" fmla="*/ 1153 h 6345"/>
                  <a:gd name="connsiteX6" fmla="*/ 252 w 6343"/>
                  <a:gd name="connsiteY6" fmla="*/ 3397 h 6345"/>
                  <a:gd name="connsiteX7" fmla="*/ 1181 w 6343"/>
                  <a:gd name="connsiteY7" fmla="*/ 5640 h 6345"/>
                  <a:gd name="connsiteX8" fmla="*/ 3423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69"/>
                    </a:moveTo>
                    <a:cubicBezTo>
                      <a:pt x="4264" y="6569"/>
                      <a:pt x="5071" y="6235"/>
                      <a:pt x="5666" y="5640"/>
                    </a:cubicBezTo>
                    <a:cubicBezTo>
                      <a:pt x="6261" y="5045"/>
                      <a:pt x="6595" y="4238"/>
                      <a:pt x="6595" y="3397"/>
                    </a:cubicBezTo>
                    <a:cubicBezTo>
                      <a:pt x="6595" y="2555"/>
                      <a:pt x="6261" y="1748"/>
                      <a:pt x="5666" y="1153"/>
                    </a:cubicBezTo>
                    <a:cubicBezTo>
                      <a:pt x="5071" y="558"/>
                      <a:pt x="4264" y="224"/>
                      <a:pt x="3423" y="224"/>
                    </a:cubicBezTo>
                    <a:cubicBezTo>
                      <a:pt x="2582" y="224"/>
                      <a:pt x="1775" y="558"/>
                      <a:pt x="1181" y="1153"/>
                    </a:cubicBezTo>
                    <a:cubicBezTo>
                      <a:pt x="586" y="1748"/>
                      <a:pt x="252" y="2555"/>
                      <a:pt x="252" y="3397"/>
                    </a:cubicBezTo>
                    <a:cubicBezTo>
                      <a:pt x="252" y="4238"/>
                      <a:pt x="586" y="5045"/>
                      <a:pt x="1181" y="5640"/>
                    </a:cubicBezTo>
                    <a:cubicBezTo>
                      <a:pt x="1775" y="6235"/>
                      <a:pt x="2582" y="6569"/>
                      <a:pt x="3423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29" name="Freeform: Shape 3628">
                <a:extLst>
                  <a:ext uri="{FF2B5EF4-FFF2-40B4-BE49-F238E27FC236}">
                    <a16:creationId xmlns:a16="http://schemas.microsoft.com/office/drawing/2014/main" id="{5BC99777-5655-F45F-193D-34F6EBC1EA33}"/>
                  </a:ext>
                </a:extLst>
              </p:cNvPr>
              <p:cNvSpPr/>
              <p:nvPr/>
            </p:nvSpPr>
            <p:spPr>
              <a:xfrm>
                <a:off x="4042221" y="6319300"/>
                <a:ext cx="6343" cy="6345"/>
              </a:xfrm>
              <a:custGeom>
                <a:avLst/>
                <a:gdLst>
                  <a:gd name="connsiteX0" fmla="*/ 3423 w 6343"/>
                  <a:gd name="connsiteY0" fmla="*/ 6569 h 6345"/>
                  <a:gd name="connsiteX1" fmla="*/ 5666 w 6343"/>
                  <a:gd name="connsiteY1" fmla="*/ 5640 h 6345"/>
                  <a:gd name="connsiteX2" fmla="*/ 6595 w 6343"/>
                  <a:gd name="connsiteY2" fmla="*/ 3396 h 6345"/>
                  <a:gd name="connsiteX3" fmla="*/ 5666 w 6343"/>
                  <a:gd name="connsiteY3" fmla="*/ 1153 h 6345"/>
                  <a:gd name="connsiteX4" fmla="*/ 3423 w 6343"/>
                  <a:gd name="connsiteY4" fmla="*/ 224 h 6345"/>
                  <a:gd name="connsiteX5" fmla="*/ 1180 w 6343"/>
                  <a:gd name="connsiteY5" fmla="*/ 1153 h 6345"/>
                  <a:gd name="connsiteX6" fmla="*/ 251 w 6343"/>
                  <a:gd name="connsiteY6" fmla="*/ 3396 h 6345"/>
                  <a:gd name="connsiteX7" fmla="*/ 1180 w 6343"/>
                  <a:gd name="connsiteY7" fmla="*/ 5640 h 6345"/>
                  <a:gd name="connsiteX8" fmla="*/ 3423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69"/>
                    </a:moveTo>
                    <a:cubicBezTo>
                      <a:pt x="4264" y="6569"/>
                      <a:pt x="5071" y="6235"/>
                      <a:pt x="5666" y="5640"/>
                    </a:cubicBezTo>
                    <a:cubicBezTo>
                      <a:pt x="6260" y="5045"/>
                      <a:pt x="6595" y="4238"/>
                      <a:pt x="6595" y="3396"/>
                    </a:cubicBezTo>
                    <a:cubicBezTo>
                      <a:pt x="6595" y="2555"/>
                      <a:pt x="6260" y="1748"/>
                      <a:pt x="5666" y="1153"/>
                    </a:cubicBezTo>
                    <a:cubicBezTo>
                      <a:pt x="5071" y="558"/>
                      <a:pt x="4264" y="224"/>
                      <a:pt x="3423" y="224"/>
                    </a:cubicBezTo>
                    <a:cubicBezTo>
                      <a:pt x="2582" y="224"/>
                      <a:pt x="1775" y="558"/>
                      <a:pt x="1180" y="1153"/>
                    </a:cubicBezTo>
                    <a:cubicBezTo>
                      <a:pt x="586" y="1748"/>
                      <a:pt x="251" y="2555"/>
                      <a:pt x="251" y="3396"/>
                    </a:cubicBezTo>
                    <a:cubicBezTo>
                      <a:pt x="251" y="4238"/>
                      <a:pt x="586" y="5045"/>
                      <a:pt x="1180" y="5640"/>
                    </a:cubicBezTo>
                    <a:cubicBezTo>
                      <a:pt x="1775" y="6235"/>
                      <a:pt x="2582" y="6569"/>
                      <a:pt x="3423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30" name="Freeform: Shape 3629">
                <a:extLst>
                  <a:ext uri="{FF2B5EF4-FFF2-40B4-BE49-F238E27FC236}">
                    <a16:creationId xmlns:a16="http://schemas.microsoft.com/office/drawing/2014/main" id="{1009CE76-9C77-293F-E001-AB49D7A2AED3}"/>
                  </a:ext>
                </a:extLst>
              </p:cNvPr>
              <p:cNvSpPr/>
              <p:nvPr/>
            </p:nvSpPr>
            <p:spPr>
              <a:xfrm>
                <a:off x="4038211" y="6318819"/>
                <a:ext cx="6343" cy="6345"/>
              </a:xfrm>
              <a:custGeom>
                <a:avLst/>
                <a:gdLst>
                  <a:gd name="connsiteX0" fmla="*/ 3423 w 6343"/>
                  <a:gd name="connsiteY0" fmla="*/ 6569 h 6345"/>
                  <a:gd name="connsiteX1" fmla="*/ 5665 w 6343"/>
                  <a:gd name="connsiteY1" fmla="*/ 5640 h 6345"/>
                  <a:gd name="connsiteX2" fmla="*/ 6594 w 6343"/>
                  <a:gd name="connsiteY2" fmla="*/ 3396 h 6345"/>
                  <a:gd name="connsiteX3" fmla="*/ 5665 w 6343"/>
                  <a:gd name="connsiteY3" fmla="*/ 1153 h 6345"/>
                  <a:gd name="connsiteX4" fmla="*/ 3423 w 6343"/>
                  <a:gd name="connsiteY4" fmla="*/ 224 h 6345"/>
                  <a:gd name="connsiteX5" fmla="*/ 1180 w 6343"/>
                  <a:gd name="connsiteY5" fmla="*/ 1153 h 6345"/>
                  <a:gd name="connsiteX6" fmla="*/ 251 w 6343"/>
                  <a:gd name="connsiteY6" fmla="*/ 3396 h 6345"/>
                  <a:gd name="connsiteX7" fmla="*/ 1180 w 6343"/>
                  <a:gd name="connsiteY7" fmla="*/ 5640 h 6345"/>
                  <a:gd name="connsiteX8" fmla="*/ 3423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69"/>
                    </a:moveTo>
                    <a:cubicBezTo>
                      <a:pt x="4264" y="6569"/>
                      <a:pt x="5071" y="6235"/>
                      <a:pt x="5665" y="5640"/>
                    </a:cubicBezTo>
                    <a:cubicBezTo>
                      <a:pt x="6260" y="5045"/>
                      <a:pt x="6594" y="4238"/>
                      <a:pt x="6594" y="3396"/>
                    </a:cubicBezTo>
                    <a:cubicBezTo>
                      <a:pt x="6594" y="2555"/>
                      <a:pt x="6260" y="1748"/>
                      <a:pt x="5665" y="1153"/>
                    </a:cubicBezTo>
                    <a:cubicBezTo>
                      <a:pt x="5071" y="558"/>
                      <a:pt x="4264" y="224"/>
                      <a:pt x="3423" y="224"/>
                    </a:cubicBezTo>
                    <a:cubicBezTo>
                      <a:pt x="2582" y="224"/>
                      <a:pt x="1775" y="558"/>
                      <a:pt x="1180" y="1153"/>
                    </a:cubicBezTo>
                    <a:cubicBezTo>
                      <a:pt x="585" y="1748"/>
                      <a:pt x="251" y="2555"/>
                      <a:pt x="251" y="3396"/>
                    </a:cubicBezTo>
                    <a:cubicBezTo>
                      <a:pt x="251" y="4238"/>
                      <a:pt x="585" y="5045"/>
                      <a:pt x="1180" y="5640"/>
                    </a:cubicBezTo>
                    <a:cubicBezTo>
                      <a:pt x="1775" y="6235"/>
                      <a:pt x="2582" y="6569"/>
                      <a:pt x="3423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31" name="Freeform: Shape 3630">
                <a:extLst>
                  <a:ext uri="{FF2B5EF4-FFF2-40B4-BE49-F238E27FC236}">
                    <a16:creationId xmlns:a16="http://schemas.microsoft.com/office/drawing/2014/main" id="{E97A7FB2-6716-60DD-C0AF-994DFBEFA116}"/>
                  </a:ext>
                </a:extLst>
              </p:cNvPr>
              <p:cNvSpPr/>
              <p:nvPr/>
            </p:nvSpPr>
            <p:spPr>
              <a:xfrm>
                <a:off x="4034364" y="6318861"/>
                <a:ext cx="6343" cy="6345"/>
              </a:xfrm>
              <a:custGeom>
                <a:avLst/>
                <a:gdLst>
                  <a:gd name="connsiteX0" fmla="*/ 3422 w 6343"/>
                  <a:gd name="connsiteY0" fmla="*/ 6569 h 6345"/>
                  <a:gd name="connsiteX1" fmla="*/ 5665 w 6343"/>
                  <a:gd name="connsiteY1" fmla="*/ 5640 h 6345"/>
                  <a:gd name="connsiteX2" fmla="*/ 6594 w 6343"/>
                  <a:gd name="connsiteY2" fmla="*/ 3396 h 6345"/>
                  <a:gd name="connsiteX3" fmla="*/ 5665 w 6343"/>
                  <a:gd name="connsiteY3" fmla="*/ 1153 h 6345"/>
                  <a:gd name="connsiteX4" fmla="*/ 3422 w 6343"/>
                  <a:gd name="connsiteY4" fmla="*/ 224 h 6345"/>
                  <a:gd name="connsiteX5" fmla="*/ 1180 w 6343"/>
                  <a:gd name="connsiteY5" fmla="*/ 1153 h 6345"/>
                  <a:gd name="connsiteX6" fmla="*/ 251 w 6343"/>
                  <a:gd name="connsiteY6" fmla="*/ 3396 h 6345"/>
                  <a:gd name="connsiteX7" fmla="*/ 1180 w 6343"/>
                  <a:gd name="connsiteY7" fmla="*/ 5640 h 6345"/>
                  <a:gd name="connsiteX8" fmla="*/ 342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69"/>
                    </a:moveTo>
                    <a:cubicBezTo>
                      <a:pt x="4264" y="6569"/>
                      <a:pt x="5070" y="6235"/>
                      <a:pt x="5665" y="5640"/>
                    </a:cubicBezTo>
                    <a:cubicBezTo>
                      <a:pt x="6260" y="5045"/>
                      <a:pt x="6594" y="4238"/>
                      <a:pt x="6594" y="3396"/>
                    </a:cubicBezTo>
                    <a:cubicBezTo>
                      <a:pt x="6594" y="2555"/>
                      <a:pt x="6260" y="1748"/>
                      <a:pt x="5665" y="1153"/>
                    </a:cubicBezTo>
                    <a:cubicBezTo>
                      <a:pt x="5070" y="558"/>
                      <a:pt x="4264" y="224"/>
                      <a:pt x="3422" y="224"/>
                    </a:cubicBezTo>
                    <a:cubicBezTo>
                      <a:pt x="2581" y="224"/>
                      <a:pt x="1775" y="558"/>
                      <a:pt x="1180" y="1153"/>
                    </a:cubicBezTo>
                    <a:cubicBezTo>
                      <a:pt x="585" y="1748"/>
                      <a:pt x="251" y="2555"/>
                      <a:pt x="251" y="3396"/>
                    </a:cubicBezTo>
                    <a:cubicBezTo>
                      <a:pt x="251" y="4238"/>
                      <a:pt x="585" y="5045"/>
                      <a:pt x="1180" y="5640"/>
                    </a:cubicBezTo>
                    <a:cubicBezTo>
                      <a:pt x="1775" y="6235"/>
                      <a:pt x="2581" y="6569"/>
                      <a:pt x="342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32" name="Freeform: Shape 3631">
                <a:extLst>
                  <a:ext uri="{FF2B5EF4-FFF2-40B4-BE49-F238E27FC236}">
                    <a16:creationId xmlns:a16="http://schemas.microsoft.com/office/drawing/2014/main" id="{05BEDAD1-D600-D2E6-E825-4447E8E89951}"/>
                  </a:ext>
                </a:extLst>
              </p:cNvPr>
              <p:cNvSpPr/>
              <p:nvPr/>
            </p:nvSpPr>
            <p:spPr>
              <a:xfrm>
                <a:off x="4030475" y="6318693"/>
                <a:ext cx="6343" cy="6345"/>
              </a:xfrm>
              <a:custGeom>
                <a:avLst/>
                <a:gdLst>
                  <a:gd name="connsiteX0" fmla="*/ 3422 w 6343"/>
                  <a:gd name="connsiteY0" fmla="*/ 6569 h 6345"/>
                  <a:gd name="connsiteX1" fmla="*/ 5665 w 6343"/>
                  <a:gd name="connsiteY1" fmla="*/ 5640 h 6345"/>
                  <a:gd name="connsiteX2" fmla="*/ 6594 w 6343"/>
                  <a:gd name="connsiteY2" fmla="*/ 3396 h 6345"/>
                  <a:gd name="connsiteX3" fmla="*/ 5665 w 6343"/>
                  <a:gd name="connsiteY3" fmla="*/ 1153 h 6345"/>
                  <a:gd name="connsiteX4" fmla="*/ 3422 w 6343"/>
                  <a:gd name="connsiteY4" fmla="*/ 224 h 6345"/>
                  <a:gd name="connsiteX5" fmla="*/ 1179 w 6343"/>
                  <a:gd name="connsiteY5" fmla="*/ 1153 h 6345"/>
                  <a:gd name="connsiteX6" fmla="*/ 251 w 6343"/>
                  <a:gd name="connsiteY6" fmla="*/ 3396 h 6345"/>
                  <a:gd name="connsiteX7" fmla="*/ 1179 w 6343"/>
                  <a:gd name="connsiteY7" fmla="*/ 5640 h 6345"/>
                  <a:gd name="connsiteX8" fmla="*/ 342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69"/>
                    </a:moveTo>
                    <a:cubicBezTo>
                      <a:pt x="4263" y="6569"/>
                      <a:pt x="5070" y="6235"/>
                      <a:pt x="5665" y="5640"/>
                    </a:cubicBezTo>
                    <a:cubicBezTo>
                      <a:pt x="6259" y="5045"/>
                      <a:pt x="6594" y="4238"/>
                      <a:pt x="6594" y="3396"/>
                    </a:cubicBezTo>
                    <a:cubicBezTo>
                      <a:pt x="6594" y="2555"/>
                      <a:pt x="6259" y="1748"/>
                      <a:pt x="5665" y="1153"/>
                    </a:cubicBezTo>
                    <a:cubicBezTo>
                      <a:pt x="5070" y="558"/>
                      <a:pt x="4263" y="224"/>
                      <a:pt x="3422" y="224"/>
                    </a:cubicBezTo>
                    <a:cubicBezTo>
                      <a:pt x="2581" y="224"/>
                      <a:pt x="1774" y="558"/>
                      <a:pt x="1179" y="1153"/>
                    </a:cubicBezTo>
                    <a:cubicBezTo>
                      <a:pt x="585" y="1748"/>
                      <a:pt x="251" y="2555"/>
                      <a:pt x="251" y="3396"/>
                    </a:cubicBezTo>
                    <a:cubicBezTo>
                      <a:pt x="251" y="4238"/>
                      <a:pt x="585" y="5045"/>
                      <a:pt x="1179" y="5640"/>
                    </a:cubicBezTo>
                    <a:cubicBezTo>
                      <a:pt x="1774" y="6235"/>
                      <a:pt x="2581" y="6569"/>
                      <a:pt x="342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33" name="Freeform: Shape 3632">
                <a:extLst>
                  <a:ext uri="{FF2B5EF4-FFF2-40B4-BE49-F238E27FC236}">
                    <a16:creationId xmlns:a16="http://schemas.microsoft.com/office/drawing/2014/main" id="{AE53A3ED-6A6B-CBA1-B1C6-E68109D348C2}"/>
                  </a:ext>
                </a:extLst>
              </p:cNvPr>
              <p:cNvSpPr/>
              <p:nvPr/>
            </p:nvSpPr>
            <p:spPr>
              <a:xfrm>
                <a:off x="4026508" y="6318179"/>
                <a:ext cx="6343" cy="6345"/>
              </a:xfrm>
              <a:custGeom>
                <a:avLst/>
                <a:gdLst>
                  <a:gd name="connsiteX0" fmla="*/ 3422 w 6343"/>
                  <a:gd name="connsiteY0" fmla="*/ 6569 h 6345"/>
                  <a:gd name="connsiteX1" fmla="*/ 5664 w 6343"/>
                  <a:gd name="connsiteY1" fmla="*/ 5640 h 6345"/>
                  <a:gd name="connsiteX2" fmla="*/ 6593 w 6343"/>
                  <a:gd name="connsiteY2" fmla="*/ 3396 h 6345"/>
                  <a:gd name="connsiteX3" fmla="*/ 5664 w 6343"/>
                  <a:gd name="connsiteY3" fmla="*/ 1153 h 6345"/>
                  <a:gd name="connsiteX4" fmla="*/ 3422 w 6343"/>
                  <a:gd name="connsiteY4" fmla="*/ 224 h 6345"/>
                  <a:gd name="connsiteX5" fmla="*/ 1179 w 6343"/>
                  <a:gd name="connsiteY5" fmla="*/ 1153 h 6345"/>
                  <a:gd name="connsiteX6" fmla="*/ 250 w 6343"/>
                  <a:gd name="connsiteY6" fmla="*/ 3396 h 6345"/>
                  <a:gd name="connsiteX7" fmla="*/ 1179 w 6343"/>
                  <a:gd name="connsiteY7" fmla="*/ 5640 h 6345"/>
                  <a:gd name="connsiteX8" fmla="*/ 342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69"/>
                    </a:moveTo>
                    <a:cubicBezTo>
                      <a:pt x="4263" y="6569"/>
                      <a:pt x="5070" y="6235"/>
                      <a:pt x="5664" y="5640"/>
                    </a:cubicBezTo>
                    <a:cubicBezTo>
                      <a:pt x="6259" y="5045"/>
                      <a:pt x="6593" y="4238"/>
                      <a:pt x="6593" y="3396"/>
                    </a:cubicBezTo>
                    <a:cubicBezTo>
                      <a:pt x="6593" y="2555"/>
                      <a:pt x="6259" y="1748"/>
                      <a:pt x="5664" y="1153"/>
                    </a:cubicBezTo>
                    <a:cubicBezTo>
                      <a:pt x="5070" y="558"/>
                      <a:pt x="4263" y="224"/>
                      <a:pt x="3422" y="224"/>
                    </a:cubicBezTo>
                    <a:cubicBezTo>
                      <a:pt x="2581" y="224"/>
                      <a:pt x="1774" y="558"/>
                      <a:pt x="1179" y="1153"/>
                    </a:cubicBezTo>
                    <a:cubicBezTo>
                      <a:pt x="584" y="1748"/>
                      <a:pt x="250" y="2555"/>
                      <a:pt x="250" y="3396"/>
                    </a:cubicBezTo>
                    <a:cubicBezTo>
                      <a:pt x="250" y="4238"/>
                      <a:pt x="584" y="5045"/>
                      <a:pt x="1179" y="5640"/>
                    </a:cubicBezTo>
                    <a:cubicBezTo>
                      <a:pt x="1774" y="6235"/>
                      <a:pt x="2581" y="6569"/>
                      <a:pt x="342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34" name="Freeform: Shape 3633">
                <a:extLst>
                  <a:ext uri="{FF2B5EF4-FFF2-40B4-BE49-F238E27FC236}">
                    <a16:creationId xmlns:a16="http://schemas.microsoft.com/office/drawing/2014/main" id="{9C170B03-97CA-FB29-12DC-F93D8E0D833C}"/>
                  </a:ext>
                </a:extLst>
              </p:cNvPr>
              <p:cNvSpPr/>
              <p:nvPr/>
            </p:nvSpPr>
            <p:spPr>
              <a:xfrm>
                <a:off x="4022767" y="6318465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4 w 6343"/>
                  <a:gd name="connsiteY1" fmla="*/ 5640 h 6345"/>
                  <a:gd name="connsiteX2" fmla="*/ 6593 w 6343"/>
                  <a:gd name="connsiteY2" fmla="*/ 3396 h 6345"/>
                  <a:gd name="connsiteX3" fmla="*/ 5664 w 6343"/>
                  <a:gd name="connsiteY3" fmla="*/ 1153 h 6345"/>
                  <a:gd name="connsiteX4" fmla="*/ 3421 w 6343"/>
                  <a:gd name="connsiteY4" fmla="*/ 224 h 6345"/>
                  <a:gd name="connsiteX5" fmla="*/ 1179 w 6343"/>
                  <a:gd name="connsiteY5" fmla="*/ 1153 h 6345"/>
                  <a:gd name="connsiteX6" fmla="*/ 250 w 6343"/>
                  <a:gd name="connsiteY6" fmla="*/ 3396 h 6345"/>
                  <a:gd name="connsiteX7" fmla="*/ 1179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3" y="6569"/>
                      <a:pt x="5069" y="6235"/>
                      <a:pt x="5664" y="5640"/>
                    </a:cubicBezTo>
                    <a:cubicBezTo>
                      <a:pt x="6259" y="5045"/>
                      <a:pt x="6593" y="4238"/>
                      <a:pt x="6593" y="3396"/>
                    </a:cubicBezTo>
                    <a:cubicBezTo>
                      <a:pt x="6593" y="2555"/>
                      <a:pt x="6259" y="1748"/>
                      <a:pt x="5664" y="1153"/>
                    </a:cubicBezTo>
                    <a:cubicBezTo>
                      <a:pt x="5069" y="558"/>
                      <a:pt x="4263" y="224"/>
                      <a:pt x="3421" y="224"/>
                    </a:cubicBezTo>
                    <a:cubicBezTo>
                      <a:pt x="2580" y="224"/>
                      <a:pt x="1774" y="558"/>
                      <a:pt x="1179" y="1153"/>
                    </a:cubicBezTo>
                    <a:cubicBezTo>
                      <a:pt x="584" y="1748"/>
                      <a:pt x="250" y="2555"/>
                      <a:pt x="250" y="3396"/>
                    </a:cubicBezTo>
                    <a:cubicBezTo>
                      <a:pt x="250" y="4238"/>
                      <a:pt x="584" y="5045"/>
                      <a:pt x="1179" y="5640"/>
                    </a:cubicBezTo>
                    <a:cubicBezTo>
                      <a:pt x="1774" y="6235"/>
                      <a:pt x="2580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35" name="Freeform: Shape 3634">
                <a:extLst>
                  <a:ext uri="{FF2B5EF4-FFF2-40B4-BE49-F238E27FC236}">
                    <a16:creationId xmlns:a16="http://schemas.microsoft.com/office/drawing/2014/main" id="{D3E9C9C5-09F0-CD7B-E07B-51ADD3BC508F}"/>
                  </a:ext>
                </a:extLst>
              </p:cNvPr>
              <p:cNvSpPr/>
              <p:nvPr/>
            </p:nvSpPr>
            <p:spPr>
              <a:xfrm>
                <a:off x="4019085" y="6318959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4 w 6343"/>
                  <a:gd name="connsiteY1" fmla="*/ 5640 h 6345"/>
                  <a:gd name="connsiteX2" fmla="*/ 6593 w 6343"/>
                  <a:gd name="connsiteY2" fmla="*/ 3396 h 6345"/>
                  <a:gd name="connsiteX3" fmla="*/ 5664 w 6343"/>
                  <a:gd name="connsiteY3" fmla="*/ 1153 h 6345"/>
                  <a:gd name="connsiteX4" fmla="*/ 3421 w 6343"/>
                  <a:gd name="connsiteY4" fmla="*/ 224 h 6345"/>
                  <a:gd name="connsiteX5" fmla="*/ 1179 w 6343"/>
                  <a:gd name="connsiteY5" fmla="*/ 1153 h 6345"/>
                  <a:gd name="connsiteX6" fmla="*/ 250 w 6343"/>
                  <a:gd name="connsiteY6" fmla="*/ 3396 h 6345"/>
                  <a:gd name="connsiteX7" fmla="*/ 1179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2" y="6569"/>
                      <a:pt x="5069" y="6235"/>
                      <a:pt x="5664" y="5640"/>
                    </a:cubicBezTo>
                    <a:cubicBezTo>
                      <a:pt x="6259" y="5045"/>
                      <a:pt x="6593" y="4238"/>
                      <a:pt x="6593" y="3396"/>
                    </a:cubicBezTo>
                    <a:cubicBezTo>
                      <a:pt x="6593" y="2555"/>
                      <a:pt x="6259" y="1748"/>
                      <a:pt x="5664" y="1153"/>
                    </a:cubicBezTo>
                    <a:cubicBezTo>
                      <a:pt x="5069" y="558"/>
                      <a:pt x="4262" y="224"/>
                      <a:pt x="3421" y="224"/>
                    </a:cubicBezTo>
                    <a:cubicBezTo>
                      <a:pt x="2580" y="224"/>
                      <a:pt x="1773" y="558"/>
                      <a:pt x="1179" y="1153"/>
                    </a:cubicBezTo>
                    <a:cubicBezTo>
                      <a:pt x="584" y="1748"/>
                      <a:pt x="250" y="2555"/>
                      <a:pt x="250" y="3396"/>
                    </a:cubicBezTo>
                    <a:cubicBezTo>
                      <a:pt x="250" y="4238"/>
                      <a:pt x="584" y="5045"/>
                      <a:pt x="1179" y="5640"/>
                    </a:cubicBezTo>
                    <a:cubicBezTo>
                      <a:pt x="1773" y="6235"/>
                      <a:pt x="2580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36" name="Freeform: Shape 3635">
                <a:extLst>
                  <a:ext uri="{FF2B5EF4-FFF2-40B4-BE49-F238E27FC236}">
                    <a16:creationId xmlns:a16="http://schemas.microsoft.com/office/drawing/2014/main" id="{5C213A7C-EFF4-3964-D7BF-BD98525DD6E6}"/>
                  </a:ext>
                </a:extLst>
              </p:cNvPr>
              <p:cNvSpPr/>
              <p:nvPr/>
            </p:nvSpPr>
            <p:spPr>
              <a:xfrm>
                <a:off x="4015448" y="6319613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4 w 6343"/>
                  <a:gd name="connsiteY1" fmla="*/ 5640 h 6345"/>
                  <a:gd name="connsiteX2" fmla="*/ 6592 w 6343"/>
                  <a:gd name="connsiteY2" fmla="*/ 3397 h 6345"/>
                  <a:gd name="connsiteX3" fmla="*/ 5664 w 6343"/>
                  <a:gd name="connsiteY3" fmla="*/ 1153 h 6345"/>
                  <a:gd name="connsiteX4" fmla="*/ 3421 w 6343"/>
                  <a:gd name="connsiteY4" fmla="*/ 224 h 6345"/>
                  <a:gd name="connsiteX5" fmla="*/ 1178 w 6343"/>
                  <a:gd name="connsiteY5" fmla="*/ 1153 h 6345"/>
                  <a:gd name="connsiteX6" fmla="*/ 249 w 6343"/>
                  <a:gd name="connsiteY6" fmla="*/ 3397 h 6345"/>
                  <a:gd name="connsiteX7" fmla="*/ 1178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2" y="6569"/>
                      <a:pt x="5069" y="6235"/>
                      <a:pt x="5664" y="5640"/>
                    </a:cubicBezTo>
                    <a:cubicBezTo>
                      <a:pt x="6258" y="5045"/>
                      <a:pt x="6592" y="4238"/>
                      <a:pt x="6592" y="3397"/>
                    </a:cubicBezTo>
                    <a:cubicBezTo>
                      <a:pt x="6592" y="2555"/>
                      <a:pt x="6258" y="1748"/>
                      <a:pt x="5664" y="1153"/>
                    </a:cubicBezTo>
                    <a:cubicBezTo>
                      <a:pt x="5069" y="558"/>
                      <a:pt x="4262" y="224"/>
                      <a:pt x="3421" y="224"/>
                    </a:cubicBezTo>
                    <a:cubicBezTo>
                      <a:pt x="2580" y="224"/>
                      <a:pt x="1773" y="558"/>
                      <a:pt x="1178" y="1153"/>
                    </a:cubicBezTo>
                    <a:cubicBezTo>
                      <a:pt x="584" y="1748"/>
                      <a:pt x="249" y="2555"/>
                      <a:pt x="249" y="3397"/>
                    </a:cubicBezTo>
                    <a:cubicBezTo>
                      <a:pt x="249" y="4238"/>
                      <a:pt x="584" y="5045"/>
                      <a:pt x="1178" y="5640"/>
                    </a:cubicBezTo>
                    <a:cubicBezTo>
                      <a:pt x="1773" y="6235"/>
                      <a:pt x="2580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37" name="Freeform: Shape 3636">
                <a:extLst>
                  <a:ext uri="{FF2B5EF4-FFF2-40B4-BE49-F238E27FC236}">
                    <a16:creationId xmlns:a16="http://schemas.microsoft.com/office/drawing/2014/main" id="{4AB0D6E9-ABCA-57D9-7E02-5E9A6D58D349}"/>
                  </a:ext>
                </a:extLst>
              </p:cNvPr>
              <p:cNvSpPr/>
              <p:nvPr/>
            </p:nvSpPr>
            <p:spPr>
              <a:xfrm>
                <a:off x="4011830" y="6320337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3 w 6343"/>
                  <a:gd name="connsiteY1" fmla="*/ 5640 h 6345"/>
                  <a:gd name="connsiteX2" fmla="*/ 6592 w 6343"/>
                  <a:gd name="connsiteY2" fmla="*/ 3397 h 6345"/>
                  <a:gd name="connsiteX3" fmla="*/ 5663 w 6343"/>
                  <a:gd name="connsiteY3" fmla="*/ 1153 h 6345"/>
                  <a:gd name="connsiteX4" fmla="*/ 3421 w 6343"/>
                  <a:gd name="connsiteY4" fmla="*/ 224 h 6345"/>
                  <a:gd name="connsiteX5" fmla="*/ 1178 w 6343"/>
                  <a:gd name="connsiteY5" fmla="*/ 1153 h 6345"/>
                  <a:gd name="connsiteX6" fmla="*/ 249 w 6343"/>
                  <a:gd name="connsiteY6" fmla="*/ 3397 h 6345"/>
                  <a:gd name="connsiteX7" fmla="*/ 1178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2" y="6569"/>
                      <a:pt x="5068" y="6235"/>
                      <a:pt x="5663" y="5640"/>
                    </a:cubicBezTo>
                    <a:cubicBezTo>
                      <a:pt x="6258" y="5045"/>
                      <a:pt x="6592" y="4238"/>
                      <a:pt x="6592" y="3397"/>
                    </a:cubicBezTo>
                    <a:cubicBezTo>
                      <a:pt x="6592" y="2555"/>
                      <a:pt x="6258" y="1748"/>
                      <a:pt x="5663" y="1153"/>
                    </a:cubicBezTo>
                    <a:cubicBezTo>
                      <a:pt x="5068" y="558"/>
                      <a:pt x="4262" y="224"/>
                      <a:pt x="3421" y="224"/>
                    </a:cubicBezTo>
                    <a:cubicBezTo>
                      <a:pt x="2580" y="224"/>
                      <a:pt x="1773" y="558"/>
                      <a:pt x="1178" y="1153"/>
                    </a:cubicBezTo>
                    <a:cubicBezTo>
                      <a:pt x="583" y="1748"/>
                      <a:pt x="249" y="2555"/>
                      <a:pt x="249" y="3397"/>
                    </a:cubicBezTo>
                    <a:cubicBezTo>
                      <a:pt x="249" y="4238"/>
                      <a:pt x="583" y="5045"/>
                      <a:pt x="1178" y="5640"/>
                    </a:cubicBezTo>
                    <a:cubicBezTo>
                      <a:pt x="1773" y="6235"/>
                      <a:pt x="2580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38" name="Freeform: Shape 3637">
                <a:extLst>
                  <a:ext uri="{FF2B5EF4-FFF2-40B4-BE49-F238E27FC236}">
                    <a16:creationId xmlns:a16="http://schemas.microsoft.com/office/drawing/2014/main" id="{E8C7C670-EC01-1BFF-7F56-BC879B6F0BAE}"/>
                  </a:ext>
                </a:extLst>
              </p:cNvPr>
              <p:cNvSpPr/>
              <p:nvPr/>
            </p:nvSpPr>
            <p:spPr>
              <a:xfrm>
                <a:off x="4033695" y="6431504"/>
                <a:ext cx="6343" cy="6345"/>
              </a:xfrm>
              <a:custGeom>
                <a:avLst/>
                <a:gdLst>
                  <a:gd name="connsiteX0" fmla="*/ 3422 w 6343"/>
                  <a:gd name="connsiteY0" fmla="*/ 6578 h 6345"/>
                  <a:gd name="connsiteX1" fmla="*/ 5665 w 6343"/>
                  <a:gd name="connsiteY1" fmla="*/ 5649 h 6345"/>
                  <a:gd name="connsiteX2" fmla="*/ 6594 w 6343"/>
                  <a:gd name="connsiteY2" fmla="*/ 3405 h 6345"/>
                  <a:gd name="connsiteX3" fmla="*/ 5665 w 6343"/>
                  <a:gd name="connsiteY3" fmla="*/ 1162 h 6345"/>
                  <a:gd name="connsiteX4" fmla="*/ 3422 w 6343"/>
                  <a:gd name="connsiteY4" fmla="*/ 233 h 6345"/>
                  <a:gd name="connsiteX5" fmla="*/ 1180 w 6343"/>
                  <a:gd name="connsiteY5" fmla="*/ 1162 h 6345"/>
                  <a:gd name="connsiteX6" fmla="*/ 251 w 6343"/>
                  <a:gd name="connsiteY6" fmla="*/ 3405 h 6345"/>
                  <a:gd name="connsiteX7" fmla="*/ 1180 w 6343"/>
                  <a:gd name="connsiteY7" fmla="*/ 5649 h 6345"/>
                  <a:gd name="connsiteX8" fmla="*/ 3422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78"/>
                    </a:moveTo>
                    <a:cubicBezTo>
                      <a:pt x="4263" y="6578"/>
                      <a:pt x="5070" y="6244"/>
                      <a:pt x="5665" y="5649"/>
                    </a:cubicBezTo>
                    <a:cubicBezTo>
                      <a:pt x="6260" y="5054"/>
                      <a:pt x="6594" y="4247"/>
                      <a:pt x="6594" y="3405"/>
                    </a:cubicBezTo>
                    <a:cubicBezTo>
                      <a:pt x="6594" y="2564"/>
                      <a:pt x="6260" y="1757"/>
                      <a:pt x="5665" y="1162"/>
                    </a:cubicBezTo>
                    <a:cubicBezTo>
                      <a:pt x="5070" y="567"/>
                      <a:pt x="4263" y="233"/>
                      <a:pt x="3422" y="233"/>
                    </a:cubicBezTo>
                    <a:cubicBezTo>
                      <a:pt x="2581" y="233"/>
                      <a:pt x="1774" y="567"/>
                      <a:pt x="1180" y="1162"/>
                    </a:cubicBezTo>
                    <a:cubicBezTo>
                      <a:pt x="585" y="1757"/>
                      <a:pt x="251" y="2564"/>
                      <a:pt x="251" y="3405"/>
                    </a:cubicBezTo>
                    <a:cubicBezTo>
                      <a:pt x="251" y="4247"/>
                      <a:pt x="585" y="5054"/>
                      <a:pt x="1180" y="5649"/>
                    </a:cubicBezTo>
                    <a:cubicBezTo>
                      <a:pt x="1774" y="6244"/>
                      <a:pt x="2581" y="6578"/>
                      <a:pt x="3422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39" name="Freeform: Shape 3638">
                <a:extLst>
                  <a:ext uri="{FF2B5EF4-FFF2-40B4-BE49-F238E27FC236}">
                    <a16:creationId xmlns:a16="http://schemas.microsoft.com/office/drawing/2014/main" id="{4768AB86-F795-01CF-6505-CC92FA25F58E}"/>
                  </a:ext>
                </a:extLst>
              </p:cNvPr>
              <p:cNvSpPr/>
              <p:nvPr/>
            </p:nvSpPr>
            <p:spPr>
              <a:xfrm>
                <a:off x="4029881" y="6434515"/>
                <a:ext cx="6343" cy="6345"/>
              </a:xfrm>
              <a:custGeom>
                <a:avLst/>
                <a:gdLst>
                  <a:gd name="connsiteX0" fmla="*/ 3422 w 6343"/>
                  <a:gd name="connsiteY0" fmla="*/ 6578 h 6345"/>
                  <a:gd name="connsiteX1" fmla="*/ 5665 w 6343"/>
                  <a:gd name="connsiteY1" fmla="*/ 5649 h 6345"/>
                  <a:gd name="connsiteX2" fmla="*/ 6594 w 6343"/>
                  <a:gd name="connsiteY2" fmla="*/ 3406 h 6345"/>
                  <a:gd name="connsiteX3" fmla="*/ 5665 w 6343"/>
                  <a:gd name="connsiteY3" fmla="*/ 1162 h 6345"/>
                  <a:gd name="connsiteX4" fmla="*/ 3422 w 6343"/>
                  <a:gd name="connsiteY4" fmla="*/ 233 h 6345"/>
                  <a:gd name="connsiteX5" fmla="*/ 1179 w 6343"/>
                  <a:gd name="connsiteY5" fmla="*/ 1162 h 6345"/>
                  <a:gd name="connsiteX6" fmla="*/ 250 w 6343"/>
                  <a:gd name="connsiteY6" fmla="*/ 3406 h 6345"/>
                  <a:gd name="connsiteX7" fmla="*/ 1179 w 6343"/>
                  <a:gd name="connsiteY7" fmla="*/ 5649 h 6345"/>
                  <a:gd name="connsiteX8" fmla="*/ 3422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78"/>
                    </a:moveTo>
                    <a:cubicBezTo>
                      <a:pt x="4263" y="6578"/>
                      <a:pt x="5070" y="6244"/>
                      <a:pt x="5665" y="5649"/>
                    </a:cubicBezTo>
                    <a:cubicBezTo>
                      <a:pt x="6259" y="5054"/>
                      <a:pt x="6594" y="4247"/>
                      <a:pt x="6594" y="3406"/>
                    </a:cubicBezTo>
                    <a:cubicBezTo>
                      <a:pt x="6594" y="2564"/>
                      <a:pt x="6259" y="1757"/>
                      <a:pt x="5665" y="1162"/>
                    </a:cubicBezTo>
                    <a:cubicBezTo>
                      <a:pt x="5070" y="567"/>
                      <a:pt x="4263" y="233"/>
                      <a:pt x="3422" y="233"/>
                    </a:cubicBezTo>
                    <a:cubicBezTo>
                      <a:pt x="2581" y="233"/>
                      <a:pt x="1774" y="567"/>
                      <a:pt x="1179" y="1162"/>
                    </a:cubicBezTo>
                    <a:cubicBezTo>
                      <a:pt x="585" y="1757"/>
                      <a:pt x="250" y="2564"/>
                      <a:pt x="250" y="3406"/>
                    </a:cubicBezTo>
                    <a:cubicBezTo>
                      <a:pt x="250" y="4247"/>
                      <a:pt x="585" y="5054"/>
                      <a:pt x="1179" y="5649"/>
                    </a:cubicBezTo>
                    <a:cubicBezTo>
                      <a:pt x="1774" y="6244"/>
                      <a:pt x="2581" y="6578"/>
                      <a:pt x="3422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40" name="Freeform: Shape 3639">
                <a:extLst>
                  <a:ext uri="{FF2B5EF4-FFF2-40B4-BE49-F238E27FC236}">
                    <a16:creationId xmlns:a16="http://schemas.microsoft.com/office/drawing/2014/main" id="{8AE63A2A-6412-44D3-ADBD-AC2F09027622}"/>
                  </a:ext>
                </a:extLst>
              </p:cNvPr>
              <p:cNvSpPr/>
              <p:nvPr/>
            </p:nvSpPr>
            <p:spPr>
              <a:xfrm>
                <a:off x="4006344" y="6347110"/>
                <a:ext cx="6343" cy="6345"/>
              </a:xfrm>
              <a:custGeom>
                <a:avLst/>
                <a:gdLst>
                  <a:gd name="connsiteX0" fmla="*/ 3420 w 6343"/>
                  <a:gd name="connsiteY0" fmla="*/ 6571 h 6345"/>
                  <a:gd name="connsiteX1" fmla="*/ 5663 w 6343"/>
                  <a:gd name="connsiteY1" fmla="*/ 5642 h 6345"/>
                  <a:gd name="connsiteX2" fmla="*/ 6592 w 6343"/>
                  <a:gd name="connsiteY2" fmla="*/ 3399 h 6345"/>
                  <a:gd name="connsiteX3" fmla="*/ 5663 w 6343"/>
                  <a:gd name="connsiteY3" fmla="*/ 1155 h 6345"/>
                  <a:gd name="connsiteX4" fmla="*/ 3420 w 6343"/>
                  <a:gd name="connsiteY4" fmla="*/ 226 h 6345"/>
                  <a:gd name="connsiteX5" fmla="*/ 1178 w 6343"/>
                  <a:gd name="connsiteY5" fmla="*/ 1155 h 6345"/>
                  <a:gd name="connsiteX6" fmla="*/ 249 w 6343"/>
                  <a:gd name="connsiteY6" fmla="*/ 3399 h 6345"/>
                  <a:gd name="connsiteX7" fmla="*/ 1178 w 6343"/>
                  <a:gd name="connsiteY7" fmla="*/ 5642 h 6345"/>
                  <a:gd name="connsiteX8" fmla="*/ 3420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71"/>
                    </a:moveTo>
                    <a:cubicBezTo>
                      <a:pt x="4261" y="6571"/>
                      <a:pt x="5068" y="6237"/>
                      <a:pt x="5663" y="5642"/>
                    </a:cubicBezTo>
                    <a:cubicBezTo>
                      <a:pt x="6258" y="5047"/>
                      <a:pt x="6592" y="4240"/>
                      <a:pt x="6592" y="3399"/>
                    </a:cubicBezTo>
                    <a:cubicBezTo>
                      <a:pt x="6592" y="2557"/>
                      <a:pt x="6258" y="1750"/>
                      <a:pt x="5663" y="1155"/>
                    </a:cubicBezTo>
                    <a:cubicBezTo>
                      <a:pt x="5068" y="560"/>
                      <a:pt x="4261" y="226"/>
                      <a:pt x="3420" y="226"/>
                    </a:cubicBezTo>
                    <a:cubicBezTo>
                      <a:pt x="2579" y="226"/>
                      <a:pt x="1772" y="560"/>
                      <a:pt x="1178" y="1155"/>
                    </a:cubicBezTo>
                    <a:cubicBezTo>
                      <a:pt x="583" y="1750"/>
                      <a:pt x="249" y="2557"/>
                      <a:pt x="249" y="3399"/>
                    </a:cubicBezTo>
                    <a:cubicBezTo>
                      <a:pt x="249" y="4240"/>
                      <a:pt x="583" y="5047"/>
                      <a:pt x="1178" y="5642"/>
                    </a:cubicBezTo>
                    <a:cubicBezTo>
                      <a:pt x="1772" y="6237"/>
                      <a:pt x="2579" y="6571"/>
                      <a:pt x="3420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41" name="Freeform: Shape 3640">
                <a:extLst>
                  <a:ext uri="{FF2B5EF4-FFF2-40B4-BE49-F238E27FC236}">
                    <a16:creationId xmlns:a16="http://schemas.microsoft.com/office/drawing/2014/main" id="{CB808E09-B3D2-1748-FB11-CC341C809F0E}"/>
                  </a:ext>
                </a:extLst>
              </p:cNvPr>
              <p:cNvSpPr/>
              <p:nvPr/>
            </p:nvSpPr>
            <p:spPr>
              <a:xfrm>
                <a:off x="4001235" y="6341504"/>
                <a:ext cx="6343" cy="6345"/>
              </a:xfrm>
              <a:custGeom>
                <a:avLst/>
                <a:gdLst>
                  <a:gd name="connsiteX0" fmla="*/ 3420 w 6343"/>
                  <a:gd name="connsiteY0" fmla="*/ 6571 h 6345"/>
                  <a:gd name="connsiteX1" fmla="*/ 5662 w 6343"/>
                  <a:gd name="connsiteY1" fmla="*/ 5642 h 6345"/>
                  <a:gd name="connsiteX2" fmla="*/ 6591 w 6343"/>
                  <a:gd name="connsiteY2" fmla="*/ 3398 h 6345"/>
                  <a:gd name="connsiteX3" fmla="*/ 5662 w 6343"/>
                  <a:gd name="connsiteY3" fmla="*/ 1155 h 6345"/>
                  <a:gd name="connsiteX4" fmla="*/ 3420 w 6343"/>
                  <a:gd name="connsiteY4" fmla="*/ 226 h 6345"/>
                  <a:gd name="connsiteX5" fmla="*/ 1177 w 6343"/>
                  <a:gd name="connsiteY5" fmla="*/ 1155 h 6345"/>
                  <a:gd name="connsiteX6" fmla="*/ 248 w 6343"/>
                  <a:gd name="connsiteY6" fmla="*/ 3398 h 6345"/>
                  <a:gd name="connsiteX7" fmla="*/ 1177 w 6343"/>
                  <a:gd name="connsiteY7" fmla="*/ 5642 h 6345"/>
                  <a:gd name="connsiteX8" fmla="*/ 3420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71"/>
                    </a:moveTo>
                    <a:cubicBezTo>
                      <a:pt x="4261" y="6571"/>
                      <a:pt x="5068" y="6237"/>
                      <a:pt x="5662" y="5642"/>
                    </a:cubicBezTo>
                    <a:cubicBezTo>
                      <a:pt x="6257" y="5047"/>
                      <a:pt x="6591" y="4240"/>
                      <a:pt x="6591" y="3398"/>
                    </a:cubicBezTo>
                    <a:cubicBezTo>
                      <a:pt x="6591" y="2557"/>
                      <a:pt x="6257" y="1750"/>
                      <a:pt x="5662" y="1155"/>
                    </a:cubicBezTo>
                    <a:cubicBezTo>
                      <a:pt x="5068" y="560"/>
                      <a:pt x="4261" y="226"/>
                      <a:pt x="3420" y="226"/>
                    </a:cubicBezTo>
                    <a:cubicBezTo>
                      <a:pt x="2579" y="226"/>
                      <a:pt x="1772" y="560"/>
                      <a:pt x="1177" y="1155"/>
                    </a:cubicBezTo>
                    <a:cubicBezTo>
                      <a:pt x="582" y="1750"/>
                      <a:pt x="248" y="2557"/>
                      <a:pt x="248" y="3398"/>
                    </a:cubicBezTo>
                    <a:cubicBezTo>
                      <a:pt x="248" y="4240"/>
                      <a:pt x="582" y="5047"/>
                      <a:pt x="1177" y="5642"/>
                    </a:cubicBezTo>
                    <a:cubicBezTo>
                      <a:pt x="1772" y="6237"/>
                      <a:pt x="2579" y="6571"/>
                      <a:pt x="3420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42" name="Freeform: Shape 3641">
                <a:extLst>
                  <a:ext uri="{FF2B5EF4-FFF2-40B4-BE49-F238E27FC236}">
                    <a16:creationId xmlns:a16="http://schemas.microsoft.com/office/drawing/2014/main" id="{970D4973-95F0-48A6-29D4-D135FF7C3489}"/>
                  </a:ext>
                </a:extLst>
              </p:cNvPr>
              <p:cNvSpPr/>
              <p:nvPr/>
            </p:nvSpPr>
            <p:spPr>
              <a:xfrm>
                <a:off x="3993930" y="6324785"/>
                <a:ext cx="6343" cy="6345"/>
              </a:xfrm>
              <a:custGeom>
                <a:avLst/>
                <a:gdLst>
                  <a:gd name="connsiteX0" fmla="*/ 3419 w 6343"/>
                  <a:gd name="connsiteY0" fmla="*/ 6570 h 6345"/>
                  <a:gd name="connsiteX1" fmla="*/ 5662 w 6343"/>
                  <a:gd name="connsiteY1" fmla="*/ 5640 h 6345"/>
                  <a:gd name="connsiteX2" fmla="*/ 6591 w 6343"/>
                  <a:gd name="connsiteY2" fmla="*/ 3397 h 6345"/>
                  <a:gd name="connsiteX3" fmla="*/ 5662 w 6343"/>
                  <a:gd name="connsiteY3" fmla="*/ 1153 h 6345"/>
                  <a:gd name="connsiteX4" fmla="*/ 3419 w 6343"/>
                  <a:gd name="connsiteY4" fmla="*/ 224 h 6345"/>
                  <a:gd name="connsiteX5" fmla="*/ 1177 w 6343"/>
                  <a:gd name="connsiteY5" fmla="*/ 1153 h 6345"/>
                  <a:gd name="connsiteX6" fmla="*/ 248 w 6343"/>
                  <a:gd name="connsiteY6" fmla="*/ 3397 h 6345"/>
                  <a:gd name="connsiteX7" fmla="*/ 1177 w 6343"/>
                  <a:gd name="connsiteY7" fmla="*/ 5640 h 6345"/>
                  <a:gd name="connsiteX8" fmla="*/ 3419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70"/>
                    </a:moveTo>
                    <a:cubicBezTo>
                      <a:pt x="4260" y="6570"/>
                      <a:pt x="5067" y="6235"/>
                      <a:pt x="5662" y="5640"/>
                    </a:cubicBezTo>
                    <a:cubicBezTo>
                      <a:pt x="6257" y="5045"/>
                      <a:pt x="6591" y="4238"/>
                      <a:pt x="6591" y="3397"/>
                    </a:cubicBezTo>
                    <a:cubicBezTo>
                      <a:pt x="6591" y="2555"/>
                      <a:pt x="6257" y="1748"/>
                      <a:pt x="5662" y="1153"/>
                    </a:cubicBezTo>
                    <a:cubicBezTo>
                      <a:pt x="5067" y="559"/>
                      <a:pt x="4260" y="224"/>
                      <a:pt x="3419" y="224"/>
                    </a:cubicBezTo>
                    <a:cubicBezTo>
                      <a:pt x="2578" y="224"/>
                      <a:pt x="1771" y="559"/>
                      <a:pt x="1177" y="1153"/>
                    </a:cubicBezTo>
                    <a:cubicBezTo>
                      <a:pt x="582" y="1748"/>
                      <a:pt x="248" y="2555"/>
                      <a:pt x="248" y="3397"/>
                    </a:cubicBezTo>
                    <a:cubicBezTo>
                      <a:pt x="248" y="4238"/>
                      <a:pt x="582" y="5045"/>
                      <a:pt x="1177" y="5640"/>
                    </a:cubicBezTo>
                    <a:cubicBezTo>
                      <a:pt x="1771" y="6235"/>
                      <a:pt x="2578" y="6570"/>
                      <a:pt x="3419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43" name="Freeform: Shape 3642">
                <a:extLst>
                  <a:ext uri="{FF2B5EF4-FFF2-40B4-BE49-F238E27FC236}">
                    <a16:creationId xmlns:a16="http://schemas.microsoft.com/office/drawing/2014/main" id="{A7C30FB3-46B1-254B-05BA-8FEBF3109EA0}"/>
                  </a:ext>
                </a:extLst>
              </p:cNvPr>
              <p:cNvSpPr/>
              <p:nvPr/>
            </p:nvSpPr>
            <p:spPr>
              <a:xfrm>
                <a:off x="3989731" y="6322581"/>
                <a:ext cx="6343" cy="6345"/>
              </a:xfrm>
              <a:custGeom>
                <a:avLst/>
                <a:gdLst>
                  <a:gd name="connsiteX0" fmla="*/ 3419 w 6343"/>
                  <a:gd name="connsiteY0" fmla="*/ 6569 h 6345"/>
                  <a:gd name="connsiteX1" fmla="*/ 5662 w 6343"/>
                  <a:gd name="connsiteY1" fmla="*/ 5640 h 6345"/>
                  <a:gd name="connsiteX2" fmla="*/ 6590 w 6343"/>
                  <a:gd name="connsiteY2" fmla="*/ 3397 h 6345"/>
                  <a:gd name="connsiteX3" fmla="*/ 5662 w 6343"/>
                  <a:gd name="connsiteY3" fmla="*/ 1153 h 6345"/>
                  <a:gd name="connsiteX4" fmla="*/ 3419 w 6343"/>
                  <a:gd name="connsiteY4" fmla="*/ 224 h 6345"/>
                  <a:gd name="connsiteX5" fmla="*/ 1176 w 6343"/>
                  <a:gd name="connsiteY5" fmla="*/ 1153 h 6345"/>
                  <a:gd name="connsiteX6" fmla="*/ 247 w 6343"/>
                  <a:gd name="connsiteY6" fmla="*/ 3397 h 6345"/>
                  <a:gd name="connsiteX7" fmla="*/ 1176 w 6343"/>
                  <a:gd name="connsiteY7" fmla="*/ 5640 h 6345"/>
                  <a:gd name="connsiteX8" fmla="*/ 3419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9"/>
                    </a:moveTo>
                    <a:cubicBezTo>
                      <a:pt x="4260" y="6569"/>
                      <a:pt x="5067" y="6235"/>
                      <a:pt x="5662" y="5640"/>
                    </a:cubicBezTo>
                    <a:cubicBezTo>
                      <a:pt x="6256" y="5045"/>
                      <a:pt x="6590" y="4238"/>
                      <a:pt x="6590" y="3397"/>
                    </a:cubicBezTo>
                    <a:cubicBezTo>
                      <a:pt x="6590" y="2555"/>
                      <a:pt x="6256" y="1748"/>
                      <a:pt x="5662" y="1153"/>
                    </a:cubicBezTo>
                    <a:cubicBezTo>
                      <a:pt x="5067" y="558"/>
                      <a:pt x="4260" y="224"/>
                      <a:pt x="3419" y="224"/>
                    </a:cubicBezTo>
                    <a:cubicBezTo>
                      <a:pt x="2578" y="224"/>
                      <a:pt x="1771" y="558"/>
                      <a:pt x="1176" y="1153"/>
                    </a:cubicBezTo>
                    <a:cubicBezTo>
                      <a:pt x="582" y="1748"/>
                      <a:pt x="247" y="2555"/>
                      <a:pt x="247" y="3397"/>
                    </a:cubicBezTo>
                    <a:cubicBezTo>
                      <a:pt x="247" y="4238"/>
                      <a:pt x="582" y="5045"/>
                      <a:pt x="1176" y="5640"/>
                    </a:cubicBezTo>
                    <a:cubicBezTo>
                      <a:pt x="1771" y="6235"/>
                      <a:pt x="2578" y="6569"/>
                      <a:pt x="3419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44" name="Freeform: Shape 3643">
                <a:extLst>
                  <a:ext uri="{FF2B5EF4-FFF2-40B4-BE49-F238E27FC236}">
                    <a16:creationId xmlns:a16="http://schemas.microsoft.com/office/drawing/2014/main" id="{3F4F88DD-4C3A-449C-9AA3-8F3ABCB09EC0}"/>
                  </a:ext>
                </a:extLst>
              </p:cNvPr>
              <p:cNvSpPr/>
              <p:nvPr/>
            </p:nvSpPr>
            <p:spPr>
              <a:xfrm>
                <a:off x="3986297" y="6344281"/>
                <a:ext cx="6343" cy="6345"/>
              </a:xfrm>
              <a:custGeom>
                <a:avLst/>
                <a:gdLst>
                  <a:gd name="connsiteX0" fmla="*/ 3419 w 6343"/>
                  <a:gd name="connsiteY0" fmla="*/ 6571 h 6345"/>
                  <a:gd name="connsiteX1" fmla="*/ 5661 w 6343"/>
                  <a:gd name="connsiteY1" fmla="*/ 5642 h 6345"/>
                  <a:gd name="connsiteX2" fmla="*/ 6590 w 6343"/>
                  <a:gd name="connsiteY2" fmla="*/ 3398 h 6345"/>
                  <a:gd name="connsiteX3" fmla="*/ 5661 w 6343"/>
                  <a:gd name="connsiteY3" fmla="*/ 1155 h 6345"/>
                  <a:gd name="connsiteX4" fmla="*/ 3419 w 6343"/>
                  <a:gd name="connsiteY4" fmla="*/ 226 h 6345"/>
                  <a:gd name="connsiteX5" fmla="*/ 1176 w 6343"/>
                  <a:gd name="connsiteY5" fmla="*/ 1155 h 6345"/>
                  <a:gd name="connsiteX6" fmla="*/ 247 w 6343"/>
                  <a:gd name="connsiteY6" fmla="*/ 3398 h 6345"/>
                  <a:gd name="connsiteX7" fmla="*/ 1176 w 6343"/>
                  <a:gd name="connsiteY7" fmla="*/ 5642 h 6345"/>
                  <a:gd name="connsiteX8" fmla="*/ 3419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71"/>
                    </a:moveTo>
                    <a:cubicBezTo>
                      <a:pt x="4260" y="6571"/>
                      <a:pt x="5066" y="6237"/>
                      <a:pt x="5661" y="5642"/>
                    </a:cubicBezTo>
                    <a:cubicBezTo>
                      <a:pt x="6256" y="5047"/>
                      <a:pt x="6590" y="4240"/>
                      <a:pt x="6590" y="3398"/>
                    </a:cubicBezTo>
                    <a:cubicBezTo>
                      <a:pt x="6590" y="2557"/>
                      <a:pt x="6256" y="1750"/>
                      <a:pt x="5661" y="1155"/>
                    </a:cubicBezTo>
                    <a:cubicBezTo>
                      <a:pt x="5066" y="560"/>
                      <a:pt x="4260" y="226"/>
                      <a:pt x="3419" y="226"/>
                    </a:cubicBezTo>
                    <a:cubicBezTo>
                      <a:pt x="2577" y="226"/>
                      <a:pt x="1771" y="560"/>
                      <a:pt x="1176" y="1155"/>
                    </a:cubicBezTo>
                    <a:cubicBezTo>
                      <a:pt x="581" y="1750"/>
                      <a:pt x="247" y="2557"/>
                      <a:pt x="247" y="3398"/>
                    </a:cubicBezTo>
                    <a:cubicBezTo>
                      <a:pt x="247" y="4240"/>
                      <a:pt x="581" y="5047"/>
                      <a:pt x="1176" y="5642"/>
                    </a:cubicBezTo>
                    <a:cubicBezTo>
                      <a:pt x="1771" y="6237"/>
                      <a:pt x="2577" y="6571"/>
                      <a:pt x="3419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45" name="Freeform: Shape 3644">
                <a:extLst>
                  <a:ext uri="{FF2B5EF4-FFF2-40B4-BE49-F238E27FC236}">
                    <a16:creationId xmlns:a16="http://schemas.microsoft.com/office/drawing/2014/main" id="{1E7EF8FF-988D-2495-750D-0445F9888D1D}"/>
                  </a:ext>
                </a:extLst>
              </p:cNvPr>
              <p:cNvSpPr/>
              <p:nvPr/>
            </p:nvSpPr>
            <p:spPr>
              <a:xfrm>
                <a:off x="3982579" y="6345058"/>
                <a:ext cx="6343" cy="6345"/>
              </a:xfrm>
              <a:custGeom>
                <a:avLst/>
                <a:gdLst>
                  <a:gd name="connsiteX0" fmla="*/ 3418 w 6343"/>
                  <a:gd name="connsiteY0" fmla="*/ 6571 h 6345"/>
                  <a:gd name="connsiteX1" fmla="*/ 5661 w 6343"/>
                  <a:gd name="connsiteY1" fmla="*/ 5642 h 6345"/>
                  <a:gd name="connsiteX2" fmla="*/ 6590 w 6343"/>
                  <a:gd name="connsiteY2" fmla="*/ 3399 h 6345"/>
                  <a:gd name="connsiteX3" fmla="*/ 5661 w 6343"/>
                  <a:gd name="connsiteY3" fmla="*/ 1155 h 6345"/>
                  <a:gd name="connsiteX4" fmla="*/ 3418 w 6343"/>
                  <a:gd name="connsiteY4" fmla="*/ 226 h 6345"/>
                  <a:gd name="connsiteX5" fmla="*/ 1176 w 6343"/>
                  <a:gd name="connsiteY5" fmla="*/ 1155 h 6345"/>
                  <a:gd name="connsiteX6" fmla="*/ 247 w 6343"/>
                  <a:gd name="connsiteY6" fmla="*/ 3399 h 6345"/>
                  <a:gd name="connsiteX7" fmla="*/ 1176 w 6343"/>
                  <a:gd name="connsiteY7" fmla="*/ 5642 h 6345"/>
                  <a:gd name="connsiteX8" fmla="*/ 3418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71"/>
                    </a:moveTo>
                    <a:cubicBezTo>
                      <a:pt x="4259" y="6571"/>
                      <a:pt x="5066" y="6237"/>
                      <a:pt x="5661" y="5642"/>
                    </a:cubicBezTo>
                    <a:cubicBezTo>
                      <a:pt x="6256" y="5047"/>
                      <a:pt x="6590" y="4240"/>
                      <a:pt x="6590" y="3399"/>
                    </a:cubicBezTo>
                    <a:cubicBezTo>
                      <a:pt x="6590" y="2557"/>
                      <a:pt x="6256" y="1750"/>
                      <a:pt x="5661" y="1155"/>
                    </a:cubicBezTo>
                    <a:cubicBezTo>
                      <a:pt x="5066" y="560"/>
                      <a:pt x="4259" y="226"/>
                      <a:pt x="3418" y="226"/>
                    </a:cubicBezTo>
                    <a:cubicBezTo>
                      <a:pt x="2577" y="226"/>
                      <a:pt x="1770" y="560"/>
                      <a:pt x="1176" y="1155"/>
                    </a:cubicBezTo>
                    <a:cubicBezTo>
                      <a:pt x="581" y="1750"/>
                      <a:pt x="247" y="2557"/>
                      <a:pt x="247" y="3399"/>
                    </a:cubicBezTo>
                    <a:cubicBezTo>
                      <a:pt x="247" y="4240"/>
                      <a:pt x="581" y="5047"/>
                      <a:pt x="1176" y="5642"/>
                    </a:cubicBezTo>
                    <a:cubicBezTo>
                      <a:pt x="1770" y="6237"/>
                      <a:pt x="2577" y="6571"/>
                      <a:pt x="3418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46" name="Freeform: Shape 3645">
                <a:extLst>
                  <a:ext uri="{FF2B5EF4-FFF2-40B4-BE49-F238E27FC236}">
                    <a16:creationId xmlns:a16="http://schemas.microsoft.com/office/drawing/2014/main" id="{1F9600CF-14D0-B2A2-AFC7-F812DA83D4C7}"/>
                  </a:ext>
                </a:extLst>
              </p:cNvPr>
              <p:cNvSpPr/>
              <p:nvPr/>
            </p:nvSpPr>
            <p:spPr>
              <a:xfrm>
                <a:off x="3979073" y="6347075"/>
                <a:ext cx="6343" cy="6345"/>
              </a:xfrm>
              <a:custGeom>
                <a:avLst/>
                <a:gdLst>
                  <a:gd name="connsiteX0" fmla="*/ 3418 w 6343"/>
                  <a:gd name="connsiteY0" fmla="*/ 6571 h 6345"/>
                  <a:gd name="connsiteX1" fmla="*/ 5661 w 6343"/>
                  <a:gd name="connsiteY1" fmla="*/ 5642 h 6345"/>
                  <a:gd name="connsiteX2" fmla="*/ 6590 w 6343"/>
                  <a:gd name="connsiteY2" fmla="*/ 3399 h 6345"/>
                  <a:gd name="connsiteX3" fmla="*/ 5661 w 6343"/>
                  <a:gd name="connsiteY3" fmla="*/ 1155 h 6345"/>
                  <a:gd name="connsiteX4" fmla="*/ 3418 w 6343"/>
                  <a:gd name="connsiteY4" fmla="*/ 226 h 6345"/>
                  <a:gd name="connsiteX5" fmla="*/ 1175 w 6343"/>
                  <a:gd name="connsiteY5" fmla="*/ 1155 h 6345"/>
                  <a:gd name="connsiteX6" fmla="*/ 246 w 6343"/>
                  <a:gd name="connsiteY6" fmla="*/ 3399 h 6345"/>
                  <a:gd name="connsiteX7" fmla="*/ 1175 w 6343"/>
                  <a:gd name="connsiteY7" fmla="*/ 5642 h 6345"/>
                  <a:gd name="connsiteX8" fmla="*/ 3418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71"/>
                    </a:moveTo>
                    <a:cubicBezTo>
                      <a:pt x="4259" y="6571"/>
                      <a:pt x="5066" y="6237"/>
                      <a:pt x="5661" y="5642"/>
                    </a:cubicBezTo>
                    <a:cubicBezTo>
                      <a:pt x="6255" y="5047"/>
                      <a:pt x="6590" y="4240"/>
                      <a:pt x="6590" y="3399"/>
                    </a:cubicBezTo>
                    <a:cubicBezTo>
                      <a:pt x="6590" y="2557"/>
                      <a:pt x="6255" y="1750"/>
                      <a:pt x="5661" y="1155"/>
                    </a:cubicBezTo>
                    <a:cubicBezTo>
                      <a:pt x="5066" y="560"/>
                      <a:pt x="4259" y="226"/>
                      <a:pt x="3418" y="226"/>
                    </a:cubicBezTo>
                    <a:cubicBezTo>
                      <a:pt x="2577" y="226"/>
                      <a:pt x="1770" y="560"/>
                      <a:pt x="1175" y="1155"/>
                    </a:cubicBezTo>
                    <a:cubicBezTo>
                      <a:pt x="581" y="1750"/>
                      <a:pt x="246" y="2557"/>
                      <a:pt x="246" y="3399"/>
                    </a:cubicBezTo>
                    <a:cubicBezTo>
                      <a:pt x="246" y="4240"/>
                      <a:pt x="581" y="5047"/>
                      <a:pt x="1175" y="5642"/>
                    </a:cubicBezTo>
                    <a:cubicBezTo>
                      <a:pt x="1770" y="6237"/>
                      <a:pt x="2577" y="6571"/>
                      <a:pt x="3418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47" name="Freeform: Shape 3646">
                <a:extLst>
                  <a:ext uri="{FF2B5EF4-FFF2-40B4-BE49-F238E27FC236}">
                    <a16:creationId xmlns:a16="http://schemas.microsoft.com/office/drawing/2014/main" id="{D6960DA3-8C59-AB82-6154-9DDCDCE9ACFE}"/>
                  </a:ext>
                </a:extLst>
              </p:cNvPr>
              <p:cNvSpPr/>
              <p:nvPr/>
            </p:nvSpPr>
            <p:spPr>
              <a:xfrm>
                <a:off x="3975227" y="6347152"/>
                <a:ext cx="6343" cy="6345"/>
              </a:xfrm>
              <a:custGeom>
                <a:avLst/>
                <a:gdLst>
                  <a:gd name="connsiteX0" fmla="*/ 3418 w 6343"/>
                  <a:gd name="connsiteY0" fmla="*/ 6571 h 6345"/>
                  <a:gd name="connsiteX1" fmla="*/ 5660 w 6343"/>
                  <a:gd name="connsiteY1" fmla="*/ 5642 h 6345"/>
                  <a:gd name="connsiteX2" fmla="*/ 6589 w 6343"/>
                  <a:gd name="connsiteY2" fmla="*/ 3399 h 6345"/>
                  <a:gd name="connsiteX3" fmla="*/ 5660 w 6343"/>
                  <a:gd name="connsiteY3" fmla="*/ 1155 h 6345"/>
                  <a:gd name="connsiteX4" fmla="*/ 3418 w 6343"/>
                  <a:gd name="connsiteY4" fmla="*/ 226 h 6345"/>
                  <a:gd name="connsiteX5" fmla="*/ 1175 w 6343"/>
                  <a:gd name="connsiteY5" fmla="*/ 1155 h 6345"/>
                  <a:gd name="connsiteX6" fmla="*/ 246 w 6343"/>
                  <a:gd name="connsiteY6" fmla="*/ 3399 h 6345"/>
                  <a:gd name="connsiteX7" fmla="*/ 1175 w 6343"/>
                  <a:gd name="connsiteY7" fmla="*/ 5642 h 6345"/>
                  <a:gd name="connsiteX8" fmla="*/ 3418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71"/>
                    </a:moveTo>
                    <a:cubicBezTo>
                      <a:pt x="4259" y="6571"/>
                      <a:pt x="5066" y="6237"/>
                      <a:pt x="5660" y="5642"/>
                    </a:cubicBezTo>
                    <a:cubicBezTo>
                      <a:pt x="6255" y="5047"/>
                      <a:pt x="6589" y="4240"/>
                      <a:pt x="6589" y="3399"/>
                    </a:cubicBezTo>
                    <a:cubicBezTo>
                      <a:pt x="6589" y="2557"/>
                      <a:pt x="6255" y="1750"/>
                      <a:pt x="5660" y="1155"/>
                    </a:cubicBezTo>
                    <a:cubicBezTo>
                      <a:pt x="5066" y="560"/>
                      <a:pt x="4259" y="226"/>
                      <a:pt x="3418" y="226"/>
                    </a:cubicBezTo>
                    <a:cubicBezTo>
                      <a:pt x="2577" y="226"/>
                      <a:pt x="1770" y="560"/>
                      <a:pt x="1175" y="1155"/>
                    </a:cubicBezTo>
                    <a:cubicBezTo>
                      <a:pt x="580" y="1750"/>
                      <a:pt x="246" y="2557"/>
                      <a:pt x="246" y="3399"/>
                    </a:cubicBezTo>
                    <a:cubicBezTo>
                      <a:pt x="246" y="4240"/>
                      <a:pt x="580" y="5047"/>
                      <a:pt x="1175" y="5642"/>
                    </a:cubicBezTo>
                    <a:cubicBezTo>
                      <a:pt x="1770" y="6237"/>
                      <a:pt x="2577" y="6571"/>
                      <a:pt x="3418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48" name="Freeform: Shape 3647">
                <a:extLst>
                  <a:ext uri="{FF2B5EF4-FFF2-40B4-BE49-F238E27FC236}">
                    <a16:creationId xmlns:a16="http://schemas.microsoft.com/office/drawing/2014/main" id="{F36989EF-19E3-FFE6-4212-D42367D3935F}"/>
                  </a:ext>
                </a:extLst>
              </p:cNvPr>
              <p:cNvSpPr/>
              <p:nvPr/>
            </p:nvSpPr>
            <p:spPr>
              <a:xfrm>
                <a:off x="3967301" y="6321789"/>
                <a:ext cx="6343" cy="6345"/>
              </a:xfrm>
              <a:custGeom>
                <a:avLst/>
                <a:gdLst>
                  <a:gd name="connsiteX0" fmla="*/ 3417 w 6343"/>
                  <a:gd name="connsiteY0" fmla="*/ 6569 h 6345"/>
                  <a:gd name="connsiteX1" fmla="*/ 5660 w 6343"/>
                  <a:gd name="connsiteY1" fmla="*/ 5640 h 6345"/>
                  <a:gd name="connsiteX2" fmla="*/ 6589 w 6343"/>
                  <a:gd name="connsiteY2" fmla="*/ 3397 h 6345"/>
                  <a:gd name="connsiteX3" fmla="*/ 5660 w 6343"/>
                  <a:gd name="connsiteY3" fmla="*/ 1153 h 6345"/>
                  <a:gd name="connsiteX4" fmla="*/ 3417 w 6343"/>
                  <a:gd name="connsiteY4" fmla="*/ 224 h 6345"/>
                  <a:gd name="connsiteX5" fmla="*/ 1174 w 6343"/>
                  <a:gd name="connsiteY5" fmla="*/ 1153 h 6345"/>
                  <a:gd name="connsiteX6" fmla="*/ 246 w 6343"/>
                  <a:gd name="connsiteY6" fmla="*/ 3397 h 6345"/>
                  <a:gd name="connsiteX7" fmla="*/ 1174 w 6343"/>
                  <a:gd name="connsiteY7" fmla="*/ 5640 h 6345"/>
                  <a:gd name="connsiteX8" fmla="*/ 3417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69"/>
                    </a:moveTo>
                    <a:cubicBezTo>
                      <a:pt x="4258" y="6569"/>
                      <a:pt x="5065" y="6235"/>
                      <a:pt x="5660" y="5640"/>
                    </a:cubicBezTo>
                    <a:cubicBezTo>
                      <a:pt x="6254" y="5045"/>
                      <a:pt x="6589" y="4238"/>
                      <a:pt x="6589" y="3397"/>
                    </a:cubicBezTo>
                    <a:cubicBezTo>
                      <a:pt x="6589" y="2555"/>
                      <a:pt x="6254" y="1748"/>
                      <a:pt x="5660" y="1153"/>
                    </a:cubicBezTo>
                    <a:cubicBezTo>
                      <a:pt x="5065" y="558"/>
                      <a:pt x="4258" y="224"/>
                      <a:pt x="3417" y="224"/>
                    </a:cubicBezTo>
                    <a:cubicBezTo>
                      <a:pt x="2576" y="224"/>
                      <a:pt x="1769" y="558"/>
                      <a:pt x="1174" y="1153"/>
                    </a:cubicBezTo>
                    <a:cubicBezTo>
                      <a:pt x="580" y="1748"/>
                      <a:pt x="246" y="2555"/>
                      <a:pt x="246" y="3397"/>
                    </a:cubicBezTo>
                    <a:cubicBezTo>
                      <a:pt x="246" y="4238"/>
                      <a:pt x="580" y="5045"/>
                      <a:pt x="1174" y="5640"/>
                    </a:cubicBezTo>
                    <a:cubicBezTo>
                      <a:pt x="1769" y="6235"/>
                      <a:pt x="2576" y="6569"/>
                      <a:pt x="3417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49" name="Freeform: Shape 3648">
                <a:extLst>
                  <a:ext uri="{FF2B5EF4-FFF2-40B4-BE49-F238E27FC236}">
                    <a16:creationId xmlns:a16="http://schemas.microsoft.com/office/drawing/2014/main" id="{AE8BF91A-0B0F-010D-9E4A-71B6709D5775}"/>
                  </a:ext>
                </a:extLst>
              </p:cNvPr>
              <p:cNvSpPr/>
              <p:nvPr/>
            </p:nvSpPr>
            <p:spPr>
              <a:xfrm>
                <a:off x="3967761" y="6348642"/>
                <a:ext cx="6343" cy="6345"/>
              </a:xfrm>
              <a:custGeom>
                <a:avLst/>
                <a:gdLst>
                  <a:gd name="connsiteX0" fmla="*/ 3417 w 6343"/>
                  <a:gd name="connsiteY0" fmla="*/ 6571 h 6345"/>
                  <a:gd name="connsiteX1" fmla="*/ 5660 w 6343"/>
                  <a:gd name="connsiteY1" fmla="*/ 5642 h 6345"/>
                  <a:gd name="connsiteX2" fmla="*/ 6589 w 6343"/>
                  <a:gd name="connsiteY2" fmla="*/ 3399 h 6345"/>
                  <a:gd name="connsiteX3" fmla="*/ 5660 w 6343"/>
                  <a:gd name="connsiteY3" fmla="*/ 1155 h 6345"/>
                  <a:gd name="connsiteX4" fmla="*/ 3417 w 6343"/>
                  <a:gd name="connsiteY4" fmla="*/ 226 h 6345"/>
                  <a:gd name="connsiteX5" fmla="*/ 1175 w 6343"/>
                  <a:gd name="connsiteY5" fmla="*/ 1155 h 6345"/>
                  <a:gd name="connsiteX6" fmla="*/ 246 w 6343"/>
                  <a:gd name="connsiteY6" fmla="*/ 3399 h 6345"/>
                  <a:gd name="connsiteX7" fmla="*/ 1175 w 6343"/>
                  <a:gd name="connsiteY7" fmla="*/ 5642 h 6345"/>
                  <a:gd name="connsiteX8" fmla="*/ 3417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71"/>
                    </a:moveTo>
                    <a:cubicBezTo>
                      <a:pt x="4258" y="6571"/>
                      <a:pt x="5065" y="6237"/>
                      <a:pt x="5660" y="5642"/>
                    </a:cubicBezTo>
                    <a:cubicBezTo>
                      <a:pt x="6255" y="5047"/>
                      <a:pt x="6589" y="4240"/>
                      <a:pt x="6589" y="3399"/>
                    </a:cubicBezTo>
                    <a:cubicBezTo>
                      <a:pt x="6589" y="2557"/>
                      <a:pt x="6255" y="1750"/>
                      <a:pt x="5660" y="1155"/>
                    </a:cubicBezTo>
                    <a:cubicBezTo>
                      <a:pt x="5065" y="560"/>
                      <a:pt x="4258" y="226"/>
                      <a:pt x="3417" y="226"/>
                    </a:cubicBezTo>
                    <a:cubicBezTo>
                      <a:pt x="2576" y="226"/>
                      <a:pt x="1769" y="560"/>
                      <a:pt x="1175" y="1155"/>
                    </a:cubicBezTo>
                    <a:cubicBezTo>
                      <a:pt x="580" y="1750"/>
                      <a:pt x="246" y="2557"/>
                      <a:pt x="246" y="3399"/>
                    </a:cubicBezTo>
                    <a:cubicBezTo>
                      <a:pt x="246" y="4240"/>
                      <a:pt x="580" y="5047"/>
                      <a:pt x="1175" y="5642"/>
                    </a:cubicBezTo>
                    <a:cubicBezTo>
                      <a:pt x="1769" y="6237"/>
                      <a:pt x="2576" y="6571"/>
                      <a:pt x="3417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50" name="Freeform: Shape 3649">
                <a:extLst>
                  <a:ext uri="{FF2B5EF4-FFF2-40B4-BE49-F238E27FC236}">
                    <a16:creationId xmlns:a16="http://schemas.microsoft.com/office/drawing/2014/main" id="{0F56E585-6733-8F7C-1FFE-12E02BF61E24}"/>
                  </a:ext>
                </a:extLst>
              </p:cNvPr>
              <p:cNvSpPr/>
              <p:nvPr/>
            </p:nvSpPr>
            <p:spPr>
              <a:xfrm>
                <a:off x="3926208" y="6094009"/>
                <a:ext cx="6343" cy="6345"/>
              </a:xfrm>
              <a:custGeom>
                <a:avLst/>
                <a:gdLst>
                  <a:gd name="connsiteX0" fmla="*/ 3414 w 6343"/>
                  <a:gd name="connsiteY0" fmla="*/ 6551 h 6345"/>
                  <a:gd name="connsiteX1" fmla="*/ 5657 w 6343"/>
                  <a:gd name="connsiteY1" fmla="*/ 5622 h 6345"/>
                  <a:gd name="connsiteX2" fmla="*/ 6585 w 6343"/>
                  <a:gd name="connsiteY2" fmla="*/ 3379 h 6345"/>
                  <a:gd name="connsiteX3" fmla="*/ 5657 w 6343"/>
                  <a:gd name="connsiteY3" fmla="*/ 1135 h 6345"/>
                  <a:gd name="connsiteX4" fmla="*/ 3414 w 6343"/>
                  <a:gd name="connsiteY4" fmla="*/ 206 h 6345"/>
                  <a:gd name="connsiteX5" fmla="*/ 1171 w 6343"/>
                  <a:gd name="connsiteY5" fmla="*/ 1135 h 6345"/>
                  <a:gd name="connsiteX6" fmla="*/ 242 w 6343"/>
                  <a:gd name="connsiteY6" fmla="*/ 3379 h 6345"/>
                  <a:gd name="connsiteX7" fmla="*/ 1171 w 6343"/>
                  <a:gd name="connsiteY7" fmla="*/ 5622 h 6345"/>
                  <a:gd name="connsiteX8" fmla="*/ 3414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51"/>
                    </a:moveTo>
                    <a:cubicBezTo>
                      <a:pt x="4255" y="6551"/>
                      <a:pt x="5062" y="6217"/>
                      <a:pt x="5657" y="5622"/>
                    </a:cubicBezTo>
                    <a:cubicBezTo>
                      <a:pt x="6251" y="5027"/>
                      <a:pt x="6585" y="4220"/>
                      <a:pt x="6585" y="3379"/>
                    </a:cubicBezTo>
                    <a:cubicBezTo>
                      <a:pt x="6585" y="2537"/>
                      <a:pt x="6251" y="1730"/>
                      <a:pt x="5657" y="1135"/>
                    </a:cubicBezTo>
                    <a:cubicBezTo>
                      <a:pt x="5062" y="540"/>
                      <a:pt x="4255" y="206"/>
                      <a:pt x="3414" y="206"/>
                    </a:cubicBezTo>
                    <a:cubicBezTo>
                      <a:pt x="2573" y="206"/>
                      <a:pt x="1766" y="540"/>
                      <a:pt x="1171" y="1135"/>
                    </a:cubicBezTo>
                    <a:cubicBezTo>
                      <a:pt x="576" y="1730"/>
                      <a:pt x="242" y="2537"/>
                      <a:pt x="242" y="3379"/>
                    </a:cubicBezTo>
                    <a:cubicBezTo>
                      <a:pt x="242" y="4220"/>
                      <a:pt x="576" y="5027"/>
                      <a:pt x="1171" y="5622"/>
                    </a:cubicBezTo>
                    <a:cubicBezTo>
                      <a:pt x="1766" y="6217"/>
                      <a:pt x="2573" y="6551"/>
                      <a:pt x="3414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51" name="Freeform: Shape 3650">
                <a:extLst>
                  <a:ext uri="{FF2B5EF4-FFF2-40B4-BE49-F238E27FC236}">
                    <a16:creationId xmlns:a16="http://schemas.microsoft.com/office/drawing/2014/main" id="{24DE3F28-86AE-1EE9-EAB1-FA775A2A8434}"/>
                  </a:ext>
                </a:extLst>
              </p:cNvPr>
              <p:cNvSpPr/>
              <p:nvPr/>
            </p:nvSpPr>
            <p:spPr>
              <a:xfrm>
                <a:off x="3923095" y="6087886"/>
                <a:ext cx="6343" cy="6345"/>
              </a:xfrm>
              <a:custGeom>
                <a:avLst/>
                <a:gdLst>
                  <a:gd name="connsiteX0" fmla="*/ 3414 w 6343"/>
                  <a:gd name="connsiteY0" fmla="*/ 6551 h 6345"/>
                  <a:gd name="connsiteX1" fmla="*/ 5656 w 6343"/>
                  <a:gd name="connsiteY1" fmla="*/ 5622 h 6345"/>
                  <a:gd name="connsiteX2" fmla="*/ 6585 w 6343"/>
                  <a:gd name="connsiteY2" fmla="*/ 3378 h 6345"/>
                  <a:gd name="connsiteX3" fmla="*/ 5656 w 6343"/>
                  <a:gd name="connsiteY3" fmla="*/ 1135 h 6345"/>
                  <a:gd name="connsiteX4" fmla="*/ 3414 w 6343"/>
                  <a:gd name="connsiteY4" fmla="*/ 206 h 6345"/>
                  <a:gd name="connsiteX5" fmla="*/ 1171 w 6343"/>
                  <a:gd name="connsiteY5" fmla="*/ 1135 h 6345"/>
                  <a:gd name="connsiteX6" fmla="*/ 242 w 6343"/>
                  <a:gd name="connsiteY6" fmla="*/ 3378 h 6345"/>
                  <a:gd name="connsiteX7" fmla="*/ 1171 w 6343"/>
                  <a:gd name="connsiteY7" fmla="*/ 5622 h 6345"/>
                  <a:gd name="connsiteX8" fmla="*/ 3414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51"/>
                    </a:moveTo>
                    <a:cubicBezTo>
                      <a:pt x="4255" y="6551"/>
                      <a:pt x="5062" y="6217"/>
                      <a:pt x="5656" y="5622"/>
                    </a:cubicBezTo>
                    <a:cubicBezTo>
                      <a:pt x="6251" y="5027"/>
                      <a:pt x="6585" y="4220"/>
                      <a:pt x="6585" y="3378"/>
                    </a:cubicBezTo>
                    <a:cubicBezTo>
                      <a:pt x="6585" y="2537"/>
                      <a:pt x="6251" y="1730"/>
                      <a:pt x="5656" y="1135"/>
                    </a:cubicBezTo>
                    <a:cubicBezTo>
                      <a:pt x="5062" y="540"/>
                      <a:pt x="4255" y="206"/>
                      <a:pt x="3414" y="206"/>
                    </a:cubicBezTo>
                    <a:cubicBezTo>
                      <a:pt x="2573" y="206"/>
                      <a:pt x="1766" y="540"/>
                      <a:pt x="1171" y="1135"/>
                    </a:cubicBezTo>
                    <a:cubicBezTo>
                      <a:pt x="576" y="1730"/>
                      <a:pt x="242" y="2537"/>
                      <a:pt x="242" y="3378"/>
                    </a:cubicBezTo>
                    <a:cubicBezTo>
                      <a:pt x="242" y="4220"/>
                      <a:pt x="576" y="5027"/>
                      <a:pt x="1171" y="5622"/>
                    </a:cubicBezTo>
                    <a:cubicBezTo>
                      <a:pt x="1766" y="6217"/>
                      <a:pt x="2573" y="6551"/>
                      <a:pt x="3414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52" name="Freeform: Shape 3651">
                <a:extLst>
                  <a:ext uri="{FF2B5EF4-FFF2-40B4-BE49-F238E27FC236}">
                    <a16:creationId xmlns:a16="http://schemas.microsoft.com/office/drawing/2014/main" id="{BBE1311A-8EB6-01D1-3F6D-0A617A79F86D}"/>
                  </a:ext>
                </a:extLst>
              </p:cNvPr>
              <p:cNvSpPr/>
              <p:nvPr/>
            </p:nvSpPr>
            <p:spPr>
              <a:xfrm>
                <a:off x="3904778" y="5969022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70 w 6343"/>
                  <a:gd name="connsiteY5" fmla="*/ 1125 h 6345"/>
                  <a:gd name="connsiteX6" fmla="*/ 241 w 6343"/>
                  <a:gd name="connsiteY6" fmla="*/ 3369 h 6345"/>
                  <a:gd name="connsiteX7" fmla="*/ 1170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50" y="5017"/>
                      <a:pt x="6584" y="4210"/>
                      <a:pt x="6584" y="3369"/>
                    </a:cubicBezTo>
                    <a:cubicBezTo>
                      <a:pt x="6584" y="2527"/>
                      <a:pt x="6250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70" y="1125"/>
                    </a:cubicBezTo>
                    <a:cubicBezTo>
                      <a:pt x="575" y="1720"/>
                      <a:pt x="241" y="2527"/>
                      <a:pt x="241" y="3369"/>
                    </a:cubicBezTo>
                    <a:cubicBezTo>
                      <a:pt x="241" y="4210"/>
                      <a:pt x="575" y="5017"/>
                      <a:pt x="1170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53" name="Freeform: Shape 3652">
                <a:extLst>
                  <a:ext uri="{FF2B5EF4-FFF2-40B4-BE49-F238E27FC236}">
                    <a16:creationId xmlns:a16="http://schemas.microsoft.com/office/drawing/2014/main" id="{A1E03F9F-891E-DEBB-1EA7-05B2770BA9A0}"/>
                  </a:ext>
                </a:extLst>
              </p:cNvPr>
              <p:cNvSpPr/>
              <p:nvPr/>
            </p:nvSpPr>
            <p:spPr>
              <a:xfrm>
                <a:off x="3903151" y="5967705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54" name="Freeform: Shape 3653">
                <a:extLst>
                  <a:ext uri="{FF2B5EF4-FFF2-40B4-BE49-F238E27FC236}">
                    <a16:creationId xmlns:a16="http://schemas.microsoft.com/office/drawing/2014/main" id="{CBC4D781-6D5D-BA7E-777C-E3B12C173D95}"/>
                  </a:ext>
                </a:extLst>
              </p:cNvPr>
              <p:cNvSpPr/>
              <p:nvPr/>
            </p:nvSpPr>
            <p:spPr>
              <a:xfrm>
                <a:off x="3901738" y="5967979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5 w 6343"/>
                  <a:gd name="connsiteY1" fmla="*/ 5612 h 6345"/>
                  <a:gd name="connsiteX2" fmla="*/ 6583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5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55" name="Freeform: Shape 3654">
                <a:extLst>
                  <a:ext uri="{FF2B5EF4-FFF2-40B4-BE49-F238E27FC236}">
                    <a16:creationId xmlns:a16="http://schemas.microsoft.com/office/drawing/2014/main" id="{08CF51CF-D2DC-DBD5-94E5-D6B412B51711}"/>
                  </a:ext>
                </a:extLst>
              </p:cNvPr>
              <p:cNvSpPr/>
              <p:nvPr/>
            </p:nvSpPr>
            <p:spPr>
              <a:xfrm>
                <a:off x="3900246" y="5967585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56" name="Freeform: Shape 3655">
                <a:extLst>
                  <a:ext uri="{FF2B5EF4-FFF2-40B4-BE49-F238E27FC236}">
                    <a16:creationId xmlns:a16="http://schemas.microsoft.com/office/drawing/2014/main" id="{24FA9805-2371-9D66-CF3B-0892F8D43F1D}"/>
                  </a:ext>
                </a:extLst>
              </p:cNvPr>
              <p:cNvSpPr/>
              <p:nvPr/>
            </p:nvSpPr>
            <p:spPr>
              <a:xfrm>
                <a:off x="3898917" y="5968597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57" name="Freeform: Shape 3656">
                <a:extLst>
                  <a:ext uri="{FF2B5EF4-FFF2-40B4-BE49-F238E27FC236}">
                    <a16:creationId xmlns:a16="http://schemas.microsoft.com/office/drawing/2014/main" id="{09CF44BF-27EC-37F8-5B69-EDA05F033E80}"/>
                  </a:ext>
                </a:extLst>
              </p:cNvPr>
              <p:cNvSpPr/>
              <p:nvPr/>
            </p:nvSpPr>
            <p:spPr>
              <a:xfrm>
                <a:off x="3909818" y="6086796"/>
                <a:ext cx="6343" cy="6345"/>
              </a:xfrm>
              <a:custGeom>
                <a:avLst/>
                <a:gdLst>
                  <a:gd name="connsiteX0" fmla="*/ 3413 w 6343"/>
                  <a:gd name="connsiteY0" fmla="*/ 6551 h 6345"/>
                  <a:gd name="connsiteX1" fmla="*/ 5655 w 6343"/>
                  <a:gd name="connsiteY1" fmla="*/ 5622 h 6345"/>
                  <a:gd name="connsiteX2" fmla="*/ 6584 w 6343"/>
                  <a:gd name="connsiteY2" fmla="*/ 3378 h 6345"/>
                  <a:gd name="connsiteX3" fmla="*/ 5655 w 6343"/>
                  <a:gd name="connsiteY3" fmla="*/ 1135 h 6345"/>
                  <a:gd name="connsiteX4" fmla="*/ 3413 w 6343"/>
                  <a:gd name="connsiteY4" fmla="*/ 205 h 6345"/>
                  <a:gd name="connsiteX5" fmla="*/ 1170 w 6343"/>
                  <a:gd name="connsiteY5" fmla="*/ 1135 h 6345"/>
                  <a:gd name="connsiteX6" fmla="*/ 241 w 6343"/>
                  <a:gd name="connsiteY6" fmla="*/ 3378 h 6345"/>
                  <a:gd name="connsiteX7" fmla="*/ 1170 w 6343"/>
                  <a:gd name="connsiteY7" fmla="*/ 5622 h 6345"/>
                  <a:gd name="connsiteX8" fmla="*/ 341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51"/>
                    </a:moveTo>
                    <a:cubicBezTo>
                      <a:pt x="4254" y="6551"/>
                      <a:pt x="5060" y="6217"/>
                      <a:pt x="5655" y="5622"/>
                    </a:cubicBezTo>
                    <a:cubicBezTo>
                      <a:pt x="6250" y="5027"/>
                      <a:pt x="6584" y="4220"/>
                      <a:pt x="6584" y="3378"/>
                    </a:cubicBezTo>
                    <a:cubicBezTo>
                      <a:pt x="6584" y="2537"/>
                      <a:pt x="6250" y="1730"/>
                      <a:pt x="5655" y="1135"/>
                    </a:cubicBezTo>
                    <a:cubicBezTo>
                      <a:pt x="5060" y="540"/>
                      <a:pt x="4254" y="205"/>
                      <a:pt x="3413" y="205"/>
                    </a:cubicBezTo>
                    <a:cubicBezTo>
                      <a:pt x="2571" y="205"/>
                      <a:pt x="1765" y="540"/>
                      <a:pt x="1170" y="1135"/>
                    </a:cubicBezTo>
                    <a:cubicBezTo>
                      <a:pt x="575" y="1730"/>
                      <a:pt x="241" y="2537"/>
                      <a:pt x="241" y="3378"/>
                    </a:cubicBezTo>
                    <a:cubicBezTo>
                      <a:pt x="241" y="4220"/>
                      <a:pt x="575" y="5027"/>
                      <a:pt x="1170" y="5622"/>
                    </a:cubicBezTo>
                    <a:cubicBezTo>
                      <a:pt x="1765" y="6217"/>
                      <a:pt x="2571" y="6551"/>
                      <a:pt x="341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58" name="Freeform: Shape 3657">
                <a:extLst>
                  <a:ext uri="{FF2B5EF4-FFF2-40B4-BE49-F238E27FC236}">
                    <a16:creationId xmlns:a16="http://schemas.microsoft.com/office/drawing/2014/main" id="{F3B7E960-BB61-E9B9-05A4-9740E3B1CEC5}"/>
                  </a:ext>
                </a:extLst>
              </p:cNvPr>
              <p:cNvSpPr/>
              <p:nvPr/>
            </p:nvSpPr>
            <p:spPr>
              <a:xfrm>
                <a:off x="3907658" y="6086968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5 w 6343"/>
                  <a:gd name="connsiteY1" fmla="*/ 5622 h 6345"/>
                  <a:gd name="connsiteX2" fmla="*/ 6584 w 6343"/>
                  <a:gd name="connsiteY2" fmla="*/ 3378 h 6345"/>
                  <a:gd name="connsiteX3" fmla="*/ 5655 w 6343"/>
                  <a:gd name="connsiteY3" fmla="*/ 1135 h 6345"/>
                  <a:gd name="connsiteX4" fmla="*/ 3412 w 6343"/>
                  <a:gd name="connsiteY4" fmla="*/ 205 h 6345"/>
                  <a:gd name="connsiteX5" fmla="*/ 1170 w 6343"/>
                  <a:gd name="connsiteY5" fmla="*/ 1135 h 6345"/>
                  <a:gd name="connsiteX6" fmla="*/ 241 w 6343"/>
                  <a:gd name="connsiteY6" fmla="*/ 3378 h 6345"/>
                  <a:gd name="connsiteX7" fmla="*/ 1170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4" y="6551"/>
                      <a:pt x="5060" y="6217"/>
                      <a:pt x="5655" y="5622"/>
                    </a:cubicBezTo>
                    <a:cubicBezTo>
                      <a:pt x="6250" y="5027"/>
                      <a:pt x="6584" y="4220"/>
                      <a:pt x="6584" y="3378"/>
                    </a:cubicBezTo>
                    <a:cubicBezTo>
                      <a:pt x="6584" y="2537"/>
                      <a:pt x="6250" y="1730"/>
                      <a:pt x="5655" y="1135"/>
                    </a:cubicBezTo>
                    <a:cubicBezTo>
                      <a:pt x="5060" y="540"/>
                      <a:pt x="4254" y="205"/>
                      <a:pt x="3412" y="205"/>
                    </a:cubicBezTo>
                    <a:cubicBezTo>
                      <a:pt x="2571" y="205"/>
                      <a:pt x="1765" y="540"/>
                      <a:pt x="1170" y="1135"/>
                    </a:cubicBezTo>
                    <a:cubicBezTo>
                      <a:pt x="575" y="1730"/>
                      <a:pt x="241" y="2537"/>
                      <a:pt x="241" y="3378"/>
                    </a:cubicBezTo>
                    <a:cubicBezTo>
                      <a:pt x="241" y="4220"/>
                      <a:pt x="575" y="5027"/>
                      <a:pt x="1170" y="5622"/>
                    </a:cubicBezTo>
                    <a:cubicBezTo>
                      <a:pt x="1765" y="6217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59" name="Freeform: Shape 3658">
                <a:extLst>
                  <a:ext uri="{FF2B5EF4-FFF2-40B4-BE49-F238E27FC236}">
                    <a16:creationId xmlns:a16="http://schemas.microsoft.com/office/drawing/2014/main" id="{A9E1E2CE-6C21-D176-9786-5809087E18A9}"/>
                  </a:ext>
                </a:extLst>
              </p:cNvPr>
              <p:cNvSpPr/>
              <p:nvPr/>
            </p:nvSpPr>
            <p:spPr>
              <a:xfrm>
                <a:off x="3905402" y="6086086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5 w 6343"/>
                  <a:gd name="connsiteY1" fmla="*/ 5622 h 6345"/>
                  <a:gd name="connsiteX2" fmla="*/ 6584 w 6343"/>
                  <a:gd name="connsiteY2" fmla="*/ 3378 h 6345"/>
                  <a:gd name="connsiteX3" fmla="*/ 5655 w 6343"/>
                  <a:gd name="connsiteY3" fmla="*/ 1135 h 6345"/>
                  <a:gd name="connsiteX4" fmla="*/ 3412 w 6343"/>
                  <a:gd name="connsiteY4" fmla="*/ 205 h 6345"/>
                  <a:gd name="connsiteX5" fmla="*/ 1170 w 6343"/>
                  <a:gd name="connsiteY5" fmla="*/ 1135 h 6345"/>
                  <a:gd name="connsiteX6" fmla="*/ 241 w 6343"/>
                  <a:gd name="connsiteY6" fmla="*/ 3378 h 6345"/>
                  <a:gd name="connsiteX7" fmla="*/ 1170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3" y="6551"/>
                      <a:pt x="5060" y="6217"/>
                      <a:pt x="5655" y="5622"/>
                    </a:cubicBezTo>
                    <a:cubicBezTo>
                      <a:pt x="6250" y="5027"/>
                      <a:pt x="6584" y="4220"/>
                      <a:pt x="6584" y="3378"/>
                    </a:cubicBezTo>
                    <a:cubicBezTo>
                      <a:pt x="6584" y="2537"/>
                      <a:pt x="6250" y="1730"/>
                      <a:pt x="5655" y="1135"/>
                    </a:cubicBezTo>
                    <a:cubicBezTo>
                      <a:pt x="5060" y="540"/>
                      <a:pt x="4253" y="205"/>
                      <a:pt x="3412" y="205"/>
                    </a:cubicBezTo>
                    <a:cubicBezTo>
                      <a:pt x="2571" y="205"/>
                      <a:pt x="1764" y="540"/>
                      <a:pt x="1170" y="1135"/>
                    </a:cubicBezTo>
                    <a:cubicBezTo>
                      <a:pt x="575" y="1730"/>
                      <a:pt x="241" y="2537"/>
                      <a:pt x="241" y="3378"/>
                    </a:cubicBezTo>
                    <a:cubicBezTo>
                      <a:pt x="241" y="4220"/>
                      <a:pt x="575" y="5027"/>
                      <a:pt x="1170" y="5622"/>
                    </a:cubicBezTo>
                    <a:cubicBezTo>
                      <a:pt x="1764" y="6217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60" name="Freeform: Shape 3659">
                <a:extLst>
                  <a:ext uri="{FF2B5EF4-FFF2-40B4-BE49-F238E27FC236}">
                    <a16:creationId xmlns:a16="http://schemas.microsoft.com/office/drawing/2014/main" id="{477B8B29-4F3E-945C-F27A-D9DC5907BA49}"/>
                  </a:ext>
                </a:extLst>
              </p:cNvPr>
              <p:cNvSpPr/>
              <p:nvPr/>
            </p:nvSpPr>
            <p:spPr>
              <a:xfrm>
                <a:off x="3903244" y="6086183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5 w 6343"/>
                  <a:gd name="connsiteY1" fmla="*/ 5622 h 6345"/>
                  <a:gd name="connsiteX2" fmla="*/ 6584 w 6343"/>
                  <a:gd name="connsiteY2" fmla="*/ 3378 h 6345"/>
                  <a:gd name="connsiteX3" fmla="*/ 5655 w 6343"/>
                  <a:gd name="connsiteY3" fmla="*/ 1135 h 6345"/>
                  <a:gd name="connsiteX4" fmla="*/ 3412 w 6343"/>
                  <a:gd name="connsiteY4" fmla="*/ 205 h 6345"/>
                  <a:gd name="connsiteX5" fmla="*/ 1169 w 6343"/>
                  <a:gd name="connsiteY5" fmla="*/ 1135 h 6345"/>
                  <a:gd name="connsiteX6" fmla="*/ 241 w 6343"/>
                  <a:gd name="connsiteY6" fmla="*/ 3378 h 6345"/>
                  <a:gd name="connsiteX7" fmla="*/ 1169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3" y="6551"/>
                      <a:pt x="5060" y="6217"/>
                      <a:pt x="5655" y="5622"/>
                    </a:cubicBezTo>
                    <a:cubicBezTo>
                      <a:pt x="6249" y="5027"/>
                      <a:pt x="6584" y="4220"/>
                      <a:pt x="6584" y="3378"/>
                    </a:cubicBezTo>
                    <a:cubicBezTo>
                      <a:pt x="6584" y="2537"/>
                      <a:pt x="6249" y="1730"/>
                      <a:pt x="5655" y="1135"/>
                    </a:cubicBezTo>
                    <a:cubicBezTo>
                      <a:pt x="5060" y="540"/>
                      <a:pt x="4253" y="205"/>
                      <a:pt x="3412" y="205"/>
                    </a:cubicBezTo>
                    <a:cubicBezTo>
                      <a:pt x="2571" y="205"/>
                      <a:pt x="1764" y="540"/>
                      <a:pt x="1169" y="1135"/>
                    </a:cubicBezTo>
                    <a:cubicBezTo>
                      <a:pt x="575" y="1730"/>
                      <a:pt x="241" y="2537"/>
                      <a:pt x="241" y="3378"/>
                    </a:cubicBezTo>
                    <a:cubicBezTo>
                      <a:pt x="241" y="4220"/>
                      <a:pt x="575" y="5027"/>
                      <a:pt x="1169" y="5622"/>
                    </a:cubicBezTo>
                    <a:cubicBezTo>
                      <a:pt x="1764" y="6217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61" name="Freeform: Shape 3660">
                <a:extLst>
                  <a:ext uri="{FF2B5EF4-FFF2-40B4-BE49-F238E27FC236}">
                    <a16:creationId xmlns:a16="http://schemas.microsoft.com/office/drawing/2014/main" id="{9C099554-CE46-D4EC-FA53-DFB4301F9742}"/>
                  </a:ext>
                </a:extLst>
              </p:cNvPr>
              <p:cNvSpPr/>
              <p:nvPr/>
            </p:nvSpPr>
            <p:spPr>
              <a:xfrm>
                <a:off x="3901138" y="6086930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5 w 6343"/>
                  <a:gd name="connsiteY1" fmla="*/ 5622 h 6345"/>
                  <a:gd name="connsiteX2" fmla="*/ 6583 w 6343"/>
                  <a:gd name="connsiteY2" fmla="*/ 3378 h 6345"/>
                  <a:gd name="connsiteX3" fmla="*/ 5655 w 6343"/>
                  <a:gd name="connsiteY3" fmla="*/ 1135 h 6345"/>
                  <a:gd name="connsiteX4" fmla="*/ 3412 w 6343"/>
                  <a:gd name="connsiteY4" fmla="*/ 205 h 6345"/>
                  <a:gd name="connsiteX5" fmla="*/ 1169 w 6343"/>
                  <a:gd name="connsiteY5" fmla="*/ 1135 h 6345"/>
                  <a:gd name="connsiteX6" fmla="*/ 240 w 6343"/>
                  <a:gd name="connsiteY6" fmla="*/ 3378 h 6345"/>
                  <a:gd name="connsiteX7" fmla="*/ 1169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3" y="6551"/>
                      <a:pt x="5060" y="6217"/>
                      <a:pt x="5655" y="5622"/>
                    </a:cubicBezTo>
                    <a:cubicBezTo>
                      <a:pt x="6249" y="5027"/>
                      <a:pt x="6583" y="4220"/>
                      <a:pt x="6583" y="3378"/>
                    </a:cubicBezTo>
                    <a:cubicBezTo>
                      <a:pt x="6583" y="2537"/>
                      <a:pt x="6249" y="1730"/>
                      <a:pt x="5655" y="1135"/>
                    </a:cubicBezTo>
                    <a:cubicBezTo>
                      <a:pt x="5060" y="540"/>
                      <a:pt x="4253" y="205"/>
                      <a:pt x="3412" y="205"/>
                    </a:cubicBezTo>
                    <a:cubicBezTo>
                      <a:pt x="2571" y="205"/>
                      <a:pt x="1764" y="540"/>
                      <a:pt x="1169" y="1135"/>
                    </a:cubicBezTo>
                    <a:cubicBezTo>
                      <a:pt x="575" y="1730"/>
                      <a:pt x="240" y="2537"/>
                      <a:pt x="240" y="3378"/>
                    </a:cubicBezTo>
                    <a:cubicBezTo>
                      <a:pt x="240" y="4220"/>
                      <a:pt x="575" y="5027"/>
                      <a:pt x="1169" y="5622"/>
                    </a:cubicBezTo>
                    <a:cubicBezTo>
                      <a:pt x="1764" y="6217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62" name="Freeform: Shape 3661">
                <a:extLst>
                  <a:ext uri="{FF2B5EF4-FFF2-40B4-BE49-F238E27FC236}">
                    <a16:creationId xmlns:a16="http://schemas.microsoft.com/office/drawing/2014/main" id="{E9FE406C-3BD7-AFBC-0407-F683328F5E00}"/>
                  </a:ext>
                </a:extLst>
              </p:cNvPr>
              <p:cNvSpPr/>
              <p:nvPr/>
            </p:nvSpPr>
            <p:spPr>
              <a:xfrm>
                <a:off x="3899132" y="6089132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4 w 6343"/>
                  <a:gd name="connsiteY1" fmla="*/ 5622 h 6345"/>
                  <a:gd name="connsiteX2" fmla="*/ 6583 w 6343"/>
                  <a:gd name="connsiteY2" fmla="*/ 3378 h 6345"/>
                  <a:gd name="connsiteX3" fmla="*/ 5654 w 6343"/>
                  <a:gd name="connsiteY3" fmla="*/ 1135 h 6345"/>
                  <a:gd name="connsiteX4" fmla="*/ 3412 w 6343"/>
                  <a:gd name="connsiteY4" fmla="*/ 206 h 6345"/>
                  <a:gd name="connsiteX5" fmla="*/ 1169 w 6343"/>
                  <a:gd name="connsiteY5" fmla="*/ 1135 h 6345"/>
                  <a:gd name="connsiteX6" fmla="*/ 240 w 6343"/>
                  <a:gd name="connsiteY6" fmla="*/ 3378 h 6345"/>
                  <a:gd name="connsiteX7" fmla="*/ 1169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3" y="6551"/>
                      <a:pt x="5060" y="6217"/>
                      <a:pt x="5654" y="5622"/>
                    </a:cubicBezTo>
                    <a:cubicBezTo>
                      <a:pt x="6249" y="5027"/>
                      <a:pt x="6583" y="4220"/>
                      <a:pt x="6583" y="3378"/>
                    </a:cubicBezTo>
                    <a:cubicBezTo>
                      <a:pt x="6583" y="2537"/>
                      <a:pt x="6249" y="1730"/>
                      <a:pt x="5654" y="1135"/>
                    </a:cubicBezTo>
                    <a:cubicBezTo>
                      <a:pt x="5060" y="540"/>
                      <a:pt x="4253" y="206"/>
                      <a:pt x="3412" y="206"/>
                    </a:cubicBezTo>
                    <a:cubicBezTo>
                      <a:pt x="2571" y="206"/>
                      <a:pt x="1764" y="540"/>
                      <a:pt x="1169" y="1135"/>
                    </a:cubicBezTo>
                    <a:cubicBezTo>
                      <a:pt x="574" y="1730"/>
                      <a:pt x="240" y="2537"/>
                      <a:pt x="240" y="3378"/>
                    </a:cubicBezTo>
                    <a:cubicBezTo>
                      <a:pt x="240" y="4220"/>
                      <a:pt x="574" y="5027"/>
                      <a:pt x="1169" y="5622"/>
                    </a:cubicBezTo>
                    <a:cubicBezTo>
                      <a:pt x="1764" y="6217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63" name="Freeform: Shape 3662">
                <a:extLst>
                  <a:ext uri="{FF2B5EF4-FFF2-40B4-BE49-F238E27FC236}">
                    <a16:creationId xmlns:a16="http://schemas.microsoft.com/office/drawing/2014/main" id="{2FA4363C-3CB4-4D06-663A-987292130E48}"/>
                  </a:ext>
                </a:extLst>
              </p:cNvPr>
              <p:cNvSpPr/>
              <p:nvPr/>
            </p:nvSpPr>
            <p:spPr>
              <a:xfrm>
                <a:off x="3897148" y="6092034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4 w 6343"/>
                  <a:gd name="connsiteY1" fmla="*/ 5622 h 6345"/>
                  <a:gd name="connsiteX2" fmla="*/ 6583 w 6343"/>
                  <a:gd name="connsiteY2" fmla="*/ 3379 h 6345"/>
                  <a:gd name="connsiteX3" fmla="*/ 5654 w 6343"/>
                  <a:gd name="connsiteY3" fmla="*/ 1135 h 6345"/>
                  <a:gd name="connsiteX4" fmla="*/ 3412 w 6343"/>
                  <a:gd name="connsiteY4" fmla="*/ 206 h 6345"/>
                  <a:gd name="connsiteX5" fmla="*/ 1169 w 6343"/>
                  <a:gd name="connsiteY5" fmla="*/ 1135 h 6345"/>
                  <a:gd name="connsiteX6" fmla="*/ 240 w 6343"/>
                  <a:gd name="connsiteY6" fmla="*/ 3379 h 6345"/>
                  <a:gd name="connsiteX7" fmla="*/ 1169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3" y="6551"/>
                      <a:pt x="5059" y="6217"/>
                      <a:pt x="5654" y="5622"/>
                    </a:cubicBezTo>
                    <a:cubicBezTo>
                      <a:pt x="6249" y="5027"/>
                      <a:pt x="6583" y="4220"/>
                      <a:pt x="6583" y="3379"/>
                    </a:cubicBezTo>
                    <a:cubicBezTo>
                      <a:pt x="6583" y="2537"/>
                      <a:pt x="6249" y="1730"/>
                      <a:pt x="5654" y="1135"/>
                    </a:cubicBezTo>
                    <a:cubicBezTo>
                      <a:pt x="5059" y="540"/>
                      <a:pt x="4253" y="206"/>
                      <a:pt x="3412" y="206"/>
                    </a:cubicBezTo>
                    <a:cubicBezTo>
                      <a:pt x="2570" y="206"/>
                      <a:pt x="1764" y="540"/>
                      <a:pt x="1169" y="1135"/>
                    </a:cubicBezTo>
                    <a:cubicBezTo>
                      <a:pt x="574" y="1730"/>
                      <a:pt x="240" y="2537"/>
                      <a:pt x="240" y="3379"/>
                    </a:cubicBezTo>
                    <a:cubicBezTo>
                      <a:pt x="240" y="4220"/>
                      <a:pt x="574" y="5027"/>
                      <a:pt x="1169" y="5622"/>
                    </a:cubicBezTo>
                    <a:cubicBezTo>
                      <a:pt x="1764" y="6217"/>
                      <a:pt x="2570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64" name="Freeform: Shape 3663">
                <a:extLst>
                  <a:ext uri="{FF2B5EF4-FFF2-40B4-BE49-F238E27FC236}">
                    <a16:creationId xmlns:a16="http://schemas.microsoft.com/office/drawing/2014/main" id="{F2ED8DAD-0A9D-1EA2-3981-2953B68F24E3}"/>
                  </a:ext>
                </a:extLst>
              </p:cNvPr>
              <p:cNvSpPr/>
              <p:nvPr/>
            </p:nvSpPr>
            <p:spPr>
              <a:xfrm>
                <a:off x="3908558" y="6314269"/>
                <a:ext cx="6343" cy="6345"/>
              </a:xfrm>
              <a:custGeom>
                <a:avLst/>
                <a:gdLst>
                  <a:gd name="connsiteX0" fmla="*/ 3412 w 6343"/>
                  <a:gd name="connsiteY0" fmla="*/ 6569 h 6345"/>
                  <a:gd name="connsiteX1" fmla="*/ 5655 w 6343"/>
                  <a:gd name="connsiteY1" fmla="*/ 5640 h 6345"/>
                  <a:gd name="connsiteX2" fmla="*/ 6584 w 6343"/>
                  <a:gd name="connsiteY2" fmla="*/ 3396 h 6345"/>
                  <a:gd name="connsiteX3" fmla="*/ 5655 w 6343"/>
                  <a:gd name="connsiteY3" fmla="*/ 1153 h 6345"/>
                  <a:gd name="connsiteX4" fmla="*/ 3412 w 6343"/>
                  <a:gd name="connsiteY4" fmla="*/ 223 h 6345"/>
                  <a:gd name="connsiteX5" fmla="*/ 1170 w 6343"/>
                  <a:gd name="connsiteY5" fmla="*/ 1153 h 6345"/>
                  <a:gd name="connsiteX6" fmla="*/ 241 w 6343"/>
                  <a:gd name="connsiteY6" fmla="*/ 3396 h 6345"/>
                  <a:gd name="connsiteX7" fmla="*/ 1170 w 6343"/>
                  <a:gd name="connsiteY7" fmla="*/ 5640 h 6345"/>
                  <a:gd name="connsiteX8" fmla="*/ 341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9"/>
                    </a:moveTo>
                    <a:cubicBezTo>
                      <a:pt x="4254" y="6569"/>
                      <a:pt x="5060" y="6234"/>
                      <a:pt x="5655" y="5640"/>
                    </a:cubicBezTo>
                    <a:cubicBezTo>
                      <a:pt x="6250" y="5045"/>
                      <a:pt x="6584" y="4237"/>
                      <a:pt x="6584" y="3396"/>
                    </a:cubicBezTo>
                    <a:cubicBezTo>
                      <a:pt x="6584" y="2555"/>
                      <a:pt x="6250" y="1748"/>
                      <a:pt x="5655" y="1153"/>
                    </a:cubicBezTo>
                    <a:cubicBezTo>
                      <a:pt x="5060" y="558"/>
                      <a:pt x="4254" y="223"/>
                      <a:pt x="3412" y="223"/>
                    </a:cubicBezTo>
                    <a:cubicBezTo>
                      <a:pt x="2571" y="223"/>
                      <a:pt x="1765" y="558"/>
                      <a:pt x="1170" y="1153"/>
                    </a:cubicBezTo>
                    <a:cubicBezTo>
                      <a:pt x="575" y="1748"/>
                      <a:pt x="241" y="2555"/>
                      <a:pt x="241" y="3396"/>
                    </a:cubicBezTo>
                    <a:cubicBezTo>
                      <a:pt x="241" y="4237"/>
                      <a:pt x="575" y="5045"/>
                      <a:pt x="1170" y="5640"/>
                    </a:cubicBezTo>
                    <a:cubicBezTo>
                      <a:pt x="1765" y="6234"/>
                      <a:pt x="2571" y="6569"/>
                      <a:pt x="341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65" name="Freeform: Shape 3664">
                <a:extLst>
                  <a:ext uri="{FF2B5EF4-FFF2-40B4-BE49-F238E27FC236}">
                    <a16:creationId xmlns:a16="http://schemas.microsoft.com/office/drawing/2014/main" id="{9345FE95-90CF-F779-E74F-0E0C4B69150E}"/>
                  </a:ext>
                </a:extLst>
              </p:cNvPr>
              <p:cNvSpPr/>
              <p:nvPr/>
            </p:nvSpPr>
            <p:spPr>
              <a:xfrm>
                <a:off x="3905039" y="6315044"/>
                <a:ext cx="6343" cy="6345"/>
              </a:xfrm>
              <a:custGeom>
                <a:avLst/>
                <a:gdLst>
                  <a:gd name="connsiteX0" fmla="*/ 3412 w 6343"/>
                  <a:gd name="connsiteY0" fmla="*/ 6569 h 6345"/>
                  <a:gd name="connsiteX1" fmla="*/ 5655 w 6343"/>
                  <a:gd name="connsiteY1" fmla="*/ 5640 h 6345"/>
                  <a:gd name="connsiteX2" fmla="*/ 6584 w 6343"/>
                  <a:gd name="connsiteY2" fmla="*/ 3396 h 6345"/>
                  <a:gd name="connsiteX3" fmla="*/ 5655 w 6343"/>
                  <a:gd name="connsiteY3" fmla="*/ 1153 h 6345"/>
                  <a:gd name="connsiteX4" fmla="*/ 3412 w 6343"/>
                  <a:gd name="connsiteY4" fmla="*/ 223 h 6345"/>
                  <a:gd name="connsiteX5" fmla="*/ 1170 w 6343"/>
                  <a:gd name="connsiteY5" fmla="*/ 1153 h 6345"/>
                  <a:gd name="connsiteX6" fmla="*/ 241 w 6343"/>
                  <a:gd name="connsiteY6" fmla="*/ 3396 h 6345"/>
                  <a:gd name="connsiteX7" fmla="*/ 1170 w 6343"/>
                  <a:gd name="connsiteY7" fmla="*/ 5640 h 6345"/>
                  <a:gd name="connsiteX8" fmla="*/ 341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9"/>
                    </a:moveTo>
                    <a:cubicBezTo>
                      <a:pt x="4253" y="6569"/>
                      <a:pt x="5060" y="6235"/>
                      <a:pt x="5655" y="5640"/>
                    </a:cubicBezTo>
                    <a:cubicBezTo>
                      <a:pt x="6250" y="5045"/>
                      <a:pt x="6584" y="4238"/>
                      <a:pt x="6584" y="3396"/>
                    </a:cubicBezTo>
                    <a:cubicBezTo>
                      <a:pt x="6584" y="2555"/>
                      <a:pt x="6250" y="1748"/>
                      <a:pt x="5655" y="1153"/>
                    </a:cubicBezTo>
                    <a:cubicBezTo>
                      <a:pt x="5060" y="558"/>
                      <a:pt x="4253" y="223"/>
                      <a:pt x="3412" y="223"/>
                    </a:cubicBezTo>
                    <a:cubicBezTo>
                      <a:pt x="2571" y="223"/>
                      <a:pt x="1764" y="558"/>
                      <a:pt x="1170" y="1153"/>
                    </a:cubicBezTo>
                    <a:cubicBezTo>
                      <a:pt x="575" y="1748"/>
                      <a:pt x="241" y="2555"/>
                      <a:pt x="241" y="3396"/>
                    </a:cubicBezTo>
                    <a:cubicBezTo>
                      <a:pt x="241" y="4238"/>
                      <a:pt x="575" y="5045"/>
                      <a:pt x="1170" y="5640"/>
                    </a:cubicBezTo>
                    <a:cubicBezTo>
                      <a:pt x="1764" y="6235"/>
                      <a:pt x="2571" y="6569"/>
                      <a:pt x="341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66" name="Freeform: Shape 3665">
                <a:extLst>
                  <a:ext uri="{FF2B5EF4-FFF2-40B4-BE49-F238E27FC236}">
                    <a16:creationId xmlns:a16="http://schemas.microsoft.com/office/drawing/2014/main" id="{7DA9D2A5-1521-F750-585C-44AC8A8ED3A6}"/>
                  </a:ext>
                </a:extLst>
              </p:cNvPr>
              <p:cNvSpPr/>
              <p:nvPr/>
            </p:nvSpPr>
            <p:spPr>
              <a:xfrm>
                <a:off x="3901475" y="6315040"/>
                <a:ext cx="6343" cy="6345"/>
              </a:xfrm>
              <a:custGeom>
                <a:avLst/>
                <a:gdLst>
                  <a:gd name="connsiteX0" fmla="*/ 3412 w 6343"/>
                  <a:gd name="connsiteY0" fmla="*/ 6569 h 6345"/>
                  <a:gd name="connsiteX1" fmla="*/ 5655 w 6343"/>
                  <a:gd name="connsiteY1" fmla="*/ 5640 h 6345"/>
                  <a:gd name="connsiteX2" fmla="*/ 6583 w 6343"/>
                  <a:gd name="connsiteY2" fmla="*/ 3396 h 6345"/>
                  <a:gd name="connsiteX3" fmla="*/ 5655 w 6343"/>
                  <a:gd name="connsiteY3" fmla="*/ 1153 h 6345"/>
                  <a:gd name="connsiteX4" fmla="*/ 3412 w 6343"/>
                  <a:gd name="connsiteY4" fmla="*/ 223 h 6345"/>
                  <a:gd name="connsiteX5" fmla="*/ 1169 w 6343"/>
                  <a:gd name="connsiteY5" fmla="*/ 1153 h 6345"/>
                  <a:gd name="connsiteX6" fmla="*/ 240 w 6343"/>
                  <a:gd name="connsiteY6" fmla="*/ 3396 h 6345"/>
                  <a:gd name="connsiteX7" fmla="*/ 1169 w 6343"/>
                  <a:gd name="connsiteY7" fmla="*/ 5640 h 6345"/>
                  <a:gd name="connsiteX8" fmla="*/ 341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9"/>
                    </a:moveTo>
                    <a:cubicBezTo>
                      <a:pt x="4253" y="6569"/>
                      <a:pt x="5060" y="6235"/>
                      <a:pt x="5655" y="5640"/>
                    </a:cubicBezTo>
                    <a:cubicBezTo>
                      <a:pt x="6249" y="5045"/>
                      <a:pt x="6583" y="4238"/>
                      <a:pt x="6583" y="3396"/>
                    </a:cubicBezTo>
                    <a:cubicBezTo>
                      <a:pt x="6583" y="2555"/>
                      <a:pt x="6249" y="1748"/>
                      <a:pt x="5655" y="1153"/>
                    </a:cubicBezTo>
                    <a:cubicBezTo>
                      <a:pt x="5060" y="558"/>
                      <a:pt x="4253" y="223"/>
                      <a:pt x="3412" y="223"/>
                    </a:cubicBezTo>
                    <a:cubicBezTo>
                      <a:pt x="2571" y="223"/>
                      <a:pt x="1764" y="558"/>
                      <a:pt x="1169" y="1153"/>
                    </a:cubicBezTo>
                    <a:cubicBezTo>
                      <a:pt x="575" y="1748"/>
                      <a:pt x="240" y="2555"/>
                      <a:pt x="240" y="3396"/>
                    </a:cubicBezTo>
                    <a:cubicBezTo>
                      <a:pt x="240" y="4238"/>
                      <a:pt x="575" y="5045"/>
                      <a:pt x="1169" y="5640"/>
                    </a:cubicBezTo>
                    <a:cubicBezTo>
                      <a:pt x="1764" y="6235"/>
                      <a:pt x="2571" y="6569"/>
                      <a:pt x="341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67" name="Freeform: Shape 3666">
                <a:extLst>
                  <a:ext uri="{FF2B5EF4-FFF2-40B4-BE49-F238E27FC236}">
                    <a16:creationId xmlns:a16="http://schemas.microsoft.com/office/drawing/2014/main" id="{BC83E7F0-2AD0-6C59-B972-64230F40DEFF}"/>
                  </a:ext>
                </a:extLst>
              </p:cNvPr>
              <p:cNvSpPr/>
              <p:nvPr/>
            </p:nvSpPr>
            <p:spPr>
              <a:xfrm>
                <a:off x="3897882" y="6314302"/>
                <a:ext cx="6343" cy="6345"/>
              </a:xfrm>
              <a:custGeom>
                <a:avLst/>
                <a:gdLst>
                  <a:gd name="connsiteX0" fmla="*/ 3412 w 6343"/>
                  <a:gd name="connsiteY0" fmla="*/ 6569 h 6345"/>
                  <a:gd name="connsiteX1" fmla="*/ 5654 w 6343"/>
                  <a:gd name="connsiteY1" fmla="*/ 5640 h 6345"/>
                  <a:gd name="connsiteX2" fmla="*/ 6583 w 6343"/>
                  <a:gd name="connsiteY2" fmla="*/ 3396 h 6345"/>
                  <a:gd name="connsiteX3" fmla="*/ 5654 w 6343"/>
                  <a:gd name="connsiteY3" fmla="*/ 1153 h 6345"/>
                  <a:gd name="connsiteX4" fmla="*/ 3412 w 6343"/>
                  <a:gd name="connsiteY4" fmla="*/ 223 h 6345"/>
                  <a:gd name="connsiteX5" fmla="*/ 1169 w 6343"/>
                  <a:gd name="connsiteY5" fmla="*/ 1153 h 6345"/>
                  <a:gd name="connsiteX6" fmla="*/ 240 w 6343"/>
                  <a:gd name="connsiteY6" fmla="*/ 3396 h 6345"/>
                  <a:gd name="connsiteX7" fmla="*/ 1169 w 6343"/>
                  <a:gd name="connsiteY7" fmla="*/ 5640 h 6345"/>
                  <a:gd name="connsiteX8" fmla="*/ 341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9"/>
                    </a:moveTo>
                    <a:cubicBezTo>
                      <a:pt x="4253" y="6569"/>
                      <a:pt x="5060" y="6234"/>
                      <a:pt x="5654" y="5640"/>
                    </a:cubicBezTo>
                    <a:cubicBezTo>
                      <a:pt x="6249" y="5045"/>
                      <a:pt x="6583" y="4237"/>
                      <a:pt x="6583" y="3396"/>
                    </a:cubicBezTo>
                    <a:cubicBezTo>
                      <a:pt x="6583" y="2555"/>
                      <a:pt x="6249" y="1748"/>
                      <a:pt x="5654" y="1153"/>
                    </a:cubicBezTo>
                    <a:cubicBezTo>
                      <a:pt x="5060" y="558"/>
                      <a:pt x="4253" y="223"/>
                      <a:pt x="3412" y="223"/>
                    </a:cubicBezTo>
                    <a:cubicBezTo>
                      <a:pt x="2571" y="223"/>
                      <a:pt x="1764" y="558"/>
                      <a:pt x="1169" y="1153"/>
                    </a:cubicBezTo>
                    <a:cubicBezTo>
                      <a:pt x="574" y="1748"/>
                      <a:pt x="240" y="2555"/>
                      <a:pt x="240" y="3396"/>
                    </a:cubicBezTo>
                    <a:cubicBezTo>
                      <a:pt x="240" y="4237"/>
                      <a:pt x="574" y="5045"/>
                      <a:pt x="1169" y="5640"/>
                    </a:cubicBezTo>
                    <a:cubicBezTo>
                      <a:pt x="1764" y="6234"/>
                      <a:pt x="2571" y="6569"/>
                      <a:pt x="341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68" name="Freeform: Shape 3667">
                <a:extLst>
                  <a:ext uri="{FF2B5EF4-FFF2-40B4-BE49-F238E27FC236}">
                    <a16:creationId xmlns:a16="http://schemas.microsoft.com/office/drawing/2014/main" id="{7E1765CD-96D6-733D-0CAA-D6C6308D91AC}"/>
                  </a:ext>
                </a:extLst>
              </p:cNvPr>
              <p:cNvSpPr/>
              <p:nvPr/>
            </p:nvSpPr>
            <p:spPr>
              <a:xfrm>
                <a:off x="3894361" y="6315250"/>
                <a:ext cx="6343" cy="6345"/>
              </a:xfrm>
              <a:custGeom>
                <a:avLst/>
                <a:gdLst>
                  <a:gd name="connsiteX0" fmla="*/ 3411 w 6343"/>
                  <a:gd name="connsiteY0" fmla="*/ 6569 h 6345"/>
                  <a:gd name="connsiteX1" fmla="*/ 5654 w 6343"/>
                  <a:gd name="connsiteY1" fmla="*/ 5640 h 6345"/>
                  <a:gd name="connsiteX2" fmla="*/ 6583 w 6343"/>
                  <a:gd name="connsiteY2" fmla="*/ 3396 h 6345"/>
                  <a:gd name="connsiteX3" fmla="*/ 5654 w 6343"/>
                  <a:gd name="connsiteY3" fmla="*/ 1153 h 6345"/>
                  <a:gd name="connsiteX4" fmla="*/ 3411 w 6343"/>
                  <a:gd name="connsiteY4" fmla="*/ 223 h 6345"/>
                  <a:gd name="connsiteX5" fmla="*/ 1169 w 6343"/>
                  <a:gd name="connsiteY5" fmla="*/ 1153 h 6345"/>
                  <a:gd name="connsiteX6" fmla="*/ 240 w 6343"/>
                  <a:gd name="connsiteY6" fmla="*/ 3396 h 6345"/>
                  <a:gd name="connsiteX7" fmla="*/ 1169 w 6343"/>
                  <a:gd name="connsiteY7" fmla="*/ 5640 h 6345"/>
                  <a:gd name="connsiteX8" fmla="*/ 341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9"/>
                    </a:moveTo>
                    <a:cubicBezTo>
                      <a:pt x="4252" y="6569"/>
                      <a:pt x="5059" y="6235"/>
                      <a:pt x="5654" y="5640"/>
                    </a:cubicBezTo>
                    <a:cubicBezTo>
                      <a:pt x="6249" y="5045"/>
                      <a:pt x="6583" y="4238"/>
                      <a:pt x="6583" y="3396"/>
                    </a:cubicBezTo>
                    <a:cubicBezTo>
                      <a:pt x="6583" y="2555"/>
                      <a:pt x="6249" y="1748"/>
                      <a:pt x="5654" y="1153"/>
                    </a:cubicBezTo>
                    <a:cubicBezTo>
                      <a:pt x="5059" y="558"/>
                      <a:pt x="4252" y="223"/>
                      <a:pt x="3411" y="223"/>
                    </a:cubicBezTo>
                    <a:cubicBezTo>
                      <a:pt x="2570" y="223"/>
                      <a:pt x="1763" y="558"/>
                      <a:pt x="1169" y="1153"/>
                    </a:cubicBezTo>
                    <a:cubicBezTo>
                      <a:pt x="574" y="1748"/>
                      <a:pt x="240" y="2555"/>
                      <a:pt x="240" y="3396"/>
                    </a:cubicBezTo>
                    <a:cubicBezTo>
                      <a:pt x="240" y="4238"/>
                      <a:pt x="574" y="5045"/>
                      <a:pt x="1169" y="5640"/>
                    </a:cubicBezTo>
                    <a:cubicBezTo>
                      <a:pt x="1763" y="6235"/>
                      <a:pt x="2570" y="6569"/>
                      <a:pt x="341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69" name="Freeform: Shape 3668">
                <a:extLst>
                  <a:ext uri="{FF2B5EF4-FFF2-40B4-BE49-F238E27FC236}">
                    <a16:creationId xmlns:a16="http://schemas.microsoft.com/office/drawing/2014/main" id="{6D602FFD-0737-CB1F-EC70-9A65FD2BE220}"/>
                  </a:ext>
                </a:extLst>
              </p:cNvPr>
              <p:cNvSpPr/>
              <p:nvPr/>
            </p:nvSpPr>
            <p:spPr>
              <a:xfrm>
                <a:off x="3890776" y="6314420"/>
                <a:ext cx="6343" cy="6345"/>
              </a:xfrm>
              <a:custGeom>
                <a:avLst/>
                <a:gdLst>
                  <a:gd name="connsiteX0" fmla="*/ 3411 w 6343"/>
                  <a:gd name="connsiteY0" fmla="*/ 6569 h 6345"/>
                  <a:gd name="connsiteX1" fmla="*/ 5654 w 6343"/>
                  <a:gd name="connsiteY1" fmla="*/ 5640 h 6345"/>
                  <a:gd name="connsiteX2" fmla="*/ 6583 w 6343"/>
                  <a:gd name="connsiteY2" fmla="*/ 3396 h 6345"/>
                  <a:gd name="connsiteX3" fmla="*/ 5654 w 6343"/>
                  <a:gd name="connsiteY3" fmla="*/ 1153 h 6345"/>
                  <a:gd name="connsiteX4" fmla="*/ 3411 w 6343"/>
                  <a:gd name="connsiteY4" fmla="*/ 223 h 6345"/>
                  <a:gd name="connsiteX5" fmla="*/ 1168 w 6343"/>
                  <a:gd name="connsiteY5" fmla="*/ 1153 h 6345"/>
                  <a:gd name="connsiteX6" fmla="*/ 240 w 6343"/>
                  <a:gd name="connsiteY6" fmla="*/ 3396 h 6345"/>
                  <a:gd name="connsiteX7" fmla="*/ 1168 w 6343"/>
                  <a:gd name="connsiteY7" fmla="*/ 5640 h 6345"/>
                  <a:gd name="connsiteX8" fmla="*/ 341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9"/>
                    </a:moveTo>
                    <a:cubicBezTo>
                      <a:pt x="4252" y="6569"/>
                      <a:pt x="5059" y="6234"/>
                      <a:pt x="5654" y="5640"/>
                    </a:cubicBezTo>
                    <a:cubicBezTo>
                      <a:pt x="6248" y="5045"/>
                      <a:pt x="6583" y="4238"/>
                      <a:pt x="6583" y="3396"/>
                    </a:cubicBezTo>
                    <a:cubicBezTo>
                      <a:pt x="6583" y="2555"/>
                      <a:pt x="6248" y="1748"/>
                      <a:pt x="5654" y="1153"/>
                    </a:cubicBezTo>
                    <a:cubicBezTo>
                      <a:pt x="5059" y="558"/>
                      <a:pt x="4252" y="223"/>
                      <a:pt x="3411" y="223"/>
                    </a:cubicBezTo>
                    <a:cubicBezTo>
                      <a:pt x="2570" y="223"/>
                      <a:pt x="1763" y="558"/>
                      <a:pt x="1168" y="1153"/>
                    </a:cubicBezTo>
                    <a:cubicBezTo>
                      <a:pt x="574" y="1748"/>
                      <a:pt x="240" y="2555"/>
                      <a:pt x="240" y="3396"/>
                    </a:cubicBezTo>
                    <a:cubicBezTo>
                      <a:pt x="240" y="4238"/>
                      <a:pt x="574" y="5045"/>
                      <a:pt x="1168" y="5640"/>
                    </a:cubicBezTo>
                    <a:cubicBezTo>
                      <a:pt x="1763" y="6234"/>
                      <a:pt x="2570" y="6569"/>
                      <a:pt x="341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70" name="Freeform: Shape 3669">
                <a:extLst>
                  <a:ext uri="{FF2B5EF4-FFF2-40B4-BE49-F238E27FC236}">
                    <a16:creationId xmlns:a16="http://schemas.microsoft.com/office/drawing/2014/main" id="{692CF3FD-7DA8-1159-CE22-B4BCDCDBF775}"/>
                  </a:ext>
                </a:extLst>
              </p:cNvPr>
              <p:cNvSpPr/>
              <p:nvPr/>
            </p:nvSpPr>
            <p:spPr>
              <a:xfrm>
                <a:off x="3887190" y="6313046"/>
                <a:ext cx="6343" cy="6345"/>
              </a:xfrm>
              <a:custGeom>
                <a:avLst/>
                <a:gdLst>
                  <a:gd name="connsiteX0" fmla="*/ 3411 w 6343"/>
                  <a:gd name="connsiteY0" fmla="*/ 6569 h 6345"/>
                  <a:gd name="connsiteX1" fmla="*/ 5653 w 6343"/>
                  <a:gd name="connsiteY1" fmla="*/ 5639 h 6345"/>
                  <a:gd name="connsiteX2" fmla="*/ 6582 w 6343"/>
                  <a:gd name="connsiteY2" fmla="*/ 3396 h 6345"/>
                  <a:gd name="connsiteX3" fmla="*/ 5653 w 6343"/>
                  <a:gd name="connsiteY3" fmla="*/ 1153 h 6345"/>
                  <a:gd name="connsiteX4" fmla="*/ 3411 w 6343"/>
                  <a:gd name="connsiteY4" fmla="*/ 223 h 6345"/>
                  <a:gd name="connsiteX5" fmla="*/ 1168 w 6343"/>
                  <a:gd name="connsiteY5" fmla="*/ 1153 h 6345"/>
                  <a:gd name="connsiteX6" fmla="*/ 239 w 6343"/>
                  <a:gd name="connsiteY6" fmla="*/ 3396 h 6345"/>
                  <a:gd name="connsiteX7" fmla="*/ 1168 w 6343"/>
                  <a:gd name="connsiteY7" fmla="*/ 5639 h 6345"/>
                  <a:gd name="connsiteX8" fmla="*/ 341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9"/>
                    </a:moveTo>
                    <a:cubicBezTo>
                      <a:pt x="4252" y="6569"/>
                      <a:pt x="5059" y="6234"/>
                      <a:pt x="5653" y="5639"/>
                    </a:cubicBezTo>
                    <a:cubicBezTo>
                      <a:pt x="6248" y="5044"/>
                      <a:pt x="6582" y="4237"/>
                      <a:pt x="6582" y="3396"/>
                    </a:cubicBezTo>
                    <a:cubicBezTo>
                      <a:pt x="6582" y="2555"/>
                      <a:pt x="6248" y="1748"/>
                      <a:pt x="5653" y="1153"/>
                    </a:cubicBezTo>
                    <a:cubicBezTo>
                      <a:pt x="5059" y="558"/>
                      <a:pt x="4252" y="223"/>
                      <a:pt x="3411" y="223"/>
                    </a:cubicBezTo>
                    <a:cubicBezTo>
                      <a:pt x="2570" y="223"/>
                      <a:pt x="1763" y="558"/>
                      <a:pt x="1168" y="1153"/>
                    </a:cubicBezTo>
                    <a:cubicBezTo>
                      <a:pt x="573" y="1748"/>
                      <a:pt x="239" y="2555"/>
                      <a:pt x="239" y="3396"/>
                    </a:cubicBezTo>
                    <a:cubicBezTo>
                      <a:pt x="239" y="4237"/>
                      <a:pt x="573" y="5044"/>
                      <a:pt x="1168" y="5639"/>
                    </a:cubicBezTo>
                    <a:cubicBezTo>
                      <a:pt x="1763" y="6234"/>
                      <a:pt x="2570" y="6569"/>
                      <a:pt x="341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71" name="Freeform: Shape 3670">
                <a:extLst>
                  <a:ext uri="{FF2B5EF4-FFF2-40B4-BE49-F238E27FC236}">
                    <a16:creationId xmlns:a16="http://schemas.microsoft.com/office/drawing/2014/main" id="{A12B5AD9-0DCD-7F62-0DB2-087D90331B3E}"/>
                  </a:ext>
                </a:extLst>
              </p:cNvPr>
              <p:cNvSpPr/>
              <p:nvPr/>
            </p:nvSpPr>
            <p:spPr>
              <a:xfrm>
                <a:off x="3883630" y="6312125"/>
                <a:ext cx="6343" cy="6345"/>
              </a:xfrm>
              <a:custGeom>
                <a:avLst/>
                <a:gdLst>
                  <a:gd name="connsiteX0" fmla="*/ 3411 w 6343"/>
                  <a:gd name="connsiteY0" fmla="*/ 6569 h 6345"/>
                  <a:gd name="connsiteX1" fmla="*/ 5653 w 6343"/>
                  <a:gd name="connsiteY1" fmla="*/ 5639 h 6345"/>
                  <a:gd name="connsiteX2" fmla="*/ 6582 w 6343"/>
                  <a:gd name="connsiteY2" fmla="*/ 3396 h 6345"/>
                  <a:gd name="connsiteX3" fmla="*/ 5653 w 6343"/>
                  <a:gd name="connsiteY3" fmla="*/ 1152 h 6345"/>
                  <a:gd name="connsiteX4" fmla="*/ 3411 w 6343"/>
                  <a:gd name="connsiteY4" fmla="*/ 223 h 6345"/>
                  <a:gd name="connsiteX5" fmla="*/ 1168 w 6343"/>
                  <a:gd name="connsiteY5" fmla="*/ 1152 h 6345"/>
                  <a:gd name="connsiteX6" fmla="*/ 239 w 6343"/>
                  <a:gd name="connsiteY6" fmla="*/ 3396 h 6345"/>
                  <a:gd name="connsiteX7" fmla="*/ 1168 w 6343"/>
                  <a:gd name="connsiteY7" fmla="*/ 5639 h 6345"/>
                  <a:gd name="connsiteX8" fmla="*/ 341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9"/>
                    </a:moveTo>
                    <a:cubicBezTo>
                      <a:pt x="4252" y="6569"/>
                      <a:pt x="5058" y="6234"/>
                      <a:pt x="5653" y="5639"/>
                    </a:cubicBezTo>
                    <a:cubicBezTo>
                      <a:pt x="6248" y="5044"/>
                      <a:pt x="6582" y="4237"/>
                      <a:pt x="6582" y="3396"/>
                    </a:cubicBezTo>
                    <a:cubicBezTo>
                      <a:pt x="6582" y="2554"/>
                      <a:pt x="6248" y="1747"/>
                      <a:pt x="5653" y="1152"/>
                    </a:cubicBezTo>
                    <a:cubicBezTo>
                      <a:pt x="5058" y="558"/>
                      <a:pt x="4252" y="223"/>
                      <a:pt x="3411" y="223"/>
                    </a:cubicBezTo>
                    <a:cubicBezTo>
                      <a:pt x="2569" y="223"/>
                      <a:pt x="1763" y="558"/>
                      <a:pt x="1168" y="1152"/>
                    </a:cubicBezTo>
                    <a:cubicBezTo>
                      <a:pt x="573" y="1747"/>
                      <a:pt x="239" y="2554"/>
                      <a:pt x="239" y="3396"/>
                    </a:cubicBezTo>
                    <a:cubicBezTo>
                      <a:pt x="239" y="4237"/>
                      <a:pt x="573" y="5044"/>
                      <a:pt x="1168" y="5639"/>
                    </a:cubicBezTo>
                    <a:cubicBezTo>
                      <a:pt x="1763" y="6234"/>
                      <a:pt x="2569" y="6569"/>
                      <a:pt x="341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72" name="Freeform: Shape 3671">
                <a:extLst>
                  <a:ext uri="{FF2B5EF4-FFF2-40B4-BE49-F238E27FC236}">
                    <a16:creationId xmlns:a16="http://schemas.microsoft.com/office/drawing/2014/main" id="{F7808A6C-27A5-D682-DB30-90D5E09A585E}"/>
                  </a:ext>
                </a:extLst>
              </p:cNvPr>
              <p:cNvSpPr/>
              <p:nvPr/>
            </p:nvSpPr>
            <p:spPr>
              <a:xfrm>
                <a:off x="3880297" y="6329085"/>
                <a:ext cx="6343" cy="6345"/>
              </a:xfrm>
              <a:custGeom>
                <a:avLst/>
                <a:gdLst>
                  <a:gd name="connsiteX0" fmla="*/ 3410 w 6343"/>
                  <a:gd name="connsiteY0" fmla="*/ 6570 h 6345"/>
                  <a:gd name="connsiteX1" fmla="*/ 5653 w 6343"/>
                  <a:gd name="connsiteY1" fmla="*/ 5641 h 6345"/>
                  <a:gd name="connsiteX2" fmla="*/ 6582 w 6343"/>
                  <a:gd name="connsiteY2" fmla="*/ 3397 h 6345"/>
                  <a:gd name="connsiteX3" fmla="*/ 5653 w 6343"/>
                  <a:gd name="connsiteY3" fmla="*/ 1154 h 6345"/>
                  <a:gd name="connsiteX4" fmla="*/ 3410 w 6343"/>
                  <a:gd name="connsiteY4" fmla="*/ 225 h 6345"/>
                  <a:gd name="connsiteX5" fmla="*/ 1168 w 6343"/>
                  <a:gd name="connsiteY5" fmla="*/ 1154 h 6345"/>
                  <a:gd name="connsiteX6" fmla="*/ 239 w 6343"/>
                  <a:gd name="connsiteY6" fmla="*/ 3397 h 6345"/>
                  <a:gd name="connsiteX7" fmla="*/ 1168 w 6343"/>
                  <a:gd name="connsiteY7" fmla="*/ 5641 h 6345"/>
                  <a:gd name="connsiteX8" fmla="*/ 3410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70"/>
                    </a:moveTo>
                    <a:cubicBezTo>
                      <a:pt x="4251" y="6570"/>
                      <a:pt x="5058" y="6236"/>
                      <a:pt x="5653" y="5641"/>
                    </a:cubicBezTo>
                    <a:cubicBezTo>
                      <a:pt x="6248" y="5046"/>
                      <a:pt x="6582" y="4239"/>
                      <a:pt x="6582" y="3397"/>
                    </a:cubicBezTo>
                    <a:cubicBezTo>
                      <a:pt x="6582" y="2556"/>
                      <a:pt x="6248" y="1749"/>
                      <a:pt x="5653" y="1154"/>
                    </a:cubicBezTo>
                    <a:cubicBezTo>
                      <a:pt x="5058" y="559"/>
                      <a:pt x="4251" y="225"/>
                      <a:pt x="3410" y="225"/>
                    </a:cubicBezTo>
                    <a:cubicBezTo>
                      <a:pt x="2569" y="225"/>
                      <a:pt x="1762" y="559"/>
                      <a:pt x="1168" y="1154"/>
                    </a:cubicBezTo>
                    <a:cubicBezTo>
                      <a:pt x="573" y="1749"/>
                      <a:pt x="239" y="2556"/>
                      <a:pt x="239" y="3397"/>
                    </a:cubicBezTo>
                    <a:cubicBezTo>
                      <a:pt x="239" y="4239"/>
                      <a:pt x="573" y="5046"/>
                      <a:pt x="1168" y="5641"/>
                    </a:cubicBezTo>
                    <a:cubicBezTo>
                      <a:pt x="1762" y="6236"/>
                      <a:pt x="2569" y="6570"/>
                      <a:pt x="3410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73" name="Freeform: Shape 3672">
                <a:extLst>
                  <a:ext uri="{FF2B5EF4-FFF2-40B4-BE49-F238E27FC236}">
                    <a16:creationId xmlns:a16="http://schemas.microsoft.com/office/drawing/2014/main" id="{7CD29B2F-4447-54FA-0B9A-89FBD315C53D}"/>
                  </a:ext>
                </a:extLst>
              </p:cNvPr>
              <p:cNvSpPr/>
              <p:nvPr/>
            </p:nvSpPr>
            <p:spPr>
              <a:xfrm>
                <a:off x="3876637" y="6325746"/>
                <a:ext cx="6343" cy="6345"/>
              </a:xfrm>
              <a:custGeom>
                <a:avLst/>
                <a:gdLst>
                  <a:gd name="connsiteX0" fmla="*/ 3410 w 6343"/>
                  <a:gd name="connsiteY0" fmla="*/ 6570 h 6345"/>
                  <a:gd name="connsiteX1" fmla="*/ 5653 w 6343"/>
                  <a:gd name="connsiteY1" fmla="*/ 5640 h 6345"/>
                  <a:gd name="connsiteX2" fmla="*/ 6582 w 6343"/>
                  <a:gd name="connsiteY2" fmla="*/ 3397 h 6345"/>
                  <a:gd name="connsiteX3" fmla="*/ 5653 w 6343"/>
                  <a:gd name="connsiteY3" fmla="*/ 1154 h 6345"/>
                  <a:gd name="connsiteX4" fmla="*/ 3410 w 6343"/>
                  <a:gd name="connsiteY4" fmla="*/ 224 h 6345"/>
                  <a:gd name="connsiteX5" fmla="*/ 1167 w 6343"/>
                  <a:gd name="connsiteY5" fmla="*/ 1154 h 6345"/>
                  <a:gd name="connsiteX6" fmla="*/ 238 w 6343"/>
                  <a:gd name="connsiteY6" fmla="*/ 3397 h 6345"/>
                  <a:gd name="connsiteX7" fmla="*/ 1167 w 6343"/>
                  <a:gd name="connsiteY7" fmla="*/ 5640 h 6345"/>
                  <a:gd name="connsiteX8" fmla="*/ 3410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70"/>
                    </a:moveTo>
                    <a:cubicBezTo>
                      <a:pt x="4251" y="6570"/>
                      <a:pt x="5058" y="6235"/>
                      <a:pt x="5653" y="5640"/>
                    </a:cubicBezTo>
                    <a:cubicBezTo>
                      <a:pt x="6247" y="5045"/>
                      <a:pt x="6582" y="4238"/>
                      <a:pt x="6582" y="3397"/>
                    </a:cubicBezTo>
                    <a:cubicBezTo>
                      <a:pt x="6582" y="2556"/>
                      <a:pt x="6247" y="1749"/>
                      <a:pt x="5653" y="1154"/>
                    </a:cubicBezTo>
                    <a:cubicBezTo>
                      <a:pt x="5058" y="559"/>
                      <a:pt x="4251" y="224"/>
                      <a:pt x="3410" y="224"/>
                    </a:cubicBezTo>
                    <a:cubicBezTo>
                      <a:pt x="2569" y="224"/>
                      <a:pt x="1762" y="559"/>
                      <a:pt x="1167" y="1154"/>
                    </a:cubicBezTo>
                    <a:cubicBezTo>
                      <a:pt x="573" y="1749"/>
                      <a:pt x="238" y="2556"/>
                      <a:pt x="238" y="3397"/>
                    </a:cubicBezTo>
                    <a:cubicBezTo>
                      <a:pt x="238" y="4238"/>
                      <a:pt x="573" y="5045"/>
                      <a:pt x="1167" y="5640"/>
                    </a:cubicBezTo>
                    <a:cubicBezTo>
                      <a:pt x="1762" y="6235"/>
                      <a:pt x="2569" y="6570"/>
                      <a:pt x="3410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74" name="Freeform: Shape 3673">
                <a:extLst>
                  <a:ext uri="{FF2B5EF4-FFF2-40B4-BE49-F238E27FC236}">
                    <a16:creationId xmlns:a16="http://schemas.microsoft.com/office/drawing/2014/main" id="{212C8539-D54F-D128-53EA-36EF01A981FC}"/>
                  </a:ext>
                </a:extLst>
              </p:cNvPr>
              <p:cNvSpPr/>
              <p:nvPr/>
            </p:nvSpPr>
            <p:spPr>
              <a:xfrm>
                <a:off x="3873017" y="6324237"/>
                <a:ext cx="6343" cy="6345"/>
              </a:xfrm>
              <a:custGeom>
                <a:avLst/>
                <a:gdLst>
                  <a:gd name="connsiteX0" fmla="*/ 3410 w 6343"/>
                  <a:gd name="connsiteY0" fmla="*/ 6570 h 6345"/>
                  <a:gd name="connsiteX1" fmla="*/ 5652 w 6343"/>
                  <a:gd name="connsiteY1" fmla="*/ 5640 h 6345"/>
                  <a:gd name="connsiteX2" fmla="*/ 6581 w 6343"/>
                  <a:gd name="connsiteY2" fmla="*/ 3397 h 6345"/>
                  <a:gd name="connsiteX3" fmla="*/ 5652 w 6343"/>
                  <a:gd name="connsiteY3" fmla="*/ 1153 h 6345"/>
                  <a:gd name="connsiteX4" fmla="*/ 3410 w 6343"/>
                  <a:gd name="connsiteY4" fmla="*/ 224 h 6345"/>
                  <a:gd name="connsiteX5" fmla="*/ 1167 w 6343"/>
                  <a:gd name="connsiteY5" fmla="*/ 1153 h 6345"/>
                  <a:gd name="connsiteX6" fmla="*/ 238 w 6343"/>
                  <a:gd name="connsiteY6" fmla="*/ 3397 h 6345"/>
                  <a:gd name="connsiteX7" fmla="*/ 1167 w 6343"/>
                  <a:gd name="connsiteY7" fmla="*/ 5640 h 6345"/>
                  <a:gd name="connsiteX8" fmla="*/ 3410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70"/>
                    </a:moveTo>
                    <a:cubicBezTo>
                      <a:pt x="4251" y="6570"/>
                      <a:pt x="5058" y="6235"/>
                      <a:pt x="5652" y="5640"/>
                    </a:cubicBezTo>
                    <a:cubicBezTo>
                      <a:pt x="6247" y="5045"/>
                      <a:pt x="6581" y="4238"/>
                      <a:pt x="6581" y="3397"/>
                    </a:cubicBezTo>
                    <a:cubicBezTo>
                      <a:pt x="6581" y="2555"/>
                      <a:pt x="6247" y="1748"/>
                      <a:pt x="5652" y="1153"/>
                    </a:cubicBezTo>
                    <a:cubicBezTo>
                      <a:pt x="5058" y="558"/>
                      <a:pt x="4251" y="224"/>
                      <a:pt x="3410" y="224"/>
                    </a:cubicBezTo>
                    <a:cubicBezTo>
                      <a:pt x="2569" y="224"/>
                      <a:pt x="1762" y="558"/>
                      <a:pt x="1167" y="1153"/>
                    </a:cubicBezTo>
                    <a:cubicBezTo>
                      <a:pt x="572" y="1748"/>
                      <a:pt x="238" y="2555"/>
                      <a:pt x="238" y="3397"/>
                    </a:cubicBezTo>
                    <a:cubicBezTo>
                      <a:pt x="238" y="4238"/>
                      <a:pt x="572" y="5045"/>
                      <a:pt x="1167" y="5640"/>
                    </a:cubicBezTo>
                    <a:cubicBezTo>
                      <a:pt x="1762" y="6235"/>
                      <a:pt x="2569" y="6570"/>
                      <a:pt x="3410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75" name="Freeform: Shape 3674">
                <a:extLst>
                  <a:ext uri="{FF2B5EF4-FFF2-40B4-BE49-F238E27FC236}">
                    <a16:creationId xmlns:a16="http://schemas.microsoft.com/office/drawing/2014/main" id="{7B83FBF2-A210-1F04-0F24-423F43DF8982}"/>
                  </a:ext>
                </a:extLst>
              </p:cNvPr>
              <p:cNvSpPr/>
              <p:nvPr/>
            </p:nvSpPr>
            <p:spPr>
              <a:xfrm>
                <a:off x="3869410" y="6323751"/>
                <a:ext cx="6343" cy="6345"/>
              </a:xfrm>
              <a:custGeom>
                <a:avLst/>
                <a:gdLst>
                  <a:gd name="connsiteX0" fmla="*/ 3409 w 6343"/>
                  <a:gd name="connsiteY0" fmla="*/ 6570 h 6345"/>
                  <a:gd name="connsiteX1" fmla="*/ 5652 w 6343"/>
                  <a:gd name="connsiteY1" fmla="*/ 5640 h 6345"/>
                  <a:gd name="connsiteX2" fmla="*/ 6581 w 6343"/>
                  <a:gd name="connsiteY2" fmla="*/ 3397 h 6345"/>
                  <a:gd name="connsiteX3" fmla="*/ 5652 w 6343"/>
                  <a:gd name="connsiteY3" fmla="*/ 1153 h 6345"/>
                  <a:gd name="connsiteX4" fmla="*/ 3409 w 6343"/>
                  <a:gd name="connsiteY4" fmla="*/ 224 h 6345"/>
                  <a:gd name="connsiteX5" fmla="*/ 1167 w 6343"/>
                  <a:gd name="connsiteY5" fmla="*/ 1153 h 6345"/>
                  <a:gd name="connsiteX6" fmla="*/ 238 w 6343"/>
                  <a:gd name="connsiteY6" fmla="*/ 3397 h 6345"/>
                  <a:gd name="connsiteX7" fmla="*/ 1167 w 6343"/>
                  <a:gd name="connsiteY7" fmla="*/ 5640 h 6345"/>
                  <a:gd name="connsiteX8" fmla="*/ 3409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70"/>
                    </a:moveTo>
                    <a:cubicBezTo>
                      <a:pt x="4251" y="6570"/>
                      <a:pt x="5057" y="6235"/>
                      <a:pt x="5652" y="5640"/>
                    </a:cubicBezTo>
                    <a:cubicBezTo>
                      <a:pt x="6247" y="5045"/>
                      <a:pt x="6581" y="4238"/>
                      <a:pt x="6581" y="3397"/>
                    </a:cubicBezTo>
                    <a:cubicBezTo>
                      <a:pt x="6581" y="2555"/>
                      <a:pt x="6247" y="1748"/>
                      <a:pt x="5652" y="1153"/>
                    </a:cubicBezTo>
                    <a:cubicBezTo>
                      <a:pt x="5057" y="558"/>
                      <a:pt x="4251" y="224"/>
                      <a:pt x="3409" y="224"/>
                    </a:cubicBezTo>
                    <a:cubicBezTo>
                      <a:pt x="2568" y="224"/>
                      <a:pt x="1762" y="558"/>
                      <a:pt x="1167" y="1153"/>
                    </a:cubicBezTo>
                    <a:cubicBezTo>
                      <a:pt x="572" y="1748"/>
                      <a:pt x="238" y="2555"/>
                      <a:pt x="238" y="3397"/>
                    </a:cubicBezTo>
                    <a:cubicBezTo>
                      <a:pt x="238" y="4238"/>
                      <a:pt x="572" y="5045"/>
                      <a:pt x="1167" y="5640"/>
                    </a:cubicBezTo>
                    <a:cubicBezTo>
                      <a:pt x="1762" y="6235"/>
                      <a:pt x="2568" y="6570"/>
                      <a:pt x="3409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76" name="Freeform: Shape 3675">
                <a:extLst>
                  <a:ext uri="{FF2B5EF4-FFF2-40B4-BE49-F238E27FC236}">
                    <a16:creationId xmlns:a16="http://schemas.microsoft.com/office/drawing/2014/main" id="{F5445C39-1081-86B0-E086-17A0FCC5D043}"/>
                  </a:ext>
                </a:extLst>
              </p:cNvPr>
              <p:cNvSpPr/>
              <p:nvPr/>
            </p:nvSpPr>
            <p:spPr>
              <a:xfrm>
                <a:off x="3865789" y="6324762"/>
                <a:ext cx="6343" cy="6345"/>
              </a:xfrm>
              <a:custGeom>
                <a:avLst/>
                <a:gdLst>
                  <a:gd name="connsiteX0" fmla="*/ 3409 w 6343"/>
                  <a:gd name="connsiteY0" fmla="*/ 6570 h 6345"/>
                  <a:gd name="connsiteX1" fmla="*/ 5652 w 6343"/>
                  <a:gd name="connsiteY1" fmla="*/ 5640 h 6345"/>
                  <a:gd name="connsiteX2" fmla="*/ 6581 w 6343"/>
                  <a:gd name="connsiteY2" fmla="*/ 3397 h 6345"/>
                  <a:gd name="connsiteX3" fmla="*/ 5652 w 6343"/>
                  <a:gd name="connsiteY3" fmla="*/ 1153 h 6345"/>
                  <a:gd name="connsiteX4" fmla="*/ 3409 w 6343"/>
                  <a:gd name="connsiteY4" fmla="*/ 224 h 6345"/>
                  <a:gd name="connsiteX5" fmla="*/ 1166 w 6343"/>
                  <a:gd name="connsiteY5" fmla="*/ 1153 h 6345"/>
                  <a:gd name="connsiteX6" fmla="*/ 238 w 6343"/>
                  <a:gd name="connsiteY6" fmla="*/ 3397 h 6345"/>
                  <a:gd name="connsiteX7" fmla="*/ 1166 w 6343"/>
                  <a:gd name="connsiteY7" fmla="*/ 5640 h 6345"/>
                  <a:gd name="connsiteX8" fmla="*/ 3409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70"/>
                    </a:moveTo>
                    <a:cubicBezTo>
                      <a:pt x="4250" y="6570"/>
                      <a:pt x="5057" y="6235"/>
                      <a:pt x="5652" y="5640"/>
                    </a:cubicBezTo>
                    <a:cubicBezTo>
                      <a:pt x="6246" y="5045"/>
                      <a:pt x="6581" y="4238"/>
                      <a:pt x="6581" y="3397"/>
                    </a:cubicBezTo>
                    <a:cubicBezTo>
                      <a:pt x="6581" y="2555"/>
                      <a:pt x="6246" y="1748"/>
                      <a:pt x="5652" y="1153"/>
                    </a:cubicBezTo>
                    <a:cubicBezTo>
                      <a:pt x="5057" y="559"/>
                      <a:pt x="4250" y="224"/>
                      <a:pt x="3409" y="224"/>
                    </a:cubicBezTo>
                    <a:cubicBezTo>
                      <a:pt x="2568" y="224"/>
                      <a:pt x="1761" y="559"/>
                      <a:pt x="1166" y="1153"/>
                    </a:cubicBezTo>
                    <a:cubicBezTo>
                      <a:pt x="572" y="1748"/>
                      <a:pt x="238" y="2555"/>
                      <a:pt x="238" y="3397"/>
                    </a:cubicBezTo>
                    <a:cubicBezTo>
                      <a:pt x="238" y="4238"/>
                      <a:pt x="572" y="5045"/>
                      <a:pt x="1166" y="5640"/>
                    </a:cubicBezTo>
                    <a:cubicBezTo>
                      <a:pt x="1761" y="6235"/>
                      <a:pt x="2568" y="6570"/>
                      <a:pt x="3409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77" name="Freeform: Shape 3676">
                <a:extLst>
                  <a:ext uri="{FF2B5EF4-FFF2-40B4-BE49-F238E27FC236}">
                    <a16:creationId xmlns:a16="http://schemas.microsoft.com/office/drawing/2014/main" id="{DF184F3B-5F3C-CB96-925E-113633C94639}"/>
                  </a:ext>
                </a:extLst>
              </p:cNvPr>
              <p:cNvSpPr/>
              <p:nvPr/>
            </p:nvSpPr>
            <p:spPr>
              <a:xfrm>
                <a:off x="3862132" y="6327033"/>
                <a:ext cx="6343" cy="6345"/>
              </a:xfrm>
              <a:custGeom>
                <a:avLst/>
                <a:gdLst>
                  <a:gd name="connsiteX0" fmla="*/ 3409 w 6343"/>
                  <a:gd name="connsiteY0" fmla="*/ 6570 h 6345"/>
                  <a:gd name="connsiteX1" fmla="*/ 5651 w 6343"/>
                  <a:gd name="connsiteY1" fmla="*/ 5641 h 6345"/>
                  <a:gd name="connsiteX2" fmla="*/ 6580 w 6343"/>
                  <a:gd name="connsiteY2" fmla="*/ 3397 h 6345"/>
                  <a:gd name="connsiteX3" fmla="*/ 5651 w 6343"/>
                  <a:gd name="connsiteY3" fmla="*/ 1154 h 6345"/>
                  <a:gd name="connsiteX4" fmla="*/ 3409 w 6343"/>
                  <a:gd name="connsiteY4" fmla="*/ 224 h 6345"/>
                  <a:gd name="connsiteX5" fmla="*/ 1166 w 6343"/>
                  <a:gd name="connsiteY5" fmla="*/ 1154 h 6345"/>
                  <a:gd name="connsiteX6" fmla="*/ 237 w 6343"/>
                  <a:gd name="connsiteY6" fmla="*/ 3397 h 6345"/>
                  <a:gd name="connsiteX7" fmla="*/ 1166 w 6343"/>
                  <a:gd name="connsiteY7" fmla="*/ 5641 h 6345"/>
                  <a:gd name="connsiteX8" fmla="*/ 3409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70"/>
                    </a:moveTo>
                    <a:cubicBezTo>
                      <a:pt x="4250" y="6570"/>
                      <a:pt x="5057" y="6235"/>
                      <a:pt x="5651" y="5641"/>
                    </a:cubicBezTo>
                    <a:cubicBezTo>
                      <a:pt x="6246" y="5046"/>
                      <a:pt x="6580" y="4239"/>
                      <a:pt x="6580" y="3397"/>
                    </a:cubicBezTo>
                    <a:cubicBezTo>
                      <a:pt x="6580" y="2556"/>
                      <a:pt x="6246" y="1749"/>
                      <a:pt x="5651" y="1154"/>
                    </a:cubicBezTo>
                    <a:cubicBezTo>
                      <a:pt x="5057" y="559"/>
                      <a:pt x="4250" y="224"/>
                      <a:pt x="3409" y="224"/>
                    </a:cubicBezTo>
                    <a:cubicBezTo>
                      <a:pt x="2568" y="224"/>
                      <a:pt x="1761" y="559"/>
                      <a:pt x="1166" y="1154"/>
                    </a:cubicBezTo>
                    <a:cubicBezTo>
                      <a:pt x="571" y="1749"/>
                      <a:pt x="237" y="2556"/>
                      <a:pt x="237" y="3397"/>
                    </a:cubicBezTo>
                    <a:cubicBezTo>
                      <a:pt x="237" y="4239"/>
                      <a:pt x="571" y="5046"/>
                      <a:pt x="1166" y="5641"/>
                    </a:cubicBezTo>
                    <a:cubicBezTo>
                      <a:pt x="1761" y="6235"/>
                      <a:pt x="2568" y="6570"/>
                      <a:pt x="3409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78" name="Freeform: Shape 3677">
                <a:extLst>
                  <a:ext uri="{FF2B5EF4-FFF2-40B4-BE49-F238E27FC236}">
                    <a16:creationId xmlns:a16="http://schemas.microsoft.com/office/drawing/2014/main" id="{F17EE73D-9284-A998-CB61-A832C6AD4E67}"/>
                  </a:ext>
                </a:extLst>
              </p:cNvPr>
              <p:cNvSpPr/>
              <p:nvPr/>
            </p:nvSpPr>
            <p:spPr>
              <a:xfrm>
                <a:off x="3858522" y="6326243"/>
                <a:ext cx="6343" cy="6345"/>
              </a:xfrm>
              <a:custGeom>
                <a:avLst/>
                <a:gdLst>
                  <a:gd name="connsiteX0" fmla="*/ 3409 w 6343"/>
                  <a:gd name="connsiteY0" fmla="*/ 6570 h 6345"/>
                  <a:gd name="connsiteX1" fmla="*/ 5651 w 6343"/>
                  <a:gd name="connsiteY1" fmla="*/ 5640 h 6345"/>
                  <a:gd name="connsiteX2" fmla="*/ 6580 w 6343"/>
                  <a:gd name="connsiteY2" fmla="*/ 3397 h 6345"/>
                  <a:gd name="connsiteX3" fmla="*/ 5651 w 6343"/>
                  <a:gd name="connsiteY3" fmla="*/ 1154 h 6345"/>
                  <a:gd name="connsiteX4" fmla="*/ 3409 w 6343"/>
                  <a:gd name="connsiteY4" fmla="*/ 224 h 6345"/>
                  <a:gd name="connsiteX5" fmla="*/ 1166 w 6343"/>
                  <a:gd name="connsiteY5" fmla="*/ 1154 h 6345"/>
                  <a:gd name="connsiteX6" fmla="*/ 237 w 6343"/>
                  <a:gd name="connsiteY6" fmla="*/ 3397 h 6345"/>
                  <a:gd name="connsiteX7" fmla="*/ 1166 w 6343"/>
                  <a:gd name="connsiteY7" fmla="*/ 5640 h 6345"/>
                  <a:gd name="connsiteX8" fmla="*/ 3409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70"/>
                    </a:moveTo>
                    <a:cubicBezTo>
                      <a:pt x="4250" y="6570"/>
                      <a:pt x="5056" y="6235"/>
                      <a:pt x="5651" y="5640"/>
                    </a:cubicBezTo>
                    <a:cubicBezTo>
                      <a:pt x="6246" y="5045"/>
                      <a:pt x="6580" y="4238"/>
                      <a:pt x="6580" y="3397"/>
                    </a:cubicBezTo>
                    <a:cubicBezTo>
                      <a:pt x="6580" y="2556"/>
                      <a:pt x="6246" y="1749"/>
                      <a:pt x="5651" y="1154"/>
                    </a:cubicBezTo>
                    <a:cubicBezTo>
                      <a:pt x="5056" y="559"/>
                      <a:pt x="4250" y="224"/>
                      <a:pt x="3409" y="224"/>
                    </a:cubicBezTo>
                    <a:cubicBezTo>
                      <a:pt x="2567" y="224"/>
                      <a:pt x="1761" y="559"/>
                      <a:pt x="1166" y="1154"/>
                    </a:cubicBezTo>
                    <a:cubicBezTo>
                      <a:pt x="571" y="1749"/>
                      <a:pt x="237" y="2556"/>
                      <a:pt x="237" y="3397"/>
                    </a:cubicBezTo>
                    <a:cubicBezTo>
                      <a:pt x="237" y="4238"/>
                      <a:pt x="571" y="5045"/>
                      <a:pt x="1166" y="5640"/>
                    </a:cubicBezTo>
                    <a:cubicBezTo>
                      <a:pt x="1761" y="6235"/>
                      <a:pt x="2567" y="6570"/>
                      <a:pt x="3409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79" name="Freeform: Shape 3678">
                <a:extLst>
                  <a:ext uri="{FF2B5EF4-FFF2-40B4-BE49-F238E27FC236}">
                    <a16:creationId xmlns:a16="http://schemas.microsoft.com/office/drawing/2014/main" id="{3147C59B-824E-118E-9249-06DF47844DF3}"/>
                  </a:ext>
                </a:extLst>
              </p:cNvPr>
              <p:cNvSpPr/>
              <p:nvPr/>
            </p:nvSpPr>
            <p:spPr>
              <a:xfrm>
                <a:off x="3851517" y="6435706"/>
                <a:ext cx="6343" cy="6345"/>
              </a:xfrm>
              <a:custGeom>
                <a:avLst/>
                <a:gdLst>
                  <a:gd name="connsiteX0" fmla="*/ 3408 w 6343"/>
                  <a:gd name="connsiteY0" fmla="*/ 6578 h 6345"/>
                  <a:gd name="connsiteX1" fmla="*/ 5651 w 6343"/>
                  <a:gd name="connsiteY1" fmla="*/ 5649 h 6345"/>
                  <a:gd name="connsiteX2" fmla="*/ 6580 w 6343"/>
                  <a:gd name="connsiteY2" fmla="*/ 3406 h 6345"/>
                  <a:gd name="connsiteX3" fmla="*/ 5651 w 6343"/>
                  <a:gd name="connsiteY3" fmla="*/ 1162 h 6345"/>
                  <a:gd name="connsiteX4" fmla="*/ 3408 w 6343"/>
                  <a:gd name="connsiteY4" fmla="*/ 233 h 6345"/>
                  <a:gd name="connsiteX5" fmla="*/ 1165 w 6343"/>
                  <a:gd name="connsiteY5" fmla="*/ 1162 h 6345"/>
                  <a:gd name="connsiteX6" fmla="*/ 236 w 6343"/>
                  <a:gd name="connsiteY6" fmla="*/ 3406 h 6345"/>
                  <a:gd name="connsiteX7" fmla="*/ 1165 w 6343"/>
                  <a:gd name="connsiteY7" fmla="*/ 5649 h 6345"/>
                  <a:gd name="connsiteX8" fmla="*/ 3408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78"/>
                    </a:moveTo>
                    <a:cubicBezTo>
                      <a:pt x="4249" y="6578"/>
                      <a:pt x="5056" y="6244"/>
                      <a:pt x="5651" y="5649"/>
                    </a:cubicBezTo>
                    <a:cubicBezTo>
                      <a:pt x="6245" y="5054"/>
                      <a:pt x="6580" y="4247"/>
                      <a:pt x="6580" y="3406"/>
                    </a:cubicBezTo>
                    <a:cubicBezTo>
                      <a:pt x="6580" y="2564"/>
                      <a:pt x="6245" y="1757"/>
                      <a:pt x="5651" y="1162"/>
                    </a:cubicBezTo>
                    <a:cubicBezTo>
                      <a:pt x="5056" y="567"/>
                      <a:pt x="4249" y="233"/>
                      <a:pt x="3408" y="233"/>
                    </a:cubicBezTo>
                    <a:cubicBezTo>
                      <a:pt x="2567" y="233"/>
                      <a:pt x="1760" y="567"/>
                      <a:pt x="1165" y="1162"/>
                    </a:cubicBezTo>
                    <a:cubicBezTo>
                      <a:pt x="571" y="1757"/>
                      <a:pt x="236" y="2564"/>
                      <a:pt x="236" y="3406"/>
                    </a:cubicBezTo>
                    <a:cubicBezTo>
                      <a:pt x="236" y="4247"/>
                      <a:pt x="571" y="5054"/>
                      <a:pt x="1165" y="5649"/>
                    </a:cubicBezTo>
                    <a:cubicBezTo>
                      <a:pt x="1760" y="6244"/>
                      <a:pt x="2567" y="6578"/>
                      <a:pt x="3408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80" name="Freeform: Shape 3679">
                <a:extLst>
                  <a:ext uri="{FF2B5EF4-FFF2-40B4-BE49-F238E27FC236}">
                    <a16:creationId xmlns:a16="http://schemas.microsoft.com/office/drawing/2014/main" id="{20439F18-3675-8035-F389-AD8FDE2D5061}"/>
                  </a:ext>
                </a:extLst>
              </p:cNvPr>
              <p:cNvSpPr/>
              <p:nvPr/>
            </p:nvSpPr>
            <p:spPr>
              <a:xfrm>
                <a:off x="3847288" y="6433805"/>
                <a:ext cx="6343" cy="6345"/>
              </a:xfrm>
              <a:custGeom>
                <a:avLst/>
                <a:gdLst>
                  <a:gd name="connsiteX0" fmla="*/ 3408 w 6343"/>
                  <a:gd name="connsiteY0" fmla="*/ 6578 h 6345"/>
                  <a:gd name="connsiteX1" fmla="*/ 5650 w 6343"/>
                  <a:gd name="connsiteY1" fmla="*/ 5649 h 6345"/>
                  <a:gd name="connsiteX2" fmla="*/ 6579 w 6343"/>
                  <a:gd name="connsiteY2" fmla="*/ 3405 h 6345"/>
                  <a:gd name="connsiteX3" fmla="*/ 5650 w 6343"/>
                  <a:gd name="connsiteY3" fmla="*/ 1162 h 6345"/>
                  <a:gd name="connsiteX4" fmla="*/ 3408 w 6343"/>
                  <a:gd name="connsiteY4" fmla="*/ 233 h 6345"/>
                  <a:gd name="connsiteX5" fmla="*/ 1165 w 6343"/>
                  <a:gd name="connsiteY5" fmla="*/ 1162 h 6345"/>
                  <a:gd name="connsiteX6" fmla="*/ 236 w 6343"/>
                  <a:gd name="connsiteY6" fmla="*/ 3405 h 6345"/>
                  <a:gd name="connsiteX7" fmla="*/ 1165 w 6343"/>
                  <a:gd name="connsiteY7" fmla="*/ 5649 h 6345"/>
                  <a:gd name="connsiteX8" fmla="*/ 3408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78"/>
                    </a:moveTo>
                    <a:cubicBezTo>
                      <a:pt x="4249" y="6578"/>
                      <a:pt x="5056" y="6244"/>
                      <a:pt x="5650" y="5649"/>
                    </a:cubicBezTo>
                    <a:cubicBezTo>
                      <a:pt x="6245" y="5054"/>
                      <a:pt x="6579" y="4247"/>
                      <a:pt x="6579" y="3405"/>
                    </a:cubicBezTo>
                    <a:cubicBezTo>
                      <a:pt x="6579" y="2564"/>
                      <a:pt x="6245" y="1757"/>
                      <a:pt x="5650" y="1162"/>
                    </a:cubicBezTo>
                    <a:cubicBezTo>
                      <a:pt x="5056" y="567"/>
                      <a:pt x="4249" y="233"/>
                      <a:pt x="3408" y="233"/>
                    </a:cubicBezTo>
                    <a:cubicBezTo>
                      <a:pt x="2567" y="233"/>
                      <a:pt x="1760" y="567"/>
                      <a:pt x="1165" y="1162"/>
                    </a:cubicBezTo>
                    <a:cubicBezTo>
                      <a:pt x="570" y="1757"/>
                      <a:pt x="236" y="2564"/>
                      <a:pt x="236" y="3405"/>
                    </a:cubicBezTo>
                    <a:cubicBezTo>
                      <a:pt x="236" y="4247"/>
                      <a:pt x="570" y="5054"/>
                      <a:pt x="1165" y="5649"/>
                    </a:cubicBezTo>
                    <a:cubicBezTo>
                      <a:pt x="1760" y="6244"/>
                      <a:pt x="2567" y="6578"/>
                      <a:pt x="3408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81" name="Freeform: Shape 3680">
                <a:extLst>
                  <a:ext uri="{FF2B5EF4-FFF2-40B4-BE49-F238E27FC236}">
                    <a16:creationId xmlns:a16="http://schemas.microsoft.com/office/drawing/2014/main" id="{F140E38A-8AFE-0B1E-F7DB-1EEA9F336060}"/>
                  </a:ext>
                </a:extLst>
              </p:cNvPr>
              <p:cNvSpPr/>
              <p:nvPr/>
            </p:nvSpPr>
            <p:spPr>
              <a:xfrm>
                <a:off x="3842994" y="6433918"/>
                <a:ext cx="6343" cy="6345"/>
              </a:xfrm>
              <a:custGeom>
                <a:avLst/>
                <a:gdLst>
                  <a:gd name="connsiteX0" fmla="*/ 3407 w 6343"/>
                  <a:gd name="connsiteY0" fmla="*/ 6578 h 6345"/>
                  <a:gd name="connsiteX1" fmla="*/ 5650 w 6343"/>
                  <a:gd name="connsiteY1" fmla="*/ 5649 h 6345"/>
                  <a:gd name="connsiteX2" fmla="*/ 6579 w 6343"/>
                  <a:gd name="connsiteY2" fmla="*/ 3406 h 6345"/>
                  <a:gd name="connsiteX3" fmla="*/ 5650 w 6343"/>
                  <a:gd name="connsiteY3" fmla="*/ 1162 h 6345"/>
                  <a:gd name="connsiteX4" fmla="*/ 3407 w 6343"/>
                  <a:gd name="connsiteY4" fmla="*/ 233 h 6345"/>
                  <a:gd name="connsiteX5" fmla="*/ 1165 w 6343"/>
                  <a:gd name="connsiteY5" fmla="*/ 1162 h 6345"/>
                  <a:gd name="connsiteX6" fmla="*/ 236 w 6343"/>
                  <a:gd name="connsiteY6" fmla="*/ 3406 h 6345"/>
                  <a:gd name="connsiteX7" fmla="*/ 1165 w 6343"/>
                  <a:gd name="connsiteY7" fmla="*/ 5649 h 6345"/>
                  <a:gd name="connsiteX8" fmla="*/ 3407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78"/>
                    </a:moveTo>
                    <a:cubicBezTo>
                      <a:pt x="4248" y="6578"/>
                      <a:pt x="5055" y="6244"/>
                      <a:pt x="5650" y="5649"/>
                    </a:cubicBezTo>
                    <a:cubicBezTo>
                      <a:pt x="6245" y="5054"/>
                      <a:pt x="6579" y="4247"/>
                      <a:pt x="6579" y="3406"/>
                    </a:cubicBezTo>
                    <a:cubicBezTo>
                      <a:pt x="6579" y="2564"/>
                      <a:pt x="6245" y="1757"/>
                      <a:pt x="5650" y="1162"/>
                    </a:cubicBezTo>
                    <a:cubicBezTo>
                      <a:pt x="5055" y="567"/>
                      <a:pt x="4248" y="233"/>
                      <a:pt x="3407" y="233"/>
                    </a:cubicBezTo>
                    <a:cubicBezTo>
                      <a:pt x="2566" y="233"/>
                      <a:pt x="1759" y="567"/>
                      <a:pt x="1165" y="1162"/>
                    </a:cubicBezTo>
                    <a:cubicBezTo>
                      <a:pt x="570" y="1757"/>
                      <a:pt x="236" y="2564"/>
                      <a:pt x="236" y="3406"/>
                    </a:cubicBezTo>
                    <a:cubicBezTo>
                      <a:pt x="236" y="4247"/>
                      <a:pt x="570" y="5054"/>
                      <a:pt x="1165" y="5649"/>
                    </a:cubicBezTo>
                    <a:cubicBezTo>
                      <a:pt x="1759" y="6244"/>
                      <a:pt x="2566" y="6578"/>
                      <a:pt x="3407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82" name="Freeform: Shape 3681">
                <a:extLst>
                  <a:ext uri="{FF2B5EF4-FFF2-40B4-BE49-F238E27FC236}">
                    <a16:creationId xmlns:a16="http://schemas.microsoft.com/office/drawing/2014/main" id="{2991C4D0-BD2A-8375-4363-0C7C4AA73029}"/>
                  </a:ext>
                </a:extLst>
              </p:cNvPr>
              <p:cNvSpPr/>
              <p:nvPr/>
            </p:nvSpPr>
            <p:spPr>
              <a:xfrm>
                <a:off x="3838697" y="6434005"/>
                <a:ext cx="6343" cy="6345"/>
              </a:xfrm>
              <a:custGeom>
                <a:avLst/>
                <a:gdLst>
                  <a:gd name="connsiteX0" fmla="*/ 3407 w 6343"/>
                  <a:gd name="connsiteY0" fmla="*/ 6578 h 6345"/>
                  <a:gd name="connsiteX1" fmla="*/ 5650 w 6343"/>
                  <a:gd name="connsiteY1" fmla="*/ 5649 h 6345"/>
                  <a:gd name="connsiteX2" fmla="*/ 6579 w 6343"/>
                  <a:gd name="connsiteY2" fmla="*/ 3406 h 6345"/>
                  <a:gd name="connsiteX3" fmla="*/ 5650 w 6343"/>
                  <a:gd name="connsiteY3" fmla="*/ 1162 h 6345"/>
                  <a:gd name="connsiteX4" fmla="*/ 3407 w 6343"/>
                  <a:gd name="connsiteY4" fmla="*/ 233 h 6345"/>
                  <a:gd name="connsiteX5" fmla="*/ 1164 w 6343"/>
                  <a:gd name="connsiteY5" fmla="*/ 1162 h 6345"/>
                  <a:gd name="connsiteX6" fmla="*/ 235 w 6343"/>
                  <a:gd name="connsiteY6" fmla="*/ 3406 h 6345"/>
                  <a:gd name="connsiteX7" fmla="*/ 1164 w 6343"/>
                  <a:gd name="connsiteY7" fmla="*/ 5649 h 6345"/>
                  <a:gd name="connsiteX8" fmla="*/ 3407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78"/>
                    </a:moveTo>
                    <a:cubicBezTo>
                      <a:pt x="4248" y="6578"/>
                      <a:pt x="5055" y="6244"/>
                      <a:pt x="5650" y="5649"/>
                    </a:cubicBezTo>
                    <a:cubicBezTo>
                      <a:pt x="6244" y="5054"/>
                      <a:pt x="6579" y="4247"/>
                      <a:pt x="6579" y="3406"/>
                    </a:cubicBezTo>
                    <a:cubicBezTo>
                      <a:pt x="6579" y="2564"/>
                      <a:pt x="6244" y="1757"/>
                      <a:pt x="5650" y="1162"/>
                    </a:cubicBezTo>
                    <a:cubicBezTo>
                      <a:pt x="5055" y="567"/>
                      <a:pt x="4248" y="233"/>
                      <a:pt x="3407" y="233"/>
                    </a:cubicBezTo>
                    <a:cubicBezTo>
                      <a:pt x="2566" y="233"/>
                      <a:pt x="1759" y="567"/>
                      <a:pt x="1164" y="1162"/>
                    </a:cubicBezTo>
                    <a:cubicBezTo>
                      <a:pt x="570" y="1757"/>
                      <a:pt x="235" y="2564"/>
                      <a:pt x="235" y="3406"/>
                    </a:cubicBezTo>
                    <a:cubicBezTo>
                      <a:pt x="235" y="4247"/>
                      <a:pt x="570" y="5054"/>
                      <a:pt x="1164" y="5649"/>
                    </a:cubicBezTo>
                    <a:cubicBezTo>
                      <a:pt x="1759" y="6244"/>
                      <a:pt x="2566" y="6578"/>
                      <a:pt x="3407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83" name="Freeform: Shape 3682">
                <a:extLst>
                  <a:ext uri="{FF2B5EF4-FFF2-40B4-BE49-F238E27FC236}">
                    <a16:creationId xmlns:a16="http://schemas.microsoft.com/office/drawing/2014/main" id="{22944273-3FFE-207C-1168-EB513CB3FC74}"/>
                  </a:ext>
                </a:extLst>
              </p:cNvPr>
              <p:cNvSpPr/>
              <p:nvPr/>
            </p:nvSpPr>
            <p:spPr>
              <a:xfrm>
                <a:off x="3834488" y="6432453"/>
                <a:ext cx="6343" cy="6345"/>
              </a:xfrm>
              <a:custGeom>
                <a:avLst/>
                <a:gdLst>
                  <a:gd name="connsiteX0" fmla="*/ 3407 w 6343"/>
                  <a:gd name="connsiteY0" fmla="*/ 6578 h 6345"/>
                  <a:gd name="connsiteX1" fmla="*/ 5649 w 6343"/>
                  <a:gd name="connsiteY1" fmla="*/ 5649 h 6345"/>
                  <a:gd name="connsiteX2" fmla="*/ 6578 w 6343"/>
                  <a:gd name="connsiteY2" fmla="*/ 3405 h 6345"/>
                  <a:gd name="connsiteX3" fmla="*/ 5649 w 6343"/>
                  <a:gd name="connsiteY3" fmla="*/ 1162 h 6345"/>
                  <a:gd name="connsiteX4" fmla="*/ 3407 w 6343"/>
                  <a:gd name="connsiteY4" fmla="*/ 233 h 6345"/>
                  <a:gd name="connsiteX5" fmla="*/ 1164 w 6343"/>
                  <a:gd name="connsiteY5" fmla="*/ 1162 h 6345"/>
                  <a:gd name="connsiteX6" fmla="*/ 235 w 6343"/>
                  <a:gd name="connsiteY6" fmla="*/ 3405 h 6345"/>
                  <a:gd name="connsiteX7" fmla="*/ 1164 w 6343"/>
                  <a:gd name="connsiteY7" fmla="*/ 5649 h 6345"/>
                  <a:gd name="connsiteX8" fmla="*/ 3407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78"/>
                    </a:moveTo>
                    <a:cubicBezTo>
                      <a:pt x="4248" y="6578"/>
                      <a:pt x="5055" y="6244"/>
                      <a:pt x="5649" y="5649"/>
                    </a:cubicBezTo>
                    <a:cubicBezTo>
                      <a:pt x="6244" y="5054"/>
                      <a:pt x="6578" y="4247"/>
                      <a:pt x="6578" y="3405"/>
                    </a:cubicBezTo>
                    <a:cubicBezTo>
                      <a:pt x="6578" y="2564"/>
                      <a:pt x="6244" y="1757"/>
                      <a:pt x="5649" y="1162"/>
                    </a:cubicBezTo>
                    <a:cubicBezTo>
                      <a:pt x="5055" y="567"/>
                      <a:pt x="4248" y="233"/>
                      <a:pt x="3407" y="233"/>
                    </a:cubicBezTo>
                    <a:cubicBezTo>
                      <a:pt x="2566" y="233"/>
                      <a:pt x="1759" y="567"/>
                      <a:pt x="1164" y="1162"/>
                    </a:cubicBezTo>
                    <a:cubicBezTo>
                      <a:pt x="569" y="1757"/>
                      <a:pt x="235" y="2564"/>
                      <a:pt x="235" y="3405"/>
                    </a:cubicBezTo>
                    <a:cubicBezTo>
                      <a:pt x="235" y="4247"/>
                      <a:pt x="569" y="5054"/>
                      <a:pt x="1164" y="5649"/>
                    </a:cubicBezTo>
                    <a:cubicBezTo>
                      <a:pt x="1759" y="6244"/>
                      <a:pt x="2566" y="6578"/>
                      <a:pt x="3407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84" name="Freeform: Shape 3683">
                <a:extLst>
                  <a:ext uri="{FF2B5EF4-FFF2-40B4-BE49-F238E27FC236}">
                    <a16:creationId xmlns:a16="http://schemas.microsoft.com/office/drawing/2014/main" id="{420DFB76-D8BE-6BCB-4037-FAA53E4CBF93}"/>
                  </a:ext>
                </a:extLst>
              </p:cNvPr>
              <p:cNvSpPr/>
              <p:nvPr/>
            </p:nvSpPr>
            <p:spPr>
              <a:xfrm>
                <a:off x="3830211" y="6432250"/>
                <a:ext cx="6343" cy="6345"/>
              </a:xfrm>
              <a:custGeom>
                <a:avLst/>
                <a:gdLst>
                  <a:gd name="connsiteX0" fmla="*/ 3406 w 6343"/>
                  <a:gd name="connsiteY0" fmla="*/ 6578 h 6345"/>
                  <a:gd name="connsiteX1" fmla="*/ 5649 w 6343"/>
                  <a:gd name="connsiteY1" fmla="*/ 5649 h 6345"/>
                  <a:gd name="connsiteX2" fmla="*/ 6578 w 6343"/>
                  <a:gd name="connsiteY2" fmla="*/ 3405 h 6345"/>
                  <a:gd name="connsiteX3" fmla="*/ 5649 w 6343"/>
                  <a:gd name="connsiteY3" fmla="*/ 1162 h 6345"/>
                  <a:gd name="connsiteX4" fmla="*/ 3406 w 6343"/>
                  <a:gd name="connsiteY4" fmla="*/ 233 h 6345"/>
                  <a:gd name="connsiteX5" fmla="*/ 1164 w 6343"/>
                  <a:gd name="connsiteY5" fmla="*/ 1162 h 6345"/>
                  <a:gd name="connsiteX6" fmla="*/ 235 w 6343"/>
                  <a:gd name="connsiteY6" fmla="*/ 3405 h 6345"/>
                  <a:gd name="connsiteX7" fmla="*/ 1164 w 6343"/>
                  <a:gd name="connsiteY7" fmla="*/ 5649 h 6345"/>
                  <a:gd name="connsiteX8" fmla="*/ 3406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78"/>
                    </a:moveTo>
                    <a:cubicBezTo>
                      <a:pt x="4247" y="6578"/>
                      <a:pt x="5054" y="6244"/>
                      <a:pt x="5649" y="5649"/>
                    </a:cubicBezTo>
                    <a:cubicBezTo>
                      <a:pt x="6244" y="5054"/>
                      <a:pt x="6578" y="4247"/>
                      <a:pt x="6578" y="3405"/>
                    </a:cubicBezTo>
                    <a:cubicBezTo>
                      <a:pt x="6578" y="2564"/>
                      <a:pt x="6244" y="1757"/>
                      <a:pt x="5649" y="1162"/>
                    </a:cubicBezTo>
                    <a:cubicBezTo>
                      <a:pt x="5054" y="567"/>
                      <a:pt x="4247" y="233"/>
                      <a:pt x="3406" y="233"/>
                    </a:cubicBezTo>
                    <a:cubicBezTo>
                      <a:pt x="2565" y="233"/>
                      <a:pt x="1758" y="567"/>
                      <a:pt x="1164" y="1162"/>
                    </a:cubicBezTo>
                    <a:cubicBezTo>
                      <a:pt x="569" y="1757"/>
                      <a:pt x="235" y="2564"/>
                      <a:pt x="235" y="3405"/>
                    </a:cubicBezTo>
                    <a:cubicBezTo>
                      <a:pt x="235" y="4247"/>
                      <a:pt x="569" y="5054"/>
                      <a:pt x="1164" y="5649"/>
                    </a:cubicBezTo>
                    <a:cubicBezTo>
                      <a:pt x="1758" y="6244"/>
                      <a:pt x="2565" y="6578"/>
                      <a:pt x="3406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85" name="Freeform: Shape 3684">
                <a:extLst>
                  <a:ext uri="{FF2B5EF4-FFF2-40B4-BE49-F238E27FC236}">
                    <a16:creationId xmlns:a16="http://schemas.microsoft.com/office/drawing/2014/main" id="{AACBD2BE-3833-E7F5-4764-CC1C7BDD29AC}"/>
                  </a:ext>
                </a:extLst>
              </p:cNvPr>
              <p:cNvSpPr/>
              <p:nvPr/>
            </p:nvSpPr>
            <p:spPr>
              <a:xfrm>
                <a:off x="3825891" y="6432685"/>
                <a:ext cx="6343" cy="6345"/>
              </a:xfrm>
              <a:custGeom>
                <a:avLst/>
                <a:gdLst>
                  <a:gd name="connsiteX0" fmla="*/ 3406 w 6343"/>
                  <a:gd name="connsiteY0" fmla="*/ 6578 h 6345"/>
                  <a:gd name="connsiteX1" fmla="*/ 5649 w 6343"/>
                  <a:gd name="connsiteY1" fmla="*/ 5649 h 6345"/>
                  <a:gd name="connsiteX2" fmla="*/ 6578 w 6343"/>
                  <a:gd name="connsiteY2" fmla="*/ 3405 h 6345"/>
                  <a:gd name="connsiteX3" fmla="*/ 5649 w 6343"/>
                  <a:gd name="connsiteY3" fmla="*/ 1162 h 6345"/>
                  <a:gd name="connsiteX4" fmla="*/ 3406 w 6343"/>
                  <a:gd name="connsiteY4" fmla="*/ 233 h 6345"/>
                  <a:gd name="connsiteX5" fmla="*/ 1163 w 6343"/>
                  <a:gd name="connsiteY5" fmla="*/ 1162 h 6345"/>
                  <a:gd name="connsiteX6" fmla="*/ 234 w 6343"/>
                  <a:gd name="connsiteY6" fmla="*/ 3405 h 6345"/>
                  <a:gd name="connsiteX7" fmla="*/ 1163 w 6343"/>
                  <a:gd name="connsiteY7" fmla="*/ 5649 h 6345"/>
                  <a:gd name="connsiteX8" fmla="*/ 3406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78"/>
                    </a:moveTo>
                    <a:cubicBezTo>
                      <a:pt x="4247" y="6578"/>
                      <a:pt x="5054" y="6244"/>
                      <a:pt x="5649" y="5649"/>
                    </a:cubicBezTo>
                    <a:cubicBezTo>
                      <a:pt x="6243" y="5054"/>
                      <a:pt x="6578" y="4247"/>
                      <a:pt x="6578" y="3405"/>
                    </a:cubicBezTo>
                    <a:cubicBezTo>
                      <a:pt x="6578" y="2564"/>
                      <a:pt x="6243" y="1757"/>
                      <a:pt x="5649" y="1162"/>
                    </a:cubicBezTo>
                    <a:cubicBezTo>
                      <a:pt x="5054" y="567"/>
                      <a:pt x="4247" y="233"/>
                      <a:pt x="3406" y="233"/>
                    </a:cubicBezTo>
                    <a:cubicBezTo>
                      <a:pt x="2565" y="233"/>
                      <a:pt x="1758" y="567"/>
                      <a:pt x="1163" y="1162"/>
                    </a:cubicBezTo>
                    <a:cubicBezTo>
                      <a:pt x="569" y="1757"/>
                      <a:pt x="234" y="2564"/>
                      <a:pt x="234" y="3405"/>
                    </a:cubicBezTo>
                    <a:cubicBezTo>
                      <a:pt x="234" y="4247"/>
                      <a:pt x="569" y="5054"/>
                      <a:pt x="1163" y="5649"/>
                    </a:cubicBezTo>
                    <a:cubicBezTo>
                      <a:pt x="1758" y="6244"/>
                      <a:pt x="2565" y="6578"/>
                      <a:pt x="3406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86" name="Freeform: Shape 3685">
                <a:extLst>
                  <a:ext uri="{FF2B5EF4-FFF2-40B4-BE49-F238E27FC236}">
                    <a16:creationId xmlns:a16="http://schemas.microsoft.com/office/drawing/2014/main" id="{EDE7EC60-5602-1B36-6E21-162FEAD34837}"/>
                  </a:ext>
                </a:extLst>
              </p:cNvPr>
              <p:cNvSpPr/>
              <p:nvPr/>
            </p:nvSpPr>
            <p:spPr>
              <a:xfrm>
                <a:off x="3821714" y="6431056"/>
                <a:ext cx="6343" cy="6345"/>
              </a:xfrm>
              <a:custGeom>
                <a:avLst/>
                <a:gdLst>
                  <a:gd name="connsiteX0" fmla="*/ 3406 w 6343"/>
                  <a:gd name="connsiteY0" fmla="*/ 6578 h 6345"/>
                  <a:gd name="connsiteX1" fmla="*/ 5648 w 6343"/>
                  <a:gd name="connsiteY1" fmla="*/ 5649 h 6345"/>
                  <a:gd name="connsiteX2" fmla="*/ 6577 w 6343"/>
                  <a:gd name="connsiteY2" fmla="*/ 3405 h 6345"/>
                  <a:gd name="connsiteX3" fmla="*/ 5648 w 6343"/>
                  <a:gd name="connsiteY3" fmla="*/ 1162 h 6345"/>
                  <a:gd name="connsiteX4" fmla="*/ 3406 w 6343"/>
                  <a:gd name="connsiteY4" fmla="*/ 233 h 6345"/>
                  <a:gd name="connsiteX5" fmla="*/ 1163 w 6343"/>
                  <a:gd name="connsiteY5" fmla="*/ 1162 h 6345"/>
                  <a:gd name="connsiteX6" fmla="*/ 234 w 6343"/>
                  <a:gd name="connsiteY6" fmla="*/ 3405 h 6345"/>
                  <a:gd name="connsiteX7" fmla="*/ 1163 w 6343"/>
                  <a:gd name="connsiteY7" fmla="*/ 5649 h 6345"/>
                  <a:gd name="connsiteX8" fmla="*/ 3406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78"/>
                    </a:moveTo>
                    <a:cubicBezTo>
                      <a:pt x="4247" y="6578"/>
                      <a:pt x="5054" y="6244"/>
                      <a:pt x="5648" y="5649"/>
                    </a:cubicBezTo>
                    <a:cubicBezTo>
                      <a:pt x="6243" y="5054"/>
                      <a:pt x="6577" y="4247"/>
                      <a:pt x="6577" y="3405"/>
                    </a:cubicBezTo>
                    <a:cubicBezTo>
                      <a:pt x="6577" y="2564"/>
                      <a:pt x="6243" y="1757"/>
                      <a:pt x="5648" y="1162"/>
                    </a:cubicBezTo>
                    <a:cubicBezTo>
                      <a:pt x="5054" y="567"/>
                      <a:pt x="4247" y="233"/>
                      <a:pt x="3406" y="233"/>
                    </a:cubicBezTo>
                    <a:cubicBezTo>
                      <a:pt x="2565" y="233"/>
                      <a:pt x="1758" y="567"/>
                      <a:pt x="1163" y="1162"/>
                    </a:cubicBezTo>
                    <a:cubicBezTo>
                      <a:pt x="568" y="1757"/>
                      <a:pt x="234" y="2564"/>
                      <a:pt x="234" y="3405"/>
                    </a:cubicBezTo>
                    <a:cubicBezTo>
                      <a:pt x="234" y="4247"/>
                      <a:pt x="568" y="5054"/>
                      <a:pt x="1163" y="5649"/>
                    </a:cubicBezTo>
                    <a:cubicBezTo>
                      <a:pt x="1758" y="6244"/>
                      <a:pt x="2565" y="6578"/>
                      <a:pt x="3406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87" name="Freeform: Shape 3686">
                <a:extLst>
                  <a:ext uri="{FF2B5EF4-FFF2-40B4-BE49-F238E27FC236}">
                    <a16:creationId xmlns:a16="http://schemas.microsoft.com/office/drawing/2014/main" id="{3856E920-87FB-D97F-39F8-716C52506A64}"/>
                  </a:ext>
                </a:extLst>
              </p:cNvPr>
              <p:cNvSpPr/>
              <p:nvPr/>
            </p:nvSpPr>
            <p:spPr>
              <a:xfrm>
                <a:off x="3817499" y="6430112"/>
                <a:ext cx="6343" cy="6345"/>
              </a:xfrm>
              <a:custGeom>
                <a:avLst/>
                <a:gdLst>
                  <a:gd name="connsiteX0" fmla="*/ 3405 w 6343"/>
                  <a:gd name="connsiteY0" fmla="*/ 6578 h 6345"/>
                  <a:gd name="connsiteX1" fmla="*/ 5648 w 6343"/>
                  <a:gd name="connsiteY1" fmla="*/ 5649 h 6345"/>
                  <a:gd name="connsiteX2" fmla="*/ 6577 w 6343"/>
                  <a:gd name="connsiteY2" fmla="*/ 3405 h 6345"/>
                  <a:gd name="connsiteX3" fmla="*/ 5648 w 6343"/>
                  <a:gd name="connsiteY3" fmla="*/ 1162 h 6345"/>
                  <a:gd name="connsiteX4" fmla="*/ 3405 w 6343"/>
                  <a:gd name="connsiteY4" fmla="*/ 233 h 6345"/>
                  <a:gd name="connsiteX5" fmla="*/ 1163 w 6343"/>
                  <a:gd name="connsiteY5" fmla="*/ 1162 h 6345"/>
                  <a:gd name="connsiteX6" fmla="*/ 234 w 6343"/>
                  <a:gd name="connsiteY6" fmla="*/ 3405 h 6345"/>
                  <a:gd name="connsiteX7" fmla="*/ 1163 w 6343"/>
                  <a:gd name="connsiteY7" fmla="*/ 5649 h 6345"/>
                  <a:gd name="connsiteX8" fmla="*/ 3405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78"/>
                    </a:moveTo>
                    <a:cubicBezTo>
                      <a:pt x="4246" y="6578"/>
                      <a:pt x="5053" y="6244"/>
                      <a:pt x="5648" y="5649"/>
                    </a:cubicBezTo>
                    <a:cubicBezTo>
                      <a:pt x="6243" y="5054"/>
                      <a:pt x="6577" y="4247"/>
                      <a:pt x="6577" y="3405"/>
                    </a:cubicBezTo>
                    <a:cubicBezTo>
                      <a:pt x="6577" y="2564"/>
                      <a:pt x="6243" y="1757"/>
                      <a:pt x="5648" y="1162"/>
                    </a:cubicBezTo>
                    <a:cubicBezTo>
                      <a:pt x="5053" y="567"/>
                      <a:pt x="4246" y="233"/>
                      <a:pt x="3405" y="233"/>
                    </a:cubicBezTo>
                    <a:cubicBezTo>
                      <a:pt x="2564" y="233"/>
                      <a:pt x="1757" y="567"/>
                      <a:pt x="1163" y="1162"/>
                    </a:cubicBezTo>
                    <a:cubicBezTo>
                      <a:pt x="568" y="1757"/>
                      <a:pt x="234" y="2564"/>
                      <a:pt x="234" y="3405"/>
                    </a:cubicBezTo>
                    <a:cubicBezTo>
                      <a:pt x="234" y="4247"/>
                      <a:pt x="568" y="5054"/>
                      <a:pt x="1163" y="5649"/>
                    </a:cubicBezTo>
                    <a:cubicBezTo>
                      <a:pt x="1757" y="6244"/>
                      <a:pt x="2564" y="6578"/>
                      <a:pt x="3405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88" name="Freeform: Shape 3687">
                <a:extLst>
                  <a:ext uri="{FF2B5EF4-FFF2-40B4-BE49-F238E27FC236}">
                    <a16:creationId xmlns:a16="http://schemas.microsoft.com/office/drawing/2014/main" id="{A1EAA71D-7C9A-B7C0-F80E-B6D04EF84697}"/>
                  </a:ext>
                </a:extLst>
              </p:cNvPr>
              <p:cNvSpPr/>
              <p:nvPr/>
            </p:nvSpPr>
            <p:spPr>
              <a:xfrm>
                <a:off x="3813219" y="6429994"/>
                <a:ext cx="6343" cy="6345"/>
              </a:xfrm>
              <a:custGeom>
                <a:avLst/>
                <a:gdLst>
                  <a:gd name="connsiteX0" fmla="*/ 3405 w 6343"/>
                  <a:gd name="connsiteY0" fmla="*/ 6578 h 6345"/>
                  <a:gd name="connsiteX1" fmla="*/ 5648 w 6343"/>
                  <a:gd name="connsiteY1" fmla="*/ 5649 h 6345"/>
                  <a:gd name="connsiteX2" fmla="*/ 6577 w 6343"/>
                  <a:gd name="connsiteY2" fmla="*/ 3405 h 6345"/>
                  <a:gd name="connsiteX3" fmla="*/ 5648 w 6343"/>
                  <a:gd name="connsiteY3" fmla="*/ 1162 h 6345"/>
                  <a:gd name="connsiteX4" fmla="*/ 3405 w 6343"/>
                  <a:gd name="connsiteY4" fmla="*/ 232 h 6345"/>
                  <a:gd name="connsiteX5" fmla="*/ 1162 w 6343"/>
                  <a:gd name="connsiteY5" fmla="*/ 1162 h 6345"/>
                  <a:gd name="connsiteX6" fmla="*/ 233 w 6343"/>
                  <a:gd name="connsiteY6" fmla="*/ 3405 h 6345"/>
                  <a:gd name="connsiteX7" fmla="*/ 1162 w 6343"/>
                  <a:gd name="connsiteY7" fmla="*/ 5649 h 6345"/>
                  <a:gd name="connsiteX8" fmla="*/ 3405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78"/>
                    </a:moveTo>
                    <a:cubicBezTo>
                      <a:pt x="4246" y="6578"/>
                      <a:pt x="5053" y="6244"/>
                      <a:pt x="5648" y="5649"/>
                    </a:cubicBezTo>
                    <a:cubicBezTo>
                      <a:pt x="6242" y="5054"/>
                      <a:pt x="6577" y="4247"/>
                      <a:pt x="6577" y="3405"/>
                    </a:cubicBezTo>
                    <a:cubicBezTo>
                      <a:pt x="6577" y="2564"/>
                      <a:pt x="6242" y="1757"/>
                      <a:pt x="5648" y="1162"/>
                    </a:cubicBezTo>
                    <a:cubicBezTo>
                      <a:pt x="5053" y="567"/>
                      <a:pt x="4246" y="232"/>
                      <a:pt x="3405" y="232"/>
                    </a:cubicBezTo>
                    <a:cubicBezTo>
                      <a:pt x="2564" y="232"/>
                      <a:pt x="1757" y="567"/>
                      <a:pt x="1162" y="1162"/>
                    </a:cubicBezTo>
                    <a:cubicBezTo>
                      <a:pt x="568" y="1757"/>
                      <a:pt x="233" y="2564"/>
                      <a:pt x="233" y="3405"/>
                    </a:cubicBezTo>
                    <a:cubicBezTo>
                      <a:pt x="233" y="4247"/>
                      <a:pt x="568" y="5054"/>
                      <a:pt x="1162" y="5649"/>
                    </a:cubicBezTo>
                    <a:cubicBezTo>
                      <a:pt x="1757" y="6244"/>
                      <a:pt x="2564" y="6578"/>
                      <a:pt x="3405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89" name="Freeform: Shape 3688">
                <a:extLst>
                  <a:ext uri="{FF2B5EF4-FFF2-40B4-BE49-F238E27FC236}">
                    <a16:creationId xmlns:a16="http://schemas.microsoft.com/office/drawing/2014/main" id="{76C26648-19A9-AA4E-59C2-45B9E0FBBA43}"/>
                  </a:ext>
                </a:extLst>
              </p:cNvPr>
              <p:cNvSpPr/>
              <p:nvPr/>
            </p:nvSpPr>
            <p:spPr>
              <a:xfrm>
                <a:off x="3808917" y="6430087"/>
                <a:ext cx="6343" cy="6345"/>
              </a:xfrm>
              <a:custGeom>
                <a:avLst/>
                <a:gdLst>
                  <a:gd name="connsiteX0" fmla="*/ 3405 w 6343"/>
                  <a:gd name="connsiteY0" fmla="*/ 6578 h 6345"/>
                  <a:gd name="connsiteX1" fmla="*/ 5647 w 6343"/>
                  <a:gd name="connsiteY1" fmla="*/ 5649 h 6345"/>
                  <a:gd name="connsiteX2" fmla="*/ 6576 w 6343"/>
                  <a:gd name="connsiteY2" fmla="*/ 3405 h 6345"/>
                  <a:gd name="connsiteX3" fmla="*/ 5647 w 6343"/>
                  <a:gd name="connsiteY3" fmla="*/ 1162 h 6345"/>
                  <a:gd name="connsiteX4" fmla="*/ 3405 w 6343"/>
                  <a:gd name="connsiteY4" fmla="*/ 233 h 6345"/>
                  <a:gd name="connsiteX5" fmla="*/ 1162 w 6343"/>
                  <a:gd name="connsiteY5" fmla="*/ 1162 h 6345"/>
                  <a:gd name="connsiteX6" fmla="*/ 233 w 6343"/>
                  <a:gd name="connsiteY6" fmla="*/ 3405 h 6345"/>
                  <a:gd name="connsiteX7" fmla="*/ 1162 w 6343"/>
                  <a:gd name="connsiteY7" fmla="*/ 5649 h 6345"/>
                  <a:gd name="connsiteX8" fmla="*/ 3405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78"/>
                    </a:moveTo>
                    <a:cubicBezTo>
                      <a:pt x="4246" y="6578"/>
                      <a:pt x="5053" y="6244"/>
                      <a:pt x="5647" y="5649"/>
                    </a:cubicBezTo>
                    <a:cubicBezTo>
                      <a:pt x="6242" y="5054"/>
                      <a:pt x="6576" y="4247"/>
                      <a:pt x="6576" y="3405"/>
                    </a:cubicBezTo>
                    <a:cubicBezTo>
                      <a:pt x="6576" y="2564"/>
                      <a:pt x="6242" y="1757"/>
                      <a:pt x="5647" y="1162"/>
                    </a:cubicBezTo>
                    <a:cubicBezTo>
                      <a:pt x="5053" y="567"/>
                      <a:pt x="4246" y="233"/>
                      <a:pt x="3405" y="233"/>
                    </a:cubicBezTo>
                    <a:cubicBezTo>
                      <a:pt x="2564" y="233"/>
                      <a:pt x="1757" y="567"/>
                      <a:pt x="1162" y="1162"/>
                    </a:cubicBezTo>
                    <a:cubicBezTo>
                      <a:pt x="567" y="1757"/>
                      <a:pt x="233" y="2564"/>
                      <a:pt x="233" y="3405"/>
                    </a:cubicBezTo>
                    <a:cubicBezTo>
                      <a:pt x="233" y="4247"/>
                      <a:pt x="567" y="5054"/>
                      <a:pt x="1162" y="5649"/>
                    </a:cubicBezTo>
                    <a:cubicBezTo>
                      <a:pt x="1757" y="6244"/>
                      <a:pt x="2564" y="6578"/>
                      <a:pt x="3405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90" name="Freeform: Shape 3689">
                <a:extLst>
                  <a:ext uri="{FF2B5EF4-FFF2-40B4-BE49-F238E27FC236}">
                    <a16:creationId xmlns:a16="http://schemas.microsoft.com/office/drawing/2014/main" id="{9AFBA8B1-7E35-9FC8-2CEA-0349128D91DE}"/>
                  </a:ext>
                </a:extLst>
              </p:cNvPr>
              <p:cNvSpPr/>
              <p:nvPr/>
            </p:nvSpPr>
            <p:spPr>
              <a:xfrm>
                <a:off x="3804472" y="6431571"/>
                <a:ext cx="6343" cy="6345"/>
              </a:xfrm>
              <a:custGeom>
                <a:avLst/>
                <a:gdLst>
                  <a:gd name="connsiteX0" fmla="*/ 3404 w 6343"/>
                  <a:gd name="connsiteY0" fmla="*/ 6578 h 6345"/>
                  <a:gd name="connsiteX1" fmla="*/ 5647 w 6343"/>
                  <a:gd name="connsiteY1" fmla="*/ 5649 h 6345"/>
                  <a:gd name="connsiteX2" fmla="*/ 6576 w 6343"/>
                  <a:gd name="connsiteY2" fmla="*/ 3405 h 6345"/>
                  <a:gd name="connsiteX3" fmla="*/ 5647 w 6343"/>
                  <a:gd name="connsiteY3" fmla="*/ 1162 h 6345"/>
                  <a:gd name="connsiteX4" fmla="*/ 3404 w 6343"/>
                  <a:gd name="connsiteY4" fmla="*/ 233 h 6345"/>
                  <a:gd name="connsiteX5" fmla="*/ 1162 w 6343"/>
                  <a:gd name="connsiteY5" fmla="*/ 1162 h 6345"/>
                  <a:gd name="connsiteX6" fmla="*/ 233 w 6343"/>
                  <a:gd name="connsiteY6" fmla="*/ 3405 h 6345"/>
                  <a:gd name="connsiteX7" fmla="*/ 1162 w 6343"/>
                  <a:gd name="connsiteY7" fmla="*/ 5649 h 6345"/>
                  <a:gd name="connsiteX8" fmla="*/ 3404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78"/>
                    </a:moveTo>
                    <a:cubicBezTo>
                      <a:pt x="4245" y="6578"/>
                      <a:pt x="5052" y="6244"/>
                      <a:pt x="5647" y="5649"/>
                    </a:cubicBezTo>
                    <a:cubicBezTo>
                      <a:pt x="6242" y="5054"/>
                      <a:pt x="6576" y="4247"/>
                      <a:pt x="6576" y="3405"/>
                    </a:cubicBezTo>
                    <a:cubicBezTo>
                      <a:pt x="6576" y="2564"/>
                      <a:pt x="6242" y="1757"/>
                      <a:pt x="5647" y="1162"/>
                    </a:cubicBezTo>
                    <a:cubicBezTo>
                      <a:pt x="5052" y="567"/>
                      <a:pt x="4245" y="233"/>
                      <a:pt x="3404" y="233"/>
                    </a:cubicBezTo>
                    <a:cubicBezTo>
                      <a:pt x="2563" y="233"/>
                      <a:pt x="1756" y="567"/>
                      <a:pt x="1162" y="1162"/>
                    </a:cubicBezTo>
                    <a:cubicBezTo>
                      <a:pt x="567" y="1757"/>
                      <a:pt x="233" y="2564"/>
                      <a:pt x="233" y="3405"/>
                    </a:cubicBezTo>
                    <a:cubicBezTo>
                      <a:pt x="233" y="4247"/>
                      <a:pt x="567" y="5054"/>
                      <a:pt x="1162" y="5649"/>
                    </a:cubicBezTo>
                    <a:cubicBezTo>
                      <a:pt x="1756" y="6244"/>
                      <a:pt x="2563" y="6578"/>
                      <a:pt x="3404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91" name="Freeform: Shape 3690">
                <a:extLst>
                  <a:ext uri="{FF2B5EF4-FFF2-40B4-BE49-F238E27FC236}">
                    <a16:creationId xmlns:a16="http://schemas.microsoft.com/office/drawing/2014/main" id="{1EADC3A5-F6D0-2F8D-27B3-FED4261E89BD}"/>
                  </a:ext>
                </a:extLst>
              </p:cNvPr>
              <p:cNvSpPr/>
              <p:nvPr/>
            </p:nvSpPr>
            <p:spPr>
              <a:xfrm>
                <a:off x="3800958" y="6423957"/>
                <a:ext cx="6343" cy="6345"/>
              </a:xfrm>
              <a:custGeom>
                <a:avLst/>
                <a:gdLst>
                  <a:gd name="connsiteX0" fmla="*/ 3404 w 6343"/>
                  <a:gd name="connsiteY0" fmla="*/ 6577 h 6345"/>
                  <a:gd name="connsiteX1" fmla="*/ 5647 w 6343"/>
                  <a:gd name="connsiteY1" fmla="*/ 5648 h 6345"/>
                  <a:gd name="connsiteX2" fmla="*/ 6576 w 6343"/>
                  <a:gd name="connsiteY2" fmla="*/ 3405 h 6345"/>
                  <a:gd name="connsiteX3" fmla="*/ 5647 w 6343"/>
                  <a:gd name="connsiteY3" fmla="*/ 1161 h 6345"/>
                  <a:gd name="connsiteX4" fmla="*/ 3404 w 6343"/>
                  <a:gd name="connsiteY4" fmla="*/ 232 h 6345"/>
                  <a:gd name="connsiteX5" fmla="*/ 1161 w 6343"/>
                  <a:gd name="connsiteY5" fmla="*/ 1161 h 6345"/>
                  <a:gd name="connsiteX6" fmla="*/ 232 w 6343"/>
                  <a:gd name="connsiteY6" fmla="*/ 3405 h 6345"/>
                  <a:gd name="connsiteX7" fmla="*/ 1161 w 6343"/>
                  <a:gd name="connsiteY7" fmla="*/ 5648 h 6345"/>
                  <a:gd name="connsiteX8" fmla="*/ 3404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77"/>
                    </a:moveTo>
                    <a:cubicBezTo>
                      <a:pt x="4245" y="6577"/>
                      <a:pt x="5052" y="6243"/>
                      <a:pt x="5647" y="5648"/>
                    </a:cubicBezTo>
                    <a:cubicBezTo>
                      <a:pt x="6241" y="5053"/>
                      <a:pt x="6576" y="4246"/>
                      <a:pt x="6576" y="3405"/>
                    </a:cubicBezTo>
                    <a:cubicBezTo>
                      <a:pt x="6576" y="2563"/>
                      <a:pt x="6241" y="1756"/>
                      <a:pt x="5647" y="1161"/>
                    </a:cubicBezTo>
                    <a:cubicBezTo>
                      <a:pt x="5052" y="566"/>
                      <a:pt x="4245" y="232"/>
                      <a:pt x="3404" y="232"/>
                    </a:cubicBezTo>
                    <a:cubicBezTo>
                      <a:pt x="2563" y="232"/>
                      <a:pt x="1756" y="566"/>
                      <a:pt x="1161" y="1161"/>
                    </a:cubicBezTo>
                    <a:cubicBezTo>
                      <a:pt x="567" y="1756"/>
                      <a:pt x="232" y="2563"/>
                      <a:pt x="232" y="3405"/>
                    </a:cubicBezTo>
                    <a:cubicBezTo>
                      <a:pt x="232" y="4246"/>
                      <a:pt x="567" y="5053"/>
                      <a:pt x="1161" y="5648"/>
                    </a:cubicBezTo>
                    <a:cubicBezTo>
                      <a:pt x="1756" y="6243"/>
                      <a:pt x="2563" y="6577"/>
                      <a:pt x="3404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92" name="Freeform: Shape 3691">
                <a:extLst>
                  <a:ext uri="{FF2B5EF4-FFF2-40B4-BE49-F238E27FC236}">
                    <a16:creationId xmlns:a16="http://schemas.microsoft.com/office/drawing/2014/main" id="{9E11A859-9794-BADF-CB8F-F0AB3FEEC612}"/>
                  </a:ext>
                </a:extLst>
              </p:cNvPr>
              <p:cNvSpPr/>
              <p:nvPr/>
            </p:nvSpPr>
            <p:spPr>
              <a:xfrm>
                <a:off x="3796291" y="6427513"/>
                <a:ext cx="6343" cy="6345"/>
              </a:xfrm>
              <a:custGeom>
                <a:avLst/>
                <a:gdLst>
                  <a:gd name="connsiteX0" fmla="*/ 3404 w 6343"/>
                  <a:gd name="connsiteY0" fmla="*/ 6578 h 6345"/>
                  <a:gd name="connsiteX1" fmla="*/ 5646 w 6343"/>
                  <a:gd name="connsiteY1" fmla="*/ 5648 h 6345"/>
                  <a:gd name="connsiteX2" fmla="*/ 6575 w 6343"/>
                  <a:gd name="connsiteY2" fmla="*/ 3405 h 6345"/>
                  <a:gd name="connsiteX3" fmla="*/ 5646 w 6343"/>
                  <a:gd name="connsiteY3" fmla="*/ 1162 h 6345"/>
                  <a:gd name="connsiteX4" fmla="*/ 3404 w 6343"/>
                  <a:gd name="connsiteY4" fmla="*/ 232 h 6345"/>
                  <a:gd name="connsiteX5" fmla="*/ 1161 w 6343"/>
                  <a:gd name="connsiteY5" fmla="*/ 1162 h 6345"/>
                  <a:gd name="connsiteX6" fmla="*/ 232 w 6343"/>
                  <a:gd name="connsiteY6" fmla="*/ 3405 h 6345"/>
                  <a:gd name="connsiteX7" fmla="*/ 1161 w 6343"/>
                  <a:gd name="connsiteY7" fmla="*/ 5648 h 6345"/>
                  <a:gd name="connsiteX8" fmla="*/ 3404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78"/>
                    </a:moveTo>
                    <a:cubicBezTo>
                      <a:pt x="4245" y="6578"/>
                      <a:pt x="5052" y="6243"/>
                      <a:pt x="5646" y="5648"/>
                    </a:cubicBezTo>
                    <a:cubicBezTo>
                      <a:pt x="6241" y="5053"/>
                      <a:pt x="6575" y="4246"/>
                      <a:pt x="6575" y="3405"/>
                    </a:cubicBezTo>
                    <a:cubicBezTo>
                      <a:pt x="6575" y="2564"/>
                      <a:pt x="6241" y="1757"/>
                      <a:pt x="5646" y="1162"/>
                    </a:cubicBezTo>
                    <a:cubicBezTo>
                      <a:pt x="5052" y="567"/>
                      <a:pt x="4245" y="232"/>
                      <a:pt x="3404" y="232"/>
                    </a:cubicBezTo>
                    <a:cubicBezTo>
                      <a:pt x="2563" y="232"/>
                      <a:pt x="1756" y="567"/>
                      <a:pt x="1161" y="1162"/>
                    </a:cubicBezTo>
                    <a:cubicBezTo>
                      <a:pt x="566" y="1757"/>
                      <a:pt x="232" y="2564"/>
                      <a:pt x="232" y="3405"/>
                    </a:cubicBezTo>
                    <a:cubicBezTo>
                      <a:pt x="232" y="4246"/>
                      <a:pt x="566" y="5053"/>
                      <a:pt x="1161" y="5648"/>
                    </a:cubicBezTo>
                    <a:cubicBezTo>
                      <a:pt x="1756" y="6243"/>
                      <a:pt x="2563" y="6578"/>
                      <a:pt x="3404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93" name="Freeform: Shape 3692">
                <a:extLst>
                  <a:ext uri="{FF2B5EF4-FFF2-40B4-BE49-F238E27FC236}">
                    <a16:creationId xmlns:a16="http://schemas.microsoft.com/office/drawing/2014/main" id="{499BC6A5-00AA-FD5F-7B72-A9212EB71514}"/>
                  </a:ext>
                </a:extLst>
              </p:cNvPr>
              <p:cNvSpPr/>
              <p:nvPr/>
            </p:nvSpPr>
            <p:spPr>
              <a:xfrm>
                <a:off x="3788071" y="6424398"/>
                <a:ext cx="6343" cy="6345"/>
              </a:xfrm>
              <a:custGeom>
                <a:avLst/>
                <a:gdLst>
                  <a:gd name="connsiteX0" fmla="*/ 3403 w 6343"/>
                  <a:gd name="connsiteY0" fmla="*/ 6577 h 6345"/>
                  <a:gd name="connsiteX1" fmla="*/ 5646 w 6343"/>
                  <a:gd name="connsiteY1" fmla="*/ 5648 h 6345"/>
                  <a:gd name="connsiteX2" fmla="*/ 6575 w 6343"/>
                  <a:gd name="connsiteY2" fmla="*/ 3405 h 6345"/>
                  <a:gd name="connsiteX3" fmla="*/ 5646 w 6343"/>
                  <a:gd name="connsiteY3" fmla="*/ 1161 h 6345"/>
                  <a:gd name="connsiteX4" fmla="*/ 3403 w 6343"/>
                  <a:gd name="connsiteY4" fmla="*/ 232 h 6345"/>
                  <a:gd name="connsiteX5" fmla="*/ 1160 w 6343"/>
                  <a:gd name="connsiteY5" fmla="*/ 1161 h 6345"/>
                  <a:gd name="connsiteX6" fmla="*/ 231 w 6343"/>
                  <a:gd name="connsiteY6" fmla="*/ 3405 h 6345"/>
                  <a:gd name="connsiteX7" fmla="*/ 1160 w 6343"/>
                  <a:gd name="connsiteY7" fmla="*/ 5648 h 6345"/>
                  <a:gd name="connsiteX8" fmla="*/ 3403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77"/>
                    </a:moveTo>
                    <a:cubicBezTo>
                      <a:pt x="4244" y="6577"/>
                      <a:pt x="5051" y="6243"/>
                      <a:pt x="5646" y="5648"/>
                    </a:cubicBezTo>
                    <a:cubicBezTo>
                      <a:pt x="6240" y="5053"/>
                      <a:pt x="6575" y="4246"/>
                      <a:pt x="6575" y="3405"/>
                    </a:cubicBezTo>
                    <a:cubicBezTo>
                      <a:pt x="6575" y="2563"/>
                      <a:pt x="6240" y="1756"/>
                      <a:pt x="5646" y="1161"/>
                    </a:cubicBezTo>
                    <a:cubicBezTo>
                      <a:pt x="5051" y="566"/>
                      <a:pt x="4244" y="232"/>
                      <a:pt x="3403" y="232"/>
                    </a:cubicBezTo>
                    <a:cubicBezTo>
                      <a:pt x="2562" y="232"/>
                      <a:pt x="1755" y="566"/>
                      <a:pt x="1160" y="1161"/>
                    </a:cubicBezTo>
                    <a:cubicBezTo>
                      <a:pt x="566" y="1756"/>
                      <a:pt x="231" y="2563"/>
                      <a:pt x="231" y="3405"/>
                    </a:cubicBezTo>
                    <a:cubicBezTo>
                      <a:pt x="231" y="4246"/>
                      <a:pt x="566" y="5053"/>
                      <a:pt x="1160" y="5648"/>
                    </a:cubicBezTo>
                    <a:cubicBezTo>
                      <a:pt x="1755" y="6243"/>
                      <a:pt x="2562" y="6577"/>
                      <a:pt x="3403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94" name="Freeform: Shape 3693">
                <a:extLst>
                  <a:ext uri="{FF2B5EF4-FFF2-40B4-BE49-F238E27FC236}">
                    <a16:creationId xmlns:a16="http://schemas.microsoft.com/office/drawing/2014/main" id="{927A7AF6-75A1-1A5E-1E22-11CBF985ED5D}"/>
                  </a:ext>
                </a:extLst>
              </p:cNvPr>
              <p:cNvSpPr/>
              <p:nvPr/>
            </p:nvSpPr>
            <p:spPr>
              <a:xfrm>
                <a:off x="3784275" y="6420566"/>
                <a:ext cx="6343" cy="6345"/>
              </a:xfrm>
              <a:custGeom>
                <a:avLst/>
                <a:gdLst>
                  <a:gd name="connsiteX0" fmla="*/ 3403 w 6343"/>
                  <a:gd name="connsiteY0" fmla="*/ 6577 h 6345"/>
                  <a:gd name="connsiteX1" fmla="*/ 5645 w 6343"/>
                  <a:gd name="connsiteY1" fmla="*/ 5648 h 6345"/>
                  <a:gd name="connsiteX2" fmla="*/ 6574 w 6343"/>
                  <a:gd name="connsiteY2" fmla="*/ 3404 h 6345"/>
                  <a:gd name="connsiteX3" fmla="*/ 5645 w 6343"/>
                  <a:gd name="connsiteY3" fmla="*/ 1161 h 6345"/>
                  <a:gd name="connsiteX4" fmla="*/ 3403 w 6343"/>
                  <a:gd name="connsiteY4" fmla="*/ 232 h 6345"/>
                  <a:gd name="connsiteX5" fmla="*/ 1160 w 6343"/>
                  <a:gd name="connsiteY5" fmla="*/ 1161 h 6345"/>
                  <a:gd name="connsiteX6" fmla="*/ 231 w 6343"/>
                  <a:gd name="connsiteY6" fmla="*/ 3404 h 6345"/>
                  <a:gd name="connsiteX7" fmla="*/ 1160 w 6343"/>
                  <a:gd name="connsiteY7" fmla="*/ 5648 h 6345"/>
                  <a:gd name="connsiteX8" fmla="*/ 3403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77"/>
                    </a:moveTo>
                    <a:cubicBezTo>
                      <a:pt x="4244" y="6577"/>
                      <a:pt x="5051" y="6243"/>
                      <a:pt x="5645" y="5648"/>
                    </a:cubicBezTo>
                    <a:cubicBezTo>
                      <a:pt x="6240" y="5053"/>
                      <a:pt x="6574" y="4246"/>
                      <a:pt x="6574" y="3404"/>
                    </a:cubicBezTo>
                    <a:cubicBezTo>
                      <a:pt x="6574" y="2563"/>
                      <a:pt x="6240" y="1756"/>
                      <a:pt x="5645" y="1161"/>
                    </a:cubicBezTo>
                    <a:cubicBezTo>
                      <a:pt x="5051" y="566"/>
                      <a:pt x="4244" y="232"/>
                      <a:pt x="3403" y="232"/>
                    </a:cubicBezTo>
                    <a:cubicBezTo>
                      <a:pt x="2562" y="232"/>
                      <a:pt x="1755" y="566"/>
                      <a:pt x="1160" y="1161"/>
                    </a:cubicBezTo>
                    <a:cubicBezTo>
                      <a:pt x="565" y="1756"/>
                      <a:pt x="231" y="2563"/>
                      <a:pt x="231" y="3404"/>
                    </a:cubicBezTo>
                    <a:cubicBezTo>
                      <a:pt x="231" y="4246"/>
                      <a:pt x="565" y="5053"/>
                      <a:pt x="1160" y="5648"/>
                    </a:cubicBezTo>
                    <a:cubicBezTo>
                      <a:pt x="1755" y="6243"/>
                      <a:pt x="2562" y="6577"/>
                      <a:pt x="3403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95" name="Freeform: Shape 3694">
                <a:extLst>
                  <a:ext uri="{FF2B5EF4-FFF2-40B4-BE49-F238E27FC236}">
                    <a16:creationId xmlns:a16="http://schemas.microsoft.com/office/drawing/2014/main" id="{44418996-24EB-9A38-8F77-7A3C3D44F832}"/>
                  </a:ext>
                </a:extLst>
              </p:cNvPr>
              <p:cNvSpPr/>
              <p:nvPr/>
            </p:nvSpPr>
            <p:spPr>
              <a:xfrm>
                <a:off x="3779890" y="6421373"/>
                <a:ext cx="6343" cy="6345"/>
              </a:xfrm>
              <a:custGeom>
                <a:avLst/>
                <a:gdLst>
                  <a:gd name="connsiteX0" fmla="*/ 3402 w 6343"/>
                  <a:gd name="connsiteY0" fmla="*/ 6577 h 6345"/>
                  <a:gd name="connsiteX1" fmla="*/ 5645 w 6343"/>
                  <a:gd name="connsiteY1" fmla="*/ 5648 h 6345"/>
                  <a:gd name="connsiteX2" fmla="*/ 6574 w 6343"/>
                  <a:gd name="connsiteY2" fmla="*/ 3405 h 6345"/>
                  <a:gd name="connsiteX3" fmla="*/ 5645 w 6343"/>
                  <a:gd name="connsiteY3" fmla="*/ 1161 h 6345"/>
                  <a:gd name="connsiteX4" fmla="*/ 3402 w 6343"/>
                  <a:gd name="connsiteY4" fmla="*/ 232 h 6345"/>
                  <a:gd name="connsiteX5" fmla="*/ 1160 w 6343"/>
                  <a:gd name="connsiteY5" fmla="*/ 1161 h 6345"/>
                  <a:gd name="connsiteX6" fmla="*/ 231 w 6343"/>
                  <a:gd name="connsiteY6" fmla="*/ 3405 h 6345"/>
                  <a:gd name="connsiteX7" fmla="*/ 1160 w 6343"/>
                  <a:gd name="connsiteY7" fmla="*/ 5648 h 6345"/>
                  <a:gd name="connsiteX8" fmla="*/ 3402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77"/>
                    </a:moveTo>
                    <a:cubicBezTo>
                      <a:pt x="4243" y="6577"/>
                      <a:pt x="5050" y="6243"/>
                      <a:pt x="5645" y="5648"/>
                    </a:cubicBezTo>
                    <a:cubicBezTo>
                      <a:pt x="6240" y="5053"/>
                      <a:pt x="6574" y="4246"/>
                      <a:pt x="6574" y="3405"/>
                    </a:cubicBezTo>
                    <a:cubicBezTo>
                      <a:pt x="6574" y="2563"/>
                      <a:pt x="6240" y="1756"/>
                      <a:pt x="5645" y="1161"/>
                    </a:cubicBezTo>
                    <a:cubicBezTo>
                      <a:pt x="5050" y="566"/>
                      <a:pt x="4243" y="232"/>
                      <a:pt x="3402" y="232"/>
                    </a:cubicBezTo>
                    <a:cubicBezTo>
                      <a:pt x="2561" y="232"/>
                      <a:pt x="1754" y="566"/>
                      <a:pt x="1160" y="1161"/>
                    </a:cubicBezTo>
                    <a:cubicBezTo>
                      <a:pt x="565" y="1756"/>
                      <a:pt x="231" y="2563"/>
                      <a:pt x="231" y="3405"/>
                    </a:cubicBezTo>
                    <a:cubicBezTo>
                      <a:pt x="231" y="4246"/>
                      <a:pt x="565" y="5053"/>
                      <a:pt x="1160" y="5648"/>
                    </a:cubicBezTo>
                    <a:cubicBezTo>
                      <a:pt x="1754" y="6243"/>
                      <a:pt x="2561" y="6577"/>
                      <a:pt x="3402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96" name="Freeform: Shape 3695">
                <a:extLst>
                  <a:ext uri="{FF2B5EF4-FFF2-40B4-BE49-F238E27FC236}">
                    <a16:creationId xmlns:a16="http://schemas.microsoft.com/office/drawing/2014/main" id="{4A45E05A-E585-9B23-FC4C-A0B50F635F93}"/>
                  </a:ext>
                </a:extLst>
              </p:cNvPr>
              <p:cNvSpPr/>
              <p:nvPr/>
            </p:nvSpPr>
            <p:spPr>
              <a:xfrm>
                <a:off x="3775752" y="6420317"/>
                <a:ext cx="6343" cy="6345"/>
              </a:xfrm>
              <a:custGeom>
                <a:avLst/>
                <a:gdLst>
                  <a:gd name="connsiteX0" fmla="*/ 3402 w 6343"/>
                  <a:gd name="connsiteY0" fmla="*/ 6577 h 6345"/>
                  <a:gd name="connsiteX1" fmla="*/ 5645 w 6343"/>
                  <a:gd name="connsiteY1" fmla="*/ 5648 h 6345"/>
                  <a:gd name="connsiteX2" fmla="*/ 6574 w 6343"/>
                  <a:gd name="connsiteY2" fmla="*/ 3404 h 6345"/>
                  <a:gd name="connsiteX3" fmla="*/ 5645 w 6343"/>
                  <a:gd name="connsiteY3" fmla="*/ 1161 h 6345"/>
                  <a:gd name="connsiteX4" fmla="*/ 3402 w 6343"/>
                  <a:gd name="connsiteY4" fmla="*/ 232 h 6345"/>
                  <a:gd name="connsiteX5" fmla="*/ 1159 w 6343"/>
                  <a:gd name="connsiteY5" fmla="*/ 1161 h 6345"/>
                  <a:gd name="connsiteX6" fmla="*/ 230 w 6343"/>
                  <a:gd name="connsiteY6" fmla="*/ 3404 h 6345"/>
                  <a:gd name="connsiteX7" fmla="*/ 1159 w 6343"/>
                  <a:gd name="connsiteY7" fmla="*/ 5648 h 6345"/>
                  <a:gd name="connsiteX8" fmla="*/ 3402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77"/>
                    </a:moveTo>
                    <a:cubicBezTo>
                      <a:pt x="4243" y="6577"/>
                      <a:pt x="5050" y="6243"/>
                      <a:pt x="5645" y="5648"/>
                    </a:cubicBezTo>
                    <a:cubicBezTo>
                      <a:pt x="6239" y="5053"/>
                      <a:pt x="6574" y="4246"/>
                      <a:pt x="6574" y="3404"/>
                    </a:cubicBezTo>
                    <a:cubicBezTo>
                      <a:pt x="6574" y="2563"/>
                      <a:pt x="6239" y="1756"/>
                      <a:pt x="5645" y="1161"/>
                    </a:cubicBezTo>
                    <a:cubicBezTo>
                      <a:pt x="5050" y="566"/>
                      <a:pt x="4243" y="232"/>
                      <a:pt x="3402" y="232"/>
                    </a:cubicBezTo>
                    <a:cubicBezTo>
                      <a:pt x="2561" y="232"/>
                      <a:pt x="1754" y="566"/>
                      <a:pt x="1159" y="1161"/>
                    </a:cubicBezTo>
                    <a:cubicBezTo>
                      <a:pt x="565" y="1756"/>
                      <a:pt x="230" y="2563"/>
                      <a:pt x="230" y="3404"/>
                    </a:cubicBezTo>
                    <a:cubicBezTo>
                      <a:pt x="230" y="4246"/>
                      <a:pt x="565" y="5053"/>
                      <a:pt x="1159" y="5648"/>
                    </a:cubicBezTo>
                    <a:cubicBezTo>
                      <a:pt x="1754" y="6243"/>
                      <a:pt x="2561" y="6577"/>
                      <a:pt x="3402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97" name="Freeform: Shape 3696">
                <a:extLst>
                  <a:ext uri="{FF2B5EF4-FFF2-40B4-BE49-F238E27FC236}">
                    <a16:creationId xmlns:a16="http://schemas.microsoft.com/office/drawing/2014/main" id="{09578C69-C52E-344B-C55D-01CE0AB7968A}"/>
                  </a:ext>
                </a:extLst>
              </p:cNvPr>
              <p:cNvSpPr/>
              <p:nvPr/>
            </p:nvSpPr>
            <p:spPr>
              <a:xfrm>
                <a:off x="3771220" y="6421962"/>
                <a:ext cx="6343" cy="6345"/>
              </a:xfrm>
              <a:custGeom>
                <a:avLst/>
                <a:gdLst>
                  <a:gd name="connsiteX0" fmla="*/ 3402 w 6343"/>
                  <a:gd name="connsiteY0" fmla="*/ 6577 h 6345"/>
                  <a:gd name="connsiteX1" fmla="*/ 5644 w 6343"/>
                  <a:gd name="connsiteY1" fmla="*/ 5648 h 6345"/>
                  <a:gd name="connsiteX2" fmla="*/ 6573 w 6343"/>
                  <a:gd name="connsiteY2" fmla="*/ 3405 h 6345"/>
                  <a:gd name="connsiteX3" fmla="*/ 5644 w 6343"/>
                  <a:gd name="connsiteY3" fmla="*/ 1161 h 6345"/>
                  <a:gd name="connsiteX4" fmla="*/ 3402 w 6343"/>
                  <a:gd name="connsiteY4" fmla="*/ 232 h 6345"/>
                  <a:gd name="connsiteX5" fmla="*/ 1159 w 6343"/>
                  <a:gd name="connsiteY5" fmla="*/ 1161 h 6345"/>
                  <a:gd name="connsiteX6" fmla="*/ 230 w 6343"/>
                  <a:gd name="connsiteY6" fmla="*/ 3405 h 6345"/>
                  <a:gd name="connsiteX7" fmla="*/ 1159 w 6343"/>
                  <a:gd name="connsiteY7" fmla="*/ 5648 h 6345"/>
                  <a:gd name="connsiteX8" fmla="*/ 3402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77"/>
                    </a:moveTo>
                    <a:cubicBezTo>
                      <a:pt x="4243" y="6577"/>
                      <a:pt x="5050" y="6243"/>
                      <a:pt x="5644" y="5648"/>
                    </a:cubicBezTo>
                    <a:cubicBezTo>
                      <a:pt x="6239" y="5053"/>
                      <a:pt x="6573" y="4246"/>
                      <a:pt x="6573" y="3405"/>
                    </a:cubicBezTo>
                    <a:cubicBezTo>
                      <a:pt x="6573" y="2563"/>
                      <a:pt x="6239" y="1756"/>
                      <a:pt x="5644" y="1161"/>
                    </a:cubicBezTo>
                    <a:cubicBezTo>
                      <a:pt x="5050" y="566"/>
                      <a:pt x="4243" y="232"/>
                      <a:pt x="3402" y="232"/>
                    </a:cubicBezTo>
                    <a:cubicBezTo>
                      <a:pt x="2561" y="232"/>
                      <a:pt x="1754" y="566"/>
                      <a:pt x="1159" y="1161"/>
                    </a:cubicBezTo>
                    <a:cubicBezTo>
                      <a:pt x="564" y="1756"/>
                      <a:pt x="230" y="2563"/>
                      <a:pt x="230" y="3405"/>
                    </a:cubicBezTo>
                    <a:cubicBezTo>
                      <a:pt x="230" y="4246"/>
                      <a:pt x="564" y="5053"/>
                      <a:pt x="1159" y="5648"/>
                    </a:cubicBezTo>
                    <a:cubicBezTo>
                      <a:pt x="1754" y="6243"/>
                      <a:pt x="2561" y="6577"/>
                      <a:pt x="3402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98" name="Freeform: Shape 3697">
                <a:extLst>
                  <a:ext uri="{FF2B5EF4-FFF2-40B4-BE49-F238E27FC236}">
                    <a16:creationId xmlns:a16="http://schemas.microsoft.com/office/drawing/2014/main" id="{21DFF1A9-2AE5-85C9-AF37-91FF612A91FC}"/>
                  </a:ext>
                </a:extLst>
              </p:cNvPr>
              <p:cNvSpPr/>
              <p:nvPr/>
            </p:nvSpPr>
            <p:spPr>
              <a:xfrm>
                <a:off x="3790502" y="6269536"/>
                <a:ext cx="6343" cy="6345"/>
              </a:xfrm>
              <a:custGeom>
                <a:avLst/>
                <a:gdLst>
                  <a:gd name="connsiteX0" fmla="*/ 3403 w 6343"/>
                  <a:gd name="connsiteY0" fmla="*/ 6565 h 6345"/>
                  <a:gd name="connsiteX1" fmla="*/ 5646 w 6343"/>
                  <a:gd name="connsiteY1" fmla="*/ 5636 h 6345"/>
                  <a:gd name="connsiteX2" fmla="*/ 6575 w 6343"/>
                  <a:gd name="connsiteY2" fmla="*/ 3393 h 6345"/>
                  <a:gd name="connsiteX3" fmla="*/ 5646 w 6343"/>
                  <a:gd name="connsiteY3" fmla="*/ 1149 h 6345"/>
                  <a:gd name="connsiteX4" fmla="*/ 3403 w 6343"/>
                  <a:gd name="connsiteY4" fmla="*/ 220 h 6345"/>
                  <a:gd name="connsiteX5" fmla="*/ 1161 w 6343"/>
                  <a:gd name="connsiteY5" fmla="*/ 1149 h 6345"/>
                  <a:gd name="connsiteX6" fmla="*/ 232 w 6343"/>
                  <a:gd name="connsiteY6" fmla="*/ 3393 h 6345"/>
                  <a:gd name="connsiteX7" fmla="*/ 1161 w 6343"/>
                  <a:gd name="connsiteY7" fmla="*/ 5636 h 6345"/>
                  <a:gd name="connsiteX8" fmla="*/ 3403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65"/>
                    </a:moveTo>
                    <a:cubicBezTo>
                      <a:pt x="4244" y="6565"/>
                      <a:pt x="5051" y="6231"/>
                      <a:pt x="5646" y="5636"/>
                    </a:cubicBezTo>
                    <a:cubicBezTo>
                      <a:pt x="6241" y="5041"/>
                      <a:pt x="6575" y="4234"/>
                      <a:pt x="6575" y="3393"/>
                    </a:cubicBezTo>
                    <a:cubicBezTo>
                      <a:pt x="6575" y="2551"/>
                      <a:pt x="6241" y="1744"/>
                      <a:pt x="5646" y="1149"/>
                    </a:cubicBezTo>
                    <a:cubicBezTo>
                      <a:pt x="5051" y="554"/>
                      <a:pt x="4244" y="220"/>
                      <a:pt x="3403" y="220"/>
                    </a:cubicBezTo>
                    <a:cubicBezTo>
                      <a:pt x="2562" y="220"/>
                      <a:pt x="1755" y="554"/>
                      <a:pt x="1161" y="1149"/>
                    </a:cubicBezTo>
                    <a:cubicBezTo>
                      <a:pt x="566" y="1744"/>
                      <a:pt x="232" y="2551"/>
                      <a:pt x="232" y="3393"/>
                    </a:cubicBezTo>
                    <a:cubicBezTo>
                      <a:pt x="232" y="4234"/>
                      <a:pt x="566" y="5041"/>
                      <a:pt x="1161" y="5636"/>
                    </a:cubicBezTo>
                    <a:cubicBezTo>
                      <a:pt x="1755" y="6231"/>
                      <a:pt x="2562" y="6565"/>
                      <a:pt x="3403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99" name="Freeform: Shape 3698">
                <a:extLst>
                  <a:ext uri="{FF2B5EF4-FFF2-40B4-BE49-F238E27FC236}">
                    <a16:creationId xmlns:a16="http://schemas.microsoft.com/office/drawing/2014/main" id="{18B49F54-C6CE-DE89-A2F4-BF95EFA881C6}"/>
                  </a:ext>
                </a:extLst>
              </p:cNvPr>
              <p:cNvSpPr/>
              <p:nvPr/>
            </p:nvSpPr>
            <p:spPr>
              <a:xfrm>
                <a:off x="3787614" y="6266628"/>
                <a:ext cx="6343" cy="6345"/>
              </a:xfrm>
              <a:custGeom>
                <a:avLst/>
                <a:gdLst>
                  <a:gd name="connsiteX0" fmla="*/ 3403 w 6343"/>
                  <a:gd name="connsiteY0" fmla="*/ 6565 h 6345"/>
                  <a:gd name="connsiteX1" fmla="*/ 5646 w 6343"/>
                  <a:gd name="connsiteY1" fmla="*/ 5636 h 6345"/>
                  <a:gd name="connsiteX2" fmla="*/ 6575 w 6343"/>
                  <a:gd name="connsiteY2" fmla="*/ 3392 h 6345"/>
                  <a:gd name="connsiteX3" fmla="*/ 5646 w 6343"/>
                  <a:gd name="connsiteY3" fmla="*/ 1149 h 6345"/>
                  <a:gd name="connsiteX4" fmla="*/ 3403 w 6343"/>
                  <a:gd name="connsiteY4" fmla="*/ 220 h 6345"/>
                  <a:gd name="connsiteX5" fmla="*/ 1160 w 6343"/>
                  <a:gd name="connsiteY5" fmla="*/ 1149 h 6345"/>
                  <a:gd name="connsiteX6" fmla="*/ 231 w 6343"/>
                  <a:gd name="connsiteY6" fmla="*/ 3392 h 6345"/>
                  <a:gd name="connsiteX7" fmla="*/ 1160 w 6343"/>
                  <a:gd name="connsiteY7" fmla="*/ 5636 h 6345"/>
                  <a:gd name="connsiteX8" fmla="*/ 3403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65"/>
                    </a:moveTo>
                    <a:cubicBezTo>
                      <a:pt x="4244" y="6565"/>
                      <a:pt x="5051" y="6231"/>
                      <a:pt x="5646" y="5636"/>
                    </a:cubicBezTo>
                    <a:cubicBezTo>
                      <a:pt x="6240" y="5041"/>
                      <a:pt x="6575" y="4234"/>
                      <a:pt x="6575" y="3392"/>
                    </a:cubicBezTo>
                    <a:cubicBezTo>
                      <a:pt x="6575" y="2551"/>
                      <a:pt x="6240" y="1744"/>
                      <a:pt x="5646" y="1149"/>
                    </a:cubicBezTo>
                    <a:cubicBezTo>
                      <a:pt x="5051" y="554"/>
                      <a:pt x="4244" y="220"/>
                      <a:pt x="3403" y="220"/>
                    </a:cubicBezTo>
                    <a:cubicBezTo>
                      <a:pt x="2562" y="220"/>
                      <a:pt x="1755" y="554"/>
                      <a:pt x="1160" y="1149"/>
                    </a:cubicBezTo>
                    <a:cubicBezTo>
                      <a:pt x="566" y="1744"/>
                      <a:pt x="231" y="2551"/>
                      <a:pt x="231" y="3392"/>
                    </a:cubicBezTo>
                    <a:cubicBezTo>
                      <a:pt x="231" y="4234"/>
                      <a:pt x="566" y="5041"/>
                      <a:pt x="1160" y="5636"/>
                    </a:cubicBezTo>
                    <a:cubicBezTo>
                      <a:pt x="1755" y="6231"/>
                      <a:pt x="2562" y="6565"/>
                      <a:pt x="3403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00" name="Freeform: Shape 3699">
                <a:extLst>
                  <a:ext uri="{FF2B5EF4-FFF2-40B4-BE49-F238E27FC236}">
                    <a16:creationId xmlns:a16="http://schemas.microsoft.com/office/drawing/2014/main" id="{DDCA74F1-983A-4652-3730-65ADFC76B0F7}"/>
                  </a:ext>
                </a:extLst>
              </p:cNvPr>
              <p:cNvSpPr/>
              <p:nvPr/>
            </p:nvSpPr>
            <p:spPr>
              <a:xfrm>
                <a:off x="3784476" y="6265391"/>
                <a:ext cx="6343" cy="6345"/>
              </a:xfrm>
              <a:custGeom>
                <a:avLst/>
                <a:gdLst>
                  <a:gd name="connsiteX0" fmla="*/ 3403 w 6343"/>
                  <a:gd name="connsiteY0" fmla="*/ 6565 h 6345"/>
                  <a:gd name="connsiteX1" fmla="*/ 5645 w 6343"/>
                  <a:gd name="connsiteY1" fmla="*/ 5636 h 6345"/>
                  <a:gd name="connsiteX2" fmla="*/ 6574 w 6343"/>
                  <a:gd name="connsiteY2" fmla="*/ 3392 h 6345"/>
                  <a:gd name="connsiteX3" fmla="*/ 5645 w 6343"/>
                  <a:gd name="connsiteY3" fmla="*/ 1149 h 6345"/>
                  <a:gd name="connsiteX4" fmla="*/ 3403 w 6343"/>
                  <a:gd name="connsiteY4" fmla="*/ 220 h 6345"/>
                  <a:gd name="connsiteX5" fmla="*/ 1160 w 6343"/>
                  <a:gd name="connsiteY5" fmla="*/ 1149 h 6345"/>
                  <a:gd name="connsiteX6" fmla="*/ 231 w 6343"/>
                  <a:gd name="connsiteY6" fmla="*/ 3392 h 6345"/>
                  <a:gd name="connsiteX7" fmla="*/ 1160 w 6343"/>
                  <a:gd name="connsiteY7" fmla="*/ 5636 h 6345"/>
                  <a:gd name="connsiteX8" fmla="*/ 3403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65"/>
                    </a:moveTo>
                    <a:cubicBezTo>
                      <a:pt x="4244" y="6565"/>
                      <a:pt x="5051" y="6231"/>
                      <a:pt x="5645" y="5636"/>
                    </a:cubicBezTo>
                    <a:cubicBezTo>
                      <a:pt x="6240" y="5041"/>
                      <a:pt x="6574" y="4234"/>
                      <a:pt x="6574" y="3392"/>
                    </a:cubicBezTo>
                    <a:cubicBezTo>
                      <a:pt x="6574" y="2551"/>
                      <a:pt x="6240" y="1744"/>
                      <a:pt x="5645" y="1149"/>
                    </a:cubicBezTo>
                    <a:cubicBezTo>
                      <a:pt x="5051" y="554"/>
                      <a:pt x="4244" y="220"/>
                      <a:pt x="3403" y="220"/>
                    </a:cubicBezTo>
                    <a:cubicBezTo>
                      <a:pt x="2562" y="220"/>
                      <a:pt x="1755" y="554"/>
                      <a:pt x="1160" y="1149"/>
                    </a:cubicBezTo>
                    <a:cubicBezTo>
                      <a:pt x="565" y="1744"/>
                      <a:pt x="231" y="2551"/>
                      <a:pt x="231" y="3392"/>
                    </a:cubicBezTo>
                    <a:cubicBezTo>
                      <a:pt x="231" y="4234"/>
                      <a:pt x="565" y="5041"/>
                      <a:pt x="1160" y="5636"/>
                    </a:cubicBezTo>
                    <a:cubicBezTo>
                      <a:pt x="1755" y="6231"/>
                      <a:pt x="2562" y="6565"/>
                      <a:pt x="3403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01" name="Freeform: Shape 3700">
                <a:extLst>
                  <a:ext uri="{FF2B5EF4-FFF2-40B4-BE49-F238E27FC236}">
                    <a16:creationId xmlns:a16="http://schemas.microsoft.com/office/drawing/2014/main" id="{95B7DB8F-B753-7DC3-8A44-480E38A76ECA}"/>
                  </a:ext>
                </a:extLst>
              </p:cNvPr>
              <p:cNvSpPr/>
              <p:nvPr/>
            </p:nvSpPr>
            <p:spPr>
              <a:xfrm>
                <a:off x="3782406" y="6258052"/>
                <a:ext cx="6343" cy="6345"/>
              </a:xfrm>
              <a:custGeom>
                <a:avLst/>
                <a:gdLst>
                  <a:gd name="connsiteX0" fmla="*/ 3403 w 6343"/>
                  <a:gd name="connsiteY0" fmla="*/ 6564 h 6345"/>
                  <a:gd name="connsiteX1" fmla="*/ 5645 w 6343"/>
                  <a:gd name="connsiteY1" fmla="*/ 5635 h 6345"/>
                  <a:gd name="connsiteX2" fmla="*/ 6574 w 6343"/>
                  <a:gd name="connsiteY2" fmla="*/ 3392 h 6345"/>
                  <a:gd name="connsiteX3" fmla="*/ 5645 w 6343"/>
                  <a:gd name="connsiteY3" fmla="*/ 1148 h 6345"/>
                  <a:gd name="connsiteX4" fmla="*/ 3403 w 6343"/>
                  <a:gd name="connsiteY4" fmla="*/ 219 h 6345"/>
                  <a:gd name="connsiteX5" fmla="*/ 1160 w 6343"/>
                  <a:gd name="connsiteY5" fmla="*/ 1148 h 6345"/>
                  <a:gd name="connsiteX6" fmla="*/ 231 w 6343"/>
                  <a:gd name="connsiteY6" fmla="*/ 3392 h 6345"/>
                  <a:gd name="connsiteX7" fmla="*/ 1160 w 6343"/>
                  <a:gd name="connsiteY7" fmla="*/ 5635 h 6345"/>
                  <a:gd name="connsiteX8" fmla="*/ 3403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64"/>
                    </a:moveTo>
                    <a:cubicBezTo>
                      <a:pt x="4244" y="6564"/>
                      <a:pt x="5050" y="6230"/>
                      <a:pt x="5645" y="5635"/>
                    </a:cubicBezTo>
                    <a:cubicBezTo>
                      <a:pt x="6240" y="5040"/>
                      <a:pt x="6574" y="4233"/>
                      <a:pt x="6574" y="3392"/>
                    </a:cubicBezTo>
                    <a:cubicBezTo>
                      <a:pt x="6574" y="2550"/>
                      <a:pt x="6240" y="1743"/>
                      <a:pt x="5645" y="1148"/>
                    </a:cubicBezTo>
                    <a:cubicBezTo>
                      <a:pt x="5050" y="553"/>
                      <a:pt x="4244" y="219"/>
                      <a:pt x="3403" y="219"/>
                    </a:cubicBezTo>
                    <a:cubicBezTo>
                      <a:pt x="2561" y="219"/>
                      <a:pt x="1755" y="553"/>
                      <a:pt x="1160" y="1148"/>
                    </a:cubicBezTo>
                    <a:cubicBezTo>
                      <a:pt x="565" y="1743"/>
                      <a:pt x="231" y="2550"/>
                      <a:pt x="231" y="3392"/>
                    </a:cubicBezTo>
                    <a:cubicBezTo>
                      <a:pt x="231" y="4233"/>
                      <a:pt x="565" y="5040"/>
                      <a:pt x="1160" y="5635"/>
                    </a:cubicBezTo>
                    <a:cubicBezTo>
                      <a:pt x="1755" y="6230"/>
                      <a:pt x="2561" y="6564"/>
                      <a:pt x="3403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02" name="Freeform: Shape 3701">
                <a:extLst>
                  <a:ext uri="{FF2B5EF4-FFF2-40B4-BE49-F238E27FC236}">
                    <a16:creationId xmlns:a16="http://schemas.microsoft.com/office/drawing/2014/main" id="{E3AC35CC-6AD9-5CB1-DBA7-6E2F8943E5CD}"/>
                  </a:ext>
                </a:extLst>
              </p:cNvPr>
              <p:cNvSpPr/>
              <p:nvPr/>
            </p:nvSpPr>
            <p:spPr>
              <a:xfrm>
                <a:off x="3779102" y="6258047"/>
                <a:ext cx="6343" cy="6345"/>
              </a:xfrm>
              <a:custGeom>
                <a:avLst/>
                <a:gdLst>
                  <a:gd name="connsiteX0" fmla="*/ 3402 w 6343"/>
                  <a:gd name="connsiteY0" fmla="*/ 6564 h 6345"/>
                  <a:gd name="connsiteX1" fmla="*/ 5645 w 6343"/>
                  <a:gd name="connsiteY1" fmla="*/ 5635 h 6345"/>
                  <a:gd name="connsiteX2" fmla="*/ 6574 w 6343"/>
                  <a:gd name="connsiteY2" fmla="*/ 3392 h 6345"/>
                  <a:gd name="connsiteX3" fmla="*/ 5645 w 6343"/>
                  <a:gd name="connsiteY3" fmla="*/ 1148 h 6345"/>
                  <a:gd name="connsiteX4" fmla="*/ 3402 w 6343"/>
                  <a:gd name="connsiteY4" fmla="*/ 219 h 6345"/>
                  <a:gd name="connsiteX5" fmla="*/ 1160 w 6343"/>
                  <a:gd name="connsiteY5" fmla="*/ 1148 h 6345"/>
                  <a:gd name="connsiteX6" fmla="*/ 231 w 6343"/>
                  <a:gd name="connsiteY6" fmla="*/ 3392 h 6345"/>
                  <a:gd name="connsiteX7" fmla="*/ 1160 w 6343"/>
                  <a:gd name="connsiteY7" fmla="*/ 5635 h 6345"/>
                  <a:gd name="connsiteX8" fmla="*/ 3402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4"/>
                    </a:moveTo>
                    <a:cubicBezTo>
                      <a:pt x="4243" y="6564"/>
                      <a:pt x="5050" y="6230"/>
                      <a:pt x="5645" y="5635"/>
                    </a:cubicBezTo>
                    <a:cubicBezTo>
                      <a:pt x="6240" y="5040"/>
                      <a:pt x="6574" y="4233"/>
                      <a:pt x="6574" y="3392"/>
                    </a:cubicBezTo>
                    <a:cubicBezTo>
                      <a:pt x="6574" y="2550"/>
                      <a:pt x="6240" y="1743"/>
                      <a:pt x="5645" y="1148"/>
                    </a:cubicBezTo>
                    <a:cubicBezTo>
                      <a:pt x="5050" y="553"/>
                      <a:pt x="4243" y="219"/>
                      <a:pt x="3402" y="219"/>
                    </a:cubicBezTo>
                    <a:cubicBezTo>
                      <a:pt x="2561" y="219"/>
                      <a:pt x="1754" y="553"/>
                      <a:pt x="1160" y="1148"/>
                    </a:cubicBezTo>
                    <a:cubicBezTo>
                      <a:pt x="565" y="1743"/>
                      <a:pt x="231" y="2550"/>
                      <a:pt x="231" y="3392"/>
                    </a:cubicBezTo>
                    <a:cubicBezTo>
                      <a:pt x="231" y="4233"/>
                      <a:pt x="565" y="5040"/>
                      <a:pt x="1160" y="5635"/>
                    </a:cubicBezTo>
                    <a:cubicBezTo>
                      <a:pt x="1754" y="6230"/>
                      <a:pt x="2561" y="6564"/>
                      <a:pt x="3402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03" name="Freeform: Shape 3702">
                <a:extLst>
                  <a:ext uri="{FF2B5EF4-FFF2-40B4-BE49-F238E27FC236}">
                    <a16:creationId xmlns:a16="http://schemas.microsoft.com/office/drawing/2014/main" id="{FCA18375-6415-39C7-4F19-53F83367C9C0}"/>
                  </a:ext>
                </a:extLst>
              </p:cNvPr>
              <p:cNvSpPr/>
              <p:nvPr/>
            </p:nvSpPr>
            <p:spPr>
              <a:xfrm>
                <a:off x="3775873" y="6257600"/>
                <a:ext cx="6343" cy="6345"/>
              </a:xfrm>
              <a:custGeom>
                <a:avLst/>
                <a:gdLst>
                  <a:gd name="connsiteX0" fmla="*/ 3402 w 6343"/>
                  <a:gd name="connsiteY0" fmla="*/ 6564 h 6345"/>
                  <a:gd name="connsiteX1" fmla="*/ 5645 w 6343"/>
                  <a:gd name="connsiteY1" fmla="*/ 5635 h 6345"/>
                  <a:gd name="connsiteX2" fmla="*/ 6574 w 6343"/>
                  <a:gd name="connsiteY2" fmla="*/ 3392 h 6345"/>
                  <a:gd name="connsiteX3" fmla="*/ 5645 w 6343"/>
                  <a:gd name="connsiteY3" fmla="*/ 1148 h 6345"/>
                  <a:gd name="connsiteX4" fmla="*/ 3402 w 6343"/>
                  <a:gd name="connsiteY4" fmla="*/ 219 h 6345"/>
                  <a:gd name="connsiteX5" fmla="*/ 1159 w 6343"/>
                  <a:gd name="connsiteY5" fmla="*/ 1148 h 6345"/>
                  <a:gd name="connsiteX6" fmla="*/ 230 w 6343"/>
                  <a:gd name="connsiteY6" fmla="*/ 3392 h 6345"/>
                  <a:gd name="connsiteX7" fmla="*/ 1159 w 6343"/>
                  <a:gd name="connsiteY7" fmla="*/ 5635 h 6345"/>
                  <a:gd name="connsiteX8" fmla="*/ 3402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4"/>
                    </a:moveTo>
                    <a:cubicBezTo>
                      <a:pt x="4243" y="6564"/>
                      <a:pt x="5050" y="6230"/>
                      <a:pt x="5645" y="5635"/>
                    </a:cubicBezTo>
                    <a:cubicBezTo>
                      <a:pt x="6239" y="5040"/>
                      <a:pt x="6574" y="4233"/>
                      <a:pt x="6574" y="3392"/>
                    </a:cubicBezTo>
                    <a:cubicBezTo>
                      <a:pt x="6574" y="2550"/>
                      <a:pt x="6239" y="1743"/>
                      <a:pt x="5645" y="1148"/>
                    </a:cubicBezTo>
                    <a:cubicBezTo>
                      <a:pt x="5050" y="553"/>
                      <a:pt x="4243" y="219"/>
                      <a:pt x="3402" y="219"/>
                    </a:cubicBezTo>
                    <a:cubicBezTo>
                      <a:pt x="2561" y="219"/>
                      <a:pt x="1754" y="553"/>
                      <a:pt x="1159" y="1148"/>
                    </a:cubicBezTo>
                    <a:cubicBezTo>
                      <a:pt x="565" y="1743"/>
                      <a:pt x="230" y="2550"/>
                      <a:pt x="230" y="3392"/>
                    </a:cubicBezTo>
                    <a:cubicBezTo>
                      <a:pt x="230" y="4233"/>
                      <a:pt x="565" y="5040"/>
                      <a:pt x="1159" y="5635"/>
                    </a:cubicBezTo>
                    <a:cubicBezTo>
                      <a:pt x="1754" y="6230"/>
                      <a:pt x="2561" y="6564"/>
                      <a:pt x="3402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04" name="Freeform: Shape 3703">
                <a:extLst>
                  <a:ext uri="{FF2B5EF4-FFF2-40B4-BE49-F238E27FC236}">
                    <a16:creationId xmlns:a16="http://schemas.microsoft.com/office/drawing/2014/main" id="{5117E957-82FE-C694-08C4-5A051C65CACA}"/>
                  </a:ext>
                </a:extLst>
              </p:cNvPr>
              <p:cNvSpPr/>
              <p:nvPr/>
            </p:nvSpPr>
            <p:spPr>
              <a:xfrm>
                <a:off x="3741098" y="6420871"/>
                <a:ext cx="6343" cy="6345"/>
              </a:xfrm>
              <a:custGeom>
                <a:avLst/>
                <a:gdLst>
                  <a:gd name="connsiteX0" fmla="*/ 3399 w 6343"/>
                  <a:gd name="connsiteY0" fmla="*/ 6577 h 6345"/>
                  <a:gd name="connsiteX1" fmla="*/ 5642 w 6343"/>
                  <a:gd name="connsiteY1" fmla="*/ 5648 h 6345"/>
                  <a:gd name="connsiteX2" fmla="*/ 6571 w 6343"/>
                  <a:gd name="connsiteY2" fmla="*/ 3404 h 6345"/>
                  <a:gd name="connsiteX3" fmla="*/ 5642 w 6343"/>
                  <a:gd name="connsiteY3" fmla="*/ 1161 h 6345"/>
                  <a:gd name="connsiteX4" fmla="*/ 3399 w 6343"/>
                  <a:gd name="connsiteY4" fmla="*/ 232 h 6345"/>
                  <a:gd name="connsiteX5" fmla="*/ 1157 w 6343"/>
                  <a:gd name="connsiteY5" fmla="*/ 1161 h 6345"/>
                  <a:gd name="connsiteX6" fmla="*/ 228 w 6343"/>
                  <a:gd name="connsiteY6" fmla="*/ 3404 h 6345"/>
                  <a:gd name="connsiteX7" fmla="*/ 1157 w 6343"/>
                  <a:gd name="connsiteY7" fmla="*/ 5648 h 6345"/>
                  <a:gd name="connsiteX8" fmla="*/ 3399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77"/>
                    </a:moveTo>
                    <a:cubicBezTo>
                      <a:pt x="4240" y="6577"/>
                      <a:pt x="5047" y="6243"/>
                      <a:pt x="5642" y="5648"/>
                    </a:cubicBezTo>
                    <a:cubicBezTo>
                      <a:pt x="6237" y="5053"/>
                      <a:pt x="6571" y="4246"/>
                      <a:pt x="6571" y="3404"/>
                    </a:cubicBezTo>
                    <a:cubicBezTo>
                      <a:pt x="6571" y="2563"/>
                      <a:pt x="6237" y="1756"/>
                      <a:pt x="5642" y="1161"/>
                    </a:cubicBezTo>
                    <a:cubicBezTo>
                      <a:pt x="5047" y="566"/>
                      <a:pt x="4240" y="232"/>
                      <a:pt x="3399" y="232"/>
                    </a:cubicBezTo>
                    <a:cubicBezTo>
                      <a:pt x="2558" y="232"/>
                      <a:pt x="1751" y="566"/>
                      <a:pt x="1157" y="1161"/>
                    </a:cubicBezTo>
                    <a:cubicBezTo>
                      <a:pt x="562" y="1756"/>
                      <a:pt x="228" y="2563"/>
                      <a:pt x="228" y="3404"/>
                    </a:cubicBezTo>
                    <a:cubicBezTo>
                      <a:pt x="228" y="4246"/>
                      <a:pt x="562" y="5053"/>
                      <a:pt x="1157" y="5648"/>
                    </a:cubicBezTo>
                    <a:cubicBezTo>
                      <a:pt x="1751" y="6243"/>
                      <a:pt x="2558" y="6577"/>
                      <a:pt x="3399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05" name="Freeform: Shape 3704">
                <a:extLst>
                  <a:ext uri="{FF2B5EF4-FFF2-40B4-BE49-F238E27FC236}">
                    <a16:creationId xmlns:a16="http://schemas.microsoft.com/office/drawing/2014/main" id="{CAA269B5-9942-D219-541D-4FD647D0011D}"/>
                  </a:ext>
                </a:extLst>
              </p:cNvPr>
              <p:cNvSpPr/>
              <p:nvPr/>
            </p:nvSpPr>
            <p:spPr>
              <a:xfrm>
                <a:off x="3776551" y="6220827"/>
                <a:ext cx="6343" cy="6345"/>
              </a:xfrm>
              <a:custGeom>
                <a:avLst/>
                <a:gdLst>
                  <a:gd name="connsiteX0" fmla="*/ 3402 w 6343"/>
                  <a:gd name="connsiteY0" fmla="*/ 6561 h 6345"/>
                  <a:gd name="connsiteX1" fmla="*/ 5645 w 6343"/>
                  <a:gd name="connsiteY1" fmla="*/ 5632 h 6345"/>
                  <a:gd name="connsiteX2" fmla="*/ 6574 w 6343"/>
                  <a:gd name="connsiteY2" fmla="*/ 3389 h 6345"/>
                  <a:gd name="connsiteX3" fmla="*/ 5645 w 6343"/>
                  <a:gd name="connsiteY3" fmla="*/ 1145 h 6345"/>
                  <a:gd name="connsiteX4" fmla="*/ 3402 w 6343"/>
                  <a:gd name="connsiteY4" fmla="*/ 216 h 6345"/>
                  <a:gd name="connsiteX5" fmla="*/ 1159 w 6343"/>
                  <a:gd name="connsiteY5" fmla="*/ 1145 h 6345"/>
                  <a:gd name="connsiteX6" fmla="*/ 231 w 6343"/>
                  <a:gd name="connsiteY6" fmla="*/ 3389 h 6345"/>
                  <a:gd name="connsiteX7" fmla="*/ 1159 w 6343"/>
                  <a:gd name="connsiteY7" fmla="*/ 5632 h 6345"/>
                  <a:gd name="connsiteX8" fmla="*/ 340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1"/>
                    </a:moveTo>
                    <a:cubicBezTo>
                      <a:pt x="4243" y="6561"/>
                      <a:pt x="5050" y="6227"/>
                      <a:pt x="5645" y="5632"/>
                    </a:cubicBezTo>
                    <a:cubicBezTo>
                      <a:pt x="6239" y="5037"/>
                      <a:pt x="6574" y="4230"/>
                      <a:pt x="6574" y="3389"/>
                    </a:cubicBezTo>
                    <a:cubicBezTo>
                      <a:pt x="6574" y="2547"/>
                      <a:pt x="6239" y="1740"/>
                      <a:pt x="5645" y="1145"/>
                    </a:cubicBezTo>
                    <a:cubicBezTo>
                      <a:pt x="5050" y="550"/>
                      <a:pt x="4243" y="216"/>
                      <a:pt x="3402" y="216"/>
                    </a:cubicBezTo>
                    <a:cubicBezTo>
                      <a:pt x="2561" y="216"/>
                      <a:pt x="1754" y="550"/>
                      <a:pt x="1159" y="1145"/>
                    </a:cubicBezTo>
                    <a:cubicBezTo>
                      <a:pt x="565" y="1740"/>
                      <a:pt x="231" y="2547"/>
                      <a:pt x="231" y="3389"/>
                    </a:cubicBezTo>
                    <a:cubicBezTo>
                      <a:pt x="231" y="4230"/>
                      <a:pt x="565" y="5037"/>
                      <a:pt x="1159" y="5632"/>
                    </a:cubicBezTo>
                    <a:cubicBezTo>
                      <a:pt x="1754" y="6227"/>
                      <a:pt x="2561" y="6561"/>
                      <a:pt x="340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06" name="Freeform: Shape 3705">
                <a:extLst>
                  <a:ext uri="{FF2B5EF4-FFF2-40B4-BE49-F238E27FC236}">
                    <a16:creationId xmlns:a16="http://schemas.microsoft.com/office/drawing/2014/main" id="{3639FE3E-EC9E-05CC-C310-5C2B7D7F9C00}"/>
                  </a:ext>
                </a:extLst>
              </p:cNvPr>
              <p:cNvSpPr/>
              <p:nvPr/>
            </p:nvSpPr>
            <p:spPr>
              <a:xfrm>
                <a:off x="3773892" y="6218690"/>
                <a:ext cx="6343" cy="6345"/>
              </a:xfrm>
              <a:custGeom>
                <a:avLst/>
                <a:gdLst>
                  <a:gd name="connsiteX0" fmla="*/ 3402 w 6343"/>
                  <a:gd name="connsiteY0" fmla="*/ 6561 h 6345"/>
                  <a:gd name="connsiteX1" fmla="*/ 5644 w 6343"/>
                  <a:gd name="connsiteY1" fmla="*/ 5632 h 6345"/>
                  <a:gd name="connsiteX2" fmla="*/ 6573 w 6343"/>
                  <a:gd name="connsiteY2" fmla="*/ 3389 h 6345"/>
                  <a:gd name="connsiteX3" fmla="*/ 5644 w 6343"/>
                  <a:gd name="connsiteY3" fmla="*/ 1145 h 6345"/>
                  <a:gd name="connsiteX4" fmla="*/ 3402 w 6343"/>
                  <a:gd name="connsiteY4" fmla="*/ 216 h 6345"/>
                  <a:gd name="connsiteX5" fmla="*/ 1159 w 6343"/>
                  <a:gd name="connsiteY5" fmla="*/ 1145 h 6345"/>
                  <a:gd name="connsiteX6" fmla="*/ 230 w 6343"/>
                  <a:gd name="connsiteY6" fmla="*/ 3389 h 6345"/>
                  <a:gd name="connsiteX7" fmla="*/ 1159 w 6343"/>
                  <a:gd name="connsiteY7" fmla="*/ 5632 h 6345"/>
                  <a:gd name="connsiteX8" fmla="*/ 340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1"/>
                    </a:moveTo>
                    <a:cubicBezTo>
                      <a:pt x="4243" y="6561"/>
                      <a:pt x="5050" y="6227"/>
                      <a:pt x="5644" y="5632"/>
                    </a:cubicBezTo>
                    <a:cubicBezTo>
                      <a:pt x="6239" y="5037"/>
                      <a:pt x="6573" y="4230"/>
                      <a:pt x="6573" y="3389"/>
                    </a:cubicBezTo>
                    <a:cubicBezTo>
                      <a:pt x="6573" y="2547"/>
                      <a:pt x="6239" y="1740"/>
                      <a:pt x="5644" y="1145"/>
                    </a:cubicBezTo>
                    <a:cubicBezTo>
                      <a:pt x="5050" y="550"/>
                      <a:pt x="4243" y="216"/>
                      <a:pt x="3402" y="216"/>
                    </a:cubicBezTo>
                    <a:cubicBezTo>
                      <a:pt x="2561" y="216"/>
                      <a:pt x="1754" y="550"/>
                      <a:pt x="1159" y="1145"/>
                    </a:cubicBezTo>
                    <a:cubicBezTo>
                      <a:pt x="564" y="1740"/>
                      <a:pt x="230" y="2547"/>
                      <a:pt x="230" y="3389"/>
                    </a:cubicBezTo>
                    <a:cubicBezTo>
                      <a:pt x="230" y="4230"/>
                      <a:pt x="564" y="5037"/>
                      <a:pt x="1159" y="5632"/>
                    </a:cubicBezTo>
                    <a:cubicBezTo>
                      <a:pt x="1754" y="6227"/>
                      <a:pt x="2561" y="6561"/>
                      <a:pt x="340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07" name="Freeform: Shape 3706">
                <a:extLst>
                  <a:ext uri="{FF2B5EF4-FFF2-40B4-BE49-F238E27FC236}">
                    <a16:creationId xmlns:a16="http://schemas.microsoft.com/office/drawing/2014/main" id="{B53D2627-E0BC-148F-D356-6982C9127E5B}"/>
                  </a:ext>
                </a:extLst>
              </p:cNvPr>
              <p:cNvSpPr/>
              <p:nvPr/>
            </p:nvSpPr>
            <p:spPr>
              <a:xfrm>
                <a:off x="3770931" y="6218072"/>
                <a:ext cx="6343" cy="6345"/>
              </a:xfrm>
              <a:custGeom>
                <a:avLst/>
                <a:gdLst>
                  <a:gd name="connsiteX0" fmla="*/ 3402 w 6343"/>
                  <a:gd name="connsiteY0" fmla="*/ 6561 h 6345"/>
                  <a:gd name="connsiteX1" fmla="*/ 5644 w 6343"/>
                  <a:gd name="connsiteY1" fmla="*/ 5632 h 6345"/>
                  <a:gd name="connsiteX2" fmla="*/ 6573 w 6343"/>
                  <a:gd name="connsiteY2" fmla="*/ 3389 h 6345"/>
                  <a:gd name="connsiteX3" fmla="*/ 5644 w 6343"/>
                  <a:gd name="connsiteY3" fmla="*/ 1145 h 6345"/>
                  <a:gd name="connsiteX4" fmla="*/ 3402 w 6343"/>
                  <a:gd name="connsiteY4" fmla="*/ 216 h 6345"/>
                  <a:gd name="connsiteX5" fmla="*/ 1159 w 6343"/>
                  <a:gd name="connsiteY5" fmla="*/ 1145 h 6345"/>
                  <a:gd name="connsiteX6" fmla="*/ 230 w 6343"/>
                  <a:gd name="connsiteY6" fmla="*/ 3389 h 6345"/>
                  <a:gd name="connsiteX7" fmla="*/ 1159 w 6343"/>
                  <a:gd name="connsiteY7" fmla="*/ 5632 h 6345"/>
                  <a:gd name="connsiteX8" fmla="*/ 340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1"/>
                    </a:moveTo>
                    <a:cubicBezTo>
                      <a:pt x="4243" y="6561"/>
                      <a:pt x="5050" y="6227"/>
                      <a:pt x="5644" y="5632"/>
                    </a:cubicBezTo>
                    <a:cubicBezTo>
                      <a:pt x="6239" y="5037"/>
                      <a:pt x="6573" y="4230"/>
                      <a:pt x="6573" y="3389"/>
                    </a:cubicBezTo>
                    <a:cubicBezTo>
                      <a:pt x="6573" y="2547"/>
                      <a:pt x="6239" y="1740"/>
                      <a:pt x="5644" y="1145"/>
                    </a:cubicBezTo>
                    <a:cubicBezTo>
                      <a:pt x="5050" y="550"/>
                      <a:pt x="4243" y="216"/>
                      <a:pt x="3402" y="216"/>
                    </a:cubicBezTo>
                    <a:cubicBezTo>
                      <a:pt x="2561" y="216"/>
                      <a:pt x="1754" y="550"/>
                      <a:pt x="1159" y="1145"/>
                    </a:cubicBezTo>
                    <a:cubicBezTo>
                      <a:pt x="564" y="1740"/>
                      <a:pt x="230" y="2547"/>
                      <a:pt x="230" y="3389"/>
                    </a:cubicBezTo>
                    <a:cubicBezTo>
                      <a:pt x="230" y="4230"/>
                      <a:pt x="564" y="5037"/>
                      <a:pt x="1159" y="5632"/>
                    </a:cubicBezTo>
                    <a:cubicBezTo>
                      <a:pt x="1754" y="6227"/>
                      <a:pt x="2561" y="6561"/>
                      <a:pt x="340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08" name="Freeform: Shape 3707">
                <a:extLst>
                  <a:ext uri="{FF2B5EF4-FFF2-40B4-BE49-F238E27FC236}">
                    <a16:creationId xmlns:a16="http://schemas.microsoft.com/office/drawing/2014/main" id="{28EA887A-2C6A-9485-743E-88DD2C4141DA}"/>
                  </a:ext>
                </a:extLst>
              </p:cNvPr>
              <p:cNvSpPr/>
              <p:nvPr/>
            </p:nvSpPr>
            <p:spPr>
              <a:xfrm>
                <a:off x="3768206" y="6216369"/>
                <a:ext cx="6343" cy="6345"/>
              </a:xfrm>
              <a:custGeom>
                <a:avLst/>
                <a:gdLst>
                  <a:gd name="connsiteX0" fmla="*/ 3401 w 6343"/>
                  <a:gd name="connsiteY0" fmla="*/ 6561 h 6345"/>
                  <a:gd name="connsiteX1" fmla="*/ 5644 w 6343"/>
                  <a:gd name="connsiteY1" fmla="*/ 5632 h 6345"/>
                  <a:gd name="connsiteX2" fmla="*/ 6573 w 6343"/>
                  <a:gd name="connsiteY2" fmla="*/ 3388 h 6345"/>
                  <a:gd name="connsiteX3" fmla="*/ 5644 w 6343"/>
                  <a:gd name="connsiteY3" fmla="*/ 1145 h 6345"/>
                  <a:gd name="connsiteX4" fmla="*/ 3401 w 6343"/>
                  <a:gd name="connsiteY4" fmla="*/ 216 h 6345"/>
                  <a:gd name="connsiteX5" fmla="*/ 1159 w 6343"/>
                  <a:gd name="connsiteY5" fmla="*/ 1145 h 6345"/>
                  <a:gd name="connsiteX6" fmla="*/ 230 w 6343"/>
                  <a:gd name="connsiteY6" fmla="*/ 3388 h 6345"/>
                  <a:gd name="connsiteX7" fmla="*/ 1159 w 6343"/>
                  <a:gd name="connsiteY7" fmla="*/ 5632 h 6345"/>
                  <a:gd name="connsiteX8" fmla="*/ 3401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61"/>
                    </a:moveTo>
                    <a:cubicBezTo>
                      <a:pt x="4243" y="6561"/>
                      <a:pt x="5049" y="6227"/>
                      <a:pt x="5644" y="5632"/>
                    </a:cubicBezTo>
                    <a:cubicBezTo>
                      <a:pt x="6239" y="5037"/>
                      <a:pt x="6573" y="4230"/>
                      <a:pt x="6573" y="3388"/>
                    </a:cubicBezTo>
                    <a:cubicBezTo>
                      <a:pt x="6573" y="2547"/>
                      <a:pt x="6239" y="1740"/>
                      <a:pt x="5644" y="1145"/>
                    </a:cubicBezTo>
                    <a:cubicBezTo>
                      <a:pt x="5049" y="550"/>
                      <a:pt x="4243" y="216"/>
                      <a:pt x="3401" y="216"/>
                    </a:cubicBezTo>
                    <a:cubicBezTo>
                      <a:pt x="2560" y="216"/>
                      <a:pt x="1754" y="550"/>
                      <a:pt x="1159" y="1145"/>
                    </a:cubicBezTo>
                    <a:cubicBezTo>
                      <a:pt x="564" y="1740"/>
                      <a:pt x="230" y="2547"/>
                      <a:pt x="230" y="3388"/>
                    </a:cubicBezTo>
                    <a:cubicBezTo>
                      <a:pt x="230" y="4230"/>
                      <a:pt x="564" y="5037"/>
                      <a:pt x="1159" y="5632"/>
                    </a:cubicBezTo>
                    <a:cubicBezTo>
                      <a:pt x="1754" y="6227"/>
                      <a:pt x="2560" y="6561"/>
                      <a:pt x="3401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09" name="Freeform: Shape 3708">
                <a:extLst>
                  <a:ext uri="{FF2B5EF4-FFF2-40B4-BE49-F238E27FC236}">
                    <a16:creationId xmlns:a16="http://schemas.microsoft.com/office/drawing/2014/main" id="{C91C5958-98AD-6D84-A684-6FBC3B18A10D}"/>
                  </a:ext>
                </a:extLst>
              </p:cNvPr>
              <p:cNvSpPr/>
              <p:nvPr/>
            </p:nvSpPr>
            <p:spPr>
              <a:xfrm>
                <a:off x="3765072" y="6216550"/>
                <a:ext cx="6343" cy="6345"/>
              </a:xfrm>
              <a:custGeom>
                <a:avLst/>
                <a:gdLst>
                  <a:gd name="connsiteX0" fmla="*/ 3401 w 6343"/>
                  <a:gd name="connsiteY0" fmla="*/ 6561 h 6345"/>
                  <a:gd name="connsiteX1" fmla="*/ 5644 w 6343"/>
                  <a:gd name="connsiteY1" fmla="*/ 5632 h 6345"/>
                  <a:gd name="connsiteX2" fmla="*/ 6573 w 6343"/>
                  <a:gd name="connsiteY2" fmla="*/ 3388 h 6345"/>
                  <a:gd name="connsiteX3" fmla="*/ 5644 w 6343"/>
                  <a:gd name="connsiteY3" fmla="*/ 1145 h 6345"/>
                  <a:gd name="connsiteX4" fmla="*/ 3401 w 6343"/>
                  <a:gd name="connsiteY4" fmla="*/ 216 h 6345"/>
                  <a:gd name="connsiteX5" fmla="*/ 1159 w 6343"/>
                  <a:gd name="connsiteY5" fmla="*/ 1145 h 6345"/>
                  <a:gd name="connsiteX6" fmla="*/ 230 w 6343"/>
                  <a:gd name="connsiteY6" fmla="*/ 3388 h 6345"/>
                  <a:gd name="connsiteX7" fmla="*/ 1159 w 6343"/>
                  <a:gd name="connsiteY7" fmla="*/ 5632 h 6345"/>
                  <a:gd name="connsiteX8" fmla="*/ 3401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61"/>
                    </a:moveTo>
                    <a:cubicBezTo>
                      <a:pt x="4242" y="6561"/>
                      <a:pt x="5049" y="6227"/>
                      <a:pt x="5644" y="5632"/>
                    </a:cubicBezTo>
                    <a:cubicBezTo>
                      <a:pt x="6239" y="5037"/>
                      <a:pt x="6573" y="4230"/>
                      <a:pt x="6573" y="3388"/>
                    </a:cubicBezTo>
                    <a:cubicBezTo>
                      <a:pt x="6573" y="2547"/>
                      <a:pt x="6239" y="1740"/>
                      <a:pt x="5644" y="1145"/>
                    </a:cubicBezTo>
                    <a:cubicBezTo>
                      <a:pt x="5049" y="550"/>
                      <a:pt x="4242" y="216"/>
                      <a:pt x="3401" y="216"/>
                    </a:cubicBezTo>
                    <a:cubicBezTo>
                      <a:pt x="2560" y="216"/>
                      <a:pt x="1753" y="550"/>
                      <a:pt x="1159" y="1145"/>
                    </a:cubicBezTo>
                    <a:cubicBezTo>
                      <a:pt x="564" y="1740"/>
                      <a:pt x="230" y="2547"/>
                      <a:pt x="230" y="3388"/>
                    </a:cubicBezTo>
                    <a:cubicBezTo>
                      <a:pt x="230" y="4230"/>
                      <a:pt x="564" y="5037"/>
                      <a:pt x="1159" y="5632"/>
                    </a:cubicBezTo>
                    <a:cubicBezTo>
                      <a:pt x="1753" y="6227"/>
                      <a:pt x="2560" y="6561"/>
                      <a:pt x="3401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10" name="Freeform: Shape 3709">
                <a:extLst>
                  <a:ext uri="{FF2B5EF4-FFF2-40B4-BE49-F238E27FC236}">
                    <a16:creationId xmlns:a16="http://schemas.microsoft.com/office/drawing/2014/main" id="{D7A902B9-EFEB-79BE-A66A-15B3ACC3A9C2}"/>
                  </a:ext>
                </a:extLst>
              </p:cNvPr>
              <p:cNvSpPr/>
              <p:nvPr/>
            </p:nvSpPr>
            <p:spPr>
              <a:xfrm>
                <a:off x="3762188" y="6215601"/>
                <a:ext cx="6343" cy="6345"/>
              </a:xfrm>
              <a:custGeom>
                <a:avLst/>
                <a:gdLst>
                  <a:gd name="connsiteX0" fmla="*/ 3401 w 6343"/>
                  <a:gd name="connsiteY0" fmla="*/ 6561 h 6345"/>
                  <a:gd name="connsiteX1" fmla="*/ 5644 w 6343"/>
                  <a:gd name="connsiteY1" fmla="*/ 5632 h 6345"/>
                  <a:gd name="connsiteX2" fmla="*/ 6572 w 6343"/>
                  <a:gd name="connsiteY2" fmla="*/ 3388 h 6345"/>
                  <a:gd name="connsiteX3" fmla="*/ 5644 w 6343"/>
                  <a:gd name="connsiteY3" fmla="*/ 1145 h 6345"/>
                  <a:gd name="connsiteX4" fmla="*/ 3401 w 6343"/>
                  <a:gd name="connsiteY4" fmla="*/ 216 h 6345"/>
                  <a:gd name="connsiteX5" fmla="*/ 1158 w 6343"/>
                  <a:gd name="connsiteY5" fmla="*/ 1145 h 6345"/>
                  <a:gd name="connsiteX6" fmla="*/ 229 w 6343"/>
                  <a:gd name="connsiteY6" fmla="*/ 3388 h 6345"/>
                  <a:gd name="connsiteX7" fmla="*/ 1158 w 6343"/>
                  <a:gd name="connsiteY7" fmla="*/ 5632 h 6345"/>
                  <a:gd name="connsiteX8" fmla="*/ 3401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61"/>
                    </a:moveTo>
                    <a:cubicBezTo>
                      <a:pt x="4242" y="6561"/>
                      <a:pt x="5049" y="6227"/>
                      <a:pt x="5644" y="5632"/>
                    </a:cubicBezTo>
                    <a:cubicBezTo>
                      <a:pt x="6238" y="5037"/>
                      <a:pt x="6572" y="4230"/>
                      <a:pt x="6572" y="3388"/>
                    </a:cubicBezTo>
                    <a:cubicBezTo>
                      <a:pt x="6572" y="2547"/>
                      <a:pt x="6238" y="1740"/>
                      <a:pt x="5644" y="1145"/>
                    </a:cubicBezTo>
                    <a:cubicBezTo>
                      <a:pt x="5049" y="550"/>
                      <a:pt x="4242" y="216"/>
                      <a:pt x="3401" y="216"/>
                    </a:cubicBezTo>
                    <a:cubicBezTo>
                      <a:pt x="2560" y="216"/>
                      <a:pt x="1753" y="550"/>
                      <a:pt x="1158" y="1145"/>
                    </a:cubicBezTo>
                    <a:cubicBezTo>
                      <a:pt x="564" y="1740"/>
                      <a:pt x="229" y="2547"/>
                      <a:pt x="229" y="3388"/>
                    </a:cubicBezTo>
                    <a:cubicBezTo>
                      <a:pt x="229" y="4230"/>
                      <a:pt x="564" y="5037"/>
                      <a:pt x="1158" y="5632"/>
                    </a:cubicBezTo>
                    <a:cubicBezTo>
                      <a:pt x="1753" y="6227"/>
                      <a:pt x="2560" y="6561"/>
                      <a:pt x="3401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11" name="Freeform: Shape 3710">
                <a:extLst>
                  <a:ext uri="{FF2B5EF4-FFF2-40B4-BE49-F238E27FC236}">
                    <a16:creationId xmlns:a16="http://schemas.microsoft.com/office/drawing/2014/main" id="{54D33B9F-4102-7125-5BC4-43C02A8AA892}"/>
                  </a:ext>
                </a:extLst>
              </p:cNvPr>
              <p:cNvSpPr/>
              <p:nvPr/>
            </p:nvSpPr>
            <p:spPr>
              <a:xfrm>
                <a:off x="3764604" y="6192362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4 w 6343"/>
                  <a:gd name="connsiteY1" fmla="*/ 5630 h 6345"/>
                  <a:gd name="connsiteX2" fmla="*/ 6573 w 6343"/>
                  <a:gd name="connsiteY2" fmla="*/ 3386 h 6345"/>
                  <a:gd name="connsiteX3" fmla="*/ 5644 w 6343"/>
                  <a:gd name="connsiteY3" fmla="*/ 1143 h 6345"/>
                  <a:gd name="connsiteX4" fmla="*/ 3401 w 6343"/>
                  <a:gd name="connsiteY4" fmla="*/ 214 h 6345"/>
                  <a:gd name="connsiteX5" fmla="*/ 1158 w 6343"/>
                  <a:gd name="connsiteY5" fmla="*/ 1143 h 6345"/>
                  <a:gd name="connsiteX6" fmla="*/ 230 w 6343"/>
                  <a:gd name="connsiteY6" fmla="*/ 3386 h 6345"/>
                  <a:gd name="connsiteX7" fmla="*/ 1158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5"/>
                      <a:pt x="5644" y="5630"/>
                    </a:cubicBezTo>
                    <a:cubicBezTo>
                      <a:pt x="6239" y="5035"/>
                      <a:pt x="6573" y="4228"/>
                      <a:pt x="6573" y="3386"/>
                    </a:cubicBezTo>
                    <a:cubicBezTo>
                      <a:pt x="6573" y="2545"/>
                      <a:pt x="6239" y="1738"/>
                      <a:pt x="5644" y="1143"/>
                    </a:cubicBezTo>
                    <a:cubicBezTo>
                      <a:pt x="5049" y="548"/>
                      <a:pt x="4242" y="214"/>
                      <a:pt x="3401" y="214"/>
                    </a:cubicBezTo>
                    <a:cubicBezTo>
                      <a:pt x="2560" y="214"/>
                      <a:pt x="1753" y="548"/>
                      <a:pt x="1158" y="1143"/>
                    </a:cubicBezTo>
                    <a:cubicBezTo>
                      <a:pt x="564" y="1738"/>
                      <a:pt x="230" y="2545"/>
                      <a:pt x="230" y="3386"/>
                    </a:cubicBezTo>
                    <a:cubicBezTo>
                      <a:pt x="230" y="4228"/>
                      <a:pt x="564" y="5035"/>
                      <a:pt x="1158" y="5630"/>
                    </a:cubicBezTo>
                    <a:cubicBezTo>
                      <a:pt x="1753" y="6225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12" name="Freeform: Shape 3711">
                <a:extLst>
                  <a:ext uri="{FF2B5EF4-FFF2-40B4-BE49-F238E27FC236}">
                    <a16:creationId xmlns:a16="http://schemas.microsoft.com/office/drawing/2014/main" id="{8F63BEE1-A48D-B65C-FDC1-9DCD219B39F8}"/>
                  </a:ext>
                </a:extLst>
              </p:cNvPr>
              <p:cNvSpPr/>
              <p:nvPr/>
            </p:nvSpPr>
            <p:spPr>
              <a:xfrm>
                <a:off x="3762840" y="6187443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4 w 6343"/>
                  <a:gd name="connsiteY1" fmla="*/ 5630 h 6345"/>
                  <a:gd name="connsiteX2" fmla="*/ 6573 w 6343"/>
                  <a:gd name="connsiteY2" fmla="*/ 3386 h 6345"/>
                  <a:gd name="connsiteX3" fmla="*/ 5644 w 6343"/>
                  <a:gd name="connsiteY3" fmla="*/ 1143 h 6345"/>
                  <a:gd name="connsiteX4" fmla="*/ 3401 w 6343"/>
                  <a:gd name="connsiteY4" fmla="*/ 213 h 6345"/>
                  <a:gd name="connsiteX5" fmla="*/ 1158 w 6343"/>
                  <a:gd name="connsiteY5" fmla="*/ 1143 h 6345"/>
                  <a:gd name="connsiteX6" fmla="*/ 229 w 6343"/>
                  <a:gd name="connsiteY6" fmla="*/ 3386 h 6345"/>
                  <a:gd name="connsiteX7" fmla="*/ 1158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4"/>
                      <a:pt x="5644" y="5630"/>
                    </a:cubicBezTo>
                    <a:cubicBezTo>
                      <a:pt x="6238" y="5035"/>
                      <a:pt x="6573" y="4228"/>
                      <a:pt x="6573" y="3386"/>
                    </a:cubicBezTo>
                    <a:cubicBezTo>
                      <a:pt x="6573" y="2545"/>
                      <a:pt x="6238" y="1738"/>
                      <a:pt x="5644" y="1143"/>
                    </a:cubicBezTo>
                    <a:cubicBezTo>
                      <a:pt x="5049" y="548"/>
                      <a:pt x="4242" y="213"/>
                      <a:pt x="3401" y="213"/>
                    </a:cubicBezTo>
                    <a:cubicBezTo>
                      <a:pt x="2560" y="213"/>
                      <a:pt x="1753" y="548"/>
                      <a:pt x="1158" y="1143"/>
                    </a:cubicBezTo>
                    <a:cubicBezTo>
                      <a:pt x="564" y="1738"/>
                      <a:pt x="229" y="2545"/>
                      <a:pt x="229" y="3386"/>
                    </a:cubicBezTo>
                    <a:cubicBezTo>
                      <a:pt x="229" y="4228"/>
                      <a:pt x="564" y="5035"/>
                      <a:pt x="1158" y="5630"/>
                    </a:cubicBezTo>
                    <a:cubicBezTo>
                      <a:pt x="1753" y="6224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13" name="Freeform: Shape 3712">
                <a:extLst>
                  <a:ext uri="{FF2B5EF4-FFF2-40B4-BE49-F238E27FC236}">
                    <a16:creationId xmlns:a16="http://schemas.microsoft.com/office/drawing/2014/main" id="{80FB2C6D-FC2A-748A-7C96-8B0ED3ABD48F}"/>
                  </a:ext>
                </a:extLst>
              </p:cNvPr>
              <p:cNvSpPr/>
              <p:nvPr/>
            </p:nvSpPr>
            <p:spPr>
              <a:xfrm>
                <a:off x="3760152" y="6186435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3 w 6343"/>
                  <a:gd name="connsiteY1" fmla="*/ 5629 h 6345"/>
                  <a:gd name="connsiteX2" fmla="*/ 6572 w 6343"/>
                  <a:gd name="connsiteY2" fmla="*/ 3386 h 6345"/>
                  <a:gd name="connsiteX3" fmla="*/ 5643 w 6343"/>
                  <a:gd name="connsiteY3" fmla="*/ 1143 h 6345"/>
                  <a:gd name="connsiteX4" fmla="*/ 3401 w 6343"/>
                  <a:gd name="connsiteY4" fmla="*/ 213 h 6345"/>
                  <a:gd name="connsiteX5" fmla="*/ 1158 w 6343"/>
                  <a:gd name="connsiteY5" fmla="*/ 1143 h 6345"/>
                  <a:gd name="connsiteX6" fmla="*/ 229 w 6343"/>
                  <a:gd name="connsiteY6" fmla="*/ 3386 h 6345"/>
                  <a:gd name="connsiteX7" fmla="*/ 1158 w 6343"/>
                  <a:gd name="connsiteY7" fmla="*/ 5629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4"/>
                      <a:pt x="5643" y="5629"/>
                    </a:cubicBezTo>
                    <a:cubicBezTo>
                      <a:pt x="6238" y="5034"/>
                      <a:pt x="6572" y="4227"/>
                      <a:pt x="6572" y="3386"/>
                    </a:cubicBezTo>
                    <a:cubicBezTo>
                      <a:pt x="6572" y="2545"/>
                      <a:pt x="6238" y="1738"/>
                      <a:pt x="5643" y="1143"/>
                    </a:cubicBezTo>
                    <a:cubicBezTo>
                      <a:pt x="5049" y="548"/>
                      <a:pt x="4242" y="213"/>
                      <a:pt x="3401" y="213"/>
                    </a:cubicBezTo>
                    <a:cubicBezTo>
                      <a:pt x="2560" y="213"/>
                      <a:pt x="1753" y="548"/>
                      <a:pt x="1158" y="1143"/>
                    </a:cubicBezTo>
                    <a:cubicBezTo>
                      <a:pt x="563" y="1738"/>
                      <a:pt x="229" y="2545"/>
                      <a:pt x="229" y="3386"/>
                    </a:cubicBezTo>
                    <a:cubicBezTo>
                      <a:pt x="229" y="4227"/>
                      <a:pt x="563" y="5034"/>
                      <a:pt x="1158" y="5629"/>
                    </a:cubicBezTo>
                    <a:cubicBezTo>
                      <a:pt x="1753" y="6224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14" name="Freeform: Shape 3713">
                <a:extLst>
                  <a:ext uri="{FF2B5EF4-FFF2-40B4-BE49-F238E27FC236}">
                    <a16:creationId xmlns:a16="http://schemas.microsoft.com/office/drawing/2014/main" id="{284CEA84-7F92-3E5B-C0E1-143BD48E009E}"/>
                  </a:ext>
                </a:extLst>
              </p:cNvPr>
              <p:cNvSpPr/>
              <p:nvPr/>
            </p:nvSpPr>
            <p:spPr>
              <a:xfrm>
                <a:off x="3757034" y="6187114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3 w 6343"/>
                  <a:gd name="connsiteY1" fmla="*/ 5630 h 6345"/>
                  <a:gd name="connsiteX2" fmla="*/ 6572 w 6343"/>
                  <a:gd name="connsiteY2" fmla="*/ 3386 h 6345"/>
                  <a:gd name="connsiteX3" fmla="*/ 5643 w 6343"/>
                  <a:gd name="connsiteY3" fmla="*/ 1143 h 6345"/>
                  <a:gd name="connsiteX4" fmla="*/ 3401 w 6343"/>
                  <a:gd name="connsiteY4" fmla="*/ 213 h 6345"/>
                  <a:gd name="connsiteX5" fmla="*/ 1158 w 6343"/>
                  <a:gd name="connsiteY5" fmla="*/ 1143 h 6345"/>
                  <a:gd name="connsiteX6" fmla="*/ 229 w 6343"/>
                  <a:gd name="connsiteY6" fmla="*/ 3386 h 6345"/>
                  <a:gd name="connsiteX7" fmla="*/ 1158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8" y="6224"/>
                      <a:pt x="5643" y="5630"/>
                    </a:cubicBezTo>
                    <a:cubicBezTo>
                      <a:pt x="6238" y="5035"/>
                      <a:pt x="6572" y="4227"/>
                      <a:pt x="6572" y="3386"/>
                    </a:cubicBezTo>
                    <a:cubicBezTo>
                      <a:pt x="6572" y="2545"/>
                      <a:pt x="6238" y="1738"/>
                      <a:pt x="5643" y="1143"/>
                    </a:cubicBezTo>
                    <a:cubicBezTo>
                      <a:pt x="5048" y="548"/>
                      <a:pt x="4242" y="213"/>
                      <a:pt x="3401" y="213"/>
                    </a:cubicBezTo>
                    <a:cubicBezTo>
                      <a:pt x="2559" y="213"/>
                      <a:pt x="1753" y="548"/>
                      <a:pt x="1158" y="1143"/>
                    </a:cubicBezTo>
                    <a:cubicBezTo>
                      <a:pt x="563" y="1738"/>
                      <a:pt x="229" y="2545"/>
                      <a:pt x="229" y="3386"/>
                    </a:cubicBezTo>
                    <a:cubicBezTo>
                      <a:pt x="229" y="4227"/>
                      <a:pt x="563" y="5035"/>
                      <a:pt x="1158" y="5630"/>
                    </a:cubicBezTo>
                    <a:cubicBezTo>
                      <a:pt x="1753" y="6224"/>
                      <a:pt x="2559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15" name="Freeform: Shape 3714">
                <a:extLst>
                  <a:ext uri="{FF2B5EF4-FFF2-40B4-BE49-F238E27FC236}">
                    <a16:creationId xmlns:a16="http://schemas.microsoft.com/office/drawing/2014/main" id="{B93331D7-9621-3C79-37F1-AB5432622DD4}"/>
                  </a:ext>
                </a:extLst>
              </p:cNvPr>
              <p:cNvSpPr/>
              <p:nvPr/>
            </p:nvSpPr>
            <p:spPr>
              <a:xfrm>
                <a:off x="3753370" y="6189791"/>
                <a:ext cx="6343" cy="6345"/>
              </a:xfrm>
              <a:custGeom>
                <a:avLst/>
                <a:gdLst>
                  <a:gd name="connsiteX0" fmla="*/ 3400 w 6343"/>
                  <a:gd name="connsiteY0" fmla="*/ 6559 h 6345"/>
                  <a:gd name="connsiteX1" fmla="*/ 5643 w 6343"/>
                  <a:gd name="connsiteY1" fmla="*/ 5630 h 6345"/>
                  <a:gd name="connsiteX2" fmla="*/ 6572 w 6343"/>
                  <a:gd name="connsiteY2" fmla="*/ 3386 h 6345"/>
                  <a:gd name="connsiteX3" fmla="*/ 5643 w 6343"/>
                  <a:gd name="connsiteY3" fmla="*/ 1143 h 6345"/>
                  <a:gd name="connsiteX4" fmla="*/ 3400 w 6343"/>
                  <a:gd name="connsiteY4" fmla="*/ 214 h 6345"/>
                  <a:gd name="connsiteX5" fmla="*/ 1158 w 6343"/>
                  <a:gd name="connsiteY5" fmla="*/ 1143 h 6345"/>
                  <a:gd name="connsiteX6" fmla="*/ 229 w 6343"/>
                  <a:gd name="connsiteY6" fmla="*/ 3386 h 6345"/>
                  <a:gd name="connsiteX7" fmla="*/ 1158 w 6343"/>
                  <a:gd name="connsiteY7" fmla="*/ 5630 h 6345"/>
                  <a:gd name="connsiteX8" fmla="*/ 340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59"/>
                    </a:moveTo>
                    <a:cubicBezTo>
                      <a:pt x="4241" y="6559"/>
                      <a:pt x="5048" y="6225"/>
                      <a:pt x="5643" y="5630"/>
                    </a:cubicBezTo>
                    <a:cubicBezTo>
                      <a:pt x="6238" y="5035"/>
                      <a:pt x="6572" y="4228"/>
                      <a:pt x="6572" y="3386"/>
                    </a:cubicBezTo>
                    <a:cubicBezTo>
                      <a:pt x="6572" y="2545"/>
                      <a:pt x="6238" y="1738"/>
                      <a:pt x="5643" y="1143"/>
                    </a:cubicBezTo>
                    <a:cubicBezTo>
                      <a:pt x="5048" y="548"/>
                      <a:pt x="4241" y="214"/>
                      <a:pt x="3400" y="214"/>
                    </a:cubicBezTo>
                    <a:cubicBezTo>
                      <a:pt x="2559" y="214"/>
                      <a:pt x="1752" y="548"/>
                      <a:pt x="1158" y="1143"/>
                    </a:cubicBezTo>
                    <a:cubicBezTo>
                      <a:pt x="563" y="1738"/>
                      <a:pt x="229" y="2545"/>
                      <a:pt x="229" y="3386"/>
                    </a:cubicBezTo>
                    <a:cubicBezTo>
                      <a:pt x="229" y="4228"/>
                      <a:pt x="563" y="5035"/>
                      <a:pt x="1158" y="5630"/>
                    </a:cubicBezTo>
                    <a:cubicBezTo>
                      <a:pt x="1752" y="6225"/>
                      <a:pt x="2559" y="6559"/>
                      <a:pt x="340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16" name="Freeform: Shape 3715">
                <a:extLst>
                  <a:ext uri="{FF2B5EF4-FFF2-40B4-BE49-F238E27FC236}">
                    <a16:creationId xmlns:a16="http://schemas.microsoft.com/office/drawing/2014/main" id="{CACB55CF-9728-CC93-3E0B-6E6D2CCE6B5A}"/>
                  </a:ext>
                </a:extLst>
              </p:cNvPr>
              <p:cNvSpPr/>
              <p:nvPr/>
            </p:nvSpPr>
            <p:spPr>
              <a:xfrm>
                <a:off x="3683461" y="6420713"/>
                <a:ext cx="6343" cy="6345"/>
              </a:xfrm>
              <a:custGeom>
                <a:avLst/>
                <a:gdLst>
                  <a:gd name="connsiteX0" fmla="*/ 3395 w 6343"/>
                  <a:gd name="connsiteY0" fmla="*/ 6577 h 6345"/>
                  <a:gd name="connsiteX1" fmla="*/ 5637 w 6343"/>
                  <a:gd name="connsiteY1" fmla="*/ 5648 h 6345"/>
                  <a:gd name="connsiteX2" fmla="*/ 6566 w 6343"/>
                  <a:gd name="connsiteY2" fmla="*/ 3404 h 6345"/>
                  <a:gd name="connsiteX3" fmla="*/ 5637 w 6343"/>
                  <a:gd name="connsiteY3" fmla="*/ 1161 h 6345"/>
                  <a:gd name="connsiteX4" fmla="*/ 3395 w 6343"/>
                  <a:gd name="connsiteY4" fmla="*/ 232 h 6345"/>
                  <a:gd name="connsiteX5" fmla="*/ 1152 w 6343"/>
                  <a:gd name="connsiteY5" fmla="*/ 1161 h 6345"/>
                  <a:gd name="connsiteX6" fmla="*/ 223 w 6343"/>
                  <a:gd name="connsiteY6" fmla="*/ 3404 h 6345"/>
                  <a:gd name="connsiteX7" fmla="*/ 1152 w 6343"/>
                  <a:gd name="connsiteY7" fmla="*/ 5648 h 6345"/>
                  <a:gd name="connsiteX8" fmla="*/ 3395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77"/>
                    </a:moveTo>
                    <a:cubicBezTo>
                      <a:pt x="4236" y="6577"/>
                      <a:pt x="5043" y="6243"/>
                      <a:pt x="5637" y="5648"/>
                    </a:cubicBezTo>
                    <a:cubicBezTo>
                      <a:pt x="6232" y="5053"/>
                      <a:pt x="6566" y="4246"/>
                      <a:pt x="6566" y="3404"/>
                    </a:cubicBezTo>
                    <a:cubicBezTo>
                      <a:pt x="6566" y="2563"/>
                      <a:pt x="6232" y="1756"/>
                      <a:pt x="5637" y="1161"/>
                    </a:cubicBezTo>
                    <a:cubicBezTo>
                      <a:pt x="5043" y="566"/>
                      <a:pt x="4236" y="232"/>
                      <a:pt x="3395" y="232"/>
                    </a:cubicBezTo>
                    <a:cubicBezTo>
                      <a:pt x="2554" y="232"/>
                      <a:pt x="1747" y="566"/>
                      <a:pt x="1152" y="1161"/>
                    </a:cubicBezTo>
                    <a:cubicBezTo>
                      <a:pt x="557" y="1756"/>
                      <a:pt x="223" y="2563"/>
                      <a:pt x="223" y="3404"/>
                    </a:cubicBezTo>
                    <a:cubicBezTo>
                      <a:pt x="223" y="4246"/>
                      <a:pt x="557" y="5053"/>
                      <a:pt x="1152" y="5648"/>
                    </a:cubicBezTo>
                    <a:cubicBezTo>
                      <a:pt x="1747" y="6243"/>
                      <a:pt x="2554" y="6577"/>
                      <a:pt x="3395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17" name="Freeform: Shape 3716">
                <a:extLst>
                  <a:ext uri="{FF2B5EF4-FFF2-40B4-BE49-F238E27FC236}">
                    <a16:creationId xmlns:a16="http://schemas.microsoft.com/office/drawing/2014/main" id="{F975E3FA-C57E-E2E9-4ED7-A4836D210050}"/>
                  </a:ext>
                </a:extLst>
              </p:cNvPr>
              <p:cNvSpPr/>
              <p:nvPr/>
            </p:nvSpPr>
            <p:spPr>
              <a:xfrm>
                <a:off x="3661304" y="6418564"/>
                <a:ext cx="6343" cy="6345"/>
              </a:xfrm>
              <a:custGeom>
                <a:avLst/>
                <a:gdLst>
                  <a:gd name="connsiteX0" fmla="*/ 3393 w 6343"/>
                  <a:gd name="connsiteY0" fmla="*/ 6577 h 6345"/>
                  <a:gd name="connsiteX1" fmla="*/ 5636 w 6343"/>
                  <a:gd name="connsiteY1" fmla="*/ 5648 h 6345"/>
                  <a:gd name="connsiteX2" fmla="*/ 6565 w 6343"/>
                  <a:gd name="connsiteY2" fmla="*/ 3404 h 6345"/>
                  <a:gd name="connsiteX3" fmla="*/ 5636 w 6343"/>
                  <a:gd name="connsiteY3" fmla="*/ 1161 h 6345"/>
                  <a:gd name="connsiteX4" fmla="*/ 3393 w 6343"/>
                  <a:gd name="connsiteY4" fmla="*/ 232 h 6345"/>
                  <a:gd name="connsiteX5" fmla="*/ 1150 w 6343"/>
                  <a:gd name="connsiteY5" fmla="*/ 1161 h 6345"/>
                  <a:gd name="connsiteX6" fmla="*/ 221 w 6343"/>
                  <a:gd name="connsiteY6" fmla="*/ 3404 h 6345"/>
                  <a:gd name="connsiteX7" fmla="*/ 1150 w 6343"/>
                  <a:gd name="connsiteY7" fmla="*/ 5648 h 6345"/>
                  <a:gd name="connsiteX8" fmla="*/ 3393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77"/>
                    </a:moveTo>
                    <a:cubicBezTo>
                      <a:pt x="4234" y="6577"/>
                      <a:pt x="5041" y="6243"/>
                      <a:pt x="5636" y="5648"/>
                    </a:cubicBezTo>
                    <a:cubicBezTo>
                      <a:pt x="6230" y="5053"/>
                      <a:pt x="6565" y="4246"/>
                      <a:pt x="6565" y="3404"/>
                    </a:cubicBezTo>
                    <a:cubicBezTo>
                      <a:pt x="6565" y="2563"/>
                      <a:pt x="6230" y="1756"/>
                      <a:pt x="5636" y="1161"/>
                    </a:cubicBezTo>
                    <a:cubicBezTo>
                      <a:pt x="5041" y="566"/>
                      <a:pt x="4234" y="232"/>
                      <a:pt x="3393" y="232"/>
                    </a:cubicBezTo>
                    <a:cubicBezTo>
                      <a:pt x="2552" y="232"/>
                      <a:pt x="1745" y="566"/>
                      <a:pt x="1150" y="1161"/>
                    </a:cubicBezTo>
                    <a:cubicBezTo>
                      <a:pt x="556" y="1756"/>
                      <a:pt x="221" y="2563"/>
                      <a:pt x="221" y="3404"/>
                    </a:cubicBezTo>
                    <a:cubicBezTo>
                      <a:pt x="221" y="4246"/>
                      <a:pt x="556" y="5053"/>
                      <a:pt x="1150" y="5648"/>
                    </a:cubicBezTo>
                    <a:cubicBezTo>
                      <a:pt x="1745" y="6243"/>
                      <a:pt x="2552" y="6577"/>
                      <a:pt x="3393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18" name="Freeform: Shape 3717">
                <a:extLst>
                  <a:ext uri="{FF2B5EF4-FFF2-40B4-BE49-F238E27FC236}">
                    <a16:creationId xmlns:a16="http://schemas.microsoft.com/office/drawing/2014/main" id="{85E4C88A-18A6-1843-C709-01A54764A5CC}"/>
                  </a:ext>
                </a:extLst>
              </p:cNvPr>
              <p:cNvSpPr/>
              <p:nvPr/>
            </p:nvSpPr>
            <p:spPr>
              <a:xfrm>
                <a:off x="3646597" y="6421133"/>
                <a:ext cx="6343" cy="6345"/>
              </a:xfrm>
              <a:custGeom>
                <a:avLst/>
                <a:gdLst>
                  <a:gd name="connsiteX0" fmla="*/ 3392 w 6343"/>
                  <a:gd name="connsiteY0" fmla="*/ 6577 h 6345"/>
                  <a:gd name="connsiteX1" fmla="*/ 5634 w 6343"/>
                  <a:gd name="connsiteY1" fmla="*/ 5648 h 6345"/>
                  <a:gd name="connsiteX2" fmla="*/ 6563 w 6343"/>
                  <a:gd name="connsiteY2" fmla="*/ 3405 h 6345"/>
                  <a:gd name="connsiteX3" fmla="*/ 5634 w 6343"/>
                  <a:gd name="connsiteY3" fmla="*/ 1161 h 6345"/>
                  <a:gd name="connsiteX4" fmla="*/ 3392 w 6343"/>
                  <a:gd name="connsiteY4" fmla="*/ 232 h 6345"/>
                  <a:gd name="connsiteX5" fmla="*/ 1149 w 6343"/>
                  <a:gd name="connsiteY5" fmla="*/ 1161 h 6345"/>
                  <a:gd name="connsiteX6" fmla="*/ 220 w 6343"/>
                  <a:gd name="connsiteY6" fmla="*/ 3405 h 6345"/>
                  <a:gd name="connsiteX7" fmla="*/ 1149 w 6343"/>
                  <a:gd name="connsiteY7" fmla="*/ 5648 h 6345"/>
                  <a:gd name="connsiteX8" fmla="*/ 3392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77"/>
                    </a:moveTo>
                    <a:cubicBezTo>
                      <a:pt x="4233" y="6577"/>
                      <a:pt x="5040" y="6243"/>
                      <a:pt x="5634" y="5648"/>
                    </a:cubicBezTo>
                    <a:cubicBezTo>
                      <a:pt x="6229" y="5053"/>
                      <a:pt x="6563" y="4246"/>
                      <a:pt x="6563" y="3405"/>
                    </a:cubicBezTo>
                    <a:cubicBezTo>
                      <a:pt x="6563" y="2563"/>
                      <a:pt x="6229" y="1756"/>
                      <a:pt x="5634" y="1161"/>
                    </a:cubicBezTo>
                    <a:cubicBezTo>
                      <a:pt x="5040" y="566"/>
                      <a:pt x="4233" y="232"/>
                      <a:pt x="3392" y="232"/>
                    </a:cubicBezTo>
                    <a:cubicBezTo>
                      <a:pt x="2551" y="232"/>
                      <a:pt x="1744" y="566"/>
                      <a:pt x="1149" y="1161"/>
                    </a:cubicBezTo>
                    <a:cubicBezTo>
                      <a:pt x="554" y="1756"/>
                      <a:pt x="220" y="2563"/>
                      <a:pt x="220" y="3405"/>
                    </a:cubicBezTo>
                    <a:cubicBezTo>
                      <a:pt x="220" y="4246"/>
                      <a:pt x="554" y="5053"/>
                      <a:pt x="1149" y="5648"/>
                    </a:cubicBezTo>
                    <a:cubicBezTo>
                      <a:pt x="1744" y="6243"/>
                      <a:pt x="2551" y="6577"/>
                      <a:pt x="3392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19" name="Freeform: Shape 3718">
                <a:extLst>
                  <a:ext uri="{FF2B5EF4-FFF2-40B4-BE49-F238E27FC236}">
                    <a16:creationId xmlns:a16="http://schemas.microsoft.com/office/drawing/2014/main" id="{5E3122BD-BC48-831C-47FC-623D9DEE0198}"/>
                  </a:ext>
                </a:extLst>
              </p:cNvPr>
              <p:cNvSpPr/>
              <p:nvPr/>
            </p:nvSpPr>
            <p:spPr>
              <a:xfrm>
                <a:off x="3642336" y="6419910"/>
                <a:ext cx="6343" cy="6345"/>
              </a:xfrm>
              <a:custGeom>
                <a:avLst/>
                <a:gdLst>
                  <a:gd name="connsiteX0" fmla="*/ 3391 w 6343"/>
                  <a:gd name="connsiteY0" fmla="*/ 6577 h 6345"/>
                  <a:gd name="connsiteX1" fmla="*/ 5634 w 6343"/>
                  <a:gd name="connsiteY1" fmla="*/ 5648 h 6345"/>
                  <a:gd name="connsiteX2" fmla="*/ 6563 w 6343"/>
                  <a:gd name="connsiteY2" fmla="*/ 3404 h 6345"/>
                  <a:gd name="connsiteX3" fmla="*/ 5634 w 6343"/>
                  <a:gd name="connsiteY3" fmla="*/ 1161 h 6345"/>
                  <a:gd name="connsiteX4" fmla="*/ 3391 w 6343"/>
                  <a:gd name="connsiteY4" fmla="*/ 232 h 6345"/>
                  <a:gd name="connsiteX5" fmla="*/ 1149 w 6343"/>
                  <a:gd name="connsiteY5" fmla="*/ 1161 h 6345"/>
                  <a:gd name="connsiteX6" fmla="*/ 220 w 6343"/>
                  <a:gd name="connsiteY6" fmla="*/ 3404 h 6345"/>
                  <a:gd name="connsiteX7" fmla="*/ 1149 w 6343"/>
                  <a:gd name="connsiteY7" fmla="*/ 5648 h 6345"/>
                  <a:gd name="connsiteX8" fmla="*/ 3391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77"/>
                    </a:moveTo>
                    <a:cubicBezTo>
                      <a:pt x="4233" y="6577"/>
                      <a:pt x="5039" y="6243"/>
                      <a:pt x="5634" y="5648"/>
                    </a:cubicBezTo>
                    <a:cubicBezTo>
                      <a:pt x="6229" y="5053"/>
                      <a:pt x="6563" y="4246"/>
                      <a:pt x="6563" y="3404"/>
                    </a:cubicBezTo>
                    <a:cubicBezTo>
                      <a:pt x="6563" y="2563"/>
                      <a:pt x="6229" y="1756"/>
                      <a:pt x="5634" y="1161"/>
                    </a:cubicBezTo>
                    <a:cubicBezTo>
                      <a:pt x="5039" y="566"/>
                      <a:pt x="4233" y="232"/>
                      <a:pt x="3391" y="232"/>
                    </a:cubicBezTo>
                    <a:cubicBezTo>
                      <a:pt x="2550" y="232"/>
                      <a:pt x="1744" y="566"/>
                      <a:pt x="1149" y="1161"/>
                    </a:cubicBezTo>
                    <a:cubicBezTo>
                      <a:pt x="554" y="1756"/>
                      <a:pt x="220" y="2563"/>
                      <a:pt x="220" y="3404"/>
                    </a:cubicBezTo>
                    <a:cubicBezTo>
                      <a:pt x="220" y="4246"/>
                      <a:pt x="554" y="5053"/>
                      <a:pt x="1149" y="5648"/>
                    </a:cubicBezTo>
                    <a:cubicBezTo>
                      <a:pt x="1744" y="6243"/>
                      <a:pt x="2550" y="6577"/>
                      <a:pt x="3391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20" name="Freeform: Shape 3719">
                <a:extLst>
                  <a:ext uri="{FF2B5EF4-FFF2-40B4-BE49-F238E27FC236}">
                    <a16:creationId xmlns:a16="http://schemas.microsoft.com/office/drawing/2014/main" id="{1437399D-0796-8401-7C01-3EF91E7E28D2}"/>
                  </a:ext>
                </a:extLst>
              </p:cNvPr>
              <p:cNvSpPr/>
              <p:nvPr/>
            </p:nvSpPr>
            <p:spPr>
              <a:xfrm>
                <a:off x="3636320" y="6423780"/>
                <a:ext cx="6343" cy="6345"/>
              </a:xfrm>
              <a:custGeom>
                <a:avLst/>
                <a:gdLst>
                  <a:gd name="connsiteX0" fmla="*/ 3391 w 6343"/>
                  <a:gd name="connsiteY0" fmla="*/ 6577 h 6345"/>
                  <a:gd name="connsiteX1" fmla="*/ 5634 w 6343"/>
                  <a:gd name="connsiteY1" fmla="*/ 5648 h 6345"/>
                  <a:gd name="connsiteX2" fmla="*/ 6563 w 6343"/>
                  <a:gd name="connsiteY2" fmla="*/ 3405 h 6345"/>
                  <a:gd name="connsiteX3" fmla="*/ 5634 w 6343"/>
                  <a:gd name="connsiteY3" fmla="*/ 1161 h 6345"/>
                  <a:gd name="connsiteX4" fmla="*/ 3391 w 6343"/>
                  <a:gd name="connsiteY4" fmla="*/ 232 h 6345"/>
                  <a:gd name="connsiteX5" fmla="*/ 1148 w 6343"/>
                  <a:gd name="connsiteY5" fmla="*/ 1161 h 6345"/>
                  <a:gd name="connsiteX6" fmla="*/ 219 w 6343"/>
                  <a:gd name="connsiteY6" fmla="*/ 3405 h 6345"/>
                  <a:gd name="connsiteX7" fmla="*/ 1148 w 6343"/>
                  <a:gd name="connsiteY7" fmla="*/ 5648 h 6345"/>
                  <a:gd name="connsiteX8" fmla="*/ 3391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77"/>
                    </a:moveTo>
                    <a:cubicBezTo>
                      <a:pt x="4232" y="6577"/>
                      <a:pt x="5039" y="6243"/>
                      <a:pt x="5634" y="5648"/>
                    </a:cubicBezTo>
                    <a:cubicBezTo>
                      <a:pt x="6228" y="5053"/>
                      <a:pt x="6563" y="4246"/>
                      <a:pt x="6563" y="3405"/>
                    </a:cubicBezTo>
                    <a:cubicBezTo>
                      <a:pt x="6563" y="2563"/>
                      <a:pt x="6228" y="1756"/>
                      <a:pt x="5634" y="1161"/>
                    </a:cubicBezTo>
                    <a:cubicBezTo>
                      <a:pt x="5039" y="566"/>
                      <a:pt x="4232" y="232"/>
                      <a:pt x="3391" y="232"/>
                    </a:cubicBezTo>
                    <a:cubicBezTo>
                      <a:pt x="2550" y="232"/>
                      <a:pt x="1743" y="566"/>
                      <a:pt x="1148" y="1161"/>
                    </a:cubicBezTo>
                    <a:cubicBezTo>
                      <a:pt x="554" y="1756"/>
                      <a:pt x="219" y="2563"/>
                      <a:pt x="219" y="3405"/>
                    </a:cubicBezTo>
                    <a:cubicBezTo>
                      <a:pt x="219" y="4246"/>
                      <a:pt x="554" y="5053"/>
                      <a:pt x="1148" y="5648"/>
                    </a:cubicBezTo>
                    <a:cubicBezTo>
                      <a:pt x="1743" y="6243"/>
                      <a:pt x="2550" y="6577"/>
                      <a:pt x="3391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21" name="Freeform: Shape 3720">
                <a:extLst>
                  <a:ext uri="{FF2B5EF4-FFF2-40B4-BE49-F238E27FC236}">
                    <a16:creationId xmlns:a16="http://schemas.microsoft.com/office/drawing/2014/main" id="{FC84D079-7C47-A66A-5296-DACFCE4258A4}"/>
                  </a:ext>
                </a:extLst>
              </p:cNvPr>
              <p:cNvSpPr/>
              <p:nvPr/>
            </p:nvSpPr>
            <p:spPr>
              <a:xfrm>
                <a:off x="3631820" y="6423120"/>
                <a:ext cx="6343" cy="6345"/>
              </a:xfrm>
              <a:custGeom>
                <a:avLst/>
                <a:gdLst>
                  <a:gd name="connsiteX0" fmla="*/ 3391 w 6343"/>
                  <a:gd name="connsiteY0" fmla="*/ 6577 h 6345"/>
                  <a:gd name="connsiteX1" fmla="*/ 5633 w 6343"/>
                  <a:gd name="connsiteY1" fmla="*/ 5648 h 6345"/>
                  <a:gd name="connsiteX2" fmla="*/ 6562 w 6343"/>
                  <a:gd name="connsiteY2" fmla="*/ 3405 h 6345"/>
                  <a:gd name="connsiteX3" fmla="*/ 5633 w 6343"/>
                  <a:gd name="connsiteY3" fmla="*/ 1161 h 6345"/>
                  <a:gd name="connsiteX4" fmla="*/ 3391 w 6343"/>
                  <a:gd name="connsiteY4" fmla="*/ 232 h 6345"/>
                  <a:gd name="connsiteX5" fmla="*/ 1148 w 6343"/>
                  <a:gd name="connsiteY5" fmla="*/ 1161 h 6345"/>
                  <a:gd name="connsiteX6" fmla="*/ 219 w 6343"/>
                  <a:gd name="connsiteY6" fmla="*/ 3405 h 6345"/>
                  <a:gd name="connsiteX7" fmla="*/ 1148 w 6343"/>
                  <a:gd name="connsiteY7" fmla="*/ 5648 h 6345"/>
                  <a:gd name="connsiteX8" fmla="*/ 3391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77"/>
                    </a:moveTo>
                    <a:cubicBezTo>
                      <a:pt x="4232" y="6577"/>
                      <a:pt x="5039" y="6243"/>
                      <a:pt x="5633" y="5648"/>
                    </a:cubicBezTo>
                    <a:cubicBezTo>
                      <a:pt x="6228" y="5053"/>
                      <a:pt x="6562" y="4246"/>
                      <a:pt x="6562" y="3405"/>
                    </a:cubicBezTo>
                    <a:cubicBezTo>
                      <a:pt x="6562" y="2563"/>
                      <a:pt x="6228" y="1756"/>
                      <a:pt x="5633" y="1161"/>
                    </a:cubicBezTo>
                    <a:cubicBezTo>
                      <a:pt x="5039" y="566"/>
                      <a:pt x="4232" y="232"/>
                      <a:pt x="3391" y="232"/>
                    </a:cubicBezTo>
                    <a:cubicBezTo>
                      <a:pt x="2550" y="232"/>
                      <a:pt x="1743" y="566"/>
                      <a:pt x="1148" y="1161"/>
                    </a:cubicBezTo>
                    <a:cubicBezTo>
                      <a:pt x="553" y="1756"/>
                      <a:pt x="219" y="2563"/>
                      <a:pt x="219" y="3405"/>
                    </a:cubicBezTo>
                    <a:cubicBezTo>
                      <a:pt x="219" y="4246"/>
                      <a:pt x="553" y="5053"/>
                      <a:pt x="1148" y="5648"/>
                    </a:cubicBezTo>
                    <a:cubicBezTo>
                      <a:pt x="1743" y="6243"/>
                      <a:pt x="2550" y="6577"/>
                      <a:pt x="3391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22" name="Freeform: Shape 3721">
                <a:extLst>
                  <a:ext uri="{FF2B5EF4-FFF2-40B4-BE49-F238E27FC236}">
                    <a16:creationId xmlns:a16="http://schemas.microsoft.com/office/drawing/2014/main" id="{12871E43-F127-2AE4-5748-AB120A592B71}"/>
                  </a:ext>
                </a:extLst>
              </p:cNvPr>
              <p:cNvSpPr/>
              <p:nvPr/>
            </p:nvSpPr>
            <p:spPr>
              <a:xfrm>
                <a:off x="3622981" y="6421267"/>
                <a:ext cx="6343" cy="6345"/>
              </a:xfrm>
              <a:custGeom>
                <a:avLst/>
                <a:gdLst>
                  <a:gd name="connsiteX0" fmla="*/ 3390 w 6343"/>
                  <a:gd name="connsiteY0" fmla="*/ 6577 h 6345"/>
                  <a:gd name="connsiteX1" fmla="*/ 5633 w 6343"/>
                  <a:gd name="connsiteY1" fmla="*/ 5648 h 6345"/>
                  <a:gd name="connsiteX2" fmla="*/ 6562 w 6343"/>
                  <a:gd name="connsiteY2" fmla="*/ 3405 h 6345"/>
                  <a:gd name="connsiteX3" fmla="*/ 5633 w 6343"/>
                  <a:gd name="connsiteY3" fmla="*/ 1161 h 6345"/>
                  <a:gd name="connsiteX4" fmla="*/ 3390 w 6343"/>
                  <a:gd name="connsiteY4" fmla="*/ 232 h 6345"/>
                  <a:gd name="connsiteX5" fmla="*/ 1147 w 6343"/>
                  <a:gd name="connsiteY5" fmla="*/ 1161 h 6345"/>
                  <a:gd name="connsiteX6" fmla="*/ 218 w 6343"/>
                  <a:gd name="connsiteY6" fmla="*/ 3405 h 6345"/>
                  <a:gd name="connsiteX7" fmla="*/ 1147 w 6343"/>
                  <a:gd name="connsiteY7" fmla="*/ 5648 h 6345"/>
                  <a:gd name="connsiteX8" fmla="*/ 3390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77"/>
                    </a:moveTo>
                    <a:cubicBezTo>
                      <a:pt x="4231" y="6577"/>
                      <a:pt x="5038" y="6243"/>
                      <a:pt x="5633" y="5648"/>
                    </a:cubicBezTo>
                    <a:cubicBezTo>
                      <a:pt x="6227" y="5053"/>
                      <a:pt x="6562" y="4246"/>
                      <a:pt x="6562" y="3405"/>
                    </a:cubicBezTo>
                    <a:cubicBezTo>
                      <a:pt x="6562" y="2563"/>
                      <a:pt x="6227" y="1756"/>
                      <a:pt x="5633" y="1161"/>
                    </a:cubicBezTo>
                    <a:cubicBezTo>
                      <a:pt x="5038" y="566"/>
                      <a:pt x="4231" y="232"/>
                      <a:pt x="3390" y="232"/>
                    </a:cubicBezTo>
                    <a:cubicBezTo>
                      <a:pt x="2549" y="232"/>
                      <a:pt x="1742" y="566"/>
                      <a:pt x="1147" y="1161"/>
                    </a:cubicBezTo>
                    <a:cubicBezTo>
                      <a:pt x="553" y="1756"/>
                      <a:pt x="218" y="2563"/>
                      <a:pt x="218" y="3405"/>
                    </a:cubicBezTo>
                    <a:cubicBezTo>
                      <a:pt x="218" y="4246"/>
                      <a:pt x="553" y="5053"/>
                      <a:pt x="1147" y="5648"/>
                    </a:cubicBezTo>
                    <a:cubicBezTo>
                      <a:pt x="1742" y="6243"/>
                      <a:pt x="2549" y="6577"/>
                      <a:pt x="3390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23" name="Freeform: Shape 3722">
                <a:extLst>
                  <a:ext uri="{FF2B5EF4-FFF2-40B4-BE49-F238E27FC236}">
                    <a16:creationId xmlns:a16="http://schemas.microsoft.com/office/drawing/2014/main" id="{B10E03F2-A533-6A1A-9733-B6F342EF75B2}"/>
                  </a:ext>
                </a:extLst>
              </p:cNvPr>
              <p:cNvSpPr/>
              <p:nvPr/>
            </p:nvSpPr>
            <p:spPr>
              <a:xfrm>
                <a:off x="3618565" y="6420297"/>
                <a:ext cx="6343" cy="6345"/>
              </a:xfrm>
              <a:custGeom>
                <a:avLst/>
                <a:gdLst>
                  <a:gd name="connsiteX0" fmla="*/ 3390 w 6343"/>
                  <a:gd name="connsiteY0" fmla="*/ 6577 h 6345"/>
                  <a:gd name="connsiteX1" fmla="*/ 5632 w 6343"/>
                  <a:gd name="connsiteY1" fmla="*/ 5648 h 6345"/>
                  <a:gd name="connsiteX2" fmla="*/ 6561 w 6343"/>
                  <a:gd name="connsiteY2" fmla="*/ 3404 h 6345"/>
                  <a:gd name="connsiteX3" fmla="*/ 5632 w 6343"/>
                  <a:gd name="connsiteY3" fmla="*/ 1161 h 6345"/>
                  <a:gd name="connsiteX4" fmla="*/ 3390 w 6343"/>
                  <a:gd name="connsiteY4" fmla="*/ 232 h 6345"/>
                  <a:gd name="connsiteX5" fmla="*/ 1147 w 6343"/>
                  <a:gd name="connsiteY5" fmla="*/ 1161 h 6345"/>
                  <a:gd name="connsiteX6" fmla="*/ 218 w 6343"/>
                  <a:gd name="connsiteY6" fmla="*/ 3404 h 6345"/>
                  <a:gd name="connsiteX7" fmla="*/ 1147 w 6343"/>
                  <a:gd name="connsiteY7" fmla="*/ 5648 h 6345"/>
                  <a:gd name="connsiteX8" fmla="*/ 3390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77"/>
                    </a:moveTo>
                    <a:cubicBezTo>
                      <a:pt x="4231" y="6577"/>
                      <a:pt x="5037" y="6243"/>
                      <a:pt x="5632" y="5648"/>
                    </a:cubicBezTo>
                    <a:cubicBezTo>
                      <a:pt x="6227" y="5053"/>
                      <a:pt x="6561" y="4246"/>
                      <a:pt x="6561" y="3404"/>
                    </a:cubicBezTo>
                    <a:cubicBezTo>
                      <a:pt x="6561" y="2563"/>
                      <a:pt x="6227" y="1756"/>
                      <a:pt x="5632" y="1161"/>
                    </a:cubicBezTo>
                    <a:cubicBezTo>
                      <a:pt x="5037" y="566"/>
                      <a:pt x="4231" y="232"/>
                      <a:pt x="3390" y="232"/>
                    </a:cubicBezTo>
                    <a:cubicBezTo>
                      <a:pt x="2549" y="232"/>
                      <a:pt x="1742" y="566"/>
                      <a:pt x="1147" y="1161"/>
                    </a:cubicBezTo>
                    <a:cubicBezTo>
                      <a:pt x="552" y="1756"/>
                      <a:pt x="218" y="2563"/>
                      <a:pt x="218" y="3404"/>
                    </a:cubicBezTo>
                    <a:cubicBezTo>
                      <a:pt x="218" y="4246"/>
                      <a:pt x="552" y="5053"/>
                      <a:pt x="1147" y="5648"/>
                    </a:cubicBezTo>
                    <a:cubicBezTo>
                      <a:pt x="1742" y="6243"/>
                      <a:pt x="2549" y="6577"/>
                      <a:pt x="3390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24" name="Freeform: Shape 3723">
                <a:extLst>
                  <a:ext uri="{FF2B5EF4-FFF2-40B4-BE49-F238E27FC236}">
                    <a16:creationId xmlns:a16="http://schemas.microsoft.com/office/drawing/2014/main" id="{9E76E3AB-AD4F-F2EB-E79A-24B7F627B3B3}"/>
                  </a:ext>
                </a:extLst>
              </p:cNvPr>
              <p:cNvSpPr/>
              <p:nvPr/>
            </p:nvSpPr>
            <p:spPr>
              <a:xfrm>
                <a:off x="3614420" y="6418589"/>
                <a:ext cx="6343" cy="6345"/>
              </a:xfrm>
              <a:custGeom>
                <a:avLst/>
                <a:gdLst>
                  <a:gd name="connsiteX0" fmla="*/ 3389 w 6343"/>
                  <a:gd name="connsiteY0" fmla="*/ 6577 h 6345"/>
                  <a:gd name="connsiteX1" fmla="*/ 5632 w 6343"/>
                  <a:gd name="connsiteY1" fmla="*/ 5648 h 6345"/>
                  <a:gd name="connsiteX2" fmla="*/ 6561 w 6343"/>
                  <a:gd name="connsiteY2" fmla="*/ 3404 h 6345"/>
                  <a:gd name="connsiteX3" fmla="*/ 5632 w 6343"/>
                  <a:gd name="connsiteY3" fmla="*/ 1161 h 6345"/>
                  <a:gd name="connsiteX4" fmla="*/ 3389 w 6343"/>
                  <a:gd name="connsiteY4" fmla="*/ 232 h 6345"/>
                  <a:gd name="connsiteX5" fmla="*/ 1147 w 6343"/>
                  <a:gd name="connsiteY5" fmla="*/ 1161 h 6345"/>
                  <a:gd name="connsiteX6" fmla="*/ 218 w 6343"/>
                  <a:gd name="connsiteY6" fmla="*/ 3404 h 6345"/>
                  <a:gd name="connsiteX7" fmla="*/ 1147 w 6343"/>
                  <a:gd name="connsiteY7" fmla="*/ 5648 h 6345"/>
                  <a:gd name="connsiteX8" fmla="*/ 3389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77"/>
                    </a:moveTo>
                    <a:cubicBezTo>
                      <a:pt x="4230" y="6577"/>
                      <a:pt x="5037" y="6243"/>
                      <a:pt x="5632" y="5648"/>
                    </a:cubicBezTo>
                    <a:cubicBezTo>
                      <a:pt x="6227" y="5053"/>
                      <a:pt x="6561" y="4246"/>
                      <a:pt x="6561" y="3404"/>
                    </a:cubicBezTo>
                    <a:cubicBezTo>
                      <a:pt x="6561" y="2563"/>
                      <a:pt x="6227" y="1756"/>
                      <a:pt x="5632" y="1161"/>
                    </a:cubicBezTo>
                    <a:cubicBezTo>
                      <a:pt x="5037" y="566"/>
                      <a:pt x="4230" y="232"/>
                      <a:pt x="3389" y="232"/>
                    </a:cubicBezTo>
                    <a:cubicBezTo>
                      <a:pt x="2548" y="232"/>
                      <a:pt x="1741" y="566"/>
                      <a:pt x="1147" y="1161"/>
                    </a:cubicBezTo>
                    <a:cubicBezTo>
                      <a:pt x="552" y="1756"/>
                      <a:pt x="218" y="2563"/>
                      <a:pt x="218" y="3404"/>
                    </a:cubicBezTo>
                    <a:cubicBezTo>
                      <a:pt x="218" y="4246"/>
                      <a:pt x="552" y="5053"/>
                      <a:pt x="1147" y="5648"/>
                    </a:cubicBezTo>
                    <a:cubicBezTo>
                      <a:pt x="1741" y="6243"/>
                      <a:pt x="2548" y="6577"/>
                      <a:pt x="3389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25" name="Freeform: Shape 3724">
                <a:extLst>
                  <a:ext uri="{FF2B5EF4-FFF2-40B4-BE49-F238E27FC236}">
                    <a16:creationId xmlns:a16="http://schemas.microsoft.com/office/drawing/2014/main" id="{A34E587E-3043-359D-170C-24C5AF9C77A9}"/>
                  </a:ext>
                </a:extLst>
              </p:cNvPr>
              <p:cNvSpPr/>
              <p:nvPr/>
            </p:nvSpPr>
            <p:spPr>
              <a:xfrm>
                <a:off x="3610304" y="6416811"/>
                <a:ext cx="6343" cy="6345"/>
              </a:xfrm>
              <a:custGeom>
                <a:avLst/>
                <a:gdLst>
                  <a:gd name="connsiteX0" fmla="*/ 3389 w 6343"/>
                  <a:gd name="connsiteY0" fmla="*/ 6577 h 6345"/>
                  <a:gd name="connsiteX1" fmla="*/ 5632 w 6343"/>
                  <a:gd name="connsiteY1" fmla="*/ 5648 h 6345"/>
                  <a:gd name="connsiteX2" fmla="*/ 6561 w 6343"/>
                  <a:gd name="connsiteY2" fmla="*/ 3404 h 6345"/>
                  <a:gd name="connsiteX3" fmla="*/ 5632 w 6343"/>
                  <a:gd name="connsiteY3" fmla="*/ 1161 h 6345"/>
                  <a:gd name="connsiteX4" fmla="*/ 3389 w 6343"/>
                  <a:gd name="connsiteY4" fmla="*/ 231 h 6345"/>
                  <a:gd name="connsiteX5" fmla="*/ 1146 w 6343"/>
                  <a:gd name="connsiteY5" fmla="*/ 1161 h 6345"/>
                  <a:gd name="connsiteX6" fmla="*/ 217 w 6343"/>
                  <a:gd name="connsiteY6" fmla="*/ 3404 h 6345"/>
                  <a:gd name="connsiteX7" fmla="*/ 1146 w 6343"/>
                  <a:gd name="connsiteY7" fmla="*/ 5648 h 6345"/>
                  <a:gd name="connsiteX8" fmla="*/ 3389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77"/>
                    </a:moveTo>
                    <a:cubicBezTo>
                      <a:pt x="4230" y="6577"/>
                      <a:pt x="5037" y="6243"/>
                      <a:pt x="5632" y="5648"/>
                    </a:cubicBezTo>
                    <a:cubicBezTo>
                      <a:pt x="6226" y="5053"/>
                      <a:pt x="6561" y="4246"/>
                      <a:pt x="6561" y="3404"/>
                    </a:cubicBezTo>
                    <a:cubicBezTo>
                      <a:pt x="6561" y="2563"/>
                      <a:pt x="6226" y="1756"/>
                      <a:pt x="5632" y="1161"/>
                    </a:cubicBezTo>
                    <a:cubicBezTo>
                      <a:pt x="5037" y="566"/>
                      <a:pt x="4230" y="231"/>
                      <a:pt x="3389" y="231"/>
                    </a:cubicBezTo>
                    <a:cubicBezTo>
                      <a:pt x="2548" y="231"/>
                      <a:pt x="1741" y="566"/>
                      <a:pt x="1146" y="1161"/>
                    </a:cubicBezTo>
                    <a:cubicBezTo>
                      <a:pt x="552" y="1756"/>
                      <a:pt x="217" y="2563"/>
                      <a:pt x="217" y="3404"/>
                    </a:cubicBezTo>
                    <a:cubicBezTo>
                      <a:pt x="217" y="4246"/>
                      <a:pt x="552" y="5053"/>
                      <a:pt x="1146" y="5648"/>
                    </a:cubicBezTo>
                    <a:cubicBezTo>
                      <a:pt x="1741" y="6243"/>
                      <a:pt x="2548" y="6577"/>
                      <a:pt x="3389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26" name="Freeform: Shape 3725">
                <a:extLst>
                  <a:ext uri="{FF2B5EF4-FFF2-40B4-BE49-F238E27FC236}">
                    <a16:creationId xmlns:a16="http://schemas.microsoft.com/office/drawing/2014/main" id="{FD0E1ABC-0321-E508-7FE7-CC03EE15D121}"/>
                  </a:ext>
                </a:extLst>
              </p:cNvPr>
              <p:cNvSpPr/>
              <p:nvPr/>
            </p:nvSpPr>
            <p:spPr>
              <a:xfrm>
                <a:off x="3606374" y="6414567"/>
                <a:ext cx="6343" cy="6345"/>
              </a:xfrm>
              <a:custGeom>
                <a:avLst/>
                <a:gdLst>
                  <a:gd name="connsiteX0" fmla="*/ 3389 w 6343"/>
                  <a:gd name="connsiteY0" fmla="*/ 6577 h 6345"/>
                  <a:gd name="connsiteX1" fmla="*/ 5631 w 6343"/>
                  <a:gd name="connsiteY1" fmla="*/ 5647 h 6345"/>
                  <a:gd name="connsiteX2" fmla="*/ 6560 w 6343"/>
                  <a:gd name="connsiteY2" fmla="*/ 3404 h 6345"/>
                  <a:gd name="connsiteX3" fmla="*/ 5631 w 6343"/>
                  <a:gd name="connsiteY3" fmla="*/ 1161 h 6345"/>
                  <a:gd name="connsiteX4" fmla="*/ 3389 w 6343"/>
                  <a:gd name="connsiteY4" fmla="*/ 231 h 6345"/>
                  <a:gd name="connsiteX5" fmla="*/ 1146 w 6343"/>
                  <a:gd name="connsiteY5" fmla="*/ 1161 h 6345"/>
                  <a:gd name="connsiteX6" fmla="*/ 217 w 6343"/>
                  <a:gd name="connsiteY6" fmla="*/ 3404 h 6345"/>
                  <a:gd name="connsiteX7" fmla="*/ 1146 w 6343"/>
                  <a:gd name="connsiteY7" fmla="*/ 5647 h 6345"/>
                  <a:gd name="connsiteX8" fmla="*/ 3389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77"/>
                    </a:moveTo>
                    <a:cubicBezTo>
                      <a:pt x="4230" y="6577"/>
                      <a:pt x="5037" y="6242"/>
                      <a:pt x="5631" y="5647"/>
                    </a:cubicBezTo>
                    <a:cubicBezTo>
                      <a:pt x="6226" y="5052"/>
                      <a:pt x="6560" y="4245"/>
                      <a:pt x="6560" y="3404"/>
                    </a:cubicBezTo>
                    <a:cubicBezTo>
                      <a:pt x="6560" y="2563"/>
                      <a:pt x="6226" y="1756"/>
                      <a:pt x="5631" y="1161"/>
                    </a:cubicBezTo>
                    <a:cubicBezTo>
                      <a:pt x="5037" y="566"/>
                      <a:pt x="4230" y="231"/>
                      <a:pt x="3389" y="231"/>
                    </a:cubicBezTo>
                    <a:cubicBezTo>
                      <a:pt x="2548" y="231"/>
                      <a:pt x="1741" y="566"/>
                      <a:pt x="1146" y="1161"/>
                    </a:cubicBezTo>
                    <a:cubicBezTo>
                      <a:pt x="551" y="1756"/>
                      <a:pt x="217" y="2563"/>
                      <a:pt x="217" y="3404"/>
                    </a:cubicBezTo>
                    <a:cubicBezTo>
                      <a:pt x="217" y="4245"/>
                      <a:pt x="551" y="5052"/>
                      <a:pt x="1146" y="5647"/>
                    </a:cubicBezTo>
                    <a:cubicBezTo>
                      <a:pt x="1741" y="6242"/>
                      <a:pt x="2548" y="6577"/>
                      <a:pt x="3389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27" name="Freeform: Shape 3726">
                <a:extLst>
                  <a:ext uri="{FF2B5EF4-FFF2-40B4-BE49-F238E27FC236}">
                    <a16:creationId xmlns:a16="http://schemas.microsoft.com/office/drawing/2014/main" id="{2B39FDF9-C90D-10D7-3E2F-987B6A9BA4F7}"/>
                  </a:ext>
                </a:extLst>
              </p:cNvPr>
              <p:cNvSpPr/>
              <p:nvPr/>
            </p:nvSpPr>
            <p:spPr>
              <a:xfrm>
                <a:off x="3601703" y="6414196"/>
                <a:ext cx="6343" cy="6345"/>
              </a:xfrm>
              <a:custGeom>
                <a:avLst/>
                <a:gdLst>
                  <a:gd name="connsiteX0" fmla="*/ 3388 w 6343"/>
                  <a:gd name="connsiteY0" fmla="*/ 6577 h 6345"/>
                  <a:gd name="connsiteX1" fmla="*/ 5631 w 6343"/>
                  <a:gd name="connsiteY1" fmla="*/ 5647 h 6345"/>
                  <a:gd name="connsiteX2" fmla="*/ 6560 w 6343"/>
                  <a:gd name="connsiteY2" fmla="*/ 3404 h 6345"/>
                  <a:gd name="connsiteX3" fmla="*/ 5631 w 6343"/>
                  <a:gd name="connsiteY3" fmla="*/ 1161 h 6345"/>
                  <a:gd name="connsiteX4" fmla="*/ 3388 w 6343"/>
                  <a:gd name="connsiteY4" fmla="*/ 231 h 6345"/>
                  <a:gd name="connsiteX5" fmla="*/ 1146 w 6343"/>
                  <a:gd name="connsiteY5" fmla="*/ 1161 h 6345"/>
                  <a:gd name="connsiteX6" fmla="*/ 217 w 6343"/>
                  <a:gd name="connsiteY6" fmla="*/ 3404 h 6345"/>
                  <a:gd name="connsiteX7" fmla="*/ 1146 w 6343"/>
                  <a:gd name="connsiteY7" fmla="*/ 5647 h 6345"/>
                  <a:gd name="connsiteX8" fmla="*/ 3388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77"/>
                    </a:moveTo>
                    <a:cubicBezTo>
                      <a:pt x="4229" y="6577"/>
                      <a:pt x="5036" y="6242"/>
                      <a:pt x="5631" y="5647"/>
                    </a:cubicBezTo>
                    <a:cubicBezTo>
                      <a:pt x="6226" y="5052"/>
                      <a:pt x="6560" y="4245"/>
                      <a:pt x="6560" y="3404"/>
                    </a:cubicBezTo>
                    <a:cubicBezTo>
                      <a:pt x="6560" y="2563"/>
                      <a:pt x="6226" y="1755"/>
                      <a:pt x="5631" y="1161"/>
                    </a:cubicBezTo>
                    <a:cubicBezTo>
                      <a:pt x="5036" y="566"/>
                      <a:pt x="4229" y="231"/>
                      <a:pt x="3388" y="231"/>
                    </a:cubicBezTo>
                    <a:cubicBezTo>
                      <a:pt x="2547" y="231"/>
                      <a:pt x="1740" y="566"/>
                      <a:pt x="1146" y="1161"/>
                    </a:cubicBezTo>
                    <a:cubicBezTo>
                      <a:pt x="551" y="1755"/>
                      <a:pt x="217" y="2563"/>
                      <a:pt x="217" y="3404"/>
                    </a:cubicBezTo>
                    <a:cubicBezTo>
                      <a:pt x="217" y="4245"/>
                      <a:pt x="551" y="5052"/>
                      <a:pt x="1146" y="5647"/>
                    </a:cubicBezTo>
                    <a:cubicBezTo>
                      <a:pt x="1740" y="6242"/>
                      <a:pt x="2547" y="6577"/>
                      <a:pt x="3388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28" name="Freeform: Shape 3727">
                <a:extLst>
                  <a:ext uri="{FF2B5EF4-FFF2-40B4-BE49-F238E27FC236}">
                    <a16:creationId xmlns:a16="http://schemas.microsoft.com/office/drawing/2014/main" id="{5DD818D2-A44F-FEF8-4233-C4E3DA6294E6}"/>
                  </a:ext>
                </a:extLst>
              </p:cNvPr>
              <p:cNvSpPr/>
              <p:nvPr/>
            </p:nvSpPr>
            <p:spPr>
              <a:xfrm>
                <a:off x="3595719" y="6417004"/>
                <a:ext cx="6343" cy="6345"/>
              </a:xfrm>
              <a:custGeom>
                <a:avLst/>
                <a:gdLst>
                  <a:gd name="connsiteX0" fmla="*/ 3388 w 6343"/>
                  <a:gd name="connsiteY0" fmla="*/ 6577 h 6345"/>
                  <a:gd name="connsiteX1" fmla="*/ 5630 w 6343"/>
                  <a:gd name="connsiteY1" fmla="*/ 5648 h 6345"/>
                  <a:gd name="connsiteX2" fmla="*/ 6559 w 6343"/>
                  <a:gd name="connsiteY2" fmla="*/ 3404 h 6345"/>
                  <a:gd name="connsiteX3" fmla="*/ 5630 w 6343"/>
                  <a:gd name="connsiteY3" fmla="*/ 1161 h 6345"/>
                  <a:gd name="connsiteX4" fmla="*/ 3388 w 6343"/>
                  <a:gd name="connsiteY4" fmla="*/ 231 h 6345"/>
                  <a:gd name="connsiteX5" fmla="*/ 1145 w 6343"/>
                  <a:gd name="connsiteY5" fmla="*/ 1161 h 6345"/>
                  <a:gd name="connsiteX6" fmla="*/ 216 w 6343"/>
                  <a:gd name="connsiteY6" fmla="*/ 3404 h 6345"/>
                  <a:gd name="connsiteX7" fmla="*/ 1145 w 6343"/>
                  <a:gd name="connsiteY7" fmla="*/ 5648 h 6345"/>
                  <a:gd name="connsiteX8" fmla="*/ 3388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77"/>
                    </a:moveTo>
                    <a:cubicBezTo>
                      <a:pt x="4229" y="6577"/>
                      <a:pt x="5036" y="6243"/>
                      <a:pt x="5630" y="5648"/>
                    </a:cubicBezTo>
                    <a:cubicBezTo>
                      <a:pt x="6225" y="5053"/>
                      <a:pt x="6559" y="4246"/>
                      <a:pt x="6559" y="3404"/>
                    </a:cubicBezTo>
                    <a:cubicBezTo>
                      <a:pt x="6559" y="2563"/>
                      <a:pt x="6225" y="1756"/>
                      <a:pt x="5630" y="1161"/>
                    </a:cubicBezTo>
                    <a:cubicBezTo>
                      <a:pt x="5036" y="566"/>
                      <a:pt x="4229" y="231"/>
                      <a:pt x="3388" y="231"/>
                    </a:cubicBezTo>
                    <a:cubicBezTo>
                      <a:pt x="2547" y="231"/>
                      <a:pt x="1740" y="566"/>
                      <a:pt x="1145" y="1161"/>
                    </a:cubicBezTo>
                    <a:cubicBezTo>
                      <a:pt x="550" y="1756"/>
                      <a:pt x="216" y="2563"/>
                      <a:pt x="216" y="3404"/>
                    </a:cubicBezTo>
                    <a:cubicBezTo>
                      <a:pt x="216" y="4246"/>
                      <a:pt x="550" y="5053"/>
                      <a:pt x="1145" y="5648"/>
                    </a:cubicBezTo>
                    <a:cubicBezTo>
                      <a:pt x="1740" y="6243"/>
                      <a:pt x="2547" y="6577"/>
                      <a:pt x="3388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29" name="Freeform: Shape 3728">
                <a:extLst>
                  <a:ext uri="{FF2B5EF4-FFF2-40B4-BE49-F238E27FC236}">
                    <a16:creationId xmlns:a16="http://schemas.microsoft.com/office/drawing/2014/main" id="{25370761-07E8-D66F-C82C-9A3315314943}"/>
                  </a:ext>
                </a:extLst>
              </p:cNvPr>
              <p:cNvSpPr/>
              <p:nvPr/>
            </p:nvSpPr>
            <p:spPr>
              <a:xfrm>
                <a:off x="3591109" y="6416341"/>
                <a:ext cx="6343" cy="6345"/>
              </a:xfrm>
              <a:custGeom>
                <a:avLst/>
                <a:gdLst>
                  <a:gd name="connsiteX0" fmla="*/ 3387 w 6343"/>
                  <a:gd name="connsiteY0" fmla="*/ 6577 h 6345"/>
                  <a:gd name="connsiteX1" fmla="*/ 5630 w 6343"/>
                  <a:gd name="connsiteY1" fmla="*/ 5648 h 6345"/>
                  <a:gd name="connsiteX2" fmla="*/ 6559 w 6343"/>
                  <a:gd name="connsiteY2" fmla="*/ 3404 h 6345"/>
                  <a:gd name="connsiteX3" fmla="*/ 5630 w 6343"/>
                  <a:gd name="connsiteY3" fmla="*/ 1161 h 6345"/>
                  <a:gd name="connsiteX4" fmla="*/ 3387 w 6343"/>
                  <a:gd name="connsiteY4" fmla="*/ 231 h 6345"/>
                  <a:gd name="connsiteX5" fmla="*/ 1145 w 6343"/>
                  <a:gd name="connsiteY5" fmla="*/ 1161 h 6345"/>
                  <a:gd name="connsiteX6" fmla="*/ 216 w 6343"/>
                  <a:gd name="connsiteY6" fmla="*/ 3404 h 6345"/>
                  <a:gd name="connsiteX7" fmla="*/ 1145 w 6343"/>
                  <a:gd name="connsiteY7" fmla="*/ 5648 h 6345"/>
                  <a:gd name="connsiteX8" fmla="*/ 3387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77"/>
                    </a:moveTo>
                    <a:cubicBezTo>
                      <a:pt x="4229" y="6577"/>
                      <a:pt x="5035" y="6243"/>
                      <a:pt x="5630" y="5648"/>
                    </a:cubicBezTo>
                    <a:cubicBezTo>
                      <a:pt x="6225" y="5053"/>
                      <a:pt x="6559" y="4246"/>
                      <a:pt x="6559" y="3404"/>
                    </a:cubicBezTo>
                    <a:cubicBezTo>
                      <a:pt x="6559" y="2563"/>
                      <a:pt x="6225" y="1756"/>
                      <a:pt x="5630" y="1161"/>
                    </a:cubicBezTo>
                    <a:cubicBezTo>
                      <a:pt x="5035" y="566"/>
                      <a:pt x="4229" y="231"/>
                      <a:pt x="3387" y="231"/>
                    </a:cubicBezTo>
                    <a:cubicBezTo>
                      <a:pt x="2546" y="231"/>
                      <a:pt x="1740" y="566"/>
                      <a:pt x="1145" y="1161"/>
                    </a:cubicBezTo>
                    <a:cubicBezTo>
                      <a:pt x="550" y="1756"/>
                      <a:pt x="216" y="2563"/>
                      <a:pt x="216" y="3404"/>
                    </a:cubicBezTo>
                    <a:cubicBezTo>
                      <a:pt x="216" y="4246"/>
                      <a:pt x="550" y="5053"/>
                      <a:pt x="1145" y="5648"/>
                    </a:cubicBezTo>
                    <a:cubicBezTo>
                      <a:pt x="1740" y="6243"/>
                      <a:pt x="2546" y="6577"/>
                      <a:pt x="3387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30" name="Freeform: Shape 3729">
                <a:extLst>
                  <a:ext uri="{FF2B5EF4-FFF2-40B4-BE49-F238E27FC236}">
                    <a16:creationId xmlns:a16="http://schemas.microsoft.com/office/drawing/2014/main" id="{E3BF1E27-83F6-F51D-F3C4-CCC218E08F8C}"/>
                  </a:ext>
                </a:extLst>
              </p:cNvPr>
              <p:cNvSpPr/>
              <p:nvPr/>
            </p:nvSpPr>
            <p:spPr>
              <a:xfrm>
                <a:off x="3585776" y="6417355"/>
                <a:ext cx="6343" cy="6345"/>
              </a:xfrm>
              <a:custGeom>
                <a:avLst/>
                <a:gdLst>
                  <a:gd name="connsiteX0" fmla="*/ 3387 w 6343"/>
                  <a:gd name="connsiteY0" fmla="*/ 6577 h 6345"/>
                  <a:gd name="connsiteX1" fmla="*/ 5630 w 6343"/>
                  <a:gd name="connsiteY1" fmla="*/ 5648 h 6345"/>
                  <a:gd name="connsiteX2" fmla="*/ 6559 w 6343"/>
                  <a:gd name="connsiteY2" fmla="*/ 3404 h 6345"/>
                  <a:gd name="connsiteX3" fmla="*/ 5630 w 6343"/>
                  <a:gd name="connsiteY3" fmla="*/ 1161 h 6345"/>
                  <a:gd name="connsiteX4" fmla="*/ 3387 w 6343"/>
                  <a:gd name="connsiteY4" fmla="*/ 231 h 6345"/>
                  <a:gd name="connsiteX5" fmla="*/ 1144 w 6343"/>
                  <a:gd name="connsiteY5" fmla="*/ 1161 h 6345"/>
                  <a:gd name="connsiteX6" fmla="*/ 215 w 6343"/>
                  <a:gd name="connsiteY6" fmla="*/ 3404 h 6345"/>
                  <a:gd name="connsiteX7" fmla="*/ 1144 w 6343"/>
                  <a:gd name="connsiteY7" fmla="*/ 5648 h 6345"/>
                  <a:gd name="connsiteX8" fmla="*/ 3387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77"/>
                    </a:moveTo>
                    <a:cubicBezTo>
                      <a:pt x="4228" y="6577"/>
                      <a:pt x="5035" y="6243"/>
                      <a:pt x="5630" y="5648"/>
                    </a:cubicBezTo>
                    <a:cubicBezTo>
                      <a:pt x="6224" y="5053"/>
                      <a:pt x="6559" y="4246"/>
                      <a:pt x="6559" y="3404"/>
                    </a:cubicBezTo>
                    <a:cubicBezTo>
                      <a:pt x="6559" y="2563"/>
                      <a:pt x="6224" y="1756"/>
                      <a:pt x="5630" y="1161"/>
                    </a:cubicBezTo>
                    <a:cubicBezTo>
                      <a:pt x="5035" y="566"/>
                      <a:pt x="4228" y="231"/>
                      <a:pt x="3387" y="231"/>
                    </a:cubicBezTo>
                    <a:cubicBezTo>
                      <a:pt x="2546" y="231"/>
                      <a:pt x="1739" y="566"/>
                      <a:pt x="1144" y="1161"/>
                    </a:cubicBezTo>
                    <a:cubicBezTo>
                      <a:pt x="550" y="1756"/>
                      <a:pt x="215" y="2563"/>
                      <a:pt x="215" y="3404"/>
                    </a:cubicBezTo>
                    <a:cubicBezTo>
                      <a:pt x="215" y="4246"/>
                      <a:pt x="550" y="5053"/>
                      <a:pt x="1144" y="5648"/>
                    </a:cubicBezTo>
                    <a:cubicBezTo>
                      <a:pt x="1739" y="6243"/>
                      <a:pt x="2546" y="6577"/>
                      <a:pt x="3387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31" name="Freeform: Shape 3730">
                <a:extLst>
                  <a:ext uri="{FF2B5EF4-FFF2-40B4-BE49-F238E27FC236}">
                    <a16:creationId xmlns:a16="http://schemas.microsoft.com/office/drawing/2014/main" id="{52476E82-3063-6FAB-255F-57648E1CF5A7}"/>
                  </a:ext>
                </a:extLst>
              </p:cNvPr>
              <p:cNvSpPr/>
              <p:nvPr/>
            </p:nvSpPr>
            <p:spPr>
              <a:xfrm>
                <a:off x="3580852" y="6417325"/>
                <a:ext cx="6343" cy="6345"/>
              </a:xfrm>
              <a:custGeom>
                <a:avLst/>
                <a:gdLst>
                  <a:gd name="connsiteX0" fmla="*/ 3387 w 6343"/>
                  <a:gd name="connsiteY0" fmla="*/ 6577 h 6345"/>
                  <a:gd name="connsiteX1" fmla="*/ 5629 w 6343"/>
                  <a:gd name="connsiteY1" fmla="*/ 5648 h 6345"/>
                  <a:gd name="connsiteX2" fmla="*/ 6558 w 6343"/>
                  <a:gd name="connsiteY2" fmla="*/ 3404 h 6345"/>
                  <a:gd name="connsiteX3" fmla="*/ 5629 w 6343"/>
                  <a:gd name="connsiteY3" fmla="*/ 1161 h 6345"/>
                  <a:gd name="connsiteX4" fmla="*/ 3387 w 6343"/>
                  <a:gd name="connsiteY4" fmla="*/ 231 h 6345"/>
                  <a:gd name="connsiteX5" fmla="*/ 1144 w 6343"/>
                  <a:gd name="connsiteY5" fmla="*/ 1161 h 6345"/>
                  <a:gd name="connsiteX6" fmla="*/ 215 w 6343"/>
                  <a:gd name="connsiteY6" fmla="*/ 3404 h 6345"/>
                  <a:gd name="connsiteX7" fmla="*/ 1144 w 6343"/>
                  <a:gd name="connsiteY7" fmla="*/ 5648 h 6345"/>
                  <a:gd name="connsiteX8" fmla="*/ 3387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77"/>
                    </a:moveTo>
                    <a:cubicBezTo>
                      <a:pt x="4228" y="6577"/>
                      <a:pt x="5035" y="6243"/>
                      <a:pt x="5629" y="5648"/>
                    </a:cubicBezTo>
                    <a:cubicBezTo>
                      <a:pt x="6224" y="5053"/>
                      <a:pt x="6558" y="4246"/>
                      <a:pt x="6558" y="3404"/>
                    </a:cubicBezTo>
                    <a:cubicBezTo>
                      <a:pt x="6558" y="2563"/>
                      <a:pt x="6224" y="1756"/>
                      <a:pt x="5629" y="1161"/>
                    </a:cubicBezTo>
                    <a:cubicBezTo>
                      <a:pt x="5035" y="566"/>
                      <a:pt x="4228" y="231"/>
                      <a:pt x="3387" y="231"/>
                    </a:cubicBezTo>
                    <a:cubicBezTo>
                      <a:pt x="2546" y="231"/>
                      <a:pt x="1739" y="566"/>
                      <a:pt x="1144" y="1161"/>
                    </a:cubicBezTo>
                    <a:cubicBezTo>
                      <a:pt x="549" y="1756"/>
                      <a:pt x="215" y="2563"/>
                      <a:pt x="215" y="3404"/>
                    </a:cubicBezTo>
                    <a:cubicBezTo>
                      <a:pt x="215" y="4246"/>
                      <a:pt x="549" y="5053"/>
                      <a:pt x="1144" y="5648"/>
                    </a:cubicBezTo>
                    <a:cubicBezTo>
                      <a:pt x="1739" y="6243"/>
                      <a:pt x="2546" y="6577"/>
                      <a:pt x="3387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32" name="Freeform: Shape 3731">
                <a:extLst>
                  <a:ext uri="{FF2B5EF4-FFF2-40B4-BE49-F238E27FC236}">
                    <a16:creationId xmlns:a16="http://schemas.microsoft.com/office/drawing/2014/main" id="{FBE58CBF-B1AD-7DB5-9D43-0B1555799E34}"/>
                  </a:ext>
                </a:extLst>
              </p:cNvPr>
              <p:cNvSpPr/>
              <p:nvPr/>
            </p:nvSpPr>
            <p:spPr>
              <a:xfrm>
                <a:off x="3577017" y="6414734"/>
                <a:ext cx="6343" cy="6345"/>
              </a:xfrm>
              <a:custGeom>
                <a:avLst/>
                <a:gdLst>
                  <a:gd name="connsiteX0" fmla="*/ 3386 w 6343"/>
                  <a:gd name="connsiteY0" fmla="*/ 6577 h 6345"/>
                  <a:gd name="connsiteX1" fmla="*/ 5629 w 6343"/>
                  <a:gd name="connsiteY1" fmla="*/ 5647 h 6345"/>
                  <a:gd name="connsiteX2" fmla="*/ 6558 w 6343"/>
                  <a:gd name="connsiteY2" fmla="*/ 3404 h 6345"/>
                  <a:gd name="connsiteX3" fmla="*/ 5629 w 6343"/>
                  <a:gd name="connsiteY3" fmla="*/ 1161 h 6345"/>
                  <a:gd name="connsiteX4" fmla="*/ 3386 w 6343"/>
                  <a:gd name="connsiteY4" fmla="*/ 231 h 6345"/>
                  <a:gd name="connsiteX5" fmla="*/ 1144 w 6343"/>
                  <a:gd name="connsiteY5" fmla="*/ 1161 h 6345"/>
                  <a:gd name="connsiteX6" fmla="*/ 215 w 6343"/>
                  <a:gd name="connsiteY6" fmla="*/ 3404 h 6345"/>
                  <a:gd name="connsiteX7" fmla="*/ 1144 w 6343"/>
                  <a:gd name="connsiteY7" fmla="*/ 5647 h 6345"/>
                  <a:gd name="connsiteX8" fmla="*/ 3386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77"/>
                    </a:moveTo>
                    <a:cubicBezTo>
                      <a:pt x="4227" y="6577"/>
                      <a:pt x="5034" y="6242"/>
                      <a:pt x="5629" y="5647"/>
                    </a:cubicBezTo>
                    <a:cubicBezTo>
                      <a:pt x="6224" y="5052"/>
                      <a:pt x="6558" y="4245"/>
                      <a:pt x="6558" y="3404"/>
                    </a:cubicBezTo>
                    <a:cubicBezTo>
                      <a:pt x="6558" y="2563"/>
                      <a:pt x="6224" y="1756"/>
                      <a:pt x="5629" y="1161"/>
                    </a:cubicBezTo>
                    <a:cubicBezTo>
                      <a:pt x="5034" y="566"/>
                      <a:pt x="4227" y="231"/>
                      <a:pt x="3386" y="231"/>
                    </a:cubicBezTo>
                    <a:cubicBezTo>
                      <a:pt x="2545" y="231"/>
                      <a:pt x="1738" y="566"/>
                      <a:pt x="1144" y="1161"/>
                    </a:cubicBezTo>
                    <a:cubicBezTo>
                      <a:pt x="549" y="1756"/>
                      <a:pt x="215" y="2563"/>
                      <a:pt x="215" y="3404"/>
                    </a:cubicBezTo>
                    <a:cubicBezTo>
                      <a:pt x="215" y="4245"/>
                      <a:pt x="549" y="5052"/>
                      <a:pt x="1144" y="5647"/>
                    </a:cubicBezTo>
                    <a:cubicBezTo>
                      <a:pt x="1738" y="6242"/>
                      <a:pt x="2545" y="6577"/>
                      <a:pt x="3386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33" name="Freeform: Shape 3732">
                <a:extLst>
                  <a:ext uri="{FF2B5EF4-FFF2-40B4-BE49-F238E27FC236}">
                    <a16:creationId xmlns:a16="http://schemas.microsoft.com/office/drawing/2014/main" id="{C7D55679-0DC2-3258-5CB5-6B4A038793D8}"/>
                  </a:ext>
                </a:extLst>
              </p:cNvPr>
              <p:cNvSpPr/>
              <p:nvPr/>
            </p:nvSpPr>
            <p:spPr>
              <a:xfrm>
                <a:off x="3570393" y="6418462"/>
                <a:ext cx="6343" cy="6345"/>
              </a:xfrm>
              <a:custGeom>
                <a:avLst/>
                <a:gdLst>
                  <a:gd name="connsiteX0" fmla="*/ 3386 w 6343"/>
                  <a:gd name="connsiteY0" fmla="*/ 6577 h 6345"/>
                  <a:gd name="connsiteX1" fmla="*/ 5628 w 6343"/>
                  <a:gd name="connsiteY1" fmla="*/ 5648 h 6345"/>
                  <a:gd name="connsiteX2" fmla="*/ 6557 w 6343"/>
                  <a:gd name="connsiteY2" fmla="*/ 3404 h 6345"/>
                  <a:gd name="connsiteX3" fmla="*/ 5628 w 6343"/>
                  <a:gd name="connsiteY3" fmla="*/ 1161 h 6345"/>
                  <a:gd name="connsiteX4" fmla="*/ 3386 w 6343"/>
                  <a:gd name="connsiteY4" fmla="*/ 232 h 6345"/>
                  <a:gd name="connsiteX5" fmla="*/ 1143 w 6343"/>
                  <a:gd name="connsiteY5" fmla="*/ 1161 h 6345"/>
                  <a:gd name="connsiteX6" fmla="*/ 214 w 6343"/>
                  <a:gd name="connsiteY6" fmla="*/ 3404 h 6345"/>
                  <a:gd name="connsiteX7" fmla="*/ 1143 w 6343"/>
                  <a:gd name="connsiteY7" fmla="*/ 5648 h 6345"/>
                  <a:gd name="connsiteX8" fmla="*/ 3386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77"/>
                    </a:moveTo>
                    <a:cubicBezTo>
                      <a:pt x="4227" y="6577"/>
                      <a:pt x="5034" y="6243"/>
                      <a:pt x="5628" y="5648"/>
                    </a:cubicBezTo>
                    <a:cubicBezTo>
                      <a:pt x="6223" y="5053"/>
                      <a:pt x="6557" y="4246"/>
                      <a:pt x="6557" y="3404"/>
                    </a:cubicBezTo>
                    <a:cubicBezTo>
                      <a:pt x="6557" y="2563"/>
                      <a:pt x="6223" y="1756"/>
                      <a:pt x="5628" y="1161"/>
                    </a:cubicBezTo>
                    <a:cubicBezTo>
                      <a:pt x="5034" y="566"/>
                      <a:pt x="4227" y="232"/>
                      <a:pt x="3386" y="232"/>
                    </a:cubicBezTo>
                    <a:cubicBezTo>
                      <a:pt x="2545" y="232"/>
                      <a:pt x="1738" y="566"/>
                      <a:pt x="1143" y="1161"/>
                    </a:cubicBezTo>
                    <a:cubicBezTo>
                      <a:pt x="548" y="1756"/>
                      <a:pt x="214" y="2563"/>
                      <a:pt x="214" y="3404"/>
                    </a:cubicBezTo>
                    <a:cubicBezTo>
                      <a:pt x="214" y="4246"/>
                      <a:pt x="548" y="5053"/>
                      <a:pt x="1143" y="5648"/>
                    </a:cubicBezTo>
                    <a:cubicBezTo>
                      <a:pt x="1738" y="6243"/>
                      <a:pt x="2545" y="6577"/>
                      <a:pt x="3386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34" name="Freeform: Shape 3733">
                <a:extLst>
                  <a:ext uri="{FF2B5EF4-FFF2-40B4-BE49-F238E27FC236}">
                    <a16:creationId xmlns:a16="http://schemas.microsoft.com/office/drawing/2014/main" id="{19CCF31B-3CEC-38A7-643E-4595AEDF443F}"/>
                  </a:ext>
                </a:extLst>
              </p:cNvPr>
              <p:cNvSpPr/>
              <p:nvPr/>
            </p:nvSpPr>
            <p:spPr>
              <a:xfrm>
                <a:off x="3566816" y="6415249"/>
                <a:ext cx="6343" cy="6345"/>
              </a:xfrm>
              <a:custGeom>
                <a:avLst/>
                <a:gdLst>
                  <a:gd name="connsiteX0" fmla="*/ 3386 w 6343"/>
                  <a:gd name="connsiteY0" fmla="*/ 6577 h 6345"/>
                  <a:gd name="connsiteX1" fmla="*/ 5628 w 6343"/>
                  <a:gd name="connsiteY1" fmla="*/ 5647 h 6345"/>
                  <a:gd name="connsiteX2" fmla="*/ 6557 w 6343"/>
                  <a:gd name="connsiteY2" fmla="*/ 3404 h 6345"/>
                  <a:gd name="connsiteX3" fmla="*/ 5628 w 6343"/>
                  <a:gd name="connsiteY3" fmla="*/ 1161 h 6345"/>
                  <a:gd name="connsiteX4" fmla="*/ 3386 w 6343"/>
                  <a:gd name="connsiteY4" fmla="*/ 231 h 6345"/>
                  <a:gd name="connsiteX5" fmla="*/ 1143 w 6343"/>
                  <a:gd name="connsiteY5" fmla="*/ 1161 h 6345"/>
                  <a:gd name="connsiteX6" fmla="*/ 214 w 6343"/>
                  <a:gd name="connsiteY6" fmla="*/ 3404 h 6345"/>
                  <a:gd name="connsiteX7" fmla="*/ 1143 w 6343"/>
                  <a:gd name="connsiteY7" fmla="*/ 5647 h 6345"/>
                  <a:gd name="connsiteX8" fmla="*/ 3386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77"/>
                    </a:moveTo>
                    <a:cubicBezTo>
                      <a:pt x="4227" y="6577"/>
                      <a:pt x="5033" y="6242"/>
                      <a:pt x="5628" y="5647"/>
                    </a:cubicBezTo>
                    <a:cubicBezTo>
                      <a:pt x="6223" y="5053"/>
                      <a:pt x="6557" y="4245"/>
                      <a:pt x="6557" y="3404"/>
                    </a:cubicBezTo>
                    <a:cubicBezTo>
                      <a:pt x="6557" y="2563"/>
                      <a:pt x="6223" y="1756"/>
                      <a:pt x="5628" y="1161"/>
                    </a:cubicBezTo>
                    <a:cubicBezTo>
                      <a:pt x="5033" y="566"/>
                      <a:pt x="4227" y="231"/>
                      <a:pt x="3386" y="231"/>
                    </a:cubicBezTo>
                    <a:cubicBezTo>
                      <a:pt x="2544" y="231"/>
                      <a:pt x="1738" y="566"/>
                      <a:pt x="1143" y="1161"/>
                    </a:cubicBezTo>
                    <a:cubicBezTo>
                      <a:pt x="548" y="1756"/>
                      <a:pt x="214" y="2563"/>
                      <a:pt x="214" y="3404"/>
                    </a:cubicBezTo>
                    <a:cubicBezTo>
                      <a:pt x="214" y="4245"/>
                      <a:pt x="548" y="5053"/>
                      <a:pt x="1143" y="5647"/>
                    </a:cubicBezTo>
                    <a:cubicBezTo>
                      <a:pt x="1738" y="6242"/>
                      <a:pt x="2544" y="6577"/>
                      <a:pt x="3386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35" name="Freeform: Shape 3734">
                <a:extLst>
                  <a:ext uri="{FF2B5EF4-FFF2-40B4-BE49-F238E27FC236}">
                    <a16:creationId xmlns:a16="http://schemas.microsoft.com/office/drawing/2014/main" id="{5197856C-588D-AACD-4184-34900DF02401}"/>
                  </a:ext>
                </a:extLst>
              </p:cNvPr>
              <p:cNvSpPr/>
              <p:nvPr/>
            </p:nvSpPr>
            <p:spPr>
              <a:xfrm>
                <a:off x="3560576" y="6417889"/>
                <a:ext cx="6343" cy="6345"/>
              </a:xfrm>
              <a:custGeom>
                <a:avLst/>
                <a:gdLst>
                  <a:gd name="connsiteX0" fmla="*/ 3385 w 6343"/>
                  <a:gd name="connsiteY0" fmla="*/ 6577 h 6345"/>
                  <a:gd name="connsiteX1" fmla="*/ 5628 w 6343"/>
                  <a:gd name="connsiteY1" fmla="*/ 5648 h 6345"/>
                  <a:gd name="connsiteX2" fmla="*/ 6557 w 6343"/>
                  <a:gd name="connsiteY2" fmla="*/ 3404 h 6345"/>
                  <a:gd name="connsiteX3" fmla="*/ 5628 w 6343"/>
                  <a:gd name="connsiteY3" fmla="*/ 1161 h 6345"/>
                  <a:gd name="connsiteX4" fmla="*/ 3385 w 6343"/>
                  <a:gd name="connsiteY4" fmla="*/ 232 h 6345"/>
                  <a:gd name="connsiteX5" fmla="*/ 1142 w 6343"/>
                  <a:gd name="connsiteY5" fmla="*/ 1161 h 6345"/>
                  <a:gd name="connsiteX6" fmla="*/ 213 w 6343"/>
                  <a:gd name="connsiteY6" fmla="*/ 3404 h 6345"/>
                  <a:gd name="connsiteX7" fmla="*/ 1142 w 6343"/>
                  <a:gd name="connsiteY7" fmla="*/ 5648 h 6345"/>
                  <a:gd name="connsiteX8" fmla="*/ 3385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77"/>
                    </a:moveTo>
                    <a:cubicBezTo>
                      <a:pt x="4226" y="6577"/>
                      <a:pt x="5033" y="6243"/>
                      <a:pt x="5628" y="5648"/>
                    </a:cubicBezTo>
                    <a:cubicBezTo>
                      <a:pt x="6222" y="5053"/>
                      <a:pt x="6557" y="4246"/>
                      <a:pt x="6557" y="3404"/>
                    </a:cubicBezTo>
                    <a:cubicBezTo>
                      <a:pt x="6557" y="2563"/>
                      <a:pt x="6222" y="1756"/>
                      <a:pt x="5628" y="1161"/>
                    </a:cubicBezTo>
                    <a:cubicBezTo>
                      <a:pt x="5033" y="566"/>
                      <a:pt x="4226" y="232"/>
                      <a:pt x="3385" y="232"/>
                    </a:cubicBezTo>
                    <a:cubicBezTo>
                      <a:pt x="2544" y="232"/>
                      <a:pt x="1737" y="566"/>
                      <a:pt x="1142" y="1161"/>
                    </a:cubicBezTo>
                    <a:cubicBezTo>
                      <a:pt x="548" y="1756"/>
                      <a:pt x="213" y="2563"/>
                      <a:pt x="213" y="3404"/>
                    </a:cubicBezTo>
                    <a:cubicBezTo>
                      <a:pt x="213" y="4246"/>
                      <a:pt x="548" y="5053"/>
                      <a:pt x="1142" y="5648"/>
                    </a:cubicBezTo>
                    <a:cubicBezTo>
                      <a:pt x="1737" y="6243"/>
                      <a:pt x="2544" y="6577"/>
                      <a:pt x="3385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36" name="Freeform: Shape 3735">
                <a:extLst>
                  <a:ext uri="{FF2B5EF4-FFF2-40B4-BE49-F238E27FC236}">
                    <a16:creationId xmlns:a16="http://schemas.microsoft.com/office/drawing/2014/main" id="{7566C519-366E-74C4-ED4D-20722C57246F}"/>
                  </a:ext>
                </a:extLst>
              </p:cNvPr>
              <p:cNvSpPr/>
              <p:nvPr/>
            </p:nvSpPr>
            <p:spPr>
              <a:xfrm>
                <a:off x="3649941" y="6215025"/>
                <a:ext cx="6343" cy="6345"/>
              </a:xfrm>
              <a:custGeom>
                <a:avLst/>
                <a:gdLst>
                  <a:gd name="connsiteX0" fmla="*/ 3392 w 6343"/>
                  <a:gd name="connsiteY0" fmla="*/ 6561 h 6345"/>
                  <a:gd name="connsiteX1" fmla="*/ 5635 w 6343"/>
                  <a:gd name="connsiteY1" fmla="*/ 5632 h 6345"/>
                  <a:gd name="connsiteX2" fmla="*/ 6564 w 6343"/>
                  <a:gd name="connsiteY2" fmla="*/ 3388 h 6345"/>
                  <a:gd name="connsiteX3" fmla="*/ 5635 w 6343"/>
                  <a:gd name="connsiteY3" fmla="*/ 1145 h 6345"/>
                  <a:gd name="connsiteX4" fmla="*/ 3392 w 6343"/>
                  <a:gd name="connsiteY4" fmla="*/ 216 h 6345"/>
                  <a:gd name="connsiteX5" fmla="*/ 1149 w 6343"/>
                  <a:gd name="connsiteY5" fmla="*/ 1145 h 6345"/>
                  <a:gd name="connsiteX6" fmla="*/ 221 w 6343"/>
                  <a:gd name="connsiteY6" fmla="*/ 3388 h 6345"/>
                  <a:gd name="connsiteX7" fmla="*/ 1149 w 6343"/>
                  <a:gd name="connsiteY7" fmla="*/ 5632 h 6345"/>
                  <a:gd name="connsiteX8" fmla="*/ 339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61"/>
                    </a:moveTo>
                    <a:cubicBezTo>
                      <a:pt x="4233" y="6561"/>
                      <a:pt x="5040" y="6227"/>
                      <a:pt x="5635" y="5632"/>
                    </a:cubicBezTo>
                    <a:cubicBezTo>
                      <a:pt x="6229" y="5037"/>
                      <a:pt x="6564" y="4230"/>
                      <a:pt x="6564" y="3388"/>
                    </a:cubicBezTo>
                    <a:cubicBezTo>
                      <a:pt x="6564" y="2547"/>
                      <a:pt x="6229" y="1740"/>
                      <a:pt x="5635" y="1145"/>
                    </a:cubicBezTo>
                    <a:cubicBezTo>
                      <a:pt x="5040" y="550"/>
                      <a:pt x="4233" y="216"/>
                      <a:pt x="3392" y="216"/>
                    </a:cubicBezTo>
                    <a:cubicBezTo>
                      <a:pt x="2551" y="216"/>
                      <a:pt x="1744" y="550"/>
                      <a:pt x="1149" y="1145"/>
                    </a:cubicBezTo>
                    <a:cubicBezTo>
                      <a:pt x="555" y="1740"/>
                      <a:pt x="221" y="2547"/>
                      <a:pt x="221" y="3388"/>
                    </a:cubicBezTo>
                    <a:cubicBezTo>
                      <a:pt x="221" y="4230"/>
                      <a:pt x="555" y="5037"/>
                      <a:pt x="1149" y="5632"/>
                    </a:cubicBezTo>
                    <a:cubicBezTo>
                      <a:pt x="1744" y="6227"/>
                      <a:pt x="2551" y="6561"/>
                      <a:pt x="339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37" name="Freeform: Shape 3736">
                <a:extLst>
                  <a:ext uri="{FF2B5EF4-FFF2-40B4-BE49-F238E27FC236}">
                    <a16:creationId xmlns:a16="http://schemas.microsoft.com/office/drawing/2014/main" id="{89931693-A2AB-0E69-393B-256A00398A1E}"/>
                  </a:ext>
                </a:extLst>
              </p:cNvPr>
              <p:cNvSpPr/>
              <p:nvPr/>
            </p:nvSpPr>
            <p:spPr>
              <a:xfrm>
                <a:off x="3646639" y="6214419"/>
                <a:ext cx="6343" cy="6345"/>
              </a:xfrm>
              <a:custGeom>
                <a:avLst/>
                <a:gdLst>
                  <a:gd name="connsiteX0" fmla="*/ 3392 w 6343"/>
                  <a:gd name="connsiteY0" fmla="*/ 6561 h 6345"/>
                  <a:gd name="connsiteX1" fmla="*/ 5634 w 6343"/>
                  <a:gd name="connsiteY1" fmla="*/ 5632 h 6345"/>
                  <a:gd name="connsiteX2" fmla="*/ 6563 w 6343"/>
                  <a:gd name="connsiteY2" fmla="*/ 3388 h 6345"/>
                  <a:gd name="connsiteX3" fmla="*/ 5634 w 6343"/>
                  <a:gd name="connsiteY3" fmla="*/ 1145 h 6345"/>
                  <a:gd name="connsiteX4" fmla="*/ 3392 w 6343"/>
                  <a:gd name="connsiteY4" fmla="*/ 216 h 6345"/>
                  <a:gd name="connsiteX5" fmla="*/ 1149 w 6343"/>
                  <a:gd name="connsiteY5" fmla="*/ 1145 h 6345"/>
                  <a:gd name="connsiteX6" fmla="*/ 220 w 6343"/>
                  <a:gd name="connsiteY6" fmla="*/ 3388 h 6345"/>
                  <a:gd name="connsiteX7" fmla="*/ 1149 w 6343"/>
                  <a:gd name="connsiteY7" fmla="*/ 5632 h 6345"/>
                  <a:gd name="connsiteX8" fmla="*/ 339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61"/>
                    </a:moveTo>
                    <a:cubicBezTo>
                      <a:pt x="4233" y="6561"/>
                      <a:pt x="5040" y="6227"/>
                      <a:pt x="5634" y="5632"/>
                    </a:cubicBezTo>
                    <a:cubicBezTo>
                      <a:pt x="6229" y="5037"/>
                      <a:pt x="6563" y="4230"/>
                      <a:pt x="6563" y="3388"/>
                    </a:cubicBezTo>
                    <a:cubicBezTo>
                      <a:pt x="6563" y="2547"/>
                      <a:pt x="6229" y="1740"/>
                      <a:pt x="5634" y="1145"/>
                    </a:cubicBezTo>
                    <a:cubicBezTo>
                      <a:pt x="5040" y="550"/>
                      <a:pt x="4233" y="216"/>
                      <a:pt x="3392" y="216"/>
                    </a:cubicBezTo>
                    <a:cubicBezTo>
                      <a:pt x="2551" y="216"/>
                      <a:pt x="1744" y="550"/>
                      <a:pt x="1149" y="1145"/>
                    </a:cubicBezTo>
                    <a:cubicBezTo>
                      <a:pt x="554" y="1740"/>
                      <a:pt x="220" y="2547"/>
                      <a:pt x="220" y="3388"/>
                    </a:cubicBezTo>
                    <a:cubicBezTo>
                      <a:pt x="220" y="4230"/>
                      <a:pt x="554" y="5037"/>
                      <a:pt x="1149" y="5632"/>
                    </a:cubicBezTo>
                    <a:cubicBezTo>
                      <a:pt x="1744" y="6227"/>
                      <a:pt x="2551" y="6561"/>
                      <a:pt x="339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38" name="Freeform: Shape 3737">
                <a:extLst>
                  <a:ext uri="{FF2B5EF4-FFF2-40B4-BE49-F238E27FC236}">
                    <a16:creationId xmlns:a16="http://schemas.microsoft.com/office/drawing/2014/main" id="{59CE3E57-5B30-E119-BE4F-7363CB1B6426}"/>
                  </a:ext>
                </a:extLst>
              </p:cNvPr>
              <p:cNvSpPr/>
              <p:nvPr/>
            </p:nvSpPr>
            <p:spPr>
              <a:xfrm>
                <a:off x="3642883" y="6214733"/>
                <a:ext cx="6343" cy="6345"/>
              </a:xfrm>
              <a:custGeom>
                <a:avLst/>
                <a:gdLst>
                  <a:gd name="connsiteX0" fmla="*/ 3392 w 6343"/>
                  <a:gd name="connsiteY0" fmla="*/ 6561 h 6345"/>
                  <a:gd name="connsiteX1" fmla="*/ 5634 w 6343"/>
                  <a:gd name="connsiteY1" fmla="*/ 5632 h 6345"/>
                  <a:gd name="connsiteX2" fmla="*/ 6563 w 6343"/>
                  <a:gd name="connsiteY2" fmla="*/ 3388 h 6345"/>
                  <a:gd name="connsiteX3" fmla="*/ 5634 w 6343"/>
                  <a:gd name="connsiteY3" fmla="*/ 1145 h 6345"/>
                  <a:gd name="connsiteX4" fmla="*/ 3392 w 6343"/>
                  <a:gd name="connsiteY4" fmla="*/ 216 h 6345"/>
                  <a:gd name="connsiteX5" fmla="*/ 1149 w 6343"/>
                  <a:gd name="connsiteY5" fmla="*/ 1145 h 6345"/>
                  <a:gd name="connsiteX6" fmla="*/ 220 w 6343"/>
                  <a:gd name="connsiteY6" fmla="*/ 3388 h 6345"/>
                  <a:gd name="connsiteX7" fmla="*/ 1149 w 6343"/>
                  <a:gd name="connsiteY7" fmla="*/ 5632 h 6345"/>
                  <a:gd name="connsiteX8" fmla="*/ 339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61"/>
                    </a:moveTo>
                    <a:cubicBezTo>
                      <a:pt x="4233" y="6561"/>
                      <a:pt x="5039" y="6227"/>
                      <a:pt x="5634" y="5632"/>
                    </a:cubicBezTo>
                    <a:cubicBezTo>
                      <a:pt x="6229" y="5037"/>
                      <a:pt x="6563" y="4230"/>
                      <a:pt x="6563" y="3388"/>
                    </a:cubicBezTo>
                    <a:cubicBezTo>
                      <a:pt x="6563" y="2547"/>
                      <a:pt x="6229" y="1740"/>
                      <a:pt x="5634" y="1145"/>
                    </a:cubicBezTo>
                    <a:cubicBezTo>
                      <a:pt x="5039" y="550"/>
                      <a:pt x="4233" y="216"/>
                      <a:pt x="3392" y="216"/>
                    </a:cubicBezTo>
                    <a:cubicBezTo>
                      <a:pt x="2550" y="216"/>
                      <a:pt x="1744" y="550"/>
                      <a:pt x="1149" y="1145"/>
                    </a:cubicBezTo>
                    <a:cubicBezTo>
                      <a:pt x="554" y="1740"/>
                      <a:pt x="220" y="2547"/>
                      <a:pt x="220" y="3388"/>
                    </a:cubicBezTo>
                    <a:cubicBezTo>
                      <a:pt x="220" y="4230"/>
                      <a:pt x="554" y="5037"/>
                      <a:pt x="1149" y="5632"/>
                    </a:cubicBezTo>
                    <a:cubicBezTo>
                      <a:pt x="1744" y="6227"/>
                      <a:pt x="2550" y="6561"/>
                      <a:pt x="339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39" name="Freeform: Shape 3738">
                <a:extLst>
                  <a:ext uri="{FF2B5EF4-FFF2-40B4-BE49-F238E27FC236}">
                    <a16:creationId xmlns:a16="http://schemas.microsoft.com/office/drawing/2014/main" id="{F4C26744-A157-BB7B-4FD8-3617C1C9FAC4}"/>
                  </a:ext>
                </a:extLst>
              </p:cNvPr>
              <p:cNvSpPr/>
              <p:nvPr/>
            </p:nvSpPr>
            <p:spPr>
              <a:xfrm>
                <a:off x="3639490" y="6214250"/>
                <a:ext cx="6343" cy="6345"/>
              </a:xfrm>
              <a:custGeom>
                <a:avLst/>
                <a:gdLst>
                  <a:gd name="connsiteX0" fmla="*/ 3391 w 6343"/>
                  <a:gd name="connsiteY0" fmla="*/ 6561 h 6345"/>
                  <a:gd name="connsiteX1" fmla="*/ 5634 w 6343"/>
                  <a:gd name="connsiteY1" fmla="*/ 5632 h 6345"/>
                  <a:gd name="connsiteX2" fmla="*/ 6563 w 6343"/>
                  <a:gd name="connsiteY2" fmla="*/ 3388 h 6345"/>
                  <a:gd name="connsiteX3" fmla="*/ 5634 w 6343"/>
                  <a:gd name="connsiteY3" fmla="*/ 1145 h 6345"/>
                  <a:gd name="connsiteX4" fmla="*/ 3391 w 6343"/>
                  <a:gd name="connsiteY4" fmla="*/ 215 h 6345"/>
                  <a:gd name="connsiteX5" fmla="*/ 1149 w 6343"/>
                  <a:gd name="connsiteY5" fmla="*/ 1145 h 6345"/>
                  <a:gd name="connsiteX6" fmla="*/ 220 w 6343"/>
                  <a:gd name="connsiteY6" fmla="*/ 3388 h 6345"/>
                  <a:gd name="connsiteX7" fmla="*/ 1149 w 6343"/>
                  <a:gd name="connsiteY7" fmla="*/ 5632 h 6345"/>
                  <a:gd name="connsiteX8" fmla="*/ 3391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1"/>
                    </a:moveTo>
                    <a:cubicBezTo>
                      <a:pt x="4232" y="6561"/>
                      <a:pt x="5039" y="6227"/>
                      <a:pt x="5634" y="5632"/>
                    </a:cubicBezTo>
                    <a:cubicBezTo>
                      <a:pt x="6229" y="5037"/>
                      <a:pt x="6563" y="4230"/>
                      <a:pt x="6563" y="3388"/>
                    </a:cubicBezTo>
                    <a:cubicBezTo>
                      <a:pt x="6563" y="2547"/>
                      <a:pt x="6229" y="1740"/>
                      <a:pt x="5634" y="1145"/>
                    </a:cubicBezTo>
                    <a:cubicBezTo>
                      <a:pt x="5039" y="550"/>
                      <a:pt x="4232" y="215"/>
                      <a:pt x="3391" y="215"/>
                    </a:cubicBezTo>
                    <a:cubicBezTo>
                      <a:pt x="2550" y="215"/>
                      <a:pt x="1743" y="550"/>
                      <a:pt x="1149" y="1145"/>
                    </a:cubicBezTo>
                    <a:cubicBezTo>
                      <a:pt x="554" y="1740"/>
                      <a:pt x="220" y="2547"/>
                      <a:pt x="220" y="3388"/>
                    </a:cubicBezTo>
                    <a:cubicBezTo>
                      <a:pt x="220" y="4230"/>
                      <a:pt x="554" y="5037"/>
                      <a:pt x="1149" y="5632"/>
                    </a:cubicBezTo>
                    <a:cubicBezTo>
                      <a:pt x="1743" y="6227"/>
                      <a:pt x="2550" y="6561"/>
                      <a:pt x="3391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40" name="Freeform: Shape 3739">
                <a:extLst>
                  <a:ext uri="{FF2B5EF4-FFF2-40B4-BE49-F238E27FC236}">
                    <a16:creationId xmlns:a16="http://schemas.microsoft.com/office/drawing/2014/main" id="{D3A27F03-137D-2E37-2711-020769C60348}"/>
                  </a:ext>
                </a:extLst>
              </p:cNvPr>
              <p:cNvSpPr/>
              <p:nvPr/>
            </p:nvSpPr>
            <p:spPr>
              <a:xfrm>
                <a:off x="3639470" y="6206935"/>
                <a:ext cx="6343" cy="6345"/>
              </a:xfrm>
              <a:custGeom>
                <a:avLst/>
                <a:gdLst>
                  <a:gd name="connsiteX0" fmla="*/ 3391 w 6343"/>
                  <a:gd name="connsiteY0" fmla="*/ 6560 h 6345"/>
                  <a:gd name="connsiteX1" fmla="*/ 5634 w 6343"/>
                  <a:gd name="connsiteY1" fmla="*/ 5631 h 6345"/>
                  <a:gd name="connsiteX2" fmla="*/ 6563 w 6343"/>
                  <a:gd name="connsiteY2" fmla="*/ 3388 h 6345"/>
                  <a:gd name="connsiteX3" fmla="*/ 5634 w 6343"/>
                  <a:gd name="connsiteY3" fmla="*/ 1144 h 6345"/>
                  <a:gd name="connsiteX4" fmla="*/ 3391 w 6343"/>
                  <a:gd name="connsiteY4" fmla="*/ 215 h 6345"/>
                  <a:gd name="connsiteX5" fmla="*/ 1149 w 6343"/>
                  <a:gd name="connsiteY5" fmla="*/ 1144 h 6345"/>
                  <a:gd name="connsiteX6" fmla="*/ 220 w 6343"/>
                  <a:gd name="connsiteY6" fmla="*/ 3388 h 6345"/>
                  <a:gd name="connsiteX7" fmla="*/ 1149 w 6343"/>
                  <a:gd name="connsiteY7" fmla="*/ 5631 h 6345"/>
                  <a:gd name="connsiteX8" fmla="*/ 339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0"/>
                    </a:moveTo>
                    <a:cubicBezTo>
                      <a:pt x="4232" y="6560"/>
                      <a:pt x="5039" y="6226"/>
                      <a:pt x="5634" y="5631"/>
                    </a:cubicBezTo>
                    <a:cubicBezTo>
                      <a:pt x="6229" y="5036"/>
                      <a:pt x="6563" y="4229"/>
                      <a:pt x="6563" y="3388"/>
                    </a:cubicBezTo>
                    <a:cubicBezTo>
                      <a:pt x="6563" y="2546"/>
                      <a:pt x="6229" y="1739"/>
                      <a:pt x="5634" y="1144"/>
                    </a:cubicBezTo>
                    <a:cubicBezTo>
                      <a:pt x="5039" y="549"/>
                      <a:pt x="4232" y="215"/>
                      <a:pt x="3391" y="215"/>
                    </a:cubicBezTo>
                    <a:cubicBezTo>
                      <a:pt x="2550" y="215"/>
                      <a:pt x="1743" y="549"/>
                      <a:pt x="1149" y="1144"/>
                    </a:cubicBezTo>
                    <a:cubicBezTo>
                      <a:pt x="554" y="1739"/>
                      <a:pt x="220" y="2546"/>
                      <a:pt x="220" y="3388"/>
                    </a:cubicBezTo>
                    <a:cubicBezTo>
                      <a:pt x="220" y="4229"/>
                      <a:pt x="554" y="5036"/>
                      <a:pt x="1149" y="5631"/>
                    </a:cubicBezTo>
                    <a:cubicBezTo>
                      <a:pt x="1743" y="6226"/>
                      <a:pt x="2550" y="6560"/>
                      <a:pt x="339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41" name="Freeform: Shape 3740">
                <a:extLst>
                  <a:ext uri="{FF2B5EF4-FFF2-40B4-BE49-F238E27FC236}">
                    <a16:creationId xmlns:a16="http://schemas.microsoft.com/office/drawing/2014/main" id="{D52D6FD6-49FB-F644-FEB2-7B0C4D56A890}"/>
                  </a:ext>
                </a:extLst>
              </p:cNvPr>
              <p:cNvSpPr/>
              <p:nvPr/>
            </p:nvSpPr>
            <p:spPr>
              <a:xfrm>
                <a:off x="3639957" y="6198790"/>
                <a:ext cx="6343" cy="6345"/>
              </a:xfrm>
              <a:custGeom>
                <a:avLst/>
                <a:gdLst>
                  <a:gd name="connsiteX0" fmla="*/ 3391 w 6343"/>
                  <a:gd name="connsiteY0" fmla="*/ 6560 h 6345"/>
                  <a:gd name="connsiteX1" fmla="*/ 5634 w 6343"/>
                  <a:gd name="connsiteY1" fmla="*/ 5630 h 6345"/>
                  <a:gd name="connsiteX2" fmla="*/ 6563 w 6343"/>
                  <a:gd name="connsiteY2" fmla="*/ 3387 h 6345"/>
                  <a:gd name="connsiteX3" fmla="*/ 5634 w 6343"/>
                  <a:gd name="connsiteY3" fmla="*/ 1144 h 6345"/>
                  <a:gd name="connsiteX4" fmla="*/ 3391 w 6343"/>
                  <a:gd name="connsiteY4" fmla="*/ 214 h 6345"/>
                  <a:gd name="connsiteX5" fmla="*/ 1149 w 6343"/>
                  <a:gd name="connsiteY5" fmla="*/ 1144 h 6345"/>
                  <a:gd name="connsiteX6" fmla="*/ 220 w 6343"/>
                  <a:gd name="connsiteY6" fmla="*/ 3387 h 6345"/>
                  <a:gd name="connsiteX7" fmla="*/ 1149 w 6343"/>
                  <a:gd name="connsiteY7" fmla="*/ 5630 h 6345"/>
                  <a:gd name="connsiteX8" fmla="*/ 339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0"/>
                    </a:moveTo>
                    <a:cubicBezTo>
                      <a:pt x="4232" y="6560"/>
                      <a:pt x="5039" y="6225"/>
                      <a:pt x="5634" y="5630"/>
                    </a:cubicBezTo>
                    <a:cubicBezTo>
                      <a:pt x="6229" y="5035"/>
                      <a:pt x="6563" y="4228"/>
                      <a:pt x="6563" y="3387"/>
                    </a:cubicBezTo>
                    <a:cubicBezTo>
                      <a:pt x="6563" y="2546"/>
                      <a:pt x="6229" y="1739"/>
                      <a:pt x="5634" y="1144"/>
                    </a:cubicBezTo>
                    <a:cubicBezTo>
                      <a:pt x="5039" y="549"/>
                      <a:pt x="4232" y="214"/>
                      <a:pt x="3391" y="214"/>
                    </a:cubicBezTo>
                    <a:cubicBezTo>
                      <a:pt x="2550" y="214"/>
                      <a:pt x="1743" y="549"/>
                      <a:pt x="1149" y="1144"/>
                    </a:cubicBezTo>
                    <a:cubicBezTo>
                      <a:pt x="554" y="1739"/>
                      <a:pt x="220" y="2546"/>
                      <a:pt x="220" y="3387"/>
                    </a:cubicBezTo>
                    <a:cubicBezTo>
                      <a:pt x="220" y="4228"/>
                      <a:pt x="554" y="5035"/>
                      <a:pt x="1149" y="5630"/>
                    </a:cubicBezTo>
                    <a:cubicBezTo>
                      <a:pt x="1743" y="6225"/>
                      <a:pt x="2550" y="6560"/>
                      <a:pt x="339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42" name="Freeform: Shape 3741">
                <a:extLst>
                  <a:ext uri="{FF2B5EF4-FFF2-40B4-BE49-F238E27FC236}">
                    <a16:creationId xmlns:a16="http://schemas.microsoft.com/office/drawing/2014/main" id="{ACE6FF2A-7C1D-2ED9-6065-31A5D06B5068}"/>
                  </a:ext>
                </a:extLst>
              </p:cNvPr>
              <p:cNvSpPr/>
              <p:nvPr/>
            </p:nvSpPr>
            <p:spPr>
              <a:xfrm>
                <a:off x="3633165" y="6205089"/>
                <a:ext cx="6343" cy="6345"/>
              </a:xfrm>
              <a:custGeom>
                <a:avLst/>
                <a:gdLst>
                  <a:gd name="connsiteX0" fmla="*/ 3391 w 6343"/>
                  <a:gd name="connsiteY0" fmla="*/ 6560 h 6345"/>
                  <a:gd name="connsiteX1" fmla="*/ 5633 w 6343"/>
                  <a:gd name="connsiteY1" fmla="*/ 5631 h 6345"/>
                  <a:gd name="connsiteX2" fmla="*/ 6562 w 6343"/>
                  <a:gd name="connsiteY2" fmla="*/ 3387 h 6345"/>
                  <a:gd name="connsiteX3" fmla="*/ 5633 w 6343"/>
                  <a:gd name="connsiteY3" fmla="*/ 1144 h 6345"/>
                  <a:gd name="connsiteX4" fmla="*/ 3391 w 6343"/>
                  <a:gd name="connsiteY4" fmla="*/ 215 h 6345"/>
                  <a:gd name="connsiteX5" fmla="*/ 1148 w 6343"/>
                  <a:gd name="connsiteY5" fmla="*/ 1144 h 6345"/>
                  <a:gd name="connsiteX6" fmla="*/ 219 w 6343"/>
                  <a:gd name="connsiteY6" fmla="*/ 3387 h 6345"/>
                  <a:gd name="connsiteX7" fmla="*/ 1148 w 6343"/>
                  <a:gd name="connsiteY7" fmla="*/ 5631 h 6345"/>
                  <a:gd name="connsiteX8" fmla="*/ 339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0"/>
                    </a:moveTo>
                    <a:cubicBezTo>
                      <a:pt x="4232" y="6560"/>
                      <a:pt x="5039" y="6226"/>
                      <a:pt x="5633" y="5631"/>
                    </a:cubicBezTo>
                    <a:cubicBezTo>
                      <a:pt x="6228" y="5036"/>
                      <a:pt x="6562" y="4229"/>
                      <a:pt x="6562" y="3387"/>
                    </a:cubicBezTo>
                    <a:cubicBezTo>
                      <a:pt x="6562" y="2546"/>
                      <a:pt x="6228" y="1739"/>
                      <a:pt x="5633" y="1144"/>
                    </a:cubicBezTo>
                    <a:cubicBezTo>
                      <a:pt x="5039" y="549"/>
                      <a:pt x="4232" y="215"/>
                      <a:pt x="3391" y="215"/>
                    </a:cubicBezTo>
                    <a:cubicBezTo>
                      <a:pt x="2550" y="215"/>
                      <a:pt x="1743" y="549"/>
                      <a:pt x="1148" y="1144"/>
                    </a:cubicBezTo>
                    <a:cubicBezTo>
                      <a:pt x="553" y="1739"/>
                      <a:pt x="219" y="2546"/>
                      <a:pt x="219" y="3387"/>
                    </a:cubicBezTo>
                    <a:cubicBezTo>
                      <a:pt x="219" y="4229"/>
                      <a:pt x="553" y="5036"/>
                      <a:pt x="1148" y="5631"/>
                    </a:cubicBezTo>
                    <a:cubicBezTo>
                      <a:pt x="1743" y="6226"/>
                      <a:pt x="2550" y="6560"/>
                      <a:pt x="339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43" name="Freeform: Shape 3742">
                <a:extLst>
                  <a:ext uri="{FF2B5EF4-FFF2-40B4-BE49-F238E27FC236}">
                    <a16:creationId xmlns:a16="http://schemas.microsoft.com/office/drawing/2014/main" id="{2CCF6512-3AC4-1D94-C209-8749200D1B4E}"/>
                  </a:ext>
                </a:extLst>
              </p:cNvPr>
              <p:cNvSpPr/>
              <p:nvPr/>
            </p:nvSpPr>
            <p:spPr>
              <a:xfrm>
                <a:off x="3629174" y="6205757"/>
                <a:ext cx="6343" cy="6345"/>
              </a:xfrm>
              <a:custGeom>
                <a:avLst/>
                <a:gdLst>
                  <a:gd name="connsiteX0" fmla="*/ 3390 w 6343"/>
                  <a:gd name="connsiteY0" fmla="*/ 6560 h 6345"/>
                  <a:gd name="connsiteX1" fmla="*/ 5633 w 6343"/>
                  <a:gd name="connsiteY1" fmla="*/ 5631 h 6345"/>
                  <a:gd name="connsiteX2" fmla="*/ 6562 w 6343"/>
                  <a:gd name="connsiteY2" fmla="*/ 3388 h 6345"/>
                  <a:gd name="connsiteX3" fmla="*/ 5633 w 6343"/>
                  <a:gd name="connsiteY3" fmla="*/ 1144 h 6345"/>
                  <a:gd name="connsiteX4" fmla="*/ 3390 w 6343"/>
                  <a:gd name="connsiteY4" fmla="*/ 215 h 6345"/>
                  <a:gd name="connsiteX5" fmla="*/ 1148 w 6343"/>
                  <a:gd name="connsiteY5" fmla="*/ 1144 h 6345"/>
                  <a:gd name="connsiteX6" fmla="*/ 219 w 6343"/>
                  <a:gd name="connsiteY6" fmla="*/ 3388 h 6345"/>
                  <a:gd name="connsiteX7" fmla="*/ 1148 w 6343"/>
                  <a:gd name="connsiteY7" fmla="*/ 5631 h 6345"/>
                  <a:gd name="connsiteX8" fmla="*/ 3390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60"/>
                    </a:moveTo>
                    <a:cubicBezTo>
                      <a:pt x="4232" y="6560"/>
                      <a:pt x="5038" y="6226"/>
                      <a:pt x="5633" y="5631"/>
                    </a:cubicBezTo>
                    <a:cubicBezTo>
                      <a:pt x="6228" y="5036"/>
                      <a:pt x="6562" y="4229"/>
                      <a:pt x="6562" y="3388"/>
                    </a:cubicBezTo>
                    <a:cubicBezTo>
                      <a:pt x="6562" y="2546"/>
                      <a:pt x="6228" y="1739"/>
                      <a:pt x="5633" y="1144"/>
                    </a:cubicBezTo>
                    <a:cubicBezTo>
                      <a:pt x="5038" y="549"/>
                      <a:pt x="4232" y="215"/>
                      <a:pt x="3390" y="215"/>
                    </a:cubicBezTo>
                    <a:cubicBezTo>
                      <a:pt x="2549" y="215"/>
                      <a:pt x="1743" y="549"/>
                      <a:pt x="1148" y="1144"/>
                    </a:cubicBezTo>
                    <a:cubicBezTo>
                      <a:pt x="553" y="1739"/>
                      <a:pt x="219" y="2546"/>
                      <a:pt x="219" y="3388"/>
                    </a:cubicBezTo>
                    <a:cubicBezTo>
                      <a:pt x="219" y="4229"/>
                      <a:pt x="553" y="5036"/>
                      <a:pt x="1148" y="5631"/>
                    </a:cubicBezTo>
                    <a:cubicBezTo>
                      <a:pt x="1743" y="6226"/>
                      <a:pt x="2549" y="6560"/>
                      <a:pt x="3390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44" name="Freeform: Shape 3743">
                <a:extLst>
                  <a:ext uri="{FF2B5EF4-FFF2-40B4-BE49-F238E27FC236}">
                    <a16:creationId xmlns:a16="http://schemas.microsoft.com/office/drawing/2014/main" id="{2B261AB3-7A1C-CD0F-87E0-5C0D94569584}"/>
                  </a:ext>
                </a:extLst>
              </p:cNvPr>
              <p:cNvSpPr/>
              <p:nvPr/>
            </p:nvSpPr>
            <p:spPr>
              <a:xfrm>
                <a:off x="3629672" y="6191043"/>
                <a:ext cx="6343" cy="6345"/>
              </a:xfrm>
              <a:custGeom>
                <a:avLst/>
                <a:gdLst>
                  <a:gd name="connsiteX0" fmla="*/ 3390 w 6343"/>
                  <a:gd name="connsiteY0" fmla="*/ 6559 h 6345"/>
                  <a:gd name="connsiteX1" fmla="*/ 5633 w 6343"/>
                  <a:gd name="connsiteY1" fmla="*/ 5630 h 6345"/>
                  <a:gd name="connsiteX2" fmla="*/ 6562 w 6343"/>
                  <a:gd name="connsiteY2" fmla="*/ 3386 h 6345"/>
                  <a:gd name="connsiteX3" fmla="*/ 5633 w 6343"/>
                  <a:gd name="connsiteY3" fmla="*/ 1143 h 6345"/>
                  <a:gd name="connsiteX4" fmla="*/ 3390 w 6343"/>
                  <a:gd name="connsiteY4" fmla="*/ 214 h 6345"/>
                  <a:gd name="connsiteX5" fmla="*/ 1148 w 6343"/>
                  <a:gd name="connsiteY5" fmla="*/ 1143 h 6345"/>
                  <a:gd name="connsiteX6" fmla="*/ 219 w 6343"/>
                  <a:gd name="connsiteY6" fmla="*/ 3386 h 6345"/>
                  <a:gd name="connsiteX7" fmla="*/ 1148 w 6343"/>
                  <a:gd name="connsiteY7" fmla="*/ 5630 h 6345"/>
                  <a:gd name="connsiteX8" fmla="*/ 339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9"/>
                    </a:moveTo>
                    <a:cubicBezTo>
                      <a:pt x="4232" y="6559"/>
                      <a:pt x="5038" y="6225"/>
                      <a:pt x="5633" y="5630"/>
                    </a:cubicBezTo>
                    <a:cubicBezTo>
                      <a:pt x="6228" y="5035"/>
                      <a:pt x="6562" y="4228"/>
                      <a:pt x="6562" y="3386"/>
                    </a:cubicBezTo>
                    <a:cubicBezTo>
                      <a:pt x="6562" y="2545"/>
                      <a:pt x="6228" y="1738"/>
                      <a:pt x="5633" y="1143"/>
                    </a:cubicBezTo>
                    <a:cubicBezTo>
                      <a:pt x="5038" y="548"/>
                      <a:pt x="4232" y="214"/>
                      <a:pt x="3390" y="214"/>
                    </a:cubicBezTo>
                    <a:cubicBezTo>
                      <a:pt x="2549" y="214"/>
                      <a:pt x="1743" y="548"/>
                      <a:pt x="1148" y="1143"/>
                    </a:cubicBezTo>
                    <a:cubicBezTo>
                      <a:pt x="553" y="1738"/>
                      <a:pt x="219" y="2545"/>
                      <a:pt x="219" y="3386"/>
                    </a:cubicBezTo>
                    <a:cubicBezTo>
                      <a:pt x="219" y="4228"/>
                      <a:pt x="553" y="5035"/>
                      <a:pt x="1148" y="5630"/>
                    </a:cubicBezTo>
                    <a:cubicBezTo>
                      <a:pt x="1743" y="6225"/>
                      <a:pt x="2549" y="6559"/>
                      <a:pt x="339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45" name="Freeform: Shape 3744">
                <a:extLst>
                  <a:ext uri="{FF2B5EF4-FFF2-40B4-BE49-F238E27FC236}">
                    <a16:creationId xmlns:a16="http://schemas.microsoft.com/office/drawing/2014/main" id="{EE167FF0-8BC4-D0C7-D377-01BB04E67AFB}"/>
                  </a:ext>
                </a:extLst>
              </p:cNvPr>
              <p:cNvSpPr/>
              <p:nvPr/>
            </p:nvSpPr>
            <p:spPr>
              <a:xfrm>
                <a:off x="3627290" y="6188789"/>
                <a:ext cx="6343" cy="6345"/>
              </a:xfrm>
              <a:custGeom>
                <a:avLst/>
                <a:gdLst>
                  <a:gd name="connsiteX0" fmla="*/ 3390 w 6343"/>
                  <a:gd name="connsiteY0" fmla="*/ 6559 h 6345"/>
                  <a:gd name="connsiteX1" fmla="*/ 5633 w 6343"/>
                  <a:gd name="connsiteY1" fmla="*/ 5630 h 6345"/>
                  <a:gd name="connsiteX2" fmla="*/ 6562 w 6343"/>
                  <a:gd name="connsiteY2" fmla="*/ 3386 h 6345"/>
                  <a:gd name="connsiteX3" fmla="*/ 5633 w 6343"/>
                  <a:gd name="connsiteY3" fmla="*/ 1143 h 6345"/>
                  <a:gd name="connsiteX4" fmla="*/ 3390 w 6343"/>
                  <a:gd name="connsiteY4" fmla="*/ 213 h 6345"/>
                  <a:gd name="connsiteX5" fmla="*/ 1148 w 6343"/>
                  <a:gd name="connsiteY5" fmla="*/ 1143 h 6345"/>
                  <a:gd name="connsiteX6" fmla="*/ 219 w 6343"/>
                  <a:gd name="connsiteY6" fmla="*/ 3386 h 6345"/>
                  <a:gd name="connsiteX7" fmla="*/ 1148 w 6343"/>
                  <a:gd name="connsiteY7" fmla="*/ 5630 h 6345"/>
                  <a:gd name="connsiteX8" fmla="*/ 339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9"/>
                    </a:moveTo>
                    <a:cubicBezTo>
                      <a:pt x="4231" y="6559"/>
                      <a:pt x="5038" y="6225"/>
                      <a:pt x="5633" y="5630"/>
                    </a:cubicBezTo>
                    <a:cubicBezTo>
                      <a:pt x="6228" y="5035"/>
                      <a:pt x="6562" y="4228"/>
                      <a:pt x="6562" y="3386"/>
                    </a:cubicBezTo>
                    <a:cubicBezTo>
                      <a:pt x="6562" y="2545"/>
                      <a:pt x="6228" y="1738"/>
                      <a:pt x="5633" y="1143"/>
                    </a:cubicBezTo>
                    <a:cubicBezTo>
                      <a:pt x="5038" y="548"/>
                      <a:pt x="4231" y="213"/>
                      <a:pt x="3390" y="213"/>
                    </a:cubicBezTo>
                    <a:cubicBezTo>
                      <a:pt x="2549" y="213"/>
                      <a:pt x="1742" y="548"/>
                      <a:pt x="1148" y="1143"/>
                    </a:cubicBezTo>
                    <a:cubicBezTo>
                      <a:pt x="553" y="1738"/>
                      <a:pt x="219" y="2545"/>
                      <a:pt x="219" y="3386"/>
                    </a:cubicBezTo>
                    <a:cubicBezTo>
                      <a:pt x="219" y="4228"/>
                      <a:pt x="553" y="5035"/>
                      <a:pt x="1148" y="5630"/>
                    </a:cubicBezTo>
                    <a:cubicBezTo>
                      <a:pt x="1742" y="6225"/>
                      <a:pt x="2549" y="6559"/>
                      <a:pt x="339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46" name="Freeform: Shape 3745">
                <a:extLst>
                  <a:ext uri="{FF2B5EF4-FFF2-40B4-BE49-F238E27FC236}">
                    <a16:creationId xmlns:a16="http://schemas.microsoft.com/office/drawing/2014/main" id="{A71435A6-1930-EE7B-14C7-B8F282BDC9B3}"/>
                  </a:ext>
                </a:extLst>
              </p:cNvPr>
              <p:cNvSpPr/>
              <p:nvPr/>
            </p:nvSpPr>
            <p:spPr>
              <a:xfrm>
                <a:off x="3467392" y="6431720"/>
                <a:ext cx="6343" cy="6345"/>
              </a:xfrm>
              <a:custGeom>
                <a:avLst/>
                <a:gdLst>
                  <a:gd name="connsiteX0" fmla="*/ 3378 w 6343"/>
                  <a:gd name="connsiteY0" fmla="*/ 6578 h 6345"/>
                  <a:gd name="connsiteX1" fmla="*/ 5620 w 6343"/>
                  <a:gd name="connsiteY1" fmla="*/ 5649 h 6345"/>
                  <a:gd name="connsiteX2" fmla="*/ 6549 w 6343"/>
                  <a:gd name="connsiteY2" fmla="*/ 3405 h 6345"/>
                  <a:gd name="connsiteX3" fmla="*/ 5620 w 6343"/>
                  <a:gd name="connsiteY3" fmla="*/ 1162 h 6345"/>
                  <a:gd name="connsiteX4" fmla="*/ 3378 w 6343"/>
                  <a:gd name="connsiteY4" fmla="*/ 233 h 6345"/>
                  <a:gd name="connsiteX5" fmla="*/ 1135 w 6343"/>
                  <a:gd name="connsiteY5" fmla="*/ 1162 h 6345"/>
                  <a:gd name="connsiteX6" fmla="*/ 206 w 6343"/>
                  <a:gd name="connsiteY6" fmla="*/ 3405 h 6345"/>
                  <a:gd name="connsiteX7" fmla="*/ 1135 w 6343"/>
                  <a:gd name="connsiteY7" fmla="*/ 5649 h 6345"/>
                  <a:gd name="connsiteX8" fmla="*/ 3378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78"/>
                    </a:moveTo>
                    <a:cubicBezTo>
                      <a:pt x="4219" y="6578"/>
                      <a:pt x="5026" y="6244"/>
                      <a:pt x="5620" y="5649"/>
                    </a:cubicBezTo>
                    <a:cubicBezTo>
                      <a:pt x="6215" y="5054"/>
                      <a:pt x="6549" y="4247"/>
                      <a:pt x="6549" y="3405"/>
                    </a:cubicBezTo>
                    <a:cubicBezTo>
                      <a:pt x="6549" y="2564"/>
                      <a:pt x="6215" y="1757"/>
                      <a:pt x="5620" y="1162"/>
                    </a:cubicBezTo>
                    <a:cubicBezTo>
                      <a:pt x="5026" y="567"/>
                      <a:pt x="4219" y="233"/>
                      <a:pt x="3378" y="233"/>
                    </a:cubicBezTo>
                    <a:cubicBezTo>
                      <a:pt x="2537" y="233"/>
                      <a:pt x="1730" y="567"/>
                      <a:pt x="1135" y="1162"/>
                    </a:cubicBezTo>
                    <a:cubicBezTo>
                      <a:pt x="540" y="1757"/>
                      <a:pt x="206" y="2564"/>
                      <a:pt x="206" y="3405"/>
                    </a:cubicBezTo>
                    <a:cubicBezTo>
                      <a:pt x="206" y="4247"/>
                      <a:pt x="540" y="5054"/>
                      <a:pt x="1135" y="5649"/>
                    </a:cubicBezTo>
                    <a:cubicBezTo>
                      <a:pt x="1730" y="6244"/>
                      <a:pt x="2537" y="6578"/>
                      <a:pt x="3378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47" name="Freeform: Shape 3746">
                <a:extLst>
                  <a:ext uri="{FF2B5EF4-FFF2-40B4-BE49-F238E27FC236}">
                    <a16:creationId xmlns:a16="http://schemas.microsoft.com/office/drawing/2014/main" id="{692147E3-2B0A-702C-7B99-4879E99101FB}"/>
                  </a:ext>
                </a:extLst>
              </p:cNvPr>
              <p:cNvSpPr/>
              <p:nvPr/>
            </p:nvSpPr>
            <p:spPr>
              <a:xfrm>
                <a:off x="3462211" y="6430770"/>
                <a:ext cx="6343" cy="6345"/>
              </a:xfrm>
              <a:custGeom>
                <a:avLst/>
                <a:gdLst>
                  <a:gd name="connsiteX0" fmla="*/ 3377 w 6343"/>
                  <a:gd name="connsiteY0" fmla="*/ 6578 h 6345"/>
                  <a:gd name="connsiteX1" fmla="*/ 5620 w 6343"/>
                  <a:gd name="connsiteY1" fmla="*/ 5649 h 6345"/>
                  <a:gd name="connsiteX2" fmla="*/ 6549 w 6343"/>
                  <a:gd name="connsiteY2" fmla="*/ 3405 h 6345"/>
                  <a:gd name="connsiteX3" fmla="*/ 5620 w 6343"/>
                  <a:gd name="connsiteY3" fmla="*/ 1162 h 6345"/>
                  <a:gd name="connsiteX4" fmla="*/ 3377 w 6343"/>
                  <a:gd name="connsiteY4" fmla="*/ 233 h 6345"/>
                  <a:gd name="connsiteX5" fmla="*/ 1135 w 6343"/>
                  <a:gd name="connsiteY5" fmla="*/ 1162 h 6345"/>
                  <a:gd name="connsiteX6" fmla="*/ 206 w 6343"/>
                  <a:gd name="connsiteY6" fmla="*/ 3405 h 6345"/>
                  <a:gd name="connsiteX7" fmla="*/ 1135 w 6343"/>
                  <a:gd name="connsiteY7" fmla="*/ 5649 h 6345"/>
                  <a:gd name="connsiteX8" fmla="*/ 3377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78"/>
                    </a:moveTo>
                    <a:cubicBezTo>
                      <a:pt x="4218" y="6578"/>
                      <a:pt x="5025" y="6244"/>
                      <a:pt x="5620" y="5649"/>
                    </a:cubicBezTo>
                    <a:cubicBezTo>
                      <a:pt x="6215" y="5054"/>
                      <a:pt x="6549" y="4247"/>
                      <a:pt x="6549" y="3405"/>
                    </a:cubicBezTo>
                    <a:cubicBezTo>
                      <a:pt x="6549" y="2564"/>
                      <a:pt x="6215" y="1757"/>
                      <a:pt x="5620" y="1162"/>
                    </a:cubicBezTo>
                    <a:cubicBezTo>
                      <a:pt x="5025" y="567"/>
                      <a:pt x="4218" y="233"/>
                      <a:pt x="3377" y="233"/>
                    </a:cubicBezTo>
                    <a:cubicBezTo>
                      <a:pt x="2536" y="233"/>
                      <a:pt x="1729" y="567"/>
                      <a:pt x="1135" y="1162"/>
                    </a:cubicBezTo>
                    <a:cubicBezTo>
                      <a:pt x="540" y="1757"/>
                      <a:pt x="206" y="2564"/>
                      <a:pt x="206" y="3405"/>
                    </a:cubicBezTo>
                    <a:cubicBezTo>
                      <a:pt x="206" y="4247"/>
                      <a:pt x="540" y="5054"/>
                      <a:pt x="1135" y="5649"/>
                    </a:cubicBezTo>
                    <a:cubicBezTo>
                      <a:pt x="1729" y="6244"/>
                      <a:pt x="2536" y="6578"/>
                      <a:pt x="3377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48" name="Freeform: Shape 3747">
                <a:extLst>
                  <a:ext uri="{FF2B5EF4-FFF2-40B4-BE49-F238E27FC236}">
                    <a16:creationId xmlns:a16="http://schemas.microsoft.com/office/drawing/2014/main" id="{7677F506-1FF6-9CE9-7D9C-A8E3874C2E4C}"/>
                  </a:ext>
                </a:extLst>
              </p:cNvPr>
              <p:cNvSpPr/>
              <p:nvPr/>
            </p:nvSpPr>
            <p:spPr>
              <a:xfrm>
                <a:off x="3456783" y="6430190"/>
                <a:ext cx="6343" cy="6345"/>
              </a:xfrm>
              <a:custGeom>
                <a:avLst/>
                <a:gdLst>
                  <a:gd name="connsiteX0" fmla="*/ 3377 w 6343"/>
                  <a:gd name="connsiteY0" fmla="*/ 6578 h 6345"/>
                  <a:gd name="connsiteX1" fmla="*/ 5619 w 6343"/>
                  <a:gd name="connsiteY1" fmla="*/ 5649 h 6345"/>
                  <a:gd name="connsiteX2" fmla="*/ 6548 w 6343"/>
                  <a:gd name="connsiteY2" fmla="*/ 3405 h 6345"/>
                  <a:gd name="connsiteX3" fmla="*/ 5619 w 6343"/>
                  <a:gd name="connsiteY3" fmla="*/ 1162 h 6345"/>
                  <a:gd name="connsiteX4" fmla="*/ 3377 w 6343"/>
                  <a:gd name="connsiteY4" fmla="*/ 233 h 6345"/>
                  <a:gd name="connsiteX5" fmla="*/ 1134 w 6343"/>
                  <a:gd name="connsiteY5" fmla="*/ 1162 h 6345"/>
                  <a:gd name="connsiteX6" fmla="*/ 205 w 6343"/>
                  <a:gd name="connsiteY6" fmla="*/ 3405 h 6345"/>
                  <a:gd name="connsiteX7" fmla="*/ 1134 w 6343"/>
                  <a:gd name="connsiteY7" fmla="*/ 5649 h 6345"/>
                  <a:gd name="connsiteX8" fmla="*/ 3377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78"/>
                    </a:moveTo>
                    <a:cubicBezTo>
                      <a:pt x="4218" y="6578"/>
                      <a:pt x="5025" y="6244"/>
                      <a:pt x="5619" y="5649"/>
                    </a:cubicBezTo>
                    <a:cubicBezTo>
                      <a:pt x="6214" y="5054"/>
                      <a:pt x="6548" y="4247"/>
                      <a:pt x="6548" y="3405"/>
                    </a:cubicBezTo>
                    <a:cubicBezTo>
                      <a:pt x="6548" y="2564"/>
                      <a:pt x="6214" y="1757"/>
                      <a:pt x="5619" y="1162"/>
                    </a:cubicBezTo>
                    <a:cubicBezTo>
                      <a:pt x="5025" y="567"/>
                      <a:pt x="4218" y="233"/>
                      <a:pt x="3377" y="233"/>
                    </a:cubicBezTo>
                    <a:cubicBezTo>
                      <a:pt x="2536" y="233"/>
                      <a:pt x="1729" y="567"/>
                      <a:pt x="1134" y="1162"/>
                    </a:cubicBezTo>
                    <a:cubicBezTo>
                      <a:pt x="539" y="1757"/>
                      <a:pt x="205" y="2564"/>
                      <a:pt x="205" y="3405"/>
                    </a:cubicBezTo>
                    <a:cubicBezTo>
                      <a:pt x="205" y="4247"/>
                      <a:pt x="539" y="5054"/>
                      <a:pt x="1134" y="5649"/>
                    </a:cubicBezTo>
                    <a:cubicBezTo>
                      <a:pt x="1729" y="6244"/>
                      <a:pt x="2536" y="6578"/>
                      <a:pt x="3377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49" name="Freeform: Shape 3748">
                <a:extLst>
                  <a:ext uri="{FF2B5EF4-FFF2-40B4-BE49-F238E27FC236}">
                    <a16:creationId xmlns:a16="http://schemas.microsoft.com/office/drawing/2014/main" id="{F2659655-CA9A-AFDE-2F9E-CBC57D0485F5}"/>
                  </a:ext>
                </a:extLst>
              </p:cNvPr>
              <p:cNvSpPr/>
              <p:nvPr/>
            </p:nvSpPr>
            <p:spPr>
              <a:xfrm>
                <a:off x="3610241" y="6168143"/>
                <a:ext cx="6343" cy="6345"/>
              </a:xfrm>
              <a:custGeom>
                <a:avLst/>
                <a:gdLst>
                  <a:gd name="connsiteX0" fmla="*/ 3389 w 6343"/>
                  <a:gd name="connsiteY0" fmla="*/ 6557 h 6345"/>
                  <a:gd name="connsiteX1" fmla="*/ 5632 w 6343"/>
                  <a:gd name="connsiteY1" fmla="*/ 5628 h 6345"/>
                  <a:gd name="connsiteX2" fmla="*/ 6561 w 6343"/>
                  <a:gd name="connsiteY2" fmla="*/ 3385 h 6345"/>
                  <a:gd name="connsiteX3" fmla="*/ 5632 w 6343"/>
                  <a:gd name="connsiteY3" fmla="*/ 1141 h 6345"/>
                  <a:gd name="connsiteX4" fmla="*/ 3389 w 6343"/>
                  <a:gd name="connsiteY4" fmla="*/ 212 h 6345"/>
                  <a:gd name="connsiteX5" fmla="*/ 1146 w 6343"/>
                  <a:gd name="connsiteY5" fmla="*/ 1141 h 6345"/>
                  <a:gd name="connsiteX6" fmla="*/ 217 w 6343"/>
                  <a:gd name="connsiteY6" fmla="*/ 3385 h 6345"/>
                  <a:gd name="connsiteX7" fmla="*/ 1146 w 6343"/>
                  <a:gd name="connsiteY7" fmla="*/ 5628 h 6345"/>
                  <a:gd name="connsiteX8" fmla="*/ 3389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7"/>
                    </a:moveTo>
                    <a:cubicBezTo>
                      <a:pt x="4230" y="6557"/>
                      <a:pt x="5037" y="6223"/>
                      <a:pt x="5632" y="5628"/>
                    </a:cubicBezTo>
                    <a:cubicBezTo>
                      <a:pt x="6226" y="5033"/>
                      <a:pt x="6561" y="4226"/>
                      <a:pt x="6561" y="3385"/>
                    </a:cubicBezTo>
                    <a:cubicBezTo>
                      <a:pt x="6561" y="2543"/>
                      <a:pt x="6226" y="1736"/>
                      <a:pt x="5632" y="1141"/>
                    </a:cubicBezTo>
                    <a:cubicBezTo>
                      <a:pt x="5037" y="546"/>
                      <a:pt x="4230" y="212"/>
                      <a:pt x="3389" y="212"/>
                    </a:cubicBezTo>
                    <a:cubicBezTo>
                      <a:pt x="2548" y="212"/>
                      <a:pt x="1741" y="546"/>
                      <a:pt x="1146" y="1141"/>
                    </a:cubicBezTo>
                    <a:cubicBezTo>
                      <a:pt x="552" y="1736"/>
                      <a:pt x="217" y="2543"/>
                      <a:pt x="217" y="3385"/>
                    </a:cubicBezTo>
                    <a:cubicBezTo>
                      <a:pt x="217" y="4226"/>
                      <a:pt x="552" y="5033"/>
                      <a:pt x="1146" y="5628"/>
                    </a:cubicBezTo>
                    <a:cubicBezTo>
                      <a:pt x="1741" y="6223"/>
                      <a:pt x="2548" y="6557"/>
                      <a:pt x="3389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50" name="Freeform: Shape 3749">
                <a:extLst>
                  <a:ext uri="{FF2B5EF4-FFF2-40B4-BE49-F238E27FC236}">
                    <a16:creationId xmlns:a16="http://schemas.microsoft.com/office/drawing/2014/main" id="{9FC70192-BCD9-AEC1-9487-4984F09B0E09}"/>
                  </a:ext>
                </a:extLst>
              </p:cNvPr>
              <p:cNvSpPr/>
              <p:nvPr/>
            </p:nvSpPr>
            <p:spPr>
              <a:xfrm>
                <a:off x="3609810" y="6162924"/>
                <a:ext cx="6343" cy="6345"/>
              </a:xfrm>
              <a:custGeom>
                <a:avLst/>
                <a:gdLst>
                  <a:gd name="connsiteX0" fmla="*/ 3389 w 6343"/>
                  <a:gd name="connsiteY0" fmla="*/ 6557 h 6345"/>
                  <a:gd name="connsiteX1" fmla="*/ 5632 w 6343"/>
                  <a:gd name="connsiteY1" fmla="*/ 5628 h 6345"/>
                  <a:gd name="connsiteX2" fmla="*/ 6560 w 6343"/>
                  <a:gd name="connsiteY2" fmla="*/ 3384 h 6345"/>
                  <a:gd name="connsiteX3" fmla="*/ 5632 w 6343"/>
                  <a:gd name="connsiteY3" fmla="*/ 1141 h 6345"/>
                  <a:gd name="connsiteX4" fmla="*/ 3389 w 6343"/>
                  <a:gd name="connsiteY4" fmla="*/ 211 h 6345"/>
                  <a:gd name="connsiteX5" fmla="*/ 1146 w 6343"/>
                  <a:gd name="connsiteY5" fmla="*/ 1141 h 6345"/>
                  <a:gd name="connsiteX6" fmla="*/ 217 w 6343"/>
                  <a:gd name="connsiteY6" fmla="*/ 3384 h 6345"/>
                  <a:gd name="connsiteX7" fmla="*/ 1146 w 6343"/>
                  <a:gd name="connsiteY7" fmla="*/ 5628 h 6345"/>
                  <a:gd name="connsiteX8" fmla="*/ 3389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7"/>
                    </a:moveTo>
                    <a:cubicBezTo>
                      <a:pt x="4230" y="6557"/>
                      <a:pt x="5037" y="6223"/>
                      <a:pt x="5632" y="5628"/>
                    </a:cubicBezTo>
                    <a:cubicBezTo>
                      <a:pt x="6226" y="5033"/>
                      <a:pt x="6560" y="4226"/>
                      <a:pt x="6560" y="3384"/>
                    </a:cubicBezTo>
                    <a:cubicBezTo>
                      <a:pt x="6560" y="2543"/>
                      <a:pt x="6226" y="1736"/>
                      <a:pt x="5632" y="1141"/>
                    </a:cubicBezTo>
                    <a:cubicBezTo>
                      <a:pt x="5037" y="546"/>
                      <a:pt x="4230" y="211"/>
                      <a:pt x="3389" y="211"/>
                    </a:cubicBezTo>
                    <a:cubicBezTo>
                      <a:pt x="2548" y="211"/>
                      <a:pt x="1741" y="546"/>
                      <a:pt x="1146" y="1141"/>
                    </a:cubicBezTo>
                    <a:cubicBezTo>
                      <a:pt x="552" y="1736"/>
                      <a:pt x="217" y="2543"/>
                      <a:pt x="217" y="3384"/>
                    </a:cubicBezTo>
                    <a:cubicBezTo>
                      <a:pt x="217" y="4226"/>
                      <a:pt x="552" y="5033"/>
                      <a:pt x="1146" y="5628"/>
                    </a:cubicBezTo>
                    <a:cubicBezTo>
                      <a:pt x="1741" y="6223"/>
                      <a:pt x="2548" y="6557"/>
                      <a:pt x="3389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51" name="Freeform: Shape 3750">
                <a:extLst>
                  <a:ext uri="{FF2B5EF4-FFF2-40B4-BE49-F238E27FC236}">
                    <a16:creationId xmlns:a16="http://schemas.microsoft.com/office/drawing/2014/main" id="{585C1F7C-91EC-C8C7-C948-3BA51D214876}"/>
                  </a:ext>
                </a:extLst>
              </p:cNvPr>
              <p:cNvSpPr/>
              <p:nvPr/>
            </p:nvSpPr>
            <p:spPr>
              <a:xfrm>
                <a:off x="3609433" y="6157715"/>
                <a:ext cx="6343" cy="6345"/>
              </a:xfrm>
              <a:custGeom>
                <a:avLst/>
                <a:gdLst>
                  <a:gd name="connsiteX0" fmla="*/ 3389 w 6343"/>
                  <a:gd name="connsiteY0" fmla="*/ 6556 h 6345"/>
                  <a:gd name="connsiteX1" fmla="*/ 5632 w 6343"/>
                  <a:gd name="connsiteY1" fmla="*/ 5627 h 6345"/>
                  <a:gd name="connsiteX2" fmla="*/ 6560 w 6343"/>
                  <a:gd name="connsiteY2" fmla="*/ 3384 h 6345"/>
                  <a:gd name="connsiteX3" fmla="*/ 5632 w 6343"/>
                  <a:gd name="connsiteY3" fmla="*/ 1140 h 6345"/>
                  <a:gd name="connsiteX4" fmla="*/ 3389 w 6343"/>
                  <a:gd name="connsiteY4" fmla="*/ 211 h 6345"/>
                  <a:gd name="connsiteX5" fmla="*/ 1146 w 6343"/>
                  <a:gd name="connsiteY5" fmla="*/ 1140 h 6345"/>
                  <a:gd name="connsiteX6" fmla="*/ 217 w 6343"/>
                  <a:gd name="connsiteY6" fmla="*/ 3384 h 6345"/>
                  <a:gd name="connsiteX7" fmla="*/ 1146 w 6343"/>
                  <a:gd name="connsiteY7" fmla="*/ 5627 h 6345"/>
                  <a:gd name="connsiteX8" fmla="*/ 3389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6"/>
                    </a:moveTo>
                    <a:cubicBezTo>
                      <a:pt x="4230" y="6556"/>
                      <a:pt x="5037" y="6222"/>
                      <a:pt x="5632" y="5627"/>
                    </a:cubicBezTo>
                    <a:cubicBezTo>
                      <a:pt x="6226" y="5032"/>
                      <a:pt x="6560" y="4225"/>
                      <a:pt x="6560" y="3384"/>
                    </a:cubicBezTo>
                    <a:cubicBezTo>
                      <a:pt x="6560" y="2542"/>
                      <a:pt x="6226" y="1735"/>
                      <a:pt x="5632" y="1140"/>
                    </a:cubicBezTo>
                    <a:cubicBezTo>
                      <a:pt x="5037" y="545"/>
                      <a:pt x="4230" y="211"/>
                      <a:pt x="3389" y="211"/>
                    </a:cubicBezTo>
                    <a:cubicBezTo>
                      <a:pt x="2548" y="211"/>
                      <a:pt x="1741" y="545"/>
                      <a:pt x="1146" y="1140"/>
                    </a:cubicBezTo>
                    <a:cubicBezTo>
                      <a:pt x="552" y="1735"/>
                      <a:pt x="217" y="2542"/>
                      <a:pt x="217" y="3384"/>
                    </a:cubicBezTo>
                    <a:cubicBezTo>
                      <a:pt x="217" y="4225"/>
                      <a:pt x="552" y="5032"/>
                      <a:pt x="1146" y="5627"/>
                    </a:cubicBezTo>
                    <a:cubicBezTo>
                      <a:pt x="1741" y="6222"/>
                      <a:pt x="2548" y="6556"/>
                      <a:pt x="3389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52" name="Freeform: Shape 3751">
                <a:extLst>
                  <a:ext uri="{FF2B5EF4-FFF2-40B4-BE49-F238E27FC236}">
                    <a16:creationId xmlns:a16="http://schemas.microsoft.com/office/drawing/2014/main" id="{A1101A66-BF3A-953C-DD72-4F9C97378EA4}"/>
                  </a:ext>
                </a:extLst>
              </p:cNvPr>
              <p:cNvSpPr/>
              <p:nvPr/>
            </p:nvSpPr>
            <p:spPr>
              <a:xfrm>
                <a:off x="3609288" y="6152237"/>
                <a:ext cx="6343" cy="6345"/>
              </a:xfrm>
              <a:custGeom>
                <a:avLst/>
                <a:gdLst>
                  <a:gd name="connsiteX0" fmla="*/ 3389 w 6343"/>
                  <a:gd name="connsiteY0" fmla="*/ 6556 h 6345"/>
                  <a:gd name="connsiteX1" fmla="*/ 5632 w 6343"/>
                  <a:gd name="connsiteY1" fmla="*/ 5627 h 6345"/>
                  <a:gd name="connsiteX2" fmla="*/ 6560 w 6343"/>
                  <a:gd name="connsiteY2" fmla="*/ 3383 h 6345"/>
                  <a:gd name="connsiteX3" fmla="*/ 5632 w 6343"/>
                  <a:gd name="connsiteY3" fmla="*/ 1140 h 6345"/>
                  <a:gd name="connsiteX4" fmla="*/ 3389 w 6343"/>
                  <a:gd name="connsiteY4" fmla="*/ 211 h 6345"/>
                  <a:gd name="connsiteX5" fmla="*/ 1146 w 6343"/>
                  <a:gd name="connsiteY5" fmla="*/ 1140 h 6345"/>
                  <a:gd name="connsiteX6" fmla="*/ 217 w 6343"/>
                  <a:gd name="connsiteY6" fmla="*/ 3383 h 6345"/>
                  <a:gd name="connsiteX7" fmla="*/ 1146 w 6343"/>
                  <a:gd name="connsiteY7" fmla="*/ 5627 h 6345"/>
                  <a:gd name="connsiteX8" fmla="*/ 3389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6"/>
                    </a:moveTo>
                    <a:cubicBezTo>
                      <a:pt x="4230" y="6556"/>
                      <a:pt x="5037" y="6222"/>
                      <a:pt x="5632" y="5627"/>
                    </a:cubicBezTo>
                    <a:cubicBezTo>
                      <a:pt x="6226" y="5032"/>
                      <a:pt x="6560" y="4225"/>
                      <a:pt x="6560" y="3383"/>
                    </a:cubicBezTo>
                    <a:cubicBezTo>
                      <a:pt x="6560" y="2542"/>
                      <a:pt x="6226" y="1735"/>
                      <a:pt x="5632" y="1140"/>
                    </a:cubicBezTo>
                    <a:cubicBezTo>
                      <a:pt x="5037" y="545"/>
                      <a:pt x="4230" y="211"/>
                      <a:pt x="3389" y="211"/>
                    </a:cubicBezTo>
                    <a:cubicBezTo>
                      <a:pt x="2548" y="211"/>
                      <a:pt x="1741" y="545"/>
                      <a:pt x="1146" y="1140"/>
                    </a:cubicBezTo>
                    <a:cubicBezTo>
                      <a:pt x="552" y="1735"/>
                      <a:pt x="217" y="2542"/>
                      <a:pt x="217" y="3383"/>
                    </a:cubicBezTo>
                    <a:cubicBezTo>
                      <a:pt x="217" y="4225"/>
                      <a:pt x="552" y="5032"/>
                      <a:pt x="1146" y="5627"/>
                    </a:cubicBezTo>
                    <a:cubicBezTo>
                      <a:pt x="1741" y="6222"/>
                      <a:pt x="2548" y="6556"/>
                      <a:pt x="3389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53" name="Freeform: Shape 3752">
                <a:extLst>
                  <a:ext uri="{FF2B5EF4-FFF2-40B4-BE49-F238E27FC236}">
                    <a16:creationId xmlns:a16="http://schemas.microsoft.com/office/drawing/2014/main" id="{65B8A75F-70C6-D1F2-65ED-A76BB550A317}"/>
                  </a:ext>
                </a:extLst>
              </p:cNvPr>
              <p:cNvSpPr/>
              <p:nvPr/>
            </p:nvSpPr>
            <p:spPr>
              <a:xfrm>
                <a:off x="3608713" y="6147533"/>
                <a:ext cx="6343" cy="6345"/>
              </a:xfrm>
              <a:custGeom>
                <a:avLst/>
                <a:gdLst>
                  <a:gd name="connsiteX0" fmla="*/ 3389 w 6343"/>
                  <a:gd name="connsiteY0" fmla="*/ 6556 h 6345"/>
                  <a:gd name="connsiteX1" fmla="*/ 5631 w 6343"/>
                  <a:gd name="connsiteY1" fmla="*/ 5626 h 6345"/>
                  <a:gd name="connsiteX2" fmla="*/ 6560 w 6343"/>
                  <a:gd name="connsiteY2" fmla="*/ 3383 h 6345"/>
                  <a:gd name="connsiteX3" fmla="*/ 5631 w 6343"/>
                  <a:gd name="connsiteY3" fmla="*/ 1139 h 6345"/>
                  <a:gd name="connsiteX4" fmla="*/ 3389 w 6343"/>
                  <a:gd name="connsiteY4" fmla="*/ 210 h 6345"/>
                  <a:gd name="connsiteX5" fmla="*/ 1146 w 6343"/>
                  <a:gd name="connsiteY5" fmla="*/ 1139 h 6345"/>
                  <a:gd name="connsiteX6" fmla="*/ 217 w 6343"/>
                  <a:gd name="connsiteY6" fmla="*/ 3383 h 6345"/>
                  <a:gd name="connsiteX7" fmla="*/ 1146 w 6343"/>
                  <a:gd name="connsiteY7" fmla="*/ 5626 h 6345"/>
                  <a:gd name="connsiteX8" fmla="*/ 3389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6"/>
                    </a:moveTo>
                    <a:cubicBezTo>
                      <a:pt x="4230" y="6556"/>
                      <a:pt x="5037" y="6221"/>
                      <a:pt x="5631" y="5626"/>
                    </a:cubicBezTo>
                    <a:cubicBezTo>
                      <a:pt x="6226" y="5031"/>
                      <a:pt x="6560" y="4224"/>
                      <a:pt x="6560" y="3383"/>
                    </a:cubicBezTo>
                    <a:cubicBezTo>
                      <a:pt x="6560" y="2542"/>
                      <a:pt x="6226" y="1734"/>
                      <a:pt x="5631" y="1139"/>
                    </a:cubicBezTo>
                    <a:cubicBezTo>
                      <a:pt x="5037" y="545"/>
                      <a:pt x="4230" y="210"/>
                      <a:pt x="3389" y="210"/>
                    </a:cubicBezTo>
                    <a:cubicBezTo>
                      <a:pt x="2548" y="210"/>
                      <a:pt x="1741" y="545"/>
                      <a:pt x="1146" y="1139"/>
                    </a:cubicBezTo>
                    <a:cubicBezTo>
                      <a:pt x="551" y="1734"/>
                      <a:pt x="217" y="2542"/>
                      <a:pt x="217" y="3383"/>
                    </a:cubicBezTo>
                    <a:cubicBezTo>
                      <a:pt x="217" y="4224"/>
                      <a:pt x="551" y="5031"/>
                      <a:pt x="1146" y="5626"/>
                    </a:cubicBezTo>
                    <a:cubicBezTo>
                      <a:pt x="1741" y="6221"/>
                      <a:pt x="2548" y="6556"/>
                      <a:pt x="3389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54" name="Freeform: Shape 3753">
                <a:extLst>
                  <a:ext uri="{FF2B5EF4-FFF2-40B4-BE49-F238E27FC236}">
                    <a16:creationId xmlns:a16="http://schemas.microsoft.com/office/drawing/2014/main" id="{CD6E24CC-93E5-0BF0-CB11-6DEC5DB90F94}"/>
                  </a:ext>
                </a:extLst>
              </p:cNvPr>
              <p:cNvSpPr/>
              <p:nvPr/>
            </p:nvSpPr>
            <p:spPr>
              <a:xfrm>
                <a:off x="3608885" y="6141763"/>
                <a:ext cx="6343" cy="6345"/>
              </a:xfrm>
              <a:custGeom>
                <a:avLst/>
                <a:gdLst>
                  <a:gd name="connsiteX0" fmla="*/ 3389 w 6343"/>
                  <a:gd name="connsiteY0" fmla="*/ 6555 h 6345"/>
                  <a:gd name="connsiteX1" fmla="*/ 5631 w 6343"/>
                  <a:gd name="connsiteY1" fmla="*/ 5626 h 6345"/>
                  <a:gd name="connsiteX2" fmla="*/ 6560 w 6343"/>
                  <a:gd name="connsiteY2" fmla="*/ 3382 h 6345"/>
                  <a:gd name="connsiteX3" fmla="*/ 5631 w 6343"/>
                  <a:gd name="connsiteY3" fmla="*/ 1139 h 6345"/>
                  <a:gd name="connsiteX4" fmla="*/ 3389 w 6343"/>
                  <a:gd name="connsiteY4" fmla="*/ 210 h 6345"/>
                  <a:gd name="connsiteX5" fmla="*/ 1146 w 6343"/>
                  <a:gd name="connsiteY5" fmla="*/ 1139 h 6345"/>
                  <a:gd name="connsiteX6" fmla="*/ 217 w 6343"/>
                  <a:gd name="connsiteY6" fmla="*/ 3382 h 6345"/>
                  <a:gd name="connsiteX7" fmla="*/ 1146 w 6343"/>
                  <a:gd name="connsiteY7" fmla="*/ 5626 h 6345"/>
                  <a:gd name="connsiteX8" fmla="*/ 3389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5"/>
                    </a:moveTo>
                    <a:cubicBezTo>
                      <a:pt x="4230" y="6555"/>
                      <a:pt x="5037" y="6221"/>
                      <a:pt x="5631" y="5626"/>
                    </a:cubicBezTo>
                    <a:cubicBezTo>
                      <a:pt x="6226" y="5031"/>
                      <a:pt x="6560" y="4224"/>
                      <a:pt x="6560" y="3382"/>
                    </a:cubicBezTo>
                    <a:cubicBezTo>
                      <a:pt x="6560" y="2541"/>
                      <a:pt x="6226" y="1734"/>
                      <a:pt x="5631" y="1139"/>
                    </a:cubicBezTo>
                    <a:cubicBezTo>
                      <a:pt x="5037" y="544"/>
                      <a:pt x="4230" y="210"/>
                      <a:pt x="3389" y="210"/>
                    </a:cubicBezTo>
                    <a:cubicBezTo>
                      <a:pt x="2548" y="210"/>
                      <a:pt x="1741" y="544"/>
                      <a:pt x="1146" y="1139"/>
                    </a:cubicBezTo>
                    <a:cubicBezTo>
                      <a:pt x="551" y="1734"/>
                      <a:pt x="217" y="2541"/>
                      <a:pt x="217" y="3382"/>
                    </a:cubicBezTo>
                    <a:cubicBezTo>
                      <a:pt x="217" y="4224"/>
                      <a:pt x="551" y="5031"/>
                      <a:pt x="1146" y="5626"/>
                    </a:cubicBezTo>
                    <a:cubicBezTo>
                      <a:pt x="1741" y="6221"/>
                      <a:pt x="2548" y="6555"/>
                      <a:pt x="3389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55" name="Freeform: Shape 3754">
                <a:extLst>
                  <a:ext uri="{FF2B5EF4-FFF2-40B4-BE49-F238E27FC236}">
                    <a16:creationId xmlns:a16="http://schemas.microsoft.com/office/drawing/2014/main" id="{9FAE8625-4403-E89E-11DB-60B74A212119}"/>
                  </a:ext>
                </a:extLst>
              </p:cNvPr>
              <p:cNvSpPr/>
              <p:nvPr/>
            </p:nvSpPr>
            <p:spPr>
              <a:xfrm>
                <a:off x="3413890" y="6432086"/>
                <a:ext cx="6343" cy="6345"/>
              </a:xfrm>
              <a:custGeom>
                <a:avLst/>
                <a:gdLst>
                  <a:gd name="connsiteX0" fmla="*/ 3373 w 6343"/>
                  <a:gd name="connsiteY0" fmla="*/ 6578 h 6345"/>
                  <a:gd name="connsiteX1" fmla="*/ 5616 w 6343"/>
                  <a:gd name="connsiteY1" fmla="*/ 5649 h 6345"/>
                  <a:gd name="connsiteX2" fmla="*/ 6545 w 6343"/>
                  <a:gd name="connsiteY2" fmla="*/ 3405 h 6345"/>
                  <a:gd name="connsiteX3" fmla="*/ 5616 w 6343"/>
                  <a:gd name="connsiteY3" fmla="*/ 1162 h 6345"/>
                  <a:gd name="connsiteX4" fmla="*/ 3373 w 6343"/>
                  <a:gd name="connsiteY4" fmla="*/ 233 h 6345"/>
                  <a:gd name="connsiteX5" fmla="*/ 1131 w 6343"/>
                  <a:gd name="connsiteY5" fmla="*/ 1162 h 6345"/>
                  <a:gd name="connsiteX6" fmla="*/ 202 w 6343"/>
                  <a:gd name="connsiteY6" fmla="*/ 3405 h 6345"/>
                  <a:gd name="connsiteX7" fmla="*/ 1131 w 6343"/>
                  <a:gd name="connsiteY7" fmla="*/ 5649 h 6345"/>
                  <a:gd name="connsiteX8" fmla="*/ 3373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78"/>
                    </a:moveTo>
                    <a:cubicBezTo>
                      <a:pt x="4215" y="6578"/>
                      <a:pt x="5021" y="6244"/>
                      <a:pt x="5616" y="5649"/>
                    </a:cubicBezTo>
                    <a:cubicBezTo>
                      <a:pt x="6211" y="5054"/>
                      <a:pt x="6545" y="4247"/>
                      <a:pt x="6545" y="3405"/>
                    </a:cubicBezTo>
                    <a:cubicBezTo>
                      <a:pt x="6545" y="2564"/>
                      <a:pt x="6211" y="1757"/>
                      <a:pt x="5616" y="1162"/>
                    </a:cubicBezTo>
                    <a:cubicBezTo>
                      <a:pt x="5021" y="567"/>
                      <a:pt x="4215" y="233"/>
                      <a:pt x="3373" y="233"/>
                    </a:cubicBezTo>
                    <a:cubicBezTo>
                      <a:pt x="2532" y="233"/>
                      <a:pt x="1726" y="567"/>
                      <a:pt x="1131" y="1162"/>
                    </a:cubicBezTo>
                    <a:cubicBezTo>
                      <a:pt x="536" y="1757"/>
                      <a:pt x="202" y="2564"/>
                      <a:pt x="202" y="3405"/>
                    </a:cubicBezTo>
                    <a:cubicBezTo>
                      <a:pt x="202" y="4247"/>
                      <a:pt x="536" y="5054"/>
                      <a:pt x="1131" y="5649"/>
                    </a:cubicBezTo>
                    <a:cubicBezTo>
                      <a:pt x="1726" y="6244"/>
                      <a:pt x="2532" y="6578"/>
                      <a:pt x="3373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56" name="Freeform: Shape 3755">
                <a:extLst>
                  <a:ext uri="{FF2B5EF4-FFF2-40B4-BE49-F238E27FC236}">
                    <a16:creationId xmlns:a16="http://schemas.microsoft.com/office/drawing/2014/main" id="{25ADDCE8-86CD-B9BF-3668-21E83D57862C}"/>
                  </a:ext>
                </a:extLst>
              </p:cNvPr>
              <p:cNvSpPr/>
              <p:nvPr/>
            </p:nvSpPr>
            <p:spPr>
              <a:xfrm>
                <a:off x="3411658" y="6426214"/>
                <a:ext cx="6343" cy="6345"/>
              </a:xfrm>
              <a:custGeom>
                <a:avLst/>
                <a:gdLst>
                  <a:gd name="connsiteX0" fmla="*/ 3373 w 6343"/>
                  <a:gd name="connsiteY0" fmla="*/ 6578 h 6345"/>
                  <a:gd name="connsiteX1" fmla="*/ 5616 w 6343"/>
                  <a:gd name="connsiteY1" fmla="*/ 5648 h 6345"/>
                  <a:gd name="connsiteX2" fmla="*/ 6545 w 6343"/>
                  <a:gd name="connsiteY2" fmla="*/ 3405 h 6345"/>
                  <a:gd name="connsiteX3" fmla="*/ 5616 w 6343"/>
                  <a:gd name="connsiteY3" fmla="*/ 1161 h 6345"/>
                  <a:gd name="connsiteX4" fmla="*/ 3373 w 6343"/>
                  <a:gd name="connsiteY4" fmla="*/ 232 h 6345"/>
                  <a:gd name="connsiteX5" fmla="*/ 1131 w 6343"/>
                  <a:gd name="connsiteY5" fmla="*/ 1161 h 6345"/>
                  <a:gd name="connsiteX6" fmla="*/ 202 w 6343"/>
                  <a:gd name="connsiteY6" fmla="*/ 3405 h 6345"/>
                  <a:gd name="connsiteX7" fmla="*/ 1131 w 6343"/>
                  <a:gd name="connsiteY7" fmla="*/ 5648 h 6345"/>
                  <a:gd name="connsiteX8" fmla="*/ 3373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78"/>
                    </a:moveTo>
                    <a:cubicBezTo>
                      <a:pt x="4214" y="6578"/>
                      <a:pt x="5021" y="6243"/>
                      <a:pt x="5616" y="5648"/>
                    </a:cubicBezTo>
                    <a:cubicBezTo>
                      <a:pt x="6211" y="5053"/>
                      <a:pt x="6545" y="4246"/>
                      <a:pt x="6545" y="3405"/>
                    </a:cubicBezTo>
                    <a:cubicBezTo>
                      <a:pt x="6545" y="2563"/>
                      <a:pt x="6211" y="1756"/>
                      <a:pt x="5616" y="1161"/>
                    </a:cubicBezTo>
                    <a:cubicBezTo>
                      <a:pt x="5021" y="566"/>
                      <a:pt x="4214" y="232"/>
                      <a:pt x="3373" y="232"/>
                    </a:cubicBezTo>
                    <a:cubicBezTo>
                      <a:pt x="2532" y="232"/>
                      <a:pt x="1725" y="566"/>
                      <a:pt x="1131" y="1161"/>
                    </a:cubicBezTo>
                    <a:cubicBezTo>
                      <a:pt x="536" y="1756"/>
                      <a:pt x="202" y="2563"/>
                      <a:pt x="202" y="3405"/>
                    </a:cubicBezTo>
                    <a:cubicBezTo>
                      <a:pt x="202" y="4246"/>
                      <a:pt x="536" y="5053"/>
                      <a:pt x="1131" y="5648"/>
                    </a:cubicBezTo>
                    <a:cubicBezTo>
                      <a:pt x="1725" y="6243"/>
                      <a:pt x="2532" y="6578"/>
                      <a:pt x="3373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57" name="Freeform: Shape 3756">
                <a:extLst>
                  <a:ext uri="{FF2B5EF4-FFF2-40B4-BE49-F238E27FC236}">
                    <a16:creationId xmlns:a16="http://schemas.microsoft.com/office/drawing/2014/main" id="{E2AA27E6-DFC6-9686-5551-10F5EBB82987}"/>
                  </a:ext>
                </a:extLst>
              </p:cNvPr>
              <p:cNvSpPr/>
              <p:nvPr/>
            </p:nvSpPr>
            <p:spPr>
              <a:xfrm>
                <a:off x="3402905" y="6430054"/>
                <a:ext cx="6343" cy="6345"/>
              </a:xfrm>
              <a:custGeom>
                <a:avLst/>
                <a:gdLst>
                  <a:gd name="connsiteX0" fmla="*/ 3373 w 6343"/>
                  <a:gd name="connsiteY0" fmla="*/ 6578 h 6345"/>
                  <a:gd name="connsiteX1" fmla="*/ 5615 w 6343"/>
                  <a:gd name="connsiteY1" fmla="*/ 5649 h 6345"/>
                  <a:gd name="connsiteX2" fmla="*/ 6544 w 6343"/>
                  <a:gd name="connsiteY2" fmla="*/ 3405 h 6345"/>
                  <a:gd name="connsiteX3" fmla="*/ 5615 w 6343"/>
                  <a:gd name="connsiteY3" fmla="*/ 1162 h 6345"/>
                  <a:gd name="connsiteX4" fmla="*/ 3373 w 6343"/>
                  <a:gd name="connsiteY4" fmla="*/ 232 h 6345"/>
                  <a:gd name="connsiteX5" fmla="*/ 1130 w 6343"/>
                  <a:gd name="connsiteY5" fmla="*/ 1162 h 6345"/>
                  <a:gd name="connsiteX6" fmla="*/ 201 w 6343"/>
                  <a:gd name="connsiteY6" fmla="*/ 3405 h 6345"/>
                  <a:gd name="connsiteX7" fmla="*/ 1130 w 6343"/>
                  <a:gd name="connsiteY7" fmla="*/ 5649 h 6345"/>
                  <a:gd name="connsiteX8" fmla="*/ 3373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78"/>
                    </a:moveTo>
                    <a:cubicBezTo>
                      <a:pt x="4214" y="6578"/>
                      <a:pt x="5020" y="6244"/>
                      <a:pt x="5615" y="5649"/>
                    </a:cubicBezTo>
                    <a:cubicBezTo>
                      <a:pt x="6210" y="5054"/>
                      <a:pt x="6544" y="4247"/>
                      <a:pt x="6544" y="3405"/>
                    </a:cubicBezTo>
                    <a:cubicBezTo>
                      <a:pt x="6544" y="2564"/>
                      <a:pt x="6210" y="1757"/>
                      <a:pt x="5615" y="1162"/>
                    </a:cubicBezTo>
                    <a:cubicBezTo>
                      <a:pt x="5020" y="567"/>
                      <a:pt x="4214" y="232"/>
                      <a:pt x="3373" y="232"/>
                    </a:cubicBezTo>
                    <a:cubicBezTo>
                      <a:pt x="2532" y="232"/>
                      <a:pt x="1725" y="567"/>
                      <a:pt x="1130" y="1162"/>
                    </a:cubicBezTo>
                    <a:cubicBezTo>
                      <a:pt x="535" y="1757"/>
                      <a:pt x="201" y="2564"/>
                      <a:pt x="201" y="3405"/>
                    </a:cubicBezTo>
                    <a:cubicBezTo>
                      <a:pt x="201" y="4247"/>
                      <a:pt x="535" y="5054"/>
                      <a:pt x="1130" y="5649"/>
                    </a:cubicBezTo>
                    <a:cubicBezTo>
                      <a:pt x="1725" y="6244"/>
                      <a:pt x="2532" y="6578"/>
                      <a:pt x="3373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58" name="Freeform: Shape 3757">
                <a:extLst>
                  <a:ext uri="{FF2B5EF4-FFF2-40B4-BE49-F238E27FC236}">
                    <a16:creationId xmlns:a16="http://schemas.microsoft.com/office/drawing/2014/main" id="{359FA76F-893A-C3FB-7637-51F01D7F090F}"/>
                  </a:ext>
                </a:extLst>
              </p:cNvPr>
              <p:cNvSpPr/>
              <p:nvPr/>
            </p:nvSpPr>
            <p:spPr>
              <a:xfrm>
                <a:off x="3564584" y="6185316"/>
                <a:ext cx="6343" cy="6345"/>
              </a:xfrm>
              <a:custGeom>
                <a:avLst/>
                <a:gdLst>
                  <a:gd name="connsiteX0" fmla="*/ 3385 w 6343"/>
                  <a:gd name="connsiteY0" fmla="*/ 6559 h 6345"/>
                  <a:gd name="connsiteX1" fmla="*/ 5628 w 6343"/>
                  <a:gd name="connsiteY1" fmla="*/ 5629 h 6345"/>
                  <a:gd name="connsiteX2" fmla="*/ 6557 w 6343"/>
                  <a:gd name="connsiteY2" fmla="*/ 3386 h 6345"/>
                  <a:gd name="connsiteX3" fmla="*/ 5628 w 6343"/>
                  <a:gd name="connsiteY3" fmla="*/ 1142 h 6345"/>
                  <a:gd name="connsiteX4" fmla="*/ 3385 w 6343"/>
                  <a:gd name="connsiteY4" fmla="*/ 213 h 6345"/>
                  <a:gd name="connsiteX5" fmla="*/ 1143 w 6343"/>
                  <a:gd name="connsiteY5" fmla="*/ 1142 h 6345"/>
                  <a:gd name="connsiteX6" fmla="*/ 214 w 6343"/>
                  <a:gd name="connsiteY6" fmla="*/ 3386 h 6345"/>
                  <a:gd name="connsiteX7" fmla="*/ 1143 w 6343"/>
                  <a:gd name="connsiteY7" fmla="*/ 5629 h 6345"/>
                  <a:gd name="connsiteX8" fmla="*/ 338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59"/>
                    </a:moveTo>
                    <a:cubicBezTo>
                      <a:pt x="4226" y="6559"/>
                      <a:pt x="5033" y="6224"/>
                      <a:pt x="5628" y="5629"/>
                    </a:cubicBezTo>
                    <a:cubicBezTo>
                      <a:pt x="6223" y="5034"/>
                      <a:pt x="6557" y="4227"/>
                      <a:pt x="6557" y="3386"/>
                    </a:cubicBezTo>
                    <a:cubicBezTo>
                      <a:pt x="6557" y="2545"/>
                      <a:pt x="6223" y="1737"/>
                      <a:pt x="5628" y="1142"/>
                    </a:cubicBezTo>
                    <a:cubicBezTo>
                      <a:pt x="5033" y="548"/>
                      <a:pt x="4226" y="213"/>
                      <a:pt x="3385" y="213"/>
                    </a:cubicBezTo>
                    <a:cubicBezTo>
                      <a:pt x="2544" y="213"/>
                      <a:pt x="1737" y="548"/>
                      <a:pt x="1143" y="1142"/>
                    </a:cubicBezTo>
                    <a:cubicBezTo>
                      <a:pt x="548" y="1737"/>
                      <a:pt x="214" y="2545"/>
                      <a:pt x="214" y="3386"/>
                    </a:cubicBezTo>
                    <a:cubicBezTo>
                      <a:pt x="214" y="4227"/>
                      <a:pt x="548" y="5034"/>
                      <a:pt x="1143" y="5629"/>
                    </a:cubicBezTo>
                    <a:cubicBezTo>
                      <a:pt x="1737" y="6224"/>
                      <a:pt x="2544" y="6559"/>
                      <a:pt x="338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59" name="Freeform: Shape 3758">
                <a:extLst>
                  <a:ext uri="{FF2B5EF4-FFF2-40B4-BE49-F238E27FC236}">
                    <a16:creationId xmlns:a16="http://schemas.microsoft.com/office/drawing/2014/main" id="{43973D29-637F-60C0-DAE3-52EBE3D5130B}"/>
                  </a:ext>
                </a:extLst>
              </p:cNvPr>
              <p:cNvSpPr/>
              <p:nvPr/>
            </p:nvSpPr>
            <p:spPr>
              <a:xfrm>
                <a:off x="3563024" y="6181698"/>
                <a:ext cx="6343" cy="6345"/>
              </a:xfrm>
              <a:custGeom>
                <a:avLst/>
                <a:gdLst>
                  <a:gd name="connsiteX0" fmla="*/ 3385 w 6343"/>
                  <a:gd name="connsiteY0" fmla="*/ 6558 h 6345"/>
                  <a:gd name="connsiteX1" fmla="*/ 5628 w 6343"/>
                  <a:gd name="connsiteY1" fmla="*/ 5629 h 6345"/>
                  <a:gd name="connsiteX2" fmla="*/ 6557 w 6343"/>
                  <a:gd name="connsiteY2" fmla="*/ 3386 h 6345"/>
                  <a:gd name="connsiteX3" fmla="*/ 5628 w 6343"/>
                  <a:gd name="connsiteY3" fmla="*/ 1142 h 6345"/>
                  <a:gd name="connsiteX4" fmla="*/ 3385 w 6343"/>
                  <a:gd name="connsiteY4" fmla="*/ 213 h 6345"/>
                  <a:gd name="connsiteX5" fmla="*/ 1143 w 6343"/>
                  <a:gd name="connsiteY5" fmla="*/ 1142 h 6345"/>
                  <a:gd name="connsiteX6" fmla="*/ 214 w 6343"/>
                  <a:gd name="connsiteY6" fmla="*/ 3386 h 6345"/>
                  <a:gd name="connsiteX7" fmla="*/ 1143 w 6343"/>
                  <a:gd name="connsiteY7" fmla="*/ 5629 h 6345"/>
                  <a:gd name="connsiteX8" fmla="*/ 338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58"/>
                    </a:moveTo>
                    <a:cubicBezTo>
                      <a:pt x="4226" y="6558"/>
                      <a:pt x="5033" y="6224"/>
                      <a:pt x="5628" y="5629"/>
                    </a:cubicBezTo>
                    <a:cubicBezTo>
                      <a:pt x="6223" y="5034"/>
                      <a:pt x="6557" y="4227"/>
                      <a:pt x="6557" y="3386"/>
                    </a:cubicBezTo>
                    <a:cubicBezTo>
                      <a:pt x="6557" y="2544"/>
                      <a:pt x="6223" y="1737"/>
                      <a:pt x="5628" y="1142"/>
                    </a:cubicBezTo>
                    <a:cubicBezTo>
                      <a:pt x="5033" y="547"/>
                      <a:pt x="4226" y="213"/>
                      <a:pt x="3385" y="213"/>
                    </a:cubicBezTo>
                    <a:cubicBezTo>
                      <a:pt x="2544" y="213"/>
                      <a:pt x="1737" y="547"/>
                      <a:pt x="1143" y="1142"/>
                    </a:cubicBezTo>
                    <a:cubicBezTo>
                      <a:pt x="548" y="1737"/>
                      <a:pt x="214" y="2544"/>
                      <a:pt x="214" y="3386"/>
                    </a:cubicBezTo>
                    <a:cubicBezTo>
                      <a:pt x="214" y="4227"/>
                      <a:pt x="548" y="5034"/>
                      <a:pt x="1143" y="5629"/>
                    </a:cubicBezTo>
                    <a:cubicBezTo>
                      <a:pt x="1737" y="6224"/>
                      <a:pt x="2544" y="6558"/>
                      <a:pt x="338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60" name="Freeform: Shape 3759">
                <a:extLst>
                  <a:ext uri="{FF2B5EF4-FFF2-40B4-BE49-F238E27FC236}">
                    <a16:creationId xmlns:a16="http://schemas.microsoft.com/office/drawing/2014/main" id="{279DE28B-6115-3543-C9D3-7FE541487D9B}"/>
                  </a:ext>
                </a:extLst>
              </p:cNvPr>
              <p:cNvSpPr/>
              <p:nvPr/>
            </p:nvSpPr>
            <p:spPr>
              <a:xfrm>
                <a:off x="3561688" y="6177806"/>
                <a:ext cx="6343" cy="6345"/>
              </a:xfrm>
              <a:custGeom>
                <a:avLst/>
                <a:gdLst>
                  <a:gd name="connsiteX0" fmla="*/ 3385 w 6343"/>
                  <a:gd name="connsiteY0" fmla="*/ 6558 h 6345"/>
                  <a:gd name="connsiteX1" fmla="*/ 5628 w 6343"/>
                  <a:gd name="connsiteY1" fmla="*/ 5629 h 6345"/>
                  <a:gd name="connsiteX2" fmla="*/ 6557 w 6343"/>
                  <a:gd name="connsiteY2" fmla="*/ 3385 h 6345"/>
                  <a:gd name="connsiteX3" fmla="*/ 5628 w 6343"/>
                  <a:gd name="connsiteY3" fmla="*/ 1142 h 6345"/>
                  <a:gd name="connsiteX4" fmla="*/ 3385 w 6343"/>
                  <a:gd name="connsiteY4" fmla="*/ 213 h 6345"/>
                  <a:gd name="connsiteX5" fmla="*/ 1143 w 6343"/>
                  <a:gd name="connsiteY5" fmla="*/ 1142 h 6345"/>
                  <a:gd name="connsiteX6" fmla="*/ 214 w 6343"/>
                  <a:gd name="connsiteY6" fmla="*/ 3385 h 6345"/>
                  <a:gd name="connsiteX7" fmla="*/ 1143 w 6343"/>
                  <a:gd name="connsiteY7" fmla="*/ 5629 h 6345"/>
                  <a:gd name="connsiteX8" fmla="*/ 338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58"/>
                    </a:moveTo>
                    <a:cubicBezTo>
                      <a:pt x="4226" y="6558"/>
                      <a:pt x="5033" y="6224"/>
                      <a:pt x="5628" y="5629"/>
                    </a:cubicBezTo>
                    <a:cubicBezTo>
                      <a:pt x="6223" y="5034"/>
                      <a:pt x="6557" y="4227"/>
                      <a:pt x="6557" y="3385"/>
                    </a:cubicBezTo>
                    <a:cubicBezTo>
                      <a:pt x="6557" y="2544"/>
                      <a:pt x="6223" y="1737"/>
                      <a:pt x="5628" y="1142"/>
                    </a:cubicBezTo>
                    <a:cubicBezTo>
                      <a:pt x="5033" y="547"/>
                      <a:pt x="4226" y="213"/>
                      <a:pt x="3385" y="213"/>
                    </a:cubicBezTo>
                    <a:cubicBezTo>
                      <a:pt x="2544" y="213"/>
                      <a:pt x="1737" y="547"/>
                      <a:pt x="1143" y="1142"/>
                    </a:cubicBezTo>
                    <a:cubicBezTo>
                      <a:pt x="548" y="1737"/>
                      <a:pt x="214" y="2544"/>
                      <a:pt x="214" y="3385"/>
                    </a:cubicBezTo>
                    <a:cubicBezTo>
                      <a:pt x="214" y="4227"/>
                      <a:pt x="548" y="5034"/>
                      <a:pt x="1143" y="5629"/>
                    </a:cubicBezTo>
                    <a:cubicBezTo>
                      <a:pt x="1737" y="6224"/>
                      <a:pt x="2544" y="6558"/>
                      <a:pt x="338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61" name="Freeform: Shape 3760">
                <a:extLst>
                  <a:ext uri="{FF2B5EF4-FFF2-40B4-BE49-F238E27FC236}">
                    <a16:creationId xmlns:a16="http://schemas.microsoft.com/office/drawing/2014/main" id="{C359C83E-63DE-2905-D53E-6E2AF31AF3A1}"/>
                  </a:ext>
                </a:extLst>
              </p:cNvPr>
              <p:cNvSpPr/>
              <p:nvPr/>
            </p:nvSpPr>
            <p:spPr>
              <a:xfrm>
                <a:off x="3619002" y="6091770"/>
                <a:ext cx="6343" cy="6345"/>
              </a:xfrm>
              <a:custGeom>
                <a:avLst/>
                <a:gdLst>
                  <a:gd name="connsiteX0" fmla="*/ 3390 w 6343"/>
                  <a:gd name="connsiteY0" fmla="*/ 6551 h 6345"/>
                  <a:gd name="connsiteX1" fmla="*/ 5632 w 6343"/>
                  <a:gd name="connsiteY1" fmla="*/ 5622 h 6345"/>
                  <a:gd name="connsiteX2" fmla="*/ 6561 w 6343"/>
                  <a:gd name="connsiteY2" fmla="*/ 3379 h 6345"/>
                  <a:gd name="connsiteX3" fmla="*/ 5632 w 6343"/>
                  <a:gd name="connsiteY3" fmla="*/ 1135 h 6345"/>
                  <a:gd name="connsiteX4" fmla="*/ 3390 w 6343"/>
                  <a:gd name="connsiteY4" fmla="*/ 206 h 6345"/>
                  <a:gd name="connsiteX5" fmla="*/ 1147 w 6343"/>
                  <a:gd name="connsiteY5" fmla="*/ 1135 h 6345"/>
                  <a:gd name="connsiteX6" fmla="*/ 218 w 6343"/>
                  <a:gd name="connsiteY6" fmla="*/ 3379 h 6345"/>
                  <a:gd name="connsiteX7" fmla="*/ 1147 w 6343"/>
                  <a:gd name="connsiteY7" fmla="*/ 5622 h 6345"/>
                  <a:gd name="connsiteX8" fmla="*/ 3390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1"/>
                    </a:moveTo>
                    <a:cubicBezTo>
                      <a:pt x="4231" y="6551"/>
                      <a:pt x="5038" y="6217"/>
                      <a:pt x="5632" y="5622"/>
                    </a:cubicBezTo>
                    <a:cubicBezTo>
                      <a:pt x="6227" y="5027"/>
                      <a:pt x="6561" y="4220"/>
                      <a:pt x="6561" y="3379"/>
                    </a:cubicBezTo>
                    <a:cubicBezTo>
                      <a:pt x="6561" y="2537"/>
                      <a:pt x="6227" y="1730"/>
                      <a:pt x="5632" y="1135"/>
                    </a:cubicBezTo>
                    <a:cubicBezTo>
                      <a:pt x="5038" y="540"/>
                      <a:pt x="4231" y="206"/>
                      <a:pt x="3390" y="206"/>
                    </a:cubicBezTo>
                    <a:cubicBezTo>
                      <a:pt x="2549" y="206"/>
                      <a:pt x="1742" y="540"/>
                      <a:pt x="1147" y="1135"/>
                    </a:cubicBezTo>
                    <a:cubicBezTo>
                      <a:pt x="552" y="1730"/>
                      <a:pt x="218" y="2537"/>
                      <a:pt x="218" y="3379"/>
                    </a:cubicBezTo>
                    <a:cubicBezTo>
                      <a:pt x="218" y="4220"/>
                      <a:pt x="552" y="5027"/>
                      <a:pt x="1147" y="5622"/>
                    </a:cubicBezTo>
                    <a:cubicBezTo>
                      <a:pt x="1742" y="6217"/>
                      <a:pt x="2549" y="6551"/>
                      <a:pt x="3390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62" name="Freeform: Shape 3761">
                <a:extLst>
                  <a:ext uri="{FF2B5EF4-FFF2-40B4-BE49-F238E27FC236}">
                    <a16:creationId xmlns:a16="http://schemas.microsoft.com/office/drawing/2014/main" id="{6F8D1E1E-2B82-A2EE-C9AA-73DDD13D0B14}"/>
                  </a:ext>
                </a:extLst>
              </p:cNvPr>
              <p:cNvSpPr/>
              <p:nvPr/>
            </p:nvSpPr>
            <p:spPr>
              <a:xfrm>
                <a:off x="3621805" y="6078854"/>
                <a:ext cx="6343" cy="6345"/>
              </a:xfrm>
              <a:custGeom>
                <a:avLst/>
                <a:gdLst>
                  <a:gd name="connsiteX0" fmla="*/ 3390 w 6343"/>
                  <a:gd name="connsiteY0" fmla="*/ 6550 h 6345"/>
                  <a:gd name="connsiteX1" fmla="*/ 5633 w 6343"/>
                  <a:gd name="connsiteY1" fmla="*/ 5621 h 6345"/>
                  <a:gd name="connsiteX2" fmla="*/ 6561 w 6343"/>
                  <a:gd name="connsiteY2" fmla="*/ 3378 h 6345"/>
                  <a:gd name="connsiteX3" fmla="*/ 5633 w 6343"/>
                  <a:gd name="connsiteY3" fmla="*/ 1134 h 6345"/>
                  <a:gd name="connsiteX4" fmla="*/ 3390 w 6343"/>
                  <a:gd name="connsiteY4" fmla="*/ 205 h 6345"/>
                  <a:gd name="connsiteX5" fmla="*/ 1147 w 6343"/>
                  <a:gd name="connsiteY5" fmla="*/ 1134 h 6345"/>
                  <a:gd name="connsiteX6" fmla="*/ 218 w 6343"/>
                  <a:gd name="connsiteY6" fmla="*/ 3378 h 6345"/>
                  <a:gd name="connsiteX7" fmla="*/ 1147 w 6343"/>
                  <a:gd name="connsiteY7" fmla="*/ 5621 h 6345"/>
                  <a:gd name="connsiteX8" fmla="*/ 339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0"/>
                    </a:moveTo>
                    <a:cubicBezTo>
                      <a:pt x="4231" y="6550"/>
                      <a:pt x="5038" y="6216"/>
                      <a:pt x="5633" y="5621"/>
                    </a:cubicBezTo>
                    <a:cubicBezTo>
                      <a:pt x="6227" y="5026"/>
                      <a:pt x="6561" y="4219"/>
                      <a:pt x="6561" y="3378"/>
                    </a:cubicBezTo>
                    <a:cubicBezTo>
                      <a:pt x="6561" y="2536"/>
                      <a:pt x="6227" y="1729"/>
                      <a:pt x="5633" y="1134"/>
                    </a:cubicBezTo>
                    <a:cubicBezTo>
                      <a:pt x="5038" y="539"/>
                      <a:pt x="4231" y="205"/>
                      <a:pt x="3390" y="205"/>
                    </a:cubicBezTo>
                    <a:cubicBezTo>
                      <a:pt x="2549" y="205"/>
                      <a:pt x="1742" y="539"/>
                      <a:pt x="1147" y="1134"/>
                    </a:cubicBezTo>
                    <a:cubicBezTo>
                      <a:pt x="552" y="1729"/>
                      <a:pt x="218" y="2536"/>
                      <a:pt x="218" y="3378"/>
                    </a:cubicBezTo>
                    <a:cubicBezTo>
                      <a:pt x="218" y="4219"/>
                      <a:pt x="552" y="5026"/>
                      <a:pt x="1147" y="5621"/>
                    </a:cubicBezTo>
                    <a:cubicBezTo>
                      <a:pt x="1742" y="6216"/>
                      <a:pt x="2549" y="6550"/>
                      <a:pt x="339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63" name="Freeform: Shape 3762">
                <a:extLst>
                  <a:ext uri="{FF2B5EF4-FFF2-40B4-BE49-F238E27FC236}">
                    <a16:creationId xmlns:a16="http://schemas.microsoft.com/office/drawing/2014/main" id="{BA38F48B-941B-6615-5A90-E53B464288DF}"/>
                  </a:ext>
                </a:extLst>
              </p:cNvPr>
              <p:cNvSpPr/>
              <p:nvPr/>
            </p:nvSpPr>
            <p:spPr>
              <a:xfrm>
                <a:off x="3623241" y="6072537"/>
                <a:ext cx="6343" cy="6345"/>
              </a:xfrm>
              <a:custGeom>
                <a:avLst/>
                <a:gdLst>
                  <a:gd name="connsiteX0" fmla="*/ 3390 w 6343"/>
                  <a:gd name="connsiteY0" fmla="*/ 6550 h 6345"/>
                  <a:gd name="connsiteX1" fmla="*/ 5633 w 6343"/>
                  <a:gd name="connsiteY1" fmla="*/ 5620 h 6345"/>
                  <a:gd name="connsiteX2" fmla="*/ 6562 w 6343"/>
                  <a:gd name="connsiteY2" fmla="*/ 3377 h 6345"/>
                  <a:gd name="connsiteX3" fmla="*/ 5633 w 6343"/>
                  <a:gd name="connsiteY3" fmla="*/ 1134 h 6345"/>
                  <a:gd name="connsiteX4" fmla="*/ 3390 w 6343"/>
                  <a:gd name="connsiteY4" fmla="*/ 204 h 6345"/>
                  <a:gd name="connsiteX5" fmla="*/ 1147 w 6343"/>
                  <a:gd name="connsiteY5" fmla="*/ 1134 h 6345"/>
                  <a:gd name="connsiteX6" fmla="*/ 218 w 6343"/>
                  <a:gd name="connsiteY6" fmla="*/ 3377 h 6345"/>
                  <a:gd name="connsiteX7" fmla="*/ 1147 w 6343"/>
                  <a:gd name="connsiteY7" fmla="*/ 5620 h 6345"/>
                  <a:gd name="connsiteX8" fmla="*/ 339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0"/>
                    </a:moveTo>
                    <a:cubicBezTo>
                      <a:pt x="4231" y="6550"/>
                      <a:pt x="5038" y="6215"/>
                      <a:pt x="5633" y="5620"/>
                    </a:cubicBezTo>
                    <a:cubicBezTo>
                      <a:pt x="6227" y="5026"/>
                      <a:pt x="6562" y="4218"/>
                      <a:pt x="6562" y="3377"/>
                    </a:cubicBezTo>
                    <a:cubicBezTo>
                      <a:pt x="6562" y="2536"/>
                      <a:pt x="6227" y="1729"/>
                      <a:pt x="5633" y="1134"/>
                    </a:cubicBezTo>
                    <a:cubicBezTo>
                      <a:pt x="5038" y="539"/>
                      <a:pt x="4231" y="204"/>
                      <a:pt x="3390" y="204"/>
                    </a:cubicBezTo>
                    <a:cubicBezTo>
                      <a:pt x="2549" y="204"/>
                      <a:pt x="1742" y="539"/>
                      <a:pt x="1147" y="1134"/>
                    </a:cubicBezTo>
                    <a:cubicBezTo>
                      <a:pt x="553" y="1729"/>
                      <a:pt x="218" y="2536"/>
                      <a:pt x="218" y="3377"/>
                    </a:cubicBezTo>
                    <a:cubicBezTo>
                      <a:pt x="218" y="4218"/>
                      <a:pt x="553" y="5026"/>
                      <a:pt x="1147" y="5620"/>
                    </a:cubicBezTo>
                    <a:cubicBezTo>
                      <a:pt x="1742" y="6215"/>
                      <a:pt x="2549" y="6550"/>
                      <a:pt x="339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64" name="Freeform: Shape 3763">
                <a:extLst>
                  <a:ext uri="{FF2B5EF4-FFF2-40B4-BE49-F238E27FC236}">
                    <a16:creationId xmlns:a16="http://schemas.microsoft.com/office/drawing/2014/main" id="{E46E4A0C-A26A-BFBC-E6B1-5DED7A24D03D}"/>
                  </a:ext>
                </a:extLst>
              </p:cNvPr>
              <p:cNvSpPr/>
              <p:nvPr/>
            </p:nvSpPr>
            <p:spPr>
              <a:xfrm>
                <a:off x="3622976" y="6068606"/>
                <a:ext cx="6343" cy="6345"/>
              </a:xfrm>
              <a:custGeom>
                <a:avLst/>
                <a:gdLst>
                  <a:gd name="connsiteX0" fmla="*/ 3390 w 6343"/>
                  <a:gd name="connsiteY0" fmla="*/ 6549 h 6345"/>
                  <a:gd name="connsiteX1" fmla="*/ 5633 w 6343"/>
                  <a:gd name="connsiteY1" fmla="*/ 5620 h 6345"/>
                  <a:gd name="connsiteX2" fmla="*/ 6562 w 6343"/>
                  <a:gd name="connsiteY2" fmla="*/ 3377 h 6345"/>
                  <a:gd name="connsiteX3" fmla="*/ 5633 w 6343"/>
                  <a:gd name="connsiteY3" fmla="*/ 1133 h 6345"/>
                  <a:gd name="connsiteX4" fmla="*/ 3390 w 6343"/>
                  <a:gd name="connsiteY4" fmla="*/ 204 h 6345"/>
                  <a:gd name="connsiteX5" fmla="*/ 1147 w 6343"/>
                  <a:gd name="connsiteY5" fmla="*/ 1133 h 6345"/>
                  <a:gd name="connsiteX6" fmla="*/ 218 w 6343"/>
                  <a:gd name="connsiteY6" fmla="*/ 3377 h 6345"/>
                  <a:gd name="connsiteX7" fmla="*/ 1147 w 6343"/>
                  <a:gd name="connsiteY7" fmla="*/ 5620 h 6345"/>
                  <a:gd name="connsiteX8" fmla="*/ 3390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9"/>
                    </a:moveTo>
                    <a:cubicBezTo>
                      <a:pt x="4231" y="6549"/>
                      <a:pt x="5038" y="6215"/>
                      <a:pt x="5633" y="5620"/>
                    </a:cubicBezTo>
                    <a:cubicBezTo>
                      <a:pt x="6227" y="5025"/>
                      <a:pt x="6562" y="4218"/>
                      <a:pt x="6562" y="3377"/>
                    </a:cubicBezTo>
                    <a:cubicBezTo>
                      <a:pt x="6562" y="2535"/>
                      <a:pt x="6227" y="1728"/>
                      <a:pt x="5633" y="1133"/>
                    </a:cubicBezTo>
                    <a:cubicBezTo>
                      <a:pt x="5038" y="538"/>
                      <a:pt x="4231" y="204"/>
                      <a:pt x="3390" y="204"/>
                    </a:cubicBezTo>
                    <a:cubicBezTo>
                      <a:pt x="2549" y="204"/>
                      <a:pt x="1742" y="538"/>
                      <a:pt x="1147" y="1133"/>
                    </a:cubicBezTo>
                    <a:cubicBezTo>
                      <a:pt x="553" y="1728"/>
                      <a:pt x="218" y="2535"/>
                      <a:pt x="218" y="3377"/>
                    </a:cubicBezTo>
                    <a:cubicBezTo>
                      <a:pt x="218" y="4218"/>
                      <a:pt x="553" y="5025"/>
                      <a:pt x="1147" y="5620"/>
                    </a:cubicBezTo>
                    <a:cubicBezTo>
                      <a:pt x="1742" y="6215"/>
                      <a:pt x="2549" y="6549"/>
                      <a:pt x="3390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65" name="Freeform: Shape 3764">
                <a:extLst>
                  <a:ext uri="{FF2B5EF4-FFF2-40B4-BE49-F238E27FC236}">
                    <a16:creationId xmlns:a16="http://schemas.microsoft.com/office/drawing/2014/main" id="{439BD82E-0300-543B-7EE2-8F813A1E8E6C}"/>
                  </a:ext>
                </a:extLst>
              </p:cNvPr>
              <p:cNvSpPr/>
              <p:nvPr/>
            </p:nvSpPr>
            <p:spPr>
              <a:xfrm>
                <a:off x="3624331" y="6062605"/>
                <a:ext cx="6343" cy="6345"/>
              </a:xfrm>
              <a:custGeom>
                <a:avLst/>
                <a:gdLst>
                  <a:gd name="connsiteX0" fmla="*/ 3390 w 6343"/>
                  <a:gd name="connsiteY0" fmla="*/ 6549 h 6345"/>
                  <a:gd name="connsiteX1" fmla="*/ 5633 w 6343"/>
                  <a:gd name="connsiteY1" fmla="*/ 5620 h 6345"/>
                  <a:gd name="connsiteX2" fmla="*/ 6562 w 6343"/>
                  <a:gd name="connsiteY2" fmla="*/ 3376 h 6345"/>
                  <a:gd name="connsiteX3" fmla="*/ 5633 w 6343"/>
                  <a:gd name="connsiteY3" fmla="*/ 1133 h 6345"/>
                  <a:gd name="connsiteX4" fmla="*/ 3390 w 6343"/>
                  <a:gd name="connsiteY4" fmla="*/ 204 h 6345"/>
                  <a:gd name="connsiteX5" fmla="*/ 1147 w 6343"/>
                  <a:gd name="connsiteY5" fmla="*/ 1133 h 6345"/>
                  <a:gd name="connsiteX6" fmla="*/ 219 w 6343"/>
                  <a:gd name="connsiteY6" fmla="*/ 3376 h 6345"/>
                  <a:gd name="connsiteX7" fmla="*/ 1147 w 6343"/>
                  <a:gd name="connsiteY7" fmla="*/ 5620 h 6345"/>
                  <a:gd name="connsiteX8" fmla="*/ 3390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9"/>
                    </a:moveTo>
                    <a:cubicBezTo>
                      <a:pt x="4231" y="6549"/>
                      <a:pt x="5038" y="6215"/>
                      <a:pt x="5633" y="5620"/>
                    </a:cubicBezTo>
                    <a:cubicBezTo>
                      <a:pt x="6227" y="5025"/>
                      <a:pt x="6562" y="4218"/>
                      <a:pt x="6562" y="3376"/>
                    </a:cubicBezTo>
                    <a:cubicBezTo>
                      <a:pt x="6562" y="2535"/>
                      <a:pt x="6227" y="1728"/>
                      <a:pt x="5633" y="1133"/>
                    </a:cubicBezTo>
                    <a:cubicBezTo>
                      <a:pt x="5038" y="538"/>
                      <a:pt x="4231" y="204"/>
                      <a:pt x="3390" y="204"/>
                    </a:cubicBezTo>
                    <a:cubicBezTo>
                      <a:pt x="2549" y="204"/>
                      <a:pt x="1742" y="538"/>
                      <a:pt x="1147" y="1133"/>
                    </a:cubicBezTo>
                    <a:cubicBezTo>
                      <a:pt x="553" y="1728"/>
                      <a:pt x="219" y="2535"/>
                      <a:pt x="219" y="3376"/>
                    </a:cubicBezTo>
                    <a:cubicBezTo>
                      <a:pt x="219" y="4218"/>
                      <a:pt x="553" y="5025"/>
                      <a:pt x="1147" y="5620"/>
                    </a:cubicBezTo>
                    <a:cubicBezTo>
                      <a:pt x="1742" y="6215"/>
                      <a:pt x="2549" y="6549"/>
                      <a:pt x="3390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66" name="Freeform: Shape 3765">
                <a:extLst>
                  <a:ext uri="{FF2B5EF4-FFF2-40B4-BE49-F238E27FC236}">
                    <a16:creationId xmlns:a16="http://schemas.microsoft.com/office/drawing/2014/main" id="{75622D52-5053-CECC-8B11-6AF0E12B3490}"/>
                  </a:ext>
                </a:extLst>
              </p:cNvPr>
              <p:cNvSpPr/>
              <p:nvPr/>
            </p:nvSpPr>
            <p:spPr>
              <a:xfrm>
                <a:off x="3631119" y="6045713"/>
                <a:ext cx="6343" cy="6345"/>
              </a:xfrm>
              <a:custGeom>
                <a:avLst/>
                <a:gdLst>
                  <a:gd name="connsiteX0" fmla="*/ 3391 w 6343"/>
                  <a:gd name="connsiteY0" fmla="*/ 6548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1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1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48"/>
                    </a:moveTo>
                    <a:cubicBezTo>
                      <a:pt x="4232" y="6548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4"/>
                      <a:pt x="6228" y="1726"/>
                      <a:pt x="5633" y="1131"/>
                    </a:cubicBezTo>
                    <a:cubicBezTo>
                      <a:pt x="5038" y="537"/>
                      <a:pt x="4232" y="202"/>
                      <a:pt x="3391" y="202"/>
                    </a:cubicBezTo>
                    <a:cubicBezTo>
                      <a:pt x="2549" y="202"/>
                      <a:pt x="1743" y="537"/>
                      <a:pt x="1148" y="1131"/>
                    </a:cubicBezTo>
                    <a:cubicBezTo>
                      <a:pt x="553" y="1726"/>
                      <a:pt x="219" y="2534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3" y="6213"/>
                      <a:pt x="2549" y="6548"/>
                      <a:pt x="3391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67" name="Freeform: Shape 3766">
                <a:extLst>
                  <a:ext uri="{FF2B5EF4-FFF2-40B4-BE49-F238E27FC236}">
                    <a16:creationId xmlns:a16="http://schemas.microsoft.com/office/drawing/2014/main" id="{1C908EF8-2957-92E9-898B-4D93A5514216}"/>
                  </a:ext>
                </a:extLst>
              </p:cNvPr>
              <p:cNvSpPr/>
              <p:nvPr/>
            </p:nvSpPr>
            <p:spPr>
              <a:xfrm>
                <a:off x="3629840" y="6043439"/>
                <a:ext cx="6343" cy="6345"/>
              </a:xfrm>
              <a:custGeom>
                <a:avLst/>
                <a:gdLst>
                  <a:gd name="connsiteX0" fmla="*/ 3391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1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1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47"/>
                    </a:moveTo>
                    <a:cubicBezTo>
                      <a:pt x="4232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2" y="202"/>
                      <a:pt x="3391" y="202"/>
                    </a:cubicBezTo>
                    <a:cubicBezTo>
                      <a:pt x="2549" y="202"/>
                      <a:pt x="1743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3" y="6213"/>
                      <a:pt x="2549" y="6547"/>
                      <a:pt x="3391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68" name="Freeform: Shape 3767">
                <a:extLst>
                  <a:ext uri="{FF2B5EF4-FFF2-40B4-BE49-F238E27FC236}">
                    <a16:creationId xmlns:a16="http://schemas.microsoft.com/office/drawing/2014/main" id="{F372036A-E9D2-0917-2D3C-504D3E211217}"/>
                  </a:ext>
                </a:extLst>
              </p:cNvPr>
              <p:cNvSpPr/>
              <p:nvPr/>
            </p:nvSpPr>
            <p:spPr>
              <a:xfrm>
                <a:off x="3628758" y="6040939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2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2" y="202"/>
                      <a:pt x="3390" y="202"/>
                    </a:cubicBezTo>
                    <a:cubicBezTo>
                      <a:pt x="2549" y="202"/>
                      <a:pt x="1743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3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69" name="Freeform: Shape 3768">
                <a:extLst>
                  <a:ext uri="{FF2B5EF4-FFF2-40B4-BE49-F238E27FC236}">
                    <a16:creationId xmlns:a16="http://schemas.microsoft.com/office/drawing/2014/main" id="{EE1F8330-56CA-8003-86FD-8FA592EBBE5E}"/>
                  </a:ext>
                </a:extLst>
              </p:cNvPr>
              <p:cNvSpPr/>
              <p:nvPr/>
            </p:nvSpPr>
            <p:spPr>
              <a:xfrm>
                <a:off x="3626590" y="6039803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4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4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4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70" name="Freeform: Shape 3769">
                <a:extLst>
                  <a:ext uri="{FF2B5EF4-FFF2-40B4-BE49-F238E27FC236}">
                    <a16:creationId xmlns:a16="http://schemas.microsoft.com/office/drawing/2014/main" id="{B2320B7C-A68C-0040-361D-ADC5701ED2B6}"/>
                  </a:ext>
                </a:extLst>
              </p:cNvPr>
              <p:cNvSpPr/>
              <p:nvPr/>
            </p:nvSpPr>
            <p:spPr>
              <a:xfrm>
                <a:off x="3624277" y="6038835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7 w 6343"/>
                  <a:gd name="connsiteY5" fmla="*/ 1131 h 6345"/>
                  <a:gd name="connsiteX6" fmla="*/ 219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7" y="5023"/>
                      <a:pt x="6562" y="4216"/>
                      <a:pt x="6562" y="3374"/>
                    </a:cubicBezTo>
                    <a:cubicBezTo>
                      <a:pt x="6562" y="2533"/>
                      <a:pt x="6227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7" y="1131"/>
                    </a:cubicBezTo>
                    <a:cubicBezTo>
                      <a:pt x="553" y="1726"/>
                      <a:pt x="219" y="2533"/>
                      <a:pt x="219" y="3374"/>
                    </a:cubicBezTo>
                    <a:cubicBezTo>
                      <a:pt x="219" y="4216"/>
                      <a:pt x="553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71" name="Freeform: Shape 3770">
                <a:extLst>
                  <a:ext uri="{FF2B5EF4-FFF2-40B4-BE49-F238E27FC236}">
                    <a16:creationId xmlns:a16="http://schemas.microsoft.com/office/drawing/2014/main" id="{CCEC5BEA-0998-5ABD-72ED-5F697294A1CE}"/>
                  </a:ext>
                </a:extLst>
              </p:cNvPr>
              <p:cNvSpPr/>
              <p:nvPr/>
            </p:nvSpPr>
            <p:spPr>
              <a:xfrm>
                <a:off x="3623272" y="6036279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1 h 6345"/>
                  <a:gd name="connsiteX5" fmla="*/ 1147 w 6343"/>
                  <a:gd name="connsiteY5" fmla="*/ 1131 h 6345"/>
                  <a:gd name="connsiteX6" fmla="*/ 218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7" y="5023"/>
                      <a:pt x="6562" y="4216"/>
                      <a:pt x="6562" y="3374"/>
                    </a:cubicBezTo>
                    <a:cubicBezTo>
                      <a:pt x="6562" y="2533"/>
                      <a:pt x="6227" y="1726"/>
                      <a:pt x="5633" y="1131"/>
                    </a:cubicBezTo>
                    <a:cubicBezTo>
                      <a:pt x="5038" y="536"/>
                      <a:pt x="4231" y="201"/>
                      <a:pt x="3390" y="201"/>
                    </a:cubicBezTo>
                    <a:cubicBezTo>
                      <a:pt x="2549" y="201"/>
                      <a:pt x="1742" y="536"/>
                      <a:pt x="1147" y="1131"/>
                    </a:cubicBezTo>
                    <a:cubicBezTo>
                      <a:pt x="553" y="1726"/>
                      <a:pt x="218" y="2533"/>
                      <a:pt x="218" y="3374"/>
                    </a:cubicBezTo>
                    <a:cubicBezTo>
                      <a:pt x="218" y="4216"/>
                      <a:pt x="553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72" name="Freeform: Shape 3771">
                <a:extLst>
                  <a:ext uri="{FF2B5EF4-FFF2-40B4-BE49-F238E27FC236}">
                    <a16:creationId xmlns:a16="http://schemas.microsoft.com/office/drawing/2014/main" id="{B0E95087-4BED-4A98-6419-27A934725F16}"/>
                  </a:ext>
                </a:extLst>
              </p:cNvPr>
              <p:cNvSpPr/>
              <p:nvPr/>
            </p:nvSpPr>
            <p:spPr>
              <a:xfrm>
                <a:off x="3297162" y="6420109"/>
                <a:ext cx="6343" cy="6345"/>
              </a:xfrm>
              <a:custGeom>
                <a:avLst/>
                <a:gdLst>
                  <a:gd name="connsiteX0" fmla="*/ 3364 w 6343"/>
                  <a:gd name="connsiteY0" fmla="*/ 6577 h 6345"/>
                  <a:gd name="connsiteX1" fmla="*/ 5607 w 6343"/>
                  <a:gd name="connsiteY1" fmla="*/ 5648 h 6345"/>
                  <a:gd name="connsiteX2" fmla="*/ 6536 w 6343"/>
                  <a:gd name="connsiteY2" fmla="*/ 3404 h 6345"/>
                  <a:gd name="connsiteX3" fmla="*/ 5607 w 6343"/>
                  <a:gd name="connsiteY3" fmla="*/ 1161 h 6345"/>
                  <a:gd name="connsiteX4" fmla="*/ 3364 w 6343"/>
                  <a:gd name="connsiteY4" fmla="*/ 232 h 6345"/>
                  <a:gd name="connsiteX5" fmla="*/ 1122 w 6343"/>
                  <a:gd name="connsiteY5" fmla="*/ 1161 h 6345"/>
                  <a:gd name="connsiteX6" fmla="*/ 193 w 6343"/>
                  <a:gd name="connsiteY6" fmla="*/ 3404 h 6345"/>
                  <a:gd name="connsiteX7" fmla="*/ 1122 w 6343"/>
                  <a:gd name="connsiteY7" fmla="*/ 5648 h 6345"/>
                  <a:gd name="connsiteX8" fmla="*/ 3364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77"/>
                    </a:moveTo>
                    <a:cubicBezTo>
                      <a:pt x="4205" y="6577"/>
                      <a:pt x="5012" y="6243"/>
                      <a:pt x="5607" y="5648"/>
                    </a:cubicBezTo>
                    <a:cubicBezTo>
                      <a:pt x="6202" y="5053"/>
                      <a:pt x="6536" y="4246"/>
                      <a:pt x="6536" y="3404"/>
                    </a:cubicBezTo>
                    <a:cubicBezTo>
                      <a:pt x="6536" y="2563"/>
                      <a:pt x="6202" y="1756"/>
                      <a:pt x="5607" y="1161"/>
                    </a:cubicBezTo>
                    <a:cubicBezTo>
                      <a:pt x="5012" y="566"/>
                      <a:pt x="4205" y="232"/>
                      <a:pt x="3364" y="232"/>
                    </a:cubicBezTo>
                    <a:cubicBezTo>
                      <a:pt x="2523" y="232"/>
                      <a:pt x="1716" y="566"/>
                      <a:pt x="1122" y="1161"/>
                    </a:cubicBezTo>
                    <a:cubicBezTo>
                      <a:pt x="527" y="1756"/>
                      <a:pt x="193" y="2563"/>
                      <a:pt x="193" y="3404"/>
                    </a:cubicBezTo>
                    <a:cubicBezTo>
                      <a:pt x="193" y="4246"/>
                      <a:pt x="527" y="5053"/>
                      <a:pt x="1122" y="5648"/>
                    </a:cubicBezTo>
                    <a:cubicBezTo>
                      <a:pt x="1716" y="6243"/>
                      <a:pt x="2523" y="6577"/>
                      <a:pt x="3364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73" name="Freeform: Shape 3772">
                <a:extLst>
                  <a:ext uri="{FF2B5EF4-FFF2-40B4-BE49-F238E27FC236}">
                    <a16:creationId xmlns:a16="http://schemas.microsoft.com/office/drawing/2014/main" id="{74E472BE-19D2-75B2-A065-4152E0AE0336}"/>
                  </a:ext>
                </a:extLst>
              </p:cNvPr>
              <p:cNvSpPr/>
              <p:nvPr/>
            </p:nvSpPr>
            <p:spPr>
              <a:xfrm>
                <a:off x="3297238" y="6190749"/>
                <a:ext cx="6343" cy="6345"/>
              </a:xfrm>
              <a:custGeom>
                <a:avLst/>
                <a:gdLst>
                  <a:gd name="connsiteX0" fmla="*/ 3364 w 6343"/>
                  <a:gd name="connsiteY0" fmla="*/ 6559 h 6345"/>
                  <a:gd name="connsiteX1" fmla="*/ 5607 w 6343"/>
                  <a:gd name="connsiteY1" fmla="*/ 5630 h 6345"/>
                  <a:gd name="connsiteX2" fmla="*/ 6536 w 6343"/>
                  <a:gd name="connsiteY2" fmla="*/ 3386 h 6345"/>
                  <a:gd name="connsiteX3" fmla="*/ 5607 w 6343"/>
                  <a:gd name="connsiteY3" fmla="*/ 1143 h 6345"/>
                  <a:gd name="connsiteX4" fmla="*/ 3364 w 6343"/>
                  <a:gd name="connsiteY4" fmla="*/ 214 h 6345"/>
                  <a:gd name="connsiteX5" fmla="*/ 1122 w 6343"/>
                  <a:gd name="connsiteY5" fmla="*/ 1143 h 6345"/>
                  <a:gd name="connsiteX6" fmla="*/ 193 w 6343"/>
                  <a:gd name="connsiteY6" fmla="*/ 3386 h 6345"/>
                  <a:gd name="connsiteX7" fmla="*/ 1122 w 6343"/>
                  <a:gd name="connsiteY7" fmla="*/ 5630 h 6345"/>
                  <a:gd name="connsiteX8" fmla="*/ 336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59"/>
                    </a:moveTo>
                    <a:cubicBezTo>
                      <a:pt x="4205" y="6559"/>
                      <a:pt x="5012" y="6225"/>
                      <a:pt x="5607" y="5630"/>
                    </a:cubicBezTo>
                    <a:cubicBezTo>
                      <a:pt x="6202" y="5035"/>
                      <a:pt x="6536" y="4228"/>
                      <a:pt x="6536" y="3386"/>
                    </a:cubicBezTo>
                    <a:cubicBezTo>
                      <a:pt x="6536" y="2545"/>
                      <a:pt x="6202" y="1738"/>
                      <a:pt x="5607" y="1143"/>
                    </a:cubicBezTo>
                    <a:cubicBezTo>
                      <a:pt x="5012" y="548"/>
                      <a:pt x="4205" y="214"/>
                      <a:pt x="3364" y="214"/>
                    </a:cubicBezTo>
                    <a:cubicBezTo>
                      <a:pt x="2523" y="214"/>
                      <a:pt x="1716" y="548"/>
                      <a:pt x="1122" y="1143"/>
                    </a:cubicBezTo>
                    <a:cubicBezTo>
                      <a:pt x="527" y="1738"/>
                      <a:pt x="193" y="2545"/>
                      <a:pt x="193" y="3386"/>
                    </a:cubicBezTo>
                    <a:cubicBezTo>
                      <a:pt x="193" y="4228"/>
                      <a:pt x="527" y="5035"/>
                      <a:pt x="1122" y="5630"/>
                    </a:cubicBezTo>
                    <a:cubicBezTo>
                      <a:pt x="1716" y="6225"/>
                      <a:pt x="2523" y="6559"/>
                      <a:pt x="336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74" name="Freeform: Shape 3773">
                <a:extLst>
                  <a:ext uri="{FF2B5EF4-FFF2-40B4-BE49-F238E27FC236}">
                    <a16:creationId xmlns:a16="http://schemas.microsoft.com/office/drawing/2014/main" id="{B1A4622F-7826-2E0D-6EDB-BC3EDB244931}"/>
                  </a:ext>
                </a:extLst>
              </p:cNvPr>
              <p:cNvSpPr/>
              <p:nvPr/>
            </p:nvSpPr>
            <p:spPr>
              <a:xfrm>
                <a:off x="3298687" y="6183905"/>
                <a:ext cx="6343" cy="6345"/>
              </a:xfrm>
              <a:custGeom>
                <a:avLst/>
                <a:gdLst>
                  <a:gd name="connsiteX0" fmla="*/ 3364 w 6343"/>
                  <a:gd name="connsiteY0" fmla="*/ 6559 h 6345"/>
                  <a:gd name="connsiteX1" fmla="*/ 5607 w 6343"/>
                  <a:gd name="connsiteY1" fmla="*/ 5629 h 6345"/>
                  <a:gd name="connsiteX2" fmla="*/ 6536 w 6343"/>
                  <a:gd name="connsiteY2" fmla="*/ 3386 h 6345"/>
                  <a:gd name="connsiteX3" fmla="*/ 5607 w 6343"/>
                  <a:gd name="connsiteY3" fmla="*/ 1142 h 6345"/>
                  <a:gd name="connsiteX4" fmla="*/ 3364 w 6343"/>
                  <a:gd name="connsiteY4" fmla="*/ 213 h 6345"/>
                  <a:gd name="connsiteX5" fmla="*/ 1122 w 6343"/>
                  <a:gd name="connsiteY5" fmla="*/ 1142 h 6345"/>
                  <a:gd name="connsiteX6" fmla="*/ 193 w 6343"/>
                  <a:gd name="connsiteY6" fmla="*/ 3386 h 6345"/>
                  <a:gd name="connsiteX7" fmla="*/ 1122 w 6343"/>
                  <a:gd name="connsiteY7" fmla="*/ 5629 h 6345"/>
                  <a:gd name="connsiteX8" fmla="*/ 336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59"/>
                    </a:moveTo>
                    <a:cubicBezTo>
                      <a:pt x="4206" y="6559"/>
                      <a:pt x="5012" y="6224"/>
                      <a:pt x="5607" y="5629"/>
                    </a:cubicBezTo>
                    <a:cubicBezTo>
                      <a:pt x="6202" y="5034"/>
                      <a:pt x="6536" y="4227"/>
                      <a:pt x="6536" y="3386"/>
                    </a:cubicBezTo>
                    <a:cubicBezTo>
                      <a:pt x="6536" y="2544"/>
                      <a:pt x="6202" y="1737"/>
                      <a:pt x="5607" y="1142"/>
                    </a:cubicBezTo>
                    <a:cubicBezTo>
                      <a:pt x="5012" y="547"/>
                      <a:pt x="4206" y="213"/>
                      <a:pt x="3364" y="213"/>
                    </a:cubicBezTo>
                    <a:cubicBezTo>
                      <a:pt x="2523" y="213"/>
                      <a:pt x="1717" y="547"/>
                      <a:pt x="1122" y="1142"/>
                    </a:cubicBezTo>
                    <a:cubicBezTo>
                      <a:pt x="527" y="1737"/>
                      <a:pt x="193" y="2544"/>
                      <a:pt x="193" y="3386"/>
                    </a:cubicBezTo>
                    <a:cubicBezTo>
                      <a:pt x="193" y="4227"/>
                      <a:pt x="527" y="5034"/>
                      <a:pt x="1122" y="5629"/>
                    </a:cubicBezTo>
                    <a:cubicBezTo>
                      <a:pt x="1717" y="6224"/>
                      <a:pt x="2523" y="6559"/>
                      <a:pt x="336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75" name="Freeform: Shape 3774">
                <a:extLst>
                  <a:ext uri="{FF2B5EF4-FFF2-40B4-BE49-F238E27FC236}">
                    <a16:creationId xmlns:a16="http://schemas.microsoft.com/office/drawing/2014/main" id="{10E8F750-A66A-9236-4329-969D721D6AB6}"/>
                  </a:ext>
                </a:extLst>
              </p:cNvPr>
              <p:cNvSpPr/>
              <p:nvPr/>
            </p:nvSpPr>
            <p:spPr>
              <a:xfrm>
                <a:off x="3111341" y="6179573"/>
                <a:ext cx="6343" cy="6345"/>
              </a:xfrm>
              <a:custGeom>
                <a:avLst/>
                <a:gdLst>
                  <a:gd name="connsiteX0" fmla="*/ 3350 w 6343"/>
                  <a:gd name="connsiteY0" fmla="*/ 6558 h 6345"/>
                  <a:gd name="connsiteX1" fmla="*/ 5592 w 6343"/>
                  <a:gd name="connsiteY1" fmla="*/ 5629 h 6345"/>
                  <a:gd name="connsiteX2" fmla="*/ 6521 w 6343"/>
                  <a:gd name="connsiteY2" fmla="*/ 3385 h 6345"/>
                  <a:gd name="connsiteX3" fmla="*/ 5592 w 6343"/>
                  <a:gd name="connsiteY3" fmla="*/ 1142 h 6345"/>
                  <a:gd name="connsiteX4" fmla="*/ 3350 w 6343"/>
                  <a:gd name="connsiteY4" fmla="*/ 213 h 6345"/>
                  <a:gd name="connsiteX5" fmla="*/ 1107 w 6343"/>
                  <a:gd name="connsiteY5" fmla="*/ 1142 h 6345"/>
                  <a:gd name="connsiteX6" fmla="*/ 178 w 6343"/>
                  <a:gd name="connsiteY6" fmla="*/ 3385 h 6345"/>
                  <a:gd name="connsiteX7" fmla="*/ 1107 w 6343"/>
                  <a:gd name="connsiteY7" fmla="*/ 5629 h 6345"/>
                  <a:gd name="connsiteX8" fmla="*/ 3350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58"/>
                    </a:moveTo>
                    <a:cubicBezTo>
                      <a:pt x="4191" y="6558"/>
                      <a:pt x="4998" y="6224"/>
                      <a:pt x="5592" y="5629"/>
                    </a:cubicBezTo>
                    <a:cubicBezTo>
                      <a:pt x="6187" y="5034"/>
                      <a:pt x="6521" y="4227"/>
                      <a:pt x="6521" y="3385"/>
                    </a:cubicBezTo>
                    <a:cubicBezTo>
                      <a:pt x="6521" y="2544"/>
                      <a:pt x="6187" y="1737"/>
                      <a:pt x="5592" y="1142"/>
                    </a:cubicBezTo>
                    <a:cubicBezTo>
                      <a:pt x="4998" y="547"/>
                      <a:pt x="4191" y="213"/>
                      <a:pt x="3350" y="213"/>
                    </a:cubicBezTo>
                    <a:cubicBezTo>
                      <a:pt x="2509" y="213"/>
                      <a:pt x="1702" y="547"/>
                      <a:pt x="1107" y="1142"/>
                    </a:cubicBezTo>
                    <a:cubicBezTo>
                      <a:pt x="512" y="1737"/>
                      <a:pt x="178" y="2544"/>
                      <a:pt x="178" y="3385"/>
                    </a:cubicBezTo>
                    <a:cubicBezTo>
                      <a:pt x="178" y="4227"/>
                      <a:pt x="512" y="5034"/>
                      <a:pt x="1107" y="5629"/>
                    </a:cubicBezTo>
                    <a:cubicBezTo>
                      <a:pt x="1702" y="6224"/>
                      <a:pt x="2509" y="6558"/>
                      <a:pt x="3350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76" name="Freeform: Shape 3775">
                <a:extLst>
                  <a:ext uri="{FF2B5EF4-FFF2-40B4-BE49-F238E27FC236}">
                    <a16:creationId xmlns:a16="http://schemas.microsoft.com/office/drawing/2014/main" id="{ED41C19E-7D53-57AF-0AC2-952216D210D9}"/>
                  </a:ext>
                </a:extLst>
              </p:cNvPr>
              <p:cNvSpPr/>
              <p:nvPr/>
            </p:nvSpPr>
            <p:spPr>
              <a:xfrm>
                <a:off x="3111219" y="6161051"/>
                <a:ext cx="6343" cy="6345"/>
              </a:xfrm>
              <a:custGeom>
                <a:avLst/>
                <a:gdLst>
                  <a:gd name="connsiteX0" fmla="*/ 3350 w 6343"/>
                  <a:gd name="connsiteY0" fmla="*/ 6557 h 6345"/>
                  <a:gd name="connsiteX1" fmla="*/ 5592 w 6343"/>
                  <a:gd name="connsiteY1" fmla="*/ 5627 h 6345"/>
                  <a:gd name="connsiteX2" fmla="*/ 6521 w 6343"/>
                  <a:gd name="connsiteY2" fmla="*/ 3384 h 6345"/>
                  <a:gd name="connsiteX3" fmla="*/ 5592 w 6343"/>
                  <a:gd name="connsiteY3" fmla="*/ 1141 h 6345"/>
                  <a:gd name="connsiteX4" fmla="*/ 3350 w 6343"/>
                  <a:gd name="connsiteY4" fmla="*/ 211 h 6345"/>
                  <a:gd name="connsiteX5" fmla="*/ 1107 w 6343"/>
                  <a:gd name="connsiteY5" fmla="*/ 1141 h 6345"/>
                  <a:gd name="connsiteX6" fmla="*/ 178 w 6343"/>
                  <a:gd name="connsiteY6" fmla="*/ 3384 h 6345"/>
                  <a:gd name="connsiteX7" fmla="*/ 1107 w 6343"/>
                  <a:gd name="connsiteY7" fmla="*/ 5627 h 6345"/>
                  <a:gd name="connsiteX8" fmla="*/ 3350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57"/>
                    </a:moveTo>
                    <a:cubicBezTo>
                      <a:pt x="4191" y="6557"/>
                      <a:pt x="4998" y="6222"/>
                      <a:pt x="5592" y="5627"/>
                    </a:cubicBezTo>
                    <a:cubicBezTo>
                      <a:pt x="6187" y="5032"/>
                      <a:pt x="6521" y="4225"/>
                      <a:pt x="6521" y="3384"/>
                    </a:cubicBezTo>
                    <a:cubicBezTo>
                      <a:pt x="6521" y="2543"/>
                      <a:pt x="6187" y="1736"/>
                      <a:pt x="5592" y="1141"/>
                    </a:cubicBezTo>
                    <a:cubicBezTo>
                      <a:pt x="4998" y="546"/>
                      <a:pt x="4191" y="211"/>
                      <a:pt x="3350" y="211"/>
                    </a:cubicBezTo>
                    <a:cubicBezTo>
                      <a:pt x="2509" y="211"/>
                      <a:pt x="1702" y="546"/>
                      <a:pt x="1107" y="1141"/>
                    </a:cubicBezTo>
                    <a:cubicBezTo>
                      <a:pt x="512" y="1736"/>
                      <a:pt x="178" y="2543"/>
                      <a:pt x="178" y="3384"/>
                    </a:cubicBezTo>
                    <a:cubicBezTo>
                      <a:pt x="178" y="4225"/>
                      <a:pt x="512" y="5032"/>
                      <a:pt x="1107" y="5627"/>
                    </a:cubicBezTo>
                    <a:cubicBezTo>
                      <a:pt x="1702" y="6222"/>
                      <a:pt x="2509" y="6557"/>
                      <a:pt x="3350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77" name="Freeform: Shape 3776">
                <a:extLst>
                  <a:ext uri="{FF2B5EF4-FFF2-40B4-BE49-F238E27FC236}">
                    <a16:creationId xmlns:a16="http://schemas.microsoft.com/office/drawing/2014/main" id="{D8F817C3-D227-6561-2F33-1EDE170D6FA0}"/>
                  </a:ext>
                </a:extLst>
              </p:cNvPr>
              <p:cNvSpPr/>
              <p:nvPr/>
            </p:nvSpPr>
            <p:spPr>
              <a:xfrm>
                <a:off x="3109746" y="6155748"/>
                <a:ext cx="6343" cy="6345"/>
              </a:xfrm>
              <a:custGeom>
                <a:avLst/>
                <a:gdLst>
                  <a:gd name="connsiteX0" fmla="*/ 3350 w 6343"/>
                  <a:gd name="connsiteY0" fmla="*/ 6556 h 6345"/>
                  <a:gd name="connsiteX1" fmla="*/ 5592 w 6343"/>
                  <a:gd name="connsiteY1" fmla="*/ 5627 h 6345"/>
                  <a:gd name="connsiteX2" fmla="*/ 6521 w 6343"/>
                  <a:gd name="connsiteY2" fmla="*/ 3384 h 6345"/>
                  <a:gd name="connsiteX3" fmla="*/ 5592 w 6343"/>
                  <a:gd name="connsiteY3" fmla="*/ 1140 h 6345"/>
                  <a:gd name="connsiteX4" fmla="*/ 3350 w 6343"/>
                  <a:gd name="connsiteY4" fmla="*/ 211 h 6345"/>
                  <a:gd name="connsiteX5" fmla="*/ 1107 w 6343"/>
                  <a:gd name="connsiteY5" fmla="*/ 1140 h 6345"/>
                  <a:gd name="connsiteX6" fmla="*/ 178 w 6343"/>
                  <a:gd name="connsiteY6" fmla="*/ 3384 h 6345"/>
                  <a:gd name="connsiteX7" fmla="*/ 1107 w 6343"/>
                  <a:gd name="connsiteY7" fmla="*/ 5627 h 6345"/>
                  <a:gd name="connsiteX8" fmla="*/ 3350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56"/>
                    </a:moveTo>
                    <a:cubicBezTo>
                      <a:pt x="4191" y="6556"/>
                      <a:pt x="4997" y="6222"/>
                      <a:pt x="5592" y="5627"/>
                    </a:cubicBezTo>
                    <a:cubicBezTo>
                      <a:pt x="6187" y="5032"/>
                      <a:pt x="6521" y="4225"/>
                      <a:pt x="6521" y="3384"/>
                    </a:cubicBezTo>
                    <a:cubicBezTo>
                      <a:pt x="6521" y="2542"/>
                      <a:pt x="6187" y="1735"/>
                      <a:pt x="5592" y="1140"/>
                    </a:cubicBezTo>
                    <a:cubicBezTo>
                      <a:pt x="4997" y="545"/>
                      <a:pt x="4191" y="211"/>
                      <a:pt x="3350" y="211"/>
                    </a:cubicBezTo>
                    <a:cubicBezTo>
                      <a:pt x="2508" y="211"/>
                      <a:pt x="1702" y="545"/>
                      <a:pt x="1107" y="1140"/>
                    </a:cubicBezTo>
                    <a:cubicBezTo>
                      <a:pt x="512" y="1735"/>
                      <a:pt x="178" y="2542"/>
                      <a:pt x="178" y="3384"/>
                    </a:cubicBezTo>
                    <a:cubicBezTo>
                      <a:pt x="178" y="4225"/>
                      <a:pt x="512" y="5032"/>
                      <a:pt x="1107" y="5627"/>
                    </a:cubicBezTo>
                    <a:cubicBezTo>
                      <a:pt x="1702" y="6222"/>
                      <a:pt x="2508" y="6556"/>
                      <a:pt x="3350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78" name="Freeform: Shape 3777">
                <a:extLst>
                  <a:ext uri="{FF2B5EF4-FFF2-40B4-BE49-F238E27FC236}">
                    <a16:creationId xmlns:a16="http://schemas.microsoft.com/office/drawing/2014/main" id="{B087B8BD-3DD3-091B-6AC6-6D2BD9E75FBC}"/>
                  </a:ext>
                </a:extLst>
              </p:cNvPr>
              <p:cNvSpPr/>
              <p:nvPr/>
            </p:nvSpPr>
            <p:spPr>
              <a:xfrm>
                <a:off x="3107184" y="6151055"/>
                <a:ext cx="6343" cy="6345"/>
              </a:xfrm>
              <a:custGeom>
                <a:avLst/>
                <a:gdLst>
                  <a:gd name="connsiteX0" fmla="*/ 3349 w 6343"/>
                  <a:gd name="connsiteY0" fmla="*/ 6556 h 6345"/>
                  <a:gd name="connsiteX1" fmla="*/ 5592 w 6343"/>
                  <a:gd name="connsiteY1" fmla="*/ 5627 h 6345"/>
                  <a:gd name="connsiteX2" fmla="*/ 6521 w 6343"/>
                  <a:gd name="connsiteY2" fmla="*/ 3383 h 6345"/>
                  <a:gd name="connsiteX3" fmla="*/ 5592 w 6343"/>
                  <a:gd name="connsiteY3" fmla="*/ 1140 h 6345"/>
                  <a:gd name="connsiteX4" fmla="*/ 3349 w 6343"/>
                  <a:gd name="connsiteY4" fmla="*/ 211 h 6345"/>
                  <a:gd name="connsiteX5" fmla="*/ 1107 w 6343"/>
                  <a:gd name="connsiteY5" fmla="*/ 1140 h 6345"/>
                  <a:gd name="connsiteX6" fmla="*/ 178 w 6343"/>
                  <a:gd name="connsiteY6" fmla="*/ 3383 h 6345"/>
                  <a:gd name="connsiteX7" fmla="*/ 1107 w 6343"/>
                  <a:gd name="connsiteY7" fmla="*/ 5627 h 6345"/>
                  <a:gd name="connsiteX8" fmla="*/ 3349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56"/>
                    </a:moveTo>
                    <a:cubicBezTo>
                      <a:pt x="4190" y="6556"/>
                      <a:pt x="4997" y="6222"/>
                      <a:pt x="5592" y="5627"/>
                    </a:cubicBezTo>
                    <a:cubicBezTo>
                      <a:pt x="6187" y="5032"/>
                      <a:pt x="6521" y="4225"/>
                      <a:pt x="6521" y="3383"/>
                    </a:cubicBezTo>
                    <a:cubicBezTo>
                      <a:pt x="6521" y="2542"/>
                      <a:pt x="6187" y="1735"/>
                      <a:pt x="5592" y="1140"/>
                    </a:cubicBezTo>
                    <a:cubicBezTo>
                      <a:pt x="4997" y="545"/>
                      <a:pt x="4190" y="211"/>
                      <a:pt x="3349" y="211"/>
                    </a:cubicBezTo>
                    <a:cubicBezTo>
                      <a:pt x="2508" y="211"/>
                      <a:pt x="1701" y="545"/>
                      <a:pt x="1107" y="1140"/>
                    </a:cubicBezTo>
                    <a:cubicBezTo>
                      <a:pt x="512" y="1735"/>
                      <a:pt x="178" y="2542"/>
                      <a:pt x="178" y="3383"/>
                    </a:cubicBezTo>
                    <a:cubicBezTo>
                      <a:pt x="178" y="4225"/>
                      <a:pt x="512" y="5032"/>
                      <a:pt x="1107" y="5627"/>
                    </a:cubicBezTo>
                    <a:cubicBezTo>
                      <a:pt x="1701" y="6222"/>
                      <a:pt x="2508" y="6556"/>
                      <a:pt x="3349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79" name="Freeform: Shape 3778">
                <a:extLst>
                  <a:ext uri="{FF2B5EF4-FFF2-40B4-BE49-F238E27FC236}">
                    <a16:creationId xmlns:a16="http://schemas.microsoft.com/office/drawing/2014/main" id="{630DEA6B-E0C0-611C-3198-F33BCA4686B7}"/>
                  </a:ext>
                </a:extLst>
              </p:cNvPr>
              <p:cNvSpPr/>
              <p:nvPr/>
            </p:nvSpPr>
            <p:spPr>
              <a:xfrm>
                <a:off x="3114072" y="6141310"/>
                <a:ext cx="6343" cy="6345"/>
              </a:xfrm>
              <a:custGeom>
                <a:avLst/>
                <a:gdLst>
                  <a:gd name="connsiteX0" fmla="*/ 3350 w 6343"/>
                  <a:gd name="connsiteY0" fmla="*/ 6555 h 6345"/>
                  <a:gd name="connsiteX1" fmla="*/ 5592 w 6343"/>
                  <a:gd name="connsiteY1" fmla="*/ 5626 h 6345"/>
                  <a:gd name="connsiteX2" fmla="*/ 6521 w 6343"/>
                  <a:gd name="connsiteY2" fmla="*/ 3382 h 6345"/>
                  <a:gd name="connsiteX3" fmla="*/ 5592 w 6343"/>
                  <a:gd name="connsiteY3" fmla="*/ 1139 h 6345"/>
                  <a:gd name="connsiteX4" fmla="*/ 3350 w 6343"/>
                  <a:gd name="connsiteY4" fmla="*/ 210 h 6345"/>
                  <a:gd name="connsiteX5" fmla="*/ 1107 w 6343"/>
                  <a:gd name="connsiteY5" fmla="*/ 1139 h 6345"/>
                  <a:gd name="connsiteX6" fmla="*/ 178 w 6343"/>
                  <a:gd name="connsiteY6" fmla="*/ 3382 h 6345"/>
                  <a:gd name="connsiteX7" fmla="*/ 1107 w 6343"/>
                  <a:gd name="connsiteY7" fmla="*/ 5626 h 6345"/>
                  <a:gd name="connsiteX8" fmla="*/ 3350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55"/>
                    </a:moveTo>
                    <a:cubicBezTo>
                      <a:pt x="4191" y="6555"/>
                      <a:pt x="4998" y="6221"/>
                      <a:pt x="5592" y="5626"/>
                    </a:cubicBezTo>
                    <a:cubicBezTo>
                      <a:pt x="6187" y="5031"/>
                      <a:pt x="6521" y="4224"/>
                      <a:pt x="6521" y="3382"/>
                    </a:cubicBezTo>
                    <a:cubicBezTo>
                      <a:pt x="6521" y="2541"/>
                      <a:pt x="6187" y="1734"/>
                      <a:pt x="5592" y="1139"/>
                    </a:cubicBezTo>
                    <a:cubicBezTo>
                      <a:pt x="4998" y="544"/>
                      <a:pt x="4191" y="210"/>
                      <a:pt x="3350" y="210"/>
                    </a:cubicBezTo>
                    <a:cubicBezTo>
                      <a:pt x="2509" y="210"/>
                      <a:pt x="1702" y="544"/>
                      <a:pt x="1107" y="1139"/>
                    </a:cubicBezTo>
                    <a:cubicBezTo>
                      <a:pt x="512" y="1734"/>
                      <a:pt x="178" y="2541"/>
                      <a:pt x="178" y="3382"/>
                    </a:cubicBezTo>
                    <a:cubicBezTo>
                      <a:pt x="178" y="4224"/>
                      <a:pt x="512" y="5031"/>
                      <a:pt x="1107" y="5626"/>
                    </a:cubicBezTo>
                    <a:cubicBezTo>
                      <a:pt x="1702" y="6221"/>
                      <a:pt x="2509" y="6555"/>
                      <a:pt x="3350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80" name="Freeform: Shape 3779">
                <a:extLst>
                  <a:ext uri="{FF2B5EF4-FFF2-40B4-BE49-F238E27FC236}">
                    <a16:creationId xmlns:a16="http://schemas.microsoft.com/office/drawing/2014/main" id="{AF4DE021-5ED3-8E54-A861-88067A79AD17}"/>
                  </a:ext>
                </a:extLst>
              </p:cNvPr>
              <p:cNvSpPr/>
              <p:nvPr/>
            </p:nvSpPr>
            <p:spPr>
              <a:xfrm>
                <a:off x="3112060" y="6136400"/>
                <a:ext cx="6343" cy="6345"/>
              </a:xfrm>
              <a:custGeom>
                <a:avLst/>
                <a:gdLst>
                  <a:gd name="connsiteX0" fmla="*/ 3350 w 6343"/>
                  <a:gd name="connsiteY0" fmla="*/ 6555 h 6345"/>
                  <a:gd name="connsiteX1" fmla="*/ 5592 w 6343"/>
                  <a:gd name="connsiteY1" fmla="*/ 5626 h 6345"/>
                  <a:gd name="connsiteX2" fmla="*/ 6521 w 6343"/>
                  <a:gd name="connsiteY2" fmla="*/ 3382 h 6345"/>
                  <a:gd name="connsiteX3" fmla="*/ 5592 w 6343"/>
                  <a:gd name="connsiteY3" fmla="*/ 1139 h 6345"/>
                  <a:gd name="connsiteX4" fmla="*/ 3350 w 6343"/>
                  <a:gd name="connsiteY4" fmla="*/ 209 h 6345"/>
                  <a:gd name="connsiteX5" fmla="*/ 1107 w 6343"/>
                  <a:gd name="connsiteY5" fmla="*/ 1139 h 6345"/>
                  <a:gd name="connsiteX6" fmla="*/ 178 w 6343"/>
                  <a:gd name="connsiteY6" fmla="*/ 3382 h 6345"/>
                  <a:gd name="connsiteX7" fmla="*/ 1107 w 6343"/>
                  <a:gd name="connsiteY7" fmla="*/ 5626 h 6345"/>
                  <a:gd name="connsiteX8" fmla="*/ 3350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55"/>
                    </a:moveTo>
                    <a:cubicBezTo>
                      <a:pt x="4191" y="6555"/>
                      <a:pt x="4998" y="6220"/>
                      <a:pt x="5592" y="5626"/>
                    </a:cubicBezTo>
                    <a:cubicBezTo>
                      <a:pt x="6187" y="5031"/>
                      <a:pt x="6521" y="4223"/>
                      <a:pt x="6521" y="3382"/>
                    </a:cubicBezTo>
                    <a:cubicBezTo>
                      <a:pt x="6521" y="2541"/>
                      <a:pt x="6187" y="1734"/>
                      <a:pt x="5592" y="1139"/>
                    </a:cubicBezTo>
                    <a:cubicBezTo>
                      <a:pt x="4998" y="544"/>
                      <a:pt x="4191" y="209"/>
                      <a:pt x="3350" y="209"/>
                    </a:cubicBezTo>
                    <a:cubicBezTo>
                      <a:pt x="2509" y="209"/>
                      <a:pt x="1702" y="544"/>
                      <a:pt x="1107" y="1139"/>
                    </a:cubicBezTo>
                    <a:cubicBezTo>
                      <a:pt x="512" y="1734"/>
                      <a:pt x="178" y="2541"/>
                      <a:pt x="178" y="3382"/>
                    </a:cubicBezTo>
                    <a:cubicBezTo>
                      <a:pt x="178" y="4223"/>
                      <a:pt x="512" y="5031"/>
                      <a:pt x="1107" y="5626"/>
                    </a:cubicBezTo>
                    <a:cubicBezTo>
                      <a:pt x="1702" y="6220"/>
                      <a:pt x="2509" y="6555"/>
                      <a:pt x="3350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81" name="Freeform: Shape 3780">
                <a:extLst>
                  <a:ext uri="{FF2B5EF4-FFF2-40B4-BE49-F238E27FC236}">
                    <a16:creationId xmlns:a16="http://schemas.microsoft.com/office/drawing/2014/main" id="{E7B721C7-3BB7-459E-71C7-86A99E93BDFD}"/>
                  </a:ext>
                </a:extLst>
              </p:cNvPr>
              <p:cNvSpPr/>
              <p:nvPr/>
            </p:nvSpPr>
            <p:spPr>
              <a:xfrm>
                <a:off x="3090523" y="6141626"/>
                <a:ext cx="6343" cy="6345"/>
              </a:xfrm>
              <a:custGeom>
                <a:avLst/>
                <a:gdLst>
                  <a:gd name="connsiteX0" fmla="*/ 3348 w 6343"/>
                  <a:gd name="connsiteY0" fmla="*/ 6555 h 6345"/>
                  <a:gd name="connsiteX1" fmla="*/ 5591 w 6343"/>
                  <a:gd name="connsiteY1" fmla="*/ 5626 h 6345"/>
                  <a:gd name="connsiteX2" fmla="*/ 6520 w 6343"/>
                  <a:gd name="connsiteY2" fmla="*/ 3382 h 6345"/>
                  <a:gd name="connsiteX3" fmla="*/ 5591 w 6343"/>
                  <a:gd name="connsiteY3" fmla="*/ 1139 h 6345"/>
                  <a:gd name="connsiteX4" fmla="*/ 3348 w 6343"/>
                  <a:gd name="connsiteY4" fmla="*/ 210 h 6345"/>
                  <a:gd name="connsiteX5" fmla="*/ 1105 w 6343"/>
                  <a:gd name="connsiteY5" fmla="*/ 1139 h 6345"/>
                  <a:gd name="connsiteX6" fmla="*/ 176 w 6343"/>
                  <a:gd name="connsiteY6" fmla="*/ 3382 h 6345"/>
                  <a:gd name="connsiteX7" fmla="*/ 1105 w 6343"/>
                  <a:gd name="connsiteY7" fmla="*/ 5626 h 6345"/>
                  <a:gd name="connsiteX8" fmla="*/ 3348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55"/>
                    </a:moveTo>
                    <a:cubicBezTo>
                      <a:pt x="4189" y="6555"/>
                      <a:pt x="4996" y="6221"/>
                      <a:pt x="5591" y="5626"/>
                    </a:cubicBezTo>
                    <a:cubicBezTo>
                      <a:pt x="6185" y="5031"/>
                      <a:pt x="6520" y="4224"/>
                      <a:pt x="6520" y="3382"/>
                    </a:cubicBezTo>
                    <a:cubicBezTo>
                      <a:pt x="6520" y="2541"/>
                      <a:pt x="6185" y="1734"/>
                      <a:pt x="5591" y="1139"/>
                    </a:cubicBezTo>
                    <a:cubicBezTo>
                      <a:pt x="4996" y="544"/>
                      <a:pt x="4189" y="210"/>
                      <a:pt x="3348" y="210"/>
                    </a:cubicBezTo>
                    <a:cubicBezTo>
                      <a:pt x="2507" y="210"/>
                      <a:pt x="1700" y="544"/>
                      <a:pt x="1105" y="1139"/>
                    </a:cubicBezTo>
                    <a:cubicBezTo>
                      <a:pt x="511" y="1734"/>
                      <a:pt x="176" y="2541"/>
                      <a:pt x="176" y="3382"/>
                    </a:cubicBezTo>
                    <a:cubicBezTo>
                      <a:pt x="176" y="4224"/>
                      <a:pt x="511" y="5031"/>
                      <a:pt x="1105" y="5626"/>
                    </a:cubicBezTo>
                    <a:cubicBezTo>
                      <a:pt x="1700" y="6221"/>
                      <a:pt x="2507" y="6555"/>
                      <a:pt x="3348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82" name="Freeform: Shape 3781">
                <a:extLst>
                  <a:ext uri="{FF2B5EF4-FFF2-40B4-BE49-F238E27FC236}">
                    <a16:creationId xmlns:a16="http://schemas.microsoft.com/office/drawing/2014/main" id="{46F90F47-32C4-7BA4-1941-09B6AD57B3F9}"/>
                  </a:ext>
                </a:extLst>
              </p:cNvPr>
              <p:cNvSpPr/>
              <p:nvPr/>
            </p:nvSpPr>
            <p:spPr>
              <a:xfrm>
                <a:off x="3088174" y="6136750"/>
                <a:ext cx="6343" cy="6345"/>
              </a:xfrm>
              <a:custGeom>
                <a:avLst/>
                <a:gdLst>
                  <a:gd name="connsiteX0" fmla="*/ 3348 w 6343"/>
                  <a:gd name="connsiteY0" fmla="*/ 6555 h 6345"/>
                  <a:gd name="connsiteX1" fmla="*/ 5590 w 6343"/>
                  <a:gd name="connsiteY1" fmla="*/ 5626 h 6345"/>
                  <a:gd name="connsiteX2" fmla="*/ 6519 w 6343"/>
                  <a:gd name="connsiteY2" fmla="*/ 3382 h 6345"/>
                  <a:gd name="connsiteX3" fmla="*/ 5590 w 6343"/>
                  <a:gd name="connsiteY3" fmla="*/ 1139 h 6345"/>
                  <a:gd name="connsiteX4" fmla="*/ 3348 w 6343"/>
                  <a:gd name="connsiteY4" fmla="*/ 209 h 6345"/>
                  <a:gd name="connsiteX5" fmla="*/ 1105 w 6343"/>
                  <a:gd name="connsiteY5" fmla="*/ 1139 h 6345"/>
                  <a:gd name="connsiteX6" fmla="*/ 176 w 6343"/>
                  <a:gd name="connsiteY6" fmla="*/ 3382 h 6345"/>
                  <a:gd name="connsiteX7" fmla="*/ 1105 w 6343"/>
                  <a:gd name="connsiteY7" fmla="*/ 5626 h 6345"/>
                  <a:gd name="connsiteX8" fmla="*/ 3348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55"/>
                    </a:moveTo>
                    <a:cubicBezTo>
                      <a:pt x="4189" y="6555"/>
                      <a:pt x="4996" y="6220"/>
                      <a:pt x="5590" y="5626"/>
                    </a:cubicBezTo>
                    <a:cubicBezTo>
                      <a:pt x="6185" y="5031"/>
                      <a:pt x="6519" y="4224"/>
                      <a:pt x="6519" y="3382"/>
                    </a:cubicBezTo>
                    <a:cubicBezTo>
                      <a:pt x="6519" y="2541"/>
                      <a:pt x="6185" y="1734"/>
                      <a:pt x="5590" y="1139"/>
                    </a:cubicBezTo>
                    <a:cubicBezTo>
                      <a:pt x="4996" y="544"/>
                      <a:pt x="4189" y="209"/>
                      <a:pt x="3348" y="209"/>
                    </a:cubicBezTo>
                    <a:cubicBezTo>
                      <a:pt x="2507" y="209"/>
                      <a:pt x="1700" y="544"/>
                      <a:pt x="1105" y="1139"/>
                    </a:cubicBezTo>
                    <a:cubicBezTo>
                      <a:pt x="510" y="1734"/>
                      <a:pt x="176" y="2541"/>
                      <a:pt x="176" y="3382"/>
                    </a:cubicBezTo>
                    <a:cubicBezTo>
                      <a:pt x="176" y="4224"/>
                      <a:pt x="510" y="5031"/>
                      <a:pt x="1105" y="5626"/>
                    </a:cubicBezTo>
                    <a:cubicBezTo>
                      <a:pt x="1700" y="6220"/>
                      <a:pt x="2507" y="6555"/>
                      <a:pt x="3348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83" name="Freeform: Shape 3782">
                <a:extLst>
                  <a:ext uri="{FF2B5EF4-FFF2-40B4-BE49-F238E27FC236}">
                    <a16:creationId xmlns:a16="http://schemas.microsoft.com/office/drawing/2014/main" id="{66529128-0A8C-2A9F-E22B-F3D29DA36615}"/>
                  </a:ext>
                </a:extLst>
              </p:cNvPr>
              <p:cNvSpPr/>
              <p:nvPr/>
            </p:nvSpPr>
            <p:spPr>
              <a:xfrm>
                <a:off x="3310385" y="6001751"/>
                <a:ext cx="6343" cy="6345"/>
              </a:xfrm>
              <a:custGeom>
                <a:avLst/>
                <a:gdLst>
                  <a:gd name="connsiteX0" fmla="*/ 3365 w 6343"/>
                  <a:gd name="connsiteY0" fmla="*/ 6544 h 6345"/>
                  <a:gd name="connsiteX1" fmla="*/ 5608 w 6343"/>
                  <a:gd name="connsiteY1" fmla="*/ 5615 h 6345"/>
                  <a:gd name="connsiteX2" fmla="*/ 6537 w 6343"/>
                  <a:gd name="connsiteY2" fmla="*/ 3371 h 6345"/>
                  <a:gd name="connsiteX3" fmla="*/ 5608 w 6343"/>
                  <a:gd name="connsiteY3" fmla="*/ 1128 h 6345"/>
                  <a:gd name="connsiteX4" fmla="*/ 3365 w 6343"/>
                  <a:gd name="connsiteY4" fmla="*/ 199 h 6345"/>
                  <a:gd name="connsiteX5" fmla="*/ 1123 w 6343"/>
                  <a:gd name="connsiteY5" fmla="*/ 1128 h 6345"/>
                  <a:gd name="connsiteX6" fmla="*/ 194 w 6343"/>
                  <a:gd name="connsiteY6" fmla="*/ 3371 h 6345"/>
                  <a:gd name="connsiteX7" fmla="*/ 1123 w 6343"/>
                  <a:gd name="connsiteY7" fmla="*/ 5615 h 6345"/>
                  <a:gd name="connsiteX8" fmla="*/ 3365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4"/>
                    </a:moveTo>
                    <a:cubicBezTo>
                      <a:pt x="4206" y="6544"/>
                      <a:pt x="5013" y="6210"/>
                      <a:pt x="5608" y="5615"/>
                    </a:cubicBezTo>
                    <a:cubicBezTo>
                      <a:pt x="6203" y="5020"/>
                      <a:pt x="6537" y="4213"/>
                      <a:pt x="6537" y="3371"/>
                    </a:cubicBezTo>
                    <a:cubicBezTo>
                      <a:pt x="6537" y="2530"/>
                      <a:pt x="6203" y="1723"/>
                      <a:pt x="5608" y="1128"/>
                    </a:cubicBezTo>
                    <a:cubicBezTo>
                      <a:pt x="5013" y="533"/>
                      <a:pt x="4206" y="199"/>
                      <a:pt x="3365" y="199"/>
                    </a:cubicBezTo>
                    <a:cubicBezTo>
                      <a:pt x="2524" y="199"/>
                      <a:pt x="1717" y="533"/>
                      <a:pt x="1123" y="1128"/>
                    </a:cubicBezTo>
                    <a:cubicBezTo>
                      <a:pt x="528" y="1723"/>
                      <a:pt x="194" y="2530"/>
                      <a:pt x="194" y="3371"/>
                    </a:cubicBezTo>
                    <a:cubicBezTo>
                      <a:pt x="194" y="4213"/>
                      <a:pt x="528" y="5020"/>
                      <a:pt x="1123" y="5615"/>
                    </a:cubicBezTo>
                    <a:cubicBezTo>
                      <a:pt x="1717" y="6210"/>
                      <a:pt x="2524" y="6544"/>
                      <a:pt x="3365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84" name="Freeform: Shape 3783">
                <a:extLst>
                  <a:ext uri="{FF2B5EF4-FFF2-40B4-BE49-F238E27FC236}">
                    <a16:creationId xmlns:a16="http://schemas.microsoft.com/office/drawing/2014/main" id="{8E5694F6-7FCA-11AC-FC96-93A6695C50A7}"/>
                  </a:ext>
                </a:extLst>
              </p:cNvPr>
              <p:cNvSpPr/>
              <p:nvPr/>
            </p:nvSpPr>
            <p:spPr>
              <a:xfrm>
                <a:off x="3307817" y="5998733"/>
                <a:ext cx="6343" cy="6345"/>
              </a:xfrm>
              <a:custGeom>
                <a:avLst/>
                <a:gdLst>
                  <a:gd name="connsiteX0" fmla="*/ 3365 w 6343"/>
                  <a:gd name="connsiteY0" fmla="*/ 6544 h 6345"/>
                  <a:gd name="connsiteX1" fmla="*/ 5608 w 6343"/>
                  <a:gd name="connsiteY1" fmla="*/ 5615 h 6345"/>
                  <a:gd name="connsiteX2" fmla="*/ 6537 w 6343"/>
                  <a:gd name="connsiteY2" fmla="*/ 3371 h 6345"/>
                  <a:gd name="connsiteX3" fmla="*/ 5608 w 6343"/>
                  <a:gd name="connsiteY3" fmla="*/ 1128 h 6345"/>
                  <a:gd name="connsiteX4" fmla="*/ 3365 w 6343"/>
                  <a:gd name="connsiteY4" fmla="*/ 199 h 6345"/>
                  <a:gd name="connsiteX5" fmla="*/ 1122 w 6343"/>
                  <a:gd name="connsiteY5" fmla="*/ 1128 h 6345"/>
                  <a:gd name="connsiteX6" fmla="*/ 194 w 6343"/>
                  <a:gd name="connsiteY6" fmla="*/ 3371 h 6345"/>
                  <a:gd name="connsiteX7" fmla="*/ 1122 w 6343"/>
                  <a:gd name="connsiteY7" fmla="*/ 5615 h 6345"/>
                  <a:gd name="connsiteX8" fmla="*/ 3365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4"/>
                    </a:moveTo>
                    <a:cubicBezTo>
                      <a:pt x="4206" y="6544"/>
                      <a:pt x="5013" y="6210"/>
                      <a:pt x="5608" y="5615"/>
                    </a:cubicBezTo>
                    <a:cubicBezTo>
                      <a:pt x="6202" y="5020"/>
                      <a:pt x="6537" y="4213"/>
                      <a:pt x="6537" y="3371"/>
                    </a:cubicBezTo>
                    <a:cubicBezTo>
                      <a:pt x="6537" y="2530"/>
                      <a:pt x="6202" y="1723"/>
                      <a:pt x="5608" y="1128"/>
                    </a:cubicBezTo>
                    <a:cubicBezTo>
                      <a:pt x="5013" y="533"/>
                      <a:pt x="4206" y="199"/>
                      <a:pt x="3365" y="199"/>
                    </a:cubicBezTo>
                    <a:cubicBezTo>
                      <a:pt x="2524" y="199"/>
                      <a:pt x="1717" y="533"/>
                      <a:pt x="1122" y="1128"/>
                    </a:cubicBezTo>
                    <a:cubicBezTo>
                      <a:pt x="528" y="1723"/>
                      <a:pt x="194" y="2530"/>
                      <a:pt x="194" y="3371"/>
                    </a:cubicBezTo>
                    <a:cubicBezTo>
                      <a:pt x="194" y="4213"/>
                      <a:pt x="528" y="5020"/>
                      <a:pt x="1122" y="5615"/>
                    </a:cubicBezTo>
                    <a:cubicBezTo>
                      <a:pt x="1717" y="6210"/>
                      <a:pt x="2524" y="6544"/>
                      <a:pt x="3365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85" name="Freeform: Shape 3784">
                <a:extLst>
                  <a:ext uri="{FF2B5EF4-FFF2-40B4-BE49-F238E27FC236}">
                    <a16:creationId xmlns:a16="http://schemas.microsoft.com/office/drawing/2014/main" id="{F957B019-823E-0511-61ED-970D1A0CD67B}"/>
                  </a:ext>
                </a:extLst>
              </p:cNvPr>
              <p:cNvSpPr/>
              <p:nvPr/>
            </p:nvSpPr>
            <p:spPr>
              <a:xfrm>
                <a:off x="3019946" y="5982964"/>
                <a:ext cx="6343" cy="6345"/>
              </a:xfrm>
              <a:custGeom>
                <a:avLst/>
                <a:gdLst>
                  <a:gd name="connsiteX0" fmla="*/ 3342 w 6343"/>
                  <a:gd name="connsiteY0" fmla="*/ 6543 h 6345"/>
                  <a:gd name="connsiteX1" fmla="*/ 5585 w 6343"/>
                  <a:gd name="connsiteY1" fmla="*/ 5613 h 6345"/>
                  <a:gd name="connsiteX2" fmla="*/ 6514 w 6343"/>
                  <a:gd name="connsiteY2" fmla="*/ 3370 h 6345"/>
                  <a:gd name="connsiteX3" fmla="*/ 5585 w 6343"/>
                  <a:gd name="connsiteY3" fmla="*/ 1127 h 6345"/>
                  <a:gd name="connsiteX4" fmla="*/ 3342 w 6343"/>
                  <a:gd name="connsiteY4" fmla="*/ 197 h 6345"/>
                  <a:gd name="connsiteX5" fmla="*/ 1100 w 6343"/>
                  <a:gd name="connsiteY5" fmla="*/ 1127 h 6345"/>
                  <a:gd name="connsiteX6" fmla="*/ 171 w 6343"/>
                  <a:gd name="connsiteY6" fmla="*/ 3370 h 6345"/>
                  <a:gd name="connsiteX7" fmla="*/ 1100 w 6343"/>
                  <a:gd name="connsiteY7" fmla="*/ 5613 h 6345"/>
                  <a:gd name="connsiteX8" fmla="*/ 334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543"/>
                    </a:moveTo>
                    <a:cubicBezTo>
                      <a:pt x="4184" y="6543"/>
                      <a:pt x="4990" y="6208"/>
                      <a:pt x="5585" y="5613"/>
                    </a:cubicBezTo>
                    <a:cubicBezTo>
                      <a:pt x="6180" y="5018"/>
                      <a:pt x="6514" y="4211"/>
                      <a:pt x="6514" y="3370"/>
                    </a:cubicBezTo>
                    <a:cubicBezTo>
                      <a:pt x="6514" y="2529"/>
                      <a:pt x="6180" y="1721"/>
                      <a:pt x="5585" y="1127"/>
                    </a:cubicBezTo>
                    <a:cubicBezTo>
                      <a:pt x="4990" y="532"/>
                      <a:pt x="4184" y="197"/>
                      <a:pt x="3342" y="197"/>
                    </a:cubicBezTo>
                    <a:cubicBezTo>
                      <a:pt x="2501" y="197"/>
                      <a:pt x="1695" y="532"/>
                      <a:pt x="1100" y="1127"/>
                    </a:cubicBezTo>
                    <a:cubicBezTo>
                      <a:pt x="505" y="1721"/>
                      <a:pt x="171" y="2529"/>
                      <a:pt x="171" y="3370"/>
                    </a:cubicBezTo>
                    <a:cubicBezTo>
                      <a:pt x="171" y="4211"/>
                      <a:pt x="505" y="5018"/>
                      <a:pt x="1100" y="5613"/>
                    </a:cubicBezTo>
                    <a:cubicBezTo>
                      <a:pt x="1695" y="6208"/>
                      <a:pt x="2501" y="6543"/>
                      <a:pt x="334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86" name="Freeform: Shape 3785">
                <a:extLst>
                  <a:ext uri="{FF2B5EF4-FFF2-40B4-BE49-F238E27FC236}">
                    <a16:creationId xmlns:a16="http://schemas.microsoft.com/office/drawing/2014/main" id="{DE9B61E8-76B0-3776-E5EE-D4AC45B52D6C}"/>
                  </a:ext>
                </a:extLst>
              </p:cNvPr>
              <p:cNvSpPr/>
              <p:nvPr/>
            </p:nvSpPr>
            <p:spPr>
              <a:xfrm>
                <a:off x="3532265" y="5756529"/>
                <a:ext cx="6343" cy="6345"/>
              </a:xfrm>
              <a:custGeom>
                <a:avLst/>
                <a:gdLst>
                  <a:gd name="connsiteX0" fmla="*/ 3383 w 6343"/>
                  <a:gd name="connsiteY0" fmla="*/ 6525 h 6345"/>
                  <a:gd name="connsiteX1" fmla="*/ 5625 w 6343"/>
                  <a:gd name="connsiteY1" fmla="*/ 5596 h 6345"/>
                  <a:gd name="connsiteX2" fmla="*/ 6554 w 6343"/>
                  <a:gd name="connsiteY2" fmla="*/ 3352 h 6345"/>
                  <a:gd name="connsiteX3" fmla="*/ 5625 w 6343"/>
                  <a:gd name="connsiteY3" fmla="*/ 1109 h 6345"/>
                  <a:gd name="connsiteX4" fmla="*/ 3383 w 6343"/>
                  <a:gd name="connsiteY4" fmla="*/ 179 h 6345"/>
                  <a:gd name="connsiteX5" fmla="*/ 1140 w 6343"/>
                  <a:gd name="connsiteY5" fmla="*/ 1109 h 6345"/>
                  <a:gd name="connsiteX6" fmla="*/ 211 w 6343"/>
                  <a:gd name="connsiteY6" fmla="*/ 3352 h 6345"/>
                  <a:gd name="connsiteX7" fmla="*/ 1140 w 6343"/>
                  <a:gd name="connsiteY7" fmla="*/ 5596 h 6345"/>
                  <a:gd name="connsiteX8" fmla="*/ 338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5"/>
                    </a:moveTo>
                    <a:cubicBezTo>
                      <a:pt x="4224" y="6525"/>
                      <a:pt x="5031" y="6191"/>
                      <a:pt x="5625" y="5596"/>
                    </a:cubicBezTo>
                    <a:cubicBezTo>
                      <a:pt x="6220" y="5001"/>
                      <a:pt x="6554" y="4194"/>
                      <a:pt x="6554" y="3352"/>
                    </a:cubicBezTo>
                    <a:cubicBezTo>
                      <a:pt x="6554" y="2511"/>
                      <a:pt x="6220" y="1704"/>
                      <a:pt x="5625" y="1109"/>
                    </a:cubicBezTo>
                    <a:cubicBezTo>
                      <a:pt x="5031" y="514"/>
                      <a:pt x="4224" y="179"/>
                      <a:pt x="3383" y="179"/>
                    </a:cubicBezTo>
                    <a:cubicBezTo>
                      <a:pt x="2542" y="179"/>
                      <a:pt x="1735" y="514"/>
                      <a:pt x="1140" y="1109"/>
                    </a:cubicBezTo>
                    <a:cubicBezTo>
                      <a:pt x="545" y="1704"/>
                      <a:pt x="211" y="2511"/>
                      <a:pt x="211" y="3352"/>
                    </a:cubicBezTo>
                    <a:cubicBezTo>
                      <a:pt x="211" y="4194"/>
                      <a:pt x="545" y="5001"/>
                      <a:pt x="1140" y="5596"/>
                    </a:cubicBezTo>
                    <a:cubicBezTo>
                      <a:pt x="1735" y="6191"/>
                      <a:pt x="2542" y="6525"/>
                      <a:pt x="338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87" name="Freeform: Shape 3786">
                <a:extLst>
                  <a:ext uri="{FF2B5EF4-FFF2-40B4-BE49-F238E27FC236}">
                    <a16:creationId xmlns:a16="http://schemas.microsoft.com/office/drawing/2014/main" id="{7E990314-D20C-505C-DE46-503B56F59681}"/>
                  </a:ext>
                </a:extLst>
              </p:cNvPr>
              <p:cNvSpPr/>
              <p:nvPr/>
            </p:nvSpPr>
            <p:spPr>
              <a:xfrm>
                <a:off x="3588033" y="5751357"/>
                <a:ext cx="6343" cy="6345"/>
              </a:xfrm>
              <a:custGeom>
                <a:avLst/>
                <a:gdLst>
                  <a:gd name="connsiteX0" fmla="*/ 3387 w 6343"/>
                  <a:gd name="connsiteY0" fmla="*/ 6524 h 6345"/>
                  <a:gd name="connsiteX1" fmla="*/ 5630 w 6343"/>
                  <a:gd name="connsiteY1" fmla="*/ 5595 h 6345"/>
                  <a:gd name="connsiteX2" fmla="*/ 6559 w 6343"/>
                  <a:gd name="connsiteY2" fmla="*/ 3352 h 6345"/>
                  <a:gd name="connsiteX3" fmla="*/ 5630 w 6343"/>
                  <a:gd name="connsiteY3" fmla="*/ 1108 h 6345"/>
                  <a:gd name="connsiteX4" fmla="*/ 3387 w 6343"/>
                  <a:gd name="connsiteY4" fmla="*/ 179 h 6345"/>
                  <a:gd name="connsiteX5" fmla="*/ 1145 w 6343"/>
                  <a:gd name="connsiteY5" fmla="*/ 1108 h 6345"/>
                  <a:gd name="connsiteX6" fmla="*/ 216 w 6343"/>
                  <a:gd name="connsiteY6" fmla="*/ 3352 h 6345"/>
                  <a:gd name="connsiteX7" fmla="*/ 1145 w 6343"/>
                  <a:gd name="connsiteY7" fmla="*/ 5595 h 6345"/>
                  <a:gd name="connsiteX8" fmla="*/ 3387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4"/>
                    </a:moveTo>
                    <a:cubicBezTo>
                      <a:pt x="4228" y="6524"/>
                      <a:pt x="5035" y="6190"/>
                      <a:pt x="5630" y="5595"/>
                    </a:cubicBezTo>
                    <a:cubicBezTo>
                      <a:pt x="6225" y="5000"/>
                      <a:pt x="6559" y="4193"/>
                      <a:pt x="6559" y="3352"/>
                    </a:cubicBezTo>
                    <a:cubicBezTo>
                      <a:pt x="6559" y="2510"/>
                      <a:pt x="6225" y="1703"/>
                      <a:pt x="5630" y="1108"/>
                    </a:cubicBezTo>
                    <a:cubicBezTo>
                      <a:pt x="5035" y="513"/>
                      <a:pt x="4228" y="179"/>
                      <a:pt x="3387" y="179"/>
                    </a:cubicBezTo>
                    <a:cubicBezTo>
                      <a:pt x="2546" y="179"/>
                      <a:pt x="1739" y="513"/>
                      <a:pt x="1145" y="1108"/>
                    </a:cubicBezTo>
                    <a:cubicBezTo>
                      <a:pt x="550" y="1703"/>
                      <a:pt x="216" y="2510"/>
                      <a:pt x="216" y="3352"/>
                    </a:cubicBezTo>
                    <a:cubicBezTo>
                      <a:pt x="216" y="4193"/>
                      <a:pt x="550" y="5000"/>
                      <a:pt x="1145" y="5595"/>
                    </a:cubicBezTo>
                    <a:cubicBezTo>
                      <a:pt x="1739" y="6190"/>
                      <a:pt x="2546" y="6524"/>
                      <a:pt x="3387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88" name="Freeform: Shape 3787">
                <a:extLst>
                  <a:ext uri="{FF2B5EF4-FFF2-40B4-BE49-F238E27FC236}">
                    <a16:creationId xmlns:a16="http://schemas.microsoft.com/office/drawing/2014/main" id="{EC8DDE9F-39A0-4D0E-D73D-5947132BC850}"/>
                  </a:ext>
                </a:extLst>
              </p:cNvPr>
              <p:cNvSpPr/>
              <p:nvPr/>
            </p:nvSpPr>
            <p:spPr>
              <a:xfrm>
                <a:off x="3600366" y="5748999"/>
                <a:ext cx="6343" cy="6345"/>
              </a:xfrm>
              <a:custGeom>
                <a:avLst/>
                <a:gdLst>
                  <a:gd name="connsiteX0" fmla="*/ 3388 w 6343"/>
                  <a:gd name="connsiteY0" fmla="*/ 6524 h 6345"/>
                  <a:gd name="connsiteX1" fmla="*/ 5631 w 6343"/>
                  <a:gd name="connsiteY1" fmla="*/ 5595 h 6345"/>
                  <a:gd name="connsiteX2" fmla="*/ 6560 w 6343"/>
                  <a:gd name="connsiteY2" fmla="*/ 3352 h 6345"/>
                  <a:gd name="connsiteX3" fmla="*/ 5631 w 6343"/>
                  <a:gd name="connsiteY3" fmla="*/ 1108 h 6345"/>
                  <a:gd name="connsiteX4" fmla="*/ 3388 w 6343"/>
                  <a:gd name="connsiteY4" fmla="*/ 179 h 6345"/>
                  <a:gd name="connsiteX5" fmla="*/ 1146 w 6343"/>
                  <a:gd name="connsiteY5" fmla="*/ 1108 h 6345"/>
                  <a:gd name="connsiteX6" fmla="*/ 217 w 6343"/>
                  <a:gd name="connsiteY6" fmla="*/ 3352 h 6345"/>
                  <a:gd name="connsiteX7" fmla="*/ 1146 w 6343"/>
                  <a:gd name="connsiteY7" fmla="*/ 5595 h 6345"/>
                  <a:gd name="connsiteX8" fmla="*/ 338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4"/>
                    </a:moveTo>
                    <a:cubicBezTo>
                      <a:pt x="4229" y="6524"/>
                      <a:pt x="5036" y="6190"/>
                      <a:pt x="5631" y="5595"/>
                    </a:cubicBezTo>
                    <a:cubicBezTo>
                      <a:pt x="6226" y="5000"/>
                      <a:pt x="6560" y="4193"/>
                      <a:pt x="6560" y="3352"/>
                    </a:cubicBezTo>
                    <a:cubicBezTo>
                      <a:pt x="6560" y="2510"/>
                      <a:pt x="6226" y="1703"/>
                      <a:pt x="5631" y="1108"/>
                    </a:cubicBezTo>
                    <a:cubicBezTo>
                      <a:pt x="5036" y="513"/>
                      <a:pt x="4229" y="179"/>
                      <a:pt x="3388" y="179"/>
                    </a:cubicBezTo>
                    <a:cubicBezTo>
                      <a:pt x="2547" y="179"/>
                      <a:pt x="1740" y="513"/>
                      <a:pt x="1146" y="1108"/>
                    </a:cubicBezTo>
                    <a:cubicBezTo>
                      <a:pt x="551" y="1703"/>
                      <a:pt x="217" y="2510"/>
                      <a:pt x="217" y="3352"/>
                    </a:cubicBezTo>
                    <a:cubicBezTo>
                      <a:pt x="217" y="4193"/>
                      <a:pt x="551" y="5000"/>
                      <a:pt x="1146" y="5595"/>
                    </a:cubicBezTo>
                    <a:cubicBezTo>
                      <a:pt x="1740" y="6190"/>
                      <a:pt x="2547" y="6524"/>
                      <a:pt x="338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89" name="Freeform: Shape 3788">
                <a:extLst>
                  <a:ext uri="{FF2B5EF4-FFF2-40B4-BE49-F238E27FC236}">
                    <a16:creationId xmlns:a16="http://schemas.microsoft.com/office/drawing/2014/main" id="{681459CC-79F2-4982-93AF-F33F6A41A866}"/>
                  </a:ext>
                </a:extLst>
              </p:cNvPr>
              <p:cNvSpPr/>
              <p:nvPr/>
            </p:nvSpPr>
            <p:spPr>
              <a:xfrm>
                <a:off x="3599672" y="5747351"/>
                <a:ext cx="6343" cy="6345"/>
              </a:xfrm>
              <a:custGeom>
                <a:avLst/>
                <a:gdLst>
                  <a:gd name="connsiteX0" fmla="*/ 3388 w 6343"/>
                  <a:gd name="connsiteY0" fmla="*/ 6524 h 6345"/>
                  <a:gd name="connsiteX1" fmla="*/ 5631 w 6343"/>
                  <a:gd name="connsiteY1" fmla="*/ 5595 h 6345"/>
                  <a:gd name="connsiteX2" fmla="*/ 6560 w 6343"/>
                  <a:gd name="connsiteY2" fmla="*/ 3351 h 6345"/>
                  <a:gd name="connsiteX3" fmla="*/ 5631 w 6343"/>
                  <a:gd name="connsiteY3" fmla="*/ 1108 h 6345"/>
                  <a:gd name="connsiteX4" fmla="*/ 3388 w 6343"/>
                  <a:gd name="connsiteY4" fmla="*/ 179 h 6345"/>
                  <a:gd name="connsiteX5" fmla="*/ 1145 w 6343"/>
                  <a:gd name="connsiteY5" fmla="*/ 1108 h 6345"/>
                  <a:gd name="connsiteX6" fmla="*/ 217 w 6343"/>
                  <a:gd name="connsiteY6" fmla="*/ 3351 h 6345"/>
                  <a:gd name="connsiteX7" fmla="*/ 1145 w 6343"/>
                  <a:gd name="connsiteY7" fmla="*/ 5595 h 6345"/>
                  <a:gd name="connsiteX8" fmla="*/ 338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4"/>
                    </a:moveTo>
                    <a:cubicBezTo>
                      <a:pt x="4229" y="6524"/>
                      <a:pt x="5036" y="6190"/>
                      <a:pt x="5631" y="5595"/>
                    </a:cubicBezTo>
                    <a:cubicBezTo>
                      <a:pt x="6226" y="5000"/>
                      <a:pt x="6560" y="4193"/>
                      <a:pt x="6560" y="3351"/>
                    </a:cubicBezTo>
                    <a:cubicBezTo>
                      <a:pt x="6560" y="2510"/>
                      <a:pt x="6226" y="1703"/>
                      <a:pt x="5631" y="1108"/>
                    </a:cubicBezTo>
                    <a:cubicBezTo>
                      <a:pt x="5036" y="513"/>
                      <a:pt x="4229" y="179"/>
                      <a:pt x="3388" y="179"/>
                    </a:cubicBezTo>
                    <a:cubicBezTo>
                      <a:pt x="2547" y="179"/>
                      <a:pt x="1740" y="513"/>
                      <a:pt x="1145" y="1108"/>
                    </a:cubicBezTo>
                    <a:cubicBezTo>
                      <a:pt x="551" y="1703"/>
                      <a:pt x="217" y="2510"/>
                      <a:pt x="217" y="3351"/>
                    </a:cubicBezTo>
                    <a:cubicBezTo>
                      <a:pt x="217" y="4193"/>
                      <a:pt x="551" y="5000"/>
                      <a:pt x="1145" y="5595"/>
                    </a:cubicBezTo>
                    <a:cubicBezTo>
                      <a:pt x="1740" y="6190"/>
                      <a:pt x="2547" y="6524"/>
                      <a:pt x="338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90" name="Freeform: Shape 3789">
                <a:extLst>
                  <a:ext uri="{FF2B5EF4-FFF2-40B4-BE49-F238E27FC236}">
                    <a16:creationId xmlns:a16="http://schemas.microsoft.com/office/drawing/2014/main" id="{F0847197-205B-CD1B-226F-9CBF38608DAD}"/>
                  </a:ext>
                </a:extLst>
              </p:cNvPr>
              <p:cNvSpPr/>
              <p:nvPr/>
            </p:nvSpPr>
            <p:spPr>
              <a:xfrm>
                <a:off x="3600602" y="5745637"/>
                <a:ext cx="6343" cy="6345"/>
              </a:xfrm>
              <a:custGeom>
                <a:avLst/>
                <a:gdLst>
                  <a:gd name="connsiteX0" fmla="*/ 3388 w 6343"/>
                  <a:gd name="connsiteY0" fmla="*/ 6524 h 6345"/>
                  <a:gd name="connsiteX1" fmla="*/ 5631 w 6343"/>
                  <a:gd name="connsiteY1" fmla="*/ 5595 h 6345"/>
                  <a:gd name="connsiteX2" fmla="*/ 6560 w 6343"/>
                  <a:gd name="connsiteY2" fmla="*/ 3351 h 6345"/>
                  <a:gd name="connsiteX3" fmla="*/ 5631 w 6343"/>
                  <a:gd name="connsiteY3" fmla="*/ 1108 h 6345"/>
                  <a:gd name="connsiteX4" fmla="*/ 3388 w 6343"/>
                  <a:gd name="connsiteY4" fmla="*/ 179 h 6345"/>
                  <a:gd name="connsiteX5" fmla="*/ 1146 w 6343"/>
                  <a:gd name="connsiteY5" fmla="*/ 1108 h 6345"/>
                  <a:gd name="connsiteX6" fmla="*/ 217 w 6343"/>
                  <a:gd name="connsiteY6" fmla="*/ 3351 h 6345"/>
                  <a:gd name="connsiteX7" fmla="*/ 1146 w 6343"/>
                  <a:gd name="connsiteY7" fmla="*/ 5595 h 6345"/>
                  <a:gd name="connsiteX8" fmla="*/ 338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4"/>
                    </a:moveTo>
                    <a:cubicBezTo>
                      <a:pt x="4229" y="6524"/>
                      <a:pt x="5036" y="6190"/>
                      <a:pt x="5631" y="5595"/>
                    </a:cubicBezTo>
                    <a:cubicBezTo>
                      <a:pt x="6226" y="5000"/>
                      <a:pt x="6560" y="4193"/>
                      <a:pt x="6560" y="3351"/>
                    </a:cubicBezTo>
                    <a:cubicBezTo>
                      <a:pt x="6560" y="2510"/>
                      <a:pt x="6226" y="1703"/>
                      <a:pt x="5631" y="1108"/>
                    </a:cubicBezTo>
                    <a:cubicBezTo>
                      <a:pt x="5036" y="513"/>
                      <a:pt x="4229" y="179"/>
                      <a:pt x="3388" y="179"/>
                    </a:cubicBezTo>
                    <a:cubicBezTo>
                      <a:pt x="2547" y="179"/>
                      <a:pt x="1740" y="513"/>
                      <a:pt x="1146" y="1108"/>
                    </a:cubicBezTo>
                    <a:cubicBezTo>
                      <a:pt x="551" y="1703"/>
                      <a:pt x="217" y="2510"/>
                      <a:pt x="217" y="3351"/>
                    </a:cubicBezTo>
                    <a:cubicBezTo>
                      <a:pt x="217" y="4193"/>
                      <a:pt x="551" y="5000"/>
                      <a:pt x="1146" y="5595"/>
                    </a:cubicBezTo>
                    <a:cubicBezTo>
                      <a:pt x="1740" y="6190"/>
                      <a:pt x="2547" y="6524"/>
                      <a:pt x="338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91" name="Freeform: Shape 3790">
                <a:extLst>
                  <a:ext uri="{FF2B5EF4-FFF2-40B4-BE49-F238E27FC236}">
                    <a16:creationId xmlns:a16="http://schemas.microsoft.com/office/drawing/2014/main" id="{06231E06-5335-9F34-1387-9C9CDD0E610E}"/>
                  </a:ext>
                </a:extLst>
              </p:cNvPr>
              <p:cNvSpPr/>
              <p:nvPr/>
            </p:nvSpPr>
            <p:spPr>
              <a:xfrm>
                <a:off x="3601020" y="5743949"/>
                <a:ext cx="6343" cy="6345"/>
              </a:xfrm>
              <a:custGeom>
                <a:avLst/>
                <a:gdLst>
                  <a:gd name="connsiteX0" fmla="*/ 3388 w 6343"/>
                  <a:gd name="connsiteY0" fmla="*/ 6524 h 6345"/>
                  <a:gd name="connsiteX1" fmla="*/ 5631 w 6343"/>
                  <a:gd name="connsiteY1" fmla="*/ 5595 h 6345"/>
                  <a:gd name="connsiteX2" fmla="*/ 6560 w 6343"/>
                  <a:gd name="connsiteY2" fmla="*/ 3351 h 6345"/>
                  <a:gd name="connsiteX3" fmla="*/ 5631 w 6343"/>
                  <a:gd name="connsiteY3" fmla="*/ 1108 h 6345"/>
                  <a:gd name="connsiteX4" fmla="*/ 3388 w 6343"/>
                  <a:gd name="connsiteY4" fmla="*/ 178 h 6345"/>
                  <a:gd name="connsiteX5" fmla="*/ 1146 w 6343"/>
                  <a:gd name="connsiteY5" fmla="*/ 1108 h 6345"/>
                  <a:gd name="connsiteX6" fmla="*/ 217 w 6343"/>
                  <a:gd name="connsiteY6" fmla="*/ 3351 h 6345"/>
                  <a:gd name="connsiteX7" fmla="*/ 1146 w 6343"/>
                  <a:gd name="connsiteY7" fmla="*/ 5595 h 6345"/>
                  <a:gd name="connsiteX8" fmla="*/ 338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4"/>
                    </a:moveTo>
                    <a:cubicBezTo>
                      <a:pt x="4229" y="6524"/>
                      <a:pt x="5036" y="6190"/>
                      <a:pt x="5631" y="5595"/>
                    </a:cubicBezTo>
                    <a:cubicBezTo>
                      <a:pt x="6226" y="5000"/>
                      <a:pt x="6560" y="4193"/>
                      <a:pt x="6560" y="3351"/>
                    </a:cubicBezTo>
                    <a:cubicBezTo>
                      <a:pt x="6560" y="2510"/>
                      <a:pt x="6226" y="1703"/>
                      <a:pt x="5631" y="1108"/>
                    </a:cubicBezTo>
                    <a:cubicBezTo>
                      <a:pt x="5036" y="513"/>
                      <a:pt x="4229" y="178"/>
                      <a:pt x="3388" y="178"/>
                    </a:cubicBezTo>
                    <a:cubicBezTo>
                      <a:pt x="2547" y="178"/>
                      <a:pt x="1740" y="513"/>
                      <a:pt x="1146" y="1108"/>
                    </a:cubicBezTo>
                    <a:cubicBezTo>
                      <a:pt x="551" y="1703"/>
                      <a:pt x="217" y="2510"/>
                      <a:pt x="217" y="3351"/>
                    </a:cubicBezTo>
                    <a:cubicBezTo>
                      <a:pt x="217" y="4193"/>
                      <a:pt x="551" y="5000"/>
                      <a:pt x="1146" y="5595"/>
                    </a:cubicBezTo>
                    <a:cubicBezTo>
                      <a:pt x="1740" y="6190"/>
                      <a:pt x="2547" y="6524"/>
                      <a:pt x="338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92" name="Freeform: Shape 3791">
                <a:extLst>
                  <a:ext uri="{FF2B5EF4-FFF2-40B4-BE49-F238E27FC236}">
                    <a16:creationId xmlns:a16="http://schemas.microsoft.com/office/drawing/2014/main" id="{EF868D2C-B17D-27BE-EB11-DC93F5A8E6AB}"/>
                  </a:ext>
                </a:extLst>
              </p:cNvPr>
              <p:cNvSpPr/>
              <p:nvPr/>
            </p:nvSpPr>
            <p:spPr>
              <a:xfrm>
                <a:off x="3602920" y="5742232"/>
                <a:ext cx="6343" cy="6345"/>
              </a:xfrm>
              <a:custGeom>
                <a:avLst/>
                <a:gdLst>
                  <a:gd name="connsiteX0" fmla="*/ 3388 w 6343"/>
                  <a:gd name="connsiteY0" fmla="*/ 6524 h 6345"/>
                  <a:gd name="connsiteX1" fmla="*/ 5631 w 6343"/>
                  <a:gd name="connsiteY1" fmla="*/ 5594 h 6345"/>
                  <a:gd name="connsiteX2" fmla="*/ 6560 w 6343"/>
                  <a:gd name="connsiteY2" fmla="*/ 3351 h 6345"/>
                  <a:gd name="connsiteX3" fmla="*/ 5631 w 6343"/>
                  <a:gd name="connsiteY3" fmla="*/ 1108 h 6345"/>
                  <a:gd name="connsiteX4" fmla="*/ 3388 w 6343"/>
                  <a:gd name="connsiteY4" fmla="*/ 178 h 6345"/>
                  <a:gd name="connsiteX5" fmla="*/ 1146 w 6343"/>
                  <a:gd name="connsiteY5" fmla="*/ 1108 h 6345"/>
                  <a:gd name="connsiteX6" fmla="*/ 217 w 6343"/>
                  <a:gd name="connsiteY6" fmla="*/ 3351 h 6345"/>
                  <a:gd name="connsiteX7" fmla="*/ 1146 w 6343"/>
                  <a:gd name="connsiteY7" fmla="*/ 5594 h 6345"/>
                  <a:gd name="connsiteX8" fmla="*/ 338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4"/>
                    </a:moveTo>
                    <a:cubicBezTo>
                      <a:pt x="4229" y="6524"/>
                      <a:pt x="5036" y="6189"/>
                      <a:pt x="5631" y="5594"/>
                    </a:cubicBezTo>
                    <a:cubicBezTo>
                      <a:pt x="6226" y="4999"/>
                      <a:pt x="6560" y="4192"/>
                      <a:pt x="6560" y="3351"/>
                    </a:cubicBezTo>
                    <a:cubicBezTo>
                      <a:pt x="6560" y="2510"/>
                      <a:pt x="6226" y="1703"/>
                      <a:pt x="5631" y="1108"/>
                    </a:cubicBezTo>
                    <a:cubicBezTo>
                      <a:pt x="5036" y="513"/>
                      <a:pt x="4229" y="178"/>
                      <a:pt x="3388" y="178"/>
                    </a:cubicBezTo>
                    <a:cubicBezTo>
                      <a:pt x="2547" y="178"/>
                      <a:pt x="1741" y="513"/>
                      <a:pt x="1146" y="1108"/>
                    </a:cubicBezTo>
                    <a:cubicBezTo>
                      <a:pt x="551" y="1703"/>
                      <a:pt x="217" y="2510"/>
                      <a:pt x="217" y="3351"/>
                    </a:cubicBezTo>
                    <a:cubicBezTo>
                      <a:pt x="217" y="4192"/>
                      <a:pt x="551" y="4999"/>
                      <a:pt x="1146" y="5594"/>
                    </a:cubicBezTo>
                    <a:cubicBezTo>
                      <a:pt x="1741" y="6189"/>
                      <a:pt x="2547" y="6524"/>
                      <a:pt x="338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93" name="Freeform: Shape 3792">
                <a:extLst>
                  <a:ext uri="{FF2B5EF4-FFF2-40B4-BE49-F238E27FC236}">
                    <a16:creationId xmlns:a16="http://schemas.microsoft.com/office/drawing/2014/main" id="{D5E1780A-9FA3-14D4-8812-8669669FA0F1}"/>
                  </a:ext>
                </a:extLst>
              </p:cNvPr>
              <p:cNvSpPr/>
              <p:nvPr/>
            </p:nvSpPr>
            <p:spPr>
              <a:xfrm>
                <a:off x="3603549" y="5740561"/>
                <a:ext cx="6343" cy="6345"/>
              </a:xfrm>
              <a:custGeom>
                <a:avLst/>
                <a:gdLst>
                  <a:gd name="connsiteX0" fmla="*/ 3388 w 6343"/>
                  <a:gd name="connsiteY0" fmla="*/ 6524 h 6345"/>
                  <a:gd name="connsiteX1" fmla="*/ 5631 w 6343"/>
                  <a:gd name="connsiteY1" fmla="*/ 5594 h 6345"/>
                  <a:gd name="connsiteX2" fmla="*/ 6560 w 6343"/>
                  <a:gd name="connsiteY2" fmla="*/ 3351 h 6345"/>
                  <a:gd name="connsiteX3" fmla="*/ 5631 w 6343"/>
                  <a:gd name="connsiteY3" fmla="*/ 1107 h 6345"/>
                  <a:gd name="connsiteX4" fmla="*/ 3388 w 6343"/>
                  <a:gd name="connsiteY4" fmla="*/ 178 h 6345"/>
                  <a:gd name="connsiteX5" fmla="*/ 1146 w 6343"/>
                  <a:gd name="connsiteY5" fmla="*/ 1107 h 6345"/>
                  <a:gd name="connsiteX6" fmla="*/ 217 w 6343"/>
                  <a:gd name="connsiteY6" fmla="*/ 3351 h 6345"/>
                  <a:gd name="connsiteX7" fmla="*/ 1146 w 6343"/>
                  <a:gd name="connsiteY7" fmla="*/ 5594 h 6345"/>
                  <a:gd name="connsiteX8" fmla="*/ 338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4"/>
                    </a:moveTo>
                    <a:cubicBezTo>
                      <a:pt x="4230" y="6524"/>
                      <a:pt x="5036" y="6189"/>
                      <a:pt x="5631" y="5594"/>
                    </a:cubicBezTo>
                    <a:cubicBezTo>
                      <a:pt x="6226" y="4999"/>
                      <a:pt x="6560" y="4192"/>
                      <a:pt x="6560" y="3351"/>
                    </a:cubicBezTo>
                    <a:cubicBezTo>
                      <a:pt x="6560" y="2509"/>
                      <a:pt x="6226" y="1702"/>
                      <a:pt x="5631" y="1107"/>
                    </a:cubicBezTo>
                    <a:cubicBezTo>
                      <a:pt x="5036" y="512"/>
                      <a:pt x="4230" y="178"/>
                      <a:pt x="3388" y="178"/>
                    </a:cubicBezTo>
                    <a:cubicBezTo>
                      <a:pt x="2547" y="178"/>
                      <a:pt x="1741" y="512"/>
                      <a:pt x="1146" y="1107"/>
                    </a:cubicBezTo>
                    <a:cubicBezTo>
                      <a:pt x="551" y="1702"/>
                      <a:pt x="217" y="2509"/>
                      <a:pt x="217" y="3351"/>
                    </a:cubicBezTo>
                    <a:cubicBezTo>
                      <a:pt x="217" y="4192"/>
                      <a:pt x="551" y="4999"/>
                      <a:pt x="1146" y="5594"/>
                    </a:cubicBezTo>
                    <a:cubicBezTo>
                      <a:pt x="1741" y="6189"/>
                      <a:pt x="2547" y="6524"/>
                      <a:pt x="338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94" name="Freeform: Shape 3793">
                <a:extLst>
                  <a:ext uri="{FF2B5EF4-FFF2-40B4-BE49-F238E27FC236}">
                    <a16:creationId xmlns:a16="http://schemas.microsoft.com/office/drawing/2014/main" id="{6B778C1A-688F-A269-6FCC-82B428F4102E}"/>
                  </a:ext>
                </a:extLst>
              </p:cNvPr>
              <p:cNvSpPr/>
              <p:nvPr/>
            </p:nvSpPr>
            <p:spPr>
              <a:xfrm>
                <a:off x="3602906" y="5738914"/>
                <a:ext cx="6343" cy="6345"/>
              </a:xfrm>
              <a:custGeom>
                <a:avLst/>
                <a:gdLst>
                  <a:gd name="connsiteX0" fmla="*/ 3388 w 6343"/>
                  <a:gd name="connsiteY0" fmla="*/ 6523 h 6345"/>
                  <a:gd name="connsiteX1" fmla="*/ 5631 w 6343"/>
                  <a:gd name="connsiteY1" fmla="*/ 5594 h 6345"/>
                  <a:gd name="connsiteX2" fmla="*/ 6560 w 6343"/>
                  <a:gd name="connsiteY2" fmla="*/ 3351 h 6345"/>
                  <a:gd name="connsiteX3" fmla="*/ 5631 w 6343"/>
                  <a:gd name="connsiteY3" fmla="*/ 1107 h 6345"/>
                  <a:gd name="connsiteX4" fmla="*/ 3388 w 6343"/>
                  <a:gd name="connsiteY4" fmla="*/ 178 h 6345"/>
                  <a:gd name="connsiteX5" fmla="*/ 1146 w 6343"/>
                  <a:gd name="connsiteY5" fmla="*/ 1107 h 6345"/>
                  <a:gd name="connsiteX6" fmla="*/ 217 w 6343"/>
                  <a:gd name="connsiteY6" fmla="*/ 3351 h 6345"/>
                  <a:gd name="connsiteX7" fmla="*/ 1146 w 6343"/>
                  <a:gd name="connsiteY7" fmla="*/ 5594 h 6345"/>
                  <a:gd name="connsiteX8" fmla="*/ 3388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3"/>
                    </a:moveTo>
                    <a:cubicBezTo>
                      <a:pt x="4229" y="6523"/>
                      <a:pt x="5036" y="6189"/>
                      <a:pt x="5631" y="5594"/>
                    </a:cubicBezTo>
                    <a:cubicBezTo>
                      <a:pt x="6226" y="4999"/>
                      <a:pt x="6560" y="4192"/>
                      <a:pt x="6560" y="3351"/>
                    </a:cubicBezTo>
                    <a:cubicBezTo>
                      <a:pt x="6560" y="2509"/>
                      <a:pt x="6226" y="1702"/>
                      <a:pt x="5631" y="1107"/>
                    </a:cubicBezTo>
                    <a:cubicBezTo>
                      <a:pt x="5036" y="512"/>
                      <a:pt x="4229" y="178"/>
                      <a:pt x="3388" y="178"/>
                    </a:cubicBezTo>
                    <a:cubicBezTo>
                      <a:pt x="2547" y="178"/>
                      <a:pt x="1741" y="512"/>
                      <a:pt x="1146" y="1107"/>
                    </a:cubicBezTo>
                    <a:cubicBezTo>
                      <a:pt x="551" y="1702"/>
                      <a:pt x="217" y="2509"/>
                      <a:pt x="217" y="3351"/>
                    </a:cubicBezTo>
                    <a:cubicBezTo>
                      <a:pt x="217" y="4192"/>
                      <a:pt x="551" y="4999"/>
                      <a:pt x="1146" y="5594"/>
                    </a:cubicBezTo>
                    <a:cubicBezTo>
                      <a:pt x="1741" y="6189"/>
                      <a:pt x="2547" y="6523"/>
                      <a:pt x="3388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95" name="Freeform: Shape 3794">
                <a:extLst>
                  <a:ext uri="{FF2B5EF4-FFF2-40B4-BE49-F238E27FC236}">
                    <a16:creationId xmlns:a16="http://schemas.microsoft.com/office/drawing/2014/main" id="{1A472D57-69E5-A704-1E1D-D48FEAAF7F18}"/>
                  </a:ext>
                </a:extLst>
              </p:cNvPr>
              <p:cNvSpPr/>
              <p:nvPr/>
            </p:nvSpPr>
            <p:spPr>
              <a:xfrm>
                <a:off x="3603223" y="5737254"/>
                <a:ext cx="6343" cy="6345"/>
              </a:xfrm>
              <a:custGeom>
                <a:avLst/>
                <a:gdLst>
                  <a:gd name="connsiteX0" fmla="*/ 3388 w 6343"/>
                  <a:gd name="connsiteY0" fmla="*/ 6523 h 6345"/>
                  <a:gd name="connsiteX1" fmla="*/ 5631 w 6343"/>
                  <a:gd name="connsiteY1" fmla="*/ 5594 h 6345"/>
                  <a:gd name="connsiteX2" fmla="*/ 6560 w 6343"/>
                  <a:gd name="connsiteY2" fmla="*/ 3351 h 6345"/>
                  <a:gd name="connsiteX3" fmla="*/ 5631 w 6343"/>
                  <a:gd name="connsiteY3" fmla="*/ 1107 h 6345"/>
                  <a:gd name="connsiteX4" fmla="*/ 3388 w 6343"/>
                  <a:gd name="connsiteY4" fmla="*/ 178 h 6345"/>
                  <a:gd name="connsiteX5" fmla="*/ 1146 w 6343"/>
                  <a:gd name="connsiteY5" fmla="*/ 1107 h 6345"/>
                  <a:gd name="connsiteX6" fmla="*/ 217 w 6343"/>
                  <a:gd name="connsiteY6" fmla="*/ 3351 h 6345"/>
                  <a:gd name="connsiteX7" fmla="*/ 1146 w 6343"/>
                  <a:gd name="connsiteY7" fmla="*/ 5594 h 6345"/>
                  <a:gd name="connsiteX8" fmla="*/ 3388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3"/>
                    </a:moveTo>
                    <a:cubicBezTo>
                      <a:pt x="4230" y="6523"/>
                      <a:pt x="5036" y="6189"/>
                      <a:pt x="5631" y="5594"/>
                    </a:cubicBezTo>
                    <a:cubicBezTo>
                      <a:pt x="6226" y="4999"/>
                      <a:pt x="6560" y="4192"/>
                      <a:pt x="6560" y="3351"/>
                    </a:cubicBezTo>
                    <a:cubicBezTo>
                      <a:pt x="6560" y="2509"/>
                      <a:pt x="6226" y="1702"/>
                      <a:pt x="5631" y="1107"/>
                    </a:cubicBezTo>
                    <a:cubicBezTo>
                      <a:pt x="5036" y="512"/>
                      <a:pt x="4230" y="178"/>
                      <a:pt x="3388" y="178"/>
                    </a:cubicBezTo>
                    <a:cubicBezTo>
                      <a:pt x="2547" y="178"/>
                      <a:pt x="1741" y="512"/>
                      <a:pt x="1146" y="1107"/>
                    </a:cubicBezTo>
                    <a:cubicBezTo>
                      <a:pt x="551" y="1702"/>
                      <a:pt x="217" y="2509"/>
                      <a:pt x="217" y="3351"/>
                    </a:cubicBezTo>
                    <a:cubicBezTo>
                      <a:pt x="217" y="4192"/>
                      <a:pt x="551" y="4999"/>
                      <a:pt x="1146" y="5594"/>
                    </a:cubicBezTo>
                    <a:cubicBezTo>
                      <a:pt x="1741" y="6189"/>
                      <a:pt x="2547" y="6523"/>
                      <a:pt x="3388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96" name="Freeform: Shape 3795">
                <a:extLst>
                  <a:ext uri="{FF2B5EF4-FFF2-40B4-BE49-F238E27FC236}">
                    <a16:creationId xmlns:a16="http://schemas.microsoft.com/office/drawing/2014/main" id="{500A7F61-D932-0EAB-30A9-1F91B0E6E7EA}"/>
                  </a:ext>
                </a:extLst>
              </p:cNvPr>
              <p:cNvSpPr/>
              <p:nvPr/>
            </p:nvSpPr>
            <p:spPr>
              <a:xfrm>
                <a:off x="3568488" y="5735591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8 w 6343"/>
                  <a:gd name="connsiteY1" fmla="*/ 5594 h 6345"/>
                  <a:gd name="connsiteX2" fmla="*/ 6557 w 6343"/>
                  <a:gd name="connsiteY2" fmla="*/ 3350 h 6345"/>
                  <a:gd name="connsiteX3" fmla="*/ 5628 w 6343"/>
                  <a:gd name="connsiteY3" fmla="*/ 1107 h 6345"/>
                  <a:gd name="connsiteX4" fmla="*/ 3386 w 6343"/>
                  <a:gd name="connsiteY4" fmla="*/ 178 h 6345"/>
                  <a:gd name="connsiteX5" fmla="*/ 1143 w 6343"/>
                  <a:gd name="connsiteY5" fmla="*/ 1107 h 6345"/>
                  <a:gd name="connsiteX6" fmla="*/ 214 w 6343"/>
                  <a:gd name="connsiteY6" fmla="*/ 3350 h 6345"/>
                  <a:gd name="connsiteX7" fmla="*/ 1143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9"/>
                      <a:pt x="5628" y="5594"/>
                    </a:cubicBezTo>
                    <a:cubicBezTo>
                      <a:pt x="6223" y="4999"/>
                      <a:pt x="6557" y="4192"/>
                      <a:pt x="6557" y="3350"/>
                    </a:cubicBezTo>
                    <a:cubicBezTo>
                      <a:pt x="6557" y="2509"/>
                      <a:pt x="6223" y="1702"/>
                      <a:pt x="5628" y="1107"/>
                    </a:cubicBezTo>
                    <a:cubicBezTo>
                      <a:pt x="5034" y="512"/>
                      <a:pt x="4227" y="178"/>
                      <a:pt x="3386" y="178"/>
                    </a:cubicBezTo>
                    <a:cubicBezTo>
                      <a:pt x="2545" y="178"/>
                      <a:pt x="1738" y="512"/>
                      <a:pt x="1143" y="1107"/>
                    </a:cubicBezTo>
                    <a:cubicBezTo>
                      <a:pt x="548" y="1702"/>
                      <a:pt x="214" y="2509"/>
                      <a:pt x="214" y="3350"/>
                    </a:cubicBezTo>
                    <a:cubicBezTo>
                      <a:pt x="214" y="4192"/>
                      <a:pt x="548" y="4999"/>
                      <a:pt x="1143" y="5594"/>
                    </a:cubicBezTo>
                    <a:cubicBezTo>
                      <a:pt x="1738" y="6189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97" name="Freeform: Shape 3796">
                <a:extLst>
                  <a:ext uri="{FF2B5EF4-FFF2-40B4-BE49-F238E27FC236}">
                    <a16:creationId xmlns:a16="http://schemas.microsoft.com/office/drawing/2014/main" id="{56D96C85-817B-6D1D-2047-71B21B28D7BB}"/>
                  </a:ext>
                </a:extLst>
              </p:cNvPr>
              <p:cNvSpPr/>
              <p:nvPr/>
            </p:nvSpPr>
            <p:spPr>
              <a:xfrm>
                <a:off x="3568494" y="5733721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8 w 6343"/>
                  <a:gd name="connsiteY1" fmla="*/ 5594 h 6345"/>
                  <a:gd name="connsiteX2" fmla="*/ 6557 w 6343"/>
                  <a:gd name="connsiteY2" fmla="*/ 3350 h 6345"/>
                  <a:gd name="connsiteX3" fmla="*/ 5628 w 6343"/>
                  <a:gd name="connsiteY3" fmla="*/ 1107 h 6345"/>
                  <a:gd name="connsiteX4" fmla="*/ 3386 w 6343"/>
                  <a:gd name="connsiteY4" fmla="*/ 178 h 6345"/>
                  <a:gd name="connsiteX5" fmla="*/ 1143 w 6343"/>
                  <a:gd name="connsiteY5" fmla="*/ 1107 h 6345"/>
                  <a:gd name="connsiteX6" fmla="*/ 214 w 6343"/>
                  <a:gd name="connsiteY6" fmla="*/ 3350 h 6345"/>
                  <a:gd name="connsiteX7" fmla="*/ 1143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9"/>
                      <a:pt x="5628" y="5594"/>
                    </a:cubicBezTo>
                    <a:cubicBezTo>
                      <a:pt x="6223" y="4999"/>
                      <a:pt x="6557" y="4192"/>
                      <a:pt x="6557" y="3350"/>
                    </a:cubicBezTo>
                    <a:cubicBezTo>
                      <a:pt x="6557" y="2509"/>
                      <a:pt x="6223" y="1702"/>
                      <a:pt x="5628" y="1107"/>
                    </a:cubicBezTo>
                    <a:cubicBezTo>
                      <a:pt x="5034" y="512"/>
                      <a:pt x="4227" y="178"/>
                      <a:pt x="3386" y="178"/>
                    </a:cubicBezTo>
                    <a:cubicBezTo>
                      <a:pt x="2545" y="178"/>
                      <a:pt x="1738" y="512"/>
                      <a:pt x="1143" y="1107"/>
                    </a:cubicBezTo>
                    <a:cubicBezTo>
                      <a:pt x="548" y="1702"/>
                      <a:pt x="214" y="2509"/>
                      <a:pt x="214" y="3350"/>
                    </a:cubicBezTo>
                    <a:cubicBezTo>
                      <a:pt x="214" y="4192"/>
                      <a:pt x="548" y="4999"/>
                      <a:pt x="1143" y="5594"/>
                    </a:cubicBezTo>
                    <a:cubicBezTo>
                      <a:pt x="1738" y="6189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98" name="Freeform: Shape 3797">
                <a:extLst>
                  <a:ext uri="{FF2B5EF4-FFF2-40B4-BE49-F238E27FC236}">
                    <a16:creationId xmlns:a16="http://schemas.microsoft.com/office/drawing/2014/main" id="{53AFFF41-6778-3D0B-4A53-79BB0D8316FE}"/>
                  </a:ext>
                </a:extLst>
              </p:cNvPr>
              <p:cNvSpPr/>
              <p:nvPr/>
            </p:nvSpPr>
            <p:spPr>
              <a:xfrm>
                <a:off x="3568653" y="5731853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8 w 6343"/>
                  <a:gd name="connsiteY1" fmla="*/ 5594 h 6345"/>
                  <a:gd name="connsiteX2" fmla="*/ 6557 w 6343"/>
                  <a:gd name="connsiteY2" fmla="*/ 3350 h 6345"/>
                  <a:gd name="connsiteX3" fmla="*/ 5628 w 6343"/>
                  <a:gd name="connsiteY3" fmla="*/ 1107 h 6345"/>
                  <a:gd name="connsiteX4" fmla="*/ 3386 w 6343"/>
                  <a:gd name="connsiteY4" fmla="*/ 177 h 6345"/>
                  <a:gd name="connsiteX5" fmla="*/ 1143 w 6343"/>
                  <a:gd name="connsiteY5" fmla="*/ 1107 h 6345"/>
                  <a:gd name="connsiteX6" fmla="*/ 214 w 6343"/>
                  <a:gd name="connsiteY6" fmla="*/ 3350 h 6345"/>
                  <a:gd name="connsiteX7" fmla="*/ 1143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9"/>
                      <a:pt x="5628" y="5594"/>
                    </a:cubicBezTo>
                    <a:cubicBezTo>
                      <a:pt x="6223" y="4999"/>
                      <a:pt x="6557" y="4192"/>
                      <a:pt x="6557" y="3350"/>
                    </a:cubicBezTo>
                    <a:cubicBezTo>
                      <a:pt x="6557" y="2509"/>
                      <a:pt x="6223" y="1702"/>
                      <a:pt x="5628" y="1107"/>
                    </a:cubicBezTo>
                    <a:cubicBezTo>
                      <a:pt x="5034" y="512"/>
                      <a:pt x="4227" y="177"/>
                      <a:pt x="3386" y="177"/>
                    </a:cubicBezTo>
                    <a:cubicBezTo>
                      <a:pt x="2545" y="177"/>
                      <a:pt x="1738" y="512"/>
                      <a:pt x="1143" y="1107"/>
                    </a:cubicBezTo>
                    <a:cubicBezTo>
                      <a:pt x="548" y="1702"/>
                      <a:pt x="214" y="2509"/>
                      <a:pt x="214" y="3350"/>
                    </a:cubicBezTo>
                    <a:cubicBezTo>
                      <a:pt x="214" y="4192"/>
                      <a:pt x="548" y="4999"/>
                      <a:pt x="1143" y="5594"/>
                    </a:cubicBezTo>
                    <a:cubicBezTo>
                      <a:pt x="1738" y="6189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99" name="Freeform: Shape 3798">
                <a:extLst>
                  <a:ext uri="{FF2B5EF4-FFF2-40B4-BE49-F238E27FC236}">
                    <a16:creationId xmlns:a16="http://schemas.microsoft.com/office/drawing/2014/main" id="{05F13F49-3497-AC8A-8A50-23A9B0058E4F}"/>
                  </a:ext>
                </a:extLst>
              </p:cNvPr>
              <p:cNvSpPr/>
              <p:nvPr/>
            </p:nvSpPr>
            <p:spPr>
              <a:xfrm>
                <a:off x="3571476" y="5730037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9 w 6343"/>
                  <a:gd name="connsiteY1" fmla="*/ 5593 h 6345"/>
                  <a:gd name="connsiteX2" fmla="*/ 6557 w 6343"/>
                  <a:gd name="connsiteY2" fmla="*/ 3350 h 6345"/>
                  <a:gd name="connsiteX3" fmla="*/ 5629 w 6343"/>
                  <a:gd name="connsiteY3" fmla="*/ 1107 h 6345"/>
                  <a:gd name="connsiteX4" fmla="*/ 3386 w 6343"/>
                  <a:gd name="connsiteY4" fmla="*/ 177 h 6345"/>
                  <a:gd name="connsiteX5" fmla="*/ 1143 w 6343"/>
                  <a:gd name="connsiteY5" fmla="*/ 1107 h 6345"/>
                  <a:gd name="connsiteX6" fmla="*/ 214 w 6343"/>
                  <a:gd name="connsiteY6" fmla="*/ 3350 h 6345"/>
                  <a:gd name="connsiteX7" fmla="*/ 1143 w 6343"/>
                  <a:gd name="connsiteY7" fmla="*/ 5593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8"/>
                      <a:pt x="5629" y="5593"/>
                    </a:cubicBezTo>
                    <a:cubicBezTo>
                      <a:pt x="6223" y="4999"/>
                      <a:pt x="6557" y="4191"/>
                      <a:pt x="6557" y="3350"/>
                    </a:cubicBezTo>
                    <a:cubicBezTo>
                      <a:pt x="6557" y="2509"/>
                      <a:pt x="6223" y="1702"/>
                      <a:pt x="5629" y="1107"/>
                    </a:cubicBezTo>
                    <a:cubicBezTo>
                      <a:pt x="5034" y="512"/>
                      <a:pt x="4227" y="177"/>
                      <a:pt x="3386" y="177"/>
                    </a:cubicBezTo>
                    <a:cubicBezTo>
                      <a:pt x="2545" y="177"/>
                      <a:pt x="1738" y="512"/>
                      <a:pt x="1143" y="1107"/>
                    </a:cubicBezTo>
                    <a:cubicBezTo>
                      <a:pt x="549" y="1702"/>
                      <a:pt x="214" y="2509"/>
                      <a:pt x="214" y="3350"/>
                    </a:cubicBezTo>
                    <a:cubicBezTo>
                      <a:pt x="214" y="4191"/>
                      <a:pt x="549" y="4999"/>
                      <a:pt x="1143" y="5593"/>
                    </a:cubicBezTo>
                    <a:cubicBezTo>
                      <a:pt x="1738" y="6188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00" name="Freeform: Shape 3799">
                <a:extLst>
                  <a:ext uri="{FF2B5EF4-FFF2-40B4-BE49-F238E27FC236}">
                    <a16:creationId xmlns:a16="http://schemas.microsoft.com/office/drawing/2014/main" id="{213C2622-C181-01D5-525C-6704F6399A14}"/>
                  </a:ext>
                </a:extLst>
              </p:cNvPr>
              <p:cNvSpPr/>
              <p:nvPr/>
            </p:nvSpPr>
            <p:spPr>
              <a:xfrm>
                <a:off x="3610300" y="5729146"/>
                <a:ext cx="6343" cy="6345"/>
              </a:xfrm>
              <a:custGeom>
                <a:avLst/>
                <a:gdLst>
                  <a:gd name="connsiteX0" fmla="*/ 3389 w 6343"/>
                  <a:gd name="connsiteY0" fmla="*/ 6523 h 6345"/>
                  <a:gd name="connsiteX1" fmla="*/ 5632 w 6343"/>
                  <a:gd name="connsiteY1" fmla="*/ 5593 h 6345"/>
                  <a:gd name="connsiteX2" fmla="*/ 6561 w 6343"/>
                  <a:gd name="connsiteY2" fmla="*/ 3350 h 6345"/>
                  <a:gd name="connsiteX3" fmla="*/ 5632 w 6343"/>
                  <a:gd name="connsiteY3" fmla="*/ 1107 h 6345"/>
                  <a:gd name="connsiteX4" fmla="*/ 3389 w 6343"/>
                  <a:gd name="connsiteY4" fmla="*/ 177 h 6345"/>
                  <a:gd name="connsiteX5" fmla="*/ 1146 w 6343"/>
                  <a:gd name="connsiteY5" fmla="*/ 1107 h 6345"/>
                  <a:gd name="connsiteX6" fmla="*/ 217 w 6343"/>
                  <a:gd name="connsiteY6" fmla="*/ 3350 h 6345"/>
                  <a:gd name="connsiteX7" fmla="*/ 1146 w 6343"/>
                  <a:gd name="connsiteY7" fmla="*/ 5593 h 6345"/>
                  <a:gd name="connsiteX8" fmla="*/ 3389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3"/>
                    </a:moveTo>
                    <a:cubicBezTo>
                      <a:pt x="4230" y="6523"/>
                      <a:pt x="5037" y="6188"/>
                      <a:pt x="5632" y="5593"/>
                    </a:cubicBezTo>
                    <a:cubicBezTo>
                      <a:pt x="6226" y="4998"/>
                      <a:pt x="6561" y="4191"/>
                      <a:pt x="6561" y="3350"/>
                    </a:cubicBezTo>
                    <a:cubicBezTo>
                      <a:pt x="6561" y="2509"/>
                      <a:pt x="6226" y="1701"/>
                      <a:pt x="5632" y="1107"/>
                    </a:cubicBezTo>
                    <a:cubicBezTo>
                      <a:pt x="5037" y="512"/>
                      <a:pt x="4230" y="177"/>
                      <a:pt x="3389" y="177"/>
                    </a:cubicBezTo>
                    <a:cubicBezTo>
                      <a:pt x="2548" y="177"/>
                      <a:pt x="1741" y="512"/>
                      <a:pt x="1146" y="1107"/>
                    </a:cubicBezTo>
                    <a:cubicBezTo>
                      <a:pt x="552" y="1701"/>
                      <a:pt x="217" y="2509"/>
                      <a:pt x="217" y="3350"/>
                    </a:cubicBezTo>
                    <a:cubicBezTo>
                      <a:pt x="217" y="4191"/>
                      <a:pt x="552" y="4998"/>
                      <a:pt x="1146" y="5593"/>
                    </a:cubicBezTo>
                    <a:cubicBezTo>
                      <a:pt x="1741" y="6188"/>
                      <a:pt x="2548" y="6523"/>
                      <a:pt x="3389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01" name="Freeform: Shape 3800">
                <a:extLst>
                  <a:ext uri="{FF2B5EF4-FFF2-40B4-BE49-F238E27FC236}">
                    <a16:creationId xmlns:a16="http://schemas.microsoft.com/office/drawing/2014/main" id="{C1E43AD4-FAB5-1EF4-9607-DDFCC8CE5BB6}"/>
                  </a:ext>
                </a:extLst>
              </p:cNvPr>
              <p:cNvSpPr/>
              <p:nvPr/>
            </p:nvSpPr>
            <p:spPr>
              <a:xfrm>
                <a:off x="3609452" y="5725885"/>
                <a:ext cx="6343" cy="6345"/>
              </a:xfrm>
              <a:custGeom>
                <a:avLst/>
                <a:gdLst>
                  <a:gd name="connsiteX0" fmla="*/ 3389 w 6343"/>
                  <a:gd name="connsiteY0" fmla="*/ 6522 h 6345"/>
                  <a:gd name="connsiteX1" fmla="*/ 5632 w 6343"/>
                  <a:gd name="connsiteY1" fmla="*/ 5593 h 6345"/>
                  <a:gd name="connsiteX2" fmla="*/ 6560 w 6343"/>
                  <a:gd name="connsiteY2" fmla="*/ 3350 h 6345"/>
                  <a:gd name="connsiteX3" fmla="*/ 5632 w 6343"/>
                  <a:gd name="connsiteY3" fmla="*/ 1106 h 6345"/>
                  <a:gd name="connsiteX4" fmla="*/ 3389 w 6343"/>
                  <a:gd name="connsiteY4" fmla="*/ 177 h 6345"/>
                  <a:gd name="connsiteX5" fmla="*/ 1146 w 6343"/>
                  <a:gd name="connsiteY5" fmla="*/ 1106 h 6345"/>
                  <a:gd name="connsiteX6" fmla="*/ 217 w 6343"/>
                  <a:gd name="connsiteY6" fmla="*/ 3350 h 6345"/>
                  <a:gd name="connsiteX7" fmla="*/ 1146 w 6343"/>
                  <a:gd name="connsiteY7" fmla="*/ 5593 h 6345"/>
                  <a:gd name="connsiteX8" fmla="*/ 3389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2"/>
                    </a:moveTo>
                    <a:cubicBezTo>
                      <a:pt x="4230" y="6522"/>
                      <a:pt x="5037" y="6188"/>
                      <a:pt x="5632" y="5593"/>
                    </a:cubicBezTo>
                    <a:cubicBezTo>
                      <a:pt x="6226" y="4998"/>
                      <a:pt x="6560" y="4191"/>
                      <a:pt x="6560" y="3350"/>
                    </a:cubicBezTo>
                    <a:cubicBezTo>
                      <a:pt x="6560" y="2508"/>
                      <a:pt x="6226" y="1701"/>
                      <a:pt x="5632" y="1106"/>
                    </a:cubicBezTo>
                    <a:cubicBezTo>
                      <a:pt x="5037" y="511"/>
                      <a:pt x="4230" y="177"/>
                      <a:pt x="3389" y="177"/>
                    </a:cubicBezTo>
                    <a:cubicBezTo>
                      <a:pt x="2548" y="177"/>
                      <a:pt x="1741" y="511"/>
                      <a:pt x="1146" y="1106"/>
                    </a:cubicBezTo>
                    <a:cubicBezTo>
                      <a:pt x="552" y="1701"/>
                      <a:pt x="217" y="2508"/>
                      <a:pt x="217" y="3350"/>
                    </a:cubicBezTo>
                    <a:cubicBezTo>
                      <a:pt x="217" y="4191"/>
                      <a:pt x="552" y="4998"/>
                      <a:pt x="1146" y="5593"/>
                    </a:cubicBezTo>
                    <a:cubicBezTo>
                      <a:pt x="1741" y="6188"/>
                      <a:pt x="2548" y="6522"/>
                      <a:pt x="3389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02" name="Freeform: Shape 3801">
                <a:extLst>
                  <a:ext uri="{FF2B5EF4-FFF2-40B4-BE49-F238E27FC236}">
                    <a16:creationId xmlns:a16="http://schemas.microsoft.com/office/drawing/2014/main" id="{FA5F7732-D499-2146-8565-2FC5C515C3D5}"/>
                  </a:ext>
                </a:extLst>
              </p:cNvPr>
              <p:cNvSpPr/>
              <p:nvPr/>
            </p:nvSpPr>
            <p:spPr>
              <a:xfrm>
                <a:off x="3608996" y="5724245"/>
                <a:ext cx="6343" cy="6345"/>
              </a:xfrm>
              <a:custGeom>
                <a:avLst/>
                <a:gdLst>
                  <a:gd name="connsiteX0" fmla="*/ 3389 w 6343"/>
                  <a:gd name="connsiteY0" fmla="*/ 6522 h 6345"/>
                  <a:gd name="connsiteX1" fmla="*/ 5631 w 6343"/>
                  <a:gd name="connsiteY1" fmla="*/ 5593 h 6345"/>
                  <a:gd name="connsiteX2" fmla="*/ 6560 w 6343"/>
                  <a:gd name="connsiteY2" fmla="*/ 3350 h 6345"/>
                  <a:gd name="connsiteX3" fmla="*/ 5631 w 6343"/>
                  <a:gd name="connsiteY3" fmla="*/ 1106 h 6345"/>
                  <a:gd name="connsiteX4" fmla="*/ 3389 w 6343"/>
                  <a:gd name="connsiteY4" fmla="*/ 177 h 6345"/>
                  <a:gd name="connsiteX5" fmla="*/ 1146 w 6343"/>
                  <a:gd name="connsiteY5" fmla="*/ 1106 h 6345"/>
                  <a:gd name="connsiteX6" fmla="*/ 217 w 6343"/>
                  <a:gd name="connsiteY6" fmla="*/ 3350 h 6345"/>
                  <a:gd name="connsiteX7" fmla="*/ 1146 w 6343"/>
                  <a:gd name="connsiteY7" fmla="*/ 5593 h 6345"/>
                  <a:gd name="connsiteX8" fmla="*/ 3389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2"/>
                    </a:moveTo>
                    <a:cubicBezTo>
                      <a:pt x="4230" y="6522"/>
                      <a:pt x="5037" y="6188"/>
                      <a:pt x="5631" y="5593"/>
                    </a:cubicBezTo>
                    <a:cubicBezTo>
                      <a:pt x="6226" y="4998"/>
                      <a:pt x="6560" y="4191"/>
                      <a:pt x="6560" y="3350"/>
                    </a:cubicBezTo>
                    <a:cubicBezTo>
                      <a:pt x="6560" y="2508"/>
                      <a:pt x="6226" y="1701"/>
                      <a:pt x="5631" y="1106"/>
                    </a:cubicBezTo>
                    <a:cubicBezTo>
                      <a:pt x="5037" y="511"/>
                      <a:pt x="4230" y="177"/>
                      <a:pt x="3389" y="177"/>
                    </a:cubicBezTo>
                    <a:cubicBezTo>
                      <a:pt x="2548" y="177"/>
                      <a:pt x="1741" y="511"/>
                      <a:pt x="1146" y="1106"/>
                    </a:cubicBezTo>
                    <a:cubicBezTo>
                      <a:pt x="551" y="1701"/>
                      <a:pt x="217" y="2508"/>
                      <a:pt x="217" y="3350"/>
                    </a:cubicBezTo>
                    <a:cubicBezTo>
                      <a:pt x="217" y="4191"/>
                      <a:pt x="551" y="4998"/>
                      <a:pt x="1146" y="5593"/>
                    </a:cubicBezTo>
                    <a:cubicBezTo>
                      <a:pt x="1741" y="6188"/>
                      <a:pt x="2548" y="6522"/>
                      <a:pt x="3389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03" name="Freeform: Shape 3802">
                <a:extLst>
                  <a:ext uri="{FF2B5EF4-FFF2-40B4-BE49-F238E27FC236}">
                    <a16:creationId xmlns:a16="http://schemas.microsoft.com/office/drawing/2014/main" id="{725F9878-9207-F5F6-74A6-43BE48450295}"/>
                  </a:ext>
                </a:extLst>
              </p:cNvPr>
              <p:cNvSpPr/>
              <p:nvPr/>
            </p:nvSpPr>
            <p:spPr>
              <a:xfrm>
                <a:off x="3565532" y="5707193"/>
                <a:ext cx="6343" cy="6345"/>
              </a:xfrm>
              <a:custGeom>
                <a:avLst/>
                <a:gdLst>
                  <a:gd name="connsiteX0" fmla="*/ 3385 w 6343"/>
                  <a:gd name="connsiteY0" fmla="*/ 6521 h 6345"/>
                  <a:gd name="connsiteX1" fmla="*/ 5628 w 6343"/>
                  <a:gd name="connsiteY1" fmla="*/ 5592 h 6345"/>
                  <a:gd name="connsiteX2" fmla="*/ 6557 w 6343"/>
                  <a:gd name="connsiteY2" fmla="*/ 3348 h 6345"/>
                  <a:gd name="connsiteX3" fmla="*/ 5628 w 6343"/>
                  <a:gd name="connsiteY3" fmla="*/ 1105 h 6345"/>
                  <a:gd name="connsiteX4" fmla="*/ 3385 w 6343"/>
                  <a:gd name="connsiteY4" fmla="*/ 176 h 6345"/>
                  <a:gd name="connsiteX5" fmla="*/ 1143 w 6343"/>
                  <a:gd name="connsiteY5" fmla="*/ 1105 h 6345"/>
                  <a:gd name="connsiteX6" fmla="*/ 214 w 6343"/>
                  <a:gd name="connsiteY6" fmla="*/ 3348 h 6345"/>
                  <a:gd name="connsiteX7" fmla="*/ 1143 w 6343"/>
                  <a:gd name="connsiteY7" fmla="*/ 5592 h 6345"/>
                  <a:gd name="connsiteX8" fmla="*/ 3385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1"/>
                    </a:moveTo>
                    <a:cubicBezTo>
                      <a:pt x="4227" y="6521"/>
                      <a:pt x="5033" y="6187"/>
                      <a:pt x="5628" y="5592"/>
                    </a:cubicBezTo>
                    <a:cubicBezTo>
                      <a:pt x="6223" y="4997"/>
                      <a:pt x="6557" y="4190"/>
                      <a:pt x="6557" y="3348"/>
                    </a:cubicBezTo>
                    <a:cubicBezTo>
                      <a:pt x="6557" y="2507"/>
                      <a:pt x="6223" y="1700"/>
                      <a:pt x="5628" y="1105"/>
                    </a:cubicBezTo>
                    <a:cubicBezTo>
                      <a:pt x="5033" y="510"/>
                      <a:pt x="4227" y="176"/>
                      <a:pt x="3385" y="176"/>
                    </a:cubicBezTo>
                    <a:cubicBezTo>
                      <a:pt x="2544" y="176"/>
                      <a:pt x="1738" y="510"/>
                      <a:pt x="1143" y="1105"/>
                    </a:cubicBezTo>
                    <a:cubicBezTo>
                      <a:pt x="548" y="1700"/>
                      <a:pt x="214" y="2507"/>
                      <a:pt x="214" y="3348"/>
                    </a:cubicBezTo>
                    <a:cubicBezTo>
                      <a:pt x="214" y="4190"/>
                      <a:pt x="548" y="4997"/>
                      <a:pt x="1143" y="5592"/>
                    </a:cubicBezTo>
                    <a:cubicBezTo>
                      <a:pt x="1738" y="6187"/>
                      <a:pt x="2544" y="6521"/>
                      <a:pt x="3385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04" name="Freeform: Shape 3803">
                <a:extLst>
                  <a:ext uri="{FF2B5EF4-FFF2-40B4-BE49-F238E27FC236}">
                    <a16:creationId xmlns:a16="http://schemas.microsoft.com/office/drawing/2014/main" id="{5E75BF21-8180-1223-9432-E535AFE77BE7}"/>
                  </a:ext>
                </a:extLst>
              </p:cNvPr>
              <p:cNvSpPr/>
              <p:nvPr/>
            </p:nvSpPr>
            <p:spPr>
              <a:xfrm>
                <a:off x="3566325" y="5705367"/>
                <a:ext cx="6343" cy="6345"/>
              </a:xfrm>
              <a:custGeom>
                <a:avLst/>
                <a:gdLst>
                  <a:gd name="connsiteX0" fmla="*/ 3386 w 6343"/>
                  <a:gd name="connsiteY0" fmla="*/ 6521 h 6345"/>
                  <a:gd name="connsiteX1" fmla="*/ 5628 w 6343"/>
                  <a:gd name="connsiteY1" fmla="*/ 5592 h 6345"/>
                  <a:gd name="connsiteX2" fmla="*/ 6557 w 6343"/>
                  <a:gd name="connsiteY2" fmla="*/ 3348 h 6345"/>
                  <a:gd name="connsiteX3" fmla="*/ 5628 w 6343"/>
                  <a:gd name="connsiteY3" fmla="*/ 1105 h 6345"/>
                  <a:gd name="connsiteX4" fmla="*/ 3386 w 6343"/>
                  <a:gd name="connsiteY4" fmla="*/ 175 h 6345"/>
                  <a:gd name="connsiteX5" fmla="*/ 1143 w 6343"/>
                  <a:gd name="connsiteY5" fmla="*/ 1105 h 6345"/>
                  <a:gd name="connsiteX6" fmla="*/ 214 w 6343"/>
                  <a:gd name="connsiteY6" fmla="*/ 3348 h 6345"/>
                  <a:gd name="connsiteX7" fmla="*/ 1143 w 6343"/>
                  <a:gd name="connsiteY7" fmla="*/ 5592 h 6345"/>
                  <a:gd name="connsiteX8" fmla="*/ 3386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1"/>
                    </a:moveTo>
                    <a:cubicBezTo>
                      <a:pt x="4227" y="6521"/>
                      <a:pt x="5033" y="6187"/>
                      <a:pt x="5628" y="5592"/>
                    </a:cubicBezTo>
                    <a:cubicBezTo>
                      <a:pt x="6223" y="4997"/>
                      <a:pt x="6557" y="4190"/>
                      <a:pt x="6557" y="3348"/>
                    </a:cubicBezTo>
                    <a:cubicBezTo>
                      <a:pt x="6557" y="2507"/>
                      <a:pt x="6223" y="1700"/>
                      <a:pt x="5628" y="1105"/>
                    </a:cubicBezTo>
                    <a:cubicBezTo>
                      <a:pt x="5033" y="510"/>
                      <a:pt x="4227" y="175"/>
                      <a:pt x="3386" y="175"/>
                    </a:cubicBezTo>
                    <a:cubicBezTo>
                      <a:pt x="2544" y="175"/>
                      <a:pt x="1738" y="510"/>
                      <a:pt x="1143" y="1105"/>
                    </a:cubicBezTo>
                    <a:cubicBezTo>
                      <a:pt x="548" y="1700"/>
                      <a:pt x="214" y="2507"/>
                      <a:pt x="214" y="3348"/>
                    </a:cubicBezTo>
                    <a:cubicBezTo>
                      <a:pt x="214" y="4190"/>
                      <a:pt x="548" y="4997"/>
                      <a:pt x="1143" y="5592"/>
                    </a:cubicBezTo>
                    <a:cubicBezTo>
                      <a:pt x="1738" y="6187"/>
                      <a:pt x="2544" y="6521"/>
                      <a:pt x="3386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05" name="Freeform: Shape 3804">
                <a:extLst>
                  <a:ext uri="{FF2B5EF4-FFF2-40B4-BE49-F238E27FC236}">
                    <a16:creationId xmlns:a16="http://schemas.microsoft.com/office/drawing/2014/main" id="{8FDE2F63-3453-70DB-5933-D2129E7571D5}"/>
                  </a:ext>
                </a:extLst>
              </p:cNvPr>
              <p:cNvSpPr/>
              <p:nvPr/>
            </p:nvSpPr>
            <p:spPr>
              <a:xfrm>
                <a:off x="3567600" y="5703598"/>
                <a:ext cx="6343" cy="6345"/>
              </a:xfrm>
              <a:custGeom>
                <a:avLst/>
                <a:gdLst>
                  <a:gd name="connsiteX0" fmla="*/ 3386 w 6343"/>
                  <a:gd name="connsiteY0" fmla="*/ 6521 h 6345"/>
                  <a:gd name="connsiteX1" fmla="*/ 5628 w 6343"/>
                  <a:gd name="connsiteY1" fmla="*/ 5591 h 6345"/>
                  <a:gd name="connsiteX2" fmla="*/ 6557 w 6343"/>
                  <a:gd name="connsiteY2" fmla="*/ 3348 h 6345"/>
                  <a:gd name="connsiteX3" fmla="*/ 5628 w 6343"/>
                  <a:gd name="connsiteY3" fmla="*/ 1105 h 6345"/>
                  <a:gd name="connsiteX4" fmla="*/ 3386 w 6343"/>
                  <a:gd name="connsiteY4" fmla="*/ 175 h 6345"/>
                  <a:gd name="connsiteX5" fmla="*/ 1143 w 6343"/>
                  <a:gd name="connsiteY5" fmla="*/ 1105 h 6345"/>
                  <a:gd name="connsiteX6" fmla="*/ 214 w 6343"/>
                  <a:gd name="connsiteY6" fmla="*/ 3348 h 6345"/>
                  <a:gd name="connsiteX7" fmla="*/ 1143 w 6343"/>
                  <a:gd name="connsiteY7" fmla="*/ 5591 h 6345"/>
                  <a:gd name="connsiteX8" fmla="*/ 3386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1"/>
                    </a:moveTo>
                    <a:cubicBezTo>
                      <a:pt x="4227" y="6521"/>
                      <a:pt x="5033" y="6186"/>
                      <a:pt x="5628" y="5591"/>
                    </a:cubicBezTo>
                    <a:cubicBezTo>
                      <a:pt x="6223" y="4996"/>
                      <a:pt x="6557" y="4189"/>
                      <a:pt x="6557" y="3348"/>
                    </a:cubicBezTo>
                    <a:cubicBezTo>
                      <a:pt x="6557" y="2507"/>
                      <a:pt x="6223" y="1699"/>
                      <a:pt x="5628" y="1105"/>
                    </a:cubicBezTo>
                    <a:cubicBezTo>
                      <a:pt x="5033" y="510"/>
                      <a:pt x="4227" y="175"/>
                      <a:pt x="3386" y="175"/>
                    </a:cubicBezTo>
                    <a:cubicBezTo>
                      <a:pt x="2544" y="175"/>
                      <a:pt x="1738" y="510"/>
                      <a:pt x="1143" y="1105"/>
                    </a:cubicBezTo>
                    <a:cubicBezTo>
                      <a:pt x="548" y="1699"/>
                      <a:pt x="214" y="2507"/>
                      <a:pt x="214" y="3348"/>
                    </a:cubicBezTo>
                    <a:cubicBezTo>
                      <a:pt x="214" y="4189"/>
                      <a:pt x="548" y="4996"/>
                      <a:pt x="1143" y="5591"/>
                    </a:cubicBezTo>
                    <a:cubicBezTo>
                      <a:pt x="1738" y="6186"/>
                      <a:pt x="2544" y="6521"/>
                      <a:pt x="3386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06" name="Freeform: Shape 3805">
                <a:extLst>
                  <a:ext uri="{FF2B5EF4-FFF2-40B4-BE49-F238E27FC236}">
                    <a16:creationId xmlns:a16="http://schemas.microsoft.com/office/drawing/2014/main" id="{B6D062CF-75DD-136F-94DB-EA07E0201CDC}"/>
                  </a:ext>
                </a:extLst>
              </p:cNvPr>
              <p:cNvSpPr/>
              <p:nvPr/>
            </p:nvSpPr>
            <p:spPr>
              <a:xfrm>
                <a:off x="3567096" y="5701645"/>
                <a:ext cx="6343" cy="6345"/>
              </a:xfrm>
              <a:custGeom>
                <a:avLst/>
                <a:gdLst>
                  <a:gd name="connsiteX0" fmla="*/ 3386 w 6343"/>
                  <a:gd name="connsiteY0" fmla="*/ 6521 h 6345"/>
                  <a:gd name="connsiteX1" fmla="*/ 5628 w 6343"/>
                  <a:gd name="connsiteY1" fmla="*/ 5591 h 6345"/>
                  <a:gd name="connsiteX2" fmla="*/ 6557 w 6343"/>
                  <a:gd name="connsiteY2" fmla="*/ 3348 h 6345"/>
                  <a:gd name="connsiteX3" fmla="*/ 5628 w 6343"/>
                  <a:gd name="connsiteY3" fmla="*/ 1104 h 6345"/>
                  <a:gd name="connsiteX4" fmla="*/ 3386 w 6343"/>
                  <a:gd name="connsiteY4" fmla="*/ 175 h 6345"/>
                  <a:gd name="connsiteX5" fmla="*/ 1143 w 6343"/>
                  <a:gd name="connsiteY5" fmla="*/ 1104 h 6345"/>
                  <a:gd name="connsiteX6" fmla="*/ 214 w 6343"/>
                  <a:gd name="connsiteY6" fmla="*/ 3348 h 6345"/>
                  <a:gd name="connsiteX7" fmla="*/ 1143 w 6343"/>
                  <a:gd name="connsiteY7" fmla="*/ 5591 h 6345"/>
                  <a:gd name="connsiteX8" fmla="*/ 3386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1"/>
                    </a:moveTo>
                    <a:cubicBezTo>
                      <a:pt x="4227" y="6521"/>
                      <a:pt x="5033" y="6186"/>
                      <a:pt x="5628" y="5591"/>
                    </a:cubicBezTo>
                    <a:cubicBezTo>
                      <a:pt x="6223" y="4996"/>
                      <a:pt x="6557" y="4189"/>
                      <a:pt x="6557" y="3348"/>
                    </a:cubicBezTo>
                    <a:cubicBezTo>
                      <a:pt x="6557" y="2506"/>
                      <a:pt x="6223" y="1699"/>
                      <a:pt x="5628" y="1104"/>
                    </a:cubicBezTo>
                    <a:cubicBezTo>
                      <a:pt x="5033" y="509"/>
                      <a:pt x="4227" y="175"/>
                      <a:pt x="3386" y="175"/>
                    </a:cubicBezTo>
                    <a:cubicBezTo>
                      <a:pt x="2544" y="175"/>
                      <a:pt x="1738" y="509"/>
                      <a:pt x="1143" y="1104"/>
                    </a:cubicBezTo>
                    <a:cubicBezTo>
                      <a:pt x="548" y="1699"/>
                      <a:pt x="214" y="2506"/>
                      <a:pt x="214" y="3348"/>
                    </a:cubicBezTo>
                    <a:cubicBezTo>
                      <a:pt x="214" y="4189"/>
                      <a:pt x="548" y="4996"/>
                      <a:pt x="1143" y="5591"/>
                    </a:cubicBezTo>
                    <a:cubicBezTo>
                      <a:pt x="1738" y="6186"/>
                      <a:pt x="2544" y="6521"/>
                      <a:pt x="3386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07" name="Freeform: Shape 3806">
                <a:extLst>
                  <a:ext uri="{FF2B5EF4-FFF2-40B4-BE49-F238E27FC236}">
                    <a16:creationId xmlns:a16="http://schemas.microsoft.com/office/drawing/2014/main" id="{157C685C-BC3B-07E5-AAF3-46A2273582C8}"/>
                  </a:ext>
                </a:extLst>
              </p:cNvPr>
              <p:cNvSpPr/>
              <p:nvPr/>
            </p:nvSpPr>
            <p:spPr>
              <a:xfrm>
                <a:off x="3567074" y="5699740"/>
                <a:ext cx="6343" cy="6345"/>
              </a:xfrm>
              <a:custGeom>
                <a:avLst/>
                <a:gdLst>
                  <a:gd name="connsiteX0" fmla="*/ 3386 w 6343"/>
                  <a:gd name="connsiteY0" fmla="*/ 6520 h 6345"/>
                  <a:gd name="connsiteX1" fmla="*/ 5628 w 6343"/>
                  <a:gd name="connsiteY1" fmla="*/ 5591 h 6345"/>
                  <a:gd name="connsiteX2" fmla="*/ 6557 w 6343"/>
                  <a:gd name="connsiteY2" fmla="*/ 3348 h 6345"/>
                  <a:gd name="connsiteX3" fmla="*/ 5628 w 6343"/>
                  <a:gd name="connsiteY3" fmla="*/ 1104 h 6345"/>
                  <a:gd name="connsiteX4" fmla="*/ 3386 w 6343"/>
                  <a:gd name="connsiteY4" fmla="*/ 175 h 6345"/>
                  <a:gd name="connsiteX5" fmla="*/ 1143 w 6343"/>
                  <a:gd name="connsiteY5" fmla="*/ 1104 h 6345"/>
                  <a:gd name="connsiteX6" fmla="*/ 214 w 6343"/>
                  <a:gd name="connsiteY6" fmla="*/ 3348 h 6345"/>
                  <a:gd name="connsiteX7" fmla="*/ 1143 w 6343"/>
                  <a:gd name="connsiteY7" fmla="*/ 5591 h 6345"/>
                  <a:gd name="connsiteX8" fmla="*/ 3386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0"/>
                    </a:moveTo>
                    <a:cubicBezTo>
                      <a:pt x="4227" y="6520"/>
                      <a:pt x="5033" y="6186"/>
                      <a:pt x="5628" y="5591"/>
                    </a:cubicBezTo>
                    <a:cubicBezTo>
                      <a:pt x="6223" y="4996"/>
                      <a:pt x="6557" y="4189"/>
                      <a:pt x="6557" y="3348"/>
                    </a:cubicBezTo>
                    <a:cubicBezTo>
                      <a:pt x="6557" y="2506"/>
                      <a:pt x="6223" y="1699"/>
                      <a:pt x="5628" y="1104"/>
                    </a:cubicBezTo>
                    <a:cubicBezTo>
                      <a:pt x="5033" y="509"/>
                      <a:pt x="4227" y="175"/>
                      <a:pt x="3386" y="175"/>
                    </a:cubicBezTo>
                    <a:cubicBezTo>
                      <a:pt x="2544" y="175"/>
                      <a:pt x="1738" y="509"/>
                      <a:pt x="1143" y="1104"/>
                    </a:cubicBezTo>
                    <a:cubicBezTo>
                      <a:pt x="548" y="1699"/>
                      <a:pt x="214" y="2506"/>
                      <a:pt x="214" y="3348"/>
                    </a:cubicBezTo>
                    <a:cubicBezTo>
                      <a:pt x="214" y="4189"/>
                      <a:pt x="548" y="4996"/>
                      <a:pt x="1143" y="5591"/>
                    </a:cubicBezTo>
                    <a:cubicBezTo>
                      <a:pt x="1738" y="6186"/>
                      <a:pt x="2544" y="6520"/>
                      <a:pt x="3386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08" name="Freeform: Shape 3807">
                <a:extLst>
                  <a:ext uri="{FF2B5EF4-FFF2-40B4-BE49-F238E27FC236}">
                    <a16:creationId xmlns:a16="http://schemas.microsoft.com/office/drawing/2014/main" id="{49D8306C-EEB5-3AD9-8BDA-8D794B654230}"/>
                  </a:ext>
                </a:extLst>
              </p:cNvPr>
              <p:cNvSpPr/>
              <p:nvPr/>
            </p:nvSpPr>
            <p:spPr>
              <a:xfrm>
                <a:off x="3566830" y="5697804"/>
                <a:ext cx="6343" cy="6345"/>
              </a:xfrm>
              <a:custGeom>
                <a:avLst/>
                <a:gdLst>
                  <a:gd name="connsiteX0" fmla="*/ 3386 w 6343"/>
                  <a:gd name="connsiteY0" fmla="*/ 6520 h 6345"/>
                  <a:gd name="connsiteX1" fmla="*/ 5628 w 6343"/>
                  <a:gd name="connsiteY1" fmla="*/ 5591 h 6345"/>
                  <a:gd name="connsiteX2" fmla="*/ 6557 w 6343"/>
                  <a:gd name="connsiteY2" fmla="*/ 3348 h 6345"/>
                  <a:gd name="connsiteX3" fmla="*/ 5628 w 6343"/>
                  <a:gd name="connsiteY3" fmla="*/ 1104 h 6345"/>
                  <a:gd name="connsiteX4" fmla="*/ 3386 w 6343"/>
                  <a:gd name="connsiteY4" fmla="*/ 175 h 6345"/>
                  <a:gd name="connsiteX5" fmla="*/ 1143 w 6343"/>
                  <a:gd name="connsiteY5" fmla="*/ 1104 h 6345"/>
                  <a:gd name="connsiteX6" fmla="*/ 214 w 6343"/>
                  <a:gd name="connsiteY6" fmla="*/ 3348 h 6345"/>
                  <a:gd name="connsiteX7" fmla="*/ 1143 w 6343"/>
                  <a:gd name="connsiteY7" fmla="*/ 5591 h 6345"/>
                  <a:gd name="connsiteX8" fmla="*/ 3386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0"/>
                    </a:moveTo>
                    <a:cubicBezTo>
                      <a:pt x="4227" y="6520"/>
                      <a:pt x="5033" y="6186"/>
                      <a:pt x="5628" y="5591"/>
                    </a:cubicBezTo>
                    <a:cubicBezTo>
                      <a:pt x="6223" y="4996"/>
                      <a:pt x="6557" y="4189"/>
                      <a:pt x="6557" y="3348"/>
                    </a:cubicBezTo>
                    <a:cubicBezTo>
                      <a:pt x="6557" y="2506"/>
                      <a:pt x="6223" y="1699"/>
                      <a:pt x="5628" y="1104"/>
                    </a:cubicBezTo>
                    <a:cubicBezTo>
                      <a:pt x="5033" y="509"/>
                      <a:pt x="4227" y="175"/>
                      <a:pt x="3386" y="175"/>
                    </a:cubicBezTo>
                    <a:cubicBezTo>
                      <a:pt x="2544" y="175"/>
                      <a:pt x="1738" y="509"/>
                      <a:pt x="1143" y="1104"/>
                    </a:cubicBezTo>
                    <a:cubicBezTo>
                      <a:pt x="548" y="1699"/>
                      <a:pt x="214" y="2506"/>
                      <a:pt x="214" y="3348"/>
                    </a:cubicBezTo>
                    <a:cubicBezTo>
                      <a:pt x="214" y="4189"/>
                      <a:pt x="548" y="4996"/>
                      <a:pt x="1143" y="5591"/>
                    </a:cubicBezTo>
                    <a:cubicBezTo>
                      <a:pt x="1738" y="6186"/>
                      <a:pt x="2544" y="6520"/>
                      <a:pt x="3386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09" name="Freeform: Shape 3808">
                <a:extLst>
                  <a:ext uri="{FF2B5EF4-FFF2-40B4-BE49-F238E27FC236}">
                    <a16:creationId xmlns:a16="http://schemas.microsoft.com/office/drawing/2014/main" id="{A8BAA269-27FB-28AC-071A-19B639368C7E}"/>
                  </a:ext>
                </a:extLst>
              </p:cNvPr>
              <p:cNvSpPr/>
              <p:nvPr/>
            </p:nvSpPr>
            <p:spPr>
              <a:xfrm>
                <a:off x="3564108" y="5695541"/>
                <a:ext cx="6343" cy="6345"/>
              </a:xfrm>
              <a:custGeom>
                <a:avLst/>
                <a:gdLst>
                  <a:gd name="connsiteX0" fmla="*/ 3385 w 6343"/>
                  <a:gd name="connsiteY0" fmla="*/ 6520 h 6345"/>
                  <a:gd name="connsiteX1" fmla="*/ 5628 w 6343"/>
                  <a:gd name="connsiteY1" fmla="*/ 5591 h 6345"/>
                  <a:gd name="connsiteX2" fmla="*/ 6557 w 6343"/>
                  <a:gd name="connsiteY2" fmla="*/ 3347 h 6345"/>
                  <a:gd name="connsiteX3" fmla="*/ 5628 w 6343"/>
                  <a:gd name="connsiteY3" fmla="*/ 1104 h 6345"/>
                  <a:gd name="connsiteX4" fmla="*/ 3385 w 6343"/>
                  <a:gd name="connsiteY4" fmla="*/ 175 h 6345"/>
                  <a:gd name="connsiteX5" fmla="*/ 1143 w 6343"/>
                  <a:gd name="connsiteY5" fmla="*/ 1104 h 6345"/>
                  <a:gd name="connsiteX6" fmla="*/ 214 w 6343"/>
                  <a:gd name="connsiteY6" fmla="*/ 3347 h 6345"/>
                  <a:gd name="connsiteX7" fmla="*/ 1143 w 6343"/>
                  <a:gd name="connsiteY7" fmla="*/ 5591 h 6345"/>
                  <a:gd name="connsiteX8" fmla="*/ 3385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0"/>
                    </a:moveTo>
                    <a:cubicBezTo>
                      <a:pt x="4226" y="6520"/>
                      <a:pt x="5033" y="6186"/>
                      <a:pt x="5628" y="5591"/>
                    </a:cubicBezTo>
                    <a:cubicBezTo>
                      <a:pt x="6223" y="4996"/>
                      <a:pt x="6557" y="4189"/>
                      <a:pt x="6557" y="3347"/>
                    </a:cubicBezTo>
                    <a:cubicBezTo>
                      <a:pt x="6557" y="2506"/>
                      <a:pt x="6223" y="1699"/>
                      <a:pt x="5628" y="1104"/>
                    </a:cubicBezTo>
                    <a:cubicBezTo>
                      <a:pt x="5033" y="509"/>
                      <a:pt x="4226" y="175"/>
                      <a:pt x="3385" y="175"/>
                    </a:cubicBezTo>
                    <a:cubicBezTo>
                      <a:pt x="2544" y="175"/>
                      <a:pt x="1737" y="509"/>
                      <a:pt x="1143" y="1104"/>
                    </a:cubicBezTo>
                    <a:cubicBezTo>
                      <a:pt x="548" y="1699"/>
                      <a:pt x="214" y="2506"/>
                      <a:pt x="214" y="3347"/>
                    </a:cubicBezTo>
                    <a:cubicBezTo>
                      <a:pt x="214" y="4189"/>
                      <a:pt x="548" y="4996"/>
                      <a:pt x="1143" y="5591"/>
                    </a:cubicBezTo>
                    <a:cubicBezTo>
                      <a:pt x="1737" y="6186"/>
                      <a:pt x="2544" y="6520"/>
                      <a:pt x="3385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10" name="Freeform: Shape 3809">
                <a:extLst>
                  <a:ext uri="{FF2B5EF4-FFF2-40B4-BE49-F238E27FC236}">
                    <a16:creationId xmlns:a16="http://schemas.microsoft.com/office/drawing/2014/main" id="{26820BB9-C8ED-4936-E852-92FFA5700463}"/>
                  </a:ext>
                </a:extLst>
              </p:cNvPr>
              <p:cNvSpPr/>
              <p:nvPr/>
            </p:nvSpPr>
            <p:spPr>
              <a:xfrm>
                <a:off x="3562811" y="5693435"/>
                <a:ext cx="6343" cy="6345"/>
              </a:xfrm>
              <a:custGeom>
                <a:avLst/>
                <a:gdLst>
                  <a:gd name="connsiteX0" fmla="*/ 3385 w 6343"/>
                  <a:gd name="connsiteY0" fmla="*/ 6520 h 6345"/>
                  <a:gd name="connsiteX1" fmla="*/ 5628 w 6343"/>
                  <a:gd name="connsiteY1" fmla="*/ 5591 h 6345"/>
                  <a:gd name="connsiteX2" fmla="*/ 6557 w 6343"/>
                  <a:gd name="connsiteY2" fmla="*/ 3347 h 6345"/>
                  <a:gd name="connsiteX3" fmla="*/ 5628 w 6343"/>
                  <a:gd name="connsiteY3" fmla="*/ 1104 h 6345"/>
                  <a:gd name="connsiteX4" fmla="*/ 3385 w 6343"/>
                  <a:gd name="connsiteY4" fmla="*/ 174 h 6345"/>
                  <a:gd name="connsiteX5" fmla="*/ 1143 w 6343"/>
                  <a:gd name="connsiteY5" fmla="*/ 1104 h 6345"/>
                  <a:gd name="connsiteX6" fmla="*/ 214 w 6343"/>
                  <a:gd name="connsiteY6" fmla="*/ 3347 h 6345"/>
                  <a:gd name="connsiteX7" fmla="*/ 1143 w 6343"/>
                  <a:gd name="connsiteY7" fmla="*/ 5591 h 6345"/>
                  <a:gd name="connsiteX8" fmla="*/ 3385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0"/>
                    </a:moveTo>
                    <a:cubicBezTo>
                      <a:pt x="4226" y="6520"/>
                      <a:pt x="5033" y="6186"/>
                      <a:pt x="5628" y="5591"/>
                    </a:cubicBezTo>
                    <a:cubicBezTo>
                      <a:pt x="6223" y="4996"/>
                      <a:pt x="6557" y="4189"/>
                      <a:pt x="6557" y="3347"/>
                    </a:cubicBezTo>
                    <a:cubicBezTo>
                      <a:pt x="6557" y="2506"/>
                      <a:pt x="6223" y="1699"/>
                      <a:pt x="5628" y="1104"/>
                    </a:cubicBezTo>
                    <a:cubicBezTo>
                      <a:pt x="5033" y="509"/>
                      <a:pt x="4226" y="174"/>
                      <a:pt x="3385" y="174"/>
                    </a:cubicBezTo>
                    <a:cubicBezTo>
                      <a:pt x="2544" y="174"/>
                      <a:pt x="1737" y="509"/>
                      <a:pt x="1143" y="1104"/>
                    </a:cubicBezTo>
                    <a:cubicBezTo>
                      <a:pt x="548" y="1699"/>
                      <a:pt x="214" y="2506"/>
                      <a:pt x="214" y="3347"/>
                    </a:cubicBezTo>
                    <a:cubicBezTo>
                      <a:pt x="214" y="4189"/>
                      <a:pt x="548" y="4996"/>
                      <a:pt x="1143" y="5591"/>
                    </a:cubicBezTo>
                    <a:cubicBezTo>
                      <a:pt x="1737" y="6186"/>
                      <a:pt x="2544" y="6520"/>
                      <a:pt x="3385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11" name="Freeform: Shape 3810">
                <a:extLst>
                  <a:ext uri="{FF2B5EF4-FFF2-40B4-BE49-F238E27FC236}">
                    <a16:creationId xmlns:a16="http://schemas.microsoft.com/office/drawing/2014/main" id="{05F8E10B-9914-76C9-3137-F8E296542A56}"/>
                  </a:ext>
                </a:extLst>
              </p:cNvPr>
              <p:cNvSpPr/>
              <p:nvPr/>
            </p:nvSpPr>
            <p:spPr>
              <a:xfrm>
                <a:off x="3563872" y="5691644"/>
                <a:ext cx="6343" cy="6345"/>
              </a:xfrm>
              <a:custGeom>
                <a:avLst/>
                <a:gdLst>
                  <a:gd name="connsiteX0" fmla="*/ 3385 w 6343"/>
                  <a:gd name="connsiteY0" fmla="*/ 6520 h 6345"/>
                  <a:gd name="connsiteX1" fmla="*/ 5628 w 6343"/>
                  <a:gd name="connsiteY1" fmla="*/ 5590 h 6345"/>
                  <a:gd name="connsiteX2" fmla="*/ 6557 w 6343"/>
                  <a:gd name="connsiteY2" fmla="*/ 3347 h 6345"/>
                  <a:gd name="connsiteX3" fmla="*/ 5628 w 6343"/>
                  <a:gd name="connsiteY3" fmla="*/ 1104 h 6345"/>
                  <a:gd name="connsiteX4" fmla="*/ 3385 w 6343"/>
                  <a:gd name="connsiteY4" fmla="*/ 174 h 6345"/>
                  <a:gd name="connsiteX5" fmla="*/ 1143 w 6343"/>
                  <a:gd name="connsiteY5" fmla="*/ 1104 h 6345"/>
                  <a:gd name="connsiteX6" fmla="*/ 214 w 6343"/>
                  <a:gd name="connsiteY6" fmla="*/ 3347 h 6345"/>
                  <a:gd name="connsiteX7" fmla="*/ 1143 w 6343"/>
                  <a:gd name="connsiteY7" fmla="*/ 5590 h 6345"/>
                  <a:gd name="connsiteX8" fmla="*/ 3385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0"/>
                    </a:moveTo>
                    <a:cubicBezTo>
                      <a:pt x="4226" y="6520"/>
                      <a:pt x="5033" y="6185"/>
                      <a:pt x="5628" y="5590"/>
                    </a:cubicBezTo>
                    <a:cubicBezTo>
                      <a:pt x="6223" y="4995"/>
                      <a:pt x="6557" y="4188"/>
                      <a:pt x="6557" y="3347"/>
                    </a:cubicBezTo>
                    <a:cubicBezTo>
                      <a:pt x="6557" y="2506"/>
                      <a:pt x="6223" y="1699"/>
                      <a:pt x="5628" y="1104"/>
                    </a:cubicBezTo>
                    <a:cubicBezTo>
                      <a:pt x="5033" y="509"/>
                      <a:pt x="4226" y="174"/>
                      <a:pt x="3385" y="174"/>
                    </a:cubicBezTo>
                    <a:cubicBezTo>
                      <a:pt x="2544" y="174"/>
                      <a:pt x="1737" y="509"/>
                      <a:pt x="1143" y="1104"/>
                    </a:cubicBezTo>
                    <a:cubicBezTo>
                      <a:pt x="548" y="1699"/>
                      <a:pt x="214" y="2506"/>
                      <a:pt x="214" y="3347"/>
                    </a:cubicBezTo>
                    <a:cubicBezTo>
                      <a:pt x="214" y="4188"/>
                      <a:pt x="548" y="4995"/>
                      <a:pt x="1143" y="5590"/>
                    </a:cubicBezTo>
                    <a:cubicBezTo>
                      <a:pt x="1737" y="6185"/>
                      <a:pt x="2544" y="6520"/>
                      <a:pt x="3385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12" name="Freeform: Shape 3811">
                <a:extLst>
                  <a:ext uri="{FF2B5EF4-FFF2-40B4-BE49-F238E27FC236}">
                    <a16:creationId xmlns:a16="http://schemas.microsoft.com/office/drawing/2014/main" id="{D7F5BD2D-903F-5058-2335-6B49EFCA2FA5}"/>
                  </a:ext>
                </a:extLst>
              </p:cNvPr>
              <p:cNvSpPr/>
              <p:nvPr/>
            </p:nvSpPr>
            <p:spPr>
              <a:xfrm>
                <a:off x="3567802" y="5690290"/>
                <a:ext cx="6343" cy="6345"/>
              </a:xfrm>
              <a:custGeom>
                <a:avLst/>
                <a:gdLst>
                  <a:gd name="connsiteX0" fmla="*/ 3386 w 6343"/>
                  <a:gd name="connsiteY0" fmla="*/ 6520 h 6345"/>
                  <a:gd name="connsiteX1" fmla="*/ 5628 w 6343"/>
                  <a:gd name="connsiteY1" fmla="*/ 5590 h 6345"/>
                  <a:gd name="connsiteX2" fmla="*/ 6557 w 6343"/>
                  <a:gd name="connsiteY2" fmla="*/ 3347 h 6345"/>
                  <a:gd name="connsiteX3" fmla="*/ 5628 w 6343"/>
                  <a:gd name="connsiteY3" fmla="*/ 1103 h 6345"/>
                  <a:gd name="connsiteX4" fmla="*/ 3386 w 6343"/>
                  <a:gd name="connsiteY4" fmla="*/ 174 h 6345"/>
                  <a:gd name="connsiteX5" fmla="*/ 1143 w 6343"/>
                  <a:gd name="connsiteY5" fmla="*/ 1103 h 6345"/>
                  <a:gd name="connsiteX6" fmla="*/ 214 w 6343"/>
                  <a:gd name="connsiteY6" fmla="*/ 3347 h 6345"/>
                  <a:gd name="connsiteX7" fmla="*/ 1143 w 6343"/>
                  <a:gd name="connsiteY7" fmla="*/ 5590 h 6345"/>
                  <a:gd name="connsiteX8" fmla="*/ 3386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0"/>
                    </a:moveTo>
                    <a:cubicBezTo>
                      <a:pt x="4227" y="6520"/>
                      <a:pt x="5033" y="6185"/>
                      <a:pt x="5628" y="5590"/>
                    </a:cubicBezTo>
                    <a:cubicBezTo>
                      <a:pt x="6223" y="4995"/>
                      <a:pt x="6557" y="4188"/>
                      <a:pt x="6557" y="3347"/>
                    </a:cubicBezTo>
                    <a:cubicBezTo>
                      <a:pt x="6557" y="2505"/>
                      <a:pt x="6223" y="1698"/>
                      <a:pt x="5628" y="1103"/>
                    </a:cubicBezTo>
                    <a:cubicBezTo>
                      <a:pt x="5033" y="509"/>
                      <a:pt x="4227" y="174"/>
                      <a:pt x="3386" y="174"/>
                    </a:cubicBezTo>
                    <a:cubicBezTo>
                      <a:pt x="2545" y="174"/>
                      <a:pt x="1738" y="509"/>
                      <a:pt x="1143" y="1103"/>
                    </a:cubicBezTo>
                    <a:cubicBezTo>
                      <a:pt x="548" y="1698"/>
                      <a:pt x="214" y="2505"/>
                      <a:pt x="214" y="3347"/>
                    </a:cubicBezTo>
                    <a:cubicBezTo>
                      <a:pt x="214" y="4188"/>
                      <a:pt x="548" y="4995"/>
                      <a:pt x="1143" y="5590"/>
                    </a:cubicBezTo>
                    <a:cubicBezTo>
                      <a:pt x="1738" y="6185"/>
                      <a:pt x="2545" y="6520"/>
                      <a:pt x="3386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13" name="Freeform: Shape 3812">
                <a:extLst>
                  <a:ext uri="{FF2B5EF4-FFF2-40B4-BE49-F238E27FC236}">
                    <a16:creationId xmlns:a16="http://schemas.microsoft.com/office/drawing/2014/main" id="{D57EA925-F980-30B0-DB93-7A82E08658F1}"/>
                  </a:ext>
                </a:extLst>
              </p:cNvPr>
              <p:cNvSpPr/>
              <p:nvPr/>
            </p:nvSpPr>
            <p:spPr>
              <a:xfrm>
                <a:off x="3567899" y="5688388"/>
                <a:ext cx="6343" cy="6345"/>
              </a:xfrm>
              <a:custGeom>
                <a:avLst/>
                <a:gdLst>
                  <a:gd name="connsiteX0" fmla="*/ 3386 w 6343"/>
                  <a:gd name="connsiteY0" fmla="*/ 6519 h 6345"/>
                  <a:gd name="connsiteX1" fmla="*/ 5628 w 6343"/>
                  <a:gd name="connsiteY1" fmla="*/ 5590 h 6345"/>
                  <a:gd name="connsiteX2" fmla="*/ 6557 w 6343"/>
                  <a:gd name="connsiteY2" fmla="*/ 3347 h 6345"/>
                  <a:gd name="connsiteX3" fmla="*/ 5628 w 6343"/>
                  <a:gd name="connsiteY3" fmla="*/ 1103 h 6345"/>
                  <a:gd name="connsiteX4" fmla="*/ 3386 w 6343"/>
                  <a:gd name="connsiteY4" fmla="*/ 174 h 6345"/>
                  <a:gd name="connsiteX5" fmla="*/ 1143 w 6343"/>
                  <a:gd name="connsiteY5" fmla="*/ 1103 h 6345"/>
                  <a:gd name="connsiteX6" fmla="*/ 214 w 6343"/>
                  <a:gd name="connsiteY6" fmla="*/ 3347 h 6345"/>
                  <a:gd name="connsiteX7" fmla="*/ 1143 w 6343"/>
                  <a:gd name="connsiteY7" fmla="*/ 5590 h 6345"/>
                  <a:gd name="connsiteX8" fmla="*/ 3386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19"/>
                    </a:moveTo>
                    <a:cubicBezTo>
                      <a:pt x="4227" y="6519"/>
                      <a:pt x="5034" y="6185"/>
                      <a:pt x="5628" y="5590"/>
                    </a:cubicBezTo>
                    <a:cubicBezTo>
                      <a:pt x="6223" y="4995"/>
                      <a:pt x="6557" y="4188"/>
                      <a:pt x="6557" y="3347"/>
                    </a:cubicBezTo>
                    <a:cubicBezTo>
                      <a:pt x="6557" y="2505"/>
                      <a:pt x="6223" y="1698"/>
                      <a:pt x="5628" y="1103"/>
                    </a:cubicBezTo>
                    <a:cubicBezTo>
                      <a:pt x="5034" y="508"/>
                      <a:pt x="4227" y="174"/>
                      <a:pt x="3386" y="174"/>
                    </a:cubicBezTo>
                    <a:cubicBezTo>
                      <a:pt x="2545" y="174"/>
                      <a:pt x="1738" y="508"/>
                      <a:pt x="1143" y="1103"/>
                    </a:cubicBezTo>
                    <a:cubicBezTo>
                      <a:pt x="548" y="1698"/>
                      <a:pt x="214" y="2505"/>
                      <a:pt x="214" y="3347"/>
                    </a:cubicBezTo>
                    <a:cubicBezTo>
                      <a:pt x="214" y="4188"/>
                      <a:pt x="548" y="4995"/>
                      <a:pt x="1143" y="5590"/>
                    </a:cubicBezTo>
                    <a:cubicBezTo>
                      <a:pt x="1738" y="6185"/>
                      <a:pt x="2545" y="6519"/>
                      <a:pt x="3386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14" name="Freeform: Shape 3813">
                <a:extLst>
                  <a:ext uri="{FF2B5EF4-FFF2-40B4-BE49-F238E27FC236}">
                    <a16:creationId xmlns:a16="http://schemas.microsoft.com/office/drawing/2014/main" id="{7778B2DE-E521-6E79-11FD-7C21E5E45FB7}"/>
                  </a:ext>
                </a:extLst>
              </p:cNvPr>
              <p:cNvSpPr/>
              <p:nvPr/>
            </p:nvSpPr>
            <p:spPr>
              <a:xfrm>
                <a:off x="3571187" y="5686998"/>
                <a:ext cx="6343" cy="6345"/>
              </a:xfrm>
              <a:custGeom>
                <a:avLst/>
                <a:gdLst>
                  <a:gd name="connsiteX0" fmla="*/ 3386 w 6343"/>
                  <a:gd name="connsiteY0" fmla="*/ 6519 h 6345"/>
                  <a:gd name="connsiteX1" fmla="*/ 5629 w 6343"/>
                  <a:gd name="connsiteY1" fmla="*/ 5590 h 6345"/>
                  <a:gd name="connsiteX2" fmla="*/ 6557 w 6343"/>
                  <a:gd name="connsiteY2" fmla="*/ 3347 h 6345"/>
                  <a:gd name="connsiteX3" fmla="*/ 5629 w 6343"/>
                  <a:gd name="connsiteY3" fmla="*/ 1103 h 6345"/>
                  <a:gd name="connsiteX4" fmla="*/ 3386 w 6343"/>
                  <a:gd name="connsiteY4" fmla="*/ 174 h 6345"/>
                  <a:gd name="connsiteX5" fmla="*/ 1143 w 6343"/>
                  <a:gd name="connsiteY5" fmla="*/ 1103 h 6345"/>
                  <a:gd name="connsiteX6" fmla="*/ 214 w 6343"/>
                  <a:gd name="connsiteY6" fmla="*/ 3347 h 6345"/>
                  <a:gd name="connsiteX7" fmla="*/ 1143 w 6343"/>
                  <a:gd name="connsiteY7" fmla="*/ 5590 h 6345"/>
                  <a:gd name="connsiteX8" fmla="*/ 3386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19"/>
                    </a:moveTo>
                    <a:cubicBezTo>
                      <a:pt x="4227" y="6519"/>
                      <a:pt x="5034" y="6185"/>
                      <a:pt x="5629" y="5590"/>
                    </a:cubicBezTo>
                    <a:cubicBezTo>
                      <a:pt x="6223" y="4995"/>
                      <a:pt x="6557" y="4188"/>
                      <a:pt x="6557" y="3347"/>
                    </a:cubicBezTo>
                    <a:cubicBezTo>
                      <a:pt x="6557" y="2505"/>
                      <a:pt x="6223" y="1698"/>
                      <a:pt x="5629" y="1103"/>
                    </a:cubicBezTo>
                    <a:cubicBezTo>
                      <a:pt x="5034" y="508"/>
                      <a:pt x="4227" y="174"/>
                      <a:pt x="3386" y="174"/>
                    </a:cubicBezTo>
                    <a:cubicBezTo>
                      <a:pt x="2545" y="174"/>
                      <a:pt x="1738" y="508"/>
                      <a:pt x="1143" y="1103"/>
                    </a:cubicBezTo>
                    <a:cubicBezTo>
                      <a:pt x="549" y="1698"/>
                      <a:pt x="214" y="2505"/>
                      <a:pt x="214" y="3347"/>
                    </a:cubicBezTo>
                    <a:cubicBezTo>
                      <a:pt x="214" y="4188"/>
                      <a:pt x="549" y="4995"/>
                      <a:pt x="1143" y="5590"/>
                    </a:cubicBezTo>
                    <a:cubicBezTo>
                      <a:pt x="1738" y="6185"/>
                      <a:pt x="2545" y="6519"/>
                      <a:pt x="3386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15" name="Freeform: Shape 3814">
                <a:extLst>
                  <a:ext uri="{FF2B5EF4-FFF2-40B4-BE49-F238E27FC236}">
                    <a16:creationId xmlns:a16="http://schemas.microsoft.com/office/drawing/2014/main" id="{B2F4907B-F66C-D39E-ABBA-8153B87841D6}"/>
                  </a:ext>
                </a:extLst>
              </p:cNvPr>
              <p:cNvSpPr/>
              <p:nvPr/>
            </p:nvSpPr>
            <p:spPr>
              <a:xfrm>
                <a:off x="3578779" y="5686367"/>
                <a:ext cx="6343" cy="6345"/>
              </a:xfrm>
              <a:custGeom>
                <a:avLst/>
                <a:gdLst>
                  <a:gd name="connsiteX0" fmla="*/ 3386 w 6343"/>
                  <a:gd name="connsiteY0" fmla="*/ 6519 h 6345"/>
                  <a:gd name="connsiteX1" fmla="*/ 5629 w 6343"/>
                  <a:gd name="connsiteY1" fmla="*/ 5590 h 6345"/>
                  <a:gd name="connsiteX2" fmla="*/ 6558 w 6343"/>
                  <a:gd name="connsiteY2" fmla="*/ 3347 h 6345"/>
                  <a:gd name="connsiteX3" fmla="*/ 5629 w 6343"/>
                  <a:gd name="connsiteY3" fmla="*/ 1103 h 6345"/>
                  <a:gd name="connsiteX4" fmla="*/ 3386 w 6343"/>
                  <a:gd name="connsiteY4" fmla="*/ 174 h 6345"/>
                  <a:gd name="connsiteX5" fmla="*/ 1144 w 6343"/>
                  <a:gd name="connsiteY5" fmla="*/ 1103 h 6345"/>
                  <a:gd name="connsiteX6" fmla="*/ 215 w 6343"/>
                  <a:gd name="connsiteY6" fmla="*/ 3347 h 6345"/>
                  <a:gd name="connsiteX7" fmla="*/ 1144 w 6343"/>
                  <a:gd name="connsiteY7" fmla="*/ 5590 h 6345"/>
                  <a:gd name="connsiteX8" fmla="*/ 3386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19"/>
                    </a:moveTo>
                    <a:cubicBezTo>
                      <a:pt x="4228" y="6519"/>
                      <a:pt x="5034" y="6185"/>
                      <a:pt x="5629" y="5590"/>
                    </a:cubicBezTo>
                    <a:cubicBezTo>
                      <a:pt x="6224" y="4995"/>
                      <a:pt x="6558" y="4188"/>
                      <a:pt x="6558" y="3347"/>
                    </a:cubicBezTo>
                    <a:cubicBezTo>
                      <a:pt x="6558" y="2505"/>
                      <a:pt x="6224" y="1698"/>
                      <a:pt x="5629" y="1103"/>
                    </a:cubicBezTo>
                    <a:cubicBezTo>
                      <a:pt x="5034" y="508"/>
                      <a:pt x="4228" y="174"/>
                      <a:pt x="3386" y="174"/>
                    </a:cubicBezTo>
                    <a:cubicBezTo>
                      <a:pt x="2545" y="174"/>
                      <a:pt x="1739" y="508"/>
                      <a:pt x="1144" y="1103"/>
                    </a:cubicBezTo>
                    <a:cubicBezTo>
                      <a:pt x="549" y="1698"/>
                      <a:pt x="215" y="2505"/>
                      <a:pt x="215" y="3347"/>
                    </a:cubicBezTo>
                    <a:cubicBezTo>
                      <a:pt x="215" y="4188"/>
                      <a:pt x="549" y="4995"/>
                      <a:pt x="1144" y="5590"/>
                    </a:cubicBezTo>
                    <a:cubicBezTo>
                      <a:pt x="1739" y="6185"/>
                      <a:pt x="2545" y="6519"/>
                      <a:pt x="3386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16" name="Freeform: Shape 3815">
                <a:extLst>
                  <a:ext uri="{FF2B5EF4-FFF2-40B4-BE49-F238E27FC236}">
                    <a16:creationId xmlns:a16="http://schemas.microsoft.com/office/drawing/2014/main" id="{9FE080E1-59E1-F184-0259-5A2299DA4C55}"/>
                  </a:ext>
                </a:extLst>
              </p:cNvPr>
              <p:cNvSpPr/>
              <p:nvPr/>
            </p:nvSpPr>
            <p:spPr>
              <a:xfrm>
                <a:off x="3581140" y="5684918"/>
                <a:ext cx="6343" cy="6345"/>
              </a:xfrm>
              <a:custGeom>
                <a:avLst/>
                <a:gdLst>
                  <a:gd name="connsiteX0" fmla="*/ 3387 w 6343"/>
                  <a:gd name="connsiteY0" fmla="*/ 6519 h 6345"/>
                  <a:gd name="connsiteX1" fmla="*/ 5629 w 6343"/>
                  <a:gd name="connsiteY1" fmla="*/ 5590 h 6345"/>
                  <a:gd name="connsiteX2" fmla="*/ 6558 w 6343"/>
                  <a:gd name="connsiteY2" fmla="*/ 3346 h 6345"/>
                  <a:gd name="connsiteX3" fmla="*/ 5629 w 6343"/>
                  <a:gd name="connsiteY3" fmla="*/ 1103 h 6345"/>
                  <a:gd name="connsiteX4" fmla="*/ 3387 w 6343"/>
                  <a:gd name="connsiteY4" fmla="*/ 174 h 6345"/>
                  <a:gd name="connsiteX5" fmla="*/ 1144 w 6343"/>
                  <a:gd name="connsiteY5" fmla="*/ 1103 h 6345"/>
                  <a:gd name="connsiteX6" fmla="*/ 215 w 6343"/>
                  <a:gd name="connsiteY6" fmla="*/ 3346 h 6345"/>
                  <a:gd name="connsiteX7" fmla="*/ 1144 w 6343"/>
                  <a:gd name="connsiteY7" fmla="*/ 5590 h 6345"/>
                  <a:gd name="connsiteX8" fmla="*/ 3387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19"/>
                    </a:moveTo>
                    <a:cubicBezTo>
                      <a:pt x="4228" y="6519"/>
                      <a:pt x="5035" y="6185"/>
                      <a:pt x="5629" y="5590"/>
                    </a:cubicBezTo>
                    <a:cubicBezTo>
                      <a:pt x="6224" y="4995"/>
                      <a:pt x="6558" y="4188"/>
                      <a:pt x="6558" y="3346"/>
                    </a:cubicBezTo>
                    <a:cubicBezTo>
                      <a:pt x="6558" y="2505"/>
                      <a:pt x="6224" y="1698"/>
                      <a:pt x="5629" y="1103"/>
                    </a:cubicBezTo>
                    <a:cubicBezTo>
                      <a:pt x="5035" y="508"/>
                      <a:pt x="4228" y="174"/>
                      <a:pt x="3387" y="174"/>
                    </a:cubicBezTo>
                    <a:cubicBezTo>
                      <a:pt x="2546" y="174"/>
                      <a:pt x="1739" y="508"/>
                      <a:pt x="1144" y="1103"/>
                    </a:cubicBezTo>
                    <a:cubicBezTo>
                      <a:pt x="549" y="1698"/>
                      <a:pt x="215" y="2505"/>
                      <a:pt x="215" y="3346"/>
                    </a:cubicBezTo>
                    <a:cubicBezTo>
                      <a:pt x="215" y="4188"/>
                      <a:pt x="549" y="4995"/>
                      <a:pt x="1144" y="5590"/>
                    </a:cubicBezTo>
                    <a:cubicBezTo>
                      <a:pt x="1739" y="6185"/>
                      <a:pt x="2546" y="6519"/>
                      <a:pt x="3387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17" name="Freeform: Shape 3816">
                <a:extLst>
                  <a:ext uri="{FF2B5EF4-FFF2-40B4-BE49-F238E27FC236}">
                    <a16:creationId xmlns:a16="http://schemas.microsoft.com/office/drawing/2014/main" id="{C941C069-CE78-7154-C7E6-FC0667021E0B}"/>
                  </a:ext>
                </a:extLst>
              </p:cNvPr>
              <p:cNvSpPr/>
              <p:nvPr/>
            </p:nvSpPr>
            <p:spPr>
              <a:xfrm>
                <a:off x="3602436" y="5686906"/>
                <a:ext cx="6343" cy="6345"/>
              </a:xfrm>
              <a:custGeom>
                <a:avLst/>
                <a:gdLst>
                  <a:gd name="connsiteX0" fmla="*/ 3388 w 6343"/>
                  <a:gd name="connsiteY0" fmla="*/ 6519 h 6345"/>
                  <a:gd name="connsiteX1" fmla="*/ 5631 w 6343"/>
                  <a:gd name="connsiteY1" fmla="*/ 5590 h 6345"/>
                  <a:gd name="connsiteX2" fmla="*/ 6560 w 6343"/>
                  <a:gd name="connsiteY2" fmla="*/ 3347 h 6345"/>
                  <a:gd name="connsiteX3" fmla="*/ 5631 w 6343"/>
                  <a:gd name="connsiteY3" fmla="*/ 1103 h 6345"/>
                  <a:gd name="connsiteX4" fmla="*/ 3388 w 6343"/>
                  <a:gd name="connsiteY4" fmla="*/ 174 h 6345"/>
                  <a:gd name="connsiteX5" fmla="*/ 1146 w 6343"/>
                  <a:gd name="connsiteY5" fmla="*/ 1103 h 6345"/>
                  <a:gd name="connsiteX6" fmla="*/ 217 w 6343"/>
                  <a:gd name="connsiteY6" fmla="*/ 3347 h 6345"/>
                  <a:gd name="connsiteX7" fmla="*/ 1146 w 6343"/>
                  <a:gd name="connsiteY7" fmla="*/ 5590 h 6345"/>
                  <a:gd name="connsiteX8" fmla="*/ 3388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19"/>
                    </a:moveTo>
                    <a:cubicBezTo>
                      <a:pt x="4229" y="6519"/>
                      <a:pt x="5036" y="6185"/>
                      <a:pt x="5631" y="5590"/>
                    </a:cubicBezTo>
                    <a:cubicBezTo>
                      <a:pt x="6226" y="4995"/>
                      <a:pt x="6560" y="4188"/>
                      <a:pt x="6560" y="3347"/>
                    </a:cubicBezTo>
                    <a:cubicBezTo>
                      <a:pt x="6560" y="2505"/>
                      <a:pt x="6226" y="1698"/>
                      <a:pt x="5631" y="1103"/>
                    </a:cubicBezTo>
                    <a:cubicBezTo>
                      <a:pt x="5036" y="508"/>
                      <a:pt x="4229" y="174"/>
                      <a:pt x="3388" y="174"/>
                    </a:cubicBezTo>
                    <a:cubicBezTo>
                      <a:pt x="2547" y="174"/>
                      <a:pt x="1740" y="508"/>
                      <a:pt x="1146" y="1103"/>
                    </a:cubicBezTo>
                    <a:cubicBezTo>
                      <a:pt x="551" y="1698"/>
                      <a:pt x="217" y="2505"/>
                      <a:pt x="217" y="3347"/>
                    </a:cubicBezTo>
                    <a:cubicBezTo>
                      <a:pt x="217" y="4188"/>
                      <a:pt x="551" y="4995"/>
                      <a:pt x="1146" y="5590"/>
                    </a:cubicBezTo>
                    <a:cubicBezTo>
                      <a:pt x="1740" y="6185"/>
                      <a:pt x="2547" y="6519"/>
                      <a:pt x="3388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18" name="Freeform: Shape 3817">
                <a:extLst>
                  <a:ext uri="{FF2B5EF4-FFF2-40B4-BE49-F238E27FC236}">
                    <a16:creationId xmlns:a16="http://schemas.microsoft.com/office/drawing/2014/main" id="{2DBAF426-D2E6-5A7D-ADFE-04D5ADA159AD}"/>
                  </a:ext>
                </a:extLst>
              </p:cNvPr>
              <p:cNvSpPr/>
              <p:nvPr/>
            </p:nvSpPr>
            <p:spPr>
              <a:xfrm>
                <a:off x="3601668" y="5685046"/>
                <a:ext cx="6343" cy="6345"/>
              </a:xfrm>
              <a:custGeom>
                <a:avLst/>
                <a:gdLst>
                  <a:gd name="connsiteX0" fmla="*/ 3388 w 6343"/>
                  <a:gd name="connsiteY0" fmla="*/ 6519 h 6345"/>
                  <a:gd name="connsiteX1" fmla="*/ 5631 w 6343"/>
                  <a:gd name="connsiteY1" fmla="*/ 5590 h 6345"/>
                  <a:gd name="connsiteX2" fmla="*/ 6560 w 6343"/>
                  <a:gd name="connsiteY2" fmla="*/ 3346 h 6345"/>
                  <a:gd name="connsiteX3" fmla="*/ 5631 w 6343"/>
                  <a:gd name="connsiteY3" fmla="*/ 1103 h 6345"/>
                  <a:gd name="connsiteX4" fmla="*/ 3388 w 6343"/>
                  <a:gd name="connsiteY4" fmla="*/ 174 h 6345"/>
                  <a:gd name="connsiteX5" fmla="*/ 1146 w 6343"/>
                  <a:gd name="connsiteY5" fmla="*/ 1103 h 6345"/>
                  <a:gd name="connsiteX6" fmla="*/ 217 w 6343"/>
                  <a:gd name="connsiteY6" fmla="*/ 3346 h 6345"/>
                  <a:gd name="connsiteX7" fmla="*/ 1146 w 6343"/>
                  <a:gd name="connsiteY7" fmla="*/ 5590 h 6345"/>
                  <a:gd name="connsiteX8" fmla="*/ 3388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19"/>
                    </a:moveTo>
                    <a:cubicBezTo>
                      <a:pt x="4229" y="6519"/>
                      <a:pt x="5036" y="6185"/>
                      <a:pt x="5631" y="5590"/>
                    </a:cubicBezTo>
                    <a:cubicBezTo>
                      <a:pt x="6226" y="4995"/>
                      <a:pt x="6560" y="4188"/>
                      <a:pt x="6560" y="3346"/>
                    </a:cubicBezTo>
                    <a:cubicBezTo>
                      <a:pt x="6560" y="2505"/>
                      <a:pt x="6226" y="1698"/>
                      <a:pt x="5631" y="1103"/>
                    </a:cubicBezTo>
                    <a:cubicBezTo>
                      <a:pt x="5036" y="508"/>
                      <a:pt x="4229" y="174"/>
                      <a:pt x="3388" y="174"/>
                    </a:cubicBezTo>
                    <a:cubicBezTo>
                      <a:pt x="2547" y="174"/>
                      <a:pt x="1740" y="508"/>
                      <a:pt x="1146" y="1103"/>
                    </a:cubicBezTo>
                    <a:cubicBezTo>
                      <a:pt x="551" y="1698"/>
                      <a:pt x="217" y="2505"/>
                      <a:pt x="217" y="3346"/>
                    </a:cubicBezTo>
                    <a:cubicBezTo>
                      <a:pt x="217" y="4188"/>
                      <a:pt x="551" y="4995"/>
                      <a:pt x="1146" y="5590"/>
                    </a:cubicBezTo>
                    <a:cubicBezTo>
                      <a:pt x="1740" y="6185"/>
                      <a:pt x="2547" y="6519"/>
                      <a:pt x="3388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19" name="Freeform: Shape 3818">
                <a:extLst>
                  <a:ext uri="{FF2B5EF4-FFF2-40B4-BE49-F238E27FC236}">
                    <a16:creationId xmlns:a16="http://schemas.microsoft.com/office/drawing/2014/main" id="{28349BFB-BC79-12A3-1C44-94D117D6B577}"/>
                  </a:ext>
                </a:extLst>
              </p:cNvPr>
              <p:cNvSpPr/>
              <p:nvPr/>
            </p:nvSpPr>
            <p:spPr>
              <a:xfrm>
                <a:off x="3607193" y="5684385"/>
                <a:ext cx="6343" cy="6345"/>
              </a:xfrm>
              <a:custGeom>
                <a:avLst/>
                <a:gdLst>
                  <a:gd name="connsiteX0" fmla="*/ 3389 w 6343"/>
                  <a:gd name="connsiteY0" fmla="*/ 6519 h 6345"/>
                  <a:gd name="connsiteX1" fmla="*/ 5631 w 6343"/>
                  <a:gd name="connsiteY1" fmla="*/ 5590 h 6345"/>
                  <a:gd name="connsiteX2" fmla="*/ 6560 w 6343"/>
                  <a:gd name="connsiteY2" fmla="*/ 3346 h 6345"/>
                  <a:gd name="connsiteX3" fmla="*/ 5631 w 6343"/>
                  <a:gd name="connsiteY3" fmla="*/ 1103 h 6345"/>
                  <a:gd name="connsiteX4" fmla="*/ 3389 w 6343"/>
                  <a:gd name="connsiteY4" fmla="*/ 174 h 6345"/>
                  <a:gd name="connsiteX5" fmla="*/ 1146 w 6343"/>
                  <a:gd name="connsiteY5" fmla="*/ 1103 h 6345"/>
                  <a:gd name="connsiteX6" fmla="*/ 217 w 6343"/>
                  <a:gd name="connsiteY6" fmla="*/ 3346 h 6345"/>
                  <a:gd name="connsiteX7" fmla="*/ 1146 w 6343"/>
                  <a:gd name="connsiteY7" fmla="*/ 5590 h 6345"/>
                  <a:gd name="connsiteX8" fmla="*/ 3389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19"/>
                    </a:moveTo>
                    <a:cubicBezTo>
                      <a:pt x="4230" y="6519"/>
                      <a:pt x="5037" y="6185"/>
                      <a:pt x="5631" y="5590"/>
                    </a:cubicBezTo>
                    <a:cubicBezTo>
                      <a:pt x="6226" y="4995"/>
                      <a:pt x="6560" y="4188"/>
                      <a:pt x="6560" y="3346"/>
                    </a:cubicBezTo>
                    <a:cubicBezTo>
                      <a:pt x="6560" y="2505"/>
                      <a:pt x="6226" y="1698"/>
                      <a:pt x="5631" y="1103"/>
                    </a:cubicBezTo>
                    <a:cubicBezTo>
                      <a:pt x="5037" y="508"/>
                      <a:pt x="4230" y="174"/>
                      <a:pt x="3389" y="174"/>
                    </a:cubicBezTo>
                    <a:cubicBezTo>
                      <a:pt x="2548" y="174"/>
                      <a:pt x="1741" y="508"/>
                      <a:pt x="1146" y="1103"/>
                    </a:cubicBezTo>
                    <a:cubicBezTo>
                      <a:pt x="551" y="1698"/>
                      <a:pt x="217" y="2505"/>
                      <a:pt x="217" y="3346"/>
                    </a:cubicBezTo>
                    <a:cubicBezTo>
                      <a:pt x="217" y="4188"/>
                      <a:pt x="551" y="4995"/>
                      <a:pt x="1146" y="5590"/>
                    </a:cubicBezTo>
                    <a:cubicBezTo>
                      <a:pt x="1741" y="6185"/>
                      <a:pt x="2548" y="6519"/>
                      <a:pt x="3389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20" name="Freeform: Shape 3819">
                <a:extLst>
                  <a:ext uri="{FF2B5EF4-FFF2-40B4-BE49-F238E27FC236}">
                    <a16:creationId xmlns:a16="http://schemas.microsoft.com/office/drawing/2014/main" id="{B04D922B-9025-3A8C-F261-E178203ADC56}"/>
                  </a:ext>
                </a:extLst>
              </p:cNvPr>
              <p:cNvSpPr/>
              <p:nvPr/>
            </p:nvSpPr>
            <p:spPr>
              <a:xfrm>
                <a:off x="3608255" y="5682902"/>
                <a:ext cx="6343" cy="6345"/>
              </a:xfrm>
              <a:custGeom>
                <a:avLst/>
                <a:gdLst>
                  <a:gd name="connsiteX0" fmla="*/ 3389 w 6343"/>
                  <a:gd name="connsiteY0" fmla="*/ 6519 h 6345"/>
                  <a:gd name="connsiteX1" fmla="*/ 5631 w 6343"/>
                  <a:gd name="connsiteY1" fmla="*/ 5590 h 6345"/>
                  <a:gd name="connsiteX2" fmla="*/ 6560 w 6343"/>
                  <a:gd name="connsiteY2" fmla="*/ 3346 h 6345"/>
                  <a:gd name="connsiteX3" fmla="*/ 5631 w 6343"/>
                  <a:gd name="connsiteY3" fmla="*/ 1103 h 6345"/>
                  <a:gd name="connsiteX4" fmla="*/ 3389 w 6343"/>
                  <a:gd name="connsiteY4" fmla="*/ 174 h 6345"/>
                  <a:gd name="connsiteX5" fmla="*/ 1146 w 6343"/>
                  <a:gd name="connsiteY5" fmla="*/ 1103 h 6345"/>
                  <a:gd name="connsiteX6" fmla="*/ 217 w 6343"/>
                  <a:gd name="connsiteY6" fmla="*/ 3346 h 6345"/>
                  <a:gd name="connsiteX7" fmla="*/ 1146 w 6343"/>
                  <a:gd name="connsiteY7" fmla="*/ 5590 h 6345"/>
                  <a:gd name="connsiteX8" fmla="*/ 3389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19"/>
                    </a:moveTo>
                    <a:cubicBezTo>
                      <a:pt x="4230" y="6519"/>
                      <a:pt x="5037" y="6185"/>
                      <a:pt x="5631" y="5590"/>
                    </a:cubicBezTo>
                    <a:cubicBezTo>
                      <a:pt x="6226" y="4995"/>
                      <a:pt x="6560" y="4188"/>
                      <a:pt x="6560" y="3346"/>
                    </a:cubicBezTo>
                    <a:cubicBezTo>
                      <a:pt x="6560" y="2505"/>
                      <a:pt x="6226" y="1698"/>
                      <a:pt x="5631" y="1103"/>
                    </a:cubicBezTo>
                    <a:cubicBezTo>
                      <a:pt x="5037" y="508"/>
                      <a:pt x="4230" y="174"/>
                      <a:pt x="3389" y="174"/>
                    </a:cubicBezTo>
                    <a:cubicBezTo>
                      <a:pt x="2548" y="174"/>
                      <a:pt x="1741" y="508"/>
                      <a:pt x="1146" y="1103"/>
                    </a:cubicBezTo>
                    <a:cubicBezTo>
                      <a:pt x="551" y="1698"/>
                      <a:pt x="217" y="2505"/>
                      <a:pt x="217" y="3346"/>
                    </a:cubicBezTo>
                    <a:cubicBezTo>
                      <a:pt x="217" y="4188"/>
                      <a:pt x="551" y="4995"/>
                      <a:pt x="1146" y="5590"/>
                    </a:cubicBezTo>
                    <a:cubicBezTo>
                      <a:pt x="1741" y="6185"/>
                      <a:pt x="2548" y="6519"/>
                      <a:pt x="3389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21" name="Freeform: Shape 3820">
                <a:extLst>
                  <a:ext uri="{FF2B5EF4-FFF2-40B4-BE49-F238E27FC236}">
                    <a16:creationId xmlns:a16="http://schemas.microsoft.com/office/drawing/2014/main" id="{FC9B6BD3-EE97-6A04-E34C-966998662045}"/>
                  </a:ext>
                </a:extLst>
              </p:cNvPr>
              <p:cNvSpPr/>
              <p:nvPr/>
            </p:nvSpPr>
            <p:spPr>
              <a:xfrm>
                <a:off x="3578328" y="5414211"/>
                <a:ext cx="6343" cy="6345"/>
              </a:xfrm>
              <a:custGeom>
                <a:avLst/>
                <a:gdLst>
                  <a:gd name="connsiteX0" fmla="*/ 3386 w 6343"/>
                  <a:gd name="connsiteY0" fmla="*/ 6498 h 6345"/>
                  <a:gd name="connsiteX1" fmla="*/ 5629 w 6343"/>
                  <a:gd name="connsiteY1" fmla="*/ 5569 h 6345"/>
                  <a:gd name="connsiteX2" fmla="*/ 6558 w 6343"/>
                  <a:gd name="connsiteY2" fmla="*/ 3325 h 6345"/>
                  <a:gd name="connsiteX3" fmla="*/ 5629 w 6343"/>
                  <a:gd name="connsiteY3" fmla="*/ 1082 h 6345"/>
                  <a:gd name="connsiteX4" fmla="*/ 3386 w 6343"/>
                  <a:gd name="connsiteY4" fmla="*/ 152 h 6345"/>
                  <a:gd name="connsiteX5" fmla="*/ 1144 w 6343"/>
                  <a:gd name="connsiteY5" fmla="*/ 1082 h 6345"/>
                  <a:gd name="connsiteX6" fmla="*/ 215 w 6343"/>
                  <a:gd name="connsiteY6" fmla="*/ 3325 h 6345"/>
                  <a:gd name="connsiteX7" fmla="*/ 1144 w 6343"/>
                  <a:gd name="connsiteY7" fmla="*/ 5569 h 6345"/>
                  <a:gd name="connsiteX8" fmla="*/ 3386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98"/>
                    </a:moveTo>
                    <a:cubicBezTo>
                      <a:pt x="4228" y="6498"/>
                      <a:pt x="5034" y="6164"/>
                      <a:pt x="5629" y="5569"/>
                    </a:cubicBezTo>
                    <a:cubicBezTo>
                      <a:pt x="6224" y="4974"/>
                      <a:pt x="6558" y="4167"/>
                      <a:pt x="6558" y="3325"/>
                    </a:cubicBezTo>
                    <a:cubicBezTo>
                      <a:pt x="6558" y="2484"/>
                      <a:pt x="6224" y="1677"/>
                      <a:pt x="5629" y="1082"/>
                    </a:cubicBezTo>
                    <a:cubicBezTo>
                      <a:pt x="5034" y="487"/>
                      <a:pt x="4228" y="152"/>
                      <a:pt x="3386" y="152"/>
                    </a:cubicBezTo>
                    <a:cubicBezTo>
                      <a:pt x="2545" y="152"/>
                      <a:pt x="1739" y="487"/>
                      <a:pt x="1144" y="1082"/>
                    </a:cubicBezTo>
                    <a:cubicBezTo>
                      <a:pt x="549" y="1677"/>
                      <a:pt x="215" y="2484"/>
                      <a:pt x="215" y="3325"/>
                    </a:cubicBezTo>
                    <a:cubicBezTo>
                      <a:pt x="215" y="4167"/>
                      <a:pt x="549" y="4974"/>
                      <a:pt x="1144" y="5569"/>
                    </a:cubicBezTo>
                    <a:cubicBezTo>
                      <a:pt x="1739" y="6164"/>
                      <a:pt x="2545" y="6498"/>
                      <a:pt x="3386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22" name="Freeform: Shape 3821">
                <a:extLst>
                  <a:ext uri="{FF2B5EF4-FFF2-40B4-BE49-F238E27FC236}">
                    <a16:creationId xmlns:a16="http://schemas.microsoft.com/office/drawing/2014/main" id="{CCF7EBE6-AA38-4D17-BB96-6C1DC8AF4150}"/>
                  </a:ext>
                </a:extLst>
              </p:cNvPr>
              <p:cNvSpPr/>
              <p:nvPr/>
            </p:nvSpPr>
            <p:spPr>
              <a:xfrm>
                <a:off x="3581068" y="5413251"/>
                <a:ext cx="6343" cy="6345"/>
              </a:xfrm>
              <a:custGeom>
                <a:avLst/>
                <a:gdLst>
                  <a:gd name="connsiteX0" fmla="*/ 3387 w 6343"/>
                  <a:gd name="connsiteY0" fmla="*/ 6498 h 6345"/>
                  <a:gd name="connsiteX1" fmla="*/ 5629 w 6343"/>
                  <a:gd name="connsiteY1" fmla="*/ 5569 h 6345"/>
                  <a:gd name="connsiteX2" fmla="*/ 6558 w 6343"/>
                  <a:gd name="connsiteY2" fmla="*/ 3325 h 6345"/>
                  <a:gd name="connsiteX3" fmla="*/ 5629 w 6343"/>
                  <a:gd name="connsiteY3" fmla="*/ 1082 h 6345"/>
                  <a:gd name="connsiteX4" fmla="*/ 3387 w 6343"/>
                  <a:gd name="connsiteY4" fmla="*/ 152 h 6345"/>
                  <a:gd name="connsiteX5" fmla="*/ 1144 w 6343"/>
                  <a:gd name="connsiteY5" fmla="*/ 1082 h 6345"/>
                  <a:gd name="connsiteX6" fmla="*/ 215 w 6343"/>
                  <a:gd name="connsiteY6" fmla="*/ 3325 h 6345"/>
                  <a:gd name="connsiteX7" fmla="*/ 1144 w 6343"/>
                  <a:gd name="connsiteY7" fmla="*/ 5569 h 6345"/>
                  <a:gd name="connsiteX8" fmla="*/ 3387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98"/>
                    </a:moveTo>
                    <a:cubicBezTo>
                      <a:pt x="4228" y="6498"/>
                      <a:pt x="5035" y="6163"/>
                      <a:pt x="5629" y="5569"/>
                    </a:cubicBezTo>
                    <a:cubicBezTo>
                      <a:pt x="6224" y="4974"/>
                      <a:pt x="6558" y="4166"/>
                      <a:pt x="6558" y="3325"/>
                    </a:cubicBezTo>
                    <a:cubicBezTo>
                      <a:pt x="6558" y="2484"/>
                      <a:pt x="6224" y="1677"/>
                      <a:pt x="5629" y="1082"/>
                    </a:cubicBezTo>
                    <a:cubicBezTo>
                      <a:pt x="5035" y="487"/>
                      <a:pt x="4228" y="152"/>
                      <a:pt x="3387" y="152"/>
                    </a:cubicBezTo>
                    <a:cubicBezTo>
                      <a:pt x="2546" y="152"/>
                      <a:pt x="1739" y="487"/>
                      <a:pt x="1144" y="1082"/>
                    </a:cubicBezTo>
                    <a:cubicBezTo>
                      <a:pt x="549" y="1677"/>
                      <a:pt x="215" y="2484"/>
                      <a:pt x="215" y="3325"/>
                    </a:cubicBezTo>
                    <a:cubicBezTo>
                      <a:pt x="215" y="4166"/>
                      <a:pt x="549" y="4974"/>
                      <a:pt x="1144" y="5569"/>
                    </a:cubicBezTo>
                    <a:cubicBezTo>
                      <a:pt x="1739" y="6163"/>
                      <a:pt x="2546" y="6498"/>
                      <a:pt x="3387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23" name="Freeform: Shape 3822">
                <a:extLst>
                  <a:ext uri="{FF2B5EF4-FFF2-40B4-BE49-F238E27FC236}">
                    <a16:creationId xmlns:a16="http://schemas.microsoft.com/office/drawing/2014/main" id="{FFEB974A-5F00-4F84-8AFF-5A0ED396A8E1}"/>
                  </a:ext>
                </a:extLst>
              </p:cNvPr>
              <p:cNvSpPr/>
              <p:nvPr/>
            </p:nvSpPr>
            <p:spPr>
              <a:xfrm>
                <a:off x="3582482" y="5410829"/>
                <a:ext cx="6343" cy="6345"/>
              </a:xfrm>
              <a:custGeom>
                <a:avLst/>
                <a:gdLst>
                  <a:gd name="connsiteX0" fmla="*/ 3387 w 6343"/>
                  <a:gd name="connsiteY0" fmla="*/ 6498 h 6345"/>
                  <a:gd name="connsiteX1" fmla="*/ 5629 w 6343"/>
                  <a:gd name="connsiteY1" fmla="*/ 5568 h 6345"/>
                  <a:gd name="connsiteX2" fmla="*/ 6558 w 6343"/>
                  <a:gd name="connsiteY2" fmla="*/ 3325 h 6345"/>
                  <a:gd name="connsiteX3" fmla="*/ 5629 w 6343"/>
                  <a:gd name="connsiteY3" fmla="*/ 1081 h 6345"/>
                  <a:gd name="connsiteX4" fmla="*/ 3387 w 6343"/>
                  <a:gd name="connsiteY4" fmla="*/ 152 h 6345"/>
                  <a:gd name="connsiteX5" fmla="*/ 1144 w 6343"/>
                  <a:gd name="connsiteY5" fmla="*/ 1081 h 6345"/>
                  <a:gd name="connsiteX6" fmla="*/ 215 w 6343"/>
                  <a:gd name="connsiteY6" fmla="*/ 3325 h 6345"/>
                  <a:gd name="connsiteX7" fmla="*/ 1144 w 6343"/>
                  <a:gd name="connsiteY7" fmla="*/ 5568 h 6345"/>
                  <a:gd name="connsiteX8" fmla="*/ 3387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98"/>
                    </a:moveTo>
                    <a:cubicBezTo>
                      <a:pt x="4228" y="6498"/>
                      <a:pt x="5035" y="6163"/>
                      <a:pt x="5629" y="5568"/>
                    </a:cubicBezTo>
                    <a:cubicBezTo>
                      <a:pt x="6224" y="4973"/>
                      <a:pt x="6558" y="4166"/>
                      <a:pt x="6558" y="3325"/>
                    </a:cubicBezTo>
                    <a:cubicBezTo>
                      <a:pt x="6558" y="2483"/>
                      <a:pt x="6224" y="1676"/>
                      <a:pt x="5629" y="1081"/>
                    </a:cubicBezTo>
                    <a:cubicBezTo>
                      <a:pt x="5035" y="486"/>
                      <a:pt x="4228" y="152"/>
                      <a:pt x="3387" y="152"/>
                    </a:cubicBezTo>
                    <a:cubicBezTo>
                      <a:pt x="2546" y="152"/>
                      <a:pt x="1739" y="486"/>
                      <a:pt x="1144" y="1081"/>
                    </a:cubicBezTo>
                    <a:cubicBezTo>
                      <a:pt x="549" y="1676"/>
                      <a:pt x="215" y="2483"/>
                      <a:pt x="215" y="3325"/>
                    </a:cubicBezTo>
                    <a:cubicBezTo>
                      <a:pt x="215" y="4166"/>
                      <a:pt x="549" y="4973"/>
                      <a:pt x="1144" y="5568"/>
                    </a:cubicBezTo>
                    <a:cubicBezTo>
                      <a:pt x="1739" y="6163"/>
                      <a:pt x="2546" y="6498"/>
                      <a:pt x="3387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24" name="Freeform: Shape 3823">
                <a:extLst>
                  <a:ext uri="{FF2B5EF4-FFF2-40B4-BE49-F238E27FC236}">
                    <a16:creationId xmlns:a16="http://schemas.microsoft.com/office/drawing/2014/main" id="{3F6E80D0-CCC8-9CA1-141B-C132FE505016}"/>
                  </a:ext>
                </a:extLst>
              </p:cNvPr>
              <p:cNvSpPr/>
              <p:nvPr/>
            </p:nvSpPr>
            <p:spPr>
              <a:xfrm>
                <a:off x="3584479" y="5409052"/>
                <a:ext cx="6343" cy="6345"/>
              </a:xfrm>
              <a:custGeom>
                <a:avLst/>
                <a:gdLst>
                  <a:gd name="connsiteX0" fmla="*/ 3387 w 6343"/>
                  <a:gd name="connsiteY0" fmla="*/ 6497 h 6345"/>
                  <a:gd name="connsiteX1" fmla="*/ 5630 w 6343"/>
                  <a:gd name="connsiteY1" fmla="*/ 5568 h 6345"/>
                  <a:gd name="connsiteX2" fmla="*/ 6558 w 6343"/>
                  <a:gd name="connsiteY2" fmla="*/ 3325 h 6345"/>
                  <a:gd name="connsiteX3" fmla="*/ 5630 w 6343"/>
                  <a:gd name="connsiteY3" fmla="*/ 1081 h 6345"/>
                  <a:gd name="connsiteX4" fmla="*/ 3387 w 6343"/>
                  <a:gd name="connsiteY4" fmla="*/ 152 h 6345"/>
                  <a:gd name="connsiteX5" fmla="*/ 1144 w 6343"/>
                  <a:gd name="connsiteY5" fmla="*/ 1081 h 6345"/>
                  <a:gd name="connsiteX6" fmla="*/ 215 w 6343"/>
                  <a:gd name="connsiteY6" fmla="*/ 3325 h 6345"/>
                  <a:gd name="connsiteX7" fmla="*/ 1144 w 6343"/>
                  <a:gd name="connsiteY7" fmla="*/ 5568 h 6345"/>
                  <a:gd name="connsiteX8" fmla="*/ 3387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97"/>
                    </a:moveTo>
                    <a:cubicBezTo>
                      <a:pt x="4228" y="6497"/>
                      <a:pt x="5035" y="6163"/>
                      <a:pt x="5630" y="5568"/>
                    </a:cubicBezTo>
                    <a:cubicBezTo>
                      <a:pt x="6224" y="4973"/>
                      <a:pt x="6558" y="4166"/>
                      <a:pt x="6558" y="3325"/>
                    </a:cubicBezTo>
                    <a:cubicBezTo>
                      <a:pt x="6558" y="2483"/>
                      <a:pt x="6224" y="1676"/>
                      <a:pt x="5630" y="1081"/>
                    </a:cubicBezTo>
                    <a:cubicBezTo>
                      <a:pt x="5035" y="486"/>
                      <a:pt x="4228" y="152"/>
                      <a:pt x="3387" y="152"/>
                    </a:cubicBezTo>
                    <a:cubicBezTo>
                      <a:pt x="2546" y="152"/>
                      <a:pt x="1739" y="486"/>
                      <a:pt x="1144" y="1081"/>
                    </a:cubicBezTo>
                    <a:cubicBezTo>
                      <a:pt x="550" y="1676"/>
                      <a:pt x="215" y="2483"/>
                      <a:pt x="215" y="3325"/>
                    </a:cubicBezTo>
                    <a:cubicBezTo>
                      <a:pt x="215" y="4166"/>
                      <a:pt x="550" y="4973"/>
                      <a:pt x="1144" y="5568"/>
                    </a:cubicBezTo>
                    <a:cubicBezTo>
                      <a:pt x="1739" y="6163"/>
                      <a:pt x="2546" y="6497"/>
                      <a:pt x="3387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25" name="Freeform: Shape 3824">
                <a:extLst>
                  <a:ext uri="{FF2B5EF4-FFF2-40B4-BE49-F238E27FC236}">
                    <a16:creationId xmlns:a16="http://schemas.microsoft.com/office/drawing/2014/main" id="{72A73795-2451-E962-9223-41A223F142BA}"/>
                  </a:ext>
                </a:extLst>
              </p:cNvPr>
              <p:cNvSpPr/>
              <p:nvPr/>
            </p:nvSpPr>
            <p:spPr>
              <a:xfrm>
                <a:off x="3586176" y="5406929"/>
                <a:ext cx="6343" cy="6345"/>
              </a:xfrm>
              <a:custGeom>
                <a:avLst/>
                <a:gdLst>
                  <a:gd name="connsiteX0" fmla="*/ 3387 w 6343"/>
                  <a:gd name="connsiteY0" fmla="*/ 6497 h 6345"/>
                  <a:gd name="connsiteX1" fmla="*/ 5630 w 6343"/>
                  <a:gd name="connsiteY1" fmla="*/ 5568 h 6345"/>
                  <a:gd name="connsiteX2" fmla="*/ 6559 w 6343"/>
                  <a:gd name="connsiteY2" fmla="*/ 3325 h 6345"/>
                  <a:gd name="connsiteX3" fmla="*/ 5630 w 6343"/>
                  <a:gd name="connsiteY3" fmla="*/ 1081 h 6345"/>
                  <a:gd name="connsiteX4" fmla="*/ 3387 w 6343"/>
                  <a:gd name="connsiteY4" fmla="*/ 152 h 6345"/>
                  <a:gd name="connsiteX5" fmla="*/ 1144 w 6343"/>
                  <a:gd name="connsiteY5" fmla="*/ 1081 h 6345"/>
                  <a:gd name="connsiteX6" fmla="*/ 216 w 6343"/>
                  <a:gd name="connsiteY6" fmla="*/ 3325 h 6345"/>
                  <a:gd name="connsiteX7" fmla="*/ 1144 w 6343"/>
                  <a:gd name="connsiteY7" fmla="*/ 5568 h 6345"/>
                  <a:gd name="connsiteX8" fmla="*/ 3387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97"/>
                    </a:moveTo>
                    <a:cubicBezTo>
                      <a:pt x="4228" y="6497"/>
                      <a:pt x="5035" y="6163"/>
                      <a:pt x="5630" y="5568"/>
                    </a:cubicBezTo>
                    <a:cubicBezTo>
                      <a:pt x="6224" y="4973"/>
                      <a:pt x="6559" y="4166"/>
                      <a:pt x="6559" y="3325"/>
                    </a:cubicBezTo>
                    <a:cubicBezTo>
                      <a:pt x="6559" y="2483"/>
                      <a:pt x="6224" y="1676"/>
                      <a:pt x="5630" y="1081"/>
                    </a:cubicBezTo>
                    <a:cubicBezTo>
                      <a:pt x="5035" y="486"/>
                      <a:pt x="4228" y="152"/>
                      <a:pt x="3387" y="152"/>
                    </a:cubicBezTo>
                    <a:cubicBezTo>
                      <a:pt x="2546" y="152"/>
                      <a:pt x="1739" y="486"/>
                      <a:pt x="1144" y="1081"/>
                    </a:cubicBezTo>
                    <a:cubicBezTo>
                      <a:pt x="550" y="1676"/>
                      <a:pt x="216" y="2483"/>
                      <a:pt x="216" y="3325"/>
                    </a:cubicBezTo>
                    <a:cubicBezTo>
                      <a:pt x="216" y="4166"/>
                      <a:pt x="550" y="4973"/>
                      <a:pt x="1144" y="5568"/>
                    </a:cubicBezTo>
                    <a:cubicBezTo>
                      <a:pt x="1739" y="6163"/>
                      <a:pt x="2546" y="6497"/>
                      <a:pt x="3387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26" name="Freeform: Shape 3825">
                <a:extLst>
                  <a:ext uri="{FF2B5EF4-FFF2-40B4-BE49-F238E27FC236}">
                    <a16:creationId xmlns:a16="http://schemas.microsoft.com/office/drawing/2014/main" id="{C4DCF2A8-47CB-E6F5-35B9-53D3C261B596}"/>
                  </a:ext>
                </a:extLst>
              </p:cNvPr>
              <p:cNvSpPr/>
              <p:nvPr/>
            </p:nvSpPr>
            <p:spPr>
              <a:xfrm>
                <a:off x="3547047" y="5352708"/>
                <a:ext cx="6343" cy="6345"/>
              </a:xfrm>
              <a:custGeom>
                <a:avLst/>
                <a:gdLst>
                  <a:gd name="connsiteX0" fmla="*/ 3384 w 6343"/>
                  <a:gd name="connsiteY0" fmla="*/ 6493 h 6345"/>
                  <a:gd name="connsiteX1" fmla="*/ 5627 w 6343"/>
                  <a:gd name="connsiteY1" fmla="*/ 5564 h 6345"/>
                  <a:gd name="connsiteX2" fmla="*/ 6556 w 6343"/>
                  <a:gd name="connsiteY2" fmla="*/ 3320 h 6345"/>
                  <a:gd name="connsiteX3" fmla="*/ 5627 w 6343"/>
                  <a:gd name="connsiteY3" fmla="*/ 1077 h 6345"/>
                  <a:gd name="connsiteX4" fmla="*/ 3384 w 6343"/>
                  <a:gd name="connsiteY4" fmla="*/ 148 h 6345"/>
                  <a:gd name="connsiteX5" fmla="*/ 1141 w 6343"/>
                  <a:gd name="connsiteY5" fmla="*/ 1077 h 6345"/>
                  <a:gd name="connsiteX6" fmla="*/ 212 w 6343"/>
                  <a:gd name="connsiteY6" fmla="*/ 3320 h 6345"/>
                  <a:gd name="connsiteX7" fmla="*/ 1141 w 6343"/>
                  <a:gd name="connsiteY7" fmla="*/ 5564 h 6345"/>
                  <a:gd name="connsiteX8" fmla="*/ 3384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93"/>
                    </a:moveTo>
                    <a:cubicBezTo>
                      <a:pt x="4225" y="6493"/>
                      <a:pt x="5032" y="6159"/>
                      <a:pt x="5627" y="5564"/>
                    </a:cubicBezTo>
                    <a:cubicBezTo>
                      <a:pt x="6221" y="4969"/>
                      <a:pt x="6556" y="4162"/>
                      <a:pt x="6556" y="3320"/>
                    </a:cubicBezTo>
                    <a:cubicBezTo>
                      <a:pt x="6556" y="2479"/>
                      <a:pt x="6221" y="1672"/>
                      <a:pt x="5627" y="1077"/>
                    </a:cubicBezTo>
                    <a:cubicBezTo>
                      <a:pt x="5032" y="482"/>
                      <a:pt x="4225" y="148"/>
                      <a:pt x="3384" y="148"/>
                    </a:cubicBezTo>
                    <a:cubicBezTo>
                      <a:pt x="2543" y="148"/>
                      <a:pt x="1736" y="482"/>
                      <a:pt x="1141" y="1077"/>
                    </a:cubicBezTo>
                    <a:cubicBezTo>
                      <a:pt x="547" y="1672"/>
                      <a:pt x="212" y="2479"/>
                      <a:pt x="212" y="3320"/>
                    </a:cubicBezTo>
                    <a:cubicBezTo>
                      <a:pt x="212" y="4162"/>
                      <a:pt x="547" y="4969"/>
                      <a:pt x="1141" y="5564"/>
                    </a:cubicBezTo>
                    <a:cubicBezTo>
                      <a:pt x="1736" y="6159"/>
                      <a:pt x="2543" y="6493"/>
                      <a:pt x="3384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27" name="Freeform: Shape 3826">
                <a:extLst>
                  <a:ext uri="{FF2B5EF4-FFF2-40B4-BE49-F238E27FC236}">
                    <a16:creationId xmlns:a16="http://schemas.microsoft.com/office/drawing/2014/main" id="{A8B4AECA-BB1C-9926-72D3-8E940A3F6C79}"/>
                  </a:ext>
                </a:extLst>
              </p:cNvPr>
              <p:cNvSpPr/>
              <p:nvPr/>
            </p:nvSpPr>
            <p:spPr>
              <a:xfrm>
                <a:off x="3551738" y="5348698"/>
                <a:ext cx="6343" cy="6345"/>
              </a:xfrm>
              <a:custGeom>
                <a:avLst/>
                <a:gdLst>
                  <a:gd name="connsiteX0" fmla="*/ 3384 w 6343"/>
                  <a:gd name="connsiteY0" fmla="*/ 6493 h 6345"/>
                  <a:gd name="connsiteX1" fmla="*/ 5627 w 6343"/>
                  <a:gd name="connsiteY1" fmla="*/ 5563 h 6345"/>
                  <a:gd name="connsiteX2" fmla="*/ 6556 w 6343"/>
                  <a:gd name="connsiteY2" fmla="*/ 3320 h 6345"/>
                  <a:gd name="connsiteX3" fmla="*/ 5627 w 6343"/>
                  <a:gd name="connsiteY3" fmla="*/ 1077 h 6345"/>
                  <a:gd name="connsiteX4" fmla="*/ 3384 w 6343"/>
                  <a:gd name="connsiteY4" fmla="*/ 147 h 6345"/>
                  <a:gd name="connsiteX5" fmla="*/ 1142 w 6343"/>
                  <a:gd name="connsiteY5" fmla="*/ 1077 h 6345"/>
                  <a:gd name="connsiteX6" fmla="*/ 213 w 6343"/>
                  <a:gd name="connsiteY6" fmla="*/ 3320 h 6345"/>
                  <a:gd name="connsiteX7" fmla="*/ 1142 w 6343"/>
                  <a:gd name="connsiteY7" fmla="*/ 5563 h 6345"/>
                  <a:gd name="connsiteX8" fmla="*/ 3384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93"/>
                    </a:moveTo>
                    <a:cubicBezTo>
                      <a:pt x="4225" y="6493"/>
                      <a:pt x="5032" y="6158"/>
                      <a:pt x="5627" y="5563"/>
                    </a:cubicBezTo>
                    <a:cubicBezTo>
                      <a:pt x="6222" y="4968"/>
                      <a:pt x="6556" y="4161"/>
                      <a:pt x="6556" y="3320"/>
                    </a:cubicBezTo>
                    <a:cubicBezTo>
                      <a:pt x="6556" y="2479"/>
                      <a:pt x="6222" y="1672"/>
                      <a:pt x="5627" y="1077"/>
                    </a:cubicBezTo>
                    <a:cubicBezTo>
                      <a:pt x="5032" y="482"/>
                      <a:pt x="4225" y="147"/>
                      <a:pt x="3384" y="147"/>
                    </a:cubicBezTo>
                    <a:cubicBezTo>
                      <a:pt x="2543" y="147"/>
                      <a:pt x="1736" y="482"/>
                      <a:pt x="1142" y="1077"/>
                    </a:cubicBezTo>
                    <a:cubicBezTo>
                      <a:pt x="547" y="1672"/>
                      <a:pt x="213" y="2479"/>
                      <a:pt x="213" y="3320"/>
                    </a:cubicBezTo>
                    <a:cubicBezTo>
                      <a:pt x="213" y="4161"/>
                      <a:pt x="547" y="4968"/>
                      <a:pt x="1142" y="5563"/>
                    </a:cubicBezTo>
                    <a:cubicBezTo>
                      <a:pt x="1736" y="6158"/>
                      <a:pt x="2543" y="6493"/>
                      <a:pt x="3384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28" name="Freeform: Shape 3827">
                <a:extLst>
                  <a:ext uri="{FF2B5EF4-FFF2-40B4-BE49-F238E27FC236}">
                    <a16:creationId xmlns:a16="http://schemas.microsoft.com/office/drawing/2014/main" id="{41E2ADFF-AB2F-A648-346F-7EAC59042306}"/>
                  </a:ext>
                </a:extLst>
              </p:cNvPr>
              <p:cNvSpPr/>
              <p:nvPr/>
            </p:nvSpPr>
            <p:spPr>
              <a:xfrm>
                <a:off x="3556641" y="5349810"/>
                <a:ext cx="6343" cy="6345"/>
              </a:xfrm>
              <a:custGeom>
                <a:avLst/>
                <a:gdLst>
                  <a:gd name="connsiteX0" fmla="*/ 3385 w 6343"/>
                  <a:gd name="connsiteY0" fmla="*/ 6493 h 6345"/>
                  <a:gd name="connsiteX1" fmla="*/ 5627 w 6343"/>
                  <a:gd name="connsiteY1" fmla="*/ 5564 h 6345"/>
                  <a:gd name="connsiteX2" fmla="*/ 6556 w 6343"/>
                  <a:gd name="connsiteY2" fmla="*/ 3320 h 6345"/>
                  <a:gd name="connsiteX3" fmla="*/ 5627 w 6343"/>
                  <a:gd name="connsiteY3" fmla="*/ 1077 h 6345"/>
                  <a:gd name="connsiteX4" fmla="*/ 3385 w 6343"/>
                  <a:gd name="connsiteY4" fmla="*/ 147 h 6345"/>
                  <a:gd name="connsiteX5" fmla="*/ 1142 w 6343"/>
                  <a:gd name="connsiteY5" fmla="*/ 1077 h 6345"/>
                  <a:gd name="connsiteX6" fmla="*/ 213 w 6343"/>
                  <a:gd name="connsiteY6" fmla="*/ 3320 h 6345"/>
                  <a:gd name="connsiteX7" fmla="*/ 1142 w 6343"/>
                  <a:gd name="connsiteY7" fmla="*/ 5564 h 6345"/>
                  <a:gd name="connsiteX8" fmla="*/ 3385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93"/>
                    </a:moveTo>
                    <a:cubicBezTo>
                      <a:pt x="4226" y="6493"/>
                      <a:pt x="5033" y="6158"/>
                      <a:pt x="5627" y="5564"/>
                    </a:cubicBezTo>
                    <a:cubicBezTo>
                      <a:pt x="6222" y="4969"/>
                      <a:pt x="6556" y="4161"/>
                      <a:pt x="6556" y="3320"/>
                    </a:cubicBezTo>
                    <a:cubicBezTo>
                      <a:pt x="6556" y="2479"/>
                      <a:pt x="6222" y="1672"/>
                      <a:pt x="5627" y="1077"/>
                    </a:cubicBezTo>
                    <a:cubicBezTo>
                      <a:pt x="5033" y="482"/>
                      <a:pt x="4226" y="147"/>
                      <a:pt x="3385" y="147"/>
                    </a:cubicBezTo>
                    <a:cubicBezTo>
                      <a:pt x="2544" y="147"/>
                      <a:pt x="1737" y="482"/>
                      <a:pt x="1142" y="1077"/>
                    </a:cubicBezTo>
                    <a:cubicBezTo>
                      <a:pt x="547" y="1672"/>
                      <a:pt x="213" y="2479"/>
                      <a:pt x="213" y="3320"/>
                    </a:cubicBezTo>
                    <a:cubicBezTo>
                      <a:pt x="213" y="4161"/>
                      <a:pt x="547" y="4969"/>
                      <a:pt x="1142" y="5564"/>
                    </a:cubicBezTo>
                    <a:cubicBezTo>
                      <a:pt x="1737" y="6158"/>
                      <a:pt x="2544" y="6493"/>
                      <a:pt x="3385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29" name="Freeform: Shape 3828">
                <a:extLst>
                  <a:ext uri="{FF2B5EF4-FFF2-40B4-BE49-F238E27FC236}">
                    <a16:creationId xmlns:a16="http://schemas.microsoft.com/office/drawing/2014/main" id="{9BA8DEB8-3FFA-CEAB-A4DD-F285D91A3633}"/>
                  </a:ext>
                </a:extLst>
              </p:cNvPr>
              <p:cNvSpPr/>
              <p:nvPr/>
            </p:nvSpPr>
            <p:spPr>
              <a:xfrm>
                <a:off x="3559968" y="5349053"/>
                <a:ext cx="6343" cy="6345"/>
              </a:xfrm>
              <a:custGeom>
                <a:avLst/>
                <a:gdLst>
                  <a:gd name="connsiteX0" fmla="*/ 3385 w 6343"/>
                  <a:gd name="connsiteY0" fmla="*/ 6493 h 6345"/>
                  <a:gd name="connsiteX1" fmla="*/ 5628 w 6343"/>
                  <a:gd name="connsiteY1" fmla="*/ 5563 h 6345"/>
                  <a:gd name="connsiteX2" fmla="*/ 6557 w 6343"/>
                  <a:gd name="connsiteY2" fmla="*/ 3320 h 6345"/>
                  <a:gd name="connsiteX3" fmla="*/ 5628 w 6343"/>
                  <a:gd name="connsiteY3" fmla="*/ 1077 h 6345"/>
                  <a:gd name="connsiteX4" fmla="*/ 3385 w 6343"/>
                  <a:gd name="connsiteY4" fmla="*/ 147 h 6345"/>
                  <a:gd name="connsiteX5" fmla="*/ 1142 w 6343"/>
                  <a:gd name="connsiteY5" fmla="*/ 1077 h 6345"/>
                  <a:gd name="connsiteX6" fmla="*/ 213 w 6343"/>
                  <a:gd name="connsiteY6" fmla="*/ 3320 h 6345"/>
                  <a:gd name="connsiteX7" fmla="*/ 1142 w 6343"/>
                  <a:gd name="connsiteY7" fmla="*/ 5563 h 6345"/>
                  <a:gd name="connsiteX8" fmla="*/ 3385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93"/>
                    </a:moveTo>
                    <a:cubicBezTo>
                      <a:pt x="4226" y="6493"/>
                      <a:pt x="5033" y="6158"/>
                      <a:pt x="5628" y="5563"/>
                    </a:cubicBezTo>
                    <a:cubicBezTo>
                      <a:pt x="6222" y="4968"/>
                      <a:pt x="6557" y="4161"/>
                      <a:pt x="6557" y="3320"/>
                    </a:cubicBezTo>
                    <a:cubicBezTo>
                      <a:pt x="6557" y="2479"/>
                      <a:pt x="6222" y="1672"/>
                      <a:pt x="5628" y="1077"/>
                    </a:cubicBezTo>
                    <a:cubicBezTo>
                      <a:pt x="5033" y="482"/>
                      <a:pt x="4226" y="147"/>
                      <a:pt x="3385" y="147"/>
                    </a:cubicBezTo>
                    <a:cubicBezTo>
                      <a:pt x="2544" y="147"/>
                      <a:pt x="1737" y="482"/>
                      <a:pt x="1142" y="1077"/>
                    </a:cubicBezTo>
                    <a:cubicBezTo>
                      <a:pt x="548" y="1672"/>
                      <a:pt x="213" y="2479"/>
                      <a:pt x="213" y="3320"/>
                    </a:cubicBezTo>
                    <a:cubicBezTo>
                      <a:pt x="213" y="4161"/>
                      <a:pt x="548" y="4968"/>
                      <a:pt x="1142" y="5563"/>
                    </a:cubicBezTo>
                    <a:cubicBezTo>
                      <a:pt x="1737" y="6158"/>
                      <a:pt x="2544" y="6493"/>
                      <a:pt x="3385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30" name="Freeform: Shape 3829">
                <a:extLst>
                  <a:ext uri="{FF2B5EF4-FFF2-40B4-BE49-F238E27FC236}">
                    <a16:creationId xmlns:a16="http://schemas.microsoft.com/office/drawing/2014/main" id="{96F4EC52-759A-466C-A464-837820FB481D}"/>
                  </a:ext>
                </a:extLst>
              </p:cNvPr>
              <p:cNvSpPr/>
              <p:nvPr/>
            </p:nvSpPr>
            <p:spPr>
              <a:xfrm>
                <a:off x="3564209" y="5349470"/>
                <a:ext cx="6343" cy="6345"/>
              </a:xfrm>
              <a:custGeom>
                <a:avLst/>
                <a:gdLst>
                  <a:gd name="connsiteX0" fmla="*/ 3385 w 6343"/>
                  <a:gd name="connsiteY0" fmla="*/ 6493 h 6345"/>
                  <a:gd name="connsiteX1" fmla="*/ 5628 w 6343"/>
                  <a:gd name="connsiteY1" fmla="*/ 5564 h 6345"/>
                  <a:gd name="connsiteX2" fmla="*/ 6557 w 6343"/>
                  <a:gd name="connsiteY2" fmla="*/ 3320 h 6345"/>
                  <a:gd name="connsiteX3" fmla="*/ 5628 w 6343"/>
                  <a:gd name="connsiteY3" fmla="*/ 1077 h 6345"/>
                  <a:gd name="connsiteX4" fmla="*/ 3385 w 6343"/>
                  <a:gd name="connsiteY4" fmla="*/ 147 h 6345"/>
                  <a:gd name="connsiteX5" fmla="*/ 1143 w 6343"/>
                  <a:gd name="connsiteY5" fmla="*/ 1077 h 6345"/>
                  <a:gd name="connsiteX6" fmla="*/ 214 w 6343"/>
                  <a:gd name="connsiteY6" fmla="*/ 3320 h 6345"/>
                  <a:gd name="connsiteX7" fmla="*/ 1143 w 6343"/>
                  <a:gd name="connsiteY7" fmla="*/ 5564 h 6345"/>
                  <a:gd name="connsiteX8" fmla="*/ 3385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93"/>
                    </a:moveTo>
                    <a:cubicBezTo>
                      <a:pt x="4226" y="6493"/>
                      <a:pt x="5033" y="6158"/>
                      <a:pt x="5628" y="5564"/>
                    </a:cubicBezTo>
                    <a:cubicBezTo>
                      <a:pt x="6223" y="4969"/>
                      <a:pt x="6557" y="4161"/>
                      <a:pt x="6557" y="3320"/>
                    </a:cubicBezTo>
                    <a:cubicBezTo>
                      <a:pt x="6557" y="2479"/>
                      <a:pt x="6223" y="1672"/>
                      <a:pt x="5628" y="1077"/>
                    </a:cubicBezTo>
                    <a:cubicBezTo>
                      <a:pt x="5033" y="482"/>
                      <a:pt x="4226" y="147"/>
                      <a:pt x="3385" y="147"/>
                    </a:cubicBezTo>
                    <a:cubicBezTo>
                      <a:pt x="2544" y="147"/>
                      <a:pt x="1737" y="482"/>
                      <a:pt x="1143" y="1077"/>
                    </a:cubicBezTo>
                    <a:cubicBezTo>
                      <a:pt x="548" y="1672"/>
                      <a:pt x="214" y="2479"/>
                      <a:pt x="214" y="3320"/>
                    </a:cubicBezTo>
                    <a:cubicBezTo>
                      <a:pt x="214" y="4161"/>
                      <a:pt x="548" y="4969"/>
                      <a:pt x="1143" y="5564"/>
                    </a:cubicBezTo>
                    <a:cubicBezTo>
                      <a:pt x="1737" y="6158"/>
                      <a:pt x="2544" y="6493"/>
                      <a:pt x="3385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31" name="Freeform: Shape 3830">
                <a:extLst>
                  <a:ext uri="{FF2B5EF4-FFF2-40B4-BE49-F238E27FC236}">
                    <a16:creationId xmlns:a16="http://schemas.microsoft.com/office/drawing/2014/main" id="{E107EBDB-37AC-4528-FC71-5289EDC84D0C}"/>
                  </a:ext>
                </a:extLst>
              </p:cNvPr>
              <p:cNvSpPr/>
              <p:nvPr/>
            </p:nvSpPr>
            <p:spPr>
              <a:xfrm>
                <a:off x="3611452" y="5404398"/>
                <a:ext cx="6343" cy="6345"/>
              </a:xfrm>
              <a:custGeom>
                <a:avLst/>
                <a:gdLst>
                  <a:gd name="connsiteX0" fmla="*/ 3389 w 6343"/>
                  <a:gd name="connsiteY0" fmla="*/ 6497 h 6345"/>
                  <a:gd name="connsiteX1" fmla="*/ 5632 w 6343"/>
                  <a:gd name="connsiteY1" fmla="*/ 5568 h 6345"/>
                  <a:gd name="connsiteX2" fmla="*/ 6561 w 6343"/>
                  <a:gd name="connsiteY2" fmla="*/ 3324 h 6345"/>
                  <a:gd name="connsiteX3" fmla="*/ 5632 w 6343"/>
                  <a:gd name="connsiteY3" fmla="*/ 1081 h 6345"/>
                  <a:gd name="connsiteX4" fmla="*/ 3389 w 6343"/>
                  <a:gd name="connsiteY4" fmla="*/ 152 h 6345"/>
                  <a:gd name="connsiteX5" fmla="*/ 1146 w 6343"/>
                  <a:gd name="connsiteY5" fmla="*/ 1081 h 6345"/>
                  <a:gd name="connsiteX6" fmla="*/ 218 w 6343"/>
                  <a:gd name="connsiteY6" fmla="*/ 3324 h 6345"/>
                  <a:gd name="connsiteX7" fmla="*/ 1146 w 6343"/>
                  <a:gd name="connsiteY7" fmla="*/ 5568 h 6345"/>
                  <a:gd name="connsiteX8" fmla="*/ 3389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7"/>
                    </a:moveTo>
                    <a:cubicBezTo>
                      <a:pt x="4230" y="6497"/>
                      <a:pt x="5037" y="6163"/>
                      <a:pt x="5632" y="5568"/>
                    </a:cubicBezTo>
                    <a:cubicBezTo>
                      <a:pt x="6226" y="4973"/>
                      <a:pt x="6561" y="4166"/>
                      <a:pt x="6561" y="3324"/>
                    </a:cubicBezTo>
                    <a:cubicBezTo>
                      <a:pt x="6561" y="2483"/>
                      <a:pt x="6226" y="1676"/>
                      <a:pt x="5632" y="1081"/>
                    </a:cubicBezTo>
                    <a:cubicBezTo>
                      <a:pt x="5037" y="486"/>
                      <a:pt x="4230" y="152"/>
                      <a:pt x="3389" y="152"/>
                    </a:cubicBezTo>
                    <a:cubicBezTo>
                      <a:pt x="2548" y="152"/>
                      <a:pt x="1741" y="486"/>
                      <a:pt x="1146" y="1081"/>
                    </a:cubicBezTo>
                    <a:cubicBezTo>
                      <a:pt x="552" y="1676"/>
                      <a:pt x="218" y="2483"/>
                      <a:pt x="218" y="3324"/>
                    </a:cubicBezTo>
                    <a:cubicBezTo>
                      <a:pt x="218" y="4166"/>
                      <a:pt x="552" y="4973"/>
                      <a:pt x="1146" y="5568"/>
                    </a:cubicBezTo>
                    <a:cubicBezTo>
                      <a:pt x="1741" y="6163"/>
                      <a:pt x="2548" y="6497"/>
                      <a:pt x="3389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32" name="Freeform: Shape 3831">
                <a:extLst>
                  <a:ext uri="{FF2B5EF4-FFF2-40B4-BE49-F238E27FC236}">
                    <a16:creationId xmlns:a16="http://schemas.microsoft.com/office/drawing/2014/main" id="{A2C2C9D8-FD96-1D97-6B3D-94F168E388C7}"/>
                  </a:ext>
                </a:extLst>
              </p:cNvPr>
              <p:cNvSpPr/>
              <p:nvPr/>
            </p:nvSpPr>
            <p:spPr>
              <a:xfrm>
                <a:off x="3614100" y="5403582"/>
                <a:ext cx="6343" cy="6345"/>
              </a:xfrm>
              <a:custGeom>
                <a:avLst/>
                <a:gdLst>
                  <a:gd name="connsiteX0" fmla="*/ 3389 w 6343"/>
                  <a:gd name="connsiteY0" fmla="*/ 6497 h 6345"/>
                  <a:gd name="connsiteX1" fmla="*/ 5632 w 6343"/>
                  <a:gd name="connsiteY1" fmla="*/ 5568 h 6345"/>
                  <a:gd name="connsiteX2" fmla="*/ 6561 w 6343"/>
                  <a:gd name="connsiteY2" fmla="*/ 3324 h 6345"/>
                  <a:gd name="connsiteX3" fmla="*/ 5632 w 6343"/>
                  <a:gd name="connsiteY3" fmla="*/ 1081 h 6345"/>
                  <a:gd name="connsiteX4" fmla="*/ 3389 w 6343"/>
                  <a:gd name="connsiteY4" fmla="*/ 152 h 6345"/>
                  <a:gd name="connsiteX5" fmla="*/ 1147 w 6343"/>
                  <a:gd name="connsiteY5" fmla="*/ 1081 h 6345"/>
                  <a:gd name="connsiteX6" fmla="*/ 218 w 6343"/>
                  <a:gd name="connsiteY6" fmla="*/ 3324 h 6345"/>
                  <a:gd name="connsiteX7" fmla="*/ 1147 w 6343"/>
                  <a:gd name="connsiteY7" fmla="*/ 5568 h 6345"/>
                  <a:gd name="connsiteX8" fmla="*/ 3389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7"/>
                    </a:moveTo>
                    <a:cubicBezTo>
                      <a:pt x="4230" y="6497"/>
                      <a:pt x="5037" y="6163"/>
                      <a:pt x="5632" y="5568"/>
                    </a:cubicBezTo>
                    <a:cubicBezTo>
                      <a:pt x="6227" y="4973"/>
                      <a:pt x="6561" y="4166"/>
                      <a:pt x="6561" y="3324"/>
                    </a:cubicBezTo>
                    <a:cubicBezTo>
                      <a:pt x="6561" y="2483"/>
                      <a:pt x="6227" y="1676"/>
                      <a:pt x="5632" y="1081"/>
                    </a:cubicBezTo>
                    <a:cubicBezTo>
                      <a:pt x="5037" y="486"/>
                      <a:pt x="4230" y="152"/>
                      <a:pt x="3389" y="152"/>
                    </a:cubicBezTo>
                    <a:cubicBezTo>
                      <a:pt x="2548" y="152"/>
                      <a:pt x="1741" y="486"/>
                      <a:pt x="1147" y="1081"/>
                    </a:cubicBezTo>
                    <a:cubicBezTo>
                      <a:pt x="552" y="1676"/>
                      <a:pt x="218" y="2483"/>
                      <a:pt x="218" y="3324"/>
                    </a:cubicBezTo>
                    <a:cubicBezTo>
                      <a:pt x="218" y="4166"/>
                      <a:pt x="552" y="4973"/>
                      <a:pt x="1147" y="5568"/>
                    </a:cubicBezTo>
                    <a:cubicBezTo>
                      <a:pt x="1741" y="6163"/>
                      <a:pt x="2548" y="6497"/>
                      <a:pt x="3389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33" name="Freeform: Shape 3832">
                <a:extLst>
                  <a:ext uri="{FF2B5EF4-FFF2-40B4-BE49-F238E27FC236}">
                    <a16:creationId xmlns:a16="http://schemas.microsoft.com/office/drawing/2014/main" id="{CAD7A431-9716-826E-A55F-664B6B2928E9}"/>
                  </a:ext>
                </a:extLst>
              </p:cNvPr>
              <p:cNvSpPr/>
              <p:nvPr/>
            </p:nvSpPr>
            <p:spPr>
              <a:xfrm>
                <a:off x="3616315" y="5402224"/>
                <a:ext cx="6343" cy="6345"/>
              </a:xfrm>
              <a:custGeom>
                <a:avLst/>
                <a:gdLst>
                  <a:gd name="connsiteX0" fmla="*/ 3389 w 6343"/>
                  <a:gd name="connsiteY0" fmla="*/ 6497 h 6345"/>
                  <a:gd name="connsiteX1" fmla="*/ 5632 w 6343"/>
                  <a:gd name="connsiteY1" fmla="*/ 5568 h 6345"/>
                  <a:gd name="connsiteX2" fmla="*/ 6561 w 6343"/>
                  <a:gd name="connsiteY2" fmla="*/ 3324 h 6345"/>
                  <a:gd name="connsiteX3" fmla="*/ 5632 w 6343"/>
                  <a:gd name="connsiteY3" fmla="*/ 1081 h 6345"/>
                  <a:gd name="connsiteX4" fmla="*/ 3389 w 6343"/>
                  <a:gd name="connsiteY4" fmla="*/ 152 h 6345"/>
                  <a:gd name="connsiteX5" fmla="*/ 1147 w 6343"/>
                  <a:gd name="connsiteY5" fmla="*/ 1081 h 6345"/>
                  <a:gd name="connsiteX6" fmla="*/ 218 w 6343"/>
                  <a:gd name="connsiteY6" fmla="*/ 3324 h 6345"/>
                  <a:gd name="connsiteX7" fmla="*/ 1147 w 6343"/>
                  <a:gd name="connsiteY7" fmla="*/ 5568 h 6345"/>
                  <a:gd name="connsiteX8" fmla="*/ 3389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7"/>
                    </a:moveTo>
                    <a:cubicBezTo>
                      <a:pt x="4231" y="6497"/>
                      <a:pt x="5037" y="6163"/>
                      <a:pt x="5632" y="5568"/>
                    </a:cubicBezTo>
                    <a:cubicBezTo>
                      <a:pt x="6227" y="4973"/>
                      <a:pt x="6561" y="4166"/>
                      <a:pt x="6561" y="3324"/>
                    </a:cubicBezTo>
                    <a:cubicBezTo>
                      <a:pt x="6561" y="2483"/>
                      <a:pt x="6227" y="1676"/>
                      <a:pt x="5632" y="1081"/>
                    </a:cubicBezTo>
                    <a:cubicBezTo>
                      <a:pt x="5037" y="486"/>
                      <a:pt x="4231" y="152"/>
                      <a:pt x="3389" y="152"/>
                    </a:cubicBezTo>
                    <a:cubicBezTo>
                      <a:pt x="2548" y="152"/>
                      <a:pt x="1742" y="486"/>
                      <a:pt x="1147" y="1081"/>
                    </a:cubicBezTo>
                    <a:cubicBezTo>
                      <a:pt x="552" y="1676"/>
                      <a:pt x="218" y="2483"/>
                      <a:pt x="218" y="3324"/>
                    </a:cubicBezTo>
                    <a:cubicBezTo>
                      <a:pt x="218" y="4166"/>
                      <a:pt x="552" y="4973"/>
                      <a:pt x="1147" y="5568"/>
                    </a:cubicBezTo>
                    <a:cubicBezTo>
                      <a:pt x="1742" y="6163"/>
                      <a:pt x="2548" y="6497"/>
                      <a:pt x="3389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34" name="Freeform: Shape 3833">
                <a:extLst>
                  <a:ext uri="{FF2B5EF4-FFF2-40B4-BE49-F238E27FC236}">
                    <a16:creationId xmlns:a16="http://schemas.microsoft.com/office/drawing/2014/main" id="{28E81E66-BDEA-80C4-9698-42C5867505BE}"/>
                  </a:ext>
                </a:extLst>
              </p:cNvPr>
              <p:cNvSpPr/>
              <p:nvPr/>
            </p:nvSpPr>
            <p:spPr>
              <a:xfrm>
                <a:off x="3618021" y="5400202"/>
                <a:ext cx="6343" cy="6345"/>
              </a:xfrm>
              <a:custGeom>
                <a:avLst/>
                <a:gdLst>
                  <a:gd name="connsiteX0" fmla="*/ 3390 w 6343"/>
                  <a:gd name="connsiteY0" fmla="*/ 6497 h 6345"/>
                  <a:gd name="connsiteX1" fmla="*/ 5632 w 6343"/>
                  <a:gd name="connsiteY1" fmla="*/ 5568 h 6345"/>
                  <a:gd name="connsiteX2" fmla="*/ 6561 w 6343"/>
                  <a:gd name="connsiteY2" fmla="*/ 3324 h 6345"/>
                  <a:gd name="connsiteX3" fmla="*/ 5632 w 6343"/>
                  <a:gd name="connsiteY3" fmla="*/ 1081 h 6345"/>
                  <a:gd name="connsiteX4" fmla="*/ 3390 w 6343"/>
                  <a:gd name="connsiteY4" fmla="*/ 151 h 6345"/>
                  <a:gd name="connsiteX5" fmla="*/ 1147 w 6343"/>
                  <a:gd name="connsiteY5" fmla="*/ 1081 h 6345"/>
                  <a:gd name="connsiteX6" fmla="*/ 218 w 6343"/>
                  <a:gd name="connsiteY6" fmla="*/ 3324 h 6345"/>
                  <a:gd name="connsiteX7" fmla="*/ 1147 w 6343"/>
                  <a:gd name="connsiteY7" fmla="*/ 5568 h 6345"/>
                  <a:gd name="connsiteX8" fmla="*/ 3390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7"/>
                    </a:moveTo>
                    <a:cubicBezTo>
                      <a:pt x="4231" y="6497"/>
                      <a:pt x="5037" y="6162"/>
                      <a:pt x="5632" y="5568"/>
                    </a:cubicBezTo>
                    <a:cubicBezTo>
                      <a:pt x="6227" y="4973"/>
                      <a:pt x="6561" y="4165"/>
                      <a:pt x="6561" y="3324"/>
                    </a:cubicBezTo>
                    <a:cubicBezTo>
                      <a:pt x="6561" y="2483"/>
                      <a:pt x="6227" y="1676"/>
                      <a:pt x="5632" y="1081"/>
                    </a:cubicBezTo>
                    <a:cubicBezTo>
                      <a:pt x="5037" y="486"/>
                      <a:pt x="4231" y="151"/>
                      <a:pt x="3390" y="151"/>
                    </a:cubicBezTo>
                    <a:cubicBezTo>
                      <a:pt x="2548" y="151"/>
                      <a:pt x="1742" y="486"/>
                      <a:pt x="1147" y="1081"/>
                    </a:cubicBezTo>
                    <a:cubicBezTo>
                      <a:pt x="552" y="1676"/>
                      <a:pt x="218" y="2483"/>
                      <a:pt x="218" y="3324"/>
                    </a:cubicBezTo>
                    <a:cubicBezTo>
                      <a:pt x="218" y="4165"/>
                      <a:pt x="552" y="4973"/>
                      <a:pt x="1147" y="5568"/>
                    </a:cubicBezTo>
                    <a:cubicBezTo>
                      <a:pt x="1742" y="6162"/>
                      <a:pt x="2548" y="6497"/>
                      <a:pt x="3390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35" name="Freeform: Shape 3834">
                <a:extLst>
                  <a:ext uri="{FF2B5EF4-FFF2-40B4-BE49-F238E27FC236}">
                    <a16:creationId xmlns:a16="http://schemas.microsoft.com/office/drawing/2014/main" id="{32E0BFB1-4B43-6CD3-CB44-07D5A946EDDA}"/>
                  </a:ext>
                </a:extLst>
              </p:cNvPr>
              <p:cNvSpPr/>
              <p:nvPr/>
            </p:nvSpPr>
            <p:spPr>
              <a:xfrm>
                <a:off x="3620566" y="5399287"/>
                <a:ext cx="6343" cy="6345"/>
              </a:xfrm>
              <a:custGeom>
                <a:avLst/>
                <a:gdLst>
                  <a:gd name="connsiteX0" fmla="*/ 3390 w 6343"/>
                  <a:gd name="connsiteY0" fmla="*/ 6497 h 6345"/>
                  <a:gd name="connsiteX1" fmla="*/ 5632 w 6343"/>
                  <a:gd name="connsiteY1" fmla="*/ 5567 h 6345"/>
                  <a:gd name="connsiteX2" fmla="*/ 6561 w 6343"/>
                  <a:gd name="connsiteY2" fmla="*/ 3324 h 6345"/>
                  <a:gd name="connsiteX3" fmla="*/ 5632 w 6343"/>
                  <a:gd name="connsiteY3" fmla="*/ 1081 h 6345"/>
                  <a:gd name="connsiteX4" fmla="*/ 3390 w 6343"/>
                  <a:gd name="connsiteY4" fmla="*/ 151 h 6345"/>
                  <a:gd name="connsiteX5" fmla="*/ 1147 w 6343"/>
                  <a:gd name="connsiteY5" fmla="*/ 1081 h 6345"/>
                  <a:gd name="connsiteX6" fmla="*/ 218 w 6343"/>
                  <a:gd name="connsiteY6" fmla="*/ 3324 h 6345"/>
                  <a:gd name="connsiteX7" fmla="*/ 1147 w 6343"/>
                  <a:gd name="connsiteY7" fmla="*/ 5567 h 6345"/>
                  <a:gd name="connsiteX8" fmla="*/ 3390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7"/>
                    </a:moveTo>
                    <a:cubicBezTo>
                      <a:pt x="4231" y="6497"/>
                      <a:pt x="5038" y="6162"/>
                      <a:pt x="5632" y="5567"/>
                    </a:cubicBezTo>
                    <a:cubicBezTo>
                      <a:pt x="6227" y="4972"/>
                      <a:pt x="6561" y="4165"/>
                      <a:pt x="6561" y="3324"/>
                    </a:cubicBezTo>
                    <a:cubicBezTo>
                      <a:pt x="6561" y="2483"/>
                      <a:pt x="6227" y="1676"/>
                      <a:pt x="5632" y="1081"/>
                    </a:cubicBezTo>
                    <a:cubicBezTo>
                      <a:pt x="5038" y="486"/>
                      <a:pt x="4231" y="151"/>
                      <a:pt x="3390" y="151"/>
                    </a:cubicBezTo>
                    <a:cubicBezTo>
                      <a:pt x="2549" y="151"/>
                      <a:pt x="1742" y="486"/>
                      <a:pt x="1147" y="1081"/>
                    </a:cubicBezTo>
                    <a:cubicBezTo>
                      <a:pt x="552" y="1676"/>
                      <a:pt x="218" y="2483"/>
                      <a:pt x="218" y="3324"/>
                    </a:cubicBezTo>
                    <a:cubicBezTo>
                      <a:pt x="218" y="4165"/>
                      <a:pt x="552" y="4972"/>
                      <a:pt x="1147" y="5567"/>
                    </a:cubicBezTo>
                    <a:cubicBezTo>
                      <a:pt x="1742" y="6162"/>
                      <a:pt x="2549" y="6497"/>
                      <a:pt x="3390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36" name="Freeform: Shape 3835">
                <a:extLst>
                  <a:ext uri="{FF2B5EF4-FFF2-40B4-BE49-F238E27FC236}">
                    <a16:creationId xmlns:a16="http://schemas.microsoft.com/office/drawing/2014/main" id="{37E27364-F480-12EB-141B-3358E17B328C}"/>
                  </a:ext>
                </a:extLst>
              </p:cNvPr>
              <p:cNvSpPr/>
              <p:nvPr/>
            </p:nvSpPr>
            <p:spPr>
              <a:xfrm>
                <a:off x="3620772" y="5395231"/>
                <a:ext cx="6343" cy="6345"/>
              </a:xfrm>
              <a:custGeom>
                <a:avLst/>
                <a:gdLst>
                  <a:gd name="connsiteX0" fmla="*/ 3390 w 6343"/>
                  <a:gd name="connsiteY0" fmla="*/ 6496 h 6345"/>
                  <a:gd name="connsiteX1" fmla="*/ 5632 w 6343"/>
                  <a:gd name="connsiteY1" fmla="*/ 5567 h 6345"/>
                  <a:gd name="connsiteX2" fmla="*/ 6561 w 6343"/>
                  <a:gd name="connsiteY2" fmla="*/ 3324 h 6345"/>
                  <a:gd name="connsiteX3" fmla="*/ 5632 w 6343"/>
                  <a:gd name="connsiteY3" fmla="*/ 1080 h 6345"/>
                  <a:gd name="connsiteX4" fmla="*/ 3390 w 6343"/>
                  <a:gd name="connsiteY4" fmla="*/ 151 h 6345"/>
                  <a:gd name="connsiteX5" fmla="*/ 1147 w 6343"/>
                  <a:gd name="connsiteY5" fmla="*/ 1080 h 6345"/>
                  <a:gd name="connsiteX6" fmla="*/ 218 w 6343"/>
                  <a:gd name="connsiteY6" fmla="*/ 3324 h 6345"/>
                  <a:gd name="connsiteX7" fmla="*/ 1147 w 6343"/>
                  <a:gd name="connsiteY7" fmla="*/ 5567 h 6345"/>
                  <a:gd name="connsiteX8" fmla="*/ 3390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6"/>
                    </a:moveTo>
                    <a:cubicBezTo>
                      <a:pt x="4231" y="6496"/>
                      <a:pt x="5038" y="6162"/>
                      <a:pt x="5632" y="5567"/>
                    </a:cubicBezTo>
                    <a:cubicBezTo>
                      <a:pt x="6227" y="4972"/>
                      <a:pt x="6561" y="4165"/>
                      <a:pt x="6561" y="3324"/>
                    </a:cubicBezTo>
                    <a:cubicBezTo>
                      <a:pt x="6561" y="2482"/>
                      <a:pt x="6227" y="1675"/>
                      <a:pt x="5632" y="1080"/>
                    </a:cubicBezTo>
                    <a:cubicBezTo>
                      <a:pt x="5038" y="485"/>
                      <a:pt x="4231" y="151"/>
                      <a:pt x="3390" y="151"/>
                    </a:cubicBezTo>
                    <a:cubicBezTo>
                      <a:pt x="2549" y="151"/>
                      <a:pt x="1742" y="485"/>
                      <a:pt x="1147" y="1080"/>
                    </a:cubicBezTo>
                    <a:cubicBezTo>
                      <a:pt x="552" y="1675"/>
                      <a:pt x="218" y="2482"/>
                      <a:pt x="218" y="3324"/>
                    </a:cubicBezTo>
                    <a:cubicBezTo>
                      <a:pt x="218" y="4165"/>
                      <a:pt x="552" y="4972"/>
                      <a:pt x="1147" y="5567"/>
                    </a:cubicBezTo>
                    <a:cubicBezTo>
                      <a:pt x="1742" y="6162"/>
                      <a:pt x="2549" y="6496"/>
                      <a:pt x="3390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37" name="Freeform: Shape 3836">
                <a:extLst>
                  <a:ext uri="{FF2B5EF4-FFF2-40B4-BE49-F238E27FC236}">
                    <a16:creationId xmlns:a16="http://schemas.microsoft.com/office/drawing/2014/main" id="{716D361E-3B60-9DE5-579E-5B0C88DAC927}"/>
                  </a:ext>
                </a:extLst>
              </p:cNvPr>
              <p:cNvSpPr/>
              <p:nvPr/>
            </p:nvSpPr>
            <p:spPr>
              <a:xfrm>
                <a:off x="3623172" y="5394109"/>
                <a:ext cx="6343" cy="6345"/>
              </a:xfrm>
              <a:custGeom>
                <a:avLst/>
                <a:gdLst>
                  <a:gd name="connsiteX0" fmla="*/ 3390 w 6343"/>
                  <a:gd name="connsiteY0" fmla="*/ 6496 h 6345"/>
                  <a:gd name="connsiteX1" fmla="*/ 5633 w 6343"/>
                  <a:gd name="connsiteY1" fmla="*/ 5567 h 6345"/>
                  <a:gd name="connsiteX2" fmla="*/ 6562 w 6343"/>
                  <a:gd name="connsiteY2" fmla="*/ 3324 h 6345"/>
                  <a:gd name="connsiteX3" fmla="*/ 5633 w 6343"/>
                  <a:gd name="connsiteY3" fmla="*/ 1080 h 6345"/>
                  <a:gd name="connsiteX4" fmla="*/ 3390 w 6343"/>
                  <a:gd name="connsiteY4" fmla="*/ 151 h 6345"/>
                  <a:gd name="connsiteX5" fmla="*/ 1147 w 6343"/>
                  <a:gd name="connsiteY5" fmla="*/ 1080 h 6345"/>
                  <a:gd name="connsiteX6" fmla="*/ 218 w 6343"/>
                  <a:gd name="connsiteY6" fmla="*/ 3324 h 6345"/>
                  <a:gd name="connsiteX7" fmla="*/ 1147 w 6343"/>
                  <a:gd name="connsiteY7" fmla="*/ 5567 h 6345"/>
                  <a:gd name="connsiteX8" fmla="*/ 3390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6"/>
                    </a:moveTo>
                    <a:cubicBezTo>
                      <a:pt x="4231" y="6496"/>
                      <a:pt x="5038" y="6162"/>
                      <a:pt x="5633" y="5567"/>
                    </a:cubicBezTo>
                    <a:cubicBezTo>
                      <a:pt x="6227" y="4972"/>
                      <a:pt x="6562" y="4165"/>
                      <a:pt x="6562" y="3324"/>
                    </a:cubicBezTo>
                    <a:cubicBezTo>
                      <a:pt x="6562" y="2482"/>
                      <a:pt x="6227" y="1675"/>
                      <a:pt x="5633" y="1080"/>
                    </a:cubicBezTo>
                    <a:cubicBezTo>
                      <a:pt x="5038" y="485"/>
                      <a:pt x="4231" y="151"/>
                      <a:pt x="3390" y="151"/>
                    </a:cubicBezTo>
                    <a:cubicBezTo>
                      <a:pt x="2549" y="151"/>
                      <a:pt x="1742" y="485"/>
                      <a:pt x="1147" y="1080"/>
                    </a:cubicBezTo>
                    <a:cubicBezTo>
                      <a:pt x="553" y="1675"/>
                      <a:pt x="218" y="2482"/>
                      <a:pt x="218" y="3324"/>
                    </a:cubicBezTo>
                    <a:cubicBezTo>
                      <a:pt x="218" y="4165"/>
                      <a:pt x="553" y="4972"/>
                      <a:pt x="1147" y="5567"/>
                    </a:cubicBezTo>
                    <a:cubicBezTo>
                      <a:pt x="1742" y="6162"/>
                      <a:pt x="2549" y="6496"/>
                      <a:pt x="3390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38" name="Freeform: Shape 3837">
                <a:extLst>
                  <a:ext uri="{FF2B5EF4-FFF2-40B4-BE49-F238E27FC236}">
                    <a16:creationId xmlns:a16="http://schemas.microsoft.com/office/drawing/2014/main" id="{0E647935-3E53-C9D5-4EBC-CFDF93334FBB}"/>
                  </a:ext>
                </a:extLst>
              </p:cNvPr>
              <p:cNvSpPr/>
              <p:nvPr/>
            </p:nvSpPr>
            <p:spPr>
              <a:xfrm>
                <a:off x="3626742" y="5394617"/>
                <a:ext cx="6343" cy="6345"/>
              </a:xfrm>
              <a:custGeom>
                <a:avLst/>
                <a:gdLst>
                  <a:gd name="connsiteX0" fmla="*/ 3390 w 6343"/>
                  <a:gd name="connsiteY0" fmla="*/ 6496 h 6345"/>
                  <a:gd name="connsiteX1" fmla="*/ 5633 w 6343"/>
                  <a:gd name="connsiteY1" fmla="*/ 5567 h 6345"/>
                  <a:gd name="connsiteX2" fmla="*/ 6562 w 6343"/>
                  <a:gd name="connsiteY2" fmla="*/ 3324 h 6345"/>
                  <a:gd name="connsiteX3" fmla="*/ 5633 w 6343"/>
                  <a:gd name="connsiteY3" fmla="*/ 1080 h 6345"/>
                  <a:gd name="connsiteX4" fmla="*/ 3390 w 6343"/>
                  <a:gd name="connsiteY4" fmla="*/ 151 h 6345"/>
                  <a:gd name="connsiteX5" fmla="*/ 1148 w 6343"/>
                  <a:gd name="connsiteY5" fmla="*/ 1080 h 6345"/>
                  <a:gd name="connsiteX6" fmla="*/ 219 w 6343"/>
                  <a:gd name="connsiteY6" fmla="*/ 3324 h 6345"/>
                  <a:gd name="connsiteX7" fmla="*/ 1148 w 6343"/>
                  <a:gd name="connsiteY7" fmla="*/ 5567 h 6345"/>
                  <a:gd name="connsiteX8" fmla="*/ 3390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6"/>
                    </a:moveTo>
                    <a:cubicBezTo>
                      <a:pt x="4231" y="6496"/>
                      <a:pt x="5038" y="6162"/>
                      <a:pt x="5633" y="5567"/>
                    </a:cubicBezTo>
                    <a:cubicBezTo>
                      <a:pt x="6228" y="4972"/>
                      <a:pt x="6562" y="4165"/>
                      <a:pt x="6562" y="3324"/>
                    </a:cubicBezTo>
                    <a:cubicBezTo>
                      <a:pt x="6562" y="2482"/>
                      <a:pt x="6228" y="1675"/>
                      <a:pt x="5633" y="1080"/>
                    </a:cubicBezTo>
                    <a:cubicBezTo>
                      <a:pt x="5038" y="485"/>
                      <a:pt x="4231" y="151"/>
                      <a:pt x="3390" y="151"/>
                    </a:cubicBezTo>
                    <a:cubicBezTo>
                      <a:pt x="2549" y="151"/>
                      <a:pt x="1742" y="485"/>
                      <a:pt x="1148" y="1080"/>
                    </a:cubicBezTo>
                    <a:cubicBezTo>
                      <a:pt x="553" y="1675"/>
                      <a:pt x="219" y="2482"/>
                      <a:pt x="219" y="3324"/>
                    </a:cubicBezTo>
                    <a:cubicBezTo>
                      <a:pt x="219" y="4165"/>
                      <a:pt x="553" y="4972"/>
                      <a:pt x="1148" y="5567"/>
                    </a:cubicBezTo>
                    <a:cubicBezTo>
                      <a:pt x="1742" y="6162"/>
                      <a:pt x="2549" y="6496"/>
                      <a:pt x="3390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39" name="Freeform: Shape 3838">
                <a:extLst>
                  <a:ext uri="{FF2B5EF4-FFF2-40B4-BE49-F238E27FC236}">
                    <a16:creationId xmlns:a16="http://schemas.microsoft.com/office/drawing/2014/main" id="{44ACEDED-C85E-C2CC-0BA7-F7B834D8EA33}"/>
                  </a:ext>
                </a:extLst>
              </p:cNvPr>
              <p:cNvSpPr/>
              <p:nvPr/>
            </p:nvSpPr>
            <p:spPr>
              <a:xfrm>
                <a:off x="3629085" y="5393459"/>
                <a:ext cx="6343" cy="6345"/>
              </a:xfrm>
              <a:custGeom>
                <a:avLst/>
                <a:gdLst>
                  <a:gd name="connsiteX0" fmla="*/ 3390 w 6343"/>
                  <a:gd name="connsiteY0" fmla="*/ 6496 h 6345"/>
                  <a:gd name="connsiteX1" fmla="*/ 5633 w 6343"/>
                  <a:gd name="connsiteY1" fmla="*/ 5567 h 6345"/>
                  <a:gd name="connsiteX2" fmla="*/ 6562 w 6343"/>
                  <a:gd name="connsiteY2" fmla="*/ 3324 h 6345"/>
                  <a:gd name="connsiteX3" fmla="*/ 5633 w 6343"/>
                  <a:gd name="connsiteY3" fmla="*/ 1080 h 6345"/>
                  <a:gd name="connsiteX4" fmla="*/ 3390 w 6343"/>
                  <a:gd name="connsiteY4" fmla="*/ 151 h 6345"/>
                  <a:gd name="connsiteX5" fmla="*/ 1148 w 6343"/>
                  <a:gd name="connsiteY5" fmla="*/ 1080 h 6345"/>
                  <a:gd name="connsiteX6" fmla="*/ 219 w 6343"/>
                  <a:gd name="connsiteY6" fmla="*/ 3324 h 6345"/>
                  <a:gd name="connsiteX7" fmla="*/ 1148 w 6343"/>
                  <a:gd name="connsiteY7" fmla="*/ 5567 h 6345"/>
                  <a:gd name="connsiteX8" fmla="*/ 3390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6"/>
                    </a:moveTo>
                    <a:cubicBezTo>
                      <a:pt x="4232" y="6496"/>
                      <a:pt x="5038" y="6162"/>
                      <a:pt x="5633" y="5567"/>
                    </a:cubicBezTo>
                    <a:cubicBezTo>
                      <a:pt x="6228" y="4972"/>
                      <a:pt x="6562" y="4165"/>
                      <a:pt x="6562" y="3324"/>
                    </a:cubicBezTo>
                    <a:cubicBezTo>
                      <a:pt x="6562" y="2482"/>
                      <a:pt x="6228" y="1675"/>
                      <a:pt x="5633" y="1080"/>
                    </a:cubicBezTo>
                    <a:cubicBezTo>
                      <a:pt x="5038" y="485"/>
                      <a:pt x="4232" y="151"/>
                      <a:pt x="3390" y="151"/>
                    </a:cubicBezTo>
                    <a:cubicBezTo>
                      <a:pt x="2549" y="151"/>
                      <a:pt x="1743" y="485"/>
                      <a:pt x="1148" y="1080"/>
                    </a:cubicBezTo>
                    <a:cubicBezTo>
                      <a:pt x="553" y="1675"/>
                      <a:pt x="219" y="2482"/>
                      <a:pt x="219" y="3324"/>
                    </a:cubicBezTo>
                    <a:cubicBezTo>
                      <a:pt x="219" y="4165"/>
                      <a:pt x="553" y="4972"/>
                      <a:pt x="1148" y="5567"/>
                    </a:cubicBezTo>
                    <a:cubicBezTo>
                      <a:pt x="1743" y="6162"/>
                      <a:pt x="2549" y="6496"/>
                      <a:pt x="3390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40" name="Freeform: Shape 3839">
                <a:extLst>
                  <a:ext uri="{FF2B5EF4-FFF2-40B4-BE49-F238E27FC236}">
                    <a16:creationId xmlns:a16="http://schemas.microsoft.com/office/drawing/2014/main" id="{B5617463-2A51-2F83-C89F-29EBB432C93C}"/>
                  </a:ext>
                </a:extLst>
              </p:cNvPr>
              <p:cNvSpPr/>
              <p:nvPr/>
            </p:nvSpPr>
            <p:spPr>
              <a:xfrm>
                <a:off x="3603189" y="5347138"/>
                <a:ext cx="6343" cy="6345"/>
              </a:xfrm>
              <a:custGeom>
                <a:avLst/>
                <a:gdLst>
                  <a:gd name="connsiteX0" fmla="*/ 3388 w 6343"/>
                  <a:gd name="connsiteY0" fmla="*/ 6493 h 6345"/>
                  <a:gd name="connsiteX1" fmla="*/ 5631 w 6343"/>
                  <a:gd name="connsiteY1" fmla="*/ 5563 h 6345"/>
                  <a:gd name="connsiteX2" fmla="*/ 6560 w 6343"/>
                  <a:gd name="connsiteY2" fmla="*/ 3320 h 6345"/>
                  <a:gd name="connsiteX3" fmla="*/ 5631 w 6343"/>
                  <a:gd name="connsiteY3" fmla="*/ 1076 h 6345"/>
                  <a:gd name="connsiteX4" fmla="*/ 3388 w 6343"/>
                  <a:gd name="connsiteY4" fmla="*/ 147 h 6345"/>
                  <a:gd name="connsiteX5" fmla="*/ 1146 w 6343"/>
                  <a:gd name="connsiteY5" fmla="*/ 1076 h 6345"/>
                  <a:gd name="connsiteX6" fmla="*/ 217 w 6343"/>
                  <a:gd name="connsiteY6" fmla="*/ 3320 h 6345"/>
                  <a:gd name="connsiteX7" fmla="*/ 1146 w 6343"/>
                  <a:gd name="connsiteY7" fmla="*/ 5563 h 6345"/>
                  <a:gd name="connsiteX8" fmla="*/ 3388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93"/>
                    </a:moveTo>
                    <a:cubicBezTo>
                      <a:pt x="4230" y="6493"/>
                      <a:pt x="5036" y="6158"/>
                      <a:pt x="5631" y="5563"/>
                    </a:cubicBezTo>
                    <a:cubicBezTo>
                      <a:pt x="6226" y="4968"/>
                      <a:pt x="6560" y="4161"/>
                      <a:pt x="6560" y="3320"/>
                    </a:cubicBezTo>
                    <a:cubicBezTo>
                      <a:pt x="6560" y="2478"/>
                      <a:pt x="6226" y="1671"/>
                      <a:pt x="5631" y="1076"/>
                    </a:cubicBezTo>
                    <a:cubicBezTo>
                      <a:pt x="5036" y="481"/>
                      <a:pt x="4230" y="147"/>
                      <a:pt x="3388" y="147"/>
                    </a:cubicBezTo>
                    <a:cubicBezTo>
                      <a:pt x="2547" y="147"/>
                      <a:pt x="1741" y="481"/>
                      <a:pt x="1146" y="1076"/>
                    </a:cubicBezTo>
                    <a:cubicBezTo>
                      <a:pt x="551" y="1671"/>
                      <a:pt x="217" y="2478"/>
                      <a:pt x="217" y="3320"/>
                    </a:cubicBezTo>
                    <a:cubicBezTo>
                      <a:pt x="217" y="4161"/>
                      <a:pt x="551" y="4968"/>
                      <a:pt x="1146" y="5563"/>
                    </a:cubicBezTo>
                    <a:cubicBezTo>
                      <a:pt x="1741" y="6158"/>
                      <a:pt x="2547" y="6493"/>
                      <a:pt x="3388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41" name="Freeform: Shape 3840">
                <a:extLst>
                  <a:ext uri="{FF2B5EF4-FFF2-40B4-BE49-F238E27FC236}">
                    <a16:creationId xmlns:a16="http://schemas.microsoft.com/office/drawing/2014/main" id="{04122019-65A2-1C26-D717-761D8612AE83}"/>
                  </a:ext>
                </a:extLst>
              </p:cNvPr>
              <p:cNvSpPr/>
              <p:nvPr/>
            </p:nvSpPr>
            <p:spPr>
              <a:xfrm>
                <a:off x="3610935" y="5353305"/>
                <a:ext cx="6343" cy="6345"/>
              </a:xfrm>
              <a:custGeom>
                <a:avLst/>
                <a:gdLst>
                  <a:gd name="connsiteX0" fmla="*/ 3389 w 6343"/>
                  <a:gd name="connsiteY0" fmla="*/ 6493 h 6345"/>
                  <a:gd name="connsiteX1" fmla="*/ 5632 w 6343"/>
                  <a:gd name="connsiteY1" fmla="*/ 5564 h 6345"/>
                  <a:gd name="connsiteX2" fmla="*/ 6561 w 6343"/>
                  <a:gd name="connsiteY2" fmla="*/ 3320 h 6345"/>
                  <a:gd name="connsiteX3" fmla="*/ 5632 w 6343"/>
                  <a:gd name="connsiteY3" fmla="*/ 1077 h 6345"/>
                  <a:gd name="connsiteX4" fmla="*/ 3389 w 6343"/>
                  <a:gd name="connsiteY4" fmla="*/ 148 h 6345"/>
                  <a:gd name="connsiteX5" fmla="*/ 1146 w 6343"/>
                  <a:gd name="connsiteY5" fmla="*/ 1077 h 6345"/>
                  <a:gd name="connsiteX6" fmla="*/ 217 w 6343"/>
                  <a:gd name="connsiteY6" fmla="*/ 3320 h 6345"/>
                  <a:gd name="connsiteX7" fmla="*/ 1146 w 6343"/>
                  <a:gd name="connsiteY7" fmla="*/ 5564 h 6345"/>
                  <a:gd name="connsiteX8" fmla="*/ 3389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3"/>
                    </a:moveTo>
                    <a:cubicBezTo>
                      <a:pt x="4230" y="6493"/>
                      <a:pt x="5037" y="6159"/>
                      <a:pt x="5632" y="5564"/>
                    </a:cubicBezTo>
                    <a:cubicBezTo>
                      <a:pt x="6226" y="4969"/>
                      <a:pt x="6561" y="4162"/>
                      <a:pt x="6561" y="3320"/>
                    </a:cubicBezTo>
                    <a:cubicBezTo>
                      <a:pt x="6561" y="2479"/>
                      <a:pt x="6226" y="1672"/>
                      <a:pt x="5632" y="1077"/>
                    </a:cubicBezTo>
                    <a:cubicBezTo>
                      <a:pt x="5037" y="482"/>
                      <a:pt x="4230" y="148"/>
                      <a:pt x="3389" y="148"/>
                    </a:cubicBezTo>
                    <a:cubicBezTo>
                      <a:pt x="2548" y="148"/>
                      <a:pt x="1741" y="482"/>
                      <a:pt x="1146" y="1077"/>
                    </a:cubicBezTo>
                    <a:cubicBezTo>
                      <a:pt x="552" y="1672"/>
                      <a:pt x="217" y="2479"/>
                      <a:pt x="217" y="3320"/>
                    </a:cubicBezTo>
                    <a:cubicBezTo>
                      <a:pt x="217" y="4162"/>
                      <a:pt x="552" y="4969"/>
                      <a:pt x="1146" y="5564"/>
                    </a:cubicBezTo>
                    <a:cubicBezTo>
                      <a:pt x="1741" y="6159"/>
                      <a:pt x="2548" y="6493"/>
                      <a:pt x="3389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42" name="Freeform: Shape 3841">
                <a:extLst>
                  <a:ext uri="{FF2B5EF4-FFF2-40B4-BE49-F238E27FC236}">
                    <a16:creationId xmlns:a16="http://schemas.microsoft.com/office/drawing/2014/main" id="{4E0E42F0-6FEF-3484-BB85-E79ACC978DAA}"/>
                  </a:ext>
                </a:extLst>
              </p:cNvPr>
              <p:cNvSpPr/>
              <p:nvPr/>
            </p:nvSpPr>
            <p:spPr>
              <a:xfrm>
                <a:off x="3613789" y="5352449"/>
                <a:ext cx="6343" cy="6345"/>
              </a:xfrm>
              <a:custGeom>
                <a:avLst/>
                <a:gdLst>
                  <a:gd name="connsiteX0" fmla="*/ 3389 w 6343"/>
                  <a:gd name="connsiteY0" fmla="*/ 6493 h 6345"/>
                  <a:gd name="connsiteX1" fmla="*/ 5632 w 6343"/>
                  <a:gd name="connsiteY1" fmla="*/ 5564 h 6345"/>
                  <a:gd name="connsiteX2" fmla="*/ 6561 w 6343"/>
                  <a:gd name="connsiteY2" fmla="*/ 3320 h 6345"/>
                  <a:gd name="connsiteX3" fmla="*/ 5632 w 6343"/>
                  <a:gd name="connsiteY3" fmla="*/ 1077 h 6345"/>
                  <a:gd name="connsiteX4" fmla="*/ 3389 w 6343"/>
                  <a:gd name="connsiteY4" fmla="*/ 148 h 6345"/>
                  <a:gd name="connsiteX5" fmla="*/ 1147 w 6343"/>
                  <a:gd name="connsiteY5" fmla="*/ 1077 h 6345"/>
                  <a:gd name="connsiteX6" fmla="*/ 218 w 6343"/>
                  <a:gd name="connsiteY6" fmla="*/ 3320 h 6345"/>
                  <a:gd name="connsiteX7" fmla="*/ 1147 w 6343"/>
                  <a:gd name="connsiteY7" fmla="*/ 5564 h 6345"/>
                  <a:gd name="connsiteX8" fmla="*/ 3389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3"/>
                    </a:moveTo>
                    <a:cubicBezTo>
                      <a:pt x="4230" y="6493"/>
                      <a:pt x="5037" y="6159"/>
                      <a:pt x="5632" y="5564"/>
                    </a:cubicBezTo>
                    <a:cubicBezTo>
                      <a:pt x="6227" y="4969"/>
                      <a:pt x="6561" y="4162"/>
                      <a:pt x="6561" y="3320"/>
                    </a:cubicBezTo>
                    <a:cubicBezTo>
                      <a:pt x="6561" y="2479"/>
                      <a:pt x="6227" y="1672"/>
                      <a:pt x="5632" y="1077"/>
                    </a:cubicBezTo>
                    <a:cubicBezTo>
                      <a:pt x="5037" y="482"/>
                      <a:pt x="4230" y="148"/>
                      <a:pt x="3389" y="148"/>
                    </a:cubicBezTo>
                    <a:cubicBezTo>
                      <a:pt x="2548" y="148"/>
                      <a:pt x="1741" y="482"/>
                      <a:pt x="1147" y="1077"/>
                    </a:cubicBezTo>
                    <a:cubicBezTo>
                      <a:pt x="552" y="1672"/>
                      <a:pt x="218" y="2479"/>
                      <a:pt x="218" y="3320"/>
                    </a:cubicBezTo>
                    <a:cubicBezTo>
                      <a:pt x="218" y="4162"/>
                      <a:pt x="552" y="4969"/>
                      <a:pt x="1147" y="5564"/>
                    </a:cubicBezTo>
                    <a:cubicBezTo>
                      <a:pt x="1741" y="6159"/>
                      <a:pt x="2548" y="6493"/>
                      <a:pt x="3389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43" name="Freeform: Shape 3842">
                <a:extLst>
                  <a:ext uri="{FF2B5EF4-FFF2-40B4-BE49-F238E27FC236}">
                    <a16:creationId xmlns:a16="http://schemas.microsoft.com/office/drawing/2014/main" id="{63C72B4E-0E63-5D1F-7607-E67C91BFFE49}"/>
                  </a:ext>
                </a:extLst>
              </p:cNvPr>
              <p:cNvSpPr/>
              <p:nvPr/>
            </p:nvSpPr>
            <p:spPr>
              <a:xfrm>
                <a:off x="3647365" y="5393095"/>
                <a:ext cx="6343" cy="6345"/>
              </a:xfrm>
              <a:custGeom>
                <a:avLst/>
                <a:gdLst>
                  <a:gd name="connsiteX0" fmla="*/ 3392 w 6343"/>
                  <a:gd name="connsiteY0" fmla="*/ 6496 h 6345"/>
                  <a:gd name="connsiteX1" fmla="*/ 5635 w 6343"/>
                  <a:gd name="connsiteY1" fmla="*/ 5567 h 6345"/>
                  <a:gd name="connsiteX2" fmla="*/ 6563 w 6343"/>
                  <a:gd name="connsiteY2" fmla="*/ 3323 h 6345"/>
                  <a:gd name="connsiteX3" fmla="*/ 5635 w 6343"/>
                  <a:gd name="connsiteY3" fmla="*/ 1080 h 6345"/>
                  <a:gd name="connsiteX4" fmla="*/ 3392 w 6343"/>
                  <a:gd name="connsiteY4" fmla="*/ 151 h 6345"/>
                  <a:gd name="connsiteX5" fmla="*/ 1149 w 6343"/>
                  <a:gd name="connsiteY5" fmla="*/ 1080 h 6345"/>
                  <a:gd name="connsiteX6" fmla="*/ 220 w 6343"/>
                  <a:gd name="connsiteY6" fmla="*/ 3323 h 6345"/>
                  <a:gd name="connsiteX7" fmla="*/ 1149 w 6343"/>
                  <a:gd name="connsiteY7" fmla="*/ 5567 h 6345"/>
                  <a:gd name="connsiteX8" fmla="*/ 3392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6"/>
                    </a:moveTo>
                    <a:cubicBezTo>
                      <a:pt x="4233" y="6496"/>
                      <a:pt x="5040" y="6162"/>
                      <a:pt x="5635" y="5567"/>
                    </a:cubicBezTo>
                    <a:cubicBezTo>
                      <a:pt x="6229" y="4972"/>
                      <a:pt x="6563" y="4165"/>
                      <a:pt x="6563" y="3323"/>
                    </a:cubicBezTo>
                    <a:cubicBezTo>
                      <a:pt x="6563" y="2482"/>
                      <a:pt x="6229" y="1675"/>
                      <a:pt x="5635" y="1080"/>
                    </a:cubicBezTo>
                    <a:cubicBezTo>
                      <a:pt x="5040" y="485"/>
                      <a:pt x="4233" y="151"/>
                      <a:pt x="3392" y="151"/>
                    </a:cubicBezTo>
                    <a:cubicBezTo>
                      <a:pt x="2551" y="151"/>
                      <a:pt x="1744" y="485"/>
                      <a:pt x="1149" y="1080"/>
                    </a:cubicBezTo>
                    <a:cubicBezTo>
                      <a:pt x="555" y="1675"/>
                      <a:pt x="220" y="2482"/>
                      <a:pt x="220" y="3323"/>
                    </a:cubicBezTo>
                    <a:cubicBezTo>
                      <a:pt x="220" y="4165"/>
                      <a:pt x="555" y="4972"/>
                      <a:pt x="1149" y="5567"/>
                    </a:cubicBezTo>
                    <a:cubicBezTo>
                      <a:pt x="1744" y="6162"/>
                      <a:pt x="2551" y="6496"/>
                      <a:pt x="3392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44" name="Freeform: Shape 3843">
                <a:extLst>
                  <a:ext uri="{FF2B5EF4-FFF2-40B4-BE49-F238E27FC236}">
                    <a16:creationId xmlns:a16="http://schemas.microsoft.com/office/drawing/2014/main" id="{808AACF5-DC67-7933-C3D6-0223CD69BE9E}"/>
                  </a:ext>
                </a:extLst>
              </p:cNvPr>
              <p:cNvSpPr/>
              <p:nvPr/>
            </p:nvSpPr>
            <p:spPr>
              <a:xfrm>
                <a:off x="3651046" y="5394139"/>
                <a:ext cx="6343" cy="6345"/>
              </a:xfrm>
              <a:custGeom>
                <a:avLst/>
                <a:gdLst>
                  <a:gd name="connsiteX0" fmla="*/ 3392 w 6343"/>
                  <a:gd name="connsiteY0" fmla="*/ 6496 h 6345"/>
                  <a:gd name="connsiteX1" fmla="*/ 5635 w 6343"/>
                  <a:gd name="connsiteY1" fmla="*/ 5567 h 6345"/>
                  <a:gd name="connsiteX2" fmla="*/ 6564 w 6343"/>
                  <a:gd name="connsiteY2" fmla="*/ 3324 h 6345"/>
                  <a:gd name="connsiteX3" fmla="*/ 5635 w 6343"/>
                  <a:gd name="connsiteY3" fmla="*/ 1080 h 6345"/>
                  <a:gd name="connsiteX4" fmla="*/ 3392 w 6343"/>
                  <a:gd name="connsiteY4" fmla="*/ 151 h 6345"/>
                  <a:gd name="connsiteX5" fmla="*/ 1150 w 6343"/>
                  <a:gd name="connsiteY5" fmla="*/ 1080 h 6345"/>
                  <a:gd name="connsiteX6" fmla="*/ 221 w 6343"/>
                  <a:gd name="connsiteY6" fmla="*/ 3324 h 6345"/>
                  <a:gd name="connsiteX7" fmla="*/ 1150 w 6343"/>
                  <a:gd name="connsiteY7" fmla="*/ 5567 h 6345"/>
                  <a:gd name="connsiteX8" fmla="*/ 3392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6"/>
                    </a:moveTo>
                    <a:cubicBezTo>
                      <a:pt x="4233" y="6496"/>
                      <a:pt x="5040" y="6162"/>
                      <a:pt x="5635" y="5567"/>
                    </a:cubicBezTo>
                    <a:cubicBezTo>
                      <a:pt x="6230" y="4972"/>
                      <a:pt x="6564" y="4165"/>
                      <a:pt x="6564" y="3324"/>
                    </a:cubicBezTo>
                    <a:cubicBezTo>
                      <a:pt x="6564" y="2482"/>
                      <a:pt x="6230" y="1675"/>
                      <a:pt x="5635" y="1080"/>
                    </a:cubicBezTo>
                    <a:cubicBezTo>
                      <a:pt x="5040" y="485"/>
                      <a:pt x="4233" y="151"/>
                      <a:pt x="3392" y="151"/>
                    </a:cubicBezTo>
                    <a:cubicBezTo>
                      <a:pt x="2551" y="151"/>
                      <a:pt x="1744" y="485"/>
                      <a:pt x="1150" y="1080"/>
                    </a:cubicBezTo>
                    <a:cubicBezTo>
                      <a:pt x="555" y="1675"/>
                      <a:pt x="221" y="2482"/>
                      <a:pt x="221" y="3324"/>
                    </a:cubicBezTo>
                    <a:cubicBezTo>
                      <a:pt x="221" y="4165"/>
                      <a:pt x="555" y="4972"/>
                      <a:pt x="1150" y="5567"/>
                    </a:cubicBezTo>
                    <a:cubicBezTo>
                      <a:pt x="1744" y="6162"/>
                      <a:pt x="2551" y="6496"/>
                      <a:pt x="3392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45" name="Freeform: Shape 3844">
                <a:extLst>
                  <a:ext uri="{FF2B5EF4-FFF2-40B4-BE49-F238E27FC236}">
                    <a16:creationId xmlns:a16="http://schemas.microsoft.com/office/drawing/2014/main" id="{97FDCCF5-A52F-71C1-004C-99D38A646E7E}"/>
                  </a:ext>
                </a:extLst>
              </p:cNvPr>
              <p:cNvSpPr/>
              <p:nvPr/>
            </p:nvSpPr>
            <p:spPr>
              <a:xfrm>
                <a:off x="3653502" y="5393341"/>
                <a:ext cx="6343" cy="6345"/>
              </a:xfrm>
              <a:custGeom>
                <a:avLst/>
                <a:gdLst>
                  <a:gd name="connsiteX0" fmla="*/ 3392 w 6343"/>
                  <a:gd name="connsiteY0" fmla="*/ 6496 h 6345"/>
                  <a:gd name="connsiteX1" fmla="*/ 5635 w 6343"/>
                  <a:gd name="connsiteY1" fmla="*/ 5567 h 6345"/>
                  <a:gd name="connsiteX2" fmla="*/ 6564 w 6343"/>
                  <a:gd name="connsiteY2" fmla="*/ 3324 h 6345"/>
                  <a:gd name="connsiteX3" fmla="*/ 5635 w 6343"/>
                  <a:gd name="connsiteY3" fmla="*/ 1080 h 6345"/>
                  <a:gd name="connsiteX4" fmla="*/ 3392 w 6343"/>
                  <a:gd name="connsiteY4" fmla="*/ 151 h 6345"/>
                  <a:gd name="connsiteX5" fmla="*/ 1150 w 6343"/>
                  <a:gd name="connsiteY5" fmla="*/ 1080 h 6345"/>
                  <a:gd name="connsiteX6" fmla="*/ 221 w 6343"/>
                  <a:gd name="connsiteY6" fmla="*/ 3324 h 6345"/>
                  <a:gd name="connsiteX7" fmla="*/ 1150 w 6343"/>
                  <a:gd name="connsiteY7" fmla="*/ 5567 h 6345"/>
                  <a:gd name="connsiteX8" fmla="*/ 3392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6"/>
                    </a:moveTo>
                    <a:cubicBezTo>
                      <a:pt x="4233" y="6496"/>
                      <a:pt x="5040" y="6162"/>
                      <a:pt x="5635" y="5567"/>
                    </a:cubicBezTo>
                    <a:cubicBezTo>
                      <a:pt x="6230" y="4972"/>
                      <a:pt x="6564" y="4165"/>
                      <a:pt x="6564" y="3324"/>
                    </a:cubicBezTo>
                    <a:cubicBezTo>
                      <a:pt x="6564" y="2482"/>
                      <a:pt x="6230" y="1675"/>
                      <a:pt x="5635" y="1080"/>
                    </a:cubicBezTo>
                    <a:cubicBezTo>
                      <a:pt x="5040" y="485"/>
                      <a:pt x="4233" y="151"/>
                      <a:pt x="3392" y="151"/>
                    </a:cubicBezTo>
                    <a:cubicBezTo>
                      <a:pt x="2551" y="151"/>
                      <a:pt x="1744" y="485"/>
                      <a:pt x="1150" y="1080"/>
                    </a:cubicBezTo>
                    <a:cubicBezTo>
                      <a:pt x="555" y="1675"/>
                      <a:pt x="221" y="2482"/>
                      <a:pt x="221" y="3324"/>
                    </a:cubicBezTo>
                    <a:cubicBezTo>
                      <a:pt x="221" y="4165"/>
                      <a:pt x="555" y="4972"/>
                      <a:pt x="1150" y="5567"/>
                    </a:cubicBezTo>
                    <a:cubicBezTo>
                      <a:pt x="1744" y="6162"/>
                      <a:pt x="2551" y="6496"/>
                      <a:pt x="3392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46" name="Freeform: Shape 3845">
                <a:extLst>
                  <a:ext uri="{FF2B5EF4-FFF2-40B4-BE49-F238E27FC236}">
                    <a16:creationId xmlns:a16="http://schemas.microsoft.com/office/drawing/2014/main" id="{361E0969-FA6D-A7FF-5D23-CB350F5025FE}"/>
                  </a:ext>
                </a:extLst>
              </p:cNvPr>
              <p:cNvSpPr/>
              <p:nvPr/>
            </p:nvSpPr>
            <p:spPr>
              <a:xfrm>
                <a:off x="3655454" y="5391760"/>
                <a:ext cx="6343" cy="6345"/>
              </a:xfrm>
              <a:custGeom>
                <a:avLst/>
                <a:gdLst>
                  <a:gd name="connsiteX0" fmla="*/ 3393 w 6343"/>
                  <a:gd name="connsiteY0" fmla="*/ 6496 h 6345"/>
                  <a:gd name="connsiteX1" fmla="*/ 5635 w 6343"/>
                  <a:gd name="connsiteY1" fmla="*/ 5567 h 6345"/>
                  <a:gd name="connsiteX2" fmla="*/ 6564 w 6343"/>
                  <a:gd name="connsiteY2" fmla="*/ 3323 h 6345"/>
                  <a:gd name="connsiteX3" fmla="*/ 5635 w 6343"/>
                  <a:gd name="connsiteY3" fmla="*/ 1080 h 6345"/>
                  <a:gd name="connsiteX4" fmla="*/ 3393 w 6343"/>
                  <a:gd name="connsiteY4" fmla="*/ 151 h 6345"/>
                  <a:gd name="connsiteX5" fmla="*/ 1150 w 6343"/>
                  <a:gd name="connsiteY5" fmla="*/ 1080 h 6345"/>
                  <a:gd name="connsiteX6" fmla="*/ 221 w 6343"/>
                  <a:gd name="connsiteY6" fmla="*/ 3323 h 6345"/>
                  <a:gd name="connsiteX7" fmla="*/ 1150 w 6343"/>
                  <a:gd name="connsiteY7" fmla="*/ 5567 h 6345"/>
                  <a:gd name="connsiteX8" fmla="*/ 3393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6"/>
                    </a:moveTo>
                    <a:cubicBezTo>
                      <a:pt x="4234" y="6496"/>
                      <a:pt x="5040" y="6162"/>
                      <a:pt x="5635" y="5567"/>
                    </a:cubicBezTo>
                    <a:cubicBezTo>
                      <a:pt x="6230" y="4972"/>
                      <a:pt x="6564" y="4165"/>
                      <a:pt x="6564" y="3323"/>
                    </a:cubicBezTo>
                    <a:cubicBezTo>
                      <a:pt x="6564" y="2482"/>
                      <a:pt x="6230" y="1675"/>
                      <a:pt x="5635" y="1080"/>
                    </a:cubicBezTo>
                    <a:cubicBezTo>
                      <a:pt x="5040" y="485"/>
                      <a:pt x="4234" y="151"/>
                      <a:pt x="3393" y="151"/>
                    </a:cubicBezTo>
                    <a:cubicBezTo>
                      <a:pt x="2551" y="151"/>
                      <a:pt x="1745" y="485"/>
                      <a:pt x="1150" y="1080"/>
                    </a:cubicBezTo>
                    <a:cubicBezTo>
                      <a:pt x="555" y="1675"/>
                      <a:pt x="221" y="2482"/>
                      <a:pt x="221" y="3323"/>
                    </a:cubicBezTo>
                    <a:cubicBezTo>
                      <a:pt x="221" y="4165"/>
                      <a:pt x="555" y="4972"/>
                      <a:pt x="1150" y="5567"/>
                    </a:cubicBezTo>
                    <a:cubicBezTo>
                      <a:pt x="1745" y="6162"/>
                      <a:pt x="2551" y="6496"/>
                      <a:pt x="3393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47" name="Freeform: Shape 3846">
                <a:extLst>
                  <a:ext uri="{FF2B5EF4-FFF2-40B4-BE49-F238E27FC236}">
                    <a16:creationId xmlns:a16="http://schemas.microsoft.com/office/drawing/2014/main" id="{838A0898-1789-540E-35E1-ECF822D2EEA0}"/>
                  </a:ext>
                </a:extLst>
              </p:cNvPr>
              <p:cNvSpPr/>
              <p:nvPr/>
            </p:nvSpPr>
            <p:spPr>
              <a:xfrm>
                <a:off x="3658144" y="5391355"/>
                <a:ext cx="6343" cy="6345"/>
              </a:xfrm>
              <a:custGeom>
                <a:avLst/>
                <a:gdLst>
                  <a:gd name="connsiteX0" fmla="*/ 3393 w 6343"/>
                  <a:gd name="connsiteY0" fmla="*/ 6496 h 6345"/>
                  <a:gd name="connsiteX1" fmla="*/ 5635 w 6343"/>
                  <a:gd name="connsiteY1" fmla="*/ 5567 h 6345"/>
                  <a:gd name="connsiteX2" fmla="*/ 6564 w 6343"/>
                  <a:gd name="connsiteY2" fmla="*/ 3323 h 6345"/>
                  <a:gd name="connsiteX3" fmla="*/ 5635 w 6343"/>
                  <a:gd name="connsiteY3" fmla="*/ 1080 h 6345"/>
                  <a:gd name="connsiteX4" fmla="*/ 3393 w 6343"/>
                  <a:gd name="connsiteY4" fmla="*/ 151 h 6345"/>
                  <a:gd name="connsiteX5" fmla="*/ 1150 w 6343"/>
                  <a:gd name="connsiteY5" fmla="*/ 1080 h 6345"/>
                  <a:gd name="connsiteX6" fmla="*/ 221 w 6343"/>
                  <a:gd name="connsiteY6" fmla="*/ 3323 h 6345"/>
                  <a:gd name="connsiteX7" fmla="*/ 1150 w 6343"/>
                  <a:gd name="connsiteY7" fmla="*/ 5567 h 6345"/>
                  <a:gd name="connsiteX8" fmla="*/ 3393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6"/>
                    </a:moveTo>
                    <a:cubicBezTo>
                      <a:pt x="4234" y="6496"/>
                      <a:pt x="5041" y="6162"/>
                      <a:pt x="5635" y="5567"/>
                    </a:cubicBezTo>
                    <a:cubicBezTo>
                      <a:pt x="6230" y="4972"/>
                      <a:pt x="6564" y="4165"/>
                      <a:pt x="6564" y="3323"/>
                    </a:cubicBezTo>
                    <a:cubicBezTo>
                      <a:pt x="6564" y="2482"/>
                      <a:pt x="6230" y="1675"/>
                      <a:pt x="5635" y="1080"/>
                    </a:cubicBezTo>
                    <a:cubicBezTo>
                      <a:pt x="5041" y="485"/>
                      <a:pt x="4234" y="151"/>
                      <a:pt x="3393" y="151"/>
                    </a:cubicBezTo>
                    <a:cubicBezTo>
                      <a:pt x="2552" y="151"/>
                      <a:pt x="1745" y="485"/>
                      <a:pt x="1150" y="1080"/>
                    </a:cubicBezTo>
                    <a:cubicBezTo>
                      <a:pt x="555" y="1675"/>
                      <a:pt x="221" y="2482"/>
                      <a:pt x="221" y="3323"/>
                    </a:cubicBezTo>
                    <a:cubicBezTo>
                      <a:pt x="221" y="4165"/>
                      <a:pt x="555" y="4972"/>
                      <a:pt x="1150" y="5567"/>
                    </a:cubicBezTo>
                    <a:cubicBezTo>
                      <a:pt x="1745" y="6162"/>
                      <a:pt x="2552" y="6496"/>
                      <a:pt x="3393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48" name="Freeform: Shape 3847">
                <a:extLst>
                  <a:ext uri="{FF2B5EF4-FFF2-40B4-BE49-F238E27FC236}">
                    <a16:creationId xmlns:a16="http://schemas.microsoft.com/office/drawing/2014/main" id="{9515B413-E065-AC3A-8966-28D14B9D3E06}"/>
                  </a:ext>
                </a:extLst>
              </p:cNvPr>
              <p:cNvSpPr/>
              <p:nvPr/>
            </p:nvSpPr>
            <p:spPr>
              <a:xfrm>
                <a:off x="3660582" y="5390567"/>
                <a:ext cx="6343" cy="6345"/>
              </a:xfrm>
              <a:custGeom>
                <a:avLst/>
                <a:gdLst>
                  <a:gd name="connsiteX0" fmla="*/ 3393 w 6343"/>
                  <a:gd name="connsiteY0" fmla="*/ 6496 h 6345"/>
                  <a:gd name="connsiteX1" fmla="*/ 5636 w 6343"/>
                  <a:gd name="connsiteY1" fmla="*/ 5567 h 6345"/>
                  <a:gd name="connsiteX2" fmla="*/ 6564 w 6343"/>
                  <a:gd name="connsiteY2" fmla="*/ 3323 h 6345"/>
                  <a:gd name="connsiteX3" fmla="*/ 5636 w 6343"/>
                  <a:gd name="connsiteY3" fmla="*/ 1080 h 6345"/>
                  <a:gd name="connsiteX4" fmla="*/ 3393 w 6343"/>
                  <a:gd name="connsiteY4" fmla="*/ 151 h 6345"/>
                  <a:gd name="connsiteX5" fmla="*/ 1150 w 6343"/>
                  <a:gd name="connsiteY5" fmla="*/ 1080 h 6345"/>
                  <a:gd name="connsiteX6" fmla="*/ 221 w 6343"/>
                  <a:gd name="connsiteY6" fmla="*/ 3323 h 6345"/>
                  <a:gd name="connsiteX7" fmla="*/ 1150 w 6343"/>
                  <a:gd name="connsiteY7" fmla="*/ 5567 h 6345"/>
                  <a:gd name="connsiteX8" fmla="*/ 3393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6"/>
                    </a:moveTo>
                    <a:cubicBezTo>
                      <a:pt x="4234" y="6496"/>
                      <a:pt x="5041" y="6162"/>
                      <a:pt x="5636" y="5567"/>
                    </a:cubicBezTo>
                    <a:cubicBezTo>
                      <a:pt x="6230" y="4972"/>
                      <a:pt x="6564" y="4165"/>
                      <a:pt x="6564" y="3323"/>
                    </a:cubicBezTo>
                    <a:cubicBezTo>
                      <a:pt x="6564" y="2482"/>
                      <a:pt x="6230" y="1675"/>
                      <a:pt x="5636" y="1080"/>
                    </a:cubicBezTo>
                    <a:cubicBezTo>
                      <a:pt x="5041" y="485"/>
                      <a:pt x="4234" y="151"/>
                      <a:pt x="3393" y="151"/>
                    </a:cubicBezTo>
                    <a:cubicBezTo>
                      <a:pt x="2552" y="151"/>
                      <a:pt x="1745" y="485"/>
                      <a:pt x="1150" y="1080"/>
                    </a:cubicBezTo>
                    <a:cubicBezTo>
                      <a:pt x="556" y="1675"/>
                      <a:pt x="221" y="2482"/>
                      <a:pt x="221" y="3323"/>
                    </a:cubicBezTo>
                    <a:cubicBezTo>
                      <a:pt x="221" y="4165"/>
                      <a:pt x="556" y="4972"/>
                      <a:pt x="1150" y="5567"/>
                    </a:cubicBezTo>
                    <a:cubicBezTo>
                      <a:pt x="1745" y="6162"/>
                      <a:pt x="2552" y="6496"/>
                      <a:pt x="3393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49" name="Freeform: Shape 3848">
                <a:extLst>
                  <a:ext uri="{FF2B5EF4-FFF2-40B4-BE49-F238E27FC236}">
                    <a16:creationId xmlns:a16="http://schemas.microsoft.com/office/drawing/2014/main" id="{E710916A-10E5-C67D-9A7F-EE637F7E594B}"/>
                  </a:ext>
                </a:extLst>
              </p:cNvPr>
              <p:cNvSpPr/>
              <p:nvPr/>
            </p:nvSpPr>
            <p:spPr>
              <a:xfrm>
                <a:off x="3662752" y="5389350"/>
                <a:ext cx="6343" cy="6345"/>
              </a:xfrm>
              <a:custGeom>
                <a:avLst/>
                <a:gdLst>
                  <a:gd name="connsiteX0" fmla="*/ 3393 w 6343"/>
                  <a:gd name="connsiteY0" fmla="*/ 6496 h 6345"/>
                  <a:gd name="connsiteX1" fmla="*/ 5636 w 6343"/>
                  <a:gd name="connsiteY1" fmla="*/ 5567 h 6345"/>
                  <a:gd name="connsiteX2" fmla="*/ 6565 w 6343"/>
                  <a:gd name="connsiteY2" fmla="*/ 3323 h 6345"/>
                  <a:gd name="connsiteX3" fmla="*/ 5636 w 6343"/>
                  <a:gd name="connsiteY3" fmla="*/ 1080 h 6345"/>
                  <a:gd name="connsiteX4" fmla="*/ 3393 w 6343"/>
                  <a:gd name="connsiteY4" fmla="*/ 150 h 6345"/>
                  <a:gd name="connsiteX5" fmla="*/ 1150 w 6343"/>
                  <a:gd name="connsiteY5" fmla="*/ 1080 h 6345"/>
                  <a:gd name="connsiteX6" fmla="*/ 222 w 6343"/>
                  <a:gd name="connsiteY6" fmla="*/ 3323 h 6345"/>
                  <a:gd name="connsiteX7" fmla="*/ 1150 w 6343"/>
                  <a:gd name="connsiteY7" fmla="*/ 5567 h 6345"/>
                  <a:gd name="connsiteX8" fmla="*/ 3393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6"/>
                    </a:moveTo>
                    <a:cubicBezTo>
                      <a:pt x="4234" y="6496"/>
                      <a:pt x="5041" y="6162"/>
                      <a:pt x="5636" y="5567"/>
                    </a:cubicBezTo>
                    <a:cubicBezTo>
                      <a:pt x="6230" y="4972"/>
                      <a:pt x="6565" y="4165"/>
                      <a:pt x="6565" y="3323"/>
                    </a:cubicBezTo>
                    <a:cubicBezTo>
                      <a:pt x="6565" y="2482"/>
                      <a:pt x="6230" y="1675"/>
                      <a:pt x="5636" y="1080"/>
                    </a:cubicBezTo>
                    <a:cubicBezTo>
                      <a:pt x="5041" y="485"/>
                      <a:pt x="4234" y="150"/>
                      <a:pt x="3393" y="150"/>
                    </a:cubicBezTo>
                    <a:cubicBezTo>
                      <a:pt x="2552" y="150"/>
                      <a:pt x="1745" y="485"/>
                      <a:pt x="1150" y="1080"/>
                    </a:cubicBezTo>
                    <a:cubicBezTo>
                      <a:pt x="556" y="1675"/>
                      <a:pt x="222" y="2482"/>
                      <a:pt x="222" y="3323"/>
                    </a:cubicBezTo>
                    <a:cubicBezTo>
                      <a:pt x="222" y="4165"/>
                      <a:pt x="556" y="4972"/>
                      <a:pt x="1150" y="5567"/>
                    </a:cubicBezTo>
                    <a:cubicBezTo>
                      <a:pt x="1745" y="6162"/>
                      <a:pt x="2552" y="6496"/>
                      <a:pt x="3393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50" name="Freeform: Shape 3849">
                <a:extLst>
                  <a:ext uri="{FF2B5EF4-FFF2-40B4-BE49-F238E27FC236}">
                    <a16:creationId xmlns:a16="http://schemas.microsoft.com/office/drawing/2014/main" id="{7ED76FE3-510B-AE76-FF9A-7565B5FD1057}"/>
                  </a:ext>
                </a:extLst>
              </p:cNvPr>
              <p:cNvSpPr/>
              <p:nvPr/>
            </p:nvSpPr>
            <p:spPr>
              <a:xfrm>
                <a:off x="3666870" y="5386549"/>
                <a:ext cx="6343" cy="6345"/>
              </a:xfrm>
              <a:custGeom>
                <a:avLst/>
                <a:gdLst>
                  <a:gd name="connsiteX0" fmla="*/ 3393 w 6343"/>
                  <a:gd name="connsiteY0" fmla="*/ 6496 h 6345"/>
                  <a:gd name="connsiteX1" fmla="*/ 5636 w 6343"/>
                  <a:gd name="connsiteY1" fmla="*/ 5566 h 6345"/>
                  <a:gd name="connsiteX2" fmla="*/ 6565 w 6343"/>
                  <a:gd name="connsiteY2" fmla="*/ 3323 h 6345"/>
                  <a:gd name="connsiteX3" fmla="*/ 5636 w 6343"/>
                  <a:gd name="connsiteY3" fmla="*/ 1080 h 6345"/>
                  <a:gd name="connsiteX4" fmla="*/ 3393 w 6343"/>
                  <a:gd name="connsiteY4" fmla="*/ 150 h 6345"/>
                  <a:gd name="connsiteX5" fmla="*/ 1151 w 6343"/>
                  <a:gd name="connsiteY5" fmla="*/ 1080 h 6345"/>
                  <a:gd name="connsiteX6" fmla="*/ 222 w 6343"/>
                  <a:gd name="connsiteY6" fmla="*/ 3323 h 6345"/>
                  <a:gd name="connsiteX7" fmla="*/ 1151 w 6343"/>
                  <a:gd name="connsiteY7" fmla="*/ 5566 h 6345"/>
                  <a:gd name="connsiteX8" fmla="*/ 3393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6"/>
                    </a:moveTo>
                    <a:cubicBezTo>
                      <a:pt x="4235" y="6496"/>
                      <a:pt x="5041" y="6161"/>
                      <a:pt x="5636" y="5566"/>
                    </a:cubicBezTo>
                    <a:cubicBezTo>
                      <a:pt x="6231" y="4971"/>
                      <a:pt x="6565" y="4164"/>
                      <a:pt x="6565" y="3323"/>
                    </a:cubicBezTo>
                    <a:cubicBezTo>
                      <a:pt x="6565" y="2482"/>
                      <a:pt x="6231" y="1675"/>
                      <a:pt x="5636" y="1080"/>
                    </a:cubicBezTo>
                    <a:cubicBezTo>
                      <a:pt x="5041" y="485"/>
                      <a:pt x="4235" y="150"/>
                      <a:pt x="3393" y="150"/>
                    </a:cubicBezTo>
                    <a:cubicBezTo>
                      <a:pt x="2552" y="150"/>
                      <a:pt x="1746" y="485"/>
                      <a:pt x="1151" y="1080"/>
                    </a:cubicBezTo>
                    <a:cubicBezTo>
                      <a:pt x="556" y="1675"/>
                      <a:pt x="222" y="2482"/>
                      <a:pt x="222" y="3323"/>
                    </a:cubicBezTo>
                    <a:cubicBezTo>
                      <a:pt x="222" y="4164"/>
                      <a:pt x="556" y="4971"/>
                      <a:pt x="1151" y="5566"/>
                    </a:cubicBezTo>
                    <a:cubicBezTo>
                      <a:pt x="1746" y="6161"/>
                      <a:pt x="2552" y="6496"/>
                      <a:pt x="3393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51" name="Freeform: Shape 3850">
                <a:extLst>
                  <a:ext uri="{FF2B5EF4-FFF2-40B4-BE49-F238E27FC236}">
                    <a16:creationId xmlns:a16="http://schemas.microsoft.com/office/drawing/2014/main" id="{1E4B3F8A-FCB6-A5A4-1627-B27C739DA930}"/>
                  </a:ext>
                </a:extLst>
              </p:cNvPr>
              <p:cNvSpPr/>
              <p:nvPr/>
            </p:nvSpPr>
            <p:spPr>
              <a:xfrm>
                <a:off x="3669111" y="5385454"/>
                <a:ext cx="6343" cy="6345"/>
              </a:xfrm>
              <a:custGeom>
                <a:avLst/>
                <a:gdLst>
                  <a:gd name="connsiteX0" fmla="*/ 3394 w 6343"/>
                  <a:gd name="connsiteY0" fmla="*/ 6496 h 6345"/>
                  <a:gd name="connsiteX1" fmla="*/ 5636 w 6343"/>
                  <a:gd name="connsiteY1" fmla="*/ 5566 h 6345"/>
                  <a:gd name="connsiteX2" fmla="*/ 6565 w 6343"/>
                  <a:gd name="connsiteY2" fmla="*/ 3323 h 6345"/>
                  <a:gd name="connsiteX3" fmla="*/ 5636 w 6343"/>
                  <a:gd name="connsiteY3" fmla="*/ 1079 h 6345"/>
                  <a:gd name="connsiteX4" fmla="*/ 3394 w 6343"/>
                  <a:gd name="connsiteY4" fmla="*/ 150 h 6345"/>
                  <a:gd name="connsiteX5" fmla="*/ 1151 w 6343"/>
                  <a:gd name="connsiteY5" fmla="*/ 1079 h 6345"/>
                  <a:gd name="connsiteX6" fmla="*/ 222 w 6343"/>
                  <a:gd name="connsiteY6" fmla="*/ 3323 h 6345"/>
                  <a:gd name="connsiteX7" fmla="*/ 1151 w 6343"/>
                  <a:gd name="connsiteY7" fmla="*/ 5566 h 6345"/>
                  <a:gd name="connsiteX8" fmla="*/ 3394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6"/>
                    </a:moveTo>
                    <a:cubicBezTo>
                      <a:pt x="4235" y="6496"/>
                      <a:pt x="5041" y="6161"/>
                      <a:pt x="5636" y="5566"/>
                    </a:cubicBezTo>
                    <a:cubicBezTo>
                      <a:pt x="6231" y="4971"/>
                      <a:pt x="6565" y="4164"/>
                      <a:pt x="6565" y="3323"/>
                    </a:cubicBezTo>
                    <a:cubicBezTo>
                      <a:pt x="6565" y="2481"/>
                      <a:pt x="6231" y="1674"/>
                      <a:pt x="5636" y="1079"/>
                    </a:cubicBezTo>
                    <a:cubicBezTo>
                      <a:pt x="5041" y="484"/>
                      <a:pt x="4235" y="150"/>
                      <a:pt x="3394" y="150"/>
                    </a:cubicBezTo>
                    <a:cubicBezTo>
                      <a:pt x="2552" y="150"/>
                      <a:pt x="1746" y="484"/>
                      <a:pt x="1151" y="1079"/>
                    </a:cubicBezTo>
                    <a:cubicBezTo>
                      <a:pt x="556" y="1674"/>
                      <a:pt x="222" y="2481"/>
                      <a:pt x="222" y="3323"/>
                    </a:cubicBezTo>
                    <a:cubicBezTo>
                      <a:pt x="222" y="4164"/>
                      <a:pt x="556" y="4971"/>
                      <a:pt x="1151" y="5566"/>
                    </a:cubicBezTo>
                    <a:cubicBezTo>
                      <a:pt x="1746" y="6161"/>
                      <a:pt x="2552" y="6496"/>
                      <a:pt x="3394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52" name="Freeform: Shape 3851">
                <a:extLst>
                  <a:ext uri="{FF2B5EF4-FFF2-40B4-BE49-F238E27FC236}">
                    <a16:creationId xmlns:a16="http://schemas.microsoft.com/office/drawing/2014/main" id="{40D1F64B-46A1-71A5-4FB9-6435560CF1FE}"/>
                  </a:ext>
                </a:extLst>
              </p:cNvPr>
              <p:cNvSpPr/>
              <p:nvPr/>
            </p:nvSpPr>
            <p:spPr>
              <a:xfrm>
                <a:off x="3671380" y="5384414"/>
                <a:ext cx="6343" cy="6345"/>
              </a:xfrm>
              <a:custGeom>
                <a:avLst/>
                <a:gdLst>
                  <a:gd name="connsiteX0" fmla="*/ 3394 w 6343"/>
                  <a:gd name="connsiteY0" fmla="*/ 6496 h 6345"/>
                  <a:gd name="connsiteX1" fmla="*/ 5636 w 6343"/>
                  <a:gd name="connsiteY1" fmla="*/ 5566 h 6345"/>
                  <a:gd name="connsiteX2" fmla="*/ 6565 w 6343"/>
                  <a:gd name="connsiteY2" fmla="*/ 3323 h 6345"/>
                  <a:gd name="connsiteX3" fmla="*/ 5636 w 6343"/>
                  <a:gd name="connsiteY3" fmla="*/ 1079 h 6345"/>
                  <a:gd name="connsiteX4" fmla="*/ 3394 w 6343"/>
                  <a:gd name="connsiteY4" fmla="*/ 150 h 6345"/>
                  <a:gd name="connsiteX5" fmla="*/ 1151 w 6343"/>
                  <a:gd name="connsiteY5" fmla="*/ 1079 h 6345"/>
                  <a:gd name="connsiteX6" fmla="*/ 222 w 6343"/>
                  <a:gd name="connsiteY6" fmla="*/ 3323 h 6345"/>
                  <a:gd name="connsiteX7" fmla="*/ 1151 w 6343"/>
                  <a:gd name="connsiteY7" fmla="*/ 5566 h 6345"/>
                  <a:gd name="connsiteX8" fmla="*/ 3394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6"/>
                    </a:moveTo>
                    <a:cubicBezTo>
                      <a:pt x="4235" y="6496"/>
                      <a:pt x="5042" y="6161"/>
                      <a:pt x="5636" y="5566"/>
                    </a:cubicBezTo>
                    <a:cubicBezTo>
                      <a:pt x="6231" y="4971"/>
                      <a:pt x="6565" y="4164"/>
                      <a:pt x="6565" y="3323"/>
                    </a:cubicBezTo>
                    <a:cubicBezTo>
                      <a:pt x="6565" y="2481"/>
                      <a:pt x="6231" y="1674"/>
                      <a:pt x="5636" y="1079"/>
                    </a:cubicBezTo>
                    <a:cubicBezTo>
                      <a:pt x="5042" y="484"/>
                      <a:pt x="4235" y="150"/>
                      <a:pt x="3394" y="150"/>
                    </a:cubicBezTo>
                    <a:cubicBezTo>
                      <a:pt x="2553" y="150"/>
                      <a:pt x="1746" y="484"/>
                      <a:pt x="1151" y="1079"/>
                    </a:cubicBezTo>
                    <a:cubicBezTo>
                      <a:pt x="556" y="1674"/>
                      <a:pt x="222" y="2481"/>
                      <a:pt x="222" y="3323"/>
                    </a:cubicBezTo>
                    <a:cubicBezTo>
                      <a:pt x="222" y="4164"/>
                      <a:pt x="556" y="4971"/>
                      <a:pt x="1151" y="5566"/>
                    </a:cubicBezTo>
                    <a:cubicBezTo>
                      <a:pt x="1746" y="6161"/>
                      <a:pt x="2553" y="6496"/>
                      <a:pt x="3394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53" name="Freeform: Shape 3852">
                <a:extLst>
                  <a:ext uri="{FF2B5EF4-FFF2-40B4-BE49-F238E27FC236}">
                    <a16:creationId xmlns:a16="http://schemas.microsoft.com/office/drawing/2014/main" id="{52C93D7F-F2EF-125D-2290-2202D2819B29}"/>
                  </a:ext>
                </a:extLst>
              </p:cNvPr>
              <p:cNvSpPr/>
              <p:nvPr/>
            </p:nvSpPr>
            <p:spPr>
              <a:xfrm>
                <a:off x="3674145" y="5384255"/>
                <a:ext cx="6343" cy="6345"/>
              </a:xfrm>
              <a:custGeom>
                <a:avLst/>
                <a:gdLst>
                  <a:gd name="connsiteX0" fmla="*/ 3394 w 6343"/>
                  <a:gd name="connsiteY0" fmla="*/ 6496 h 6345"/>
                  <a:gd name="connsiteX1" fmla="*/ 5637 w 6343"/>
                  <a:gd name="connsiteY1" fmla="*/ 5566 h 6345"/>
                  <a:gd name="connsiteX2" fmla="*/ 6566 w 6343"/>
                  <a:gd name="connsiteY2" fmla="*/ 3323 h 6345"/>
                  <a:gd name="connsiteX3" fmla="*/ 5637 w 6343"/>
                  <a:gd name="connsiteY3" fmla="*/ 1079 h 6345"/>
                  <a:gd name="connsiteX4" fmla="*/ 3394 w 6343"/>
                  <a:gd name="connsiteY4" fmla="*/ 150 h 6345"/>
                  <a:gd name="connsiteX5" fmla="*/ 1151 w 6343"/>
                  <a:gd name="connsiteY5" fmla="*/ 1079 h 6345"/>
                  <a:gd name="connsiteX6" fmla="*/ 222 w 6343"/>
                  <a:gd name="connsiteY6" fmla="*/ 3323 h 6345"/>
                  <a:gd name="connsiteX7" fmla="*/ 1151 w 6343"/>
                  <a:gd name="connsiteY7" fmla="*/ 5566 h 6345"/>
                  <a:gd name="connsiteX8" fmla="*/ 3394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6"/>
                    </a:moveTo>
                    <a:cubicBezTo>
                      <a:pt x="4235" y="6496"/>
                      <a:pt x="5042" y="6161"/>
                      <a:pt x="5637" y="5566"/>
                    </a:cubicBezTo>
                    <a:cubicBezTo>
                      <a:pt x="6231" y="4971"/>
                      <a:pt x="6566" y="4164"/>
                      <a:pt x="6566" y="3323"/>
                    </a:cubicBezTo>
                    <a:cubicBezTo>
                      <a:pt x="6566" y="2481"/>
                      <a:pt x="6231" y="1674"/>
                      <a:pt x="5637" y="1079"/>
                    </a:cubicBezTo>
                    <a:cubicBezTo>
                      <a:pt x="5042" y="484"/>
                      <a:pt x="4235" y="150"/>
                      <a:pt x="3394" y="150"/>
                    </a:cubicBezTo>
                    <a:cubicBezTo>
                      <a:pt x="2553" y="150"/>
                      <a:pt x="1746" y="484"/>
                      <a:pt x="1151" y="1079"/>
                    </a:cubicBezTo>
                    <a:cubicBezTo>
                      <a:pt x="557" y="1674"/>
                      <a:pt x="222" y="2481"/>
                      <a:pt x="222" y="3323"/>
                    </a:cubicBezTo>
                    <a:cubicBezTo>
                      <a:pt x="222" y="4164"/>
                      <a:pt x="557" y="4971"/>
                      <a:pt x="1151" y="5566"/>
                    </a:cubicBezTo>
                    <a:cubicBezTo>
                      <a:pt x="1746" y="6161"/>
                      <a:pt x="2553" y="6496"/>
                      <a:pt x="3394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54" name="Freeform: Shape 3853">
                <a:extLst>
                  <a:ext uri="{FF2B5EF4-FFF2-40B4-BE49-F238E27FC236}">
                    <a16:creationId xmlns:a16="http://schemas.microsoft.com/office/drawing/2014/main" id="{D1F467B5-7719-7915-7865-313EBF5C4F4E}"/>
                  </a:ext>
                </a:extLst>
              </p:cNvPr>
              <p:cNvSpPr/>
              <p:nvPr/>
            </p:nvSpPr>
            <p:spPr>
              <a:xfrm>
                <a:off x="3676234" y="5382916"/>
                <a:ext cx="6343" cy="6345"/>
              </a:xfrm>
              <a:custGeom>
                <a:avLst/>
                <a:gdLst>
                  <a:gd name="connsiteX0" fmla="*/ 3394 w 6343"/>
                  <a:gd name="connsiteY0" fmla="*/ 6495 h 6345"/>
                  <a:gd name="connsiteX1" fmla="*/ 5637 w 6343"/>
                  <a:gd name="connsiteY1" fmla="*/ 5566 h 6345"/>
                  <a:gd name="connsiteX2" fmla="*/ 6566 w 6343"/>
                  <a:gd name="connsiteY2" fmla="*/ 3323 h 6345"/>
                  <a:gd name="connsiteX3" fmla="*/ 5637 w 6343"/>
                  <a:gd name="connsiteY3" fmla="*/ 1079 h 6345"/>
                  <a:gd name="connsiteX4" fmla="*/ 3394 w 6343"/>
                  <a:gd name="connsiteY4" fmla="*/ 150 h 6345"/>
                  <a:gd name="connsiteX5" fmla="*/ 1152 w 6343"/>
                  <a:gd name="connsiteY5" fmla="*/ 1079 h 6345"/>
                  <a:gd name="connsiteX6" fmla="*/ 223 w 6343"/>
                  <a:gd name="connsiteY6" fmla="*/ 3323 h 6345"/>
                  <a:gd name="connsiteX7" fmla="*/ 1152 w 6343"/>
                  <a:gd name="connsiteY7" fmla="*/ 5566 h 6345"/>
                  <a:gd name="connsiteX8" fmla="*/ 3394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5"/>
                    </a:moveTo>
                    <a:cubicBezTo>
                      <a:pt x="4235" y="6495"/>
                      <a:pt x="5042" y="6161"/>
                      <a:pt x="5637" y="5566"/>
                    </a:cubicBezTo>
                    <a:cubicBezTo>
                      <a:pt x="6232" y="4971"/>
                      <a:pt x="6566" y="4164"/>
                      <a:pt x="6566" y="3323"/>
                    </a:cubicBezTo>
                    <a:cubicBezTo>
                      <a:pt x="6566" y="2481"/>
                      <a:pt x="6232" y="1674"/>
                      <a:pt x="5637" y="1079"/>
                    </a:cubicBezTo>
                    <a:cubicBezTo>
                      <a:pt x="5042" y="484"/>
                      <a:pt x="4235" y="150"/>
                      <a:pt x="3394" y="150"/>
                    </a:cubicBezTo>
                    <a:cubicBezTo>
                      <a:pt x="2553" y="150"/>
                      <a:pt x="1746" y="484"/>
                      <a:pt x="1152" y="1079"/>
                    </a:cubicBezTo>
                    <a:cubicBezTo>
                      <a:pt x="557" y="1674"/>
                      <a:pt x="223" y="2481"/>
                      <a:pt x="223" y="3323"/>
                    </a:cubicBezTo>
                    <a:cubicBezTo>
                      <a:pt x="223" y="4164"/>
                      <a:pt x="557" y="4971"/>
                      <a:pt x="1152" y="5566"/>
                    </a:cubicBezTo>
                    <a:cubicBezTo>
                      <a:pt x="1746" y="6161"/>
                      <a:pt x="2553" y="6495"/>
                      <a:pt x="3394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55" name="Freeform: Shape 3854">
                <a:extLst>
                  <a:ext uri="{FF2B5EF4-FFF2-40B4-BE49-F238E27FC236}">
                    <a16:creationId xmlns:a16="http://schemas.microsoft.com/office/drawing/2014/main" id="{6EABEC66-3846-2595-9292-69ACFB3AC43F}"/>
                  </a:ext>
                </a:extLst>
              </p:cNvPr>
              <p:cNvSpPr/>
              <p:nvPr/>
            </p:nvSpPr>
            <p:spPr>
              <a:xfrm>
                <a:off x="3679200" y="5383168"/>
                <a:ext cx="6343" cy="6345"/>
              </a:xfrm>
              <a:custGeom>
                <a:avLst/>
                <a:gdLst>
                  <a:gd name="connsiteX0" fmla="*/ 3394 w 6343"/>
                  <a:gd name="connsiteY0" fmla="*/ 6495 h 6345"/>
                  <a:gd name="connsiteX1" fmla="*/ 5637 w 6343"/>
                  <a:gd name="connsiteY1" fmla="*/ 5566 h 6345"/>
                  <a:gd name="connsiteX2" fmla="*/ 6566 w 6343"/>
                  <a:gd name="connsiteY2" fmla="*/ 3323 h 6345"/>
                  <a:gd name="connsiteX3" fmla="*/ 5637 w 6343"/>
                  <a:gd name="connsiteY3" fmla="*/ 1079 h 6345"/>
                  <a:gd name="connsiteX4" fmla="*/ 3394 w 6343"/>
                  <a:gd name="connsiteY4" fmla="*/ 150 h 6345"/>
                  <a:gd name="connsiteX5" fmla="*/ 1152 w 6343"/>
                  <a:gd name="connsiteY5" fmla="*/ 1079 h 6345"/>
                  <a:gd name="connsiteX6" fmla="*/ 223 w 6343"/>
                  <a:gd name="connsiteY6" fmla="*/ 3323 h 6345"/>
                  <a:gd name="connsiteX7" fmla="*/ 1152 w 6343"/>
                  <a:gd name="connsiteY7" fmla="*/ 5566 h 6345"/>
                  <a:gd name="connsiteX8" fmla="*/ 3394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5"/>
                    </a:moveTo>
                    <a:cubicBezTo>
                      <a:pt x="4236" y="6495"/>
                      <a:pt x="5042" y="6161"/>
                      <a:pt x="5637" y="5566"/>
                    </a:cubicBezTo>
                    <a:cubicBezTo>
                      <a:pt x="6232" y="4971"/>
                      <a:pt x="6566" y="4164"/>
                      <a:pt x="6566" y="3323"/>
                    </a:cubicBezTo>
                    <a:cubicBezTo>
                      <a:pt x="6566" y="2481"/>
                      <a:pt x="6232" y="1674"/>
                      <a:pt x="5637" y="1079"/>
                    </a:cubicBezTo>
                    <a:cubicBezTo>
                      <a:pt x="5042" y="484"/>
                      <a:pt x="4236" y="150"/>
                      <a:pt x="3394" y="150"/>
                    </a:cubicBezTo>
                    <a:cubicBezTo>
                      <a:pt x="2553" y="150"/>
                      <a:pt x="1747" y="484"/>
                      <a:pt x="1152" y="1079"/>
                    </a:cubicBezTo>
                    <a:cubicBezTo>
                      <a:pt x="557" y="1674"/>
                      <a:pt x="223" y="2481"/>
                      <a:pt x="223" y="3323"/>
                    </a:cubicBezTo>
                    <a:cubicBezTo>
                      <a:pt x="223" y="4164"/>
                      <a:pt x="557" y="4971"/>
                      <a:pt x="1152" y="5566"/>
                    </a:cubicBezTo>
                    <a:cubicBezTo>
                      <a:pt x="1747" y="6161"/>
                      <a:pt x="2553" y="6495"/>
                      <a:pt x="3394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56" name="Freeform: Shape 3855">
                <a:extLst>
                  <a:ext uri="{FF2B5EF4-FFF2-40B4-BE49-F238E27FC236}">
                    <a16:creationId xmlns:a16="http://schemas.microsoft.com/office/drawing/2014/main" id="{9A3F5193-7E94-9447-8915-7B4F2AFD7D32}"/>
                  </a:ext>
                </a:extLst>
              </p:cNvPr>
              <p:cNvSpPr/>
              <p:nvPr/>
            </p:nvSpPr>
            <p:spPr>
              <a:xfrm>
                <a:off x="3681953" y="5383067"/>
                <a:ext cx="6343" cy="6345"/>
              </a:xfrm>
              <a:custGeom>
                <a:avLst/>
                <a:gdLst>
                  <a:gd name="connsiteX0" fmla="*/ 3395 w 6343"/>
                  <a:gd name="connsiteY0" fmla="*/ 6495 h 6345"/>
                  <a:gd name="connsiteX1" fmla="*/ 5637 w 6343"/>
                  <a:gd name="connsiteY1" fmla="*/ 5566 h 6345"/>
                  <a:gd name="connsiteX2" fmla="*/ 6566 w 6343"/>
                  <a:gd name="connsiteY2" fmla="*/ 3323 h 6345"/>
                  <a:gd name="connsiteX3" fmla="*/ 5637 w 6343"/>
                  <a:gd name="connsiteY3" fmla="*/ 1079 h 6345"/>
                  <a:gd name="connsiteX4" fmla="*/ 3395 w 6343"/>
                  <a:gd name="connsiteY4" fmla="*/ 150 h 6345"/>
                  <a:gd name="connsiteX5" fmla="*/ 1152 w 6343"/>
                  <a:gd name="connsiteY5" fmla="*/ 1079 h 6345"/>
                  <a:gd name="connsiteX6" fmla="*/ 223 w 6343"/>
                  <a:gd name="connsiteY6" fmla="*/ 3323 h 6345"/>
                  <a:gd name="connsiteX7" fmla="*/ 1152 w 6343"/>
                  <a:gd name="connsiteY7" fmla="*/ 5566 h 6345"/>
                  <a:gd name="connsiteX8" fmla="*/ 3395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5"/>
                    </a:moveTo>
                    <a:cubicBezTo>
                      <a:pt x="4236" y="6495"/>
                      <a:pt x="5042" y="6161"/>
                      <a:pt x="5637" y="5566"/>
                    </a:cubicBezTo>
                    <a:cubicBezTo>
                      <a:pt x="6232" y="4971"/>
                      <a:pt x="6566" y="4164"/>
                      <a:pt x="6566" y="3323"/>
                    </a:cubicBezTo>
                    <a:cubicBezTo>
                      <a:pt x="6566" y="2481"/>
                      <a:pt x="6232" y="1674"/>
                      <a:pt x="5637" y="1079"/>
                    </a:cubicBezTo>
                    <a:cubicBezTo>
                      <a:pt x="5042" y="484"/>
                      <a:pt x="4236" y="150"/>
                      <a:pt x="3395" y="150"/>
                    </a:cubicBezTo>
                    <a:cubicBezTo>
                      <a:pt x="2554" y="150"/>
                      <a:pt x="1747" y="484"/>
                      <a:pt x="1152" y="1079"/>
                    </a:cubicBezTo>
                    <a:cubicBezTo>
                      <a:pt x="557" y="1674"/>
                      <a:pt x="223" y="2481"/>
                      <a:pt x="223" y="3323"/>
                    </a:cubicBezTo>
                    <a:cubicBezTo>
                      <a:pt x="223" y="4164"/>
                      <a:pt x="557" y="4971"/>
                      <a:pt x="1152" y="5566"/>
                    </a:cubicBezTo>
                    <a:cubicBezTo>
                      <a:pt x="1747" y="6161"/>
                      <a:pt x="2554" y="6495"/>
                      <a:pt x="3395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57" name="Freeform: Shape 3856">
                <a:extLst>
                  <a:ext uri="{FF2B5EF4-FFF2-40B4-BE49-F238E27FC236}">
                    <a16:creationId xmlns:a16="http://schemas.microsoft.com/office/drawing/2014/main" id="{5A5CCD6D-CE83-9C15-7332-97C5E4BCAA6C}"/>
                  </a:ext>
                </a:extLst>
              </p:cNvPr>
              <p:cNvSpPr/>
              <p:nvPr/>
            </p:nvSpPr>
            <p:spPr>
              <a:xfrm>
                <a:off x="3684118" y="5381901"/>
                <a:ext cx="6343" cy="6345"/>
              </a:xfrm>
              <a:custGeom>
                <a:avLst/>
                <a:gdLst>
                  <a:gd name="connsiteX0" fmla="*/ 3395 w 6343"/>
                  <a:gd name="connsiteY0" fmla="*/ 6495 h 6345"/>
                  <a:gd name="connsiteX1" fmla="*/ 5637 w 6343"/>
                  <a:gd name="connsiteY1" fmla="*/ 5566 h 6345"/>
                  <a:gd name="connsiteX2" fmla="*/ 6566 w 6343"/>
                  <a:gd name="connsiteY2" fmla="*/ 3323 h 6345"/>
                  <a:gd name="connsiteX3" fmla="*/ 5637 w 6343"/>
                  <a:gd name="connsiteY3" fmla="*/ 1079 h 6345"/>
                  <a:gd name="connsiteX4" fmla="*/ 3395 w 6343"/>
                  <a:gd name="connsiteY4" fmla="*/ 150 h 6345"/>
                  <a:gd name="connsiteX5" fmla="*/ 1152 w 6343"/>
                  <a:gd name="connsiteY5" fmla="*/ 1079 h 6345"/>
                  <a:gd name="connsiteX6" fmla="*/ 223 w 6343"/>
                  <a:gd name="connsiteY6" fmla="*/ 3323 h 6345"/>
                  <a:gd name="connsiteX7" fmla="*/ 1152 w 6343"/>
                  <a:gd name="connsiteY7" fmla="*/ 5566 h 6345"/>
                  <a:gd name="connsiteX8" fmla="*/ 3395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5"/>
                    </a:moveTo>
                    <a:cubicBezTo>
                      <a:pt x="4236" y="6495"/>
                      <a:pt x="5043" y="6161"/>
                      <a:pt x="5637" y="5566"/>
                    </a:cubicBezTo>
                    <a:cubicBezTo>
                      <a:pt x="6232" y="4971"/>
                      <a:pt x="6566" y="4164"/>
                      <a:pt x="6566" y="3323"/>
                    </a:cubicBezTo>
                    <a:cubicBezTo>
                      <a:pt x="6566" y="2481"/>
                      <a:pt x="6232" y="1674"/>
                      <a:pt x="5637" y="1079"/>
                    </a:cubicBezTo>
                    <a:cubicBezTo>
                      <a:pt x="5043" y="484"/>
                      <a:pt x="4236" y="150"/>
                      <a:pt x="3395" y="150"/>
                    </a:cubicBezTo>
                    <a:cubicBezTo>
                      <a:pt x="2554" y="150"/>
                      <a:pt x="1747" y="484"/>
                      <a:pt x="1152" y="1079"/>
                    </a:cubicBezTo>
                    <a:cubicBezTo>
                      <a:pt x="557" y="1674"/>
                      <a:pt x="223" y="2481"/>
                      <a:pt x="223" y="3323"/>
                    </a:cubicBezTo>
                    <a:cubicBezTo>
                      <a:pt x="223" y="4164"/>
                      <a:pt x="557" y="4971"/>
                      <a:pt x="1152" y="5566"/>
                    </a:cubicBezTo>
                    <a:cubicBezTo>
                      <a:pt x="1747" y="6161"/>
                      <a:pt x="2554" y="6495"/>
                      <a:pt x="3395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58" name="Freeform: Shape 3857">
                <a:extLst>
                  <a:ext uri="{FF2B5EF4-FFF2-40B4-BE49-F238E27FC236}">
                    <a16:creationId xmlns:a16="http://schemas.microsoft.com/office/drawing/2014/main" id="{88A7BD75-AAC5-2F1E-6617-11D883E23C40}"/>
                  </a:ext>
                </a:extLst>
              </p:cNvPr>
              <p:cNvSpPr/>
              <p:nvPr/>
            </p:nvSpPr>
            <p:spPr>
              <a:xfrm>
                <a:off x="3684460" y="5377267"/>
                <a:ext cx="6343" cy="6345"/>
              </a:xfrm>
              <a:custGeom>
                <a:avLst/>
                <a:gdLst>
                  <a:gd name="connsiteX0" fmla="*/ 3395 w 6343"/>
                  <a:gd name="connsiteY0" fmla="*/ 6495 h 6345"/>
                  <a:gd name="connsiteX1" fmla="*/ 5637 w 6343"/>
                  <a:gd name="connsiteY1" fmla="*/ 5566 h 6345"/>
                  <a:gd name="connsiteX2" fmla="*/ 6566 w 6343"/>
                  <a:gd name="connsiteY2" fmla="*/ 3322 h 6345"/>
                  <a:gd name="connsiteX3" fmla="*/ 5637 w 6343"/>
                  <a:gd name="connsiteY3" fmla="*/ 1079 h 6345"/>
                  <a:gd name="connsiteX4" fmla="*/ 3395 w 6343"/>
                  <a:gd name="connsiteY4" fmla="*/ 150 h 6345"/>
                  <a:gd name="connsiteX5" fmla="*/ 1152 w 6343"/>
                  <a:gd name="connsiteY5" fmla="*/ 1079 h 6345"/>
                  <a:gd name="connsiteX6" fmla="*/ 223 w 6343"/>
                  <a:gd name="connsiteY6" fmla="*/ 3322 h 6345"/>
                  <a:gd name="connsiteX7" fmla="*/ 1152 w 6343"/>
                  <a:gd name="connsiteY7" fmla="*/ 5566 h 6345"/>
                  <a:gd name="connsiteX8" fmla="*/ 3395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5"/>
                    </a:moveTo>
                    <a:cubicBezTo>
                      <a:pt x="4236" y="6495"/>
                      <a:pt x="5043" y="6161"/>
                      <a:pt x="5637" y="5566"/>
                    </a:cubicBezTo>
                    <a:cubicBezTo>
                      <a:pt x="6232" y="4971"/>
                      <a:pt x="6566" y="4164"/>
                      <a:pt x="6566" y="3322"/>
                    </a:cubicBezTo>
                    <a:cubicBezTo>
                      <a:pt x="6566" y="2481"/>
                      <a:pt x="6232" y="1674"/>
                      <a:pt x="5637" y="1079"/>
                    </a:cubicBezTo>
                    <a:cubicBezTo>
                      <a:pt x="5043" y="484"/>
                      <a:pt x="4236" y="150"/>
                      <a:pt x="3395" y="150"/>
                    </a:cubicBezTo>
                    <a:cubicBezTo>
                      <a:pt x="2554" y="150"/>
                      <a:pt x="1747" y="484"/>
                      <a:pt x="1152" y="1079"/>
                    </a:cubicBezTo>
                    <a:cubicBezTo>
                      <a:pt x="557" y="1674"/>
                      <a:pt x="223" y="2481"/>
                      <a:pt x="223" y="3322"/>
                    </a:cubicBezTo>
                    <a:cubicBezTo>
                      <a:pt x="223" y="4164"/>
                      <a:pt x="557" y="4971"/>
                      <a:pt x="1152" y="5566"/>
                    </a:cubicBezTo>
                    <a:cubicBezTo>
                      <a:pt x="1747" y="6161"/>
                      <a:pt x="2554" y="6495"/>
                      <a:pt x="3395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59" name="Freeform: Shape 3858">
                <a:extLst>
                  <a:ext uri="{FF2B5EF4-FFF2-40B4-BE49-F238E27FC236}">
                    <a16:creationId xmlns:a16="http://schemas.microsoft.com/office/drawing/2014/main" id="{4C796E49-3531-69E6-511D-0A25929B0D09}"/>
                  </a:ext>
                </a:extLst>
              </p:cNvPr>
              <p:cNvSpPr/>
              <p:nvPr/>
            </p:nvSpPr>
            <p:spPr>
              <a:xfrm>
                <a:off x="3686465" y="5375738"/>
                <a:ext cx="6343" cy="6345"/>
              </a:xfrm>
              <a:custGeom>
                <a:avLst/>
                <a:gdLst>
                  <a:gd name="connsiteX0" fmla="*/ 3395 w 6343"/>
                  <a:gd name="connsiteY0" fmla="*/ 6495 h 6345"/>
                  <a:gd name="connsiteX1" fmla="*/ 5638 w 6343"/>
                  <a:gd name="connsiteY1" fmla="*/ 5566 h 6345"/>
                  <a:gd name="connsiteX2" fmla="*/ 6567 w 6343"/>
                  <a:gd name="connsiteY2" fmla="*/ 3322 h 6345"/>
                  <a:gd name="connsiteX3" fmla="*/ 5638 w 6343"/>
                  <a:gd name="connsiteY3" fmla="*/ 1079 h 6345"/>
                  <a:gd name="connsiteX4" fmla="*/ 3395 w 6343"/>
                  <a:gd name="connsiteY4" fmla="*/ 149 h 6345"/>
                  <a:gd name="connsiteX5" fmla="*/ 1152 w 6343"/>
                  <a:gd name="connsiteY5" fmla="*/ 1079 h 6345"/>
                  <a:gd name="connsiteX6" fmla="*/ 223 w 6343"/>
                  <a:gd name="connsiteY6" fmla="*/ 3322 h 6345"/>
                  <a:gd name="connsiteX7" fmla="*/ 1152 w 6343"/>
                  <a:gd name="connsiteY7" fmla="*/ 5566 h 6345"/>
                  <a:gd name="connsiteX8" fmla="*/ 3395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5"/>
                    </a:moveTo>
                    <a:cubicBezTo>
                      <a:pt x="4236" y="6495"/>
                      <a:pt x="5043" y="6161"/>
                      <a:pt x="5638" y="5566"/>
                    </a:cubicBezTo>
                    <a:cubicBezTo>
                      <a:pt x="6232" y="4971"/>
                      <a:pt x="6567" y="4164"/>
                      <a:pt x="6567" y="3322"/>
                    </a:cubicBezTo>
                    <a:cubicBezTo>
                      <a:pt x="6567" y="2481"/>
                      <a:pt x="6232" y="1674"/>
                      <a:pt x="5638" y="1079"/>
                    </a:cubicBezTo>
                    <a:cubicBezTo>
                      <a:pt x="5043" y="484"/>
                      <a:pt x="4236" y="149"/>
                      <a:pt x="3395" y="149"/>
                    </a:cubicBezTo>
                    <a:cubicBezTo>
                      <a:pt x="2554" y="149"/>
                      <a:pt x="1747" y="484"/>
                      <a:pt x="1152" y="1079"/>
                    </a:cubicBezTo>
                    <a:cubicBezTo>
                      <a:pt x="558" y="1674"/>
                      <a:pt x="223" y="2481"/>
                      <a:pt x="223" y="3322"/>
                    </a:cubicBezTo>
                    <a:cubicBezTo>
                      <a:pt x="223" y="4164"/>
                      <a:pt x="558" y="4971"/>
                      <a:pt x="1152" y="5566"/>
                    </a:cubicBezTo>
                    <a:cubicBezTo>
                      <a:pt x="1747" y="6161"/>
                      <a:pt x="2554" y="6495"/>
                      <a:pt x="3395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60" name="Freeform: Shape 3859">
                <a:extLst>
                  <a:ext uri="{FF2B5EF4-FFF2-40B4-BE49-F238E27FC236}">
                    <a16:creationId xmlns:a16="http://schemas.microsoft.com/office/drawing/2014/main" id="{E021A8E7-7F35-7200-FA7F-A9C7A28F1FEA}"/>
                  </a:ext>
                </a:extLst>
              </p:cNvPr>
              <p:cNvSpPr/>
              <p:nvPr/>
            </p:nvSpPr>
            <p:spPr>
              <a:xfrm>
                <a:off x="3687318" y="5371940"/>
                <a:ext cx="6343" cy="6345"/>
              </a:xfrm>
              <a:custGeom>
                <a:avLst/>
                <a:gdLst>
                  <a:gd name="connsiteX0" fmla="*/ 3395 w 6343"/>
                  <a:gd name="connsiteY0" fmla="*/ 6495 h 6345"/>
                  <a:gd name="connsiteX1" fmla="*/ 5638 w 6343"/>
                  <a:gd name="connsiteY1" fmla="*/ 5565 h 6345"/>
                  <a:gd name="connsiteX2" fmla="*/ 6567 w 6343"/>
                  <a:gd name="connsiteY2" fmla="*/ 3322 h 6345"/>
                  <a:gd name="connsiteX3" fmla="*/ 5638 w 6343"/>
                  <a:gd name="connsiteY3" fmla="*/ 1078 h 6345"/>
                  <a:gd name="connsiteX4" fmla="*/ 3395 w 6343"/>
                  <a:gd name="connsiteY4" fmla="*/ 149 h 6345"/>
                  <a:gd name="connsiteX5" fmla="*/ 1152 w 6343"/>
                  <a:gd name="connsiteY5" fmla="*/ 1078 h 6345"/>
                  <a:gd name="connsiteX6" fmla="*/ 223 w 6343"/>
                  <a:gd name="connsiteY6" fmla="*/ 3322 h 6345"/>
                  <a:gd name="connsiteX7" fmla="*/ 1152 w 6343"/>
                  <a:gd name="connsiteY7" fmla="*/ 5565 h 6345"/>
                  <a:gd name="connsiteX8" fmla="*/ 3395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5"/>
                    </a:moveTo>
                    <a:cubicBezTo>
                      <a:pt x="4236" y="6495"/>
                      <a:pt x="5043" y="6160"/>
                      <a:pt x="5638" y="5565"/>
                    </a:cubicBezTo>
                    <a:cubicBezTo>
                      <a:pt x="6232" y="4970"/>
                      <a:pt x="6567" y="4163"/>
                      <a:pt x="6567" y="3322"/>
                    </a:cubicBezTo>
                    <a:cubicBezTo>
                      <a:pt x="6567" y="2480"/>
                      <a:pt x="6232" y="1673"/>
                      <a:pt x="5638" y="1078"/>
                    </a:cubicBezTo>
                    <a:cubicBezTo>
                      <a:pt x="5043" y="483"/>
                      <a:pt x="4236" y="149"/>
                      <a:pt x="3395" y="149"/>
                    </a:cubicBezTo>
                    <a:cubicBezTo>
                      <a:pt x="2554" y="149"/>
                      <a:pt x="1747" y="483"/>
                      <a:pt x="1152" y="1078"/>
                    </a:cubicBezTo>
                    <a:cubicBezTo>
                      <a:pt x="558" y="1673"/>
                      <a:pt x="223" y="2480"/>
                      <a:pt x="223" y="3322"/>
                    </a:cubicBezTo>
                    <a:cubicBezTo>
                      <a:pt x="223" y="4163"/>
                      <a:pt x="558" y="4970"/>
                      <a:pt x="1152" y="5565"/>
                    </a:cubicBezTo>
                    <a:cubicBezTo>
                      <a:pt x="1747" y="6160"/>
                      <a:pt x="2554" y="6495"/>
                      <a:pt x="3395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61" name="Freeform: Shape 3860">
                <a:extLst>
                  <a:ext uri="{FF2B5EF4-FFF2-40B4-BE49-F238E27FC236}">
                    <a16:creationId xmlns:a16="http://schemas.microsoft.com/office/drawing/2014/main" id="{3EB7D6FF-04C6-7497-C990-9C5A1264F4EC}"/>
                  </a:ext>
                </a:extLst>
              </p:cNvPr>
              <p:cNvSpPr/>
              <p:nvPr/>
            </p:nvSpPr>
            <p:spPr>
              <a:xfrm>
                <a:off x="3686998" y="5365727"/>
                <a:ext cx="6343" cy="6345"/>
              </a:xfrm>
              <a:custGeom>
                <a:avLst/>
                <a:gdLst>
                  <a:gd name="connsiteX0" fmla="*/ 3395 w 6343"/>
                  <a:gd name="connsiteY0" fmla="*/ 6494 h 6345"/>
                  <a:gd name="connsiteX1" fmla="*/ 5638 w 6343"/>
                  <a:gd name="connsiteY1" fmla="*/ 5565 h 6345"/>
                  <a:gd name="connsiteX2" fmla="*/ 6567 w 6343"/>
                  <a:gd name="connsiteY2" fmla="*/ 3321 h 6345"/>
                  <a:gd name="connsiteX3" fmla="*/ 5638 w 6343"/>
                  <a:gd name="connsiteY3" fmla="*/ 1078 h 6345"/>
                  <a:gd name="connsiteX4" fmla="*/ 3395 w 6343"/>
                  <a:gd name="connsiteY4" fmla="*/ 149 h 6345"/>
                  <a:gd name="connsiteX5" fmla="*/ 1152 w 6343"/>
                  <a:gd name="connsiteY5" fmla="*/ 1078 h 6345"/>
                  <a:gd name="connsiteX6" fmla="*/ 223 w 6343"/>
                  <a:gd name="connsiteY6" fmla="*/ 3321 h 6345"/>
                  <a:gd name="connsiteX7" fmla="*/ 1152 w 6343"/>
                  <a:gd name="connsiteY7" fmla="*/ 5565 h 6345"/>
                  <a:gd name="connsiteX8" fmla="*/ 3395 w 6343"/>
                  <a:gd name="connsiteY8" fmla="*/ 64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4"/>
                    </a:moveTo>
                    <a:cubicBezTo>
                      <a:pt x="4236" y="6494"/>
                      <a:pt x="5043" y="6160"/>
                      <a:pt x="5638" y="5565"/>
                    </a:cubicBezTo>
                    <a:cubicBezTo>
                      <a:pt x="6232" y="4970"/>
                      <a:pt x="6567" y="4163"/>
                      <a:pt x="6567" y="3321"/>
                    </a:cubicBezTo>
                    <a:cubicBezTo>
                      <a:pt x="6567" y="2480"/>
                      <a:pt x="6232" y="1673"/>
                      <a:pt x="5638" y="1078"/>
                    </a:cubicBezTo>
                    <a:cubicBezTo>
                      <a:pt x="5043" y="483"/>
                      <a:pt x="4236" y="149"/>
                      <a:pt x="3395" y="149"/>
                    </a:cubicBezTo>
                    <a:cubicBezTo>
                      <a:pt x="2554" y="149"/>
                      <a:pt x="1747" y="483"/>
                      <a:pt x="1152" y="1078"/>
                    </a:cubicBezTo>
                    <a:cubicBezTo>
                      <a:pt x="558" y="1673"/>
                      <a:pt x="223" y="2480"/>
                      <a:pt x="223" y="3321"/>
                    </a:cubicBezTo>
                    <a:cubicBezTo>
                      <a:pt x="223" y="4163"/>
                      <a:pt x="558" y="4970"/>
                      <a:pt x="1152" y="5565"/>
                    </a:cubicBezTo>
                    <a:cubicBezTo>
                      <a:pt x="1747" y="6160"/>
                      <a:pt x="2554" y="6494"/>
                      <a:pt x="3395" y="64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62" name="Freeform: Shape 3861">
                <a:extLst>
                  <a:ext uri="{FF2B5EF4-FFF2-40B4-BE49-F238E27FC236}">
                    <a16:creationId xmlns:a16="http://schemas.microsoft.com/office/drawing/2014/main" id="{7CA83FAC-831B-3CF1-D5B4-BCA691F30429}"/>
                  </a:ext>
                </a:extLst>
              </p:cNvPr>
              <p:cNvSpPr/>
              <p:nvPr/>
            </p:nvSpPr>
            <p:spPr>
              <a:xfrm>
                <a:off x="3687566" y="5361153"/>
                <a:ext cx="6343" cy="6345"/>
              </a:xfrm>
              <a:custGeom>
                <a:avLst/>
                <a:gdLst>
                  <a:gd name="connsiteX0" fmla="*/ 3395 w 6343"/>
                  <a:gd name="connsiteY0" fmla="*/ 6494 h 6345"/>
                  <a:gd name="connsiteX1" fmla="*/ 5638 w 6343"/>
                  <a:gd name="connsiteY1" fmla="*/ 5564 h 6345"/>
                  <a:gd name="connsiteX2" fmla="*/ 6567 w 6343"/>
                  <a:gd name="connsiteY2" fmla="*/ 3321 h 6345"/>
                  <a:gd name="connsiteX3" fmla="*/ 5638 w 6343"/>
                  <a:gd name="connsiteY3" fmla="*/ 1078 h 6345"/>
                  <a:gd name="connsiteX4" fmla="*/ 3395 w 6343"/>
                  <a:gd name="connsiteY4" fmla="*/ 148 h 6345"/>
                  <a:gd name="connsiteX5" fmla="*/ 1152 w 6343"/>
                  <a:gd name="connsiteY5" fmla="*/ 1078 h 6345"/>
                  <a:gd name="connsiteX6" fmla="*/ 224 w 6343"/>
                  <a:gd name="connsiteY6" fmla="*/ 3321 h 6345"/>
                  <a:gd name="connsiteX7" fmla="*/ 1152 w 6343"/>
                  <a:gd name="connsiteY7" fmla="*/ 5564 h 6345"/>
                  <a:gd name="connsiteX8" fmla="*/ 3395 w 6343"/>
                  <a:gd name="connsiteY8" fmla="*/ 64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4"/>
                    </a:moveTo>
                    <a:cubicBezTo>
                      <a:pt x="4236" y="6494"/>
                      <a:pt x="5043" y="6159"/>
                      <a:pt x="5638" y="5564"/>
                    </a:cubicBezTo>
                    <a:cubicBezTo>
                      <a:pt x="6232" y="4969"/>
                      <a:pt x="6567" y="4162"/>
                      <a:pt x="6567" y="3321"/>
                    </a:cubicBezTo>
                    <a:cubicBezTo>
                      <a:pt x="6567" y="2480"/>
                      <a:pt x="6232" y="1673"/>
                      <a:pt x="5638" y="1078"/>
                    </a:cubicBezTo>
                    <a:cubicBezTo>
                      <a:pt x="5043" y="483"/>
                      <a:pt x="4236" y="148"/>
                      <a:pt x="3395" y="148"/>
                    </a:cubicBezTo>
                    <a:cubicBezTo>
                      <a:pt x="2554" y="148"/>
                      <a:pt x="1747" y="483"/>
                      <a:pt x="1152" y="1078"/>
                    </a:cubicBezTo>
                    <a:cubicBezTo>
                      <a:pt x="558" y="1673"/>
                      <a:pt x="224" y="2480"/>
                      <a:pt x="224" y="3321"/>
                    </a:cubicBezTo>
                    <a:cubicBezTo>
                      <a:pt x="224" y="4162"/>
                      <a:pt x="558" y="4969"/>
                      <a:pt x="1152" y="5564"/>
                    </a:cubicBezTo>
                    <a:cubicBezTo>
                      <a:pt x="1747" y="6159"/>
                      <a:pt x="2554" y="6494"/>
                      <a:pt x="3395" y="64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63" name="Freeform: Shape 3862">
                <a:extLst>
                  <a:ext uri="{FF2B5EF4-FFF2-40B4-BE49-F238E27FC236}">
                    <a16:creationId xmlns:a16="http://schemas.microsoft.com/office/drawing/2014/main" id="{E76B8A04-9294-8AE8-CD92-B537FA2C194C}"/>
                  </a:ext>
                </a:extLst>
              </p:cNvPr>
              <p:cNvSpPr/>
              <p:nvPr/>
            </p:nvSpPr>
            <p:spPr>
              <a:xfrm>
                <a:off x="3686191" y="5352483"/>
                <a:ext cx="6343" cy="6345"/>
              </a:xfrm>
              <a:custGeom>
                <a:avLst/>
                <a:gdLst>
                  <a:gd name="connsiteX0" fmla="*/ 3395 w 6343"/>
                  <a:gd name="connsiteY0" fmla="*/ 6493 h 6345"/>
                  <a:gd name="connsiteX1" fmla="*/ 5638 w 6343"/>
                  <a:gd name="connsiteY1" fmla="*/ 5564 h 6345"/>
                  <a:gd name="connsiteX2" fmla="*/ 6567 w 6343"/>
                  <a:gd name="connsiteY2" fmla="*/ 3320 h 6345"/>
                  <a:gd name="connsiteX3" fmla="*/ 5638 w 6343"/>
                  <a:gd name="connsiteY3" fmla="*/ 1077 h 6345"/>
                  <a:gd name="connsiteX4" fmla="*/ 3395 w 6343"/>
                  <a:gd name="connsiteY4" fmla="*/ 148 h 6345"/>
                  <a:gd name="connsiteX5" fmla="*/ 1152 w 6343"/>
                  <a:gd name="connsiteY5" fmla="*/ 1077 h 6345"/>
                  <a:gd name="connsiteX6" fmla="*/ 223 w 6343"/>
                  <a:gd name="connsiteY6" fmla="*/ 3320 h 6345"/>
                  <a:gd name="connsiteX7" fmla="*/ 1152 w 6343"/>
                  <a:gd name="connsiteY7" fmla="*/ 5564 h 6345"/>
                  <a:gd name="connsiteX8" fmla="*/ 3395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3"/>
                    </a:moveTo>
                    <a:cubicBezTo>
                      <a:pt x="4236" y="6493"/>
                      <a:pt x="5043" y="6159"/>
                      <a:pt x="5638" y="5564"/>
                    </a:cubicBezTo>
                    <a:cubicBezTo>
                      <a:pt x="6232" y="4969"/>
                      <a:pt x="6567" y="4162"/>
                      <a:pt x="6567" y="3320"/>
                    </a:cubicBezTo>
                    <a:cubicBezTo>
                      <a:pt x="6567" y="2479"/>
                      <a:pt x="6232" y="1672"/>
                      <a:pt x="5638" y="1077"/>
                    </a:cubicBezTo>
                    <a:cubicBezTo>
                      <a:pt x="5043" y="482"/>
                      <a:pt x="4236" y="148"/>
                      <a:pt x="3395" y="148"/>
                    </a:cubicBezTo>
                    <a:cubicBezTo>
                      <a:pt x="2554" y="148"/>
                      <a:pt x="1747" y="482"/>
                      <a:pt x="1152" y="1077"/>
                    </a:cubicBezTo>
                    <a:cubicBezTo>
                      <a:pt x="558" y="1672"/>
                      <a:pt x="223" y="2479"/>
                      <a:pt x="223" y="3320"/>
                    </a:cubicBezTo>
                    <a:cubicBezTo>
                      <a:pt x="223" y="4162"/>
                      <a:pt x="558" y="4969"/>
                      <a:pt x="1152" y="5564"/>
                    </a:cubicBezTo>
                    <a:cubicBezTo>
                      <a:pt x="1747" y="6159"/>
                      <a:pt x="2554" y="6493"/>
                      <a:pt x="3395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64" name="Freeform: Shape 3863">
                <a:extLst>
                  <a:ext uri="{FF2B5EF4-FFF2-40B4-BE49-F238E27FC236}">
                    <a16:creationId xmlns:a16="http://schemas.microsoft.com/office/drawing/2014/main" id="{44DAE581-9679-CBA6-B4F8-30CEA2236E50}"/>
                  </a:ext>
                </a:extLst>
              </p:cNvPr>
              <p:cNvSpPr/>
              <p:nvPr/>
            </p:nvSpPr>
            <p:spPr>
              <a:xfrm>
                <a:off x="3687211" y="5348566"/>
                <a:ext cx="6343" cy="6345"/>
              </a:xfrm>
              <a:custGeom>
                <a:avLst/>
                <a:gdLst>
                  <a:gd name="connsiteX0" fmla="*/ 3395 w 6343"/>
                  <a:gd name="connsiteY0" fmla="*/ 6493 h 6345"/>
                  <a:gd name="connsiteX1" fmla="*/ 5638 w 6343"/>
                  <a:gd name="connsiteY1" fmla="*/ 5563 h 6345"/>
                  <a:gd name="connsiteX2" fmla="*/ 6567 w 6343"/>
                  <a:gd name="connsiteY2" fmla="*/ 3320 h 6345"/>
                  <a:gd name="connsiteX3" fmla="*/ 5638 w 6343"/>
                  <a:gd name="connsiteY3" fmla="*/ 1077 h 6345"/>
                  <a:gd name="connsiteX4" fmla="*/ 3395 w 6343"/>
                  <a:gd name="connsiteY4" fmla="*/ 147 h 6345"/>
                  <a:gd name="connsiteX5" fmla="*/ 1152 w 6343"/>
                  <a:gd name="connsiteY5" fmla="*/ 1077 h 6345"/>
                  <a:gd name="connsiteX6" fmla="*/ 223 w 6343"/>
                  <a:gd name="connsiteY6" fmla="*/ 3320 h 6345"/>
                  <a:gd name="connsiteX7" fmla="*/ 1152 w 6343"/>
                  <a:gd name="connsiteY7" fmla="*/ 5563 h 6345"/>
                  <a:gd name="connsiteX8" fmla="*/ 3395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3"/>
                    </a:moveTo>
                    <a:cubicBezTo>
                      <a:pt x="4236" y="6493"/>
                      <a:pt x="5043" y="6158"/>
                      <a:pt x="5638" y="5563"/>
                    </a:cubicBezTo>
                    <a:cubicBezTo>
                      <a:pt x="6232" y="4968"/>
                      <a:pt x="6567" y="4161"/>
                      <a:pt x="6567" y="3320"/>
                    </a:cubicBezTo>
                    <a:cubicBezTo>
                      <a:pt x="6567" y="2479"/>
                      <a:pt x="6232" y="1672"/>
                      <a:pt x="5638" y="1077"/>
                    </a:cubicBezTo>
                    <a:cubicBezTo>
                      <a:pt x="5043" y="482"/>
                      <a:pt x="4236" y="147"/>
                      <a:pt x="3395" y="147"/>
                    </a:cubicBezTo>
                    <a:cubicBezTo>
                      <a:pt x="2554" y="147"/>
                      <a:pt x="1747" y="482"/>
                      <a:pt x="1152" y="1077"/>
                    </a:cubicBezTo>
                    <a:cubicBezTo>
                      <a:pt x="558" y="1672"/>
                      <a:pt x="223" y="2479"/>
                      <a:pt x="223" y="3320"/>
                    </a:cubicBezTo>
                    <a:cubicBezTo>
                      <a:pt x="223" y="4161"/>
                      <a:pt x="558" y="4968"/>
                      <a:pt x="1152" y="5563"/>
                    </a:cubicBezTo>
                    <a:cubicBezTo>
                      <a:pt x="1747" y="6158"/>
                      <a:pt x="2554" y="6493"/>
                      <a:pt x="3395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65" name="Freeform: Shape 3864">
                <a:extLst>
                  <a:ext uri="{FF2B5EF4-FFF2-40B4-BE49-F238E27FC236}">
                    <a16:creationId xmlns:a16="http://schemas.microsoft.com/office/drawing/2014/main" id="{0B7E7E87-C873-4BCE-929A-4B50ED272214}"/>
                  </a:ext>
                </a:extLst>
              </p:cNvPr>
              <p:cNvSpPr/>
              <p:nvPr/>
            </p:nvSpPr>
            <p:spPr>
              <a:xfrm>
                <a:off x="3799189" y="5068392"/>
                <a:ext cx="6343" cy="6345"/>
              </a:xfrm>
              <a:custGeom>
                <a:avLst/>
                <a:gdLst>
                  <a:gd name="connsiteX0" fmla="*/ 3404 w 6343"/>
                  <a:gd name="connsiteY0" fmla="*/ 6471 h 6345"/>
                  <a:gd name="connsiteX1" fmla="*/ 5646 w 6343"/>
                  <a:gd name="connsiteY1" fmla="*/ 5541 h 6345"/>
                  <a:gd name="connsiteX2" fmla="*/ 6575 w 6343"/>
                  <a:gd name="connsiteY2" fmla="*/ 3298 h 6345"/>
                  <a:gd name="connsiteX3" fmla="*/ 5646 w 6343"/>
                  <a:gd name="connsiteY3" fmla="*/ 1054 h 6345"/>
                  <a:gd name="connsiteX4" fmla="*/ 3404 w 6343"/>
                  <a:gd name="connsiteY4" fmla="*/ 125 h 6345"/>
                  <a:gd name="connsiteX5" fmla="*/ 1161 w 6343"/>
                  <a:gd name="connsiteY5" fmla="*/ 1054 h 6345"/>
                  <a:gd name="connsiteX6" fmla="*/ 232 w 6343"/>
                  <a:gd name="connsiteY6" fmla="*/ 3298 h 6345"/>
                  <a:gd name="connsiteX7" fmla="*/ 1161 w 6343"/>
                  <a:gd name="connsiteY7" fmla="*/ 5541 h 6345"/>
                  <a:gd name="connsiteX8" fmla="*/ 3404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1"/>
                    </a:moveTo>
                    <a:cubicBezTo>
                      <a:pt x="4245" y="6471"/>
                      <a:pt x="5052" y="6136"/>
                      <a:pt x="5646" y="5541"/>
                    </a:cubicBezTo>
                    <a:cubicBezTo>
                      <a:pt x="6241" y="4946"/>
                      <a:pt x="6575" y="4139"/>
                      <a:pt x="6575" y="3298"/>
                    </a:cubicBezTo>
                    <a:cubicBezTo>
                      <a:pt x="6575" y="2456"/>
                      <a:pt x="6241" y="1649"/>
                      <a:pt x="5646" y="1054"/>
                    </a:cubicBezTo>
                    <a:cubicBezTo>
                      <a:pt x="5052" y="460"/>
                      <a:pt x="4245" y="125"/>
                      <a:pt x="3404" y="125"/>
                    </a:cubicBezTo>
                    <a:cubicBezTo>
                      <a:pt x="2563" y="125"/>
                      <a:pt x="1756" y="460"/>
                      <a:pt x="1161" y="1054"/>
                    </a:cubicBezTo>
                    <a:cubicBezTo>
                      <a:pt x="566" y="1649"/>
                      <a:pt x="232" y="2456"/>
                      <a:pt x="232" y="3298"/>
                    </a:cubicBezTo>
                    <a:cubicBezTo>
                      <a:pt x="232" y="4139"/>
                      <a:pt x="566" y="4946"/>
                      <a:pt x="1161" y="5541"/>
                    </a:cubicBezTo>
                    <a:cubicBezTo>
                      <a:pt x="1756" y="6136"/>
                      <a:pt x="2563" y="6471"/>
                      <a:pt x="3404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66" name="Freeform: Shape 3865">
                <a:extLst>
                  <a:ext uri="{FF2B5EF4-FFF2-40B4-BE49-F238E27FC236}">
                    <a16:creationId xmlns:a16="http://schemas.microsoft.com/office/drawing/2014/main" id="{EB0F8EB8-11A9-F32E-CEEF-A0C4A85F641A}"/>
                  </a:ext>
                </a:extLst>
              </p:cNvPr>
              <p:cNvSpPr/>
              <p:nvPr/>
            </p:nvSpPr>
            <p:spPr>
              <a:xfrm>
                <a:off x="4503792" y="5469788"/>
                <a:ext cx="6343" cy="6345"/>
              </a:xfrm>
              <a:custGeom>
                <a:avLst/>
                <a:gdLst>
                  <a:gd name="connsiteX0" fmla="*/ 3459 w 6343"/>
                  <a:gd name="connsiteY0" fmla="*/ 6502 h 6345"/>
                  <a:gd name="connsiteX1" fmla="*/ 5702 w 6343"/>
                  <a:gd name="connsiteY1" fmla="*/ 5573 h 6345"/>
                  <a:gd name="connsiteX2" fmla="*/ 6631 w 6343"/>
                  <a:gd name="connsiteY2" fmla="*/ 3330 h 6345"/>
                  <a:gd name="connsiteX3" fmla="*/ 5702 w 6343"/>
                  <a:gd name="connsiteY3" fmla="*/ 1086 h 6345"/>
                  <a:gd name="connsiteX4" fmla="*/ 3459 w 6343"/>
                  <a:gd name="connsiteY4" fmla="*/ 157 h 6345"/>
                  <a:gd name="connsiteX5" fmla="*/ 1217 w 6343"/>
                  <a:gd name="connsiteY5" fmla="*/ 1086 h 6345"/>
                  <a:gd name="connsiteX6" fmla="*/ 288 w 6343"/>
                  <a:gd name="connsiteY6" fmla="*/ 3330 h 6345"/>
                  <a:gd name="connsiteX7" fmla="*/ 1217 w 6343"/>
                  <a:gd name="connsiteY7" fmla="*/ 5573 h 6345"/>
                  <a:gd name="connsiteX8" fmla="*/ 3459 w 6343"/>
                  <a:gd name="connsiteY8" fmla="*/ 650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2"/>
                    </a:moveTo>
                    <a:cubicBezTo>
                      <a:pt x="4301" y="6502"/>
                      <a:pt x="5107" y="6168"/>
                      <a:pt x="5702" y="5573"/>
                    </a:cubicBezTo>
                    <a:cubicBezTo>
                      <a:pt x="6297" y="4978"/>
                      <a:pt x="6631" y="4171"/>
                      <a:pt x="6631" y="3330"/>
                    </a:cubicBezTo>
                    <a:cubicBezTo>
                      <a:pt x="6631" y="2488"/>
                      <a:pt x="6297" y="1681"/>
                      <a:pt x="5702" y="1086"/>
                    </a:cubicBezTo>
                    <a:cubicBezTo>
                      <a:pt x="5107" y="491"/>
                      <a:pt x="4301" y="157"/>
                      <a:pt x="3459" y="157"/>
                    </a:cubicBezTo>
                    <a:cubicBezTo>
                      <a:pt x="2618" y="157"/>
                      <a:pt x="1812" y="491"/>
                      <a:pt x="1217" y="1086"/>
                    </a:cubicBezTo>
                    <a:cubicBezTo>
                      <a:pt x="622" y="1681"/>
                      <a:pt x="288" y="2488"/>
                      <a:pt x="288" y="3330"/>
                    </a:cubicBezTo>
                    <a:cubicBezTo>
                      <a:pt x="288" y="4171"/>
                      <a:pt x="622" y="4978"/>
                      <a:pt x="1217" y="5573"/>
                    </a:cubicBezTo>
                    <a:cubicBezTo>
                      <a:pt x="1812" y="6168"/>
                      <a:pt x="2618" y="6502"/>
                      <a:pt x="3459" y="65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67" name="Freeform: Shape 3866">
                <a:extLst>
                  <a:ext uri="{FF2B5EF4-FFF2-40B4-BE49-F238E27FC236}">
                    <a16:creationId xmlns:a16="http://schemas.microsoft.com/office/drawing/2014/main" id="{4E8CDD80-5EF5-B1A9-4CD2-BA75C476B64E}"/>
                  </a:ext>
                </a:extLst>
              </p:cNvPr>
              <p:cNvSpPr/>
              <p:nvPr/>
            </p:nvSpPr>
            <p:spPr>
              <a:xfrm>
                <a:off x="4504360" y="5474100"/>
                <a:ext cx="6343" cy="6345"/>
              </a:xfrm>
              <a:custGeom>
                <a:avLst/>
                <a:gdLst>
                  <a:gd name="connsiteX0" fmla="*/ 3459 w 6343"/>
                  <a:gd name="connsiteY0" fmla="*/ 6503 h 6345"/>
                  <a:gd name="connsiteX1" fmla="*/ 5702 w 6343"/>
                  <a:gd name="connsiteY1" fmla="*/ 5573 h 6345"/>
                  <a:gd name="connsiteX2" fmla="*/ 6631 w 6343"/>
                  <a:gd name="connsiteY2" fmla="*/ 3330 h 6345"/>
                  <a:gd name="connsiteX3" fmla="*/ 5702 w 6343"/>
                  <a:gd name="connsiteY3" fmla="*/ 1086 h 6345"/>
                  <a:gd name="connsiteX4" fmla="*/ 3459 w 6343"/>
                  <a:gd name="connsiteY4" fmla="*/ 157 h 6345"/>
                  <a:gd name="connsiteX5" fmla="*/ 1217 w 6343"/>
                  <a:gd name="connsiteY5" fmla="*/ 1086 h 6345"/>
                  <a:gd name="connsiteX6" fmla="*/ 288 w 6343"/>
                  <a:gd name="connsiteY6" fmla="*/ 3330 h 6345"/>
                  <a:gd name="connsiteX7" fmla="*/ 1217 w 6343"/>
                  <a:gd name="connsiteY7" fmla="*/ 5573 h 6345"/>
                  <a:gd name="connsiteX8" fmla="*/ 3459 w 6343"/>
                  <a:gd name="connsiteY8" fmla="*/ 65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03"/>
                    </a:moveTo>
                    <a:cubicBezTo>
                      <a:pt x="4301" y="6503"/>
                      <a:pt x="5107" y="6168"/>
                      <a:pt x="5702" y="5573"/>
                    </a:cubicBezTo>
                    <a:cubicBezTo>
                      <a:pt x="6297" y="4978"/>
                      <a:pt x="6631" y="4171"/>
                      <a:pt x="6631" y="3330"/>
                    </a:cubicBezTo>
                    <a:cubicBezTo>
                      <a:pt x="6631" y="2488"/>
                      <a:pt x="6297" y="1681"/>
                      <a:pt x="5702" y="1086"/>
                    </a:cubicBezTo>
                    <a:cubicBezTo>
                      <a:pt x="5107" y="491"/>
                      <a:pt x="4301" y="157"/>
                      <a:pt x="3459" y="157"/>
                    </a:cubicBezTo>
                    <a:cubicBezTo>
                      <a:pt x="2618" y="157"/>
                      <a:pt x="1812" y="491"/>
                      <a:pt x="1217" y="1086"/>
                    </a:cubicBezTo>
                    <a:cubicBezTo>
                      <a:pt x="622" y="1681"/>
                      <a:pt x="288" y="2488"/>
                      <a:pt x="288" y="3330"/>
                    </a:cubicBezTo>
                    <a:cubicBezTo>
                      <a:pt x="288" y="4171"/>
                      <a:pt x="622" y="4978"/>
                      <a:pt x="1217" y="5573"/>
                    </a:cubicBezTo>
                    <a:cubicBezTo>
                      <a:pt x="1812" y="6168"/>
                      <a:pt x="2618" y="6503"/>
                      <a:pt x="3459" y="65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68" name="Freeform: Shape 3867">
                <a:extLst>
                  <a:ext uri="{FF2B5EF4-FFF2-40B4-BE49-F238E27FC236}">
                    <a16:creationId xmlns:a16="http://schemas.microsoft.com/office/drawing/2014/main" id="{B838E6B7-F93C-9034-93E0-7E564258429D}"/>
                  </a:ext>
                </a:extLst>
              </p:cNvPr>
              <p:cNvSpPr/>
              <p:nvPr/>
            </p:nvSpPr>
            <p:spPr>
              <a:xfrm>
                <a:off x="4508629" y="5476890"/>
                <a:ext cx="6343" cy="6345"/>
              </a:xfrm>
              <a:custGeom>
                <a:avLst/>
                <a:gdLst>
                  <a:gd name="connsiteX0" fmla="*/ 3460 w 6343"/>
                  <a:gd name="connsiteY0" fmla="*/ 6503 h 6345"/>
                  <a:gd name="connsiteX1" fmla="*/ 5702 w 6343"/>
                  <a:gd name="connsiteY1" fmla="*/ 5574 h 6345"/>
                  <a:gd name="connsiteX2" fmla="*/ 6631 w 6343"/>
                  <a:gd name="connsiteY2" fmla="*/ 3330 h 6345"/>
                  <a:gd name="connsiteX3" fmla="*/ 5702 w 6343"/>
                  <a:gd name="connsiteY3" fmla="*/ 1087 h 6345"/>
                  <a:gd name="connsiteX4" fmla="*/ 3460 w 6343"/>
                  <a:gd name="connsiteY4" fmla="*/ 157 h 6345"/>
                  <a:gd name="connsiteX5" fmla="*/ 1217 w 6343"/>
                  <a:gd name="connsiteY5" fmla="*/ 1087 h 6345"/>
                  <a:gd name="connsiteX6" fmla="*/ 288 w 6343"/>
                  <a:gd name="connsiteY6" fmla="*/ 3330 h 6345"/>
                  <a:gd name="connsiteX7" fmla="*/ 1217 w 6343"/>
                  <a:gd name="connsiteY7" fmla="*/ 5574 h 6345"/>
                  <a:gd name="connsiteX8" fmla="*/ 3460 w 6343"/>
                  <a:gd name="connsiteY8" fmla="*/ 65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03"/>
                    </a:moveTo>
                    <a:cubicBezTo>
                      <a:pt x="4301" y="6503"/>
                      <a:pt x="5108" y="6169"/>
                      <a:pt x="5702" y="5574"/>
                    </a:cubicBezTo>
                    <a:cubicBezTo>
                      <a:pt x="6297" y="4979"/>
                      <a:pt x="6631" y="4172"/>
                      <a:pt x="6631" y="3330"/>
                    </a:cubicBezTo>
                    <a:cubicBezTo>
                      <a:pt x="6631" y="2489"/>
                      <a:pt x="6297" y="1682"/>
                      <a:pt x="5702" y="1087"/>
                    </a:cubicBezTo>
                    <a:cubicBezTo>
                      <a:pt x="5108" y="492"/>
                      <a:pt x="4301" y="157"/>
                      <a:pt x="3460" y="157"/>
                    </a:cubicBezTo>
                    <a:cubicBezTo>
                      <a:pt x="2619" y="157"/>
                      <a:pt x="1812" y="492"/>
                      <a:pt x="1217" y="1087"/>
                    </a:cubicBezTo>
                    <a:cubicBezTo>
                      <a:pt x="622" y="1682"/>
                      <a:pt x="288" y="2489"/>
                      <a:pt x="288" y="3330"/>
                    </a:cubicBezTo>
                    <a:cubicBezTo>
                      <a:pt x="288" y="4172"/>
                      <a:pt x="622" y="4979"/>
                      <a:pt x="1217" y="5574"/>
                    </a:cubicBezTo>
                    <a:cubicBezTo>
                      <a:pt x="1812" y="6169"/>
                      <a:pt x="2619" y="6503"/>
                      <a:pt x="3460" y="65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69" name="Freeform: Shape 3868">
                <a:extLst>
                  <a:ext uri="{FF2B5EF4-FFF2-40B4-BE49-F238E27FC236}">
                    <a16:creationId xmlns:a16="http://schemas.microsoft.com/office/drawing/2014/main" id="{8F98576B-EA66-439F-BE03-29F0F3D5BF8D}"/>
                  </a:ext>
                </a:extLst>
              </p:cNvPr>
              <p:cNvSpPr/>
              <p:nvPr/>
            </p:nvSpPr>
            <p:spPr>
              <a:xfrm>
                <a:off x="4278309" y="5690664"/>
                <a:ext cx="6343" cy="6345"/>
              </a:xfrm>
              <a:custGeom>
                <a:avLst/>
                <a:gdLst>
                  <a:gd name="connsiteX0" fmla="*/ 3442 w 6343"/>
                  <a:gd name="connsiteY0" fmla="*/ 6520 h 6345"/>
                  <a:gd name="connsiteX1" fmla="*/ 5684 w 6343"/>
                  <a:gd name="connsiteY1" fmla="*/ 5590 h 6345"/>
                  <a:gd name="connsiteX2" fmla="*/ 6613 w 6343"/>
                  <a:gd name="connsiteY2" fmla="*/ 3347 h 6345"/>
                  <a:gd name="connsiteX3" fmla="*/ 5684 w 6343"/>
                  <a:gd name="connsiteY3" fmla="*/ 1103 h 6345"/>
                  <a:gd name="connsiteX4" fmla="*/ 3442 w 6343"/>
                  <a:gd name="connsiteY4" fmla="*/ 174 h 6345"/>
                  <a:gd name="connsiteX5" fmla="*/ 1199 w 6343"/>
                  <a:gd name="connsiteY5" fmla="*/ 1103 h 6345"/>
                  <a:gd name="connsiteX6" fmla="*/ 270 w 6343"/>
                  <a:gd name="connsiteY6" fmla="*/ 3347 h 6345"/>
                  <a:gd name="connsiteX7" fmla="*/ 1199 w 6343"/>
                  <a:gd name="connsiteY7" fmla="*/ 5590 h 6345"/>
                  <a:gd name="connsiteX8" fmla="*/ 3442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20"/>
                    </a:moveTo>
                    <a:cubicBezTo>
                      <a:pt x="4283" y="6520"/>
                      <a:pt x="5090" y="6185"/>
                      <a:pt x="5684" y="5590"/>
                    </a:cubicBezTo>
                    <a:cubicBezTo>
                      <a:pt x="6279" y="4995"/>
                      <a:pt x="6613" y="4188"/>
                      <a:pt x="6613" y="3347"/>
                    </a:cubicBezTo>
                    <a:cubicBezTo>
                      <a:pt x="6613" y="2506"/>
                      <a:pt x="6279" y="1698"/>
                      <a:pt x="5684" y="1103"/>
                    </a:cubicBezTo>
                    <a:cubicBezTo>
                      <a:pt x="5090" y="509"/>
                      <a:pt x="4283" y="174"/>
                      <a:pt x="3442" y="174"/>
                    </a:cubicBezTo>
                    <a:cubicBezTo>
                      <a:pt x="2601" y="174"/>
                      <a:pt x="1794" y="509"/>
                      <a:pt x="1199" y="1103"/>
                    </a:cubicBezTo>
                    <a:cubicBezTo>
                      <a:pt x="604" y="1698"/>
                      <a:pt x="270" y="2506"/>
                      <a:pt x="270" y="3347"/>
                    </a:cubicBezTo>
                    <a:cubicBezTo>
                      <a:pt x="270" y="4188"/>
                      <a:pt x="604" y="4995"/>
                      <a:pt x="1199" y="5590"/>
                    </a:cubicBezTo>
                    <a:cubicBezTo>
                      <a:pt x="1794" y="6185"/>
                      <a:pt x="2601" y="6520"/>
                      <a:pt x="3442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70" name="Freeform: Shape 3869">
                <a:extLst>
                  <a:ext uri="{FF2B5EF4-FFF2-40B4-BE49-F238E27FC236}">
                    <a16:creationId xmlns:a16="http://schemas.microsoft.com/office/drawing/2014/main" id="{4A55184E-84BB-7F35-EFA9-D7D34C605C63}"/>
                  </a:ext>
                </a:extLst>
              </p:cNvPr>
              <p:cNvSpPr/>
              <p:nvPr/>
            </p:nvSpPr>
            <p:spPr>
              <a:xfrm>
                <a:off x="4152643" y="5706316"/>
                <a:ext cx="6343" cy="6345"/>
              </a:xfrm>
              <a:custGeom>
                <a:avLst/>
                <a:gdLst>
                  <a:gd name="connsiteX0" fmla="*/ 3432 w 6343"/>
                  <a:gd name="connsiteY0" fmla="*/ 6521 h 6345"/>
                  <a:gd name="connsiteX1" fmla="*/ 5674 w 6343"/>
                  <a:gd name="connsiteY1" fmla="*/ 5592 h 6345"/>
                  <a:gd name="connsiteX2" fmla="*/ 6603 w 6343"/>
                  <a:gd name="connsiteY2" fmla="*/ 3348 h 6345"/>
                  <a:gd name="connsiteX3" fmla="*/ 5674 w 6343"/>
                  <a:gd name="connsiteY3" fmla="*/ 1105 h 6345"/>
                  <a:gd name="connsiteX4" fmla="*/ 3432 w 6343"/>
                  <a:gd name="connsiteY4" fmla="*/ 175 h 6345"/>
                  <a:gd name="connsiteX5" fmla="*/ 1189 w 6343"/>
                  <a:gd name="connsiteY5" fmla="*/ 1105 h 6345"/>
                  <a:gd name="connsiteX6" fmla="*/ 260 w 6343"/>
                  <a:gd name="connsiteY6" fmla="*/ 3348 h 6345"/>
                  <a:gd name="connsiteX7" fmla="*/ 1189 w 6343"/>
                  <a:gd name="connsiteY7" fmla="*/ 5592 h 6345"/>
                  <a:gd name="connsiteX8" fmla="*/ 3432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1"/>
                    </a:moveTo>
                    <a:cubicBezTo>
                      <a:pt x="4273" y="6521"/>
                      <a:pt x="5080" y="6187"/>
                      <a:pt x="5674" y="5592"/>
                    </a:cubicBezTo>
                    <a:cubicBezTo>
                      <a:pt x="6269" y="4997"/>
                      <a:pt x="6603" y="4190"/>
                      <a:pt x="6603" y="3348"/>
                    </a:cubicBezTo>
                    <a:cubicBezTo>
                      <a:pt x="6603" y="2507"/>
                      <a:pt x="6269" y="1700"/>
                      <a:pt x="5674" y="1105"/>
                    </a:cubicBezTo>
                    <a:cubicBezTo>
                      <a:pt x="5080" y="510"/>
                      <a:pt x="4273" y="175"/>
                      <a:pt x="3432" y="175"/>
                    </a:cubicBezTo>
                    <a:cubicBezTo>
                      <a:pt x="2591" y="175"/>
                      <a:pt x="1784" y="510"/>
                      <a:pt x="1189" y="1105"/>
                    </a:cubicBezTo>
                    <a:cubicBezTo>
                      <a:pt x="594" y="1700"/>
                      <a:pt x="260" y="2507"/>
                      <a:pt x="260" y="3348"/>
                    </a:cubicBezTo>
                    <a:cubicBezTo>
                      <a:pt x="260" y="4190"/>
                      <a:pt x="594" y="4997"/>
                      <a:pt x="1189" y="5592"/>
                    </a:cubicBezTo>
                    <a:cubicBezTo>
                      <a:pt x="1784" y="6187"/>
                      <a:pt x="2591" y="6521"/>
                      <a:pt x="3432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71" name="Freeform: Shape 3870">
                <a:extLst>
                  <a:ext uri="{FF2B5EF4-FFF2-40B4-BE49-F238E27FC236}">
                    <a16:creationId xmlns:a16="http://schemas.microsoft.com/office/drawing/2014/main" id="{6E0E9DB9-46EE-8C9C-8E1B-9B62DCF088C1}"/>
                  </a:ext>
                </a:extLst>
              </p:cNvPr>
              <p:cNvSpPr/>
              <p:nvPr/>
            </p:nvSpPr>
            <p:spPr>
              <a:xfrm>
                <a:off x="4151875" y="5708125"/>
                <a:ext cx="6343" cy="6345"/>
              </a:xfrm>
              <a:custGeom>
                <a:avLst/>
                <a:gdLst>
                  <a:gd name="connsiteX0" fmla="*/ 3432 w 6343"/>
                  <a:gd name="connsiteY0" fmla="*/ 6521 h 6345"/>
                  <a:gd name="connsiteX1" fmla="*/ 5674 w 6343"/>
                  <a:gd name="connsiteY1" fmla="*/ 5592 h 6345"/>
                  <a:gd name="connsiteX2" fmla="*/ 6603 w 6343"/>
                  <a:gd name="connsiteY2" fmla="*/ 3348 h 6345"/>
                  <a:gd name="connsiteX3" fmla="*/ 5674 w 6343"/>
                  <a:gd name="connsiteY3" fmla="*/ 1105 h 6345"/>
                  <a:gd name="connsiteX4" fmla="*/ 3432 w 6343"/>
                  <a:gd name="connsiteY4" fmla="*/ 176 h 6345"/>
                  <a:gd name="connsiteX5" fmla="*/ 1189 w 6343"/>
                  <a:gd name="connsiteY5" fmla="*/ 1105 h 6345"/>
                  <a:gd name="connsiteX6" fmla="*/ 260 w 6343"/>
                  <a:gd name="connsiteY6" fmla="*/ 3348 h 6345"/>
                  <a:gd name="connsiteX7" fmla="*/ 1189 w 6343"/>
                  <a:gd name="connsiteY7" fmla="*/ 5592 h 6345"/>
                  <a:gd name="connsiteX8" fmla="*/ 3432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1"/>
                    </a:moveTo>
                    <a:cubicBezTo>
                      <a:pt x="4273" y="6521"/>
                      <a:pt x="5080" y="6187"/>
                      <a:pt x="5674" y="5592"/>
                    </a:cubicBezTo>
                    <a:cubicBezTo>
                      <a:pt x="6269" y="4997"/>
                      <a:pt x="6603" y="4190"/>
                      <a:pt x="6603" y="3348"/>
                    </a:cubicBezTo>
                    <a:cubicBezTo>
                      <a:pt x="6603" y="2507"/>
                      <a:pt x="6269" y="1700"/>
                      <a:pt x="5674" y="1105"/>
                    </a:cubicBezTo>
                    <a:cubicBezTo>
                      <a:pt x="5080" y="510"/>
                      <a:pt x="4273" y="176"/>
                      <a:pt x="3432" y="176"/>
                    </a:cubicBezTo>
                    <a:cubicBezTo>
                      <a:pt x="2591" y="176"/>
                      <a:pt x="1784" y="510"/>
                      <a:pt x="1189" y="1105"/>
                    </a:cubicBezTo>
                    <a:cubicBezTo>
                      <a:pt x="594" y="1700"/>
                      <a:pt x="260" y="2507"/>
                      <a:pt x="260" y="3348"/>
                    </a:cubicBezTo>
                    <a:cubicBezTo>
                      <a:pt x="260" y="4190"/>
                      <a:pt x="594" y="4997"/>
                      <a:pt x="1189" y="5592"/>
                    </a:cubicBezTo>
                    <a:cubicBezTo>
                      <a:pt x="1784" y="6187"/>
                      <a:pt x="2591" y="6521"/>
                      <a:pt x="3432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72" name="Freeform: Shape 3871">
                <a:extLst>
                  <a:ext uri="{FF2B5EF4-FFF2-40B4-BE49-F238E27FC236}">
                    <a16:creationId xmlns:a16="http://schemas.microsoft.com/office/drawing/2014/main" id="{A393181E-74C5-2E41-8E05-214710E2B8C5}"/>
                  </a:ext>
                </a:extLst>
              </p:cNvPr>
              <p:cNvSpPr/>
              <p:nvPr/>
            </p:nvSpPr>
            <p:spPr>
              <a:xfrm>
                <a:off x="4148500" y="5710163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3 w 6343"/>
                  <a:gd name="connsiteY2" fmla="*/ 3348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9 w 6343"/>
                  <a:gd name="connsiteY5" fmla="*/ 1105 h 6345"/>
                  <a:gd name="connsiteX6" fmla="*/ 260 w 6343"/>
                  <a:gd name="connsiteY6" fmla="*/ 3348 h 6345"/>
                  <a:gd name="connsiteX7" fmla="*/ 1189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3" y="6521"/>
                      <a:pt x="5079" y="6187"/>
                      <a:pt x="5674" y="5592"/>
                    </a:cubicBezTo>
                    <a:cubicBezTo>
                      <a:pt x="6269" y="4997"/>
                      <a:pt x="6603" y="4190"/>
                      <a:pt x="6603" y="3348"/>
                    </a:cubicBezTo>
                    <a:cubicBezTo>
                      <a:pt x="6603" y="2507"/>
                      <a:pt x="6269" y="1700"/>
                      <a:pt x="5674" y="1105"/>
                    </a:cubicBezTo>
                    <a:cubicBezTo>
                      <a:pt x="5079" y="510"/>
                      <a:pt x="4273" y="176"/>
                      <a:pt x="3431" y="176"/>
                    </a:cubicBezTo>
                    <a:cubicBezTo>
                      <a:pt x="2590" y="176"/>
                      <a:pt x="1784" y="510"/>
                      <a:pt x="1189" y="1105"/>
                    </a:cubicBezTo>
                    <a:cubicBezTo>
                      <a:pt x="594" y="1700"/>
                      <a:pt x="260" y="2507"/>
                      <a:pt x="260" y="3348"/>
                    </a:cubicBezTo>
                    <a:cubicBezTo>
                      <a:pt x="260" y="4190"/>
                      <a:pt x="594" y="4997"/>
                      <a:pt x="1189" y="5592"/>
                    </a:cubicBezTo>
                    <a:cubicBezTo>
                      <a:pt x="1784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73" name="Freeform: Shape 3872">
                <a:extLst>
                  <a:ext uri="{FF2B5EF4-FFF2-40B4-BE49-F238E27FC236}">
                    <a16:creationId xmlns:a16="http://schemas.microsoft.com/office/drawing/2014/main" id="{5212D6EA-4B72-C3ED-A079-2078A671F142}"/>
                  </a:ext>
                </a:extLst>
              </p:cNvPr>
              <p:cNvSpPr/>
              <p:nvPr/>
            </p:nvSpPr>
            <p:spPr>
              <a:xfrm>
                <a:off x="4148226" y="5711891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3 w 6343"/>
                  <a:gd name="connsiteY2" fmla="*/ 3349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9 w 6343"/>
                  <a:gd name="connsiteY5" fmla="*/ 1105 h 6345"/>
                  <a:gd name="connsiteX6" fmla="*/ 260 w 6343"/>
                  <a:gd name="connsiteY6" fmla="*/ 3349 h 6345"/>
                  <a:gd name="connsiteX7" fmla="*/ 1189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9" y="4997"/>
                      <a:pt x="6603" y="4190"/>
                      <a:pt x="6603" y="3349"/>
                    </a:cubicBezTo>
                    <a:cubicBezTo>
                      <a:pt x="6603" y="2507"/>
                      <a:pt x="6269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9" y="1105"/>
                    </a:cubicBezTo>
                    <a:cubicBezTo>
                      <a:pt x="594" y="1700"/>
                      <a:pt x="260" y="2507"/>
                      <a:pt x="260" y="3349"/>
                    </a:cubicBezTo>
                    <a:cubicBezTo>
                      <a:pt x="260" y="4190"/>
                      <a:pt x="594" y="4997"/>
                      <a:pt x="1189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74" name="Freeform: Shape 3873">
                <a:extLst>
                  <a:ext uri="{FF2B5EF4-FFF2-40B4-BE49-F238E27FC236}">
                    <a16:creationId xmlns:a16="http://schemas.microsoft.com/office/drawing/2014/main" id="{85D57E0D-A989-9FE8-C67A-A50EE21F8D14}"/>
                  </a:ext>
                </a:extLst>
              </p:cNvPr>
              <p:cNvSpPr/>
              <p:nvPr/>
            </p:nvSpPr>
            <p:spPr>
              <a:xfrm>
                <a:off x="4148225" y="5713591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3 w 6343"/>
                  <a:gd name="connsiteY2" fmla="*/ 3349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9 w 6343"/>
                  <a:gd name="connsiteY5" fmla="*/ 1105 h 6345"/>
                  <a:gd name="connsiteX6" fmla="*/ 260 w 6343"/>
                  <a:gd name="connsiteY6" fmla="*/ 3349 h 6345"/>
                  <a:gd name="connsiteX7" fmla="*/ 1189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9" y="4997"/>
                      <a:pt x="6603" y="4190"/>
                      <a:pt x="6603" y="3349"/>
                    </a:cubicBezTo>
                    <a:cubicBezTo>
                      <a:pt x="6603" y="2507"/>
                      <a:pt x="6269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9" y="1105"/>
                    </a:cubicBezTo>
                    <a:cubicBezTo>
                      <a:pt x="594" y="1700"/>
                      <a:pt x="260" y="2507"/>
                      <a:pt x="260" y="3349"/>
                    </a:cubicBezTo>
                    <a:cubicBezTo>
                      <a:pt x="260" y="4190"/>
                      <a:pt x="594" y="4997"/>
                      <a:pt x="1189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75" name="Freeform: Shape 3874">
                <a:extLst>
                  <a:ext uri="{FF2B5EF4-FFF2-40B4-BE49-F238E27FC236}">
                    <a16:creationId xmlns:a16="http://schemas.microsoft.com/office/drawing/2014/main" id="{CE73246E-A7BB-03F3-5F6B-DF7996AB4316}"/>
                  </a:ext>
                </a:extLst>
              </p:cNvPr>
              <p:cNvSpPr/>
              <p:nvPr/>
            </p:nvSpPr>
            <p:spPr>
              <a:xfrm>
                <a:off x="4148213" y="5715291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4 w 6343"/>
                  <a:gd name="connsiteY1" fmla="*/ 5592 h 6345"/>
                  <a:gd name="connsiteX2" fmla="*/ 6603 w 6343"/>
                  <a:gd name="connsiteY2" fmla="*/ 3349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9 w 6343"/>
                  <a:gd name="connsiteY5" fmla="*/ 1105 h 6345"/>
                  <a:gd name="connsiteX6" fmla="*/ 260 w 6343"/>
                  <a:gd name="connsiteY6" fmla="*/ 3349 h 6345"/>
                  <a:gd name="connsiteX7" fmla="*/ 1189 w 6343"/>
                  <a:gd name="connsiteY7" fmla="*/ 5592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7"/>
                      <a:pt x="5674" y="5592"/>
                    </a:cubicBezTo>
                    <a:cubicBezTo>
                      <a:pt x="6269" y="4997"/>
                      <a:pt x="6603" y="4190"/>
                      <a:pt x="6603" y="3349"/>
                    </a:cubicBezTo>
                    <a:cubicBezTo>
                      <a:pt x="6603" y="2507"/>
                      <a:pt x="6269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9" y="1105"/>
                    </a:cubicBezTo>
                    <a:cubicBezTo>
                      <a:pt x="594" y="1700"/>
                      <a:pt x="260" y="2507"/>
                      <a:pt x="260" y="3349"/>
                    </a:cubicBezTo>
                    <a:cubicBezTo>
                      <a:pt x="260" y="4190"/>
                      <a:pt x="594" y="4997"/>
                      <a:pt x="1189" y="5592"/>
                    </a:cubicBezTo>
                    <a:cubicBezTo>
                      <a:pt x="1783" y="6187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76" name="Freeform: Shape 3875">
                <a:extLst>
                  <a:ext uri="{FF2B5EF4-FFF2-40B4-BE49-F238E27FC236}">
                    <a16:creationId xmlns:a16="http://schemas.microsoft.com/office/drawing/2014/main" id="{02C96042-E7FE-242D-F2F8-045F7AA62761}"/>
                  </a:ext>
                </a:extLst>
              </p:cNvPr>
              <p:cNvSpPr/>
              <p:nvPr/>
            </p:nvSpPr>
            <p:spPr>
              <a:xfrm>
                <a:off x="4147907" y="5717009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4 w 6343"/>
                  <a:gd name="connsiteY1" fmla="*/ 5592 h 6345"/>
                  <a:gd name="connsiteX2" fmla="*/ 6603 w 6343"/>
                  <a:gd name="connsiteY2" fmla="*/ 3349 h 6345"/>
                  <a:gd name="connsiteX3" fmla="*/ 5674 w 6343"/>
                  <a:gd name="connsiteY3" fmla="*/ 1106 h 6345"/>
                  <a:gd name="connsiteX4" fmla="*/ 3431 w 6343"/>
                  <a:gd name="connsiteY4" fmla="*/ 176 h 6345"/>
                  <a:gd name="connsiteX5" fmla="*/ 1189 w 6343"/>
                  <a:gd name="connsiteY5" fmla="*/ 1106 h 6345"/>
                  <a:gd name="connsiteX6" fmla="*/ 260 w 6343"/>
                  <a:gd name="connsiteY6" fmla="*/ 3349 h 6345"/>
                  <a:gd name="connsiteX7" fmla="*/ 1189 w 6343"/>
                  <a:gd name="connsiteY7" fmla="*/ 5592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7"/>
                      <a:pt x="5674" y="5592"/>
                    </a:cubicBezTo>
                    <a:cubicBezTo>
                      <a:pt x="6269" y="4997"/>
                      <a:pt x="6603" y="4190"/>
                      <a:pt x="6603" y="3349"/>
                    </a:cubicBezTo>
                    <a:cubicBezTo>
                      <a:pt x="6603" y="2508"/>
                      <a:pt x="6269" y="1701"/>
                      <a:pt x="5674" y="1106"/>
                    </a:cubicBezTo>
                    <a:cubicBezTo>
                      <a:pt x="5079" y="511"/>
                      <a:pt x="4272" y="176"/>
                      <a:pt x="3431" y="176"/>
                    </a:cubicBezTo>
                    <a:cubicBezTo>
                      <a:pt x="2590" y="176"/>
                      <a:pt x="1783" y="511"/>
                      <a:pt x="1189" y="1106"/>
                    </a:cubicBezTo>
                    <a:cubicBezTo>
                      <a:pt x="594" y="1701"/>
                      <a:pt x="260" y="2508"/>
                      <a:pt x="260" y="3349"/>
                    </a:cubicBezTo>
                    <a:cubicBezTo>
                      <a:pt x="260" y="4190"/>
                      <a:pt x="594" y="4997"/>
                      <a:pt x="1189" y="5592"/>
                    </a:cubicBezTo>
                    <a:cubicBezTo>
                      <a:pt x="1783" y="6187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77" name="Freeform: Shape 3876">
                <a:extLst>
                  <a:ext uri="{FF2B5EF4-FFF2-40B4-BE49-F238E27FC236}">
                    <a16:creationId xmlns:a16="http://schemas.microsoft.com/office/drawing/2014/main" id="{CED9C643-8533-9F87-F65E-90C02B7C7A79}"/>
                  </a:ext>
                </a:extLst>
              </p:cNvPr>
              <p:cNvSpPr/>
              <p:nvPr/>
            </p:nvSpPr>
            <p:spPr>
              <a:xfrm>
                <a:off x="4147448" y="5718731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4 w 6343"/>
                  <a:gd name="connsiteY1" fmla="*/ 5593 h 6345"/>
                  <a:gd name="connsiteX2" fmla="*/ 6603 w 6343"/>
                  <a:gd name="connsiteY2" fmla="*/ 3349 h 6345"/>
                  <a:gd name="connsiteX3" fmla="*/ 5674 w 6343"/>
                  <a:gd name="connsiteY3" fmla="*/ 1106 h 6345"/>
                  <a:gd name="connsiteX4" fmla="*/ 3431 w 6343"/>
                  <a:gd name="connsiteY4" fmla="*/ 176 h 6345"/>
                  <a:gd name="connsiteX5" fmla="*/ 1189 w 6343"/>
                  <a:gd name="connsiteY5" fmla="*/ 1106 h 6345"/>
                  <a:gd name="connsiteX6" fmla="*/ 260 w 6343"/>
                  <a:gd name="connsiteY6" fmla="*/ 3349 h 6345"/>
                  <a:gd name="connsiteX7" fmla="*/ 1189 w 6343"/>
                  <a:gd name="connsiteY7" fmla="*/ 5593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8"/>
                      <a:pt x="5674" y="5593"/>
                    </a:cubicBezTo>
                    <a:cubicBezTo>
                      <a:pt x="6269" y="4998"/>
                      <a:pt x="6603" y="4191"/>
                      <a:pt x="6603" y="3349"/>
                    </a:cubicBezTo>
                    <a:cubicBezTo>
                      <a:pt x="6603" y="2508"/>
                      <a:pt x="6269" y="1701"/>
                      <a:pt x="5674" y="1106"/>
                    </a:cubicBezTo>
                    <a:cubicBezTo>
                      <a:pt x="5079" y="511"/>
                      <a:pt x="4272" y="176"/>
                      <a:pt x="3431" y="176"/>
                    </a:cubicBezTo>
                    <a:cubicBezTo>
                      <a:pt x="2590" y="176"/>
                      <a:pt x="1783" y="511"/>
                      <a:pt x="1189" y="1106"/>
                    </a:cubicBezTo>
                    <a:cubicBezTo>
                      <a:pt x="594" y="1701"/>
                      <a:pt x="260" y="2508"/>
                      <a:pt x="260" y="3349"/>
                    </a:cubicBezTo>
                    <a:cubicBezTo>
                      <a:pt x="260" y="4191"/>
                      <a:pt x="594" y="4998"/>
                      <a:pt x="1189" y="5593"/>
                    </a:cubicBezTo>
                    <a:cubicBezTo>
                      <a:pt x="1783" y="6188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78" name="Freeform: Shape 3877">
                <a:extLst>
                  <a:ext uri="{FF2B5EF4-FFF2-40B4-BE49-F238E27FC236}">
                    <a16:creationId xmlns:a16="http://schemas.microsoft.com/office/drawing/2014/main" id="{A9963B6F-D8CC-8ED1-8D15-C34D7BD6CA26}"/>
                  </a:ext>
                </a:extLst>
              </p:cNvPr>
              <p:cNvSpPr/>
              <p:nvPr/>
            </p:nvSpPr>
            <p:spPr>
              <a:xfrm>
                <a:off x="4275856" y="5780303"/>
                <a:ext cx="6343" cy="6345"/>
              </a:xfrm>
              <a:custGeom>
                <a:avLst/>
                <a:gdLst>
                  <a:gd name="connsiteX0" fmla="*/ 3441 w 6343"/>
                  <a:gd name="connsiteY0" fmla="*/ 6527 h 6345"/>
                  <a:gd name="connsiteX1" fmla="*/ 5684 w 6343"/>
                  <a:gd name="connsiteY1" fmla="*/ 5597 h 6345"/>
                  <a:gd name="connsiteX2" fmla="*/ 6613 w 6343"/>
                  <a:gd name="connsiteY2" fmla="*/ 3354 h 6345"/>
                  <a:gd name="connsiteX3" fmla="*/ 5684 w 6343"/>
                  <a:gd name="connsiteY3" fmla="*/ 1111 h 6345"/>
                  <a:gd name="connsiteX4" fmla="*/ 3441 w 6343"/>
                  <a:gd name="connsiteY4" fmla="*/ 181 h 6345"/>
                  <a:gd name="connsiteX5" fmla="*/ 1199 w 6343"/>
                  <a:gd name="connsiteY5" fmla="*/ 1111 h 6345"/>
                  <a:gd name="connsiteX6" fmla="*/ 270 w 6343"/>
                  <a:gd name="connsiteY6" fmla="*/ 3354 h 6345"/>
                  <a:gd name="connsiteX7" fmla="*/ 1199 w 6343"/>
                  <a:gd name="connsiteY7" fmla="*/ 5597 h 6345"/>
                  <a:gd name="connsiteX8" fmla="*/ 3441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27"/>
                    </a:moveTo>
                    <a:cubicBezTo>
                      <a:pt x="4283" y="6527"/>
                      <a:pt x="5089" y="6192"/>
                      <a:pt x="5684" y="5597"/>
                    </a:cubicBezTo>
                    <a:cubicBezTo>
                      <a:pt x="6279" y="5002"/>
                      <a:pt x="6613" y="4195"/>
                      <a:pt x="6613" y="3354"/>
                    </a:cubicBezTo>
                    <a:cubicBezTo>
                      <a:pt x="6613" y="2513"/>
                      <a:pt x="6279" y="1706"/>
                      <a:pt x="5684" y="1111"/>
                    </a:cubicBezTo>
                    <a:cubicBezTo>
                      <a:pt x="5089" y="516"/>
                      <a:pt x="4283" y="181"/>
                      <a:pt x="3441" y="181"/>
                    </a:cubicBezTo>
                    <a:cubicBezTo>
                      <a:pt x="2600" y="181"/>
                      <a:pt x="1794" y="516"/>
                      <a:pt x="1199" y="1111"/>
                    </a:cubicBezTo>
                    <a:cubicBezTo>
                      <a:pt x="604" y="1706"/>
                      <a:pt x="270" y="2513"/>
                      <a:pt x="270" y="3354"/>
                    </a:cubicBezTo>
                    <a:cubicBezTo>
                      <a:pt x="270" y="4195"/>
                      <a:pt x="604" y="5002"/>
                      <a:pt x="1199" y="5597"/>
                    </a:cubicBezTo>
                    <a:cubicBezTo>
                      <a:pt x="1794" y="6192"/>
                      <a:pt x="2600" y="6527"/>
                      <a:pt x="3441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79" name="Freeform: Shape 3878">
                <a:extLst>
                  <a:ext uri="{FF2B5EF4-FFF2-40B4-BE49-F238E27FC236}">
                    <a16:creationId xmlns:a16="http://schemas.microsoft.com/office/drawing/2014/main" id="{8DFDD4E8-E970-F0F1-DFA5-37A5C1DE5AF6}"/>
                  </a:ext>
                </a:extLst>
              </p:cNvPr>
              <p:cNvSpPr/>
              <p:nvPr/>
            </p:nvSpPr>
            <p:spPr>
              <a:xfrm>
                <a:off x="4273504" y="5782531"/>
                <a:ext cx="6343" cy="6345"/>
              </a:xfrm>
              <a:custGeom>
                <a:avLst/>
                <a:gdLst>
                  <a:gd name="connsiteX0" fmla="*/ 3441 w 6343"/>
                  <a:gd name="connsiteY0" fmla="*/ 6527 h 6345"/>
                  <a:gd name="connsiteX1" fmla="*/ 5684 w 6343"/>
                  <a:gd name="connsiteY1" fmla="*/ 5598 h 6345"/>
                  <a:gd name="connsiteX2" fmla="*/ 6613 w 6343"/>
                  <a:gd name="connsiteY2" fmla="*/ 3354 h 6345"/>
                  <a:gd name="connsiteX3" fmla="*/ 5684 w 6343"/>
                  <a:gd name="connsiteY3" fmla="*/ 1111 h 6345"/>
                  <a:gd name="connsiteX4" fmla="*/ 3441 w 6343"/>
                  <a:gd name="connsiteY4" fmla="*/ 181 h 6345"/>
                  <a:gd name="connsiteX5" fmla="*/ 1199 w 6343"/>
                  <a:gd name="connsiteY5" fmla="*/ 1111 h 6345"/>
                  <a:gd name="connsiteX6" fmla="*/ 270 w 6343"/>
                  <a:gd name="connsiteY6" fmla="*/ 3354 h 6345"/>
                  <a:gd name="connsiteX7" fmla="*/ 1199 w 6343"/>
                  <a:gd name="connsiteY7" fmla="*/ 5598 h 6345"/>
                  <a:gd name="connsiteX8" fmla="*/ 3441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27"/>
                    </a:moveTo>
                    <a:cubicBezTo>
                      <a:pt x="4282" y="6527"/>
                      <a:pt x="5089" y="6193"/>
                      <a:pt x="5684" y="5598"/>
                    </a:cubicBezTo>
                    <a:cubicBezTo>
                      <a:pt x="6279" y="5003"/>
                      <a:pt x="6613" y="4196"/>
                      <a:pt x="6613" y="3354"/>
                    </a:cubicBezTo>
                    <a:cubicBezTo>
                      <a:pt x="6613" y="2513"/>
                      <a:pt x="6279" y="1706"/>
                      <a:pt x="5684" y="1111"/>
                    </a:cubicBezTo>
                    <a:cubicBezTo>
                      <a:pt x="5089" y="516"/>
                      <a:pt x="4282" y="181"/>
                      <a:pt x="3441" y="181"/>
                    </a:cubicBezTo>
                    <a:cubicBezTo>
                      <a:pt x="2600" y="181"/>
                      <a:pt x="1793" y="516"/>
                      <a:pt x="1199" y="1111"/>
                    </a:cubicBezTo>
                    <a:cubicBezTo>
                      <a:pt x="604" y="1706"/>
                      <a:pt x="270" y="2513"/>
                      <a:pt x="270" y="3354"/>
                    </a:cubicBezTo>
                    <a:cubicBezTo>
                      <a:pt x="270" y="4196"/>
                      <a:pt x="604" y="5003"/>
                      <a:pt x="1199" y="5598"/>
                    </a:cubicBezTo>
                    <a:cubicBezTo>
                      <a:pt x="1793" y="6193"/>
                      <a:pt x="2600" y="6527"/>
                      <a:pt x="3441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80" name="Freeform: Shape 3879">
                <a:extLst>
                  <a:ext uri="{FF2B5EF4-FFF2-40B4-BE49-F238E27FC236}">
                    <a16:creationId xmlns:a16="http://schemas.microsoft.com/office/drawing/2014/main" id="{8C1DACDA-8412-7677-0EE6-5A18AE96715F}"/>
                  </a:ext>
                </a:extLst>
              </p:cNvPr>
              <p:cNvSpPr/>
              <p:nvPr/>
            </p:nvSpPr>
            <p:spPr>
              <a:xfrm>
                <a:off x="4275042" y="5785215"/>
                <a:ext cx="6343" cy="6345"/>
              </a:xfrm>
              <a:custGeom>
                <a:avLst/>
                <a:gdLst>
                  <a:gd name="connsiteX0" fmla="*/ 3441 w 6343"/>
                  <a:gd name="connsiteY0" fmla="*/ 6527 h 6345"/>
                  <a:gd name="connsiteX1" fmla="*/ 5684 w 6343"/>
                  <a:gd name="connsiteY1" fmla="*/ 5598 h 6345"/>
                  <a:gd name="connsiteX2" fmla="*/ 6613 w 6343"/>
                  <a:gd name="connsiteY2" fmla="*/ 3354 h 6345"/>
                  <a:gd name="connsiteX3" fmla="*/ 5684 w 6343"/>
                  <a:gd name="connsiteY3" fmla="*/ 1111 h 6345"/>
                  <a:gd name="connsiteX4" fmla="*/ 3441 w 6343"/>
                  <a:gd name="connsiteY4" fmla="*/ 182 h 6345"/>
                  <a:gd name="connsiteX5" fmla="*/ 1199 w 6343"/>
                  <a:gd name="connsiteY5" fmla="*/ 1111 h 6345"/>
                  <a:gd name="connsiteX6" fmla="*/ 270 w 6343"/>
                  <a:gd name="connsiteY6" fmla="*/ 3354 h 6345"/>
                  <a:gd name="connsiteX7" fmla="*/ 1199 w 6343"/>
                  <a:gd name="connsiteY7" fmla="*/ 5598 h 6345"/>
                  <a:gd name="connsiteX8" fmla="*/ 3441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27"/>
                    </a:moveTo>
                    <a:cubicBezTo>
                      <a:pt x="4282" y="6527"/>
                      <a:pt x="5089" y="6193"/>
                      <a:pt x="5684" y="5598"/>
                    </a:cubicBezTo>
                    <a:cubicBezTo>
                      <a:pt x="6279" y="5003"/>
                      <a:pt x="6613" y="4196"/>
                      <a:pt x="6613" y="3354"/>
                    </a:cubicBezTo>
                    <a:cubicBezTo>
                      <a:pt x="6613" y="2513"/>
                      <a:pt x="6279" y="1706"/>
                      <a:pt x="5684" y="1111"/>
                    </a:cubicBezTo>
                    <a:cubicBezTo>
                      <a:pt x="5089" y="516"/>
                      <a:pt x="4282" y="182"/>
                      <a:pt x="3441" y="182"/>
                    </a:cubicBezTo>
                    <a:cubicBezTo>
                      <a:pt x="2600" y="182"/>
                      <a:pt x="1793" y="516"/>
                      <a:pt x="1199" y="1111"/>
                    </a:cubicBezTo>
                    <a:cubicBezTo>
                      <a:pt x="604" y="1706"/>
                      <a:pt x="270" y="2513"/>
                      <a:pt x="270" y="3354"/>
                    </a:cubicBezTo>
                    <a:cubicBezTo>
                      <a:pt x="270" y="4196"/>
                      <a:pt x="604" y="5003"/>
                      <a:pt x="1199" y="5598"/>
                    </a:cubicBezTo>
                    <a:cubicBezTo>
                      <a:pt x="1793" y="6193"/>
                      <a:pt x="2600" y="6527"/>
                      <a:pt x="3441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81" name="Freeform: Shape 3880">
                <a:extLst>
                  <a:ext uri="{FF2B5EF4-FFF2-40B4-BE49-F238E27FC236}">
                    <a16:creationId xmlns:a16="http://schemas.microsoft.com/office/drawing/2014/main" id="{1115E902-F9EA-BF12-E6CD-78DEFAB195D2}"/>
                  </a:ext>
                </a:extLst>
              </p:cNvPr>
              <p:cNvSpPr/>
              <p:nvPr/>
            </p:nvSpPr>
            <p:spPr>
              <a:xfrm>
                <a:off x="4274589" y="5787663"/>
                <a:ext cx="6343" cy="6345"/>
              </a:xfrm>
              <a:custGeom>
                <a:avLst/>
                <a:gdLst>
                  <a:gd name="connsiteX0" fmla="*/ 3441 w 6343"/>
                  <a:gd name="connsiteY0" fmla="*/ 6527 h 6345"/>
                  <a:gd name="connsiteX1" fmla="*/ 5684 w 6343"/>
                  <a:gd name="connsiteY1" fmla="*/ 5598 h 6345"/>
                  <a:gd name="connsiteX2" fmla="*/ 6613 w 6343"/>
                  <a:gd name="connsiteY2" fmla="*/ 3355 h 6345"/>
                  <a:gd name="connsiteX3" fmla="*/ 5684 w 6343"/>
                  <a:gd name="connsiteY3" fmla="*/ 1111 h 6345"/>
                  <a:gd name="connsiteX4" fmla="*/ 3441 w 6343"/>
                  <a:gd name="connsiteY4" fmla="*/ 182 h 6345"/>
                  <a:gd name="connsiteX5" fmla="*/ 1199 w 6343"/>
                  <a:gd name="connsiteY5" fmla="*/ 1111 h 6345"/>
                  <a:gd name="connsiteX6" fmla="*/ 270 w 6343"/>
                  <a:gd name="connsiteY6" fmla="*/ 3355 h 6345"/>
                  <a:gd name="connsiteX7" fmla="*/ 1199 w 6343"/>
                  <a:gd name="connsiteY7" fmla="*/ 5598 h 6345"/>
                  <a:gd name="connsiteX8" fmla="*/ 3441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27"/>
                    </a:moveTo>
                    <a:cubicBezTo>
                      <a:pt x="4282" y="6527"/>
                      <a:pt x="5089" y="6193"/>
                      <a:pt x="5684" y="5598"/>
                    </a:cubicBezTo>
                    <a:cubicBezTo>
                      <a:pt x="6279" y="5003"/>
                      <a:pt x="6613" y="4196"/>
                      <a:pt x="6613" y="3355"/>
                    </a:cubicBezTo>
                    <a:cubicBezTo>
                      <a:pt x="6613" y="2513"/>
                      <a:pt x="6279" y="1706"/>
                      <a:pt x="5684" y="1111"/>
                    </a:cubicBezTo>
                    <a:cubicBezTo>
                      <a:pt x="5089" y="516"/>
                      <a:pt x="4282" y="182"/>
                      <a:pt x="3441" y="182"/>
                    </a:cubicBezTo>
                    <a:cubicBezTo>
                      <a:pt x="2600" y="182"/>
                      <a:pt x="1793" y="516"/>
                      <a:pt x="1199" y="1111"/>
                    </a:cubicBezTo>
                    <a:cubicBezTo>
                      <a:pt x="604" y="1706"/>
                      <a:pt x="270" y="2513"/>
                      <a:pt x="270" y="3355"/>
                    </a:cubicBezTo>
                    <a:cubicBezTo>
                      <a:pt x="270" y="4196"/>
                      <a:pt x="604" y="5003"/>
                      <a:pt x="1199" y="5598"/>
                    </a:cubicBezTo>
                    <a:cubicBezTo>
                      <a:pt x="1793" y="6193"/>
                      <a:pt x="2600" y="6527"/>
                      <a:pt x="3441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82" name="Freeform: Shape 3881">
                <a:extLst>
                  <a:ext uri="{FF2B5EF4-FFF2-40B4-BE49-F238E27FC236}">
                    <a16:creationId xmlns:a16="http://schemas.microsoft.com/office/drawing/2014/main" id="{D432687B-5C7A-8D37-D45E-3BA6DB5C2C9C}"/>
                  </a:ext>
                </a:extLst>
              </p:cNvPr>
              <p:cNvSpPr/>
              <p:nvPr/>
            </p:nvSpPr>
            <p:spPr>
              <a:xfrm>
                <a:off x="4545914" y="5886822"/>
                <a:ext cx="6343" cy="6345"/>
              </a:xfrm>
              <a:custGeom>
                <a:avLst/>
                <a:gdLst>
                  <a:gd name="connsiteX0" fmla="*/ 3463 w 6343"/>
                  <a:gd name="connsiteY0" fmla="*/ 6535 h 6345"/>
                  <a:gd name="connsiteX1" fmla="*/ 5705 w 6343"/>
                  <a:gd name="connsiteY1" fmla="*/ 5606 h 6345"/>
                  <a:gd name="connsiteX2" fmla="*/ 6634 w 6343"/>
                  <a:gd name="connsiteY2" fmla="*/ 3362 h 6345"/>
                  <a:gd name="connsiteX3" fmla="*/ 5705 w 6343"/>
                  <a:gd name="connsiteY3" fmla="*/ 1119 h 6345"/>
                  <a:gd name="connsiteX4" fmla="*/ 3463 w 6343"/>
                  <a:gd name="connsiteY4" fmla="*/ 190 h 6345"/>
                  <a:gd name="connsiteX5" fmla="*/ 1220 w 6343"/>
                  <a:gd name="connsiteY5" fmla="*/ 1119 h 6345"/>
                  <a:gd name="connsiteX6" fmla="*/ 291 w 6343"/>
                  <a:gd name="connsiteY6" fmla="*/ 3362 h 6345"/>
                  <a:gd name="connsiteX7" fmla="*/ 1220 w 6343"/>
                  <a:gd name="connsiteY7" fmla="*/ 5606 h 6345"/>
                  <a:gd name="connsiteX8" fmla="*/ 3463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3" y="6535"/>
                    </a:moveTo>
                    <a:cubicBezTo>
                      <a:pt x="4304" y="6535"/>
                      <a:pt x="5111" y="6201"/>
                      <a:pt x="5705" y="5606"/>
                    </a:cubicBezTo>
                    <a:cubicBezTo>
                      <a:pt x="6300" y="5011"/>
                      <a:pt x="6634" y="4204"/>
                      <a:pt x="6634" y="3362"/>
                    </a:cubicBezTo>
                    <a:cubicBezTo>
                      <a:pt x="6634" y="2521"/>
                      <a:pt x="6300" y="1714"/>
                      <a:pt x="5705" y="1119"/>
                    </a:cubicBezTo>
                    <a:cubicBezTo>
                      <a:pt x="5111" y="524"/>
                      <a:pt x="4304" y="190"/>
                      <a:pt x="3463" y="190"/>
                    </a:cubicBezTo>
                    <a:cubicBezTo>
                      <a:pt x="2622" y="190"/>
                      <a:pt x="1815" y="524"/>
                      <a:pt x="1220" y="1119"/>
                    </a:cubicBezTo>
                    <a:cubicBezTo>
                      <a:pt x="625" y="1714"/>
                      <a:pt x="291" y="2521"/>
                      <a:pt x="291" y="3362"/>
                    </a:cubicBezTo>
                    <a:cubicBezTo>
                      <a:pt x="291" y="4204"/>
                      <a:pt x="625" y="5011"/>
                      <a:pt x="1220" y="5606"/>
                    </a:cubicBezTo>
                    <a:cubicBezTo>
                      <a:pt x="1815" y="6201"/>
                      <a:pt x="2622" y="6535"/>
                      <a:pt x="3463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83" name="Freeform: Shape 3882">
                <a:extLst>
                  <a:ext uri="{FF2B5EF4-FFF2-40B4-BE49-F238E27FC236}">
                    <a16:creationId xmlns:a16="http://schemas.microsoft.com/office/drawing/2014/main" id="{D25BA87D-F1F2-F3A2-255A-14936BAA960C}"/>
                  </a:ext>
                </a:extLst>
              </p:cNvPr>
              <p:cNvSpPr/>
              <p:nvPr/>
            </p:nvSpPr>
            <p:spPr>
              <a:xfrm>
                <a:off x="4545343" y="5891035"/>
                <a:ext cx="6343" cy="6345"/>
              </a:xfrm>
              <a:custGeom>
                <a:avLst/>
                <a:gdLst>
                  <a:gd name="connsiteX0" fmla="*/ 3463 w 6343"/>
                  <a:gd name="connsiteY0" fmla="*/ 6535 h 6345"/>
                  <a:gd name="connsiteX1" fmla="*/ 5705 w 6343"/>
                  <a:gd name="connsiteY1" fmla="*/ 5606 h 6345"/>
                  <a:gd name="connsiteX2" fmla="*/ 6634 w 6343"/>
                  <a:gd name="connsiteY2" fmla="*/ 3363 h 6345"/>
                  <a:gd name="connsiteX3" fmla="*/ 5705 w 6343"/>
                  <a:gd name="connsiteY3" fmla="*/ 1119 h 6345"/>
                  <a:gd name="connsiteX4" fmla="*/ 3463 w 6343"/>
                  <a:gd name="connsiteY4" fmla="*/ 190 h 6345"/>
                  <a:gd name="connsiteX5" fmla="*/ 1220 w 6343"/>
                  <a:gd name="connsiteY5" fmla="*/ 1119 h 6345"/>
                  <a:gd name="connsiteX6" fmla="*/ 291 w 6343"/>
                  <a:gd name="connsiteY6" fmla="*/ 3363 h 6345"/>
                  <a:gd name="connsiteX7" fmla="*/ 1220 w 6343"/>
                  <a:gd name="connsiteY7" fmla="*/ 5606 h 6345"/>
                  <a:gd name="connsiteX8" fmla="*/ 3463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3" y="6535"/>
                    </a:moveTo>
                    <a:cubicBezTo>
                      <a:pt x="4304" y="6535"/>
                      <a:pt x="5111" y="6201"/>
                      <a:pt x="5705" y="5606"/>
                    </a:cubicBezTo>
                    <a:cubicBezTo>
                      <a:pt x="6300" y="5011"/>
                      <a:pt x="6634" y="4204"/>
                      <a:pt x="6634" y="3363"/>
                    </a:cubicBezTo>
                    <a:cubicBezTo>
                      <a:pt x="6634" y="2521"/>
                      <a:pt x="6300" y="1714"/>
                      <a:pt x="5705" y="1119"/>
                    </a:cubicBezTo>
                    <a:cubicBezTo>
                      <a:pt x="5111" y="524"/>
                      <a:pt x="4304" y="190"/>
                      <a:pt x="3463" y="190"/>
                    </a:cubicBezTo>
                    <a:cubicBezTo>
                      <a:pt x="2622" y="190"/>
                      <a:pt x="1815" y="524"/>
                      <a:pt x="1220" y="1119"/>
                    </a:cubicBezTo>
                    <a:cubicBezTo>
                      <a:pt x="625" y="1714"/>
                      <a:pt x="291" y="2521"/>
                      <a:pt x="291" y="3363"/>
                    </a:cubicBezTo>
                    <a:cubicBezTo>
                      <a:pt x="291" y="4204"/>
                      <a:pt x="625" y="5011"/>
                      <a:pt x="1220" y="5606"/>
                    </a:cubicBezTo>
                    <a:cubicBezTo>
                      <a:pt x="1815" y="6201"/>
                      <a:pt x="2622" y="6535"/>
                      <a:pt x="3463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84" name="Freeform: Shape 3883">
                <a:extLst>
                  <a:ext uri="{FF2B5EF4-FFF2-40B4-BE49-F238E27FC236}">
                    <a16:creationId xmlns:a16="http://schemas.microsoft.com/office/drawing/2014/main" id="{00CA05EF-C0CB-B147-592F-5F2A4A4C18B7}"/>
                  </a:ext>
                </a:extLst>
              </p:cNvPr>
              <p:cNvSpPr/>
              <p:nvPr/>
            </p:nvSpPr>
            <p:spPr>
              <a:xfrm>
                <a:off x="4542856" y="5894797"/>
                <a:ext cx="6343" cy="6345"/>
              </a:xfrm>
              <a:custGeom>
                <a:avLst/>
                <a:gdLst>
                  <a:gd name="connsiteX0" fmla="*/ 3462 w 6343"/>
                  <a:gd name="connsiteY0" fmla="*/ 6536 h 6345"/>
                  <a:gd name="connsiteX1" fmla="*/ 5705 w 6343"/>
                  <a:gd name="connsiteY1" fmla="*/ 5606 h 6345"/>
                  <a:gd name="connsiteX2" fmla="*/ 6634 w 6343"/>
                  <a:gd name="connsiteY2" fmla="*/ 3363 h 6345"/>
                  <a:gd name="connsiteX3" fmla="*/ 5705 w 6343"/>
                  <a:gd name="connsiteY3" fmla="*/ 1120 h 6345"/>
                  <a:gd name="connsiteX4" fmla="*/ 3462 w 6343"/>
                  <a:gd name="connsiteY4" fmla="*/ 190 h 6345"/>
                  <a:gd name="connsiteX5" fmla="*/ 1220 w 6343"/>
                  <a:gd name="connsiteY5" fmla="*/ 1120 h 6345"/>
                  <a:gd name="connsiteX6" fmla="*/ 291 w 6343"/>
                  <a:gd name="connsiteY6" fmla="*/ 3363 h 6345"/>
                  <a:gd name="connsiteX7" fmla="*/ 1220 w 6343"/>
                  <a:gd name="connsiteY7" fmla="*/ 5606 h 6345"/>
                  <a:gd name="connsiteX8" fmla="*/ 3462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2" y="6536"/>
                    </a:moveTo>
                    <a:cubicBezTo>
                      <a:pt x="4304" y="6536"/>
                      <a:pt x="5110" y="6201"/>
                      <a:pt x="5705" y="5606"/>
                    </a:cubicBezTo>
                    <a:cubicBezTo>
                      <a:pt x="6300" y="5012"/>
                      <a:pt x="6634" y="4204"/>
                      <a:pt x="6634" y="3363"/>
                    </a:cubicBezTo>
                    <a:cubicBezTo>
                      <a:pt x="6634" y="2522"/>
                      <a:pt x="6300" y="1715"/>
                      <a:pt x="5705" y="1120"/>
                    </a:cubicBezTo>
                    <a:cubicBezTo>
                      <a:pt x="5110" y="525"/>
                      <a:pt x="4304" y="190"/>
                      <a:pt x="3462" y="190"/>
                    </a:cubicBezTo>
                    <a:cubicBezTo>
                      <a:pt x="2621" y="190"/>
                      <a:pt x="1815" y="525"/>
                      <a:pt x="1220" y="1120"/>
                    </a:cubicBezTo>
                    <a:cubicBezTo>
                      <a:pt x="625" y="1715"/>
                      <a:pt x="291" y="2522"/>
                      <a:pt x="291" y="3363"/>
                    </a:cubicBezTo>
                    <a:cubicBezTo>
                      <a:pt x="291" y="4204"/>
                      <a:pt x="625" y="5012"/>
                      <a:pt x="1220" y="5606"/>
                    </a:cubicBezTo>
                    <a:cubicBezTo>
                      <a:pt x="1815" y="6201"/>
                      <a:pt x="2621" y="6536"/>
                      <a:pt x="3462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85" name="Freeform: Shape 3884">
                <a:extLst>
                  <a:ext uri="{FF2B5EF4-FFF2-40B4-BE49-F238E27FC236}">
                    <a16:creationId xmlns:a16="http://schemas.microsoft.com/office/drawing/2014/main" id="{73BFF53E-A573-9828-E746-CE41B047CDBA}"/>
                  </a:ext>
                </a:extLst>
              </p:cNvPr>
              <p:cNvSpPr/>
              <p:nvPr/>
            </p:nvSpPr>
            <p:spPr>
              <a:xfrm>
                <a:off x="4537680" y="5897882"/>
                <a:ext cx="6343" cy="6345"/>
              </a:xfrm>
              <a:custGeom>
                <a:avLst/>
                <a:gdLst>
                  <a:gd name="connsiteX0" fmla="*/ 3462 w 6343"/>
                  <a:gd name="connsiteY0" fmla="*/ 6536 h 6345"/>
                  <a:gd name="connsiteX1" fmla="*/ 5705 w 6343"/>
                  <a:gd name="connsiteY1" fmla="*/ 5607 h 6345"/>
                  <a:gd name="connsiteX2" fmla="*/ 6634 w 6343"/>
                  <a:gd name="connsiteY2" fmla="*/ 3363 h 6345"/>
                  <a:gd name="connsiteX3" fmla="*/ 5705 w 6343"/>
                  <a:gd name="connsiteY3" fmla="*/ 1120 h 6345"/>
                  <a:gd name="connsiteX4" fmla="*/ 3462 w 6343"/>
                  <a:gd name="connsiteY4" fmla="*/ 191 h 6345"/>
                  <a:gd name="connsiteX5" fmla="*/ 1219 w 6343"/>
                  <a:gd name="connsiteY5" fmla="*/ 1120 h 6345"/>
                  <a:gd name="connsiteX6" fmla="*/ 291 w 6343"/>
                  <a:gd name="connsiteY6" fmla="*/ 3363 h 6345"/>
                  <a:gd name="connsiteX7" fmla="*/ 1219 w 6343"/>
                  <a:gd name="connsiteY7" fmla="*/ 5607 h 6345"/>
                  <a:gd name="connsiteX8" fmla="*/ 3462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2" y="6536"/>
                    </a:moveTo>
                    <a:cubicBezTo>
                      <a:pt x="4303" y="6536"/>
                      <a:pt x="5110" y="6202"/>
                      <a:pt x="5705" y="5607"/>
                    </a:cubicBezTo>
                    <a:cubicBezTo>
                      <a:pt x="6299" y="5012"/>
                      <a:pt x="6634" y="4205"/>
                      <a:pt x="6634" y="3363"/>
                    </a:cubicBezTo>
                    <a:cubicBezTo>
                      <a:pt x="6634" y="2522"/>
                      <a:pt x="6299" y="1715"/>
                      <a:pt x="5705" y="1120"/>
                    </a:cubicBezTo>
                    <a:cubicBezTo>
                      <a:pt x="5110" y="525"/>
                      <a:pt x="4303" y="191"/>
                      <a:pt x="3462" y="191"/>
                    </a:cubicBezTo>
                    <a:cubicBezTo>
                      <a:pt x="2621" y="191"/>
                      <a:pt x="1814" y="525"/>
                      <a:pt x="1219" y="1120"/>
                    </a:cubicBezTo>
                    <a:cubicBezTo>
                      <a:pt x="625" y="1715"/>
                      <a:pt x="291" y="2522"/>
                      <a:pt x="291" y="3363"/>
                    </a:cubicBezTo>
                    <a:cubicBezTo>
                      <a:pt x="291" y="4205"/>
                      <a:pt x="625" y="5012"/>
                      <a:pt x="1219" y="5607"/>
                    </a:cubicBezTo>
                    <a:cubicBezTo>
                      <a:pt x="1814" y="6202"/>
                      <a:pt x="2621" y="6536"/>
                      <a:pt x="3462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86" name="Freeform: Shape 3885">
                <a:extLst>
                  <a:ext uri="{FF2B5EF4-FFF2-40B4-BE49-F238E27FC236}">
                    <a16:creationId xmlns:a16="http://schemas.microsoft.com/office/drawing/2014/main" id="{10C0121E-734C-2423-8AD0-5DDC799BCEFF}"/>
                  </a:ext>
                </a:extLst>
              </p:cNvPr>
              <p:cNvSpPr/>
              <p:nvPr/>
            </p:nvSpPr>
            <p:spPr>
              <a:xfrm>
                <a:off x="4517741" y="5897211"/>
                <a:ext cx="6343" cy="6345"/>
              </a:xfrm>
              <a:custGeom>
                <a:avLst/>
                <a:gdLst>
                  <a:gd name="connsiteX0" fmla="*/ 3460 w 6343"/>
                  <a:gd name="connsiteY0" fmla="*/ 6536 h 6345"/>
                  <a:gd name="connsiteX1" fmla="*/ 5703 w 6343"/>
                  <a:gd name="connsiteY1" fmla="*/ 5607 h 6345"/>
                  <a:gd name="connsiteX2" fmla="*/ 6632 w 6343"/>
                  <a:gd name="connsiteY2" fmla="*/ 3363 h 6345"/>
                  <a:gd name="connsiteX3" fmla="*/ 5703 w 6343"/>
                  <a:gd name="connsiteY3" fmla="*/ 1120 h 6345"/>
                  <a:gd name="connsiteX4" fmla="*/ 3460 w 6343"/>
                  <a:gd name="connsiteY4" fmla="*/ 191 h 6345"/>
                  <a:gd name="connsiteX5" fmla="*/ 1218 w 6343"/>
                  <a:gd name="connsiteY5" fmla="*/ 1120 h 6345"/>
                  <a:gd name="connsiteX6" fmla="*/ 289 w 6343"/>
                  <a:gd name="connsiteY6" fmla="*/ 3363 h 6345"/>
                  <a:gd name="connsiteX7" fmla="*/ 1218 w 6343"/>
                  <a:gd name="connsiteY7" fmla="*/ 5607 h 6345"/>
                  <a:gd name="connsiteX8" fmla="*/ 3460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6"/>
                    </a:moveTo>
                    <a:cubicBezTo>
                      <a:pt x="4302" y="6536"/>
                      <a:pt x="5108" y="6202"/>
                      <a:pt x="5703" y="5607"/>
                    </a:cubicBezTo>
                    <a:cubicBezTo>
                      <a:pt x="6298" y="5012"/>
                      <a:pt x="6632" y="4205"/>
                      <a:pt x="6632" y="3363"/>
                    </a:cubicBezTo>
                    <a:cubicBezTo>
                      <a:pt x="6632" y="2522"/>
                      <a:pt x="6298" y="1715"/>
                      <a:pt x="5703" y="1120"/>
                    </a:cubicBezTo>
                    <a:cubicBezTo>
                      <a:pt x="5108" y="525"/>
                      <a:pt x="4302" y="191"/>
                      <a:pt x="3460" y="191"/>
                    </a:cubicBezTo>
                    <a:cubicBezTo>
                      <a:pt x="2619" y="191"/>
                      <a:pt x="1813" y="525"/>
                      <a:pt x="1218" y="1120"/>
                    </a:cubicBezTo>
                    <a:cubicBezTo>
                      <a:pt x="623" y="1715"/>
                      <a:pt x="289" y="2522"/>
                      <a:pt x="289" y="3363"/>
                    </a:cubicBezTo>
                    <a:cubicBezTo>
                      <a:pt x="289" y="4205"/>
                      <a:pt x="623" y="5012"/>
                      <a:pt x="1218" y="5607"/>
                    </a:cubicBezTo>
                    <a:cubicBezTo>
                      <a:pt x="1813" y="6202"/>
                      <a:pt x="2619" y="6536"/>
                      <a:pt x="3460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87" name="Freeform: Shape 3886">
                <a:extLst>
                  <a:ext uri="{FF2B5EF4-FFF2-40B4-BE49-F238E27FC236}">
                    <a16:creationId xmlns:a16="http://schemas.microsoft.com/office/drawing/2014/main" id="{9B69CCB0-1222-75A0-FAF9-F0410B067781}"/>
                  </a:ext>
                </a:extLst>
              </p:cNvPr>
              <p:cNvSpPr/>
              <p:nvPr/>
            </p:nvSpPr>
            <p:spPr>
              <a:xfrm>
                <a:off x="4519949" y="5901991"/>
                <a:ext cx="6343" cy="6345"/>
              </a:xfrm>
              <a:custGeom>
                <a:avLst/>
                <a:gdLst>
                  <a:gd name="connsiteX0" fmla="*/ 3461 w 6343"/>
                  <a:gd name="connsiteY0" fmla="*/ 6536 h 6345"/>
                  <a:gd name="connsiteX1" fmla="*/ 5703 w 6343"/>
                  <a:gd name="connsiteY1" fmla="*/ 5607 h 6345"/>
                  <a:gd name="connsiteX2" fmla="*/ 6632 w 6343"/>
                  <a:gd name="connsiteY2" fmla="*/ 3364 h 6345"/>
                  <a:gd name="connsiteX3" fmla="*/ 5703 w 6343"/>
                  <a:gd name="connsiteY3" fmla="*/ 1120 h 6345"/>
                  <a:gd name="connsiteX4" fmla="*/ 3461 w 6343"/>
                  <a:gd name="connsiteY4" fmla="*/ 191 h 6345"/>
                  <a:gd name="connsiteX5" fmla="*/ 1218 w 6343"/>
                  <a:gd name="connsiteY5" fmla="*/ 1120 h 6345"/>
                  <a:gd name="connsiteX6" fmla="*/ 289 w 6343"/>
                  <a:gd name="connsiteY6" fmla="*/ 3364 h 6345"/>
                  <a:gd name="connsiteX7" fmla="*/ 1218 w 6343"/>
                  <a:gd name="connsiteY7" fmla="*/ 5607 h 6345"/>
                  <a:gd name="connsiteX8" fmla="*/ 3461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36"/>
                    </a:moveTo>
                    <a:cubicBezTo>
                      <a:pt x="4302" y="6536"/>
                      <a:pt x="5109" y="6202"/>
                      <a:pt x="5703" y="5607"/>
                    </a:cubicBezTo>
                    <a:cubicBezTo>
                      <a:pt x="6298" y="5012"/>
                      <a:pt x="6632" y="4205"/>
                      <a:pt x="6632" y="3364"/>
                    </a:cubicBezTo>
                    <a:cubicBezTo>
                      <a:pt x="6632" y="2522"/>
                      <a:pt x="6298" y="1715"/>
                      <a:pt x="5703" y="1120"/>
                    </a:cubicBezTo>
                    <a:cubicBezTo>
                      <a:pt x="5109" y="525"/>
                      <a:pt x="4302" y="191"/>
                      <a:pt x="3461" y="191"/>
                    </a:cubicBezTo>
                    <a:cubicBezTo>
                      <a:pt x="2620" y="191"/>
                      <a:pt x="1813" y="525"/>
                      <a:pt x="1218" y="1120"/>
                    </a:cubicBezTo>
                    <a:cubicBezTo>
                      <a:pt x="623" y="1715"/>
                      <a:pt x="289" y="2522"/>
                      <a:pt x="289" y="3364"/>
                    </a:cubicBezTo>
                    <a:cubicBezTo>
                      <a:pt x="289" y="4205"/>
                      <a:pt x="623" y="5012"/>
                      <a:pt x="1218" y="5607"/>
                    </a:cubicBezTo>
                    <a:cubicBezTo>
                      <a:pt x="1813" y="6202"/>
                      <a:pt x="2620" y="6536"/>
                      <a:pt x="3461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88" name="Freeform: Shape 3887">
                <a:extLst>
                  <a:ext uri="{FF2B5EF4-FFF2-40B4-BE49-F238E27FC236}">
                    <a16:creationId xmlns:a16="http://schemas.microsoft.com/office/drawing/2014/main" id="{3CF74EDA-1561-2CB4-BC96-43099700B4B4}"/>
                  </a:ext>
                </a:extLst>
              </p:cNvPr>
              <p:cNvSpPr/>
              <p:nvPr/>
            </p:nvSpPr>
            <p:spPr>
              <a:xfrm>
                <a:off x="4529084" y="5908642"/>
                <a:ext cx="6343" cy="6345"/>
              </a:xfrm>
              <a:custGeom>
                <a:avLst/>
                <a:gdLst>
                  <a:gd name="connsiteX0" fmla="*/ 3461 w 6343"/>
                  <a:gd name="connsiteY0" fmla="*/ 6537 h 6345"/>
                  <a:gd name="connsiteX1" fmla="*/ 5704 w 6343"/>
                  <a:gd name="connsiteY1" fmla="*/ 5608 h 6345"/>
                  <a:gd name="connsiteX2" fmla="*/ 6633 w 6343"/>
                  <a:gd name="connsiteY2" fmla="*/ 3364 h 6345"/>
                  <a:gd name="connsiteX3" fmla="*/ 5704 w 6343"/>
                  <a:gd name="connsiteY3" fmla="*/ 1121 h 6345"/>
                  <a:gd name="connsiteX4" fmla="*/ 3461 w 6343"/>
                  <a:gd name="connsiteY4" fmla="*/ 191 h 6345"/>
                  <a:gd name="connsiteX5" fmla="*/ 1219 w 6343"/>
                  <a:gd name="connsiteY5" fmla="*/ 1121 h 6345"/>
                  <a:gd name="connsiteX6" fmla="*/ 290 w 6343"/>
                  <a:gd name="connsiteY6" fmla="*/ 3364 h 6345"/>
                  <a:gd name="connsiteX7" fmla="*/ 1219 w 6343"/>
                  <a:gd name="connsiteY7" fmla="*/ 5608 h 6345"/>
                  <a:gd name="connsiteX8" fmla="*/ 3461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37"/>
                    </a:moveTo>
                    <a:cubicBezTo>
                      <a:pt x="4303" y="6537"/>
                      <a:pt x="5109" y="6203"/>
                      <a:pt x="5704" y="5608"/>
                    </a:cubicBezTo>
                    <a:cubicBezTo>
                      <a:pt x="6299" y="5013"/>
                      <a:pt x="6633" y="4206"/>
                      <a:pt x="6633" y="3364"/>
                    </a:cubicBezTo>
                    <a:cubicBezTo>
                      <a:pt x="6633" y="2523"/>
                      <a:pt x="6299" y="1716"/>
                      <a:pt x="5704" y="1121"/>
                    </a:cubicBezTo>
                    <a:cubicBezTo>
                      <a:pt x="5109" y="526"/>
                      <a:pt x="4303" y="191"/>
                      <a:pt x="3461" y="191"/>
                    </a:cubicBezTo>
                    <a:cubicBezTo>
                      <a:pt x="2620" y="191"/>
                      <a:pt x="1814" y="526"/>
                      <a:pt x="1219" y="1121"/>
                    </a:cubicBezTo>
                    <a:cubicBezTo>
                      <a:pt x="624" y="1716"/>
                      <a:pt x="290" y="2523"/>
                      <a:pt x="290" y="3364"/>
                    </a:cubicBezTo>
                    <a:cubicBezTo>
                      <a:pt x="290" y="4206"/>
                      <a:pt x="624" y="5013"/>
                      <a:pt x="1219" y="5608"/>
                    </a:cubicBezTo>
                    <a:cubicBezTo>
                      <a:pt x="1814" y="6203"/>
                      <a:pt x="2620" y="6537"/>
                      <a:pt x="3461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89" name="Freeform: Shape 3888">
                <a:extLst>
                  <a:ext uri="{FF2B5EF4-FFF2-40B4-BE49-F238E27FC236}">
                    <a16:creationId xmlns:a16="http://schemas.microsoft.com/office/drawing/2014/main" id="{FB1D2AFA-C956-F970-1344-EEBC6E2A11C0}"/>
                  </a:ext>
                </a:extLst>
              </p:cNvPr>
              <p:cNvSpPr/>
              <p:nvPr/>
            </p:nvSpPr>
            <p:spPr>
              <a:xfrm>
                <a:off x="4526593" y="5912282"/>
                <a:ext cx="6343" cy="6345"/>
              </a:xfrm>
              <a:custGeom>
                <a:avLst/>
                <a:gdLst>
                  <a:gd name="connsiteX0" fmla="*/ 3461 w 6343"/>
                  <a:gd name="connsiteY0" fmla="*/ 6537 h 6345"/>
                  <a:gd name="connsiteX1" fmla="*/ 5704 w 6343"/>
                  <a:gd name="connsiteY1" fmla="*/ 5608 h 6345"/>
                  <a:gd name="connsiteX2" fmla="*/ 6633 w 6343"/>
                  <a:gd name="connsiteY2" fmla="*/ 3364 h 6345"/>
                  <a:gd name="connsiteX3" fmla="*/ 5704 w 6343"/>
                  <a:gd name="connsiteY3" fmla="*/ 1121 h 6345"/>
                  <a:gd name="connsiteX4" fmla="*/ 3461 w 6343"/>
                  <a:gd name="connsiteY4" fmla="*/ 192 h 6345"/>
                  <a:gd name="connsiteX5" fmla="*/ 1219 w 6343"/>
                  <a:gd name="connsiteY5" fmla="*/ 1121 h 6345"/>
                  <a:gd name="connsiteX6" fmla="*/ 290 w 6343"/>
                  <a:gd name="connsiteY6" fmla="*/ 3364 h 6345"/>
                  <a:gd name="connsiteX7" fmla="*/ 1219 w 6343"/>
                  <a:gd name="connsiteY7" fmla="*/ 5608 h 6345"/>
                  <a:gd name="connsiteX8" fmla="*/ 3461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37"/>
                    </a:moveTo>
                    <a:cubicBezTo>
                      <a:pt x="4302" y="6537"/>
                      <a:pt x="5109" y="6203"/>
                      <a:pt x="5704" y="5608"/>
                    </a:cubicBezTo>
                    <a:cubicBezTo>
                      <a:pt x="6299" y="5013"/>
                      <a:pt x="6633" y="4206"/>
                      <a:pt x="6633" y="3364"/>
                    </a:cubicBezTo>
                    <a:cubicBezTo>
                      <a:pt x="6633" y="2523"/>
                      <a:pt x="6299" y="1716"/>
                      <a:pt x="5704" y="1121"/>
                    </a:cubicBezTo>
                    <a:cubicBezTo>
                      <a:pt x="5109" y="526"/>
                      <a:pt x="4302" y="192"/>
                      <a:pt x="3461" y="192"/>
                    </a:cubicBezTo>
                    <a:cubicBezTo>
                      <a:pt x="2620" y="192"/>
                      <a:pt x="1813" y="526"/>
                      <a:pt x="1219" y="1121"/>
                    </a:cubicBezTo>
                    <a:cubicBezTo>
                      <a:pt x="624" y="1716"/>
                      <a:pt x="290" y="2523"/>
                      <a:pt x="290" y="3364"/>
                    </a:cubicBezTo>
                    <a:cubicBezTo>
                      <a:pt x="290" y="4206"/>
                      <a:pt x="624" y="5013"/>
                      <a:pt x="1219" y="5608"/>
                    </a:cubicBezTo>
                    <a:cubicBezTo>
                      <a:pt x="1813" y="6203"/>
                      <a:pt x="2620" y="6537"/>
                      <a:pt x="3461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90" name="Freeform: Shape 3889">
                <a:extLst>
                  <a:ext uri="{FF2B5EF4-FFF2-40B4-BE49-F238E27FC236}">
                    <a16:creationId xmlns:a16="http://schemas.microsoft.com/office/drawing/2014/main" id="{99C3D22E-0EE6-DB1F-966F-50D752144813}"/>
                  </a:ext>
                </a:extLst>
              </p:cNvPr>
              <p:cNvSpPr/>
              <p:nvPr/>
            </p:nvSpPr>
            <p:spPr>
              <a:xfrm>
                <a:off x="4526410" y="5916543"/>
                <a:ext cx="6343" cy="6345"/>
              </a:xfrm>
              <a:custGeom>
                <a:avLst/>
                <a:gdLst>
                  <a:gd name="connsiteX0" fmla="*/ 3461 w 6343"/>
                  <a:gd name="connsiteY0" fmla="*/ 6537 h 6345"/>
                  <a:gd name="connsiteX1" fmla="*/ 5704 w 6343"/>
                  <a:gd name="connsiteY1" fmla="*/ 5608 h 6345"/>
                  <a:gd name="connsiteX2" fmla="*/ 6633 w 6343"/>
                  <a:gd name="connsiteY2" fmla="*/ 3365 h 6345"/>
                  <a:gd name="connsiteX3" fmla="*/ 5704 w 6343"/>
                  <a:gd name="connsiteY3" fmla="*/ 1121 h 6345"/>
                  <a:gd name="connsiteX4" fmla="*/ 3461 w 6343"/>
                  <a:gd name="connsiteY4" fmla="*/ 192 h 6345"/>
                  <a:gd name="connsiteX5" fmla="*/ 1219 w 6343"/>
                  <a:gd name="connsiteY5" fmla="*/ 1121 h 6345"/>
                  <a:gd name="connsiteX6" fmla="*/ 290 w 6343"/>
                  <a:gd name="connsiteY6" fmla="*/ 3365 h 6345"/>
                  <a:gd name="connsiteX7" fmla="*/ 1219 w 6343"/>
                  <a:gd name="connsiteY7" fmla="*/ 5608 h 6345"/>
                  <a:gd name="connsiteX8" fmla="*/ 3461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37"/>
                    </a:moveTo>
                    <a:cubicBezTo>
                      <a:pt x="4302" y="6537"/>
                      <a:pt x="5109" y="6203"/>
                      <a:pt x="5704" y="5608"/>
                    </a:cubicBezTo>
                    <a:cubicBezTo>
                      <a:pt x="6299" y="5013"/>
                      <a:pt x="6633" y="4206"/>
                      <a:pt x="6633" y="3365"/>
                    </a:cubicBezTo>
                    <a:cubicBezTo>
                      <a:pt x="6633" y="2523"/>
                      <a:pt x="6299" y="1716"/>
                      <a:pt x="5704" y="1121"/>
                    </a:cubicBezTo>
                    <a:cubicBezTo>
                      <a:pt x="5109" y="526"/>
                      <a:pt x="4302" y="192"/>
                      <a:pt x="3461" y="192"/>
                    </a:cubicBezTo>
                    <a:cubicBezTo>
                      <a:pt x="2620" y="192"/>
                      <a:pt x="1813" y="526"/>
                      <a:pt x="1219" y="1121"/>
                    </a:cubicBezTo>
                    <a:cubicBezTo>
                      <a:pt x="624" y="1716"/>
                      <a:pt x="290" y="2523"/>
                      <a:pt x="290" y="3365"/>
                    </a:cubicBezTo>
                    <a:cubicBezTo>
                      <a:pt x="290" y="4206"/>
                      <a:pt x="624" y="5013"/>
                      <a:pt x="1219" y="5608"/>
                    </a:cubicBezTo>
                    <a:cubicBezTo>
                      <a:pt x="1813" y="6203"/>
                      <a:pt x="2620" y="6537"/>
                      <a:pt x="3461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91" name="Freeform: Shape 3890">
                <a:extLst>
                  <a:ext uri="{FF2B5EF4-FFF2-40B4-BE49-F238E27FC236}">
                    <a16:creationId xmlns:a16="http://schemas.microsoft.com/office/drawing/2014/main" id="{1DFBBAD5-6AAB-3ADC-BD96-B279611D7756}"/>
                  </a:ext>
                </a:extLst>
              </p:cNvPr>
              <p:cNvSpPr/>
              <p:nvPr/>
            </p:nvSpPr>
            <p:spPr>
              <a:xfrm>
                <a:off x="4520731" y="5919257"/>
                <a:ext cx="6343" cy="6345"/>
              </a:xfrm>
              <a:custGeom>
                <a:avLst/>
                <a:gdLst>
                  <a:gd name="connsiteX0" fmla="*/ 3461 w 6343"/>
                  <a:gd name="connsiteY0" fmla="*/ 6538 h 6345"/>
                  <a:gd name="connsiteX1" fmla="*/ 5703 w 6343"/>
                  <a:gd name="connsiteY1" fmla="*/ 5608 h 6345"/>
                  <a:gd name="connsiteX2" fmla="*/ 6632 w 6343"/>
                  <a:gd name="connsiteY2" fmla="*/ 3365 h 6345"/>
                  <a:gd name="connsiteX3" fmla="*/ 5703 w 6343"/>
                  <a:gd name="connsiteY3" fmla="*/ 1122 h 6345"/>
                  <a:gd name="connsiteX4" fmla="*/ 3461 w 6343"/>
                  <a:gd name="connsiteY4" fmla="*/ 192 h 6345"/>
                  <a:gd name="connsiteX5" fmla="*/ 1218 w 6343"/>
                  <a:gd name="connsiteY5" fmla="*/ 1122 h 6345"/>
                  <a:gd name="connsiteX6" fmla="*/ 289 w 6343"/>
                  <a:gd name="connsiteY6" fmla="*/ 3365 h 6345"/>
                  <a:gd name="connsiteX7" fmla="*/ 1218 w 6343"/>
                  <a:gd name="connsiteY7" fmla="*/ 5608 h 6345"/>
                  <a:gd name="connsiteX8" fmla="*/ 3461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38"/>
                    </a:moveTo>
                    <a:cubicBezTo>
                      <a:pt x="4302" y="6538"/>
                      <a:pt x="5109" y="6203"/>
                      <a:pt x="5703" y="5608"/>
                    </a:cubicBezTo>
                    <a:cubicBezTo>
                      <a:pt x="6298" y="5013"/>
                      <a:pt x="6632" y="4206"/>
                      <a:pt x="6632" y="3365"/>
                    </a:cubicBezTo>
                    <a:cubicBezTo>
                      <a:pt x="6632" y="2524"/>
                      <a:pt x="6298" y="1716"/>
                      <a:pt x="5703" y="1122"/>
                    </a:cubicBezTo>
                    <a:cubicBezTo>
                      <a:pt x="5109" y="527"/>
                      <a:pt x="4302" y="192"/>
                      <a:pt x="3461" y="192"/>
                    </a:cubicBezTo>
                    <a:cubicBezTo>
                      <a:pt x="2620" y="192"/>
                      <a:pt x="1813" y="527"/>
                      <a:pt x="1218" y="1122"/>
                    </a:cubicBezTo>
                    <a:cubicBezTo>
                      <a:pt x="623" y="1716"/>
                      <a:pt x="289" y="2524"/>
                      <a:pt x="289" y="3365"/>
                    </a:cubicBezTo>
                    <a:cubicBezTo>
                      <a:pt x="289" y="4206"/>
                      <a:pt x="623" y="5013"/>
                      <a:pt x="1218" y="5608"/>
                    </a:cubicBezTo>
                    <a:cubicBezTo>
                      <a:pt x="1813" y="6203"/>
                      <a:pt x="2620" y="6538"/>
                      <a:pt x="3461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92" name="Freeform: Shape 3891">
                <a:extLst>
                  <a:ext uri="{FF2B5EF4-FFF2-40B4-BE49-F238E27FC236}">
                    <a16:creationId xmlns:a16="http://schemas.microsoft.com/office/drawing/2014/main" id="{2F419171-885B-FB5B-44D3-27E0364FF693}"/>
                  </a:ext>
                </a:extLst>
              </p:cNvPr>
              <p:cNvSpPr/>
              <p:nvPr/>
            </p:nvSpPr>
            <p:spPr>
              <a:xfrm>
                <a:off x="4518955" y="5923044"/>
                <a:ext cx="6343" cy="6345"/>
              </a:xfrm>
              <a:custGeom>
                <a:avLst/>
                <a:gdLst>
                  <a:gd name="connsiteX0" fmla="*/ 3461 w 6343"/>
                  <a:gd name="connsiteY0" fmla="*/ 6538 h 6345"/>
                  <a:gd name="connsiteX1" fmla="*/ 5703 w 6343"/>
                  <a:gd name="connsiteY1" fmla="*/ 5609 h 6345"/>
                  <a:gd name="connsiteX2" fmla="*/ 6632 w 6343"/>
                  <a:gd name="connsiteY2" fmla="*/ 3365 h 6345"/>
                  <a:gd name="connsiteX3" fmla="*/ 5703 w 6343"/>
                  <a:gd name="connsiteY3" fmla="*/ 1122 h 6345"/>
                  <a:gd name="connsiteX4" fmla="*/ 3461 w 6343"/>
                  <a:gd name="connsiteY4" fmla="*/ 193 h 6345"/>
                  <a:gd name="connsiteX5" fmla="*/ 1218 w 6343"/>
                  <a:gd name="connsiteY5" fmla="*/ 1122 h 6345"/>
                  <a:gd name="connsiteX6" fmla="*/ 289 w 6343"/>
                  <a:gd name="connsiteY6" fmla="*/ 3365 h 6345"/>
                  <a:gd name="connsiteX7" fmla="*/ 1218 w 6343"/>
                  <a:gd name="connsiteY7" fmla="*/ 5609 h 6345"/>
                  <a:gd name="connsiteX8" fmla="*/ 3461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38"/>
                    </a:moveTo>
                    <a:cubicBezTo>
                      <a:pt x="4302" y="6538"/>
                      <a:pt x="5108" y="6204"/>
                      <a:pt x="5703" y="5609"/>
                    </a:cubicBezTo>
                    <a:cubicBezTo>
                      <a:pt x="6298" y="5014"/>
                      <a:pt x="6632" y="4207"/>
                      <a:pt x="6632" y="3365"/>
                    </a:cubicBezTo>
                    <a:cubicBezTo>
                      <a:pt x="6632" y="2524"/>
                      <a:pt x="6298" y="1717"/>
                      <a:pt x="5703" y="1122"/>
                    </a:cubicBezTo>
                    <a:cubicBezTo>
                      <a:pt x="5108" y="527"/>
                      <a:pt x="4302" y="193"/>
                      <a:pt x="3461" y="193"/>
                    </a:cubicBezTo>
                    <a:cubicBezTo>
                      <a:pt x="2619" y="193"/>
                      <a:pt x="1813" y="527"/>
                      <a:pt x="1218" y="1122"/>
                    </a:cubicBezTo>
                    <a:cubicBezTo>
                      <a:pt x="623" y="1717"/>
                      <a:pt x="289" y="2524"/>
                      <a:pt x="289" y="3365"/>
                    </a:cubicBezTo>
                    <a:cubicBezTo>
                      <a:pt x="289" y="4207"/>
                      <a:pt x="623" y="5014"/>
                      <a:pt x="1218" y="5609"/>
                    </a:cubicBezTo>
                    <a:cubicBezTo>
                      <a:pt x="1813" y="6204"/>
                      <a:pt x="2619" y="6538"/>
                      <a:pt x="3461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93" name="Freeform: Shape 3892">
                <a:extLst>
                  <a:ext uri="{FF2B5EF4-FFF2-40B4-BE49-F238E27FC236}">
                    <a16:creationId xmlns:a16="http://schemas.microsoft.com/office/drawing/2014/main" id="{7F71DB9A-9521-29D1-DE4E-A0BC3BA280A0}"/>
                  </a:ext>
                </a:extLst>
              </p:cNvPr>
              <p:cNvSpPr/>
              <p:nvPr/>
            </p:nvSpPr>
            <p:spPr>
              <a:xfrm>
                <a:off x="4517793" y="5927005"/>
                <a:ext cx="6343" cy="6345"/>
              </a:xfrm>
              <a:custGeom>
                <a:avLst/>
                <a:gdLst>
                  <a:gd name="connsiteX0" fmla="*/ 3461 w 6343"/>
                  <a:gd name="connsiteY0" fmla="*/ 6538 h 6345"/>
                  <a:gd name="connsiteX1" fmla="*/ 5703 w 6343"/>
                  <a:gd name="connsiteY1" fmla="*/ 5609 h 6345"/>
                  <a:gd name="connsiteX2" fmla="*/ 6632 w 6343"/>
                  <a:gd name="connsiteY2" fmla="*/ 3366 h 6345"/>
                  <a:gd name="connsiteX3" fmla="*/ 5703 w 6343"/>
                  <a:gd name="connsiteY3" fmla="*/ 1122 h 6345"/>
                  <a:gd name="connsiteX4" fmla="*/ 3461 w 6343"/>
                  <a:gd name="connsiteY4" fmla="*/ 193 h 6345"/>
                  <a:gd name="connsiteX5" fmla="*/ 1218 w 6343"/>
                  <a:gd name="connsiteY5" fmla="*/ 1122 h 6345"/>
                  <a:gd name="connsiteX6" fmla="*/ 289 w 6343"/>
                  <a:gd name="connsiteY6" fmla="*/ 3366 h 6345"/>
                  <a:gd name="connsiteX7" fmla="*/ 1218 w 6343"/>
                  <a:gd name="connsiteY7" fmla="*/ 5609 h 6345"/>
                  <a:gd name="connsiteX8" fmla="*/ 3461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38"/>
                    </a:moveTo>
                    <a:cubicBezTo>
                      <a:pt x="4302" y="6538"/>
                      <a:pt x="5108" y="6204"/>
                      <a:pt x="5703" y="5609"/>
                    </a:cubicBezTo>
                    <a:cubicBezTo>
                      <a:pt x="6298" y="5014"/>
                      <a:pt x="6632" y="4207"/>
                      <a:pt x="6632" y="3366"/>
                    </a:cubicBezTo>
                    <a:cubicBezTo>
                      <a:pt x="6632" y="2524"/>
                      <a:pt x="6298" y="1717"/>
                      <a:pt x="5703" y="1122"/>
                    </a:cubicBezTo>
                    <a:cubicBezTo>
                      <a:pt x="5108" y="527"/>
                      <a:pt x="4302" y="193"/>
                      <a:pt x="3461" y="193"/>
                    </a:cubicBezTo>
                    <a:cubicBezTo>
                      <a:pt x="2619" y="193"/>
                      <a:pt x="1813" y="527"/>
                      <a:pt x="1218" y="1122"/>
                    </a:cubicBezTo>
                    <a:cubicBezTo>
                      <a:pt x="623" y="1717"/>
                      <a:pt x="289" y="2524"/>
                      <a:pt x="289" y="3366"/>
                    </a:cubicBezTo>
                    <a:cubicBezTo>
                      <a:pt x="289" y="4207"/>
                      <a:pt x="623" y="5014"/>
                      <a:pt x="1218" y="5609"/>
                    </a:cubicBezTo>
                    <a:cubicBezTo>
                      <a:pt x="1813" y="6204"/>
                      <a:pt x="2619" y="6538"/>
                      <a:pt x="3461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94" name="Freeform: Shape 3893">
                <a:extLst>
                  <a:ext uri="{FF2B5EF4-FFF2-40B4-BE49-F238E27FC236}">
                    <a16:creationId xmlns:a16="http://schemas.microsoft.com/office/drawing/2014/main" id="{6E7542B8-8CB5-2CD5-8ACD-110D90A2E152}"/>
                  </a:ext>
                </a:extLst>
              </p:cNvPr>
              <p:cNvSpPr/>
              <p:nvPr/>
            </p:nvSpPr>
            <p:spPr>
              <a:xfrm>
                <a:off x="4510669" y="5929155"/>
                <a:ext cx="6343" cy="6345"/>
              </a:xfrm>
              <a:custGeom>
                <a:avLst/>
                <a:gdLst>
                  <a:gd name="connsiteX0" fmla="*/ 3460 w 6343"/>
                  <a:gd name="connsiteY0" fmla="*/ 6538 h 6345"/>
                  <a:gd name="connsiteX1" fmla="*/ 5703 w 6343"/>
                  <a:gd name="connsiteY1" fmla="*/ 5609 h 6345"/>
                  <a:gd name="connsiteX2" fmla="*/ 6631 w 6343"/>
                  <a:gd name="connsiteY2" fmla="*/ 3366 h 6345"/>
                  <a:gd name="connsiteX3" fmla="*/ 5703 w 6343"/>
                  <a:gd name="connsiteY3" fmla="*/ 1122 h 6345"/>
                  <a:gd name="connsiteX4" fmla="*/ 3460 w 6343"/>
                  <a:gd name="connsiteY4" fmla="*/ 193 h 6345"/>
                  <a:gd name="connsiteX5" fmla="*/ 1217 w 6343"/>
                  <a:gd name="connsiteY5" fmla="*/ 1122 h 6345"/>
                  <a:gd name="connsiteX6" fmla="*/ 288 w 6343"/>
                  <a:gd name="connsiteY6" fmla="*/ 3366 h 6345"/>
                  <a:gd name="connsiteX7" fmla="*/ 1217 w 6343"/>
                  <a:gd name="connsiteY7" fmla="*/ 5609 h 6345"/>
                  <a:gd name="connsiteX8" fmla="*/ 3460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8"/>
                    </a:moveTo>
                    <a:cubicBezTo>
                      <a:pt x="4301" y="6538"/>
                      <a:pt x="5108" y="6204"/>
                      <a:pt x="5703" y="5609"/>
                    </a:cubicBezTo>
                    <a:cubicBezTo>
                      <a:pt x="6297" y="5014"/>
                      <a:pt x="6631" y="4207"/>
                      <a:pt x="6631" y="3366"/>
                    </a:cubicBezTo>
                    <a:cubicBezTo>
                      <a:pt x="6631" y="2524"/>
                      <a:pt x="6297" y="1717"/>
                      <a:pt x="5703" y="1122"/>
                    </a:cubicBezTo>
                    <a:cubicBezTo>
                      <a:pt x="5108" y="527"/>
                      <a:pt x="4301" y="193"/>
                      <a:pt x="3460" y="193"/>
                    </a:cubicBezTo>
                    <a:cubicBezTo>
                      <a:pt x="2619" y="193"/>
                      <a:pt x="1812" y="527"/>
                      <a:pt x="1217" y="1122"/>
                    </a:cubicBezTo>
                    <a:cubicBezTo>
                      <a:pt x="623" y="1717"/>
                      <a:pt x="288" y="2524"/>
                      <a:pt x="288" y="3366"/>
                    </a:cubicBezTo>
                    <a:cubicBezTo>
                      <a:pt x="288" y="4207"/>
                      <a:pt x="623" y="5014"/>
                      <a:pt x="1217" y="5609"/>
                    </a:cubicBezTo>
                    <a:cubicBezTo>
                      <a:pt x="1812" y="6204"/>
                      <a:pt x="2619" y="6538"/>
                      <a:pt x="3460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95" name="Freeform: Shape 3894">
                <a:extLst>
                  <a:ext uri="{FF2B5EF4-FFF2-40B4-BE49-F238E27FC236}">
                    <a16:creationId xmlns:a16="http://schemas.microsoft.com/office/drawing/2014/main" id="{A8889A2B-0EC2-3477-7E4A-D55F615E113E}"/>
                  </a:ext>
                </a:extLst>
              </p:cNvPr>
              <p:cNvSpPr/>
              <p:nvPr/>
            </p:nvSpPr>
            <p:spPr>
              <a:xfrm>
                <a:off x="4506620" y="5932181"/>
                <a:ext cx="6343" cy="6345"/>
              </a:xfrm>
              <a:custGeom>
                <a:avLst/>
                <a:gdLst>
                  <a:gd name="connsiteX0" fmla="*/ 3460 w 6343"/>
                  <a:gd name="connsiteY0" fmla="*/ 6539 h 6345"/>
                  <a:gd name="connsiteX1" fmla="*/ 5702 w 6343"/>
                  <a:gd name="connsiteY1" fmla="*/ 5609 h 6345"/>
                  <a:gd name="connsiteX2" fmla="*/ 6631 w 6343"/>
                  <a:gd name="connsiteY2" fmla="*/ 3366 h 6345"/>
                  <a:gd name="connsiteX3" fmla="*/ 5702 w 6343"/>
                  <a:gd name="connsiteY3" fmla="*/ 1123 h 6345"/>
                  <a:gd name="connsiteX4" fmla="*/ 3460 w 6343"/>
                  <a:gd name="connsiteY4" fmla="*/ 193 h 6345"/>
                  <a:gd name="connsiteX5" fmla="*/ 1217 w 6343"/>
                  <a:gd name="connsiteY5" fmla="*/ 1123 h 6345"/>
                  <a:gd name="connsiteX6" fmla="*/ 288 w 6343"/>
                  <a:gd name="connsiteY6" fmla="*/ 3366 h 6345"/>
                  <a:gd name="connsiteX7" fmla="*/ 1217 w 6343"/>
                  <a:gd name="connsiteY7" fmla="*/ 5609 h 6345"/>
                  <a:gd name="connsiteX8" fmla="*/ 3460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9"/>
                    </a:moveTo>
                    <a:cubicBezTo>
                      <a:pt x="4301" y="6539"/>
                      <a:pt x="5107" y="6204"/>
                      <a:pt x="5702" y="5609"/>
                    </a:cubicBezTo>
                    <a:cubicBezTo>
                      <a:pt x="6297" y="5014"/>
                      <a:pt x="6631" y="4207"/>
                      <a:pt x="6631" y="3366"/>
                    </a:cubicBezTo>
                    <a:cubicBezTo>
                      <a:pt x="6631" y="2525"/>
                      <a:pt x="6297" y="1717"/>
                      <a:pt x="5702" y="1123"/>
                    </a:cubicBezTo>
                    <a:cubicBezTo>
                      <a:pt x="5107" y="528"/>
                      <a:pt x="4301" y="193"/>
                      <a:pt x="3460" y="193"/>
                    </a:cubicBezTo>
                    <a:cubicBezTo>
                      <a:pt x="2619" y="193"/>
                      <a:pt x="1812" y="528"/>
                      <a:pt x="1217" y="1123"/>
                    </a:cubicBezTo>
                    <a:cubicBezTo>
                      <a:pt x="622" y="1717"/>
                      <a:pt x="288" y="2525"/>
                      <a:pt x="288" y="3366"/>
                    </a:cubicBezTo>
                    <a:cubicBezTo>
                      <a:pt x="288" y="4207"/>
                      <a:pt x="622" y="5014"/>
                      <a:pt x="1217" y="5609"/>
                    </a:cubicBezTo>
                    <a:cubicBezTo>
                      <a:pt x="1812" y="6204"/>
                      <a:pt x="2619" y="6539"/>
                      <a:pt x="3460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96" name="Freeform: Shape 3895">
                <a:extLst>
                  <a:ext uri="{FF2B5EF4-FFF2-40B4-BE49-F238E27FC236}">
                    <a16:creationId xmlns:a16="http://schemas.microsoft.com/office/drawing/2014/main" id="{B763C549-D2A4-6FFC-481D-5373E755A80C}"/>
                  </a:ext>
                </a:extLst>
              </p:cNvPr>
              <p:cNvSpPr/>
              <p:nvPr/>
            </p:nvSpPr>
            <p:spPr>
              <a:xfrm>
                <a:off x="4507931" y="5936868"/>
                <a:ext cx="6343" cy="6345"/>
              </a:xfrm>
              <a:custGeom>
                <a:avLst/>
                <a:gdLst>
                  <a:gd name="connsiteX0" fmla="*/ 3460 w 6343"/>
                  <a:gd name="connsiteY0" fmla="*/ 6539 h 6345"/>
                  <a:gd name="connsiteX1" fmla="*/ 5702 w 6343"/>
                  <a:gd name="connsiteY1" fmla="*/ 5610 h 6345"/>
                  <a:gd name="connsiteX2" fmla="*/ 6631 w 6343"/>
                  <a:gd name="connsiteY2" fmla="*/ 3366 h 6345"/>
                  <a:gd name="connsiteX3" fmla="*/ 5702 w 6343"/>
                  <a:gd name="connsiteY3" fmla="*/ 1123 h 6345"/>
                  <a:gd name="connsiteX4" fmla="*/ 3460 w 6343"/>
                  <a:gd name="connsiteY4" fmla="*/ 194 h 6345"/>
                  <a:gd name="connsiteX5" fmla="*/ 1217 w 6343"/>
                  <a:gd name="connsiteY5" fmla="*/ 1123 h 6345"/>
                  <a:gd name="connsiteX6" fmla="*/ 288 w 6343"/>
                  <a:gd name="connsiteY6" fmla="*/ 3366 h 6345"/>
                  <a:gd name="connsiteX7" fmla="*/ 1217 w 6343"/>
                  <a:gd name="connsiteY7" fmla="*/ 5610 h 6345"/>
                  <a:gd name="connsiteX8" fmla="*/ 3460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9"/>
                    </a:moveTo>
                    <a:cubicBezTo>
                      <a:pt x="4301" y="6539"/>
                      <a:pt x="5108" y="6205"/>
                      <a:pt x="5702" y="5610"/>
                    </a:cubicBezTo>
                    <a:cubicBezTo>
                      <a:pt x="6297" y="5015"/>
                      <a:pt x="6631" y="4208"/>
                      <a:pt x="6631" y="3366"/>
                    </a:cubicBezTo>
                    <a:cubicBezTo>
                      <a:pt x="6631" y="2525"/>
                      <a:pt x="6297" y="1718"/>
                      <a:pt x="5702" y="1123"/>
                    </a:cubicBezTo>
                    <a:cubicBezTo>
                      <a:pt x="5108" y="528"/>
                      <a:pt x="4301" y="194"/>
                      <a:pt x="3460" y="194"/>
                    </a:cubicBezTo>
                    <a:cubicBezTo>
                      <a:pt x="2619" y="194"/>
                      <a:pt x="1812" y="528"/>
                      <a:pt x="1217" y="1123"/>
                    </a:cubicBezTo>
                    <a:cubicBezTo>
                      <a:pt x="622" y="1718"/>
                      <a:pt x="288" y="2525"/>
                      <a:pt x="288" y="3366"/>
                    </a:cubicBezTo>
                    <a:cubicBezTo>
                      <a:pt x="288" y="4208"/>
                      <a:pt x="622" y="5015"/>
                      <a:pt x="1217" y="5610"/>
                    </a:cubicBezTo>
                    <a:cubicBezTo>
                      <a:pt x="1812" y="6205"/>
                      <a:pt x="2619" y="6539"/>
                      <a:pt x="3460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97" name="Freeform: Shape 3896">
                <a:extLst>
                  <a:ext uri="{FF2B5EF4-FFF2-40B4-BE49-F238E27FC236}">
                    <a16:creationId xmlns:a16="http://schemas.microsoft.com/office/drawing/2014/main" id="{6FB641F4-A801-83EC-E176-DC74B8665212}"/>
                  </a:ext>
                </a:extLst>
              </p:cNvPr>
              <p:cNvSpPr/>
              <p:nvPr/>
            </p:nvSpPr>
            <p:spPr>
              <a:xfrm>
                <a:off x="4509794" y="5941768"/>
                <a:ext cx="6343" cy="6345"/>
              </a:xfrm>
              <a:custGeom>
                <a:avLst/>
                <a:gdLst>
                  <a:gd name="connsiteX0" fmla="*/ 3460 w 6343"/>
                  <a:gd name="connsiteY0" fmla="*/ 6539 h 6345"/>
                  <a:gd name="connsiteX1" fmla="*/ 5703 w 6343"/>
                  <a:gd name="connsiteY1" fmla="*/ 5610 h 6345"/>
                  <a:gd name="connsiteX2" fmla="*/ 6631 w 6343"/>
                  <a:gd name="connsiteY2" fmla="*/ 3367 h 6345"/>
                  <a:gd name="connsiteX3" fmla="*/ 5703 w 6343"/>
                  <a:gd name="connsiteY3" fmla="*/ 1123 h 6345"/>
                  <a:gd name="connsiteX4" fmla="*/ 3460 w 6343"/>
                  <a:gd name="connsiteY4" fmla="*/ 194 h 6345"/>
                  <a:gd name="connsiteX5" fmla="*/ 1217 w 6343"/>
                  <a:gd name="connsiteY5" fmla="*/ 1123 h 6345"/>
                  <a:gd name="connsiteX6" fmla="*/ 288 w 6343"/>
                  <a:gd name="connsiteY6" fmla="*/ 3367 h 6345"/>
                  <a:gd name="connsiteX7" fmla="*/ 1217 w 6343"/>
                  <a:gd name="connsiteY7" fmla="*/ 5610 h 6345"/>
                  <a:gd name="connsiteX8" fmla="*/ 3460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9"/>
                    </a:moveTo>
                    <a:cubicBezTo>
                      <a:pt x="4301" y="6539"/>
                      <a:pt x="5108" y="6205"/>
                      <a:pt x="5703" y="5610"/>
                    </a:cubicBezTo>
                    <a:cubicBezTo>
                      <a:pt x="6297" y="5015"/>
                      <a:pt x="6631" y="4208"/>
                      <a:pt x="6631" y="3367"/>
                    </a:cubicBezTo>
                    <a:cubicBezTo>
                      <a:pt x="6631" y="2525"/>
                      <a:pt x="6297" y="1718"/>
                      <a:pt x="5703" y="1123"/>
                    </a:cubicBezTo>
                    <a:cubicBezTo>
                      <a:pt x="5108" y="528"/>
                      <a:pt x="4301" y="194"/>
                      <a:pt x="3460" y="194"/>
                    </a:cubicBezTo>
                    <a:cubicBezTo>
                      <a:pt x="2619" y="194"/>
                      <a:pt x="1812" y="528"/>
                      <a:pt x="1217" y="1123"/>
                    </a:cubicBezTo>
                    <a:cubicBezTo>
                      <a:pt x="622" y="1718"/>
                      <a:pt x="288" y="2525"/>
                      <a:pt x="288" y="3367"/>
                    </a:cubicBezTo>
                    <a:cubicBezTo>
                      <a:pt x="288" y="4208"/>
                      <a:pt x="622" y="5015"/>
                      <a:pt x="1217" y="5610"/>
                    </a:cubicBezTo>
                    <a:cubicBezTo>
                      <a:pt x="1812" y="6205"/>
                      <a:pt x="2619" y="6539"/>
                      <a:pt x="3460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98" name="Freeform: Shape 3897">
                <a:extLst>
                  <a:ext uri="{FF2B5EF4-FFF2-40B4-BE49-F238E27FC236}">
                    <a16:creationId xmlns:a16="http://schemas.microsoft.com/office/drawing/2014/main" id="{239030FD-BC37-39C4-3425-73871797DDAC}"/>
                  </a:ext>
                </a:extLst>
              </p:cNvPr>
              <p:cNvSpPr/>
              <p:nvPr/>
            </p:nvSpPr>
            <p:spPr>
              <a:xfrm>
                <a:off x="4506358" y="5944958"/>
                <a:ext cx="6343" cy="6345"/>
              </a:xfrm>
              <a:custGeom>
                <a:avLst/>
                <a:gdLst>
                  <a:gd name="connsiteX0" fmla="*/ 3460 w 6343"/>
                  <a:gd name="connsiteY0" fmla="*/ 6540 h 6345"/>
                  <a:gd name="connsiteX1" fmla="*/ 5702 w 6343"/>
                  <a:gd name="connsiteY1" fmla="*/ 5610 h 6345"/>
                  <a:gd name="connsiteX2" fmla="*/ 6631 w 6343"/>
                  <a:gd name="connsiteY2" fmla="*/ 3367 h 6345"/>
                  <a:gd name="connsiteX3" fmla="*/ 5702 w 6343"/>
                  <a:gd name="connsiteY3" fmla="*/ 1124 h 6345"/>
                  <a:gd name="connsiteX4" fmla="*/ 3460 w 6343"/>
                  <a:gd name="connsiteY4" fmla="*/ 194 h 6345"/>
                  <a:gd name="connsiteX5" fmla="*/ 1217 w 6343"/>
                  <a:gd name="connsiteY5" fmla="*/ 1124 h 6345"/>
                  <a:gd name="connsiteX6" fmla="*/ 288 w 6343"/>
                  <a:gd name="connsiteY6" fmla="*/ 3367 h 6345"/>
                  <a:gd name="connsiteX7" fmla="*/ 1217 w 6343"/>
                  <a:gd name="connsiteY7" fmla="*/ 5610 h 6345"/>
                  <a:gd name="connsiteX8" fmla="*/ 3460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40"/>
                    </a:moveTo>
                    <a:cubicBezTo>
                      <a:pt x="4301" y="6540"/>
                      <a:pt x="5107" y="6205"/>
                      <a:pt x="5702" y="5610"/>
                    </a:cubicBezTo>
                    <a:cubicBezTo>
                      <a:pt x="6297" y="5015"/>
                      <a:pt x="6631" y="4208"/>
                      <a:pt x="6631" y="3367"/>
                    </a:cubicBezTo>
                    <a:cubicBezTo>
                      <a:pt x="6631" y="2526"/>
                      <a:pt x="6297" y="1719"/>
                      <a:pt x="5702" y="1124"/>
                    </a:cubicBezTo>
                    <a:cubicBezTo>
                      <a:pt x="5107" y="529"/>
                      <a:pt x="4301" y="194"/>
                      <a:pt x="3460" y="194"/>
                    </a:cubicBezTo>
                    <a:cubicBezTo>
                      <a:pt x="2618" y="194"/>
                      <a:pt x="1812" y="529"/>
                      <a:pt x="1217" y="1124"/>
                    </a:cubicBezTo>
                    <a:cubicBezTo>
                      <a:pt x="622" y="1719"/>
                      <a:pt x="288" y="2526"/>
                      <a:pt x="288" y="3367"/>
                    </a:cubicBezTo>
                    <a:cubicBezTo>
                      <a:pt x="288" y="4208"/>
                      <a:pt x="622" y="5015"/>
                      <a:pt x="1217" y="5610"/>
                    </a:cubicBezTo>
                    <a:cubicBezTo>
                      <a:pt x="1812" y="6205"/>
                      <a:pt x="2618" y="6540"/>
                      <a:pt x="3460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99" name="Freeform: Shape 3898">
                <a:extLst>
                  <a:ext uri="{FF2B5EF4-FFF2-40B4-BE49-F238E27FC236}">
                    <a16:creationId xmlns:a16="http://schemas.microsoft.com/office/drawing/2014/main" id="{19089361-2F12-2937-280A-37759983C670}"/>
                  </a:ext>
                </a:extLst>
              </p:cNvPr>
              <p:cNvSpPr/>
              <p:nvPr/>
            </p:nvSpPr>
            <p:spPr>
              <a:xfrm>
                <a:off x="4504972" y="5948811"/>
                <a:ext cx="6343" cy="6345"/>
              </a:xfrm>
              <a:custGeom>
                <a:avLst/>
                <a:gdLst>
                  <a:gd name="connsiteX0" fmla="*/ 3459 w 6343"/>
                  <a:gd name="connsiteY0" fmla="*/ 6540 h 6345"/>
                  <a:gd name="connsiteX1" fmla="*/ 5702 w 6343"/>
                  <a:gd name="connsiteY1" fmla="*/ 5611 h 6345"/>
                  <a:gd name="connsiteX2" fmla="*/ 6631 w 6343"/>
                  <a:gd name="connsiteY2" fmla="*/ 3367 h 6345"/>
                  <a:gd name="connsiteX3" fmla="*/ 5702 w 6343"/>
                  <a:gd name="connsiteY3" fmla="*/ 1124 h 6345"/>
                  <a:gd name="connsiteX4" fmla="*/ 3459 w 6343"/>
                  <a:gd name="connsiteY4" fmla="*/ 195 h 6345"/>
                  <a:gd name="connsiteX5" fmla="*/ 1217 w 6343"/>
                  <a:gd name="connsiteY5" fmla="*/ 1124 h 6345"/>
                  <a:gd name="connsiteX6" fmla="*/ 288 w 6343"/>
                  <a:gd name="connsiteY6" fmla="*/ 3367 h 6345"/>
                  <a:gd name="connsiteX7" fmla="*/ 1217 w 6343"/>
                  <a:gd name="connsiteY7" fmla="*/ 5611 h 6345"/>
                  <a:gd name="connsiteX8" fmla="*/ 3459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40"/>
                    </a:moveTo>
                    <a:cubicBezTo>
                      <a:pt x="4301" y="6540"/>
                      <a:pt x="5107" y="6206"/>
                      <a:pt x="5702" y="5611"/>
                    </a:cubicBezTo>
                    <a:cubicBezTo>
                      <a:pt x="6297" y="5016"/>
                      <a:pt x="6631" y="4209"/>
                      <a:pt x="6631" y="3367"/>
                    </a:cubicBezTo>
                    <a:cubicBezTo>
                      <a:pt x="6631" y="2526"/>
                      <a:pt x="6297" y="1719"/>
                      <a:pt x="5702" y="1124"/>
                    </a:cubicBezTo>
                    <a:cubicBezTo>
                      <a:pt x="5107" y="529"/>
                      <a:pt x="4301" y="195"/>
                      <a:pt x="3459" y="195"/>
                    </a:cubicBezTo>
                    <a:cubicBezTo>
                      <a:pt x="2618" y="195"/>
                      <a:pt x="1812" y="529"/>
                      <a:pt x="1217" y="1124"/>
                    </a:cubicBezTo>
                    <a:cubicBezTo>
                      <a:pt x="622" y="1719"/>
                      <a:pt x="288" y="2526"/>
                      <a:pt x="288" y="3367"/>
                    </a:cubicBezTo>
                    <a:cubicBezTo>
                      <a:pt x="288" y="4209"/>
                      <a:pt x="622" y="5016"/>
                      <a:pt x="1217" y="5611"/>
                    </a:cubicBezTo>
                    <a:cubicBezTo>
                      <a:pt x="1812" y="6206"/>
                      <a:pt x="2618" y="6540"/>
                      <a:pt x="3459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00" name="Freeform: Shape 3899">
                <a:extLst>
                  <a:ext uri="{FF2B5EF4-FFF2-40B4-BE49-F238E27FC236}">
                    <a16:creationId xmlns:a16="http://schemas.microsoft.com/office/drawing/2014/main" id="{F297341F-99CA-07EA-0CE9-77E12AB4B2B0}"/>
                  </a:ext>
                </a:extLst>
              </p:cNvPr>
              <p:cNvSpPr/>
              <p:nvPr/>
            </p:nvSpPr>
            <p:spPr>
              <a:xfrm>
                <a:off x="4490723" y="5965342"/>
                <a:ext cx="6343" cy="6345"/>
              </a:xfrm>
              <a:custGeom>
                <a:avLst/>
                <a:gdLst>
                  <a:gd name="connsiteX0" fmla="*/ 3458 w 6343"/>
                  <a:gd name="connsiteY0" fmla="*/ 6541 h 6345"/>
                  <a:gd name="connsiteX1" fmla="*/ 5701 w 6343"/>
                  <a:gd name="connsiteY1" fmla="*/ 5612 h 6345"/>
                  <a:gd name="connsiteX2" fmla="*/ 6630 w 6343"/>
                  <a:gd name="connsiteY2" fmla="*/ 3369 h 6345"/>
                  <a:gd name="connsiteX3" fmla="*/ 5701 w 6343"/>
                  <a:gd name="connsiteY3" fmla="*/ 1125 h 6345"/>
                  <a:gd name="connsiteX4" fmla="*/ 3458 w 6343"/>
                  <a:gd name="connsiteY4" fmla="*/ 196 h 6345"/>
                  <a:gd name="connsiteX5" fmla="*/ 1216 w 6343"/>
                  <a:gd name="connsiteY5" fmla="*/ 1125 h 6345"/>
                  <a:gd name="connsiteX6" fmla="*/ 287 w 6343"/>
                  <a:gd name="connsiteY6" fmla="*/ 3369 h 6345"/>
                  <a:gd name="connsiteX7" fmla="*/ 1216 w 6343"/>
                  <a:gd name="connsiteY7" fmla="*/ 5612 h 6345"/>
                  <a:gd name="connsiteX8" fmla="*/ 3458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541"/>
                    </a:moveTo>
                    <a:cubicBezTo>
                      <a:pt x="4299" y="6541"/>
                      <a:pt x="5106" y="6207"/>
                      <a:pt x="5701" y="5612"/>
                    </a:cubicBezTo>
                    <a:cubicBezTo>
                      <a:pt x="6296" y="5017"/>
                      <a:pt x="6630" y="4210"/>
                      <a:pt x="6630" y="3369"/>
                    </a:cubicBezTo>
                    <a:cubicBezTo>
                      <a:pt x="6630" y="2527"/>
                      <a:pt x="6296" y="1720"/>
                      <a:pt x="5701" y="1125"/>
                    </a:cubicBezTo>
                    <a:cubicBezTo>
                      <a:pt x="5106" y="530"/>
                      <a:pt x="4299" y="196"/>
                      <a:pt x="3458" y="196"/>
                    </a:cubicBezTo>
                    <a:cubicBezTo>
                      <a:pt x="2617" y="196"/>
                      <a:pt x="1810" y="530"/>
                      <a:pt x="1216" y="1125"/>
                    </a:cubicBezTo>
                    <a:cubicBezTo>
                      <a:pt x="621" y="1720"/>
                      <a:pt x="287" y="2527"/>
                      <a:pt x="287" y="3369"/>
                    </a:cubicBezTo>
                    <a:cubicBezTo>
                      <a:pt x="287" y="4210"/>
                      <a:pt x="621" y="5017"/>
                      <a:pt x="1216" y="5612"/>
                    </a:cubicBezTo>
                    <a:cubicBezTo>
                      <a:pt x="1810" y="6207"/>
                      <a:pt x="2617" y="6541"/>
                      <a:pt x="3458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01" name="Freeform: Shape 3900">
                <a:extLst>
                  <a:ext uri="{FF2B5EF4-FFF2-40B4-BE49-F238E27FC236}">
                    <a16:creationId xmlns:a16="http://schemas.microsoft.com/office/drawing/2014/main" id="{F9A945B7-D23B-A9B2-3BE1-C066EAF04EBA}"/>
                  </a:ext>
                </a:extLst>
              </p:cNvPr>
              <p:cNvSpPr/>
              <p:nvPr/>
            </p:nvSpPr>
            <p:spPr>
              <a:xfrm>
                <a:off x="4486688" y="5968138"/>
                <a:ext cx="6343" cy="6345"/>
              </a:xfrm>
              <a:custGeom>
                <a:avLst/>
                <a:gdLst>
                  <a:gd name="connsiteX0" fmla="*/ 3458 w 6343"/>
                  <a:gd name="connsiteY0" fmla="*/ 6542 h 6345"/>
                  <a:gd name="connsiteX1" fmla="*/ 5701 w 6343"/>
                  <a:gd name="connsiteY1" fmla="*/ 5612 h 6345"/>
                  <a:gd name="connsiteX2" fmla="*/ 6630 w 6343"/>
                  <a:gd name="connsiteY2" fmla="*/ 3369 h 6345"/>
                  <a:gd name="connsiteX3" fmla="*/ 5701 w 6343"/>
                  <a:gd name="connsiteY3" fmla="*/ 1125 h 6345"/>
                  <a:gd name="connsiteX4" fmla="*/ 3458 w 6343"/>
                  <a:gd name="connsiteY4" fmla="*/ 196 h 6345"/>
                  <a:gd name="connsiteX5" fmla="*/ 1215 w 6343"/>
                  <a:gd name="connsiteY5" fmla="*/ 1125 h 6345"/>
                  <a:gd name="connsiteX6" fmla="*/ 286 w 6343"/>
                  <a:gd name="connsiteY6" fmla="*/ 3369 h 6345"/>
                  <a:gd name="connsiteX7" fmla="*/ 1215 w 6343"/>
                  <a:gd name="connsiteY7" fmla="*/ 5612 h 6345"/>
                  <a:gd name="connsiteX8" fmla="*/ 345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542"/>
                    </a:moveTo>
                    <a:cubicBezTo>
                      <a:pt x="4299" y="6542"/>
                      <a:pt x="5106" y="6207"/>
                      <a:pt x="5701" y="5612"/>
                    </a:cubicBezTo>
                    <a:cubicBezTo>
                      <a:pt x="6295" y="5017"/>
                      <a:pt x="6630" y="4210"/>
                      <a:pt x="6630" y="3369"/>
                    </a:cubicBezTo>
                    <a:cubicBezTo>
                      <a:pt x="6630" y="2527"/>
                      <a:pt x="6295" y="1720"/>
                      <a:pt x="5701" y="1125"/>
                    </a:cubicBezTo>
                    <a:cubicBezTo>
                      <a:pt x="5106" y="530"/>
                      <a:pt x="4299" y="196"/>
                      <a:pt x="3458" y="196"/>
                    </a:cubicBezTo>
                    <a:cubicBezTo>
                      <a:pt x="2617" y="196"/>
                      <a:pt x="1810" y="530"/>
                      <a:pt x="1215" y="1125"/>
                    </a:cubicBezTo>
                    <a:cubicBezTo>
                      <a:pt x="621" y="1720"/>
                      <a:pt x="286" y="2527"/>
                      <a:pt x="286" y="3369"/>
                    </a:cubicBezTo>
                    <a:cubicBezTo>
                      <a:pt x="286" y="4210"/>
                      <a:pt x="621" y="5017"/>
                      <a:pt x="1215" y="5612"/>
                    </a:cubicBezTo>
                    <a:cubicBezTo>
                      <a:pt x="1810" y="6207"/>
                      <a:pt x="2617" y="6542"/>
                      <a:pt x="345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02" name="Freeform: Shape 3901">
                <a:extLst>
                  <a:ext uri="{FF2B5EF4-FFF2-40B4-BE49-F238E27FC236}">
                    <a16:creationId xmlns:a16="http://schemas.microsoft.com/office/drawing/2014/main" id="{DC884C32-FC7B-7D12-4172-73F9B3641698}"/>
                  </a:ext>
                </a:extLst>
              </p:cNvPr>
              <p:cNvSpPr/>
              <p:nvPr/>
            </p:nvSpPr>
            <p:spPr>
              <a:xfrm>
                <a:off x="4460539" y="5979093"/>
                <a:ext cx="6343" cy="6345"/>
              </a:xfrm>
              <a:custGeom>
                <a:avLst/>
                <a:gdLst>
                  <a:gd name="connsiteX0" fmla="*/ 3456 w 6343"/>
                  <a:gd name="connsiteY0" fmla="*/ 6542 h 6345"/>
                  <a:gd name="connsiteX1" fmla="*/ 5699 w 6343"/>
                  <a:gd name="connsiteY1" fmla="*/ 5613 h 6345"/>
                  <a:gd name="connsiteX2" fmla="*/ 6628 w 6343"/>
                  <a:gd name="connsiteY2" fmla="*/ 3370 h 6345"/>
                  <a:gd name="connsiteX3" fmla="*/ 5699 w 6343"/>
                  <a:gd name="connsiteY3" fmla="*/ 1126 h 6345"/>
                  <a:gd name="connsiteX4" fmla="*/ 3456 w 6343"/>
                  <a:gd name="connsiteY4" fmla="*/ 197 h 6345"/>
                  <a:gd name="connsiteX5" fmla="*/ 1213 w 6343"/>
                  <a:gd name="connsiteY5" fmla="*/ 1126 h 6345"/>
                  <a:gd name="connsiteX6" fmla="*/ 284 w 6343"/>
                  <a:gd name="connsiteY6" fmla="*/ 3370 h 6345"/>
                  <a:gd name="connsiteX7" fmla="*/ 1213 w 6343"/>
                  <a:gd name="connsiteY7" fmla="*/ 5613 h 6345"/>
                  <a:gd name="connsiteX8" fmla="*/ 345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42"/>
                    </a:moveTo>
                    <a:cubicBezTo>
                      <a:pt x="4297" y="6542"/>
                      <a:pt x="5104" y="6208"/>
                      <a:pt x="5699" y="5613"/>
                    </a:cubicBezTo>
                    <a:cubicBezTo>
                      <a:pt x="6293" y="5018"/>
                      <a:pt x="6628" y="4211"/>
                      <a:pt x="6628" y="3370"/>
                    </a:cubicBezTo>
                    <a:cubicBezTo>
                      <a:pt x="6628" y="2528"/>
                      <a:pt x="6293" y="1721"/>
                      <a:pt x="5699" y="1126"/>
                    </a:cubicBezTo>
                    <a:cubicBezTo>
                      <a:pt x="5104" y="531"/>
                      <a:pt x="4297" y="197"/>
                      <a:pt x="3456" y="197"/>
                    </a:cubicBezTo>
                    <a:cubicBezTo>
                      <a:pt x="2615" y="197"/>
                      <a:pt x="1808" y="531"/>
                      <a:pt x="1213" y="1126"/>
                    </a:cubicBezTo>
                    <a:cubicBezTo>
                      <a:pt x="619" y="1721"/>
                      <a:pt x="284" y="2528"/>
                      <a:pt x="284" y="3370"/>
                    </a:cubicBezTo>
                    <a:cubicBezTo>
                      <a:pt x="284" y="4211"/>
                      <a:pt x="619" y="5018"/>
                      <a:pt x="1213" y="5613"/>
                    </a:cubicBezTo>
                    <a:cubicBezTo>
                      <a:pt x="1808" y="6208"/>
                      <a:pt x="2615" y="6542"/>
                      <a:pt x="345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03" name="Freeform: Shape 3902">
                <a:extLst>
                  <a:ext uri="{FF2B5EF4-FFF2-40B4-BE49-F238E27FC236}">
                    <a16:creationId xmlns:a16="http://schemas.microsoft.com/office/drawing/2014/main" id="{54D65590-445C-CF2E-456A-16FF52886234}"/>
                  </a:ext>
                </a:extLst>
              </p:cNvPr>
              <p:cNvSpPr/>
              <p:nvPr/>
            </p:nvSpPr>
            <p:spPr>
              <a:xfrm>
                <a:off x="4450785" y="5979215"/>
                <a:ext cx="6343" cy="6345"/>
              </a:xfrm>
              <a:custGeom>
                <a:avLst/>
                <a:gdLst>
                  <a:gd name="connsiteX0" fmla="*/ 3455 w 6343"/>
                  <a:gd name="connsiteY0" fmla="*/ 6542 h 6345"/>
                  <a:gd name="connsiteX1" fmla="*/ 5698 w 6343"/>
                  <a:gd name="connsiteY1" fmla="*/ 5613 h 6345"/>
                  <a:gd name="connsiteX2" fmla="*/ 6627 w 6343"/>
                  <a:gd name="connsiteY2" fmla="*/ 3370 h 6345"/>
                  <a:gd name="connsiteX3" fmla="*/ 5698 w 6343"/>
                  <a:gd name="connsiteY3" fmla="*/ 1126 h 6345"/>
                  <a:gd name="connsiteX4" fmla="*/ 3455 w 6343"/>
                  <a:gd name="connsiteY4" fmla="*/ 197 h 6345"/>
                  <a:gd name="connsiteX5" fmla="*/ 1213 w 6343"/>
                  <a:gd name="connsiteY5" fmla="*/ 1126 h 6345"/>
                  <a:gd name="connsiteX6" fmla="*/ 284 w 6343"/>
                  <a:gd name="connsiteY6" fmla="*/ 3370 h 6345"/>
                  <a:gd name="connsiteX7" fmla="*/ 1213 w 6343"/>
                  <a:gd name="connsiteY7" fmla="*/ 5613 h 6345"/>
                  <a:gd name="connsiteX8" fmla="*/ 345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542"/>
                    </a:moveTo>
                    <a:cubicBezTo>
                      <a:pt x="4296" y="6542"/>
                      <a:pt x="5103" y="6208"/>
                      <a:pt x="5698" y="5613"/>
                    </a:cubicBezTo>
                    <a:cubicBezTo>
                      <a:pt x="6293" y="5018"/>
                      <a:pt x="6627" y="4211"/>
                      <a:pt x="6627" y="3370"/>
                    </a:cubicBezTo>
                    <a:cubicBezTo>
                      <a:pt x="6627" y="2528"/>
                      <a:pt x="6293" y="1721"/>
                      <a:pt x="5698" y="1126"/>
                    </a:cubicBezTo>
                    <a:cubicBezTo>
                      <a:pt x="5103" y="531"/>
                      <a:pt x="4296" y="197"/>
                      <a:pt x="3455" y="197"/>
                    </a:cubicBezTo>
                    <a:cubicBezTo>
                      <a:pt x="2614" y="197"/>
                      <a:pt x="1807" y="531"/>
                      <a:pt x="1213" y="1126"/>
                    </a:cubicBezTo>
                    <a:cubicBezTo>
                      <a:pt x="618" y="1721"/>
                      <a:pt x="284" y="2528"/>
                      <a:pt x="284" y="3370"/>
                    </a:cubicBezTo>
                    <a:cubicBezTo>
                      <a:pt x="284" y="4211"/>
                      <a:pt x="618" y="5018"/>
                      <a:pt x="1213" y="5613"/>
                    </a:cubicBezTo>
                    <a:cubicBezTo>
                      <a:pt x="1807" y="6208"/>
                      <a:pt x="2614" y="6542"/>
                      <a:pt x="345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04" name="Freeform: Shape 3903">
                <a:extLst>
                  <a:ext uri="{FF2B5EF4-FFF2-40B4-BE49-F238E27FC236}">
                    <a16:creationId xmlns:a16="http://schemas.microsoft.com/office/drawing/2014/main" id="{1AC8265B-F24F-6FAC-ECD4-974B745DA39B}"/>
                  </a:ext>
                </a:extLst>
              </p:cNvPr>
              <p:cNvSpPr/>
              <p:nvPr/>
            </p:nvSpPr>
            <p:spPr>
              <a:xfrm>
                <a:off x="4439311" y="5978479"/>
                <a:ext cx="6343" cy="6345"/>
              </a:xfrm>
              <a:custGeom>
                <a:avLst/>
                <a:gdLst>
                  <a:gd name="connsiteX0" fmla="*/ 3454 w 6343"/>
                  <a:gd name="connsiteY0" fmla="*/ 6542 h 6345"/>
                  <a:gd name="connsiteX1" fmla="*/ 5697 w 6343"/>
                  <a:gd name="connsiteY1" fmla="*/ 5613 h 6345"/>
                  <a:gd name="connsiteX2" fmla="*/ 6626 w 6343"/>
                  <a:gd name="connsiteY2" fmla="*/ 3370 h 6345"/>
                  <a:gd name="connsiteX3" fmla="*/ 5697 w 6343"/>
                  <a:gd name="connsiteY3" fmla="*/ 1126 h 6345"/>
                  <a:gd name="connsiteX4" fmla="*/ 3454 w 6343"/>
                  <a:gd name="connsiteY4" fmla="*/ 197 h 6345"/>
                  <a:gd name="connsiteX5" fmla="*/ 1212 w 6343"/>
                  <a:gd name="connsiteY5" fmla="*/ 1126 h 6345"/>
                  <a:gd name="connsiteX6" fmla="*/ 283 w 6343"/>
                  <a:gd name="connsiteY6" fmla="*/ 3370 h 6345"/>
                  <a:gd name="connsiteX7" fmla="*/ 1212 w 6343"/>
                  <a:gd name="connsiteY7" fmla="*/ 5613 h 6345"/>
                  <a:gd name="connsiteX8" fmla="*/ 3454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4" y="6542"/>
                    </a:moveTo>
                    <a:cubicBezTo>
                      <a:pt x="4295" y="6542"/>
                      <a:pt x="5102" y="6208"/>
                      <a:pt x="5697" y="5613"/>
                    </a:cubicBezTo>
                    <a:cubicBezTo>
                      <a:pt x="6292" y="5018"/>
                      <a:pt x="6626" y="4211"/>
                      <a:pt x="6626" y="3370"/>
                    </a:cubicBezTo>
                    <a:cubicBezTo>
                      <a:pt x="6626" y="2528"/>
                      <a:pt x="6292" y="1721"/>
                      <a:pt x="5697" y="1126"/>
                    </a:cubicBezTo>
                    <a:cubicBezTo>
                      <a:pt x="5102" y="531"/>
                      <a:pt x="4295" y="197"/>
                      <a:pt x="3454" y="197"/>
                    </a:cubicBezTo>
                    <a:cubicBezTo>
                      <a:pt x="2613" y="197"/>
                      <a:pt x="1806" y="531"/>
                      <a:pt x="1212" y="1126"/>
                    </a:cubicBezTo>
                    <a:cubicBezTo>
                      <a:pt x="617" y="1721"/>
                      <a:pt x="283" y="2528"/>
                      <a:pt x="283" y="3370"/>
                    </a:cubicBezTo>
                    <a:cubicBezTo>
                      <a:pt x="283" y="4211"/>
                      <a:pt x="617" y="5018"/>
                      <a:pt x="1212" y="5613"/>
                    </a:cubicBezTo>
                    <a:cubicBezTo>
                      <a:pt x="1806" y="6208"/>
                      <a:pt x="2613" y="6542"/>
                      <a:pt x="3454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05" name="Freeform: Shape 3904">
                <a:extLst>
                  <a:ext uri="{FF2B5EF4-FFF2-40B4-BE49-F238E27FC236}">
                    <a16:creationId xmlns:a16="http://schemas.microsoft.com/office/drawing/2014/main" id="{7C92DAD5-7C63-988A-AEEC-947686514845}"/>
                  </a:ext>
                </a:extLst>
              </p:cNvPr>
              <p:cNvSpPr/>
              <p:nvPr/>
            </p:nvSpPr>
            <p:spPr>
              <a:xfrm>
                <a:off x="4428041" y="5977687"/>
                <a:ext cx="6343" cy="6345"/>
              </a:xfrm>
              <a:custGeom>
                <a:avLst/>
                <a:gdLst>
                  <a:gd name="connsiteX0" fmla="*/ 3453 w 6343"/>
                  <a:gd name="connsiteY0" fmla="*/ 6542 h 6345"/>
                  <a:gd name="connsiteX1" fmla="*/ 5696 w 6343"/>
                  <a:gd name="connsiteY1" fmla="*/ 5613 h 6345"/>
                  <a:gd name="connsiteX2" fmla="*/ 6625 w 6343"/>
                  <a:gd name="connsiteY2" fmla="*/ 3370 h 6345"/>
                  <a:gd name="connsiteX3" fmla="*/ 5696 w 6343"/>
                  <a:gd name="connsiteY3" fmla="*/ 1126 h 6345"/>
                  <a:gd name="connsiteX4" fmla="*/ 3453 w 6343"/>
                  <a:gd name="connsiteY4" fmla="*/ 197 h 6345"/>
                  <a:gd name="connsiteX5" fmla="*/ 1211 w 6343"/>
                  <a:gd name="connsiteY5" fmla="*/ 1126 h 6345"/>
                  <a:gd name="connsiteX6" fmla="*/ 282 w 6343"/>
                  <a:gd name="connsiteY6" fmla="*/ 3370 h 6345"/>
                  <a:gd name="connsiteX7" fmla="*/ 1211 w 6343"/>
                  <a:gd name="connsiteY7" fmla="*/ 5613 h 6345"/>
                  <a:gd name="connsiteX8" fmla="*/ 345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2"/>
                    </a:moveTo>
                    <a:cubicBezTo>
                      <a:pt x="4295" y="6542"/>
                      <a:pt x="5101" y="6208"/>
                      <a:pt x="5696" y="5613"/>
                    </a:cubicBezTo>
                    <a:cubicBezTo>
                      <a:pt x="6291" y="5018"/>
                      <a:pt x="6625" y="4211"/>
                      <a:pt x="6625" y="3370"/>
                    </a:cubicBezTo>
                    <a:cubicBezTo>
                      <a:pt x="6625" y="2528"/>
                      <a:pt x="6291" y="1721"/>
                      <a:pt x="5696" y="1126"/>
                    </a:cubicBezTo>
                    <a:cubicBezTo>
                      <a:pt x="5101" y="531"/>
                      <a:pt x="4295" y="197"/>
                      <a:pt x="3453" y="197"/>
                    </a:cubicBezTo>
                    <a:cubicBezTo>
                      <a:pt x="2612" y="197"/>
                      <a:pt x="1806" y="531"/>
                      <a:pt x="1211" y="1126"/>
                    </a:cubicBezTo>
                    <a:cubicBezTo>
                      <a:pt x="616" y="1721"/>
                      <a:pt x="282" y="2528"/>
                      <a:pt x="282" y="3370"/>
                    </a:cubicBezTo>
                    <a:cubicBezTo>
                      <a:pt x="282" y="4211"/>
                      <a:pt x="616" y="5018"/>
                      <a:pt x="1211" y="5613"/>
                    </a:cubicBezTo>
                    <a:cubicBezTo>
                      <a:pt x="1806" y="6208"/>
                      <a:pt x="2612" y="6542"/>
                      <a:pt x="345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06" name="Freeform: Shape 3905">
                <a:extLst>
                  <a:ext uri="{FF2B5EF4-FFF2-40B4-BE49-F238E27FC236}">
                    <a16:creationId xmlns:a16="http://schemas.microsoft.com/office/drawing/2014/main" id="{BBEDB5AD-3989-CA2D-2B03-EFF4B7CE0D69}"/>
                  </a:ext>
                </a:extLst>
              </p:cNvPr>
              <p:cNvSpPr/>
              <p:nvPr/>
            </p:nvSpPr>
            <p:spPr>
              <a:xfrm>
                <a:off x="4416586" y="5976670"/>
                <a:ext cx="6343" cy="6345"/>
              </a:xfrm>
              <a:custGeom>
                <a:avLst/>
                <a:gdLst>
                  <a:gd name="connsiteX0" fmla="*/ 3453 w 6343"/>
                  <a:gd name="connsiteY0" fmla="*/ 6542 h 6345"/>
                  <a:gd name="connsiteX1" fmla="*/ 5695 w 6343"/>
                  <a:gd name="connsiteY1" fmla="*/ 5613 h 6345"/>
                  <a:gd name="connsiteX2" fmla="*/ 6624 w 6343"/>
                  <a:gd name="connsiteY2" fmla="*/ 3369 h 6345"/>
                  <a:gd name="connsiteX3" fmla="*/ 5695 w 6343"/>
                  <a:gd name="connsiteY3" fmla="*/ 1126 h 6345"/>
                  <a:gd name="connsiteX4" fmla="*/ 3453 w 6343"/>
                  <a:gd name="connsiteY4" fmla="*/ 197 h 6345"/>
                  <a:gd name="connsiteX5" fmla="*/ 1210 w 6343"/>
                  <a:gd name="connsiteY5" fmla="*/ 1126 h 6345"/>
                  <a:gd name="connsiteX6" fmla="*/ 281 w 6343"/>
                  <a:gd name="connsiteY6" fmla="*/ 3369 h 6345"/>
                  <a:gd name="connsiteX7" fmla="*/ 1210 w 6343"/>
                  <a:gd name="connsiteY7" fmla="*/ 5613 h 6345"/>
                  <a:gd name="connsiteX8" fmla="*/ 345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42"/>
                    </a:moveTo>
                    <a:cubicBezTo>
                      <a:pt x="4294" y="6542"/>
                      <a:pt x="5100" y="6208"/>
                      <a:pt x="5695" y="5613"/>
                    </a:cubicBezTo>
                    <a:cubicBezTo>
                      <a:pt x="6290" y="5018"/>
                      <a:pt x="6624" y="4211"/>
                      <a:pt x="6624" y="3369"/>
                    </a:cubicBezTo>
                    <a:cubicBezTo>
                      <a:pt x="6624" y="2528"/>
                      <a:pt x="6290" y="1721"/>
                      <a:pt x="5695" y="1126"/>
                    </a:cubicBezTo>
                    <a:cubicBezTo>
                      <a:pt x="5100" y="531"/>
                      <a:pt x="4294" y="197"/>
                      <a:pt x="3453" y="197"/>
                    </a:cubicBezTo>
                    <a:cubicBezTo>
                      <a:pt x="2611" y="197"/>
                      <a:pt x="1805" y="531"/>
                      <a:pt x="1210" y="1126"/>
                    </a:cubicBezTo>
                    <a:cubicBezTo>
                      <a:pt x="615" y="1721"/>
                      <a:pt x="281" y="2528"/>
                      <a:pt x="281" y="3369"/>
                    </a:cubicBezTo>
                    <a:cubicBezTo>
                      <a:pt x="281" y="4211"/>
                      <a:pt x="615" y="5018"/>
                      <a:pt x="1210" y="5613"/>
                    </a:cubicBezTo>
                    <a:cubicBezTo>
                      <a:pt x="1805" y="6208"/>
                      <a:pt x="2611" y="6542"/>
                      <a:pt x="345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07" name="Freeform: Shape 3906">
                <a:extLst>
                  <a:ext uri="{FF2B5EF4-FFF2-40B4-BE49-F238E27FC236}">
                    <a16:creationId xmlns:a16="http://schemas.microsoft.com/office/drawing/2014/main" id="{BF294A28-1950-6645-72E6-3FE29A54E44F}"/>
                  </a:ext>
                </a:extLst>
              </p:cNvPr>
              <p:cNvSpPr/>
              <p:nvPr/>
            </p:nvSpPr>
            <p:spPr>
              <a:xfrm>
                <a:off x="4413154" y="5979125"/>
                <a:ext cx="6343" cy="6345"/>
              </a:xfrm>
              <a:custGeom>
                <a:avLst/>
                <a:gdLst>
                  <a:gd name="connsiteX0" fmla="*/ 3452 w 6343"/>
                  <a:gd name="connsiteY0" fmla="*/ 6542 h 6345"/>
                  <a:gd name="connsiteX1" fmla="*/ 5695 w 6343"/>
                  <a:gd name="connsiteY1" fmla="*/ 5613 h 6345"/>
                  <a:gd name="connsiteX2" fmla="*/ 6624 w 6343"/>
                  <a:gd name="connsiteY2" fmla="*/ 3370 h 6345"/>
                  <a:gd name="connsiteX3" fmla="*/ 5695 w 6343"/>
                  <a:gd name="connsiteY3" fmla="*/ 1126 h 6345"/>
                  <a:gd name="connsiteX4" fmla="*/ 3452 w 6343"/>
                  <a:gd name="connsiteY4" fmla="*/ 197 h 6345"/>
                  <a:gd name="connsiteX5" fmla="*/ 1210 w 6343"/>
                  <a:gd name="connsiteY5" fmla="*/ 1126 h 6345"/>
                  <a:gd name="connsiteX6" fmla="*/ 281 w 6343"/>
                  <a:gd name="connsiteY6" fmla="*/ 3370 h 6345"/>
                  <a:gd name="connsiteX7" fmla="*/ 1210 w 6343"/>
                  <a:gd name="connsiteY7" fmla="*/ 5613 h 6345"/>
                  <a:gd name="connsiteX8" fmla="*/ 345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42"/>
                    </a:moveTo>
                    <a:cubicBezTo>
                      <a:pt x="4293" y="6542"/>
                      <a:pt x="5100" y="6208"/>
                      <a:pt x="5695" y="5613"/>
                    </a:cubicBezTo>
                    <a:cubicBezTo>
                      <a:pt x="6290" y="5018"/>
                      <a:pt x="6624" y="4211"/>
                      <a:pt x="6624" y="3370"/>
                    </a:cubicBezTo>
                    <a:cubicBezTo>
                      <a:pt x="6624" y="2528"/>
                      <a:pt x="6290" y="1721"/>
                      <a:pt x="5695" y="1126"/>
                    </a:cubicBezTo>
                    <a:cubicBezTo>
                      <a:pt x="5100" y="531"/>
                      <a:pt x="4293" y="197"/>
                      <a:pt x="3452" y="197"/>
                    </a:cubicBezTo>
                    <a:cubicBezTo>
                      <a:pt x="2611" y="197"/>
                      <a:pt x="1804" y="531"/>
                      <a:pt x="1210" y="1126"/>
                    </a:cubicBezTo>
                    <a:cubicBezTo>
                      <a:pt x="615" y="1721"/>
                      <a:pt x="281" y="2528"/>
                      <a:pt x="281" y="3370"/>
                    </a:cubicBezTo>
                    <a:cubicBezTo>
                      <a:pt x="281" y="4211"/>
                      <a:pt x="615" y="5018"/>
                      <a:pt x="1210" y="5613"/>
                    </a:cubicBezTo>
                    <a:cubicBezTo>
                      <a:pt x="1804" y="6208"/>
                      <a:pt x="2611" y="6542"/>
                      <a:pt x="345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08" name="Freeform: Shape 3907">
                <a:extLst>
                  <a:ext uri="{FF2B5EF4-FFF2-40B4-BE49-F238E27FC236}">
                    <a16:creationId xmlns:a16="http://schemas.microsoft.com/office/drawing/2014/main" id="{BE5C5E16-696D-6E1C-B32A-9D56A111348D}"/>
                  </a:ext>
                </a:extLst>
              </p:cNvPr>
              <p:cNvSpPr/>
              <p:nvPr/>
            </p:nvSpPr>
            <p:spPr>
              <a:xfrm>
                <a:off x="4412167" y="5982673"/>
                <a:ext cx="6343" cy="6345"/>
              </a:xfrm>
              <a:custGeom>
                <a:avLst/>
                <a:gdLst>
                  <a:gd name="connsiteX0" fmla="*/ 3452 w 6343"/>
                  <a:gd name="connsiteY0" fmla="*/ 6543 h 6345"/>
                  <a:gd name="connsiteX1" fmla="*/ 5695 w 6343"/>
                  <a:gd name="connsiteY1" fmla="*/ 5613 h 6345"/>
                  <a:gd name="connsiteX2" fmla="*/ 6624 w 6343"/>
                  <a:gd name="connsiteY2" fmla="*/ 3370 h 6345"/>
                  <a:gd name="connsiteX3" fmla="*/ 5695 w 6343"/>
                  <a:gd name="connsiteY3" fmla="*/ 1127 h 6345"/>
                  <a:gd name="connsiteX4" fmla="*/ 3452 w 6343"/>
                  <a:gd name="connsiteY4" fmla="*/ 197 h 6345"/>
                  <a:gd name="connsiteX5" fmla="*/ 1210 w 6343"/>
                  <a:gd name="connsiteY5" fmla="*/ 1127 h 6345"/>
                  <a:gd name="connsiteX6" fmla="*/ 281 w 6343"/>
                  <a:gd name="connsiteY6" fmla="*/ 3370 h 6345"/>
                  <a:gd name="connsiteX7" fmla="*/ 1210 w 6343"/>
                  <a:gd name="connsiteY7" fmla="*/ 5613 h 6345"/>
                  <a:gd name="connsiteX8" fmla="*/ 345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43"/>
                    </a:moveTo>
                    <a:cubicBezTo>
                      <a:pt x="4293" y="6543"/>
                      <a:pt x="5100" y="6208"/>
                      <a:pt x="5695" y="5613"/>
                    </a:cubicBezTo>
                    <a:cubicBezTo>
                      <a:pt x="6290" y="5018"/>
                      <a:pt x="6624" y="4211"/>
                      <a:pt x="6624" y="3370"/>
                    </a:cubicBezTo>
                    <a:cubicBezTo>
                      <a:pt x="6624" y="2529"/>
                      <a:pt x="6290" y="1721"/>
                      <a:pt x="5695" y="1127"/>
                    </a:cubicBezTo>
                    <a:cubicBezTo>
                      <a:pt x="5100" y="532"/>
                      <a:pt x="4293" y="197"/>
                      <a:pt x="3452" y="197"/>
                    </a:cubicBezTo>
                    <a:cubicBezTo>
                      <a:pt x="2611" y="197"/>
                      <a:pt x="1804" y="532"/>
                      <a:pt x="1210" y="1127"/>
                    </a:cubicBezTo>
                    <a:cubicBezTo>
                      <a:pt x="615" y="1721"/>
                      <a:pt x="281" y="2529"/>
                      <a:pt x="281" y="3370"/>
                    </a:cubicBezTo>
                    <a:cubicBezTo>
                      <a:pt x="281" y="4211"/>
                      <a:pt x="615" y="5018"/>
                      <a:pt x="1210" y="5613"/>
                    </a:cubicBezTo>
                    <a:cubicBezTo>
                      <a:pt x="1804" y="6208"/>
                      <a:pt x="2611" y="6543"/>
                      <a:pt x="345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09" name="Freeform: Shape 3908">
                <a:extLst>
                  <a:ext uri="{FF2B5EF4-FFF2-40B4-BE49-F238E27FC236}">
                    <a16:creationId xmlns:a16="http://schemas.microsoft.com/office/drawing/2014/main" id="{81621ADB-C846-AE01-2903-BFEA5CEBCF81}"/>
                  </a:ext>
                </a:extLst>
              </p:cNvPr>
              <p:cNvSpPr/>
              <p:nvPr/>
            </p:nvSpPr>
            <p:spPr>
              <a:xfrm>
                <a:off x="4411500" y="5986377"/>
                <a:ext cx="6343" cy="6345"/>
              </a:xfrm>
              <a:custGeom>
                <a:avLst/>
                <a:gdLst>
                  <a:gd name="connsiteX0" fmla="*/ 3452 w 6343"/>
                  <a:gd name="connsiteY0" fmla="*/ 6543 h 6345"/>
                  <a:gd name="connsiteX1" fmla="*/ 5695 w 6343"/>
                  <a:gd name="connsiteY1" fmla="*/ 5614 h 6345"/>
                  <a:gd name="connsiteX2" fmla="*/ 6624 w 6343"/>
                  <a:gd name="connsiteY2" fmla="*/ 3370 h 6345"/>
                  <a:gd name="connsiteX3" fmla="*/ 5695 w 6343"/>
                  <a:gd name="connsiteY3" fmla="*/ 1127 h 6345"/>
                  <a:gd name="connsiteX4" fmla="*/ 3452 w 6343"/>
                  <a:gd name="connsiteY4" fmla="*/ 198 h 6345"/>
                  <a:gd name="connsiteX5" fmla="*/ 1209 w 6343"/>
                  <a:gd name="connsiteY5" fmla="*/ 1127 h 6345"/>
                  <a:gd name="connsiteX6" fmla="*/ 281 w 6343"/>
                  <a:gd name="connsiteY6" fmla="*/ 3370 h 6345"/>
                  <a:gd name="connsiteX7" fmla="*/ 1209 w 6343"/>
                  <a:gd name="connsiteY7" fmla="*/ 5614 h 6345"/>
                  <a:gd name="connsiteX8" fmla="*/ 345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43"/>
                    </a:moveTo>
                    <a:cubicBezTo>
                      <a:pt x="4293" y="6543"/>
                      <a:pt x="5100" y="6209"/>
                      <a:pt x="5695" y="5614"/>
                    </a:cubicBezTo>
                    <a:cubicBezTo>
                      <a:pt x="6289" y="5019"/>
                      <a:pt x="6624" y="4212"/>
                      <a:pt x="6624" y="3370"/>
                    </a:cubicBezTo>
                    <a:cubicBezTo>
                      <a:pt x="6624" y="2529"/>
                      <a:pt x="6289" y="1722"/>
                      <a:pt x="5695" y="1127"/>
                    </a:cubicBezTo>
                    <a:cubicBezTo>
                      <a:pt x="5100" y="532"/>
                      <a:pt x="4293" y="198"/>
                      <a:pt x="3452" y="198"/>
                    </a:cubicBezTo>
                    <a:cubicBezTo>
                      <a:pt x="2611" y="198"/>
                      <a:pt x="1804" y="532"/>
                      <a:pt x="1209" y="1127"/>
                    </a:cubicBezTo>
                    <a:cubicBezTo>
                      <a:pt x="615" y="1722"/>
                      <a:pt x="281" y="2529"/>
                      <a:pt x="281" y="3370"/>
                    </a:cubicBezTo>
                    <a:cubicBezTo>
                      <a:pt x="281" y="4212"/>
                      <a:pt x="615" y="5019"/>
                      <a:pt x="1209" y="5614"/>
                    </a:cubicBezTo>
                    <a:cubicBezTo>
                      <a:pt x="1804" y="6209"/>
                      <a:pt x="2611" y="6543"/>
                      <a:pt x="345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10" name="Freeform: Shape 3909">
                <a:extLst>
                  <a:ext uri="{FF2B5EF4-FFF2-40B4-BE49-F238E27FC236}">
                    <a16:creationId xmlns:a16="http://schemas.microsoft.com/office/drawing/2014/main" id="{00F40B33-A5C3-EDBC-481E-6E58D8B0A4A2}"/>
                  </a:ext>
                </a:extLst>
              </p:cNvPr>
              <p:cNvSpPr/>
              <p:nvPr/>
            </p:nvSpPr>
            <p:spPr>
              <a:xfrm>
                <a:off x="4411579" y="5990448"/>
                <a:ext cx="6343" cy="6345"/>
              </a:xfrm>
              <a:custGeom>
                <a:avLst/>
                <a:gdLst>
                  <a:gd name="connsiteX0" fmla="*/ 3452 w 6343"/>
                  <a:gd name="connsiteY0" fmla="*/ 6543 h 6345"/>
                  <a:gd name="connsiteX1" fmla="*/ 5695 w 6343"/>
                  <a:gd name="connsiteY1" fmla="*/ 5614 h 6345"/>
                  <a:gd name="connsiteX2" fmla="*/ 6624 w 6343"/>
                  <a:gd name="connsiteY2" fmla="*/ 3371 h 6345"/>
                  <a:gd name="connsiteX3" fmla="*/ 5695 w 6343"/>
                  <a:gd name="connsiteY3" fmla="*/ 1127 h 6345"/>
                  <a:gd name="connsiteX4" fmla="*/ 3452 w 6343"/>
                  <a:gd name="connsiteY4" fmla="*/ 198 h 6345"/>
                  <a:gd name="connsiteX5" fmla="*/ 1209 w 6343"/>
                  <a:gd name="connsiteY5" fmla="*/ 1127 h 6345"/>
                  <a:gd name="connsiteX6" fmla="*/ 281 w 6343"/>
                  <a:gd name="connsiteY6" fmla="*/ 3371 h 6345"/>
                  <a:gd name="connsiteX7" fmla="*/ 1209 w 6343"/>
                  <a:gd name="connsiteY7" fmla="*/ 5614 h 6345"/>
                  <a:gd name="connsiteX8" fmla="*/ 345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43"/>
                    </a:moveTo>
                    <a:cubicBezTo>
                      <a:pt x="4293" y="6543"/>
                      <a:pt x="5100" y="6209"/>
                      <a:pt x="5695" y="5614"/>
                    </a:cubicBezTo>
                    <a:cubicBezTo>
                      <a:pt x="6290" y="5019"/>
                      <a:pt x="6624" y="4212"/>
                      <a:pt x="6624" y="3371"/>
                    </a:cubicBezTo>
                    <a:cubicBezTo>
                      <a:pt x="6624" y="2529"/>
                      <a:pt x="6290" y="1722"/>
                      <a:pt x="5695" y="1127"/>
                    </a:cubicBezTo>
                    <a:cubicBezTo>
                      <a:pt x="5100" y="532"/>
                      <a:pt x="4293" y="198"/>
                      <a:pt x="3452" y="198"/>
                    </a:cubicBezTo>
                    <a:cubicBezTo>
                      <a:pt x="2611" y="198"/>
                      <a:pt x="1804" y="532"/>
                      <a:pt x="1209" y="1127"/>
                    </a:cubicBezTo>
                    <a:cubicBezTo>
                      <a:pt x="615" y="1722"/>
                      <a:pt x="281" y="2529"/>
                      <a:pt x="281" y="3371"/>
                    </a:cubicBezTo>
                    <a:cubicBezTo>
                      <a:pt x="281" y="4212"/>
                      <a:pt x="615" y="5019"/>
                      <a:pt x="1209" y="5614"/>
                    </a:cubicBezTo>
                    <a:cubicBezTo>
                      <a:pt x="1804" y="6209"/>
                      <a:pt x="2611" y="6543"/>
                      <a:pt x="345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11" name="Freeform: Shape 3910">
                <a:extLst>
                  <a:ext uri="{FF2B5EF4-FFF2-40B4-BE49-F238E27FC236}">
                    <a16:creationId xmlns:a16="http://schemas.microsoft.com/office/drawing/2014/main" id="{F9852507-1C04-3D6D-0CA5-3F3EACB1A01F}"/>
                  </a:ext>
                </a:extLst>
              </p:cNvPr>
              <p:cNvSpPr/>
              <p:nvPr/>
            </p:nvSpPr>
            <p:spPr>
              <a:xfrm>
                <a:off x="4410945" y="5994200"/>
                <a:ext cx="6343" cy="6345"/>
              </a:xfrm>
              <a:custGeom>
                <a:avLst/>
                <a:gdLst>
                  <a:gd name="connsiteX0" fmla="*/ 3452 w 6343"/>
                  <a:gd name="connsiteY0" fmla="*/ 6544 h 6345"/>
                  <a:gd name="connsiteX1" fmla="*/ 5695 w 6343"/>
                  <a:gd name="connsiteY1" fmla="*/ 5614 h 6345"/>
                  <a:gd name="connsiteX2" fmla="*/ 6624 w 6343"/>
                  <a:gd name="connsiteY2" fmla="*/ 3371 h 6345"/>
                  <a:gd name="connsiteX3" fmla="*/ 5695 w 6343"/>
                  <a:gd name="connsiteY3" fmla="*/ 1127 h 6345"/>
                  <a:gd name="connsiteX4" fmla="*/ 3452 w 6343"/>
                  <a:gd name="connsiteY4" fmla="*/ 198 h 6345"/>
                  <a:gd name="connsiteX5" fmla="*/ 1209 w 6343"/>
                  <a:gd name="connsiteY5" fmla="*/ 1127 h 6345"/>
                  <a:gd name="connsiteX6" fmla="*/ 281 w 6343"/>
                  <a:gd name="connsiteY6" fmla="*/ 3371 h 6345"/>
                  <a:gd name="connsiteX7" fmla="*/ 1209 w 6343"/>
                  <a:gd name="connsiteY7" fmla="*/ 5614 h 6345"/>
                  <a:gd name="connsiteX8" fmla="*/ 3452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44"/>
                    </a:moveTo>
                    <a:cubicBezTo>
                      <a:pt x="4293" y="6544"/>
                      <a:pt x="5100" y="6209"/>
                      <a:pt x="5695" y="5614"/>
                    </a:cubicBezTo>
                    <a:cubicBezTo>
                      <a:pt x="6289" y="5019"/>
                      <a:pt x="6624" y="4212"/>
                      <a:pt x="6624" y="3371"/>
                    </a:cubicBezTo>
                    <a:cubicBezTo>
                      <a:pt x="6624" y="2529"/>
                      <a:pt x="6289" y="1722"/>
                      <a:pt x="5695" y="1127"/>
                    </a:cubicBezTo>
                    <a:cubicBezTo>
                      <a:pt x="5100" y="532"/>
                      <a:pt x="4293" y="198"/>
                      <a:pt x="3452" y="198"/>
                    </a:cubicBezTo>
                    <a:cubicBezTo>
                      <a:pt x="2611" y="198"/>
                      <a:pt x="1804" y="532"/>
                      <a:pt x="1209" y="1127"/>
                    </a:cubicBezTo>
                    <a:cubicBezTo>
                      <a:pt x="615" y="1722"/>
                      <a:pt x="281" y="2529"/>
                      <a:pt x="281" y="3371"/>
                    </a:cubicBezTo>
                    <a:cubicBezTo>
                      <a:pt x="281" y="4212"/>
                      <a:pt x="615" y="5019"/>
                      <a:pt x="1209" y="5614"/>
                    </a:cubicBezTo>
                    <a:cubicBezTo>
                      <a:pt x="1804" y="6209"/>
                      <a:pt x="2611" y="6544"/>
                      <a:pt x="3452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12" name="Freeform: Shape 3911">
                <a:extLst>
                  <a:ext uri="{FF2B5EF4-FFF2-40B4-BE49-F238E27FC236}">
                    <a16:creationId xmlns:a16="http://schemas.microsoft.com/office/drawing/2014/main" id="{CE38AA15-0108-7CE1-994C-4918FC1CD1DC}"/>
                  </a:ext>
                </a:extLst>
              </p:cNvPr>
              <p:cNvSpPr/>
              <p:nvPr/>
            </p:nvSpPr>
            <p:spPr>
              <a:xfrm>
                <a:off x="4407688" y="5996686"/>
                <a:ext cx="6343" cy="6345"/>
              </a:xfrm>
              <a:custGeom>
                <a:avLst/>
                <a:gdLst>
                  <a:gd name="connsiteX0" fmla="*/ 3452 w 6343"/>
                  <a:gd name="connsiteY0" fmla="*/ 6544 h 6345"/>
                  <a:gd name="connsiteX1" fmla="*/ 5694 w 6343"/>
                  <a:gd name="connsiteY1" fmla="*/ 5615 h 6345"/>
                  <a:gd name="connsiteX2" fmla="*/ 6623 w 6343"/>
                  <a:gd name="connsiteY2" fmla="*/ 3371 h 6345"/>
                  <a:gd name="connsiteX3" fmla="*/ 5694 w 6343"/>
                  <a:gd name="connsiteY3" fmla="*/ 1128 h 6345"/>
                  <a:gd name="connsiteX4" fmla="*/ 3452 w 6343"/>
                  <a:gd name="connsiteY4" fmla="*/ 198 h 6345"/>
                  <a:gd name="connsiteX5" fmla="*/ 1209 w 6343"/>
                  <a:gd name="connsiteY5" fmla="*/ 1128 h 6345"/>
                  <a:gd name="connsiteX6" fmla="*/ 280 w 6343"/>
                  <a:gd name="connsiteY6" fmla="*/ 3371 h 6345"/>
                  <a:gd name="connsiteX7" fmla="*/ 1209 w 6343"/>
                  <a:gd name="connsiteY7" fmla="*/ 5615 h 6345"/>
                  <a:gd name="connsiteX8" fmla="*/ 3452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44"/>
                    </a:moveTo>
                    <a:cubicBezTo>
                      <a:pt x="4293" y="6544"/>
                      <a:pt x="5100" y="6209"/>
                      <a:pt x="5694" y="5615"/>
                    </a:cubicBezTo>
                    <a:cubicBezTo>
                      <a:pt x="6289" y="5020"/>
                      <a:pt x="6623" y="4212"/>
                      <a:pt x="6623" y="3371"/>
                    </a:cubicBezTo>
                    <a:cubicBezTo>
                      <a:pt x="6623" y="2530"/>
                      <a:pt x="6289" y="1723"/>
                      <a:pt x="5694" y="1128"/>
                    </a:cubicBezTo>
                    <a:cubicBezTo>
                      <a:pt x="5100" y="533"/>
                      <a:pt x="4293" y="198"/>
                      <a:pt x="3452" y="198"/>
                    </a:cubicBezTo>
                    <a:cubicBezTo>
                      <a:pt x="2611" y="198"/>
                      <a:pt x="1804" y="533"/>
                      <a:pt x="1209" y="1128"/>
                    </a:cubicBezTo>
                    <a:cubicBezTo>
                      <a:pt x="614" y="1723"/>
                      <a:pt x="280" y="2530"/>
                      <a:pt x="280" y="3371"/>
                    </a:cubicBezTo>
                    <a:cubicBezTo>
                      <a:pt x="280" y="4212"/>
                      <a:pt x="614" y="5020"/>
                      <a:pt x="1209" y="5615"/>
                    </a:cubicBezTo>
                    <a:cubicBezTo>
                      <a:pt x="1804" y="6209"/>
                      <a:pt x="2611" y="6544"/>
                      <a:pt x="3452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13" name="Freeform: Shape 3912">
                <a:extLst>
                  <a:ext uri="{FF2B5EF4-FFF2-40B4-BE49-F238E27FC236}">
                    <a16:creationId xmlns:a16="http://schemas.microsoft.com/office/drawing/2014/main" id="{834AAD05-F2F6-873B-2986-1CDE1CD73DD3}"/>
                  </a:ext>
                </a:extLst>
              </p:cNvPr>
              <p:cNvSpPr/>
              <p:nvPr/>
            </p:nvSpPr>
            <p:spPr>
              <a:xfrm>
                <a:off x="4400136" y="5997015"/>
                <a:ext cx="6343" cy="6345"/>
              </a:xfrm>
              <a:custGeom>
                <a:avLst/>
                <a:gdLst>
                  <a:gd name="connsiteX0" fmla="*/ 3451 w 6343"/>
                  <a:gd name="connsiteY0" fmla="*/ 6544 h 6345"/>
                  <a:gd name="connsiteX1" fmla="*/ 5694 w 6343"/>
                  <a:gd name="connsiteY1" fmla="*/ 5615 h 6345"/>
                  <a:gd name="connsiteX2" fmla="*/ 6623 w 6343"/>
                  <a:gd name="connsiteY2" fmla="*/ 3371 h 6345"/>
                  <a:gd name="connsiteX3" fmla="*/ 5694 w 6343"/>
                  <a:gd name="connsiteY3" fmla="*/ 1128 h 6345"/>
                  <a:gd name="connsiteX4" fmla="*/ 3451 w 6343"/>
                  <a:gd name="connsiteY4" fmla="*/ 198 h 6345"/>
                  <a:gd name="connsiteX5" fmla="*/ 1209 w 6343"/>
                  <a:gd name="connsiteY5" fmla="*/ 1128 h 6345"/>
                  <a:gd name="connsiteX6" fmla="*/ 280 w 6343"/>
                  <a:gd name="connsiteY6" fmla="*/ 3371 h 6345"/>
                  <a:gd name="connsiteX7" fmla="*/ 1209 w 6343"/>
                  <a:gd name="connsiteY7" fmla="*/ 5615 h 6345"/>
                  <a:gd name="connsiteX8" fmla="*/ 3451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544"/>
                    </a:moveTo>
                    <a:cubicBezTo>
                      <a:pt x="4292" y="6544"/>
                      <a:pt x="5099" y="6209"/>
                      <a:pt x="5694" y="5615"/>
                    </a:cubicBezTo>
                    <a:cubicBezTo>
                      <a:pt x="6289" y="5020"/>
                      <a:pt x="6623" y="4212"/>
                      <a:pt x="6623" y="3371"/>
                    </a:cubicBezTo>
                    <a:cubicBezTo>
                      <a:pt x="6623" y="2530"/>
                      <a:pt x="6289" y="1723"/>
                      <a:pt x="5694" y="1128"/>
                    </a:cubicBezTo>
                    <a:cubicBezTo>
                      <a:pt x="5099" y="533"/>
                      <a:pt x="4292" y="198"/>
                      <a:pt x="3451" y="198"/>
                    </a:cubicBezTo>
                    <a:cubicBezTo>
                      <a:pt x="2610" y="198"/>
                      <a:pt x="1803" y="533"/>
                      <a:pt x="1209" y="1128"/>
                    </a:cubicBezTo>
                    <a:cubicBezTo>
                      <a:pt x="614" y="1723"/>
                      <a:pt x="280" y="2530"/>
                      <a:pt x="280" y="3371"/>
                    </a:cubicBezTo>
                    <a:cubicBezTo>
                      <a:pt x="280" y="4212"/>
                      <a:pt x="614" y="5020"/>
                      <a:pt x="1209" y="5615"/>
                    </a:cubicBezTo>
                    <a:cubicBezTo>
                      <a:pt x="1803" y="6209"/>
                      <a:pt x="2610" y="6544"/>
                      <a:pt x="3451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14" name="Freeform: Shape 3913">
                <a:extLst>
                  <a:ext uri="{FF2B5EF4-FFF2-40B4-BE49-F238E27FC236}">
                    <a16:creationId xmlns:a16="http://schemas.microsoft.com/office/drawing/2014/main" id="{A528B5F2-7EBB-DD36-9369-AF1F0BAAD039}"/>
                  </a:ext>
                </a:extLst>
              </p:cNvPr>
              <p:cNvSpPr/>
              <p:nvPr/>
            </p:nvSpPr>
            <p:spPr>
              <a:xfrm>
                <a:off x="4390949" y="5996430"/>
                <a:ext cx="6343" cy="6345"/>
              </a:xfrm>
              <a:custGeom>
                <a:avLst/>
                <a:gdLst>
                  <a:gd name="connsiteX0" fmla="*/ 3451 w 6343"/>
                  <a:gd name="connsiteY0" fmla="*/ 6544 h 6345"/>
                  <a:gd name="connsiteX1" fmla="*/ 5693 w 6343"/>
                  <a:gd name="connsiteY1" fmla="*/ 5614 h 6345"/>
                  <a:gd name="connsiteX2" fmla="*/ 6622 w 6343"/>
                  <a:gd name="connsiteY2" fmla="*/ 3371 h 6345"/>
                  <a:gd name="connsiteX3" fmla="*/ 5693 w 6343"/>
                  <a:gd name="connsiteY3" fmla="*/ 1128 h 6345"/>
                  <a:gd name="connsiteX4" fmla="*/ 3451 w 6343"/>
                  <a:gd name="connsiteY4" fmla="*/ 198 h 6345"/>
                  <a:gd name="connsiteX5" fmla="*/ 1208 w 6343"/>
                  <a:gd name="connsiteY5" fmla="*/ 1128 h 6345"/>
                  <a:gd name="connsiteX6" fmla="*/ 279 w 6343"/>
                  <a:gd name="connsiteY6" fmla="*/ 3371 h 6345"/>
                  <a:gd name="connsiteX7" fmla="*/ 1208 w 6343"/>
                  <a:gd name="connsiteY7" fmla="*/ 5614 h 6345"/>
                  <a:gd name="connsiteX8" fmla="*/ 3451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544"/>
                    </a:moveTo>
                    <a:cubicBezTo>
                      <a:pt x="4292" y="6544"/>
                      <a:pt x="5098" y="6209"/>
                      <a:pt x="5693" y="5614"/>
                    </a:cubicBezTo>
                    <a:cubicBezTo>
                      <a:pt x="6288" y="5020"/>
                      <a:pt x="6622" y="4212"/>
                      <a:pt x="6622" y="3371"/>
                    </a:cubicBezTo>
                    <a:cubicBezTo>
                      <a:pt x="6622" y="2530"/>
                      <a:pt x="6288" y="1723"/>
                      <a:pt x="5693" y="1128"/>
                    </a:cubicBezTo>
                    <a:cubicBezTo>
                      <a:pt x="5098" y="533"/>
                      <a:pt x="4292" y="198"/>
                      <a:pt x="3451" y="198"/>
                    </a:cubicBezTo>
                    <a:cubicBezTo>
                      <a:pt x="2609" y="198"/>
                      <a:pt x="1803" y="533"/>
                      <a:pt x="1208" y="1128"/>
                    </a:cubicBezTo>
                    <a:cubicBezTo>
                      <a:pt x="613" y="1723"/>
                      <a:pt x="279" y="2530"/>
                      <a:pt x="279" y="3371"/>
                    </a:cubicBezTo>
                    <a:cubicBezTo>
                      <a:pt x="279" y="4212"/>
                      <a:pt x="613" y="5020"/>
                      <a:pt x="1208" y="5614"/>
                    </a:cubicBezTo>
                    <a:cubicBezTo>
                      <a:pt x="1803" y="6209"/>
                      <a:pt x="2609" y="6544"/>
                      <a:pt x="3451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15" name="Freeform: Shape 3914">
                <a:extLst>
                  <a:ext uri="{FF2B5EF4-FFF2-40B4-BE49-F238E27FC236}">
                    <a16:creationId xmlns:a16="http://schemas.microsoft.com/office/drawing/2014/main" id="{D1C0189E-FD61-4214-47E4-47324F326230}"/>
                  </a:ext>
                </a:extLst>
              </p:cNvPr>
              <p:cNvSpPr/>
              <p:nvPr/>
            </p:nvSpPr>
            <p:spPr>
              <a:xfrm>
                <a:off x="4382001" y="5995850"/>
                <a:ext cx="6343" cy="6345"/>
              </a:xfrm>
              <a:custGeom>
                <a:avLst/>
                <a:gdLst>
                  <a:gd name="connsiteX0" fmla="*/ 3450 w 6343"/>
                  <a:gd name="connsiteY0" fmla="*/ 6544 h 6345"/>
                  <a:gd name="connsiteX1" fmla="*/ 5692 w 6343"/>
                  <a:gd name="connsiteY1" fmla="*/ 5614 h 6345"/>
                  <a:gd name="connsiteX2" fmla="*/ 6621 w 6343"/>
                  <a:gd name="connsiteY2" fmla="*/ 3371 h 6345"/>
                  <a:gd name="connsiteX3" fmla="*/ 5692 w 6343"/>
                  <a:gd name="connsiteY3" fmla="*/ 1128 h 6345"/>
                  <a:gd name="connsiteX4" fmla="*/ 3450 w 6343"/>
                  <a:gd name="connsiteY4" fmla="*/ 198 h 6345"/>
                  <a:gd name="connsiteX5" fmla="*/ 1207 w 6343"/>
                  <a:gd name="connsiteY5" fmla="*/ 1128 h 6345"/>
                  <a:gd name="connsiteX6" fmla="*/ 278 w 6343"/>
                  <a:gd name="connsiteY6" fmla="*/ 3371 h 6345"/>
                  <a:gd name="connsiteX7" fmla="*/ 1207 w 6343"/>
                  <a:gd name="connsiteY7" fmla="*/ 5614 h 6345"/>
                  <a:gd name="connsiteX8" fmla="*/ 3450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0" y="6544"/>
                    </a:moveTo>
                    <a:cubicBezTo>
                      <a:pt x="4291" y="6544"/>
                      <a:pt x="5098" y="6209"/>
                      <a:pt x="5692" y="5614"/>
                    </a:cubicBezTo>
                    <a:cubicBezTo>
                      <a:pt x="6287" y="5019"/>
                      <a:pt x="6621" y="4212"/>
                      <a:pt x="6621" y="3371"/>
                    </a:cubicBezTo>
                    <a:cubicBezTo>
                      <a:pt x="6621" y="2530"/>
                      <a:pt x="6287" y="1723"/>
                      <a:pt x="5692" y="1128"/>
                    </a:cubicBezTo>
                    <a:cubicBezTo>
                      <a:pt x="5098" y="533"/>
                      <a:pt x="4291" y="198"/>
                      <a:pt x="3450" y="198"/>
                    </a:cubicBezTo>
                    <a:cubicBezTo>
                      <a:pt x="2609" y="198"/>
                      <a:pt x="1802" y="533"/>
                      <a:pt x="1207" y="1128"/>
                    </a:cubicBezTo>
                    <a:cubicBezTo>
                      <a:pt x="612" y="1723"/>
                      <a:pt x="278" y="2530"/>
                      <a:pt x="278" y="3371"/>
                    </a:cubicBezTo>
                    <a:cubicBezTo>
                      <a:pt x="278" y="4212"/>
                      <a:pt x="612" y="5019"/>
                      <a:pt x="1207" y="5614"/>
                    </a:cubicBezTo>
                    <a:cubicBezTo>
                      <a:pt x="1802" y="6209"/>
                      <a:pt x="2609" y="6544"/>
                      <a:pt x="3450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16" name="Freeform: Shape 3915">
                <a:extLst>
                  <a:ext uri="{FF2B5EF4-FFF2-40B4-BE49-F238E27FC236}">
                    <a16:creationId xmlns:a16="http://schemas.microsoft.com/office/drawing/2014/main" id="{B8E3E3A3-1B2F-50E9-1DAD-44D8240D3D06}"/>
                  </a:ext>
                </a:extLst>
              </p:cNvPr>
              <p:cNvSpPr/>
              <p:nvPr/>
            </p:nvSpPr>
            <p:spPr>
              <a:xfrm>
                <a:off x="4373794" y="5995541"/>
                <a:ext cx="6343" cy="6345"/>
              </a:xfrm>
              <a:custGeom>
                <a:avLst/>
                <a:gdLst>
                  <a:gd name="connsiteX0" fmla="*/ 3449 w 6343"/>
                  <a:gd name="connsiteY0" fmla="*/ 6544 h 6345"/>
                  <a:gd name="connsiteX1" fmla="*/ 5692 w 6343"/>
                  <a:gd name="connsiteY1" fmla="*/ 5614 h 6345"/>
                  <a:gd name="connsiteX2" fmla="*/ 6621 w 6343"/>
                  <a:gd name="connsiteY2" fmla="*/ 3371 h 6345"/>
                  <a:gd name="connsiteX3" fmla="*/ 5692 w 6343"/>
                  <a:gd name="connsiteY3" fmla="*/ 1128 h 6345"/>
                  <a:gd name="connsiteX4" fmla="*/ 3449 w 6343"/>
                  <a:gd name="connsiteY4" fmla="*/ 198 h 6345"/>
                  <a:gd name="connsiteX5" fmla="*/ 1207 w 6343"/>
                  <a:gd name="connsiteY5" fmla="*/ 1128 h 6345"/>
                  <a:gd name="connsiteX6" fmla="*/ 278 w 6343"/>
                  <a:gd name="connsiteY6" fmla="*/ 3371 h 6345"/>
                  <a:gd name="connsiteX7" fmla="*/ 1207 w 6343"/>
                  <a:gd name="connsiteY7" fmla="*/ 5614 h 6345"/>
                  <a:gd name="connsiteX8" fmla="*/ 3449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544"/>
                    </a:moveTo>
                    <a:cubicBezTo>
                      <a:pt x="4290" y="6544"/>
                      <a:pt x="5097" y="6209"/>
                      <a:pt x="5692" y="5614"/>
                    </a:cubicBezTo>
                    <a:cubicBezTo>
                      <a:pt x="6287" y="5019"/>
                      <a:pt x="6621" y="4212"/>
                      <a:pt x="6621" y="3371"/>
                    </a:cubicBezTo>
                    <a:cubicBezTo>
                      <a:pt x="6621" y="2530"/>
                      <a:pt x="6287" y="1722"/>
                      <a:pt x="5692" y="1128"/>
                    </a:cubicBezTo>
                    <a:cubicBezTo>
                      <a:pt x="5097" y="533"/>
                      <a:pt x="4290" y="198"/>
                      <a:pt x="3449" y="198"/>
                    </a:cubicBezTo>
                    <a:cubicBezTo>
                      <a:pt x="2608" y="198"/>
                      <a:pt x="1801" y="533"/>
                      <a:pt x="1207" y="1128"/>
                    </a:cubicBezTo>
                    <a:cubicBezTo>
                      <a:pt x="612" y="1722"/>
                      <a:pt x="278" y="2530"/>
                      <a:pt x="278" y="3371"/>
                    </a:cubicBezTo>
                    <a:cubicBezTo>
                      <a:pt x="278" y="4212"/>
                      <a:pt x="612" y="5019"/>
                      <a:pt x="1207" y="5614"/>
                    </a:cubicBezTo>
                    <a:cubicBezTo>
                      <a:pt x="1801" y="6209"/>
                      <a:pt x="2608" y="6544"/>
                      <a:pt x="3449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17" name="Freeform: Shape 3916">
                <a:extLst>
                  <a:ext uri="{FF2B5EF4-FFF2-40B4-BE49-F238E27FC236}">
                    <a16:creationId xmlns:a16="http://schemas.microsoft.com/office/drawing/2014/main" id="{497E46EC-9CC2-6DA8-9CBC-F497A1D28877}"/>
                  </a:ext>
                </a:extLst>
              </p:cNvPr>
              <p:cNvSpPr/>
              <p:nvPr/>
            </p:nvSpPr>
            <p:spPr>
              <a:xfrm>
                <a:off x="4365108" y="5994877"/>
                <a:ext cx="6343" cy="6345"/>
              </a:xfrm>
              <a:custGeom>
                <a:avLst/>
                <a:gdLst>
                  <a:gd name="connsiteX0" fmla="*/ 3448 w 6343"/>
                  <a:gd name="connsiteY0" fmla="*/ 6544 h 6345"/>
                  <a:gd name="connsiteX1" fmla="*/ 5691 w 6343"/>
                  <a:gd name="connsiteY1" fmla="*/ 5614 h 6345"/>
                  <a:gd name="connsiteX2" fmla="*/ 6620 w 6343"/>
                  <a:gd name="connsiteY2" fmla="*/ 3371 h 6345"/>
                  <a:gd name="connsiteX3" fmla="*/ 5691 w 6343"/>
                  <a:gd name="connsiteY3" fmla="*/ 1127 h 6345"/>
                  <a:gd name="connsiteX4" fmla="*/ 3448 w 6343"/>
                  <a:gd name="connsiteY4" fmla="*/ 198 h 6345"/>
                  <a:gd name="connsiteX5" fmla="*/ 1206 w 6343"/>
                  <a:gd name="connsiteY5" fmla="*/ 1127 h 6345"/>
                  <a:gd name="connsiteX6" fmla="*/ 277 w 6343"/>
                  <a:gd name="connsiteY6" fmla="*/ 3371 h 6345"/>
                  <a:gd name="connsiteX7" fmla="*/ 1206 w 6343"/>
                  <a:gd name="connsiteY7" fmla="*/ 5614 h 6345"/>
                  <a:gd name="connsiteX8" fmla="*/ 3448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4"/>
                    </a:moveTo>
                    <a:cubicBezTo>
                      <a:pt x="4290" y="6544"/>
                      <a:pt x="5096" y="6209"/>
                      <a:pt x="5691" y="5614"/>
                    </a:cubicBezTo>
                    <a:cubicBezTo>
                      <a:pt x="6286" y="5019"/>
                      <a:pt x="6620" y="4212"/>
                      <a:pt x="6620" y="3371"/>
                    </a:cubicBezTo>
                    <a:cubicBezTo>
                      <a:pt x="6620" y="2529"/>
                      <a:pt x="6286" y="1722"/>
                      <a:pt x="5691" y="1127"/>
                    </a:cubicBezTo>
                    <a:cubicBezTo>
                      <a:pt x="5096" y="533"/>
                      <a:pt x="4290" y="198"/>
                      <a:pt x="3448" y="198"/>
                    </a:cubicBezTo>
                    <a:cubicBezTo>
                      <a:pt x="2607" y="198"/>
                      <a:pt x="1801" y="533"/>
                      <a:pt x="1206" y="1127"/>
                    </a:cubicBezTo>
                    <a:cubicBezTo>
                      <a:pt x="611" y="1722"/>
                      <a:pt x="277" y="2529"/>
                      <a:pt x="277" y="3371"/>
                    </a:cubicBezTo>
                    <a:cubicBezTo>
                      <a:pt x="277" y="4212"/>
                      <a:pt x="611" y="5019"/>
                      <a:pt x="1206" y="5614"/>
                    </a:cubicBezTo>
                    <a:cubicBezTo>
                      <a:pt x="1801" y="6209"/>
                      <a:pt x="2607" y="6544"/>
                      <a:pt x="3448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18" name="Freeform: Shape 3917">
                <a:extLst>
                  <a:ext uri="{FF2B5EF4-FFF2-40B4-BE49-F238E27FC236}">
                    <a16:creationId xmlns:a16="http://schemas.microsoft.com/office/drawing/2014/main" id="{8DEF9DF5-4CE8-48B5-73AF-03B87DB0214C}"/>
                  </a:ext>
                </a:extLst>
              </p:cNvPr>
              <p:cNvSpPr/>
              <p:nvPr/>
            </p:nvSpPr>
            <p:spPr>
              <a:xfrm>
                <a:off x="4356115" y="5993937"/>
                <a:ext cx="6343" cy="6345"/>
              </a:xfrm>
              <a:custGeom>
                <a:avLst/>
                <a:gdLst>
                  <a:gd name="connsiteX0" fmla="*/ 3448 w 6343"/>
                  <a:gd name="connsiteY0" fmla="*/ 6544 h 6345"/>
                  <a:gd name="connsiteX1" fmla="*/ 5690 w 6343"/>
                  <a:gd name="connsiteY1" fmla="*/ 5614 h 6345"/>
                  <a:gd name="connsiteX2" fmla="*/ 6619 w 6343"/>
                  <a:gd name="connsiteY2" fmla="*/ 3371 h 6345"/>
                  <a:gd name="connsiteX3" fmla="*/ 5690 w 6343"/>
                  <a:gd name="connsiteY3" fmla="*/ 1127 h 6345"/>
                  <a:gd name="connsiteX4" fmla="*/ 3448 w 6343"/>
                  <a:gd name="connsiteY4" fmla="*/ 198 h 6345"/>
                  <a:gd name="connsiteX5" fmla="*/ 1205 w 6343"/>
                  <a:gd name="connsiteY5" fmla="*/ 1127 h 6345"/>
                  <a:gd name="connsiteX6" fmla="*/ 276 w 6343"/>
                  <a:gd name="connsiteY6" fmla="*/ 3371 h 6345"/>
                  <a:gd name="connsiteX7" fmla="*/ 1205 w 6343"/>
                  <a:gd name="connsiteY7" fmla="*/ 5614 h 6345"/>
                  <a:gd name="connsiteX8" fmla="*/ 3448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4"/>
                    </a:moveTo>
                    <a:cubicBezTo>
                      <a:pt x="4289" y="6544"/>
                      <a:pt x="5096" y="6209"/>
                      <a:pt x="5690" y="5614"/>
                    </a:cubicBezTo>
                    <a:cubicBezTo>
                      <a:pt x="6285" y="5019"/>
                      <a:pt x="6619" y="4212"/>
                      <a:pt x="6619" y="3371"/>
                    </a:cubicBezTo>
                    <a:cubicBezTo>
                      <a:pt x="6619" y="2529"/>
                      <a:pt x="6285" y="1722"/>
                      <a:pt x="5690" y="1127"/>
                    </a:cubicBezTo>
                    <a:cubicBezTo>
                      <a:pt x="5096" y="532"/>
                      <a:pt x="4289" y="198"/>
                      <a:pt x="3448" y="198"/>
                    </a:cubicBezTo>
                    <a:cubicBezTo>
                      <a:pt x="2607" y="198"/>
                      <a:pt x="1800" y="532"/>
                      <a:pt x="1205" y="1127"/>
                    </a:cubicBezTo>
                    <a:cubicBezTo>
                      <a:pt x="610" y="1722"/>
                      <a:pt x="276" y="2529"/>
                      <a:pt x="276" y="3371"/>
                    </a:cubicBezTo>
                    <a:cubicBezTo>
                      <a:pt x="276" y="4212"/>
                      <a:pt x="610" y="5019"/>
                      <a:pt x="1205" y="5614"/>
                    </a:cubicBezTo>
                    <a:cubicBezTo>
                      <a:pt x="1800" y="6209"/>
                      <a:pt x="2607" y="6544"/>
                      <a:pt x="3448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19" name="Freeform: Shape 3918">
                <a:extLst>
                  <a:ext uri="{FF2B5EF4-FFF2-40B4-BE49-F238E27FC236}">
                    <a16:creationId xmlns:a16="http://schemas.microsoft.com/office/drawing/2014/main" id="{B87F45AD-ED09-5112-F7C3-96A8337DC6DA}"/>
                  </a:ext>
                </a:extLst>
              </p:cNvPr>
              <p:cNvSpPr/>
              <p:nvPr/>
            </p:nvSpPr>
            <p:spPr>
              <a:xfrm>
                <a:off x="4348068" y="5993393"/>
                <a:ext cx="6343" cy="6345"/>
              </a:xfrm>
              <a:custGeom>
                <a:avLst/>
                <a:gdLst>
                  <a:gd name="connsiteX0" fmla="*/ 3447 w 6343"/>
                  <a:gd name="connsiteY0" fmla="*/ 6544 h 6345"/>
                  <a:gd name="connsiteX1" fmla="*/ 5690 w 6343"/>
                  <a:gd name="connsiteY1" fmla="*/ 5614 h 6345"/>
                  <a:gd name="connsiteX2" fmla="*/ 6619 w 6343"/>
                  <a:gd name="connsiteY2" fmla="*/ 3371 h 6345"/>
                  <a:gd name="connsiteX3" fmla="*/ 5690 w 6343"/>
                  <a:gd name="connsiteY3" fmla="*/ 1127 h 6345"/>
                  <a:gd name="connsiteX4" fmla="*/ 3447 w 6343"/>
                  <a:gd name="connsiteY4" fmla="*/ 198 h 6345"/>
                  <a:gd name="connsiteX5" fmla="*/ 1204 w 6343"/>
                  <a:gd name="connsiteY5" fmla="*/ 1127 h 6345"/>
                  <a:gd name="connsiteX6" fmla="*/ 276 w 6343"/>
                  <a:gd name="connsiteY6" fmla="*/ 3371 h 6345"/>
                  <a:gd name="connsiteX7" fmla="*/ 1204 w 6343"/>
                  <a:gd name="connsiteY7" fmla="*/ 5614 h 6345"/>
                  <a:gd name="connsiteX8" fmla="*/ 3447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44"/>
                    </a:moveTo>
                    <a:cubicBezTo>
                      <a:pt x="4288" y="6544"/>
                      <a:pt x="5095" y="6209"/>
                      <a:pt x="5690" y="5614"/>
                    </a:cubicBezTo>
                    <a:cubicBezTo>
                      <a:pt x="6284" y="5019"/>
                      <a:pt x="6619" y="4212"/>
                      <a:pt x="6619" y="3371"/>
                    </a:cubicBezTo>
                    <a:cubicBezTo>
                      <a:pt x="6619" y="2529"/>
                      <a:pt x="6284" y="1722"/>
                      <a:pt x="5690" y="1127"/>
                    </a:cubicBezTo>
                    <a:cubicBezTo>
                      <a:pt x="5095" y="532"/>
                      <a:pt x="4288" y="198"/>
                      <a:pt x="3447" y="198"/>
                    </a:cubicBezTo>
                    <a:cubicBezTo>
                      <a:pt x="2606" y="198"/>
                      <a:pt x="1799" y="532"/>
                      <a:pt x="1204" y="1127"/>
                    </a:cubicBezTo>
                    <a:cubicBezTo>
                      <a:pt x="610" y="1722"/>
                      <a:pt x="276" y="2529"/>
                      <a:pt x="276" y="3371"/>
                    </a:cubicBezTo>
                    <a:cubicBezTo>
                      <a:pt x="276" y="4212"/>
                      <a:pt x="610" y="5019"/>
                      <a:pt x="1204" y="5614"/>
                    </a:cubicBezTo>
                    <a:cubicBezTo>
                      <a:pt x="1799" y="6209"/>
                      <a:pt x="2606" y="6544"/>
                      <a:pt x="3447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20" name="Freeform: Shape 3919">
                <a:extLst>
                  <a:ext uri="{FF2B5EF4-FFF2-40B4-BE49-F238E27FC236}">
                    <a16:creationId xmlns:a16="http://schemas.microsoft.com/office/drawing/2014/main" id="{A26B16B1-E3E6-16A0-A415-55ABE449FEE3}"/>
                  </a:ext>
                </a:extLst>
              </p:cNvPr>
              <p:cNvSpPr/>
              <p:nvPr/>
            </p:nvSpPr>
            <p:spPr>
              <a:xfrm>
                <a:off x="4341000" y="5993287"/>
                <a:ext cx="6343" cy="6345"/>
              </a:xfrm>
              <a:custGeom>
                <a:avLst/>
                <a:gdLst>
                  <a:gd name="connsiteX0" fmla="*/ 3447 w 6343"/>
                  <a:gd name="connsiteY0" fmla="*/ 6543 h 6345"/>
                  <a:gd name="connsiteX1" fmla="*/ 5689 w 6343"/>
                  <a:gd name="connsiteY1" fmla="*/ 5614 h 6345"/>
                  <a:gd name="connsiteX2" fmla="*/ 6618 w 6343"/>
                  <a:gd name="connsiteY2" fmla="*/ 3371 h 6345"/>
                  <a:gd name="connsiteX3" fmla="*/ 5689 w 6343"/>
                  <a:gd name="connsiteY3" fmla="*/ 1127 h 6345"/>
                  <a:gd name="connsiteX4" fmla="*/ 3447 w 6343"/>
                  <a:gd name="connsiteY4" fmla="*/ 198 h 6345"/>
                  <a:gd name="connsiteX5" fmla="*/ 1204 w 6343"/>
                  <a:gd name="connsiteY5" fmla="*/ 1127 h 6345"/>
                  <a:gd name="connsiteX6" fmla="*/ 275 w 6343"/>
                  <a:gd name="connsiteY6" fmla="*/ 3371 h 6345"/>
                  <a:gd name="connsiteX7" fmla="*/ 1204 w 6343"/>
                  <a:gd name="connsiteY7" fmla="*/ 5614 h 6345"/>
                  <a:gd name="connsiteX8" fmla="*/ 344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43"/>
                    </a:moveTo>
                    <a:cubicBezTo>
                      <a:pt x="4288" y="6543"/>
                      <a:pt x="5094" y="6209"/>
                      <a:pt x="5689" y="5614"/>
                    </a:cubicBezTo>
                    <a:cubicBezTo>
                      <a:pt x="6284" y="5019"/>
                      <a:pt x="6618" y="4212"/>
                      <a:pt x="6618" y="3371"/>
                    </a:cubicBezTo>
                    <a:cubicBezTo>
                      <a:pt x="6618" y="2529"/>
                      <a:pt x="6284" y="1722"/>
                      <a:pt x="5689" y="1127"/>
                    </a:cubicBezTo>
                    <a:cubicBezTo>
                      <a:pt x="5094" y="532"/>
                      <a:pt x="4288" y="198"/>
                      <a:pt x="3447" y="198"/>
                    </a:cubicBezTo>
                    <a:cubicBezTo>
                      <a:pt x="2605" y="198"/>
                      <a:pt x="1799" y="532"/>
                      <a:pt x="1204" y="1127"/>
                    </a:cubicBezTo>
                    <a:cubicBezTo>
                      <a:pt x="609" y="1722"/>
                      <a:pt x="275" y="2529"/>
                      <a:pt x="275" y="3371"/>
                    </a:cubicBezTo>
                    <a:cubicBezTo>
                      <a:pt x="275" y="4212"/>
                      <a:pt x="609" y="5019"/>
                      <a:pt x="1204" y="5614"/>
                    </a:cubicBezTo>
                    <a:cubicBezTo>
                      <a:pt x="1799" y="6209"/>
                      <a:pt x="2605" y="6543"/>
                      <a:pt x="344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21" name="Freeform: Shape 3920">
                <a:extLst>
                  <a:ext uri="{FF2B5EF4-FFF2-40B4-BE49-F238E27FC236}">
                    <a16:creationId xmlns:a16="http://schemas.microsoft.com/office/drawing/2014/main" id="{6DD71694-279B-72E0-C86C-87A385647E3E}"/>
                  </a:ext>
                </a:extLst>
              </p:cNvPr>
              <p:cNvSpPr/>
              <p:nvPr/>
            </p:nvSpPr>
            <p:spPr>
              <a:xfrm>
                <a:off x="4333539" y="5992872"/>
                <a:ext cx="6343" cy="6345"/>
              </a:xfrm>
              <a:custGeom>
                <a:avLst/>
                <a:gdLst>
                  <a:gd name="connsiteX0" fmla="*/ 3446 w 6343"/>
                  <a:gd name="connsiteY0" fmla="*/ 6543 h 6345"/>
                  <a:gd name="connsiteX1" fmla="*/ 5689 w 6343"/>
                  <a:gd name="connsiteY1" fmla="*/ 5614 h 6345"/>
                  <a:gd name="connsiteX2" fmla="*/ 6618 w 6343"/>
                  <a:gd name="connsiteY2" fmla="*/ 3371 h 6345"/>
                  <a:gd name="connsiteX3" fmla="*/ 5689 w 6343"/>
                  <a:gd name="connsiteY3" fmla="*/ 1127 h 6345"/>
                  <a:gd name="connsiteX4" fmla="*/ 3446 w 6343"/>
                  <a:gd name="connsiteY4" fmla="*/ 198 h 6345"/>
                  <a:gd name="connsiteX5" fmla="*/ 1203 w 6343"/>
                  <a:gd name="connsiteY5" fmla="*/ 1127 h 6345"/>
                  <a:gd name="connsiteX6" fmla="*/ 274 w 6343"/>
                  <a:gd name="connsiteY6" fmla="*/ 3371 h 6345"/>
                  <a:gd name="connsiteX7" fmla="*/ 1203 w 6343"/>
                  <a:gd name="connsiteY7" fmla="*/ 5614 h 6345"/>
                  <a:gd name="connsiteX8" fmla="*/ 344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43"/>
                    </a:moveTo>
                    <a:cubicBezTo>
                      <a:pt x="4287" y="6543"/>
                      <a:pt x="5094" y="6209"/>
                      <a:pt x="5689" y="5614"/>
                    </a:cubicBezTo>
                    <a:cubicBezTo>
                      <a:pt x="6283" y="5019"/>
                      <a:pt x="6618" y="4212"/>
                      <a:pt x="6618" y="3371"/>
                    </a:cubicBezTo>
                    <a:cubicBezTo>
                      <a:pt x="6618" y="2529"/>
                      <a:pt x="6283" y="1722"/>
                      <a:pt x="5689" y="1127"/>
                    </a:cubicBezTo>
                    <a:cubicBezTo>
                      <a:pt x="5094" y="532"/>
                      <a:pt x="4287" y="198"/>
                      <a:pt x="3446" y="198"/>
                    </a:cubicBezTo>
                    <a:cubicBezTo>
                      <a:pt x="2605" y="198"/>
                      <a:pt x="1798" y="532"/>
                      <a:pt x="1203" y="1127"/>
                    </a:cubicBezTo>
                    <a:cubicBezTo>
                      <a:pt x="609" y="1722"/>
                      <a:pt x="274" y="2529"/>
                      <a:pt x="274" y="3371"/>
                    </a:cubicBezTo>
                    <a:cubicBezTo>
                      <a:pt x="274" y="4212"/>
                      <a:pt x="609" y="5019"/>
                      <a:pt x="1203" y="5614"/>
                    </a:cubicBezTo>
                    <a:cubicBezTo>
                      <a:pt x="1798" y="6209"/>
                      <a:pt x="2605" y="6543"/>
                      <a:pt x="344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22" name="Freeform: Shape 3921">
                <a:extLst>
                  <a:ext uri="{FF2B5EF4-FFF2-40B4-BE49-F238E27FC236}">
                    <a16:creationId xmlns:a16="http://schemas.microsoft.com/office/drawing/2014/main" id="{507D4374-7EDE-C273-51C1-EF9E20F94D31}"/>
                  </a:ext>
                </a:extLst>
              </p:cNvPr>
              <p:cNvSpPr/>
              <p:nvPr/>
            </p:nvSpPr>
            <p:spPr>
              <a:xfrm>
                <a:off x="4326512" y="5992610"/>
                <a:ext cx="6343" cy="6345"/>
              </a:xfrm>
              <a:custGeom>
                <a:avLst/>
                <a:gdLst>
                  <a:gd name="connsiteX0" fmla="*/ 3445 w 6343"/>
                  <a:gd name="connsiteY0" fmla="*/ 6543 h 6345"/>
                  <a:gd name="connsiteX1" fmla="*/ 5688 w 6343"/>
                  <a:gd name="connsiteY1" fmla="*/ 5614 h 6345"/>
                  <a:gd name="connsiteX2" fmla="*/ 6617 w 6343"/>
                  <a:gd name="connsiteY2" fmla="*/ 3371 h 6345"/>
                  <a:gd name="connsiteX3" fmla="*/ 5688 w 6343"/>
                  <a:gd name="connsiteY3" fmla="*/ 1127 h 6345"/>
                  <a:gd name="connsiteX4" fmla="*/ 3445 w 6343"/>
                  <a:gd name="connsiteY4" fmla="*/ 198 h 6345"/>
                  <a:gd name="connsiteX5" fmla="*/ 1203 w 6343"/>
                  <a:gd name="connsiteY5" fmla="*/ 1127 h 6345"/>
                  <a:gd name="connsiteX6" fmla="*/ 274 w 6343"/>
                  <a:gd name="connsiteY6" fmla="*/ 3371 h 6345"/>
                  <a:gd name="connsiteX7" fmla="*/ 1203 w 6343"/>
                  <a:gd name="connsiteY7" fmla="*/ 5614 h 6345"/>
                  <a:gd name="connsiteX8" fmla="*/ 344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43"/>
                    </a:moveTo>
                    <a:cubicBezTo>
                      <a:pt x="4287" y="6543"/>
                      <a:pt x="5093" y="6209"/>
                      <a:pt x="5688" y="5614"/>
                    </a:cubicBezTo>
                    <a:cubicBezTo>
                      <a:pt x="6283" y="5019"/>
                      <a:pt x="6617" y="4212"/>
                      <a:pt x="6617" y="3371"/>
                    </a:cubicBezTo>
                    <a:cubicBezTo>
                      <a:pt x="6617" y="2529"/>
                      <a:pt x="6283" y="1722"/>
                      <a:pt x="5688" y="1127"/>
                    </a:cubicBezTo>
                    <a:cubicBezTo>
                      <a:pt x="5093" y="532"/>
                      <a:pt x="4287" y="198"/>
                      <a:pt x="3445" y="198"/>
                    </a:cubicBezTo>
                    <a:cubicBezTo>
                      <a:pt x="2604" y="198"/>
                      <a:pt x="1798" y="532"/>
                      <a:pt x="1203" y="1127"/>
                    </a:cubicBezTo>
                    <a:cubicBezTo>
                      <a:pt x="608" y="1722"/>
                      <a:pt x="274" y="2529"/>
                      <a:pt x="274" y="3371"/>
                    </a:cubicBezTo>
                    <a:cubicBezTo>
                      <a:pt x="274" y="4212"/>
                      <a:pt x="608" y="5019"/>
                      <a:pt x="1203" y="5614"/>
                    </a:cubicBezTo>
                    <a:cubicBezTo>
                      <a:pt x="1798" y="6209"/>
                      <a:pt x="2604" y="6543"/>
                      <a:pt x="344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23" name="Freeform: Shape 3922">
                <a:extLst>
                  <a:ext uri="{FF2B5EF4-FFF2-40B4-BE49-F238E27FC236}">
                    <a16:creationId xmlns:a16="http://schemas.microsoft.com/office/drawing/2014/main" id="{92DB5806-9B7B-342D-D8AE-645BD6344AE7}"/>
                  </a:ext>
                </a:extLst>
              </p:cNvPr>
              <p:cNvSpPr/>
              <p:nvPr/>
            </p:nvSpPr>
            <p:spPr>
              <a:xfrm>
                <a:off x="4319013" y="5991987"/>
                <a:ext cx="6343" cy="6345"/>
              </a:xfrm>
              <a:custGeom>
                <a:avLst/>
                <a:gdLst>
                  <a:gd name="connsiteX0" fmla="*/ 3445 w 6343"/>
                  <a:gd name="connsiteY0" fmla="*/ 6543 h 6345"/>
                  <a:gd name="connsiteX1" fmla="*/ 5687 w 6343"/>
                  <a:gd name="connsiteY1" fmla="*/ 5614 h 6345"/>
                  <a:gd name="connsiteX2" fmla="*/ 6616 w 6343"/>
                  <a:gd name="connsiteY2" fmla="*/ 3371 h 6345"/>
                  <a:gd name="connsiteX3" fmla="*/ 5687 w 6343"/>
                  <a:gd name="connsiteY3" fmla="*/ 1127 h 6345"/>
                  <a:gd name="connsiteX4" fmla="*/ 3445 w 6343"/>
                  <a:gd name="connsiteY4" fmla="*/ 198 h 6345"/>
                  <a:gd name="connsiteX5" fmla="*/ 1202 w 6343"/>
                  <a:gd name="connsiteY5" fmla="*/ 1127 h 6345"/>
                  <a:gd name="connsiteX6" fmla="*/ 273 w 6343"/>
                  <a:gd name="connsiteY6" fmla="*/ 3371 h 6345"/>
                  <a:gd name="connsiteX7" fmla="*/ 1202 w 6343"/>
                  <a:gd name="connsiteY7" fmla="*/ 5614 h 6345"/>
                  <a:gd name="connsiteX8" fmla="*/ 344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43"/>
                    </a:moveTo>
                    <a:cubicBezTo>
                      <a:pt x="4286" y="6543"/>
                      <a:pt x="5093" y="6209"/>
                      <a:pt x="5687" y="5614"/>
                    </a:cubicBezTo>
                    <a:cubicBezTo>
                      <a:pt x="6282" y="5019"/>
                      <a:pt x="6616" y="4212"/>
                      <a:pt x="6616" y="3371"/>
                    </a:cubicBezTo>
                    <a:cubicBezTo>
                      <a:pt x="6616" y="2529"/>
                      <a:pt x="6282" y="1722"/>
                      <a:pt x="5687" y="1127"/>
                    </a:cubicBezTo>
                    <a:cubicBezTo>
                      <a:pt x="5093" y="532"/>
                      <a:pt x="4286" y="198"/>
                      <a:pt x="3445" y="198"/>
                    </a:cubicBezTo>
                    <a:cubicBezTo>
                      <a:pt x="2604" y="198"/>
                      <a:pt x="1797" y="532"/>
                      <a:pt x="1202" y="1127"/>
                    </a:cubicBezTo>
                    <a:cubicBezTo>
                      <a:pt x="607" y="1722"/>
                      <a:pt x="273" y="2529"/>
                      <a:pt x="273" y="3371"/>
                    </a:cubicBezTo>
                    <a:cubicBezTo>
                      <a:pt x="273" y="4212"/>
                      <a:pt x="607" y="5019"/>
                      <a:pt x="1202" y="5614"/>
                    </a:cubicBezTo>
                    <a:cubicBezTo>
                      <a:pt x="1797" y="6209"/>
                      <a:pt x="2604" y="6543"/>
                      <a:pt x="344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24" name="Freeform: Shape 3923">
                <a:extLst>
                  <a:ext uri="{FF2B5EF4-FFF2-40B4-BE49-F238E27FC236}">
                    <a16:creationId xmlns:a16="http://schemas.microsoft.com/office/drawing/2014/main" id="{E38EF1D2-B8D7-0E7C-C7F4-3BBB56B742B6}"/>
                  </a:ext>
                </a:extLst>
              </p:cNvPr>
              <p:cNvSpPr/>
              <p:nvPr/>
            </p:nvSpPr>
            <p:spPr>
              <a:xfrm>
                <a:off x="4311622" y="5991330"/>
                <a:ext cx="6343" cy="6345"/>
              </a:xfrm>
              <a:custGeom>
                <a:avLst/>
                <a:gdLst>
                  <a:gd name="connsiteX0" fmla="*/ 3444 w 6343"/>
                  <a:gd name="connsiteY0" fmla="*/ 6543 h 6345"/>
                  <a:gd name="connsiteX1" fmla="*/ 5687 w 6343"/>
                  <a:gd name="connsiteY1" fmla="*/ 5614 h 6345"/>
                  <a:gd name="connsiteX2" fmla="*/ 6616 w 6343"/>
                  <a:gd name="connsiteY2" fmla="*/ 3371 h 6345"/>
                  <a:gd name="connsiteX3" fmla="*/ 5687 w 6343"/>
                  <a:gd name="connsiteY3" fmla="*/ 1127 h 6345"/>
                  <a:gd name="connsiteX4" fmla="*/ 3444 w 6343"/>
                  <a:gd name="connsiteY4" fmla="*/ 198 h 6345"/>
                  <a:gd name="connsiteX5" fmla="*/ 1202 w 6343"/>
                  <a:gd name="connsiteY5" fmla="*/ 1127 h 6345"/>
                  <a:gd name="connsiteX6" fmla="*/ 273 w 6343"/>
                  <a:gd name="connsiteY6" fmla="*/ 3371 h 6345"/>
                  <a:gd name="connsiteX7" fmla="*/ 1202 w 6343"/>
                  <a:gd name="connsiteY7" fmla="*/ 5614 h 6345"/>
                  <a:gd name="connsiteX8" fmla="*/ 344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43"/>
                    </a:moveTo>
                    <a:cubicBezTo>
                      <a:pt x="4285" y="6543"/>
                      <a:pt x="5092" y="6209"/>
                      <a:pt x="5687" y="5614"/>
                    </a:cubicBezTo>
                    <a:cubicBezTo>
                      <a:pt x="6282" y="5019"/>
                      <a:pt x="6616" y="4212"/>
                      <a:pt x="6616" y="3371"/>
                    </a:cubicBezTo>
                    <a:cubicBezTo>
                      <a:pt x="6616" y="2529"/>
                      <a:pt x="6282" y="1722"/>
                      <a:pt x="5687" y="1127"/>
                    </a:cubicBezTo>
                    <a:cubicBezTo>
                      <a:pt x="5092" y="532"/>
                      <a:pt x="4285" y="198"/>
                      <a:pt x="3444" y="198"/>
                    </a:cubicBezTo>
                    <a:cubicBezTo>
                      <a:pt x="2603" y="198"/>
                      <a:pt x="1796" y="532"/>
                      <a:pt x="1202" y="1127"/>
                    </a:cubicBezTo>
                    <a:cubicBezTo>
                      <a:pt x="607" y="1722"/>
                      <a:pt x="273" y="2529"/>
                      <a:pt x="273" y="3371"/>
                    </a:cubicBezTo>
                    <a:cubicBezTo>
                      <a:pt x="273" y="4212"/>
                      <a:pt x="607" y="5019"/>
                      <a:pt x="1202" y="5614"/>
                    </a:cubicBezTo>
                    <a:cubicBezTo>
                      <a:pt x="1796" y="6209"/>
                      <a:pt x="2603" y="6543"/>
                      <a:pt x="344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25" name="Freeform: Shape 3924">
                <a:extLst>
                  <a:ext uri="{FF2B5EF4-FFF2-40B4-BE49-F238E27FC236}">
                    <a16:creationId xmlns:a16="http://schemas.microsoft.com/office/drawing/2014/main" id="{C3904D11-E02D-88B7-4A2C-E37A39943A0A}"/>
                  </a:ext>
                </a:extLst>
              </p:cNvPr>
              <p:cNvSpPr/>
              <p:nvPr/>
            </p:nvSpPr>
            <p:spPr>
              <a:xfrm>
                <a:off x="4305926" y="5991581"/>
                <a:ext cx="6343" cy="6345"/>
              </a:xfrm>
              <a:custGeom>
                <a:avLst/>
                <a:gdLst>
                  <a:gd name="connsiteX0" fmla="*/ 3444 w 6343"/>
                  <a:gd name="connsiteY0" fmla="*/ 6543 h 6345"/>
                  <a:gd name="connsiteX1" fmla="*/ 5686 w 6343"/>
                  <a:gd name="connsiteY1" fmla="*/ 5614 h 6345"/>
                  <a:gd name="connsiteX2" fmla="*/ 6615 w 6343"/>
                  <a:gd name="connsiteY2" fmla="*/ 3371 h 6345"/>
                  <a:gd name="connsiteX3" fmla="*/ 5686 w 6343"/>
                  <a:gd name="connsiteY3" fmla="*/ 1127 h 6345"/>
                  <a:gd name="connsiteX4" fmla="*/ 3444 w 6343"/>
                  <a:gd name="connsiteY4" fmla="*/ 198 h 6345"/>
                  <a:gd name="connsiteX5" fmla="*/ 1201 w 6343"/>
                  <a:gd name="connsiteY5" fmla="*/ 1127 h 6345"/>
                  <a:gd name="connsiteX6" fmla="*/ 272 w 6343"/>
                  <a:gd name="connsiteY6" fmla="*/ 3371 h 6345"/>
                  <a:gd name="connsiteX7" fmla="*/ 1201 w 6343"/>
                  <a:gd name="connsiteY7" fmla="*/ 5614 h 6345"/>
                  <a:gd name="connsiteX8" fmla="*/ 344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43"/>
                    </a:moveTo>
                    <a:cubicBezTo>
                      <a:pt x="4285" y="6543"/>
                      <a:pt x="5092" y="6209"/>
                      <a:pt x="5686" y="5614"/>
                    </a:cubicBezTo>
                    <a:cubicBezTo>
                      <a:pt x="6281" y="5019"/>
                      <a:pt x="6615" y="4212"/>
                      <a:pt x="6615" y="3371"/>
                    </a:cubicBezTo>
                    <a:cubicBezTo>
                      <a:pt x="6615" y="2529"/>
                      <a:pt x="6281" y="1722"/>
                      <a:pt x="5686" y="1127"/>
                    </a:cubicBezTo>
                    <a:cubicBezTo>
                      <a:pt x="5092" y="532"/>
                      <a:pt x="4285" y="198"/>
                      <a:pt x="3444" y="198"/>
                    </a:cubicBezTo>
                    <a:cubicBezTo>
                      <a:pt x="2603" y="198"/>
                      <a:pt x="1796" y="532"/>
                      <a:pt x="1201" y="1127"/>
                    </a:cubicBezTo>
                    <a:cubicBezTo>
                      <a:pt x="606" y="1722"/>
                      <a:pt x="272" y="2529"/>
                      <a:pt x="272" y="3371"/>
                    </a:cubicBezTo>
                    <a:cubicBezTo>
                      <a:pt x="272" y="4212"/>
                      <a:pt x="606" y="5019"/>
                      <a:pt x="1201" y="5614"/>
                    </a:cubicBezTo>
                    <a:cubicBezTo>
                      <a:pt x="1796" y="6209"/>
                      <a:pt x="2603" y="6543"/>
                      <a:pt x="344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26" name="Freeform: Shape 3925">
                <a:extLst>
                  <a:ext uri="{FF2B5EF4-FFF2-40B4-BE49-F238E27FC236}">
                    <a16:creationId xmlns:a16="http://schemas.microsoft.com/office/drawing/2014/main" id="{EF692B5F-4471-28D3-CD49-F42E075A1FD4}"/>
                  </a:ext>
                </a:extLst>
              </p:cNvPr>
              <p:cNvSpPr/>
              <p:nvPr/>
            </p:nvSpPr>
            <p:spPr>
              <a:xfrm>
                <a:off x="4299676" y="5991430"/>
                <a:ext cx="6343" cy="6345"/>
              </a:xfrm>
              <a:custGeom>
                <a:avLst/>
                <a:gdLst>
                  <a:gd name="connsiteX0" fmla="*/ 3443 w 6343"/>
                  <a:gd name="connsiteY0" fmla="*/ 6543 h 6345"/>
                  <a:gd name="connsiteX1" fmla="*/ 5686 w 6343"/>
                  <a:gd name="connsiteY1" fmla="*/ 5614 h 6345"/>
                  <a:gd name="connsiteX2" fmla="*/ 6615 w 6343"/>
                  <a:gd name="connsiteY2" fmla="*/ 3371 h 6345"/>
                  <a:gd name="connsiteX3" fmla="*/ 5686 w 6343"/>
                  <a:gd name="connsiteY3" fmla="*/ 1127 h 6345"/>
                  <a:gd name="connsiteX4" fmla="*/ 3443 w 6343"/>
                  <a:gd name="connsiteY4" fmla="*/ 198 h 6345"/>
                  <a:gd name="connsiteX5" fmla="*/ 1201 w 6343"/>
                  <a:gd name="connsiteY5" fmla="*/ 1127 h 6345"/>
                  <a:gd name="connsiteX6" fmla="*/ 272 w 6343"/>
                  <a:gd name="connsiteY6" fmla="*/ 3371 h 6345"/>
                  <a:gd name="connsiteX7" fmla="*/ 1201 w 6343"/>
                  <a:gd name="connsiteY7" fmla="*/ 5614 h 6345"/>
                  <a:gd name="connsiteX8" fmla="*/ 344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43"/>
                    </a:moveTo>
                    <a:cubicBezTo>
                      <a:pt x="4284" y="6543"/>
                      <a:pt x="5091" y="6209"/>
                      <a:pt x="5686" y="5614"/>
                    </a:cubicBezTo>
                    <a:cubicBezTo>
                      <a:pt x="6281" y="5019"/>
                      <a:pt x="6615" y="4212"/>
                      <a:pt x="6615" y="3371"/>
                    </a:cubicBezTo>
                    <a:cubicBezTo>
                      <a:pt x="6615" y="2529"/>
                      <a:pt x="6281" y="1722"/>
                      <a:pt x="5686" y="1127"/>
                    </a:cubicBezTo>
                    <a:cubicBezTo>
                      <a:pt x="5091" y="532"/>
                      <a:pt x="4284" y="198"/>
                      <a:pt x="3443" y="198"/>
                    </a:cubicBezTo>
                    <a:cubicBezTo>
                      <a:pt x="2602" y="198"/>
                      <a:pt x="1795" y="532"/>
                      <a:pt x="1201" y="1127"/>
                    </a:cubicBezTo>
                    <a:cubicBezTo>
                      <a:pt x="606" y="1722"/>
                      <a:pt x="272" y="2529"/>
                      <a:pt x="272" y="3371"/>
                    </a:cubicBezTo>
                    <a:cubicBezTo>
                      <a:pt x="272" y="4212"/>
                      <a:pt x="606" y="5019"/>
                      <a:pt x="1201" y="5614"/>
                    </a:cubicBezTo>
                    <a:cubicBezTo>
                      <a:pt x="1795" y="6209"/>
                      <a:pt x="2602" y="6543"/>
                      <a:pt x="344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27" name="Freeform: Shape 3926">
                <a:extLst>
                  <a:ext uri="{FF2B5EF4-FFF2-40B4-BE49-F238E27FC236}">
                    <a16:creationId xmlns:a16="http://schemas.microsoft.com/office/drawing/2014/main" id="{C81921C5-B667-242F-CE3D-7A887CE442FF}"/>
                  </a:ext>
                </a:extLst>
              </p:cNvPr>
              <p:cNvSpPr/>
              <p:nvPr/>
            </p:nvSpPr>
            <p:spPr>
              <a:xfrm>
                <a:off x="4292351" y="5990548"/>
                <a:ext cx="6343" cy="6345"/>
              </a:xfrm>
              <a:custGeom>
                <a:avLst/>
                <a:gdLst>
                  <a:gd name="connsiteX0" fmla="*/ 3443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1 h 6345"/>
                  <a:gd name="connsiteX3" fmla="*/ 5685 w 6343"/>
                  <a:gd name="connsiteY3" fmla="*/ 1127 h 6345"/>
                  <a:gd name="connsiteX4" fmla="*/ 3443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1 h 6345"/>
                  <a:gd name="connsiteX7" fmla="*/ 1200 w 6343"/>
                  <a:gd name="connsiteY7" fmla="*/ 5614 h 6345"/>
                  <a:gd name="connsiteX8" fmla="*/ 344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43"/>
                    </a:moveTo>
                    <a:cubicBezTo>
                      <a:pt x="4284" y="6543"/>
                      <a:pt x="5091" y="6209"/>
                      <a:pt x="5685" y="5614"/>
                    </a:cubicBezTo>
                    <a:cubicBezTo>
                      <a:pt x="6280" y="5019"/>
                      <a:pt x="6614" y="4212"/>
                      <a:pt x="6614" y="3371"/>
                    </a:cubicBezTo>
                    <a:cubicBezTo>
                      <a:pt x="6614" y="2529"/>
                      <a:pt x="6280" y="1722"/>
                      <a:pt x="5685" y="1127"/>
                    </a:cubicBezTo>
                    <a:cubicBezTo>
                      <a:pt x="5091" y="532"/>
                      <a:pt x="4284" y="198"/>
                      <a:pt x="3443" y="198"/>
                    </a:cubicBezTo>
                    <a:cubicBezTo>
                      <a:pt x="2602" y="198"/>
                      <a:pt x="1795" y="532"/>
                      <a:pt x="1200" y="1127"/>
                    </a:cubicBezTo>
                    <a:cubicBezTo>
                      <a:pt x="605" y="1722"/>
                      <a:pt x="271" y="2529"/>
                      <a:pt x="271" y="3371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5" y="6209"/>
                      <a:pt x="2602" y="6543"/>
                      <a:pt x="344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28" name="Freeform: Shape 3927">
                <a:extLst>
                  <a:ext uri="{FF2B5EF4-FFF2-40B4-BE49-F238E27FC236}">
                    <a16:creationId xmlns:a16="http://schemas.microsoft.com/office/drawing/2014/main" id="{2A3805AD-D5B5-48F7-5515-3598F172E524}"/>
                  </a:ext>
                </a:extLst>
              </p:cNvPr>
              <p:cNvSpPr/>
              <p:nvPr/>
            </p:nvSpPr>
            <p:spPr>
              <a:xfrm>
                <a:off x="4286747" y="5990630"/>
                <a:ext cx="6343" cy="6345"/>
              </a:xfrm>
              <a:custGeom>
                <a:avLst/>
                <a:gdLst>
                  <a:gd name="connsiteX0" fmla="*/ 3442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1 h 6345"/>
                  <a:gd name="connsiteX3" fmla="*/ 5685 w 6343"/>
                  <a:gd name="connsiteY3" fmla="*/ 1127 h 6345"/>
                  <a:gd name="connsiteX4" fmla="*/ 3442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1 h 6345"/>
                  <a:gd name="connsiteX7" fmla="*/ 1200 w 6343"/>
                  <a:gd name="connsiteY7" fmla="*/ 5614 h 6345"/>
                  <a:gd name="connsiteX8" fmla="*/ 344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43"/>
                    </a:moveTo>
                    <a:cubicBezTo>
                      <a:pt x="4283" y="6543"/>
                      <a:pt x="5090" y="6209"/>
                      <a:pt x="5685" y="5614"/>
                    </a:cubicBezTo>
                    <a:cubicBezTo>
                      <a:pt x="6280" y="5019"/>
                      <a:pt x="6614" y="4212"/>
                      <a:pt x="6614" y="3371"/>
                    </a:cubicBezTo>
                    <a:cubicBezTo>
                      <a:pt x="6614" y="2529"/>
                      <a:pt x="6280" y="1722"/>
                      <a:pt x="5685" y="1127"/>
                    </a:cubicBezTo>
                    <a:cubicBezTo>
                      <a:pt x="5090" y="532"/>
                      <a:pt x="4283" y="198"/>
                      <a:pt x="3442" y="198"/>
                    </a:cubicBezTo>
                    <a:cubicBezTo>
                      <a:pt x="2601" y="198"/>
                      <a:pt x="1794" y="532"/>
                      <a:pt x="1200" y="1127"/>
                    </a:cubicBezTo>
                    <a:cubicBezTo>
                      <a:pt x="605" y="1722"/>
                      <a:pt x="271" y="2529"/>
                      <a:pt x="271" y="3371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4" y="6209"/>
                      <a:pt x="2601" y="6543"/>
                      <a:pt x="344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29" name="Freeform: Shape 3928">
                <a:extLst>
                  <a:ext uri="{FF2B5EF4-FFF2-40B4-BE49-F238E27FC236}">
                    <a16:creationId xmlns:a16="http://schemas.microsoft.com/office/drawing/2014/main" id="{D5DEFAA3-03D0-6FD4-39CE-E0454D37238F}"/>
                  </a:ext>
                </a:extLst>
              </p:cNvPr>
              <p:cNvSpPr/>
              <p:nvPr/>
            </p:nvSpPr>
            <p:spPr>
              <a:xfrm>
                <a:off x="4284091" y="5992487"/>
                <a:ext cx="6343" cy="6345"/>
              </a:xfrm>
              <a:custGeom>
                <a:avLst/>
                <a:gdLst>
                  <a:gd name="connsiteX0" fmla="*/ 3442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1 h 6345"/>
                  <a:gd name="connsiteX3" fmla="*/ 5685 w 6343"/>
                  <a:gd name="connsiteY3" fmla="*/ 1127 h 6345"/>
                  <a:gd name="connsiteX4" fmla="*/ 3442 w 6343"/>
                  <a:gd name="connsiteY4" fmla="*/ 198 h 6345"/>
                  <a:gd name="connsiteX5" fmla="*/ 1199 w 6343"/>
                  <a:gd name="connsiteY5" fmla="*/ 1127 h 6345"/>
                  <a:gd name="connsiteX6" fmla="*/ 271 w 6343"/>
                  <a:gd name="connsiteY6" fmla="*/ 3371 h 6345"/>
                  <a:gd name="connsiteX7" fmla="*/ 1199 w 6343"/>
                  <a:gd name="connsiteY7" fmla="*/ 5614 h 6345"/>
                  <a:gd name="connsiteX8" fmla="*/ 344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43"/>
                    </a:moveTo>
                    <a:cubicBezTo>
                      <a:pt x="4283" y="6543"/>
                      <a:pt x="5090" y="6209"/>
                      <a:pt x="5685" y="5614"/>
                    </a:cubicBezTo>
                    <a:cubicBezTo>
                      <a:pt x="6279" y="5019"/>
                      <a:pt x="6614" y="4212"/>
                      <a:pt x="6614" y="3371"/>
                    </a:cubicBezTo>
                    <a:cubicBezTo>
                      <a:pt x="6614" y="2529"/>
                      <a:pt x="6279" y="1722"/>
                      <a:pt x="5685" y="1127"/>
                    </a:cubicBezTo>
                    <a:cubicBezTo>
                      <a:pt x="5090" y="532"/>
                      <a:pt x="4283" y="198"/>
                      <a:pt x="3442" y="198"/>
                    </a:cubicBezTo>
                    <a:cubicBezTo>
                      <a:pt x="2601" y="198"/>
                      <a:pt x="1794" y="532"/>
                      <a:pt x="1199" y="1127"/>
                    </a:cubicBezTo>
                    <a:cubicBezTo>
                      <a:pt x="605" y="1722"/>
                      <a:pt x="271" y="2529"/>
                      <a:pt x="271" y="3371"/>
                    </a:cubicBezTo>
                    <a:cubicBezTo>
                      <a:pt x="271" y="4212"/>
                      <a:pt x="605" y="5019"/>
                      <a:pt x="1199" y="5614"/>
                    </a:cubicBezTo>
                    <a:cubicBezTo>
                      <a:pt x="1794" y="6209"/>
                      <a:pt x="2601" y="6543"/>
                      <a:pt x="344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30" name="Freeform: Shape 3929">
                <a:extLst>
                  <a:ext uri="{FF2B5EF4-FFF2-40B4-BE49-F238E27FC236}">
                    <a16:creationId xmlns:a16="http://schemas.microsoft.com/office/drawing/2014/main" id="{A1B405A9-E05E-01FC-5454-F76E4335A85B}"/>
                  </a:ext>
                </a:extLst>
              </p:cNvPr>
              <p:cNvSpPr/>
              <p:nvPr/>
            </p:nvSpPr>
            <p:spPr>
              <a:xfrm>
                <a:off x="4278946" y="5992748"/>
                <a:ext cx="6343" cy="6345"/>
              </a:xfrm>
              <a:custGeom>
                <a:avLst/>
                <a:gdLst>
                  <a:gd name="connsiteX0" fmla="*/ 3442 w 6343"/>
                  <a:gd name="connsiteY0" fmla="*/ 6543 h 6345"/>
                  <a:gd name="connsiteX1" fmla="*/ 5684 w 6343"/>
                  <a:gd name="connsiteY1" fmla="*/ 5614 h 6345"/>
                  <a:gd name="connsiteX2" fmla="*/ 6613 w 6343"/>
                  <a:gd name="connsiteY2" fmla="*/ 3371 h 6345"/>
                  <a:gd name="connsiteX3" fmla="*/ 5684 w 6343"/>
                  <a:gd name="connsiteY3" fmla="*/ 1127 h 6345"/>
                  <a:gd name="connsiteX4" fmla="*/ 3442 w 6343"/>
                  <a:gd name="connsiteY4" fmla="*/ 198 h 6345"/>
                  <a:gd name="connsiteX5" fmla="*/ 1199 w 6343"/>
                  <a:gd name="connsiteY5" fmla="*/ 1127 h 6345"/>
                  <a:gd name="connsiteX6" fmla="*/ 270 w 6343"/>
                  <a:gd name="connsiteY6" fmla="*/ 3371 h 6345"/>
                  <a:gd name="connsiteX7" fmla="*/ 1199 w 6343"/>
                  <a:gd name="connsiteY7" fmla="*/ 5614 h 6345"/>
                  <a:gd name="connsiteX8" fmla="*/ 344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43"/>
                    </a:moveTo>
                    <a:cubicBezTo>
                      <a:pt x="4283" y="6543"/>
                      <a:pt x="5090" y="6209"/>
                      <a:pt x="5684" y="5614"/>
                    </a:cubicBezTo>
                    <a:cubicBezTo>
                      <a:pt x="6279" y="5019"/>
                      <a:pt x="6613" y="4212"/>
                      <a:pt x="6613" y="3371"/>
                    </a:cubicBezTo>
                    <a:cubicBezTo>
                      <a:pt x="6613" y="2529"/>
                      <a:pt x="6279" y="1722"/>
                      <a:pt x="5684" y="1127"/>
                    </a:cubicBezTo>
                    <a:cubicBezTo>
                      <a:pt x="5090" y="532"/>
                      <a:pt x="4283" y="198"/>
                      <a:pt x="3442" y="198"/>
                    </a:cubicBezTo>
                    <a:cubicBezTo>
                      <a:pt x="2601" y="198"/>
                      <a:pt x="1794" y="532"/>
                      <a:pt x="1199" y="1127"/>
                    </a:cubicBezTo>
                    <a:cubicBezTo>
                      <a:pt x="604" y="1722"/>
                      <a:pt x="270" y="2529"/>
                      <a:pt x="270" y="3371"/>
                    </a:cubicBezTo>
                    <a:cubicBezTo>
                      <a:pt x="270" y="4212"/>
                      <a:pt x="604" y="5019"/>
                      <a:pt x="1199" y="5614"/>
                    </a:cubicBezTo>
                    <a:cubicBezTo>
                      <a:pt x="1794" y="6209"/>
                      <a:pt x="2601" y="6543"/>
                      <a:pt x="344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31" name="Freeform: Shape 3930">
                <a:extLst>
                  <a:ext uri="{FF2B5EF4-FFF2-40B4-BE49-F238E27FC236}">
                    <a16:creationId xmlns:a16="http://schemas.microsoft.com/office/drawing/2014/main" id="{07930E07-888B-0D41-A7F2-1C8CC4BC3211}"/>
                  </a:ext>
                </a:extLst>
              </p:cNvPr>
              <p:cNvSpPr/>
              <p:nvPr/>
            </p:nvSpPr>
            <p:spPr>
              <a:xfrm>
                <a:off x="4272139" y="5991880"/>
                <a:ext cx="6343" cy="6345"/>
              </a:xfrm>
              <a:custGeom>
                <a:avLst/>
                <a:gdLst>
                  <a:gd name="connsiteX0" fmla="*/ 3441 w 6343"/>
                  <a:gd name="connsiteY0" fmla="*/ 6543 h 6345"/>
                  <a:gd name="connsiteX1" fmla="*/ 5684 w 6343"/>
                  <a:gd name="connsiteY1" fmla="*/ 5614 h 6345"/>
                  <a:gd name="connsiteX2" fmla="*/ 6613 w 6343"/>
                  <a:gd name="connsiteY2" fmla="*/ 3371 h 6345"/>
                  <a:gd name="connsiteX3" fmla="*/ 5684 w 6343"/>
                  <a:gd name="connsiteY3" fmla="*/ 1127 h 6345"/>
                  <a:gd name="connsiteX4" fmla="*/ 3441 w 6343"/>
                  <a:gd name="connsiteY4" fmla="*/ 198 h 6345"/>
                  <a:gd name="connsiteX5" fmla="*/ 1199 w 6343"/>
                  <a:gd name="connsiteY5" fmla="*/ 1127 h 6345"/>
                  <a:gd name="connsiteX6" fmla="*/ 270 w 6343"/>
                  <a:gd name="connsiteY6" fmla="*/ 3371 h 6345"/>
                  <a:gd name="connsiteX7" fmla="*/ 1199 w 6343"/>
                  <a:gd name="connsiteY7" fmla="*/ 5614 h 6345"/>
                  <a:gd name="connsiteX8" fmla="*/ 344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43"/>
                    </a:moveTo>
                    <a:cubicBezTo>
                      <a:pt x="4282" y="6543"/>
                      <a:pt x="5089" y="6209"/>
                      <a:pt x="5684" y="5614"/>
                    </a:cubicBezTo>
                    <a:cubicBezTo>
                      <a:pt x="6279" y="5019"/>
                      <a:pt x="6613" y="4212"/>
                      <a:pt x="6613" y="3371"/>
                    </a:cubicBezTo>
                    <a:cubicBezTo>
                      <a:pt x="6613" y="2529"/>
                      <a:pt x="6279" y="1722"/>
                      <a:pt x="5684" y="1127"/>
                    </a:cubicBezTo>
                    <a:cubicBezTo>
                      <a:pt x="5089" y="532"/>
                      <a:pt x="4282" y="198"/>
                      <a:pt x="3441" y="198"/>
                    </a:cubicBezTo>
                    <a:cubicBezTo>
                      <a:pt x="2600" y="198"/>
                      <a:pt x="1793" y="532"/>
                      <a:pt x="1199" y="1127"/>
                    </a:cubicBezTo>
                    <a:cubicBezTo>
                      <a:pt x="604" y="1722"/>
                      <a:pt x="270" y="2529"/>
                      <a:pt x="270" y="3371"/>
                    </a:cubicBezTo>
                    <a:cubicBezTo>
                      <a:pt x="270" y="4212"/>
                      <a:pt x="604" y="5019"/>
                      <a:pt x="1199" y="5614"/>
                    </a:cubicBezTo>
                    <a:cubicBezTo>
                      <a:pt x="1793" y="6209"/>
                      <a:pt x="2600" y="6543"/>
                      <a:pt x="344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32" name="Freeform: Shape 3931">
                <a:extLst>
                  <a:ext uri="{FF2B5EF4-FFF2-40B4-BE49-F238E27FC236}">
                    <a16:creationId xmlns:a16="http://schemas.microsoft.com/office/drawing/2014/main" id="{26A29E38-7CB0-1FD0-EA07-A97185275A09}"/>
                  </a:ext>
                </a:extLst>
              </p:cNvPr>
              <p:cNvSpPr/>
              <p:nvPr/>
            </p:nvSpPr>
            <p:spPr>
              <a:xfrm>
                <a:off x="4264089" y="5990111"/>
                <a:ext cx="6343" cy="6345"/>
              </a:xfrm>
              <a:custGeom>
                <a:avLst/>
                <a:gdLst>
                  <a:gd name="connsiteX0" fmla="*/ 3441 w 6343"/>
                  <a:gd name="connsiteY0" fmla="*/ 6543 h 6345"/>
                  <a:gd name="connsiteX1" fmla="*/ 5683 w 6343"/>
                  <a:gd name="connsiteY1" fmla="*/ 5614 h 6345"/>
                  <a:gd name="connsiteX2" fmla="*/ 6612 w 6343"/>
                  <a:gd name="connsiteY2" fmla="*/ 3371 h 6345"/>
                  <a:gd name="connsiteX3" fmla="*/ 5683 w 6343"/>
                  <a:gd name="connsiteY3" fmla="*/ 1127 h 6345"/>
                  <a:gd name="connsiteX4" fmla="*/ 3441 w 6343"/>
                  <a:gd name="connsiteY4" fmla="*/ 198 h 6345"/>
                  <a:gd name="connsiteX5" fmla="*/ 1198 w 6343"/>
                  <a:gd name="connsiteY5" fmla="*/ 1127 h 6345"/>
                  <a:gd name="connsiteX6" fmla="*/ 269 w 6343"/>
                  <a:gd name="connsiteY6" fmla="*/ 3371 h 6345"/>
                  <a:gd name="connsiteX7" fmla="*/ 1198 w 6343"/>
                  <a:gd name="connsiteY7" fmla="*/ 5614 h 6345"/>
                  <a:gd name="connsiteX8" fmla="*/ 344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43"/>
                    </a:moveTo>
                    <a:cubicBezTo>
                      <a:pt x="4282" y="6543"/>
                      <a:pt x="5088" y="6209"/>
                      <a:pt x="5683" y="5614"/>
                    </a:cubicBezTo>
                    <a:cubicBezTo>
                      <a:pt x="6278" y="5019"/>
                      <a:pt x="6612" y="4212"/>
                      <a:pt x="6612" y="3371"/>
                    </a:cubicBezTo>
                    <a:cubicBezTo>
                      <a:pt x="6612" y="2529"/>
                      <a:pt x="6278" y="1722"/>
                      <a:pt x="5683" y="1127"/>
                    </a:cubicBezTo>
                    <a:cubicBezTo>
                      <a:pt x="5088" y="532"/>
                      <a:pt x="4282" y="198"/>
                      <a:pt x="3441" y="198"/>
                    </a:cubicBezTo>
                    <a:cubicBezTo>
                      <a:pt x="2599" y="198"/>
                      <a:pt x="1793" y="532"/>
                      <a:pt x="1198" y="1127"/>
                    </a:cubicBezTo>
                    <a:cubicBezTo>
                      <a:pt x="603" y="1722"/>
                      <a:pt x="269" y="2529"/>
                      <a:pt x="269" y="3371"/>
                    </a:cubicBezTo>
                    <a:cubicBezTo>
                      <a:pt x="269" y="4212"/>
                      <a:pt x="603" y="5019"/>
                      <a:pt x="1198" y="5614"/>
                    </a:cubicBezTo>
                    <a:cubicBezTo>
                      <a:pt x="1793" y="6209"/>
                      <a:pt x="2599" y="6543"/>
                      <a:pt x="344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33" name="Freeform: Shape 3932">
                <a:extLst>
                  <a:ext uri="{FF2B5EF4-FFF2-40B4-BE49-F238E27FC236}">
                    <a16:creationId xmlns:a16="http://schemas.microsoft.com/office/drawing/2014/main" id="{BEAA2FFE-12B1-97B3-EB08-B48866C3D7A0}"/>
                  </a:ext>
                </a:extLst>
              </p:cNvPr>
              <p:cNvSpPr/>
              <p:nvPr/>
            </p:nvSpPr>
            <p:spPr>
              <a:xfrm>
                <a:off x="4262085" y="5992219"/>
                <a:ext cx="6343" cy="6345"/>
              </a:xfrm>
              <a:custGeom>
                <a:avLst/>
                <a:gdLst>
                  <a:gd name="connsiteX0" fmla="*/ 3440 w 6343"/>
                  <a:gd name="connsiteY0" fmla="*/ 6543 h 6345"/>
                  <a:gd name="connsiteX1" fmla="*/ 5683 w 6343"/>
                  <a:gd name="connsiteY1" fmla="*/ 5614 h 6345"/>
                  <a:gd name="connsiteX2" fmla="*/ 6612 w 6343"/>
                  <a:gd name="connsiteY2" fmla="*/ 3371 h 6345"/>
                  <a:gd name="connsiteX3" fmla="*/ 5683 w 6343"/>
                  <a:gd name="connsiteY3" fmla="*/ 1127 h 6345"/>
                  <a:gd name="connsiteX4" fmla="*/ 3440 w 6343"/>
                  <a:gd name="connsiteY4" fmla="*/ 198 h 6345"/>
                  <a:gd name="connsiteX5" fmla="*/ 1198 w 6343"/>
                  <a:gd name="connsiteY5" fmla="*/ 1127 h 6345"/>
                  <a:gd name="connsiteX6" fmla="*/ 269 w 6343"/>
                  <a:gd name="connsiteY6" fmla="*/ 3371 h 6345"/>
                  <a:gd name="connsiteX7" fmla="*/ 1198 w 6343"/>
                  <a:gd name="connsiteY7" fmla="*/ 5614 h 6345"/>
                  <a:gd name="connsiteX8" fmla="*/ 344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43"/>
                    </a:moveTo>
                    <a:cubicBezTo>
                      <a:pt x="4281" y="6543"/>
                      <a:pt x="5088" y="6209"/>
                      <a:pt x="5683" y="5614"/>
                    </a:cubicBezTo>
                    <a:cubicBezTo>
                      <a:pt x="6278" y="5019"/>
                      <a:pt x="6612" y="4212"/>
                      <a:pt x="6612" y="3371"/>
                    </a:cubicBezTo>
                    <a:cubicBezTo>
                      <a:pt x="6612" y="2529"/>
                      <a:pt x="6278" y="1722"/>
                      <a:pt x="5683" y="1127"/>
                    </a:cubicBezTo>
                    <a:cubicBezTo>
                      <a:pt x="5088" y="532"/>
                      <a:pt x="4281" y="198"/>
                      <a:pt x="3440" y="198"/>
                    </a:cubicBezTo>
                    <a:cubicBezTo>
                      <a:pt x="2599" y="198"/>
                      <a:pt x="1792" y="532"/>
                      <a:pt x="1198" y="1127"/>
                    </a:cubicBezTo>
                    <a:cubicBezTo>
                      <a:pt x="603" y="1722"/>
                      <a:pt x="269" y="2529"/>
                      <a:pt x="269" y="3371"/>
                    </a:cubicBezTo>
                    <a:cubicBezTo>
                      <a:pt x="269" y="4212"/>
                      <a:pt x="603" y="5019"/>
                      <a:pt x="1198" y="5614"/>
                    </a:cubicBezTo>
                    <a:cubicBezTo>
                      <a:pt x="1792" y="6209"/>
                      <a:pt x="2599" y="6543"/>
                      <a:pt x="344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34" name="Freeform: Shape 3933">
                <a:extLst>
                  <a:ext uri="{FF2B5EF4-FFF2-40B4-BE49-F238E27FC236}">
                    <a16:creationId xmlns:a16="http://schemas.microsoft.com/office/drawing/2014/main" id="{52F7B672-A4A1-EBEE-AC8F-B5B66A957B46}"/>
                  </a:ext>
                </a:extLst>
              </p:cNvPr>
              <p:cNvSpPr/>
              <p:nvPr/>
            </p:nvSpPr>
            <p:spPr>
              <a:xfrm>
                <a:off x="4257708" y="5992733"/>
                <a:ext cx="6343" cy="6345"/>
              </a:xfrm>
              <a:custGeom>
                <a:avLst/>
                <a:gdLst>
                  <a:gd name="connsiteX0" fmla="*/ 3440 w 6343"/>
                  <a:gd name="connsiteY0" fmla="*/ 6543 h 6345"/>
                  <a:gd name="connsiteX1" fmla="*/ 5683 w 6343"/>
                  <a:gd name="connsiteY1" fmla="*/ 5614 h 6345"/>
                  <a:gd name="connsiteX2" fmla="*/ 6612 w 6343"/>
                  <a:gd name="connsiteY2" fmla="*/ 3371 h 6345"/>
                  <a:gd name="connsiteX3" fmla="*/ 5683 w 6343"/>
                  <a:gd name="connsiteY3" fmla="*/ 1127 h 6345"/>
                  <a:gd name="connsiteX4" fmla="*/ 3440 w 6343"/>
                  <a:gd name="connsiteY4" fmla="*/ 198 h 6345"/>
                  <a:gd name="connsiteX5" fmla="*/ 1197 w 6343"/>
                  <a:gd name="connsiteY5" fmla="*/ 1127 h 6345"/>
                  <a:gd name="connsiteX6" fmla="*/ 268 w 6343"/>
                  <a:gd name="connsiteY6" fmla="*/ 3371 h 6345"/>
                  <a:gd name="connsiteX7" fmla="*/ 1197 w 6343"/>
                  <a:gd name="connsiteY7" fmla="*/ 5614 h 6345"/>
                  <a:gd name="connsiteX8" fmla="*/ 344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43"/>
                    </a:moveTo>
                    <a:cubicBezTo>
                      <a:pt x="4281" y="6543"/>
                      <a:pt x="5088" y="6209"/>
                      <a:pt x="5683" y="5614"/>
                    </a:cubicBezTo>
                    <a:cubicBezTo>
                      <a:pt x="6277" y="5019"/>
                      <a:pt x="6612" y="4212"/>
                      <a:pt x="6612" y="3371"/>
                    </a:cubicBezTo>
                    <a:cubicBezTo>
                      <a:pt x="6612" y="2529"/>
                      <a:pt x="6277" y="1722"/>
                      <a:pt x="5683" y="1127"/>
                    </a:cubicBezTo>
                    <a:cubicBezTo>
                      <a:pt x="5088" y="532"/>
                      <a:pt x="4281" y="198"/>
                      <a:pt x="3440" y="198"/>
                    </a:cubicBezTo>
                    <a:cubicBezTo>
                      <a:pt x="2599" y="198"/>
                      <a:pt x="1792" y="532"/>
                      <a:pt x="1197" y="1127"/>
                    </a:cubicBezTo>
                    <a:cubicBezTo>
                      <a:pt x="603" y="1722"/>
                      <a:pt x="268" y="2529"/>
                      <a:pt x="268" y="3371"/>
                    </a:cubicBezTo>
                    <a:cubicBezTo>
                      <a:pt x="268" y="4212"/>
                      <a:pt x="603" y="5019"/>
                      <a:pt x="1197" y="5614"/>
                    </a:cubicBezTo>
                    <a:cubicBezTo>
                      <a:pt x="1792" y="6209"/>
                      <a:pt x="2599" y="6543"/>
                      <a:pt x="344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35" name="Freeform: Shape 3934">
                <a:extLst>
                  <a:ext uri="{FF2B5EF4-FFF2-40B4-BE49-F238E27FC236}">
                    <a16:creationId xmlns:a16="http://schemas.microsoft.com/office/drawing/2014/main" id="{FFC71E3F-C04A-9B90-0910-0FCD1AF19B75}"/>
                  </a:ext>
                </a:extLst>
              </p:cNvPr>
              <p:cNvSpPr/>
              <p:nvPr/>
            </p:nvSpPr>
            <p:spPr>
              <a:xfrm>
                <a:off x="4417824" y="6104660"/>
                <a:ext cx="6343" cy="6345"/>
              </a:xfrm>
              <a:custGeom>
                <a:avLst/>
                <a:gdLst>
                  <a:gd name="connsiteX0" fmla="*/ 3453 w 6343"/>
                  <a:gd name="connsiteY0" fmla="*/ 6552 h 6345"/>
                  <a:gd name="connsiteX1" fmla="*/ 5695 w 6343"/>
                  <a:gd name="connsiteY1" fmla="*/ 5623 h 6345"/>
                  <a:gd name="connsiteX2" fmla="*/ 6624 w 6343"/>
                  <a:gd name="connsiteY2" fmla="*/ 3380 h 6345"/>
                  <a:gd name="connsiteX3" fmla="*/ 5695 w 6343"/>
                  <a:gd name="connsiteY3" fmla="*/ 1136 h 6345"/>
                  <a:gd name="connsiteX4" fmla="*/ 3453 w 6343"/>
                  <a:gd name="connsiteY4" fmla="*/ 207 h 6345"/>
                  <a:gd name="connsiteX5" fmla="*/ 1210 w 6343"/>
                  <a:gd name="connsiteY5" fmla="*/ 1136 h 6345"/>
                  <a:gd name="connsiteX6" fmla="*/ 281 w 6343"/>
                  <a:gd name="connsiteY6" fmla="*/ 3380 h 6345"/>
                  <a:gd name="connsiteX7" fmla="*/ 1210 w 6343"/>
                  <a:gd name="connsiteY7" fmla="*/ 5623 h 6345"/>
                  <a:gd name="connsiteX8" fmla="*/ 3453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52"/>
                    </a:moveTo>
                    <a:cubicBezTo>
                      <a:pt x="4294" y="6552"/>
                      <a:pt x="5100" y="6218"/>
                      <a:pt x="5695" y="5623"/>
                    </a:cubicBezTo>
                    <a:cubicBezTo>
                      <a:pt x="6290" y="5028"/>
                      <a:pt x="6624" y="4221"/>
                      <a:pt x="6624" y="3380"/>
                    </a:cubicBezTo>
                    <a:cubicBezTo>
                      <a:pt x="6624" y="2538"/>
                      <a:pt x="6290" y="1731"/>
                      <a:pt x="5695" y="1136"/>
                    </a:cubicBezTo>
                    <a:cubicBezTo>
                      <a:pt x="5100" y="541"/>
                      <a:pt x="4294" y="207"/>
                      <a:pt x="3453" y="207"/>
                    </a:cubicBezTo>
                    <a:cubicBezTo>
                      <a:pt x="2612" y="207"/>
                      <a:pt x="1805" y="541"/>
                      <a:pt x="1210" y="1136"/>
                    </a:cubicBezTo>
                    <a:cubicBezTo>
                      <a:pt x="615" y="1731"/>
                      <a:pt x="281" y="2538"/>
                      <a:pt x="281" y="3380"/>
                    </a:cubicBezTo>
                    <a:cubicBezTo>
                      <a:pt x="281" y="4221"/>
                      <a:pt x="615" y="5028"/>
                      <a:pt x="1210" y="5623"/>
                    </a:cubicBezTo>
                    <a:cubicBezTo>
                      <a:pt x="1805" y="6218"/>
                      <a:pt x="2612" y="6552"/>
                      <a:pt x="3453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36" name="Freeform: Shape 3935">
                <a:extLst>
                  <a:ext uri="{FF2B5EF4-FFF2-40B4-BE49-F238E27FC236}">
                    <a16:creationId xmlns:a16="http://schemas.microsoft.com/office/drawing/2014/main" id="{D0D51489-E99F-1414-7846-C3CD6728CF3D}"/>
                  </a:ext>
                </a:extLst>
              </p:cNvPr>
              <p:cNvSpPr/>
              <p:nvPr/>
            </p:nvSpPr>
            <p:spPr>
              <a:xfrm>
                <a:off x="4416682" y="6108775"/>
                <a:ext cx="6343" cy="6345"/>
              </a:xfrm>
              <a:custGeom>
                <a:avLst/>
                <a:gdLst>
                  <a:gd name="connsiteX0" fmla="*/ 3453 w 6343"/>
                  <a:gd name="connsiteY0" fmla="*/ 6553 h 6345"/>
                  <a:gd name="connsiteX1" fmla="*/ 5695 w 6343"/>
                  <a:gd name="connsiteY1" fmla="*/ 5623 h 6345"/>
                  <a:gd name="connsiteX2" fmla="*/ 6624 w 6343"/>
                  <a:gd name="connsiteY2" fmla="*/ 3380 h 6345"/>
                  <a:gd name="connsiteX3" fmla="*/ 5695 w 6343"/>
                  <a:gd name="connsiteY3" fmla="*/ 1136 h 6345"/>
                  <a:gd name="connsiteX4" fmla="*/ 3453 w 6343"/>
                  <a:gd name="connsiteY4" fmla="*/ 207 h 6345"/>
                  <a:gd name="connsiteX5" fmla="*/ 1210 w 6343"/>
                  <a:gd name="connsiteY5" fmla="*/ 1136 h 6345"/>
                  <a:gd name="connsiteX6" fmla="*/ 281 w 6343"/>
                  <a:gd name="connsiteY6" fmla="*/ 3380 h 6345"/>
                  <a:gd name="connsiteX7" fmla="*/ 1210 w 6343"/>
                  <a:gd name="connsiteY7" fmla="*/ 5623 h 6345"/>
                  <a:gd name="connsiteX8" fmla="*/ 3453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53"/>
                    </a:moveTo>
                    <a:cubicBezTo>
                      <a:pt x="4294" y="6553"/>
                      <a:pt x="5100" y="6218"/>
                      <a:pt x="5695" y="5623"/>
                    </a:cubicBezTo>
                    <a:cubicBezTo>
                      <a:pt x="6290" y="5028"/>
                      <a:pt x="6624" y="4221"/>
                      <a:pt x="6624" y="3380"/>
                    </a:cubicBezTo>
                    <a:cubicBezTo>
                      <a:pt x="6624" y="2538"/>
                      <a:pt x="6290" y="1731"/>
                      <a:pt x="5695" y="1136"/>
                    </a:cubicBezTo>
                    <a:cubicBezTo>
                      <a:pt x="5100" y="541"/>
                      <a:pt x="4294" y="207"/>
                      <a:pt x="3453" y="207"/>
                    </a:cubicBezTo>
                    <a:cubicBezTo>
                      <a:pt x="2611" y="207"/>
                      <a:pt x="1805" y="541"/>
                      <a:pt x="1210" y="1136"/>
                    </a:cubicBezTo>
                    <a:cubicBezTo>
                      <a:pt x="615" y="1731"/>
                      <a:pt x="281" y="2538"/>
                      <a:pt x="281" y="3380"/>
                    </a:cubicBezTo>
                    <a:cubicBezTo>
                      <a:pt x="281" y="4221"/>
                      <a:pt x="615" y="5028"/>
                      <a:pt x="1210" y="5623"/>
                    </a:cubicBezTo>
                    <a:cubicBezTo>
                      <a:pt x="1805" y="6218"/>
                      <a:pt x="2611" y="6553"/>
                      <a:pt x="3453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37" name="Freeform: Shape 3936">
                <a:extLst>
                  <a:ext uri="{FF2B5EF4-FFF2-40B4-BE49-F238E27FC236}">
                    <a16:creationId xmlns:a16="http://schemas.microsoft.com/office/drawing/2014/main" id="{53996CBB-DCCD-78EC-4DC1-92BEC63575F8}"/>
                  </a:ext>
                </a:extLst>
              </p:cNvPr>
              <p:cNvSpPr/>
              <p:nvPr/>
            </p:nvSpPr>
            <p:spPr>
              <a:xfrm>
                <a:off x="4415627" y="6112970"/>
                <a:ext cx="6343" cy="6345"/>
              </a:xfrm>
              <a:custGeom>
                <a:avLst/>
                <a:gdLst>
                  <a:gd name="connsiteX0" fmla="*/ 3452 w 6343"/>
                  <a:gd name="connsiteY0" fmla="*/ 6553 h 6345"/>
                  <a:gd name="connsiteX1" fmla="*/ 5695 w 6343"/>
                  <a:gd name="connsiteY1" fmla="*/ 5624 h 6345"/>
                  <a:gd name="connsiteX2" fmla="*/ 6624 w 6343"/>
                  <a:gd name="connsiteY2" fmla="*/ 3380 h 6345"/>
                  <a:gd name="connsiteX3" fmla="*/ 5695 w 6343"/>
                  <a:gd name="connsiteY3" fmla="*/ 1137 h 6345"/>
                  <a:gd name="connsiteX4" fmla="*/ 3452 w 6343"/>
                  <a:gd name="connsiteY4" fmla="*/ 208 h 6345"/>
                  <a:gd name="connsiteX5" fmla="*/ 1210 w 6343"/>
                  <a:gd name="connsiteY5" fmla="*/ 1137 h 6345"/>
                  <a:gd name="connsiteX6" fmla="*/ 281 w 6343"/>
                  <a:gd name="connsiteY6" fmla="*/ 3380 h 6345"/>
                  <a:gd name="connsiteX7" fmla="*/ 1210 w 6343"/>
                  <a:gd name="connsiteY7" fmla="*/ 5624 h 6345"/>
                  <a:gd name="connsiteX8" fmla="*/ 3452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3"/>
                    </a:moveTo>
                    <a:cubicBezTo>
                      <a:pt x="4294" y="6553"/>
                      <a:pt x="5100" y="6219"/>
                      <a:pt x="5695" y="5624"/>
                    </a:cubicBezTo>
                    <a:cubicBezTo>
                      <a:pt x="6290" y="5029"/>
                      <a:pt x="6624" y="4222"/>
                      <a:pt x="6624" y="3380"/>
                    </a:cubicBezTo>
                    <a:cubicBezTo>
                      <a:pt x="6624" y="2539"/>
                      <a:pt x="6290" y="1732"/>
                      <a:pt x="5695" y="1137"/>
                    </a:cubicBezTo>
                    <a:cubicBezTo>
                      <a:pt x="5100" y="542"/>
                      <a:pt x="4294" y="208"/>
                      <a:pt x="3452" y="208"/>
                    </a:cubicBezTo>
                    <a:cubicBezTo>
                      <a:pt x="2611" y="208"/>
                      <a:pt x="1805" y="542"/>
                      <a:pt x="1210" y="1137"/>
                    </a:cubicBezTo>
                    <a:cubicBezTo>
                      <a:pt x="615" y="1732"/>
                      <a:pt x="281" y="2539"/>
                      <a:pt x="281" y="3380"/>
                    </a:cubicBezTo>
                    <a:cubicBezTo>
                      <a:pt x="281" y="4222"/>
                      <a:pt x="615" y="5029"/>
                      <a:pt x="1210" y="5624"/>
                    </a:cubicBezTo>
                    <a:cubicBezTo>
                      <a:pt x="1805" y="6219"/>
                      <a:pt x="2611" y="6553"/>
                      <a:pt x="3452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38" name="Freeform: Shape 3937">
                <a:extLst>
                  <a:ext uri="{FF2B5EF4-FFF2-40B4-BE49-F238E27FC236}">
                    <a16:creationId xmlns:a16="http://schemas.microsoft.com/office/drawing/2014/main" id="{2A739FD3-B808-9BD9-B8BA-DDD1DBF781BD}"/>
                  </a:ext>
                </a:extLst>
              </p:cNvPr>
              <p:cNvSpPr/>
              <p:nvPr/>
            </p:nvSpPr>
            <p:spPr>
              <a:xfrm>
                <a:off x="4415665" y="6117958"/>
                <a:ext cx="6343" cy="6345"/>
              </a:xfrm>
              <a:custGeom>
                <a:avLst/>
                <a:gdLst>
                  <a:gd name="connsiteX0" fmla="*/ 3452 w 6343"/>
                  <a:gd name="connsiteY0" fmla="*/ 6553 h 6345"/>
                  <a:gd name="connsiteX1" fmla="*/ 5695 w 6343"/>
                  <a:gd name="connsiteY1" fmla="*/ 5624 h 6345"/>
                  <a:gd name="connsiteX2" fmla="*/ 6624 w 6343"/>
                  <a:gd name="connsiteY2" fmla="*/ 3381 h 6345"/>
                  <a:gd name="connsiteX3" fmla="*/ 5695 w 6343"/>
                  <a:gd name="connsiteY3" fmla="*/ 1137 h 6345"/>
                  <a:gd name="connsiteX4" fmla="*/ 3452 w 6343"/>
                  <a:gd name="connsiteY4" fmla="*/ 208 h 6345"/>
                  <a:gd name="connsiteX5" fmla="*/ 1210 w 6343"/>
                  <a:gd name="connsiteY5" fmla="*/ 1137 h 6345"/>
                  <a:gd name="connsiteX6" fmla="*/ 281 w 6343"/>
                  <a:gd name="connsiteY6" fmla="*/ 3381 h 6345"/>
                  <a:gd name="connsiteX7" fmla="*/ 1210 w 6343"/>
                  <a:gd name="connsiteY7" fmla="*/ 5624 h 6345"/>
                  <a:gd name="connsiteX8" fmla="*/ 3452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3"/>
                    </a:moveTo>
                    <a:cubicBezTo>
                      <a:pt x="4294" y="6553"/>
                      <a:pt x="5100" y="6219"/>
                      <a:pt x="5695" y="5624"/>
                    </a:cubicBezTo>
                    <a:cubicBezTo>
                      <a:pt x="6290" y="5029"/>
                      <a:pt x="6624" y="4222"/>
                      <a:pt x="6624" y="3381"/>
                    </a:cubicBezTo>
                    <a:cubicBezTo>
                      <a:pt x="6624" y="2539"/>
                      <a:pt x="6290" y="1732"/>
                      <a:pt x="5695" y="1137"/>
                    </a:cubicBezTo>
                    <a:cubicBezTo>
                      <a:pt x="5100" y="542"/>
                      <a:pt x="4294" y="208"/>
                      <a:pt x="3452" y="208"/>
                    </a:cubicBezTo>
                    <a:cubicBezTo>
                      <a:pt x="2611" y="208"/>
                      <a:pt x="1805" y="542"/>
                      <a:pt x="1210" y="1137"/>
                    </a:cubicBezTo>
                    <a:cubicBezTo>
                      <a:pt x="615" y="1732"/>
                      <a:pt x="281" y="2539"/>
                      <a:pt x="281" y="3381"/>
                    </a:cubicBezTo>
                    <a:cubicBezTo>
                      <a:pt x="281" y="4222"/>
                      <a:pt x="615" y="5029"/>
                      <a:pt x="1210" y="5624"/>
                    </a:cubicBezTo>
                    <a:cubicBezTo>
                      <a:pt x="1805" y="6219"/>
                      <a:pt x="2611" y="6553"/>
                      <a:pt x="3452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39" name="Freeform: Shape 3938">
                <a:extLst>
                  <a:ext uri="{FF2B5EF4-FFF2-40B4-BE49-F238E27FC236}">
                    <a16:creationId xmlns:a16="http://schemas.microsoft.com/office/drawing/2014/main" id="{B0F30987-9C2D-4FBF-5AE8-04A82EF02BE9}"/>
                  </a:ext>
                </a:extLst>
              </p:cNvPr>
              <p:cNvSpPr/>
              <p:nvPr/>
            </p:nvSpPr>
            <p:spPr>
              <a:xfrm>
                <a:off x="4228128" y="5989052"/>
                <a:ext cx="6343" cy="6345"/>
              </a:xfrm>
              <a:custGeom>
                <a:avLst/>
                <a:gdLst>
                  <a:gd name="connsiteX0" fmla="*/ 3438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8 w 6343"/>
                  <a:gd name="connsiteY4" fmla="*/ 198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43"/>
                    </a:moveTo>
                    <a:cubicBezTo>
                      <a:pt x="4279" y="6543"/>
                      <a:pt x="5086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6" y="532"/>
                      <a:pt x="4279" y="198"/>
                      <a:pt x="3438" y="198"/>
                    </a:cubicBezTo>
                    <a:cubicBezTo>
                      <a:pt x="2597" y="198"/>
                      <a:pt x="1790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90" y="6209"/>
                      <a:pt x="2597" y="6543"/>
                      <a:pt x="343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40" name="Freeform: Shape 3939">
                <a:extLst>
                  <a:ext uri="{FF2B5EF4-FFF2-40B4-BE49-F238E27FC236}">
                    <a16:creationId xmlns:a16="http://schemas.microsoft.com/office/drawing/2014/main" id="{B275FB10-27CD-EEE6-E37C-B86FABE7EC4F}"/>
                  </a:ext>
                </a:extLst>
              </p:cNvPr>
              <p:cNvSpPr/>
              <p:nvPr/>
            </p:nvSpPr>
            <p:spPr>
              <a:xfrm>
                <a:off x="4225646" y="5990560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1 h 6345"/>
                  <a:gd name="connsiteX3" fmla="*/ 5680 w 6343"/>
                  <a:gd name="connsiteY3" fmla="*/ 1127 h 6345"/>
                  <a:gd name="connsiteX4" fmla="*/ 3437 w 6343"/>
                  <a:gd name="connsiteY4" fmla="*/ 198 h 6345"/>
                  <a:gd name="connsiteX5" fmla="*/ 1195 w 6343"/>
                  <a:gd name="connsiteY5" fmla="*/ 1127 h 6345"/>
                  <a:gd name="connsiteX6" fmla="*/ 266 w 6343"/>
                  <a:gd name="connsiteY6" fmla="*/ 3371 h 6345"/>
                  <a:gd name="connsiteX7" fmla="*/ 1195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9" y="6543"/>
                      <a:pt x="5085" y="6209"/>
                      <a:pt x="5680" y="5614"/>
                    </a:cubicBezTo>
                    <a:cubicBezTo>
                      <a:pt x="6275" y="5019"/>
                      <a:pt x="6609" y="4212"/>
                      <a:pt x="6609" y="3371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5" y="532"/>
                      <a:pt x="4279" y="198"/>
                      <a:pt x="3437" y="198"/>
                    </a:cubicBezTo>
                    <a:cubicBezTo>
                      <a:pt x="2596" y="198"/>
                      <a:pt x="1790" y="532"/>
                      <a:pt x="1195" y="1127"/>
                    </a:cubicBezTo>
                    <a:cubicBezTo>
                      <a:pt x="600" y="1722"/>
                      <a:pt x="266" y="2529"/>
                      <a:pt x="266" y="3371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90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41" name="Freeform: Shape 3940">
                <a:extLst>
                  <a:ext uri="{FF2B5EF4-FFF2-40B4-BE49-F238E27FC236}">
                    <a16:creationId xmlns:a16="http://schemas.microsoft.com/office/drawing/2014/main" id="{A921BEFD-2B6A-B538-4493-334169B14D7B}"/>
                  </a:ext>
                </a:extLst>
              </p:cNvPr>
              <p:cNvSpPr/>
              <p:nvPr/>
            </p:nvSpPr>
            <p:spPr>
              <a:xfrm>
                <a:off x="4416830" y="6133961"/>
                <a:ext cx="6343" cy="6345"/>
              </a:xfrm>
              <a:custGeom>
                <a:avLst/>
                <a:gdLst>
                  <a:gd name="connsiteX0" fmla="*/ 3453 w 6343"/>
                  <a:gd name="connsiteY0" fmla="*/ 6555 h 6345"/>
                  <a:gd name="connsiteX1" fmla="*/ 5695 w 6343"/>
                  <a:gd name="connsiteY1" fmla="*/ 5625 h 6345"/>
                  <a:gd name="connsiteX2" fmla="*/ 6624 w 6343"/>
                  <a:gd name="connsiteY2" fmla="*/ 3382 h 6345"/>
                  <a:gd name="connsiteX3" fmla="*/ 5695 w 6343"/>
                  <a:gd name="connsiteY3" fmla="*/ 1138 h 6345"/>
                  <a:gd name="connsiteX4" fmla="*/ 3453 w 6343"/>
                  <a:gd name="connsiteY4" fmla="*/ 209 h 6345"/>
                  <a:gd name="connsiteX5" fmla="*/ 1210 w 6343"/>
                  <a:gd name="connsiteY5" fmla="*/ 1138 h 6345"/>
                  <a:gd name="connsiteX6" fmla="*/ 281 w 6343"/>
                  <a:gd name="connsiteY6" fmla="*/ 3382 h 6345"/>
                  <a:gd name="connsiteX7" fmla="*/ 1210 w 6343"/>
                  <a:gd name="connsiteY7" fmla="*/ 5625 h 6345"/>
                  <a:gd name="connsiteX8" fmla="*/ 3453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55"/>
                    </a:moveTo>
                    <a:cubicBezTo>
                      <a:pt x="4294" y="6555"/>
                      <a:pt x="5100" y="6220"/>
                      <a:pt x="5695" y="5625"/>
                    </a:cubicBezTo>
                    <a:cubicBezTo>
                      <a:pt x="6290" y="5030"/>
                      <a:pt x="6624" y="4223"/>
                      <a:pt x="6624" y="3382"/>
                    </a:cubicBezTo>
                    <a:cubicBezTo>
                      <a:pt x="6624" y="2540"/>
                      <a:pt x="6290" y="1733"/>
                      <a:pt x="5695" y="1138"/>
                    </a:cubicBezTo>
                    <a:cubicBezTo>
                      <a:pt x="5100" y="543"/>
                      <a:pt x="4294" y="209"/>
                      <a:pt x="3453" y="209"/>
                    </a:cubicBezTo>
                    <a:cubicBezTo>
                      <a:pt x="2611" y="209"/>
                      <a:pt x="1805" y="543"/>
                      <a:pt x="1210" y="1138"/>
                    </a:cubicBezTo>
                    <a:cubicBezTo>
                      <a:pt x="615" y="1733"/>
                      <a:pt x="281" y="2540"/>
                      <a:pt x="281" y="3382"/>
                    </a:cubicBezTo>
                    <a:cubicBezTo>
                      <a:pt x="281" y="4223"/>
                      <a:pt x="615" y="5030"/>
                      <a:pt x="1210" y="5625"/>
                    </a:cubicBezTo>
                    <a:cubicBezTo>
                      <a:pt x="1805" y="6220"/>
                      <a:pt x="2611" y="6555"/>
                      <a:pt x="3453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42" name="Freeform: Shape 3941">
                <a:extLst>
                  <a:ext uri="{FF2B5EF4-FFF2-40B4-BE49-F238E27FC236}">
                    <a16:creationId xmlns:a16="http://schemas.microsoft.com/office/drawing/2014/main" id="{73B572AF-D70C-B89B-AE07-2FE84E09190E}"/>
                  </a:ext>
                </a:extLst>
              </p:cNvPr>
              <p:cNvSpPr/>
              <p:nvPr/>
            </p:nvSpPr>
            <p:spPr>
              <a:xfrm>
                <a:off x="4415251" y="6137940"/>
                <a:ext cx="6343" cy="6345"/>
              </a:xfrm>
              <a:custGeom>
                <a:avLst/>
                <a:gdLst>
                  <a:gd name="connsiteX0" fmla="*/ 3452 w 6343"/>
                  <a:gd name="connsiteY0" fmla="*/ 6555 h 6345"/>
                  <a:gd name="connsiteX1" fmla="*/ 5695 w 6343"/>
                  <a:gd name="connsiteY1" fmla="*/ 5626 h 6345"/>
                  <a:gd name="connsiteX2" fmla="*/ 6624 w 6343"/>
                  <a:gd name="connsiteY2" fmla="*/ 3382 h 6345"/>
                  <a:gd name="connsiteX3" fmla="*/ 5695 w 6343"/>
                  <a:gd name="connsiteY3" fmla="*/ 1139 h 6345"/>
                  <a:gd name="connsiteX4" fmla="*/ 3452 w 6343"/>
                  <a:gd name="connsiteY4" fmla="*/ 209 h 6345"/>
                  <a:gd name="connsiteX5" fmla="*/ 1210 w 6343"/>
                  <a:gd name="connsiteY5" fmla="*/ 1139 h 6345"/>
                  <a:gd name="connsiteX6" fmla="*/ 281 w 6343"/>
                  <a:gd name="connsiteY6" fmla="*/ 3382 h 6345"/>
                  <a:gd name="connsiteX7" fmla="*/ 1210 w 6343"/>
                  <a:gd name="connsiteY7" fmla="*/ 5626 h 6345"/>
                  <a:gd name="connsiteX8" fmla="*/ 3452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5"/>
                    </a:moveTo>
                    <a:cubicBezTo>
                      <a:pt x="4294" y="6555"/>
                      <a:pt x="5100" y="6221"/>
                      <a:pt x="5695" y="5626"/>
                    </a:cubicBezTo>
                    <a:cubicBezTo>
                      <a:pt x="6290" y="5031"/>
                      <a:pt x="6624" y="4224"/>
                      <a:pt x="6624" y="3382"/>
                    </a:cubicBezTo>
                    <a:cubicBezTo>
                      <a:pt x="6624" y="2541"/>
                      <a:pt x="6290" y="1734"/>
                      <a:pt x="5695" y="1139"/>
                    </a:cubicBezTo>
                    <a:cubicBezTo>
                      <a:pt x="5100" y="544"/>
                      <a:pt x="4294" y="209"/>
                      <a:pt x="3452" y="209"/>
                    </a:cubicBezTo>
                    <a:cubicBezTo>
                      <a:pt x="2611" y="209"/>
                      <a:pt x="1805" y="544"/>
                      <a:pt x="1210" y="1139"/>
                    </a:cubicBezTo>
                    <a:cubicBezTo>
                      <a:pt x="615" y="1734"/>
                      <a:pt x="281" y="2541"/>
                      <a:pt x="281" y="3382"/>
                    </a:cubicBezTo>
                    <a:cubicBezTo>
                      <a:pt x="281" y="4224"/>
                      <a:pt x="615" y="5031"/>
                      <a:pt x="1210" y="5626"/>
                    </a:cubicBezTo>
                    <a:cubicBezTo>
                      <a:pt x="1805" y="6221"/>
                      <a:pt x="2611" y="6555"/>
                      <a:pt x="3452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43" name="Freeform: Shape 3942">
                <a:extLst>
                  <a:ext uri="{FF2B5EF4-FFF2-40B4-BE49-F238E27FC236}">
                    <a16:creationId xmlns:a16="http://schemas.microsoft.com/office/drawing/2014/main" id="{255B6D50-D671-19E6-05EC-CCFD150D0169}"/>
                  </a:ext>
                </a:extLst>
              </p:cNvPr>
              <p:cNvSpPr/>
              <p:nvPr/>
            </p:nvSpPr>
            <p:spPr>
              <a:xfrm>
                <a:off x="4414742" y="6142741"/>
                <a:ext cx="6343" cy="6345"/>
              </a:xfrm>
              <a:custGeom>
                <a:avLst/>
                <a:gdLst>
                  <a:gd name="connsiteX0" fmla="*/ 3452 w 6343"/>
                  <a:gd name="connsiteY0" fmla="*/ 6555 h 6345"/>
                  <a:gd name="connsiteX1" fmla="*/ 5695 w 6343"/>
                  <a:gd name="connsiteY1" fmla="*/ 5626 h 6345"/>
                  <a:gd name="connsiteX2" fmla="*/ 6624 w 6343"/>
                  <a:gd name="connsiteY2" fmla="*/ 3383 h 6345"/>
                  <a:gd name="connsiteX3" fmla="*/ 5695 w 6343"/>
                  <a:gd name="connsiteY3" fmla="*/ 1139 h 6345"/>
                  <a:gd name="connsiteX4" fmla="*/ 3452 w 6343"/>
                  <a:gd name="connsiteY4" fmla="*/ 210 h 6345"/>
                  <a:gd name="connsiteX5" fmla="*/ 1210 w 6343"/>
                  <a:gd name="connsiteY5" fmla="*/ 1139 h 6345"/>
                  <a:gd name="connsiteX6" fmla="*/ 281 w 6343"/>
                  <a:gd name="connsiteY6" fmla="*/ 3383 h 6345"/>
                  <a:gd name="connsiteX7" fmla="*/ 1210 w 6343"/>
                  <a:gd name="connsiteY7" fmla="*/ 5626 h 6345"/>
                  <a:gd name="connsiteX8" fmla="*/ 3452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5"/>
                    </a:moveTo>
                    <a:cubicBezTo>
                      <a:pt x="4293" y="6555"/>
                      <a:pt x="5100" y="6221"/>
                      <a:pt x="5695" y="5626"/>
                    </a:cubicBezTo>
                    <a:cubicBezTo>
                      <a:pt x="6290" y="5031"/>
                      <a:pt x="6624" y="4224"/>
                      <a:pt x="6624" y="3383"/>
                    </a:cubicBezTo>
                    <a:cubicBezTo>
                      <a:pt x="6624" y="2541"/>
                      <a:pt x="6290" y="1734"/>
                      <a:pt x="5695" y="1139"/>
                    </a:cubicBezTo>
                    <a:cubicBezTo>
                      <a:pt x="5100" y="544"/>
                      <a:pt x="4293" y="210"/>
                      <a:pt x="3452" y="210"/>
                    </a:cubicBezTo>
                    <a:cubicBezTo>
                      <a:pt x="2611" y="210"/>
                      <a:pt x="1805" y="544"/>
                      <a:pt x="1210" y="1139"/>
                    </a:cubicBezTo>
                    <a:cubicBezTo>
                      <a:pt x="615" y="1734"/>
                      <a:pt x="281" y="2541"/>
                      <a:pt x="281" y="3383"/>
                    </a:cubicBezTo>
                    <a:cubicBezTo>
                      <a:pt x="281" y="4224"/>
                      <a:pt x="615" y="5031"/>
                      <a:pt x="1210" y="5626"/>
                    </a:cubicBezTo>
                    <a:cubicBezTo>
                      <a:pt x="1805" y="6221"/>
                      <a:pt x="2611" y="6555"/>
                      <a:pt x="3452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44" name="Freeform: Shape 3943">
                <a:extLst>
                  <a:ext uri="{FF2B5EF4-FFF2-40B4-BE49-F238E27FC236}">
                    <a16:creationId xmlns:a16="http://schemas.microsoft.com/office/drawing/2014/main" id="{CDEFF313-EA01-1643-3F3F-DF9F2FF8D1D8}"/>
                  </a:ext>
                </a:extLst>
              </p:cNvPr>
              <p:cNvSpPr/>
              <p:nvPr/>
            </p:nvSpPr>
            <p:spPr>
              <a:xfrm>
                <a:off x="4414798" y="6148010"/>
                <a:ext cx="6343" cy="6345"/>
              </a:xfrm>
              <a:custGeom>
                <a:avLst/>
                <a:gdLst>
                  <a:gd name="connsiteX0" fmla="*/ 3452 w 6343"/>
                  <a:gd name="connsiteY0" fmla="*/ 6556 h 6345"/>
                  <a:gd name="connsiteX1" fmla="*/ 5695 w 6343"/>
                  <a:gd name="connsiteY1" fmla="*/ 5626 h 6345"/>
                  <a:gd name="connsiteX2" fmla="*/ 6624 w 6343"/>
                  <a:gd name="connsiteY2" fmla="*/ 3383 h 6345"/>
                  <a:gd name="connsiteX3" fmla="*/ 5695 w 6343"/>
                  <a:gd name="connsiteY3" fmla="*/ 1140 h 6345"/>
                  <a:gd name="connsiteX4" fmla="*/ 3452 w 6343"/>
                  <a:gd name="connsiteY4" fmla="*/ 210 h 6345"/>
                  <a:gd name="connsiteX5" fmla="*/ 1210 w 6343"/>
                  <a:gd name="connsiteY5" fmla="*/ 1140 h 6345"/>
                  <a:gd name="connsiteX6" fmla="*/ 281 w 6343"/>
                  <a:gd name="connsiteY6" fmla="*/ 3383 h 6345"/>
                  <a:gd name="connsiteX7" fmla="*/ 1210 w 6343"/>
                  <a:gd name="connsiteY7" fmla="*/ 5626 h 6345"/>
                  <a:gd name="connsiteX8" fmla="*/ 3452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6"/>
                    </a:moveTo>
                    <a:cubicBezTo>
                      <a:pt x="4293" y="6556"/>
                      <a:pt x="5100" y="6221"/>
                      <a:pt x="5695" y="5626"/>
                    </a:cubicBezTo>
                    <a:cubicBezTo>
                      <a:pt x="6290" y="5031"/>
                      <a:pt x="6624" y="4224"/>
                      <a:pt x="6624" y="3383"/>
                    </a:cubicBezTo>
                    <a:cubicBezTo>
                      <a:pt x="6624" y="2542"/>
                      <a:pt x="6290" y="1735"/>
                      <a:pt x="5695" y="1140"/>
                    </a:cubicBezTo>
                    <a:cubicBezTo>
                      <a:pt x="5100" y="545"/>
                      <a:pt x="4293" y="210"/>
                      <a:pt x="3452" y="210"/>
                    </a:cubicBezTo>
                    <a:cubicBezTo>
                      <a:pt x="2611" y="210"/>
                      <a:pt x="1805" y="545"/>
                      <a:pt x="1210" y="1140"/>
                    </a:cubicBezTo>
                    <a:cubicBezTo>
                      <a:pt x="615" y="1735"/>
                      <a:pt x="281" y="2542"/>
                      <a:pt x="281" y="3383"/>
                    </a:cubicBezTo>
                    <a:cubicBezTo>
                      <a:pt x="281" y="4224"/>
                      <a:pt x="615" y="5031"/>
                      <a:pt x="1210" y="5626"/>
                    </a:cubicBezTo>
                    <a:cubicBezTo>
                      <a:pt x="1805" y="6221"/>
                      <a:pt x="2611" y="6556"/>
                      <a:pt x="3452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45" name="Freeform: Shape 3944">
                <a:extLst>
                  <a:ext uri="{FF2B5EF4-FFF2-40B4-BE49-F238E27FC236}">
                    <a16:creationId xmlns:a16="http://schemas.microsoft.com/office/drawing/2014/main" id="{FD582725-D594-DC72-AD44-269368E48EA4}"/>
                  </a:ext>
                </a:extLst>
              </p:cNvPr>
              <p:cNvSpPr/>
              <p:nvPr/>
            </p:nvSpPr>
            <p:spPr>
              <a:xfrm>
                <a:off x="4414584" y="6153121"/>
                <a:ext cx="6343" cy="6345"/>
              </a:xfrm>
              <a:custGeom>
                <a:avLst/>
                <a:gdLst>
                  <a:gd name="connsiteX0" fmla="*/ 3452 w 6343"/>
                  <a:gd name="connsiteY0" fmla="*/ 6556 h 6345"/>
                  <a:gd name="connsiteX1" fmla="*/ 5695 w 6343"/>
                  <a:gd name="connsiteY1" fmla="*/ 5627 h 6345"/>
                  <a:gd name="connsiteX2" fmla="*/ 6624 w 6343"/>
                  <a:gd name="connsiteY2" fmla="*/ 3383 h 6345"/>
                  <a:gd name="connsiteX3" fmla="*/ 5695 w 6343"/>
                  <a:gd name="connsiteY3" fmla="*/ 1140 h 6345"/>
                  <a:gd name="connsiteX4" fmla="*/ 3452 w 6343"/>
                  <a:gd name="connsiteY4" fmla="*/ 211 h 6345"/>
                  <a:gd name="connsiteX5" fmla="*/ 1210 w 6343"/>
                  <a:gd name="connsiteY5" fmla="*/ 1140 h 6345"/>
                  <a:gd name="connsiteX6" fmla="*/ 281 w 6343"/>
                  <a:gd name="connsiteY6" fmla="*/ 3383 h 6345"/>
                  <a:gd name="connsiteX7" fmla="*/ 1210 w 6343"/>
                  <a:gd name="connsiteY7" fmla="*/ 5627 h 6345"/>
                  <a:gd name="connsiteX8" fmla="*/ 3452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6"/>
                    </a:moveTo>
                    <a:cubicBezTo>
                      <a:pt x="4293" y="6556"/>
                      <a:pt x="5100" y="6222"/>
                      <a:pt x="5695" y="5627"/>
                    </a:cubicBezTo>
                    <a:cubicBezTo>
                      <a:pt x="6290" y="5032"/>
                      <a:pt x="6624" y="4225"/>
                      <a:pt x="6624" y="3383"/>
                    </a:cubicBezTo>
                    <a:cubicBezTo>
                      <a:pt x="6624" y="2542"/>
                      <a:pt x="6290" y="1735"/>
                      <a:pt x="5695" y="1140"/>
                    </a:cubicBezTo>
                    <a:cubicBezTo>
                      <a:pt x="5100" y="545"/>
                      <a:pt x="4293" y="211"/>
                      <a:pt x="3452" y="211"/>
                    </a:cubicBezTo>
                    <a:cubicBezTo>
                      <a:pt x="2611" y="211"/>
                      <a:pt x="1804" y="545"/>
                      <a:pt x="1210" y="1140"/>
                    </a:cubicBezTo>
                    <a:cubicBezTo>
                      <a:pt x="615" y="1735"/>
                      <a:pt x="281" y="2542"/>
                      <a:pt x="281" y="3383"/>
                    </a:cubicBezTo>
                    <a:cubicBezTo>
                      <a:pt x="281" y="4225"/>
                      <a:pt x="615" y="5032"/>
                      <a:pt x="1210" y="5627"/>
                    </a:cubicBezTo>
                    <a:cubicBezTo>
                      <a:pt x="1804" y="6222"/>
                      <a:pt x="2611" y="6556"/>
                      <a:pt x="3452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46" name="Freeform: Shape 3945">
                <a:extLst>
                  <a:ext uri="{FF2B5EF4-FFF2-40B4-BE49-F238E27FC236}">
                    <a16:creationId xmlns:a16="http://schemas.microsoft.com/office/drawing/2014/main" id="{56BD171E-7D75-9FCB-2A79-36E04BD3272F}"/>
                  </a:ext>
                </a:extLst>
              </p:cNvPr>
              <p:cNvSpPr/>
              <p:nvPr/>
            </p:nvSpPr>
            <p:spPr>
              <a:xfrm>
                <a:off x="4415299" y="6159003"/>
                <a:ext cx="6343" cy="6345"/>
              </a:xfrm>
              <a:custGeom>
                <a:avLst/>
                <a:gdLst>
                  <a:gd name="connsiteX0" fmla="*/ 3452 w 6343"/>
                  <a:gd name="connsiteY0" fmla="*/ 6557 h 6345"/>
                  <a:gd name="connsiteX1" fmla="*/ 5695 w 6343"/>
                  <a:gd name="connsiteY1" fmla="*/ 5627 h 6345"/>
                  <a:gd name="connsiteX2" fmla="*/ 6624 w 6343"/>
                  <a:gd name="connsiteY2" fmla="*/ 3384 h 6345"/>
                  <a:gd name="connsiteX3" fmla="*/ 5695 w 6343"/>
                  <a:gd name="connsiteY3" fmla="*/ 1140 h 6345"/>
                  <a:gd name="connsiteX4" fmla="*/ 3452 w 6343"/>
                  <a:gd name="connsiteY4" fmla="*/ 211 h 6345"/>
                  <a:gd name="connsiteX5" fmla="*/ 1210 w 6343"/>
                  <a:gd name="connsiteY5" fmla="*/ 1140 h 6345"/>
                  <a:gd name="connsiteX6" fmla="*/ 281 w 6343"/>
                  <a:gd name="connsiteY6" fmla="*/ 3384 h 6345"/>
                  <a:gd name="connsiteX7" fmla="*/ 1210 w 6343"/>
                  <a:gd name="connsiteY7" fmla="*/ 5627 h 6345"/>
                  <a:gd name="connsiteX8" fmla="*/ 3452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7"/>
                    </a:moveTo>
                    <a:cubicBezTo>
                      <a:pt x="4294" y="6557"/>
                      <a:pt x="5100" y="6222"/>
                      <a:pt x="5695" y="5627"/>
                    </a:cubicBezTo>
                    <a:cubicBezTo>
                      <a:pt x="6290" y="5032"/>
                      <a:pt x="6624" y="4225"/>
                      <a:pt x="6624" y="3384"/>
                    </a:cubicBezTo>
                    <a:cubicBezTo>
                      <a:pt x="6624" y="2542"/>
                      <a:pt x="6290" y="1735"/>
                      <a:pt x="5695" y="1140"/>
                    </a:cubicBezTo>
                    <a:cubicBezTo>
                      <a:pt x="5100" y="545"/>
                      <a:pt x="4294" y="211"/>
                      <a:pt x="3452" y="211"/>
                    </a:cubicBezTo>
                    <a:cubicBezTo>
                      <a:pt x="2611" y="211"/>
                      <a:pt x="1805" y="545"/>
                      <a:pt x="1210" y="1140"/>
                    </a:cubicBezTo>
                    <a:cubicBezTo>
                      <a:pt x="615" y="1735"/>
                      <a:pt x="281" y="2542"/>
                      <a:pt x="281" y="3384"/>
                    </a:cubicBezTo>
                    <a:cubicBezTo>
                      <a:pt x="281" y="4225"/>
                      <a:pt x="615" y="5032"/>
                      <a:pt x="1210" y="5627"/>
                    </a:cubicBezTo>
                    <a:cubicBezTo>
                      <a:pt x="1805" y="6222"/>
                      <a:pt x="2611" y="6557"/>
                      <a:pt x="3452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47" name="Freeform: Shape 3946">
                <a:extLst>
                  <a:ext uri="{FF2B5EF4-FFF2-40B4-BE49-F238E27FC236}">
                    <a16:creationId xmlns:a16="http://schemas.microsoft.com/office/drawing/2014/main" id="{7E2525F2-CE24-F6C2-A7C1-E1571DBE045E}"/>
                  </a:ext>
                </a:extLst>
              </p:cNvPr>
              <p:cNvSpPr/>
              <p:nvPr/>
            </p:nvSpPr>
            <p:spPr>
              <a:xfrm>
                <a:off x="4167515" y="5986562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4 h 6345"/>
                  <a:gd name="connsiteX2" fmla="*/ 6604 w 6343"/>
                  <a:gd name="connsiteY2" fmla="*/ 3370 h 6345"/>
                  <a:gd name="connsiteX3" fmla="*/ 5676 w 6343"/>
                  <a:gd name="connsiteY3" fmla="*/ 1127 h 6345"/>
                  <a:gd name="connsiteX4" fmla="*/ 3433 w 6343"/>
                  <a:gd name="connsiteY4" fmla="*/ 198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4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9"/>
                      <a:pt x="5676" y="5614"/>
                    </a:cubicBezTo>
                    <a:cubicBezTo>
                      <a:pt x="6270" y="5019"/>
                      <a:pt x="6604" y="4212"/>
                      <a:pt x="6604" y="3370"/>
                    </a:cubicBezTo>
                    <a:cubicBezTo>
                      <a:pt x="6604" y="2529"/>
                      <a:pt x="6270" y="1722"/>
                      <a:pt x="5676" y="1127"/>
                    </a:cubicBezTo>
                    <a:cubicBezTo>
                      <a:pt x="5081" y="532"/>
                      <a:pt x="4274" y="198"/>
                      <a:pt x="3433" y="198"/>
                    </a:cubicBezTo>
                    <a:cubicBezTo>
                      <a:pt x="2592" y="198"/>
                      <a:pt x="1785" y="532"/>
                      <a:pt x="1190" y="1127"/>
                    </a:cubicBezTo>
                    <a:cubicBezTo>
                      <a:pt x="596" y="1722"/>
                      <a:pt x="261" y="2529"/>
                      <a:pt x="261" y="3370"/>
                    </a:cubicBezTo>
                    <a:cubicBezTo>
                      <a:pt x="261" y="4212"/>
                      <a:pt x="596" y="5019"/>
                      <a:pt x="1190" y="5614"/>
                    </a:cubicBezTo>
                    <a:cubicBezTo>
                      <a:pt x="1785" y="6209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48" name="Freeform: Shape 3947">
                <a:extLst>
                  <a:ext uri="{FF2B5EF4-FFF2-40B4-BE49-F238E27FC236}">
                    <a16:creationId xmlns:a16="http://schemas.microsoft.com/office/drawing/2014/main" id="{CC3B0449-9FE3-E8BE-6E0B-3BF364B6BF50}"/>
                  </a:ext>
                </a:extLst>
              </p:cNvPr>
              <p:cNvSpPr/>
              <p:nvPr/>
            </p:nvSpPr>
            <p:spPr>
              <a:xfrm>
                <a:off x="4161164" y="5984216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4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2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4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8"/>
                      <a:pt x="5675" y="5614"/>
                    </a:cubicBezTo>
                    <a:cubicBezTo>
                      <a:pt x="6270" y="5019"/>
                      <a:pt x="6604" y="4211"/>
                      <a:pt x="6604" y="3370"/>
                    </a:cubicBezTo>
                    <a:cubicBezTo>
                      <a:pt x="6604" y="2529"/>
                      <a:pt x="6270" y="1722"/>
                      <a:pt x="5675" y="1127"/>
                    </a:cubicBezTo>
                    <a:cubicBezTo>
                      <a:pt x="5080" y="532"/>
                      <a:pt x="4273" y="197"/>
                      <a:pt x="3432" y="197"/>
                    </a:cubicBezTo>
                    <a:cubicBezTo>
                      <a:pt x="2591" y="197"/>
                      <a:pt x="1785" y="532"/>
                      <a:pt x="1190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1"/>
                      <a:pt x="595" y="5019"/>
                      <a:pt x="1190" y="5614"/>
                    </a:cubicBezTo>
                    <a:cubicBezTo>
                      <a:pt x="1785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49" name="Freeform: Shape 3948">
                <a:extLst>
                  <a:ext uri="{FF2B5EF4-FFF2-40B4-BE49-F238E27FC236}">
                    <a16:creationId xmlns:a16="http://schemas.microsoft.com/office/drawing/2014/main" id="{42EF82A5-3E78-762A-8FB7-C3A10F0477E0}"/>
                  </a:ext>
                </a:extLst>
              </p:cNvPr>
              <p:cNvSpPr/>
              <p:nvPr/>
            </p:nvSpPr>
            <p:spPr>
              <a:xfrm>
                <a:off x="4160098" y="5986385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4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2 w 6343"/>
                  <a:gd name="connsiteY4" fmla="*/ 198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4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9"/>
                      <a:pt x="5675" y="5614"/>
                    </a:cubicBezTo>
                    <a:cubicBezTo>
                      <a:pt x="6270" y="5019"/>
                      <a:pt x="6604" y="4212"/>
                      <a:pt x="6604" y="3370"/>
                    </a:cubicBezTo>
                    <a:cubicBezTo>
                      <a:pt x="6604" y="2529"/>
                      <a:pt x="6270" y="1722"/>
                      <a:pt x="5675" y="1127"/>
                    </a:cubicBezTo>
                    <a:cubicBezTo>
                      <a:pt x="5080" y="532"/>
                      <a:pt x="4273" y="198"/>
                      <a:pt x="3432" y="198"/>
                    </a:cubicBezTo>
                    <a:cubicBezTo>
                      <a:pt x="2591" y="198"/>
                      <a:pt x="1784" y="532"/>
                      <a:pt x="1190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2"/>
                      <a:pt x="595" y="5019"/>
                      <a:pt x="1190" y="5614"/>
                    </a:cubicBezTo>
                    <a:cubicBezTo>
                      <a:pt x="1784" y="6209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50" name="Freeform: Shape 3949">
                <a:extLst>
                  <a:ext uri="{FF2B5EF4-FFF2-40B4-BE49-F238E27FC236}">
                    <a16:creationId xmlns:a16="http://schemas.microsoft.com/office/drawing/2014/main" id="{2F3802EC-98A5-8ADC-C564-6ACEFB1DDED8}"/>
                  </a:ext>
                </a:extLst>
              </p:cNvPr>
              <p:cNvSpPr/>
              <p:nvPr/>
            </p:nvSpPr>
            <p:spPr>
              <a:xfrm>
                <a:off x="4153977" y="5984092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4 w 6343"/>
                  <a:gd name="connsiteY1" fmla="*/ 5614 h 6345"/>
                  <a:gd name="connsiteX2" fmla="*/ 6603 w 6343"/>
                  <a:gd name="connsiteY2" fmla="*/ 3370 h 6345"/>
                  <a:gd name="connsiteX3" fmla="*/ 5674 w 6343"/>
                  <a:gd name="connsiteY3" fmla="*/ 1127 h 6345"/>
                  <a:gd name="connsiteX4" fmla="*/ 3432 w 6343"/>
                  <a:gd name="connsiteY4" fmla="*/ 197 h 6345"/>
                  <a:gd name="connsiteX5" fmla="*/ 1189 w 6343"/>
                  <a:gd name="connsiteY5" fmla="*/ 1127 h 6345"/>
                  <a:gd name="connsiteX6" fmla="*/ 260 w 6343"/>
                  <a:gd name="connsiteY6" fmla="*/ 3370 h 6345"/>
                  <a:gd name="connsiteX7" fmla="*/ 1189 w 6343"/>
                  <a:gd name="connsiteY7" fmla="*/ 5614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8"/>
                      <a:pt x="5674" y="5614"/>
                    </a:cubicBezTo>
                    <a:cubicBezTo>
                      <a:pt x="6269" y="5019"/>
                      <a:pt x="6603" y="4211"/>
                      <a:pt x="6603" y="3370"/>
                    </a:cubicBezTo>
                    <a:cubicBezTo>
                      <a:pt x="6603" y="2529"/>
                      <a:pt x="6269" y="1722"/>
                      <a:pt x="5674" y="1127"/>
                    </a:cubicBezTo>
                    <a:cubicBezTo>
                      <a:pt x="5080" y="532"/>
                      <a:pt x="4273" y="197"/>
                      <a:pt x="3432" y="197"/>
                    </a:cubicBezTo>
                    <a:cubicBezTo>
                      <a:pt x="2591" y="197"/>
                      <a:pt x="1784" y="532"/>
                      <a:pt x="1189" y="1127"/>
                    </a:cubicBezTo>
                    <a:cubicBezTo>
                      <a:pt x="594" y="1722"/>
                      <a:pt x="260" y="2529"/>
                      <a:pt x="260" y="3370"/>
                    </a:cubicBezTo>
                    <a:cubicBezTo>
                      <a:pt x="260" y="4211"/>
                      <a:pt x="594" y="5019"/>
                      <a:pt x="1189" y="5614"/>
                    </a:cubicBezTo>
                    <a:cubicBezTo>
                      <a:pt x="1784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51" name="Freeform: Shape 3950">
                <a:extLst>
                  <a:ext uri="{FF2B5EF4-FFF2-40B4-BE49-F238E27FC236}">
                    <a16:creationId xmlns:a16="http://schemas.microsoft.com/office/drawing/2014/main" id="{382F35BD-C5C4-68D9-1A4F-90EA78119B85}"/>
                  </a:ext>
                </a:extLst>
              </p:cNvPr>
              <p:cNvSpPr/>
              <p:nvPr/>
            </p:nvSpPr>
            <p:spPr>
              <a:xfrm>
                <a:off x="4151918" y="5985337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4 w 6343"/>
                  <a:gd name="connsiteY1" fmla="*/ 5614 h 6345"/>
                  <a:gd name="connsiteX2" fmla="*/ 6603 w 6343"/>
                  <a:gd name="connsiteY2" fmla="*/ 3370 h 6345"/>
                  <a:gd name="connsiteX3" fmla="*/ 5674 w 6343"/>
                  <a:gd name="connsiteY3" fmla="*/ 1127 h 6345"/>
                  <a:gd name="connsiteX4" fmla="*/ 3432 w 6343"/>
                  <a:gd name="connsiteY4" fmla="*/ 197 h 6345"/>
                  <a:gd name="connsiteX5" fmla="*/ 1189 w 6343"/>
                  <a:gd name="connsiteY5" fmla="*/ 1127 h 6345"/>
                  <a:gd name="connsiteX6" fmla="*/ 260 w 6343"/>
                  <a:gd name="connsiteY6" fmla="*/ 3370 h 6345"/>
                  <a:gd name="connsiteX7" fmla="*/ 1189 w 6343"/>
                  <a:gd name="connsiteY7" fmla="*/ 5614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9"/>
                      <a:pt x="5674" y="5614"/>
                    </a:cubicBezTo>
                    <a:cubicBezTo>
                      <a:pt x="6269" y="5019"/>
                      <a:pt x="6603" y="4212"/>
                      <a:pt x="6603" y="3370"/>
                    </a:cubicBezTo>
                    <a:cubicBezTo>
                      <a:pt x="6603" y="2529"/>
                      <a:pt x="6269" y="1722"/>
                      <a:pt x="5674" y="1127"/>
                    </a:cubicBezTo>
                    <a:cubicBezTo>
                      <a:pt x="5080" y="532"/>
                      <a:pt x="4273" y="197"/>
                      <a:pt x="3432" y="197"/>
                    </a:cubicBezTo>
                    <a:cubicBezTo>
                      <a:pt x="2591" y="197"/>
                      <a:pt x="1784" y="532"/>
                      <a:pt x="1189" y="1127"/>
                    </a:cubicBezTo>
                    <a:cubicBezTo>
                      <a:pt x="594" y="1722"/>
                      <a:pt x="260" y="2529"/>
                      <a:pt x="260" y="3370"/>
                    </a:cubicBezTo>
                    <a:cubicBezTo>
                      <a:pt x="260" y="4212"/>
                      <a:pt x="594" y="5019"/>
                      <a:pt x="1189" y="5614"/>
                    </a:cubicBezTo>
                    <a:cubicBezTo>
                      <a:pt x="1784" y="6209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52" name="Freeform: Shape 3951">
                <a:extLst>
                  <a:ext uri="{FF2B5EF4-FFF2-40B4-BE49-F238E27FC236}">
                    <a16:creationId xmlns:a16="http://schemas.microsoft.com/office/drawing/2014/main" id="{1F0A9073-08D7-2195-E2DF-9F187A285B72}"/>
                  </a:ext>
                </a:extLst>
              </p:cNvPr>
              <p:cNvSpPr/>
              <p:nvPr/>
            </p:nvSpPr>
            <p:spPr>
              <a:xfrm>
                <a:off x="4150381" y="5987044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4 w 6343"/>
                  <a:gd name="connsiteY1" fmla="*/ 5614 h 6345"/>
                  <a:gd name="connsiteX2" fmla="*/ 6603 w 6343"/>
                  <a:gd name="connsiteY2" fmla="*/ 3370 h 6345"/>
                  <a:gd name="connsiteX3" fmla="*/ 5674 w 6343"/>
                  <a:gd name="connsiteY3" fmla="*/ 1127 h 6345"/>
                  <a:gd name="connsiteX4" fmla="*/ 3432 w 6343"/>
                  <a:gd name="connsiteY4" fmla="*/ 198 h 6345"/>
                  <a:gd name="connsiteX5" fmla="*/ 1189 w 6343"/>
                  <a:gd name="connsiteY5" fmla="*/ 1127 h 6345"/>
                  <a:gd name="connsiteX6" fmla="*/ 260 w 6343"/>
                  <a:gd name="connsiteY6" fmla="*/ 3370 h 6345"/>
                  <a:gd name="connsiteX7" fmla="*/ 1189 w 6343"/>
                  <a:gd name="connsiteY7" fmla="*/ 5614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79" y="6209"/>
                      <a:pt x="5674" y="5614"/>
                    </a:cubicBezTo>
                    <a:cubicBezTo>
                      <a:pt x="6269" y="5019"/>
                      <a:pt x="6603" y="4212"/>
                      <a:pt x="6603" y="3370"/>
                    </a:cubicBezTo>
                    <a:cubicBezTo>
                      <a:pt x="6603" y="2529"/>
                      <a:pt x="6269" y="1722"/>
                      <a:pt x="5674" y="1127"/>
                    </a:cubicBezTo>
                    <a:cubicBezTo>
                      <a:pt x="5079" y="532"/>
                      <a:pt x="4273" y="198"/>
                      <a:pt x="3432" y="198"/>
                    </a:cubicBezTo>
                    <a:cubicBezTo>
                      <a:pt x="2590" y="198"/>
                      <a:pt x="1784" y="532"/>
                      <a:pt x="1189" y="1127"/>
                    </a:cubicBezTo>
                    <a:cubicBezTo>
                      <a:pt x="594" y="1722"/>
                      <a:pt x="260" y="2529"/>
                      <a:pt x="260" y="3370"/>
                    </a:cubicBezTo>
                    <a:cubicBezTo>
                      <a:pt x="260" y="4212"/>
                      <a:pt x="594" y="5019"/>
                      <a:pt x="1189" y="5614"/>
                    </a:cubicBezTo>
                    <a:cubicBezTo>
                      <a:pt x="1784" y="6209"/>
                      <a:pt x="2590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53" name="Freeform: Shape 3952">
                <a:extLst>
                  <a:ext uri="{FF2B5EF4-FFF2-40B4-BE49-F238E27FC236}">
                    <a16:creationId xmlns:a16="http://schemas.microsoft.com/office/drawing/2014/main" id="{889D4CB9-DB58-8466-89F9-480CD54241CE}"/>
                  </a:ext>
                </a:extLst>
              </p:cNvPr>
              <p:cNvSpPr/>
              <p:nvPr/>
            </p:nvSpPr>
            <p:spPr>
              <a:xfrm>
                <a:off x="4148694" y="5988613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4 h 6345"/>
                  <a:gd name="connsiteX2" fmla="*/ 6603 w 6343"/>
                  <a:gd name="connsiteY2" fmla="*/ 3370 h 6345"/>
                  <a:gd name="connsiteX3" fmla="*/ 5674 w 6343"/>
                  <a:gd name="connsiteY3" fmla="*/ 1127 h 6345"/>
                  <a:gd name="connsiteX4" fmla="*/ 3431 w 6343"/>
                  <a:gd name="connsiteY4" fmla="*/ 198 h 6345"/>
                  <a:gd name="connsiteX5" fmla="*/ 1189 w 6343"/>
                  <a:gd name="connsiteY5" fmla="*/ 1127 h 6345"/>
                  <a:gd name="connsiteX6" fmla="*/ 260 w 6343"/>
                  <a:gd name="connsiteY6" fmla="*/ 3370 h 6345"/>
                  <a:gd name="connsiteX7" fmla="*/ 1189 w 6343"/>
                  <a:gd name="connsiteY7" fmla="*/ 5614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3" y="6543"/>
                      <a:pt x="5079" y="6209"/>
                      <a:pt x="5674" y="5614"/>
                    </a:cubicBezTo>
                    <a:cubicBezTo>
                      <a:pt x="6269" y="5019"/>
                      <a:pt x="6603" y="4212"/>
                      <a:pt x="6603" y="3370"/>
                    </a:cubicBezTo>
                    <a:cubicBezTo>
                      <a:pt x="6603" y="2529"/>
                      <a:pt x="6269" y="1722"/>
                      <a:pt x="5674" y="1127"/>
                    </a:cubicBezTo>
                    <a:cubicBezTo>
                      <a:pt x="5079" y="532"/>
                      <a:pt x="4273" y="198"/>
                      <a:pt x="3431" y="198"/>
                    </a:cubicBezTo>
                    <a:cubicBezTo>
                      <a:pt x="2590" y="198"/>
                      <a:pt x="1784" y="532"/>
                      <a:pt x="1189" y="1127"/>
                    </a:cubicBezTo>
                    <a:cubicBezTo>
                      <a:pt x="594" y="1722"/>
                      <a:pt x="260" y="2529"/>
                      <a:pt x="260" y="3370"/>
                    </a:cubicBezTo>
                    <a:cubicBezTo>
                      <a:pt x="260" y="4212"/>
                      <a:pt x="594" y="5019"/>
                      <a:pt x="1189" y="5614"/>
                    </a:cubicBezTo>
                    <a:cubicBezTo>
                      <a:pt x="1784" y="6209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54" name="Freeform: Shape 3953">
                <a:extLst>
                  <a:ext uri="{FF2B5EF4-FFF2-40B4-BE49-F238E27FC236}">
                    <a16:creationId xmlns:a16="http://schemas.microsoft.com/office/drawing/2014/main" id="{9990879E-9833-AFD7-9984-BA1811EFAF98}"/>
                  </a:ext>
                </a:extLst>
              </p:cNvPr>
              <p:cNvSpPr/>
              <p:nvPr/>
            </p:nvSpPr>
            <p:spPr>
              <a:xfrm>
                <a:off x="4146339" y="5989558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4 h 6345"/>
                  <a:gd name="connsiteX2" fmla="*/ 6603 w 6343"/>
                  <a:gd name="connsiteY2" fmla="*/ 3370 h 6345"/>
                  <a:gd name="connsiteX3" fmla="*/ 5674 w 6343"/>
                  <a:gd name="connsiteY3" fmla="*/ 1127 h 6345"/>
                  <a:gd name="connsiteX4" fmla="*/ 3431 w 6343"/>
                  <a:gd name="connsiteY4" fmla="*/ 198 h 6345"/>
                  <a:gd name="connsiteX5" fmla="*/ 1189 w 6343"/>
                  <a:gd name="connsiteY5" fmla="*/ 1127 h 6345"/>
                  <a:gd name="connsiteX6" fmla="*/ 260 w 6343"/>
                  <a:gd name="connsiteY6" fmla="*/ 3370 h 6345"/>
                  <a:gd name="connsiteX7" fmla="*/ 1189 w 6343"/>
                  <a:gd name="connsiteY7" fmla="*/ 5614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9"/>
                      <a:pt x="5674" y="5614"/>
                    </a:cubicBezTo>
                    <a:cubicBezTo>
                      <a:pt x="6269" y="5019"/>
                      <a:pt x="6603" y="4212"/>
                      <a:pt x="6603" y="3370"/>
                    </a:cubicBezTo>
                    <a:cubicBezTo>
                      <a:pt x="6603" y="2529"/>
                      <a:pt x="6269" y="1722"/>
                      <a:pt x="5674" y="1127"/>
                    </a:cubicBezTo>
                    <a:cubicBezTo>
                      <a:pt x="5079" y="532"/>
                      <a:pt x="4272" y="198"/>
                      <a:pt x="3431" y="198"/>
                    </a:cubicBezTo>
                    <a:cubicBezTo>
                      <a:pt x="2590" y="198"/>
                      <a:pt x="1783" y="532"/>
                      <a:pt x="1189" y="1127"/>
                    </a:cubicBezTo>
                    <a:cubicBezTo>
                      <a:pt x="594" y="1722"/>
                      <a:pt x="260" y="2529"/>
                      <a:pt x="260" y="3370"/>
                    </a:cubicBezTo>
                    <a:cubicBezTo>
                      <a:pt x="260" y="4212"/>
                      <a:pt x="594" y="5019"/>
                      <a:pt x="1189" y="5614"/>
                    </a:cubicBezTo>
                    <a:cubicBezTo>
                      <a:pt x="1783" y="6209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55" name="Freeform: Shape 3954">
                <a:extLst>
                  <a:ext uri="{FF2B5EF4-FFF2-40B4-BE49-F238E27FC236}">
                    <a16:creationId xmlns:a16="http://schemas.microsoft.com/office/drawing/2014/main" id="{37B99B11-2F03-9568-CA6B-696953FDD8D5}"/>
                  </a:ext>
                </a:extLst>
              </p:cNvPr>
              <p:cNvSpPr/>
              <p:nvPr/>
            </p:nvSpPr>
            <p:spPr>
              <a:xfrm>
                <a:off x="4107860" y="5956487"/>
                <a:ext cx="6343" cy="6345"/>
              </a:xfrm>
              <a:custGeom>
                <a:avLst/>
                <a:gdLst>
                  <a:gd name="connsiteX0" fmla="*/ 3428 w 6343"/>
                  <a:gd name="connsiteY0" fmla="*/ 6541 h 6345"/>
                  <a:gd name="connsiteX1" fmla="*/ 5671 w 6343"/>
                  <a:gd name="connsiteY1" fmla="*/ 5611 h 6345"/>
                  <a:gd name="connsiteX2" fmla="*/ 6600 w 6343"/>
                  <a:gd name="connsiteY2" fmla="*/ 3368 h 6345"/>
                  <a:gd name="connsiteX3" fmla="*/ 5671 w 6343"/>
                  <a:gd name="connsiteY3" fmla="*/ 1124 h 6345"/>
                  <a:gd name="connsiteX4" fmla="*/ 3428 w 6343"/>
                  <a:gd name="connsiteY4" fmla="*/ 195 h 6345"/>
                  <a:gd name="connsiteX5" fmla="*/ 1186 w 6343"/>
                  <a:gd name="connsiteY5" fmla="*/ 1124 h 6345"/>
                  <a:gd name="connsiteX6" fmla="*/ 257 w 6343"/>
                  <a:gd name="connsiteY6" fmla="*/ 3368 h 6345"/>
                  <a:gd name="connsiteX7" fmla="*/ 1186 w 6343"/>
                  <a:gd name="connsiteY7" fmla="*/ 5611 h 6345"/>
                  <a:gd name="connsiteX8" fmla="*/ 3428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1"/>
                    </a:moveTo>
                    <a:cubicBezTo>
                      <a:pt x="4269" y="6541"/>
                      <a:pt x="5076" y="6206"/>
                      <a:pt x="5671" y="5611"/>
                    </a:cubicBezTo>
                    <a:cubicBezTo>
                      <a:pt x="6266" y="5016"/>
                      <a:pt x="6600" y="4209"/>
                      <a:pt x="6600" y="3368"/>
                    </a:cubicBezTo>
                    <a:cubicBezTo>
                      <a:pt x="6600" y="2526"/>
                      <a:pt x="6266" y="1719"/>
                      <a:pt x="5671" y="1124"/>
                    </a:cubicBezTo>
                    <a:cubicBezTo>
                      <a:pt x="5076" y="529"/>
                      <a:pt x="4269" y="195"/>
                      <a:pt x="3428" y="195"/>
                    </a:cubicBezTo>
                    <a:cubicBezTo>
                      <a:pt x="2587" y="195"/>
                      <a:pt x="1780" y="529"/>
                      <a:pt x="1186" y="1124"/>
                    </a:cubicBezTo>
                    <a:cubicBezTo>
                      <a:pt x="591" y="1719"/>
                      <a:pt x="257" y="2526"/>
                      <a:pt x="257" y="3368"/>
                    </a:cubicBezTo>
                    <a:cubicBezTo>
                      <a:pt x="257" y="4209"/>
                      <a:pt x="591" y="5016"/>
                      <a:pt x="1186" y="5611"/>
                    </a:cubicBezTo>
                    <a:cubicBezTo>
                      <a:pt x="1780" y="6206"/>
                      <a:pt x="2587" y="6541"/>
                      <a:pt x="3428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56" name="Freeform: Shape 3955">
                <a:extLst>
                  <a:ext uri="{FF2B5EF4-FFF2-40B4-BE49-F238E27FC236}">
                    <a16:creationId xmlns:a16="http://schemas.microsoft.com/office/drawing/2014/main" id="{9521E1F0-CAA5-AF31-6932-8D7EAAC546A7}"/>
                  </a:ext>
                </a:extLst>
              </p:cNvPr>
              <p:cNvSpPr/>
              <p:nvPr/>
            </p:nvSpPr>
            <p:spPr>
              <a:xfrm>
                <a:off x="4104203" y="5955734"/>
                <a:ext cx="6343" cy="6345"/>
              </a:xfrm>
              <a:custGeom>
                <a:avLst/>
                <a:gdLst>
                  <a:gd name="connsiteX0" fmla="*/ 3428 w 6343"/>
                  <a:gd name="connsiteY0" fmla="*/ 6541 h 6345"/>
                  <a:gd name="connsiteX1" fmla="*/ 5671 w 6343"/>
                  <a:gd name="connsiteY1" fmla="*/ 5611 h 6345"/>
                  <a:gd name="connsiteX2" fmla="*/ 6599 w 6343"/>
                  <a:gd name="connsiteY2" fmla="*/ 3368 h 6345"/>
                  <a:gd name="connsiteX3" fmla="*/ 5671 w 6343"/>
                  <a:gd name="connsiteY3" fmla="*/ 1124 h 6345"/>
                  <a:gd name="connsiteX4" fmla="*/ 3428 w 6343"/>
                  <a:gd name="connsiteY4" fmla="*/ 195 h 6345"/>
                  <a:gd name="connsiteX5" fmla="*/ 1185 w 6343"/>
                  <a:gd name="connsiteY5" fmla="*/ 1124 h 6345"/>
                  <a:gd name="connsiteX6" fmla="*/ 256 w 6343"/>
                  <a:gd name="connsiteY6" fmla="*/ 3368 h 6345"/>
                  <a:gd name="connsiteX7" fmla="*/ 1185 w 6343"/>
                  <a:gd name="connsiteY7" fmla="*/ 5611 h 6345"/>
                  <a:gd name="connsiteX8" fmla="*/ 3428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1"/>
                    </a:moveTo>
                    <a:cubicBezTo>
                      <a:pt x="4269" y="6541"/>
                      <a:pt x="5076" y="6206"/>
                      <a:pt x="5671" y="5611"/>
                    </a:cubicBezTo>
                    <a:cubicBezTo>
                      <a:pt x="6265" y="5016"/>
                      <a:pt x="6599" y="4209"/>
                      <a:pt x="6599" y="3368"/>
                    </a:cubicBezTo>
                    <a:cubicBezTo>
                      <a:pt x="6599" y="2526"/>
                      <a:pt x="6265" y="1719"/>
                      <a:pt x="5671" y="1124"/>
                    </a:cubicBezTo>
                    <a:cubicBezTo>
                      <a:pt x="5076" y="529"/>
                      <a:pt x="4269" y="195"/>
                      <a:pt x="3428" y="195"/>
                    </a:cubicBezTo>
                    <a:cubicBezTo>
                      <a:pt x="2587" y="195"/>
                      <a:pt x="1780" y="529"/>
                      <a:pt x="1185" y="1124"/>
                    </a:cubicBezTo>
                    <a:cubicBezTo>
                      <a:pt x="591" y="1719"/>
                      <a:pt x="256" y="2526"/>
                      <a:pt x="256" y="3368"/>
                    </a:cubicBezTo>
                    <a:cubicBezTo>
                      <a:pt x="256" y="4209"/>
                      <a:pt x="591" y="5016"/>
                      <a:pt x="1185" y="5611"/>
                    </a:cubicBezTo>
                    <a:cubicBezTo>
                      <a:pt x="1780" y="6206"/>
                      <a:pt x="2587" y="6541"/>
                      <a:pt x="3428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57" name="Freeform: Shape 3956">
                <a:extLst>
                  <a:ext uri="{FF2B5EF4-FFF2-40B4-BE49-F238E27FC236}">
                    <a16:creationId xmlns:a16="http://schemas.microsoft.com/office/drawing/2014/main" id="{AEED43DA-553F-73D4-1C97-3F057A7F8B4D}"/>
                  </a:ext>
                </a:extLst>
              </p:cNvPr>
              <p:cNvSpPr/>
              <p:nvPr/>
            </p:nvSpPr>
            <p:spPr>
              <a:xfrm>
                <a:off x="4100836" y="5955208"/>
                <a:ext cx="6343" cy="6345"/>
              </a:xfrm>
              <a:custGeom>
                <a:avLst/>
                <a:gdLst>
                  <a:gd name="connsiteX0" fmla="*/ 3428 w 6343"/>
                  <a:gd name="connsiteY0" fmla="*/ 6540 h 6345"/>
                  <a:gd name="connsiteX1" fmla="*/ 5670 w 6343"/>
                  <a:gd name="connsiteY1" fmla="*/ 5611 h 6345"/>
                  <a:gd name="connsiteX2" fmla="*/ 6599 w 6343"/>
                  <a:gd name="connsiteY2" fmla="*/ 3368 h 6345"/>
                  <a:gd name="connsiteX3" fmla="*/ 5670 w 6343"/>
                  <a:gd name="connsiteY3" fmla="*/ 1124 h 6345"/>
                  <a:gd name="connsiteX4" fmla="*/ 3428 w 6343"/>
                  <a:gd name="connsiteY4" fmla="*/ 195 h 6345"/>
                  <a:gd name="connsiteX5" fmla="*/ 1185 w 6343"/>
                  <a:gd name="connsiteY5" fmla="*/ 1124 h 6345"/>
                  <a:gd name="connsiteX6" fmla="*/ 256 w 6343"/>
                  <a:gd name="connsiteY6" fmla="*/ 3368 h 6345"/>
                  <a:gd name="connsiteX7" fmla="*/ 1185 w 6343"/>
                  <a:gd name="connsiteY7" fmla="*/ 5611 h 6345"/>
                  <a:gd name="connsiteX8" fmla="*/ 3428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0"/>
                    </a:moveTo>
                    <a:cubicBezTo>
                      <a:pt x="4269" y="6540"/>
                      <a:pt x="5076" y="6206"/>
                      <a:pt x="5670" y="5611"/>
                    </a:cubicBezTo>
                    <a:cubicBezTo>
                      <a:pt x="6265" y="5016"/>
                      <a:pt x="6599" y="4209"/>
                      <a:pt x="6599" y="3368"/>
                    </a:cubicBezTo>
                    <a:cubicBezTo>
                      <a:pt x="6599" y="2526"/>
                      <a:pt x="6265" y="1719"/>
                      <a:pt x="5670" y="1124"/>
                    </a:cubicBezTo>
                    <a:cubicBezTo>
                      <a:pt x="5076" y="529"/>
                      <a:pt x="4269" y="195"/>
                      <a:pt x="3428" y="195"/>
                    </a:cubicBezTo>
                    <a:cubicBezTo>
                      <a:pt x="2587" y="195"/>
                      <a:pt x="1780" y="529"/>
                      <a:pt x="1185" y="1124"/>
                    </a:cubicBezTo>
                    <a:cubicBezTo>
                      <a:pt x="590" y="1719"/>
                      <a:pt x="256" y="2526"/>
                      <a:pt x="256" y="3368"/>
                    </a:cubicBezTo>
                    <a:cubicBezTo>
                      <a:pt x="256" y="4209"/>
                      <a:pt x="590" y="5016"/>
                      <a:pt x="1185" y="5611"/>
                    </a:cubicBezTo>
                    <a:cubicBezTo>
                      <a:pt x="1780" y="6206"/>
                      <a:pt x="2587" y="6540"/>
                      <a:pt x="3428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58" name="Freeform: Shape 3957">
                <a:extLst>
                  <a:ext uri="{FF2B5EF4-FFF2-40B4-BE49-F238E27FC236}">
                    <a16:creationId xmlns:a16="http://schemas.microsoft.com/office/drawing/2014/main" id="{BC001D0E-31E3-3D38-FCA4-14979DA7393A}"/>
                  </a:ext>
                </a:extLst>
              </p:cNvPr>
              <p:cNvSpPr/>
              <p:nvPr/>
            </p:nvSpPr>
            <p:spPr>
              <a:xfrm>
                <a:off x="4096570" y="5953756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70 w 6343"/>
                  <a:gd name="connsiteY1" fmla="*/ 5611 h 6345"/>
                  <a:gd name="connsiteX2" fmla="*/ 6599 w 6343"/>
                  <a:gd name="connsiteY2" fmla="*/ 3368 h 6345"/>
                  <a:gd name="connsiteX3" fmla="*/ 5670 w 6343"/>
                  <a:gd name="connsiteY3" fmla="*/ 1124 h 6345"/>
                  <a:gd name="connsiteX4" fmla="*/ 3427 w 6343"/>
                  <a:gd name="connsiteY4" fmla="*/ 195 h 6345"/>
                  <a:gd name="connsiteX5" fmla="*/ 1185 w 6343"/>
                  <a:gd name="connsiteY5" fmla="*/ 1124 h 6345"/>
                  <a:gd name="connsiteX6" fmla="*/ 256 w 6343"/>
                  <a:gd name="connsiteY6" fmla="*/ 3368 h 6345"/>
                  <a:gd name="connsiteX7" fmla="*/ 1185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70" y="5611"/>
                    </a:cubicBezTo>
                    <a:cubicBezTo>
                      <a:pt x="6265" y="5016"/>
                      <a:pt x="6599" y="4209"/>
                      <a:pt x="6599" y="3368"/>
                    </a:cubicBezTo>
                    <a:cubicBezTo>
                      <a:pt x="6599" y="2526"/>
                      <a:pt x="6265" y="1719"/>
                      <a:pt x="5670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5" y="1124"/>
                    </a:cubicBezTo>
                    <a:cubicBezTo>
                      <a:pt x="590" y="1719"/>
                      <a:pt x="256" y="2526"/>
                      <a:pt x="256" y="3368"/>
                    </a:cubicBezTo>
                    <a:cubicBezTo>
                      <a:pt x="256" y="4209"/>
                      <a:pt x="590" y="5016"/>
                      <a:pt x="1185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59" name="Freeform: Shape 3958">
                <a:extLst>
                  <a:ext uri="{FF2B5EF4-FFF2-40B4-BE49-F238E27FC236}">
                    <a16:creationId xmlns:a16="http://schemas.microsoft.com/office/drawing/2014/main" id="{1513ABE5-7DE1-1FCF-3A79-E324CB063684}"/>
                  </a:ext>
                </a:extLst>
              </p:cNvPr>
              <p:cNvSpPr/>
              <p:nvPr/>
            </p:nvSpPr>
            <p:spPr>
              <a:xfrm>
                <a:off x="4094318" y="5954224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70 w 6343"/>
                  <a:gd name="connsiteY1" fmla="*/ 5611 h 6345"/>
                  <a:gd name="connsiteX2" fmla="*/ 6599 w 6343"/>
                  <a:gd name="connsiteY2" fmla="*/ 3368 h 6345"/>
                  <a:gd name="connsiteX3" fmla="*/ 5670 w 6343"/>
                  <a:gd name="connsiteY3" fmla="*/ 1124 h 6345"/>
                  <a:gd name="connsiteX4" fmla="*/ 3427 w 6343"/>
                  <a:gd name="connsiteY4" fmla="*/ 195 h 6345"/>
                  <a:gd name="connsiteX5" fmla="*/ 1184 w 6343"/>
                  <a:gd name="connsiteY5" fmla="*/ 1124 h 6345"/>
                  <a:gd name="connsiteX6" fmla="*/ 256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70" y="5611"/>
                    </a:cubicBezTo>
                    <a:cubicBezTo>
                      <a:pt x="6264" y="5016"/>
                      <a:pt x="6599" y="4209"/>
                      <a:pt x="6599" y="3368"/>
                    </a:cubicBezTo>
                    <a:cubicBezTo>
                      <a:pt x="6599" y="2526"/>
                      <a:pt x="6264" y="1719"/>
                      <a:pt x="5670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4" y="1124"/>
                    </a:cubicBezTo>
                    <a:cubicBezTo>
                      <a:pt x="590" y="1719"/>
                      <a:pt x="256" y="2526"/>
                      <a:pt x="256" y="3368"/>
                    </a:cubicBezTo>
                    <a:cubicBezTo>
                      <a:pt x="256" y="4209"/>
                      <a:pt x="590" y="5016"/>
                      <a:pt x="1184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60" name="Freeform: Shape 3959">
                <a:extLst>
                  <a:ext uri="{FF2B5EF4-FFF2-40B4-BE49-F238E27FC236}">
                    <a16:creationId xmlns:a16="http://schemas.microsoft.com/office/drawing/2014/main" id="{B8262022-1396-2B65-53B4-B15329BE3C44}"/>
                  </a:ext>
                </a:extLst>
              </p:cNvPr>
              <p:cNvSpPr/>
              <p:nvPr/>
            </p:nvSpPr>
            <p:spPr>
              <a:xfrm>
                <a:off x="4091633" y="5954237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70 w 6343"/>
                  <a:gd name="connsiteY1" fmla="*/ 5611 h 6345"/>
                  <a:gd name="connsiteX2" fmla="*/ 6598 w 6343"/>
                  <a:gd name="connsiteY2" fmla="*/ 3368 h 6345"/>
                  <a:gd name="connsiteX3" fmla="*/ 5670 w 6343"/>
                  <a:gd name="connsiteY3" fmla="*/ 1124 h 6345"/>
                  <a:gd name="connsiteX4" fmla="*/ 3427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70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6"/>
                      <a:pt x="6264" y="1719"/>
                      <a:pt x="5670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4" y="1124"/>
                    </a:cubicBezTo>
                    <a:cubicBezTo>
                      <a:pt x="590" y="1719"/>
                      <a:pt x="255" y="2526"/>
                      <a:pt x="255" y="3368"/>
                    </a:cubicBezTo>
                    <a:cubicBezTo>
                      <a:pt x="255" y="4209"/>
                      <a:pt x="590" y="5016"/>
                      <a:pt x="1184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61" name="Freeform: Shape 3960">
                <a:extLst>
                  <a:ext uri="{FF2B5EF4-FFF2-40B4-BE49-F238E27FC236}">
                    <a16:creationId xmlns:a16="http://schemas.microsoft.com/office/drawing/2014/main" id="{358FCE36-974C-85A1-72F5-C9B3F7B83BBC}"/>
                  </a:ext>
                </a:extLst>
              </p:cNvPr>
              <p:cNvSpPr/>
              <p:nvPr/>
            </p:nvSpPr>
            <p:spPr>
              <a:xfrm>
                <a:off x="4089256" y="5954529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4 h 6345"/>
                  <a:gd name="connsiteX4" fmla="*/ 3427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69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6"/>
                      <a:pt x="6264" y="1719"/>
                      <a:pt x="5669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4" y="1124"/>
                    </a:cubicBezTo>
                    <a:cubicBezTo>
                      <a:pt x="589" y="1719"/>
                      <a:pt x="255" y="2526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62" name="Freeform: Shape 3961">
                <a:extLst>
                  <a:ext uri="{FF2B5EF4-FFF2-40B4-BE49-F238E27FC236}">
                    <a16:creationId xmlns:a16="http://schemas.microsoft.com/office/drawing/2014/main" id="{D1123C0B-8486-47AE-01A2-35654470E89E}"/>
                  </a:ext>
                </a:extLst>
              </p:cNvPr>
              <p:cNvSpPr/>
              <p:nvPr/>
            </p:nvSpPr>
            <p:spPr>
              <a:xfrm>
                <a:off x="4087281" y="5955208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4 h 6345"/>
                  <a:gd name="connsiteX4" fmla="*/ 3427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4" y="6206"/>
                      <a:pt x="5669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6"/>
                      <a:pt x="6264" y="1719"/>
                      <a:pt x="5669" y="1124"/>
                    </a:cubicBezTo>
                    <a:cubicBezTo>
                      <a:pt x="5074" y="529"/>
                      <a:pt x="4268" y="195"/>
                      <a:pt x="3427" y="195"/>
                    </a:cubicBezTo>
                    <a:cubicBezTo>
                      <a:pt x="2585" y="195"/>
                      <a:pt x="1779" y="529"/>
                      <a:pt x="1184" y="1124"/>
                    </a:cubicBezTo>
                    <a:cubicBezTo>
                      <a:pt x="589" y="1719"/>
                      <a:pt x="255" y="2526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9" y="6206"/>
                      <a:pt x="2585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63" name="Freeform: Shape 3962">
                <a:extLst>
                  <a:ext uri="{FF2B5EF4-FFF2-40B4-BE49-F238E27FC236}">
                    <a16:creationId xmlns:a16="http://schemas.microsoft.com/office/drawing/2014/main" id="{355C316C-ECE1-4013-544C-F95EF76F8169}"/>
                  </a:ext>
                </a:extLst>
              </p:cNvPr>
              <p:cNvSpPr/>
              <p:nvPr/>
            </p:nvSpPr>
            <p:spPr>
              <a:xfrm>
                <a:off x="4084944" y="5955495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4 h 6345"/>
                  <a:gd name="connsiteX4" fmla="*/ 3426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6"/>
                      <a:pt x="5669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6"/>
                      <a:pt x="6264" y="1719"/>
                      <a:pt x="5669" y="1124"/>
                    </a:cubicBezTo>
                    <a:cubicBezTo>
                      <a:pt x="5074" y="529"/>
                      <a:pt x="4267" y="195"/>
                      <a:pt x="3426" y="195"/>
                    </a:cubicBezTo>
                    <a:cubicBezTo>
                      <a:pt x="2585" y="195"/>
                      <a:pt x="1779" y="529"/>
                      <a:pt x="1184" y="1124"/>
                    </a:cubicBezTo>
                    <a:cubicBezTo>
                      <a:pt x="589" y="1719"/>
                      <a:pt x="255" y="2526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9" y="6206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64" name="Freeform: Shape 3963">
                <a:extLst>
                  <a:ext uri="{FF2B5EF4-FFF2-40B4-BE49-F238E27FC236}">
                    <a16:creationId xmlns:a16="http://schemas.microsoft.com/office/drawing/2014/main" id="{EE4D4083-821C-0A63-224C-D9193F47D6AB}"/>
                  </a:ext>
                </a:extLst>
              </p:cNvPr>
              <p:cNvSpPr/>
              <p:nvPr/>
            </p:nvSpPr>
            <p:spPr>
              <a:xfrm>
                <a:off x="4083885" y="5957100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4 h 6345"/>
                  <a:gd name="connsiteX4" fmla="*/ 3426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6"/>
                      <a:pt x="5669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7"/>
                      <a:pt x="6264" y="1719"/>
                      <a:pt x="5669" y="1124"/>
                    </a:cubicBezTo>
                    <a:cubicBezTo>
                      <a:pt x="5074" y="530"/>
                      <a:pt x="4267" y="195"/>
                      <a:pt x="3426" y="195"/>
                    </a:cubicBezTo>
                    <a:cubicBezTo>
                      <a:pt x="2585" y="195"/>
                      <a:pt x="1778" y="530"/>
                      <a:pt x="1184" y="1124"/>
                    </a:cubicBezTo>
                    <a:cubicBezTo>
                      <a:pt x="589" y="1719"/>
                      <a:pt x="255" y="2527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8" y="6206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65" name="Freeform: Shape 3964">
                <a:extLst>
                  <a:ext uri="{FF2B5EF4-FFF2-40B4-BE49-F238E27FC236}">
                    <a16:creationId xmlns:a16="http://schemas.microsoft.com/office/drawing/2014/main" id="{68FB3336-C3BF-C706-83AA-DBA74805AC15}"/>
                  </a:ext>
                </a:extLst>
              </p:cNvPr>
              <p:cNvSpPr/>
              <p:nvPr/>
            </p:nvSpPr>
            <p:spPr>
              <a:xfrm>
                <a:off x="4083236" y="5959149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8 h 6345"/>
                  <a:gd name="connsiteX3" fmla="*/ 5669 w 6343"/>
                  <a:gd name="connsiteY3" fmla="*/ 1125 h 6345"/>
                  <a:gd name="connsiteX4" fmla="*/ 3426 w 6343"/>
                  <a:gd name="connsiteY4" fmla="*/ 195 h 6345"/>
                  <a:gd name="connsiteX5" fmla="*/ 1184 w 6343"/>
                  <a:gd name="connsiteY5" fmla="*/ 1125 h 6345"/>
                  <a:gd name="connsiteX6" fmla="*/ 255 w 6343"/>
                  <a:gd name="connsiteY6" fmla="*/ 3368 h 6345"/>
                  <a:gd name="connsiteX7" fmla="*/ 1184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8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7" y="195"/>
                      <a:pt x="3426" y="195"/>
                    </a:cubicBezTo>
                    <a:cubicBezTo>
                      <a:pt x="2585" y="195"/>
                      <a:pt x="1778" y="530"/>
                      <a:pt x="1184" y="1125"/>
                    </a:cubicBezTo>
                    <a:cubicBezTo>
                      <a:pt x="589" y="1720"/>
                      <a:pt x="255" y="2527"/>
                      <a:pt x="255" y="3368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8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66" name="Freeform: Shape 3965">
                <a:extLst>
                  <a:ext uri="{FF2B5EF4-FFF2-40B4-BE49-F238E27FC236}">
                    <a16:creationId xmlns:a16="http://schemas.microsoft.com/office/drawing/2014/main" id="{997E4B5C-E9E9-A5F7-C3C3-AD288EA87F9A}"/>
                  </a:ext>
                </a:extLst>
              </p:cNvPr>
              <p:cNvSpPr/>
              <p:nvPr/>
            </p:nvSpPr>
            <p:spPr>
              <a:xfrm>
                <a:off x="4082828" y="5961477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8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4 w 6343"/>
                  <a:gd name="connsiteY5" fmla="*/ 1125 h 6345"/>
                  <a:gd name="connsiteX6" fmla="*/ 255 w 6343"/>
                  <a:gd name="connsiteY6" fmla="*/ 3368 h 6345"/>
                  <a:gd name="connsiteX7" fmla="*/ 1184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8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4" y="1125"/>
                    </a:cubicBezTo>
                    <a:cubicBezTo>
                      <a:pt x="589" y="1720"/>
                      <a:pt x="255" y="2527"/>
                      <a:pt x="255" y="3368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8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67" name="Freeform: Shape 3966">
                <a:extLst>
                  <a:ext uri="{FF2B5EF4-FFF2-40B4-BE49-F238E27FC236}">
                    <a16:creationId xmlns:a16="http://schemas.microsoft.com/office/drawing/2014/main" id="{28708B9B-BFD5-B579-49A8-D3CFE82D61FF}"/>
                  </a:ext>
                </a:extLst>
              </p:cNvPr>
              <p:cNvSpPr/>
              <p:nvPr/>
            </p:nvSpPr>
            <p:spPr>
              <a:xfrm>
                <a:off x="4081790" y="5963144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8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3 w 6343"/>
                  <a:gd name="connsiteY5" fmla="*/ 1125 h 6345"/>
                  <a:gd name="connsiteX6" fmla="*/ 255 w 6343"/>
                  <a:gd name="connsiteY6" fmla="*/ 3368 h 6345"/>
                  <a:gd name="connsiteX7" fmla="*/ 1183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8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3" y="1125"/>
                    </a:cubicBezTo>
                    <a:cubicBezTo>
                      <a:pt x="589" y="1720"/>
                      <a:pt x="255" y="2527"/>
                      <a:pt x="255" y="3368"/>
                    </a:cubicBezTo>
                    <a:cubicBezTo>
                      <a:pt x="255" y="4210"/>
                      <a:pt x="589" y="5017"/>
                      <a:pt x="1183" y="5612"/>
                    </a:cubicBezTo>
                    <a:cubicBezTo>
                      <a:pt x="1778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68" name="Freeform: Shape 3967">
                <a:extLst>
                  <a:ext uri="{FF2B5EF4-FFF2-40B4-BE49-F238E27FC236}">
                    <a16:creationId xmlns:a16="http://schemas.microsoft.com/office/drawing/2014/main" id="{9281B355-F1A1-5AD9-17BA-DB49CB1D7389}"/>
                  </a:ext>
                </a:extLst>
              </p:cNvPr>
              <p:cNvSpPr/>
              <p:nvPr/>
            </p:nvSpPr>
            <p:spPr>
              <a:xfrm>
                <a:off x="4081154" y="5965264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9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3 w 6343"/>
                  <a:gd name="connsiteY5" fmla="*/ 1125 h 6345"/>
                  <a:gd name="connsiteX6" fmla="*/ 255 w 6343"/>
                  <a:gd name="connsiteY6" fmla="*/ 3369 h 6345"/>
                  <a:gd name="connsiteX7" fmla="*/ 1183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7"/>
                      <a:pt x="5669" y="5612"/>
                    </a:cubicBezTo>
                    <a:cubicBezTo>
                      <a:pt x="6263" y="5017"/>
                      <a:pt x="6598" y="4210"/>
                      <a:pt x="6598" y="3369"/>
                    </a:cubicBezTo>
                    <a:cubicBezTo>
                      <a:pt x="6598" y="2527"/>
                      <a:pt x="6263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3" y="1125"/>
                    </a:cubicBezTo>
                    <a:cubicBezTo>
                      <a:pt x="589" y="1720"/>
                      <a:pt x="255" y="2527"/>
                      <a:pt x="255" y="3369"/>
                    </a:cubicBezTo>
                    <a:cubicBezTo>
                      <a:pt x="255" y="4210"/>
                      <a:pt x="589" y="5017"/>
                      <a:pt x="1183" y="5612"/>
                    </a:cubicBezTo>
                    <a:cubicBezTo>
                      <a:pt x="1778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69" name="Freeform: Shape 3968">
                <a:extLst>
                  <a:ext uri="{FF2B5EF4-FFF2-40B4-BE49-F238E27FC236}">
                    <a16:creationId xmlns:a16="http://schemas.microsoft.com/office/drawing/2014/main" id="{B6A15109-E5D9-FD4C-BBF0-1CE5F9EC54CF}"/>
                  </a:ext>
                </a:extLst>
              </p:cNvPr>
              <p:cNvSpPr/>
              <p:nvPr/>
            </p:nvSpPr>
            <p:spPr>
              <a:xfrm>
                <a:off x="4067264" y="5952588"/>
                <a:ext cx="6343" cy="6345"/>
              </a:xfrm>
              <a:custGeom>
                <a:avLst/>
                <a:gdLst>
                  <a:gd name="connsiteX0" fmla="*/ 3425 w 6343"/>
                  <a:gd name="connsiteY0" fmla="*/ 6540 h 6345"/>
                  <a:gd name="connsiteX1" fmla="*/ 5668 w 6343"/>
                  <a:gd name="connsiteY1" fmla="*/ 5611 h 6345"/>
                  <a:gd name="connsiteX2" fmla="*/ 6597 w 6343"/>
                  <a:gd name="connsiteY2" fmla="*/ 3368 h 6345"/>
                  <a:gd name="connsiteX3" fmla="*/ 5668 w 6343"/>
                  <a:gd name="connsiteY3" fmla="*/ 1124 h 6345"/>
                  <a:gd name="connsiteX4" fmla="*/ 3425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0"/>
                    </a:moveTo>
                    <a:cubicBezTo>
                      <a:pt x="4266" y="6540"/>
                      <a:pt x="5073" y="6206"/>
                      <a:pt x="5668" y="5611"/>
                    </a:cubicBezTo>
                    <a:cubicBezTo>
                      <a:pt x="6262" y="5016"/>
                      <a:pt x="6597" y="4209"/>
                      <a:pt x="6597" y="3368"/>
                    </a:cubicBezTo>
                    <a:cubicBezTo>
                      <a:pt x="6597" y="2526"/>
                      <a:pt x="6262" y="1719"/>
                      <a:pt x="5668" y="1124"/>
                    </a:cubicBezTo>
                    <a:cubicBezTo>
                      <a:pt x="5073" y="529"/>
                      <a:pt x="4266" y="195"/>
                      <a:pt x="3425" y="195"/>
                    </a:cubicBezTo>
                    <a:cubicBezTo>
                      <a:pt x="2584" y="195"/>
                      <a:pt x="1777" y="529"/>
                      <a:pt x="1182" y="1124"/>
                    </a:cubicBezTo>
                    <a:cubicBezTo>
                      <a:pt x="588" y="1719"/>
                      <a:pt x="253" y="2526"/>
                      <a:pt x="253" y="3368"/>
                    </a:cubicBezTo>
                    <a:cubicBezTo>
                      <a:pt x="253" y="4209"/>
                      <a:pt x="588" y="5016"/>
                      <a:pt x="1182" y="5611"/>
                    </a:cubicBezTo>
                    <a:cubicBezTo>
                      <a:pt x="1777" y="6206"/>
                      <a:pt x="2584" y="6540"/>
                      <a:pt x="342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70" name="Freeform: Shape 3969">
                <a:extLst>
                  <a:ext uri="{FF2B5EF4-FFF2-40B4-BE49-F238E27FC236}">
                    <a16:creationId xmlns:a16="http://schemas.microsoft.com/office/drawing/2014/main" id="{52181338-C79A-76DE-6B50-B50E25F9EDFF}"/>
                  </a:ext>
                </a:extLst>
              </p:cNvPr>
              <p:cNvSpPr/>
              <p:nvPr/>
            </p:nvSpPr>
            <p:spPr>
              <a:xfrm>
                <a:off x="4064580" y="5952249"/>
                <a:ext cx="6343" cy="6345"/>
              </a:xfrm>
              <a:custGeom>
                <a:avLst/>
                <a:gdLst>
                  <a:gd name="connsiteX0" fmla="*/ 3425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5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0"/>
                    </a:moveTo>
                    <a:cubicBezTo>
                      <a:pt x="4266" y="6540"/>
                      <a:pt x="5073" y="6206"/>
                      <a:pt x="5667" y="5611"/>
                    </a:cubicBezTo>
                    <a:cubicBezTo>
                      <a:pt x="6262" y="5016"/>
                      <a:pt x="6596" y="4209"/>
                      <a:pt x="6596" y="3368"/>
                    </a:cubicBezTo>
                    <a:cubicBezTo>
                      <a:pt x="6596" y="2526"/>
                      <a:pt x="6262" y="1719"/>
                      <a:pt x="5667" y="1124"/>
                    </a:cubicBezTo>
                    <a:cubicBezTo>
                      <a:pt x="5073" y="529"/>
                      <a:pt x="4266" y="195"/>
                      <a:pt x="3425" y="195"/>
                    </a:cubicBezTo>
                    <a:cubicBezTo>
                      <a:pt x="2584" y="195"/>
                      <a:pt x="1777" y="529"/>
                      <a:pt x="1182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2" y="5611"/>
                    </a:cubicBezTo>
                    <a:cubicBezTo>
                      <a:pt x="1777" y="6206"/>
                      <a:pt x="2584" y="6540"/>
                      <a:pt x="342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71" name="Freeform: Shape 3970">
                <a:extLst>
                  <a:ext uri="{FF2B5EF4-FFF2-40B4-BE49-F238E27FC236}">
                    <a16:creationId xmlns:a16="http://schemas.microsoft.com/office/drawing/2014/main" id="{1E68EF31-5BDA-2850-A4A4-2734526D57F7}"/>
                  </a:ext>
                </a:extLst>
              </p:cNvPr>
              <p:cNvSpPr/>
              <p:nvPr/>
            </p:nvSpPr>
            <p:spPr>
              <a:xfrm>
                <a:off x="4061753" y="5951707"/>
                <a:ext cx="6343" cy="6345"/>
              </a:xfrm>
              <a:custGeom>
                <a:avLst/>
                <a:gdLst>
                  <a:gd name="connsiteX0" fmla="*/ 3425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5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0"/>
                    </a:moveTo>
                    <a:cubicBezTo>
                      <a:pt x="4266" y="6540"/>
                      <a:pt x="5072" y="6206"/>
                      <a:pt x="5667" y="5611"/>
                    </a:cubicBezTo>
                    <a:cubicBezTo>
                      <a:pt x="6262" y="5016"/>
                      <a:pt x="6596" y="4209"/>
                      <a:pt x="6596" y="3368"/>
                    </a:cubicBezTo>
                    <a:cubicBezTo>
                      <a:pt x="6596" y="2526"/>
                      <a:pt x="6262" y="1719"/>
                      <a:pt x="5667" y="1124"/>
                    </a:cubicBezTo>
                    <a:cubicBezTo>
                      <a:pt x="5072" y="529"/>
                      <a:pt x="4266" y="195"/>
                      <a:pt x="3425" y="195"/>
                    </a:cubicBezTo>
                    <a:cubicBezTo>
                      <a:pt x="2583" y="195"/>
                      <a:pt x="1777" y="529"/>
                      <a:pt x="1182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2" y="5611"/>
                    </a:cubicBezTo>
                    <a:cubicBezTo>
                      <a:pt x="1777" y="6206"/>
                      <a:pt x="2583" y="6540"/>
                      <a:pt x="342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72" name="Freeform: Shape 3971">
                <a:extLst>
                  <a:ext uri="{FF2B5EF4-FFF2-40B4-BE49-F238E27FC236}">
                    <a16:creationId xmlns:a16="http://schemas.microsoft.com/office/drawing/2014/main" id="{4E9E5DD3-9BA7-A2AC-DCE0-6357E56E2883}"/>
                  </a:ext>
                </a:extLst>
              </p:cNvPr>
              <p:cNvSpPr/>
              <p:nvPr/>
            </p:nvSpPr>
            <p:spPr>
              <a:xfrm>
                <a:off x="4059372" y="5951641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4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7" y="5611"/>
                    </a:cubicBezTo>
                    <a:cubicBezTo>
                      <a:pt x="6262" y="5016"/>
                      <a:pt x="6596" y="4209"/>
                      <a:pt x="6596" y="3368"/>
                    </a:cubicBezTo>
                    <a:cubicBezTo>
                      <a:pt x="6596" y="2526"/>
                      <a:pt x="6262" y="1719"/>
                      <a:pt x="5667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2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2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73" name="Freeform: Shape 3972">
                <a:extLst>
                  <a:ext uri="{FF2B5EF4-FFF2-40B4-BE49-F238E27FC236}">
                    <a16:creationId xmlns:a16="http://schemas.microsoft.com/office/drawing/2014/main" id="{150AAC54-8CC0-F914-91BD-45B2F5AFADE9}"/>
                  </a:ext>
                </a:extLst>
              </p:cNvPr>
              <p:cNvSpPr/>
              <p:nvPr/>
            </p:nvSpPr>
            <p:spPr>
              <a:xfrm>
                <a:off x="4056630" y="5951121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7 h 6345"/>
                  <a:gd name="connsiteX3" fmla="*/ 5667 w 6343"/>
                  <a:gd name="connsiteY3" fmla="*/ 1124 h 6345"/>
                  <a:gd name="connsiteX4" fmla="*/ 3424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7 h 6345"/>
                  <a:gd name="connsiteX7" fmla="*/ 1182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7" y="5611"/>
                    </a:cubicBezTo>
                    <a:cubicBezTo>
                      <a:pt x="6262" y="5016"/>
                      <a:pt x="6596" y="4209"/>
                      <a:pt x="6596" y="3367"/>
                    </a:cubicBezTo>
                    <a:cubicBezTo>
                      <a:pt x="6596" y="2526"/>
                      <a:pt x="6262" y="1719"/>
                      <a:pt x="5667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2" y="1124"/>
                    </a:cubicBezTo>
                    <a:cubicBezTo>
                      <a:pt x="587" y="1719"/>
                      <a:pt x="253" y="2526"/>
                      <a:pt x="253" y="3367"/>
                    </a:cubicBezTo>
                    <a:cubicBezTo>
                      <a:pt x="253" y="4209"/>
                      <a:pt x="587" y="5016"/>
                      <a:pt x="1182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74" name="Freeform: Shape 3973">
                <a:extLst>
                  <a:ext uri="{FF2B5EF4-FFF2-40B4-BE49-F238E27FC236}">
                    <a16:creationId xmlns:a16="http://schemas.microsoft.com/office/drawing/2014/main" id="{8DE525DD-5F53-0B01-4B22-A0E162BE954D}"/>
                  </a:ext>
                </a:extLst>
              </p:cNvPr>
              <p:cNvSpPr/>
              <p:nvPr/>
            </p:nvSpPr>
            <p:spPr>
              <a:xfrm>
                <a:off x="4054726" y="5951555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7 h 6345"/>
                  <a:gd name="connsiteX3" fmla="*/ 5667 w 6343"/>
                  <a:gd name="connsiteY3" fmla="*/ 1124 h 6345"/>
                  <a:gd name="connsiteX4" fmla="*/ 3424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7 h 6345"/>
                  <a:gd name="connsiteX7" fmla="*/ 1181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7" y="5611"/>
                    </a:cubicBezTo>
                    <a:cubicBezTo>
                      <a:pt x="6261" y="5016"/>
                      <a:pt x="6596" y="4209"/>
                      <a:pt x="6596" y="3367"/>
                    </a:cubicBezTo>
                    <a:cubicBezTo>
                      <a:pt x="6596" y="2526"/>
                      <a:pt x="6261" y="1719"/>
                      <a:pt x="5667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1" y="1124"/>
                    </a:cubicBezTo>
                    <a:cubicBezTo>
                      <a:pt x="587" y="1719"/>
                      <a:pt x="252" y="2526"/>
                      <a:pt x="252" y="3367"/>
                    </a:cubicBezTo>
                    <a:cubicBezTo>
                      <a:pt x="252" y="4209"/>
                      <a:pt x="587" y="5016"/>
                      <a:pt x="1181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75" name="Freeform: Shape 3974">
                <a:extLst>
                  <a:ext uri="{FF2B5EF4-FFF2-40B4-BE49-F238E27FC236}">
                    <a16:creationId xmlns:a16="http://schemas.microsoft.com/office/drawing/2014/main" id="{AD2583FA-DE04-2191-5936-896E9B820F91}"/>
                  </a:ext>
                </a:extLst>
              </p:cNvPr>
              <p:cNvSpPr/>
              <p:nvPr/>
            </p:nvSpPr>
            <p:spPr>
              <a:xfrm>
                <a:off x="4052459" y="5951535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7 h 6345"/>
                  <a:gd name="connsiteX3" fmla="*/ 5666 w 6343"/>
                  <a:gd name="connsiteY3" fmla="*/ 1124 h 6345"/>
                  <a:gd name="connsiteX4" fmla="*/ 3424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7 h 6345"/>
                  <a:gd name="connsiteX7" fmla="*/ 1181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6" y="5611"/>
                    </a:cubicBezTo>
                    <a:cubicBezTo>
                      <a:pt x="6261" y="5016"/>
                      <a:pt x="6595" y="4209"/>
                      <a:pt x="6595" y="3367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1" y="1124"/>
                    </a:cubicBezTo>
                    <a:cubicBezTo>
                      <a:pt x="586" y="1719"/>
                      <a:pt x="252" y="2526"/>
                      <a:pt x="252" y="3367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76" name="Freeform: Shape 3975">
                <a:extLst>
                  <a:ext uri="{FF2B5EF4-FFF2-40B4-BE49-F238E27FC236}">
                    <a16:creationId xmlns:a16="http://schemas.microsoft.com/office/drawing/2014/main" id="{CF3C262B-EBDB-039F-1043-8274854529B4}"/>
                  </a:ext>
                </a:extLst>
              </p:cNvPr>
              <p:cNvSpPr/>
              <p:nvPr/>
            </p:nvSpPr>
            <p:spPr>
              <a:xfrm>
                <a:off x="4050410" y="5951753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4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77" name="Freeform: Shape 3976">
                <a:extLst>
                  <a:ext uri="{FF2B5EF4-FFF2-40B4-BE49-F238E27FC236}">
                    <a16:creationId xmlns:a16="http://schemas.microsoft.com/office/drawing/2014/main" id="{6551FD7C-0F40-6818-E942-CC35F140DD56}"/>
                  </a:ext>
                </a:extLst>
              </p:cNvPr>
              <p:cNvSpPr/>
              <p:nvPr/>
            </p:nvSpPr>
            <p:spPr>
              <a:xfrm>
                <a:off x="4048425" y="5952028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4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1" y="529"/>
                      <a:pt x="4265" y="195"/>
                      <a:pt x="3424" y="195"/>
                    </a:cubicBezTo>
                    <a:cubicBezTo>
                      <a:pt x="2582" y="195"/>
                      <a:pt x="1776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6" y="6206"/>
                      <a:pt x="2582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78" name="Freeform: Shape 3977">
                <a:extLst>
                  <a:ext uri="{FF2B5EF4-FFF2-40B4-BE49-F238E27FC236}">
                    <a16:creationId xmlns:a16="http://schemas.microsoft.com/office/drawing/2014/main" id="{A37734B0-E6A8-F902-DD40-C168266B740F}"/>
                  </a:ext>
                </a:extLst>
              </p:cNvPr>
              <p:cNvSpPr/>
              <p:nvPr/>
            </p:nvSpPr>
            <p:spPr>
              <a:xfrm>
                <a:off x="4046621" y="5952508"/>
                <a:ext cx="6343" cy="6345"/>
              </a:xfrm>
              <a:custGeom>
                <a:avLst/>
                <a:gdLst>
                  <a:gd name="connsiteX0" fmla="*/ 3423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3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0"/>
                    </a:moveTo>
                    <a:cubicBezTo>
                      <a:pt x="4264" y="6540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1" y="529"/>
                      <a:pt x="4264" y="195"/>
                      <a:pt x="3423" y="195"/>
                    </a:cubicBezTo>
                    <a:cubicBezTo>
                      <a:pt x="2582" y="195"/>
                      <a:pt x="1775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5" y="6206"/>
                      <a:pt x="2582" y="6540"/>
                      <a:pt x="342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79" name="Freeform: Shape 3978">
                <a:extLst>
                  <a:ext uri="{FF2B5EF4-FFF2-40B4-BE49-F238E27FC236}">
                    <a16:creationId xmlns:a16="http://schemas.microsoft.com/office/drawing/2014/main" id="{5F3BEB67-76DE-A300-D68F-E4C9467EFDD0}"/>
                  </a:ext>
                </a:extLst>
              </p:cNvPr>
              <p:cNvSpPr/>
              <p:nvPr/>
            </p:nvSpPr>
            <p:spPr>
              <a:xfrm>
                <a:off x="4045463" y="5953792"/>
                <a:ext cx="6343" cy="6345"/>
              </a:xfrm>
              <a:custGeom>
                <a:avLst/>
                <a:gdLst>
                  <a:gd name="connsiteX0" fmla="*/ 3423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3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0"/>
                    </a:moveTo>
                    <a:cubicBezTo>
                      <a:pt x="4264" y="6540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1" y="529"/>
                      <a:pt x="4264" y="195"/>
                      <a:pt x="3423" y="195"/>
                    </a:cubicBezTo>
                    <a:cubicBezTo>
                      <a:pt x="2582" y="195"/>
                      <a:pt x="1775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5" y="6206"/>
                      <a:pt x="2582" y="6540"/>
                      <a:pt x="342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80" name="Freeform: Shape 3979">
                <a:extLst>
                  <a:ext uri="{FF2B5EF4-FFF2-40B4-BE49-F238E27FC236}">
                    <a16:creationId xmlns:a16="http://schemas.microsoft.com/office/drawing/2014/main" id="{C35FBDAC-A15B-6249-A15B-3A651ADECDE0}"/>
                  </a:ext>
                </a:extLst>
              </p:cNvPr>
              <p:cNvSpPr/>
              <p:nvPr/>
            </p:nvSpPr>
            <p:spPr>
              <a:xfrm>
                <a:off x="4044879" y="5955818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3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1" y="529"/>
                      <a:pt x="4264" y="195"/>
                      <a:pt x="3423" y="195"/>
                    </a:cubicBezTo>
                    <a:cubicBezTo>
                      <a:pt x="2582" y="195"/>
                      <a:pt x="1775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5" y="6206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81" name="Freeform: Shape 3980">
                <a:extLst>
                  <a:ext uri="{FF2B5EF4-FFF2-40B4-BE49-F238E27FC236}">
                    <a16:creationId xmlns:a16="http://schemas.microsoft.com/office/drawing/2014/main" id="{A1354984-1C53-AAC6-FD53-6179F7462C93}"/>
                  </a:ext>
                </a:extLst>
              </p:cNvPr>
              <p:cNvSpPr/>
              <p:nvPr/>
            </p:nvSpPr>
            <p:spPr>
              <a:xfrm>
                <a:off x="4044595" y="5958257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3 w 6343"/>
                  <a:gd name="connsiteY4" fmla="*/ 195 h 6345"/>
                  <a:gd name="connsiteX5" fmla="*/ 1181 w 6343"/>
                  <a:gd name="connsiteY5" fmla="*/ 1125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6"/>
                      <a:pt x="5666" y="5611"/>
                    </a:cubicBezTo>
                    <a:cubicBezTo>
                      <a:pt x="6261" y="5017"/>
                      <a:pt x="6595" y="4209"/>
                      <a:pt x="6595" y="3368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5"/>
                      <a:pt x="3423" y="195"/>
                    </a:cubicBezTo>
                    <a:cubicBezTo>
                      <a:pt x="2582" y="195"/>
                      <a:pt x="1775" y="530"/>
                      <a:pt x="1181" y="1125"/>
                    </a:cubicBezTo>
                    <a:cubicBezTo>
                      <a:pt x="586" y="1720"/>
                      <a:pt x="252" y="2527"/>
                      <a:pt x="252" y="3368"/>
                    </a:cubicBezTo>
                    <a:cubicBezTo>
                      <a:pt x="252" y="4209"/>
                      <a:pt x="586" y="5017"/>
                      <a:pt x="1181" y="5611"/>
                    </a:cubicBezTo>
                    <a:cubicBezTo>
                      <a:pt x="1775" y="6206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82" name="Freeform: Shape 3981">
                <a:extLst>
                  <a:ext uri="{FF2B5EF4-FFF2-40B4-BE49-F238E27FC236}">
                    <a16:creationId xmlns:a16="http://schemas.microsoft.com/office/drawing/2014/main" id="{01AD08E4-9282-550D-002A-32F67994EEBF}"/>
                  </a:ext>
                </a:extLst>
              </p:cNvPr>
              <p:cNvSpPr/>
              <p:nvPr/>
            </p:nvSpPr>
            <p:spPr>
              <a:xfrm>
                <a:off x="4043656" y="5959871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3 w 6343"/>
                  <a:gd name="connsiteY4" fmla="*/ 195 h 6345"/>
                  <a:gd name="connsiteX5" fmla="*/ 1180 w 6343"/>
                  <a:gd name="connsiteY5" fmla="*/ 1125 h 6345"/>
                  <a:gd name="connsiteX6" fmla="*/ 252 w 6343"/>
                  <a:gd name="connsiteY6" fmla="*/ 3368 h 6345"/>
                  <a:gd name="connsiteX7" fmla="*/ 1180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8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5"/>
                      <a:pt x="3423" y="195"/>
                    </a:cubicBezTo>
                    <a:cubicBezTo>
                      <a:pt x="2582" y="195"/>
                      <a:pt x="1775" y="530"/>
                      <a:pt x="1180" y="1125"/>
                    </a:cubicBezTo>
                    <a:cubicBezTo>
                      <a:pt x="586" y="1720"/>
                      <a:pt x="252" y="2527"/>
                      <a:pt x="252" y="3368"/>
                    </a:cubicBezTo>
                    <a:cubicBezTo>
                      <a:pt x="252" y="4210"/>
                      <a:pt x="586" y="5017"/>
                      <a:pt x="1180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83" name="Freeform: Shape 3982">
                <a:extLst>
                  <a:ext uri="{FF2B5EF4-FFF2-40B4-BE49-F238E27FC236}">
                    <a16:creationId xmlns:a16="http://schemas.microsoft.com/office/drawing/2014/main" id="{BAE3687C-4EDA-EB8B-F028-70620B25B6CC}"/>
                  </a:ext>
                </a:extLst>
              </p:cNvPr>
              <p:cNvSpPr/>
              <p:nvPr/>
            </p:nvSpPr>
            <p:spPr>
              <a:xfrm>
                <a:off x="4043216" y="5962165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0 w 6343"/>
                  <a:gd name="connsiteY5" fmla="*/ 1125 h 6345"/>
                  <a:gd name="connsiteX6" fmla="*/ 252 w 6343"/>
                  <a:gd name="connsiteY6" fmla="*/ 3368 h 6345"/>
                  <a:gd name="connsiteX7" fmla="*/ 1180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0" y="5017"/>
                      <a:pt x="6595" y="4210"/>
                      <a:pt x="6595" y="3368"/>
                    </a:cubicBezTo>
                    <a:cubicBezTo>
                      <a:pt x="6595" y="2527"/>
                      <a:pt x="6260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0" y="1125"/>
                    </a:cubicBezTo>
                    <a:cubicBezTo>
                      <a:pt x="586" y="1720"/>
                      <a:pt x="252" y="2527"/>
                      <a:pt x="252" y="3368"/>
                    </a:cubicBezTo>
                    <a:cubicBezTo>
                      <a:pt x="252" y="4210"/>
                      <a:pt x="586" y="5017"/>
                      <a:pt x="1180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84" name="Freeform: Shape 3983">
                <a:extLst>
                  <a:ext uri="{FF2B5EF4-FFF2-40B4-BE49-F238E27FC236}">
                    <a16:creationId xmlns:a16="http://schemas.microsoft.com/office/drawing/2014/main" id="{4097C37C-AECC-9017-8548-6A4FDA0730B0}"/>
                  </a:ext>
                </a:extLst>
              </p:cNvPr>
              <p:cNvSpPr/>
              <p:nvPr/>
            </p:nvSpPr>
            <p:spPr>
              <a:xfrm>
                <a:off x="4043092" y="5964918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0 w 6343"/>
                  <a:gd name="connsiteY5" fmla="*/ 1125 h 6345"/>
                  <a:gd name="connsiteX6" fmla="*/ 252 w 6343"/>
                  <a:gd name="connsiteY6" fmla="*/ 3369 h 6345"/>
                  <a:gd name="connsiteX7" fmla="*/ 1180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0" y="5017"/>
                      <a:pt x="6595" y="4210"/>
                      <a:pt x="6595" y="3369"/>
                    </a:cubicBezTo>
                    <a:cubicBezTo>
                      <a:pt x="6595" y="2527"/>
                      <a:pt x="6260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0" y="1125"/>
                    </a:cubicBezTo>
                    <a:cubicBezTo>
                      <a:pt x="586" y="1720"/>
                      <a:pt x="252" y="2527"/>
                      <a:pt x="252" y="3369"/>
                    </a:cubicBezTo>
                    <a:cubicBezTo>
                      <a:pt x="252" y="4210"/>
                      <a:pt x="586" y="5017"/>
                      <a:pt x="1180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85" name="Freeform: Shape 3984">
                <a:extLst>
                  <a:ext uri="{FF2B5EF4-FFF2-40B4-BE49-F238E27FC236}">
                    <a16:creationId xmlns:a16="http://schemas.microsoft.com/office/drawing/2014/main" id="{E7351E04-CEEB-B1A8-A18D-98E71A1CDB39}"/>
                  </a:ext>
                </a:extLst>
              </p:cNvPr>
              <p:cNvSpPr/>
              <p:nvPr/>
            </p:nvSpPr>
            <p:spPr>
              <a:xfrm>
                <a:off x="4042158" y="5966607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0 w 6343"/>
                  <a:gd name="connsiteY5" fmla="*/ 1125 h 6345"/>
                  <a:gd name="connsiteX6" fmla="*/ 251 w 6343"/>
                  <a:gd name="connsiteY6" fmla="*/ 3369 h 6345"/>
                  <a:gd name="connsiteX7" fmla="*/ 1180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0" y="5017"/>
                      <a:pt x="6595" y="4210"/>
                      <a:pt x="6595" y="3369"/>
                    </a:cubicBezTo>
                    <a:cubicBezTo>
                      <a:pt x="6595" y="2527"/>
                      <a:pt x="6260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0" y="1125"/>
                    </a:cubicBezTo>
                    <a:cubicBezTo>
                      <a:pt x="586" y="1720"/>
                      <a:pt x="251" y="2527"/>
                      <a:pt x="251" y="3369"/>
                    </a:cubicBezTo>
                    <a:cubicBezTo>
                      <a:pt x="251" y="4210"/>
                      <a:pt x="586" y="5017"/>
                      <a:pt x="1180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86" name="Freeform: Shape 3985">
                <a:extLst>
                  <a:ext uri="{FF2B5EF4-FFF2-40B4-BE49-F238E27FC236}">
                    <a16:creationId xmlns:a16="http://schemas.microsoft.com/office/drawing/2014/main" id="{55104486-B542-566F-C21B-631ADDE90CB1}"/>
                  </a:ext>
                </a:extLst>
              </p:cNvPr>
              <p:cNvSpPr/>
              <p:nvPr/>
            </p:nvSpPr>
            <p:spPr>
              <a:xfrm>
                <a:off x="4041903" y="5969254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0 w 6343"/>
                  <a:gd name="connsiteY5" fmla="*/ 1125 h 6345"/>
                  <a:gd name="connsiteX6" fmla="*/ 251 w 6343"/>
                  <a:gd name="connsiteY6" fmla="*/ 3369 h 6345"/>
                  <a:gd name="connsiteX7" fmla="*/ 1180 w 6343"/>
                  <a:gd name="connsiteY7" fmla="*/ 5612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7"/>
                      <a:pt x="5666" y="5612"/>
                    </a:cubicBezTo>
                    <a:cubicBezTo>
                      <a:pt x="6260" y="5017"/>
                      <a:pt x="6595" y="4210"/>
                      <a:pt x="6595" y="3369"/>
                    </a:cubicBezTo>
                    <a:cubicBezTo>
                      <a:pt x="6595" y="2527"/>
                      <a:pt x="6260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0" y="1125"/>
                    </a:cubicBezTo>
                    <a:cubicBezTo>
                      <a:pt x="586" y="1720"/>
                      <a:pt x="251" y="2527"/>
                      <a:pt x="251" y="3369"/>
                    </a:cubicBezTo>
                    <a:cubicBezTo>
                      <a:pt x="251" y="4210"/>
                      <a:pt x="586" y="5017"/>
                      <a:pt x="1180" y="5612"/>
                    </a:cubicBezTo>
                    <a:cubicBezTo>
                      <a:pt x="1775" y="6207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87" name="Freeform: Shape 3986">
                <a:extLst>
                  <a:ext uri="{FF2B5EF4-FFF2-40B4-BE49-F238E27FC236}">
                    <a16:creationId xmlns:a16="http://schemas.microsoft.com/office/drawing/2014/main" id="{21E7DB19-A4D2-DC7D-794B-81E0985688C1}"/>
                  </a:ext>
                </a:extLst>
              </p:cNvPr>
              <p:cNvSpPr/>
              <p:nvPr/>
            </p:nvSpPr>
            <p:spPr>
              <a:xfrm>
                <a:off x="4052377" y="5986991"/>
                <a:ext cx="6343" cy="6345"/>
              </a:xfrm>
              <a:custGeom>
                <a:avLst/>
                <a:gdLst>
                  <a:gd name="connsiteX0" fmla="*/ 3424 w 6343"/>
                  <a:gd name="connsiteY0" fmla="*/ 6543 h 6345"/>
                  <a:gd name="connsiteX1" fmla="*/ 5666 w 6343"/>
                  <a:gd name="connsiteY1" fmla="*/ 5614 h 6345"/>
                  <a:gd name="connsiteX2" fmla="*/ 6595 w 6343"/>
                  <a:gd name="connsiteY2" fmla="*/ 3370 h 6345"/>
                  <a:gd name="connsiteX3" fmla="*/ 5666 w 6343"/>
                  <a:gd name="connsiteY3" fmla="*/ 1127 h 6345"/>
                  <a:gd name="connsiteX4" fmla="*/ 3424 w 6343"/>
                  <a:gd name="connsiteY4" fmla="*/ 198 h 6345"/>
                  <a:gd name="connsiteX5" fmla="*/ 1181 w 6343"/>
                  <a:gd name="connsiteY5" fmla="*/ 1127 h 6345"/>
                  <a:gd name="connsiteX6" fmla="*/ 252 w 6343"/>
                  <a:gd name="connsiteY6" fmla="*/ 3370 h 6345"/>
                  <a:gd name="connsiteX7" fmla="*/ 1181 w 6343"/>
                  <a:gd name="connsiteY7" fmla="*/ 5614 h 6345"/>
                  <a:gd name="connsiteX8" fmla="*/ 342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3"/>
                    </a:moveTo>
                    <a:cubicBezTo>
                      <a:pt x="4265" y="6543"/>
                      <a:pt x="5072" y="6209"/>
                      <a:pt x="5666" y="5614"/>
                    </a:cubicBezTo>
                    <a:cubicBezTo>
                      <a:pt x="6261" y="5019"/>
                      <a:pt x="6595" y="4212"/>
                      <a:pt x="6595" y="3370"/>
                    </a:cubicBezTo>
                    <a:cubicBezTo>
                      <a:pt x="6595" y="2529"/>
                      <a:pt x="6261" y="1722"/>
                      <a:pt x="5666" y="1127"/>
                    </a:cubicBezTo>
                    <a:cubicBezTo>
                      <a:pt x="5072" y="532"/>
                      <a:pt x="4265" y="198"/>
                      <a:pt x="3424" y="198"/>
                    </a:cubicBezTo>
                    <a:cubicBezTo>
                      <a:pt x="2583" y="198"/>
                      <a:pt x="1776" y="532"/>
                      <a:pt x="1181" y="1127"/>
                    </a:cubicBezTo>
                    <a:cubicBezTo>
                      <a:pt x="586" y="1722"/>
                      <a:pt x="252" y="2529"/>
                      <a:pt x="252" y="3370"/>
                    </a:cubicBezTo>
                    <a:cubicBezTo>
                      <a:pt x="252" y="4212"/>
                      <a:pt x="586" y="5019"/>
                      <a:pt x="1181" y="5614"/>
                    </a:cubicBezTo>
                    <a:cubicBezTo>
                      <a:pt x="1776" y="6209"/>
                      <a:pt x="2583" y="6543"/>
                      <a:pt x="342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88" name="Freeform: Shape 3987">
                <a:extLst>
                  <a:ext uri="{FF2B5EF4-FFF2-40B4-BE49-F238E27FC236}">
                    <a16:creationId xmlns:a16="http://schemas.microsoft.com/office/drawing/2014/main" id="{C4390AB3-DCE4-A2FA-467A-C3CA28828A54}"/>
                  </a:ext>
                </a:extLst>
              </p:cNvPr>
              <p:cNvSpPr/>
              <p:nvPr/>
            </p:nvSpPr>
            <p:spPr>
              <a:xfrm>
                <a:off x="4050722" y="5987932"/>
                <a:ext cx="6343" cy="6345"/>
              </a:xfrm>
              <a:custGeom>
                <a:avLst/>
                <a:gdLst>
                  <a:gd name="connsiteX0" fmla="*/ 3424 w 6343"/>
                  <a:gd name="connsiteY0" fmla="*/ 6543 h 6345"/>
                  <a:gd name="connsiteX1" fmla="*/ 5666 w 6343"/>
                  <a:gd name="connsiteY1" fmla="*/ 5614 h 6345"/>
                  <a:gd name="connsiteX2" fmla="*/ 6595 w 6343"/>
                  <a:gd name="connsiteY2" fmla="*/ 3370 h 6345"/>
                  <a:gd name="connsiteX3" fmla="*/ 5666 w 6343"/>
                  <a:gd name="connsiteY3" fmla="*/ 1127 h 6345"/>
                  <a:gd name="connsiteX4" fmla="*/ 3424 w 6343"/>
                  <a:gd name="connsiteY4" fmla="*/ 198 h 6345"/>
                  <a:gd name="connsiteX5" fmla="*/ 1181 w 6343"/>
                  <a:gd name="connsiteY5" fmla="*/ 1127 h 6345"/>
                  <a:gd name="connsiteX6" fmla="*/ 252 w 6343"/>
                  <a:gd name="connsiteY6" fmla="*/ 3370 h 6345"/>
                  <a:gd name="connsiteX7" fmla="*/ 1181 w 6343"/>
                  <a:gd name="connsiteY7" fmla="*/ 5614 h 6345"/>
                  <a:gd name="connsiteX8" fmla="*/ 342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3"/>
                    </a:moveTo>
                    <a:cubicBezTo>
                      <a:pt x="4265" y="6543"/>
                      <a:pt x="5072" y="6209"/>
                      <a:pt x="5666" y="5614"/>
                    </a:cubicBezTo>
                    <a:cubicBezTo>
                      <a:pt x="6261" y="5019"/>
                      <a:pt x="6595" y="4212"/>
                      <a:pt x="6595" y="3370"/>
                    </a:cubicBezTo>
                    <a:cubicBezTo>
                      <a:pt x="6595" y="2529"/>
                      <a:pt x="6261" y="1722"/>
                      <a:pt x="5666" y="1127"/>
                    </a:cubicBezTo>
                    <a:cubicBezTo>
                      <a:pt x="5072" y="532"/>
                      <a:pt x="4265" y="198"/>
                      <a:pt x="3424" y="198"/>
                    </a:cubicBezTo>
                    <a:cubicBezTo>
                      <a:pt x="2583" y="198"/>
                      <a:pt x="1776" y="532"/>
                      <a:pt x="1181" y="1127"/>
                    </a:cubicBezTo>
                    <a:cubicBezTo>
                      <a:pt x="586" y="1722"/>
                      <a:pt x="252" y="2529"/>
                      <a:pt x="252" y="3370"/>
                    </a:cubicBezTo>
                    <a:cubicBezTo>
                      <a:pt x="252" y="4212"/>
                      <a:pt x="586" y="5019"/>
                      <a:pt x="1181" y="5614"/>
                    </a:cubicBezTo>
                    <a:cubicBezTo>
                      <a:pt x="1776" y="6209"/>
                      <a:pt x="2583" y="6543"/>
                      <a:pt x="342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89" name="Freeform: Shape 3988">
                <a:extLst>
                  <a:ext uri="{FF2B5EF4-FFF2-40B4-BE49-F238E27FC236}">
                    <a16:creationId xmlns:a16="http://schemas.microsoft.com/office/drawing/2014/main" id="{AB9DF2D4-8F64-314D-F0C7-A9FBB46F6C58}"/>
                  </a:ext>
                </a:extLst>
              </p:cNvPr>
              <p:cNvSpPr/>
              <p:nvPr/>
            </p:nvSpPr>
            <p:spPr>
              <a:xfrm>
                <a:off x="4048360" y="5987850"/>
                <a:ext cx="6343" cy="6345"/>
              </a:xfrm>
              <a:custGeom>
                <a:avLst/>
                <a:gdLst>
                  <a:gd name="connsiteX0" fmla="*/ 3423 w 6343"/>
                  <a:gd name="connsiteY0" fmla="*/ 6543 h 6345"/>
                  <a:gd name="connsiteX1" fmla="*/ 5666 w 6343"/>
                  <a:gd name="connsiteY1" fmla="*/ 5614 h 6345"/>
                  <a:gd name="connsiteX2" fmla="*/ 6595 w 6343"/>
                  <a:gd name="connsiteY2" fmla="*/ 3370 h 6345"/>
                  <a:gd name="connsiteX3" fmla="*/ 5666 w 6343"/>
                  <a:gd name="connsiteY3" fmla="*/ 1127 h 6345"/>
                  <a:gd name="connsiteX4" fmla="*/ 3423 w 6343"/>
                  <a:gd name="connsiteY4" fmla="*/ 198 h 6345"/>
                  <a:gd name="connsiteX5" fmla="*/ 1181 w 6343"/>
                  <a:gd name="connsiteY5" fmla="*/ 1127 h 6345"/>
                  <a:gd name="connsiteX6" fmla="*/ 252 w 6343"/>
                  <a:gd name="connsiteY6" fmla="*/ 3370 h 6345"/>
                  <a:gd name="connsiteX7" fmla="*/ 1181 w 6343"/>
                  <a:gd name="connsiteY7" fmla="*/ 5614 h 6345"/>
                  <a:gd name="connsiteX8" fmla="*/ 342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3"/>
                    </a:moveTo>
                    <a:cubicBezTo>
                      <a:pt x="4265" y="6543"/>
                      <a:pt x="5071" y="6209"/>
                      <a:pt x="5666" y="5614"/>
                    </a:cubicBezTo>
                    <a:cubicBezTo>
                      <a:pt x="6261" y="5019"/>
                      <a:pt x="6595" y="4212"/>
                      <a:pt x="6595" y="3370"/>
                    </a:cubicBezTo>
                    <a:cubicBezTo>
                      <a:pt x="6595" y="2529"/>
                      <a:pt x="6261" y="1722"/>
                      <a:pt x="5666" y="1127"/>
                    </a:cubicBezTo>
                    <a:cubicBezTo>
                      <a:pt x="5071" y="532"/>
                      <a:pt x="4265" y="198"/>
                      <a:pt x="3423" y="198"/>
                    </a:cubicBezTo>
                    <a:cubicBezTo>
                      <a:pt x="2582" y="198"/>
                      <a:pt x="1776" y="532"/>
                      <a:pt x="1181" y="1127"/>
                    </a:cubicBezTo>
                    <a:cubicBezTo>
                      <a:pt x="586" y="1722"/>
                      <a:pt x="252" y="2529"/>
                      <a:pt x="252" y="3370"/>
                    </a:cubicBezTo>
                    <a:cubicBezTo>
                      <a:pt x="252" y="4212"/>
                      <a:pt x="586" y="5019"/>
                      <a:pt x="1181" y="5614"/>
                    </a:cubicBezTo>
                    <a:cubicBezTo>
                      <a:pt x="1776" y="6209"/>
                      <a:pt x="2582" y="6543"/>
                      <a:pt x="342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90" name="Freeform: Shape 3989">
                <a:extLst>
                  <a:ext uri="{FF2B5EF4-FFF2-40B4-BE49-F238E27FC236}">
                    <a16:creationId xmlns:a16="http://schemas.microsoft.com/office/drawing/2014/main" id="{2B85E037-D5EE-3272-632D-EE2583109338}"/>
                  </a:ext>
                </a:extLst>
              </p:cNvPr>
              <p:cNvSpPr/>
              <p:nvPr/>
            </p:nvSpPr>
            <p:spPr>
              <a:xfrm>
                <a:off x="4040792" y="5983390"/>
                <a:ext cx="6343" cy="6345"/>
              </a:xfrm>
              <a:custGeom>
                <a:avLst/>
                <a:gdLst>
                  <a:gd name="connsiteX0" fmla="*/ 3423 w 6343"/>
                  <a:gd name="connsiteY0" fmla="*/ 6543 h 6345"/>
                  <a:gd name="connsiteX1" fmla="*/ 5666 w 6343"/>
                  <a:gd name="connsiteY1" fmla="*/ 5613 h 6345"/>
                  <a:gd name="connsiteX2" fmla="*/ 6594 w 6343"/>
                  <a:gd name="connsiteY2" fmla="*/ 3370 h 6345"/>
                  <a:gd name="connsiteX3" fmla="*/ 5666 w 6343"/>
                  <a:gd name="connsiteY3" fmla="*/ 1127 h 6345"/>
                  <a:gd name="connsiteX4" fmla="*/ 3423 w 6343"/>
                  <a:gd name="connsiteY4" fmla="*/ 197 h 6345"/>
                  <a:gd name="connsiteX5" fmla="*/ 1180 w 6343"/>
                  <a:gd name="connsiteY5" fmla="*/ 1127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3"/>
                    </a:moveTo>
                    <a:cubicBezTo>
                      <a:pt x="4264" y="6543"/>
                      <a:pt x="5071" y="6208"/>
                      <a:pt x="5666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9"/>
                      <a:pt x="6260" y="1722"/>
                      <a:pt x="5666" y="1127"/>
                    </a:cubicBezTo>
                    <a:cubicBezTo>
                      <a:pt x="5071" y="532"/>
                      <a:pt x="4264" y="197"/>
                      <a:pt x="3423" y="197"/>
                    </a:cubicBezTo>
                    <a:cubicBezTo>
                      <a:pt x="2582" y="197"/>
                      <a:pt x="1775" y="532"/>
                      <a:pt x="1180" y="1127"/>
                    </a:cubicBezTo>
                    <a:cubicBezTo>
                      <a:pt x="586" y="1722"/>
                      <a:pt x="251" y="2529"/>
                      <a:pt x="251" y="3370"/>
                    </a:cubicBezTo>
                    <a:cubicBezTo>
                      <a:pt x="251" y="4211"/>
                      <a:pt x="586" y="5018"/>
                      <a:pt x="1180" y="5613"/>
                    </a:cubicBezTo>
                    <a:cubicBezTo>
                      <a:pt x="1775" y="6208"/>
                      <a:pt x="2582" y="6543"/>
                      <a:pt x="342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91" name="Freeform: Shape 3990">
                <a:extLst>
                  <a:ext uri="{FF2B5EF4-FFF2-40B4-BE49-F238E27FC236}">
                    <a16:creationId xmlns:a16="http://schemas.microsoft.com/office/drawing/2014/main" id="{71AD11B7-C7F7-E6AC-805A-E5967DD09D73}"/>
                  </a:ext>
                </a:extLst>
              </p:cNvPr>
              <p:cNvSpPr/>
              <p:nvPr/>
            </p:nvSpPr>
            <p:spPr>
              <a:xfrm>
                <a:off x="4034296" y="5976967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5" y="531"/>
                      <a:pt x="1180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5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92" name="Freeform: Shape 3991">
                <a:extLst>
                  <a:ext uri="{FF2B5EF4-FFF2-40B4-BE49-F238E27FC236}">
                    <a16:creationId xmlns:a16="http://schemas.microsoft.com/office/drawing/2014/main" id="{7E73667B-D711-3E72-F66E-767A267D4FE1}"/>
                  </a:ext>
                </a:extLst>
              </p:cNvPr>
              <p:cNvSpPr/>
              <p:nvPr/>
            </p:nvSpPr>
            <p:spPr>
              <a:xfrm>
                <a:off x="4031066" y="5975301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69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69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80" y="1126"/>
                    </a:cubicBezTo>
                    <a:cubicBezTo>
                      <a:pt x="585" y="1721"/>
                      <a:pt x="251" y="2528"/>
                      <a:pt x="251" y="3369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93" name="Freeform: Shape 3992">
                <a:extLst>
                  <a:ext uri="{FF2B5EF4-FFF2-40B4-BE49-F238E27FC236}">
                    <a16:creationId xmlns:a16="http://schemas.microsoft.com/office/drawing/2014/main" id="{7F2A1E89-C837-AA62-596C-69D4CFAEACDD}"/>
                  </a:ext>
                </a:extLst>
              </p:cNvPr>
              <p:cNvSpPr/>
              <p:nvPr/>
            </p:nvSpPr>
            <p:spPr>
              <a:xfrm>
                <a:off x="4029464" y="5976067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69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0" y="2528"/>
                      <a:pt x="250" y="3369"/>
                    </a:cubicBezTo>
                    <a:cubicBezTo>
                      <a:pt x="250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94" name="Freeform: Shape 3993">
                <a:extLst>
                  <a:ext uri="{FF2B5EF4-FFF2-40B4-BE49-F238E27FC236}">
                    <a16:creationId xmlns:a16="http://schemas.microsoft.com/office/drawing/2014/main" id="{E697A543-8F2B-0FA3-4012-1E8BD4DA4622}"/>
                  </a:ext>
                </a:extLst>
              </p:cNvPr>
              <p:cNvSpPr/>
              <p:nvPr/>
            </p:nvSpPr>
            <p:spPr>
              <a:xfrm>
                <a:off x="4028216" y="5977382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3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70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3" y="4211"/>
                      <a:pt x="6593" y="3370"/>
                    </a:cubicBezTo>
                    <a:cubicBezTo>
                      <a:pt x="6593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0" y="2528"/>
                      <a:pt x="250" y="3370"/>
                    </a:cubicBezTo>
                    <a:cubicBezTo>
                      <a:pt x="250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95" name="Freeform: Shape 3994">
                <a:extLst>
                  <a:ext uri="{FF2B5EF4-FFF2-40B4-BE49-F238E27FC236}">
                    <a16:creationId xmlns:a16="http://schemas.microsoft.com/office/drawing/2014/main" id="{F9896EA7-1EB0-9C3F-91F7-98AC88A82799}"/>
                  </a:ext>
                </a:extLst>
              </p:cNvPr>
              <p:cNvSpPr/>
              <p:nvPr/>
            </p:nvSpPr>
            <p:spPr>
              <a:xfrm>
                <a:off x="4025970" y="5977128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70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70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70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70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96" name="Freeform: Shape 3995">
                <a:extLst>
                  <a:ext uri="{FF2B5EF4-FFF2-40B4-BE49-F238E27FC236}">
                    <a16:creationId xmlns:a16="http://schemas.microsoft.com/office/drawing/2014/main" id="{2DEED94D-4912-63CF-8C33-57F6B14CAC7A}"/>
                  </a:ext>
                </a:extLst>
              </p:cNvPr>
              <p:cNvSpPr/>
              <p:nvPr/>
            </p:nvSpPr>
            <p:spPr>
              <a:xfrm>
                <a:off x="4070248" y="6051377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8 w 6343"/>
                  <a:gd name="connsiteY1" fmla="*/ 5619 h 6345"/>
                  <a:gd name="connsiteX2" fmla="*/ 6597 w 6343"/>
                  <a:gd name="connsiteY2" fmla="*/ 3375 h 6345"/>
                  <a:gd name="connsiteX3" fmla="*/ 5668 w 6343"/>
                  <a:gd name="connsiteY3" fmla="*/ 1132 h 6345"/>
                  <a:gd name="connsiteX4" fmla="*/ 3425 w 6343"/>
                  <a:gd name="connsiteY4" fmla="*/ 203 h 6345"/>
                  <a:gd name="connsiteX5" fmla="*/ 1183 w 6343"/>
                  <a:gd name="connsiteY5" fmla="*/ 1132 h 6345"/>
                  <a:gd name="connsiteX6" fmla="*/ 254 w 6343"/>
                  <a:gd name="connsiteY6" fmla="*/ 3375 h 6345"/>
                  <a:gd name="connsiteX7" fmla="*/ 1183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3" y="6214"/>
                      <a:pt x="5668" y="5619"/>
                    </a:cubicBezTo>
                    <a:cubicBezTo>
                      <a:pt x="6263" y="5024"/>
                      <a:pt x="6597" y="4217"/>
                      <a:pt x="6597" y="3375"/>
                    </a:cubicBezTo>
                    <a:cubicBezTo>
                      <a:pt x="6597" y="2534"/>
                      <a:pt x="6263" y="1727"/>
                      <a:pt x="5668" y="1132"/>
                    </a:cubicBezTo>
                    <a:cubicBezTo>
                      <a:pt x="5073" y="537"/>
                      <a:pt x="4266" y="203"/>
                      <a:pt x="3425" y="203"/>
                    </a:cubicBezTo>
                    <a:cubicBezTo>
                      <a:pt x="2584" y="203"/>
                      <a:pt x="1777" y="537"/>
                      <a:pt x="1183" y="1132"/>
                    </a:cubicBezTo>
                    <a:cubicBezTo>
                      <a:pt x="588" y="1727"/>
                      <a:pt x="254" y="2534"/>
                      <a:pt x="254" y="3375"/>
                    </a:cubicBezTo>
                    <a:cubicBezTo>
                      <a:pt x="254" y="4217"/>
                      <a:pt x="588" y="5024"/>
                      <a:pt x="1183" y="5619"/>
                    </a:cubicBezTo>
                    <a:cubicBezTo>
                      <a:pt x="1777" y="6214"/>
                      <a:pt x="2584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97" name="Freeform: Shape 3996">
                <a:extLst>
                  <a:ext uri="{FF2B5EF4-FFF2-40B4-BE49-F238E27FC236}">
                    <a16:creationId xmlns:a16="http://schemas.microsoft.com/office/drawing/2014/main" id="{5DCFB2B4-FADD-B71B-84FF-B85CADDF29A9}"/>
                  </a:ext>
                </a:extLst>
              </p:cNvPr>
              <p:cNvSpPr/>
              <p:nvPr/>
            </p:nvSpPr>
            <p:spPr>
              <a:xfrm>
                <a:off x="4067661" y="6051533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8 w 6343"/>
                  <a:gd name="connsiteY1" fmla="*/ 5619 h 6345"/>
                  <a:gd name="connsiteX2" fmla="*/ 6597 w 6343"/>
                  <a:gd name="connsiteY2" fmla="*/ 3375 h 6345"/>
                  <a:gd name="connsiteX3" fmla="*/ 5668 w 6343"/>
                  <a:gd name="connsiteY3" fmla="*/ 1132 h 6345"/>
                  <a:gd name="connsiteX4" fmla="*/ 3425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3" y="6214"/>
                      <a:pt x="5668" y="5619"/>
                    </a:cubicBezTo>
                    <a:cubicBezTo>
                      <a:pt x="6262" y="5024"/>
                      <a:pt x="6597" y="4217"/>
                      <a:pt x="6597" y="3375"/>
                    </a:cubicBezTo>
                    <a:cubicBezTo>
                      <a:pt x="6597" y="2534"/>
                      <a:pt x="6262" y="1727"/>
                      <a:pt x="5668" y="1132"/>
                    </a:cubicBezTo>
                    <a:cubicBezTo>
                      <a:pt x="5073" y="537"/>
                      <a:pt x="4266" y="203"/>
                      <a:pt x="3425" y="203"/>
                    </a:cubicBezTo>
                    <a:cubicBezTo>
                      <a:pt x="2584" y="203"/>
                      <a:pt x="1777" y="537"/>
                      <a:pt x="1182" y="1132"/>
                    </a:cubicBezTo>
                    <a:cubicBezTo>
                      <a:pt x="588" y="1727"/>
                      <a:pt x="253" y="2534"/>
                      <a:pt x="253" y="3375"/>
                    </a:cubicBezTo>
                    <a:cubicBezTo>
                      <a:pt x="253" y="4217"/>
                      <a:pt x="588" y="5024"/>
                      <a:pt x="1182" y="5619"/>
                    </a:cubicBezTo>
                    <a:cubicBezTo>
                      <a:pt x="1777" y="6214"/>
                      <a:pt x="2584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98" name="Freeform: Shape 3997">
                <a:extLst>
                  <a:ext uri="{FF2B5EF4-FFF2-40B4-BE49-F238E27FC236}">
                    <a16:creationId xmlns:a16="http://schemas.microsoft.com/office/drawing/2014/main" id="{1402E4A9-ABF5-A619-D25E-5DFFE70FF39E}"/>
                  </a:ext>
                </a:extLst>
              </p:cNvPr>
              <p:cNvSpPr/>
              <p:nvPr/>
            </p:nvSpPr>
            <p:spPr>
              <a:xfrm>
                <a:off x="4065277" y="6051992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5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3" y="6214"/>
                      <a:pt x="5667" y="5619"/>
                    </a:cubicBezTo>
                    <a:cubicBezTo>
                      <a:pt x="6262" y="5024"/>
                      <a:pt x="6596" y="4217"/>
                      <a:pt x="6596" y="3375"/>
                    </a:cubicBezTo>
                    <a:cubicBezTo>
                      <a:pt x="6596" y="2534"/>
                      <a:pt x="6262" y="1727"/>
                      <a:pt x="5667" y="1132"/>
                    </a:cubicBezTo>
                    <a:cubicBezTo>
                      <a:pt x="5073" y="537"/>
                      <a:pt x="4266" y="203"/>
                      <a:pt x="3425" y="203"/>
                    </a:cubicBezTo>
                    <a:cubicBezTo>
                      <a:pt x="2584" y="203"/>
                      <a:pt x="1777" y="537"/>
                      <a:pt x="1182" y="1132"/>
                    </a:cubicBezTo>
                    <a:cubicBezTo>
                      <a:pt x="587" y="1727"/>
                      <a:pt x="253" y="2534"/>
                      <a:pt x="253" y="3375"/>
                    </a:cubicBezTo>
                    <a:cubicBezTo>
                      <a:pt x="253" y="4217"/>
                      <a:pt x="587" y="5024"/>
                      <a:pt x="1182" y="5619"/>
                    </a:cubicBezTo>
                    <a:cubicBezTo>
                      <a:pt x="1777" y="6214"/>
                      <a:pt x="2584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99" name="Freeform: Shape 3998">
                <a:extLst>
                  <a:ext uri="{FF2B5EF4-FFF2-40B4-BE49-F238E27FC236}">
                    <a16:creationId xmlns:a16="http://schemas.microsoft.com/office/drawing/2014/main" id="{AA3FF866-9BDD-FFF2-6DAA-F5B532B992BC}"/>
                  </a:ext>
                </a:extLst>
              </p:cNvPr>
              <p:cNvSpPr/>
              <p:nvPr/>
            </p:nvSpPr>
            <p:spPr>
              <a:xfrm>
                <a:off x="4062676" y="6052068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5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3" y="6214"/>
                      <a:pt x="5667" y="5619"/>
                    </a:cubicBezTo>
                    <a:cubicBezTo>
                      <a:pt x="6262" y="5024"/>
                      <a:pt x="6596" y="4217"/>
                      <a:pt x="6596" y="3375"/>
                    </a:cubicBezTo>
                    <a:cubicBezTo>
                      <a:pt x="6596" y="2534"/>
                      <a:pt x="6262" y="1727"/>
                      <a:pt x="5667" y="1132"/>
                    </a:cubicBezTo>
                    <a:cubicBezTo>
                      <a:pt x="5073" y="537"/>
                      <a:pt x="4266" y="203"/>
                      <a:pt x="3425" y="203"/>
                    </a:cubicBezTo>
                    <a:cubicBezTo>
                      <a:pt x="2584" y="203"/>
                      <a:pt x="1777" y="537"/>
                      <a:pt x="1182" y="1132"/>
                    </a:cubicBezTo>
                    <a:cubicBezTo>
                      <a:pt x="587" y="1727"/>
                      <a:pt x="253" y="2534"/>
                      <a:pt x="253" y="3375"/>
                    </a:cubicBezTo>
                    <a:cubicBezTo>
                      <a:pt x="253" y="4217"/>
                      <a:pt x="587" y="5024"/>
                      <a:pt x="1182" y="5619"/>
                    </a:cubicBezTo>
                    <a:cubicBezTo>
                      <a:pt x="1777" y="6214"/>
                      <a:pt x="2584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00" name="Freeform: Shape 3999">
                <a:extLst>
                  <a:ext uri="{FF2B5EF4-FFF2-40B4-BE49-F238E27FC236}">
                    <a16:creationId xmlns:a16="http://schemas.microsoft.com/office/drawing/2014/main" id="{B13FE8B5-6078-8EE6-9CF8-F8E3E92797E7}"/>
                  </a:ext>
                </a:extLst>
              </p:cNvPr>
              <p:cNvSpPr/>
              <p:nvPr/>
            </p:nvSpPr>
            <p:spPr>
              <a:xfrm>
                <a:off x="4059888" y="6051798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4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6" y="6548"/>
                      <a:pt x="5072" y="6214"/>
                      <a:pt x="5667" y="5619"/>
                    </a:cubicBezTo>
                    <a:cubicBezTo>
                      <a:pt x="6262" y="5024"/>
                      <a:pt x="6596" y="4217"/>
                      <a:pt x="6596" y="3375"/>
                    </a:cubicBezTo>
                    <a:cubicBezTo>
                      <a:pt x="6596" y="2534"/>
                      <a:pt x="6262" y="1727"/>
                      <a:pt x="5667" y="1132"/>
                    </a:cubicBezTo>
                    <a:cubicBezTo>
                      <a:pt x="5072" y="537"/>
                      <a:pt x="4266" y="203"/>
                      <a:pt x="3424" y="203"/>
                    </a:cubicBezTo>
                    <a:cubicBezTo>
                      <a:pt x="2583" y="203"/>
                      <a:pt x="1777" y="537"/>
                      <a:pt x="1182" y="1132"/>
                    </a:cubicBezTo>
                    <a:cubicBezTo>
                      <a:pt x="587" y="1727"/>
                      <a:pt x="253" y="2534"/>
                      <a:pt x="253" y="3375"/>
                    </a:cubicBezTo>
                    <a:cubicBezTo>
                      <a:pt x="253" y="4217"/>
                      <a:pt x="587" y="5024"/>
                      <a:pt x="1182" y="5619"/>
                    </a:cubicBezTo>
                    <a:cubicBezTo>
                      <a:pt x="1777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01" name="Freeform: Shape 4000">
                <a:extLst>
                  <a:ext uri="{FF2B5EF4-FFF2-40B4-BE49-F238E27FC236}">
                    <a16:creationId xmlns:a16="http://schemas.microsoft.com/office/drawing/2014/main" id="{1BE8740F-7363-57EE-DAE3-B94EE7896377}"/>
                  </a:ext>
                </a:extLst>
              </p:cNvPr>
              <p:cNvSpPr/>
              <p:nvPr/>
            </p:nvSpPr>
            <p:spPr>
              <a:xfrm>
                <a:off x="4057372" y="6051956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4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2" y="6214"/>
                      <a:pt x="5667" y="5619"/>
                    </a:cubicBezTo>
                    <a:cubicBezTo>
                      <a:pt x="6262" y="5024"/>
                      <a:pt x="6596" y="4217"/>
                      <a:pt x="6596" y="3375"/>
                    </a:cubicBezTo>
                    <a:cubicBezTo>
                      <a:pt x="6596" y="2534"/>
                      <a:pt x="6262" y="1727"/>
                      <a:pt x="5667" y="1132"/>
                    </a:cubicBezTo>
                    <a:cubicBezTo>
                      <a:pt x="5072" y="537"/>
                      <a:pt x="4265" y="203"/>
                      <a:pt x="3424" y="203"/>
                    </a:cubicBezTo>
                    <a:cubicBezTo>
                      <a:pt x="2583" y="203"/>
                      <a:pt x="1776" y="537"/>
                      <a:pt x="1182" y="1132"/>
                    </a:cubicBezTo>
                    <a:cubicBezTo>
                      <a:pt x="587" y="1727"/>
                      <a:pt x="253" y="2534"/>
                      <a:pt x="253" y="3375"/>
                    </a:cubicBezTo>
                    <a:cubicBezTo>
                      <a:pt x="253" y="4217"/>
                      <a:pt x="587" y="5024"/>
                      <a:pt x="1182" y="5619"/>
                    </a:cubicBezTo>
                    <a:cubicBezTo>
                      <a:pt x="1776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02" name="Freeform: Shape 4001">
                <a:extLst>
                  <a:ext uri="{FF2B5EF4-FFF2-40B4-BE49-F238E27FC236}">
                    <a16:creationId xmlns:a16="http://schemas.microsoft.com/office/drawing/2014/main" id="{338375CE-DC8D-6542-102D-D94BAECA906C}"/>
                  </a:ext>
                </a:extLst>
              </p:cNvPr>
              <p:cNvSpPr/>
              <p:nvPr/>
            </p:nvSpPr>
            <p:spPr>
              <a:xfrm>
                <a:off x="4054579" y="6051602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4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2" y="6214"/>
                      <a:pt x="5667" y="5619"/>
                    </a:cubicBezTo>
                    <a:cubicBezTo>
                      <a:pt x="6261" y="5024"/>
                      <a:pt x="6596" y="4217"/>
                      <a:pt x="6596" y="3375"/>
                    </a:cubicBezTo>
                    <a:cubicBezTo>
                      <a:pt x="6596" y="2534"/>
                      <a:pt x="6261" y="1727"/>
                      <a:pt x="5667" y="1132"/>
                    </a:cubicBezTo>
                    <a:cubicBezTo>
                      <a:pt x="5072" y="537"/>
                      <a:pt x="4265" y="203"/>
                      <a:pt x="3424" y="203"/>
                    </a:cubicBezTo>
                    <a:cubicBezTo>
                      <a:pt x="2583" y="203"/>
                      <a:pt x="1776" y="537"/>
                      <a:pt x="1181" y="1132"/>
                    </a:cubicBezTo>
                    <a:cubicBezTo>
                      <a:pt x="587" y="1727"/>
                      <a:pt x="252" y="2534"/>
                      <a:pt x="252" y="3375"/>
                    </a:cubicBezTo>
                    <a:cubicBezTo>
                      <a:pt x="252" y="4217"/>
                      <a:pt x="587" y="5024"/>
                      <a:pt x="1181" y="5619"/>
                    </a:cubicBezTo>
                    <a:cubicBezTo>
                      <a:pt x="1776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03" name="Freeform: Shape 4002">
                <a:extLst>
                  <a:ext uri="{FF2B5EF4-FFF2-40B4-BE49-F238E27FC236}">
                    <a16:creationId xmlns:a16="http://schemas.microsoft.com/office/drawing/2014/main" id="{A42C06FA-650C-67C0-AA72-69F9FBD72581}"/>
                  </a:ext>
                </a:extLst>
              </p:cNvPr>
              <p:cNvSpPr/>
              <p:nvPr/>
            </p:nvSpPr>
            <p:spPr>
              <a:xfrm>
                <a:off x="4051914" y="6051432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5 h 6345"/>
                  <a:gd name="connsiteX3" fmla="*/ 5666 w 6343"/>
                  <a:gd name="connsiteY3" fmla="*/ 1132 h 6345"/>
                  <a:gd name="connsiteX4" fmla="*/ 3424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2" y="6214"/>
                      <a:pt x="5666" y="5619"/>
                    </a:cubicBezTo>
                    <a:cubicBezTo>
                      <a:pt x="6261" y="5024"/>
                      <a:pt x="6595" y="4217"/>
                      <a:pt x="6595" y="3375"/>
                    </a:cubicBezTo>
                    <a:cubicBezTo>
                      <a:pt x="6595" y="2534"/>
                      <a:pt x="6261" y="1727"/>
                      <a:pt x="5666" y="1132"/>
                    </a:cubicBezTo>
                    <a:cubicBezTo>
                      <a:pt x="5072" y="537"/>
                      <a:pt x="4265" y="203"/>
                      <a:pt x="3424" y="203"/>
                    </a:cubicBezTo>
                    <a:cubicBezTo>
                      <a:pt x="2583" y="203"/>
                      <a:pt x="1776" y="537"/>
                      <a:pt x="1181" y="1132"/>
                    </a:cubicBezTo>
                    <a:cubicBezTo>
                      <a:pt x="586" y="1727"/>
                      <a:pt x="252" y="2534"/>
                      <a:pt x="252" y="3375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6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04" name="Freeform: Shape 4003">
                <a:extLst>
                  <a:ext uri="{FF2B5EF4-FFF2-40B4-BE49-F238E27FC236}">
                    <a16:creationId xmlns:a16="http://schemas.microsoft.com/office/drawing/2014/main" id="{ACD05504-FC65-ED10-9500-FE39A91714A1}"/>
                  </a:ext>
                </a:extLst>
              </p:cNvPr>
              <p:cNvSpPr/>
              <p:nvPr/>
            </p:nvSpPr>
            <p:spPr>
              <a:xfrm>
                <a:off x="4049281" y="6051282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5 h 6345"/>
                  <a:gd name="connsiteX3" fmla="*/ 5666 w 6343"/>
                  <a:gd name="connsiteY3" fmla="*/ 1132 h 6345"/>
                  <a:gd name="connsiteX4" fmla="*/ 3424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1" y="6214"/>
                      <a:pt x="5666" y="5619"/>
                    </a:cubicBezTo>
                    <a:cubicBezTo>
                      <a:pt x="6261" y="5024"/>
                      <a:pt x="6595" y="4217"/>
                      <a:pt x="6595" y="3375"/>
                    </a:cubicBezTo>
                    <a:cubicBezTo>
                      <a:pt x="6595" y="2534"/>
                      <a:pt x="6261" y="1727"/>
                      <a:pt x="5666" y="1132"/>
                    </a:cubicBezTo>
                    <a:cubicBezTo>
                      <a:pt x="5071" y="537"/>
                      <a:pt x="4265" y="203"/>
                      <a:pt x="3424" y="203"/>
                    </a:cubicBezTo>
                    <a:cubicBezTo>
                      <a:pt x="2582" y="203"/>
                      <a:pt x="1776" y="537"/>
                      <a:pt x="1181" y="1132"/>
                    </a:cubicBezTo>
                    <a:cubicBezTo>
                      <a:pt x="586" y="1727"/>
                      <a:pt x="252" y="2534"/>
                      <a:pt x="252" y="3375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6" y="6214"/>
                      <a:pt x="2582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05" name="Freeform: Shape 4004">
                <a:extLst>
                  <a:ext uri="{FF2B5EF4-FFF2-40B4-BE49-F238E27FC236}">
                    <a16:creationId xmlns:a16="http://schemas.microsoft.com/office/drawing/2014/main" id="{D405EAF6-BB85-EF93-1964-9B18F89AA624}"/>
                  </a:ext>
                </a:extLst>
              </p:cNvPr>
              <p:cNvSpPr/>
              <p:nvPr/>
            </p:nvSpPr>
            <p:spPr>
              <a:xfrm>
                <a:off x="4046816" y="6051403"/>
                <a:ext cx="6343" cy="6345"/>
              </a:xfrm>
              <a:custGeom>
                <a:avLst/>
                <a:gdLst>
                  <a:gd name="connsiteX0" fmla="*/ 3423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5 h 6345"/>
                  <a:gd name="connsiteX3" fmla="*/ 5666 w 6343"/>
                  <a:gd name="connsiteY3" fmla="*/ 1132 h 6345"/>
                  <a:gd name="connsiteX4" fmla="*/ 3423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8"/>
                    </a:moveTo>
                    <a:cubicBezTo>
                      <a:pt x="4264" y="6548"/>
                      <a:pt x="5071" y="6214"/>
                      <a:pt x="5666" y="5619"/>
                    </a:cubicBezTo>
                    <a:cubicBezTo>
                      <a:pt x="6261" y="5024"/>
                      <a:pt x="6595" y="4217"/>
                      <a:pt x="6595" y="3375"/>
                    </a:cubicBezTo>
                    <a:cubicBezTo>
                      <a:pt x="6595" y="2534"/>
                      <a:pt x="6261" y="1727"/>
                      <a:pt x="5666" y="1132"/>
                    </a:cubicBezTo>
                    <a:cubicBezTo>
                      <a:pt x="5071" y="537"/>
                      <a:pt x="4264" y="203"/>
                      <a:pt x="3423" y="203"/>
                    </a:cubicBezTo>
                    <a:cubicBezTo>
                      <a:pt x="2582" y="203"/>
                      <a:pt x="1775" y="537"/>
                      <a:pt x="1181" y="1132"/>
                    </a:cubicBezTo>
                    <a:cubicBezTo>
                      <a:pt x="586" y="1727"/>
                      <a:pt x="252" y="2534"/>
                      <a:pt x="252" y="3375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5" y="6214"/>
                      <a:pt x="2582" y="6548"/>
                      <a:pt x="342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06" name="Freeform: Shape 4005">
                <a:extLst>
                  <a:ext uri="{FF2B5EF4-FFF2-40B4-BE49-F238E27FC236}">
                    <a16:creationId xmlns:a16="http://schemas.microsoft.com/office/drawing/2014/main" id="{464A588C-0992-D758-FCAA-3AB41CE1205D}"/>
                  </a:ext>
                </a:extLst>
              </p:cNvPr>
              <p:cNvSpPr/>
              <p:nvPr/>
            </p:nvSpPr>
            <p:spPr>
              <a:xfrm>
                <a:off x="4044492" y="6051755"/>
                <a:ext cx="6343" cy="6345"/>
              </a:xfrm>
              <a:custGeom>
                <a:avLst/>
                <a:gdLst>
                  <a:gd name="connsiteX0" fmla="*/ 3423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5 h 6345"/>
                  <a:gd name="connsiteX3" fmla="*/ 5666 w 6343"/>
                  <a:gd name="connsiteY3" fmla="*/ 1132 h 6345"/>
                  <a:gd name="connsiteX4" fmla="*/ 3423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8"/>
                    </a:moveTo>
                    <a:cubicBezTo>
                      <a:pt x="4264" y="6548"/>
                      <a:pt x="5071" y="6214"/>
                      <a:pt x="5666" y="5619"/>
                    </a:cubicBezTo>
                    <a:cubicBezTo>
                      <a:pt x="6261" y="5024"/>
                      <a:pt x="6595" y="4217"/>
                      <a:pt x="6595" y="3375"/>
                    </a:cubicBezTo>
                    <a:cubicBezTo>
                      <a:pt x="6595" y="2534"/>
                      <a:pt x="6261" y="1727"/>
                      <a:pt x="5666" y="1132"/>
                    </a:cubicBezTo>
                    <a:cubicBezTo>
                      <a:pt x="5071" y="537"/>
                      <a:pt x="4264" y="203"/>
                      <a:pt x="3423" y="203"/>
                    </a:cubicBezTo>
                    <a:cubicBezTo>
                      <a:pt x="2582" y="203"/>
                      <a:pt x="1775" y="537"/>
                      <a:pt x="1181" y="1132"/>
                    </a:cubicBezTo>
                    <a:cubicBezTo>
                      <a:pt x="586" y="1727"/>
                      <a:pt x="252" y="2534"/>
                      <a:pt x="252" y="3375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5" y="6214"/>
                      <a:pt x="2582" y="6548"/>
                      <a:pt x="342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07" name="Freeform: Shape 4006">
                <a:extLst>
                  <a:ext uri="{FF2B5EF4-FFF2-40B4-BE49-F238E27FC236}">
                    <a16:creationId xmlns:a16="http://schemas.microsoft.com/office/drawing/2014/main" id="{901BFAAD-6D7D-3BC9-FA51-DBAE748005B5}"/>
                  </a:ext>
                </a:extLst>
              </p:cNvPr>
              <p:cNvSpPr/>
              <p:nvPr/>
            </p:nvSpPr>
            <p:spPr>
              <a:xfrm>
                <a:off x="4042326" y="6052384"/>
                <a:ext cx="6343" cy="6345"/>
              </a:xfrm>
              <a:custGeom>
                <a:avLst/>
                <a:gdLst>
                  <a:gd name="connsiteX0" fmla="*/ 3423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5 h 6345"/>
                  <a:gd name="connsiteX3" fmla="*/ 5666 w 6343"/>
                  <a:gd name="connsiteY3" fmla="*/ 1132 h 6345"/>
                  <a:gd name="connsiteX4" fmla="*/ 3423 w 6343"/>
                  <a:gd name="connsiteY4" fmla="*/ 203 h 6345"/>
                  <a:gd name="connsiteX5" fmla="*/ 1180 w 6343"/>
                  <a:gd name="connsiteY5" fmla="*/ 1132 h 6345"/>
                  <a:gd name="connsiteX6" fmla="*/ 251 w 6343"/>
                  <a:gd name="connsiteY6" fmla="*/ 3375 h 6345"/>
                  <a:gd name="connsiteX7" fmla="*/ 1180 w 6343"/>
                  <a:gd name="connsiteY7" fmla="*/ 5619 h 6345"/>
                  <a:gd name="connsiteX8" fmla="*/ 342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8"/>
                    </a:moveTo>
                    <a:cubicBezTo>
                      <a:pt x="4264" y="6548"/>
                      <a:pt x="5071" y="6214"/>
                      <a:pt x="5666" y="5619"/>
                    </a:cubicBezTo>
                    <a:cubicBezTo>
                      <a:pt x="6260" y="5024"/>
                      <a:pt x="6595" y="4217"/>
                      <a:pt x="6595" y="3375"/>
                    </a:cubicBezTo>
                    <a:cubicBezTo>
                      <a:pt x="6595" y="2534"/>
                      <a:pt x="6260" y="1727"/>
                      <a:pt x="5666" y="1132"/>
                    </a:cubicBezTo>
                    <a:cubicBezTo>
                      <a:pt x="5071" y="537"/>
                      <a:pt x="4264" y="203"/>
                      <a:pt x="3423" y="203"/>
                    </a:cubicBezTo>
                    <a:cubicBezTo>
                      <a:pt x="2582" y="203"/>
                      <a:pt x="1775" y="537"/>
                      <a:pt x="1180" y="1132"/>
                    </a:cubicBezTo>
                    <a:cubicBezTo>
                      <a:pt x="586" y="1727"/>
                      <a:pt x="251" y="2534"/>
                      <a:pt x="251" y="3375"/>
                    </a:cubicBezTo>
                    <a:cubicBezTo>
                      <a:pt x="251" y="4217"/>
                      <a:pt x="586" y="5024"/>
                      <a:pt x="1180" y="5619"/>
                    </a:cubicBezTo>
                    <a:cubicBezTo>
                      <a:pt x="1775" y="6214"/>
                      <a:pt x="2582" y="6548"/>
                      <a:pt x="342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08" name="Freeform: Shape 4007">
                <a:extLst>
                  <a:ext uri="{FF2B5EF4-FFF2-40B4-BE49-F238E27FC236}">
                    <a16:creationId xmlns:a16="http://schemas.microsoft.com/office/drawing/2014/main" id="{6C3C0477-72C1-1E98-770A-DA02E1D2DB37}"/>
                  </a:ext>
                </a:extLst>
              </p:cNvPr>
              <p:cNvSpPr/>
              <p:nvPr/>
            </p:nvSpPr>
            <p:spPr>
              <a:xfrm>
                <a:off x="4038769" y="6050355"/>
                <a:ext cx="6343" cy="6345"/>
              </a:xfrm>
              <a:custGeom>
                <a:avLst/>
                <a:gdLst>
                  <a:gd name="connsiteX0" fmla="*/ 3423 w 6343"/>
                  <a:gd name="connsiteY0" fmla="*/ 6548 h 6345"/>
                  <a:gd name="connsiteX1" fmla="*/ 5665 w 6343"/>
                  <a:gd name="connsiteY1" fmla="*/ 5619 h 6345"/>
                  <a:gd name="connsiteX2" fmla="*/ 6594 w 6343"/>
                  <a:gd name="connsiteY2" fmla="*/ 3375 h 6345"/>
                  <a:gd name="connsiteX3" fmla="*/ 5665 w 6343"/>
                  <a:gd name="connsiteY3" fmla="*/ 1132 h 6345"/>
                  <a:gd name="connsiteX4" fmla="*/ 3423 w 6343"/>
                  <a:gd name="connsiteY4" fmla="*/ 203 h 6345"/>
                  <a:gd name="connsiteX5" fmla="*/ 1180 w 6343"/>
                  <a:gd name="connsiteY5" fmla="*/ 1132 h 6345"/>
                  <a:gd name="connsiteX6" fmla="*/ 251 w 6343"/>
                  <a:gd name="connsiteY6" fmla="*/ 3375 h 6345"/>
                  <a:gd name="connsiteX7" fmla="*/ 1180 w 6343"/>
                  <a:gd name="connsiteY7" fmla="*/ 5619 h 6345"/>
                  <a:gd name="connsiteX8" fmla="*/ 342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8"/>
                    </a:moveTo>
                    <a:cubicBezTo>
                      <a:pt x="4264" y="6548"/>
                      <a:pt x="5071" y="6214"/>
                      <a:pt x="5665" y="5619"/>
                    </a:cubicBezTo>
                    <a:cubicBezTo>
                      <a:pt x="6260" y="5024"/>
                      <a:pt x="6594" y="4217"/>
                      <a:pt x="6594" y="3375"/>
                    </a:cubicBezTo>
                    <a:cubicBezTo>
                      <a:pt x="6594" y="2534"/>
                      <a:pt x="6260" y="1727"/>
                      <a:pt x="5665" y="1132"/>
                    </a:cubicBezTo>
                    <a:cubicBezTo>
                      <a:pt x="5071" y="537"/>
                      <a:pt x="4264" y="203"/>
                      <a:pt x="3423" y="203"/>
                    </a:cubicBezTo>
                    <a:cubicBezTo>
                      <a:pt x="2582" y="203"/>
                      <a:pt x="1775" y="537"/>
                      <a:pt x="1180" y="1132"/>
                    </a:cubicBezTo>
                    <a:cubicBezTo>
                      <a:pt x="585" y="1727"/>
                      <a:pt x="251" y="2534"/>
                      <a:pt x="251" y="3375"/>
                    </a:cubicBezTo>
                    <a:cubicBezTo>
                      <a:pt x="251" y="4217"/>
                      <a:pt x="585" y="5024"/>
                      <a:pt x="1180" y="5619"/>
                    </a:cubicBezTo>
                    <a:cubicBezTo>
                      <a:pt x="1775" y="6214"/>
                      <a:pt x="2582" y="6548"/>
                      <a:pt x="342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09" name="Freeform: Shape 4008">
                <a:extLst>
                  <a:ext uri="{FF2B5EF4-FFF2-40B4-BE49-F238E27FC236}">
                    <a16:creationId xmlns:a16="http://schemas.microsoft.com/office/drawing/2014/main" id="{E46B2613-F7C7-AD5B-9DB9-E6DAAC1A796B}"/>
                  </a:ext>
                </a:extLst>
              </p:cNvPr>
              <p:cNvSpPr/>
              <p:nvPr/>
            </p:nvSpPr>
            <p:spPr>
              <a:xfrm>
                <a:off x="4037119" y="6051913"/>
                <a:ext cx="6343" cy="6345"/>
              </a:xfrm>
              <a:custGeom>
                <a:avLst/>
                <a:gdLst>
                  <a:gd name="connsiteX0" fmla="*/ 3423 w 6343"/>
                  <a:gd name="connsiteY0" fmla="*/ 6548 h 6345"/>
                  <a:gd name="connsiteX1" fmla="*/ 5665 w 6343"/>
                  <a:gd name="connsiteY1" fmla="*/ 5619 h 6345"/>
                  <a:gd name="connsiteX2" fmla="*/ 6594 w 6343"/>
                  <a:gd name="connsiteY2" fmla="*/ 3375 h 6345"/>
                  <a:gd name="connsiteX3" fmla="*/ 5665 w 6343"/>
                  <a:gd name="connsiteY3" fmla="*/ 1132 h 6345"/>
                  <a:gd name="connsiteX4" fmla="*/ 3423 w 6343"/>
                  <a:gd name="connsiteY4" fmla="*/ 203 h 6345"/>
                  <a:gd name="connsiteX5" fmla="*/ 1180 w 6343"/>
                  <a:gd name="connsiteY5" fmla="*/ 1132 h 6345"/>
                  <a:gd name="connsiteX6" fmla="*/ 251 w 6343"/>
                  <a:gd name="connsiteY6" fmla="*/ 3375 h 6345"/>
                  <a:gd name="connsiteX7" fmla="*/ 1180 w 6343"/>
                  <a:gd name="connsiteY7" fmla="*/ 5619 h 6345"/>
                  <a:gd name="connsiteX8" fmla="*/ 342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8"/>
                    </a:moveTo>
                    <a:cubicBezTo>
                      <a:pt x="4264" y="6548"/>
                      <a:pt x="5070" y="6214"/>
                      <a:pt x="5665" y="5619"/>
                    </a:cubicBezTo>
                    <a:cubicBezTo>
                      <a:pt x="6260" y="5024"/>
                      <a:pt x="6594" y="4217"/>
                      <a:pt x="6594" y="3375"/>
                    </a:cubicBezTo>
                    <a:cubicBezTo>
                      <a:pt x="6594" y="2534"/>
                      <a:pt x="6260" y="1727"/>
                      <a:pt x="5665" y="1132"/>
                    </a:cubicBezTo>
                    <a:cubicBezTo>
                      <a:pt x="5070" y="537"/>
                      <a:pt x="4264" y="203"/>
                      <a:pt x="3423" y="203"/>
                    </a:cubicBezTo>
                    <a:cubicBezTo>
                      <a:pt x="2582" y="203"/>
                      <a:pt x="1775" y="537"/>
                      <a:pt x="1180" y="1132"/>
                    </a:cubicBezTo>
                    <a:cubicBezTo>
                      <a:pt x="585" y="1727"/>
                      <a:pt x="251" y="2534"/>
                      <a:pt x="251" y="3375"/>
                    </a:cubicBezTo>
                    <a:cubicBezTo>
                      <a:pt x="251" y="4217"/>
                      <a:pt x="585" y="5024"/>
                      <a:pt x="1180" y="5619"/>
                    </a:cubicBezTo>
                    <a:cubicBezTo>
                      <a:pt x="1775" y="6214"/>
                      <a:pt x="2582" y="6548"/>
                      <a:pt x="342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10" name="Freeform: Shape 4009">
                <a:extLst>
                  <a:ext uri="{FF2B5EF4-FFF2-40B4-BE49-F238E27FC236}">
                    <a16:creationId xmlns:a16="http://schemas.microsoft.com/office/drawing/2014/main" id="{AB46DA18-B182-8BE1-13C4-E4C80B3DD6FD}"/>
                  </a:ext>
                </a:extLst>
              </p:cNvPr>
              <p:cNvSpPr/>
              <p:nvPr/>
            </p:nvSpPr>
            <p:spPr>
              <a:xfrm>
                <a:off x="4037072" y="6056628"/>
                <a:ext cx="6343" cy="6345"/>
              </a:xfrm>
              <a:custGeom>
                <a:avLst/>
                <a:gdLst>
                  <a:gd name="connsiteX0" fmla="*/ 3423 w 6343"/>
                  <a:gd name="connsiteY0" fmla="*/ 6548 h 6345"/>
                  <a:gd name="connsiteX1" fmla="*/ 5665 w 6343"/>
                  <a:gd name="connsiteY1" fmla="*/ 5619 h 6345"/>
                  <a:gd name="connsiteX2" fmla="*/ 6594 w 6343"/>
                  <a:gd name="connsiteY2" fmla="*/ 3376 h 6345"/>
                  <a:gd name="connsiteX3" fmla="*/ 5665 w 6343"/>
                  <a:gd name="connsiteY3" fmla="*/ 1132 h 6345"/>
                  <a:gd name="connsiteX4" fmla="*/ 3423 w 6343"/>
                  <a:gd name="connsiteY4" fmla="*/ 203 h 6345"/>
                  <a:gd name="connsiteX5" fmla="*/ 1180 w 6343"/>
                  <a:gd name="connsiteY5" fmla="*/ 1132 h 6345"/>
                  <a:gd name="connsiteX6" fmla="*/ 251 w 6343"/>
                  <a:gd name="connsiteY6" fmla="*/ 3376 h 6345"/>
                  <a:gd name="connsiteX7" fmla="*/ 1180 w 6343"/>
                  <a:gd name="connsiteY7" fmla="*/ 5619 h 6345"/>
                  <a:gd name="connsiteX8" fmla="*/ 342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8"/>
                    </a:moveTo>
                    <a:cubicBezTo>
                      <a:pt x="4264" y="6548"/>
                      <a:pt x="5070" y="6214"/>
                      <a:pt x="5665" y="5619"/>
                    </a:cubicBezTo>
                    <a:cubicBezTo>
                      <a:pt x="6260" y="5024"/>
                      <a:pt x="6594" y="4217"/>
                      <a:pt x="6594" y="3376"/>
                    </a:cubicBezTo>
                    <a:cubicBezTo>
                      <a:pt x="6594" y="2534"/>
                      <a:pt x="6260" y="1727"/>
                      <a:pt x="5665" y="1132"/>
                    </a:cubicBezTo>
                    <a:cubicBezTo>
                      <a:pt x="5070" y="537"/>
                      <a:pt x="4264" y="203"/>
                      <a:pt x="3423" y="203"/>
                    </a:cubicBezTo>
                    <a:cubicBezTo>
                      <a:pt x="2581" y="203"/>
                      <a:pt x="1775" y="537"/>
                      <a:pt x="1180" y="1132"/>
                    </a:cubicBezTo>
                    <a:cubicBezTo>
                      <a:pt x="585" y="1727"/>
                      <a:pt x="251" y="2534"/>
                      <a:pt x="251" y="3376"/>
                    </a:cubicBezTo>
                    <a:cubicBezTo>
                      <a:pt x="251" y="4217"/>
                      <a:pt x="585" y="5024"/>
                      <a:pt x="1180" y="5619"/>
                    </a:cubicBezTo>
                    <a:cubicBezTo>
                      <a:pt x="1775" y="6214"/>
                      <a:pt x="2581" y="6548"/>
                      <a:pt x="342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11" name="Freeform: Shape 4010">
                <a:extLst>
                  <a:ext uri="{FF2B5EF4-FFF2-40B4-BE49-F238E27FC236}">
                    <a16:creationId xmlns:a16="http://schemas.microsoft.com/office/drawing/2014/main" id="{BBA4A10B-4BB3-5CC8-3E57-B86472461941}"/>
                  </a:ext>
                </a:extLst>
              </p:cNvPr>
              <p:cNvSpPr/>
              <p:nvPr/>
            </p:nvSpPr>
            <p:spPr>
              <a:xfrm>
                <a:off x="4037016" y="6061438"/>
                <a:ext cx="6343" cy="6345"/>
              </a:xfrm>
              <a:custGeom>
                <a:avLst/>
                <a:gdLst>
                  <a:gd name="connsiteX0" fmla="*/ 3423 w 6343"/>
                  <a:gd name="connsiteY0" fmla="*/ 6549 h 6345"/>
                  <a:gd name="connsiteX1" fmla="*/ 5665 w 6343"/>
                  <a:gd name="connsiteY1" fmla="*/ 5620 h 6345"/>
                  <a:gd name="connsiteX2" fmla="*/ 6594 w 6343"/>
                  <a:gd name="connsiteY2" fmla="*/ 3376 h 6345"/>
                  <a:gd name="connsiteX3" fmla="*/ 5665 w 6343"/>
                  <a:gd name="connsiteY3" fmla="*/ 1133 h 6345"/>
                  <a:gd name="connsiteX4" fmla="*/ 3423 w 6343"/>
                  <a:gd name="connsiteY4" fmla="*/ 203 h 6345"/>
                  <a:gd name="connsiteX5" fmla="*/ 1180 w 6343"/>
                  <a:gd name="connsiteY5" fmla="*/ 1133 h 6345"/>
                  <a:gd name="connsiteX6" fmla="*/ 251 w 6343"/>
                  <a:gd name="connsiteY6" fmla="*/ 3376 h 6345"/>
                  <a:gd name="connsiteX7" fmla="*/ 1180 w 6343"/>
                  <a:gd name="connsiteY7" fmla="*/ 5620 h 6345"/>
                  <a:gd name="connsiteX8" fmla="*/ 3423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9"/>
                    </a:moveTo>
                    <a:cubicBezTo>
                      <a:pt x="4264" y="6549"/>
                      <a:pt x="5070" y="6215"/>
                      <a:pt x="5665" y="5620"/>
                    </a:cubicBezTo>
                    <a:cubicBezTo>
                      <a:pt x="6260" y="5025"/>
                      <a:pt x="6594" y="4218"/>
                      <a:pt x="6594" y="3376"/>
                    </a:cubicBezTo>
                    <a:cubicBezTo>
                      <a:pt x="6594" y="2535"/>
                      <a:pt x="6260" y="1728"/>
                      <a:pt x="5665" y="1133"/>
                    </a:cubicBezTo>
                    <a:cubicBezTo>
                      <a:pt x="5070" y="538"/>
                      <a:pt x="4264" y="203"/>
                      <a:pt x="3423" y="203"/>
                    </a:cubicBezTo>
                    <a:cubicBezTo>
                      <a:pt x="2581" y="203"/>
                      <a:pt x="1775" y="538"/>
                      <a:pt x="1180" y="1133"/>
                    </a:cubicBezTo>
                    <a:cubicBezTo>
                      <a:pt x="585" y="1728"/>
                      <a:pt x="251" y="2535"/>
                      <a:pt x="251" y="3376"/>
                    </a:cubicBezTo>
                    <a:cubicBezTo>
                      <a:pt x="251" y="4218"/>
                      <a:pt x="585" y="5025"/>
                      <a:pt x="1180" y="5620"/>
                    </a:cubicBezTo>
                    <a:cubicBezTo>
                      <a:pt x="1775" y="6215"/>
                      <a:pt x="2581" y="6549"/>
                      <a:pt x="3423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12" name="Freeform: Shape 4011">
                <a:extLst>
                  <a:ext uri="{FF2B5EF4-FFF2-40B4-BE49-F238E27FC236}">
                    <a16:creationId xmlns:a16="http://schemas.microsoft.com/office/drawing/2014/main" id="{D7708573-996E-FB55-D41E-6820DAD660DC}"/>
                  </a:ext>
                </a:extLst>
              </p:cNvPr>
              <p:cNvSpPr/>
              <p:nvPr/>
            </p:nvSpPr>
            <p:spPr>
              <a:xfrm>
                <a:off x="4035687" y="6063797"/>
                <a:ext cx="6343" cy="6345"/>
              </a:xfrm>
              <a:custGeom>
                <a:avLst/>
                <a:gdLst>
                  <a:gd name="connsiteX0" fmla="*/ 3422 w 6343"/>
                  <a:gd name="connsiteY0" fmla="*/ 6549 h 6345"/>
                  <a:gd name="connsiteX1" fmla="*/ 5665 w 6343"/>
                  <a:gd name="connsiteY1" fmla="*/ 5620 h 6345"/>
                  <a:gd name="connsiteX2" fmla="*/ 6594 w 6343"/>
                  <a:gd name="connsiteY2" fmla="*/ 3376 h 6345"/>
                  <a:gd name="connsiteX3" fmla="*/ 5665 w 6343"/>
                  <a:gd name="connsiteY3" fmla="*/ 1133 h 6345"/>
                  <a:gd name="connsiteX4" fmla="*/ 3422 w 6343"/>
                  <a:gd name="connsiteY4" fmla="*/ 204 h 6345"/>
                  <a:gd name="connsiteX5" fmla="*/ 1180 w 6343"/>
                  <a:gd name="connsiteY5" fmla="*/ 1133 h 6345"/>
                  <a:gd name="connsiteX6" fmla="*/ 251 w 6343"/>
                  <a:gd name="connsiteY6" fmla="*/ 3376 h 6345"/>
                  <a:gd name="connsiteX7" fmla="*/ 1180 w 6343"/>
                  <a:gd name="connsiteY7" fmla="*/ 5620 h 6345"/>
                  <a:gd name="connsiteX8" fmla="*/ 3422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9"/>
                    </a:moveTo>
                    <a:cubicBezTo>
                      <a:pt x="4264" y="6549"/>
                      <a:pt x="5070" y="6215"/>
                      <a:pt x="5665" y="5620"/>
                    </a:cubicBezTo>
                    <a:cubicBezTo>
                      <a:pt x="6260" y="5025"/>
                      <a:pt x="6594" y="4218"/>
                      <a:pt x="6594" y="3376"/>
                    </a:cubicBezTo>
                    <a:cubicBezTo>
                      <a:pt x="6594" y="2535"/>
                      <a:pt x="6260" y="1728"/>
                      <a:pt x="5665" y="1133"/>
                    </a:cubicBezTo>
                    <a:cubicBezTo>
                      <a:pt x="5070" y="538"/>
                      <a:pt x="4264" y="204"/>
                      <a:pt x="3422" y="204"/>
                    </a:cubicBezTo>
                    <a:cubicBezTo>
                      <a:pt x="2581" y="204"/>
                      <a:pt x="1775" y="538"/>
                      <a:pt x="1180" y="1133"/>
                    </a:cubicBezTo>
                    <a:cubicBezTo>
                      <a:pt x="585" y="1728"/>
                      <a:pt x="251" y="2535"/>
                      <a:pt x="251" y="3376"/>
                    </a:cubicBezTo>
                    <a:cubicBezTo>
                      <a:pt x="251" y="4218"/>
                      <a:pt x="585" y="5025"/>
                      <a:pt x="1180" y="5620"/>
                    </a:cubicBezTo>
                    <a:cubicBezTo>
                      <a:pt x="1775" y="6215"/>
                      <a:pt x="2581" y="6549"/>
                      <a:pt x="3422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13" name="Freeform: Shape 4012">
                <a:extLst>
                  <a:ext uri="{FF2B5EF4-FFF2-40B4-BE49-F238E27FC236}">
                    <a16:creationId xmlns:a16="http://schemas.microsoft.com/office/drawing/2014/main" id="{3F523B59-CA66-47C7-1200-6D95C46AA800}"/>
                  </a:ext>
                </a:extLst>
              </p:cNvPr>
              <p:cNvSpPr/>
              <p:nvPr/>
            </p:nvSpPr>
            <p:spPr>
              <a:xfrm>
                <a:off x="4036412" y="6070411"/>
                <a:ext cx="6343" cy="6345"/>
              </a:xfrm>
              <a:custGeom>
                <a:avLst/>
                <a:gdLst>
                  <a:gd name="connsiteX0" fmla="*/ 3423 w 6343"/>
                  <a:gd name="connsiteY0" fmla="*/ 6550 h 6345"/>
                  <a:gd name="connsiteX1" fmla="*/ 5665 w 6343"/>
                  <a:gd name="connsiteY1" fmla="*/ 5620 h 6345"/>
                  <a:gd name="connsiteX2" fmla="*/ 6594 w 6343"/>
                  <a:gd name="connsiteY2" fmla="*/ 3377 h 6345"/>
                  <a:gd name="connsiteX3" fmla="*/ 5665 w 6343"/>
                  <a:gd name="connsiteY3" fmla="*/ 1133 h 6345"/>
                  <a:gd name="connsiteX4" fmla="*/ 3423 w 6343"/>
                  <a:gd name="connsiteY4" fmla="*/ 204 h 6345"/>
                  <a:gd name="connsiteX5" fmla="*/ 1180 w 6343"/>
                  <a:gd name="connsiteY5" fmla="*/ 1133 h 6345"/>
                  <a:gd name="connsiteX6" fmla="*/ 251 w 6343"/>
                  <a:gd name="connsiteY6" fmla="*/ 3377 h 6345"/>
                  <a:gd name="connsiteX7" fmla="*/ 1180 w 6343"/>
                  <a:gd name="connsiteY7" fmla="*/ 5620 h 6345"/>
                  <a:gd name="connsiteX8" fmla="*/ 3423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0"/>
                    </a:moveTo>
                    <a:cubicBezTo>
                      <a:pt x="4264" y="6550"/>
                      <a:pt x="5070" y="6215"/>
                      <a:pt x="5665" y="5620"/>
                    </a:cubicBezTo>
                    <a:cubicBezTo>
                      <a:pt x="6260" y="5025"/>
                      <a:pt x="6594" y="4218"/>
                      <a:pt x="6594" y="3377"/>
                    </a:cubicBezTo>
                    <a:cubicBezTo>
                      <a:pt x="6594" y="2535"/>
                      <a:pt x="6260" y="1728"/>
                      <a:pt x="5665" y="1133"/>
                    </a:cubicBezTo>
                    <a:cubicBezTo>
                      <a:pt x="5070" y="538"/>
                      <a:pt x="4264" y="204"/>
                      <a:pt x="3423" y="204"/>
                    </a:cubicBezTo>
                    <a:cubicBezTo>
                      <a:pt x="2581" y="204"/>
                      <a:pt x="1775" y="538"/>
                      <a:pt x="1180" y="1133"/>
                    </a:cubicBezTo>
                    <a:cubicBezTo>
                      <a:pt x="585" y="1728"/>
                      <a:pt x="251" y="2535"/>
                      <a:pt x="251" y="3377"/>
                    </a:cubicBezTo>
                    <a:cubicBezTo>
                      <a:pt x="251" y="4218"/>
                      <a:pt x="585" y="5025"/>
                      <a:pt x="1180" y="5620"/>
                    </a:cubicBezTo>
                    <a:cubicBezTo>
                      <a:pt x="1775" y="6215"/>
                      <a:pt x="2581" y="6550"/>
                      <a:pt x="3423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14" name="Freeform: Shape 4013">
                <a:extLst>
                  <a:ext uri="{FF2B5EF4-FFF2-40B4-BE49-F238E27FC236}">
                    <a16:creationId xmlns:a16="http://schemas.microsoft.com/office/drawing/2014/main" id="{83C5CF1C-1AB4-AD97-D684-F9B238C7C1BF}"/>
                  </a:ext>
                </a:extLst>
              </p:cNvPr>
              <p:cNvSpPr/>
              <p:nvPr/>
            </p:nvSpPr>
            <p:spPr>
              <a:xfrm>
                <a:off x="4035032" y="6072817"/>
                <a:ext cx="6343" cy="6345"/>
              </a:xfrm>
              <a:custGeom>
                <a:avLst/>
                <a:gdLst>
                  <a:gd name="connsiteX0" fmla="*/ 3422 w 6343"/>
                  <a:gd name="connsiteY0" fmla="*/ 6550 h 6345"/>
                  <a:gd name="connsiteX1" fmla="*/ 5665 w 6343"/>
                  <a:gd name="connsiteY1" fmla="*/ 5621 h 6345"/>
                  <a:gd name="connsiteX2" fmla="*/ 6594 w 6343"/>
                  <a:gd name="connsiteY2" fmla="*/ 3377 h 6345"/>
                  <a:gd name="connsiteX3" fmla="*/ 5665 w 6343"/>
                  <a:gd name="connsiteY3" fmla="*/ 1134 h 6345"/>
                  <a:gd name="connsiteX4" fmla="*/ 3422 w 6343"/>
                  <a:gd name="connsiteY4" fmla="*/ 204 h 6345"/>
                  <a:gd name="connsiteX5" fmla="*/ 1180 w 6343"/>
                  <a:gd name="connsiteY5" fmla="*/ 1134 h 6345"/>
                  <a:gd name="connsiteX6" fmla="*/ 251 w 6343"/>
                  <a:gd name="connsiteY6" fmla="*/ 3377 h 6345"/>
                  <a:gd name="connsiteX7" fmla="*/ 1180 w 6343"/>
                  <a:gd name="connsiteY7" fmla="*/ 5621 h 6345"/>
                  <a:gd name="connsiteX8" fmla="*/ 3422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0"/>
                    </a:moveTo>
                    <a:cubicBezTo>
                      <a:pt x="4264" y="6550"/>
                      <a:pt x="5070" y="6215"/>
                      <a:pt x="5665" y="5621"/>
                    </a:cubicBezTo>
                    <a:cubicBezTo>
                      <a:pt x="6260" y="5026"/>
                      <a:pt x="6594" y="4218"/>
                      <a:pt x="6594" y="3377"/>
                    </a:cubicBezTo>
                    <a:cubicBezTo>
                      <a:pt x="6594" y="2536"/>
                      <a:pt x="6260" y="1729"/>
                      <a:pt x="5665" y="1134"/>
                    </a:cubicBezTo>
                    <a:cubicBezTo>
                      <a:pt x="5070" y="539"/>
                      <a:pt x="4264" y="204"/>
                      <a:pt x="3422" y="204"/>
                    </a:cubicBezTo>
                    <a:cubicBezTo>
                      <a:pt x="2581" y="204"/>
                      <a:pt x="1775" y="539"/>
                      <a:pt x="1180" y="1134"/>
                    </a:cubicBezTo>
                    <a:cubicBezTo>
                      <a:pt x="585" y="1729"/>
                      <a:pt x="251" y="2536"/>
                      <a:pt x="251" y="3377"/>
                    </a:cubicBezTo>
                    <a:cubicBezTo>
                      <a:pt x="251" y="4218"/>
                      <a:pt x="585" y="5026"/>
                      <a:pt x="1180" y="5621"/>
                    </a:cubicBezTo>
                    <a:cubicBezTo>
                      <a:pt x="1775" y="6215"/>
                      <a:pt x="2581" y="6550"/>
                      <a:pt x="3422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15" name="Freeform: Shape 4014">
                <a:extLst>
                  <a:ext uri="{FF2B5EF4-FFF2-40B4-BE49-F238E27FC236}">
                    <a16:creationId xmlns:a16="http://schemas.microsoft.com/office/drawing/2014/main" id="{52A01B5E-BF94-3D4A-2E2F-CE464D9AB365}"/>
                  </a:ext>
                </a:extLst>
              </p:cNvPr>
              <p:cNvSpPr/>
              <p:nvPr/>
            </p:nvSpPr>
            <p:spPr>
              <a:xfrm>
                <a:off x="4035147" y="6078432"/>
                <a:ext cx="6343" cy="6345"/>
              </a:xfrm>
              <a:custGeom>
                <a:avLst/>
                <a:gdLst>
                  <a:gd name="connsiteX0" fmla="*/ 3422 w 6343"/>
                  <a:gd name="connsiteY0" fmla="*/ 6550 h 6345"/>
                  <a:gd name="connsiteX1" fmla="*/ 5665 w 6343"/>
                  <a:gd name="connsiteY1" fmla="*/ 5621 h 6345"/>
                  <a:gd name="connsiteX2" fmla="*/ 6594 w 6343"/>
                  <a:gd name="connsiteY2" fmla="*/ 3377 h 6345"/>
                  <a:gd name="connsiteX3" fmla="*/ 5665 w 6343"/>
                  <a:gd name="connsiteY3" fmla="*/ 1134 h 6345"/>
                  <a:gd name="connsiteX4" fmla="*/ 3422 w 6343"/>
                  <a:gd name="connsiteY4" fmla="*/ 205 h 6345"/>
                  <a:gd name="connsiteX5" fmla="*/ 1180 w 6343"/>
                  <a:gd name="connsiteY5" fmla="*/ 1134 h 6345"/>
                  <a:gd name="connsiteX6" fmla="*/ 251 w 6343"/>
                  <a:gd name="connsiteY6" fmla="*/ 3377 h 6345"/>
                  <a:gd name="connsiteX7" fmla="*/ 1180 w 6343"/>
                  <a:gd name="connsiteY7" fmla="*/ 5621 h 6345"/>
                  <a:gd name="connsiteX8" fmla="*/ 3422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0"/>
                    </a:moveTo>
                    <a:cubicBezTo>
                      <a:pt x="4264" y="6550"/>
                      <a:pt x="5070" y="6216"/>
                      <a:pt x="5665" y="5621"/>
                    </a:cubicBezTo>
                    <a:cubicBezTo>
                      <a:pt x="6260" y="5026"/>
                      <a:pt x="6594" y="4219"/>
                      <a:pt x="6594" y="3377"/>
                    </a:cubicBezTo>
                    <a:cubicBezTo>
                      <a:pt x="6594" y="2536"/>
                      <a:pt x="6260" y="1729"/>
                      <a:pt x="5665" y="1134"/>
                    </a:cubicBezTo>
                    <a:cubicBezTo>
                      <a:pt x="5070" y="539"/>
                      <a:pt x="4264" y="205"/>
                      <a:pt x="3422" y="205"/>
                    </a:cubicBezTo>
                    <a:cubicBezTo>
                      <a:pt x="2581" y="205"/>
                      <a:pt x="1775" y="539"/>
                      <a:pt x="1180" y="1134"/>
                    </a:cubicBezTo>
                    <a:cubicBezTo>
                      <a:pt x="585" y="1729"/>
                      <a:pt x="251" y="2536"/>
                      <a:pt x="251" y="3377"/>
                    </a:cubicBezTo>
                    <a:cubicBezTo>
                      <a:pt x="251" y="4219"/>
                      <a:pt x="585" y="5026"/>
                      <a:pt x="1180" y="5621"/>
                    </a:cubicBezTo>
                    <a:cubicBezTo>
                      <a:pt x="1775" y="6216"/>
                      <a:pt x="2581" y="6550"/>
                      <a:pt x="3422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16" name="Freeform: Shape 4015">
                <a:extLst>
                  <a:ext uri="{FF2B5EF4-FFF2-40B4-BE49-F238E27FC236}">
                    <a16:creationId xmlns:a16="http://schemas.microsoft.com/office/drawing/2014/main" id="{C23EE957-1037-05F6-2521-7A9B904EEB48}"/>
                  </a:ext>
                </a:extLst>
              </p:cNvPr>
              <p:cNvSpPr/>
              <p:nvPr/>
            </p:nvSpPr>
            <p:spPr>
              <a:xfrm>
                <a:off x="4033301" y="6079978"/>
                <a:ext cx="6343" cy="6345"/>
              </a:xfrm>
              <a:custGeom>
                <a:avLst/>
                <a:gdLst>
                  <a:gd name="connsiteX0" fmla="*/ 3422 w 6343"/>
                  <a:gd name="connsiteY0" fmla="*/ 6550 h 6345"/>
                  <a:gd name="connsiteX1" fmla="*/ 5665 w 6343"/>
                  <a:gd name="connsiteY1" fmla="*/ 5621 h 6345"/>
                  <a:gd name="connsiteX2" fmla="*/ 6594 w 6343"/>
                  <a:gd name="connsiteY2" fmla="*/ 3378 h 6345"/>
                  <a:gd name="connsiteX3" fmla="*/ 5665 w 6343"/>
                  <a:gd name="connsiteY3" fmla="*/ 1134 h 6345"/>
                  <a:gd name="connsiteX4" fmla="*/ 3422 w 6343"/>
                  <a:gd name="connsiteY4" fmla="*/ 205 h 6345"/>
                  <a:gd name="connsiteX5" fmla="*/ 1180 w 6343"/>
                  <a:gd name="connsiteY5" fmla="*/ 1134 h 6345"/>
                  <a:gd name="connsiteX6" fmla="*/ 251 w 6343"/>
                  <a:gd name="connsiteY6" fmla="*/ 3378 h 6345"/>
                  <a:gd name="connsiteX7" fmla="*/ 1180 w 6343"/>
                  <a:gd name="connsiteY7" fmla="*/ 5621 h 6345"/>
                  <a:gd name="connsiteX8" fmla="*/ 3422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0"/>
                    </a:moveTo>
                    <a:cubicBezTo>
                      <a:pt x="4263" y="6550"/>
                      <a:pt x="5070" y="6216"/>
                      <a:pt x="5665" y="5621"/>
                    </a:cubicBezTo>
                    <a:cubicBezTo>
                      <a:pt x="6260" y="5026"/>
                      <a:pt x="6594" y="4219"/>
                      <a:pt x="6594" y="3378"/>
                    </a:cubicBezTo>
                    <a:cubicBezTo>
                      <a:pt x="6594" y="2536"/>
                      <a:pt x="6260" y="1729"/>
                      <a:pt x="5665" y="1134"/>
                    </a:cubicBezTo>
                    <a:cubicBezTo>
                      <a:pt x="5070" y="539"/>
                      <a:pt x="4263" y="205"/>
                      <a:pt x="3422" y="205"/>
                    </a:cubicBezTo>
                    <a:cubicBezTo>
                      <a:pt x="2581" y="205"/>
                      <a:pt x="1774" y="539"/>
                      <a:pt x="1180" y="1134"/>
                    </a:cubicBezTo>
                    <a:cubicBezTo>
                      <a:pt x="585" y="1729"/>
                      <a:pt x="251" y="2536"/>
                      <a:pt x="251" y="3378"/>
                    </a:cubicBezTo>
                    <a:cubicBezTo>
                      <a:pt x="251" y="4219"/>
                      <a:pt x="585" y="5026"/>
                      <a:pt x="1180" y="5621"/>
                    </a:cubicBezTo>
                    <a:cubicBezTo>
                      <a:pt x="1774" y="6216"/>
                      <a:pt x="2581" y="6550"/>
                      <a:pt x="3422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17" name="Freeform: Shape 4016">
                <a:extLst>
                  <a:ext uri="{FF2B5EF4-FFF2-40B4-BE49-F238E27FC236}">
                    <a16:creationId xmlns:a16="http://schemas.microsoft.com/office/drawing/2014/main" id="{79154A6B-4C0C-8886-8AB6-E8A0D4632FB1}"/>
                  </a:ext>
                </a:extLst>
              </p:cNvPr>
              <p:cNvSpPr/>
              <p:nvPr/>
            </p:nvSpPr>
            <p:spPr>
              <a:xfrm>
                <a:off x="4034991" y="6089271"/>
                <a:ext cx="6343" cy="6345"/>
              </a:xfrm>
              <a:custGeom>
                <a:avLst/>
                <a:gdLst>
                  <a:gd name="connsiteX0" fmla="*/ 3422 w 6343"/>
                  <a:gd name="connsiteY0" fmla="*/ 6551 h 6345"/>
                  <a:gd name="connsiteX1" fmla="*/ 5665 w 6343"/>
                  <a:gd name="connsiteY1" fmla="*/ 5622 h 6345"/>
                  <a:gd name="connsiteX2" fmla="*/ 6594 w 6343"/>
                  <a:gd name="connsiteY2" fmla="*/ 3378 h 6345"/>
                  <a:gd name="connsiteX3" fmla="*/ 5665 w 6343"/>
                  <a:gd name="connsiteY3" fmla="*/ 1135 h 6345"/>
                  <a:gd name="connsiteX4" fmla="*/ 3422 w 6343"/>
                  <a:gd name="connsiteY4" fmla="*/ 206 h 6345"/>
                  <a:gd name="connsiteX5" fmla="*/ 1180 w 6343"/>
                  <a:gd name="connsiteY5" fmla="*/ 1135 h 6345"/>
                  <a:gd name="connsiteX6" fmla="*/ 251 w 6343"/>
                  <a:gd name="connsiteY6" fmla="*/ 3378 h 6345"/>
                  <a:gd name="connsiteX7" fmla="*/ 1180 w 6343"/>
                  <a:gd name="connsiteY7" fmla="*/ 5622 h 6345"/>
                  <a:gd name="connsiteX8" fmla="*/ 342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1"/>
                    </a:moveTo>
                    <a:cubicBezTo>
                      <a:pt x="4264" y="6551"/>
                      <a:pt x="5070" y="6217"/>
                      <a:pt x="5665" y="5622"/>
                    </a:cubicBezTo>
                    <a:cubicBezTo>
                      <a:pt x="6260" y="5027"/>
                      <a:pt x="6594" y="4220"/>
                      <a:pt x="6594" y="3378"/>
                    </a:cubicBezTo>
                    <a:cubicBezTo>
                      <a:pt x="6594" y="2537"/>
                      <a:pt x="6260" y="1730"/>
                      <a:pt x="5665" y="1135"/>
                    </a:cubicBezTo>
                    <a:cubicBezTo>
                      <a:pt x="5070" y="540"/>
                      <a:pt x="4264" y="206"/>
                      <a:pt x="3422" y="206"/>
                    </a:cubicBezTo>
                    <a:cubicBezTo>
                      <a:pt x="2581" y="206"/>
                      <a:pt x="1775" y="540"/>
                      <a:pt x="1180" y="1135"/>
                    </a:cubicBezTo>
                    <a:cubicBezTo>
                      <a:pt x="585" y="1730"/>
                      <a:pt x="251" y="2537"/>
                      <a:pt x="251" y="3378"/>
                    </a:cubicBezTo>
                    <a:cubicBezTo>
                      <a:pt x="251" y="4220"/>
                      <a:pt x="585" y="5027"/>
                      <a:pt x="1180" y="5622"/>
                    </a:cubicBezTo>
                    <a:cubicBezTo>
                      <a:pt x="1775" y="6217"/>
                      <a:pt x="2581" y="6551"/>
                      <a:pt x="342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18" name="Freeform: Shape 4017">
                <a:extLst>
                  <a:ext uri="{FF2B5EF4-FFF2-40B4-BE49-F238E27FC236}">
                    <a16:creationId xmlns:a16="http://schemas.microsoft.com/office/drawing/2014/main" id="{570F7E25-61F5-5FC6-6816-0D6C8EB30630}"/>
                  </a:ext>
                </a:extLst>
              </p:cNvPr>
              <p:cNvSpPr/>
              <p:nvPr/>
            </p:nvSpPr>
            <p:spPr>
              <a:xfrm>
                <a:off x="4033461" y="6091684"/>
                <a:ext cx="6343" cy="6345"/>
              </a:xfrm>
              <a:custGeom>
                <a:avLst/>
                <a:gdLst>
                  <a:gd name="connsiteX0" fmla="*/ 3422 w 6343"/>
                  <a:gd name="connsiteY0" fmla="*/ 6551 h 6345"/>
                  <a:gd name="connsiteX1" fmla="*/ 5665 w 6343"/>
                  <a:gd name="connsiteY1" fmla="*/ 5622 h 6345"/>
                  <a:gd name="connsiteX2" fmla="*/ 6594 w 6343"/>
                  <a:gd name="connsiteY2" fmla="*/ 3379 h 6345"/>
                  <a:gd name="connsiteX3" fmla="*/ 5665 w 6343"/>
                  <a:gd name="connsiteY3" fmla="*/ 1135 h 6345"/>
                  <a:gd name="connsiteX4" fmla="*/ 3422 w 6343"/>
                  <a:gd name="connsiteY4" fmla="*/ 206 h 6345"/>
                  <a:gd name="connsiteX5" fmla="*/ 1180 w 6343"/>
                  <a:gd name="connsiteY5" fmla="*/ 1135 h 6345"/>
                  <a:gd name="connsiteX6" fmla="*/ 251 w 6343"/>
                  <a:gd name="connsiteY6" fmla="*/ 3379 h 6345"/>
                  <a:gd name="connsiteX7" fmla="*/ 1180 w 6343"/>
                  <a:gd name="connsiteY7" fmla="*/ 5622 h 6345"/>
                  <a:gd name="connsiteX8" fmla="*/ 342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1"/>
                    </a:moveTo>
                    <a:cubicBezTo>
                      <a:pt x="4263" y="6551"/>
                      <a:pt x="5070" y="6217"/>
                      <a:pt x="5665" y="5622"/>
                    </a:cubicBezTo>
                    <a:cubicBezTo>
                      <a:pt x="6260" y="5027"/>
                      <a:pt x="6594" y="4220"/>
                      <a:pt x="6594" y="3379"/>
                    </a:cubicBezTo>
                    <a:cubicBezTo>
                      <a:pt x="6594" y="2537"/>
                      <a:pt x="6260" y="1730"/>
                      <a:pt x="5665" y="1135"/>
                    </a:cubicBezTo>
                    <a:cubicBezTo>
                      <a:pt x="5070" y="540"/>
                      <a:pt x="4263" y="206"/>
                      <a:pt x="3422" y="206"/>
                    </a:cubicBezTo>
                    <a:cubicBezTo>
                      <a:pt x="2581" y="206"/>
                      <a:pt x="1774" y="540"/>
                      <a:pt x="1180" y="1135"/>
                    </a:cubicBezTo>
                    <a:cubicBezTo>
                      <a:pt x="585" y="1730"/>
                      <a:pt x="251" y="2537"/>
                      <a:pt x="251" y="3379"/>
                    </a:cubicBezTo>
                    <a:cubicBezTo>
                      <a:pt x="251" y="4220"/>
                      <a:pt x="585" y="5027"/>
                      <a:pt x="1180" y="5622"/>
                    </a:cubicBezTo>
                    <a:cubicBezTo>
                      <a:pt x="1774" y="6217"/>
                      <a:pt x="2581" y="6551"/>
                      <a:pt x="342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19" name="Freeform: Shape 4018">
                <a:extLst>
                  <a:ext uri="{FF2B5EF4-FFF2-40B4-BE49-F238E27FC236}">
                    <a16:creationId xmlns:a16="http://schemas.microsoft.com/office/drawing/2014/main" id="{EEA623B4-886A-BC0E-A9A0-95C14DF18D29}"/>
                  </a:ext>
                </a:extLst>
              </p:cNvPr>
              <p:cNvSpPr/>
              <p:nvPr/>
            </p:nvSpPr>
            <p:spPr>
              <a:xfrm>
                <a:off x="4031216" y="6092532"/>
                <a:ext cx="6343" cy="6345"/>
              </a:xfrm>
              <a:custGeom>
                <a:avLst/>
                <a:gdLst>
                  <a:gd name="connsiteX0" fmla="*/ 3422 w 6343"/>
                  <a:gd name="connsiteY0" fmla="*/ 6551 h 6345"/>
                  <a:gd name="connsiteX1" fmla="*/ 5665 w 6343"/>
                  <a:gd name="connsiteY1" fmla="*/ 5622 h 6345"/>
                  <a:gd name="connsiteX2" fmla="*/ 6594 w 6343"/>
                  <a:gd name="connsiteY2" fmla="*/ 3379 h 6345"/>
                  <a:gd name="connsiteX3" fmla="*/ 5665 w 6343"/>
                  <a:gd name="connsiteY3" fmla="*/ 1135 h 6345"/>
                  <a:gd name="connsiteX4" fmla="*/ 3422 w 6343"/>
                  <a:gd name="connsiteY4" fmla="*/ 206 h 6345"/>
                  <a:gd name="connsiteX5" fmla="*/ 1180 w 6343"/>
                  <a:gd name="connsiteY5" fmla="*/ 1135 h 6345"/>
                  <a:gd name="connsiteX6" fmla="*/ 251 w 6343"/>
                  <a:gd name="connsiteY6" fmla="*/ 3379 h 6345"/>
                  <a:gd name="connsiteX7" fmla="*/ 1180 w 6343"/>
                  <a:gd name="connsiteY7" fmla="*/ 5622 h 6345"/>
                  <a:gd name="connsiteX8" fmla="*/ 342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1"/>
                    </a:moveTo>
                    <a:cubicBezTo>
                      <a:pt x="4263" y="6551"/>
                      <a:pt x="5070" y="6217"/>
                      <a:pt x="5665" y="5622"/>
                    </a:cubicBezTo>
                    <a:cubicBezTo>
                      <a:pt x="6260" y="5027"/>
                      <a:pt x="6594" y="4220"/>
                      <a:pt x="6594" y="3379"/>
                    </a:cubicBezTo>
                    <a:cubicBezTo>
                      <a:pt x="6594" y="2537"/>
                      <a:pt x="6260" y="1730"/>
                      <a:pt x="5665" y="1135"/>
                    </a:cubicBezTo>
                    <a:cubicBezTo>
                      <a:pt x="5070" y="540"/>
                      <a:pt x="4263" y="206"/>
                      <a:pt x="3422" y="206"/>
                    </a:cubicBezTo>
                    <a:cubicBezTo>
                      <a:pt x="2581" y="206"/>
                      <a:pt x="1774" y="540"/>
                      <a:pt x="1180" y="1135"/>
                    </a:cubicBezTo>
                    <a:cubicBezTo>
                      <a:pt x="585" y="1730"/>
                      <a:pt x="251" y="2537"/>
                      <a:pt x="251" y="3379"/>
                    </a:cubicBezTo>
                    <a:cubicBezTo>
                      <a:pt x="251" y="4220"/>
                      <a:pt x="585" y="5027"/>
                      <a:pt x="1180" y="5622"/>
                    </a:cubicBezTo>
                    <a:cubicBezTo>
                      <a:pt x="1774" y="6217"/>
                      <a:pt x="2581" y="6551"/>
                      <a:pt x="342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20" name="Freeform: Shape 4019">
                <a:extLst>
                  <a:ext uri="{FF2B5EF4-FFF2-40B4-BE49-F238E27FC236}">
                    <a16:creationId xmlns:a16="http://schemas.microsoft.com/office/drawing/2014/main" id="{9AFF03B8-D9BC-FC18-3CE0-949C7176CEDE}"/>
                  </a:ext>
                </a:extLst>
              </p:cNvPr>
              <p:cNvSpPr/>
              <p:nvPr/>
            </p:nvSpPr>
            <p:spPr>
              <a:xfrm>
                <a:off x="4053943" y="6150709"/>
                <a:ext cx="6343" cy="6345"/>
              </a:xfrm>
              <a:custGeom>
                <a:avLst/>
                <a:gdLst>
                  <a:gd name="connsiteX0" fmla="*/ 3424 w 6343"/>
                  <a:gd name="connsiteY0" fmla="*/ 6556 h 6345"/>
                  <a:gd name="connsiteX1" fmla="*/ 5667 w 6343"/>
                  <a:gd name="connsiteY1" fmla="*/ 5627 h 6345"/>
                  <a:gd name="connsiteX2" fmla="*/ 6595 w 6343"/>
                  <a:gd name="connsiteY2" fmla="*/ 3383 h 6345"/>
                  <a:gd name="connsiteX3" fmla="*/ 5667 w 6343"/>
                  <a:gd name="connsiteY3" fmla="*/ 1140 h 6345"/>
                  <a:gd name="connsiteX4" fmla="*/ 3424 w 6343"/>
                  <a:gd name="connsiteY4" fmla="*/ 210 h 6345"/>
                  <a:gd name="connsiteX5" fmla="*/ 1181 w 6343"/>
                  <a:gd name="connsiteY5" fmla="*/ 1140 h 6345"/>
                  <a:gd name="connsiteX6" fmla="*/ 252 w 6343"/>
                  <a:gd name="connsiteY6" fmla="*/ 3383 h 6345"/>
                  <a:gd name="connsiteX7" fmla="*/ 1181 w 6343"/>
                  <a:gd name="connsiteY7" fmla="*/ 5627 h 6345"/>
                  <a:gd name="connsiteX8" fmla="*/ 3424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56"/>
                    </a:moveTo>
                    <a:cubicBezTo>
                      <a:pt x="4265" y="6556"/>
                      <a:pt x="5072" y="6222"/>
                      <a:pt x="5667" y="5627"/>
                    </a:cubicBezTo>
                    <a:cubicBezTo>
                      <a:pt x="6261" y="5032"/>
                      <a:pt x="6595" y="4225"/>
                      <a:pt x="6595" y="3383"/>
                    </a:cubicBezTo>
                    <a:cubicBezTo>
                      <a:pt x="6595" y="2542"/>
                      <a:pt x="6261" y="1735"/>
                      <a:pt x="5667" y="1140"/>
                    </a:cubicBezTo>
                    <a:cubicBezTo>
                      <a:pt x="5072" y="545"/>
                      <a:pt x="4265" y="210"/>
                      <a:pt x="3424" y="210"/>
                    </a:cubicBezTo>
                    <a:cubicBezTo>
                      <a:pt x="2583" y="210"/>
                      <a:pt x="1776" y="545"/>
                      <a:pt x="1181" y="1140"/>
                    </a:cubicBezTo>
                    <a:cubicBezTo>
                      <a:pt x="587" y="1735"/>
                      <a:pt x="252" y="2542"/>
                      <a:pt x="252" y="3383"/>
                    </a:cubicBezTo>
                    <a:cubicBezTo>
                      <a:pt x="252" y="4225"/>
                      <a:pt x="587" y="5032"/>
                      <a:pt x="1181" y="5627"/>
                    </a:cubicBezTo>
                    <a:cubicBezTo>
                      <a:pt x="1776" y="6222"/>
                      <a:pt x="2583" y="6556"/>
                      <a:pt x="3424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21" name="Freeform: Shape 4020">
                <a:extLst>
                  <a:ext uri="{FF2B5EF4-FFF2-40B4-BE49-F238E27FC236}">
                    <a16:creationId xmlns:a16="http://schemas.microsoft.com/office/drawing/2014/main" id="{8AB7DADC-191D-E189-EE32-7077777BB3D9}"/>
                  </a:ext>
                </a:extLst>
              </p:cNvPr>
              <p:cNvSpPr/>
              <p:nvPr/>
            </p:nvSpPr>
            <p:spPr>
              <a:xfrm>
                <a:off x="4050946" y="6150766"/>
                <a:ext cx="6343" cy="6345"/>
              </a:xfrm>
              <a:custGeom>
                <a:avLst/>
                <a:gdLst>
                  <a:gd name="connsiteX0" fmla="*/ 3424 w 6343"/>
                  <a:gd name="connsiteY0" fmla="*/ 6556 h 6345"/>
                  <a:gd name="connsiteX1" fmla="*/ 5666 w 6343"/>
                  <a:gd name="connsiteY1" fmla="*/ 5627 h 6345"/>
                  <a:gd name="connsiteX2" fmla="*/ 6595 w 6343"/>
                  <a:gd name="connsiteY2" fmla="*/ 3383 h 6345"/>
                  <a:gd name="connsiteX3" fmla="*/ 5666 w 6343"/>
                  <a:gd name="connsiteY3" fmla="*/ 1140 h 6345"/>
                  <a:gd name="connsiteX4" fmla="*/ 3424 w 6343"/>
                  <a:gd name="connsiteY4" fmla="*/ 210 h 6345"/>
                  <a:gd name="connsiteX5" fmla="*/ 1181 w 6343"/>
                  <a:gd name="connsiteY5" fmla="*/ 1140 h 6345"/>
                  <a:gd name="connsiteX6" fmla="*/ 252 w 6343"/>
                  <a:gd name="connsiteY6" fmla="*/ 3383 h 6345"/>
                  <a:gd name="connsiteX7" fmla="*/ 1181 w 6343"/>
                  <a:gd name="connsiteY7" fmla="*/ 5627 h 6345"/>
                  <a:gd name="connsiteX8" fmla="*/ 3424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56"/>
                    </a:moveTo>
                    <a:cubicBezTo>
                      <a:pt x="4265" y="6556"/>
                      <a:pt x="5072" y="6222"/>
                      <a:pt x="5666" y="5627"/>
                    </a:cubicBezTo>
                    <a:cubicBezTo>
                      <a:pt x="6261" y="5032"/>
                      <a:pt x="6595" y="4225"/>
                      <a:pt x="6595" y="3383"/>
                    </a:cubicBezTo>
                    <a:cubicBezTo>
                      <a:pt x="6595" y="2542"/>
                      <a:pt x="6261" y="1735"/>
                      <a:pt x="5666" y="1140"/>
                    </a:cubicBezTo>
                    <a:cubicBezTo>
                      <a:pt x="5072" y="545"/>
                      <a:pt x="4265" y="210"/>
                      <a:pt x="3424" y="210"/>
                    </a:cubicBezTo>
                    <a:cubicBezTo>
                      <a:pt x="2583" y="210"/>
                      <a:pt x="1776" y="545"/>
                      <a:pt x="1181" y="1140"/>
                    </a:cubicBezTo>
                    <a:cubicBezTo>
                      <a:pt x="586" y="1735"/>
                      <a:pt x="252" y="2542"/>
                      <a:pt x="252" y="3383"/>
                    </a:cubicBezTo>
                    <a:cubicBezTo>
                      <a:pt x="252" y="4225"/>
                      <a:pt x="586" y="5032"/>
                      <a:pt x="1181" y="5627"/>
                    </a:cubicBezTo>
                    <a:cubicBezTo>
                      <a:pt x="1776" y="6222"/>
                      <a:pt x="2583" y="6556"/>
                      <a:pt x="3424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22" name="Freeform: Shape 4021">
                <a:extLst>
                  <a:ext uri="{FF2B5EF4-FFF2-40B4-BE49-F238E27FC236}">
                    <a16:creationId xmlns:a16="http://schemas.microsoft.com/office/drawing/2014/main" id="{09FBF83E-5A75-5142-9FEE-F52470159C6A}"/>
                  </a:ext>
                </a:extLst>
              </p:cNvPr>
              <p:cNvSpPr/>
              <p:nvPr/>
            </p:nvSpPr>
            <p:spPr>
              <a:xfrm>
                <a:off x="4048304" y="6151632"/>
                <a:ext cx="6343" cy="6345"/>
              </a:xfrm>
              <a:custGeom>
                <a:avLst/>
                <a:gdLst>
                  <a:gd name="connsiteX0" fmla="*/ 3423 w 6343"/>
                  <a:gd name="connsiteY0" fmla="*/ 6556 h 6345"/>
                  <a:gd name="connsiteX1" fmla="*/ 5666 w 6343"/>
                  <a:gd name="connsiteY1" fmla="*/ 5627 h 6345"/>
                  <a:gd name="connsiteX2" fmla="*/ 6595 w 6343"/>
                  <a:gd name="connsiteY2" fmla="*/ 3383 h 6345"/>
                  <a:gd name="connsiteX3" fmla="*/ 5666 w 6343"/>
                  <a:gd name="connsiteY3" fmla="*/ 1140 h 6345"/>
                  <a:gd name="connsiteX4" fmla="*/ 3423 w 6343"/>
                  <a:gd name="connsiteY4" fmla="*/ 211 h 6345"/>
                  <a:gd name="connsiteX5" fmla="*/ 1181 w 6343"/>
                  <a:gd name="connsiteY5" fmla="*/ 1140 h 6345"/>
                  <a:gd name="connsiteX6" fmla="*/ 252 w 6343"/>
                  <a:gd name="connsiteY6" fmla="*/ 3383 h 6345"/>
                  <a:gd name="connsiteX7" fmla="*/ 1181 w 6343"/>
                  <a:gd name="connsiteY7" fmla="*/ 5627 h 6345"/>
                  <a:gd name="connsiteX8" fmla="*/ 3423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6"/>
                    </a:moveTo>
                    <a:cubicBezTo>
                      <a:pt x="4265" y="6556"/>
                      <a:pt x="5071" y="6222"/>
                      <a:pt x="5666" y="5627"/>
                    </a:cubicBezTo>
                    <a:cubicBezTo>
                      <a:pt x="6261" y="5032"/>
                      <a:pt x="6595" y="4225"/>
                      <a:pt x="6595" y="3383"/>
                    </a:cubicBezTo>
                    <a:cubicBezTo>
                      <a:pt x="6595" y="2542"/>
                      <a:pt x="6261" y="1735"/>
                      <a:pt x="5666" y="1140"/>
                    </a:cubicBezTo>
                    <a:cubicBezTo>
                      <a:pt x="5071" y="545"/>
                      <a:pt x="4265" y="211"/>
                      <a:pt x="3423" y="211"/>
                    </a:cubicBezTo>
                    <a:cubicBezTo>
                      <a:pt x="2582" y="211"/>
                      <a:pt x="1776" y="545"/>
                      <a:pt x="1181" y="1140"/>
                    </a:cubicBezTo>
                    <a:cubicBezTo>
                      <a:pt x="586" y="1735"/>
                      <a:pt x="252" y="2542"/>
                      <a:pt x="252" y="3383"/>
                    </a:cubicBezTo>
                    <a:cubicBezTo>
                      <a:pt x="252" y="4225"/>
                      <a:pt x="586" y="5032"/>
                      <a:pt x="1181" y="5627"/>
                    </a:cubicBezTo>
                    <a:cubicBezTo>
                      <a:pt x="1776" y="6222"/>
                      <a:pt x="2582" y="6556"/>
                      <a:pt x="3423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23" name="Freeform: Shape 4022">
                <a:extLst>
                  <a:ext uri="{FF2B5EF4-FFF2-40B4-BE49-F238E27FC236}">
                    <a16:creationId xmlns:a16="http://schemas.microsoft.com/office/drawing/2014/main" id="{41DCC34D-D334-FE8E-2C4F-E50D8C8D9FF5}"/>
                  </a:ext>
                </a:extLst>
              </p:cNvPr>
              <p:cNvSpPr/>
              <p:nvPr/>
            </p:nvSpPr>
            <p:spPr>
              <a:xfrm>
                <a:off x="4045695" y="6152568"/>
                <a:ext cx="6343" cy="6345"/>
              </a:xfrm>
              <a:custGeom>
                <a:avLst/>
                <a:gdLst>
                  <a:gd name="connsiteX0" fmla="*/ 3423 w 6343"/>
                  <a:gd name="connsiteY0" fmla="*/ 6556 h 6345"/>
                  <a:gd name="connsiteX1" fmla="*/ 5666 w 6343"/>
                  <a:gd name="connsiteY1" fmla="*/ 5627 h 6345"/>
                  <a:gd name="connsiteX2" fmla="*/ 6595 w 6343"/>
                  <a:gd name="connsiteY2" fmla="*/ 3383 h 6345"/>
                  <a:gd name="connsiteX3" fmla="*/ 5666 w 6343"/>
                  <a:gd name="connsiteY3" fmla="*/ 1140 h 6345"/>
                  <a:gd name="connsiteX4" fmla="*/ 3423 w 6343"/>
                  <a:gd name="connsiteY4" fmla="*/ 211 h 6345"/>
                  <a:gd name="connsiteX5" fmla="*/ 1181 w 6343"/>
                  <a:gd name="connsiteY5" fmla="*/ 1140 h 6345"/>
                  <a:gd name="connsiteX6" fmla="*/ 252 w 6343"/>
                  <a:gd name="connsiteY6" fmla="*/ 3383 h 6345"/>
                  <a:gd name="connsiteX7" fmla="*/ 1181 w 6343"/>
                  <a:gd name="connsiteY7" fmla="*/ 5627 h 6345"/>
                  <a:gd name="connsiteX8" fmla="*/ 3423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6"/>
                    </a:moveTo>
                    <a:cubicBezTo>
                      <a:pt x="4264" y="6556"/>
                      <a:pt x="5071" y="6222"/>
                      <a:pt x="5666" y="5627"/>
                    </a:cubicBezTo>
                    <a:cubicBezTo>
                      <a:pt x="6261" y="5032"/>
                      <a:pt x="6595" y="4225"/>
                      <a:pt x="6595" y="3383"/>
                    </a:cubicBezTo>
                    <a:cubicBezTo>
                      <a:pt x="6595" y="2542"/>
                      <a:pt x="6261" y="1735"/>
                      <a:pt x="5666" y="1140"/>
                    </a:cubicBezTo>
                    <a:cubicBezTo>
                      <a:pt x="5071" y="545"/>
                      <a:pt x="4264" y="211"/>
                      <a:pt x="3423" y="211"/>
                    </a:cubicBezTo>
                    <a:cubicBezTo>
                      <a:pt x="2582" y="211"/>
                      <a:pt x="1775" y="545"/>
                      <a:pt x="1181" y="1140"/>
                    </a:cubicBezTo>
                    <a:cubicBezTo>
                      <a:pt x="586" y="1735"/>
                      <a:pt x="252" y="2542"/>
                      <a:pt x="252" y="3383"/>
                    </a:cubicBezTo>
                    <a:cubicBezTo>
                      <a:pt x="252" y="4225"/>
                      <a:pt x="586" y="5032"/>
                      <a:pt x="1181" y="5627"/>
                    </a:cubicBezTo>
                    <a:cubicBezTo>
                      <a:pt x="1775" y="6222"/>
                      <a:pt x="2582" y="6556"/>
                      <a:pt x="3423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24" name="Freeform: Shape 4023">
                <a:extLst>
                  <a:ext uri="{FF2B5EF4-FFF2-40B4-BE49-F238E27FC236}">
                    <a16:creationId xmlns:a16="http://schemas.microsoft.com/office/drawing/2014/main" id="{74872943-EAA0-EAEF-75EB-3977086ECF6D}"/>
                  </a:ext>
                </a:extLst>
              </p:cNvPr>
              <p:cNvSpPr/>
              <p:nvPr/>
            </p:nvSpPr>
            <p:spPr>
              <a:xfrm>
                <a:off x="3969127" y="5971637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3"/>
                    </a:cubicBezTo>
                    <a:cubicBezTo>
                      <a:pt x="6255" y="5018"/>
                      <a:pt x="6589" y="4210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0"/>
                      <a:pt x="580" y="5018"/>
                      <a:pt x="1175" y="5613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25" name="Freeform: Shape 4024">
                <a:extLst>
                  <a:ext uri="{FF2B5EF4-FFF2-40B4-BE49-F238E27FC236}">
                    <a16:creationId xmlns:a16="http://schemas.microsoft.com/office/drawing/2014/main" id="{FBD6FDA8-31CB-2EBC-464E-6EFEAF8C8916}"/>
                  </a:ext>
                </a:extLst>
              </p:cNvPr>
              <p:cNvSpPr/>
              <p:nvPr/>
            </p:nvSpPr>
            <p:spPr>
              <a:xfrm>
                <a:off x="3967379" y="5971474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6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3"/>
                    </a:cubicBezTo>
                    <a:cubicBezTo>
                      <a:pt x="6254" y="5018"/>
                      <a:pt x="6589" y="4210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0"/>
                      <a:pt x="580" y="5018"/>
                      <a:pt x="1174" y="5613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26" name="Freeform: Shape 4025">
                <a:extLst>
                  <a:ext uri="{FF2B5EF4-FFF2-40B4-BE49-F238E27FC236}">
                    <a16:creationId xmlns:a16="http://schemas.microsoft.com/office/drawing/2014/main" id="{85032AFA-1C94-B5D4-8BA7-7403A4CEB8F2}"/>
                  </a:ext>
                </a:extLst>
              </p:cNvPr>
              <p:cNvSpPr/>
              <p:nvPr/>
            </p:nvSpPr>
            <p:spPr>
              <a:xfrm>
                <a:off x="3965671" y="5971386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3"/>
                    </a:cubicBezTo>
                    <a:cubicBezTo>
                      <a:pt x="6254" y="5018"/>
                      <a:pt x="6589" y="4210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1"/>
                      <a:pt x="245" y="2528"/>
                      <a:pt x="245" y="3369"/>
                    </a:cubicBezTo>
                    <a:cubicBezTo>
                      <a:pt x="245" y="4210"/>
                      <a:pt x="580" y="5018"/>
                      <a:pt x="1174" y="5613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27" name="Freeform: Shape 4026">
                <a:extLst>
                  <a:ext uri="{FF2B5EF4-FFF2-40B4-BE49-F238E27FC236}">
                    <a16:creationId xmlns:a16="http://schemas.microsoft.com/office/drawing/2014/main" id="{EB946D15-8EAD-E11E-D4B1-F44E0AB23FA1}"/>
                  </a:ext>
                </a:extLst>
              </p:cNvPr>
              <p:cNvSpPr/>
              <p:nvPr/>
            </p:nvSpPr>
            <p:spPr>
              <a:xfrm>
                <a:off x="3964223" y="5971950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59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1"/>
                      <a:pt x="579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28" name="Freeform: Shape 4027">
                <a:extLst>
                  <a:ext uri="{FF2B5EF4-FFF2-40B4-BE49-F238E27FC236}">
                    <a16:creationId xmlns:a16="http://schemas.microsoft.com/office/drawing/2014/main" id="{C9537AB8-ED34-B12F-DF7D-5828EDCBEA2B}"/>
                  </a:ext>
                </a:extLst>
              </p:cNvPr>
              <p:cNvSpPr/>
              <p:nvPr/>
            </p:nvSpPr>
            <p:spPr>
              <a:xfrm>
                <a:off x="3962872" y="5972771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59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1"/>
                      <a:pt x="579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29" name="Freeform: Shape 4028">
                <a:extLst>
                  <a:ext uri="{FF2B5EF4-FFF2-40B4-BE49-F238E27FC236}">
                    <a16:creationId xmlns:a16="http://schemas.microsoft.com/office/drawing/2014/main" id="{E5A43CFF-76EB-BDD0-CE9B-8A5C0490A493}"/>
                  </a:ext>
                </a:extLst>
              </p:cNvPr>
              <p:cNvSpPr/>
              <p:nvPr/>
            </p:nvSpPr>
            <p:spPr>
              <a:xfrm>
                <a:off x="4029823" y="6157531"/>
                <a:ext cx="6343" cy="6345"/>
              </a:xfrm>
              <a:custGeom>
                <a:avLst/>
                <a:gdLst>
                  <a:gd name="connsiteX0" fmla="*/ 3422 w 6343"/>
                  <a:gd name="connsiteY0" fmla="*/ 6556 h 6345"/>
                  <a:gd name="connsiteX1" fmla="*/ 5665 w 6343"/>
                  <a:gd name="connsiteY1" fmla="*/ 5627 h 6345"/>
                  <a:gd name="connsiteX2" fmla="*/ 6594 w 6343"/>
                  <a:gd name="connsiteY2" fmla="*/ 3384 h 6345"/>
                  <a:gd name="connsiteX3" fmla="*/ 5665 w 6343"/>
                  <a:gd name="connsiteY3" fmla="*/ 1140 h 6345"/>
                  <a:gd name="connsiteX4" fmla="*/ 3422 w 6343"/>
                  <a:gd name="connsiteY4" fmla="*/ 211 h 6345"/>
                  <a:gd name="connsiteX5" fmla="*/ 1179 w 6343"/>
                  <a:gd name="connsiteY5" fmla="*/ 1140 h 6345"/>
                  <a:gd name="connsiteX6" fmla="*/ 250 w 6343"/>
                  <a:gd name="connsiteY6" fmla="*/ 3384 h 6345"/>
                  <a:gd name="connsiteX7" fmla="*/ 1179 w 6343"/>
                  <a:gd name="connsiteY7" fmla="*/ 5627 h 6345"/>
                  <a:gd name="connsiteX8" fmla="*/ 3422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6"/>
                    </a:moveTo>
                    <a:cubicBezTo>
                      <a:pt x="4263" y="6556"/>
                      <a:pt x="5070" y="6222"/>
                      <a:pt x="5665" y="5627"/>
                    </a:cubicBezTo>
                    <a:cubicBezTo>
                      <a:pt x="6259" y="5032"/>
                      <a:pt x="6594" y="4225"/>
                      <a:pt x="6594" y="3384"/>
                    </a:cubicBezTo>
                    <a:cubicBezTo>
                      <a:pt x="6594" y="2542"/>
                      <a:pt x="6259" y="1735"/>
                      <a:pt x="5665" y="1140"/>
                    </a:cubicBezTo>
                    <a:cubicBezTo>
                      <a:pt x="5070" y="545"/>
                      <a:pt x="4263" y="211"/>
                      <a:pt x="3422" y="211"/>
                    </a:cubicBezTo>
                    <a:cubicBezTo>
                      <a:pt x="2581" y="211"/>
                      <a:pt x="1774" y="545"/>
                      <a:pt x="1179" y="1140"/>
                    </a:cubicBezTo>
                    <a:cubicBezTo>
                      <a:pt x="585" y="1735"/>
                      <a:pt x="250" y="2542"/>
                      <a:pt x="250" y="3384"/>
                    </a:cubicBezTo>
                    <a:cubicBezTo>
                      <a:pt x="250" y="4225"/>
                      <a:pt x="585" y="5032"/>
                      <a:pt x="1179" y="5627"/>
                    </a:cubicBezTo>
                    <a:cubicBezTo>
                      <a:pt x="1774" y="6222"/>
                      <a:pt x="2581" y="6556"/>
                      <a:pt x="3422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30" name="Freeform: Shape 4029">
                <a:extLst>
                  <a:ext uri="{FF2B5EF4-FFF2-40B4-BE49-F238E27FC236}">
                    <a16:creationId xmlns:a16="http://schemas.microsoft.com/office/drawing/2014/main" id="{004FF1E3-1F98-00DB-B877-C4345AB8DBEC}"/>
                  </a:ext>
                </a:extLst>
              </p:cNvPr>
              <p:cNvSpPr/>
              <p:nvPr/>
            </p:nvSpPr>
            <p:spPr>
              <a:xfrm>
                <a:off x="4032618" y="6173266"/>
                <a:ext cx="6343" cy="6345"/>
              </a:xfrm>
              <a:custGeom>
                <a:avLst/>
                <a:gdLst>
                  <a:gd name="connsiteX0" fmla="*/ 3422 w 6343"/>
                  <a:gd name="connsiteY0" fmla="*/ 6558 h 6345"/>
                  <a:gd name="connsiteX1" fmla="*/ 5665 w 6343"/>
                  <a:gd name="connsiteY1" fmla="*/ 5628 h 6345"/>
                  <a:gd name="connsiteX2" fmla="*/ 6594 w 6343"/>
                  <a:gd name="connsiteY2" fmla="*/ 3385 h 6345"/>
                  <a:gd name="connsiteX3" fmla="*/ 5665 w 6343"/>
                  <a:gd name="connsiteY3" fmla="*/ 1142 h 6345"/>
                  <a:gd name="connsiteX4" fmla="*/ 3422 w 6343"/>
                  <a:gd name="connsiteY4" fmla="*/ 212 h 6345"/>
                  <a:gd name="connsiteX5" fmla="*/ 1180 w 6343"/>
                  <a:gd name="connsiteY5" fmla="*/ 1142 h 6345"/>
                  <a:gd name="connsiteX6" fmla="*/ 251 w 6343"/>
                  <a:gd name="connsiteY6" fmla="*/ 3385 h 6345"/>
                  <a:gd name="connsiteX7" fmla="*/ 1180 w 6343"/>
                  <a:gd name="connsiteY7" fmla="*/ 5628 h 6345"/>
                  <a:gd name="connsiteX8" fmla="*/ 342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8"/>
                    </a:moveTo>
                    <a:cubicBezTo>
                      <a:pt x="4263" y="6558"/>
                      <a:pt x="5070" y="6223"/>
                      <a:pt x="5665" y="5628"/>
                    </a:cubicBezTo>
                    <a:cubicBezTo>
                      <a:pt x="6260" y="5033"/>
                      <a:pt x="6594" y="4226"/>
                      <a:pt x="6594" y="3385"/>
                    </a:cubicBezTo>
                    <a:cubicBezTo>
                      <a:pt x="6594" y="2544"/>
                      <a:pt x="6260" y="1736"/>
                      <a:pt x="5665" y="1142"/>
                    </a:cubicBezTo>
                    <a:cubicBezTo>
                      <a:pt x="5070" y="547"/>
                      <a:pt x="4263" y="212"/>
                      <a:pt x="3422" y="212"/>
                    </a:cubicBezTo>
                    <a:cubicBezTo>
                      <a:pt x="2581" y="212"/>
                      <a:pt x="1774" y="547"/>
                      <a:pt x="1180" y="1142"/>
                    </a:cubicBezTo>
                    <a:cubicBezTo>
                      <a:pt x="585" y="1736"/>
                      <a:pt x="251" y="2544"/>
                      <a:pt x="251" y="3385"/>
                    </a:cubicBezTo>
                    <a:cubicBezTo>
                      <a:pt x="251" y="4226"/>
                      <a:pt x="585" y="5033"/>
                      <a:pt x="1180" y="5628"/>
                    </a:cubicBezTo>
                    <a:cubicBezTo>
                      <a:pt x="1774" y="6223"/>
                      <a:pt x="2581" y="6558"/>
                      <a:pt x="342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31" name="Freeform: Shape 4030">
                <a:extLst>
                  <a:ext uri="{FF2B5EF4-FFF2-40B4-BE49-F238E27FC236}">
                    <a16:creationId xmlns:a16="http://schemas.microsoft.com/office/drawing/2014/main" id="{5D2D1190-E7B7-25BA-4B12-B4771E050714}"/>
                  </a:ext>
                </a:extLst>
              </p:cNvPr>
              <p:cNvSpPr/>
              <p:nvPr/>
            </p:nvSpPr>
            <p:spPr>
              <a:xfrm>
                <a:off x="4082485" y="6321260"/>
                <a:ext cx="6343" cy="6345"/>
              </a:xfrm>
              <a:custGeom>
                <a:avLst/>
                <a:gdLst>
                  <a:gd name="connsiteX0" fmla="*/ 3426 w 6343"/>
                  <a:gd name="connsiteY0" fmla="*/ 6569 h 6345"/>
                  <a:gd name="connsiteX1" fmla="*/ 5669 w 6343"/>
                  <a:gd name="connsiteY1" fmla="*/ 5640 h 6345"/>
                  <a:gd name="connsiteX2" fmla="*/ 6598 w 6343"/>
                  <a:gd name="connsiteY2" fmla="*/ 3397 h 6345"/>
                  <a:gd name="connsiteX3" fmla="*/ 5669 w 6343"/>
                  <a:gd name="connsiteY3" fmla="*/ 1153 h 6345"/>
                  <a:gd name="connsiteX4" fmla="*/ 3426 w 6343"/>
                  <a:gd name="connsiteY4" fmla="*/ 224 h 6345"/>
                  <a:gd name="connsiteX5" fmla="*/ 1184 w 6343"/>
                  <a:gd name="connsiteY5" fmla="*/ 1153 h 6345"/>
                  <a:gd name="connsiteX6" fmla="*/ 255 w 6343"/>
                  <a:gd name="connsiteY6" fmla="*/ 3397 h 6345"/>
                  <a:gd name="connsiteX7" fmla="*/ 1184 w 6343"/>
                  <a:gd name="connsiteY7" fmla="*/ 5640 h 6345"/>
                  <a:gd name="connsiteX8" fmla="*/ 3426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69"/>
                    </a:moveTo>
                    <a:cubicBezTo>
                      <a:pt x="4267" y="6569"/>
                      <a:pt x="5074" y="6235"/>
                      <a:pt x="5669" y="5640"/>
                    </a:cubicBezTo>
                    <a:cubicBezTo>
                      <a:pt x="6264" y="5045"/>
                      <a:pt x="6598" y="4238"/>
                      <a:pt x="6598" y="3397"/>
                    </a:cubicBezTo>
                    <a:cubicBezTo>
                      <a:pt x="6598" y="2555"/>
                      <a:pt x="6264" y="1748"/>
                      <a:pt x="5669" y="1153"/>
                    </a:cubicBezTo>
                    <a:cubicBezTo>
                      <a:pt x="5074" y="558"/>
                      <a:pt x="4267" y="224"/>
                      <a:pt x="3426" y="224"/>
                    </a:cubicBezTo>
                    <a:cubicBezTo>
                      <a:pt x="2585" y="224"/>
                      <a:pt x="1778" y="558"/>
                      <a:pt x="1184" y="1153"/>
                    </a:cubicBezTo>
                    <a:cubicBezTo>
                      <a:pt x="589" y="1748"/>
                      <a:pt x="255" y="2555"/>
                      <a:pt x="255" y="3397"/>
                    </a:cubicBezTo>
                    <a:cubicBezTo>
                      <a:pt x="255" y="4238"/>
                      <a:pt x="589" y="5045"/>
                      <a:pt x="1184" y="5640"/>
                    </a:cubicBezTo>
                    <a:cubicBezTo>
                      <a:pt x="1778" y="6235"/>
                      <a:pt x="2585" y="6569"/>
                      <a:pt x="3426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32" name="Freeform: Shape 4031">
                <a:extLst>
                  <a:ext uri="{FF2B5EF4-FFF2-40B4-BE49-F238E27FC236}">
                    <a16:creationId xmlns:a16="http://schemas.microsoft.com/office/drawing/2014/main" id="{1D527163-547C-AF8F-5E26-4B836567ADA1}"/>
                  </a:ext>
                </a:extLst>
              </p:cNvPr>
              <p:cNvSpPr/>
              <p:nvPr/>
            </p:nvSpPr>
            <p:spPr>
              <a:xfrm>
                <a:off x="4078434" y="6321238"/>
                <a:ext cx="6343" cy="6345"/>
              </a:xfrm>
              <a:custGeom>
                <a:avLst/>
                <a:gdLst>
                  <a:gd name="connsiteX0" fmla="*/ 3426 w 6343"/>
                  <a:gd name="connsiteY0" fmla="*/ 6569 h 6345"/>
                  <a:gd name="connsiteX1" fmla="*/ 5669 w 6343"/>
                  <a:gd name="connsiteY1" fmla="*/ 5640 h 6345"/>
                  <a:gd name="connsiteX2" fmla="*/ 6597 w 6343"/>
                  <a:gd name="connsiteY2" fmla="*/ 3397 h 6345"/>
                  <a:gd name="connsiteX3" fmla="*/ 5669 w 6343"/>
                  <a:gd name="connsiteY3" fmla="*/ 1153 h 6345"/>
                  <a:gd name="connsiteX4" fmla="*/ 3426 w 6343"/>
                  <a:gd name="connsiteY4" fmla="*/ 224 h 6345"/>
                  <a:gd name="connsiteX5" fmla="*/ 1183 w 6343"/>
                  <a:gd name="connsiteY5" fmla="*/ 1153 h 6345"/>
                  <a:gd name="connsiteX6" fmla="*/ 254 w 6343"/>
                  <a:gd name="connsiteY6" fmla="*/ 3397 h 6345"/>
                  <a:gd name="connsiteX7" fmla="*/ 1183 w 6343"/>
                  <a:gd name="connsiteY7" fmla="*/ 5640 h 6345"/>
                  <a:gd name="connsiteX8" fmla="*/ 3426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69"/>
                    </a:moveTo>
                    <a:cubicBezTo>
                      <a:pt x="4267" y="6569"/>
                      <a:pt x="5074" y="6235"/>
                      <a:pt x="5669" y="5640"/>
                    </a:cubicBezTo>
                    <a:cubicBezTo>
                      <a:pt x="6263" y="5045"/>
                      <a:pt x="6597" y="4238"/>
                      <a:pt x="6597" y="3397"/>
                    </a:cubicBezTo>
                    <a:cubicBezTo>
                      <a:pt x="6597" y="2555"/>
                      <a:pt x="6263" y="1748"/>
                      <a:pt x="5669" y="1153"/>
                    </a:cubicBezTo>
                    <a:cubicBezTo>
                      <a:pt x="5074" y="558"/>
                      <a:pt x="4267" y="224"/>
                      <a:pt x="3426" y="224"/>
                    </a:cubicBezTo>
                    <a:cubicBezTo>
                      <a:pt x="2585" y="224"/>
                      <a:pt x="1778" y="558"/>
                      <a:pt x="1183" y="1153"/>
                    </a:cubicBezTo>
                    <a:cubicBezTo>
                      <a:pt x="588" y="1748"/>
                      <a:pt x="254" y="2555"/>
                      <a:pt x="254" y="3397"/>
                    </a:cubicBezTo>
                    <a:cubicBezTo>
                      <a:pt x="254" y="4238"/>
                      <a:pt x="588" y="5045"/>
                      <a:pt x="1183" y="5640"/>
                    </a:cubicBezTo>
                    <a:cubicBezTo>
                      <a:pt x="1778" y="6235"/>
                      <a:pt x="2585" y="6569"/>
                      <a:pt x="3426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33" name="Freeform: Shape 4032">
                <a:extLst>
                  <a:ext uri="{FF2B5EF4-FFF2-40B4-BE49-F238E27FC236}">
                    <a16:creationId xmlns:a16="http://schemas.microsoft.com/office/drawing/2014/main" id="{5C839E8C-214B-A813-E05A-519182940C89}"/>
                  </a:ext>
                </a:extLst>
              </p:cNvPr>
              <p:cNvSpPr/>
              <p:nvPr/>
            </p:nvSpPr>
            <p:spPr>
              <a:xfrm>
                <a:off x="4074284" y="6320874"/>
                <a:ext cx="6343" cy="6345"/>
              </a:xfrm>
              <a:custGeom>
                <a:avLst/>
                <a:gdLst>
                  <a:gd name="connsiteX0" fmla="*/ 3426 w 6343"/>
                  <a:gd name="connsiteY0" fmla="*/ 6569 h 6345"/>
                  <a:gd name="connsiteX1" fmla="*/ 5668 w 6343"/>
                  <a:gd name="connsiteY1" fmla="*/ 5640 h 6345"/>
                  <a:gd name="connsiteX2" fmla="*/ 6597 w 6343"/>
                  <a:gd name="connsiteY2" fmla="*/ 3397 h 6345"/>
                  <a:gd name="connsiteX3" fmla="*/ 5668 w 6343"/>
                  <a:gd name="connsiteY3" fmla="*/ 1153 h 6345"/>
                  <a:gd name="connsiteX4" fmla="*/ 3426 w 6343"/>
                  <a:gd name="connsiteY4" fmla="*/ 224 h 6345"/>
                  <a:gd name="connsiteX5" fmla="*/ 1183 w 6343"/>
                  <a:gd name="connsiteY5" fmla="*/ 1153 h 6345"/>
                  <a:gd name="connsiteX6" fmla="*/ 254 w 6343"/>
                  <a:gd name="connsiteY6" fmla="*/ 3397 h 6345"/>
                  <a:gd name="connsiteX7" fmla="*/ 1183 w 6343"/>
                  <a:gd name="connsiteY7" fmla="*/ 5640 h 6345"/>
                  <a:gd name="connsiteX8" fmla="*/ 3426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69"/>
                    </a:moveTo>
                    <a:cubicBezTo>
                      <a:pt x="4267" y="6569"/>
                      <a:pt x="5073" y="6235"/>
                      <a:pt x="5668" y="5640"/>
                    </a:cubicBezTo>
                    <a:cubicBezTo>
                      <a:pt x="6263" y="5045"/>
                      <a:pt x="6597" y="4238"/>
                      <a:pt x="6597" y="3397"/>
                    </a:cubicBezTo>
                    <a:cubicBezTo>
                      <a:pt x="6597" y="2555"/>
                      <a:pt x="6263" y="1748"/>
                      <a:pt x="5668" y="1153"/>
                    </a:cubicBezTo>
                    <a:cubicBezTo>
                      <a:pt x="5073" y="558"/>
                      <a:pt x="4267" y="224"/>
                      <a:pt x="3426" y="224"/>
                    </a:cubicBezTo>
                    <a:cubicBezTo>
                      <a:pt x="2584" y="224"/>
                      <a:pt x="1778" y="558"/>
                      <a:pt x="1183" y="1153"/>
                    </a:cubicBezTo>
                    <a:cubicBezTo>
                      <a:pt x="588" y="1748"/>
                      <a:pt x="254" y="2555"/>
                      <a:pt x="254" y="3397"/>
                    </a:cubicBezTo>
                    <a:cubicBezTo>
                      <a:pt x="254" y="4238"/>
                      <a:pt x="588" y="5045"/>
                      <a:pt x="1183" y="5640"/>
                    </a:cubicBezTo>
                    <a:cubicBezTo>
                      <a:pt x="1778" y="6235"/>
                      <a:pt x="2584" y="6569"/>
                      <a:pt x="3426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34" name="Freeform: Shape 4033">
                <a:extLst>
                  <a:ext uri="{FF2B5EF4-FFF2-40B4-BE49-F238E27FC236}">
                    <a16:creationId xmlns:a16="http://schemas.microsoft.com/office/drawing/2014/main" id="{6312DE4E-E29D-F6C9-4436-5E43C495F4A2}"/>
                  </a:ext>
                </a:extLst>
              </p:cNvPr>
              <p:cNvSpPr/>
              <p:nvPr/>
            </p:nvSpPr>
            <p:spPr>
              <a:xfrm>
                <a:off x="4070342" y="6321065"/>
                <a:ext cx="6343" cy="6345"/>
              </a:xfrm>
              <a:custGeom>
                <a:avLst/>
                <a:gdLst>
                  <a:gd name="connsiteX0" fmla="*/ 3425 w 6343"/>
                  <a:gd name="connsiteY0" fmla="*/ 6569 h 6345"/>
                  <a:gd name="connsiteX1" fmla="*/ 5668 w 6343"/>
                  <a:gd name="connsiteY1" fmla="*/ 5640 h 6345"/>
                  <a:gd name="connsiteX2" fmla="*/ 6597 w 6343"/>
                  <a:gd name="connsiteY2" fmla="*/ 3397 h 6345"/>
                  <a:gd name="connsiteX3" fmla="*/ 5668 w 6343"/>
                  <a:gd name="connsiteY3" fmla="*/ 1153 h 6345"/>
                  <a:gd name="connsiteX4" fmla="*/ 3425 w 6343"/>
                  <a:gd name="connsiteY4" fmla="*/ 224 h 6345"/>
                  <a:gd name="connsiteX5" fmla="*/ 1183 w 6343"/>
                  <a:gd name="connsiteY5" fmla="*/ 1153 h 6345"/>
                  <a:gd name="connsiteX6" fmla="*/ 254 w 6343"/>
                  <a:gd name="connsiteY6" fmla="*/ 3397 h 6345"/>
                  <a:gd name="connsiteX7" fmla="*/ 1183 w 6343"/>
                  <a:gd name="connsiteY7" fmla="*/ 5640 h 6345"/>
                  <a:gd name="connsiteX8" fmla="*/ 3425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69"/>
                    </a:moveTo>
                    <a:cubicBezTo>
                      <a:pt x="4266" y="6569"/>
                      <a:pt x="5073" y="6235"/>
                      <a:pt x="5668" y="5640"/>
                    </a:cubicBezTo>
                    <a:cubicBezTo>
                      <a:pt x="6263" y="5045"/>
                      <a:pt x="6597" y="4238"/>
                      <a:pt x="6597" y="3397"/>
                    </a:cubicBezTo>
                    <a:cubicBezTo>
                      <a:pt x="6597" y="2555"/>
                      <a:pt x="6263" y="1748"/>
                      <a:pt x="5668" y="1153"/>
                    </a:cubicBezTo>
                    <a:cubicBezTo>
                      <a:pt x="5073" y="558"/>
                      <a:pt x="4266" y="224"/>
                      <a:pt x="3425" y="224"/>
                    </a:cubicBezTo>
                    <a:cubicBezTo>
                      <a:pt x="2584" y="224"/>
                      <a:pt x="1777" y="558"/>
                      <a:pt x="1183" y="1153"/>
                    </a:cubicBezTo>
                    <a:cubicBezTo>
                      <a:pt x="588" y="1748"/>
                      <a:pt x="254" y="2555"/>
                      <a:pt x="254" y="3397"/>
                    </a:cubicBezTo>
                    <a:cubicBezTo>
                      <a:pt x="254" y="4238"/>
                      <a:pt x="588" y="5045"/>
                      <a:pt x="1183" y="5640"/>
                    </a:cubicBezTo>
                    <a:cubicBezTo>
                      <a:pt x="1777" y="6235"/>
                      <a:pt x="2584" y="6569"/>
                      <a:pt x="3425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35" name="Freeform: Shape 4034">
                <a:extLst>
                  <a:ext uri="{FF2B5EF4-FFF2-40B4-BE49-F238E27FC236}">
                    <a16:creationId xmlns:a16="http://schemas.microsoft.com/office/drawing/2014/main" id="{C413A914-72C8-643E-9B0D-8E6B9D8A787A}"/>
                  </a:ext>
                </a:extLst>
              </p:cNvPr>
              <p:cNvSpPr/>
              <p:nvPr/>
            </p:nvSpPr>
            <p:spPr>
              <a:xfrm>
                <a:off x="4066213" y="6320645"/>
                <a:ext cx="6343" cy="6345"/>
              </a:xfrm>
              <a:custGeom>
                <a:avLst/>
                <a:gdLst>
                  <a:gd name="connsiteX0" fmla="*/ 3425 w 6343"/>
                  <a:gd name="connsiteY0" fmla="*/ 6569 h 6345"/>
                  <a:gd name="connsiteX1" fmla="*/ 5668 w 6343"/>
                  <a:gd name="connsiteY1" fmla="*/ 5640 h 6345"/>
                  <a:gd name="connsiteX2" fmla="*/ 6596 w 6343"/>
                  <a:gd name="connsiteY2" fmla="*/ 3397 h 6345"/>
                  <a:gd name="connsiteX3" fmla="*/ 5668 w 6343"/>
                  <a:gd name="connsiteY3" fmla="*/ 1153 h 6345"/>
                  <a:gd name="connsiteX4" fmla="*/ 3425 w 6343"/>
                  <a:gd name="connsiteY4" fmla="*/ 224 h 6345"/>
                  <a:gd name="connsiteX5" fmla="*/ 1182 w 6343"/>
                  <a:gd name="connsiteY5" fmla="*/ 1153 h 6345"/>
                  <a:gd name="connsiteX6" fmla="*/ 253 w 6343"/>
                  <a:gd name="connsiteY6" fmla="*/ 3397 h 6345"/>
                  <a:gd name="connsiteX7" fmla="*/ 1182 w 6343"/>
                  <a:gd name="connsiteY7" fmla="*/ 5640 h 6345"/>
                  <a:gd name="connsiteX8" fmla="*/ 3425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69"/>
                    </a:moveTo>
                    <a:cubicBezTo>
                      <a:pt x="4266" y="6569"/>
                      <a:pt x="5073" y="6235"/>
                      <a:pt x="5668" y="5640"/>
                    </a:cubicBezTo>
                    <a:cubicBezTo>
                      <a:pt x="6262" y="5045"/>
                      <a:pt x="6596" y="4238"/>
                      <a:pt x="6596" y="3397"/>
                    </a:cubicBezTo>
                    <a:cubicBezTo>
                      <a:pt x="6596" y="2555"/>
                      <a:pt x="6262" y="1748"/>
                      <a:pt x="5668" y="1153"/>
                    </a:cubicBezTo>
                    <a:cubicBezTo>
                      <a:pt x="5073" y="558"/>
                      <a:pt x="4266" y="224"/>
                      <a:pt x="3425" y="224"/>
                    </a:cubicBezTo>
                    <a:cubicBezTo>
                      <a:pt x="2584" y="224"/>
                      <a:pt x="1777" y="558"/>
                      <a:pt x="1182" y="1153"/>
                    </a:cubicBezTo>
                    <a:cubicBezTo>
                      <a:pt x="588" y="1748"/>
                      <a:pt x="253" y="2555"/>
                      <a:pt x="253" y="3397"/>
                    </a:cubicBezTo>
                    <a:cubicBezTo>
                      <a:pt x="253" y="4238"/>
                      <a:pt x="588" y="5045"/>
                      <a:pt x="1182" y="5640"/>
                    </a:cubicBezTo>
                    <a:cubicBezTo>
                      <a:pt x="1777" y="6235"/>
                      <a:pt x="2584" y="6569"/>
                      <a:pt x="3425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36" name="Freeform: Shape 4035">
                <a:extLst>
                  <a:ext uri="{FF2B5EF4-FFF2-40B4-BE49-F238E27FC236}">
                    <a16:creationId xmlns:a16="http://schemas.microsoft.com/office/drawing/2014/main" id="{5B9F234F-5E6A-36DB-B721-776EEFB49FFE}"/>
                  </a:ext>
                </a:extLst>
              </p:cNvPr>
              <p:cNvSpPr/>
              <p:nvPr/>
            </p:nvSpPr>
            <p:spPr>
              <a:xfrm>
                <a:off x="4062169" y="6320422"/>
                <a:ext cx="6343" cy="6345"/>
              </a:xfrm>
              <a:custGeom>
                <a:avLst/>
                <a:gdLst>
                  <a:gd name="connsiteX0" fmla="*/ 3425 w 6343"/>
                  <a:gd name="connsiteY0" fmla="*/ 6569 h 6345"/>
                  <a:gd name="connsiteX1" fmla="*/ 5667 w 6343"/>
                  <a:gd name="connsiteY1" fmla="*/ 5640 h 6345"/>
                  <a:gd name="connsiteX2" fmla="*/ 6596 w 6343"/>
                  <a:gd name="connsiteY2" fmla="*/ 3397 h 6345"/>
                  <a:gd name="connsiteX3" fmla="*/ 5667 w 6343"/>
                  <a:gd name="connsiteY3" fmla="*/ 1153 h 6345"/>
                  <a:gd name="connsiteX4" fmla="*/ 3425 w 6343"/>
                  <a:gd name="connsiteY4" fmla="*/ 224 h 6345"/>
                  <a:gd name="connsiteX5" fmla="*/ 1182 w 6343"/>
                  <a:gd name="connsiteY5" fmla="*/ 1153 h 6345"/>
                  <a:gd name="connsiteX6" fmla="*/ 253 w 6343"/>
                  <a:gd name="connsiteY6" fmla="*/ 3397 h 6345"/>
                  <a:gd name="connsiteX7" fmla="*/ 1182 w 6343"/>
                  <a:gd name="connsiteY7" fmla="*/ 5640 h 6345"/>
                  <a:gd name="connsiteX8" fmla="*/ 3425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69"/>
                    </a:moveTo>
                    <a:cubicBezTo>
                      <a:pt x="4266" y="6569"/>
                      <a:pt x="5072" y="6235"/>
                      <a:pt x="5667" y="5640"/>
                    </a:cubicBezTo>
                    <a:cubicBezTo>
                      <a:pt x="6262" y="5045"/>
                      <a:pt x="6596" y="4238"/>
                      <a:pt x="6596" y="3397"/>
                    </a:cubicBezTo>
                    <a:cubicBezTo>
                      <a:pt x="6596" y="2555"/>
                      <a:pt x="6262" y="1748"/>
                      <a:pt x="5667" y="1153"/>
                    </a:cubicBezTo>
                    <a:cubicBezTo>
                      <a:pt x="5072" y="558"/>
                      <a:pt x="4266" y="224"/>
                      <a:pt x="3425" y="224"/>
                    </a:cubicBezTo>
                    <a:cubicBezTo>
                      <a:pt x="2583" y="224"/>
                      <a:pt x="1777" y="558"/>
                      <a:pt x="1182" y="1153"/>
                    </a:cubicBezTo>
                    <a:cubicBezTo>
                      <a:pt x="587" y="1748"/>
                      <a:pt x="253" y="2555"/>
                      <a:pt x="253" y="3397"/>
                    </a:cubicBezTo>
                    <a:cubicBezTo>
                      <a:pt x="253" y="4238"/>
                      <a:pt x="587" y="5045"/>
                      <a:pt x="1182" y="5640"/>
                    </a:cubicBezTo>
                    <a:cubicBezTo>
                      <a:pt x="1777" y="6235"/>
                      <a:pt x="2583" y="6569"/>
                      <a:pt x="3425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37" name="Freeform: Shape 4036">
                <a:extLst>
                  <a:ext uri="{FF2B5EF4-FFF2-40B4-BE49-F238E27FC236}">
                    <a16:creationId xmlns:a16="http://schemas.microsoft.com/office/drawing/2014/main" id="{D7500436-B7D9-16BA-4489-A1796D749B24}"/>
                  </a:ext>
                </a:extLst>
              </p:cNvPr>
              <p:cNvSpPr/>
              <p:nvPr/>
            </p:nvSpPr>
            <p:spPr>
              <a:xfrm>
                <a:off x="4058235" y="6320487"/>
                <a:ext cx="6343" cy="6345"/>
              </a:xfrm>
              <a:custGeom>
                <a:avLst/>
                <a:gdLst>
                  <a:gd name="connsiteX0" fmla="*/ 3424 w 6343"/>
                  <a:gd name="connsiteY0" fmla="*/ 6569 h 6345"/>
                  <a:gd name="connsiteX1" fmla="*/ 5667 w 6343"/>
                  <a:gd name="connsiteY1" fmla="*/ 5640 h 6345"/>
                  <a:gd name="connsiteX2" fmla="*/ 6596 w 6343"/>
                  <a:gd name="connsiteY2" fmla="*/ 3397 h 6345"/>
                  <a:gd name="connsiteX3" fmla="*/ 5667 w 6343"/>
                  <a:gd name="connsiteY3" fmla="*/ 1153 h 6345"/>
                  <a:gd name="connsiteX4" fmla="*/ 3424 w 6343"/>
                  <a:gd name="connsiteY4" fmla="*/ 224 h 6345"/>
                  <a:gd name="connsiteX5" fmla="*/ 1182 w 6343"/>
                  <a:gd name="connsiteY5" fmla="*/ 1153 h 6345"/>
                  <a:gd name="connsiteX6" fmla="*/ 253 w 6343"/>
                  <a:gd name="connsiteY6" fmla="*/ 3397 h 6345"/>
                  <a:gd name="connsiteX7" fmla="*/ 1182 w 6343"/>
                  <a:gd name="connsiteY7" fmla="*/ 5640 h 6345"/>
                  <a:gd name="connsiteX8" fmla="*/ 3424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69"/>
                    </a:moveTo>
                    <a:cubicBezTo>
                      <a:pt x="4265" y="6569"/>
                      <a:pt x="5072" y="6235"/>
                      <a:pt x="5667" y="5640"/>
                    </a:cubicBezTo>
                    <a:cubicBezTo>
                      <a:pt x="6262" y="5045"/>
                      <a:pt x="6596" y="4238"/>
                      <a:pt x="6596" y="3397"/>
                    </a:cubicBezTo>
                    <a:cubicBezTo>
                      <a:pt x="6596" y="2555"/>
                      <a:pt x="6262" y="1748"/>
                      <a:pt x="5667" y="1153"/>
                    </a:cubicBezTo>
                    <a:cubicBezTo>
                      <a:pt x="5072" y="558"/>
                      <a:pt x="4265" y="224"/>
                      <a:pt x="3424" y="224"/>
                    </a:cubicBezTo>
                    <a:cubicBezTo>
                      <a:pt x="2583" y="224"/>
                      <a:pt x="1776" y="558"/>
                      <a:pt x="1182" y="1153"/>
                    </a:cubicBezTo>
                    <a:cubicBezTo>
                      <a:pt x="587" y="1748"/>
                      <a:pt x="253" y="2555"/>
                      <a:pt x="253" y="3397"/>
                    </a:cubicBezTo>
                    <a:cubicBezTo>
                      <a:pt x="253" y="4238"/>
                      <a:pt x="587" y="5045"/>
                      <a:pt x="1182" y="5640"/>
                    </a:cubicBezTo>
                    <a:cubicBezTo>
                      <a:pt x="1776" y="6235"/>
                      <a:pt x="2583" y="6569"/>
                      <a:pt x="3424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38" name="Freeform: Shape 4037">
                <a:extLst>
                  <a:ext uri="{FF2B5EF4-FFF2-40B4-BE49-F238E27FC236}">
                    <a16:creationId xmlns:a16="http://schemas.microsoft.com/office/drawing/2014/main" id="{0428C3F9-6B42-5C65-B07F-1B3295906A8B}"/>
                  </a:ext>
                </a:extLst>
              </p:cNvPr>
              <p:cNvSpPr/>
              <p:nvPr/>
            </p:nvSpPr>
            <p:spPr>
              <a:xfrm>
                <a:off x="4054013" y="6319576"/>
                <a:ext cx="6343" cy="6345"/>
              </a:xfrm>
              <a:custGeom>
                <a:avLst/>
                <a:gdLst>
                  <a:gd name="connsiteX0" fmla="*/ 3424 w 6343"/>
                  <a:gd name="connsiteY0" fmla="*/ 6569 h 6345"/>
                  <a:gd name="connsiteX1" fmla="*/ 5667 w 6343"/>
                  <a:gd name="connsiteY1" fmla="*/ 5640 h 6345"/>
                  <a:gd name="connsiteX2" fmla="*/ 6595 w 6343"/>
                  <a:gd name="connsiteY2" fmla="*/ 3396 h 6345"/>
                  <a:gd name="connsiteX3" fmla="*/ 5667 w 6343"/>
                  <a:gd name="connsiteY3" fmla="*/ 1153 h 6345"/>
                  <a:gd name="connsiteX4" fmla="*/ 3424 w 6343"/>
                  <a:gd name="connsiteY4" fmla="*/ 224 h 6345"/>
                  <a:gd name="connsiteX5" fmla="*/ 1181 w 6343"/>
                  <a:gd name="connsiteY5" fmla="*/ 1153 h 6345"/>
                  <a:gd name="connsiteX6" fmla="*/ 252 w 6343"/>
                  <a:gd name="connsiteY6" fmla="*/ 3396 h 6345"/>
                  <a:gd name="connsiteX7" fmla="*/ 1181 w 6343"/>
                  <a:gd name="connsiteY7" fmla="*/ 5640 h 6345"/>
                  <a:gd name="connsiteX8" fmla="*/ 3424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69"/>
                    </a:moveTo>
                    <a:cubicBezTo>
                      <a:pt x="4265" y="6569"/>
                      <a:pt x="5072" y="6235"/>
                      <a:pt x="5667" y="5640"/>
                    </a:cubicBezTo>
                    <a:cubicBezTo>
                      <a:pt x="6261" y="5045"/>
                      <a:pt x="6595" y="4238"/>
                      <a:pt x="6595" y="3396"/>
                    </a:cubicBezTo>
                    <a:cubicBezTo>
                      <a:pt x="6595" y="2555"/>
                      <a:pt x="6261" y="1748"/>
                      <a:pt x="5667" y="1153"/>
                    </a:cubicBezTo>
                    <a:cubicBezTo>
                      <a:pt x="5072" y="558"/>
                      <a:pt x="4265" y="224"/>
                      <a:pt x="3424" y="224"/>
                    </a:cubicBezTo>
                    <a:cubicBezTo>
                      <a:pt x="2583" y="224"/>
                      <a:pt x="1776" y="558"/>
                      <a:pt x="1181" y="1153"/>
                    </a:cubicBezTo>
                    <a:cubicBezTo>
                      <a:pt x="587" y="1748"/>
                      <a:pt x="252" y="2555"/>
                      <a:pt x="252" y="3396"/>
                    </a:cubicBezTo>
                    <a:cubicBezTo>
                      <a:pt x="252" y="4238"/>
                      <a:pt x="587" y="5045"/>
                      <a:pt x="1181" y="5640"/>
                    </a:cubicBezTo>
                    <a:cubicBezTo>
                      <a:pt x="1776" y="6235"/>
                      <a:pt x="2583" y="6569"/>
                      <a:pt x="3424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39" name="Freeform: Shape 4038">
                <a:extLst>
                  <a:ext uri="{FF2B5EF4-FFF2-40B4-BE49-F238E27FC236}">
                    <a16:creationId xmlns:a16="http://schemas.microsoft.com/office/drawing/2014/main" id="{400E0A1C-4B93-E106-5840-5E29DB2F80F5}"/>
                  </a:ext>
                </a:extLst>
              </p:cNvPr>
              <p:cNvSpPr/>
              <p:nvPr/>
            </p:nvSpPr>
            <p:spPr>
              <a:xfrm>
                <a:off x="4050194" y="6319904"/>
                <a:ext cx="6343" cy="6345"/>
              </a:xfrm>
              <a:custGeom>
                <a:avLst/>
                <a:gdLst>
                  <a:gd name="connsiteX0" fmla="*/ 3424 w 6343"/>
                  <a:gd name="connsiteY0" fmla="*/ 6569 h 6345"/>
                  <a:gd name="connsiteX1" fmla="*/ 5666 w 6343"/>
                  <a:gd name="connsiteY1" fmla="*/ 5640 h 6345"/>
                  <a:gd name="connsiteX2" fmla="*/ 6595 w 6343"/>
                  <a:gd name="connsiteY2" fmla="*/ 3397 h 6345"/>
                  <a:gd name="connsiteX3" fmla="*/ 5666 w 6343"/>
                  <a:gd name="connsiteY3" fmla="*/ 1153 h 6345"/>
                  <a:gd name="connsiteX4" fmla="*/ 3424 w 6343"/>
                  <a:gd name="connsiteY4" fmla="*/ 224 h 6345"/>
                  <a:gd name="connsiteX5" fmla="*/ 1181 w 6343"/>
                  <a:gd name="connsiteY5" fmla="*/ 1153 h 6345"/>
                  <a:gd name="connsiteX6" fmla="*/ 252 w 6343"/>
                  <a:gd name="connsiteY6" fmla="*/ 3397 h 6345"/>
                  <a:gd name="connsiteX7" fmla="*/ 1181 w 6343"/>
                  <a:gd name="connsiteY7" fmla="*/ 5640 h 6345"/>
                  <a:gd name="connsiteX8" fmla="*/ 3424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69"/>
                    </a:moveTo>
                    <a:cubicBezTo>
                      <a:pt x="4265" y="6569"/>
                      <a:pt x="5072" y="6235"/>
                      <a:pt x="5666" y="5640"/>
                    </a:cubicBezTo>
                    <a:cubicBezTo>
                      <a:pt x="6261" y="5045"/>
                      <a:pt x="6595" y="4238"/>
                      <a:pt x="6595" y="3397"/>
                    </a:cubicBezTo>
                    <a:cubicBezTo>
                      <a:pt x="6595" y="2555"/>
                      <a:pt x="6261" y="1748"/>
                      <a:pt x="5666" y="1153"/>
                    </a:cubicBezTo>
                    <a:cubicBezTo>
                      <a:pt x="5072" y="558"/>
                      <a:pt x="4265" y="224"/>
                      <a:pt x="3424" y="224"/>
                    </a:cubicBezTo>
                    <a:cubicBezTo>
                      <a:pt x="2583" y="224"/>
                      <a:pt x="1776" y="558"/>
                      <a:pt x="1181" y="1153"/>
                    </a:cubicBezTo>
                    <a:cubicBezTo>
                      <a:pt x="586" y="1748"/>
                      <a:pt x="252" y="2555"/>
                      <a:pt x="252" y="3397"/>
                    </a:cubicBezTo>
                    <a:cubicBezTo>
                      <a:pt x="252" y="4238"/>
                      <a:pt x="586" y="5045"/>
                      <a:pt x="1181" y="5640"/>
                    </a:cubicBezTo>
                    <a:cubicBezTo>
                      <a:pt x="1776" y="6235"/>
                      <a:pt x="2583" y="6569"/>
                      <a:pt x="3424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40" name="Freeform: Shape 4039">
                <a:extLst>
                  <a:ext uri="{FF2B5EF4-FFF2-40B4-BE49-F238E27FC236}">
                    <a16:creationId xmlns:a16="http://schemas.microsoft.com/office/drawing/2014/main" id="{C40D8C09-357A-3BCB-DFBE-393EF9F32343}"/>
                  </a:ext>
                </a:extLst>
              </p:cNvPr>
              <p:cNvSpPr/>
              <p:nvPr/>
            </p:nvSpPr>
            <p:spPr>
              <a:xfrm>
                <a:off x="4046324" y="6320027"/>
                <a:ext cx="6343" cy="6345"/>
              </a:xfrm>
              <a:custGeom>
                <a:avLst/>
                <a:gdLst>
                  <a:gd name="connsiteX0" fmla="*/ 3423 w 6343"/>
                  <a:gd name="connsiteY0" fmla="*/ 6569 h 6345"/>
                  <a:gd name="connsiteX1" fmla="*/ 5666 w 6343"/>
                  <a:gd name="connsiteY1" fmla="*/ 5640 h 6345"/>
                  <a:gd name="connsiteX2" fmla="*/ 6595 w 6343"/>
                  <a:gd name="connsiteY2" fmla="*/ 3397 h 6345"/>
                  <a:gd name="connsiteX3" fmla="*/ 5666 w 6343"/>
                  <a:gd name="connsiteY3" fmla="*/ 1153 h 6345"/>
                  <a:gd name="connsiteX4" fmla="*/ 3423 w 6343"/>
                  <a:gd name="connsiteY4" fmla="*/ 224 h 6345"/>
                  <a:gd name="connsiteX5" fmla="*/ 1181 w 6343"/>
                  <a:gd name="connsiteY5" fmla="*/ 1153 h 6345"/>
                  <a:gd name="connsiteX6" fmla="*/ 252 w 6343"/>
                  <a:gd name="connsiteY6" fmla="*/ 3397 h 6345"/>
                  <a:gd name="connsiteX7" fmla="*/ 1181 w 6343"/>
                  <a:gd name="connsiteY7" fmla="*/ 5640 h 6345"/>
                  <a:gd name="connsiteX8" fmla="*/ 3423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69"/>
                    </a:moveTo>
                    <a:cubicBezTo>
                      <a:pt x="4264" y="6569"/>
                      <a:pt x="5071" y="6235"/>
                      <a:pt x="5666" y="5640"/>
                    </a:cubicBezTo>
                    <a:cubicBezTo>
                      <a:pt x="6261" y="5045"/>
                      <a:pt x="6595" y="4238"/>
                      <a:pt x="6595" y="3397"/>
                    </a:cubicBezTo>
                    <a:cubicBezTo>
                      <a:pt x="6595" y="2555"/>
                      <a:pt x="6261" y="1748"/>
                      <a:pt x="5666" y="1153"/>
                    </a:cubicBezTo>
                    <a:cubicBezTo>
                      <a:pt x="5071" y="558"/>
                      <a:pt x="4264" y="224"/>
                      <a:pt x="3423" y="224"/>
                    </a:cubicBezTo>
                    <a:cubicBezTo>
                      <a:pt x="2582" y="224"/>
                      <a:pt x="1775" y="558"/>
                      <a:pt x="1181" y="1153"/>
                    </a:cubicBezTo>
                    <a:cubicBezTo>
                      <a:pt x="586" y="1748"/>
                      <a:pt x="252" y="2555"/>
                      <a:pt x="252" y="3397"/>
                    </a:cubicBezTo>
                    <a:cubicBezTo>
                      <a:pt x="252" y="4238"/>
                      <a:pt x="586" y="5045"/>
                      <a:pt x="1181" y="5640"/>
                    </a:cubicBezTo>
                    <a:cubicBezTo>
                      <a:pt x="1775" y="6235"/>
                      <a:pt x="2582" y="6569"/>
                      <a:pt x="3423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41" name="Freeform: Shape 4040">
                <a:extLst>
                  <a:ext uri="{FF2B5EF4-FFF2-40B4-BE49-F238E27FC236}">
                    <a16:creationId xmlns:a16="http://schemas.microsoft.com/office/drawing/2014/main" id="{1C3E1EBA-B9CB-EFE1-B2F7-6E94FC9A1310}"/>
                  </a:ext>
                </a:extLst>
              </p:cNvPr>
              <p:cNvSpPr/>
              <p:nvPr/>
            </p:nvSpPr>
            <p:spPr>
              <a:xfrm>
                <a:off x="4042235" y="6319349"/>
                <a:ext cx="6343" cy="6345"/>
              </a:xfrm>
              <a:custGeom>
                <a:avLst/>
                <a:gdLst>
                  <a:gd name="connsiteX0" fmla="*/ 3423 w 6343"/>
                  <a:gd name="connsiteY0" fmla="*/ 6569 h 6345"/>
                  <a:gd name="connsiteX1" fmla="*/ 5666 w 6343"/>
                  <a:gd name="connsiteY1" fmla="*/ 5640 h 6345"/>
                  <a:gd name="connsiteX2" fmla="*/ 6595 w 6343"/>
                  <a:gd name="connsiteY2" fmla="*/ 3396 h 6345"/>
                  <a:gd name="connsiteX3" fmla="*/ 5666 w 6343"/>
                  <a:gd name="connsiteY3" fmla="*/ 1153 h 6345"/>
                  <a:gd name="connsiteX4" fmla="*/ 3423 w 6343"/>
                  <a:gd name="connsiteY4" fmla="*/ 224 h 6345"/>
                  <a:gd name="connsiteX5" fmla="*/ 1180 w 6343"/>
                  <a:gd name="connsiteY5" fmla="*/ 1153 h 6345"/>
                  <a:gd name="connsiteX6" fmla="*/ 251 w 6343"/>
                  <a:gd name="connsiteY6" fmla="*/ 3396 h 6345"/>
                  <a:gd name="connsiteX7" fmla="*/ 1180 w 6343"/>
                  <a:gd name="connsiteY7" fmla="*/ 5640 h 6345"/>
                  <a:gd name="connsiteX8" fmla="*/ 3423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69"/>
                    </a:moveTo>
                    <a:cubicBezTo>
                      <a:pt x="4264" y="6569"/>
                      <a:pt x="5071" y="6235"/>
                      <a:pt x="5666" y="5640"/>
                    </a:cubicBezTo>
                    <a:cubicBezTo>
                      <a:pt x="6260" y="5045"/>
                      <a:pt x="6595" y="4238"/>
                      <a:pt x="6595" y="3396"/>
                    </a:cubicBezTo>
                    <a:cubicBezTo>
                      <a:pt x="6595" y="2555"/>
                      <a:pt x="6260" y="1748"/>
                      <a:pt x="5666" y="1153"/>
                    </a:cubicBezTo>
                    <a:cubicBezTo>
                      <a:pt x="5071" y="558"/>
                      <a:pt x="4264" y="224"/>
                      <a:pt x="3423" y="224"/>
                    </a:cubicBezTo>
                    <a:cubicBezTo>
                      <a:pt x="2582" y="224"/>
                      <a:pt x="1775" y="558"/>
                      <a:pt x="1180" y="1153"/>
                    </a:cubicBezTo>
                    <a:cubicBezTo>
                      <a:pt x="586" y="1748"/>
                      <a:pt x="251" y="2555"/>
                      <a:pt x="251" y="3396"/>
                    </a:cubicBezTo>
                    <a:cubicBezTo>
                      <a:pt x="251" y="4238"/>
                      <a:pt x="586" y="5045"/>
                      <a:pt x="1180" y="5640"/>
                    </a:cubicBezTo>
                    <a:cubicBezTo>
                      <a:pt x="1775" y="6235"/>
                      <a:pt x="2582" y="6569"/>
                      <a:pt x="3423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42" name="Freeform: Shape 4041">
                <a:extLst>
                  <a:ext uri="{FF2B5EF4-FFF2-40B4-BE49-F238E27FC236}">
                    <a16:creationId xmlns:a16="http://schemas.microsoft.com/office/drawing/2014/main" id="{90E2A890-BDA7-36F7-8588-622B4F64949C}"/>
                  </a:ext>
                </a:extLst>
              </p:cNvPr>
              <p:cNvSpPr/>
              <p:nvPr/>
            </p:nvSpPr>
            <p:spPr>
              <a:xfrm>
                <a:off x="4038251" y="6318963"/>
                <a:ext cx="6343" cy="6345"/>
              </a:xfrm>
              <a:custGeom>
                <a:avLst/>
                <a:gdLst>
                  <a:gd name="connsiteX0" fmla="*/ 3423 w 6343"/>
                  <a:gd name="connsiteY0" fmla="*/ 6569 h 6345"/>
                  <a:gd name="connsiteX1" fmla="*/ 5665 w 6343"/>
                  <a:gd name="connsiteY1" fmla="*/ 5640 h 6345"/>
                  <a:gd name="connsiteX2" fmla="*/ 6594 w 6343"/>
                  <a:gd name="connsiteY2" fmla="*/ 3396 h 6345"/>
                  <a:gd name="connsiteX3" fmla="*/ 5665 w 6343"/>
                  <a:gd name="connsiteY3" fmla="*/ 1153 h 6345"/>
                  <a:gd name="connsiteX4" fmla="*/ 3423 w 6343"/>
                  <a:gd name="connsiteY4" fmla="*/ 224 h 6345"/>
                  <a:gd name="connsiteX5" fmla="*/ 1180 w 6343"/>
                  <a:gd name="connsiteY5" fmla="*/ 1153 h 6345"/>
                  <a:gd name="connsiteX6" fmla="*/ 251 w 6343"/>
                  <a:gd name="connsiteY6" fmla="*/ 3396 h 6345"/>
                  <a:gd name="connsiteX7" fmla="*/ 1180 w 6343"/>
                  <a:gd name="connsiteY7" fmla="*/ 5640 h 6345"/>
                  <a:gd name="connsiteX8" fmla="*/ 3423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69"/>
                    </a:moveTo>
                    <a:cubicBezTo>
                      <a:pt x="4264" y="6569"/>
                      <a:pt x="5071" y="6235"/>
                      <a:pt x="5665" y="5640"/>
                    </a:cubicBezTo>
                    <a:cubicBezTo>
                      <a:pt x="6260" y="5045"/>
                      <a:pt x="6594" y="4238"/>
                      <a:pt x="6594" y="3396"/>
                    </a:cubicBezTo>
                    <a:cubicBezTo>
                      <a:pt x="6594" y="2555"/>
                      <a:pt x="6260" y="1748"/>
                      <a:pt x="5665" y="1153"/>
                    </a:cubicBezTo>
                    <a:cubicBezTo>
                      <a:pt x="5071" y="558"/>
                      <a:pt x="4264" y="224"/>
                      <a:pt x="3423" y="224"/>
                    </a:cubicBezTo>
                    <a:cubicBezTo>
                      <a:pt x="2582" y="224"/>
                      <a:pt x="1775" y="558"/>
                      <a:pt x="1180" y="1153"/>
                    </a:cubicBezTo>
                    <a:cubicBezTo>
                      <a:pt x="585" y="1748"/>
                      <a:pt x="251" y="2555"/>
                      <a:pt x="251" y="3396"/>
                    </a:cubicBezTo>
                    <a:cubicBezTo>
                      <a:pt x="251" y="4238"/>
                      <a:pt x="585" y="5045"/>
                      <a:pt x="1180" y="5640"/>
                    </a:cubicBezTo>
                    <a:cubicBezTo>
                      <a:pt x="1775" y="6235"/>
                      <a:pt x="2582" y="6569"/>
                      <a:pt x="3423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43" name="Freeform: Shape 4042">
                <a:extLst>
                  <a:ext uri="{FF2B5EF4-FFF2-40B4-BE49-F238E27FC236}">
                    <a16:creationId xmlns:a16="http://schemas.microsoft.com/office/drawing/2014/main" id="{8FEADCC9-1EE7-DC1F-95F2-E734FB4FC7D8}"/>
                  </a:ext>
                </a:extLst>
              </p:cNvPr>
              <p:cNvSpPr/>
              <p:nvPr/>
            </p:nvSpPr>
            <p:spPr>
              <a:xfrm>
                <a:off x="4034405" y="6319007"/>
                <a:ext cx="6343" cy="6345"/>
              </a:xfrm>
              <a:custGeom>
                <a:avLst/>
                <a:gdLst>
                  <a:gd name="connsiteX0" fmla="*/ 3422 w 6343"/>
                  <a:gd name="connsiteY0" fmla="*/ 6569 h 6345"/>
                  <a:gd name="connsiteX1" fmla="*/ 5665 w 6343"/>
                  <a:gd name="connsiteY1" fmla="*/ 5640 h 6345"/>
                  <a:gd name="connsiteX2" fmla="*/ 6594 w 6343"/>
                  <a:gd name="connsiteY2" fmla="*/ 3396 h 6345"/>
                  <a:gd name="connsiteX3" fmla="*/ 5665 w 6343"/>
                  <a:gd name="connsiteY3" fmla="*/ 1153 h 6345"/>
                  <a:gd name="connsiteX4" fmla="*/ 3422 w 6343"/>
                  <a:gd name="connsiteY4" fmla="*/ 224 h 6345"/>
                  <a:gd name="connsiteX5" fmla="*/ 1180 w 6343"/>
                  <a:gd name="connsiteY5" fmla="*/ 1153 h 6345"/>
                  <a:gd name="connsiteX6" fmla="*/ 251 w 6343"/>
                  <a:gd name="connsiteY6" fmla="*/ 3396 h 6345"/>
                  <a:gd name="connsiteX7" fmla="*/ 1180 w 6343"/>
                  <a:gd name="connsiteY7" fmla="*/ 5640 h 6345"/>
                  <a:gd name="connsiteX8" fmla="*/ 342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69"/>
                    </a:moveTo>
                    <a:cubicBezTo>
                      <a:pt x="4264" y="6569"/>
                      <a:pt x="5070" y="6235"/>
                      <a:pt x="5665" y="5640"/>
                    </a:cubicBezTo>
                    <a:cubicBezTo>
                      <a:pt x="6260" y="5045"/>
                      <a:pt x="6594" y="4238"/>
                      <a:pt x="6594" y="3396"/>
                    </a:cubicBezTo>
                    <a:cubicBezTo>
                      <a:pt x="6594" y="2555"/>
                      <a:pt x="6260" y="1748"/>
                      <a:pt x="5665" y="1153"/>
                    </a:cubicBezTo>
                    <a:cubicBezTo>
                      <a:pt x="5070" y="558"/>
                      <a:pt x="4264" y="224"/>
                      <a:pt x="3422" y="224"/>
                    </a:cubicBezTo>
                    <a:cubicBezTo>
                      <a:pt x="2581" y="224"/>
                      <a:pt x="1775" y="558"/>
                      <a:pt x="1180" y="1153"/>
                    </a:cubicBezTo>
                    <a:cubicBezTo>
                      <a:pt x="585" y="1748"/>
                      <a:pt x="251" y="2555"/>
                      <a:pt x="251" y="3396"/>
                    </a:cubicBezTo>
                    <a:cubicBezTo>
                      <a:pt x="251" y="4238"/>
                      <a:pt x="585" y="5045"/>
                      <a:pt x="1180" y="5640"/>
                    </a:cubicBezTo>
                    <a:cubicBezTo>
                      <a:pt x="1775" y="6235"/>
                      <a:pt x="2581" y="6569"/>
                      <a:pt x="342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44" name="Freeform: Shape 4043">
                <a:extLst>
                  <a:ext uri="{FF2B5EF4-FFF2-40B4-BE49-F238E27FC236}">
                    <a16:creationId xmlns:a16="http://schemas.microsoft.com/office/drawing/2014/main" id="{57B75C3A-DAC9-37FE-180A-6C08664A9F39}"/>
                  </a:ext>
                </a:extLst>
              </p:cNvPr>
              <p:cNvSpPr/>
              <p:nvPr/>
            </p:nvSpPr>
            <p:spPr>
              <a:xfrm>
                <a:off x="4030527" y="6318888"/>
                <a:ext cx="6343" cy="6345"/>
              </a:xfrm>
              <a:custGeom>
                <a:avLst/>
                <a:gdLst>
                  <a:gd name="connsiteX0" fmla="*/ 3422 w 6343"/>
                  <a:gd name="connsiteY0" fmla="*/ 6569 h 6345"/>
                  <a:gd name="connsiteX1" fmla="*/ 5665 w 6343"/>
                  <a:gd name="connsiteY1" fmla="*/ 5640 h 6345"/>
                  <a:gd name="connsiteX2" fmla="*/ 6594 w 6343"/>
                  <a:gd name="connsiteY2" fmla="*/ 3396 h 6345"/>
                  <a:gd name="connsiteX3" fmla="*/ 5665 w 6343"/>
                  <a:gd name="connsiteY3" fmla="*/ 1153 h 6345"/>
                  <a:gd name="connsiteX4" fmla="*/ 3422 w 6343"/>
                  <a:gd name="connsiteY4" fmla="*/ 224 h 6345"/>
                  <a:gd name="connsiteX5" fmla="*/ 1179 w 6343"/>
                  <a:gd name="connsiteY5" fmla="*/ 1153 h 6345"/>
                  <a:gd name="connsiteX6" fmla="*/ 251 w 6343"/>
                  <a:gd name="connsiteY6" fmla="*/ 3396 h 6345"/>
                  <a:gd name="connsiteX7" fmla="*/ 1179 w 6343"/>
                  <a:gd name="connsiteY7" fmla="*/ 5640 h 6345"/>
                  <a:gd name="connsiteX8" fmla="*/ 342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69"/>
                    </a:moveTo>
                    <a:cubicBezTo>
                      <a:pt x="4263" y="6569"/>
                      <a:pt x="5070" y="6235"/>
                      <a:pt x="5665" y="5640"/>
                    </a:cubicBezTo>
                    <a:cubicBezTo>
                      <a:pt x="6259" y="5045"/>
                      <a:pt x="6594" y="4238"/>
                      <a:pt x="6594" y="3396"/>
                    </a:cubicBezTo>
                    <a:cubicBezTo>
                      <a:pt x="6594" y="2555"/>
                      <a:pt x="6259" y="1748"/>
                      <a:pt x="5665" y="1153"/>
                    </a:cubicBezTo>
                    <a:cubicBezTo>
                      <a:pt x="5070" y="558"/>
                      <a:pt x="4263" y="224"/>
                      <a:pt x="3422" y="224"/>
                    </a:cubicBezTo>
                    <a:cubicBezTo>
                      <a:pt x="2581" y="224"/>
                      <a:pt x="1774" y="558"/>
                      <a:pt x="1179" y="1153"/>
                    </a:cubicBezTo>
                    <a:cubicBezTo>
                      <a:pt x="585" y="1748"/>
                      <a:pt x="251" y="2555"/>
                      <a:pt x="251" y="3396"/>
                    </a:cubicBezTo>
                    <a:cubicBezTo>
                      <a:pt x="251" y="4238"/>
                      <a:pt x="585" y="5045"/>
                      <a:pt x="1179" y="5640"/>
                    </a:cubicBezTo>
                    <a:cubicBezTo>
                      <a:pt x="1774" y="6235"/>
                      <a:pt x="2581" y="6569"/>
                      <a:pt x="342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45" name="Freeform: Shape 4044">
                <a:extLst>
                  <a:ext uri="{FF2B5EF4-FFF2-40B4-BE49-F238E27FC236}">
                    <a16:creationId xmlns:a16="http://schemas.microsoft.com/office/drawing/2014/main" id="{0298F66E-4A5B-C870-2E4E-A0104FB2CD96}"/>
                  </a:ext>
                </a:extLst>
              </p:cNvPr>
              <p:cNvSpPr/>
              <p:nvPr/>
            </p:nvSpPr>
            <p:spPr>
              <a:xfrm>
                <a:off x="4026585" y="6318469"/>
                <a:ext cx="6343" cy="6345"/>
              </a:xfrm>
              <a:custGeom>
                <a:avLst/>
                <a:gdLst>
                  <a:gd name="connsiteX0" fmla="*/ 3422 w 6343"/>
                  <a:gd name="connsiteY0" fmla="*/ 6569 h 6345"/>
                  <a:gd name="connsiteX1" fmla="*/ 5664 w 6343"/>
                  <a:gd name="connsiteY1" fmla="*/ 5640 h 6345"/>
                  <a:gd name="connsiteX2" fmla="*/ 6593 w 6343"/>
                  <a:gd name="connsiteY2" fmla="*/ 3396 h 6345"/>
                  <a:gd name="connsiteX3" fmla="*/ 5664 w 6343"/>
                  <a:gd name="connsiteY3" fmla="*/ 1153 h 6345"/>
                  <a:gd name="connsiteX4" fmla="*/ 3422 w 6343"/>
                  <a:gd name="connsiteY4" fmla="*/ 224 h 6345"/>
                  <a:gd name="connsiteX5" fmla="*/ 1179 w 6343"/>
                  <a:gd name="connsiteY5" fmla="*/ 1153 h 6345"/>
                  <a:gd name="connsiteX6" fmla="*/ 250 w 6343"/>
                  <a:gd name="connsiteY6" fmla="*/ 3396 h 6345"/>
                  <a:gd name="connsiteX7" fmla="*/ 1179 w 6343"/>
                  <a:gd name="connsiteY7" fmla="*/ 5640 h 6345"/>
                  <a:gd name="connsiteX8" fmla="*/ 342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69"/>
                    </a:moveTo>
                    <a:cubicBezTo>
                      <a:pt x="4263" y="6569"/>
                      <a:pt x="5070" y="6235"/>
                      <a:pt x="5664" y="5640"/>
                    </a:cubicBezTo>
                    <a:cubicBezTo>
                      <a:pt x="6259" y="5045"/>
                      <a:pt x="6593" y="4238"/>
                      <a:pt x="6593" y="3396"/>
                    </a:cubicBezTo>
                    <a:cubicBezTo>
                      <a:pt x="6593" y="2555"/>
                      <a:pt x="6259" y="1748"/>
                      <a:pt x="5664" y="1153"/>
                    </a:cubicBezTo>
                    <a:cubicBezTo>
                      <a:pt x="5070" y="558"/>
                      <a:pt x="4263" y="224"/>
                      <a:pt x="3422" y="224"/>
                    </a:cubicBezTo>
                    <a:cubicBezTo>
                      <a:pt x="2581" y="224"/>
                      <a:pt x="1774" y="558"/>
                      <a:pt x="1179" y="1153"/>
                    </a:cubicBezTo>
                    <a:cubicBezTo>
                      <a:pt x="584" y="1748"/>
                      <a:pt x="250" y="2555"/>
                      <a:pt x="250" y="3396"/>
                    </a:cubicBezTo>
                    <a:cubicBezTo>
                      <a:pt x="250" y="4238"/>
                      <a:pt x="584" y="5045"/>
                      <a:pt x="1179" y="5640"/>
                    </a:cubicBezTo>
                    <a:cubicBezTo>
                      <a:pt x="1774" y="6235"/>
                      <a:pt x="2581" y="6569"/>
                      <a:pt x="342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46" name="Freeform: Shape 4045">
                <a:extLst>
                  <a:ext uri="{FF2B5EF4-FFF2-40B4-BE49-F238E27FC236}">
                    <a16:creationId xmlns:a16="http://schemas.microsoft.com/office/drawing/2014/main" id="{208087AE-3CC3-963F-ED9B-87742FF7D596}"/>
                  </a:ext>
                </a:extLst>
              </p:cNvPr>
              <p:cNvSpPr/>
              <p:nvPr/>
            </p:nvSpPr>
            <p:spPr>
              <a:xfrm>
                <a:off x="4022736" y="6318345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4 w 6343"/>
                  <a:gd name="connsiteY1" fmla="*/ 5640 h 6345"/>
                  <a:gd name="connsiteX2" fmla="*/ 6593 w 6343"/>
                  <a:gd name="connsiteY2" fmla="*/ 3396 h 6345"/>
                  <a:gd name="connsiteX3" fmla="*/ 5664 w 6343"/>
                  <a:gd name="connsiteY3" fmla="*/ 1153 h 6345"/>
                  <a:gd name="connsiteX4" fmla="*/ 3421 w 6343"/>
                  <a:gd name="connsiteY4" fmla="*/ 224 h 6345"/>
                  <a:gd name="connsiteX5" fmla="*/ 1179 w 6343"/>
                  <a:gd name="connsiteY5" fmla="*/ 1153 h 6345"/>
                  <a:gd name="connsiteX6" fmla="*/ 250 w 6343"/>
                  <a:gd name="connsiteY6" fmla="*/ 3396 h 6345"/>
                  <a:gd name="connsiteX7" fmla="*/ 1179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3" y="6569"/>
                      <a:pt x="5069" y="6235"/>
                      <a:pt x="5664" y="5640"/>
                    </a:cubicBezTo>
                    <a:cubicBezTo>
                      <a:pt x="6259" y="5045"/>
                      <a:pt x="6593" y="4238"/>
                      <a:pt x="6593" y="3396"/>
                    </a:cubicBezTo>
                    <a:cubicBezTo>
                      <a:pt x="6593" y="2555"/>
                      <a:pt x="6259" y="1748"/>
                      <a:pt x="5664" y="1153"/>
                    </a:cubicBezTo>
                    <a:cubicBezTo>
                      <a:pt x="5069" y="558"/>
                      <a:pt x="4263" y="224"/>
                      <a:pt x="3421" y="224"/>
                    </a:cubicBezTo>
                    <a:cubicBezTo>
                      <a:pt x="2580" y="224"/>
                      <a:pt x="1774" y="558"/>
                      <a:pt x="1179" y="1153"/>
                    </a:cubicBezTo>
                    <a:cubicBezTo>
                      <a:pt x="584" y="1748"/>
                      <a:pt x="250" y="2555"/>
                      <a:pt x="250" y="3396"/>
                    </a:cubicBezTo>
                    <a:cubicBezTo>
                      <a:pt x="250" y="4238"/>
                      <a:pt x="584" y="5045"/>
                      <a:pt x="1179" y="5640"/>
                    </a:cubicBezTo>
                    <a:cubicBezTo>
                      <a:pt x="1774" y="6235"/>
                      <a:pt x="2580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47" name="Freeform: Shape 4046">
                <a:extLst>
                  <a:ext uri="{FF2B5EF4-FFF2-40B4-BE49-F238E27FC236}">
                    <a16:creationId xmlns:a16="http://schemas.microsoft.com/office/drawing/2014/main" id="{FDD88F0B-04EC-7F1A-AA5B-696A2C6DBC57}"/>
                  </a:ext>
                </a:extLst>
              </p:cNvPr>
              <p:cNvSpPr/>
              <p:nvPr/>
            </p:nvSpPr>
            <p:spPr>
              <a:xfrm>
                <a:off x="4018721" y="6317506"/>
                <a:ext cx="6343" cy="6345"/>
              </a:xfrm>
              <a:custGeom>
                <a:avLst/>
                <a:gdLst>
                  <a:gd name="connsiteX0" fmla="*/ 3421 w 6343"/>
                  <a:gd name="connsiteY0" fmla="*/ 6569 h 6345"/>
                  <a:gd name="connsiteX1" fmla="*/ 5664 w 6343"/>
                  <a:gd name="connsiteY1" fmla="*/ 5640 h 6345"/>
                  <a:gd name="connsiteX2" fmla="*/ 6593 w 6343"/>
                  <a:gd name="connsiteY2" fmla="*/ 3396 h 6345"/>
                  <a:gd name="connsiteX3" fmla="*/ 5664 w 6343"/>
                  <a:gd name="connsiteY3" fmla="*/ 1153 h 6345"/>
                  <a:gd name="connsiteX4" fmla="*/ 3421 w 6343"/>
                  <a:gd name="connsiteY4" fmla="*/ 224 h 6345"/>
                  <a:gd name="connsiteX5" fmla="*/ 1179 w 6343"/>
                  <a:gd name="connsiteY5" fmla="*/ 1153 h 6345"/>
                  <a:gd name="connsiteX6" fmla="*/ 250 w 6343"/>
                  <a:gd name="connsiteY6" fmla="*/ 3396 h 6345"/>
                  <a:gd name="connsiteX7" fmla="*/ 1179 w 6343"/>
                  <a:gd name="connsiteY7" fmla="*/ 5640 h 6345"/>
                  <a:gd name="connsiteX8" fmla="*/ 342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9"/>
                    </a:moveTo>
                    <a:cubicBezTo>
                      <a:pt x="4262" y="6569"/>
                      <a:pt x="5069" y="6235"/>
                      <a:pt x="5664" y="5640"/>
                    </a:cubicBezTo>
                    <a:cubicBezTo>
                      <a:pt x="6259" y="5045"/>
                      <a:pt x="6593" y="4238"/>
                      <a:pt x="6593" y="3396"/>
                    </a:cubicBezTo>
                    <a:cubicBezTo>
                      <a:pt x="6593" y="2555"/>
                      <a:pt x="6259" y="1748"/>
                      <a:pt x="5664" y="1153"/>
                    </a:cubicBezTo>
                    <a:cubicBezTo>
                      <a:pt x="5069" y="558"/>
                      <a:pt x="4262" y="224"/>
                      <a:pt x="3421" y="224"/>
                    </a:cubicBezTo>
                    <a:cubicBezTo>
                      <a:pt x="2580" y="224"/>
                      <a:pt x="1773" y="558"/>
                      <a:pt x="1179" y="1153"/>
                    </a:cubicBezTo>
                    <a:cubicBezTo>
                      <a:pt x="584" y="1748"/>
                      <a:pt x="250" y="2555"/>
                      <a:pt x="250" y="3396"/>
                    </a:cubicBezTo>
                    <a:cubicBezTo>
                      <a:pt x="250" y="4238"/>
                      <a:pt x="584" y="5045"/>
                      <a:pt x="1179" y="5640"/>
                    </a:cubicBezTo>
                    <a:cubicBezTo>
                      <a:pt x="1773" y="6235"/>
                      <a:pt x="2580" y="6569"/>
                      <a:pt x="342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48" name="Freeform: Shape 4047">
                <a:extLst>
                  <a:ext uri="{FF2B5EF4-FFF2-40B4-BE49-F238E27FC236}">
                    <a16:creationId xmlns:a16="http://schemas.microsoft.com/office/drawing/2014/main" id="{88AF370A-B1BB-694E-2466-723557B83A0C}"/>
                  </a:ext>
                </a:extLst>
              </p:cNvPr>
              <p:cNvSpPr/>
              <p:nvPr/>
            </p:nvSpPr>
            <p:spPr>
              <a:xfrm>
                <a:off x="4009461" y="6295047"/>
                <a:ext cx="6343" cy="6345"/>
              </a:xfrm>
              <a:custGeom>
                <a:avLst/>
                <a:gdLst>
                  <a:gd name="connsiteX0" fmla="*/ 3420 w 6343"/>
                  <a:gd name="connsiteY0" fmla="*/ 6567 h 6345"/>
                  <a:gd name="connsiteX1" fmla="*/ 5663 w 6343"/>
                  <a:gd name="connsiteY1" fmla="*/ 5638 h 6345"/>
                  <a:gd name="connsiteX2" fmla="*/ 6592 w 6343"/>
                  <a:gd name="connsiteY2" fmla="*/ 3395 h 6345"/>
                  <a:gd name="connsiteX3" fmla="*/ 5663 w 6343"/>
                  <a:gd name="connsiteY3" fmla="*/ 1151 h 6345"/>
                  <a:gd name="connsiteX4" fmla="*/ 3420 w 6343"/>
                  <a:gd name="connsiteY4" fmla="*/ 222 h 6345"/>
                  <a:gd name="connsiteX5" fmla="*/ 1178 w 6343"/>
                  <a:gd name="connsiteY5" fmla="*/ 1151 h 6345"/>
                  <a:gd name="connsiteX6" fmla="*/ 249 w 6343"/>
                  <a:gd name="connsiteY6" fmla="*/ 3395 h 6345"/>
                  <a:gd name="connsiteX7" fmla="*/ 1178 w 6343"/>
                  <a:gd name="connsiteY7" fmla="*/ 5638 h 6345"/>
                  <a:gd name="connsiteX8" fmla="*/ 3420 w 6343"/>
                  <a:gd name="connsiteY8" fmla="*/ 65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7"/>
                    </a:moveTo>
                    <a:cubicBezTo>
                      <a:pt x="4262" y="6567"/>
                      <a:pt x="5068" y="6233"/>
                      <a:pt x="5663" y="5638"/>
                    </a:cubicBezTo>
                    <a:cubicBezTo>
                      <a:pt x="6258" y="5043"/>
                      <a:pt x="6592" y="4236"/>
                      <a:pt x="6592" y="3395"/>
                    </a:cubicBezTo>
                    <a:cubicBezTo>
                      <a:pt x="6592" y="2553"/>
                      <a:pt x="6258" y="1746"/>
                      <a:pt x="5663" y="1151"/>
                    </a:cubicBezTo>
                    <a:cubicBezTo>
                      <a:pt x="5068" y="556"/>
                      <a:pt x="4262" y="222"/>
                      <a:pt x="3420" y="222"/>
                    </a:cubicBezTo>
                    <a:cubicBezTo>
                      <a:pt x="2579" y="222"/>
                      <a:pt x="1773" y="556"/>
                      <a:pt x="1178" y="1151"/>
                    </a:cubicBezTo>
                    <a:cubicBezTo>
                      <a:pt x="583" y="1746"/>
                      <a:pt x="249" y="2553"/>
                      <a:pt x="249" y="3395"/>
                    </a:cubicBezTo>
                    <a:cubicBezTo>
                      <a:pt x="249" y="4236"/>
                      <a:pt x="583" y="5043"/>
                      <a:pt x="1178" y="5638"/>
                    </a:cubicBezTo>
                    <a:cubicBezTo>
                      <a:pt x="1773" y="6233"/>
                      <a:pt x="2579" y="6567"/>
                      <a:pt x="3420" y="65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49" name="Freeform: Shape 4048">
                <a:extLst>
                  <a:ext uri="{FF2B5EF4-FFF2-40B4-BE49-F238E27FC236}">
                    <a16:creationId xmlns:a16="http://schemas.microsoft.com/office/drawing/2014/main" id="{F157BD8C-5D5B-9FE7-447D-4B757BBE273E}"/>
                  </a:ext>
                </a:extLst>
              </p:cNvPr>
              <p:cNvSpPr/>
              <p:nvPr/>
            </p:nvSpPr>
            <p:spPr>
              <a:xfrm>
                <a:off x="4006509" y="6297902"/>
                <a:ext cx="6343" cy="6345"/>
              </a:xfrm>
              <a:custGeom>
                <a:avLst/>
                <a:gdLst>
                  <a:gd name="connsiteX0" fmla="*/ 3420 w 6343"/>
                  <a:gd name="connsiteY0" fmla="*/ 6567 h 6345"/>
                  <a:gd name="connsiteX1" fmla="*/ 5663 w 6343"/>
                  <a:gd name="connsiteY1" fmla="*/ 5638 h 6345"/>
                  <a:gd name="connsiteX2" fmla="*/ 6592 w 6343"/>
                  <a:gd name="connsiteY2" fmla="*/ 3395 h 6345"/>
                  <a:gd name="connsiteX3" fmla="*/ 5663 w 6343"/>
                  <a:gd name="connsiteY3" fmla="*/ 1151 h 6345"/>
                  <a:gd name="connsiteX4" fmla="*/ 3420 w 6343"/>
                  <a:gd name="connsiteY4" fmla="*/ 222 h 6345"/>
                  <a:gd name="connsiteX5" fmla="*/ 1178 w 6343"/>
                  <a:gd name="connsiteY5" fmla="*/ 1151 h 6345"/>
                  <a:gd name="connsiteX6" fmla="*/ 249 w 6343"/>
                  <a:gd name="connsiteY6" fmla="*/ 3395 h 6345"/>
                  <a:gd name="connsiteX7" fmla="*/ 1178 w 6343"/>
                  <a:gd name="connsiteY7" fmla="*/ 5638 h 6345"/>
                  <a:gd name="connsiteX8" fmla="*/ 3420 w 6343"/>
                  <a:gd name="connsiteY8" fmla="*/ 65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7"/>
                    </a:moveTo>
                    <a:cubicBezTo>
                      <a:pt x="4261" y="6567"/>
                      <a:pt x="5068" y="6233"/>
                      <a:pt x="5663" y="5638"/>
                    </a:cubicBezTo>
                    <a:cubicBezTo>
                      <a:pt x="6258" y="5043"/>
                      <a:pt x="6592" y="4236"/>
                      <a:pt x="6592" y="3395"/>
                    </a:cubicBezTo>
                    <a:cubicBezTo>
                      <a:pt x="6592" y="2553"/>
                      <a:pt x="6258" y="1746"/>
                      <a:pt x="5663" y="1151"/>
                    </a:cubicBezTo>
                    <a:cubicBezTo>
                      <a:pt x="5068" y="556"/>
                      <a:pt x="4261" y="222"/>
                      <a:pt x="3420" y="222"/>
                    </a:cubicBezTo>
                    <a:cubicBezTo>
                      <a:pt x="2579" y="222"/>
                      <a:pt x="1772" y="556"/>
                      <a:pt x="1178" y="1151"/>
                    </a:cubicBezTo>
                    <a:cubicBezTo>
                      <a:pt x="583" y="1746"/>
                      <a:pt x="249" y="2553"/>
                      <a:pt x="249" y="3395"/>
                    </a:cubicBezTo>
                    <a:cubicBezTo>
                      <a:pt x="249" y="4236"/>
                      <a:pt x="583" y="5043"/>
                      <a:pt x="1178" y="5638"/>
                    </a:cubicBezTo>
                    <a:cubicBezTo>
                      <a:pt x="1772" y="6233"/>
                      <a:pt x="2579" y="6567"/>
                      <a:pt x="3420" y="65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50" name="Freeform: Shape 4049">
                <a:extLst>
                  <a:ext uri="{FF2B5EF4-FFF2-40B4-BE49-F238E27FC236}">
                    <a16:creationId xmlns:a16="http://schemas.microsoft.com/office/drawing/2014/main" id="{DD5B07F4-0A1B-44F5-7DF0-B55989CBA5FB}"/>
                  </a:ext>
                </a:extLst>
              </p:cNvPr>
              <p:cNvSpPr/>
              <p:nvPr/>
            </p:nvSpPr>
            <p:spPr>
              <a:xfrm>
                <a:off x="4003558" y="6300881"/>
                <a:ext cx="6343" cy="6345"/>
              </a:xfrm>
              <a:custGeom>
                <a:avLst/>
                <a:gdLst>
                  <a:gd name="connsiteX0" fmla="*/ 3420 w 6343"/>
                  <a:gd name="connsiteY0" fmla="*/ 6568 h 6345"/>
                  <a:gd name="connsiteX1" fmla="*/ 5663 w 6343"/>
                  <a:gd name="connsiteY1" fmla="*/ 5638 h 6345"/>
                  <a:gd name="connsiteX2" fmla="*/ 6592 w 6343"/>
                  <a:gd name="connsiteY2" fmla="*/ 3395 h 6345"/>
                  <a:gd name="connsiteX3" fmla="*/ 5663 w 6343"/>
                  <a:gd name="connsiteY3" fmla="*/ 1152 h 6345"/>
                  <a:gd name="connsiteX4" fmla="*/ 3420 w 6343"/>
                  <a:gd name="connsiteY4" fmla="*/ 222 h 6345"/>
                  <a:gd name="connsiteX5" fmla="*/ 1177 w 6343"/>
                  <a:gd name="connsiteY5" fmla="*/ 1152 h 6345"/>
                  <a:gd name="connsiteX6" fmla="*/ 248 w 6343"/>
                  <a:gd name="connsiteY6" fmla="*/ 3395 h 6345"/>
                  <a:gd name="connsiteX7" fmla="*/ 1177 w 6343"/>
                  <a:gd name="connsiteY7" fmla="*/ 5638 h 6345"/>
                  <a:gd name="connsiteX8" fmla="*/ 3420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8"/>
                    </a:moveTo>
                    <a:cubicBezTo>
                      <a:pt x="4261" y="6568"/>
                      <a:pt x="5068" y="6233"/>
                      <a:pt x="5663" y="5638"/>
                    </a:cubicBezTo>
                    <a:cubicBezTo>
                      <a:pt x="6257" y="5044"/>
                      <a:pt x="6592" y="4236"/>
                      <a:pt x="6592" y="3395"/>
                    </a:cubicBezTo>
                    <a:cubicBezTo>
                      <a:pt x="6592" y="2554"/>
                      <a:pt x="6257" y="1747"/>
                      <a:pt x="5663" y="1152"/>
                    </a:cubicBezTo>
                    <a:cubicBezTo>
                      <a:pt x="5068" y="557"/>
                      <a:pt x="4261" y="222"/>
                      <a:pt x="3420" y="222"/>
                    </a:cubicBezTo>
                    <a:cubicBezTo>
                      <a:pt x="2579" y="222"/>
                      <a:pt x="1772" y="557"/>
                      <a:pt x="1177" y="1152"/>
                    </a:cubicBezTo>
                    <a:cubicBezTo>
                      <a:pt x="583" y="1747"/>
                      <a:pt x="248" y="2554"/>
                      <a:pt x="248" y="3395"/>
                    </a:cubicBezTo>
                    <a:cubicBezTo>
                      <a:pt x="248" y="4236"/>
                      <a:pt x="583" y="5044"/>
                      <a:pt x="1177" y="5638"/>
                    </a:cubicBezTo>
                    <a:cubicBezTo>
                      <a:pt x="1772" y="6233"/>
                      <a:pt x="2579" y="6568"/>
                      <a:pt x="3420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51" name="Freeform: Shape 4050">
                <a:extLst>
                  <a:ext uri="{FF2B5EF4-FFF2-40B4-BE49-F238E27FC236}">
                    <a16:creationId xmlns:a16="http://schemas.microsoft.com/office/drawing/2014/main" id="{0CB044E4-0BA8-DB5D-E0AF-C1C691181A28}"/>
                  </a:ext>
                </a:extLst>
              </p:cNvPr>
              <p:cNvSpPr/>
              <p:nvPr/>
            </p:nvSpPr>
            <p:spPr>
              <a:xfrm>
                <a:off x="4000233" y="6302318"/>
                <a:ext cx="6343" cy="6345"/>
              </a:xfrm>
              <a:custGeom>
                <a:avLst/>
                <a:gdLst>
                  <a:gd name="connsiteX0" fmla="*/ 3420 w 6343"/>
                  <a:gd name="connsiteY0" fmla="*/ 6568 h 6345"/>
                  <a:gd name="connsiteX1" fmla="*/ 5662 w 6343"/>
                  <a:gd name="connsiteY1" fmla="*/ 5639 h 6345"/>
                  <a:gd name="connsiteX2" fmla="*/ 6591 w 6343"/>
                  <a:gd name="connsiteY2" fmla="*/ 3395 h 6345"/>
                  <a:gd name="connsiteX3" fmla="*/ 5662 w 6343"/>
                  <a:gd name="connsiteY3" fmla="*/ 1152 h 6345"/>
                  <a:gd name="connsiteX4" fmla="*/ 3420 w 6343"/>
                  <a:gd name="connsiteY4" fmla="*/ 222 h 6345"/>
                  <a:gd name="connsiteX5" fmla="*/ 1177 w 6343"/>
                  <a:gd name="connsiteY5" fmla="*/ 1152 h 6345"/>
                  <a:gd name="connsiteX6" fmla="*/ 248 w 6343"/>
                  <a:gd name="connsiteY6" fmla="*/ 3395 h 6345"/>
                  <a:gd name="connsiteX7" fmla="*/ 1177 w 6343"/>
                  <a:gd name="connsiteY7" fmla="*/ 5639 h 6345"/>
                  <a:gd name="connsiteX8" fmla="*/ 3420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8"/>
                    </a:moveTo>
                    <a:cubicBezTo>
                      <a:pt x="4261" y="6568"/>
                      <a:pt x="5068" y="6234"/>
                      <a:pt x="5662" y="5639"/>
                    </a:cubicBezTo>
                    <a:cubicBezTo>
                      <a:pt x="6257" y="5044"/>
                      <a:pt x="6591" y="4237"/>
                      <a:pt x="6591" y="3395"/>
                    </a:cubicBezTo>
                    <a:cubicBezTo>
                      <a:pt x="6591" y="2554"/>
                      <a:pt x="6257" y="1747"/>
                      <a:pt x="5662" y="1152"/>
                    </a:cubicBezTo>
                    <a:cubicBezTo>
                      <a:pt x="5068" y="557"/>
                      <a:pt x="4261" y="222"/>
                      <a:pt x="3420" y="222"/>
                    </a:cubicBezTo>
                    <a:cubicBezTo>
                      <a:pt x="2579" y="222"/>
                      <a:pt x="1772" y="557"/>
                      <a:pt x="1177" y="1152"/>
                    </a:cubicBezTo>
                    <a:cubicBezTo>
                      <a:pt x="582" y="1747"/>
                      <a:pt x="248" y="2554"/>
                      <a:pt x="248" y="3395"/>
                    </a:cubicBezTo>
                    <a:cubicBezTo>
                      <a:pt x="248" y="4237"/>
                      <a:pt x="582" y="5044"/>
                      <a:pt x="1177" y="5639"/>
                    </a:cubicBezTo>
                    <a:cubicBezTo>
                      <a:pt x="1772" y="6234"/>
                      <a:pt x="2579" y="6568"/>
                      <a:pt x="3420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52" name="Freeform: Shape 4051">
                <a:extLst>
                  <a:ext uri="{FF2B5EF4-FFF2-40B4-BE49-F238E27FC236}">
                    <a16:creationId xmlns:a16="http://schemas.microsoft.com/office/drawing/2014/main" id="{15EB8DBE-EB16-DDC2-EE7A-81F22B949FFB}"/>
                  </a:ext>
                </a:extLst>
              </p:cNvPr>
              <p:cNvSpPr/>
              <p:nvPr/>
            </p:nvSpPr>
            <p:spPr>
              <a:xfrm>
                <a:off x="3997138" y="6304848"/>
                <a:ext cx="6343" cy="6345"/>
              </a:xfrm>
              <a:custGeom>
                <a:avLst/>
                <a:gdLst>
                  <a:gd name="connsiteX0" fmla="*/ 3419 w 6343"/>
                  <a:gd name="connsiteY0" fmla="*/ 6568 h 6345"/>
                  <a:gd name="connsiteX1" fmla="*/ 5662 w 6343"/>
                  <a:gd name="connsiteY1" fmla="*/ 5639 h 6345"/>
                  <a:gd name="connsiteX2" fmla="*/ 6591 w 6343"/>
                  <a:gd name="connsiteY2" fmla="*/ 3395 h 6345"/>
                  <a:gd name="connsiteX3" fmla="*/ 5662 w 6343"/>
                  <a:gd name="connsiteY3" fmla="*/ 1152 h 6345"/>
                  <a:gd name="connsiteX4" fmla="*/ 3419 w 6343"/>
                  <a:gd name="connsiteY4" fmla="*/ 223 h 6345"/>
                  <a:gd name="connsiteX5" fmla="*/ 1177 w 6343"/>
                  <a:gd name="connsiteY5" fmla="*/ 1152 h 6345"/>
                  <a:gd name="connsiteX6" fmla="*/ 248 w 6343"/>
                  <a:gd name="connsiteY6" fmla="*/ 3395 h 6345"/>
                  <a:gd name="connsiteX7" fmla="*/ 1177 w 6343"/>
                  <a:gd name="connsiteY7" fmla="*/ 5639 h 6345"/>
                  <a:gd name="connsiteX8" fmla="*/ 3419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8"/>
                    </a:moveTo>
                    <a:cubicBezTo>
                      <a:pt x="4261" y="6568"/>
                      <a:pt x="5067" y="6234"/>
                      <a:pt x="5662" y="5639"/>
                    </a:cubicBezTo>
                    <a:cubicBezTo>
                      <a:pt x="6257" y="5044"/>
                      <a:pt x="6591" y="4237"/>
                      <a:pt x="6591" y="3395"/>
                    </a:cubicBezTo>
                    <a:cubicBezTo>
                      <a:pt x="6591" y="2554"/>
                      <a:pt x="6257" y="1747"/>
                      <a:pt x="5662" y="1152"/>
                    </a:cubicBezTo>
                    <a:cubicBezTo>
                      <a:pt x="5067" y="557"/>
                      <a:pt x="4261" y="223"/>
                      <a:pt x="3419" y="223"/>
                    </a:cubicBezTo>
                    <a:cubicBezTo>
                      <a:pt x="2578" y="223"/>
                      <a:pt x="1772" y="557"/>
                      <a:pt x="1177" y="1152"/>
                    </a:cubicBezTo>
                    <a:cubicBezTo>
                      <a:pt x="582" y="1747"/>
                      <a:pt x="248" y="2554"/>
                      <a:pt x="248" y="3395"/>
                    </a:cubicBezTo>
                    <a:cubicBezTo>
                      <a:pt x="248" y="4237"/>
                      <a:pt x="582" y="5044"/>
                      <a:pt x="1177" y="5639"/>
                    </a:cubicBezTo>
                    <a:cubicBezTo>
                      <a:pt x="1772" y="6234"/>
                      <a:pt x="2578" y="6568"/>
                      <a:pt x="3419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53" name="Freeform: Shape 4052">
                <a:extLst>
                  <a:ext uri="{FF2B5EF4-FFF2-40B4-BE49-F238E27FC236}">
                    <a16:creationId xmlns:a16="http://schemas.microsoft.com/office/drawing/2014/main" id="{C23DC3E9-3DC2-35F2-B049-108CCD05F7AD}"/>
                  </a:ext>
                </a:extLst>
              </p:cNvPr>
              <p:cNvSpPr/>
              <p:nvPr/>
            </p:nvSpPr>
            <p:spPr>
              <a:xfrm>
                <a:off x="3994007" y="6307314"/>
                <a:ext cx="6343" cy="6345"/>
              </a:xfrm>
              <a:custGeom>
                <a:avLst/>
                <a:gdLst>
                  <a:gd name="connsiteX0" fmla="*/ 3419 w 6343"/>
                  <a:gd name="connsiteY0" fmla="*/ 6568 h 6345"/>
                  <a:gd name="connsiteX1" fmla="*/ 5662 w 6343"/>
                  <a:gd name="connsiteY1" fmla="*/ 5639 h 6345"/>
                  <a:gd name="connsiteX2" fmla="*/ 6591 w 6343"/>
                  <a:gd name="connsiteY2" fmla="*/ 3396 h 6345"/>
                  <a:gd name="connsiteX3" fmla="*/ 5662 w 6343"/>
                  <a:gd name="connsiteY3" fmla="*/ 1152 h 6345"/>
                  <a:gd name="connsiteX4" fmla="*/ 3419 w 6343"/>
                  <a:gd name="connsiteY4" fmla="*/ 223 h 6345"/>
                  <a:gd name="connsiteX5" fmla="*/ 1177 w 6343"/>
                  <a:gd name="connsiteY5" fmla="*/ 1152 h 6345"/>
                  <a:gd name="connsiteX6" fmla="*/ 248 w 6343"/>
                  <a:gd name="connsiteY6" fmla="*/ 3396 h 6345"/>
                  <a:gd name="connsiteX7" fmla="*/ 1177 w 6343"/>
                  <a:gd name="connsiteY7" fmla="*/ 5639 h 6345"/>
                  <a:gd name="connsiteX8" fmla="*/ 3419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8"/>
                    </a:moveTo>
                    <a:cubicBezTo>
                      <a:pt x="4260" y="6568"/>
                      <a:pt x="5067" y="6234"/>
                      <a:pt x="5662" y="5639"/>
                    </a:cubicBezTo>
                    <a:cubicBezTo>
                      <a:pt x="6257" y="5044"/>
                      <a:pt x="6591" y="4237"/>
                      <a:pt x="6591" y="3396"/>
                    </a:cubicBezTo>
                    <a:cubicBezTo>
                      <a:pt x="6591" y="2554"/>
                      <a:pt x="6257" y="1747"/>
                      <a:pt x="5662" y="1152"/>
                    </a:cubicBezTo>
                    <a:cubicBezTo>
                      <a:pt x="5067" y="557"/>
                      <a:pt x="4260" y="223"/>
                      <a:pt x="3419" y="223"/>
                    </a:cubicBezTo>
                    <a:cubicBezTo>
                      <a:pt x="2578" y="223"/>
                      <a:pt x="1771" y="557"/>
                      <a:pt x="1177" y="1152"/>
                    </a:cubicBezTo>
                    <a:cubicBezTo>
                      <a:pt x="582" y="1747"/>
                      <a:pt x="248" y="2554"/>
                      <a:pt x="248" y="3396"/>
                    </a:cubicBezTo>
                    <a:cubicBezTo>
                      <a:pt x="248" y="4237"/>
                      <a:pt x="582" y="5044"/>
                      <a:pt x="1177" y="5639"/>
                    </a:cubicBezTo>
                    <a:cubicBezTo>
                      <a:pt x="1771" y="6234"/>
                      <a:pt x="2578" y="6568"/>
                      <a:pt x="3419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54" name="Freeform: Shape 4053">
                <a:extLst>
                  <a:ext uri="{FF2B5EF4-FFF2-40B4-BE49-F238E27FC236}">
                    <a16:creationId xmlns:a16="http://schemas.microsoft.com/office/drawing/2014/main" id="{8E450536-3DC9-F5E6-1E6E-8033ED60A88F}"/>
                  </a:ext>
                </a:extLst>
              </p:cNvPr>
              <p:cNvSpPr/>
              <p:nvPr/>
            </p:nvSpPr>
            <p:spPr>
              <a:xfrm>
                <a:off x="3990507" y="6308092"/>
                <a:ext cx="6343" cy="6345"/>
              </a:xfrm>
              <a:custGeom>
                <a:avLst/>
                <a:gdLst>
                  <a:gd name="connsiteX0" fmla="*/ 3419 w 6343"/>
                  <a:gd name="connsiteY0" fmla="*/ 6568 h 6345"/>
                  <a:gd name="connsiteX1" fmla="*/ 5662 w 6343"/>
                  <a:gd name="connsiteY1" fmla="*/ 5639 h 6345"/>
                  <a:gd name="connsiteX2" fmla="*/ 6590 w 6343"/>
                  <a:gd name="connsiteY2" fmla="*/ 3396 h 6345"/>
                  <a:gd name="connsiteX3" fmla="*/ 5662 w 6343"/>
                  <a:gd name="connsiteY3" fmla="*/ 1152 h 6345"/>
                  <a:gd name="connsiteX4" fmla="*/ 3419 w 6343"/>
                  <a:gd name="connsiteY4" fmla="*/ 223 h 6345"/>
                  <a:gd name="connsiteX5" fmla="*/ 1176 w 6343"/>
                  <a:gd name="connsiteY5" fmla="*/ 1152 h 6345"/>
                  <a:gd name="connsiteX6" fmla="*/ 247 w 6343"/>
                  <a:gd name="connsiteY6" fmla="*/ 3396 h 6345"/>
                  <a:gd name="connsiteX7" fmla="*/ 1176 w 6343"/>
                  <a:gd name="connsiteY7" fmla="*/ 5639 h 6345"/>
                  <a:gd name="connsiteX8" fmla="*/ 3419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8"/>
                    </a:moveTo>
                    <a:cubicBezTo>
                      <a:pt x="4260" y="6568"/>
                      <a:pt x="5067" y="6234"/>
                      <a:pt x="5662" y="5639"/>
                    </a:cubicBezTo>
                    <a:cubicBezTo>
                      <a:pt x="6256" y="5044"/>
                      <a:pt x="6590" y="4237"/>
                      <a:pt x="6590" y="3396"/>
                    </a:cubicBezTo>
                    <a:cubicBezTo>
                      <a:pt x="6590" y="2554"/>
                      <a:pt x="6256" y="1747"/>
                      <a:pt x="5662" y="1152"/>
                    </a:cubicBezTo>
                    <a:cubicBezTo>
                      <a:pt x="5067" y="557"/>
                      <a:pt x="4260" y="223"/>
                      <a:pt x="3419" y="223"/>
                    </a:cubicBezTo>
                    <a:cubicBezTo>
                      <a:pt x="2578" y="223"/>
                      <a:pt x="1771" y="557"/>
                      <a:pt x="1176" y="1152"/>
                    </a:cubicBezTo>
                    <a:cubicBezTo>
                      <a:pt x="582" y="1747"/>
                      <a:pt x="247" y="2554"/>
                      <a:pt x="247" y="3396"/>
                    </a:cubicBezTo>
                    <a:cubicBezTo>
                      <a:pt x="247" y="4237"/>
                      <a:pt x="582" y="5044"/>
                      <a:pt x="1176" y="5639"/>
                    </a:cubicBezTo>
                    <a:cubicBezTo>
                      <a:pt x="1771" y="6234"/>
                      <a:pt x="2578" y="6568"/>
                      <a:pt x="3419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55" name="Freeform: Shape 4054">
                <a:extLst>
                  <a:ext uri="{FF2B5EF4-FFF2-40B4-BE49-F238E27FC236}">
                    <a16:creationId xmlns:a16="http://schemas.microsoft.com/office/drawing/2014/main" id="{AB355452-3382-F05C-9332-F06E854AFCE5}"/>
                  </a:ext>
                </a:extLst>
              </p:cNvPr>
              <p:cNvSpPr/>
              <p:nvPr/>
            </p:nvSpPr>
            <p:spPr>
              <a:xfrm>
                <a:off x="3987427" y="6310986"/>
                <a:ext cx="6343" cy="6345"/>
              </a:xfrm>
              <a:custGeom>
                <a:avLst/>
                <a:gdLst>
                  <a:gd name="connsiteX0" fmla="*/ 3419 w 6343"/>
                  <a:gd name="connsiteY0" fmla="*/ 6569 h 6345"/>
                  <a:gd name="connsiteX1" fmla="*/ 5661 w 6343"/>
                  <a:gd name="connsiteY1" fmla="*/ 5639 h 6345"/>
                  <a:gd name="connsiteX2" fmla="*/ 6590 w 6343"/>
                  <a:gd name="connsiteY2" fmla="*/ 3396 h 6345"/>
                  <a:gd name="connsiteX3" fmla="*/ 5661 w 6343"/>
                  <a:gd name="connsiteY3" fmla="*/ 1152 h 6345"/>
                  <a:gd name="connsiteX4" fmla="*/ 3419 w 6343"/>
                  <a:gd name="connsiteY4" fmla="*/ 223 h 6345"/>
                  <a:gd name="connsiteX5" fmla="*/ 1176 w 6343"/>
                  <a:gd name="connsiteY5" fmla="*/ 1152 h 6345"/>
                  <a:gd name="connsiteX6" fmla="*/ 247 w 6343"/>
                  <a:gd name="connsiteY6" fmla="*/ 3396 h 6345"/>
                  <a:gd name="connsiteX7" fmla="*/ 1176 w 6343"/>
                  <a:gd name="connsiteY7" fmla="*/ 5639 h 6345"/>
                  <a:gd name="connsiteX8" fmla="*/ 3419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9"/>
                    </a:moveTo>
                    <a:cubicBezTo>
                      <a:pt x="4260" y="6569"/>
                      <a:pt x="5067" y="6234"/>
                      <a:pt x="5661" y="5639"/>
                    </a:cubicBezTo>
                    <a:cubicBezTo>
                      <a:pt x="6256" y="5044"/>
                      <a:pt x="6590" y="4237"/>
                      <a:pt x="6590" y="3396"/>
                    </a:cubicBezTo>
                    <a:cubicBezTo>
                      <a:pt x="6590" y="2554"/>
                      <a:pt x="6256" y="1747"/>
                      <a:pt x="5661" y="1152"/>
                    </a:cubicBezTo>
                    <a:cubicBezTo>
                      <a:pt x="5067" y="557"/>
                      <a:pt x="4260" y="223"/>
                      <a:pt x="3419" y="223"/>
                    </a:cubicBezTo>
                    <a:cubicBezTo>
                      <a:pt x="2578" y="223"/>
                      <a:pt x="1771" y="557"/>
                      <a:pt x="1176" y="1152"/>
                    </a:cubicBezTo>
                    <a:cubicBezTo>
                      <a:pt x="581" y="1747"/>
                      <a:pt x="247" y="2554"/>
                      <a:pt x="247" y="3396"/>
                    </a:cubicBezTo>
                    <a:cubicBezTo>
                      <a:pt x="247" y="4237"/>
                      <a:pt x="581" y="5044"/>
                      <a:pt x="1176" y="5639"/>
                    </a:cubicBezTo>
                    <a:cubicBezTo>
                      <a:pt x="1771" y="6234"/>
                      <a:pt x="2578" y="6569"/>
                      <a:pt x="3419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56" name="Freeform: Shape 4055">
                <a:extLst>
                  <a:ext uri="{FF2B5EF4-FFF2-40B4-BE49-F238E27FC236}">
                    <a16:creationId xmlns:a16="http://schemas.microsoft.com/office/drawing/2014/main" id="{4EFE8C64-E330-1EA9-7665-4945C27373F9}"/>
                  </a:ext>
                </a:extLst>
              </p:cNvPr>
              <p:cNvSpPr/>
              <p:nvPr/>
            </p:nvSpPr>
            <p:spPr>
              <a:xfrm>
                <a:off x="3984182" y="6313166"/>
                <a:ext cx="6343" cy="6345"/>
              </a:xfrm>
              <a:custGeom>
                <a:avLst/>
                <a:gdLst>
                  <a:gd name="connsiteX0" fmla="*/ 3418 w 6343"/>
                  <a:gd name="connsiteY0" fmla="*/ 6569 h 6345"/>
                  <a:gd name="connsiteX1" fmla="*/ 5661 w 6343"/>
                  <a:gd name="connsiteY1" fmla="*/ 5639 h 6345"/>
                  <a:gd name="connsiteX2" fmla="*/ 6590 w 6343"/>
                  <a:gd name="connsiteY2" fmla="*/ 3396 h 6345"/>
                  <a:gd name="connsiteX3" fmla="*/ 5661 w 6343"/>
                  <a:gd name="connsiteY3" fmla="*/ 1153 h 6345"/>
                  <a:gd name="connsiteX4" fmla="*/ 3418 w 6343"/>
                  <a:gd name="connsiteY4" fmla="*/ 223 h 6345"/>
                  <a:gd name="connsiteX5" fmla="*/ 1176 w 6343"/>
                  <a:gd name="connsiteY5" fmla="*/ 1153 h 6345"/>
                  <a:gd name="connsiteX6" fmla="*/ 247 w 6343"/>
                  <a:gd name="connsiteY6" fmla="*/ 3396 h 6345"/>
                  <a:gd name="connsiteX7" fmla="*/ 1176 w 6343"/>
                  <a:gd name="connsiteY7" fmla="*/ 5639 h 6345"/>
                  <a:gd name="connsiteX8" fmla="*/ 3418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9"/>
                    </a:moveTo>
                    <a:cubicBezTo>
                      <a:pt x="4260" y="6569"/>
                      <a:pt x="5066" y="6234"/>
                      <a:pt x="5661" y="5639"/>
                    </a:cubicBezTo>
                    <a:cubicBezTo>
                      <a:pt x="6256" y="5044"/>
                      <a:pt x="6590" y="4237"/>
                      <a:pt x="6590" y="3396"/>
                    </a:cubicBezTo>
                    <a:cubicBezTo>
                      <a:pt x="6590" y="2555"/>
                      <a:pt x="6256" y="1748"/>
                      <a:pt x="5661" y="1153"/>
                    </a:cubicBezTo>
                    <a:cubicBezTo>
                      <a:pt x="5066" y="558"/>
                      <a:pt x="4260" y="223"/>
                      <a:pt x="3418" y="223"/>
                    </a:cubicBezTo>
                    <a:cubicBezTo>
                      <a:pt x="2577" y="223"/>
                      <a:pt x="1771" y="558"/>
                      <a:pt x="1176" y="1153"/>
                    </a:cubicBezTo>
                    <a:cubicBezTo>
                      <a:pt x="581" y="1748"/>
                      <a:pt x="247" y="2555"/>
                      <a:pt x="247" y="3396"/>
                    </a:cubicBezTo>
                    <a:cubicBezTo>
                      <a:pt x="247" y="4237"/>
                      <a:pt x="581" y="5044"/>
                      <a:pt x="1176" y="5639"/>
                    </a:cubicBezTo>
                    <a:cubicBezTo>
                      <a:pt x="1771" y="6234"/>
                      <a:pt x="2577" y="6569"/>
                      <a:pt x="3418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57" name="Freeform: Shape 4056">
                <a:extLst>
                  <a:ext uri="{FF2B5EF4-FFF2-40B4-BE49-F238E27FC236}">
                    <a16:creationId xmlns:a16="http://schemas.microsoft.com/office/drawing/2014/main" id="{A1F0518A-5008-6F83-7A53-AAA10DA906BF}"/>
                  </a:ext>
                </a:extLst>
              </p:cNvPr>
              <p:cNvSpPr/>
              <p:nvPr/>
            </p:nvSpPr>
            <p:spPr>
              <a:xfrm>
                <a:off x="3981010" y="6315841"/>
                <a:ext cx="6343" cy="6345"/>
              </a:xfrm>
              <a:custGeom>
                <a:avLst/>
                <a:gdLst>
                  <a:gd name="connsiteX0" fmla="*/ 3418 w 6343"/>
                  <a:gd name="connsiteY0" fmla="*/ 6569 h 6345"/>
                  <a:gd name="connsiteX1" fmla="*/ 5661 w 6343"/>
                  <a:gd name="connsiteY1" fmla="*/ 5640 h 6345"/>
                  <a:gd name="connsiteX2" fmla="*/ 6590 w 6343"/>
                  <a:gd name="connsiteY2" fmla="*/ 3396 h 6345"/>
                  <a:gd name="connsiteX3" fmla="*/ 5661 w 6343"/>
                  <a:gd name="connsiteY3" fmla="*/ 1153 h 6345"/>
                  <a:gd name="connsiteX4" fmla="*/ 3418 w 6343"/>
                  <a:gd name="connsiteY4" fmla="*/ 223 h 6345"/>
                  <a:gd name="connsiteX5" fmla="*/ 1176 w 6343"/>
                  <a:gd name="connsiteY5" fmla="*/ 1153 h 6345"/>
                  <a:gd name="connsiteX6" fmla="*/ 247 w 6343"/>
                  <a:gd name="connsiteY6" fmla="*/ 3396 h 6345"/>
                  <a:gd name="connsiteX7" fmla="*/ 1176 w 6343"/>
                  <a:gd name="connsiteY7" fmla="*/ 5640 h 6345"/>
                  <a:gd name="connsiteX8" fmla="*/ 3418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9"/>
                    </a:moveTo>
                    <a:cubicBezTo>
                      <a:pt x="4259" y="6569"/>
                      <a:pt x="5066" y="6235"/>
                      <a:pt x="5661" y="5640"/>
                    </a:cubicBezTo>
                    <a:cubicBezTo>
                      <a:pt x="6256" y="5045"/>
                      <a:pt x="6590" y="4238"/>
                      <a:pt x="6590" y="3396"/>
                    </a:cubicBezTo>
                    <a:cubicBezTo>
                      <a:pt x="6590" y="2555"/>
                      <a:pt x="6256" y="1748"/>
                      <a:pt x="5661" y="1153"/>
                    </a:cubicBezTo>
                    <a:cubicBezTo>
                      <a:pt x="5066" y="558"/>
                      <a:pt x="4259" y="223"/>
                      <a:pt x="3418" y="223"/>
                    </a:cubicBezTo>
                    <a:cubicBezTo>
                      <a:pt x="2577" y="223"/>
                      <a:pt x="1770" y="558"/>
                      <a:pt x="1176" y="1153"/>
                    </a:cubicBezTo>
                    <a:cubicBezTo>
                      <a:pt x="581" y="1748"/>
                      <a:pt x="247" y="2555"/>
                      <a:pt x="247" y="3396"/>
                    </a:cubicBezTo>
                    <a:cubicBezTo>
                      <a:pt x="247" y="4238"/>
                      <a:pt x="581" y="5045"/>
                      <a:pt x="1176" y="5640"/>
                    </a:cubicBezTo>
                    <a:cubicBezTo>
                      <a:pt x="1770" y="6235"/>
                      <a:pt x="2577" y="6569"/>
                      <a:pt x="3418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58" name="Freeform: Shape 4057">
                <a:extLst>
                  <a:ext uri="{FF2B5EF4-FFF2-40B4-BE49-F238E27FC236}">
                    <a16:creationId xmlns:a16="http://schemas.microsoft.com/office/drawing/2014/main" id="{F4436A9A-D3D1-8EAD-9C8D-6048F1AC0BD0}"/>
                  </a:ext>
                </a:extLst>
              </p:cNvPr>
              <p:cNvSpPr/>
              <p:nvPr/>
            </p:nvSpPr>
            <p:spPr>
              <a:xfrm>
                <a:off x="3977248" y="6315373"/>
                <a:ext cx="6343" cy="6345"/>
              </a:xfrm>
              <a:custGeom>
                <a:avLst/>
                <a:gdLst>
                  <a:gd name="connsiteX0" fmla="*/ 3418 w 6343"/>
                  <a:gd name="connsiteY0" fmla="*/ 6569 h 6345"/>
                  <a:gd name="connsiteX1" fmla="*/ 5661 w 6343"/>
                  <a:gd name="connsiteY1" fmla="*/ 5640 h 6345"/>
                  <a:gd name="connsiteX2" fmla="*/ 6589 w 6343"/>
                  <a:gd name="connsiteY2" fmla="*/ 3396 h 6345"/>
                  <a:gd name="connsiteX3" fmla="*/ 5661 w 6343"/>
                  <a:gd name="connsiteY3" fmla="*/ 1153 h 6345"/>
                  <a:gd name="connsiteX4" fmla="*/ 3418 w 6343"/>
                  <a:gd name="connsiteY4" fmla="*/ 223 h 6345"/>
                  <a:gd name="connsiteX5" fmla="*/ 1175 w 6343"/>
                  <a:gd name="connsiteY5" fmla="*/ 1153 h 6345"/>
                  <a:gd name="connsiteX6" fmla="*/ 246 w 6343"/>
                  <a:gd name="connsiteY6" fmla="*/ 3396 h 6345"/>
                  <a:gd name="connsiteX7" fmla="*/ 1175 w 6343"/>
                  <a:gd name="connsiteY7" fmla="*/ 5640 h 6345"/>
                  <a:gd name="connsiteX8" fmla="*/ 3418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9"/>
                    </a:moveTo>
                    <a:cubicBezTo>
                      <a:pt x="4259" y="6569"/>
                      <a:pt x="5066" y="6235"/>
                      <a:pt x="5661" y="5640"/>
                    </a:cubicBezTo>
                    <a:cubicBezTo>
                      <a:pt x="6255" y="5045"/>
                      <a:pt x="6589" y="4238"/>
                      <a:pt x="6589" y="3396"/>
                    </a:cubicBezTo>
                    <a:cubicBezTo>
                      <a:pt x="6589" y="2555"/>
                      <a:pt x="6255" y="1748"/>
                      <a:pt x="5661" y="1153"/>
                    </a:cubicBezTo>
                    <a:cubicBezTo>
                      <a:pt x="5066" y="558"/>
                      <a:pt x="4259" y="223"/>
                      <a:pt x="3418" y="223"/>
                    </a:cubicBezTo>
                    <a:cubicBezTo>
                      <a:pt x="2577" y="223"/>
                      <a:pt x="1770" y="558"/>
                      <a:pt x="1175" y="1153"/>
                    </a:cubicBezTo>
                    <a:cubicBezTo>
                      <a:pt x="581" y="1748"/>
                      <a:pt x="246" y="2555"/>
                      <a:pt x="246" y="3396"/>
                    </a:cubicBezTo>
                    <a:cubicBezTo>
                      <a:pt x="246" y="4238"/>
                      <a:pt x="581" y="5045"/>
                      <a:pt x="1175" y="5640"/>
                    </a:cubicBezTo>
                    <a:cubicBezTo>
                      <a:pt x="1770" y="6235"/>
                      <a:pt x="2577" y="6569"/>
                      <a:pt x="3418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59" name="Freeform: Shape 4058">
                <a:extLst>
                  <a:ext uri="{FF2B5EF4-FFF2-40B4-BE49-F238E27FC236}">
                    <a16:creationId xmlns:a16="http://schemas.microsoft.com/office/drawing/2014/main" id="{96F880ED-2AA8-AF85-EE0D-91996BC98EA7}"/>
                  </a:ext>
                </a:extLst>
              </p:cNvPr>
              <p:cNvSpPr/>
              <p:nvPr/>
            </p:nvSpPr>
            <p:spPr>
              <a:xfrm>
                <a:off x="3973544" y="6315161"/>
                <a:ext cx="6343" cy="6345"/>
              </a:xfrm>
              <a:custGeom>
                <a:avLst/>
                <a:gdLst>
                  <a:gd name="connsiteX0" fmla="*/ 3418 w 6343"/>
                  <a:gd name="connsiteY0" fmla="*/ 6569 h 6345"/>
                  <a:gd name="connsiteX1" fmla="*/ 5660 w 6343"/>
                  <a:gd name="connsiteY1" fmla="*/ 5640 h 6345"/>
                  <a:gd name="connsiteX2" fmla="*/ 6589 w 6343"/>
                  <a:gd name="connsiteY2" fmla="*/ 3396 h 6345"/>
                  <a:gd name="connsiteX3" fmla="*/ 5660 w 6343"/>
                  <a:gd name="connsiteY3" fmla="*/ 1153 h 6345"/>
                  <a:gd name="connsiteX4" fmla="*/ 3418 w 6343"/>
                  <a:gd name="connsiteY4" fmla="*/ 223 h 6345"/>
                  <a:gd name="connsiteX5" fmla="*/ 1175 w 6343"/>
                  <a:gd name="connsiteY5" fmla="*/ 1153 h 6345"/>
                  <a:gd name="connsiteX6" fmla="*/ 246 w 6343"/>
                  <a:gd name="connsiteY6" fmla="*/ 3396 h 6345"/>
                  <a:gd name="connsiteX7" fmla="*/ 1175 w 6343"/>
                  <a:gd name="connsiteY7" fmla="*/ 5640 h 6345"/>
                  <a:gd name="connsiteX8" fmla="*/ 3418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9"/>
                    </a:moveTo>
                    <a:cubicBezTo>
                      <a:pt x="4259" y="6569"/>
                      <a:pt x="5065" y="6235"/>
                      <a:pt x="5660" y="5640"/>
                    </a:cubicBezTo>
                    <a:cubicBezTo>
                      <a:pt x="6255" y="5045"/>
                      <a:pt x="6589" y="4238"/>
                      <a:pt x="6589" y="3396"/>
                    </a:cubicBezTo>
                    <a:cubicBezTo>
                      <a:pt x="6589" y="2555"/>
                      <a:pt x="6255" y="1748"/>
                      <a:pt x="5660" y="1153"/>
                    </a:cubicBezTo>
                    <a:cubicBezTo>
                      <a:pt x="5065" y="558"/>
                      <a:pt x="4259" y="223"/>
                      <a:pt x="3418" y="223"/>
                    </a:cubicBezTo>
                    <a:cubicBezTo>
                      <a:pt x="2576" y="223"/>
                      <a:pt x="1770" y="558"/>
                      <a:pt x="1175" y="1153"/>
                    </a:cubicBezTo>
                    <a:cubicBezTo>
                      <a:pt x="580" y="1748"/>
                      <a:pt x="246" y="2555"/>
                      <a:pt x="246" y="3396"/>
                    </a:cubicBezTo>
                    <a:cubicBezTo>
                      <a:pt x="246" y="4238"/>
                      <a:pt x="580" y="5045"/>
                      <a:pt x="1175" y="5640"/>
                    </a:cubicBezTo>
                    <a:cubicBezTo>
                      <a:pt x="1770" y="6235"/>
                      <a:pt x="2576" y="6569"/>
                      <a:pt x="3418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60" name="Freeform: Shape 4059">
                <a:extLst>
                  <a:ext uri="{FF2B5EF4-FFF2-40B4-BE49-F238E27FC236}">
                    <a16:creationId xmlns:a16="http://schemas.microsoft.com/office/drawing/2014/main" id="{67C1DF46-0B2E-4176-F323-9D881F294615}"/>
                  </a:ext>
                </a:extLst>
              </p:cNvPr>
              <p:cNvSpPr/>
              <p:nvPr/>
            </p:nvSpPr>
            <p:spPr>
              <a:xfrm>
                <a:off x="3969800" y="6314645"/>
                <a:ext cx="6343" cy="6345"/>
              </a:xfrm>
              <a:custGeom>
                <a:avLst/>
                <a:gdLst>
                  <a:gd name="connsiteX0" fmla="*/ 3417 w 6343"/>
                  <a:gd name="connsiteY0" fmla="*/ 6569 h 6345"/>
                  <a:gd name="connsiteX1" fmla="*/ 5660 w 6343"/>
                  <a:gd name="connsiteY1" fmla="*/ 5640 h 6345"/>
                  <a:gd name="connsiteX2" fmla="*/ 6589 w 6343"/>
                  <a:gd name="connsiteY2" fmla="*/ 3396 h 6345"/>
                  <a:gd name="connsiteX3" fmla="*/ 5660 w 6343"/>
                  <a:gd name="connsiteY3" fmla="*/ 1153 h 6345"/>
                  <a:gd name="connsiteX4" fmla="*/ 3417 w 6343"/>
                  <a:gd name="connsiteY4" fmla="*/ 223 h 6345"/>
                  <a:gd name="connsiteX5" fmla="*/ 1175 w 6343"/>
                  <a:gd name="connsiteY5" fmla="*/ 1153 h 6345"/>
                  <a:gd name="connsiteX6" fmla="*/ 246 w 6343"/>
                  <a:gd name="connsiteY6" fmla="*/ 3396 h 6345"/>
                  <a:gd name="connsiteX7" fmla="*/ 1175 w 6343"/>
                  <a:gd name="connsiteY7" fmla="*/ 5640 h 6345"/>
                  <a:gd name="connsiteX8" fmla="*/ 3417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69"/>
                    </a:moveTo>
                    <a:cubicBezTo>
                      <a:pt x="4258" y="6569"/>
                      <a:pt x="5065" y="6235"/>
                      <a:pt x="5660" y="5640"/>
                    </a:cubicBezTo>
                    <a:cubicBezTo>
                      <a:pt x="6255" y="5045"/>
                      <a:pt x="6589" y="4238"/>
                      <a:pt x="6589" y="3396"/>
                    </a:cubicBezTo>
                    <a:cubicBezTo>
                      <a:pt x="6589" y="2555"/>
                      <a:pt x="6255" y="1748"/>
                      <a:pt x="5660" y="1153"/>
                    </a:cubicBezTo>
                    <a:cubicBezTo>
                      <a:pt x="5065" y="558"/>
                      <a:pt x="4258" y="223"/>
                      <a:pt x="3417" y="223"/>
                    </a:cubicBezTo>
                    <a:cubicBezTo>
                      <a:pt x="2576" y="223"/>
                      <a:pt x="1769" y="558"/>
                      <a:pt x="1175" y="1153"/>
                    </a:cubicBezTo>
                    <a:cubicBezTo>
                      <a:pt x="580" y="1748"/>
                      <a:pt x="246" y="2555"/>
                      <a:pt x="246" y="3396"/>
                    </a:cubicBezTo>
                    <a:cubicBezTo>
                      <a:pt x="246" y="4238"/>
                      <a:pt x="580" y="5045"/>
                      <a:pt x="1175" y="5640"/>
                    </a:cubicBezTo>
                    <a:cubicBezTo>
                      <a:pt x="1769" y="6235"/>
                      <a:pt x="2576" y="6569"/>
                      <a:pt x="3417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61" name="Freeform: Shape 4060">
                <a:extLst>
                  <a:ext uri="{FF2B5EF4-FFF2-40B4-BE49-F238E27FC236}">
                    <a16:creationId xmlns:a16="http://schemas.microsoft.com/office/drawing/2014/main" id="{34A96577-1F64-A5B1-8B40-B02500F9E5CB}"/>
                  </a:ext>
                </a:extLst>
              </p:cNvPr>
              <p:cNvSpPr/>
              <p:nvPr/>
            </p:nvSpPr>
            <p:spPr>
              <a:xfrm>
                <a:off x="3966111" y="6314386"/>
                <a:ext cx="6343" cy="6345"/>
              </a:xfrm>
              <a:custGeom>
                <a:avLst/>
                <a:gdLst>
                  <a:gd name="connsiteX0" fmla="*/ 3417 w 6343"/>
                  <a:gd name="connsiteY0" fmla="*/ 6569 h 6345"/>
                  <a:gd name="connsiteX1" fmla="*/ 5660 w 6343"/>
                  <a:gd name="connsiteY1" fmla="*/ 5640 h 6345"/>
                  <a:gd name="connsiteX2" fmla="*/ 6589 w 6343"/>
                  <a:gd name="connsiteY2" fmla="*/ 3396 h 6345"/>
                  <a:gd name="connsiteX3" fmla="*/ 5660 w 6343"/>
                  <a:gd name="connsiteY3" fmla="*/ 1153 h 6345"/>
                  <a:gd name="connsiteX4" fmla="*/ 3417 w 6343"/>
                  <a:gd name="connsiteY4" fmla="*/ 223 h 6345"/>
                  <a:gd name="connsiteX5" fmla="*/ 1174 w 6343"/>
                  <a:gd name="connsiteY5" fmla="*/ 1153 h 6345"/>
                  <a:gd name="connsiteX6" fmla="*/ 245 w 6343"/>
                  <a:gd name="connsiteY6" fmla="*/ 3396 h 6345"/>
                  <a:gd name="connsiteX7" fmla="*/ 1174 w 6343"/>
                  <a:gd name="connsiteY7" fmla="*/ 5640 h 6345"/>
                  <a:gd name="connsiteX8" fmla="*/ 3417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69"/>
                    </a:moveTo>
                    <a:cubicBezTo>
                      <a:pt x="4258" y="6569"/>
                      <a:pt x="5065" y="6234"/>
                      <a:pt x="5660" y="5640"/>
                    </a:cubicBezTo>
                    <a:cubicBezTo>
                      <a:pt x="6254" y="5045"/>
                      <a:pt x="6589" y="4238"/>
                      <a:pt x="6589" y="3396"/>
                    </a:cubicBezTo>
                    <a:cubicBezTo>
                      <a:pt x="6589" y="2555"/>
                      <a:pt x="6254" y="1748"/>
                      <a:pt x="5660" y="1153"/>
                    </a:cubicBezTo>
                    <a:cubicBezTo>
                      <a:pt x="5065" y="558"/>
                      <a:pt x="4258" y="223"/>
                      <a:pt x="3417" y="223"/>
                    </a:cubicBezTo>
                    <a:cubicBezTo>
                      <a:pt x="2576" y="223"/>
                      <a:pt x="1769" y="558"/>
                      <a:pt x="1174" y="1153"/>
                    </a:cubicBezTo>
                    <a:cubicBezTo>
                      <a:pt x="580" y="1748"/>
                      <a:pt x="245" y="2555"/>
                      <a:pt x="245" y="3396"/>
                    </a:cubicBezTo>
                    <a:cubicBezTo>
                      <a:pt x="245" y="4238"/>
                      <a:pt x="580" y="5045"/>
                      <a:pt x="1174" y="5640"/>
                    </a:cubicBezTo>
                    <a:cubicBezTo>
                      <a:pt x="1769" y="6234"/>
                      <a:pt x="2576" y="6569"/>
                      <a:pt x="3417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62" name="Freeform: Shape 4061">
                <a:extLst>
                  <a:ext uri="{FF2B5EF4-FFF2-40B4-BE49-F238E27FC236}">
                    <a16:creationId xmlns:a16="http://schemas.microsoft.com/office/drawing/2014/main" id="{7E568C45-468A-0ED5-D764-FF064C67EDF9}"/>
                  </a:ext>
                </a:extLst>
              </p:cNvPr>
              <p:cNvSpPr/>
              <p:nvPr/>
            </p:nvSpPr>
            <p:spPr>
              <a:xfrm>
                <a:off x="3962473" y="6314384"/>
                <a:ext cx="6343" cy="6345"/>
              </a:xfrm>
              <a:custGeom>
                <a:avLst/>
                <a:gdLst>
                  <a:gd name="connsiteX0" fmla="*/ 3417 w 6343"/>
                  <a:gd name="connsiteY0" fmla="*/ 6569 h 6345"/>
                  <a:gd name="connsiteX1" fmla="*/ 5659 w 6343"/>
                  <a:gd name="connsiteY1" fmla="*/ 5640 h 6345"/>
                  <a:gd name="connsiteX2" fmla="*/ 6588 w 6343"/>
                  <a:gd name="connsiteY2" fmla="*/ 3396 h 6345"/>
                  <a:gd name="connsiteX3" fmla="*/ 5659 w 6343"/>
                  <a:gd name="connsiteY3" fmla="*/ 1153 h 6345"/>
                  <a:gd name="connsiteX4" fmla="*/ 3417 w 6343"/>
                  <a:gd name="connsiteY4" fmla="*/ 223 h 6345"/>
                  <a:gd name="connsiteX5" fmla="*/ 1174 w 6343"/>
                  <a:gd name="connsiteY5" fmla="*/ 1153 h 6345"/>
                  <a:gd name="connsiteX6" fmla="*/ 245 w 6343"/>
                  <a:gd name="connsiteY6" fmla="*/ 3396 h 6345"/>
                  <a:gd name="connsiteX7" fmla="*/ 1174 w 6343"/>
                  <a:gd name="connsiteY7" fmla="*/ 5640 h 6345"/>
                  <a:gd name="connsiteX8" fmla="*/ 3417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69"/>
                    </a:moveTo>
                    <a:cubicBezTo>
                      <a:pt x="4258" y="6569"/>
                      <a:pt x="5065" y="6234"/>
                      <a:pt x="5659" y="5640"/>
                    </a:cubicBezTo>
                    <a:cubicBezTo>
                      <a:pt x="6254" y="5045"/>
                      <a:pt x="6588" y="4238"/>
                      <a:pt x="6588" y="3396"/>
                    </a:cubicBezTo>
                    <a:cubicBezTo>
                      <a:pt x="6588" y="2555"/>
                      <a:pt x="6254" y="1748"/>
                      <a:pt x="5659" y="1153"/>
                    </a:cubicBezTo>
                    <a:cubicBezTo>
                      <a:pt x="5065" y="558"/>
                      <a:pt x="4258" y="223"/>
                      <a:pt x="3417" y="223"/>
                    </a:cubicBezTo>
                    <a:cubicBezTo>
                      <a:pt x="2576" y="223"/>
                      <a:pt x="1769" y="558"/>
                      <a:pt x="1174" y="1153"/>
                    </a:cubicBezTo>
                    <a:cubicBezTo>
                      <a:pt x="579" y="1748"/>
                      <a:pt x="245" y="2555"/>
                      <a:pt x="245" y="3396"/>
                    </a:cubicBezTo>
                    <a:cubicBezTo>
                      <a:pt x="245" y="4238"/>
                      <a:pt x="579" y="5045"/>
                      <a:pt x="1174" y="5640"/>
                    </a:cubicBezTo>
                    <a:cubicBezTo>
                      <a:pt x="1769" y="6234"/>
                      <a:pt x="2576" y="6569"/>
                      <a:pt x="3417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63" name="Freeform: Shape 4062">
                <a:extLst>
                  <a:ext uri="{FF2B5EF4-FFF2-40B4-BE49-F238E27FC236}">
                    <a16:creationId xmlns:a16="http://schemas.microsoft.com/office/drawing/2014/main" id="{F9F5D372-421F-9C32-292F-6DDDED25F0A1}"/>
                  </a:ext>
                </a:extLst>
              </p:cNvPr>
              <p:cNvSpPr/>
              <p:nvPr/>
            </p:nvSpPr>
            <p:spPr>
              <a:xfrm>
                <a:off x="3958907" y="6314828"/>
                <a:ext cx="6343" cy="6345"/>
              </a:xfrm>
              <a:custGeom>
                <a:avLst/>
                <a:gdLst>
                  <a:gd name="connsiteX0" fmla="*/ 3416 w 6343"/>
                  <a:gd name="connsiteY0" fmla="*/ 6569 h 6345"/>
                  <a:gd name="connsiteX1" fmla="*/ 5659 w 6343"/>
                  <a:gd name="connsiteY1" fmla="*/ 5640 h 6345"/>
                  <a:gd name="connsiteX2" fmla="*/ 6588 w 6343"/>
                  <a:gd name="connsiteY2" fmla="*/ 3396 h 6345"/>
                  <a:gd name="connsiteX3" fmla="*/ 5659 w 6343"/>
                  <a:gd name="connsiteY3" fmla="*/ 1153 h 6345"/>
                  <a:gd name="connsiteX4" fmla="*/ 3416 w 6343"/>
                  <a:gd name="connsiteY4" fmla="*/ 223 h 6345"/>
                  <a:gd name="connsiteX5" fmla="*/ 1174 w 6343"/>
                  <a:gd name="connsiteY5" fmla="*/ 1153 h 6345"/>
                  <a:gd name="connsiteX6" fmla="*/ 245 w 6343"/>
                  <a:gd name="connsiteY6" fmla="*/ 3396 h 6345"/>
                  <a:gd name="connsiteX7" fmla="*/ 1174 w 6343"/>
                  <a:gd name="connsiteY7" fmla="*/ 5640 h 6345"/>
                  <a:gd name="connsiteX8" fmla="*/ 3416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69"/>
                    </a:moveTo>
                    <a:cubicBezTo>
                      <a:pt x="4258" y="6569"/>
                      <a:pt x="5064" y="6235"/>
                      <a:pt x="5659" y="5640"/>
                    </a:cubicBezTo>
                    <a:cubicBezTo>
                      <a:pt x="6254" y="5045"/>
                      <a:pt x="6588" y="4238"/>
                      <a:pt x="6588" y="3396"/>
                    </a:cubicBezTo>
                    <a:cubicBezTo>
                      <a:pt x="6588" y="2555"/>
                      <a:pt x="6254" y="1748"/>
                      <a:pt x="5659" y="1153"/>
                    </a:cubicBezTo>
                    <a:cubicBezTo>
                      <a:pt x="5064" y="558"/>
                      <a:pt x="4258" y="223"/>
                      <a:pt x="3416" y="223"/>
                    </a:cubicBezTo>
                    <a:cubicBezTo>
                      <a:pt x="2575" y="223"/>
                      <a:pt x="1769" y="558"/>
                      <a:pt x="1174" y="1153"/>
                    </a:cubicBezTo>
                    <a:cubicBezTo>
                      <a:pt x="579" y="1748"/>
                      <a:pt x="245" y="2555"/>
                      <a:pt x="245" y="3396"/>
                    </a:cubicBezTo>
                    <a:cubicBezTo>
                      <a:pt x="245" y="4238"/>
                      <a:pt x="579" y="5045"/>
                      <a:pt x="1174" y="5640"/>
                    </a:cubicBezTo>
                    <a:cubicBezTo>
                      <a:pt x="1769" y="6235"/>
                      <a:pt x="2575" y="6569"/>
                      <a:pt x="3416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64" name="Freeform: Shape 4063">
                <a:extLst>
                  <a:ext uri="{FF2B5EF4-FFF2-40B4-BE49-F238E27FC236}">
                    <a16:creationId xmlns:a16="http://schemas.microsoft.com/office/drawing/2014/main" id="{69B5F1A2-8028-F312-3859-492878F64465}"/>
                  </a:ext>
                </a:extLst>
              </p:cNvPr>
              <p:cNvSpPr/>
              <p:nvPr/>
            </p:nvSpPr>
            <p:spPr>
              <a:xfrm>
                <a:off x="3924340" y="6096663"/>
                <a:ext cx="6343" cy="6345"/>
              </a:xfrm>
              <a:custGeom>
                <a:avLst/>
                <a:gdLst>
                  <a:gd name="connsiteX0" fmla="*/ 3414 w 6343"/>
                  <a:gd name="connsiteY0" fmla="*/ 6552 h 6345"/>
                  <a:gd name="connsiteX1" fmla="*/ 5656 w 6343"/>
                  <a:gd name="connsiteY1" fmla="*/ 5622 h 6345"/>
                  <a:gd name="connsiteX2" fmla="*/ 6585 w 6343"/>
                  <a:gd name="connsiteY2" fmla="*/ 3379 h 6345"/>
                  <a:gd name="connsiteX3" fmla="*/ 5656 w 6343"/>
                  <a:gd name="connsiteY3" fmla="*/ 1135 h 6345"/>
                  <a:gd name="connsiteX4" fmla="*/ 3414 w 6343"/>
                  <a:gd name="connsiteY4" fmla="*/ 206 h 6345"/>
                  <a:gd name="connsiteX5" fmla="*/ 1171 w 6343"/>
                  <a:gd name="connsiteY5" fmla="*/ 1135 h 6345"/>
                  <a:gd name="connsiteX6" fmla="*/ 242 w 6343"/>
                  <a:gd name="connsiteY6" fmla="*/ 3379 h 6345"/>
                  <a:gd name="connsiteX7" fmla="*/ 1171 w 6343"/>
                  <a:gd name="connsiteY7" fmla="*/ 5622 h 6345"/>
                  <a:gd name="connsiteX8" fmla="*/ 3414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52"/>
                    </a:moveTo>
                    <a:cubicBezTo>
                      <a:pt x="4255" y="6552"/>
                      <a:pt x="5062" y="6217"/>
                      <a:pt x="5656" y="5622"/>
                    </a:cubicBezTo>
                    <a:cubicBezTo>
                      <a:pt x="6251" y="5027"/>
                      <a:pt x="6585" y="4220"/>
                      <a:pt x="6585" y="3379"/>
                    </a:cubicBezTo>
                    <a:cubicBezTo>
                      <a:pt x="6585" y="2538"/>
                      <a:pt x="6251" y="1730"/>
                      <a:pt x="5656" y="1135"/>
                    </a:cubicBezTo>
                    <a:cubicBezTo>
                      <a:pt x="5062" y="541"/>
                      <a:pt x="4255" y="206"/>
                      <a:pt x="3414" y="206"/>
                    </a:cubicBezTo>
                    <a:cubicBezTo>
                      <a:pt x="2573" y="206"/>
                      <a:pt x="1766" y="541"/>
                      <a:pt x="1171" y="1135"/>
                    </a:cubicBezTo>
                    <a:cubicBezTo>
                      <a:pt x="576" y="1730"/>
                      <a:pt x="242" y="2538"/>
                      <a:pt x="242" y="3379"/>
                    </a:cubicBezTo>
                    <a:cubicBezTo>
                      <a:pt x="242" y="4220"/>
                      <a:pt x="576" y="5027"/>
                      <a:pt x="1171" y="5622"/>
                    </a:cubicBezTo>
                    <a:cubicBezTo>
                      <a:pt x="1766" y="6217"/>
                      <a:pt x="2573" y="6552"/>
                      <a:pt x="3414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65" name="Freeform: Shape 4064">
                <a:extLst>
                  <a:ext uri="{FF2B5EF4-FFF2-40B4-BE49-F238E27FC236}">
                    <a16:creationId xmlns:a16="http://schemas.microsoft.com/office/drawing/2014/main" id="{0C909449-44FA-9F2B-15AA-5321EE5006D6}"/>
                  </a:ext>
                </a:extLst>
              </p:cNvPr>
              <p:cNvSpPr/>
              <p:nvPr/>
            </p:nvSpPr>
            <p:spPr>
              <a:xfrm>
                <a:off x="3904733" y="5968684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70 w 6343"/>
                  <a:gd name="connsiteY5" fmla="*/ 1125 h 6345"/>
                  <a:gd name="connsiteX6" fmla="*/ 241 w 6343"/>
                  <a:gd name="connsiteY6" fmla="*/ 3369 h 6345"/>
                  <a:gd name="connsiteX7" fmla="*/ 1170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50" y="5017"/>
                      <a:pt x="6584" y="4210"/>
                      <a:pt x="6584" y="3369"/>
                    </a:cubicBezTo>
                    <a:cubicBezTo>
                      <a:pt x="6584" y="2527"/>
                      <a:pt x="6250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70" y="1125"/>
                    </a:cubicBezTo>
                    <a:cubicBezTo>
                      <a:pt x="575" y="1720"/>
                      <a:pt x="241" y="2527"/>
                      <a:pt x="241" y="3369"/>
                    </a:cubicBezTo>
                    <a:cubicBezTo>
                      <a:pt x="241" y="4210"/>
                      <a:pt x="575" y="5017"/>
                      <a:pt x="1170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66" name="Freeform: Shape 4065">
                <a:extLst>
                  <a:ext uri="{FF2B5EF4-FFF2-40B4-BE49-F238E27FC236}">
                    <a16:creationId xmlns:a16="http://schemas.microsoft.com/office/drawing/2014/main" id="{8FCF70B5-F6CB-9022-BE11-BCD6D8B377D0}"/>
                  </a:ext>
                </a:extLst>
              </p:cNvPr>
              <p:cNvSpPr/>
              <p:nvPr/>
            </p:nvSpPr>
            <p:spPr>
              <a:xfrm>
                <a:off x="3903132" y="5967559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67" name="Freeform: Shape 4066">
                <a:extLst>
                  <a:ext uri="{FF2B5EF4-FFF2-40B4-BE49-F238E27FC236}">
                    <a16:creationId xmlns:a16="http://schemas.microsoft.com/office/drawing/2014/main" id="{184529B3-F8F8-2368-E067-596D448F8653}"/>
                  </a:ext>
                </a:extLst>
              </p:cNvPr>
              <p:cNvSpPr/>
              <p:nvPr/>
            </p:nvSpPr>
            <p:spPr>
              <a:xfrm>
                <a:off x="3901709" y="5967739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5 w 6343"/>
                  <a:gd name="connsiteY1" fmla="*/ 5612 h 6345"/>
                  <a:gd name="connsiteX2" fmla="*/ 6583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5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68" name="Freeform: Shape 4067">
                <a:extLst>
                  <a:ext uri="{FF2B5EF4-FFF2-40B4-BE49-F238E27FC236}">
                    <a16:creationId xmlns:a16="http://schemas.microsoft.com/office/drawing/2014/main" id="{20A8F5A0-843A-BCC0-0DDD-B7A91BC3341F}"/>
                  </a:ext>
                </a:extLst>
              </p:cNvPr>
              <p:cNvSpPr/>
              <p:nvPr/>
            </p:nvSpPr>
            <p:spPr>
              <a:xfrm>
                <a:off x="3900295" y="5968004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69" name="Freeform: Shape 4068">
                <a:extLst>
                  <a:ext uri="{FF2B5EF4-FFF2-40B4-BE49-F238E27FC236}">
                    <a16:creationId xmlns:a16="http://schemas.microsoft.com/office/drawing/2014/main" id="{FFF45F7E-310A-A40C-4814-78B99DC9D4D1}"/>
                  </a:ext>
                </a:extLst>
              </p:cNvPr>
              <p:cNvSpPr/>
              <p:nvPr/>
            </p:nvSpPr>
            <p:spPr>
              <a:xfrm>
                <a:off x="3898864" y="5968120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70" name="Freeform: Shape 4069">
                <a:extLst>
                  <a:ext uri="{FF2B5EF4-FFF2-40B4-BE49-F238E27FC236}">
                    <a16:creationId xmlns:a16="http://schemas.microsoft.com/office/drawing/2014/main" id="{53BFDA94-16C9-0E02-D762-E92898CE304F}"/>
                  </a:ext>
                </a:extLst>
              </p:cNvPr>
              <p:cNvSpPr/>
              <p:nvPr/>
            </p:nvSpPr>
            <p:spPr>
              <a:xfrm>
                <a:off x="3909996" y="6088503"/>
                <a:ext cx="6343" cy="6345"/>
              </a:xfrm>
              <a:custGeom>
                <a:avLst/>
                <a:gdLst>
                  <a:gd name="connsiteX0" fmla="*/ 3413 w 6343"/>
                  <a:gd name="connsiteY0" fmla="*/ 6551 h 6345"/>
                  <a:gd name="connsiteX1" fmla="*/ 5655 w 6343"/>
                  <a:gd name="connsiteY1" fmla="*/ 5622 h 6345"/>
                  <a:gd name="connsiteX2" fmla="*/ 6584 w 6343"/>
                  <a:gd name="connsiteY2" fmla="*/ 3378 h 6345"/>
                  <a:gd name="connsiteX3" fmla="*/ 5655 w 6343"/>
                  <a:gd name="connsiteY3" fmla="*/ 1135 h 6345"/>
                  <a:gd name="connsiteX4" fmla="*/ 3413 w 6343"/>
                  <a:gd name="connsiteY4" fmla="*/ 206 h 6345"/>
                  <a:gd name="connsiteX5" fmla="*/ 1170 w 6343"/>
                  <a:gd name="connsiteY5" fmla="*/ 1135 h 6345"/>
                  <a:gd name="connsiteX6" fmla="*/ 241 w 6343"/>
                  <a:gd name="connsiteY6" fmla="*/ 3378 h 6345"/>
                  <a:gd name="connsiteX7" fmla="*/ 1170 w 6343"/>
                  <a:gd name="connsiteY7" fmla="*/ 5622 h 6345"/>
                  <a:gd name="connsiteX8" fmla="*/ 341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51"/>
                    </a:moveTo>
                    <a:cubicBezTo>
                      <a:pt x="4254" y="6551"/>
                      <a:pt x="5060" y="6217"/>
                      <a:pt x="5655" y="5622"/>
                    </a:cubicBezTo>
                    <a:cubicBezTo>
                      <a:pt x="6250" y="5027"/>
                      <a:pt x="6584" y="4220"/>
                      <a:pt x="6584" y="3378"/>
                    </a:cubicBezTo>
                    <a:cubicBezTo>
                      <a:pt x="6584" y="2537"/>
                      <a:pt x="6250" y="1730"/>
                      <a:pt x="5655" y="1135"/>
                    </a:cubicBezTo>
                    <a:cubicBezTo>
                      <a:pt x="5060" y="540"/>
                      <a:pt x="4254" y="206"/>
                      <a:pt x="3413" y="206"/>
                    </a:cubicBezTo>
                    <a:cubicBezTo>
                      <a:pt x="2571" y="206"/>
                      <a:pt x="1765" y="540"/>
                      <a:pt x="1170" y="1135"/>
                    </a:cubicBezTo>
                    <a:cubicBezTo>
                      <a:pt x="575" y="1730"/>
                      <a:pt x="241" y="2537"/>
                      <a:pt x="241" y="3378"/>
                    </a:cubicBezTo>
                    <a:cubicBezTo>
                      <a:pt x="241" y="4220"/>
                      <a:pt x="575" y="5027"/>
                      <a:pt x="1170" y="5622"/>
                    </a:cubicBezTo>
                    <a:cubicBezTo>
                      <a:pt x="1765" y="6217"/>
                      <a:pt x="2571" y="6551"/>
                      <a:pt x="341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71" name="Freeform: Shape 4070">
                <a:extLst>
                  <a:ext uri="{FF2B5EF4-FFF2-40B4-BE49-F238E27FC236}">
                    <a16:creationId xmlns:a16="http://schemas.microsoft.com/office/drawing/2014/main" id="{41ECD333-905A-FC98-41DB-3B9A61DE2863}"/>
                  </a:ext>
                </a:extLst>
              </p:cNvPr>
              <p:cNvSpPr/>
              <p:nvPr/>
            </p:nvSpPr>
            <p:spPr>
              <a:xfrm>
                <a:off x="3929776" y="6312071"/>
                <a:ext cx="6343" cy="6345"/>
              </a:xfrm>
              <a:custGeom>
                <a:avLst/>
                <a:gdLst>
                  <a:gd name="connsiteX0" fmla="*/ 3414 w 6343"/>
                  <a:gd name="connsiteY0" fmla="*/ 6569 h 6345"/>
                  <a:gd name="connsiteX1" fmla="*/ 5657 w 6343"/>
                  <a:gd name="connsiteY1" fmla="*/ 5639 h 6345"/>
                  <a:gd name="connsiteX2" fmla="*/ 6586 w 6343"/>
                  <a:gd name="connsiteY2" fmla="*/ 3396 h 6345"/>
                  <a:gd name="connsiteX3" fmla="*/ 5657 w 6343"/>
                  <a:gd name="connsiteY3" fmla="*/ 1152 h 6345"/>
                  <a:gd name="connsiteX4" fmla="*/ 3414 w 6343"/>
                  <a:gd name="connsiteY4" fmla="*/ 223 h 6345"/>
                  <a:gd name="connsiteX5" fmla="*/ 1172 w 6343"/>
                  <a:gd name="connsiteY5" fmla="*/ 1152 h 6345"/>
                  <a:gd name="connsiteX6" fmla="*/ 243 w 6343"/>
                  <a:gd name="connsiteY6" fmla="*/ 3396 h 6345"/>
                  <a:gd name="connsiteX7" fmla="*/ 1172 w 6343"/>
                  <a:gd name="connsiteY7" fmla="*/ 5639 h 6345"/>
                  <a:gd name="connsiteX8" fmla="*/ 3414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69"/>
                    </a:moveTo>
                    <a:cubicBezTo>
                      <a:pt x="4255" y="6569"/>
                      <a:pt x="5062" y="6234"/>
                      <a:pt x="5657" y="5639"/>
                    </a:cubicBezTo>
                    <a:cubicBezTo>
                      <a:pt x="6252" y="5044"/>
                      <a:pt x="6586" y="4237"/>
                      <a:pt x="6586" y="3396"/>
                    </a:cubicBezTo>
                    <a:cubicBezTo>
                      <a:pt x="6586" y="2554"/>
                      <a:pt x="6252" y="1747"/>
                      <a:pt x="5657" y="1152"/>
                    </a:cubicBezTo>
                    <a:cubicBezTo>
                      <a:pt x="5062" y="558"/>
                      <a:pt x="4255" y="223"/>
                      <a:pt x="3414" y="223"/>
                    </a:cubicBezTo>
                    <a:cubicBezTo>
                      <a:pt x="2573" y="223"/>
                      <a:pt x="1766" y="558"/>
                      <a:pt x="1172" y="1152"/>
                    </a:cubicBezTo>
                    <a:cubicBezTo>
                      <a:pt x="577" y="1747"/>
                      <a:pt x="243" y="2554"/>
                      <a:pt x="243" y="3396"/>
                    </a:cubicBezTo>
                    <a:cubicBezTo>
                      <a:pt x="243" y="4237"/>
                      <a:pt x="577" y="5044"/>
                      <a:pt x="1172" y="5639"/>
                    </a:cubicBezTo>
                    <a:cubicBezTo>
                      <a:pt x="1766" y="6234"/>
                      <a:pt x="2573" y="6569"/>
                      <a:pt x="3414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72" name="Freeform: Shape 4071">
                <a:extLst>
                  <a:ext uri="{FF2B5EF4-FFF2-40B4-BE49-F238E27FC236}">
                    <a16:creationId xmlns:a16="http://schemas.microsoft.com/office/drawing/2014/main" id="{47958228-1568-B882-11E6-4D046211ED95}"/>
                  </a:ext>
                </a:extLst>
              </p:cNvPr>
              <p:cNvSpPr/>
              <p:nvPr/>
            </p:nvSpPr>
            <p:spPr>
              <a:xfrm>
                <a:off x="3926252" y="6312550"/>
                <a:ext cx="6343" cy="6345"/>
              </a:xfrm>
              <a:custGeom>
                <a:avLst/>
                <a:gdLst>
                  <a:gd name="connsiteX0" fmla="*/ 3414 w 6343"/>
                  <a:gd name="connsiteY0" fmla="*/ 6569 h 6345"/>
                  <a:gd name="connsiteX1" fmla="*/ 5657 w 6343"/>
                  <a:gd name="connsiteY1" fmla="*/ 5639 h 6345"/>
                  <a:gd name="connsiteX2" fmla="*/ 6585 w 6343"/>
                  <a:gd name="connsiteY2" fmla="*/ 3396 h 6345"/>
                  <a:gd name="connsiteX3" fmla="*/ 5657 w 6343"/>
                  <a:gd name="connsiteY3" fmla="*/ 1152 h 6345"/>
                  <a:gd name="connsiteX4" fmla="*/ 3414 w 6343"/>
                  <a:gd name="connsiteY4" fmla="*/ 223 h 6345"/>
                  <a:gd name="connsiteX5" fmla="*/ 1171 w 6343"/>
                  <a:gd name="connsiteY5" fmla="*/ 1152 h 6345"/>
                  <a:gd name="connsiteX6" fmla="*/ 242 w 6343"/>
                  <a:gd name="connsiteY6" fmla="*/ 3396 h 6345"/>
                  <a:gd name="connsiteX7" fmla="*/ 1171 w 6343"/>
                  <a:gd name="connsiteY7" fmla="*/ 5639 h 6345"/>
                  <a:gd name="connsiteX8" fmla="*/ 3414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69"/>
                    </a:moveTo>
                    <a:cubicBezTo>
                      <a:pt x="4255" y="6569"/>
                      <a:pt x="5062" y="6234"/>
                      <a:pt x="5657" y="5639"/>
                    </a:cubicBezTo>
                    <a:cubicBezTo>
                      <a:pt x="6251" y="5044"/>
                      <a:pt x="6585" y="4237"/>
                      <a:pt x="6585" y="3396"/>
                    </a:cubicBezTo>
                    <a:cubicBezTo>
                      <a:pt x="6585" y="2555"/>
                      <a:pt x="6251" y="1747"/>
                      <a:pt x="5657" y="1152"/>
                    </a:cubicBezTo>
                    <a:cubicBezTo>
                      <a:pt x="5062" y="558"/>
                      <a:pt x="4255" y="223"/>
                      <a:pt x="3414" y="223"/>
                    </a:cubicBezTo>
                    <a:cubicBezTo>
                      <a:pt x="2573" y="223"/>
                      <a:pt x="1766" y="558"/>
                      <a:pt x="1171" y="1152"/>
                    </a:cubicBezTo>
                    <a:cubicBezTo>
                      <a:pt x="576" y="1747"/>
                      <a:pt x="242" y="2555"/>
                      <a:pt x="242" y="3396"/>
                    </a:cubicBezTo>
                    <a:cubicBezTo>
                      <a:pt x="242" y="4237"/>
                      <a:pt x="576" y="5044"/>
                      <a:pt x="1171" y="5639"/>
                    </a:cubicBezTo>
                    <a:cubicBezTo>
                      <a:pt x="1766" y="6234"/>
                      <a:pt x="2573" y="6569"/>
                      <a:pt x="3414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73" name="Freeform: Shape 4072">
                <a:extLst>
                  <a:ext uri="{FF2B5EF4-FFF2-40B4-BE49-F238E27FC236}">
                    <a16:creationId xmlns:a16="http://schemas.microsoft.com/office/drawing/2014/main" id="{CA69B370-0E0A-8609-7635-2F4C065A7610}"/>
                  </a:ext>
                </a:extLst>
              </p:cNvPr>
              <p:cNvSpPr/>
              <p:nvPr/>
            </p:nvSpPr>
            <p:spPr>
              <a:xfrm>
                <a:off x="3922676" y="6312440"/>
                <a:ext cx="6343" cy="6345"/>
              </a:xfrm>
              <a:custGeom>
                <a:avLst/>
                <a:gdLst>
                  <a:gd name="connsiteX0" fmla="*/ 3414 w 6343"/>
                  <a:gd name="connsiteY0" fmla="*/ 6569 h 6345"/>
                  <a:gd name="connsiteX1" fmla="*/ 5656 w 6343"/>
                  <a:gd name="connsiteY1" fmla="*/ 5639 h 6345"/>
                  <a:gd name="connsiteX2" fmla="*/ 6585 w 6343"/>
                  <a:gd name="connsiteY2" fmla="*/ 3396 h 6345"/>
                  <a:gd name="connsiteX3" fmla="*/ 5656 w 6343"/>
                  <a:gd name="connsiteY3" fmla="*/ 1152 h 6345"/>
                  <a:gd name="connsiteX4" fmla="*/ 3414 w 6343"/>
                  <a:gd name="connsiteY4" fmla="*/ 223 h 6345"/>
                  <a:gd name="connsiteX5" fmla="*/ 1171 w 6343"/>
                  <a:gd name="connsiteY5" fmla="*/ 1152 h 6345"/>
                  <a:gd name="connsiteX6" fmla="*/ 242 w 6343"/>
                  <a:gd name="connsiteY6" fmla="*/ 3396 h 6345"/>
                  <a:gd name="connsiteX7" fmla="*/ 1171 w 6343"/>
                  <a:gd name="connsiteY7" fmla="*/ 5639 h 6345"/>
                  <a:gd name="connsiteX8" fmla="*/ 3414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69"/>
                    </a:moveTo>
                    <a:cubicBezTo>
                      <a:pt x="4255" y="6569"/>
                      <a:pt x="5061" y="6234"/>
                      <a:pt x="5656" y="5639"/>
                    </a:cubicBezTo>
                    <a:cubicBezTo>
                      <a:pt x="6251" y="5044"/>
                      <a:pt x="6585" y="4237"/>
                      <a:pt x="6585" y="3396"/>
                    </a:cubicBezTo>
                    <a:cubicBezTo>
                      <a:pt x="6585" y="2555"/>
                      <a:pt x="6251" y="1747"/>
                      <a:pt x="5656" y="1152"/>
                    </a:cubicBezTo>
                    <a:cubicBezTo>
                      <a:pt x="5061" y="558"/>
                      <a:pt x="4255" y="223"/>
                      <a:pt x="3414" y="223"/>
                    </a:cubicBezTo>
                    <a:cubicBezTo>
                      <a:pt x="2572" y="223"/>
                      <a:pt x="1766" y="558"/>
                      <a:pt x="1171" y="1152"/>
                    </a:cubicBezTo>
                    <a:cubicBezTo>
                      <a:pt x="576" y="1747"/>
                      <a:pt x="242" y="2555"/>
                      <a:pt x="242" y="3396"/>
                    </a:cubicBezTo>
                    <a:cubicBezTo>
                      <a:pt x="242" y="4237"/>
                      <a:pt x="576" y="5044"/>
                      <a:pt x="1171" y="5639"/>
                    </a:cubicBezTo>
                    <a:cubicBezTo>
                      <a:pt x="1766" y="6234"/>
                      <a:pt x="2572" y="6569"/>
                      <a:pt x="3414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74" name="Freeform: Shape 4073">
                <a:extLst>
                  <a:ext uri="{FF2B5EF4-FFF2-40B4-BE49-F238E27FC236}">
                    <a16:creationId xmlns:a16="http://schemas.microsoft.com/office/drawing/2014/main" id="{C19AFC66-3E30-3E45-D5F6-224024121255}"/>
                  </a:ext>
                </a:extLst>
              </p:cNvPr>
              <p:cNvSpPr/>
              <p:nvPr/>
            </p:nvSpPr>
            <p:spPr>
              <a:xfrm>
                <a:off x="3919092" y="6312167"/>
                <a:ext cx="6343" cy="6345"/>
              </a:xfrm>
              <a:custGeom>
                <a:avLst/>
                <a:gdLst>
                  <a:gd name="connsiteX0" fmla="*/ 3413 w 6343"/>
                  <a:gd name="connsiteY0" fmla="*/ 6569 h 6345"/>
                  <a:gd name="connsiteX1" fmla="*/ 5656 w 6343"/>
                  <a:gd name="connsiteY1" fmla="*/ 5639 h 6345"/>
                  <a:gd name="connsiteX2" fmla="*/ 6585 w 6343"/>
                  <a:gd name="connsiteY2" fmla="*/ 3396 h 6345"/>
                  <a:gd name="connsiteX3" fmla="*/ 5656 w 6343"/>
                  <a:gd name="connsiteY3" fmla="*/ 1152 h 6345"/>
                  <a:gd name="connsiteX4" fmla="*/ 3413 w 6343"/>
                  <a:gd name="connsiteY4" fmla="*/ 223 h 6345"/>
                  <a:gd name="connsiteX5" fmla="*/ 1171 w 6343"/>
                  <a:gd name="connsiteY5" fmla="*/ 1152 h 6345"/>
                  <a:gd name="connsiteX6" fmla="*/ 242 w 6343"/>
                  <a:gd name="connsiteY6" fmla="*/ 3396 h 6345"/>
                  <a:gd name="connsiteX7" fmla="*/ 1171 w 6343"/>
                  <a:gd name="connsiteY7" fmla="*/ 5639 h 6345"/>
                  <a:gd name="connsiteX8" fmla="*/ 3413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69"/>
                    </a:moveTo>
                    <a:cubicBezTo>
                      <a:pt x="4254" y="6569"/>
                      <a:pt x="5061" y="6234"/>
                      <a:pt x="5656" y="5639"/>
                    </a:cubicBezTo>
                    <a:cubicBezTo>
                      <a:pt x="6251" y="5044"/>
                      <a:pt x="6585" y="4237"/>
                      <a:pt x="6585" y="3396"/>
                    </a:cubicBezTo>
                    <a:cubicBezTo>
                      <a:pt x="6585" y="2555"/>
                      <a:pt x="6251" y="1747"/>
                      <a:pt x="5656" y="1152"/>
                    </a:cubicBezTo>
                    <a:cubicBezTo>
                      <a:pt x="5061" y="558"/>
                      <a:pt x="4254" y="223"/>
                      <a:pt x="3413" y="223"/>
                    </a:cubicBezTo>
                    <a:cubicBezTo>
                      <a:pt x="2572" y="223"/>
                      <a:pt x="1765" y="558"/>
                      <a:pt x="1171" y="1152"/>
                    </a:cubicBezTo>
                    <a:cubicBezTo>
                      <a:pt x="576" y="1747"/>
                      <a:pt x="242" y="2555"/>
                      <a:pt x="242" y="3396"/>
                    </a:cubicBezTo>
                    <a:cubicBezTo>
                      <a:pt x="242" y="4237"/>
                      <a:pt x="576" y="5044"/>
                      <a:pt x="1171" y="5639"/>
                    </a:cubicBezTo>
                    <a:cubicBezTo>
                      <a:pt x="1765" y="6234"/>
                      <a:pt x="2572" y="6569"/>
                      <a:pt x="3413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75" name="Freeform: Shape 4074">
                <a:extLst>
                  <a:ext uri="{FF2B5EF4-FFF2-40B4-BE49-F238E27FC236}">
                    <a16:creationId xmlns:a16="http://schemas.microsoft.com/office/drawing/2014/main" id="{2D329D6E-C55C-2FF7-8140-F4561220A209}"/>
                  </a:ext>
                </a:extLst>
              </p:cNvPr>
              <p:cNvSpPr/>
              <p:nvPr/>
            </p:nvSpPr>
            <p:spPr>
              <a:xfrm>
                <a:off x="3915523" y="6312013"/>
                <a:ext cx="6343" cy="6345"/>
              </a:xfrm>
              <a:custGeom>
                <a:avLst/>
                <a:gdLst>
                  <a:gd name="connsiteX0" fmla="*/ 3413 w 6343"/>
                  <a:gd name="connsiteY0" fmla="*/ 6569 h 6345"/>
                  <a:gd name="connsiteX1" fmla="*/ 5656 w 6343"/>
                  <a:gd name="connsiteY1" fmla="*/ 5639 h 6345"/>
                  <a:gd name="connsiteX2" fmla="*/ 6585 w 6343"/>
                  <a:gd name="connsiteY2" fmla="*/ 3396 h 6345"/>
                  <a:gd name="connsiteX3" fmla="*/ 5656 w 6343"/>
                  <a:gd name="connsiteY3" fmla="*/ 1152 h 6345"/>
                  <a:gd name="connsiteX4" fmla="*/ 3413 w 6343"/>
                  <a:gd name="connsiteY4" fmla="*/ 223 h 6345"/>
                  <a:gd name="connsiteX5" fmla="*/ 1170 w 6343"/>
                  <a:gd name="connsiteY5" fmla="*/ 1152 h 6345"/>
                  <a:gd name="connsiteX6" fmla="*/ 241 w 6343"/>
                  <a:gd name="connsiteY6" fmla="*/ 3396 h 6345"/>
                  <a:gd name="connsiteX7" fmla="*/ 1170 w 6343"/>
                  <a:gd name="connsiteY7" fmla="*/ 5639 h 6345"/>
                  <a:gd name="connsiteX8" fmla="*/ 3413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69"/>
                    </a:moveTo>
                    <a:cubicBezTo>
                      <a:pt x="4254" y="6569"/>
                      <a:pt x="5061" y="6234"/>
                      <a:pt x="5656" y="5639"/>
                    </a:cubicBezTo>
                    <a:cubicBezTo>
                      <a:pt x="6250" y="5044"/>
                      <a:pt x="6585" y="4237"/>
                      <a:pt x="6585" y="3396"/>
                    </a:cubicBezTo>
                    <a:cubicBezTo>
                      <a:pt x="6585" y="2554"/>
                      <a:pt x="6250" y="1747"/>
                      <a:pt x="5656" y="1152"/>
                    </a:cubicBezTo>
                    <a:cubicBezTo>
                      <a:pt x="5061" y="557"/>
                      <a:pt x="4254" y="223"/>
                      <a:pt x="3413" y="223"/>
                    </a:cubicBezTo>
                    <a:cubicBezTo>
                      <a:pt x="2572" y="223"/>
                      <a:pt x="1765" y="557"/>
                      <a:pt x="1170" y="1152"/>
                    </a:cubicBezTo>
                    <a:cubicBezTo>
                      <a:pt x="576" y="1747"/>
                      <a:pt x="241" y="2554"/>
                      <a:pt x="241" y="3396"/>
                    </a:cubicBezTo>
                    <a:cubicBezTo>
                      <a:pt x="241" y="4237"/>
                      <a:pt x="576" y="5044"/>
                      <a:pt x="1170" y="5639"/>
                    </a:cubicBezTo>
                    <a:cubicBezTo>
                      <a:pt x="1765" y="6234"/>
                      <a:pt x="2572" y="6569"/>
                      <a:pt x="3413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76" name="Freeform: Shape 4075">
                <a:extLst>
                  <a:ext uri="{FF2B5EF4-FFF2-40B4-BE49-F238E27FC236}">
                    <a16:creationId xmlns:a16="http://schemas.microsoft.com/office/drawing/2014/main" id="{2FE1756C-3F69-D05F-7CF9-430E8A882C2C}"/>
                  </a:ext>
                </a:extLst>
              </p:cNvPr>
              <p:cNvSpPr/>
              <p:nvPr/>
            </p:nvSpPr>
            <p:spPr>
              <a:xfrm>
                <a:off x="3911939" y="6311554"/>
                <a:ext cx="6343" cy="6345"/>
              </a:xfrm>
              <a:custGeom>
                <a:avLst/>
                <a:gdLst>
                  <a:gd name="connsiteX0" fmla="*/ 3413 w 6343"/>
                  <a:gd name="connsiteY0" fmla="*/ 6569 h 6345"/>
                  <a:gd name="connsiteX1" fmla="*/ 5655 w 6343"/>
                  <a:gd name="connsiteY1" fmla="*/ 5639 h 6345"/>
                  <a:gd name="connsiteX2" fmla="*/ 6584 w 6343"/>
                  <a:gd name="connsiteY2" fmla="*/ 3396 h 6345"/>
                  <a:gd name="connsiteX3" fmla="*/ 5655 w 6343"/>
                  <a:gd name="connsiteY3" fmla="*/ 1152 h 6345"/>
                  <a:gd name="connsiteX4" fmla="*/ 3413 w 6343"/>
                  <a:gd name="connsiteY4" fmla="*/ 223 h 6345"/>
                  <a:gd name="connsiteX5" fmla="*/ 1170 w 6343"/>
                  <a:gd name="connsiteY5" fmla="*/ 1152 h 6345"/>
                  <a:gd name="connsiteX6" fmla="*/ 241 w 6343"/>
                  <a:gd name="connsiteY6" fmla="*/ 3396 h 6345"/>
                  <a:gd name="connsiteX7" fmla="*/ 1170 w 6343"/>
                  <a:gd name="connsiteY7" fmla="*/ 5639 h 6345"/>
                  <a:gd name="connsiteX8" fmla="*/ 3413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69"/>
                    </a:moveTo>
                    <a:cubicBezTo>
                      <a:pt x="4254" y="6569"/>
                      <a:pt x="5061" y="6234"/>
                      <a:pt x="5655" y="5639"/>
                    </a:cubicBezTo>
                    <a:cubicBezTo>
                      <a:pt x="6250" y="5044"/>
                      <a:pt x="6584" y="4237"/>
                      <a:pt x="6584" y="3396"/>
                    </a:cubicBezTo>
                    <a:cubicBezTo>
                      <a:pt x="6584" y="2554"/>
                      <a:pt x="6250" y="1747"/>
                      <a:pt x="5655" y="1152"/>
                    </a:cubicBezTo>
                    <a:cubicBezTo>
                      <a:pt x="5061" y="557"/>
                      <a:pt x="4254" y="223"/>
                      <a:pt x="3413" y="223"/>
                    </a:cubicBezTo>
                    <a:cubicBezTo>
                      <a:pt x="2572" y="223"/>
                      <a:pt x="1765" y="557"/>
                      <a:pt x="1170" y="1152"/>
                    </a:cubicBezTo>
                    <a:cubicBezTo>
                      <a:pt x="575" y="1747"/>
                      <a:pt x="241" y="2554"/>
                      <a:pt x="241" y="3396"/>
                    </a:cubicBezTo>
                    <a:cubicBezTo>
                      <a:pt x="241" y="4237"/>
                      <a:pt x="575" y="5044"/>
                      <a:pt x="1170" y="5639"/>
                    </a:cubicBezTo>
                    <a:cubicBezTo>
                      <a:pt x="1765" y="6234"/>
                      <a:pt x="2572" y="6569"/>
                      <a:pt x="3413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77" name="Freeform: Shape 4076">
                <a:extLst>
                  <a:ext uri="{FF2B5EF4-FFF2-40B4-BE49-F238E27FC236}">
                    <a16:creationId xmlns:a16="http://schemas.microsoft.com/office/drawing/2014/main" id="{EE5A2109-88B8-789D-5133-6FB1BEB4FE24}"/>
                  </a:ext>
                </a:extLst>
              </p:cNvPr>
              <p:cNvSpPr/>
              <p:nvPr/>
            </p:nvSpPr>
            <p:spPr>
              <a:xfrm>
                <a:off x="3908388" y="6311498"/>
                <a:ext cx="6343" cy="6345"/>
              </a:xfrm>
              <a:custGeom>
                <a:avLst/>
                <a:gdLst>
                  <a:gd name="connsiteX0" fmla="*/ 3412 w 6343"/>
                  <a:gd name="connsiteY0" fmla="*/ 6569 h 6345"/>
                  <a:gd name="connsiteX1" fmla="*/ 5655 w 6343"/>
                  <a:gd name="connsiteY1" fmla="*/ 5639 h 6345"/>
                  <a:gd name="connsiteX2" fmla="*/ 6584 w 6343"/>
                  <a:gd name="connsiteY2" fmla="*/ 3396 h 6345"/>
                  <a:gd name="connsiteX3" fmla="*/ 5655 w 6343"/>
                  <a:gd name="connsiteY3" fmla="*/ 1152 h 6345"/>
                  <a:gd name="connsiteX4" fmla="*/ 3412 w 6343"/>
                  <a:gd name="connsiteY4" fmla="*/ 223 h 6345"/>
                  <a:gd name="connsiteX5" fmla="*/ 1170 w 6343"/>
                  <a:gd name="connsiteY5" fmla="*/ 1152 h 6345"/>
                  <a:gd name="connsiteX6" fmla="*/ 241 w 6343"/>
                  <a:gd name="connsiteY6" fmla="*/ 3396 h 6345"/>
                  <a:gd name="connsiteX7" fmla="*/ 1170 w 6343"/>
                  <a:gd name="connsiteY7" fmla="*/ 5639 h 6345"/>
                  <a:gd name="connsiteX8" fmla="*/ 341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9"/>
                    </a:moveTo>
                    <a:cubicBezTo>
                      <a:pt x="4254" y="6569"/>
                      <a:pt x="5060" y="6234"/>
                      <a:pt x="5655" y="5639"/>
                    </a:cubicBezTo>
                    <a:cubicBezTo>
                      <a:pt x="6250" y="5044"/>
                      <a:pt x="6584" y="4237"/>
                      <a:pt x="6584" y="3396"/>
                    </a:cubicBezTo>
                    <a:cubicBezTo>
                      <a:pt x="6584" y="2554"/>
                      <a:pt x="6250" y="1747"/>
                      <a:pt x="5655" y="1152"/>
                    </a:cubicBezTo>
                    <a:cubicBezTo>
                      <a:pt x="5060" y="557"/>
                      <a:pt x="4254" y="223"/>
                      <a:pt x="3412" y="223"/>
                    </a:cubicBezTo>
                    <a:cubicBezTo>
                      <a:pt x="2571" y="223"/>
                      <a:pt x="1765" y="557"/>
                      <a:pt x="1170" y="1152"/>
                    </a:cubicBezTo>
                    <a:cubicBezTo>
                      <a:pt x="575" y="1747"/>
                      <a:pt x="241" y="2554"/>
                      <a:pt x="241" y="3396"/>
                    </a:cubicBezTo>
                    <a:cubicBezTo>
                      <a:pt x="241" y="4237"/>
                      <a:pt x="575" y="5044"/>
                      <a:pt x="1170" y="5639"/>
                    </a:cubicBezTo>
                    <a:cubicBezTo>
                      <a:pt x="1765" y="6234"/>
                      <a:pt x="2571" y="6569"/>
                      <a:pt x="341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78" name="Freeform: Shape 4077">
                <a:extLst>
                  <a:ext uri="{FF2B5EF4-FFF2-40B4-BE49-F238E27FC236}">
                    <a16:creationId xmlns:a16="http://schemas.microsoft.com/office/drawing/2014/main" id="{6576919E-8742-165F-B448-320D2BF095A6}"/>
                  </a:ext>
                </a:extLst>
              </p:cNvPr>
              <p:cNvSpPr/>
              <p:nvPr/>
            </p:nvSpPr>
            <p:spPr>
              <a:xfrm>
                <a:off x="3904850" y="6311609"/>
                <a:ext cx="6343" cy="6345"/>
              </a:xfrm>
              <a:custGeom>
                <a:avLst/>
                <a:gdLst>
                  <a:gd name="connsiteX0" fmla="*/ 3412 w 6343"/>
                  <a:gd name="connsiteY0" fmla="*/ 6569 h 6345"/>
                  <a:gd name="connsiteX1" fmla="*/ 5655 w 6343"/>
                  <a:gd name="connsiteY1" fmla="*/ 5639 h 6345"/>
                  <a:gd name="connsiteX2" fmla="*/ 6584 w 6343"/>
                  <a:gd name="connsiteY2" fmla="*/ 3396 h 6345"/>
                  <a:gd name="connsiteX3" fmla="*/ 5655 w 6343"/>
                  <a:gd name="connsiteY3" fmla="*/ 1152 h 6345"/>
                  <a:gd name="connsiteX4" fmla="*/ 3412 w 6343"/>
                  <a:gd name="connsiteY4" fmla="*/ 223 h 6345"/>
                  <a:gd name="connsiteX5" fmla="*/ 1170 w 6343"/>
                  <a:gd name="connsiteY5" fmla="*/ 1152 h 6345"/>
                  <a:gd name="connsiteX6" fmla="*/ 241 w 6343"/>
                  <a:gd name="connsiteY6" fmla="*/ 3396 h 6345"/>
                  <a:gd name="connsiteX7" fmla="*/ 1170 w 6343"/>
                  <a:gd name="connsiteY7" fmla="*/ 5639 h 6345"/>
                  <a:gd name="connsiteX8" fmla="*/ 341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9"/>
                    </a:moveTo>
                    <a:cubicBezTo>
                      <a:pt x="4253" y="6569"/>
                      <a:pt x="5060" y="6234"/>
                      <a:pt x="5655" y="5639"/>
                    </a:cubicBezTo>
                    <a:cubicBezTo>
                      <a:pt x="6250" y="5044"/>
                      <a:pt x="6584" y="4237"/>
                      <a:pt x="6584" y="3396"/>
                    </a:cubicBezTo>
                    <a:cubicBezTo>
                      <a:pt x="6584" y="2554"/>
                      <a:pt x="6250" y="1747"/>
                      <a:pt x="5655" y="1152"/>
                    </a:cubicBezTo>
                    <a:cubicBezTo>
                      <a:pt x="5060" y="557"/>
                      <a:pt x="4253" y="223"/>
                      <a:pt x="3412" y="223"/>
                    </a:cubicBezTo>
                    <a:cubicBezTo>
                      <a:pt x="2571" y="223"/>
                      <a:pt x="1764" y="557"/>
                      <a:pt x="1170" y="1152"/>
                    </a:cubicBezTo>
                    <a:cubicBezTo>
                      <a:pt x="575" y="1747"/>
                      <a:pt x="241" y="2554"/>
                      <a:pt x="241" y="3396"/>
                    </a:cubicBezTo>
                    <a:cubicBezTo>
                      <a:pt x="241" y="4237"/>
                      <a:pt x="575" y="5044"/>
                      <a:pt x="1170" y="5639"/>
                    </a:cubicBezTo>
                    <a:cubicBezTo>
                      <a:pt x="1764" y="6234"/>
                      <a:pt x="2571" y="6569"/>
                      <a:pt x="341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79" name="Freeform: Shape 4078">
                <a:extLst>
                  <a:ext uri="{FF2B5EF4-FFF2-40B4-BE49-F238E27FC236}">
                    <a16:creationId xmlns:a16="http://schemas.microsoft.com/office/drawing/2014/main" id="{AC49ADF3-3557-A7DD-4E4D-EDE83AF1C036}"/>
                  </a:ext>
                </a:extLst>
              </p:cNvPr>
              <p:cNvSpPr/>
              <p:nvPr/>
            </p:nvSpPr>
            <p:spPr>
              <a:xfrm>
                <a:off x="3901253" y="6310515"/>
                <a:ext cx="6343" cy="6345"/>
              </a:xfrm>
              <a:custGeom>
                <a:avLst/>
                <a:gdLst>
                  <a:gd name="connsiteX0" fmla="*/ 3412 w 6343"/>
                  <a:gd name="connsiteY0" fmla="*/ 6568 h 6345"/>
                  <a:gd name="connsiteX1" fmla="*/ 5655 w 6343"/>
                  <a:gd name="connsiteY1" fmla="*/ 5639 h 6345"/>
                  <a:gd name="connsiteX2" fmla="*/ 6583 w 6343"/>
                  <a:gd name="connsiteY2" fmla="*/ 3396 h 6345"/>
                  <a:gd name="connsiteX3" fmla="*/ 5655 w 6343"/>
                  <a:gd name="connsiteY3" fmla="*/ 1152 h 6345"/>
                  <a:gd name="connsiteX4" fmla="*/ 3412 w 6343"/>
                  <a:gd name="connsiteY4" fmla="*/ 223 h 6345"/>
                  <a:gd name="connsiteX5" fmla="*/ 1169 w 6343"/>
                  <a:gd name="connsiteY5" fmla="*/ 1152 h 6345"/>
                  <a:gd name="connsiteX6" fmla="*/ 240 w 6343"/>
                  <a:gd name="connsiteY6" fmla="*/ 3396 h 6345"/>
                  <a:gd name="connsiteX7" fmla="*/ 1169 w 6343"/>
                  <a:gd name="connsiteY7" fmla="*/ 5639 h 6345"/>
                  <a:gd name="connsiteX8" fmla="*/ 3412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8"/>
                    </a:moveTo>
                    <a:cubicBezTo>
                      <a:pt x="4253" y="6568"/>
                      <a:pt x="5060" y="6234"/>
                      <a:pt x="5655" y="5639"/>
                    </a:cubicBezTo>
                    <a:cubicBezTo>
                      <a:pt x="6249" y="5044"/>
                      <a:pt x="6583" y="4237"/>
                      <a:pt x="6583" y="3396"/>
                    </a:cubicBezTo>
                    <a:cubicBezTo>
                      <a:pt x="6583" y="2554"/>
                      <a:pt x="6249" y="1747"/>
                      <a:pt x="5655" y="1152"/>
                    </a:cubicBezTo>
                    <a:cubicBezTo>
                      <a:pt x="5060" y="557"/>
                      <a:pt x="4253" y="223"/>
                      <a:pt x="3412" y="223"/>
                    </a:cubicBezTo>
                    <a:cubicBezTo>
                      <a:pt x="2571" y="223"/>
                      <a:pt x="1764" y="557"/>
                      <a:pt x="1169" y="1152"/>
                    </a:cubicBezTo>
                    <a:cubicBezTo>
                      <a:pt x="575" y="1747"/>
                      <a:pt x="240" y="2554"/>
                      <a:pt x="240" y="3396"/>
                    </a:cubicBezTo>
                    <a:cubicBezTo>
                      <a:pt x="240" y="4237"/>
                      <a:pt x="575" y="5044"/>
                      <a:pt x="1169" y="5639"/>
                    </a:cubicBezTo>
                    <a:cubicBezTo>
                      <a:pt x="1764" y="6234"/>
                      <a:pt x="2571" y="6568"/>
                      <a:pt x="3412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80" name="Freeform: Shape 4079">
                <a:extLst>
                  <a:ext uri="{FF2B5EF4-FFF2-40B4-BE49-F238E27FC236}">
                    <a16:creationId xmlns:a16="http://schemas.microsoft.com/office/drawing/2014/main" id="{2DF45341-D52A-5590-8D1A-F0B840F151FC}"/>
                  </a:ext>
                </a:extLst>
              </p:cNvPr>
              <p:cNvSpPr/>
              <p:nvPr/>
            </p:nvSpPr>
            <p:spPr>
              <a:xfrm>
                <a:off x="3897710" y="6310299"/>
                <a:ext cx="6343" cy="6345"/>
              </a:xfrm>
              <a:custGeom>
                <a:avLst/>
                <a:gdLst>
                  <a:gd name="connsiteX0" fmla="*/ 3412 w 6343"/>
                  <a:gd name="connsiteY0" fmla="*/ 6568 h 6345"/>
                  <a:gd name="connsiteX1" fmla="*/ 5654 w 6343"/>
                  <a:gd name="connsiteY1" fmla="*/ 5639 h 6345"/>
                  <a:gd name="connsiteX2" fmla="*/ 6583 w 6343"/>
                  <a:gd name="connsiteY2" fmla="*/ 3396 h 6345"/>
                  <a:gd name="connsiteX3" fmla="*/ 5654 w 6343"/>
                  <a:gd name="connsiteY3" fmla="*/ 1152 h 6345"/>
                  <a:gd name="connsiteX4" fmla="*/ 3412 w 6343"/>
                  <a:gd name="connsiteY4" fmla="*/ 223 h 6345"/>
                  <a:gd name="connsiteX5" fmla="*/ 1169 w 6343"/>
                  <a:gd name="connsiteY5" fmla="*/ 1152 h 6345"/>
                  <a:gd name="connsiteX6" fmla="*/ 240 w 6343"/>
                  <a:gd name="connsiteY6" fmla="*/ 3396 h 6345"/>
                  <a:gd name="connsiteX7" fmla="*/ 1169 w 6343"/>
                  <a:gd name="connsiteY7" fmla="*/ 5639 h 6345"/>
                  <a:gd name="connsiteX8" fmla="*/ 3412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8"/>
                    </a:moveTo>
                    <a:cubicBezTo>
                      <a:pt x="4253" y="6568"/>
                      <a:pt x="5059" y="6234"/>
                      <a:pt x="5654" y="5639"/>
                    </a:cubicBezTo>
                    <a:cubicBezTo>
                      <a:pt x="6249" y="5044"/>
                      <a:pt x="6583" y="4237"/>
                      <a:pt x="6583" y="3396"/>
                    </a:cubicBezTo>
                    <a:cubicBezTo>
                      <a:pt x="6583" y="2554"/>
                      <a:pt x="6249" y="1747"/>
                      <a:pt x="5654" y="1152"/>
                    </a:cubicBezTo>
                    <a:cubicBezTo>
                      <a:pt x="5059" y="557"/>
                      <a:pt x="4253" y="223"/>
                      <a:pt x="3412" y="223"/>
                    </a:cubicBezTo>
                    <a:cubicBezTo>
                      <a:pt x="2571" y="223"/>
                      <a:pt x="1764" y="557"/>
                      <a:pt x="1169" y="1152"/>
                    </a:cubicBezTo>
                    <a:cubicBezTo>
                      <a:pt x="574" y="1747"/>
                      <a:pt x="240" y="2554"/>
                      <a:pt x="240" y="3396"/>
                    </a:cubicBezTo>
                    <a:cubicBezTo>
                      <a:pt x="240" y="4237"/>
                      <a:pt x="574" y="5044"/>
                      <a:pt x="1169" y="5639"/>
                    </a:cubicBezTo>
                    <a:cubicBezTo>
                      <a:pt x="1764" y="6234"/>
                      <a:pt x="2571" y="6568"/>
                      <a:pt x="3412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81" name="Freeform: Shape 4080">
                <a:extLst>
                  <a:ext uri="{FF2B5EF4-FFF2-40B4-BE49-F238E27FC236}">
                    <a16:creationId xmlns:a16="http://schemas.microsoft.com/office/drawing/2014/main" id="{583585D7-AF78-2B14-8F0E-A0C5FA2D5732}"/>
                  </a:ext>
                </a:extLst>
              </p:cNvPr>
              <p:cNvSpPr/>
              <p:nvPr/>
            </p:nvSpPr>
            <p:spPr>
              <a:xfrm>
                <a:off x="3894188" y="6310534"/>
                <a:ext cx="6343" cy="6345"/>
              </a:xfrm>
              <a:custGeom>
                <a:avLst/>
                <a:gdLst>
                  <a:gd name="connsiteX0" fmla="*/ 3411 w 6343"/>
                  <a:gd name="connsiteY0" fmla="*/ 6568 h 6345"/>
                  <a:gd name="connsiteX1" fmla="*/ 5654 w 6343"/>
                  <a:gd name="connsiteY1" fmla="*/ 5639 h 6345"/>
                  <a:gd name="connsiteX2" fmla="*/ 6583 w 6343"/>
                  <a:gd name="connsiteY2" fmla="*/ 3396 h 6345"/>
                  <a:gd name="connsiteX3" fmla="*/ 5654 w 6343"/>
                  <a:gd name="connsiteY3" fmla="*/ 1152 h 6345"/>
                  <a:gd name="connsiteX4" fmla="*/ 3411 w 6343"/>
                  <a:gd name="connsiteY4" fmla="*/ 223 h 6345"/>
                  <a:gd name="connsiteX5" fmla="*/ 1169 w 6343"/>
                  <a:gd name="connsiteY5" fmla="*/ 1152 h 6345"/>
                  <a:gd name="connsiteX6" fmla="*/ 240 w 6343"/>
                  <a:gd name="connsiteY6" fmla="*/ 3396 h 6345"/>
                  <a:gd name="connsiteX7" fmla="*/ 1169 w 6343"/>
                  <a:gd name="connsiteY7" fmla="*/ 5639 h 6345"/>
                  <a:gd name="connsiteX8" fmla="*/ 3411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8"/>
                    </a:moveTo>
                    <a:cubicBezTo>
                      <a:pt x="4252" y="6568"/>
                      <a:pt x="5059" y="6234"/>
                      <a:pt x="5654" y="5639"/>
                    </a:cubicBezTo>
                    <a:cubicBezTo>
                      <a:pt x="6249" y="5044"/>
                      <a:pt x="6583" y="4237"/>
                      <a:pt x="6583" y="3396"/>
                    </a:cubicBezTo>
                    <a:cubicBezTo>
                      <a:pt x="6583" y="2554"/>
                      <a:pt x="6249" y="1747"/>
                      <a:pt x="5654" y="1152"/>
                    </a:cubicBezTo>
                    <a:cubicBezTo>
                      <a:pt x="5059" y="557"/>
                      <a:pt x="4252" y="223"/>
                      <a:pt x="3411" y="223"/>
                    </a:cubicBezTo>
                    <a:cubicBezTo>
                      <a:pt x="2570" y="223"/>
                      <a:pt x="1763" y="557"/>
                      <a:pt x="1169" y="1152"/>
                    </a:cubicBezTo>
                    <a:cubicBezTo>
                      <a:pt x="574" y="1747"/>
                      <a:pt x="240" y="2554"/>
                      <a:pt x="240" y="3396"/>
                    </a:cubicBezTo>
                    <a:cubicBezTo>
                      <a:pt x="240" y="4237"/>
                      <a:pt x="574" y="5044"/>
                      <a:pt x="1169" y="5639"/>
                    </a:cubicBezTo>
                    <a:cubicBezTo>
                      <a:pt x="1763" y="6234"/>
                      <a:pt x="2570" y="6568"/>
                      <a:pt x="3411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82" name="Freeform: Shape 4081">
                <a:extLst>
                  <a:ext uri="{FF2B5EF4-FFF2-40B4-BE49-F238E27FC236}">
                    <a16:creationId xmlns:a16="http://schemas.microsoft.com/office/drawing/2014/main" id="{5A340125-23AB-519A-9BD0-EFF4D69708F2}"/>
                  </a:ext>
                </a:extLst>
              </p:cNvPr>
              <p:cNvSpPr/>
              <p:nvPr/>
            </p:nvSpPr>
            <p:spPr>
              <a:xfrm>
                <a:off x="3890656" y="6310463"/>
                <a:ext cx="6343" cy="6345"/>
              </a:xfrm>
              <a:custGeom>
                <a:avLst/>
                <a:gdLst>
                  <a:gd name="connsiteX0" fmla="*/ 3411 w 6343"/>
                  <a:gd name="connsiteY0" fmla="*/ 6568 h 6345"/>
                  <a:gd name="connsiteX1" fmla="*/ 5654 w 6343"/>
                  <a:gd name="connsiteY1" fmla="*/ 5639 h 6345"/>
                  <a:gd name="connsiteX2" fmla="*/ 6583 w 6343"/>
                  <a:gd name="connsiteY2" fmla="*/ 3396 h 6345"/>
                  <a:gd name="connsiteX3" fmla="*/ 5654 w 6343"/>
                  <a:gd name="connsiteY3" fmla="*/ 1152 h 6345"/>
                  <a:gd name="connsiteX4" fmla="*/ 3411 w 6343"/>
                  <a:gd name="connsiteY4" fmla="*/ 223 h 6345"/>
                  <a:gd name="connsiteX5" fmla="*/ 1168 w 6343"/>
                  <a:gd name="connsiteY5" fmla="*/ 1152 h 6345"/>
                  <a:gd name="connsiteX6" fmla="*/ 240 w 6343"/>
                  <a:gd name="connsiteY6" fmla="*/ 3396 h 6345"/>
                  <a:gd name="connsiteX7" fmla="*/ 1168 w 6343"/>
                  <a:gd name="connsiteY7" fmla="*/ 5639 h 6345"/>
                  <a:gd name="connsiteX8" fmla="*/ 3411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8"/>
                    </a:moveTo>
                    <a:cubicBezTo>
                      <a:pt x="4252" y="6568"/>
                      <a:pt x="5059" y="6234"/>
                      <a:pt x="5654" y="5639"/>
                    </a:cubicBezTo>
                    <a:cubicBezTo>
                      <a:pt x="6248" y="5044"/>
                      <a:pt x="6583" y="4237"/>
                      <a:pt x="6583" y="3396"/>
                    </a:cubicBezTo>
                    <a:cubicBezTo>
                      <a:pt x="6583" y="2554"/>
                      <a:pt x="6248" y="1747"/>
                      <a:pt x="5654" y="1152"/>
                    </a:cubicBezTo>
                    <a:cubicBezTo>
                      <a:pt x="5059" y="557"/>
                      <a:pt x="4252" y="223"/>
                      <a:pt x="3411" y="223"/>
                    </a:cubicBezTo>
                    <a:cubicBezTo>
                      <a:pt x="2570" y="223"/>
                      <a:pt x="1763" y="557"/>
                      <a:pt x="1168" y="1152"/>
                    </a:cubicBezTo>
                    <a:cubicBezTo>
                      <a:pt x="574" y="1747"/>
                      <a:pt x="240" y="2554"/>
                      <a:pt x="240" y="3396"/>
                    </a:cubicBezTo>
                    <a:cubicBezTo>
                      <a:pt x="240" y="4237"/>
                      <a:pt x="574" y="5044"/>
                      <a:pt x="1168" y="5639"/>
                    </a:cubicBezTo>
                    <a:cubicBezTo>
                      <a:pt x="1763" y="6234"/>
                      <a:pt x="2570" y="6568"/>
                      <a:pt x="3411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83" name="Freeform: Shape 4082">
                <a:extLst>
                  <a:ext uri="{FF2B5EF4-FFF2-40B4-BE49-F238E27FC236}">
                    <a16:creationId xmlns:a16="http://schemas.microsoft.com/office/drawing/2014/main" id="{34389AC0-212E-7B96-153D-9F30C5148608}"/>
                  </a:ext>
                </a:extLst>
              </p:cNvPr>
              <p:cNvSpPr/>
              <p:nvPr/>
            </p:nvSpPr>
            <p:spPr>
              <a:xfrm>
                <a:off x="3887118" y="6310086"/>
                <a:ext cx="6343" cy="6345"/>
              </a:xfrm>
              <a:custGeom>
                <a:avLst/>
                <a:gdLst>
                  <a:gd name="connsiteX0" fmla="*/ 3411 w 6343"/>
                  <a:gd name="connsiteY0" fmla="*/ 6568 h 6345"/>
                  <a:gd name="connsiteX1" fmla="*/ 5653 w 6343"/>
                  <a:gd name="connsiteY1" fmla="*/ 5639 h 6345"/>
                  <a:gd name="connsiteX2" fmla="*/ 6582 w 6343"/>
                  <a:gd name="connsiteY2" fmla="*/ 3396 h 6345"/>
                  <a:gd name="connsiteX3" fmla="*/ 5653 w 6343"/>
                  <a:gd name="connsiteY3" fmla="*/ 1152 h 6345"/>
                  <a:gd name="connsiteX4" fmla="*/ 3411 w 6343"/>
                  <a:gd name="connsiteY4" fmla="*/ 223 h 6345"/>
                  <a:gd name="connsiteX5" fmla="*/ 1168 w 6343"/>
                  <a:gd name="connsiteY5" fmla="*/ 1152 h 6345"/>
                  <a:gd name="connsiteX6" fmla="*/ 239 w 6343"/>
                  <a:gd name="connsiteY6" fmla="*/ 3396 h 6345"/>
                  <a:gd name="connsiteX7" fmla="*/ 1168 w 6343"/>
                  <a:gd name="connsiteY7" fmla="*/ 5639 h 6345"/>
                  <a:gd name="connsiteX8" fmla="*/ 3411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8"/>
                    </a:moveTo>
                    <a:cubicBezTo>
                      <a:pt x="4252" y="6568"/>
                      <a:pt x="5059" y="6234"/>
                      <a:pt x="5653" y="5639"/>
                    </a:cubicBezTo>
                    <a:cubicBezTo>
                      <a:pt x="6248" y="5044"/>
                      <a:pt x="6582" y="4237"/>
                      <a:pt x="6582" y="3396"/>
                    </a:cubicBezTo>
                    <a:cubicBezTo>
                      <a:pt x="6582" y="2554"/>
                      <a:pt x="6248" y="1747"/>
                      <a:pt x="5653" y="1152"/>
                    </a:cubicBezTo>
                    <a:cubicBezTo>
                      <a:pt x="5059" y="557"/>
                      <a:pt x="4252" y="223"/>
                      <a:pt x="3411" y="223"/>
                    </a:cubicBezTo>
                    <a:cubicBezTo>
                      <a:pt x="2570" y="223"/>
                      <a:pt x="1763" y="557"/>
                      <a:pt x="1168" y="1152"/>
                    </a:cubicBezTo>
                    <a:cubicBezTo>
                      <a:pt x="573" y="1747"/>
                      <a:pt x="239" y="2554"/>
                      <a:pt x="239" y="3396"/>
                    </a:cubicBezTo>
                    <a:cubicBezTo>
                      <a:pt x="239" y="4237"/>
                      <a:pt x="573" y="5044"/>
                      <a:pt x="1168" y="5639"/>
                    </a:cubicBezTo>
                    <a:cubicBezTo>
                      <a:pt x="1763" y="6234"/>
                      <a:pt x="2570" y="6568"/>
                      <a:pt x="3411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84" name="Freeform: Shape 4083">
                <a:extLst>
                  <a:ext uri="{FF2B5EF4-FFF2-40B4-BE49-F238E27FC236}">
                    <a16:creationId xmlns:a16="http://schemas.microsoft.com/office/drawing/2014/main" id="{EAB82C61-82AE-C356-A5AC-44E0D91A5168}"/>
                  </a:ext>
                </a:extLst>
              </p:cNvPr>
              <p:cNvSpPr/>
              <p:nvPr/>
            </p:nvSpPr>
            <p:spPr>
              <a:xfrm>
                <a:off x="3883585" y="6309688"/>
                <a:ext cx="6343" cy="6345"/>
              </a:xfrm>
              <a:custGeom>
                <a:avLst/>
                <a:gdLst>
                  <a:gd name="connsiteX0" fmla="*/ 3411 w 6343"/>
                  <a:gd name="connsiteY0" fmla="*/ 6568 h 6345"/>
                  <a:gd name="connsiteX1" fmla="*/ 5653 w 6343"/>
                  <a:gd name="connsiteY1" fmla="*/ 5639 h 6345"/>
                  <a:gd name="connsiteX2" fmla="*/ 6582 w 6343"/>
                  <a:gd name="connsiteY2" fmla="*/ 3396 h 6345"/>
                  <a:gd name="connsiteX3" fmla="*/ 5653 w 6343"/>
                  <a:gd name="connsiteY3" fmla="*/ 1152 h 6345"/>
                  <a:gd name="connsiteX4" fmla="*/ 3411 w 6343"/>
                  <a:gd name="connsiteY4" fmla="*/ 223 h 6345"/>
                  <a:gd name="connsiteX5" fmla="*/ 1168 w 6343"/>
                  <a:gd name="connsiteY5" fmla="*/ 1152 h 6345"/>
                  <a:gd name="connsiteX6" fmla="*/ 239 w 6343"/>
                  <a:gd name="connsiteY6" fmla="*/ 3396 h 6345"/>
                  <a:gd name="connsiteX7" fmla="*/ 1168 w 6343"/>
                  <a:gd name="connsiteY7" fmla="*/ 5639 h 6345"/>
                  <a:gd name="connsiteX8" fmla="*/ 3411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8"/>
                    </a:moveTo>
                    <a:cubicBezTo>
                      <a:pt x="4252" y="6568"/>
                      <a:pt x="5058" y="6234"/>
                      <a:pt x="5653" y="5639"/>
                    </a:cubicBezTo>
                    <a:cubicBezTo>
                      <a:pt x="6248" y="5044"/>
                      <a:pt x="6582" y="4237"/>
                      <a:pt x="6582" y="3396"/>
                    </a:cubicBezTo>
                    <a:cubicBezTo>
                      <a:pt x="6582" y="2554"/>
                      <a:pt x="6248" y="1747"/>
                      <a:pt x="5653" y="1152"/>
                    </a:cubicBezTo>
                    <a:cubicBezTo>
                      <a:pt x="5058" y="557"/>
                      <a:pt x="4252" y="223"/>
                      <a:pt x="3411" y="223"/>
                    </a:cubicBezTo>
                    <a:cubicBezTo>
                      <a:pt x="2569" y="223"/>
                      <a:pt x="1763" y="557"/>
                      <a:pt x="1168" y="1152"/>
                    </a:cubicBezTo>
                    <a:cubicBezTo>
                      <a:pt x="573" y="1747"/>
                      <a:pt x="239" y="2554"/>
                      <a:pt x="239" y="3396"/>
                    </a:cubicBezTo>
                    <a:cubicBezTo>
                      <a:pt x="239" y="4237"/>
                      <a:pt x="573" y="5044"/>
                      <a:pt x="1168" y="5639"/>
                    </a:cubicBezTo>
                    <a:cubicBezTo>
                      <a:pt x="1763" y="6234"/>
                      <a:pt x="2569" y="6568"/>
                      <a:pt x="3411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85" name="Freeform: Shape 4084">
                <a:extLst>
                  <a:ext uri="{FF2B5EF4-FFF2-40B4-BE49-F238E27FC236}">
                    <a16:creationId xmlns:a16="http://schemas.microsoft.com/office/drawing/2014/main" id="{71B1491E-2D12-449D-BD6F-AE29539B1AD9}"/>
                  </a:ext>
                </a:extLst>
              </p:cNvPr>
              <p:cNvSpPr/>
              <p:nvPr/>
            </p:nvSpPr>
            <p:spPr>
              <a:xfrm>
                <a:off x="3880218" y="6322535"/>
                <a:ext cx="6343" cy="6345"/>
              </a:xfrm>
              <a:custGeom>
                <a:avLst/>
                <a:gdLst>
                  <a:gd name="connsiteX0" fmla="*/ 3410 w 6343"/>
                  <a:gd name="connsiteY0" fmla="*/ 6569 h 6345"/>
                  <a:gd name="connsiteX1" fmla="*/ 5653 w 6343"/>
                  <a:gd name="connsiteY1" fmla="*/ 5640 h 6345"/>
                  <a:gd name="connsiteX2" fmla="*/ 6582 w 6343"/>
                  <a:gd name="connsiteY2" fmla="*/ 3397 h 6345"/>
                  <a:gd name="connsiteX3" fmla="*/ 5653 w 6343"/>
                  <a:gd name="connsiteY3" fmla="*/ 1153 h 6345"/>
                  <a:gd name="connsiteX4" fmla="*/ 3410 w 6343"/>
                  <a:gd name="connsiteY4" fmla="*/ 224 h 6345"/>
                  <a:gd name="connsiteX5" fmla="*/ 1168 w 6343"/>
                  <a:gd name="connsiteY5" fmla="*/ 1153 h 6345"/>
                  <a:gd name="connsiteX6" fmla="*/ 239 w 6343"/>
                  <a:gd name="connsiteY6" fmla="*/ 3397 h 6345"/>
                  <a:gd name="connsiteX7" fmla="*/ 1168 w 6343"/>
                  <a:gd name="connsiteY7" fmla="*/ 5640 h 6345"/>
                  <a:gd name="connsiteX8" fmla="*/ 341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9"/>
                    </a:moveTo>
                    <a:cubicBezTo>
                      <a:pt x="4251" y="6569"/>
                      <a:pt x="5058" y="6235"/>
                      <a:pt x="5653" y="5640"/>
                    </a:cubicBezTo>
                    <a:cubicBezTo>
                      <a:pt x="6248" y="5045"/>
                      <a:pt x="6582" y="4238"/>
                      <a:pt x="6582" y="3397"/>
                    </a:cubicBezTo>
                    <a:cubicBezTo>
                      <a:pt x="6582" y="2555"/>
                      <a:pt x="6248" y="1748"/>
                      <a:pt x="5653" y="1153"/>
                    </a:cubicBezTo>
                    <a:cubicBezTo>
                      <a:pt x="5058" y="558"/>
                      <a:pt x="4251" y="224"/>
                      <a:pt x="3410" y="224"/>
                    </a:cubicBezTo>
                    <a:cubicBezTo>
                      <a:pt x="2569" y="224"/>
                      <a:pt x="1762" y="558"/>
                      <a:pt x="1168" y="1153"/>
                    </a:cubicBezTo>
                    <a:cubicBezTo>
                      <a:pt x="573" y="1748"/>
                      <a:pt x="239" y="2555"/>
                      <a:pt x="239" y="3397"/>
                    </a:cubicBezTo>
                    <a:cubicBezTo>
                      <a:pt x="239" y="4238"/>
                      <a:pt x="573" y="5045"/>
                      <a:pt x="1168" y="5640"/>
                    </a:cubicBezTo>
                    <a:cubicBezTo>
                      <a:pt x="1762" y="6235"/>
                      <a:pt x="2569" y="6569"/>
                      <a:pt x="341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86" name="Freeform: Shape 4085">
                <a:extLst>
                  <a:ext uri="{FF2B5EF4-FFF2-40B4-BE49-F238E27FC236}">
                    <a16:creationId xmlns:a16="http://schemas.microsoft.com/office/drawing/2014/main" id="{0BE6BD98-19DB-9A18-8DEE-96981B592148}"/>
                  </a:ext>
                </a:extLst>
              </p:cNvPr>
              <p:cNvSpPr/>
              <p:nvPr/>
            </p:nvSpPr>
            <p:spPr>
              <a:xfrm>
                <a:off x="3876638" y="6325885"/>
                <a:ext cx="6343" cy="6345"/>
              </a:xfrm>
              <a:custGeom>
                <a:avLst/>
                <a:gdLst>
                  <a:gd name="connsiteX0" fmla="*/ 3410 w 6343"/>
                  <a:gd name="connsiteY0" fmla="*/ 6570 h 6345"/>
                  <a:gd name="connsiteX1" fmla="*/ 5653 w 6343"/>
                  <a:gd name="connsiteY1" fmla="*/ 5640 h 6345"/>
                  <a:gd name="connsiteX2" fmla="*/ 6582 w 6343"/>
                  <a:gd name="connsiteY2" fmla="*/ 3397 h 6345"/>
                  <a:gd name="connsiteX3" fmla="*/ 5653 w 6343"/>
                  <a:gd name="connsiteY3" fmla="*/ 1154 h 6345"/>
                  <a:gd name="connsiteX4" fmla="*/ 3410 w 6343"/>
                  <a:gd name="connsiteY4" fmla="*/ 224 h 6345"/>
                  <a:gd name="connsiteX5" fmla="*/ 1167 w 6343"/>
                  <a:gd name="connsiteY5" fmla="*/ 1154 h 6345"/>
                  <a:gd name="connsiteX6" fmla="*/ 238 w 6343"/>
                  <a:gd name="connsiteY6" fmla="*/ 3397 h 6345"/>
                  <a:gd name="connsiteX7" fmla="*/ 1167 w 6343"/>
                  <a:gd name="connsiteY7" fmla="*/ 5640 h 6345"/>
                  <a:gd name="connsiteX8" fmla="*/ 3410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70"/>
                    </a:moveTo>
                    <a:cubicBezTo>
                      <a:pt x="4251" y="6570"/>
                      <a:pt x="5058" y="6235"/>
                      <a:pt x="5653" y="5640"/>
                    </a:cubicBezTo>
                    <a:cubicBezTo>
                      <a:pt x="6247" y="5045"/>
                      <a:pt x="6582" y="4238"/>
                      <a:pt x="6582" y="3397"/>
                    </a:cubicBezTo>
                    <a:cubicBezTo>
                      <a:pt x="6582" y="2556"/>
                      <a:pt x="6247" y="1749"/>
                      <a:pt x="5653" y="1154"/>
                    </a:cubicBezTo>
                    <a:cubicBezTo>
                      <a:pt x="5058" y="559"/>
                      <a:pt x="4251" y="224"/>
                      <a:pt x="3410" y="224"/>
                    </a:cubicBezTo>
                    <a:cubicBezTo>
                      <a:pt x="2569" y="224"/>
                      <a:pt x="1762" y="559"/>
                      <a:pt x="1167" y="1154"/>
                    </a:cubicBezTo>
                    <a:cubicBezTo>
                      <a:pt x="573" y="1749"/>
                      <a:pt x="238" y="2556"/>
                      <a:pt x="238" y="3397"/>
                    </a:cubicBezTo>
                    <a:cubicBezTo>
                      <a:pt x="238" y="4238"/>
                      <a:pt x="573" y="5045"/>
                      <a:pt x="1167" y="5640"/>
                    </a:cubicBezTo>
                    <a:cubicBezTo>
                      <a:pt x="1762" y="6235"/>
                      <a:pt x="2569" y="6570"/>
                      <a:pt x="3410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87" name="Freeform: Shape 4086">
                <a:extLst>
                  <a:ext uri="{FF2B5EF4-FFF2-40B4-BE49-F238E27FC236}">
                    <a16:creationId xmlns:a16="http://schemas.microsoft.com/office/drawing/2014/main" id="{FA7524ED-EFBB-DC12-6EE0-8F849E7CB35C}"/>
                  </a:ext>
                </a:extLst>
              </p:cNvPr>
              <p:cNvSpPr/>
              <p:nvPr/>
            </p:nvSpPr>
            <p:spPr>
              <a:xfrm>
                <a:off x="3873017" y="6326038"/>
                <a:ext cx="6343" cy="6345"/>
              </a:xfrm>
              <a:custGeom>
                <a:avLst/>
                <a:gdLst>
                  <a:gd name="connsiteX0" fmla="*/ 3410 w 6343"/>
                  <a:gd name="connsiteY0" fmla="*/ 6570 h 6345"/>
                  <a:gd name="connsiteX1" fmla="*/ 5652 w 6343"/>
                  <a:gd name="connsiteY1" fmla="*/ 5640 h 6345"/>
                  <a:gd name="connsiteX2" fmla="*/ 6581 w 6343"/>
                  <a:gd name="connsiteY2" fmla="*/ 3397 h 6345"/>
                  <a:gd name="connsiteX3" fmla="*/ 5652 w 6343"/>
                  <a:gd name="connsiteY3" fmla="*/ 1154 h 6345"/>
                  <a:gd name="connsiteX4" fmla="*/ 3410 w 6343"/>
                  <a:gd name="connsiteY4" fmla="*/ 224 h 6345"/>
                  <a:gd name="connsiteX5" fmla="*/ 1167 w 6343"/>
                  <a:gd name="connsiteY5" fmla="*/ 1154 h 6345"/>
                  <a:gd name="connsiteX6" fmla="*/ 238 w 6343"/>
                  <a:gd name="connsiteY6" fmla="*/ 3397 h 6345"/>
                  <a:gd name="connsiteX7" fmla="*/ 1167 w 6343"/>
                  <a:gd name="connsiteY7" fmla="*/ 5640 h 6345"/>
                  <a:gd name="connsiteX8" fmla="*/ 3410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70"/>
                    </a:moveTo>
                    <a:cubicBezTo>
                      <a:pt x="4251" y="6570"/>
                      <a:pt x="5058" y="6235"/>
                      <a:pt x="5652" y="5640"/>
                    </a:cubicBezTo>
                    <a:cubicBezTo>
                      <a:pt x="6247" y="5045"/>
                      <a:pt x="6581" y="4238"/>
                      <a:pt x="6581" y="3397"/>
                    </a:cubicBezTo>
                    <a:cubicBezTo>
                      <a:pt x="6581" y="2556"/>
                      <a:pt x="6247" y="1749"/>
                      <a:pt x="5652" y="1154"/>
                    </a:cubicBezTo>
                    <a:cubicBezTo>
                      <a:pt x="5058" y="559"/>
                      <a:pt x="4251" y="224"/>
                      <a:pt x="3410" y="224"/>
                    </a:cubicBezTo>
                    <a:cubicBezTo>
                      <a:pt x="2569" y="224"/>
                      <a:pt x="1762" y="559"/>
                      <a:pt x="1167" y="1154"/>
                    </a:cubicBezTo>
                    <a:cubicBezTo>
                      <a:pt x="572" y="1749"/>
                      <a:pt x="238" y="2556"/>
                      <a:pt x="238" y="3397"/>
                    </a:cubicBezTo>
                    <a:cubicBezTo>
                      <a:pt x="238" y="4238"/>
                      <a:pt x="572" y="5045"/>
                      <a:pt x="1167" y="5640"/>
                    </a:cubicBezTo>
                    <a:cubicBezTo>
                      <a:pt x="1762" y="6235"/>
                      <a:pt x="2569" y="6570"/>
                      <a:pt x="3410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88" name="Freeform: Shape 4087">
                <a:extLst>
                  <a:ext uri="{FF2B5EF4-FFF2-40B4-BE49-F238E27FC236}">
                    <a16:creationId xmlns:a16="http://schemas.microsoft.com/office/drawing/2014/main" id="{28E55822-0B11-593B-40EF-82995E8382AE}"/>
                  </a:ext>
                </a:extLst>
              </p:cNvPr>
              <p:cNvSpPr/>
              <p:nvPr/>
            </p:nvSpPr>
            <p:spPr>
              <a:xfrm>
                <a:off x="3869397" y="6325789"/>
                <a:ext cx="6343" cy="6345"/>
              </a:xfrm>
              <a:custGeom>
                <a:avLst/>
                <a:gdLst>
                  <a:gd name="connsiteX0" fmla="*/ 3409 w 6343"/>
                  <a:gd name="connsiteY0" fmla="*/ 6570 h 6345"/>
                  <a:gd name="connsiteX1" fmla="*/ 5652 w 6343"/>
                  <a:gd name="connsiteY1" fmla="*/ 5640 h 6345"/>
                  <a:gd name="connsiteX2" fmla="*/ 6581 w 6343"/>
                  <a:gd name="connsiteY2" fmla="*/ 3397 h 6345"/>
                  <a:gd name="connsiteX3" fmla="*/ 5652 w 6343"/>
                  <a:gd name="connsiteY3" fmla="*/ 1154 h 6345"/>
                  <a:gd name="connsiteX4" fmla="*/ 3409 w 6343"/>
                  <a:gd name="connsiteY4" fmla="*/ 224 h 6345"/>
                  <a:gd name="connsiteX5" fmla="*/ 1167 w 6343"/>
                  <a:gd name="connsiteY5" fmla="*/ 1154 h 6345"/>
                  <a:gd name="connsiteX6" fmla="*/ 238 w 6343"/>
                  <a:gd name="connsiteY6" fmla="*/ 3397 h 6345"/>
                  <a:gd name="connsiteX7" fmla="*/ 1167 w 6343"/>
                  <a:gd name="connsiteY7" fmla="*/ 5640 h 6345"/>
                  <a:gd name="connsiteX8" fmla="*/ 3409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70"/>
                    </a:moveTo>
                    <a:cubicBezTo>
                      <a:pt x="4251" y="6570"/>
                      <a:pt x="5057" y="6235"/>
                      <a:pt x="5652" y="5640"/>
                    </a:cubicBezTo>
                    <a:cubicBezTo>
                      <a:pt x="6247" y="5045"/>
                      <a:pt x="6581" y="4238"/>
                      <a:pt x="6581" y="3397"/>
                    </a:cubicBezTo>
                    <a:cubicBezTo>
                      <a:pt x="6581" y="2556"/>
                      <a:pt x="6247" y="1749"/>
                      <a:pt x="5652" y="1154"/>
                    </a:cubicBezTo>
                    <a:cubicBezTo>
                      <a:pt x="5057" y="559"/>
                      <a:pt x="4251" y="224"/>
                      <a:pt x="3409" y="224"/>
                    </a:cubicBezTo>
                    <a:cubicBezTo>
                      <a:pt x="2568" y="224"/>
                      <a:pt x="1762" y="559"/>
                      <a:pt x="1167" y="1154"/>
                    </a:cubicBezTo>
                    <a:cubicBezTo>
                      <a:pt x="572" y="1749"/>
                      <a:pt x="238" y="2556"/>
                      <a:pt x="238" y="3397"/>
                    </a:cubicBezTo>
                    <a:cubicBezTo>
                      <a:pt x="238" y="4238"/>
                      <a:pt x="572" y="5045"/>
                      <a:pt x="1167" y="5640"/>
                    </a:cubicBezTo>
                    <a:cubicBezTo>
                      <a:pt x="1762" y="6235"/>
                      <a:pt x="2568" y="6570"/>
                      <a:pt x="3409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89" name="Freeform: Shape 4088">
                <a:extLst>
                  <a:ext uri="{FF2B5EF4-FFF2-40B4-BE49-F238E27FC236}">
                    <a16:creationId xmlns:a16="http://schemas.microsoft.com/office/drawing/2014/main" id="{1C2767EB-6BC6-B204-9903-A6D8B70344C8}"/>
                  </a:ext>
                </a:extLst>
              </p:cNvPr>
              <p:cNvSpPr/>
              <p:nvPr/>
            </p:nvSpPr>
            <p:spPr>
              <a:xfrm>
                <a:off x="3865767" y="6326561"/>
                <a:ext cx="6343" cy="6345"/>
              </a:xfrm>
              <a:custGeom>
                <a:avLst/>
                <a:gdLst>
                  <a:gd name="connsiteX0" fmla="*/ 3409 w 6343"/>
                  <a:gd name="connsiteY0" fmla="*/ 6570 h 6345"/>
                  <a:gd name="connsiteX1" fmla="*/ 5652 w 6343"/>
                  <a:gd name="connsiteY1" fmla="*/ 5640 h 6345"/>
                  <a:gd name="connsiteX2" fmla="*/ 6581 w 6343"/>
                  <a:gd name="connsiteY2" fmla="*/ 3397 h 6345"/>
                  <a:gd name="connsiteX3" fmla="*/ 5652 w 6343"/>
                  <a:gd name="connsiteY3" fmla="*/ 1154 h 6345"/>
                  <a:gd name="connsiteX4" fmla="*/ 3409 w 6343"/>
                  <a:gd name="connsiteY4" fmla="*/ 224 h 6345"/>
                  <a:gd name="connsiteX5" fmla="*/ 1166 w 6343"/>
                  <a:gd name="connsiteY5" fmla="*/ 1154 h 6345"/>
                  <a:gd name="connsiteX6" fmla="*/ 238 w 6343"/>
                  <a:gd name="connsiteY6" fmla="*/ 3397 h 6345"/>
                  <a:gd name="connsiteX7" fmla="*/ 1166 w 6343"/>
                  <a:gd name="connsiteY7" fmla="*/ 5640 h 6345"/>
                  <a:gd name="connsiteX8" fmla="*/ 3409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70"/>
                    </a:moveTo>
                    <a:cubicBezTo>
                      <a:pt x="4250" y="6570"/>
                      <a:pt x="5057" y="6235"/>
                      <a:pt x="5652" y="5640"/>
                    </a:cubicBezTo>
                    <a:cubicBezTo>
                      <a:pt x="6246" y="5046"/>
                      <a:pt x="6581" y="4238"/>
                      <a:pt x="6581" y="3397"/>
                    </a:cubicBezTo>
                    <a:cubicBezTo>
                      <a:pt x="6581" y="2556"/>
                      <a:pt x="6246" y="1749"/>
                      <a:pt x="5652" y="1154"/>
                    </a:cubicBezTo>
                    <a:cubicBezTo>
                      <a:pt x="5057" y="559"/>
                      <a:pt x="4250" y="224"/>
                      <a:pt x="3409" y="224"/>
                    </a:cubicBezTo>
                    <a:cubicBezTo>
                      <a:pt x="2568" y="224"/>
                      <a:pt x="1761" y="559"/>
                      <a:pt x="1166" y="1154"/>
                    </a:cubicBezTo>
                    <a:cubicBezTo>
                      <a:pt x="572" y="1749"/>
                      <a:pt x="238" y="2556"/>
                      <a:pt x="238" y="3397"/>
                    </a:cubicBezTo>
                    <a:cubicBezTo>
                      <a:pt x="238" y="4238"/>
                      <a:pt x="572" y="5046"/>
                      <a:pt x="1166" y="5640"/>
                    </a:cubicBezTo>
                    <a:cubicBezTo>
                      <a:pt x="1761" y="6235"/>
                      <a:pt x="2568" y="6570"/>
                      <a:pt x="3409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90" name="Freeform: Shape 4089">
                <a:extLst>
                  <a:ext uri="{FF2B5EF4-FFF2-40B4-BE49-F238E27FC236}">
                    <a16:creationId xmlns:a16="http://schemas.microsoft.com/office/drawing/2014/main" id="{2FA5DD1C-B7DF-B6C7-2C3D-816A29CC3600}"/>
                  </a:ext>
                </a:extLst>
              </p:cNvPr>
              <p:cNvSpPr/>
              <p:nvPr/>
            </p:nvSpPr>
            <p:spPr>
              <a:xfrm>
                <a:off x="3862071" y="6330343"/>
                <a:ext cx="6343" cy="6345"/>
              </a:xfrm>
              <a:custGeom>
                <a:avLst/>
                <a:gdLst>
                  <a:gd name="connsiteX0" fmla="*/ 3409 w 6343"/>
                  <a:gd name="connsiteY0" fmla="*/ 6570 h 6345"/>
                  <a:gd name="connsiteX1" fmla="*/ 5651 w 6343"/>
                  <a:gd name="connsiteY1" fmla="*/ 5641 h 6345"/>
                  <a:gd name="connsiteX2" fmla="*/ 6580 w 6343"/>
                  <a:gd name="connsiteY2" fmla="*/ 3397 h 6345"/>
                  <a:gd name="connsiteX3" fmla="*/ 5651 w 6343"/>
                  <a:gd name="connsiteY3" fmla="*/ 1154 h 6345"/>
                  <a:gd name="connsiteX4" fmla="*/ 3409 w 6343"/>
                  <a:gd name="connsiteY4" fmla="*/ 225 h 6345"/>
                  <a:gd name="connsiteX5" fmla="*/ 1166 w 6343"/>
                  <a:gd name="connsiteY5" fmla="*/ 1154 h 6345"/>
                  <a:gd name="connsiteX6" fmla="*/ 237 w 6343"/>
                  <a:gd name="connsiteY6" fmla="*/ 3397 h 6345"/>
                  <a:gd name="connsiteX7" fmla="*/ 1166 w 6343"/>
                  <a:gd name="connsiteY7" fmla="*/ 5641 h 6345"/>
                  <a:gd name="connsiteX8" fmla="*/ 3409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70"/>
                    </a:moveTo>
                    <a:cubicBezTo>
                      <a:pt x="4250" y="6570"/>
                      <a:pt x="5057" y="6236"/>
                      <a:pt x="5651" y="5641"/>
                    </a:cubicBezTo>
                    <a:cubicBezTo>
                      <a:pt x="6246" y="5046"/>
                      <a:pt x="6580" y="4239"/>
                      <a:pt x="6580" y="3397"/>
                    </a:cubicBezTo>
                    <a:cubicBezTo>
                      <a:pt x="6580" y="2556"/>
                      <a:pt x="6246" y="1749"/>
                      <a:pt x="5651" y="1154"/>
                    </a:cubicBezTo>
                    <a:cubicBezTo>
                      <a:pt x="5057" y="559"/>
                      <a:pt x="4250" y="225"/>
                      <a:pt x="3409" y="225"/>
                    </a:cubicBezTo>
                    <a:cubicBezTo>
                      <a:pt x="2568" y="225"/>
                      <a:pt x="1761" y="559"/>
                      <a:pt x="1166" y="1154"/>
                    </a:cubicBezTo>
                    <a:cubicBezTo>
                      <a:pt x="571" y="1749"/>
                      <a:pt x="237" y="2556"/>
                      <a:pt x="237" y="3397"/>
                    </a:cubicBezTo>
                    <a:cubicBezTo>
                      <a:pt x="237" y="4239"/>
                      <a:pt x="571" y="5046"/>
                      <a:pt x="1166" y="5641"/>
                    </a:cubicBezTo>
                    <a:cubicBezTo>
                      <a:pt x="1761" y="6236"/>
                      <a:pt x="2568" y="6570"/>
                      <a:pt x="3409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91" name="Freeform: Shape 4090">
                <a:extLst>
                  <a:ext uri="{FF2B5EF4-FFF2-40B4-BE49-F238E27FC236}">
                    <a16:creationId xmlns:a16="http://schemas.microsoft.com/office/drawing/2014/main" id="{6504243F-3DC4-2AC4-AFE3-E5E348CB1956}"/>
                  </a:ext>
                </a:extLst>
              </p:cNvPr>
              <p:cNvSpPr/>
              <p:nvPr/>
            </p:nvSpPr>
            <p:spPr>
              <a:xfrm>
                <a:off x="3858376" y="6332159"/>
                <a:ext cx="6343" cy="6345"/>
              </a:xfrm>
              <a:custGeom>
                <a:avLst/>
                <a:gdLst>
                  <a:gd name="connsiteX0" fmla="*/ 3409 w 6343"/>
                  <a:gd name="connsiteY0" fmla="*/ 6570 h 6345"/>
                  <a:gd name="connsiteX1" fmla="*/ 5651 w 6343"/>
                  <a:gd name="connsiteY1" fmla="*/ 5641 h 6345"/>
                  <a:gd name="connsiteX2" fmla="*/ 6580 w 6343"/>
                  <a:gd name="connsiteY2" fmla="*/ 3397 h 6345"/>
                  <a:gd name="connsiteX3" fmla="*/ 5651 w 6343"/>
                  <a:gd name="connsiteY3" fmla="*/ 1154 h 6345"/>
                  <a:gd name="connsiteX4" fmla="*/ 3409 w 6343"/>
                  <a:gd name="connsiteY4" fmla="*/ 225 h 6345"/>
                  <a:gd name="connsiteX5" fmla="*/ 1166 w 6343"/>
                  <a:gd name="connsiteY5" fmla="*/ 1154 h 6345"/>
                  <a:gd name="connsiteX6" fmla="*/ 237 w 6343"/>
                  <a:gd name="connsiteY6" fmla="*/ 3397 h 6345"/>
                  <a:gd name="connsiteX7" fmla="*/ 1166 w 6343"/>
                  <a:gd name="connsiteY7" fmla="*/ 5641 h 6345"/>
                  <a:gd name="connsiteX8" fmla="*/ 3409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70"/>
                    </a:moveTo>
                    <a:cubicBezTo>
                      <a:pt x="4250" y="6570"/>
                      <a:pt x="5056" y="6236"/>
                      <a:pt x="5651" y="5641"/>
                    </a:cubicBezTo>
                    <a:cubicBezTo>
                      <a:pt x="6246" y="5046"/>
                      <a:pt x="6580" y="4239"/>
                      <a:pt x="6580" y="3397"/>
                    </a:cubicBezTo>
                    <a:cubicBezTo>
                      <a:pt x="6580" y="2556"/>
                      <a:pt x="6246" y="1749"/>
                      <a:pt x="5651" y="1154"/>
                    </a:cubicBezTo>
                    <a:cubicBezTo>
                      <a:pt x="5056" y="559"/>
                      <a:pt x="4250" y="225"/>
                      <a:pt x="3409" y="225"/>
                    </a:cubicBezTo>
                    <a:cubicBezTo>
                      <a:pt x="2567" y="225"/>
                      <a:pt x="1761" y="559"/>
                      <a:pt x="1166" y="1154"/>
                    </a:cubicBezTo>
                    <a:cubicBezTo>
                      <a:pt x="571" y="1749"/>
                      <a:pt x="237" y="2556"/>
                      <a:pt x="237" y="3397"/>
                    </a:cubicBezTo>
                    <a:cubicBezTo>
                      <a:pt x="237" y="4239"/>
                      <a:pt x="571" y="5046"/>
                      <a:pt x="1166" y="5641"/>
                    </a:cubicBezTo>
                    <a:cubicBezTo>
                      <a:pt x="1761" y="6236"/>
                      <a:pt x="2567" y="6570"/>
                      <a:pt x="3409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92" name="Freeform: Shape 4091">
                <a:extLst>
                  <a:ext uri="{FF2B5EF4-FFF2-40B4-BE49-F238E27FC236}">
                    <a16:creationId xmlns:a16="http://schemas.microsoft.com/office/drawing/2014/main" id="{24CF763A-6506-E246-CD7F-A78BCC7299E3}"/>
                  </a:ext>
                </a:extLst>
              </p:cNvPr>
              <p:cNvSpPr/>
              <p:nvPr/>
            </p:nvSpPr>
            <p:spPr>
              <a:xfrm>
                <a:off x="3854300" y="6345556"/>
                <a:ext cx="6343" cy="6345"/>
              </a:xfrm>
              <a:custGeom>
                <a:avLst/>
                <a:gdLst>
                  <a:gd name="connsiteX0" fmla="*/ 3408 w 6343"/>
                  <a:gd name="connsiteY0" fmla="*/ 6571 h 6345"/>
                  <a:gd name="connsiteX1" fmla="*/ 5651 w 6343"/>
                  <a:gd name="connsiteY1" fmla="*/ 5642 h 6345"/>
                  <a:gd name="connsiteX2" fmla="*/ 6580 w 6343"/>
                  <a:gd name="connsiteY2" fmla="*/ 3399 h 6345"/>
                  <a:gd name="connsiteX3" fmla="*/ 5651 w 6343"/>
                  <a:gd name="connsiteY3" fmla="*/ 1155 h 6345"/>
                  <a:gd name="connsiteX4" fmla="*/ 3408 w 6343"/>
                  <a:gd name="connsiteY4" fmla="*/ 226 h 6345"/>
                  <a:gd name="connsiteX5" fmla="*/ 1166 w 6343"/>
                  <a:gd name="connsiteY5" fmla="*/ 1155 h 6345"/>
                  <a:gd name="connsiteX6" fmla="*/ 237 w 6343"/>
                  <a:gd name="connsiteY6" fmla="*/ 3399 h 6345"/>
                  <a:gd name="connsiteX7" fmla="*/ 1166 w 6343"/>
                  <a:gd name="connsiteY7" fmla="*/ 5642 h 6345"/>
                  <a:gd name="connsiteX8" fmla="*/ 3408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71"/>
                    </a:moveTo>
                    <a:cubicBezTo>
                      <a:pt x="4249" y="6571"/>
                      <a:pt x="5056" y="6237"/>
                      <a:pt x="5651" y="5642"/>
                    </a:cubicBezTo>
                    <a:cubicBezTo>
                      <a:pt x="6246" y="5047"/>
                      <a:pt x="6580" y="4240"/>
                      <a:pt x="6580" y="3399"/>
                    </a:cubicBezTo>
                    <a:cubicBezTo>
                      <a:pt x="6580" y="2557"/>
                      <a:pt x="6246" y="1750"/>
                      <a:pt x="5651" y="1155"/>
                    </a:cubicBezTo>
                    <a:cubicBezTo>
                      <a:pt x="5056" y="560"/>
                      <a:pt x="4249" y="226"/>
                      <a:pt x="3408" y="226"/>
                    </a:cubicBezTo>
                    <a:cubicBezTo>
                      <a:pt x="2567" y="226"/>
                      <a:pt x="1760" y="560"/>
                      <a:pt x="1166" y="1155"/>
                    </a:cubicBezTo>
                    <a:cubicBezTo>
                      <a:pt x="571" y="1750"/>
                      <a:pt x="237" y="2557"/>
                      <a:pt x="237" y="3399"/>
                    </a:cubicBezTo>
                    <a:cubicBezTo>
                      <a:pt x="237" y="4240"/>
                      <a:pt x="571" y="5047"/>
                      <a:pt x="1166" y="5642"/>
                    </a:cubicBezTo>
                    <a:cubicBezTo>
                      <a:pt x="1760" y="6237"/>
                      <a:pt x="2567" y="6571"/>
                      <a:pt x="3408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93" name="Freeform: Shape 4092">
                <a:extLst>
                  <a:ext uri="{FF2B5EF4-FFF2-40B4-BE49-F238E27FC236}">
                    <a16:creationId xmlns:a16="http://schemas.microsoft.com/office/drawing/2014/main" id="{2F2DC7BF-AA4D-5A8B-8EAD-F3CBC6AE4144}"/>
                  </a:ext>
                </a:extLst>
              </p:cNvPr>
              <p:cNvSpPr/>
              <p:nvPr/>
            </p:nvSpPr>
            <p:spPr>
              <a:xfrm>
                <a:off x="3850460" y="6348129"/>
                <a:ext cx="6343" cy="6345"/>
              </a:xfrm>
              <a:custGeom>
                <a:avLst/>
                <a:gdLst>
                  <a:gd name="connsiteX0" fmla="*/ 3408 w 6343"/>
                  <a:gd name="connsiteY0" fmla="*/ 6571 h 6345"/>
                  <a:gd name="connsiteX1" fmla="*/ 5651 w 6343"/>
                  <a:gd name="connsiteY1" fmla="*/ 5642 h 6345"/>
                  <a:gd name="connsiteX2" fmla="*/ 6579 w 6343"/>
                  <a:gd name="connsiteY2" fmla="*/ 3399 h 6345"/>
                  <a:gd name="connsiteX3" fmla="*/ 5651 w 6343"/>
                  <a:gd name="connsiteY3" fmla="*/ 1155 h 6345"/>
                  <a:gd name="connsiteX4" fmla="*/ 3408 w 6343"/>
                  <a:gd name="connsiteY4" fmla="*/ 226 h 6345"/>
                  <a:gd name="connsiteX5" fmla="*/ 1165 w 6343"/>
                  <a:gd name="connsiteY5" fmla="*/ 1155 h 6345"/>
                  <a:gd name="connsiteX6" fmla="*/ 236 w 6343"/>
                  <a:gd name="connsiteY6" fmla="*/ 3399 h 6345"/>
                  <a:gd name="connsiteX7" fmla="*/ 1165 w 6343"/>
                  <a:gd name="connsiteY7" fmla="*/ 5642 h 6345"/>
                  <a:gd name="connsiteX8" fmla="*/ 3408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71"/>
                    </a:moveTo>
                    <a:cubicBezTo>
                      <a:pt x="4249" y="6571"/>
                      <a:pt x="5056" y="6237"/>
                      <a:pt x="5651" y="5642"/>
                    </a:cubicBezTo>
                    <a:cubicBezTo>
                      <a:pt x="6245" y="5047"/>
                      <a:pt x="6579" y="4240"/>
                      <a:pt x="6579" y="3399"/>
                    </a:cubicBezTo>
                    <a:cubicBezTo>
                      <a:pt x="6579" y="2557"/>
                      <a:pt x="6245" y="1750"/>
                      <a:pt x="5651" y="1155"/>
                    </a:cubicBezTo>
                    <a:cubicBezTo>
                      <a:pt x="5056" y="560"/>
                      <a:pt x="4249" y="226"/>
                      <a:pt x="3408" y="226"/>
                    </a:cubicBezTo>
                    <a:cubicBezTo>
                      <a:pt x="2567" y="226"/>
                      <a:pt x="1760" y="560"/>
                      <a:pt x="1165" y="1155"/>
                    </a:cubicBezTo>
                    <a:cubicBezTo>
                      <a:pt x="571" y="1750"/>
                      <a:pt x="236" y="2557"/>
                      <a:pt x="236" y="3399"/>
                    </a:cubicBezTo>
                    <a:cubicBezTo>
                      <a:pt x="236" y="4240"/>
                      <a:pt x="571" y="5047"/>
                      <a:pt x="1165" y="5642"/>
                    </a:cubicBezTo>
                    <a:cubicBezTo>
                      <a:pt x="1760" y="6237"/>
                      <a:pt x="2567" y="6571"/>
                      <a:pt x="3408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94" name="Freeform: Shape 4093">
                <a:extLst>
                  <a:ext uri="{FF2B5EF4-FFF2-40B4-BE49-F238E27FC236}">
                    <a16:creationId xmlns:a16="http://schemas.microsoft.com/office/drawing/2014/main" id="{1494E1C1-E7B8-BDFC-1B79-52B55F2FD26A}"/>
                  </a:ext>
                </a:extLst>
              </p:cNvPr>
              <p:cNvSpPr/>
              <p:nvPr/>
            </p:nvSpPr>
            <p:spPr>
              <a:xfrm>
                <a:off x="3846646" y="6349304"/>
                <a:ext cx="6343" cy="6345"/>
              </a:xfrm>
              <a:custGeom>
                <a:avLst/>
                <a:gdLst>
                  <a:gd name="connsiteX0" fmla="*/ 3408 w 6343"/>
                  <a:gd name="connsiteY0" fmla="*/ 6572 h 6345"/>
                  <a:gd name="connsiteX1" fmla="*/ 5650 w 6343"/>
                  <a:gd name="connsiteY1" fmla="*/ 5642 h 6345"/>
                  <a:gd name="connsiteX2" fmla="*/ 6579 w 6343"/>
                  <a:gd name="connsiteY2" fmla="*/ 3399 h 6345"/>
                  <a:gd name="connsiteX3" fmla="*/ 5650 w 6343"/>
                  <a:gd name="connsiteY3" fmla="*/ 1155 h 6345"/>
                  <a:gd name="connsiteX4" fmla="*/ 3408 w 6343"/>
                  <a:gd name="connsiteY4" fmla="*/ 226 h 6345"/>
                  <a:gd name="connsiteX5" fmla="*/ 1165 w 6343"/>
                  <a:gd name="connsiteY5" fmla="*/ 1155 h 6345"/>
                  <a:gd name="connsiteX6" fmla="*/ 236 w 6343"/>
                  <a:gd name="connsiteY6" fmla="*/ 3399 h 6345"/>
                  <a:gd name="connsiteX7" fmla="*/ 1165 w 6343"/>
                  <a:gd name="connsiteY7" fmla="*/ 5642 h 6345"/>
                  <a:gd name="connsiteX8" fmla="*/ 3408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72"/>
                    </a:moveTo>
                    <a:cubicBezTo>
                      <a:pt x="4249" y="6572"/>
                      <a:pt x="5055" y="6237"/>
                      <a:pt x="5650" y="5642"/>
                    </a:cubicBezTo>
                    <a:cubicBezTo>
                      <a:pt x="6245" y="5047"/>
                      <a:pt x="6579" y="4240"/>
                      <a:pt x="6579" y="3399"/>
                    </a:cubicBezTo>
                    <a:cubicBezTo>
                      <a:pt x="6579" y="2557"/>
                      <a:pt x="6245" y="1750"/>
                      <a:pt x="5650" y="1155"/>
                    </a:cubicBezTo>
                    <a:cubicBezTo>
                      <a:pt x="5055" y="560"/>
                      <a:pt x="4249" y="226"/>
                      <a:pt x="3408" y="226"/>
                    </a:cubicBezTo>
                    <a:cubicBezTo>
                      <a:pt x="2566" y="226"/>
                      <a:pt x="1760" y="560"/>
                      <a:pt x="1165" y="1155"/>
                    </a:cubicBezTo>
                    <a:cubicBezTo>
                      <a:pt x="570" y="1750"/>
                      <a:pt x="236" y="2557"/>
                      <a:pt x="236" y="3399"/>
                    </a:cubicBezTo>
                    <a:cubicBezTo>
                      <a:pt x="236" y="4240"/>
                      <a:pt x="570" y="5047"/>
                      <a:pt x="1165" y="5642"/>
                    </a:cubicBezTo>
                    <a:cubicBezTo>
                      <a:pt x="1760" y="6237"/>
                      <a:pt x="2566" y="6572"/>
                      <a:pt x="3408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95" name="Freeform: Shape 4094">
                <a:extLst>
                  <a:ext uri="{FF2B5EF4-FFF2-40B4-BE49-F238E27FC236}">
                    <a16:creationId xmlns:a16="http://schemas.microsoft.com/office/drawing/2014/main" id="{DB2A3208-2B59-A209-696B-B94102D61FF2}"/>
                  </a:ext>
                </a:extLst>
              </p:cNvPr>
              <p:cNvSpPr/>
              <p:nvPr/>
            </p:nvSpPr>
            <p:spPr>
              <a:xfrm>
                <a:off x="3842749" y="6351828"/>
                <a:ext cx="6343" cy="6345"/>
              </a:xfrm>
              <a:custGeom>
                <a:avLst/>
                <a:gdLst>
                  <a:gd name="connsiteX0" fmla="*/ 3407 w 6343"/>
                  <a:gd name="connsiteY0" fmla="*/ 6572 h 6345"/>
                  <a:gd name="connsiteX1" fmla="*/ 5650 w 6343"/>
                  <a:gd name="connsiteY1" fmla="*/ 5642 h 6345"/>
                  <a:gd name="connsiteX2" fmla="*/ 6579 w 6343"/>
                  <a:gd name="connsiteY2" fmla="*/ 3399 h 6345"/>
                  <a:gd name="connsiteX3" fmla="*/ 5650 w 6343"/>
                  <a:gd name="connsiteY3" fmla="*/ 1156 h 6345"/>
                  <a:gd name="connsiteX4" fmla="*/ 3407 w 6343"/>
                  <a:gd name="connsiteY4" fmla="*/ 226 h 6345"/>
                  <a:gd name="connsiteX5" fmla="*/ 1165 w 6343"/>
                  <a:gd name="connsiteY5" fmla="*/ 1156 h 6345"/>
                  <a:gd name="connsiteX6" fmla="*/ 236 w 6343"/>
                  <a:gd name="connsiteY6" fmla="*/ 3399 h 6345"/>
                  <a:gd name="connsiteX7" fmla="*/ 1165 w 6343"/>
                  <a:gd name="connsiteY7" fmla="*/ 5642 h 6345"/>
                  <a:gd name="connsiteX8" fmla="*/ 3407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72"/>
                    </a:moveTo>
                    <a:cubicBezTo>
                      <a:pt x="4248" y="6572"/>
                      <a:pt x="5055" y="6237"/>
                      <a:pt x="5650" y="5642"/>
                    </a:cubicBezTo>
                    <a:cubicBezTo>
                      <a:pt x="6245" y="5048"/>
                      <a:pt x="6579" y="4240"/>
                      <a:pt x="6579" y="3399"/>
                    </a:cubicBezTo>
                    <a:cubicBezTo>
                      <a:pt x="6579" y="2558"/>
                      <a:pt x="6245" y="1751"/>
                      <a:pt x="5650" y="1156"/>
                    </a:cubicBezTo>
                    <a:cubicBezTo>
                      <a:pt x="5055" y="561"/>
                      <a:pt x="4248" y="226"/>
                      <a:pt x="3407" y="226"/>
                    </a:cubicBezTo>
                    <a:cubicBezTo>
                      <a:pt x="2566" y="226"/>
                      <a:pt x="1759" y="561"/>
                      <a:pt x="1165" y="1156"/>
                    </a:cubicBezTo>
                    <a:cubicBezTo>
                      <a:pt x="570" y="1751"/>
                      <a:pt x="236" y="2558"/>
                      <a:pt x="236" y="3399"/>
                    </a:cubicBezTo>
                    <a:cubicBezTo>
                      <a:pt x="236" y="4240"/>
                      <a:pt x="570" y="5048"/>
                      <a:pt x="1165" y="5642"/>
                    </a:cubicBezTo>
                    <a:cubicBezTo>
                      <a:pt x="1759" y="6237"/>
                      <a:pt x="2566" y="6572"/>
                      <a:pt x="3407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96" name="Freeform: Shape 4095">
                <a:extLst>
                  <a:ext uri="{FF2B5EF4-FFF2-40B4-BE49-F238E27FC236}">
                    <a16:creationId xmlns:a16="http://schemas.microsoft.com/office/drawing/2014/main" id="{1D7BE24F-EBCA-5DFA-A52D-C4FEB67D1414}"/>
                  </a:ext>
                </a:extLst>
              </p:cNvPr>
              <p:cNvSpPr/>
              <p:nvPr/>
            </p:nvSpPr>
            <p:spPr>
              <a:xfrm>
                <a:off x="3838951" y="6351962"/>
                <a:ext cx="6343" cy="6345"/>
              </a:xfrm>
              <a:custGeom>
                <a:avLst/>
                <a:gdLst>
                  <a:gd name="connsiteX0" fmla="*/ 3407 w 6343"/>
                  <a:gd name="connsiteY0" fmla="*/ 6572 h 6345"/>
                  <a:gd name="connsiteX1" fmla="*/ 5650 w 6343"/>
                  <a:gd name="connsiteY1" fmla="*/ 5642 h 6345"/>
                  <a:gd name="connsiteX2" fmla="*/ 6579 w 6343"/>
                  <a:gd name="connsiteY2" fmla="*/ 3399 h 6345"/>
                  <a:gd name="connsiteX3" fmla="*/ 5650 w 6343"/>
                  <a:gd name="connsiteY3" fmla="*/ 1156 h 6345"/>
                  <a:gd name="connsiteX4" fmla="*/ 3407 w 6343"/>
                  <a:gd name="connsiteY4" fmla="*/ 226 h 6345"/>
                  <a:gd name="connsiteX5" fmla="*/ 1164 w 6343"/>
                  <a:gd name="connsiteY5" fmla="*/ 1156 h 6345"/>
                  <a:gd name="connsiteX6" fmla="*/ 235 w 6343"/>
                  <a:gd name="connsiteY6" fmla="*/ 3399 h 6345"/>
                  <a:gd name="connsiteX7" fmla="*/ 1164 w 6343"/>
                  <a:gd name="connsiteY7" fmla="*/ 5642 h 6345"/>
                  <a:gd name="connsiteX8" fmla="*/ 3407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72"/>
                    </a:moveTo>
                    <a:cubicBezTo>
                      <a:pt x="4248" y="6572"/>
                      <a:pt x="5055" y="6237"/>
                      <a:pt x="5650" y="5642"/>
                    </a:cubicBezTo>
                    <a:cubicBezTo>
                      <a:pt x="6244" y="5048"/>
                      <a:pt x="6579" y="4240"/>
                      <a:pt x="6579" y="3399"/>
                    </a:cubicBezTo>
                    <a:cubicBezTo>
                      <a:pt x="6579" y="2558"/>
                      <a:pt x="6244" y="1751"/>
                      <a:pt x="5650" y="1156"/>
                    </a:cubicBezTo>
                    <a:cubicBezTo>
                      <a:pt x="5055" y="561"/>
                      <a:pt x="4248" y="226"/>
                      <a:pt x="3407" y="226"/>
                    </a:cubicBezTo>
                    <a:cubicBezTo>
                      <a:pt x="2566" y="226"/>
                      <a:pt x="1759" y="561"/>
                      <a:pt x="1164" y="1156"/>
                    </a:cubicBezTo>
                    <a:cubicBezTo>
                      <a:pt x="570" y="1751"/>
                      <a:pt x="235" y="2558"/>
                      <a:pt x="235" y="3399"/>
                    </a:cubicBezTo>
                    <a:cubicBezTo>
                      <a:pt x="235" y="4240"/>
                      <a:pt x="570" y="5048"/>
                      <a:pt x="1164" y="5642"/>
                    </a:cubicBezTo>
                    <a:cubicBezTo>
                      <a:pt x="1759" y="6237"/>
                      <a:pt x="2566" y="6572"/>
                      <a:pt x="3407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97" name="Freeform: Shape 4096">
                <a:extLst>
                  <a:ext uri="{FF2B5EF4-FFF2-40B4-BE49-F238E27FC236}">
                    <a16:creationId xmlns:a16="http://schemas.microsoft.com/office/drawing/2014/main" id="{46BE2562-FEF5-5F97-FC23-8CD6BD0514B5}"/>
                  </a:ext>
                </a:extLst>
              </p:cNvPr>
              <p:cNvSpPr/>
              <p:nvPr/>
            </p:nvSpPr>
            <p:spPr>
              <a:xfrm>
                <a:off x="3835090" y="6353065"/>
                <a:ext cx="6343" cy="6345"/>
              </a:xfrm>
              <a:custGeom>
                <a:avLst/>
                <a:gdLst>
                  <a:gd name="connsiteX0" fmla="*/ 3407 w 6343"/>
                  <a:gd name="connsiteY0" fmla="*/ 6572 h 6345"/>
                  <a:gd name="connsiteX1" fmla="*/ 5649 w 6343"/>
                  <a:gd name="connsiteY1" fmla="*/ 5643 h 6345"/>
                  <a:gd name="connsiteX2" fmla="*/ 6578 w 6343"/>
                  <a:gd name="connsiteY2" fmla="*/ 3399 h 6345"/>
                  <a:gd name="connsiteX3" fmla="*/ 5649 w 6343"/>
                  <a:gd name="connsiteY3" fmla="*/ 1156 h 6345"/>
                  <a:gd name="connsiteX4" fmla="*/ 3407 w 6343"/>
                  <a:gd name="connsiteY4" fmla="*/ 226 h 6345"/>
                  <a:gd name="connsiteX5" fmla="*/ 1164 w 6343"/>
                  <a:gd name="connsiteY5" fmla="*/ 1156 h 6345"/>
                  <a:gd name="connsiteX6" fmla="*/ 235 w 6343"/>
                  <a:gd name="connsiteY6" fmla="*/ 3399 h 6345"/>
                  <a:gd name="connsiteX7" fmla="*/ 1164 w 6343"/>
                  <a:gd name="connsiteY7" fmla="*/ 5643 h 6345"/>
                  <a:gd name="connsiteX8" fmla="*/ 3407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72"/>
                    </a:moveTo>
                    <a:cubicBezTo>
                      <a:pt x="4248" y="6572"/>
                      <a:pt x="5055" y="6238"/>
                      <a:pt x="5649" y="5643"/>
                    </a:cubicBezTo>
                    <a:cubicBezTo>
                      <a:pt x="6244" y="5048"/>
                      <a:pt x="6578" y="4241"/>
                      <a:pt x="6578" y="3399"/>
                    </a:cubicBezTo>
                    <a:cubicBezTo>
                      <a:pt x="6578" y="2558"/>
                      <a:pt x="6244" y="1751"/>
                      <a:pt x="5649" y="1156"/>
                    </a:cubicBezTo>
                    <a:cubicBezTo>
                      <a:pt x="5055" y="561"/>
                      <a:pt x="4248" y="226"/>
                      <a:pt x="3407" y="226"/>
                    </a:cubicBezTo>
                    <a:cubicBezTo>
                      <a:pt x="2566" y="226"/>
                      <a:pt x="1759" y="561"/>
                      <a:pt x="1164" y="1156"/>
                    </a:cubicBezTo>
                    <a:cubicBezTo>
                      <a:pt x="569" y="1751"/>
                      <a:pt x="235" y="2558"/>
                      <a:pt x="235" y="3399"/>
                    </a:cubicBezTo>
                    <a:cubicBezTo>
                      <a:pt x="235" y="4241"/>
                      <a:pt x="569" y="5048"/>
                      <a:pt x="1164" y="5643"/>
                    </a:cubicBezTo>
                    <a:cubicBezTo>
                      <a:pt x="1759" y="6238"/>
                      <a:pt x="2566" y="6572"/>
                      <a:pt x="3407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98" name="Freeform: Shape 4097">
                <a:extLst>
                  <a:ext uri="{FF2B5EF4-FFF2-40B4-BE49-F238E27FC236}">
                    <a16:creationId xmlns:a16="http://schemas.microsoft.com/office/drawing/2014/main" id="{918E5BD2-E2F5-61C3-400E-A1B9A8F62A67}"/>
                  </a:ext>
                </a:extLst>
              </p:cNvPr>
              <p:cNvSpPr/>
              <p:nvPr/>
            </p:nvSpPr>
            <p:spPr>
              <a:xfrm>
                <a:off x="3831377" y="6351733"/>
                <a:ext cx="6343" cy="6345"/>
              </a:xfrm>
              <a:custGeom>
                <a:avLst/>
                <a:gdLst>
                  <a:gd name="connsiteX0" fmla="*/ 3406 w 6343"/>
                  <a:gd name="connsiteY0" fmla="*/ 6572 h 6345"/>
                  <a:gd name="connsiteX1" fmla="*/ 5649 w 6343"/>
                  <a:gd name="connsiteY1" fmla="*/ 5642 h 6345"/>
                  <a:gd name="connsiteX2" fmla="*/ 6578 w 6343"/>
                  <a:gd name="connsiteY2" fmla="*/ 3399 h 6345"/>
                  <a:gd name="connsiteX3" fmla="*/ 5649 w 6343"/>
                  <a:gd name="connsiteY3" fmla="*/ 1156 h 6345"/>
                  <a:gd name="connsiteX4" fmla="*/ 3406 w 6343"/>
                  <a:gd name="connsiteY4" fmla="*/ 226 h 6345"/>
                  <a:gd name="connsiteX5" fmla="*/ 1164 w 6343"/>
                  <a:gd name="connsiteY5" fmla="*/ 1156 h 6345"/>
                  <a:gd name="connsiteX6" fmla="*/ 235 w 6343"/>
                  <a:gd name="connsiteY6" fmla="*/ 3399 h 6345"/>
                  <a:gd name="connsiteX7" fmla="*/ 1164 w 6343"/>
                  <a:gd name="connsiteY7" fmla="*/ 5642 h 6345"/>
                  <a:gd name="connsiteX8" fmla="*/ 3406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72"/>
                    </a:moveTo>
                    <a:cubicBezTo>
                      <a:pt x="4248" y="6572"/>
                      <a:pt x="5054" y="6237"/>
                      <a:pt x="5649" y="5642"/>
                    </a:cubicBezTo>
                    <a:cubicBezTo>
                      <a:pt x="6244" y="5048"/>
                      <a:pt x="6578" y="4240"/>
                      <a:pt x="6578" y="3399"/>
                    </a:cubicBezTo>
                    <a:cubicBezTo>
                      <a:pt x="6578" y="2558"/>
                      <a:pt x="6244" y="1751"/>
                      <a:pt x="5649" y="1156"/>
                    </a:cubicBezTo>
                    <a:cubicBezTo>
                      <a:pt x="5054" y="561"/>
                      <a:pt x="4248" y="226"/>
                      <a:pt x="3406" y="226"/>
                    </a:cubicBezTo>
                    <a:cubicBezTo>
                      <a:pt x="2565" y="226"/>
                      <a:pt x="1759" y="561"/>
                      <a:pt x="1164" y="1156"/>
                    </a:cubicBezTo>
                    <a:cubicBezTo>
                      <a:pt x="569" y="1751"/>
                      <a:pt x="235" y="2558"/>
                      <a:pt x="235" y="3399"/>
                    </a:cubicBezTo>
                    <a:cubicBezTo>
                      <a:pt x="235" y="4240"/>
                      <a:pt x="569" y="5048"/>
                      <a:pt x="1164" y="5642"/>
                    </a:cubicBezTo>
                    <a:cubicBezTo>
                      <a:pt x="1759" y="6237"/>
                      <a:pt x="2565" y="6572"/>
                      <a:pt x="3406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99" name="Freeform: Shape 4098">
                <a:extLst>
                  <a:ext uri="{FF2B5EF4-FFF2-40B4-BE49-F238E27FC236}">
                    <a16:creationId xmlns:a16="http://schemas.microsoft.com/office/drawing/2014/main" id="{2CF39EED-1348-F87A-205B-91087ECDACDF}"/>
                  </a:ext>
                </a:extLst>
              </p:cNvPr>
              <p:cNvSpPr/>
              <p:nvPr/>
            </p:nvSpPr>
            <p:spPr>
              <a:xfrm>
                <a:off x="3828095" y="6344754"/>
                <a:ext cx="6343" cy="6345"/>
              </a:xfrm>
              <a:custGeom>
                <a:avLst/>
                <a:gdLst>
                  <a:gd name="connsiteX0" fmla="*/ 3406 w 6343"/>
                  <a:gd name="connsiteY0" fmla="*/ 6571 h 6345"/>
                  <a:gd name="connsiteX1" fmla="*/ 5649 w 6343"/>
                  <a:gd name="connsiteY1" fmla="*/ 5642 h 6345"/>
                  <a:gd name="connsiteX2" fmla="*/ 6578 w 6343"/>
                  <a:gd name="connsiteY2" fmla="*/ 3398 h 6345"/>
                  <a:gd name="connsiteX3" fmla="*/ 5649 w 6343"/>
                  <a:gd name="connsiteY3" fmla="*/ 1155 h 6345"/>
                  <a:gd name="connsiteX4" fmla="*/ 3406 w 6343"/>
                  <a:gd name="connsiteY4" fmla="*/ 226 h 6345"/>
                  <a:gd name="connsiteX5" fmla="*/ 1164 w 6343"/>
                  <a:gd name="connsiteY5" fmla="*/ 1155 h 6345"/>
                  <a:gd name="connsiteX6" fmla="*/ 235 w 6343"/>
                  <a:gd name="connsiteY6" fmla="*/ 3398 h 6345"/>
                  <a:gd name="connsiteX7" fmla="*/ 1164 w 6343"/>
                  <a:gd name="connsiteY7" fmla="*/ 5642 h 6345"/>
                  <a:gd name="connsiteX8" fmla="*/ 3406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71"/>
                    </a:moveTo>
                    <a:cubicBezTo>
                      <a:pt x="4247" y="6571"/>
                      <a:pt x="5054" y="6237"/>
                      <a:pt x="5649" y="5642"/>
                    </a:cubicBezTo>
                    <a:cubicBezTo>
                      <a:pt x="6244" y="5047"/>
                      <a:pt x="6578" y="4240"/>
                      <a:pt x="6578" y="3398"/>
                    </a:cubicBezTo>
                    <a:cubicBezTo>
                      <a:pt x="6578" y="2557"/>
                      <a:pt x="6244" y="1750"/>
                      <a:pt x="5649" y="1155"/>
                    </a:cubicBezTo>
                    <a:cubicBezTo>
                      <a:pt x="5054" y="560"/>
                      <a:pt x="4247" y="226"/>
                      <a:pt x="3406" y="226"/>
                    </a:cubicBezTo>
                    <a:cubicBezTo>
                      <a:pt x="2565" y="226"/>
                      <a:pt x="1758" y="560"/>
                      <a:pt x="1164" y="1155"/>
                    </a:cubicBezTo>
                    <a:cubicBezTo>
                      <a:pt x="569" y="1750"/>
                      <a:pt x="235" y="2557"/>
                      <a:pt x="235" y="3398"/>
                    </a:cubicBezTo>
                    <a:cubicBezTo>
                      <a:pt x="235" y="4240"/>
                      <a:pt x="569" y="5047"/>
                      <a:pt x="1164" y="5642"/>
                    </a:cubicBezTo>
                    <a:cubicBezTo>
                      <a:pt x="1758" y="6237"/>
                      <a:pt x="2565" y="6571"/>
                      <a:pt x="3406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00" name="Freeform: Shape 4099">
                <a:extLst>
                  <a:ext uri="{FF2B5EF4-FFF2-40B4-BE49-F238E27FC236}">
                    <a16:creationId xmlns:a16="http://schemas.microsoft.com/office/drawing/2014/main" id="{12570891-81F6-7C73-63D0-39AF3F00F794}"/>
                  </a:ext>
                </a:extLst>
              </p:cNvPr>
              <p:cNvSpPr/>
              <p:nvPr/>
            </p:nvSpPr>
            <p:spPr>
              <a:xfrm>
                <a:off x="3824121" y="6347443"/>
                <a:ext cx="6343" cy="6345"/>
              </a:xfrm>
              <a:custGeom>
                <a:avLst/>
                <a:gdLst>
                  <a:gd name="connsiteX0" fmla="*/ 3406 w 6343"/>
                  <a:gd name="connsiteY0" fmla="*/ 6571 h 6345"/>
                  <a:gd name="connsiteX1" fmla="*/ 5648 w 6343"/>
                  <a:gd name="connsiteY1" fmla="*/ 5642 h 6345"/>
                  <a:gd name="connsiteX2" fmla="*/ 6577 w 6343"/>
                  <a:gd name="connsiteY2" fmla="*/ 3399 h 6345"/>
                  <a:gd name="connsiteX3" fmla="*/ 5648 w 6343"/>
                  <a:gd name="connsiteY3" fmla="*/ 1155 h 6345"/>
                  <a:gd name="connsiteX4" fmla="*/ 3406 w 6343"/>
                  <a:gd name="connsiteY4" fmla="*/ 226 h 6345"/>
                  <a:gd name="connsiteX5" fmla="*/ 1163 w 6343"/>
                  <a:gd name="connsiteY5" fmla="*/ 1155 h 6345"/>
                  <a:gd name="connsiteX6" fmla="*/ 234 w 6343"/>
                  <a:gd name="connsiteY6" fmla="*/ 3399 h 6345"/>
                  <a:gd name="connsiteX7" fmla="*/ 1163 w 6343"/>
                  <a:gd name="connsiteY7" fmla="*/ 5642 h 6345"/>
                  <a:gd name="connsiteX8" fmla="*/ 3406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71"/>
                    </a:moveTo>
                    <a:cubicBezTo>
                      <a:pt x="4247" y="6571"/>
                      <a:pt x="5054" y="6237"/>
                      <a:pt x="5648" y="5642"/>
                    </a:cubicBezTo>
                    <a:cubicBezTo>
                      <a:pt x="6243" y="5047"/>
                      <a:pt x="6577" y="4240"/>
                      <a:pt x="6577" y="3399"/>
                    </a:cubicBezTo>
                    <a:cubicBezTo>
                      <a:pt x="6577" y="2557"/>
                      <a:pt x="6243" y="1750"/>
                      <a:pt x="5648" y="1155"/>
                    </a:cubicBezTo>
                    <a:cubicBezTo>
                      <a:pt x="5054" y="560"/>
                      <a:pt x="4247" y="226"/>
                      <a:pt x="3406" y="226"/>
                    </a:cubicBezTo>
                    <a:cubicBezTo>
                      <a:pt x="2565" y="226"/>
                      <a:pt x="1758" y="560"/>
                      <a:pt x="1163" y="1155"/>
                    </a:cubicBezTo>
                    <a:cubicBezTo>
                      <a:pt x="568" y="1750"/>
                      <a:pt x="234" y="2557"/>
                      <a:pt x="234" y="3399"/>
                    </a:cubicBezTo>
                    <a:cubicBezTo>
                      <a:pt x="234" y="4240"/>
                      <a:pt x="568" y="5047"/>
                      <a:pt x="1163" y="5642"/>
                    </a:cubicBezTo>
                    <a:cubicBezTo>
                      <a:pt x="1758" y="6237"/>
                      <a:pt x="2565" y="6571"/>
                      <a:pt x="3406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01" name="Freeform: Shape 4100">
                <a:extLst>
                  <a:ext uri="{FF2B5EF4-FFF2-40B4-BE49-F238E27FC236}">
                    <a16:creationId xmlns:a16="http://schemas.microsoft.com/office/drawing/2014/main" id="{8F08490A-4088-3D7B-849D-AAC96676208D}"/>
                  </a:ext>
                </a:extLst>
              </p:cNvPr>
              <p:cNvSpPr/>
              <p:nvPr/>
            </p:nvSpPr>
            <p:spPr>
              <a:xfrm>
                <a:off x="3820133" y="6349869"/>
                <a:ext cx="6343" cy="6345"/>
              </a:xfrm>
              <a:custGeom>
                <a:avLst/>
                <a:gdLst>
                  <a:gd name="connsiteX0" fmla="*/ 3406 w 6343"/>
                  <a:gd name="connsiteY0" fmla="*/ 6572 h 6345"/>
                  <a:gd name="connsiteX1" fmla="*/ 5648 w 6343"/>
                  <a:gd name="connsiteY1" fmla="*/ 5642 h 6345"/>
                  <a:gd name="connsiteX2" fmla="*/ 6577 w 6343"/>
                  <a:gd name="connsiteY2" fmla="*/ 3399 h 6345"/>
                  <a:gd name="connsiteX3" fmla="*/ 5648 w 6343"/>
                  <a:gd name="connsiteY3" fmla="*/ 1155 h 6345"/>
                  <a:gd name="connsiteX4" fmla="*/ 3406 w 6343"/>
                  <a:gd name="connsiteY4" fmla="*/ 226 h 6345"/>
                  <a:gd name="connsiteX5" fmla="*/ 1163 w 6343"/>
                  <a:gd name="connsiteY5" fmla="*/ 1155 h 6345"/>
                  <a:gd name="connsiteX6" fmla="*/ 234 w 6343"/>
                  <a:gd name="connsiteY6" fmla="*/ 3399 h 6345"/>
                  <a:gd name="connsiteX7" fmla="*/ 1163 w 6343"/>
                  <a:gd name="connsiteY7" fmla="*/ 5642 h 6345"/>
                  <a:gd name="connsiteX8" fmla="*/ 3406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72"/>
                    </a:moveTo>
                    <a:cubicBezTo>
                      <a:pt x="4247" y="6572"/>
                      <a:pt x="5053" y="6237"/>
                      <a:pt x="5648" y="5642"/>
                    </a:cubicBezTo>
                    <a:cubicBezTo>
                      <a:pt x="6243" y="5047"/>
                      <a:pt x="6577" y="4240"/>
                      <a:pt x="6577" y="3399"/>
                    </a:cubicBezTo>
                    <a:cubicBezTo>
                      <a:pt x="6577" y="2557"/>
                      <a:pt x="6243" y="1750"/>
                      <a:pt x="5648" y="1155"/>
                    </a:cubicBezTo>
                    <a:cubicBezTo>
                      <a:pt x="5053" y="560"/>
                      <a:pt x="4247" y="226"/>
                      <a:pt x="3406" y="226"/>
                    </a:cubicBezTo>
                    <a:cubicBezTo>
                      <a:pt x="2564" y="226"/>
                      <a:pt x="1758" y="560"/>
                      <a:pt x="1163" y="1155"/>
                    </a:cubicBezTo>
                    <a:cubicBezTo>
                      <a:pt x="568" y="1750"/>
                      <a:pt x="234" y="2557"/>
                      <a:pt x="234" y="3399"/>
                    </a:cubicBezTo>
                    <a:cubicBezTo>
                      <a:pt x="234" y="4240"/>
                      <a:pt x="568" y="5047"/>
                      <a:pt x="1163" y="5642"/>
                    </a:cubicBezTo>
                    <a:cubicBezTo>
                      <a:pt x="1758" y="6237"/>
                      <a:pt x="2564" y="6572"/>
                      <a:pt x="3406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02" name="Freeform: Shape 4101">
                <a:extLst>
                  <a:ext uri="{FF2B5EF4-FFF2-40B4-BE49-F238E27FC236}">
                    <a16:creationId xmlns:a16="http://schemas.microsoft.com/office/drawing/2014/main" id="{9A246F62-AF65-734A-314D-D84C8ED6F082}"/>
                  </a:ext>
                </a:extLst>
              </p:cNvPr>
              <p:cNvSpPr/>
              <p:nvPr/>
            </p:nvSpPr>
            <p:spPr>
              <a:xfrm>
                <a:off x="3816527" y="6347787"/>
                <a:ext cx="6343" cy="6345"/>
              </a:xfrm>
              <a:custGeom>
                <a:avLst/>
                <a:gdLst>
                  <a:gd name="connsiteX0" fmla="*/ 3405 w 6343"/>
                  <a:gd name="connsiteY0" fmla="*/ 6571 h 6345"/>
                  <a:gd name="connsiteX1" fmla="*/ 5648 w 6343"/>
                  <a:gd name="connsiteY1" fmla="*/ 5642 h 6345"/>
                  <a:gd name="connsiteX2" fmla="*/ 6577 w 6343"/>
                  <a:gd name="connsiteY2" fmla="*/ 3399 h 6345"/>
                  <a:gd name="connsiteX3" fmla="*/ 5648 w 6343"/>
                  <a:gd name="connsiteY3" fmla="*/ 1155 h 6345"/>
                  <a:gd name="connsiteX4" fmla="*/ 3405 w 6343"/>
                  <a:gd name="connsiteY4" fmla="*/ 226 h 6345"/>
                  <a:gd name="connsiteX5" fmla="*/ 1163 w 6343"/>
                  <a:gd name="connsiteY5" fmla="*/ 1155 h 6345"/>
                  <a:gd name="connsiteX6" fmla="*/ 234 w 6343"/>
                  <a:gd name="connsiteY6" fmla="*/ 3399 h 6345"/>
                  <a:gd name="connsiteX7" fmla="*/ 1163 w 6343"/>
                  <a:gd name="connsiteY7" fmla="*/ 5642 h 6345"/>
                  <a:gd name="connsiteX8" fmla="*/ 3405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71"/>
                    </a:moveTo>
                    <a:cubicBezTo>
                      <a:pt x="4246" y="6571"/>
                      <a:pt x="5053" y="6237"/>
                      <a:pt x="5648" y="5642"/>
                    </a:cubicBezTo>
                    <a:cubicBezTo>
                      <a:pt x="6243" y="5047"/>
                      <a:pt x="6577" y="4240"/>
                      <a:pt x="6577" y="3399"/>
                    </a:cubicBezTo>
                    <a:cubicBezTo>
                      <a:pt x="6577" y="2557"/>
                      <a:pt x="6243" y="1750"/>
                      <a:pt x="5648" y="1155"/>
                    </a:cubicBezTo>
                    <a:cubicBezTo>
                      <a:pt x="5053" y="560"/>
                      <a:pt x="4246" y="226"/>
                      <a:pt x="3405" y="226"/>
                    </a:cubicBezTo>
                    <a:cubicBezTo>
                      <a:pt x="2564" y="226"/>
                      <a:pt x="1757" y="560"/>
                      <a:pt x="1163" y="1155"/>
                    </a:cubicBezTo>
                    <a:cubicBezTo>
                      <a:pt x="568" y="1750"/>
                      <a:pt x="234" y="2557"/>
                      <a:pt x="234" y="3399"/>
                    </a:cubicBezTo>
                    <a:cubicBezTo>
                      <a:pt x="234" y="4240"/>
                      <a:pt x="568" y="5047"/>
                      <a:pt x="1163" y="5642"/>
                    </a:cubicBezTo>
                    <a:cubicBezTo>
                      <a:pt x="1757" y="6237"/>
                      <a:pt x="2564" y="6571"/>
                      <a:pt x="3405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03" name="Freeform: Shape 4102">
                <a:extLst>
                  <a:ext uri="{FF2B5EF4-FFF2-40B4-BE49-F238E27FC236}">
                    <a16:creationId xmlns:a16="http://schemas.microsoft.com/office/drawing/2014/main" id="{F8712DE6-2CEB-D888-4079-63734E67FF42}"/>
                  </a:ext>
                </a:extLst>
              </p:cNvPr>
              <p:cNvSpPr/>
              <p:nvPr/>
            </p:nvSpPr>
            <p:spPr>
              <a:xfrm>
                <a:off x="3812745" y="6347711"/>
                <a:ext cx="6343" cy="6345"/>
              </a:xfrm>
              <a:custGeom>
                <a:avLst/>
                <a:gdLst>
                  <a:gd name="connsiteX0" fmla="*/ 3405 w 6343"/>
                  <a:gd name="connsiteY0" fmla="*/ 6571 h 6345"/>
                  <a:gd name="connsiteX1" fmla="*/ 5648 w 6343"/>
                  <a:gd name="connsiteY1" fmla="*/ 5642 h 6345"/>
                  <a:gd name="connsiteX2" fmla="*/ 6576 w 6343"/>
                  <a:gd name="connsiteY2" fmla="*/ 3399 h 6345"/>
                  <a:gd name="connsiteX3" fmla="*/ 5648 w 6343"/>
                  <a:gd name="connsiteY3" fmla="*/ 1155 h 6345"/>
                  <a:gd name="connsiteX4" fmla="*/ 3405 w 6343"/>
                  <a:gd name="connsiteY4" fmla="*/ 226 h 6345"/>
                  <a:gd name="connsiteX5" fmla="*/ 1162 w 6343"/>
                  <a:gd name="connsiteY5" fmla="*/ 1155 h 6345"/>
                  <a:gd name="connsiteX6" fmla="*/ 233 w 6343"/>
                  <a:gd name="connsiteY6" fmla="*/ 3399 h 6345"/>
                  <a:gd name="connsiteX7" fmla="*/ 1162 w 6343"/>
                  <a:gd name="connsiteY7" fmla="*/ 5642 h 6345"/>
                  <a:gd name="connsiteX8" fmla="*/ 3405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71"/>
                    </a:moveTo>
                    <a:cubicBezTo>
                      <a:pt x="4246" y="6571"/>
                      <a:pt x="5053" y="6237"/>
                      <a:pt x="5648" y="5642"/>
                    </a:cubicBezTo>
                    <a:cubicBezTo>
                      <a:pt x="6242" y="5047"/>
                      <a:pt x="6576" y="4240"/>
                      <a:pt x="6576" y="3399"/>
                    </a:cubicBezTo>
                    <a:cubicBezTo>
                      <a:pt x="6576" y="2557"/>
                      <a:pt x="6242" y="1750"/>
                      <a:pt x="5648" y="1155"/>
                    </a:cubicBezTo>
                    <a:cubicBezTo>
                      <a:pt x="5053" y="560"/>
                      <a:pt x="4246" y="226"/>
                      <a:pt x="3405" y="226"/>
                    </a:cubicBezTo>
                    <a:cubicBezTo>
                      <a:pt x="2564" y="226"/>
                      <a:pt x="1757" y="560"/>
                      <a:pt x="1162" y="1155"/>
                    </a:cubicBezTo>
                    <a:cubicBezTo>
                      <a:pt x="568" y="1750"/>
                      <a:pt x="233" y="2557"/>
                      <a:pt x="233" y="3399"/>
                    </a:cubicBezTo>
                    <a:cubicBezTo>
                      <a:pt x="233" y="4240"/>
                      <a:pt x="568" y="5047"/>
                      <a:pt x="1162" y="5642"/>
                    </a:cubicBezTo>
                    <a:cubicBezTo>
                      <a:pt x="1757" y="6237"/>
                      <a:pt x="2564" y="6571"/>
                      <a:pt x="3405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04" name="Freeform: Shape 4103">
                <a:extLst>
                  <a:ext uri="{FF2B5EF4-FFF2-40B4-BE49-F238E27FC236}">
                    <a16:creationId xmlns:a16="http://schemas.microsoft.com/office/drawing/2014/main" id="{5A45A30B-6EE0-A833-1BF1-AF0F86543143}"/>
                  </a:ext>
                </a:extLst>
              </p:cNvPr>
              <p:cNvSpPr/>
              <p:nvPr/>
            </p:nvSpPr>
            <p:spPr>
              <a:xfrm>
                <a:off x="3809550" y="6342003"/>
                <a:ext cx="6343" cy="6345"/>
              </a:xfrm>
              <a:custGeom>
                <a:avLst/>
                <a:gdLst>
                  <a:gd name="connsiteX0" fmla="*/ 3405 w 6343"/>
                  <a:gd name="connsiteY0" fmla="*/ 6571 h 6345"/>
                  <a:gd name="connsiteX1" fmla="*/ 5647 w 6343"/>
                  <a:gd name="connsiteY1" fmla="*/ 5642 h 6345"/>
                  <a:gd name="connsiteX2" fmla="*/ 6576 w 6343"/>
                  <a:gd name="connsiteY2" fmla="*/ 3398 h 6345"/>
                  <a:gd name="connsiteX3" fmla="*/ 5647 w 6343"/>
                  <a:gd name="connsiteY3" fmla="*/ 1155 h 6345"/>
                  <a:gd name="connsiteX4" fmla="*/ 3405 w 6343"/>
                  <a:gd name="connsiteY4" fmla="*/ 226 h 6345"/>
                  <a:gd name="connsiteX5" fmla="*/ 1162 w 6343"/>
                  <a:gd name="connsiteY5" fmla="*/ 1155 h 6345"/>
                  <a:gd name="connsiteX6" fmla="*/ 233 w 6343"/>
                  <a:gd name="connsiteY6" fmla="*/ 3398 h 6345"/>
                  <a:gd name="connsiteX7" fmla="*/ 1162 w 6343"/>
                  <a:gd name="connsiteY7" fmla="*/ 5642 h 6345"/>
                  <a:gd name="connsiteX8" fmla="*/ 3405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71"/>
                    </a:moveTo>
                    <a:cubicBezTo>
                      <a:pt x="4246" y="6571"/>
                      <a:pt x="5053" y="6237"/>
                      <a:pt x="5647" y="5642"/>
                    </a:cubicBezTo>
                    <a:cubicBezTo>
                      <a:pt x="6242" y="5047"/>
                      <a:pt x="6576" y="4240"/>
                      <a:pt x="6576" y="3398"/>
                    </a:cubicBezTo>
                    <a:cubicBezTo>
                      <a:pt x="6576" y="2557"/>
                      <a:pt x="6242" y="1750"/>
                      <a:pt x="5647" y="1155"/>
                    </a:cubicBezTo>
                    <a:cubicBezTo>
                      <a:pt x="5053" y="560"/>
                      <a:pt x="4246" y="226"/>
                      <a:pt x="3405" y="226"/>
                    </a:cubicBezTo>
                    <a:cubicBezTo>
                      <a:pt x="2564" y="226"/>
                      <a:pt x="1757" y="560"/>
                      <a:pt x="1162" y="1155"/>
                    </a:cubicBezTo>
                    <a:cubicBezTo>
                      <a:pt x="567" y="1750"/>
                      <a:pt x="233" y="2557"/>
                      <a:pt x="233" y="3398"/>
                    </a:cubicBezTo>
                    <a:cubicBezTo>
                      <a:pt x="233" y="4240"/>
                      <a:pt x="567" y="5047"/>
                      <a:pt x="1162" y="5642"/>
                    </a:cubicBezTo>
                    <a:cubicBezTo>
                      <a:pt x="1757" y="6237"/>
                      <a:pt x="2564" y="6571"/>
                      <a:pt x="3405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05" name="Freeform: Shape 4104">
                <a:extLst>
                  <a:ext uri="{FF2B5EF4-FFF2-40B4-BE49-F238E27FC236}">
                    <a16:creationId xmlns:a16="http://schemas.microsoft.com/office/drawing/2014/main" id="{9C32C23B-3146-0797-F0C1-A24916832636}"/>
                  </a:ext>
                </a:extLst>
              </p:cNvPr>
              <p:cNvSpPr/>
              <p:nvPr/>
            </p:nvSpPr>
            <p:spPr>
              <a:xfrm>
                <a:off x="3806224" y="6338070"/>
                <a:ext cx="6343" cy="6345"/>
              </a:xfrm>
              <a:custGeom>
                <a:avLst/>
                <a:gdLst>
                  <a:gd name="connsiteX0" fmla="*/ 3404 w 6343"/>
                  <a:gd name="connsiteY0" fmla="*/ 6571 h 6345"/>
                  <a:gd name="connsiteX1" fmla="*/ 5647 w 6343"/>
                  <a:gd name="connsiteY1" fmla="*/ 5641 h 6345"/>
                  <a:gd name="connsiteX2" fmla="*/ 6576 w 6343"/>
                  <a:gd name="connsiteY2" fmla="*/ 3398 h 6345"/>
                  <a:gd name="connsiteX3" fmla="*/ 5647 w 6343"/>
                  <a:gd name="connsiteY3" fmla="*/ 1155 h 6345"/>
                  <a:gd name="connsiteX4" fmla="*/ 3404 w 6343"/>
                  <a:gd name="connsiteY4" fmla="*/ 225 h 6345"/>
                  <a:gd name="connsiteX5" fmla="*/ 1162 w 6343"/>
                  <a:gd name="connsiteY5" fmla="*/ 1155 h 6345"/>
                  <a:gd name="connsiteX6" fmla="*/ 233 w 6343"/>
                  <a:gd name="connsiteY6" fmla="*/ 3398 h 6345"/>
                  <a:gd name="connsiteX7" fmla="*/ 1162 w 6343"/>
                  <a:gd name="connsiteY7" fmla="*/ 5641 h 6345"/>
                  <a:gd name="connsiteX8" fmla="*/ 3404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71"/>
                    </a:moveTo>
                    <a:cubicBezTo>
                      <a:pt x="4246" y="6571"/>
                      <a:pt x="5052" y="6236"/>
                      <a:pt x="5647" y="5641"/>
                    </a:cubicBezTo>
                    <a:cubicBezTo>
                      <a:pt x="6242" y="5046"/>
                      <a:pt x="6576" y="4239"/>
                      <a:pt x="6576" y="3398"/>
                    </a:cubicBezTo>
                    <a:cubicBezTo>
                      <a:pt x="6576" y="2557"/>
                      <a:pt x="6242" y="1749"/>
                      <a:pt x="5647" y="1155"/>
                    </a:cubicBezTo>
                    <a:cubicBezTo>
                      <a:pt x="5052" y="560"/>
                      <a:pt x="4246" y="225"/>
                      <a:pt x="3404" y="225"/>
                    </a:cubicBezTo>
                    <a:cubicBezTo>
                      <a:pt x="2563" y="225"/>
                      <a:pt x="1757" y="560"/>
                      <a:pt x="1162" y="1155"/>
                    </a:cubicBezTo>
                    <a:cubicBezTo>
                      <a:pt x="567" y="1749"/>
                      <a:pt x="233" y="2557"/>
                      <a:pt x="233" y="3398"/>
                    </a:cubicBezTo>
                    <a:cubicBezTo>
                      <a:pt x="233" y="4239"/>
                      <a:pt x="567" y="5046"/>
                      <a:pt x="1162" y="5641"/>
                    </a:cubicBezTo>
                    <a:cubicBezTo>
                      <a:pt x="1757" y="6236"/>
                      <a:pt x="2563" y="6571"/>
                      <a:pt x="3404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06" name="Freeform: Shape 4105">
                <a:extLst>
                  <a:ext uri="{FF2B5EF4-FFF2-40B4-BE49-F238E27FC236}">
                    <a16:creationId xmlns:a16="http://schemas.microsoft.com/office/drawing/2014/main" id="{DC6B036C-E65E-2736-8319-827415305EE7}"/>
                  </a:ext>
                </a:extLst>
              </p:cNvPr>
              <p:cNvSpPr/>
              <p:nvPr/>
            </p:nvSpPr>
            <p:spPr>
              <a:xfrm>
                <a:off x="3801956" y="6342543"/>
                <a:ext cx="6343" cy="6345"/>
              </a:xfrm>
              <a:custGeom>
                <a:avLst/>
                <a:gdLst>
                  <a:gd name="connsiteX0" fmla="*/ 3404 w 6343"/>
                  <a:gd name="connsiteY0" fmla="*/ 6571 h 6345"/>
                  <a:gd name="connsiteX1" fmla="*/ 5647 w 6343"/>
                  <a:gd name="connsiteY1" fmla="*/ 5642 h 6345"/>
                  <a:gd name="connsiteX2" fmla="*/ 6576 w 6343"/>
                  <a:gd name="connsiteY2" fmla="*/ 3398 h 6345"/>
                  <a:gd name="connsiteX3" fmla="*/ 5647 w 6343"/>
                  <a:gd name="connsiteY3" fmla="*/ 1155 h 6345"/>
                  <a:gd name="connsiteX4" fmla="*/ 3404 w 6343"/>
                  <a:gd name="connsiteY4" fmla="*/ 226 h 6345"/>
                  <a:gd name="connsiteX5" fmla="*/ 1161 w 6343"/>
                  <a:gd name="connsiteY5" fmla="*/ 1155 h 6345"/>
                  <a:gd name="connsiteX6" fmla="*/ 233 w 6343"/>
                  <a:gd name="connsiteY6" fmla="*/ 3398 h 6345"/>
                  <a:gd name="connsiteX7" fmla="*/ 1161 w 6343"/>
                  <a:gd name="connsiteY7" fmla="*/ 5642 h 6345"/>
                  <a:gd name="connsiteX8" fmla="*/ 3404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71"/>
                    </a:moveTo>
                    <a:cubicBezTo>
                      <a:pt x="4245" y="6571"/>
                      <a:pt x="5052" y="6237"/>
                      <a:pt x="5647" y="5642"/>
                    </a:cubicBezTo>
                    <a:cubicBezTo>
                      <a:pt x="6241" y="5047"/>
                      <a:pt x="6576" y="4240"/>
                      <a:pt x="6576" y="3398"/>
                    </a:cubicBezTo>
                    <a:cubicBezTo>
                      <a:pt x="6576" y="2557"/>
                      <a:pt x="6241" y="1750"/>
                      <a:pt x="5647" y="1155"/>
                    </a:cubicBezTo>
                    <a:cubicBezTo>
                      <a:pt x="5052" y="560"/>
                      <a:pt x="4245" y="226"/>
                      <a:pt x="3404" y="226"/>
                    </a:cubicBezTo>
                    <a:cubicBezTo>
                      <a:pt x="2563" y="226"/>
                      <a:pt x="1756" y="560"/>
                      <a:pt x="1161" y="1155"/>
                    </a:cubicBezTo>
                    <a:cubicBezTo>
                      <a:pt x="567" y="1750"/>
                      <a:pt x="233" y="2557"/>
                      <a:pt x="233" y="3398"/>
                    </a:cubicBezTo>
                    <a:cubicBezTo>
                      <a:pt x="233" y="4240"/>
                      <a:pt x="567" y="5047"/>
                      <a:pt x="1161" y="5642"/>
                    </a:cubicBezTo>
                    <a:cubicBezTo>
                      <a:pt x="1756" y="6237"/>
                      <a:pt x="2563" y="6571"/>
                      <a:pt x="3404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07" name="Freeform: Shape 4106">
                <a:extLst>
                  <a:ext uri="{FF2B5EF4-FFF2-40B4-BE49-F238E27FC236}">
                    <a16:creationId xmlns:a16="http://schemas.microsoft.com/office/drawing/2014/main" id="{F016EB30-B70C-A61F-7281-4DF5A77D3EE9}"/>
                  </a:ext>
                </a:extLst>
              </p:cNvPr>
              <p:cNvSpPr/>
              <p:nvPr/>
            </p:nvSpPr>
            <p:spPr>
              <a:xfrm>
                <a:off x="3798792" y="6337580"/>
                <a:ext cx="6343" cy="6345"/>
              </a:xfrm>
              <a:custGeom>
                <a:avLst/>
                <a:gdLst>
                  <a:gd name="connsiteX0" fmla="*/ 3404 w 6343"/>
                  <a:gd name="connsiteY0" fmla="*/ 6571 h 6345"/>
                  <a:gd name="connsiteX1" fmla="*/ 5646 w 6343"/>
                  <a:gd name="connsiteY1" fmla="*/ 5641 h 6345"/>
                  <a:gd name="connsiteX2" fmla="*/ 6575 w 6343"/>
                  <a:gd name="connsiteY2" fmla="*/ 3398 h 6345"/>
                  <a:gd name="connsiteX3" fmla="*/ 5646 w 6343"/>
                  <a:gd name="connsiteY3" fmla="*/ 1154 h 6345"/>
                  <a:gd name="connsiteX4" fmla="*/ 3404 w 6343"/>
                  <a:gd name="connsiteY4" fmla="*/ 225 h 6345"/>
                  <a:gd name="connsiteX5" fmla="*/ 1161 w 6343"/>
                  <a:gd name="connsiteY5" fmla="*/ 1154 h 6345"/>
                  <a:gd name="connsiteX6" fmla="*/ 232 w 6343"/>
                  <a:gd name="connsiteY6" fmla="*/ 3398 h 6345"/>
                  <a:gd name="connsiteX7" fmla="*/ 1161 w 6343"/>
                  <a:gd name="connsiteY7" fmla="*/ 5641 h 6345"/>
                  <a:gd name="connsiteX8" fmla="*/ 3404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71"/>
                    </a:moveTo>
                    <a:cubicBezTo>
                      <a:pt x="4245" y="6571"/>
                      <a:pt x="5052" y="6236"/>
                      <a:pt x="5646" y="5641"/>
                    </a:cubicBezTo>
                    <a:cubicBezTo>
                      <a:pt x="6241" y="5046"/>
                      <a:pt x="6575" y="4239"/>
                      <a:pt x="6575" y="3398"/>
                    </a:cubicBezTo>
                    <a:cubicBezTo>
                      <a:pt x="6575" y="2557"/>
                      <a:pt x="6241" y="1749"/>
                      <a:pt x="5646" y="1154"/>
                    </a:cubicBezTo>
                    <a:cubicBezTo>
                      <a:pt x="5052" y="560"/>
                      <a:pt x="4245" y="225"/>
                      <a:pt x="3404" y="225"/>
                    </a:cubicBezTo>
                    <a:cubicBezTo>
                      <a:pt x="2563" y="225"/>
                      <a:pt x="1756" y="560"/>
                      <a:pt x="1161" y="1154"/>
                    </a:cubicBezTo>
                    <a:cubicBezTo>
                      <a:pt x="566" y="1749"/>
                      <a:pt x="232" y="2557"/>
                      <a:pt x="232" y="3398"/>
                    </a:cubicBezTo>
                    <a:cubicBezTo>
                      <a:pt x="232" y="4239"/>
                      <a:pt x="566" y="5046"/>
                      <a:pt x="1161" y="5641"/>
                    </a:cubicBezTo>
                    <a:cubicBezTo>
                      <a:pt x="1756" y="6236"/>
                      <a:pt x="2563" y="6571"/>
                      <a:pt x="3404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08" name="Freeform: Shape 4107">
                <a:extLst>
                  <a:ext uri="{FF2B5EF4-FFF2-40B4-BE49-F238E27FC236}">
                    <a16:creationId xmlns:a16="http://schemas.microsoft.com/office/drawing/2014/main" id="{2F88B597-BE4D-1C3D-6959-8503DE926CC6}"/>
                  </a:ext>
                </a:extLst>
              </p:cNvPr>
              <p:cNvSpPr/>
              <p:nvPr/>
            </p:nvSpPr>
            <p:spPr>
              <a:xfrm>
                <a:off x="3794656" y="6340543"/>
                <a:ext cx="6343" cy="6345"/>
              </a:xfrm>
              <a:custGeom>
                <a:avLst/>
                <a:gdLst>
                  <a:gd name="connsiteX0" fmla="*/ 3403 w 6343"/>
                  <a:gd name="connsiteY0" fmla="*/ 6571 h 6345"/>
                  <a:gd name="connsiteX1" fmla="*/ 5646 w 6343"/>
                  <a:gd name="connsiteY1" fmla="*/ 5642 h 6345"/>
                  <a:gd name="connsiteX2" fmla="*/ 6575 w 6343"/>
                  <a:gd name="connsiteY2" fmla="*/ 3398 h 6345"/>
                  <a:gd name="connsiteX3" fmla="*/ 5646 w 6343"/>
                  <a:gd name="connsiteY3" fmla="*/ 1155 h 6345"/>
                  <a:gd name="connsiteX4" fmla="*/ 3403 w 6343"/>
                  <a:gd name="connsiteY4" fmla="*/ 225 h 6345"/>
                  <a:gd name="connsiteX5" fmla="*/ 1161 w 6343"/>
                  <a:gd name="connsiteY5" fmla="*/ 1155 h 6345"/>
                  <a:gd name="connsiteX6" fmla="*/ 232 w 6343"/>
                  <a:gd name="connsiteY6" fmla="*/ 3398 h 6345"/>
                  <a:gd name="connsiteX7" fmla="*/ 1161 w 6343"/>
                  <a:gd name="connsiteY7" fmla="*/ 5642 h 6345"/>
                  <a:gd name="connsiteX8" fmla="*/ 3403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71"/>
                    </a:moveTo>
                    <a:cubicBezTo>
                      <a:pt x="4245" y="6571"/>
                      <a:pt x="5051" y="6237"/>
                      <a:pt x="5646" y="5642"/>
                    </a:cubicBezTo>
                    <a:cubicBezTo>
                      <a:pt x="6241" y="5047"/>
                      <a:pt x="6575" y="4240"/>
                      <a:pt x="6575" y="3398"/>
                    </a:cubicBezTo>
                    <a:cubicBezTo>
                      <a:pt x="6575" y="2557"/>
                      <a:pt x="6241" y="1750"/>
                      <a:pt x="5646" y="1155"/>
                    </a:cubicBezTo>
                    <a:cubicBezTo>
                      <a:pt x="5051" y="560"/>
                      <a:pt x="4245" y="225"/>
                      <a:pt x="3403" y="225"/>
                    </a:cubicBezTo>
                    <a:cubicBezTo>
                      <a:pt x="2562" y="225"/>
                      <a:pt x="1756" y="560"/>
                      <a:pt x="1161" y="1155"/>
                    </a:cubicBezTo>
                    <a:cubicBezTo>
                      <a:pt x="566" y="1750"/>
                      <a:pt x="232" y="2557"/>
                      <a:pt x="232" y="3398"/>
                    </a:cubicBezTo>
                    <a:cubicBezTo>
                      <a:pt x="232" y="4240"/>
                      <a:pt x="566" y="5047"/>
                      <a:pt x="1161" y="5642"/>
                    </a:cubicBezTo>
                    <a:cubicBezTo>
                      <a:pt x="1756" y="6237"/>
                      <a:pt x="2562" y="6571"/>
                      <a:pt x="3403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09" name="Freeform: Shape 4108">
                <a:extLst>
                  <a:ext uri="{FF2B5EF4-FFF2-40B4-BE49-F238E27FC236}">
                    <a16:creationId xmlns:a16="http://schemas.microsoft.com/office/drawing/2014/main" id="{2AE9CA45-29A2-0011-DBAE-72DC30D4109D}"/>
                  </a:ext>
                </a:extLst>
              </p:cNvPr>
              <p:cNvSpPr/>
              <p:nvPr/>
            </p:nvSpPr>
            <p:spPr>
              <a:xfrm>
                <a:off x="3790928" y="6340191"/>
                <a:ext cx="6343" cy="6345"/>
              </a:xfrm>
              <a:custGeom>
                <a:avLst/>
                <a:gdLst>
                  <a:gd name="connsiteX0" fmla="*/ 3403 w 6343"/>
                  <a:gd name="connsiteY0" fmla="*/ 6571 h 6345"/>
                  <a:gd name="connsiteX1" fmla="*/ 5646 w 6343"/>
                  <a:gd name="connsiteY1" fmla="*/ 5642 h 6345"/>
                  <a:gd name="connsiteX2" fmla="*/ 6575 w 6343"/>
                  <a:gd name="connsiteY2" fmla="*/ 3398 h 6345"/>
                  <a:gd name="connsiteX3" fmla="*/ 5646 w 6343"/>
                  <a:gd name="connsiteY3" fmla="*/ 1155 h 6345"/>
                  <a:gd name="connsiteX4" fmla="*/ 3403 w 6343"/>
                  <a:gd name="connsiteY4" fmla="*/ 225 h 6345"/>
                  <a:gd name="connsiteX5" fmla="*/ 1161 w 6343"/>
                  <a:gd name="connsiteY5" fmla="*/ 1155 h 6345"/>
                  <a:gd name="connsiteX6" fmla="*/ 232 w 6343"/>
                  <a:gd name="connsiteY6" fmla="*/ 3398 h 6345"/>
                  <a:gd name="connsiteX7" fmla="*/ 1161 w 6343"/>
                  <a:gd name="connsiteY7" fmla="*/ 5642 h 6345"/>
                  <a:gd name="connsiteX8" fmla="*/ 3403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71"/>
                    </a:moveTo>
                    <a:cubicBezTo>
                      <a:pt x="4244" y="6571"/>
                      <a:pt x="5051" y="6237"/>
                      <a:pt x="5646" y="5642"/>
                    </a:cubicBezTo>
                    <a:cubicBezTo>
                      <a:pt x="6241" y="5047"/>
                      <a:pt x="6575" y="4240"/>
                      <a:pt x="6575" y="3398"/>
                    </a:cubicBezTo>
                    <a:cubicBezTo>
                      <a:pt x="6575" y="2557"/>
                      <a:pt x="6241" y="1750"/>
                      <a:pt x="5646" y="1155"/>
                    </a:cubicBezTo>
                    <a:cubicBezTo>
                      <a:pt x="5051" y="560"/>
                      <a:pt x="4244" y="225"/>
                      <a:pt x="3403" y="225"/>
                    </a:cubicBezTo>
                    <a:cubicBezTo>
                      <a:pt x="2562" y="225"/>
                      <a:pt x="1755" y="560"/>
                      <a:pt x="1161" y="1155"/>
                    </a:cubicBezTo>
                    <a:cubicBezTo>
                      <a:pt x="566" y="1750"/>
                      <a:pt x="232" y="2557"/>
                      <a:pt x="232" y="3398"/>
                    </a:cubicBezTo>
                    <a:cubicBezTo>
                      <a:pt x="232" y="4240"/>
                      <a:pt x="566" y="5047"/>
                      <a:pt x="1161" y="5642"/>
                    </a:cubicBezTo>
                    <a:cubicBezTo>
                      <a:pt x="1755" y="6237"/>
                      <a:pt x="2562" y="6571"/>
                      <a:pt x="3403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10" name="Freeform: Shape 4109">
                <a:extLst>
                  <a:ext uri="{FF2B5EF4-FFF2-40B4-BE49-F238E27FC236}">
                    <a16:creationId xmlns:a16="http://schemas.microsoft.com/office/drawing/2014/main" id="{A838DD17-FB13-FB2A-55BD-D9DECB82DA6F}"/>
                  </a:ext>
                </a:extLst>
              </p:cNvPr>
              <p:cNvSpPr/>
              <p:nvPr/>
            </p:nvSpPr>
            <p:spPr>
              <a:xfrm>
                <a:off x="3787835" y="6335360"/>
                <a:ext cx="6343" cy="6345"/>
              </a:xfrm>
              <a:custGeom>
                <a:avLst/>
                <a:gdLst>
                  <a:gd name="connsiteX0" fmla="*/ 3403 w 6343"/>
                  <a:gd name="connsiteY0" fmla="*/ 6570 h 6345"/>
                  <a:gd name="connsiteX1" fmla="*/ 5646 w 6343"/>
                  <a:gd name="connsiteY1" fmla="*/ 5641 h 6345"/>
                  <a:gd name="connsiteX2" fmla="*/ 6575 w 6343"/>
                  <a:gd name="connsiteY2" fmla="*/ 3398 h 6345"/>
                  <a:gd name="connsiteX3" fmla="*/ 5646 w 6343"/>
                  <a:gd name="connsiteY3" fmla="*/ 1154 h 6345"/>
                  <a:gd name="connsiteX4" fmla="*/ 3403 w 6343"/>
                  <a:gd name="connsiteY4" fmla="*/ 225 h 6345"/>
                  <a:gd name="connsiteX5" fmla="*/ 1160 w 6343"/>
                  <a:gd name="connsiteY5" fmla="*/ 1154 h 6345"/>
                  <a:gd name="connsiteX6" fmla="*/ 231 w 6343"/>
                  <a:gd name="connsiteY6" fmla="*/ 3398 h 6345"/>
                  <a:gd name="connsiteX7" fmla="*/ 1160 w 6343"/>
                  <a:gd name="connsiteY7" fmla="*/ 5641 h 6345"/>
                  <a:gd name="connsiteX8" fmla="*/ 340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70"/>
                    </a:moveTo>
                    <a:cubicBezTo>
                      <a:pt x="4244" y="6570"/>
                      <a:pt x="5051" y="6236"/>
                      <a:pt x="5646" y="5641"/>
                    </a:cubicBezTo>
                    <a:cubicBezTo>
                      <a:pt x="6240" y="5046"/>
                      <a:pt x="6575" y="4239"/>
                      <a:pt x="6575" y="3398"/>
                    </a:cubicBezTo>
                    <a:cubicBezTo>
                      <a:pt x="6575" y="2556"/>
                      <a:pt x="6240" y="1749"/>
                      <a:pt x="5646" y="1154"/>
                    </a:cubicBezTo>
                    <a:cubicBezTo>
                      <a:pt x="5051" y="559"/>
                      <a:pt x="4244" y="225"/>
                      <a:pt x="3403" y="225"/>
                    </a:cubicBezTo>
                    <a:cubicBezTo>
                      <a:pt x="2562" y="225"/>
                      <a:pt x="1755" y="559"/>
                      <a:pt x="1160" y="1154"/>
                    </a:cubicBezTo>
                    <a:cubicBezTo>
                      <a:pt x="566" y="1749"/>
                      <a:pt x="231" y="2556"/>
                      <a:pt x="231" y="3398"/>
                    </a:cubicBezTo>
                    <a:cubicBezTo>
                      <a:pt x="231" y="4239"/>
                      <a:pt x="566" y="5046"/>
                      <a:pt x="1160" y="5641"/>
                    </a:cubicBezTo>
                    <a:cubicBezTo>
                      <a:pt x="1755" y="6236"/>
                      <a:pt x="2562" y="6570"/>
                      <a:pt x="340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11" name="Freeform: Shape 4110">
                <a:extLst>
                  <a:ext uri="{FF2B5EF4-FFF2-40B4-BE49-F238E27FC236}">
                    <a16:creationId xmlns:a16="http://schemas.microsoft.com/office/drawing/2014/main" id="{1EE683C1-52E9-10CB-BA1D-37B9926ADDED}"/>
                  </a:ext>
                </a:extLst>
              </p:cNvPr>
              <p:cNvSpPr/>
              <p:nvPr/>
            </p:nvSpPr>
            <p:spPr>
              <a:xfrm>
                <a:off x="3783601" y="6338575"/>
                <a:ext cx="6343" cy="6345"/>
              </a:xfrm>
              <a:custGeom>
                <a:avLst/>
                <a:gdLst>
                  <a:gd name="connsiteX0" fmla="*/ 3403 w 6343"/>
                  <a:gd name="connsiteY0" fmla="*/ 6571 h 6345"/>
                  <a:gd name="connsiteX1" fmla="*/ 5645 w 6343"/>
                  <a:gd name="connsiteY1" fmla="*/ 5641 h 6345"/>
                  <a:gd name="connsiteX2" fmla="*/ 6574 w 6343"/>
                  <a:gd name="connsiteY2" fmla="*/ 3398 h 6345"/>
                  <a:gd name="connsiteX3" fmla="*/ 5645 w 6343"/>
                  <a:gd name="connsiteY3" fmla="*/ 1155 h 6345"/>
                  <a:gd name="connsiteX4" fmla="*/ 3403 w 6343"/>
                  <a:gd name="connsiteY4" fmla="*/ 225 h 6345"/>
                  <a:gd name="connsiteX5" fmla="*/ 1160 w 6343"/>
                  <a:gd name="connsiteY5" fmla="*/ 1155 h 6345"/>
                  <a:gd name="connsiteX6" fmla="*/ 231 w 6343"/>
                  <a:gd name="connsiteY6" fmla="*/ 3398 h 6345"/>
                  <a:gd name="connsiteX7" fmla="*/ 1160 w 6343"/>
                  <a:gd name="connsiteY7" fmla="*/ 5641 h 6345"/>
                  <a:gd name="connsiteX8" fmla="*/ 3403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71"/>
                    </a:moveTo>
                    <a:cubicBezTo>
                      <a:pt x="4244" y="6571"/>
                      <a:pt x="5051" y="6236"/>
                      <a:pt x="5645" y="5641"/>
                    </a:cubicBezTo>
                    <a:cubicBezTo>
                      <a:pt x="6240" y="5046"/>
                      <a:pt x="6574" y="4239"/>
                      <a:pt x="6574" y="3398"/>
                    </a:cubicBezTo>
                    <a:cubicBezTo>
                      <a:pt x="6574" y="2557"/>
                      <a:pt x="6240" y="1750"/>
                      <a:pt x="5645" y="1155"/>
                    </a:cubicBezTo>
                    <a:cubicBezTo>
                      <a:pt x="5051" y="560"/>
                      <a:pt x="4244" y="225"/>
                      <a:pt x="3403" y="225"/>
                    </a:cubicBezTo>
                    <a:cubicBezTo>
                      <a:pt x="2562" y="225"/>
                      <a:pt x="1755" y="560"/>
                      <a:pt x="1160" y="1155"/>
                    </a:cubicBezTo>
                    <a:cubicBezTo>
                      <a:pt x="565" y="1750"/>
                      <a:pt x="231" y="2557"/>
                      <a:pt x="231" y="3398"/>
                    </a:cubicBezTo>
                    <a:cubicBezTo>
                      <a:pt x="231" y="4239"/>
                      <a:pt x="565" y="5046"/>
                      <a:pt x="1160" y="5641"/>
                    </a:cubicBezTo>
                    <a:cubicBezTo>
                      <a:pt x="1755" y="6236"/>
                      <a:pt x="2562" y="6571"/>
                      <a:pt x="3403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12" name="Freeform: Shape 4111">
                <a:extLst>
                  <a:ext uri="{FF2B5EF4-FFF2-40B4-BE49-F238E27FC236}">
                    <a16:creationId xmlns:a16="http://schemas.microsoft.com/office/drawing/2014/main" id="{16F4E6A3-290C-CECB-CD4C-6015541F1B58}"/>
                  </a:ext>
                </a:extLst>
              </p:cNvPr>
              <p:cNvSpPr/>
              <p:nvPr/>
            </p:nvSpPr>
            <p:spPr>
              <a:xfrm>
                <a:off x="3780528" y="6333987"/>
                <a:ext cx="6343" cy="6345"/>
              </a:xfrm>
              <a:custGeom>
                <a:avLst/>
                <a:gdLst>
                  <a:gd name="connsiteX0" fmla="*/ 3402 w 6343"/>
                  <a:gd name="connsiteY0" fmla="*/ 6570 h 6345"/>
                  <a:gd name="connsiteX1" fmla="*/ 5645 w 6343"/>
                  <a:gd name="connsiteY1" fmla="*/ 5641 h 6345"/>
                  <a:gd name="connsiteX2" fmla="*/ 6574 w 6343"/>
                  <a:gd name="connsiteY2" fmla="*/ 3398 h 6345"/>
                  <a:gd name="connsiteX3" fmla="*/ 5645 w 6343"/>
                  <a:gd name="connsiteY3" fmla="*/ 1154 h 6345"/>
                  <a:gd name="connsiteX4" fmla="*/ 3402 w 6343"/>
                  <a:gd name="connsiteY4" fmla="*/ 225 h 6345"/>
                  <a:gd name="connsiteX5" fmla="*/ 1160 w 6343"/>
                  <a:gd name="connsiteY5" fmla="*/ 1154 h 6345"/>
                  <a:gd name="connsiteX6" fmla="*/ 231 w 6343"/>
                  <a:gd name="connsiteY6" fmla="*/ 3398 h 6345"/>
                  <a:gd name="connsiteX7" fmla="*/ 1160 w 6343"/>
                  <a:gd name="connsiteY7" fmla="*/ 5641 h 6345"/>
                  <a:gd name="connsiteX8" fmla="*/ 340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70"/>
                    </a:moveTo>
                    <a:cubicBezTo>
                      <a:pt x="4243" y="6570"/>
                      <a:pt x="5050" y="6236"/>
                      <a:pt x="5645" y="5641"/>
                    </a:cubicBezTo>
                    <a:cubicBezTo>
                      <a:pt x="6240" y="5046"/>
                      <a:pt x="6574" y="4239"/>
                      <a:pt x="6574" y="3398"/>
                    </a:cubicBezTo>
                    <a:cubicBezTo>
                      <a:pt x="6574" y="2556"/>
                      <a:pt x="6240" y="1749"/>
                      <a:pt x="5645" y="1154"/>
                    </a:cubicBezTo>
                    <a:cubicBezTo>
                      <a:pt x="5050" y="559"/>
                      <a:pt x="4243" y="225"/>
                      <a:pt x="3402" y="225"/>
                    </a:cubicBezTo>
                    <a:cubicBezTo>
                      <a:pt x="2561" y="225"/>
                      <a:pt x="1755" y="559"/>
                      <a:pt x="1160" y="1154"/>
                    </a:cubicBezTo>
                    <a:cubicBezTo>
                      <a:pt x="565" y="1749"/>
                      <a:pt x="231" y="2556"/>
                      <a:pt x="231" y="3398"/>
                    </a:cubicBezTo>
                    <a:cubicBezTo>
                      <a:pt x="231" y="4239"/>
                      <a:pt x="565" y="5046"/>
                      <a:pt x="1160" y="5641"/>
                    </a:cubicBezTo>
                    <a:cubicBezTo>
                      <a:pt x="1755" y="6236"/>
                      <a:pt x="2561" y="6570"/>
                      <a:pt x="340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13" name="Freeform: Shape 4112">
                <a:extLst>
                  <a:ext uri="{FF2B5EF4-FFF2-40B4-BE49-F238E27FC236}">
                    <a16:creationId xmlns:a16="http://schemas.microsoft.com/office/drawing/2014/main" id="{11882A2A-0C0B-3028-E7E3-ADAF914B1D96}"/>
                  </a:ext>
                </a:extLst>
              </p:cNvPr>
              <p:cNvSpPr/>
              <p:nvPr/>
            </p:nvSpPr>
            <p:spPr>
              <a:xfrm>
                <a:off x="3787354" y="6268238"/>
                <a:ext cx="6343" cy="6345"/>
              </a:xfrm>
              <a:custGeom>
                <a:avLst/>
                <a:gdLst>
                  <a:gd name="connsiteX0" fmla="*/ 3403 w 6343"/>
                  <a:gd name="connsiteY0" fmla="*/ 6565 h 6345"/>
                  <a:gd name="connsiteX1" fmla="*/ 5646 w 6343"/>
                  <a:gd name="connsiteY1" fmla="*/ 5636 h 6345"/>
                  <a:gd name="connsiteX2" fmla="*/ 6574 w 6343"/>
                  <a:gd name="connsiteY2" fmla="*/ 3392 h 6345"/>
                  <a:gd name="connsiteX3" fmla="*/ 5646 w 6343"/>
                  <a:gd name="connsiteY3" fmla="*/ 1149 h 6345"/>
                  <a:gd name="connsiteX4" fmla="*/ 3403 w 6343"/>
                  <a:gd name="connsiteY4" fmla="*/ 220 h 6345"/>
                  <a:gd name="connsiteX5" fmla="*/ 1160 w 6343"/>
                  <a:gd name="connsiteY5" fmla="*/ 1149 h 6345"/>
                  <a:gd name="connsiteX6" fmla="*/ 231 w 6343"/>
                  <a:gd name="connsiteY6" fmla="*/ 3392 h 6345"/>
                  <a:gd name="connsiteX7" fmla="*/ 1160 w 6343"/>
                  <a:gd name="connsiteY7" fmla="*/ 5636 h 6345"/>
                  <a:gd name="connsiteX8" fmla="*/ 3403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65"/>
                    </a:moveTo>
                    <a:cubicBezTo>
                      <a:pt x="4244" y="6565"/>
                      <a:pt x="5051" y="6231"/>
                      <a:pt x="5646" y="5636"/>
                    </a:cubicBezTo>
                    <a:cubicBezTo>
                      <a:pt x="6240" y="5041"/>
                      <a:pt x="6574" y="4234"/>
                      <a:pt x="6574" y="3392"/>
                    </a:cubicBezTo>
                    <a:cubicBezTo>
                      <a:pt x="6574" y="2551"/>
                      <a:pt x="6240" y="1744"/>
                      <a:pt x="5646" y="1149"/>
                    </a:cubicBezTo>
                    <a:cubicBezTo>
                      <a:pt x="5051" y="554"/>
                      <a:pt x="4244" y="220"/>
                      <a:pt x="3403" y="220"/>
                    </a:cubicBezTo>
                    <a:cubicBezTo>
                      <a:pt x="2562" y="220"/>
                      <a:pt x="1755" y="554"/>
                      <a:pt x="1160" y="1149"/>
                    </a:cubicBezTo>
                    <a:cubicBezTo>
                      <a:pt x="566" y="1744"/>
                      <a:pt x="231" y="2551"/>
                      <a:pt x="231" y="3392"/>
                    </a:cubicBezTo>
                    <a:cubicBezTo>
                      <a:pt x="231" y="4234"/>
                      <a:pt x="566" y="5041"/>
                      <a:pt x="1160" y="5636"/>
                    </a:cubicBezTo>
                    <a:cubicBezTo>
                      <a:pt x="1755" y="6231"/>
                      <a:pt x="2562" y="6565"/>
                      <a:pt x="3403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14" name="Freeform: Shape 4113">
                <a:extLst>
                  <a:ext uri="{FF2B5EF4-FFF2-40B4-BE49-F238E27FC236}">
                    <a16:creationId xmlns:a16="http://schemas.microsoft.com/office/drawing/2014/main" id="{A34261DF-2CC5-A07D-ED45-5C2DAD546ED9}"/>
                  </a:ext>
                </a:extLst>
              </p:cNvPr>
              <p:cNvSpPr/>
              <p:nvPr/>
            </p:nvSpPr>
            <p:spPr>
              <a:xfrm>
                <a:off x="3784284" y="6266533"/>
                <a:ext cx="6343" cy="6345"/>
              </a:xfrm>
              <a:custGeom>
                <a:avLst/>
                <a:gdLst>
                  <a:gd name="connsiteX0" fmla="*/ 3403 w 6343"/>
                  <a:gd name="connsiteY0" fmla="*/ 6565 h 6345"/>
                  <a:gd name="connsiteX1" fmla="*/ 5645 w 6343"/>
                  <a:gd name="connsiteY1" fmla="*/ 5636 h 6345"/>
                  <a:gd name="connsiteX2" fmla="*/ 6574 w 6343"/>
                  <a:gd name="connsiteY2" fmla="*/ 3392 h 6345"/>
                  <a:gd name="connsiteX3" fmla="*/ 5645 w 6343"/>
                  <a:gd name="connsiteY3" fmla="*/ 1149 h 6345"/>
                  <a:gd name="connsiteX4" fmla="*/ 3403 w 6343"/>
                  <a:gd name="connsiteY4" fmla="*/ 220 h 6345"/>
                  <a:gd name="connsiteX5" fmla="*/ 1160 w 6343"/>
                  <a:gd name="connsiteY5" fmla="*/ 1149 h 6345"/>
                  <a:gd name="connsiteX6" fmla="*/ 231 w 6343"/>
                  <a:gd name="connsiteY6" fmla="*/ 3392 h 6345"/>
                  <a:gd name="connsiteX7" fmla="*/ 1160 w 6343"/>
                  <a:gd name="connsiteY7" fmla="*/ 5636 h 6345"/>
                  <a:gd name="connsiteX8" fmla="*/ 3403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65"/>
                    </a:moveTo>
                    <a:cubicBezTo>
                      <a:pt x="4244" y="6565"/>
                      <a:pt x="5051" y="6231"/>
                      <a:pt x="5645" y="5636"/>
                    </a:cubicBezTo>
                    <a:cubicBezTo>
                      <a:pt x="6240" y="5041"/>
                      <a:pt x="6574" y="4234"/>
                      <a:pt x="6574" y="3392"/>
                    </a:cubicBezTo>
                    <a:cubicBezTo>
                      <a:pt x="6574" y="2551"/>
                      <a:pt x="6240" y="1744"/>
                      <a:pt x="5645" y="1149"/>
                    </a:cubicBezTo>
                    <a:cubicBezTo>
                      <a:pt x="5051" y="554"/>
                      <a:pt x="4244" y="220"/>
                      <a:pt x="3403" y="220"/>
                    </a:cubicBezTo>
                    <a:cubicBezTo>
                      <a:pt x="2562" y="220"/>
                      <a:pt x="1755" y="554"/>
                      <a:pt x="1160" y="1149"/>
                    </a:cubicBezTo>
                    <a:cubicBezTo>
                      <a:pt x="565" y="1744"/>
                      <a:pt x="231" y="2551"/>
                      <a:pt x="231" y="3392"/>
                    </a:cubicBezTo>
                    <a:cubicBezTo>
                      <a:pt x="231" y="4234"/>
                      <a:pt x="565" y="5041"/>
                      <a:pt x="1160" y="5636"/>
                    </a:cubicBezTo>
                    <a:cubicBezTo>
                      <a:pt x="1755" y="6231"/>
                      <a:pt x="2562" y="6565"/>
                      <a:pt x="3403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15" name="Freeform: Shape 4114">
                <a:extLst>
                  <a:ext uri="{FF2B5EF4-FFF2-40B4-BE49-F238E27FC236}">
                    <a16:creationId xmlns:a16="http://schemas.microsoft.com/office/drawing/2014/main" id="{7F288DCB-9417-546B-D919-674E38FA0B93}"/>
                  </a:ext>
                </a:extLst>
              </p:cNvPr>
              <p:cNvSpPr/>
              <p:nvPr/>
            </p:nvSpPr>
            <p:spPr>
              <a:xfrm>
                <a:off x="3780932" y="6266539"/>
                <a:ext cx="6343" cy="6345"/>
              </a:xfrm>
              <a:custGeom>
                <a:avLst/>
                <a:gdLst>
                  <a:gd name="connsiteX0" fmla="*/ 3402 w 6343"/>
                  <a:gd name="connsiteY0" fmla="*/ 6565 h 6345"/>
                  <a:gd name="connsiteX1" fmla="*/ 5645 w 6343"/>
                  <a:gd name="connsiteY1" fmla="*/ 5636 h 6345"/>
                  <a:gd name="connsiteX2" fmla="*/ 6574 w 6343"/>
                  <a:gd name="connsiteY2" fmla="*/ 3392 h 6345"/>
                  <a:gd name="connsiteX3" fmla="*/ 5645 w 6343"/>
                  <a:gd name="connsiteY3" fmla="*/ 1149 h 6345"/>
                  <a:gd name="connsiteX4" fmla="*/ 3402 w 6343"/>
                  <a:gd name="connsiteY4" fmla="*/ 220 h 6345"/>
                  <a:gd name="connsiteX5" fmla="*/ 1160 w 6343"/>
                  <a:gd name="connsiteY5" fmla="*/ 1149 h 6345"/>
                  <a:gd name="connsiteX6" fmla="*/ 231 w 6343"/>
                  <a:gd name="connsiteY6" fmla="*/ 3392 h 6345"/>
                  <a:gd name="connsiteX7" fmla="*/ 1160 w 6343"/>
                  <a:gd name="connsiteY7" fmla="*/ 5636 h 6345"/>
                  <a:gd name="connsiteX8" fmla="*/ 3402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5"/>
                    </a:moveTo>
                    <a:cubicBezTo>
                      <a:pt x="4244" y="6565"/>
                      <a:pt x="5050" y="6231"/>
                      <a:pt x="5645" y="5636"/>
                    </a:cubicBezTo>
                    <a:cubicBezTo>
                      <a:pt x="6240" y="5041"/>
                      <a:pt x="6574" y="4234"/>
                      <a:pt x="6574" y="3392"/>
                    </a:cubicBezTo>
                    <a:cubicBezTo>
                      <a:pt x="6574" y="2551"/>
                      <a:pt x="6240" y="1744"/>
                      <a:pt x="5645" y="1149"/>
                    </a:cubicBezTo>
                    <a:cubicBezTo>
                      <a:pt x="5050" y="554"/>
                      <a:pt x="4244" y="220"/>
                      <a:pt x="3402" y="220"/>
                    </a:cubicBezTo>
                    <a:cubicBezTo>
                      <a:pt x="2561" y="220"/>
                      <a:pt x="1755" y="554"/>
                      <a:pt x="1160" y="1149"/>
                    </a:cubicBezTo>
                    <a:cubicBezTo>
                      <a:pt x="565" y="1744"/>
                      <a:pt x="231" y="2551"/>
                      <a:pt x="231" y="3392"/>
                    </a:cubicBezTo>
                    <a:cubicBezTo>
                      <a:pt x="231" y="4234"/>
                      <a:pt x="565" y="5041"/>
                      <a:pt x="1160" y="5636"/>
                    </a:cubicBezTo>
                    <a:cubicBezTo>
                      <a:pt x="1755" y="6231"/>
                      <a:pt x="2561" y="6565"/>
                      <a:pt x="3402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16" name="Freeform: Shape 4115">
                <a:extLst>
                  <a:ext uri="{FF2B5EF4-FFF2-40B4-BE49-F238E27FC236}">
                    <a16:creationId xmlns:a16="http://schemas.microsoft.com/office/drawing/2014/main" id="{86257969-C03F-549E-9D25-4186700D92A3}"/>
                  </a:ext>
                </a:extLst>
              </p:cNvPr>
              <p:cNvSpPr/>
              <p:nvPr/>
            </p:nvSpPr>
            <p:spPr>
              <a:xfrm>
                <a:off x="3778450" y="6261672"/>
                <a:ext cx="6343" cy="6345"/>
              </a:xfrm>
              <a:custGeom>
                <a:avLst/>
                <a:gdLst>
                  <a:gd name="connsiteX0" fmla="*/ 3402 w 6343"/>
                  <a:gd name="connsiteY0" fmla="*/ 6565 h 6345"/>
                  <a:gd name="connsiteX1" fmla="*/ 5645 w 6343"/>
                  <a:gd name="connsiteY1" fmla="*/ 5635 h 6345"/>
                  <a:gd name="connsiteX2" fmla="*/ 6574 w 6343"/>
                  <a:gd name="connsiteY2" fmla="*/ 3392 h 6345"/>
                  <a:gd name="connsiteX3" fmla="*/ 5645 w 6343"/>
                  <a:gd name="connsiteY3" fmla="*/ 1148 h 6345"/>
                  <a:gd name="connsiteX4" fmla="*/ 3402 w 6343"/>
                  <a:gd name="connsiteY4" fmla="*/ 219 h 6345"/>
                  <a:gd name="connsiteX5" fmla="*/ 1160 w 6343"/>
                  <a:gd name="connsiteY5" fmla="*/ 1148 h 6345"/>
                  <a:gd name="connsiteX6" fmla="*/ 231 w 6343"/>
                  <a:gd name="connsiteY6" fmla="*/ 3392 h 6345"/>
                  <a:gd name="connsiteX7" fmla="*/ 1160 w 6343"/>
                  <a:gd name="connsiteY7" fmla="*/ 5635 h 6345"/>
                  <a:gd name="connsiteX8" fmla="*/ 3402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5"/>
                    </a:moveTo>
                    <a:cubicBezTo>
                      <a:pt x="4243" y="6565"/>
                      <a:pt x="5050" y="6230"/>
                      <a:pt x="5645" y="5635"/>
                    </a:cubicBezTo>
                    <a:cubicBezTo>
                      <a:pt x="6240" y="5040"/>
                      <a:pt x="6574" y="4233"/>
                      <a:pt x="6574" y="3392"/>
                    </a:cubicBezTo>
                    <a:cubicBezTo>
                      <a:pt x="6574" y="2551"/>
                      <a:pt x="6240" y="1743"/>
                      <a:pt x="5645" y="1148"/>
                    </a:cubicBezTo>
                    <a:cubicBezTo>
                      <a:pt x="5050" y="554"/>
                      <a:pt x="4243" y="219"/>
                      <a:pt x="3402" y="219"/>
                    </a:cubicBezTo>
                    <a:cubicBezTo>
                      <a:pt x="2561" y="219"/>
                      <a:pt x="1754" y="554"/>
                      <a:pt x="1160" y="1148"/>
                    </a:cubicBezTo>
                    <a:cubicBezTo>
                      <a:pt x="565" y="1743"/>
                      <a:pt x="231" y="2551"/>
                      <a:pt x="231" y="3392"/>
                    </a:cubicBezTo>
                    <a:cubicBezTo>
                      <a:pt x="231" y="4233"/>
                      <a:pt x="565" y="5040"/>
                      <a:pt x="1160" y="5635"/>
                    </a:cubicBezTo>
                    <a:cubicBezTo>
                      <a:pt x="1754" y="6230"/>
                      <a:pt x="2561" y="6565"/>
                      <a:pt x="3402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17" name="Freeform: Shape 4116">
                <a:extLst>
                  <a:ext uri="{FF2B5EF4-FFF2-40B4-BE49-F238E27FC236}">
                    <a16:creationId xmlns:a16="http://schemas.microsoft.com/office/drawing/2014/main" id="{93856A7E-E473-C718-2771-5FE933F13F72}"/>
                  </a:ext>
                </a:extLst>
              </p:cNvPr>
              <p:cNvSpPr/>
              <p:nvPr/>
            </p:nvSpPr>
            <p:spPr>
              <a:xfrm>
                <a:off x="3775554" y="6259311"/>
                <a:ext cx="6343" cy="6345"/>
              </a:xfrm>
              <a:custGeom>
                <a:avLst/>
                <a:gdLst>
                  <a:gd name="connsiteX0" fmla="*/ 3402 w 6343"/>
                  <a:gd name="connsiteY0" fmla="*/ 6564 h 6345"/>
                  <a:gd name="connsiteX1" fmla="*/ 5645 w 6343"/>
                  <a:gd name="connsiteY1" fmla="*/ 5635 h 6345"/>
                  <a:gd name="connsiteX2" fmla="*/ 6574 w 6343"/>
                  <a:gd name="connsiteY2" fmla="*/ 3392 h 6345"/>
                  <a:gd name="connsiteX3" fmla="*/ 5645 w 6343"/>
                  <a:gd name="connsiteY3" fmla="*/ 1148 h 6345"/>
                  <a:gd name="connsiteX4" fmla="*/ 3402 w 6343"/>
                  <a:gd name="connsiteY4" fmla="*/ 219 h 6345"/>
                  <a:gd name="connsiteX5" fmla="*/ 1159 w 6343"/>
                  <a:gd name="connsiteY5" fmla="*/ 1148 h 6345"/>
                  <a:gd name="connsiteX6" fmla="*/ 230 w 6343"/>
                  <a:gd name="connsiteY6" fmla="*/ 3392 h 6345"/>
                  <a:gd name="connsiteX7" fmla="*/ 1159 w 6343"/>
                  <a:gd name="connsiteY7" fmla="*/ 5635 h 6345"/>
                  <a:gd name="connsiteX8" fmla="*/ 3402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4"/>
                    </a:moveTo>
                    <a:cubicBezTo>
                      <a:pt x="4243" y="6564"/>
                      <a:pt x="5050" y="6230"/>
                      <a:pt x="5645" y="5635"/>
                    </a:cubicBezTo>
                    <a:cubicBezTo>
                      <a:pt x="6239" y="5040"/>
                      <a:pt x="6574" y="4233"/>
                      <a:pt x="6574" y="3392"/>
                    </a:cubicBezTo>
                    <a:cubicBezTo>
                      <a:pt x="6574" y="2550"/>
                      <a:pt x="6239" y="1743"/>
                      <a:pt x="5645" y="1148"/>
                    </a:cubicBezTo>
                    <a:cubicBezTo>
                      <a:pt x="5050" y="553"/>
                      <a:pt x="4243" y="219"/>
                      <a:pt x="3402" y="219"/>
                    </a:cubicBezTo>
                    <a:cubicBezTo>
                      <a:pt x="2561" y="219"/>
                      <a:pt x="1754" y="553"/>
                      <a:pt x="1159" y="1148"/>
                    </a:cubicBezTo>
                    <a:cubicBezTo>
                      <a:pt x="565" y="1743"/>
                      <a:pt x="230" y="2550"/>
                      <a:pt x="230" y="3392"/>
                    </a:cubicBezTo>
                    <a:cubicBezTo>
                      <a:pt x="230" y="4233"/>
                      <a:pt x="565" y="5040"/>
                      <a:pt x="1159" y="5635"/>
                    </a:cubicBezTo>
                    <a:cubicBezTo>
                      <a:pt x="1754" y="6230"/>
                      <a:pt x="2561" y="6564"/>
                      <a:pt x="3402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18" name="Freeform: Shape 4117">
                <a:extLst>
                  <a:ext uri="{FF2B5EF4-FFF2-40B4-BE49-F238E27FC236}">
                    <a16:creationId xmlns:a16="http://schemas.microsoft.com/office/drawing/2014/main" id="{07163D52-3A3E-B0F0-36CC-230A461713E4}"/>
                  </a:ext>
                </a:extLst>
              </p:cNvPr>
              <p:cNvSpPr/>
              <p:nvPr/>
            </p:nvSpPr>
            <p:spPr>
              <a:xfrm>
                <a:off x="3772299" y="6258936"/>
                <a:ext cx="6343" cy="6345"/>
              </a:xfrm>
              <a:custGeom>
                <a:avLst/>
                <a:gdLst>
                  <a:gd name="connsiteX0" fmla="*/ 3402 w 6343"/>
                  <a:gd name="connsiteY0" fmla="*/ 6564 h 6345"/>
                  <a:gd name="connsiteX1" fmla="*/ 5644 w 6343"/>
                  <a:gd name="connsiteY1" fmla="*/ 5635 h 6345"/>
                  <a:gd name="connsiteX2" fmla="*/ 6573 w 6343"/>
                  <a:gd name="connsiteY2" fmla="*/ 3392 h 6345"/>
                  <a:gd name="connsiteX3" fmla="*/ 5644 w 6343"/>
                  <a:gd name="connsiteY3" fmla="*/ 1148 h 6345"/>
                  <a:gd name="connsiteX4" fmla="*/ 3402 w 6343"/>
                  <a:gd name="connsiteY4" fmla="*/ 219 h 6345"/>
                  <a:gd name="connsiteX5" fmla="*/ 1159 w 6343"/>
                  <a:gd name="connsiteY5" fmla="*/ 1148 h 6345"/>
                  <a:gd name="connsiteX6" fmla="*/ 230 w 6343"/>
                  <a:gd name="connsiteY6" fmla="*/ 3392 h 6345"/>
                  <a:gd name="connsiteX7" fmla="*/ 1159 w 6343"/>
                  <a:gd name="connsiteY7" fmla="*/ 5635 h 6345"/>
                  <a:gd name="connsiteX8" fmla="*/ 3402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4"/>
                    </a:moveTo>
                    <a:cubicBezTo>
                      <a:pt x="4243" y="6564"/>
                      <a:pt x="5050" y="6230"/>
                      <a:pt x="5644" y="5635"/>
                    </a:cubicBezTo>
                    <a:cubicBezTo>
                      <a:pt x="6239" y="5040"/>
                      <a:pt x="6573" y="4233"/>
                      <a:pt x="6573" y="3392"/>
                    </a:cubicBezTo>
                    <a:cubicBezTo>
                      <a:pt x="6573" y="2550"/>
                      <a:pt x="6239" y="1743"/>
                      <a:pt x="5644" y="1148"/>
                    </a:cubicBezTo>
                    <a:cubicBezTo>
                      <a:pt x="5050" y="553"/>
                      <a:pt x="4243" y="219"/>
                      <a:pt x="3402" y="219"/>
                    </a:cubicBezTo>
                    <a:cubicBezTo>
                      <a:pt x="2561" y="219"/>
                      <a:pt x="1754" y="553"/>
                      <a:pt x="1159" y="1148"/>
                    </a:cubicBezTo>
                    <a:cubicBezTo>
                      <a:pt x="564" y="1743"/>
                      <a:pt x="230" y="2550"/>
                      <a:pt x="230" y="3392"/>
                    </a:cubicBezTo>
                    <a:cubicBezTo>
                      <a:pt x="230" y="4233"/>
                      <a:pt x="564" y="5040"/>
                      <a:pt x="1159" y="5635"/>
                    </a:cubicBezTo>
                    <a:cubicBezTo>
                      <a:pt x="1754" y="6230"/>
                      <a:pt x="2561" y="6564"/>
                      <a:pt x="3402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19" name="Freeform: Shape 4118">
                <a:extLst>
                  <a:ext uri="{FF2B5EF4-FFF2-40B4-BE49-F238E27FC236}">
                    <a16:creationId xmlns:a16="http://schemas.microsoft.com/office/drawing/2014/main" id="{73AFB82C-4F0B-B939-D89F-EE7822956686}"/>
                  </a:ext>
                </a:extLst>
              </p:cNvPr>
              <p:cNvSpPr/>
              <p:nvPr/>
            </p:nvSpPr>
            <p:spPr>
              <a:xfrm>
                <a:off x="3753430" y="6336989"/>
                <a:ext cx="6343" cy="6345"/>
              </a:xfrm>
              <a:custGeom>
                <a:avLst/>
                <a:gdLst>
                  <a:gd name="connsiteX0" fmla="*/ 3400 w 6343"/>
                  <a:gd name="connsiteY0" fmla="*/ 6571 h 6345"/>
                  <a:gd name="connsiteX1" fmla="*/ 5643 w 6343"/>
                  <a:gd name="connsiteY1" fmla="*/ 5641 h 6345"/>
                  <a:gd name="connsiteX2" fmla="*/ 6572 w 6343"/>
                  <a:gd name="connsiteY2" fmla="*/ 3398 h 6345"/>
                  <a:gd name="connsiteX3" fmla="*/ 5643 w 6343"/>
                  <a:gd name="connsiteY3" fmla="*/ 1154 h 6345"/>
                  <a:gd name="connsiteX4" fmla="*/ 3400 w 6343"/>
                  <a:gd name="connsiteY4" fmla="*/ 225 h 6345"/>
                  <a:gd name="connsiteX5" fmla="*/ 1158 w 6343"/>
                  <a:gd name="connsiteY5" fmla="*/ 1154 h 6345"/>
                  <a:gd name="connsiteX6" fmla="*/ 229 w 6343"/>
                  <a:gd name="connsiteY6" fmla="*/ 3398 h 6345"/>
                  <a:gd name="connsiteX7" fmla="*/ 1158 w 6343"/>
                  <a:gd name="connsiteY7" fmla="*/ 5641 h 6345"/>
                  <a:gd name="connsiteX8" fmla="*/ 3400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71"/>
                    </a:moveTo>
                    <a:cubicBezTo>
                      <a:pt x="4241" y="6571"/>
                      <a:pt x="5048" y="6236"/>
                      <a:pt x="5643" y="5641"/>
                    </a:cubicBezTo>
                    <a:cubicBezTo>
                      <a:pt x="6238" y="5046"/>
                      <a:pt x="6572" y="4239"/>
                      <a:pt x="6572" y="3398"/>
                    </a:cubicBezTo>
                    <a:cubicBezTo>
                      <a:pt x="6572" y="2556"/>
                      <a:pt x="6238" y="1749"/>
                      <a:pt x="5643" y="1154"/>
                    </a:cubicBezTo>
                    <a:cubicBezTo>
                      <a:pt x="5048" y="559"/>
                      <a:pt x="4241" y="225"/>
                      <a:pt x="3400" y="225"/>
                    </a:cubicBezTo>
                    <a:cubicBezTo>
                      <a:pt x="2559" y="225"/>
                      <a:pt x="1752" y="559"/>
                      <a:pt x="1158" y="1154"/>
                    </a:cubicBezTo>
                    <a:cubicBezTo>
                      <a:pt x="563" y="1749"/>
                      <a:pt x="229" y="2556"/>
                      <a:pt x="229" y="3398"/>
                    </a:cubicBezTo>
                    <a:cubicBezTo>
                      <a:pt x="229" y="4239"/>
                      <a:pt x="563" y="5046"/>
                      <a:pt x="1158" y="5641"/>
                    </a:cubicBezTo>
                    <a:cubicBezTo>
                      <a:pt x="1752" y="6236"/>
                      <a:pt x="2559" y="6571"/>
                      <a:pt x="3400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20" name="Freeform: Shape 4119">
                <a:extLst>
                  <a:ext uri="{FF2B5EF4-FFF2-40B4-BE49-F238E27FC236}">
                    <a16:creationId xmlns:a16="http://schemas.microsoft.com/office/drawing/2014/main" id="{E8B40462-1265-0490-3CA2-3380F9FA8314}"/>
                  </a:ext>
                </a:extLst>
              </p:cNvPr>
              <p:cNvSpPr/>
              <p:nvPr/>
            </p:nvSpPr>
            <p:spPr>
              <a:xfrm>
                <a:off x="3773229" y="6221918"/>
                <a:ext cx="6343" cy="6345"/>
              </a:xfrm>
              <a:custGeom>
                <a:avLst/>
                <a:gdLst>
                  <a:gd name="connsiteX0" fmla="*/ 3402 w 6343"/>
                  <a:gd name="connsiteY0" fmla="*/ 6562 h 6345"/>
                  <a:gd name="connsiteX1" fmla="*/ 5644 w 6343"/>
                  <a:gd name="connsiteY1" fmla="*/ 5632 h 6345"/>
                  <a:gd name="connsiteX2" fmla="*/ 6573 w 6343"/>
                  <a:gd name="connsiteY2" fmla="*/ 3389 h 6345"/>
                  <a:gd name="connsiteX3" fmla="*/ 5644 w 6343"/>
                  <a:gd name="connsiteY3" fmla="*/ 1145 h 6345"/>
                  <a:gd name="connsiteX4" fmla="*/ 3402 w 6343"/>
                  <a:gd name="connsiteY4" fmla="*/ 216 h 6345"/>
                  <a:gd name="connsiteX5" fmla="*/ 1159 w 6343"/>
                  <a:gd name="connsiteY5" fmla="*/ 1145 h 6345"/>
                  <a:gd name="connsiteX6" fmla="*/ 230 w 6343"/>
                  <a:gd name="connsiteY6" fmla="*/ 3389 h 6345"/>
                  <a:gd name="connsiteX7" fmla="*/ 1159 w 6343"/>
                  <a:gd name="connsiteY7" fmla="*/ 5632 h 6345"/>
                  <a:gd name="connsiteX8" fmla="*/ 3402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2"/>
                    </a:moveTo>
                    <a:cubicBezTo>
                      <a:pt x="4243" y="6562"/>
                      <a:pt x="5050" y="6227"/>
                      <a:pt x="5644" y="5632"/>
                    </a:cubicBezTo>
                    <a:cubicBezTo>
                      <a:pt x="6239" y="5037"/>
                      <a:pt x="6573" y="4230"/>
                      <a:pt x="6573" y="3389"/>
                    </a:cubicBezTo>
                    <a:cubicBezTo>
                      <a:pt x="6573" y="2547"/>
                      <a:pt x="6239" y="1740"/>
                      <a:pt x="5644" y="1145"/>
                    </a:cubicBezTo>
                    <a:cubicBezTo>
                      <a:pt x="5050" y="550"/>
                      <a:pt x="4243" y="216"/>
                      <a:pt x="3402" y="216"/>
                    </a:cubicBezTo>
                    <a:cubicBezTo>
                      <a:pt x="2561" y="216"/>
                      <a:pt x="1754" y="550"/>
                      <a:pt x="1159" y="1145"/>
                    </a:cubicBezTo>
                    <a:cubicBezTo>
                      <a:pt x="564" y="1740"/>
                      <a:pt x="230" y="2547"/>
                      <a:pt x="230" y="3389"/>
                    </a:cubicBezTo>
                    <a:cubicBezTo>
                      <a:pt x="230" y="4230"/>
                      <a:pt x="564" y="5037"/>
                      <a:pt x="1159" y="5632"/>
                    </a:cubicBezTo>
                    <a:cubicBezTo>
                      <a:pt x="1754" y="6227"/>
                      <a:pt x="2561" y="6562"/>
                      <a:pt x="3402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21" name="Freeform: Shape 4120">
                <a:extLst>
                  <a:ext uri="{FF2B5EF4-FFF2-40B4-BE49-F238E27FC236}">
                    <a16:creationId xmlns:a16="http://schemas.microsoft.com/office/drawing/2014/main" id="{A2EC8D05-8F5A-0159-88F6-3BBF22444883}"/>
                  </a:ext>
                </a:extLst>
              </p:cNvPr>
              <p:cNvSpPr/>
              <p:nvPr/>
            </p:nvSpPr>
            <p:spPr>
              <a:xfrm>
                <a:off x="3770336" y="6220879"/>
                <a:ext cx="6343" cy="6345"/>
              </a:xfrm>
              <a:custGeom>
                <a:avLst/>
                <a:gdLst>
                  <a:gd name="connsiteX0" fmla="*/ 3402 w 6343"/>
                  <a:gd name="connsiteY0" fmla="*/ 6561 h 6345"/>
                  <a:gd name="connsiteX1" fmla="*/ 5644 w 6343"/>
                  <a:gd name="connsiteY1" fmla="*/ 5632 h 6345"/>
                  <a:gd name="connsiteX2" fmla="*/ 6573 w 6343"/>
                  <a:gd name="connsiteY2" fmla="*/ 3389 h 6345"/>
                  <a:gd name="connsiteX3" fmla="*/ 5644 w 6343"/>
                  <a:gd name="connsiteY3" fmla="*/ 1145 h 6345"/>
                  <a:gd name="connsiteX4" fmla="*/ 3402 w 6343"/>
                  <a:gd name="connsiteY4" fmla="*/ 216 h 6345"/>
                  <a:gd name="connsiteX5" fmla="*/ 1159 w 6343"/>
                  <a:gd name="connsiteY5" fmla="*/ 1145 h 6345"/>
                  <a:gd name="connsiteX6" fmla="*/ 230 w 6343"/>
                  <a:gd name="connsiteY6" fmla="*/ 3389 h 6345"/>
                  <a:gd name="connsiteX7" fmla="*/ 1159 w 6343"/>
                  <a:gd name="connsiteY7" fmla="*/ 5632 h 6345"/>
                  <a:gd name="connsiteX8" fmla="*/ 340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1"/>
                    </a:moveTo>
                    <a:cubicBezTo>
                      <a:pt x="4243" y="6561"/>
                      <a:pt x="5049" y="6227"/>
                      <a:pt x="5644" y="5632"/>
                    </a:cubicBezTo>
                    <a:cubicBezTo>
                      <a:pt x="6239" y="5037"/>
                      <a:pt x="6573" y="4230"/>
                      <a:pt x="6573" y="3389"/>
                    </a:cubicBezTo>
                    <a:cubicBezTo>
                      <a:pt x="6573" y="2547"/>
                      <a:pt x="6239" y="1740"/>
                      <a:pt x="5644" y="1145"/>
                    </a:cubicBezTo>
                    <a:cubicBezTo>
                      <a:pt x="5049" y="550"/>
                      <a:pt x="4243" y="216"/>
                      <a:pt x="3402" y="216"/>
                    </a:cubicBezTo>
                    <a:cubicBezTo>
                      <a:pt x="2560" y="216"/>
                      <a:pt x="1754" y="550"/>
                      <a:pt x="1159" y="1145"/>
                    </a:cubicBezTo>
                    <a:cubicBezTo>
                      <a:pt x="564" y="1740"/>
                      <a:pt x="230" y="2547"/>
                      <a:pt x="230" y="3389"/>
                    </a:cubicBezTo>
                    <a:cubicBezTo>
                      <a:pt x="230" y="4230"/>
                      <a:pt x="564" y="5037"/>
                      <a:pt x="1159" y="5632"/>
                    </a:cubicBezTo>
                    <a:cubicBezTo>
                      <a:pt x="1754" y="6227"/>
                      <a:pt x="2560" y="6561"/>
                      <a:pt x="340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22" name="Freeform: Shape 4121">
                <a:extLst>
                  <a:ext uri="{FF2B5EF4-FFF2-40B4-BE49-F238E27FC236}">
                    <a16:creationId xmlns:a16="http://schemas.microsoft.com/office/drawing/2014/main" id="{E998BD65-0C16-466D-076F-FE238B7DF8A5}"/>
                  </a:ext>
                </a:extLst>
              </p:cNvPr>
              <p:cNvSpPr/>
              <p:nvPr/>
            </p:nvSpPr>
            <p:spPr>
              <a:xfrm>
                <a:off x="3767533" y="6219452"/>
                <a:ext cx="6343" cy="6345"/>
              </a:xfrm>
              <a:custGeom>
                <a:avLst/>
                <a:gdLst>
                  <a:gd name="connsiteX0" fmla="*/ 3401 w 6343"/>
                  <a:gd name="connsiteY0" fmla="*/ 6561 h 6345"/>
                  <a:gd name="connsiteX1" fmla="*/ 5644 w 6343"/>
                  <a:gd name="connsiteY1" fmla="*/ 5632 h 6345"/>
                  <a:gd name="connsiteX2" fmla="*/ 6573 w 6343"/>
                  <a:gd name="connsiteY2" fmla="*/ 3389 h 6345"/>
                  <a:gd name="connsiteX3" fmla="*/ 5644 w 6343"/>
                  <a:gd name="connsiteY3" fmla="*/ 1145 h 6345"/>
                  <a:gd name="connsiteX4" fmla="*/ 3401 w 6343"/>
                  <a:gd name="connsiteY4" fmla="*/ 216 h 6345"/>
                  <a:gd name="connsiteX5" fmla="*/ 1159 w 6343"/>
                  <a:gd name="connsiteY5" fmla="*/ 1145 h 6345"/>
                  <a:gd name="connsiteX6" fmla="*/ 230 w 6343"/>
                  <a:gd name="connsiteY6" fmla="*/ 3389 h 6345"/>
                  <a:gd name="connsiteX7" fmla="*/ 1159 w 6343"/>
                  <a:gd name="connsiteY7" fmla="*/ 5632 h 6345"/>
                  <a:gd name="connsiteX8" fmla="*/ 3401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61"/>
                    </a:moveTo>
                    <a:cubicBezTo>
                      <a:pt x="4242" y="6561"/>
                      <a:pt x="5049" y="6227"/>
                      <a:pt x="5644" y="5632"/>
                    </a:cubicBezTo>
                    <a:cubicBezTo>
                      <a:pt x="6239" y="5037"/>
                      <a:pt x="6573" y="4230"/>
                      <a:pt x="6573" y="3389"/>
                    </a:cubicBezTo>
                    <a:cubicBezTo>
                      <a:pt x="6573" y="2547"/>
                      <a:pt x="6239" y="1740"/>
                      <a:pt x="5644" y="1145"/>
                    </a:cubicBezTo>
                    <a:cubicBezTo>
                      <a:pt x="5049" y="550"/>
                      <a:pt x="4242" y="216"/>
                      <a:pt x="3401" y="216"/>
                    </a:cubicBezTo>
                    <a:cubicBezTo>
                      <a:pt x="2560" y="216"/>
                      <a:pt x="1753" y="550"/>
                      <a:pt x="1159" y="1145"/>
                    </a:cubicBezTo>
                    <a:cubicBezTo>
                      <a:pt x="564" y="1740"/>
                      <a:pt x="230" y="2547"/>
                      <a:pt x="230" y="3389"/>
                    </a:cubicBezTo>
                    <a:cubicBezTo>
                      <a:pt x="230" y="4230"/>
                      <a:pt x="564" y="5037"/>
                      <a:pt x="1159" y="5632"/>
                    </a:cubicBezTo>
                    <a:cubicBezTo>
                      <a:pt x="1753" y="6227"/>
                      <a:pt x="2560" y="6561"/>
                      <a:pt x="3401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23" name="Freeform: Shape 4122">
                <a:extLst>
                  <a:ext uri="{FF2B5EF4-FFF2-40B4-BE49-F238E27FC236}">
                    <a16:creationId xmlns:a16="http://schemas.microsoft.com/office/drawing/2014/main" id="{7D0CC03C-2AB5-A14F-1A64-DB65F1EC8635}"/>
                  </a:ext>
                </a:extLst>
              </p:cNvPr>
              <p:cNvSpPr/>
              <p:nvPr/>
            </p:nvSpPr>
            <p:spPr>
              <a:xfrm>
                <a:off x="3764672" y="6218333"/>
                <a:ext cx="6343" cy="6345"/>
              </a:xfrm>
              <a:custGeom>
                <a:avLst/>
                <a:gdLst>
                  <a:gd name="connsiteX0" fmla="*/ 3401 w 6343"/>
                  <a:gd name="connsiteY0" fmla="*/ 6561 h 6345"/>
                  <a:gd name="connsiteX1" fmla="*/ 5644 w 6343"/>
                  <a:gd name="connsiteY1" fmla="*/ 5632 h 6345"/>
                  <a:gd name="connsiteX2" fmla="*/ 6573 w 6343"/>
                  <a:gd name="connsiteY2" fmla="*/ 3389 h 6345"/>
                  <a:gd name="connsiteX3" fmla="*/ 5644 w 6343"/>
                  <a:gd name="connsiteY3" fmla="*/ 1145 h 6345"/>
                  <a:gd name="connsiteX4" fmla="*/ 3401 w 6343"/>
                  <a:gd name="connsiteY4" fmla="*/ 216 h 6345"/>
                  <a:gd name="connsiteX5" fmla="*/ 1159 w 6343"/>
                  <a:gd name="connsiteY5" fmla="*/ 1145 h 6345"/>
                  <a:gd name="connsiteX6" fmla="*/ 230 w 6343"/>
                  <a:gd name="connsiteY6" fmla="*/ 3389 h 6345"/>
                  <a:gd name="connsiteX7" fmla="*/ 1159 w 6343"/>
                  <a:gd name="connsiteY7" fmla="*/ 5632 h 6345"/>
                  <a:gd name="connsiteX8" fmla="*/ 3401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61"/>
                    </a:moveTo>
                    <a:cubicBezTo>
                      <a:pt x="4242" y="6561"/>
                      <a:pt x="5049" y="6227"/>
                      <a:pt x="5644" y="5632"/>
                    </a:cubicBezTo>
                    <a:cubicBezTo>
                      <a:pt x="6239" y="5037"/>
                      <a:pt x="6573" y="4230"/>
                      <a:pt x="6573" y="3389"/>
                    </a:cubicBezTo>
                    <a:cubicBezTo>
                      <a:pt x="6573" y="2547"/>
                      <a:pt x="6239" y="1740"/>
                      <a:pt x="5644" y="1145"/>
                    </a:cubicBezTo>
                    <a:cubicBezTo>
                      <a:pt x="5049" y="550"/>
                      <a:pt x="4242" y="216"/>
                      <a:pt x="3401" y="216"/>
                    </a:cubicBezTo>
                    <a:cubicBezTo>
                      <a:pt x="2560" y="216"/>
                      <a:pt x="1753" y="550"/>
                      <a:pt x="1159" y="1145"/>
                    </a:cubicBezTo>
                    <a:cubicBezTo>
                      <a:pt x="564" y="1740"/>
                      <a:pt x="230" y="2547"/>
                      <a:pt x="230" y="3389"/>
                    </a:cubicBezTo>
                    <a:cubicBezTo>
                      <a:pt x="230" y="4230"/>
                      <a:pt x="564" y="5037"/>
                      <a:pt x="1159" y="5632"/>
                    </a:cubicBezTo>
                    <a:cubicBezTo>
                      <a:pt x="1753" y="6227"/>
                      <a:pt x="2560" y="6561"/>
                      <a:pt x="3401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24" name="Freeform: Shape 4123">
                <a:extLst>
                  <a:ext uri="{FF2B5EF4-FFF2-40B4-BE49-F238E27FC236}">
                    <a16:creationId xmlns:a16="http://schemas.microsoft.com/office/drawing/2014/main" id="{F05BF80D-15A6-34FC-7DDD-7BEA8974B9EB}"/>
                  </a:ext>
                </a:extLst>
              </p:cNvPr>
              <p:cNvSpPr/>
              <p:nvPr/>
            </p:nvSpPr>
            <p:spPr>
              <a:xfrm>
                <a:off x="3766216" y="6198175"/>
                <a:ext cx="6343" cy="6345"/>
              </a:xfrm>
              <a:custGeom>
                <a:avLst/>
                <a:gdLst>
                  <a:gd name="connsiteX0" fmla="*/ 3401 w 6343"/>
                  <a:gd name="connsiteY0" fmla="*/ 6560 h 6345"/>
                  <a:gd name="connsiteX1" fmla="*/ 5644 w 6343"/>
                  <a:gd name="connsiteY1" fmla="*/ 5630 h 6345"/>
                  <a:gd name="connsiteX2" fmla="*/ 6573 w 6343"/>
                  <a:gd name="connsiteY2" fmla="*/ 3387 h 6345"/>
                  <a:gd name="connsiteX3" fmla="*/ 5644 w 6343"/>
                  <a:gd name="connsiteY3" fmla="*/ 1143 h 6345"/>
                  <a:gd name="connsiteX4" fmla="*/ 3401 w 6343"/>
                  <a:gd name="connsiteY4" fmla="*/ 214 h 6345"/>
                  <a:gd name="connsiteX5" fmla="*/ 1159 w 6343"/>
                  <a:gd name="connsiteY5" fmla="*/ 1143 h 6345"/>
                  <a:gd name="connsiteX6" fmla="*/ 230 w 6343"/>
                  <a:gd name="connsiteY6" fmla="*/ 3387 h 6345"/>
                  <a:gd name="connsiteX7" fmla="*/ 1159 w 6343"/>
                  <a:gd name="connsiteY7" fmla="*/ 5630 h 6345"/>
                  <a:gd name="connsiteX8" fmla="*/ 340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60"/>
                    </a:moveTo>
                    <a:cubicBezTo>
                      <a:pt x="4242" y="6560"/>
                      <a:pt x="5049" y="6225"/>
                      <a:pt x="5644" y="5630"/>
                    </a:cubicBezTo>
                    <a:cubicBezTo>
                      <a:pt x="6239" y="5035"/>
                      <a:pt x="6573" y="4228"/>
                      <a:pt x="6573" y="3387"/>
                    </a:cubicBezTo>
                    <a:cubicBezTo>
                      <a:pt x="6573" y="2546"/>
                      <a:pt x="6239" y="1738"/>
                      <a:pt x="5644" y="1143"/>
                    </a:cubicBezTo>
                    <a:cubicBezTo>
                      <a:pt x="5049" y="549"/>
                      <a:pt x="4242" y="214"/>
                      <a:pt x="3401" y="214"/>
                    </a:cubicBezTo>
                    <a:cubicBezTo>
                      <a:pt x="2560" y="214"/>
                      <a:pt x="1753" y="549"/>
                      <a:pt x="1159" y="1143"/>
                    </a:cubicBezTo>
                    <a:cubicBezTo>
                      <a:pt x="564" y="1738"/>
                      <a:pt x="230" y="2546"/>
                      <a:pt x="230" y="3387"/>
                    </a:cubicBezTo>
                    <a:cubicBezTo>
                      <a:pt x="230" y="4228"/>
                      <a:pt x="564" y="5035"/>
                      <a:pt x="1159" y="5630"/>
                    </a:cubicBezTo>
                    <a:cubicBezTo>
                      <a:pt x="1753" y="6225"/>
                      <a:pt x="2560" y="6560"/>
                      <a:pt x="340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25" name="Freeform: Shape 4124">
                <a:extLst>
                  <a:ext uri="{FF2B5EF4-FFF2-40B4-BE49-F238E27FC236}">
                    <a16:creationId xmlns:a16="http://schemas.microsoft.com/office/drawing/2014/main" id="{A458B8F3-D220-86B1-A716-ED8EF248E99E}"/>
                  </a:ext>
                </a:extLst>
              </p:cNvPr>
              <p:cNvSpPr/>
              <p:nvPr/>
            </p:nvSpPr>
            <p:spPr>
              <a:xfrm>
                <a:off x="3763709" y="6196127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4 w 6343"/>
                  <a:gd name="connsiteY1" fmla="*/ 5630 h 6345"/>
                  <a:gd name="connsiteX2" fmla="*/ 6573 w 6343"/>
                  <a:gd name="connsiteY2" fmla="*/ 3387 h 6345"/>
                  <a:gd name="connsiteX3" fmla="*/ 5644 w 6343"/>
                  <a:gd name="connsiteY3" fmla="*/ 1143 h 6345"/>
                  <a:gd name="connsiteX4" fmla="*/ 3401 w 6343"/>
                  <a:gd name="connsiteY4" fmla="*/ 214 h 6345"/>
                  <a:gd name="connsiteX5" fmla="*/ 1158 w 6343"/>
                  <a:gd name="connsiteY5" fmla="*/ 1143 h 6345"/>
                  <a:gd name="connsiteX6" fmla="*/ 230 w 6343"/>
                  <a:gd name="connsiteY6" fmla="*/ 3387 h 6345"/>
                  <a:gd name="connsiteX7" fmla="*/ 1158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5"/>
                      <a:pt x="5644" y="5630"/>
                    </a:cubicBezTo>
                    <a:cubicBezTo>
                      <a:pt x="6238" y="5035"/>
                      <a:pt x="6573" y="4228"/>
                      <a:pt x="6573" y="3387"/>
                    </a:cubicBezTo>
                    <a:cubicBezTo>
                      <a:pt x="6573" y="2545"/>
                      <a:pt x="6238" y="1738"/>
                      <a:pt x="5644" y="1143"/>
                    </a:cubicBezTo>
                    <a:cubicBezTo>
                      <a:pt x="5049" y="548"/>
                      <a:pt x="4242" y="214"/>
                      <a:pt x="3401" y="214"/>
                    </a:cubicBezTo>
                    <a:cubicBezTo>
                      <a:pt x="2560" y="214"/>
                      <a:pt x="1753" y="548"/>
                      <a:pt x="1158" y="1143"/>
                    </a:cubicBezTo>
                    <a:cubicBezTo>
                      <a:pt x="564" y="1738"/>
                      <a:pt x="230" y="2545"/>
                      <a:pt x="230" y="3387"/>
                    </a:cubicBezTo>
                    <a:cubicBezTo>
                      <a:pt x="230" y="4228"/>
                      <a:pt x="564" y="5035"/>
                      <a:pt x="1158" y="5630"/>
                    </a:cubicBezTo>
                    <a:cubicBezTo>
                      <a:pt x="1753" y="6225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26" name="Freeform: Shape 4125">
                <a:extLst>
                  <a:ext uri="{FF2B5EF4-FFF2-40B4-BE49-F238E27FC236}">
                    <a16:creationId xmlns:a16="http://schemas.microsoft.com/office/drawing/2014/main" id="{652E86C6-5A50-A15F-303B-0622102714E3}"/>
                  </a:ext>
                </a:extLst>
              </p:cNvPr>
              <p:cNvSpPr/>
              <p:nvPr/>
            </p:nvSpPr>
            <p:spPr>
              <a:xfrm>
                <a:off x="3762516" y="6188772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4 w 6343"/>
                  <a:gd name="connsiteY1" fmla="*/ 5630 h 6345"/>
                  <a:gd name="connsiteX2" fmla="*/ 6573 w 6343"/>
                  <a:gd name="connsiteY2" fmla="*/ 3386 h 6345"/>
                  <a:gd name="connsiteX3" fmla="*/ 5644 w 6343"/>
                  <a:gd name="connsiteY3" fmla="*/ 1143 h 6345"/>
                  <a:gd name="connsiteX4" fmla="*/ 3401 w 6343"/>
                  <a:gd name="connsiteY4" fmla="*/ 213 h 6345"/>
                  <a:gd name="connsiteX5" fmla="*/ 1158 w 6343"/>
                  <a:gd name="connsiteY5" fmla="*/ 1143 h 6345"/>
                  <a:gd name="connsiteX6" fmla="*/ 229 w 6343"/>
                  <a:gd name="connsiteY6" fmla="*/ 3386 h 6345"/>
                  <a:gd name="connsiteX7" fmla="*/ 1158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5"/>
                      <a:pt x="5644" y="5630"/>
                    </a:cubicBezTo>
                    <a:cubicBezTo>
                      <a:pt x="6238" y="5035"/>
                      <a:pt x="6573" y="4228"/>
                      <a:pt x="6573" y="3386"/>
                    </a:cubicBezTo>
                    <a:cubicBezTo>
                      <a:pt x="6573" y="2545"/>
                      <a:pt x="6238" y="1738"/>
                      <a:pt x="5644" y="1143"/>
                    </a:cubicBezTo>
                    <a:cubicBezTo>
                      <a:pt x="5049" y="548"/>
                      <a:pt x="4242" y="213"/>
                      <a:pt x="3401" y="213"/>
                    </a:cubicBezTo>
                    <a:cubicBezTo>
                      <a:pt x="2560" y="213"/>
                      <a:pt x="1753" y="548"/>
                      <a:pt x="1158" y="1143"/>
                    </a:cubicBezTo>
                    <a:cubicBezTo>
                      <a:pt x="564" y="1738"/>
                      <a:pt x="229" y="2545"/>
                      <a:pt x="229" y="3386"/>
                    </a:cubicBezTo>
                    <a:cubicBezTo>
                      <a:pt x="229" y="4228"/>
                      <a:pt x="564" y="5035"/>
                      <a:pt x="1158" y="5630"/>
                    </a:cubicBezTo>
                    <a:cubicBezTo>
                      <a:pt x="1753" y="6225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27" name="Freeform: Shape 4126">
                <a:extLst>
                  <a:ext uri="{FF2B5EF4-FFF2-40B4-BE49-F238E27FC236}">
                    <a16:creationId xmlns:a16="http://schemas.microsoft.com/office/drawing/2014/main" id="{0FFB52F7-BB02-0C34-5B06-EDCDBC7C1E13}"/>
                  </a:ext>
                </a:extLst>
              </p:cNvPr>
              <p:cNvSpPr/>
              <p:nvPr/>
            </p:nvSpPr>
            <p:spPr>
              <a:xfrm>
                <a:off x="3759853" y="6187626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3 w 6343"/>
                  <a:gd name="connsiteY1" fmla="*/ 5630 h 6345"/>
                  <a:gd name="connsiteX2" fmla="*/ 6572 w 6343"/>
                  <a:gd name="connsiteY2" fmla="*/ 3386 h 6345"/>
                  <a:gd name="connsiteX3" fmla="*/ 5643 w 6343"/>
                  <a:gd name="connsiteY3" fmla="*/ 1143 h 6345"/>
                  <a:gd name="connsiteX4" fmla="*/ 3401 w 6343"/>
                  <a:gd name="connsiteY4" fmla="*/ 213 h 6345"/>
                  <a:gd name="connsiteX5" fmla="*/ 1158 w 6343"/>
                  <a:gd name="connsiteY5" fmla="*/ 1143 h 6345"/>
                  <a:gd name="connsiteX6" fmla="*/ 229 w 6343"/>
                  <a:gd name="connsiteY6" fmla="*/ 3386 h 6345"/>
                  <a:gd name="connsiteX7" fmla="*/ 1158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5"/>
                      <a:pt x="5643" y="5630"/>
                    </a:cubicBezTo>
                    <a:cubicBezTo>
                      <a:pt x="6238" y="5035"/>
                      <a:pt x="6572" y="4228"/>
                      <a:pt x="6572" y="3386"/>
                    </a:cubicBezTo>
                    <a:cubicBezTo>
                      <a:pt x="6572" y="2545"/>
                      <a:pt x="6238" y="1738"/>
                      <a:pt x="5643" y="1143"/>
                    </a:cubicBezTo>
                    <a:cubicBezTo>
                      <a:pt x="5049" y="548"/>
                      <a:pt x="4242" y="213"/>
                      <a:pt x="3401" y="213"/>
                    </a:cubicBezTo>
                    <a:cubicBezTo>
                      <a:pt x="2560" y="213"/>
                      <a:pt x="1753" y="548"/>
                      <a:pt x="1158" y="1143"/>
                    </a:cubicBezTo>
                    <a:cubicBezTo>
                      <a:pt x="563" y="1738"/>
                      <a:pt x="229" y="2545"/>
                      <a:pt x="229" y="3386"/>
                    </a:cubicBezTo>
                    <a:cubicBezTo>
                      <a:pt x="229" y="4228"/>
                      <a:pt x="563" y="5035"/>
                      <a:pt x="1158" y="5630"/>
                    </a:cubicBezTo>
                    <a:cubicBezTo>
                      <a:pt x="1753" y="6225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28" name="Freeform: Shape 4127">
                <a:extLst>
                  <a:ext uri="{FF2B5EF4-FFF2-40B4-BE49-F238E27FC236}">
                    <a16:creationId xmlns:a16="http://schemas.microsoft.com/office/drawing/2014/main" id="{264B5773-01DE-7BD9-01F6-22E20C77A278}"/>
                  </a:ext>
                </a:extLst>
              </p:cNvPr>
              <p:cNvSpPr/>
              <p:nvPr/>
            </p:nvSpPr>
            <p:spPr>
              <a:xfrm>
                <a:off x="3756989" y="6187289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3 w 6343"/>
                  <a:gd name="connsiteY1" fmla="*/ 5630 h 6345"/>
                  <a:gd name="connsiteX2" fmla="*/ 6572 w 6343"/>
                  <a:gd name="connsiteY2" fmla="*/ 3386 h 6345"/>
                  <a:gd name="connsiteX3" fmla="*/ 5643 w 6343"/>
                  <a:gd name="connsiteY3" fmla="*/ 1143 h 6345"/>
                  <a:gd name="connsiteX4" fmla="*/ 3401 w 6343"/>
                  <a:gd name="connsiteY4" fmla="*/ 213 h 6345"/>
                  <a:gd name="connsiteX5" fmla="*/ 1158 w 6343"/>
                  <a:gd name="connsiteY5" fmla="*/ 1143 h 6345"/>
                  <a:gd name="connsiteX6" fmla="*/ 229 w 6343"/>
                  <a:gd name="connsiteY6" fmla="*/ 3386 h 6345"/>
                  <a:gd name="connsiteX7" fmla="*/ 1158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8" y="6224"/>
                      <a:pt x="5643" y="5630"/>
                    </a:cubicBezTo>
                    <a:cubicBezTo>
                      <a:pt x="6238" y="5035"/>
                      <a:pt x="6572" y="4227"/>
                      <a:pt x="6572" y="3386"/>
                    </a:cubicBezTo>
                    <a:cubicBezTo>
                      <a:pt x="6572" y="2545"/>
                      <a:pt x="6238" y="1738"/>
                      <a:pt x="5643" y="1143"/>
                    </a:cubicBezTo>
                    <a:cubicBezTo>
                      <a:pt x="5048" y="548"/>
                      <a:pt x="4242" y="213"/>
                      <a:pt x="3401" y="213"/>
                    </a:cubicBezTo>
                    <a:cubicBezTo>
                      <a:pt x="2559" y="213"/>
                      <a:pt x="1753" y="548"/>
                      <a:pt x="1158" y="1143"/>
                    </a:cubicBezTo>
                    <a:cubicBezTo>
                      <a:pt x="563" y="1738"/>
                      <a:pt x="229" y="2545"/>
                      <a:pt x="229" y="3386"/>
                    </a:cubicBezTo>
                    <a:cubicBezTo>
                      <a:pt x="229" y="4227"/>
                      <a:pt x="563" y="5035"/>
                      <a:pt x="1158" y="5630"/>
                    </a:cubicBezTo>
                    <a:cubicBezTo>
                      <a:pt x="1753" y="6224"/>
                      <a:pt x="2559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29" name="Freeform: Shape 4128">
                <a:extLst>
                  <a:ext uri="{FF2B5EF4-FFF2-40B4-BE49-F238E27FC236}">
                    <a16:creationId xmlns:a16="http://schemas.microsoft.com/office/drawing/2014/main" id="{AADC4B5B-6DC6-C675-8ECD-962E3D9496EC}"/>
                  </a:ext>
                </a:extLst>
              </p:cNvPr>
              <p:cNvSpPr/>
              <p:nvPr/>
            </p:nvSpPr>
            <p:spPr>
              <a:xfrm>
                <a:off x="3693003" y="6329208"/>
                <a:ext cx="6343" cy="6345"/>
              </a:xfrm>
              <a:custGeom>
                <a:avLst/>
                <a:gdLst>
                  <a:gd name="connsiteX0" fmla="*/ 3395 w 6343"/>
                  <a:gd name="connsiteY0" fmla="*/ 6570 h 6345"/>
                  <a:gd name="connsiteX1" fmla="*/ 5638 w 6343"/>
                  <a:gd name="connsiteY1" fmla="*/ 5641 h 6345"/>
                  <a:gd name="connsiteX2" fmla="*/ 6567 w 6343"/>
                  <a:gd name="connsiteY2" fmla="*/ 3397 h 6345"/>
                  <a:gd name="connsiteX3" fmla="*/ 5638 w 6343"/>
                  <a:gd name="connsiteY3" fmla="*/ 1154 h 6345"/>
                  <a:gd name="connsiteX4" fmla="*/ 3395 w 6343"/>
                  <a:gd name="connsiteY4" fmla="*/ 225 h 6345"/>
                  <a:gd name="connsiteX5" fmla="*/ 1153 w 6343"/>
                  <a:gd name="connsiteY5" fmla="*/ 1154 h 6345"/>
                  <a:gd name="connsiteX6" fmla="*/ 224 w 6343"/>
                  <a:gd name="connsiteY6" fmla="*/ 3397 h 6345"/>
                  <a:gd name="connsiteX7" fmla="*/ 1153 w 6343"/>
                  <a:gd name="connsiteY7" fmla="*/ 5641 h 6345"/>
                  <a:gd name="connsiteX8" fmla="*/ 339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70"/>
                    </a:moveTo>
                    <a:cubicBezTo>
                      <a:pt x="4237" y="6570"/>
                      <a:pt x="5043" y="6236"/>
                      <a:pt x="5638" y="5641"/>
                    </a:cubicBezTo>
                    <a:cubicBezTo>
                      <a:pt x="6233" y="5046"/>
                      <a:pt x="6567" y="4239"/>
                      <a:pt x="6567" y="3397"/>
                    </a:cubicBezTo>
                    <a:cubicBezTo>
                      <a:pt x="6567" y="2556"/>
                      <a:pt x="6233" y="1749"/>
                      <a:pt x="5638" y="1154"/>
                    </a:cubicBezTo>
                    <a:cubicBezTo>
                      <a:pt x="5043" y="559"/>
                      <a:pt x="4237" y="225"/>
                      <a:pt x="3395" y="225"/>
                    </a:cubicBezTo>
                    <a:cubicBezTo>
                      <a:pt x="2554" y="225"/>
                      <a:pt x="1748" y="559"/>
                      <a:pt x="1153" y="1154"/>
                    </a:cubicBezTo>
                    <a:cubicBezTo>
                      <a:pt x="558" y="1749"/>
                      <a:pt x="224" y="2556"/>
                      <a:pt x="224" y="3397"/>
                    </a:cubicBezTo>
                    <a:cubicBezTo>
                      <a:pt x="224" y="4239"/>
                      <a:pt x="558" y="5046"/>
                      <a:pt x="1153" y="5641"/>
                    </a:cubicBezTo>
                    <a:cubicBezTo>
                      <a:pt x="1748" y="6236"/>
                      <a:pt x="2554" y="6570"/>
                      <a:pt x="339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30" name="Freeform: Shape 4129">
                <a:extLst>
                  <a:ext uri="{FF2B5EF4-FFF2-40B4-BE49-F238E27FC236}">
                    <a16:creationId xmlns:a16="http://schemas.microsoft.com/office/drawing/2014/main" id="{58BAD923-46EB-B79C-F952-090DCE0EAAB3}"/>
                  </a:ext>
                </a:extLst>
              </p:cNvPr>
              <p:cNvSpPr/>
              <p:nvPr/>
            </p:nvSpPr>
            <p:spPr>
              <a:xfrm>
                <a:off x="3685477" y="6327766"/>
                <a:ext cx="6343" cy="6345"/>
              </a:xfrm>
              <a:custGeom>
                <a:avLst/>
                <a:gdLst>
                  <a:gd name="connsiteX0" fmla="*/ 3395 w 6343"/>
                  <a:gd name="connsiteY0" fmla="*/ 6570 h 6345"/>
                  <a:gd name="connsiteX1" fmla="*/ 5638 w 6343"/>
                  <a:gd name="connsiteY1" fmla="*/ 5641 h 6345"/>
                  <a:gd name="connsiteX2" fmla="*/ 6566 w 6343"/>
                  <a:gd name="connsiteY2" fmla="*/ 3397 h 6345"/>
                  <a:gd name="connsiteX3" fmla="*/ 5638 w 6343"/>
                  <a:gd name="connsiteY3" fmla="*/ 1154 h 6345"/>
                  <a:gd name="connsiteX4" fmla="*/ 3395 w 6343"/>
                  <a:gd name="connsiteY4" fmla="*/ 224 h 6345"/>
                  <a:gd name="connsiteX5" fmla="*/ 1152 w 6343"/>
                  <a:gd name="connsiteY5" fmla="*/ 1154 h 6345"/>
                  <a:gd name="connsiteX6" fmla="*/ 223 w 6343"/>
                  <a:gd name="connsiteY6" fmla="*/ 3397 h 6345"/>
                  <a:gd name="connsiteX7" fmla="*/ 1152 w 6343"/>
                  <a:gd name="connsiteY7" fmla="*/ 5641 h 6345"/>
                  <a:gd name="connsiteX8" fmla="*/ 339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70"/>
                    </a:moveTo>
                    <a:cubicBezTo>
                      <a:pt x="4236" y="6570"/>
                      <a:pt x="5043" y="6236"/>
                      <a:pt x="5638" y="5641"/>
                    </a:cubicBezTo>
                    <a:cubicBezTo>
                      <a:pt x="6232" y="5046"/>
                      <a:pt x="6566" y="4239"/>
                      <a:pt x="6566" y="3397"/>
                    </a:cubicBezTo>
                    <a:cubicBezTo>
                      <a:pt x="6566" y="2556"/>
                      <a:pt x="6232" y="1749"/>
                      <a:pt x="5638" y="1154"/>
                    </a:cubicBezTo>
                    <a:cubicBezTo>
                      <a:pt x="5043" y="559"/>
                      <a:pt x="4236" y="224"/>
                      <a:pt x="3395" y="224"/>
                    </a:cubicBezTo>
                    <a:cubicBezTo>
                      <a:pt x="2554" y="224"/>
                      <a:pt x="1747" y="559"/>
                      <a:pt x="1152" y="1154"/>
                    </a:cubicBezTo>
                    <a:cubicBezTo>
                      <a:pt x="558" y="1749"/>
                      <a:pt x="223" y="2556"/>
                      <a:pt x="223" y="3397"/>
                    </a:cubicBezTo>
                    <a:cubicBezTo>
                      <a:pt x="223" y="4239"/>
                      <a:pt x="558" y="5046"/>
                      <a:pt x="1152" y="5641"/>
                    </a:cubicBezTo>
                    <a:cubicBezTo>
                      <a:pt x="1747" y="6236"/>
                      <a:pt x="2554" y="6570"/>
                      <a:pt x="339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31" name="Freeform: Shape 4130">
                <a:extLst>
                  <a:ext uri="{FF2B5EF4-FFF2-40B4-BE49-F238E27FC236}">
                    <a16:creationId xmlns:a16="http://schemas.microsoft.com/office/drawing/2014/main" id="{3780CB63-8826-DADC-C0DA-E759AA5AD605}"/>
                  </a:ext>
                </a:extLst>
              </p:cNvPr>
              <p:cNvSpPr/>
              <p:nvPr/>
            </p:nvSpPr>
            <p:spPr>
              <a:xfrm>
                <a:off x="3677022" y="6329063"/>
                <a:ext cx="6343" cy="6345"/>
              </a:xfrm>
              <a:custGeom>
                <a:avLst/>
                <a:gdLst>
                  <a:gd name="connsiteX0" fmla="*/ 3394 w 6343"/>
                  <a:gd name="connsiteY0" fmla="*/ 6570 h 6345"/>
                  <a:gd name="connsiteX1" fmla="*/ 5637 w 6343"/>
                  <a:gd name="connsiteY1" fmla="*/ 5641 h 6345"/>
                  <a:gd name="connsiteX2" fmla="*/ 6566 w 6343"/>
                  <a:gd name="connsiteY2" fmla="*/ 3397 h 6345"/>
                  <a:gd name="connsiteX3" fmla="*/ 5637 w 6343"/>
                  <a:gd name="connsiteY3" fmla="*/ 1154 h 6345"/>
                  <a:gd name="connsiteX4" fmla="*/ 3394 w 6343"/>
                  <a:gd name="connsiteY4" fmla="*/ 225 h 6345"/>
                  <a:gd name="connsiteX5" fmla="*/ 1152 w 6343"/>
                  <a:gd name="connsiteY5" fmla="*/ 1154 h 6345"/>
                  <a:gd name="connsiteX6" fmla="*/ 223 w 6343"/>
                  <a:gd name="connsiteY6" fmla="*/ 3397 h 6345"/>
                  <a:gd name="connsiteX7" fmla="*/ 1152 w 6343"/>
                  <a:gd name="connsiteY7" fmla="*/ 5641 h 6345"/>
                  <a:gd name="connsiteX8" fmla="*/ 339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70"/>
                    </a:moveTo>
                    <a:cubicBezTo>
                      <a:pt x="4235" y="6570"/>
                      <a:pt x="5042" y="6236"/>
                      <a:pt x="5637" y="5641"/>
                    </a:cubicBezTo>
                    <a:cubicBezTo>
                      <a:pt x="6232" y="5046"/>
                      <a:pt x="6566" y="4239"/>
                      <a:pt x="6566" y="3397"/>
                    </a:cubicBezTo>
                    <a:cubicBezTo>
                      <a:pt x="6566" y="2556"/>
                      <a:pt x="6232" y="1749"/>
                      <a:pt x="5637" y="1154"/>
                    </a:cubicBezTo>
                    <a:cubicBezTo>
                      <a:pt x="5042" y="559"/>
                      <a:pt x="4235" y="225"/>
                      <a:pt x="3394" y="225"/>
                    </a:cubicBezTo>
                    <a:cubicBezTo>
                      <a:pt x="2553" y="225"/>
                      <a:pt x="1746" y="559"/>
                      <a:pt x="1152" y="1154"/>
                    </a:cubicBezTo>
                    <a:cubicBezTo>
                      <a:pt x="557" y="1749"/>
                      <a:pt x="223" y="2556"/>
                      <a:pt x="223" y="3397"/>
                    </a:cubicBezTo>
                    <a:cubicBezTo>
                      <a:pt x="223" y="4239"/>
                      <a:pt x="557" y="5046"/>
                      <a:pt x="1152" y="5641"/>
                    </a:cubicBezTo>
                    <a:cubicBezTo>
                      <a:pt x="1746" y="6236"/>
                      <a:pt x="2553" y="6570"/>
                      <a:pt x="339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32" name="Freeform: Shape 4131">
                <a:extLst>
                  <a:ext uri="{FF2B5EF4-FFF2-40B4-BE49-F238E27FC236}">
                    <a16:creationId xmlns:a16="http://schemas.microsoft.com/office/drawing/2014/main" id="{281258F4-455D-B554-0781-CC49C9878E25}"/>
                  </a:ext>
                </a:extLst>
              </p:cNvPr>
              <p:cNvSpPr/>
              <p:nvPr/>
            </p:nvSpPr>
            <p:spPr>
              <a:xfrm>
                <a:off x="3673022" y="6328926"/>
                <a:ext cx="6343" cy="6345"/>
              </a:xfrm>
              <a:custGeom>
                <a:avLst/>
                <a:gdLst>
                  <a:gd name="connsiteX0" fmla="*/ 3394 w 6343"/>
                  <a:gd name="connsiteY0" fmla="*/ 6570 h 6345"/>
                  <a:gd name="connsiteX1" fmla="*/ 5637 w 6343"/>
                  <a:gd name="connsiteY1" fmla="*/ 5641 h 6345"/>
                  <a:gd name="connsiteX2" fmla="*/ 6565 w 6343"/>
                  <a:gd name="connsiteY2" fmla="*/ 3397 h 6345"/>
                  <a:gd name="connsiteX3" fmla="*/ 5637 w 6343"/>
                  <a:gd name="connsiteY3" fmla="*/ 1154 h 6345"/>
                  <a:gd name="connsiteX4" fmla="*/ 3394 w 6343"/>
                  <a:gd name="connsiteY4" fmla="*/ 225 h 6345"/>
                  <a:gd name="connsiteX5" fmla="*/ 1151 w 6343"/>
                  <a:gd name="connsiteY5" fmla="*/ 1154 h 6345"/>
                  <a:gd name="connsiteX6" fmla="*/ 222 w 6343"/>
                  <a:gd name="connsiteY6" fmla="*/ 3397 h 6345"/>
                  <a:gd name="connsiteX7" fmla="*/ 1151 w 6343"/>
                  <a:gd name="connsiteY7" fmla="*/ 5641 h 6345"/>
                  <a:gd name="connsiteX8" fmla="*/ 339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70"/>
                    </a:moveTo>
                    <a:cubicBezTo>
                      <a:pt x="4235" y="6570"/>
                      <a:pt x="5042" y="6236"/>
                      <a:pt x="5637" y="5641"/>
                    </a:cubicBezTo>
                    <a:cubicBezTo>
                      <a:pt x="6231" y="5046"/>
                      <a:pt x="6565" y="4239"/>
                      <a:pt x="6565" y="3397"/>
                    </a:cubicBezTo>
                    <a:cubicBezTo>
                      <a:pt x="6565" y="2556"/>
                      <a:pt x="6231" y="1749"/>
                      <a:pt x="5637" y="1154"/>
                    </a:cubicBezTo>
                    <a:cubicBezTo>
                      <a:pt x="5042" y="559"/>
                      <a:pt x="4235" y="225"/>
                      <a:pt x="3394" y="225"/>
                    </a:cubicBezTo>
                    <a:cubicBezTo>
                      <a:pt x="2553" y="225"/>
                      <a:pt x="1746" y="559"/>
                      <a:pt x="1151" y="1154"/>
                    </a:cubicBezTo>
                    <a:cubicBezTo>
                      <a:pt x="557" y="1749"/>
                      <a:pt x="222" y="2556"/>
                      <a:pt x="222" y="3397"/>
                    </a:cubicBezTo>
                    <a:cubicBezTo>
                      <a:pt x="222" y="4239"/>
                      <a:pt x="557" y="5046"/>
                      <a:pt x="1151" y="5641"/>
                    </a:cubicBezTo>
                    <a:cubicBezTo>
                      <a:pt x="1746" y="6236"/>
                      <a:pt x="2553" y="6570"/>
                      <a:pt x="339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33" name="Freeform: Shape 4132">
                <a:extLst>
                  <a:ext uri="{FF2B5EF4-FFF2-40B4-BE49-F238E27FC236}">
                    <a16:creationId xmlns:a16="http://schemas.microsoft.com/office/drawing/2014/main" id="{143CCB98-64A0-B23A-A066-0944C460174A}"/>
                  </a:ext>
                </a:extLst>
              </p:cNvPr>
              <p:cNvSpPr/>
              <p:nvPr/>
            </p:nvSpPr>
            <p:spPr>
              <a:xfrm>
                <a:off x="3670682" y="6323923"/>
                <a:ext cx="6343" cy="6345"/>
              </a:xfrm>
              <a:custGeom>
                <a:avLst/>
                <a:gdLst>
                  <a:gd name="connsiteX0" fmla="*/ 3394 w 6343"/>
                  <a:gd name="connsiteY0" fmla="*/ 6570 h 6345"/>
                  <a:gd name="connsiteX1" fmla="*/ 5636 w 6343"/>
                  <a:gd name="connsiteY1" fmla="*/ 5640 h 6345"/>
                  <a:gd name="connsiteX2" fmla="*/ 6565 w 6343"/>
                  <a:gd name="connsiteY2" fmla="*/ 3397 h 6345"/>
                  <a:gd name="connsiteX3" fmla="*/ 5636 w 6343"/>
                  <a:gd name="connsiteY3" fmla="*/ 1153 h 6345"/>
                  <a:gd name="connsiteX4" fmla="*/ 3394 w 6343"/>
                  <a:gd name="connsiteY4" fmla="*/ 224 h 6345"/>
                  <a:gd name="connsiteX5" fmla="*/ 1151 w 6343"/>
                  <a:gd name="connsiteY5" fmla="*/ 1153 h 6345"/>
                  <a:gd name="connsiteX6" fmla="*/ 222 w 6343"/>
                  <a:gd name="connsiteY6" fmla="*/ 3397 h 6345"/>
                  <a:gd name="connsiteX7" fmla="*/ 1151 w 6343"/>
                  <a:gd name="connsiteY7" fmla="*/ 5640 h 6345"/>
                  <a:gd name="connsiteX8" fmla="*/ 339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70"/>
                    </a:moveTo>
                    <a:cubicBezTo>
                      <a:pt x="4235" y="6570"/>
                      <a:pt x="5042" y="6235"/>
                      <a:pt x="5636" y="5640"/>
                    </a:cubicBezTo>
                    <a:cubicBezTo>
                      <a:pt x="6231" y="5045"/>
                      <a:pt x="6565" y="4238"/>
                      <a:pt x="6565" y="3397"/>
                    </a:cubicBezTo>
                    <a:cubicBezTo>
                      <a:pt x="6565" y="2555"/>
                      <a:pt x="6231" y="1748"/>
                      <a:pt x="5636" y="1153"/>
                    </a:cubicBezTo>
                    <a:cubicBezTo>
                      <a:pt x="5042" y="558"/>
                      <a:pt x="4235" y="224"/>
                      <a:pt x="3394" y="224"/>
                    </a:cubicBezTo>
                    <a:cubicBezTo>
                      <a:pt x="2553" y="224"/>
                      <a:pt x="1746" y="558"/>
                      <a:pt x="1151" y="1153"/>
                    </a:cubicBezTo>
                    <a:cubicBezTo>
                      <a:pt x="556" y="1748"/>
                      <a:pt x="222" y="2555"/>
                      <a:pt x="222" y="3397"/>
                    </a:cubicBezTo>
                    <a:cubicBezTo>
                      <a:pt x="222" y="4238"/>
                      <a:pt x="556" y="5045"/>
                      <a:pt x="1151" y="5640"/>
                    </a:cubicBezTo>
                    <a:cubicBezTo>
                      <a:pt x="1746" y="6235"/>
                      <a:pt x="2553" y="6570"/>
                      <a:pt x="339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34" name="Freeform: Shape 4133">
                <a:extLst>
                  <a:ext uri="{FF2B5EF4-FFF2-40B4-BE49-F238E27FC236}">
                    <a16:creationId xmlns:a16="http://schemas.microsoft.com/office/drawing/2014/main" id="{45D41A8B-BB1E-D99F-24D7-39439A6329FC}"/>
                  </a:ext>
                </a:extLst>
              </p:cNvPr>
              <p:cNvSpPr/>
              <p:nvPr/>
            </p:nvSpPr>
            <p:spPr>
              <a:xfrm>
                <a:off x="3666355" y="6324726"/>
                <a:ext cx="6343" cy="6345"/>
              </a:xfrm>
              <a:custGeom>
                <a:avLst/>
                <a:gdLst>
                  <a:gd name="connsiteX0" fmla="*/ 3393 w 6343"/>
                  <a:gd name="connsiteY0" fmla="*/ 6570 h 6345"/>
                  <a:gd name="connsiteX1" fmla="*/ 5636 w 6343"/>
                  <a:gd name="connsiteY1" fmla="*/ 5640 h 6345"/>
                  <a:gd name="connsiteX2" fmla="*/ 6565 w 6343"/>
                  <a:gd name="connsiteY2" fmla="*/ 3397 h 6345"/>
                  <a:gd name="connsiteX3" fmla="*/ 5636 w 6343"/>
                  <a:gd name="connsiteY3" fmla="*/ 1153 h 6345"/>
                  <a:gd name="connsiteX4" fmla="*/ 3393 w 6343"/>
                  <a:gd name="connsiteY4" fmla="*/ 224 h 6345"/>
                  <a:gd name="connsiteX5" fmla="*/ 1151 w 6343"/>
                  <a:gd name="connsiteY5" fmla="*/ 1153 h 6345"/>
                  <a:gd name="connsiteX6" fmla="*/ 222 w 6343"/>
                  <a:gd name="connsiteY6" fmla="*/ 3397 h 6345"/>
                  <a:gd name="connsiteX7" fmla="*/ 1151 w 6343"/>
                  <a:gd name="connsiteY7" fmla="*/ 5640 h 6345"/>
                  <a:gd name="connsiteX8" fmla="*/ 339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70"/>
                    </a:moveTo>
                    <a:cubicBezTo>
                      <a:pt x="4234" y="6570"/>
                      <a:pt x="5041" y="6235"/>
                      <a:pt x="5636" y="5640"/>
                    </a:cubicBezTo>
                    <a:cubicBezTo>
                      <a:pt x="6231" y="5045"/>
                      <a:pt x="6565" y="4238"/>
                      <a:pt x="6565" y="3397"/>
                    </a:cubicBezTo>
                    <a:cubicBezTo>
                      <a:pt x="6565" y="2555"/>
                      <a:pt x="6231" y="1748"/>
                      <a:pt x="5636" y="1153"/>
                    </a:cubicBezTo>
                    <a:cubicBezTo>
                      <a:pt x="5041" y="559"/>
                      <a:pt x="4234" y="224"/>
                      <a:pt x="3393" y="224"/>
                    </a:cubicBezTo>
                    <a:cubicBezTo>
                      <a:pt x="2552" y="224"/>
                      <a:pt x="1746" y="559"/>
                      <a:pt x="1151" y="1153"/>
                    </a:cubicBezTo>
                    <a:cubicBezTo>
                      <a:pt x="556" y="1748"/>
                      <a:pt x="222" y="2555"/>
                      <a:pt x="222" y="3397"/>
                    </a:cubicBezTo>
                    <a:cubicBezTo>
                      <a:pt x="222" y="4238"/>
                      <a:pt x="556" y="5045"/>
                      <a:pt x="1151" y="5640"/>
                    </a:cubicBezTo>
                    <a:cubicBezTo>
                      <a:pt x="1746" y="6235"/>
                      <a:pt x="2552" y="6570"/>
                      <a:pt x="339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35" name="Freeform: Shape 4134">
                <a:extLst>
                  <a:ext uri="{FF2B5EF4-FFF2-40B4-BE49-F238E27FC236}">
                    <a16:creationId xmlns:a16="http://schemas.microsoft.com/office/drawing/2014/main" id="{B5CBCF43-CD2F-3A54-B1DE-6D8972955E02}"/>
                  </a:ext>
                </a:extLst>
              </p:cNvPr>
              <p:cNvSpPr/>
              <p:nvPr/>
            </p:nvSpPr>
            <p:spPr>
              <a:xfrm>
                <a:off x="3664199" y="6319386"/>
                <a:ext cx="6343" cy="6345"/>
              </a:xfrm>
              <a:custGeom>
                <a:avLst/>
                <a:gdLst>
                  <a:gd name="connsiteX0" fmla="*/ 3393 w 6343"/>
                  <a:gd name="connsiteY0" fmla="*/ 6569 h 6345"/>
                  <a:gd name="connsiteX1" fmla="*/ 5636 w 6343"/>
                  <a:gd name="connsiteY1" fmla="*/ 5640 h 6345"/>
                  <a:gd name="connsiteX2" fmla="*/ 6565 w 6343"/>
                  <a:gd name="connsiteY2" fmla="*/ 3396 h 6345"/>
                  <a:gd name="connsiteX3" fmla="*/ 5636 w 6343"/>
                  <a:gd name="connsiteY3" fmla="*/ 1153 h 6345"/>
                  <a:gd name="connsiteX4" fmla="*/ 3393 w 6343"/>
                  <a:gd name="connsiteY4" fmla="*/ 224 h 6345"/>
                  <a:gd name="connsiteX5" fmla="*/ 1151 w 6343"/>
                  <a:gd name="connsiteY5" fmla="*/ 1153 h 6345"/>
                  <a:gd name="connsiteX6" fmla="*/ 222 w 6343"/>
                  <a:gd name="connsiteY6" fmla="*/ 3396 h 6345"/>
                  <a:gd name="connsiteX7" fmla="*/ 1151 w 6343"/>
                  <a:gd name="connsiteY7" fmla="*/ 5640 h 6345"/>
                  <a:gd name="connsiteX8" fmla="*/ 3393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69"/>
                    </a:moveTo>
                    <a:cubicBezTo>
                      <a:pt x="4234" y="6569"/>
                      <a:pt x="5041" y="6235"/>
                      <a:pt x="5636" y="5640"/>
                    </a:cubicBezTo>
                    <a:cubicBezTo>
                      <a:pt x="6231" y="5045"/>
                      <a:pt x="6565" y="4238"/>
                      <a:pt x="6565" y="3396"/>
                    </a:cubicBezTo>
                    <a:cubicBezTo>
                      <a:pt x="6565" y="2555"/>
                      <a:pt x="6231" y="1748"/>
                      <a:pt x="5636" y="1153"/>
                    </a:cubicBezTo>
                    <a:cubicBezTo>
                      <a:pt x="5041" y="558"/>
                      <a:pt x="4234" y="224"/>
                      <a:pt x="3393" y="224"/>
                    </a:cubicBezTo>
                    <a:cubicBezTo>
                      <a:pt x="2552" y="224"/>
                      <a:pt x="1745" y="558"/>
                      <a:pt x="1151" y="1153"/>
                    </a:cubicBezTo>
                    <a:cubicBezTo>
                      <a:pt x="556" y="1748"/>
                      <a:pt x="222" y="2555"/>
                      <a:pt x="222" y="3396"/>
                    </a:cubicBezTo>
                    <a:cubicBezTo>
                      <a:pt x="222" y="4238"/>
                      <a:pt x="556" y="5045"/>
                      <a:pt x="1151" y="5640"/>
                    </a:cubicBezTo>
                    <a:cubicBezTo>
                      <a:pt x="1745" y="6235"/>
                      <a:pt x="2552" y="6569"/>
                      <a:pt x="3393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36" name="Freeform: Shape 4135">
                <a:extLst>
                  <a:ext uri="{FF2B5EF4-FFF2-40B4-BE49-F238E27FC236}">
                    <a16:creationId xmlns:a16="http://schemas.microsoft.com/office/drawing/2014/main" id="{EF37B5B5-F639-6445-C882-A917257AC661}"/>
                  </a:ext>
                </a:extLst>
              </p:cNvPr>
              <p:cNvSpPr/>
              <p:nvPr/>
            </p:nvSpPr>
            <p:spPr>
              <a:xfrm>
                <a:off x="3659599" y="6320898"/>
                <a:ext cx="6343" cy="6345"/>
              </a:xfrm>
              <a:custGeom>
                <a:avLst/>
                <a:gdLst>
                  <a:gd name="connsiteX0" fmla="*/ 3393 w 6343"/>
                  <a:gd name="connsiteY0" fmla="*/ 6569 h 6345"/>
                  <a:gd name="connsiteX1" fmla="*/ 5635 w 6343"/>
                  <a:gd name="connsiteY1" fmla="*/ 5640 h 6345"/>
                  <a:gd name="connsiteX2" fmla="*/ 6564 w 6343"/>
                  <a:gd name="connsiteY2" fmla="*/ 3397 h 6345"/>
                  <a:gd name="connsiteX3" fmla="*/ 5635 w 6343"/>
                  <a:gd name="connsiteY3" fmla="*/ 1153 h 6345"/>
                  <a:gd name="connsiteX4" fmla="*/ 3393 w 6343"/>
                  <a:gd name="connsiteY4" fmla="*/ 224 h 6345"/>
                  <a:gd name="connsiteX5" fmla="*/ 1150 w 6343"/>
                  <a:gd name="connsiteY5" fmla="*/ 1153 h 6345"/>
                  <a:gd name="connsiteX6" fmla="*/ 221 w 6343"/>
                  <a:gd name="connsiteY6" fmla="*/ 3397 h 6345"/>
                  <a:gd name="connsiteX7" fmla="*/ 1150 w 6343"/>
                  <a:gd name="connsiteY7" fmla="*/ 5640 h 6345"/>
                  <a:gd name="connsiteX8" fmla="*/ 3393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69"/>
                    </a:moveTo>
                    <a:cubicBezTo>
                      <a:pt x="4234" y="6569"/>
                      <a:pt x="5041" y="6235"/>
                      <a:pt x="5635" y="5640"/>
                    </a:cubicBezTo>
                    <a:cubicBezTo>
                      <a:pt x="6230" y="5045"/>
                      <a:pt x="6564" y="4238"/>
                      <a:pt x="6564" y="3397"/>
                    </a:cubicBezTo>
                    <a:cubicBezTo>
                      <a:pt x="6564" y="2555"/>
                      <a:pt x="6230" y="1748"/>
                      <a:pt x="5635" y="1153"/>
                    </a:cubicBezTo>
                    <a:cubicBezTo>
                      <a:pt x="5041" y="558"/>
                      <a:pt x="4234" y="224"/>
                      <a:pt x="3393" y="224"/>
                    </a:cubicBezTo>
                    <a:cubicBezTo>
                      <a:pt x="2552" y="224"/>
                      <a:pt x="1745" y="558"/>
                      <a:pt x="1150" y="1153"/>
                    </a:cubicBezTo>
                    <a:cubicBezTo>
                      <a:pt x="555" y="1748"/>
                      <a:pt x="221" y="2555"/>
                      <a:pt x="221" y="3397"/>
                    </a:cubicBezTo>
                    <a:cubicBezTo>
                      <a:pt x="221" y="4238"/>
                      <a:pt x="555" y="5045"/>
                      <a:pt x="1150" y="5640"/>
                    </a:cubicBezTo>
                    <a:cubicBezTo>
                      <a:pt x="1745" y="6235"/>
                      <a:pt x="2552" y="6569"/>
                      <a:pt x="3393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37" name="Freeform: Shape 4136">
                <a:extLst>
                  <a:ext uri="{FF2B5EF4-FFF2-40B4-BE49-F238E27FC236}">
                    <a16:creationId xmlns:a16="http://schemas.microsoft.com/office/drawing/2014/main" id="{9D8F82FF-1646-C524-EE79-5DACE944B7C3}"/>
                  </a:ext>
                </a:extLst>
              </p:cNvPr>
              <p:cNvSpPr/>
              <p:nvPr/>
            </p:nvSpPr>
            <p:spPr>
              <a:xfrm>
                <a:off x="3655187" y="6321797"/>
                <a:ext cx="6343" cy="6345"/>
              </a:xfrm>
              <a:custGeom>
                <a:avLst/>
                <a:gdLst>
                  <a:gd name="connsiteX0" fmla="*/ 3393 w 6343"/>
                  <a:gd name="connsiteY0" fmla="*/ 6569 h 6345"/>
                  <a:gd name="connsiteX1" fmla="*/ 5635 w 6343"/>
                  <a:gd name="connsiteY1" fmla="*/ 5640 h 6345"/>
                  <a:gd name="connsiteX2" fmla="*/ 6564 w 6343"/>
                  <a:gd name="connsiteY2" fmla="*/ 3397 h 6345"/>
                  <a:gd name="connsiteX3" fmla="*/ 5635 w 6343"/>
                  <a:gd name="connsiteY3" fmla="*/ 1153 h 6345"/>
                  <a:gd name="connsiteX4" fmla="*/ 3393 w 6343"/>
                  <a:gd name="connsiteY4" fmla="*/ 224 h 6345"/>
                  <a:gd name="connsiteX5" fmla="*/ 1150 w 6343"/>
                  <a:gd name="connsiteY5" fmla="*/ 1153 h 6345"/>
                  <a:gd name="connsiteX6" fmla="*/ 221 w 6343"/>
                  <a:gd name="connsiteY6" fmla="*/ 3397 h 6345"/>
                  <a:gd name="connsiteX7" fmla="*/ 1150 w 6343"/>
                  <a:gd name="connsiteY7" fmla="*/ 5640 h 6345"/>
                  <a:gd name="connsiteX8" fmla="*/ 3393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69"/>
                    </a:moveTo>
                    <a:cubicBezTo>
                      <a:pt x="4234" y="6569"/>
                      <a:pt x="5040" y="6235"/>
                      <a:pt x="5635" y="5640"/>
                    </a:cubicBezTo>
                    <a:cubicBezTo>
                      <a:pt x="6230" y="5045"/>
                      <a:pt x="6564" y="4238"/>
                      <a:pt x="6564" y="3397"/>
                    </a:cubicBezTo>
                    <a:cubicBezTo>
                      <a:pt x="6564" y="2555"/>
                      <a:pt x="6230" y="1748"/>
                      <a:pt x="5635" y="1153"/>
                    </a:cubicBezTo>
                    <a:cubicBezTo>
                      <a:pt x="5040" y="558"/>
                      <a:pt x="4234" y="224"/>
                      <a:pt x="3393" y="224"/>
                    </a:cubicBezTo>
                    <a:cubicBezTo>
                      <a:pt x="2551" y="224"/>
                      <a:pt x="1745" y="558"/>
                      <a:pt x="1150" y="1153"/>
                    </a:cubicBezTo>
                    <a:cubicBezTo>
                      <a:pt x="555" y="1748"/>
                      <a:pt x="221" y="2555"/>
                      <a:pt x="221" y="3397"/>
                    </a:cubicBezTo>
                    <a:cubicBezTo>
                      <a:pt x="221" y="4238"/>
                      <a:pt x="555" y="5045"/>
                      <a:pt x="1150" y="5640"/>
                    </a:cubicBezTo>
                    <a:cubicBezTo>
                      <a:pt x="1745" y="6235"/>
                      <a:pt x="2551" y="6569"/>
                      <a:pt x="3393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38" name="Freeform: Shape 4137">
                <a:extLst>
                  <a:ext uri="{FF2B5EF4-FFF2-40B4-BE49-F238E27FC236}">
                    <a16:creationId xmlns:a16="http://schemas.microsoft.com/office/drawing/2014/main" id="{BA07E4F3-4433-7BEE-5994-CEF042F6D44C}"/>
                  </a:ext>
                </a:extLst>
              </p:cNvPr>
              <p:cNvSpPr/>
              <p:nvPr/>
            </p:nvSpPr>
            <p:spPr>
              <a:xfrm>
                <a:off x="3651780" y="6319961"/>
                <a:ext cx="6343" cy="6345"/>
              </a:xfrm>
              <a:custGeom>
                <a:avLst/>
                <a:gdLst>
                  <a:gd name="connsiteX0" fmla="*/ 3392 w 6343"/>
                  <a:gd name="connsiteY0" fmla="*/ 6569 h 6345"/>
                  <a:gd name="connsiteX1" fmla="*/ 5635 w 6343"/>
                  <a:gd name="connsiteY1" fmla="*/ 5640 h 6345"/>
                  <a:gd name="connsiteX2" fmla="*/ 6564 w 6343"/>
                  <a:gd name="connsiteY2" fmla="*/ 3397 h 6345"/>
                  <a:gd name="connsiteX3" fmla="*/ 5635 w 6343"/>
                  <a:gd name="connsiteY3" fmla="*/ 1153 h 6345"/>
                  <a:gd name="connsiteX4" fmla="*/ 3392 w 6343"/>
                  <a:gd name="connsiteY4" fmla="*/ 224 h 6345"/>
                  <a:gd name="connsiteX5" fmla="*/ 1150 w 6343"/>
                  <a:gd name="connsiteY5" fmla="*/ 1153 h 6345"/>
                  <a:gd name="connsiteX6" fmla="*/ 221 w 6343"/>
                  <a:gd name="connsiteY6" fmla="*/ 3397 h 6345"/>
                  <a:gd name="connsiteX7" fmla="*/ 1150 w 6343"/>
                  <a:gd name="connsiteY7" fmla="*/ 5640 h 6345"/>
                  <a:gd name="connsiteX8" fmla="*/ 339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69"/>
                    </a:moveTo>
                    <a:cubicBezTo>
                      <a:pt x="4233" y="6569"/>
                      <a:pt x="5040" y="6235"/>
                      <a:pt x="5635" y="5640"/>
                    </a:cubicBezTo>
                    <a:cubicBezTo>
                      <a:pt x="6230" y="5045"/>
                      <a:pt x="6564" y="4238"/>
                      <a:pt x="6564" y="3397"/>
                    </a:cubicBezTo>
                    <a:cubicBezTo>
                      <a:pt x="6564" y="2555"/>
                      <a:pt x="6230" y="1748"/>
                      <a:pt x="5635" y="1153"/>
                    </a:cubicBezTo>
                    <a:cubicBezTo>
                      <a:pt x="5040" y="558"/>
                      <a:pt x="4233" y="224"/>
                      <a:pt x="3392" y="224"/>
                    </a:cubicBezTo>
                    <a:cubicBezTo>
                      <a:pt x="2551" y="224"/>
                      <a:pt x="1744" y="558"/>
                      <a:pt x="1150" y="1153"/>
                    </a:cubicBezTo>
                    <a:cubicBezTo>
                      <a:pt x="555" y="1748"/>
                      <a:pt x="221" y="2555"/>
                      <a:pt x="221" y="3397"/>
                    </a:cubicBezTo>
                    <a:cubicBezTo>
                      <a:pt x="221" y="4238"/>
                      <a:pt x="555" y="5045"/>
                      <a:pt x="1150" y="5640"/>
                    </a:cubicBezTo>
                    <a:cubicBezTo>
                      <a:pt x="1744" y="6235"/>
                      <a:pt x="2551" y="6569"/>
                      <a:pt x="339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39" name="Freeform: Shape 4138">
                <a:extLst>
                  <a:ext uri="{FF2B5EF4-FFF2-40B4-BE49-F238E27FC236}">
                    <a16:creationId xmlns:a16="http://schemas.microsoft.com/office/drawing/2014/main" id="{B7FB1347-5322-1F16-2A71-CB18061466E3}"/>
                  </a:ext>
                </a:extLst>
              </p:cNvPr>
              <p:cNvSpPr/>
              <p:nvPr/>
            </p:nvSpPr>
            <p:spPr>
              <a:xfrm>
                <a:off x="3647944" y="6319255"/>
                <a:ext cx="6343" cy="6345"/>
              </a:xfrm>
              <a:custGeom>
                <a:avLst/>
                <a:gdLst>
                  <a:gd name="connsiteX0" fmla="*/ 3392 w 6343"/>
                  <a:gd name="connsiteY0" fmla="*/ 6569 h 6345"/>
                  <a:gd name="connsiteX1" fmla="*/ 5635 w 6343"/>
                  <a:gd name="connsiteY1" fmla="*/ 5640 h 6345"/>
                  <a:gd name="connsiteX2" fmla="*/ 6563 w 6343"/>
                  <a:gd name="connsiteY2" fmla="*/ 3396 h 6345"/>
                  <a:gd name="connsiteX3" fmla="*/ 5635 w 6343"/>
                  <a:gd name="connsiteY3" fmla="*/ 1153 h 6345"/>
                  <a:gd name="connsiteX4" fmla="*/ 3392 w 6343"/>
                  <a:gd name="connsiteY4" fmla="*/ 224 h 6345"/>
                  <a:gd name="connsiteX5" fmla="*/ 1149 w 6343"/>
                  <a:gd name="connsiteY5" fmla="*/ 1153 h 6345"/>
                  <a:gd name="connsiteX6" fmla="*/ 220 w 6343"/>
                  <a:gd name="connsiteY6" fmla="*/ 3396 h 6345"/>
                  <a:gd name="connsiteX7" fmla="*/ 1149 w 6343"/>
                  <a:gd name="connsiteY7" fmla="*/ 5640 h 6345"/>
                  <a:gd name="connsiteX8" fmla="*/ 339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69"/>
                    </a:moveTo>
                    <a:cubicBezTo>
                      <a:pt x="4233" y="6569"/>
                      <a:pt x="5040" y="6235"/>
                      <a:pt x="5635" y="5640"/>
                    </a:cubicBezTo>
                    <a:cubicBezTo>
                      <a:pt x="6229" y="5045"/>
                      <a:pt x="6563" y="4238"/>
                      <a:pt x="6563" y="3396"/>
                    </a:cubicBezTo>
                    <a:cubicBezTo>
                      <a:pt x="6563" y="2555"/>
                      <a:pt x="6229" y="1748"/>
                      <a:pt x="5635" y="1153"/>
                    </a:cubicBezTo>
                    <a:cubicBezTo>
                      <a:pt x="5040" y="558"/>
                      <a:pt x="4233" y="224"/>
                      <a:pt x="3392" y="224"/>
                    </a:cubicBezTo>
                    <a:cubicBezTo>
                      <a:pt x="2551" y="224"/>
                      <a:pt x="1744" y="558"/>
                      <a:pt x="1149" y="1153"/>
                    </a:cubicBezTo>
                    <a:cubicBezTo>
                      <a:pt x="555" y="1748"/>
                      <a:pt x="220" y="2555"/>
                      <a:pt x="220" y="3396"/>
                    </a:cubicBezTo>
                    <a:cubicBezTo>
                      <a:pt x="220" y="4238"/>
                      <a:pt x="555" y="5045"/>
                      <a:pt x="1149" y="5640"/>
                    </a:cubicBezTo>
                    <a:cubicBezTo>
                      <a:pt x="1744" y="6235"/>
                      <a:pt x="2551" y="6569"/>
                      <a:pt x="339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40" name="Freeform: Shape 4139">
                <a:extLst>
                  <a:ext uri="{FF2B5EF4-FFF2-40B4-BE49-F238E27FC236}">
                    <a16:creationId xmlns:a16="http://schemas.microsoft.com/office/drawing/2014/main" id="{D4045898-13AD-5432-640C-2BE625F2038A}"/>
                  </a:ext>
                </a:extLst>
              </p:cNvPr>
              <p:cNvSpPr/>
              <p:nvPr/>
            </p:nvSpPr>
            <p:spPr>
              <a:xfrm>
                <a:off x="3643589" y="6319846"/>
                <a:ext cx="6343" cy="6345"/>
              </a:xfrm>
              <a:custGeom>
                <a:avLst/>
                <a:gdLst>
                  <a:gd name="connsiteX0" fmla="*/ 3392 w 6343"/>
                  <a:gd name="connsiteY0" fmla="*/ 6569 h 6345"/>
                  <a:gd name="connsiteX1" fmla="*/ 5634 w 6343"/>
                  <a:gd name="connsiteY1" fmla="*/ 5640 h 6345"/>
                  <a:gd name="connsiteX2" fmla="*/ 6563 w 6343"/>
                  <a:gd name="connsiteY2" fmla="*/ 3397 h 6345"/>
                  <a:gd name="connsiteX3" fmla="*/ 5634 w 6343"/>
                  <a:gd name="connsiteY3" fmla="*/ 1153 h 6345"/>
                  <a:gd name="connsiteX4" fmla="*/ 3392 w 6343"/>
                  <a:gd name="connsiteY4" fmla="*/ 224 h 6345"/>
                  <a:gd name="connsiteX5" fmla="*/ 1149 w 6343"/>
                  <a:gd name="connsiteY5" fmla="*/ 1153 h 6345"/>
                  <a:gd name="connsiteX6" fmla="*/ 220 w 6343"/>
                  <a:gd name="connsiteY6" fmla="*/ 3397 h 6345"/>
                  <a:gd name="connsiteX7" fmla="*/ 1149 w 6343"/>
                  <a:gd name="connsiteY7" fmla="*/ 5640 h 6345"/>
                  <a:gd name="connsiteX8" fmla="*/ 339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69"/>
                    </a:moveTo>
                    <a:cubicBezTo>
                      <a:pt x="4233" y="6569"/>
                      <a:pt x="5039" y="6235"/>
                      <a:pt x="5634" y="5640"/>
                    </a:cubicBezTo>
                    <a:cubicBezTo>
                      <a:pt x="6229" y="5045"/>
                      <a:pt x="6563" y="4238"/>
                      <a:pt x="6563" y="3397"/>
                    </a:cubicBezTo>
                    <a:cubicBezTo>
                      <a:pt x="6563" y="2555"/>
                      <a:pt x="6229" y="1748"/>
                      <a:pt x="5634" y="1153"/>
                    </a:cubicBezTo>
                    <a:cubicBezTo>
                      <a:pt x="5039" y="558"/>
                      <a:pt x="4233" y="224"/>
                      <a:pt x="3392" y="224"/>
                    </a:cubicBezTo>
                    <a:cubicBezTo>
                      <a:pt x="2550" y="224"/>
                      <a:pt x="1744" y="558"/>
                      <a:pt x="1149" y="1153"/>
                    </a:cubicBezTo>
                    <a:cubicBezTo>
                      <a:pt x="554" y="1748"/>
                      <a:pt x="220" y="2555"/>
                      <a:pt x="220" y="3397"/>
                    </a:cubicBezTo>
                    <a:cubicBezTo>
                      <a:pt x="220" y="4238"/>
                      <a:pt x="554" y="5045"/>
                      <a:pt x="1149" y="5640"/>
                    </a:cubicBezTo>
                    <a:cubicBezTo>
                      <a:pt x="1744" y="6235"/>
                      <a:pt x="2550" y="6569"/>
                      <a:pt x="339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41" name="Freeform: Shape 4140">
                <a:extLst>
                  <a:ext uri="{FF2B5EF4-FFF2-40B4-BE49-F238E27FC236}">
                    <a16:creationId xmlns:a16="http://schemas.microsoft.com/office/drawing/2014/main" id="{C2E086DF-7BEF-2DA4-C8AD-3DCA23EC1BE5}"/>
                  </a:ext>
                </a:extLst>
              </p:cNvPr>
              <p:cNvSpPr/>
              <p:nvPr/>
            </p:nvSpPr>
            <p:spPr>
              <a:xfrm>
                <a:off x="3640062" y="6318295"/>
                <a:ext cx="6343" cy="6345"/>
              </a:xfrm>
              <a:custGeom>
                <a:avLst/>
                <a:gdLst>
                  <a:gd name="connsiteX0" fmla="*/ 3391 w 6343"/>
                  <a:gd name="connsiteY0" fmla="*/ 6569 h 6345"/>
                  <a:gd name="connsiteX1" fmla="*/ 5634 w 6343"/>
                  <a:gd name="connsiteY1" fmla="*/ 5640 h 6345"/>
                  <a:gd name="connsiteX2" fmla="*/ 6563 w 6343"/>
                  <a:gd name="connsiteY2" fmla="*/ 3396 h 6345"/>
                  <a:gd name="connsiteX3" fmla="*/ 5634 w 6343"/>
                  <a:gd name="connsiteY3" fmla="*/ 1153 h 6345"/>
                  <a:gd name="connsiteX4" fmla="*/ 3391 w 6343"/>
                  <a:gd name="connsiteY4" fmla="*/ 224 h 6345"/>
                  <a:gd name="connsiteX5" fmla="*/ 1149 w 6343"/>
                  <a:gd name="connsiteY5" fmla="*/ 1153 h 6345"/>
                  <a:gd name="connsiteX6" fmla="*/ 220 w 6343"/>
                  <a:gd name="connsiteY6" fmla="*/ 3396 h 6345"/>
                  <a:gd name="connsiteX7" fmla="*/ 1149 w 6343"/>
                  <a:gd name="connsiteY7" fmla="*/ 5640 h 6345"/>
                  <a:gd name="connsiteX8" fmla="*/ 339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9"/>
                    </a:moveTo>
                    <a:cubicBezTo>
                      <a:pt x="4232" y="6569"/>
                      <a:pt x="5039" y="6235"/>
                      <a:pt x="5634" y="5640"/>
                    </a:cubicBezTo>
                    <a:cubicBezTo>
                      <a:pt x="6229" y="5045"/>
                      <a:pt x="6563" y="4238"/>
                      <a:pt x="6563" y="3396"/>
                    </a:cubicBezTo>
                    <a:cubicBezTo>
                      <a:pt x="6563" y="2555"/>
                      <a:pt x="6229" y="1748"/>
                      <a:pt x="5634" y="1153"/>
                    </a:cubicBezTo>
                    <a:cubicBezTo>
                      <a:pt x="5039" y="558"/>
                      <a:pt x="4232" y="224"/>
                      <a:pt x="3391" y="224"/>
                    </a:cubicBezTo>
                    <a:cubicBezTo>
                      <a:pt x="2550" y="224"/>
                      <a:pt x="1743" y="558"/>
                      <a:pt x="1149" y="1153"/>
                    </a:cubicBezTo>
                    <a:cubicBezTo>
                      <a:pt x="554" y="1748"/>
                      <a:pt x="220" y="2555"/>
                      <a:pt x="220" y="3396"/>
                    </a:cubicBezTo>
                    <a:cubicBezTo>
                      <a:pt x="220" y="4238"/>
                      <a:pt x="554" y="5045"/>
                      <a:pt x="1149" y="5640"/>
                    </a:cubicBezTo>
                    <a:cubicBezTo>
                      <a:pt x="1743" y="6235"/>
                      <a:pt x="2550" y="6569"/>
                      <a:pt x="339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42" name="Freeform: Shape 4141">
                <a:extLst>
                  <a:ext uri="{FF2B5EF4-FFF2-40B4-BE49-F238E27FC236}">
                    <a16:creationId xmlns:a16="http://schemas.microsoft.com/office/drawing/2014/main" id="{35EA6C3F-60B3-CE68-7EC6-C3C6C8428562}"/>
                  </a:ext>
                </a:extLst>
              </p:cNvPr>
              <p:cNvSpPr/>
              <p:nvPr/>
            </p:nvSpPr>
            <p:spPr>
              <a:xfrm>
                <a:off x="3636225" y="6317512"/>
                <a:ext cx="6343" cy="6345"/>
              </a:xfrm>
              <a:custGeom>
                <a:avLst/>
                <a:gdLst>
                  <a:gd name="connsiteX0" fmla="*/ 3391 w 6343"/>
                  <a:gd name="connsiteY0" fmla="*/ 6569 h 6345"/>
                  <a:gd name="connsiteX1" fmla="*/ 5634 w 6343"/>
                  <a:gd name="connsiteY1" fmla="*/ 5640 h 6345"/>
                  <a:gd name="connsiteX2" fmla="*/ 6563 w 6343"/>
                  <a:gd name="connsiteY2" fmla="*/ 3396 h 6345"/>
                  <a:gd name="connsiteX3" fmla="*/ 5634 w 6343"/>
                  <a:gd name="connsiteY3" fmla="*/ 1153 h 6345"/>
                  <a:gd name="connsiteX4" fmla="*/ 3391 w 6343"/>
                  <a:gd name="connsiteY4" fmla="*/ 224 h 6345"/>
                  <a:gd name="connsiteX5" fmla="*/ 1148 w 6343"/>
                  <a:gd name="connsiteY5" fmla="*/ 1153 h 6345"/>
                  <a:gd name="connsiteX6" fmla="*/ 219 w 6343"/>
                  <a:gd name="connsiteY6" fmla="*/ 3396 h 6345"/>
                  <a:gd name="connsiteX7" fmla="*/ 1148 w 6343"/>
                  <a:gd name="connsiteY7" fmla="*/ 5640 h 6345"/>
                  <a:gd name="connsiteX8" fmla="*/ 339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9"/>
                    </a:moveTo>
                    <a:cubicBezTo>
                      <a:pt x="4232" y="6569"/>
                      <a:pt x="5039" y="6235"/>
                      <a:pt x="5634" y="5640"/>
                    </a:cubicBezTo>
                    <a:cubicBezTo>
                      <a:pt x="6228" y="5045"/>
                      <a:pt x="6563" y="4238"/>
                      <a:pt x="6563" y="3396"/>
                    </a:cubicBezTo>
                    <a:cubicBezTo>
                      <a:pt x="6563" y="2555"/>
                      <a:pt x="6228" y="1748"/>
                      <a:pt x="5634" y="1153"/>
                    </a:cubicBezTo>
                    <a:cubicBezTo>
                      <a:pt x="5039" y="558"/>
                      <a:pt x="4232" y="224"/>
                      <a:pt x="3391" y="224"/>
                    </a:cubicBezTo>
                    <a:cubicBezTo>
                      <a:pt x="2550" y="224"/>
                      <a:pt x="1743" y="558"/>
                      <a:pt x="1148" y="1153"/>
                    </a:cubicBezTo>
                    <a:cubicBezTo>
                      <a:pt x="554" y="1748"/>
                      <a:pt x="219" y="2555"/>
                      <a:pt x="219" y="3396"/>
                    </a:cubicBezTo>
                    <a:cubicBezTo>
                      <a:pt x="219" y="4238"/>
                      <a:pt x="554" y="5045"/>
                      <a:pt x="1148" y="5640"/>
                    </a:cubicBezTo>
                    <a:cubicBezTo>
                      <a:pt x="1743" y="6235"/>
                      <a:pt x="2550" y="6569"/>
                      <a:pt x="339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43" name="Freeform: Shape 4142">
                <a:extLst>
                  <a:ext uri="{FF2B5EF4-FFF2-40B4-BE49-F238E27FC236}">
                    <a16:creationId xmlns:a16="http://schemas.microsoft.com/office/drawing/2014/main" id="{237949DA-4A1A-95C5-EAEC-F5647E28DDCD}"/>
                  </a:ext>
                </a:extLst>
              </p:cNvPr>
              <p:cNvSpPr/>
              <p:nvPr/>
            </p:nvSpPr>
            <p:spPr>
              <a:xfrm>
                <a:off x="3631354" y="6319199"/>
                <a:ext cx="6343" cy="6345"/>
              </a:xfrm>
              <a:custGeom>
                <a:avLst/>
                <a:gdLst>
                  <a:gd name="connsiteX0" fmla="*/ 3391 w 6343"/>
                  <a:gd name="connsiteY0" fmla="*/ 6569 h 6345"/>
                  <a:gd name="connsiteX1" fmla="*/ 5633 w 6343"/>
                  <a:gd name="connsiteY1" fmla="*/ 5640 h 6345"/>
                  <a:gd name="connsiteX2" fmla="*/ 6562 w 6343"/>
                  <a:gd name="connsiteY2" fmla="*/ 3396 h 6345"/>
                  <a:gd name="connsiteX3" fmla="*/ 5633 w 6343"/>
                  <a:gd name="connsiteY3" fmla="*/ 1153 h 6345"/>
                  <a:gd name="connsiteX4" fmla="*/ 3391 w 6343"/>
                  <a:gd name="connsiteY4" fmla="*/ 224 h 6345"/>
                  <a:gd name="connsiteX5" fmla="*/ 1148 w 6343"/>
                  <a:gd name="connsiteY5" fmla="*/ 1153 h 6345"/>
                  <a:gd name="connsiteX6" fmla="*/ 219 w 6343"/>
                  <a:gd name="connsiteY6" fmla="*/ 3396 h 6345"/>
                  <a:gd name="connsiteX7" fmla="*/ 1148 w 6343"/>
                  <a:gd name="connsiteY7" fmla="*/ 5640 h 6345"/>
                  <a:gd name="connsiteX8" fmla="*/ 339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9"/>
                    </a:moveTo>
                    <a:cubicBezTo>
                      <a:pt x="4232" y="6569"/>
                      <a:pt x="5039" y="6235"/>
                      <a:pt x="5633" y="5640"/>
                    </a:cubicBezTo>
                    <a:cubicBezTo>
                      <a:pt x="6228" y="5045"/>
                      <a:pt x="6562" y="4238"/>
                      <a:pt x="6562" y="3396"/>
                    </a:cubicBezTo>
                    <a:cubicBezTo>
                      <a:pt x="6562" y="2555"/>
                      <a:pt x="6228" y="1748"/>
                      <a:pt x="5633" y="1153"/>
                    </a:cubicBezTo>
                    <a:cubicBezTo>
                      <a:pt x="5039" y="558"/>
                      <a:pt x="4232" y="224"/>
                      <a:pt x="3391" y="224"/>
                    </a:cubicBezTo>
                    <a:cubicBezTo>
                      <a:pt x="2550" y="224"/>
                      <a:pt x="1743" y="558"/>
                      <a:pt x="1148" y="1153"/>
                    </a:cubicBezTo>
                    <a:cubicBezTo>
                      <a:pt x="553" y="1748"/>
                      <a:pt x="219" y="2555"/>
                      <a:pt x="219" y="3396"/>
                    </a:cubicBezTo>
                    <a:cubicBezTo>
                      <a:pt x="219" y="4238"/>
                      <a:pt x="553" y="5045"/>
                      <a:pt x="1148" y="5640"/>
                    </a:cubicBezTo>
                    <a:cubicBezTo>
                      <a:pt x="1743" y="6235"/>
                      <a:pt x="2550" y="6569"/>
                      <a:pt x="339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44" name="Freeform: Shape 4143">
                <a:extLst>
                  <a:ext uri="{FF2B5EF4-FFF2-40B4-BE49-F238E27FC236}">
                    <a16:creationId xmlns:a16="http://schemas.microsoft.com/office/drawing/2014/main" id="{FD7AA77C-06A6-C53B-7337-AC5613F2158B}"/>
                  </a:ext>
                </a:extLst>
              </p:cNvPr>
              <p:cNvSpPr/>
              <p:nvPr/>
            </p:nvSpPr>
            <p:spPr>
              <a:xfrm>
                <a:off x="3627945" y="6317311"/>
                <a:ext cx="6343" cy="6345"/>
              </a:xfrm>
              <a:custGeom>
                <a:avLst/>
                <a:gdLst>
                  <a:gd name="connsiteX0" fmla="*/ 3390 w 6343"/>
                  <a:gd name="connsiteY0" fmla="*/ 6569 h 6345"/>
                  <a:gd name="connsiteX1" fmla="*/ 5633 w 6343"/>
                  <a:gd name="connsiteY1" fmla="*/ 5640 h 6345"/>
                  <a:gd name="connsiteX2" fmla="*/ 6562 w 6343"/>
                  <a:gd name="connsiteY2" fmla="*/ 3396 h 6345"/>
                  <a:gd name="connsiteX3" fmla="*/ 5633 w 6343"/>
                  <a:gd name="connsiteY3" fmla="*/ 1153 h 6345"/>
                  <a:gd name="connsiteX4" fmla="*/ 3390 w 6343"/>
                  <a:gd name="connsiteY4" fmla="*/ 224 h 6345"/>
                  <a:gd name="connsiteX5" fmla="*/ 1148 w 6343"/>
                  <a:gd name="connsiteY5" fmla="*/ 1153 h 6345"/>
                  <a:gd name="connsiteX6" fmla="*/ 219 w 6343"/>
                  <a:gd name="connsiteY6" fmla="*/ 3396 h 6345"/>
                  <a:gd name="connsiteX7" fmla="*/ 1148 w 6343"/>
                  <a:gd name="connsiteY7" fmla="*/ 5640 h 6345"/>
                  <a:gd name="connsiteX8" fmla="*/ 339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69"/>
                    </a:moveTo>
                    <a:cubicBezTo>
                      <a:pt x="4231" y="6569"/>
                      <a:pt x="5038" y="6235"/>
                      <a:pt x="5633" y="5640"/>
                    </a:cubicBezTo>
                    <a:cubicBezTo>
                      <a:pt x="6228" y="5045"/>
                      <a:pt x="6562" y="4238"/>
                      <a:pt x="6562" y="3396"/>
                    </a:cubicBezTo>
                    <a:cubicBezTo>
                      <a:pt x="6562" y="2555"/>
                      <a:pt x="6228" y="1748"/>
                      <a:pt x="5633" y="1153"/>
                    </a:cubicBezTo>
                    <a:cubicBezTo>
                      <a:pt x="5038" y="558"/>
                      <a:pt x="4231" y="224"/>
                      <a:pt x="3390" y="224"/>
                    </a:cubicBezTo>
                    <a:cubicBezTo>
                      <a:pt x="2549" y="224"/>
                      <a:pt x="1742" y="558"/>
                      <a:pt x="1148" y="1153"/>
                    </a:cubicBezTo>
                    <a:cubicBezTo>
                      <a:pt x="553" y="1748"/>
                      <a:pt x="219" y="2555"/>
                      <a:pt x="219" y="3396"/>
                    </a:cubicBezTo>
                    <a:cubicBezTo>
                      <a:pt x="219" y="4238"/>
                      <a:pt x="553" y="5045"/>
                      <a:pt x="1148" y="5640"/>
                    </a:cubicBezTo>
                    <a:cubicBezTo>
                      <a:pt x="1742" y="6235"/>
                      <a:pt x="2549" y="6569"/>
                      <a:pt x="339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45" name="Freeform: Shape 4144">
                <a:extLst>
                  <a:ext uri="{FF2B5EF4-FFF2-40B4-BE49-F238E27FC236}">
                    <a16:creationId xmlns:a16="http://schemas.microsoft.com/office/drawing/2014/main" id="{703839DB-6D15-5534-7C66-FF5B5F3088A5}"/>
                  </a:ext>
                </a:extLst>
              </p:cNvPr>
              <p:cNvSpPr/>
              <p:nvPr/>
            </p:nvSpPr>
            <p:spPr>
              <a:xfrm>
                <a:off x="3624232" y="6316144"/>
                <a:ext cx="6343" cy="6345"/>
              </a:xfrm>
              <a:custGeom>
                <a:avLst/>
                <a:gdLst>
                  <a:gd name="connsiteX0" fmla="*/ 3390 w 6343"/>
                  <a:gd name="connsiteY0" fmla="*/ 6569 h 6345"/>
                  <a:gd name="connsiteX1" fmla="*/ 5633 w 6343"/>
                  <a:gd name="connsiteY1" fmla="*/ 5640 h 6345"/>
                  <a:gd name="connsiteX2" fmla="*/ 6562 w 6343"/>
                  <a:gd name="connsiteY2" fmla="*/ 3396 h 6345"/>
                  <a:gd name="connsiteX3" fmla="*/ 5633 w 6343"/>
                  <a:gd name="connsiteY3" fmla="*/ 1153 h 6345"/>
                  <a:gd name="connsiteX4" fmla="*/ 3390 w 6343"/>
                  <a:gd name="connsiteY4" fmla="*/ 224 h 6345"/>
                  <a:gd name="connsiteX5" fmla="*/ 1147 w 6343"/>
                  <a:gd name="connsiteY5" fmla="*/ 1153 h 6345"/>
                  <a:gd name="connsiteX6" fmla="*/ 219 w 6343"/>
                  <a:gd name="connsiteY6" fmla="*/ 3396 h 6345"/>
                  <a:gd name="connsiteX7" fmla="*/ 1147 w 6343"/>
                  <a:gd name="connsiteY7" fmla="*/ 5640 h 6345"/>
                  <a:gd name="connsiteX8" fmla="*/ 339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69"/>
                    </a:moveTo>
                    <a:cubicBezTo>
                      <a:pt x="4231" y="6569"/>
                      <a:pt x="5038" y="6235"/>
                      <a:pt x="5633" y="5640"/>
                    </a:cubicBezTo>
                    <a:cubicBezTo>
                      <a:pt x="6227" y="5045"/>
                      <a:pt x="6562" y="4238"/>
                      <a:pt x="6562" y="3396"/>
                    </a:cubicBezTo>
                    <a:cubicBezTo>
                      <a:pt x="6562" y="2555"/>
                      <a:pt x="6227" y="1748"/>
                      <a:pt x="5633" y="1153"/>
                    </a:cubicBezTo>
                    <a:cubicBezTo>
                      <a:pt x="5038" y="558"/>
                      <a:pt x="4231" y="224"/>
                      <a:pt x="3390" y="224"/>
                    </a:cubicBezTo>
                    <a:cubicBezTo>
                      <a:pt x="2549" y="224"/>
                      <a:pt x="1742" y="558"/>
                      <a:pt x="1147" y="1153"/>
                    </a:cubicBezTo>
                    <a:cubicBezTo>
                      <a:pt x="553" y="1748"/>
                      <a:pt x="219" y="2555"/>
                      <a:pt x="219" y="3396"/>
                    </a:cubicBezTo>
                    <a:cubicBezTo>
                      <a:pt x="219" y="4238"/>
                      <a:pt x="553" y="5045"/>
                      <a:pt x="1147" y="5640"/>
                    </a:cubicBezTo>
                    <a:cubicBezTo>
                      <a:pt x="1742" y="6235"/>
                      <a:pt x="2549" y="6569"/>
                      <a:pt x="339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46" name="Freeform: Shape 4145">
                <a:extLst>
                  <a:ext uri="{FF2B5EF4-FFF2-40B4-BE49-F238E27FC236}">
                    <a16:creationId xmlns:a16="http://schemas.microsoft.com/office/drawing/2014/main" id="{478A99D4-C724-5A11-F985-0B3A1D176653}"/>
                  </a:ext>
                </a:extLst>
              </p:cNvPr>
              <p:cNvSpPr/>
              <p:nvPr/>
            </p:nvSpPr>
            <p:spPr>
              <a:xfrm>
                <a:off x="3620107" y="6315909"/>
                <a:ext cx="6343" cy="6345"/>
              </a:xfrm>
              <a:custGeom>
                <a:avLst/>
                <a:gdLst>
                  <a:gd name="connsiteX0" fmla="*/ 3390 w 6343"/>
                  <a:gd name="connsiteY0" fmla="*/ 6569 h 6345"/>
                  <a:gd name="connsiteX1" fmla="*/ 5632 w 6343"/>
                  <a:gd name="connsiteY1" fmla="*/ 5640 h 6345"/>
                  <a:gd name="connsiteX2" fmla="*/ 6561 w 6343"/>
                  <a:gd name="connsiteY2" fmla="*/ 3396 h 6345"/>
                  <a:gd name="connsiteX3" fmla="*/ 5632 w 6343"/>
                  <a:gd name="connsiteY3" fmla="*/ 1153 h 6345"/>
                  <a:gd name="connsiteX4" fmla="*/ 3390 w 6343"/>
                  <a:gd name="connsiteY4" fmla="*/ 224 h 6345"/>
                  <a:gd name="connsiteX5" fmla="*/ 1147 w 6343"/>
                  <a:gd name="connsiteY5" fmla="*/ 1153 h 6345"/>
                  <a:gd name="connsiteX6" fmla="*/ 218 w 6343"/>
                  <a:gd name="connsiteY6" fmla="*/ 3396 h 6345"/>
                  <a:gd name="connsiteX7" fmla="*/ 1147 w 6343"/>
                  <a:gd name="connsiteY7" fmla="*/ 5640 h 6345"/>
                  <a:gd name="connsiteX8" fmla="*/ 339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69"/>
                    </a:moveTo>
                    <a:cubicBezTo>
                      <a:pt x="4231" y="6569"/>
                      <a:pt x="5038" y="6235"/>
                      <a:pt x="5632" y="5640"/>
                    </a:cubicBezTo>
                    <a:cubicBezTo>
                      <a:pt x="6227" y="5045"/>
                      <a:pt x="6561" y="4238"/>
                      <a:pt x="6561" y="3396"/>
                    </a:cubicBezTo>
                    <a:cubicBezTo>
                      <a:pt x="6561" y="2555"/>
                      <a:pt x="6227" y="1748"/>
                      <a:pt x="5632" y="1153"/>
                    </a:cubicBezTo>
                    <a:cubicBezTo>
                      <a:pt x="5038" y="558"/>
                      <a:pt x="4231" y="224"/>
                      <a:pt x="3390" y="224"/>
                    </a:cubicBezTo>
                    <a:cubicBezTo>
                      <a:pt x="2549" y="224"/>
                      <a:pt x="1742" y="558"/>
                      <a:pt x="1147" y="1153"/>
                    </a:cubicBezTo>
                    <a:cubicBezTo>
                      <a:pt x="552" y="1748"/>
                      <a:pt x="218" y="2555"/>
                      <a:pt x="218" y="3396"/>
                    </a:cubicBezTo>
                    <a:cubicBezTo>
                      <a:pt x="218" y="4238"/>
                      <a:pt x="552" y="5045"/>
                      <a:pt x="1147" y="5640"/>
                    </a:cubicBezTo>
                    <a:cubicBezTo>
                      <a:pt x="1742" y="6235"/>
                      <a:pt x="2549" y="6569"/>
                      <a:pt x="339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47" name="Freeform: Shape 4146">
                <a:extLst>
                  <a:ext uri="{FF2B5EF4-FFF2-40B4-BE49-F238E27FC236}">
                    <a16:creationId xmlns:a16="http://schemas.microsoft.com/office/drawing/2014/main" id="{2BBC0636-DBEF-D9D7-2FB1-DFC43B8C0B20}"/>
                  </a:ext>
                </a:extLst>
              </p:cNvPr>
              <p:cNvSpPr/>
              <p:nvPr/>
            </p:nvSpPr>
            <p:spPr>
              <a:xfrm>
                <a:off x="3616437" y="6314605"/>
                <a:ext cx="6343" cy="6345"/>
              </a:xfrm>
              <a:custGeom>
                <a:avLst/>
                <a:gdLst>
                  <a:gd name="connsiteX0" fmla="*/ 3389 w 6343"/>
                  <a:gd name="connsiteY0" fmla="*/ 6569 h 6345"/>
                  <a:gd name="connsiteX1" fmla="*/ 5632 w 6343"/>
                  <a:gd name="connsiteY1" fmla="*/ 5640 h 6345"/>
                  <a:gd name="connsiteX2" fmla="*/ 6561 w 6343"/>
                  <a:gd name="connsiteY2" fmla="*/ 3396 h 6345"/>
                  <a:gd name="connsiteX3" fmla="*/ 5632 w 6343"/>
                  <a:gd name="connsiteY3" fmla="*/ 1153 h 6345"/>
                  <a:gd name="connsiteX4" fmla="*/ 3389 w 6343"/>
                  <a:gd name="connsiteY4" fmla="*/ 223 h 6345"/>
                  <a:gd name="connsiteX5" fmla="*/ 1147 w 6343"/>
                  <a:gd name="connsiteY5" fmla="*/ 1153 h 6345"/>
                  <a:gd name="connsiteX6" fmla="*/ 218 w 6343"/>
                  <a:gd name="connsiteY6" fmla="*/ 3396 h 6345"/>
                  <a:gd name="connsiteX7" fmla="*/ 1147 w 6343"/>
                  <a:gd name="connsiteY7" fmla="*/ 5640 h 6345"/>
                  <a:gd name="connsiteX8" fmla="*/ 3389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69"/>
                    </a:moveTo>
                    <a:cubicBezTo>
                      <a:pt x="4231" y="6569"/>
                      <a:pt x="5037" y="6235"/>
                      <a:pt x="5632" y="5640"/>
                    </a:cubicBezTo>
                    <a:cubicBezTo>
                      <a:pt x="6227" y="5045"/>
                      <a:pt x="6561" y="4238"/>
                      <a:pt x="6561" y="3396"/>
                    </a:cubicBezTo>
                    <a:cubicBezTo>
                      <a:pt x="6561" y="2555"/>
                      <a:pt x="6227" y="1748"/>
                      <a:pt x="5632" y="1153"/>
                    </a:cubicBezTo>
                    <a:cubicBezTo>
                      <a:pt x="5037" y="558"/>
                      <a:pt x="4231" y="223"/>
                      <a:pt x="3389" y="223"/>
                    </a:cubicBezTo>
                    <a:cubicBezTo>
                      <a:pt x="2548" y="223"/>
                      <a:pt x="1742" y="558"/>
                      <a:pt x="1147" y="1153"/>
                    </a:cubicBezTo>
                    <a:cubicBezTo>
                      <a:pt x="552" y="1748"/>
                      <a:pt x="218" y="2555"/>
                      <a:pt x="218" y="3396"/>
                    </a:cubicBezTo>
                    <a:cubicBezTo>
                      <a:pt x="218" y="4238"/>
                      <a:pt x="552" y="5045"/>
                      <a:pt x="1147" y="5640"/>
                    </a:cubicBezTo>
                    <a:cubicBezTo>
                      <a:pt x="1742" y="6235"/>
                      <a:pt x="2548" y="6569"/>
                      <a:pt x="3389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48" name="Freeform: Shape 4147">
                <a:extLst>
                  <a:ext uri="{FF2B5EF4-FFF2-40B4-BE49-F238E27FC236}">
                    <a16:creationId xmlns:a16="http://schemas.microsoft.com/office/drawing/2014/main" id="{4D80C6EA-232B-78D9-D982-7775233CAE2A}"/>
                  </a:ext>
                </a:extLst>
              </p:cNvPr>
              <p:cNvSpPr/>
              <p:nvPr/>
            </p:nvSpPr>
            <p:spPr>
              <a:xfrm>
                <a:off x="3613066" y="6312630"/>
                <a:ext cx="6343" cy="6345"/>
              </a:xfrm>
              <a:custGeom>
                <a:avLst/>
                <a:gdLst>
                  <a:gd name="connsiteX0" fmla="*/ 3389 w 6343"/>
                  <a:gd name="connsiteY0" fmla="*/ 6569 h 6345"/>
                  <a:gd name="connsiteX1" fmla="*/ 5632 w 6343"/>
                  <a:gd name="connsiteY1" fmla="*/ 5639 h 6345"/>
                  <a:gd name="connsiteX2" fmla="*/ 6561 w 6343"/>
                  <a:gd name="connsiteY2" fmla="*/ 3396 h 6345"/>
                  <a:gd name="connsiteX3" fmla="*/ 5632 w 6343"/>
                  <a:gd name="connsiteY3" fmla="*/ 1153 h 6345"/>
                  <a:gd name="connsiteX4" fmla="*/ 3389 w 6343"/>
                  <a:gd name="connsiteY4" fmla="*/ 223 h 6345"/>
                  <a:gd name="connsiteX5" fmla="*/ 1147 w 6343"/>
                  <a:gd name="connsiteY5" fmla="*/ 1153 h 6345"/>
                  <a:gd name="connsiteX6" fmla="*/ 218 w 6343"/>
                  <a:gd name="connsiteY6" fmla="*/ 3396 h 6345"/>
                  <a:gd name="connsiteX7" fmla="*/ 1147 w 6343"/>
                  <a:gd name="connsiteY7" fmla="*/ 5639 h 6345"/>
                  <a:gd name="connsiteX8" fmla="*/ 3389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69"/>
                    </a:moveTo>
                    <a:cubicBezTo>
                      <a:pt x="4230" y="6569"/>
                      <a:pt x="5037" y="6234"/>
                      <a:pt x="5632" y="5639"/>
                    </a:cubicBezTo>
                    <a:cubicBezTo>
                      <a:pt x="6227" y="5044"/>
                      <a:pt x="6561" y="4237"/>
                      <a:pt x="6561" y="3396"/>
                    </a:cubicBezTo>
                    <a:cubicBezTo>
                      <a:pt x="6561" y="2555"/>
                      <a:pt x="6227" y="1747"/>
                      <a:pt x="5632" y="1153"/>
                    </a:cubicBezTo>
                    <a:cubicBezTo>
                      <a:pt x="5037" y="558"/>
                      <a:pt x="4230" y="223"/>
                      <a:pt x="3389" y="223"/>
                    </a:cubicBezTo>
                    <a:cubicBezTo>
                      <a:pt x="2548" y="223"/>
                      <a:pt x="1741" y="558"/>
                      <a:pt x="1147" y="1153"/>
                    </a:cubicBezTo>
                    <a:cubicBezTo>
                      <a:pt x="552" y="1747"/>
                      <a:pt x="218" y="2555"/>
                      <a:pt x="218" y="3396"/>
                    </a:cubicBezTo>
                    <a:cubicBezTo>
                      <a:pt x="218" y="4237"/>
                      <a:pt x="552" y="5044"/>
                      <a:pt x="1147" y="5639"/>
                    </a:cubicBezTo>
                    <a:cubicBezTo>
                      <a:pt x="1741" y="6234"/>
                      <a:pt x="2548" y="6569"/>
                      <a:pt x="3389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49" name="Freeform: Shape 4148">
                <a:extLst>
                  <a:ext uri="{FF2B5EF4-FFF2-40B4-BE49-F238E27FC236}">
                    <a16:creationId xmlns:a16="http://schemas.microsoft.com/office/drawing/2014/main" id="{05137A09-DB5A-B465-731E-6FE482F9459F}"/>
                  </a:ext>
                </a:extLst>
              </p:cNvPr>
              <p:cNvSpPr/>
              <p:nvPr/>
            </p:nvSpPr>
            <p:spPr>
              <a:xfrm>
                <a:off x="3610479" y="6308955"/>
                <a:ext cx="6343" cy="6345"/>
              </a:xfrm>
              <a:custGeom>
                <a:avLst/>
                <a:gdLst>
                  <a:gd name="connsiteX0" fmla="*/ 3389 w 6343"/>
                  <a:gd name="connsiteY0" fmla="*/ 6568 h 6345"/>
                  <a:gd name="connsiteX1" fmla="*/ 5632 w 6343"/>
                  <a:gd name="connsiteY1" fmla="*/ 5639 h 6345"/>
                  <a:gd name="connsiteX2" fmla="*/ 6561 w 6343"/>
                  <a:gd name="connsiteY2" fmla="*/ 3396 h 6345"/>
                  <a:gd name="connsiteX3" fmla="*/ 5632 w 6343"/>
                  <a:gd name="connsiteY3" fmla="*/ 1152 h 6345"/>
                  <a:gd name="connsiteX4" fmla="*/ 3389 w 6343"/>
                  <a:gd name="connsiteY4" fmla="*/ 223 h 6345"/>
                  <a:gd name="connsiteX5" fmla="*/ 1146 w 6343"/>
                  <a:gd name="connsiteY5" fmla="*/ 1152 h 6345"/>
                  <a:gd name="connsiteX6" fmla="*/ 217 w 6343"/>
                  <a:gd name="connsiteY6" fmla="*/ 3396 h 6345"/>
                  <a:gd name="connsiteX7" fmla="*/ 1146 w 6343"/>
                  <a:gd name="connsiteY7" fmla="*/ 5639 h 6345"/>
                  <a:gd name="connsiteX8" fmla="*/ 3389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68"/>
                    </a:moveTo>
                    <a:cubicBezTo>
                      <a:pt x="4230" y="6568"/>
                      <a:pt x="5037" y="6234"/>
                      <a:pt x="5632" y="5639"/>
                    </a:cubicBezTo>
                    <a:cubicBezTo>
                      <a:pt x="6226" y="5044"/>
                      <a:pt x="6561" y="4237"/>
                      <a:pt x="6561" y="3396"/>
                    </a:cubicBezTo>
                    <a:cubicBezTo>
                      <a:pt x="6561" y="2554"/>
                      <a:pt x="6226" y="1747"/>
                      <a:pt x="5632" y="1152"/>
                    </a:cubicBezTo>
                    <a:cubicBezTo>
                      <a:pt x="5037" y="557"/>
                      <a:pt x="4230" y="223"/>
                      <a:pt x="3389" y="223"/>
                    </a:cubicBezTo>
                    <a:cubicBezTo>
                      <a:pt x="2548" y="223"/>
                      <a:pt x="1741" y="557"/>
                      <a:pt x="1146" y="1152"/>
                    </a:cubicBezTo>
                    <a:cubicBezTo>
                      <a:pt x="552" y="1747"/>
                      <a:pt x="217" y="2554"/>
                      <a:pt x="217" y="3396"/>
                    </a:cubicBezTo>
                    <a:cubicBezTo>
                      <a:pt x="217" y="4237"/>
                      <a:pt x="552" y="5044"/>
                      <a:pt x="1146" y="5639"/>
                    </a:cubicBezTo>
                    <a:cubicBezTo>
                      <a:pt x="1741" y="6234"/>
                      <a:pt x="2548" y="6568"/>
                      <a:pt x="3389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50" name="Freeform: Shape 4149">
                <a:extLst>
                  <a:ext uri="{FF2B5EF4-FFF2-40B4-BE49-F238E27FC236}">
                    <a16:creationId xmlns:a16="http://schemas.microsoft.com/office/drawing/2014/main" id="{E9B14E76-75F9-D5E5-EDD1-92E25EFEF89C}"/>
                  </a:ext>
                </a:extLst>
              </p:cNvPr>
              <p:cNvSpPr/>
              <p:nvPr/>
            </p:nvSpPr>
            <p:spPr>
              <a:xfrm>
                <a:off x="3606327" y="6308707"/>
                <a:ext cx="6343" cy="6345"/>
              </a:xfrm>
              <a:custGeom>
                <a:avLst/>
                <a:gdLst>
                  <a:gd name="connsiteX0" fmla="*/ 3389 w 6343"/>
                  <a:gd name="connsiteY0" fmla="*/ 6568 h 6345"/>
                  <a:gd name="connsiteX1" fmla="*/ 5631 w 6343"/>
                  <a:gd name="connsiteY1" fmla="*/ 5639 h 6345"/>
                  <a:gd name="connsiteX2" fmla="*/ 6560 w 6343"/>
                  <a:gd name="connsiteY2" fmla="*/ 3396 h 6345"/>
                  <a:gd name="connsiteX3" fmla="*/ 5631 w 6343"/>
                  <a:gd name="connsiteY3" fmla="*/ 1152 h 6345"/>
                  <a:gd name="connsiteX4" fmla="*/ 3389 w 6343"/>
                  <a:gd name="connsiteY4" fmla="*/ 223 h 6345"/>
                  <a:gd name="connsiteX5" fmla="*/ 1146 w 6343"/>
                  <a:gd name="connsiteY5" fmla="*/ 1152 h 6345"/>
                  <a:gd name="connsiteX6" fmla="*/ 217 w 6343"/>
                  <a:gd name="connsiteY6" fmla="*/ 3396 h 6345"/>
                  <a:gd name="connsiteX7" fmla="*/ 1146 w 6343"/>
                  <a:gd name="connsiteY7" fmla="*/ 5639 h 6345"/>
                  <a:gd name="connsiteX8" fmla="*/ 3389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68"/>
                    </a:moveTo>
                    <a:cubicBezTo>
                      <a:pt x="4230" y="6568"/>
                      <a:pt x="5037" y="6234"/>
                      <a:pt x="5631" y="5639"/>
                    </a:cubicBezTo>
                    <a:cubicBezTo>
                      <a:pt x="6226" y="5044"/>
                      <a:pt x="6560" y="4237"/>
                      <a:pt x="6560" y="3396"/>
                    </a:cubicBezTo>
                    <a:cubicBezTo>
                      <a:pt x="6560" y="2554"/>
                      <a:pt x="6226" y="1747"/>
                      <a:pt x="5631" y="1152"/>
                    </a:cubicBezTo>
                    <a:cubicBezTo>
                      <a:pt x="5037" y="557"/>
                      <a:pt x="4230" y="223"/>
                      <a:pt x="3389" y="223"/>
                    </a:cubicBezTo>
                    <a:cubicBezTo>
                      <a:pt x="2548" y="223"/>
                      <a:pt x="1741" y="557"/>
                      <a:pt x="1146" y="1152"/>
                    </a:cubicBezTo>
                    <a:cubicBezTo>
                      <a:pt x="551" y="1747"/>
                      <a:pt x="217" y="2554"/>
                      <a:pt x="217" y="3396"/>
                    </a:cubicBezTo>
                    <a:cubicBezTo>
                      <a:pt x="217" y="4237"/>
                      <a:pt x="551" y="5044"/>
                      <a:pt x="1146" y="5639"/>
                    </a:cubicBezTo>
                    <a:cubicBezTo>
                      <a:pt x="1741" y="6234"/>
                      <a:pt x="2548" y="6568"/>
                      <a:pt x="3389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51" name="Freeform: Shape 4150">
                <a:extLst>
                  <a:ext uri="{FF2B5EF4-FFF2-40B4-BE49-F238E27FC236}">
                    <a16:creationId xmlns:a16="http://schemas.microsoft.com/office/drawing/2014/main" id="{8BC18EE9-43FA-EF81-1731-4B882F0D84F1}"/>
                  </a:ext>
                </a:extLst>
              </p:cNvPr>
              <p:cNvSpPr/>
              <p:nvPr/>
            </p:nvSpPr>
            <p:spPr>
              <a:xfrm>
                <a:off x="3601905" y="6308987"/>
                <a:ext cx="6343" cy="6345"/>
              </a:xfrm>
              <a:custGeom>
                <a:avLst/>
                <a:gdLst>
                  <a:gd name="connsiteX0" fmla="*/ 3388 w 6343"/>
                  <a:gd name="connsiteY0" fmla="*/ 6568 h 6345"/>
                  <a:gd name="connsiteX1" fmla="*/ 5631 w 6343"/>
                  <a:gd name="connsiteY1" fmla="*/ 5639 h 6345"/>
                  <a:gd name="connsiteX2" fmla="*/ 6560 w 6343"/>
                  <a:gd name="connsiteY2" fmla="*/ 3396 h 6345"/>
                  <a:gd name="connsiteX3" fmla="*/ 5631 w 6343"/>
                  <a:gd name="connsiteY3" fmla="*/ 1152 h 6345"/>
                  <a:gd name="connsiteX4" fmla="*/ 3388 w 6343"/>
                  <a:gd name="connsiteY4" fmla="*/ 223 h 6345"/>
                  <a:gd name="connsiteX5" fmla="*/ 1146 w 6343"/>
                  <a:gd name="connsiteY5" fmla="*/ 1152 h 6345"/>
                  <a:gd name="connsiteX6" fmla="*/ 217 w 6343"/>
                  <a:gd name="connsiteY6" fmla="*/ 3396 h 6345"/>
                  <a:gd name="connsiteX7" fmla="*/ 1146 w 6343"/>
                  <a:gd name="connsiteY7" fmla="*/ 5639 h 6345"/>
                  <a:gd name="connsiteX8" fmla="*/ 3388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68"/>
                    </a:moveTo>
                    <a:cubicBezTo>
                      <a:pt x="4229" y="6568"/>
                      <a:pt x="5036" y="6234"/>
                      <a:pt x="5631" y="5639"/>
                    </a:cubicBezTo>
                    <a:cubicBezTo>
                      <a:pt x="6226" y="5044"/>
                      <a:pt x="6560" y="4237"/>
                      <a:pt x="6560" y="3396"/>
                    </a:cubicBezTo>
                    <a:cubicBezTo>
                      <a:pt x="6560" y="2554"/>
                      <a:pt x="6226" y="1747"/>
                      <a:pt x="5631" y="1152"/>
                    </a:cubicBezTo>
                    <a:cubicBezTo>
                      <a:pt x="5036" y="557"/>
                      <a:pt x="4229" y="223"/>
                      <a:pt x="3388" y="223"/>
                    </a:cubicBezTo>
                    <a:cubicBezTo>
                      <a:pt x="2547" y="223"/>
                      <a:pt x="1740" y="557"/>
                      <a:pt x="1146" y="1152"/>
                    </a:cubicBezTo>
                    <a:cubicBezTo>
                      <a:pt x="551" y="1747"/>
                      <a:pt x="217" y="2554"/>
                      <a:pt x="217" y="3396"/>
                    </a:cubicBezTo>
                    <a:cubicBezTo>
                      <a:pt x="217" y="4237"/>
                      <a:pt x="551" y="5044"/>
                      <a:pt x="1146" y="5639"/>
                    </a:cubicBezTo>
                    <a:cubicBezTo>
                      <a:pt x="1740" y="6234"/>
                      <a:pt x="2547" y="6568"/>
                      <a:pt x="3388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52" name="Freeform: Shape 4151">
                <a:extLst>
                  <a:ext uri="{FF2B5EF4-FFF2-40B4-BE49-F238E27FC236}">
                    <a16:creationId xmlns:a16="http://schemas.microsoft.com/office/drawing/2014/main" id="{187D176C-5DF8-FB5E-239A-D239F6975D4E}"/>
                  </a:ext>
                </a:extLst>
              </p:cNvPr>
              <p:cNvSpPr/>
              <p:nvPr/>
            </p:nvSpPr>
            <p:spPr>
              <a:xfrm>
                <a:off x="3598188" y="6307739"/>
                <a:ext cx="6343" cy="6345"/>
              </a:xfrm>
              <a:custGeom>
                <a:avLst/>
                <a:gdLst>
                  <a:gd name="connsiteX0" fmla="*/ 3388 w 6343"/>
                  <a:gd name="connsiteY0" fmla="*/ 6568 h 6345"/>
                  <a:gd name="connsiteX1" fmla="*/ 5631 w 6343"/>
                  <a:gd name="connsiteY1" fmla="*/ 5639 h 6345"/>
                  <a:gd name="connsiteX2" fmla="*/ 6560 w 6343"/>
                  <a:gd name="connsiteY2" fmla="*/ 3396 h 6345"/>
                  <a:gd name="connsiteX3" fmla="*/ 5631 w 6343"/>
                  <a:gd name="connsiteY3" fmla="*/ 1152 h 6345"/>
                  <a:gd name="connsiteX4" fmla="*/ 3388 w 6343"/>
                  <a:gd name="connsiteY4" fmla="*/ 223 h 6345"/>
                  <a:gd name="connsiteX5" fmla="*/ 1145 w 6343"/>
                  <a:gd name="connsiteY5" fmla="*/ 1152 h 6345"/>
                  <a:gd name="connsiteX6" fmla="*/ 216 w 6343"/>
                  <a:gd name="connsiteY6" fmla="*/ 3396 h 6345"/>
                  <a:gd name="connsiteX7" fmla="*/ 1145 w 6343"/>
                  <a:gd name="connsiteY7" fmla="*/ 5639 h 6345"/>
                  <a:gd name="connsiteX8" fmla="*/ 3388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68"/>
                    </a:moveTo>
                    <a:cubicBezTo>
                      <a:pt x="4229" y="6568"/>
                      <a:pt x="5036" y="6234"/>
                      <a:pt x="5631" y="5639"/>
                    </a:cubicBezTo>
                    <a:cubicBezTo>
                      <a:pt x="6225" y="5044"/>
                      <a:pt x="6560" y="4237"/>
                      <a:pt x="6560" y="3396"/>
                    </a:cubicBezTo>
                    <a:cubicBezTo>
                      <a:pt x="6560" y="2554"/>
                      <a:pt x="6225" y="1747"/>
                      <a:pt x="5631" y="1152"/>
                    </a:cubicBezTo>
                    <a:cubicBezTo>
                      <a:pt x="5036" y="557"/>
                      <a:pt x="4229" y="223"/>
                      <a:pt x="3388" y="223"/>
                    </a:cubicBezTo>
                    <a:cubicBezTo>
                      <a:pt x="2547" y="223"/>
                      <a:pt x="1740" y="557"/>
                      <a:pt x="1145" y="1152"/>
                    </a:cubicBezTo>
                    <a:cubicBezTo>
                      <a:pt x="551" y="1747"/>
                      <a:pt x="216" y="2554"/>
                      <a:pt x="216" y="3396"/>
                    </a:cubicBezTo>
                    <a:cubicBezTo>
                      <a:pt x="216" y="4237"/>
                      <a:pt x="551" y="5044"/>
                      <a:pt x="1145" y="5639"/>
                    </a:cubicBezTo>
                    <a:cubicBezTo>
                      <a:pt x="1740" y="6234"/>
                      <a:pt x="2547" y="6568"/>
                      <a:pt x="3388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53" name="Freeform: Shape 4152">
                <a:extLst>
                  <a:ext uri="{FF2B5EF4-FFF2-40B4-BE49-F238E27FC236}">
                    <a16:creationId xmlns:a16="http://schemas.microsoft.com/office/drawing/2014/main" id="{C3B76CC6-0B31-49E3-E82E-A47F33C172C3}"/>
                  </a:ext>
                </a:extLst>
              </p:cNvPr>
              <p:cNvSpPr/>
              <p:nvPr/>
            </p:nvSpPr>
            <p:spPr>
              <a:xfrm>
                <a:off x="3646710" y="6199460"/>
                <a:ext cx="6343" cy="6345"/>
              </a:xfrm>
              <a:custGeom>
                <a:avLst/>
                <a:gdLst>
                  <a:gd name="connsiteX0" fmla="*/ 3392 w 6343"/>
                  <a:gd name="connsiteY0" fmla="*/ 6560 h 6345"/>
                  <a:gd name="connsiteX1" fmla="*/ 5634 w 6343"/>
                  <a:gd name="connsiteY1" fmla="*/ 5630 h 6345"/>
                  <a:gd name="connsiteX2" fmla="*/ 6563 w 6343"/>
                  <a:gd name="connsiteY2" fmla="*/ 3387 h 6345"/>
                  <a:gd name="connsiteX3" fmla="*/ 5634 w 6343"/>
                  <a:gd name="connsiteY3" fmla="*/ 1144 h 6345"/>
                  <a:gd name="connsiteX4" fmla="*/ 3392 w 6343"/>
                  <a:gd name="connsiteY4" fmla="*/ 214 h 6345"/>
                  <a:gd name="connsiteX5" fmla="*/ 1149 w 6343"/>
                  <a:gd name="connsiteY5" fmla="*/ 1144 h 6345"/>
                  <a:gd name="connsiteX6" fmla="*/ 220 w 6343"/>
                  <a:gd name="connsiteY6" fmla="*/ 3387 h 6345"/>
                  <a:gd name="connsiteX7" fmla="*/ 1149 w 6343"/>
                  <a:gd name="connsiteY7" fmla="*/ 5630 h 6345"/>
                  <a:gd name="connsiteX8" fmla="*/ 3392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60"/>
                    </a:moveTo>
                    <a:cubicBezTo>
                      <a:pt x="4233" y="6560"/>
                      <a:pt x="5040" y="6225"/>
                      <a:pt x="5634" y="5630"/>
                    </a:cubicBezTo>
                    <a:cubicBezTo>
                      <a:pt x="6229" y="5036"/>
                      <a:pt x="6563" y="4228"/>
                      <a:pt x="6563" y="3387"/>
                    </a:cubicBezTo>
                    <a:cubicBezTo>
                      <a:pt x="6563" y="2546"/>
                      <a:pt x="6229" y="1739"/>
                      <a:pt x="5634" y="1144"/>
                    </a:cubicBezTo>
                    <a:cubicBezTo>
                      <a:pt x="5040" y="549"/>
                      <a:pt x="4233" y="214"/>
                      <a:pt x="3392" y="214"/>
                    </a:cubicBezTo>
                    <a:cubicBezTo>
                      <a:pt x="2551" y="214"/>
                      <a:pt x="1744" y="549"/>
                      <a:pt x="1149" y="1144"/>
                    </a:cubicBezTo>
                    <a:cubicBezTo>
                      <a:pt x="554" y="1739"/>
                      <a:pt x="220" y="2546"/>
                      <a:pt x="220" y="3387"/>
                    </a:cubicBezTo>
                    <a:cubicBezTo>
                      <a:pt x="220" y="4228"/>
                      <a:pt x="554" y="5036"/>
                      <a:pt x="1149" y="5630"/>
                    </a:cubicBezTo>
                    <a:cubicBezTo>
                      <a:pt x="1744" y="6225"/>
                      <a:pt x="2551" y="6560"/>
                      <a:pt x="3392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54" name="Freeform: Shape 4153">
                <a:extLst>
                  <a:ext uri="{FF2B5EF4-FFF2-40B4-BE49-F238E27FC236}">
                    <a16:creationId xmlns:a16="http://schemas.microsoft.com/office/drawing/2014/main" id="{28C29B9C-8660-B6D8-D3A2-218817A6FA7C}"/>
                  </a:ext>
                </a:extLst>
              </p:cNvPr>
              <p:cNvSpPr/>
              <p:nvPr/>
            </p:nvSpPr>
            <p:spPr>
              <a:xfrm>
                <a:off x="3644542" y="6196703"/>
                <a:ext cx="6343" cy="6345"/>
              </a:xfrm>
              <a:custGeom>
                <a:avLst/>
                <a:gdLst>
                  <a:gd name="connsiteX0" fmla="*/ 3392 w 6343"/>
                  <a:gd name="connsiteY0" fmla="*/ 6560 h 6345"/>
                  <a:gd name="connsiteX1" fmla="*/ 5634 w 6343"/>
                  <a:gd name="connsiteY1" fmla="*/ 5630 h 6345"/>
                  <a:gd name="connsiteX2" fmla="*/ 6563 w 6343"/>
                  <a:gd name="connsiteY2" fmla="*/ 3387 h 6345"/>
                  <a:gd name="connsiteX3" fmla="*/ 5634 w 6343"/>
                  <a:gd name="connsiteY3" fmla="*/ 1143 h 6345"/>
                  <a:gd name="connsiteX4" fmla="*/ 3392 w 6343"/>
                  <a:gd name="connsiteY4" fmla="*/ 214 h 6345"/>
                  <a:gd name="connsiteX5" fmla="*/ 1149 w 6343"/>
                  <a:gd name="connsiteY5" fmla="*/ 1143 h 6345"/>
                  <a:gd name="connsiteX6" fmla="*/ 220 w 6343"/>
                  <a:gd name="connsiteY6" fmla="*/ 3387 h 6345"/>
                  <a:gd name="connsiteX7" fmla="*/ 1149 w 6343"/>
                  <a:gd name="connsiteY7" fmla="*/ 5630 h 6345"/>
                  <a:gd name="connsiteX8" fmla="*/ 3392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60"/>
                    </a:moveTo>
                    <a:cubicBezTo>
                      <a:pt x="4233" y="6560"/>
                      <a:pt x="5040" y="6225"/>
                      <a:pt x="5634" y="5630"/>
                    </a:cubicBezTo>
                    <a:cubicBezTo>
                      <a:pt x="6229" y="5035"/>
                      <a:pt x="6563" y="4228"/>
                      <a:pt x="6563" y="3387"/>
                    </a:cubicBezTo>
                    <a:cubicBezTo>
                      <a:pt x="6563" y="2545"/>
                      <a:pt x="6229" y="1738"/>
                      <a:pt x="5634" y="1143"/>
                    </a:cubicBezTo>
                    <a:cubicBezTo>
                      <a:pt x="5040" y="548"/>
                      <a:pt x="4233" y="214"/>
                      <a:pt x="3392" y="214"/>
                    </a:cubicBezTo>
                    <a:cubicBezTo>
                      <a:pt x="2551" y="214"/>
                      <a:pt x="1744" y="548"/>
                      <a:pt x="1149" y="1143"/>
                    </a:cubicBezTo>
                    <a:cubicBezTo>
                      <a:pt x="554" y="1738"/>
                      <a:pt x="220" y="2545"/>
                      <a:pt x="220" y="3387"/>
                    </a:cubicBezTo>
                    <a:cubicBezTo>
                      <a:pt x="220" y="4228"/>
                      <a:pt x="554" y="5035"/>
                      <a:pt x="1149" y="5630"/>
                    </a:cubicBezTo>
                    <a:cubicBezTo>
                      <a:pt x="1744" y="6225"/>
                      <a:pt x="2551" y="6560"/>
                      <a:pt x="3392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55" name="Freeform: Shape 4154">
                <a:extLst>
                  <a:ext uri="{FF2B5EF4-FFF2-40B4-BE49-F238E27FC236}">
                    <a16:creationId xmlns:a16="http://schemas.microsoft.com/office/drawing/2014/main" id="{0325C9A0-FF1F-B573-FE43-53E1F92180C9}"/>
                  </a:ext>
                </a:extLst>
              </p:cNvPr>
              <p:cNvSpPr/>
              <p:nvPr/>
            </p:nvSpPr>
            <p:spPr>
              <a:xfrm>
                <a:off x="3639929" y="6198846"/>
                <a:ext cx="6343" cy="6345"/>
              </a:xfrm>
              <a:custGeom>
                <a:avLst/>
                <a:gdLst>
                  <a:gd name="connsiteX0" fmla="*/ 3391 w 6343"/>
                  <a:gd name="connsiteY0" fmla="*/ 6560 h 6345"/>
                  <a:gd name="connsiteX1" fmla="*/ 5634 w 6343"/>
                  <a:gd name="connsiteY1" fmla="*/ 5630 h 6345"/>
                  <a:gd name="connsiteX2" fmla="*/ 6563 w 6343"/>
                  <a:gd name="connsiteY2" fmla="*/ 3387 h 6345"/>
                  <a:gd name="connsiteX3" fmla="*/ 5634 w 6343"/>
                  <a:gd name="connsiteY3" fmla="*/ 1144 h 6345"/>
                  <a:gd name="connsiteX4" fmla="*/ 3391 w 6343"/>
                  <a:gd name="connsiteY4" fmla="*/ 214 h 6345"/>
                  <a:gd name="connsiteX5" fmla="*/ 1149 w 6343"/>
                  <a:gd name="connsiteY5" fmla="*/ 1144 h 6345"/>
                  <a:gd name="connsiteX6" fmla="*/ 220 w 6343"/>
                  <a:gd name="connsiteY6" fmla="*/ 3387 h 6345"/>
                  <a:gd name="connsiteX7" fmla="*/ 1149 w 6343"/>
                  <a:gd name="connsiteY7" fmla="*/ 5630 h 6345"/>
                  <a:gd name="connsiteX8" fmla="*/ 339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0"/>
                    </a:moveTo>
                    <a:cubicBezTo>
                      <a:pt x="4232" y="6560"/>
                      <a:pt x="5039" y="6225"/>
                      <a:pt x="5634" y="5630"/>
                    </a:cubicBezTo>
                    <a:cubicBezTo>
                      <a:pt x="6229" y="5035"/>
                      <a:pt x="6563" y="4228"/>
                      <a:pt x="6563" y="3387"/>
                    </a:cubicBezTo>
                    <a:cubicBezTo>
                      <a:pt x="6563" y="2546"/>
                      <a:pt x="6229" y="1739"/>
                      <a:pt x="5634" y="1144"/>
                    </a:cubicBezTo>
                    <a:cubicBezTo>
                      <a:pt x="5039" y="549"/>
                      <a:pt x="4232" y="214"/>
                      <a:pt x="3391" y="214"/>
                    </a:cubicBezTo>
                    <a:cubicBezTo>
                      <a:pt x="2550" y="214"/>
                      <a:pt x="1743" y="549"/>
                      <a:pt x="1149" y="1144"/>
                    </a:cubicBezTo>
                    <a:cubicBezTo>
                      <a:pt x="554" y="1739"/>
                      <a:pt x="220" y="2546"/>
                      <a:pt x="220" y="3387"/>
                    </a:cubicBezTo>
                    <a:cubicBezTo>
                      <a:pt x="220" y="4228"/>
                      <a:pt x="554" y="5035"/>
                      <a:pt x="1149" y="5630"/>
                    </a:cubicBezTo>
                    <a:cubicBezTo>
                      <a:pt x="1743" y="6225"/>
                      <a:pt x="2550" y="6560"/>
                      <a:pt x="339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56" name="Freeform: Shape 4155">
                <a:extLst>
                  <a:ext uri="{FF2B5EF4-FFF2-40B4-BE49-F238E27FC236}">
                    <a16:creationId xmlns:a16="http://schemas.microsoft.com/office/drawing/2014/main" id="{88FD5A47-E4C9-DA85-E3A7-0B21FC0840FE}"/>
                  </a:ext>
                </a:extLst>
              </p:cNvPr>
              <p:cNvSpPr/>
              <p:nvPr/>
            </p:nvSpPr>
            <p:spPr>
              <a:xfrm>
                <a:off x="3580871" y="6307400"/>
                <a:ext cx="6343" cy="6345"/>
              </a:xfrm>
              <a:custGeom>
                <a:avLst/>
                <a:gdLst>
                  <a:gd name="connsiteX0" fmla="*/ 3387 w 6343"/>
                  <a:gd name="connsiteY0" fmla="*/ 6568 h 6345"/>
                  <a:gd name="connsiteX1" fmla="*/ 5629 w 6343"/>
                  <a:gd name="connsiteY1" fmla="*/ 5639 h 6345"/>
                  <a:gd name="connsiteX2" fmla="*/ 6558 w 6343"/>
                  <a:gd name="connsiteY2" fmla="*/ 3396 h 6345"/>
                  <a:gd name="connsiteX3" fmla="*/ 5629 w 6343"/>
                  <a:gd name="connsiteY3" fmla="*/ 1152 h 6345"/>
                  <a:gd name="connsiteX4" fmla="*/ 3387 w 6343"/>
                  <a:gd name="connsiteY4" fmla="*/ 223 h 6345"/>
                  <a:gd name="connsiteX5" fmla="*/ 1144 w 6343"/>
                  <a:gd name="connsiteY5" fmla="*/ 1152 h 6345"/>
                  <a:gd name="connsiteX6" fmla="*/ 215 w 6343"/>
                  <a:gd name="connsiteY6" fmla="*/ 3396 h 6345"/>
                  <a:gd name="connsiteX7" fmla="*/ 1144 w 6343"/>
                  <a:gd name="connsiteY7" fmla="*/ 5639 h 6345"/>
                  <a:gd name="connsiteX8" fmla="*/ 3387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68"/>
                    </a:moveTo>
                    <a:cubicBezTo>
                      <a:pt x="4228" y="6568"/>
                      <a:pt x="5035" y="6234"/>
                      <a:pt x="5629" y="5639"/>
                    </a:cubicBezTo>
                    <a:cubicBezTo>
                      <a:pt x="6224" y="5044"/>
                      <a:pt x="6558" y="4237"/>
                      <a:pt x="6558" y="3396"/>
                    </a:cubicBezTo>
                    <a:cubicBezTo>
                      <a:pt x="6558" y="2554"/>
                      <a:pt x="6224" y="1747"/>
                      <a:pt x="5629" y="1152"/>
                    </a:cubicBezTo>
                    <a:cubicBezTo>
                      <a:pt x="5035" y="557"/>
                      <a:pt x="4228" y="223"/>
                      <a:pt x="3387" y="223"/>
                    </a:cubicBezTo>
                    <a:cubicBezTo>
                      <a:pt x="2546" y="223"/>
                      <a:pt x="1739" y="557"/>
                      <a:pt x="1144" y="1152"/>
                    </a:cubicBezTo>
                    <a:cubicBezTo>
                      <a:pt x="549" y="1747"/>
                      <a:pt x="215" y="2554"/>
                      <a:pt x="215" y="3396"/>
                    </a:cubicBezTo>
                    <a:cubicBezTo>
                      <a:pt x="215" y="4237"/>
                      <a:pt x="549" y="5044"/>
                      <a:pt x="1144" y="5639"/>
                    </a:cubicBezTo>
                    <a:cubicBezTo>
                      <a:pt x="1739" y="6234"/>
                      <a:pt x="2546" y="6568"/>
                      <a:pt x="3387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57" name="Freeform: Shape 4156">
                <a:extLst>
                  <a:ext uri="{FF2B5EF4-FFF2-40B4-BE49-F238E27FC236}">
                    <a16:creationId xmlns:a16="http://schemas.microsoft.com/office/drawing/2014/main" id="{25403B9D-C27D-84A4-D54E-5FD3B64F8262}"/>
                  </a:ext>
                </a:extLst>
              </p:cNvPr>
              <p:cNvSpPr/>
              <p:nvPr/>
            </p:nvSpPr>
            <p:spPr>
              <a:xfrm>
                <a:off x="3626691" y="6210544"/>
                <a:ext cx="6343" cy="6345"/>
              </a:xfrm>
              <a:custGeom>
                <a:avLst/>
                <a:gdLst>
                  <a:gd name="connsiteX0" fmla="*/ 3390 w 6343"/>
                  <a:gd name="connsiteY0" fmla="*/ 6561 h 6345"/>
                  <a:gd name="connsiteX1" fmla="*/ 5633 w 6343"/>
                  <a:gd name="connsiteY1" fmla="*/ 5631 h 6345"/>
                  <a:gd name="connsiteX2" fmla="*/ 6562 w 6343"/>
                  <a:gd name="connsiteY2" fmla="*/ 3388 h 6345"/>
                  <a:gd name="connsiteX3" fmla="*/ 5633 w 6343"/>
                  <a:gd name="connsiteY3" fmla="*/ 1144 h 6345"/>
                  <a:gd name="connsiteX4" fmla="*/ 3390 w 6343"/>
                  <a:gd name="connsiteY4" fmla="*/ 215 h 6345"/>
                  <a:gd name="connsiteX5" fmla="*/ 1148 w 6343"/>
                  <a:gd name="connsiteY5" fmla="*/ 1144 h 6345"/>
                  <a:gd name="connsiteX6" fmla="*/ 219 w 6343"/>
                  <a:gd name="connsiteY6" fmla="*/ 3388 h 6345"/>
                  <a:gd name="connsiteX7" fmla="*/ 1148 w 6343"/>
                  <a:gd name="connsiteY7" fmla="*/ 5631 h 6345"/>
                  <a:gd name="connsiteX8" fmla="*/ 3390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61"/>
                    </a:moveTo>
                    <a:cubicBezTo>
                      <a:pt x="4231" y="6561"/>
                      <a:pt x="5038" y="6226"/>
                      <a:pt x="5633" y="5631"/>
                    </a:cubicBezTo>
                    <a:cubicBezTo>
                      <a:pt x="6228" y="5036"/>
                      <a:pt x="6562" y="4229"/>
                      <a:pt x="6562" y="3388"/>
                    </a:cubicBezTo>
                    <a:cubicBezTo>
                      <a:pt x="6562" y="2546"/>
                      <a:pt x="6228" y="1739"/>
                      <a:pt x="5633" y="1144"/>
                    </a:cubicBezTo>
                    <a:cubicBezTo>
                      <a:pt x="5038" y="550"/>
                      <a:pt x="4231" y="215"/>
                      <a:pt x="3390" y="215"/>
                    </a:cubicBezTo>
                    <a:cubicBezTo>
                      <a:pt x="2549" y="215"/>
                      <a:pt x="1742" y="550"/>
                      <a:pt x="1148" y="1144"/>
                    </a:cubicBezTo>
                    <a:cubicBezTo>
                      <a:pt x="553" y="1739"/>
                      <a:pt x="219" y="2546"/>
                      <a:pt x="219" y="3388"/>
                    </a:cubicBezTo>
                    <a:cubicBezTo>
                      <a:pt x="219" y="4229"/>
                      <a:pt x="553" y="5036"/>
                      <a:pt x="1148" y="5631"/>
                    </a:cubicBezTo>
                    <a:cubicBezTo>
                      <a:pt x="1742" y="6226"/>
                      <a:pt x="2549" y="6561"/>
                      <a:pt x="3390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58" name="Freeform: Shape 4157">
                <a:extLst>
                  <a:ext uri="{FF2B5EF4-FFF2-40B4-BE49-F238E27FC236}">
                    <a16:creationId xmlns:a16="http://schemas.microsoft.com/office/drawing/2014/main" id="{E2241650-A290-5888-2616-BBB31FEAB399}"/>
                  </a:ext>
                </a:extLst>
              </p:cNvPr>
              <p:cNvSpPr/>
              <p:nvPr/>
            </p:nvSpPr>
            <p:spPr>
              <a:xfrm>
                <a:off x="3623782" y="6209022"/>
                <a:ext cx="6343" cy="6345"/>
              </a:xfrm>
              <a:custGeom>
                <a:avLst/>
                <a:gdLst>
                  <a:gd name="connsiteX0" fmla="*/ 3390 w 6343"/>
                  <a:gd name="connsiteY0" fmla="*/ 6560 h 6345"/>
                  <a:gd name="connsiteX1" fmla="*/ 5633 w 6343"/>
                  <a:gd name="connsiteY1" fmla="*/ 5631 h 6345"/>
                  <a:gd name="connsiteX2" fmla="*/ 6562 w 6343"/>
                  <a:gd name="connsiteY2" fmla="*/ 3388 h 6345"/>
                  <a:gd name="connsiteX3" fmla="*/ 5633 w 6343"/>
                  <a:gd name="connsiteY3" fmla="*/ 1144 h 6345"/>
                  <a:gd name="connsiteX4" fmla="*/ 3390 w 6343"/>
                  <a:gd name="connsiteY4" fmla="*/ 215 h 6345"/>
                  <a:gd name="connsiteX5" fmla="*/ 1147 w 6343"/>
                  <a:gd name="connsiteY5" fmla="*/ 1144 h 6345"/>
                  <a:gd name="connsiteX6" fmla="*/ 218 w 6343"/>
                  <a:gd name="connsiteY6" fmla="*/ 3388 h 6345"/>
                  <a:gd name="connsiteX7" fmla="*/ 1147 w 6343"/>
                  <a:gd name="connsiteY7" fmla="*/ 5631 h 6345"/>
                  <a:gd name="connsiteX8" fmla="*/ 3390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60"/>
                    </a:moveTo>
                    <a:cubicBezTo>
                      <a:pt x="4231" y="6560"/>
                      <a:pt x="5038" y="6226"/>
                      <a:pt x="5633" y="5631"/>
                    </a:cubicBezTo>
                    <a:cubicBezTo>
                      <a:pt x="6227" y="5036"/>
                      <a:pt x="6562" y="4229"/>
                      <a:pt x="6562" y="3388"/>
                    </a:cubicBezTo>
                    <a:cubicBezTo>
                      <a:pt x="6562" y="2546"/>
                      <a:pt x="6227" y="1739"/>
                      <a:pt x="5633" y="1144"/>
                    </a:cubicBezTo>
                    <a:cubicBezTo>
                      <a:pt x="5038" y="549"/>
                      <a:pt x="4231" y="215"/>
                      <a:pt x="3390" y="215"/>
                    </a:cubicBezTo>
                    <a:cubicBezTo>
                      <a:pt x="2549" y="215"/>
                      <a:pt x="1742" y="549"/>
                      <a:pt x="1147" y="1144"/>
                    </a:cubicBezTo>
                    <a:cubicBezTo>
                      <a:pt x="553" y="1739"/>
                      <a:pt x="218" y="2546"/>
                      <a:pt x="218" y="3388"/>
                    </a:cubicBezTo>
                    <a:cubicBezTo>
                      <a:pt x="218" y="4229"/>
                      <a:pt x="553" y="5036"/>
                      <a:pt x="1147" y="5631"/>
                    </a:cubicBezTo>
                    <a:cubicBezTo>
                      <a:pt x="1742" y="6226"/>
                      <a:pt x="2549" y="6560"/>
                      <a:pt x="3390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59" name="Freeform: Shape 4158">
                <a:extLst>
                  <a:ext uri="{FF2B5EF4-FFF2-40B4-BE49-F238E27FC236}">
                    <a16:creationId xmlns:a16="http://schemas.microsoft.com/office/drawing/2014/main" id="{FAA2417B-00B5-262C-BF59-F3EFB9DAB2DD}"/>
                  </a:ext>
                </a:extLst>
              </p:cNvPr>
              <p:cNvSpPr/>
              <p:nvPr/>
            </p:nvSpPr>
            <p:spPr>
              <a:xfrm>
                <a:off x="3566869" y="6308525"/>
                <a:ext cx="6343" cy="6345"/>
              </a:xfrm>
              <a:custGeom>
                <a:avLst/>
                <a:gdLst>
                  <a:gd name="connsiteX0" fmla="*/ 3386 w 6343"/>
                  <a:gd name="connsiteY0" fmla="*/ 6568 h 6345"/>
                  <a:gd name="connsiteX1" fmla="*/ 5628 w 6343"/>
                  <a:gd name="connsiteY1" fmla="*/ 5639 h 6345"/>
                  <a:gd name="connsiteX2" fmla="*/ 6557 w 6343"/>
                  <a:gd name="connsiteY2" fmla="*/ 3396 h 6345"/>
                  <a:gd name="connsiteX3" fmla="*/ 5628 w 6343"/>
                  <a:gd name="connsiteY3" fmla="*/ 1152 h 6345"/>
                  <a:gd name="connsiteX4" fmla="*/ 3386 w 6343"/>
                  <a:gd name="connsiteY4" fmla="*/ 223 h 6345"/>
                  <a:gd name="connsiteX5" fmla="*/ 1143 w 6343"/>
                  <a:gd name="connsiteY5" fmla="*/ 1152 h 6345"/>
                  <a:gd name="connsiteX6" fmla="*/ 214 w 6343"/>
                  <a:gd name="connsiteY6" fmla="*/ 3396 h 6345"/>
                  <a:gd name="connsiteX7" fmla="*/ 1143 w 6343"/>
                  <a:gd name="connsiteY7" fmla="*/ 5639 h 6345"/>
                  <a:gd name="connsiteX8" fmla="*/ 3386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68"/>
                    </a:moveTo>
                    <a:cubicBezTo>
                      <a:pt x="4227" y="6568"/>
                      <a:pt x="5033" y="6234"/>
                      <a:pt x="5628" y="5639"/>
                    </a:cubicBezTo>
                    <a:cubicBezTo>
                      <a:pt x="6223" y="5044"/>
                      <a:pt x="6557" y="4237"/>
                      <a:pt x="6557" y="3396"/>
                    </a:cubicBezTo>
                    <a:cubicBezTo>
                      <a:pt x="6557" y="2554"/>
                      <a:pt x="6223" y="1747"/>
                      <a:pt x="5628" y="1152"/>
                    </a:cubicBezTo>
                    <a:cubicBezTo>
                      <a:pt x="5033" y="557"/>
                      <a:pt x="4227" y="223"/>
                      <a:pt x="3386" y="223"/>
                    </a:cubicBezTo>
                    <a:cubicBezTo>
                      <a:pt x="2544" y="223"/>
                      <a:pt x="1738" y="557"/>
                      <a:pt x="1143" y="1152"/>
                    </a:cubicBezTo>
                    <a:cubicBezTo>
                      <a:pt x="548" y="1747"/>
                      <a:pt x="214" y="2554"/>
                      <a:pt x="214" y="3396"/>
                    </a:cubicBezTo>
                    <a:cubicBezTo>
                      <a:pt x="214" y="4237"/>
                      <a:pt x="548" y="5044"/>
                      <a:pt x="1143" y="5639"/>
                    </a:cubicBezTo>
                    <a:cubicBezTo>
                      <a:pt x="1738" y="6234"/>
                      <a:pt x="2544" y="6568"/>
                      <a:pt x="3386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60" name="Freeform: Shape 4159">
                <a:extLst>
                  <a:ext uri="{FF2B5EF4-FFF2-40B4-BE49-F238E27FC236}">
                    <a16:creationId xmlns:a16="http://schemas.microsoft.com/office/drawing/2014/main" id="{47BA3840-F342-A982-C8B1-21623B92F857}"/>
                  </a:ext>
                </a:extLst>
              </p:cNvPr>
              <p:cNvSpPr/>
              <p:nvPr/>
            </p:nvSpPr>
            <p:spPr>
              <a:xfrm>
                <a:off x="3560876" y="6311216"/>
                <a:ext cx="6343" cy="6345"/>
              </a:xfrm>
              <a:custGeom>
                <a:avLst/>
                <a:gdLst>
                  <a:gd name="connsiteX0" fmla="*/ 3385 w 6343"/>
                  <a:gd name="connsiteY0" fmla="*/ 6569 h 6345"/>
                  <a:gd name="connsiteX1" fmla="*/ 5628 w 6343"/>
                  <a:gd name="connsiteY1" fmla="*/ 5639 h 6345"/>
                  <a:gd name="connsiteX2" fmla="*/ 6557 w 6343"/>
                  <a:gd name="connsiteY2" fmla="*/ 3396 h 6345"/>
                  <a:gd name="connsiteX3" fmla="*/ 5628 w 6343"/>
                  <a:gd name="connsiteY3" fmla="*/ 1152 h 6345"/>
                  <a:gd name="connsiteX4" fmla="*/ 3385 w 6343"/>
                  <a:gd name="connsiteY4" fmla="*/ 223 h 6345"/>
                  <a:gd name="connsiteX5" fmla="*/ 1142 w 6343"/>
                  <a:gd name="connsiteY5" fmla="*/ 1152 h 6345"/>
                  <a:gd name="connsiteX6" fmla="*/ 214 w 6343"/>
                  <a:gd name="connsiteY6" fmla="*/ 3396 h 6345"/>
                  <a:gd name="connsiteX7" fmla="*/ 1142 w 6343"/>
                  <a:gd name="connsiteY7" fmla="*/ 5639 h 6345"/>
                  <a:gd name="connsiteX8" fmla="*/ 3385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69"/>
                    </a:moveTo>
                    <a:cubicBezTo>
                      <a:pt x="4226" y="6569"/>
                      <a:pt x="5033" y="6234"/>
                      <a:pt x="5628" y="5639"/>
                    </a:cubicBezTo>
                    <a:cubicBezTo>
                      <a:pt x="6222" y="5044"/>
                      <a:pt x="6557" y="4237"/>
                      <a:pt x="6557" y="3396"/>
                    </a:cubicBezTo>
                    <a:cubicBezTo>
                      <a:pt x="6557" y="2554"/>
                      <a:pt x="6222" y="1747"/>
                      <a:pt x="5628" y="1152"/>
                    </a:cubicBezTo>
                    <a:cubicBezTo>
                      <a:pt x="5033" y="557"/>
                      <a:pt x="4226" y="223"/>
                      <a:pt x="3385" y="223"/>
                    </a:cubicBezTo>
                    <a:cubicBezTo>
                      <a:pt x="2544" y="223"/>
                      <a:pt x="1737" y="557"/>
                      <a:pt x="1142" y="1152"/>
                    </a:cubicBezTo>
                    <a:cubicBezTo>
                      <a:pt x="548" y="1747"/>
                      <a:pt x="214" y="2554"/>
                      <a:pt x="214" y="3396"/>
                    </a:cubicBezTo>
                    <a:cubicBezTo>
                      <a:pt x="214" y="4237"/>
                      <a:pt x="548" y="5044"/>
                      <a:pt x="1142" y="5639"/>
                    </a:cubicBezTo>
                    <a:cubicBezTo>
                      <a:pt x="1737" y="6234"/>
                      <a:pt x="2544" y="6569"/>
                      <a:pt x="3385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61" name="Freeform: Shape 4160">
                <a:extLst>
                  <a:ext uri="{FF2B5EF4-FFF2-40B4-BE49-F238E27FC236}">
                    <a16:creationId xmlns:a16="http://schemas.microsoft.com/office/drawing/2014/main" id="{76BF4E9F-C0E5-34D7-D53F-6F685AE59CC3}"/>
                  </a:ext>
                </a:extLst>
              </p:cNvPr>
              <p:cNvSpPr/>
              <p:nvPr/>
            </p:nvSpPr>
            <p:spPr>
              <a:xfrm>
                <a:off x="3556643" y="6310575"/>
                <a:ext cx="6343" cy="6345"/>
              </a:xfrm>
              <a:custGeom>
                <a:avLst/>
                <a:gdLst>
                  <a:gd name="connsiteX0" fmla="*/ 3385 w 6343"/>
                  <a:gd name="connsiteY0" fmla="*/ 6568 h 6345"/>
                  <a:gd name="connsiteX1" fmla="*/ 5627 w 6343"/>
                  <a:gd name="connsiteY1" fmla="*/ 5639 h 6345"/>
                  <a:gd name="connsiteX2" fmla="*/ 6556 w 6343"/>
                  <a:gd name="connsiteY2" fmla="*/ 3396 h 6345"/>
                  <a:gd name="connsiteX3" fmla="*/ 5627 w 6343"/>
                  <a:gd name="connsiteY3" fmla="*/ 1152 h 6345"/>
                  <a:gd name="connsiteX4" fmla="*/ 3385 w 6343"/>
                  <a:gd name="connsiteY4" fmla="*/ 223 h 6345"/>
                  <a:gd name="connsiteX5" fmla="*/ 1142 w 6343"/>
                  <a:gd name="connsiteY5" fmla="*/ 1152 h 6345"/>
                  <a:gd name="connsiteX6" fmla="*/ 213 w 6343"/>
                  <a:gd name="connsiteY6" fmla="*/ 3396 h 6345"/>
                  <a:gd name="connsiteX7" fmla="*/ 1142 w 6343"/>
                  <a:gd name="connsiteY7" fmla="*/ 5639 h 6345"/>
                  <a:gd name="connsiteX8" fmla="*/ 3385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68"/>
                    </a:moveTo>
                    <a:cubicBezTo>
                      <a:pt x="4226" y="6568"/>
                      <a:pt x="5033" y="6234"/>
                      <a:pt x="5627" y="5639"/>
                    </a:cubicBezTo>
                    <a:cubicBezTo>
                      <a:pt x="6222" y="5044"/>
                      <a:pt x="6556" y="4237"/>
                      <a:pt x="6556" y="3396"/>
                    </a:cubicBezTo>
                    <a:cubicBezTo>
                      <a:pt x="6556" y="2554"/>
                      <a:pt x="6222" y="1747"/>
                      <a:pt x="5627" y="1152"/>
                    </a:cubicBezTo>
                    <a:cubicBezTo>
                      <a:pt x="5033" y="557"/>
                      <a:pt x="4226" y="223"/>
                      <a:pt x="3385" y="223"/>
                    </a:cubicBezTo>
                    <a:cubicBezTo>
                      <a:pt x="2544" y="223"/>
                      <a:pt x="1737" y="557"/>
                      <a:pt x="1142" y="1152"/>
                    </a:cubicBezTo>
                    <a:cubicBezTo>
                      <a:pt x="547" y="1747"/>
                      <a:pt x="213" y="2554"/>
                      <a:pt x="213" y="3396"/>
                    </a:cubicBezTo>
                    <a:cubicBezTo>
                      <a:pt x="213" y="4237"/>
                      <a:pt x="547" y="5044"/>
                      <a:pt x="1142" y="5639"/>
                    </a:cubicBezTo>
                    <a:cubicBezTo>
                      <a:pt x="1737" y="6234"/>
                      <a:pt x="2544" y="6568"/>
                      <a:pt x="3385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62" name="Freeform: Shape 4161">
                <a:extLst>
                  <a:ext uri="{FF2B5EF4-FFF2-40B4-BE49-F238E27FC236}">
                    <a16:creationId xmlns:a16="http://schemas.microsoft.com/office/drawing/2014/main" id="{4198682C-F214-B193-9740-0913262FFCC6}"/>
                  </a:ext>
                </a:extLst>
              </p:cNvPr>
              <p:cNvSpPr/>
              <p:nvPr/>
            </p:nvSpPr>
            <p:spPr>
              <a:xfrm>
                <a:off x="3553769" y="6307464"/>
                <a:ext cx="6343" cy="6345"/>
              </a:xfrm>
              <a:custGeom>
                <a:avLst/>
                <a:gdLst>
                  <a:gd name="connsiteX0" fmla="*/ 3385 w 6343"/>
                  <a:gd name="connsiteY0" fmla="*/ 6568 h 6345"/>
                  <a:gd name="connsiteX1" fmla="*/ 5627 w 6343"/>
                  <a:gd name="connsiteY1" fmla="*/ 5639 h 6345"/>
                  <a:gd name="connsiteX2" fmla="*/ 6556 w 6343"/>
                  <a:gd name="connsiteY2" fmla="*/ 3396 h 6345"/>
                  <a:gd name="connsiteX3" fmla="*/ 5627 w 6343"/>
                  <a:gd name="connsiteY3" fmla="*/ 1152 h 6345"/>
                  <a:gd name="connsiteX4" fmla="*/ 3385 w 6343"/>
                  <a:gd name="connsiteY4" fmla="*/ 223 h 6345"/>
                  <a:gd name="connsiteX5" fmla="*/ 1142 w 6343"/>
                  <a:gd name="connsiteY5" fmla="*/ 1152 h 6345"/>
                  <a:gd name="connsiteX6" fmla="*/ 213 w 6343"/>
                  <a:gd name="connsiteY6" fmla="*/ 3396 h 6345"/>
                  <a:gd name="connsiteX7" fmla="*/ 1142 w 6343"/>
                  <a:gd name="connsiteY7" fmla="*/ 5639 h 6345"/>
                  <a:gd name="connsiteX8" fmla="*/ 3385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68"/>
                    </a:moveTo>
                    <a:cubicBezTo>
                      <a:pt x="4226" y="6568"/>
                      <a:pt x="5032" y="6234"/>
                      <a:pt x="5627" y="5639"/>
                    </a:cubicBezTo>
                    <a:cubicBezTo>
                      <a:pt x="6222" y="5044"/>
                      <a:pt x="6556" y="4237"/>
                      <a:pt x="6556" y="3396"/>
                    </a:cubicBezTo>
                    <a:cubicBezTo>
                      <a:pt x="6556" y="2554"/>
                      <a:pt x="6222" y="1747"/>
                      <a:pt x="5627" y="1152"/>
                    </a:cubicBezTo>
                    <a:cubicBezTo>
                      <a:pt x="5032" y="557"/>
                      <a:pt x="4226" y="223"/>
                      <a:pt x="3385" y="223"/>
                    </a:cubicBezTo>
                    <a:cubicBezTo>
                      <a:pt x="2543" y="223"/>
                      <a:pt x="1737" y="557"/>
                      <a:pt x="1142" y="1152"/>
                    </a:cubicBezTo>
                    <a:cubicBezTo>
                      <a:pt x="547" y="1747"/>
                      <a:pt x="213" y="2554"/>
                      <a:pt x="213" y="3396"/>
                    </a:cubicBezTo>
                    <a:cubicBezTo>
                      <a:pt x="213" y="4237"/>
                      <a:pt x="547" y="5044"/>
                      <a:pt x="1142" y="5639"/>
                    </a:cubicBezTo>
                    <a:cubicBezTo>
                      <a:pt x="1737" y="6234"/>
                      <a:pt x="2543" y="6568"/>
                      <a:pt x="3385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63" name="Freeform: Shape 4162">
                <a:extLst>
                  <a:ext uri="{FF2B5EF4-FFF2-40B4-BE49-F238E27FC236}">
                    <a16:creationId xmlns:a16="http://schemas.microsoft.com/office/drawing/2014/main" id="{9045C735-45BC-6948-20E8-3F19B81454B7}"/>
                  </a:ext>
                </a:extLst>
              </p:cNvPr>
              <p:cNvSpPr/>
              <p:nvPr/>
            </p:nvSpPr>
            <p:spPr>
              <a:xfrm>
                <a:off x="3548702" y="6308255"/>
                <a:ext cx="6343" cy="6345"/>
              </a:xfrm>
              <a:custGeom>
                <a:avLst/>
                <a:gdLst>
                  <a:gd name="connsiteX0" fmla="*/ 3384 w 6343"/>
                  <a:gd name="connsiteY0" fmla="*/ 6568 h 6345"/>
                  <a:gd name="connsiteX1" fmla="*/ 5627 w 6343"/>
                  <a:gd name="connsiteY1" fmla="*/ 5639 h 6345"/>
                  <a:gd name="connsiteX2" fmla="*/ 6556 w 6343"/>
                  <a:gd name="connsiteY2" fmla="*/ 3396 h 6345"/>
                  <a:gd name="connsiteX3" fmla="*/ 5627 w 6343"/>
                  <a:gd name="connsiteY3" fmla="*/ 1152 h 6345"/>
                  <a:gd name="connsiteX4" fmla="*/ 3384 w 6343"/>
                  <a:gd name="connsiteY4" fmla="*/ 223 h 6345"/>
                  <a:gd name="connsiteX5" fmla="*/ 1141 w 6343"/>
                  <a:gd name="connsiteY5" fmla="*/ 1152 h 6345"/>
                  <a:gd name="connsiteX6" fmla="*/ 213 w 6343"/>
                  <a:gd name="connsiteY6" fmla="*/ 3396 h 6345"/>
                  <a:gd name="connsiteX7" fmla="*/ 1141 w 6343"/>
                  <a:gd name="connsiteY7" fmla="*/ 5639 h 6345"/>
                  <a:gd name="connsiteX8" fmla="*/ 3384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68"/>
                    </a:moveTo>
                    <a:cubicBezTo>
                      <a:pt x="4225" y="6568"/>
                      <a:pt x="5032" y="6234"/>
                      <a:pt x="5627" y="5639"/>
                    </a:cubicBezTo>
                    <a:cubicBezTo>
                      <a:pt x="6221" y="5044"/>
                      <a:pt x="6556" y="4237"/>
                      <a:pt x="6556" y="3396"/>
                    </a:cubicBezTo>
                    <a:cubicBezTo>
                      <a:pt x="6556" y="2554"/>
                      <a:pt x="6221" y="1747"/>
                      <a:pt x="5627" y="1152"/>
                    </a:cubicBezTo>
                    <a:cubicBezTo>
                      <a:pt x="5032" y="557"/>
                      <a:pt x="4225" y="223"/>
                      <a:pt x="3384" y="223"/>
                    </a:cubicBezTo>
                    <a:cubicBezTo>
                      <a:pt x="2543" y="223"/>
                      <a:pt x="1736" y="557"/>
                      <a:pt x="1141" y="1152"/>
                    </a:cubicBezTo>
                    <a:cubicBezTo>
                      <a:pt x="547" y="1747"/>
                      <a:pt x="213" y="2554"/>
                      <a:pt x="213" y="3396"/>
                    </a:cubicBezTo>
                    <a:cubicBezTo>
                      <a:pt x="213" y="4237"/>
                      <a:pt x="547" y="5044"/>
                      <a:pt x="1141" y="5639"/>
                    </a:cubicBezTo>
                    <a:cubicBezTo>
                      <a:pt x="1736" y="6234"/>
                      <a:pt x="2543" y="6568"/>
                      <a:pt x="3384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64" name="Freeform: Shape 4163">
                <a:extLst>
                  <a:ext uri="{FF2B5EF4-FFF2-40B4-BE49-F238E27FC236}">
                    <a16:creationId xmlns:a16="http://schemas.microsoft.com/office/drawing/2014/main" id="{D4270D34-84AC-00BB-C234-80889163257E}"/>
                  </a:ext>
                </a:extLst>
              </p:cNvPr>
              <p:cNvSpPr/>
              <p:nvPr/>
            </p:nvSpPr>
            <p:spPr>
              <a:xfrm>
                <a:off x="3545432" y="6305843"/>
                <a:ext cx="6343" cy="6345"/>
              </a:xfrm>
              <a:custGeom>
                <a:avLst/>
                <a:gdLst>
                  <a:gd name="connsiteX0" fmla="*/ 3384 w 6343"/>
                  <a:gd name="connsiteY0" fmla="*/ 6568 h 6345"/>
                  <a:gd name="connsiteX1" fmla="*/ 5626 w 6343"/>
                  <a:gd name="connsiteY1" fmla="*/ 5639 h 6345"/>
                  <a:gd name="connsiteX2" fmla="*/ 6555 w 6343"/>
                  <a:gd name="connsiteY2" fmla="*/ 3395 h 6345"/>
                  <a:gd name="connsiteX3" fmla="*/ 5626 w 6343"/>
                  <a:gd name="connsiteY3" fmla="*/ 1152 h 6345"/>
                  <a:gd name="connsiteX4" fmla="*/ 3384 w 6343"/>
                  <a:gd name="connsiteY4" fmla="*/ 223 h 6345"/>
                  <a:gd name="connsiteX5" fmla="*/ 1141 w 6343"/>
                  <a:gd name="connsiteY5" fmla="*/ 1152 h 6345"/>
                  <a:gd name="connsiteX6" fmla="*/ 212 w 6343"/>
                  <a:gd name="connsiteY6" fmla="*/ 3395 h 6345"/>
                  <a:gd name="connsiteX7" fmla="*/ 1141 w 6343"/>
                  <a:gd name="connsiteY7" fmla="*/ 5639 h 6345"/>
                  <a:gd name="connsiteX8" fmla="*/ 3384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68"/>
                    </a:moveTo>
                    <a:cubicBezTo>
                      <a:pt x="4225" y="6568"/>
                      <a:pt x="5032" y="6234"/>
                      <a:pt x="5626" y="5639"/>
                    </a:cubicBezTo>
                    <a:cubicBezTo>
                      <a:pt x="6221" y="5044"/>
                      <a:pt x="6555" y="4237"/>
                      <a:pt x="6555" y="3395"/>
                    </a:cubicBezTo>
                    <a:cubicBezTo>
                      <a:pt x="6555" y="2554"/>
                      <a:pt x="6221" y="1747"/>
                      <a:pt x="5626" y="1152"/>
                    </a:cubicBezTo>
                    <a:cubicBezTo>
                      <a:pt x="5032" y="557"/>
                      <a:pt x="4225" y="223"/>
                      <a:pt x="3384" y="223"/>
                    </a:cubicBezTo>
                    <a:cubicBezTo>
                      <a:pt x="2543" y="223"/>
                      <a:pt x="1736" y="557"/>
                      <a:pt x="1141" y="1152"/>
                    </a:cubicBezTo>
                    <a:cubicBezTo>
                      <a:pt x="546" y="1747"/>
                      <a:pt x="212" y="2554"/>
                      <a:pt x="212" y="3395"/>
                    </a:cubicBezTo>
                    <a:cubicBezTo>
                      <a:pt x="212" y="4237"/>
                      <a:pt x="546" y="5044"/>
                      <a:pt x="1141" y="5639"/>
                    </a:cubicBezTo>
                    <a:cubicBezTo>
                      <a:pt x="1736" y="6234"/>
                      <a:pt x="2543" y="6568"/>
                      <a:pt x="3384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65" name="Freeform: Shape 4164">
                <a:extLst>
                  <a:ext uri="{FF2B5EF4-FFF2-40B4-BE49-F238E27FC236}">
                    <a16:creationId xmlns:a16="http://schemas.microsoft.com/office/drawing/2014/main" id="{35CFAA44-C86A-C86E-F327-3EC5099DA57B}"/>
                  </a:ext>
                </a:extLst>
              </p:cNvPr>
              <p:cNvSpPr/>
              <p:nvPr/>
            </p:nvSpPr>
            <p:spPr>
              <a:xfrm>
                <a:off x="3538934" y="6308979"/>
                <a:ext cx="6343" cy="6345"/>
              </a:xfrm>
              <a:custGeom>
                <a:avLst/>
                <a:gdLst>
                  <a:gd name="connsiteX0" fmla="*/ 3383 w 6343"/>
                  <a:gd name="connsiteY0" fmla="*/ 6568 h 6345"/>
                  <a:gd name="connsiteX1" fmla="*/ 5626 w 6343"/>
                  <a:gd name="connsiteY1" fmla="*/ 5639 h 6345"/>
                  <a:gd name="connsiteX2" fmla="*/ 6555 w 6343"/>
                  <a:gd name="connsiteY2" fmla="*/ 3396 h 6345"/>
                  <a:gd name="connsiteX3" fmla="*/ 5626 w 6343"/>
                  <a:gd name="connsiteY3" fmla="*/ 1152 h 6345"/>
                  <a:gd name="connsiteX4" fmla="*/ 3383 w 6343"/>
                  <a:gd name="connsiteY4" fmla="*/ 223 h 6345"/>
                  <a:gd name="connsiteX5" fmla="*/ 1141 w 6343"/>
                  <a:gd name="connsiteY5" fmla="*/ 1152 h 6345"/>
                  <a:gd name="connsiteX6" fmla="*/ 212 w 6343"/>
                  <a:gd name="connsiteY6" fmla="*/ 3396 h 6345"/>
                  <a:gd name="connsiteX7" fmla="*/ 1141 w 6343"/>
                  <a:gd name="connsiteY7" fmla="*/ 5639 h 6345"/>
                  <a:gd name="connsiteX8" fmla="*/ 3383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68"/>
                    </a:moveTo>
                    <a:cubicBezTo>
                      <a:pt x="4224" y="6568"/>
                      <a:pt x="5031" y="6234"/>
                      <a:pt x="5626" y="5639"/>
                    </a:cubicBezTo>
                    <a:cubicBezTo>
                      <a:pt x="6221" y="5044"/>
                      <a:pt x="6555" y="4237"/>
                      <a:pt x="6555" y="3396"/>
                    </a:cubicBezTo>
                    <a:cubicBezTo>
                      <a:pt x="6555" y="2554"/>
                      <a:pt x="6221" y="1747"/>
                      <a:pt x="5626" y="1152"/>
                    </a:cubicBezTo>
                    <a:cubicBezTo>
                      <a:pt x="5031" y="557"/>
                      <a:pt x="4224" y="223"/>
                      <a:pt x="3383" y="223"/>
                    </a:cubicBezTo>
                    <a:cubicBezTo>
                      <a:pt x="2542" y="223"/>
                      <a:pt x="1735" y="557"/>
                      <a:pt x="1141" y="1152"/>
                    </a:cubicBezTo>
                    <a:cubicBezTo>
                      <a:pt x="546" y="1747"/>
                      <a:pt x="212" y="2554"/>
                      <a:pt x="212" y="3396"/>
                    </a:cubicBezTo>
                    <a:cubicBezTo>
                      <a:pt x="212" y="4237"/>
                      <a:pt x="546" y="5044"/>
                      <a:pt x="1141" y="5639"/>
                    </a:cubicBezTo>
                    <a:cubicBezTo>
                      <a:pt x="1735" y="6234"/>
                      <a:pt x="2542" y="6568"/>
                      <a:pt x="3383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66" name="Freeform: Shape 4165">
                <a:extLst>
                  <a:ext uri="{FF2B5EF4-FFF2-40B4-BE49-F238E27FC236}">
                    <a16:creationId xmlns:a16="http://schemas.microsoft.com/office/drawing/2014/main" id="{F9D3EB84-AE9B-9144-2A87-86DF9CC61987}"/>
                  </a:ext>
                </a:extLst>
              </p:cNvPr>
              <p:cNvSpPr/>
              <p:nvPr/>
            </p:nvSpPr>
            <p:spPr>
              <a:xfrm>
                <a:off x="3536749" y="6304674"/>
                <a:ext cx="6343" cy="6345"/>
              </a:xfrm>
              <a:custGeom>
                <a:avLst/>
                <a:gdLst>
                  <a:gd name="connsiteX0" fmla="*/ 3383 w 6343"/>
                  <a:gd name="connsiteY0" fmla="*/ 6568 h 6345"/>
                  <a:gd name="connsiteX1" fmla="*/ 5626 w 6343"/>
                  <a:gd name="connsiteY1" fmla="*/ 5639 h 6345"/>
                  <a:gd name="connsiteX2" fmla="*/ 6555 w 6343"/>
                  <a:gd name="connsiteY2" fmla="*/ 3395 h 6345"/>
                  <a:gd name="connsiteX3" fmla="*/ 5626 w 6343"/>
                  <a:gd name="connsiteY3" fmla="*/ 1152 h 6345"/>
                  <a:gd name="connsiteX4" fmla="*/ 3383 w 6343"/>
                  <a:gd name="connsiteY4" fmla="*/ 223 h 6345"/>
                  <a:gd name="connsiteX5" fmla="*/ 1141 w 6343"/>
                  <a:gd name="connsiteY5" fmla="*/ 1152 h 6345"/>
                  <a:gd name="connsiteX6" fmla="*/ 212 w 6343"/>
                  <a:gd name="connsiteY6" fmla="*/ 3395 h 6345"/>
                  <a:gd name="connsiteX7" fmla="*/ 1141 w 6343"/>
                  <a:gd name="connsiteY7" fmla="*/ 5639 h 6345"/>
                  <a:gd name="connsiteX8" fmla="*/ 3383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68"/>
                    </a:moveTo>
                    <a:cubicBezTo>
                      <a:pt x="4224" y="6568"/>
                      <a:pt x="5031" y="6234"/>
                      <a:pt x="5626" y="5639"/>
                    </a:cubicBezTo>
                    <a:cubicBezTo>
                      <a:pt x="6221" y="5044"/>
                      <a:pt x="6555" y="4237"/>
                      <a:pt x="6555" y="3395"/>
                    </a:cubicBezTo>
                    <a:cubicBezTo>
                      <a:pt x="6555" y="2554"/>
                      <a:pt x="6221" y="1747"/>
                      <a:pt x="5626" y="1152"/>
                    </a:cubicBezTo>
                    <a:cubicBezTo>
                      <a:pt x="5031" y="557"/>
                      <a:pt x="4224" y="223"/>
                      <a:pt x="3383" y="223"/>
                    </a:cubicBezTo>
                    <a:cubicBezTo>
                      <a:pt x="2542" y="223"/>
                      <a:pt x="1735" y="557"/>
                      <a:pt x="1141" y="1152"/>
                    </a:cubicBezTo>
                    <a:cubicBezTo>
                      <a:pt x="546" y="1747"/>
                      <a:pt x="212" y="2554"/>
                      <a:pt x="212" y="3395"/>
                    </a:cubicBezTo>
                    <a:cubicBezTo>
                      <a:pt x="212" y="4237"/>
                      <a:pt x="546" y="5044"/>
                      <a:pt x="1141" y="5639"/>
                    </a:cubicBezTo>
                    <a:cubicBezTo>
                      <a:pt x="1735" y="6234"/>
                      <a:pt x="2542" y="6568"/>
                      <a:pt x="3383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67" name="Freeform: Shape 4166">
                <a:extLst>
                  <a:ext uri="{FF2B5EF4-FFF2-40B4-BE49-F238E27FC236}">
                    <a16:creationId xmlns:a16="http://schemas.microsoft.com/office/drawing/2014/main" id="{C00B16D0-4B2B-77B2-BEDE-61861AA8CAED}"/>
                  </a:ext>
                </a:extLst>
              </p:cNvPr>
              <p:cNvSpPr/>
              <p:nvPr/>
            </p:nvSpPr>
            <p:spPr>
              <a:xfrm>
                <a:off x="3532437" y="6303980"/>
                <a:ext cx="6343" cy="6345"/>
              </a:xfrm>
              <a:custGeom>
                <a:avLst/>
                <a:gdLst>
                  <a:gd name="connsiteX0" fmla="*/ 3383 w 6343"/>
                  <a:gd name="connsiteY0" fmla="*/ 6568 h 6345"/>
                  <a:gd name="connsiteX1" fmla="*/ 5625 w 6343"/>
                  <a:gd name="connsiteY1" fmla="*/ 5639 h 6345"/>
                  <a:gd name="connsiteX2" fmla="*/ 6554 w 6343"/>
                  <a:gd name="connsiteY2" fmla="*/ 3395 h 6345"/>
                  <a:gd name="connsiteX3" fmla="*/ 5625 w 6343"/>
                  <a:gd name="connsiteY3" fmla="*/ 1152 h 6345"/>
                  <a:gd name="connsiteX4" fmla="*/ 3383 w 6343"/>
                  <a:gd name="connsiteY4" fmla="*/ 223 h 6345"/>
                  <a:gd name="connsiteX5" fmla="*/ 1140 w 6343"/>
                  <a:gd name="connsiteY5" fmla="*/ 1152 h 6345"/>
                  <a:gd name="connsiteX6" fmla="*/ 211 w 6343"/>
                  <a:gd name="connsiteY6" fmla="*/ 3395 h 6345"/>
                  <a:gd name="connsiteX7" fmla="*/ 1140 w 6343"/>
                  <a:gd name="connsiteY7" fmla="*/ 5639 h 6345"/>
                  <a:gd name="connsiteX8" fmla="*/ 3383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68"/>
                    </a:moveTo>
                    <a:cubicBezTo>
                      <a:pt x="4224" y="6568"/>
                      <a:pt x="5031" y="6234"/>
                      <a:pt x="5625" y="5639"/>
                    </a:cubicBezTo>
                    <a:cubicBezTo>
                      <a:pt x="6220" y="5044"/>
                      <a:pt x="6554" y="4237"/>
                      <a:pt x="6554" y="3395"/>
                    </a:cubicBezTo>
                    <a:cubicBezTo>
                      <a:pt x="6554" y="2554"/>
                      <a:pt x="6220" y="1747"/>
                      <a:pt x="5625" y="1152"/>
                    </a:cubicBezTo>
                    <a:cubicBezTo>
                      <a:pt x="5031" y="557"/>
                      <a:pt x="4224" y="223"/>
                      <a:pt x="3383" y="223"/>
                    </a:cubicBezTo>
                    <a:cubicBezTo>
                      <a:pt x="2542" y="223"/>
                      <a:pt x="1735" y="557"/>
                      <a:pt x="1140" y="1152"/>
                    </a:cubicBezTo>
                    <a:cubicBezTo>
                      <a:pt x="545" y="1747"/>
                      <a:pt x="211" y="2554"/>
                      <a:pt x="211" y="3395"/>
                    </a:cubicBezTo>
                    <a:cubicBezTo>
                      <a:pt x="211" y="4237"/>
                      <a:pt x="545" y="5044"/>
                      <a:pt x="1140" y="5639"/>
                    </a:cubicBezTo>
                    <a:cubicBezTo>
                      <a:pt x="1735" y="6234"/>
                      <a:pt x="2542" y="6568"/>
                      <a:pt x="3383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68" name="Freeform: Shape 4167">
                <a:extLst>
                  <a:ext uri="{FF2B5EF4-FFF2-40B4-BE49-F238E27FC236}">
                    <a16:creationId xmlns:a16="http://schemas.microsoft.com/office/drawing/2014/main" id="{C3BB116E-3C65-F953-5215-692B2D0F6972}"/>
                  </a:ext>
                </a:extLst>
              </p:cNvPr>
              <p:cNvSpPr/>
              <p:nvPr/>
            </p:nvSpPr>
            <p:spPr>
              <a:xfrm>
                <a:off x="3610366" y="6167938"/>
                <a:ext cx="6343" cy="6345"/>
              </a:xfrm>
              <a:custGeom>
                <a:avLst/>
                <a:gdLst>
                  <a:gd name="connsiteX0" fmla="*/ 3389 w 6343"/>
                  <a:gd name="connsiteY0" fmla="*/ 6557 h 6345"/>
                  <a:gd name="connsiteX1" fmla="*/ 5632 w 6343"/>
                  <a:gd name="connsiteY1" fmla="*/ 5628 h 6345"/>
                  <a:gd name="connsiteX2" fmla="*/ 6561 w 6343"/>
                  <a:gd name="connsiteY2" fmla="*/ 3385 h 6345"/>
                  <a:gd name="connsiteX3" fmla="*/ 5632 w 6343"/>
                  <a:gd name="connsiteY3" fmla="*/ 1141 h 6345"/>
                  <a:gd name="connsiteX4" fmla="*/ 3389 w 6343"/>
                  <a:gd name="connsiteY4" fmla="*/ 212 h 6345"/>
                  <a:gd name="connsiteX5" fmla="*/ 1146 w 6343"/>
                  <a:gd name="connsiteY5" fmla="*/ 1141 h 6345"/>
                  <a:gd name="connsiteX6" fmla="*/ 217 w 6343"/>
                  <a:gd name="connsiteY6" fmla="*/ 3385 h 6345"/>
                  <a:gd name="connsiteX7" fmla="*/ 1146 w 6343"/>
                  <a:gd name="connsiteY7" fmla="*/ 5628 h 6345"/>
                  <a:gd name="connsiteX8" fmla="*/ 3389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7"/>
                    </a:moveTo>
                    <a:cubicBezTo>
                      <a:pt x="4230" y="6557"/>
                      <a:pt x="5037" y="6223"/>
                      <a:pt x="5632" y="5628"/>
                    </a:cubicBezTo>
                    <a:cubicBezTo>
                      <a:pt x="6226" y="5033"/>
                      <a:pt x="6561" y="4226"/>
                      <a:pt x="6561" y="3385"/>
                    </a:cubicBezTo>
                    <a:cubicBezTo>
                      <a:pt x="6561" y="2543"/>
                      <a:pt x="6226" y="1736"/>
                      <a:pt x="5632" y="1141"/>
                    </a:cubicBezTo>
                    <a:cubicBezTo>
                      <a:pt x="5037" y="546"/>
                      <a:pt x="4230" y="212"/>
                      <a:pt x="3389" y="212"/>
                    </a:cubicBezTo>
                    <a:cubicBezTo>
                      <a:pt x="2548" y="212"/>
                      <a:pt x="1741" y="546"/>
                      <a:pt x="1146" y="1141"/>
                    </a:cubicBezTo>
                    <a:cubicBezTo>
                      <a:pt x="552" y="1736"/>
                      <a:pt x="217" y="2543"/>
                      <a:pt x="217" y="3385"/>
                    </a:cubicBezTo>
                    <a:cubicBezTo>
                      <a:pt x="217" y="4226"/>
                      <a:pt x="552" y="5033"/>
                      <a:pt x="1146" y="5628"/>
                    </a:cubicBezTo>
                    <a:cubicBezTo>
                      <a:pt x="1741" y="6223"/>
                      <a:pt x="2548" y="6557"/>
                      <a:pt x="3389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69" name="Freeform: Shape 4168">
                <a:extLst>
                  <a:ext uri="{FF2B5EF4-FFF2-40B4-BE49-F238E27FC236}">
                    <a16:creationId xmlns:a16="http://schemas.microsoft.com/office/drawing/2014/main" id="{964490BA-6D0E-A24B-595F-706CD6626DF5}"/>
                  </a:ext>
                </a:extLst>
              </p:cNvPr>
              <p:cNvSpPr/>
              <p:nvPr/>
            </p:nvSpPr>
            <p:spPr>
              <a:xfrm>
                <a:off x="3610503" y="6161799"/>
                <a:ext cx="6343" cy="6345"/>
              </a:xfrm>
              <a:custGeom>
                <a:avLst/>
                <a:gdLst>
                  <a:gd name="connsiteX0" fmla="*/ 3389 w 6343"/>
                  <a:gd name="connsiteY0" fmla="*/ 6557 h 6345"/>
                  <a:gd name="connsiteX1" fmla="*/ 5632 w 6343"/>
                  <a:gd name="connsiteY1" fmla="*/ 5628 h 6345"/>
                  <a:gd name="connsiteX2" fmla="*/ 6561 w 6343"/>
                  <a:gd name="connsiteY2" fmla="*/ 3384 h 6345"/>
                  <a:gd name="connsiteX3" fmla="*/ 5632 w 6343"/>
                  <a:gd name="connsiteY3" fmla="*/ 1141 h 6345"/>
                  <a:gd name="connsiteX4" fmla="*/ 3389 w 6343"/>
                  <a:gd name="connsiteY4" fmla="*/ 211 h 6345"/>
                  <a:gd name="connsiteX5" fmla="*/ 1146 w 6343"/>
                  <a:gd name="connsiteY5" fmla="*/ 1141 h 6345"/>
                  <a:gd name="connsiteX6" fmla="*/ 217 w 6343"/>
                  <a:gd name="connsiteY6" fmla="*/ 3384 h 6345"/>
                  <a:gd name="connsiteX7" fmla="*/ 1146 w 6343"/>
                  <a:gd name="connsiteY7" fmla="*/ 5628 h 6345"/>
                  <a:gd name="connsiteX8" fmla="*/ 3389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7"/>
                    </a:moveTo>
                    <a:cubicBezTo>
                      <a:pt x="4230" y="6557"/>
                      <a:pt x="5037" y="6222"/>
                      <a:pt x="5632" y="5628"/>
                    </a:cubicBezTo>
                    <a:cubicBezTo>
                      <a:pt x="6226" y="5033"/>
                      <a:pt x="6561" y="4225"/>
                      <a:pt x="6561" y="3384"/>
                    </a:cubicBezTo>
                    <a:cubicBezTo>
                      <a:pt x="6561" y="2543"/>
                      <a:pt x="6226" y="1736"/>
                      <a:pt x="5632" y="1141"/>
                    </a:cubicBezTo>
                    <a:cubicBezTo>
                      <a:pt x="5037" y="546"/>
                      <a:pt x="4230" y="211"/>
                      <a:pt x="3389" y="211"/>
                    </a:cubicBezTo>
                    <a:cubicBezTo>
                      <a:pt x="2548" y="211"/>
                      <a:pt x="1741" y="546"/>
                      <a:pt x="1146" y="1141"/>
                    </a:cubicBezTo>
                    <a:cubicBezTo>
                      <a:pt x="552" y="1736"/>
                      <a:pt x="217" y="2543"/>
                      <a:pt x="217" y="3384"/>
                    </a:cubicBezTo>
                    <a:cubicBezTo>
                      <a:pt x="217" y="4225"/>
                      <a:pt x="552" y="5033"/>
                      <a:pt x="1146" y="5628"/>
                    </a:cubicBezTo>
                    <a:cubicBezTo>
                      <a:pt x="1741" y="6222"/>
                      <a:pt x="2548" y="6557"/>
                      <a:pt x="3389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70" name="Freeform: Shape 4169">
                <a:extLst>
                  <a:ext uri="{FF2B5EF4-FFF2-40B4-BE49-F238E27FC236}">
                    <a16:creationId xmlns:a16="http://schemas.microsoft.com/office/drawing/2014/main" id="{9EC8219F-521F-BEAA-B1C5-F1C9F84D9E52}"/>
                  </a:ext>
                </a:extLst>
              </p:cNvPr>
              <p:cNvSpPr/>
              <p:nvPr/>
            </p:nvSpPr>
            <p:spPr>
              <a:xfrm>
                <a:off x="3609751" y="6157206"/>
                <a:ext cx="6343" cy="6345"/>
              </a:xfrm>
              <a:custGeom>
                <a:avLst/>
                <a:gdLst>
                  <a:gd name="connsiteX0" fmla="*/ 3389 w 6343"/>
                  <a:gd name="connsiteY0" fmla="*/ 6556 h 6345"/>
                  <a:gd name="connsiteX1" fmla="*/ 5632 w 6343"/>
                  <a:gd name="connsiteY1" fmla="*/ 5627 h 6345"/>
                  <a:gd name="connsiteX2" fmla="*/ 6560 w 6343"/>
                  <a:gd name="connsiteY2" fmla="*/ 3384 h 6345"/>
                  <a:gd name="connsiteX3" fmla="*/ 5632 w 6343"/>
                  <a:gd name="connsiteY3" fmla="*/ 1140 h 6345"/>
                  <a:gd name="connsiteX4" fmla="*/ 3389 w 6343"/>
                  <a:gd name="connsiteY4" fmla="*/ 211 h 6345"/>
                  <a:gd name="connsiteX5" fmla="*/ 1146 w 6343"/>
                  <a:gd name="connsiteY5" fmla="*/ 1140 h 6345"/>
                  <a:gd name="connsiteX6" fmla="*/ 217 w 6343"/>
                  <a:gd name="connsiteY6" fmla="*/ 3384 h 6345"/>
                  <a:gd name="connsiteX7" fmla="*/ 1146 w 6343"/>
                  <a:gd name="connsiteY7" fmla="*/ 5627 h 6345"/>
                  <a:gd name="connsiteX8" fmla="*/ 3389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6"/>
                    </a:moveTo>
                    <a:cubicBezTo>
                      <a:pt x="4230" y="6556"/>
                      <a:pt x="5037" y="6222"/>
                      <a:pt x="5632" y="5627"/>
                    </a:cubicBezTo>
                    <a:cubicBezTo>
                      <a:pt x="6226" y="5032"/>
                      <a:pt x="6560" y="4225"/>
                      <a:pt x="6560" y="3384"/>
                    </a:cubicBezTo>
                    <a:cubicBezTo>
                      <a:pt x="6560" y="2542"/>
                      <a:pt x="6226" y="1735"/>
                      <a:pt x="5632" y="1140"/>
                    </a:cubicBezTo>
                    <a:cubicBezTo>
                      <a:pt x="5037" y="545"/>
                      <a:pt x="4230" y="211"/>
                      <a:pt x="3389" y="211"/>
                    </a:cubicBezTo>
                    <a:cubicBezTo>
                      <a:pt x="2548" y="211"/>
                      <a:pt x="1741" y="545"/>
                      <a:pt x="1146" y="1140"/>
                    </a:cubicBezTo>
                    <a:cubicBezTo>
                      <a:pt x="552" y="1735"/>
                      <a:pt x="217" y="2542"/>
                      <a:pt x="217" y="3384"/>
                    </a:cubicBezTo>
                    <a:cubicBezTo>
                      <a:pt x="217" y="4225"/>
                      <a:pt x="552" y="5032"/>
                      <a:pt x="1146" y="5627"/>
                    </a:cubicBezTo>
                    <a:cubicBezTo>
                      <a:pt x="1741" y="6222"/>
                      <a:pt x="2548" y="6556"/>
                      <a:pt x="3389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71" name="Freeform: Shape 4170">
                <a:extLst>
                  <a:ext uri="{FF2B5EF4-FFF2-40B4-BE49-F238E27FC236}">
                    <a16:creationId xmlns:a16="http://schemas.microsoft.com/office/drawing/2014/main" id="{03F23EF9-976F-B5DE-A6F9-D3AA778B6B38}"/>
                  </a:ext>
                </a:extLst>
              </p:cNvPr>
              <p:cNvSpPr/>
              <p:nvPr/>
            </p:nvSpPr>
            <p:spPr>
              <a:xfrm>
                <a:off x="3609782" y="6151458"/>
                <a:ext cx="6343" cy="6345"/>
              </a:xfrm>
              <a:custGeom>
                <a:avLst/>
                <a:gdLst>
                  <a:gd name="connsiteX0" fmla="*/ 3389 w 6343"/>
                  <a:gd name="connsiteY0" fmla="*/ 6556 h 6345"/>
                  <a:gd name="connsiteX1" fmla="*/ 5632 w 6343"/>
                  <a:gd name="connsiteY1" fmla="*/ 5627 h 6345"/>
                  <a:gd name="connsiteX2" fmla="*/ 6560 w 6343"/>
                  <a:gd name="connsiteY2" fmla="*/ 3383 h 6345"/>
                  <a:gd name="connsiteX3" fmla="*/ 5632 w 6343"/>
                  <a:gd name="connsiteY3" fmla="*/ 1140 h 6345"/>
                  <a:gd name="connsiteX4" fmla="*/ 3389 w 6343"/>
                  <a:gd name="connsiteY4" fmla="*/ 211 h 6345"/>
                  <a:gd name="connsiteX5" fmla="*/ 1146 w 6343"/>
                  <a:gd name="connsiteY5" fmla="*/ 1140 h 6345"/>
                  <a:gd name="connsiteX6" fmla="*/ 217 w 6343"/>
                  <a:gd name="connsiteY6" fmla="*/ 3383 h 6345"/>
                  <a:gd name="connsiteX7" fmla="*/ 1146 w 6343"/>
                  <a:gd name="connsiteY7" fmla="*/ 5627 h 6345"/>
                  <a:gd name="connsiteX8" fmla="*/ 3389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6"/>
                    </a:moveTo>
                    <a:cubicBezTo>
                      <a:pt x="4230" y="6556"/>
                      <a:pt x="5037" y="6222"/>
                      <a:pt x="5632" y="5627"/>
                    </a:cubicBezTo>
                    <a:cubicBezTo>
                      <a:pt x="6226" y="5032"/>
                      <a:pt x="6560" y="4225"/>
                      <a:pt x="6560" y="3383"/>
                    </a:cubicBezTo>
                    <a:cubicBezTo>
                      <a:pt x="6560" y="2542"/>
                      <a:pt x="6226" y="1735"/>
                      <a:pt x="5632" y="1140"/>
                    </a:cubicBezTo>
                    <a:cubicBezTo>
                      <a:pt x="5037" y="545"/>
                      <a:pt x="4230" y="211"/>
                      <a:pt x="3389" y="211"/>
                    </a:cubicBezTo>
                    <a:cubicBezTo>
                      <a:pt x="2548" y="211"/>
                      <a:pt x="1741" y="545"/>
                      <a:pt x="1146" y="1140"/>
                    </a:cubicBezTo>
                    <a:cubicBezTo>
                      <a:pt x="552" y="1735"/>
                      <a:pt x="217" y="2542"/>
                      <a:pt x="217" y="3383"/>
                    </a:cubicBezTo>
                    <a:cubicBezTo>
                      <a:pt x="217" y="4225"/>
                      <a:pt x="552" y="5032"/>
                      <a:pt x="1146" y="5627"/>
                    </a:cubicBezTo>
                    <a:cubicBezTo>
                      <a:pt x="1741" y="6222"/>
                      <a:pt x="2548" y="6556"/>
                      <a:pt x="3389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72" name="Freeform: Shape 4171">
                <a:extLst>
                  <a:ext uri="{FF2B5EF4-FFF2-40B4-BE49-F238E27FC236}">
                    <a16:creationId xmlns:a16="http://schemas.microsoft.com/office/drawing/2014/main" id="{BAC91F6F-01FD-2C71-1AE0-FB8CD9882C55}"/>
                  </a:ext>
                </a:extLst>
              </p:cNvPr>
              <p:cNvSpPr/>
              <p:nvPr/>
            </p:nvSpPr>
            <p:spPr>
              <a:xfrm>
                <a:off x="3608567" y="6147761"/>
                <a:ext cx="6343" cy="6345"/>
              </a:xfrm>
              <a:custGeom>
                <a:avLst/>
                <a:gdLst>
                  <a:gd name="connsiteX0" fmla="*/ 3389 w 6343"/>
                  <a:gd name="connsiteY0" fmla="*/ 6556 h 6345"/>
                  <a:gd name="connsiteX1" fmla="*/ 5631 w 6343"/>
                  <a:gd name="connsiteY1" fmla="*/ 5626 h 6345"/>
                  <a:gd name="connsiteX2" fmla="*/ 6560 w 6343"/>
                  <a:gd name="connsiteY2" fmla="*/ 3383 h 6345"/>
                  <a:gd name="connsiteX3" fmla="*/ 5631 w 6343"/>
                  <a:gd name="connsiteY3" fmla="*/ 1140 h 6345"/>
                  <a:gd name="connsiteX4" fmla="*/ 3389 w 6343"/>
                  <a:gd name="connsiteY4" fmla="*/ 210 h 6345"/>
                  <a:gd name="connsiteX5" fmla="*/ 1146 w 6343"/>
                  <a:gd name="connsiteY5" fmla="*/ 1140 h 6345"/>
                  <a:gd name="connsiteX6" fmla="*/ 217 w 6343"/>
                  <a:gd name="connsiteY6" fmla="*/ 3383 h 6345"/>
                  <a:gd name="connsiteX7" fmla="*/ 1146 w 6343"/>
                  <a:gd name="connsiteY7" fmla="*/ 5626 h 6345"/>
                  <a:gd name="connsiteX8" fmla="*/ 3389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6"/>
                    </a:moveTo>
                    <a:cubicBezTo>
                      <a:pt x="4230" y="6556"/>
                      <a:pt x="5037" y="6221"/>
                      <a:pt x="5631" y="5626"/>
                    </a:cubicBezTo>
                    <a:cubicBezTo>
                      <a:pt x="6226" y="5031"/>
                      <a:pt x="6560" y="4224"/>
                      <a:pt x="6560" y="3383"/>
                    </a:cubicBezTo>
                    <a:cubicBezTo>
                      <a:pt x="6560" y="2542"/>
                      <a:pt x="6226" y="1734"/>
                      <a:pt x="5631" y="1140"/>
                    </a:cubicBezTo>
                    <a:cubicBezTo>
                      <a:pt x="5037" y="545"/>
                      <a:pt x="4230" y="210"/>
                      <a:pt x="3389" y="210"/>
                    </a:cubicBezTo>
                    <a:cubicBezTo>
                      <a:pt x="2548" y="210"/>
                      <a:pt x="1741" y="545"/>
                      <a:pt x="1146" y="1140"/>
                    </a:cubicBezTo>
                    <a:cubicBezTo>
                      <a:pt x="551" y="1734"/>
                      <a:pt x="217" y="2542"/>
                      <a:pt x="217" y="3383"/>
                    </a:cubicBezTo>
                    <a:cubicBezTo>
                      <a:pt x="217" y="4224"/>
                      <a:pt x="551" y="5031"/>
                      <a:pt x="1146" y="5626"/>
                    </a:cubicBezTo>
                    <a:cubicBezTo>
                      <a:pt x="1741" y="6221"/>
                      <a:pt x="2548" y="6556"/>
                      <a:pt x="3389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73" name="Freeform: Shape 4172">
                <a:extLst>
                  <a:ext uri="{FF2B5EF4-FFF2-40B4-BE49-F238E27FC236}">
                    <a16:creationId xmlns:a16="http://schemas.microsoft.com/office/drawing/2014/main" id="{4EEAE744-30CB-A54B-46A9-EE7F56160AA6}"/>
                  </a:ext>
                </a:extLst>
              </p:cNvPr>
              <p:cNvSpPr/>
              <p:nvPr/>
            </p:nvSpPr>
            <p:spPr>
              <a:xfrm>
                <a:off x="3608783" y="6141920"/>
                <a:ext cx="6343" cy="6345"/>
              </a:xfrm>
              <a:custGeom>
                <a:avLst/>
                <a:gdLst>
                  <a:gd name="connsiteX0" fmla="*/ 3389 w 6343"/>
                  <a:gd name="connsiteY0" fmla="*/ 6555 h 6345"/>
                  <a:gd name="connsiteX1" fmla="*/ 5631 w 6343"/>
                  <a:gd name="connsiteY1" fmla="*/ 5626 h 6345"/>
                  <a:gd name="connsiteX2" fmla="*/ 6560 w 6343"/>
                  <a:gd name="connsiteY2" fmla="*/ 3382 h 6345"/>
                  <a:gd name="connsiteX3" fmla="*/ 5631 w 6343"/>
                  <a:gd name="connsiteY3" fmla="*/ 1139 h 6345"/>
                  <a:gd name="connsiteX4" fmla="*/ 3389 w 6343"/>
                  <a:gd name="connsiteY4" fmla="*/ 210 h 6345"/>
                  <a:gd name="connsiteX5" fmla="*/ 1146 w 6343"/>
                  <a:gd name="connsiteY5" fmla="*/ 1139 h 6345"/>
                  <a:gd name="connsiteX6" fmla="*/ 217 w 6343"/>
                  <a:gd name="connsiteY6" fmla="*/ 3382 h 6345"/>
                  <a:gd name="connsiteX7" fmla="*/ 1146 w 6343"/>
                  <a:gd name="connsiteY7" fmla="*/ 5626 h 6345"/>
                  <a:gd name="connsiteX8" fmla="*/ 3389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5"/>
                    </a:moveTo>
                    <a:cubicBezTo>
                      <a:pt x="4230" y="6555"/>
                      <a:pt x="5037" y="6221"/>
                      <a:pt x="5631" y="5626"/>
                    </a:cubicBezTo>
                    <a:cubicBezTo>
                      <a:pt x="6226" y="5031"/>
                      <a:pt x="6560" y="4224"/>
                      <a:pt x="6560" y="3382"/>
                    </a:cubicBezTo>
                    <a:cubicBezTo>
                      <a:pt x="6560" y="2541"/>
                      <a:pt x="6226" y="1734"/>
                      <a:pt x="5631" y="1139"/>
                    </a:cubicBezTo>
                    <a:cubicBezTo>
                      <a:pt x="5037" y="544"/>
                      <a:pt x="4230" y="210"/>
                      <a:pt x="3389" y="210"/>
                    </a:cubicBezTo>
                    <a:cubicBezTo>
                      <a:pt x="2548" y="210"/>
                      <a:pt x="1741" y="544"/>
                      <a:pt x="1146" y="1139"/>
                    </a:cubicBezTo>
                    <a:cubicBezTo>
                      <a:pt x="551" y="1734"/>
                      <a:pt x="217" y="2541"/>
                      <a:pt x="217" y="3382"/>
                    </a:cubicBezTo>
                    <a:cubicBezTo>
                      <a:pt x="217" y="4224"/>
                      <a:pt x="551" y="5031"/>
                      <a:pt x="1146" y="5626"/>
                    </a:cubicBezTo>
                    <a:cubicBezTo>
                      <a:pt x="1741" y="6221"/>
                      <a:pt x="2548" y="6555"/>
                      <a:pt x="3389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74" name="Freeform: Shape 4173">
                <a:extLst>
                  <a:ext uri="{FF2B5EF4-FFF2-40B4-BE49-F238E27FC236}">
                    <a16:creationId xmlns:a16="http://schemas.microsoft.com/office/drawing/2014/main" id="{CAA0C0E7-BEBA-18D2-A0A3-6AC6F8B785EB}"/>
                  </a:ext>
                </a:extLst>
              </p:cNvPr>
              <p:cNvSpPr/>
              <p:nvPr/>
            </p:nvSpPr>
            <p:spPr>
              <a:xfrm>
                <a:off x="3497660" y="6305042"/>
                <a:ext cx="6343" cy="6345"/>
              </a:xfrm>
              <a:custGeom>
                <a:avLst/>
                <a:gdLst>
                  <a:gd name="connsiteX0" fmla="*/ 3380 w 6343"/>
                  <a:gd name="connsiteY0" fmla="*/ 6568 h 6345"/>
                  <a:gd name="connsiteX1" fmla="*/ 5623 w 6343"/>
                  <a:gd name="connsiteY1" fmla="*/ 5639 h 6345"/>
                  <a:gd name="connsiteX2" fmla="*/ 6552 w 6343"/>
                  <a:gd name="connsiteY2" fmla="*/ 3395 h 6345"/>
                  <a:gd name="connsiteX3" fmla="*/ 5623 w 6343"/>
                  <a:gd name="connsiteY3" fmla="*/ 1152 h 6345"/>
                  <a:gd name="connsiteX4" fmla="*/ 3380 w 6343"/>
                  <a:gd name="connsiteY4" fmla="*/ 223 h 6345"/>
                  <a:gd name="connsiteX5" fmla="*/ 1137 w 6343"/>
                  <a:gd name="connsiteY5" fmla="*/ 1152 h 6345"/>
                  <a:gd name="connsiteX6" fmla="*/ 209 w 6343"/>
                  <a:gd name="connsiteY6" fmla="*/ 3395 h 6345"/>
                  <a:gd name="connsiteX7" fmla="*/ 1137 w 6343"/>
                  <a:gd name="connsiteY7" fmla="*/ 5639 h 6345"/>
                  <a:gd name="connsiteX8" fmla="*/ 3380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68"/>
                    </a:moveTo>
                    <a:cubicBezTo>
                      <a:pt x="4221" y="6568"/>
                      <a:pt x="5028" y="6234"/>
                      <a:pt x="5623" y="5639"/>
                    </a:cubicBezTo>
                    <a:cubicBezTo>
                      <a:pt x="6217" y="5044"/>
                      <a:pt x="6552" y="4237"/>
                      <a:pt x="6552" y="3395"/>
                    </a:cubicBezTo>
                    <a:cubicBezTo>
                      <a:pt x="6552" y="2554"/>
                      <a:pt x="6217" y="1747"/>
                      <a:pt x="5623" y="1152"/>
                    </a:cubicBezTo>
                    <a:cubicBezTo>
                      <a:pt x="5028" y="557"/>
                      <a:pt x="4221" y="223"/>
                      <a:pt x="3380" y="223"/>
                    </a:cubicBezTo>
                    <a:cubicBezTo>
                      <a:pt x="2539" y="223"/>
                      <a:pt x="1732" y="557"/>
                      <a:pt x="1137" y="1152"/>
                    </a:cubicBezTo>
                    <a:cubicBezTo>
                      <a:pt x="543" y="1747"/>
                      <a:pt x="209" y="2554"/>
                      <a:pt x="209" y="3395"/>
                    </a:cubicBezTo>
                    <a:cubicBezTo>
                      <a:pt x="209" y="4237"/>
                      <a:pt x="543" y="5044"/>
                      <a:pt x="1137" y="5639"/>
                    </a:cubicBezTo>
                    <a:cubicBezTo>
                      <a:pt x="1732" y="6234"/>
                      <a:pt x="2539" y="6568"/>
                      <a:pt x="3380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75" name="Freeform: Shape 4174">
                <a:extLst>
                  <a:ext uri="{FF2B5EF4-FFF2-40B4-BE49-F238E27FC236}">
                    <a16:creationId xmlns:a16="http://schemas.microsoft.com/office/drawing/2014/main" id="{D71CE73D-C044-BAE2-4ECF-3549D3A1C09A}"/>
                  </a:ext>
                </a:extLst>
              </p:cNvPr>
              <p:cNvSpPr/>
              <p:nvPr/>
            </p:nvSpPr>
            <p:spPr>
              <a:xfrm>
                <a:off x="3492701" y="6304933"/>
                <a:ext cx="6343" cy="6345"/>
              </a:xfrm>
              <a:custGeom>
                <a:avLst/>
                <a:gdLst>
                  <a:gd name="connsiteX0" fmla="*/ 3380 w 6343"/>
                  <a:gd name="connsiteY0" fmla="*/ 6568 h 6345"/>
                  <a:gd name="connsiteX1" fmla="*/ 5622 w 6343"/>
                  <a:gd name="connsiteY1" fmla="*/ 5639 h 6345"/>
                  <a:gd name="connsiteX2" fmla="*/ 6551 w 6343"/>
                  <a:gd name="connsiteY2" fmla="*/ 3395 h 6345"/>
                  <a:gd name="connsiteX3" fmla="*/ 5622 w 6343"/>
                  <a:gd name="connsiteY3" fmla="*/ 1152 h 6345"/>
                  <a:gd name="connsiteX4" fmla="*/ 3380 w 6343"/>
                  <a:gd name="connsiteY4" fmla="*/ 223 h 6345"/>
                  <a:gd name="connsiteX5" fmla="*/ 1137 w 6343"/>
                  <a:gd name="connsiteY5" fmla="*/ 1152 h 6345"/>
                  <a:gd name="connsiteX6" fmla="*/ 208 w 6343"/>
                  <a:gd name="connsiteY6" fmla="*/ 3395 h 6345"/>
                  <a:gd name="connsiteX7" fmla="*/ 1137 w 6343"/>
                  <a:gd name="connsiteY7" fmla="*/ 5639 h 6345"/>
                  <a:gd name="connsiteX8" fmla="*/ 3380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68"/>
                    </a:moveTo>
                    <a:cubicBezTo>
                      <a:pt x="4221" y="6568"/>
                      <a:pt x="5028" y="6234"/>
                      <a:pt x="5622" y="5639"/>
                    </a:cubicBezTo>
                    <a:cubicBezTo>
                      <a:pt x="6217" y="5044"/>
                      <a:pt x="6551" y="4237"/>
                      <a:pt x="6551" y="3395"/>
                    </a:cubicBezTo>
                    <a:cubicBezTo>
                      <a:pt x="6551" y="2554"/>
                      <a:pt x="6217" y="1747"/>
                      <a:pt x="5622" y="1152"/>
                    </a:cubicBezTo>
                    <a:cubicBezTo>
                      <a:pt x="5028" y="557"/>
                      <a:pt x="4221" y="223"/>
                      <a:pt x="3380" y="223"/>
                    </a:cubicBezTo>
                    <a:cubicBezTo>
                      <a:pt x="2539" y="223"/>
                      <a:pt x="1732" y="557"/>
                      <a:pt x="1137" y="1152"/>
                    </a:cubicBezTo>
                    <a:cubicBezTo>
                      <a:pt x="542" y="1747"/>
                      <a:pt x="208" y="2554"/>
                      <a:pt x="208" y="3395"/>
                    </a:cubicBezTo>
                    <a:cubicBezTo>
                      <a:pt x="208" y="4237"/>
                      <a:pt x="542" y="5044"/>
                      <a:pt x="1137" y="5639"/>
                    </a:cubicBezTo>
                    <a:cubicBezTo>
                      <a:pt x="1732" y="6234"/>
                      <a:pt x="2539" y="6568"/>
                      <a:pt x="3380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76" name="Freeform: Shape 4175">
                <a:extLst>
                  <a:ext uri="{FF2B5EF4-FFF2-40B4-BE49-F238E27FC236}">
                    <a16:creationId xmlns:a16="http://schemas.microsoft.com/office/drawing/2014/main" id="{D25A48BB-227C-4086-ACAB-F0B2BFD21F03}"/>
                  </a:ext>
                </a:extLst>
              </p:cNvPr>
              <p:cNvSpPr/>
              <p:nvPr/>
            </p:nvSpPr>
            <p:spPr>
              <a:xfrm>
                <a:off x="3487436" y="6305217"/>
                <a:ext cx="6343" cy="6345"/>
              </a:xfrm>
              <a:custGeom>
                <a:avLst/>
                <a:gdLst>
                  <a:gd name="connsiteX0" fmla="*/ 3379 w 6343"/>
                  <a:gd name="connsiteY0" fmla="*/ 6568 h 6345"/>
                  <a:gd name="connsiteX1" fmla="*/ 5622 w 6343"/>
                  <a:gd name="connsiteY1" fmla="*/ 5639 h 6345"/>
                  <a:gd name="connsiteX2" fmla="*/ 6551 w 6343"/>
                  <a:gd name="connsiteY2" fmla="*/ 3395 h 6345"/>
                  <a:gd name="connsiteX3" fmla="*/ 5622 w 6343"/>
                  <a:gd name="connsiteY3" fmla="*/ 1152 h 6345"/>
                  <a:gd name="connsiteX4" fmla="*/ 3379 w 6343"/>
                  <a:gd name="connsiteY4" fmla="*/ 223 h 6345"/>
                  <a:gd name="connsiteX5" fmla="*/ 1137 w 6343"/>
                  <a:gd name="connsiteY5" fmla="*/ 1152 h 6345"/>
                  <a:gd name="connsiteX6" fmla="*/ 208 w 6343"/>
                  <a:gd name="connsiteY6" fmla="*/ 3395 h 6345"/>
                  <a:gd name="connsiteX7" fmla="*/ 1137 w 6343"/>
                  <a:gd name="connsiteY7" fmla="*/ 5639 h 6345"/>
                  <a:gd name="connsiteX8" fmla="*/ 3379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568"/>
                    </a:moveTo>
                    <a:cubicBezTo>
                      <a:pt x="4220" y="6568"/>
                      <a:pt x="5027" y="6234"/>
                      <a:pt x="5622" y="5639"/>
                    </a:cubicBezTo>
                    <a:cubicBezTo>
                      <a:pt x="6217" y="5044"/>
                      <a:pt x="6551" y="4237"/>
                      <a:pt x="6551" y="3395"/>
                    </a:cubicBezTo>
                    <a:cubicBezTo>
                      <a:pt x="6551" y="2554"/>
                      <a:pt x="6217" y="1747"/>
                      <a:pt x="5622" y="1152"/>
                    </a:cubicBezTo>
                    <a:cubicBezTo>
                      <a:pt x="5027" y="557"/>
                      <a:pt x="4220" y="223"/>
                      <a:pt x="3379" y="223"/>
                    </a:cubicBezTo>
                    <a:cubicBezTo>
                      <a:pt x="2538" y="223"/>
                      <a:pt x="1731" y="557"/>
                      <a:pt x="1137" y="1152"/>
                    </a:cubicBezTo>
                    <a:cubicBezTo>
                      <a:pt x="542" y="1747"/>
                      <a:pt x="208" y="2554"/>
                      <a:pt x="208" y="3395"/>
                    </a:cubicBezTo>
                    <a:cubicBezTo>
                      <a:pt x="208" y="4237"/>
                      <a:pt x="542" y="5044"/>
                      <a:pt x="1137" y="5639"/>
                    </a:cubicBezTo>
                    <a:cubicBezTo>
                      <a:pt x="1731" y="6234"/>
                      <a:pt x="2538" y="6568"/>
                      <a:pt x="3379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77" name="Freeform: Shape 4176">
                <a:extLst>
                  <a:ext uri="{FF2B5EF4-FFF2-40B4-BE49-F238E27FC236}">
                    <a16:creationId xmlns:a16="http://schemas.microsoft.com/office/drawing/2014/main" id="{4C985E1F-948A-8312-B4CE-ED376BEC486B}"/>
                  </a:ext>
                </a:extLst>
              </p:cNvPr>
              <p:cNvSpPr/>
              <p:nvPr/>
            </p:nvSpPr>
            <p:spPr>
              <a:xfrm>
                <a:off x="3559274" y="6193053"/>
                <a:ext cx="6343" cy="6345"/>
              </a:xfrm>
              <a:custGeom>
                <a:avLst/>
                <a:gdLst>
                  <a:gd name="connsiteX0" fmla="*/ 3385 w 6343"/>
                  <a:gd name="connsiteY0" fmla="*/ 6559 h 6345"/>
                  <a:gd name="connsiteX1" fmla="*/ 5628 w 6343"/>
                  <a:gd name="connsiteY1" fmla="*/ 5630 h 6345"/>
                  <a:gd name="connsiteX2" fmla="*/ 6557 w 6343"/>
                  <a:gd name="connsiteY2" fmla="*/ 3387 h 6345"/>
                  <a:gd name="connsiteX3" fmla="*/ 5628 w 6343"/>
                  <a:gd name="connsiteY3" fmla="*/ 1143 h 6345"/>
                  <a:gd name="connsiteX4" fmla="*/ 3385 w 6343"/>
                  <a:gd name="connsiteY4" fmla="*/ 214 h 6345"/>
                  <a:gd name="connsiteX5" fmla="*/ 1142 w 6343"/>
                  <a:gd name="connsiteY5" fmla="*/ 1143 h 6345"/>
                  <a:gd name="connsiteX6" fmla="*/ 213 w 6343"/>
                  <a:gd name="connsiteY6" fmla="*/ 3387 h 6345"/>
                  <a:gd name="connsiteX7" fmla="*/ 1142 w 6343"/>
                  <a:gd name="connsiteY7" fmla="*/ 5630 h 6345"/>
                  <a:gd name="connsiteX8" fmla="*/ 338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59"/>
                    </a:moveTo>
                    <a:cubicBezTo>
                      <a:pt x="4226" y="6559"/>
                      <a:pt x="5033" y="6225"/>
                      <a:pt x="5628" y="5630"/>
                    </a:cubicBezTo>
                    <a:cubicBezTo>
                      <a:pt x="6222" y="5035"/>
                      <a:pt x="6557" y="4228"/>
                      <a:pt x="6557" y="3387"/>
                    </a:cubicBezTo>
                    <a:cubicBezTo>
                      <a:pt x="6557" y="2545"/>
                      <a:pt x="6222" y="1738"/>
                      <a:pt x="5628" y="1143"/>
                    </a:cubicBezTo>
                    <a:cubicBezTo>
                      <a:pt x="5033" y="548"/>
                      <a:pt x="4226" y="214"/>
                      <a:pt x="3385" y="214"/>
                    </a:cubicBezTo>
                    <a:cubicBezTo>
                      <a:pt x="2544" y="214"/>
                      <a:pt x="1737" y="548"/>
                      <a:pt x="1142" y="1143"/>
                    </a:cubicBezTo>
                    <a:cubicBezTo>
                      <a:pt x="548" y="1738"/>
                      <a:pt x="213" y="2545"/>
                      <a:pt x="213" y="3387"/>
                    </a:cubicBezTo>
                    <a:cubicBezTo>
                      <a:pt x="213" y="4228"/>
                      <a:pt x="548" y="5035"/>
                      <a:pt x="1142" y="5630"/>
                    </a:cubicBezTo>
                    <a:cubicBezTo>
                      <a:pt x="1737" y="6225"/>
                      <a:pt x="2544" y="6559"/>
                      <a:pt x="338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78" name="Freeform: Shape 4177">
                <a:extLst>
                  <a:ext uri="{FF2B5EF4-FFF2-40B4-BE49-F238E27FC236}">
                    <a16:creationId xmlns:a16="http://schemas.microsoft.com/office/drawing/2014/main" id="{15502DA3-116B-DB6B-86D3-D46070E2D35D}"/>
                  </a:ext>
                </a:extLst>
              </p:cNvPr>
              <p:cNvSpPr/>
              <p:nvPr/>
            </p:nvSpPr>
            <p:spPr>
              <a:xfrm>
                <a:off x="3556637" y="6190885"/>
                <a:ext cx="6343" cy="6345"/>
              </a:xfrm>
              <a:custGeom>
                <a:avLst/>
                <a:gdLst>
                  <a:gd name="connsiteX0" fmla="*/ 3385 w 6343"/>
                  <a:gd name="connsiteY0" fmla="*/ 6559 h 6345"/>
                  <a:gd name="connsiteX1" fmla="*/ 5627 w 6343"/>
                  <a:gd name="connsiteY1" fmla="*/ 5630 h 6345"/>
                  <a:gd name="connsiteX2" fmla="*/ 6556 w 6343"/>
                  <a:gd name="connsiteY2" fmla="*/ 3386 h 6345"/>
                  <a:gd name="connsiteX3" fmla="*/ 5627 w 6343"/>
                  <a:gd name="connsiteY3" fmla="*/ 1143 h 6345"/>
                  <a:gd name="connsiteX4" fmla="*/ 3385 w 6343"/>
                  <a:gd name="connsiteY4" fmla="*/ 214 h 6345"/>
                  <a:gd name="connsiteX5" fmla="*/ 1142 w 6343"/>
                  <a:gd name="connsiteY5" fmla="*/ 1143 h 6345"/>
                  <a:gd name="connsiteX6" fmla="*/ 213 w 6343"/>
                  <a:gd name="connsiteY6" fmla="*/ 3386 h 6345"/>
                  <a:gd name="connsiteX7" fmla="*/ 1142 w 6343"/>
                  <a:gd name="connsiteY7" fmla="*/ 5630 h 6345"/>
                  <a:gd name="connsiteX8" fmla="*/ 338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59"/>
                    </a:moveTo>
                    <a:cubicBezTo>
                      <a:pt x="4226" y="6559"/>
                      <a:pt x="5033" y="6225"/>
                      <a:pt x="5627" y="5630"/>
                    </a:cubicBezTo>
                    <a:cubicBezTo>
                      <a:pt x="6222" y="5035"/>
                      <a:pt x="6556" y="4228"/>
                      <a:pt x="6556" y="3386"/>
                    </a:cubicBezTo>
                    <a:cubicBezTo>
                      <a:pt x="6556" y="2545"/>
                      <a:pt x="6222" y="1738"/>
                      <a:pt x="5627" y="1143"/>
                    </a:cubicBezTo>
                    <a:cubicBezTo>
                      <a:pt x="5033" y="548"/>
                      <a:pt x="4226" y="214"/>
                      <a:pt x="3385" y="214"/>
                    </a:cubicBezTo>
                    <a:cubicBezTo>
                      <a:pt x="2544" y="214"/>
                      <a:pt x="1737" y="548"/>
                      <a:pt x="1142" y="1143"/>
                    </a:cubicBezTo>
                    <a:cubicBezTo>
                      <a:pt x="547" y="1738"/>
                      <a:pt x="213" y="2545"/>
                      <a:pt x="213" y="3386"/>
                    </a:cubicBezTo>
                    <a:cubicBezTo>
                      <a:pt x="213" y="4228"/>
                      <a:pt x="547" y="5035"/>
                      <a:pt x="1142" y="5630"/>
                    </a:cubicBezTo>
                    <a:cubicBezTo>
                      <a:pt x="1737" y="6225"/>
                      <a:pt x="2544" y="6559"/>
                      <a:pt x="338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79" name="Freeform: Shape 4178">
                <a:extLst>
                  <a:ext uri="{FF2B5EF4-FFF2-40B4-BE49-F238E27FC236}">
                    <a16:creationId xmlns:a16="http://schemas.microsoft.com/office/drawing/2014/main" id="{85A62C04-309D-A34A-460F-125407CDF13A}"/>
                  </a:ext>
                </a:extLst>
              </p:cNvPr>
              <p:cNvSpPr/>
              <p:nvPr/>
            </p:nvSpPr>
            <p:spPr>
              <a:xfrm>
                <a:off x="3560616" y="6179327"/>
                <a:ext cx="6343" cy="6345"/>
              </a:xfrm>
              <a:custGeom>
                <a:avLst/>
                <a:gdLst>
                  <a:gd name="connsiteX0" fmla="*/ 3385 w 6343"/>
                  <a:gd name="connsiteY0" fmla="*/ 6558 h 6345"/>
                  <a:gd name="connsiteX1" fmla="*/ 5628 w 6343"/>
                  <a:gd name="connsiteY1" fmla="*/ 5629 h 6345"/>
                  <a:gd name="connsiteX2" fmla="*/ 6557 w 6343"/>
                  <a:gd name="connsiteY2" fmla="*/ 3385 h 6345"/>
                  <a:gd name="connsiteX3" fmla="*/ 5628 w 6343"/>
                  <a:gd name="connsiteY3" fmla="*/ 1142 h 6345"/>
                  <a:gd name="connsiteX4" fmla="*/ 3385 w 6343"/>
                  <a:gd name="connsiteY4" fmla="*/ 213 h 6345"/>
                  <a:gd name="connsiteX5" fmla="*/ 1142 w 6343"/>
                  <a:gd name="connsiteY5" fmla="*/ 1142 h 6345"/>
                  <a:gd name="connsiteX6" fmla="*/ 213 w 6343"/>
                  <a:gd name="connsiteY6" fmla="*/ 3385 h 6345"/>
                  <a:gd name="connsiteX7" fmla="*/ 1142 w 6343"/>
                  <a:gd name="connsiteY7" fmla="*/ 5629 h 6345"/>
                  <a:gd name="connsiteX8" fmla="*/ 338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58"/>
                    </a:moveTo>
                    <a:cubicBezTo>
                      <a:pt x="4226" y="6558"/>
                      <a:pt x="5033" y="6224"/>
                      <a:pt x="5628" y="5629"/>
                    </a:cubicBezTo>
                    <a:cubicBezTo>
                      <a:pt x="6222" y="5034"/>
                      <a:pt x="6557" y="4227"/>
                      <a:pt x="6557" y="3385"/>
                    </a:cubicBezTo>
                    <a:cubicBezTo>
                      <a:pt x="6557" y="2544"/>
                      <a:pt x="6222" y="1737"/>
                      <a:pt x="5628" y="1142"/>
                    </a:cubicBezTo>
                    <a:cubicBezTo>
                      <a:pt x="5033" y="547"/>
                      <a:pt x="4226" y="213"/>
                      <a:pt x="3385" y="213"/>
                    </a:cubicBezTo>
                    <a:cubicBezTo>
                      <a:pt x="2544" y="213"/>
                      <a:pt x="1737" y="547"/>
                      <a:pt x="1142" y="1142"/>
                    </a:cubicBezTo>
                    <a:cubicBezTo>
                      <a:pt x="548" y="1737"/>
                      <a:pt x="213" y="2544"/>
                      <a:pt x="213" y="3385"/>
                    </a:cubicBezTo>
                    <a:cubicBezTo>
                      <a:pt x="213" y="4227"/>
                      <a:pt x="548" y="5034"/>
                      <a:pt x="1142" y="5629"/>
                    </a:cubicBezTo>
                    <a:cubicBezTo>
                      <a:pt x="1737" y="6224"/>
                      <a:pt x="2544" y="6558"/>
                      <a:pt x="338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80" name="Freeform: Shape 4179">
                <a:extLst>
                  <a:ext uri="{FF2B5EF4-FFF2-40B4-BE49-F238E27FC236}">
                    <a16:creationId xmlns:a16="http://schemas.microsoft.com/office/drawing/2014/main" id="{B5A54D09-5CCC-D119-9105-A8648C610E69}"/>
                  </a:ext>
                </a:extLst>
              </p:cNvPr>
              <p:cNvSpPr/>
              <p:nvPr/>
            </p:nvSpPr>
            <p:spPr>
              <a:xfrm>
                <a:off x="3556112" y="6179908"/>
                <a:ext cx="6343" cy="6345"/>
              </a:xfrm>
              <a:custGeom>
                <a:avLst/>
                <a:gdLst>
                  <a:gd name="connsiteX0" fmla="*/ 3385 w 6343"/>
                  <a:gd name="connsiteY0" fmla="*/ 6558 h 6345"/>
                  <a:gd name="connsiteX1" fmla="*/ 5627 w 6343"/>
                  <a:gd name="connsiteY1" fmla="*/ 5629 h 6345"/>
                  <a:gd name="connsiteX2" fmla="*/ 6556 w 6343"/>
                  <a:gd name="connsiteY2" fmla="*/ 3385 h 6345"/>
                  <a:gd name="connsiteX3" fmla="*/ 5627 w 6343"/>
                  <a:gd name="connsiteY3" fmla="*/ 1142 h 6345"/>
                  <a:gd name="connsiteX4" fmla="*/ 3385 w 6343"/>
                  <a:gd name="connsiteY4" fmla="*/ 213 h 6345"/>
                  <a:gd name="connsiteX5" fmla="*/ 1142 w 6343"/>
                  <a:gd name="connsiteY5" fmla="*/ 1142 h 6345"/>
                  <a:gd name="connsiteX6" fmla="*/ 213 w 6343"/>
                  <a:gd name="connsiteY6" fmla="*/ 3385 h 6345"/>
                  <a:gd name="connsiteX7" fmla="*/ 1142 w 6343"/>
                  <a:gd name="connsiteY7" fmla="*/ 5629 h 6345"/>
                  <a:gd name="connsiteX8" fmla="*/ 338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58"/>
                    </a:moveTo>
                    <a:cubicBezTo>
                      <a:pt x="4226" y="6558"/>
                      <a:pt x="5033" y="6224"/>
                      <a:pt x="5627" y="5629"/>
                    </a:cubicBezTo>
                    <a:cubicBezTo>
                      <a:pt x="6222" y="5034"/>
                      <a:pt x="6556" y="4227"/>
                      <a:pt x="6556" y="3385"/>
                    </a:cubicBezTo>
                    <a:cubicBezTo>
                      <a:pt x="6556" y="2544"/>
                      <a:pt x="6222" y="1737"/>
                      <a:pt x="5627" y="1142"/>
                    </a:cubicBezTo>
                    <a:cubicBezTo>
                      <a:pt x="5033" y="547"/>
                      <a:pt x="4226" y="213"/>
                      <a:pt x="3385" y="213"/>
                    </a:cubicBezTo>
                    <a:cubicBezTo>
                      <a:pt x="2544" y="213"/>
                      <a:pt x="1737" y="547"/>
                      <a:pt x="1142" y="1142"/>
                    </a:cubicBezTo>
                    <a:cubicBezTo>
                      <a:pt x="547" y="1737"/>
                      <a:pt x="213" y="2544"/>
                      <a:pt x="213" y="3385"/>
                    </a:cubicBezTo>
                    <a:cubicBezTo>
                      <a:pt x="213" y="4227"/>
                      <a:pt x="547" y="5034"/>
                      <a:pt x="1142" y="5629"/>
                    </a:cubicBezTo>
                    <a:cubicBezTo>
                      <a:pt x="1737" y="6224"/>
                      <a:pt x="2544" y="6558"/>
                      <a:pt x="338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81" name="Freeform: Shape 4180">
                <a:extLst>
                  <a:ext uri="{FF2B5EF4-FFF2-40B4-BE49-F238E27FC236}">
                    <a16:creationId xmlns:a16="http://schemas.microsoft.com/office/drawing/2014/main" id="{1EC21507-2990-6643-93AE-524B8C6B5F00}"/>
                  </a:ext>
                </a:extLst>
              </p:cNvPr>
              <p:cNvSpPr/>
              <p:nvPr/>
            </p:nvSpPr>
            <p:spPr>
              <a:xfrm>
                <a:off x="3624866" y="6079075"/>
                <a:ext cx="6343" cy="6345"/>
              </a:xfrm>
              <a:custGeom>
                <a:avLst/>
                <a:gdLst>
                  <a:gd name="connsiteX0" fmla="*/ 3390 w 6343"/>
                  <a:gd name="connsiteY0" fmla="*/ 6550 h 6345"/>
                  <a:gd name="connsiteX1" fmla="*/ 5633 w 6343"/>
                  <a:gd name="connsiteY1" fmla="*/ 5621 h 6345"/>
                  <a:gd name="connsiteX2" fmla="*/ 6562 w 6343"/>
                  <a:gd name="connsiteY2" fmla="*/ 3378 h 6345"/>
                  <a:gd name="connsiteX3" fmla="*/ 5633 w 6343"/>
                  <a:gd name="connsiteY3" fmla="*/ 1134 h 6345"/>
                  <a:gd name="connsiteX4" fmla="*/ 3390 w 6343"/>
                  <a:gd name="connsiteY4" fmla="*/ 205 h 6345"/>
                  <a:gd name="connsiteX5" fmla="*/ 1147 w 6343"/>
                  <a:gd name="connsiteY5" fmla="*/ 1134 h 6345"/>
                  <a:gd name="connsiteX6" fmla="*/ 219 w 6343"/>
                  <a:gd name="connsiteY6" fmla="*/ 3378 h 6345"/>
                  <a:gd name="connsiteX7" fmla="*/ 1147 w 6343"/>
                  <a:gd name="connsiteY7" fmla="*/ 5621 h 6345"/>
                  <a:gd name="connsiteX8" fmla="*/ 339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0"/>
                    </a:moveTo>
                    <a:cubicBezTo>
                      <a:pt x="4231" y="6550"/>
                      <a:pt x="5038" y="6216"/>
                      <a:pt x="5633" y="5621"/>
                    </a:cubicBezTo>
                    <a:cubicBezTo>
                      <a:pt x="6227" y="5026"/>
                      <a:pt x="6562" y="4219"/>
                      <a:pt x="6562" y="3378"/>
                    </a:cubicBezTo>
                    <a:cubicBezTo>
                      <a:pt x="6562" y="2536"/>
                      <a:pt x="6227" y="1729"/>
                      <a:pt x="5633" y="1134"/>
                    </a:cubicBezTo>
                    <a:cubicBezTo>
                      <a:pt x="5038" y="539"/>
                      <a:pt x="4231" y="205"/>
                      <a:pt x="3390" y="205"/>
                    </a:cubicBezTo>
                    <a:cubicBezTo>
                      <a:pt x="2549" y="205"/>
                      <a:pt x="1742" y="539"/>
                      <a:pt x="1147" y="1134"/>
                    </a:cubicBezTo>
                    <a:cubicBezTo>
                      <a:pt x="553" y="1729"/>
                      <a:pt x="219" y="2536"/>
                      <a:pt x="219" y="3378"/>
                    </a:cubicBezTo>
                    <a:cubicBezTo>
                      <a:pt x="219" y="4219"/>
                      <a:pt x="553" y="5026"/>
                      <a:pt x="1147" y="5621"/>
                    </a:cubicBezTo>
                    <a:cubicBezTo>
                      <a:pt x="1742" y="6216"/>
                      <a:pt x="2549" y="6550"/>
                      <a:pt x="339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82" name="Freeform: Shape 4181">
                <a:extLst>
                  <a:ext uri="{FF2B5EF4-FFF2-40B4-BE49-F238E27FC236}">
                    <a16:creationId xmlns:a16="http://schemas.microsoft.com/office/drawing/2014/main" id="{7ADD95EE-347F-A789-DA84-82B6C095EDE3}"/>
                  </a:ext>
                </a:extLst>
              </p:cNvPr>
              <p:cNvSpPr/>
              <p:nvPr/>
            </p:nvSpPr>
            <p:spPr>
              <a:xfrm>
                <a:off x="3624331" y="6075404"/>
                <a:ext cx="6343" cy="6345"/>
              </a:xfrm>
              <a:custGeom>
                <a:avLst/>
                <a:gdLst>
                  <a:gd name="connsiteX0" fmla="*/ 3390 w 6343"/>
                  <a:gd name="connsiteY0" fmla="*/ 6550 h 6345"/>
                  <a:gd name="connsiteX1" fmla="*/ 5633 w 6343"/>
                  <a:gd name="connsiteY1" fmla="*/ 5621 h 6345"/>
                  <a:gd name="connsiteX2" fmla="*/ 6562 w 6343"/>
                  <a:gd name="connsiteY2" fmla="*/ 3377 h 6345"/>
                  <a:gd name="connsiteX3" fmla="*/ 5633 w 6343"/>
                  <a:gd name="connsiteY3" fmla="*/ 1134 h 6345"/>
                  <a:gd name="connsiteX4" fmla="*/ 3390 w 6343"/>
                  <a:gd name="connsiteY4" fmla="*/ 205 h 6345"/>
                  <a:gd name="connsiteX5" fmla="*/ 1147 w 6343"/>
                  <a:gd name="connsiteY5" fmla="*/ 1134 h 6345"/>
                  <a:gd name="connsiteX6" fmla="*/ 219 w 6343"/>
                  <a:gd name="connsiteY6" fmla="*/ 3377 h 6345"/>
                  <a:gd name="connsiteX7" fmla="*/ 1147 w 6343"/>
                  <a:gd name="connsiteY7" fmla="*/ 5621 h 6345"/>
                  <a:gd name="connsiteX8" fmla="*/ 339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0"/>
                    </a:moveTo>
                    <a:cubicBezTo>
                      <a:pt x="4231" y="6550"/>
                      <a:pt x="5038" y="6216"/>
                      <a:pt x="5633" y="5621"/>
                    </a:cubicBezTo>
                    <a:cubicBezTo>
                      <a:pt x="6227" y="5026"/>
                      <a:pt x="6562" y="4219"/>
                      <a:pt x="6562" y="3377"/>
                    </a:cubicBezTo>
                    <a:cubicBezTo>
                      <a:pt x="6562" y="2536"/>
                      <a:pt x="6227" y="1729"/>
                      <a:pt x="5633" y="1134"/>
                    </a:cubicBezTo>
                    <a:cubicBezTo>
                      <a:pt x="5038" y="539"/>
                      <a:pt x="4231" y="205"/>
                      <a:pt x="3390" y="205"/>
                    </a:cubicBezTo>
                    <a:cubicBezTo>
                      <a:pt x="2549" y="205"/>
                      <a:pt x="1742" y="539"/>
                      <a:pt x="1147" y="1134"/>
                    </a:cubicBezTo>
                    <a:cubicBezTo>
                      <a:pt x="553" y="1729"/>
                      <a:pt x="219" y="2536"/>
                      <a:pt x="219" y="3377"/>
                    </a:cubicBezTo>
                    <a:cubicBezTo>
                      <a:pt x="219" y="4219"/>
                      <a:pt x="553" y="5026"/>
                      <a:pt x="1147" y="5621"/>
                    </a:cubicBezTo>
                    <a:cubicBezTo>
                      <a:pt x="1742" y="6216"/>
                      <a:pt x="2549" y="6550"/>
                      <a:pt x="339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83" name="Freeform: Shape 4182">
                <a:extLst>
                  <a:ext uri="{FF2B5EF4-FFF2-40B4-BE49-F238E27FC236}">
                    <a16:creationId xmlns:a16="http://schemas.microsoft.com/office/drawing/2014/main" id="{96D5F9F3-E5A4-BA56-28D0-796109675DDD}"/>
                  </a:ext>
                </a:extLst>
              </p:cNvPr>
              <p:cNvSpPr/>
              <p:nvPr/>
            </p:nvSpPr>
            <p:spPr>
              <a:xfrm>
                <a:off x="3624566" y="6070751"/>
                <a:ext cx="6343" cy="6345"/>
              </a:xfrm>
              <a:custGeom>
                <a:avLst/>
                <a:gdLst>
                  <a:gd name="connsiteX0" fmla="*/ 3390 w 6343"/>
                  <a:gd name="connsiteY0" fmla="*/ 6550 h 6345"/>
                  <a:gd name="connsiteX1" fmla="*/ 5633 w 6343"/>
                  <a:gd name="connsiteY1" fmla="*/ 5620 h 6345"/>
                  <a:gd name="connsiteX2" fmla="*/ 6562 w 6343"/>
                  <a:gd name="connsiteY2" fmla="*/ 3377 h 6345"/>
                  <a:gd name="connsiteX3" fmla="*/ 5633 w 6343"/>
                  <a:gd name="connsiteY3" fmla="*/ 1133 h 6345"/>
                  <a:gd name="connsiteX4" fmla="*/ 3390 w 6343"/>
                  <a:gd name="connsiteY4" fmla="*/ 204 h 6345"/>
                  <a:gd name="connsiteX5" fmla="*/ 1147 w 6343"/>
                  <a:gd name="connsiteY5" fmla="*/ 1133 h 6345"/>
                  <a:gd name="connsiteX6" fmla="*/ 219 w 6343"/>
                  <a:gd name="connsiteY6" fmla="*/ 3377 h 6345"/>
                  <a:gd name="connsiteX7" fmla="*/ 1147 w 6343"/>
                  <a:gd name="connsiteY7" fmla="*/ 5620 h 6345"/>
                  <a:gd name="connsiteX8" fmla="*/ 339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0"/>
                    </a:moveTo>
                    <a:cubicBezTo>
                      <a:pt x="4231" y="6550"/>
                      <a:pt x="5038" y="6215"/>
                      <a:pt x="5633" y="5620"/>
                    </a:cubicBezTo>
                    <a:cubicBezTo>
                      <a:pt x="6227" y="5025"/>
                      <a:pt x="6562" y="4218"/>
                      <a:pt x="6562" y="3377"/>
                    </a:cubicBezTo>
                    <a:cubicBezTo>
                      <a:pt x="6562" y="2535"/>
                      <a:pt x="6227" y="1728"/>
                      <a:pt x="5633" y="1133"/>
                    </a:cubicBezTo>
                    <a:cubicBezTo>
                      <a:pt x="5038" y="538"/>
                      <a:pt x="4231" y="204"/>
                      <a:pt x="3390" y="204"/>
                    </a:cubicBezTo>
                    <a:cubicBezTo>
                      <a:pt x="2549" y="204"/>
                      <a:pt x="1742" y="538"/>
                      <a:pt x="1147" y="1133"/>
                    </a:cubicBezTo>
                    <a:cubicBezTo>
                      <a:pt x="553" y="1728"/>
                      <a:pt x="219" y="2535"/>
                      <a:pt x="219" y="3377"/>
                    </a:cubicBezTo>
                    <a:cubicBezTo>
                      <a:pt x="219" y="4218"/>
                      <a:pt x="553" y="5025"/>
                      <a:pt x="1147" y="5620"/>
                    </a:cubicBezTo>
                    <a:cubicBezTo>
                      <a:pt x="1742" y="6215"/>
                      <a:pt x="2549" y="6550"/>
                      <a:pt x="339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84" name="Freeform: Shape 4183">
                <a:extLst>
                  <a:ext uri="{FF2B5EF4-FFF2-40B4-BE49-F238E27FC236}">
                    <a16:creationId xmlns:a16="http://schemas.microsoft.com/office/drawing/2014/main" id="{F389377D-CEEC-A7DD-7406-643737E2931B}"/>
                  </a:ext>
                </a:extLst>
              </p:cNvPr>
              <p:cNvSpPr/>
              <p:nvPr/>
            </p:nvSpPr>
            <p:spPr>
              <a:xfrm>
                <a:off x="3631140" y="6045686"/>
                <a:ext cx="6343" cy="6345"/>
              </a:xfrm>
              <a:custGeom>
                <a:avLst/>
                <a:gdLst>
                  <a:gd name="connsiteX0" fmla="*/ 3391 w 6343"/>
                  <a:gd name="connsiteY0" fmla="*/ 6548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1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1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48"/>
                    </a:moveTo>
                    <a:cubicBezTo>
                      <a:pt x="4232" y="6548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4"/>
                      <a:pt x="6228" y="1726"/>
                      <a:pt x="5633" y="1131"/>
                    </a:cubicBezTo>
                    <a:cubicBezTo>
                      <a:pt x="5038" y="537"/>
                      <a:pt x="4232" y="202"/>
                      <a:pt x="3391" y="202"/>
                    </a:cubicBezTo>
                    <a:cubicBezTo>
                      <a:pt x="2550" y="202"/>
                      <a:pt x="1743" y="537"/>
                      <a:pt x="1148" y="1131"/>
                    </a:cubicBezTo>
                    <a:cubicBezTo>
                      <a:pt x="553" y="1726"/>
                      <a:pt x="219" y="2534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3" y="6213"/>
                      <a:pt x="2550" y="6548"/>
                      <a:pt x="3391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85" name="Freeform: Shape 4184">
                <a:extLst>
                  <a:ext uri="{FF2B5EF4-FFF2-40B4-BE49-F238E27FC236}">
                    <a16:creationId xmlns:a16="http://schemas.microsoft.com/office/drawing/2014/main" id="{E5EDEEF6-335F-3786-BB9E-DC3AB0C289AE}"/>
                  </a:ext>
                </a:extLst>
              </p:cNvPr>
              <p:cNvSpPr/>
              <p:nvPr/>
            </p:nvSpPr>
            <p:spPr>
              <a:xfrm>
                <a:off x="3629948" y="6043303"/>
                <a:ext cx="6343" cy="6345"/>
              </a:xfrm>
              <a:custGeom>
                <a:avLst/>
                <a:gdLst>
                  <a:gd name="connsiteX0" fmla="*/ 3391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1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1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47"/>
                    </a:moveTo>
                    <a:cubicBezTo>
                      <a:pt x="4232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2" y="202"/>
                      <a:pt x="3391" y="202"/>
                    </a:cubicBezTo>
                    <a:cubicBezTo>
                      <a:pt x="2549" y="202"/>
                      <a:pt x="1743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3" y="6213"/>
                      <a:pt x="2549" y="6547"/>
                      <a:pt x="3391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86" name="Freeform: Shape 4185">
                <a:extLst>
                  <a:ext uri="{FF2B5EF4-FFF2-40B4-BE49-F238E27FC236}">
                    <a16:creationId xmlns:a16="http://schemas.microsoft.com/office/drawing/2014/main" id="{ACBA2F56-63EB-8B9E-3C89-B9A5FBA9C2D8}"/>
                  </a:ext>
                </a:extLst>
              </p:cNvPr>
              <p:cNvSpPr/>
              <p:nvPr/>
            </p:nvSpPr>
            <p:spPr>
              <a:xfrm>
                <a:off x="3628361" y="6041435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2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2" y="202"/>
                      <a:pt x="3390" y="202"/>
                    </a:cubicBezTo>
                    <a:cubicBezTo>
                      <a:pt x="2549" y="202"/>
                      <a:pt x="1743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3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87" name="Freeform: Shape 4186">
                <a:extLst>
                  <a:ext uri="{FF2B5EF4-FFF2-40B4-BE49-F238E27FC236}">
                    <a16:creationId xmlns:a16="http://schemas.microsoft.com/office/drawing/2014/main" id="{AC38D72F-967B-7141-37B2-E183A5F667A1}"/>
                  </a:ext>
                </a:extLst>
              </p:cNvPr>
              <p:cNvSpPr/>
              <p:nvPr/>
            </p:nvSpPr>
            <p:spPr>
              <a:xfrm>
                <a:off x="3626012" y="6040516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88" name="Freeform: Shape 4187">
                <a:extLst>
                  <a:ext uri="{FF2B5EF4-FFF2-40B4-BE49-F238E27FC236}">
                    <a16:creationId xmlns:a16="http://schemas.microsoft.com/office/drawing/2014/main" id="{31C900BD-C30E-7FC4-0625-1DF95C0C7E5A}"/>
                  </a:ext>
                </a:extLst>
              </p:cNvPr>
              <p:cNvSpPr/>
              <p:nvPr/>
            </p:nvSpPr>
            <p:spPr>
              <a:xfrm>
                <a:off x="3623966" y="6039214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7 w 6343"/>
                  <a:gd name="connsiteY5" fmla="*/ 1131 h 6345"/>
                  <a:gd name="connsiteX6" fmla="*/ 218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7" y="5023"/>
                      <a:pt x="6562" y="4216"/>
                      <a:pt x="6562" y="3374"/>
                    </a:cubicBezTo>
                    <a:cubicBezTo>
                      <a:pt x="6562" y="2533"/>
                      <a:pt x="6227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7" y="1131"/>
                    </a:cubicBezTo>
                    <a:cubicBezTo>
                      <a:pt x="553" y="1726"/>
                      <a:pt x="218" y="2533"/>
                      <a:pt x="218" y="3374"/>
                    </a:cubicBezTo>
                    <a:cubicBezTo>
                      <a:pt x="218" y="4216"/>
                      <a:pt x="553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89" name="Freeform: Shape 4188">
                <a:extLst>
                  <a:ext uri="{FF2B5EF4-FFF2-40B4-BE49-F238E27FC236}">
                    <a16:creationId xmlns:a16="http://schemas.microsoft.com/office/drawing/2014/main" id="{597FAD76-DBDA-FB5D-12E7-1AA2650536E3}"/>
                  </a:ext>
                </a:extLst>
              </p:cNvPr>
              <p:cNvSpPr/>
              <p:nvPr/>
            </p:nvSpPr>
            <p:spPr>
              <a:xfrm>
                <a:off x="3308999" y="6002407"/>
                <a:ext cx="6343" cy="6345"/>
              </a:xfrm>
              <a:custGeom>
                <a:avLst/>
                <a:gdLst>
                  <a:gd name="connsiteX0" fmla="*/ 3365 w 6343"/>
                  <a:gd name="connsiteY0" fmla="*/ 6544 h 6345"/>
                  <a:gd name="connsiteX1" fmla="*/ 5608 w 6343"/>
                  <a:gd name="connsiteY1" fmla="*/ 5615 h 6345"/>
                  <a:gd name="connsiteX2" fmla="*/ 6537 w 6343"/>
                  <a:gd name="connsiteY2" fmla="*/ 3372 h 6345"/>
                  <a:gd name="connsiteX3" fmla="*/ 5608 w 6343"/>
                  <a:gd name="connsiteY3" fmla="*/ 1128 h 6345"/>
                  <a:gd name="connsiteX4" fmla="*/ 3365 w 6343"/>
                  <a:gd name="connsiteY4" fmla="*/ 199 h 6345"/>
                  <a:gd name="connsiteX5" fmla="*/ 1123 w 6343"/>
                  <a:gd name="connsiteY5" fmla="*/ 1128 h 6345"/>
                  <a:gd name="connsiteX6" fmla="*/ 194 w 6343"/>
                  <a:gd name="connsiteY6" fmla="*/ 3372 h 6345"/>
                  <a:gd name="connsiteX7" fmla="*/ 1123 w 6343"/>
                  <a:gd name="connsiteY7" fmla="*/ 5615 h 6345"/>
                  <a:gd name="connsiteX8" fmla="*/ 3365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4"/>
                    </a:moveTo>
                    <a:cubicBezTo>
                      <a:pt x="4206" y="6544"/>
                      <a:pt x="5013" y="6210"/>
                      <a:pt x="5608" y="5615"/>
                    </a:cubicBezTo>
                    <a:cubicBezTo>
                      <a:pt x="6203" y="5020"/>
                      <a:pt x="6537" y="4213"/>
                      <a:pt x="6537" y="3372"/>
                    </a:cubicBezTo>
                    <a:cubicBezTo>
                      <a:pt x="6537" y="2530"/>
                      <a:pt x="6203" y="1723"/>
                      <a:pt x="5608" y="1128"/>
                    </a:cubicBezTo>
                    <a:cubicBezTo>
                      <a:pt x="5013" y="533"/>
                      <a:pt x="4206" y="199"/>
                      <a:pt x="3365" y="199"/>
                    </a:cubicBezTo>
                    <a:cubicBezTo>
                      <a:pt x="2524" y="199"/>
                      <a:pt x="1717" y="533"/>
                      <a:pt x="1123" y="1128"/>
                    </a:cubicBezTo>
                    <a:cubicBezTo>
                      <a:pt x="528" y="1723"/>
                      <a:pt x="194" y="2530"/>
                      <a:pt x="194" y="3372"/>
                    </a:cubicBezTo>
                    <a:cubicBezTo>
                      <a:pt x="194" y="4213"/>
                      <a:pt x="528" y="5020"/>
                      <a:pt x="1123" y="5615"/>
                    </a:cubicBezTo>
                    <a:cubicBezTo>
                      <a:pt x="1717" y="6210"/>
                      <a:pt x="2524" y="6544"/>
                      <a:pt x="3365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90" name="Freeform: Shape 4189">
                <a:extLst>
                  <a:ext uri="{FF2B5EF4-FFF2-40B4-BE49-F238E27FC236}">
                    <a16:creationId xmlns:a16="http://schemas.microsoft.com/office/drawing/2014/main" id="{85B58D29-08AC-55A3-D467-26967E62EEC7}"/>
                  </a:ext>
                </a:extLst>
              </p:cNvPr>
              <p:cNvSpPr/>
              <p:nvPr/>
            </p:nvSpPr>
            <p:spPr>
              <a:xfrm>
                <a:off x="3307416" y="5998919"/>
                <a:ext cx="6343" cy="6345"/>
              </a:xfrm>
              <a:custGeom>
                <a:avLst/>
                <a:gdLst>
                  <a:gd name="connsiteX0" fmla="*/ 3365 w 6343"/>
                  <a:gd name="connsiteY0" fmla="*/ 6544 h 6345"/>
                  <a:gd name="connsiteX1" fmla="*/ 5608 w 6343"/>
                  <a:gd name="connsiteY1" fmla="*/ 5615 h 6345"/>
                  <a:gd name="connsiteX2" fmla="*/ 6537 w 6343"/>
                  <a:gd name="connsiteY2" fmla="*/ 3371 h 6345"/>
                  <a:gd name="connsiteX3" fmla="*/ 5608 w 6343"/>
                  <a:gd name="connsiteY3" fmla="*/ 1128 h 6345"/>
                  <a:gd name="connsiteX4" fmla="*/ 3365 w 6343"/>
                  <a:gd name="connsiteY4" fmla="*/ 199 h 6345"/>
                  <a:gd name="connsiteX5" fmla="*/ 1122 w 6343"/>
                  <a:gd name="connsiteY5" fmla="*/ 1128 h 6345"/>
                  <a:gd name="connsiteX6" fmla="*/ 194 w 6343"/>
                  <a:gd name="connsiteY6" fmla="*/ 3371 h 6345"/>
                  <a:gd name="connsiteX7" fmla="*/ 1122 w 6343"/>
                  <a:gd name="connsiteY7" fmla="*/ 5615 h 6345"/>
                  <a:gd name="connsiteX8" fmla="*/ 3365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544"/>
                    </a:moveTo>
                    <a:cubicBezTo>
                      <a:pt x="4206" y="6544"/>
                      <a:pt x="5013" y="6210"/>
                      <a:pt x="5608" y="5615"/>
                    </a:cubicBezTo>
                    <a:cubicBezTo>
                      <a:pt x="6202" y="5020"/>
                      <a:pt x="6537" y="4213"/>
                      <a:pt x="6537" y="3371"/>
                    </a:cubicBezTo>
                    <a:cubicBezTo>
                      <a:pt x="6537" y="2530"/>
                      <a:pt x="6202" y="1723"/>
                      <a:pt x="5608" y="1128"/>
                    </a:cubicBezTo>
                    <a:cubicBezTo>
                      <a:pt x="5013" y="533"/>
                      <a:pt x="4206" y="199"/>
                      <a:pt x="3365" y="199"/>
                    </a:cubicBezTo>
                    <a:cubicBezTo>
                      <a:pt x="2524" y="199"/>
                      <a:pt x="1717" y="533"/>
                      <a:pt x="1122" y="1128"/>
                    </a:cubicBezTo>
                    <a:cubicBezTo>
                      <a:pt x="528" y="1723"/>
                      <a:pt x="194" y="2530"/>
                      <a:pt x="194" y="3371"/>
                    </a:cubicBezTo>
                    <a:cubicBezTo>
                      <a:pt x="194" y="4213"/>
                      <a:pt x="528" y="5020"/>
                      <a:pt x="1122" y="5615"/>
                    </a:cubicBezTo>
                    <a:cubicBezTo>
                      <a:pt x="1717" y="6210"/>
                      <a:pt x="2524" y="6544"/>
                      <a:pt x="3365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91" name="Freeform: Shape 4190">
                <a:extLst>
                  <a:ext uri="{FF2B5EF4-FFF2-40B4-BE49-F238E27FC236}">
                    <a16:creationId xmlns:a16="http://schemas.microsoft.com/office/drawing/2014/main" id="{399B23E3-532D-10A5-A4C7-7C6A7F42710D}"/>
                  </a:ext>
                </a:extLst>
              </p:cNvPr>
              <p:cNvSpPr/>
              <p:nvPr/>
            </p:nvSpPr>
            <p:spPr>
              <a:xfrm>
                <a:off x="3573387" y="5755857"/>
                <a:ext cx="6343" cy="6345"/>
              </a:xfrm>
              <a:custGeom>
                <a:avLst/>
                <a:gdLst>
                  <a:gd name="connsiteX0" fmla="*/ 3386 w 6343"/>
                  <a:gd name="connsiteY0" fmla="*/ 6525 h 6345"/>
                  <a:gd name="connsiteX1" fmla="*/ 5629 w 6343"/>
                  <a:gd name="connsiteY1" fmla="*/ 5596 h 6345"/>
                  <a:gd name="connsiteX2" fmla="*/ 6558 w 6343"/>
                  <a:gd name="connsiteY2" fmla="*/ 3352 h 6345"/>
                  <a:gd name="connsiteX3" fmla="*/ 5629 w 6343"/>
                  <a:gd name="connsiteY3" fmla="*/ 1109 h 6345"/>
                  <a:gd name="connsiteX4" fmla="*/ 3386 w 6343"/>
                  <a:gd name="connsiteY4" fmla="*/ 179 h 6345"/>
                  <a:gd name="connsiteX5" fmla="*/ 1143 w 6343"/>
                  <a:gd name="connsiteY5" fmla="*/ 1109 h 6345"/>
                  <a:gd name="connsiteX6" fmla="*/ 215 w 6343"/>
                  <a:gd name="connsiteY6" fmla="*/ 3352 h 6345"/>
                  <a:gd name="connsiteX7" fmla="*/ 1143 w 6343"/>
                  <a:gd name="connsiteY7" fmla="*/ 5596 h 6345"/>
                  <a:gd name="connsiteX8" fmla="*/ 3386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5"/>
                    </a:moveTo>
                    <a:cubicBezTo>
                      <a:pt x="4227" y="6525"/>
                      <a:pt x="5034" y="6190"/>
                      <a:pt x="5629" y="5596"/>
                    </a:cubicBezTo>
                    <a:cubicBezTo>
                      <a:pt x="6223" y="5001"/>
                      <a:pt x="6558" y="4193"/>
                      <a:pt x="6558" y="3352"/>
                    </a:cubicBezTo>
                    <a:cubicBezTo>
                      <a:pt x="6558" y="2511"/>
                      <a:pt x="6223" y="1704"/>
                      <a:pt x="5629" y="1109"/>
                    </a:cubicBezTo>
                    <a:cubicBezTo>
                      <a:pt x="5034" y="514"/>
                      <a:pt x="4227" y="179"/>
                      <a:pt x="3386" y="179"/>
                    </a:cubicBezTo>
                    <a:cubicBezTo>
                      <a:pt x="2545" y="179"/>
                      <a:pt x="1738" y="514"/>
                      <a:pt x="1143" y="1109"/>
                    </a:cubicBezTo>
                    <a:cubicBezTo>
                      <a:pt x="549" y="1704"/>
                      <a:pt x="215" y="2511"/>
                      <a:pt x="215" y="3352"/>
                    </a:cubicBezTo>
                    <a:cubicBezTo>
                      <a:pt x="215" y="4193"/>
                      <a:pt x="549" y="5001"/>
                      <a:pt x="1143" y="5596"/>
                    </a:cubicBezTo>
                    <a:cubicBezTo>
                      <a:pt x="1738" y="6190"/>
                      <a:pt x="2545" y="6525"/>
                      <a:pt x="3386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92" name="Freeform: Shape 4191">
                <a:extLst>
                  <a:ext uri="{FF2B5EF4-FFF2-40B4-BE49-F238E27FC236}">
                    <a16:creationId xmlns:a16="http://schemas.microsoft.com/office/drawing/2014/main" id="{602FFA0E-715A-5262-97E1-F55E354F85A5}"/>
                  </a:ext>
                </a:extLst>
              </p:cNvPr>
              <p:cNvSpPr/>
              <p:nvPr/>
            </p:nvSpPr>
            <p:spPr>
              <a:xfrm>
                <a:off x="3609533" y="5751796"/>
                <a:ext cx="6343" cy="6345"/>
              </a:xfrm>
              <a:custGeom>
                <a:avLst/>
                <a:gdLst>
                  <a:gd name="connsiteX0" fmla="*/ 3389 w 6343"/>
                  <a:gd name="connsiteY0" fmla="*/ 6524 h 6345"/>
                  <a:gd name="connsiteX1" fmla="*/ 5632 w 6343"/>
                  <a:gd name="connsiteY1" fmla="*/ 5595 h 6345"/>
                  <a:gd name="connsiteX2" fmla="*/ 6560 w 6343"/>
                  <a:gd name="connsiteY2" fmla="*/ 3352 h 6345"/>
                  <a:gd name="connsiteX3" fmla="*/ 5632 w 6343"/>
                  <a:gd name="connsiteY3" fmla="*/ 1108 h 6345"/>
                  <a:gd name="connsiteX4" fmla="*/ 3389 w 6343"/>
                  <a:gd name="connsiteY4" fmla="*/ 179 h 6345"/>
                  <a:gd name="connsiteX5" fmla="*/ 1146 w 6343"/>
                  <a:gd name="connsiteY5" fmla="*/ 1108 h 6345"/>
                  <a:gd name="connsiteX6" fmla="*/ 217 w 6343"/>
                  <a:gd name="connsiteY6" fmla="*/ 3352 h 6345"/>
                  <a:gd name="connsiteX7" fmla="*/ 1146 w 6343"/>
                  <a:gd name="connsiteY7" fmla="*/ 5595 h 6345"/>
                  <a:gd name="connsiteX8" fmla="*/ 338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4"/>
                    </a:moveTo>
                    <a:cubicBezTo>
                      <a:pt x="4230" y="6524"/>
                      <a:pt x="5037" y="6190"/>
                      <a:pt x="5632" y="5595"/>
                    </a:cubicBezTo>
                    <a:cubicBezTo>
                      <a:pt x="6226" y="5000"/>
                      <a:pt x="6560" y="4193"/>
                      <a:pt x="6560" y="3352"/>
                    </a:cubicBezTo>
                    <a:cubicBezTo>
                      <a:pt x="6560" y="2510"/>
                      <a:pt x="6226" y="1703"/>
                      <a:pt x="5632" y="1108"/>
                    </a:cubicBezTo>
                    <a:cubicBezTo>
                      <a:pt x="5037" y="513"/>
                      <a:pt x="4230" y="179"/>
                      <a:pt x="3389" y="179"/>
                    </a:cubicBezTo>
                    <a:cubicBezTo>
                      <a:pt x="2548" y="179"/>
                      <a:pt x="1741" y="513"/>
                      <a:pt x="1146" y="1108"/>
                    </a:cubicBezTo>
                    <a:cubicBezTo>
                      <a:pt x="552" y="1703"/>
                      <a:pt x="217" y="2510"/>
                      <a:pt x="217" y="3352"/>
                    </a:cubicBezTo>
                    <a:cubicBezTo>
                      <a:pt x="217" y="4193"/>
                      <a:pt x="552" y="5000"/>
                      <a:pt x="1146" y="5595"/>
                    </a:cubicBezTo>
                    <a:cubicBezTo>
                      <a:pt x="1741" y="6190"/>
                      <a:pt x="2548" y="6524"/>
                      <a:pt x="338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93" name="Freeform: Shape 4192">
                <a:extLst>
                  <a:ext uri="{FF2B5EF4-FFF2-40B4-BE49-F238E27FC236}">
                    <a16:creationId xmlns:a16="http://schemas.microsoft.com/office/drawing/2014/main" id="{A4CCE78A-EFC2-F081-2BA9-F262720D752B}"/>
                  </a:ext>
                </a:extLst>
              </p:cNvPr>
              <p:cNvSpPr/>
              <p:nvPr/>
            </p:nvSpPr>
            <p:spPr>
              <a:xfrm>
                <a:off x="3610621" y="5750113"/>
                <a:ext cx="6343" cy="6345"/>
              </a:xfrm>
              <a:custGeom>
                <a:avLst/>
                <a:gdLst>
                  <a:gd name="connsiteX0" fmla="*/ 3389 w 6343"/>
                  <a:gd name="connsiteY0" fmla="*/ 6524 h 6345"/>
                  <a:gd name="connsiteX1" fmla="*/ 5632 w 6343"/>
                  <a:gd name="connsiteY1" fmla="*/ 5595 h 6345"/>
                  <a:gd name="connsiteX2" fmla="*/ 6561 w 6343"/>
                  <a:gd name="connsiteY2" fmla="*/ 3352 h 6345"/>
                  <a:gd name="connsiteX3" fmla="*/ 5632 w 6343"/>
                  <a:gd name="connsiteY3" fmla="*/ 1108 h 6345"/>
                  <a:gd name="connsiteX4" fmla="*/ 3389 w 6343"/>
                  <a:gd name="connsiteY4" fmla="*/ 179 h 6345"/>
                  <a:gd name="connsiteX5" fmla="*/ 1146 w 6343"/>
                  <a:gd name="connsiteY5" fmla="*/ 1108 h 6345"/>
                  <a:gd name="connsiteX6" fmla="*/ 217 w 6343"/>
                  <a:gd name="connsiteY6" fmla="*/ 3352 h 6345"/>
                  <a:gd name="connsiteX7" fmla="*/ 1146 w 6343"/>
                  <a:gd name="connsiteY7" fmla="*/ 5595 h 6345"/>
                  <a:gd name="connsiteX8" fmla="*/ 338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4"/>
                    </a:moveTo>
                    <a:cubicBezTo>
                      <a:pt x="4230" y="6524"/>
                      <a:pt x="5037" y="6190"/>
                      <a:pt x="5632" y="5595"/>
                    </a:cubicBezTo>
                    <a:cubicBezTo>
                      <a:pt x="6226" y="5000"/>
                      <a:pt x="6561" y="4193"/>
                      <a:pt x="6561" y="3352"/>
                    </a:cubicBezTo>
                    <a:cubicBezTo>
                      <a:pt x="6561" y="2510"/>
                      <a:pt x="6226" y="1703"/>
                      <a:pt x="5632" y="1108"/>
                    </a:cubicBezTo>
                    <a:cubicBezTo>
                      <a:pt x="5037" y="513"/>
                      <a:pt x="4230" y="179"/>
                      <a:pt x="3389" y="179"/>
                    </a:cubicBezTo>
                    <a:cubicBezTo>
                      <a:pt x="2548" y="179"/>
                      <a:pt x="1741" y="513"/>
                      <a:pt x="1146" y="1108"/>
                    </a:cubicBezTo>
                    <a:cubicBezTo>
                      <a:pt x="552" y="1703"/>
                      <a:pt x="217" y="2510"/>
                      <a:pt x="217" y="3352"/>
                    </a:cubicBezTo>
                    <a:cubicBezTo>
                      <a:pt x="217" y="4193"/>
                      <a:pt x="552" y="5000"/>
                      <a:pt x="1146" y="5595"/>
                    </a:cubicBezTo>
                    <a:cubicBezTo>
                      <a:pt x="1741" y="6190"/>
                      <a:pt x="2548" y="6524"/>
                      <a:pt x="338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94" name="Freeform: Shape 4193">
                <a:extLst>
                  <a:ext uri="{FF2B5EF4-FFF2-40B4-BE49-F238E27FC236}">
                    <a16:creationId xmlns:a16="http://schemas.microsoft.com/office/drawing/2014/main" id="{ACB9ACEF-E007-8800-2697-8474CCAB96E6}"/>
                  </a:ext>
                </a:extLst>
              </p:cNvPr>
              <p:cNvSpPr/>
              <p:nvPr/>
            </p:nvSpPr>
            <p:spPr>
              <a:xfrm>
                <a:off x="3611342" y="5748462"/>
                <a:ext cx="6343" cy="6345"/>
              </a:xfrm>
              <a:custGeom>
                <a:avLst/>
                <a:gdLst>
                  <a:gd name="connsiteX0" fmla="*/ 3389 w 6343"/>
                  <a:gd name="connsiteY0" fmla="*/ 6524 h 6345"/>
                  <a:gd name="connsiteX1" fmla="*/ 5632 w 6343"/>
                  <a:gd name="connsiteY1" fmla="*/ 5595 h 6345"/>
                  <a:gd name="connsiteX2" fmla="*/ 6561 w 6343"/>
                  <a:gd name="connsiteY2" fmla="*/ 3351 h 6345"/>
                  <a:gd name="connsiteX3" fmla="*/ 5632 w 6343"/>
                  <a:gd name="connsiteY3" fmla="*/ 1108 h 6345"/>
                  <a:gd name="connsiteX4" fmla="*/ 3389 w 6343"/>
                  <a:gd name="connsiteY4" fmla="*/ 179 h 6345"/>
                  <a:gd name="connsiteX5" fmla="*/ 1146 w 6343"/>
                  <a:gd name="connsiteY5" fmla="*/ 1108 h 6345"/>
                  <a:gd name="connsiteX6" fmla="*/ 217 w 6343"/>
                  <a:gd name="connsiteY6" fmla="*/ 3351 h 6345"/>
                  <a:gd name="connsiteX7" fmla="*/ 1146 w 6343"/>
                  <a:gd name="connsiteY7" fmla="*/ 5595 h 6345"/>
                  <a:gd name="connsiteX8" fmla="*/ 338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4"/>
                    </a:moveTo>
                    <a:cubicBezTo>
                      <a:pt x="4230" y="6524"/>
                      <a:pt x="5037" y="6190"/>
                      <a:pt x="5632" y="5595"/>
                    </a:cubicBezTo>
                    <a:cubicBezTo>
                      <a:pt x="6226" y="5000"/>
                      <a:pt x="6561" y="4193"/>
                      <a:pt x="6561" y="3351"/>
                    </a:cubicBezTo>
                    <a:cubicBezTo>
                      <a:pt x="6561" y="2510"/>
                      <a:pt x="6226" y="1703"/>
                      <a:pt x="5632" y="1108"/>
                    </a:cubicBezTo>
                    <a:cubicBezTo>
                      <a:pt x="5037" y="513"/>
                      <a:pt x="4230" y="179"/>
                      <a:pt x="3389" y="179"/>
                    </a:cubicBezTo>
                    <a:cubicBezTo>
                      <a:pt x="2548" y="179"/>
                      <a:pt x="1741" y="513"/>
                      <a:pt x="1146" y="1108"/>
                    </a:cubicBezTo>
                    <a:cubicBezTo>
                      <a:pt x="552" y="1703"/>
                      <a:pt x="217" y="2510"/>
                      <a:pt x="217" y="3351"/>
                    </a:cubicBezTo>
                    <a:cubicBezTo>
                      <a:pt x="217" y="4193"/>
                      <a:pt x="552" y="5000"/>
                      <a:pt x="1146" y="5595"/>
                    </a:cubicBezTo>
                    <a:cubicBezTo>
                      <a:pt x="1741" y="6190"/>
                      <a:pt x="2548" y="6524"/>
                      <a:pt x="338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95" name="Freeform: Shape 4194">
                <a:extLst>
                  <a:ext uri="{FF2B5EF4-FFF2-40B4-BE49-F238E27FC236}">
                    <a16:creationId xmlns:a16="http://schemas.microsoft.com/office/drawing/2014/main" id="{C2324530-6586-B130-FE87-62F9634C5BDB}"/>
                  </a:ext>
                </a:extLst>
              </p:cNvPr>
              <p:cNvSpPr/>
              <p:nvPr/>
            </p:nvSpPr>
            <p:spPr>
              <a:xfrm>
                <a:off x="3578944" y="5748239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9 w 6343"/>
                  <a:gd name="connsiteY1" fmla="*/ 5595 h 6345"/>
                  <a:gd name="connsiteX2" fmla="*/ 6558 w 6343"/>
                  <a:gd name="connsiteY2" fmla="*/ 3351 h 6345"/>
                  <a:gd name="connsiteX3" fmla="*/ 5629 w 6343"/>
                  <a:gd name="connsiteY3" fmla="*/ 1108 h 6345"/>
                  <a:gd name="connsiteX4" fmla="*/ 3386 w 6343"/>
                  <a:gd name="connsiteY4" fmla="*/ 179 h 6345"/>
                  <a:gd name="connsiteX5" fmla="*/ 1144 w 6343"/>
                  <a:gd name="connsiteY5" fmla="*/ 1108 h 6345"/>
                  <a:gd name="connsiteX6" fmla="*/ 215 w 6343"/>
                  <a:gd name="connsiteY6" fmla="*/ 3351 h 6345"/>
                  <a:gd name="connsiteX7" fmla="*/ 1144 w 6343"/>
                  <a:gd name="connsiteY7" fmla="*/ 5595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8" y="6524"/>
                      <a:pt x="5034" y="6190"/>
                      <a:pt x="5629" y="5595"/>
                    </a:cubicBezTo>
                    <a:cubicBezTo>
                      <a:pt x="6224" y="5000"/>
                      <a:pt x="6558" y="4193"/>
                      <a:pt x="6558" y="3351"/>
                    </a:cubicBezTo>
                    <a:cubicBezTo>
                      <a:pt x="6558" y="2510"/>
                      <a:pt x="6224" y="1703"/>
                      <a:pt x="5629" y="1108"/>
                    </a:cubicBezTo>
                    <a:cubicBezTo>
                      <a:pt x="5034" y="513"/>
                      <a:pt x="4228" y="179"/>
                      <a:pt x="3386" y="179"/>
                    </a:cubicBezTo>
                    <a:cubicBezTo>
                      <a:pt x="2545" y="179"/>
                      <a:pt x="1739" y="513"/>
                      <a:pt x="1144" y="1108"/>
                    </a:cubicBezTo>
                    <a:cubicBezTo>
                      <a:pt x="549" y="1703"/>
                      <a:pt x="215" y="2510"/>
                      <a:pt x="215" y="3351"/>
                    </a:cubicBezTo>
                    <a:cubicBezTo>
                      <a:pt x="215" y="4193"/>
                      <a:pt x="549" y="5000"/>
                      <a:pt x="1144" y="5595"/>
                    </a:cubicBezTo>
                    <a:cubicBezTo>
                      <a:pt x="1739" y="6190"/>
                      <a:pt x="2545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96" name="Freeform: Shape 4195">
                <a:extLst>
                  <a:ext uri="{FF2B5EF4-FFF2-40B4-BE49-F238E27FC236}">
                    <a16:creationId xmlns:a16="http://schemas.microsoft.com/office/drawing/2014/main" id="{3D27FE2F-588A-1105-708D-79070E69823A}"/>
                  </a:ext>
                </a:extLst>
              </p:cNvPr>
              <p:cNvSpPr/>
              <p:nvPr/>
            </p:nvSpPr>
            <p:spPr>
              <a:xfrm>
                <a:off x="3566043" y="5746903"/>
                <a:ext cx="6343" cy="6345"/>
              </a:xfrm>
              <a:custGeom>
                <a:avLst/>
                <a:gdLst>
                  <a:gd name="connsiteX0" fmla="*/ 3385 w 6343"/>
                  <a:gd name="connsiteY0" fmla="*/ 6524 h 6345"/>
                  <a:gd name="connsiteX1" fmla="*/ 5628 w 6343"/>
                  <a:gd name="connsiteY1" fmla="*/ 5595 h 6345"/>
                  <a:gd name="connsiteX2" fmla="*/ 6557 w 6343"/>
                  <a:gd name="connsiteY2" fmla="*/ 3351 h 6345"/>
                  <a:gd name="connsiteX3" fmla="*/ 5628 w 6343"/>
                  <a:gd name="connsiteY3" fmla="*/ 1108 h 6345"/>
                  <a:gd name="connsiteX4" fmla="*/ 3385 w 6343"/>
                  <a:gd name="connsiteY4" fmla="*/ 179 h 6345"/>
                  <a:gd name="connsiteX5" fmla="*/ 1143 w 6343"/>
                  <a:gd name="connsiteY5" fmla="*/ 1108 h 6345"/>
                  <a:gd name="connsiteX6" fmla="*/ 214 w 6343"/>
                  <a:gd name="connsiteY6" fmla="*/ 3351 h 6345"/>
                  <a:gd name="connsiteX7" fmla="*/ 1143 w 6343"/>
                  <a:gd name="connsiteY7" fmla="*/ 5595 h 6345"/>
                  <a:gd name="connsiteX8" fmla="*/ 3385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4"/>
                    </a:moveTo>
                    <a:cubicBezTo>
                      <a:pt x="4227" y="6524"/>
                      <a:pt x="5033" y="6190"/>
                      <a:pt x="5628" y="5595"/>
                    </a:cubicBezTo>
                    <a:cubicBezTo>
                      <a:pt x="6223" y="5000"/>
                      <a:pt x="6557" y="4193"/>
                      <a:pt x="6557" y="3351"/>
                    </a:cubicBezTo>
                    <a:cubicBezTo>
                      <a:pt x="6557" y="2510"/>
                      <a:pt x="6223" y="1703"/>
                      <a:pt x="5628" y="1108"/>
                    </a:cubicBezTo>
                    <a:cubicBezTo>
                      <a:pt x="5033" y="513"/>
                      <a:pt x="4227" y="179"/>
                      <a:pt x="3385" y="179"/>
                    </a:cubicBezTo>
                    <a:cubicBezTo>
                      <a:pt x="2544" y="179"/>
                      <a:pt x="1738" y="513"/>
                      <a:pt x="1143" y="1108"/>
                    </a:cubicBezTo>
                    <a:cubicBezTo>
                      <a:pt x="548" y="1703"/>
                      <a:pt x="214" y="2510"/>
                      <a:pt x="214" y="3351"/>
                    </a:cubicBezTo>
                    <a:cubicBezTo>
                      <a:pt x="214" y="4193"/>
                      <a:pt x="548" y="5000"/>
                      <a:pt x="1143" y="5595"/>
                    </a:cubicBezTo>
                    <a:cubicBezTo>
                      <a:pt x="1738" y="6190"/>
                      <a:pt x="2544" y="6524"/>
                      <a:pt x="3385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97" name="Freeform: Shape 4196">
                <a:extLst>
                  <a:ext uri="{FF2B5EF4-FFF2-40B4-BE49-F238E27FC236}">
                    <a16:creationId xmlns:a16="http://schemas.microsoft.com/office/drawing/2014/main" id="{5486F7F5-C569-BFDC-15E8-0088E96C4DC2}"/>
                  </a:ext>
                </a:extLst>
              </p:cNvPr>
              <p:cNvSpPr/>
              <p:nvPr/>
            </p:nvSpPr>
            <p:spPr>
              <a:xfrm>
                <a:off x="3566832" y="5744992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8 w 6343"/>
                  <a:gd name="connsiteY1" fmla="*/ 5595 h 6345"/>
                  <a:gd name="connsiteX2" fmla="*/ 6557 w 6343"/>
                  <a:gd name="connsiteY2" fmla="*/ 3351 h 6345"/>
                  <a:gd name="connsiteX3" fmla="*/ 5628 w 6343"/>
                  <a:gd name="connsiteY3" fmla="*/ 1108 h 6345"/>
                  <a:gd name="connsiteX4" fmla="*/ 3386 w 6343"/>
                  <a:gd name="connsiteY4" fmla="*/ 179 h 6345"/>
                  <a:gd name="connsiteX5" fmla="*/ 1143 w 6343"/>
                  <a:gd name="connsiteY5" fmla="*/ 1108 h 6345"/>
                  <a:gd name="connsiteX6" fmla="*/ 214 w 6343"/>
                  <a:gd name="connsiteY6" fmla="*/ 3351 h 6345"/>
                  <a:gd name="connsiteX7" fmla="*/ 1143 w 6343"/>
                  <a:gd name="connsiteY7" fmla="*/ 5595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3" y="6190"/>
                      <a:pt x="5628" y="5595"/>
                    </a:cubicBezTo>
                    <a:cubicBezTo>
                      <a:pt x="6223" y="5000"/>
                      <a:pt x="6557" y="4193"/>
                      <a:pt x="6557" y="3351"/>
                    </a:cubicBezTo>
                    <a:cubicBezTo>
                      <a:pt x="6557" y="2510"/>
                      <a:pt x="6223" y="1703"/>
                      <a:pt x="5628" y="1108"/>
                    </a:cubicBezTo>
                    <a:cubicBezTo>
                      <a:pt x="5033" y="513"/>
                      <a:pt x="4227" y="179"/>
                      <a:pt x="3386" y="179"/>
                    </a:cubicBezTo>
                    <a:cubicBezTo>
                      <a:pt x="2544" y="179"/>
                      <a:pt x="1738" y="513"/>
                      <a:pt x="1143" y="1108"/>
                    </a:cubicBezTo>
                    <a:cubicBezTo>
                      <a:pt x="548" y="1703"/>
                      <a:pt x="214" y="2510"/>
                      <a:pt x="214" y="3351"/>
                    </a:cubicBezTo>
                    <a:cubicBezTo>
                      <a:pt x="214" y="4193"/>
                      <a:pt x="548" y="5000"/>
                      <a:pt x="1143" y="5595"/>
                    </a:cubicBezTo>
                    <a:cubicBezTo>
                      <a:pt x="1738" y="6190"/>
                      <a:pt x="2544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98" name="Freeform: Shape 4197">
                <a:extLst>
                  <a:ext uri="{FF2B5EF4-FFF2-40B4-BE49-F238E27FC236}">
                    <a16:creationId xmlns:a16="http://schemas.microsoft.com/office/drawing/2014/main" id="{CC284D1E-F6F8-48B8-05AA-B7F32A9D1D76}"/>
                  </a:ext>
                </a:extLst>
              </p:cNvPr>
              <p:cNvSpPr/>
              <p:nvPr/>
            </p:nvSpPr>
            <p:spPr>
              <a:xfrm>
                <a:off x="3568059" y="5743081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8 w 6343"/>
                  <a:gd name="connsiteY1" fmla="*/ 5595 h 6345"/>
                  <a:gd name="connsiteX2" fmla="*/ 6557 w 6343"/>
                  <a:gd name="connsiteY2" fmla="*/ 3351 h 6345"/>
                  <a:gd name="connsiteX3" fmla="*/ 5628 w 6343"/>
                  <a:gd name="connsiteY3" fmla="*/ 1108 h 6345"/>
                  <a:gd name="connsiteX4" fmla="*/ 3386 w 6343"/>
                  <a:gd name="connsiteY4" fmla="*/ 178 h 6345"/>
                  <a:gd name="connsiteX5" fmla="*/ 1143 w 6343"/>
                  <a:gd name="connsiteY5" fmla="*/ 1108 h 6345"/>
                  <a:gd name="connsiteX6" fmla="*/ 214 w 6343"/>
                  <a:gd name="connsiteY6" fmla="*/ 3351 h 6345"/>
                  <a:gd name="connsiteX7" fmla="*/ 1143 w 6343"/>
                  <a:gd name="connsiteY7" fmla="*/ 5595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4" y="6189"/>
                      <a:pt x="5628" y="5595"/>
                    </a:cubicBezTo>
                    <a:cubicBezTo>
                      <a:pt x="6223" y="5000"/>
                      <a:pt x="6557" y="4192"/>
                      <a:pt x="6557" y="3351"/>
                    </a:cubicBezTo>
                    <a:cubicBezTo>
                      <a:pt x="6557" y="2510"/>
                      <a:pt x="6223" y="1703"/>
                      <a:pt x="5628" y="1108"/>
                    </a:cubicBezTo>
                    <a:cubicBezTo>
                      <a:pt x="5034" y="513"/>
                      <a:pt x="4227" y="178"/>
                      <a:pt x="3386" y="178"/>
                    </a:cubicBezTo>
                    <a:cubicBezTo>
                      <a:pt x="2545" y="178"/>
                      <a:pt x="1738" y="513"/>
                      <a:pt x="1143" y="1108"/>
                    </a:cubicBezTo>
                    <a:cubicBezTo>
                      <a:pt x="548" y="1703"/>
                      <a:pt x="214" y="2510"/>
                      <a:pt x="214" y="3351"/>
                    </a:cubicBezTo>
                    <a:cubicBezTo>
                      <a:pt x="214" y="4192"/>
                      <a:pt x="548" y="5000"/>
                      <a:pt x="1143" y="5595"/>
                    </a:cubicBezTo>
                    <a:cubicBezTo>
                      <a:pt x="1738" y="6189"/>
                      <a:pt x="2545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99" name="Freeform: Shape 4198">
                <a:extLst>
                  <a:ext uri="{FF2B5EF4-FFF2-40B4-BE49-F238E27FC236}">
                    <a16:creationId xmlns:a16="http://schemas.microsoft.com/office/drawing/2014/main" id="{695FF516-0589-9E07-9880-8F6F4CCA6BF5}"/>
                  </a:ext>
                </a:extLst>
              </p:cNvPr>
              <p:cNvSpPr/>
              <p:nvPr/>
            </p:nvSpPr>
            <p:spPr>
              <a:xfrm>
                <a:off x="3567261" y="5741223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8 w 6343"/>
                  <a:gd name="connsiteY1" fmla="*/ 5594 h 6345"/>
                  <a:gd name="connsiteX2" fmla="*/ 6557 w 6343"/>
                  <a:gd name="connsiteY2" fmla="*/ 3351 h 6345"/>
                  <a:gd name="connsiteX3" fmla="*/ 5628 w 6343"/>
                  <a:gd name="connsiteY3" fmla="*/ 1107 h 6345"/>
                  <a:gd name="connsiteX4" fmla="*/ 3386 w 6343"/>
                  <a:gd name="connsiteY4" fmla="*/ 178 h 6345"/>
                  <a:gd name="connsiteX5" fmla="*/ 1143 w 6343"/>
                  <a:gd name="connsiteY5" fmla="*/ 1107 h 6345"/>
                  <a:gd name="connsiteX6" fmla="*/ 214 w 6343"/>
                  <a:gd name="connsiteY6" fmla="*/ 3351 h 6345"/>
                  <a:gd name="connsiteX7" fmla="*/ 1143 w 6343"/>
                  <a:gd name="connsiteY7" fmla="*/ 5594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3" y="6189"/>
                      <a:pt x="5628" y="5594"/>
                    </a:cubicBezTo>
                    <a:cubicBezTo>
                      <a:pt x="6223" y="4999"/>
                      <a:pt x="6557" y="4192"/>
                      <a:pt x="6557" y="3351"/>
                    </a:cubicBezTo>
                    <a:cubicBezTo>
                      <a:pt x="6557" y="2510"/>
                      <a:pt x="6223" y="1702"/>
                      <a:pt x="5628" y="1107"/>
                    </a:cubicBezTo>
                    <a:cubicBezTo>
                      <a:pt x="5033" y="513"/>
                      <a:pt x="4227" y="178"/>
                      <a:pt x="3386" y="178"/>
                    </a:cubicBezTo>
                    <a:cubicBezTo>
                      <a:pt x="2544" y="178"/>
                      <a:pt x="1738" y="513"/>
                      <a:pt x="1143" y="1107"/>
                    </a:cubicBezTo>
                    <a:cubicBezTo>
                      <a:pt x="548" y="1702"/>
                      <a:pt x="214" y="2510"/>
                      <a:pt x="214" y="3351"/>
                    </a:cubicBezTo>
                    <a:cubicBezTo>
                      <a:pt x="214" y="4192"/>
                      <a:pt x="548" y="4999"/>
                      <a:pt x="1143" y="5594"/>
                    </a:cubicBezTo>
                    <a:cubicBezTo>
                      <a:pt x="1738" y="6189"/>
                      <a:pt x="2544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00" name="Freeform: Shape 4199">
                <a:extLst>
                  <a:ext uri="{FF2B5EF4-FFF2-40B4-BE49-F238E27FC236}">
                    <a16:creationId xmlns:a16="http://schemas.microsoft.com/office/drawing/2014/main" id="{1957A350-9728-54D0-F9F9-5266198AEB88}"/>
                  </a:ext>
                </a:extLst>
              </p:cNvPr>
              <p:cNvSpPr/>
              <p:nvPr/>
            </p:nvSpPr>
            <p:spPr>
              <a:xfrm>
                <a:off x="3568795" y="5739326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8 w 6343"/>
                  <a:gd name="connsiteY1" fmla="*/ 5594 h 6345"/>
                  <a:gd name="connsiteX2" fmla="*/ 6557 w 6343"/>
                  <a:gd name="connsiteY2" fmla="*/ 3351 h 6345"/>
                  <a:gd name="connsiteX3" fmla="*/ 5628 w 6343"/>
                  <a:gd name="connsiteY3" fmla="*/ 1107 h 6345"/>
                  <a:gd name="connsiteX4" fmla="*/ 3386 w 6343"/>
                  <a:gd name="connsiteY4" fmla="*/ 178 h 6345"/>
                  <a:gd name="connsiteX5" fmla="*/ 1143 w 6343"/>
                  <a:gd name="connsiteY5" fmla="*/ 1107 h 6345"/>
                  <a:gd name="connsiteX6" fmla="*/ 214 w 6343"/>
                  <a:gd name="connsiteY6" fmla="*/ 3351 h 6345"/>
                  <a:gd name="connsiteX7" fmla="*/ 1143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9"/>
                      <a:pt x="5628" y="5594"/>
                    </a:cubicBezTo>
                    <a:cubicBezTo>
                      <a:pt x="6223" y="4999"/>
                      <a:pt x="6557" y="4192"/>
                      <a:pt x="6557" y="3351"/>
                    </a:cubicBezTo>
                    <a:cubicBezTo>
                      <a:pt x="6557" y="2509"/>
                      <a:pt x="6223" y="1702"/>
                      <a:pt x="5628" y="1107"/>
                    </a:cubicBezTo>
                    <a:cubicBezTo>
                      <a:pt x="5034" y="512"/>
                      <a:pt x="4227" y="178"/>
                      <a:pt x="3386" y="178"/>
                    </a:cubicBezTo>
                    <a:cubicBezTo>
                      <a:pt x="2545" y="178"/>
                      <a:pt x="1738" y="512"/>
                      <a:pt x="1143" y="1107"/>
                    </a:cubicBezTo>
                    <a:cubicBezTo>
                      <a:pt x="548" y="1702"/>
                      <a:pt x="214" y="2509"/>
                      <a:pt x="214" y="3351"/>
                    </a:cubicBezTo>
                    <a:cubicBezTo>
                      <a:pt x="214" y="4192"/>
                      <a:pt x="548" y="4999"/>
                      <a:pt x="1143" y="5594"/>
                    </a:cubicBezTo>
                    <a:cubicBezTo>
                      <a:pt x="1738" y="6189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01" name="Freeform: Shape 4200">
                <a:extLst>
                  <a:ext uri="{FF2B5EF4-FFF2-40B4-BE49-F238E27FC236}">
                    <a16:creationId xmlns:a16="http://schemas.microsoft.com/office/drawing/2014/main" id="{00E4E77A-4460-8F40-6D6D-59C376DFDD88}"/>
                  </a:ext>
                </a:extLst>
              </p:cNvPr>
              <p:cNvSpPr/>
              <p:nvPr/>
            </p:nvSpPr>
            <p:spPr>
              <a:xfrm>
                <a:off x="3568730" y="5737459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8 w 6343"/>
                  <a:gd name="connsiteY1" fmla="*/ 5594 h 6345"/>
                  <a:gd name="connsiteX2" fmla="*/ 6557 w 6343"/>
                  <a:gd name="connsiteY2" fmla="*/ 3351 h 6345"/>
                  <a:gd name="connsiteX3" fmla="*/ 5628 w 6343"/>
                  <a:gd name="connsiteY3" fmla="*/ 1107 h 6345"/>
                  <a:gd name="connsiteX4" fmla="*/ 3386 w 6343"/>
                  <a:gd name="connsiteY4" fmla="*/ 178 h 6345"/>
                  <a:gd name="connsiteX5" fmla="*/ 1143 w 6343"/>
                  <a:gd name="connsiteY5" fmla="*/ 1107 h 6345"/>
                  <a:gd name="connsiteX6" fmla="*/ 214 w 6343"/>
                  <a:gd name="connsiteY6" fmla="*/ 3351 h 6345"/>
                  <a:gd name="connsiteX7" fmla="*/ 1143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9"/>
                      <a:pt x="5628" y="5594"/>
                    </a:cubicBezTo>
                    <a:cubicBezTo>
                      <a:pt x="6223" y="4999"/>
                      <a:pt x="6557" y="4192"/>
                      <a:pt x="6557" y="3351"/>
                    </a:cubicBezTo>
                    <a:cubicBezTo>
                      <a:pt x="6557" y="2509"/>
                      <a:pt x="6223" y="1702"/>
                      <a:pt x="5628" y="1107"/>
                    </a:cubicBezTo>
                    <a:cubicBezTo>
                      <a:pt x="5034" y="512"/>
                      <a:pt x="4227" y="178"/>
                      <a:pt x="3386" y="178"/>
                    </a:cubicBezTo>
                    <a:cubicBezTo>
                      <a:pt x="2545" y="178"/>
                      <a:pt x="1738" y="512"/>
                      <a:pt x="1143" y="1107"/>
                    </a:cubicBezTo>
                    <a:cubicBezTo>
                      <a:pt x="548" y="1702"/>
                      <a:pt x="214" y="2509"/>
                      <a:pt x="214" y="3351"/>
                    </a:cubicBezTo>
                    <a:cubicBezTo>
                      <a:pt x="214" y="4192"/>
                      <a:pt x="548" y="4999"/>
                      <a:pt x="1143" y="5594"/>
                    </a:cubicBezTo>
                    <a:cubicBezTo>
                      <a:pt x="1738" y="6189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02" name="Freeform: Shape 4201">
                <a:extLst>
                  <a:ext uri="{FF2B5EF4-FFF2-40B4-BE49-F238E27FC236}">
                    <a16:creationId xmlns:a16="http://schemas.microsoft.com/office/drawing/2014/main" id="{58F9EDEC-3A10-C961-FF82-492C6F1A8C4A}"/>
                  </a:ext>
                </a:extLst>
              </p:cNvPr>
              <p:cNvSpPr/>
              <p:nvPr/>
            </p:nvSpPr>
            <p:spPr>
              <a:xfrm>
                <a:off x="3562989" y="5735644"/>
                <a:ext cx="6343" cy="6345"/>
              </a:xfrm>
              <a:custGeom>
                <a:avLst/>
                <a:gdLst>
                  <a:gd name="connsiteX0" fmla="*/ 3385 w 6343"/>
                  <a:gd name="connsiteY0" fmla="*/ 6523 h 6345"/>
                  <a:gd name="connsiteX1" fmla="*/ 5628 w 6343"/>
                  <a:gd name="connsiteY1" fmla="*/ 5594 h 6345"/>
                  <a:gd name="connsiteX2" fmla="*/ 6557 w 6343"/>
                  <a:gd name="connsiteY2" fmla="*/ 3350 h 6345"/>
                  <a:gd name="connsiteX3" fmla="*/ 5628 w 6343"/>
                  <a:gd name="connsiteY3" fmla="*/ 1107 h 6345"/>
                  <a:gd name="connsiteX4" fmla="*/ 3385 w 6343"/>
                  <a:gd name="connsiteY4" fmla="*/ 178 h 6345"/>
                  <a:gd name="connsiteX5" fmla="*/ 1143 w 6343"/>
                  <a:gd name="connsiteY5" fmla="*/ 1107 h 6345"/>
                  <a:gd name="connsiteX6" fmla="*/ 214 w 6343"/>
                  <a:gd name="connsiteY6" fmla="*/ 3350 h 6345"/>
                  <a:gd name="connsiteX7" fmla="*/ 1143 w 6343"/>
                  <a:gd name="connsiteY7" fmla="*/ 5594 h 6345"/>
                  <a:gd name="connsiteX8" fmla="*/ 3385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3"/>
                    </a:moveTo>
                    <a:cubicBezTo>
                      <a:pt x="4226" y="6523"/>
                      <a:pt x="5033" y="6189"/>
                      <a:pt x="5628" y="5594"/>
                    </a:cubicBezTo>
                    <a:cubicBezTo>
                      <a:pt x="6223" y="4999"/>
                      <a:pt x="6557" y="4192"/>
                      <a:pt x="6557" y="3350"/>
                    </a:cubicBezTo>
                    <a:cubicBezTo>
                      <a:pt x="6557" y="2509"/>
                      <a:pt x="6223" y="1702"/>
                      <a:pt x="5628" y="1107"/>
                    </a:cubicBezTo>
                    <a:cubicBezTo>
                      <a:pt x="5033" y="512"/>
                      <a:pt x="4226" y="178"/>
                      <a:pt x="3385" y="178"/>
                    </a:cubicBezTo>
                    <a:cubicBezTo>
                      <a:pt x="2544" y="178"/>
                      <a:pt x="1737" y="512"/>
                      <a:pt x="1143" y="1107"/>
                    </a:cubicBezTo>
                    <a:cubicBezTo>
                      <a:pt x="548" y="1702"/>
                      <a:pt x="214" y="2509"/>
                      <a:pt x="214" y="3350"/>
                    </a:cubicBezTo>
                    <a:cubicBezTo>
                      <a:pt x="214" y="4192"/>
                      <a:pt x="548" y="4999"/>
                      <a:pt x="1143" y="5594"/>
                    </a:cubicBezTo>
                    <a:cubicBezTo>
                      <a:pt x="1737" y="6189"/>
                      <a:pt x="2544" y="6523"/>
                      <a:pt x="3385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03" name="Freeform: Shape 4202">
                <a:extLst>
                  <a:ext uri="{FF2B5EF4-FFF2-40B4-BE49-F238E27FC236}">
                    <a16:creationId xmlns:a16="http://schemas.microsoft.com/office/drawing/2014/main" id="{B37F2F8B-3587-DB72-38AF-DD96EA96E74C}"/>
                  </a:ext>
                </a:extLst>
              </p:cNvPr>
              <p:cNvSpPr/>
              <p:nvPr/>
            </p:nvSpPr>
            <p:spPr>
              <a:xfrm>
                <a:off x="3562144" y="5733735"/>
                <a:ext cx="6343" cy="6345"/>
              </a:xfrm>
              <a:custGeom>
                <a:avLst/>
                <a:gdLst>
                  <a:gd name="connsiteX0" fmla="*/ 3385 w 6343"/>
                  <a:gd name="connsiteY0" fmla="*/ 6523 h 6345"/>
                  <a:gd name="connsiteX1" fmla="*/ 5628 w 6343"/>
                  <a:gd name="connsiteY1" fmla="*/ 5594 h 6345"/>
                  <a:gd name="connsiteX2" fmla="*/ 6557 w 6343"/>
                  <a:gd name="connsiteY2" fmla="*/ 3350 h 6345"/>
                  <a:gd name="connsiteX3" fmla="*/ 5628 w 6343"/>
                  <a:gd name="connsiteY3" fmla="*/ 1107 h 6345"/>
                  <a:gd name="connsiteX4" fmla="*/ 3385 w 6343"/>
                  <a:gd name="connsiteY4" fmla="*/ 178 h 6345"/>
                  <a:gd name="connsiteX5" fmla="*/ 1143 w 6343"/>
                  <a:gd name="connsiteY5" fmla="*/ 1107 h 6345"/>
                  <a:gd name="connsiteX6" fmla="*/ 214 w 6343"/>
                  <a:gd name="connsiteY6" fmla="*/ 3350 h 6345"/>
                  <a:gd name="connsiteX7" fmla="*/ 1143 w 6343"/>
                  <a:gd name="connsiteY7" fmla="*/ 5594 h 6345"/>
                  <a:gd name="connsiteX8" fmla="*/ 3385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3"/>
                    </a:moveTo>
                    <a:cubicBezTo>
                      <a:pt x="4226" y="6523"/>
                      <a:pt x="5033" y="6189"/>
                      <a:pt x="5628" y="5594"/>
                    </a:cubicBezTo>
                    <a:cubicBezTo>
                      <a:pt x="6223" y="4999"/>
                      <a:pt x="6557" y="4192"/>
                      <a:pt x="6557" y="3350"/>
                    </a:cubicBezTo>
                    <a:cubicBezTo>
                      <a:pt x="6557" y="2509"/>
                      <a:pt x="6223" y="1702"/>
                      <a:pt x="5628" y="1107"/>
                    </a:cubicBezTo>
                    <a:cubicBezTo>
                      <a:pt x="5033" y="512"/>
                      <a:pt x="4226" y="178"/>
                      <a:pt x="3385" y="178"/>
                    </a:cubicBezTo>
                    <a:cubicBezTo>
                      <a:pt x="2544" y="178"/>
                      <a:pt x="1737" y="512"/>
                      <a:pt x="1143" y="1107"/>
                    </a:cubicBezTo>
                    <a:cubicBezTo>
                      <a:pt x="548" y="1702"/>
                      <a:pt x="214" y="2509"/>
                      <a:pt x="214" y="3350"/>
                    </a:cubicBezTo>
                    <a:cubicBezTo>
                      <a:pt x="214" y="4192"/>
                      <a:pt x="548" y="4999"/>
                      <a:pt x="1143" y="5594"/>
                    </a:cubicBezTo>
                    <a:cubicBezTo>
                      <a:pt x="1737" y="6189"/>
                      <a:pt x="2544" y="6523"/>
                      <a:pt x="3385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04" name="Freeform: Shape 4203">
                <a:extLst>
                  <a:ext uri="{FF2B5EF4-FFF2-40B4-BE49-F238E27FC236}">
                    <a16:creationId xmlns:a16="http://schemas.microsoft.com/office/drawing/2014/main" id="{2696D990-D6FE-793B-CD61-47ECC98D03C4}"/>
                  </a:ext>
                </a:extLst>
              </p:cNvPr>
              <p:cNvSpPr/>
              <p:nvPr/>
            </p:nvSpPr>
            <p:spPr>
              <a:xfrm>
                <a:off x="3562256" y="5731828"/>
                <a:ext cx="6343" cy="6345"/>
              </a:xfrm>
              <a:custGeom>
                <a:avLst/>
                <a:gdLst>
                  <a:gd name="connsiteX0" fmla="*/ 3385 w 6343"/>
                  <a:gd name="connsiteY0" fmla="*/ 6523 h 6345"/>
                  <a:gd name="connsiteX1" fmla="*/ 5628 w 6343"/>
                  <a:gd name="connsiteY1" fmla="*/ 5594 h 6345"/>
                  <a:gd name="connsiteX2" fmla="*/ 6557 w 6343"/>
                  <a:gd name="connsiteY2" fmla="*/ 3350 h 6345"/>
                  <a:gd name="connsiteX3" fmla="*/ 5628 w 6343"/>
                  <a:gd name="connsiteY3" fmla="*/ 1107 h 6345"/>
                  <a:gd name="connsiteX4" fmla="*/ 3385 w 6343"/>
                  <a:gd name="connsiteY4" fmla="*/ 177 h 6345"/>
                  <a:gd name="connsiteX5" fmla="*/ 1143 w 6343"/>
                  <a:gd name="connsiteY5" fmla="*/ 1107 h 6345"/>
                  <a:gd name="connsiteX6" fmla="*/ 214 w 6343"/>
                  <a:gd name="connsiteY6" fmla="*/ 3350 h 6345"/>
                  <a:gd name="connsiteX7" fmla="*/ 1143 w 6343"/>
                  <a:gd name="connsiteY7" fmla="*/ 5594 h 6345"/>
                  <a:gd name="connsiteX8" fmla="*/ 3385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3"/>
                    </a:moveTo>
                    <a:cubicBezTo>
                      <a:pt x="4226" y="6523"/>
                      <a:pt x="5033" y="6189"/>
                      <a:pt x="5628" y="5594"/>
                    </a:cubicBezTo>
                    <a:cubicBezTo>
                      <a:pt x="6223" y="4999"/>
                      <a:pt x="6557" y="4192"/>
                      <a:pt x="6557" y="3350"/>
                    </a:cubicBezTo>
                    <a:cubicBezTo>
                      <a:pt x="6557" y="2509"/>
                      <a:pt x="6223" y="1702"/>
                      <a:pt x="5628" y="1107"/>
                    </a:cubicBezTo>
                    <a:cubicBezTo>
                      <a:pt x="5033" y="512"/>
                      <a:pt x="4226" y="177"/>
                      <a:pt x="3385" y="177"/>
                    </a:cubicBezTo>
                    <a:cubicBezTo>
                      <a:pt x="2544" y="177"/>
                      <a:pt x="1737" y="512"/>
                      <a:pt x="1143" y="1107"/>
                    </a:cubicBezTo>
                    <a:cubicBezTo>
                      <a:pt x="548" y="1702"/>
                      <a:pt x="214" y="2509"/>
                      <a:pt x="214" y="3350"/>
                    </a:cubicBezTo>
                    <a:cubicBezTo>
                      <a:pt x="214" y="4192"/>
                      <a:pt x="548" y="4999"/>
                      <a:pt x="1143" y="5594"/>
                    </a:cubicBezTo>
                    <a:cubicBezTo>
                      <a:pt x="1737" y="6189"/>
                      <a:pt x="2544" y="6523"/>
                      <a:pt x="3385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05" name="Freeform: Shape 4204">
                <a:extLst>
                  <a:ext uri="{FF2B5EF4-FFF2-40B4-BE49-F238E27FC236}">
                    <a16:creationId xmlns:a16="http://schemas.microsoft.com/office/drawing/2014/main" id="{9E5D800C-5E47-4494-9370-98B1ADB672C8}"/>
                  </a:ext>
                </a:extLst>
              </p:cNvPr>
              <p:cNvSpPr/>
              <p:nvPr/>
            </p:nvSpPr>
            <p:spPr>
              <a:xfrm>
                <a:off x="3562238" y="5729919"/>
                <a:ext cx="6343" cy="6345"/>
              </a:xfrm>
              <a:custGeom>
                <a:avLst/>
                <a:gdLst>
                  <a:gd name="connsiteX0" fmla="*/ 3385 w 6343"/>
                  <a:gd name="connsiteY0" fmla="*/ 6523 h 6345"/>
                  <a:gd name="connsiteX1" fmla="*/ 5628 w 6343"/>
                  <a:gd name="connsiteY1" fmla="*/ 5593 h 6345"/>
                  <a:gd name="connsiteX2" fmla="*/ 6557 w 6343"/>
                  <a:gd name="connsiteY2" fmla="*/ 3350 h 6345"/>
                  <a:gd name="connsiteX3" fmla="*/ 5628 w 6343"/>
                  <a:gd name="connsiteY3" fmla="*/ 1107 h 6345"/>
                  <a:gd name="connsiteX4" fmla="*/ 3385 w 6343"/>
                  <a:gd name="connsiteY4" fmla="*/ 177 h 6345"/>
                  <a:gd name="connsiteX5" fmla="*/ 1143 w 6343"/>
                  <a:gd name="connsiteY5" fmla="*/ 1107 h 6345"/>
                  <a:gd name="connsiteX6" fmla="*/ 214 w 6343"/>
                  <a:gd name="connsiteY6" fmla="*/ 3350 h 6345"/>
                  <a:gd name="connsiteX7" fmla="*/ 1143 w 6343"/>
                  <a:gd name="connsiteY7" fmla="*/ 5593 h 6345"/>
                  <a:gd name="connsiteX8" fmla="*/ 3385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3"/>
                    </a:moveTo>
                    <a:cubicBezTo>
                      <a:pt x="4226" y="6523"/>
                      <a:pt x="5033" y="6188"/>
                      <a:pt x="5628" y="5593"/>
                    </a:cubicBezTo>
                    <a:cubicBezTo>
                      <a:pt x="6223" y="4999"/>
                      <a:pt x="6557" y="4191"/>
                      <a:pt x="6557" y="3350"/>
                    </a:cubicBezTo>
                    <a:cubicBezTo>
                      <a:pt x="6557" y="2509"/>
                      <a:pt x="6223" y="1702"/>
                      <a:pt x="5628" y="1107"/>
                    </a:cubicBezTo>
                    <a:cubicBezTo>
                      <a:pt x="5033" y="512"/>
                      <a:pt x="4226" y="177"/>
                      <a:pt x="3385" y="177"/>
                    </a:cubicBezTo>
                    <a:cubicBezTo>
                      <a:pt x="2544" y="177"/>
                      <a:pt x="1737" y="512"/>
                      <a:pt x="1143" y="1107"/>
                    </a:cubicBezTo>
                    <a:cubicBezTo>
                      <a:pt x="548" y="1702"/>
                      <a:pt x="214" y="2509"/>
                      <a:pt x="214" y="3350"/>
                    </a:cubicBezTo>
                    <a:cubicBezTo>
                      <a:pt x="214" y="4191"/>
                      <a:pt x="548" y="4999"/>
                      <a:pt x="1143" y="5593"/>
                    </a:cubicBezTo>
                    <a:cubicBezTo>
                      <a:pt x="1737" y="6188"/>
                      <a:pt x="2544" y="6523"/>
                      <a:pt x="3385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06" name="Freeform: Shape 4205">
                <a:extLst>
                  <a:ext uri="{FF2B5EF4-FFF2-40B4-BE49-F238E27FC236}">
                    <a16:creationId xmlns:a16="http://schemas.microsoft.com/office/drawing/2014/main" id="{FAA5DA66-BD9A-E376-AFAB-58E5F9591E0F}"/>
                  </a:ext>
                </a:extLst>
              </p:cNvPr>
              <p:cNvSpPr/>
              <p:nvPr/>
            </p:nvSpPr>
            <p:spPr>
              <a:xfrm>
                <a:off x="3562467" y="5728016"/>
                <a:ext cx="6343" cy="6345"/>
              </a:xfrm>
              <a:custGeom>
                <a:avLst/>
                <a:gdLst>
                  <a:gd name="connsiteX0" fmla="*/ 3385 w 6343"/>
                  <a:gd name="connsiteY0" fmla="*/ 6523 h 6345"/>
                  <a:gd name="connsiteX1" fmla="*/ 5628 w 6343"/>
                  <a:gd name="connsiteY1" fmla="*/ 5593 h 6345"/>
                  <a:gd name="connsiteX2" fmla="*/ 6557 w 6343"/>
                  <a:gd name="connsiteY2" fmla="*/ 3350 h 6345"/>
                  <a:gd name="connsiteX3" fmla="*/ 5628 w 6343"/>
                  <a:gd name="connsiteY3" fmla="*/ 1106 h 6345"/>
                  <a:gd name="connsiteX4" fmla="*/ 3385 w 6343"/>
                  <a:gd name="connsiteY4" fmla="*/ 177 h 6345"/>
                  <a:gd name="connsiteX5" fmla="*/ 1143 w 6343"/>
                  <a:gd name="connsiteY5" fmla="*/ 1106 h 6345"/>
                  <a:gd name="connsiteX6" fmla="*/ 214 w 6343"/>
                  <a:gd name="connsiteY6" fmla="*/ 3350 h 6345"/>
                  <a:gd name="connsiteX7" fmla="*/ 1143 w 6343"/>
                  <a:gd name="connsiteY7" fmla="*/ 5593 h 6345"/>
                  <a:gd name="connsiteX8" fmla="*/ 3385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3"/>
                    </a:moveTo>
                    <a:cubicBezTo>
                      <a:pt x="4226" y="6523"/>
                      <a:pt x="5033" y="6188"/>
                      <a:pt x="5628" y="5593"/>
                    </a:cubicBezTo>
                    <a:cubicBezTo>
                      <a:pt x="6223" y="4998"/>
                      <a:pt x="6557" y="4191"/>
                      <a:pt x="6557" y="3350"/>
                    </a:cubicBezTo>
                    <a:cubicBezTo>
                      <a:pt x="6557" y="2508"/>
                      <a:pt x="6223" y="1701"/>
                      <a:pt x="5628" y="1106"/>
                    </a:cubicBezTo>
                    <a:cubicBezTo>
                      <a:pt x="5033" y="511"/>
                      <a:pt x="4226" y="177"/>
                      <a:pt x="3385" y="177"/>
                    </a:cubicBezTo>
                    <a:cubicBezTo>
                      <a:pt x="2544" y="177"/>
                      <a:pt x="1737" y="511"/>
                      <a:pt x="1143" y="1106"/>
                    </a:cubicBezTo>
                    <a:cubicBezTo>
                      <a:pt x="548" y="1701"/>
                      <a:pt x="214" y="2508"/>
                      <a:pt x="214" y="3350"/>
                    </a:cubicBezTo>
                    <a:cubicBezTo>
                      <a:pt x="214" y="4191"/>
                      <a:pt x="548" y="4998"/>
                      <a:pt x="1143" y="5593"/>
                    </a:cubicBezTo>
                    <a:cubicBezTo>
                      <a:pt x="1737" y="6188"/>
                      <a:pt x="2544" y="6523"/>
                      <a:pt x="3385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07" name="Freeform: Shape 4206">
                <a:extLst>
                  <a:ext uri="{FF2B5EF4-FFF2-40B4-BE49-F238E27FC236}">
                    <a16:creationId xmlns:a16="http://schemas.microsoft.com/office/drawing/2014/main" id="{F5D14D57-C8B4-BDE5-5600-C064621BCEE9}"/>
                  </a:ext>
                </a:extLst>
              </p:cNvPr>
              <p:cNvSpPr/>
              <p:nvPr/>
            </p:nvSpPr>
            <p:spPr>
              <a:xfrm>
                <a:off x="3562236" y="5726101"/>
                <a:ext cx="6343" cy="6345"/>
              </a:xfrm>
              <a:custGeom>
                <a:avLst/>
                <a:gdLst>
                  <a:gd name="connsiteX0" fmla="*/ 3385 w 6343"/>
                  <a:gd name="connsiteY0" fmla="*/ 6522 h 6345"/>
                  <a:gd name="connsiteX1" fmla="*/ 5628 w 6343"/>
                  <a:gd name="connsiteY1" fmla="*/ 5593 h 6345"/>
                  <a:gd name="connsiteX2" fmla="*/ 6557 w 6343"/>
                  <a:gd name="connsiteY2" fmla="*/ 3350 h 6345"/>
                  <a:gd name="connsiteX3" fmla="*/ 5628 w 6343"/>
                  <a:gd name="connsiteY3" fmla="*/ 1106 h 6345"/>
                  <a:gd name="connsiteX4" fmla="*/ 3385 w 6343"/>
                  <a:gd name="connsiteY4" fmla="*/ 177 h 6345"/>
                  <a:gd name="connsiteX5" fmla="*/ 1143 w 6343"/>
                  <a:gd name="connsiteY5" fmla="*/ 1106 h 6345"/>
                  <a:gd name="connsiteX6" fmla="*/ 214 w 6343"/>
                  <a:gd name="connsiteY6" fmla="*/ 3350 h 6345"/>
                  <a:gd name="connsiteX7" fmla="*/ 1143 w 6343"/>
                  <a:gd name="connsiteY7" fmla="*/ 5593 h 6345"/>
                  <a:gd name="connsiteX8" fmla="*/ 3385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2"/>
                    </a:moveTo>
                    <a:cubicBezTo>
                      <a:pt x="4226" y="6522"/>
                      <a:pt x="5033" y="6188"/>
                      <a:pt x="5628" y="5593"/>
                    </a:cubicBezTo>
                    <a:cubicBezTo>
                      <a:pt x="6223" y="4998"/>
                      <a:pt x="6557" y="4191"/>
                      <a:pt x="6557" y="3350"/>
                    </a:cubicBezTo>
                    <a:cubicBezTo>
                      <a:pt x="6557" y="2508"/>
                      <a:pt x="6223" y="1701"/>
                      <a:pt x="5628" y="1106"/>
                    </a:cubicBezTo>
                    <a:cubicBezTo>
                      <a:pt x="5033" y="511"/>
                      <a:pt x="4226" y="177"/>
                      <a:pt x="3385" y="177"/>
                    </a:cubicBezTo>
                    <a:cubicBezTo>
                      <a:pt x="2544" y="177"/>
                      <a:pt x="1737" y="511"/>
                      <a:pt x="1143" y="1106"/>
                    </a:cubicBezTo>
                    <a:cubicBezTo>
                      <a:pt x="548" y="1701"/>
                      <a:pt x="214" y="2508"/>
                      <a:pt x="214" y="3350"/>
                    </a:cubicBezTo>
                    <a:cubicBezTo>
                      <a:pt x="214" y="4191"/>
                      <a:pt x="548" y="4998"/>
                      <a:pt x="1143" y="5593"/>
                    </a:cubicBezTo>
                    <a:cubicBezTo>
                      <a:pt x="1737" y="6188"/>
                      <a:pt x="2544" y="6522"/>
                      <a:pt x="3385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08" name="Freeform: Shape 4207">
                <a:extLst>
                  <a:ext uri="{FF2B5EF4-FFF2-40B4-BE49-F238E27FC236}">
                    <a16:creationId xmlns:a16="http://schemas.microsoft.com/office/drawing/2014/main" id="{0DC67740-2AD5-5C7D-317C-7BD04C69972B}"/>
                  </a:ext>
                </a:extLst>
              </p:cNvPr>
              <p:cNvSpPr/>
              <p:nvPr/>
            </p:nvSpPr>
            <p:spPr>
              <a:xfrm>
                <a:off x="3562442" y="5724198"/>
                <a:ext cx="6343" cy="6345"/>
              </a:xfrm>
              <a:custGeom>
                <a:avLst/>
                <a:gdLst>
                  <a:gd name="connsiteX0" fmla="*/ 3385 w 6343"/>
                  <a:gd name="connsiteY0" fmla="*/ 6522 h 6345"/>
                  <a:gd name="connsiteX1" fmla="*/ 5628 w 6343"/>
                  <a:gd name="connsiteY1" fmla="*/ 5593 h 6345"/>
                  <a:gd name="connsiteX2" fmla="*/ 6557 w 6343"/>
                  <a:gd name="connsiteY2" fmla="*/ 3350 h 6345"/>
                  <a:gd name="connsiteX3" fmla="*/ 5628 w 6343"/>
                  <a:gd name="connsiteY3" fmla="*/ 1106 h 6345"/>
                  <a:gd name="connsiteX4" fmla="*/ 3385 w 6343"/>
                  <a:gd name="connsiteY4" fmla="*/ 177 h 6345"/>
                  <a:gd name="connsiteX5" fmla="*/ 1143 w 6343"/>
                  <a:gd name="connsiteY5" fmla="*/ 1106 h 6345"/>
                  <a:gd name="connsiteX6" fmla="*/ 214 w 6343"/>
                  <a:gd name="connsiteY6" fmla="*/ 3350 h 6345"/>
                  <a:gd name="connsiteX7" fmla="*/ 1143 w 6343"/>
                  <a:gd name="connsiteY7" fmla="*/ 5593 h 6345"/>
                  <a:gd name="connsiteX8" fmla="*/ 3385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2"/>
                    </a:moveTo>
                    <a:cubicBezTo>
                      <a:pt x="4226" y="6522"/>
                      <a:pt x="5033" y="6188"/>
                      <a:pt x="5628" y="5593"/>
                    </a:cubicBezTo>
                    <a:cubicBezTo>
                      <a:pt x="6223" y="4998"/>
                      <a:pt x="6557" y="4191"/>
                      <a:pt x="6557" y="3350"/>
                    </a:cubicBezTo>
                    <a:cubicBezTo>
                      <a:pt x="6557" y="2508"/>
                      <a:pt x="6223" y="1701"/>
                      <a:pt x="5628" y="1106"/>
                    </a:cubicBezTo>
                    <a:cubicBezTo>
                      <a:pt x="5033" y="511"/>
                      <a:pt x="4226" y="177"/>
                      <a:pt x="3385" y="177"/>
                    </a:cubicBezTo>
                    <a:cubicBezTo>
                      <a:pt x="2544" y="177"/>
                      <a:pt x="1737" y="511"/>
                      <a:pt x="1143" y="1106"/>
                    </a:cubicBezTo>
                    <a:cubicBezTo>
                      <a:pt x="548" y="1701"/>
                      <a:pt x="214" y="2508"/>
                      <a:pt x="214" y="3350"/>
                    </a:cubicBezTo>
                    <a:cubicBezTo>
                      <a:pt x="214" y="4191"/>
                      <a:pt x="548" y="4998"/>
                      <a:pt x="1143" y="5593"/>
                    </a:cubicBezTo>
                    <a:cubicBezTo>
                      <a:pt x="1737" y="6188"/>
                      <a:pt x="2544" y="6522"/>
                      <a:pt x="3385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09" name="Freeform: Shape 4208">
                <a:extLst>
                  <a:ext uri="{FF2B5EF4-FFF2-40B4-BE49-F238E27FC236}">
                    <a16:creationId xmlns:a16="http://schemas.microsoft.com/office/drawing/2014/main" id="{DE2A98D6-CF28-0593-2598-48902ECD15DD}"/>
                  </a:ext>
                </a:extLst>
              </p:cNvPr>
              <p:cNvSpPr/>
              <p:nvPr/>
            </p:nvSpPr>
            <p:spPr>
              <a:xfrm>
                <a:off x="3562470" y="5722290"/>
                <a:ext cx="6343" cy="6345"/>
              </a:xfrm>
              <a:custGeom>
                <a:avLst/>
                <a:gdLst>
                  <a:gd name="connsiteX0" fmla="*/ 3385 w 6343"/>
                  <a:gd name="connsiteY0" fmla="*/ 6522 h 6345"/>
                  <a:gd name="connsiteX1" fmla="*/ 5628 w 6343"/>
                  <a:gd name="connsiteY1" fmla="*/ 5593 h 6345"/>
                  <a:gd name="connsiteX2" fmla="*/ 6557 w 6343"/>
                  <a:gd name="connsiteY2" fmla="*/ 3349 h 6345"/>
                  <a:gd name="connsiteX3" fmla="*/ 5628 w 6343"/>
                  <a:gd name="connsiteY3" fmla="*/ 1106 h 6345"/>
                  <a:gd name="connsiteX4" fmla="*/ 3385 w 6343"/>
                  <a:gd name="connsiteY4" fmla="*/ 177 h 6345"/>
                  <a:gd name="connsiteX5" fmla="*/ 1143 w 6343"/>
                  <a:gd name="connsiteY5" fmla="*/ 1106 h 6345"/>
                  <a:gd name="connsiteX6" fmla="*/ 214 w 6343"/>
                  <a:gd name="connsiteY6" fmla="*/ 3349 h 6345"/>
                  <a:gd name="connsiteX7" fmla="*/ 1143 w 6343"/>
                  <a:gd name="connsiteY7" fmla="*/ 5593 h 6345"/>
                  <a:gd name="connsiteX8" fmla="*/ 3385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2"/>
                    </a:moveTo>
                    <a:cubicBezTo>
                      <a:pt x="4226" y="6522"/>
                      <a:pt x="5033" y="6188"/>
                      <a:pt x="5628" y="5593"/>
                    </a:cubicBezTo>
                    <a:cubicBezTo>
                      <a:pt x="6223" y="4998"/>
                      <a:pt x="6557" y="4191"/>
                      <a:pt x="6557" y="3349"/>
                    </a:cubicBezTo>
                    <a:cubicBezTo>
                      <a:pt x="6557" y="2508"/>
                      <a:pt x="6223" y="1701"/>
                      <a:pt x="5628" y="1106"/>
                    </a:cubicBezTo>
                    <a:cubicBezTo>
                      <a:pt x="5033" y="511"/>
                      <a:pt x="4226" y="177"/>
                      <a:pt x="3385" y="177"/>
                    </a:cubicBezTo>
                    <a:cubicBezTo>
                      <a:pt x="2544" y="177"/>
                      <a:pt x="1737" y="511"/>
                      <a:pt x="1143" y="1106"/>
                    </a:cubicBezTo>
                    <a:cubicBezTo>
                      <a:pt x="548" y="1701"/>
                      <a:pt x="214" y="2508"/>
                      <a:pt x="214" y="3349"/>
                    </a:cubicBezTo>
                    <a:cubicBezTo>
                      <a:pt x="214" y="4191"/>
                      <a:pt x="548" y="4998"/>
                      <a:pt x="1143" y="5593"/>
                    </a:cubicBezTo>
                    <a:cubicBezTo>
                      <a:pt x="1737" y="6188"/>
                      <a:pt x="2544" y="6522"/>
                      <a:pt x="3385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10" name="Freeform: Shape 4209">
                <a:extLst>
                  <a:ext uri="{FF2B5EF4-FFF2-40B4-BE49-F238E27FC236}">
                    <a16:creationId xmlns:a16="http://schemas.microsoft.com/office/drawing/2014/main" id="{A9B91E86-E2C6-B45A-E201-5CD6D975027E}"/>
                  </a:ext>
                </a:extLst>
              </p:cNvPr>
              <p:cNvSpPr/>
              <p:nvPr/>
            </p:nvSpPr>
            <p:spPr>
              <a:xfrm>
                <a:off x="3562039" y="5720358"/>
                <a:ext cx="6343" cy="6345"/>
              </a:xfrm>
              <a:custGeom>
                <a:avLst/>
                <a:gdLst>
                  <a:gd name="connsiteX0" fmla="*/ 3385 w 6343"/>
                  <a:gd name="connsiteY0" fmla="*/ 6522 h 6345"/>
                  <a:gd name="connsiteX1" fmla="*/ 5628 w 6343"/>
                  <a:gd name="connsiteY1" fmla="*/ 5593 h 6345"/>
                  <a:gd name="connsiteX2" fmla="*/ 6557 w 6343"/>
                  <a:gd name="connsiteY2" fmla="*/ 3349 h 6345"/>
                  <a:gd name="connsiteX3" fmla="*/ 5628 w 6343"/>
                  <a:gd name="connsiteY3" fmla="*/ 1106 h 6345"/>
                  <a:gd name="connsiteX4" fmla="*/ 3385 w 6343"/>
                  <a:gd name="connsiteY4" fmla="*/ 177 h 6345"/>
                  <a:gd name="connsiteX5" fmla="*/ 1143 w 6343"/>
                  <a:gd name="connsiteY5" fmla="*/ 1106 h 6345"/>
                  <a:gd name="connsiteX6" fmla="*/ 214 w 6343"/>
                  <a:gd name="connsiteY6" fmla="*/ 3349 h 6345"/>
                  <a:gd name="connsiteX7" fmla="*/ 1143 w 6343"/>
                  <a:gd name="connsiteY7" fmla="*/ 5593 h 6345"/>
                  <a:gd name="connsiteX8" fmla="*/ 3385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2"/>
                    </a:moveTo>
                    <a:cubicBezTo>
                      <a:pt x="4226" y="6522"/>
                      <a:pt x="5033" y="6188"/>
                      <a:pt x="5628" y="5593"/>
                    </a:cubicBezTo>
                    <a:cubicBezTo>
                      <a:pt x="6223" y="4998"/>
                      <a:pt x="6557" y="4191"/>
                      <a:pt x="6557" y="3349"/>
                    </a:cubicBezTo>
                    <a:cubicBezTo>
                      <a:pt x="6557" y="2508"/>
                      <a:pt x="6223" y="1701"/>
                      <a:pt x="5628" y="1106"/>
                    </a:cubicBezTo>
                    <a:cubicBezTo>
                      <a:pt x="5033" y="511"/>
                      <a:pt x="4226" y="177"/>
                      <a:pt x="3385" y="177"/>
                    </a:cubicBezTo>
                    <a:cubicBezTo>
                      <a:pt x="2544" y="177"/>
                      <a:pt x="1737" y="511"/>
                      <a:pt x="1143" y="1106"/>
                    </a:cubicBezTo>
                    <a:cubicBezTo>
                      <a:pt x="548" y="1701"/>
                      <a:pt x="214" y="2508"/>
                      <a:pt x="214" y="3349"/>
                    </a:cubicBezTo>
                    <a:cubicBezTo>
                      <a:pt x="214" y="4191"/>
                      <a:pt x="548" y="4998"/>
                      <a:pt x="1143" y="5593"/>
                    </a:cubicBezTo>
                    <a:cubicBezTo>
                      <a:pt x="1737" y="6188"/>
                      <a:pt x="2544" y="6522"/>
                      <a:pt x="3385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11" name="Freeform: Shape 4210">
                <a:extLst>
                  <a:ext uri="{FF2B5EF4-FFF2-40B4-BE49-F238E27FC236}">
                    <a16:creationId xmlns:a16="http://schemas.microsoft.com/office/drawing/2014/main" id="{A7F3E666-0521-B147-C622-49B58FD6EAA2}"/>
                  </a:ext>
                </a:extLst>
              </p:cNvPr>
              <p:cNvSpPr/>
              <p:nvPr/>
            </p:nvSpPr>
            <p:spPr>
              <a:xfrm>
                <a:off x="3561903" y="5718436"/>
                <a:ext cx="6343" cy="6345"/>
              </a:xfrm>
              <a:custGeom>
                <a:avLst/>
                <a:gdLst>
                  <a:gd name="connsiteX0" fmla="*/ 3385 w 6343"/>
                  <a:gd name="connsiteY0" fmla="*/ 6522 h 6345"/>
                  <a:gd name="connsiteX1" fmla="*/ 5628 w 6343"/>
                  <a:gd name="connsiteY1" fmla="*/ 5593 h 6345"/>
                  <a:gd name="connsiteX2" fmla="*/ 6557 w 6343"/>
                  <a:gd name="connsiteY2" fmla="*/ 3349 h 6345"/>
                  <a:gd name="connsiteX3" fmla="*/ 5628 w 6343"/>
                  <a:gd name="connsiteY3" fmla="*/ 1106 h 6345"/>
                  <a:gd name="connsiteX4" fmla="*/ 3385 w 6343"/>
                  <a:gd name="connsiteY4" fmla="*/ 176 h 6345"/>
                  <a:gd name="connsiteX5" fmla="*/ 1143 w 6343"/>
                  <a:gd name="connsiteY5" fmla="*/ 1106 h 6345"/>
                  <a:gd name="connsiteX6" fmla="*/ 214 w 6343"/>
                  <a:gd name="connsiteY6" fmla="*/ 3349 h 6345"/>
                  <a:gd name="connsiteX7" fmla="*/ 1143 w 6343"/>
                  <a:gd name="connsiteY7" fmla="*/ 5593 h 6345"/>
                  <a:gd name="connsiteX8" fmla="*/ 3385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2"/>
                    </a:moveTo>
                    <a:cubicBezTo>
                      <a:pt x="4226" y="6522"/>
                      <a:pt x="5033" y="6188"/>
                      <a:pt x="5628" y="5593"/>
                    </a:cubicBezTo>
                    <a:cubicBezTo>
                      <a:pt x="6223" y="4998"/>
                      <a:pt x="6557" y="4191"/>
                      <a:pt x="6557" y="3349"/>
                    </a:cubicBezTo>
                    <a:cubicBezTo>
                      <a:pt x="6557" y="2508"/>
                      <a:pt x="6223" y="1701"/>
                      <a:pt x="5628" y="1106"/>
                    </a:cubicBezTo>
                    <a:cubicBezTo>
                      <a:pt x="5033" y="511"/>
                      <a:pt x="4226" y="176"/>
                      <a:pt x="3385" y="176"/>
                    </a:cubicBezTo>
                    <a:cubicBezTo>
                      <a:pt x="2544" y="176"/>
                      <a:pt x="1737" y="511"/>
                      <a:pt x="1143" y="1106"/>
                    </a:cubicBezTo>
                    <a:cubicBezTo>
                      <a:pt x="548" y="1701"/>
                      <a:pt x="214" y="2508"/>
                      <a:pt x="214" y="3349"/>
                    </a:cubicBezTo>
                    <a:cubicBezTo>
                      <a:pt x="214" y="4191"/>
                      <a:pt x="548" y="4998"/>
                      <a:pt x="1143" y="5593"/>
                    </a:cubicBezTo>
                    <a:cubicBezTo>
                      <a:pt x="1737" y="6188"/>
                      <a:pt x="2544" y="6522"/>
                      <a:pt x="3385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12" name="Freeform: Shape 4211">
                <a:extLst>
                  <a:ext uri="{FF2B5EF4-FFF2-40B4-BE49-F238E27FC236}">
                    <a16:creationId xmlns:a16="http://schemas.microsoft.com/office/drawing/2014/main" id="{3FC2D130-154F-7AD7-C419-94614F4FD0B1}"/>
                  </a:ext>
                </a:extLst>
              </p:cNvPr>
              <p:cNvSpPr/>
              <p:nvPr/>
            </p:nvSpPr>
            <p:spPr>
              <a:xfrm>
                <a:off x="3561731" y="5716509"/>
                <a:ext cx="6343" cy="6345"/>
              </a:xfrm>
              <a:custGeom>
                <a:avLst/>
                <a:gdLst>
                  <a:gd name="connsiteX0" fmla="*/ 3385 w 6343"/>
                  <a:gd name="connsiteY0" fmla="*/ 6522 h 6345"/>
                  <a:gd name="connsiteX1" fmla="*/ 5628 w 6343"/>
                  <a:gd name="connsiteY1" fmla="*/ 5592 h 6345"/>
                  <a:gd name="connsiteX2" fmla="*/ 6557 w 6343"/>
                  <a:gd name="connsiteY2" fmla="*/ 3349 h 6345"/>
                  <a:gd name="connsiteX3" fmla="*/ 5628 w 6343"/>
                  <a:gd name="connsiteY3" fmla="*/ 1106 h 6345"/>
                  <a:gd name="connsiteX4" fmla="*/ 3385 w 6343"/>
                  <a:gd name="connsiteY4" fmla="*/ 176 h 6345"/>
                  <a:gd name="connsiteX5" fmla="*/ 1143 w 6343"/>
                  <a:gd name="connsiteY5" fmla="*/ 1106 h 6345"/>
                  <a:gd name="connsiteX6" fmla="*/ 214 w 6343"/>
                  <a:gd name="connsiteY6" fmla="*/ 3349 h 6345"/>
                  <a:gd name="connsiteX7" fmla="*/ 1143 w 6343"/>
                  <a:gd name="connsiteY7" fmla="*/ 5592 h 6345"/>
                  <a:gd name="connsiteX8" fmla="*/ 3385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2"/>
                    </a:moveTo>
                    <a:cubicBezTo>
                      <a:pt x="4226" y="6522"/>
                      <a:pt x="5033" y="6187"/>
                      <a:pt x="5628" y="5592"/>
                    </a:cubicBezTo>
                    <a:cubicBezTo>
                      <a:pt x="6223" y="4997"/>
                      <a:pt x="6557" y="4190"/>
                      <a:pt x="6557" y="3349"/>
                    </a:cubicBezTo>
                    <a:cubicBezTo>
                      <a:pt x="6557" y="2508"/>
                      <a:pt x="6223" y="1701"/>
                      <a:pt x="5628" y="1106"/>
                    </a:cubicBezTo>
                    <a:cubicBezTo>
                      <a:pt x="5033" y="511"/>
                      <a:pt x="4226" y="176"/>
                      <a:pt x="3385" y="176"/>
                    </a:cubicBezTo>
                    <a:cubicBezTo>
                      <a:pt x="2544" y="176"/>
                      <a:pt x="1737" y="511"/>
                      <a:pt x="1143" y="1106"/>
                    </a:cubicBezTo>
                    <a:cubicBezTo>
                      <a:pt x="548" y="1701"/>
                      <a:pt x="214" y="2508"/>
                      <a:pt x="214" y="3349"/>
                    </a:cubicBezTo>
                    <a:cubicBezTo>
                      <a:pt x="214" y="4190"/>
                      <a:pt x="548" y="4997"/>
                      <a:pt x="1143" y="5592"/>
                    </a:cubicBezTo>
                    <a:cubicBezTo>
                      <a:pt x="1737" y="6187"/>
                      <a:pt x="2544" y="6522"/>
                      <a:pt x="3385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13" name="Freeform: Shape 4212">
                <a:extLst>
                  <a:ext uri="{FF2B5EF4-FFF2-40B4-BE49-F238E27FC236}">
                    <a16:creationId xmlns:a16="http://schemas.microsoft.com/office/drawing/2014/main" id="{FA3BA2F2-F345-CF8F-6542-66AC9C675D44}"/>
                  </a:ext>
                </a:extLst>
              </p:cNvPr>
              <p:cNvSpPr/>
              <p:nvPr/>
            </p:nvSpPr>
            <p:spPr>
              <a:xfrm>
                <a:off x="3561335" y="5714563"/>
                <a:ext cx="6343" cy="6345"/>
              </a:xfrm>
              <a:custGeom>
                <a:avLst/>
                <a:gdLst>
                  <a:gd name="connsiteX0" fmla="*/ 3385 w 6343"/>
                  <a:gd name="connsiteY0" fmla="*/ 6522 h 6345"/>
                  <a:gd name="connsiteX1" fmla="*/ 5628 w 6343"/>
                  <a:gd name="connsiteY1" fmla="*/ 5592 h 6345"/>
                  <a:gd name="connsiteX2" fmla="*/ 6557 w 6343"/>
                  <a:gd name="connsiteY2" fmla="*/ 3349 h 6345"/>
                  <a:gd name="connsiteX3" fmla="*/ 5628 w 6343"/>
                  <a:gd name="connsiteY3" fmla="*/ 1105 h 6345"/>
                  <a:gd name="connsiteX4" fmla="*/ 3385 w 6343"/>
                  <a:gd name="connsiteY4" fmla="*/ 176 h 6345"/>
                  <a:gd name="connsiteX5" fmla="*/ 1142 w 6343"/>
                  <a:gd name="connsiteY5" fmla="*/ 1105 h 6345"/>
                  <a:gd name="connsiteX6" fmla="*/ 214 w 6343"/>
                  <a:gd name="connsiteY6" fmla="*/ 3349 h 6345"/>
                  <a:gd name="connsiteX7" fmla="*/ 1142 w 6343"/>
                  <a:gd name="connsiteY7" fmla="*/ 5592 h 6345"/>
                  <a:gd name="connsiteX8" fmla="*/ 3385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2"/>
                    </a:moveTo>
                    <a:cubicBezTo>
                      <a:pt x="4226" y="6522"/>
                      <a:pt x="5033" y="6187"/>
                      <a:pt x="5628" y="5592"/>
                    </a:cubicBezTo>
                    <a:cubicBezTo>
                      <a:pt x="6222" y="4997"/>
                      <a:pt x="6557" y="4190"/>
                      <a:pt x="6557" y="3349"/>
                    </a:cubicBezTo>
                    <a:cubicBezTo>
                      <a:pt x="6557" y="2507"/>
                      <a:pt x="6222" y="1700"/>
                      <a:pt x="5628" y="1105"/>
                    </a:cubicBezTo>
                    <a:cubicBezTo>
                      <a:pt x="5033" y="510"/>
                      <a:pt x="4226" y="176"/>
                      <a:pt x="3385" y="176"/>
                    </a:cubicBezTo>
                    <a:cubicBezTo>
                      <a:pt x="2544" y="176"/>
                      <a:pt x="1737" y="510"/>
                      <a:pt x="1142" y="1105"/>
                    </a:cubicBezTo>
                    <a:cubicBezTo>
                      <a:pt x="548" y="1700"/>
                      <a:pt x="214" y="2507"/>
                      <a:pt x="214" y="3349"/>
                    </a:cubicBezTo>
                    <a:cubicBezTo>
                      <a:pt x="214" y="4190"/>
                      <a:pt x="548" y="4997"/>
                      <a:pt x="1142" y="5592"/>
                    </a:cubicBezTo>
                    <a:cubicBezTo>
                      <a:pt x="1737" y="6187"/>
                      <a:pt x="2544" y="6522"/>
                      <a:pt x="3385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14" name="Freeform: Shape 4213">
                <a:extLst>
                  <a:ext uri="{FF2B5EF4-FFF2-40B4-BE49-F238E27FC236}">
                    <a16:creationId xmlns:a16="http://schemas.microsoft.com/office/drawing/2014/main" id="{A8ECBE2B-6E21-6103-73DF-71AF13F89E72}"/>
                  </a:ext>
                </a:extLst>
              </p:cNvPr>
              <p:cNvSpPr/>
              <p:nvPr/>
            </p:nvSpPr>
            <p:spPr>
              <a:xfrm>
                <a:off x="3561659" y="5712664"/>
                <a:ext cx="6343" cy="6345"/>
              </a:xfrm>
              <a:custGeom>
                <a:avLst/>
                <a:gdLst>
                  <a:gd name="connsiteX0" fmla="*/ 3385 w 6343"/>
                  <a:gd name="connsiteY0" fmla="*/ 6521 h 6345"/>
                  <a:gd name="connsiteX1" fmla="*/ 5628 w 6343"/>
                  <a:gd name="connsiteY1" fmla="*/ 5592 h 6345"/>
                  <a:gd name="connsiteX2" fmla="*/ 6557 w 6343"/>
                  <a:gd name="connsiteY2" fmla="*/ 3349 h 6345"/>
                  <a:gd name="connsiteX3" fmla="*/ 5628 w 6343"/>
                  <a:gd name="connsiteY3" fmla="*/ 1105 h 6345"/>
                  <a:gd name="connsiteX4" fmla="*/ 3385 w 6343"/>
                  <a:gd name="connsiteY4" fmla="*/ 176 h 6345"/>
                  <a:gd name="connsiteX5" fmla="*/ 1142 w 6343"/>
                  <a:gd name="connsiteY5" fmla="*/ 1105 h 6345"/>
                  <a:gd name="connsiteX6" fmla="*/ 214 w 6343"/>
                  <a:gd name="connsiteY6" fmla="*/ 3349 h 6345"/>
                  <a:gd name="connsiteX7" fmla="*/ 1142 w 6343"/>
                  <a:gd name="connsiteY7" fmla="*/ 5592 h 6345"/>
                  <a:gd name="connsiteX8" fmla="*/ 3385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1"/>
                    </a:moveTo>
                    <a:cubicBezTo>
                      <a:pt x="4226" y="6521"/>
                      <a:pt x="5033" y="6187"/>
                      <a:pt x="5628" y="5592"/>
                    </a:cubicBezTo>
                    <a:cubicBezTo>
                      <a:pt x="6223" y="4997"/>
                      <a:pt x="6557" y="4190"/>
                      <a:pt x="6557" y="3349"/>
                    </a:cubicBezTo>
                    <a:cubicBezTo>
                      <a:pt x="6557" y="2507"/>
                      <a:pt x="6223" y="1700"/>
                      <a:pt x="5628" y="1105"/>
                    </a:cubicBezTo>
                    <a:cubicBezTo>
                      <a:pt x="5033" y="510"/>
                      <a:pt x="4226" y="176"/>
                      <a:pt x="3385" y="176"/>
                    </a:cubicBezTo>
                    <a:cubicBezTo>
                      <a:pt x="2544" y="176"/>
                      <a:pt x="1737" y="510"/>
                      <a:pt x="1142" y="1105"/>
                    </a:cubicBezTo>
                    <a:cubicBezTo>
                      <a:pt x="548" y="1700"/>
                      <a:pt x="214" y="2507"/>
                      <a:pt x="214" y="3349"/>
                    </a:cubicBezTo>
                    <a:cubicBezTo>
                      <a:pt x="214" y="4190"/>
                      <a:pt x="548" y="4997"/>
                      <a:pt x="1142" y="5592"/>
                    </a:cubicBezTo>
                    <a:cubicBezTo>
                      <a:pt x="1737" y="6187"/>
                      <a:pt x="2544" y="6521"/>
                      <a:pt x="3385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15" name="Freeform: Shape 4214">
                <a:extLst>
                  <a:ext uri="{FF2B5EF4-FFF2-40B4-BE49-F238E27FC236}">
                    <a16:creationId xmlns:a16="http://schemas.microsoft.com/office/drawing/2014/main" id="{28DDD010-BA09-3B5D-5492-BC63637D66D4}"/>
                  </a:ext>
                </a:extLst>
              </p:cNvPr>
              <p:cNvSpPr/>
              <p:nvPr/>
            </p:nvSpPr>
            <p:spPr>
              <a:xfrm>
                <a:off x="3562511" y="5710809"/>
                <a:ext cx="6343" cy="6345"/>
              </a:xfrm>
              <a:custGeom>
                <a:avLst/>
                <a:gdLst>
                  <a:gd name="connsiteX0" fmla="*/ 3385 w 6343"/>
                  <a:gd name="connsiteY0" fmla="*/ 6521 h 6345"/>
                  <a:gd name="connsiteX1" fmla="*/ 5628 w 6343"/>
                  <a:gd name="connsiteY1" fmla="*/ 5592 h 6345"/>
                  <a:gd name="connsiteX2" fmla="*/ 6557 w 6343"/>
                  <a:gd name="connsiteY2" fmla="*/ 3349 h 6345"/>
                  <a:gd name="connsiteX3" fmla="*/ 5628 w 6343"/>
                  <a:gd name="connsiteY3" fmla="*/ 1105 h 6345"/>
                  <a:gd name="connsiteX4" fmla="*/ 3385 w 6343"/>
                  <a:gd name="connsiteY4" fmla="*/ 176 h 6345"/>
                  <a:gd name="connsiteX5" fmla="*/ 1143 w 6343"/>
                  <a:gd name="connsiteY5" fmla="*/ 1105 h 6345"/>
                  <a:gd name="connsiteX6" fmla="*/ 214 w 6343"/>
                  <a:gd name="connsiteY6" fmla="*/ 3349 h 6345"/>
                  <a:gd name="connsiteX7" fmla="*/ 1143 w 6343"/>
                  <a:gd name="connsiteY7" fmla="*/ 5592 h 6345"/>
                  <a:gd name="connsiteX8" fmla="*/ 3385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1"/>
                    </a:moveTo>
                    <a:cubicBezTo>
                      <a:pt x="4226" y="6521"/>
                      <a:pt x="5033" y="6187"/>
                      <a:pt x="5628" y="5592"/>
                    </a:cubicBezTo>
                    <a:cubicBezTo>
                      <a:pt x="6223" y="4997"/>
                      <a:pt x="6557" y="4190"/>
                      <a:pt x="6557" y="3349"/>
                    </a:cubicBezTo>
                    <a:cubicBezTo>
                      <a:pt x="6557" y="2507"/>
                      <a:pt x="6223" y="1700"/>
                      <a:pt x="5628" y="1105"/>
                    </a:cubicBezTo>
                    <a:cubicBezTo>
                      <a:pt x="5033" y="510"/>
                      <a:pt x="4226" y="176"/>
                      <a:pt x="3385" y="176"/>
                    </a:cubicBezTo>
                    <a:cubicBezTo>
                      <a:pt x="2544" y="176"/>
                      <a:pt x="1737" y="510"/>
                      <a:pt x="1143" y="1105"/>
                    </a:cubicBezTo>
                    <a:cubicBezTo>
                      <a:pt x="548" y="1700"/>
                      <a:pt x="214" y="2507"/>
                      <a:pt x="214" y="3349"/>
                    </a:cubicBezTo>
                    <a:cubicBezTo>
                      <a:pt x="214" y="4190"/>
                      <a:pt x="548" y="4997"/>
                      <a:pt x="1143" y="5592"/>
                    </a:cubicBezTo>
                    <a:cubicBezTo>
                      <a:pt x="1737" y="6187"/>
                      <a:pt x="2544" y="6521"/>
                      <a:pt x="3385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16" name="Freeform: Shape 4215">
                <a:extLst>
                  <a:ext uri="{FF2B5EF4-FFF2-40B4-BE49-F238E27FC236}">
                    <a16:creationId xmlns:a16="http://schemas.microsoft.com/office/drawing/2014/main" id="{5A5582A6-D461-0651-4703-92C17B450BA9}"/>
                  </a:ext>
                </a:extLst>
              </p:cNvPr>
              <p:cNvSpPr/>
              <p:nvPr/>
            </p:nvSpPr>
            <p:spPr>
              <a:xfrm>
                <a:off x="3564505" y="5709062"/>
                <a:ext cx="6343" cy="6345"/>
              </a:xfrm>
              <a:custGeom>
                <a:avLst/>
                <a:gdLst>
                  <a:gd name="connsiteX0" fmla="*/ 3385 w 6343"/>
                  <a:gd name="connsiteY0" fmla="*/ 6521 h 6345"/>
                  <a:gd name="connsiteX1" fmla="*/ 5628 w 6343"/>
                  <a:gd name="connsiteY1" fmla="*/ 5592 h 6345"/>
                  <a:gd name="connsiteX2" fmla="*/ 6557 w 6343"/>
                  <a:gd name="connsiteY2" fmla="*/ 3348 h 6345"/>
                  <a:gd name="connsiteX3" fmla="*/ 5628 w 6343"/>
                  <a:gd name="connsiteY3" fmla="*/ 1105 h 6345"/>
                  <a:gd name="connsiteX4" fmla="*/ 3385 w 6343"/>
                  <a:gd name="connsiteY4" fmla="*/ 176 h 6345"/>
                  <a:gd name="connsiteX5" fmla="*/ 1143 w 6343"/>
                  <a:gd name="connsiteY5" fmla="*/ 1105 h 6345"/>
                  <a:gd name="connsiteX6" fmla="*/ 214 w 6343"/>
                  <a:gd name="connsiteY6" fmla="*/ 3348 h 6345"/>
                  <a:gd name="connsiteX7" fmla="*/ 1143 w 6343"/>
                  <a:gd name="connsiteY7" fmla="*/ 5592 h 6345"/>
                  <a:gd name="connsiteX8" fmla="*/ 3385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1"/>
                    </a:moveTo>
                    <a:cubicBezTo>
                      <a:pt x="4226" y="6521"/>
                      <a:pt x="5033" y="6187"/>
                      <a:pt x="5628" y="5592"/>
                    </a:cubicBezTo>
                    <a:cubicBezTo>
                      <a:pt x="6223" y="4997"/>
                      <a:pt x="6557" y="4190"/>
                      <a:pt x="6557" y="3348"/>
                    </a:cubicBezTo>
                    <a:cubicBezTo>
                      <a:pt x="6557" y="2507"/>
                      <a:pt x="6223" y="1700"/>
                      <a:pt x="5628" y="1105"/>
                    </a:cubicBezTo>
                    <a:cubicBezTo>
                      <a:pt x="5033" y="510"/>
                      <a:pt x="4226" y="176"/>
                      <a:pt x="3385" y="176"/>
                    </a:cubicBezTo>
                    <a:cubicBezTo>
                      <a:pt x="2544" y="176"/>
                      <a:pt x="1737" y="510"/>
                      <a:pt x="1143" y="1105"/>
                    </a:cubicBezTo>
                    <a:cubicBezTo>
                      <a:pt x="548" y="1700"/>
                      <a:pt x="214" y="2507"/>
                      <a:pt x="214" y="3348"/>
                    </a:cubicBezTo>
                    <a:cubicBezTo>
                      <a:pt x="214" y="4190"/>
                      <a:pt x="548" y="4997"/>
                      <a:pt x="1143" y="5592"/>
                    </a:cubicBezTo>
                    <a:cubicBezTo>
                      <a:pt x="1737" y="6187"/>
                      <a:pt x="2544" y="6521"/>
                      <a:pt x="3385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17" name="Freeform: Shape 4216">
                <a:extLst>
                  <a:ext uri="{FF2B5EF4-FFF2-40B4-BE49-F238E27FC236}">
                    <a16:creationId xmlns:a16="http://schemas.microsoft.com/office/drawing/2014/main" id="{7BBC635D-9F51-9F18-9360-EBEF7FA24AAB}"/>
                  </a:ext>
                </a:extLst>
              </p:cNvPr>
              <p:cNvSpPr/>
              <p:nvPr/>
            </p:nvSpPr>
            <p:spPr>
              <a:xfrm>
                <a:off x="3565143" y="5707211"/>
                <a:ext cx="6343" cy="6345"/>
              </a:xfrm>
              <a:custGeom>
                <a:avLst/>
                <a:gdLst>
                  <a:gd name="connsiteX0" fmla="*/ 3385 w 6343"/>
                  <a:gd name="connsiteY0" fmla="*/ 6521 h 6345"/>
                  <a:gd name="connsiteX1" fmla="*/ 5628 w 6343"/>
                  <a:gd name="connsiteY1" fmla="*/ 5592 h 6345"/>
                  <a:gd name="connsiteX2" fmla="*/ 6557 w 6343"/>
                  <a:gd name="connsiteY2" fmla="*/ 3348 h 6345"/>
                  <a:gd name="connsiteX3" fmla="*/ 5628 w 6343"/>
                  <a:gd name="connsiteY3" fmla="*/ 1105 h 6345"/>
                  <a:gd name="connsiteX4" fmla="*/ 3385 w 6343"/>
                  <a:gd name="connsiteY4" fmla="*/ 176 h 6345"/>
                  <a:gd name="connsiteX5" fmla="*/ 1143 w 6343"/>
                  <a:gd name="connsiteY5" fmla="*/ 1105 h 6345"/>
                  <a:gd name="connsiteX6" fmla="*/ 214 w 6343"/>
                  <a:gd name="connsiteY6" fmla="*/ 3348 h 6345"/>
                  <a:gd name="connsiteX7" fmla="*/ 1143 w 6343"/>
                  <a:gd name="connsiteY7" fmla="*/ 5592 h 6345"/>
                  <a:gd name="connsiteX8" fmla="*/ 3385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1"/>
                    </a:moveTo>
                    <a:cubicBezTo>
                      <a:pt x="4227" y="6521"/>
                      <a:pt x="5033" y="6187"/>
                      <a:pt x="5628" y="5592"/>
                    </a:cubicBezTo>
                    <a:cubicBezTo>
                      <a:pt x="6223" y="4997"/>
                      <a:pt x="6557" y="4190"/>
                      <a:pt x="6557" y="3348"/>
                    </a:cubicBezTo>
                    <a:cubicBezTo>
                      <a:pt x="6557" y="2507"/>
                      <a:pt x="6223" y="1700"/>
                      <a:pt x="5628" y="1105"/>
                    </a:cubicBezTo>
                    <a:cubicBezTo>
                      <a:pt x="5033" y="510"/>
                      <a:pt x="4227" y="176"/>
                      <a:pt x="3385" y="176"/>
                    </a:cubicBezTo>
                    <a:cubicBezTo>
                      <a:pt x="2544" y="176"/>
                      <a:pt x="1738" y="510"/>
                      <a:pt x="1143" y="1105"/>
                    </a:cubicBezTo>
                    <a:cubicBezTo>
                      <a:pt x="548" y="1700"/>
                      <a:pt x="214" y="2507"/>
                      <a:pt x="214" y="3348"/>
                    </a:cubicBezTo>
                    <a:cubicBezTo>
                      <a:pt x="214" y="4190"/>
                      <a:pt x="548" y="4997"/>
                      <a:pt x="1143" y="5592"/>
                    </a:cubicBezTo>
                    <a:cubicBezTo>
                      <a:pt x="1738" y="6187"/>
                      <a:pt x="2544" y="6521"/>
                      <a:pt x="3385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18" name="Freeform: Shape 4217">
                <a:extLst>
                  <a:ext uri="{FF2B5EF4-FFF2-40B4-BE49-F238E27FC236}">
                    <a16:creationId xmlns:a16="http://schemas.microsoft.com/office/drawing/2014/main" id="{94691860-5408-66A3-1D5A-9E0BA4572CD2}"/>
                  </a:ext>
                </a:extLst>
              </p:cNvPr>
              <p:cNvSpPr/>
              <p:nvPr/>
            </p:nvSpPr>
            <p:spPr>
              <a:xfrm>
                <a:off x="3568661" y="5705651"/>
                <a:ext cx="6343" cy="6345"/>
              </a:xfrm>
              <a:custGeom>
                <a:avLst/>
                <a:gdLst>
                  <a:gd name="connsiteX0" fmla="*/ 3386 w 6343"/>
                  <a:gd name="connsiteY0" fmla="*/ 6521 h 6345"/>
                  <a:gd name="connsiteX1" fmla="*/ 5628 w 6343"/>
                  <a:gd name="connsiteY1" fmla="*/ 5592 h 6345"/>
                  <a:gd name="connsiteX2" fmla="*/ 6557 w 6343"/>
                  <a:gd name="connsiteY2" fmla="*/ 3348 h 6345"/>
                  <a:gd name="connsiteX3" fmla="*/ 5628 w 6343"/>
                  <a:gd name="connsiteY3" fmla="*/ 1105 h 6345"/>
                  <a:gd name="connsiteX4" fmla="*/ 3386 w 6343"/>
                  <a:gd name="connsiteY4" fmla="*/ 175 h 6345"/>
                  <a:gd name="connsiteX5" fmla="*/ 1143 w 6343"/>
                  <a:gd name="connsiteY5" fmla="*/ 1105 h 6345"/>
                  <a:gd name="connsiteX6" fmla="*/ 214 w 6343"/>
                  <a:gd name="connsiteY6" fmla="*/ 3348 h 6345"/>
                  <a:gd name="connsiteX7" fmla="*/ 1143 w 6343"/>
                  <a:gd name="connsiteY7" fmla="*/ 5592 h 6345"/>
                  <a:gd name="connsiteX8" fmla="*/ 3386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1"/>
                    </a:moveTo>
                    <a:cubicBezTo>
                      <a:pt x="4227" y="6521"/>
                      <a:pt x="5034" y="6187"/>
                      <a:pt x="5628" y="5592"/>
                    </a:cubicBezTo>
                    <a:cubicBezTo>
                      <a:pt x="6223" y="4997"/>
                      <a:pt x="6557" y="4190"/>
                      <a:pt x="6557" y="3348"/>
                    </a:cubicBezTo>
                    <a:cubicBezTo>
                      <a:pt x="6557" y="2507"/>
                      <a:pt x="6223" y="1700"/>
                      <a:pt x="5628" y="1105"/>
                    </a:cubicBezTo>
                    <a:cubicBezTo>
                      <a:pt x="5034" y="510"/>
                      <a:pt x="4227" y="175"/>
                      <a:pt x="3386" y="175"/>
                    </a:cubicBezTo>
                    <a:cubicBezTo>
                      <a:pt x="2545" y="175"/>
                      <a:pt x="1738" y="510"/>
                      <a:pt x="1143" y="1105"/>
                    </a:cubicBezTo>
                    <a:cubicBezTo>
                      <a:pt x="548" y="1700"/>
                      <a:pt x="214" y="2507"/>
                      <a:pt x="214" y="3348"/>
                    </a:cubicBezTo>
                    <a:cubicBezTo>
                      <a:pt x="214" y="4190"/>
                      <a:pt x="548" y="4997"/>
                      <a:pt x="1143" y="5592"/>
                    </a:cubicBezTo>
                    <a:cubicBezTo>
                      <a:pt x="1738" y="6187"/>
                      <a:pt x="2545" y="6521"/>
                      <a:pt x="3386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19" name="Freeform: Shape 4218">
                <a:extLst>
                  <a:ext uri="{FF2B5EF4-FFF2-40B4-BE49-F238E27FC236}">
                    <a16:creationId xmlns:a16="http://schemas.microsoft.com/office/drawing/2014/main" id="{F21DE479-A14E-D652-C2A1-C712AF3ECA49}"/>
                  </a:ext>
                </a:extLst>
              </p:cNvPr>
              <p:cNvSpPr/>
              <p:nvPr/>
            </p:nvSpPr>
            <p:spPr>
              <a:xfrm>
                <a:off x="3574628" y="5704388"/>
                <a:ext cx="6343" cy="6345"/>
              </a:xfrm>
              <a:custGeom>
                <a:avLst/>
                <a:gdLst>
                  <a:gd name="connsiteX0" fmla="*/ 3386 w 6343"/>
                  <a:gd name="connsiteY0" fmla="*/ 6521 h 6345"/>
                  <a:gd name="connsiteX1" fmla="*/ 5629 w 6343"/>
                  <a:gd name="connsiteY1" fmla="*/ 5591 h 6345"/>
                  <a:gd name="connsiteX2" fmla="*/ 6558 w 6343"/>
                  <a:gd name="connsiteY2" fmla="*/ 3348 h 6345"/>
                  <a:gd name="connsiteX3" fmla="*/ 5629 w 6343"/>
                  <a:gd name="connsiteY3" fmla="*/ 1105 h 6345"/>
                  <a:gd name="connsiteX4" fmla="*/ 3386 w 6343"/>
                  <a:gd name="connsiteY4" fmla="*/ 175 h 6345"/>
                  <a:gd name="connsiteX5" fmla="*/ 1144 w 6343"/>
                  <a:gd name="connsiteY5" fmla="*/ 1105 h 6345"/>
                  <a:gd name="connsiteX6" fmla="*/ 215 w 6343"/>
                  <a:gd name="connsiteY6" fmla="*/ 3348 h 6345"/>
                  <a:gd name="connsiteX7" fmla="*/ 1144 w 6343"/>
                  <a:gd name="connsiteY7" fmla="*/ 5591 h 6345"/>
                  <a:gd name="connsiteX8" fmla="*/ 3386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1"/>
                    </a:moveTo>
                    <a:cubicBezTo>
                      <a:pt x="4227" y="6521"/>
                      <a:pt x="5034" y="6186"/>
                      <a:pt x="5629" y="5591"/>
                    </a:cubicBezTo>
                    <a:cubicBezTo>
                      <a:pt x="6224" y="4996"/>
                      <a:pt x="6558" y="4189"/>
                      <a:pt x="6558" y="3348"/>
                    </a:cubicBezTo>
                    <a:cubicBezTo>
                      <a:pt x="6558" y="2507"/>
                      <a:pt x="6224" y="1700"/>
                      <a:pt x="5629" y="1105"/>
                    </a:cubicBezTo>
                    <a:cubicBezTo>
                      <a:pt x="5034" y="510"/>
                      <a:pt x="4227" y="175"/>
                      <a:pt x="3386" y="175"/>
                    </a:cubicBezTo>
                    <a:cubicBezTo>
                      <a:pt x="2545" y="175"/>
                      <a:pt x="1738" y="510"/>
                      <a:pt x="1144" y="1105"/>
                    </a:cubicBezTo>
                    <a:cubicBezTo>
                      <a:pt x="549" y="1700"/>
                      <a:pt x="215" y="2507"/>
                      <a:pt x="215" y="3348"/>
                    </a:cubicBezTo>
                    <a:cubicBezTo>
                      <a:pt x="215" y="4189"/>
                      <a:pt x="549" y="4996"/>
                      <a:pt x="1144" y="5591"/>
                    </a:cubicBezTo>
                    <a:cubicBezTo>
                      <a:pt x="1738" y="6186"/>
                      <a:pt x="2545" y="6521"/>
                      <a:pt x="3386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20" name="Freeform: Shape 4219">
                <a:extLst>
                  <a:ext uri="{FF2B5EF4-FFF2-40B4-BE49-F238E27FC236}">
                    <a16:creationId xmlns:a16="http://schemas.microsoft.com/office/drawing/2014/main" id="{208724F8-580F-6352-3642-BEB966DCF999}"/>
                  </a:ext>
                </a:extLst>
              </p:cNvPr>
              <p:cNvSpPr/>
              <p:nvPr/>
            </p:nvSpPr>
            <p:spPr>
              <a:xfrm>
                <a:off x="3575248" y="5702604"/>
                <a:ext cx="6343" cy="6345"/>
              </a:xfrm>
              <a:custGeom>
                <a:avLst/>
                <a:gdLst>
                  <a:gd name="connsiteX0" fmla="*/ 3386 w 6343"/>
                  <a:gd name="connsiteY0" fmla="*/ 6521 h 6345"/>
                  <a:gd name="connsiteX1" fmla="*/ 5629 w 6343"/>
                  <a:gd name="connsiteY1" fmla="*/ 5591 h 6345"/>
                  <a:gd name="connsiteX2" fmla="*/ 6558 w 6343"/>
                  <a:gd name="connsiteY2" fmla="*/ 3348 h 6345"/>
                  <a:gd name="connsiteX3" fmla="*/ 5629 w 6343"/>
                  <a:gd name="connsiteY3" fmla="*/ 1104 h 6345"/>
                  <a:gd name="connsiteX4" fmla="*/ 3386 w 6343"/>
                  <a:gd name="connsiteY4" fmla="*/ 175 h 6345"/>
                  <a:gd name="connsiteX5" fmla="*/ 1144 w 6343"/>
                  <a:gd name="connsiteY5" fmla="*/ 1104 h 6345"/>
                  <a:gd name="connsiteX6" fmla="*/ 215 w 6343"/>
                  <a:gd name="connsiteY6" fmla="*/ 3348 h 6345"/>
                  <a:gd name="connsiteX7" fmla="*/ 1144 w 6343"/>
                  <a:gd name="connsiteY7" fmla="*/ 5591 h 6345"/>
                  <a:gd name="connsiteX8" fmla="*/ 3386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1"/>
                    </a:moveTo>
                    <a:cubicBezTo>
                      <a:pt x="4227" y="6521"/>
                      <a:pt x="5034" y="6186"/>
                      <a:pt x="5629" y="5591"/>
                    </a:cubicBezTo>
                    <a:cubicBezTo>
                      <a:pt x="6224" y="4996"/>
                      <a:pt x="6558" y="4189"/>
                      <a:pt x="6558" y="3348"/>
                    </a:cubicBezTo>
                    <a:cubicBezTo>
                      <a:pt x="6558" y="2506"/>
                      <a:pt x="6224" y="1699"/>
                      <a:pt x="5629" y="1104"/>
                    </a:cubicBezTo>
                    <a:cubicBezTo>
                      <a:pt x="5034" y="509"/>
                      <a:pt x="4227" y="175"/>
                      <a:pt x="3386" y="175"/>
                    </a:cubicBezTo>
                    <a:cubicBezTo>
                      <a:pt x="2545" y="175"/>
                      <a:pt x="1738" y="509"/>
                      <a:pt x="1144" y="1104"/>
                    </a:cubicBezTo>
                    <a:cubicBezTo>
                      <a:pt x="549" y="1699"/>
                      <a:pt x="215" y="2506"/>
                      <a:pt x="215" y="3348"/>
                    </a:cubicBezTo>
                    <a:cubicBezTo>
                      <a:pt x="215" y="4189"/>
                      <a:pt x="549" y="4996"/>
                      <a:pt x="1144" y="5591"/>
                    </a:cubicBezTo>
                    <a:cubicBezTo>
                      <a:pt x="1738" y="6186"/>
                      <a:pt x="2545" y="6521"/>
                      <a:pt x="3386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21" name="Freeform: Shape 4220">
                <a:extLst>
                  <a:ext uri="{FF2B5EF4-FFF2-40B4-BE49-F238E27FC236}">
                    <a16:creationId xmlns:a16="http://schemas.microsoft.com/office/drawing/2014/main" id="{BEF0BC61-255B-6DA0-0CB4-473B9787E5F7}"/>
                  </a:ext>
                </a:extLst>
              </p:cNvPr>
              <p:cNvSpPr/>
              <p:nvPr/>
            </p:nvSpPr>
            <p:spPr>
              <a:xfrm>
                <a:off x="3575362" y="5700765"/>
                <a:ext cx="6343" cy="6345"/>
              </a:xfrm>
              <a:custGeom>
                <a:avLst/>
                <a:gdLst>
                  <a:gd name="connsiteX0" fmla="*/ 3386 w 6343"/>
                  <a:gd name="connsiteY0" fmla="*/ 6520 h 6345"/>
                  <a:gd name="connsiteX1" fmla="*/ 5629 w 6343"/>
                  <a:gd name="connsiteY1" fmla="*/ 5591 h 6345"/>
                  <a:gd name="connsiteX2" fmla="*/ 6558 w 6343"/>
                  <a:gd name="connsiteY2" fmla="*/ 3348 h 6345"/>
                  <a:gd name="connsiteX3" fmla="*/ 5629 w 6343"/>
                  <a:gd name="connsiteY3" fmla="*/ 1104 h 6345"/>
                  <a:gd name="connsiteX4" fmla="*/ 3386 w 6343"/>
                  <a:gd name="connsiteY4" fmla="*/ 175 h 6345"/>
                  <a:gd name="connsiteX5" fmla="*/ 1144 w 6343"/>
                  <a:gd name="connsiteY5" fmla="*/ 1104 h 6345"/>
                  <a:gd name="connsiteX6" fmla="*/ 215 w 6343"/>
                  <a:gd name="connsiteY6" fmla="*/ 3348 h 6345"/>
                  <a:gd name="connsiteX7" fmla="*/ 1144 w 6343"/>
                  <a:gd name="connsiteY7" fmla="*/ 5591 h 6345"/>
                  <a:gd name="connsiteX8" fmla="*/ 3386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0"/>
                    </a:moveTo>
                    <a:cubicBezTo>
                      <a:pt x="4227" y="6520"/>
                      <a:pt x="5034" y="6186"/>
                      <a:pt x="5629" y="5591"/>
                    </a:cubicBezTo>
                    <a:cubicBezTo>
                      <a:pt x="6224" y="4996"/>
                      <a:pt x="6558" y="4189"/>
                      <a:pt x="6558" y="3348"/>
                    </a:cubicBezTo>
                    <a:cubicBezTo>
                      <a:pt x="6558" y="2506"/>
                      <a:pt x="6224" y="1699"/>
                      <a:pt x="5629" y="1104"/>
                    </a:cubicBezTo>
                    <a:cubicBezTo>
                      <a:pt x="5034" y="509"/>
                      <a:pt x="4227" y="175"/>
                      <a:pt x="3386" y="175"/>
                    </a:cubicBezTo>
                    <a:cubicBezTo>
                      <a:pt x="2545" y="175"/>
                      <a:pt x="1738" y="509"/>
                      <a:pt x="1144" y="1104"/>
                    </a:cubicBezTo>
                    <a:cubicBezTo>
                      <a:pt x="549" y="1699"/>
                      <a:pt x="215" y="2506"/>
                      <a:pt x="215" y="3348"/>
                    </a:cubicBezTo>
                    <a:cubicBezTo>
                      <a:pt x="215" y="4189"/>
                      <a:pt x="549" y="4996"/>
                      <a:pt x="1144" y="5591"/>
                    </a:cubicBezTo>
                    <a:cubicBezTo>
                      <a:pt x="1738" y="6186"/>
                      <a:pt x="2545" y="6520"/>
                      <a:pt x="3386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22" name="Freeform: Shape 4221">
                <a:extLst>
                  <a:ext uri="{FF2B5EF4-FFF2-40B4-BE49-F238E27FC236}">
                    <a16:creationId xmlns:a16="http://schemas.microsoft.com/office/drawing/2014/main" id="{E87118FB-642A-9827-10E1-087280553C4A}"/>
                  </a:ext>
                </a:extLst>
              </p:cNvPr>
              <p:cNvSpPr/>
              <p:nvPr/>
            </p:nvSpPr>
            <p:spPr>
              <a:xfrm>
                <a:off x="3573565" y="5698690"/>
                <a:ext cx="6343" cy="6345"/>
              </a:xfrm>
              <a:custGeom>
                <a:avLst/>
                <a:gdLst>
                  <a:gd name="connsiteX0" fmla="*/ 3386 w 6343"/>
                  <a:gd name="connsiteY0" fmla="*/ 6520 h 6345"/>
                  <a:gd name="connsiteX1" fmla="*/ 5629 w 6343"/>
                  <a:gd name="connsiteY1" fmla="*/ 5591 h 6345"/>
                  <a:gd name="connsiteX2" fmla="*/ 6558 w 6343"/>
                  <a:gd name="connsiteY2" fmla="*/ 3348 h 6345"/>
                  <a:gd name="connsiteX3" fmla="*/ 5629 w 6343"/>
                  <a:gd name="connsiteY3" fmla="*/ 1104 h 6345"/>
                  <a:gd name="connsiteX4" fmla="*/ 3386 w 6343"/>
                  <a:gd name="connsiteY4" fmla="*/ 175 h 6345"/>
                  <a:gd name="connsiteX5" fmla="*/ 1143 w 6343"/>
                  <a:gd name="connsiteY5" fmla="*/ 1104 h 6345"/>
                  <a:gd name="connsiteX6" fmla="*/ 215 w 6343"/>
                  <a:gd name="connsiteY6" fmla="*/ 3348 h 6345"/>
                  <a:gd name="connsiteX7" fmla="*/ 1143 w 6343"/>
                  <a:gd name="connsiteY7" fmla="*/ 5591 h 6345"/>
                  <a:gd name="connsiteX8" fmla="*/ 3386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0"/>
                    </a:moveTo>
                    <a:cubicBezTo>
                      <a:pt x="4227" y="6520"/>
                      <a:pt x="5034" y="6186"/>
                      <a:pt x="5629" y="5591"/>
                    </a:cubicBezTo>
                    <a:cubicBezTo>
                      <a:pt x="6223" y="4996"/>
                      <a:pt x="6558" y="4189"/>
                      <a:pt x="6558" y="3348"/>
                    </a:cubicBezTo>
                    <a:cubicBezTo>
                      <a:pt x="6558" y="2506"/>
                      <a:pt x="6223" y="1699"/>
                      <a:pt x="5629" y="1104"/>
                    </a:cubicBezTo>
                    <a:cubicBezTo>
                      <a:pt x="5034" y="509"/>
                      <a:pt x="4227" y="175"/>
                      <a:pt x="3386" y="175"/>
                    </a:cubicBezTo>
                    <a:cubicBezTo>
                      <a:pt x="2545" y="175"/>
                      <a:pt x="1738" y="509"/>
                      <a:pt x="1143" y="1104"/>
                    </a:cubicBezTo>
                    <a:cubicBezTo>
                      <a:pt x="549" y="1699"/>
                      <a:pt x="215" y="2506"/>
                      <a:pt x="215" y="3348"/>
                    </a:cubicBezTo>
                    <a:cubicBezTo>
                      <a:pt x="215" y="4189"/>
                      <a:pt x="549" y="4996"/>
                      <a:pt x="1143" y="5591"/>
                    </a:cubicBezTo>
                    <a:cubicBezTo>
                      <a:pt x="1738" y="6186"/>
                      <a:pt x="2545" y="6520"/>
                      <a:pt x="3386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23" name="Freeform: Shape 4222">
                <a:extLst>
                  <a:ext uri="{FF2B5EF4-FFF2-40B4-BE49-F238E27FC236}">
                    <a16:creationId xmlns:a16="http://schemas.microsoft.com/office/drawing/2014/main" id="{1796F166-A89E-046C-3E12-5140903088A1}"/>
                  </a:ext>
                </a:extLst>
              </p:cNvPr>
              <p:cNvSpPr/>
              <p:nvPr/>
            </p:nvSpPr>
            <p:spPr>
              <a:xfrm>
                <a:off x="3564242" y="5695613"/>
                <a:ext cx="6343" cy="6345"/>
              </a:xfrm>
              <a:custGeom>
                <a:avLst/>
                <a:gdLst>
                  <a:gd name="connsiteX0" fmla="*/ 3385 w 6343"/>
                  <a:gd name="connsiteY0" fmla="*/ 6520 h 6345"/>
                  <a:gd name="connsiteX1" fmla="*/ 5628 w 6343"/>
                  <a:gd name="connsiteY1" fmla="*/ 5591 h 6345"/>
                  <a:gd name="connsiteX2" fmla="*/ 6557 w 6343"/>
                  <a:gd name="connsiteY2" fmla="*/ 3347 h 6345"/>
                  <a:gd name="connsiteX3" fmla="*/ 5628 w 6343"/>
                  <a:gd name="connsiteY3" fmla="*/ 1104 h 6345"/>
                  <a:gd name="connsiteX4" fmla="*/ 3385 w 6343"/>
                  <a:gd name="connsiteY4" fmla="*/ 175 h 6345"/>
                  <a:gd name="connsiteX5" fmla="*/ 1143 w 6343"/>
                  <a:gd name="connsiteY5" fmla="*/ 1104 h 6345"/>
                  <a:gd name="connsiteX6" fmla="*/ 214 w 6343"/>
                  <a:gd name="connsiteY6" fmla="*/ 3347 h 6345"/>
                  <a:gd name="connsiteX7" fmla="*/ 1143 w 6343"/>
                  <a:gd name="connsiteY7" fmla="*/ 5591 h 6345"/>
                  <a:gd name="connsiteX8" fmla="*/ 3385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0"/>
                    </a:moveTo>
                    <a:cubicBezTo>
                      <a:pt x="4226" y="6520"/>
                      <a:pt x="5033" y="6186"/>
                      <a:pt x="5628" y="5591"/>
                    </a:cubicBezTo>
                    <a:cubicBezTo>
                      <a:pt x="6223" y="4996"/>
                      <a:pt x="6557" y="4189"/>
                      <a:pt x="6557" y="3347"/>
                    </a:cubicBezTo>
                    <a:cubicBezTo>
                      <a:pt x="6557" y="2506"/>
                      <a:pt x="6223" y="1699"/>
                      <a:pt x="5628" y="1104"/>
                    </a:cubicBezTo>
                    <a:cubicBezTo>
                      <a:pt x="5033" y="509"/>
                      <a:pt x="4226" y="175"/>
                      <a:pt x="3385" y="175"/>
                    </a:cubicBezTo>
                    <a:cubicBezTo>
                      <a:pt x="2544" y="175"/>
                      <a:pt x="1737" y="509"/>
                      <a:pt x="1143" y="1104"/>
                    </a:cubicBezTo>
                    <a:cubicBezTo>
                      <a:pt x="548" y="1699"/>
                      <a:pt x="214" y="2506"/>
                      <a:pt x="214" y="3347"/>
                    </a:cubicBezTo>
                    <a:cubicBezTo>
                      <a:pt x="214" y="4189"/>
                      <a:pt x="548" y="4996"/>
                      <a:pt x="1143" y="5591"/>
                    </a:cubicBezTo>
                    <a:cubicBezTo>
                      <a:pt x="1737" y="6186"/>
                      <a:pt x="2544" y="6520"/>
                      <a:pt x="3385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24" name="Freeform: Shape 4223">
                <a:extLst>
                  <a:ext uri="{FF2B5EF4-FFF2-40B4-BE49-F238E27FC236}">
                    <a16:creationId xmlns:a16="http://schemas.microsoft.com/office/drawing/2014/main" id="{A711A33F-83A0-6718-576E-0E7D103E9865}"/>
                  </a:ext>
                </a:extLst>
              </p:cNvPr>
              <p:cNvSpPr/>
              <p:nvPr/>
            </p:nvSpPr>
            <p:spPr>
              <a:xfrm>
                <a:off x="3562995" y="5693515"/>
                <a:ext cx="6343" cy="6345"/>
              </a:xfrm>
              <a:custGeom>
                <a:avLst/>
                <a:gdLst>
                  <a:gd name="connsiteX0" fmla="*/ 3385 w 6343"/>
                  <a:gd name="connsiteY0" fmla="*/ 6520 h 6345"/>
                  <a:gd name="connsiteX1" fmla="*/ 5628 w 6343"/>
                  <a:gd name="connsiteY1" fmla="*/ 5591 h 6345"/>
                  <a:gd name="connsiteX2" fmla="*/ 6557 w 6343"/>
                  <a:gd name="connsiteY2" fmla="*/ 3347 h 6345"/>
                  <a:gd name="connsiteX3" fmla="*/ 5628 w 6343"/>
                  <a:gd name="connsiteY3" fmla="*/ 1104 h 6345"/>
                  <a:gd name="connsiteX4" fmla="*/ 3385 w 6343"/>
                  <a:gd name="connsiteY4" fmla="*/ 174 h 6345"/>
                  <a:gd name="connsiteX5" fmla="*/ 1143 w 6343"/>
                  <a:gd name="connsiteY5" fmla="*/ 1104 h 6345"/>
                  <a:gd name="connsiteX6" fmla="*/ 214 w 6343"/>
                  <a:gd name="connsiteY6" fmla="*/ 3347 h 6345"/>
                  <a:gd name="connsiteX7" fmla="*/ 1143 w 6343"/>
                  <a:gd name="connsiteY7" fmla="*/ 5591 h 6345"/>
                  <a:gd name="connsiteX8" fmla="*/ 3385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0"/>
                    </a:moveTo>
                    <a:cubicBezTo>
                      <a:pt x="4226" y="6520"/>
                      <a:pt x="5033" y="6186"/>
                      <a:pt x="5628" y="5591"/>
                    </a:cubicBezTo>
                    <a:cubicBezTo>
                      <a:pt x="6223" y="4996"/>
                      <a:pt x="6557" y="4189"/>
                      <a:pt x="6557" y="3347"/>
                    </a:cubicBezTo>
                    <a:cubicBezTo>
                      <a:pt x="6557" y="2506"/>
                      <a:pt x="6223" y="1699"/>
                      <a:pt x="5628" y="1104"/>
                    </a:cubicBezTo>
                    <a:cubicBezTo>
                      <a:pt x="5033" y="509"/>
                      <a:pt x="4226" y="174"/>
                      <a:pt x="3385" y="174"/>
                    </a:cubicBezTo>
                    <a:cubicBezTo>
                      <a:pt x="2544" y="174"/>
                      <a:pt x="1737" y="509"/>
                      <a:pt x="1143" y="1104"/>
                    </a:cubicBezTo>
                    <a:cubicBezTo>
                      <a:pt x="548" y="1699"/>
                      <a:pt x="214" y="2506"/>
                      <a:pt x="214" y="3347"/>
                    </a:cubicBezTo>
                    <a:cubicBezTo>
                      <a:pt x="214" y="4189"/>
                      <a:pt x="548" y="4996"/>
                      <a:pt x="1143" y="5591"/>
                    </a:cubicBezTo>
                    <a:cubicBezTo>
                      <a:pt x="1737" y="6186"/>
                      <a:pt x="2544" y="6520"/>
                      <a:pt x="3385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25" name="Freeform: Shape 4224">
                <a:extLst>
                  <a:ext uri="{FF2B5EF4-FFF2-40B4-BE49-F238E27FC236}">
                    <a16:creationId xmlns:a16="http://schemas.microsoft.com/office/drawing/2014/main" id="{0D3EA329-68CB-9364-0617-2CDC55F29501}"/>
                  </a:ext>
                </a:extLst>
              </p:cNvPr>
              <p:cNvSpPr/>
              <p:nvPr/>
            </p:nvSpPr>
            <p:spPr>
              <a:xfrm>
                <a:off x="3563025" y="5691579"/>
                <a:ext cx="6343" cy="6345"/>
              </a:xfrm>
              <a:custGeom>
                <a:avLst/>
                <a:gdLst>
                  <a:gd name="connsiteX0" fmla="*/ 3385 w 6343"/>
                  <a:gd name="connsiteY0" fmla="*/ 6520 h 6345"/>
                  <a:gd name="connsiteX1" fmla="*/ 5628 w 6343"/>
                  <a:gd name="connsiteY1" fmla="*/ 5590 h 6345"/>
                  <a:gd name="connsiteX2" fmla="*/ 6557 w 6343"/>
                  <a:gd name="connsiteY2" fmla="*/ 3347 h 6345"/>
                  <a:gd name="connsiteX3" fmla="*/ 5628 w 6343"/>
                  <a:gd name="connsiteY3" fmla="*/ 1104 h 6345"/>
                  <a:gd name="connsiteX4" fmla="*/ 3385 w 6343"/>
                  <a:gd name="connsiteY4" fmla="*/ 174 h 6345"/>
                  <a:gd name="connsiteX5" fmla="*/ 1143 w 6343"/>
                  <a:gd name="connsiteY5" fmla="*/ 1104 h 6345"/>
                  <a:gd name="connsiteX6" fmla="*/ 214 w 6343"/>
                  <a:gd name="connsiteY6" fmla="*/ 3347 h 6345"/>
                  <a:gd name="connsiteX7" fmla="*/ 1143 w 6343"/>
                  <a:gd name="connsiteY7" fmla="*/ 5590 h 6345"/>
                  <a:gd name="connsiteX8" fmla="*/ 3385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0"/>
                    </a:moveTo>
                    <a:cubicBezTo>
                      <a:pt x="4226" y="6520"/>
                      <a:pt x="5033" y="6185"/>
                      <a:pt x="5628" y="5590"/>
                    </a:cubicBezTo>
                    <a:cubicBezTo>
                      <a:pt x="6223" y="4995"/>
                      <a:pt x="6557" y="4188"/>
                      <a:pt x="6557" y="3347"/>
                    </a:cubicBezTo>
                    <a:cubicBezTo>
                      <a:pt x="6557" y="2506"/>
                      <a:pt x="6223" y="1699"/>
                      <a:pt x="5628" y="1104"/>
                    </a:cubicBezTo>
                    <a:cubicBezTo>
                      <a:pt x="5033" y="509"/>
                      <a:pt x="4226" y="174"/>
                      <a:pt x="3385" y="174"/>
                    </a:cubicBezTo>
                    <a:cubicBezTo>
                      <a:pt x="2544" y="174"/>
                      <a:pt x="1737" y="509"/>
                      <a:pt x="1143" y="1104"/>
                    </a:cubicBezTo>
                    <a:cubicBezTo>
                      <a:pt x="548" y="1699"/>
                      <a:pt x="214" y="2506"/>
                      <a:pt x="214" y="3347"/>
                    </a:cubicBezTo>
                    <a:cubicBezTo>
                      <a:pt x="214" y="4188"/>
                      <a:pt x="548" y="4995"/>
                      <a:pt x="1143" y="5590"/>
                    </a:cubicBezTo>
                    <a:cubicBezTo>
                      <a:pt x="1737" y="6185"/>
                      <a:pt x="2544" y="6520"/>
                      <a:pt x="3385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26" name="Freeform: Shape 4225">
                <a:extLst>
                  <a:ext uri="{FF2B5EF4-FFF2-40B4-BE49-F238E27FC236}">
                    <a16:creationId xmlns:a16="http://schemas.microsoft.com/office/drawing/2014/main" id="{3730AC3F-2BE6-2383-992A-BF856EFEA3BD}"/>
                  </a:ext>
                </a:extLst>
              </p:cNvPr>
              <p:cNvSpPr/>
              <p:nvPr/>
            </p:nvSpPr>
            <p:spPr>
              <a:xfrm>
                <a:off x="3565684" y="5690030"/>
                <a:ext cx="6343" cy="6345"/>
              </a:xfrm>
              <a:custGeom>
                <a:avLst/>
                <a:gdLst>
                  <a:gd name="connsiteX0" fmla="*/ 3385 w 6343"/>
                  <a:gd name="connsiteY0" fmla="*/ 6520 h 6345"/>
                  <a:gd name="connsiteX1" fmla="*/ 5628 w 6343"/>
                  <a:gd name="connsiteY1" fmla="*/ 5590 h 6345"/>
                  <a:gd name="connsiteX2" fmla="*/ 6557 w 6343"/>
                  <a:gd name="connsiteY2" fmla="*/ 3347 h 6345"/>
                  <a:gd name="connsiteX3" fmla="*/ 5628 w 6343"/>
                  <a:gd name="connsiteY3" fmla="*/ 1103 h 6345"/>
                  <a:gd name="connsiteX4" fmla="*/ 3385 w 6343"/>
                  <a:gd name="connsiteY4" fmla="*/ 174 h 6345"/>
                  <a:gd name="connsiteX5" fmla="*/ 1143 w 6343"/>
                  <a:gd name="connsiteY5" fmla="*/ 1103 h 6345"/>
                  <a:gd name="connsiteX6" fmla="*/ 214 w 6343"/>
                  <a:gd name="connsiteY6" fmla="*/ 3347 h 6345"/>
                  <a:gd name="connsiteX7" fmla="*/ 1143 w 6343"/>
                  <a:gd name="connsiteY7" fmla="*/ 5590 h 6345"/>
                  <a:gd name="connsiteX8" fmla="*/ 3385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0"/>
                    </a:moveTo>
                    <a:cubicBezTo>
                      <a:pt x="4227" y="6520"/>
                      <a:pt x="5033" y="6185"/>
                      <a:pt x="5628" y="5590"/>
                    </a:cubicBezTo>
                    <a:cubicBezTo>
                      <a:pt x="6223" y="4995"/>
                      <a:pt x="6557" y="4188"/>
                      <a:pt x="6557" y="3347"/>
                    </a:cubicBezTo>
                    <a:cubicBezTo>
                      <a:pt x="6557" y="2505"/>
                      <a:pt x="6223" y="1698"/>
                      <a:pt x="5628" y="1103"/>
                    </a:cubicBezTo>
                    <a:cubicBezTo>
                      <a:pt x="5033" y="508"/>
                      <a:pt x="4227" y="174"/>
                      <a:pt x="3385" y="174"/>
                    </a:cubicBezTo>
                    <a:cubicBezTo>
                      <a:pt x="2544" y="174"/>
                      <a:pt x="1738" y="508"/>
                      <a:pt x="1143" y="1103"/>
                    </a:cubicBezTo>
                    <a:cubicBezTo>
                      <a:pt x="548" y="1698"/>
                      <a:pt x="214" y="2505"/>
                      <a:pt x="214" y="3347"/>
                    </a:cubicBezTo>
                    <a:cubicBezTo>
                      <a:pt x="214" y="4188"/>
                      <a:pt x="548" y="4995"/>
                      <a:pt x="1143" y="5590"/>
                    </a:cubicBezTo>
                    <a:cubicBezTo>
                      <a:pt x="1738" y="6185"/>
                      <a:pt x="2544" y="6520"/>
                      <a:pt x="3385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27" name="Freeform: Shape 4226">
                <a:extLst>
                  <a:ext uri="{FF2B5EF4-FFF2-40B4-BE49-F238E27FC236}">
                    <a16:creationId xmlns:a16="http://schemas.microsoft.com/office/drawing/2014/main" id="{50779BFF-BDC1-78F8-7116-5A0079F9D0E4}"/>
                  </a:ext>
                </a:extLst>
              </p:cNvPr>
              <p:cNvSpPr/>
              <p:nvPr/>
            </p:nvSpPr>
            <p:spPr>
              <a:xfrm>
                <a:off x="3566156" y="5688173"/>
                <a:ext cx="6343" cy="6345"/>
              </a:xfrm>
              <a:custGeom>
                <a:avLst/>
                <a:gdLst>
                  <a:gd name="connsiteX0" fmla="*/ 3385 w 6343"/>
                  <a:gd name="connsiteY0" fmla="*/ 6519 h 6345"/>
                  <a:gd name="connsiteX1" fmla="*/ 5628 w 6343"/>
                  <a:gd name="connsiteY1" fmla="*/ 5590 h 6345"/>
                  <a:gd name="connsiteX2" fmla="*/ 6557 w 6343"/>
                  <a:gd name="connsiteY2" fmla="*/ 3347 h 6345"/>
                  <a:gd name="connsiteX3" fmla="*/ 5628 w 6343"/>
                  <a:gd name="connsiteY3" fmla="*/ 1103 h 6345"/>
                  <a:gd name="connsiteX4" fmla="*/ 3385 w 6343"/>
                  <a:gd name="connsiteY4" fmla="*/ 174 h 6345"/>
                  <a:gd name="connsiteX5" fmla="*/ 1143 w 6343"/>
                  <a:gd name="connsiteY5" fmla="*/ 1103 h 6345"/>
                  <a:gd name="connsiteX6" fmla="*/ 214 w 6343"/>
                  <a:gd name="connsiteY6" fmla="*/ 3347 h 6345"/>
                  <a:gd name="connsiteX7" fmla="*/ 1143 w 6343"/>
                  <a:gd name="connsiteY7" fmla="*/ 5590 h 6345"/>
                  <a:gd name="connsiteX8" fmla="*/ 3385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19"/>
                    </a:moveTo>
                    <a:cubicBezTo>
                      <a:pt x="4227" y="6519"/>
                      <a:pt x="5033" y="6185"/>
                      <a:pt x="5628" y="5590"/>
                    </a:cubicBezTo>
                    <a:cubicBezTo>
                      <a:pt x="6223" y="4995"/>
                      <a:pt x="6557" y="4188"/>
                      <a:pt x="6557" y="3347"/>
                    </a:cubicBezTo>
                    <a:cubicBezTo>
                      <a:pt x="6557" y="2505"/>
                      <a:pt x="6223" y="1698"/>
                      <a:pt x="5628" y="1103"/>
                    </a:cubicBezTo>
                    <a:cubicBezTo>
                      <a:pt x="5033" y="508"/>
                      <a:pt x="4227" y="174"/>
                      <a:pt x="3385" y="174"/>
                    </a:cubicBezTo>
                    <a:cubicBezTo>
                      <a:pt x="2544" y="174"/>
                      <a:pt x="1738" y="508"/>
                      <a:pt x="1143" y="1103"/>
                    </a:cubicBezTo>
                    <a:cubicBezTo>
                      <a:pt x="548" y="1698"/>
                      <a:pt x="214" y="2505"/>
                      <a:pt x="214" y="3347"/>
                    </a:cubicBezTo>
                    <a:cubicBezTo>
                      <a:pt x="214" y="4188"/>
                      <a:pt x="548" y="4995"/>
                      <a:pt x="1143" y="5590"/>
                    </a:cubicBezTo>
                    <a:cubicBezTo>
                      <a:pt x="1738" y="6185"/>
                      <a:pt x="2544" y="6519"/>
                      <a:pt x="3385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28" name="Freeform: Shape 4227">
                <a:extLst>
                  <a:ext uri="{FF2B5EF4-FFF2-40B4-BE49-F238E27FC236}">
                    <a16:creationId xmlns:a16="http://schemas.microsoft.com/office/drawing/2014/main" id="{65AEBAF0-FB10-AF64-0BB8-9296E3A05679}"/>
                  </a:ext>
                </a:extLst>
              </p:cNvPr>
              <p:cNvSpPr/>
              <p:nvPr/>
            </p:nvSpPr>
            <p:spPr>
              <a:xfrm>
                <a:off x="3568784" y="5686665"/>
                <a:ext cx="6343" cy="6345"/>
              </a:xfrm>
              <a:custGeom>
                <a:avLst/>
                <a:gdLst>
                  <a:gd name="connsiteX0" fmla="*/ 3386 w 6343"/>
                  <a:gd name="connsiteY0" fmla="*/ 6519 h 6345"/>
                  <a:gd name="connsiteX1" fmla="*/ 5628 w 6343"/>
                  <a:gd name="connsiteY1" fmla="*/ 5590 h 6345"/>
                  <a:gd name="connsiteX2" fmla="*/ 6557 w 6343"/>
                  <a:gd name="connsiteY2" fmla="*/ 3347 h 6345"/>
                  <a:gd name="connsiteX3" fmla="*/ 5628 w 6343"/>
                  <a:gd name="connsiteY3" fmla="*/ 1103 h 6345"/>
                  <a:gd name="connsiteX4" fmla="*/ 3386 w 6343"/>
                  <a:gd name="connsiteY4" fmla="*/ 174 h 6345"/>
                  <a:gd name="connsiteX5" fmla="*/ 1143 w 6343"/>
                  <a:gd name="connsiteY5" fmla="*/ 1103 h 6345"/>
                  <a:gd name="connsiteX6" fmla="*/ 214 w 6343"/>
                  <a:gd name="connsiteY6" fmla="*/ 3347 h 6345"/>
                  <a:gd name="connsiteX7" fmla="*/ 1143 w 6343"/>
                  <a:gd name="connsiteY7" fmla="*/ 5590 h 6345"/>
                  <a:gd name="connsiteX8" fmla="*/ 3386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19"/>
                    </a:moveTo>
                    <a:cubicBezTo>
                      <a:pt x="4227" y="6519"/>
                      <a:pt x="5034" y="6185"/>
                      <a:pt x="5628" y="5590"/>
                    </a:cubicBezTo>
                    <a:cubicBezTo>
                      <a:pt x="6223" y="4995"/>
                      <a:pt x="6557" y="4188"/>
                      <a:pt x="6557" y="3347"/>
                    </a:cubicBezTo>
                    <a:cubicBezTo>
                      <a:pt x="6557" y="2505"/>
                      <a:pt x="6223" y="1698"/>
                      <a:pt x="5628" y="1103"/>
                    </a:cubicBezTo>
                    <a:cubicBezTo>
                      <a:pt x="5034" y="508"/>
                      <a:pt x="4227" y="174"/>
                      <a:pt x="3386" y="174"/>
                    </a:cubicBezTo>
                    <a:cubicBezTo>
                      <a:pt x="2545" y="174"/>
                      <a:pt x="1738" y="508"/>
                      <a:pt x="1143" y="1103"/>
                    </a:cubicBezTo>
                    <a:cubicBezTo>
                      <a:pt x="548" y="1698"/>
                      <a:pt x="214" y="2505"/>
                      <a:pt x="214" y="3347"/>
                    </a:cubicBezTo>
                    <a:cubicBezTo>
                      <a:pt x="214" y="4188"/>
                      <a:pt x="548" y="4995"/>
                      <a:pt x="1143" y="5590"/>
                    </a:cubicBezTo>
                    <a:cubicBezTo>
                      <a:pt x="1738" y="6185"/>
                      <a:pt x="2545" y="6519"/>
                      <a:pt x="3386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29" name="Freeform: Shape 4228">
                <a:extLst>
                  <a:ext uri="{FF2B5EF4-FFF2-40B4-BE49-F238E27FC236}">
                    <a16:creationId xmlns:a16="http://schemas.microsoft.com/office/drawing/2014/main" id="{279117BC-0C39-42AC-DB0E-E543CA5B6C36}"/>
                  </a:ext>
                </a:extLst>
              </p:cNvPr>
              <p:cNvSpPr/>
              <p:nvPr/>
            </p:nvSpPr>
            <p:spPr>
              <a:xfrm>
                <a:off x="3570161" y="5684978"/>
                <a:ext cx="6343" cy="6345"/>
              </a:xfrm>
              <a:custGeom>
                <a:avLst/>
                <a:gdLst>
                  <a:gd name="connsiteX0" fmla="*/ 3386 w 6343"/>
                  <a:gd name="connsiteY0" fmla="*/ 6519 h 6345"/>
                  <a:gd name="connsiteX1" fmla="*/ 5628 w 6343"/>
                  <a:gd name="connsiteY1" fmla="*/ 5590 h 6345"/>
                  <a:gd name="connsiteX2" fmla="*/ 6557 w 6343"/>
                  <a:gd name="connsiteY2" fmla="*/ 3346 h 6345"/>
                  <a:gd name="connsiteX3" fmla="*/ 5628 w 6343"/>
                  <a:gd name="connsiteY3" fmla="*/ 1103 h 6345"/>
                  <a:gd name="connsiteX4" fmla="*/ 3386 w 6343"/>
                  <a:gd name="connsiteY4" fmla="*/ 174 h 6345"/>
                  <a:gd name="connsiteX5" fmla="*/ 1143 w 6343"/>
                  <a:gd name="connsiteY5" fmla="*/ 1103 h 6345"/>
                  <a:gd name="connsiteX6" fmla="*/ 214 w 6343"/>
                  <a:gd name="connsiteY6" fmla="*/ 3346 h 6345"/>
                  <a:gd name="connsiteX7" fmla="*/ 1143 w 6343"/>
                  <a:gd name="connsiteY7" fmla="*/ 5590 h 6345"/>
                  <a:gd name="connsiteX8" fmla="*/ 3386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19"/>
                    </a:moveTo>
                    <a:cubicBezTo>
                      <a:pt x="4227" y="6519"/>
                      <a:pt x="5034" y="6185"/>
                      <a:pt x="5628" y="5590"/>
                    </a:cubicBezTo>
                    <a:cubicBezTo>
                      <a:pt x="6223" y="4995"/>
                      <a:pt x="6557" y="4188"/>
                      <a:pt x="6557" y="3346"/>
                    </a:cubicBezTo>
                    <a:cubicBezTo>
                      <a:pt x="6557" y="2505"/>
                      <a:pt x="6223" y="1698"/>
                      <a:pt x="5628" y="1103"/>
                    </a:cubicBezTo>
                    <a:cubicBezTo>
                      <a:pt x="5034" y="508"/>
                      <a:pt x="4227" y="174"/>
                      <a:pt x="3386" y="174"/>
                    </a:cubicBezTo>
                    <a:cubicBezTo>
                      <a:pt x="2545" y="174"/>
                      <a:pt x="1738" y="508"/>
                      <a:pt x="1143" y="1103"/>
                    </a:cubicBezTo>
                    <a:cubicBezTo>
                      <a:pt x="548" y="1698"/>
                      <a:pt x="214" y="2505"/>
                      <a:pt x="214" y="3346"/>
                    </a:cubicBezTo>
                    <a:cubicBezTo>
                      <a:pt x="214" y="4188"/>
                      <a:pt x="548" y="4995"/>
                      <a:pt x="1143" y="5590"/>
                    </a:cubicBezTo>
                    <a:cubicBezTo>
                      <a:pt x="1738" y="6185"/>
                      <a:pt x="2545" y="6519"/>
                      <a:pt x="3386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30" name="Freeform: Shape 4229">
                <a:extLst>
                  <a:ext uri="{FF2B5EF4-FFF2-40B4-BE49-F238E27FC236}">
                    <a16:creationId xmlns:a16="http://schemas.microsoft.com/office/drawing/2014/main" id="{1977144C-7A76-4F45-4CE4-F2755993A949}"/>
                  </a:ext>
                </a:extLst>
              </p:cNvPr>
              <p:cNvSpPr/>
              <p:nvPr/>
            </p:nvSpPr>
            <p:spPr>
              <a:xfrm>
                <a:off x="3570617" y="5683144"/>
                <a:ext cx="6343" cy="6345"/>
              </a:xfrm>
              <a:custGeom>
                <a:avLst/>
                <a:gdLst>
                  <a:gd name="connsiteX0" fmla="*/ 3386 w 6343"/>
                  <a:gd name="connsiteY0" fmla="*/ 6519 h 6345"/>
                  <a:gd name="connsiteX1" fmla="*/ 5628 w 6343"/>
                  <a:gd name="connsiteY1" fmla="*/ 5590 h 6345"/>
                  <a:gd name="connsiteX2" fmla="*/ 6557 w 6343"/>
                  <a:gd name="connsiteY2" fmla="*/ 3346 h 6345"/>
                  <a:gd name="connsiteX3" fmla="*/ 5628 w 6343"/>
                  <a:gd name="connsiteY3" fmla="*/ 1103 h 6345"/>
                  <a:gd name="connsiteX4" fmla="*/ 3386 w 6343"/>
                  <a:gd name="connsiteY4" fmla="*/ 174 h 6345"/>
                  <a:gd name="connsiteX5" fmla="*/ 1143 w 6343"/>
                  <a:gd name="connsiteY5" fmla="*/ 1103 h 6345"/>
                  <a:gd name="connsiteX6" fmla="*/ 214 w 6343"/>
                  <a:gd name="connsiteY6" fmla="*/ 3346 h 6345"/>
                  <a:gd name="connsiteX7" fmla="*/ 1143 w 6343"/>
                  <a:gd name="connsiteY7" fmla="*/ 5590 h 6345"/>
                  <a:gd name="connsiteX8" fmla="*/ 3386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19"/>
                    </a:moveTo>
                    <a:cubicBezTo>
                      <a:pt x="4227" y="6519"/>
                      <a:pt x="5034" y="6185"/>
                      <a:pt x="5628" y="5590"/>
                    </a:cubicBezTo>
                    <a:cubicBezTo>
                      <a:pt x="6223" y="4995"/>
                      <a:pt x="6557" y="4188"/>
                      <a:pt x="6557" y="3346"/>
                    </a:cubicBezTo>
                    <a:cubicBezTo>
                      <a:pt x="6557" y="2505"/>
                      <a:pt x="6223" y="1698"/>
                      <a:pt x="5628" y="1103"/>
                    </a:cubicBezTo>
                    <a:cubicBezTo>
                      <a:pt x="5034" y="508"/>
                      <a:pt x="4227" y="174"/>
                      <a:pt x="3386" y="174"/>
                    </a:cubicBezTo>
                    <a:cubicBezTo>
                      <a:pt x="2545" y="174"/>
                      <a:pt x="1738" y="508"/>
                      <a:pt x="1143" y="1103"/>
                    </a:cubicBezTo>
                    <a:cubicBezTo>
                      <a:pt x="548" y="1698"/>
                      <a:pt x="214" y="2505"/>
                      <a:pt x="214" y="3346"/>
                    </a:cubicBezTo>
                    <a:cubicBezTo>
                      <a:pt x="214" y="4188"/>
                      <a:pt x="548" y="4995"/>
                      <a:pt x="1143" y="5590"/>
                    </a:cubicBezTo>
                    <a:cubicBezTo>
                      <a:pt x="1738" y="6185"/>
                      <a:pt x="2545" y="6519"/>
                      <a:pt x="3386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31" name="Freeform: Shape 4230">
                <a:extLst>
                  <a:ext uri="{FF2B5EF4-FFF2-40B4-BE49-F238E27FC236}">
                    <a16:creationId xmlns:a16="http://schemas.microsoft.com/office/drawing/2014/main" id="{CDC211CF-A275-4071-9EFC-9B9678758F20}"/>
                  </a:ext>
                </a:extLst>
              </p:cNvPr>
              <p:cNvSpPr/>
              <p:nvPr/>
            </p:nvSpPr>
            <p:spPr>
              <a:xfrm>
                <a:off x="3577732" y="5682509"/>
                <a:ext cx="6343" cy="6345"/>
              </a:xfrm>
              <a:custGeom>
                <a:avLst/>
                <a:gdLst>
                  <a:gd name="connsiteX0" fmla="*/ 3386 w 6343"/>
                  <a:gd name="connsiteY0" fmla="*/ 6519 h 6345"/>
                  <a:gd name="connsiteX1" fmla="*/ 5629 w 6343"/>
                  <a:gd name="connsiteY1" fmla="*/ 5590 h 6345"/>
                  <a:gd name="connsiteX2" fmla="*/ 6558 w 6343"/>
                  <a:gd name="connsiteY2" fmla="*/ 3346 h 6345"/>
                  <a:gd name="connsiteX3" fmla="*/ 5629 w 6343"/>
                  <a:gd name="connsiteY3" fmla="*/ 1103 h 6345"/>
                  <a:gd name="connsiteX4" fmla="*/ 3386 w 6343"/>
                  <a:gd name="connsiteY4" fmla="*/ 174 h 6345"/>
                  <a:gd name="connsiteX5" fmla="*/ 1144 w 6343"/>
                  <a:gd name="connsiteY5" fmla="*/ 1103 h 6345"/>
                  <a:gd name="connsiteX6" fmla="*/ 215 w 6343"/>
                  <a:gd name="connsiteY6" fmla="*/ 3346 h 6345"/>
                  <a:gd name="connsiteX7" fmla="*/ 1144 w 6343"/>
                  <a:gd name="connsiteY7" fmla="*/ 5590 h 6345"/>
                  <a:gd name="connsiteX8" fmla="*/ 3386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19"/>
                    </a:moveTo>
                    <a:cubicBezTo>
                      <a:pt x="4228" y="6519"/>
                      <a:pt x="5034" y="6185"/>
                      <a:pt x="5629" y="5590"/>
                    </a:cubicBezTo>
                    <a:cubicBezTo>
                      <a:pt x="6224" y="4995"/>
                      <a:pt x="6558" y="4188"/>
                      <a:pt x="6558" y="3346"/>
                    </a:cubicBezTo>
                    <a:cubicBezTo>
                      <a:pt x="6558" y="2505"/>
                      <a:pt x="6224" y="1698"/>
                      <a:pt x="5629" y="1103"/>
                    </a:cubicBezTo>
                    <a:cubicBezTo>
                      <a:pt x="5034" y="508"/>
                      <a:pt x="4228" y="174"/>
                      <a:pt x="3386" y="174"/>
                    </a:cubicBezTo>
                    <a:cubicBezTo>
                      <a:pt x="2545" y="174"/>
                      <a:pt x="1739" y="508"/>
                      <a:pt x="1144" y="1103"/>
                    </a:cubicBezTo>
                    <a:cubicBezTo>
                      <a:pt x="549" y="1698"/>
                      <a:pt x="215" y="2505"/>
                      <a:pt x="215" y="3346"/>
                    </a:cubicBezTo>
                    <a:cubicBezTo>
                      <a:pt x="215" y="4188"/>
                      <a:pt x="549" y="4995"/>
                      <a:pt x="1144" y="5590"/>
                    </a:cubicBezTo>
                    <a:cubicBezTo>
                      <a:pt x="1739" y="6185"/>
                      <a:pt x="2545" y="6519"/>
                      <a:pt x="3386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32" name="Freeform: Shape 4231">
                <a:extLst>
                  <a:ext uri="{FF2B5EF4-FFF2-40B4-BE49-F238E27FC236}">
                    <a16:creationId xmlns:a16="http://schemas.microsoft.com/office/drawing/2014/main" id="{91538937-7B1A-581A-3FDB-01DF402DAC70}"/>
                  </a:ext>
                </a:extLst>
              </p:cNvPr>
              <p:cNvSpPr/>
              <p:nvPr/>
            </p:nvSpPr>
            <p:spPr>
              <a:xfrm>
                <a:off x="3581035" y="5681251"/>
                <a:ext cx="6343" cy="6345"/>
              </a:xfrm>
              <a:custGeom>
                <a:avLst/>
                <a:gdLst>
                  <a:gd name="connsiteX0" fmla="*/ 3387 w 6343"/>
                  <a:gd name="connsiteY0" fmla="*/ 6519 h 6345"/>
                  <a:gd name="connsiteX1" fmla="*/ 5629 w 6343"/>
                  <a:gd name="connsiteY1" fmla="*/ 5590 h 6345"/>
                  <a:gd name="connsiteX2" fmla="*/ 6558 w 6343"/>
                  <a:gd name="connsiteY2" fmla="*/ 3346 h 6345"/>
                  <a:gd name="connsiteX3" fmla="*/ 5629 w 6343"/>
                  <a:gd name="connsiteY3" fmla="*/ 1103 h 6345"/>
                  <a:gd name="connsiteX4" fmla="*/ 3387 w 6343"/>
                  <a:gd name="connsiteY4" fmla="*/ 173 h 6345"/>
                  <a:gd name="connsiteX5" fmla="*/ 1144 w 6343"/>
                  <a:gd name="connsiteY5" fmla="*/ 1103 h 6345"/>
                  <a:gd name="connsiteX6" fmla="*/ 215 w 6343"/>
                  <a:gd name="connsiteY6" fmla="*/ 3346 h 6345"/>
                  <a:gd name="connsiteX7" fmla="*/ 1144 w 6343"/>
                  <a:gd name="connsiteY7" fmla="*/ 5590 h 6345"/>
                  <a:gd name="connsiteX8" fmla="*/ 3387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19"/>
                    </a:moveTo>
                    <a:cubicBezTo>
                      <a:pt x="4228" y="6519"/>
                      <a:pt x="5035" y="6185"/>
                      <a:pt x="5629" y="5590"/>
                    </a:cubicBezTo>
                    <a:cubicBezTo>
                      <a:pt x="6224" y="4995"/>
                      <a:pt x="6558" y="4188"/>
                      <a:pt x="6558" y="3346"/>
                    </a:cubicBezTo>
                    <a:cubicBezTo>
                      <a:pt x="6558" y="2505"/>
                      <a:pt x="6224" y="1698"/>
                      <a:pt x="5629" y="1103"/>
                    </a:cubicBezTo>
                    <a:cubicBezTo>
                      <a:pt x="5035" y="508"/>
                      <a:pt x="4228" y="173"/>
                      <a:pt x="3387" y="173"/>
                    </a:cubicBezTo>
                    <a:cubicBezTo>
                      <a:pt x="2546" y="173"/>
                      <a:pt x="1739" y="508"/>
                      <a:pt x="1144" y="1103"/>
                    </a:cubicBezTo>
                    <a:cubicBezTo>
                      <a:pt x="549" y="1698"/>
                      <a:pt x="215" y="2505"/>
                      <a:pt x="215" y="3346"/>
                    </a:cubicBezTo>
                    <a:cubicBezTo>
                      <a:pt x="215" y="4188"/>
                      <a:pt x="549" y="4995"/>
                      <a:pt x="1144" y="5590"/>
                    </a:cubicBezTo>
                    <a:cubicBezTo>
                      <a:pt x="1739" y="6185"/>
                      <a:pt x="2546" y="6519"/>
                      <a:pt x="3387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33" name="Freeform: Shape 4232">
                <a:extLst>
                  <a:ext uri="{FF2B5EF4-FFF2-40B4-BE49-F238E27FC236}">
                    <a16:creationId xmlns:a16="http://schemas.microsoft.com/office/drawing/2014/main" id="{E1F8EE95-F21E-1881-BED4-05284B3131C2}"/>
                  </a:ext>
                </a:extLst>
              </p:cNvPr>
              <p:cNvSpPr/>
              <p:nvPr/>
            </p:nvSpPr>
            <p:spPr>
              <a:xfrm>
                <a:off x="3611150" y="5685195"/>
                <a:ext cx="6343" cy="6345"/>
              </a:xfrm>
              <a:custGeom>
                <a:avLst/>
                <a:gdLst>
                  <a:gd name="connsiteX0" fmla="*/ 3389 w 6343"/>
                  <a:gd name="connsiteY0" fmla="*/ 6519 h 6345"/>
                  <a:gd name="connsiteX1" fmla="*/ 5632 w 6343"/>
                  <a:gd name="connsiteY1" fmla="*/ 5590 h 6345"/>
                  <a:gd name="connsiteX2" fmla="*/ 6561 w 6343"/>
                  <a:gd name="connsiteY2" fmla="*/ 3347 h 6345"/>
                  <a:gd name="connsiteX3" fmla="*/ 5632 w 6343"/>
                  <a:gd name="connsiteY3" fmla="*/ 1103 h 6345"/>
                  <a:gd name="connsiteX4" fmla="*/ 3389 w 6343"/>
                  <a:gd name="connsiteY4" fmla="*/ 174 h 6345"/>
                  <a:gd name="connsiteX5" fmla="*/ 1146 w 6343"/>
                  <a:gd name="connsiteY5" fmla="*/ 1103 h 6345"/>
                  <a:gd name="connsiteX6" fmla="*/ 217 w 6343"/>
                  <a:gd name="connsiteY6" fmla="*/ 3347 h 6345"/>
                  <a:gd name="connsiteX7" fmla="*/ 1146 w 6343"/>
                  <a:gd name="connsiteY7" fmla="*/ 5590 h 6345"/>
                  <a:gd name="connsiteX8" fmla="*/ 3389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19"/>
                    </a:moveTo>
                    <a:cubicBezTo>
                      <a:pt x="4230" y="6519"/>
                      <a:pt x="5037" y="6185"/>
                      <a:pt x="5632" y="5590"/>
                    </a:cubicBezTo>
                    <a:cubicBezTo>
                      <a:pt x="6226" y="4995"/>
                      <a:pt x="6561" y="4188"/>
                      <a:pt x="6561" y="3347"/>
                    </a:cubicBezTo>
                    <a:cubicBezTo>
                      <a:pt x="6561" y="2505"/>
                      <a:pt x="6226" y="1698"/>
                      <a:pt x="5632" y="1103"/>
                    </a:cubicBezTo>
                    <a:cubicBezTo>
                      <a:pt x="5037" y="508"/>
                      <a:pt x="4230" y="174"/>
                      <a:pt x="3389" y="174"/>
                    </a:cubicBezTo>
                    <a:cubicBezTo>
                      <a:pt x="2548" y="174"/>
                      <a:pt x="1741" y="508"/>
                      <a:pt x="1146" y="1103"/>
                    </a:cubicBezTo>
                    <a:cubicBezTo>
                      <a:pt x="552" y="1698"/>
                      <a:pt x="217" y="2505"/>
                      <a:pt x="217" y="3347"/>
                    </a:cubicBezTo>
                    <a:cubicBezTo>
                      <a:pt x="217" y="4188"/>
                      <a:pt x="552" y="4995"/>
                      <a:pt x="1146" y="5590"/>
                    </a:cubicBezTo>
                    <a:cubicBezTo>
                      <a:pt x="1741" y="6185"/>
                      <a:pt x="2548" y="6519"/>
                      <a:pt x="3389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34" name="Freeform: Shape 4233">
                <a:extLst>
                  <a:ext uri="{FF2B5EF4-FFF2-40B4-BE49-F238E27FC236}">
                    <a16:creationId xmlns:a16="http://schemas.microsoft.com/office/drawing/2014/main" id="{0193A03A-7A4C-D7E6-6590-81756D8DC9F2}"/>
                  </a:ext>
                </a:extLst>
              </p:cNvPr>
              <p:cNvSpPr/>
              <p:nvPr/>
            </p:nvSpPr>
            <p:spPr>
              <a:xfrm>
                <a:off x="3610769" y="5683450"/>
                <a:ext cx="6343" cy="6345"/>
              </a:xfrm>
              <a:custGeom>
                <a:avLst/>
                <a:gdLst>
                  <a:gd name="connsiteX0" fmla="*/ 3389 w 6343"/>
                  <a:gd name="connsiteY0" fmla="*/ 6519 h 6345"/>
                  <a:gd name="connsiteX1" fmla="*/ 5632 w 6343"/>
                  <a:gd name="connsiteY1" fmla="*/ 5590 h 6345"/>
                  <a:gd name="connsiteX2" fmla="*/ 6561 w 6343"/>
                  <a:gd name="connsiteY2" fmla="*/ 3346 h 6345"/>
                  <a:gd name="connsiteX3" fmla="*/ 5632 w 6343"/>
                  <a:gd name="connsiteY3" fmla="*/ 1103 h 6345"/>
                  <a:gd name="connsiteX4" fmla="*/ 3389 w 6343"/>
                  <a:gd name="connsiteY4" fmla="*/ 174 h 6345"/>
                  <a:gd name="connsiteX5" fmla="*/ 1146 w 6343"/>
                  <a:gd name="connsiteY5" fmla="*/ 1103 h 6345"/>
                  <a:gd name="connsiteX6" fmla="*/ 217 w 6343"/>
                  <a:gd name="connsiteY6" fmla="*/ 3346 h 6345"/>
                  <a:gd name="connsiteX7" fmla="*/ 1146 w 6343"/>
                  <a:gd name="connsiteY7" fmla="*/ 5590 h 6345"/>
                  <a:gd name="connsiteX8" fmla="*/ 3389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19"/>
                    </a:moveTo>
                    <a:cubicBezTo>
                      <a:pt x="4230" y="6519"/>
                      <a:pt x="5037" y="6185"/>
                      <a:pt x="5632" y="5590"/>
                    </a:cubicBezTo>
                    <a:cubicBezTo>
                      <a:pt x="6226" y="4995"/>
                      <a:pt x="6561" y="4188"/>
                      <a:pt x="6561" y="3346"/>
                    </a:cubicBezTo>
                    <a:cubicBezTo>
                      <a:pt x="6561" y="2505"/>
                      <a:pt x="6226" y="1698"/>
                      <a:pt x="5632" y="1103"/>
                    </a:cubicBezTo>
                    <a:cubicBezTo>
                      <a:pt x="5037" y="508"/>
                      <a:pt x="4230" y="174"/>
                      <a:pt x="3389" y="174"/>
                    </a:cubicBezTo>
                    <a:cubicBezTo>
                      <a:pt x="2548" y="174"/>
                      <a:pt x="1741" y="508"/>
                      <a:pt x="1146" y="1103"/>
                    </a:cubicBezTo>
                    <a:cubicBezTo>
                      <a:pt x="552" y="1698"/>
                      <a:pt x="217" y="2505"/>
                      <a:pt x="217" y="3346"/>
                    </a:cubicBezTo>
                    <a:cubicBezTo>
                      <a:pt x="217" y="4188"/>
                      <a:pt x="552" y="4995"/>
                      <a:pt x="1146" y="5590"/>
                    </a:cubicBezTo>
                    <a:cubicBezTo>
                      <a:pt x="1741" y="6185"/>
                      <a:pt x="2548" y="6519"/>
                      <a:pt x="3389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35" name="Freeform: Shape 4234">
                <a:extLst>
                  <a:ext uri="{FF2B5EF4-FFF2-40B4-BE49-F238E27FC236}">
                    <a16:creationId xmlns:a16="http://schemas.microsoft.com/office/drawing/2014/main" id="{89414D0A-59FF-1988-A631-E6B756571F36}"/>
                  </a:ext>
                </a:extLst>
              </p:cNvPr>
              <p:cNvSpPr/>
              <p:nvPr/>
            </p:nvSpPr>
            <p:spPr>
              <a:xfrm>
                <a:off x="3615166" y="5682678"/>
                <a:ext cx="6343" cy="6345"/>
              </a:xfrm>
              <a:custGeom>
                <a:avLst/>
                <a:gdLst>
                  <a:gd name="connsiteX0" fmla="*/ 3389 w 6343"/>
                  <a:gd name="connsiteY0" fmla="*/ 6519 h 6345"/>
                  <a:gd name="connsiteX1" fmla="*/ 5632 w 6343"/>
                  <a:gd name="connsiteY1" fmla="*/ 5590 h 6345"/>
                  <a:gd name="connsiteX2" fmla="*/ 6561 w 6343"/>
                  <a:gd name="connsiteY2" fmla="*/ 3346 h 6345"/>
                  <a:gd name="connsiteX3" fmla="*/ 5632 w 6343"/>
                  <a:gd name="connsiteY3" fmla="*/ 1103 h 6345"/>
                  <a:gd name="connsiteX4" fmla="*/ 3389 w 6343"/>
                  <a:gd name="connsiteY4" fmla="*/ 174 h 6345"/>
                  <a:gd name="connsiteX5" fmla="*/ 1147 w 6343"/>
                  <a:gd name="connsiteY5" fmla="*/ 1103 h 6345"/>
                  <a:gd name="connsiteX6" fmla="*/ 218 w 6343"/>
                  <a:gd name="connsiteY6" fmla="*/ 3346 h 6345"/>
                  <a:gd name="connsiteX7" fmla="*/ 1147 w 6343"/>
                  <a:gd name="connsiteY7" fmla="*/ 5590 h 6345"/>
                  <a:gd name="connsiteX8" fmla="*/ 3389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19"/>
                    </a:moveTo>
                    <a:cubicBezTo>
                      <a:pt x="4230" y="6519"/>
                      <a:pt x="5037" y="6185"/>
                      <a:pt x="5632" y="5590"/>
                    </a:cubicBezTo>
                    <a:cubicBezTo>
                      <a:pt x="6227" y="4995"/>
                      <a:pt x="6561" y="4188"/>
                      <a:pt x="6561" y="3346"/>
                    </a:cubicBezTo>
                    <a:cubicBezTo>
                      <a:pt x="6561" y="2505"/>
                      <a:pt x="6227" y="1698"/>
                      <a:pt x="5632" y="1103"/>
                    </a:cubicBezTo>
                    <a:cubicBezTo>
                      <a:pt x="5037" y="508"/>
                      <a:pt x="4230" y="174"/>
                      <a:pt x="3389" y="174"/>
                    </a:cubicBezTo>
                    <a:cubicBezTo>
                      <a:pt x="2548" y="174"/>
                      <a:pt x="1741" y="508"/>
                      <a:pt x="1147" y="1103"/>
                    </a:cubicBezTo>
                    <a:cubicBezTo>
                      <a:pt x="552" y="1698"/>
                      <a:pt x="218" y="2505"/>
                      <a:pt x="218" y="3346"/>
                    </a:cubicBezTo>
                    <a:cubicBezTo>
                      <a:pt x="218" y="4188"/>
                      <a:pt x="552" y="4995"/>
                      <a:pt x="1147" y="5590"/>
                    </a:cubicBezTo>
                    <a:cubicBezTo>
                      <a:pt x="1741" y="6185"/>
                      <a:pt x="2548" y="6519"/>
                      <a:pt x="3389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36" name="Freeform: Shape 4235">
                <a:extLst>
                  <a:ext uri="{FF2B5EF4-FFF2-40B4-BE49-F238E27FC236}">
                    <a16:creationId xmlns:a16="http://schemas.microsoft.com/office/drawing/2014/main" id="{E7A34A3F-92FE-886B-763D-2FA94BE0935C}"/>
                  </a:ext>
                </a:extLst>
              </p:cNvPr>
              <p:cNvSpPr/>
              <p:nvPr/>
            </p:nvSpPr>
            <p:spPr>
              <a:xfrm>
                <a:off x="3618267" y="5681683"/>
                <a:ext cx="6343" cy="6345"/>
              </a:xfrm>
              <a:custGeom>
                <a:avLst/>
                <a:gdLst>
                  <a:gd name="connsiteX0" fmla="*/ 3390 w 6343"/>
                  <a:gd name="connsiteY0" fmla="*/ 6519 h 6345"/>
                  <a:gd name="connsiteX1" fmla="*/ 5632 w 6343"/>
                  <a:gd name="connsiteY1" fmla="*/ 5590 h 6345"/>
                  <a:gd name="connsiteX2" fmla="*/ 6561 w 6343"/>
                  <a:gd name="connsiteY2" fmla="*/ 3346 h 6345"/>
                  <a:gd name="connsiteX3" fmla="*/ 5632 w 6343"/>
                  <a:gd name="connsiteY3" fmla="*/ 1103 h 6345"/>
                  <a:gd name="connsiteX4" fmla="*/ 3390 w 6343"/>
                  <a:gd name="connsiteY4" fmla="*/ 174 h 6345"/>
                  <a:gd name="connsiteX5" fmla="*/ 1147 w 6343"/>
                  <a:gd name="connsiteY5" fmla="*/ 1103 h 6345"/>
                  <a:gd name="connsiteX6" fmla="*/ 218 w 6343"/>
                  <a:gd name="connsiteY6" fmla="*/ 3346 h 6345"/>
                  <a:gd name="connsiteX7" fmla="*/ 1147 w 6343"/>
                  <a:gd name="connsiteY7" fmla="*/ 5590 h 6345"/>
                  <a:gd name="connsiteX8" fmla="*/ 3390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9"/>
                    </a:moveTo>
                    <a:cubicBezTo>
                      <a:pt x="4231" y="6519"/>
                      <a:pt x="5037" y="6185"/>
                      <a:pt x="5632" y="5590"/>
                    </a:cubicBezTo>
                    <a:cubicBezTo>
                      <a:pt x="6227" y="4995"/>
                      <a:pt x="6561" y="4188"/>
                      <a:pt x="6561" y="3346"/>
                    </a:cubicBezTo>
                    <a:cubicBezTo>
                      <a:pt x="6561" y="2505"/>
                      <a:pt x="6227" y="1698"/>
                      <a:pt x="5632" y="1103"/>
                    </a:cubicBezTo>
                    <a:cubicBezTo>
                      <a:pt x="5037" y="508"/>
                      <a:pt x="4231" y="174"/>
                      <a:pt x="3390" y="174"/>
                    </a:cubicBezTo>
                    <a:cubicBezTo>
                      <a:pt x="2548" y="174"/>
                      <a:pt x="1742" y="508"/>
                      <a:pt x="1147" y="1103"/>
                    </a:cubicBezTo>
                    <a:cubicBezTo>
                      <a:pt x="552" y="1698"/>
                      <a:pt x="218" y="2505"/>
                      <a:pt x="218" y="3346"/>
                    </a:cubicBezTo>
                    <a:cubicBezTo>
                      <a:pt x="218" y="4188"/>
                      <a:pt x="552" y="4995"/>
                      <a:pt x="1147" y="5590"/>
                    </a:cubicBezTo>
                    <a:cubicBezTo>
                      <a:pt x="1742" y="6185"/>
                      <a:pt x="2548" y="6519"/>
                      <a:pt x="3390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37" name="Freeform: Shape 4236">
                <a:extLst>
                  <a:ext uri="{FF2B5EF4-FFF2-40B4-BE49-F238E27FC236}">
                    <a16:creationId xmlns:a16="http://schemas.microsoft.com/office/drawing/2014/main" id="{9DC1016E-CEE5-712B-A11A-EFD41AC814BE}"/>
                  </a:ext>
                </a:extLst>
              </p:cNvPr>
              <p:cNvSpPr/>
              <p:nvPr/>
            </p:nvSpPr>
            <p:spPr>
              <a:xfrm>
                <a:off x="3528122" y="5430522"/>
                <a:ext cx="6343" cy="6345"/>
              </a:xfrm>
              <a:custGeom>
                <a:avLst/>
                <a:gdLst>
                  <a:gd name="connsiteX0" fmla="*/ 3382 w 6343"/>
                  <a:gd name="connsiteY0" fmla="*/ 6499 h 6345"/>
                  <a:gd name="connsiteX1" fmla="*/ 5625 w 6343"/>
                  <a:gd name="connsiteY1" fmla="*/ 5570 h 6345"/>
                  <a:gd name="connsiteX2" fmla="*/ 6554 w 6343"/>
                  <a:gd name="connsiteY2" fmla="*/ 3326 h 6345"/>
                  <a:gd name="connsiteX3" fmla="*/ 5625 w 6343"/>
                  <a:gd name="connsiteY3" fmla="*/ 1083 h 6345"/>
                  <a:gd name="connsiteX4" fmla="*/ 3382 w 6343"/>
                  <a:gd name="connsiteY4" fmla="*/ 154 h 6345"/>
                  <a:gd name="connsiteX5" fmla="*/ 1140 w 6343"/>
                  <a:gd name="connsiteY5" fmla="*/ 1083 h 6345"/>
                  <a:gd name="connsiteX6" fmla="*/ 211 w 6343"/>
                  <a:gd name="connsiteY6" fmla="*/ 3326 h 6345"/>
                  <a:gd name="connsiteX7" fmla="*/ 1140 w 6343"/>
                  <a:gd name="connsiteY7" fmla="*/ 5570 h 6345"/>
                  <a:gd name="connsiteX8" fmla="*/ 3382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99"/>
                    </a:moveTo>
                    <a:cubicBezTo>
                      <a:pt x="4224" y="6499"/>
                      <a:pt x="5030" y="6165"/>
                      <a:pt x="5625" y="5570"/>
                    </a:cubicBezTo>
                    <a:cubicBezTo>
                      <a:pt x="6220" y="4975"/>
                      <a:pt x="6554" y="4168"/>
                      <a:pt x="6554" y="3326"/>
                    </a:cubicBezTo>
                    <a:cubicBezTo>
                      <a:pt x="6554" y="2485"/>
                      <a:pt x="6220" y="1678"/>
                      <a:pt x="5625" y="1083"/>
                    </a:cubicBezTo>
                    <a:cubicBezTo>
                      <a:pt x="5030" y="488"/>
                      <a:pt x="4224" y="154"/>
                      <a:pt x="3382" y="154"/>
                    </a:cubicBezTo>
                    <a:cubicBezTo>
                      <a:pt x="2541" y="154"/>
                      <a:pt x="1735" y="488"/>
                      <a:pt x="1140" y="1083"/>
                    </a:cubicBezTo>
                    <a:cubicBezTo>
                      <a:pt x="545" y="1678"/>
                      <a:pt x="211" y="2485"/>
                      <a:pt x="211" y="3326"/>
                    </a:cubicBezTo>
                    <a:cubicBezTo>
                      <a:pt x="211" y="4168"/>
                      <a:pt x="545" y="4975"/>
                      <a:pt x="1140" y="5570"/>
                    </a:cubicBezTo>
                    <a:cubicBezTo>
                      <a:pt x="1735" y="6165"/>
                      <a:pt x="2541" y="6499"/>
                      <a:pt x="3382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38" name="Freeform: Shape 4237">
                <a:extLst>
                  <a:ext uri="{FF2B5EF4-FFF2-40B4-BE49-F238E27FC236}">
                    <a16:creationId xmlns:a16="http://schemas.microsoft.com/office/drawing/2014/main" id="{AC4D38D2-B278-6544-2ED5-A992A465E6C7}"/>
                  </a:ext>
                </a:extLst>
              </p:cNvPr>
              <p:cNvSpPr/>
              <p:nvPr/>
            </p:nvSpPr>
            <p:spPr>
              <a:xfrm>
                <a:off x="3532146" y="5430333"/>
                <a:ext cx="6343" cy="6345"/>
              </a:xfrm>
              <a:custGeom>
                <a:avLst/>
                <a:gdLst>
                  <a:gd name="connsiteX0" fmla="*/ 3383 w 6343"/>
                  <a:gd name="connsiteY0" fmla="*/ 6499 h 6345"/>
                  <a:gd name="connsiteX1" fmla="*/ 5625 w 6343"/>
                  <a:gd name="connsiteY1" fmla="*/ 5570 h 6345"/>
                  <a:gd name="connsiteX2" fmla="*/ 6554 w 6343"/>
                  <a:gd name="connsiteY2" fmla="*/ 3326 h 6345"/>
                  <a:gd name="connsiteX3" fmla="*/ 5625 w 6343"/>
                  <a:gd name="connsiteY3" fmla="*/ 1083 h 6345"/>
                  <a:gd name="connsiteX4" fmla="*/ 3383 w 6343"/>
                  <a:gd name="connsiteY4" fmla="*/ 154 h 6345"/>
                  <a:gd name="connsiteX5" fmla="*/ 1140 w 6343"/>
                  <a:gd name="connsiteY5" fmla="*/ 1083 h 6345"/>
                  <a:gd name="connsiteX6" fmla="*/ 211 w 6343"/>
                  <a:gd name="connsiteY6" fmla="*/ 3326 h 6345"/>
                  <a:gd name="connsiteX7" fmla="*/ 1140 w 6343"/>
                  <a:gd name="connsiteY7" fmla="*/ 5570 h 6345"/>
                  <a:gd name="connsiteX8" fmla="*/ 3383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9"/>
                    </a:moveTo>
                    <a:cubicBezTo>
                      <a:pt x="4224" y="6499"/>
                      <a:pt x="5031" y="6165"/>
                      <a:pt x="5625" y="5570"/>
                    </a:cubicBezTo>
                    <a:cubicBezTo>
                      <a:pt x="6220" y="4975"/>
                      <a:pt x="6554" y="4168"/>
                      <a:pt x="6554" y="3326"/>
                    </a:cubicBezTo>
                    <a:cubicBezTo>
                      <a:pt x="6554" y="2485"/>
                      <a:pt x="6220" y="1678"/>
                      <a:pt x="5625" y="1083"/>
                    </a:cubicBezTo>
                    <a:cubicBezTo>
                      <a:pt x="5031" y="488"/>
                      <a:pt x="4224" y="154"/>
                      <a:pt x="3383" y="154"/>
                    </a:cubicBezTo>
                    <a:cubicBezTo>
                      <a:pt x="2542" y="154"/>
                      <a:pt x="1735" y="488"/>
                      <a:pt x="1140" y="1083"/>
                    </a:cubicBezTo>
                    <a:cubicBezTo>
                      <a:pt x="545" y="1678"/>
                      <a:pt x="211" y="2485"/>
                      <a:pt x="211" y="3326"/>
                    </a:cubicBezTo>
                    <a:cubicBezTo>
                      <a:pt x="211" y="4168"/>
                      <a:pt x="545" y="4975"/>
                      <a:pt x="1140" y="5570"/>
                    </a:cubicBezTo>
                    <a:cubicBezTo>
                      <a:pt x="1735" y="6165"/>
                      <a:pt x="2542" y="6499"/>
                      <a:pt x="3383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39" name="Freeform: Shape 4238">
                <a:extLst>
                  <a:ext uri="{FF2B5EF4-FFF2-40B4-BE49-F238E27FC236}">
                    <a16:creationId xmlns:a16="http://schemas.microsoft.com/office/drawing/2014/main" id="{40F63EB7-76C8-4CEC-916C-8696200C1FAC}"/>
                  </a:ext>
                </a:extLst>
              </p:cNvPr>
              <p:cNvSpPr/>
              <p:nvPr/>
            </p:nvSpPr>
            <p:spPr>
              <a:xfrm>
                <a:off x="3535250" y="5429356"/>
                <a:ext cx="6343" cy="6345"/>
              </a:xfrm>
              <a:custGeom>
                <a:avLst/>
                <a:gdLst>
                  <a:gd name="connsiteX0" fmla="*/ 3383 w 6343"/>
                  <a:gd name="connsiteY0" fmla="*/ 6499 h 6345"/>
                  <a:gd name="connsiteX1" fmla="*/ 5626 w 6343"/>
                  <a:gd name="connsiteY1" fmla="*/ 5570 h 6345"/>
                  <a:gd name="connsiteX2" fmla="*/ 6555 w 6343"/>
                  <a:gd name="connsiteY2" fmla="*/ 3326 h 6345"/>
                  <a:gd name="connsiteX3" fmla="*/ 5626 w 6343"/>
                  <a:gd name="connsiteY3" fmla="*/ 1083 h 6345"/>
                  <a:gd name="connsiteX4" fmla="*/ 3383 w 6343"/>
                  <a:gd name="connsiteY4" fmla="*/ 154 h 6345"/>
                  <a:gd name="connsiteX5" fmla="*/ 1140 w 6343"/>
                  <a:gd name="connsiteY5" fmla="*/ 1083 h 6345"/>
                  <a:gd name="connsiteX6" fmla="*/ 211 w 6343"/>
                  <a:gd name="connsiteY6" fmla="*/ 3326 h 6345"/>
                  <a:gd name="connsiteX7" fmla="*/ 1140 w 6343"/>
                  <a:gd name="connsiteY7" fmla="*/ 5570 h 6345"/>
                  <a:gd name="connsiteX8" fmla="*/ 3383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9"/>
                    </a:moveTo>
                    <a:cubicBezTo>
                      <a:pt x="4224" y="6499"/>
                      <a:pt x="5031" y="6165"/>
                      <a:pt x="5626" y="5570"/>
                    </a:cubicBezTo>
                    <a:cubicBezTo>
                      <a:pt x="6220" y="4975"/>
                      <a:pt x="6555" y="4168"/>
                      <a:pt x="6555" y="3326"/>
                    </a:cubicBezTo>
                    <a:cubicBezTo>
                      <a:pt x="6555" y="2485"/>
                      <a:pt x="6220" y="1678"/>
                      <a:pt x="5626" y="1083"/>
                    </a:cubicBezTo>
                    <a:cubicBezTo>
                      <a:pt x="5031" y="488"/>
                      <a:pt x="4224" y="154"/>
                      <a:pt x="3383" y="154"/>
                    </a:cubicBezTo>
                    <a:cubicBezTo>
                      <a:pt x="2542" y="154"/>
                      <a:pt x="1735" y="488"/>
                      <a:pt x="1140" y="1083"/>
                    </a:cubicBezTo>
                    <a:cubicBezTo>
                      <a:pt x="546" y="1678"/>
                      <a:pt x="211" y="2485"/>
                      <a:pt x="211" y="3326"/>
                    </a:cubicBezTo>
                    <a:cubicBezTo>
                      <a:pt x="211" y="4168"/>
                      <a:pt x="546" y="4975"/>
                      <a:pt x="1140" y="5570"/>
                    </a:cubicBezTo>
                    <a:cubicBezTo>
                      <a:pt x="1735" y="6165"/>
                      <a:pt x="2542" y="6499"/>
                      <a:pt x="3383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40" name="Freeform: Shape 4239">
                <a:extLst>
                  <a:ext uri="{FF2B5EF4-FFF2-40B4-BE49-F238E27FC236}">
                    <a16:creationId xmlns:a16="http://schemas.microsoft.com/office/drawing/2014/main" id="{92385662-7071-A5FF-C310-2A29C620BB44}"/>
                  </a:ext>
                </a:extLst>
              </p:cNvPr>
              <p:cNvSpPr/>
              <p:nvPr/>
            </p:nvSpPr>
            <p:spPr>
              <a:xfrm>
                <a:off x="3539536" y="5429493"/>
                <a:ext cx="6343" cy="6345"/>
              </a:xfrm>
              <a:custGeom>
                <a:avLst/>
                <a:gdLst>
                  <a:gd name="connsiteX0" fmla="*/ 3383 w 6343"/>
                  <a:gd name="connsiteY0" fmla="*/ 6499 h 6345"/>
                  <a:gd name="connsiteX1" fmla="*/ 5626 w 6343"/>
                  <a:gd name="connsiteY1" fmla="*/ 5570 h 6345"/>
                  <a:gd name="connsiteX2" fmla="*/ 6555 w 6343"/>
                  <a:gd name="connsiteY2" fmla="*/ 3326 h 6345"/>
                  <a:gd name="connsiteX3" fmla="*/ 5626 w 6343"/>
                  <a:gd name="connsiteY3" fmla="*/ 1083 h 6345"/>
                  <a:gd name="connsiteX4" fmla="*/ 3383 w 6343"/>
                  <a:gd name="connsiteY4" fmla="*/ 154 h 6345"/>
                  <a:gd name="connsiteX5" fmla="*/ 1141 w 6343"/>
                  <a:gd name="connsiteY5" fmla="*/ 1083 h 6345"/>
                  <a:gd name="connsiteX6" fmla="*/ 212 w 6343"/>
                  <a:gd name="connsiteY6" fmla="*/ 3326 h 6345"/>
                  <a:gd name="connsiteX7" fmla="*/ 1141 w 6343"/>
                  <a:gd name="connsiteY7" fmla="*/ 5570 h 6345"/>
                  <a:gd name="connsiteX8" fmla="*/ 3383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9"/>
                    </a:moveTo>
                    <a:cubicBezTo>
                      <a:pt x="4224" y="6499"/>
                      <a:pt x="5031" y="6165"/>
                      <a:pt x="5626" y="5570"/>
                    </a:cubicBezTo>
                    <a:cubicBezTo>
                      <a:pt x="6221" y="4975"/>
                      <a:pt x="6555" y="4168"/>
                      <a:pt x="6555" y="3326"/>
                    </a:cubicBezTo>
                    <a:cubicBezTo>
                      <a:pt x="6555" y="2485"/>
                      <a:pt x="6221" y="1678"/>
                      <a:pt x="5626" y="1083"/>
                    </a:cubicBezTo>
                    <a:cubicBezTo>
                      <a:pt x="5031" y="488"/>
                      <a:pt x="4224" y="154"/>
                      <a:pt x="3383" y="154"/>
                    </a:cubicBezTo>
                    <a:cubicBezTo>
                      <a:pt x="2542" y="154"/>
                      <a:pt x="1736" y="488"/>
                      <a:pt x="1141" y="1083"/>
                    </a:cubicBezTo>
                    <a:cubicBezTo>
                      <a:pt x="546" y="1678"/>
                      <a:pt x="212" y="2485"/>
                      <a:pt x="212" y="3326"/>
                    </a:cubicBezTo>
                    <a:cubicBezTo>
                      <a:pt x="212" y="4168"/>
                      <a:pt x="546" y="4975"/>
                      <a:pt x="1141" y="5570"/>
                    </a:cubicBezTo>
                    <a:cubicBezTo>
                      <a:pt x="1736" y="6165"/>
                      <a:pt x="2542" y="6499"/>
                      <a:pt x="3383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41" name="Freeform: Shape 4240">
                <a:extLst>
                  <a:ext uri="{FF2B5EF4-FFF2-40B4-BE49-F238E27FC236}">
                    <a16:creationId xmlns:a16="http://schemas.microsoft.com/office/drawing/2014/main" id="{52D5BBF5-870E-9561-0C05-CBDCF0F2E573}"/>
                  </a:ext>
                </a:extLst>
              </p:cNvPr>
              <p:cNvSpPr/>
              <p:nvPr/>
            </p:nvSpPr>
            <p:spPr>
              <a:xfrm>
                <a:off x="3542562" y="5428513"/>
                <a:ext cx="6343" cy="6345"/>
              </a:xfrm>
              <a:custGeom>
                <a:avLst/>
                <a:gdLst>
                  <a:gd name="connsiteX0" fmla="*/ 3384 w 6343"/>
                  <a:gd name="connsiteY0" fmla="*/ 6499 h 6345"/>
                  <a:gd name="connsiteX1" fmla="*/ 5626 w 6343"/>
                  <a:gd name="connsiteY1" fmla="*/ 5570 h 6345"/>
                  <a:gd name="connsiteX2" fmla="*/ 6555 w 6343"/>
                  <a:gd name="connsiteY2" fmla="*/ 3326 h 6345"/>
                  <a:gd name="connsiteX3" fmla="*/ 5626 w 6343"/>
                  <a:gd name="connsiteY3" fmla="*/ 1083 h 6345"/>
                  <a:gd name="connsiteX4" fmla="*/ 3384 w 6343"/>
                  <a:gd name="connsiteY4" fmla="*/ 154 h 6345"/>
                  <a:gd name="connsiteX5" fmla="*/ 1141 w 6343"/>
                  <a:gd name="connsiteY5" fmla="*/ 1083 h 6345"/>
                  <a:gd name="connsiteX6" fmla="*/ 212 w 6343"/>
                  <a:gd name="connsiteY6" fmla="*/ 3326 h 6345"/>
                  <a:gd name="connsiteX7" fmla="*/ 1141 w 6343"/>
                  <a:gd name="connsiteY7" fmla="*/ 5570 h 6345"/>
                  <a:gd name="connsiteX8" fmla="*/ 3384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99"/>
                    </a:moveTo>
                    <a:cubicBezTo>
                      <a:pt x="4225" y="6499"/>
                      <a:pt x="5032" y="6165"/>
                      <a:pt x="5626" y="5570"/>
                    </a:cubicBezTo>
                    <a:cubicBezTo>
                      <a:pt x="6221" y="4975"/>
                      <a:pt x="6555" y="4168"/>
                      <a:pt x="6555" y="3326"/>
                    </a:cubicBezTo>
                    <a:cubicBezTo>
                      <a:pt x="6555" y="2485"/>
                      <a:pt x="6221" y="1678"/>
                      <a:pt x="5626" y="1083"/>
                    </a:cubicBezTo>
                    <a:cubicBezTo>
                      <a:pt x="5032" y="488"/>
                      <a:pt x="4225" y="154"/>
                      <a:pt x="3384" y="154"/>
                    </a:cubicBezTo>
                    <a:cubicBezTo>
                      <a:pt x="2543" y="154"/>
                      <a:pt x="1736" y="488"/>
                      <a:pt x="1141" y="1083"/>
                    </a:cubicBezTo>
                    <a:cubicBezTo>
                      <a:pt x="546" y="1678"/>
                      <a:pt x="212" y="2485"/>
                      <a:pt x="212" y="3326"/>
                    </a:cubicBezTo>
                    <a:cubicBezTo>
                      <a:pt x="212" y="4168"/>
                      <a:pt x="546" y="4975"/>
                      <a:pt x="1141" y="5570"/>
                    </a:cubicBezTo>
                    <a:cubicBezTo>
                      <a:pt x="1736" y="6165"/>
                      <a:pt x="2543" y="6499"/>
                      <a:pt x="3384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42" name="Freeform: Shape 4241">
                <a:extLst>
                  <a:ext uri="{FF2B5EF4-FFF2-40B4-BE49-F238E27FC236}">
                    <a16:creationId xmlns:a16="http://schemas.microsoft.com/office/drawing/2014/main" id="{CF78BED4-4DEF-094C-4BD9-00737EE90EC4}"/>
                  </a:ext>
                </a:extLst>
              </p:cNvPr>
              <p:cNvSpPr/>
              <p:nvPr/>
            </p:nvSpPr>
            <p:spPr>
              <a:xfrm>
                <a:off x="3548474" y="5426498"/>
                <a:ext cx="6343" cy="6345"/>
              </a:xfrm>
              <a:custGeom>
                <a:avLst/>
                <a:gdLst>
                  <a:gd name="connsiteX0" fmla="*/ 3384 w 6343"/>
                  <a:gd name="connsiteY0" fmla="*/ 6499 h 6345"/>
                  <a:gd name="connsiteX1" fmla="*/ 5627 w 6343"/>
                  <a:gd name="connsiteY1" fmla="*/ 5570 h 6345"/>
                  <a:gd name="connsiteX2" fmla="*/ 6556 w 6343"/>
                  <a:gd name="connsiteY2" fmla="*/ 3326 h 6345"/>
                  <a:gd name="connsiteX3" fmla="*/ 5627 w 6343"/>
                  <a:gd name="connsiteY3" fmla="*/ 1083 h 6345"/>
                  <a:gd name="connsiteX4" fmla="*/ 3384 w 6343"/>
                  <a:gd name="connsiteY4" fmla="*/ 153 h 6345"/>
                  <a:gd name="connsiteX5" fmla="*/ 1141 w 6343"/>
                  <a:gd name="connsiteY5" fmla="*/ 1083 h 6345"/>
                  <a:gd name="connsiteX6" fmla="*/ 213 w 6343"/>
                  <a:gd name="connsiteY6" fmla="*/ 3326 h 6345"/>
                  <a:gd name="connsiteX7" fmla="*/ 1141 w 6343"/>
                  <a:gd name="connsiteY7" fmla="*/ 5570 h 6345"/>
                  <a:gd name="connsiteX8" fmla="*/ 3384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99"/>
                    </a:moveTo>
                    <a:cubicBezTo>
                      <a:pt x="4225" y="6499"/>
                      <a:pt x="5032" y="6165"/>
                      <a:pt x="5627" y="5570"/>
                    </a:cubicBezTo>
                    <a:cubicBezTo>
                      <a:pt x="6221" y="4975"/>
                      <a:pt x="6556" y="4168"/>
                      <a:pt x="6556" y="3326"/>
                    </a:cubicBezTo>
                    <a:cubicBezTo>
                      <a:pt x="6556" y="2485"/>
                      <a:pt x="6221" y="1678"/>
                      <a:pt x="5627" y="1083"/>
                    </a:cubicBezTo>
                    <a:cubicBezTo>
                      <a:pt x="5032" y="488"/>
                      <a:pt x="4225" y="153"/>
                      <a:pt x="3384" y="153"/>
                    </a:cubicBezTo>
                    <a:cubicBezTo>
                      <a:pt x="2543" y="153"/>
                      <a:pt x="1736" y="488"/>
                      <a:pt x="1141" y="1083"/>
                    </a:cubicBezTo>
                    <a:cubicBezTo>
                      <a:pt x="547" y="1678"/>
                      <a:pt x="213" y="2485"/>
                      <a:pt x="213" y="3326"/>
                    </a:cubicBezTo>
                    <a:cubicBezTo>
                      <a:pt x="213" y="4168"/>
                      <a:pt x="547" y="4975"/>
                      <a:pt x="1141" y="5570"/>
                    </a:cubicBezTo>
                    <a:cubicBezTo>
                      <a:pt x="1736" y="6165"/>
                      <a:pt x="2543" y="6499"/>
                      <a:pt x="3384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43" name="Freeform: Shape 4242">
                <a:extLst>
                  <a:ext uri="{FF2B5EF4-FFF2-40B4-BE49-F238E27FC236}">
                    <a16:creationId xmlns:a16="http://schemas.microsoft.com/office/drawing/2014/main" id="{E2C4F229-A70B-D349-F138-13276760DB90}"/>
                  </a:ext>
                </a:extLst>
              </p:cNvPr>
              <p:cNvSpPr/>
              <p:nvPr/>
            </p:nvSpPr>
            <p:spPr>
              <a:xfrm>
                <a:off x="3551873" y="5425955"/>
                <a:ext cx="6343" cy="6345"/>
              </a:xfrm>
              <a:custGeom>
                <a:avLst/>
                <a:gdLst>
                  <a:gd name="connsiteX0" fmla="*/ 3384 w 6343"/>
                  <a:gd name="connsiteY0" fmla="*/ 6499 h 6345"/>
                  <a:gd name="connsiteX1" fmla="*/ 5627 w 6343"/>
                  <a:gd name="connsiteY1" fmla="*/ 5570 h 6345"/>
                  <a:gd name="connsiteX2" fmla="*/ 6556 w 6343"/>
                  <a:gd name="connsiteY2" fmla="*/ 3326 h 6345"/>
                  <a:gd name="connsiteX3" fmla="*/ 5627 w 6343"/>
                  <a:gd name="connsiteY3" fmla="*/ 1083 h 6345"/>
                  <a:gd name="connsiteX4" fmla="*/ 3384 w 6343"/>
                  <a:gd name="connsiteY4" fmla="*/ 153 h 6345"/>
                  <a:gd name="connsiteX5" fmla="*/ 1142 w 6343"/>
                  <a:gd name="connsiteY5" fmla="*/ 1083 h 6345"/>
                  <a:gd name="connsiteX6" fmla="*/ 213 w 6343"/>
                  <a:gd name="connsiteY6" fmla="*/ 3326 h 6345"/>
                  <a:gd name="connsiteX7" fmla="*/ 1142 w 6343"/>
                  <a:gd name="connsiteY7" fmla="*/ 5570 h 6345"/>
                  <a:gd name="connsiteX8" fmla="*/ 3384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99"/>
                    </a:moveTo>
                    <a:cubicBezTo>
                      <a:pt x="4225" y="6499"/>
                      <a:pt x="5032" y="6164"/>
                      <a:pt x="5627" y="5570"/>
                    </a:cubicBezTo>
                    <a:cubicBezTo>
                      <a:pt x="6222" y="4975"/>
                      <a:pt x="6556" y="4167"/>
                      <a:pt x="6556" y="3326"/>
                    </a:cubicBezTo>
                    <a:cubicBezTo>
                      <a:pt x="6556" y="2485"/>
                      <a:pt x="6222" y="1678"/>
                      <a:pt x="5627" y="1083"/>
                    </a:cubicBezTo>
                    <a:cubicBezTo>
                      <a:pt x="5032" y="488"/>
                      <a:pt x="4225" y="153"/>
                      <a:pt x="3384" y="153"/>
                    </a:cubicBezTo>
                    <a:cubicBezTo>
                      <a:pt x="2543" y="153"/>
                      <a:pt x="1736" y="488"/>
                      <a:pt x="1142" y="1083"/>
                    </a:cubicBezTo>
                    <a:cubicBezTo>
                      <a:pt x="547" y="1678"/>
                      <a:pt x="213" y="2485"/>
                      <a:pt x="213" y="3326"/>
                    </a:cubicBezTo>
                    <a:cubicBezTo>
                      <a:pt x="213" y="4167"/>
                      <a:pt x="547" y="4975"/>
                      <a:pt x="1142" y="5570"/>
                    </a:cubicBezTo>
                    <a:cubicBezTo>
                      <a:pt x="1736" y="6164"/>
                      <a:pt x="2543" y="6499"/>
                      <a:pt x="3384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44" name="Freeform: Shape 4243">
                <a:extLst>
                  <a:ext uri="{FF2B5EF4-FFF2-40B4-BE49-F238E27FC236}">
                    <a16:creationId xmlns:a16="http://schemas.microsoft.com/office/drawing/2014/main" id="{ACFA3385-BED1-16F8-C78D-AE148638E94D}"/>
                  </a:ext>
                </a:extLst>
              </p:cNvPr>
              <p:cNvSpPr/>
              <p:nvPr/>
            </p:nvSpPr>
            <p:spPr>
              <a:xfrm>
                <a:off x="3554826" y="5425012"/>
                <a:ext cx="6343" cy="6345"/>
              </a:xfrm>
              <a:custGeom>
                <a:avLst/>
                <a:gdLst>
                  <a:gd name="connsiteX0" fmla="*/ 3385 w 6343"/>
                  <a:gd name="connsiteY0" fmla="*/ 6499 h 6345"/>
                  <a:gd name="connsiteX1" fmla="*/ 5627 w 6343"/>
                  <a:gd name="connsiteY1" fmla="*/ 5569 h 6345"/>
                  <a:gd name="connsiteX2" fmla="*/ 6556 w 6343"/>
                  <a:gd name="connsiteY2" fmla="*/ 3326 h 6345"/>
                  <a:gd name="connsiteX3" fmla="*/ 5627 w 6343"/>
                  <a:gd name="connsiteY3" fmla="*/ 1083 h 6345"/>
                  <a:gd name="connsiteX4" fmla="*/ 3385 w 6343"/>
                  <a:gd name="connsiteY4" fmla="*/ 153 h 6345"/>
                  <a:gd name="connsiteX5" fmla="*/ 1142 w 6343"/>
                  <a:gd name="connsiteY5" fmla="*/ 1083 h 6345"/>
                  <a:gd name="connsiteX6" fmla="*/ 213 w 6343"/>
                  <a:gd name="connsiteY6" fmla="*/ 3326 h 6345"/>
                  <a:gd name="connsiteX7" fmla="*/ 1142 w 6343"/>
                  <a:gd name="connsiteY7" fmla="*/ 5569 h 6345"/>
                  <a:gd name="connsiteX8" fmla="*/ 3385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99"/>
                    </a:moveTo>
                    <a:cubicBezTo>
                      <a:pt x="4226" y="6499"/>
                      <a:pt x="5032" y="6164"/>
                      <a:pt x="5627" y="5569"/>
                    </a:cubicBezTo>
                    <a:cubicBezTo>
                      <a:pt x="6222" y="4974"/>
                      <a:pt x="6556" y="4167"/>
                      <a:pt x="6556" y="3326"/>
                    </a:cubicBezTo>
                    <a:cubicBezTo>
                      <a:pt x="6556" y="2485"/>
                      <a:pt x="6222" y="1678"/>
                      <a:pt x="5627" y="1083"/>
                    </a:cubicBezTo>
                    <a:cubicBezTo>
                      <a:pt x="5032" y="488"/>
                      <a:pt x="4226" y="153"/>
                      <a:pt x="3385" y="153"/>
                    </a:cubicBezTo>
                    <a:cubicBezTo>
                      <a:pt x="2543" y="153"/>
                      <a:pt x="1737" y="488"/>
                      <a:pt x="1142" y="1083"/>
                    </a:cubicBezTo>
                    <a:cubicBezTo>
                      <a:pt x="547" y="1678"/>
                      <a:pt x="213" y="2485"/>
                      <a:pt x="213" y="3326"/>
                    </a:cubicBezTo>
                    <a:cubicBezTo>
                      <a:pt x="213" y="4167"/>
                      <a:pt x="547" y="4974"/>
                      <a:pt x="1142" y="5569"/>
                    </a:cubicBezTo>
                    <a:cubicBezTo>
                      <a:pt x="1737" y="6164"/>
                      <a:pt x="2543" y="6499"/>
                      <a:pt x="3385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45" name="Freeform: Shape 4244">
                <a:extLst>
                  <a:ext uri="{FF2B5EF4-FFF2-40B4-BE49-F238E27FC236}">
                    <a16:creationId xmlns:a16="http://schemas.microsoft.com/office/drawing/2014/main" id="{43814256-0A40-56A8-29C9-7BC4BDC689E2}"/>
                  </a:ext>
                </a:extLst>
              </p:cNvPr>
              <p:cNvSpPr/>
              <p:nvPr/>
            </p:nvSpPr>
            <p:spPr>
              <a:xfrm>
                <a:off x="3557140" y="5423463"/>
                <a:ext cx="6343" cy="6345"/>
              </a:xfrm>
              <a:custGeom>
                <a:avLst/>
                <a:gdLst>
                  <a:gd name="connsiteX0" fmla="*/ 3385 w 6343"/>
                  <a:gd name="connsiteY0" fmla="*/ 6499 h 6345"/>
                  <a:gd name="connsiteX1" fmla="*/ 5627 w 6343"/>
                  <a:gd name="connsiteY1" fmla="*/ 5569 h 6345"/>
                  <a:gd name="connsiteX2" fmla="*/ 6556 w 6343"/>
                  <a:gd name="connsiteY2" fmla="*/ 3326 h 6345"/>
                  <a:gd name="connsiteX3" fmla="*/ 5627 w 6343"/>
                  <a:gd name="connsiteY3" fmla="*/ 1082 h 6345"/>
                  <a:gd name="connsiteX4" fmla="*/ 3385 w 6343"/>
                  <a:gd name="connsiteY4" fmla="*/ 153 h 6345"/>
                  <a:gd name="connsiteX5" fmla="*/ 1142 w 6343"/>
                  <a:gd name="connsiteY5" fmla="*/ 1082 h 6345"/>
                  <a:gd name="connsiteX6" fmla="*/ 213 w 6343"/>
                  <a:gd name="connsiteY6" fmla="*/ 3326 h 6345"/>
                  <a:gd name="connsiteX7" fmla="*/ 1142 w 6343"/>
                  <a:gd name="connsiteY7" fmla="*/ 5569 h 6345"/>
                  <a:gd name="connsiteX8" fmla="*/ 3385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99"/>
                    </a:moveTo>
                    <a:cubicBezTo>
                      <a:pt x="4226" y="6499"/>
                      <a:pt x="5033" y="6164"/>
                      <a:pt x="5627" y="5569"/>
                    </a:cubicBezTo>
                    <a:cubicBezTo>
                      <a:pt x="6222" y="4974"/>
                      <a:pt x="6556" y="4167"/>
                      <a:pt x="6556" y="3326"/>
                    </a:cubicBezTo>
                    <a:cubicBezTo>
                      <a:pt x="6556" y="2484"/>
                      <a:pt x="6222" y="1677"/>
                      <a:pt x="5627" y="1082"/>
                    </a:cubicBezTo>
                    <a:cubicBezTo>
                      <a:pt x="5033" y="487"/>
                      <a:pt x="4226" y="153"/>
                      <a:pt x="3385" y="153"/>
                    </a:cubicBezTo>
                    <a:cubicBezTo>
                      <a:pt x="2544" y="153"/>
                      <a:pt x="1737" y="487"/>
                      <a:pt x="1142" y="1082"/>
                    </a:cubicBezTo>
                    <a:cubicBezTo>
                      <a:pt x="547" y="1677"/>
                      <a:pt x="213" y="2484"/>
                      <a:pt x="213" y="3326"/>
                    </a:cubicBezTo>
                    <a:cubicBezTo>
                      <a:pt x="213" y="4167"/>
                      <a:pt x="547" y="4974"/>
                      <a:pt x="1142" y="5569"/>
                    </a:cubicBezTo>
                    <a:cubicBezTo>
                      <a:pt x="1737" y="6164"/>
                      <a:pt x="2544" y="6499"/>
                      <a:pt x="3385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46" name="Freeform: Shape 4245">
                <a:extLst>
                  <a:ext uri="{FF2B5EF4-FFF2-40B4-BE49-F238E27FC236}">
                    <a16:creationId xmlns:a16="http://schemas.microsoft.com/office/drawing/2014/main" id="{6D8DF022-A8F1-BEA7-AFE7-4DA25A1C0E43}"/>
                  </a:ext>
                </a:extLst>
              </p:cNvPr>
              <p:cNvSpPr/>
              <p:nvPr/>
            </p:nvSpPr>
            <p:spPr>
              <a:xfrm>
                <a:off x="3559728" y="5422197"/>
                <a:ext cx="6343" cy="6345"/>
              </a:xfrm>
              <a:custGeom>
                <a:avLst/>
                <a:gdLst>
                  <a:gd name="connsiteX0" fmla="*/ 3385 w 6343"/>
                  <a:gd name="connsiteY0" fmla="*/ 6498 h 6345"/>
                  <a:gd name="connsiteX1" fmla="*/ 5628 w 6343"/>
                  <a:gd name="connsiteY1" fmla="*/ 5569 h 6345"/>
                  <a:gd name="connsiteX2" fmla="*/ 6557 w 6343"/>
                  <a:gd name="connsiteY2" fmla="*/ 3326 h 6345"/>
                  <a:gd name="connsiteX3" fmla="*/ 5628 w 6343"/>
                  <a:gd name="connsiteY3" fmla="*/ 1082 h 6345"/>
                  <a:gd name="connsiteX4" fmla="*/ 3385 w 6343"/>
                  <a:gd name="connsiteY4" fmla="*/ 153 h 6345"/>
                  <a:gd name="connsiteX5" fmla="*/ 1142 w 6343"/>
                  <a:gd name="connsiteY5" fmla="*/ 1082 h 6345"/>
                  <a:gd name="connsiteX6" fmla="*/ 213 w 6343"/>
                  <a:gd name="connsiteY6" fmla="*/ 3326 h 6345"/>
                  <a:gd name="connsiteX7" fmla="*/ 1142 w 6343"/>
                  <a:gd name="connsiteY7" fmla="*/ 5569 h 6345"/>
                  <a:gd name="connsiteX8" fmla="*/ 3385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98"/>
                    </a:moveTo>
                    <a:cubicBezTo>
                      <a:pt x="4226" y="6498"/>
                      <a:pt x="5033" y="6164"/>
                      <a:pt x="5628" y="5569"/>
                    </a:cubicBezTo>
                    <a:cubicBezTo>
                      <a:pt x="6222" y="4974"/>
                      <a:pt x="6557" y="4167"/>
                      <a:pt x="6557" y="3326"/>
                    </a:cubicBezTo>
                    <a:cubicBezTo>
                      <a:pt x="6557" y="2484"/>
                      <a:pt x="6222" y="1677"/>
                      <a:pt x="5628" y="1082"/>
                    </a:cubicBezTo>
                    <a:cubicBezTo>
                      <a:pt x="5033" y="487"/>
                      <a:pt x="4226" y="153"/>
                      <a:pt x="3385" y="153"/>
                    </a:cubicBezTo>
                    <a:cubicBezTo>
                      <a:pt x="2544" y="153"/>
                      <a:pt x="1737" y="487"/>
                      <a:pt x="1142" y="1082"/>
                    </a:cubicBezTo>
                    <a:cubicBezTo>
                      <a:pt x="548" y="1677"/>
                      <a:pt x="213" y="2484"/>
                      <a:pt x="213" y="3326"/>
                    </a:cubicBezTo>
                    <a:cubicBezTo>
                      <a:pt x="213" y="4167"/>
                      <a:pt x="548" y="4974"/>
                      <a:pt x="1142" y="5569"/>
                    </a:cubicBezTo>
                    <a:cubicBezTo>
                      <a:pt x="1737" y="6164"/>
                      <a:pt x="2544" y="6498"/>
                      <a:pt x="3385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47" name="Freeform: Shape 4246">
                <a:extLst>
                  <a:ext uri="{FF2B5EF4-FFF2-40B4-BE49-F238E27FC236}">
                    <a16:creationId xmlns:a16="http://schemas.microsoft.com/office/drawing/2014/main" id="{E11EA99A-48AF-F910-37F4-80A61E4ECEB0}"/>
                  </a:ext>
                </a:extLst>
              </p:cNvPr>
              <p:cNvSpPr/>
              <p:nvPr/>
            </p:nvSpPr>
            <p:spPr>
              <a:xfrm>
                <a:off x="3564611" y="5423272"/>
                <a:ext cx="6343" cy="6345"/>
              </a:xfrm>
              <a:custGeom>
                <a:avLst/>
                <a:gdLst>
                  <a:gd name="connsiteX0" fmla="*/ 3385 w 6343"/>
                  <a:gd name="connsiteY0" fmla="*/ 6499 h 6345"/>
                  <a:gd name="connsiteX1" fmla="*/ 5628 w 6343"/>
                  <a:gd name="connsiteY1" fmla="*/ 5569 h 6345"/>
                  <a:gd name="connsiteX2" fmla="*/ 6557 w 6343"/>
                  <a:gd name="connsiteY2" fmla="*/ 3326 h 6345"/>
                  <a:gd name="connsiteX3" fmla="*/ 5628 w 6343"/>
                  <a:gd name="connsiteY3" fmla="*/ 1082 h 6345"/>
                  <a:gd name="connsiteX4" fmla="*/ 3385 w 6343"/>
                  <a:gd name="connsiteY4" fmla="*/ 153 h 6345"/>
                  <a:gd name="connsiteX5" fmla="*/ 1143 w 6343"/>
                  <a:gd name="connsiteY5" fmla="*/ 1082 h 6345"/>
                  <a:gd name="connsiteX6" fmla="*/ 214 w 6343"/>
                  <a:gd name="connsiteY6" fmla="*/ 3326 h 6345"/>
                  <a:gd name="connsiteX7" fmla="*/ 1143 w 6343"/>
                  <a:gd name="connsiteY7" fmla="*/ 5569 h 6345"/>
                  <a:gd name="connsiteX8" fmla="*/ 3385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99"/>
                    </a:moveTo>
                    <a:cubicBezTo>
                      <a:pt x="4226" y="6499"/>
                      <a:pt x="5033" y="6164"/>
                      <a:pt x="5628" y="5569"/>
                    </a:cubicBezTo>
                    <a:cubicBezTo>
                      <a:pt x="6223" y="4974"/>
                      <a:pt x="6557" y="4167"/>
                      <a:pt x="6557" y="3326"/>
                    </a:cubicBezTo>
                    <a:cubicBezTo>
                      <a:pt x="6557" y="2484"/>
                      <a:pt x="6223" y="1677"/>
                      <a:pt x="5628" y="1082"/>
                    </a:cubicBezTo>
                    <a:cubicBezTo>
                      <a:pt x="5033" y="487"/>
                      <a:pt x="4226" y="153"/>
                      <a:pt x="3385" y="153"/>
                    </a:cubicBezTo>
                    <a:cubicBezTo>
                      <a:pt x="2544" y="153"/>
                      <a:pt x="1737" y="487"/>
                      <a:pt x="1143" y="1082"/>
                    </a:cubicBezTo>
                    <a:cubicBezTo>
                      <a:pt x="548" y="1677"/>
                      <a:pt x="214" y="2484"/>
                      <a:pt x="214" y="3326"/>
                    </a:cubicBezTo>
                    <a:cubicBezTo>
                      <a:pt x="214" y="4167"/>
                      <a:pt x="548" y="4974"/>
                      <a:pt x="1143" y="5569"/>
                    </a:cubicBezTo>
                    <a:cubicBezTo>
                      <a:pt x="1737" y="6164"/>
                      <a:pt x="2544" y="6499"/>
                      <a:pt x="3385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48" name="Freeform: Shape 4247">
                <a:extLst>
                  <a:ext uri="{FF2B5EF4-FFF2-40B4-BE49-F238E27FC236}">
                    <a16:creationId xmlns:a16="http://schemas.microsoft.com/office/drawing/2014/main" id="{FF28AB99-2172-EDE6-3469-2CDF95C1EEF2}"/>
                  </a:ext>
                </a:extLst>
              </p:cNvPr>
              <p:cNvSpPr/>
              <p:nvPr/>
            </p:nvSpPr>
            <p:spPr>
              <a:xfrm>
                <a:off x="3568313" y="5423210"/>
                <a:ext cx="6343" cy="6345"/>
              </a:xfrm>
              <a:custGeom>
                <a:avLst/>
                <a:gdLst>
                  <a:gd name="connsiteX0" fmla="*/ 3386 w 6343"/>
                  <a:gd name="connsiteY0" fmla="*/ 6499 h 6345"/>
                  <a:gd name="connsiteX1" fmla="*/ 5628 w 6343"/>
                  <a:gd name="connsiteY1" fmla="*/ 5569 h 6345"/>
                  <a:gd name="connsiteX2" fmla="*/ 6557 w 6343"/>
                  <a:gd name="connsiteY2" fmla="*/ 3326 h 6345"/>
                  <a:gd name="connsiteX3" fmla="*/ 5628 w 6343"/>
                  <a:gd name="connsiteY3" fmla="*/ 1082 h 6345"/>
                  <a:gd name="connsiteX4" fmla="*/ 3386 w 6343"/>
                  <a:gd name="connsiteY4" fmla="*/ 153 h 6345"/>
                  <a:gd name="connsiteX5" fmla="*/ 1143 w 6343"/>
                  <a:gd name="connsiteY5" fmla="*/ 1082 h 6345"/>
                  <a:gd name="connsiteX6" fmla="*/ 214 w 6343"/>
                  <a:gd name="connsiteY6" fmla="*/ 3326 h 6345"/>
                  <a:gd name="connsiteX7" fmla="*/ 1143 w 6343"/>
                  <a:gd name="connsiteY7" fmla="*/ 5569 h 6345"/>
                  <a:gd name="connsiteX8" fmla="*/ 3386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99"/>
                    </a:moveTo>
                    <a:cubicBezTo>
                      <a:pt x="4227" y="6499"/>
                      <a:pt x="5034" y="6164"/>
                      <a:pt x="5628" y="5569"/>
                    </a:cubicBezTo>
                    <a:cubicBezTo>
                      <a:pt x="6223" y="4974"/>
                      <a:pt x="6557" y="4167"/>
                      <a:pt x="6557" y="3326"/>
                    </a:cubicBezTo>
                    <a:cubicBezTo>
                      <a:pt x="6557" y="2484"/>
                      <a:pt x="6223" y="1677"/>
                      <a:pt x="5628" y="1082"/>
                    </a:cubicBezTo>
                    <a:cubicBezTo>
                      <a:pt x="5034" y="487"/>
                      <a:pt x="4227" y="153"/>
                      <a:pt x="3386" y="153"/>
                    </a:cubicBezTo>
                    <a:cubicBezTo>
                      <a:pt x="2545" y="153"/>
                      <a:pt x="1738" y="487"/>
                      <a:pt x="1143" y="1082"/>
                    </a:cubicBezTo>
                    <a:cubicBezTo>
                      <a:pt x="548" y="1677"/>
                      <a:pt x="214" y="2484"/>
                      <a:pt x="214" y="3326"/>
                    </a:cubicBezTo>
                    <a:cubicBezTo>
                      <a:pt x="214" y="4167"/>
                      <a:pt x="548" y="4974"/>
                      <a:pt x="1143" y="5569"/>
                    </a:cubicBezTo>
                    <a:cubicBezTo>
                      <a:pt x="1738" y="6164"/>
                      <a:pt x="2545" y="6499"/>
                      <a:pt x="3386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49" name="Freeform: Shape 4248">
                <a:extLst>
                  <a:ext uri="{FF2B5EF4-FFF2-40B4-BE49-F238E27FC236}">
                    <a16:creationId xmlns:a16="http://schemas.microsoft.com/office/drawing/2014/main" id="{53D4D449-E08D-D717-30DF-4096506EBEAC}"/>
                  </a:ext>
                </a:extLst>
              </p:cNvPr>
              <p:cNvSpPr/>
              <p:nvPr/>
            </p:nvSpPr>
            <p:spPr>
              <a:xfrm>
                <a:off x="3571677" y="5422843"/>
                <a:ext cx="6343" cy="6345"/>
              </a:xfrm>
              <a:custGeom>
                <a:avLst/>
                <a:gdLst>
                  <a:gd name="connsiteX0" fmla="*/ 3386 w 6343"/>
                  <a:gd name="connsiteY0" fmla="*/ 6499 h 6345"/>
                  <a:gd name="connsiteX1" fmla="*/ 5629 w 6343"/>
                  <a:gd name="connsiteY1" fmla="*/ 5569 h 6345"/>
                  <a:gd name="connsiteX2" fmla="*/ 6557 w 6343"/>
                  <a:gd name="connsiteY2" fmla="*/ 3326 h 6345"/>
                  <a:gd name="connsiteX3" fmla="*/ 5629 w 6343"/>
                  <a:gd name="connsiteY3" fmla="*/ 1082 h 6345"/>
                  <a:gd name="connsiteX4" fmla="*/ 3386 w 6343"/>
                  <a:gd name="connsiteY4" fmla="*/ 153 h 6345"/>
                  <a:gd name="connsiteX5" fmla="*/ 1143 w 6343"/>
                  <a:gd name="connsiteY5" fmla="*/ 1082 h 6345"/>
                  <a:gd name="connsiteX6" fmla="*/ 214 w 6343"/>
                  <a:gd name="connsiteY6" fmla="*/ 3326 h 6345"/>
                  <a:gd name="connsiteX7" fmla="*/ 1143 w 6343"/>
                  <a:gd name="connsiteY7" fmla="*/ 5569 h 6345"/>
                  <a:gd name="connsiteX8" fmla="*/ 3386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99"/>
                    </a:moveTo>
                    <a:cubicBezTo>
                      <a:pt x="4227" y="6499"/>
                      <a:pt x="5034" y="6164"/>
                      <a:pt x="5629" y="5569"/>
                    </a:cubicBezTo>
                    <a:cubicBezTo>
                      <a:pt x="6223" y="4974"/>
                      <a:pt x="6557" y="4167"/>
                      <a:pt x="6557" y="3326"/>
                    </a:cubicBezTo>
                    <a:cubicBezTo>
                      <a:pt x="6557" y="2484"/>
                      <a:pt x="6223" y="1677"/>
                      <a:pt x="5629" y="1082"/>
                    </a:cubicBezTo>
                    <a:cubicBezTo>
                      <a:pt x="5034" y="487"/>
                      <a:pt x="4227" y="153"/>
                      <a:pt x="3386" y="153"/>
                    </a:cubicBezTo>
                    <a:cubicBezTo>
                      <a:pt x="2545" y="153"/>
                      <a:pt x="1738" y="487"/>
                      <a:pt x="1143" y="1082"/>
                    </a:cubicBezTo>
                    <a:cubicBezTo>
                      <a:pt x="549" y="1677"/>
                      <a:pt x="214" y="2484"/>
                      <a:pt x="214" y="3326"/>
                    </a:cubicBezTo>
                    <a:cubicBezTo>
                      <a:pt x="214" y="4167"/>
                      <a:pt x="549" y="4974"/>
                      <a:pt x="1143" y="5569"/>
                    </a:cubicBezTo>
                    <a:cubicBezTo>
                      <a:pt x="1738" y="6164"/>
                      <a:pt x="2545" y="6499"/>
                      <a:pt x="3386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50" name="Freeform: Shape 4249">
                <a:extLst>
                  <a:ext uri="{FF2B5EF4-FFF2-40B4-BE49-F238E27FC236}">
                    <a16:creationId xmlns:a16="http://schemas.microsoft.com/office/drawing/2014/main" id="{966B1A69-730C-808A-C89D-B65392545DF6}"/>
                  </a:ext>
                </a:extLst>
              </p:cNvPr>
              <p:cNvSpPr/>
              <p:nvPr/>
            </p:nvSpPr>
            <p:spPr>
              <a:xfrm>
                <a:off x="3573862" y="5421272"/>
                <a:ext cx="6343" cy="6345"/>
              </a:xfrm>
              <a:custGeom>
                <a:avLst/>
                <a:gdLst>
                  <a:gd name="connsiteX0" fmla="*/ 3386 w 6343"/>
                  <a:gd name="connsiteY0" fmla="*/ 6498 h 6345"/>
                  <a:gd name="connsiteX1" fmla="*/ 5629 w 6343"/>
                  <a:gd name="connsiteY1" fmla="*/ 5569 h 6345"/>
                  <a:gd name="connsiteX2" fmla="*/ 6558 w 6343"/>
                  <a:gd name="connsiteY2" fmla="*/ 3326 h 6345"/>
                  <a:gd name="connsiteX3" fmla="*/ 5629 w 6343"/>
                  <a:gd name="connsiteY3" fmla="*/ 1082 h 6345"/>
                  <a:gd name="connsiteX4" fmla="*/ 3386 w 6343"/>
                  <a:gd name="connsiteY4" fmla="*/ 153 h 6345"/>
                  <a:gd name="connsiteX5" fmla="*/ 1143 w 6343"/>
                  <a:gd name="connsiteY5" fmla="*/ 1082 h 6345"/>
                  <a:gd name="connsiteX6" fmla="*/ 215 w 6343"/>
                  <a:gd name="connsiteY6" fmla="*/ 3326 h 6345"/>
                  <a:gd name="connsiteX7" fmla="*/ 1143 w 6343"/>
                  <a:gd name="connsiteY7" fmla="*/ 5569 h 6345"/>
                  <a:gd name="connsiteX8" fmla="*/ 3386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98"/>
                    </a:moveTo>
                    <a:cubicBezTo>
                      <a:pt x="4227" y="6498"/>
                      <a:pt x="5034" y="6164"/>
                      <a:pt x="5629" y="5569"/>
                    </a:cubicBezTo>
                    <a:cubicBezTo>
                      <a:pt x="6223" y="4974"/>
                      <a:pt x="6558" y="4167"/>
                      <a:pt x="6558" y="3326"/>
                    </a:cubicBezTo>
                    <a:cubicBezTo>
                      <a:pt x="6558" y="2484"/>
                      <a:pt x="6223" y="1677"/>
                      <a:pt x="5629" y="1082"/>
                    </a:cubicBezTo>
                    <a:cubicBezTo>
                      <a:pt x="5034" y="487"/>
                      <a:pt x="4227" y="153"/>
                      <a:pt x="3386" y="153"/>
                    </a:cubicBezTo>
                    <a:cubicBezTo>
                      <a:pt x="2545" y="153"/>
                      <a:pt x="1738" y="487"/>
                      <a:pt x="1143" y="1082"/>
                    </a:cubicBezTo>
                    <a:cubicBezTo>
                      <a:pt x="549" y="1677"/>
                      <a:pt x="215" y="2484"/>
                      <a:pt x="215" y="3326"/>
                    </a:cubicBezTo>
                    <a:cubicBezTo>
                      <a:pt x="215" y="4167"/>
                      <a:pt x="549" y="4974"/>
                      <a:pt x="1143" y="5569"/>
                    </a:cubicBezTo>
                    <a:cubicBezTo>
                      <a:pt x="1738" y="6164"/>
                      <a:pt x="2545" y="6498"/>
                      <a:pt x="3386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51" name="Freeform: Shape 4250">
                <a:extLst>
                  <a:ext uri="{FF2B5EF4-FFF2-40B4-BE49-F238E27FC236}">
                    <a16:creationId xmlns:a16="http://schemas.microsoft.com/office/drawing/2014/main" id="{CCEE1DF4-CB79-C683-7C09-5F61CF9987B4}"/>
                  </a:ext>
                </a:extLst>
              </p:cNvPr>
              <p:cNvSpPr/>
              <p:nvPr/>
            </p:nvSpPr>
            <p:spPr>
              <a:xfrm>
                <a:off x="3575763" y="5419407"/>
                <a:ext cx="6343" cy="6345"/>
              </a:xfrm>
              <a:custGeom>
                <a:avLst/>
                <a:gdLst>
                  <a:gd name="connsiteX0" fmla="*/ 3386 w 6343"/>
                  <a:gd name="connsiteY0" fmla="*/ 6498 h 6345"/>
                  <a:gd name="connsiteX1" fmla="*/ 5629 w 6343"/>
                  <a:gd name="connsiteY1" fmla="*/ 5569 h 6345"/>
                  <a:gd name="connsiteX2" fmla="*/ 6558 w 6343"/>
                  <a:gd name="connsiteY2" fmla="*/ 3326 h 6345"/>
                  <a:gd name="connsiteX3" fmla="*/ 5629 w 6343"/>
                  <a:gd name="connsiteY3" fmla="*/ 1082 h 6345"/>
                  <a:gd name="connsiteX4" fmla="*/ 3386 w 6343"/>
                  <a:gd name="connsiteY4" fmla="*/ 153 h 6345"/>
                  <a:gd name="connsiteX5" fmla="*/ 1144 w 6343"/>
                  <a:gd name="connsiteY5" fmla="*/ 1082 h 6345"/>
                  <a:gd name="connsiteX6" fmla="*/ 215 w 6343"/>
                  <a:gd name="connsiteY6" fmla="*/ 3326 h 6345"/>
                  <a:gd name="connsiteX7" fmla="*/ 1144 w 6343"/>
                  <a:gd name="connsiteY7" fmla="*/ 5569 h 6345"/>
                  <a:gd name="connsiteX8" fmla="*/ 3386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98"/>
                    </a:moveTo>
                    <a:cubicBezTo>
                      <a:pt x="4227" y="6498"/>
                      <a:pt x="5034" y="6164"/>
                      <a:pt x="5629" y="5569"/>
                    </a:cubicBezTo>
                    <a:cubicBezTo>
                      <a:pt x="6224" y="4974"/>
                      <a:pt x="6558" y="4167"/>
                      <a:pt x="6558" y="3326"/>
                    </a:cubicBezTo>
                    <a:cubicBezTo>
                      <a:pt x="6558" y="2484"/>
                      <a:pt x="6224" y="1677"/>
                      <a:pt x="5629" y="1082"/>
                    </a:cubicBezTo>
                    <a:cubicBezTo>
                      <a:pt x="5034" y="487"/>
                      <a:pt x="4227" y="153"/>
                      <a:pt x="3386" y="153"/>
                    </a:cubicBezTo>
                    <a:cubicBezTo>
                      <a:pt x="2545" y="153"/>
                      <a:pt x="1738" y="487"/>
                      <a:pt x="1144" y="1082"/>
                    </a:cubicBezTo>
                    <a:cubicBezTo>
                      <a:pt x="549" y="1677"/>
                      <a:pt x="215" y="2484"/>
                      <a:pt x="215" y="3326"/>
                    </a:cubicBezTo>
                    <a:cubicBezTo>
                      <a:pt x="215" y="4167"/>
                      <a:pt x="549" y="4974"/>
                      <a:pt x="1144" y="5569"/>
                    </a:cubicBezTo>
                    <a:cubicBezTo>
                      <a:pt x="1738" y="6164"/>
                      <a:pt x="2545" y="6498"/>
                      <a:pt x="3386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52" name="Freeform: Shape 4251">
                <a:extLst>
                  <a:ext uri="{FF2B5EF4-FFF2-40B4-BE49-F238E27FC236}">
                    <a16:creationId xmlns:a16="http://schemas.microsoft.com/office/drawing/2014/main" id="{B6220B7C-DA71-C54C-A3F4-B18AD5136F9E}"/>
                  </a:ext>
                </a:extLst>
              </p:cNvPr>
              <p:cNvSpPr/>
              <p:nvPr/>
            </p:nvSpPr>
            <p:spPr>
              <a:xfrm>
                <a:off x="3579412" y="5419423"/>
                <a:ext cx="6343" cy="6345"/>
              </a:xfrm>
              <a:custGeom>
                <a:avLst/>
                <a:gdLst>
                  <a:gd name="connsiteX0" fmla="*/ 3387 w 6343"/>
                  <a:gd name="connsiteY0" fmla="*/ 6498 h 6345"/>
                  <a:gd name="connsiteX1" fmla="*/ 5629 w 6343"/>
                  <a:gd name="connsiteY1" fmla="*/ 5569 h 6345"/>
                  <a:gd name="connsiteX2" fmla="*/ 6558 w 6343"/>
                  <a:gd name="connsiteY2" fmla="*/ 3326 h 6345"/>
                  <a:gd name="connsiteX3" fmla="*/ 5629 w 6343"/>
                  <a:gd name="connsiteY3" fmla="*/ 1082 h 6345"/>
                  <a:gd name="connsiteX4" fmla="*/ 3387 w 6343"/>
                  <a:gd name="connsiteY4" fmla="*/ 153 h 6345"/>
                  <a:gd name="connsiteX5" fmla="*/ 1144 w 6343"/>
                  <a:gd name="connsiteY5" fmla="*/ 1082 h 6345"/>
                  <a:gd name="connsiteX6" fmla="*/ 215 w 6343"/>
                  <a:gd name="connsiteY6" fmla="*/ 3326 h 6345"/>
                  <a:gd name="connsiteX7" fmla="*/ 1144 w 6343"/>
                  <a:gd name="connsiteY7" fmla="*/ 5569 h 6345"/>
                  <a:gd name="connsiteX8" fmla="*/ 3387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98"/>
                    </a:moveTo>
                    <a:cubicBezTo>
                      <a:pt x="4228" y="6498"/>
                      <a:pt x="5034" y="6164"/>
                      <a:pt x="5629" y="5569"/>
                    </a:cubicBezTo>
                    <a:cubicBezTo>
                      <a:pt x="6224" y="4974"/>
                      <a:pt x="6558" y="4167"/>
                      <a:pt x="6558" y="3326"/>
                    </a:cubicBezTo>
                    <a:cubicBezTo>
                      <a:pt x="6558" y="2484"/>
                      <a:pt x="6224" y="1677"/>
                      <a:pt x="5629" y="1082"/>
                    </a:cubicBezTo>
                    <a:cubicBezTo>
                      <a:pt x="5034" y="487"/>
                      <a:pt x="4228" y="153"/>
                      <a:pt x="3387" y="153"/>
                    </a:cubicBezTo>
                    <a:cubicBezTo>
                      <a:pt x="2545" y="153"/>
                      <a:pt x="1739" y="487"/>
                      <a:pt x="1144" y="1082"/>
                    </a:cubicBezTo>
                    <a:cubicBezTo>
                      <a:pt x="549" y="1677"/>
                      <a:pt x="215" y="2484"/>
                      <a:pt x="215" y="3326"/>
                    </a:cubicBezTo>
                    <a:cubicBezTo>
                      <a:pt x="215" y="4167"/>
                      <a:pt x="549" y="4974"/>
                      <a:pt x="1144" y="5569"/>
                    </a:cubicBezTo>
                    <a:cubicBezTo>
                      <a:pt x="1739" y="6164"/>
                      <a:pt x="2545" y="6498"/>
                      <a:pt x="3387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53" name="Freeform: Shape 4252">
                <a:extLst>
                  <a:ext uri="{FF2B5EF4-FFF2-40B4-BE49-F238E27FC236}">
                    <a16:creationId xmlns:a16="http://schemas.microsoft.com/office/drawing/2014/main" id="{95FE5213-45DC-DD64-B1AC-C4D1C48B8EC8}"/>
                  </a:ext>
                </a:extLst>
              </p:cNvPr>
              <p:cNvSpPr/>
              <p:nvPr/>
            </p:nvSpPr>
            <p:spPr>
              <a:xfrm>
                <a:off x="3580654" y="5416860"/>
                <a:ext cx="6343" cy="6345"/>
              </a:xfrm>
              <a:custGeom>
                <a:avLst/>
                <a:gdLst>
                  <a:gd name="connsiteX0" fmla="*/ 3387 w 6343"/>
                  <a:gd name="connsiteY0" fmla="*/ 6498 h 6345"/>
                  <a:gd name="connsiteX1" fmla="*/ 5629 w 6343"/>
                  <a:gd name="connsiteY1" fmla="*/ 5569 h 6345"/>
                  <a:gd name="connsiteX2" fmla="*/ 6558 w 6343"/>
                  <a:gd name="connsiteY2" fmla="*/ 3325 h 6345"/>
                  <a:gd name="connsiteX3" fmla="*/ 5629 w 6343"/>
                  <a:gd name="connsiteY3" fmla="*/ 1082 h 6345"/>
                  <a:gd name="connsiteX4" fmla="*/ 3387 w 6343"/>
                  <a:gd name="connsiteY4" fmla="*/ 153 h 6345"/>
                  <a:gd name="connsiteX5" fmla="*/ 1144 w 6343"/>
                  <a:gd name="connsiteY5" fmla="*/ 1082 h 6345"/>
                  <a:gd name="connsiteX6" fmla="*/ 215 w 6343"/>
                  <a:gd name="connsiteY6" fmla="*/ 3325 h 6345"/>
                  <a:gd name="connsiteX7" fmla="*/ 1144 w 6343"/>
                  <a:gd name="connsiteY7" fmla="*/ 5569 h 6345"/>
                  <a:gd name="connsiteX8" fmla="*/ 3387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98"/>
                    </a:moveTo>
                    <a:cubicBezTo>
                      <a:pt x="4228" y="6498"/>
                      <a:pt x="5035" y="6164"/>
                      <a:pt x="5629" y="5569"/>
                    </a:cubicBezTo>
                    <a:cubicBezTo>
                      <a:pt x="6224" y="4974"/>
                      <a:pt x="6558" y="4167"/>
                      <a:pt x="6558" y="3325"/>
                    </a:cubicBezTo>
                    <a:cubicBezTo>
                      <a:pt x="6558" y="2484"/>
                      <a:pt x="6224" y="1677"/>
                      <a:pt x="5629" y="1082"/>
                    </a:cubicBezTo>
                    <a:cubicBezTo>
                      <a:pt x="5035" y="487"/>
                      <a:pt x="4228" y="153"/>
                      <a:pt x="3387" y="153"/>
                    </a:cubicBezTo>
                    <a:cubicBezTo>
                      <a:pt x="2546" y="153"/>
                      <a:pt x="1739" y="487"/>
                      <a:pt x="1144" y="1082"/>
                    </a:cubicBezTo>
                    <a:cubicBezTo>
                      <a:pt x="549" y="1677"/>
                      <a:pt x="215" y="2484"/>
                      <a:pt x="215" y="3325"/>
                    </a:cubicBezTo>
                    <a:cubicBezTo>
                      <a:pt x="215" y="4167"/>
                      <a:pt x="549" y="4974"/>
                      <a:pt x="1144" y="5569"/>
                    </a:cubicBezTo>
                    <a:cubicBezTo>
                      <a:pt x="1739" y="6164"/>
                      <a:pt x="2546" y="6498"/>
                      <a:pt x="3387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54" name="Freeform: Shape 4253">
                <a:extLst>
                  <a:ext uri="{FF2B5EF4-FFF2-40B4-BE49-F238E27FC236}">
                    <a16:creationId xmlns:a16="http://schemas.microsoft.com/office/drawing/2014/main" id="{901D2D1C-80B7-76F9-21A2-0A6E0C5E0E48}"/>
                  </a:ext>
                </a:extLst>
              </p:cNvPr>
              <p:cNvSpPr/>
              <p:nvPr/>
            </p:nvSpPr>
            <p:spPr>
              <a:xfrm>
                <a:off x="3582393" y="5414826"/>
                <a:ext cx="6343" cy="6345"/>
              </a:xfrm>
              <a:custGeom>
                <a:avLst/>
                <a:gdLst>
                  <a:gd name="connsiteX0" fmla="*/ 3387 w 6343"/>
                  <a:gd name="connsiteY0" fmla="*/ 6498 h 6345"/>
                  <a:gd name="connsiteX1" fmla="*/ 5629 w 6343"/>
                  <a:gd name="connsiteY1" fmla="*/ 5569 h 6345"/>
                  <a:gd name="connsiteX2" fmla="*/ 6558 w 6343"/>
                  <a:gd name="connsiteY2" fmla="*/ 3325 h 6345"/>
                  <a:gd name="connsiteX3" fmla="*/ 5629 w 6343"/>
                  <a:gd name="connsiteY3" fmla="*/ 1082 h 6345"/>
                  <a:gd name="connsiteX4" fmla="*/ 3387 w 6343"/>
                  <a:gd name="connsiteY4" fmla="*/ 153 h 6345"/>
                  <a:gd name="connsiteX5" fmla="*/ 1144 w 6343"/>
                  <a:gd name="connsiteY5" fmla="*/ 1082 h 6345"/>
                  <a:gd name="connsiteX6" fmla="*/ 215 w 6343"/>
                  <a:gd name="connsiteY6" fmla="*/ 3325 h 6345"/>
                  <a:gd name="connsiteX7" fmla="*/ 1144 w 6343"/>
                  <a:gd name="connsiteY7" fmla="*/ 5569 h 6345"/>
                  <a:gd name="connsiteX8" fmla="*/ 3387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98"/>
                    </a:moveTo>
                    <a:cubicBezTo>
                      <a:pt x="4228" y="6498"/>
                      <a:pt x="5035" y="6164"/>
                      <a:pt x="5629" y="5569"/>
                    </a:cubicBezTo>
                    <a:cubicBezTo>
                      <a:pt x="6224" y="4974"/>
                      <a:pt x="6558" y="4167"/>
                      <a:pt x="6558" y="3325"/>
                    </a:cubicBezTo>
                    <a:cubicBezTo>
                      <a:pt x="6558" y="2484"/>
                      <a:pt x="6224" y="1677"/>
                      <a:pt x="5629" y="1082"/>
                    </a:cubicBezTo>
                    <a:cubicBezTo>
                      <a:pt x="5035" y="487"/>
                      <a:pt x="4228" y="153"/>
                      <a:pt x="3387" y="153"/>
                    </a:cubicBezTo>
                    <a:cubicBezTo>
                      <a:pt x="2546" y="153"/>
                      <a:pt x="1739" y="487"/>
                      <a:pt x="1144" y="1082"/>
                    </a:cubicBezTo>
                    <a:cubicBezTo>
                      <a:pt x="549" y="1677"/>
                      <a:pt x="215" y="2484"/>
                      <a:pt x="215" y="3325"/>
                    </a:cubicBezTo>
                    <a:cubicBezTo>
                      <a:pt x="215" y="4167"/>
                      <a:pt x="549" y="4974"/>
                      <a:pt x="1144" y="5569"/>
                    </a:cubicBezTo>
                    <a:cubicBezTo>
                      <a:pt x="1739" y="6164"/>
                      <a:pt x="2546" y="6498"/>
                      <a:pt x="3387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55" name="Freeform: Shape 4254">
                <a:extLst>
                  <a:ext uri="{FF2B5EF4-FFF2-40B4-BE49-F238E27FC236}">
                    <a16:creationId xmlns:a16="http://schemas.microsoft.com/office/drawing/2014/main" id="{C366C961-BEA8-125E-F0F7-E44DEAD05798}"/>
                  </a:ext>
                </a:extLst>
              </p:cNvPr>
              <p:cNvSpPr/>
              <p:nvPr/>
            </p:nvSpPr>
            <p:spPr>
              <a:xfrm>
                <a:off x="3589165" y="5414468"/>
                <a:ext cx="6343" cy="6345"/>
              </a:xfrm>
              <a:custGeom>
                <a:avLst/>
                <a:gdLst>
                  <a:gd name="connsiteX0" fmla="*/ 3387 w 6343"/>
                  <a:gd name="connsiteY0" fmla="*/ 6498 h 6345"/>
                  <a:gd name="connsiteX1" fmla="*/ 5630 w 6343"/>
                  <a:gd name="connsiteY1" fmla="*/ 5569 h 6345"/>
                  <a:gd name="connsiteX2" fmla="*/ 6559 w 6343"/>
                  <a:gd name="connsiteY2" fmla="*/ 3325 h 6345"/>
                  <a:gd name="connsiteX3" fmla="*/ 5630 w 6343"/>
                  <a:gd name="connsiteY3" fmla="*/ 1082 h 6345"/>
                  <a:gd name="connsiteX4" fmla="*/ 3387 w 6343"/>
                  <a:gd name="connsiteY4" fmla="*/ 152 h 6345"/>
                  <a:gd name="connsiteX5" fmla="*/ 1145 w 6343"/>
                  <a:gd name="connsiteY5" fmla="*/ 1082 h 6345"/>
                  <a:gd name="connsiteX6" fmla="*/ 216 w 6343"/>
                  <a:gd name="connsiteY6" fmla="*/ 3325 h 6345"/>
                  <a:gd name="connsiteX7" fmla="*/ 1145 w 6343"/>
                  <a:gd name="connsiteY7" fmla="*/ 5569 h 6345"/>
                  <a:gd name="connsiteX8" fmla="*/ 3387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98"/>
                    </a:moveTo>
                    <a:cubicBezTo>
                      <a:pt x="4228" y="6498"/>
                      <a:pt x="5035" y="6164"/>
                      <a:pt x="5630" y="5569"/>
                    </a:cubicBezTo>
                    <a:cubicBezTo>
                      <a:pt x="6225" y="4974"/>
                      <a:pt x="6559" y="4167"/>
                      <a:pt x="6559" y="3325"/>
                    </a:cubicBezTo>
                    <a:cubicBezTo>
                      <a:pt x="6559" y="2484"/>
                      <a:pt x="6225" y="1677"/>
                      <a:pt x="5630" y="1082"/>
                    </a:cubicBezTo>
                    <a:cubicBezTo>
                      <a:pt x="5035" y="487"/>
                      <a:pt x="4228" y="152"/>
                      <a:pt x="3387" y="152"/>
                    </a:cubicBezTo>
                    <a:cubicBezTo>
                      <a:pt x="2546" y="152"/>
                      <a:pt x="1739" y="487"/>
                      <a:pt x="1145" y="1082"/>
                    </a:cubicBezTo>
                    <a:cubicBezTo>
                      <a:pt x="550" y="1677"/>
                      <a:pt x="216" y="2484"/>
                      <a:pt x="216" y="3325"/>
                    </a:cubicBezTo>
                    <a:cubicBezTo>
                      <a:pt x="216" y="4167"/>
                      <a:pt x="550" y="4974"/>
                      <a:pt x="1145" y="5569"/>
                    </a:cubicBezTo>
                    <a:cubicBezTo>
                      <a:pt x="1739" y="6164"/>
                      <a:pt x="2546" y="6498"/>
                      <a:pt x="3387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56" name="Freeform: Shape 4255">
                <a:extLst>
                  <a:ext uri="{FF2B5EF4-FFF2-40B4-BE49-F238E27FC236}">
                    <a16:creationId xmlns:a16="http://schemas.microsoft.com/office/drawing/2014/main" id="{EDAF1A2A-65DD-76B6-5C60-CCAE45BF877D}"/>
                  </a:ext>
                </a:extLst>
              </p:cNvPr>
              <p:cNvSpPr/>
              <p:nvPr/>
            </p:nvSpPr>
            <p:spPr>
              <a:xfrm>
                <a:off x="3592010" y="5413728"/>
                <a:ext cx="6343" cy="6345"/>
              </a:xfrm>
              <a:custGeom>
                <a:avLst/>
                <a:gdLst>
                  <a:gd name="connsiteX0" fmla="*/ 3388 w 6343"/>
                  <a:gd name="connsiteY0" fmla="*/ 6498 h 6345"/>
                  <a:gd name="connsiteX1" fmla="*/ 5630 w 6343"/>
                  <a:gd name="connsiteY1" fmla="*/ 5569 h 6345"/>
                  <a:gd name="connsiteX2" fmla="*/ 6559 w 6343"/>
                  <a:gd name="connsiteY2" fmla="*/ 3325 h 6345"/>
                  <a:gd name="connsiteX3" fmla="*/ 5630 w 6343"/>
                  <a:gd name="connsiteY3" fmla="*/ 1082 h 6345"/>
                  <a:gd name="connsiteX4" fmla="*/ 3388 w 6343"/>
                  <a:gd name="connsiteY4" fmla="*/ 152 h 6345"/>
                  <a:gd name="connsiteX5" fmla="*/ 1145 w 6343"/>
                  <a:gd name="connsiteY5" fmla="*/ 1082 h 6345"/>
                  <a:gd name="connsiteX6" fmla="*/ 216 w 6343"/>
                  <a:gd name="connsiteY6" fmla="*/ 3325 h 6345"/>
                  <a:gd name="connsiteX7" fmla="*/ 1145 w 6343"/>
                  <a:gd name="connsiteY7" fmla="*/ 5569 h 6345"/>
                  <a:gd name="connsiteX8" fmla="*/ 3388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98"/>
                    </a:moveTo>
                    <a:cubicBezTo>
                      <a:pt x="4229" y="6498"/>
                      <a:pt x="5035" y="6164"/>
                      <a:pt x="5630" y="5569"/>
                    </a:cubicBezTo>
                    <a:cubicBezTo>
                      <a:pt x="6225" y="4974"/>
                      <a:pt x="6559" y="4167"/>
                      <a:pt x="6559" y="3325"/>
                    </a:cubicBezTo>
                    <a:cubicBezTo>
                      <a:pt x="6559" y="2484"/>
                      <a:pt x="6225" y="1677"/>
                      <a:pt x="5630" y="1082"/>
                    </a:cubicBezTo>
                    <a:cubicBezTo>
                      <a:pt x="5035" y="487"/>
                      <a:pt x="4229" y="152"/>
                      <a:pt x="3388" y="152"/>
                    </a:cubicBezTo>
                    <a:cubicBezTo>
                      <a:pt x="2546" y="152"/>
                      <a:pt x="1740" y="487"/>
                      <a:pt x="1145" y="1082"/>
                    </a:cubicBezTo>
                    <a:cubicBezTo>
                      <a:pt x="550" y="1677"/>
                      <a:pt x="216" y="2484"/>
                      <a:pt x="216" y="3325"/>
                    </a:cubicBezTo>
                    <a:cubicBezTo>
                      <a:pt x="216" y="4167"/>
                      <a:pt x="550" y="4974"/>
                      <a:pt x="1145" y="5569"/>
                    </a:cubicBezTo>
                    <a:cubicBezTo>
                      <a:pt x="1740" y="6164"/>
                      <a:pt x="2546" y="6498"/>
                      <a:pt x="3388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57" name="Freeform: Shape 4256">
                <a:extLst>
                  <a:ext uri="{FF2B5EF4-FFF2-40B4-BE49-F238E27FC236}">
                    <a16:creationId xmlns:a16="http://schemas.microsoft.com/office/drawing/2014/main" id="{ADCD1D7D-8186-DB50-B633-DDE721F702BD}"/>
                  </a:ext>
                </a:extLst>
              </p:cNvPr>
              <p:cNvSpPr/>
              <p:nvPr/>
            </p:nvSpPr>
            <p:spPr>
              <a:xfrm>
                <a:off x="3599714" y="5410668"/>
                <a:ext cx="6343" cy="6345"/>
              </a:xfrm>
              <a:custGeom>
                <a:avLst/>
                <a:gdLst>
                  <a:gd name="connsiteX0" fmla="*/ 3388 w 6343"/>
                  <a:gd name="connsiteY0" fmla="*/ 6498 h 6345"/>
                  <a:gd name="connsiteX1" fmla="*/ 5631 w 6343"/>
                  <a:gd name="connsiteY1" fmla="*/ 5568 h 6345"/>
                  <a:gd name="connsiteX2" fmla="*/ 6560 w 6343"/>
                  <a:gd name="connsiteY2" fmla="*/ 3325 h 6345"/>
                  <a:gd name="connsiteX3" fmla="*/ 5631 w 6343"/>
                  <a:gd name="connsiteY3" fmla="*/ 1081 h 6345"/>
                  <a:gd name="connsiteX4" fmla="*/ 3388 w 6343"/>
                  <a:gd name="connsiteY4" fmla="*/ 152 h 6345"/>
                  <a:gd name="connsiteX5" fmla="*/ 1145 w 6343"/>
                  <a:gd name="connsiteY5" fmla="*/ 1081 h 6345"/>
                  <a:gd name="connsiteX6" fmla="*/ 217 w 6343"/>
                  <a:gd name="connsiteY6" fmla="*/ 3325 h 6345"/>
                  <a:gd name="connsiteX7" fmla="*/ 1145 w 6343"/>
                  <a:gd name="connsiteY7" fmla="*/ 5568 h 6345"/>
                  <a:gd name="connsiteX8" fmla="*/ 3388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98"/>
                    </a:moveTo>
                    <a:cubicBezTo>
                      <a:pt x="4229" y="6498"/>
                      <a:pt x="5036" y="6163"/>
                      <a:pt x="5631" y="5568"/>
                    </a:cubicBezTo>
                    <a:cubicBezTo>
                      <a:pt x="6226" y="4973"/>
                      <a:pt x="6560" y="4166"/>
                      <a:pt x="6560" y="3325"/>
                    </a:cubicBezTo>
                    <a:cubicBezTo>
                      <a:pt x="6560" y="2483"/>
                      <a:pt x="6226" y="1676"/>
                      <a:pt x="5631" y="1081"/>
                    </a:cubicBezTo>
                    <a:cubicBezTo>
                      <a:pt x="5036" y="486"/>
                      <a:pt x="4229" y="152"/>
                      <a:pt x="3388" y="152"/>
                    </a:cubicBezTo>
                    <a:cubicBezTo>
                      <a:pt x="2547" y="152"/>
                      <a:pt x="1740" y="486"/>
                      <a:pt x="1145" y="1081"/>
                    </a:cubicBezTo>
                    <a:cubicBezTo>
                      <a:pt x="551" y="1676"/>
                      <a:pt x="217" y="2483"/>
                      <a:pt x="217" y="3325"/>
                    </a:cubicBezTo>
                    <a:cubicBezTo>
                      <a:pt x="217" y="4166"/>
                      <a:pt x="551" y="4973"/>
                      <a:pt x="1145" y="5568"/>
                    </a:cubicBezTo>
                    <a:cubicBezTo>
                      <a:pt x="1740" y="6163"/>
                      <a:pt x="2547" y="6498"/>
                      <a:pt x="3388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58" name="Freeform: Shape 4257">
                <a:extLst>
                  <a:ext uri="{FF2B5EF4-FFF2-40B4-BE49-F238E27FC236}">
                    <a16:creationId xmlns:a16="http://schemas.microsoft.com/office/drawing/2014/main" id="{F33A812A-37F2-4C6F-314F-21718FCF1990}"/>
                  </a:ext>
                </a:extLst>
              </p:cNvPr>
              <p:cNvSpPr/>
              <p:nvPr/>
            </p:nvSpPr>
            <p:spPr>
              <a:xfrm>
                <a:off x="3602919" y="5410450"/>
                <a:ext cx="6343" cy="6345"/>
              </a:xfrm>
              <a:custGeom>
                <a:avLst/>
                <a:gdLst>
                  <a:gd name="connsiteX0" fmla="*/ 3388 w 6343"/>
                  <a:gd name="connsiteY0" fmla="*/ 6498 h 6345"/>
                  <a:gd name="connsiteX1" fmla="*/ 5631 w 6343"/>
                  <a:gd name="connsiteY1" fmla="*/ 5568 h 6345"/>
                  <a:gd name="connsiteX2" fmla="*/ 6560 w 6343"/>
                  <a:gd name="connsiteY2" fmla="*/ 3325 h 6345"/>
                  <a:gd name="connsiteX3" fmla="*/ 5631 w 6343"/>
                  <a:gd name="connsiteY3" fmla="*/ 1081 h 6345"/>
                  <a:gd name="connsiteX4" fmla="*/ 3388 w 6343"/>
                  <a:gd name="connsiteY4" fmla="*/ 152 h 6345"/>
                  <a:gd name="connsiteX5" fmla="*/ 1146 w 6343"/>
                  <a:gd name="connsiteY5" fmla="*/ 1081 h 6345"/>
                  <a:gd name="connsiteX6" fmla="*/ 217 w 6343"/>
                  <a:gd name="connsiteY6" fmla="*/ 3325 h 6345"/>
                  <a:gd name="connsiteX7" fmla="*/ 1146 w 6343"/>
                  <a:gd name="connsiteY7" fmla="*/ 5568 h 6345"/>
                  <a:gd name="connsiteX8" fmla="*/ 3388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98"/>
                    </a:moveTo>
                    <a:cubicBezTo>
                      <a:pt x="4229" y="6498"/>
                      <a:pt x="5036" y="6163"/>
                      <a:pt x="5631" y="5568"/>
                    </a:cubicBezTo>
                    <a:cubicBezTo>
                      <a:pt x="6226" y="4973"/>
                      <a:pt x="6560" y="4166"/>
                      <a:pt x="6560" y="3325"/>
                    </a:cubicBezTo>
                    <a:cubicBezTo>
                      <a:pt x="6560" y="2483"/>
                      <a:pt x="6226" y="1676"/>
                      <a:pt x="5631" y="1081"/>
                    </a:cubicBezTo>
                    <a:cubicBezTo>
                      <a:pt x="5036" y="486"/>
                      <a:pt x="4229" y="152"/>
                      <a:pt x="3388" y="152"/>
                    </a:cubicBezTo>
                    <a:cubicBezTo>
                      <a:pt x="2547" y="152"/>
                      <a:pt x="1741" y="486"/>
                      <a:pt x="1146" y="1081"/>
                    </a:cubicBezTo>
                    <a:cubicBezTo>
                      <a:pt x="551" y="1676"/>
                      <a:pt x="217" y="2483"/>
                      <a:pt x="217" y="3325"/>
                    </a:cubicBezTo>
                    <a:cubicBezTo>
                      <a:pt x="217" y="4166"/>
                      <a:pt x="551" y="4973"/>
                      <a:pt x="1146" y="5568"/>
                    </a:cubicBezTo>
                    <a:cubicBezTo>
                      <a:pt x="1741" y="6163"/>
                      <a:pt x="2547" y="6498"/>
                      <a:pt x="3388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59" name="Freeform: Shape 4258">
                <a:extLst>
                  <a:ext uri="{FF2B5EF4-FFF2-40B4-BE49-F238E27FC236}">
                    <a16:creationId xmlns:a16="http://schemas.microsoft.com/office/drawing/2014/main" id="{5B6A9D39-85A3-F1EE-2BB5-E62A8A850562}"/>
                  </a:ext>
                </a:extLst>
              </p:cNvPr>
              <p:cNvSpPr/>
              <p:nvPr/>
            </p:nvSpPr>
            <p:spPr>
              <a:xfrm>
                <a:off x="3606117" y="5410258"/>
                <a:ext cx="6343" cy="6345"/>
              </a:xfrm>
              <a:custGeom>
                <a:avLst/>
                <a:gdLst>
                  <a:gd name="connsiteX0" fmla="*/ 3389 w 6343"/>
                  <a:gd name="connsiteY0" fmla="*/ 6498 h 6345"/>
                  <a:gd name="connsiteX1" fmla="*/ 5631 w 6343"/>
                  <a:gd name="connsiteY1" fmla="*/ 5568 h 6345"/>
                  <a:gd name="connsiteX2" fmla="*/ 6560 w 6343"/>
                  <a:gd name="connsiteY2" fmla="*/ 3325 h 6345"/>
                  <a:gd name="connsiteX3" fmla="*/ 5631 w 6343"/>
                  <a:gd name="connsiteY3" fmla="*/ 1081 h 6345"/>
                  <a:gd name="connsiteX4" fmla="*/ 3389 w 6343"/>
                  <a:gd name="connsiteY4" fmla="*/ 152 h 6345"/>
                  <a:gd name="connsiteX5" fmla="*/ 1146 w 6343"/>
                  <a:gd name="connsiteY5" fmla="*/ 1081 h 6345"/>
                  <a:gd name="connsiteX6" fmla="*/ 217 w 6343"/>
                  <a:gd name="connsiteY6" fmla="*/ 3325 h 6345"/>
                  <a:gd name="connsiteX7" fmla="*/ 1146 w 6343"/>
                  <a:gd name="connsiteY7" fmla="*/ 5568 h 6345"/>
                  <a:gd name="connsiteX8" fmla="*/ 3389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8"/>
                    </a:moveTo>
                    <a:cubicBezTo>
                      <a:pt x="4230" y="6498"/>
                      <a:pt x="5037" y="6163"/>
                      <a:pt x="5631" y="5568"/>
                    </a:cubicBezTo>
                    <a:cubicBezTo>
                      <a:pt x="6226" y="4973"/>
                      <a:pt x="6560" y="4166"/>
                      <a:pt x="6560" y="3325"/>
                    </a:cubicBezTo>
                    <a:cubicBezTo>
                      <a:pt x="6560" y="2483"/>
                      <a:pt x="6226" y="1676"/>
                      <a:pt x="5631" y="1081"/>
                    </a:cubicBezTo>
                    <a:cubicBezTo>
                      <a:pt x="5037" y="486"/>
                      <a:pt x="4230" y="152"/>
                      <a:pt x="3389" y="152"/>
                    </a:cubicBezTo>
                    <a:cubicBezTo>
                      <a:pt x="2548" y="152"/>
                      <a:pt x="1741" y="486"/>
                      <a:pt x="1146" y="1081"/>
                    </a:cubicBezTo>
                    <a:cubicBezTo>
                      <a:pt x="551" y="1676"/>
                      <a:pt x="217" y="2483"/>
                      <a:pt x="217" y="3325"/>
                    </a:cubicBezTo>
                    <a:cubicBezTo>
                      <a:pt x="217" y="4166"/>
                      <a:pt x="551" y="4973"/>
                      <a:pt x="1146" y="5568"/>
                    </a:cubicBezTo>
                    <a:cubicBezTo>
                      <a:pt x="1741" y="6163"/>
                      <a:pt x="2548" y="6498"/>
                      <a:pt x="3389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60" name="Freeform: Shape 4259">
                <a:extLst>
                  <a:ext uri="{FF2B5EF4-FFF2-40B4-BE49-F238E27FC236}">
                    <a16:creationId xmlns:a16="http://schemas.microsoft.com/office/drawing/2014/main" id="{F9F6002D-5138-FF87-17C0-0A14548C691F}"/>
                  </a:ext>
                </a:extLst>
              </p:cNvPr>
              <p:cNvSpPr/>
              <p:nvPr/>
            </p:nvSpPr>
            <p:spPr>
              <a:xfrm>
                <a:off x="3608772" y="5409433"/>
                <a:ext cx="6343" cy="6345"/>
              </a:xfrm>
              <a:custGeom>
                <a:avLst/>
                <a:gdLst>
                  <a:gd name="connsiteX0" fmla="*/ 3389 w 6343"/>
                  <a:gd name="connsiteY0" fmla="*/ 6497 h 6345"/>
                  <a:gd name="connsiteX1" fmla="*/ 5631 w 6343"/>
                  <a:gd name="connsiteY1" fmla="*/ 5568 h 6345"/>
                  <a:gd name="connsiteX2" fmla="*/ 6560 w 6343"/>
                  <a:gd name="connsiteY2" fmla="*/ 3325 h 6345"/>
                  <a:gd name="connsiteX3" fmla="*/ 5631 w 6343"/>
                  <a:gd name="connsiteY3" fmla="*/ 1081 h 6345"/>
                  <a:gd name="connsiteX4" fmla="*/ 3389 w 6343"/>
                  <a:gd name="connsiteY4" fmla="*/ 152 h 6345"/>
                  <a:gd name="connsiteX5" fmla="*/ 1146 w 6343"/>
                  <a:gd name="connsiteY5" fmla="*/ 1081 h 6345"/>
                  <a:gd name="connsiteX6" fmla="*/ 217 w 6343"/>
                  <a:gd name="connsiteY6" fmla="*/ 3325 h 6345"/>
                  <a:gd name="connsiteX7" fmla="*/ 1146 w 6343"/>
                  <a:gd name="connsiteY7" fmla="*/ 5568 h 6345"/>
                  <a:gd name="connsiteX8" fmla="*/ 3389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7"/>
                    </a:moveTo>
                    <a:cubicBezTo>
                      <a:pt x="4230" y="6497"/>
                      <a:pt x="5037" y="6163"/>
                      <a:pt x="5631" y="5568"/>
                    </a:cubicBezTo>
                    <a:cubicBezTo>
                      <a:pt x="6226" y="4973"/>
                      <a:pt x="6560" y="4166"/>
                      <a:pt x="6560" y="3325"/>
                    </a:cubicBezTo>
                    <a:cubicBezTo>
                      <a:pt x="6560" y="2483"/>
                      <a:pt x="6226" y="1676"/>
                      <a:pt x="5631" y="1081"/>
                    </a:cubicBezTo>
                    <a:cubicBezTo>
                      <a:pt x="5037" y="486"/>
                      <a:pt x="4230" y="152"/>
                      <a:pt x="3389" y="152"/>
                    </a:cubicBezTo>
                    <a:cubicBezTo>
                      <a:pt x="2548" y="152"/>
                      <a:pt x="1741" y="486"/>
                      <a:pt x="1146" y="1081"/>
                    </a:cubicBezTo>
                    <a:cubicBezTo>
                      <a:pt x="551" y="1676"/>
                      <a:pt x="217" y="2483"/>
                      <a:pt x="217" y="3325"/>
                    </a:cubicBezTo>
                    <a:cubicBezTo>
                      <a:pt x="217" y="4166"/>
                      <a:pt x="551" y="4973"/>
                      <a:pt x="1146" y="5568"/>
                    </a:cubicBezTo>
                    <a:cubicBezTo>
                      <a:pt x="1741" y="6163"/>
                      <a:pt x="2548" y="6497"/>
                      <a:pt x="3389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61" name="Freeform: Shape 4260">
                <a:extLst>
                  <a:ext uri="{FF2B5EF4-FFF2-40B4-BE49-F238E27FC236}">
                    <a16:creationId xmlns:a16="http://schemas.microsoft.com/office/drawing/2014/main" id="{1DA6BC15-CA44-ED7B-094C-4B4E1E5DE040}"/>
                  </a:ext>
                </a:extLst>
              </p:cNvPr>
              <p:cNvSpPr/>
              <p:nvPr/>
            </p:nvSpPr>
            <p:spPr>
              <a:xfrm>
                <a:off x="3611752" y="5409035"/>
                <a:ext cx="6343" cy="6345"/>
              </a:xfrm>
              <a:custGeom>
                <a:avLst/>
                <a:gdLst>
                  <a:gd name="connsiteX0" fmla="*/ 3389 w 6343"/>
                  <a:gd name="connsiteY0" fmla="*/ 6497 h 6345"/>
                  <a:gd name="connsiteX1" fmla="*/ 5632 w 6343"/>
                  <a:gd name="connsiteY1" fmla="*/ 5568 h 6345"/>
                  <a:gd name="connsiteX2" fmla="*/ 6561 w 6343"/>
                  <a:gd name="connsiteY2" fmla="*/ 3325 h 6345"/>
                  <a:gd name="connsiteX3" fmla="*/ 5632 w 6343"/>
                  <a:gd name="connsiteY3" fmla="*/ 1081 h 6345"/>
                  <a:gd name="connsiteX4" fmla="*/ 3389 w 6343"/>
                  <a:gd name="connsiteY4" fmla="*/ 152 h 6345"/>
                  <a:gd name="connsiteX5" fmla="*/ 1146 w 6343"/>
                  <a:gd name="connsiteY5" fmla="*/ 1081 h 6345"/>
                  <a:gd name="connsiteX6" fmla="*/ 218 w 6343"/>
                  <a:gd name="connsiteY6" fmla="*/ 3325 h 6345"/>
                  <a:gd name="connsiteX7" fmla="*/ 1146 w 6343"/>
                  <a:gd name="connsiteY7" fmla="*/ 5568 h 6345"/>
                  <a:gd name="connsiteX8" fmla="*/ 3389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7"/>
                    </a:moveTo>
                    <a:cubicBezTo>
                      <a:pt x="4230" y="6497"/>
                      <a:pt x="5037" y="6163"/>
                      <a:pt x="5632" y="5568"/>
                    </a:cubicBezTo>
                    <a:cubicBezTo>
                      <a:pt x="6226" y="4973"/>
                      <a:pt x="6561" y="4166"/>
                      <a:pt x="6561" y="3325"/>
                    </a:cubicBezTo>
                    <a:cubicBezTo>
                      <a:pt x="6561" y="2483"/>
                      <a:pt x="6226" y="1676"/>
                      <a:pt x="5632" y="1081"/>
                    </a:cubicBezTo>
                    <a:cubicBezTo>
                      <a:pt x="5037" y="486"/>
                      <a:pt x="4230" y="152"/>
                      <a:pt x="3389" y="152"/>
                    </a:cubicBezTo>
                    <a:cubicBezTo>
                      <a:pt x="2548" y="152"/>
                      <a:pt x="1741" y="486"/>
                      <a:pt x="1146" y="1081"/>
                    </a:cubicBezTo>
                    <a:cubicBezTo>
                      <a:pt x="552" y="1676"/>
                      <a:pt x="218" y="2483"/>
                      <a:pt x="218" y="3325"/>
                    </a:cubicBezTo>
                    <a:cubicBezTo>
                      <a:pt x="218" y="4166"/>
                      <a:pt x="552" y="4973"/>
                      <a:pt x="1146" y="5568"/>
                    </a:cubicBezTo>
                    <a:cubicBezTo>
                      <a:pt x="1741" y="6163"/>
                      <a:pt x="2548" y="6497"/>
                      <a:pt x="3389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62" name="Freeform: Shape 4261">
                <a:extLst>
                  <a:ext uri="{FF2B5EF4-FFF2-40B4-BE49-F238E27FC236}">
                    <a16:creationId xmlns:a16="http://schemas.microsoft.com/office/drawing/2014/main" id="{B990C7F8-7760-5F4E-7E33-F350059D61FA}"/>
                  </a:ext>
                </a:extLst>
              </p:cNvPr>
              <p:cNvSpPr/>
              <p:nvPr/>
            </p:nvSpPr>
            <p:spPr>
              <a:xfrm>
                <a:off x="3614667" y="5408586"/>
                <a:ext cx="6343" cy="6345"/>
              </a:xfrm>
              <a:custGeom>
                <a:avLst/>
                <a:gdLst>
                  <a:gd name="connsiteX0" fmla="*/ 3389 w 6343"/>
                  <a:gd name="connsiteY0" fmla="*/ 6497 h 6345"/>
                  <a:gd name="connsiteX1" fmla="*/ 5632 w 6343"/>
                  <a:gd name="connsiteY1" fmla="*/ 5568 h 6345"/>
                  <a:gd name="connsiteX2" fmla="*/ 6561 w 6343"/>
                  <a:gd name="connsiteY2" fmla="*/ 3325 h 6345"/>
                  <a:gd name="connsiteX3" fmla="*/ 5632 w 6343"/>
                  <a:gd name="connsiteY3" fmla="*/ 1081 h 6345"/>
                  <a:gd name="connsiteX4" fmla="*/ 3389 w 6343"/>
                  <a:gd name="connsiteY4" fmla="*/ 152 h 6345"/>
                  <a:gd name="connsiteX5" fmla="*/ 1147 w 6343"/>
                  <a:gd name="connsiteY5" fmla="*/ 1081 h 6345"/>
                  <a:gd name="connsiteX6" fmla="*/ 218 w 6343"/>
                  <a:gd name="connsiteY6" fmla="*/ 3325 h 6345"/>
                  <a:gd name="connsiteX7" fmla="*/ 1147 w 6343"/>
                  <a:gd name="connsiteY7" fmla="*/ 5568 h 6345"/>
                  <a:gd name="connsiteX8" fmla="*/ 3389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7"/>
                    </a:moveTo>
                    <a:cubicBezTo>
                      <a:pt x="4230" y="6497"/>
                      <a:pt x="5037" y="6163"/>
                      <a:pt x="5632" y="5568"/>
                    </a:cubicBezTo>
                    <a:cubicBezTo>
                      <a:pt x="6227" y="4973"/>
                      <a:pt x="6561" y="4166"/>
                      <a:pt x="6561" y="3325"/>
                    </a:cubicBezTo>
                    <a:cubicBezTo>
                      <a:pt x="6561" y="2483"/>
                      <a:pt x="6227" y="1676"/>
                      <a:pt x="5632" y="1081"/>
                    </a:cubicBezTo>
                    <a:cubicBezTo>
                      <a:pt x="5037" y="486"/>
                      <a:pt x="4230" y="152"/>
                      <a:pt x="3389" y="152"/>
                    </a:cubicBezTo>
                    <a:cubicBezTo>
                      <a:pt x="2548" y="152"/>
                      <a:pt x="1741" y="486"/>
                      <a:pt x="1147" y="1081"/>
                    </a:cubicBezTo>
                    <a:cubicBezTo>
                      <a:pt x="552" y="1676"/>
                      <a:pt x="218" y="2483"/>
                      <a:pt x="218" y="3325"/>
                    </a:cubicBezTo>
                    <a:cubicBezTo>
                      <a:pt x="218" y="4166"/>
                      <a:pt x="552" y="4973"/>
                      <a:pt x="1147" y="5568"/>
                    </a:cubicBezTo>
                    <a:cubicBezTo>
                      <a:pt x="1741" y="6163"/>
                      <a:pt x="2548" y="6497"/>
                      <a:pt x="3389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63" name="Freeform: Shape 4262">
                <a:extLst>
                  <a:ext uri="{FF2B5EF4-FFF2-40B4-BE49-F238E27FC236}">
                    <a16:creationId xmlns:a16="http://schemas.microsoft.com/office/drawing/2014/main" id="{F033E1B5-ACB2-EFEB-460C-76697E6CEDC3}"/>
                  </a:ext>
                </a:extLst>
              </p:cNvPr>
              <p:cNvSpPr/>
              <p:nvPr/>
            </p:nvSpPr>
            <p:spPr>
              <a:xfrm>
                <a:off x="3617404" y="5407937"/>
                <a:ext cx="6343" cy="6345"/>
              </a:xfrm>
              <a:custGeom>
                <a:avLst/>
                <a:gdLst>
                  <a:gd name="connsiteX0" fmla="*/ 3390 w 6343"/>
                  <a:gd name="connsiteY0" fmla="*/ 6497 h 6345"/>
                  <a:gd name="connsiteX1" fmla="*/ 5632 w 6343"/>
                  <a:gd name="connsiteY1" fmla="*/ 5568 h 6345"/>
                  <a:gd name="connsiteX2" fmla="*/ 6561 w 6343"/>
                  <a:gd name="connsiteY2" fmla="*/ 3325 h 6345"/>
                  <a:gd name="connsiteX3" fmla="*/ 5632 w 6343"/>
                  <a:gd name="connsiteY3" fmla="*/ 1081 h 6345"/>
                  <a:gd name="connsiteX4" fmla="*/ 3390 w 6343"/>
                  <a:gd name="connsiteY4" fmla="*/ 152 h 6345"/>
                  <a:gd name="connsiteX5" fmla="*/ 1147 w 6343"/>
                  <a:gd name="connsiteY5" fmla="*/ 1081 h 6345"/>
                  <a:gd name="connsiteX6" fmla="*/ 218 w 6343"/>
                  <a:gd name="connsiteY6" fmla="*/ 3325 h 6345"/>
                  <a:gd name="connsiteX7" fmla="*/ 1147 w 6343"/>
                  <a:gd name="connsiteY7" fmla="*/ 5568 h 6345"/>
                  <a:gd name="connsiteX8" fmla="*/ 3390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7"/>
                    </a:moveTo>
                    <a:cubicBezTo>
                      <a:pt x="4231" y="6497"/>
                      <a:pt x="5037" y="6163"/>
                      <a:pt x="5632" y="5568"/>
                    </a:cubicBezTo>
                    <a:cubicBezTo>
                      <a:pt x="6227" y="4973"/>
                      <a:pt x="6561" y="4166"/>
                      <a:pt x="6561" y="3325"/>
                    </a:cubicBezTo>
                    <a:cubicBezTo>
                      <a:pt x="6561" y="2483"/>
                      <a:pt x="6227" y="1676"/>
                      <a:pt x="5632" y="1081"/>
                    </a:cubicBezTo>
                    <a:cubicBezTo>
                      <a:pt x="5037" y="486"/>
                      <a:pt x="4231" y="152"/>
                      <a:pt x="3390" y="152"/>
                    </a:cubicBezTo>
                    <a:cubicBezTo>
                      <a:pt x="2548" y="152"/>
                      <a:pt x="1742" y="486"/>
                      <a:pt x="1147" y="1081"/>
                    </a:cubicBezTo>
                    <a:cubicBezTo>
                      <a:pt x="552" y="1676"/>
                      <a:pt x="218" y="2483"/>
                      <a:pt x="218" y="3325"/>
                    </a:cubicBezTo>
                    <a:cubicBezTo>
                      <a:pt x="218" y="4166"/>
                      <a:pt x="552" y="4973"/>
                      <a:pt x="1147" y="5568"/>
                    </a:cubicBezTo>
                    <a:cubicBezTo>
                      <a:pt x="1742" y="6163"/>
                      <a:pt x="2548" y="6497"/>
                      <a:pt x="3390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64" name="Freeform: Shape 4263">
                <a:extLst>
                  <a:ext uri="{FF2B5EF4-FFF2-40B4-BE49-F238E27FC236}">
                    <a16:creationId xmlns:a16="http://schemas.microsoft.com/office/drawing/2014/main" id="{D5D99F59-6267-84E2-9154-A83A8B96898B}"/>
                  </a:ext>
                </a:extLst>
              </p:cNvPr>
              <p:cNvSpPr/>
              <p:nvPr/>
            </p:nvSpPr>
            <p:spPr>
              <a:xfrm>
                <a:off x="3619765" y="5406823"/>
                <a:ext cx="6343" cy="6345"/>
              </a:xfrm>
              <a:custGeom>
                <a:avLst/>
                <a:gdLst>
                  <a:gd name="connsiteX0" fmla="*/ 3390 w 6343"/>
                  <a:gd name="connsiteY0" fmla="*/ 6497 h 6345"/>
                  <a:gd name="connsiteX1" fmla="*/ 5632 w 6343"/>
                  <a:gd name="connsiteY1" fmla="*/ 5568 h 6345"/>
                  <a:gd name="connsiteX2" fmla="*/ 6561 w 6343"/>
                  <a:gd name="connsiteY2" fmla="*/ 3325 h 6345"/>
                  <a:gd name="connsiteX3" fmla="*/ 5632 w 6343"/>
                  <a:gd name="connsiteY3" fmla="*/ 1081 h 6345"/>
                  <a:gd name="connsiteX4" fmla="*/ 3390 w 6343"/>
                  <a:gd name="connsiteY4" fmla="*/ 152 h 6345"/>
                  <a:gd name="connsiteX5" fmla="*/ 1147 w 6343"/>
                  <a:gd name="connsiteY5" fmla="*/ 1081 h 6345"/>
                  <a:gd name="connsiteX6" fmla="*/ 218 w 6343"/>
                  <a:gd name="connsiteY6" fmla="*/ 3325 h 6345"/>
                  <a:gd name="connsiteX7" fmla="*/ 1147 w 6343"/>
                  <a:gd name="connsiteY7" fmla="*/ 5568 h 6345"/>
                  <a:gd name="connsiteX8" fmla="*/ 3390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7"/>
                    </a:moveTo>
                    <a:cubicBezTo>
                      <a:pt x="4231" y="6497"/>
                      <a:pt x="5038" y="6163"/>
                      <a:pt x="5632" y="5568"/>
                    </a:cubicBezTo>
                    <a:cubicBezTo>
                      <a:pt x="6227" y="4973"/>
                      <a:pt x="6561" y="4166"/>
                      <a:pt x="6561" y="3325"/>
                    </a:cubicBezTo>
                    <a:cubicBezTo>
                      <a:pt x="6561" y="2483"/>
                      <a:pt x="6227" y="1676"/>
                      <a:pt x="5632" y="1081"/>
                    </a:cubicBezTo>
                    <a:cubicBezTo>
                      <a:pt x="5038" y="486"/>
                      <a:pt x="4231" y="152"/>
                      <a:pt x="3390" y="152"/>
                    </a:cubicBezTo>
                    <a:cubicBezTo>
                      <a:pt x="2549" y="152"/>
                      <a:pt x="1742" y="486"/>
                      <a:pt x="1147" y="1081"/>
                    </a:cubicBezTo>
                    <a:cubicBezTo>
                      <a:pt x="552" y="1676"/>
                      <a:pt x="218" y="2483"/>
                      <a:pt x="218" y="3325"/>
                    </a:cubicBezTo>
                    <a:cubicBezTo>
                      <a:pt x="218" y="4166"/>
                      <a:pt x="552" y="4973"/>
                      <a:pt x="1147" y="5568"/>
                    </a:cubicBezTo>
                    <a:cubicBezTo>
                      <a:pt x="1742" y="6163"/>
                      <a:pt x="2549" y="6497"/>
                      <a:pt x="3390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65" name="Freeform: Shape 4264">
                <a:extLst>
                  <a:ext uri="{FF2B5EF4-FFF2-40B4-BE49-F238E27FC236}">
                    <a16:creationId xmlns:a16="http://schemas.microsoft.com/office/drawing/2014/main" id="{96057A53-7C24-7FC6-AF86-DA539B3997F6}"/>
                  </a:ext>
                </a:extLst>
              </p:cNvPr>
              <p:cNvSpPr/>
              <p:nvPr/>
            </p:nvSpPr>
            <p:spPr>
              <a:xfrm>
                <a:off x="3622158" y="5405763"/>
                <a:ext cx="6343" cy="6345"/>
              </a:xfrm>
              <a:custGeom>
                <a:avLst/>
                <a:gdLst>
                  <a:gd name="connsiteX0" fmla="*/ 3390 w 6343"/>
                  <a:gd name="connsiteY0" fmla="*/ 6497 h 6345"/>
                  <a:gd name="connsiteX1" fmla="*/ 5633 w 6343"/>
                  <a:gd name="connsiteY1" fmla="*/ 5568 h 6345"/>
                  <a:gd name="connsiteX2" fmla="*/ 6561 w 6343"/>
                  <a:gd name="connsiteY2" fmla="*/ 3324 h 6345"/>
                  <a:gd name="connsiteX3" fmla="*/ 5633 w 6343"/>
                  <a:gd name="connsiteY3" fmla="*/ 1081 h 6345"/>
                  <a:gd name="connsiteX4" fmla="*/ 3390 w 6343"/>
                  <a:gd name="connsiteY4" fmla="*/ 152 h 6345"/>
                  <a:gd name="connsiteX5" fmla="*/ 1147 w 6343"/>
                  <a:gd name="connsiteY5" fmla="*/ 1081 h 6345"/>
                  <a:gd name="connsiteX6" fmla="*/ 218 w 6343"/>
                  <a:gd name="connsiteY6" fmla="*/ 3324 h 6345"/>
                  <a:gd name="connsiteX7" fmla="*/ 1147 w 6343"/>
                  <a:gd name="connsiteY7" fmla="*/ 5568 h 6345"/>
                  <a:gd name="connsiteX8" fmla="*/ 3390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7"/>
                    </a:moveTo>
                    <a:cubicBezTo>
                      <a:pt x="4231" y="6497"/>
                      <a:pt x="5038" y="6163"/>
                      <a:pt x="5633" y="5568"/>
                    </a:cubicBezTo>
                    <a:cubicBezTo>
                      <a:pt x="6227" y="4973"/>
                      <a:pt x="6561" y="4166"/>
                      <a:pt x="6561" y="3324"/>
                    </a:cubicBezTo>
                    <a:cubicBezTo>
                      <a:pt x="6561" y="2483"/>
                      <a:pt x="6227" y="1676"/>
                      <a:pt x="5633" y="1081"/>
                    </a:cubicBezTo>
                    <a:cubicBezTo>
                      <a:pt x="5038" y="486"/>
                      <a:pt x="4231" y="152"/>
                      <a:pt x="3390" y="152"/>
                    </a:cubicBezTo>
                    <a:cubicBezTo>
                      <a:pt x="2549" y="152"/>
                      <a:pt x="1742" y="486"/>
                      <a:pt x="1147" y="1081"/>
                    </a:cubicBezTo>
                    <a:cubicBezTo>
                      <a:pt x="553" y="1676"/>
                      <a:pt x="218" y="2483"/>
                      <a:pt x="218" y="3324"/>
                    </a:cubicBezTo>
                    <a:cubicBezTo>
                      <a:pt x="218" y="4166"/>
                      <a:pt x="553" y="4973"/>
                      <a:pt x="1147" y="5568"/>
                    </a:cubicBezTo>
                    <a:cubicBezTo>
                      <a:pt x="1742" y="6163"/>
                      <a:pt x="2549" y="6497"/>
                      <a:pt x="3390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66" name="Freeform: Shape 4265">
                <a:extLst>
                  <a:ext uri="{FF2B5EF4-FFF2-40B4-BE49-F238E27FC236}">
                    <a16:creationId xmlns:a16="http://schemas.microsoft.com/office/drawing/2014/main" id="{F6E67BFE-A7DC-7C5F-BAC2-04A1DC4B6A97}"/>
                  </a:ext>
                </a:extLst>
              </p:cNvPr>
              <p:cNvSpPr/>
              <p:nvPr/>
            </p:nvSpPr>
            <p:spPr>
              <a:xfrm>
                <a:off x="3580499" y="5346050"/>
                <a:ext cx="6343" cy="6345"/>
              </a:xfrm>
              <a:custGeom>
                <a:avLst/>
                <a:gdLst>
                  <a:gd name="connsiteX0" fmla="*/ 3387 w 6343"/>
                  <a:gd name="connsiteY0" fmla="*/ 6492 h 6345"/>
                  <a:gd name="connsiteX1" fmla="*/ 5629 w 6343"/>
                  <a:gd name="connsiteY1" fmla="*/ 5563 h 6345"/>
                  <a:gd name="connsiteX2" fmla="*/ 6558 w 6343"/>
                  <a:gd name="connsiteY2" fmla="*/ 3320 h 6345"/>
                  <a:gd name="connsiteX3" fmla="*/ 5629 w 6343"/>
                  <a:gd name="connsiteY3" fmla="*/ 1076 h 6345"/>
                  <a:gd name="connsiteX4" fmla="*/ 3387 w 6343"/>
                  <a:gd name="connsiteY4" fmla="*/ 147 h 6345"/>
                  <a:gd name="connsiteX5" fmla="*/ 1144 w 6343"/>
                  <a:gd name="connsiteY5" fmla="*/ 1076 h 6345"/>
                  <a:gd name="connsiteX6" fmla="*/ 215 w 6343"/>
                  <a:gd name="connsiteY6" fmla="*/ 3320 h 6345"/>
                  <a:gd name="connsiteX7" fmla="*/ 1144 w 6343"/>
                  <a:gd name="connsiteY7" fmla="*/ 5563 h 6345"/>
                  <a:gd name="connsiteX8" fmla="*/ 3387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92"/>
                    </a:moveTo>
                    <a:cubicBezTo>
                      <a:pt x="4228" y="6492"/>
                      <a:pt x="5034" y="6158"/>
                      <a:pt x="5629" y="5563"/>
                    </a:cubicBezTo>
                    <a:cubicBezTo>
                      <a:pt x="6224" y="4968"/>
                      <a:pt x="6558" y="4161"/>
                      <a:pt x="6558" y="3320"/>
                    </a:cubicBezTo>
                    <a:cubicBezTo>
                      <a:pt x="6558" y="2478"/>
                      <a:pt x="6224" y="1671"/>
                      <a:pt x="5629" y="1076"/>
                    </a:cubicBezTo>
                    <a:cubicBezTo>
                      <a:pt x="5034" y="481"/>
                      <a:pt x="4228" y="147"/>
                      <a:pt x="3387" y="147"/>
                    </a:cubicBezTo>
                    <a:cubicBezTo>
                      <a:pt x="2546" y="147"/>
                      <a:pt x="1739" y="481"/>
                      <a:pt x="1144" y="1076"/>
                    </a:cubicBezTo>
                    <a:cubicBezTo>
                      <a:pt x="549" y="1671"/>
                      <a:pt x="215" y="2478"/>
                      <a:pt x="215" y="3320"/>
                    </a:cubicBezTo>
                    <a:cubicBezTo>
                      <a:pt x="215" y="4161"/>
                      <a:pt x="549" y="4968"/>
                      <a:pt x="1144" y="5563"/>
                    </a:cubicBezTo>
                    <a:cubicBezTo>
                      <a:pt x="1739" y="6158"/>
                      <a:pt x="2546" y="6492"/>
                      <a:pt x="3387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67" name="Freeform: Shape 4266">
                <a:extLst>
                  <a:ext uri="{FF2B5EF4-FFF2-40B4-BE49-F238E27FC236}">
                    <a16:creationId xmlns:a16="http://schemas.microsoft.com/office/drawing/2014/main" id="{DB2F46FB-99DC-79BA-BD32-82663562A9CF}"/>
                  </a:ext>
                </a:extLst>
              </p:cNvPr>
              <p:cNvSpPr/>
              <p:nvPr/>
            </p:nvSpPr>
            <p:spPr>
              <a:xfrm>
                <a:off x="3582613" y="5343882"/>
                <a:ext cx="6343" cy="6345"/>
              </a:xfrm>
              <a:custGeom>
                <a:avLst/>
                <a:gdLst>
                  <a:gd name="connsiteX0" fmla="*/ 3387 w 6343"/>
                  <a:gd name="connsiteY0" fmla="*/ 6492 h 6345"/>
                  <a:gd name="connsiteX1" fmla="*/ 5629 w 6343"/>
                  <a:gd name="connsiteY1" fmla="*/ 5563 h 6345"/>
                  <a:gd name="connsiteX2" fmla="*/ 6558 w 6343"/>
                  <a:gd name="connsiteY2" fmla="*/ 3320 h 6345"/>
                  <a:gd name="connsiteX3" fmla="*/ 5629 w 6343"/>
                  <a:gd name="connsiteY3" fmla="*/ 1076 h 6345"/>
                  <a:gd name="connsiteX4" fmla="*/ 3387 w 6343"/>
                  <a:gd name="connsiteY4" fmla="*/ 147 h 6345"/>
                  <a:gd name="connsiteX5" fmla="*/ 1144 w 6343"/>
                  <a:gd name="connsiteY5" fmla="*/ 1076 h 6345"/>
                  <a:gd name="connsiteX6" fmla="*/ 215 w 6343"/>
                  <a:gd name="connsiteY6" fmla="*/ 3320 h 6345"/>
                  <a:gd name="connsiteX7" fmla="*/ 1144 w 6343"/>
                  <a:gd name="connsiteY7" fmla="*/ 5563 h 6345"/>
                  <a:gd name="connsiteX8" fmla="*/ 3387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92"/>
                    </a:moveTo>
                    <a:cubicBezTo>
                      <a:pt x="4228" y="6492"/>
                      <a:pt x="5035" y="6158"/>
                      <a:pt x="5629" y="5563"/>
                    </a:cubicBezTo>
                    <a:cubicBezTo>
                      <a:pt x="6224" y="4968"/>
                      <a:pt x="6558" y="4161"/>
                      <a:pt x="6558" y="3320"/>
                    </a:cubicBezTo>
                    <a:cubicBezTo>
                      <a:pt x="6558" y="2478"/>
                      <a:pt x="6224" y="1671"/>
                      <a:pt x="5629" y="1076"/>
                    </a:cubicBezTo>
                    <a:cubicBezTo>
                      <a:pt x="5035" y="481"/>
                      <a:pt x="4228" y="147"/>
                      <a:pt x="3387" y="147"/>
                    </a:cubicBezTo>
                    <a:cubicBezTo>
                      <a:pt x="2546" y="147"/>
                      <a:pt x="1739" y="481"/>
                      <a:pt x="1144" y="1076"/>
                    </a:cubicBezTo>
                    <a:cubicBezTo>
                      <a:pt x="549" y="1671"/>
                      <a:pt x="215" y="2478"/>
                      <a:pt x="215" y="3320"/>
                    </a:cubicBezTo>
                    <a:cubicBezTo>
                      <a:pt x="215" y="4161"/>
                      <a:pt x="549" y="4968"/>
                      <a:pt x="1144" y="5563"/>
                    </a:cubicBezTo>
                    <a:cubicBezTo>
                      <a:pt x="1739" y="6158"/>
                      <a:pt x="2546" y="6492"/>
                      <a:pt x="3387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68" name="Freeform: Shape 4267">
                <a:extLst>
                  <a:ext uri="{FF2B5EF4-FFF2-40B4-BE49-F238E27FC236}">
                    <a16:creationId xmlns:a16="http://schemas.microsoft.com/office/drawing/2014/main" id="{3789F3B4-C9D2-BC7F-5135-5090B201C303}"/>
                  </a:ext>
                </a:extLst>
              </p:cNvPr>
              <p:cNvSpPr/>
              <p:nvPr/>
            </p:nvSpPr>
            <p:spPr>
              <a:xfrm>
                <a:off x="3586220" y="5343746"/>
                <a:ext cx="6343" cy="6345"/>
              </a:xfrm>
              <a:custGeom>
                <a:avLst/>
                <a:gdLst>
                  <a:gd name="connsiteX0" fmla="*/ 3387 w 6343"/>
                  <a:gd name="connsiteY0" fmla="*/ 6492 h 6345"/>
                  <a:gd name="connsiteX1" fmla="*/ 5630 w 6343"/>
                  <a:gd name="connsiteY1" fmla="*/ 5563 h 6345"/>
                  <a:gd name="connsiteX2" fmla="*/ 6559 w 6343"/>
                  <a:gd name="connsiteY2" fmla="*/ 3320 h 6345"/>
                  <a:gd name="connsiteX3" fmla="*/ 5630 w 6343"/>
                  <a:gd name="connsiteY3" fmla="*/ 1076 h 6345"/>
                  <a:gd name="connsiteX4" fmla="*/ 3387 w 6343"/>
                  <a:gd name="connsiteY4" fmla="*/ 147 h 6345"/>
                  <a:gd name="connsiteX5" fmla="*/ 1144 w 6343"/>
                  <a:gd name="connsiteY5" fmla="*/ 1076 h 6345"/>
                  <a:gd name="connsiteX6" fmla="*/ 216 w 6343"/>
                  <a:gd name="connsiteY6" fmla="*/ 3320 h 6345"/>
                  <a:gd name="connsiteX7" fmla="*/ 1144 w 6343"/>
                  <a:gd name="connsiteY7" fmla="*/ 5563 h 6345"/>
                  <a:gd name="connsiteX8" fmla="*/ 3387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92"/>
                    </a:moveTo>
                    <a:cubicBezTo>
                      <a:pt x="4228" y="6492"/>
                      <a:pt x="5035" y="6158"/>
                      <a:pt x="5630" y="5563"/>
                    </a:cubicBezTo>
                    <a:cubicBezTo>
                      <a:pt x="6224" y="4968"/>
                      <a:pt x="6559" y="4161"/>
                      <a:pt x="6559" y="3320"/>
                    </a:cubicBezTo>
                    <a:cubicBezTo>
                      <a:pt x="6559" y="2478"/>
                      <a:pt x="6224" y="1671"/>
                      <a:pt x="5630" y="1076"/>
                    </a:cubicBezTo>
                    <a:cubicBezTo>
                      <a:pt x="5035" y="481"/>
                      <a:pt x="4228" y="147"/>
                      <a:pt x="3387" y="147"/>
                    </a:cubicBezTo>
                    <a:cubicBezTo>
                      <a:pt x="2546" y="147"/>
                      <a:pt x="1739" y="481"/>
                      <a:pt x="1144" y="1076"/>
                    </a:cubicBezTo>
                    <a:cubicBezTo>
                      <a:pt x="550" y="1671"/>
                      <a:pt x="216" y="2478"/>
                      <a:pt x="216" y="3320"/>
                    </a:cubicBezTo>
                    <a:cubicBezTo>
                      <a:pt x="216" y="4161"/>
                      <a:pt x="550" y="4968"/>
                      <a:pt x="1144" y="5563"/>
                    </a:cubicBezTo>
                    <a:cubicBezTo>
                      <a:pt x="1739" y="6158"/>
                      <a:pt x="2546" y="6492"/>
                      <a:pt x="3387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69" name="Freeform: Shape 4268">
                <a:extLst>
                  <a:ext uri="{FF2B5EF4-FFF2-40B4-BE49-F238E27FC236}">
                    <a16:creationId xmlns:a16="http://schemas.microsoft.com/office/drawing/2014/main" id="{AF05DC81-C046-CBAA-758C-C86F39A1D5F0}"/>
                  </a:ext>
                </a:extLst>
              </p:cNvPr>
              <p:cNvSpPr/>
              <p:nvPr/>
            </p:nvSpPr>
            <p:spPr>
              <a:xfrm>
                <a:off x="3632400" y="5402575"/>
                <a:ext cx="6343" cy="6345"/>
              </a:xfrm>
              <a:custGeom>
                <a:avLst/>
                <a:gdLst>
                  <a:gd name="connsiteX0" fmla="*/ 3391 w 6343"/>
                  <a:gd name="connsiteY0" fmla="*/ 6497 h 6345"/>
                  <a:gd name="connsiteX1" fmla="*/ 5633 w 6343"/>
                  <a:gd name="connsiteY1" fmla="*/ 5568 h 6345"/>
                  <a:gd name="connsiteX2" fmla="*/ 6562 w 6343"/>
                  <a:gd name="connsiteY2" fmla="*/ 3324 h 6345"/>
                  <a:gd name="connsiteX3" fmla="*/ 5633 w 6343"/>
                  <a:gd name="connsiteY3" fmla="*/ 1081 h 6345"/>
                  <a:gd name="connsiteX4" fmla="*/ 3391 w 6343"/>
                  <a:gd name="connsiteY4" fmla="*/ 152 h 6345"/>
                  <a:gd name="connsiteX5" fmla="*/ 1148 w 6343"/>
                  <a:gd name="connsiteY5" fmla="*/ 1081 h 6345"/>
                  <a:gd name="connsiteX6" fmla="*/ 219 w 6343"/>
                  <a:gd name="connsiteY6" fmla="*/ 3324 h 6345"/>
                  <a:gd name="connsiteX7" fmla="*/ 1148 w 6343"/>
                  <a:gd name="connsiteY7" fmla="*/ 5568 h 6345"/>
                  <a:gd name="connsiteX8" fmla="*/ 3391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97"/>
                    </a:moveTo>
                    <a:cubicBezTo>
                      <a:pt x="4232" y="6497"/>
                      <a:pt x="5039" y="6163"/>
                      <a:pt x="5633" y="5568"/>
                    </a:cubicBezTo>
                    <a:cubicBezTo>
                      <a:pt x="6228" y="4973"/>
                      <a:pt x="6562" y="4166"/>
                      <a:pt x="6562" y="3324"/>
                    </a:cubicBezTo>
                    <a:cubicBezTo>
                      <a:pt x="6562" y="2483"/>
                      <a:pt x="6228" y="1676"/>
                      <a:pt x="5633" y="1081"/>
                    </a:cubicBezTo>
                    <a:cubicBezTo>
                      <a:pt x="5039" y="486"/>
                      <a:pt x="4232" y="152"/>
                      <a:pt x="3391" y="152"/>
                    </a:cubicBezTo>
                    <a:cubicBezTo>
                      <a:pt x="2550" y="152"/>
                      <a:pt x="1743" y="486"/>
                      <a:pt x="1148" y="1081"/>
                    </a:cubicBezTo>
                    <a:cubicBezTo>
                      <a:pt x="553" y="1676"/>
                      <a:pt x="219" y="2483"/>
                      <a:pt x="219" y="3324"/>
                    </a:cubicBezTo>
                    <a:cubicBezTo>
                      <a:pt x="219" y="4166"/>
                      <a:pt x="553" y="4973"/>
                      <a:pt x="1148" y="5568"/>
                    </a:cubicBezTo>
                    <a:cubicBezTo>
                      <a:pt x="1743" y="6163"/>
                      <a:pt x="2550" y="6497"/>
                      <a:pt x="3391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70" name="Freeform: Shape 4269">
                <a:extLst>
                  <a:ext uri="{FF2B5EF4-FFF2-40B4-BE49-F238E27FC236}">
                    <a16:creationId xmlns:a16="http://schemas.microsoft.com/office/drawing/2014/main" id="{8A1BD974-4015-3730-27ED-6B1FBA04AA2E}"/>
                  </a:ext>
                </a:extLst>
              </p:cNvPr>
              <p:cNvSpPr/>
              <p:nvPr/>
            </p:nvSpPr>
            <p:spPr>
              <a:xfrm>
                <a:off x="3591515" y="5340908"/>
                <a:ext cx="6343" cy="6345"/>
              </a:xfrm>
              <a:custGeom>
                <a:avLst/>
                <a:gdLst>
                  <a:gd name="connsiteX0" fmla="*/ 3387 w 6343"/>
                  <a:gd name="connsiteY0" fmla="*/ 6492 h 6345"/>
                  <a:gd name="connsiteX1" fmla="*/ 5630 w 6343"/>
                  <a:gd name="connsiteY1" fmla="*/ 5563 h 6345"/>
                  <a:gd name="connsiteX2" fmla="*/ 6559 w 6343"/>
                  <a:gd name="connsiteY2" fmla="*/ 3319 h 6345"/>
                  <a:gd name="connsiteX3" fmla="*/ 5630 w 6343"/>
                  <a:gd name="connsiteY3" fmla="*/ 1076 h 6345"/>
                  <a:gd name="connsiteX4" fmla="*/ 3387 w 6343"/>
                  <a:gd name="connsiteY4" fmla="*/ 147 h 6345"/>
                  <a:gd name="connsiteX5" fmla="*/ 1145 w 6343"/>
                  <a:gd name="connsiteY5" fmla="*/ 1076 h 6345"/>
                  <a:gd name="connsiteX6" fmla="*/ 216 w 6343"/>
                  <a:gd name="connsiteY6" fmla="*/ 3319 h 6345"/>
                  <a:gd name="connsiteX7" fmla="*/ 1145 w 6343"/>
                  <a:gd name="connsiteY7" fmla="*/ 5563 h 6345"/>
                  <a:gd name="connsiteX8" fmla="*/ 3387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92"/>
                    </a:moveTo>
                    <a:cubicBezTo>
                      <a:pt x="4229" y="6492"/>
                      <a:pt x="5035" y="6158"/>
                      <a:pt x="5630" y="5563"/>
                    </a:cubicBezTo>
                    <a:cubicBezTo>
                      <a:pt x="6225" y="4968"/>
                      <a:pt x="6559" y="4161"/>
                      <a:pt x="6559" y="3319"/>
                    </a:cubicBezTo>
                    <a:cubicBezTo>
                      <a:pt x="6559" y="2478"/>
                      <a:pt x="6225" y="1671"/>
                      <a:pt x="5630" y="1076"/>
                    </a:cubicBezTo>
                    <a:cubicBezTo>
                      <a:pt x="5035" y="481"/>
                      <a:pt x="4229" y="147"/>
                      <a:pt x="3387" y="147"/>
                    </a:cubicBezTo>
                    <a:cubicBezTo>
                      <a:pt x="2546" y="147"/>
                      <a:pt x="1740" y="481"/>
                      <a:pt x="1145" y="1076"/>
                    </a:cubicBezTo>
                    <a:cubicBezTo>
                      <a:pt x="550" y="1671"/>
                      <a:pt x="216" y="2478"/>
                      <a:pt x="216" y="3319"/>
                    </a:cubicBezTo>
                    <a:cubicBezTo>
                      <a:pt x="216" y="4161"/>
                      <a:pt x="550" y="4968"/>
                      <a:pt x="1145" y="5563"/>
                    </a:cubicBezTo>
                    <a:cubicBezTo>
                      <a:pt x="1740" y="6158"/>
                      <a:pt x="2546" y="6492"/>
                      <a:pt x="3387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71" name="Freeform: Shape 4270">
                <a:extLst>
                  <a:ext uri="{FF2B5EF4-FFF2-40B4-BE49-F238E27FC236}">
                    <a16:creationId xmlns:a16="http://schemas.microsoft.com/office/drawing/2014/main" id="{0C961DF2-1CEC-EA64-321A-087A6F169D85}"/>
                  </a:ext>
                </a:extLst>
              </p:cNvPr>
              <p:cNvSpPr/>
              <p:nvPr/>
            </p:nvSpPr>
            <p:spPr>
              <a:xfrm>
                <a:off x="3609226" y="5360898"/>
                <a:ext cx="6343" cy="6345"/>
              </a:xfrm>
              <a:custGeom>
                <a:avLst/>
                <a:gdLst>
                  <a:gd name="connsiteX0" fmla="*/ 3389 w 6343"/>
                  <a:gd name="connsiteY0" fmla="*/ 6494 h 6345"/>
                  <a:gd name="connsiteX1" fmla="*/ 5632 w 6343"/>
                  <a:gd name="connsiteY1" fmla="*/ 5564 h 6345"/>
                  <a:gd name="connsiteX2" fmla="*/ 6560 w 6343"/>
                  <a:gd name="connsiteY2" fmla="*/ 3321 h 6345"/>
                  <a:gd name="connsiteX3" fmla="*/ 5632 w 6343"/>
                  <a:gd name="connsiteY3" fmla="*/ 1078 h 6345"/>
                  <a:gd name="connsiteX4" fmla="*/ 3389 w 6343"/>
                  <a:gd name="connsiteY4" fmla="*/ 148 h 6345"/>
                  <a:gd name="connsiteX5" fmla="*/ 1146 w 6343"/>
                  <a:gd name="connsiteY5" fmla="*/ 1078 h 6345"/>
                  <a:gd name="connsiteX6" fmla="*/ 217 w 6343"/>
                  <a:gd name="connsiteY6" fmla="*/ 3321 h 6345"/>
                  <a:gd name="connsiteX7" fmla="*/ 1146 w 6343"/>
                  <a:gd name="connsiteY7" fmla="*/ 5564 h 6345"/>
                  <a:gd name="connsiteX8" fmla="*/ 3389 w 6343"/>
                  <a:gd name="connsiteY8" fmla="*/ 64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4"/>
                    </a:moveTo>
                    <a:cubicBezTo>
                      <a:pt x="4230" y="6494"/>
                      <a:pt x="5037" y="6159"/>
                      <a:pt x="5632" y="5564"/>
                    </a:cubicBezTo>
                    <a:cubicBezTo>
                      <a:pt x="6226" y="4969"/>
                      <a:pt x="6560" y="4162"/>
                      <a:pt x="6560" y="3321"/>
                    </a:cubicBezTo>
                    <a:cubicBezTo>
                      <a:pt x="6560" y="2480"/>
                      <a:pt x="6226" y="1672"/>
                      <a:pt x="5632" y="1078"/>
                    </a:cubicBezTo>
                    <a:cubicBezTo>
                      <a:pt x="5037" y="483"/>
                      <a:pt x="4230" y="148"/>
                      <a:pt x="3389" y="148"/>
                    </a:cubicBezTo>
                    <a:cubicBezTo>
                      <a:pt x="2548" y="148"/>
                      <a:pt x="1741" y="483"/>
                      <a:pt x="1146" y="1078"/>
                    </a:cubicBezTo>
                    <a:cubicBezTo>
                      <a:pt x="552" y="1672"/>
                      <a:pt x="217" y="2480"/>
                      <a:pt x="217" y="3321"/>
                    </a:cubicBezTo>
                    <a:cubicBezTo>
                      <a:pt x="217" y="4162"/>
                      <a:pt x="552" y="4969"/>
                      <a:pt x="1146" y="5564"/>
                    </a:cubicBezTo>
                    <a:cubicBezTo>
                      <a:pt x="1741" y="6159"/>
                      <a:pt x="2548" y="6494"/>
                      <a:pt x="3389" y="64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72" name="Freeform: Shape 4271">
                <a:extLst>
                  <a:ext uri="{FF2B5EF4-FFF2-40B4-BE49-F238E27FC236}">
                    <a16:creationId xmlns:a16="http://schemas.microsoft.com/office/drawing/2014/main" id="{B57EFD3C-216E-6817-3733-3AFD0D0F5C8D}"/>
                  </a:ext>
                </a:extLst>
              </p:cNvPr>
              <p:cNvSpPr/>
              <p:nvPr/>
            </p:nvSpPr>
            <p:spPr>
              <a:xfrm>
                <a:off x="3611286" y="5358936"/>
                <a:ext cx="6343" cy="6345"/>
              </a:xfrm>
              <a:custGeom>
                <a:avLst/>
                <a:gdLst>
                  <a:gd name="connsiteX0" fmla="*/ 3389 w 6343"/>
                  <a:gd name="connsiteY0" fmla="*/ 6494 h 6345"/>
                  <a:gd name="connsiteX1" fmla="*/ 5632 w 6343"/>
                  <a:gd name="connsiteY1" fmla="*/ 5564 h 6345"/>
                  <a:gd name="connsiteX2" fmla="*/ 6561 w 6343"/>
                  <a:gd name="connsiteY2" fmla="*/ 3321 h 6345"/>
                  <a:gd name="connsiteX3" fmla="*/ 5632 w 6343"/>
                  <a:gd name="connsiteY3" fmla="*/ 1077 h 6345"/>
                  <a:gd name="connsiteX4" fmla="*/ 3389 w 6343"/>
                  <a:gd name="connsiteY4" fmla="*/ 148 h 6345"/>
                  <a:gd name="connsiteX5" fmla="*/ 1146 w 6343"/>
                  <a:gd name="connsiteY5" fmla="*/ 1077 h 6345"/>
                  <a:gd name="connsiteX6" fmla="*/ 217 w 6343"/>
                  <a:gd name="connsiteY6" fmla="*/ 3321 h 6345"/>
                  <a:gd name="connsiteX7" fmla="*/ 1146 w 6343"/>
                  <a:gd name="connsiteY7" fmla="*/ 5564 h 6345"/>
                  <a:gd name="connsiteX8" fmla="*/ 3389 w 6343"/>
                  <a:gd name="connsiteY8" fmla="*/ 64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4"/>
                    </a:moveTo>
                    <a:cubicBezTo>
                      <a:pt x="4230" y="6494"/>
                      <a:pt x="5037" y="6159"/>
                      <a:pt x="5632" y="5564"/>
                    </a:cubicBezTo>
                    <a:cubicBezTo>
                      <a:pt x="6226" y="4969"/>
                      <a:pt x="6561" y="4162"/>
                      <a:pt x="6561" y="3321"/>
                    </a:cubicBezTo>
                    <a:cubicBezTo>
                      <a:pt x="6561" y="2479"/>
                      <a:pt x="6226" y="1672"/>
                      <a:pt x="5632" y="1077"/>
                    </a:cubicBezTo>
                    <a:cubicBezTo>
                      <a:pt x="5037" y="482"/>
                      <a:pt x="4230" y="148"/>
                      <a:pt x="3389" y="148"/>
                    </a:cubicBezTo>
                    <a:cubicBezTo>
                      <a:pt x="2548" y="148"/>
                      <a:pt x="1741" y="482"/>
                      <a:pt x="1146" y="1077"/>
                    </a:cubicBezTo>
                    <a:cubicBezTo>
                      <a:pt x="552" y="1672"/>
                      <a:pt x="217" y="2479"/>
                      <a:pt x="217" y="3321"/>
                    </a:cubicBezTo>
                    <a:cubicBezTo>
                      <a:pt x="217" y="4162"/>
                      <a:pt x="552" y="4969"/>
                      <a:pt x="1146" y="5564"/>
                    </a:cubicBezTo>
                    <a:cubicBezTo>
                      <a:pt x="1741" y="6159"/>
                      <a:pt x="2548" y="6494"/>
                      <a:pt x="3389" y="64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73" name="Freeform: Shape 4272">
                <a:extLst>
                  <a:ext uri="{FF2B5EF4-FFF2-40B4-BE49-F238E27FC236}">
                    <a16:creationId xmlns:a16="http://schemas.microsoft.com/office/drawing/2014/main" id="{52E7C67B-FE35-A40E-890A-2EC0BE57EE5D}"/>
                  </a:ext>
                </a:extLst>
              </p:cNvPr>
              <p:cNvSpPr/>
              <p:nvPr/>
            </p:nvSpPr>
            <p:spPr>
              <a:xfrm>
                <a:off x="3613495" y="5357180"/>
                <a:ext cx="6343" cy="6345"/>
              </a:xfrm>
              <a:custGeom>
                <a:avLst/>
                <a:gdLst>
                  <a:gd name="connsiteX0" fmla="*/ 3389 w 6343"/>
                  <a:gd name="connsiteY0" fmla="*/ 6493 h 6345"/>
                  <a:gd name="connsiteX1" fmla="*/ 5632 w 6343"/>
                  <a:gd name="connsiteY1" fmla="*/ 5564 h 6345"/>
                  <a:gd name="connsiteX2" fmla="*/ 6561 w 6343"/>
                  <a:gd name="connsiteY2" fmla="*/ 3321 h 6345"/>
                  <a:gd name="connsiteX3" fmla="*/ 5632 w 6343"/>
                  <a:gd name="connsiteY3" fmla="*/ 1077 h 6345"/>
                  <a:gd name="connsiteX4" fmla="*/ 3389 w 6343"/>
                  <a:gd name="connsiteY4" fmla="*/ 148 h 6345"/>
                  <a:gd name="connsiteX5" fmla="*/ 1147 w 6343"/>
                  <a:gd name="connsiteY5" fmla="*/ 1077 h 6345"/>
                  <a:gd name="connsiteX6" fmla="*/ 218 w 6343"/>
                  <a:gd name="connsiteY6" fmla="*/ 3321 h 6345"/>
                  <a:gd name="connsiteX7" fmla="*/ 1147 w 6343"/>
                  <a:gd name="connsiteY7" fmla="*/ 5564 h 6345"/>
                  <a:gd name="connsiteX8" fmla="*/ 3389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3"/>
                    </a:moveTo>
                    <a:cubicBezTo>
                      <a:pt x="4230" y="6493"/>
                      <a:pt x="5037" y="6159"/>
                      <a:pt x="5632" y="5564"/>
                    </a:cubicBezTo>
                    <a:cubicBezTo>
                      <a:pt x="6227" y="4969"/>
                      <a:pt x="6561" y="4162"/>
                      <a:pt x="6561" y="3321"/>
                    </a:cubicBezTo>
                    <a:cubicBezTo>
                      <a:pt x="6561" y="2479"/>
                      <a:pt x="6227" y="1672"/>
                      <a:pt x="5632" y="1077"/>
                    </a:cubicBezTo>
                    <a:cubicBezTo>
                      <a:pt x="5037" y="482"/>
                      <a:pt x="4230" y="148"/>
                      <a:pt x="3389" y="148"/>
                    </a:cubicBezTo>
                    <a:cubicBezTo>
                      <a:pt x="2548" y="148"/>
                      <a:pt x="1741" y="482"/>
                      <a:pt x="1147" y="1077"/>
                    </a:cubicBezTo>
                    <a:cubicBezTo>
                      <a:pt x="552" y="1672"/>
                      <a:pt x="218" y="2479"/>
                      <a:pt x="218" y="3321"/>
                    </a:cubicBezTo>
                    <a:cubicBezTo>
                      <a:pt x="218" y="4162"/>
                      <a:pt x="552" y="4969"/>
                      <a:pt x="1147" y="5564"/>
                    </a:cubicBezTo>
                    <a:cubicBezTo>
                      <a:pt x="1741" y="6159"/>
                      <a:pt x="2548" y="6493"/>
                      <a:pt x="3389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74" name="Freeform: Shape 4273">
                <a:extLst>
                  <a:ext uri="{FF2B5EF4-FFF2-40B4-BE49-F238E27FC236}">
                    <a16:creationId xmlns:a16="http://schemas.microsoft.com/office/drawing/2014/main" id="{540F8C93-0A74-53A1-29A7-4E2DE3C96F9E}"/>
                  </a:ext>
                </a:extLst>
              </p:cNvPr>
              <p:cNvSpPr/>
              <p:nvPr/>
            </p:nvSpPr>
            <p:spPr>
              <a:xfrm>
                <a:off x="3646406" y="5400784"/>
                <a:ext cx="6343" cy="6345"/>
              </a:xfrm>
              <a:custGeom>
                <a:avLst/>
                <a:gdLst>
                  <a:gd name="connsiteX0" fmla="*/ 3392 w 6343"/>
                  <a:gd name="connsiteY0" fmla="*/ 6497 h 6345"/>
                  <a:gd name="connsiteX1" fmla="*/ 5634 w 6343"/>
                  <a:gd name="connsiteY1" fmla="*/ 5568 h 6345"/>
                  <a:gd name="connsiteX2" fmla="*/ 6563 w 6343"/>
                  <a:gd name="connsiteY2" fmla="*/ 3324 h 6345"/>
                  <a:gd name="connsiteX3" fmla="*/ 5634 w 6343"/>
                  <a:gd name="connsiteY3" fmla="*/ 1081 h 6345"/>
                  <a:gd name="connsiteX4" fmla="*/ 3392 w 6343"/>
                  <a:gd name="connsiteY4" fmla="*/ 151 h 6345"/>
                  <a:gd name="connsiteX5" fmla="*/ 1149 w 6343"/>
                  <a:gd name="connsiteY5" fmla="*/ 1081 h 6345"/>
                  <a:gd name="connsiteX6" fmla="*/ 220 w 6343"/>
                  <a:gd name="connsiteY6" fmla="*/ 3324 h 6345"/>
                  <a:gd name="connsiteX7" fmla="*/ 1149 w 6343"/>
                  <a:gd name="connsiteY7" fmla="*/ 5568 h 6345"/>
                  <a:gd name="connsiteX8" fmla="*/ 3392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7"/>
                    </a:moveTo>
                    <a:cubicBezTo>
                      <a:pt x="4233" y="6497"/>
                      <a:pt x="5040" y="6163"/>
                      <a:pt x="5634" y="5568"/>
                    </a:cubicBezTo>
                    <a:cubicBezTo>
                      <a:pt x="6229" y="4973"/>
                      <a:pt x="6563" y="4166"/>
                      <a:pt x="6563" y="3324"/>
                    </a:cubicBezTo>
                    <a:cubicBezTo>
                      <a:pt x="6563" y="2483"/>
                      <a:pt x="6229" y="1676"/>
                      <a:pt x="5634" y="1081"/>
                    </a:cubicBezTo>
                    <a:cubicBezTo>
                      <a:pt x="5040" y="486"/>
                      <a:pt x="4233" y="151"/>
                      <a:pt x="3392" y="151"/>
                    </a:cubicBezTo>
                    <a:cubicBezTo>
                      <a:pt x="2551" y="151"/>
                      <a:pt x="1744" y="486"/>
                      <a:pt x="1149" y="1081"/>
                    </a:cubicBezTo>
                    <a:cubicBezTo>
                      <a:pt x="554" y="1676"/>
                      <a:pt x="220" y="2483"/>
                      <a:pt x="220" y="3324"/>
                    </a:cubicBezTo>
                    <a:cubicBezTo>
                      <a:pt x="220" y="4166"/>
                      <a:pt x="554" y="4973"/>
                      <a:pt x="1149" y="5568"/>
                    </a:cubicBezTo>
                    <a:cubicBezTo>
                      <a:pt x="1744" y="6163"/>
                      <a:pt x="2551" y="6497"/>
                      <a:pt x="3392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75" name="Freeform: Shape 4274">
                <a:extLst>
                  <a:ext uri="{FF2B5EF4-FFF2-40B4-BE49-F238E27FC236}">
                    <a16:creationId xmlns:a16="http://schemas.microsoft.com/office/drawing/2014/main" id="{197DCF21-F533-59B8-26F8-966F94E18D93}"/>
                  </a:ext>
                </a:extLst>
              </p:cNvPr>
              <p:cNvSpPr/>
              <p:nvPr/>
            </p:nvSpPr>
            <p:spPr>
              <a:xfrm>
                <a:off x="3648674" y="5399714"/>
                <a:ext cx="6343" cy="6345"/>
              </a:xfrm>
              <a:custGeom>
                <a:avLst/>
                <a:gdLst>
                  <a:gd name="connsiteX0" fmla="*/ 3392 w 6343"/>
                  <a:gd name="connsiteY0" fmla="*/ 6497 h 6345"/>
                  <a:gd name="connsiteX1" fmla="*/ 5635 w 6343"/>
                  <a:gd name="connsiteY1" fmla="*/ 5567 h 6345"/>
                  <a:gd name="connsiteX2" fmla="*/ 6564 w 6343"/>
                  <a:gd name="connsiteY2" fmla="*/ 3324 h 6345"/>
                  <a:gd name="connsiteX3" fmla="*/ 5635 w 6343"/>
                  <a:gd name="connsiteY3" fmla="*/ 1081 h 6345"/>
                  <a:gd name="connsiteX4" fmla="*/ 3392 w 6343"/>
                  <a:gd name="connsiteY4" fmla="*/ 151 h 6345"/>
                  <a:gd name="connsiteX5" fmla="*/ 1149 w 6343"/>
                  <a:gd name="connsiteY5" fmla="*/ 1081 h 6345"/>
                  <a:gd name="connsiteX6" fmla="*/ 220 w 6343"/>
                  <a:gd name="connsiteY6" fmla="*/ 3324 h 6345"/>
                  <a:gd name="connsiteX7" fmla="*/ 1149 w 6343"/>
                  <a:gd name="connsiteY7" fmla="*/ 5567 h 6345"/>
                  <a:gd name="connsiteX8" fmla="*/ 3392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7"/>
                    </a:moveTo>
                    <a:cubicBezTo>
                      <a:pt x="4233" y="6497"/>
                      <a:pt x="5040" y="6162"/>
                      <a:pt x="5635" y="5567"/>
                    </a:cubicBezTo>
                    <a:cubicBezTo>
                      <a:pt x="6229" y="4972"/>
                      <a:pt x="6564" y="4165"/>
                      <a:pt x="6564" y="3324"/>
                    </a:cubicBezTo>
                    <a:cubicBezTo>
                      <a:pt x="6564" y="2483"/>
                      <a:pt x="6229" y="1676"/>
                      <a:pt x="5635" y="1081"/>
                    </a:cubicBezTo>
                    <a:cubicBezTo>
                      <a:pt x="5040" y="486"/>
                      <a:pt x="4233" y="151"/>
                      <a:pt x="3392" y="151"/>
                    </a:cubicBezTo>
                    <a:cubicBezTo>
                      <a:pt x="2551" y="151"/>
                      <a:pt x="1744" y="486"/>
                      <a:pt x="1149" y="1081"/>
                    </a:cubicBezTo>
                    <a:cubicBezTo>
                      <a:pt x="555" y="1676"/>
                      <a:pt x="220" y="2483"/>
                      <a:pt x="220" y="3324"/>
                    </a:cubicBezTo>
                    <a:cubicBezTo>
                      <a:pt x="220" y="4165"/>
                      <a:pt x="555" y="4972"/>
                      <a:pt x="1149" y="5567"/>
                    </a:cubicBezTo>
                    <a:cubicBezTo>
                      <a:pt x="1744" y="6162"/>
                      <a:pt x="2551" y="6497"/>
                      <a:pt x="3392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76" name="Freeform: Shape 4275">
                <a:extLst>
                  <a:ext uri="{FF2B5EF4-FFF2-40B4-BE49-F238E27FC236}">
                    <a16:creationId xmlns:a16="http://schemas.microsoft.com/office/drawing/2014/main" id="{024CF1AA-7FC5-48D0-9646-CC2869FF6797}"/>
                  </a:ext>
                </a:extLst>
              </p:cNvPr>
              <p:cNvSpPr/>
              <p:nvPr/>
            </p:nvSpPr>
            <p:spPr>
              <a:xfrm>
                <a:off x="3650920" y="5398619"/>
                <a:ext cx="6343" cy="6345"/>
              </a:xfrm>
              <a:custGeom>
                <a:avLst/>
                <a:gdLst>
                  <a:gd name="connsiteX0" fmla="*/ 3392 w 6343"/>
                  <a:gd name="connsiteY0" fmla="*/ 6497 h 6345"/>
                  <a:gd name="connsiteX1" fmla="*/ 5635 w 6343"/>
                  <a:gd name="connsiteY1" fmla="*/ 5567 h 6345"/>
                  <a:gd name="connsiteX2" fmla="*/ 6564 w 6343"/>
                  <a:gd name="connsiteY2" fmla="*/ 3324 h 6345"/>
                  <a:gd name="connsiteX3" fmla="*/ 5635 w 6343"/>
                  <a:gd name="connsiteY3" fmla="*/ 1080 h 6345"/>
                  <a:gd name="connsiteX4" fmla="*/ 3392 w 6343"/>
                  <a:gd name="connsiteY4" fmla="*/ 151 h 6345"/>
                  <a:gd name="connsiteX5" fmla="*/ 1150 w 6343"/>
                  <a:gd name="connsiteY5" fmla="*/ 1080 h 6345"/>
                  <a:gd name="connsiteX6" fmla="*/ 221 w 6343"/>
                  <a:gd name="connsiteY6" fmla="*/ 3324 h 6345"/>
                  <a:gd name="connsiteX7" fmla="*/ 1150 w 6343"/>
                  <a:gd name="connsiteY7" fmla="*/ 5567 h 6345"/>
                  <a:gd name="connsiteX8" fmla="*/ 3392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7"/>
                    </a:moveTo>
                    <a:cubicBezTo>
                      <a:pt x="4233" y="6497"/>
                      <a:pt x="5040" y="6162"/>
                      <a:pt x="5635" y="5567"/>
                    </a:cubicBezTo>
                    <a:cubicBezTo>
                      <a:pt x="6230" y="4972"/>
                      <a:pt x="6564" y="4165"/>
                      <a:pt x="6564" y="3324"/>
                    </a:cubicBezTo>
                    <a:cubicBezTo>
                      <a:pt x="6564" y="2483"/>
                      <a:pt x="6230" y="1675"/>
                      <a:pt x="5635" y="1080"/>
                    </a:cubicBezTo>
                    <a:cubicBezTo>
                      <a:pt x="5040" y="486"/>
                      <a:pt x="4233" y="151"/>
                      <a:pt x="3392" y="151"/>
                    </a:cubicBezTo>
                    <a:cubicBezTo>
                      <a:pt x="2551" y="151"/>
                      <a:pt x="1744" y="486"/>
                      <a:pt x="1150" y="1080"/>
                    </a:cubicBezTo>
                    <a:cubicBezTo>
                      <a:pt x="555" y="1675"/>
                      <a:pt x="221" y="2483"/>
                      <a:pt x="221" y="3324"/>
                    </a:cubicBezTo>
                    <a:cubicBezTo>
                      <a:pt x="221" y="4165"/>
                      <a:pt x="555" y="4972"/>
                      <a:pt x="1150" y="5567"/>
                    </a:cubicBezTo>
                    <a:cubicBezTo>
                      <a:pt x="1744" y="6162"/>
                      <a:pt x="2551" y="6497"/>
                      <a:pt x="3392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77" name="Freeform: Shape 4276">
                <a:extLst>
                  <a:ext uri="{FF2B5EF4-FFF2-40B4-BE49-F238E27FC236}">
                    <a16:creationId xmlns:a16="http://schemas.microsoft.com/office/drawing/2014/main" id="{0A1D0C49-8ADC-EBE8-B89F-1F1209DDF542}"/>
                  </a:ext>
                </a:extLst>
              </p:cNvPr>
              <p:cNvSpPr/>
              <p:nvPr/>
            </p:nvSpPr>
            <p:spPr>
              <a:xfrm>
                <a:off x="3653172" y="5397539"/>
                <a:ext cx="6343" cy="6345"/>
              </a:xfrm>
              <a:custGeom>
                <a:avLst/>
                <a:gdLst>
                  <a:gd name="connsiteX0" fmla="*/ 3392 w 6343"/>
                  <a:gd name="connsiteY0" fmla="*/ 6497 h 6345"/>
                  <a:gd name="connsiteX1" fmla="*/ 5635 w 6343"/>
                  <a:gd name="connsiteY1" fmla="*/ 5567 h 6345"/>
                  <a:gd name="connsiteX2" fmla="*/ 6564 w 6343"/>
                  <a:gd name="connsiteY2" fmla="*/ 3324 h 6345"/>
                  <a:gd name="connsiteX3" fmla="*/ 5635 w 6343"/>
                  <a:gd name="connsiteY3" fmla="*/ 1080 h 6345"/>
                  <a:gd name="connsiteX4" fmla="*/ 3392 w 6343"/>
                  <a:gd name="connsiteY4" fmla="*/ 151 h 6345"/>
                  <a:gd name="connsiteX5" fmla="*/ 1150 w 6343"/>
                  <a:gd name="connsiteY5" fmla="*/ 1080 h 6345"/>
                  <a:gd name="connsiteX6" fmla="*/ 221 w 6343"/>
                  <a:gd name="connsiteY6" fmla="*/ 3324 h 6345"/>
                  <a:gd name="connsiteX7" fmla="*/ 1150 w 6343"/>
                  <a:gd name="connsiteY7" fmla="*/ 5567 h 6345"/>
                  <a:gd name="connsiteX8" fmla="*/ 3392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7"/>
                    </a:moveTo>
                    <a:cubicBezTo>
                      <a:pt x="4233" y="6497"/>
                      <a:pt x="5040" y="6162"/>
                      <a:pt x="5635" y="5567"/>
                    </a:cubicBezTo>
                    <a:cubicBezTo>
                      <a:pt x="6230" y="4972"/>
                      <a:pt x="6564" y="4165"/>
                      <a:pt x="6564" y="3324"/>
                    </a:cubicBezTo>
                    <a:cubicBezTo>
                      <a:pt x="6564" y="2482"/>
                      <a:pt x="6230" y="1675"/>
                      <a:pt x="5635" y="1080"/>
                    </a:cubicBezTo>
                    <a:cubicBezTo>
                      <a:pt x="5040" y="485"/>
                      <a:pt x="4233" y="151"/>
                      <a:pt x="3392" y="151"/>
                    </a:cubicBezTo>
                    <a:cubicBezTo>
                      <a:pt x="2551" y="151"/>
                      <a:pt x="1744" y="485"/>
                      <a:pt x="1150" y="1080"/>
                    </a:cubicBezTo>
                    <a:cubicBezTo>
                      <a:pt x="555" y="1675"/>
                      <a:pt x="221" y="2482"/>
                      <a:pt x="221" y="3324"/>
                    </a:cubicBezTo>
                    <a:cubicBezTo>
                      <a:pt x="221" y="4165"/>
                      <a:pt x="555" y="4972"/>
                      <a:pt x="1150" y="5567"/>
                    </a:cubicBezTo>
                    <a:cubicBezTo>
                      <a:pt x="1744" y="6162"/>
                      <a:pt x="2551" y="6497"/>
                      <a:pt x="3392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78" name="Freeform: Shape 4277">
                <a:extLst>
                  <a:ext uri="{FF2B5EF4-FFF2-40B4-BE49-F238E27FC236}">
                    <a16:creationId xmlns:a16="http://schemas.microsoft.com/office/drawing/2014/main" id="{EF90E950-C67C-6A6D-F4AE-A768C85C3E7C}"/>
                  </a:ext>
                </a:extLst>
              </p:cNvPr>
              <p:cNvSpPr/>
              <p:nvPr/>
            </p:nvSpPr>
            <p:spPr>
              <a:xfrm>
                <a:off x="3655453" y="5396513"/>
                <a:ext cx="6343" cy="6345"/>
              </a:xfrm>
              <a:custGeom>
                <a:avLst/>
                <a:gdLst>
                  <a:gd name="connsiteX0" fmla="*/ 3393 w 6343"/>
                  <a:gd name="connsiteY0" fmla="*/ 6496 h 6345"/>
                  <a:gd name="connsiteX1" fmla="*/ 5635 w 6343"/>
                  <a:gd name="connsiteY1" fmla="*/ 5567 h 6345"/>
                  <a:gd name="connsiteX2" fmla="*/ 6564 w 6343"/>
                  <a:gd name="connsiteY2" fmla="*/ 3324 h 6345"/>
                  <a:gd name="connsiteX3" fmla="*/ 5635 w 6343"/>
                  <a:gd name="connsiteY3" fmla="*/ 1080 h 6345"/>
                  <a:gd name="connsiteX4" fmla="*/ 3393 w 6343"/>
                  <a:gd name="connsiteY4" fmla="*/ 151 h 6345"/>
                  <a:gd name="connsiteX5" fmla="*/ 1150 w 6343"/>
                  <a:gd name="connsiteY5" fmla="*/ 1080 h 6345"/>
                  <a:gd name="connsiteX6" fmla="*/ 221 w 6343"/>
                  <a:gd name="connsiteY6" fmla="*/ 3324 h 6345"/>
                  <a:gd name="connsiteX7" fmla="*/ 1150 w 6343"/>
                  <a:gd name="connsiteY7" fmla="*/ 5567 h 6345"/>
                  <a:gd name="connsiteX8" fmla="*/ 3393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6"/>
                    </a:moveTo>
                    <a:cubicBezTo>
                      <a:pt x="4234" y="6496"/>
                      <a:pt x="5040" y="6162"/>
                      <a:pt x="5635" y="5567"/>
                    </a:cubicBezTo>
                    <a:cubicBezTo>
                      <a:pt x="6230" y="4972"/>
                      <a:pt x="6564" y="4165"/>
                      <a:pt x="6564" y="3324"/>
                    </a:cubicBezTo>
                    <a:cubicBezTo>
                      <a:pt x="6564" y="2482"/>
                      <a:pt x="6230" y="1675"/>
                      <a:pt x="5635" y="1080"/>
                    </a:cubicBezTo>
                    <a:cubicBezTo>
                      <a:pt x="5040" y="485"/>
                      <a:pt x="4234" y="151"/>
                      <a:pt x="3393" y="151"/>
                    </a:cubicBezTo>
                    <a:cubicBezTo>
                      <a:pt x="2551" y="151"/>
                      <a:pt x="1745" y="485"/>
                      <a:pt x="1150" y="1080"/>
                    </a:cubicBezTo>
                    <a:cubicBezTo>
                      <a:pt x="555" y="1675"/>
                      <a:pt x="221" y="2482"/>
                      <a:pt x="221" y="3324"/>
                    </a:cubicBezTo>
                    <a:cubicBezTo>
                      <a:pt x="221" y="4165"/>
                      <a:pt x="555" y="4972"/>
                      <a:pt x="1150" y="5567"/>
                    </a:cubicBezTo>
                    <a:cubicBezTo>
                      <a:pt x="1745" y="6162"/>
                      <a:pt x="2551" y="6496"/>
                      <a:pt x="3393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79" name="Freeform: Shape 4278">
                <a:extLst>
                  <a:ext uri="{FF2B5EF4-FFF2-40B4-BE49-F238E27FC236}">
                    <a16:creationId xmlns:a16="http://schemas.microsoft.com/office/drawing/2014/main" id="{2AC92BB4-22FF-B1A3-031D-71EB22B2A620}"/>
                  </a:ext>
                </a:extLst>
              </p:cNvPr>
              <p:cNvSpPr/>
              <p:nvPr/>
            </p:nvSpPr>
            <p:spPr>
              <a:xfrm>
                <a:off x="3657689" y="5395424"/>
                <a:ext cx="6343" cy="6345"/>
              </a:xfrm>
              <a:custGeom>
                <a:avLst/>
                <a:gdLst>
                  <a:gd name="connsiteX0" fmla="*/ 3393 w 6343"/>
                  <a:gd name="connsiteY0" fmla="*/ 6496 h 6345"/>
                  <a:gd name="connsiteX1" fmla="*/ 5635 w 6343"/>
                  <a:gd name="connsiteY1" fmla="*/ 5567 h 6345"/>
                  <a:gd name="connsiteX2" fmla="*/ 6564 w 6343"/>
                  <a:gd name="connsiteY2" fmla="*/ 3324 h 6345"/>
                  <a:gd name="connsiteX3" fmla="*/ 5635 w 6343"/>
                  <a:gd name="connsiteY3" fmla="*/ 1080 h 6345"/>
                  <a:gd name="connsiteX4" fmla="*/ 3393 w 6343"/>
                  <a:gd name="connsiteY4" fmla="*/ 151 h 6345"/>
                  <a:gd name="connsiteX5" fmla="*/ 1150 w 6343"/>
                  <a:gd name="connsiteY5" fmla="*/ 1080 h 6345"/>
                  <a:gd name="connsiteX6" fmla="*/ 221 w 6343"/>
                  <a:gd name="connsiteY6" fmla="*/ 3324 h 6345"/>
                  <a:gd name="connsiteX7" fmla="*/ 1150 w 6343"/>
                  <a:gd name="connsiteY7" fmla="*/ 5567 h 6345"/>
                  <a:gd name="connsiteX8" fmla="*/ 3393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6"/>
                    </a:moveTo>
                    <a:cubicBezTo>
                      <a:pt x="4234" y="6496"/>
                      <a:pt x="5041" y="6162"/>
                      <a:pt x="5635" y="5567"/>
                    </a:cubicBezTo>
                    <a:cubicBezTo>
                      <a:pt x="6230" y="4972"/>
                      <a:pt x="6564" y="4165"/>
                      <a:pt x="6564" y="3324"/>
                    </a:cubicBezTo>
                    <a:cubicBezTo>
                      <a:pt x="6564" y="2482"/>
                      <a:pt x="6230" y="1675"/>
                      <a:pt x="5635" y="1080"/>
                    </a:cubicBezTo>
                    <a:cubicBezTo>
                      <a:pt x="5041" y="485"/>
                      <a:pt x="4234" y="151"/>
                      <a:pt x="3393" y="151"/>
                    </a:cubicBezTo>
                    <a:cubicBezTo>
                      <a:pt x="2552" y="151"/>
                      <a:pt x="1745" y="485"/>
                      <a:pt x="1150" y="1080"/>
                    </a:cubicBezTo>
                    <a:cubicBezTo>
                      <a:pt x="555" y="1675"/>
                      <a:pt x="221" y="2482"/>
                      <a:pt x="221" y="3324"/>
                    </a:cubicBezTo>
                    <a:cubicBezTo>
                      <a:pt x="221" y="4165"/>
                      <a:pt x="555" y="4972"/>
                      <a:pt x="1150" y="5567"/>
                    </a:cubicBezTo>
                    <a:cubicBezTo>
                      <a:pt x="1745" y="6162"/>
                      <a:pt x="2552" y="6496"/>
                      <a:pt x="3393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80" name="Freeform: Shape 4279">
                <a:extLst>
                  <a:ext uri="{FF2B5EF4-FFF2-40B4-BE49-F238E27FC236}">
                    <a16:creationId xmlns:a16="http://schemas.microsoft.com/office/drawing/2014/main" id="{2D555349-FA98-8F17-FFA4-5AC859AA1479}"/>
                  </a:ext>
                </a:extLst>
              </p:cNvPr>
              <p:cNvSpPr/>
              <p:nvPr/>
            </p:nvSpPr>
            <p:spPr>
              <a:xfrm>
                <a:off x="3660080" y="5394589"/>
                <a:ext cx="6343" cy="6345"/>
              </a:xfrm>
              <a:custGeom>
                <a:avLst/>
                <a:gdLst>
                  <a:gd name="connsiteX0" fmla="*/ 3393 w 6343"/>
                  <a:gd name="connsiteY0" fmla="*/ 6496 h 6345"/>
                  <a:gd name="connsiteX1" fmla="*/ 5636 w 6343"/>
                  <a:gd name="connsiteY1" fmla="*/ 5567 h 6345"/>
                  <a:gd name="connsiteX2" fmla="*/ 6564 w 6343"/>
                  <a:gd name="connsiteY2" fmla="*/ 3324 h 6345"/>
                  <a:gd name="connsiteX3" fmla="*/ 5636 w 6343"/>
                  <a:gd name="connsiteY3" fmla="*/ 1080 h 6345"/>
                  <a:gd name="connsiteX4" fmla="*/ 3393 w 6343"/>
                  <a:gd name="connsiteY4" fmla="*/ 151 h 6345"/>
                  <a:gd name="connsiteX5" fmla="*/ 1150 w 6343"/>
                  <a:gd name="connsiteY5" fmla="*/ 1080 h 6345"/>
                  <a:gd name="connsiteX6" fmla="*/ 221 w 6343"/>
                  <a:gd name="connsiteY6" fmla="*/ 3324 h 6345"/>
                  <a:gd name="connsiteX7" fmla="*/ 1150 w 6343"/>
                  <a:gd name="connsiteY7" fmla="*/ 5567 h 6345"/>
                  <a:gd name="connsiteX8" fmla="*/ 3393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6"/>
                    </a:moveTo>
                    <a:cubicBezTo>
                      <a:pt x="4234" y="6496"/>
                      <a:pt x="5041" y="6162"/>
                      <a:pt x="5636" y="5567"/>
                    </a:cubicBezTo>
                    <a:cubicBezTo>
                      <a:pt x="6230" y="4972"/>
                      <a:pt x="6564" y="4165"/>
                      <a:pt x="6564" y="3324"/>
                    </a:cubicBezTo>
                    <a:cubicBezTo>
                      <a:pt x="6564" y="2482"/>
                      <a:pt x="6230" y="1675"/>
                      <a:pt x="5636" y="1080"/>
                    </a:cubicBezTo>
                    <a:cubicBezTo>
                      <a:pt x="5041" y="485"/>
                      <a:pt x="4234" y="151"/>
                      <a:pt x="3393" y="151"/>
                    </a:cubicBezTo>
                    <a:cubicBezTo>
                      <a:pt x="2552" y="151"/>
                      <a:pt x="1745" y="485"/>
                      <a:pt x="1150" y="1080"/>
                    </a:cubicBezTo>
                    <a:cubicBezTo>
                      <a:pt x="556" y="1675"/>
                      <a:pt x="221" y="2482"/>
                      <a:pt x="221" y="3324"/>
                    </a:cubicBezTo>
                    <a:cubicBezTo>
                      <a:pt x="221" y="4165"/>
                      <a:pt x="556" y="4972"/>
                      <a:pt x="1150" y="5567"/>
                    </a:cubicBezTo>
                    <a:cubicBezTo>
                      <a:pt x="1745" y="6162"/>
                      <a:pt x="2552" y="6496"/>
                      <a:pt x="3393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81" name="Freeform: Shape 4280">
                <a:extLst>
                  <a:ext uri="{FF2B5EF4-FFF2-40B4-BE49-F238E27FC236}">
                    <a16:creationId xmlns:a16="http://schemas.microsoft.com/office/drawing/2014/main" id="{DD033AC4-1007-DDA3-877F-5380850AFB06}"/>
                  </a:ext>
                </a:extLst>
              </p:cNvPr>
              <p:cNvSpPr/>
              <p:nvPr/>
            </p:nvSpPr>
            <p:spPr>
              <a:xfrm>
                <a:off x="3662398" y="5393650"/>
                <a:ext cx="6343" cy="6345"/>
              </a:xfrm>
              <a:custGeom>
                <a:avLst/>
                <a:gdLst>
                  <a:gd name="connsiteX0" fmla="*/ 3393 w 6343"/>
                  <a:gd name="connsiteY0" fmla="*/ 6496 h 6345"/>
                  <a:gd name="connsiteX1" fmla="*/ 5636 w 6343"/>
                  <a:gd name="connsiteY1" fmla="*/ 5567 h 6345"/>
                  <a:gd name="connsiteX2" fmla="*/ 6565 w 6343"/>
                  <a:gd name="connsiteY2" fmla="*/ 3324 h 6345"/>
                  <a:gd name="connsiteX3" fmla="*/ 5636 w 6343"/>
                  <a:gd name="connsiteY3" fmla="*/ 1080 h 6345"/>
                  <a:gd name="connsiteX4" fmla="*/ 3393 w 6343"/>
                  <a:gd name="connsiteY4" fmla="*/ 151 h 6345"/>
                  <a:gd name="connsiteX5" fmla="*/ 1150 w 6343"/>
                  <a:gd name="connsiteY5" fmla="*/ 1080 h 6345"/>
                  <a:gd name="connsiteX6" fmla="*/ 222 w 6343"/>
                  <a:gd name="connsiteY6" fmla="*/ 3324 h 6345"/>
                  <a:gd name="connsiteX7" fmla="*/ 1150 w 6343"/>
                  <a:gd name="connsiteY7" fmla="*/ 5567 h 6345"/>
                  <a:gd name="connsiteX8" fmla="*/ 3393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6"/>
                    </a:moveTo>
                    <a:cubicBezTo>
                      <a:pt x="4234" y="6496"/>
                      <a:pt x="5041" y="6162"/>
                      <a:pt x="5636" y="5567"/>
                    </a:cubicBezTo>
                    <a:cubicBezTo>
                      <a:pt x="6230" y="4972"/>
                      <a:pt x="6565" y="4165"/>
                      <a:pt x="6565" y="3324"/>
                    </a:cubicBezTo>
                    <a:cubicBezTo>
                      <a:pt x="6565" y="2482"/>
                      <a:pt x="6230" y="1675"/>
                      <a:pt x="5636" y="1080"/>
                    </a:cubicBezTo>
                    <a:cubicBezTo>
                      <a:pt x="5041" y="485"/>
                      <a:pt x="4234" y="151"/>
                      <a:pt x="3393" y="151"/>
                    </a:cubicBezTo>
                    <a:cubicBezTo>
                      <a:pt x="2552" y="151"/>
                      <a:pt x="1745" y="485"/>
                      <a:pt x="1150" y="1080"/>
                    </a:cubicBezTo>
                    <a:cubicBezTo>
                      <a:pt x="556" y="1675"/>
                      <a:pt x="222" y="2482"/>
                      <a:pt x="222" y="3324"/>
                    </a:cubicBezTo>
                    <a:cubicBezTo>
                      <a:pt x="222" y="4165"/>
                      <a:pt x="556" y="4972"/>
                      <a:pt x="1150" y="5567"/>
                    </a:cubicBezTo>
                    <a:cubicBezTo>
                      <a:pt x="1745" y="6162"/>
                      <a:pt x="2552" y="6496"/>
                      <a:pt x="3393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82" name="Freeform: Shape 4281">
                <a:extLst>
                  <a:ext uri="{FF2B5EF4-FFF2-40B4-BE49-F238E27FC236}">
                    <a16:creationId xmlns:a16="http://schemas.microsoft.com/office/drawing/2014/main" id="{6FFB2412-FFBF-B674-EEB7-BC0F28BD824B}"/>
                  </a:ext>
                </a:extLst>
              </p:cNvPr>
              <p:cNvSpPr/>
              <p:nvPr/>
            </p:nvSpPr>
            <p:spPr>
              <a:xfrm>
                <a:off x="3664500" y="5392363"/>
                <a:ext cx="6343" cy="6345"/>
              </a:xfrm>
              <a:custGeom>
                <a:avLst/>
                <a:gdLst>
                  <a:gd name="connsiteX0" fmla="*/ 3393 w 6343"/>
                  <a:gd name="connsiteY0" fmla="*/ 6496 h 6345"/>
                  <a:gd name="connsiteX1" fmla="*/ 5636 w 6343"/>
                  <a:gd name="connsiteY1" fmla="*/ 5567 h 6345"/>
                  <a:gd name="connsiteX2" fmla="*/ 6565 w 6343"/>
                  <a:gd name="connsiteY2" fmla="*/ 3323 h 6345"/>
                  <a:gd name="connsiteX3" fmla="*/ 5636 w 6343"/>
                  <a:gd name="connsiteY3" fmla="*/ 1080 h 6345"/>
                  <a:gd name="connsiteX4" fmla="*/ 3393 w 6343"/>
                  <a:gd name="connsiteY4" fmla="*/ 151 h 6345"/>
                  <a:gd name="connsiteX5" fmla="*/ 1151 w 6343"/>
                  <a:gd name="connsiteY5" fmla="*/ 1080 h 6345"/>
                  <a:gd name="connsiteX6" fmla="*/ 222 w 6343"/>
                  <a:gd name="connsiteY6" fmla="*/ 3323 h 6345"/>
                  <a:gd name="connsiteX7" fmla="*/ 1151 w 6343"/>
                  <a:gd name="connsiteY7" fmla="*/ 5567 h 6345"/>
                  <a:gd name="connsiteX8" fmla="*/ 3393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6"/>
                    </a:moveTo>
                    <a:cubicBezTo>
                      <a:pt x="4234" y="6496"/>
                      <a:pt x="5041" y="6162"/>
                      <a:pt x="5636" y="5567"/>
                    </a:cubicBezTo>
                    <a:cubicBezTo>
                      <a:pt x="6231" y="4972"/>
                      <a:pt x="6565" y="4165"/>
                      <a:pt x="6565" y="3323"/>
                    </a:cubicBezTo>
                    <a:cubicBezTo>
                      <a:pt x="6565" y="2482"/>
                      <a:pt x="6231" y="1675"/>
                      <a:pt x="5636" y="1080"/>
                    </a:cubicBezTo>
                    <a:cubicBezTo>
                      <a:pt x="5041" y="485"/>
                      <a:pt x="4234" y="151"/>
                      <a:pt x="3393" y="151"/>
                    </a:cubicBezTo>
                    <a:cubicBezTo>
                      <a:pt x="2552" y="151"/>
                      <a:pt x="1745" y="485"/>
                      <a:pt x="1151" y="1080"/>
                    </a:cubicBezTo>
                    <a:cubicBezTo>
                      <a:pt x="556" y="1675"/>
                      <a:pt x="222" y="2482"/>
                      <a:pt x="222" y="3323"/>
                    </a:cubicBezTo>
                    <a:cubicBezTo>
                      <a:pt x="222" y="4165"/>
                      <a:pt x="556" y="4972"/>
                      <a:pt x="1151" y="5567"/>
                    </a:cubicBezTo>
                    <a:cubicBezTo>
                      <a:pt x="1745" y="6162"/>
                      <a:pt x="2552" y="6496"/>
                      <a:pt x="3393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83" name="Freeform: Shape 4282">
                <a:extLst>
                  <a:ext uri="{FF2B5EF4-FFF2-40B4-BE49-F238E27FC236}">
                    <a16:creationId xmlns:a16="http://schemas.microsoft.com/office/drawing/2014/main" id="{D91FE32B-BB9E-79AB-2E2E-4EB5419A8CCA}"/>
                  </a:ext>
                </a:extLst>
              </p:cNvPr>
              <p:cNvSpPr/>
              <p:nvPr/>
            </p:nvSpPr>
            <p:spPr>
              <a:xfrm>
                <a:off x="3666536" y="5390968"/>
                <a:ext cx="6343" cy="6345"/>
              </a:xfrm>
              <a:custGeom>
                <a:avLst/>
                <a:gdLst>
                  <a:gd name="connsiteX0" fmla="*/ 3393 w 6343"/>
                  <a:gd name="connsiteY0" fmla="*/ 6496 h 6345"/>
                  <a:gd name="connsiteX1" fmla="*/ 5636 w 6343"/>
                  <a:gd name="connsiteY1" fmla="*/ 5567 h 6345"/>
                  <a:gd name="connsiteX2" fmla="*/ 6565 w 6343"/>
                  <a:gd name="connsiteY2" fmla="*/ 3323 h 6345"/>
                  <a:gd name="connsiteX3" fmla="*/ 5636 w 6343"/>
                  <a:gd name="connsiteY3" fmla="*/ 1080 h 6345"/>
                  <a:gd name="connsiteX4" fmla="*/ 3393 w 6343"/>
                  <a:gd name="connsiteY4" fmla="*/ 151 h 6345"/>
                  <a:gd name="connsiteX5" fmla="*/ 1151 w 6343"/>
                  <a:gd name="connsiteY5" fmla="*/ 1080 h 6345"/>
                  <a:gd name="connsiteX6" fmla="*/ 222 w 6343"/>
                  <a:gd name="connsiteY6" fmla="*/ 3323 h 6345"/>
                  <a:gd name="connsiteX7" fmla="*/ 1151 w 6343"/>
                  <a:gd name="connsiteY7" fmla="*/ 5567 h 6345"/>
                  <a:gd name="connsiteX8" fmla="*/ 3393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6"/>
                    </a:moveTo>
                    <a:cubicBezTo>
                      <a:pt x="4235" y="6496"/>
                      <a:pt x="5041" y="6162"/>
                      <a:pt x="5636" y="5567"/>
                    </a:cubicBezTo>
                    <a:cubicBezTo>
                      <a:pt x="6231" y="4972"/>
                      <a:pt x="6565" y="4165"/>
                      <a:pt x="6565" y="3323"/>
                    </a:cubicBezTo>
                    <a:cubicBezTo>
                      <a:pt x="6565" y="2482"/>
                      <a:pt x="6231" y="1675"/>
                      <a:pt x="5636" y="1080"/>
                    </a:cubicBezTo>
                    <a:cubicBezTo>
                      <a:pt x="5041" y="485"/>
                      <a:pt x="4235" y="151"/>
                      <a:pt x="3393" y="151"/>
                    </a:cubicBezTo>
                    <a:cubicBezTo>
                      <a:pt x="2552" y="151"/>
                      <a:pt x="1746" y="485"/>
                      <a:pt x="1151" y="1080"/>
                    </a:cubicBezTo>
                    <a:cubicBezTo>
                      <a:pt x="556" y="1675"/>
                      <a:pt x="222" y="2482"/>
                      <a:pt x="222" y="3323"/>
                    </a:cubicBezTo>
                    <a:cubicBezTo>
                      <a:pt x="222" y="4165"/>
                      <a:pt x="556" y="4972"/>
                      <a:pt x="1151" y="5567"/>
                    </a:cubicBezTo>
                    <a:cubicBezTo>
                      <a:pt x="1746" y="6162"/>
                      <a:pt x="2552" y="6496"/>
                      <a:pt x="3393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84" name="Freeform: Shape 4283">
                <a:extLst>
                  <a:ext uri="{FF2B5EF4-FFF2-40B4-BE49-F238E27FC236}">
                    <a16:creationId xmlns:a16="http://schemas.microsoft.com/office/drawing/2014/main" id="{71A58A05-6170-81FA-892D-111398DE3488}"/>
                  </a:ext>
                </a:extLst>
              </p:cNvPr>
              <p:cNvSpPr/>
              <p:nvPr/>
            </p:nvSpPr>
            <p:spPr>
              <a:xfrm>
                <a:off x="3670168" y="5392269"/>
                <a:ext cx="6343" cy="6345"/>
              </a:xfrm>
              <a:custGeom>
                <a:avLst/>
                <a:gdLst>
                  <a:gd name="connsiteX0" fmla="*/ 3394 w 6343"/>
                  <a:gd name="connsiteY0" fmla="*/ 6496 h 6345"/>
                  <a:gd name="connsiteX1" fmla="*/ 5636 w 6343"/>
                  <a:gd name="connsiteY1" fmla="*/ 5567 h 6345"/>
                  <a:gd name="connsiteX2" fmla="*/ 6565 w 6343"/>
                  <a:gd name="connsiteY2" fmla="*/ 3323 h 6345"/>
                  <a:gd name="connsiteX3" fmla="*/ 5636 w 6343"/>
                  <a:gd name="connsiteY3" fmla="*/ 1080 h 6345"/>
                  <a:gd name="connsiteX4" fmla="*/ 3394 w 6343"/>
                  <a:gd name="connsiteY4" fmla="*/ 151 h 6345"/>
                  <a:gd name="connsiteX5" fmla="*/ 1151 w 6343"/>
                  <a:gd name="connsiteY5" fmla="*/ 1080 h 6345"/>
                  <a:gd name="connsiteX6" fmla="*/ 222 w 6343"/>
                  <a:gd name="connsiteY6" fmla="*/ 3323 h 6345"/>
                  <a:gd name="connsiteX7" fmla="*/ 1151 w 6343"/>
                  <a:gd name="connsiteY7" fmla="*/ 5567 h 6345"/>
                  <a:gd name="connsiteX8" fmla="*/ 3394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6"/>
                    </a:moveTo>
                    <a:cubicBezTo>
                      <a:pt x="4235" y="6496"/>
                      <a:pt x="5042" y="6162"/>
                      <a:pt x="5636" y="5567"/>
                    </a:cubicBezTo>
                    <a:cubicBezTo>
                      <a:pt x="6231" y="4972"/>
                      <a:pt x="6565" y="4165"/>
                      <a:pt x="6565" y="3323"/>
                    </a:cubicBezTo>
                    <a:cubicBezTo>
                      <a:pt x="6565" y="2482"/>
                      <a:pt x="6231" y="1675"/>
                      <a:pt x="5636" y="1080"/>
                    </a:cubicBezTo>
                    <a:cubicBezTo>
                      <a:pt x="5042" y="485"/>
                      <a:pt x="4235" y="151"/>
                      <a:pt x="3394" y="151"/>
                    </a:cubicBezTo>
                    <a:cubicBezTo>
                      <a:pt x="2553" y="151"/>
                      <a:pt x="1746" y="485"/>
                      <a:pt x="1151" y="1080"/>
                    </a:cubicBezTo>
                    <a:cubicBezTo>
                      <a:pt x="556" y="1675"/>
                      <a:pt x="222" y="2482"/>
                      <a:pt x="222" y="3323"/>
                    </a:cubicBezTo>
                    <a:cubicBezTo>
                      <a:pt x="222" y="4165"/>
                      <a:pt x="556" y="4972"/>
                      <a:pt x="1151" y="5567"/>
                    </a:cubicBezTo>
                    <a:cubicBezTo>
                      <a:pt x="1746" y="6162"/>
                      <a:pt x="2553" y="6496"/>
                      <a:pt x="3394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85" name="Freeform: Shape 4284">
                <a:extLst>
                  <a:ext uri="{FF2B5EF4-FFF2-40B4-BE49-F238E27FC236}">
                    <a16:creationId xmlns:a16="http://schemas.microsoft.com/office/drawing/2014/main" id="{54E48149-9F1A-026E-358C-73901CC8CE3A}"/>
                  </a:ext>
                </a:extLst>
              </p:cNvPr>
              <p:cNvSpPr/>
              <p:nvPr/>
            </p:nvSpPr>
            <p:spPr>
              <a:xfrm>
                <a:off x="3672444" y="5391316"/>
                <a:ext cx="6343" cy="6345"/>
              </a:xfrm>
              <a:custGeom>
                <a:avLst/>
                <a:gdLst>
                  <a:gd name="connsiteX0" fmla="*/ 3394 w 6343"/>
                  <a:gd name="connsiteY0" fmla="*/ 6496 h 6345"/>
                  <a:gd name="connsiteX1" fmla="*/ 5636 w 6343"/>
                  <a:gd name="connsiteY1" fmla="*/ 5567 h 6345"/>
                  <a:gd name="connsiteX2" fmla="*/ 6565 w 6343"/>
                  <a:gd name="connsiteY2" fmla="*/ 3323 h 6345"/>
                  <a:gd name="connsiteX3" fmla="*/ 5636 w 6343"/>
                  <a:gd name="connsiteY3" fmla="*/ 1080 h 6345"/>
                  <a:gd name="connsiteX4" fmla="*/ 3394 w 6343"/>
                  <a:gd name="connsiteY4" fmla="*/ 151 h 6345"/>
                  <a:gd name="connsiteX5" fmla="*/ 1151 w 6343"/>
                  <a:gd name="connsiteY5" fmla="*/ 1080 h 6345"/>
                  <a:gd name="connsiteX6" fmla="*/ 222 w 6343"/>
                  <a:gd name="connsiteY6" fmla="*/ 3323 h 6345"/>
                  <a:gd name="connsiteX7" fmla="*/ 1151 w 6343"/>
                  <a:gd name="connsiteY7" fmla="*/ 5567 h 6345"/>
                  <a:gd name="connsiteX8" fmla="*/ 3394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6"/>
                    </a:moveTo>
                    <a:cubicBezTo>
                      <a:pt x="4235" y="6496"/>
                      <a:pt x="5042" y="6162"/>
                      <a:pt x="5636" y="5567"/>
                    </a:cubicBezTo>
                    <a:cubicBezTo>
                      <a:pt x="6231" y="4972"/>
                      <a:pt x="6565" y="4165"/>
                      <a:pt x="6565" y="3323"/>
                    </a:cubicBezTo>
                    <a:cubicBezTo>
                      <a:pt x="6565" y="2482"/>
                      <a:pt x="6231" y="1675"/>
                      <a:pt x="5636" y="1080"/>
                    </a:cubicBezTo>
                    <a:cubicBezTo>
                      <a:pt x="5042" y="485"/>
                      <a:pt x="4235" y="151"/>
                      <a:pt x="3394" y="151"/>
                    </a:cubicBezTo>
                    <a:cubicBezTo>
                      <a:pt x="2553" y="151"/>
                      <a:pt x="1746" y="485"/>
                      <a:pt x="1151" y="1080"/>
                    </a:cubicBezTo>
                    <a:cubicBezTo>
                      <a:pt x="556" y="1675"/>
                      <a:pt x="222" y="2482"/>
                      <a:pt x="222" y="3323"/>
                    </a:cubicBezTo>
                    <a:cubicBezTo>
                      <a:pt x="222" y="4165"/>
                      <a:pt x="556" y="4972"/>
                      <a:pt x="1151" y="5567"/>
                    </a:cubicBezTo>
                    <a:cubicBezTo>
                      <a:pt x="1746" y="6162"/>
                      <a:pt x="2553" y="6496"/>
                      <a:pt x="3394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86" name="Freeform: Shape 4285">
                <a:extLst>
                  <a:ext uri="{FF2B5EF4-FFF2-40B4-BE49-F238E27FC236}">
                    <a16:creationId xmlns:a16="http://schemas.microsoft.com/office/drawing/2014/main" id="{D35CDFB6-8276-FC49-E323-8994E7A8FC82}"/>
                  </a:ext>
                </a:extLst>
              </p:cNvPr>
              <p:cNvSpPr/>
              <p:nvPr/>
            </p:nvSpPr>
            <p:spPr>
              <a:xfrm>
                <a:off x="3674771" y="5390459"/>
                <a:ext cx="6343" cy="6345"/>
              </a:xfrm>
              <a:custGeom>
                <a:avLst/>
                <a:gdLst>
                  <a:gd name="connsiteX0" fmla="*/ 3394 w 6343"/>
                  <a:gd name="connsiteY0" fmla="*/ 6496 h 6345"/>
                  <a:gd name="connsiteX1" fmla="*/ 5637 w 6343"/>
                  <a:gd name="connsiteY1" fmla="*/ 5567 h 6345"/>
                  <a:gd name="connsiteX2" fmla="*/ 6566 w 6343"/>
                  <a:gd name="connsiteY2" fmla="*/ 3323 h 6345"/>
                  <a:gd name="connsiteX3" fmla="*/ 5637 w 6343"/>
                  <a:gd name="connsiteY3" fmla="*/ 1080 h 6345"/>
                  <a:gd name="connsiteX4" fmla="*/ 3394 w 6343"/>
                  <a:gd name="connsiteY4" fmla="*/ 151 h 6345"/>
                  <a:gd name="connsiteX5" fmla="*/ 1151 w 6343"/>
                  <a:gd name="connsiteY5" fmla="*/ 1080 h 6345"/>
                  <a:gd name="connsiteX6" fmla="*/ 222 w 6343"/>
                  <a:gd name="connsiteY6" fmla="*/ 3323 h 6345"/>
                  <a:gd name="connsiteX7" fmla="*/ 1151 w 6343"/>
                  <a:gd name="connsiteY7" fmla="*/ 5567 h 6345"/>
                  <a:gd name="connsiteX8" fmla="*/ 3394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6"/>
                    </a:moveTo>
                    <a:cubicBezTo>
                      <a:pt x="4235" y="6496"/>
                      <a:pt x="5042" y="6162"/>
                      <a:pt x="5637" y="5567"/>
                    </a:cubicBezTo>
                    <a:cubicBezTo>
                      <a:pt x="6231" y="4972"/>
                      <a:pt x="6566" y="4165"/>
                      <a:pt x="6566" y="3323"/>
                    </a:cubicBezTo>
                    <a:cubicBezTo>
                      <a:pt x="6566" y="2482"/>
                      <a:pt x="6231" y="1675"/>
                      <a:pt x="5637" y="1080"/>
                    </a:cubicBezTo>
                    <a:cubicBezTo>
                      <a:pt x="5042" y="485"/>
                      <a:pt x="4235" y="151"/>
                      <a:pt x="3394" y="151"/>
                    </a:cubicBezTo>
                    <a:cubicBezTo>
                      <a:pt x="2553" y="151"/>
                      <a:pt x="1746" y="485"/>
                      <a:pt x="1151" y="1080"/>
                    </a:cubicBezTo>
                    <a:cubicBezTo>
                      <a:pt x="557" y="1675"/>
                      <a:pt x="222" y="2482"/>
                      <a:pt x="222" y="3323"/>
                    </a:cubicBezTo>
                    <a:cubicBezTo>
                      <a:pt x="222" y="4165"/>
                      <a:pt x="557" y="4972"/>
                      <a:pt x="1151" y="5567"/>
                    </a:cubicBezTo>
                    <a:cubicBezTo>
                      <a:pt x="1746" y="6162"/>
                      <a:pt x="2553" y="6496"/>
                      <a:pt x="3394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87" name="Freeform: Shape 4286">
                <a:extLst>
                  <a:ext uri="{FF2B5EF4-FFF2-40B4-BE49-F238E27FC236}">
                    <a16:creationId xmlns:a16="http://schemas.microsoft.com/office/drawing/2014/main" id="{E68974B2-CE2B-4E6C-08B6-E19A8E4484F5}"/>
                  </a:ext>
                </a:extLst>
              </p:cNvPr>
              <p:cNvSpPr/>
              <p:nvPr/>
            </p:nvSpPr>
            <p:spPr>
              <a:xfrm>
                <a:off x="3677078" y="5389578"/>
                <a:ext cx="6343" cy="6345"/>
              </a:xfrm>
              <a:custGeom>
                <a:avLst/>
                <a:gdLst>
                  <a:gd name="connsiteX0" fmla="*/ 3394 w 6343"/>
                  <a:gd name="connsiteY0" fmla="*/ 6496 h 6345"/>
                  <a:gd name="connsiteX1" fmla="*/ 5637 w 6343"/>
                  <a:gd name="connsiteY1" fmla="*/ 5567 h 6345"/>
                  <a:gd name="connsiteX2" fmla="*/ 6566 w 6343"/>
                  <a:gd name="connsiteY2" fmla="*/ 3323 h 6345"/>
                  <a:gd name="connsiteX3" fmla="*/ 5637 w 6343"/>
                  <a:gd name="connsiteY3" fmla="*/ 1080 h 6345"/>
                  <a:gd name="connsiteX4" fmla="*/ 3394 w 6343"/>
                  <a:gd name="connsiteY4" fmla="*/ 151 h 6345"/>
                  <a:gd name="connsiteX5" fmla="*/ 1152 w 6343"/>
                  <a:gd name="connsiteY5" fmla="*/ 1080 h 6345"/>
                  <a:gd name="connsiteX6" fmla="*/ 223 w 6343"/>
                  <a:gd name="connsiteY6" fmla="*/ 3323 h 6345"/>
                  <a:gd name="connsiteX7" fmla="*/ 1152 w 6343"/>
                  <a:gd name="connsiteY7" fmla="*/ 5567 h 6345"/>
                  <a:gd name="connsiteX8" fmla="*/ 3394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6"/>
                    </a:moveTo>
                    <a:cubicBezTo>
                      <a:pt x="4235" y="6496"/>
                      <a:pt x="5042" y="6162"/>
                      <a:pt x="5637" y="5567"/>
                    </a:cubicBezTo>
                    <a:cubicBezTo>
                      <a:pt x="6232" y="4972"/>
                      <a:pt x="6566" y="4165"/>
                      <a:pt x="6566" y="3323"/>
                    </a:cubicBezTo>
                    <a:cubicBezTo>
                      <a:pt x="6566" y="2482"/>
                      <a:pt x="6232" y="1675"/>
                      <a:pt x="5637" y="1080"/>
                    </a:cubicBezTo>
                    <a:cubicBezTo>
                      <a:pt x="5042" y="485"/>
                      <a:pt x="4235" y="151"/>
                      <a:pt x="3394" y="151"/>
                    </a:cubicBezTo>
                    <a:cubicBezTo>
                      <a:pt x="2553" y="151"/>
                      <a:pt x="1746" y="485"/>
                      <a:pt x="1152" y="1080"/>
                    </a:cubicBezTo>
                    <a:cubicBezTo>
                      <a:pt x="557" y="1675"/>
                      <a:pt x="223" y="2482"/>
                      <a:pt x="223" y="3323"/>
                    </a:cubicBezTo>
                    <a:cubicBezTo>
                      <a:pt x="223" y="4165"/>
                      <a:pt x="557" y="4972"/>
                      <a:pt x="1152" y="5567"/>
                    </a:cubicBezTo>
                    <a:cubicBezTo>
                      <a:pt x="1746" y="6162"/>
                      <a:pt x="2553" y="6496"/>
                      <a:pt x="3394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88" name="Freeform: Shape 4287">
                <a:extLst>
                  <a:ext uri="{FF2B5EF4-FFF2-40B4-BE49-F238E27FC236}">
                    <a16:creationId xmlns:a16="http://schemas.microsoft.com/office/drawing/2014/main" id="{78FF03FC-AD5E-EC29-2739-9E50364C7BE8}"/>
                  </a:ext>
                </a:extLst>
              </p:cNvPr>
              <p:cNvSpPr/>
              <p:nvPr/>
            </p:nvSpPr>
            <p:spPr>
              <a:xfrm>
                <a:off x="3679388" y="5388711"/>
                <a:ext cx="6343" cy="6345"/>
              </a:xfrm>
              <a:custGeom>
                <a:avLst/>
                <a:gdLst>
                  <a:gd name="connsiteX0" fmla="*/ 3394 w 6343"/>
                  <a:gd name="connsiteY0" fmla="*/ 6496 h 6345"/>
                  <a:gd name="connsiteX1" fmla="*/ 5637 w 6343"/>
                  <a:gd name="connsiteY1" fmla="*/ 5567 h 6345"/>
                  <a:gd name="connsiteX2" fmla="*/ 6566 w 6343"/>
                  <a:gd name="connsiteY2" fmla="*/ 3323 h 6345"/>
                  <a:gd name="connsiteX3" fmla="*/ 5637 w 6343"/>
                  <a:gd name="connsiteY3" fmla="*/ 1080 h 6345"/>
                  <a:gd name="connsiteX4" fmla="*/ 3394 w 6343"/>
                  <a:gd name="connsiteY4" fmla="*/ 150 h 6345"/>
                  <a:gd name="connsiteX5" fmla="*/ 1152 w 6343"/>
                  <a:gd name="connsiteY5" fmla="*/ 1080 h 6345"/>
                  <a:gd name="connsiteX6" fmla="*/ 223 w 6343"/>
                  <a:gd name="connsiteY6" fmla="*/ 3323 h 6345"/>
                  <a:gd name="connsiteX7" fmla="*/ 1152 w 6343"/>
                  <a:gd name="connsiteY7" fmla="*/ 5567 h 6345"/>
                  <a:gd name="connsiteX8" fmla="*/ 3394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6"/>
                    </a:moveTo>
                    <a:cubicBezTo>
                      <a:pt x="4236" y="6496"/>
                      <a:pt x="5042" y="6162"/>
                      <a:pt x="5637" y="5567"/>
                    </a:cubicBezTo>
                    <a:cubicBezTo>
                      <a:pt x="6232" y="4972"/>
                      <a:pt x="6566" y="4165"/>
                      <a:pt x="6566" y="3323"/>
                    </a:cubicBezTo>
                    <a:cubicBezTo>
                      <a:pt x="6566" y="2482"/>
                      <a:pt x="6232" y="1675"/>
                      <a:pt x="5637" y="1080"/>
                    </a:cubicBezTo>
                    <a:cubicBezTo>
                      <a:pt x="5042" y="485"/>
                      <a:pt x="4236" y="150"/>
                      <a:pt x="3394" y="150"/>
                    </a:cubicBezTo>
                    <a:cubicBezTo>
                      <a:pt x="2553" y="150"/>
                      <a:pt x="1747" y="485"/>
                      <a:pt x="1152" y="1080"/>
                    </a:cubicBezTo>
                    <a:cubicBezTo>
                      <a:pt x="557" y="1675"/>
                      <a:pt x="223" y="2482"/>
                      <a:pt x="223" y="3323"/>
                    </a:cubicBezTo>
                    <a:cubicBezTo>
                      <a:pt x="223" y="4165"/>
                      <a:pt x="557" y="4972"/>
                      <a:pt x="1152" y="5567"/>
                    </a:cubicBezTo>
                    <a:cubicBezTo>
                      <a:pt x="1747" y="6162"/>
                      <a:pt x="2553" y="6496"/>
                      <a:pt x="3394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89" name="Freeform: Shape 4288">
                <a:extLst>
                  <a:ext uri="{FF2B5EF4-FFF2-40B4-BE49-F238E27FC236}">
                    <a16:creationId xmlns:a16="http://schemas.microsoft.com/office/drawing/2014/main" id="{E4C99CD7-4229-65DE-6EDF-F1FF4AF8BB85}"/>
                  </a:ext>
                </a:extLst>
              </p:cNvPr>
              <p:cNvSpPr/>
              <p:nvPr/>
            </p:nvSpPr>
            <p:spPr>
              <a:xfrm>
                <a:off x="3681634" y="5387736"/>
                <a:ext cx="6343" cy="6345"/>
              </a:xfrm>
              <a:custGeom>
                <a:avLst/>
                <a:gdLst>
                  <a:gd name="connsiteX0" fmla="*/ 3395 w 6343"/>
                  <a:gd name="connsiteY0" fmla="*/ 6496 h 6345"/>
                  <a:gd name="connsiteX1" fmla="*/ 5637 w 6343"/>
                  <a:gd name="connsiteY1" fmla="*/ 5567 h 6345"/>
                  <a:gd name="connsiteX2" fmla="*/ 6566 w 6343"/>
                  <a:gd name="connsiteY2" fmla="*/ 3323 h 6345"/>
                  <a:gd name="connsiteX3" fmla="*/ 5637 w 6343"/>
                  <a:gd name="connsiteY3" fmla="*/ 1080 h 6345"/>
                  <a:gd name="connsiteX4" fmla="*/ 3395 w 6343"/>
                  <a:gd name="connsiteY4" fmla="*/ 150 h 6345"/>
                  <a:gd name="connsiteX5" fmla="*/ 1152 w 6343"/>
                  <a:gd name="connsiteY5" fmla="*/ 1080 h 6345"/>
                  <a:gd name="connsiteX6" fmla="*/ 223 w 6343"/>
                  <a:gd name="connsiteY6" fmla="*/ 3323 h 6345"/>
                  <a:gd name="connsiteX7" fmla="*/ 1152 w 6343"/>
                  <a:gd name="connsiteY7" fmla="*/ 5567 h 6345"/>
                  <a:gd name="connsiteX8" fmla="*/ 3395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6"/>
                    </a:moveTo>
                    <a:cubicBezTo>
                      <a:pt x="4236" y="6496"/>
                      <a:pt x="5042" y="6161"/>
                      <a:pt x="5637" y="5567"/>
                    </a:cubicBezTo>
                    <a:cubicBezTo>
                      <a:pt x="6232" y="4972"/>
                      <a:pt x="6566" y="4164"/>
                      <a:pt x="6566" y="3323"/>
                    </a:cubicBezTo>
                    <a:cubicBezTo>
                      <a:pt x="6566" y="2482"/>
                      <a:pt x="6232" y="1675"/>
                      <a:pt x="5637" y="1080"/>
                    </a:cubicBezTo>
                    <a:cubicBezTo>
                      <a:pt x="5042" y="485"/>
                      <a:pt x="4236" y="150"/>
                      <a:pt x="3395" y="150"/>
                    </a:cubicBezTo>
                    <a:cubicBezTo>
                      <a:pt x="2553" y="150"/>
                      <a:pt x="1747" y="485"/>
                      <a:pt x="1152" y="1080"/>
                    </a:cubicBezTo>
                    <a:cubicBezTo>
                      <a:pt x="557" y="1675"/>
                      <a:pt x="223" y="2482"/>
                      <a:pt x="223" y="3323"/>
                    </a:cubicBezTo>
                    <a:cubicBezTo>
                      <a:pt x="223" y="4164"/>
                      <a:pt x="557" y="4972"/>
                      <a:pt x="1152" y="5567"/>
                    </a:cubicBezTo>
                    <a:cubicBezTo>
                      <a:pt x="1747" y="6161"/>
                      <a:pt x="2553" y="6496"/>
                      <a:pt x="3395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90" name="Freeform: Shape 4289">
                <a:extLst>
                  <a:ext uri="{FF2B5EF4-FFF2-40B4-BE49-F238E27FC236}">
                    <a16:creationId xmlns:a16="http://schemas.microsoft.com/office/drawing/2014/main" id="{BA92A38E-6AF0-7FE0-548B-B7BA1A77164E}"/>
                  </a:ext>
                </a:extLst>
              </p:cNvPr>
              <p:cNvSpPr/>
              <p:nvPr/>
            </p:nvSpPr>
            <p:spPr>
              <a:xfrm>
                <a:off x="3683748" y="5386526"/>
                <a:ext cx="6343" cy="6345"/>
              </a:xfrm>
              <a:custGeom>
                <a:avLst/>
                <a:gdLst>
                  <a:gd name="connsiteX0" fmla="*/ 3395 w 6343"/>
                  <a:gd name="connsiteY0" fmla="*/ 6496 h 6345"/>
                  <a:gd name="connsiteX1" fmla="*/ 5637 w 6343"/>
                  <a:gd name="connsiteY1" fmla="*/ 5566 h 6345"/>
                  <a:gd name="connsiteX2" fmla="*/ 6566 w 6343"/>
                  <a:gd name="connsiteY2" fmla="*/ 3323 h 6345"/>
                  <a:gd name="connsiteX3" fmla="*/ 5637 w 6343"/>
                  <a:gd name="connsiteY3" fmla="*/ 1080 h 6345"/>
                  <a:gd name="connsiteX4" fmla="*/ 3395 w 6343"/>
                  <a:gd name="connsiteY4" fmla="*/ 150 h 6345"/>
                  <a:gd name="connsiteX5" fmla="*/ 1152 w 6343"/>
                  <a:gd name="connsiteY5" fmla="*/ 1080 h 6345"/>
                  <a:gd name="connsiteX6" fmla="*/ 223 w 6343"/>
                  <a:gd name="connsiteY6" fmla="*/ 3323 h 6345"/>
                  <a:gd name="connsiteX7" fmla="*/ 1152 w 6343"/>
                  <a:gd name="connsiteY7" fmla="*/ 5566 h 6345"/>
                  <a:gd name="connsiteX8" fmla="*/ 3395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6"/>
                    </a:moveTo>
                    <a:cubicBezTo>
                      <a:pt x="4236" y="6496"/>
                      <a:pt x="5043" y="6161"/>
                      <a:pt x="5637" y="5566"/>
                    </a:cubicBezTo>
                    <a:cubicBezTo>
                      <a:pt x="6232" y="4971"/>
                      <a:pt x="6566" y="4164"/>
                      <a:pt x="6566" y="3323"/>
                    </a:cubicBezTo>
                    <a:cubicBezTo>
                      <a:pt x="6566" y="2482"/>
                      <a:pt x="6232" y="1675"/>
                      <a:pt x="5637" y="1080"/>
                    </a:cubicBezTo>
                    <a:cubicBezTo>
                      <a:pt x="5043" y="485"/>
                      <a:pt x="4236" y="150"/>
                      <a:pt x="3395" y="150"/>
                    </a:cubicBezTo>
                    <a:cubicBezTo>
                      <a:pt x="2554" y="150"/>
                      <a:pt x="1747" y="485"/>
                      <a:pt x="1152" y="1080"/>
                    </a:cubicBezTo>
                    <a:cubicBezTo>
                      <a:pt x="557" y="1675"/>
                      <a:pt x="223" y="2482"/>
                      <a:pt x="223" y="3323"/>
                    </a:cubicBezTo>
                    <a:cubicBezTo>
                      <a:pt x="223" y="4164"/>
                      <a:pt x="557" y="4971"/>
                      <a:pt x="1152" y="5566"/>
                    </a:cubicBezTo>
                    <a:cubicBezTo>
                      <a:pt x="1747" y="6161"/>
                      <a:pt x="2554" y="6496"/>
                      <a:pt x="3395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91" name="Freeform: Shape 4290">
                <a:extLst>
                  <a:ext uri="{FF2B5EF4-FFF2-40B4-BE49-F238E27FC236}">
                    <a16:creationId xmlns:a16="http://schemas.microsoft.com/office/drawing/2014/main" id="{AA0E96B9-B886-1944-BB84-5C49F612BDE9}"/>
                  </a:ext>
                </a:extLst>
              </p:cNvPr>
              <p:cNvSpPr/>
              <p:nvPr/>
            </p:nvSpPr>
            <p:spPr>
              <a:xfrm>
                <a:off x="3685915" y="5385412"/>
                <a:ext cx="6343" cy="6345"/>
              </a:xfrm>
              <a:custGeom>
                <a:avLst/>
                <a:gdLst>
                  <a:gd name="connsiteX0" fmla="*/ 3395 w 6343"/>
                  <a:gd name="connsiteY0" fmla="*/ 6496 h 6345"/>
                  <a:gd name="connsiteX1" fmla="*/ 5638 w 6343"/>
                  <a:gd name="connsiteY1" fmla="*/ 5566 h 6345"/>
                  <a:gd name="connsiteX2" fmla="*/ 6566 w 6343"/>
                  <a:gd name="connsiteY2" fmla="*/ 3323 h 6345"/>
                  <a:gd name="connsiteX3" fmla="*/ 5638 w 6343"/>
                  <a:gd name="connsiteY3" fmla="*/ 1079 h 6345"/>
                  <a:gd name="connsiteX4" fmla="*/ 3395 w 6343"/>
                  <a:gd name="connsiteY4" fmla="*/ 150 h 6345"/>
                  <a:gd name="connsiteX5" fmla="*/ 1152 w 6343"/>
                  <a:gd name="connsiteY5" fmla="*/ 1079 h 6345"/>
                  <a:gd name="connsiteX6" fmla="*/ 223 w 6343"/>
                  <a:gd name="connsiteY6" fmla="*/ 3323 h 6345"/>
                  <a:gd name="connsiteX7" fmla="*/ 1152 w 6343"/>
                  <a:gd name="connsiteY7" fmla="*/ 5566 h 6345"/>
                  <a:gd name="connsiteX8" fmla="*/ 3395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6"/>
                    </a:moveTo>
                    <a:cubicBezTo>
                      <a:pt x="4236" y="6496"/>
                      <a:pt x="5043" y="6161"/>
                      <a:pt x="5638" y="5566"/>
                    </a:cubicBezTo>
                    <a:cubicBezTo>
                      <a:pt x="6232" y="4971"/>
                      <a:pt x="6566" y="4164"/>
                      <a:pt x="6566" y="3323"/>
                    </a:cubicBezTo>
                    <a:cubicBezTo>
                      <a:pt x="6566" y="2481"/>
                      <a:pt x="6232" y="1674"/>
                      <a:pt x="5638" y="1079"/>
                    </a:cubicBezTo>
                    <a:cubicBezTo>
                      <a:pt x="5043" y="484"/>
                      <a:pt x="4236" y="150"/>
                      <a:pt x="3395" y="150"/>
                    </a:cubicBezTo>
                    <a:cubicBezTo>
                      <a:pt x="2554" y="150"/>
                      <a:pt x="1747" y="484"/>
                      <a:pt x="1152" y="1079"/>
                    </a:cubicBezTo>
                    <a:cubicBezTo>
                      <a:pt x="558" y="1674"/>
                      <a:pt x="223" y="2481"/>
                      <a:pt x="223" y="3323"/>
                    </a:cubicBezTo>
                    <a:cubicBezTo>
                      <a:pt x="223" y="4164"/>
                      <a:pt x="558" y="4971"/>
                      <a:pt x="1152" y="5566"/>
                    </a:cubicBezTo>
                    <a:cubicBezTo>
                      <a:pt x="1747" y="6161"/>
                      <a:pt x="2554" y="6496"/>
                      <a:pt x="3395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92" name="Freeform: Shape 4291">
                <a:extLst>
                  <a:ext uri="{FF2B5EF4-FFF2-40B4-BE49-F238E27FC236}">
                    <a16:creationId xmlns:a16="http://schemas.microsoft.com/office/drawing/2014/main" id="{05627D21-7F83-339B-F971-A2FC9259CC87}"/>
                  </a:ext>
                </a:extLst>
              </p:cNvPr>
              <p:cNvSpPr/>
              <p:nvPr/>
            </p:nvSpPr>
            <p:spPr>
              <a:xfrm>
                <a:off x="3687891" y="5383935"/>
                <a:ext cx="6343" cy="6345"/>
              </a:xfrm>
              <a:custGeom>
                <a:avLst/>
                <a:gdLst>
                  <a:gd name="connsiteX0" fmla="*/ 3395 w 6343"/>
                  <a:gd name="connsiteY0" fmla="*/ 6495 h 6345"/>
                  <a:gd name="connsiteX1" fmla="*/ 5638 w 6343"/>
                  <a:gd name="connsiteY1" fmla="*/ 5566 h 6345"/>
                  <a:gd name="connsiteX2" fmla="*/ 6567 w 6343"/>
                  <a:gd name="connsiteY2" fmla="*/ 3323 h 6345"/>
                  <a:gd name="connsiteX3" fmla="*/ 5638 w 6343"/>
                  <a:gd name="connsiteY3" fmla="*/ 1079 h 6345"/>
                  <a:gd name="connsiteX4" fmla="*/ 3395 w 6343"/>
                  <a:gd name="connsiteY4" fmla="*/ 150 h 6345"/>
                  <a:gd name="connsiteX5" fmla="*/ 1152 w 6343"/>
                  <a:gd name="connsiteY5" fmla="*/ 1079 h 6345"/>
                  <a:gd name="connsiteX6" fmla="*/ 224 w 6343"/>
                  <a:gd name="connsiteY6" fmla="*/ 3323 h 6345"/>
                  <a:gd name="connsiteX7" fmla="*/ 1152 w 6343"/>
                  <a:gd name="connsiteY7" fmla="*/ 5566 h 6345"/>
                  <a:gd name="connsiteX8" fmla="*/ 3395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5"/>
                    </a:moveTo>
                    <a:cubicBezTo>
                      <a:pt x="4236" y="6495"/>
                      <a:pt x="5043" y="6161"/>
                      <a:pt x="5638" y="5566"/>
                    </a:cubicBezTo>
                    <a:cubicBezTo>
                      <a:pt x="6232" y="4971"/>
                      <a:pt x="6567" y="4164"/>
                      <a:pt x="6567" y="3323"/>
                    </a:cubicBezTo>
                    <a:cubicBezTo>
                      <a:pt x="6567" y="2481"/>
                      <a:pt x="6232" y="1674"/>
                      <a:pt x="5638" y="1079"/>
                    </a:cubicBezTo>
                    <a:cubicBezTo>
                      <a:pt x="5043" y="484"/>
                      <a:pt x="4236" y="150"/>
                      <a:pt x="3395" y="150"/>
                    </a:cubicBezTo>
                    <a:cubicBezTo>
                      <a:pt x="2554" y="150"/>
                      <a:pt x="1747" y="484"/>
                      <a:pt x="1152" y="1079"/>
                    </a:cubicBezTo>
                    <a:cubicBezTo>
                      <a:pt x="558" y="1674"/>
                      <a:pt x="224" y="2481"/>
                      <a:pt x="224" y="3323"/>
                    </a:cubicBezTo>
                    <a:cubicBezTo>
                      <a:pt x="224" y="4164"/>
                      <a:pt x="558" y="4971"/>
                      <a:pt x="1152" y="5566"/>
                    </a:cubicBezTo>
                    <a:cubicBezTo>
                      <a:pt x="1747" y="6161"/>
                      <a:pt x="2554" y="6495"/>
                      <a:pt x="3395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93" name="Freeform: Shape 4292">
                <a:extLst>
                  <a:ext uri="{FF2B5EF4-FFF2-40B4-BE49-F238E27FC236}">
                    <a16:creationId xmlns:a16="http://schemas.microsoft.com/office/drawing/2014/main" id="{B63FA7DD-1AAA-B066-806B-BA6AF38E72DD}"/>
                  </a:ext>
                </a:extLst>
              </p:cNvPr>
              <p:cNvSpPr/>
              <p:nvPr/>
            </p:nvSpPr>
            <p:spPr>
              <a:xfrm>
                <a:off x="3689681" y="5382092"/>
                <a:ext cx="6343" cy="6345"/>
              </a:xfrm>
              <a:custGeom>
                <a:avLst/>
                <a:gdLst>
                  <a:gd name="connsiteX0" fmla="*/ 3395 w 6343"/>
                  <a:gd name="connsiteY0" fmla="*/ 6495 h 6345"/>
                  <a:gd name="connsiteX1" fmla="*/ 5638 w 6343"/>
                  <a:gd name="connsiteY1" fmla="*/ 5566 h 6345"/>
                  <a:gd name="connsiteX2" fmla="*/ 6567 w 6343"/>
                  <a:gd name="connsiteY2" fmla="*/ 3323 h 6345"/>
                  <a:gd name="connsiteX3" fmla="*/ 5638 w 6343"/>
                  <a:gd name="connsiteY3" fmla="*/ 1079 h 6345"/>
                  <a:gd name="connsiteX4" fmla="*/ 3395 w 6343"/>
                  <a:gd name="connsiteY4" fmla="*/ 150 h 6345"/>
                  <a:gd name="connsiteX5" fmla="*/ 1153 w 6343"/>
                  <a:gd name="connsiteY5" fmla="*/ 1079 h 6345"/>
                  <a:gd name="connsiteX6" fmla="*/ 224 w 6343"/>
                  <a:gd name="connsiteY6" fmla="*/ 3323 h 6345"/>
                  <a:gd name="connsiteX7" fmla="*/ 1153 w 6343"/>
                  <a:gd name="connsiteY7" fmla="*/ 5566 h 6345"/>
                  <a:gd name="connsiteX8" fmla="*/ 3395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5"/>
                    </a:moveTo>
                    <a:cubicBezTo>
                      <a:pt x="4236" y="6495"/>
                      <a:pt x="5043" y="6161"/>
                      <a:pt x="5638" y="5566"/>
                    </a:cubicBezTo>
                    <a:cubicBezTo>
                      <a:pt x="6233" y="4971"/>
                      <a:pt x="6567" y="4164"/>
                      <a:pt x="6567" y="3323"/>
                    </a:cubicBezTo>
                    <a:cubicBezTo>
                      <a:pt x="6567" y="2481"/>
                      <a:pt x="6233" y="1674"/>
                      <a:pt x="5638" y="1079"/>
                    </a:cubicBezTo>
                    <a:cubicBezTo>
                      <a:pt x="5043" y="484"/>
                      <a:pt x="4236" y="150"/>
                      <a:pt x="3395" y="150"/>
                    </a:cubicBezTo>
                    <a:cubicBezTo>
                      <a:pt x="2554" y="150"/>
                      <a:pt x="1747" y="484"/>
                      <a:pt x="1153" y="1079"/>
                    </a:cubicBezTo>
                    <a:cubicBezTo>
                      <a:pt x="558" y="1674"/>
                      <a:pt x="224" y="2481"/>
                      <a:pt x="224" y="3323"/>
                    </a:cubicBezTo>
                    <a:cubicBezTo>
                      <a:pt x="224" y="4164"/>
                      <a:pt x="558" y="4971"/>
                      <a:pt x="1153" y="5566"/>
                    </a:cubicBezTo>
                    <a:cubicBezTo>
                      <a:pt x="1747" y="6161"/>
                      <a:pt x="2554" y="6495"/>
                      <a:pt x="3395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94" name="Freeform: Shape 4293">
                <a:extLst>
                  <a:ext uri="{FF2B5EF4-FFF2-40B4-BE49-F238E27FC236}">
                    <a16:creationId xmlns:a16="http://schemas.microsoft.com/office/drawing/2014/main" id="{994F31CE-5328-F5B5-FAEF-61A2A4CD4B77}"/>
                  </a:ext>
                </a:extLst>
              </p:cNvPr>
              <p:cNvSpPr/>
              <p:nvPr/>
            </p:nvSpPr>
            <p:spPr>
              <a:xfrm>
                <a:off x="3691208" y="5379711"/>
                <a:ext cx="6343" cy="6345"/>
              </a:xfrm>
              <a:custGeom>
                <a:avLst/>
                <a:gdLst>
                  <a:gd name="connsiteX0" fmla="*/ 3395 w 6343"/>
                  <a:gd name="connsiteY0" fmla="*/ 6495 h 6345"/>
                  <a:gd name="connsiteX1" fmla="*/ 5638 w 6343"/>
                  <a:gd name="connsiteY1" fmla="*/ 5566 h 6345"/>
                  <a:gd name="connsiteX2" fmla="*/ 6567 w 6343"/>
                  <a:gd name="connsiteY2" fmla="*/ 3322 h 6345"/>
                  <a:gd name="connsiteX3" fmla="*/ 5638 w 6343"/>
                  <a:gd name="connsiteY3" fmla="*/ 1079 h 6345"/>
                  <a:gd name="connsiteX4" fmla="*/ 3395 w 6343"/>
                  <a:gd name="connsiteY4" fmla="*/ 150 h 6345"/>
                  <a:gd name="connsiteX5" fmla="*/ 1153 w 6343"/>
                  <a:gd name="connsiteY5" fmla="*/ 1079 h 6345"/>
                  <a:gd name="connsiteX6" fmla="*/ 224 w 6343"/>
                  <a:gd name="connsiteY6" fmla="*/ 3322 h 6345"/>
                  <a:gd name="connsiteX7" fmla="*/ 1153 w 6343"/>
                  <a:gd name="connsiteY7" fmla="*/ 5566 h 6345"/>
                  <a:gd name="connsiteX8" fmla="*/ 3395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5"/>
                    </a:moveTo>
                    <a:cubicBezTo>
                      <a:pt x="4236" y="6495"/>
                      <a:pt x="5043" y="6161"/>
                      <a:pt x="5638" y="5566"/>
                    </a:cubicBezTo>
                    <a:cubicBezTo>
                      <a:pt x="6233" y="4971"/>
                      <a:pt x="6567" y="4164"/>
                      <a:pt x="6567" y="3322"/>
                    </a:cubicBezTo>
                    <a:cubicBezTo>
                      <a:pt x="6567" y="2481"/>
                      <a:pt x="6233" y="1674"/>
                      <a:pt x="5638" y="1079"/>
                    </a:cubicBezTo>
                    <a:cubicBezTo>
                      <a:pt x="5043" y="484"/>
                      <a:pt x="4236" y="150"/>
                      <a:pt x="3395" y="150"/>
                    </a:cubicBezTo>
                    <a:cubicBezTo>
                      <a:pt x="2554" y="150"/>
                      <a:pt x="1747" y="484"/>
                      <a:pt x="1153" y="1079"/>
                    </a:cubicBezTo>
                    <a:cubicBezTo>
                      <a:pt x="558" y="1674"/>
                      <a:pt x="224" y="2481"/>
                      <a:pt x="224" y="3322"/>
                    </a:cubicBezTo>
                    <a:cubicBezTo>
                      <a:pt x="224" y="4164"/>
                      <a:pt x="558" y="4971"/>
                      <a:pt x="1153" y="5566"/>
                    </a:cubicBezTo>
                    <a:cubicBezTo>
                      <a:pt x="1747" y="6161"/>
                      <a:pt x="2554" y="6495"/>
                      <a:pt x="3395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95" name="Freeform: Shape 4294">
                <a:extLst>
                  <a:ext uri="{FF2B5EF4-FFF2-40B4-BE49-F238E27FC236}">
                    <a16:creationId xmlns:a16="http://schemas.microsoft.com/office/drawing/2014/main" id="{AC7805EB-D674-93CE-D734-1F563FBA88A2}"/>
                  </a:ext>
                </a:extLst>
              </p:cNvPr>
              <p:cNvSpPr/>
              <p:nvPr/>
            </p:nvSpPr>
            <p:spPr>
              <a:xfrm>
                <a:off x="3692057" y="5375942"/>
                <a:ext cx="6343" cy="6345"/>
              </a:xfrm>
              <a:custGeom>
                <a:avLst/>
                <a:gdLst>
                  <a:gd name="connsiteX0" fmla="*/ 3395 w 6343"/>
                  <a:gd name="connsiteY0" fmla="*/ 6495 h 6345"/>
                  <a:gd name="connsiteX1" fmla="*/ 5638 w 6343"/>
                  <a:gd name="connsiteY1" fmla="*/ 5566 h 6345"/>
                  <a:gd name="connsiteX2" fmla="*/ 6567 w 6343"/>
                  <a:gd name="connsiteY2" fmla="*/ 3322 h 6345"/>
                  <a:gd name="connsiteX3" fmla="*/ 5638 w 6343"/>
                  <a:gd name="connsiteY3" fmla="*/ 1079 h 6345"/>
                  <a:gd name="connsiteX4" fmla="*/ 3395 w 6343"/>
                  <a:gd name="connsiteY4" fmla="*/ 149 h 6345"/>
                  <a:gd name="connsiteX5" fmla="*/ 1153 w 6343"/>
                  <a:gd name="connsiteY5" fmla="*/ 1079 h 6345"/>
                  <a:gd name="connsiteX6" fmla="*/ 224 w 6343"/>
                  <a:gd name="connsiteY6" fmla="*/ 3322 h 6345"/>
                  <a:gd name="connsiteX7" fmla="*/ 1153 w 6343"/>
                  <a:gd name="connsiteY7" fmla="*/ 5566 h 6345"/>
                  <a:gd name="connsiteX8" fmla="*/ 3395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5"/>
                    </a:moveTo>
                    <a:cubicBezTo>
                      <a:pt x="4237" y="6495"/>
                      <a:pt x="5043" y="6161"/>
                      <a:pt x="5638" y="5566"/>
                    </a:cubicBezTo>
                    <a:cubicBezTo>
                      <a:pt x="6233" y="4971"/>
                      <a:pt x="6567" y="4164"/>
                      <a:pt x="6567" y="3322"/>
                    </a:cubicBezTo>
                    <a:cubicBezTo>
                      <a:pt x="6567" y="2481"/>
                      <a:pt x="6233" y="1674"/>
                      <a:pt x="5638" y="1079"/>
                    </a:cubicBezTo>
                    <a:cubicBezTo>
                      <a:pt x="5043" y="484"/>
                      <a:pt x="4237" y="149"/>
                      <a:pt x="3395" y="149"/>
                    </a:cubicBezTo>
                    <a:cubicBezTo>
                      <a:pt x="2554" y="149"/>
                      <a:pt x="1748" y="484"/>
                      <a:pt x="1153" y="1079"/>
                    </a:cubicBezTo>
                    <a:cubicBezTo>
                      <a:pt x="558" y="1674"/>
                      <a:pt x="224" y="2481"/>
                      <a:pt x="224" y="3322"/>
                    </a:cubicBezTo>
                    <a:cubicBezTo>
                      <a:pt x="224" y="4164"/>
                      <a:pt x="558" y="4971"/>
                      <a:pt x="1153" y="5566"/>
                    </a:cubicBezTo>
                    <a:cubicBezTo>
                      <a:pt x="1748" y="6161"/>
                      <a:pt x="2554" y="6495"/>
                      <a:pt x="3395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96" name="Freeform: Shape 4295">
                <a:extLst>
                  <a:ext uri="{FF2B5EF4-FFF2-40B4-BE49-F238E27FC236}">
                    <a16:creationId xmlns:a16="http://schemas.microsoft.com/office/drawing/2014/main" id="{FDEC56CE-F1E7-91FC-3EF9-5431FE1865A4}"/>
                  </a:ext>
                </a:extLst>
              </p:cNvPr>
              <p:cNvSpPr/>
              <p:nvPr/>
            </p:nvSpPr>
            <p:spPr>
              <a:xfrm>
                <a:off x="3692923" y="5372128"/>
                <a:ext cx="6343" cy="6345"/>
              </a:xfrm>
              <a:custGeom>
                <a:avLst/>
                <a:gdLst>
                  <a:gd name="connsiteX0" fmla="*/ 3395 w 6343"/>
                  <a:gd name="connsiteY0" fmla="*/ 6495 h 6345"/>
                  <a:gd name="connsiteX1" fmla="*/ 5638 w 6343"/>
                  <a:gd name="connsiteY1" fmla="*/ 5565 h 6345"/>
                  <a:gd name="connsiteX2" fmla="*/ 6567 w 6343"/>
                  <a:gd name="connsiteY2" fmla="*/ 3322 h 6345"/>
                  <a:gd name="connsiteX3" fmla="*/ 5638 w 6343"/>
                  <a:gd name="connsiteY3" fmla="*/ 1078 h 6345"/>
                  <a:gd name="connsiteX4" fmla="*/ 3395 w 6343"/>
                  <a:gd name="connsiteY4" fmla="*/ 149 h 6345"/>
                  <a:gd name="connsiteX5" fmla="*/ 1153 w 6343"/>
                  <a:gd name="connsiteY5" fmla="*/ 1078 h 6345"/>
                  <a:gd name="connsiteX6" fmla="*/ 224 w 6343"/>
                  <a:gd name="connsiteY6" fmla="*/ 3322 h 6345"/>
                  <a:gd name="connsiteX7" fmla="*/ 1153 w 6343"/>
                  <a:gd name="connsiteY7" fmla="*/ 5565 h 6345"/>
                  <a:gd name="connsiteX8" fmla="*/ 3395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5"/>
                    </a:moveTo>
                    <a:cubicBezTo>
                      <a:pt x="4237" y="6495"/>
                      <a:pt x="5043" y="6160"/>
                      <a:pt x="5638" y="5565"/>
                    </a:cubicBezTo>
                    <a:cubicBezTo>
                      <a:pt x="6233" y="4970"/>
                      <a:pt x="6567" y="4163"/>
                      <a:pt x="6567" y="3322"/>
                    </a:cubicBezTo>
                    <a:cubicBezTo>
                      <a:pt x="6567" y="2480"/>
                      <a:pt x="6233" y="1673"/>
                      <a:pt x="5638" y="1078"/>
                    </a:cubicBezTo>
                    <a:cubicBezTo>
                      <a:pt x="5043" y="483"/>
                      <a:pt x="4237" y="149"/>
                      <a:pt x="3395" y="149"/>
                    </a:cubicBezTo>
                    <a:cubicBezTo>
                      <a:pt x="2554" y="149"/>
                      <a:pt x="1748" y="483"/>
                      <a:pt x="1153" y="1078"/>
                    </a:cubicBezTo>
                    <a:cubicBezTo>
                      <a:pt x="558" y="1673"/>
                      <a:pt x="224" y="2480"/>
                      <a:pt x="224" y="3322"/>
                    </a:cubicBezTo>
                    <a:cubicBezTo>
                      <a:pt x="224" y="4163"/>
                      <a:pt x="558" y="4970"/>
                      <a:pt x="1153" y="5565"/>
                    </a:cubicBezTo>
                    <a:cubicBezTo>
                      <a:pt x="1748" y="6160"/>
                      <a:pt x="2554" y="6495"/>
                      <a:pt x="3395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97" name="Freeform: Shape 4296">
                <a:extLst>
                  <a:ext uri="{FF2B5EF4-FFF2-40B4-BE49-F238E27FC236}">
                    <a16:creationId xmlns:a16="http://schemas.microsoft.com/office/drawing/2014/main" id="{C448F469-1B20-C321-3FAD-4183F42C5169}"/>
                  </a:ext>
                </a:extLst>
              </p:cNvPr>
              <p:cNvSpPr/>
              <p:nvPr/>
            </p:nvSpPr>
            <p:spPr>
              <a:xfrm>
                <a:off x="3694224" y="5369119"/>
                <a:ext cx="6343" cy="6345"/>
              </a:xfrm>
              <a:custGeom>
                <a:avLst/>
                <a:gdLst>
                  <a:gd name="connsiteX0" fmla="*/ 3396 w 6343"/>
                  <a:gd name="connsiteY0" fmla="*/ 6494 h 6345"/>
                  <a:gd name="connsiteX1" fmla="*/ 5638 w 6343"/>
                  <a:gd name="connsiteY1" fmla="*/ 5565 h 6345"/>
                  <a:gd name="connsiteX2" fmla="*/ 6567 w 6343"/>
                  <a:gd name="connsiteY2" fmla="*/ 3322 h 6345"/>
                  <a:gd name="connsiteX3" fmla="*/ 5638 w 6343"/>
                  <a:gd name="connsiteY3" fmla="*/ 1078 h 6345"/>
                  <a:gd name="connsiteX4" fmla="*/ 3396 w 6343"/>
                  <a:gd name="connsiteY4" fmla="*/ 149 h 6345"/>
                  <a:gd name="connsiteX5" fmla="*/ 1153 w 6343"/>
                  <a:gd name="connsiteY5" fmla="*/ 1078 h 6345"/>
                  <a:gd name="connsiteX6" fmla="*/ 224 w 6343"/>
                  <a:gd name="connsiteY6" fmla="*/ 3322 h 6345"/>
                  <a:gd name="connsiteX7" fmla="*/ 1153 w 6343"/>
                  <a:gd name="connsiteY7" fmla="*/ 5565 h 6345"/>
                  <a:gd name="connsiteX8" fmla="*/ 3396 w 6343"/>
                  <a:gd name="connsiteY8" fmla="*/ 64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4"/>
                    </a:moveTo>
                    <a:cubicBezTo>
                      <a:pt x="4237" y="6494"/>
                      <a:pt x="5043" y="6160"/>
                      <a:pt x="5638" y="5565"/>
                    </a:cubicBezTo>
                    <a:cubicBezTo>
                      <a:pt x="6233" y="4970"/>
                      <a:pt x="6567" y="4163"/>
                      <a:pt x="6567" y="3322"/>
                    </a:cubicBezTo>
                    <a:cubicBezTo>
                      <a:pt x="6567" y="2480"/>
                      <a:pt x="6233" y="1673"/>
                      <a:pt x="5638" y="1078"/>
                    </a:cubicBezTo>
                    <a:cubicBezTo>
                      <a:pt x="5043" y="483"/>
                      <a:pt x="4237" y="149"/>
                      <a:pt x="3396" y="149"/>
                    </a:cubicBezTo>
                    <a:cubicBezTo>
                      <a:pt x="2554" y="149"/>
                      <a:pt x="1748" y="483"/>
                      <a:pt x="1153" y="1078"/>
                    </a:cubicBezTo>
                    <a:cubicBezTo>
                      <a:pt x="558" y="1673"/>
                      <a:pt x="224" y="2480"/>
                      <a:pt x="224" y="3322"/>
                    </a:cubicBezTo>
                    <a:cubicBezTo>
                      <a:pt x="224" y="4163"/>
                      <a:pt x="558" y="4970"/>
                      <a:pt x="1153" y="5565"/>
                    </a:cubicBezTo>
                    <a:cubicBezTo>
                      <a:pt x="1748" y="6160"/>
                      <a:pt x="2554" y="6494"/>
                      <a:pt x="3396" y="64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98" name="Freeform: Shape 4297">
                <a:extLst>
                  <a:ext uri="{FF2B5EF4-FFF2-40B4-BE49-F238E27FC236}">
                    <a16:creationId xmlns:a16="http://schemas.microsoft.com/office/drawing/2014/main" id="{CF048C2D-B655-0275-CE02-144D29180B05}"/>
                  </a:ext>
                </a:extLst>
              </p:cNvPr>
              <p:cNvSpPr/>
              <p:nvPr/>
            </p:nvSpPr>
            <p:spPr>
              <a:xfrm>
                <a:off x="3694164" y="5363215"/>
                <a:ext cx="6343" cy="6345"/>
              </a:xfrm>
              <a:custGeom>
                <a:avLst/>
                <a:gdLst>
                  <a:gd name="connsiteX0" fmla="*/ 3396 w 6343"/>
                  <a:gd name="connsiteY0" fmla="*/ 6494 h 6345"/>
                  <a:gd name="connsiteX1" fmla="*/ 5638 w 6343"/>
                  <a:gd name="connsiteY1" fmla="*/ 5565 h 6345"/>
                  <a:gd name="connsiteX2" fmla="*/ 6567 w 6343"/>
                  <a:gd name="connsiteY2" fmla="*/ 3321 h 6345"/>
                  <a:gd name="connsiteX3" fmla="*/ 5638 w 6343"/>
                  <a:gd name="connsiteY3" fmla="*/ 1078 h 6345"/>
                  <a:gd name="connsiteX4" fmla="*/ 3396 w 6343"/>
                  <a:gd name="connsiteY4" fmla="*/ 148 h 6345"/>
                  <a:gd name="connsiteX5" fmla="*/ 1153 w 6343"/>
                  <a:gd name="connsiteY5" fmla="*/ 1078 h 6345"/>
                  <a:gd name="connsiteX6" fmla="*/ 224 w 6343"/>
                  <a:gd name="connsiteY6" fmla="*/ 3321 h 6345"/>
                  <a:gd name="connsiteX7" fmla="*/ 1153 w 6343"/>
                  <a:gd name="connsiteY7" fmla="*/ 5565 h 6345"/>
                  <a:gd name="connsiteX8" fmla="*/ 3396 w 6343"/>
                  <a:gd name="connsiteY8" fmla="*/ 64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4"/>
                    </a:moveTo>
                    <a:cubicBezTo>
                      <a:pt x="4237" y="6494"/>
                      <a:pt x="5043" y="6160"/>
                      <a:pt x="5638" y="5565"/>
                    </a:cubicBezTo>
                    <a:cubicBezTo>
                      <a:pt x="6233" y="4970"/>
                      <a:pt x="6567" y="4163"/>
                      <a:pt x="6567" y="3321"/>
                    </a:cubicBezTo>
                    <a:cubicBezTo>
                      <a:pt x="6567" y="2480"/>
                      <a:pt x="6233" y="1673"/>
                      <a:pt x="5638" y="1078"/>
                    </a:cubicBezTo>
                    <a:cubicBezTo>
                      <a:pt x="5043" y="483"/>
                      <a:pt x="4237" y="148"/>
                      <a:pt x="3396" y="148"/>
                    </a:cubicBezTo>
                    <a:cubicBezTo>
                      <a:pt x="2554" y="148"/>
                      <a:pt x="1748" y="483"/>
                      <a:pt x="1153" y="1078"/>
                    </a:cubicBezTo>
                    <a:cubicBezTo>
                      <a:pt x="558" y="1673"/>
                      <a:pt x="224" y="2480"/>
                      <a:pt x="224" y="3321"/>
                    </a:cubicBezTo>
                    <a:cubicBezTo>
                      <a:pt x="224" y="4163"/>
                      <a:pt x="558" y="4970"/>
                      <a:pt x="1153" y="5565"/>
                    </a:cubicBezTo>
                    <a:cubicBezTo>
                      <a:pt x="1748" y="6160"/>
                      <a:pt x="2554" y="6494"/>
                      <a:pt x="3396" y="64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99" name="Freeform: Shape 4298">
                <a:extLst>
                  <a:ext uri="{FF2B5EF4-FFF2-40B4-BE49-F238E27FC236}">
                    <a16:creationId xmlns:a16="http://schemas.microsoft.com/office/drawing/2014/main" id="{4B5CE58D-069A-561C-C809-39F478C77872}"/>
                  </a:ext>
                </a:extLst>
              </p:cNvPr>
              <p:cNvSpPr/>
              <p:nvPr/>
            </p:nvSpPr>
            <p:spPr>
              <a:xfrm>
                <a:off x="3694270" y="5357511"/>
                <a:ext cx="6343" cy="6345"/>
              </a:xfrm>
              <a:custGeom>
                <a:avLst/>
                <a:gdLst>
                  <a:gd name="connsiteX0" fmla="*/ 3396 w 6343"/>
                  <a:gd name="connsiteY0" fmla="*/ 6493 h 6345"/>
                  <a:gd name="connsiteX1" fmla="*/ 5638 w 6343"/>
                  <a:gd name="connsiteY1" fmla="*/ 5564 h 6345"/>
                  <a:gd name="connsiteX2" fmla="*/ 6567 w 6343"/>
                  <a:gd name="connsiteY2" fmla="*/ 3321 h 6345"/>
                  <a:gd name="connsiteX3" fmla="*/ 5638 w 6343"/>
                  <a:gd name="connsiteY3" fmla="*/ 1077 h 6345"/>
                  <a:gd name="connsiteX4" fmla="*/ 3396 w 6343"/>
                  <a:gd name="connsiteY4" fmla="*/ 148 h 6345"/>
                  <a:gd name="connsiteX5" fmla="*/ 1153 w 6343"/>
                  <a:gd name="connsiteY5" fmla="*/ 1077 h 6345"/>
                  <a:gd name="connsiteX6" fmla="*/ 224 w 6343"/>
                  <a:gd name="connsiteY6" fmla="*/ 3321 h 6345"/>
                  <a:gd name="connsiteX7" fmla="*/ 1153 w 6343"/>
                  <a:gd name="connsiteY7" fmla="*/ 5564 h 6345"/>
                  <a:gd name="connsiteX8" fmla="*/ 3396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3"/>
                    </a:moveTo>
                    <a:cubicBezTo>
                      <a:pt x="4237" y="6493"/>
                      <a:pt x="5043" y="6159"/>
                      <a:pt x="5638" y="5564"/>
                    </a:cubicBezTo>
                    <a:cubicBezTo>
                      <a:pt x="6233" y="4969"/>
                      <a:pt x="6567" y="4162"/>
                      <a:pt x="6567" y="3321"/>
                    </a:cubicBezTo>
                    <a:cubicBezTo>
                      <a:pt x="6567" y="2479"/>
                      <a:pt x="6233" y="1672"/>
                      <a:pt x="5638" y="1077"/>
                    </a:cubicBezTo>
                    <a:cubicBezTo>
                      <a:pt x="5043" y="482"/>
                      <a:pt x="4237" y="148"/>
                      <a:pt x="3396" y="148"/>
                    </a:cubicBezTo>
                    <a:cubicBezTo>
                      <a:pt x="2554" y="148"/>
                      <a:pt x="1748" y="482"/>
                      <a:pt x="1153" y="1077"/>
                    </a:cubicBezTo>
                    <a:cubicBezTo>
                      <a:pt x="558" y="1672"/>
                      <a:pt x="224" y="2479"/>
                      <a:pt x="224" y="3321"/>
                    </a:cubicBezTo>
                    <a:cubicBezTo>
                      <a:pt x="224" y="4162"/>
                      <a:pt x="558" y="4969"/>
                      <a:pt x="1153" y="5564"/>
                    </a:cubicBezTo>
                    <a:cubicBezTo>
                      <a:pt x="1748" y="6159"/>
                      <a:pt x="2554" y="6493"/>
                      <a:pt x="3396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00" name="Freeform: Shape 4299">
                <a:extLst>
                  <a:ext uri="{FF2B5EF4-FFF2-40B4-BE49-F238E27FC236}">
                    <a16:creationId xmlns:a16="http://schemas.microsoft.com/office/drawing/2014/main" id="{87074327-FB61-C95D-0F8D-FAB3AC4549CD}"/>
                  </a:ext>
                </a:extLst>
              </p:cNvPr>
              <p:cNvSpPr/>
              <p:nvPr/>
            </p:nvSpPr>
            <p:spPr>
              <a:xfrm>
                <a:off x="3695397" y="5353850"/>
                <a:ext cx="6343" cy="6345"/>
              </a:xfrm>
              <a:custGeom>
                <a:avLst/>
                <a:gdLst>
                  <a:gd name="connsiteX0" fmla="*/ 3396 w 6343"/>
                  <a:gd name="connsiteY0" fmla="*/ 6493 h 6345"/>
                  <a:gd name="connsiteX1" fmla="*/ 5638 w 6343"/>
                  <a:gd name="connsiteY1" fmla="*/ 5564 h 6345"/>
                  <a:gd name="connsiteX2" fmla="*/ 6567 w 6343"/>
                  <a:gd name="connsiteY2" fmla="*/ 3320 h 6345"/>
                  <a:gd name="connsiteX3" fmla="*/ 5638 w 6343"/>
                  <a:gd name="connsiteY3" fmla="*/ 1077 h 6345"/>
                  <a:gd name="connsiteX4" fmla="*/ 3396 w 6343"/>
                  <a:gd name="connsiteY4" fmla="*/ 148 h 6345"/>
                  <a:gd name="connsiteX5" fmla="*/ 1153 w 6343"/>
                  <a:gd name="connsiteY5" fmla="*/ 1077 h 6345"/>
                  <a:gd name="connsiteX6" fmla="*/ 224 w 6343"/>
                  <a:gd name="connsiteY6" fmla="*/ 3320 h 6345"/>
                  <a:gd name="connsiteX7" fmla="*/ 1153 w 6343"/>
                  <a:gd name="connsiteY7" fmla="*/ 5564 h 6345"/>
                  <a:gd name="connsiteX8" fmla="*/ 3396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3"/>
                    </a:moveTo>
                    <a:cubicBezTo>
                      <a:pt x="4237" y="6493"/>
                      <a:pt x="5044" y="6159"/>
                      <a:pt x="5638" y="5564"/>
                    </a:cubicBezTo>
                    <a:cubicBezTo>
                      <a:pt x="6233" y="4969"/>
                      <a:pt x="6567" y="4162"/>
                      <a:pt x="6567" y="3320"/>
                    </a:cubicBezTo>
                    <a:cubicBezTo>
                      <a:pt x="6567" y="2479"/>
                      <a:pt x="6233" y="1672"/>
                      <a:pt x="5638" y="1077"/>
                    </a:cubicBezTo>
                    <a:cubicBezTo>
                      <a:pt x="5044" y="482"/>
                      <a:pt x="4237" y="148"/>
                      <a:pt x="3396" y="148"/>
                    </a:cubicBezTo>
                    <a:cubicBezTo>
                      <a:pt x="2555" y="148"/>
                      <a:pt x="1748" y="482"/>
                      <a:pt x="1153" y="1077"/>
                    </a:cubicBezTo>
                    <a:cubicBezTo>
                      <a:pt x="558" y="1672"/>
                      <a:pt x="224" y="2479"/>
                      <a:pt x="224" y="3320"/>
                    </a:cubicBezTo>
                    <a:cubicBezTo>
                      <a:pt x="224" y="4162"/>
                      <a:pt x="558" y="4969"/>
                      <a:pt x="1153" y="5564"/>
                    </a:cubicBezTo>
                    <a:cubicBezTo>
                      <a:pt x="1748" y="6159"/>
                      <a:pt x="2555" y="6493"/>
                      <a:pt x="3396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01" name="Freeform: Shape 4300">
                <a:extLst>
                  <a:ext uri="{FF2B5EF4-FFF2-40B4-BE49-F238E27FC236}">
                    <a16:creationId xmlns:a16="http://schemas.microsoft.com/office/drawing/2014/main" id="{993AF79A-33BB-42B3-6E4F-9E1872744C77}"/>
                  </a:ext>
                </a:extLst>
              </p:cNvPr>
              <p:cNvSpPr/>
              <p:nvPr/>
            </p:nvSpPr>
            <p:spPr>
              <a:xfrm>
                <a:off x="4150327" y="5703064"/>
                <a:ext cx="6343" cy="6345"/>
              </a:xfrm>
              <a:custGeom>
                <a:avLst/>
                <a:gdLst>
                  <a:gd name="connsiteX0" fmla="*/ 3432 w 6343"/>
                  <a:gd name="connsiteY0" fmla="*/ 6521 h 6345"/>
                  <a:gd name="connsiteX1" fmla="*/ 5674 w 6343"/>
                  <a:gd name="connsiteY1" fmla="*/ 5591 h 6345"/>
                  <a:gd name="connsiteX2" fmla="*/ 6603 w 6343"/>
                  <a:gd name="connsiteY2" fmla="*/ 3348 h 6345"/>
                  <a:gd name="connsiteX3" fmla="*/ 5674 w 6343"/>
                  <a:gd name="connsiteY3" fmla="*/ 1104 h 6345"/>
                  <a:gd name="connsiteX4" fmla="*/ 3432 w 6343"/>
                  <a:gd name="connsiteY4" fmla="*/ 175 h 6345"/>
                  <a:gd name="connsiteX5" fmla="*/ 1189 w 6343"/>
                  <a:gd name="connsiteY5" fmla="*/ 1104 h 6345"/>
                  <a:gd name="connsiteX6" fmla="*/ 260 w 6343"/>
                  <a:gd name="connsiteY6" fmla="*/ 3348 h 6345"/>
                  <a:gd name="connsiteX7" fmla="*/ 1189 w 6343"/>
                  <a:gd name="connsiteY7" fmla="*/ 5591 h 6345"/>
                  <a:gd name="connsiteX8" fmla="*/ 3432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1"/>
                    </a:moveTo>
                    <a:cubicBezTo>
                      <a:pt x="4273" y="6521"/>
                      <a:pt x="5079" y="6186"/>
                      <a:pt x="5674" y="5591"/>
                    </a:cubicBezTo>
                    <a:cubicBezTo>
                      <a:pt x="6269" y="4996"/>
                      <a:pt x="6603" y="4189"/>
                      <a:pt x="6603" y="3348"/>
                    </a:cubicBezTo>
                    <a:cubicBezTo>
                      <a:pt x="6603" y="2507"/>
                      <a:pt x="6269" y="1699"/>
                      <a:pt x="5674" y="1104"/>
                    </a:cubicBezTo>
                    <a:cubicBezTo>
                      <a:pt x="5079" y="510"/>
                      <a:pt x="4273" y="175"/>
                      <a:pt x="3432" y="175"/>
                    </a:cubicBezTo>
                    <a:cubicBezTo>
                      <a:pt x="2590" y="175"/>
                      <a:pt x="1784" y="510"/>
                      <a:pt x="1189" y="1104"/>
                    </a:cubicBezTo>
                    <a:cubicBezTo>
                      <a:pt x="594" y="1699"/>
                      <a:pt x="260" y="2507"/>
                      <a:pt x="260" y="3348"/>
                    </a:cubicBezTo>
                    <a:cubicBezTo>
                      <a:pt x="260" y="4189"/>
                      <a:pt x="594" y="4996"/>
                      <a:pt x="1189" y="5591"/>
                    </a:cubicBezTo>
                    <a:cubicBezTo>
                      <a:pt x="1784" y="6186"/>
                      <a:pt x="2590" y="6521"/>
                      <a:pt x="3432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02" name="Freeform: Shape 4301">
                <a:extLst>
                  <a:ext uri="{FF2B5EF4-FFF2-40B4-BE49-F238E27FC236}">
                    <a16:creationId xmlns:a16="http://schemas.microsoft.com/office/drawing/2014/main" id="{52F94263-35B2-33B4-F4F5-1872C98B3553}"/>
                  </a:ext>
                </a:extLst>
              </p:cNvPr>
              <p:cNvSpPr/>
              <p:nvPr/>
            </p:nvSpPr>
            <p:spPr>
              <a:xfrm>
                <a:off x="4149160" y="5704917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3 w 6343"/>
                  <a:gd name="connsiteY2" fmla="*/ 3348 h 6345"/>
                  <a:gd name="connsiteX3" fmla="*/ 5674 w 6343"/>
                  <a:gd name="connsiteY3" fmla="*/ 1105 h 6345"/>
                  <a:gd name="connsiteX4" fmla="*/ 3431 w 6343"/>
                  <a:gd name="connsiteY4" fmla="*/ 175 h 6345"/>
                  <a:gd name="connsiteX5" fmla="*/ 1189 w 6343"/>
                  <a:gd name="connsiteY5" fmla="*/ 1105 h 6345"/>
                  <a:gd name="connsiteX6" fmla="*/ 260 w 6343"/>
                  <a:gd name="connsiteY6" fmla="*/ 3348 h 6345"/>
                  <a:gd name="connsiteX7" fmla="*/ 1189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3" y="6521"/>
                      <a:pt x="5079" y="6186"/>
                      <a:pt x="5674" y="5592"/>
                    </a:cubicBezTo>
                    <a:cubicBezTo>
                      <a:pt x="6269" y="4997"/>
                      <a:pt x="6603" y="4189"/>
                      <a:pt x="6603" y="3348"/>
                    </a:cubicBezTo>
                    <a:cubicBezTo>
                      <a:pt x="6603" y="2507"/>
                      <a:pt x="6269" y="1700"/>
                      <a:pt x="5674" y="1105"/>
                    </a:cubicBezTo>
                    <a:cubicBezTo>
                      <a:pt x="5079" y="510"/>
                      <a:pt x="4273" y="175"/>
                      <a:pt x="3431" y="175"/>
                    </a:cubicBezTo>
                    <a:cubicBezTo>
                      <a:pt x="2590" y="175"/>
                      <a:pt x="1784" y="510"/>
                      <a:pt x="1189" y="1105"/>
                    </a:cubicBezTo>
                    <a:cubicBezTo>
                      <a:pt x="594" y="1700"/>
                      <a:pt x="260" y="2507"/>
                      <a:pt x="260" y="3348"/>
                    </a:cubicBezTo>
                    <a:cubicBezTo>
                      <a:pt x="260" y="4189"/>
                      <a:pt x="594" y="4997"/>
                      <a:pt x="1189" y="5592"/>
                    </a:cubicBezTo>
                    <a:cubicBezTo>
                      <a:pt x="1784" y="6186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03" name="Freeform: Shape 4302">
                <a:extLst>
                  <a:ext uri="{FF2B5EF4-FFF2-40B4-BE49-F238E27FC236}">
                    <a16:creationId xmlns:a16="http://schemas.microsoft.com/office/drawing/2014/main" id="{0854BC18-AE2A-3F98-7152-02AD9E25DCB3}"/>
                  </a:ext>
                </a:extLst>
              </p:cNvPr>
              <p:cNvSpPr/>
              <p:nvPr/>
            </p:nvSpPr>
            <p:spPr>
              <a:xfrm>
                <a:off x="4146196" y="5706942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3 w 6343"/>
                  <a:gd name="connsiteY2" fmla="*/ 3348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9 w 6343"/>
                  <a:gd name="connsiteY5" fmla="*/ 1105 h 6345"/>
                  <a:gd name="connsiteX6" fmla="*/ 260 w 6343"/>
                  <a:gd name="connsiteY6" fmla="*/ 3348 h 6345"/>
                  <a:gd name="connsiteX7" fmla="*/ 1189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9" y="4997"/>
                      <a:pt x="6603" y="4190"/>
                      <a:pt x="6603" y="3348"/>
                    </a:cubicBezTo>
                    <a:cubicBezTo>
                      <a:pt x="6603" y="2507"/>
                      <a:pt x="6269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9" y="1105"/>
                    </a:cubicBezTo>
                    <a:cubicBezTo>
                      <a:pt x="594" y="1700"/>
                      <a:pt x="260" y="2507"/>
                      <a:pt x="260" y="3348"/>
                    </a:cubicBezTo>
                    <a:cubicBezTo>
                      <a:pt x="260" y="4190"/>
                      <a:pt x="594" y="4997"/>
                      <a:pt x="1189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04" name="Freeform: Shape 4303">
                <a:extLst>
                  <a:ext uri="{FF2B5EF4-FFF2-40B4-BE49-F238E27FC236}">
                    <a16:creationId xmlns:a16="http://schemas.microsoft.com/office/drawing/2014/main" id="{939AA231-1D56-856A-36E5-0F0A2AB25CD1}"/>
                  </a:ext>
                </a:extLst>
              </p:cNvPr>
              <p:cNvSpPr/>
              <p:nvPr/>
            </p:nvSpPr>
            <p:spPr>
              <a:xfrm>
                <a:off x="4143922" y="5708860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3 w 6343"/>
                  <a:gd name="connsiteY2" fmla="*/ 3348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8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8" y="4997"/>
                      <a:pt x="6603" y="4190"/>
                      <a:pt x="6603" y="3348"/>
                    </a:cubicBezTo>
                    <a:cubicBezTo>
                      <a:pt x="6603" y="2507"/>
                      <a:pt x="6268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4" y="1700"/>
                      <a:pt x="259" y="2507"/>
                      <a:pt x="259" y="3348"/>
                    </a:cubicBezTo>
                    <a:cubicBezTo>
                      <a:pt x="259" y="4190"/>
                      <a:pt x="594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05" name="Freeform: Shape 4304">
                <a:extLst>
                  <a:ext uri="{FF2B5EF4-FFF2-40B4-BE49-F238E27FC236}">
                    <a16:creationId xmlns:a16="http://schemas.microsoft.com/office/drawing/2014/main" id="{4419C63A-B189-05D5-BEEE-A8273DF61804}"/>
                  </a:ext>
                </a:extLst>
              </p:cNvPr>
              <p:cNvSpPr/>
              <p:nvPr/>
            </p:nvSpPr>
            <p:spPr>
              <a:xfrm>
                <a:off x="4145171" y="5712106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3 w 6343"/>
                  <a:gd name="connsiteY2" fmla="*/ 3349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60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9" y="4997"/>
                      <a:pt x="6603" y="4190"/>
                      <a:pt x="6603" y="3349"/>
                    </a:cubicBezTo>
                    <a:cubicBezTo>
                      <a:pt x="6603" y="2507"/>
                      <a:pt x="6269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4" y="1700"/>
                      <a:pt x="260" y="2507"/>
                      <a:pt x="260" y="3349"/>
                    </a:cubicBezTo>
                    <a:cubicBezTo>
                      <a:pt x="260" y="4190"/>
                      <a:pt x="594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06" name="Freeform: Shape 4305">
                <a:extLst>
                  <a:ext uri="{FF2B5EF4-FFF2-40B4-BE49-F238E27FC236}">
                    <a16:creationId xmlns:a16="http://schemas.microsoft.com/office/drawing/2014/main" id="{71A1A3E5-024F-15AA-3071-48A6E505618A}"/>
                  </a:ext>
                </a:extLst>
              </p:cNvPr>
              <p:cNvSpPr/>
              <p:nvPr/>
            </p:nvSpPr>
            <p:spPr>
              <a:xfrm>
                <a:off x="4145545" y="5713757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3 w 6343"/>
                  <a:gd name="connsiteY2" fmla="*/ 3349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9 w 6343"/>
                  <a:gd name="connsiteY5" fmla="*/ 1105 h 6345"/>
                  <a:gd name="connsiteX6" fmla="*/ 260 w 6343"/>
                  <a:gd name="connsiteY6" fmla="*/ 3349 h 6345"/>
                  <a:gd name="connsiteX7" fmla="*/ 1189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9" y="4997"/>
                      <a:pt x="6603" y="4190"/>
                      <a:pt x="6603" y="3349"/>
                    </a:cubicBezTo>
                    <a:cubicBezTo>
                      <a:pt x="6603" y="2507"/>
                      <a:pt x="6269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9" y="1105"/>
                    </a:cubicBezTo>
                    <a:cubicBezTo>
                      <a:pt x="594" y="1700"/>
                      <a:pt x="260" y="2507"/>
                      <a:pt x="260" y="3349"/>
                    </a:cubicBezTo>
                    <a:cubicBezTo>
                      <a:pt x="260" y="4190"/>
                      <a:pt x="594" y="4997"/>
                      <a:pt x="1189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07" name="Freeform: Shape 4306">
                <a:extLst>
                  <a:ext uri="{FF2B5EF4-FFF2-40B4-BE49-F238E27FC236}">
                    <a16:creationId xmlns:a16="http://schemas.microsoft.com/office/drawing/2014/main" id="{77D1F8DE-A0FF-9423-0DA9-56282E82F7D3}"/>
                  </a:ext>
                </a:extLst>
              </p:cNvPr>
              <p:cNvSpPr/>
              <p:nvPr/>
            </p:nvSpPr>
            <p:spPr>
              <a:xfrm>
                <a:off x="4145863" y="5715416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4 w 6343"/>
                  <a:gd name="connsiteY1" fmla="*/ 5592 h 6345"/>
                  <a:gd name="connsiteX2" fmla="*/ 6603 w 6343"/>
                  <a:gd name="connsiteY2" fmla="*/ 3349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9 w 6343"/>
                  <a:gd name="connsiteY5" fmla="*/ 1105 h 6345"/>
                  <a:gd name="connsiteX6" fmla="*/ 260 w 6343"/>
                  <a:gd name="connsiteY6" fmla="*/ 3349 h 6345"/>
                  <a:gd name="connsiteX7" fmla="*/ 1189 w 6343"/>
                  <a:gd name="connsiteY7" fmla="*/ 5592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7"/>
                      <a:pt x="5674" y="5592"/>
                    </a:cubicBezTo>
                    <a:cubicBezTo>
                      <a:pt x="6269" y="4997"/>
                      <a:pt x="6603" y="4190"/>
                      <a:pt x="6603" y="3349"/>
                    </a:cubicBezTo>
                    <a:cubicBezTo>
                      <a:pt x="6603" y="2507"/>
                      <a:pt x="6269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9" y="1105"/>
                    </a:cubicBezTo>
                    <a:cubicBezTo>
                      <a:pt x="594" y="1700"/>
                      <a:pt x="260" y="2507"/>
                      <a:pt x="260" y="3349"/>
                    </a:cubicBezTo>
                    <a:cubicBezTo>
                      <a:pt x="260" y="4190"/>
                      <a:pt x="594" y="4997"/>
                      <a:pt x="1189" y="5592"/>
                    </a:cubicBezTo>
                    <a:cubicBezTo>
                      <a:pt x="1783" y="6187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08" name="Freeform: Shape 4307">
                <a:extLst>
                  <a:ext uri="{FF2B5EF4-FFF2-40B4-BE49-F238E27FC236}">
                    <a16:creationId xmlns:a16="http://schemas.microsoft.com/office/drawing/2014/main" id="{E4DC444D-BAF0-B187-3112-CAE14622A305}"/>
                  </a:ext>
                </a:extLst>
              </p:cNvPr>
              <p:cNvSpPr/>
              <p:nvPr/>
            </p:nvSpPr>
            <p:spPr>
              <a:xfrm>
                <a:off x="4186933" y="5714323"/>
                <a:ext cx="6343" cy="6345"/>
              </a:xfrm>
              <a:custGeom>
                <a:avLst/>
                <a:gdLst>
                  <a:gd name="connsiteX0" fmla="*/ 3434 w 6343"/>
                  <a:gd name="connsiteY0" fmla="*/ 6522 h 6345"/>
                  <a:gd name="connsiteX1" fmla="*/ 5677 w 6343"/>
                  <a:gd name="connsiteY1" fmla="*/ 5592 h 6345"/>
                  <a:gd name="connsiteX2" fmla="*/ 6606 w 6343"/>
                  <a:gd name="connsiteY2" fmla="*/ 3349 h 6345"/>
                  <a:gd name="connsiteX3" fmla="*/ 5677 w 6343"/>
                  <a:gd name="connsiteY3" fmla="*/ 1105 h 6345"/>
                  <a:gd name="connsiteX4" fmla="*/ 3434 w 6343"/>
                  <a:gd name="connsiteY4" fmla="*/ 176 h 6345"/>
                  <a:gd name="connsiteX5" fmla="*/ 1192 w 6343"/>
                  <a:gd name="connsiteY5" fmla="*/ 1105 h 6345"/>
                  <a:gd name="connsiteX6" fmla="*/ 263 w 6343"/>
                  <a:gd name="connsiteY6" fmla="*/ 3349 h 6345"/>
                  <a:gd name="connsiteX7" fmla="*/ 1192 w 6343"/>
                  <a:gd name="connsiteY7" fmla="*/ 5592 h 6345"/>
                  <a:gd name="connsiteX8" fmla="*/ 3434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22"/>
                    </a:moveTo>
                    <a:cubicBezTo>
                      <a:pt x="4276" y="6522"/>
                      <a:pt x="5082" y="6187"/>
                      <a:pt x="5677" y="5592"/>
                    </a:cubicBezTo>
                    <a:cubicBezTo>
                      <a:pt x="6272" y="4997"/>
                      <a:pt x="6606" y="4190"/>
                      <a:pt x="6606" y="3349"/>
                    </a:cubicBezTo>
                    <a:cubicBezTo>
                      <a:pt x="6606" y="2507"/>
                      <a:pt x="6272" y="1700"/>
                      <a:pt x="5677" y="1105"/>
                    </a:cubicBezTo>
                    <a:cubicBezTo>
                      <a:pt x="5082" y="510"/>
                      <a:pt x="4276" y="176"/>
                      <a:pt x="3434" y="176"/>
                    </a:cubicBezTo>
                    <a:cubicBezTo>
                      <a:pt x="2593" y="176"/>
                      <a:pt x="1787" y="510"/>
                      <a:pt x="1192" y="1105"/>
                    </a:cubicBezTo>
                    <a:cubicBezTo>
                      <a:pt x="597" y="1700"/>
                      <a:pt x="263" y="2507"/>
                      <a:pt x="263" y="3349"/>
                    </a:cubicBezTo>
                    <a:cubicBezTo>
                      <a:pt x="263" y="4190"/>
                      <a:pt x="597" y="4997"/>
                      <a:pt x="1192" y="5592"/>
                    </a:cubicBezTo>
                    <a:cubicBezTo>
                      <a:pt x="1787" y="6187"/>
                      <a:pt x="2593" y="6522"/>
                      <a:pt x="3434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09" name="Freeform: Shape 4308">
                <a:extLst>
                  <a:ext uri="{FF2B5EF4-FFF2-40B4-BE49-F238E27FC236}">
                    <a16:creationId xmlns:a16="http://schemas.microsoft.com/office/drawing/2014/main" id="{87F55EE5-1FD4-081E-2C1C-EDDD7E745648}"/>
                  </a:ext>
                </a:extLst>
              </p:cNvPr>
              <p:cNvSpPr/>
              <p:nvPr/>
            </p:nvSpPr>
            <p:spPr>
              <a:xfrm>
                <a:off x="4188868" y="5718083"/>
                <a:ext cx="6343" cy="6345"/>
              </a:xfrm>
              <a:custGeom>
                <a:avLst/>
                <a:gdLst>
                  <a:gd name="connsiteX0" fmla="*/ 3435 w 6343"/>
                  <a:gd name="connsiteY0" fmla="*/ 6522 h 6345"/>
                  <a:gd name="connsiteX1" fmla="*/ 5677 w 6343"/>
                  <a:gd name="connsiteY1" fmla="*/ 5593 h 6345"/>
                  <a:gd name="connsiteX2" fmla="*/ 6606 w 6343"/>
                  <a:gd name="connsiteY2" fmla="*/ 3349 h 6345"/>
                  <a:gd name="connsiteX3" fmla="*/ 5677 w 6343"/>
                  <a:gd name="connsiteY3" fmla="*/ 1106 h 6345"/>
                  <a:gd name="connsiteX4" fmla="*/ 3435 w 6343"/>
                  <a:gd name="connsiteY4" fmla="*/ 176 h 6345"/>
                  <a:gd name="connsiteX5" fmla="*/ 1192 w 6343"/>
                  <a:gd name="connsiteY5" fmla="*/ 1106 h 6345"/>
                  <a:gd name="connsiteX6" fmla="*/ 263 w 6343"/>
                  <a:gd name="connsiteY6" fmla="*/ 3349 h 6345"/>
                  <a:gd name="connsiteX7" fmla="*/ 1192 w 6343"/>
                  <a:gd name="connsiteY7" fmla="*/ 5593 h 6345"/>
                  <a:gd name="connsiteX8" fmla="*/ 3435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22"/>
                    </a:moveTo>
                    <a:cubicBezTo>
                      <a:pt x="4276" y="6522"/>
                      <a:pt x="5082" y="6188"/>
                      <a:pt x="5677" y="5593"/>
                    </a:cubicBezTo>
                    <a:cubicBezTo>
                      <a:pt x="6272" y="4998"/>
                      <a:pt x="6606" y="4191"/>
                      <a:pt x="6606" y="3349"/>
                    </a:cubicBezTo>
                    <a:cubicBezTo>
                      <a:pt x="6606" y="2508"/>
                      <a:pt x="6272" y="1701"/>
                      <a:pt x="5677" y="1106"/>
                    </a:cubicBezTo>
                    <a:cubicBezTo>
                      <a:pt x="5082" y="511"/>
                      <a:pt x="4276" y="176"/>
                      <a:pt x="3435" y="176"/>
                    </a:cubicBezTo>
                    <a:cubicBezTo>
                      <a:pt x="2593" y="176"/>
                      <a:pt x="1787" y="511"/>
                      <a:pt x="1192" y="1106"/>
                    </a:cubicBezTo>
                    <a:cubicBezTo>
                      <a:pt x="597" y="1701"/>
                      <a:pt x="263" y="2508"/>
                      <a:pt x="263" y="3349"/>
                    </a:cubicBezTo>
                    <a:cubicBezTo>
                      <a:pt x="263" y="4191"/>
                      <a:pt x="597" y="4998"/>
                      <a:pt x="1192" y="5593"/>
                    </a:cubicBezTo>
                    <a:cubicBezTo>
                      <a:pt x="1787" y="6188"/>
                      <a:pt x="2593" y="6522"/>
                      <a:pt x="3435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10" name="Freeform: Shape 4309">
                <a:extLst>
                  <a:ext uri="{FF2B5EF4-FFF2-40B4-BE49-F238E27FC236}">
                    <a16:creationId xmlns:a16="http://schemas.microsoft.com/office/drawing/2014/main" id="{1C24A202-F78F-4D5D-5244-550881C2AC0C}"/>
                  </a:ext>
                </a:extLst>
              </p:cNvPr>
              <p:cNvSpPr/>
              <p:nvPr/>
            </p:nvSpPr>
            <p:spPr>
              <a:xfrm>
                <a:off x="4212482" y="5777423"/>
                <a:ext cx="6343" cy="6345"/>
              </a:xfrm>
              <a:custGeom>
                <a:avLst/>
                <a:gdLst>
                  <a:gd name="connsiteX0" fmla="*/ 3436 w 6343"/>
                  <a:gd name="connsiteY0" fmla="*/ 6526 h 6345"/>
                  <a:gd name="connsiteX1" fmla="*/ 5679 w 6343"/>
                  <a:gd name="connsiteY1" fmla="*/ 5597 h 6345"/>
                  <a:gd name="connsiteX2" fmla="*/ 6608 w 6343"/>
                  <a:gd name="connsiteY2" fmla="*/ 3354 h 6345"/>
                  <a:gd name="connsiteX3" fmla="*/ 5679 w 6343"/>
                  <a:gd name="connsiteY3" fmla="*/ 1110 h 6345"/>
                  <a:gd name="connsiteX4" fmla="*/ 3436 w 6343"/>
                  <a:gd name="connsiteY4" fmla="*/ 181 h 6345"/>
                  <a:gd name="connsiteX5" fmla="*/ 1194 w 6343"/>
                  <a:gd name="connsiteY5" fmla="*/ 1110 h 6345"/>
                  <a:gd name="connsiteX6" fmla="*/ 265 w 6343"/>
                  <a:gd name="connsiteY6" fmla="*/ 3354 h 6345"/>
                  <a:gd name="connsiteX7" fmla="*/ 1194 w 6343"/>
                  <a:gd name="connsiteY7" fmla="*/ 5597 h 6345"/>
                  <a:gd name="connsiteX8" fmla="*/ 3436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26"/>
                    </a:moveTo>
                    <a:cubicBezTo>
                      <a:pt x="4278" y="6526"/>
                      <a:pt x="5084" y="6192"/>
                      <a:pt x="5679" y="5597"/>
                    </a:cubicBezTo>
                    <a:cubicBezTo>
                      <a:pt x="6274" y="5002"/>
                      <a:pt x="6608" y="4195"/>
                      <a:pt x="6608" y="3354"/>
                    </a:cubicBezTo>
                    <a:cubicBezTo>
                      <a:pt x="6608" y="2512"/>
                      <a:pt x="6274" y="1705"/>
                      <a:pt x="5679" y="1110"/>
                    </a:cubicBezTo>
                    <a:cubicBezTo>
                      <a:pt x="5084" y="515"/>
                      <a:pt x="4278" y="181"/>
                      <a:pt x="3436" y="181"/>
                    </a:cubicBezTo>
                    <a:cubicBezTo>
                      <a:pt x="2595" y="181"/>
                      <a:pt x="1789" y="515"/>
                      <a:pt x="1194" y="1110"/>
                    </a:cubicBezTo>
                    <a:cubicBezTo>
                      <a:pt x="599" y="1705"/>
                      <a:pt x="265" y="2512"/>
                      <a:pt x="265" y="3354"/>
                    </a:cubicBezTo>
                    <a:cubicBezTo>
                      <a:pt x="265" y="4195"/>
                      <a:pt x="599" y="5002"/>
                      <a:pt x="1194" y="5597"/>
                    </a:cubicBezTo>
                    <a:cubicBezTo>
                      <a:pt x="1789" y="6192"/>
                      <a:pt x="2595" y="6526"/>
                      <a:pt x="3436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11" name="Freeform: Shape 4310">
                <a:extLst>
                  <a:ext uri="{FF2B5EF4-FFF2-40B4-BE49-F238E27FC236}">
                    <a16:creationId xmlns:a16="http://schemas.microsoft.com/office/drawing/2014/main" id="{E6598D21-810F-5127-265A-C6C43A6D9634}"/>
                  </a:ext>
                </a:extLst>
              </p:cNvPr>
              <p:cNvSpPr/>
              <p:nvPr/>
            </p:nvSpPr>
            <p:spPr>
              <a:xfrm>
                <a:off x="4386476" y="5959444"/>
                <a:ext cx="6343" cy="6345"/>
              </a:xfrm>
              <a:custGeom>
                <a:avLst/>
                <a:gdLst>
                  <a:gd name="connsiteX0" fmla="*/ 3450 w 6343"/>
                  <a:gd name="connsiteY0" fmla="*/ 6541 h 6345"/>
                  <a:gd name="connsiteX1" fmla="*/ 5693 w 6343"/>
                  <a:gd name="connsiteY1" fmla="*/ 5612 h 6345"/>
                  <a:gd name="connsiteX2" fmla="*/ 6622 w 6343"/>
                  <a:gd name="connsiteY2" fmla="*/ 3368 h 6345"/>
                  <a:gd name="connsiteX3" fmla="*/ 5693 w 6343"/>
                  <a:gd name="connsiteY3" fmla="*/ 1125 h 6345"/>
                  <a:gd name="connsiteX4" fmla="*/ 3450 w 6343"/>
                  <a:gd name="connsiteY4" fmla="*/ 195 h 6345"/>
                  <a:gd name="connsiteX5" fmla="*/ 1208 w 6343"/>
                  <a:gd name="connsiteY5" fmla="*/ 1125 h 6345"/>
                  <a:gd name="connsiteX6" fmla="*/ 279 w 6343"/>
                  <a:gd name="connsiteY6" fmla="*/ 3368 h 6345"/>
                  <a:gd name="connsiteX7" fmla="*/ 1208 w 6343"/>
                  <a:gd name="connsiteY7" fmla="*/ 5612 h 6345"/>
                  <a:gd name="connsiteX8" fmla="*/ 3450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0" y="6541"/>
                    </a:moveTo>
                    <a:cubicBezTo>
                      <a:pt x="4291" y="6541"/>
                      <a:pt x="5098" y="6207"/>
                      <a:pt x="5693" y="5612"/>
                    </a:cubicBezTo>
                    <a:cubicBezTo>
                      <a:pt x="6288" y="5017"/>
                      <a:pt x="6622" y="4210"/>
                      <a:pt x="6622" y="3368"/>
                    </a:cubicBezTo>
                    <a:cubicBezTo>
                      <a:pt x="6622" y="2527"/>
                      <a:pt x="6288" y="1720"/>
                      <a:pt x="5693" y="1125"/>
                    </a:cubicBezTo>
                    <a:cubicBezTo>
                      <a:pt x="5098" y="530"/>
                      <a:pt x="4291" y="195"/>
                      <a:pt x="3450" y="195"/>
                    </a:cubicBezTo>
                    <a:cubicBezTo>
                      <a:pt x="2609" y="195"/>
                      <a:pt x="1802" y="530"/>
                      <a:pt x="1208" y="1125"/>
                    </a:cubicBezTo>
                    <a:cubicBezTo>
                      <a:pt x="613" y="1720"/>
                      <a:pt x="279" y="2527"/>
                      <a:pt x="279" y="3368"/>
                    </a:cubicBezTo>
                    <a:cubicBezTo>
                      <a:pt x="279" y="4210"/>
                      <a:pt x="613" y="5017"/>
                      <a:pt x="1208" y="5612"/>
                    </a:cubicBezTo>
                    <a:cubicBezTo>
                      <a:pt x="1802" y="6207"/>
                      <a:pt x="2609" y="6541"/>
                      <a:pt x="3450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12" name="Freeform: Shape 4311">
                <a:extLst>
                  <a:ext uri="{FF2B5EF4-FFF2-40B4-BE49-F238E27FC236}">
                    <a16:creationId xmlns:a16="http://schemas.microsoft.com/office/drawing/2014/main" id="{F1590137-3E42-F1E9-6FFB-F053FD0EF5DA}"/>
                  </a:ext>
                </a:extLst>
              </p:cNvPr>
              <p:cNvSpPr/>
              <p:nvPr/>
            </p:nvSpPr>
            <p:spPr>
              <a:xfrm>
                <a:off x="4384489" y="5962323"/>
                <a:ext cx="6343" cy="6345"/>
              </a:xfrm>
              <a:custGeom>
                <a:avLst/>
                <a:gdLst>
                  <a:gd name="connsiteX0" fmla="*/ 3450 w 6343"/>
                  <a:gd name="connsiteY0" fmla="*/ 6541 h 6345"/>
                  <a:gd name="connsiteX1" fmla="*/ 5693 w 6343"/>
                  <a:gd name="connsiteY1" fmla="*/ 5612 h 6345"/>
                  <a:gd name="connsiteX2" fmla="*/ 6622 w 6343"/>
                  <a:gd name="connsiteY2" fmla="*/ 3368 h 6345"/>
                  <a:gd name="connsiteX3" fmla="*/ 5693 w 6343"/>
                  <a:gd name="connsiteY3" fmla="*/ 1125 h 6345"/>
                  <a:gd name="connsiteX4" fmla="*/ 3450 w 6343"/>
                  <a:gd name="connsiteY4" fmla="*/ 196 h 6345"/>
                  <a:gd name="connsiteX5" fmla="*/ 1207 w 6343"/>
                  <a:gd name="connsiteY5" fmla="*/ 1125 h 6345"/>
                  <a:gd name="connsiteX6" fmla="*/ 278 w 6343"/>
                  <a:gd name="connsiteY6" fmla="*/ 3368 h 6345"/>
                  <a:gd name="connsiteX7" fmla="*/ 1207 w 6343"/>
                  <a:gd name="connsiteY7" fmla="*/ 5612 h 6345"/>
                  <a:gd name="connsiteX8" fmla="*/ 3450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0" y="6541"/>
                    </a:moveTo>
                    <a:cubicBezTo>
                      <a:pt x="4291" y="6541"/>
                      <a:pt x="5098" y="6207"/>
                      <a:pt x="5693" y="5612"/>
                    </a:cubicBezTo>
                    <a:cubicBezTo>
                      <a:pt x="6287" y="5017"/>
                      <a:pt x="6622" y="4210"/>
                      <a:pt x="6622" y="3368"/>
                    </a:cubicBezTo>
                    <a:cubicBezTo>
                      <a:pt x="6622" y="2527"/>
                      <a:pt x="6287" y="1720"/>
                      <a:pt x="5693" y="1125"/>
                    </a:cubicBezTo>
                    <a:cubicBezTo>
                      <a:pt x="5098" y="530"/>
                      <a:pt x="4291" y="196"/>
                      <a:pt x="3450" y="196"/>
                    </a:cubicBezTo>
                    <a:cubicBezTo>
                      <a:pt x="2609" y="196"/>
                      <a:pt x="1802" y="530"/>
                      <a:pt x="1207" y="1125"/>
                    </a:cubicBezTo>
                    <a:cubicBezTo>
                      <a:pt x="613" y="1720"/>
                      <a:pt x="278" y="2527"/>
                      <a:pt x="278" y="3368"/>
                    </a:cubicBezTo>
                    <a:cubicBezTo>
                      <a:pt x="278" y="4210"/>
                      <a:pt x="613" y="5017"/>
                      <a:pt x="1207" y="5612"/>
                    </a:cubicBezTo>
                    <a:cubicBezTo>
                      <a:pt x="1802" y="6207"/>
                      <a:pt x="2609" y="6541"/>
                      <a:pt x="3450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13" name="Freeform: Shape 4312">
                <a:extLst>
                  <a:ext uri="{FF2B5EF4-FFF2-40B4-BE49-F238E27FC236}">
                    <a16:creationId xmlns:a16="http://schemas.microsoft.com/office/drawing/2014/main" id="{D99659C3-5D96-A41B-08EA-712805AA60CD}"/>
                  </a:ext>
                </a:extLst>
              </p:cNvPr>
              <p:cNvSpPr/>
              <p:nvPr/>
            </p:nvSpPr>
            <p:spPr>
              <a:xfrm>
                <a:off x="4383476" y="5965633"/>
                <a:ext cx="6343" cy="6345"/>
              </a:xfrm>
              <a:custGeom>
                <a:avLst/>
                <a:gdLst>
                  <a:gd name="connsiteX0" fmla="*/ 3450 w 6343"/>
                  <a:gd name="connsiteY0" fmla="*/ 6541 h 6345"/>
                  <a:gd name="connsiteX1" fmla="*/ 5693 w 6343"/>
                  <a:gd name="connsiteY1" fmla="*/ 5612 h 6345"/>
                  <a:gd name="connsiteX2" fmla="*/ 6621 w 6343"/>
                  <a:gd name="connsiteY2" fmla="*/ 3369 h 6345"/>
                  <a:gd name="connsiteX3" fmla="*/ 5693 w 6343"/>
                  <a:gd name="connsiteY3" fmla="*/ 1125 h 6345"/>
                  <a:gd name="connsiteX4" fmla="*/ 3450 w 6343"/>
                  <a:gd name="connsiteY4" fmla="*/ 196 h 6345"/>
                  <a:gd name="connsiteX5" fmla="*/ 1207 w 6343"/>
                  <a:gd name="connsiteY5" fmla="*/ 1125 h 6345"/>
                  <a:gd name="connsiteX6" fmla="*/ 278 w 6343"/>
                  <a:gd name="connsiteY6" fmla="*/ 3369 h 6345"/>
                  <a:gd name="connsiteX7" fmla="*/ 1207 w 6343"/>
                  <a:gd name="connsiteY7" fmla="*/ 5612 h 6345"/>
                  <a:gd name="connsiteX8" fmla="*/ 3450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0" y="6541"/>
                    </a:moveTo>
                    <a:cubicBezTo>
                      <a:pt x="4291" y="6541"/>
                      <a:pt x="5098" y="6207"/>
                      <a:pt x="5693" y="5612"/>
                    </a:cubicBezTo>
                    <a:cubicBezTo>
                      <a:pt x="6287" y="5017"/>
                      <a:pt x="6621" y="4210"/>
                      <a:pt x="6621" y="3369"/>
                    </a:cubicBezTo>
                    <a:cubicBezTo>
                      <a:pt x="6621" y="2527"/>
                      <a:pt x="6287" y="1720"/>
                      <a:pt x="5693" y="1125"/>
                    </a:cubicBezTo>
                    <a:cubicBezTo>
                      <a:pt x="5098" y="530"/>
                      <a:pt x="4291" y="196"/>
                      <a:pt x="3450" y="196"/>
                    </a:cubicBezTo>
                    <a:cubicBezTo>
                      <a:pt x="2609" y="196"/>
                      <a:pt x="1802" y="530"/>
                      <a:pt x="1207" y="1125"/>
                    </a:cubicBezTo>
                    <a:cubicBezTo>
                      <a:pt x="613" y="1720"/>
                      <a:pt x="278" y="2527"/>
                      <a:pt x="278" y="3369"/>
                    </a:cubicBezTo>
                    <a:cubicBezTo>
                      <a:pt x="278" y="4210"/>
                      <a:pt x="613" y="5017"/>
                      <a:pt x="1207" y="5612"/>
                    </a:cubicBezTo>
                    <a:cubicBezTo>
                      <a:pt x="1802" y="6207"/>
                      <a:pt x="2609" y="6541"/>
                      <a:pt x="3450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14" name="Freeform: Shape 4313">
                <a:extLst>
                  <a:ext uri="{FF2B5EF4-FFF2-40B4-BE49-F238E27FC236}">
                    <a16:creationId xmlns:a16="http://schemas.microsoft.com/office/drawing/2014/main" id="{ACF2E2FF-B559-58F7-C9E3-58B5A97D96D7}"/>
                  </a:ext>
                </a:extLst>
              </p:cNvPr>
              <p:cNvSpPr/>
              <p:nvPr/>
            </p:nvSpPr>
            <p:spPr>
              <a:xfrm>
                <a:off x="4378019" y="5966912"/>
                <a:ext cx="6343" cy="6345"/>
              </a:xfrm>
              <a:custGeom>
                <a:avLst/>
                <a:gdLst>
                  <a:gd name="connsiteX0" fmla="*/ 3449 w 6343"/>
                  <a:gd name="connsiteY0" fmla="*/ 6541 h 6345"/>
                  <a:gd name="connsiteX1" fmla="*/ 5692 w 6343"/>
                  <a:gd name="connsiteY1" fmla="*/ 5612 h 6345"/>
                  <a:gd name="connsiteX2" fmla="*/ 6621 w 6343"/>
                  <a:gd name="connsiteY2" fmla="*/ 3369 h 6345"/>
                  <a:gd name="connsiteX3" fmla="*/ 5692 w 6343"/>
                  <a:gd name="connsiteY3" fmla="*/ 1125 h 6345"/>
                  <a:gd name="connsiteX4" fmla="*/ 3449 w 6343"/>
                  <a:gd name="connsiteY4" fmla="*/ 196 h 6345"/>
                  <a:gd name="connsiteX5" fmla="*/ 1207 w 6343"/>
                  <a:gd name="connsiteY5" fmla="*/ 1125 h 6345"/>
                  <a:gd name="connsiteX6" fmla="*/ 278 w 6343"/>
                  <a:gd name="connsiteY6" fmla="*/ 3369 h 6345"/>
                  <a:gd name="connsiteX7" fmla="*/ 1207 w 6343"/>
                  <a:gd name="connsiteY7" fmla="*/ 5612 h 6345"/>
                  <a:gd name="connsiteX8" fmla="*/ 3449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541"/>
                    </a:moveTo>
                    <a:cubicBezTo>
                      <a:pt x="4291" y="6541"/>
                      <a:pt x="5097" y="6207"/>
                      <a:pt x="5692" y="5612"/>
                    </a:cubicBezTo>
                    <a:cubicBezTo>
                      <a:pt x="6287" y="5017"/>
                      <a:pt x="6621" y="4210"/>
                      <a:pt x="6621" y="3369"/>
                    </a:cubicBezTo>
                    <a:cubicBezTo>
                      <a:pt x="6621" y="2527"/>
                      <a:pt x="6287" y="1720"/>
                      <a:pt x="5692" y="1125"/>
                    </a:cubicBezTo>
                    <a:cubicBezTo>
                      <a:pt x="5097" y="530"/>
                      <a:pt x="4291" y="196"/>
                      <a:pt x="3449" y="196"/>
                    </a:cubicBezTo>
                    <a:cubicBezTo>
                      <a:pt x="2608" y="196"/>
                      <a:pt x="1802" y="530"/>
                      <a:pt x="1207" y="1125"/>
                    </a:cubicBezTo>
                    <a:cubicBezTo>
                      <a:pt x="612" y="1720"/>
                      <a:pt x="278" y="2527"/>
                      <a:pt x="278" y="3369"/>
                    </a:cubicBezTo>
                    <a:cubicBezTo>
                      <a:pt x="278" y="4210"/>
                      <a:pt x="612" y="5017"/>
                      <a:pt x="1207" y="5612"/>
                    </a:cubicBezTo>
                    <a:cubicBezTo>
                      <a:pt x="1802" y="6207"/>
                      <a:pt x="2608" y="6541"/>
                      <a:pt x="3449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15" name="Freeform: Shape 4314">
                <a:extLst>
                  <a:ext uri="{FF2B5EF4-FFF2-40B4-BE49-F238E27FC236}">
                    <a16:creationId xmlns:a16="http://schemas.microsoft.com/office/drawing/2014/main" id="{A785688A-F079-05BA-0CC2-A3421B4B11D7}"/>
                  </a:ext>
                </a:extLst>
              </p:cNvPr>
              <p:cNvSpPr/>
              <p:nvPr/>
            </p:nvSpPr>
            <p:spPr>
              <a:xfrm>
                <a:off x="4375477" y="5969488"/>
                <a:ext cx="6343" cy="6345"/>
              </a:xfrm>
              <a:custGeom>
                <a:avLst/>
                <a:gdLst>
                  <a:gd name="connsiteX0" fmla="*/ 3449 w 6343"/>
                  <a:gd name="connsiteY0" fmla="*/ 6542 h 6345"/>
                  <a:gd name="connsiteX1" fmla="*/ 5692 w 6343"/>
                  <a:gd name="connsiteY1" fmla="*/ 5612 h 6345"/>
                  <a:gd name="connsiteX2" fmla="*/ 6621 w 6343"/>
                  <a:gd name="connsiteY2" fmla="*/ 3369 h 6345"/>
                  <a:gd name="connsiteX3" fmla="*/ 5692 w 6343"/>
                  <a:gd name="connsiteY3" fmla="*/ 1125 h 6345"/>
                  <a:gd name="connsiteX4" fmla="*/ 3449 w 6343"/>
                  <a:gd name="connsiteY4" fmla="*/ 196 h 6345"/>
                  <a:gd name="connsiteX5" fmla="*/ 1207 w 6343"/>
                  <a:gd name="connsiteY5" fmla="*/ 1125 h 6345"/>
                  <a:gd name="connsiteX6" fmla="*/ 278 w 6343"/>
                  <a:gd name="connsiteY6" fmla="*/ 3369 h 6345"/>
                  <a:gd name="connsiteX7" fmla="*/ 1207 w 6343"/>
                  <a:gd name="connsiteY7" fmla="*/ 5612 h 6345"/>
                  <a:gd name="connsiteX8" fmla="*/ 344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542"/>
                    </a:moveTo>
                    <a:cubicBezTo>
                      <a:pt x="4290" y="6542"/>
                      <a:pt x="5097" y="6207"/>
                      <a:pt x="5692" y="5612"/>
                    </a:cubicBezTo>
                    <a:cubicBezTo>
                      <a:pt x="6287" y="5017"/>
                      <a:pt x="6621" y="4210"/>
                      <a:pt x="6621" y="3369"/>
                    </a:cubicBezTo>
                    <a:cubicBezTo>
                      <a:pt x="6621" y="2527"/>
                      <a:pt x="6287" y="1720"/>
                      <a:pt x="5692" y="1125"/>
                    </a:cubicBezTo>
                    <a:cubicBezTo>
                      <a:pt x="5097" y="531"/>
                      <a:pt x="4290" y="196"/>
                      <a:pt x="3449" y="196"/>
                    </a:cubicBezTo>
                    <a:cubicBezTo>
                      <a:pt x="2608" y="196"/>
                      <a:pt x="1801" y="531"/>
                      <a:pt x="1207" y="1125"/>
                    </a:cubicBezTo>
                    <a:cubicBezTo>
                      <a:pt x="612" y="1720"/>
                      <a:pt x="278" y="2527"/>
                      <a:pt x="278" y="3369"/>
                    </a:cubicBezTo>
                    <a:cubicBezTo>
                      <a:pt x="278" y="4210"/>
                      <a:pt x="612" y="5017"/>
                      <a:pt x="1207" y="5612"/>
                    </a:cubicBezTo>
                    <a:cubicBezTo>
                      <a:pt x="1801" y="6207"/>
                      <a:pt x="2608" y="6542"/>
                      <a:pt x="344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16" name="Freeform: Shape 4315">
                <a:extLst>
                  <a:ext uri="{FF2B5EF4-FFF2-40B4-BE49-F238E27FC236}">
                    <a16:creationId xmlns:a16="http://schemas.microsoft.com/office/drawing/2014/main" id="{2A94A9D0-86F0-38BC-10BF-A5C9C991E457}"/>
                  </a:ext>
                </a:extLst>
              </p:cNvPr>
              <p:cNvSpPr/>
              <p:nvPr/>
            </p:nvSpPr>
            <p:spPr>
              <a:xfrm>
                <a:off x="4375058" y="5973052"/>
                <a:ext cx="6343" cy="6345"/>
              </a:xfrm>
              <a:custGeom>
                <a:avLst/>
                <a:gdLst>
                  <a:gd name="connsiteX0" fmla="*/ 3449 w 6343"/>
                  <a:gd name="connsiteY0" fmla="*/ 6542 h 6345"/>
                  <a:gd name="connsiteX1" fmla="*/ 5692 w 6343"/>
                  <a:gd name="connsiteY1" fmla="*/ 5613 h 6345"/>
                  <a:gd name="connsiteX2" fmla="*/ 6621 w 6343"/>
                  <a:gd name="connsiteY2" fmla="*/ 3369 h 6345"/>
                  <a:gd name="connsiteX3" fmla="*/ 5692 w 6343"/>
                  <a:gd name="connsiteY3" fmla="*/ 1126 h 6345"/>
                  <a:gd name="connsiteX4" fmla="*/ 3449 w 6343"/>
                  <a:gd name="connsiteY4" fmla="*/ 196 h 6345"/>
                  <a:gd name="connsiteX5" fmla="*/ 1207 w 6343"/>
                  <a:gd name="connsiteY5" fmla="*/ 1126 h 6345"/>
                  <a:gd name="connsiteX6" fmla="*/ 278 w 6343"/>
                  <a:gd name="connsiteY6" fmla="*/ 3369 h 6345"/>
                  <a:gd name="connsiteX7" fmla="*/ 1207 w 6343"/>
                  <a:gd name="connsiteY7" fmla="*/ 5613 h 6345"/>
                  <a:gd name="connsiteX8" fmla="*/ 344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542"/>
                    </a:moveTo>
                    <a:cubicBezTo>
                      <a:pt x="4290" y="6542"/>
                      <a:pt x="5097" y="6208"/>
                      <a:pt x="5692" y="5613"/>
                    </a:cubicBezTo>
                    <a:cubicBezTo>
                      <a:pt x="6287" y="5018"/>
                      <a:pt x="6621" y="4211"/>
                      <a:pt x="6621" y="3369"/>
                    </a:cubicBezTo>
                    <a:cubicBezTo>
                      <a:pt x="6621" y="2528"/>
                      <a:pt x="6287" y="1721"/>
                      <a:pt x="5692" y="1126"/>
                    </a:cubicBezTo>
                    <a:cubicBezTo>
                      <a:pt x="5097" y="531"/>
                      <a:pt x="4290" y="196"/>
                      <a:pt x="3449" y="196"/>
                    </a:cubicBezTo>
                    <a:cubicBezTo>
                      <a:pt x="2608" y="196"/>
                      <a:pt x="1801" y="531"/>
                      <a:pt x="1207" y="1126"/>
                    </a:cubicBezTo>
                    <a:cubicBezTo>
                      <a:pt x="612" y="1721"/>
                      <a:pt x="278" y="2528"/>
                      <a:pt x="278" y="3369"/>
                    </a:cubicBezTo>
                    <a:cubicBezTo>
                      <a:pt x="278" y="4211"/>
                      <a:pt x="612" y="5018"/>
                      <a:pt x="1207" y="5613"/>
                    </a:cubicBezTo>
                    <a:cubicBezTo>
                      <a:pt x="1801" y="6208"/>
                      <a:pt x="2608" y="6542"/>
                      <a:pt x="344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17" name="Freeform: Shape 4316">
                <a:extLst>
                  <a:ext uri="{FF2B5EF4-FFF2-40B4-BE49-F238E27FC236}">
                    <a16:creationId xmlns:a16="http://schemas.microsoft.com/office/drawing/2014/main" id="{F486E5E0-60CE-B27F-CD5D-FD264BD5B3DD}"/>
                  </a:ext>
                </a:extLst>
              </p:cNvPr>
              <p:cNvSpPr/>
              <p:nvPr/>
            </p:nvSpPr>
            <p:spPr>
              <a:xfrm>
                <a:off x="4370867" y="5974819"/>
                <a:ext cx="6343" cy="6345"/>
              </a:xfrm>
              <a:custGeom>
                <a:avLst/>
                <a:gdLst>
                  <a:gd name="connsiteX0" fmla="*/ 3449 w 6343"/>
                  <a:gd name="connsiteY0" fmla="*/ 6542 h 6345"/>
                  <a:gd name="connsiteX1" fmla="*/ 5692 w 6343"/>
                  <a:gd name="connsiteY1" fmla="*/ 5613 h 6345"/>
                  <a:gd name="connsiteX2" fmla="*/ 6620 w 6343"/>
                  <a:gd name="connsiteY2" fmla="*/ 3369 h 6345"/>
                  <a:gd name="connsiteX3" fmla="*/ 5692 w 6343"/>
                  <a:gd name="connsiteY3" fmla="*/ 1126 h 6345"/>
                  <a:gd name="connsiteX4" fmla="*/ 3449 w 6343"/>
                  <a:gd name="connsiteY4" fmla="*/ 197 h 6345"/>
                  <a:gd name="connsiteX5" fmla="*/ 1206 w 6343"/>
                  <a:gd name="connsiteY5" fmla="*/ 1126 h 6345"/>
                  <a:gd name="connsiteX6" fmla="*/ 277 w 6343"/>
                  <a:gd name="connsiteY6" fmla="*/ 3369 h 6345"/>
                  <a:gd name="connsiteX7" fmla="*/ 1206 w 6343"/>
                  <a:gd name="connsiteY7" fmla="*/ 5613 h 6345"/>
                  <a:gd name="connsiteX8" fmla="*/ 344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542"/>
                    </a:moveTo>
                    <a:cubicBezTo>
                      <a:pt x="4290" y="6542"/>
                      <a:pt x="5097" y="6208"/>
                      <a:pt x="5692" y="5613"/>
                    </a:cubicBezTo>
                    <a:cubicBezTo>
                      <a:pt x="6286" y="5018"/>
                      <a:pt x="6620" y="4211"/>
                      <a:pt x="6620" y="3369"/>
                    </a:cubicBezTo>
                    <a:cubicBezTo>
                      <a:pt x="6620" y="2528"/>
                      <a:pt x="6286" y="1721"/>
                      <a:pt x="5692" y="1126"/>
                    </a:cubicBezTo>
                    <a:cubicBezTo>
                      <a:pt x="5097" y="531"/>
                      <a:pt x="4290" y="197"/>
                      <a:pt x="3449" y="197"/>
                    </a:cubicBezTo>
                    <a:cubicBezTo>
                      <a:pt x="2608" y="197"/>
                      <a:pt x="1801" y="531"/>
                      <a:pt x="1206" y="1126"/>
                    </a:cubicBezTo>
                    <a:cubicBezTo>
                      <a:pt x="612" y="1721"/>
                      <a:pt x="277" y="2528"/>
                      <a:pt x="277" y="3369"/>
                    </a:cubicBezTo>
                    <a:cubicBezTo>
                      <a:pt x="277" y="4211"/>
                      <a:pt x="612" y="5018"/>
                      <a:pt x="1206" y="5613"/>
                    </a:cubicBezTo>
                    <a:cubicBezTo>
                      <a:pt x="1801" y="6208"/>
                      <a:pt x="2608" y="6542"/>
                      <a:pt x="344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18" name="Freeform: Shape 4317">
                <a:extLst>
                  <a:ext uri="{FF2B5EF4-FFF2-40B4-BE49-F238E27FC236}">
                    <a16:creationId xmlns:a16="http://schemas.microsoft.com/office/drawing/2014/main" id="{25EC54D1-A607-46E3-9F8C-B34836B7DA6B}"/>
                  </a:ext>
                </a:extLst>
              </p:cNvPr>
              <p:cNvSpPr/>
              <p:nvPr/>
            </p:nvSpPr>
            <p:spPr>
              <a:xfrm>
                <a:off x="4367820" y="5977104"/>
                <a:ext cx="6343" cy="6345"/>
              </a:xfrm>
              <a:custGeom>
                <a:avLst/>
                <a:gdLst>
                  <a:gd name="connsiteX0" fmla="*/ 3449 w 6343"/>
                  <a:gd name="connsiteY0" fmla="*/ 6542 h 6345"/>
                  <a:gd name="connsiteX1" fmla="*/ 5691 w 6343"/>
                  <a:gd name="connsiteY1" fmla="*/ 5613 h 6345"/>
                  <a:gd name="connsiteX2" fmla="*/ 6620 w 6343"/>
                  <a:gd name="connsiteY2" fmla="*/ 3370 h 6345"/>
                  <a:gd name="connsiteX3" fmla="*/ 5691 w 6343"/>
                  <a:gd name="connsiteY3" fmla="*/ 1126 h 6345"/>
                  <a:gd name="connsiteX4" fmla="*/ 3449 w 6343"/>
                  <a:gd name="connsiteY4" fmla="*/ 197 h 6345"/>
                  <a:gd name="connsiteX5" fmla="*/ 1206 w 6343"/>
                  <a:gd name="connsiteY5" fmla="*/ 1126 h 6345"/>
                  <a:gd name="connsiteX6" fmla="*/ 277 w 6343"/>
                  <a:gd name="connsiteY6" fmla="*/ 3370 h 6345"/>
                  <a:gd name="connsiteX7" fmla="*/ 1206 w 6343"/>
                  <a:gd name="connsiteY7" fmla="*/ 5613 h 6345"/>
                  <a:gd name="connsiteX8" fmla="*/ 344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542"/>
                    </a:moveTo>
                    <a:cubicBezTo>
                      <a:pt x="4290" y="6542"/>
                      <a:pt x="5097" y="6208"/>
                      <a:pt x="5691" y="5613"/>
                    </a:cubicBezTo>
                    <a:cubicBezTo>
                      <a:pt x="6286" y="5018"/>
                      <a:pt x="6620" y="4211"/>
                      <a:pt x="6620" y="3370"/>
                    </a:cubicBezTo>
                    <a:cubicBezTo>
                      <a:pt x="6620" y="2528"/>
                      <a:pt x="6286" y="1721"/>
                      <a:pt x="5691" y="1126"/>
                    </a:cubicBezTo>
                    <a:cubicBezTo>
                      <a:pt x="5097" y="531"/>
                      <a:pt x="4290" y="197"/>
                      <a:pt x="3449" y="197"/>
                    </a:cubicBezTo>
                    <a:cubicBezTo>
                      <a:pt x="2608" y="197"/>
                      <a:pt x="1801" y="531"/>
                      <a:pt x="1206" y="1126"/>
                    </a:cubicBezTo>
                    <a:cubicBezTo>
                      <a:pt x="611" y="1721"/>
                      <a:pt x="277" y="2528"/>
                      <a:pt x="277" y="3370"/>
                    </a:cubicBezTo>
                    <a:cubicBezTo>
                      <a:pt x="277" y="4211"/>
                      <a:pt x="611" y="5018"/>
                      <a:pt x="1206" y="5613"/>
                    </a:cubicBezTo>
                    <a:cubicBezTo>
                      <a:pt x="1801" y="6208"/>
                      <a:pt x="2608" y="6542"/>
                      <a:pt x="344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19" name="Freeform: Shape 4318">
                <a:extLst>
                  <a:ext uri="{FF2B5EF4-FFF2-40B4-BE49-F238E27FC236}">
                    <a16:creationId xmlns:a16="http://schemas.microsoft.com/office/drawing/2014/main" id="{D12A5CEA-30B2-681C-2427-3547A2D56968}"/>
                  </a:ext>
                </a:extLst>
              </p:cNvPr>
              <p:cNvSpPr/>
              <p:nvPr/>
            </p:nvSpPr>
            <p:spPr>
              <a:xfrm>
                <a:off x="4365737" y="5979842"/>
                <a:ext cx="6343" cy="6345"/>
              </a:xfrm>
              <a:custGeom>
                <a:avLst/>
                <a:gdLst>
                  <a:gd name="connsiteX0" fmla="*/ 3449 w 6343"/>
                  <a:gd name="connsiteY0" fmla="*/ 6542 h 6345"/>
                  <a:gd name="connsiteX1" fmla="*/ 5691 w 6343"/>
                  <a:gd name="connsiteY1" fmla="*/ 5613 h 6345"/>
                  <a:gd name="connsiteX2" fmla="*/ 6620 w 6343"/>
                  <a:gd name="connsiteY2" fmla="*/ 3370 h 6345"/>
                  <a:gd name="connsiteX3" fmla="*/ 5691 w 6343"/>
                  <a:gd name="connsiteY3" fmla="*/ 1126 h 6345"/>
                  <a:gd name="connsiteX4" fmla="*/ 3449 w 6343"/>
                  <a:gd name="connsiteY4" fmla="*/ 197 h 6345"/>
                  <a:gd name="connsiteX5" fmla="*/ 1206 w 6343"/>
                  <a:gd name="connsiteY5" fmla="*/ 1126 h 6345"/>
                  <a:gd name="connsiteX6" fmla="*/ 277 w 6343"/>
                  <a:gd name="connsiteY6" fmla="*/ 3370 h 6345"/>
                  <a:gd name="connsiteX7" fmla="*/ 1206 w 6343"/>
                  <a:gd name="connsiteY7" fmla="*/ 5613 h 6345"/>
                  <a:gd name="connsiteX8" fmla="*/ 344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542"/>
                    </a:moveTo>
                    <a:cubicBezTo>
                      <a:pt x="4290" y="6542"/>
                      <a:pt x="5096" y="6208"/>
                      <a:pt x="5691" y="5613"/>
                    </a:cubicBezTo>
                    <a:cubicBezTo>
                      <a:pt x="6286" y="5018"/>
                      <a:pt x="6620" y="4211"/>
                      <a:pt x="6620" y="3370"/>
                    </a:cubicBezTo>
                    <a:cubicBezTo>
                      <a:pt x="6620" y="2528"/>
                      <a:pt x="6286" y="1721"/>
                      <a:pt x="5691" y="1126"/>
                    </a:cubicBezTo>
                    <a:cubicBezTo>
                      <a:pt x="5096" y="531"/>
                      <a:pt x="4290" y="197"/>
                      <a:pt x="3449" y="197"/>
                    </a:cubicBezTo>
                    <a:cubicBezTo>
                      <a:pt x="2607" y="197"/>
                      <a:pt x="1801" y="531"/>
                      <a:pt x="1206" y="1126"/>
                    </a:cubicBezTo>
                    <a:cubicBezTo>
                      <a:pt x="611" y="1721"/>
                      <a:pt x="277" y="2528"/>
                      <a:pt x="277" y="3370"/>
                    </a:cubicBezTo>
                    <a:cubicBezTo>
                      <a:pt x="277" y="4211"/>
                      <a:pt x="611" y="5018"/>
                      <a:pt x="1206" y="5613"/>
                    </a:cubicBezTo>
                    <a:cubicBezTo>
                      <a:pt x="1801" y="6208"/>
                      <a:pt x="2607" y="6542"/>
                      <a:pt x="344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20" name="Freeform: Shape 4319">
                <a:extLst>
                  <a:ext uri="{FF2B5EF4-FFF2-40B4-BE49-F238E27FC236}">
                    <a16:creationId xmlns:a16="http://schemas.microsoft.com/office/drawing/2014/main" id="{8CBB33DE-9484-F5C1-5D3B-1723CE6F63D3}"/>
                  </a:ext>
                </a:extLst>
              </p:cNvPr>
              <p:cNvSpPr/>
              <p:nvPr/>
            </p:nvSpPr>
            <p:spPr>
              <a:xfrm>
                <a:off x="4362162" y="5981820"/>
                <a:ext cx="6343" cy="6345"/>
              </a:xfrm>
              <a:custGeom>
                <a:avLst/>
                <a:gdLst>
                  <a:gd name="connsiteX0" fmla="*/ 3448 w 6343"/>
                  <a:gd name="connsiteY0" fmla="*/ 6543 h 6345"/>
                  <a:gd name="connsiteX1" fmla="*/ 5691 w 6343"/>
                  <a:gd name="connsiteY1" fmla="*/ 5613 h 6345"/>
                  <a:gd name="connsiteX2" fmla="*/ 6620 w 6343"/>
                  <a:gd name="connsiteY2" fmla="*/ 3370 h 6345"/>
                  <a:gd name="connsiteX3" fmla="*/ 5691 w 6343"/>
                  <a:gd name="connsiteY3" fmla="*/ 1126 h 6345"/>
                  <a:gd name="connsiteX4" fmla="*/ 3448 w 6343"/>
                  <a:gd name="connsiteY4" fmla="*/ 197 h 6345"/>
                  <a:gd name="connsiteX5" fmla="*/ 1206 w 6343"/>
                  <a:gd name="connsiteY5" fmla="*/ 1126 h 6345"/>
                  <a:gd name="connsiteX6" fmla="*/ 277 w 6343"/>
                  <a:gd name="connsiteY6" fmla="*/ 3370 h 6345"/>
                  <a:gd name="connsiteX7" fmla="*/ 1206 w 6343"/>
                  <a:gd name="connsiteY7" fmla="*/ 5613 h 6345"/>
                  <a:gd name="connsiteX8" fmla="*/ 344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3"/>
                    </a:moveTo>
                    <a:cubicBezTo>
                      <a:pt x="4289" y="6543"/>
                      <a:pt x="5096" y="6208"/>
                      <a:pt x="5691" y="5613"/>
                    </a:cubicBezTo>
                    <a:cubicBezTo>
                      <a:pt x="6286" y="5018"/>
                      <a:pt x="6620" y="4211"/>
                      <a:pt x="6620" y="3370"/>
                    </a:cubicBezTo>
                    <a:cubicBezTo>
                      <a:pt x="6620" y="2528"/>
                      <a:pt x="6286" y="1721"/>
                      <a:pt x="5691" y="1126"/>
                    </a:cubicBezTo>
                    <a:cubicBezTo>
                      <a:pt x="5096" y="531"/>
                      <a:pt x="4289" y="197"/>
                      <a:pt x="3448" y="197"/>
                    </a:cubicBezTo>
                    <a:cubicBezTo>
                      <a:pt x="2607" y="197"/>
                      <a:pt x="1800" y="531"/>
                      <a:pt x="1206" y="1126"/>
                    </a:cubicBezTo>
                    <a:cubicBezTo>
                      <a:pt x="611" y="1721"/>
                      <a:pt x="277" y="2528"/>
                      <a:pt x="277" y="3370"/>
                    </a:cubicBezTo>
                    <a:cubicBezTo>
                      <a:pt x="277" y="4211"/>
                      <a:pt x="611" y="5018"/>
                      <a:pt x="1206" y="5613"/>
                    </a:cubicBezTo>
                    <a:cubicBezTo>
                      <a:pt x="1800" y="6208"/>
                      <a:pt x="2607" y="6543"/>
                      <a:pt x="344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21" name="Freeform: Shape 4320">
                <a:extLst>
                  <a:ext uri="{FF2B5EF4-FFF2-40B4-BE49-F238E27FC236}">
                    <a16:creationId xmlns:a16="http://schemas.microsoft.com/office/drawing/2014/main" id="{1F71720A-E3AF-0F81-8012-E7CE74B764CE}"/>
                  </a:ext>
                </a:extLst>
              </p:cNvPr>
              <p:cNvSpPr/>
              <p:nvPr/>
            </p:nvSpPr>
            <p:spPr>
              <a:xfrm>
                <a:off x="4363124" y="5986086"/>
                <a:ext cx="6343" cy="6345"/>
              </a:xfrm>
              <a:custGeom>
                <a:avLst/>
                <a:gdLst>
                  <a:gd name="connsiteX0" fmla="*/ 3448 w 6343"/>
                  <a:gd name="connsiteY0" fmla="*/ 6543 h 6345"/>
                  <a:gd name="connsiteX1" fmla="*/ 5691 w 6343"/>
                  <a:gd name="connsiteY1" fmla="*/ 5614 h 6345"/>
                  <a:gd name="connsiteX2" fmla="*/ 6620 w 6343"/>
                  <a:gd name="connsiteY2" fmla="*/ 3370 h 6345"/>
                  <a:gd name="connsiteX3" fmla="*/ 5691 w 6343"/>
                  <a:gd name="connsiteY3" fmla="*/ 1127 h 6345"/>
                  <a:gd name="connsiteX4" fmla="*/ 3448 w 6343"/>
                  <a:gd name="connsiteY4" fmla="*/ 198 h 6345"/>
                  <a:gd name="connsiteX5" fmla="*/ 1206 w 6343"/>
                  <a:gd name="connsiteY5" fmla="*/ 1127 h 6345"/>
                  <a:gd name="connsiteX6" fmla="*/ 277 w 6343"/>
                  <a:gd name="connsiteY6" fmla="*/ 3370 h 6345"/>
                  <a:gd name="connsiteX7" fmla="*/ 1206 w 6343"/>
                  <a:gd name="connsiteY7" fmla="*/ 5614 h 6345"/>
                  <a:gd name="connsiteX8" fmla="*/ 344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3"/>
                    </a:moveTo>
                    <a:cubicBezTo>
                      <a:pt x="4289" y="6543"/>
                      <a:pt x="5096" y="6209"/>
                      <a:pt x="5691" y="5614"/>
                    </a:cubicBezTo>
                    <a:cubicBezTo>
                      <a:pt x="6286" y="5019"/>
                      <a:pt x="6620" y="4212"/>
                      <a:pt x="6620" y="3370"/>
                    </a:cubicBezTo>
                    <a:cubicBezTo>
                      <a:pt x="6620" y="2529"/>
                      <a:pt x="6286" y="1722"/>
                      <a:pt x="5691" y="1127"/>
                    </a:cubicBezTo>
                    <a:cubicBezTo>
                      <a:pt x="5096" y="532"/>
                      <a:pt x="4289" y="198"/>
                      <a:pt x="3448" y="198"/>
                    </a:cubicBezTo>
                    <a:cubicBezTo>
                      <a:pt x="2607" y="198"/>
                      <a:pt x="1800" y="532"/>
                      <a:pt x="1206" y="1127"/>
                    </a:cubicBezTo>
                    <a:cubicBezTo>
                      <a:pt x="611" y="1722"/>
                      <a:pt x="277" y="2529"/>
                      <a:pt x="277" y="3370"/>
                    </a:cubicBezTo>
                    <a:cubicBezTo>
                      <a:pt x="277" y="4212"/>
                      <a:pt x="611" y="5019"/>
                      <a:pt x="1206" y="5614"/>
                    </a:cubicBezTo>
                    <a:cubicBezTo>
                      <a:pt x="1800" y="6209"/>
                      <a:pt x="2607" y="6543"/>
                      <a:pt x="344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22" name="Freeform: Shape 4321">
                <a:extLst>
                  <a:ext uri="{FF2B5EF4-FFF2-40B4-BE49-F238E27FC236}">
                    <a16:creationId xmlns:a16="http://schemas.microsoft.com/office/drawing/2014/main" id="{84B58DDD-90EA-19CC-9E1A-D95F5051A66F}"/>
                  </a:ext>
                </a:extLst>
              </p:cNvPr>
              <p:cNvSpPr/>
              <p:nvPr/>
            </p:nvSpPr>
            <p:spPr>
              <a:xfrm>
                <a:off x="4357680" y="5987066"/>
                <a:ext cx="6343" cy="6345"/>
              </a:xfrm>
              <a:custGeom>
                <a:avLst/>
                <a:gdLst>
                  <a:gd name="connsiteX0" fmla="*/ 3448 w 6343"/>
                  <a:gd name="connsiteY0" fmla="*/ 6543 h 6345"/>
                  <a:gd name="connsiteX1" fmla="*/ 5691 w 6343"/>
                  <a:gd name="connsiteY1" fmla="*/ 5614 h 6345"/>
                  <a:gd name="connsiteX2" fmla="*/ 6619 w 6343"/>
                  <a:gd name="connsiteY2" fmla="*/ 3370 h 6345"/>
                  <a:gd name="connsiteX3" fmla="*/ 5691 w 6343"/>
                  <a:gd name="connsiteY3" fmla="*/ 1127 h 6345"/>
                  <a:gd name="connsiteX4" fmla="*/ 3448 w 6343"/>
                  <a:gd name="connsiteY4" fmla="*/ 198 h 6345"/>
                  <a:gd name="connsiteX5" fmla="*/ 1205 w 6343"/>
                  <a:gd name="connsiteY5" fmla="*/ 1127 h 6345"/>
                  <a:gd name="connsiteX6" fmla="*/ 276 w 6343"/>
                  <a:gd name="connsiteY6" fmla="*/ 3370 h 6345"/>
                  <a:gd name="connsiteX7" fmla="*/ 1205 w 6343"/>
                  <a:gd name="connsiteY7" fmla="*/ 5614 h 6345"/>
                  <a:gd name="connsiteX8" fmla="*/ 344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3"/>
                    </a:moveTo>
                    <a:cubicBezTo>
                      <a:pt x="4289" y="6543"/>
                      <a:pt x="5096" y="6209"/>
                      <a:pt x="5691" y="5614"/>
                    </a:cubicBezTo>
                    <a:cubicBezTo>
                      <a:pt x="6285" y="5019"/>
                      <a:pt x="6619" y="4212"/>
                      <a:pt x="6619" y="3370"/>
                    </a:cubicBezTo>
                    <a:cubicBezTo>
                      <a:pt x="6619" y="2529"/>
                      <a:pt x="6285" y="1722"/>
                      <a:pt x="5691" y="1127"/>
                    </a:cubicBezTo>
                    <a:cubicBezTo>
                      <a:pt x="5096" y="532"/>
                      <a:pt x="4289" y="198"/>
                      <a:pt x="3448" y="198"/>
                    </a:cubicBezTo>
                    <a:cubicBezTo>
                      <a:pt x="2607" y="198"/>
                      <a:pt x="1800" y="532"/>
                      <a:pt x="1205" y="1127"/>
                    </a:cubicBezTo>
                    <a:cubicBezTo>
                      <a:pt x="611" y="1722"/>
                      <a:pt x="276" y="2529"/>
                      <a:pt x="276" y="3370"/>
                    </a:cubicBezTo>
                    <a:cubicBezTo>
                      <a:pt x="276" y="4212"/>
                      <a:pt x="611" y="5019"/>
                      <a:pt x="1205" y="5614"/>
                    </a:cubicBezTo>
                    <a:cubicBezTo>
                      <a:pt x="1800" y="6209"/>
                      <a:pt x="2607" y="6543"/>
                      <a:pt x="344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23" name="Freeform: Shape 4322">
                <a:extLst>
                  <a:ext uri="{FF2B5EF4-FFF2-40B4-BE49-F238E27FC236}">
                    <a16:creationId xmlns:a16="http://schemas.microsoft.com/office/drawing/2014/main" id="{E9B089A0-17FE-8163-8C9E-3FCBB64790D4}"/>
                  </a:ext>
                </a:extLst>
              </p:cNvPr>
              <p:cNvSpPr/>
              <p:nvPr/>
            </p:nvSpPr>
            <p:spPr>
              <a:xfrm>
                <a:off x="4354540" y="5989199"/>
                <a:ext cx="6343" cy="6345"/>
              </a:xfrm>
              <a:custGeom>
                <a:avLst/>
                <a:gdLst>
                  <a:gd name="connsiteX0" fmla="*/ 3448 w 6343"/>
                  <a:gd name="connsiteY0" fmla="*/ 6543 h 6345"/>
                  <a:gd name="connsiteX1" fmla="*/ 5690 w 6343"/>
                  <a:gd name="connsiteY1" fmla="*/ 5614 h 6345"/>
                  <a:gd name="connsiteX2" fmla="*/ 6619 w 6343"/>
                  <a:gd name="connsiteY2" fmla="*/ 3370 h 6345"/>
                  <a:gd name="connsiteX3" fmla="*/ 5690 w 6343"/>
                  <a:gd name="connsiteY3" fmla="*/ 1127 h 6345"/>
                  <a:gd name="connsiteX4" fmla="*/ 3448 w 6343"/>
                  <a:gd name="connsiteY4" fmla="*/ 198 h 6345"/>
                  <a:gd name="connsiteX5" fmla="*/ 1205 w 6343"/>
                  <a:gd name="connsiteY5" fmla="*/ 1127 h 6345"/>
                  <a:gd name="connsiteX6" fmla="*/ 276 w 6343"/>
                  <a:gd name="connsiteY6" fmla="*/ 3370 h 6345"/>
                  <a:gd name="connsiteX7" fmla="*/ 1205 w 6343"/>
                  <a:gd name="connsiteY7" fmla="*/ 5614 h 6345"/>
                  <a:gd name="connsiteX8" fmla="*/ 344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3"/>
                    </a:moveTo>
                    <a:cubicBezTo>
                      <a:pt x="4289" y="6543"/>
                      <a:pt x="5096" y="6209"/>
                      <a:pt x="5690" y="5614"/>
                    </a:cubicBezTo>
                    <a:cubicBezTo>
                      <a:pt x="6285" y="5019"/>
                      <a:pt x="6619" y="4212"/>
                      <a:pt x="6619" y="3370"/>
                    </a:cubicBezTo>
                    <a:cubicBezTo>
                      <a:pt x="6619" y="2529"/>
                      <a:pt x="6285" y="1722"/>
                      <a:pt x="5690" y="1127"/>
                    </a:cubicBezTo>
                    <a:cubicBezTo>
                      <a:pt x="5096" y="532"/>
                      <a:pt x="4289" y="198"/>
                      <a:pt x="3448" y="198"/>
                    </a:cubicBezTo>
                    <a:cubicBezTo>
                      <a:pt x="2607" y="198"/>
                      <a:pt x="1800" y="532"/>
                      <a:pt x="1205" y="1127"/>
                    </a:cubicBezTo>
                    <a:cubicBezTo>
                      <a:pt x="610" y="1722"/>
                      <a:pt x="276" y="2529"/>
                      <a:pt x="276" y="3370"/>
                    </a:cubicBezTo>
                    <a:cubicBezTo>
                      <a:pt x="276" y="4212"/>
                      <a:pt x="610" y="5019"/>
                      <a:pt x="1205" y="5614"/>
                    </a:cubicBezTo>
                    <a:cubicBezTo>
                      <a:pt x="1800" y="6209"/>
                      <a:pt x="2607" y="6543"/>
                      <a:pt x="344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24" name="Freeform: Shape 4323">
                <a:extLst>
                  <a:ext uri="{FF2B5EF4-FFF2-40B4-BE49-F238E27FC236}">
                    <a16:creationId xmlns:a16="http://schemas.microsoft.com/office/drawing/2014/main" id="{782FD6F9-4556-54C2-A9BF-D8C1765D49E0}"/>
                  </a:ext>
                </a:extLst>
              </p:cNvPr>
              <p:cNvSpPr/>
              <p:nvPr/>
            </p:nvSpPr>
            <p:spPr>
              <a:xfrm>
                <a:off x="4355975" y="5993753"/>
                <a:ext cx="6343" cy="6345"/>
              </a:xfrm>
              <a:custGeom>
                <a:avLst/>
                <a:gdLst>
                  <a:gd name="connsiteX0" fmla="*/ 3448 w 6343"/>
                  <a:gd name="connsiteY0" fmla="*/ 6544 h 6345"/>
                  <a:gd name="connsiteX1" fmla="*/ 5690 w 6343"/>
                  <a:gd name="connsiteY1" fmla="*/ 5614 h 6345"/>
                  <a:gd name="connsiteX2" fmla="*/ 6619 w 6343"/>
                  <a:gd name="connsiteY2" fmla="*/ 3371 h 6345"/>
                  <a:gd name="connsiteX3" fmla="*/ 5690 w 6343"/>
                  <a:gd name="connsiteY3" fmla="*/ 1127 h 6345"/>
                  <a:gd name="connsiteX4" fmla="*/ 3448 w 6343"/>
                  <a:gd name="connsiteY4" fmla="*/ 198 h 6345"/>
                  <a:gd name="connsiteX5" fmla="*/ 1205 w 6343"/>
                  <a:gd name="connsiteY5" fmla="*/ 1127 h 6345"/>
                  <a:gd name="connsiteX6" fmla="*/ 276 w 6343"/>
                  <a:gd name="connsiteY6" fmla="*/ 3371 h 6345"/>
                  <a:gd name="connsiteX7" fmla="*/ 1205 w 6343"/>
                  <a:gd name="connsiteY7" fmla="*/ 5614 h 6345"/>
                  <a:gd name="connsiteX8" fmla="*/ 3448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4"/>
                    </a:moveTo>
                    <a:cubicBezTo>
                      <a:pt x="4289" y="6544"/>
                      <a:pt x="5096" y="6209"/>
                      <a:pt x="5690" y="5614"/>
                    </a:cubicBezTo>
                    <a:cubicBezTo>
                      <a:pt x="6285" y="5019"/>
                      <a:pt x="6619" y="4212"/>
                      <a:pt x="6619" y="3371"/>
                    </a:cubicBezTo>
                    <a:cubicBezTo>
                      <a:pt x="6619" y="2529"/>
                      <a:pt x="6285" y="1722"/>
                      <a:pt x="5690" y="1127"/>
                    </a:cubicBezTo>
                    <a:cubicBezTo>
                      <a:pt x="5096" y="532"/>
                      <a:pt x="4289" y="198"/>
                      <a:pt x="3448" y="198"/>
                    </a:cubicBezTo>
                    <a:cubicBezTo>
                      <a:pt x="2607" y="198"/>
                      <a:pt x="1800" y="532"/>
                      <a:pt x="1205" y="1127"/>
                    </a:cubicBezTo>
                    <a:cubicBezTo>
                      <a:pt x="610" y="1722"/>
                      <a:pt x="276" y="2529"/>
                      <a:pt x="276" y="3371"/>
                    </a:cubicBezTo>
                    <a:cubicBezTo>
                      <a:pt x="276" y="4212"/>
                      <a:pt x="610" y="5019"/>
                      <a:pt x="1205" y="5614"/>
                    </a:cubicBezTo>
                    <a:cubicBezTo>
                      <a:pt x="1800" y="6209"/>
                      <a:pt x="2607" y="6544"/>
                      <a:pt x="3448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25" name="Freeform: Shape 4324">
                <a:extLst>
                  <a:ext uri="{FF2B5EF4-FFF2-40B4-BE49-F238E27FC236}">
                    <a16:creationId xmlns:a16="http://schemas.microsoft.com/office/drawing/2014/main" id="{5EE394E5-A9FC-E509-1699-FBA9C3C6A045}"/>
                  </a:ext>
                </a:extLst>
              </p:cNvPr>
              <p:cNvSpPr/>
              <p:nvPr/>
            </p:nvSpPr>
            <p:spPr>
              <a:xfrm>
                <a:off x="4350894" y="5994820"/>
                <a:ext cx="6343" cy="6345"/>
              </a:xfrm>
              <a:custGeom>
                <a:avLst/>
                <a:gdLst>
                  <a:gd name="connsiteX0" fmla="*/ 3447 w 6343"/>
                  <a:gd name="connsiteY0" fmla="*/ 6544 h 6345"/>
                  <a:gd name="connsiteX1" fmla="*/ 5690 w 6343"/>
                  <a:gd name="connsiteY1" fmla="*/ 5614 h 6345"/>
                  <a:gd name="connsiteX2" fmla="*/ 6619 w 6343"/>
                  <a:gd name="connsiteY2" fmla="*/ 3371 h 6345"/>
                  <a:gd name="connsiteX3" fmla="*/ 5690 w 6343"/>
                  <a:gd name="connsiteY3" fmla="*/ 1127 h 6345"/>
                  <a:gd name="connsiteX4" fmla="*/ 3447 w 6343"/>
                  <a:gd name="connsiteY4" fmla="*/ 198 h 6345"/>
                  <a:gd name="connsiteX5" fmla="*/ 1205 w 6343"/>
                  <a:gd name="connsiteY5" fmla="*/ 1127 h 6345"/>
                  <a:gd name="connsiteX6" fmla="*/ 276 w 6343"/>
                  <a:gd name="connsiteY6" fmla="*/ 3371 h 6345"/>
                  <a:gd name="connsiteX7" fmla="*/ 1205 w 6343"/>
                  <a:gd name="connsiteY7" fmla="*/ 5614 h 6345"/>
                  <a:gd name="connsiteX8" fmla="*/ 3447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44"/>
                    </a:moveTo>
                    <a:cubicBezTo>
                      <a:pt x="4288" y="6544"/>
                      <a:pt x="5095" y="6209"/>
                      <a:pt x="5690" y="5614"/>
                    </a:cubicBezTo>
                    <a:cubicBezTo>
                      <a:pt x="6285" y="5019"/>
                      <a:pt x="6619" y="4212"/>
                      <a:pt x="6619" y="3371"/>
                    </a:cubicBezTo>
                    <a:cubicBezTo>
                      <a:pt x="6619" y="2529"/>
                      <a:pt x="6285" y="1722"/>
                      <a:pt x="5690" y="1127"/>
                    </a:cubicBezTo>
                    <a:cubicBezTo>
                      <a:pt x="5095" y="533"/>
                      <a:pt x="4288" y="198"/>
                      <a:pt x="3447" y="198"/>
                    </a:cubicBezTo>
                    <a:cubicBezTo>
                      <a:pt x="2606" y="198"/>
                      <a:pt x="1799" y="533"/>
                      <a:pt x="1205" y="1127"/>
                    </a:cubicBezTo>
                    <a:cubicBezTo>
                      <a:pt x="610" y="1722"/>
                      <a:pt x="276" y="2529"/>
                      <a:pt x="276" y="3371"/>
                    </a:cubicBezTo>
                    <a:cubicBezTo>
                      <a:pt x="276" y="4212"/>
                      <a:pt x="610" y="5019"/>
                      <a:pt x="1205" y="5614"/>
                    </a:cubicBezTo>
                    <a:cubicBezTo>
                      <a:pt x="1799" y="6209"/>
                      <a:pt x="2606" y="6544"/>
                      <a:pt x="3447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26" name="Freeform: Shape 4325">
                <a:extLst>
                  <a:ext uri="{FF2B5EF4-FFF2-40B4-BE49-F238E27FC236}">
                    <a16:creationId xmlns:a16="http://schemas.microsoft.com/office/drawing/2014/main" id="{05343C92-E4B7-70C5-98C3-7DDB73E7769D}"/>
                  </a:ext>
                </a:extLst>
              </p:cNvPr>
              <p:cNvSpPr/>
              <p:nvPr/>
            </p:nvSpPr>
            <p:spPr>
              <a:xfrm>
                <a:off x="4341103" y="5993237"/>
                <a:ext cx="6343" cy="6345"/>
              </a:xfrm>
              <a:custGeom>
                <a:avLst/>
                <a:gdLst>
                  <a:gd name="connsiteX0" fmla="*/ 3447 w 6343"/>
                  <a:gd name="connsiteY0" fmla="*/ 6543 h 6345"/>
                  <a:gd name="connsiteX1" fmla="*/ 5689 w 6343"/>
                  <a:gd name="connsiteY1" fmla="*/ 5614 h 6345"/>
                  <a:gd name="connsiteX2" fmla="*/ 6618 w 6343"/>
                  <a:gd name="connsiteY2" fmla="*/ 3371 h 6345"/>
                  <a:gd name="connsiteX3" fmla="*/ 5689 w 6343"/>
                  <a:gd name="connsiteY3" fmla="*/ 1127 h 6345"/>
                  <a:gd name="connsiteX4" fmla="*/ 3447 w 6343"/>
                  <a:gd name="connsiteY4" fmla="*/ 198 h 6345"/>
                  <a:gd name="connsiteX5" fmla="*/ 1204 w 6343"/>
                  <a:gd name="connsiteY5" fmla="*/ 1127 h 6345"/>
                  <a:gd name="connsiteX6" fmla="*/ 275 w 6343"/>
                  <a:gd name="connsiteY6" fmla="*/ 3371 h 6345"/>
                  <a:gd name="connsiteX7" fmla="*/ 1204 w 6343"/>
                  <a:gd name="connsiteY7" fmla="*/ 5614 h 6345"/>
                  <a:gd name="connsiteX8" fmla="*/ 344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43"/>
                    </a:moveTo>
                    <a:cubicBezTo>
                      <a:pt x="4288" y="6543"/>
                      <a:pt x="5094" y="6209"/>
                      <a:pt x="5689" y="5614"/>
                    </a:cubicBezTo>
                    <a:cubicBezTo>
                      <a:pt x="6284" y="5019"/>
                      <a:pt x="6618" y="4212"/>
                      <a:pt x="6618" y="3371"/>
                    </a:cubicBezTo>
                    <a:cubicBezTo>
                      <a:pt x="6618" y="2529"/>
                      <a:pt x="6284" y="1722"/>
                      <a:pt x="5689" y="1127"/>
                    </a:cubicBezTo>
                    <a:cubicBezTo>
                      <a:pt x="5094" y="532"/>
                      <a:pt x="4288" y="198"/>
                      <a:pt x="3447" y="198"/>
                    </a:cubicBezTo>
                    <a:cubicBezTo>
                      <a:pt x="2605" y="198"/>
                      <a:pt x="1799" y="532"/>
                      <a:pt x="1204" y="1127"/>
                    </a:cubicBezTo>
                    <a:cubicBezTo>
                      <a:pt x="609" y="1722"/>
                      <a:pt x="275" y="2529"/>
                      <a:pt x="275" y="3371"/>
                    </a:cubicBezTo>
                    <a:cubicBezTo>
                      <a:pt x="275" y="4212"/>
                      <a:pt x="609" y="5019"/>
                      <a:pt x="1204" y="5614"/>
                    </a:cubicBezTo>
                    <a:cubicBezTo>
                      <a:pt x="1799" y="6209"/>
                      <a:pt x="2605" y="6543"/>
                      <a:pt x="344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27" name="Freeform: Shape 4326">
                <a:extLst>
                  <a:ext uri="{FF2B5EF4-FFF2-40B4-BE49-F238E27FC236}">
                    <a16:creationId xmlns:a16="http://schemas.microsoft.com/office/drawing/2014/main" id="{7DE10B02-423A-CC1E-6774-9ADD69818B62}"/>
                  </a:ext>
                </a:extLst>
              </p:cNvPr>
              <p:cNvSpPr/>
              <p:nvPr/>
            </p:nvSpPr>
            <p:spPr>
              <a:xfrm>
                <a:off x="4333493" y="5992741"/>
                <a:ext cx="6343" cy="6345"/>
              </a:xfrm>
              <a:custGeom>
                <a:avLst/>
                <a:gdLst>
                  <a:gd name="connsiteX0" fmla="*/ 3446 w 6343"/>
                  <a:gd name="connsiteY0" fmla="*/ 6543 h 6345"/>
                  <a:gd name="connsiteX1" fmla="*/ 5689 w 6343"/>
                  <a:gd name="connsiteY1" fmla="*/ 5614 h 6345"/>
                  <a:gd name="connsiteX2" fmla="*/ 6618 w 6343"/>
                  <a:gd name="connsiteY2" fmla="*/ 3371 h 6345"/>
                  <a:gd name="connsiteX3" fmla="*/ 5689 w 6343"/>
                  <a:gd name="connsiteY3" fmla="*/ 1127 h 6345"/>
                  <a:gd name="connsiteX4" fmla="*/ 3446 w 6343"/>
                  <a:gd name="connsiteY4" fmla="*/ 198 h 6345"/>
                  <a:gd name="connsiteX5" fmla="*/ 1203 w 6343"/>
                  <a:gd name="connsiteY5" fmla="*/ 1127 h 6345"/>
                  <a:gd name="connsiteX6" fmla="*/ 274 w 6343"/>
                  <a:gd name="connsiteY6" fmla="*/ 3371 h 6345"/>
                  <a:gd name="connsiteX7" fmla="*/ 1203 w 6343"/>
                  <a:gd name="connsiteY7" fmla="*/ 5614 h 6345"/>
                  <a:gd name="connsiteX8" fmla="*/ 344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43"/>
                    </a:moveTo>
                    <a:cubicBezTo>
                      <a:pt x="4287" y="6543"/>
                      <a:pt x="5094" y="6209"/>
                      <a:pt x="5689" y="5614"/>
                    </a:cubicBezTo>
                    <a:cubicBezTo>
                      <a:pt x="6283" y="5019"/>
                      <a:pt x="6618" y="4212"/>
                      <a:pt x="6618" y="3371"/>
                    </a:cubicBezTo>
                    <a:cubicBezTo>
                      <a:pt x="6618" y="2529"/>
                      <a:pt x="6283" y="1722"/>
                      <a:pt x="5689" y="1127"/>
                    </a:cubicBezTo>
                    <a:cubicBezTo>
                      <a:pt x="5094" y="532"/>
                      <a:pt x="4287" y="198"/>
                      <a:pt x="3446" y="198"/>
                    </a:cubicBezTo>
                    <a:cubicBezTo>
                      <a:pt x="2605" y="198"/>
                      <a:pt x="1798" y="532"/>
                      <a:pt x="1203" y="1127"/>
                    </a:cubicBezTo>
                    <a:cubicBezTo>
                      <a:pt x="609" y="1722"/>
                      <a:pt x="274" y="2529"/>
                      <a:pt x="274" y="3371"/>
                    </a:cubicBezTo>
                    <a:cubicBezTo>
                      <a:pt x="274" y="4212"/>
                      <a:pt x="609" y="5019"/>
                      <a:pt x="1203" y="5614"/>
                    </a:cubicBezTo>
                    <a:cubicBezTo>
                      <a:pt x="1798" y="6209"/>
                      <a:pt x="2605" y="6543"/>
                      <a:pt x="344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28" name="Freeform: Shape 4327">
                <a:extLst>
                  <a:ext uri="{FF2B5EF4-FFF2-40B4-BE49-F238E27FC236}">
                    <a16:creationId xmlns:a16="http://schemas.microsoft.com/office/drawing/2014/main" id="{76FE5AA9-27EC-3741-D938-B9F651A09060}"/>
                  </a:ext>
                </a:extLst>
              </p:cNvPr>
              <p:cNvSpPr/>
              <p:nvPr/>
            </p:nvSpPr>
            <p:spPr>
              <a:xfrm>
                <a:off x="4327140" y="5992861"/>
                <a:ext cx="6343" cy="6345"/>
              </a:xfrm>
              <a:custGeom>
                <a:avLst/>
                <a:gdLst>
                  <a:gd name="connsiteX0" fmla="*/ 3445 w 6343"/>
                  <a:gd name="connsiteY0" fmla="*/ 6543 h 6345"/>
                  <a:gd name="connsiteX1" fmla="*/ 5688 w 6343"/>
                  <a:gd name="connsiteY1" fmla="*/ 5614 h 6345"/>
                  <a:gd name="connsiteX2" fmla="*/ 6617 w 6343"/>
                  <a:gd name="connsiteY2" fmla="*/ 3371 h 6345"/>
                  <a:gd name="connsiteX3" fmla="*/ 5688 w 6343"/>
                  <a:gd name="connsiteY3" fmla="*/ 1127 h 6345"/>
                  <a:gd name="connsiteX4" fmla="*/ 3445 w 6343"/>
                  <a:gd name="connsiteY4" fmla="*/ 198 h 6345"/>
                  <a:gd name="connsiteX5" fmla="*/ 1203 w 6343"/>
                  <a:gd name="connsiteY5" fmla="*/ 1127 h 6345"/>
                  <a:gd name="connsiteX6" fmla="*/ 274 w 6343"/>
                  <a:gd name="connsiteY6" fmla="*/ 3371 h 6345"/>
                  <a:gd name="connsiteX7" fmla="*/ 1203 w 6343"/>
                  <a:gd name="connsiteY7" fmla="*/ 5614 h 6345"/>
                  <a:gd name="connsiteX8" fmla="*/ 344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43"/>
                    </a:moveTo>
                    <a:cubicBezTo>
                      <a:pt x="4287" y="6543"/>
                      <a:pt x="5093" y="6209"/>
                      <a:pt x="5688" y="5614"/>
                    </a:cubicBezTo>
                    <a:cubicBezTo>
                      <a:pt x="6283" y="5019"/>
                      <a:pt x="6617" y="4212"/>
                      <a:pt x="6617" y="3371"/>
                    </a:cubicBezTo>
                    <a:cubicBezTo>
                      <a:pt x="6617" y="2529"/>
                      <a:pt x="6283" y="1722"/>
                      <a:pt x="5688" y="1127"/>
                    </a:cubicBezTo>
                    <a:cubicBezTo>
                      <a:pt x="5093" y="532"/>
                      <a:pt x="4287" y="198"/>
                      <a:pt x="3445" y="198"/>
                    </a:cubicBezTo>
                    <a:cubicBezTo>
                      <a:pt x="2604" y="198"/>
                      <a:pt x="1798" y="532"/>
                      <a:pt x="1203" y="1127"/>
                    </a:cubicBezTo>
                    <a:cubicBezTo>
                      <a:pt x="608" y="1722"/>
                      <a:pt x="274" y="2529"/>
                      <a:pt x="274" y="3371"/>
                    </a:cubicBezTo>
                    <a:cubicBezTo>
                      <a:pt x="274" y="4212"/>
                      <a:pt x="608" y="5019"/>
                      <a:pt x="1203" y="5614"/>
                    </a:cubicBezTo>
                    <a:cubicBezTo>
                      <a:pt x="1798" y="6209"/>
                      <a:pt x="2604" y="6543"/>
                      <a:pt x="344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29" name="Freeform: Shape 4328">
                <a:extLst>
                  <a:ext uri="{FF2B5EF4-FFF2-40B4-BE49-F238E27FC236}">
                    <a16:creationId xmlns:a16="http://schemas.microsoft.com/office/drawing/2014/main" id="{941D5FFE-049A-CB91-5332-ED18DD0E6F68}"/>
                  </a:ext>
                </a:extLst>
              </p:cNvPr>
              <p:cNvSpPr/>
              <p:nvPr/>
            </p:nvSpPr>
            <p:spPr>
              <a:xfrm>
                <a:off x="4319902" y="5992394"/>
                <a:ext cx="6343" cy="6345"/>
              </a:xfrm>
              <a:custGeom>
                <a:avLst/>
                <a:gdLst>
                  <a:gd name="connsiteX0" fmla="*/ 3445 w 6343"/>
                  <a:gd name="connsiteY0" fmla="*/ 6543 h 6345"/>
                  <a:gd name="connsiteX1" fmla="*/ 5688 w 6343"/>
                  <a:gd name="connsiteY1" fmla="*/ 5614 h 6345"/>
                  <a:gd name="connsiteX2" fmla="*/ 6616 w 6343"/>
                  <a:gd name="connsiteY2" fmla="*/ 3371 h 6345"/>
                  <a:gd name="connsiteX3" fmla="*/ 5688 w 6343"/>
                  <a:gd name="connsiteY3" fmla="*/ 1127 h 6345"/>
                  <a:gd name="connsiteX4" fmla="*/ 3445 w 6343"/>
                  <a:gd name="connsiteY4" fmla="*/ 198 h 6345"/>
                  <a:gd name="connsiteX5" fmla="*/ 1202 w 6343"/>
                  <a:gd name="connsiteY5" fmla="*/ 1127 h 6345"/>
                  <a:gd name="connsiteX6" fmla="*/ 273 w 6343"/>
                  <a:gd name="connsiteY6" fmla="*/ 3371 h 6345"/>
                  <a:gd name="connsiteX7" fmla="*/ 1202 w 6343"/>
                  <a:gd name="connsiteY7" fmla="*/ 5614 h 6345"/>
                  <a:gd name="connsiteX8" fmla="*/ 344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43"/>
                    </a:moveTo>
                    <a:cubicBezTo>
                      <a:pt x="4286" y="6543"/>
                      <a:pt x="5093" y="6209"/>
                      <a:pt x="5688" y="5614"/>
                    </a:cubicBezTo>
                    <a:cubicBezTo>
                      <a:pt x="6282" y="5019"/>
                      <a:pt x="6616" y="4212"/>
                      <a:pt x="6616" y="3371"/>
                    </a:cubicBezTo>
                    <a:cubicBezTo>
                      <a:pt x="6616" y="2529"/>
                      <a:pt x="6282" y="1722"/>
                      <a:pt x="5688" y="1127"/>
                    </a:cubicBezTo>
                    <a:cubicBezTo>
                      <a:pt x="5093" y="532"/>
                      <a:pt x="4286" y="198"/>
                      <a:pt x="3445" y="198"/>
                    </a:cubicBezTo>
                    <a:cubicBezTo>
                      <a:pt x="2604" y="198"/>
                      <a:pt x="1797" y="532"/>
                      <a:pt x="1202" y="1127"/>
                    </a:cubicBezTo>
                    <a:cubicBezTo>
                      <a:pt x="608" y="1722"/>
                      <a:pt x="273" y="2529"/>
                      <a:pt x="273" y="3371"/>
                    </a:cubicBezTo>
                    <a:cubicBezTo>
                      <a:pt x="273" y="4212"/>
                      <a:pt x="608" y="5019"/>
                      <a:pt x="1202" y="5614"/>
                    </a:cubicBezTo>
                    <a:cubicBezTo>
                      <a:pt x="1797" y="6209"/>
                      <a:pt x="2604" y="6543"/>
                      <a:pt x="344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30" name="Freeform: Shape 4329">
                <a:extLst>
                  <a:ext uri="{FF2B5EF4-FFF2-40B4-BE49-F238E27FC236}">
                    <a16:creationId xmlns:a16="http://schemas.microsoft.com/office/drawing/2014/main" id="{41DF9EFF-EA61-D82D-5B24-4BFBC0A78FE9}"/>
                  </a:ext>
                </a:extLst>
              </p:cNvPr>
              <p:cNvSpPr/>
              <p:nvPr/>
            </p:nvSpPr>
            <p:spPr>
              <a:xfrm>
                <a:off x="4313054" y="5992063"/>
                <a:ext cx="6343" cy="6345"/>
              </a:xfrm>
              <a:custGeom>
                <a:avLst/>
                <a:gdLst>
                  <a:gd name="connsiteX0" fmla="*/ 3444 w 6343"/>
                  <a:gd name="connsiteY0" fmla="*/ 6543 h 6345"/>
                  <a:gd name="connsiteX1" fmla="*/ 5687 w 6343"/>
                  <a:gd name="connsiteY1" fmla="*/ 5614 h 6345"/>
                  <a:gd name="connsiteX2" fmla="*/ 6616 w 6343"/>
                  <a:gd name="connsiteY2" fmla="*/ 3371 h 6345"/>
                  <a:gd name="connsiteX3" fmla="*/ 5687 w 6343"/>
                  <a:gd name="connsiteY3" fmla="*/ 1127 h 6345"/>
                  <a:gd name="connsiteX4" fmla="*/ 3444 w 6343"/>
                  <a:gd name="connsiteY4" fmla="*/ 198 h 6345"/>
                  <a:gd name="connsiteX5" fmla="*/ 1202 w 6343"/>
                  <a:gd name="connsiteY5" fmla="*/ 1127 h 6345"/>
                  <a:gd name="connsiteX6" fmla="*/ 273 w 6343"/>
                  <a:gd name="connsiteY6" fmla="*/ 3371 h 6345"/>
                  <a:gd name="connsiteX7" fmla="*/ 1202 w 6343"/>
                  <a:gd name="connsiteY7" fmla="*/ 5614 h 6345"/>
                  <a:gd name="connsiteX8" fmla="*/ 344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43"/>
                    </a:moveTo>
                    <a:cubicBezTo>
                      <a:pt x="4285" y="6543"/>
                      <a:pt x="5092" y="6209"/>
                      <a:pt x="5687" y="5614"/>
                    </a:cubicBezTo>
                    <a:cubicBezTo>
                      <a:pt x="6282" y="5019"/>
                      <a:pt x="6616" y="4212"/>
                      <a:pt x="6616" y="3371"/>
                    </a:cubicBezTo>
                    <a:cubicBezTo>
                      <a:pt x="6616" y="2529"/>
                      <a:pt x="6282" y="1722"/>
                      <a:pt x="5687" y="1127"/>
                    </a:cubicBezTo>
                    <a:cubicBezTo>
                      <a:pt x="5092" y="532"/>
                      <a:pt x="4285" y="198"/>
                      <a:pt x="3444" y="198"/>
                    </a:cubicBezTo>
                    <a:cubicBezTo>
                      <a:pt x="2603" y="198"/>
                      <a:pt x="1796" y="532"/>
                      <a:pt x="1202" y="1127"/>
                    </a:cubicBezTo>
                    <a:cubicBezTo>
                      <a:pt x="607" y="1722"/>
                      <a:pt x="273" y="2529"/>
                      <a:pt x="273" y="3371"/>
                    </a:cubicBezTo>
                    <a:cubicBezTo>
                      <a:pt x="273" y="4212"/>
                      <a:pt x="607" y="5019"/>
                      <a:pt x="1202" y="5614"/>
                    </a:cubicBezTo>
                    <a:cubicBezTo>
                      <a:pt x="1796" y="6209"/>
                      <a:pt x="2603" y="6543"/>
                      <a:pt x="344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31" name="Freeform: Shape 4330">
                <a:extLst>
                  <a:ext uri="{FF2B5EF4-FFF2-40B4-BE49-F238E27FC236}">
                    <a16:creationId xmlns:a16="http://schemas.microsoft.com/office/drawing/2014/main" id="{63D6EB54-A2E7-C78B-F449-DF35E6E9088F}"/>
                  </a:ext>
                </a:extLst>
              </p:cNvPr>
              <p:cNvSpPr/>
              <p:nvPr/>
            </p:nvSpPr>
            <p:spPr>
              <a:xfrm>
                <a:off x="4305536" y="5991248"/>
                <a:ext cx="6343" cy="6345"/>
              </a:xfrm>
              <a:custGeom>
                <a:avLst/>
                <a:gdLst>
                  <a:gd name="connsiteX0" fmla="*/ 3444 w 6343"/>
                  <a:gd name="connsiteY0" fmla="*/ 6543 h 6345"/>
                  <a:gd name="connsiteX1" fmla="*/ 5686 w 6343"/>
                  <a:gd name="connsiteY1" fmla="*/ 5614 h 6345"/>
                  <a:gd name="connsiteX2" fmla="*/ 6615 w 6343"/>
                  <a:gd name="connsiteY2" fmla="*/ 3371 h 6345"/>
                  <a:gd name="connsiteX3" fmla="*/ 5686 w 6343"/>
                  <a:gd name="connsiteY3" fmla="*/ 1127 h 6345"/>
                  <a:gd name="connsiteX4" fmla="*/ 3444 w 6343"/>
                  <a:gd name="connsiteY4" fmla="*/ 198 h 6345"/>
                  <a:gd name="connsiteX5" fmla="*/ 1201 w 6343"/>
                  <a:gd name="connsiteY5" fmla="*/ 1127 h 6345"/>
                  <a:gd name="connsiteX6" fmla="*/ 272 w 6343"/>
                  <a:gd name="connsiteY6" fmla="*/ 3371 h 6345"/>
                  <a:gd name="connsiteX7" fmla="*/ 1201 w 6343"/>
                  <a:gd name="connsiteY7" fmla="*/ 5614 h 6345"/>
                  <a:gd name="connsiteX8" fmla="*/ 344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43"/>
                    </a:moveTo>
                    <a:cubicBezTo>
                      <a:pt x="4285" y="6543"/>
                      <a:pt x="5092" y="6209"/>
                      <a:pt x="5686" y="5614"/>
                    </a:cubicBezTo>
                    <a:cubicBezTo>
                      <a:pt x="6281" y="5019"/>
                      <a:pt x="6615" y="4212"/>
                      <a:pt x="6615" y="3371"/>
                    </a:cubicBezTo>
                    <a:cubicBezTo>
                      <a:pt x="6615" y="2529"/>
                      <a:pt x="6281" y="1722"/>
                      <a:pt x="5686" y="1127"/>
                    </a:cubicBezTo>
                    <a:cubicBezTo>
                      <a:pt x="5092" y="532"/>
                      <a:pt x="4285" y="198"/>
                      <a:pt x="3444" y="198"/>
                    </a:cubicBezTo>
                    <a:cubicBezTo>
                      <a:pt x="2603" y="198"/>
                      <a:pt x="1796" y="532"/>
                      <a:pt x="1201" y="1127"/>
                    </a:cubicBezTo>
                    <a:cubicBezTo>
                      <a:pt x="606" y="1722"/>
                      <a:pt x="272" y="2529"/>
                      <a:pt x="272" y="3371"/>
                    </a:cubicBezTo>
                    <a:cubicBezTo>
                      <a:pt x="272" y="4212"/>
                      <a:pt x="606" y="5019"/>
                      <a:pt x="1201" y="5614"/>
                    </a:cubicBezTo>
                    <a:cubicBezTo>
                      <a:pt x="1796" y="6209"/>
                      <a:pt x="2603" y="6543"/>
                      <a:pt x="344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32" name="Freeform: Shape 4331">
                <a:extLst>
                  <a:ext uri="{FF2B5EF4-FFF2-40B4-BE49-F238E27FC236}">
                    <a16:creationId xmlns:a16="http://schemas.microsoft.com/office/drawing/2014/main" id="{1363C90F-699F-DF63-BCD8-631ECFC017AE}"/>
                  </a:ext>
                </a:extLst>
              </p:cNvPr>
              <p:cNvSpPr/>
              <p:nvPr/>
            </p:nvSpPr>
            <p:spPr>
              <a:xfrm>
                <a:off x="4299463" y="5991201"/>
                <a:ext cx="6343" cy="6345"/>
              </a:xfrm>
              <a:custGeom>
                <a:avLst/>
                <a:gdLst>
                  <a:gd name="connsiteX0" fmla="*/ 3443 w 6343"/>
                  <a:gd name="connsiteY0" fmla="*/ 6543 h 6345"/>
                  <a:gd name="connsiteX1" fmla="*/ 5686 w 6343"/>
                  <a:gd name="connsiteY1" fmla="*/ 5614 h 6345"/>
                  <a:gd name="connsiteX2" fmla="*/ 6615 w 6343"/>
                  <a:gd name="connsiteY2" fmla="*/ 3371 h 6345"/>
                  <a:gd name="connsiteX3" fmla="*/ 5686 w 6343"/>
                  <a:gd name="connsiteY3" fmla="*/ 1127 h 6345"/>
                  <a:gd name="connsiteX4" fmla="*/ 3443 w 6343"/>
                  <a:gd name="connsiteY4" fmla="*/ 198 h 6345"/>
                  <a:gd name="connsiteX5" fmla="*/ 1201 w 6343"/>
                  <a:gd name="connsiteY5" fmla="*/ 1127 h 6345"/>
                  <a:gd name="connsiteX6" fmla="*/ 272 w 6343"/>
                  <a:gd name="connsiteY6" fmla="*/ 3371 h 6345"/>
                  <a:gd name="connsiteX7" fmla="*/ 1201 w 6343"/>
                  <a:gd name="connsiteY7" fmla="*/ 5614 h 6345"/>
                  <a:gd name="connsiteX8" fmla="*/ 344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43"/>
                    </a:moveTo>
                    <a:cubicBezTo>
                      <a:pt x="4284" y="6543"/>
                      <a:pt x="5091" y="6209"/>
                      <a:pt x="5686" y="5614"/>
                    </a:cubicBezTo>
                    <a:cubicBezTo>
                      <a:pt x="6281" y="5019"/>
                      <a:pt x="6615" y="4212"/>
                      <a:pt x="6615" y="3371"/>
                    </a:cubicBezTo>
                    <a:cubicBezTo>
                      <a:pt x="6615" y="2529"/>
                      <a:pt x="6281" y="1722"/>
                      <a:pt x="5686" y="1127"/>
                    </a:cubicBezTo>
                    <a:cubicBezTo>
                      <a:pt x="5091" y="532"/>
                      <a:pt x="4284" y="198"/>
                      <a:pt x="3443" y="198"/>
                    </a:cubicBezTo>
                    <a:cubicBezTo>
                      <a:pt x="2602" y="198"/>
                      <a:pt x="1795" y="532"/>
                      <a:pt x="1201" y="1127"/>
                    </a:cubicBezTo>
                    <a:cubicBezTo>
                      <a:pt x="606" y="1722"/>
                      <a:pt x="272" y="2529"/>
                      <a:pt x="272" y="3371"/>
                    </a:cubicBezTo>
                    <a:cubicBezTo>
                      <a:pt x="272" y="4212"/>
                      <a:pt x="606" y="5019"/>
                      <a:pt x="1201" y="5614"/>
                    </a:cubicBezTo>
                    <a:cubicBezTo>
                      <a:pt x="1795" y="6209"/>
                      <a:pt x="2602" y="6543"/>
                      <a:pt x="344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33" name="Freeform: Shape 4332">
                <a:extLst>
                  <a:ext uri="{FF2B5EF4-FFF2-40B4-BE49-F238E27FC236}">
                    <a16:creationId xmlns:a16="http://schemas.microsoft.com/office/drawing/2014/main" id="{55806D63-D961-D1E3-43A5-1EFAD089ED71}"/>
                  </a:ext>
                </a:extLst>
              </p:cNvPr>
              <p:cNvSpPr/>
              <p:nvPr/>
            </p:nvSpPr>
            <p:spPr>
              <a:xfrm>
                <a:off x="4292721" y="5990673"/>
                <a:ext cx="6343" cy="6345"/>
              </a:xfrm>
              <a:custGeom>
                <a:avLst/>
                <a:gdLst>
                  <a:gd name="connsiteX0" fmla="*/ 3443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1 h 6345"/>
                  <a:gd name="connsiteX3" fmla="*/ 5685 w 6343"/>
                  <a:gd name="connsiteY3" fmla="*/ 1127 h 6345"/>
                  <a:gd name="connsiteX4" fmla="*/ 3443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1 h 6345"/>
                  <a:gd name="connsiteX7" fmla="*/ 1200 w 6343"/>
                  <a:gd name="connsiteY7" fmla="*/ 5614 h 6345"/>
                  <a:gd name="connsiteX8" fmla="*/ 344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43"/>
                    </a:moveTo>
                    <a:cubicBezTo>
                      <a:pt x="4284" y="6543"/>
                      <a:pt x="5091" y="6209"/>
                      <a:pt x="5685" y="5614"/>
                    </a:cubicBezTo>
                    <a:cubicBezTo>
                      <a:pt x="6280" y="5019"/>
                      <a:pt x="6614" y="4212"/>
                      <a:pt x="6614" y="3371"/>
                    </a:cubicBezTo>
                    <a:cubicBezTo>
                      <a:pt x="6614" y="2529"/>
                      <a:pt x="6280" y="1722"/>
                      <a:pt x="5685" y="1127"/>
                    </a:cubicBezTo>
                    <a:cubicBezTo>
                      <a:pt x="5091" y="532"/>
                      <a:pt x="4284" y="198"/>
                      <a:pt x="3443" y="198"/>
                    </a:cubicBezTo>
                    <a:cubicBezTo>
                      <a:pt x="2602" y="198"/>
                      <a:pt x="1795" y="532"/>
                      <a:pt x="1200" y="1127"/>
                    </a:cubicBezTo>
                    <a:cubicBezTo>
                      <a:pt x="605" y="1722"/>
                      <a:pt x="271" y="2529"/>
                      <a:pt x="271" y="3371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5" y="6209"/>
                      <a:pt x="2602" y="6543"/>
                      <a:pt x="344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34" name="Freeform: Shape 4333">
                <a:extLst>
                  <a:ext uri="{FF2B5EF4-FFF2-40B4-BE49-F238E27FC236}">
                    <a16:creationId xmlns:a16="http://schemas.microsoft.com/office/drawing/2014/main" id="{6F8B744E-2F64-16E3-424A-960A4D1E08DC}"/>
                  </a:ext>
                </a:extLst>
              </p:cNvPr>
              <p:cNvSpPr/>
              <p:nvPr/>
            </p:nvSpPr>
            <p:spPr>
              <a:xfrm>
                <a:off x="4286484" y="5990368"/>
                <a:ext cx="6343" cy="6345"/>
              </a:xfrm>
              <a:custGeom>
                <a:avLst/>
                <a:gdLst>
                  <a:gd name="connsiteX0" fmla="*/ 3442 w 6343"/>
                  <a:gd name="connsiteY0" fmla="*/ 6543 h 6345"/>
                  <a:gd name="connsiteX1" fmla="*/ 5685 w 6343"/>
                  <a:gd name="connsiteY1" fmla="*/ 5614 h 6345"/>
                  <a:gd name="connsiteX2" fmla="*/ 6614 w 6343"/>
                  <a:gd name="connsiteY2" fmla="*/ 3371 h 6345"/>
                  <a:gd name="connsiteX3" fmla="*/ 5685 w 6343"/>
                  <a:gd name="connsiteY3" fmla="*/ 1127 h 6345"/>
                  <a:gd name="connsiteX4" fmla="*/ 3442 w 6343"/>
                  <a:gd name="connsiteY4" fmla="*/ 198 h 6345"/>
                  <a:gd name="connsiteX5" fmla="*/ 1200 w 6343"/>
                  <a:gd name="connsiteY5" fmla="*/ 1127 h 6345"/>
                  <a:gd name="connsiteX6" fmla="*/ 271 w 6343"/>
                  <a:gd name="connsiteY6" fmla="*/ 3371 h 6345"/>
                  <a:gd name="connsiteX7" fmla="*/ 1200 w 6343"/>
                  <a:gd name="connsiteY7" fmla="*/ 5614 h 6345"/>
                  <a:gd name="connsiteX8" fmla="*/ 344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43"/>
                    </a:moveTo>
                    <a:cubicBezTo>
                      <a:pt x="4283" y="6543"/>
                      <a:pt x="5090" y="6209"/>
                      <a:pt x="5685" y="5614"/>
                    </a:cubicBezTo>
                    <a:cubicBezTo>
                      <a:pt x="6280" y="5019"/>
                      <a:pt x="6614" y="4212"/>
                      <a:pt x="6614" y="3371"/>
                    </a:cubicBezTo>
                    <a:cubicBezTo>
                      <a:pt x="6614" y="2529"/>
                      <a:pt x="6280" y="1722"/>
                      <a:pt x="5685" y="1127"/>
                    </a:cubicBezTo>
                    <a:cubicBezTo>
                      <a:pt x="5090" y="532"/>
                      <a:pt x="4283" y="198"/>
                      <a:pt x="3442" y="198"/>
                    </a:cubicBezTo>
                    <a:cubicBezTo>
                      <a:pt x="2601" y="198"/>
                      <a:pt x="1794" y="532"/>
                      <a:pt x="1200" y="1127"/>
                    </a:cubicBezTo>
                    <a:cubicBezTo>
                      <a:pt x="605" y="1722"/>
                      <a:pt x="271" y="2529"/>
                      <a:pt x="271" y="3371"/>
                    </a:cubicBezTo>
                    <a:cubicBezTo>
                      <a:pt x="271" y="4212"/>
                      <a:pt x="605" y="5019"/>
                      <a:pt x="1200" y="5614"/>
                    </a:cubicBezTo>
                    <a:cubicBezTo>
                      <a:pt x="1794" y="6209"/>
                      <a:pt x="2601" y="6543"/>
                      <a:pt x="344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35" name="Freeform: Shape 4334">
                <a:extLst>
                  <a:ext uri="{FF2B5EF4-FFF2-40B4-BE49-F238E27FC236}">
                    <a16:creationId xmlns:a16="http://schemas.microsoft.com/office/drawing/2014/main" id="{C1DE31FC-13D8-EDD5-1AB3-EB82112EFE98}"/>
                  </a:ext>
                </a:extLst>
              </p:cNvPr>
              <p:cNvSpPr/>
              <p:nvPr/>
            </p:nvSpPr>
            <p:spPr>
              <a:xfrm>
                <a:off x="4280306" y="5990022"/>
                <a:ext cx="6343" cy="6345"/>
              </a:xfrm>
              <a:custGeom>
                <a:avLst/>
                <a:gdLst>
                  <a:gd name="connsiteX0" fmla="*/ 3442 w 6343"/>
                  <a:gd name="connsiteY0" fmla="*/ 6543 h 6345"/>
                  <a:gd name="connsiteX1" fmla="*/ 5684 w 6343"/>
                  <a:gd name="connsiteY1" fmla="*/ 5614 h 6345"/>
                  <a:gd name="connsiteX2" fmla="*/ 6613 w 6343"/>
                  <a:gd name="connsiteY2" fmla="*/ 3371 h 6345"/>
                  <a:gd name="connsiteX3" fmla="*/ 5684 w 6343"/>
                  <a:gd name="connsiteY3" fmla="*/ 1127 h 6345"/>
                  <a:gd name="connsiteX4" fmla="*/ 3442 w 6343"/>
                  <a:gd name="connsiteY4" fmla="*/ 198 h 6345"/>
                  <a:gd name="connsiteX5" fmla="*/ 1199 w 6343"/>
                  <a:gd name="connsiteY5" fmla="*/ 1127 h 6345"/>
                  <a:gd name="connsiteX6" fmla="*/ 270 w 6343"/>
                  <a:gd name="connsiteY6" fmla="*/ 3371 h 6345"/>
                  <a:gd name="connsiteX7" fmla="*/ 1199 w 6343"/>
                  <a:gd name="connsiteY7" fmla="*/ 5614 h 6345"/>
                  <a:gd name="connsiteX8" fmla="*/ 344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43"/>
                    </a:moveTo>
                    <a:cubicBezTo>
                      <a:pt x="4283" y="6543"/>
                      <a:pt x="5090" y="6209"/>
                      <a:pt x="5684" y="5614"/>
                    </a:cubicBezTo>
                    <a:cubicBezTo>
                      <a:pt x="6279" y="5019"/>
                      <a:pt x="6613" y="4212"/>
                      <a:pt x="6613" y="3371"/>
                    </a:cubicBezTo>
                    <a:cubicBezTo>
                      <a:pt x="6613" y="2529"/>
                      <a:pt x="6279" y="1722"/>
                      <a:pt x="5684" y="1127"/>
                    </a:cubicBezTo>
                    <a:cubicBezTo>
                      <a:pt x="5090" y="532"/>
                      <a:pt x="4283" y="198"/>
                      <a:pt x="3442" y="198"/>
                    </a:cubicBezTo>
                    <a:cubicBezTo>
                      <a:pt x="2601" y="198"/>
                      <a:pt x="1794" y="532"/>
                      <a:pt x="1199" y="1127"/>
                    </a:cubicBezTo>
                    <a:cubicBezTo>
                      <a:pt x="604" y="1722"/>
                      <a:pt x="270" y="2529"/>
                      <a:pt x="270" y="3371"/>
                    </a:cubicBezTo>
                    <a:cubicBezTo>
                      <a:pt x="270" y="4212"/>
                      <a:pt x="604" y="5019"/>
                      <a:pt x="1199" y="5614"/>
                    </a:cubicBezTo>
                    <a:cubicBezTo>
                      <a:pt x="1794" y="6209"/>
                      <a:pt x="2601" y="6543"/>
                      <a:pt x="344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36" name="Freeform: Shape 4335">
                <a:extLst>
                  <a:ext uri="{FF2B5EF4-FFF2-40B4-BE49-F238E27FC236}">
                    <a16:creationId xmlns:a16="http://schemas.microsoft.com/office/drawing/2014/main" id="{47B91B2B-703F-3C92-F7B4-78440AAEFD8B}"/>
                  </a:ext>
                </a:extLst>
              </p:cNvPr>
              <p:cNvSpPr/>
              <p:nvPr/>
            </p:nvSpPr>
            <p:spPr>
              <a:xfrm>
                <a:off x="4274468" y="5989812"/>
                <a:ext cx="6343" cy="6345"/>
              </a:xfrm>
              <a:custGeom>
                <a:avLst/>
                <a:gdLst>
                  <a:gd name="connsiteX0" fmla="*/ 3441 w 6343"/>
                  <a:gd name="connsiteY0" fmla="*/ 6543 h 6345"/>
                  <a:gd name="connsiteX1" fmla="*/ 5684 w 6343"/>
                  <a:gd name="connsiteY1" fmla="*/ 5614 h 6345"/>
                  <a:gd name="connsiteX2" fmla="*/ 6613 w 6343"/>
                  <a:gd name="connsiteY2" fmla="*/ 3371 h 6345"/>
                  <a:gd name="connsiteX3" fmla="*/ 5684 w 6343"/>
                  <a:gd name="connsiteY3" fmla="*/ 1127 h 6345"/>
                  <a:gd name="connsiteX4" fmla="*/ 3441 w 6343"/>
                  <a:gd name="connsiteY4" fmla="*/ 198 h 6345"/>
                  <a:gd name="connsiteX5" fmla="*/ 1199 w 6343"/>
                  <a:gd name="connsiteY5" fmla="*/ 1127 h 6345"/>
                  <a:gd name="connsiteX6" fmla="*/ 270 w 6343"/>
                  <a:gd name="connsiteY6" fmla="*/ 3371 h 6345"/>
                  <a:gd name="connsiteX7" fmla="*/ 1199 w 6343"/>
                  <a:gd name="connsiteY7" fmla="*/ 5614 h 6345"/>
                  <a:gd name="connsiteX8" fmla="*/ 344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43"/>
                    </a:moveTo>
                    <a:cubicBezTo>
                      <a:pt x="4282" y="6543"/>
                      <a:pt x="5089" y="6209"/>
                      <a:pt x="5684" y="5614"/>
                    </a:cubicBezTo>
                    <a:cubicBezTo>
                      <a:pt x="6279" y="5019"/>
                      <a:pt x="6613" y="4212"/>
                      <a:pt x="6613" y="3371"/>
                    </a:cubicBezTo>
                    <a:cubicBezTo>
                      <a:pt x="6613" y="2529"/>
                      <a:pt x="6279" y="1722"/>
                      <a:pt x="5684" y="1127"/>
                    </a:cubicBezTo>
                    <a:cubicBezTo>
                      <a:pt x="5089" y="532"/>
                      <a:pt x="4282" y="198"/>
                      <a:pt x="3441" y="198"/>
                    </a:cubicBezTo>
                    <a:cubicBezTo>
                      <a:pt x="2600" y="198"/>
                      <a:pt x="1793" y="532"/>
                      <a:pt x="1199" y="1127"/>
                    </a:cubicBezTo>
                    <a:cubicBezTo>
                      <a:pt x="604" y="1722"/>
                      <a:pt x="270" y="2529"/>
                      <a:pt x="270" y="3371"/>
                    </a:cubicBezTo>
                    <a:cubicBezTo>
                      <a:pt x="270" y="4212"/>
                      <a:pt x="604" y="5019"/>
                      <a:pt x="1199" y="5614"/>
                    </a:cubicBezTo>
                    <a:cubicBezTo>
                      <a:pt x="1793" y="6209"/>
                      <a:pt x="2600" y="6543"/>
                      <a:pt x="344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37" name="Freeform: Shape 4336">
                <a:extLst>
                  <a:ext uri="{FF2B5EF4-FFF2-40B4-BE49-F238E27FC236}">
                    <a16:creationId xmlns:a16="http://schemas.microsoft.com/office/drawing/2014/main" id="{25115B7F-9FA1-32FB-EF9D-F9A513A6C25B}"/>
                  </a:ext>
                </a:extLst>
              </p:cNvPr>
              <p:cNvSpPr/>
              <p:nvPr/>
            </p:nvSpPr>
            <p:spPr>
              <a:xfrm>
                <a:off x="4268529" y="5989463"/>
                <a:ext cx="6343" cy="6345"/>
              </a:xfrm>
              <a:custGeom>
                <a:avLst/>
                <a:gdLst>
                  <a:gd name="connsiteX0" fmla="*/ 3441 w 6343"/>
                  <a:gd name="connsiteY0" fmla="*/ 6543 h 6345"/>
                  <a:gd name="connsiteX1" fmla="*/ 5683 w 6343"/>
                  <a:gd name="connsiteY1" fmla="*/ 5614 h 6345"/>
                  <a:gd name="connsiteX2" fmla="*/ 6612 w 6343"/>
                  <a:gd name="connsiteY2" fmla="*/ 3370 h 6345"/>
                  <a:gd name="connsiteX3" fmla="*/ 5683 w 6343"/>
                  <a:gd name="connsiteY3" fmla="*/ 1127 h 6345"/>
                  <a:gd name="connsiteX4" fmla="*/ 3441 w 6343"/>
                  <a:gd name="connsiteY4" fmla="*/ 198 h 6345"/>
                  <a:gd name="connsiteX5" fmla="*/ 1198 w 6343"/>
                  <a:gd name="connsiteY5" fmla="*/ 1127 h 6345"/>
                  <a:gd name="connsiteX6" fmla="*/ 269 w 6343"/>
                  <a:gd name="connsiteY6" fmla="*/ 3370 h 6345"/>
                  <a:gd name="connsiteX7" fmla="*/ 1198 w 6343"/>
                  <a:gd name="connsiteY7" fmla="*/ 5614 h 6345"/>
                  <a:gd name="connsiteX8" fmla="*/ 344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43"/>
                    </a:moveTo>
                    <a:cubicBezTo>
                      <a:pt x="4282" y="6543"/>
                      <a:pt x="5089" y="6209"/>
                      <a:pt x="5683" y="5614"/>
                    </a:cubicBezTo>
                    <a:cubicBezTo>
                      <a:pt x="6278" y="5019"/>
                      <a:pt x="6612" y="4212"/>
                      <a:pt x="6612" y="3370"/>
                    </a:cubicBezTo>
                    <a:cubicBezTo>
                      <a:pt x="6612" y="2529"/>
                      <a:pt x="6278" y="1722"/>
                      <a:pt x="5683" y="1127"/>
                    </a:cubicBezTo>
                    <a:cubicBezTo>
                      <a:pt x="5089" y="532"/>
                      <a:pt x="4282" y="198"/>
                      <a:pt x="3441" y="198"/>
                    </a:cubicBezTo>
                    <a:cubicBezTo>
                      <a:pt x="2600" y="198"/>
                      <a:pt x="1793" y="532"/>
                      <a:pt x="1198" y="1127"/>
                    </a:cubicBezTo>
                    <a:cubicBezTo>
                      <a:pt x="603" y="1722"/>
                      <a:pt x="269" y="2529"/>
                      <a:pt x="269" y="3370"/>
                    </a:cubicBezTo>
                    <a:cubicBezTo>
                      <a:pt x="269" y="4212"/>
                      <a:pt x="603" y="5019"/>
                      <a:pt x="1198" y="5614"/>
                    </a:cubicBezTo>
                    <a:cubicBezTo>
                      <a:pt x="1793" y="6209"/>
                      <a:pt x="2600" y="6543"/>
                      <a:pt x="344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38" name="Freeform: Shape 4337">
                <a:extLst>
                  <a:ext uri="{FF2B5EF4-FFF2-40B4-BE49-F238E27FC236}">
                    <a16:creationId xmlns:a16="http://schemas.microsoft.com/office/drawing/2014/main" id="{958B7CC7-CB4F-170D-73DB-55147082D600}"/>
                  </a:ext>
                </a:extLst>
              </p:cNvPr>
              <p:cNvSpPr/>
              <p:nvPr/>
            </p:nvSpPr>
            <p:spPr>
              <a:xfrm>
                <a:off x="4262135" y="5988742"/>
                <a:ext cx="6343" cy="6345"/>
              </a:xfrm>
              <a:custGeom>
                <a:avLst/>
                <a:gdLst>
                  <a:gd name="connsiteX0" fmla="*/ 3440 w 6343"/>
                  <a:gd name="connsiteY0" fmla="*/ 6543 h 6345"/>
                  <a:gd name="connsiteX1" fmla="*/ 5683 w 6343"/>
                  <a:gd name="connsiteY1" fmla="*/ 5614 h 6345"/>
                  <a:gd name="connsiteX2" fmla="*/ 6612 w 6343"/>
                  <a:gd name="connsiteY2" fmla="*/ 3370 h 6345"/>
                  <a:gd name="connsiteX3" fmla="*/ 5683 w 6343"/>
                  <a:gd name="connsiteY3" fmla="*/ 1127 h 6345"/>
                  <a:gd name="connsiteX4" fmla="*/ 3440 w 6343"/>
                  <a:gd name="connsiteY4" fmla="*/ 198 h 6345"/>
                  <a:gd name="connsiteX5" fmla="*/ 1198 w 6343"/>
                  <a:gd name="connsiteY5" fmla="*/ 1127 h 6345"/>
                  <a:gd name="connsiteX6" fmla="*/ 269 w 6343"/>
                  <a:gd name="connsiteY6" fmla="*/ 3370 h 6345"/>
                  <a:gd name="connsiteX7" fmla="*/ 1198 w 6343"/>
                  <a:gd name="connsiteY7" fmla="*/ 5614 h 6345"/>
                  <a:gd name="connsiteX8" fmla="*/ 344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43"/>
                    </a:moveTo>
                    <a:cubicBezTo>
                      <a:pt x="4281" y="6543"/>
                      <a:pt x="5088" y="6209"/>
                      <a:pt x="5683" y="5614"/>
                    </a:cubicBezTo>
                    <a:cubicBezTo>
                      <a:pt x="6278" y="5019"/>
                      <a:pt x="6612" y="4212"/>
                      <a:pt x="6612" y="3370"/>
                    </a:cubicBezTo>
                    <a:cubicBezTo>
                      <a:pt x="6612" y="2529"/>
                      <a:pt x="6278" y="1722"/>
                      <a:pt x="5683" y="1127"/>
                    </a:cubicBezTo>
                    <a:cubicBezTo>
                      <a:pt x="5088" y="532"/>
                      <a:pt x="4281" y="198"/>
                      <a:pt x="3440" y="198"/>
                    </a:cubicBezTo>
                    <a:cubicBezTo>
                      <a:pt x="2599" y="198"/>
                      <a:pt x="1792" y="532"/>
                      <a:pt x="1198" y="1127"/>
                    </a:cubicBezTo>
                    <a:cubicBezTo>
                      <a:pt x="603" y="1722"/>
                      <a:pt x="269" y="2529"/>
                      <a:pt x="269" y="3370"/>
                    </a:cubicBezTo>
                    <a:cubicBezTo>
                      <a:pt x="269" y="4212"/>
                      <a:pt x="603" y="5019"/>
                      <a:pt x="1198" y="5614"/>
                    </a:cubicBezTo>
                    <a:cubicBezTo>
                      <a:pt x="1792" y="6209"/>
                      <a:pt x="2599" y="6543"/>
                      <a:pt x="344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39" name="Freeform: Shape 4338">
                <a:extLst>
                  <a:ext uri="{FF2B5EF4-FFF2-40B4-BE49-F238E27FC236}">
                    <a16:creationId xmlns:a16="http://schemas.microsoft.com/office/drawing/2014/main" id="{8D138F40-AAB0-96C6-3DBD-ED0ACBA3D93B}"/>
                  </a:ext>
                </a:extLst>
              </p:cNvPr>
              <p:cNvSpPr/>
              <p:nvPr/>
            </p:nvSpPr>
            <p:spPr>
              <a:xfrm>
                <a:off x="4256552" y="5988473"/>
                <a:ext cx="6343" cy="6345"/>
              </a:xfrm>
              <a:custGeom>
                <a:avLst/>
                <a:gdLst>
                  <a:gd name="connsiteX0" fmla="*/ 3440 w 6343"/>
                  <a:gd name="connsiteY0" fmla="*/ 6543 h 6345"/>
                  <a:gd name="connsiteX1" fmla="*/ 5683 w 6343"/>
                  <a:gd name="connsiteY1" fmla="*/ 5614 h 6345"/>
                  <a:gd name="connsiteX2" fmla="*/ 6611 w 6343"/>
                  <a:gd name="connsiteY2" fmla="*/ 3370 h 6345"/>
                  <a:gd name="connsiteX3" fmla="*/ 5683 w 6343"/>
                  <a:gd name="connsiteY3" fmla="*/ 1127 h 6345"/>
                  <a:gd name="connsiteX4" fmla="*/ 3440 w 6343"/>
                  <a:gd name="connsiteY4" fmla="*/ 198 h 6345"/>
                  <a:gd name="connsiteX5" fmla="*/ 1197 w 6343"/>
                  <a:gd name="connsiteY5" fmla="*/ 1127 h 6345"/>
                  <a:gd name="connsiteX6" fmla="*/ 268 w 6343"/>
                  <a:gd name="connsiteY6" fmla="*/ 3370 h 6345"/>
                  <a:gd name="connsiteX7" fmla="*/ 1197 w 6343"/>
                  <a:gd name="connsiteY7" fmla="*/ 5614 h 6345"/>
                  <a:gd name="connsiteX8" fmla="*/ 344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43"/>
                    </a:moveTo>
                    <a:cubicBezTo>
                      <a:pt x="4281" y="6543"/>
                      <a:pt x="5088" y="6209"/>
                      <a:pt x="5683" y="5614"/>
                    </a:cubicBezTo>
                    <a:cubicBezTo>
                      <a:pt x="6277" y="5019"/>
                      <a:pt x="6611" y="4212"/>
                      <a:pt x="6611" y="3370"/>
                    </a:cubicBezTo>
                    <a:cubicBezTo>
                      <a:pt x="6611" y="2529"/>
                      <a:pt x="6277" y="1722"/>
                      <a:pt x="5683" y="1127"/>
                    </a:cubicBezTo>
                    <a:cubicBezTo>
                      <a:pt x="5088" y="532"/>
                      <a:pt x="4281" y="198"/>
                      <a:pt x="3440" y="198"/>
                    </a:cubicBezTo>
                    <a:cubicBezTo>
                      <a:pt x="2599" y="198"/>
                      <a:pt x="1792" y="532"/>
                      <a:pt x="1197" y="1127"/>
                    </a:cubicBezTo>
                    <a:cubicBezTo>
                      <a:pt x="603" y="1722"/>
                      <a:pt x="268" y="2529"/>
                      <a:pt x="268" y="3370"/>
                    </a:cubicBezTo>
                    <a:cubicBezTo>
                      <a:pt x="268" y="4212"/>
                      <a:pt x="603" y="5019"/>
                      <a:pt x="1197" y="5614"/>
                    </a:cubicBezTo>
                    <a:cubicBezTo>
                      <a:pt x="1792" y="6209"/>
                      <a:pt x="2599" y="6543"/>
                      <a:pt x="344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40" name="Freeform: Shape 4339">
                <a:extLst>
                  <a:ext uri="{FF2B5EF4-FFF2-40B4-BE49-F238E27FC236}">
                    <a16:creationId xmlns:a16="http://schemas.microsoft.com/office/drawing/2014/main" id="{6C86AA42-CF6D-CA83-FED8-AB1C0B4BDB1F}"/>
                  </a:ext>
                </a:extLst>
              </p:cNvPr>
              <p:cNvSpPr/>
              <p:nvPr/>
            </p:nvSpPr>
            <p:spPr>
              <a:xfrm>
                <a:off x="4251185" y="5988275"/>
                <a:ext cx="6343" cy="6345"/>
              </a:xfrm>
              <a:custGeom>
                <a:avLst/>
                <a:gdLst>
                  <a:gd name="connsiteX0" fmla="*/ 3439 w 6343"/>
                  <a:gd name="connsiteY0" fmla="*/ 6543 h 6345"/>
                  <a:gd name="connsiteX1" fmla="*/ 5682 w 6343"/>
                  <a:gd name="connsiteY1" fmla="*/ 5614 h 6345"/>
                  <a:gd name="connsiteX2" fmla="*/ 6611 w 6343"/>
                  <a:gd name="connsiteY2" fmla="*/ 3370 h 6345"/>
                  <a:gd name="connsiteX3" fmla="*/ 5682 w 6343"/>
                  <a:gd name="connsiteY3" fmla="*/ 1127 h 6345"/>
                  <a:gd name="connsiteX4" fmla="*/ 3439 w 6343"/>
                  <a:gd name="connsiteY4" fmla="*/ 198 h 6345"/>
                  <a:gd name="connsiteX5" fmla="*/ 1197 w 6343"/>
                  <a:gd name="connsiteY5" fmla="*/ 1127 h 6345"/>
                  <a:gd name="connsiteX6" fmla="*/ 268 w 6343"/>
                  <a:gd name="connsiteY6" fmla="*/ 3370 h 6345"/>
                  <a:gd name="connsiteX7" fmla="*/ 1197 w 6343"/>
                  <a:gd name="connsiteY7" fmla="*/ 5614 h 6345"/>
                  <a:gd name="connsiteX8" fmla="*/ 3439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43"/>
                    </a:moveTo>
                    <a:cubicBezTo>
                      <a:pt x="4281" y="6543"/>
                      <a:pt x="5087" y="6209"/>
                      <a:pt x="5682" y="5614"/>
                    </a:cubicBezTo>
                    <a:cubicBezTo>
                      <a:pt x="6277" y="5019"/>
                      <a:pt x="6611" y="4212"/>
                      <a:pt x="6611" y="3370"/>
                    </a:cubicBezTo>
                    <a:cubicBezTo>
                      <a:pt x="6611" y="2529"/>
                      <a:pt x="6277" y="1722"/>
                      <a:pt x="5682" y="1127"/>
                    </a:cubicBezTo>
                    <a:cubicBezTo>
                      <a:pt x="5087" y="532"/>
                      <a:pt x="4281" y="198"/>
                      <a:pt x="3439" y="198"/>
                    </a:cubicBezTo>
                    <a:cubicBezTo>
                      <a:pt x="2598" y="198"/>
                      <a:pt x="1792" y="532"/>
                      <a:pt x="1197" y="1127"/>
                    </a:cubicBezTo>
                    <a:cubicBezTo>
                      <a:pt x="602" y="1722"/>
                      <a:pt x="268" y="2529"/>
                      <a:pt x="268" y="3370"/>
                    </a:cubicBezTo>
                    <a:cubicBezTo>
                      <a:pt x="268" y="4212"/>
                      <a:pt x="602" y="5019"/>
                      <a:pt x="1197" y="5614"/>
                    </a:cubicBezTo>
                    <a:cubicBezTo>
                      <a:pt x="1792" y="6209"/>
                      <a:pt x="2598" y="6543"/>
                      <a:pt x="3439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41" name="Freeform: Shape 4340">
                <a:extLst>
                  <a:ext uri="{FF2B5EF4-FFF2-40B4-BE49-F238E27FC236}">
                    <a16:creationId xmlns:a16="http://schemas.microsoft.com/office/drawing/2014/main" id="{1DA8D289-915D-8C50-07F3-9D2120C65362}"/>
                  </a:ext>
                </a:extLst>
              </p:cNvPr>
              <p:cNvSpPr/>
              <p:nvPr/>
            </p:nvSpPr>
            <p:spPr>
              <a:xfrm>
                <a:off x="4245560" y="5987836"/>
                <a:ext cx="6343" cy="6345"/>
              </a:xfrm>
              <a:custGeom>
                <a:avLst/>
                <a:gdLst>
                  <a:gd name="connsiteX0" fmla="*/ 3439 w 6343"/>
                  <a:gd name="connsiteY0" fmla="*/ 6543 h 6345"/>
                  <a:gd name="connsiteX1" fmla="*/ 5682 w 6343"/>
                  <a:gd name="connsiteY1" fmla="*/ 5614 h 6345"/>
                  <a:gd name="connsiteX2" fmla="*/ 6611 w 6343"/>
                  <a:gd name="connsiteY2" fmla="*/ 3370 h 6345"/>
                  <a:gd name="connsiteX3" fmla="*/ 5682 w 6343"/>
                  <a:gd name="connsiteY3" fmla="*/ 1127 h 6345"/>
                  <a:gd name="connsiteX4" fmla="*/ 3439 w 6343"/>
                  <a:gd name="connsiteY4" fmla="*/ 198 h 6345"/>
                  <a:gd name="connsiteX5" fmla="*/ 1196 w 6343"/>
                  <a:gd name="connsiteY5" fmla="*/ 1127 h 6345"/>
                  <a:gd name="connsiteX6" fmla="*/ 267 w 6343"/>
                  <a:gd name="connsiteY6" fmla="*/ 3370 h 6345"/>
                  <a:gd name="connsiteX7" fmla="*/ 1196 w 6343"/>
                  <a:gd name="connsiteY7" fmla="*/ 5614 h 6345"/>
                  <a:gd name="connsiteX8" fmla="*/ 3439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43"/>
                    </a:moveTo>
                    <a:cubicBezTo>
                      <a:pt x="4280" y="6543"/>
                      <a:pt x="5087" y="6209"/>
                      <a:pt x="5682" y="5614"/>
                    </a:cubicBezTo>
                    <a:cubicBezTo>
                      <a:pt x="6276" y="5019"/>
                      <a:pt x="6611" y="4212"/>
                      <a:pt x="6611" y="3370"/>
                    </a:cubicBezTo>
                    <a:cubicBezTo>
                      <a:pt x="6611" y="2529"/>
                      <a:pt x="6276" y="1722"/>
                      <a:pt x="5682" y="1127"/>
                    </a:cubicBezTo>
                    <a:cubicBezTo>
                      <a:pt x="5087" y="532"/>
                      <a:pt x="4280" y="198"/>
                      <a:pt x="3439" y="198"/>
                    </a:cubicBezTo>
                    <a:cubicBezTo>
                      <a:pt x="2598" y="198"/>
                      <a:pt x="1791" y="532"/>
                      <a:pt x="1196" y="1127"/>
                    </a:cubicBezTo>
                    <a:cubicBezTo>
                      <a:pt x="602" y="1722"/>
                      <a:pt x="267" y="2529"/>
                      <a:pt x="267" y="3370"/>
                    </a:cubicBezTo>
                    <a:cubicBezTo>
                      <a:pt x="267" y="4212"/>
                      <a:pt x="602" y="5019"/>
                      <a:pt x="1196" y="5614"/>
                    </a:cubicBezTo>
                    <a:cubicBezTo>
                      <a:pt x="1791" y="6209"/>
                      <a:pt x="2598" y="6543"/>
                      <a:pt x="3439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42" name="Freeform: Shape 4341">
                <a:extLst>
                  <a:ext uri="{FF2B5EF4-FFF2-40B4-BE49-F238E27FC236}">
                    <a16:creationId xmlns:a16="http://schemas.microsoft.com/office/drawing/2014/main" id="{92FF18DD-F3E0-D33A-3C55-3723DB5AE63B}"/>
                  </a:ext>
                </a:extLst>
              </p:cNvPr>
              <p:cNvSpPr/>
              <p:nvPr/>
            </p:nvSpPr>
            <p:spPr>
              <a:xfrm>
                <a:off x="4239488" y="5987017"/>
                <a:ext cx="6343" cy="6345"/>
              </a:xfrm>
              <a:custGeom>
                <a:avLst/>
                <a:gdLst>
                  <a:gd name="connsiteX0" fmla="*/ 3439 w 6343"/>
                  <a:gd name="connsiteY0" fmla="*/ 6543 h 6345"/>
                  <a:gd name="connsiteX1" fmla="*/ 5681 w 6343"/>
                  <a:gd name="connsiteY1" fmla="*/ 5614 h 6345"/>
                  <a:gd name="connsiteX2" fmla="*/ 6610 w 6343"/>
                  <a:gd name="connsiteY2" fmla="*/ 3370 h 6345"/>
                  <a:gd name="connsiteX3" fmla="*/ 5681 w 6343"/>
                  <a:gd name="connsiteY3" fmla="*/ 1127 h 6345"/>
                  <a:gd name="connsiteX4" fmla="*/ 3439 w 6343"/>
                  <a:gd name="connsiteY4" fmla="*/ 198 h 6345"/>
                  <a:gd name="connsiteX5" fmla="*/ 1196 w 6343"/>
                  <a:gd name="connsiteY5" fmla="*/ 1127 h 6345"/>
                  <a:gd name="connsiteX6" fmla="*/ 267 w 6343"/>
                  <a:gd name="connsiteY6" fmla="*/ 3370 h 6345"/>
                  <a:gd name="connsiteX7" fmla="*/ 1196 w 6343"/>
                  <a:gd name="connsiteY7" fmla="*/ 5614 h 6345"/>
                  <a:gd name="connsiteX8" fmla="*/ 3439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43"/>
                    </a:moveTo>
                    <a:cubicBezTo>
                      <a:pt x="4280" y="6543"/>
                      <a:pt x="5086" y="6209"/>
                      <a:pt x="5681" y="5614"/>
                    </a:cubicBezTo>
                    <a:cubicBezTo>
                      <a:pt x="6276" y="5019"/>
                      <a:pt x="6610" y="4212"/>
                      <a:pt x="6610" y="3370"/>
                    </a:cubicBezTo>
                    <a:cubicBezTo>
                      <a:pt x="6610" y="2529"/>
                      <a:pt x="6276" y="1722"/>
                      <a:pt x="5681" y="1127"/>
                    </a:cubicBezTo>
                    <a:cubicBezTo>
                      <a:pt x="5086" y="532"/>
                      <a:pt x="4280" y="198"/>
                      <a:pt x="3439" y="198"/>
                    </a:cubicBezTo>
                    <a:cubicBezTo>
                      <a:pt x="2597" y="198"/>
                      <a:pt x="1791" y="532"/>
                      <a:pt x="1196" y="1127"/>
                    </a:cubicBezTo>
                    <a:cubicBezTo>
                      <a:pt x="601" y="1722"/>
                      <a:pt x="267" y="2529"/>
                      <a:pt x="267" y="3370"/>
                    </a:cubicBezTo>
                    <a:cubicBezTo>
                      <a:pt x="267" y="4212"/>
                      <a:pt x="601" y="5019"/>
                      <a:pt x="1196" y="5614"/>
                    </a:cubicBezTo>
                    <a:cubicBezTo>
                      <a:pt x="1791" y="6209"/>
                      <a:pt x="2597" y="6543"/>
                      <a:pt x="3439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43" name="Freeform: Shape 4342">
                <a:extLst>
                  <a:ext uri="{FF2B5EF4-FFF2-40B4-BE49-F238E27FC236}">
                    <a16:creationId xmlns:a16="http://schemas.microsoft.com/office/drawing/2014/main" id="{071494FF-2BFA-C73C-23F9-D7AA849C856C}"/>
                  </a:ext>
                </a:extLst>
              </p:cNvPr>
              <p:cNvSpPr/>
              <p:nvPr/>
            </p:nvSpPr>
            <p:spPr>
              <a:xfrm>
                <a:off x="4234565" y="5986915"/>
                <a:ext cx="6343" cy="6345"/>
              </a:xfrm>
              <a:custGeom>
                <a:avLst/>
                <a:gdLst>
                  <a:gd name="connsiteX0" fmla="*/ 3438 w 6343"/>
                  <a:gd name="connsiteY0" fmla="*/ 6543 h 6345"/>
                  <a:gd name="connsiteX1" fmla="*/ 5681 w 6343"/>
                  <a:gd name="connsiteY1" fmla="*/ 5614 h 6345"/>
                  <a:gd name="connsiteX2" fmla="*/ 6610 w 6343"/>
                  <a:gd name="connsiteY2" fmla="*/ 3370 h 6345"/>
                  <a:gd name="connsiteX3" fmla="*/ 5681 w 6343"/>
                  <a:gd name="connsiteY3" fmla="*/ 1127 h 6345"/>
                  <a:gd name="connsiteX4" fmla="*/ 3438 w 6343"/>
                  <a:gd name="connsiteY4" fmla="*/ 198 h 6345"/>
                  <a:gd name="connsiteX5" fmla="*/ 1196 w 6343"/>
                  <a:gd name="connsiteY5" fmla="*/ 1127 h 6345"/>
                  <a:gd name="connsiteX6" fmla="*/ 267 w 6343"/>
                  <a:gd name="connsiteY6" fmla="*/ 3370 h 6345"/>
                  <a:gd name="connsiteX7" fmla="*/ 1196 w 6343"/>
                  <a:gd name="connsiteY7" fmla="*/ 5614 h 6345"/>
                  <a:gd name="connsiteX8" fmla="*/ 343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43"/>
                    </a:moveTo>
                    <a:cubicBezTo>
                      <a:pt x="4279" y="6543"/>
                      <a:pt x="5086" y="6209"/>
                      <a:pt x="5681" y="5614"/>
                    </a:cubicBezTo>
                    <a:cubicBezTo>
                      <a:pt x="6276" y="5019"/>
                      <a:pt x="6610" y="4212"/>
                      <a:pt x="6610" y="3370"/>
                    </a:cubicBezTo>
                    <a:cubicBezTo>
                      <a:pt x="6610" y="2529"/>
                      <a:pt x="6276" y="1722"/>
                      <a:pt x="5681" y="1127"/>
                    </a:cubicBezTo>
                    <a:cubicBezTo>
                      <a:pt x="5086" y="532"/>
                      <a:pt x="4279" y="198"/>
                      <a:pt x="3438" y="198"/>
                    </a:cubicBezTo>
                    <a:cubicBezTo>
                      <a:pt x="2597" y="198"/>
                      <a:pt x="1790" y="532"/>
                      <a:pt x="1196" y="1127"/>
                    </a:cubicBezTo>
                    <a:cubicBezTo>
                      <a:pt x="601" y="1722"/>
                      <a:pt x="267" y="2529"/>
                      <a:pt x="267" y="3370"/>
                    </a:cubicBezTo>
                    <a:cubicBezTo>
                      <a:pt x="267" y="4212"/>
                      <a:pt x="601" y="5019"/>
                      <a:pt x="1196" y="5614"/>
                    </a:cubicBezTo>
                    <a:cubicBezTo>
                      <a:pt x="1790" y="6209"/>
                      <a:pt x="2597" y="6543"/>
                      <a:pt x="343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44" name="Freeform: Shape 4343">
                <a:extLst>
                  <a:ext uri="{FF2B5EF4-FFF2-40B4-BE49-F238E27FC236}">
                    <a16:creationId xmlns:a16="http://schemas.microsoft.com/office/drawing/2014/main" id="{5986CF98-D553-A787-4DA1-08075E265D4E}"/>
                  </a:ext>
                </a:extLst>
              </p:cNvPr>
              <p:cNvSpPr/>
              <p:nvPr/>
            </p:nvSpPr>
            <p:spPr>
              <a:xfrm>
                <a:off x="4230236" y="5987170"/>
                <a:ext cx="6343" cy="6345"/>
              </a:xfrm>
              <a:custGeom>
                <a:avLst/>
                <a:gdLst>
                  <a:gd name="connsiteX0" fmla="*/ 3438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8 w 6343"/>
                  <a:gd name="connsiteY4" fmla="*/ 198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43"/>
                    </a:moveTo>
                    <a:cubicBezTo>
                      <a:pt x="4279" y="6543"/>
                      <a:pt x="5086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6" y="532"/>
                      <a:pt x="4279" y="198"/>
                      <a:pt x="3438" y="198"/>
                    </a:cubicBezTo>
                    <a:cubicBezTo>
                      <a:pt x="2597" y="198"/>
                      <a:pt x="1790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90" y="6209"/>
                      <a:pt x="2597" y="6543"/>
                      <a:pt x="343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45" name="Freeform: Shape 4344">
                <a:extLst>
                  <a:ext uri="{FF2B5EF4-FFF2-40B4-BE49-F238E27FC236}">
                    <a16:creationId xmlns:a16="http://schemas.microsoft.com/office/drawing/2014/main" id="{8333ED48-B624-27A6-1347-E6FB050A4261}"/>
                  </a:ext>
                </a:extLst>
              </p:cNvPr>
              <p:cNvSpPr/>
              <p:nvPr/>
            </p:nvSpPr>
            <p:spPr>
              <a:xfrm>
                <a:off x="4224380" y="5986284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7 w 6343"/>
                  <a:gd name="connsiteY4" fmla="*/ 198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8" y="6543"/>
                      <a:pt x="5085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5" y="532"/>
                      <a:pt x="4278" y="198"/>
                      <a:pt x="3437" y="198"/>
                    </a:cubicBezTo>
                    <a:cubicBezTo>
                      <a:pt x="2596" y="198"/>
                      <a:pt x="1789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89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46" name="Freeform: Shape 4345">
                <a:extLst>
                  <a:ext uri="{FF2B5EF4-FFF2-40B4-BE49-F238E27FC236}">
                    <a16:creationId xmlns:a16="http://schemas.microsoft.com/office/drawing/2014/main" id="{42F999D8-EAD1-C6C0-85B1-B95070497F45}"/>
                  </a:ext>
                </a:extLst>
              </p:cNvPr>
              <p:cNvSpPr/>
              <p:nvPr/>
            </p:nvSpPr>
            <p:spPr>
              <a:xfrm>
                <a:off x="4220616" y="5986830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7 w 6343"/>
                  <a:gd name="connsiteY4" fmla="*/ 198 h 6345"/>
                  <a:gd name="connsiteX5" fmla="*/ 1194 w 6343"/>
                  <a:gd name="connsiteY5" fmla="*/ 1127 h 6345"/>
                  <a:gd name="connsiteX6" fmla="*/ 266 w 6343"/>
                  <a:gd name="connsiteY6" fmla="*/ 3370 h 6345"/>
                  <a:gd name="connsiteX7" fmla="*/ 1194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8" y="6543"/>
                      <a:pt x="5085" y="6209"/>
                      <a:pt x="5680" y="5614"/>
                    </a:cubicBezTo>
                    <a:cubicBezTo>
                      <a:pt x="6274" y="5019"/>
                      <a:pt x="6609" y="4212"/>
                      <a:pt x="6609" y="3370"/>
                    </a:cubicBezTo>
                    <a:cubicBezTo>
                      <a:pt x="6609" y="2529"/>
                      <a:pt x="6274" y="1722"/>
                      <a:pt x="5680" y="1127"/>
                    </a:cubicBezTo>
                    <a:cubicBezTo>
                      <a:pt x="5085" y="532"/>
                      <a:pt x="4278" y="198"/>
                      <a:pt x="3437" y="198"/>
                    </a:cubicBezTo>
                    <a:cubicBezTo>
                      <a:pt x="2596" y="198"/>
                      <a:pt x="1789" y="532"/>
                      <a:pt x="1194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4" y="5614"/>
                    </a:cubicBezTo>
                    <a:cubicBezTo>
                      <a:pt x="1789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47" name="Freeform: Shape 4346">
                <a:extLst>
                  <a:ext uri="{FF2B5EF4-FFF2-40B4-BE49-F238E27FC236}">
                    <a16:creationId xmlns:a16="http://schemas.microsoft.com/office/drawing/2014/main" id="{ED21F0DF-FD1C-20EE-41E7-DEF0715F10B7}"/>
                  </a:ext>
                </a:extLst>
              </p:cNvPr>
              <p:cNvSpPr/>
              <p:nvPr/>
            </p:nvSpPr>
            <p:spPr>
              <a:xfrm>
                <a:off x="4216477" y="5987060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79 w 6343"/>
                  <a:gd name="connsiteY1" fmla="*/ 5614 h 6345"/>
                  <a:gd name="connsiteX2" fmla="*/ 6608 w 6343"/>
                  <a:gd name="connsiteY2" fmla="*/ 3370 h 6345"/>
                  <a:gd name="connsiteX3" fmla="*/ 5679 w 6343"/>
                  <a:gd name="connsiteY3" fmla="*/ 1127 h 6345"/>
                  <a:gd name="connsiteX4" fmla="*/ 3437 w 6343"/>
                  <a:gd name="connsiteY4" fmla="*/ 198 h 6345"/>
                  <a:gd name="connsiteX5" fmla="*/ 1194 w 6343"/>
                  <a:gd name="connsiteY5" fmla="*/ 1127 h 6345"/>
                  <a:gd name="connsiteX6" fmla="*/ 265 w 6343"/>
                  <a:gd name="connsiteY6" fmla="*/ 3370 h 6345"/>
                  <a:gd name="connsiteX7" fmla="*/ 1194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8" y="6543"/>
                      <a:pt x="5085" y="6209"/>
                      <a:pt x="5679" y="5614"/>
                    </a:cubicBezTo>
                    <a:cubicBezTo>
                      <a:pt x="6274" y="5019"/>
                      <a:pt x="6608" y="4212"/>
                      <a:pt x="6608" y="3370"/>
                    </a:cubicBezTo>
                    <a:cubicBezTo>
                      <a:pt x="6608" y="2529"/>
                      <a:pt x="6274" y="1722"/>
                      <a:pt x="5679" y="1127"/>
                    </a:cubicBezTo>
                    <a:cubicBezTo>
                      <a:pt x="5085" y="532"/>
                      <a:pt x="4278" y="198"/>
                      <a:pt x="3437" y="198"/>
                    </a:cubicBezTo>
                    <a:cubicBezTo>
                      <a:pt x="2596" y="198"/>
                      <a:pt x="1789" y="532"/>
                      <a:pt x="1194" y="1127"/>
                    </a:cubicBezTo>
                    <a:cubicBezTo>
                      <a:pt x="599" y="1722"/>
                      <a:pt x="265" y="2529"/>
                      <a:pt x="265" y="3370"/>
                    </a:cubicBezTo>
                    <a:cubicBezTo>
                      <a:pt x="265" y="4212"/>
                      <a:pt x="599" y="5019"/>
                      <a:pt x="1194" y="5614"/>
                    </a:cubicBezTo>
                    <a:cubicBezTo>
                      <a:pt x="1789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48" name="Freeform: Shape 4347">
                <a:extLst>
                  <a:ext uri="{FF2B5EF4-FFF2-40B4-BE49-F238E27FC236}">
                    <a16:creationId xmlns:a16="http://schemas.microsoft.com/office/drawing/2014/main" id="{8C89B65F-EA39-EC17-A21D-89930832AD09}"/>
                  </a:ext>
                </a:extLst>
              </p:cNvPr>
              <p:cNvSpPr/>
              <p:nvPr/>
            </p:nvSpPr>
            <p:spPr>
              <a:xfrm>
                <a:off x="4213297" y="5987953"/>
                <a:ext cx="6343" cy="6345"/>
              </a:xfrm>
              <a:custGeom>
                <a:avLst/>
                <a:gdLst>
                  <a:gd name="connsiteX0" fmla="*/ 3436 w 6343"/>
                  <a:gd name="connsiteY0" fmla="*/ 6543 h 6345"/>
                  <a:gd name="connsiteX1" fmla="*/ 5679 w 6343"/>
                  <a:gd name="connsiteY1" fmla="*/ 5614 h 6345"/>
                  <a:gd name="connsiteX2" fmla="*/ 6608 w 6343"/>
                  <a:gd name="connsiteY2" fmla="*/ 3370 h 6345"/>
                  <a:gd name="connsiteX3" fmla="*/ 5679 w 6343"/>
                  <a:gd name="connsiteY3" fmla="*/ 1127 h 6345"/>
                  <a:gd name="connsiteX4" fmla="*/ 3436 w 6343"/>
                  <a:gd name="connsiteY4" fmla="*/ 198 h 6345"/>
                  <a:gd name="connsiteX5" fmla="*/ 1194 w 6343"/>
                  <a:gd name="connsiteY5" fmla="*/ 1127 h 6345"/>
                  <a:gd name="connsiteX6" fmla="*/ 265 w 6343"/>
                  <a:gd name="connsiteY6" fmla="*/ 3370 h 6345"/>
                  <a:gd name="connsiteX7" fmla="*/ 1194 w 6343"/>
                  <a:gd name="connsiteY7" fmla="*/ 5614 h 6345"/>
                  <a:gd name="connsiteX8" fmla="*/ 343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43"/>
                    </a:moveTo>
                    <a:cubicBezTo>
                      <a:pt x="4278" y="6543"/>
                      <a:pt x="5084" y="6209"/>
                      <a:pt x="5679" y="5614"/>
                    </a:cubicBezTo>
                    <a:cubicBezTo>
                      <a:pt x="6274" y="5019"/>
                      <a:pt x="6608" y="4212"/>
                      <a:pt x="6608" y="3370"/>
                    </a:cubicBezTo>
                    <a:cubicBezTo>
                      <a:pt x="6608" y="2529"/>
                      <a:pt x="6274" y="1722"/>
                      <a:pt x="5679" y="1127"/>
                    </a:cubicBezTo>
                    <a:cubicBezTo>
                      <a:pt x="5084" y="532"/>
                      <a:pt x="4278" y="198"/>
                      <a:pt x="3436" y="198"/>
                    </a:cubicBezTo>
                    <a:cubicBezTo>
                      <a:pt x="2595" y="198"/>
                      <a:pt x="1789" y="532"/>
                      <a:pt x="1194" y="1127"/>
                    </a:cubicBezTo>
                    <a:cubicBezTo>
                      <a:pt x="599" y="1722"/>
                      <a:pt x="265" y="2529"/>
                      <a:pt x="265" y="3370"/>
                    </a:cubicBezTo>
                    <a:cubicBezTo>
                      <a:pt x="265" y="4212"/>
                      <a:pt x="599" y="5019"/>
                      <a:pt x="1194" y="5614"/>
                    </a:cubicBezTo>
                    <a:cubicBezTo>
                      <a:pt x="1789" y="6209"/>
                      <a:pt x="2595" y="6543"/>
                      <a:pt x="343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49" name="Freeform: Shape 4348">
                <a:extLst>
                  <a:ext uri="{FF2B5EF4-FFF2-40B4-BE49-F238E27FC236}">
                    <a16:creationId xmlns:a16="http://schemas.microsoft.com/office/drawing/2014/main" id="{29BF3EAE-50A6-9AEB-7498-E94644B48F61}"/>
                  </a:ext>
                </a:extLst>
              </p:cNvPr>
              <p:cNvSpPr/>
              <p:nvPr/>
            </p:nvSpPr>
            <p:spPr>
              <a:xfrm>
                <a:off x="4209854" y="5988618"/>
                <a:ext cx="6343" cy="6345"/>
              </a:xfrm>
              <a:custGeom>
                <a:avLst/>
                <a:gdLst>
                  <a:gd name="connsiteX0" fmla="*/ 3436 w 6343"/>
                  <a:gd name="connsiteY0" fmla="*/ 6543 h 6345"/>
                  <a:gd name="connsiteX1" fmla="*/ 5679 w 6343"/>
                  <a:gd name="connsiteY1" fmla="*/ 5614 h 6345"/>
                  <a:gd name="connsiteX2" fmla="*/ 6608 w 6343"/>
                  <a:gd name="connsiteY2" fmla="*/ 3370 h 6345"/>
                  <a:gd name="connsiteX3" fmla="*/ 5679 w 6343"/>
                  <a:gd name="connsiteY3" fmla="*/ 1127 h 6345"/>
                  <a:gd name="connsiteX4" fmla="*/ 3436 w 6343"/>
                  <a:gd name="connsiteY4" fmla="*/ 198 h 6345"/>
                  <a:gd name="connsiteX5" fmla="*/ 1194 w 6343"/>
                  <a:gd name="connsiteY5" fmla="*/ 1127 h 6345"/>
                  <a:gd name="connsiteX6" fmla="*/ 265 w 6343"/>
                  <a:gd name="connsiteY6" fmla="*/ 3370 h 6345"/>
                  <a:gd name="connsiteX7" fmla="*/ 1194 w 6343"/>
                  <a:gd name="connsiteY7" fmla="*/ 5614 h 6345"/>
                  <a:gd name="connsiteX8" fmla="*/ 343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43"/>
                    </a:moveTo>
                    <a:cubicBezTo>
                      <a:pt x="4277" y="6543"/>
                      <a:pt x="5084" y="6209"/>
                      <a:pt x="5679" y="5614"/>
                    </a:cubicBezTo>
                    <a:cubicBezTo>
                      <a:pt x="6274" y="5019"/>
                      <a:pt x="6608" y="4212"/>
                      <a:pt x="6608" y="3370"/>
                    </a:cubicBezTo>
                    <a:cubicBezTo>
                      <a:pt x="6608" y="2529"/>
                      <a:pt x="6274" y="1722"/>
                      <a:pt x="5679" y="1127"/>
                    </a:cubicBezTo>
                    <a:cubicBezTo>
                      <a:pt x="5084" y="532"/>
                      <a:pt x="4277" y="198"/>
                      <a:pt x="3436" y="198"/>
                    </a:cubicBezTo>
                    <a:cubicBezTo>
                      <a:pt x="2595" y="198"/>
                      <a:pt x="1788" y="532"/>
                      <a:pt x="1194" y="1127"/>
                    </a:cubicBezTo>
                    <a:cubicBezTo>
                      <a:pt x="599" y="1722"/>
                      <a:pt x="265" y="2529"/>
                      <a:pt x="265" y="3370"/>
                    </a:cubicBezTo>
                    <a:cubicBezTo>
                      <a:pt x="265" y="4212"/>
                      <a:pt x="599" y="5019"/>
                      <a:pt x="1194" y="5614"/>
                    </a:cubicBezTo>
                    <a:cubicBezTo>
                      <a:pt x="1788" y="6209"/>
                      <a:pt x="2595" y="6543"/>
                      <a:pt x="343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50" name="Freeform: Shape 4349">
                <a:extLst>
                  <a:ext uri="{FF2B5EF4-FFF2-40B4-BE49-F238E27FC236}">
                    <a16:creationId xmlns:a16="http://schemas.microsoft.com/office/drawing/2014/main" id="{A5124664-ACAA-3590-15C3-DD36B931AF36}"/>
                  </a:ext>
                </a:extLst>
              </p:cNvPr>
              <p:cNvSpPr/>
              <p:nvPr/>
            </p:nvSpPr>
            <p:spPr>
              <a:xfrm>
                <a:off x="4205026" y="5988191"/>
                <a:ext cx="6343" cy="6345"/>
              </a:xfrm>
              <a:custGeom>
                <a:avLst/>
                <a:gdLst>
                  <a:gd name="connsiteX0" fmla="*/ 3436 w 6343"/>
                  <a:gd name="connsiteY0" fmla="*/ 6543 h 6345"/>
                  <a:gd name="connsiteX1" fmla="*/ 5678 w 6343"/>
                  <a:gd name="connsiteY1" fmla="*/ 5614 h 6345"/>
                  <a:gd name="connsiteX2" fmla="*/ 6607 w 6343"/>
                  <a:gd name="connsiteY2" fmla="*/ 3370 h 6345"/>
                  <a:gd name="connsiteX3" fmla="*/ 5678 w 6343"/>
                  <a:gd name="connsiteY3" fmla="*/ 1127 h 6345"/>
                  <a:gd name="connsiteX4" fmla="*/ 3436 w 6343"/>
                  <a:gd name="connsiteY4" fmla="*/ 198 h 6345"/>
                  <a:gd name="connsiteX5" fmla="*/ 1193 w 6343"/>
                  <a:gd name="connsiteY5" fmla="*/ 1127 h 6345"/>
                  <a:gd name="connsiteX6" fmla="*/ 264 w 6343"/>
                  <a:gd name="connsiteY6" fmla="*/ 3370 h 6345"/>
                  <a:gd name="connsiteX7" fmla="*/ 1193 w 6343"/>
                  <a:gd name="connsiteY7" fmla="*/ 5614 h 6345"/>
                  <a:gd name="connsiteX8" fmla="*/ 343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43"/>
                    </a:moveTo>
                    <a:cubicBezTo>
                      <a:pt x="4277" y="6543"/>
                      <a:pt x="5084" y="6209"/>
                      <a:pt x="5678" y="5614"/>
                    </a:cubicBezTo>
                    <a:cubicBezTo>
                      <a:pt x="6273" y="5019"/>
                      <a:pt x="6607" y="4212"/>
                      <a:pt x="6607" y="3370"/>
                    </a:cubicBezTo>
                    <a:cubicBezTo>
                      <a:pt x="6607" y="2529"/>
                      <a:pt x="6273" y="1722"/>
                      <a:pt x="5678" y="1127"/>
                    </a:cubicBezTo>
                    <a:cubicBezTo>
                      <a:pt x="5084" y="532"/>
                      <a:pt x="4277" y="198"/>
                      <a:pt x="3436" y="198"/>
                    </a:cubicBezTo>
                    <a:cubicBezTo>
                      <a:pt x="2595" y="198"/>
                      <a:pt x="1788" y="532"/>
                      <a:pt x="1193" y="1127"/>
                    </a:cubicBezTo>
                    <a:cubicBezTo>
                      <a:pt x="598" y="1722"/>
                      <a:pt x="264" y="2529"/>
                      <a:pt x="264" y="3370"/>
                    </a:cubicBezTo>
                    <a:cubicBezTo>
                      <a:pt x="264" y="4212"/>
                      <a:pt x="598" y="5019"/>
                      <a:pt x="1193" y="5614"/>
                    </a:cubicBezTo>
                    <a:cubicBezTo>
                      <a:pt x="1788" y="6209"/>
                      <a:pt x="2595" y="6543"/>
                      <a:pt x="343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51" name="Freeform: Shape 4350">
                <a:extLst>
                  <a:ext uri="{FF2B5EF4-FFF2-40B4-BE49-F238E27FC236}">
                    <a16:creationId xmlns:a16="http://schemas.microsoft.com/office/drawing/2014/main" id="{D0622C73-1714-085C-31A3-4DD4C2F32018}"/>
                  </a:ext>
                </a:extLst>
              </p:cNvPr>
              <p:cNvSpPr/>
              <p:nvPr/>
            </p:nvSpPr>
            <p:spPr>
              <a:xfrm>
                <a:off x="4201936" y="5989041"/>
                <a:ext cx="6343" cy="6345"/>
              </a:xfrm>
              <a:custGeom>
                <a:avLst/>
                <a:gdLst>
                  <a:gd name="connsiteX0" fmla="*/ 3436 w 6343"/>
                  <a:gd name="connsiteY0" fmla="*/ 6543 h 6345"/>
                  <a:gd name="connsiteX1" fmla="*/ 5678 w 6343"/>
                  <a:gd name="connsiteY1" fmla="*/ 5614 h 6345"/>
                  <a:gd name="connsiteX2" fmla="*/ 6607 w 6343"/>
                  <a:gd name="connsiteY2" fmla="*/ 3370 h 6345"/>
                  <a:gd name="connsiteX3" fmla="*/ 5678 w 6343"/>
                  <a:gd name="connsiteY3" fmla="*/ 1127 h 6345"/>
                  <a:gd name="connsiteX4" fmla="*/ 3436 w 6343"/>
                  <a:gd name="connsiteY4" fmla="*/ 198 h 6345"/>
                  <a:gd name="connsiteX5" fmla="*/ 1193 w 6343"/>
                  <a:gd name="connsiteY5" fmla="*/ 1127 h 6345"/>
                  <a:gd name="connsiteX6" fmla="*/ 264 w 6343"/>
                  <a:gd name="connsiteY6" fmla="*/ 3370 h 6345"/>
                  <a:gd name="connsiteX7" fmla="*/ 1193 w 6343"/>
                  <a:gd name="connsiteY7" fmla="*/ 5614 h 6345"/>
                  <a:gd name="connsiteX8" fmla="*/ 343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43"/>
                    </a:moveTo>
                    <a:cubicBezTo>
                      <a:pt x="4277" y="6543"/>
                      <a:pt x="5083" y="6209"/>
                      <a:pt x="5678" y="5614"/>
                    </a:cubicBezTo>
                    <a:cubicBezTo>
                      <a:pt x="6273" y="5019"/>
                      <a:pt x="6607" y="4212"/>
                      <a:pt x="6607" y="3370"/>
                    </a:cubicBezTo>
                    <a:cubicBezTo>
                      <a:pt x="6607" y="2529"/>
                      <a:pt x="6273" y="1722"/>
                      <a:pt x="5678" y="1127"/>
                    </a:cubicBezTo>
                    <a:cubicBezTo>
                      <a:pt x="5083" y="532"/>
                      <a:pt x="4277" y="198"/>
                      <a:pt x="3436" y="198"/>
                    </a:cubicBezTo>
                    <a:cubicBezTo>
                      <a:pt x="2594" y="198"/>
                      <a:pt x="1788" y="532"/>
                      <a:pt x="1193" y="1127"/>
                    </a:cubicBezTo>
                    <a:cubicBezTo>
                      <a:pt x="598" y="1722"/>
                      <a:pt x="264" y="2529"/>
                      <a:pt x="264" y="3370"/>
                    </a:cubicBezTo>
                    <a:cubicBezTo>
                      <a:pt x="264" y="4212"/>
                      <a:pt x="598" y="5019"/>
                      <a:pt x="1193" y="5614"/>
                    </a:cubicBezTo>
                    <a:cubicBezTo>
                      <a:pt x="1788" y="6209"/>
                      <a:pt x="2594" y="6543"/>
                      <a:pt x="343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52" name="Freeform: Shape 4351">
                <a:extLst>
                  <a:ext uri="{FF2B5EF4-FFF2-40B4-BE49-F238E27FC236}">
                    <a16:creationId xmlns:a16="http://schemas.microsoft.com/office/drawing/2014/main" id="{861B9BAB-B643-0E5E-EFB6-83E958A2A529}"/>
                  </a:ext>
                </a:extLst>
              </p:cNvPr>
              <p:cNvSpPr/>
              <p:nvPr/>
            </p:nvSpPr>
            <p:spPr>
              <a:xfrm>
                <a:off x="4196913" y="5988351"/>
                <a:ext cx="6343" cy="6345"/>
              </a:xfrm>
              <a:custGeom>
                <a:avLst/>
                <a:gdLst>
                  <a:gd name="connsiteX0" fmla="*/ 3435 w 6343"/>
                  <a:gd name="connsiteY0" fmla="*/ 6543 h 6345"/>
                  <a:gd name="connsiteX1" fmla="*/ 5678 w 6343"/>
                  <a:gd name="connsiteY1" fmla="*/ 5614 h 6345"/>
                  <a:gd name="connsiteX2" fmla="*/ 6607 w 6343"/>
                  <a:gd name="connsiteY2" fmla="*/ 3370 h 6345"/>
                  <a:gd name="connsiteX3" fmla="*/ 5678 w 6343"/>
                  <a:gd name="connsiteY3" fmla="*/ 1127 h 6345"/>
                  <a:gd name="connsiteX4" fmla="*/ 3435 w 6343"/>
                  <a:gd name="connsiteY4" fmla="*/ 198 h 6345"/>
                  <a:gd name="connsiteX5" fmla="*/ 1193 w 6343"/>
                  <a:gd name="connsiteY5" fmla="*/ 1127 h 6345"/>
                  <a:gd name="connsiteX6" fmla="*/ 264 w 6343"/>
                  <a:gd name="connsiteY6" fmla="*/ 3370 h 6345"/>
                  <a:gd name="connsiteX7" fmla="*/ 1193 w 6343"/>
                  <a:gd name="connsiteY7" fmla="*/ 5614 h 6345"/>
                  <a:gd name="connsiteX8" fmla="*/ 343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43"/>
                    </a:moveTo>
                    <a:cubicBezTo>
                      <a:pt x="4276" y="6543"/>
                      <a:pt x="5083" y="6209"/>
                      <a:pt x="5678" y="5614"/>
                    </a:cubicBezTo>
                    <a:cubicBezTo>
                      <a:pt x="6273" y="5019"/>
                      <a:pt x="6607" y="4212"/>
                      <a:pt x="6607" y="3370"/>
                    </a:cubicBezTo>
                    <a:cubicBezTo>
                      <a:pt x="6607" y="2529"/>
                      <a:pt x="6273" y="1722"/>
                      <a:pt x="5678" y="1127"/>
                    </a:cubicBezTo>
                    <a:cubicBezTo>
                      <a:pt x="5083" y="532"/>
                      <a:pt x="4276" y="198"/>
                      <a:pt x="3435" y="198"/>
                    </a:cubicBezTo>
                    <a:cubicBezTo>
                      <a:pt x="2594" y="198"/>
                      <a:pt x="1787" y="532"/>
                      <a:pt x="1193" y="1127"/>
                    </a:cubicBezTo>
                    <a:cubicBezTo>
                      <a:pt x="598" y="1722"/>
                      <a:pt x="264" y="2529"/>
                      <a:pt x="264" y="3370"/>
                    </a:cubicBezTo>
                    <a:cubicBezTo>
                      <a:pt x="264" y="4212"/>
                      <a:pt x="598" y="5019"/>
                      <a:pt x="1193" y="5614"/>
                    </a:cubicBezTo>
                    <a:cubicBezTo>
                      <a:pt x="1787" y="6209"/>
                      <a:pt x="2594" y="6543"/>
                      <a:pt x="343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53" name="Freeform: Shape 4352">
                <a:extLst>
                  <a:ext uri="{FF2B5EF4-FFF2-40B4-BE49-F238E27FC236}">
                    <a16:creationId xmlns:a16="http://schemas.microsoft.com/office/drawing/2014/main" id="{7640A196-D2A9-0D02-F48B-78ABA8F5E6A3}"/>
                  </a:ext>
                </a:extLst>
              </p:cNvPr>
              <p:cNvSpPr/>
              <p:nvPr/>
            </p:nvSpPr>
            <p:spPr>
              <a:xfrm>
                <a:off x="4193689" y="5989016"/>
                <a:ext cx="6343" cy="6345"/>
              </a:xfrm>
              <a:custGeom>
                <a:avLst/>
                <a:gdLst>
                  <a:gd name="connsiteX0" fmla="*/ 3435 w 6343"/>
                  <a:gd name="connsiteY0" fmla="*/ 6543 h 6345"/>
                  <a:gd name="connsiteX1" fmla="*/ 5678 w 6343"/>
                  <a:gd name="connsiteY1" fmla="*/ 5614 h 6345"/>
                  <a:gd name="connsiteX2" fmla="*/ 6607 w 6343"/>
                  <a:gd name="connsiteY2" fmla="*/ 3370 h 6345"/>
                  <a:gd name="connsiteX3" fmla="*/ 5678 w 6343"/>
                  <a:gd name="connsiteY3" fmla="*/ 1127 h 6345"/>
                  <a:gd name="connsiteX4" fmla="*/ 3435 w 6343"/>
                  <a:gd name="connsiteY4" fmla="*/ 198 h 6345"/>
                  <a:gd name="connsiteX5" fmla="*/ 1192 w 6343"/>
                  <a:gd name="connsiteY5" fmla="*/ 1127 h 6345"/>
                  <a:gd name="connsiteX6" fmla="*/ 263 w 6343"/>
                  <a:gd name="connsiteY6" fmla="*/ 3370 h 6345"/>
                  <a:gd name="connsiteX7" fmla="*/ 1192 w 6343"/>
                  <a:gd name="connsiteY7" fmla="*/ 5614 h 6345"/>
                  <a:gd name="connsiteX8" fmla="*/ 343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43"/>
                    </a:moveTo>
                    <a:cubicBezTo>
                      <a:pt x="4276" y="6543"/>
                      <a:pt x="5083" y="6209"/>
                      <a:pt x="5678" y="5614"/>
                    </a:cubicBezTo>
                    <a:cubicBezTo>
                      <a:pt x="6272" y="5019"/>
                      <a:pt x="6607" y="4212"/>
                      <a:pt x="6607" y="3370"/>
                    </a:cubicBezTo>
                    <a:cubicBezTo>
                      <a:pt x="6607" y="2529"/>
                      <a:pt x="6272" y="1722"/>
                      <a:pt x="5678" y="1127"/>
                    </a:cubicBezTo>
                    <a:cubicBezTo>
                      <a:pt x="5083" y="532"/>
                      <a:pt x="4276" y="198"/>
                      <a:pt x="3435" y="198"/>
                    </a:cubicBezTo>
                    <a:cubicBezTo>
                      <a:pt x="2594" y="198"/>
                      <a:pt x="1787" y="532"/>
                      <a:pt x="1192" y="1127"/>
                    </a:cubicBezTo>
                    <a:cubicBezTo>
                      <a:pt x="598" y="1722"/>
                      <a:pt x="263" y="2529"/>
                      <a:pt x="263" y="3370"/>
                    </a:cubicBezTo>
                    <a:cubicBezTo>
                      <a:pt x="263" y="4212"/>
                      <a:pt x="598" y="5019"/>
                      <a:pt x="1192" y="5614"/>
                    </a:cubicBezTo>
                    <a:cubicBezTo>
                      <a:pt x="1787" y="6209"/>
                      <a:pt x="2594" y="6543"/>
                      <a:pt x="343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54" name="Freeform: Shape 4353">
                <a:extLst>
                  <a:ext uri="{FF2B5EF4-FFF2-40B4-BE49-F238E27FC236}">
                    <a16:creationId xmlns:a16="http://schemas.microsoft.com/office/drawing/2014/main" id="{B2A87C68-968C-FA97-05C2-877A2AA3CD12}"/>
                  </a:ext>
                </a:extLst>
              </p:cNvPr>
              <p:cNvSpPr/>
              <p:nvPr/>
            </p:nvSpPr>
            <p:spPr>
              <a:xfrm>
                <a:off x="4189916" y="5989208"/>
                <a:ext cx="6343" cy="6345"/>
              </a:xfrm>
              <a:custGeom>
                <a:avLst/>
                <a:gdLst>
                  <a:gd name="connsiteX0" fmla="*/ 3435 w 6343"/>
                  <a:gd name="connsiteY0" fmla="*/ 6543 h 6345"/>
                  <a:gd name="connsiteX1" fmla="*/ 5677 w 6343"/>
                  <a:gd name="connsiteY1" fmla="*/ 5614 h 6345"/>
                  <a:gd name="connsiteX2" fmla="*/ 6606 w 6343"/>
                  <a:gd name="connsiteY2" fmla="*/ 3370 h 6345"/>
                  <a:gd name="connsiteX3" fmla="*/ 5677 w 6343"/>
                  <a:gd name="connsiteY3" fmla="*/ 1127 h 6345"/>
                  <a:gd name="connsiteX4" fmla="*/ 3435 w 6343"/>
                  <a:gd name="connsiteY4" fmla="*/ 198 h 6345"/>
                  <a:gd name="connsiteX5" fmla="*/ 1192 w 6343"/>
                  <a:gd name="connsiteY5" fmla="*/ 1127 h 6345"/>
                  <a:gd name="connsiteX6" fmla="*/ 263 w 6343"/>
                  <a:gd name="connsiteY6" fmla="*/ 3370 h 6345"/>
                  <a:gd name="connsiteX7" fmla="*/ 1192 w 6343"/>
                  <a:gd name="connsiteY7" fmla="*/ 5614 h 6345"/>
                  <a:gd name="connsiteX8" fmla="*/ 343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43"/>
                    </a:moveTo>
                    <a:cubicBezTo>
                      <a:pt x="4276" y="6543"/>
                      <a:pt x="5083" y="6209"/>
                      <a:pt x="5677" y="5614"/>
                    </a:cubicBezTo>
                    <a:cubicBezTo>
                      <a:pt x="6272" y="5019"/>
                      <a:pt x="6606" y="4212"/>
                      <a:pt x="6606" y="3370"/>
                    </a:cubicBezTo>
                    <a:cubicBezTo>
                      <a:pt x="6606" y="2529"/>
                      <a:pt x="6272" y="1722"/>
                      <a:pt x="5677" y="1127"/>
                    </a:cubicBezTo>
                    <a:cubicBezTo>
                      <a:pt x="5083" y="532"/>
                      <a:pt x="4276" y="198"/>
                      <a:pt x="3435" y="198"/>
                    </a:cubicBezTo>
                    <a:cubicBezTo>
                      <a:pt x="2594" y="198"/>
                      <a:pt x="1787" y="532"/>
                      <a:pt x="1192" y="1127"/>
                    </a:cubicBezTo>
                    <a:cubicBezTo>
                      <a:pt x="597" y="1722"/>
                      <a:pt x="263" y="2529"/>
                      <a:pt x="263" y="3370"/>
                    </a:cubicBezTo>
                    <a:cubicBezTo>
                      <a:pt x="263" y="4212"/>
                      <a:pt x="597" y="5019"/>
                      <a:pt x="1192" y="5614"/>
                    </a:cubicBezTo>
                    <a:cubicBezTo>
                      <a:pt x="1787" y="6209"/>
                      <a:pt x="2594" y="6543"/>
                      <a:pt x="343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55" name="Freeform: Shape 4354">
                <a:extLst>
                  <a:ext uri="{FF2B5EF4-FFF2-40B4-BE49-F238E27FC236}">
                    <a16:creationId xmlns:a16="http://schemas.microsoft.com/office/drawing/2014/main" id="{6F4634B7-7CDC-0D65-7F0B-4FABB5A03F0C}"/>
                  </a:ext>
                </a:extLst>
              </p:cNvPr>
              <p:cNvSpPr/>
              <p:nvPr/>
            </p:nvSpPr>
            <p:spPr>
              <a:xfrm>
                <a:off x="4186960" y="5990017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7 w 6343"/>
                  <a:gd name="connsiteY1" fmla="*/ 5614 h 6345"/>
                  <a:gd name="connsiteX2" fmla="*/ 6606 w 6343"/>
                  <a:gd name="connsiteY2" fmla="*/ 3371 h 6345"/>
                  <a:gd name="connsiteX3" fmla="*/ 5677 w 6343"/>
                  <a:gd name="connsiteY3" fmla="*/ 1127 h 6345"/>
                  <a:gd name="connsiteX4" fmla="*/ 3434 w 6343"/>
                  <a:gd name="connsiteY4" fmla="*/ 198 h 6345"/>
                  <a:gd name="connsiteX5" fmla="*/ 1192 w 6343"/>
                  <a:gd name="connsiteY5" fmla="*/ 1127 h 6345"/>
                  <a:gd name="connsiteX6" fmla="*/ 263 w 6343"/>
                  <a:gd name="connsiteY6" fmla="*/ 3371 h 6345"/>
                  <a:gd name="connsiteX7" fmla="*/ 1192 w 6343"/>
                  <a:gd name="connsiteY7" fmla="*/ 5614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6" y="6543"/>
                      <a:pt x="5082" y="6209"/>
                      <a:pt x="5677" y="5614"/>
                    </a:cubicBezTo>
                    <a:cubicBezTo>
                      <a:pt x="6272" y="5019"/>
                      <a:pt x="6606" y="4212"/>
                      <a:pt x="6606" y="3371"/>
                    </a:cubicBezTo>
                    <a:cubicBezTo>
                      <a:pt x="6606" y="2529"/>
                      <a:pt x="6272" y="1722"/>
                      <a:pt x="5677" y="1127"/>
                    </a:cubicBezTo>
                    <a:cubicBezTo>
                      <a:pt x="5082" y="532"/>
                      <a:pt x="4276" y="198"/>
                      <a:pt x="3434" y="198"/>
                    </a:cubicBezTo>
                    <a:cubicBezTo>
                      <a:pt x="2593" y="198"/>
                      <a:pt x="1787" y="532"/>
                      <a:pt x="1192" y="1127"/>
                    </a:cubicBezTo>
                    <a:cubicBezTo>
                      <a:pt x="597" y="1722"/>
                      <a:pt x="263" y="2529"/>
                      <a:pt x="263" y="3371"/>
                    </a:cubicBezTo>
                    <a:cubicBezTo>
                      <a:pt x="263" y="4212"/>
                      <a:pt x="597" y="5019"/>
                      <a:pt x="1192" y="5614"/>
                    </a:cubicBezTo>
                    <a:cubicBezTo>
                      <a:pt x="1787" y="6209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56" name="Freeform: Shape 4355">
                <a:extLst>
                  <a:ext uri="{FF2B5EF4-FFF2-40B4-BE49-F238E27FC236}">
                    <a16:creationId xmlns:a16="http://schemas.microsoft.com/office/drawing/2014/main" id="{ECB57541-5883-2EE6-6892-B5089F795E89}"/>
                  </a:ext>
                </a:extLst>
              </p:cNvPr>
              <p:cNvSpPr/>
              <p:nvPr/>
            </p:nvSpPr>
            <p:spPr>
              <a:xfrm>
                <a:off x="4183312" y="5990230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7 w 6343"/>
                  <a:gd name="connsiteY1" fmla="*/ 5614 h 6345"/>
                  <a:gd name="connsiteX2" fmla="*/ 6606 w 6343"/>
                  <a:gd name="connsiteY2" fmla="*/ 3371 h 6345"/>
                  <a:gd name="connsiteX3" fmla="*/ 5677 w 6343"/>
                  <a:gd name="connsiteY3" fmla="*/ 1127 h 6345"/>
                  <a:gd name="connsiteX4" fmla="*/ 3434 w 6343"/>
                  <a:gd name="connsiteY4" fmla="*/ 198 h 6345"/>
                  <a:gd name="connsiteX5" fmla="*/ 1192 w 6343"/>
                  <a:gd name="connsiteY5" fmla="*/ 1127 h 6345"/>
                  <a:gd name="connsiteX6" fmla="*/ 263 w 6343"/>
                  <a:gd name="connsiteY6" fmla="*/ 3371 h 6345"/>
                  <a:gd name="connsiteX7" fmla="*/ 1192 w 6343"/>
                  <a:gd name="connsiteY7" fmla="*/ 5614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2" y="6209"/>
                      <a:pt x="5677" y="5614"/>
                    </a:cubicBezTo>
                    <a:cubicBezTo>
                      <a:pt x="6272" y="5019"/>
                      <a:pt x="6606" y="4212"/>
                      <a:pt x="6606" y="3371"/>
                    </a:cubicBezTo>
                    <a:cubicBezTo>
                      <a:pt x="6606" y="2529"/>
                      <a:pt x="6272" y="1722"/>
                      <a:pt x="5677" y="1127"/>
                    </a:cubicBezTo>
                    <a:cubicBezTo>
                      <a:pt x="5082" y="532"/>
                      <a:pt x="4275" y="198"/>
                      <a:pt x="3434" y="198"/>
                    </a:cubicBezTo>
                    <a:cubicBezTo>
                      <a:pt x="2593" y="198"/>
                      <a:pt x="1786" y="532"/>
                      <a:pt x="1192" y="1127"/>
                    </a:cubicBezTo>
                    <a:cubicBezTo>
                      <a:pt x="597" y="1722"/>
                      <a:pt x="263" y="2529"/>
                      <a:pt x="263" y="3371"/>
                    </a:cubicBezTo>
                    <a:cubicBezTo>
                      <a:pt x="263" y="4212"/>
                      <a:pt x="597" y="5019"/>
                      <a:pt x="1192" y="5614"/>
                    </a:cubicBezTo>
                    <a:cubicBezTo>
                      <a:pt x="1786" y="6209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57" name="Freeform: Shape 4356">
                <a:extLst>
                  <a:ext uri="{FF2B5EF4-FFF2-40B4-BE49-F238E27FC236}">
                    <a16:creationId xmlns:a16="http://schemas.microsoft.com/office/drawing/2014/main" id="{5330E948-D0FA-6826-07F2-43A0CAA733D7}"/>
                  </a:ext>
                </a:extLst>
              </p:cNvPr>
              <p:cNvSpPr/>
              <p:nvPr/>
            </p:nvSpPr>
            <p:spPr>
              <a:xfrm>
                <a:off x="4178911" y="5989774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6 w 6343"/>
                  <a:gd name="connsiteY1" fmla="*/ 5614 h 6345"/>
                  <a:gd name="connsiteX2" fmla="*/ 6605 w 6343"/>
                  <a:gd name="connsiteY2" fmla="*/ 3371 h 6345"/>
                  <a:gd name="connsiteX3" fmla="*/ 5676 w 6343"/>
                  <a:gd name="connsiteY3" fmla="*/ 1127 h 6345"/>
                  <a:gd name="connsiteX4" fmla="*/ 3434 w 6343"/>
                  <a:gd name="connsiteY4" fmla="*/ 198 h 6345"/>
                  <a:gd name="connsiteX5" fmla="*/ 1191 w 6343"/>
                  <a:gd name="connsiteY5" fmla="*/ 1127 h 6345"/>
                  <a:gd name="connsiteX6" fmla="*/ 262 w 6343"/>
                  <a:gd name="connsiteY6" fmla="*/ 3371 h 6345"/>
                  <a:gd name="connsiteX7" fmla="*/ 1191 w 6343"/>
                  <a:gd name="connsiteY7" fmla="*/ 5614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2" y="6209"/>
                      <a:pt x="5676" y="5614"/>
                    </a:cubicBezTo>
                    <a:cubicBezTo>
                      <a:pt x="6271" y="5019"/>
                      <a:pt x="6605" y="4212"/>
                      <a:pt x="6605" y="3371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2" y="532"/>
                      <a:pt x="4275" y="198"/>
                      <a:pt x="3434" y="198"/>
                    </a:cubicBezTo>
                    <a:cubicBezTo>
                      <a:pt x="2593" y="198"/>
                      <a:pt x="1786" y="532"/>
                      <a:pt x="1191" y="1127"/>
                    </a:cubicBezTo>
                    <a:cubicBezTo>
                      <a:pt x="596" y="1722"/>
                      <a:pt x="262" y="2529"/>
                      <a:pt x="262" y="3371"/>
                    </a:cubicBezTo>
                    <a:cubicBezTo>
                      <a:pt x="262" y="4212"/>
                      <a:pt x="596" y="5019"/>
                      <a:pt x="1191" y="5614"/>
                    </a:cubicBezTo>
                    <a:cubicBezTo>
                      <a:pt x="1786" y="6209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58" name="Freeform: Shape 4357">
                <a:extLst>
                  <a:ext uri="{FF2B5EF4-FFF2-40B4-BE49-F238E27FC236}">
                    <a16:creationId xmlns:a16="http://schemas.microsoft.com/office/drawing/2014/main" id="{04B48DDA-A21C-EC96-210F-531ED9A6861E}"/>
                  </a:ext>
                </a:extLst>
              </p:cNvPr>
              <p:cNvSpPr/>
              <p:nvPr/>
            </p:nvSpPr>
            <p:spPr>
              <a:xfrm>
                <a:off x="4175178" y="5989821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4 h 6345"/>
                  <a:gd name="connsiteX2" fmla="*/ 6605 w 6343"/>
                  <a:gd name="connsiteY2" fmla="*/ 3371 h 6345"/>
                  <a:gd name="connsiteX3" fmla="*/ 5676 w 6343"/>
                  <a:gd name="connsiteY3" fmla="*/ 1127 h 6345"/>
                  <a:gd name="connsiteX4" fmla="*/ 3433 w 6343"/>
                  <a:gd name="connsiteY4" fmla="*/ 198 h 6345"/>
                  <a:gd name="connsiteX5" fmla="*/ 1191 w 6343"/>
                  <a:gd name="connsiteY5" fmla="*/ 1127 h 6345"/>
                  <a:gd name="connsiteX6" fmla="*/ 262 w 6343"/>
                  <a:gd name="connsiteY6" fmla="*/ 3371 h 6345"/>
                  <a:gd name="connsiteX7" fmla="*/ 1191 w 6343"/>
                  <a:gd name="connsiteY7" fmla="*/ 5614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5" y="6543"/>
                      <a:pt x="5081" y="6209"/>
                      <a:pt x="5676" y="5614"/>
                    </a:cubicBezTo>
                    <a:cubicBezTo>
                      <a:pt x="6271" y="5019"/>
                      <a:pt x="6605" y="4212"/>
                      <a:pt x="6605" y="3371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1" y="532"/>
                      <a:pt x="4275" y="198"/>
                      <a:pt x="3433" y="198"/>
                    </a:cubicBezTo>
                    <a:cubicBezTo>
                      <a:pt x="2592" y="198"/>
                      <a:pt x="1786" y="532"/>
                      <a:pt x="1191" y="1127"/>
                    </a:cubicBezTo>
                    <a:cubicBezTo>
                      <a:pt x="596" y="1722"/>
                      <a:pt x="262" y="2529"/>
                      <a:pt x="262" y="3371"/>
                    </a:cubicBezTo>
                    <a:cubicBezTo>
                      <a:pt x="262" y="4212"/>
                      <a:pt x="596" y="5019"/>
                      <a:pt x="1191" y="5614"/>
                    </a:cubicBezTo>
                    <a:cubicBezTo>
                      <a:pt x="1786" y="6209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59" name="Freeform: Shape 4358">
                <a:extLst>
                  <a:ext uri="{FF2B5EF4-FFF2-40B4-BE49-F238E27FC236}">
                    <a16:creationId xmlns:a16="http://schemas.microsoft.com/office/drawing/2014/main" id="{F2310696-FD3E-8FB6-FC7A-5DF6134ED605}"/>
                  </a:ext>
                </a:extLst>
              </p:cNvPr>
              <p:cNvSpPr/>
              <p:nvPr/>
            </p:nvSpPr>
            <p:spPr>
              <a:xfrm>
                <a:off x="4169406" y="5988086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4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3 w 6343"/>
                  <a:gd name="connsiteY4" fmla="*/ 198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4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9"/>
                      <a:pt x="5676" y="5614"/>
                    </a:cubicBezTo>
                    <a:cubicBezTo>
                      <a:pt x="6270" y="5019"/>
                      <a:pt x="6605" y="4212"/>
                      <a:pt x="6605" y="3370"/>
                    </a:cubicBezTo>
                    <a:cubicBezTo>
                      <a:pt x="6605" y="2529"/>
                      <a:pt x="6270" y="1722"/>
                      <a:pt x="5676" y="1127"/>
                    </a:cubicBezTo>
                    <a:cubicBezTo>
                      <a:pt x="5081" y="532"/>
                      <a:pt x="4274" y="198"/>
                      <a:pt x="3433" y="198"/>
                    </a:cubicBezTo>
                    <a:cubicBezTo>
                      <a:pt x="2592" y="198"/>
                      <a:pt x="1785" y="532"/>
                      <a:pt x="1190" y="1127"/>
                    </a:cubicBezTo>
                    <a:cubicBezTo>
                      <a:pt x="596" y="1722"/>
                      <a:pt x="261" y="2529"/>
                      <a:pt x="261" y="3370"/>
                    </a:cubicBezTo>
                    <a:cubicBezTo>
                      <a:pt x="261" y="4212"/>
                      <a:pt x="596" y="5019"/>
                      <a:pt x="1190" y="5614"/>
                    </a:cubicBezTo>
                    <a:cubicBezTo>
                      <a:pt x="1785" y="6209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60" name="Freeform: Shape 4359">
                <a:extLst>
                  <a:ext uri="{FF2B5EF4-FFF2-40B4-BE49-F238E27FC236}">
                    <a16:creationId xmlns:a16="http://schemas.microsoft.com/office/drawing/2014/main" id="{C6DA9D04-C49B-35B9-E520-A484AA75B3C1}"/>
                  </a:ext>
                </a:extLst>
              </p:cNvPr>
              <p:cNvSpPr/>
              <p:nvPr/>
            </p:nvSpPr>
            <p:spPr>
              <a:xfrm>
                <a:off x="4161844" y="5984715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4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2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4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4" y="6543"/>
                      <a:pt x="5080" y="6209"/>
                      <a:pt x="5675" y="5614"/>
                    </a:cubicBezTo>
                    <a:cubicBezTo>
                      <a:pt x="6270" y="5019"/>
                      <a:pt x="6604" y="4212"/>
                      <a:pt x="6604" y="3370"/>
                    </a:cubicBezTo>
                    <a:cubicBezTo>
                      <a:pt x="6604" y="2529"/>
                      <a:pt x="6270" y="1722"/>
                      <a:pt x="5675" y="1127"/>
                    </a:cubicBezTo>
                    <a:cubicBezTo>
                      <a:pt x="5080" y="532"/>
                      <a:pt x="4274" y="197"/>
                      <a:pt x="3432" y="197"/>
                    </a:cubicBezTo>
                    <a:cubicBezTo>
                      <a:pt x="2591" y="197"/>
                      <a:pt x="1785" y="532"/>
                      <a:pt x="1190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2"/>
                      <a:pt x="595" y="5019"/>
                      <a:pt x="1190" y="5614"/>
                    </a:cubicBezTo>
                    <a:cubicBezTo>
                      <a:pt x="1785" y="6209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61" name="Freeform: Shape 4360">
                <a:extLst>
                  <a:ext uri="{FF2B5EF4-FFF2-40B4-BE49-F238E27FC236}">
                    <a16:creationId xmlns:a16="http://schemas.microsoft.com/office/drawing/2014/main" id="{B3496B11-E9B2-7777-5CB1-5CF9460B29E6}"/>
                  </a:ext>
                </a:extLst>
              </p:cNvPr>
              <p:cNvSpPr/>
              <p:nvPr/>
            </p:nvSpPr>
            <p:spPr>
              <a:xfrm>
                <a:off x="4159527" y="5985799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4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2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4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9"/>
                      <a:pt x="5675" y="5614"/>
                    </a:cubicBezTo>
                    <a:cubicBezTo>
                      <a:pt x="6270" y="5019"/>
                      <a:pt x="6604" y="4212"/>
                      <a:pt x="6604" y="3370"/>
                    </a:cubicBezTo>
                    <a:cubicBezTo>
                      <a:pt x="6604" y="2529"/>
                      <a:pt x="6270" y="1722"/>
                      <a:pt x="5675" y="1127"/>
                    </a:cubicBezTo>
                    <a:cubicBezTo>
                      <a:pt x="5080" y="532"/>
                      <a:pt x="4273" y="197"/>
                      <a:pt x="3432" y="197"/>
                    </a:cubicBezTo>
                    <a:cubicBezTo>
                      <a:pt x="2591" y="197"/>
                      <a:pt x="1784" y="532"/>
                      <a:pt x="1190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2"/>
                      <a:pt x="595" y="5019"/>
                      <a:pt x="1190" y="5614"/>
                    </a:cubicBezTo>
                    <a:cubicBezTo>
                      <a:pt x="1784" y="6209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62" name="Freeform: Shape 4361">
                <a:extLst>
                  <a:ext uri="{FF2B5EF4-FFF2-40B4-BE49-F238E27FC236}">
                    <a16:creationId xmlns:a16="http://schemas.microsoft.com/office/drawing/2014/main" id="{C4A78EEE-6519-5FE0-6D0A-B9B6D9A7A07C}"/>
                  </a:ext>
                </a:extLst>
              </p:cNvPr>
              <p:cNvSpPr/>
              <p:nvPr/>
            </p:nvSpPr>
            <p:spPr>
              <a:xfrm>
                <a:off x="4156147" y="5985925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4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2 w 6343"/>
                  <a:gd name="connsiteY4" fmla="*/ 198 h 6345"/>
                  <a:gd name="connsiteX5" fmla="*/ 1189 w 6343"/>
                  <a:gd name="connsiteY5" fmla="*/ 1127 h 6345"/>
                  <a:gd name="connsiteX6" fmla="*/ 260 w 6343"/>
                  <a:gd name="connsiteY6" fmla="*/ 3370 h 6345"/>
                  <a:gd name="connsiteX7" fmla="*/ 1189 w 6343"/>
                  <a:gd name="connsiteY7" fmla="*/ 5614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9"/>
                      <a:pt x="5675" y="5614"/>
                    </a:cubicBezTo>
                    <a:cubicBezTo>
                      <a:pt x="6269" y="5019"/>
                      <a:pt x="6604" y="4212"/>
                      <a:pt x="6604" y="3370"/>
                    </a:cubicBezTo>
                    <a:cubicBezTo>
                      <a:pt x="6604" y="2529"/>
                      <a:pt x="6269" y="1722"/>
                      <a:pt x="5675" y="1127"/>
                    </a:cubicBezTo>
                    <a:cubicBezTo>
                      <a:pt x="5080" y="532"/>
                      <a:pt x="4273" y="198"/>
                      <a:pt x="3432" y="198"/>
                    </a:cubicBezTo>
                    <a:cubicBezTo>
                      <a:pt x="2591" y="198"/>
                      <a:pt x="1784" y="532"/>
                      <a:pt x="1189" y="1127"/>
                    </a:cubicBezTo>
                    <a:cubicBezTo>
                      <a:pt x="595" y="1722"/>
                      <a:pt x="260" y="2529"/>
                      <a:pt x="260" y="3370"/>
                    </a:cubicBezTo>
                    <a:cubicBezTo>
                      <a:pt x="260" y="4212"/>
                      <a:pt x="595" y="5019"/>
                      <a:pt x="1189" y="5614"/>
                    </a:cubicBezTo>
                    <a:cubicBezTo>
                      <a:pt x="1784" y="6209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63" name="Freeform: Shape 4362">
                <a:extLst>
                  <a:ext uri="{FF2B5EF4-FFF2-40B4-BE49-F238E27FC236}">
                    <a16:creationId xmlns:a16="http://schemas.microsoft.com/office/drawing/2014/main" id="{9CAF60FA-465E-6D9E-B93B-3D94317DCCF7}"/>
                  </a:ext>
                </a:extLst>
              </p:cNvPr>
              <p:cNvSpPr/>
              <p:nvPr/>
            </p:nvSpPr>
            <p:spPr>
              <a:xfrm>
                <a:off x="4152882" y="5986113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4 w 6343"/>
                  <a:gd name="connsiteY1" fmla="*/ 5614 h 6345"/>
                  <a:gd name="connsiteX2" fmla="*/ 6603 w 6343"/>
                  <a:gd name="connsiteY2" fmla="*/ 3370 h 6345"/>
                  <a:gd name="connsiteX3" fmla="*/ 5674 w 6343"/>
                  <a:gd name="connsiteY3" fmla="*/ 1127 h 6345"/>
                  <a:gd name="connsiteX4" fmla="*/ 3432 w 6343"/>
                  <a:gd name="connsiteY4" fmla="*/ 198 h 6345"/>
                  <a:gd name="connsiteX5" fmla="*/ 1189 w 6343"/>
                  <a:gd name="connsiteY5" fmla="*/ 1127 h 6345"/>
                  <a:gd name="connsiteX6" fmla="*/ 260 w 6343"/>
                  <a:gd name="connsiteY6" fmla="*/ 3370 h 6345"/>
                  <a:gd name="connsiteX7" fmla="*/ 1189 w 6343"/>
                  <a:gd name="connsiteY7" fmla="*/ 5614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9"/>
                      <a:pt x="5674" y="5614"/>
                    </a:cubicBezTo>
                    <a:cubicBezTo>
                      <a:pt x="6269" y="5019"/>
                      <a:pt x="6603" y="4212"/>
                      <a:pt x="6603" y="3370"/>
                    </a:cubicBezTo>
                    <a:cubicBezTo>
                      <a:pt x="6603" y="2529"/>
                      <a:pt x="6269" y="1722"/>
                      <a:pt x="5674" y="1127"/>
                    </a:cubicBezTo>
                    <a:cubicBezTo>
                      <a:pt x="5080" y="532"/>
                      <a:pt x="4273" y="198"/>
                      <a:pt x="3432" y="198"/>
                    </a:cubicBezTo>
                    <a:cubicBezTo>
                      <a:pt x="2591" y="198"/>
                      <a:pt x="1784" y="532"/>
                      <a:pt x="1189" y="1127"/>
                    </a:cubicBezTo>
                    <a:cubicBezTo>
                      <a:pt x="594" y="1722"/>
                      <a:pt x="260" y="2529"/>
                      <a:pt x="260" y="3370"/>
                    </a:cubicBezTo>
                    <a:cubicBezTo>
                      <a:pt x="260" y="4212"/>
                      <a:pt x="594" y="5019"/>
                      <a:pt x="1189" y="5614"/>
                    </a:cubicBezTo>
                    <a:cubicBezTo>
                      <a:pt x="1784" y="6209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64" name="Freeform: Shape 4363">
                <a:extLst>
                  <a:ext uri="{FF2B5EF4-FFF2-40B4-BE49-F238E27FC236}">
                    <a16:creationId xmlns:a16="http://schemas.microsoft.com/office/drawing/2014/main" id="{670F7CF0-EB94-C988-482E-F45A9F82DF07}"/>
                  </a:ext>
                </a:extLst>
              </p:cNvPr>
              <p:cNvSpPr/>
              <p:nvPr/>
            </p:nvSpPr>
            <p:spPr>
              <a:xfrm>
                <a:off x="4150361" y="5986937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4 w 6343"/>
                  <a:gd name="connsiteY1" fmla="*/ 5614 h 6345"/>
                  <a:gd name="connsiteX2" fmla="*/ 6603 w 6343"/>
                  <a:gd name="connsiteY2" fmla="*/ 3370 h 6345"/>
                  <a:gd name="connsiteX3" fmla="*/ 5674 w 6343"/>
                  <a:gd name="connsiteY3" fmla="*/ 1127 h 6345"/>
                  <a:gd name="connsiteX4" fmla="*/ 3432 w 6343"/>
                  <a:gd name="connsiteY4" fmla="*/ 198 h 6345"/>
                  <a:gd name="connsiteX5" fmla="*/ 1189 w 6343"/>
                  <a:gd name="connsiteY5" fmla="*/ 1127 h 6345"/>
                  <a:gd name="connsiteX6" fmla="*/ 260 w 6343"/>
                  <a:gd name="connsiteY6" fmla="*/ 3370 h 6345"/>
                  <a:gd name="connsiteX7" fmla="*/ 1189 w 6343"/>
                  <a:gd name="connsiteY7" fmla="*/ 5614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79" y="6209"/>
                      <a:pt x="5674" y="5614"/>
                    </a:cubicBezTo>
                    <a:cubicBezTo>
                      <a:pt x="6269" y="5019"/>
                      <a:pt x="6603" y="4212"/>
                      <a:pt x="6603" y="3370"/>
                    </a:cubicBezTo>
                    <a:cubicBezTo>
                      <a:pt x="6603" y="2529"/>
                      <a:pt x="6269" y="1722"/>
                      <a:pt x="5674" y="1127"/>
                    </a:cubicBezTo>
                    <a:cubicBezTo>
                      <a:pt x="5079" y="532"/>
                      <a:pt x="4273" y="198"/>
                      <a:pt x="3432" y="198"/>
                    </a:cubicBezTo>
                    <a:cubicBezTo>
                      <a:pt x="2590" y="198"/>
                      <a:pt x="1784" y="532"/>
                      <a:pt x="1189" y="1127"/>
                    </a:cubicBezTo>
                    <a:cubicBezTo>
                      <a:pt x="594" y="1722"/>
                      <a:pt x="260" y="2529"/>
                      <a:pt x="260" y="3370"/>
                    </a:cubicBezTo>
                    <a:cubicBezTo>
                      <a:pt x="260" y="4212"/>
                      <a:pt x="594" y="5019"/>
                      <a:pt x="1189" y="5614"/>
                    </a:cubicBezTo>
                    <a:cubicBezTo>
                      <a:pt x="1784" y="6209"/>
                      <a:pt x="2590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65" name="Freeform: Shape 4364">
                <a:extLst>
                  <a:ext uri="{FF2B5EF4-FFF2-40B4-BE49-F238E27FC236}">
                    <a16:creationId xmlns:a16="http://schemas.microsoft.com/office/drawing/2014/main" id="{CE650522-8E17-531D-4259-29EC32BE533D}"/>
                  </a:ext>
                </a:extLst>
              </p:cNvPr>
              <p:cNvSpPr/>
              <p:nvPr/>
            </p:nvSpPr>
            <p:spPr>
              <a:xfrm>
                <a:off x="4147770" y="5987676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4 h 6345"/>
                  <a:gd name="connsiteX2" fmla="*/ 6603 w 6343"/>
                  <a:gd name="connsiteY2" fmla="*/ 3370 h 6345"/>
                  <a:gd name="connsiteX3" fmla="*/ 5674 w 6343"/>
                  <a:gd name="connsiteY3" fmla="*/ 1127 h 6345"/>
                  <a:gd name="connsiteX4" fmla="*/ 3431 w 6343"/>
                  <a:gd name="connsiteY4" fmla="*/ 198 h 6345"/>
                  <a:gd name="connsiteX5" fmla="*/ 1189 w 6343"/>
                  <a:gd name="connsiteY5" fmla="*/ 1127 h 6345"/>
                  <a:gd name="connsiteX6" fmla="*/ 260 w 6343"/>
                  <a:gd name="connsiteY6" fmla="*/ 3370 h 6345"/>
                  <a:gd name="connsiteX7" fmla="*/ 1189 w 6343"/>
                  <a:gd name="connsiteY7" fmla="*/ 5614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9"/>
                      <a:pt x="5674" y="5614"/>
                    </a:cubicBezTo>
                    <a:cubicBezTo>
                      <a:pt x="6269" y="5019"/>
                      <a:pt x="6603" y="4212"/>
                      <a:pt x="6603" y="3370"/>
                    </a:cubicBezTo>
                    <a:cubicBezTo>
                      <a:pt x="6603" y="2529"/>
                      <a:pt x="6269" y="1722"/>
                      <a:pt x="5674" y="1127"/>
                    </a:cubicBezTo>
                    <a:cubicBezTo>
                      <a:pt x="5079" y="532"/>
                      <a:pt x="4272" y="198"/>
                      <a:pt x="3431" y="198"/>
                    </a:cubicBezTo>
                    <a:cubicBezTo>
                      <a:pt x="2590" y="198"/>
                      <a:pt x="1783" y="532"/>
                      <a:pt x="1189" y="1127"/>
                    </a:cubicBezTo>
                    <a:cubicBezTo>
                      <a:pt x="594" y="1722"/>
                      <a:pt x="260" y="2529"/>
                      <a:pt x="260" y="3370"/>
                    </a:cubicBezTo>
                    <a:cubicBezTo>
                      <a:pt x="260" y="4212"/>
                      <a:pt x="594" y="5019"/>
                      <a:pt x="1189" y="5614"/>
                    </a:cubicBezTo>
                    <a:cubicBezTo>
                      <a:pt x="1783" y="6209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66" name="Freeform: Shape 4365">
                <a:extLst>
                  <a:ext uri="{FF2B5EF4-FFF2-40B4-BE49-F238E27FC236}">
                    <a16:creationId xmlns:a16="http://schemas.microsoft.com/office/drawing/2014/main" id="{4FC15825-092F-F5E4-E533-516DB6FCEF31}"/>
                  </a:ext>
                </a:extLst>
              </p:cNvPr>
              <p:cNvSpPr/>
              <p:nvPr/>
            </p:nvSpPr>
            <p:spPr>
              <a:xfrm>
                <a:off x="4144730" y="5987975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4 h 6345"/>
                  <a:gd name="connsiteX2" fmla="*/ 6603 w 6343"/>
                  <a:gd name="connsiteY2" fmla="*/ 3370 h 6345"/>
                  <a:gd name="connsiteX3" fmla="*/ 5674 w 6343"/>
                  <a:gd name="connsiteY3" fmla="*/ 1127 h 6345"/>
                  <a:gd name="connsiteX4" fmla="*/ 3431 w 6343"/>
                  <a:gd name="connsiteY4" fmla="*/ 198 h 6345"/>
                  <a:gd name="connsiteX5" fmla="*/ 1188 w 6343"/>
                  <a:gd name="connsiteY5" fmla="*/ 1127 h 6345"/>
                  <a:gd name="connsiteX6" fmla="*/ 260 w 6343"/>
                  <a:gd name="connsiteY6" fmla="*/ 3370 h 6345"/>
                  <a:gd name="connsiteX7" fmla="*/ 1188 w 6343"/>
                  <a:gd name="connsiteY7" fmla="*/ 5614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9"/>
                      <a:pt x="5674" y="5614"/>
                    </a:cubicBezTo>
                    <a:cubicBezTo>
                      <a:pt x="6268" y="5019"/>
                      <a:pt x="6603" y="4212"/>
                      <a:pt x="6603" y="3370"/>
                    </a:cubicBezTo>
                    <a:cubicBezTo>
                      <a:pt x="6603" y="2529"/>
                      <a:pt x="6268" y="1722"/>
                      <a:pt x="5674" y="1127"/>
                    </a:cubicBezTo>
                    <a:cubicBezTo>
                      <a:pt x="5079" y="532"/>
                      <a:pt x="4272" y="198"/>
                      <a:pt x="3431" y="198"/>
                    </a:cubicBezTo>
                    <a:cubicBezTo>
                      <a:pt x="2590" y="198"/>
                      <a:pt x="1783" y="532"/>
                      <a:pt x="1188" y="1127"/>
                    </a:cubicBezTo>
                    <a:cubicBezTo>
                      <a:pt x="594" y="1722"/>
                      <a:pt x="260" y="2529"/>
                      <a:pt x="260" y="3370"/>
                    </a:cubicBezTo>
                    <a:cubicBezTo>
                      <a:pt x="260" y="4212"/>
                      <a:pt x="594" y="5019"/>
                      <a:pt x="1188" y="5614"/>
                    </a:cubicBezTo>
                    <a:cubicBezTo>
                      <a:pt x="1783" y="6209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67" name="Freeform: Shape 4366">
                <a:extLst>
                  <a:ext uri="{FF2B5EF4-FFF2-40B4-BE49-F238E27FC236}">
                    <a16:creationId xmlns:a16="http://schemas.microsoft.com/office/drawing/2014/main" id="{6A571E80-D617-EAF9-FCDB-195E99361DA4}"/>
                  </a:ext>
                </a:extLst>
              </p:cNvPr>
              <p:cNvSpPr/>
              <p:nvPr/>
            </p:nvSpPr>
            <p:spPr>
              <a:xfrm>
                <a:off x="4141663" y="5988213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3 w 6343"/>
                  <a:gd name="connsiteY1" fmla="*/ 5614 h 6345"/>
                  <a:gd name="connsiteX2" fmla="*/ 6602 w 6343"/>
                  <a:gd name="connsiteY2" fmla="*/ 3370 h 6345"/>
                  <a:gd name="connsiteX3" fmla="*/ 5673 w 6343"/>
                  <a:gd name="connsiteY3" fmla="*/ 1127 h 6345"/>
                  <a:gd name="connsiteX4" fmla="*/ 3431 w 6343"/>
                  <a:gd name="connsiteY4" fmla="*/ 198 h 6345"/>
                  <a:gd name="connsiteX5" fmla="*/ 1188 w 6343"/>
                  <a:gd name="connsiteY5" fmla="*/ 1127 h 6345"/>
                  <a:gd name="connsiteX6" fmla="*/ 259 w 6343"/>
                  <a:gd name="connsiteY6" fmla="*/ 3370 h 6345"/>
                  <a:gd name="connsiteX7" fmla="*/ 1188 w 6343"/>
                  <a:gd name="connsiteY7" fmla="*/ 5614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9"/>
                      <a:pt x="5673" y="5614"/>
                    </a:cubicBezTo>
                    <a:cubicBezTo>
                      <a:pt x="6268" y="5019"/>
                      <a:pt x="6602" y="4212"/>
                      <a:pt x="6602" y="3370"/>
                    </a:cubicBezTo>
                    <a:cubicBezTo>
                      <a:pt x="6602" y="2529"/>
                      <a:pt x="6268" y="1722"/>
                      <a:pt x="5673" y="1127"/>
                    </a:cubicBezTo>
                    <a:cubicBezTo>
                      <a:pt x="5079" y="532"/>
                      <a:pt x="4272" y="198"/>
                      <a:pt x="3431" y="198"/>
                    </a:cubicBezTo>
                    <a:cubicBezTo>
                      <a:pt x="2590" y="198"/>
                      <a:pt x="1783" y="532"/>
                      <a:pt x="1188" y="1127"/>
                    </a:cubicBezTo>
                    <a:cubicBezTo>
                      <a:pt x="593" y="1722"/>
                      <a:pt x="259" y="2529"/>
                      <a:pt x="259" y="3370"/>
                    </a:cubicBezTo>
                    <a:cubicBezTo>
                      <a:pt x="259" y="4212"/>
                      <a:pt x="593" y="5019"/>
                      <a:pt x="1188" y="5614"/>
                    </a:cubicBezTo>
                    <a:cubicBezTo>
                      <a:pt x="1783" y="6209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68" name="Freeform: Shape 4367">
                <a:extLst>
                  <a:ext uri="{FF2B5EF4-FFF2-40B4-BE49-F238E27FC236}">
                    <a16:creationId xmlns:a16="http://schemas.microsoft.com/office/drawing/2014/main" id="{D562A9CD-307E-FA3D-BCBA-0A808BE1F7B1}"/>
                  </a:ext>
                </a:extLst>
              </p:cNvPr>
              <p:cNvSpPr/>
              <p:nvPr/>
            </p:nvSpPr>
            <p:spPr>
              <a:xfrm>
                <a:off x="4103575" y="5955060"/>
                <a:ext cx="6343" cy="6345"/>
              </a:xfrm>
              <a:custGeom>
                <a:avLst/>
                <a:gdLst>
                  <a:gd name="connsiteX0" fmla="*/ 3428 w 6343"/>
                  <a:gd name="connsiteY0" fmla="*/ 6540 h 6345"/>
                  <a:gd name="connsiteX1" fmla="*/ 5670 w 6343"/>
                  <a:gd name="connsiteY1" fmla="*/ 5611 h 6345"/>
                  <a:gd name="connsiteX2" fmla="*/ 6599 w 6343"/>
                  <a:gd name="connsiteY2" fmla="*/ 3368 h 6345"/>
                  <a:gd name="connsiteX3" fmla="*/ 5670 w 6343"/>
                  <a:gd name="connsiteY3" fmla="*/ 1124 h 6345"/>
                  <a:gd name="connsiteX4" fmla="*/ 3428 w 6343"/>
                  <a:gd name="connsiteY4" fmla="*/ 195 h 6345"/>
                  <a:gd name="connsiteX5" fmla="*/ 1185 w 6343"/>
                  <a:gd name="connsiteY5" fmla="*/ 1124 h 6345"/>
                  <a:gd name="connsiteX6" fmla="*/ 256 w 6343"/>
                  <a:gd name="connsiteY6" fmla="*/ 3368 h 6345"/>
                  <a:gd name="connsiteX7" fmla="*/ 1185 w 6343"/>
                  <a:gd name="connsiteY7" fmla="*/ 5611 h 6345"/>
                  <a:gd name="connsiteX8" fmla="*/ 3428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0"/>
                    </a:moveTo>
                    <a:cubicBezTo>
                      <a:pt x="4269" y="6540"/>
                      <a:pt x="5076" y="6206"/>
                      <a:pt x="5670" y="5611"/>
                    </a:cubicBezTo>
                    <a:cubicBezTo>
                      <a:pt x="6265" y="5016"/>
                      <a:pt x="6599" y="4209"/>
                      <a:pt x="6599" y="3368"/>
                    </a:cubicBezTo>
                    <a:cubicBezTo>
                      <a:pt x="6599" y="2526"/>
                      <a:pt x="6265" y="1719"/>
                      <a:pt x="5670" y="1124"/>
                    </a:cubicBezTo>
                    <a:cubicBezTo>
                      <a:pt x="5076" y="529"/>
                      <a:pt x="4269" y="195"/>
                      <a:pt x="3428" y="195"/>
                    </a:cubicBezTo>
                    <a:cubicBezTo>
                      <a:pt x="2587" y="195"/>
                      <a:pt x="1780" y="529"/>
                      <a:pt x="1185" y="1124"/>
                    </a:cubicBezTo>
                    <a:cubicBezTo>
                      <a:pt x="590" y="1719"/>
                      <a:pt x="256" y="2526"/>
                      <a:pt x="256" y="3368"/>
                    </a:cubicBezTo>
                    <a:cubicBezTo>
                      <a:pt x="256" y="4209"/>
                      <a:pt x="590" y="5016"/>
                      <a:pt x="1185" y="5611"/>
                    </a:cubicBezTo>
                    <a:cubicBezTo>
                      <a:pt x="1780" y="6206"/>
                      <a:pt x="2587" y="6540"/>
                      <a:pt x="3428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69" name="Freeform: Shape 4368">
                <a:extLst>
                  <a:ext uri="{FF2B5EF4-FFF2-40B4-BE49-F238E27FC236}">
                    <a16:creationId xmlns:a16="http://schemas.microsoft.com/office/drawing/2014/main" id="{B1028F19-B389-F14F-1500-ADFD7EF0F458}"/>
                  </a:ext>
                </a:extLst>
              </p:cNvPr>
              <p:cNvSpPr/>
              <p:nvPr/>
            </p:nvSpPr>
            <p:spPr>
              <a:xfrm>
                <a:off x="4101000" y="5955290"/>
                <a:ext cx="6343" cy="6345"/>
              </a:xfrm>
              <a:custGeom>
                <a:avLst/>
                <a:gdLst>
                  <a:gd name="connsiteX0" fmla="*/ 3428 w 6343"/>
                  <a:gd name="connsiteY0" fmla="*/ 6541 h 6345"/>
                  <a:gd name="connsiteX1" fmla="*/ 5670 w 6343"/>
                  <a:gd name="connsiteY1" fmla="*/ 5611 h 6345"/>
                  <a:gd name="connsiteX2" fmla="*/ 6599 w 6343"/>
                  <a:gd name="connsiteY2" fmla="*/ 3368 h 6345"/>
                  <a:gd name="connsiteX3" fmla="*/ 5670 w 6343"/>
                  <a:gd name="connsiteY3" fmla="*/ 1124 h 6345"/>
                  <a:gd name="connsiteX4" fmla="*/ 3428 w 6343"/>
                  <a:gd name="connsiteY4" fmla="*/ 195 h 6345"/>
                  <a:gd name="connsiteX5" fmla="*/ 1185 w 6343"/>
                  <a:gd name="connsiteY5" fmla="*/ 1124 h 6345"/>
                  <a:gd name="connsiteX6" fmla="*/ 256 w 6343"/>
                  <a:gd name="connsiteY6" fmla="*/ 3368 h 6345"/>
                  <a:gd name="connsiteX7" fmla="*/ 1185 w 6343"/>
                  <a:gd name="connsiteY7" fmla="*/ 5611 h 6345"/>
                  <a:gd name="connsiteX8" fmla="*/ 3428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1"/>
                    </a:moveTo>
                    <a:cubicBezTo>
                      <a:pt x="4269" y="6541"/>
                      <a:pt x="5076" y="6206"/>
                      <a:pt x="5670" y="5611"/>
                    </a:cubicBezTo>
                    <a:cubicBezTo>
                      <a:pt x="6265" y="5016"/>
                      <a:pt x="6599" y="4209"/>
                      <a:pt x="6599" y="3368"/>
                    </a:cubicBezTo>
                    <a:cubicBezTo>
                      <a:pt x="6599" y="2526"/>
                      <a:pt x="6265" y="1719"/>
                      <a:pt x="5670" y="1124"/>
                    </a:cubicBezTo>
                    <a:cubicBezTo>
                      <a:pt x="5076" y="529"/>
                      <a:pt x="4269" y="195"/>
                      <a:pt x="3428" y="195"/>
                    </a:cubicBezTo>
                    <a:cubicBezTo>
                      <a:pt x="2587" y="195"/>
                      <a:pt x="1780" y="529"/>
                      <a:pt x="1185" y="1124"/>
                    </a:cubicBezTo>
                    <a:cubicBezTo>
                      <a:pt x="590" y="1719"/>
                      <a:pt x="256" y="2526"/>
                      <a:pt x="256" y="3368"/>
                    </a:cubicBezTo>
                    <a:cubicBezTo>
                      <a:pt x="256" y="4209"/>
                      <a:pt x="590" y="5016"/>
                      <a:pt x="1185" y="5611"/>
                    </a:cubicBezTo>
                    <a:cubicBezTo>
                      <a:pt x="1780" y="6206"/>
                      <a:pt x="2587" y="6541"/>
                      <a:pt x="3428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70" name="Freeform: Shape 4369">
                <a:extLst>
                  <a:ext uri="{FF2B5EF4-FFF2-40B4-BE49-F238E27FC236}">
                    <a16:creationId xmlns:a16="http://schemas.microsoft.com/office/drawing/2014/main" id="{22AE0252-2513-8D7C-2C21-E61C04ED96A9}"/>
                  </a:ext>
                </a:extLst>
              </p:cNvPr>
              <p:cNvSpPr/>
              <p:nvPr/>
            </p:nvSpPr>
            <p:spPr>
              <a:xfrm>
                <a:off x="4097417" y="5954507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70 w 6343"/>
                  <a:gd name="connsiteY1" fmla="*/ 5611 h 6345"/>
                  <a:gd name="connsiteX2" fmla="*/ 6599 w 6343"/>
                  <a:gd name="connsiteY2" fmla="*/ 3368 h 6345"/>
                  <a:gd name="connsiteX3" fmla="*/ 5670 w 6343"/>
                  <a:gd name="connsiteY3" fmla="*/ 1124 h 6345"/>
                  <a:gd name="connsiteX4" fmla="*/ 3427 w 6343"/>
                  <a:gd name="connsiteY4" fmla="*/ 195 h 6345"/>
                  <a:gd name="connsiteX5" fmla="*/ 1185 w 6343"/>
                  <a:gd name="connsiteY5" fmla="*/ 1124 h 6345"/>
                  <a:gd name="connsiteX6" fmla="*/ 256 w 6343"/>
                  <a:gd name="connsiteY6" fmla="*/ 3368 h 6345"/>
                  <a:gd name="connsiteX7" fmla="*/ 1185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70" y="5611"/>
                    </a:cubicBezTo>
                    <a:cubicBezTo>
                      <a:pt x="6265" y="5016"/>
                      <a:pt x="6599" y="4209"/>
                      <a:pt x="6599" y="3368"/>
                    </a:cubicBezTo>
                    <a:cubicBezTo>
                      <a:pt x="6599" y="2526"/>
                      <a:pt x="6265" y="1719"/>
                      <a:pt x="5670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5" y="1124"/>
                    </a:cubicBezTo>
                    <a:cubicBezTo>
                      <a:pt x="590" y="1719"/>
                      <a:pt x="256" y="2526"/>
                      <a:pt x="256" y="3368"/>
                    </a:cubicBezTo>
                    <a:cubicBezTo>
                      <a:pt x="256" y="4209"/>
                      <a:pt x="590" y="5016"/>
                      <a:pt x="1185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71" name="Freeform: Shape 4370">
                <a:extLst>
                  <a:ext uri="{FF2B5EF4-FFF2-40B4-BE49-F238E27FC236}">
                    <a16:creationId xmlns:a16="http://schemas.microsoft.com/office/drawing/2014/main" id="{09809713-FF10-B458-4653-AE47EFA44697}"/>
                  </a:ext>
                </a:extLst>
              </p:cNvPr>
              <p:cNvSpPr/>
              <p:nvPr/>
            </p:nvSpPr>
            <p:spPr>
              <a:xfrm>
                <a:off x="4094189" y="5954020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70 w 6343"/>
                  <a:gd name="connsiteY1" fmla="*/ 5611 h 6345"/>
                  <a:gd name="connsiteX2" fmla="*/ 6599 w 6343"/>
                  <a:gd name="connsiteY2" fmla="*/ 3368 h 6345"/>
                  <a:gd name="connsiteX3" fmla="*/ 5670 w 6343"/>
                  <a:gd name="connsiteY3" fmla="*/ 1124 h 6345"/>
                  <a:gd name="connsiteX4" fmla="*/ 3427 w 6343"/>
                  <a:gd name="connsiteY4" fmla="*/ 195 h 6345"/>
                  <a:gd name="connsiteX5" fmla="*/ 1184 w 6343"/>
                  <a:gd name="connsiteY5" fmla="*/ 1124 h 6345"/>
                  <a:gd name="connsiteX6" fmla="*/ 256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70" y="5611"/>
                    </a:cubicBezTo>
                    <a:cubicBezTo>
                      <a:pt x="6264" y="5016"/>
                      <a:pt x="6599" y="4209"/>
                      <a:pt x="6599" y="3368"/>
                    </a:cubicBezTo>
                    <a:cubicBezTo>
                      <a:pt x="6599" y="2526"/>
                      <a:pt x="6264" y="1719"/>
                      <a:pt x="5670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4" y="1124"/>
                    </a:cubicBezTo>
                    <a:cubicBezTo>
                      <a:pt x="590" y="1719"/>
                      <a:pt x="256" y="2526"/>
                      <a:pt x="256" y="3368"/>
                    </a:cubicBezTo>
                    <a:cubicBezTo>
                      <a:pt x="256" y="4209"/>
                      <a:pt x="590" y="5016"/>
                      <a:pt x="1184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72" name="Freeform: Shape 4371">
                <a:extLst>
                  <a:ext uri="{FF2B5EF4-FFF2-40B4-BE49-F238E27FC236}">
                    <a16:creationId xmlns:a16="http://schemas.microsoft.com/office/drawing/2014/main" id="{51C118B7-CA81-5B39-B489-A84FC3DB298D}"/>
                  </a:ext>
                </a:extLst>
              </p:cNvPr>
              <p:cNvSpPr/>
              <p:nvPr/>
            </p:nvSpPr>
            <p:spPr>
              <a:xfrm>
                <a:off x="4092110" y="5954638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70 w 6343"/>
                  <a:gd name="connsiteY1" fmla="*/ 5611 h 6345"/>
                  <a:gd name="connsiteX2" fmla="*/ 6599 w 6343"/>
                  <a:gd name="connsiteY2" fmla="*/ 3368 h 6345"/>
                  <a:gd name="connsiteX3" fmla="*/ 5670 w 6343"/>
                  <a:gd name="connsiteY3" fmla="*/ 1124 h 6345"/>
                  <a:gd name="connsiteX4" fmla="*/ 3427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70" y="5611"/>
                    </a:cubicBezTo>
                    <a:cubicBezTo>
                      <a:pt x="6264" y="5016"/>
                      <a:pt x="6599" y="4209"/>
                      <a:pt x="6599" y="3368"/>
                    </a:cubicBezTo>
                    <a:cubicBezTo>
                      <a:pt x="6599" y="2526"/>
                      <a:pt x="6264" y="1719"/>
                      <a:pt x="5670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4" y="1124"/>
                    </a:cubicBezTo>
                    <a:cubicBezTo>
                      <a:pt x="590" y="1719"/>
                      <a:pt x="255" y="2526"/>
                      <a:pt x="255" y="3368"/>
                    </a:cubicBezTo>
                    <a:cubicBezTo>
                      <a:pt x="255" y="4209"/>
                      <a:pt x="590" y="5016"/>
                      <a:pt x="1184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73" name="Freeform: Shape 4372">
                <a:extLst>
                  <a:ext uri="{FF2B5EF4-FFF2-40B4-BE49-F238E27FC236}">
                    <a16:creationId xmlns:a16="http://schemas.microsoft.com/office/drawing/2014/main" id="{820D39BF-6563-6613-67CE-B735338E577E}"/>
                  </a:ext>
                </a:extLst>
              </p:cNvPr>
              <p:cNvSpPr/>
              <p:nvPr/>
            </p:nvSpPr>
            <p:spPr>
              <a:xfrm>
                <a:off x="4089634" y="5954836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4 h 6345"/>
                  <a:gd name="connsiteX4" fmla="*/ 3427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5" y="6206"/>
                      <a:pt x="5669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6"/>
                      <a:pt x="6264" y="1719"/>
                      <a:pt x="5669" y="1124"/>
                    </a:cubicBezTo>
                    <a:cubicBezTo>
                      <a:pt x="5075" y="529"/>
                      <a:pt x="4268" y="195"/>
                      <a:pt x="3427" y="195"/>
                    </a:cubicBezTo>
                    <a:cubicBezTo>
                      <a:pt x="2586" y="195"/>
                      <a:pt x="1779" y="529"/>
                      <a:pt x="1184" y="1124"/>
                    </a:cubicBezTo>
                    <a:cubicBezTo>
                      <a:pt x="589" y="1719"/>
                      <a:pt x="255" y="2526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9" y="6206"/>
                      <a:pt x="2586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74" name="Freeform: Shape 4373">
                <a:extLst>
                  <a:ext uri="{FF2B5EF4-FFF2-40B4-BE49-F238E27FC236}">
                    <a16:creationId xmlns:a16="http://schemas.microsoft.com/office/drawing/2014/main" id="{EDEC9BF5-DAEA-FEFB-DF88-14409D333263}"/>
                  </a:ext>
                </a:extLst>
              </p:cNvPr>
              <p:cNvSpPr/>
              <p:nvPr/>
            </p:nvSpPr>
            <p:spPr>
              <a:xfrm>
                <a:off x="4087427" y="5955282"/>
                <a:ext cx="6343" cy="6345"/>
              </a:xfrm>
              <a:custGeom>
                <a:avLst/>
                <a:gdLst>
                  <a:gd name="connsiteX0" fmla="*/ 3427 w 6343"/>
                  <a:gd name="connsiteY0" fmla="*/ 6540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4 h 6345"/>
                  <a:gd name="connsiteX4" fmla="*/ 3427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0"/>
                    </a:moveTo>
                    <a:cubicBezTo>
                      <a:pt x="4268" y="6540"/>
                      <a:pt x="5074" y="6206"/>
                      <a:pt x="5669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6"/>
                      <a:pt x="6264" y="1719"/>
                      <a:pt x="5669" y="1124"/>
                    </a:cubicBezTo>
                    <a:cubicBezTo>
                      <a:pt x="5074" y="529"/>
                      <a:pt x="4268" y="195"/>
                      <a:pt x="3427" y="195"/>
                    </a:cubicBezTo>
                    <a:cubicBezTo>
                      <a:pt x="2585" y="195"/>
                      <a:pt x="1779" y="529"/>
                      <a:pt x="1184" y="1124"/>
                    </a:cubicBezTo>
                    <a:cubicBezTo>
                      <a:pt x="589" y="1719"/>
                      <a:pt x="255" y="2526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9" y="6206"/>
                      <a:pt x="2585" y="6540"/>
                      <a:pt x="342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75" name="Freeform: Shape 4374">
                <a:extLst>
                  <a:ext uri="{FF2B5EF4-FFF2-40B4-BE49-F238E27FC236}">
                    <a16:creationId xmlns:a16="http://schemas.microsoft.com/office/drawing/2014/main" id="{88D1CC1B-2725-82F0-FAAF-4D42D18FDB8F}"/>
                  </a:ext>
                </a:extLst>
              </p:cNvPr>
              <p:cNvSpPr/>
              <p:nvPr/>
            </p:nvSpPr>
            <p:spPr>
              <a:xfrm>
                <a:off x="4085584" y="5956083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4 h 6345"/>
                  <a:gd name="connsiteX4" fmla="*/ 3426 w 6343"/>
                  <a:gd name="connsiteY4" fmla="*/ 195 h 6345"/>
                  <a:gd name="connsiteX5" fmla="*/ 1184 w 6343"/>
                  <a:gd name="connsiteY5" fmla="*/ 1124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8" y="6541"/>
                      <a:pt x="5074" y="6206"/>
                      <a:pt x="5669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6"/>
                      <a:pt x="6264" y="1719"/>
                      <a:pt x="5669" y="1124"/>
                    </a:cubicBezTo>
                    <a:cubicBezTo>
                      <a:pt x="5074" y="529"/>
                      <a:pt x="4268" y="195"/>
                      <a:pt x="3426" y="195"/>
                    </a:cubicBezTo>
                    <a:cubicBezTo>
                      <a:pt x="2585" y="195"/>
                      <a:pt x="1779" y="529"/>
                      <a:pt x="1184" y="1124"/>
                    </a:cubicBezTo>
                    <a:cubicBezTo>
                      <a:pt x="589" y="1719"/>
                      <a:pt x="255" y="2526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9" y="6206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76" name="Freeform: Shape 4375">
                <a:extLst>
                  <a:ext uri="{FF2B5EF4-FFF2-40B4-BE49-F238E27FC236}">
                    <a16:creationId xmlns:a16="http://schemas.microsoft.com/office/drawing/2014/main" id="{AC67E622-BD87-0591-3FE9-0017C27069F9}"/>
                  </a:ext>
                </a:extLst>
              </p:cNvPr>
              <p:cNvSpPr/>
              <p:nvPr/>
            </p:nvSpPr>
            <p:spPr>
              <a:xfrm>
                <a:off x="4084326" y="5957486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1 h 6345"/>
                  <a:gd name="connsiteX2" fmla="*/ 6598 w 6343"/>
                  <a:gd name="connsiteY2" fmla="*/ 3368 h 6345"/>
                  <a:gd name="connsiteX3" fmla="*/ 5669 w 6343"/>
                  <a:gd name="connsiteY3" fmla="*/ 1125 h 6345"/>
                  <a:gd name="connsiteX4" fmla="*/ 3426 w 6343"/>
                  <a:gd name="connsiteY4" fmla="*/ 195 h 6345"/>
                  <a:gd name="connsiteX5" fmla="*/ 1184 w 6343"/>
                  <a:gd name="connsiteY5" fmla="*/ 1125 h 6345"/>
                  <a:gd name="connsiteX6" fmla="*/ 255 w 6343"/>
                  <a:gd name="connsiteY6" fmla="*/ 3368 h 6345"/>
                  <a:gd name="connsiteX7" fmla="*/ 1184 w 6343"/>
                  <a:gd name="connsiteY7" fmla="*/ 5611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6"/>
                      <a:pt x="5669" y="5611"/>
                    </a:cubicBezTo>
                    <a:cubicBezTo>
                      <a:pt x="6264" y="5016"/>
                      <a:pt x="6598" y="4209"/>
                      <a:pt x="6598" y="3368"/>
                    </a:cubicBezTo>
                    <a:cubicBezTo>
                      <a:pt x="6598" y="2527"/>
                      <a:pt x="6264" y="1719"/>
                      <a:pt x="5669" y="1125"/>
                    </a:cubicBezTo>
                    <a:cubicBezTo>
                      <a:pt x="5074" y="530"/>
                      <a:pt x="4267" y="195"/>
                      <a:pt x="3426" y="195"/>
                    </a:cubicBezTo>
                    <a:cubicBezTo>
                      <a:pt x="2585" y="195"/>
                      <a:pt x="1778" y="530"/>
                      <a:pt x="1184" y="1125"/>
                    </a:cubicBezTo>
                    <a:cubicBezTo>
                      <a:pt x="589" y="1719"/>
                      <a:pt x="255" y="2527"/>
                      <a:pt x="255" y="3368"/>
                    </a:cubicBezTo>
                    <a:cubicBezTo>
                      <a:pt x="255" y="4209"/>
                      <a:pt x="589" y="5016"/>
                      <a:pt x="1184" y="5611"/>
                    </a:cubicBezTo>
                    <a:cubicBezTo>
                      <a:pt x="1778" y="6206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77" name="Freeform: Shape 4376">
                <a:extLst>
                  <a:ext uri="{FF2B5EF4-FFF2-40B4-BE49-F238E27FC236}">
                    <a16:creationId xmlns:a16="http://schemas.microsoft.com/office/drawing/2014/main" id="{1E3F227F-2EEB-0D7D-BD27-E9EFF5C2EA95}"/>
                  </a:ext>
                </a:extLst>
              </p:cNvPr>
              <p:cNvSpPr/>
              <p:nvPr/>
            </p:nvSpPr>
            <p:spPr>
              <a:xfrm>
                <a:off x="4083802" y="5959673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8 h 6345"/>
                  <a:gd name="connsiteX3" fmla="*/ 5669 w 6343"/>
                  <a:gd name="connsiteY3" fmla="*/ 1125 h 6345"/>
                  <a:gd name="connsiteX4" fmla="*/ 3426 w 6343"/>
                  <a:gd name="connsiteY4" fmla="*/ 195 h 6345"/>
                  <a:gd name="connsiteX5" fmla="*/ 1184 w 6343"/>
                  <a:gd name="connsiteY5" fmla="*/ 1125 h 6345"/>
                  <a:gd name="connsiteX6" fmla="*/ 255 w 6343"/>
                  <a:gd name="connsiteY6" fmla="*/ 3368 h 6345"/>
                  <a:gd name="connsiteX7" fmla="*/ 1184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8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7" y="195"/>
                      <a:pt x="3426" y="195"/>
                    </a:cubicBezTo>
                    <a:cubicBezTo>
                      <a:pt x="2585" y="195"/>
                      <a:pt x="1778" y="530"/>
                      <a:pt x="1184" y="1125"/>
                    </a:cubicBezTo>
                    <a:cubicBezTo>
                      <a:pt x="589" y="1720"/>
                      <a:pt x="255" y="2527"/>
                      <a:pt x="255" y="3368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8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78" name="Freeform: Shape 4377">
                <a:extLst>
                  <a:ext uri="{FF2B5EF4-FFF2-40B4-BE49-F238E27FC236}">
                    <a16:creationId xmlns:a16="http://schemas.microsoft.com/office/drawing/2014/main" id="{E9839591-052A-3F2A-0100-0753F870F747}"/>
                  </a:ext>
                </a:extLst>
              </p:cNvPr>
              <p:cNvSpPr/>
              <p:nvPr/>
            </p:nvSpPr>
            <p:spPr>
              <a:xfrm>
                <a:off x="4083131" y="5961724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8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4 w 6343"/>
                  <a:gd name="connsiteY5" fmla="*/ 1125 h 6345"/>
                  <a:gd name="connsiteX6" fmla="*/ 255 w 6343"/>
                  <a:gd name="connsiteY6" fmla="*/ 3368 h 6345"/>
                  <a:gd name="connsiteX7" fmla="*/ 1184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8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4" y="1125"/>
                    </a:cubicBezTo>
                    <a:cubicBezTo>
                      <a:pt x="589" y="1720"/>
                      <a:pt x="255" y="2527"/>
                      <a:pt x="255" y="3368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8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79" name="Freeform: Shape 4378">
                <a:extLst>
                  <a:ext uri="{FF2B5EF4-FFF2-40B4-BE49-F238E27FC236}">
                    <a16:creationId xmlns:a16="http://schemas.microsoft.com/office/drawing/2014/main" id="{734B4B6E-2545-9646-168A-C66F564A5E6B}"/>
                  </a:ext>
                </a:extLst>
              </p:cNvPr>
              <p:cNvSpPr/>
              <p:nvPr/>
            </p:nvSpPr>
            <p:spPr>
              <a:xfrm>
                <a:off x="4082219" y="5963531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8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4 w 6343"/>
                  <a:gd name="connsiteY5" fmla="*/ 1125 h 6345"/>
                  <a:gd name="connsiteX6" fmla="*/ 255 w 6343"/>
                  <a:gd name="connsiteY6" fmla="*/ 3368 h 6345"/>
                  <a:gd name="connsiteX7" fmla="*/ 1184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8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4" y="1125"/>
                    </a:cubicBezTo>
                    <a:cubicBezTo>
                      <a:pt x="589" y="1720"/>
                      <a:pt x="255" y="2527"/>
                      <a:pt x="255" y="3368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8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80" name="Freeform: Shape 4379">
                <a:extLst>
                  <a:ext uri="{FF2B5EF4-FFF2-40B4-BE49-F238E27FC236}">
                    <a16:creationId xmlns:a16="http://schemas.microsoft.com/office/drawing/2014/main" id="{E094BD17-7C86-C2DC-373C-3F3726777367}"/>
                  </a:ext>
                </a:extLst>
              </p:cNvPr>
              <p:cNvSpPr/>
              <p:nvPr/>
            </p:nvSpPr>
            <p:spPr>
              <a:xfrm>
                <a:off x="4081483" y="5965546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9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3 w 6343"/>
                  <a:gd name="connsiteY5" fmla="*/ 1125 h 6345"/>
                  <a:gd name="connsiteX6" fmla="*/ 255 w 6343"/>
                  <a:gd name="connsiteY6" fmla="*/ 3369 h 6345"/>
                  <a:gd name="connsiteX7" fmla="*/ 1183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7"/>
                      <a:pt x="5669" y="5612"/>
                    </a:cubicBezTo>
                    <a:cubicBezTo>
                      <a:pt x="6263" y="5017"/>
                      <a:pt x="6598" y="4210"/>
                      <a:pt x="6598" y="3369"/>
                    </a:cubicBezTo>
                    <a:cubicBezTo>
                      <a:pt x="6598" y="2527"/>
                      <a:pt x="6263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3" y="1125"/>
                    </a:cubicBezTo>
                    <a:cubicBezTo>
                      <a:pt x="589" y="1720"/>
                      <a:pt x="255" y="2527"/>
                      <a:pt x="255" y="3369"/>
                    </a:cubicBezTo>
                    <a:cubicBezTo>
                      <a:pt x="255" y="4210"/>
                      <a:pt x="589" y="5017"/>
                      <a:pt x="1183" y="5612"/>
                    </a:cubicBezTo>
                    <a:cubicBezTo>
                      <a:pt x="1778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81" name="Freeform: Shape 4380">
                <a:extLst>
                  <a:ext uri="{FF2B5EF4-FFF2-40B4-BE49-F238E27FC236}">
                    <a16:creationId xmlns:a16="http://schemas.microsoft.com/office/drawing/2014/main" id="{7D9364D5-C906-7DCF-6BF8-E86EA3535277}"/>
                  </a:ext>
                </a:extLst>
              </p:cNvPr>
              <p:cNvSpPr/>
              <p:nvPr/>
            </p:nvSpPr>
            <p:spPr>
              <a:xfrm>
                <a:off x="4068412" y="5953795"/>
                <a:ext cx="6343" cy="6345"/>
              </a:xfrm>
              <a:custGeom>
                <a:avLst/>
                <a:gdLst>
                  <a:gd name="connsiteX0" fmla="*/ 3425 w 6343"/>
                  <a:gd name="connsiteY0" fmla="*/ 6540 h 6345"/>
                  <a:gd name="connsiteX1" fmla="*/ 5668 w 6343"/>
                  <a:gd name="connsiteY1" fmla="*/ 5611 h 6345"/>
                  <a:gd name="connsiteX2" fmla="*/ 6597 w 6343"/>
                  <a:gd name="connsiteY2" fmla="*/ 3368 h 6345"/>
                  <a:gd name="connsiteX3" fmla="*/ 5668 w 6343"/>
                  <a:gd name="connsiteY3" fmla="*/ 1124 h 6345"/>
                  <a:gd name="connsiteX4" fmla="*/ 3425 w 6343"/>
                  <a:gd name="connsiteY4" fmla="*/ 195 h 6345"/>
                  <a:gd name="connsiteX5" fmla="*/ 1182 w 6343"/>
                  <a:gd name="connsiteY5" fmla="*/ 1124 h 6345"/>
                  <a:gd name="connsiteX6" fmla="*/ 254 w 6343"/>
                  <a:gd name="connsiteY6" fmla="*/ 3368 h 6345"/>
                  <a:gd name="connsiteX7" fmla="*/ 1182 w 6343"/>
                  <a:gd name="connsiteY7" fmla="*/ 5611 h 6345"/>
                  <a:gd name="connsiteX8" fmla="*/ 342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0"/>
                    </a:moveTo>
                    <a:cubicBezTo>
                      <a:pt x="4266" y="6540"/>
                      <a:pt x="5073" y="6206"/>
                      <a:pt x="5668" y="5611"/>
                    </a:cubicBezTo>
                    <a:cubicBezTo>
                      <a:pt x="6262" y="5016"/>
                      <a:pt x="6597" y="4209"/>
                      <a:pt x="6597" y="3368"/>
                    </a:cubicBezTo>
                    <a:cubicBezTo>
                      <a:pt x="6597" y="2526"/>
                      <a:pt x="6262" y="1719"/>
                      <a:pt x="5668" y="1124"/>
                    </a:cubicBezTo>
                    <a:cubicBezTo>
                      <a:pt x="5073" y="529"/>
                      <a:pt x="4266" y="195"/>
                      <a:pt x="3425" y="195"/>
                    </a:cubicBezTo>
                    <a:cubicBezTo>
                      <a:pt x="2584" y="195"/>
                      <a:pt x="1777" y="529"/>
                      <a:pt x="1182" y="1124"/>
                    </a:cubicBezTo>
                    <a:cubicBezTo>
                      <a:pt x="588" y="1719"/>
                      <a:pt x="254" y="2526"/>
                      <a:pt x="254" y="3368"/>
                    </a:cubicBezTo>
                    <a:cubicBezTo>
                      <a:pt x="254" y="4209"/>
                      <a:pt x="588" y="5016"/>
                      <a:pt x="1182" y="5611"/>
                    </a:cubicBezTo>
                    <a:cubicBezTo>
                      <a:pt x="1777" y="6206"/>
                      <a:pt x="2584" y="6540"/>
                      <a:pt x="342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82" name="Freeform: Shape 4381">
                <a:extLst>
                  <a:ext uri="{FF2B5EF4-FFF2-40B4-BE49-F238E27FC236}">
                    <a16:creationId xmlns:a16="http://schemas.microsoft.com/office/drawing/2014/main" id="{BEAEE186-863F-9AEF-AB7E-800F188016E2}"/>
                  </a:ext>
                </a:extLst>
              </p:cNvPr>
              <p:cNvSpPr/>
              <p:nvPr/>
            </p:nvSpPr>
            <p:spPr>
              <a:xfrm>
                <a:off x="4064786" y="5952406"/>
                <a:ext cx="6343" cy="6345"/>
              </a:xfrm>
              <a:custGeom>
                <a:avLst/>
                <a:gdLst>
                  <a:gd name="connsiteX0" fmla="*/ 3425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5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0"/>
                    </a:moveTo>
                    <a:cubicBezTo>
                      <a:pt x="4266" y="6540"/>
                      <a:pt x="5073" y="6206"/>
                      <a:pt x="5667" y="5611"/>
                    </a:cubicBezTo>
                    <a:cubicBezTo>
                      <a:pt x="6262" y="5016"/>
                      <a:pt x="6596" y="4209"/>
                      <a:pt x="6596" y="3368"/>
                    </a:cubicBezTo>
                    <a:cubicBezTo>
                      <a:pt x="6596" y="2526"/>
                      <a:pt x="6262" y="1719"/>
                      <a:pt x="5667" y="1124"/>
                    </a:cubicBezTo>
                    <a:cubicBezTo>
                      <a:pt x="5073" y="529"/>
                      <a:pt x="4266" y="195"/>
                      <a:pt x="3425" y="195"/>
                    </a:cubicBezTo>
                    <a:cubicBezTo>
                      <a:pt x="2584" y="195"/>
                      <a:pt x="1777" y="529"/>
                      <a:pt x="1182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2" y="5611"/>
                    </a:cubicBezTo>
                    <a:cubicBezTo>
                      <a:pt x="1777" y="6206"/>
                      <a:pt x="2584" y="6540"/>
                      <a:pt x="342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83" name="Freeform: Shape 4382">
                <a:extLst>
                  <a:ext uri="{FF2B5EF4-FFF2-40B4-BE49-F238E27FC236}">
                    <a16:creationId xmlns:a16="http://schemas.microsoft.com/office/drawing/2014/main" id="{269756CC-7E75-393F-144B-829DE5867DF1}"/>
                  </a:ext>
                </a:extLst>
              </p:cNvPr>
              <p:cNvSpPr/>
              <p:nvPr/>
            </p:nvSpPr>
            <p:spPr>
              <a:xfrm>
                <a:off x="4062272" y="5952226"/>
                <a:ext cx="6343" cy="6345"/>
              </a:xfrm>
              <a:custGeom>
                <a:avLst/>
                <a:gdLst>
                  <a:gd name="connsiteX0" fmla="*/ 3425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5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0"/>
                    </a:moveTo>
                    <a:cubicBezTo>
                      <a:pt x="4266" y="6540"/>
                      <a:pt x="5072" y="6206"/>
                      <a:pt x="5667" y="5611"/>
                    </a:cubicBezTo>
                    <a:cubicBezTo>
                      <a:pt x="6262" y="5016"/>
                      <a:pt x="6596" y="4209"/>
                      <a:pt x="6596" y="3368"/>
                    </a:cubicBezTo>
                    <a:cubicBezTo>
                      <a:pt x="6596" y="2526"/>
                      <a:pt x="6262" y="1719"/>
                      <a:pt x="5667" y="1124"/>
                    </a:cubicBezTo>
                    <a:cubicBezTo>
                      <a:pt x="5072" y="529"/>
                      <a:pt x="4266" y="195"/>
                      <a:pt x="3425" y="195"/>
                    </a:cubicBezTo>
                    <a:cubicBezTo>
                      <a:pt x="2583" y="195"/>
                      <a:pt x="1777" y="529"/>
                      <a:pt x="1182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2" y="5611"/>
                    </a:cubicBezTo>
                    <a:cubicBezTo>
                      <a:pt x="1777" y="6206"/>
                      <a:pt x="2583" y="6540"/>
                      <a:pt x="342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84" name="Freeform: Shape 4383">
                <a:extLst>
                  <a:ext uri="{FF2B5EF4-FFF2-40B4-BE49-F238E27FC236}">
                    <a16:creationId xmlns:a16="http://schemas.microsoft.com/office/drawing/2014/main" id="{94D569C8-A03A-029F-6E67-EE25877901EF}"/>
                  </a:ext>
                </a:extLst>
              </p:cNvPr>
              <p:cNvSpPr/>
              <p:nvPr/>
            </p:nvSpPr>
            <p:spPr>
              <a:xfrm>
                <a:off x="4059613" y="5951845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4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7" y="5611"/>
                    </a:cubicBezTo>
                    <a:cubicBezTo>
                      <a:pt x="6262" y="5016"/>
                      <a:pt x="6596" y="4209"/>
                      <a:pt x="6596" y="3368"/>
                    </a:cubicBezTo>
                    <a:cubicBezTo>
                      <a:pt x="6596" y="2526"/>
                      <a:pt x="6262" y="1719"/>
                      <a:pt x="5667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7" y="529"/>
                      <a:pt x="1182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2" y="5611"/>
                    </a:cubicBezTo>
                    <a:cubicBezTo>
                      <a:pt x="1777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85" name="Freeform: Shape 4384">
                <a:extLst>
                  <a:ext uri="{FF2B5EF4-FFF2-40B4-BE49-F238E27FC236}">
                    <a16:creationId xmlns:a16="http://schemas.microsoft.com/office/drawing/2014/main" id="{27739561-A0C9-9CE2-5394-73CF310D5D76}"/>
                  </a:ext>
                </a:extLst>
              </p:cNvPr>
              <p:cNvSpPr/>
              <p:nvPr/>
            </p:nvSpPr>
            <p:spPr>
              <a:xfrm>
                <a:off x="4057181" y="5951691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4 w 6343"/>
                  <a:gd name="connsiteY4" fmla="*/ 195 h 6345"/>
                  <a:gd name="connsiteX5" fmla="*/ 1182 w 6343"/>
                  <a:gd name="connsiteY5" fmla="*/ 1124 h 6345"/>
                  <a:gd name="connsiteX6" fmla="*/ 253 w 6343"/>
                  <a:gd name="connsiteY6" fmla="*/ 3368 h 6345"/>
                  <a:gd name="connsiteX7" fmla="*/ 1182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7" y="5611"/>
                    </a:cubicBezTo>
                    <a:cubicBezTo>
                      <a:pt x="6262" y="5016"/>
                      <a:pt x="6596" y="4209"/>
                      <a:pt x="6596" y="3368"/>
                    </a:cubicBezTo>
                    <a:cubicBezTo>
                      <a:pt x="6596" y="2526"/>
                      <a:pt x="6262" y="1719"/>
                      <a:pt x="5667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2" y="1124"/>
                    </a:cubicBezTo>
                    <a:cubicBezTo>
                      <a:pt x="587" y="1719"/>
                      <a:pt x="253" y="2526"/>
                      <a:pt x="253" y="3368"/>
                    </a:cubicBezTo>
                    <a:cubicBezTo>
                      <a:pt x="253" y="4209"/>
                      <a:pt x="587" y="5016"/>
                      <a:pt x="1182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86" name="Freeform: Shape 4385">
                <a:extLst>
                  <a:ext uri="{FF2B5EF4-FFF2-40B4-BE49-F238E27FC236}">
                    <a16:creationId xmlns:a16="http://schemas.microsoft.com/office/drawing/2014/main" id="{F17730D3-D758-D2D3-9596-B673EB1D038D}"/>
                  </a:ext>
                </a:extLst>
              </p:cNvPr>
              <p:cNvSpPr/>
              <p:nvPr/>
            </p:nvSpPr>
            <p:spPr>
              <a:xfrm>
                <a:off x="4054970" y="5951769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7 w 6343"/>
                  <a:gd name="connsiteY1" fmla="*/ 5611 h 6345"/>
                  <a:gd name="connsiteX2" fmla="*/ 6596 w 6343"/>
                  <a:gd name="connsiteY2" fmla="*/ 3368 h 6345"/>
                  <a:gd name="connsiteX3" fmla="*/ 5667 w 6343"/>
                  <a:gd name="connsiteY3" fmla="*/ 1124 h 6345"/>
                  <a:gd name="connsiteX4" fmla="*/ 3424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7" y="5611"/>
                    </a:cubicBezTo>
                    <a:cubicBezTo>
                      <a:pt x="6261" y="5016"/>
                      <a:pt x="6596" y="4209"/>
                      <a:pt x="6596" y="3368"/>
                    </a:cubicBezTo>
                    <a:cubicBezTo>
                      <a:pt x="6596" y="2526"/>
                      <a:pt x="6261" y="1719"/>
                      <a:pt x="5667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1" y="1124"/>
                    </a:cubicBezTo>
                    <a:cubicBezTo>
                      <a:pt x="587" y="1719"/>
                      <a:pt x="252" y="2526"/>
                      <a:pt x="252" y="3368"/>
                    </a:cubicBezTo>
                    <a:cubicBezTo>
                      <a:pt x="252" y="4209"/>
                      <a:pt x="587" y="5016"/>
                      <a:pt x="1181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87" name="Freeform: Shape 4386">
                <a:extLst>
                  <a:ext uri="{FF2B5EF4-FFF2-40B4-BE49-F238E27FC236}">
                    <a16:creationId xmlns:a16="http://schemas.microsoft.com/office/drawing/2014/main" id="{43EFC9E1-D8E5-4C4F-543F-085CFD2A52AF}"/>
                  </a:ext>
                </a:extLst>
              </p:cNvPr>
              <p:cNvSpPr/>
              <p:nvPr/>
            </p:nvSpPr>
            <p:spPr>
              <a:xfrm>
                <a:off x="4052614" y="5951645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4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88" name="Freeform: Shape 4387">
                <a:extLst>
                  <a:ext uri="{FF2B5EF4-FFF2-40B4-BE49-F238E27FC236}">
                    <a16:creationId xmlns:a16="http://schemas.microsoft.com/office/drawing/2014/main" id="{C4FF738E-EBE2-0162-1B71-CE9FB69D8353}"/>
                  </a:ext>
                </a:extLst>
              </p:cNvPr>
              <p:cNvSpPr/>
              <p:nvPr/>
            </p:nvSpPr>
            <p:spPr>
              <a:xfrm>
                <a:off x="4050836" y="5952196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4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2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2" y="529"/>
                      <a:pt x="4265" y="195"/>
                      <a:pt x="3424" y="195"/>
                    </a:cubicBezTo>
                    <a:cubicBezTo>
                      <a:pt x="2583" y="195"/>
                      <a:pt x="1776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6" y="6206"/>
                      <a:pt x="2583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89" name="Freeform: Shape 4388">
                <a:extLst>
                  <a:ext uri="{FF2B5EF4-FFF2-40B4-BE49-F238E27FC236}">
                    <a16:creationId xmlns:a16="http://schemas.microsoft.com/office/drawing/2014/main" id="{8ED2C40C-D0A1-E76F-57C1-C6057514FEB6}"/>
                  </a:ext>
                </a:extLst>
              </p:cNvPr>
              <p:cNvSpPr/>
              <p:nvPr/>
            </p:nvSpPr>
            <p:spPr>
              <a:xfrm>
                <a:off x="4048909" y="5952548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4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1" y="529"/>
                      <a:pt x="4265" y="195"/>
                      <a:pt x="3424" y="195"/>
                    </a:cubicBezTo>
                    <a:cubicBezTo>
                      <a:pt x="2582" y="195"/>
                      <a:pt x="1776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6" y="6206"/>
                      <a:pt x="2582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90" name="Freeform: Shape 4389">
                <a:extLst>
                  <a:ext uri="{FF2B5EF4-FFF2-40B4-BE49-F238E27FC236}">
                    <a16:creationId xmlns:a16="http://schemas.microsoft.com/office/drawing/2014/main" id="{58A1CF4B-9A75-EBFC-0D41-FE00C0C7E509}"/>
                  </a:ext>
                </a:extLst>
              </p:cNvPr>
              <p:cNvSpPr/>
              <p:nvPr/>
            </p:nvSpPr>
            <p:spPr>
              <a:xfrm>
                <a:off x="4047162" y="5953107"/>
                <a:ext cx="6343" cy="6345"/>
              </a:xfrm>
              <a:custGeom>
                <a:avLst/>
                <a:gdLst>
                  <a:gd name="connsiteX0" fmla="*/ 3423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3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0"/>
                    </a:moveTo>
                    <a:cubicBezTo>
                      <a:pt x="4265" y="6540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1" y="529"/>
                      <a:pt x="4265" y="195"/>
                      <a:pt x="3423" y="195"/>
                    </a:cubicBezTo>
                    <a:cubicBezTo>
                      <a:pt x="2582" y="195"/>
                      <a:pt x="1776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6" y="6206"/>
                      <a:pt x="2582" y="6540"/>
                      <a:pt x="342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91" name="Freeform: Shape 4390">
                <a:extLst>
                  <a:ext uri="{FF2B5EF4-FFF2-40B4-BE49-F238E27FC236}">
                    <a16:creationId xmlns:a16="http://schemas.microsoft.com/office/drawing/2014/main" id="{1DF1F6A1-EED5-8828-EC60-FE19441C266D}"/>
                  </a:ext>
                </a:extLst>
              </p:cNvPr>
              <p:cNvSpPr/>
              <p:nvPr/>
            </p:nvSpPr>
            <p:spPr>
              <a:xfrm>
                <a:off x="4045942" y="5954320"/>
                <a:ext cx="6343" cy="6345"/>
              </a:xfrm>
              <a:custGeom>
                <a:avLst/>
                <a:gdLst>
                  <a:gd name="connsiteX0" fmla="*/ 3423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3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0"/>
                    </a:moveTo>
                    <a:cubicBezTo>
                      <a:pt x="4264" y="6540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1" y="529"/>
                      <a:pt x="4264" y="195"/>
                      <a:pt x="3423" y="195"/>
                    </a:cubicBezTo>
                    <a:cubicBezTo>
                      <a:pt x="2582" y="195"/>
                      <a:pt x="1775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5" y="6206"/>
                      <a:pt x="2582" y="6540"/>
                      <a:pt x="342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92" name="Freeform: Shape 4391">
                <a:extLst>
                  <a:ext uri="{FF2B5EF4-FFF2-40B4-BE49-F238E27FC236}">
                    <a16:creationId xmlns:a16="http://schemas.microsoft.com/office/drawing/2014/main" id="{7F6F35B4-3443-CB24-5D75-1FF3E5DBE3A0}"/>
                  </a:ext>
                </a:extLst>
              </p:cNvPr>
              <p:cNvSpPr/>
              <p:nvPr/>
            </p:nvSpPr>
            <p:spPr>
              <a:xfrm>
                <a:off x="4045207" y="5956159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3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1" y="529"/>
                      <a:pt x="4264" y="195"/>
                      <a:pt x="3423" y="195"/>
                    </a:cubicBezTo>
                    <a:cubicBezTo>
                      <a:pt x="2582" y="195"/>
                      <a:pt x="1775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5" y="6206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93" name="Freeform: Shape 4392">
                <a:extLst>
                  <a:ext uri="{FF2B5EF4-FFF2-40B4-BE49-F238E27FC236}">
                    <a16:creationId xmlns:a16="http://schemas.microsoft.com/office/drawing/2014/main" id="{91C5CA16-0A48-60C4-D26B-3FA396F4266C}"/>
                  </a:ext>
                </a:extLst>
              </p:cNvPr>
              <p:cNvSpPr/>
              <p:nvPr/>
            </p:nvSpPr>
            <p:spPr>
              <a:xfrm>
                <a:off x="4044543" y="5958110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3 w 6343"/>
                  <a:gd name="connsiteY4" fmla="*/ 195 h 6345"/>
                  <a:gd name="connsiteX5" fmla="*/ 1181 w 6343"/>
                  <a:gd name="connsiteY5" fmla="*/ 1125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5"/>
                      <a:pt x="3423" y="195"/>
                    </a:cubicBezTo>
                    <a:cubicBezTo>
                      <a:pt x="2582" y="195"/>
                      <a:pt x="1775" y="530"/>
                      <a:pt x="1181" y="1125"/>
                    </a:cubicBezTo>
                    <a:cubicBezTo>
                      <a:pt x="586" y="1720"/>
                      <a:pt x="252" y="2527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5" y="6206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94" name="Freeform: Shape 4393">
                <a:extLst>
                  <a:ext uri="{FF2B5EF4-FFF2-40B4-BE49-F238E27FC236}">
                    <a16:creationId xmlns:a16="http://schemas.microsoft.com/office/drawing/2014/main" id="{4741E8A5-1B10-D564-C7FC-0C5015A0A768}"/>
                  </a:ext>
                </a:extLst>
              </p:cNvPr>
              <p:cNvSpPr/>
              <p:nvPr/>
            </p:nvSpPr>
            <p:spPr>
              <a:xfrm>
                <a:off x="4044176" y="5960474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3 w 6343"/>
                  <a:gd name="connsiteY4" fmla="*/ 195 h 6345"/>
                  <a:gd name="connsiteX5" fmla="*/ 1181 w 6343"/>
                  <a:gd name="connsiteY5" fmla="*/ 1125 h 6345"/>
                  <a:gd name="connsiteX6" fmla="*/ 252 w 6343"/>
                  <a:gd name="connsiteY6" fmla="*/ 3368 h 6345"/>
                  <a:gd name="connsiteX7" fmla="*/ 1181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8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5"/>
                      <a:pt x="3423" y="195"/>
                    </a:cubicBezTo>
                    <a:cubicBezTo>
                      <a:pt x="2582" y="195"/>
                      <a:pt x="1775" y="530"/>
                      <a:pt x="1181" y="1125"/>
                    </a:cubicBezTo>
                    <a:cubicBezTo>
                      <a:pt x="586" y="1720"/>
                      <a:pt x="252" y="2527"/>
                      <a:pt x="252" y="3368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95" name="Freeform: Shape 4394">
                <a:extLst>
                  <a:ext uri="{FF2B5EF4-FFF2-40B4-BE49-F238E27FC236}">
                    <a16:creationId xmlns:a16="http://schemas.microsoft.com/office/drawing/2014/main" id="{EF7E4686-B11F-2E5F-415C-0847F1B413D6}"/>
                  </a:ext>
                </a:extLst>
              </p:cNvPr>
              <p:cNvSpPr/>
              <p:nvPr/>
            </p:nvSpPr>
            <p:spPr>
              <a:xfrm>
                <a:off x="4043786" y="5962842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1 w 6343"/>
                  <a:gd name="connsiteY5" fmla="*/ 1125 h 6345"/>
                  <a:gd name="connsiteX6" fmla="*/ 252 w 6343"/>
                  <a:gd name="connsiteY6" fmla="*/ 3368 h 6345"/>
                  <a:gd name="connsiteX7" fmla="*/ 1181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8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1" y="1125"/>
                    </a:cubicBezTo>
                    <a:cubicBezTo>
                      <a:pt x="586" y="1720"/>
                      <a:pt x="252" y="2527"/>
                      <a:pt x="252" y="3368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96" name="Freeform: Shape 4395">
                <a:extLst>
                  <a:ext uri="{FF2B5EF4-FFF2-40B4-BE49-F238E27FC236}">
                    <a16:creationId xmlns:a16="http://schemas.microsoft.com/office/drawing/2014/main" id="{6BF83840-59BD-738F-4CB2-E15EDBD30DAC}"/>
                  </a:ext>
                </a:extLst>
              </p:cNvPr>
              <p:cNvSpPr/>
              <p:nvPr/>
            </p:nvSpPr>
            <p:spPr>
              <a:xfrm>
                <a:off x="4043768" y="5965746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1 w 6343"/>
                  <a:gd name="connsiteY5" fmla="*/ 1125 h 6345"/>
                  <a:gd name="connsiteX6" fmla="*/ 252 w 6343"/>
                  <a:gd name="connsiteY6" fmla="*/ 3369 h 6345"/>
                  <a:gd name="connsiteX7" fmla="*/ 1181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9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1" y="1125"/>
                    </a:cubicBezTo>
                    <a:cubicBezTo>
                      <a:pt x="586" y="1720"/>
                      <a:pt x="252" y="2527"/>
                      <a:pt x="252" y="3369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97" name="Freeform: Shape 4396">
                <a:extLst>
                  <a:ext uri="{FF2B5EF4-FFF2-40B4-BE49-F238E27FC236}">
                    <a16:creationId xmlns:a16="http://schemas.microsoft.com/office/drawing/2014/main" id="{9CCE51DA-03AF-9537-8811-261F194822C7}"/>
                  </a:ext>
                </a:extLst>
              </p:cNvPr>
              <p:cNvSpPr/>
              <p:nvPr/>
            </p:nvSpPr>
            <p:spPr>
              <a:xfrm>
                <a:off x="4042660" y="5967208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0 w 6343"/>
                  <a:gd name="connsiteY5" fmla="*/ 1125 h 6345"/>
                  <a:gd name="connsiteX6" fmla="*/ 251 w 6343"/>
                  <a:gd name="connsiteY6" fmla="*/ 3369 h 6345"/>
                  <a:gd name="connsiteX7" fmla="*/ 1180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0" y="5017"/>
                      <a:pt x="6595" y="4210"/>
                      <a:pt x="6595" y="3369"/>
                    </a:cubicBezTo>
                    <a:cubicBezTo>
                      <a:pt x="6595" y="2527"/>
                      <a:pt x="6260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0" y="1125"/>
                    </a:cubicBezTo>
                    <a:cubicBezTo>
                      <a:pt x="586" y="1720"/>
                      <a:pt x="251" y="2527"/>
                      <a:pt x="251" y="3369"/>
                    </a:cubicBezTo>
                    <a:cubicBezTo>
                      <a:pt x="251" y="4210"/>
                      <a:pt x="586" y="5017"/>
                      <a:pt x="1180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98" name="Freeform: Shape 4397">
                <a:extLst>
                  <a:ext uri="{FF2B5EF4-FFF2-40B4-BE49-F238E27FC236}">
                    <a16:creationId xmlns:a16="http://schemas.microsoft.com/office/drawing/2014/main" id="{9521BCED-C9EB-128F-0168-B055AB70C987}"/>
                  </a:ext>
                </a:extLst>
              </p:cNvPr>
              <p:cNvSpPr/>
              <p:nvPr/>
            </p:nvSpPr>
            <p:spPr>
              <a:xfrm>
                <a:off x="4041900" y="5969164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0 w 6343"/>
                  <a:gd name="connsiteY5" fmla="*/ 1125 h 6345"/>
                  <a:gd name="connsiteX6" fmla="*/ 251 w 6343"/>
                  <a:gd name="connsiteY6" fmla="*/ 3369 h 6345"/>
                  <a:gd name="connsiteX7" fmla="*/ 1180 w 6343"/>
                  <a:gd name="connsiteY7" fmla="*/ 5612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7"/>
                      <a:pt x="5666" y="5612"/>
                    </a:cubicBezTo>
                    <a:cubicBezTo>
                      <a:pt x="6260" y="5017"/>
                      <a:pt x="6595" y="4210"/>
                      <a:pt x="6595" y="3369"/>
                    </a:cubicBezTo>
                    <a:cubicBezTo>
                      <a:pt x="6595" y="2527"/>
                      <a:pt x="6260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0" y="1125"/>
                    </a:cubicBezTo>
                    <a:cubicBezTo>
                      <a:pt x="586" y="1720"/>
                      <a:pt x="251" y="2527"/>
                      <a:pt x="251" y="3369"/>
                    </a:cubicBezTo>
                    <a:cubicBezTo>
                      <a:pt x="251" y="4210"/>
                      <a:pt x="586" y="5017"/>
                      <a:pt x="1180" y="5612"/>
                    </a:cubicBezTo>
                    <a:cubicBezTo>
                      <a:pt x="1775" y="6207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99" name="Freeform: Shape 4398">
                <a:extLst>
                  <a:ext uri="{FF2B5EF4-FFF2-40B4-BE49-F238E27FC236}">
                    <a16:creationId xmlns:a16="http://schemas.microsoft.com/office/drawing/2014/main" id="{88B90C26-A777-F23B-970E-DA23C72F2C02}"/>
                  </a:ext>
                </a:extLst>
              </p:cNvPr>
              <p:cNvSpPr/>
              <p:nvPr/>
            </p:nvSpPr>
            <p:spPr>
              <a:xfrm>
                <a:off x="4049517" y="5982889"/>
                <a:ext cx="6343" cy="6345"/>
              </a:xfrm>
              <a:custGeom>
                <a:avLst/>
                <a:gdLst>
                  <a:gd name="connsiteX0" fmla="*/ 3424 w 6343"/>
                  <a:gd name="connsiteY0" fmla="*/ 6543 h 6345"/>
                  <a:gd name="connsiteX1" fmla="*/ 5666 w 6343"/>
                  <a:gd name="connsiteY1" fmla="*/ 5613 h 6345"/>
                  <a:gd name="connsiteX2" fmla="*/ 6595 w 6343"/>
                  <a:gd name="connsiteY2" fmla="*/ 3370 h 6345"/>
                  <a:gd name="connsiteX3" fmla="*/ 5666 w 6343"/>
                  <a:gd name="connsiteY3" fmla="*/ 1127 h 6345"/>
                  <a:gd name="connsiteX4" fmla="*/ 3424 w 6343"/>
                  <a:gd name="connsiteY4" fmla="*/ 197 h 6345"/>
                  <a:gd name="connsiteX5" fmla="*/ 1181 w 6343"/>
                  <a:gd name="connsiteY5" fmla="*/ 1127 h 6345"/>
                  <a:gd name="connsiteX6" fmla="*/ 252 w 6343"/>
                  <a:gd name="connsiteY6" fmla="*/ 3370 h 6345"/>
                  <a:gd name="connsiteX7" fmla="*/ 1181 w 6343"/>
                  <a:gd name="connsiteY7" fmla="*/ 5613 h 6345"/>
                  <a:gd name="connsiteX8" fmla="*/ 342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3"/>
                    </a:moveTo>
                    <a:cubicBezTo>
                      <a:pt x="4265" y="6543"/>
                      <a:pt x="5071" y="6208"/>
                      <a:pt x="5666" y="5613"/>
                    </a:cubicBezTo>
                    <a:cubicBezTo>
                      <a:pt x="6261" y="5018"/>
                      <a:pt x="6595" y="4211"/>
                      <a:pt x="6595" y="3370"/>
                    </a:cubicBezTo>
                    <a:cubicBezTo>
                      <a:pt x="6595" y="2529"/>
                      <a:pt x="6261" y="1721"/>
                      <a:pt x="5666" y="1127"/>
                    </a:cubicBezTo>
                    <a:cubicBezTo>
                      <a:pt x="5071" y="532"/>
                      <a:pt x="4265" y="197"/>
                      <a:pt x="3424" y="197"/>
                    </a:cubicBezTo>
                    <a:cubicBezTo>
                      <a:pt x="2582" y="197"/>
                      <a:pt x="1776" y="532"/>
                      <a:pt x="1181" y="1127"/>
                    </a:cubicBezTo>
                    <a:cubicBezTo>
                      <a:pt x="586" y="1721"/>
                      <a:pt x="252" y="2529"/>
                      <a:pt x="252" y="3370"/>
                    </a:cubicBezTo>
                    <a:cubicBezTo>
                      <a:pt x="252" y="4211"/>
                      <a:pt x="586" y="5018"/>
                      <a:pt x="1181" y="5613"/>
                    </a:cubicBezTo>
                    <a:cubicBezTo>
                      <a:pt x="1776" y="6208"/>
                      <a:pt x="2582" y="6543"/>
                      <a:pt x="342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00" name="Freeform: Shape 4399">
                <a:extLst>
                  <a:ext uri="{FF2B5EF4-FFF2-40B4-BE49-F238E27FC236}">
                    <a16:creationId xmlns:a16="http://schemas.microsoft.com/office/drawing/2014/main" id="{838E9B1E-8C6A-F0C8-D026-D16D5630F2D3}"/>
                  </a:ext>
                </a:extLst>
              </p:cNvPr>
              <p:cNvSpPr/>
              <p:nvPr/>
            </p:nvSpPr>
            <p:spPr>
              <a:xfrm>
                <a:off x="4047507" y="5983272"/>
                <a:ext cx="6343" cy="6345"/>
              </a:xfrm>
              <a:custGeom>
                <a:avLst/>
                <a:gdLst>
                  <a:gd name="connsiteX0" fmla="*/ 3423 w 6343"/>
                  <a:gd name="connsiteY0" fmla="*/ 6543 h 6345"/>
                  <a:gd name="connsiteX1" fmla="*/ 5666 w 6343"/>
                  <a:gd name="connsiteY1" fmla="*/ 5613 h 6345"/>
                  <a:gd name="connsiteX2" fmla="*/ 6595 w 6343"/>
                  <a:gd name="connsiteY2" fmla="*/ 3370 h 6345"/>
                  <a:gd name="connsiteX3" fmla="*/ 5666 w 6343"/>
                  <a:gd name="connsiteY3" fmla="*/ 1127 h 6345"/>
                  <a:gd name="connsiteX4" fmla="*/ 3423 w 6343"/>
                  <a:gd name="connsiteY4" fmla="*/ 197 h 6345"/>
                  <a:gd name="connsiteX5" fmla="*/ 1181 w 6343"/>
                  <a:gd name="connsiteY5" fmla="*/ 1127 h 6345"/>
                  <a:gd name="connsiteX6" fmla="*/ 252 w 6343"/>
                  <a:gd name="connsiteY6" fmla="*/ 3370 h 6345"/>
                  <a:gd name="connsiteX7" fmla="*/ 1181 w 6343"/>
                  <a:gd name="connsiteY7" fmla="*/ 5613 h 6345"/>
                  <a:gd name="connsiteX8" fmla="*/ 342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3"/>
                    </a:moveTo>
                    <a:cubicBezTo>
                      <a:pt x="4265" y="6543"/>
                      <a:pt x="5071" y="6208"/>
                      <a:pt x="5666" y="5613"/>
                    </a:cubicBezTo>
                    <a:cubicBezTo>
                      <a:pt x="6261" y="5018"/>
                      <a:pt x="6595" y="4211"/>
                      <a:pt x="6595" y="3370"/>
                    </a:cubicBezTo>
                    <a:cubicBezTo>
                      <a:pt x="6595" y="2529"/>
                      <a:pt x="6261" y="1722"/>
                      <a:pt x="5666" y="1127"/>
                    </a:cubicBezTo>
                    <a:cubicBezTo>
                      <a:pt x="5071" y="532"/>
                      <a:pt x="4265" y="197"/>
                      <a:pt x="3423" y="197"/>
                    </a:cubicBezTo>
                    <a:cubicBezTo>
                      <a:pt x="2582" y="197"/>
                      <a:pt x="1776" y="532"/>
                      <a:pt x="1181" y="1127"/>
                    </a:cubicBezTo>
                    <a:cubicBezTo>
                      <a:pt x="586" y="1722"/>
                      <a:pt x="252" y="2529"/>
                      <a:pt x="252" y="3370"/>
                    </a:cubicBezTo>
                    <a:cubicBezTo>
                      <a:pt x="252" y="4211"/>
                      <a:pt x="586" y="5018"/>
                      <a:pt x="1181" y="5613"/>
                    </a:cubicBezTo>
                    <a:cubicBezTo>
                      <a:pt x="1776" y="6208"/>
                      <a:pt x="2582" y="6543"/>
                      <a:pt x="342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01" name="Freeform: Shape 4400">
                <a:extLst>
                  <a:ext uri="{FF2B5EF4-FFF2-40B4-BE49-F238E27FC236}">
                    <a16:creationId xmlns:a16="http://schemas.microsoft.com/office/drawing/2014/main" id="{AA08939B-2F60-FA2B-9637-9A3DEFCDD216}"/>
                  </a:ext>
                </a:extLst>
              </p:cNvPr>
              <p:cNvSpPr/>
              <p:nvPr/>
            </p:nvSpPr>
            <p:spPr>
              <a:xfrm>
                <a:off x="4044987" y="5982902"/>
                <a:ext cx="6343" cy="6345"/>
              </a:xfrm>
              <a:custGeom>
                <a:avLst/>
                <a:gdLst>
                  <a:gd name="connsiteX0" fmla="*/ 3423 w 6343"/>
                  <a:gd name="connsiteY0" fmla="*/ 6543 h 6345"/>
                  <a:gd name="connsiteX1" fmla="*/ 5666 w 6343"/>
                  <a:gd name="connsiteY1" fmla="*/ 5613 h 6345"/>
                  <a:gd name="connsiteX2" fmla="*/ 6595 w 6343"/>
                  <a:gd name="connsiteY2" fmla="*/ 3370 h 6345"/>
                  <a:gd name="connsiteX3" fmla="*/ 5666 w 6343"/>
                  <a:gd name="connsiteY3" fmla="*/ 1127 h 6345"/>
                  <a:gd name="connsiteX4" fmla="*/ 3423 w 6343"/>
                  <a:gd name="connsiteY4" fmla="*/ 197 h 6345"/>
                  <a:gd name="connsiteX5" fmla="*/ 1181 w 6343"/>
                  <a:gd name="connsiteY5" fmla="*/ 1127 h 6345"/>
                  <a:gd name="connsiteX6" fmla="*/ 252 w 6343"/>
                  <a:gd name="connsiteY6" fmla="*/ 3370 h 6345"/>
                  <a:gd name="connsiteX7" fmla="*/ 1181 w 6343"/>
                  <a:gd name="connsiteY7" fmla="*/ 5613 h 6345"/>
                  <a:gd name="connsiteX8" fmla="*/ 342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3"/>
                    </a:moveTo>
                    <a:cubicBezTo>
                      <a:pt x="4264" y="6543"/>
                      <a:pt x="5071" y="6208"/>
                      <a:pt x="5666" y="5613"/>
                    </a:cubicBezTo>
                    <a:cubicBezTo>
                      <a:pt x="6261" y="5018"/>
                      <a:pt x="6595" y="4211"/>
                      <a:pt x="6595" y="3370"/>
                    </a:cubicBezTo>
                    <a:cubicBezTo>
                      <a:pt x="6595" y="2529"/>
                      <a:pt x="6261" y="1721"/>
                      <a:pt x="5666" y="1127"/>
                    </a:cubicBezTo>
                    <a:cubicBezTo>
                      <a:pt x="5071" y="532"/>
                      <a:pt x="4264" y="197"/>
                      <a:pt x="3423" y="197"/>
                    </a:cubicBezTo>
                    <a:cubicBezTo>
                      <a:pt x="2582" y="197"/>
                      <a:pt x="1775" y="532"/>
                      <a:pt x="1181" y="1127"/>
                    </a:cubicBezTo>
                    <a:cubicBezTo>
                      <a:pt x="586" y="1721"/>
                      <a:pt x="252" y="2529"/>
                      <a:pt x="252" y="3370"/>
                    </a:cubicBezTo>
                    <a:cubicBezTo>
                      <a:pt x="252" y="4211"/>
                      <a:pt x="586" y="5018"/>
                      <a:pt x="1181" y="5613"/>
                    </a:cubicBezTo>
                    <a:cubicBezTo>
                      <a:pt x="1775" y="6208"/>
                      <a:pt x="2582" y="6543"/>
                      <a:pt x="342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02" name="Freeform: Shape 4401">
                <a:extLst>
                  <a:ext uri="{FF2B5EF4-FFF2-40B4-BE49-F238E27FC236}">
                    <a16:creationId xmlns:a16="http://schemas.microsoft.com/office/drawing/2014/main" id="{A2C94B0D-060D-DE77-42D1-7094728CD8C3}"/>
                  </a:ext>
                </a:extLst>
              </p:cNvPr>
              <p:cNvSpPr/>
              <p:nvPr/>
            </p:nvSpPr>
            <p:spPr>
              <a:xfrm>
                <a:off x="4042719" y="5982862"/>
                <a:ext cx="6343" cy="6345"/>
              </a:xfrm>
              <a:custGeom>
                <a:avLst/>
                <a:gdLst>
                  <a:gd name="connsiteX0" fmla="*/ 3423 w 6343"/>
                  <a:gd name="connsiteY0" fmla="*/ 6543 h 6345"/>
                  <a:gd name="connsiteX1" fmla="*/ 5666 w 6343"/>
                  <a:gd name="connsiteY1" fmla="*/ 5613 h 6345"/>
                  <a:gd name="connsiteX2" fmla="*/ 6595 w 6343"/>
                  <a:gd name="connsiteY2" fmla="*/ 3370 h 6345"/>
                  <a:gd name="connsiteX3" fmla="*/ 5666 w 6343"/>
                  <a:gd name="connsiteY3" fmla="*/ 1127 h 6345"/>
                  <a:gd name="connsiteX4" fmla="*/ 3423 w 6343"/>
                  <a:gd name="connsiteY4" fmla="*/ 197 h 6345"/>
                  <a:gd name="connsiteX5" fmla="*/ 1180 w 6343"/>
                  <a:gd name="connsiteY5" fmla="*/ 1127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3"/>
                    </a:moveTo>
                    <a:cubicBezTo>
                      <a:pt x="4264" y="6543"/>
                      <a:pt x="5071" y="6208"/>
                      <a:pt x="5666" y="5613"/>
                    </a:cubicBezTo>
                    <a:cubicBezTo>
                      <a:pt x="6260" y="5018"/>
                      <a:pt x="6595" y="4211"/>
                      <a:pt x="6595" y="3370"/>
                    </a:cubicBezTo>
                    <a:cubicBezTo>
                      <a:pt x="6595" y="2529"/>
                      <a:pt x="6260" y="1721"/>
                      <a:pt x="5666" y="1127"/>
                    </a:cubicBezTo>
                    <a:cubicBezTo>
                      <a:pt x="5071" y="532"/>
                      <a:pt x="4264" y="197"/>
                      <a:pt x="3423" y="197"/>
                    </a:cubicBezTo>
                    <a:cubicBezTo>
                      <a:pt x="2582" y="197"/>
                      <a:pt x="1775" y="532"/>
                      <a:pt x="1180" y="1127"/>
                    </a:cubicBezTo>
                    <a:cubicBezTo>
                      <a:pt x="586" y="1721"/>
                      <a:pt x="251" y="2529"/>
                      <a:pt x="251" y="3370"/>
                    </a:cubicBezTo>
                    <a:cubicBezTo>
                      <a:pt x="251" y="4211"/>
                      <a:pt x="586" y="5018"/>
                      <a:pt x="1180" y="5613"/>
                    </a:cubicBezTo>
                    <a:cubicBezTo>
                      <a:pt x="1775" y="6208"/>
                      <a:pt x="2582" y="6543"/>
                      <a:pt x="342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03" name="Freeform: Shape 4402">
                <a:extLst>
                  <a:ext uri="{FF2B5EF4-FFF2-40B4-BE49-F238E27FC236}">
                    <a16:creationId xmlns:a16="http://schemas.microsoft.com/office/drawing/2014/main" id="{3858DBAD-E6AA-AB13-6576-29066300203F}"/>
                  </a:ext>
                </a:extLst>
              </p:cNvPr>
              <p:cNvSpPr/>
              <p:nvPr/>
            </p:nvSpPr>
            <p:spPr>
              <a:xfrm>
                <a:off x="4037889" y="5979008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3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8"/>
                      <a:pt x="5665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1" y="531"/>
                      <a:pt x="4264" y="197"/>
                      <a:pt x="3423" y="197"/>
                    </a:cubicBezTo>
                    <a:cubicBezTo>
                      <a:pt x="2582" y="197"/>
                      <a:pt x="1775" y="531"/>
                      <a:pt x="1180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5" y="6208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04" name="Freeform: Shape 4403">
                <a:extLst>
                  <a:ext uri="{FF2B5EF4-FFF2-40B4-BE49-F238E27FC236}">
                    <a16:creationId xmlns:a16="http://schemas.microsoft.com/office/drawing/2014/main" id="{3C4AC3AA-8FE9-B794-FF50-8B84C7FFB6B5}"/>
                  </a:ext>
                </a:extLst>
              </p:cNvPr>
              <p:cNvSpPr/>
              <p:nvPr/>
            </p:nvSpPr>
            <p:spPr>
              <a:xfrm>
                <a:off x="4035317" y="5978404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4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4" y="197"/>
                      <a:pt x="3422" y="197"/>
                    </a:cubicBezTo>
                    <a:cubicBezTo>
                      <a:pt x="2581" y="197"/>
                      <a:pt x="1775" y="531"/>
                      <a:pt x="1180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5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05" name="Freeform: Shape 4404">
                <a:extLst>
                  <a:ext uri="{FF2B5EF4-FFF2-40B4-BE49-F238E27FC236}">
                    <a16:creationId xmlns:a16="http://schemas.microsoft.com/office/drawing/2014/main" id="{BAC311E3-416D-3557-4512-42AA31F065A4}"/>
                  </a:ext>
                </a:extLst>
              </p:cNvPr>
              <p:cNvSpPr/>
              <p:nvPr/>
            </p:nvSpPr>
            <p:spPr>
              <a:xfrm>
                <a:off x="4031875" y="5976437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69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69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80" y="1126"/>
                    </a:cubicBezTo>
                    <a:cubicBezTo>
                      <a:pt x="585" y="1721"/>
                      <a:pt x="251" y="2528"/>
                      <a:pt x="251" y="3369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06" name="Freeform: Shape 4405">
                <a:extLst>
                  <a:ext uri="{FF2B5EF4-FFF2-40B4-BE49-F238E27FC236}">
                    <a16:creationId xmlns:a16="http://schemas.microsoft.com/office/drawing/2014/main" id="{9A8E9A88-EE66-374E-3B09-1635213D8FA9}"/>
                  </a:ext>
                </a:extLst>
              </p:cNvPr>
              <p:cNvSpPr/>
              <p:nvPr/>
            </p:nvSpPr>
            <p:spPr>
              <a:xfrm>
                <a:off x="4030240" y="5977169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1 w 6343"/>
                  <a:gd name="connsiteY6" fmla="*/ 3370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70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07" name="Freeform: Shape 4406">
                <a:extLst>
                  <a:ext uri="{FF2B5EF4-FFF2-40B4-BE49-F238E27FC236}">
                    <a16:creationId xmlns:a16="http://schemas.microsoft.com/office/drawing/2014/main" id="{764879AF-9BC4-1F16-7A43-821C5D232050}"/>
                  </a:ext>
                </a:extLst>
              </p:cNvPr>
              <p:cNvSpPr/>
              <p:nvPr/>
            </p:nvSpPr>
            <p:spPr>
              <a:xfrm>
                <a:off x="4028985" y="5978487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70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70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0" y="2528"/>
                      <a:pt x="250" y="3370"/>
                    </a:cubicBezTo>
                    <a:cubicBezTo>
                      <a:pt x="250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08" name="Freeform: Shape 4407">
                <a:extLst>
                  <a:ext uri="{FF2B5EF4-FFF2-40B4-BE49-F238E27FC236}">
                    <a16:creationId xmlns:a16="http://schemas.microsoft.com/office/drawing/2014/main" id="{363D159C-162E-F961-DC48-62B44A1FA89C}"/>
                  </a:ext>
                </a:extLst>
              </p:cNvPr>
              <p:cNvSpPr/>
              <p:nvPr/>
            </p:nvSpPr>
            <p:spPr>
              <a:xfrm>
                <a:off x="4026456" y="5977803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70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70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70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70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09" name="Freeform: Shape 4408">
                <a:extLst>
                  <a:ext uri="{FF2B5EF4-FFF2-40B4-BE49-F238E27FC236}">
                    <a16:creationId xmlns:a16="http://schemas.microsoft.com/office/drawing/2014/main" id="{241A4520-EA77-DB79-81C4-EC138A591A20}"/>
                  </a:ext>
                </a:extLst>
              </p:cNvPr>
              <p:cNvSpPr/>
              <p:nvPr/>
            </p:nvSpPr>
            <p:spPr>
              <a:xfrm>
                <a:off x="4069359" y="6049832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8 w 6343"/>
                  <a:gd name="connsiteY1" fmla="*/ 5619 h 6345"/>
                  <a:gd name="connsiteX2" fmla="*/ 6597 w 6343"/>
                  <a:gd name="connsiteY2" fmla="*/ 3375 h 6345"/>
                  <a:gd name="connsiteX3" fmla="*/ 5668 w 6343"/>
                  <a:gd name="connsiteY3" fmla="*/ 1132 h 6345"/>
                  <a:gd name="connsiteX4" fmla="*/ 3425 w 6343"/>
                  <a:gd name="connsiteY4" fmla="*/ 203 h 6345"/>
                  <a:gd name="connsiteX5" fmla="*/ 1183 w 6343"/>
                  <a:gd name="connsiteY5" fmla="*/ 1132 h 6345"/>
                  <a:gd name="connsiteX6" fmla="*/ 254 w 6343"/>
                  <a:gd name="connsiteY6" fmla="*/ 3375 h 6345"/>
                  <a:gd name="connsiteX7" fmla="*/ 1183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3" y="6214"/>
                      <a:pt x="5668" y="5619"/>
                    </a:cubicBezTo>
                    <a:cubicBezTo>
                      <a:pt x="6263" y="5024"/>
                      <a:pt x="6597" y="4217"/>
                      <a:pt x="6597" y="3375"/>
                    </a:cubicBezTo>
                    <a:cubicBezTo>
                      <a:pt x="6597" y="2534"/>
                      <a:pt x="6263" y="1727"/>
                      <a:pt x="5668" y="1132"/>
                    </a:cubicBezTo>
                    <a:cubicBezTo>
                      <a:pt x="5073" y="537"/>
                      <a:pt x="4266" y="203"/>
                      <a:pt x="3425" y="203"/>
                    </a:cubicBezTo>
                    <a:cubicBezTo>
                      <a:pt x="2584" y="203"/>
                      <a:pt x="1777" y="537"/>
                      <a:pt x="1183" y="1132"/>
                    </a:cubicBezTo>
                    <a:cubicBezTo>
                      <a:pt x="588" y="1727"/>
                      <a:pt x="254" y="2534"/>
                      <a:pt x="254" y="3375"/>
                    </a:cubicBezTo>
                    <a:cubicBezTo>
                      <a:pt x="254" y="4217"/>
                      <a:pt x="588" y="5024"/>
                      <a:pt x="1183" y="5619"/>
                    </a:cubicBezTo>
                    <a:cubicBezTo>
                      <a:pt x="1777" y="6214"/>
                      <a:pt x="2584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10" name="Freeform: Shape 4409">
                <a:extLst>
                  <a:ext uri="{FF2B5EF4-FFF2-40B4-BE49-F238E27FC236}">
                    <a16:creationId xmlns:a16="http://schemas.microsoft.com/office/drawing/2014/main" id="{0F3BF3E1-283E-BEBB-5FA2-E1F8B2952387}"/>
                  </a:ext>
                </a:extLst>
              </p:cNvPr>
              <p:cNvSpPr/>
              <p:nvPr/>
            </p:nvSpPr>
            <p:spPr>
              <a:xfrm>
                <a:off x="4067032" y="6050387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8 w 6343"/>
                  <a:gd name="connsiteY1" fmla="*/ 5619 h 6345"/>
                  <a:gd name="connsiteX2" fmla="*/ 6597 w 6343"/>
                  <a:gd name="connsiteY2" fmla="*/ 3375 h 6345"/>
                  <a:gd name="connsiteX3" fmla="*/ 5668 w 6343"/>
                  <a:gd name="connsiteY3" fmla="*/ 1132 h 6345"/>
                  <a:gd name="connsiteX4" fmla="*/ 3425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3" y="6214"/>
                      <a:pt x="5668" y="5619"/>
                    </a:cubicBezTo>
                    <a:cubicBezTo>
                      <a:pt x="6262" y="5024"/>
                      <a:pt x="6597" y="4217"/>
                      <a:pt x="6597" y="3375"/>
                    </a:cubicBezTo>
                    <a:cubicBezTo>
                      <a:pt x="6597" y="2534"/>
                      <a:pt x="6262" y="1727"/>
                      <a:pt x="5668" y="1132"/>
                    </a:cubicBezTo>
                    <a:cubicBezTo>
                      <a:pt x="5073" y="537"/>
                      <a:pt x="4266" y="203"/>
                      <a:pt x="3425" y="203"/>
                    </a:cubicBezTo>
                    <a:cubicBezTo>
                      <a:pt x="2584" y="203"/>
                      <a:pt x="1777" y="537"/>
                      <a:pt x="1182" y="1132"/>
                    </a:cubicBezTo>
                    <a:cubicBezTo>
                      <a:pt x="588" y="1727"/>
                      <a:pt x="253" y="2534"/>
                      <a:pt x="253" y="3375"/>
                    </a:cubicBezTo>
                    <a:cubicBezTo>
                      <a:pt x="253" y="4217"/>
                      <a:pt x="588" y="5024"/>
                      <a:pt x="1182" y="5619"/>
                    </a:cubicBezTo>
                    <a:cubicBezTo>
                      <a:pt x="1777" y="6214"/>
                      <a:pt x="2584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11" name="Freeform: Shape 4410">
                <a:extLst>
                  <a:ext uri="{FF2B5EF4-FFF2-40B4-BE49-F238E27FC236}">
                    <a16:creationId xmlns:a16="http://schemas.microsoft.com/office/drawing/2014/main" id="{BA26F664-FDCA-9ADD-E221-3F9B1AA49EDA}"/>
                  </a:ext>
                </a:extLst>
              </p:cNvPr>
              <p:cNvSpPr/>
              <p:nvPr/>
            </p:nvSpPr>
            <p:spPr>
              <a:xfrm>
                <a:off x="4064754" y="6051006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5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3" y="6214"/>
                      <a:pt x="5667" y="5619"/>
                    </a:cubicBezTo>
                    <a:cubicBezTo>
                      <a:pt x="6262" y="5024"/>
                      <a:pt x="6596" y="4217"/>
                      <a:pt x="6596" y="3375"/>
                    </a:cubicBezTo>
                    <a:cubicBezTo>
                      <a:pt x="6596" y="2534"/>
                      <a:pt x="6262" y="1727"/>
                      <a:pt x="5667" y="1132"/>
                    </a:cubicBezTo>
                    <a:cubicBezTo>
                      <a:pt x="5073" y="537"/>
                      <a:pt x="4266" y="203"/>
                      <a:pt x="3425" y="203"/>
                    </a:cubicBezTo>
                    <a:cubicBezTo>
                      <a:pt x="2584" y="203"/>
                      <a:pt x="1777" y="537"/>
                      <a:pt x="1182" y="1132"/>
                    </a:cubicBezTo>
                    <a:cubicBezTo>
                      <a:pt x="587" y="1727"/>
                      <a:pt x="253" y="2534"/>
                      <a:pt x="253" y="3375"/>
                    </a:cubicBezTo>
                    <a:cubicBezTo>
                      <a:pt x="253" y="4217"/>
                      <a:pt x="587" y="5024"/>
                      <a:pt x="1182" y="5619"/>
                    </a:cubicBezTo>
                    <a:cubicBezTo>
                      <a:pt x="1777" y="6214"/>
                      <a:pt x="2584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12" name="Freeform: Shape 4411">
                <a:extLst>
                  <a:ext uri="{FF2B5EF4-FFF2-40B4-BE49-F238E27FC236}">
                    <a16:creationId xmlns:a16="http://schemas.microsoft.com/office/drawing/2014/main" id="{B7992B52-479C-81DA-C7EE-EE7A3B0B71B1}"/>
                  </a:ext>
                </a:extLst>
              </p:cNvPr>
              <p:cNvSpPr/>
              <p:nvPr/>
            </p:nvSpPr>
            <p:spPr>
              <a:xfrm>
                <a:off x="4062184" y="6051123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5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2" y="6214"/>
                      <a:pt x="5667" y="5619"/>
                    </a:cubicBezTo>
                    <a:cubicBezTo>
                      <a:pt x="6262" y="5024"/>
                      <a:pt x="6596" y="4217"/>
                      <a:pt x="6596" y="3375"/>
                    </a:cubicBezTo>
                    <a:cubicBezTo>
                      <a:pt x="6596" y="2534"/>
                      <a:pt x="6262" y="1727"/>
                      <a:pt x="5667" y="1132"/>
                    </a:cubicBezTo>
                    <a:cubicBezTo>
                      <a:pt x="5072" y="537"/>
                      <a:pt x="4266" y="203"/>
                      <a:pt x="3425" y="203"/>
                    </a:cubicBezTo>
                    <a:cubicBezTo>
                      <a:pt x="2583" y="203"/>
                      <a:pt x="1777" y="537"/>
                      <a:pt x="1182" y="1132"/>
                    </a:cubicBezTo>
                    <a:cubicBezTo>
                      <a:pt x="587" y="1727"/>
                      <a:pt x="253" y="2534"/>
                      <a:pt x="253" y="3375"/>
                    </a:cubicBezTo>
                    <a:cubicBezTo>
                      <a:pt x="253" y="4217"/>
                      <a:pt x="587" y="5024"/>
                      <a:pt x="1182" y="5619"/>
                    </a:cubicBezTo>
                    <a:cubicBezTo>
                      <a:pt x="1777" y="6214"/>
                      <a:pt x="2583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13" name="Freeform: Shape 4412">
                <a:extLst>
                  <a:ext uri="{FF2B5EF4-FFF2-40B4-BE49-F238E27FC236}">
                    <a16:creationId xmlns:a16="http://schemas.microsoft.com/office/drawing/2014/main" id="{467021F7-88CC-5359-3F0B-AD584D7E6774}"/>
                  </a:ext>
                </a:extLst>
              </p:cNvPr>
              <p:cNvSpPr/>
              <p:nvPr/>
            </p:nvSpPr>
            <p:spPr>
              <a:xfrm>
                <a:off x="4059476" y="6050976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4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2" y="6214"/>
                      <a:pt x="5667" y="5619"/>
                    </a:cubicBezTo>
                    <a:cubicBezTo>
                      <a:pt x="6262" y="5024"/>
                      <a:pt x="6596" y="4217"/>
                      <a:pt x="6596" y="3375"/>
                    </a:cubicBezTo>
                    <a:cubicBezTo>
                      <a:pt x="6596" y="2534"/>
                      <a:pt x="6262" y="1727"/>
                      <a:pt x="5667" y="1132"/>
                    </a:cubicBezTo>
                    <a:cubicBezTo>
                      <a:pt x="5072" y="537"/>
                      <a:pt x="4265" y="203"/>
                      <a:pt x="3424" y="203"/>
                    </a:cubicBezTo>
                    <a:cubicBezTo>
                      <a:pt x="2583" y="203"/>
                      <a:pt x="1776" y="537"/>
                      <a:pt x="1182" y="1132"/>
                    </a:cubicBezTo>
                    <a:cubicBezTo>
                      <a:pt x="587" y="1727"/>
                      <a:pt x="253" y="2534"/>
                      <a:pt x="253" y="3375"/>
                    </a:cubicBezTo>
                    <a:cubicBezTo>
                      <a:pt x="253" y="4217"/>
                      <a:pt x="587" y="5024"/>
                      <a:pt x="1182" y="5619"/>
                    </a:cubicBezTo>
                    <a:cubicBezTo>
                      <a:pt x="1776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14" name="Freeform: Shape 4413">
                <a:extLst>
                  <a:ext uri="{FF2B5EF4-FFF2-40B4-BE49-F238E27FC236}">
                    <a16:creationId xmlns:a16="http://schemas.microsoft.com/office/drawing/2014/main" id="{0DCEA1A9-AC69-8969-8334-F692A3764F7D}"/>
                  </a:ext>
                </a:extLst>
              </p:cNvPr>
              <p:cNvSpPr/>
              <p:nvPr/>
            </p:nvSpPr>
            <p:spPr>
              <a:xfrm>
                <a:off x="4057134" y="6051420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4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2" y="6214"/>
                      <a:pt x="5667" y="5619"/>
                    </a:cubicBezTo>
                    <a:cubicBezTo>
                      <a:pt x="6262" y="5024"/>
                      <a:pt x="6596" y="4217"/>
                      <a:pt x="6596" y="3375"/>
                    </a:cubicBezTo>
                    <a:cubicBezTo>
                      <a:pt x="6596" y="2534"/>
                      <a:pt x="6262" y="1727"/>
                      <a:pt x="5667" y="1132"/>
                    </a:cubicBezTo>
                    <a:cubicBezTo>
                      <a:pt x="5072" y="537"/>
                      <a:pt x="4265" y="203"/>
                      <a:pt x="3424" y="203"/>
                    </a:cubicBezTo>
                    <a:cubicBezTo>
                      <a:pt x="2583" y="203"/>
                      <a:pt x="1776" y="537"/>
                      <a:pt x="1182" y="1132"/>
                    </a:cubicBezTo>
                    <a:cubicBezTo>
                      <a:pt x="587" y="1727"/>
                      <a:pt x="253" y="2534"/>
                      <a:pt x="253" y="3375"/>
                    </a:cubicBezTo>
                    <a:cubicBezTo>
                      <a:pt x="253" y="4217"/>
                      <a:pt x="587" y="5024"/>
                      <a:pt x="1182" y="5619"/>
                    </a:cubicBezTo>
                    <a:cubicBezTo>
                      <a:pt x="1776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15" name="Freeform: Shape 4414">
                <a:extLst>
                  <a:ext uri="{FF2B5EF4-FFF2-40B4-BE49-F238E27FC236}">
                    <a16:creationId xmlns:a16="http://schemas.microsoft.com/office/drawing/2014/main" id="{46C8D396-DA78-831F-6478-314E03988C97}"/>
                  </a:ext>
                </a:extLst>
              </p:cNvPr>
              <p:cNvSpPr/>
              <p:nvPr/>
            </p:nvSpPr>
            <p:spPr>
              <a:xfrm>
                <a:off x="4054417" y="6051192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4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2" y="6214"/>
                      <a:pt x="5667" y="5619"/>
                    </a:cubicBezTo>
                    <a:cubicBezTo>
                      <a:pt x="6261" y="5024"/>
                      <a:pt x="6596" y="4217"/>
                      <a:pt x="6596" y="3375"/>
                    </a:cubicBezTo>
                    <a:cubicBezTo>
                      <a:pt x="6596" y="2534"/>
                      <a:pt x="6261" y="1727"/>
                      <a:pt x="5667" y="1132"/>
                    </a:cubicBezTo>
                    <a:cubicBezTo>
                      <a:pt x="5072" y="537"/>
                      <a:pt x="4265" y="203"/>
                      <a:pt x="3424" y="203"/>
                    </a:cubicBezTo>
                    <a:cubicBezTo>
                      <a:pt x="2583" y="203"/>
                      <a:pt x="1776" y="537"/>
                      <a:pt x="1181" y="1132"/>
                    </a:cubicBezTo>
                    <a:cubicBezTo>
                      <a:pt x="587" y="1727"/>
                      <a:pt x="252" y="2534"/>
                      <a:pt x="252" y="3375"/>
                    </a:cubicBezTo>
                    <a:cubicBezTo>
                      <a:pt x="252" y="4217"/>
                      <a:pt x="587" y="5024"/>
                      <a:pt x="1181" y="5619"/>
                    </a:cubicBezTo>
                    <a:cubicBezTo>
                      <a:pt x="1776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16" name="Freeform: Shape 4415">
                <a:extLst>
                  <a:ext uri="{FF2B5EF4-FFF2-40B4-BE49-F238E27FC236}">
                    <a16:creationId xmlns:a16="http://schemas.microsoft.com/office/drawing/2014/main" id="{D7BE54FB-A70C-78AA-507F-B03413907330}"/>
                  </a:ext>
                </a:extLst>
              </p:cNvPr>
              <p:cNvSpPr/>
              <p:nvPr/>
            </p:nvSpPr>
            <p:spPr>
              <a:xfrm>
                <a:off x="4051570" y="6050696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5 h 6345"/>
                  <a:gd name="connsiteX3" fmla="*/ 5666 w 6343"/>
                  <a:gd name="connsiteY3" fmla="*/ 1132 h 6345"/>
                  <a:gd name="connsiteX4" fmla="*/ 3424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2" y="6214"/>
                      <a:pt x="5666" y="5619"/>
                    </a:cubicBezTo>
                    <a:cubicBezTo>
                      <a:pt x="6261" y="5024"/>
                      <a:pt x="6595" y="4217"/>
                      <a:pt x="6595" y="3375"/>
                    </a:cubicBezTo>
                    <a:cubicBezTo>
                      <a:pt x="6595" y="2534"/>
                      <a:pt x="6261" y="1727"/>
                      <a:pt x="5666" y="1132"/>
                    </a:cubicBezTo>
                    <a:cubicBezTo>
                      <a:pt x="5072" y="537"/>
                      <a:pt x="4265" y="203"/>
                      <a:pt x="3424" y="203"/>
                    </a:cubicBezTo>
                    <a:cubicBezTo>
                      <a:pt x="2583" y="203"/>
                      <a:pt x="1776" y="537"/>
                      <a:pt x="1181" y="1132"/>
                    </a:cubicBezTo>
                    <a:cubicBezTo>
                      <a:pt x="586" y="1727"/>
                      <a:pt x="252" y="2534"/>
                      <a:pt x="252" y="3375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6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17" name="Freeform: Shape 4416">
                <a:extLst>
                  <a:ext uri="{FF2B5EF4-FFF2-40B4-BE49-F238E27FC236}">
                    <a16:creationId xmlns:a16="http://schemas.microsoft.com/office/drawing/2014/main" id="{042A1866-D48B-D7CD-DCA7-35F8CC88DF83}"/>
                  </a:ext>
                </a:extLst>
              </p:cNvPr>
              <p:cNvSpPr/>
              <p:nvPr/>
            </p:nvSpPr>
            <p:spPr>
              <a:xfrm>
                <a:off x="4048943" y="6050548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5 h 6345"/>
                  <a:gd name="connsiteX3" fmla="*/ 5666 w 6343"/>
                  <a:gd name="connsiteY3" fmla="*/ 1132 h 6345"/>
                  <a:gd name="connsiteX4" fmla="*/ 3424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1" y="6214"/>
                      <a:pt x="5666" y="5619"/>
                    </a:cubicBezTo>
                    <a:cubicBezTo>
                      <a:pt x="6261" y="5024"/>
                      <a:pt x="6595" y="4217"/>
                      <a:pt x="6595" y="3375"/>
                    </a:cubicBezTo>
                    <a:cubicBezTo>
                      <a:pt x="6595" y="2534"/>
                      <a:pt x="6261" y="1727"/>
                      <a:pt x="5666" y="1132"/>
                    </a:cubicBezTo>
                    <a:cubicBezTo>
                      <a:pt x="5071" y="537"/>
                      <a:pt x="4265" y="203"/>
                      <a:pt x="3424" y="203"/>
                    </a:cubicBezTo>
                    <a:cubicBezTo>
                      <a:pt x="2582" y="203"/>
                      <a:pt x="1776" y="537"/>
                      <a:pt x="1181" y="1132"/>
                    </a:cubicBezTo>
                    <a:cubicBezTo>
                      <a:pt x="586" y="1727"/>
                      <a:pt x="252" y="2534"/>
                      <a:pt x="252" y="3375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6" y="6214"/>
                      <a:pt x="2582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18" name="Freeform: Shape 4417">
                <a:extLst>
                  <a:ext uri="{FF2B5EF4-FFF2-40B4-BE49-F238E27FC236}">
                    <a16:creationId xmlns:a16="http://schemas.microsoft.com/office/drawing/2014/main" id="{8B8CFE4B-8799-47B8-8B24-91C56D177A48}"/>
                  </a:ext>
                </a:extLst>
              </p:cNvPr>
              <p:cNvSpPr/>
              <p:nvPr/>
            </p:nvSpPr>
            <p:spPr>
              <a:xfrm>
                <a:off x="4046256" y="6050256"/>
                <a:ext cx="6343" cy="6345"/>
              </a:xfrm>
              <a:custGeom>
                <a:avLst/>
                <a:gdLst>
                  <a:gd name="connsiteX0" fmla="*/ 3423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5 h 6345"/>
                  <a:gd name="connsiteX3" fmla="*/ 5666 w 6343"/>
                  <a:gd name="connsiteY3" fmla="*/ 1132 h 6345"/>
                  <a:gd name="connsiteX4" fmla="*/ 3423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8"/>
                    </a:moveTo>
                    <a:cubicBezTo>
                      <a:pt x="4264" y="6548"/>
                      <a:pt x="5071" y="6214"/>
                      <a:pt x="5666" y="5619"/>
                    </a:cubicBezTo>
                    <a:cubicBezTo>
                      <a:pt x="6261" y="5024"/>
                      <a:pt x="6595" y="4217"/>
                      <a:pt x="6595" y="3375"/>
                    </a:cubicBezTo>
                    <a:cubicBezTo>
                      <a:pt x="6595" y="2534"/>
                      <a:pt x="6261" y="1727"/>
                      <a:pt x="5666" y="1132"/>
                    </a:cubicBezTo>
                    <a:cubicBezTo>
                      <a:pt x="5071" y="537"/>
                      <a:pt x="4264" y="203"/>
                      <a:pt x="3423" y="203"/>
                    </a:cubicBezTo>
                    <a:cubicBezTo>
                      <a:pt x="2582" y="203"/>
                      <a:pt x="1775" y="537"/>
                      <a:pt x="1181" y="1132"/>
                    </a:cubicBezTo>
                    <a:cubicBezTo>
                      <a:pt x="586" y="1727"/>
                      <a:pt x="252" y="2534"/>
                      <a:pt x="252" y="3375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5" y="6214"/>
                      <a:pt x="2582" y="6548"/>
                      <a:pt x="342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19" name="Freeform: Shape 4418">
                <a:extLst>
                  <a:ext uri="{FF2B5EF4-FFF2-40B4-BE49-F238E27FC236}">
                    <a16:creationId xmlns:a16="http://schemas.microsoft.com/office/drawing/2014/main" id="{9C56C146-B52A-CC1D-0652-EF401715F4C1}"/>
                  </a:ext>
                </a:extLst>
              </p:cNvPr>
              <p:cNvSpPr/>
              <p:nvPr/>
            </p:nvSpPr>
            <p:spPr>
              <a:xfrm>
                <a:off x="4043917" y="6050565"/>
                <a:ext cx="6343" cy="6345"/>
              </a:xfrm>
              <a:custGeom>
                <a:avLst/>
                <a:gdLst>
                  <a:gd name="connsiteX0" fmla="*/ 3423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5 h 6345"/>
                  <a:gd name="connsiteX3" fmla="*/ 5666 w 6343"/>
                  <a:gd name="connsiteY3" fmla="*/ 1132 h 6345"/>
                  <a:gd name="connsiteX4" fmla="*/ 3423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8"/>
                    </a:moveTo>
                    <a:cubicBezTo>
                      <a:pt x="4264" y="6548"/>
                      <a:pt x="5071" y="6214"/>
                      <a:pt x="5666" y="5619"/>
                    </a:cubicBezTo>
                    <a:cubicBezTo>
                      <a:pt x="6261" y="5024"/>
                      <a:pt x="6595" y="4217"/>
                      <a:pt x="6595" y="3375"/>
                    </a:cubicBezTo>
                    <a:cubicBezTo>
                      <a:pt x="6595" y="2534"/>
                      <a:pt x="6261" y="1727"/>
                      <a:pt x="5666" y="1132"/>
                    </a:cubicBezTo>
                    <a:cubicBezTo>
                      <a:pt x="5071" y="537"/>
                      <a:pt x="4264" y="203"/>
                      <a:pt x="3423" y="203"/>
                    </a:cubicBezTo>
                    <a:cubicBezTo>
                      <a:pt x="2582" y="203"/>
                      <a:pt x="1775" y="537"/>
                      <a:pt x="1181" y="1132"/>
                    </a:cubicBezTo>
                    <a:cubicBezTo>
                      <a:pt x="586" y="1727"/>
                      <a:pt x="252" y="2534"/>
                      <a:pt x="252" y="3375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5" y="6214"/>
                      <a:pt x="2582" y="6548"/>
                      <a:pt x="342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20" name="Freeform: Shape 4419">
                <a:extLst>
                  <a:ext uri="{FF2B5EF4-FFF2-40B4-BE49-F238E27FC236}">
                    <a16:creationId xmlns:a16="http://schemas.microsoft.com/office/drawing/2014/main" id="{802A4118-62C3-410F-AC3D-D391D4277808}"/>
                  </a:ext>
                </a:extLst>
              </p:cNvPr>
              <p:cNvSpPr/>
              <p:nvPr/>
            </p:nvSpPr>
            <p:spPr>
              <a:xfrm>
                <a:off x="4041426" y="6050566"/>
                <a:ext cx="6343" cy="6345"/>
              </a:xfrm>
              <a:custGeom>
                <a:avLst/>
                <a:gdLst>
                  <a:gd name="connsiteX0" fmla="*/ 3423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5 h 6345"/>
                  <a:gd name="connsiteX3" fmla="*/ 5666 w 6343"/>
                  <a:gd name="connsiteY3" fmla="*/ 1132 h 6345"/>
                  <a:gd name="connsiteX4" fmla="*/ 3423 w 6343"/>
                  <a:gd name="connsiteY4" fmla="*/ 203 h 6345"/>
                  <a:gd name="connsiteX5" fmla="*/ 1180 w 6343"/>
                  <a:gd name="connsiteY5" fmla="*/ 1132 h 6345"/>
                  <a:gd name="connsiteX6" fmla="*/ 251 w 6343"/>
                  <a:gd name="connsiteY6" fmla="*/ 3375 h 6345"/>
                  <a:gd name="connsiteX7" fmla="*/ 1180 w 6343"/>
                  <a:gd name="connsiteY7" fmla="*/ 5619 h 6345"/>
                  <a:gd name="connsiteX8" fmla="*/ 342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8"/>
                    </a:moveTo>
                    <a:cubicBezTo>
                      <a:pt x="4264" y="6548"/>
                      <a:pt x="5071" y="6214"/>
                      <a:pt x="5666" y="5619"/>
                    </a:cubicBezTo>
                    <a:cubicBezTo>
                      <a:pt x="6260" y="5024"/>
                      <a:pt x="6595" y="4217"/>
                      <a:pt x="6595" y="3375"/>
                    </a:cubicBezTo>
                    <a:cubicBezTo>
                      <a:pt x="6595" y="2534"/>
                      <a:pt x="6260" y="1727"/>
                      <a:pt x="5666" y="1132"/>
                    </a:cubicBezTo>
                    <a:cubicBezTo>
                      <a:pt x="5071" y="537"/>
                      <a:pt x="4264" y="203"/>
                      <a:pt x="3423" y="203"/>
                    </a:cubicBezTo>
                    <a:cubicBezTo>
                      <a:pt x="2582" y="203"/>
                      <a:pt x="1775" y="537"/>
                      <a:pt x="1180" y="1132"/>
                    </a:cubicBezTo>
                    <a:cubicBezTo>
                      <a:pt x="586" y="1727"/>
                      <a:pt x="251" y="2534"/>
                      <a:pt x="251" y="3375"/>
                    </a:cubicBezTo>
                    <a:cubicBezTo>
                      <a:pt x="251" y="4217"/>
                      <a:pt x="586" y="5024"/>
                      <a:pt x="1180" y="5619"/>
                    </a:cubicBezTo>
                    <a:cubicBezTo>
                      <a:pt x="1775" y="6214"/>
                      <a:pt x="2582" y="6548"/>
                      <a:pt x="342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21" name="Freeform: Shape 4420">
                <a:extLst>
                  <a:ext uri="{FF2B5EF4-FFF2-40B4-BE49-F238E27FC236}">
                    <a16:creationId xmlns:a16="http://schemas.microsoft.com/office/drawing/2014/main" id="{542449DF-A03D-12A8-229B-994CB840E342}"/>
                  </a:ext>
                </a:extLst>
              </p:cNvPr>
              <p:cNvSpPr/>
              <p:nvPr/>
            </p:nvSpPr>
            <p:spPr>
              <a:xfrm>
                <a:off x="4039160" y="6050966"/>
                <a:ext cx="6343" cy="6345"/>
              </a:xfrm>
              <a:custGeom>
                <a:avLst/>
                <a:gdLst>
                  <a:gd name="connsiteX0" fmla="*/ 3423 w 6343"/>
                  <a:gd name="connsiteY0" fmla="*/ 6548 h 6345"/>
                  <a:gd name="connsiteX1" fmla="*/ 5665 w 6343"/>
                  <a:gd name="connsiteY1" fmla="*/ 5619 h 6345"/>
                  <a:gd name="connsiteX2" fmla="*/ 6594 w 6343"/>
                  <a:gd name="connsiteY2" fmla="*/ 3375 h 6345"/>
                  <a:gd name="connsiteX3" fmla="*/ 5665 w 6343"/>
                  <a:gd name="connsiteY3" fmla="*/ 1132 h 6345"/>
                  <a:gd name="connsiteX4" fmla="*/ 3423 w 6343"/>
                  <a:gd name="connsiteY4" fmla="*/ 203 h 6345"/>
                  <a:gd name="connsiteX5" fmla="*/ 1180 w 6343"/>
                  <a:gd name="connsiteY5" fmla="*/ 1132 h 6345"/>
                  <a:gd name="connsiteX6" fmla="*/ 251 w 6343"/>
                  <a:gd name="connsiteY6" fmla="*/ 3375 h 6345"/>
                  <a:gd name="connsiteX7" fmla="*/ 1180 w 6343"/>
                  <a:gd name="connsiteY7" fmla="*/ 5619 h 6345"/>
                  <a:gd name="connsiteX8" fmla="*/ 342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8"/>
                    </a:moveTo>
                    <a:cubicBezTo>
                      <a:pt x="4264" y="6548"/>
                      <a:pt x="5071" y="6214"/>
                      <a:pt x="5665" y="5619"/>
                    </a:cubicBezTo>
                    <a:cubicBezTo>
                      <a:pt x="6260" y="5024"/>
                      <a:pt x="6594" y="4217"/>
                      <a:pt x="6594" y="3375"/>
                    </a:cubicBezTo>
                    <a:cubicBezTo>
                      <a:pt x="6594" y="2534"/>
                      <a:pt x="6260" y="1727"/>
                      <a:pt x="5665" y="1132"/>
                    </a:cubicBezTo>
                    <a:cubicBezTo>
                      <a:pt x="5071" y="537"/>
                      <a:pt x="4264" y="203"/>
                      <a:pt x="3423" y="203"/>
                    </a:cubicBezTo>
                    <a:cubicBezTo>
                      <a:pt x="2582" y="203"/>
                      <a:pt x="1775" y="537"/>
                      <a:pt x="1180" y="1132"/>
                    </a:cubicBezTo>
                    <a:cubicBezTo>
                      <a:pt x="585" y="1727"/>
                      <a:pt x="251" y="2534"/>
                      <a:pt x="251" y="3375"/>
                    </a:cubicBezTo>
                    <a:cubicBezTo>
                      <a:pt x="251" y="4217"/>
                      <a:pt x="585" y="5024"/>
                      <a:pt x="1180" y="5619"/>
                    </a:cubicBezTo>
                    <a:cubicBezTo>
                      <a:pt x="1775" y="6214"/>
                      <a:pt x="2582" y="6548"/>
                      <a:pt x="342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22" name="Freeform: Shape 4421">
                <a:extLst>
                  <a:ext uri="{FF2B5EF4-FFF2-40B4-BE49-F238E27FC236}">
                    <a16:creationId xmlns:a16="http://schemas.microsoft.com/office/drawing/2014/main" id="{C32B8C2E-B22B-DE0F-00B7-3D463253166B}"/>
                  </a:ext>
                </a:extLst>
              </p:cNvPr>
              <p:cNvSpPr/>
              <p:nvPr/>
            </p:nvSpPr>
            <p:spPr>
              <a:xfrm>
                <a:off x="4035896" y="6049421"/>
                <a:ext cx="6343" cy="6345"/>
              </a:xfrm>
              <a:custGeom>
                <a:avLst/>
                <a:gdLst>
                  <a:gd name="connsiteX0" fmla="*/ 3423 w 6343"/>
                  <a:gd name="connsiteY0" fmla="*/ 6548 h 6345"/>
                  <a:gd name="connsiteX1" fmla="*/ 5665 w 6343"/>
                  <a:gd name="connsiteY1" fmla="*/ 5619 h 6345"/>
                  <a:gd name="connsiteX2" fmla="*/ 6594 w 6343"/>
                  <a:gd name="connsiteY2" fmla="*/ 3375 h 6345"/>
                  <a:gd name="connsiteX3" fmla="*/ 5665 w 6343"/>
                  <a:gd name="connsiteY3" fmla="*/ 1132 h 6345"/>
                  <a:gd name="connsiteX4" fmla="*/ 3423 w 6343"/>
                  <a:gd name="connsiteY4" fmla="*/ 203 h 6345"/>
                  <a:gd name="connsiteX5" fmla="*/ 1180 w 6343"/>
                  <a:gd name="connsiteY5" fmla="*/ 1132 h 6345"/>
                  <a:gd name="connsiteX6" fmla="*/ 251 w 6343"/>
                  <a:gd name="connsiteY6" fmla="*/ 3375 h 6345"/>
                  <a:gd name="connsiteX7" fmla="*/ 1180 w 6343"/>
                  <a:gd name="connsiteY7" fmla="*/ 5619 h 6345"/>
                  <a:gd name="connsiteX8" fmla="*/ 342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8"/>
                    </a:moveTo>
                    <a:cubicBezTo>
                      <a:pt x="4264" y="6548"/>
                      <a:pt x="5070" y="6214"/>
                      <a:pt x="5665" y="5619"/>
                    </a:cubicBezTo>
                    <a:cubicBezTo>
                      <a:pt x="6260" y="5024"/>
                      <a:pt x="6594" y="4217"/>
                      <a:pt x="6594" y="3375"/>
                    </a:cubicBezTo>
                    <a:cubicBezTo>
                      <a:pt x="6594" y="2534"/>
                      <a:pt x="6260" y="1727"/>
                      <a:pt x="5665" y="1132"/>
                    </a:cubicBezTo>
                    <a:cubicBezTo>
                      <a:pt x="5070" y="537"/>
                      <a:pt x="4264" y="203"/>
                      <a:pt x="3423" y="203"/>
                    </a:cubicBezTo>
                    <a:cubicBezTo>
                      <a:pt x="2581" y="203"/>
                      <a:pt x="1775" y="537"/>
                      <a:pt x="1180" y="1132"/>
                    </a:cubicBezTo>
                    <a:cubicBezTo>
                      <a:pt x="585" y="1727"/>
                      <a:pt x="251" y="2534"/>
                      <a:pt x="251" y="3375"/>
                    </a:cubicBezTo>
                    <a:cubicBezTo>
                      <a:pt x="251" y="4217"/>
                      <a:pt x="585" y="5024"/>
                      <a:pt x="1180" y="5619"/>
                    </a:cubicBezTo>
                    <a:cubicBezTo>
                      <a:pt x="1775" y="6214"/>
                      <a:pt x="2581" y="6548"/>
                      <a:pt x="342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23" name="Freeform: Shape 4422">
                <a:extLst>
                  <a:ext uri="{FF2B5EF4-FFF2-40B4-BE49-F238E27FC236}">
                    <a16:creationId xmlns:a16="http://schemas.microsoft.com/office/drawing/2014/main" id="{21FE82B9-A346-5FC5-4405-FB748B3D60CA}"/>
                  </a:ext>
                </a:extLst>
              </p:cNvPr>
              <p:cNvSpPr/>
              <p:nvPr/>
            </p:nvSpPr>
            <p:spPr>
              <a:xfrm>
                <a:off x="4035086" y="6052603"/>
                <a:ext cx="6343" cy="6345"/>
              </a:xfrm>
              <a:custGeom>
                <a:avLst/>
                <a:gdLst>
                  <a:gd name="connsiteX0" fmla="*/ 3422 w 6343"/>
                  <a:gd name="connsiteY0" fmla="*/ 6548 h 6345"/>
                  <a:gd name="connsiteX1" fmla="*/ 5665 w 6343"/>
                  <a:gd name="connsiteY1" fmla="*/ 5619 h 6345"/>
                  <a:gd name="connsiteX2" fmla="*/ 6594 w 6343"/>
                  <a:gd name="connsiteY2" fmla="*/ 3375 h 6345"/>
                  <a:gd name="connsiteX3" fmla="*/ 5665 w 6343"/>
                  <a:gd name="connsiteY3" fmla="*/ 1132 h 6345"/>
                  <a:gd name="connsiteX4" fmla="*/ 3422 w 6343"/>
                  <a:gd name="connsiteY4" fmla="*/ 203 h 6345"/>
                  <a:gd name="connsiteX5" fmla="*/ 1180 w 6343"/>
                  <a:gd name="connsiteY5" fmla="*/ 1132 h 6345"/>
                  <a:gd name="connsiteX6" fmla="*/ 251 w 6343"/>
                  <a:gd name="connsiteY6" fmla="*/ 3375 h 6345"/>
                  <a:gd name="connsiteX7" fmla="*/ 1180 w 6343"/>
                  <a:gd name="connsiteY7" fmla="*/ 5619 h 6345"/>
                  <a:gd name="connsiteX8" fmla="*/ 3422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8"/>
                    </a:moveTo>
                    <a:cubicBezTo>
                      <a:pt x="4264" y="6548"/>
                      <a:pt x="5070" y="6214"/>
                      <a:pt x="5665" y="5619"/>
                    </a:cubicBezTo>
                    <a:cubicBezTo>
                      <a:pt x="6260" y="5024"/>
                      <a:pt x="6594" y="4217"/>
                      <a:pt x="6594" y="3375"/>
                    </a:cubicBezTo>
                    <a:cubicBezTo>
                      <a:pt x="6594" y="2534"/>
                      <a:pt x="6260" y="1727"/>
                      <a:pt x="5665" y="1132"/>
                    </a:cubicBezTo>
                    <a:cubicBezTo>
                      <a:pt x="5070" y="537"/>
                      <a:pt x="4264" y="203"/>
                      <a:pt x="3422" y="203"/>
                    </a:cubicBezTo>
                    <a:cubicBezTo>
                      <a:pt x="2581" y="203"/>
                      <a:pt x="1775" y="537"/>
                      <a:pt x="1180" y="1132"/>
                    </a:cubicBezTo>
                    <a:cubicBezTo>
                      <a:pt x="585" y="1727"/>
                      <a:pt x="251" y="2534"/>
                      <a:pt x="251" y="3375"/>
                    </a:cubicBezTo>
                    <a:cubicBezTo>
                      <a:pt x="251" y="4217"/>
                      <a:pt x="585" y="5024"/>
                      <a:pt x="1180" y="5619"/>
                    </a:cubicBezTo>
                    <a:cubicBezTo>
                      <a:pt x="1775" y="6214"/>
                      <a:pt x="2581" y="6548"/>
                      <a:pt x="3422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24" name="Freeform: Shape 4423">
                <a:extLst>
                  <a:ext uri="{FF2B5EF4-FFF2-40B4-BE49-F238E27FC236}">
                    <a16:creationId xmlns:a16="http://schemas.microsoft.com/office/drawing/2014/main" id="{2417A45F-E216-03EA-8EDD-18D3F87BF757}"/>
                  </a:ext>
                </a:extLst>
              </p:cNvPr>
              <p:cNvSpPr/>
              <p:nvPr/>
            </p:nvSpPr>
            <p:spPr>
              <a:xfrm>
                <a:off x="4036621" y="6060513"/>
                <a:ext cx="6343" cy="6345"/>
              </a:xfrm>
              <a:custGeom>
                <a:avLst/>
                <a:gdLst>
                  <a:gd name="connsiteX0" fmla="*/ 3423 w 6343"/>
                  <a:gd name="connsiteY0" fmla="*/ 6549 h 6345"/>
                  <a:gd name="connsiteX1" fmla="*/ 5665 w 6343"/>
                  <a:gd name="connsiteY1" fmla="*/ 5620 h 6345"/>
                  <a:gd name="connsiteX2" fmla="*/ 6594 w 6343"/>
                  <a:gd name="connsiteY2" fmla="*/ 3376 h 6345"/>
                  <a:gd name="connsiteX3" fmla="*/ 5665 w 6343"/>
                  <a:gd name="connsiteY3" fmla="*/ 1133 h 6345"/>
                  <a:gd name="connsiteX4" fmla="*/ 3423 w 6343"/>
                  <a:gd name="connsiteY4" fmla="*/ 203 h 6345"/>
                  <a:gd name="connsiteX5" fmla="*/ 1180 w 6343"/>
                  <a:gd name="connsiteY5" fmla="*/ 1133 h 6345"/>
                  <a:gd name="connsiteX6" fmla="*/ 251 w 6343"/>
                  <a:gd name="connsiteY6" fmla="*/ 3376 h 6345"/>
                  <a:gd name="connsiteX7" fmla="*/ 1180 w 6343"/>
                  <a:gd name="connsiteY7" fmla="*/ 5620 h 6345"/>
                  <a:gd name="connsiteX8" fmla="*/ 3423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9"/>
                    </a:moveTo>
                    <a:cubicBezTo>
                      <a:pt x="4264" y="6549"/>
                      <a:pt x="5070" y="6214"/>
                      <a:pt x="5665" y="5620"/>
                    </a:cubicBezTo>
                    <a:cubicBezTo>
                      <a:pt x="6260" y="5025"/>
                      <a:pt x="6594" y="4217"/>
                      <a:pt x="6594" y="3376"/>
                    </a:cubicBezTo>
                    <a:cubicBezTo>
                      <a:pt x="6594" y="2535"/>
                      <a:pt x="6260" y="1728"/>
                      <a:pt x="5665" y="1133"/>
                    </a:cubicBezTo>
                    <a:cubicBezTo>
                      <a:pt x="5070" y="538"/>
                      <a:pt x="4264" y="203"/>
                      <a:pt x="3423" y="203"/>
                    </a:cubicBezTo>
                    <a:cubicBezTo>
                      <a:pt x="2581" y="203"/>
                      <a:pt x="1775" y="538"/>
                      <a:pt x="1180" y="1133"/>
                    </a:cubicBezTo>
                    <a:cubicBezTo>
                      <a:pt x="585" y="1728"/>
                      <a:pt x="251" y="2535"/>
                      <a:pt x="251" y="3376"/>
                    </a:cubicBezTo>
                    <a:cubicBezTo>
                      <a:pt x="251" y="4217"/>
                      <a:pt x="585" y="5025"/>
                      <a:pt x="1180" y="5620"/>
                    </a:cubicBezTo>
                    <a:cubicBezTo>
                      <a:pt x="1775" y="6214"/>
                      <a:pt x="2581" y="6549"/>
                      <a:pt x="3423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25" name="Freeform: Shape 4424">
                <a:extLst>
                  <a:ext uri="{FF2B5EF4-FFF2-40B4-BE49-F238E27FC236}">
                    <a16:creationId xmlns:a16="http://schemas.microsoft.com/office/drawing/2014/main" id="{ED7834B0-B6A7-50D1-6CD0-EC0B4BFDD66F}"/>
                  </a:ext>
                </a:extLst>
              </p:cNvPr>
              <p:cNvSpPr/>
              <p:nvPr/>
            </p:nvSpPr>
            <p:spPr>
              <a:xfrm>
                <a:off x="4035842" y="6063966"/>
                <a:ext cx="6343" cy="6345"/>
              </a:xfrm>
              <a:custGeom>
                <a:avLst/>
                <a:gdLst>
                  <a:gd name="connsiteX0" fmla="*/ 3423 w 6343"/>
                  <a:gd name="connsiteY0" fmla="*/ 6549 h 6345"/>
                  <a:gd name="connsiteX1" fmla="*/ 5665 w 6343"/>
                  <a:gd name="connsiteY1" fmla="*/ 5620 h 6345"/>
                  <a:gd name="connsiteX2" fmla="*/ 6594 w 6343"/>
                  <a:gd name="connsiteY2" fmla="*/ 3376 h 6345"/>
                  <a:gd name="connsiteX3" fmla="*/ 5665 w 6343"/>
                  <a:gd name="connsiteY3" fmla="*/ 1133 h 6345"/>
                  <a:gd name="connsiteX4" fmla="*/ 3423 w 6343"/>
                  <a:gd name="connsiteY4" fmla="*/ 204 h 6345"/>
                  <a:gd name="connsiteX5" fmla="*/ 1180 w 6343"/>
                  <a:gd name="connsiteY5" fmla="*/ 1133 h 6345"/>
                  <a:gd name="connsiteX6" fmla="*/ 251 w 6343"/>
                  <a:gd name="connsiteY6" fmla="*/ 3376 h 6345"/>
                  <a:gd name="connsiteX7" fmla="*/ 1180 w 6343"/>
                  <a:gd name="connsiteY7" fmla="*/ 5620 h 6345"/>
                  <a:gd name="connsiteX8" fmla="*/ 3423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9"/>
                    </a:moveTo>
                    <a:cubicBezTo>
                      <a:pt x="4264" y="6549"/>
                      <a:pt x="5070" y="6215"/>
                      <a:pt x="5665" y="5620"/>
                    </a:cubicBezTo>
                    <a:cubicBezTo>
                      <a:pt x="6260" y="5025"/>
                      <a:pt x="6594" y="4218"/>
                      <a:pt x="6594" y="3376"/>
                    </a:cubicBezTo>
                    <a:cubicBezTo>
                      <a:pt x="6594" y="2535"/>
                      <a:pt x="6260" y="1728"/>
                      <a:pt x="5665" y="1133"/>
                    </a:cubicBezTo>
                    <a:cubicBezTo>
                      <a:pt x="5070" y="538"/>
                      <a:pt x="4264" y="204"/>
                      <a:pt x="3423" y="204"/>
                    </a:cubicBezTo>
                    <a:cubicBezTo>
                      <a:pt x="2581" y="204"/>
                      <a:pt x="1775" y="538"/>
                      <a:pt x="1180" y="1133"/>
                    </a:cubicBezTo>
                    <a:cubicBezTo>
                      <a:pt x="585" y="1728"/>
                      <a:pt x="251" y="2535"/>
                      <a:pt x="251" y="3376"/>
                    </a:cubicBezTo>
                    <a:cubicBezTo>
                      <a:pt x="251" y="4218"/>
                      <a:pt x="585" y="5025"/>
                      <a:pt x="1180" y="5620"/>
                    </a:cubicBezTo>
                    <a:cubicBezTo>
                      <a:pt x="1775" y="6215"/>
                      <a:pt x="2581" y="6549"/>
                      <a:pt x="3423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26" name="Freeform: Shape 4425">
                <a:extLst>
                  <a:ext uri="{FF2B5EF4-FFF2-40B4-BE49-F238E27FC236}">
                    <a16:creationId xmlns:a16="http://schemas.microsoft.com/office/drawing/2014/main" id="{10E3DB15-0182-939D-FA79-D5061310448B}"/>
                  </a:ext>
                </a:extLst>
              </p:cNvPr>
              <p:cNvSpPr/>
              <p:nvPr/>
            </p:nvSpPr>
            <p:spPr>
              <a:xfrm>
                <a:off x="4035233" y="6067846"/>
                <a:ext cx="6343" cy="6345"/>
              </a:xfrm>
              <a:custGeom>
                <a:avLst/>
                <a:gdLst>
                  <a:gd name="connsiteX0" fmla="*/ 3422 w 6343"/>
                  <a:gd name="connsiteY0" fmla="*/ 6549 h 6345"/>
                  <a:gd name="connsiteX1" fmla="*/ 5665 w 6343"/>
                  <a:gd name="connsiteY1" fmla="*/ 5620 h 6345"/>
                  <a:gd name="connsiteX2" fmla="*/ 6594 w 6343"/>
                  <a:gd name="connsiteY2" fmla="*/ 3377 h 6345"/>
                  <a:gd name="connsiteX3" fmla="*/ 5665 w 6343"/>
                  <a:gd name="connsiteY3" fmla="*/ 1133 h 6345"/>
                  <a:gd name="connsiteX4" fmla="*/ 3422 w 6343"/>
                  <a:gd name="connsiteY4" fmla="*/ 204 h 6345"/>
                  <a:gd name="connsiteX5" fmla="*/ 1180 w 6343"/>
                  <a:gd name="connsiteY5" fmla="*/ 1133 h 6345"/>
                  <a:gd name="connsiteX6" fmla="*/ 251 w 6343"/>
                  <a:gd name="connsiteY6" fmla="*/ 3377 h 6345"/>
                  <a:gd name="connsiteX7" fmla="*/ 1180 w 6343"/>
                  <a:gd name="connsiteY7" fmla="*/ 5620 h 6345"/>
                  <a:gd name="connsiteX8" fmla="*/ 3422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9"/>
                    </a:moveTo>
                    <a:cubicBezTo>
                      <a:pt x="4264" y="6549"/>
                      <a:pt x="5070" y="6215"/>
                      <a:pt x="5665" y="5620"/>
                    </a:cubicBezTo>
                    <a:cubicBezTo>
                      <a:pt x="6260" y="5025"/>
                      <a:pt x="6594" y="4218"/>
                      <a:pt x="6594" y="3377"/>
                    </a:cubicBezTo>
                    <a:cubicBezTo>
                      <a:pt x="6594" y="2535"/>
                      <a:pt x="6260" y="1728"/>
                      <a:pt x="5665" y="1133"/>
                    </a:cubicBezTo>
                    <a:cubicBezTo>
                      <a:pt x="5070" y="538"/>
                      <a:pt x="4264" y="204"/>
                      <a:pt x="3422" y="204"/>
                    </a:cubicBezTo>
                    <a:cubicBezTo>
                      <a:pt x="2581" y="204"/>
                      <a:pt x="1775" y="538"/>
                      <a:pt x="1180" y="1133"/>
                    </a:cubicBezTo>
                    <a:cubicBezTo>
                      <a:pt x="585" y="1728"/>
                      <a:pt x="251" y="2535"/>
                      <a:pt x="251" y="3377"/>
                    </a:cubicBezTo>
                    <a:cubicBezTo>
                      <a:pt x="251" y="4218"/>
                      <a:pt x="585" y="5025"/>
                      <a:pt x="1180" y="5620"/>
                    </a:cubicBezTo>
                    <a:cubicBezTo>
                      <a:pt x="1775" y="6215"/>
                      <a:pt x="2581" y="6549"/>
                      <a:pt x="3422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27" name="Freeform: Shape 4426">
                <a:extLst>
                  <a:ext uri="{FF2B5EF4-FFF2-40B4-BE49-F238E27FC236}">
                    <a16:creationId xmlns:a16="http://schemas.microsoft.com/office/drawing/2014/main" id="{59A53DCA-5430-8D76-7807-2E89C549746C}"/>
                  </a:ext>
                </a:extLst>
              </p:cNvPr>
              <p:cNvSpPr/>
              <p:nvPr/>
            </p:nvSpPr>
            <p:spPr>
              <a:xfrm>
                <a:off x="4035054" y="6072711"/>
                <a:ext cx="6343" cy="6345"/>
              </a:xfrm>
              <a:custGeom>
                <a:avLst/>
                <a:gdLst>
                  <a:gd name="connsiteX0" fmla="*/ 3422 w 6343"/>
                  <a:gd name="connsiteY0" fmla="*/ 6550 h 6345"/>
                  <a:gd name="connsiteX1" fmla="*/ 5665 w 6343"/>
                  <a:gd name="connsiteY1" fmla="*/ 5620 h 6345"/>
                  <a:gd name="connsiteX2" fmla="*/ 6594 w 6343"/>
                  <a:gd name="connsiteY2" fmla="*/ 3377 h 6345"/>
                  <a:gd name="connsiteX3" fmla="*/ 5665 w 6343"/>
                  <a:gd name="connsiteY3" fmla="*/ 1134 h 6345"/>
                  <a:gd name="connsiteX4" fmla="*/ 3422 w 6343"/>
                  <a:gd name="connsiteY4" fmla="*/ 204 h 6345"/>
                  <a:gd name="connsiteX5" fmla="*/ 1180 w 6343"/>
                  <a:gd name="connsiteY5" fmla="*/ 1134 h 6345"/>
                  <a:gd name="connsiteX6" fmla="*/ 251 w 6343"/>
                  <a:gd name="connsiteY6" fmla="*/ 3377 h 6345"/>
                  <a:gd name="connsiteX7" fmla="*/ 1180 w 6343"/>
                  <a:gd name="connsiteY7" fmla="*/ 5620 h 6345"/>
                  <a:gd name="connsiteX8" fmla="*/ 3422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0"/>
                    </a:moveTo>
                    <a:cubicBezTo>
                      <a:pt x="4264" y="6550"/>
                      <a:pt x="5070" y="6215"/>
                      <a:pt x="5665" y="5620"/>
                    </a:cubicBezTo>
                    <a:cubicBezTo>
                      <a:pt x="6260" y="5026"/>
                      <a:pt x="6594" y="4218"/>
                      <a:pt x="6594" y="3377"/>
                    </a:cubicBezTo>
                    <a:cubicBezTo>
                      <a:pt x="6594" y="2536"/>
                      <a:pt x="6260" y="1729"/>
                      <a:pt x="5665" y="1134"/>
                    </a:cubicBezTo>
                    <a:cubicBezTo>
                      <a:pt x="5070" y="539"/>
                      <a:pt x="4264" y="204"/>
                      <a:pt x="3422" y="204"/>
                    </a:cubicBezTo>
                    <a:cubicBezTo>
                      <a:pt x="2581" y="204"/>
                      <a:pt x="1775" y="539"/>
                      <a:pt x="1180" y="1134"/>
                    </a:cubicBezTo>
                    <a:cubicBezTo>
                      <a:pt x="585" y="1729"/>
                      <a:pt x="251" y="2536"/>
                      <a:pt x="251" y="3377"/>
                    </a:cubicBezTo>
                    <a:cubicBezTo>
                      <a:pt x="251" y="4218"/>
                      <a:pt x="585" y="5026"/>
                      <a:pt x="1180" y="5620"/>
                    </a:cubicBezTo>
                    <a:cubicBezTo>
                      <a:pt x="1775" y="6215"/>
                      <a:pt x="2581" y="6550"/>
                      <a:pt x="3422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28" name="Freeform: Shape 4427">
                <a:extLst>
                  <a:ext uri="{FF2B5EF4-FFF2-40B4-BE49-F238E27FC236}">
                    <a16:creationId xmlns:a16="http://schemas.microsoft.com/office/drawing/2014/main" id="{3EEFA1E8-C01B-3574-DE4E-598C8F4DB360}"/>
                  </a:ext>
                </a:extLst>
              </p:cNvPr>
              <p:cNvSpPr/>
              <p:nvPr/>
            </p:nvSpPr>
            <p:spPr>
              <a:xfrm>
                <a:off x="4034598" y="6077116"/>
                <a:ext cx="6343" cy="6345"/>
              </a:xfrm>
              <a:custGeom>
                <a:avLst/>
                <a:gdLst>
                  <a:gd name="connsiteX0" fmla="*/ 3422 w 6343"/>
                  <a:gd name="connsiteY0" fmla="*/ 6550 h 6345"/>
                  <a:gd name="connsiteX1" fmla="*/ 5665 w 6343"/>
                  <a:gd name="connsiteY1" fmla="*/ 5621 h 6345"/>
                  <a:gd name="connsiteX2" fmla="*/ 6594 w 6343"/>
                  <a:gd name="connsiteY2" fmla="*/ 3377 h 6345"/>
                  <a:gd name="connsiteX3" fmla="*/ 5665 w 6343"/>
                  <a:gd name="connsiteY3" fmla="*/ 1134 h 6345"/>
                  <a:gd name="connsiteX4" fmla="*/ 3422 w 6343"/>
                  <a:gd name="connsiteY4" fmla="*/ 205 h 6345"/>
                  <a:gd name="connsiteX5" fmla="*/ 1180 w 6343"/>
                  <a:gd name="connsiteY5" fmla="*/ 1134 h 6345"/>
                  <a:gd name="connsiteX6" fmla="*/ 251 w 6343"/>
                  <a:gd name="connsiteY6" fmla="*/ 3377 h 6345"/>
                  <a:gd name="connsiteX7" fmla="*/ 1180 w 6343"/>
                  <a:gd name="connsiteY7" fmla="*/ 5621 h 6345"/>
                  <a:gd name="connsiteX8" fmla="*/ 3422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0"/>
                    </a:moveTo>
                    <a:cubicBezTo>
                      <a:pt x="4264" y="6550"/>
                      <a:pt x="5070" y="6216"/>
                      <a:pt x="5665" y="5621"/>
                    </a:cubicBezTo>
                    <a:cubicBezTo>
                      <a:pt x="6260" y="5026"/>
                      <a:pt x="6594" y="4219"/>
                      <a:pt x="6594" y="3377"/>
                    </a:cubicBezTo>
                    <a:cubicBezTo>
                      <a:pt x="6594" y="2536"/>
                      <a:pt x="6260" y="1729"/>
                      <a:pt x="5665" y="1134"/>
                    </a:cubicBezTo>
                    <a:cubicBezTo>
                      <a:pt x="5070" y="539"/>
                      <a:pt x="4264" y="205"/>
                      <a:pt x="3422" y="205"/>
                    </a:cubicBezTo>
                    <a:cubicBezTo>
                      <a:pt x="2581" y="205"/>
                      <a:pt x="1775" y="539"/>
                      <a:pt x="1180" y="1134"/>
                    </a:cubicBezTo>
                    <a:cubicBezTo>
                      <a:pt x="585" y="1729"/>
                      <a:pt x="251" y="2536"/>
                      <a:pt x="251" y="3377"/>
                    </a:cubicBezTo>
                    <a:cubicBezTo>
                      <a:pt x="251" y="4219"/>
                      <a:pt x="585" y="5026"/>
                      <a:pt x="1180" y="5621"/>
                    </a:cubicBezTo>
                    <a:cubicBezTo>
                      <a:pt x="1775" y="6216"/>
                      <a:pt x="2581" y="6550"/>
                      <a:pt x="3422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29" name="Freeform: Shape 4428">
                <a:extLst>
                  <a:ext uri="{FF2B5EF4-FFF2-40B4-BE49-F238E27FC236}">
                    <a16:creationId xmlns:a16="http://schemas.microsoft.com/office/drawing/2014/main" id="{929F3435-F933-4049-4FD7-81F651B7809F}"/>
                  </a:ext>
                </a:extLst>
              </p:cNvPr>
              <p:cNvSpPr/>
              <p:nvPr/>
            </p:nvSpPr>
            <p:spPr>
              <a:xfrm>
                <a:off x="4033676" y="6080629"/>
                <a:ext cx="6343" cy="6345"/>
              </a:xfrm>
              <a:custGeom>
                <a:avLst/>
                <a:gdLst>
                  <a:gd name="connsiteX0" fmla="*/ 3422 w 6343"/>
                  <a:gd name="connsiteY0" fmla="*/ 6550 h 6345"/>
                  <a:gd name="connsiteX1" fmla="*/ 5665 w 6343"/>
                  <a:gd name="connsiteY1" fmla="*/ 5621 h 6345"/>
                  <a:gd name="connsiteX2" fmla="*/ 6594 w 6343"/>
                  <a:gd name="connsiteY2" fmla="*/ 3378 h 6345"/>
                  <a:gd name="connsiteX3" fmla="*/ 5665 w 6343"/>
                  <a:gd name="connsiteY3" fmla="*/ 1134 h 6345"/>
                  <a:gd name="connsiteX4" fmla="*/ 3422 w 6343"/>
                  <a:gd name="connsiteY4" fmla="*/ 205 h 6345"/>
                  <a:gd name="connsiteX5" fmla="*/ 1180 w 6343"/>
                  <a:gd name="connsiteY5" fmla="*/ 1134 h 6345"/>
                  <a:gd name="connsiteX6" fmla="*/ 251 w 6343"/>
                  <a:gd name="connsiteY6" fmla="*/ 3378 h 6345"/>
                  <a:gd name="connsiteX7" fmla="*/ 1180 w 6343"/>
                  <a:gd name="connsiteY7" fmla="*/ 5621 h 6345"/>
                  <a:gd name="connsiteX8" fmla="*/ 3422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0"/>
                    </a:moveTo>
                    <a:cubicBezTo>
                      <a:pt x="4263" y="6550"/>
                      <a:pt x="5070" y="6216"/>
                      <a:pt x="5665" y="5621"/>
                    </a:cubicBezTo>
                    <a:cubicBezTo>
                      <a:pt x="6260" y="5026"/>
                      <a:pt x="6594" y="4219"/>
                      <a:pt x="6594" y="3378"/>
                    </a:cubicBezTo>
                    <a:cubicBezTo>
                      <a:pt x="6594" y="2536"/>
                      <a:pt x="6260" y="1729"/>
                      <a:pt x="5665" y="1134"/>
                    </a:cubicBezTo>
                    <a:cubicBezTo>
                      <a:pt x="5070" y="539"/>
                      <a:pt x="4263" y="205"/>
                      <a:pt x="3422" y="205"/>
                    </a:cubicBezTo>
                    <a:cubicBezTo>
                      <a:pt x="2581" y="205"/>
                      <a:pt x="1774" y="539"/>
                      <a:pt x="1180" y="1134"/>
                    </a:cubicBezTo>
                    <a:cubicBezTo>
                      <a:pt x="585" y="1729"/>
                      <a:pt x="251" y="2536"/>
                      <a:pt x="251" y="3378"/>
                    </a:cubicBezTo>
                    <a:cubicBezTo>
                      <a:pt x="251" y="4219"/>
                      <a:pt x="585" y="5026"/>
                      <a:pt x="1180" y="5621"/>
                    </a:cubicBezTo>
                    <a:cubicBezTo>
                      <a:pt x="1774" y="6216"/>
                      <a:pt x="2581" y="6550"/>
                      <a:pt x="3422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30" name="Freeform: Shape 4429">
                <a:extLst>
                  <a:ext uri="{FF2B5EF4-FFF2-40B4-BE49-F238E27FC236}">
                    <a16:creationId xmlns:a16="http://schemas.microsoft.com/office/drawing/2014/main" id="{AA3F298F-65DC-8ED5-779A-F9DB029C432E}"/>
                  </a:ext>
                </a:extLst>
              </p:cNvPr>
              <p:cNvSpPr/>
              <p:nvPr/>
            </p:nvSpPr>
            <p:spPr>
              <a:xfrm>
                <a:off x="4033937" y="6086806"/>
                <a:ext cx="6343" cy="6345"/>
              </a:xfrm>
              <a:custGeom>
                <a:avLst/>
                <a:gdLst>
                  <a:gd name="connsiteX0" fmla="*/ 3422 w 6343"/>
                  <a:gd name="connsiteY0" fmla="*/ 6551 h 6345"/>
                  <a:gd name="connsiteX1" fmla="*/ 5665 w 6343"/>
                  <a:gd name="connsiteY1" fmla="*/ 5622 h 6345"/>
                  <a:gd name="connsiteX2" fmla="*/ 6594 w 6343"/>
                  <a:gd name="connsiteY2" fmla="*/ 3378 h 6345"/>
                  <a:gd name="connsiteX3" fmla="*/ 5665 w 6343"/>
                  <a:gd name="connsiteY3" fmla="*/ 1135 h 6345"/>
                  <a:gd name="connsiteX4" fmla="*/ 3422 w 6343"/>
                  <a:gd name="connsiteY4" fmla="*/ 205 h 6345"/>
                  <a:gd name="connsiteX5" fmla="*/ 1180 w 6343"/>
                  <a:gd name="connsiteY5" fmla="*/ 1135 h 6345"/>
                  <a:gd name="connsiteX6" fmla="*/ 251 w 6343"/>
                  <a:gd name="connsiteY6" fmla="*/ 3378 h 6345"/>
                  <a:gd name="connsiteX7" fmla="*/ 1180 w 6343"/>
                  <a:gd name="connsiteY7" fmla="*/ 5622 h 6345"/>
                  <a:gd name="connsiteX8" fmla="*/ 342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1"/>
                    </a:moveTo>
                    <a:cubicBezTo>
                      <a:pt x="4263" y="6551"/>
                      <a:pt x="5070" y="6217"/>
                      <a:pt x="5665" y="5622"/>
                    </a:cubicBezTo>
                    <a:cubicBezTo>
                      <a:pt x="6260" y="5027"/>
                      <a:pt x="6594" y="4220"/>
                      <a:pt x="6594" y="3378"/>
                    </a:cubicBezTo>
                    <a:cubicBezTo>
                      <a:pt x="6594" y="2537"/>
                      <a:pt x="6260" y="1730"/>
                      <a:pt x="5665" y="1135"/>
                    </a:cubicBezTo>
                    <a:cubicBezTo>
                      <a:pt x="5070" y="540"/>
                      <a:pt x="4263" y="205"/>
                      <a:pt x="3422" y="205"/>
                    </a:cubicBezTo>
                    <a:cubicBezTo>
                      <a:pt x="2581" y="205"/>
                      <a:pt x="1774" y="540"/>
                      <a:pt x="1180" y="1135"/>
                    </a:cubicBezTo>
                    <a:cubicBezTo>
                      <a:pt x="585" y="1730"/>
                      <a:pt x="251" y="2537"/>
                      <a:pt x="251" y="3378"/>
                    </a:cubicBezTo>
                    <a:cubicBezTo>
                      <a:pt x="251" y="4220"/>
                      <a:pt x="585" y="5027"/>
                      <a:pt x="1180" y="5622"/>
                    </a:cubicBezTo>
                    <a:cubicBezTo>
                      <a:pt x="1774" y="6217"/>
                      <a:pt x="2581" y="6551"/>
                      <a:pt x="342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31" name="Freeform: Shape 4430">
                <a:extLst>
                  <a:ext uri="{FF2B5EF4-FFF2-40B4-BE49-F238E27FC236}">
                    <a16:creationId xmlns:a16="http://schemas.microsoft.com/office/drawing/2014/main" id="{F5CCEFE8-C7BB-5E90-0AB2-0C2A068AF1DA}"/>
                  </a:ext>
                </a:extLst>
              </p:cNvPr>
              <p:cNvSpPr/>
              <p:nvPr/>
            </p:nvSpPr>
            <p:spPr>
              <a:xfrm>
                <a:off x="4034962" y="6094851"/>
                <a:ext cx="6343" cy="6345"/>
              </a:xfrm>
              <a:custGeom>
                <a:avLst/>
                <a:gdLst>
                  <a:gd name="connsiteX0" fmla="*/ 3422 w 6343"/>
                  <a:gd name="connsiteY0" fmla="*/ 6551 h 6345"/>
                  <a:gd name="connsiteX1" fmla="*/ 5665 w 6343"/>
                  <a:gd name="connsiteY1" fmla="*/ 5622 h 6345"/>
                  <a:gd name="connsiteX2" fmla="*/ 6594 w 6343"/>
                  <a:gd name="connsiteY2" fmla="*/ 3379 h 6345"/>
                  <a:gd name="connsiteX3" fmla="*/ 5665 w 6343"/>
                  <a:gd name="connsiteY3" fmla="*/ 1135 h 6345"/>
                  <a:gd name="connsiteX4" fmla="*/ 3422 w 6343"/>
                  <a:gd name="connsiteY4" fmla="*/ 206 h 6345"/>
                  <a:gd name="connsiteX5" fmla="*/ 1180 w 6343"/>
                  <a:gd name="connsiteY5" fmla="*/ 1135 h 6345"/>
                  <a:gd name="connsiteX6" fmla="*/ 251 w 6343"/>
                  <a:gd name="connsiteY6" fmla="*/ 3379 h 6345"/>
                  <a:gd name="connsiteX7" fmla="*/ 1180 w 6343"/>
                  <a:gd name="connsiteY7" fmla="*/ 5622 h 6345"/>
                  <a:gd name="connsiteX8" fmla="*/ 342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1"/>
                    </a:moveTo>
                    <a:cubicBezTo>
                      <a:pt x="4264" y="6551"/>
                      <a:pt x="5070" y="6217"/>
                      <a:pt x="5665" y="5622"/>
                    </a:cubicBezTo>
                    <a:cubicBezTo>
                      <a:pt x="6260" y="5027"/>
                      <a:pt x="6594" y="4220"/>
                      <a:pt x="6594" y="3379"/>
                    </a:cubicBezTo>
                    <a:cubicBezTo>
                      <a:pt x="6594" y="2537"/>
                      <a:pt x="6260" y="1730"/>
                      <a:pt x="5665" y="1135"/>
                    </a:cubicBezTo>
                    <a:cubicBezTo>
                      <a:pt x="5070" y="540"/>
                      <a:pt x="4264" y="206"/>
                      <a:pt x="3422" y="206"/>
                    </a:cubicBezTo>
                    <a:cubicBezTo>
                      <a:pt x="2581" y="206"/>
                      <a:pt x="1775" y="540"/>
                      <a:pt x="1180" y="1135"/>
                    </a:cubicBezTo>
                    <a:cubicBezTo>
                      <a:pt x="585" y="1730"/>
                      <a:pt x="251" y="2537"/>
                      <a:pt x="251" y="3379"/>
                    </a:cubicBezTo>
                    <a:cubicBezTo>
                      <a:pt x="251" y="4220"/>
                      <a:pt x="585" y="5027"/>
                      <a:pt x="1180" y="5622"/>
                    </a:cubicBezTo>
                    <a:cubicBezTo>
                      <a:pt x="1775" y="6217"/>
                      <a:pt x="2581" y="6551"/>
                      <a:pt x="342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32" name="Freeform: Shape 4431">
                <a:extLst>
                  <a:ext uri="{FF2B5EF4-FFF2-40B4-BE49-F238E27FC236}">
                    <a16:creationId xmlns:a16="http://schemas.microsoft.com/office/drawing/2014/main" id="{64589C0A-FFB2-C5E6-8C1E-933B5DAC5A39}"/>
                  </a:ext>
                </a:extLst>
              </p:cNvPr>
              <p:cNvSpPr/>
              <p:nvPr/>
            </p:nvSpPr>
            <p:spPr>
              <a:xfrm>
                <a:off x="4030631" y="6091044"/>
                <a:ext cx="6343" cy="6345"/>
              </a:xfrm>
              <a:custGeom>
                <a:avLst/>
                <a:gdLst>
                  <a:gd name="connsiteX0" fmla="*/ 3422 w 6343"/>
                  <a:gd name="connsiteY0" fmla="*/ 6551 h 6345"/>
                  <a:gd name="connsiteX1" fmla="*/ 5665 w 6343"/>
                  <a:gd name="connsiteY1" fmla="*/ 5622 h 6345"/>
                  <a:gd name="connsiteX2" fmla="*/ 6594 w 6343"/>
                  <a:gd name="connsiteY2" fmla="*/ 3378 h 6345"/>
                  <a:gd name="connsiteX3" fmla="*/ 5665 w 6343"/>
                  <a:gd name="connsiteY3" fmla="*/ 1135 h 6345"/>
                  <a:gd name="connsiteX4" fmla="*/ 3422 w 6343"/>
                  <a:gd name="connsiteY4" fmla="*/ 206 h 6345"/>
                  <a:gd name="connsiteX5" fmla="*/ 1179 w 6343"/>
                  <a:gd name="connsiteY5" fmla="*/ 1135 h 6345"/>
                  <a:gd name="connsiteX6" fmla="*/ 251 w 6343"/>
                  <a:gd name="connsiteY6" fmla="*/ 3378 h 6345"/>
                  <a:gd name="connsiteX7" fmla="*/ 1179 w 6343"/>
                  <a:gd name="connsiteY7" fmla="*/ 5622 h 6345"/>
                  <a:gd name="connsiteX8" fmla="*/ 342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1"/>
                    </a:moveTo>
                    <a:cubicBezTo>
                      <a:pt x="4263" y="6551"/>
                      <a:pt x="5070" y="6217"/>
                      <a:pt x="5665" y="5622"/>
                    </a:cubicBezTo>
                    <a:cubicBezTo>
                      <a:pt x="6259" y="5027"/>
                      <a:pt x="6594" y="4220"/>
                      <a:pt x="6594" y="3378"/>
                    </a:cubicBezTo>
                    <a:cubicBezTo>
                      <a:pt x="6594" y="2537"/>
                      <a:pt x="6259" y="1730"/>
                      <a:pt x="5665" y="1135"/>
                    </a:cubicBezTo>
                    <a:cubicBezTo>
                      <a:pt x="5070" y="540"/>
                      <a:pt x="4263" y="206"/>
                      <a:pt x="3422" y="206"/>
                    </a:cubicBezTo>
                    <a:cubicBezTo>
                      <a:pt x="2581" y="206"/>
                      <a:pt x="1774" y="540"/>
                      <a:pt x="1179" y="1135"/>
                    </a:cubicBezTo>
                    <a:cubicBezTo>
                      <a:pt x="585" y="1730"/>
                      <a:pt x="251" y="2537"/>
                      <a:pt x="251" y="3378"/>
                    </a:cubicBezTo>
                    <a:cubicBezTo>
                      <a:pt x="251" y="4220"/>
                      <a:pt x="585" y="5027"/>
                      <a:pt x="1179" y="5622"/>
                    </a:cubicBezTo>
                    <a:cubicBezTo>
                      <a:pt x="1774" y="6217"/>
                      <a:pt x="2581" y="6551"/>
                      <a:pt x="342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33" name="Freeform: Shape 4432">
                <a:extLst>
                  <a:ext uri="{FF2B5EF4-FFF2-40B4-BE49-F238E27FC236}">
                    <a16:creationId xmlns:a16="http://schemas.microsoft.com/office/drawing/2014/main" id="{082B0D59-B864-6813-5DD6-FD175E290CF3}"/>
                  </a:ext>
                </a:extLst>
              </p:cNvPr>
              <p:cNvSpPr/>
              <p:nvPr/>
            </p:nvSpPr>
            <p:spPr>
              <a:xfrm>
                <a:off x="4053909" y="6150434"/>
                <a:ext cx="6343" cy="6345"/>
              </a:xfrm>
              <a:custGeom>
                <a:avLst/>
                <a:gdLst>
                  <a:gd name="connsiteX0" fmla="*/ 3424 w 6343"/>
                  <a:gd name="connsiteY0" fmla="*/ 6556 h 6345"/>
                  <a:gd name="connsiteX1" fmla="*/ 5667 w 6343"/>
                  <a:gd name="connsiteY1" fmla="*/ 5627 h 6345"/>
                  <a:gd name="connsiteX2" fmla="*/ 6595 w 6343"/>
                  <a:gd name="connsiteY2" fmla="*/ 3383 h 6345"/>
                  <a:gd name="connsiteX3" fmla="*/ 5667 w 6343"/>
                  <a:gd name="connsiteY3" fmla="*/ 1140 h 6345"/>
                  <a:gd name="connsiteX4" fmla="*/ 3424 w 6343"/>
                  <a:gd name="connsiteY4" fmla="*/ 210 h 6345"/>
                  <a:gd name="connsiteX5" fmla="*/ 1181 w 6343"/>
                  <a:gd name="connsiteY5" fmla="*/ 1140 h 6345"/>
                  <a:gd name="connsiteX6" fmla="*/ 252 w 6343"/>
                  <a:gd name="connsiteY6" fmla="*/ 3383 h 6345"/>
                  <a:gd name="connsiteX7" fmla="*/ 1181 w 6343"/>
                  <a:gd name="connsiteY7" fmla="*/ 5627 h 6345"/>
                  <a:gd name="connsiteX8" fmla="*/ 3424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56"/>
                    </a:moveTo>
                    <a:cubicBezTo>
                      <a:pt x="4265" y="6556"/>
                      <a:pt x="5072" y="6222"/>
                      <a:pt x="5667" y="5627"/>
                    </a:cubicBezTo>
                    <a:cubicBezTo>
                      <a:pt x="6261" y="5032"/>
                      <a:pt x="6595" y="4225"/>
                      <a:pt x="6595" y="3383"/>
                    </a:cubicBezTo>
                    <a:cubicBezTo>
                      <a:pt x="6595" y="2542"/>
                      <a:pt x="6261" y="1735"/>
                      <a:pt x="5667" y="1140"/>
                    </a:cubicBezTo>
                    <a:cubicBezTo>
                      <a:pt x="5072" y="545"/>
                      <a:pt x="4265" y="210"/>
                      <a:pt x="3424" y="210"/>
                    </a:cubicBezTo>
                    <a:cubicBezTo>
                      <a:pt x="2583" y="210"/>
                      <a:pt x="1776" y="545"/>
                      <a:pt x="1181" y="1140"/>
                    </a:cubicBezTo>
                    <a:cubicBezTo>
                      <a:pt x="587" y="1735"/>
                      <a:pt x="252" y="2542"/>
                      <a:pt x="252" y="3383"/>
                    </a:cubicBezTo>
                    <a:cubicBezTo>
                      <a:pt x="252" y="4225"/>
                      <a:pt x="587" y="5032"/>
                      <a:pt x="1181" y="5627"/>
                    </a:cubicBezTo>
                    <a:cubicBezTo>
                      <a:pt x="1776" y="6222"/>
                      <a:pt x="2583" y="6556"/>
                      <a:pt x="3424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34" name="Freeform: Shape 4433">
                <a:extLst>
                  <a:ext uri="{FF2B5EF4-FFF2-40B4-BE49-F238E27FC236}">
                    <a16:creationId xmlns:a16="http://schemas.microsoft.com/office/drawing/2014/main" id="{E6B5D9EC-F625-8980-FA59-E67771ACBB1C}"/>
                  </a:ext>
                </a:extLst>
              </p:cNvPr>
              <p:cNvSpPr/>
              <p:nvPr/>
            </p:nvSpPr>
            <p:spPr>
              <a:xfrm>
                <a:off x="4051082" y="6150885"/>
                <a:ext cx="6343" cy="6345"/>
              </a:xfrm>
              <a:custGeom>
                <a:avLst/>
                <a:gdLst>
                  <a:gd name="connsiteX0" fmla="*/ 3424 w 6343"/>
                  <a:gd name="connsiteY0" fmla="*/ 6556 h 6345"/>
                  <a:gd name="connsiteX1" fmla="*/ 5666 w 6343"/>
                  <a:gd name="connsiteY1" fmla="*/ 5627 h 6345"/>
                  <a:gd name="connsiteX2" fmla="*/ 6595 w 6343"/>
                  <a:gd name="connsiteY2" fmla="*/ 3383 h 6345"/>
                  <a:gd name="connsiteX3" fmla="*/ 5666 w 6343"/>
                  <a:gd name="connsiteY3" fmla="*/ 1140 h 6345"/>
                  <a:gd name="connsiteX4" fmla="*/ 3424 w 6343"/>
                  <a:gd name="connsiteY4" fmla="*/ 211 h 6345"/>
                  <a:gd name="connsiteX5" fmla="*/ 1181 w 6343"/>
                  <a:gd name="connsiteY5" fmla="*/ 1140 h 6345"/>
                  <a:gd name="connsiteX6" fmla="*/ 252 w 6343"/>
                  <a:gd name="connsiteY6" fmla="*/ 3383 h 6345"/>
                  <a:gd name="connsiteX7" fmla="*/ 1181 w 6343"/>
                  <a:gd name="connsiteY7" fmla="*/ 5627 h 6345"/>
                  <a:gd name="connsiteX8" fmla="*/ 3424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56"/>
                    </a:moveTo>
                    <a:cubicBezTo>
                      <a:pt x="4265" y="6556"/>
                      <a:pt x="5072" y="6222"/>
                      <a:pt x="5666" y="5627"/>
                    </a:cubicBezTo>
                    <a:cubicBezTo>
                      <a:pt x="6261" y="5032"/>
                      <a:pt x="6595" y="4225"/>
                      <a:pt x="6595" y="3383"/>
                    </a:cubicBezTo>
                    <a:cubicBezTo>
                      <a:pt x="6595" y="2542"/>
                      <a:pt x="6261" y="1735"/>
                      <a:pt x="5666" y="1140"/>
                    </a:cubicBezTo>
                    <a:cubicBezTo>
                      <a:pt x="5072" y="545"/>
                      <a:pt x="4265" y="211"/>
                      <a:pt x="3424" y="211"/>
                    </a:cubicBezTo>
                    <a:cubicBezTo>
                      <a:pt x="2583" y="211"/>
                      <a:pt x="1776" y="545"/>
                      <a:pt x="1181" y="1140"/>
                    </a:cubicBezTo>
                    <a:cubicBezTo>
                      <a:pt x="586" y="1735"/>
                      <a:pt x="252" y="2542"/>
                      <a:pt x="252" y="3383"/>
                    </a:cubicBezTo>
                    <a:cubicBezTo>
                      <a:pt x="252" y="4225"/>
                      <a:pt x="586" y="5032"/>
                      <a:pt x="1181" y="5627"/>
                    </a:cubicBezTo>
                    <a:cubicBezTo>
                      <a:pt x="1776" y="6222"/>
                      <a:pt x="2583" y="6556"/>
                      <a:pt x="3424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35" name="Freeform: Shape 4434">
                <a:extLst>
                  <a:ext uri="{FF2B5EF4-FFF2-40B4-BE49-F238E27FC236}">
                    <a16:creationId xmlns:a16="http://schemas.microsoft.com/office/drawing/2014/main" id="{E0C63E5F-C7C8-AF3D-452A-354FD6756306}"/>
                  </a:ext>
                </a:extLst>
              </p:cNvPr>
              <p:cNvSpPr/>
              <p:nvPr/>
            </p:nvSpPr>
            <p:spPr>
              <a:xfrm>
                <a:off x="4048403" y="6151665"/>
                <a:ext cx="6343" cy="6345"/>
              </a:xfrm>
              <a:custGeom>
                <a:avLst/>
                <a:gdLst>
                  <a:gd name="connsiteX0" fmla="*/ 3424 w 6343"/>
                  <a:gd name="connsiteY0" fmla="*/ 6556 h 6345"/>
                  <a:gd name="connsiteX1" fmla="*/ 5666 w 6343"/>
                  <a:gd name="connsiteY1" fmla="*/ 5627 h 6345"/>
                  <a:gd name="connsiteX2" fmla="*/ 6595 w 6343"/>
                  <a:gd name="connsiteY2" fmla="*/ 3383 h 6345"/>
                  <a:gd name="connsiteX3" fmla="*/ 5666 w 6343"/>
                  <a:gd name="connsiteY3" fmla="*/ 1140 h 6345"/>
                  <a:gd name="connsiteX4" fmla="*/ 3424 w 6343"/>
                  <a:gd name="connsiteY4" fmla="*/ 211 h 6345"/>
                  <a:gd name="connsiteX5" fmla="*/ 1181 w 6343"/>
                  <a:gd name="connsiteY5" fmla="*/ 1140 h 6345"/>
                  <a:gd name="connsiteX6" fmla="*/ 252 w 6343"/>
                  <a:gd name="connsiteY6" fmla="*/ 3383 h 6345"/>
                  <a:gd name="connsiteX7" fmla="*/ 1181 w 6343"/>
                  <a:gd name="connsiteY7" fmla="*/ 5627 h 6345"/>
                  <a:gd name="connsiteX8" fmla="*/ 3424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56"/>
                    </a:moveTo>
                    <a:cubicBezTo>
                      <a:pt x="4265" y="6556"/>
                      <a:pt x="5071" y="6222"/>
                      <a:pt x="5666" y="5627"/>
                    </a:cubicBezTo>
                    <a:cubicBezTo>
                      <a:pt x="6261" y="5032"/>
                      <a:pt x="6595" y="4225"/>
                      <a:pt x="6595" y="3383"/>
                    </a:cubicBezTo>
                    <a:cubicBezTo>
                      <a:pt x="6595" y="2542"/>
                      <a:pt x="6261" y="1735"/>
                      <a:pt x="5666" y="1140"/>
                    </a:cubicBezTo>
                    <a:cubicBezTo>
                      <a:pt x="5071" y="545"/>
                      <a:pt x="4265" y="211"/>
                      <a:pt x="3424" y="211"/>
                    </a:cubicBezTo>
                    <a:cubicBezTo>
                      <a:pt x="2582" y="211"/>
                      <a:pt x="1776" y="545"/>
                      <a:pt x="1181" y="1140"/>
                    </a:cubicBezTo>
                    <a:cubicBezTo>
                      <a:pt x="586" y="1735"/>
                      <a:pt x="252" y="2542"/>
                      <a:pt x="252" y="3383"/>
                    </a:cubicBezTo>
                    <a:cubicBezTo>
                      <a:pt x="252" y="4225"/>
                      <a:pt x="586" y="5032"/>
                      <a:pt x="1181" y="5627"/>
                    </a:cubicBezTo>
                    <a:cubicBezTo>
                      <a:pt x="1776" y="6222"/>
                      <a:pt x="2582" y="6556"/>
                      <a:pt x="3424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36" name="Freeform: Shape 4435">
                <a:extLst>
                  <a:ext uri="{FF2B5EF4-FFF2-40B4-BE49-F238E27FC236}">
                    <a16:creationId xmlns:a16="http://schemas.microsoft.com/office/drawing/2014/main" id="{18886B6C-1524-63AC-BE43-C2814A1628BB}"/>
                  </a:ext>
                </a:extLst>
              </p:cNvPr>
              <p:cNvSpPr/>
              <p:nvPr/>
            </p:nvSpPr>
            <p:spPr>
              <a:xfrm>
                <a:off x="4045432" y="6151729"/>
                <a:ext cx="6343" cy="6345"/>
              </a:xfrm>
              <a:custGeom>
                <a:avLst/>
                <a:gdLst>
                  <a:gd name="connsiteX0" fmla="*/ 3423 w 6343"/>
                  <a:gd name="connsiteY0" fmla="*/ 6556 h 6345"/>
                  <a:gd name="connsiteX1" fmla="*/ 5666 w 6343"/>
                  <a:gd name="connsiteY1" fmla="*/ 5627 h 6345"/>
                  <a:gd name="connsiteX2" fmla="*/ 6595 w 6343"/>
                  <a:gd name="connsiteY2" fmla="*/ 3383 h 6345"/>
                  <a:gd name="connsiteX3" fmla="*/ 5666 w 6343"/>
                  <a:gd name="connsiteY3" fmla="*/ 1140 h 6345"/>
                  <a:gd name="connsiteX4" fmla="*/ 3423 w 6343"/>
                  <a:gd name="connsiteY4" fmla="*/ 211 h 6345"/>
                  <a:gd name="connsiteX5" fmla="*/ 1181 w 6343"/>
                  <a:gd name="connsiteY5" fmla="*/ 1140 h 6345"/>
                  <a:gd name="connsiteX6" fmla="*/ 252 w 6343"/>
                  <a:gd name="connsiteY6" fmla="*/ 3383 h 6345"/>
                  <a:gd name="connsiteX7" fmla="*/ 1181 w 6343"/>
                  <a:gd name="connsiteY7" fmla="*/ 5627 h 6345"/>
                  <a:gd name="connsiteX8" fmla="*/ 3423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6"/>
                    </a:moveTo>
                    <a:cubicBezTo>
                      <a:pt x="4264" y="6556"/>
                      <a:pt x="5071" y="6222"/>
                      <a:pt x="5666" y="5627"/>
                    </a:cubicBezTo>
                    <a:cubicBezTo>
                      <a:pt x="6261" y="5032"/>
                      <a:pt x="6595" y="4225"/>
                      <a:pt x="6595" y="3383"/>
                    </a:cubicBezTo>
                    <a:cubicBezTo>
                      <a:pt x="6595" y="2542"/>
                      <a:pt x="6261" y="1735"/>
                      <a:pt x="5666" y="1140"/>
                    </a:cubicBezTo>
                    <a:cubicBezTo>
                      <a:pt x="5071" y="545"/>
                      <a:pt x="4264" y="211"/>
                      <a:pt x="3423" y="211"/>
                    </a:cubicBezTo>
                    <a:cubicBezTo>
                      <a:pt x="2582" y="211"/>
                      <a:pt x="1775" y="545"/>
                      <a:pt x="1181" y="1140"/>
                    </a:cubicBezTo>
                    <a:cubicBezTo>
                      <a:pt x="586" y="1735"/>
                      <a:pt x="252" y="2542"/>
                      <a:pt x="252" y="3383"/>
                    </a:cubicBezTo>
                    <a:cubicBezTo>
                      <a:pt x="252" y="4225"/>
                      <a:pt x="586" y="5032"/>
                      <a:pt x="1181" y="5627"/>
                    </a:cubicBezTo>
                    <a:cubicBezTo>
                      <a:pt x="1775" y="6222"/>
                      <a:pt x="2582" y="6556"/>
                      <a:pt x="3423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37" name="Freeform: Shape 4436">
                <a:extLst>
                  <a:ext uri="{FF2B5EF4-FFF2-40B4-BE49-F238E27FC236}">
                    <a16:creationId xmlns:a16="http://schemas.microsoft.com/office/drawing/2014/main" id="{CB92B919-D838-FBA7-5AFE-59265ABFED4A}"/>
                  </a:ext>
                </a:extLst>
              </p:cNvPr>
              <p:cNvSpPr/>
              <p:nvPr/>
            </p:nvSpPr>
            <p:spPr>
              <a:xfrm>
                <a:off x="3969123" y="5971509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3"/>
                    </a:cubicBezTo>
                    <a:cubicBezTo>
                      <a:pt x="6255" y="5018"/>
                      <a:pt x="6589" y="4210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0"/>
                      <a:pt x="580" y="5018"/>
                      <a:pt x="1175" y="5613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38" name="Freeform: Shape 4437">
                <a:extLst>
                  <a:ext uri="{FF2B5EF4-FFF2-40B4-BE49-F238E27FC236}">
                    <a16:creationId xmlns:a16="http://schemas.microsoft.com/office/drawing/2014/main" id="{83AB4221-DA6D-C3D6-2600-38DCE3FCBE02}"/>
                  </a:ext>
                </a:extLst>
              </p:cNvPr>
              <p:cNvSpPr/>
              <p:nvPr/>
            </p:nvSpPr>
            <p:spPr>
              <a:xfrm>
                <a:off x="3967376" y="5971348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6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7"/>
                      <a:pt x="5660" y="5613"/>
                    </a:cubicBezTo>
                    <a:cubicBezTo>
                      <a:pt x="6254" y="5018"/>
                      <a:pt x="6589" y="4210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0"/>
                      <a:pt x="580" y="5018"/>
                      <a:pt x="1174" y="5613"/>
                    </a:cubicBezTo>
                    <a:cubicBezTo>
                      <a:pt x="1769" y="6207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39" name="Freeform: Shape 4438">
                <a:extLst>
                  <a:ext uri="{FF2B5EF4-FFF2-40B4-BE49-F238E27FC236}">
                    <a16:creationId xmlns:a16="http://schemas.microsoft.com/office/drawing/2014/main" id="{F42886E1-2A07-020F-ADDC-B1FACF57BA8E}"/>
                  </a:ext>
                </a:extLst>
              </p:cNvPr>
              <p:cNvSpPr/>
              <p:nvPr/>
            </p:nvSpPr>
            <p:spPr>
              <a:xfrm>
                <a:off x="3966067" y="5972275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4" y="5018"/>
                      <a:pt x="6589" y="4211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1"/>
                      <a:pt x="245" y="2528"/>
                      <a:pt x="245" y="3369"/>
                    </a:cubicBezTo>
                    <a:cubicBezTo>
                      <a:pt x="245" y="4211"/>
                      <a:pt x="580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40" name="Freeform: Shape 4439">
                <a:extLst>
                  <a:ext uri="{FF2B5EF4-FFF2-40B4-BE49-F238E27FC236}">
                    <a16:creationId xmlns:a16="http://schemas.microsoft.com/office/drawing/2014/main" id="{4A7F242B-8F40-26FD-FD83-856717C9FA24}"/>
                  </a:ext>
                </a:extLst>
              </p:cNvPr>
              <p:cNvSpPr/>
              <p:nvPr/>
            </p:nvSpPr>
            <p:spPr>
              <a:xfrm>
                <a:off x="3964273" y="5971959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8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1"/>
                      <a:pt x="579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41" name="Freeform: Shape 4440">
                <a:extLst>
                  <a:ext uri="{FF2B5EF4-FFF2-40B4-BE49-F238E27FC236}">
                    <a16:creationId xmlns:a16="http://schemas.microsoft.com/office/drawing/2014/main" id="{0343DFC1-94B3-28D3-79A6-A4BBA0EE67A8}"/>
                  </a:ext>
                </a:extLst>
              </p:cNvPr>
              <p:cNvSpPr/>
              <p:nvPr/>
            </p:nvSpPr>
            <p:spPr>
              <a:xfrm>
                <a:off x="3962889" y="5972691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59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1"/>
                      <a:pt x="579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42" name="Freeform: Shape 4441">
                <a:extLst>
                  <a:ext uri="{FF2B5EF4-FFF2-40B4-BE49-F238E27FC236}">
                    <a16:creationId xmlns:a16="http://schemas.microsoft.com/office/drawing/2014/main" id="{7F9E9AB1-6AD7-AF5D-032B-FE06FA610E99}"/>
                  </a:ext>
                </a:extLst>
              </p:cNvPr>
              <p:cNvSpPr/>
              <p:nvPr/>
            </p:nvSpPr>
            <p:spPr>
              <a:xfrm>
                <a:off x="4032574" y="6172909"/>
                <a:ext cx="6343" cy="6345"/>
              </a:xfrm>
              <a:custGeom>
                <a:avLst/>
                <a:gdLst>
                  <a:gd name="connsiteX0" fmla="*/ 3422 w 6343"/>
                  <a:gd name="connsiteY0" fmla="*/ 6558 h 6345"/>
                  <a:gd name="connsiteX1" fmla="*/ 5665 w 6343"/>
                  <a:gd name="connsiteY1" fmla="*/ 5628 h 6345"/>
                  <a:gd name="connsiteX2" fmla="*/ 6594 w 6343"/>
                  <a:gd name="connsiteY2" fmla="*/ 3385 h 6345"/>
                  <a:gd name="connsiteX3" fmla="*/ 5665 w 6343"/>
                  <a:gd name="connsiteY3" fmla="*/ 1141 h 6345"/>
                  <a:gd name="connsiteX4" fmla="*/ 3422 w 6343"/>
                  <a:gd name="connsiteY4" fmla="*/ 212 h 6345"/>
                  <a:gd name="connsiteX5" fmla="*/ 1180 w 6343"/>
                  <a:gd name="connsiteY5" fmla="*/ 1141 h 6345"/>
                  <a:gd name="connsiteX6" fmla="*/ 251 w 6343"/>
                  <a:gd name="connsiteY6" fmla="*/ 3385 h 6345"/>
                  <a:gd name="connsiteX7" fmla="*/ 1180 w 6343"/>
                  <a:gd name="connsiteY7" fmla="*/ 5628 h 6345"/>
                  <a:gd name="connsiteX8" fmla="*/ 342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8"/>
                    </a:moveTo>
                    <a:cubicBezTo>
                      <a:pt x="4263" y="6558"/>
                      <a:pt x="5070" y="6223"/>
                      <a:pt x="5665" y="5628"/>
                    </a:cubicBezTo>
                    <a:cubicBezTo>
                      <a:pt x="6260" y="5033"/>
                      <a:pt x="6594" y="4226"/>
                      <a:pt x="6594" y="3385"/>
                    </a:cubicBezTo>
                    <a:cubicBezTo>
                      <a:pt x="6594" y="2544"/>
                      <a:pt x="6260" y="1736"/>
                      <a:pt x="5665" y="1141"/>
                    </a:cubicBezTo>
                    <a:cubicBezTo>
                      <a:pt x="5070" y="547"/>
                      <a:pt x="4263" y="212"/>
                      <a:pt x="3422" y="212"/>
                    </a:cubicBezTo>
                    <a:cubicBezTo>
                      <a:pt x="2581" y="212"/>
                      <a:pt x="1774" y="547"/>
                      <a:pt x="1180" y="1141"/>
                    </a:cubicBezTo>
                    <a:cubicBezTo>
                      <a:pt x="585" y="1736"/>
                      <a:pt x="251" y="2544"/>
                      <a:pt x="251" y="3385"/>
                    </a:cubicBezTo>
                    <a:cubicBezTo>
                      <a:pt x="251" y="4226"/>
                      <a:pt x="585" y="5033"/>
                      <a:pt x="1180" y="5628"/>
                    </a:cubicBezTo>
                    <a:cubicBezTo>
                      <a:pt x="1774" y="6223"/>
                      <a:pt x="2581" y="6558"/>
                      <a:pt x="342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43" name="Freeform: Shape 4442">
                <a:extLst>
                  <a:ext uri="{FF2B5EF4-FFF2-40B4-BE49-F238E27FC236}">
                    <a16:creationId xmlns:a16="http://schemas.microsoft.com/office/drawing/2014/main" id="{9AF067D4-9E3E-AA23-3AE1-A8C5276117D9}"/>
                  </a:ext>
                </a:extLst>
              </p:cNvPr>
              <p:cNvSpPr/>
              <p:nvPr/>
            </p:nvSpPr>
            <p:spPr>
              <a:xfrm>
                <a:off x="4028096" y="6246657"/>
                <a:ext cx="6343" cy="6345"/>
              </a:xfrm>
              <a:custGeom>
                <a:avLst/>
                <a:gdLst>
                  <a:gd name="connsiteX0" fmla="*/ 3422 w 6343"/>
                  <a:gd name="connsiteY0" fmla="*/ 6563 h 6345"/>
                  <a:gd name="connsiteX1" fmla="*/ 5665 w 6343"/>
                  <a:gd name="connsiteY1" fmla="*/ 5634 h 6345"/>
                  <a:gd name="connsiteX2" fmla="*/ 6593 w 6343"/>
                  <a:gd name="connsiteY2" fmla="*/ 3391 h 6345"/>
                  <a:gd name="connsiteX3" fmla="*/ 5665 w 6343"/>
                  <a:gd name="connsiteY3" fmla="*/ 1147 h 6345"/>
                  <a:gd name="connsiteX4" fmla="*/ 3422 w 6343"/>
                  <a:gd name="connsiteY4" fmla="*/ 218 h 6345"/>
                  <a:gd name="connsiteX5" fmla="*/ 1179 w 6343"/>
                  <a:gd name="connsiteY5" fmla="*/ 1147 h 6345"/>
                  <a:gd name="connsiteX6" fmla="*/ 250 w 6343"/>
                  <a:gd name="connsiteY6" fmla="*/ 3391 h 6345"/>
                  <a:gd name="connsiteX7" fmla="*/ 1179 w 6343"/>
                  <a:gd name="connsiteY7" fmla="*/ 5634 h 6345"/>
                  <a:gd name="connsiteX8" fmla="*/ 342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63"/>
                    </a:moveTo>
                    <a:cubicBezTo>
                      <a:pt x="4263" y="6563"/>
                      <a:pt x="5070" y="6229"/>
                      <a:pt x="5665" y="5634"/>
                    </a:cubicBezTo>
                    <a:cubicBezTo>
                      <a:pt x="6259" y="5039"/>
                      <a:pt x="6593" y="4232"/>
                      <a:pt x="6593" y="3391"/>
                    </a:cubicBezTo>
                    <a:cubicBezTo>
                      <a:pt x="6593" y="2549"/>
                      <a:pt x="6259" y="1742"/>
                      <a:pt x="5665" y="1147"/>
                    </a:cubicBezTo>
                    <a:cubicBezTo>
                      <a:pt x="5070" y="552"/>
                      <a:pt x="4263" y="218"/>
                      <a:pt x="3422" y="218"/>
                    </a:cubicBezTo>
                    <a:cubicBezTo>
                      <a:pt x="2581" y="218"/>
                      <a:pt x="1774" y="552"/>
                      <a:pt x="1179" y="1147"/>
                    </a:cubicBezTo>
                    <a:cubicBezTo>
                      <a:pt x="585" y="1742"/>
                      <a:pt x="250" y="2549"/>
                      <a:pt x="250" y="3391"/>
                    </a:cubicBezTo>
                    <a:cubicBezTo>
                      <a:pt x="250" y="4232"/>
                      <a:pt x="585" y="5039"/>
                      <a:pt x="1179" y="5634"/>
                    </a:cubicBezTo>
                    <a:cubicBezTo>
                      <a:pt x="1774" y="6229"/>
                      <a:pt x="2581" y="6563"/>
                      <a:pt x="342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44" name="Freeform: Shape 4443">
                <a:extLst>
                  <a:ext uri="{FF2B5EF4-FFF2-40B4-BE49-F238E27FC236}">
                    <a16:creationId xmlns:a16="http://schemas.microsoft.com/office/drawing/2014/main" id="{623FA15D-AB70-C8BD-E353-B0F7EA4667E9}"/>
                  </a:ext>
                </a:extLst>
              </p:cNvPr>
              <p:cNvSpPr/>
              <p:nvPr/>
            </p:nvSpPr>
            <p:spPr>
              <a:xfrm>
                <a:off x="4015515" y="6215754"/>
                <a:ext cx="6343" cy="6345"/>
              </a:xfrm>
              <a:custGeom>
                <a:avLst/>
                <a:gdLst>
                  <a:gd name="connsiteX0" fmla="*/ 3421 w 6343"/>
                  <a:gd name="connsiteY0" fmla="*/ 6561 h 6345"/>
                  <a:gd name="connsiteX1" fmla="*/ 5664 w 6343"/>
                  <a:gd name="connsiteY1" fmla="*/ 5632 h 6345"/>
                  <a:gd name="connsiteX2" fmla="*/ 6592 w 6343"/>
                  <a:gd name="connsiteY2" fmla="*/ 3388 h 6345"/>
                  <a:gd name="connsiteX3" fmla="*/ 5664 w 6343"/>
                  <a:gd name="connsiteY3" fmla="*/ 1145 h 6345"/>
                  <a:gd name="connsiteX4" fmla="*/ 3421 w 6343"/>
                  <a:gd name="connsiteY4" fmla="*/ 216 h 6345"/>
                  <a:gd name="connsiteX5" fmla="*/ 1178 w 6343"/>
                  <a:gd name="connsiteY5" fmla="*/ 1145 h 6345"/>
                  <a:gd name="connsiteX6" fmla="*/ 249 w 6343"/>
                  <a:gd name="connsiteY6" fmla="*/ 3388 h 6345"/>
                  <a:gd name="connsiteX7" fmla="*/ 1178 w 6343"/>
                  <a:gd name="connsiteY7" fmla="*/ 5632 h 6345"/>
                  <a:gd name="connsiteX8" fmla="*/ 3421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1"/>
                    </a:moveTo>
                    <a:cubicBezTo>
                      <a:pt x="4262" y="6561"/>
                      <a:pt x="5069" y="6227"/>
                      <a:pt x="5664" y="5632"/>
                    </a:cubicBezTo>
                    <a:cubicBezTo>
                      <a:pt x="6258" y="5037"/>
                      <a:pt x="6592" y="4230"/>
                      <a:pt x="6592" y="3388"/>
                    </a:cubicBezTo>
                    <a:cubicBezTo>
                      <a:pt x="6592" y="2547"/>
                      <a:pt x="6258" y="1740"/>
                      <a:pt x="5664" y="1145"/>
                    </a:cubicBezTo>
                    <a:cubicBezTo>
                      <a:pt x="5069" y="550"/>
                      <a:pt x="4262" y="216"/>
                      <a:pt x="3421" y="216"/>
                    </a:cubicBezTo>
                    <a:cubicBezTo>
                      <a:pt x="2580" y="216"/>
                      <a:pt x="1773" y="550"/>
                      <a:pt x="1178" y="1145"/>
                    </a:cubicBezTo>
                    <a:cubicBezTo>
                      <a:pt x="584" y="1740"/>
                      <a:pt x="249" y="2547"/>
                      <a:pt x="249" y="3388"/>
                    </a:cubicBezTo>
                    <a:cubicBezTo>
                      <a:pt x="249" y="4230"/>
                      <a:pt x="584" y="5037"/>
                      <a:pt x="1178" y="5632"/>
                    </a:cubicBezTo>
                    <a:cubicBezTo>
                      <a:pt x="1773" y="6227"/>
                      <a:pt x="2580" y="6561"/>
                      <a:pt x="3421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45" name="Freeform: Shape 4444">
                <a:extLst>
                  <a:ext uri="{FF2B5EF4-FFF2-40B4-BE49-F238E27FC236}">
                    <a16:creationId xmlns:a16="http://schemas.microsoft.com/office/drawing/2014/main" id="{F1C312B9-F47E-D798-EEEB-7D874957CF1C}"/>
                  </a:ext>
                </a:extLst>
              </p:cNvPr>
              <p:cNvSpPr/>
              <p:nvPr/>
            </p:nvSpPr>
            <p:spPr>
              <a:xfrm>
                <a:off x="4012054" y="6214849"/>
                <a:ext cx="6343" cy="6345"/>
              </a:xfrm>
              <a:custGeom>
                <a:avLst/>
                <a:gdLst>
                  <a:gd name="connsiteX0" fmla="*/ 3421 w 6343"/>
                  <a:gd name="connsiteY0" fmla="*/ 6561 h 6345"/>
                  <a:gd name="connsiteX1" fmla="*/ 5663 w 6343"/>
                  <a:gd name="connsiteY1" fmla="*/ 5632 h 6345"/>
                  <a:gd name="connsiteX2" fmla="*/ 6592 w 6343"/>
                  <a:gd name="connsiteY2" fmla="*/ 3388 h 6345"/>
                  <a:gd name="connsiteX3" fmla="*/ 5663 w 6343"/>
                  <a:gd name="connsiteY3" fmla="*/ 1145 h 6345"/>
                  <a:gd name="connsiteX4" fmla="*/ 3421 w 6343"/>
                  <a:gd name="connsiteY4" fmla="*/ 216 h 6345"/>
                  <a:gd name="connsiteX5" fmla="*/ 1178 w 6343"/>
                  <a:gd name="connsiteY5" fmla="*/ 1145 h 6345"/>
                  <a:gd name="connsiteX6" fmla="*/ 249 w 6343"/>
                  <a:gd name="connsiteY6" fmla="*/ 3388 h 6345"/>
                  <a:gd name="connsiteX7" fmla="*/ 1178 w 6343"/>
                  <a:gd name="connsiteY7" fmla="*/ 5632 h 6345"/>
                  <a:gd name="connsiteX8" fmla="*/ 3421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1"/>
                    </a:moveTo>
                    <a:cubicBezTo>
                      <a:pt x="4262" y="6561"/>
                      <a:pt x="5069" y="6227"/>
                      <a:pt x="5663" y="5632"/>
                    </a:cubicBezTo>
                    <a:cubicBezTo>
                      <a:pt x="6258" y="5037"/>
                      <a:pt x="6592" y="4230"/>
                      <a:pt x="6592" y="3388"/>
                    </a:cubicBezTo>
                    <a:cubicBezTo>
                      <a:pt x="6592" y="2547"/>
                      <a:pt x="6258" y="1740"/>
                      <a:pt x="5663" y="1145"/>
                    </a:cubicBezTo>
                    <a:cubicBezTo>
                      <a:pt x="5069" y="550"/>
                      <a:pt x="4262" y="216"/>
                      <a:pt x="3421" y="216"/>
                    </a:cubicBezTo>
                    <a:cubicBezTo>
                      <a:pt x="2580" y="216"/>
                      <a:pt x="1773" y="550"/>
                      <a:pt x="1178" y="1145"/>
                    </a:cubicBezTo>
                    <a:cubicBezTo>
                      <a:pt x="583" y="1740"/>
                      <a:pt x="249" y="2547"/>
                      <a:pt x="249" y="3388"/>
                    </a:cubicBezTo>
                    <a:cubicBezTo>
                      <a:pt x="249" y="4230"/>
                      <a:pt x="583" y="5037"/>
                      <a:pt x="1178" y="5632"/>
                    </a:cubicBezTo>
                    <a:cubicBezTo>
                      <a:pt x="1773" y="6227"/>
                      <a:pt x="2580" y="6561"/>
                      <a:pt x="3421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46" name="Freeform: Shape 4445">
                <a:extLst>
                  <a:ext uri="{FF2B5EF4-FFF2-40B4-BE49-F238E27FC236}">
                    <a16:creationId xmlns:a16="http://schemas.microsoft.com/office/drawing/2014/main" id="{37619349-0C97-E33E-1BF9-19A0A79DA997}"/>
                  </a:ext>
                </a:extLst>
              </p:cNvPr>
              <p:cNvSpPr/>
              <p:nvPr/>
            </p:nvSpPr>
            <p:spPr>
              <a:xfrm>
                <a:off x="4010104" y="6219193"/>
                <a:ext cx="6343" cy="6345"/>
              </a:xfrm>
              <a:custGeom>
                <a:avLst/>
                <a:gdLst>
                  <a:gd name="connsiteX0" fmla="*/ 3420 w 6343"/>
                  <a:gd name="connsiteY0" fmla="*/ 6561 h 6345"/>
                  <a:gd name="connsiteX1" fmla="*/ 5663 w 6343"/>
                  <a:gd name="connsiteY1" fmla="*/ 5632 h 6345"/>
                  <a:gd name="connsiteX2" fmla="*/ 6592 w 6343"/>
                  <a:gd name="connsiteY2" fmla="*/ 3389 h 6345"/>
                  <a:gd name="connsiteX3" fmla="*/ 5663 w 6343"/>
                  <a:gd name="connsiteY3" fmla="*/ 1145 h 6345"/>
                  <a:gd name="connsiteX4" fmla="*/ 3420 w 6343"/>
                  <a:gd name="connsiteY4" fmla="*/ 216 h 6345"/>
                  <a:gd name="connsiteX5" fmla="*/ 1178 w 6343"/>
                  <a:gd name="connsiteY5" fmla="*/ 1145 h 6345"/>
                  <a:gd name="connsiteX6" fmla="*/ 249 w 6343"/>
                  <a:gd name="connsiteY6" fmla="*/ 3389 h 6345"/>
                  <a:gd name="connsiteX7" fmla="*/ 1178 w 6343"/>
                  <a:gd name="connsiteY7" fmla="*/ 5632 h 6345"/>
                  <a:gd name="connsiteX8" fmla="*/ 3420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1"/>
                    </a:moveTo>
                    <a:cubicBezTo>
                      <a:pt x="4262" y="6561"/>
                      <a:pt x="5068" y="6227"/>
                      <a:pt x="5663" y="5632"/>
                    </a:cubicBezTo>
                    <a:cubicBezTo>
                      <a:pt x="6258" y="5037"/>
                      <a:pt x="6592" y="4230"/>
                      <a:pt x="6592" y="3389"/>
                    </a:cubicBezTo>
                    <a:cubicBezTo>
                      <a:pt x="6592" y="2547"/>
                      <a:pt x="6258" y="1740"/>
                      <a:pt x="5663" y="1145"/>
                    </a:cubicBezTo>
                    <a:cubicBezTo>
                      <a:pt x="5068" y="550"/>
                      <a:pt x="4262" y="216"/>
                      <a:pt x="3420" y="216"/>
                    </a:cubicBezTo>
                    <a:cubicBezTo>
                      <a:pt x="2579" y="216"/>
                      <a:pt x="1773" y="550"/>
                      <a:pt x="1178" y="1145"/>
                    </a:cubicBezTo>
                    <a:cubicBezTo>
                      <a:pt x="583" y="1740"/>
                      <a:pt x="249" y="2547"/>
                      <a:pt x="249" y="3389"/>
                    </a:cubicBezTo>
                    <a:cubicBezTo>
                      <a:pt x="249" y="4230"/>
                      <a:pt x="583" y="5037"/>
                      <a:pt x="1178" y="5632"/>
                    </a:cubicBezTo>
                    <a:cubicBezTo>
                      <a:pt x="1773" y="6227"/>
                      <a:pt x="2579" y="6561"/>
                      <a:pt x="3420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47" name="Freeform: Shape 4446">
                <a:extLst>
                  <a:ext uri="{FF2B5EF4-FFF2-40B4-BE49-F238E27FC236}">
                    <a16:creationId xmlns:a16="http://schemas.microsoft.com/office/drawing/2014/main" id="{FCF4EDC8-5084-228A-1BB0-7FDDE3B94D28}"/>
                  </a:ext>
                </a:extLst>
              </p:cNvPr>
              <p:cNvSpPr/>
              <p:nvPr/>
            </p:nvSpPr>
            <p:spPr>
              <a:xfrm>
                <a:off x="4007714" y="6222120"/>
                <a:ext cx="6343" cy="6345"/>
              </a:xfrm>
              <a:custGeom>
                <a:avLst/>
                <a:gdLst>
                  <a:gd name="connsiteX0" fmla="*/ 3420 w 6343"/>
                  <a:gd name="connsiteY0" fmla="*/ 6562 h 6345"/>
                  <a:gd name="connsiteX1" fmla="*/ 5663 w 6343"/>
                  <a:gd name="connsiteY1" fmla="*/ 5632 h 6345"/>
                  <a:gd name="connsiteX2" fmla="*/ 6592 w 6343"/>
                  <a:gd name="connsiteY2" fmla="*/ 3389 h 6345"/>
                  <a:gd name="connsiteX3" fmla="*/ 5663 w 6343"/>
                  <a:gd name="connsiteY3" fmla="*/ 1145 h 6345"/>
                  <a:gd name="connsiteX4" fmla="*/ 3420 w 6343"/>
                  <a:gd name="connsiteY4" fmla="*/ 216 h 6345"/>
                  <a:gd name="connsiteX5" fmla="*/ 1178 w 6343"/>
                  <a:gd name="connsiteY5" fmla="*/ 1145 h 6345"/>
                  <a:gd name="connsiteX6" fmla="*/ 249 w 6343"/>
                  <a:gd name="connsiteY6" fmla="*/ 3389 h 6345"/>
                  <a:gd name="connsiteX7" fmla="*/ 1178 w 6343"/>
                  <a:gd name="connsiteY7" fmla="*/ 5632 h 6345"/>
                  <a:gd name="connsiteX8" fmla="*/ 3420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2"/>
                    </a:moveTo>
                    <a:cubicBezTo>
                      <a:pt x="4261" y="6562"/>
                      <a:pt x="5068" y="6227"/>
                      <a:pt x="5663" y="5632"/>
                    </a:cubicBezTo>
                    <a:cubicBezTo>
                      <a:pt x="6258" y="5037"/>
                      <a:pt x="6592" y="4230"/>
                      <a:pt x="6592" y="3389"/>
                    </a:cubicBezTo>
                    <a:cubicBezTo>
                      <a:pt x="6592" y="2547"/>
                      <a:pt x="6258" y="1740"/>
                      <a:pt x="5663" y="1145"/>
                    </a:cubicBezTo>
                    <a:cubicBezTo>
                      <a:pt x="5068" y="550"/>
                      <a:pt x="4261" y="216"/>
                      <a:pt x="3420" y="216"/>
                    </a:cubicBezTo>
                    <a:cubicBezTo>
                      <a:pt x="2579" y="216"/>
                      <a:pt x="1772" y="550"/>
                      <a:pt x="1178" y="1145"/>
                    </a:cubicBezTo>
                    <a:cubicBezTo>
                      <a:pt x="583" y="1740"/>
                      <a:pt x="249" y="2547"/>
                      <a:pt x="249" y="3389"/>
                    </a:cubicBezTo>
                    <a:cubicBezTo>
                      <a:pt x="249" y="4230"/>
                      <a:pt x="583" y="5037"/>
                      <a:pt x="1178" y="5632"/>
                    </a:cubicBezTo>
                    <a:cubicBezTo>
                      <a:pt x="1772" y="6227"/>
                      <a:pt x="2579" y="6562"/>
                      <a:pt x="3420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48" name="Freeform: Shape 4447">
                <a:extLst>
                  <a:ext uri="{FF2B5EF4-FFF2-40B4-BE49-F238E27FC236}">
                    <a16:creationId xmlns:a16="http://schemas.microsoft.com/office/drawing/2014/main" id="{80B22ADF-1150-FB5F-EF1A-A0E42E59D025}"/>
                  </a:ext>
                </a:extLst>
              </p:cNvPr>
              <p:cNvSpPr/>
              <p:nvPr/>
            </p:nvSpPr>
            <p:spPr>
              <a:xfrm>
                <a:off x="4004998" y="6223941"/>
                <a:ext cx="6343" cy="6345"/>
              </a:xfrm>
              <a:custGeom>
                <a:avLst/>
                <a:gdLst>
                  <a:gd name="connsiteX0" fmla="*/ 3420 w 6343"/>
                  <a:gd name="connsiteY0" fmla="*/ 6562 h 6345"/>
                  <a:gd name="connsiteX1" fmla="*/ 5663 w 6343"/>
                  <a:gd name="connsiteY1" fmla="*/ 5632 h 6345"/>
                  <a:gd name="connsiteX2" fmla="*/ 6592 w 6343"/>
                  <a:gd name="connsiteY2" fmla="*/ 3389 h 6345"/>
                  <a:gd name="connsiteX3" fmla="*/ 5663 w 6343"/>
                  <a:gd name="connsiteY3" fmla="*/ 1146 h 6345"/>
                  <a:gd name="connsiteX4" fmla="*/ 3420 w 6343"/>
                  <a:gd name="connsiteY4" fmla="*/ 216 h 6345"/>
                  <a:gd name="connsiteX5" fmla="*/ 1177 w 6343"/>
                  <a:gd name="connsiteY5" fmla="*/ 1146 h 6345"/>
                  <a:gd name="connsiteX6" fmla="*/ 249 w 6343"/>
                  <a:gd name="connsiteY6" fmla="*/ 3389 h 6345"/>
                  <a:gd name="connsiteX7" fmla="*/ 1177 w 6343"/>
                  <a:gd name="connsiteY7" fmla="*/ 5632 h 6345"/>
                  <a:gd name="connsiteX8" fmla="*/ 3420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2"/>
                    </a:moveTo>
                    <a:cubicBezTo>
                      <a:pt x="4261" y="6562"/>
                      <a:pt x="5068" y="6227"/>
                      <a:pt x="5663" y="5632"/>
                    </a:cubicBezTo>
                    <a:cubicBezTo>
                      <a:pt x="6257" y="5037"/>
                      <a:pt x="6592" y="4230"/>
                      <a:pt x="6592" y="3389"/>
                    </a:cubicBezTo>
                    <a:cubicBezTo>
                      <a:pt x="6592" y="2548"/>
                      <a:pt x="6257" y="1740"/>
                      <a:pt x="5663" y="1146"/>
                    </a:cubicBezTo>
                    <a:cubicBezTo>
                      <a:pt x="5068" y="551"/>
                      <a:pt x="4261" y="216"/>
                      <a:pt x="3420" y="216"/>
                    </a:cubicBezTo>
                    <a:cubicBezTo>
                      <a:pt x="2579" y="216"/>
                      <a:pt x="1772" y="551"/>
                      <a:pt x="1177" y="1146"/>
                    </a:cubicBezTo>
                    <a:cubicBezTo>
                      <a:pt x="583" y="1740"/>
                      <a:pt x="249" y="2548"/>
                      <a:pt x="249" y="3389"/>
                    </a:cubicBezTo>
                    <a:cubicBezTo>
                      <a:pt x="249" y="4230"/>
                      <a:pt x="583" y="5037"/>
                      <a:pt x="1177" y="5632"/>
                    </a:cubicBezTo>
                    <a:cubicBezTo>
                      <a:pt x="1772" y="6227"/>
                      <a:pt x="2579" y="6562"/>
                      <a:pt x="3420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49" name="Freeform: Shape 4448">
                <a:extLst>
                  <a:ext uri="{FF2B5EF4-FFF2-40B4-BE49-F238E27FC236}">
                    <a16:creationId xmlns:a16="http://schemas.microsoft.com/office/drawing/2014/main" id="{5E35E53F-9BDE-9CD0-18B7-8D35B3E8D86C}"/>
                  </a:ext>
                </a:extLst>
              </p:cNvPr>
              <p:cNvSpPr/>
              <p:nvPr/>
            </p:nvSpPr>
            <p:spPr>
              <a:xfrm>
                <a:off x="4002301" y="6225884"/>
                <a:ext cx="6343" cy="6345"/>
              </a:xfrm>
              <a:custGeom>
                <a:avLst/>
                <a:gdLst>
                  <a:gd name="connsiteX0" fmla="*/ 3420 w 6343"/>
                  <a:gd name="connsiteY0" fmla="*/ 6562 h 6345"/>
                  <a:gd name="connsiteX1" fmla="*/ 5663 w 6343"/>
                  <a:gd name="connsiteY1" fmla="*/ 5633 h 6345"/>
                  <a:gd name="connsiteX2" fmla="*/ 6591 w 6343"/>
                  <a:gd name="connsiteY2" fmla="*/ 3389 h 6345"/>
                  <a:gd name="connsiteX3" fmla="*/ 5663 w 6343"/>
                  <a:gd name="connsiteY3" fmla="*/ 1146 h 6345"/>
                  <a:gd name="connsiteX4" fmla="*/ 3420 w 6343"/>
                  <a:gd name="connsiteY4" fmla="*/ 216 h 6345"/>
                  <a:gd name="connsiteX5" fmla="*/ 1177 w 6343"/>
                  <a:gd name="connsiteY5" fmla="*/ 1146 h 6345"/>
                  <a:gd name="connsiteX6" fmla="*/ 248 w 6343"/>
                  <a:gd name="connsiteY6" fmla="*/ 3389 h 6345"/>
                  <a:gd name="connsiteX7" fmla="*/ 1177 w 6343"/>
                  <a:gd name="connsiteY7" fmla="*/ 5633 h 6345"/>
                  <a:gd name="connsiteX8" fmla="*/ 3420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2"/>
                    </a:moveTo>
                    <a:cubicBezTo>
                      <a:pt x="4261" y="6562"/>
                      <a:pt x="5068" y="6228"/>
                      <a:pt x="5663" y="5633"/>
                    </a:cubicBezTo>
                    <a:cubicBezTo>
                      <a:pt x="6257" y="5038"/>
                      <a:pt x="6591" y="4231"/>
                      <a:pt x="6591" y="3389"/>
                    </a:cubicBezTo>
                    <a:cubicBezTo>
                      <a:pt x="6591" y="2548"/>
                      <a:pt x="6257" y="1741"/>
                      <a:pt x="5663" y="1146"/>
                    </a:cubicBezTo>
                    <a:cubicBezTo>
                      <a:pt x="5068" y="551"/>
                      <a:pt x="4261" y="216"/>
                      <a:pt x="3420" y="216"/>
                    </a:cubicBezTo>
                    <a:cubicBezTo>
                      <a:pt x="2579" y="216"/>
                      <a:pt x="1772" y="551"/>
                      <a:pt x="1177" y="1146"/>
                    </a:cubicBezTo>
                    <a:cubicBezTo>
                      <a:pt x="582" y="1741"/>
                      <a:pt x="248" y="2548"/>
                      <a:pt x="248" y="3389"/>
                    </a:cubicBezTo>
                    <a:cubicBezTo>
                      <a:pt x="248" y="4231"/>
                      <a:pt x="582" y="5038"/>
                      <a:pt x="1177" y="5633"/>
                    </a:cubicBezTo>
                    <a:cubicBezTo>
                      <a:pt x="1772" y="6228"/>
                      <a:pt x="2579" y="6562"/>
                      <a:pt x="3420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50" name="Freeform: Shape 4449">
                <a:extLst>
                  <a:ext uri="{FF2B5EF4-FFF2-40B4-BE49-F238E27FC236}">
                    <a16:creationId xmlns:a16="http://schemas.microsoft.com/office/drawing/2014/main" id="{045BD22E-1E21-DD51-FEDC-E6AAAFA2F389}"/>
                  </a:ext>
                </a:extLst>
              </p:cNvPr>
              <p:cNvSpPr/>
              <p:nvPr/>
            </p:nvSpPr>
            <p:spPr>
              <a:xfrm>
                <a:off x="3999374" y="6226988"/>
                <a:ext cx="6343" cy="6345"/>
              </a:xfrm>
              <a:custGeom>
                <a:avLst/>
                <a:gdLst>
                  <a:gd name="connsiteX0" fmla="*/ 3420 w 6343"/>
                  <a:gd name="connsiteY0" fmla="*/ 6562 h 6345"/>
                  <a:gd name="connsiteX1" fmla="*/ 5662 w 6343"/>
                  <a:gd name="connsiteY1" fmla="*/ 5633 h 6345"/>
                  <a:gd name="connsiteX2" fmla="*/ 6591 w 6343"/>
                  <a:gd name="connsiteY2" fmla="*/ 3389 h 6345"/>
                  <a:gd name="connsiteX3" fmla="*/ 5662 w 6343"/>
                  <a:gd name="connsiteY3" fmla="*/ 1146 h 6345"/>
                  <a:gd name="connsiteX4" fmla="*/ 3420 w 6343"/>
                  <a:gd name="connsiteY4" fmla="*/ 216 h 6345"/>
                  <a:gd name="connsiteX5" fmla="*/ 1177 w 6343"/>
                  <a:gd name="connsiteY5" fmla="*/ 1146 h 6345"/>
                  <a:gd name="connsiteX6" fmla="*/ 248 w 6343"/>
                  <a:gd name="connsiteY6" fmla="*/ 3389 h 6345"/>
                  <a:gd name="connsiteX7" fmla="*/ 1177 w 6343"/>
                  <a:gd name="connsiteY7" fmla="*/ 5633 h 6345"/>
                  <a:gd name="connsiteX8" fmla="*/ 3420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2"/>
                    </a:moveTo>
                    <a:cubicBezTo>
                      <a:pt x="4261" y="6562"/>
                      <a:pt x="5068" y="6228"/>
                      <a:pt x="5662" y="5633"/>
                    </a:cubicBezTo>
                    <a:cubicBezTo>
                      <a:pt x="6257" y="5038"/>
                      <a:pt x="6591" y="4231"/>
                      <a:pt x="6591" y="3389"/>
                    </a:cubicBezTo>
                    <a:cubicBezTo>
                      <a:pt x="6591" y="2548"/>
                      <a:pt x="6257" y="1741"/>
                      <a:pt x="5662" y="1146"/>
                    </a:cubicBezTo>
                    <a:cubicBezTo>
                      <a:pt x="5068" y="551"/>
                      <a:pt x="4261" y="216"/>
                      <a:pt x="3420" y="216"/>
                    </a:cubicBezTo>
                    <a:cubicBezTo>
                      <a:pt x="2579" y="216"/>
                      <a:pt x="1772" y="551"/>
                      <a:pt x="1177" y="1146"/>
                    </a:cubicBezTo>
                    <a:cubicBezTo>
                      <a:pt x="582" y="1741"/>
                      <a:pt x="248" y="2548"/>
                      <a:pt x="248" y="3389"/>
                    </a:cubicBezTo>
                    <a:cubicBezTo>
                      <a:pt x="248" y="4231"/>
                      <a:pt x="582" y="5038"/>
                      <a:pt x="1177" y="5633"/>
                    </a:cubicBezTo>
                    <a:cubicBezTo>
                      <a:pt x="1772" y="6228"/>
                      <a:pt x="2579" y="6562"/>
                      <a:pt x="3420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51" name="Freeform: Shape 4450">
                <a:extLst>
                  <a:ext uri="{FF2B5EF4-FFF2-40B4-BE49-F238E27FC236}">
                    <a16:creationId xmlns:a16="http://schemas.microsoft.com/office/drawing/2014/main" id="{456F65A4-66F0-5805-3806-116CE6A17D60}"/>
                  </a:ext>
                </a:extLst>
              </p:cNvPr>
              <p:cNvSpPr/>
              <p:nvPr/>
            </p:nvSpPr>
            <p:spPr>
              <a:xfrm>
                <a:off x="3996736" y="6229267"/>
                <a:ext cx="6343" cy="6345"/>
              </a:xfrm>
              <a:custGeom>
                <a:avLst/>
                <a:gdLst>
                  <a:gd name="connsiteX0" fmla="*/ 3419 w 6343"/>
                  <a:gd name="connsiteY0" fmla="*/ 6562 h 6345"/>
                  <a:gd name="connsiteX1" fmla="*/ 5662 w 6343"/>
                  <a:gd name="connsiteY1" fmla="*/ 5633 h 6345"/>
                  <a:gd name="connsiteX2" fmla="*/ 6591 w 6343"/>
                  <a:gd name="connsiteY2" fmla="*/ 3389 h 6345"/>
                  <a:gd name="connsiteX3" fmla="*/ 5662 w 6343"/>
                  <a:gd name="connsiteY3" fmla="*/ 1146 h 6345"/>
                  <a:gd name="connsiteX4" fmla="*/ 3419 w 6343"/>
                  <a:gd name="connsiteY4" fmla="*/ 217 h 6345"/>
                  <a:gd name="connsiteX5" fmla="*/ 1177 w 6343"/>
                  <a:gd name="connsiteY5" fmla="*/ 1146 h 6345"/>
                  <a:gd name="connsiteX6" fmla="*/ 248 w 6343"/>
                  <a:gd name="connsiteY6" fmla="*/ 3389 h 6345"/>
                  <a:gd name="connsiteX7" fmla="*/ 1177 w 6343"/>
                  <a:gd name="connsiteY7" fmla="*/ 5633 h 6345"/>
                  <a:gd name="connsiteX8" fmla="*/ 3419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2"/>
                    </a:moveTo>
                    <a:cubicBezTo>
                      <a:pt x="4261" y="6562"/>
                      <a:pt x="5067" y="6228"/>
                      <a:pt x="5662" y="5633"/>
                    </a:cubicBezTo>
                    <a:cubicBezTo>
                      <a:pt x="6257" y="5038"/>
                      <a:pt x="6591" y="4231"/>
                      <a:pt x="6591" y="3389"/>
                    </a:cubicBezTo>
                    <a:cubicBezTo>
                      <a:pt x="6591" y="2548"/>
                      <a:pt x="6257" y="1741"/>
                      <a:pt x="5662" y="1146"/>
                    </a:cubicBezTo>
                    <a:cubicBezTo>
                      <a:pt x="5067" y="551"/>
                      <a:pt x="4261" y="217"/>
                      <a:pt x="3419" y="217"/>
                    </a:cubicBezTo>
                    <a:cubicBezTo>
                      <a:pt x="2578" y="217"/>
                      <a:pt x="1772" y="551"/>
                      <a:pt x="1177" y="1146"/>
                    </a:cubicBezTo>
                    <a:cubicBezTo>
                      <a:pt x="582" y="1741"/>
                      <a:pt x="248" y="2548"/>
                      <a:pt x="248" y="3389"/>
                    </a:cubicBezTo>
                    <a:cubicBezTo>
                      <a:pt x="248" y="4231"/>
                      <a:pt x="582" y="5038"/>
                      <a:pt x="1177" y="5633"/>
                    </a:cubicBezTo>
                    <a:cubicBezTo>
                      <a:pt x="1772" y="6228"/>
                      <a:pt x="2578" y="6562"/>
                      <a:pt x="3419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52" name="Freeform: Shape 4451">
                <a:extLst>
                  <a:ext uri="{FF2B5EF4-FFF2-40B4-BE49-F238E27FC236}">
                    <a16:creationId xmlns:a16="http://schemas.microsoft.com/office/drawing/2014/main" id="{8AFF1F1B-1076-F527-4626-A7A780746124}"/>
                  </a:ext>
                </a:extLst>
              </p:cNvPr>
              <p:cNvSpPr/>
              <p:nvPr/>
            </p:nvSpPr>
            <p:spPr>
              <a:xfrm>
                <a:off x="3993941" y="6230980"/>
                <a:ext cx="6343" cy="6345"/>
              </a:xfrm>
              <a:custGeom>
                <a:avLst/>
                <a:gdLst>
                  <a:gd name="connsiteX0" fmla="*/ 3419 w 6343"/>
                  <a:gd name="connsiteY0" fmla="*/ 6562 h 6345"/>
                  <a:gd name="connsiteX1" fmla="*/ 5662 w 6343"/>
                  <a:gd name="connsiteY1" fmla="*/ 5633 h 6345"/>
                  <a:gd name="connsiteX2" fmla="*/ 6591 w 6343"/>
                  <a:gd name="connsiteY2" fmla="*/ 3390 h 6345"/>
                  <a:gd name="connsiteX3" fmla="*/ 5662 w 6343"/>
                  <a:gd name="connsiteY3" fmla="*/ 1146 h 6345"/>
                  <a:gd name="connsiteX4" fmla="*/ 3419 w 6343"/>
                  <a:gd name="connsiteY4" fmla="*/ 217 h 6345"/>
                  <a:gd name="connsiteX5" fmla="*/ 1177 w 6343"/>
                  <a:gd name="connsiteY5" fmla="*/ 1146 h 6345"/>
                  <a:gd name="connsiteX6" fmla="*/ 248 w 6343"/>
                  <a:gd name="connsiteY6" fmla="*/ 3390 h 6345"/>
                  <a:gd name="connsiteX7" fmla="*/ 1177 w 6343"/>
                  <a:gd name="connsiteY7" fmla="*/ 5633 h 6345"/>
                  <a:gd name="connsiteX8" fmla="*/ 3419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2"/>
                    </a:moveTo>
                    <a:cubicBezTo>
                      <a:pt x="4260" y="6562"/>
                      <a:pt x="5067" y="6228"/>
                      <a:pt x="5662" y="5633"/>
                    </a:cubicBezTo>
                    <a:cubicBezTo>
                      <a:pt x="6257" y="5038"/>
                      <a:pt x="6591" y="4231"/>
                      <a:pt x="6591" y="3390"/>
                    </a:cubicBezTo>
                    <a:cubicBezTo>
                      <a:pt x="6591" y="2548"/>
                      <a:pt x="6257" y="1741"/>
                      <a:pt x="5662" y="1146"/>
                    </a:cubicBezTo>
                    <a:cubicBezTo>
                      <a:pt x="5067" y="551"/>
                      <a:pt x="4260" y="217"/>
                      <a:pt x="3419" y="217"/>
                    </a:cubicBezTo>
                    <a:cubicBezTo>
                      <a:pt x="2578" y="217"/>
                      <a:pt x="1771" y="551"/>
                      <a:pt x="1177" y="1146"/>
                    </a:cubicBezTo>
                    <a:cubicBezTo>
                      <a:pt x="582" y="1741"/>
                      <a:pt x="248" y="2548"/>
                      <a:pt x="248" y="3390"/>
                    </a:cubicBezTo>
                    <a:cubicBezTo>
                      <a:pt x="248" y="4231"/>
                      <a:pt x="582" y="5038"/>
                      <a:pt x="1177" y="5633"/>
                    </a:cubicBezTo>
                    <a:cubicBezTo>
                      <a:pt x="1771" y="6228"/>
                      <a:pt x="2578" y="6562"/>
                      <a:pt x="3419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53" name="Freeform: Shape 4452">
                <a:extLst>
                  <a:ext uri="{FF2B5EF4-FFF2-40B4-BE49-F238E27FC236}">
                    <a16:creationId xmlns:a16="http://schemas.microsoft.com/office/drawing/2014/main" id="{561B16D0-F4E0-4B45-C906-2EC0A9097511}"/>
                  </a:ext>
                </a:extLst>
              </p:cNvPr>
              <p:cNvSpPr/>
              <p:nvPr/>
            </p:nvSpPr>
            <p:spPr>
              <a:xfrm>
                <a:off x="3990464" y="6229874"/>
                <a:ext cx="6343" cy="6345"/>
              </a:xfrm>
              <a:custGeom>
                <a:avLst/>
                <a:gdLst>
                  <a:gd name="connsiteX0" fmla="*/ 3419 w 6343"/>
                  <a:gd name="connsiteY0" fmla="*/ 6562 h 6345"/>
                  <a:gd name="connsiteX1" fmla="*/ 5662 w 6343"/>
                  <a:gd name="connsiteY1" fmla="*/ 5633 h 6345"/>
                  <a:gd name="connsiteX2" fmla="*/ 6590 w 6343"/>
                  <a:gd name="connsiteY2" fmla="*/ 3389 h 6345"/>
                  <a:gd name="connsiteX3" fmla="*/ 5662 w 6343"/>
                  <a:gd name="connsiteY3" fmla="*/ 1146 h 6345"/>
                  <a:gd name="connsiteX4" fmla="*/ 3419 w 6343"/>
                  <a:gd name="connsiteY4" fmla="*/ 217 h 6345"/>
                  <a:gd name="connsiteX5" fmla="*/ 1176 w 6343"/>
                  <a:gd name="connsiteY5" fmla="*/ 1146 h 6345"/>
                  <a:gd name="connsiteX6" fmla="*/ 247 w 6343"/>
                  <a:gd name="connsiteY6" fmla="*/ 3389 h 6345"/>
                  <a:gd name="connsiteX7" fmla="*/ 1176 w 6343"/>
                  <a:gd name="connsiteY7" fmla="*/ 5633 h 6345"/>
                  <a:gd name="connsiteX8" fmla="*/ 3419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2"/>
                    </a:moveTo>
                    <a:cubicBezTo>
                      <a:pt x="4260" y="6562"/>
                      <a:pt x="5067" y="6228"/>
                      <a:pt x="5662" y="5633"/>
                    </a:cubicBezTo>
                    <a:cubicBezTo>
                      <a:pt x="6256" y="5038"/>
                      <a:pt x="6590" y="4231"/>
                      <a:pt x="6590" y="3389"/>
                    </a:cubicBezTo>
                    <a:cubicBezTo>
                      <a:pt x="6590" y="2548"/>
                      <a:pt x="6256" y="1741"/>
                      <a:pt x="5662" y="1146"/>
                    </a:cubicBezTo>
                    <a:cubicBezTo>
                      <a:pt x="5067" y="551"/>
                      <a:pt x="4260" y="217"/>
                      <a:pt x="3419" y="217"/>
                    </a:cubicBezTo>
                    <a:cubicBezTo>
                      <a:pt x="2578" y="217"/>
                      <a:pt x="1771" y="551"/>
                      <a:pt x="1176" y="1146"/>
                    </a:cubicBezTo>
                    <a:cubicBezTo>
                      <a:pt x="582" y="1741"/>
                      <a:pt x="247" y="2548"/>
                      <a:pt x="247" y="3389"/>
                    </a:cubicBezTo>
                    <a:cubicBezTo>
                      <a:pt x="247" y="4231"/>
                      <a:pt x="582" y="5038"/>
                      <a:pt x="1176" y="5633"/>
                    </a:cubicBezTo>
                    <a:cubicBezTo>
                      <a:pt x="1771" y="6228"/>
                      <a:pt x="2578" y="6562"/>
                      <a:pt x="3419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54" name="Freeform: Shape 4453">
                <a:extLst>
                  <a:ext uri="{FF2B5EF4-FFF2-40B4-BE49-F238E27FC236}">
                    <a16:creationId xmlns:a16="http://schemas.microsoft.com/office/drawing/2014/main" id="{27A50FA4-7776-F40F-E566-F02775367C5B}"/>
                  </a:ext>
                </a:extLst>
              </p:cNvPr>
              <p:cNvSpPr/>
              <p:nvPr/>
            </p:nvSpPr>
            <p:spPr>
              <a:xfrm>
                <a:off x="3987929" y="6232749"/>
                <a:ext cx="6343" cy="6345"/>
              </a:xfrm>
              <a:custGeom>
                <a:avLst/>
                <a:gdLst>
                  <a:gd name="connsiteX0" fmla="*/ 3419 w 6343"/>
                  <a:gd name="connsiteY0" fmla="*/ 6562 h 6345"/>
                  <a:gd name="connsiteX1" fmla="*/ 5661 w 6343"/>
                  <a:gd name="connsiteY1" fmla="*/ 5633 h 6345"/>
                  <a:gd name="connsiteX2" fmla="*/ 6590 w 6343"/>
                  <a:gd name="connsiteY2" fmla="*/ 3390 h 6345"/>
                  <a:gd name="connsiteX3" fmla="*/ 5661 w 6343"/>
                  <a:gd name="connsiteY3" fmla="*/ 1146 h 6345"/>
                  <a:gd name="connsiteX4" fmla="*/ 3419 w 6343"/>
                  <a:gd name="connsiteY4" fmla="*/ 217 h 6345"/>
                  <a:gd name="connsiteX5" fmla="*/ 1176 w 6343"/>
                  <a:gd name="connsiteY5" fmla="*/ 1146 h 6345"/>
                  <a:gd name="connsiteX6" fmla="*/ 247 w 6343"/>
                  <a:gd name="connsiteY6" fmla="*/ 3390 h 6345"/>
                  <a:gd name="connsiteX7" fmla="*/ 1176 w 6343"/>
                  <a:gd name="connsiteY7" fmla="*/ 5633 h 6345"/>
                  <a:gd name="connsiteX8" fmla="*/ 3419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2"/>
                    </a:moveTo>
                    <a:cubicBezTo>
                      <a:pt x="4260" y="6562"/>
                      <a:pt x="5067" y="6228"/>
                      <a:pt x="5661" y="5633"/>
                    </a:cubicBezTo>
                    <a:cubicBezTo>
                      <a:pt x="6256" y="5038"/>
                      <a:pt x="6590" y="4231"/>
                      <a:pt x="6590" y="3390"/>
                    </a:cubicBezTo>
                    <a:cubicBezTo>
                      <a:pt x="6590" y="2548"/>
                      <a:pt x="6256" y="1741"/>
                      <a:pt x="5661" y="1146"/>
                    </a:cubicBezTo>
                    <a:cubicBezTo>
                      <a:pt x="5067" y="551"/>
                      <a:pt x="4260" y="217"/>
                      <a:pt x="3419" y="217"/>
                    </a:cubicBezTo>
                    <a:cubicBezTo>
                      <a:pt x="2578" y="217"/>
                      <a:pt x="1771" y="551"/>
                      <a:pt x="1176" y="1146"/>
                    </a:cubicBezTo>
                    <a:cubicBezTo>
                      <a:pt x="581" y="1741"/>
                      <a:pt x="247" y="2548"/>
                      <a:pt x="247" y="3390"/>
                    </a:cubicBezTo>
                    <a:cubicBezTo>
                      <a:pt x="247" y="4231"/>
                      <a:pt x="581" y="5038"/>
                      <a:pt x="1176" y="5633"/>
                    </a:cubicBezTo>
                    <a:cubicBezTo>
                      <a:pt x="1771" y="6228"/>
                      <a:pt x="2578" y="6562"/>
                      <a:pt x="3419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55" name="Freeform: Shape 4454">
                <a:extLst>
                  <a:ext uri="{FF2B5EF4-FFF2-40B4-BE49-F238E27FC236}">
                    <a16:creationId xmlns:a16="http://schemas.microsoft.com/office/drawing/2014/main" id="{F195C419-70BF-17C4-7A63-FBC5DA834FF1}"/>
                  </a:ext>
                </a:extLst>
              </p:cNvPr>
              <p:cNvSpPr/>
              <p:nvPr/>
            </p:nvSpPr>
            <p:spPr>
              <a:xfrm>
                <a:off x="3984516" y="6231831"/>
                <a:ext cx="6343" cy="6345"/>
              </a:xfrm>
              <a:custGeom>
                <a:avLst/>
                <a:gdLst>
                  <a:gd name="connsiteX0" fmla="*/ 3418 w 6343"/>
                  <a:gd name="connsiteY0" fmla="*/ 6562 h 6345"/>
                  <a:gd name="connsiteX1" fmla="*/ 5661 w 6343"/>
                  <a:gd name="connsiteY1" fmla="*/ 5633 h 6345"/>
                  <a:gd name="connsiteX2" fmla="*/ 6590 w 6343"/>
                  <a:gd name="connsiteY2" fmla="*/ 3390 h 6345"/>
                  <a:gd name="connsiteX3" fmla="*/ 5661 w 6343"/>
                  <a:gd name="connsiteY3" fmla="*/ 1146 h 6345"/>
                  <a:gd name="connsiteX4" fmla="*/ 3418 w 6343"/>
                  <a:gd name="connsiteY4" fmla="*/ 217 h 6345"/>
                  <a:gd name="connsiteX5" fmla="*/ 1176 w 6343"/>
                  <a:gd name="connsiteY5" fmla="*/ 1146 h 6345"/>
                  <a:gd name="connsiteX6" fmla="*/ 247 w 6343"/>
                  <a:gd name="connsiteY6" fmla="*/ 3390 h 6345"/>
                  <a:gd name="connsiteX7" fmla="*/ 1176 w 6343"/>
                  <a:gd name="connsiteY7" fmla="*/ 5633 h 6345"/>
                  <a:gd name="connsiteX8" fmla="*/ 3418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2"/>
                    </a:moveTo>
                    <a:cubicBezTo>
                      <a:pt x="4260" y="6562"/>
                      <a:pt x="5066" y="6228"/>
                      <a:pt x="5661" y="5633"/>
                    </a:cubicBezTo>
                    <a:cubicBezTo>
                      <a:pt x="6256" y="5038"/>
                      <a:pt x="6590" y="4231"/>
                      <a:pt x="6590" y="3390"/>
                    </a:cubicBezTo>
                    <a:cubicBezTo>
                      <a:pt x="6590" y="2548"/>
                      <a:pt x="6256" y="1741"/>
                      <a:pt x="5661" y="1146"/>
                    </a:cubicBezTo>
                    <a:cubicBezTo>
                      <a:pt x="5066" y="551"/>
                      <a:pt x="4260" y="217"/>
                      <a:pt x="3418" y="217"/>
                    </a:cubicBezTo>
                    <a:cubicBezTo>
                      <a:pt x="2577" y="217"/>
                      <a:pt x="1771" y="551"/>
                      <a:pt x="1176" y="1146"/>
                    </a:cubicBezTo>
                    <a:cubicBezTo>
                      <a:pt x="581" y="1741"/>
                      <a:pt x="247" y="2548"/>
                      <a:pt x="247" y="3390"/>
                    </a:cubicBezTo>
                    <a:cubicBezTo>
                      <a:pt x="247" y="4231"/>
                      <a:pt x="581" y="5038"/>
                      <a:pt x="1176" y="5633"/>
                    </a:cubicBezTo>
                    <a:cubicBezTo>
                      <a:pt x="1771" y="6228"/>
                      <a:pt x="2577" y="6562"/>
                      <a:pt x="3418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56" name="Freeform: Shape 4455">
                <a:extLst>
                  <a:ext uri="{FF2B5EF4-FFF2-40B4-BE49-F238E27FC236}">
                    <a16:creationId xmlns:a16="http://schemas.microsoft.com/office/drawing/2014/main" id="{E60B0B40-D975-5536-7F46-1502CC957DD8}"/>
                  </a:ext>
                </a:extLst>
              </p:cNvPr>
              <p:cNvSpPr/>
              <p:nvPr/>
            </p:nvSpPr>
            <p:spPr>
              <a:xfrm>
                <a:off x="3982114" y="6235460"/>
                <a:ext cx="6343" cy="6345"/>
              </a:xfrm>
              <a:custGeom>
                <a:avLst/>
                <a:gdLst>
                  <a:gd name="connsiteX0" fmla="*/ 3418 w 6343"/>
                  <a:gd name="connsiteY0" fmla="*/ 6563 h 6345"/>
                  <a:gd name="connsiteX1" fmla="*/ 5661 w 6343"/>
                  <a:gd name="connsiteY1" fmla="*/ 5633 h 6345"/>
                  <a:gd name="connsiteX2" fmla="*/ 6590 w 6343"/>
                  <a:gd name="connsiteY2" fmla="*/ 3390 h 6345"/>
                  <a:gd name="connsiteX3" fmla="*/ 5661 w 6343"/>
                  <a:gd name="connsiteY3" fmla="*/ 1146 h 6345"/>
                  <a:gd name="connsiteX4" fmla="*/ 3418 w 6343"/>
                  <a:gd name="connsiteY4" fmla="*/ 217 h 6345"/>
                  <a:gd name="connsiteX5" fmla="*/ 1176 w 6343"/>
                  <a:gd name="connsiteY5" fmla="*/ 1146 h 6345"/>
                  <a:gd name="connsiteX6" fmla="*/ 247 w 6343"/>
                  <a:gd name="connsiteY6" fmla="*/ 3390 h 6345"/>
                  <a:gd name="connsiteX7" fmla="*/ 1176 w 6343"/>
                  <a:gd name="connsiteY7" fmla="*/ 5633 h 6345"/>
                  <a:gd name="connsiteX8" fmla="*/ 3418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3"/>
                    </a:moveTo>
                    <a:cubicBezTo>
                      <a:pt x="4259" y="6563"/>
                      <a:pt x="5066" y="6228"/>
                      <a:pt x="5661" y="5633"/>
                    </a:cubicBezTo>
                    <a:cubicBezTo>
                      <a:pt x="6256" y="5038"/>
                      <a:pt x="6590" y="4231"/>
                      <a:pt x="6590" y="3390"/>
                    </a:cubicBezTo>
                    <a:cubicBezTo>
                      <a:pt x="6590" y="2548"/>
                      <a:pt x="6256" y="1741"/>
                      <a:pt x="5661" y="1146"/>
                    </a:cubicBezTo>
                    <a:cubicBezTo>
                      <a:pt x="5066" y="551"/>
                      <a:pt x="4259" y="217"/>
                      <a:pt x="3418" y="217"/>
                    </a:cubicBezTo>
                    <a:cubicBezTo>
                      <a:pt x="2577" y="217"/>
                      <a:pt x="1770" y="551"/>
                      <a:pt x="1176" y="1146"/>
                    </a:cubicBezTo>
                    <a:cubicBezTo>
                      <a:pt x="581" y="1741"/>
                      <a:pt x="247" y="2548"/>
                      <a:pt x="247" y="3390"/>
                    </a:cubicBezTo>
                    <a:cubicBezTo>
                      <a:pt x="247" y="4231"/>
                      <a:pt x="581" y="5038"/>
                      <a:pt x="1176" y="5633"/>
                    </a:cubicBezTo>
                    <a:cubicBezTo>
                      <a:pt x="1770" y="6228"/>
                      <a:pt x="2577" y="6563"/>
                      <a:pt x="3418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57" name="Freeform: Shape 4456">
                <a:extLst>
                  <a:ext uri="{FF2B5EF4-FFF2-40B4-BE49-F238E27FC236}">
                    <a16:creationId xmlns:a16="http://schemas.microsoft.com/office/drawing/2014/main" id="{A808ED74-CBB5-2D6B-2E58-E6E1D49224E0}"/>
                  </a:ext>
                </a:extLst>
              </p:cNvPr>
              <p:cNvSpPr/>
              <p:nvPr/>
            </p:nvSpPr>
            <p:spPr>
              <a:xfrm>
                <a:off x="3979212" y="6236906"/>
                <a:ext cx="6343" cy="6345"/>
              </a:xfrm>
              <a:custGeom>
                <a:avLst/>
                <a:gdLst>
                  <a:gd name="connsiteX0" fmla="*/ 3418 w 6343"/>
                  <a:gd name="connsiteY0" fmla="*/ 6563 h 6345"/>
                  <a:gd name="connsiteX1" fmla="*/ 5661 w 6343"/>
                  <a:gd name="connsiteY1" fmla="*/ 5633 h 6345"/>
                  <a:gd name="connsiteX2" fmla="*/ 6590 w 6343"/>
                  <a:gd name="connsiteY2" fmla="*/ 3390 h 6345"/>
                  <a:gd name="connsiteX3" fmla="*/ 5661 w 6343"/>
                  <a:gd name="connsiteY3" fmla="*/ 1147 h 6345"/>
                  <a:gd name="connsiteX4" fmla="*/ 3418 w 6343"/>
                  <a:gd name="connsiteY4" fmla="*/ 217 h 6345"/>
                  <a:gd name="connsiteX5" fmla="*/ 1175 w 6343"/>
                  <a:gd name="connsiteY5" fmla="*/ 1147 h 6345"/>
                  <a:gd name="connsiteX6" fmla="*/ 246 w 6343"/>
                  <a:gd name="connsiteY6" fmla="*/ 3390 h 6345"/>
                  <a:gd name="connsiteX7" fmla="*/ 1175 w 6343"/>
                  <a:gd name="connsiteY7" fmla="*/ 5633 h 6345"/>
                  <a:gd name="connsiteX8" fmla="*/ 3418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3"/>
                    </a:moveTo>
                    <a:cubicBezTo>
                      <a:pt x="4259" y="6563"/>
                      <a:pt x="5066" y="6228"/>
                      <a:pt x="5661" y="5633"/>
                    </a:cubicBezTo>
                    <a:cubicBezTo>
                      <a:pt x="6255" y="5038"/>
                      <a:pt x="6590" y="4231"/>
                      <a:pt x="6590" y="3390"/>
                    </a:cubicBezTo>
                    <a:cubicBezTo>
                      <a:pt x="6590" y="2549"/>
                      <a:pt x="6255" y="1742"/>
                      <a:pt x="5661" y="1147"/>
                    </a:cubicBezTo>
                    <a:cubicBezTo>
                      <a:pt x="5066" y="552"/>
                      <a:pt x="4259" y="217"/>
                      <a:pt x="3418" y="217"/>
                    </a:cubicBezTo>
                    <a:cubicBezTo>
                      <a:pt x="2577" y="217"/>
                      <a:pt x="1770" y="552"/>
                      <a:pt x="1175" y="1147"/>
                    </a:cubicBezTo>
                    <a:cubicBezTo>
                      <a:pt x="581" y="1742"/>
                      <a:pt x="246" y="2549"/>
                      <a:pt x="246" y="3390"/>
                    </a:cubicBezTo>
                    <a:cubicBezTo>
                      <a:pt x="246" y="4231"/>
                      <a:pt x="581" y="5038"/>
                      <a:pt x="1175" y="5633"/>
                    </a:cubicBezTo>
                    <a:cubicBezTo>
                      <a:pt x="1770" y="6228"/>
                      <a:pt x="2577" y="6563"/>
                      <a:pt x="3418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58" name="Freeform: Shape 4457">
                <a:extLst>
                  <a:ext uri="{FF2B5EF4-FFF2-40B4-BE49-F238E27FC236}">
                    <a16:creationId xmlns:a16="http://schemas.microsoft.com/office/drawing/2014/main" id="{D1E2FF11-A786-5C76-9B24-2BF6204DD0BE}"/>
                  </a:ext>
                </a:extLst>
              </p:cNvPr>
              <p:cNvSpPr/>
              <p:nvPr/>
            </p:nvSpPr>
            <p:spPr>
              <a:xfrm>
                <a:off x="3976354" y="6238613"/>
                <a:ext cx="6343" cy="6345"/>
              </a:xfrm>
              <a:custGeom>
                <a:avLst/>
                <a:gdLst>
                  <a:gd name="connsiteX0" fmla="*/ 3418 w 6343"/>
                  <a:gd name="connsiteY0" fmla="*/ 6563 h 6345"/>
                  <a:gd name="connsiteX1" fmla="*/ 5660 w 6343"/>
                  <a:gd name="connsiteY1" fmla="*/ 5634 h 6345"/>
                  <a:gd name="connsiteX2" fmla="*/ 6589 w 6343"/>
                  <a:gd name="connsiteY2" fmla="*/ 3390 h 6345"/>
                  <a:gd name="connsiteX3" fmla="*/ 5660 w 6343"/>
                  <a:gd name="connsiteY3" fmla="*/ 1147 h 6345"/>
                  <a:gd name="connsiteX4" fmla="*/ 3418 w 6343"/>
                  <a:gd name="connsiteY4" fmla="*/ 217 h 6345"/>
                  <a:gd name="connsiteX5" fmla="*/ 1175 w 6343"/>
                  <a:gd name="connsiteY5" fmla="*/ 1147 h 6345"/>
                  <a:gd name="connsiteX6" fmla="*/ 246 w 6343"/>
                  <a:gd name="connsiteY6" fmla="*/ 3390 h 6345"/>
                  <a:gd name="connsiteX7" fmla="*/ 1175 w 6343"/>
                  <a:gd name="connsiteY7" fmla="*/ 5634 h 6345"/>
                  <a:gd name="connsiteX8" fmla="*/ 3418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3"/>
                    </a:moveTo>
                    <a:cubicBezTo>
                      <a:pt x="4259" y="6563"/>
                      <a:pt x="5066" y="6229"/>
                      <a:pt x="5660" y="5634"/>
                    </a:cubicBezTo>
                    <a:cubicBezTo>
                      <a:pt x="6255" y="5039"/>
                      <a:pt x="6589" y="4232"/>
                      <a:pt x="6589" y="3390"/>
                    </a:cubicBezTo>
                    <a:cubicBezTo>
                      <a:pt x="6589" y="2549"/>
                      <a:pt x="6255" y="1742"/>
                      <a:pt x="5660" y="1147"/>
                    </a:cubicBezTo>
                    <a:cubicBezTo>
                      <a:pt x="5066" y="552"/>
                      <a:pt x="4259" y="217"/>
                      <a:pt x="3418" y="217"/>
                    </a:cubicBezTo>
                    <a:cubicBezTo>
                      <a:pt x="2577" y="217"/>
                      <a:pt x="1770" y="552"/>
                      <a:pt x="1175" y="1147"/>
                    </a:cubicBezTo>
                    <a:cubicBezTo>
                      <a:pt x="580" y="1742"/>
                      <a:pt x="246" y="2549"/>
                      <a:pt x="246" y="3390"/>
                    </a:cubicBezTo>
                    <a:cubicBezTo>
                      <a:pt x="246" y="4232"/>
                      <a:pt x="580" y="5039"/>
                      <a:pt x="1175" y="5634"/>
                    </a:cubicBezTo>
                    <a:cubicBezTo>
                      <a:pt x="1770" y="6229"/>
                      <a:pt x="2577" y="6563"/>
                      <a:pt x="3418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59" name="Freeform: Shape 4458">
                <a:extLst>
                  <a:ext uri="{FF2B5EF4-FFF2-40B4-BE49-F238E27FC236}">
                    <a16:creationId xmlns:a16="http://schemas.microsoft.com/office/drawing/2014/main" id="{8A1A6231-08D2-E7B2-1858-C797F564B27D}"/>
                  </a:ext>
                </a:extLst>
              </p:cNvPr>
              <p:cNvSpPr/>
              <p:nvPr/>
            </p:nvSpPr>
            <p:spPr>
              <a:xfrm>
                <a:off x="3973101" y="6238403"/>
                <a:ext cx="6343" cy="6345"/>
              </a:xfrm>
              <a:custGeom>
                <a:avLst/>
                <a:gdLst>
                  <a:gd name="connsiteX0" fmla="*/ 3418 w 6343"/>
                  <a:gd name="connsiteY0" fmla="*/ 6563 h 6345"/>
                  <a:gd name="connsiteX1" fmla="*/ 5660 w 6343"/>
                  <a:gd name="connsiteY1" fmla="*/ 5634 h 6345"/>
                  <a:gd name="connsiteX2" fmla="*/ 6589 w 6343"/>
                  <a:gd name="connsiteY2" fmla="*/ 3390 h 6345"/>
                  <a:gd name="connsiteX3" fmla="*/ 5660 w 6343"/>
                  <a:gd name="connsiteY3" fmla="*/ 1147 h 6345"/>
                  <a:gd name="connsiteX4" fmla="*/ 3418 w 6343"/>
                  <a:gd name="connsiteY4" fmla="*/ 217 h 6345"/>
                  <a:gd name="connsiteX5" fmla="*/ 1175 w 6343"/>
                  <a:gd name="connsiteY5" fmla="*/ 1147 h 6345"/>
                  <a:gd name="connsiteX6" fmla="*/ 246 w 6343"/>
                  <a:gd name="connsiteY6" fmla="*/ 3390 h 6345"/>
                  <a:gd name="connsiteX7" fmla="*/ 1175 w 6343"/>
                  <a:gd name="connsiteY7" fmla="*/ 5634 h 6345"/>
                  <a:gd name="connsiteX8" fmla="*/ 3418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3"/>
                    </a:moveTo>
                    <a:cubicBezTo>
                      <a:pt x="4259" y="6563"/>
                      <a:pt x="5065" y="6229"/>
                      <a:pt x="5660" y="5634"/>
                    </a:cubicBezTo>
                    <a:cubicBezTo>
                      <a:pt x="6255" y="5039"/>
                      <a:pt x="6589" y="4232"/>
                      <a:pt x="6589" y="3390"/>
                    </a:cubicBezTo>
                    <a:cubicBezTo>
                      <a:pt x="6589" y="2549"/>
                      <a:pt x="6255" y="1742"/>
                      <a:pt x="5660" y="1147"/>
                    </a:cubicBezTo>
                    <a:cubicBezTo>
                      <a:pt x="5065" y="552"/>
                      <a:pt x="4259" y="217"/>
                      <a:pt x="3418" y="217"/>
                    </a:cubicBezTo>
                    <a:cubicBezTo>
                      <a:pt x="2576" y="217"/>
                      <a:pt x="1770" y="552"/>
                      <a:pt x="1175" y="1147"/>
                    </a:cubicBezTo>
                    <a:cubicBezTo>
                      <a:pt x="580" y="1742"/>
                      <a:pt x="246" y="2549"/>
                      <a:pt x="246" y="3390"/>
                    </a:cubicBezTo>
                    <a:cubicBezTo>
                      <a:pt x="246" y="4232"/>
                      <a:pt x="580" y="5039"/>
                      <a:pt x="1175" y="5634"/>
                    </a:cubicBezTo>
                    <a:cubicBezTo>
                      <a:pt x="1770" y="6229"/>
                      <a:pt x="2576" y="6563"/>
                      <a:pt x="3418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60" name="Freeform: Shape 4459">
                <a:extLst>
                  <a:ext uri="{FF2B5EF4-FFF2-40B4-BE49-F238E27FC236}">
                    <a16:creationId xmlns:a16="http://schemas.microsoft.com/office/drawing/2014/main" id="{4B0FD6DC-F6EA-3ECB-A996-68E5D1D4AA3D}"/>
                  </a:ext>
                </a:extLst>
              </p:cNvPr>
              <p:cNvSpPr/>
              <p:nvPr/>
            </p:nvSpPr>
            <p:spPr>
              <a:xfrm>
                <a:off x="3970604" y="6242070"/>
                <a:ext cx="6343" cy="6345"/>
              </a:xfrm>
              <a:custGeom>
                <a:avLst/>
                <a:gdLst>
                  <a:gd name="connsiteX0" fmla="*/ 3417 w 6343"/>
                  <a:gd name="connsiteY0" fmla="*/ 6563 h 6345"/>
                  <a:gd name="connsiteX1" fmla="*/ 5660 w 6343"/>
                  <a:gd name="connsiteY1" fmla="*/ 5634 h 6345"/>
                  <a:gd name="connsiteX2" fmla="*/ 6589 w 6343"/>
                  <a:gd name="connsiteY2" fmla="*/ 3390 h 6345"/>
                  <a:gd name="connsiteX3" fmla="*/ 5660 w 6343"/>
                  <a:gd name="connsiteY3" fmla="*/ 1147 h 6345"/>
                  <a:gd name="connsiteX4" fmla="*/ 3417 w 6343"/>
                  <a:gd name="connsiteY4" fmla="*/ 218 h 6345"/>
                  <a:gd name="connsiteX5" fmla="*/ 1175 w 6343"/>
                  <a:gd name="connsiteY5" fmla="*/ 1147 h 6345"/>
                  <a:gd name="connsiteX6" fmla="*/ 246 w 6343"/>
                  <a:gd name="connsiteY6" fmla="*/ 3390 h 6345"/>
                  <a:gd name="connsiteX7" fmla="*/ 1175 w 6343"/>
                  <a:gd name="connsiteY7" fmla="*/ 5634 h 6345"/>
                  <a:gd name="connsiteX8" fmla="*/ 3417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63"/>
                    </a:moveTo>
                    <a:cubicBezTo>
                      <a:pt x="4258" y="6563"/>
                      <a:pt x="5065" y="6229"/>
                      <a:pt x="5660" y="5634"/>
                    </a:cubicBezTo>
                    <a:cubicBezTo>
                      <a:pt x="6255" y="5039"/>
                      <a:pt x="6589" y="4232"/>
                      <a:pt x="6589" y="3390"/>
                    </a:cubicBezTo>
                    <a:cubicBezTo>
                      <a:pt x="6589" y="2549"/>
                      <a:pt x="6255" y="1742"/>
                      <a:pt x="5660" y="1147"/>
                    </a:cubicBezTo>
                    <a:cubicBezTo>
                      <a:pt x="5065" y="552"/>
                      <a:pt x="4258" y="218"/>
                      <a:pt x="3417" y="218"/>
                    </a:cubicBezTo>
                    <a:cubicBezTo>
                      <a:pt x="2576" y="218"/>
                      <a:pt x="1769" y="552"/>
                      <a:pt x="1175" y="1147"/>
                    </a:cubicBezTo>
                    <a:cubicBezTo>
                      <a:pt x="580" y="1742"/>
                      <a:pt x="246" y="2549"/>
                      <a:pt x="246" y="3390"/>
                    </a:cubicBezTo>
                    <a:cubicBezTo>
                      <a:pt x="246" y="4232"/>
                      <a:pt x="580" y="5039"/>
                      <a:pt x="1175" y="5634"/>
                    </a:cubicBezTo>
                    <a:cubicBezTo>
                      <a:pt x="1769" y="6229"/>
                      <a:pt x="2576" y="6563"/>
                      <a:pt x="3417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61" name="Freeform: Shape 4460">
                <a:extLst>
                  <a:ext uri="{FF2B5EF4-FFF2-40B4-BE49-F238E27FC236}">
                    <a16:creationId xmlns:a16="http://schemas.microsoft.com/office/drawing/2014/main" id="{1923888D-F69A-A115-873B-E630690E277B}"/>
                  </a:ext>
                </a:extLst>
              </p:cNvPr>
              <p:cNvSpPr/>
              <p:nvPr/>
            </p:nvSpPr>
            <p:spPr>
              <a:xfrm>
                <a:off x="3967297" y="6241590"/>
                <a:ext cx="6343" cy="6345"/>
              </a:xfrm>
              <a:custGeom>
                <a:avLst/>
                <a:gdLst>
                  <a:gd name="connsiteX0" fmla="*/ 3417 w 6343"/>
                  <a:gd name="connsiteY0" fmla="*/ 6563 h 6345"/>
                  <a:gd name="connsiteX1" fmla="*/ 5660 w 6343"/>
                  <a:gd name="connsiteY1" fmla="*/ 5634 h 6345"/>
                  <a:gd name="connsiteX2" fmla="*/ 6589 w 6343"/>
                  <a:gd name="connsiteY2" fmla="*/ 3390 h 6345"/>
                  <a:gd name="connsiteX3" fmla="*/ 5660 w 6343"/>
                  <a:gd name="connsiteY3" fmla="*/ 1147 h 6345"/>
                  <a:gd name="connsiteX4" fmla="*/ 3417 w 6343"/>
                  <a:gd name="connsiteY4" fmla="*/ 218 h 6345"/>
                  <a:gd name="connsiteX5" fmla="*/ 1174 w 6343"/>
                  <a:gd name="connsiteY5" fmla="*/ 1147 h 6345"/>
                  <a:gd name="connsiteX6" fmla="*/ 246 w 6343"/>
                  <a:gd name="connsiteY6" fmla="*/ 3390 h 6345"/>
                  <a:gd name="connsiteX7" fmla="*/ 1174 w 6343"/>
                  <a:gd name="connsiteY7" fmla="*/ 5634 h 6345"/>
                  <a:gd name="connsiteX8" fmla="*/ 3417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63"/>
                    </a:moveTo>
                    <a:cubicBezTo>
                      <a:pt x="4258" y="6563"/>
                      <a:pt x="5065" y="6229"/>
                      <a:pt x="5660" y="5634"/>
                    </a:cubicBezTo>
                    <a:cubicBezTo>
                      <a:pt x="6254" y="5039"/>
                      <a:pt x="6589" y="4232"/>
                      <a:pt x="6589" y="3390"/>
                    </a:cubicBezTo>
                    <a:cubicBezTo>
                      <a:pt x="6589" y="2549"/>
                      <a:pt x="6254" y="1742"/>
                      <a:pt x="5660" y="1147"/>
                    </a:cubicBezTo>
                    <a:cubicBezTo>
                      <a:pt x="5065" y="552"/>
                      <a:pt x="4258" y="218"/>
                      <a:pt x="3417" y="218"/>
                    </a:cubicBezTo>
                    <a:cubicBezTo>
                      <a:pt x="2576" y="218"/>
                      <a:pt x="1769" y="552"/>
                      <a:pt x="1174" y="1147"/>
                    </a:cubicBezTo>
                    <a:cubicBezTo>
                      <a:pt x="580" y="1742"/>
                      <a:pt x="246" y="2549"/>
                      <a:pt x="246" y="3390"/>
                    </a:cubicBezTo>
                    <a:cubicBezTo>
                      <a:pt x="246" y="4232"/>
                      <a:pt x="580" y="5039"/>
                      <a:pt x="1174" y="5634"/>
                    </a:cubicBezTo>
                    <a:cubicBezTo>
                      <a:pt x="1769" y="6229"/>
                      <a:pt x="2576" y="6563"/>
                      <a:pt x="3417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62" name="Freeform: Shape 4461">
                <a:extLst>
                  <a:ext uri="{FF2B5EF4-FFF2-40B4-BE49-F238E27FC236}">
                    <a16:creationId xmlns:a16="http://schemas.microsoft.com/office/drawing/2014/main" id="{1AE44FDF-0811-1B33-9A43-928EC9A6AF8C}"/>
                  </a:ext>
                </a:extLst>
              </p:cNvPr>
              <p:cNvSpPr/>
              <p:nvPr/>
            </p:nvSpPr>
            <p:spPr>
              <a:xfrm>
                <a:off x="3964417" y="6243415"/>
                <a:ext cx="6343" cy="6345"/>
              </a:xfrm>
              <a:custGeom>
                <a:avLst/>
                <a:gdLst>
                  <a:gd name="connsiteX0" fmla="*/ 3417 w 6343"/>
                  <a:gd name="connsiteY0" fmla="*/ 6563 h 6345"/>
                  <a:gd name="connsiteX1" fmla="*/ 5660 w 6343"/>
                  <a:gd name="connsiteY1" fmla="*/ 5634 h 6345"/>
                  <a:gd name="connsiteX2" fmla="*/ 6588 w 6343"/>
                  <a:gd name="connsiteY2" fmla="*/ 3390 h 6345"/>
                  <a:gd name="connsiteX3" fmla="*/ 5660 w 6343"/>
                  <a:gd name="connsiteY3" fmla="*/ 1147 h 6345"/>
                  <a:gd name="connsiteX4" fmla="*/ 3417 w 6343"/>
                  <a:gd name="connsiteY4" fmla="*/ 218 h 6345"/>
                  <a:gd name="connsiteX5" fmla="*/ 1174 w 6343"/>
                  <a:gd name="connsiteY5" fmla="*/ 1147 h 6345"/>
                  <a:gd name="connsiteX6" fmla="*/ 245 w 6343"/>
                  <a:gd name="connsiteY6" fmla="*/ 3390 h 6345"/>
                  <a:gd name="connsiteX7" fmla="*/ 1174 w 6343"/>
                  <a:gd name="connsiteY7" fmla="*/ 5634 h 6345"/>
                  <a:gd name="connsiteX8" fmla="*/ 3417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63"/>
                    </a:moveTo>
                    <a:cubicBezTo>
                      <a:pt x="4258" y="6563"/>
                      <a:pt x="5065" y="6229"/>
                      <a:pt x="5660" y="5634"/>
                    </a:cubicBezTo>
                    <a:cubicBezTo>
                      <a:pt x="6254" y="5039"/>
                      <a:pt x="6588" y="4232"/>
                      <a:pt x="6588" y="3390"/>
                    </a:cubicBezTo>
                    <a:cubicBezTo>
                      <a:pt x="6588" y="2549"/>
                      <a:pt x="6254" y="1742"/>
                      <a:pt x="5660" y="1147"/>
                    </a:cubicBezTo>
                    <a:cubicBezTo>
                      <a:pt x="5065" y="552"/>
                      <a:pt x="4258" y="218"/>
                      <a:pt x="3417" y="218"/>
                    </a:cubicBezTo>
                    <a:cubicBezTo>
                      <a:pt x="2576" y="218"/>
                      <a:pt x="1769" y="552"/>
                      <a:pt x="1174" y="1147"/>
                    </a:cubicBezTo>
                    <a:cubicBezTo>
                      <a:pt x="580" y="1742"/>
                      <a:pt x="245" y="2549"/>
                      <a:pt x="245" y="3390"/>
                    </a:cubicBezTo>
                    <a:cubicBezTo>
                      <a:pt x="245" y="4232"/>
                      <a:pt x="580" y="5039"/>
                      <a:pt x="1174" y="5634"/>
                    </a:cubicBezTo>
                    <a:cubicBezTo>
                      <a:pt x="1769" y="6229"/>
                      <a:pt x="2576" y="6563"/>
                      <a:pt x="3417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63" name="Freeform: Shape 4462">
                <a:extLst>
                  <a:ext uri="{FF2B5EF4-FFF2-40B4-BE49-F238E27FC236}">
                    <a16:creationId xmlns:a16="http://schemas.microsoft.com/office/drawing/2014/main" id="{28E40BC1-ED15-BA4E-69D4-32126771E139}"/>
                  </a:ext>
                </a:extLst>
              </p:cNvPr>
              <p:cNvSpPr/>
              <p:nvPr/>
            </p:nvSpPr>
            <p:spPr>
              <a:xfrm>
                <a:off x="3961511" y="6245176"/>
                <a:ext cx="6343" cy="6345"/>
              </a:xfrm>
              <a:custGeom>
                <a:avLst/>
                <a:gdLst>
                  <a:gd name="connsiteX0" fmla="*/ 3417 w 6343"/>
                  <a:gd name="connsiteY0" fmla="*/ 6563 h 6345"/>
                  <a:gd name="connsiteX1" fmla="*/ 5659 w 6343"/>
                  <a:gd name="connsiteY1" fmla="*/ 5634 h 6345"/>
                  <a:gd name="connsiteX2" fmla="*/ 6588 w 6343"/>
                  <a:gd name="connsiteY2" fmla="*/ 3391 h 6345"/>
                  <a:gd name="connsiteX3" fmla="*/ 5659 w 6343"/>
                  <a:gd name="connsiteY3" fmla="*/ 1147 h 6345"/>
                  <a:gd name="connsiteX4" fmla="*/ 3417 w 6343"/>
                  <a:gd name="connsiteY4" fmla="*/ 218 h 6345"/>
                  <a:gd name="connsiteX5" fmla="*/ 1174 w 6343"/>
                  <a:gd name="connsiteY5" fmla="*/ 1147 h 6345"/>
                  <a:gd name="connsiteX6" fmla="*/ 245 w 6343"/>
                  <a:gd name="connsiteY6" fmla="*/ 3391 h 6345"/>
                  <a:gd name="connsiteX7" fmla="*/ 1174 w 6343"/>
                  <a:gd name="connsiteY7" fmla="*/ 5634 h 6345"/>
                  <a:gd name="connsiteX8" fmla="*/ 3417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63"/>
                    </a:moveTo>
                    <a:cubicBezTo>
                      <a:pt x="4258" y="6563"/>
                      <a:pt x="5065" y="6229"/>
                      <a:pt x="5659" y="5634"/>
                    </a:cubicBezTo>
                    <a:cubicBezTo>
                      <a:pt x="6254" y="5039"/>
                      <a:pt x="6588" y="4232"/>
                      <a:pt x="6588" y="3391"/>
                    </a:cubicBezTo>
                    <a:cubicBezTo>
                      <a:pt x="6588" y="2549"/>
                      <a:pt x="6254" y="1742"/>
                      <a:pt x="5659" y="1147"/>
                    </a:cubicBezTo>
                    <a:cubicBezTo>
                      <a:pt x="5065" y="552"/>
                      <a:pt x="4258" y="218"/>
                      <a:pt x="3417" y="218"/>
                    </a:cubicBezTo>
                    <a:cubicBezTo>
                      <a:pt x="2576" y="218"/>
                      <a:pt x="1769" y="552"/>
                      <a:pt x="1174" y="1147"/>
                    </a:cubicBezTo>
                    <a:cubicBezTo>
                      <a:pt x="579" y="1742"/>
                      <a:pt x="245" y="2549"/>
                      <a:pt x="245" y="3391"/>
                    </a:cubicBezTo>
                    <a:cubicBezTo>
                      <a:pt x="245" y="4232"/>
                      <a:pt x="579" y="5039"/>
                      <a:pt x="1174" y="5634"/>
                    </a:cubicBezTo>
                    <a:cubicBezTo>
                      <a:pt x="1769" y="6229"/>
                      <a:pt x="2576" y="6563"/>
                      <a:pt x="3417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64" name="Freeform: Shape 4463">
                <a:extLst>
                  <a:ext uri="{FF2B5EF4-FFF2-40B4-BE49-F238E27FC236}">
                    <a16:creationId xmlns:a16="http://schemas.microsoft.com/office/drawing/2014/main" id="{E468F7FB-72E2-10B3-444B-26A6AFCD2762}"/>
                  </a:ext>
                </a:extLst>
              </p:cNvPr>
              <p:cNvSpPr/>
              <p:nvPr/>
            </p:nvSpPr>
            <p:spPr>
              <a:xfrm>
                <a:off x="3958734" y="6247807"/>
                <a:ext cx="6343" cy="6345"/>
              </a:xfrm>
              <a:custGeom>
                <a:avLst/>
                <a:gdLst>
                  <a:gd name="connsiteX0" fmla="*/ 3416 w 6343"/>
                  <a:gd name="connsiteY0" fmla="*/ 6564 h 6345"/>
                  <a:gd name="connsiteX1" fmla="*/ 5659 w 6343"/>
                  <a:gd name="connsiteY1" fmla="*/ 5634 h 6345"/>
                  <a:gd name="connsiteX2" fmla="*/ 6588 w 6343"/>
                  <a:gd name="connsiteY2" fmla="*/ 3391 h 6345"/>
                  <a:gd name="connsiteX3" fmla="*/ 5659 w 6343"/>
                  <a:gd name="connsiteY3" fmla="*/ 1147 h 6345"/>
                  <a:gd name="connsiteX4" fmla="*/ 3416 w 6343"/>
                  <a:gd name="connsiteY4" fmla="*/ 218 h 6345"/>
                  <a:gd name="connsiteX5" fmla="*/ 1174 w 6343"/>
                  <a:gd name="connsiteY5" fmla="*/ 1147 h 6345"/>
                  <a:gd name="connsiteX6" fmla="*/ 245 w 6343"/>
                  <a:gd name="connsiteY6" fmla="*/ 3391 h 6345"/>
                  <a:gd name="connsiteX7" fmla="*/ 1174 w 6343"/>
                  <a:gd name="connsiteY7" fmla="*/ 5634 h 6345"/>
                  <a:gd name="connsiteX8" fmla="*/ 3416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64"/>
                    </a:moveTo>
                    <a:cubicBezTo>
                      <a:pt x="4258" y="6564"/>
                      <a:pt x="5064" y="6229"/>
                      <a:pt x="5659" y="5634"/>
                    </a:cubicBezTo>
                    <a:cubicBezTo>
                      <a:pt x="6254" y="5039"/>
                      <a:pt x="6588" y="4232"/>
                      <a:pt x="6588" y="3391"/>
                    </a:cubicBezTo>
                    <a:cubicBezTo>
                      <a:pt x="6588" y="2549"/>
                      <a:pt x="6254" y="1742"/>
                      <a:pt x="5659" y="1147"/>
                    </a:cubicBezTo>
                    <a:cubicBezTo>
                      <a:pt x="5064" y="552"/>
                      <a:pt x="4258" y="218"/>
                      <a:pt x="3416" y="218"/>
                    </a:cubicBezTo>
                    <a:cubicBezTo>
                      <a:pt x="2575" y="218"/>
                      <a:pt x="1769" y="552"/>
                      <a:pt x="1174" y="1147"/>
                    </a:cubicBezTo>
                    <a:cubicBezTo>
                      <a:pt x="579" y="1742"/>
                      <a:pt x="245" y="2549"/>
                      <a:pt x="245" y="3391"/>
                    </a:cubicBezTo>
                    <a:cubicBezTo>
                      <a:pt x="245" y="4232"/>
                      <a:pt x="579" y="5039"/>
                      <a:pt x="1174" y="5634"/>
                    </a:cubicBezTo>
                    <a:cubicBezTo>
                      <a:pt x="1769" y="6229"/>
                      <a:pt x="2575" y="6564"/>
                      <a:pt x="3416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65" name="Freeform: Shape 4464">
                <a:extLst>
                  <a:ext uri="{FF2B5EF4-FFF2-40B4-BE49-F238E27FC236}">
                    <a16:creationId xmlns:a16="http://schemas.microsoft.com/office/drawing/2014/main" id="{DA22C7C0-9230-AD50-5976-2A402039BE8F}"/>
                  </a:ext>
                </a:extLst>
              </p:cNvPr>
              <p:cNvSpPr/>
              <p:nvPr/>
            </p:nvSpPr>
            <p:spPr>
              <a:xfrm>
                <a:off x="3955628" y="6248556"/>
                <a:ext cx="6343" cy="6345"/>
              </a:xfrm>
              <a:custGeom>
                <a:avLst/>
                <a:gdLst>
                  <a:gd name="connsiteX0" fmla="*/ 3416 w 6343"/>
                  <a:gd name="connsiteY0" fmla="*/ 6564 h 6345"/>
                  <a:gd name="connsiteX1" fmla="*/ 5659 w 6343"/>
                  <a:gd name="connsiteY1" fmla="*/ 5634 h 6345"/>
                  <a:gd name="connsiteX2" fmla="*/ 6588 w 6343"/>
                  <a:gd name="connsiteY2" fmla="*/ 3391 h 6345"/>
                  <a:gd name="connsiteX3" fmla="*/ 5659 w 6343"/>
                  <a:gd name="connsiteY3" fmla="*/ 1147 h 6345"/>
                  <a:gd name="connsiteX4" fmla="*/ 3416 w 6343"/>
                  <a:gd name="connsiteY4" fmla="*/ 218 h 6345"/>
                  <a:gd name="connsiteX5" fmla="*/ 1174 w 6343"/>
                  <a:gd name="connsiteY5" fmla="*/ 1147 h 6345"/>
                  <a:gd name="connsiteX6" fmla="*/ 245 w 6343"/>
                  <a:gd name="connsiteY6" fmla="*/ 3391 h 6345"/>
                  <a:gd name="connsiteX7" fmla="*/ 1174 w 6343"/>
                  <a:gd name="connsiteY7" fmla="*/ 5634 h 6345"/>
                  <a:gd name="connsiteX8" fmla="*/ 3416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64"/>
                    </a:moveTo>
                    <a:cubicBezTo>
                      <a:pt x="4257" y="6564"/>
                      <a:pt x="5064" y="6229"/>
                      <a:pt x="5659" y="5634"/>
                    </a:cubicBezTo>
                    <a:cubicBezTo>
                      <a:pt x="6254" y="5039"/>
                      <a:pt x="6588" y="4232"/>
                      <a:pt x="6588" y="3391"/>
                    </a:cubicBezTo>
                    <a:cubicBezTo>
                      <a:pt x="6588" y="2549"/>
                      <a:pt x="6254" y="1742"/>
                      <a:pt x="5659" y="1147"/>
                    </a:cubicBezTo>
                    <a:cubicBezTo>
                      <a:pt x="5064" y="552"/>
                      <a:pt x="4257" y="218"/>
                      <a:pt x="3416" y="218"/>
                    </a:cubicBezTo>
                    <a:cubicBezTo>
                      <a:pt x="2575" y="218"/>
                      <a:pt x="1768" y="552"/>
                      <a:pt x="1174" y="1147"/>
                    </a:cubicBezTo>
                    <a:cubicBezTo>
                      <a:pt x="579" y="1742"/>
                      <a:pt x="245" y="2549"/>
                      <a:pt x="245" y="3391"/>
                    </a:cubicBezTo>
                    <a:cubicBezTo>
                      <a:pt x="245" y="4232"/>
                      <a:pt x="579" y="5039"/>
                      <a:pt x="1174" y="5634"/>
                    </a:cubicBezTo>
                    <a:cubicBezTo>
                      <a:pt x="1768" y="6229"/>
                      <a:pt x="2575" y="6564"/>
                      <a:pt x="3416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66" name="Freeform: Shape 4465">
                <a:extLst>
                  <a:ext uri="{FF2B5EF4-FFF2-40B4-BE49-F238E27FC236}">
                    <a16:creationId xmlns:a16="http://schemas.microsoft.com/office/drawing/2014/main" id="{C29F3876-3A95-612E-9BCD-CFA4FC213FF9}"/>
                  </a:ext>
                </a:extLst>
              </p:cNvPr>
              <p:cNvSpPr/>
              <p:nvPr/>
            </p:nvSpPr>
            <p:spPr>
              <a:xfrm>
                <a:off x="3952610" y="6249894"/>
                <a:ext cx="6343" cy="6345"/>
              </a:xfrm>
              <a:custGeom>
                <a:avLst/>
                <a:gdLst>
                  <a:gd name="connsiteX0" fmla="*/ 3416 w 6343"/>
                  <a:gd name="connsiteY0" fmla="*/ 6564 h 6345"/>
                  <a:gd name="connsiteX1" fmla="*/ 5659 w 6343"/>
                  <a:gd name="connsiteY1" fmla="*/ 5634 h 6345"/>
                  <a:gd name="connsiteX2" fmla="*/ 6588 w 6343"/>
                  <a:gd name="connsiteY2" fmla="*/ 3391 h 6345"/>
                  <a:gd name="connsiteX3" fmla="*/ 5659 w 6343"/>
                  <a:gd name="connsiteY3" fmla="*/ 1148 h 6345"/>
                  <a:gd name="connsiteX4" fmla="*/ 3416 w 6343"/>
                  <a:gd name="connsiteY4" fmla="*/ 218 h 6345"/>
                  <a:gd name="connsiteX5" fmla="*/ 1173 w 6343"/>
                  <a:gd name="connsiteY5" fmla="*/ 1148 h 6345"/>
                  <a:gd name="connsiteX6" fmla="*/ 244 w 6343"/>
                  <a:gd name="connsiteY6" fmla="*/ 3391 h 6345"/>
                  <a:gd name="connsiteX7" fmla="*/ 1173 w 6343"/>
                  <a:gd name="connsiteY7" fmla="*/ 5634 h 6345"/>
                  <a:gd name="connsiteX8" fmla="*/ 3416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64"/>
                    </a:moveTo>
                    <a:cubicBezTo>
                      <a:pt x="4257" y="6564"/>
                      <a:pt x="5064" y="6229"/>
                      <a:pt x="5659" y="5634"/>
                    </a:cubicBezTo>
                    <a:cubicBezTo>
                      <a:pt x="6253" y="5039"/>
                      <a:pt x="6588" y="4232"/>
                      <a:pt x="6588" y="3391"/>
                    </a:cubicBezTo>
                    <a:cubicBezTo>
                      <a:pt x="6588" y="2550"/>
                      <a:pt x="6253" y="1743"/>
                      <a:pt x="5659" y="1148"/>
                    </a:cubicBezTo>
                    <a:cubicBezTo>
                      <a:pt x="5064" y="553"/>
                      <a:pt x="4257" y="218"/>
                      <a:pt x="3416" y="218"/>
                    </a:cubicBezTo>
                    <a:cubicBezTo>
                      <a:pt x="2575" y="218"/>
                      <a:pt x="1768" y="553"/>
                      <a:pt x="1173" y="1148"/>
                    </a:cubicBezTo>
                    <a:cubicBezTo>
                      <a:pt x="579" y="1743"/>
                      <a:pt x="244" y="2550"/>
                      <a:pt x="244" y="3391"/>
                    </a:cubicBezTo>
                    <a:cubicBezTo>
                      <a:pt x="244" y="4232"/>
                      <a:pt x="579" y="5039"/>
                      <a:pt x="1173" y="5634"/>
                    </a:cubicBezTo>
                    <a:cubicBezTo>
                      <a:pt x="1768" y="6229"/>
                      <a:pt x="2575" y="6564"/>
                      <a:pt x="3416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67" name="Freeform: Shape 4466">
                <a:extLst>
                  <a:ext uri="{FF2B5EF4-FFF2-40B4-BE49-F238E27FC236}">
                    <a16:creationId xmlns:a16="http://schemas.microsoft.com/office/drawing/2014/main" id="{7E9EB89A-B3F2-9515-F63D-DE84674046E5}"/>
                  </a:ext>
                </a:extLst>
              </p:cNvPr>
              <p:cNvSpPr/>
              <p:nvPr/>
            </p:nvSpPr>
            <p:spPr>
              <a:xfrm>
                <a:off x="3949516" y="6250793"/>
                <a:ext cx="6343" cy="6345"/>
              </a:xfrm>
              <a:custGeom>
                <a:avLst/>
                <a:gdLst>
                  <a:gd name="connsiteX0" fmla="*/ 3416 w 6343"/>
                  <a:gd name="connsiteY0" fmla="*/ 6564 h 6345"/>
                  <a:gd name="connsiteX1" fmla="*/ 5658 w 6343"/>
                  <a:gd name="connsiteY1" fmla="*/ 5635 h 6345"/>
                  <a:gd name="connsiteX2" fmla="*/ 6587 w 6343"/>
                  <a:gd name="connsiteY2" fmla="*/ 3391 h 6345"/>
                  <a:gd name="connsiteX3" fmla="*/ 5658 w 6343"/>
                  <a:gd name="connsiteY3" fmla="*/ 1148 h 6345"/>
                  <a:gd name="connsiteX4" fmla="*/ 3416 w 6343"/>
                  <a:gd name="connsiteY4" fmla="*/ 218 h 6345"/>
                  <a:gd name="connsiteX5" fmla="*/ 1173 w 6343"/>
                  <a:gd name="connsiteY5" fmla="*/ 1148 h 6345"/>
                  <a:gd name="connsiteX6" fmla="*/ 244 w 6343"/>
                  <a:gd name="connsiteY6" fmla="*/ 3391 h 6345"/>
                  <a:gd name="connsiteX7" fmla="*/ 1173 w 6343"/>
                  <a:gd name="connsiteY7" fmla="*/ 5635 h 6345"/>
                  <a:gd name="connsiteX8" fmla="*/ 3416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64"/>
                    </a:moveTo>
                    <a:cubicBezTo>
                      <a:pt x="4257" y="6564"/>
                      <a:pt x="5064" y="6229"/>
                      <a:pt x="5658" y="5635"/>
                    </a:cubicBezTo>
                    <a:cubicBezTo>
                      <a:pt x="6253" y="5040"/>
                      <a:pt x="6587" y="4232"/>
                      <a:pt x="6587" y="3391"/>
                    </a:cubicBezTo>
                    <a:cubicBezTo>
                      <a:pt x="6587" y="2550"/>
                      <a:pt x="6253" y="1743"/>
                      <a:pt x="5658" y="1148"/>
                    </a:cubicBezTo>
                    <a:cubicBezTo>
                      <a:pt x="5064" y="553"/>
                      <a:pt x="4257" y="218"/>
                      <a:pt x="3416" y="218"/>
                    </a:cubicBezTo>
                    <a:cubicBezTo>
                      <a:pt x="2575" y="218"/>
                      <a:pt x="1768" y="553"/>
                      <a:pt x="1173" y="1148"/>
                    </a:cubicBezTo>
                    <a:cubicBezTo>
                      <a:pt x="578" y="1743"/>
                      <a:pt x="244" y="2550"/>
                      <a:pt x="244" y="3391"/>
                    </a:cubicBezTo>
                    <a:cubicBezTo>
                      <a:pt x="244" y="4232"/>
                      <a:pt x="578" y="5040"/>
                      <a:pt x="1173" y="5635"/>
                    </a:cubicBezTo>
                    <a:cubicBezTo>
                      <a:pt x="1768" y="6229"/>
                      <a:pt x="2575" y="6564"/>
                      <a:pt x="3416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68" name="Freeform: Shape 4467">
                <a:extLst>
                  <a:ext uri="{FF2B5EF4-FFF2-40B4-BE49-F238E27FC236}">
                    <a16:creationId xmlns:a16="http://schemas.microsoft.com/office/drawing/2014/main" id="{20CFCC27-4110-508D-649A-973CA0EAC921}"/>
                  </a:ext>
                </a:extLst>
              </p:cNvPr>
              <p:cNvSpPr/>
              <p:nvPr/>
            </p:nvSpPr>
            <p:spPr>
              <a:xfrm>
                <a:off x="3946561" y="6252702"/>
                <a:ext cx="6343" cy="6345"/>
              </a:xfrm>
              <a:custGeom>
                <a:avLst/>
                <a:gdLst>
                  <a:gd name="connsiteX0" fmla="*/ 3415 w 6343"/>
                  <a:gd name="connsiteY0" fmla="*/ 6564 h 6345"/>
                  <a:gd name="connsiteX1" fmla="*/ 5658 w 6343"/>
                  <a:gd name="connsiteY1" fmla="*/ 5635 h 6345"/>
                  <a:gd name="connsiteX2" fmla="*/ 6587 w 6343"/>
                  <a:gd name="connsiteY2" fmla="*/ 3391 h 6345"/>
                  <a:gd name="connsiteX3" fmla="*/ 5658 w 6343"/>
                  <a:gd name="connsiteY3" fmla="*/ 1148 h 6345"/>
                  <a:gd name="connsiteX4" fmla="*/ 3415 w 6343"/>
                  <a:gd name="connsiteY4" fmla="*/ 219 h 6345"/>
                  <a:gd name="connsiteX5" fmla="*/ 1173 w 6343"/>
                  <a:gd name="connsiteY5" fmla="*/ 1148 h 6345"/>
                  <a:gd name="connsiteX6" fmla="*/ 244 w 6343"/>
                  <a:gd name="connsiteY6" fmla="*/ 3391 h 6345"/>
                  <a:gd name="connsiteX7" fmla="*/ 1173 w 6343"/>
                  <a:gd name="connsiteY7" fmla="*/ 5635 h 6345"/>
                  <a:gd name="connsiteX8" fmla="*/ 3415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64"/>
                    </a:moveTo>
                    <a:cubicBezTo>
                      <a:pt x="4257" y="6564"/>
                      <a:pt x="5063" y="6230"/>
                      <a:pt x="5658" y="5635"/>
                    </a:cubicBezTo>
                    <a:cubicBezTo>
                      <a:pt x="6253" y="5040"/>
                      <a:pt x="6587" y="4233"/>
                      <a:pt x="6587" y="3391"/>
                    </a:cubicBezTo>
                    <a:cubicBezTo>
                      <a:pt x="6587" y="2550"/>
                      <a:pt x="6253" y="1743"/>
                      <a:pt x="5658" y="1148"/>
                    </a:cubicBezTo>
                    <a:cubicBezTo>
                      <a:pt x="5063" y="553"/>
                      <a:pt x="4257" y="219"/>
                      <a:pt x="3415" y="219"/>
                    </a:cubicBezTo>
                    <a:cubicBezTo>
                      <a:pt x="2574" y="219"/>
                      <a:pt x="1768" y="553"/>
                      <a:pt x="1173" y="1148"/>
                    </a:cubicBezTo>
                    <a:cubicBezTo>
                      <a:pt x="578" y="1743"/>
                      <a:pt x="244" y="2550"/>
                      <a:pt x="244" y="3391"/>
                    </a:cubicBezTo>
                    <a:cubicBezTo>
                      <a:pt x="244" y="4233"/>
                      <a:pt x="578" y="5040"/>
                      <a:pt x="1173" y="5635"/>
                    </a:cubicBezTo>
                    <a:cubicBezTo>
                      <a:pt x="1768" y="6230"/>
                      <a:pt x="2574" y="6564"/>
                      <a:pt x="3415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69" name="Freeform: Shape 4468">
                <a:extLst>
                  <a:ext uri="{FF2B5EF4-FFF2-40B4-BE49-F238E27FC236}">
                    <a16:creationId xmlns:a16="http://schemas.microsoft.com/office/drawing/2014/main" id="{4DD9E568-81F7-53F7-7E83-D7D14674F42C}"/>
                  </a:ext>
                </a:extLst>
              </p:cNvPr>
              <p:cNvSpPr/>
              <p:nvPr/>
            </p:nvSpPr>
            <p:spPr>
              <a:xfrm>
                <a:off x="3904803" y="5968898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70 w 6343"/>
                  <a:gd name="connsiteY5" fmla="*/ 1125 h 6345"/>
                  <a:gd name="connsiteX6" fmla="*/ 241 w 6343"/>
                  <a:gd name="connsiteY6" fmla="*/ 3369 h 6345"/>
                  <a:gd name="connsiteX7" fmla="*/ 1170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50" y="5017"/>
                      <a:pt x="6584" y="4210"/>
                      <a:pt x="6584" y="3369"/>
                    </a:cubicBezTo>
                    <a:cubicBezTo>
                      <a:pt x="6584" y="2527"/>
                      <a:pt x="6250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70" y="1125"/>
                    </a:cubicBezTo>
                    <a:cubicBezTo>
                      <a:pt x="575" y="1720"/>
                      <a:pt x="241" y="2527"/>
                      <a:pt x="241" y="3369"/>
                    </a:cubicBezTo>
                    <a:cubicBezTo>
                      <a:pt x="241" y="4210"/>
                      <a:pt x="575" y="5017"/>
                      <a:pt x="1170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70" name="Freeform: Shape 4469">
                <a:extLst>
                  <a:ext uri="{FF2B5EF4-FFF2-40B4-BE49-F238E27FC236}">
                    <a16:creationId xmlns:a16="http://schemas.microsoft.com/office/drawing/2014/main" id="{5CC5999A-6B99-F064-8633-A4322469F5B6}"/>
                  </a:ext>
                </a:extLst>
              </p:cNvPr>
              <p:cNvSpPr/>
              <p:nvPr/>
            </p:nvSpPr>
            <p:spPr>
              <a:xfrm>
                <a:off x="3903347" y="5968900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1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1" y="2527"/>
                      <a:pt x="241" y="3369"/>
                    </a:cubicBezTo>
                    <a:cubicBezTo>
                      <a:pt x="241" y="4210"/>
                      <a:pt x="575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71" name="Freeform: Shape 4470">
                <a:extLst>
                  <a:ext uri="{FF2B5EF4-FFF2-40B4-BE49-F238E27FC236}">
                    <a16:creationId xmlns:a16="http://schemas.microsoft.com/office/drawing/2014/main" id="{E08B12F4-BF99-87FA-BA5F-01EF8BFD4210}"/>
                  </a:ext>
                </a:extLst>
              </p:cNvPr>
              <p:cNvSpPr/>
              <p:nvPr/>
            </p:nvSpPr>
            <p:spPr>
              <a:xfrm>
                <a:off x="3901782" y="5968003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72" name="Freeform: Shape 4471">
                <a:extLst>
                  <a:ext uri="{FF2B5EF4-FFF2-40B4-BE49-F238E27FC236}">
                    <a16:creationId xmlns:a16="http://schemas.microsoft.com/office/drawing/2014/main" id="{49425666-0932-2A67-D976-030A73E975ED}"/>
                  </a:ext>
                </a:extLst>
              </p:cNvPr>
              <p:cNvSpPr/>
              <p:nvPr/>
            </p:nvSpPr>
            <p:spPr>
              <a:xfrm>
                <a:off x="3900318" y="5967847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73" name="Freeform: Shape 4472">
                <a:extLst>
                  <a:ext uri="{FF2B5EF4-FFF2-40B4-BE49-F238E27FC236}">
                    <a16:creationId xmlns:a16="http://schemas.microsoft.com/office/drawing/2014/main" id="{6799B84E-4B9B-2049-0C17-82FEF647ECE2}"/>
                  </a:ext>
                </a:extLst>
              </p:cNvPr>
              <p:cNvSpPr/>
              <p:nvPr/>
            </p:nvSpPr>
            <p:spPr>
              <a:xfrm>
                <a:off x="3898778" y="5966976"/>
                <a:ext cx="6343" cy="6345"/>
              </a:xfrm>
              <a:custGeom>
                <a:avLst/>
                <a:gdLst>
                  <a:gd name="connsiteX0" fmla="*/ 3412 w 6343"/>
                  <a:gd name="connsiteY0" fmla="*/ 6541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1"/>
                    </a:moveTo>
                    <a:cubicBezTo>
                      <a:pt x="4253" y="6541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1"/>
                      <a:pt x="3412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74" name="Freeform: Shape 4473">
                <a:extLst>
                  <a:ext uri="{FF2B5EF4-FFF2-40B4-BE49-F238E27FC236}">
                    <a16:creationId xmlns:a16="http://schemas.microsoft.com/office/drawing/2014/main" id="{B6540974-E79D-6AEF-89D7-0443777145E0}"/>
                  </a:ext>
                </a:extLst>
              </p:cNvPr>
              <p:cNvSpPr/>
              <p:nvPr/>
            </p:nvSpPr>
            <p:spPr>
              <a:xfrm>
                <a:off x="3910167" y="6089547"/>
                <a:ext cx="6343" cy="6345"/>
              </a:xfrm>
              <a:custGeom>
                <a:avLst/>
                <a:gdLst>
                  <a:gd name="connsiteX0" fmla="*/ 3413 w 6343"/>
                  <a:gd name="connsiteY0" fmla="*/ 6551 h 6345"/>
                  <a:gd name="connsiteX1" fmla="*/ 5655 w 6343"/>
                  <a:gd name="connsiteY1" fmla="*/ 5622 h 6345"/>
                  <a:gd name="connsiteX2" fmla="*/ 6584 w 6343"/>
                  <a:gd name="connsiteY2" fmla="*/ 3378 h 6345"/>
                  <a:gd name="connsiteX3" fmla="*/ 5655 w 6343"/>
                  <a:gd name="connsiteY3" fmla="*/ 1135 h 6345"/>
                  <a:gd name="connsiteX4" fmla="*/ 3413 w 6343"/>
                  <a:gd name="connsiteY4" fmla="*/ 206 h 6345"/>
                  <a:gd name="connsiteX5" fmla="*/ 1170 w 6343"/>
                  <a:gd name="connsiteY5" fmla="*/ 1135 h 6345"/>
                  <a:gd name="connsiteX6" fmla="*/ 241 w 6343"/>
                  <a:gd name="connsiteY6" fmla="*/ 3378 h 6345"/>
                  <a:gd name="connsiteX7" fmla="*/ 1170 w 6343"/>
                  <a:gd name="connsiteY7" fmla="*/ 5622 h 6345"/>
                  <a:gd name="connsiteX8" fmla="*/ 341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51"/>
                    </a:moveTo>
                    <a:cubicBezTo>
                      <a:pt x="4254" y="6551"/>
                      <a:pt x="5060" y="6217"/>
                      <a:pt x="5655" y="5622"/>
                    </a:cubicBezTo>
                    <a:cubicBezTo>
                      <a:pt x="6250" y="5027"/>
                      <a:pt x="6584" y="4220"/>
                      <a:pt x="6584" y="3378"/>
                    </a:cubicBezTo>
                    <a:cubicBezTo>
                      <a:pt x="6584" y="2537"/>
                      <a:pt x="6250" y="1730"/>
                      <a:pt x="5655" y="1135"/>
                    </a:cubicBezTo>
                    <a:cubicBezTo>
                      <a:pt x="5060" y="540"/>
                      <a:pt x="4254" y="206"/>
                      <a:pt x="3413" y="206"/>
                    </a:cubicBezTo>
                    <a:cubicBezTo>
                      <a:pt x="2571" y="206"/>
                      <a:pt x="1765" y="540"/>
                      <a:pt x="1170" y="1135"/>
                    </a:cubicBezTo>
                    <a:cubicBezTo>
                      <a:pt x="575" y="1730"/>
                      <a:pt x="241" y="2537"/>
                      <a:pt x="241" y="3378"/>
                    </a:cubicBezTo>
                    <a:cubicBezTo>
                      <a:pt x="241" y="4220"/>
                      <a:pt x="575" y="5027"/>
                      <a:pt x="1170" y="5622"/>
                    </a:cubicBezTo>
                    <a:cubicBezTo>
                      <a:pt x="1765" y="6217"/>
                      <a:pt x="2571" y="6551"/>
                      <a:pt x="341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75" name="Freeform: Shape 4474">
                <a:extLst>
                  <a:ext uri="{FF2B5EF4-FFF2-40B4-BE49-F238E27FC236}">
                    <a16:creationId xmlns:a16="http://schemas.microsoft.com/office/drawing/2014/main" id="{F490D644-4D87-0C02-1875-8605EF6935CE}"/>
                  </a:ext>
                </a:extLst>
              </p:cNvPr>
              <p:cNvSpPr/>
              <p:nvPr/>
            </p:nvSpPr>
            <p:spPr>
              <a:xfrm>
                <a:off x="3925353" y="6266103"/>
                <a:ext cx="6343" cy="6345"/>
              </a:xfrm>
              <a:custGeom>
                <a:avLst/>
                <a:gdLst>
                  <a:gd name="connsiteX0" fmla="*/ 3414 w 6343"/>
                  <a:gd name="connsiteY0" fmla="*/ 6565 h 6345"/>
                  <a:gd name="connsiteX1" fmla="*/ 5656 w 6343"/>
                  <a:gd name="connsiteY1" fmla="*/ 5636 h 6345"/>
                  <a:gd name="connsiteX2" fmla="*/ 6585 w 6343"/>
                  <a:gd name="connsiteY2" fmla="*/ 3392 h 6345"/>
                  <a:gd name="connsiteX3" fmla="*/ 5656 w 6343"/>
                  <a:gd name="connsiteY3" fmla="*/ 1149 h 6345"/>
                  <a:gd name="connsiteX4" fmla="*/ 3414 w 6343"/>
                  <a:gd name="connsiteY4" fmla="*/ 220 h 6345"/>
                  <a:gd name="connsiteX5" fmla="*/ 1171 w 6343"/>
                  <a:gd name="connsiteY5" fmla="*/ 1149 h 6345"/>
                  <a:gd name="connsiteX6" fmla="*/ 242 w 6343"/>
                  <a:gd name="connsiteY6" fmla="*/ 3392 h 6345"/>
                  <a:gd name="connsiteX7" fmla="*/ 1171 w 6343"/>
                  <a:gd name="connsiteY7" fmla="*/ 5636 h 6345"/>
                  <a:gd name="connsiteX8" fmla="*/ 3414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65"/>
                    </a:moveTo>
                    <a:cubicBezTo>
                      <a:pt x="4255" y="6565"/>
                      <a:pt x="5062" y="6231"/>
                      <a:pt x="5656" y="5636"/>
                    </a:cubicBezTo>
                    <a:cubicBezTo>
                      <a:pt x="6251" y="5041"/>
                      <a:pt x="6585" y="4234"/>
                      <a:pt x="6585" y="3392"/>
                    </a:cubicBezTo>
                    <a:cubicBezTo>
                      <a:pt x="6585" y="2551"/>
                      <a:pt x="6251" y="1744"/>
                      <a:pt x="5656" y="1149"/>
                    </a:cubicBezTo>
                    <a:cubicBezTo>
                      <a:pt x="5062" y="554"/>
                      <a:pt x="4255" y="220"/>
                      <a:pt x="3414" y="220"/>
                    </a:cubicBezTo>
                    <a:cubicBezTo>
                      <a:pt x="2573" y="220"/>
                      <a:pt x="1766" y="554"/>
                      <a:pt x="1171" y="1149"/>
                    </a:cubicBezTo>
                    <a:cubicBezTo>
                      <a:pt x="576" y="1744"/>
                      <a:pt x="242" y="2551"/>
                      <a:pt x="242" y="3392"/>
                    </a:cubicBezTo>
                    <a:cubicBezTo>
                      <a:pt x="242" y="4234"/>
                      <a:pt x="576" y="5041"/>
                      <a:pt x="1171" y="5636"/>
                    </a:cubicBezTo>
                    <a:cubicBezTo>
                      <a:pt x="1766" y="6231"/>
                      <a:pt x="2573" y="6565"/>
                      <a:pt x="3414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76" name="Freeform: Shape 4475">
                <a:extLst>
                  <a:ext uri="{FF2B5EF4-FFF2-40B4-BE49-F238E27FC236}">
                    <a16:creationId xmlns:a16="http://schemas.microsoft.com/office/drawing/2014/main" id="{0562BC04-4DE4-8BC3-14B6-370B22673EF3}"/>
                  </a:ext>
                </a:extLst>
              </p:cNvPr>
              <p:cNvSpPr/>
              <p:nvPr/>
            </p:nvSpPr>
            <p:spPr>
              <a:xfrm>
                <a:off x="3922128" y="6266743"/>
                <a:ext cx="6343" cy="6345"/>
              </a:xfrm>
              <a:custGeom>
                <a:avLst/>
                <a:gdLst>
                  <a:gd name="connsiteX0" fmla="*/ 3414 w 6343"/>
                  <a:gd name="connsiteY0" fmla="*/ 6565 h 6345"/>
                  <a:gd name="connsiteX1" fmla="*/ 5656 w 6343"/>
                  <a:gd name="connsiteY1" fmla="*/ 5636 h 6345"/>
                  <a:gd name="connsiteX2" fmla="*/ 6585 w 6343"/>
                  <a:gd name="connsiteY2" fmla="*/ 3392 h 6345"/>
                  <a:gd name="connsiteX3" fmla="*/ 5656 w 6343"/>
                  <a:gd name="connsiteY3" fmla="*/ 1149 h 6345"/>
                  <a:gd name="connsiteX4" fmla="*/ 3414 w 6343"/>
                  <a:gd name="connsiteY4" fmla="*/ 220 h 6345"/>
                  <a:gd name="connsiteX5" fmla="*/ 1171 w 6343"/>
                  <a:gd name="connsiteY5" fmla="*/ 1149 h 6345"/>
                  <a:gd name="connsiteX6" fmla="*/ 242 w 6343"/>
                  <a:gd name="connsiteY6" fmla="*/ 3392 h 6345"/>
                  <a:gd name="connsiteX7" fmla="*/ 1171 w 6343"/>
                  <a:gd name="connsiteY7" fmla="*/ 5636 h 6345"/>
                  <a:gd name="connsiteX8" fmla="*/ 3414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65"/>
                    </a:moveTo>
                    <a:cubicBezTo>
                      <a:pt x="4255" y="6565"/>
                      <a:pt x="5061" y="6231"/>
                      <a:pt x="5656" y="5636"/>
                    </a:cubicBezTo>
                    <a:cubicBezTo>
                      <a:pt x="6251" y="5041"/>
                      <a:pt x="6585" y="4234"/>
                      <a:pt x="6585" y="3392"/>
                    </a:cubicBezTo>
                    <a:cubicBezTo>
                      <a:pt x="6585" y="2551"/>
                      <a:pt x="6251" y="1744"/>
                      <a:pt x="5656" y="1149"/>
                    </a:cubicBezTo>
                    <a:cubicBezTo>
                      <a:pt x="5061" y="554"/>
                      <a:pt x="4255" y="220"/>
                      <a:pt x="3414" y="220"/>
                    </a:cubicBezTo>
                    <a:cubicBezTo>
                      <a:pt x="2572" y="220"/>
                      <a:pt x="1766" y="554"/>
                      <a:pt x="1171" y="1149"/>
                    </a:cubicBezTo>
                    <a:cubicBezTo>
                      <a:pt x="576" y="1744"/>
                      <a:pt x="242" y="2551"/>
                      <a:pt x="242" y="3392"/>
                    </a:cubicBezTo>
                    <a:cubicBezTo>
                      <a:pt x="242" y="4234"/>
                      <a:pt x="576" y="5041"/>
                      <a:pt x="1171" y="5636"/>
                    </a:cubicBezTo>
                    <a:cubicBezTo>
                      <a:pt x="1766" y="6231"/>
                      <a:pt x="2572" y="6565"/>
                      <a:pt x="3414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77" name="Freeform: Shape 4476">
                <a:extLst>
                  <a:ext uri="{FF2B5EF4-FFF2-40B4-BE49-F238E27FC236}">
                    <a16:creationId xmlns:a16="http://schemas.microsoft.com/office/drawing/2014/main" id="{DE317022-D031-4149-518A-9B818904379C}"/>
                  </a:ext>
                </a:extLst>
              </p:cNvPr>
              <p:cNvSpPr/>
              <p:nvPr/>
            </p:nvSpPr>
            <p:spPr>
              <a:xfrm>
                <a:off x="3918971" y="6268211"/>
                <a:ext cx="6343" cy="6345"/>
              </a:xfrm>
              <a:custGeom>
                <a:avLst/>
                <a:gdLst>
                  <a:gd name="connsiteX0" fmla="*/ 3413 w 6343"/>
                  <a:gd name="connsiteY0" fmla="*/ 6565 h 6345"/>
                  <a:gd name="connsiteX1" fmla="*/ 5656 w 6343"/>
                  <a:gd name="connsiteY1" fmla="*/ 5636 h 6345"/>
                  <a:gd name="connsiteX2" fmla="*/ 6585 w 6343"/>
                  <a:gd name="connsiteY2" fmla="*/ 3392 h 6345"/>
                  <a:gd name="connsiteX3" fmla="*/ 5656 w 6343"/>
                  <a:gd name="connsiteY3" fmla="*/ 1149 h 6345"/>
                  <a:gd name="connsiteX4" fmla="*/ 3413 w 6343"/>
                  <a:gd name="connsiteY4" fmla="*/ 220 h 6345"/>
                  <a:gd name="connsiteX5" fmla="*/ 1171 w 6343"/>
                  <a:gd name="connsiteY5" fmla="*/ 1149 h 6345"/>
                  <a:gd name="connsiteX6" fmla="*/ 242 w 6343"/>
                  <a:gd name="connsiteY6" fmla="*/ 3392 h 6345"/>
                  <a:gd name="connsiteX7" fmla="*/ 1171 w 6343"/>
                  <a:gd name="connsiteY7" fmla="*/ 5636 h 6345"/>
                  <a:gd name="connsiteX8" fmla="*/ 3413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65"/>
                    </a:moveTo>
                    <a:cubicBezTo>
                      <a:pt x="4254" y="6565"/>
                      <a:pt x="5061" y="6231"/>
                      <a:pt x="5656" y="5636"/>
                    </a:cubicBezTo>
                    <a:cubicBezTo>
                      <a:pt x="6251" y="5041"/>
                      <a:pt x="6585" y="4234"/>
                      <a:pt x="6585" y="3392"/>
                    </a:cubicBezTo>
                    <a:cubicBezTo>
                      <a:pt x="6585" y="2551"/>
                      <a:pt x="6251" y="1744"/>
                      <a:pt x="5656" y="1149"/>
                    </a:cubicBezTo>
                    <a:cubicBezTo>
                      <a:pt x="5061" y="554"/>
                      <a:pt x="4254" y="220"/>
                      <a:pt x="3413" y="220"/>
                    </a:cubicBezTo>
                    <a:cubicBezTo>
                      <a:pt x="2572" y="220"/>
                      <a:pt x="1765" y="554"/>
                      <a:pt x="1171" y="1149"/>
                    </a:cubicBezTo>
                    <a:cubicBezTo>
                      <a:pt x="576" y="1744"/>
                      <a:pt x="242" y="2551"/>
                      <a:pt x="242" y="3392"/>
                    </a:cubicBezTo>
                    <a:cubicBezTo>
                      <a:pt x="242" y="4234"/>
                      <a:pt x="576" y="5041"/>
                      <a:pt x="1171" y="5636"/>
                    </a:cubicBezTo>
                    <a:cubicBezTo>
                      <a:pt x="1765" y="6231"/>
                      <a:pt x="2572" y="6565"/>
                      <a:pt x="3413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78" name="Freeform: Shape 4477">
                <a:extLst>
                  <a:ext uri="{FF2B5EF4-FFF2-40B4-BE49-F238E27FC236}">
                    <a16:creationId xmlns:a16="http://schemas.microsoft.com/office/drawing/2014/main" id="{FE73C74C-848E-E69B-680D-6DD7FAB8AF15}"/>
                  </a:ext>
                </a:extLst>
              </p:cNvPr>
              <p:cNvSpPr/>
              <p:nvPr/>
            </p:nvSpPr>
            <p:spPr>
              <a:xfrm>
                <a:off x="3915812" y="6269849"/>
                <a:ext cx="6343" cy="6345"/>
              </a:xfrm>
              <a:custGeom>
                <a:avLst/>
                <a:gdLst>
                  <a:gd name="connsiteX0" fmla="*/ 3413 w 6343"/>
                  <a:gd name="connsiteY0" fmla="*/ 6565 h 6345"/>
                  <a:gd name="connsiteX1" fmla="*/ 5656 w 6343"/>
                  <a:gd name="connsiteY1" fmla="*/ 5636 h 6345"/>
                  <a:gd name="connsiteX2" fmla="*/ 6585 w 6343"/>
                  <a:gd name="connsiteY2" fmla="*/ 3393 h 6345"/>
                  <a:gd name="connsiteX3" fmla="*/ 5656 w 6343"/>
                  <a:gd name="connsiteY3" fmla="*/ 1149 h 6345"/>
                  <a:gd name="connsiteX4" fmla="*/ 3413 w 6343"/>
                  <a:gd name="connsiteY4" fmla="*/ 220 h 6345"/>
                  <a:gd name="connsiteX5" fmla="*/ 1170 w 6343"/>
                  <a:gd name="connsiteY5" fmla="*/ 1149 h 6345"/>
                  <a:gd name="connsiteX6" fmla="*/ 241 w 6343"/>
                  <a:gd name="connsiteY6" fmla="*/ 3393 h 6345"/>
                  <a:gd name="connsiteX7" fmla="*/ 1170 w 6343"/>
                  <a:gd name="connsiteY7" fmla="*/ 5636 h 6345"/>
                  <a:gd name="connsiteX8" fmla="*/ 3413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65"/>
                    </a:moveTo>
                    <a:cubicBezTo>
                      <a:pt x="4254" y="6565"/>
                      <a:pt x="5061" y="6231"/>
                      <a:pt x="5656" y="5636"/>
                    </a:cubicBezTo>
                    <a:cubicBezTo>
                      <a:pt x="6250" y="5041"/>
                      <a:pt x="6585" y="4234"/>
                      <a:pt x="6585" y="3393"/>
                    </a:cubicBezTo>
                    <a:cubicBezTo>
                      <a:pt x="6585" y="2551"/>
                      <a:pt x="6250" y="1744"/>
                      <a:pt x="5656" y="1149"/>
                    </a:cubicBezTo>
                    <a:cubicBezTo>
                      <a:pt x="5061" y="554"/>
                      <a:pt x="4254" y="220"/>
                      <a:pt x="3413" y="220"/>
                    </a:cubicBezTo>
                    <a:cubicBezTo>
                      <a:pt x="2572" y="220"/>
                      <a:pt x="1765" y="554"/>
                      <a:pt x="1170" y="1149"/>
                    </a:cubicBezTo>
                    <a:cubicBezTo>
                      <a:pt x="576" y="1744"/>
                      <a:pt x="241" y="2551"/>
                      <a:pt x="241" y="3393"/>
                    </a:cubicBezTo>
                    <a:cubicBezTo>
                      <a:pt x="241" y="4234"/>
                      <a:pt x="576" y="5041"/>
                      <a:pt x="1170" y="5636"/>
                    </a:cubicBezTo>
                    <a:cubicBezTo>
                      <a:pt x="1765" y="6231"/>
                      <a:pt x="2572" y="6565"/>
                      <a:pt x="3413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79" name="Freeform: Shape 4478">
                <a:extLst>
                  <a:ext uri="{FF2B5EF4-FFF2-40B4-BE49-F238E27FC236}">
                    <a16:creationId xmlns:a16="http://schemas.microsoft.com/office/drawing/2014/main" id="{8019BBEA-F9E7-5160-0C01-03E1DF80265E}"/>
                  </a:ext>
                </a:extLst>
              </p:cNvPr>
              <p:cNvSpPr/>
              <p:nvPr/>
            </p:nvSpPr>
            <p:spPr>
              <a:xfrm>
                <a:off x="3912621" y="6271279"/>
                <a:ext cx="6343" cy="6345"/>
              </a:xfrm>
              <a:custGeom>
                <a:avLst/>
                <a:gdLst>
                  <a:gd name="connsiteX0" fmla="*/ 3413 w 6343"/>
                  <a:gd name="connsiteY0" fmla="*/ 6565 h 6345"/>
                  <a:gd name="connsiteX1" fmla="*/ 5655 w 6343"/>
                  <a:gd name="connsiteY1" fmla="*/ 5636 h 6345"/>
                  <a:gd name="connsiteX2" fmla="*/ 6584 w 6343"/>
                  <a:gd name="connsiteY2" fmla="*/ 3393 h 6345"/>
                  <a:gd name="connsiteX3" fmla="*/ 5655 w 6343"/>
                  <a:gd name="connsiteY3" fmla="*/ 1149 h 6345"/>
                  <a:gd name="connsiteX4" fmla="*/ 3413 w 6343"/>
                  <a:gd name="connsiteY4" fmla="*/ 220 h 6345"/>
                  <a:gd name="connsiteX5" fmla="*/ 1170 w 6343"/>
                  <a:gd name="connsiteY5" fmla="*/ 1149 h 6345"/>
                  <a:gd name="connsiteX6" fmla="*/ 241 w 6343"/>
                  <a:gd name="connsiteY6" fmla="*/ 3393 h 6345"/>
                  <a:gd name="connsiteX7" fmla="*/ 1170 w 6343"/>
                  <a:gd name="connsiteY7" fmla="*/ 5636 h 6345"/>
                  <a:gd name="connsiteX8" fmla="*/ 3413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65"/>
                    </a:moveTo>
                    <a:cubicBezTo>
                      <a:pt x="4254" y="6565"/>
                      <a:pt x="5061" y="6231"/>
                      <a:pt x="5655" y="5636"/>
                    </a:cubicBezTo>
                    <a:cubicBezTo>
                      <a:pt x="6250" y="5041"/>
                      <a:pt x="6584" y="4234"/>
                      <a:pt x="6584" y="3393"/>
                    </a:cubicBezTo>
                    <a:cubicBezTo>
                      <a:pt x="6584" y="2551"/>
                      <a:pt x="6250" y="1744"/>
                      <a:pt x="5655" y="1149"/>
                    </a:cubicBezTo>
                    <a:cubicBezTo>
                      <a:pt x="5061" y="554"/>
                      <a:pt x="4254" y="220"/>
                      <a:pt x="3413" y="220"/>
                    </a:cubicBezTo>
                    <a:cubicBezTo>
                      <a:pt x="2572" y="220"/>
                      <a:pt x="1765" y="554"/>
                      <a:pt x="1170" y="1149"/>
                    </a:cubicBezTo>
                    <a:cubicBezTo>
                      <a:pt x="575" y="1744"/>
                      <a:pt x="241" y="2551"/>
                      <a:pt x="241" y="3393"/>
                    </a:cubicBezTo>
                    <a:cubicBezTo>
                      <a:pt x="241" y="4234"/>
                      <a:pt x="575" y="5041"/>
                      <a:pt x="1170" y="5636"/>
                    </a:cubicBezTo>
                    <a:cubicBezTo>
                      <a:pt x="1765" y="6231"/>
                      <a:pt x="2572" y="6565"/>
                      <a:pt x="3413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80" name="Freeform: Shape 4479">
                <a:extLst>
                  <a:ext uri="{FF2B5EF4-FFF2-40B4-BE49-F238E27FC236}">
                    <a16:creationId xmlns:a16="http://schemas.microsoft.com/office/drawing/2014/main" id="{6EBBC507-154A-5BA7-B11F-6D8D08DDB120}"/>
                  </a:ext>
                </a:extLst>
              </p:cNvPr>
              <p:cNvSpPr/>
              <p:nvPr/>
            </p:nvSpPr>
            <p:spPr>
              <a:xfrm>
                <a:off x="3909398" y="6272455"/>
                <a:ext cx="6343" cy="6345"/>
              </a:xfrm>
              <a:custGeom>
                <a:avLst/>
                <a:gdLst>
                  <a:gd name="connsiteX0" fmla="*/ 3413 w 6343"/>
                  <a:gd name="connsiteY0" fmla="*/ 6565 h 6345"/>
                  <a:gd name="connsiteX1" fmla="*/ 5655 w 6343"/>
                  <a:gd name="connsiteY1" fmla="*/ 5636 h 6345"/>
                  <a:gd name="connsiteX2" fmla="*/ 6584 w 6343"/>
                  <a:gd name="connsiteY2" fmla="*/ 3393 h 6345"/>
                  <a:gd name="connsiteX3" fmla="*/ 5655 w 6343"/>
                  <a:gd name="connsiteY3" fmla="*/ 1149 h 6345"/>
                  <a:gd name="connsiteX4" fmla="*/ 3413 w 6343"/>
                  <a:gd name="connsiteY4" fmla="*/ 220 h 6345"/>
                  <a:gd name="connsiteX5" fmla="*/ 1170 w 6343"/>
                  <a:gd name="connsiteY5" fmla="*/ 1149 h 6345"/>
                  <a:gd name="connsiteX6" fmla="*/ 241 w 6343"/>
                  <a:gd name="connsiteY6" fmla="*/ 3393 h 6345"/>
                  <a:gd name="connsiteX7" fmla="*/ 1170 w 6343"/>
                  <a:gd name="connsiteY7" fmla="*/ 5636 h 6345"/>
                  <a:gd name="connsiteX8" fmla="*/ 3413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65"/>
                    </a:moveTo>
                    <a:cubicBezTo>
                      <a:pt x="4254" y="6565"/>
                      <a:pt x="5060" y="6231"/>
                      <a:pt x="5655" y="5636"/>
                    </a:cubicBezTo>
                    <a:cubicBezTo>
                      <a:pt x="6250" y="5041"/>
                      <a:pt x="6584" y="4234"/>
                      <a:pt x="6584" y="3393"/>
                    </a:cubicBezTo>
                    <a:cubicBezTo>
                      <a:pt x="6584" y="2551"/>
                      <a:pt x="6250" y="1744"/>
                      <a:pt x="5655" y="1149"/>
                    </a:cubicBezTo>
                    <a:cubicBezTo>
                      <a:pt x="5060" y="554"/>
                      <a:pt x="4254" y="220"/>
                      <a:pt x="3413" y="220"/>
                    </a:cubicBezTo>
                    <a:cubicBezTo>
                      <a:pt x="2571" y="220"/>
                      <a:pt x="1765" y="554"/>
                      <a:pt x="1170" y="1149"/>
                    </a:cubicBezTo>
                    <a:cubicBezTo>
                      <a:pt x="575" y="1744"/>
                      <a:pt x="241" y="2551"/>
                      <a:pt x="241" y="3393"/>
                    </a:cubicBezTo>
                    <a:cubicBezTo>
                      <a:pt x="241" y="4234"/>
                      <a:pt x="575" y="5041"/>
                      <a:pt x="1170" y="5636"/>
                    </a:cubicBezTo>
                    <a:cubicBezTo>
                      <a:pt x="1765" y="6231"/>
                      <a:pt x="2571" y="6565"/>
                      <a:pt x="3413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81" name="Freeform: Shape 4480">
                <a:extLst>
                  <a:ext uri="{FF2B5EF4-FFF2-40B4-BE49-F238E27FC236}">
                    <a16:creationId xmlns:a16="http://schemas.microsoft.com/office/drawing/2014/main" id="{BD51C9B4-5F80-E397-1BCB-061BE8DA39F2}"/>
                  </a:ext>
                </a:extLst>
              </p:cNvPr>
              <p:cNvSpPr/>
              <p:nvPr/>
            </p:nvSpPr>
            <p:spPr>
              <a:xfrm>
                <a:off x="3906223" y="6274601"/>
                <a:ext cx="6343" cy="6345"/>
              </a:xfrm>
              <a:custGeom>
                <a:avLst/>
                <a:gdLst>
                  <a:gd name="connsiteX0" fmla="*/ 3412 w 6343"/>
                  <a:gd name="connsiteY0" fmla="*/ 6566 h 6345"/>
                  <a:gd name="connsiteX1" fmla="*/ 5655 w 6343"/>
                  <a:gd name="connsiteY1" fmla="*/ 5636 h 6345"/>
                  <a:gd name="connsiteX2" fmla="*/ 6584 w 6343"/>
                  <a:gd name="connsiteY2" fmla="*/ 3393 h 6345"/>
                  <a:gd name="connsiteX3" fmla="*/ 5655 w 6343"/>
                  <a:gd name="connsiteY3" fmla="*/ 1150 h 6345"/>
                  <a:gd name="connsiteX4" fmla="*/ 3412 w 6343"/>
                  <a:gd name="connsiteY4" fmla="*/ 220 h 6345"/>
                  <a:gd name="connsiteX5" fmla="*/ 1170 w 6343"/>
                  <a:gd name="connsiteY5" fmla="*/ 1150 h 6345"/>
                  <a:gd name="connsiteX6" fmla="*/ 241 w 6343"/>
                  <a:gd name="connsiteY6" fmla="*/ 3393 h 6345"/>
                  <a:gd name="connsiteX7" fmla="*/ 1170 w 6343"/>
                  <a:gd name="connsiteY7" fmla="*/ 5636 h 6345"/>
                  <a:gd name="connsiteX8" fmla="*/ 3412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6"/>
                    </a:moveTo>
                    <a:cubicBezTo>
                      <a:pt x="4253" y="6566"/>
                      <a:pt x="5060" y="6231"/>
                      <a:pt x="5655" y="5636"/>
                    </a:cubicBezTo>
                    <a:cubicBezTo>
                      <a:pt x="6250" y="5041"/>
                      <a:pt x="6584" y="4234"/>
                      <a:pt x="6584" y="3393"/>
                    </a:cubicBezTo>
                    <a:cubicBezTo>
                      <a:pt x="6584" y="2552"/>
                      <a:pt x="6250" y="1744"/>
                      <a:pt x="5655" y="1150"/>
                    </a:cubicBezTo>
                    <a:cubicBezTo>
                      <a:pt x="5060" y="555"/>
                      <a:pt x="4253" y="220"/>
                      <a:pt x="3412" y="220"/>
                    </a:cubicBezTo>
                    <a:cubicBezTo>
                      <a:pt x="2571" y="220"/>
                      <a:pt x="1764" y="555"/>
                      <a:pt x="1170" y="1150"/>
                    </a:cubicBezTo>
                    <a:cubicBezTo>
                      <a:pt x="575" y="1744"/>
                      <a:pt x="241" y="2552"/>
                      <a:pt x="241" y="3393"/>
                    </a:cubicBezTo>
                    <a:cubicBezTo>
                      <a:pt x="241" y="4234"/>
                      <a:pt x="575" y="5041"/>
                      <a:pt x="1170" y="5636"/>
                    </a:cubicBezTo>
                    <a:cubicBezTo>
                      <a:pt x="1764" y="6231"/>
                      <a:pt x="2571" y="6566"/>
                      <a:pt x="3412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82" name="Freeform: Shape 4481">
                <a:extLst>
                  <a:ext uri="{FF2B5EF4-FFF2-40B4-BE49-F238E27FC236}">
                    <a16:creationId xmlns:a16="http://schemas.microsoft.com/office/drawing/2014/main" id="{E5447592-D1C0-E8F3-23BA-15F3F118EA0C}"/>
                  </a:ext>
                </a:extLst>
              </p:cNvPr>
              <p:cNvSpPr/>
              <p:nvPr/>
            </p:nvSpPr>
            <p:spPr>
              <a:xfrm>
                <a:off x="3902974" y="6275832"/>
                <a:ext cx="6343" cy="6345"/>
              </a:xfrm>
              <a:custGeom>
                <a:avLst/>
                <a:gdLst>
                  <a:gd name="connsiteX0" fmla="*/ 3412 w 6343"/>
                  <a:gd name="connsiteY0" fmla="*/ 6566 h 6345"/>
                  <a:gd name="connsiteX1" fmla="*/ 5655 w 6343"/>
                  <a:gd name="connsiteY1" fmla="*/ 5636 h 6345"/>
                  <a:gd name="connsiteX2" fmla="*/ 6584 w 6343"/>
                  <a:gd name="connsiteY2" fmla="*/ 3393 h 6345"/>
                  <a:gd name="connsiteX3" fmla="*/ 5655 w 6343"/>
                  <a:gd name="connsiteY3" fmla="*/ 1150 h 6345"/>
                  <a:gd name="connsiteX4" fmla="*/ 3412 w 6343"/>
                  <a:gd name="connsiteY4" fmla="*/ 220 h 6345"/>
                  <a:gd name="connsiteX5" fmla="*/ 1169 w 6343"/>
                  <a:gd name="connsiteY5" fmla="*/ 1150 h 6345"/>
                  <a:gd name="connsiteX6" fmla="*/ 240 w 6343"/>
                  <a:gd name="connsiteY6" fmla="*/ 3393 h 6345"/>
                  <a:gd name="connsiteX7" fmla="*/ 1169 w 6343"/>
                  <a:gd name="connsiteY7" fmla="*/ 5636 h 6345"/>
                  <a:gd name="connsiteX8" fmla="*/ 3412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6"/>
                    </a:moveTo>
                    <a:cubicBezTo>
                      <a:pt x="4253" y="6566"/>
                      <a:pt x="5060" y="6231"/>
                      <a:pt x="5655" y="5636"/>
                    </a:cubicBezTo>
                    <a:cubicBezTo>
                      <a:pt x="6249" y="5042"/>
                      <a:pt x="6584" y="4234"/>
                      <a:pt x="6584" y="3393"/>
                    </a:cubicBezTo>
                    <a:cubicBezTo>
                      <a:pt x="6584" y="2552"/>
                      <a:pt x="6249" y="1745"/>
                      <a:pt x="5655" y="1150"/>
                    </a:cubicBezTo>
                    <a:cubicBezTo>
                      <a:pt x="5060" y="555"/>
                      <a:pt x="4253" y="220"/>
                      <a:pt x="3412" y="220"/>
                    </a:cubicBezTo>
                    <a:cubicBezTo>
                      <a:pt x="2571" y="220"/>
                      <a:pt x="1764" y="555"/>
                      <a:pt x="1169" y="1150"/>
                    </a:cubicBezTo>
                    <a:cubicBezTo>
                      <a:pt x="575" y="1745"/>
                      <a:pt x="240" y="2552"/>
                      <a:pt x="240" y="3393"/>
                    </a:cubicBezTo>
                    <a:cubicBezTo>
                      <a:pt x="240" y="4234"/>
                      <a:pt x="575" y="5042"/>
                      <a:pt x="1169" y="5636"/>
                    </a:cubicBezTo>
                    <a:cubicBezTo>
                      <a:pt x="1764" y="6231"/>
                      <a:pt x="2571" y="6566"/>
                      <a:pt x="3412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83" name="Freeform: Shape 4482">
                <a:extLst>
                  <a:ext uri="{FF2B5EF4-FFF2-40B4-BE49-F238E27FC236}">
                    <a16:creationId xmlns:a16="http://schemas.microsoft.com/office/drawing/2014/main" id="{AFE9DA49-81F9-3EAD-461C-B56AD6C236A1}"/>
                  </a:ext>
                </a:extLst>
              </p:cNvPr>
              <p:cNvSpPr/>
              <p:nvPr/>
            </p:nvSpPr>
            <p:spPr>
              <a:xfrm>
                <a:off x="3899676" y="6276336"/>
                <a:ext cx="6343" cy="6345"/>
              </a:xfrm>
              <a:custGeom>
                <a:avLst/>
                <a:gdLst>
                  <a:gd name="connsiteX0" fmla="*/ 3412 w 6343"/>
                  <a:gd name="connsiteY0" fmla="*/ 6566 h 6345"/>
                  <a:gd name="connsiteX1" fmla="*/ 5654 w 6343"/>
                  <a:gd name="connsiteY1" fmla="*/ 5637 h 6345"/>
                  <a:gd name="connsiteX2" fmla="*/ 6583 w 6343"/>
                  <a:gd name="connsiteY2" fmla="*/ 3393 h 6345"/>
                  <a:gd name="connsiteX3" fmla="*/ 5654 w 6343"/>
                  <a:gd name="connsiteY3" fmla="*/ 1150 h 6345"/>
                  <a:gd name="connsiteX4" fmla="*/ 3412 w 6343"/>
                  <a:gd name="connsiteY4" fmla="*/ 220 h 6345"/>
                  <a:gd name="connsiteX5" fmla="*/ 1169 w 6343"/>
                  <a:gd name="connsiteY5" fmla="*/ 1150 h 6345"/>
                  <a:gd name="connsiteX6" fmla="*/ 240 w 6343"/>
                  <a:gd name="connsiteY6" fmla="*/ 3393 h 6345"/>
                  <a:gd name="connsiteX7" fmla="*/ 1169 w 6343"/>
                  <a:gd name="connsiteY7" fmla="*/ 5637 h 6345"/>
                  <a:gd name="connsiteX8" fmla="*/ 3412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6"/>
                    </a:moveTo>
                    <a:cubicBezTo>
                      <a:pt x="4253" y="6566"/>
                      <a:pt x="5060" y="6231"/>
                      <a:pt x="5654" y="5637"/>
                    </a:cubicBezTo>
                    <a:cubicBezTo>
                      <a:pt x="6249" y="5042"/>
                      <a:pt x="6583" y="4235"/>
                      <a:pt x="6583" y="3393"/>
                    </a:cubicBezTo>
                    <a:cubicBezTo>
                      <a:pt x="6583" y="2552"/>
                      <a:pt x="6249" y="1745"/>
                      <a:pt x="5654" y="1150"/>
                    </a:cubicBezTo>
                    <a:cubicBezTo>
                      <a:pt x="5060" y="555"/>
                      <a:pt x="4253" y="220"/>
                      <a:pt x="3412" y="220"/>
                    </a:cubicBezTo>
                    <a:cubicBezTo>
                      <a:pt x="2571" y="220"/>
                      <a:pt x="1764" y="555"/>
                      <a:pt x="1169" y="1150"/>
                    </a:cubicBezTo>
                    <a:cubicBezTo>
                      <a:pt x="574" y="1745"/>
                      <a:pt x="240" y="2552"/>
                      <a:pt x="240" y="3393"/>
                    </a:cubicBezTo>
                    <a:cubicBezTo>
                      <a:pt x="240" y="4235"/>
                      <a:pt x="574" y="5042"/>
                      <a:pt x="1169" y="5637"/>
                    </a:cubicBezTo>
                    <a:cubicBezTo>
                      <a:pt x="1764" y="6231"/>
                      <a:pt x="2571" y="6566"/>
                      <a:pt x="3412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84" name="Freeform: Shape 4483">
                <a:extLst>
                  <a:ext uri="{FF2B5EF4-FFF2-40B4-BE49-F238E27FC236}">
                    <a16:creationId xmlns:a16="http://schemas.microsoft.com/office/drawing/2014/main" id="{45658D66-5200-DE36-DF5D-35B1CBFC1FAD}"/>
                  </a:ext>
                </a:extLst>
              </p:cNvPr>
              <p:cNvSpPr/>
              <p:nvPr/>
            </p:nvSpPr>
            <p:spPr>
              <a:xfrm>
                <a:off x="3896402" y="6277480"/>
                <a:ext cx="6343" cy="6345"/>
              </a:xfrm>
              <a:custGeom>
                <a:avLst/>
                <a:gdLst>
                  <a:gd name="connsiteX0" fmla="*/ 3412 w 6343"/>
                  <a:gd name="connsiteY0" fmla="*/ 6566 h 6345"/>
                  <a:gd name="connsiteX1" fmla="*/ 5654 w 6343"/>
                  <a:gd name="connsiteY1" fmla="*/ 5637 h 6345"/>
                  <a:gd name="connsiteX2" fmla="*/ 6583 w 6343"/>
                  <a:gd name="connsiteY2" fmla="*/ 3393 h 6345"/>
                  <a:gd name="connsiteX3" fmla="*/ 5654 w 6343"/>
                  <a:gd name="connsiteY3" fmla="*/ 1150 h 6345"/>
                  <a:gd name="connsiteX4" fmla="*/ 3412 w 6343"/>
                  <a:gd name="connsiteY4" fmla="*/ 220 h 6345"/>
                  <a:gd name="connsiteX5" fmla="*/ 1169 w 6343"/>
                  <a:gd name="connsiteY5" fmla="*/ 1150 h 6345"/>
                  <a:gd name="connsiteX6" fmla="*/ 240 w 6343"/>
                  <a:gd name="connsiteY6" fmla="*/ 3393 h 6345"/>
                  <a:gd name="connsiteX7" fmla="*/ 1169 w 6343"/>
                  <a:gd name="connsiteY7" fmla="*/ 5637 h 6345"/>
                  <a:gd name="connsiteX8" fmla="*/ 3412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6"/>
                    </a:moveTo>
                    <a:cubicBezTo>
                      <a:pt x="4253" y="6566"/>
                      <a:pt x="5059" y="6232"/>
                      <a:pt x="5654" y="5637"/>
                    </a:cubicBezTo>
                    <a:cubicBezTo>
                      <a:pt x="6249" y="5042"/>
                      <a:pt x="6583" y="4235"/>
                      <a:pt x="6583" y="3393"/>
                    </a:cubicBezTo>
                    <a:cubicBezTo>
                      <a:pt x="6583" y="2552"/>
                      <a:pt x="6249" y="1745"/>
                      <a:pt x="5654" y="1150"/>
                    </a:cubicBezTo>
                    <a:cubicBezTo>
                      <a:pt x="5059" y="555"/>
                      <a:pt x="4253" y="220"/>
                      <a:pt x="3412" y="220"/>
                    </a:cubicBezTo>
                    <a:cubicBezTo>
                      <a:pt x="2570" y="220"/>
                      <a:pt x="1764" y="555"/>
                      <a:pt x="1169" y="1150"/>
                    </a:cubicBezTo>
                    <a:cubicBezTo>
                      <a:pt x="574" y="1745"/>
                      <a:pt x="240" y="2552"/>
                      <a:pt x="240" y="3393"/>
                    </a:cubicBezTo>
                    <a:cubicBezTo>
                      <a:pt x="240" y="4235"/>
                      <a:pt x="574" y="5042"/>
                      <a:pt x="1169" y="5637"/>
                    </a:cubicBezTo>
                    <a:cubicBezTo>
                      <a:pt x="1764" y="6232"/>
                      <a:pt x="2570" y="6566"/>
                      <a:pt x="3412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85" name="Freeform: Shape 4484">
                <a:extLst>
                  <a:ext uri="{FF2B5EF4-FFF2-40B4-BE49-F238E27FC236}">
                    <a16:creationId xmlns:a16="http://schemas.microsoft.com/office/drawing/2014/main" id="{B3B0DF21-8959-2A34-3A48-B173AEC6A249}"/>
                  </a:ext>
                </a:extLst>
              </p:cNvPr>
              <p:cNvSpPr/>
              <p:nvPr/>
            </p:nvSpPr>
            <p:spPr>
              <a:xfrm>
                <a:off x="3893102" y="6278274"/>
                <a:ext cx="6343" cy="6345"/>
              </a:xfrm>
              <a:custGeom>
                <a:avLst/>
                <a:gdLst>
                  <a:gd name="connsiteX0" fmla="*/ 3411 w 6343"/>
                  <a:gd name="connsiteY0" fmla="*/ 6566 h 6345"/>
                  <a:gd name="connsiteX1" fmla="*/ 5654 w 6343"/>
                  <a:gd name="connsiteY1" fmla="*/ 5637 h 6345"/>
                  <a:gd name="connsiteX2" fmla="*/ 6583 w 6343"/>
                  <a:gd name="connsiteY2" fmla="*/ 3393 h 6345"/>
                  <a:gd name="connsiteX3" fmla="*/ 5654 w 6343"/>
                  <a:gd name="connsiteY3" fmla="*/ 1150 h 6345"/>
                  <a:gd name="connsiteX4" fmla="*/ 3411 w 6343"/>
                  <a:gd name="connsiteY4" fmla="*/ 221 h 6345"/>
                  <a:gd name="connsiteX5" fmla="*/ 1169 w 6343"/>
                  <a:gd name="connsiteY5" fmla="*/ 1150 h 6345"/>
                  <a:gd name="connsiteX6" fmla="*/ 240 w 6343"/>
                  <a:gd name="connsiteY6" fmla="*/ 3393 h 6345"/>
                  <a:gd name="connsiteX7" fmla="*/ 1169 w 6343"/>
                  <a:gd name="connsiteY7" fmla="*/ 5637 h 6345"/>
                  <a:gd name="connsiteX8" fmla="*/ 3411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6"/>
                    </a:moveTo>
                    <a:cubicBezTo>
                      <a:pt x="4252" y="6566"/>
                      <a:pt x="5059" y="6232"/>
                      <a:pt x="5654" y="5637"/>
                    </a:cubicBezTo>
                    <a:cubicBezTo>
                      <a:pt x="6249" y="5042"/>
                      <a:pt x="6583" y="4235"/>
                      <a:pt x="6583" y="3393"/>
                    </a:cubicBezTo>
                    <a:cubicBezTo>
                      <a:pt x="6583" y="2552"/>
                      <a:pt x="6249" y="1745"/>
                      <a:pt x="5654" y="1150"/>
                    </a:cubicBezTo>
                    <a:cubicBezTo>
                      <a:pt x="5059" y="555"/>
                      <a:pt x="4252" y="221"/>
                      <a:pt x="3411" y="221"/>
                    </a:cubicBezTo>
                    <a:cubicBezTo>
                      <a:pt x="2570" y="221"/>
                      <a:pt x="1763" y="555"/>
                      <a:pt x="1169" y="1150"/>
                    </a:cubicBezTo>
                    <a:cubicBezTo>
                      <a:pt x="574" y="1745"/>
                      <a:pt x="240" y="2552"/>
                      <a:pt x="240" y="3393"/>
                    </a:cubicBezTo>
                    <a:cubicBezTo>
                      <a:pt x="240" y="4235"/>
                      <a:pt x="574" y="5042"/>
                      <a:pt x="1169" y="5637"/>
                    </a:cubicBezTo>
                    <a:cubicBezTo>
                      <a:pt x="1763" y="6232"/>
                      <a:pt x="2570" y="6566"/>
                      <a:pt x="3411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86" name="Freeform: Shape 4485">
                <a:extLst>
                  <a:ext uri="{FF2B5EF4-FFF2-40B4-BE49-F238E27FC236}">
                    <a16:creationId xmlns:a16="http://schemas.microsoft.com/office/drawing/2014/main" id="{FC1CA51E-9066-4205-5CF2-8CA0BFEA2235}"/>
                  </a:ext>
                </a:extLst>
              </p:cNvPr>
              <p:cNvSpPr/>
              <p:nvPr/>
            </p:nvSpPr>
            <p:spPr>
              <a:xfrm>
                <a:off x="3889800" y="6279284"/>
                <a:ext cx="6343" cy="6345"/>
              </a:xfrm>
              <a:custGeom>
                <a:avLst/>
                <a:gdLst>
                  <a:gd name="connsiteX0" fmla="*/ 3411 w 6343"/>
                  <a:gd name="connsiteY0" fmla="*/ 6566 h 6345"/>
                  <a:gd name="connsiteX1" fmla="*/ 5654 w 6343"/>
                  <a:gd name="connsiteY1" fmla="*/ 5637 h 6345"/>
                  <a:gd name="connsiteX2" fmla="*/ 6583 w 6343"/>
                  <a:gd name="connsiteY2" fmla="*/ 3393 h 6345"/>
                  <a:gd name="connsiteX3" fmla="*/ 5654 w 6343"/>
                  <a:gd name="connsiteY3" fmla="*/ 1150 h 6345"/>
                  <a:gd name="connsiteX4" fmla="*/ 3411 w 6343"/>
                  <a:gd name="connsiteY4" fmla="*/ 221 h 6345"/>
                  <a:gd name="connsiteX5" fmla="*/ 1168 w 6343"/>
                  <a:gd name="connsiteY5" fmla="*/ 1150 h 6345"/>
                  <a:gd name="connsiteX6" fmla="*/ 239 w 6343"/>
                  <a:gd name="connsiteY6" fmla="*/ 3393 h 6345"/>
                  <a:gd name="connsiteX7" fmla="*/ 1168 w 6343"/>
                  <a:gd name="connsiteY7" fmla="*/ 5637 h 6345"/>
                  <a:gd name="connsiteX8" fmla="*/ 3411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6"/>
                    </a:moveTo>
                    <a:cubicBezTo>
                      <a:pt x="4252" y="6566"/>
                      <a:pt x="5059" y="6232"/>
                      <a:pt x="5654" y="5637"/>
                    </a:cubicBezTo>
                    <a:cubicBezTo>
                      <a:pt x="6248" y="5042"/>
                      <a:pt x="6583" y="4235"/>
                      <a:pt x="6583" y="3393"/>
                    </a:cubicBezTo>
                    <a:cubicBezTo>
                      <a:pt x="6583" y="2552"/>
                      <a:pt x="6248" y="1745"/>
                      <a:pt x="5654" y="1150"/>
                    </a:cubicBezTo>
                    <a:cubicBezTo>
                      <a:pt x="5059" y="555"/>
                      <a:pt x="4252" y="221"/>
                      <a:pt x="3411" y="221"/>
                    </a:cubicBezTo>
                    <a:cubicBezTo>
                      <a:pt x="2570" y="221"/>
                      <a:pt x="1763" y="555"/>
                      <a:pt x="1168" y="1150"/>
                    </a:cubicBezTo>
                    <a:cubicBezTo>
                      <a:pt x="574" y="1745"/>
                      <a:pt x="239" y="2552"/>
                      <a:pt x="239" y="3393"/>
                    </a:cubicBezTo>
                    <a:cubicBezTo>
                      <a:pt x="239" y="4235"/>
                      <a:pt x="574" y="5042"/>
                      <a:pt x="1168" y="5637"/>
                    </a:cubicBezTo>
                    <a:cubicBezTo>
                      <a:pt x="1763" y="6232"/>
                      <a:pt x="2570" y="6566"/>
                      <a:pt x="3411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87" name="Freeform: Shape 4486">
                <a:extLst>
                  <a:ext uri="{FF2B5EF4-FFF2-40B4-BE49-F238E27FC236}">
                    <a16:creationId xmlns:a16="http://schemas.microsoft.com/office/drawing/2014/main" id="{9FF560A4-E159-4C9D-1E78-1A63C80051A2}"/>
                  </a:ext>
                </a:extLst>
              </p:cNvPr>
              <p:cNvSpPr/>
              <p:nvPr/>
            </p:nvSpPr>
            <p:spPr>
              <a:xfrm>
                <a:off x="3886487" y="6280274"/>
                <a:ext cx="6343" cy="6345"/>
              </a:xfrm>
              <a:custGeom>
                <a:avLst/>
                <a:gdLst>
                  <a:gd name="connsiteX0" fmla="*/ 3411 w 6343"/>
                  <a:gd name="connsiteY0" fmla="*/ 6566 h 6345"/>
                  <a:gd name="connsiteX1" fmla="*/ 5653 w 6343"/>
                  <a:gd name="connsiteY1" fmla="*/ 5637 h 6345"/>
                  <a:gd name="connsiteX2" fmla="*/ 6582 w 6343"/>
                  <a:gd name="connsiteY2" fmla="*/ 3393 h 6345"/>
                  <a:gd name="connsiteX3" fmla="*/ 5653 w 6343"/>
                  <a:gd name="connsiteY3" fmla="*/ 1150 h 6345"/>
                  <a:gd name="connsiteX4" fmla="*/ 3411 w 6343"/>
                  <a:gd name="connsiteY4" fmla="*/ 221 h 6345"/>
                  <a:gd name="connsiteX5" fmla="*/ 1168 w 6343"/>
                  <a:gd name="connsiteY5" fmla="*/ 1150 h 6345"/>
                  <a:gd name="connsiteX6" fmla="*/ 239 w 6343"/>
                  <a:gd name="connsiteY6" fmla="*/ 3393 h 6345"/>
                  <a:gd name="connsiteX7" fmla="*/ 1168 w 6343"/>
                  <a:gd name="connsiteY7" fmla="*/ 5637 h 6345"/>
                  <a:gd name="connsiteX8" fmla="*/ 3411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6"/>
                    </a:moveTo>
                    <a:cubicBezTo>
                      <a:pt x="4252" y="6566"/>
                      <a:pt x="5059" y="6232"/>
                      <a:pt x="5653" y="5637"/>
                    </a:cubicBezTo>
                    <a:cubicBezTo>
                      <a:pt x="6248" y="5042"/>
                      <a:pt x="6582" y="4235"/>
                      <a:pt x="6582" y="3393"/>
                    </a:cubicBezTo>
                    <a:cubicBezTo>
                      <a:pt x="6582" y="2552"/>
                      <a:pt x="6248" y="1745"/>
                      <a:pt x="5653" y="1150"/>
                    </a:cubicBezTo>
                    <a:cubicBezTo>
                      <a:pt x="5059" y="555"/>
                      <a:pt x="4252" y="221"/>
                      <a:pt x="3411" y="221"/>
                    </a:cubicBezTo>
                    <a:cubicBezTo>
                      <a:pt x="2570" y="221"/>
                      <a:pt x="1763" y="555"/>
                      <a:pt x="1168" y="1150"/>
                    </a:cubicBezTo>
                    <a:cubicBezTo>
                      <a:pt x="573" y="1745"/>
                      <a:pt x="239" y="2552"/>
                      <a:pt x="239" y="3393"/>
                    </a:cubicBezTo>
                    <a:cubicBezTo>
                      <a:pt x="239" y="4235"/>
                      <a:pt x="573" y="5042"/>
                      <a:pt x="1168" y="5637"/>
                    </a:cubicBezTo>
                    <a:cubicBezTo>
                      <a:pt x="1763" y="6232"/>
                      <a:pt x="2570" y="6566"/>
                      <a:pt x="3411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88" name="Freeform: Shape 4487">
                <a:extLst>
                  <a:ext uri="{FF2B5EF4-FFF2-40B4-BE49-F238E27FC236}">
                    <a16:creationId xmlns:a16="http://schemas.microsoft.com/office/drawing/2014/main" id="{860400D3-89FE-A7CC-C642-DCF9E65350C2}"/>
                  </a:ext>
                </a:extLst>
              </p:cNvPr>
              <p:cNvSpPr/>
              <p:nvPr/>
            </p:nvSpPr>
            <p:spPr>
              <a:xfrm>
                <a:off x="3883164" y="6281339"/>
                <a:ext cx="6343" cy="6345"/>
              </a:xfrm>
              <a:custGeom>
                <a:avLst/>
                <a:gdLst>
                  <a:gd name="connsiteX0" fmla="*/ 3410 w 6343"/>
                  <a:gd name="connsiteY0" fmla="*/ 6566 h 6345"/>
                  <a:gd name="connsiteX1" fmla="*/ 5653 w 6343"/>
                  <a:gd name="connsiteY1" fmla="*/ 5637 h 6345"/>
                  <a:gd name="connsiteX2" fmla="*/ 6582 w 6343"/>
                  <a:gd name="connsiteY2" fmla="*/ 3393 h 6345"/>
                  <a:gd name="connsiteX3" fmla="*/ 5653 w 6343"/>
                  <a:gd name="connsiteY3" fmla="*/ 1150 h 6345"/>
                  <a:gd name="connsiteX4" fmla="*/ 3410 w 6343"/>
                  <a:gd name="connsiteY4" fmla="*/ 221 h 6345"/>
                  <a:gd name="connsiteX5" fmla="*/ 1168 w 6343"/>
                  <a:gd name="connsiteY5" fmla="*/ 1150 h 6345"/>
                  <a:gd name="connsiteX6" fmla="*/ 239 w 6343"/>
                  <a:gd name="connsiteY6" fmla="*/ 3393 h 6345"/>
                  <a:gd name="connsiteX7" fmla="*/ 1168 w 6343"/>
                  <a:gd name="connsiteY7" fmla="*/ 5637 h 6345"/>
                  <a:gd name="connsiteX8" fmla="*/ 3410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6"/>
                    </a:moveTo>
                    <a:cubicBezTo>
                      <a:pt x="4252" y="6566"/>
                      <a:pt x="5058" y="6232"/>
                      <a:pt x="5653" y="5637"/>
                    </a:cubicBezTo>
                    <a:cubicBezTo>
                      <a:pt x="6248" y="5042"/>
                      <a:pt x="6582" y="4235"/>
                      <a:pt x="6582" y="3393"/>
                    </a:cubicBezTo>
                    <a:cubicBezTo>
                      <a:pt x="6582" y="2552"/>
                      <a:pt x="6248" y="1745"/>
                      <a:pt x="5653" y="1150"/>
                    </a:cubicBezTo>
                    <a:cubicBezTo>
                      <a:pt x="5058" y="555"/>
                      <a:pt x="4252" y="221"/>
                      <a:pt x="3410" y="221"/>
                    </a:cubicBezTo>
                    <a:cubicBezTo>
                      <a:pt x="2569" y="221"/>
                      <a:pt x="1763" y="555"/>
                      <a:pt x="1168" y="1150"/>
                    </a:cubicBezTo>
                    <a:cubicBezTo>
                      <a:pt x="573" y="1745"/>
                      <a:pt x="239" y="2552"/>
                      <a:pt x="239" y="3393"/>
                    </a:cubicBezTo>
                    <a:cubicBezTo>
                      <a:pt x="239" y="4235"/>
                      <a:pt x="573" y="5042"/>
                      <a:pt x="1168" y="5637"/>
                    </a:cubicBezTo>
                    <a:cubicBezTo>
                      <a:pt x="1763" y="6232"/>
                      <a:pt x="2569" y="6566"/>
                      <a:pt x="3410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89" name="Freeform: Shape 4488">
                <a:extLst>
                  <a:ext uri="{FF2B5EF4-FFF2-40B4-BE49-F238E27FC236}">
                    <a16:creationId xmlns:a16="http://schemas.microsoft.com/office/drawing/2014/main" id="{27FBD105-8C50-F6E3-78F1-752333902744}"/>
                  </a:ext>
                </a:extLst>
              </p:cNvPr>
              <p:cNvSpPr/>
              <p:nvPr/>
            </p:nvSpPr>
            <p:spPr>
              <a:xfrm>
                <a:off x="3879776" y="6278083"/>
                <a:ext cx="6343" cy="6345"/>
              </a:xfrm>
              <a:custGeom>
                <a:avLst/>
                <a:gdLst>
                  <a:gd name="connsiteX0" fmla="*/ 3410 w 6343"/>
                  <a:gd name="connsiteY0" fmla="*/ 6566 h 6345"/>
                  <a:gd name="connsiteX1" fmla="*/ 5653 w 6343"/>
                  <a:gd name="connsiteY1" fmla="*/ 5637 h 6345"/>
                  <a:gd name="connsiteX2" fmla="*/ 6582 w 6343"/>
                  <a:gd name="connsiteY2" fmla="*/ 3393 h 6345"/>
                  <a:gd name="connsiteX3" fmla="*/ 5653 w 6343"/>
                  <a:gd name="connsiteY3" fmla="*/ 1150 h 6345"/>
                  <a:gd name="connsiteX4" fmla="*/ 3410 w 6343"/>
                  <a:gd name="connsiteY4" fmla="*/ 221 h 6345"/>
                  <a:gd name="connsiteX5" fmla="*/ 1168 w 6343"/>
                  <a:gd name="connsiteY5" fmla="*/ 1150 h 6345"/>
                  <a:gd name="connsiteX6" fmla="*/ 239 w 6343"/>
                  <a:gd name="connsiteY6" fmla="*/ 3393 h 6345"/>
                  <a:gd name="connsiteX7" fmla="*/ 1168 w 6343"/>
                  <a:gd name="connsiteY7" fmla="*/ 5637 h 6345"/>
                  <a:gd name="connsiteX8" fmla="*/ 3410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6"/>
                    </a:moveTo>
                    <a:cubicBezTo>
                      <a:pt x="4251" y="6566"/>
                      <a:pt x="5058" y="6232"/>
                      <a:pt x="5653" y="5637"/>
                    </a:cubicBezTo>
                    <a:cubicBezTo>
                      <a:pt x="6248" y="5042"/>
                      <a:pt x="6582" y="4235"/>
                      <a:pt x="6582" y="3393"/>
                    </a:cubicBezTo>
                    <a:cubicBezTo>
                      <a:pt x="6582" y="2552"/>
                      <a:pt x="6248" y="1745"/>
                      <a:pt x="5653" y="1150"/>
                    </a:cubicBezTo>
                    <a:cubicBezTo>
                      <a:pt x="5058" y="555"/>
                      <a:pt x="4251" y="221"/>
                      <a:pt x="3410" y="221"/>
                    </a:cubicBezTo>
                    <a:cubicBezTo>
                      <a:pt x="2569" y="221"/>
                      <a:pt x="1762" y="555"/>
                      <a:pt x="1168" y="1150"/>
                    </a:cubicBezTo>
                    <a:cubicBezTo>
                      <a:pt x="573" y="1745"/>
                      <a:pt x="239" y="2552"/>
                      <a:pt x="239" y="3393"/>
                    </a:cubicBezTo>
                    <a:cubicBezTo>
                      <a:pt x="239" y="4235"/>
                      <a:pt x="573" y="5042"/>
                      <a:pt x="1168" y="5637"/>
                    </a:cubicBezTo>
                    <a:cubicBezTo>
                      <a:pt x="1762" y="6232"/>
                      <a:pt x="2569" y="6566"/>
                      <a:pt x="3410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90" name="Freeform: Shape 4489">
                <a:extLst>
                  <a:ext uri="{FF2B5EF4-FFF2-40B4-BE49-F238E27FC236}">
                    <a16:creationId xmlns:a16="http://schemas.microsoft.com/office/drawing/2014/main" id="{E3A409B4-AEC6-8567-9E8D-75B6A63FBA83}"/>
                  </a:ext>
                </a:extLst>
              </p:cNvPr>
              <p:cNvSpPr/>
              <p:nvPr/>
            </p:nvSpPr>
            <p:spPr>
              <a:xfrm>
                <a:off x="3876455" y="6279153"/>
                <a:ext cx="6343" cy="6345"/>
              </a:xfrm>
              <a:custGeom>
                <a:avLst/>
                <a:gdLst>
                  <a:gd name="connsiteX0" fmla="*/ 3410 w 6343"/>
                  <a:gd name="connsiteY0" fmla="*/ 6566 h 6345"/>
                  <a:gd name="connsiteX1" fmla="*/ 5653 w 6343"/>
                  <a:gd name="connsiteY1" fmla="*/ 5637 h 6345"/>
                  <a:gd name="connsiteX2" fmla="*/ 6582 w 6343"/>
                  <a:gd name="connsiteY2" fmla="*/ 3393 h 6345"/>
                  <a:gd name="connsiteX3" fmla="*/ 5653 w 6343"/>
                  <a:gd name="connsiteY3" fmla="*/ 1150 h 6345"/>
                  <a:gd name="connsiteX4" fmla="*/ 3410 w 6343"/>
                  <a:gd name="connsiteY4" fmla="*/ 221 h 6345"/>
                  <a:gd name="connsiteX5" fmla="*/ 1167 w 6343"/>
                  <a:gd name="connsiteY5" fmla="*/ 1150 h 6345"/>
                  <a:gd name="connsiteX6" fmla="*/ 238 w 6343"/>
                  <a:gd name="connsiteY6" fmla="*/ 3393 h 6345"/>
                  <a:gd name="connsiteX7" fmla="*/ 1167 w 6343"/>
                  <a:gd name="connsiteY7" fmla="*/ 5637 h 6345"/>
                  <a:gd name="connsiteX8" fmla="*/ 3410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6"/>
                    </a:moveTo>
                    <a:cubicBezTo>
                      <a:pt x="4251" y="6566"/>
                      <a:pt x="5058" y="6232"/>
                      <a:pt x="5653" y="5637"/>
                    </a:cubicBezTo>
                    <a:cubicBezTo>
                      <a:pt x="6247" y="5042"/>
                      <a:pt x="6582" y="4235"/>
                      <a:pt x="6582" y="3393"/>
                    </a:cubicBezTo>
                    <a:cubicBezTo>
                      <a:pt x="6582" y="2552"/>
                      <a:pt x="6247" y="1745"/>
                      <a:pt x="5653" y="1150"/>
                    </a:cubicBezTo>
                    <a:cubicBezTo>
                      <a:pt x="5058" y="555"/>
                      <a:pt x="4251" y="221"/>
                      <a:pt x="3410" y="221"/>
                    </a:cubicBezTo>
                    <a:cubicBezTo>
                      <a:pt x="2569" y="221"/>
                      <a:pt x="1762" y="555"/>
                      <a:pt x="1167" y="1150"/>
                    </a:cubicBezTo>
                    <a:cubicBezTo>
                      <a:pt x="573" y="1745"/>
                      <a:pt x="238" y="2552"/>
                      <a:pt x="238" y="3393"/>
                    </a:cubicBezTo>
                    <a:cubicBezTo>
                      <a:pt x="238" y="4235"/>
                      <a:pt x="573" y="5042"/>
                      <a:pt x="1167" y="5637"/>
                    </a:cubicBezTo>
                    <a:cubicBezTo>
                      <a:pt x="1762" y="6232"/>
                      <a:pt x="2569" y="6566"/>
                      <a:pt x="3410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91" name="Freeform: Shape 4490">
                <a:extLst>
                  <a:ext uri="{FF2B5EF4-FFF2-40B4-BE49-F238E27FC236}">
                    <a16:creationId xmlns:a16="http://schemas.microsoft.com/office/drawing/2014/main" id="{998DA917-0538-EA9B-D4B6-E38895DDBE38}"/>
                  </a:ext>
                </a:extLst>
              </p:cNvPr>
              <p:cNvSpPr/>
              <p:nvPr/>
            </p:nvSpPr>
            <p:spPr>
              <a:xfrm>
                <a:off x="3873121" y="6281952"/>
                <a:ext cx="6343" cy="6345"/>
              </a:xfrm>
              <a:custGeom>
                <a:avLst/>
                <a:gdLst>
                  <a:gd name="connsiteX0" fmla="*/ 3410 w 6343"/>
                  <a:gd name="connsiteY0" fmla="*/ 6566 h 6345"/>
                  <a:gd name="connsiteX1" fmla="*/ 5652 w 6343"/>
                  <a:gd name="connsiteY1" fmla="*/ 5637 h 6345"/>
                  <a:gd name="connsiteX2" fmla="*/ 6581 w 6343"/>
                  <a:gd name="connsiteY2" fmla="*/ 3394 h 6345"/>
                  <a:gd name="connsiteX3" fmla="*/ 5652 w 6343"/>
                  <a:gd name="connsiteY3" fmla="*/ 1150 h 6345"/>
                  <a:gd name="connsiteX4" fmla="*/ 3410 w 6343"/>
                  <a:gd name="connsiteY4" fmla="*/ 221 h 6345"/>
                  <a:gd name="connsiteX5" fmla="*/ 1167 w 6343"/>
                  <a:gd name="connsiteY5" fmla="*/ 1150 h 6345"/>
                  <a:gd name="connsiteX6" fmla="*/ 238 w 6343"/>
                  <a:gd name="connsiteY6" fmla="*/ 3394 h 6345"/>
                  <a:gd name="connsiteX7" fmla="*/ 1167 w 6343"/>
                  <a:gd name="connsiteY7" fmla="*/ 5637 h 6345"/>
                  <a:gd name="connsiteX8" fmla="*/ 3410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6"/>
                    </a:moveTo>
                    <a:cubicBezTo>
                      <a:pt x="4251" y="6566"/>
                      <a:pt x="5058" y="6232"/>
                      <a:pt x="5652" y="5637"/>
                    </a:cubicBezTo>
                    <a:cubicBezTo>
                      <a:pt x="6247" y="5042"/>
                      <a:pt x="6581" y="4235"/>
                      <a:pt x="6581" y="3394"/>
                    </a:cubicBezTo>
                    <a:cubicBezTo>
                      <a:pt x="6581" y="2552"/>
                      <a:pt x="6247" y="1745"/>
                      <a:pt x="5652" y="1150"/>
                    </a:cubicBezTo>
                    <a:cubicBezTo>
                      <a:pt x="5058" y="555"/>
                      <a:pt x="4251" y="221"/>
                      <a:pt x="3410" y="221"/>
                    </a:cubicBezTo>
                    <a:cubicBezTo>
                      <a:pt x="2569" y="221"/>
                      <a:pt x="1762" y="555"/>
                      <a:pt x="1167" y="1150"/>
                    </a:cubicBezTo>
                    <a:cubicBezTo>
                      <a:pt x="572" y="1745"/>
                      <a:pt x="238" y="2552"/>
                      <a:pt x="238" y="3394"/>
                    </a:cubicBezTo>
                    <a:cubicBezTo>
                      <a:pt x="238" y="4235"/>
                      <a:pt x="572" y="5042"/>
                      <a:pt x="1167" y="5637"/>
                    </a:cubicBezTo>
                    <a:cubicBezTo>
                      <a:pt x="1762" y="6232"/>
                      <a:pt x="2569" y="6566"/>
                      <a:pt x="3410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92" name="Freeform: Shape 4491">
                <a:extLst>
                  <a:ext uri="{FF2B5EF4-FFF2-40B4-BE49-F238E27FC236}">
                    <a16:creationId xmlns:a16="http://schemas.microsoft.com/office/drawing/2014/main" id="{A94652C3-8659-6F5D-55B3-F7C9E37FCB93}"/>
                  </a:ext>
                </a:extLst>
              </p:cNvPr>
              <p:cNvSpPr/>
              <p:nvPr/>
            </p:nvSpPr>
            <p:spPr>
              <a:xfrm>
                <a:off x="3869784" y="6279626"/>
                <a:ext cx="6343" cy="6345"/>
              </a:xfrm>
              <a:custGeom>
                <a:avLst/>
                <a:gdLst>
                  <a:gd name="connsiteX0" fmla="*/ 3409 w 6343"/>
                  <a:gd name="connsiteY0" fmla="*/ 6566 h 6345"/>
                  <a:gd name="connsiteX1" fmla="*/ 5652 w 6343"/>
                  <a:gd name="connsiteY1" fmla="*/ 5637 h 6345"/>
                  <a:gd name="connsiteX2" fmla="*/ 6581 w 6343"/>
                  <a:gd name="connsiteY2" fmla="*/ 3393 h 6345"/>
                  <a:gd name="connsiteX3" fmla="*/ 5652 w 6343"/>
                  <a:gd name="connsiteY3" fmla="*/ 1150 h 6345"/>
                  <a:gd name="connsiteX4" fmla="*/ 3409 w 6343"/>
                  <a:gd name="connsiteY4" fmla="*/ 221 h 6345"/>
                  <a:gd name="connsiteX5" fmla="*/ 1167 w 6343"/>
                  <a:gd name="connsiteY5" fmla="*/ 1150 h 6345"/>
                  <a:gd name="connsiteX6" fmla="*/ 238 w 6343"/>
                  <a:gd name="connsiteY6" fmla="*/ 3393 h 6345"/>
                  <a:gd name="connsiteX7" fmla="*/ 1167 w 6343"/>
                  <a:gd name="connsiteY7" fmla="*/ 5637 h 6345"/>
                  <a:gd name="connsiteX8" fmla="*/ 3409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6"/>
                    </a:moveTo>
                    <a:cubicBezTo>
                      <a:pt x="4251" y="6566"/>
                      <a:pt x="5057" y="6232"/>
                      <a:pt x="5652" y="5637"/>
                    </a:cubicBezTo>
                    <a:cubicBezTo>
                      <a:pt x="6247" y="5042"/>
                      <a:pt x="6581" y="4235"/>
                      <a:pt x="6581" y="3393"/>
                    </a:cubicBezTo>
                    <a:cubicBezTo>
                      <a:pt x="6581" y="2552"/>
                      <a:pt x="6247" y="1745"/>
                      <a:pt x="5652" y="1150"/>
                    </a:cubicBezTo>
                    <a:cubicBezTo>
                      <a:pt x="5057" y="555"/>
                      <a:pt x="4251" y="221"/>
                      <a:pt x="3409" y="221"/>
                    </a:cubicBezTo>
                    <a:cubicBezTo>
                      <a:pt x="2568" y="221"/>
                      <a:pt x="1762" y="555"/>
                      <a:pt x="1167" y="1150"/>
                    </a:cubicBezTo>
                    <a:cubicBezTo>
                      <a:pt x="572" y="1745"/>
                      <a:pt x="238" y="2552"/>
                      <a:pt x="238" y="3393"/>
                    </a:cubicBezTo>
                    <a:cubicBezTo>
                      <a:pt x="238" y="4235"/>
                      <a:pt x="572" y="5042"/>
                      <a:pt x="1167" y="5637"/>
                    </a:cubicBezTo>
                    <a:cubicBezTo>
                      <a:pt x="1762" y="6232"/>
                      <a:pt x="2568" y="6566"/>
                      <a:pt x="3409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93" name="Freeform: Shape 4492">
                <a:extLst>
                  <a:ext uri="{FF2B5EF4-FFF2-40B4-BE49-F238E27FC236}">
                    <a16:creationId xmlns:a16="http://schemas.microsoft.com/office/drawing/2014/main" id="{BD8616D1-5332-2B38-6FD5-C3EE70894A87}"/>
                  </a:ext>
                </a:extLst>
              </p:cNvPr>
              <p:cNvSpPr/>
              <p:nvPr/>
            </p:nvSpPr>
            <p:spPr>
              <a:xfrm>
                <a:off x="3866443" y="6279879"/>
                <a:ext cx="6343" cy="6345"/>
              </a:xfrm>
              <a:custGeom>
                <a:avLst/>
                <a:gdLst>
                  <a:gd name="connsiteX0" fmla="*/ 3409 w 6343"/>
                  <a:gd name="connsiteY0" fmla="*/ 6566 h 6345"/>
                  <a:gd name="connsiteX1" fmla="*/ 5652 w 6343"/>
                  <a:gd name="connsiteY1" fmla="*/ 5637 h 6345"/>
                  <a:gd name="connsiteX2" fmla="*/ 6581 w 6343"/>
                  <a:gd name="connsiteY2" fmla="*/ 3393 h 6345"/>
                  <a:gd name="connsiteX3" fmla="*/ 5652 w 6343"/>
                  <a:gd name="connsiteY3" fmla="*/ 1150 h 6345"/>
                  <a:gd name="connsiteX4" fmla="*/ 3409 w 6343"/>
                  <a:gd name="connsiteY4" fmla="*/ 221 h 6345"/>
                  <a:gd name="connsiteX5" fmla="*/ 1167 w 6343"/>
                  <a:gd name="connsiteY5" fmla="*/ 1150 h 6345"/>
                  <a:gd name="connsiteX6" fmla="*/ 238 w 6343"/>
                  <a:gd name="connsiteY6" fmla="*/ 3393 h 6345"/>
                  <a:gd name="connsiteX7" fmla="*/ 1167 w 6343"/>
                  <a:gd name="connsiteY7" fmla="*/ 5637 h 6345"/>
                  <a:gd name="connsiteX8" fmla="*/ 3409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6"/>
                    </a:moveTo>
                    <a:cubicBezTo>
                      <a:pt x="4250" y="6566"/>
                      <a:pt x="5057" y="6232"/>
                      <a:pt x="5652" y="5637"/>
                    </a:cubicBezTo>
                    <a:cubicBezTo>
                      <a:pt x="6247" y="5042"/>
                      <a:pt x="6581" y="4235"/>
                      <a:pt x="6581" y="3393"/>
                    </a:cubicBezTo>
                    <a:cubicBezTo>
                      <a:pt x="6581" y="2552"/>
                      <a:pt x="6247" y="1745"/>
                      <a:pt x="5652" y="1150"/>
                    </a:cubicBezTo>
                    <a:cubicBezTo>
                      <a:pt x="5057" y="555"/>
                      <a:pt x="4250" y="221"/>
                      <a:pt x="3409" y="221"/>
                    </a:cubicBezTo>
                    <a:cubicBezTo>
                      <a:pt x="2568" y="221"/>
                      <a:pt x="1761" y="555"/>
                      <a:pt x="1167" y="1150"/>
                    </a:cubicBezTo>
                    <a:cubicBezTo>
                      <a:pt x="572" y="1745"/>
                      <a:pt x="238" y="2552"/>
                      <a:pt x="238" y="3393"/>
                    </a:cubicBezTo>
                    <a:cubicBezTo>
                      <a:pt x="238" y="4235"/>
                      <a:pt x="572" y="5042"/>
                      <a:pt x="1167" y="5637"/>
                    </a:cubicBezTo>
                    <a:cubicBezTo>
                      <a:pt x="1761" y="6232"/>
                      <a:pt x="2568" y="6566"/>
                      <a:pt x="3409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94" name="Freeform: Shape 4493">
                <a:extLst>
                  <a:ext uri="{FF2B5EF4-FFF2-40B4-BE49-F238E27FC236}">
                    <a16:creationId xmlns:a16="http://schemas.microsoft.com/office/drawing/2014/main" id="{4ED41B24-AAA7-3418-B0DE-1C9FEC8378E3}"/>
                  </a:ext>
                </a:extLst>
              </p:cNvPr>
              <p:cNvSpPr/>
              <p:nvPr/>
            </p:nvSpPr>
            <p:spPr>
              <a:xfrm>
                <a:off x="3863109" y="6279592"/>
                <a:ext cx="6343" cy="6345"/>
              </a:xfrm>
              <a:custGeom>
                <a:avLst/>
                <a:gdLst>
                  <a:gd name="connsiteX0" fmla="*/ 3409 w 6343"/>
                  <a:gd name="connsiteY0" fmla="*/ 6566 h 6345"/>
                  <a:gd name="connsiteX1" fmla="*/ 5652 w 6343"/>
                  <a:gd name="connsiteY1" fmla="*/ 5637 h 6345"/>
                  <a:gd name="connsiteX2" fmla="*/ 6580 w 6343"/>
                  <a:gd name="connsiteY2" fmla="*/ 3393 h 6345"/>
                  <a:gd name="connsiteX3" fmla="*/ 5652 w 6343"/>
                  <a:gd name="connsiteY3" fmla="*/ 1150 h 6345"/>
                  <a:gd name="connsiteX4" fmla="*/ 3409 w 6343"/>
                  <a:gd name="connsiteY4" fmla="*/ 221 h 6345"/>
                  <a:gd name="connsiteX5" fmla="*/ 1166 w 6343"/>
                  <a:gd name="connsiteY5" fmla="*/ 1150 h 6345"/>
                  <a:gd name="connsiteX6" fmla="*/ 237 w 6343"/>
                  <a:gd name="connsiteY6" fmla="*/ 3393 h 6345"/>
                  <a:gd name="connsiteX7" fmla="*/ 1166 w 6343"/>
                  <a:gd name="connsiteY7" fmla="*/ 5637 h 6345"/>
                  <a:gd name="connsiteX8" fmla="*/ 3409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6"/>
                    </a:moveTo>
                    <a:cubicBezTo>
                      <a:pt x="4250" y="6566"/>
                      <a:pt x="5057" y="6232"/>
                      <a:pt x="5652" y="5637"/>
                    </a:cubicBezTo>
                    <a:cubicBezTo>
                      <a:pt x="6246" y="5042"/>
                      <a:pt x="6580" y="4235"/>
                      <a:pt x="6580" y="3393"/>
                    </a:cubicBezTo>
                    <a:cubicBezTo>
                      <a:pt x="6580" y="2552"/>
                      <a:pt x="6246" y="1745"/>
                      <a:pt x="5652" y="1150"/>
                    </a:cubicBezTo>
                    <a:cubicBezTo>
                      <a:pt x="5057" y="555"/>
                      <a:pt x="4250" y="221"/>
                      <a:pt x="3409" y="221"/>
                    </a:cubicBezTo>
                    <a:cubicBezTo>
                      <a:pt x="2568" y="221"/>
                      <a:pt x="1761" y="555"/>
                      <a:pt x="1166" y="1150"/>
                    </a:cubicBezTo>
                    <a:cubicBezTo>
                      <a:pt x="572" y="1745"/>
                      <a:pt x="237" y="2552"/>
                      <a:pt x="237" y="3393"/>
                    </a:cubicBezTo>
                    <a:cubicBezTo>
                      <a:pt x="237" y="4235"/>
                      <a:pt x="572" y="5042"/>
                      <a:pt x="1166" y="5637"/>
                    </a:cubicBezTo>
                    <a:cubicBezTo>
                      <a:pt x="1761" y="6232"/>
                      <a:pt x="2568" y="6566"/>
                      <a:pt x="3409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95" name="Freeform: Shape 4494">
                <a:extLst>
                  <a:ext uri="{FF2B5EF4-FFF2-40B4-BE49-F238E27FC236}">
                    <a16:creationId xmlns:a16="http://schemas.microsoft.com/office/drawing/2014/main" id="{060C30DC-B6DA-97F6-F7AA-52B25F0574C2}"/>
                  </a:ext>
                </a:extLst>
              </p:cNvPr>
              <p:cNvSpPr/>
              <p:nvPr/>
            </p:nvSpPr>
            <p:spPr>
              <a:xfrm>
                <a:off x="3859768" y="6279710"/>
                <a:ext cx="6343" cy="6345"/>
              </a:xfrm>
              <a:custGeom>
                <a:avLst/>
                <a:gdLst>
                  <a:gd name="connsiteX0" fmla="*/ 3409 w 6343"/>
                  <a:gd name="connsiteY0" fmla="*/ 6566 h 6345"/>
                  <a:gd name="connsiteX1" fmla="*/ 5651 w 6343"/>
                  <a:gd name="connsiteY1" fmla="*/ 5637 h 6345"/>
                  <a:gd name="connsiteX2" fmla="*/ 6580 w 6343"/>
                  <a:gd name="connsiteY2" fmla="*/ 3393 h 6345"/>
                  <a:gd name="connsiteX3" fmla="*/ 5651 w 6343"/>
                  <a:gd name="connsiteY3" fmla="*/ 1150 h 6345"/>
                  <a:gd name="connsiteX4" fmla="*/ 3409 w 6343"/>
                  <a:gd name="connsiteY4" fmla="*/ 221 h 6345"/>
                  <a:gd name="connsiteX5" fmla="*/ 1166 w 6343"/>
                  <a:gd name="connsiteY5" fmla="*/ 1150 h 6345"/>
                  <a:gd name="connsiteX6" fmla="*/ 237 w 6343"/>
                  <a:gd name="connsiteY6" fmla="*/ 3393 h 6345"/>
                  <a:gd name="connsiteX7" fmla="*/ 1166 w 6343"/>
                  <a:gd name="connsiteY7" fmla="*/ 5637 h 6345"/>
                  <a:gd name="connsiteX8" fmla="*/ 3409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6"/>
                    </a:moveTo>
                    <a:cubicBezTo>
                      <a:pt x="4250" y="6566"/>
                      <a:pt x="5057" y="6232"/>
                      <a:pt x="5651" y="5637"/>
                    </a:cubicBezTo>
                    <a:cubicBezTo>
                      <a:pt x="6246" y="5042"/>
                      <a:pt x="6580" y="4235"/>
                      <a:pt x="6580" y="3393"/>
                    </a:cubicBezTo>
                    <a:cubicBezTo>
                      <a:pt x="6580" y="2552"/>
                      <a:pt x="6246" y="1745"/>
                      <a:pt x="5651" y="1150"/>
                    </a:cubicBezTo>
                    <a:cubicBezTo>
                      <a:pt x="5057" y="555"/>
                      <a:pt x="4250" y="221"/>
                      <a:pt x="3409" y="221"/>
                    </a:cubicBezTo>
                    <a:cubicBezTo>
                      <a:pt x="2568" y="221"/>
                      <a:pt x="1761" y="555"/>
                      <a:pt x="1166" y="1150"/>
                    </a:cubicBezTo>
                    <a:cubicBezTo>
                      <a:pt x="571" y="1745"/>
                      <a:pt x="237" y="2552"/>
                      <a:pt x="237" y="3393"/>
                    </a:cubicBezTo>
                    <a:cubicBezTo>
                      <a:pt x="237" y="4235"/>
                      <a:pt x="571" y="5042"/>
                      <a:pt x="1166" y="5637"/>
                    </a:cubicBezTo>
                    <a:cubicBezTo>
                      <a:pt x="1761" y="6232"/>
                      <a:pt x="2568" y="6566"/>
                      <a:pt x="3409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96" name="Freeform: Shape 4495">
                <a:extLst>
                  <a:ext uri="{FF2B5EF4-FFF2-40B4-BE49-F238E27FC236}">
                    <a16:creationId xmlns:a16="http://schemas.microsoft.com/office/drawing/2014/main" id="{BB5E2A61-A532-85BE-7FDE-207895DF8821}"/>
                  </a:ext>
                </a:extLst>
              </p:cNvPr>
              <p:cNvSpPr/>
              <p:nvPr/>
            </p:nvSpPr>
            <p:spPr>
              <a:xfrm>
                <a:off x="3856476" y="6278154"/>
                <a:ext cx="6343" cy="6345"/>
              </a:xfrm>
              <a:custGeom>
                <a:avLst/>
                <a:gdLst>
                  <a:gd name="connsiteX0" fmla="*/ 3408 w 6343"/>
                  <a:gd name="connsiteY0" fmla="*/ 6566 h 6345"/>
                  <a:gd name="connsiteX1" fmla="*/ 5651 w 6343"/>
                  <a:gd name="connsiteY1" fmla="*/ 5637 h 6345"/>
                  <a:gd name="connsiteX2" fmla="*/ 6580 w 6343"/>
                  <a:gd name="connsiteY2" fmla="*/ 3393 h 6345"/>
                  <a:gd name="connsiteX3" fmla="*/ 5651 w 6343"/>
                  <a:gd name="connsiteY3" fmla="*/ 1150 h 6345"/>
                  <a:gd name="connsiteX4" fmla="*/ 3408 w 6343"/>
                  <a:gd name="connsiteY4" fmla="*/ 221 h 6345"/>
                  <a:gd name="connsiteX5" fmla="*/ 1166 w 6343"/>
                  <a:gd name="connsiteY5" fmla="*/ 1150 h 6345"/>
                  <a:gd name="connsiteX6" fmla="*/ 237 w 6343"/>
                  <a:gd name="connsiteY6" fmla="*/ 3393 h 6345"/>
                  <a:gd name="connsiteX7" fmla="*/ 1166 w 6343"/>
                  <a:gd name="connsiteY7" fmla="*/ 5637 h 6345"/>
                  <a:gd name="connsiteX8" fmla="*/ 3408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66"/>
                    </a:moveTo>
                    <a:cubicBezTo>
                      <a:pt x="4249" y="6566"/>
                      <a:pt x="5056" y="6232"/>
                      <a:pt x="5651" y="5637"/>
                    </a:cubicBezTo>
                    <a:cubicBezTo>
                      <a:pt x="6246" y="5042"/>
                      <a:pt x="6580" y="4235"/>
                      <a:pt x="6580" y="3393"/>
                    </a:cubicBezTo>
                    <a:cubicBezTo>
                      <a:pt x="6580" y="2552"/>
                      <a:pt x="6246" y="1745"/>
                      <a:pt x="5651" y="1150"/>
                    </a:cubicBezTo>
                    <a:cubicBezTo>
                      <a:pt x="5056" y="555"/>
                      <a:pt x="4249" y="221"/>
                      <a:pt x="3408" y="221"/>
                    </a:cubicBezTo>
                    <a:cubicBezTo>
                      <a:pt x="2567" y="221"/>
                      <a:pt x="1760" y="555"/>
                      <a:pt x="1166" y="1150"/>
                    </a:cubicBezTo>
                    <a:cubicBezTo>
                      <a:pt x="571" y="1745"/>
                      <a:pt x="237" y="2552"/>
                      <a:pt x="237" y="3393"/>
                    </a:cubicBezTo>
                    <a:cubicBezTo>
                      <a:pt x="237" y="4235"/>
                      <a:pt x="571" y="5042"/>
                      <a:pt x="1166" y="5637"/>
                    </a:cubicBezTo>
                    <a:cubicBezTo>
                      <a:pt x="1760" y="6232"/>
                      <a:pt x="2567" y="6566"/>
                      <a:pt x="3408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97" name="Freeform: Shape 4496">
                <a:extLst>
                  <a:ext uri="{FF2B5EF4-FFF2-40B4-BE49-F238E27FC236}">
                    <a16:creationId xmlns:a16="http://schemas.microsoft.com/office/drawing/2014/main" id="{846A34C6-2EF2-F446-5945-215150103F81}"/>
                  </a:ext>
                </a:extLst>
              </p:cNvPr>
              <p:cNvSpPr/>
              <p:nvPr/>
            </p:nvSpPr>
            <p:spPr>
              <a:xfrm>
                <a:off x="3853204" y="6276531"/>
                <a:ext cx="6343" cy="6345"/>
              </a:xfrm>
              <a:custGeom>
                <a:avLst/>
                <a:gdLst>
                  <a:gd name="connsiteX0" fmla="*/ 3408 w 6343"/>
                  <a:gd name="connsiteY0" fmla="*/ 6566 h 6345"/>
                  <a:gd name="connsiteX1" fmla="*/ 5651 w 6343"/>
                  <a:gd name="connsiteY1" fmla="*/ 5637 h 6345"/>
                  <a:gd name="connsiteX2" fmla="*/ 6580 w 6343"/>
                  <a:gd name="connsiteY2" fmla="*/ 3393 h 6345"/>
                  <a:gd name="connsiteX3" fmla="*/ 5651 w 6343"/>
                  <a:gd name="connsiteY3" fmla="*/ 1150 h 6345"/>
                  <a:gd name="connsiteX4" fmla="*/ 3408 w 6343"/>
                  <a:gd name="connsiteY4" fmla="*/ 220 h 6345"/>
                  <a:gd name="connsiteX5" fmla="*/ 1165 w 6343"/>
                  <a:gd name="connsiteY5" fmla="*/ 1150 h 6345"/>
                  <a:gd name="connsiteX6" fmla="*/ 237 w 6343"/>
                  <a:gd name="connsiteY6" fmla="*/ 3393 h 6345"/>
                  <a:gd name="connsiteX7" fmla="*/ 1165 w 6343"/>
                  <a:gd name="connsiteY7" fmla="*/ 5637 h 6345"/>
                  <a:gd name="connsiteX8" fmla="*/ 3408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66"/>
                    </a:moveTo>
                    <a:cubicBezTo>
                      <a:pt x="4249" y="6566"/>
                      <a:pt x="5056" y="6232"/>
                      <a:pt x="5651" y="5637"/>
                    </a:cubicBezTo>
                    <a:cubicBezTo>
                      <a:pt x="6245" y="5042"/>
                      <a:pt x="6580" y="4235"/>
                      <a:pt x="6580" y="3393"/>
                    </a:cubicBezTo>
                    <a:cubicBezTo>
                      <a:pt x="6580" y="2552"/>
                      <a:pt x="6245" y="1745"/>
                      <a:pt x="5651" y="1150"/>
                    </a:cubicBezTo>
                    <a:cubicBezTo>
                      <a:pt x="5056" y="555"/>
                      <a:pt x="4249" y="220"/>
                      <a:pt x="3408" y="220"/>
                    </a:cubicBezTo>
                    <a:cubicBezTo>
                      <a:pt x="2567" y="220"/>
                      <a:pt x="1760" y="555"/>
                      <a:pt x="1165" y="1150"/>
                    </a:cubicBezTo>
                    <a:cubicBezTo>
                      <a:pt x="571" y="1745"/>
                      <a:pt x="237" y="2552"/>
                      <a:pt x="237" y="3393"/>
                    </a:cubicBezTo>
                    <a:cubicBezTo>
                      <a:pt x="237" y="4235"/>
                      <a:pt x="571" y="5042"/>
                      <a:pt x="1165" y="5637"/>
                    </a:cubicBezTo>
                    <a:cubicBezTo>
                      <a:pt x="1760" y="6232"/>
                      <a:pt x="2567" y="6566"/>
                      <a:pt x="3408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98" name="Freeform: Shape 4497">
                <a:extLst>
                  <a:ext uri="{FF2B5EF4-FFF2-40B4-BE49-F238E27FC236}">
                    <a16:creationId xmlns:a16="http://schemas.microsoft.com/office/drawing/2014/main" id="{7A4337D2-BF6D-AEB4-9376-8959417823C5}"/>
                  </a:ext>
                </a:extLst>
              </p:cNvPr>
              <p:cNvSpPr/>
              <p:nvPr/>
            </p:nvSpPr>
            <p:spPr>
              <a:xfrm>
                <a:off x="3849836" y="6277579"/>
                <a:ext cx="6343" cy="6345"/>
              </a:xfrm>
              <a:custGeom>
                <a:avLst/>
                <a:gdLst>
                  <a:gd name="connsiteX0" fmla="*/ 3408 w 6343"/>
                  <a:gd name="connsiteY0" fmla="*/ 6566 h 6345"/>
                  <a:gd name="connsiteX1" fmla="*/ 5650 w 6343"/>
                  <a:gd name="connsiteY1" fmla="*/ 5637 h 6345"/>
                  <a:gd name="connsiteX2" fmla="*/ 6579 w 6343"/>
                  <a:gd name="connsiteY2" fmla="*/ 3393 h 6345"/>
                  <a:gd name="connsiteX3" fmla="*/ 5650 w 6343"/>
                  <a:gd name="connsiteY3" fmla="*/ 1150 h 6345"/>
                  <a:gd name="connsiteX4" fmla="*/ 3408 w 6343"/>
                  <a:gd name="connsiteY4" fmla="*/ 220 h 6345"/>
                  <a:gd name="connsiteX5" fmla="*/ 1165 w 6343"/>
                  <a:gd name="connsiteY5" fmla="*/ 1150 h 6345"/>
                  <a:gd name="connsiteX6" fmla="*/ 236 w 6343"/>
                  <a:gd name="connsiteY6" fmla="*/ 3393 h 6345"/>
                  <a:gd name="connsiteX7" fmla="*/ 1165 w 6343"/>
                  <a:gd name="connsiteY7" fmla="*/ 5637 h 6345"/>
                  <a:gd name="connsiteX8" fmla="*/ 3408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66"/>
                    </a:moveTo>
                    <a:cubicBezTo>
                      <a:pt x="4249" y="6566"/>
                      <a:pt x="5056" y="6232"/>
                      <a:pt x="5650" y="5637"/>
                    </a:cubicBezTo>
                    <a:cubicBezTo>
                      <a:pt x="6245" y="5042"/>
                      <a:pt x="6579" y="4235"/>
                      <a:pt x="6579" y="3393"/>
                    </a:cubicBezTo>
                    <a:cubicBezTo>
                      <a:pt x="6579" y="2552"/>
                      <a:pt x="6245" y="1745"/>
                      <a:pt x="5650" y="1150"/>
                    </a:cubicBezTo>
                    <a:cubicBezTo>
                      <a:pt x="5056" y="555"/>
                      <a:pt x="4249" y="220"/>
                      <a:pt x="3408" y="220"/>
                    </a:cubicBezTo>
                    <a:cubicBezTo>
                      <a:pt x="2567" y="220"/>
                      <a:pt x="1760" y="555"/>
                      <a:pt x="1165" y="1150"/>
                    </a:cubicBezTo>
                    <a:cubicBezTo>
                      <a:pt x="570" y="1745"/>
                      <a:pt x="236" y="2552"/>
                      <a:pt x="236" y="3393"/>
                    </a:cubicBezTo>
                    <a:cubicBezTo>
                      <a:pt x="236" y="4235"/>
                      <a:pt x="570" y="5042"/>
                      <a:pt x="1165" y="5637"/>
                    </a:cubicBezTo>
                    <a:cubicBezTo>
                      <a:pt x="1760" y="6232"/>
                      <a:pt x="2567" y="6566"/>
                      <a:pt x="3408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499" name="Freeform: Shape 4498">
                <a:extLst>
                  <a:ext uri="{FF2B5EF4-FFF2-40B4-BE49-F238E27FC236}">
                    <a16:creationId xmlns:a16="http://schemas.microsoft.com/office/drawing/2014/main" id="{C58B527D-2BD3-5A2D-383C-75F951483281}"/>
                  </a:ext>
                </a:extLst>
              </p:cNvPr>
              <p:cNvSpPr/>
              <p:nvPr/>
            </p:nvSpPr>
            <p:spPr>
              <a:xfrm>
                <a:off x="3846746" y="6272659"/>
                <a:ext cx="6343" cy="6345"/>
              </a:xfrm>
              <a:custGeom>
                <a:avLst/>
                <a:gdLst>
                  <a:gd name="connsiteX0" fmla="*/ 3408 w 6343"/>
                  <a:gd name="connsiteY0" fmla="*/ 6566 h 6345"/>
                  <a:gd name="connsiteX1" fmla="*/ 5650 w 6343"/>
                  <a:gd name="connsiteY1" fmla="*/ 5636 h 6345"/>
                  <a:gd name="connsiteX2" fmla="*/ 6579 w 6343"/>
                  <a:gd name="connsiteY2" fmla="*/ 3393 h 6345"/>
                  <a:gd name="connsiteX3" fmla="*/ 5650 w 6343"/>
                  <a:gd name="connsiteY3" fmla="*/ 1149 h 6345"/>
                  <a:gd name="connsiteX4" fmla="*/ 3408 w 6343"/>
                  <a:gd name="connsiteY4" fmla="*/ 220 h 6345"/>
                  <a:gd name="connsiteX5" fmla="*/ 1165 w 6343"/>
                  <a:gd name="connsiteY5" fmla="*/ 1149 h 6345"/>
                  <a:gd name="connsiteX6" fmla="*/ 236 w 6343"/>
                  <a:gd name="connsiteY6" fmla="*/ 3393 h 6345"/>
                  <a:gd name="connsiteX7" fmla="*/ 1165 w 6343"/>
                  <a:gd name="connsiteY7" fmla="*/ 5636 h 6345"/>
                  <a:gd name="connsiteX8" fmla="*/ 3408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66"/>
                    </a:moveTo>
                    <a:cubicBezTo>
                      <a:pt x="4249" y="6566"/>
                      <a:pt x="5055" y="6231"/>
                      <a:pt x="5650" y="5636"/>
                    </a:cubicBezTo>
                    <a:cubicBezTo>
                      <a:pt x="6245" y="5041"/>
                      <a:pt x="6579" y="4234"/>
                      <a:pt x="6579" y="3393"/>
                    </a:cubicBezTo>
                    <a:cubicBezTo>
                      <a:pt x="6579" y="2551"/>
                      <a:pt x="6245" y="1744"/>
                      <a:pt x="5650" y="1149"/>
                    </a:cubicBezTo>
                    <a:cubicBezTo>
                      <a:pt x="5055" y="554"/>
                      <a:pt x="4249" y="220"/>
                      <a:pt x="3408" y="220"/>
                    </a:cubicBezTo>
                    <a:cubicBezTo>
                      <a:pt x="2566" y="220"/>
                      <a:pt x="1760" y="554"/>
                      <a:pt x="1165" y="1149"/>
                    </a:cubicBezTo>
                    <a:cubicBezTo>
                      <a:pt x="570" y="1744"/>
                      <a:pt x="236" y="2551"/>
                      <a:pt x="236" y="3393"/>
                    </a:cubicBezTo>
                    <a:cubicBezTo>
                      <a:pt x="236" y="4234"/>
                      <a:pt x="570" y="5041"/>
                      <a:pt x="1165" y="5636"/>
                    </a:cubicBezTo>
                    <a:cubicBezTo>
                      <a:pt x="1760" y="6231"/>
                      <a:pt x="2566" y="6566"/>
                      <a:pt x="3408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00" name="Freeform: Shape 4499">
                <a:extLst>
                  <a:ext uri="{FF2B5EF4-FFF2-40B4-BE49-F238E27FC236}">
                    <a16:creationId xmlns:a16="http://schemas.microsoft.com/office/drawing/2014/main" id="{B6148690-7813-B161-0AA3-ED14BCB10279}"/>
                  </a:ext>
                </a:extLst>
              </p:cNvPr>
              <p:cNvSpPr/>
              <p:nvPr/>
            </p:nvSpPr>
            <p:spPr>
              <a:xfrm>
                <a:off x="3843314" y="6274988"/>
                <a:ext cx="6343" cy="6345"/>
              </a:xfrm>
              <a:custGeom>
                <a:avLst/>
                <a:gdLst>
                  <a:gd name="connsiteX0" fmla="*/ 3407 w 6343"/>
                  <a:gd name="connsiteY0" fmla="*/ 6566 h 6345"/>
                  <a:gd name="connsiteX1" fmla="*/ 5650 w 6343"/>
                  <a:gd name="connsiteY1" fmla="*/ 5636 h 6345"/>
                  <a:gd name="connsiteX2" fmla="*/ 6579 w 6343"/>
                  <a:gd name="connsiteY2" fmla="*/ 3393 h 6345"/>
                  <a:gd name="connsiteX3" fmla="*/ 5650 w 6343"/>
                  <a:gd name="connsiteY3" fmla="*/ 1150 h 6345"/>
                  <a:gd name="connsiteX4" fmla="*/ 3407 w 6343"/>
                  <a:gd name="connsiteY4" fmla="*/ 220 h 6345"/>
                  <a:gd name="connsiteX5" fmla="*/ 1165 w 6343"/>
                  <a:gd name="connsiteY5" fmla="*/ 1150 h 6345"/>
                  <a:gd name="connsiteX6" fmla="*/ 236 w 6343"/>
                  <a:gd name="connsiteY6" fmla="*/ 3393 h 6345"/>
                  <a:gd name="connsiteX7" fmla="*/ 1165 w 6343"/>
                  <a:gd name="connsiteY7" fmla="*/ 5636 h 6345"/>
                  <a:gd name="connsiteX8" fmla="*/ 3407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66"/>
                    </a:moveTo>
                    <a:cubicBezTo>
                      <a:pt x="4248" y="6566"/>
                      <a:pt x="5055" y="6231"/>
                      <a:pt x="5650" y="5636"/>
                    </a:cubicBezTo>
                    <a:cubicBezTo>
                      <a:pt x="6245" y="5041"/>
                      <a:pt x="6579" y="4234"/>
                      <a:pt x="6579" y="3393"/>
                    </a:cubicBezTo>
                    <a:cubicBezTo>
                      <a:pt x="6579" y="2552"/>
                      <a:pt x="6245" y="1745"/>
                      <a:pt x="5650" y="1150"/>
                    </a:cubicBezTo>
                    <a:cubicBezTo>
                      <a:pt x="5055" y="555"/>
                      <a:pt x="4248" y="220"/>
                      <a:pt x="3407" y="220"/>
                    </a:cubicBezTo>
                    <a:cubicBezTo>
                      <a:pt x="2566" y="220"/>
                      <a:pt x="1759" y="555"/>
                      <a:pt x="1165" y="1150"/>
                    </a:cubicBezTo>
                    <a:cubicBezTo>
                      <a:pt x="570" y="1745"/>
                      <a:pt x="236" y="2552"/>
                      <a:pt x="236" y="3393"/>
                    </a:cubicBezTo>
                    <a:cubicBezTo>
                      <a:pt x="236" y="4234"/>
                      <a:pt x="570" y="5041"/>
                      <a:pt x="1165" y="5636"/>
                    </a:cubicBezTo>
                    <a:cubicBezTo>
                      <a:pt x="1759" y="6231"/>
                      <a:pt x="2566" y="6566"/>
                      <a:pt x="3407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01" name="Freeform: Shape 4500">
                <a:extLst>
                  <a:ext uri="{FF2B5EF4-FFF2-40B4-BE49-F238E27FC236}">
                    <a16:creationId xmlns:a16="http://schemas.microsoft.com/office/drawing/2014/main" id="{8CF6FEEF-0B29-2D29-8CC2-F91B3ACB3F41}"/>
                  </a:ext>
                </a:extLst>
              </p:cNvPr>
              <p:cNvSpPr/>
              <p:nvPr/>
            </p:nvSpPr>
            <p:spPr>
              <a:xfrm>
                <a:off x="3840033" y="6274371"/>
                <a:ext cx="6343" cy="6345"/>
              </a:xfrm>
              <a:custGeom>
                <a:avLst/>
                <a:gdLst>
                  <a:gd name="connsiteX0" fmla="*/ 3407 w 6343"/>
                  <a:gd name="connsiteY0" fmla="*/ 6566 h 6345"/>
                  <a:gd name="connsiteX1" fmla="*/ 5650 w 6343"/>
                  <a:gd name="connsiteY1" fmla="*/ 5636 h 6345"/>
                  <a:gd name="connsiteX2" fmla="*/ 6579 w 6343"/>
                  <a:gd name="connsiteY2" fmla="*/ 3393 h 6345"/>
                  <a:gd name="connsiteX3" fmla="*/ 5650 w 6343"/>
                  <a:gd name="connsiteY3" fmla="*/ 1149 h 6345"/>
                  <a:gd name="connsiteX4" fmla="*/ 3407 w 6343"/>
                  <a:gd name="connsiteY4" fmla="*/ 220 h 6345"/>
                  <a:gd name="connsiteX5" fmla="*/ 1164 w 6343"/>
                  <a:gd name="connsiteY5" fmla="*/ 1149 h 6345"/>
                  <a:gd name="connsiteX6" fmla="*/ 236 w 6343"/>
                  <a:gd name="connsiteY6" fmla="*/ 3393 h 6345"/>
                  <a:gd name="connsiteX7" fmla="*/ 1164 w 6343"/>
                  <a:gd name="connsiteY7" fmla="*/ 5636 h 6345"/>
                  <a:gd name="connsiteX8" fmla="*/ 3407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66"/>
                    </a:moveTo>
                    <a:cubicBezTo>
                      <a:pt x="4248" y="6566"/>
                      <a:pt x="5055" y="6231"/>
                      <a:pt x="5650" y="5636"/>
                    </a:cubicBezTo>
                    <a:cubicBezTo>
                      <a:pt x="6244" y="5041"/>
                      <a:pt x="6579" y="4234"/>
                      <a:pt x="6579" y="3393"/>
                    </a:cubicBezTo>
                    <a:cubicBezTo>
                      <a:pt x="6579" y="2552"/>
                      <a:pt x="6244" y="1744"/>
                      <a:pt x="5650" y="1149"/>
                    </a:cubicBezTo>
                    <a:cubicBezTo>
                      <a:pt x="5055" y="555"/>
                      <a:pt x="4248" y="220"/>
                      <a:pt x="3407" y="220"/>
                    </a:cubicBezTo>
                    <a:cubicBezTo>
                      <a:pt x="2566" y="220"/>
                      <a:pt x="1759" y="555"/>
                      <a:pt x="1164" y="1149"/>
                    </a:cubicBezTo>
                    <a:cubicBezTo>
                      <a:pt x="570" y="1744"/>
                      <a:pt x="236" y="2552"/>
                      <a:pt x="236" y="3393"/>
                    </a:cubicBezTo>
                    <a:cubicBezTo>
                      <a:pt x="236" y="4234"/>
                      <a:pt x="570" y="5041"/>
                      <a:pt x="1164" y="5636"/>
                    </a:cubicBezTo>
                    <a:cubicBezTo>
                      <a:pt x="1759" y="6231"/>
                      <a:pt x="2566" y="6566"/>
                      <a:pt x="3407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02" name="Freeform: Shape 4501">
                <a:extLst>
                  <a:ext uri="{FF2B5EF4-FFF2-40B4-BE49-F238E27FC236}">
                    <a16:creationId xmlns:a16="http://schemas.microsoft.com/office/drawing/2014/main" id="{8FB73CBD-B1C8-D93C-FF47-C3ECDC4B7976}"/>
                  </a:ext>
                </a:extLst>
              </p:cNvPr>
              <p:cNvSpPr/>
              <p:nvPr/>
            </p:nvSpPr>
            <p:spPr>
              <a:xfrm>
                <a:off x="3836496" y="6277599"/>
                <a:ext cx="6343" cy="6345"/>
              </a:xfrm>
              <a:custGeom>
                <a:avLst/>
                <a:gdLst>
                  <a:gd name="connsiteX0" fmla="*/ 3407 w 6343"/>
                  <a:gd name="connsiteY0" fmla="*/ 6566 h 6345"/>
                  <a:gd name="connsiteX1" fmla="*/ 5649 w 6343"/>
                  <a:gd name="connsiteY1" fmla="*/ 5637 h 6345"/>
                  <a:gd name="connsiteX2" fmla="*/ 6578 w 6343"/>
                  <a:gd name="connsiteY2" fmla="*/ 3393 h 6345"/>
                  <a:gd name="connsiteX3" fmla="*/ 5649 w 6343"/>
                  <a:gd name="connsiteY3" fmla="*/ 1150 h 6345"/>
                  <a:gd name="connsiteX4" fmla="*/ 3407 w 6343"/>
                  <a:gd name="connsiteY4" fmla="*/ 220 h 6345"/>
                  <a:gd name="connsiteX5" fmla="*/ 1164 w 6343"/>
                  <a:gd name="connsiteY5" fmla="*/ 1150 h 6345"/>
                  <a:gd name="connsiteX6" fmla="*/ 235 w 6343"/>
                  <a:gd name="connsiteY6" fmla="*/ 3393 h 6345"/>
                  <a:gd name="connsiteX7" fmla="*/ 1164 w 6343"/>
                  <a:gd name="connsiteY7" fmla="*/ 5637 h 6345"/>
                  <a:gd name="connsiteX8" fmla="*/ 3407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66"/>
                    </a:moveTo>
                    <a:cubicBezTo>
                      <a:pt x="4248" y="6566"/>
                      <a:pt x="5055" y="6232"/>
                      <a:pt x="5649" y="5637"/>
                    </a:cubicBezTo>
                    <a:cubicBezTo>
                      <a:pt x="6244" y="5042"/>
                      <a:pt x="6578" y="4235"/>
                      <a:pt x="6578" y="3393"/>
                    </a:cubicBezTo>
                    <a:cubicBezTo>
                      <a:pt x="6578" y="2552"/>
                      <a:pt x="6244" y="1745"/>
                      <a:pt x="5649" y="1150"/>
                    </a:cubicBezTo>
                    <a:cubicBezTo>
                      <a:pt x="5055" y="555"/>
                      <a:pt x="4248" y="220"/>
                      <a:pt x="3407" y="220"/>
                    </a:cubicBezTo>
                    <a:cubicBezTo>
                      <a:pt x="2566" y="220"/>
                      <a:pt x="1759" y="555"/>
                      <a:pt x="1164" y="1150"/>
                    </a:cubicBezTo>
                    <a:cubicBezTo>
                      <a:pt x="569" y="1745"/>
                      <a:pt x="235" y="2552"/>
                      <a:pt x="235" y="3393"/>
                    </a:cubicBezTo>
                    <a:cubicBezTo>
                      <a:pt x="235" y="4235"/>
                      <a:pt x="569" y="5042"/>
                      <a:pt x="1164" y="5637"/>
                    </a:cubicBezTo>
                    <a:cubicBezTo>
                      <a:pt x="1759" y="6232"/>
                      <a:pt x="2566" y="6566"/>
                      <a:pt x="3407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03" name="Freeform: Shape 4502">
                <a:extLst>
                  <a:ext uri="{FF2B5EF4-FFF2-40B4-BE49-F238E27FC236}">
                    <a16:creationId xmlns:a16="http://schemas.microsoft.com/office/drawing/2014/main" id="{D3A7A49E-A0D6-58D2-2D3D-B05C7FC0D06C}"/>
                  </a:ext>
                </a:extLst>
              </p:cNvPr>
              <p:cNvSpPr/>
              <p:nvPr/>
            </p:nvSpPr>
            <p:spPr>
              <a:xfrm>
                <a:off x="3833259" y="6276186"/>
                <a:ext cx="6343" cy="6345"/>
              </a:xfrm>
              <a:custGeom>
                <a:avLst/>
                <a:gdLst>
                  <a:gd name="connsiteX0" fmla="*/ 3407 w 6343"/>
                  <a:gd name="connsiteY0" fmla="*/ 6566 h 6345"/>
                  <a:gd name="connsiteX1" fmla="*/ 5649 w 6343"/>
                  <a:gd name="connsiteY1" fmla="*/ 5637 h 6345"/>
                  <a:gd name="connsiteX2" fmla="*/ 6578 w 6343"/>
                  <a:gd name="connsiteY2" fmla="*/ 3393 h 6345"/>
                  <a:gd name="connsiteX3" fmla="*/ 5649 w 6343"/>
                  <a:gd name="connsiteY3" fmla="*/ 1150 h 6345"/>
                  <a:gd name="connsiteX4" fmla="*/ 3407 w 6343"/>
                  <a:gd name="connsiteY4" fmla="*/ 220 h 6345"/>
                  <a:gd name="connsiteX5" fmla="*/ 1164 w 6343"/>
                  <a:gd name="connsiteY5" fmla="*/ 1150 h 6345"/>
                  <a:gd name="connsiteX6" fmla="*/ 235 w 6343"/>
                  <a:gd name="connsiteY6" fmla="*/ 3393 h 6345"/>
                  <a:gd name="connsiteX7" fmla="*/ 1164 w 6343"/>
                  <a:gd name="connsiteY7" fmla="*/ 5637 h 6345"/>
                  <a:gd name="connsiteX8" fmla="*/ 3407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66"/>
                    </a:moveTo>
                    <a:cubicBezTo>
                      <a:pt x="4248" y="6566"/>
                      <a:pt x="5054" y="6231"/>
                      <a:pt x="5649" y="5637"/>
                    </a:cubicBezTo>
                    <a:cubicBezTo>
                      <a:pt x="6244" y="5042"/>
                      <a:pt x="6578" y="4234"/>
                      <a:pt x="6578" y="3393"/>
                    </a:cubicBezTo>
                    <a:cubicBezTo>
                      <a:pt x="6578" y="2552"/>
                      <a:pt x="6244" y="1745"/>
                      <a:pt x="5649" y="1150"/>
                    </a:cubicBezTo>
                    <a:cubicBezTo>
                      <a:pt x="5054" y="555"/>
                      <a:pt x="4248" y="220"/>
                      <a:pt x="3407" y="220"/>
                    </a:cubicBezTo>
                    <a:cubicBezTo>
                      <a:pt x="2565" y="220"/>
                      <a:pt x="1759" y="555"/>
                      <a:pt x="1164" y="1150"/>
                    </a:cubicBezTo>
                    <a:cubicBezTo>
                      <a:pt x="569" y="1745"/>
                      <a:pt x="235" y="2552"/>
                      <a:pt x="235" y="3393"/>
                    </a:cubicBezTo>
                    <a:cubicBezTo>
                      <a:pt x="235" y="4234"/>
                      <a:pt x="569" y="5042"/>
                      <a:pt x="1164" y="5637"/>
                    </a:cubicBezTo>
                    <a:cubicBezTo>
                      <a:pt x="1759" y="6231"/>
                      <a:pt x="2565" y="6566"/>
                      <a:pt x="3407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04" name="Freeform: Shape 4503">
                <a:extLst>
                  <a:ext uri="{FF2B5EF4-FFF2-40B4-BE49-F238E27FC236}">
                    <a16:creationId xmlns:a16="http://schemas.microsoft.com/office/drawing/2014/main" id="{7A63D9B0-6479-510D-25CE-D0A0E19EDAF3}"/>
                  </a:ext>
                </a:extLst>
              </p:cNvPr>
              <p:cNvSpPr/>
              <p:nvPr/>
            </p:nvSpPr>
            <p:spPr>
              <a:xfrm>
                <a:off x="3829985" y="6275414"/>
                <a:ext cx="6343" cy="6345"/>
              </a:xfrm>
              <a:custGeom>
                <a:avLst/>
                <a:gdLst>
                  <a:gd name="connsiteX0" fmla="*/ 3406 w 6343"/>
                  <a:gd name="connsiteY0" fmla="*/ 6566 h 6345"/>
                  <a:gd name="connsiteX1" fmla="*/ 5649 w 6343"/>
                  <a:gd name="connsiteY1" fmla="*/ 5636 h 6345"/>
                  <a:gd name="connsiteX2" fmla="*/ 6578 w 6343"/>
                  <a:gd name="connsiteY2" fmla="*/ 3393 h 6345"/>
                  <a:gd name="connsiteX3" fmla="*/ 5649 w 6343"/>
                  <a:gd name="connsiteY3" fmla="*/ 1150 h 6345"/>
                  <a:gd name="connsiteX4" fmla="*/ 3406 w 6343"/>
                  <a:gd name="connsiteY4" fmla="*/ 220 h 6345"/>
                  <a:gd name="connsiteX5" fmla="*/ 1164 w 6343"/>
                  <a:gd name="connsiteY5" fmla="*/ 1150 h 6345"/>
                  <a:gd name="connsiteX6" fmla="*/ 235 w 6343"/>
                  <a:gd name="connsiteY6" fmla="*/ 3393 h 6345"/>
                  <a:gd name="connsiteX7" fmla="*/ 1164 w 6343"/>
                  <a:gd name="connsiteY7" fmla="*/ 5636 h 6345"/>
                  <a:gd name="connsiteX8" fmla="*/ 3406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66"/>
                    </a:moveTo>
                    <a:cubicBezTo>
                      <a:pt x="4247" y="6566"/>
                      <a:pt x="5054" y="6231"/>
                      <a:pt x="5649" y="5636"/>
                    </a:cubicBezTo>
                    <a:cubicBezTo>
                      <a:pt x="6244" y="5041"/>
                      <a:pt x="6578" y="4234"/>
                      <a:pt x="6578" y="3393"/>
                    </a:cubicBezTo>
                    <a:cubicBezTo>
                      <a:pt x="6578" y="2552"/>
                      <a:pt x="6244" y="1745"/>
                      <a:pt x="5649" y="1150"/>
                    </a:cubicBezTo>
                    <a:cubicBezTo>
                      <a:pt x="5054" y="555"/>
                      <a:pt x="4247" y="220"/>
                      <a:pt x="3406" y="220"/>
                    </a:cubicBezTo>
                    <a:cubicBezTo>
                      <a:pt x="2565" y="220"/>
                      <a:pt x="1758" y="555"/>
                      <a:pt x="1164" y="1150"/>
                    </a:cubicBezTo>
                    <a:cubicBezTo>
                      <a:pt x="569" y="1745"/>
                      <a:pt x="235" y="2552"/>
                      <a:pt x="235" y="3393"/>
                    </a:cubicBezTo>
                    <a:cubicBezTo>
                      <a:pt x="235" y="4234"/>
                      <a:pt x="569" y="5041"/>
                      <a:pt x="1164" y="5636"/>
                    </a:cubicBezTo>
                    <a:cubicBezTo>
                      <a:pt x="1758" y="6231"/>
                      <a:pt x="2565" y="6566"/>
                      <a:pt x="3406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05" name="Freeform: Shape 4504">
                <a:extLst>
                  <a:ext uri="{FF2B5EF4-FFF2-40B4-BE49-F238E27FC236}">
                    <a16:creationId xmlns:a16="http://schemas.microsoft.com/office/drawing/2014/main" id="{51C064C2-A9AD-E532-FF49-A2831BFDD148}"/>
                  </a:ext>
                </a:extLst>
              </p:cNvPr>
              <p:cNvSpPr/>
              <p:nvPr/>
            </p:nvSpPr>
            <p:spPr>
              <a:xfrm>
                <a:off x="3826999" y="6271373"/>
                <a:ext cx="6343" cy="6345"/>
              </a:xfrm>
              <a:custGeom>
                <a:avLst/>
                <a:gdLst>
                  <a:gd name="connsiteX0" fmla="*/ 3406 w 6343"/>
                  <a:gd name="connsiteY0" fmla="*/ 6565 h 6345"/>
                  <a:gd name="connsiteX1" fmla="*/ 5649 w 6343"/>
                  <a:gd name="connsiteY1" fmla="*/ 5636 h 6345"/>
                  <a:gd name="connsiteX2" fmla="*/ 6578 w 6343"/>
                  <a:gd name="connsiteY2" fmla="*/ 3393 h 6345"/>
                  <a:gd name="connsiteX3" fmla="*/ 5649 w 6343"/>
                  <a:gd name="connsiteY3" fmla="*/ 1149 h 6345"/>
                  <a:gd name="connsiteX4" fmla="*/ 3406 w 6343"/>
                  <a:gd name="connsiteY4" fmla="*/ 220 h 6345"/>
                  <a:gd name="connsiteX5" fmla="*/ 1163 w 6343"/>
                  <a:gd name="connsiteY5" fmla="*/ 1149 h 6345"/>
                  <a:gd name="connsiteX6" fmla="*/ 234 w 6343"/>
                  <a:gd name="connsiteY6" fmla="*/ 3393 h 6345"/>
                  <a:gd name="connsiteX7" fmla="*/ 1163 w 6343"/>
                  <a:gd name="connsiteY7" fmla="*/ 5636 h 6345"/>
                  <a:gd name="connsiteX8" fmla="*/ 3406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65"/>
                    </a:moveTo>
                    <a:cubicBezTo>
                      <a:pt x="4247" y="6565"/>
                      <a:pt x="5054" y="6231"/>
                      <a:pt x="5649" y="5636"/>
                    </a:cubicBezTo>
                    <a:cubicBezTo>
                      <a:pt x="6243" y="5041"/>
                      <a:pt x="6578" y="4234"/>
                      <a:pt x="6578" y="3393"/>
                    </a:cubicBezTo>
                    <a:cubicBezTo>
                      <a:pt x="6578" y="2551"/>
                      <a:pt x="6243" y="1744"/>
                      <a:pt x="5649" y="1149"/>
                    </a:cubicBezTo>
                    <a:cubicBezTo>
                      <a:pt x="5054" y="554"/>
                      <a:pt x="4247" y="220"/>
                      <a:pt x="3406" y="220"/>
                    </a:cubicBezTo>
                    <a:cubicBezTo>
                      <a:pt x="2565" y="220"/>
                      <a:pt x="1758" y="554"/>
                      <a:pt x="1163" y="1149"/>
                    </a:cubicBezTo>
                    <a:cubicBezTo>
                      <a:pt x="569" y="1744"/>
                      <a:pt x="234" y="2551"/>
                      <a:pt x="234" y="3393"/>
                    </a:cubicBezTo>
                    <a:cubicBezTo>
                      <a:pt x="234" y="4234"/>
                      <a:pt x="569" y="5041"/>
                      <a:pt x="1163" y="5636"/>
                    </a:cubicBezTo>
                    <a:cubicBezTo>
                      <a:pt x="1758" y="6231"/>
                      <a:pt x="2565" y="6565"/>
                      <a:pt x="3406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06" name="Freeform: Shape 4505">
                <a:extLst>
                  <a:ext uri="{FF2B5EF4-FFF2-40B4-BE49-F238E27FC236}">
                    <a16:creationId xmlns:a16="http://schemas.microsoft.com/office/drawing/2014/main" id="{686C48F6-87C5-83CC-33A7-51E556C9CD44}"/>
                  </a:ext>
                </a:extLst>
              </p:cNvPr>
              <p:cNvSpPr/>
              <p:nvPr/>
            </p:nvSpPr>
            <p:spPr>
              <a:xfrm>
                <a:off x="3823818" y="6269951"/>
                <a:ext cx="6343" cy="6345"/>
              </a:xfrm>
              <a:custGeom>
                <a:avLst/>
                <a:gdLst>
                  <a:gd name="connsiteX0" fmla="*/ 3406 w 6343"/>
                  <a:gd name="connsiteY0" fmla="*/ 6565 h 6345"/>
                  <a:gd name="connsiteX1" fmla="*/ 5648 w 6343"/>
                  <a:gd name="connsiteY1" fmla="*/ 5636 h 6345"/>
                  <a:gd name="connsiteX2" fmla="*/ 6577 w 6343"/>
                  <a:gd name="connsiteY2" fmla="*/ 3393 h 6345"/>
                  <a:gd name="connsiteX3" fmla="*/ 5648 w 6343"/>
                  <a:gd name="connsiteY3" fmla="*/ 1149 h 6345"/>
                  <a:gd name="connsiteX4" fmla="*/ 3406 w 6343"/>
                  <a:gd name="connsiteY4" fmla="*/ 220 h 6345"/>
                  <a:gd name="connsiteX5" fmla="*/ 1163 w 6343"/>
                  <a:gd name="connsiteY5" fmla="*/ 1149 h 6345"/>
                  <a:gd name="connsiteX6" fmla="*/ 234 w 6343"/>
                  <a:gd name="connsiteY6" fmla="*/ 3393 h 6345"/>
                  <a:gd name="connsiteX7" fmla="*/ 1163 w 6343"/>
                  <a:gd name="connsiteY7" fmla="*/ 5636 h 6345"/>
                  <a:gd name="connsiteX8" fmla="*/ 3406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65"/>
                    </a:moveTo>
                    <a:cubicBezTo>
                      <a:pt x="4247" y="6565"/>
                      <a:pt x="5054" y="6231"/>
                      <a:pt x="5648" y="5636"/>
                    </a:cubicBezTo>
                    <a:cubicBezTo>
                      <a:pt x="6243" y="5041"/>
                      <a:pt x="6577" y="4234"/>
                      <a:pt x="6577" y="3393"/>
                    </a:cubicBezTo>
                    <a:cubicBezTo>
                      <a:pt x="6577" y="2551"/>
                      <a:pt x="6243" y="1744"/>
                      <a:pt x="5648" y="1149"/>
                    </a:cubicBezTo>
                    <a:cubicBezTo>
                      <a:pt x="5054" y="554"/>
                      <a:pt x="4247" y="220"/>
                      <a:pt x="3406" y="220"/>
                    </a:cubicBezTo>
                    <a:cubicBezTo>
                      <a:pt x="2565" y="220"/>
                      <a:pt x="1758" y="554"/>
                      <a:pt x="1163" y="1149"/>
                    </a:cubicBezTo>
                    <a:cubicBezTo>
                      <a:pt x="568" y="1744"/>
                      <a:pt x="234" y="2551"/>
                      <a:pt x="234" y="3393"/>
                    </a:cubicBezTo>
                    <a:cubicBezTo>
                      <a:pt x="234" y="4234"/>
                      <a:pt x="568" y="5041"/>
                      <a:pt x="1163" y="5636"/>
                    </a:cubicBezTo>
                    <a:cubicBezTo>
                      <a:pt x="1758" y="6231"/>
                      <a:pt x="2565" y="6565"/>
                      <a:pt x="3406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07" name="Freeform: Shape 4506">
                <a:extLst>
                  <a:ext uri="{FF2B5EF4-FFF2-40B4-BE49-F238E27FC236}">
                    <a16:creationId xmlns:a16="http://schemas.microsoft.com/office/drawing/2014/main" id="{1C034166-E580-BD0B-BA08-242D17EC5A06}"/>
                  </a:ext>
                </a:extLst>
              </p:cNvPr>
              <p:cNvSpPr/>
              <p:nvPr/>
            </p:nvSpPr>
            <p:spPr>
              <a:xfrm>
                <a:off x="3820537" y="6269685"/>
                <a:ext cx="6343" cy="6345"/>
              </a:xfrm>
              <a:custGeom>
                <a:avLst/>
                <a:gdLst>
                  <a:gd name="connsiteX0" fmla="*/ 3406 w 6343"/>
                  <a:gd name="connsiteY0" fmla="*/ 6565 h 6345"/>
                  <a:gd name="connsiteX1" fmla="*/ 5648 w 6343"/>
                  <a:gd name="connsiteY1" fmla="*/ 5636 h 6345"/>
                  <a:gd name="connsiteX2" fmla="*/ 6577 w 6343"/>
                  <a:gd name="connsiteY2" fmla="*/ 3393 h 6345"/>
                  <a:gd name="connsiteX3" fmla="*/ 5648 w 6343"/>
                  <a:gd name="connsiteY3" fmla="*/ 1149 h 6345"/>
                  <a:gd name="connsiteX4" fmla="*/ 3406 w 6343"/>
                  <a:gd name="connsiteY4" fmla="*/ 220 h 6345"/>
                  <a:gd name="connsiteX5" fmla="*/ 1163 w 6343"/>
                  <a:gd name="connsiteY5" fmla="*/ 1149 h 6345"/>
                  <a:gd name="connsiteX6" fmla="*/ 234 w 6343"/>
                  <a:gd name="connsiteY6" fmla="*/ 3393 h 6345"/>
                  <a:gd name="connsiteX7" fmla="*/ 1163 w 6343"/>
                  <a:gd name="connsiteY7" fmla="*/ 5636 h 6345"/>
                  <a:gd name="connsiteX8" fmla="*/ 3406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65"/>
                    </a:moveTo>
                    <a:cubicBezTo>
                      <a:pt x="4247" y="6565"/>
                      <a:pt x="5053" y="6231"/>
                      <a:pt x="5648" y="5636"/>
                    </a:cubicBezTo>
                    <a:cubicBezTo>
                      <a:pt x="6243" y="5041"/>
                      <a:pt x="6577" y="4234"/>
                      <a:pt x="6577" y="3393"/>
                    </a:cubicBezTo>
                    <a:cubicBezTo>
                      <a:pt x="6577" y="2551"/>
                      <a:pt x="6243" y="1744"/>
                      <a:pt x="5648" y="1149"/>
                    </a:cubicBezTo>
                    <a:cubicBezTo>
                      <a:pt x="5053" y="554"/>
                      <a:pt x="4247" y="220"/>
                      <a:pt x="3406" y="220"/>
                    </a:cubicBezTo>
                    <a:cubicBezTo>
                      <a:pt x="2564" y="220"/>
                      <a:pt x="1758" y="554"/>
                      <a:pt x="1163" y="1149"/>
                    </a:cubicBezTo>
                    <a:cubicBezTo>
                      <a:pt x="568" y="1744"/>
                      <a:pt x="234" y="2551"/>
                      <a:pt x="234" y="3393"/>
                    </a:cubicBezTo>
                    <a:cubicBezTo>
                      <a:pt x="234" y="4234"/>
                      <a:pt x="568" y="5041"/>
                      <a:pt x="1163" y="5636"/>
                    </a:cubicBezTo>
                    <a:cubicBezTo>
                      <a:pt x="1758" y="6231"/>
                      <a:pt x="2564" y="6565"/>
                      <a:pt x="3406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08" name="Freeform: Shape 4507">
                <a:extLst>
                  <a:ext uri="{FF2B5EF4-FFF2-40B4-BE49-F238E27FC236}">
                    <a16:creationId xmlns:a16="http://schemas.microsoft.com/office/drawing/2014/main" id="{56E4208D-7C86-B918-A92A-CC8892E39FF6}"/>
                  </a:ext>
                </a:extLst>
              </p:cNvPr>
              <p:cNvSpPr/>
              <p:nvPr/>
            </p:nvSpPr>
            <p:spPr>
              <a:xfrm>
                <a:off x="3817193" y="6270011"/>
                <a:ext cx="6343" cy="6345"/>
              </a:xfrm>
              <a:custGeom>
                <a:avLst/>
                <a:gdLst>
                  <a:gd name="connsiteX0" fmla="*/ 3405 w 6343"/>
                  <a:gd name="connsiteY0" fmla="*/ 6565 h 6345"/>
                  <a:gd name="connsiteX1" fmla="*/ 5648 w 6343"/>
                  <a:gd name="connsiteY1" fmla="*/ 5636 h 6345"/>
                  <a:gd name="connsiteX2" fmla="*/ 6577 w 6343"/>
                  <a:gd name="connsiteY2" fmla="*/ 3393 h 6345"/>
                  <a:gd name="connsiteX3" fmla="*/ 5648 w 6343"/>
                  <a:gd name="connsiteY3" fmla="*/ 1149 h 6345"/>
                  <a:gd name="connsiteX4" fmla="*/ 3405 w 6343"/>
                  <a:gd name="connsiteY4" fmla="*/ 220 h 6345"/>
                  <a:gd name="connsiteX5" fmla="*/ 1163 w 6343"/>
                  <a:gd name="connsiteY5" fmla="*/ 1149 h 6345"/>
                  <a:gd name="connsiteX6" fmla="*/ 234 w 6343"/>
                  <a:gd name="connsiteY6" fmla="*/ 3393 h 6345"/>
                  <a:gd name="connsiteX7" fmla="*/ 1163 w 6343"/>
                  <a:gd name="connsiteY7" fmla="*/ 5636 h 6345"/>
                  <a:gd name="connsiteX8" fmla="*/ 3405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65"/>
                    </a:moveTo>
                    <a:cubicBezTo>
                      <a:pt x="4246" y="6565"/>
                      <a:pt x="5053" y="6231"/>
                      <a:pt x="5648" y="5636"/>
                    </a:cubicBezTo>
                    <a:cubicBezTo>
                      <a:pt x="6243" y="5041"/>
                      <a:pt x="6577" y="4234"/>
                      <a:pt x="6577" y="3393"/>
                    </a:cubicBezTo>
                    <a:cubicBezTo>
                      <a:pt x="6577" y="2551"/>
                      <a:pt x="6243" y="1744"/>
                      <a:pt x="5648" y="1149"/>
                    </a:cubicBezTo>
                    <a:cubicBezTo>
                      <a:pt x="5053" y="554"/>
                      <a:pt x="4246" y="220"/>
                      <a:pt x="3405" y="220"/>
                    </a:cubicBezTo>
                    <a:cubicBezTo>
                      <a:pt x="2564" y="220"/>
                      <a:pt x="1757" y="554"/>
                      <a:pt x="1163" y="1149"/>
                    </a:cubicBezTo>
                    <a:cubicBezTo>
                      <a:pt x="568" y="1744"/>
                      <a:pt x="234" y="2551"/>
                      <a:pt x="234" y="3393"/>
                    </a:cubicBezTo>
                    <a:cubicBezTo>
                      <a:pt x="234" y="4234"/>
                      <a:pt x="568" y="5041"/>
                      <a:pt x="1163" y="5636"/>
                    </a:cubicBezTo>
                    <a:cubicBezTo>
                      <a:pt x="1757" y="6231"/>
                      <a:pt x="2564" y="6565"/>
                      <a:pt x="3405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09" name="Freeform: Shape 4508">
                <a:extLst>
                  <a:ext uri="{FF2B5EF4-FFF2-40B4-BE49-F238E27FC236}">
                    <a16:creationId xmlns:a16="http://schemas.microsoft.com/office/drawing/2014/main" id="{7C081D0F-55CD-E4BC-28CF-50CF0991845D}"/>
                  </a:ext>
                </a:extLst>
              </p:cNvPr>
              <p:cNvSpPr/>
              <p:nvPr/>
            </p:nvSpPr>
            <p:spPr>
              <a:xfrm>
                <a:off x="3813869" y="6270080"/>
                <a:ext cx="6343" cy="6345"/>
              </a:xfrm>
              <a:custGeom>
                <a:avLst/>
                <a:gdLst>
                  <a:gd name="connsiteX0" fmla="*/ 3405 w 6343"/>
                  <a:gd name="connsiteY0" fmla="*/ 6565 h 6345"/>
                  <a:gd name="connsiteX1" fmla="*/ 5648 w 6343"/>
                  <a:gd name="connsiteY1" fmla="*/ 5636 h 6345"/>
                  <a:gd name="connsiteX2" fmla="*/ 6577 w 6343"/>
                  <a:gd name="connsiteY2" fmla="*/ 3393 h 6345"/>
                  <a:gd name="connsiteX3" fmla="*/ 5648 w 6343"/>
                  <a:gd name="connsiteY3" fmla="*/ 1149 h 6345"/>
                  <a:gd name="connsiteX4" fmla="*/ 3405 w 6343"/>
                  <a:gd name="connsiteY4" fmla="*/ 220 h 6345"/>
                  <a:gd name="connsiteX5" fmla="*/ 1162 w 6343"/>
                  <a:gd name="connsiteY5" fmla="*/ 1149 h 6345"/>
                  <a:gd name="connsiteX6" fmla="*/ 233 w 6343"/>
                  <a:gd name="connsiteY6" fmla="*/ 3393 h 6345"/>
                  <a:gd name="connsiteX7" fmla="*/ 1162 w 6343"/>
                  <a:gd name="connsiteY7" fmla="*/ 5636 h 6345"/>
                  <a:gd name="connsiteX8" fmla="*/ 3405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65"/>
                    </a:moveTo>
                    <a:cubicBezTo>
                      <a:pt x="4246" y="6565"/>
                      <a:pt x="5053" y="6231"/>
                      <a:pt x="5648" y="5636"/>
                    </a:cubicBezTo>
                    <a:cubicBezTo>
                      <a:pt x="6242" y="5041"/>
                      <a:pt x="6577" y="4234"/>
                      <a:pt x="6577" y="3393"/>
                    </a:cubicBezTo>
                    <a:cubicBezTo>
                      <a:pt x="6577" y="2551"/>
                      <a:pt x="6242" y="1744"/>
                      <a:pt x="5648" y="1149"/>
                    </a:cubicBezTo>
                    <a:cubicBezTo>
                      <a:pt x="5053" y="554"/>
                      <a:pt x="4246" y="220"/>
                      <a:pt x="3405" y="220"/>
                    </a:cubicBezTo>
                    <a:cubicBezTo>
                      <a:pt x="2564" y="220"/>
                      <a:pt x="1757" y="554"/>
                      <a:pt x="1162" y="1149"/>
                    </a:cubicBezTo>
                    <a:cubicBezTo>
                      <a:pt x="568" y="1744"/>
                      <a:pt x="233" y="2551"/>
                      <a:pt x="233" y="3393"/>
                    </a:cubicBezTo>
                    <a:cubicBezTo>
                      <a:pt x="233" y="4234"/>
                      <a:pt x="568" y="5041"/>
                      <a:pt x="1162" y="5636"/>
                    </a:cubicBezTo>
                    <a:cubicBezTo>
                      <a:pt x="1757" y="6231"/>
                      <a:pt x="2564" y="6565"/>
                      <a:pt x="3405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10" name="Freeform: Shape 4509">
                <a:extLst>
                  <a:ext uri="{FF2B5EF4-FFF2-40B4-BE49-F238E27FC236}">
                    <a16:creationId xmlns:a16="http://schemas.microsoft.com/office/drawing/2014/main" id="{53E04E5A-9C54-144A-CA37-7F3DAA8D9C07}"/>
                  </a:ext>
                </a:extLst>
              </p:cNvPr>
              <p:cNvSpPr/>
              <p:nvPr/>
            </p:nvSpPr>
            <p:spPr>
              <a:xfrm>
                <a:off x="3810795" y="6267970"/>
                <a:ext cx="6343" cy="6345"/>
              </a:xfrm>
              <a:custGeom>
                <a:avLst/>
                <a:gdLst>
                  <a:gd name="connsiteX0" fmla="*/ 3405 w 6343"/>
                  <a:gd name="connsiteY0" fmla="*/ 6565 h 6345"/>
                  <a:gd name="connsiteX1" fmla="*/ 5647 w 6343"/>
                  <a:gd name="connsiteY1" fmla="*/ 5636 h 6345"/>
                  <a:gd name="connsiteX2" fmla="*/ 6576 w 6343"/>
                  <a:gd name="connsiteY2" fmla="*/ 3392 h 6345"/>
                  <a:gd name="connsiteX3" fmla="*/ 5647 w 6343"/>
                  <a:gd name="connsiteY3" fmla="*/ 1149 h 6345"/>
                  <a:gd name="connsiteX4" fmla="*/ 3405 w 6343"/>
                  <a:gd name="connsiteY4" fmla="*/ 220 h 6345"/>
                  <a:gd name="connsiteX5" fmla="*/ 1162 w 6343"/>
                  <a:gd name="connsiteY5" fmla="*/ 1149 h 6345"/>
                  <a:gd name="connsiteX6" fmla="*/ 233 w 6343"/>
                  <a:gd name="connsiteY6" fmla="*/ 3392 h 6345"/>
                  <a:gd name="connsiteX7" fmla="*/ 1162 w 6343"/>
                  <a:gd name="connsiteY7" fmla="*/ 5636 h 6345"/>
                  <a:gd name="connsiteX8" fmla="*/ 3405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65"/>
                    </a:moveTo>
                    <a:cubicBezTo>
                      <a:pt x="4246" y="6565"/>
                      <a:pt x="5053" y="6231"/>
                      <a:pt x="5647" y="5636"/>
                    </a:cubicBezTo>
                    <a:cubicBezTo>
                      <a:pt x="6242" y="5041"/>
                      <a:pt x="6576" y="4234"/>
                      <a:pt x="6576" y="3392"/>
                    </a:cubicBezTo>
                    <a:cubicBezTo>
                      <a:pt x="6576" y="2551"/>
                      <a:pt x="6242" y="1744"/>
                      <a:pt x="5647" y="1149"/>
                    </a:cubicBezTo>
                    <a:cubicBezTo>
                      <a:pt x="5053" y="554"/>
                      <a:pt x="4246" y="220"/>
                      <a:pt x="3405" y="220"/>
                    </a:cubicBezTo>
                    <a:cubicBezTo>
                      <a:pt x="2564" y="220"/>
                      <a:pt x="1757" y="554"/>
                      <a:pt x="1162" y="1149"/>
                    </a:cubicBezTo>
                    <a:cubicBezTo>
                      <a:pt x="567" y="1744"/>
                      <a:pt x="233" y="2551"/>
                      <a:pt x="233" y="3392"/>
                    </a:cubicBezTo>
                    <a:cubicBezTo>
                      <a:pt x="233" y="4234"/>
                      <a:pt x="567" y="5041"/>
                      <a:pt x="1162" y="5636"/>
                    </a:cubicBezTo>
                    <a:cubicBezTo>
                      <a:pt x="1757" y="6231"/>
                      <a:pt x="2564" y="6565"/>
                      <a:pt x="3405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11" name="Freeform: Shape 4510">
                <a:extLst>
                  <a:ext uri="{FF2B5EF4-FFF2-40B4-BE49-F238E27FC236}">
                    <a16:creationId xmlns:a16="http://schemas.microsoft.com/office/drawing/2014/main" id="{B346D0BC-9AB0-7E71-C40E-A77999F9DB39}"/>
                  </a:ext>
                </a:extLst>
              </p:cNvPr>
              <p:cNvSpPr/>
              <p:nvPr/>
            </p:nvSpPr>
            <p:spPr>
              <a:xfrm>
                <a:off x="3807543" y="6267484"/>
                <a:ext cx="6343" cy="6345"/>
              </a:xfrm>
              <a:custGeom>
                <a:avLst/>
                <a:gdLst>
                  <a:gd name="connsiteX0" fmla="*/ 3405 w 6343"/>
                  <a:gd name="connsiteY0" fmla="*/ 6565 h 6345"/>
                  <a:gd name="connsiteX1" fmla="*/ 5647 w 6343"/>
                  <a:gd name="connsiteY1" fmla="*/ 5636 h 6345"/>
                  <a:gd name="connsiteX2" fmla="*/ 6576 w 6343"/>
                  <a:gd name="connsiteY2" fmla="*/ 3392 h 6345"/>
                  <a:gd name="connsiteX3" fmla="*/ 5647 w 6343"/>
                  <a:gd name="connsiteY3" fmla="*/ 1149 h 6345"/>
                  <a:gd name="connsiteX4" fmla="*/ 3405 w 6343"/>
                  <a:gd name="connsiteY4" fmla="*/ 220 h 6345"/>
                  <a:gd name="connsiteX5" fmla="*/ 1162 w 6343"/>
                  <a:gd name="connsiteY5" fmla="*/ 1149 h 6345"/>
                  <a:gd name="connsiteX6" fmla="*/ 233 w 6343"/>
                  <a:gd name="connsiteY6" fmla="*/ 3392 h 6345"/>
                  <a:gd name="connsiteX7" fmla="*/ 1162 w 6343"/>
                  <a:gd name="connsiteY7" fmla="*/ 5636 h 6345"/>
                  <a:gd name="connsiteX8" fmla="*/ 3405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65"/>
                    </a:moveTo>
                    <a:cubicBezTo>
                      <a:pt x="4246" y="6565"/>
                      <a:pt x="5052" y="6231"/>
                      <a:pt x="5647" y="5636"/>
                    </a:cubicBezTo>
                    <a:cubicBezTo>
                      <a:pt x="6242" y="5041"/>
                      <a:pt x="6576" y="4234"/>
                      <a:pt x="6576" y="3392"/>
                    </a:cubicBezTo>
                    <a:cubicBezTo>
                      <a:pt x="6576" y="2551"/>
                      <a:pt x="6242" y="1744"/>
                      <a:pt x="5647" y="1149"/>
                    </a:cubicBezTo>
                    <a:cubicBezTo>
                      <a:pt x="5052" y="554"/>
                      <a:pt x="4246" y="220"/>
                      <a:pt x="3405" y="220"/>
                    </a:cubicBezTo>
                    <a:cubicBezTo>
                      <a:pt x="2563" y="220"/>
                      <a:pt x="1757" y="554"/>
                      <a:pt x="1162" y="1149"/>
                    </a:cubicBezTo>
                    <a:cubicBezTo>
                      <a:pt x="567" y="1744"/>
                      <a:pt x="233" y="2551"/>
                      <a:pt x="233" y="3392"/>
                    </a:cubicBezTo>
                    <a:cubicBezTo>
                      <a:pt x="233" y="4234"/>
                      <a:pt x="567" y="5041"/>
                      <a:pt x="1162" y="5636"/>
                    </a:cubicBezTo>
                    <a:cubicBezTo>
                      <a:pt x="1757" y="6231"/>
                      <a:pt x="2563" y="6565"/>
                      <a:pt x="3405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12" name="Freeform: Shape 4511">
                <a:extLst>
                  <a:ext uri="{FF2B5EF4-FFF2-40B4-BE49-F238E27FC236}">
                    <a16:creationId xmlns:a16="http://schemas.microsoft.com/office/drawing/2014/main" id="{B8635C58-0DBF-CFC9-E40F-A71B016069EE}"/>
                  </a:ext>
                </a:extLst>
              </p:cNvPr>
              <p:cNvSpPr/>
              <p:nvPr/>
            </p:nvSpPr>
            <p:spPr>
              <a:xfrm>
                <a:off x="3804154" y="6268056"/>
                <a:ext cx="6343" cy="6345"/>
              </a:xfrm>
              <a:custGeom>
                <a:avLst/>
                <a:gdLst>
                  <a:gd name="connsiteX0" fmla="*/ 3404 w 6343"/>
                  <a:gd name="connsiteY0" fmla="*/ 6565 h 6345"/>
                  <a:gd name="connsiteX1" fmla="*/ 5647 w 6343"/>
                  <a:gd name="connsiteY1" fmla="*/ 5636 h 6345"/>
                  <a:gd name="connsiteX2" fmla="*/ 6576 w 6343"/>
                  <a:gd name="connsiteY2" fmla="*/ 3392 h 6345"/>
                  <a:gd name="connsiteX3" fmla="*/ 5647 w 6343"/>
                  <a:gd name="connsiteY3" fmla="*/ 1149 h 6345"/>
                  <a:gd name="connsiteX4" fmla="*/ 3404 w 6343"/>
                  <a:gd name="connsiteY4" fmla="*/ 220 h 6345"/>
                  <a:gd name="connsiteX5" fmla="*/ 1162 w 6343"/>
                  <a:gd name="connsiteY5" fmla="*/ 1149 h 6345"/>
                  <a:gd name="connsiteX6" fmla="*/ 233 w 6343"/>
                  <a:gd name="connsiteY6" fmla="*/ 3392 h 6345"/>
                  <a:gd name="connsiteX7" fmla="*/ 1162 w 6343"/>
                  <a:gd name="connsiteY7" fmla="*/ 5636 h 6345"/>
                  <a:gd name="connsiteX8" fmla="*/ 3404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65"/>
                    </a:moveTo>
                    <a:cubicBezTo>
                      <a:pt x="4245" y="6565"/>
                      <a:pt x="5052" y="6231"/>
                      <a:pt x="5647" y="5636"/>
                    </a:cubicBezTo>
                    <a:cubicBezTo>
                      <a:pt x="6242" y="5041"/>
                      <a:pt x="6576" y="4234"/>
                      <a:pt x="6576" y="3392"/>
                    </a:cubicBezTo>
                    <a:cubicBezTo>
                      <a:pt x="6576" y="2551"/>
                      <a:pt x="6242" y="1744"/>
                      <a:pt x="5647" y="1149"/>
                    </a:cubicBezTo>
                    <a:cubicBezTo>
                      <a:pt x="5052" y="554"/>
                      <a:pt x="4245" y="220"/>
                      <a:pt x="3404" y="220"/>
                    </a:cubicBezTo>
                    <a:cubicBezTo>
                      <a:pt x="2563" y="220"/>
                      <a:pt x="1756" y="554"/>
                      <a:pt x="1162" y="1149"/>
                    </a:cubicBezTo>
                    <a:cubicBezTo>
                      <a:pt x="567" y="1744"/>
                      <a:pt x="233" y="2551"/>
                      <a:pt x="233" y="3392"/>
                    </a:cubicBezTo>
                    <a:cubicBezTo>
                      <a:pt x="233" y="4234"/>
                      <a:pt x="567" y="5041"/>
                      <a:pt x="1162" y="5636"/>
                    </a:cubicBezTo>
                    <a:cubicBezTo>
                      <a:pt x="1756" y="6231"/>
                      <a:pt x="2563" y="6565"/>
                      <a:pt x="3404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13" name="Freeform: Shape 4512">
                <a:extLst>
                  <a:ext uri="{FF2B5EF4-FFF2-40B4-BE49-F238E27FC236}">
                    <a16:creationId xmlns:a16="http://schemas.microsoft.com/office/drawing/2014/main" id="{047266E4-4B4B-0CAD-0D50-F858CB2B6449}"/>
                  </a:ext>
                </a:extLst>
              </p:cNvPr>
              <p:cNvSpPr/>
              <p:nvPr/>
            </p:nvSpPr>
            <p:spPr>
              <a:xfrm>
                <a:off x="3797568" y="6267591"/>
                <a:ext cx="6343" cy="6345"/>
              </a:xfrm>
              <a:custGeom>
                <a:avLst/>
                <a:gdLst>
                  <a:gd name="connsiteX0" fmla="*/ 3404 w 6343"/>
                  <a:gd name="connsiteY0" fmla="*/ 6565 h 6345"/>
                  <a:gd name="connsiteX1" fmla="*/ 5646 w 6343"/>
                  <a:gd name="connsiteY1" fmla="*/ 5636 h 6345"/>
                  <a:gd name="connsiteX2" fmla="*/ 6575 w 6343"/>
                  <a:gd name="connsiteY2" fmla="*/ 3392 h 6345"/>
                  <a:gd name="connsiteX3" fmla="*/ 5646 w 6343"/>
                  <a:gd name="connsiteY3" fmla="*/ 1149 h 6345"/>
                  <a:gd name="connsiteX4" fmla="*/ 3404 w 6343"/>
                  <a:gd name="connsiteY4" fmla="*/ 220 h 6345"/>
                  <a:gd name="connsiteX5" fmla="*/ 1161 w 6343"/>
                  <a:gd name="connsiteY5" fmla="*/ 1149 h 6345"/>
                  <a:gd name="connsiteX6" fmla="*/ 232 w 6343"/>
                  <a:gd name="connsiteY6" fmla="*/ 3392 h 6345"/>
                  <a:gd name="connsiteX7" fmla="*/ 1161 w 6343"/>
                  <a:gd name="connsiteY7" fmla="*/ 5636 h 6345"/>
                  <a:gd name="connsiteX8" fmla="*/ 3404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65"/>
                    </a:moveTo>
                    <a:cubicBezTo>
                      <a:pt x="4245" y="6565"/>
                      <a:pt x="5052" y="6231"/>
                      <a:pt x="5646" y="5636"/>
                    </a:cubicBezTo>
                    <a:cubicBezTo>
                      <a:pt x="6241" y="5041"/>
                      <a:pt x="6575" y="4234"/>
                      <a:pt x="6575" y="3392"/>
                    </a:cubicBezTo>
                    <a:cubicBezTo>
                      <a:pt x="6575" y="2551"/>
                      <a:pt x="6241" y="1744"/>
                      <a:pt x="5646" y="1149"/>
                    </a:cubicBezTo>
                    <a:cubicBezTo>
                      <a:pt x="5052" y="554"/>
                      <a:pt x="4245" y="220"/>
                      <a:pt x="3404" y="220"/>
                    </a:cubicBezTo>
                    <a:cubicBezTo>
                      <a:pt x="2563" y="220"/>
                      <a:pt x="1756" y="554"/>
                      <a:pt x="1161" y="1149"/>
                    </a:cubicBezTo>
                    <a:cubicBezTo>
                      <a:pt x="566" y="1744"/>
                      <a:pt x="232" y="2551"/>
                      <a:pt x="232" y="3392"/>
                    </a:cubicBezTo>
                    <a:cubicBezTo>
                      <a:pt x="232" y="4234"/>
                      <a:pt x="566" y="5041"/>
                      <a:pt x="1161" y="5636"/>
                    </a:cubicBezTo>
                    <a:cubicBezTo>
                      <a:pt x="1756" y="6231"/>
                      <a:pt x="2563" y="6565"/>
                      <a:pt x="3404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14" name="Freeform: Shape 4513">
                <a:extLst>
                  <a:ext uri="{FF2B5EF4-FFF2-40B4-BE49-F238E27FC236}">
                    <a16:creationId xmlns:a16="http://schemas.microsoft.com/office/drawing/2014/main" id="{5807EA97-F1D0-1E7C-C6A5-B186AB7FF32C}"/>
                  </a:ext>
                </a:extLst>
              </p:cNvPr>
              <p:cNvSpPr/>
              <p:nvPr/>
            </p:nvSpPr>
            <p:spPr>
              <a:xfrm>
                <a:off x="3794805" y="6263752"/>
                <a:ext cx="6343" cy="6345"/>
              </a:xfrm>
              <a:custGeom>
                <a:avLst/>
                <a:gdLst>
                  <a:gd name="connsiteX0" fmla="*/ 3404 w 6343"/>
                  <a:gd name="connsiteY0" fmla="*/ 6565 h 6345"/>
                  <a:gd name="connsiteX1" fmla="*/ 5646 w 6343"/>
                  <a:gd name="connsiteY1" fmla="*/ 5636 h 6345"/>
                  <a:gd name="connsiteX2" fmla="*/ 6575 w 6343"/>
                  <a:gd name="connsiteY2" fmla="*/ 3392 h 6345"/>
                  <a:gd name="connsiteX3" fmla="*/ 5646 w 6343"/>
                  <a:gd name="connsiteY3" fmla="*/ 1149 h 6345"/>
                  <a:gd name="connsiteX4" fmla="*/ 3404 w 6343"/>
                  <a:gd name="connsiteY4" fmla="*/ 219 h 6345"/>
                  <a:gd name="connsiteX5" fmla="*/ 1161 w 6343"/>
                  <a:gd name="connsiteY5" fmla="*/ 1149 h 6345"/>
                  <a:gd name="connsiteX6" fmla="*/ 232 w 6343"/>
                  <a:gd name="connsiteY6" fmla="*/ 3392 h 6345"/>
                  <a:gd name="connsiteX7" fmla="*/ 1161 w 6343"/>
                  <a:gd name="connsiteY7" fmla="*/ 5636 h 6345"/>
                  <a:gd name="connsiteX8" fmla="*/ 3404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65"/>
                    </a:moveTo>
                    <a:cubicBezTo>
                      <a:pt x="4245" y="6565"/>
                      <a:pt x="5051" y="6231"/>
                      <a:pt x="5646" y="5636"/>
                    </a:cubicBezTo>
                    <a:cubicBezTo>
                      <a:pt x="6241" y="5041"/>
                      <a:pt x="6575" y="4234"/>
                      <a:pt x="6575" y="3392"/>
                    </a:cubicBezTo>
                    <a:cubicBezTo>
                      <a:pt x="6575" y="2551"/>
                      <a:pt x="6241" y="1744"/>
                      <a:pt x="5646" y="1149"/>
                    </a:cubicBezTo>
                    <a:cubicBezTo>
                      <a:pt x="5051" y="554"/>
                      <a:pt x="4245" y="219"/>
                      <a:pt x="3404" y="219"/>
                    </a:cubicBezTo>
                    <a:cubicBezTo>
                      <a:pt x="2562" y="219"/>
                      <a:pt x="1756" y="554"/>
                      <a:pt x="1161" y="1149"/>
                    </a:cubicBezTo>
                    <a:cubicBezTo>
                      <a:pt x="566" y="1744"/>
                      <a:pt x="232" y="2551"/>
                      <a:pt x="232" y="3392"/>
                    </a:cubicBezTo>
                    <a:cubicBezTo>
                      <a:pt x="232" y="4234"/>
                      <a:pt x="566" y="5041"/>
                      <a:pt x="1161" y="5636"/>
                    </a:cubicBezTo>
                    <a:cubicBezTo>
                      <a:pt x="1756" y="6231"/>
                      <a:pt x="2562" y="6565"/>
                      <a:pt x="3404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15" name="Freeform: Shape 4514">
                <a:extLst>
                  <a:ext uri="{FF2B5EF4-FFF2-40B4-BE49-F238E27FC236}">
                    <a16:creationId xmlns:a16="http://schemas.microsoft.com/office/drawing/2014/main" id="{18771405-8E4F-7D3F-899B-EEBFC492F81E}"/>
                  </a:ext>
                </a:extLst>
              </p:cNvPr>
              <p:cNvSpPr/>
              <p:nvPr/>
            </p:nvSpPr>
            <p:spPr>
              <a:xfrm>
                <a:off x="3791776" y="6261908"/>
                <a:ext cx="6343" cy="6345"/>
              </a:xfrm>
              <a:custGeom>
                <a:avLst/>
                <a:gdLst>
                  <a:gd name="connsiteX0" fmla="*/ 3403 w 6343"/>
                  <a:gd name="connsiteY0" fmla="*/ 6565 h 6345"/>
                  <a:gd name="connsiteX1" fmla="*/ 5646 w 6343"/>
                  <a:gd name="connsiteY1" fmla="*/ 5635 h 6345"/>
                  <a:gd name="connsiteX2" fmla="*/ 6575 w 6343"/>
                  <a:gd name="connsiteY2" fmla="*/ 3392 h 6345"/>
                  <a:gd name="connsiteX3" fmla="*/ 5646 w 6343"/>
                  <a:gd name="connsiteY3" fmla="*/ 1149 h 6345"/>
                  <a:gd name="connsiteX4" fmla="*/ 3403 w 6343"/>
                  <a:gd name="connsiteY4" fmla="*/ 219 h 6345"/>
                  <a:gd name="connsiteX5" fmla="*/ 1161 w 6343"/>
                  <a:gd name="connsiteY5" fmla="*/ 1149 h 6345"/>
                  <a:gd name="connsiteX6" fmla="*/ 232 w 6343"/>
                  <a:gd name="connsiteY6" fmla="*/ 3392 h 6345"/>
                  <a:gd name="connsiteX7" fmla="*/ 1161 w 6343"/>
                  <a:gd name="connsiteY7" fmla="*/ 5635 h 6345"/>
                  <a:gd name="connsiteX8" fmla="*/ 3403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65"/>
                    </a:moveTo>
                    <a:cubicBezTo>
                      <a:pt x="4244" y="6565"/>
                      <a:pt x="5051" y="6230"/>
                      <a:pt x="5646" y="5635"/>
                    </a:cubicBezTo>
                    <a:cubicBezTo>
                      <a:pt x="6241" y="5040"/>
                      <a:pt x="6575" y="4233"/>
                      <a:pt x="6575" y="3392"/>
                    </a:cubicBezTo>
                    <a:cubicBezTo>
                      <a:pt x="6575" y="2551"/>
                      <a:pt x="6241" y="1743"/>
                      <a:pt x="5646" y="1149"/>
                    </a:cubicBezTo>
                    <a:cubicBezTo>
                      <a:pt x="5051" y="554"/>
                      <a:pt x="4244" y="219"/>
                      <a:pt x="3403" y="219"/>
                    </a:cubicBezTo>
                    <a:cubicBezTo>
                      <a:pt x="2562" y="219"/>
                      <a:pt x="1755" y="554"/>
                      <a:pt x="1161" y="1149"/>
                    </a:cubicBezTo>
                    <a:cubicBezTo>
                      <a:pt x="566" y="1743"/>
                      <a:pt x="232" y="2551"/>
                      <a:pt x="232" y="3392"/>
                    </a:cubicBezTo>
                    <a:cubicBezTo>
                      <a:pt x="232" y="4233"/>
                      <a:pt x="566" y="5040"/>
                      <a:pt x="1161" y="5635"/>
                    </a:cubicBezTo>
                    <a:cubicBezTo>
                      <a:pt x="1755" y="6230"/>
                      <a:pt x="2562" y="6565"/>
                      <a:pt x="3403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16" name="Freeform: Shape 4515">
                <a:extLst>
                  <a:ext uri="{FF2B5EF4-FFF2-40B4-BE49-F238E27FC236}">
                    <a16:creationId xmlns:a16="http://schemas.microsoft.com/office/drawing/2014/main" id="{AEE14F50-4006-6A6B-95BD-47E8A216964B}"/>
                  </a:ext>
                </a:extLst>
              </p:cNvPr>
              <p:cNvSpPr/>
              <p:nvPr/>
            </p:nvSpPr>
            <p:spPr>
              <a:xfrm>
                <a:off x="3788505" y="6261679"/>
                <a:ext cx="6343" cy="6345"/>
              </a:xfrm>
              <a:custGeom>
                <a:avLst/>
                <a:gdLst>
                  <a:gd name="connsiteX0" fmla="*/ 3403 w 6343"/>
                  <a:gd name="connsiteY0" fmla="*/ 6565 h 6345"/>
                  <a:gd name="connsiteX1" fmla="*/ 5646 w 6343"/>
                  <a:gd name="connsiteY1" fmla="*/ 5635 h 6345"/>
                  <a:gd name="connsiteX2" fmla="*/ 6575 w 6343"/>
                  <a:gd name="connsiteY2" fmla="*/ 3392 h 6345"/>
                  <a:gd name="connsiteX3" fmla="*/ 5646 w 6343"/>
                  <a:gd name="connsiteY3" fmla="*/ 1148 h 6345"/>
                  <a:gd name="connsiteX4" fmla="*/ 3403 w 6343"/>
                  <a:gd name="connsiteY4" fmla="*/ 219 h 6345"/>
                  <a:gd name="connsiteX5" fmla="*/ 1160 w 6343"/>
                  <a:gd name="connsiteY5" fmla="*/ 1148 h 6345"/>
                  <a:gd name="connsiteX6" fmla="*/ 231 w 6343"/>
                  <a:gd name="connsiteY6" fmla="*/ 3392 h 6345"/>
                  <a:gd name="connsiteX7" fmla="*/ 1160 w 6343"/>
                  <a:gd name="connsiteY7" fmla="*/ 5635 h 6345"/>
                  <a:gd name="connsiteX8" fmla="*/ 3403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65"/>
                    </a:moveTo>
                    <a:cubicBezTo>
                      <a:pt x="4244" y="6565"/>
                      <a:pt x="5051" y="6230"/>
                      <a:pt x="5646" y="5635"/>
                    </a:cubicBezTo>
                    <a:cubicBezTo>
                      <a:pt x="6240" y="5040"/>
                      <a:pt x="6575" y="4233"/>
                      <a:pt x="6575" y="3392"/>
                    </a:cubicBezTo>
                    <a:cubicBezTo>
                      <a:pt x="6575" y="2551"/>
                      <a:pt x="6240" y="1743"/>
                      <a:pt x="5646" y="1148"/>
                    </a:cubicBezTo>
                    <a:cubicBezTo>
                      <a:pt x="5051" y="554"/>
                      <a:pt x="4244" y="219"/>
                      <a:pt x="3403" y="219"/>
                    </a:cubicBezTo>
                    <a:cubicBezTo>
                      <a:pt x="2562" y="219"/>
                      <a:pt x="1755" y="554"/>
                      <a:pt x="1160" y="1148"/>
                    </a:cubicBezTo>
                    <a:cubicBezTo>
                      <a:pt x="566" y="1743"/>
                      <a:pt x="231" y="2551"/>
                      <a:pt x="231" y="3392"/>
                    </a:cubicBezTo>
                    <a:cubicBezTo>
                      <a:pt x="231" y="4233"/>
                      <a:pt x="566" y="5040"/>
                      <a:pt x="1160" y="5635"/>
                    </a:cubicBezTo>
                    <a:cubicBezTo>
                      <a:pt x="1755" y="6230"/>
                      <a:pt x="2562" y="6565"/>
                      <a:pt x="3403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17" name="Freeform: Shape 4516">
                <a:extLst>
                  <a:ext uri="{FF2B5EF4-FFF2-40B4-BE49-F238E27FC236}">
                    <a16:creationId xmlns:a16="http://schemas.microsoft.com/office/drawing/2014/main" id="{3AE9AA26-02AE-A891-F7B5-6CC9D64545B7}"/>
                  </a:ext>
                </a:extLst>
              </p:cNvPr>
              <p:cNvSpPr/>
              <p:nvPr/>
            </p:nvSpPr>
            <p:spPr>
              <a:xfrm>
                <a:off x="3785879" y="6257561"/>
                <a:ext cx="6343" cy="6345"/>
              </a:xfrm>
              <a:custGeom>
                <a:avLst/>
                <a:gdLst>
                  <a:gd name="connsiteX0" fmla="*/ 3403 w 6343"/>
                  <a:gd name="connsiteY0" fmla="*/ 6564 h 6345"/>
                  <a:gd name="connsiteX1" fmla="*/ 5645 w 6343"/>
                  <a:gd name="connsiteY1" fmla="*/ 5635 h 6345"/>
                  <a:gd name="connsiteX2" fmla="*/ 6574 w 6343"/>
                  <a:gd name="connsiteY2" fmla="*/ 3392 h 6345"/>
                  <a:gd name="connsiteX3" fmla="*/ 5645 w 6343"/>
                  <a:gd name="connsiteY3" fmla="*/ 1148 h 6345"/>
                  <a:gd name="connsiteX4" fmla="*/ 3403 w 6343"/>
                  <a:gd name="connsiteY4" fmla="*/ 219 h 6345"/>
                  <a:gd name="connsiteX5" fmla="*/ 1160 w 6343"/>
                  <a:gd name="connsiteY5" fmla="*/ 1148 h 6345"/>
                  <a:gd name="connsiteX6" fmla="*/ 231 w 6343"/>
                  <a:gd name="connsiteY6" fmla="*/ 3392 h 6345"/>
                  <a:gd name="connsiteX7" fmla="*/ 1160 w 6343"/>
                  <a:gd name="connsiteY7" fmla="*/ 5635 h 6345"/>
                  <a:gd name="connsiteX8" fmla="*/ 3403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64"/>
                    </a:moveTo>
                    <a:cubicBezTo>
                      <a:pt x="4244" y="6564"/>
                      <a:pt x="5051" y="6230"/>
                      <a:pt x="5645" y="5635"/>
                    </a:cubicBezTo>
                    <a:cubicBezTo>
                      <a:pt x="6240" y="5040"/>
                      <a:pt x="6574" y="4233"/>
                      <a:pt x="6574" y="3392"/>
                    </a:cubicBezTo>
                    <a:cubicBezTo>
                      <a:pt x="6574" y="2550"/>
                      <a:pt x="6240" y="1743"/>
                      <a:pt x="5645" y="1148"/>
                    </a:cubicBezTo>
                    <a:cubicBezTo>
                      <a:pt x="5051" y="553"/>
                      <a:pt x="4244" y="219"/>
                      <a:pt x="3403" y="219"/>
                    </a:cubicBezTo>
                    <a:cubicBezTo>
                      <a:pt x="2562" y="219"/>
                      <a:pt x="1755" y="553"/>
                      <a:pt x="1160" y="1148"/>
                    </a:cubicBezTo>
                    <a:cubicBezTo>
                      <a:pt x="565" y="1743"/>
                      <a:pt x="231" y="2550"/>
                      <a:pt x="231" y="3392"/>
                    </a:cubicBezTo>
                    <a:cubicBezTo>
                      <a:pt x="231" y="4233"/>
                      <a:pt x="565" y="5040"/>
                      <a:pt x="1160" y="5635"/>
                    </a:cubicBezTo>
                    <a:cubicBezTo>
                      <a:pt x="1755" y="6230"/>
                      <a:pt x="2562" y="6564"/>
                      <a:pt x="3403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18" name="Freeform: Shape 4517">
                <a:extLst>
                  <a:ext uri="{FF2B5EF4-FFF2-40B4-BE49-F238E27FC236}">
                    <a16:creationId xmlns:a16="http://schemas.microsoft.com/office/drawing/2014/main" id="{86C113F6-19DE-3359-ECDC-6AB54DA3DE06}"/>
                  </a:ext>
                </a:extLst>
              </p:cNvPr>
              <p:cNvSpPr/>
              <p:nvPr/>
            </p:nvSpPr>
            <p:spPr>
              <a:xfrm>
                <a:off x="3782114" y="6260275"/>
                <a:ext cx="6343" cy="6345"/>
              </a:xfrm>
              <a:custGeom>
                <a:avLst/>
                <a:gdLst>
                  <a:gd name="connsiteX0" fmla="*/ 3403 w 6343"/>
                  <a:gd name="connsiteY0" fmla="*/ 6565 h 6345"/>
                  <a:gd name="connsiteX1" fmla="*/ 5645 w 6343"/>
                  <a:gd name="connsiteY1" fmla="*/ 5635 h 6345"/>
                  <a:gd name="connsiteX2" fmla="*/ 6574 w 6343"/>
                  <a:gd name="connsiteY2" fmla="*/ 3392 h 6345"/>
                  <a:gd name="connsiteX3" fmla="*/ 5645 w 6343"/>
                  <a:gd name="connsiteY3" fmla="*/ 1148 h 6345"/>
                  <a:gd name="connsiteX4" fmla="*/ 3403 w 6343"/>
                  <a:gd name="connsiteY4" fmla="*/ 219 h 6345"/>
                  <a:gd name="connsiteX5" fmla="*/ 1160 w 6343"/>
                  <a:gd name="connsiteY5" fmla="*/ 1148 h 6345"/>
                  <a:gd name="connsiteX6" fmla="*/ 231 w 6343"/>
                  <a:gd name="connsiteY6" fmla="*/ 3392 h 6345"/>
                  <a:gd name="connsiteX7" fmla="*/ 1160 w 6343"/>
                  <a:gd name="connsiteY7" fmla="*/ 5635 h 6345"/>
                  <a:gd name="connsiteX8" fmla="*/ 3403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65"/>
                    </a:moveTo>
                    <a:cubicBezTo>
                      <a:pt x="4244" y="6565"/>
                      <a:pt x="5050" y="6230"/>
                      <a:pt x="5645" y="5635"/>
                    </a:cubicBezTo>
                    <a:cubicBezTo>
                      <a:pt x="6240" y="5040"/>
                      <a:pt x="6574" y="4233"/>
                      <a:pt x="6574" y="3392"/>
                    </a:cubicBezTo>
                    <a:cubicBezTo>
                      <a:pt x="6574" y="2550"/>
                      <a:pt x="6240" y="1743"/>
                      <a:pt x="5645" y="1148"/>
                    </a:cubicBezTo>
                    <a:cubicBezTo>
                      <a:pt x="5050" y="553"/>
                      <a:pt x="4244" y="219"/>
                      <a:pt x="3403" y="219"/>
                    </a:cubicBezTo>
                    <a:cubicBezTo>
                      <a:pt x="2561" y="219"/>
                      <a:pt x="1755" y="553"/>
                      <a:pt x="1160" y="1148"/>
                    </a:cubicBezTo>
                    <a:cubicBezTo>
                      <a:pt x="565" y="1743"/>
                      <a:pt x="231" y="2550"/>
                      <a:pt x="231" y="3392"/>
                    </a:cubicBezTo>
                    <a:cubicBezTo>
                      <a:pt x="231" y="4233"/>
                      <a:pt x="565" y="5040"/>
                      <a:pt x="1160" y="5635"/>
                    </a:cubicBezTo>
                    <a:cubicBezTo>
                      <a:pt x="1755" y="6230"/>
                      <a:pt x="2561" y="6565"/>
                      <a:pt x="3403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19" name="Freeform: Shape 4518">
                <a:extLst>
                  <a:ext uri="{FF2B5EF4-FFF2-40B4-BE49-F238E27FC236}">
                    <a16:creationId xmlns:a16="http://schemas.microsoft.com/office/drawing/2014/main" id="{EAAEFF1E-06E1-590E-899A-3D81C4BF301B}"/>
                  </a:ext>
                </a:extLst>
              </p:cNvPr>
              <p:cNvSpPr/>
              <p:nvPr/>
            </p:nvSpPr>
            <p:spPr>
              <a:xfrm>
                <a:off x="3779056" y="6258823"/>
                <a:ext cx="6343" cy="6345"/>
              </a:xfrm>
              <a:custGeom>
                <a:avLst/>
                <a:gdLst>
                  <a:gd name="connsiteX0" fmla="*/ 3402 w 6343"/>
                  <a:gd name="connsiteY0" fmla="*/ 6564 h 6345"/>
                  <a:gd name="connsiteX1" fmla="*/ 5645 w 6343"/>
                  <a:gd name="connsiteY1" fmla="*/ 5635 h 6345"/>
                  <a:gd name="connsiteX2" fmla="*/ 6574 w 6343"/>
                  <a:gd name="connsiteY2" fmla="*/ 3392 h 6345"/>
                  <a:gd name="connsiteX3" fmla="*/ 5645 w 6343"/>
                  <a:gd name="connsiteY3" fmla="*/ 1148 h 6345"/>
                  <a:gd name="connsiteX4" fmla="*/ 3402 w 6343"/>
                  <a:gd name="connsiteY4" fmla="*/ 219 h 6345"/>
                  <a:gd name="connsiteX5" fmla="*/ 1160 w 6343"/>
                  <a:gd name="connsiteY5" fmla="*/ 1148 h 6345"/>
                  <a:gd name="connsiteX6" fmla="*/ 231 w 6343"/>
                  <a:gd name="connsiteY6" fmla="*/ 3392 h 6345"/>
                  <a:gd name="connsiteX7" fmla="*/ 1160 w 6343"/>
                  <a:gd name="connsiteY7" fmla="*/ 5635 h 6345"/>
                  <a:gd name="connsiteX8" fmla="*/ 3402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4"/>
                    </a:moveTo>
                    <a:cubicBezTo>
                      <a:pt x="4243" y="6564"/>
                      <a:pt x="5050" y="6230"/>
                      <a:pt x="5645" y="5635"/>
                    </a:cubicBezTo>
                    <a:cubicBezTo>
                      <a:pt x="6240" y="5040"/>
                      <a:pt x="6574" y="4233"/>
                      <a:pt x="6574" y="3392"/>
                    </a:cubicBezTo>
                    <a:cubicBezTo>
                      <a:pt x="6574" y="2550"/>
                      <a:pt x="6240" y="1743"/>
                      <a:pt x="5645" y="1148"/>
                    </a:cubicBezTo>
                    <a:cubicBezTo>
                      <a:pt x="5050" y="553"/>
                      <a:pt x="4243" y="219"/>
                      <a:pt x="3402" y="219"/>
                    </a:cubicBezTo>
                    <a:cubicBezTo>
                      <a:pt x="2561" y="219"/>
                      <a:pt x="1754" y="553"/>
                      <a:pt x="1160" y="1148"/>
                    </a:cubicBezTo>
                    <a:cubicBezTo>
                      <a:pt x="565" y="1743"/>
                      <a:pt x="231" y="2550"/>
                      <a:pt x="231" y="3392"/>
                    </a:cubicBezTo>
                    <a:cubicBezTo>
                      <a:pt x="231" y="4233"/>
                      <a:pt x="565" y="5040"/>
                      <a:pt x="1160" y="5635"/>
                    </a:cubicBezTo>
                    <a:cubicBezTo>
                      <a:pt x="1754" y="6230"/>
                      <a:pt x="2561" y="6564"/>
                      <a:pt x="3402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20" name="Freeform: Shape 4519">
                <a:extLst>
                  <a:ext uri="{FF2B5EF4-FFF2-40B4-BE49-F238E27FC236}">
                    <a16:creationId xmlns:a16="http://schemas.microsoft.com/office/drawing/2014/main" id="{06F6D94B-1573-29B2-4A70-4967DEE5567D}"/>
                  </a:ext>
                </a:extLst>
              </p:cNvPr>
              <p:cNvSpPr/>
              <p:nvPr/>
            </p:nvSpPr>
            <p:spPr>
              <a:xfrm>
                <a:off x="3775598" y="6259583"/>
                <a:ext cx="6343" cy="6345"/>
              </a:xfrm>
              <a:custGeom>
                <a:avLst/>
                <a:gdLst>
                  <a:gd name="connsiteX0" fmla="*/ 3402 w 6343"/>
                  <a:gd name="connsiteY0" fmla="*/ 6564 h 6345"/>
                  <a:gd name="connsiteX1" fmla="*/ 5645 w 6343"/>
                  <a:gd name="connsiteY1" fmla="*/ 5635 h 6345"/>
                  <a:gd name="connsiteX2" fmla="*/ 6574 w 6343"/>
                  <a:gd name="connsiteY2" fmla="*/ 3392 h 6345"/>
                  <a:gd name="connsiteX3" fmla="*/ 5645 w 6343"/>
                  <a:gd name="connsiteY3" fmla="*/ 1148 h 6345"/>
                  <a:gd name="connsiteX4" fmla="*/ 3402 w 6343"/>
                  <a:gd name="connsiteY4" fmla="*/ 219 h 6345"/>
                  <a:gd name="connsiteX5" fmla="*/ 1159 w 6343"/>
                  <a:gd name="connsiteY5" fmla="*/ 1148 h 6345"/>
                  <a:gd name="connsiteX6" fmla="*/ 230 w 6343"/>
                  <a:gd name="connsiteY6" fmla="*/ 3392 h 6345"/>
                  <a:gd name="connsiteX7" fmla="*/ 1159 w 6343"/>
                  <a:gd name="connsiteY7" fmla="*/ 5635 h 6345"/>
                  <a:gd name="connsiteX8" fmla="*/ 3402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4"/>
                    </a:moveTo>
                    <a:cubicBezTo>
                      <a:pt x="4243" y="6564"/>
                      <a:pt x="5050" y="6230"/>
                      <a:pt x="5645" y="5635"/>
                    </a:cubicBezTo>
                    <a:cubicBezTo>
                      <a:pt x="6239" y="5040"/>
                      <a:pt x="6574" y="4233"/>
                      <a:pt x="6574" y="3392"/>
                    </a:cubicBezTo>
                    <a:cubicBezTo>
                      <a:pt x="6574" y="2550"/>
                      <a:pt x="6239" y="1743"/>
                      <a:pt x="5645" y="1148"/>
                    </a:cubicBezTo>
                    <a:cubicBezTo>
                      <a:pt x="5050" y="553"/>
                      <a:pt x="4243" y="219"/>
                      <a:pt x="3402" y="219"/>
                    </a:cubicBezTo>
                    <a:cubicBezTo>
                      <a:pt x="2561" y="219"/>
                      <a:pt x="1754" y="553"/>
                      <a:pt x="1159" y="1148"/>
                    </a:cubicBezTo>
                    <a:cubicBezTo>
                      <a:pt x="565" y="1743"/>
                      <a:pt x="230" y="2550"/>
                      <a:pt x="230" y="3392"/>
                    </a:cubicBezTo>
                    <a:cubicBezTo>
                      <a:pt x="230" y="4233"/>
                      <a:pt x="565" y="5040"/>
                      <a:pt x="1159" y="5635"/>
                    </a:cubicBezTo>
                    <a:cubicBezTo>
                      <a:pt x="1754" y="6230"/>
                      <a:pt x="2561" y="6564"/>
                      <a:pt x="3402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21" name="Freeform: Shape 4520">
                <a:extLst>
                  <a:ext uri="{FF2B5EF4-FFF2-40B4-BE49-F238E27FC236}">
                    <a16:creationId xmlns:a16="http://schemas.microsoft.com/office/drawing/2014/main" id="{082AB398-D976-5F6C-0945-2BF1719C1AC2}"/>
                  </a:ext>
                </a:extLst>
              </p:cNvPr>
              <p:cNvSpPr/>
              <p:nvPr/>
            </p:nvSpPr>
            <p:spPr>
              <a:xfrm>
                <a:off x="3772136" y="6260274"/>
                <a:ext cx="6343" cy="6345"/>
              </a:xfrm>
              <a:custGeom>
                <a:avLst/>
                <a:gdLst>
                  <a:gd name="connsiteX0" fmla="*/ 3402 w 6343"/>
                  <a:gd name="connsiteY0" fmla="*/ 6565 h 6345"/>
                  <a:gd name="connsiteX1" fmla="*/ 5644 w 6343"/>
                  <a:gd name="connsiteY1" fmla="*/ 5635 h 6345"/>
                  <a:gd name="connsiteX2" fmla="*/ 6573 w 6343"/>
                  <a:gd name="connsiteY2" fmla="*/ 3392 h 6345"/>
                  <a:gd name="connsiteX3" fmla="*/ 5644 w 6343"/>
                  <a:gd name="connsiteY3" fmla="*/ 1148 h 6345"/>
                  <a:gd name="connsiteX4" fmla="*/ 3402 w 6343"/>
                  <a:gd name="connsiteY4" fmla="*/ 219 h 6345"/>
                  <a:gd name="connsiteX5" fmla="*/ 1159 w 6343"/>
                  <a:gd name="connsiteY5" fmla="*/ 1148 h 6345"/>
                  <a:gd name="connsiteX6" fmla="*/ 230 w 6343"/>
                  <a:gd name="connsiteY6" fmla="*/ 3392 h 6345"/>
                  <a:gd name="connsiteX7" fmla="*/ 1159 w 6343"/>
                  <a:gd name="connsiteY7" fmla="*/ 5635 h 6345"/>
                  <a:gd name="connsiteX8" fmla="*/ 3402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5"/>
                    </a:moveTo>
                    <a:cubicBezTo>
                      <a:pt x="4243" y="6565"/>
                      <a:pt x="5050" y="6230"/>
                      <a:pt x="5644" y="5635"/>
                    </a:cubicBezTo>
                    <a:cubicBezTo>
                      <a:pt x="6239" y="5040"/>
                      <a:pt x="6573" y="4233"/>
                      <a:pt x="6573" y="3392"/>
                    </a:cubicBezTo>
                    <a:cubicBezTo>
                      <a:pt x="6573" y="2550"/>
                      <a:pt x="6239" y="1743"/>
                      <a:pt x="5644" y="1148"/>
                    </a:cubicBezTo>
                    <a:cubicBezTo>
                      <a:pt x="5050" y="553"/>
                      <a:pt x="4243" y="219"/>
                      <a:pt x="3402" y="219"/>
                    </a:cubicBezTo>
                    <a:cubicBezTo>
                      <a:pt x="2561" y="219"/>
                      <a:pt x="1754" y="553"/>
                      <a:pt x="1159" y="1148"/>
                    </a:cubicBezTo>
                    <a:cubicBezTo>
                      <a:pt x="564" y="1743"/>
                      <a:pt x="230" y="2550"/>
                      <a:pt x="230" y="3392"/>
                    </a:cubicBezTo>
                    <a:cubicBezTo>
                      <a:pt x="230" y="4233"/>
                      <a:pt x="564" y="5040"/>
                      <a:pt x="1159" y="5635"/>
                    </a:cubicBezTo>
                    <a:cubicBezTo>
                      <a:pt x="1754" y="6230"/>
                      <a:pt x="2561" y="6565"/>
                      <a:pt x="3402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22" name="Freeform: Shape 4521">
                <a:extLst>
                  <a:ext uri="{FF2B5EF4-FFF2-40B4-BE49-F238E27FC236}">
                    <a16:creationId xmlns:a16="http://schemas.microsoft.com/office/drawing/2014/main" id="{3079F1C9-1D5C-BC01-D9E2-3F72194BCF9F}"/>
                  </a:ext>
                </a:extLst>
              </p:cNvPr>
              <p:cNvSpPr/>
              <p:nvPr/>
            </p:nvSpPr>
            <p:spPr>
              <a:xfrm>
                <a:off x="3776172" y="6223174"/>
                <a:ext cx="6343" cy="6345"/>
              </a:xfrm>
              <a:custGeom>
                <a:avLst/>
                <a:gdLst>
                  <a:gd name="connsiteX0" fmla="*/ 3402 w 6343"/>
                  <a:gd name="connsiteY0" fmla="*/ 6562 h 6345"/>
                  <a:gd name="connsiteX1" fmla="*/ 5645 w 6343"/>
                  <a:gd name="connsiteY1" fmla="*/ 5632 h 6345"/>
                  <a:gd name="connsiteX2" fmla="*/ 6574 w 6343"/>
                  <a:gd name="connsiteY2" fmla="*/ 3389 h 6345"/>
                  <a:gd name="connsiteX3" fmla="*/ 5645 w 6343"/>
                  <a:gd name="connsiteY3" fmla="*/ 1145 h 6345"/>
                  <a:gd name="connsiteX4" fmla="*/ 3402 w 6343"/>
                  <a:gd name="connsiteY4" fmla="*/ 216 h 6345"/>
                  <a:gd name="connsiteX5" fmla="*/ 1159 w 6343"/>
                  <a:gd name="connsiteY5" fmla="*/ 1145 h 6345"/>
                  <a:gd name="connsiteX6" fmla="*/ 230 w 6343"/>
                  <a:gd name="connsiteY6" fmla="*/ 3389 h 6345"/>
                  <a:gd name="connsiteX7" fmla="*/ 1159 w 6343"/>
                  <a:gd name="connsiteY7" fmla="*/ 5632 h 6345"/>
                  <a:gd name="connsiteX8" fmla="*/ 3402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2"/>
                    </a:moveTo>
                    <a:cubicBezTo>
                      <a:pt x="4243" y="6562"/>
                      <a:pt x="5050" y="6227"/>
                      <a:pt x="5645" y="5632"/>
                    </a:cubicBezTo>
                    <a:cubicBezTo>
                      <a:pt x="6239" y="5037"/>
                      <a:pt x="6574" y="4230"/>
                      <a:pt x="6574" y="3389"/>
                    </a:cubicBezTo>
                    <a:cubicBezTo>
                      <a:pt x="6574" y="2547"/>
                      <a:pt x="6239" y="1740"/>
                      <a:pt x="5645" y="1145"/>
                    </a:cubicBezTo>
                    <a:cubicBezTo>
                      <a:pt x="5050" y="550"/>
                      <a:pt x="4243" y="216"/>
                      <a:pt x="3402" y="216"/>
                    </a:cubicBezTo>
                    <a:cubicBezTo>
                      <a:pt x="2561" y="216"/>
                      <a:pt x="1754" y="550"/>
                      <a:pt x="1159" y="1145"/>
                    </a:cubicBezTo>
                    <a:cubicBezTo>
                      <a:pt x="565" y="1740"/>
                      <a:pt x="230" y="2547"/>
                      <a:pt x="230" y="3389"/>
                    </a:cubicBezTo>
                    <a:cubicBezTo>
                      <a:pt x="230" y="4230"/>
                      <a:pt x="565" y="5037"/>
                      <a:pt x="1159" y="5632"/>
                    </a:cubicBezTo>
                    <a:cubicBezTo>
                      <a:pt x="1754" y="6227"/>
                      <a:pt x="2561" y="6562"/>
                      <a:pt x="3402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23" name="Freeform: Shape 4522">
                <a:extLst>
                  <a:ext uri="{FF2B5EF4-FFF2-40B4-BE49-F238E27FC236}">
                    <a16:creationId xmlns:a16="http://schemas.microsoft.com/office/drawing/2014/main" id="{6AFD6447-040E-D8AB-FD37-471DD7C6A362}"/>
                  </a:ext>
                </a:extLst>
              </p:cNvPr>
              <p:cNvSpPr/>
              <p:nvPr/>
            </p:nvSpPr>
            <p:spPr>
              <a:xfrm>
                <a:off x="3773279" y="6222107"/>
                <a:ext cx="6343" cy="6345"/>
              </a:xfrm>
              <a:custGeom>
                <a:avLst/>
                <a:gdLst>
                  <a:gd name="connsiteX0" fmla="*/ 3402 w 6343"/>
                  <a:gd name="connsiteY0" fmla="*/ 6562 h 6345"/>
                  <a:gd name="connsiteX1" fmla="*/ 5644 w 6343"/>
                  <a:gd name="connsiteY1" fmla="*/ 5632 h 6345"/>
                  <a:gd name="connsiteX2" fmla="*/ 6573 w 6343"/>
                  <a:gd name="connsiteY2" fmla="*/ 3389 h 6345"/>
                  <a:gd name="connsiteX3" fmla="*/ 5644 w 6343"/>
                  <a:gd name="connsiteY3" fmla="*/ 1145 h 6345"/>
                  <a:gd name="connsiteX4" fmla="*/ 3402 w 6343"/>
                  <a:gd name="connsiteY4" fmla="*/ 216 h 6345"/>
                  <a:gd name="connsiteX5" fmla="*/ 1159 w 6343"/>
                  <a:gd name="connsiteY5" fmla="*/ 1145 h 6345"/>
                  <a:gd name="connsiteX6" fmla="*/ 230 w 6343"/>
                  <a:gd name="connsiteY6" fmla="*/ 3389 h 6345"/>
                  <a:gd name="connsiteX7" fmla="*/ 1159 w 6343"/>
                  <a:gd name="connsiteY7" fmla="*/ 5632 h 6345"/>
                  <a:gd name="connsiteX8" fmla="*/ 3402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2"/>
                    </a:moveTo>
                    <a:cubicBezTo>
                      <a:pt x="4243" y="6562"/>
                      <a:pt x="5050" y="6227"/>
                      <a:pt x="5644" y="5632"/>
                    </a:cubicBezTo>
                    <a:cubicBezTo>
                      <a:pt x="6239" y="5037"/>
                      <a:pt x="6573" y="4230"/>
                      <a:pt x="6573" y="3389"/>
                    </a:cubicBezTo>
                    <a:cubicBezTo>
                      <a:pt x="6573" y="2547"/>
                      <a:pt x="6239" y="1740"/>
                      <a:pt x="5644" y="1145"/>
                    </a:cubicBezTo>
                    <a:cubicBezTo>
                      <a:pt x="5050" y="550"/>
                      <a:pt x="4243" y="216"/>
                      <a:pt x="3402" y="216"/>
                    </a:cubicBezTo>
                    <a:cubicBezTo>
                      <a:pt x="2561" y="216"/>
                      <a:pt x="1754" y="550"/>
                      <a:pt x="1159" y="1145"/>
                    </a:cubicBezTo>
                    <a:cubicBezTo>
                      <a:pt x="564" y="1740"/>
                      <a:pt x="230" y="2547"/>
                      <a:pt x="230" y="3389"/>
                    </a:cubicBezTo>
                    <a:cubicBezTo>
                      <a:pt x="230" y="4230"/>
                      <a:pt x="564" y="5037"/>
                      <a:pt x="1159" y="5632"/>
                    </a:cubicBezTo>
                    <a:cubicBezTo>
                      <a:pt x="1754" y="6227"/>
                      <a:pt x="2561" y="6562"/>
                      <a:pt x="3402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24" name="Freeform: Shape 4523">
                <a:extLst>
                  <a:ext uri="{FF2B5EF4-FFF2-40B4-BE49-F238E27FC236}">
                    <a16:creationId xmlns:a16="http://schemas.microsoft.com/office/drawing/2014/main" id="{0BD5EA85-A4DB-85D8-5A90-F1DDF3DC7EDC}"/>
                  </a:ext>
                </a:extLst>
              </p:cNvPr>
              <p:cNvSpPr/>
              <p:nvPr/>
            </p:nvSpPr>
            <p:spPr>
              <a:xfrm>
                <a:off x="3770394" y="6221023"/>
                <a:ext cx="6343" cy="6345"/>
              </a:xfrm>
              <a:custGeom>
                <a:avLst/>
                <a:gdLst>
                  <a:gd name="connsiteX0" fmla="*/ 3402 w 6343"/>
                  <a:gd name="connsiteY0" fmla="*/ 6561 h 6345"/>
                  <a:gd name="connsiteX1" fmla="*/ 5644 w 6343"/>
                  <a:gd name="connsiteY1" fmla="*/ 5632 h 6345"/>
                  <a:gd name="connsiteX2" fmla="*/ 6573 w 6343"/>
                  <a:gd name="connsiteY2" fmla="*/ 3389 h 6345"/>
                  <a:gd name="connsiteX3" fmla="*/ 5644 w 6343"/>
                  <a:gd name="connsiteY3" fmla="*/ 1145 h 6345"/>
                  <a:gd name="connsiteX4" fmla="*/ 3402 w 6343"/>
                  <a:gd name="connsiteY4" fmla="*/ 216 h 6345"/>
                  <a:gd name="connsiteX5" fmla="*/ 1159 w 6343"/>
                  <a:gd name="connsiteY5" fmla="*/ 1145 h 6345"/>
                  <a:gd name="connsiteX6" fmla="*/ 230 w 6343"/>
                  <a:gd name="connsiteY6" fmla="*/ 3389 h 6345"/>
                  <a:gd name="connsiteX7" fmla="*/ 1159 w 6343"/>
                  <a:gd name="connsiteY7" fmla="*/ 5632 h 6345"/>
                  <a:gd name="connsiteX8" fmla="*/ 340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1"/>
                    </a:moveTo>
                    <a:cubicBezTo>
                      <a:pt x="4243" y="6561"/>
                      <a:pt x="5049" y="6227"/>
                      <a:pt x="5644" y="5632"/>
                    </a:cubicBezTo>
                    <a:cubicBezTo>
                      <a:pt x="6239" y="5037"/>
                      <a:pt x="6573" y="4230"/>
                      <a:pt x="6573" y="3389"/>
                    </a:cubicBezTo>
                    <a:cubicBezTo>
                      <a:pt x="6573" y="2547"/>
                      <a:pt x="6239" y="1740"/>
                      <a:pt x="5644" y="1145"/>
                    </a:cubicBezTo>
                    <a:cubicBezTo>
                      <a:pt x="5049" y="550"/>
                      <a:pt x="4243" y="216"/>
                      <a:pt x="3402" y="216"/>
                    </a:cubicBezTo>
                    <a:cubicBezTo>
                      <a:pt x="2560" y="216"/>
                      <a:pt x="1754" y="550"/>
                      <a:pt x="1159" y="1145"/>
                    </a:cubicBezTo>
                    <a:cubicBezTo>
                      <a:pt x="564" y="1740"/>
                      <a:pt x="230" y="2547"/>
                      <a:pt x="230" y="3389"/>
                    </a:cubicBezTo>
                    <a:cubicBezTo>
                      <a:pt x="230" y="4230"/>
                      <a:pt x="564" y="5037"/>
                      <a:pt x="1159" y="5632"/>
                    </a:cubicBezTo>
                    <a:cubicBezTo>
                      <a:pt x="1754" y="6227"/>
                      <a:pt x="2560" y="6561"/>
                      <a:pt x="340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25" name="Freeform: Shape 4524">
                <a:extLst>
                  <a:ext uri="{FF2B5EF4-FFF2-40B4-BE49-F238E27FC236}">
                    <a16:creationId xmlns:a16="http://schemas.microsoft.com/office/drawing/2014/main" id="{381EEA41-5CD8-E46B-446E-D4D98574DDE9}"/>
                  </a:ext>
                </a:extLst>
              </p:cNvPr>
              <p:cNvSpPr/>
              <p:nvPr/>
            </p:nvSpPr>
            <p:spPr>
              <a:xfrm>
                <a:off x="3766442" y="6224861"/>
                <a:ext cx="6343" cy="6345"/>
              </a:xfrm>
              <a:custGeom>
                <a:avLst/>
                <a:gdLst>
                  <a:gd name="connsiteX0" fmla="*/ 3401 w 6343"/>
                  <a:gd name="connsiteY0" fmla="*/ 6562 h 6345"/>
                  <a:gd name="connsiteX1" fmla="*/ 5644 w 6343"/>
                  <a:gd name="connsiteY1" fmla="*/ 5632 h 6345"/>
                  <a:gd name="connsiteX2" fmla="*/ 6573 w 6343"/>
                  <a:gd name="connsiteY2" fmla="*/ 3389 h 6345"/>
                  <a:gd name="connsiteX3" fmla="*/ 5644 w 6343"/>
                  <a:gd name="connsiteY3" fmla="*/ 1146 h 6345"/>
                  <a:gd name="connsiteX4" fmla="*/ 3401 w 6343"/>
                  <a:gd name="connsiteY4" fmla="*/ 216 h 6345"/>
                  <a:gd name="connsiteX5" fmla="*/ 1159 w 6343"/>
                  <a:gd name="connsiteY5" fmla="*/ 1146 h 6345"/>
                  <a:gd name="connsiteX6" fmla="*/ 230 w 6343"/>
                  <a:gd name="connsiteY6" fmla="*/ 3389 h 6345"/>
                  <a:gd name="connsiteX7" fmla="*/ 1159 w 6343"/>
                  <a:gd name="connsiteY7" fmla="*/ 5632 h 6345"/>
                  <a:gd name="connsiteX8" fmla="*/ 3401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62"/>
                    </a:moveTo>
                    <a:cubicBezTo>
                      <a:pt x="4242" y="6562"/>
                      <a:pt x="5049" y="6227"/>
                      <a:pt x="5644" y="5632"/>
                    </a:cubicBezTo>
                    <a:cubicBezTo>
                      <a:pt x="6239" y="5038"/>
                      <a:pt x="6573" y="4230"/>
                      <a:pt x="6573" y="3389"/>
                    </a:cubicBezTo>
                    <a:cubicBezTo>
                      <a:pt x="6573" y="2548"/>
                      <a:pt x="6239" y="1741"/>
                      <a:pt x="5644" y="1146"/>
                    </a:cubicBezTo>
                    <a:cubicBezTo>
                      <a:pt x="5049" y="551"/>
                      <a:pt x="4242" y="216"/>
                      <a:pt x="3401" y="216"/>
                    </a:cubicBezTo>
                    <a:cubicBezTo>
                      <a:pt x="2560" y="216"/>
                      <a:pt x="1753" y="551"/>
                      <a:pt x="1159" y="1146"/>
                    </a:cubicBezTo>
                    <a:cubicBezTo>
                      <a:pt x="564" y="1741"/>
                      <a:pt x="230" y="2548"/>
                      <a:pt x="230" y="3389"/>
                    </a:cubicBezTo>
                    <a:cubicBezTo>
                      <a:pt x="230" y="4230"/>
                      <a:pt x="564" y="5038"/>
                      <a:pt x="1159" y="5632"/>
                    </a:cubicBezTo>
                    <a:cubicBezTo>
                      <a:pt x="1753" y="6227"/>
                      <a:pt x="2560" y="6562"/>
                      <a:pt x="3401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26" name="Freeform: Shape 4525">
                <a:extLst>
                  <a:ext uri="{FF2B5EF4-FFF2-40B4-BE49-F238E27FC236}">
                    <a16:creationId xmlns:a16="http://schemas.microsoft.com/office/drawing/2014/main" id="{A34E1A6B-654D-446D-F901-C397BBA0BD22}"/>
                  </a:ext>
                </a:extLst>
              </p:cNvPr>
              <p:cNvSpPr/>
              <p:nvPr/>
            </p:nvSpPr>
            <p:spPr>
              <a:xfrm>
                <a:off x="3762667" y="6227655"/>
                <a:ext cx="6343" cy="6345"/>
              </a:xfrm>
              <a:custGeom>
                <a:avLst/>
                <a:gdLst>
                  <a:gd name="connsiteX0" fmla="*/ 3401 w 6343"/>
                  <a:gd name="connsiteY0" fmla="*/ 6562 h 6345"/>
                  <a:gd name="connsiteX1" fmla="*/ 5644 w 6343"/>
                  <a:gd name="connsiteY1" fmla="*/ 5633 h 6345"/>
                  <a:gd name="connsiteX2" fmla="*/ 6573 w 6343"/>
                  <a:gd name="connsiteY2" fmla="*/ 3389 h 6345"/>
                  <a:gd name="connsiteX3" fmla="*/ 5644 w 6343"/>
                  <a:gd name="connsiteY3" fmla="*/ 1146 h 6345"/>
                  <a:gd name="connsiteX4" fmla="*/ 3401 w 6343"/>
                  <a:gd name="connsiteY4" fmla="*/ 217 h 6345"/>
                  <a:gd name="connsiteX5" fmla="*/ 1158 w 6343"/>
                  <a:gd name="connsiteY5" fmla="*/ 1146 h 6345"/>
                  <a:gd name="connsiteX6" fmla="*/ 229 w 6343"/>
                  <a:gd name="connsiteY6" fmla="*/ 3389 h 6345"/>
                  <a:gd name="connsiteX7" fmla="*/ 1158 w 6343"/>
                  <a:gd name="connsiteY7" fmla="*/ 5633 h 6345"/>
                  <a:gd name="connsiteX8" fmla="*/ 3401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62"/>
                    </a:moveTo>
                    <a:cubicBezTo>
                      <a:pt x="4242" y="6562"/>
                      <a:pt x="5049" y="6228"/>
                      <a:pt x="5644" y="5633"/>
                    </a:cubicBezTo>
                    <a:cubicBezTo>
                      <a:pt x="6238" y="5038"/>
                      <a:pt x="6573" y="4231"/>
                      <a:pt x="6573" y="3389"/>
                    </a:cubicBezTo>
                    <a:cubicBezTo>
                      <a:pt x="6573" y="2548"/>
                      <a:pt x="6238" y="1741"/>
                      <a:pt x="5644" y="1146"/>
                    </a:cubicBezTo>
                    <a:cubicBezTo>
                      <a:pt x="5049" y="551"/>
                      <a:pt x="4242" y="217"/>
                      <a:pt x="3401" y="217"/>
                    </a:cubicBezTo>
                    <a:cubicBezTo>
                      <a:pt x="2560" y="217"/>
                      <a:pt x="1753" y="551"/>
                      <a:pt x="1158" y="1146"/>
                    </a:cubicBezTo>
                    <a:cubicBezTo>
                      <a:pt x="564" y="1741"/>
                      <a:pt x="229" y="2548"/>
                      <a:pt x="229" y="3389"/>
                    </a:cubicBezTo>
                    <a:cubicBezTo>
                      <a:pt x="229" y="4231"/>
                      <a:pt x="564" y="5038"/>
                      <a:pt x="1158" y="5633"/>
                    </a:cubicBezTo>
                    <a:cubicBezTo>
                      <a:pt x="1753" y="6228"/>
                      <a:pt x="2560" y="6562"/>
                      <a:pt x="3401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27" name="Freeform: Shape 4526">
                <a:extLst>
                  <a:ext uri="{FF2B5EF4-FFF2-40B4-BE49-F238E27FC236}">
                    <a16:creationId xmlns:a16="http://schemas.microsoft.com/office/drawing/2014/main" id="{919D340C-13BF-E7D9-A218-C95998F13C0E}"/>
                  </a:ext>
                </a:extLst>
              </p:cNvPr>
              <p:cNvSpPr/>
              <p:nvPr/>
            </p:nvSpPr>
            <p:spPr>
              <a:xfrm>
                <a:off x="3759417" y="6227981"/>
                <a:ext cx="6343" cy="6345"/>
              </a:xfrm>
              <a:custGeom>
                <a:avLst/>
                <a:gdLst>
                  <a:gd name="connsiteX0" fmla="*/ 3401 w 6343"/>
                  <a:gd name="connsiteY0" fmla="*/ 6562 h 6345"/>
                  <a:gd name="connsiteX1" fmla="*/ 5643 w 6343"/>
                  <a:gd name="connsiteY1" fmla="*/ 5633 h 6345"/>
                  <a:gd name="connsiteX2" fmla="*/ 6572 w 6343"/>
                  <a:gd name="connsiteY2" fmla="*/ 3389 h 6345"/>
                  <a:gd name="connsiteX3" fmla="*/ 5643 w 6343"/>
                  <a:gd name="connsiteY3" fmla="*/ 1146 h 6345"/>
                  <a:gd name="connsiteX4" fmla="*/ 3401 w 6343"/>
                  <a:gd name="connsiteY4" fmla="*/ 217 h 6345"/>
                  <a:gd name="connsiteX5" fmla="*/ 1158 w 6343"/>
                  <a:gd name="connsiteY5" fmla="*/ 1146 h 6345"/>
                  <a:gd name="connsiteX6" fmla="*/ 229 w 6343"/>
                  <a:gd name="connsiteY6" fmla="*/ 3389 h 6345"/>
                  <a:gd name="connsiteX7" fmla="*/ 1158 w 6343"/>
                  <a:gd name="connsiteY7" fmla="*/ 5633 h 6345"/>
                  <a:gd name="connsiteX8" fmla="*/ 3401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62"/>
                    </a:moveTo>
                    <a:cubicBezTo>
                      <a:pt x="4242" y="6562"/>
                      <a:pt x="5049" y="6228"/>
                      <a:pt x="5643" y="5633"/>
                    </a:cubicBezTo>
                    <a:cubicBezTo>
                      <a:pt x="6238" y="5038"/>
                      <a:pt x="6572" y="4231"/>
                      <a:pt x="6572" y="3389"/>
                    </a:cubicBezTo>
                    <a:cubicBezTo>
                      <a:pt x="6572" y="2548"/>
                      <a:pt x="6238" y="1741"/>
                      <a:pt x="5643" y="1146"/>
                    </a:cubicBezTo>
                    <a:cubicBezTo>
                      <a:pt x="5049" y="551"/>
                      <a:pt x="4242" y="217"/>
                      <a:pt x="3401" y="217"/>
                    </a:cubicBezTo>
                    <a:cubicBezTo>
                      <a:pt x="2560" y="217"/>
                      <a:pt x="1753" y="551"/>
                      <a:pt x="1158" y="1146"/>
                    </a:cubicBezTo>
                    <a:cubicBezTo>
                      <a:pt x="563" y="1741"/>
                      <a:pt x="229" y="2548"/>
                      <a:pt x="229" y="3389"/>
                    </a:cubicBezTo>
                    <a:cubicBezTo>
                      <a:pt x="229" y="4231"/>
                      <a:pt x="563" y="5038"/>
                      <a:pt x="1158" y="5633"/>
                    </a:cubicBezTo>
                    <a:cubicBezTo>
                      <a:pt x="1753" y="6228"/>
                      <a:pt x="2560" y="6562"/>
                      <a:pt x="3401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28" name="Freeform: Shape 4527">
                <a:extLst>
                  <a:ext uri="{FF2B5EF4-FFF2-40B4-BE49-F238E27FC236}">
                    <a16:creationId xmlns:a16="http://schemas.microsoft.com/office/drawing/2014/main" id="{EE9AF04E-C169-388F-233F-C3C6E929A19B}"/>
                  </a:ext>
                </a:extLst>
              </p:cNvPr>
              <p:cNvSpPr/>
              <p:nvPr/>
            </p:nvSpPr>
            <p:spPr>
              <a:xfrm>
                <a:off x="3756290" y="6227734"/>
                <a:ext cx="6343" cy="6345"/>
              </a:xfrm>
              <a:custGeom>
                <a:avLst/>
                <a:gdLst>
                  <a:gd name="connsiteX0" fmla="*/ 3400 w 6343"/>
                  <a:gd name="connsiteY0" fmla="*/ 6562 h 6345"/>
                  <a:gd name="connsiteX1" fmla="*/ 5643 w 6343"/>
                  <a:gd name="connsiteY1" fmla="*/ 5633 h 6345"/>
                  <a:gd name="connsiteX2" fmla="*/ 6572 w 6343"/>
                  <a:gd name="connsiteY2" fmla="*/ 3389 h 6345"/>
                  <a:gd name="connsiteX3" fmla="*/ 5643 w 6343"/>
                  <a:gd name="connsiteY3" fmla="*/ 1146 h 6345"/>
                  <a:gd name="connsiteX4" fmla="*/ 3400 w 6343"/>
                  <a:gd name="connsiteY4" fmla="*/ 217 h 6345"/>
                  <a:gd name="connsiteX5" fmla="*/ 1158 w 6343"/>
                  <a:gd name="connsiteY5" fmla="*/ 1146 h 6345"/>
                  <a:gd name="connsiteX6" fmla="*/ 229 w 6343"/>
                  <a:gd name="connsiteY6" fmla="*/ 3389 h 6345"/>
                  <a:gd name="connsiteX7" fmla="*/ 1158 w 6343"/>
                  <a:gd name="connsiteY7" fmla="*/ 5633 h 6345"/>
                  <a:gd name="connsiteX8" fmla="*/ 3400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62"/>
                    </a:moveTo>
                    <a:cubicBezTo>
                      <a:pt x="4242" y="6562"/>
                      <a:pt x="5048" y="6228"/>
                      <a:pt x="5643" y="5633"/>
                    </a:cubicBezTo>
                    <a:cubicBezTo>
                      <a:pt x="6238" y="5038"/>
                      <a:pt x="6572" y="4231"/>
                      <a:pt x="6572" y="3389"/>
                    </a:cubicBezTo>
                    <a:cubicBezTo>
                      <a:pt x="6572" y="2548"/>
                      <a:pt x="6238" y="1741"/>
                      <a:pt x="5643" y="1146"/>
                    </a:cubicBezTo>
                    <a:cubicBezTo>
                      <a:pt x="5048" y="551"/>
                      <a:pt x="4242" y="217"/>
                      <a:pt x="3400" y="217"/>
                    </a:cubicBezTo>
                    <a:cubicBezTo>
                      <a:pt x="2559" y="217"/>
                      <a:pt x="1753" y="551"/>
                      <a:pt x="1158" y="1146"/>
                    </a:cubicBezTo>
                    <a:cubicBezTo>
                      <a:pt x="563" y="1741"/>
                      <a:pt x="229" y="2548"/>
                      <a:pt x="229" y="3389"/>
                    </a:cubicBezTo>
                    <a:cubicBezTo>
                      <a:pt x="229" y="4231"/>
                      <a:pt x="563" y="5038"/>
                      <a:pt x="1158" y="5633"/>
                    </a:cubicBezTo>
                    <a:cubicBezTo>
                      <a:pt x="1753" y="6228"/>
                      <a:pt x="2559" y="6562"/>
                      <a:pt x="3400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29" name="Freeform: Shape 4528">
                <a:extLst>
                  <a:ext uri="{FF2B5EF4-FFF2-40B4-BE49-F238E27FC236}">
                    <a16:creationId xmlns:a16="http://schemas.microsoft.com/office/drawing/2014/main" id="{C4463391-9129-B06B-A074-7B98A7CF49E0}"/>
                  </a:ext>
                </a:extLst>
              </p:cNvPr>
              <p:cNvSpPr/>
              <p:nvPr/>
            </p:nvSpPr>
            <p:spPr>
              <a:xfrm>
                <a:off x="3753083" y="6227788"/>
                <a:ext cx="6343" cy="6345"/>
              </a:xfrm>
              <a:custGeom>
                <a:avLst/>
                <a:gdLst>
                  <a:gd name="connsiteX0" fmla="*/ 3400 w 6343"/>
                  <a:gd name="connsiteY0" fmla="*/ 6562 h 6345"/>
                  <a:gd name="connsiteX1" fmla="*/ 5643 w 6343"/>
                  <a:gd name="connsiteY1" fmla="*/ 5633 h 6345"/>
                  <a:gd name="connsiteX2" fmla="*/ 6572 w 6343"/>
                  <a:gd name="connsiteY2" fmla="*/ 3389 h 6345"/>
                  <a:gd name="connsiteX3" fmla="*/ 5643 w 6343"/>
                  <a:gd name="connsiteY3" fmla="*/ 1146 h 6345"/>
                  <a:gd name="connsiteX4" fmla="*/ 3400 w 6343"/>
                  <a:gd name="connsiteY4" fmla="*/ 217 h 6345"/>
                  <a:gd name="connsiteX5" fmla="*/ 1158 w 6343"/>
                  <a:gd name="connsiteY5" fmla="*/ 1146 h 6345"/>
                  <a:gd name="connsiteX6" fmla="*/ 229 w 6343"/>
                  <a:gd name="connsiteY6" fmla="*/ 3389 h 6345"/>
                  <a:gd name="connsiteX7" fmla="*/ 1158 w 6343"/>
                  <a:gd name="connsiteY7" fmla="*/ 5633 h 6345"/>
                  <a:gd name="connsiteX8" fmla="*/ 3400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62"/>
                    </a:moveTo>
                    <a:cubicBezTo>
                      <a:pt x="4241" y="6562"/>
                      <a:pt x="5048" y="6228"/>
                      <a:pt x="5643" y="5633"/>
                    </a:cubicBezTo>
                    <a:cubicBezTo>
                      <a:pt x="6238" y="5038"/>
                      <a:pt x="6572" y="4231"/>
                      <a:pt x="6572" y="3389"/>
                    </a:cubicBezTo>
                    <a:cubicBezTo>
                      <a:pt x="6572" y="2548"/>
                      <a:pt x="6238" y="1741"/>
                      <a:pt x="5643" y="1146"/>
                    </a:cubicBezTo>
                    <a:cubicBezTo>
                      <a:pt x="5048" y="551"/>
                      <a:pt x="4241" y="217"/>
                      <a:pt x="3400" y="217"/>
                    </a:cubicBezTo>
                    <a:cubicBezTo>
                      <a:pt x="2559" y="217"/>
                      <a:pt x="1752" y="551"/>
                      <a:pt x="1158" y="1146"/>
                    </a:cubicBezTo>
                    <a:cubicBezTo>
                      <a:pt x="563" y="1741"/>
                      <a:pt x="229" y="2548"/>
                      <a:pt x="229" y="3389"/>
                    </a:cubicBezTo>
                    <a:cubicBezTo>
                      <a:pt x="229" y="4231"/>
                      <a:pt x="563" y="5038"/>
                      <a:pt x="1158" y="5633"/>
                    </a:cubicBezTo>
                    <a:cubicBezTo>
                      <a:pt x="1752" y="6228"/>
                      <a:pt x="2559" y="6562"/>
                      <a:pt x="3400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30" name="Freeform: Shape 4529">
                <a:extLst>
                  <a:ext uri="{FF2B5EF4-FFF2-40B4-BE49-F238E27FC236}">
                    <a16:creationId xmlns:a16="http://schemas.microsoft.com/office/drawing/2014/main" id="{4CA78AF1-D67B-3E73-AC49-152F1B7182CB}"/>
                  </a:ext>
                </a:extLst>
              </p:cNvPr>
              <p:cNvSpPr/>
              <p:nvPr/>
            </p:nvSpPr>
            <p:spPr>
              <a:xfrm>
                <a:off x="3759398" y="6189779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3 w 6343"/>
                  <a:gd name="connsiteY1" fmla="*/ 5630 h 6345"/>
                  <a:gd name="connsiteX2" fmla="*/ 6572 w 6343"/>
                  <a:gd name="connsiteY2" fmla="*/ 3386 h 6345"/>
                  <a:gd name="connsiteX3" fmla="*/ 5643 w 6343"/>
                  <a:gd name="connsiteY3" fmla="*/ 1143 h 6345"/>
                  <a:gd name="connsiteX4" fmla="*/ 3401 w 6343"/>
                  <a:gd name="connsiteY4" fmla="*/ 214 h 6345"/>
                  <a:gd name="connsiteX5" fmla="*/ 1158 w 6343"/>
                  <a:gd name="connsiteY5" fmla="*/ 1143 h 6345"/>
                  <a:gd name="connsiteX6" fmla="*/ 229 w 6343"/>
                  <a:gd name="connsiteY6" fmla="*/ 3386 h 6345"/>
                  <a:gd name="connsiteX7" fmla="*/ 1158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5"/>
                      <a:pt x="5643" y="5630"/>
                    </a:cubicBezTo>
                    <a:cubicBezTo>
                      <a:pt x="6238" y="5035"/>
                      <a:pt x="6572" y="4228"/>
                      <a:pt x="6572" y="3386"/>
                    </a:cubicBezTo>
                    <a:cubicBezTo>
                      <a:pt x="6572" y="2545"/>
                      <a:pt x="6238" y="1738"/>
                      <a:pt x="5643" y="1143"/>
                    </a:cubicBezTo>
                    <a:cubicBezTo>
                      <a:pt x="5049" y="548"/>
                      <a:pt x="4242" y="214"/>
                      <a:pt x="3401" y="214"/>
                    </a:cubicBezTo>
                    <a:cubicBezTo>
                      <a:pt x="2560" y="214"/>
                      <a:pt x="1753" y="548"/>
                      <a:pt x="1158" y="1143"/>
                    </a:cubicBezTo>
                    <a:cubicBezTo>
                      <a:pt x="563" y="1738"/>
                      <a:pt x="229" y="2545"/>
                      <a:pt x="229" y="3386"/>
                    </a:cubicBezTo>
                    <a:cubicBezTo>
                      <a:pt x="229" y="4228"/>
                      <a:pt x="563" y="5035"/>
                      <a:pt x="1158" y="5630"/>
                    </a:cubicBezTo>
                    <a:cubicBezTo>
                      <a:pt x="1753" y="6225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31" name="Freeform: Shape 4530">
                <a:extLst>
                  <a:ext uri="{FF2B5EF4-FFF2-40B4-BE49-F238E27FC236}">
                    <a16:creationId xmlns:a16="http://schemas.microsoft.com/office/drawing/2014/main" id="{DFA12DDB-5CED-94AD-D163-0863D9469743}"/>
                  </a:ext>
                </a:extLst>
              </p:cNvPr>
              <p:cNvSpPr/>
              <p:nvPr/>
            </p:nvSpPr>
            <p:spPr>
              <a:xfrm>
                <a:off x="3756685" y="6188799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3 w 6343"/>
                  <a:gd name="connsiteY1" fmla="*/ 5630 h 6345"/>
                  <a:gd name="connsiteX2" fmla="*/ 6572 w 6343"/>
                  <a:gd name="connsiteY2" fmla="*/ 3386 h 6345"/>
                  <a:gd name="connsiteX3" fmla="*/ 5643 w 6343"/>
                  <a:gd name="connsiteY3" fmla="*/ 1143 h 6345"/>
                  <a:gd name="connsiteX4" fmla="*/ 3401 w 6343"/>
                  <a:gd name="connsiteY4" fmla="*/ 213 h 6345"/>
                  <a:gd name="connsiteX5" fmla="*/ 1158 w 6343"/>
                  <a:gd name="connsiteY5" fmla="*/ 1143 h 6345"/>
                  <a:gd name="connsiteX6" fmla="*/ 229 w 6343"/>
                  <a:gd name="connsiteY6" fmla="*/ 3386 h 6345"/>
                  <a:gd name="connsiteX7" fmla="*/ 1158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8" y="6225"/>
                      <a:pt x="5643" y="5630"/>
                    </a:cubicBezTo>
                    <a:cubicBezTo>
                      <a:pt x="6238" y="5035"/>
                      <a:pt x="6572" y="4228"/>
                      <a:pt x="6572" y="3386"/>
                    </a:cubicBezTo>
                    <a:cubicBezTo>
                      <a:pt x="6572" y="2545"/>
                      <a:pt x="6238" y="1738"/>
                      <a:pt x="5643" y="1143"/>
                    </a:cubicBezTo>
                    <a:cubicBezTo>
                      <a:pt x="5048" y="548"/>
                      <a:pt x="4242" y="213"/>
                      <a:pt x="3401" y="213"/>
                    </a:cubicBezTo>
                    <a:cubicBezTo>
                      <a:pt x="2559" y="213"/>
                      <a:pt x="1753" y="548"/>
                      <a:pt x="1158" y="1143"/>
                    </a:cubicBezTo>
                    <a:cubicBezTo>
                      <a:pt x="563" y="1738"/>
                      <a:pt x="229" y="2545"/>
                      <a:pt x="229" y="3386"/>
                    </a:cubicBezTo>
                    <a:cubicBezTo>
                      <a:pt x="229" y="4228"/>
                      <a:pt x="563" y="5035"/>
                      <a:pt x="1158" y="5630"/>
                    </a:cubicBezTo>
                    <a:cubicBezTo>
                      <a:pt x="1753" y="6225"/>
                      <a:pt x="2559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32" name="Freeform: Shape 4531">
                <a:extLst>
                  <a:ext uri="{FF2B5EF4-FFF2-40B4-BE49-F238E27FC236}">
                    <a16:creationId xmlns:a16="http://schemas.microsoft.com/office/drawing/2014/main" id="{841F1904-07CA-0ED4-C2AB-10649A76DAC2}"/>
                  </a:ext>
                </a:extLst>
              </p:cNvPr>
              <p:cNvSpPr/>
              <p:nvPr/>
            </p:nvSpPr>
            <p:spPr>
              <a:xfrm>
                <a:off x="3752354" y="6193970"/>
                <a:ext cx="6343" cy="6345"/>
              </a:xfrm>
              <a:custGeom>
                <a:avLst/>
                <a:gdLst>
                  <a:gd name="connsiteX0" fmla="*/ 3400 w 6343"/>
                  <a:gd name="connsiteY0" fmla="*/ 6559 h 6345"/>
                  <a:gd name="connsiteX1" fmla="*/ 5643 w 6343"/>
                  <a:gd name="connsiteY1" fmla="*/ 5630 h 6345"/>
                  <a:gd name="connsiteX2" fmla="*/ 6572 w 6343"/>
                  <a:gd name="connsiteY2" fmla="*/ 3387 h 6345"/>
                  <a:gd name="connsiteX3" fmla="*/ 5643 w 6343"/>
                  <a:gd name="connsiteY3" fmla="*/ 1143 h 6345"/>
                  <a:gd name="connsiteX4" fmla="*/ 3400 w 6343"/>
                  <a:gd name="connsiteY4" fmla="*/ 214 h 6345"/>
                  <a:gd name="connsiteX5" fmla="*/ 1158 w 6343"/>
                  <a:gd name="connsiteY5" fmla="*/ 1143 h 6345"/>
                  <a:gd name="connsiteX6" fmla="*/ 229 w 6343"/>
                  <a:gd name="connsiteY6" fmla="*/ 3387 h 6345"/>
                  <a:gd name="connsiteX7" fmla="*/ 1158 w 6343"/>
                  <a:gd name="connsiteY7" fmla="*/ 5630 h 6345"/>
                  <a:gd name="connsiteX8" fmla="*/ 340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59"/>
                    </a:moveTo>
                    <a:cubicBezTo>
                      <a:pt x="4241" y="6559"/>
                      <a:pt x="5048" y="6225"/>
                      <a:pt x="5643" y="5630"/>
                    </a:cubicBezTo>
                    <a:cubicBezTo>
                      <a:pt x="6238" y="5035"/>
                      <a:pt x="6572" y="4228"/>
                      <a:pt x="6572" y="3387"/>
                    </a:cubicBezTo>
                    <a:cubicBezTo>
                      <a:pt x="6572" y="2545"/>
                      <a:pt x="6238" y="1738"/>
                      <a:pt x="5643" y="1143"/>
                    </a:cubicBezTo>
                    <a:cubicBezTo>
                      <a:pt x="5048" y="548"/>
                      <a:pt x="4241" y="214"/>
                      <a:pt x="3400" y="214"/>
                    </a:cubicBezTo>
                    <a:cubicBezTo>
                      <a:pt x="2559" y="214"/>
                      <a:pt x="1752" y="548"/>
                      <a:pt x="1158" y="1143"/>
                    </a:cubicBezTo>
                    <a:cubicBezTo>
                      <a:pt x="563" y="1738"/>
                      <a:pt x="229" y="2545"/>
                      <a:pt x="229" y="3387"/>
                    </a:cubicBezTo>
                    <a:cubicBezTo>
                      <a:pt x="229" y="4228"/>
                      <a:pt x="563" y="5035"/>
                      <a:pt x="1158" y="5630"/>
                    </a:cubicBezTo>
                    <a:cubicBezTo>
                      <a:pt x="1752" y="6225"/>
                      <a:pt x="2559" y="6559"/>
                      <a:pt x="340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33" name="Freeform: Shape 4532">
                <a:extLst>
                  <a:ext uri="{FF2B5EF4-FFF2-40B4-BE49-F238E27FC236}">
                    <a16:creationId xmlns:a16="http://schemas.microsoft.com/office/drawing/2014/main" id="{F3FD474C-433D-614F-3476-4A0A2931F915}"/>
                  </a:ext>
                </a:extLst>
              </p:cNvPr>
              <p:cNvSpPr/>
              <p:nvPr/>
            </p:nvSpPr>
            <p:spPr>
              <a:xfrm>
                <a:off x="3748399" y="6197462"/>
                <a:ext cx="6343" cy="6345"/>
              </a:xfrm>
              <a:custGeom>
                <a:avLst/>
                <a:gdLst>
                  <a:gd name="connsiteX0" fmla="*/ 3400 w 6343"/>
                  <a:gd name="connsiteY0" fmla="*/ 6560 h 6345"/>
                  <a:gd name="connsiteX1" fmla="*/ 5642 w 6343"/>
                  <a:gd name="connsiteY1" fmla="*/ 5630 h 6345"/>
                  <a:gd name="connsiteX2" fmla="*/ 6571 w 6343"/>
                  <a:gd name="connsiteY2" fmla="*/ 3387 h 6345"/>
                  <a:gd name="connsiteX3" fmla="*/ 5642 w 6343"/>
                  <a:gd name="connsiteY3" fmla="*/ 1143 h 6345"/>
                  <a:gd name="connsiteX4" fmla="*/ 3400 w 6343"/>
                  <a:gd name="connsiteY4" fmla="*/ 214 h 6345"/>
                  <a:gd name="connsiteX5" fmla="*/ 1157 w 6343"/>
                  <a:gd name="connsiteY5" fmla="*/ 1143 h 6345"/>
                  <a:gd name="connsiteX6" fmla="*/ 228 w 6343"/>
                  <a:gd name="connsiteY6" fmla="*/ 3387 h 6345"/>
                  <a:gd name="connsiteX7" fmla="*/ 1157 w 6343"/>
                  <a:gd name="connsiteY7" fmla="*/ 5630 h 6345"/>
                  <a:gd name="connsiteX8" fmla="*/ 3400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60"/>
                    </a:moveTo>
                    <a:cubicBezTo>
                      <a:pt x="4241" y="6560"/>
                      <a:pt x="5048" y="6225"/>
                      <a:pt x="5642" y="5630"/>
                    </a:cubicBezTo>
                    <a:cubicBezTo>
                      <a:pt x="6237" y="5035"/>
                      <a:pt x="6571" y="4228"/>
                      <a:pt x="6571" y="3387"/>
                    </a:cubicBezTo>
                    <a:cubicBezTo>
                      <a:pt x="6571" y="2545"/>
                      <a:pt x="6237" y="1738"/>
                      <a:pt x="5642" y="1143"/>
                    </a:cubicBezTo>
                    <a:cubicBezTo>
                      <a:pt x="5048" y="548"/>
                      <a:pt x="4241" y="214"/>
                      <a:pt x="3400" y="214"/>
                    </a:cubicBezTo>
                    <a:cubicBezTo>
                      <a:pt x="2559" y="214"/>
                      <a:pt x="1752" y="548"/>
                      <a:pt x="1157" y="1143"/>
                    </a:cubicBezTo>
                    <a:cubicBezTo>
                      <a:pt x="562" y="1738"/>
                      <a:pt x="228" y="2545"/>
                      <a:pt x="228" y="3387"/>
                    </a:cubicBezTo>
                    <a:cubicBezTo>
                      <a:pt x="228" y="4228"/>
                      <a:pt x="562" y="5035"/>
                      <a:pt x="1157" y="5630"/>
                    </a:cubicBezTo>
                    <a:cubicBezTo>
                      <a:pt x="1752" y="6225"/>
                      <a:pt x="2559" y="6560"/>
                      <a:pt x="3400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34" name="Freeform: Shape 4533">
                <a:extLst>
                  <a:ext uri="{FF2B5EF4-FFF2-40B4-BE49-F238E27FC236}">
                    <a16:creationId xmlns:a16="http://schemas.microsoft.com/office/drawing/2014/main" id="{00A6EBC2-F0C7-BA1D-7A89-E3C88D0D9DA0}"/>
                  </a:ext>
                </a:extLst>
              </p:cNvPr>
              <p:cNvSpPr/>
              <p:nvPr/>
            </p:nvSpPr>
            <p:spPr>
              <a:xfrm>
                <a:off x="3727663" y="6249130"/>
                <a:ext cx="6343" cy="6345"/>
              </a:xfrm>
              <a:custGeom>
                <a:avLst/>
                <a:gdLst>
                  <a:gd name="connsiteX0" fmla="*/ 3398 w 6343"/>
                  <a:gd name="connsiteY0" fmla="*/ 6564 h 6345"/>
                  <a:gd name="connsiteX1" fmla="*/ 5641 w 6343"/>
                  <a:gd name="connsiteY1" fmla="*/ 5634 h 6345"/>
                  <a:gd name="connsiteX2" fmla="*/ 6570 w 6343"/>
                  <a:gd name="connsiteY2" fmla="*/ 3391 h 6345"/>
                  <a:gd name="connsiteX3" fmla="*/ 5641 w 6343"/>
                  <a:gd name="connsiteY3" fmla="*/ 1148 h 6345"/>
                  <a:gd name="connsiteX4" fmla="*/ 3398 w 6343"/>
                  <a:gd name="connsiteY4" fmla="*/ 218 h 6345"/>
                  <a:gd name="connsiteX5" fmla="*/ 1156 w 6343"/>
                  <a:gd name="connsiteY5" fmla="*/ 1148 h 6345"/>
                  <a:gd name="connsiteX6" fmla="*/ 227 w 6343"/>
                  <a:gd name="connsiteY6" fmla="*/ 3391 h 6345"/>
                  <a:gd name="connsiteX7" fmla="*/ 1156 w 6343"/>
                  <a:gd name="connsiteY7" fmla="*/ 5634 h 6345"/>
                  <a:gd name="connsiteX8" fmla="*/ 3398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64"/>
                    </a:moveTo>
                    <a:cubicBezTo>
                      <a:pt x="4239" y="6564"/>
                      <a:pt x="5046" y="6229"/>
                      <a:pt x="5641" y="5634"/>
                    </a:cubicBezTo>
                    <a:cubicBezTo>
                      <a:pt x="6236" y="5039"/>
                      <a:pt x="6570" y="4232"/>
                      <a:pt x="6570" y="3391"/>
                    </a:cubicBezTo>
                    <a:cubicBezTo>
                      <a:pt x="6570" y="2550"/>
                      <a:pt x="6236" y="1742"/>
                      <a:pt x="5641" y="1148"/>
                    </a:cubicBezTo>
                    <a:cubicBezTo>
                      <a:pt x="5046" y="553"/>
                      <a:pt x="4239" y="218"/>
                      <a:pt x="3398" y="218"/>
                    </a:cubicBezTo>
                    <a:cubicBezTo>
                      <a:pt x="2557" y="218"/>
                      <a:pt x="1750" y="553"/>
                      <a:pt x="1156" y="1148"/>
                    </a:cubicBezTo>
                    <a:cubicBezTo>
                      <a:pt x="561" y="1742"/>
                      <a:pt x="227" y="2550"/>
                      <a:pt x="227" y="3391"/>
                    </a:cubicBezTo>
                    <a:cubicBezTo>
                      <a:pt x="227" y="4232"/>
                      <a:pt x="561" y="5039"/>
                      <a:pt x="1156" y="5634"/>
                    </a:cubicBezTo>
                    <a:cubicBezTo>
                      <a:pt x="1750" y="6229"/>
                      <a:pt x="2557" y="6564"/>
                      <a:pt x="3398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35" name="Freeform: Shape 4534">
                <a:extLst>
                  <a:ext uri="{FF2B5EF4-FFF2-40B4-BE49-F238E27FC236}">
                    <a16:creationId xmlns:a16="http://schemas.microsoft.com/office/drawing/2014/main" id="{3555626A-BAF8-3DF1-AF9E-16796E393E1D}"/>
                  </a:ext>
                </a:extLst>
              </p:cNvPr>
              <p:cNvSpPr/>
              <p:nvPr/>
            </p:nvSpPr>
            <p:spPr>
              <a:xfrm>
                <a:off x="3723858" y="6250497"/>
                <a:ext cx="6343" cy="6345"/>
              </a:xfrm>
              <a:custGeom>
                <a:avLst/>
                <a:gdLst>
                  <a:gd name="connsiteX0" fmla="*/ 3398 w 6343"/>
                  <a:gd name="connsiteY0" fmla="*/ 6564 h 6345"/>
                  <a:gd name="connsiteX1" fmla="*/ 5641 w 6343"/>
                  <a:gd name="connsiteY1" fmla="*/ 5635 h 6345"/>
                  <a:gd name="connsiteX2" fmla="*/ 6569 w 6343"/>
                  <a:gd name="connsiteY2" fmla="*/ 3391 h 6345"/>
                  <a:gd name="connsiteX3" fmla="*/ 5641 w 6343"/>
                  <a:gd name="connsiteY3" fmla="*/ 1148 h 6345"/>
                  <a:gd name="connsiteX4" fmla="*/ 3398 w 6343"/>
                  <a:gd name="connsiteY4" fmla="*/ 218 h 6345"/>
                  <a:gd name="connsiteX5" fmla="*/ 1155 w 6343"/>
                  <a:gd name="connsiteY5" fmla="*/ 1148 h 6345"/>
                  <a:gd name="connsiteX6" fmla="*/ 226 w 6343"/>
                  <a:gd name="connsiteY6" fmla="*/ 3391 h 6345"/>
                  <a:gd name="connsiteX7" fmla="*/ 1155 w 6343"/>
                  <a:gd name="connsiteY7" fmla="*/ 5635 h 6345"/>
                  <a:gd name="connsiteX8" fmla="*/ 3398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64"/>
                    </a:moveTo>
                    <a:cubicBezTo>
                      <a:pt x="4239" y="6564"/>
                      <a:pt x="5046" y="6229"/>
                      <a:pt x="5641" y="5635"/>
                    </a:cubicBezTo>
                    <a:cubicBezTo>
                      <a:pt x="6235" y="5040"/>
                      <a:pt x="6569" y="4232"/>
                      <a:pt x="6569" y="3391"/>
                    </a:cubicBezTo>
                    <a:cubicBezTo>
                      <a:pt x="6569" y="2550"/>
                      <a:pt x="6235" y="1743"/>
                      <a:pt x="5641" y="1148"/>
                    </a:cubicBezTo>
                    <a:cubicBezTo>
                      <a:pt x="5046" y="553"/>
                      <a:pt x="4239" y="218"/>
                      <a:pt x="3398" y="218"/>
                    </a:cubicBezTo>
                    <a:cubicBezTo>
                      <a:pt x="2557" y="218"/>
                      <a:pt x="1750" y="553"/>
                      <a:pt x="1155" y="1148"/>
                    </a:cubicBezTo>
                    <a:cubicBezTo>
                      <a:pt x="561" y="1743"/>
                      <a:pt x="226" y="2550"/>
                      <a:pt x="226" y="3391"/>
                    </a:cubicBezTo>
                    <a:cubicBezTo>
                      <a:pt x="226" y="4232"/>
                      <a:pt x="561" y="5040"/>
                      <a:pt x="1155" y="5635"/>
                    </a:cubicBezTo>
                    <a:cubicBezTo>
                      <a:pt x="1750" y="6229"/>
                      <a:pt x="2557" y="6564"/>
                      <a:pt x="3398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36" name="Freeform: Shape 4535">
                <a:extLst>
                  <a:ext uri="{FF2B5EF4-FFF2-40B4-BE49-F238E27FC236}">
                    <a16:creationId xmlns:a16="http://schemas.microsoft.com/office/drawing/2014/main" id="{4D6949F5-634C-5692-8E56-B364D6E6717F}"/>
                  </a:ext>
                </a:extLst>
              </p:cNvPr>
              <p:cNvSpPr/>
              <p:nvPr/>
            </p:nvSpPr>
            <p:spPr>
              <a:xfrm>
                <a:off x="3720273" y="6251021"/>
                <a:ext cx="6343" cy="6345"/>
              </a:xfrm>
              <a:custGeom>
                <a:avLst/>
                <a:gdLst>
                  <a:gd name="connsiteX0" fmla="*/ 3398 w 6343"/>
                  <a:gd name="connsiteY0" fmla="*/ 6564 h 6345"/>
                  <a:gd name="connsiteX1" fmla="*/ 5640 w 6343"/>
                  <a:gd name="connsiteY1" fmla="*/ 5635 h 6345"/>
                  <a:gd name="connsiteX2" fmla="*/ 6569 w 6343"/>
                  <a:gd name="connsiteY2" fmla="*/ 3391 h 6345"/>
                  <a:gd name="connsiteX3" fmla="*/ 5640 w 6343"/>
                  <a:gd name="connsiteY3" fmla="*/ 1148 h 6345"/>
                  <a:gd name="connsiteX4" fmla="*/ 3398 w 6343"/>
                  <a:gd name="connsiteY4" fmla="*/ 218 h 6345"/>
                  <a:gd name="connsiteX5" fmla="*/ 1155 w 6343"/>
                  <a:gd name="connsiteY5" fmla="*/ 1148 h 6345"/>
                  <a:gd name="connsiteX6" fmla="*/ 226 w 6343"/>
                  <a:gd name="connsiteY6" fmla="*/ 3391 h 6345"/>
                  <a:gd name="connsiteX7" fmla="*/ 1155 w 6343"/>
                  <a:gd name="connsiteY7" fmla="*/ 5635 h 6345"/>
                  <a:gd name="connsiteX8" fmla="*/ 3398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64"/>
                    </a:moveTo>
                    <a:cubicBezTo>
                      <a:pt x="4239" y="6564"/>
                      <a:pt x="5046" y="6230"/>
                      <a:pt x="5640" y="5635"/>
                    </a:cubicBezTo>
                    <a:cubicBezTo>
                      <a:pt x="6235" y="5040"/>
                      <a:pt x="6569" y="4233"/>
                      <a:pt x="6569" y="3391"/>
                    </a:cubicBezTo>
                    <a:cubicBezTo>
                      <a:pt x="6569" y="2550"/>
                      <a:pt x="6235" y="1743"/>
                      <a:pt x="5640" y="1148"/>
                    </a:cubicBezTo>
                    <a:cubicBezTo>
                      <a:pt x="5046" y="553"/>
                      <a:pt x="4239" y="218"/>
                      <a:pt x="3398" y="218"/>
                    </a:cubicBezTo>
                    <a:cubicBezTo>
                      <a:pt x="2557" y="218"/>
                      <a:pt x="1750" y="553"/>
                      <a:pt x="1155" y="1148"/>
                    </a:cubicBezTo>
                    <a:cubicBezTo>
                      <a:pt x="560" y="1743"/>
                      <a:pt x="226" y="2550"/>
                      <a:pt x="226" y="3391"/>
                    </a:cubicBezTo>
                    <a:cubicBezTo>
                      <a:pt x="226" y="4233"/>
                      <a:pt x="560" y="5040"/>
                      <a:pt x="1155" y="5635"/>
                    </a:cubicBezTo>
                    <a:cubicBezTo>
                      <a:pt x="1750" y="6230"/>
                      <a:pt x="2557" y="6564"/>
                      <a:pt x="3398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37" name="Freeform: Shape 4536">
                <a:extLst>
                  <a:ext uri="{FF2B5EF4-FFF2-40B4-BE49-F238E27FC236}">
                    <a16:creationId xmlns:a16="http://schemas.microsoft.com/office/drawing/2014/main" id="{37B6ABE6-AC23-B882-F9F0-0EF1FEA9672D}"/>
                  </a:ext>
                </a:extLst>
              </p:cNvPr>
              <p:cNvSpPr/>
              <p:nvPr/>
            </p:nvSpPr>
            <p:spPr>
              <a:xfrm>
                <a:off x="3710929" y="6247760"/>
                <a:ext cx="6343" cy="6345"/>
              </a:xfrm>
              <a:custGeom>
                <a:avLst/>
                <a:gdLst>
                  <a:gd name="connsiteX0" fmla="*/ 3397 w 6343"/>
                  <a:gd name="connsiteY0" fmla="*/ 6564 h 6345"/>
                  <a:gd name="connsiteX1" fmla="*/ 5640 w 6343"/>
                  <a:gd name="connsiteY1" fmla="*/ 5634 h 6345"/>
                  <a:gd name="connsiteX2" fmla="*/ 6568 w 6343"/>
                  <a:gd name="connsiteY2" fmla="*/ 3391 h 6345"/>
                  <a:gd name="connsiteX3" fmla="*/ 5640 w 6343"/>
                  <a:gd name="connsiteY3" fmla="*/ 1147 h 6345"/>
                  <a:gd name="connsiteX4" fmla="*/ 3397 w 6343"/>
                  <a:gd name="connsiteY4" fmla="*/ 218 h 6345"/>
                  <a:gd name="connsiteX5" fmla="*/ 1154 w 6343"/>
                  <a:gd name="connsiteY5" fmla="*/ 1147 h 6345"/>
                  <a:gd name="connsiteX6" fmla="*/ 225 w 6343"/>
                  <a:gd name="connsiteY6" fmla="*/ 3391 h 6345"/>
                  <a:gd name="connsiteX7" fmla="*/ 1154 w 6343"/>
                  <a:gd name="connsiteY7" fmla="*/ 5634 h 6345"/>
                  <a:gd name="connsiteX8" fmla="*/ 3397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64"/>
                    </a:moveTo>
                    <a:cubicBezTo>
                      <a:pt x="4238" y="6564"/>
                      <a:pt x="5045" y="6229"/>
                      <a:pt x="5640" y="5634"/>
                    </a:cubicBezTo>
                    <a:cubicBezTo>
                      <a:pt x="6234" y="5039"/>
                      <a:pt x="6568" y="4232"/>
                      <a:pt x="6568" y="3391"/>
                    </a:cubicBezTo>
                    <a:cubicBezTo>
                      <a:pt x="6568" y="2549"/>
                      <a:pt x="6234" y="1742"/>
                      <a:pt x="5640" y="1147"/>
                    </a:cubicBezTo>
                    <a:cubicBezTo>
                      <a:pt x="5045" y="552"/>
                      <a:pt x="4238" y="218"/>
                      <a:pt x="3397" y="218"/>
                    </a:cubicBezTo>
                    <a:cubicBezTo>
                      <a:pt x="2556" y="218"/>
                      <a:pt x="1749" y="552"/>
                      <a:pt x="1154" y="1147"/>
                    </a:cubicBezTo>
                    <a:cubicBezTo>
                      <a:pt x="560" y="1742"/>
                      <a:pt x="225" y="2549"/>
                      <a:pt x="225" y="3391"/>
                    </a:cubicBezTo>
                    <a:cubicBezTo>
                      <a:pt x="225" y="4232"/>
                      <a:pt x="560" y="5039"/>
                      <a:pt x="1154" y="5634"/>
                    </a:cubicBezTo>
                    <a:cubicBezTo>
                      <a:pt x="1749" y="6229"/>
                      <a:pt x="2556" y="6564"/>
                      <a:pt x="3397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38" name="Freeform: Shape 4537">
                <a:extLst>
                  <a:ext uri="{FF2B5EF4-FFF2-40B4-BE49-F238E27FC236}">
                    <a16:creationId xmlns:a16="http://schemas.microsoft.com/office/drawing/2014/main" id="{2FC26B41-0023-945A-5E03-C9690CDA543D}"/>
                  </a:ext>
                </a:extLst>
              </p:cNvPr>
              <p:cNvSpPr/>
              <p:nvPr/>
            </p:nvSpPr>
            <p:spPr>
              <a:xfrm>
                <a:off x="3706831" y="6249722"/>
                <a:ext cx="6343" cy="6345"/>
              </a:xfrm>
              <a:custGeom>
                <a:avLst/>
                <a:gdLst>
                  <a:gd name="connsiteX0" fmla="*/ 3397 w 6343"/>
                  <a:gd name="connsiteY0" fmla="*/ 6564 h 6345"/>
                  <a:gd name="connsiteX1" fmla="*/ 5639 w 6343"/>
                  <a:gd name="connsiteY1" fmla="*/ 5634 h 6345"/>
                  <a:gd name="connsiteX2" fmla="*/ 6568 w 6343"/>
                  <a:gd name="connsiteY2" fmla="*/ 3391 h 6345"/>
                  <a:gd name="connsiteX3" fmla="*/ 5639 w 6343"/>
                  <a:gd name="connsiteY3" fmla="*/ 1148 h 6345"/>
                  <a:gd name="connsiteX4" fmla="*/ 3397 w 6343"/>
                  <a:gd name="connsiteY4" fmla="*/ 218 h 6345"/>
                  <a:gd name="connsiteX5" fmla="*/ 1154 w 6343"/>
                  <a:gd name="connsiteY5" fmla="*/ 1148 h 6345"/>
                  <a:gd name="connsiteX6" fmla="*/ 225 w 6343"/>
                  <a:gd name="connsiteY6" fmla="*/ 3391 h 6345"/>
                  <a:gd name="connsiteX7" fmla="*/ 1154 w 6343"/>
                  <a:gd name="connsiteY7" fmla="*/ 5634 h 6345"/>
                  <a:gd name="connsiteX8" fmla="*/ 3397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64"/>
                    </a:moveTo>
                    <a:cubicBezTo>
                      <a:pt x="4238" y="6564"/>
                      <a:pt x="5044" y="6229"/>
                      <a:pt x="5639" y="5634"/>
                    </a:cubicBezTo>
                    <a:cubicBezTo>
                      <a:pt x="6234" y="5039"/>
                      <a:pt x="6568" y="4232"/>
                      <a:pt x="6568" y="3391"/>
                    </a:cubicBezTo>
                    <a:cubicBezTo>
                      <a:pt x="6568" y="2550"/>
                      <a:pt x="6234" y="1743"/>
                      <a:pt x="5639" y="1148"/>
                    </a:cubicBezTo>
                    <a:cubicBezTo>
                      <a:pt x="5044" y="553"/>
                      <a:pt x="4238" y="218"/>
                      <a:pt x="3397" y="218"/>
                    </a:cubicBezTo>
                    <a:cubicBezTo>
                      <a:pt x="2555" y="218"/>
                      <a:pt x="1749" y="553"/>
                      <a:pt x="1154" y="1148"/>
                    </a:cubicBezTo>
                    <a:cubicBezTo>
                      <a:pt x="559" y="1743"/>
                      <a:pt x="225" y="2550"/>
                      <a:pt x="225" y="3391"/>
                    </a:cubicBezTo>
                    <a:cubicBezTo>
                      <a:pt x="225" y="4232"/>
                      <a:pt x="559" y="5039"/>
                      <a:pt x="1154" y="5634"/>
                    </a:cubicBezTo>
                    <a:cubicBezTo>
                      <a:pt x="1749" y="6229"/>
                      <a:pt x="2555" y="6564"/>
                      <a:pt x="3397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39" name="Freeform: Shape 4538">
                <a:extLst>
                  <a:ext uri="{FF2B5EF4-FFF2-40B4-BE49-F238E27FC236}">
                    <a16:creationId xmlns:a16="http://schemas.microsoft.com/office/drawing/2014/main" id="{7EFAA212-3454-3549-D924-3F9FBEE4366C}"/>
                  </a:ext>
                </a:extLst>
              </p:cNvPr>
              <p:cNvSpPr/>
              <p:nvPr/>
            </p:nvSpPr>
            <p:spPr>
              <a:xfrm>
                <a:off x="3697752" y="6245546"/>
                <a:ext cx="6343" cy="6345"/>
              </a:xfrm>
              <a:custGeom>
                <a:avLst/>
                <a:gdLst>
                  <a:gd name="connsiteX0" fmla="*/ 3396 w 6343"/>
                  <a:gd name="connsiteY0" fmla="*/ 6563 h 6345"/>
                  <a:gd name="connsiteX1" fmla="*/ 5638 w 6343"/>
                  <a:gd name="connsiteY1" fmla="*/ 5634 h 6345"/>
                  <a:gd name="connsiteX2" fmla="*/ 6567 w 6343"/>
                  <a:gd name="connsiteY2" fmla="*/ 3391 h 6345"/>
                  <a:gd name="connsiteX3" fmla="*/ 5638 w 6343"/>
                  <a:gd name="connsiteY3" fmla="*/ 1147 h 6345"/>
                  <a:gd name="connsiteX4" fmla="*/ 3396 w 6343"/>
                  <a:gd name="connsiteY4" fmla="*/ 218 h 6345"/>
                  <a:gd name="connsiteX5" fmla="*/ 1153 w 6343"/>
                  <a:gd name="connsiteY5" fmla="*/ 1147 h 6345"/>
                  <a:gd name="connsiteX6" fmla="*/ 224 w 6343"/>
                  <a:gd name="connsiteY6" fmla="*/ 3391 h 6345"/>
                  <a:gd name="connsiteX7" fmla="*/ 1153 w 6343"/>
                  <a:gd name="connsiteY7" fmla="*/ 5634 h 6345"/>
                  <a:gd name="connsiteX8" fmla="*/ 3396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63"/>
                    </a:moveTo>
                    <a:cubicBezTo>
                      <a:pt x="4237" y="6563"/>
                      <a:pt x="5044" y="6229"/>
                      <a:pt x="5638" y="5634"/>
                    </a:cubicBezTo>
                    <a:cubicBezTo>
                      <a:pt x="6233" y="5039"/>
                      <a:pt x="6567" y="4232"/>
                      <a:pt x="6567" y="3391"/>
                    </a:cubicBezTo>
                    <a:cubicBezTo>
                      <a:pt x="6567" y="2549"/>
                      <a:pt x="6233" y="1742"/>
                      <a:pt x="5638" y="1147"/>
                    </a:cubicBezTo>
                    <a:cubicBezTo>
                      <a:pt x="5044" y="552"/>
                      <a:pt x="4237" y="218"/>
                      <a:pt x="3396" y="218"/>
                    </a:cubicBezTo>
                    <a:cubicBezTo>
                      <a:pt x="2555" y="218"/>
                      <a:pt x="1748" y="552"/>
                      <a:pt x="1153" y="1147"/>
                    </a:cubicBezTo>
                    <a:cubicBezTo>
                      <a:pt x="558" y="1742"/>
                      <a:pt x="224" y="2549"/>
                      <a:pt x="224" y="3391"/>
                    </a:cubicBezTo>
                    <a:cubicBezTo>
                      <a:pt x="224" y="4232"/>
                      <a:pt x="558" y="5039"/>
                      <a:pt x="1153" y="5634"/>
                    </a:cubicBezTo>
                    <a:cubicBezTo>
                      <a:pt x="1748" y="6229"/>
                      <a:pt x="2555" y="6563"/>
                      <a:pt x="3396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40" name="Freeform: Shape 4539">
                <a:extLst>
                  <a:ext uri="{FF2B5EF4-FFF2-40B4-BE49-F238E27FC236}">
                    <a16:creationId xmlns:a16="http://schemas.microsoft.com/office/drawing/2014/main" id="{71B58FA1-07DE-C241-B064-D6A6DF08D66E}"/>
                  </a:ext>
                </a:extLst>
              </p:cNvPr>
              <p:cNvSpPr/>
              <p:nvPr/>
            </p:nvSpPr>
            <p:spPr>
              <a:xfrm>
                <a:off x="3694127" y="6245887"/>
                <a:ext cx="6343" cy="6345"/>
              </a:xfrm>
              <a:custGeom>
                <a:avLst/>
                <a:gdLst>
                  <a:gd name="connsiteX0" fmla="*/ 3396 w 6343"/>
                  <a:gd name="connsiteY0" fmla="*/ 6563 h 6345"/>
                  <a:gd name="connsiteX1" fmla="*/ 5638 w 6343"/>
                  <a:gd name="connsiteY1" fmla="*/ 5634 h 6345"/>
                  <a:gd name="connsiteX2" fmla="*/ 6567 w 6343"/>
                  <a:gd name="connsiteY2" fmla="*/ 3391 h 6345"/>
                  <a:gd name="connsiteX3" fmla="*/ 5638 w 6343"/>
                  <a:gd name="connsiteY3" fmla="*/ 1147 h 6345"/>
                  <a:gd name="connsiteX4" fmla="*/ 3396 w 6343"/>
                  <a:gd name="connsiteY4" fmla="*/ 218 h 6345"/>
                  <a:gd name="connsiteX5" fmla="*/ 1153 w 6343"/>
                  <a:gd name="connsiteY5" fmla="*/ 1147 h 6345"/>
                  <a:gd name="connsiteX6" fmla="*/ 224 w 6343"/>
                  <a:gd name="connsiteY6" fmla="*/ 3391 h 6345"/>
                  <a:gd name="connsiteX7" fmla="*/ 1153 w 6343"/>
                  <a:gd name="connsiteY7" fmla="*/ 5634 h 6345"/>
                  <a:gd name="connsiteX8" fmla="*/ 3396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63"/>
                    </a:moveTo>
                    <a:cubicBezTo>
                      <a:pt x="4237" y="6563"/>
                      <a:pt x="5043" y="6229"/>
                      <a:pt x="5638" y="5634"/>
                    </a:cubicBezTo>
                    <a:cubicBezTo>
                      <a:pt x="6233" y="5039"/>
                      <a:pt x="6567" y="4232"/>
                      <a:pt x="6567" y="3391"/>
                    </a:cubicBezTo>
                    <a:cubicBezTo>
                      <a:pt x="6567" y="2549"/>
                      <a:pt x="6233" y="1742"/>
                      <a:pt x="5638" y="1147"/>
                    </a:cubicBezTo>
                    <a:cubicBezTo>
                      <a:pt x="5043" y="552"/>
                      <a:pt x="4237" y="218"/>
                      <a:pt x="3396" y="218"/>
                    </a:cubicBezTo>
                    <a:cubicBezTo>
                      <a:pt x="2554" y="218"/>
                      <a:pt x="1748" y="552"/>
                      <a:pt x="1153" y="1147"/>
                    </a:cubicBezTo>
                    <a:cubicBezTo>
                      <a:pt x="558" y="1742"/>
                      <a:pt x="224" y="2549"/>
                      <a:pt x="224" y="3391"/>
                    </a:cubicBezTo>
                    <a:cubicBezTo>
                      <a:pt x="224" y="4232"/>
                      <a:pt x="558" y="5039"/>
                      <a:pt x="1153" y="5634"/>
                    </a:cubicBezTo>
                    <a:cubicBezTo>
                      <a:pt x="1748" y="6229"/>
                      <a:pt x="2554" y="6563"/>
                      <a:pt x="3396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41" name="Freeform: Shape 4540">
                <a:extLst>
                  <a:ext uri="{FF2B5EF4-FFF2-40B4-BE49-F238E27FC236}">
                    <a16:creationId xmlns:a16="http://schemas.microsoft.com/office/drawing/2014/main" id="{711D9CCF-7628-9EC3-199E-C4FF3C22BDBA}"/>
                  </a:ext>
                </a:extLst>
              </p:cNvPr>
              <p:cNvSpPr/>
              <p:nvPr/>
            </p:nvSpPr>
            <p:spPr>
              <a:xfrm>
                <a:off x="3691335" y="6243845"/>
                <a:ext cx="6343" cy="6345"/>
              </a:xfrm>
              <a:custGeom>
                <a:avLst/>
                <a:gdLst>
                  <a:gd name="connsiteX0" fmla="*/ 3395 w 6343"/>
                  <a:gd name="connsiteY0" fmla="*/ 6563 h 6345"/>
                  <a:gd name="connsiteX1" fmla="*/ 5638 w 6343"/>
                  <a:gd name="connsiteY1" fmla="*/ 5634 h 6345"/>
                  <a:gd name="connsiteX2" fmla="*/ 6567 w 6343"/>
                  <a:gd name="connsiteY2" fmla="*/ 3391 h 6345"/>
                  <a:gd name="connsiteX3" fmla="*/ 5638 w 6343"/>
                  <a:gd name="connsiteY3" fmla="*/ 1147 h 6345"/>
                  <a:gd name="connsiteX4" fmla="*/ 3395 w 6343"/>
                  <a:gd name="connsiteY4" fmla="*/ 218 h 6345"/>
                  <a:gd name="connsiteX5" fmla="*/ 1153 w 6343"/>
                  <a:gd name="connsiteY5" fmla="*/ 1147 h 6345"/>
                  <a:gd name="connsiteX6" fmla="*/ 224 w 6343"/>
                  <a:gd name="connsiteY6" fmla="*/ 3391 h 6345"/>
                  <a:gd name="connsiteX7" fmla="*/ 1153 w 6343"/>
                  <a:gd name="connsiteY7" fmla="*/ 5634 h 6345"/>
                  <a:gd name="connsiteX8" fmla="*/ 3395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63"/>
                    </a:moveTo>
                    <a:cubicBezTo>
                      <a:pt x="4236" y="6563"/>
                      <a:pt x="5043" y="6229"/>
                      <a:pt x="5638" y="5634"/>
                    </a:cubicBezTo>
                    <a:cubicBezTo>
                      <a:pt x="6233" y="5039"/>
                      <a:pt x="6567" y="4232"/>
                      <a:pt x="6567" y="3391"/>
                    </a:cubicBezTo>
                    <a:cubicBezTo>
                      <a:pt x="6567" y="2549"/>
                      <a:pt x="6233" y="1742"/>
                      <a:pt x="5638" y="1147"/>
                    </a:cubicBezTo>
                    <a:cubicBezTo>
                      <a:pt x="5043" y="552"/>
                      <a:pt x="4236" y="218"/>
                      <a:pt x="3395" y="218"/>
                    </a:cubicBezTo>
                    <a:cubicBezTo>
                      <a:pt x="2554" y="218"/>
                      <a:pt x="1747" y="552"/>
                      <a:pt x="1153" y="1147"/>
                    </a:cubicBezTo>
                    <a:cubicBezTo>
                      <a:pt x="558" y="1742"/>
                      <a:pt x="224" y="2549"/>
                      <a:pt x="224" y="3391"/>
                    </a:cubicBezTo>
                    <a:cubicBezTo>
                      <a:pt x="224" y="4232"/>
                      <a:pt x="558" y="5039"/>
                      <a:pt x="1153" y="5634"/>
                    </a:cubicBezTo>
                    <a:cubicBezTo>
                      <a:pt x="1747" y="6229"/>
                      <a:pt x="2554" y="6563"/>
                      <a:pt x="3395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42" name="Freeform: Shape 4541">
                <a:extLst>
                  <a:ext uri="{FF2B5EF4-FFF2-40B4-BE49-F238E27FC236}">
                    <a16:creationId xmlns:a16="http://schemas.microsoft.com/office/drawing/2014/main" id="{491133ED-5C33-94E5-F007-4A77B1B7B67E}"/>
                  </a:ext>
                </a:extLst>
              </p:cNvPr>
              <p:cNvSpPr/>
              <p:nvPr/>
            </p:nvSpPr>
            <p:spPr>
              <a:xfrm>
                <a:off x="3688188" y="6242808"/>
                <a:ext cx="6343" cy="6345"/>
              </a:xfrm>
              <a:custGeom>
                <a:avLst/>
                <a:gdLst>
                  <a:gd name="connsiteX0" fmla="*/ 3395 w 6343"/>
                  <a:gd name="connsiteY0" fmla="*/ 6563 h 6345"/>
                  <a:gd name="connsiteX1" fmla="*/ 5638 w 6343"/>
                  <a:gd name="connsiteY1" fmla="*/ 5634 h 6345"/>
                  <a:gd name="connsiteX2" fmla="*/ 6567 w 6343"/>
                  <a:gd name="connsiteY2" fmla="*/ 3390 h 6345"/>
                  <a:gd name="connsiteX3" fmla="*/ 5638 w 6343"/>
                  <a:gd name="connsiteY3" fmla="*/ 1147 h 6345"/>
                  <a:gd name="connsiteX4" fmla="*/ 3395 w 6343"/>
                  <a:gd name="connsiteY4" fmla="*/ 218 h 6345"/>
                  <a:gd name="connsiteX5" fmla="*/ 1152 w 6343"/>
                  <a:gd name="connsiteY5" fmla="*/ 1147 h 6345"/>
                  <a:gd name="connsiteX6" fmla="*/ 224 w 6343"/>
                  <a:gd name="connsiteY6" fmla="*/ 3390 h 6345"/>
                  <a:gd name="connsiteX7" fmla="*/ 1152 w 6343"/>
                  <a:gd name="connsiteY7" fmla="*/ 5634 h 6345"/>
                  <a:gd name="connsiteX8" fmla="*/ 3395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63"/>
                    </a:moveTo>
                    <a:cubicBezTo>
                      <a:pt x="4236" y="6563"/>
                      <a:pt x="5043" y="6229"/>
                      <a:pt x="5638" y="5634"/>
                    </a:cubicBezTo>
                    <a:cubicBezTo>
                      <a:pt x="6232" y="5039"/>
                      <a:pt x="6567" y="4232"/>
                      <a:pt x="6567" y="3390"/>
                    </a:cubicBezTo>
                    <a:cubicBezTo>
                      <a:pt x="6567" y="2549"/>
                      <a:pt x="6232" y="1742"/>
                      <a:pt x="5638" y="1147"/>
                    </a:cubicBezTo>
                    <a:cubicBezTo>
                      <a:pt x="5043" y="552"/>
                      <a:pt x="4236" y="218"/>
                      <a:pt x="3395" y="218"/>
                    </a:cubicBezTo>
                    <a:cubicBezTo>
                      <a:pt x="2554" y="218"/>
                      <a:pt x="1747" y="552"/>
                      <a:pt x="1152" y="1147"/>
                    </a:cubicBezTo>
                    <a:cubicBezTo>
                      <a:pt x="558" y="1742"/>
                      <a:pt x="224" y="2549"/>
                      <a:pt x="224" y="3390"/>
                    </a:cubicBezTo>
                    <a:cubicBezTo>
                      <a:pt x="224" y="4232"/>
                      <a:pt x="558" y="5039"/>
                      <a:pt x="1152" y="5634"/>
                    </a:cubicBezTo>
                    <a:cubicBezTo>
                      <a:pt x="1747" y="6229"/>
                      <a:pt x="2554" y="6563"/>
                      <a:pt x="3395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43" name="Freeform: Shape 4542">
                <a:extLst>
                  <a:ext uri="{FF2B5EF4-FFF2-40B4-BE49-F238E27FC236}">
                    <a16:creationId xmlns:a16="http://schemas.microsoft.com/office/drawing/2014/main" id="{57197523-F0A2-6EDD-E5FC-9B2F1FD4A4BC}"/>
                  </a:ext>
                </a:extLst>
              </p:cNvPr>
              <p:cNvSpPr/>
              <p:nvPr/>
            </p:nvSpPr>
            <p:spPr>
              <a:xfrm>
                <a:off x="3684521" y="6243170"/>
                <a:ext cx="6343" cy="6345"/>
              </a:xfrm>
              <a:custGeom>
                <a:avLst/>
                <a:gdLst>
                  <a:gd name="connsiteX0" fmla="*/ 3395 w 6343"/>
                  <a:gd name="connsiteY0" fmla="*/ 6563 h 6345"/>
                  <a:gd name="connsiteX1" fmla="*/ 5637 w 6343"/>
                  <a:gd name="connsiteY1" fmla="*/ 5634 h 6345"/>
                  <a:gd name="connsiteX2" fmla="*/ 6566 w 6343"/>
                  <a:gd name="connsiteY2" fmla="*/ 3390 h 6345"/>
                  <a:gd name="connsiteX3" fmla="*/ 5637 w 6343"/>
                  <a:gd name="connsiteY3" fmla="*/ 1147 h 6345"/>
                  <a:gd name="connsiteX4" fmla="*/ 3395 w 6343"/>
                  <a:gd name="connsiteY4" fmla="*/ 218 h 6345"/>
                  <a:gd name="connsiteX5" fmla="*/ 1152 w 6343"/>
                  <a:gd name="connsiteY5" fmla="*/ 1147 h 6345"/>
                  <a:gd name="connsiteX6" fmla="*/ 223 w 6343"/>
                  <a:gd name="connsiteY6" fmla="*/ 3390 h 6345"/>
                  <a:gd name="connsiteX7" fmla="*/ 1152 w 6343"/>
                  <a:gd name="connsiteY7" fmla="*/ 5634 h 6345"/>
                  <a:gd name="connsiteX8" fmla="*/ 3395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63"/>
                    </a:moveTo>
                    <a:cubicBezTo>
                      <a:pt x="4236" y="6563"/>
                      <a:pt x="5043" y="6229"/>
                      <a:pt x="5637" y="5634"/>
                    </a:cubicBezTo>
                    <a:cubicBezTo>
                      <a:pt x="6232" y="5039"/>
                      <a:pt x="6566" y="4232"/>
                      <a:pt x="6566" y="3390"/>
                    </a:cubicBezTo>
                    <a:cubicBezTo>
                      <a:pt x="6566" y="2549"/>
                      <a:pt x="6232" y="1742"/>
                      <a:pt x="5637" y="1147"/>
                    </a:cubicBezTo>
                    <a:cubicBezTo>
                      <a:pt x="5043" y="552"/>
                      <a:pt x="4236" y="218"/>
                      <a:pt x="3395" y="218"/>
                    </a:cubicBezTo>
                    <a:cubicBezTo>
                      <a:pt x="2554" y="218"/>
                      <a:pt x="1747" y="552"/>
                      <a:pt x="1152" y="1147"/>
                    </a:cubicBezTo>
                    <a:cubicBezTo>
                      <a:pt x="557" y="1742"/>
                      <a:pt x="223" y="2549"/>
                      <a:pt x="223" y="3390"/>
                    </a:cubicBezTo>
                    <a:cubicBezTo>
                      <a:pt x="223" y="4232"/>
                      <a:pt x="557" y="5039"/>
                      <a:pt x="1152" y="5634"/>
                    </a:cubicBezTo>
                    <a:cubicBezTo>
                      <a:pt x="1747" y="6229"/>
                      <a:pt x="2554" y="6563"/>
                      <a:pt x="3395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44" name="Freeform: Shape 4543">
                <a:extLst>
                  <a:ext uri="{FF2B5EF4-FFF2-40B4-BE49-F238E27FC236}">
                    <a16:creationId xmlns:a16="http://schemas.microsoft.com/office/drawing/2014/main" id="{F8DE2907-3328-F11E-43B7-6990B3B65ED7}"/>
                  </a:ext>
                </a:extLst>
              </p:cNvPr>
              <p:cNvSpPr/>
              <p:nvPr/>
            </p:nvSpPr>
            <p:spPr>
              <a:xfrm>
                <a:off x="3682967" y="6237893"/>
                <a:ext cx="6343" cy="6345"/>
              </a:xfrm>
              <a:custGeom>
                <a:avLst/>
                <a:gdLst>
                  <a:gd name="connsiteX0" fmla="*/ 3395 w 6343"/>
                  <a:gd name="connsiteY0" fmla="*/ 6563 h 6345"/>
                  <a:gd name="connsiteX1" fmla="*/ 5637 w 6343"/>
                  <a:gd name="connsiteY1" fmla="*/ 5634 h 6345"/>
                  <a:gd name="connsiteX2" fmla="*/ 6566 w 6343"/>
                  <a:gd name="connsiteY2" fmla="*/ 3390 h 6345"/>
                  <a:gd name="connsiteX3" fmla="*/ 5637 w 6343"/>
                  <a:gd name="connsiteY3" fmla="*/ 1147 h 6345"/>
                  <a:gd name="connsiteX4" fmla="*/ 3395 w 6343"/>
                  <a:gd name="connsiteY4" fmla="*/ 217 h 6345"/>
                  <a:gd name="connsiteX5" fmla="*/ 1152 w 6343"/>
                  <a:gd name="connsiteY5" fmla="*/ 1147 h 6345"/>
                  <a:gd name="connsiteX6" fmla="*/ 223 w 6343"/>
                  <a:gd name="connsiteY6" fmla="*/ 3390 h 6345"/>
                  <a:gd name="connsiteX7" fmla="*/ 1152 w 6343"/>
                  <a:gd name="connsiteY7" fmla="*/ 5634 h 6345"/>
                  <a:gd name="connsiteX8" fmla="*/ 3395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63"/>
                    </a:moveTo>
                    <a:cubicBezTo>
                      <a:pt x="4236" y="6563"/>
                      <a:pt x="5043" y="6228"/>
                      <a:pt x="5637" y="5634"/>
                    </a:cubicBezTo>
                    <a:cubicBezTo>
                      <a:pt x="6232" y="5039"/>
                      <a:pt x="6566" y="4231"/>
                      <a:pt x="6566" y="3390"/>
                    </a:cubicBezTo>
                    <a:cubicBezTo>
                      <a:pt x="6566" y="2549"/>
                      <a:pt x="6232" y="1742"/>
                      <a:pt x="5637" y="1147"/>
                    </a:cubicBezTo>
                    <a:cubicBezTo>
                      <a:pt x="5043" y="552"/>
                      <a:pt x="4236" y="217"/>
                      <a:pt x="3395" y="217"/>
                    </a:cubicBezTo>
                    <a:cubicBezTo>
                      <a:pt x="2554" y="217"/>
                      <a:pt x="1747" y="552"/>
                      <a:pt x="1152" y="1147"/>
                    </a:cubicBezTo>
                    <a:cubicBezTo>
                      <a:pt x="557" y="1742"/>
                      <a:pt x="223" y="2549"/>
                      <a:pt x="223" y="3390"/>
                    </a:cubicBezTo>
                    <a:cubicBezTo>
                      <a:pt x="223" y="4231"/>
                      <a:pt x="557" y="5039"/>
                      <a:pt x="1152" y="5634"/>
                    </a:cubicBezTo>
                    <a:cubicBezTo>
                      <a:pt x="1747" y="6228"/>
                      <a:pt x="2554" y="6563"/>
                      <a:pt x="3395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45" name="Freeform: Shape 4544">
                <a:extLst>
                  <a:ext uri="{FF2B5EF4-FFF2-40B4-BE49-F238E27FC236}">
                    <a16:creationId xmlns:a16="http://schemas.microsoft.com/office/drawing/2014/main" id="{C2EF6E93-EDB9-3F2E-EB1C-06141BDB4A23}"/>
                  </a:ext>
                </a:extLst>
              </p:cNvPr>
              <p:cNvSpPr/>
              <p:nvPr/>
            </p:nvSpPr>
            <p:spPr>
              <a:xfrm>
                <a:off x="3678564" y="6240156"/>
                <a:ext cx="6343" cy="6345"/>
              </a:xfrm>
              <a:custGeom>
                <a:avLst/>
                <a:gdLst>
                  <a:gd name="connsiteX0" fmla="*/ 3394 w 6343"/>
                  <a:gd name="connsiteY0" fmla="*/ 6563 h 6345"/>
                  <a:gd name="connsiteX1" fmla="*/ 5637 w 6343"/>
                  <a:gd name="connsiteY1" fmla="*/ 5634 h 6345"/>
                  <a:gd name="connsiteX2" fmla="*/ 6566 w 6343"/>
                  <a:gd name="connsiteY2" fmla="*/ 3390 h 6345"/>
                  <a:gd name="connsiteX3" fmla="*/ 5637 w 6343"/>
                  <a:gd name="connsiteY3" fmla="*/ 1147 h 6345"/>
                  <a:gd name="connsiteX4" fmla="*/ 3394 w 6343"/>
                  <a:gd name="connsiteY4" fmla="*/ 218 h 6345"/>
                  <a:gd name="connsiteX5" fmla="*/ 1152 w 6343"/>
                  <a:gd name="connsiteY5" fmla="*/ 1147 h 6345"/>
                  <a:gd name="connsiteX6" fmla="*/ 223 w 6343"/>
                  <a:gd name="connsiteY6" fmla="*/ 3390 h 6345"/>
                  <a:gd name="connsiteX7" fmla="*/ 1152 w 6343"/>
                  <a:gd name="connsiteY7" fmla="*/ 5634 h 6345"/>
                  <a:gd name="connsiteX8" fmla="*/ 339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63"/>
                    </a:moveTo>
                    <a:cubicBezTo>
                      <a:pt x="4235" y="6563"/>
                      <a:pt x="5042" y="6229"/>
                      <a:pt x="5637" y="5634"/>
                    </a:cubicBezTo>
                    <a:cubicBezTo>
                      <a:pt x="6232" y="5039"/>
                      <a:pt x="6566" y="4232"/>
                      <a:pt x="6566" y="3390"/>
                    </a:cubicBezTo>
                    <a:cubicBezTo>
                      <a:pt x="6566" y="2549"/>
                      <a:pt x="6232" y="1742"/>
                      <a:pt x="5637" y="1147"/>
                    </a:cubicBezTo>
                    <a:cubicBezTo>
                      <a:pt x="5042" y="552"/>
                      <a:pt x="4235" y="218"/>
                      <a:pt x="3394" y="218"/>
                    </a:cubicBezTo>
                    <a:cubicBezTo>
                      <a:pt x="2553" y="218"/>
                      <a:pt x="1746" y="552"/>
                      <a:pt x="1152" y="1147"/>
                    </a:cubicBezTo>
                    <a:cubicBezTo>
                      <a:pt x="557" y="1742"/>
                      <a:pt x="223" y="2549"/>
                      <a:pt x="223" y="3390"/>
                    </a:cubicBezTo>
                    <a:cubicBezTo>
                      <a:pt x="223" y="4232"/>
                      <a:pt x="557" y="5039"/>
                      <a:pt x="1152" y="5634"/>
                    </a:cubicBezTo>
                    <a:cubicBezTo>
                      <a:pt x="1746" y="6229"/>
                      <a:pt x="2553" y="6563"/>
                      <a:pt x="339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46" name="Freeform: Shape 4545">
                <a:extLst>
                  <a:ext uri="{FF2B5EF4-FFF2-40B4-BE49-F238E27FC236}">
                    <a16:creationId xmlns:a16="http://schemas.microsoft.com/office/drawing/2014/main" id="{9CB700FE-97E2-74B6-D270-C2E14A87AD30}"/>
                  </a:ext>
                </a:extLst>
              </p:cNvPr>
              <p:cNvSpPr/>
              <p:nvPr/>
            </p:nvSpPr>
            <p:spPr>
              <a:xfrm>
                <a:off x="3675335" y="6239304"/>
                <a:ext cx="6343" cy="6345"/>
              </a:xfrm>
              <a:custGeom>
                <a:avLst/>
                <a:gdLst>
                  <a:gd name="connsiteX0" fmla="*/ 3394 w 6343"/>
                  <a:gd name="connsiteY0" fmla="*/ 6563 h 6345"/>
                  <a:gd name="connsiteX1" fmla="*/ 5637 w 6343"/>
                  <a:gd name="connsiteY1" fmla="*/ 5634 h 6345"/>
                  <a:gd name="connsiteX2" fmla="*/ 6566 w 6343"/>
                  <a:gd name="connsiteY2" fmla="*/ 3390 h 6345"/>
                  <a:gd name="connsiteX3" fmla="*/ 5637 w 6343"/>
                  <a:gd name="connsiteY3" fmla="*/ 1147 h 6345"/>
                  <a:gd name="connsiteX4" fmla="*/ 3394 w 6343"/>
                  <a:gd name="connsiteY4" fmla="*/ 217 h 6345"/>
                  <a:gd name="connsiteX5" fmla="*/ 1151 w 6343"/>
                  <a:gd name="connsiteY5" fmla="*/ 1147 h 6345"/>
                  <a:gd name="connsiteX6" fmla="*/ 223 w 6343"/>
                  <a:gd name="connsiteY6" fmla="*/ 3390 h 6345"/>
                  <a:gd name="connsiteX7" fmla="*/ 1151 w 6343"/>
                  <a:gd name="connsiteY7" fmla="*/ 5634 h 6345"/>
                  <a:gd name="connsiteX8" fmla="*/ 339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63"/>
                    </a:moveTo>
                    <a:cubicBezTo>
                      <a:pt x="4235" y="6563"/>
                      <a:pt x="5042" y="6229"/>
                      <a:pt x="5637" y="5634"/>
                    </a:cubicBezTo>
                    <a:cubicBezTo>
                      <a:pt x="6231" y="5039"/>
                      <a:pt x="6566" y="4232"/>
                      <a:pt x="6566" y="3390"/>
                    </a:cubicBezTo>
                    <a:cubicBezTo>
                      <a:pt x="6566" y="2549"/>
                      <a:pt x="6231" y="1742"/>
                      <a:pt x="5637" y="1147"/>
                    </a:cubicBezTo>
                    <a:cubicBezTo>
                      <a:pt x="5042" y="552"/>
                      <a:pt x="4235" y="217"/>
                      <a:pt x="3394" y="217"/>
                    </a:cubicBezTo>
                    <a:cubicBezTo>
                      <a:pt x="2553" y="217"/>
                      <a:pt x="1746" y="552"/>
                      <a:pt x="1151" y="1147"/>
                    </a:cubicBezTo>
                    <a:cubicBezTo>
                      <a:pt x="557" y="1742"/>
                      <a:pt x="223" y="2549"/>
                      <a:pt x="223" y="3390"/>
                    </a:cubicBezTo>
                    <a:cubicBezTo>
                      <a:pt x="223" y="4232"/>
                      <a:pt x="557" y="5039"/>
                      <a:pt x="1151" y="5634"/>
                    </a:cubicBezTo>
                    <a:cubicBezTo>
                      <a:pt x="1746" y="6229"/>
                      <a:pt x="2553" y="6563"/>
                      <a:pt x="339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47" name="Freeform: Shape 4546">
                <a:extLst>
                  <a:ext uri="{FF2B5EF4-FFF2-40B4-BE49-F238E27FC236}">
                    <a16:creationId xmlns:a16="http://schemas.microsoft.com/office/drawing/2014/main" id="{0BB88BAA-783D-07DA-50D1-D6F41727121E}"/>
                  </a:ext>
                </a:extLst>
              </p:cNvPr>
              <p:cNvSpPr/>
              <p:nvPr/>
            </p:nvSpPr>
            <p:spPr>
              <a:xfrm>
                <a:off x="3672407" y="6237686"/>
                <a:ext cx="6343" cy="6345"/>
              </a:xfrm>
              <a:custGeom>
                <a:avLst/>
                <a:gdLst>
                  <a:gd name="connsiteX0" fmla="*/ 3394 w 6343"/>
                  <a:gd name="connsiteY0" fmla="*/ 6563 h 6345"/>
                  <a:gd name="connsiteX1" fmla="*/ 5636 w 6343"/>
                  <a:gd name="connsiteY1" fmla="*/ 5633 h 6345"/>
                  <a:gd name="connsiteX2" fmla="*/ 6565 w 6343"/>
                  <a:gd name="connsiteY2" fmla="*/ 3390 h 6345"/>
                  <a:gd name="connsiteX3" fmla="*/ 5636 w 6343"/>
                  <a:gd name="connsiteY3" fmla="*/ 1147 h 6345"/>
                  <a:gd name="connsiteX4" fmla="*/ 3394 w 6343"/>
                  <a:gd name="connsiteY4" fmla="*/ 217 h 6345"/>
                  <a:gd name="connsiteX5" fmla="*/ 1151 w 6343"/>
                  <a:gd name="connsiteY5" fmla="*/ 1147 h 6345"/>
                  <a:gd name="connsiteX6" fmla="*/ 222 w 6343"/>
                  <a:gd name="connsiteY6" fmla="*/ 3390 h 6345"/>
                  <a:gd name="connsiteX7" fmla="*/ 1151 w 6343"/>
                  <a:gd name="connsiteY7" fmla="*/ 5633 h 6345"/>
                  <a:gd name="connsiteX8" fmla="*/ 339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63"/>
                    </a:moveTo>
                    <a:cubicBezTo>
                      <a:pt x="4235" y="6563"/>
                      <a:pt x="5042" y="6228"/>
                      <a:pt x="5636" y="5633"/>
                    </a:cubicBezTo>
                    <a:cubicBezTo>
                      <a:pt x="6231" y="5039"/>
                      <a:pt x="6565" y="4231"/>
                      <a:pt x="6565" y="3390"/>
                    </a:cubicBezTo>
                    <a:cubicBezTo>
                      <a:pt x="6565" y="2549"/>
                      <a:pt x="6231" y="1742"/>
                      <a:pt x="5636" y="1147"/>
                    </a:cubicBezTo>
                    <a:cubicBezTo>
                      <a:pt x="5042" y="552"/>
                      <a:pt x="4235" y="217"/>
                      <a:pt x="3394" y="217"/>
                    </a:cubicBezTo>
                    <a:cubicBezTo>
                      <a:pt x="2553" y="217"/>
                      <a:pt x="1746" y="552"/>
                      <a:pt x="1151" y="1147"/>
                    </a:cubicBezTo>
                    <a:cubicBezTo>
                      <a:pt x="556" y="1742"/>
                      <a:pt x="222" y="2549"/>
                      <a:pt x="222" y="3390"/>
                    </a:cubicBezTo>
                    <a:cubicBezTo>
                      <a:pt x="222" y="4231"/>
                      <a:pt x="556" y="5039"/>
                      <a:pt x="1151" y="5633"/>
                    </a:cubicBezTo>
                    <a:cubicBezTo>
                      <a:pt x="1746" y="6228"/>
                      <a:pt x="2553" y="6563"/>
                      <a:pt x="339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48" name="Freeform: Shape 4547">
                <a:extLst>
                  <a:ext uri="{FF2B5EF4-FFF2-40B4-BE49-F238E27FC236}">
                    <a16:creationId xmlns:a16="http://schemas.microsoft.com/office/drawing/2014/main" id="{47839ED5-1490-6ED7-B913-D8EF7624CE07}"/>
                  </a:ext>
                </a:extLst>
              </p:cNvPr>
              <p:cNvSpPr/>
              <p:nvPr/>
            </p:nvSpPr>
            <p:spPr>
              <a:xfrm>
                <a:off x="3668993" y="6237276"/>
                <a:ext cx="6343" cy="6345"/>
              </a:xfrm>
              <a:custGeom>
                <a:avLst/>
                <a:gdLst>
                  <a:gd name="connsiteX0" fmla="*/ 3394 w 6343"/>
                  <a:gd name="connsiteY0" fmla="*/ 6563 h 6345"/>
                  <a:gd name="connsiteX1" fmla="*/ 5636 w 6343"/>
                  <a:gd name="connsiteY1" fmla="*/ 5633 h 6345"/>
                  <a:gd name="connsiteX2" fmla="*/ 6565 w 6343"/>
                  <a:gd name="connsiteY2" fmla="*/ 3390 h 6345"/>
                  <a:gd name="connsiteX3" fmla="*/ 5636 w 6343"/>
                  <a:gd name="connsiteY3" fmla="*/ 1147 h 6345"/>
                  <a:gd name="connsiteX4" fmla="*/ 3394 w 6343"/>
                  <a:gd name="connsiteY4" fmla="*/ 217 h 6345"/>
                  <a:gd name="connsiteX5" fmla="*/ 1151 w 6343"/>
                  <a:gd name="connsiteY5" fmla="*/ 1147 h 6345"/>
                  <a:gd name="connsiteX6" fmla="*/ 222 w 6343"/>
                  <a:gd name="connsiteY6" fmla="*/ 3390 h 6345"/>
                  <a:gd name="connsiteX7" fmla="*/ 1151 w 6343"/>
                  <a:gd name="connsiteY7" fmla="*/ 5633 h 6345"/>
                  <a:gd name="connsiteX8" fmla="*/ 339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63"/>
                    </a:moveTo>
                    <a:cubicBezTo>
                      <a:pt x="4235" y="6563"/>
                      <a:pt x="5041" y="6228"/>
                      <a:pt x="5636" y="5633"/>
                    </a:cubicBezTo>
                    <a:cubicBezTo>
                      <a:pt x="6231" y="5038"/>
                      <a:pt x="6565" y="4231"/>
                      <a:pt x="6565" y="3390"/>
                    </a:cubicBezTo>
                    <a:cubicBezTo>
                      <a:pt x="6565" y="2549"/>
                      <a:pt x="6231" y="1742"/>
                      <a:pt x="5636" y="1147"/>
                    </a:cubicBezTo>
                    <a:cubicBezTo>
                      <a:pt x="5041" y="552"/>
                      <a:pt x="4235" y="217"/>
                      <a:pt x="3394" y="217"/>
                    </a:cubicBezTo>
                    <a:cubicBezTo>
                      <a:pt x="2552" y="217"/>
                      <a:pt x="1746" y="552"/>
                      <a:pt x="1151" y="1147"/>
                    </a:cubicBezTo>
                    <a:cubicBezTo>
                      <a:pt x="556" y="1742"/>
                      <a:pt x="222" y="2549"/>
                      <a:pt x="222" y="3390"/>
                    </a:cubicBezTo>
                    <a:cubicBezTo>
                      <a:pt x="222" y="4231"/>
                      <a:pt x="556" y="5038"/>
                      <a:pt x="1151" y="5633"/>
                    </a:cubicBezTo>
                    <a:cubicBezTo>
                      <a:pt x="1746" y="6228"/>
                      <a:pt x="2552" y="6563"/>
                      <a:pt x="339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49" name="Freeform: Shape 4548">
                <a:extLst>
                  <a:ext uri="{FF2B5EF4-FFF2-40B4-BE49-F238E27FC236}">
                    <a16:creationId xmlns:a16="http://schemas.microsoft.com/office/drawing/2014/main" id="{9AC00164-967A-FD91-2155-C94A3EE453B8}"/>
                  </a:ext>
                </a:extLst>
              </p:cNvPr>
              <p:cNvSpPr/>
              <p:nvPr/>
            </p:nvSpPr>
            <p:spPr>
              <a:xfrm>
                <a:off x="3665738" y="6236450"/>
                <a:ext cx="6343" cy="6345"/>
              </a:xfrm>
              <a:custGeom>
                <a:avLst/>
                <a:gdLst>
                  <a:gd name="connsiteX0" fmla="*/ 3393 w 6343"/>
                  <a:gd name="connsiteY0" fmla="*/ 6563 h 6345"/>
                  <a:gd name="connsiteX1" fmla="*/ 5636 w 6343"/>
                  <a:gd name="connsiteY1" fmla="*/ 5633 h 6345"/>
                  <a:gd name="connsiteX2" fmla="*/ 6565 w 6343"/>
                  <a:gd name="connsiteY2" fmla="*/ 3390 h 6345"/>
                  <a:gd name="connsiteX3" fmla="*/ 5636 w 6343"/>
                  <a:gd name="connsiteY3" fmla="*/ 1147 h 6345"/>
                  <a:gd name="connsiteX4" fmla="*/ 3393 w 6343"/>
                  <a:gd name="connsiteY4" fmla="*/ 217 h 6345"/>
                  <a:gd name="connsiteX5" fmla="*/ 1151 w 6343"/>
                  <a:gd name="connsiteY5" fmla="*/ 1147 h 6345"/>
                  <a:gd name="connsiteX6" fmla="*/ 222 w 6343"/>
                  <a:gd name="connsiteY6" fmla="*/ 3390 h 6345"/>
                  <a:gd name="connsiteX7" fmla="*/ 1151 w 6343"/>
                  <a:gd name="connsiteY7" fmla="*/ 5633 h 6345"/>
                  <a:gd name="connsiteX8" fmla="*/ 3393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63"/>
                    </a:moveTo>
                    <a:cubicBezTo>
                      <a:pt x="4234" y="6563"/>
                      <a:pt x="5041" y="6228"/>
                      <a:pt x="5636" y="5633"/>
                    </a:cubicBezTo>
                    <a:cubicBezTo>
                      <a:pt x="6231" y="5038"/>
                      <a:pt x="6565" y="4231"/>
                      <a:pt x="6565" y="3390"/>
                    </a:cubicBezTo>
                    <a:cubicBezTo>
                      <a:pt x="6565" y="2549"/>
                      <a:pt x="6231" y="1741"/>
                      <a:pt x="5636" y="1147"/>
                    </a:cubicBezTo>
                    <a:cubicBezTo>
                      <a:pt x="5041" y="552"/>
                      <a:pt x="4234" y="217"/>
                      <a:pt x="3393" y="217"/>
                    </a:cubicBezTo>
                    <a:cubicBezTo>
                      <a:pt x="2552" y="217"/>
                      <a:pt x="1745" y="552"/>
                      <a:pt x="1151" y="1147"/>
                    </a:cubicBezTo>
                    <a:cubicBezTo>
                      <a:pt x="556" y="1741"/>
                      <a:pt x="222" y="2549"/>
                      <a:pt x="222" y="3390"/>
                    </a:cubicBezTo>
                    <a:cubicBezTo>
                      <a:pt x="222" y="4231"/>
                      <a:pt x="556" y="5038"/>
                      <a:pt x="1151" y="5633"/>
                    </a:cubicBezTo>
                    <a:cubicBezTo>
                      <a:pt x="1745" y="6228"/>
                      <a:pt x="2552" y="6563"/>
                      <a:pt x="3393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50" name="Freeform: Shape 4549">
                <a:extLst>
                  <a:ext uri="{FF2B5EF4-FFF2-40B4-BE49-F238E27FC236}">
                    <a16:creationId xmlns:a16="http://schemas.microsoft.com/office/drawing/2014/main" id="{8746065B-5C4A-B135-E5B4-C78F3C2FFF4B}"/>
                  </a:ext>
                </a:extLst>
              </p:cNvPr>
              <p:cNvSpPr/>
              <p:nvPr/>
            </p:nvSpPr>
            <p:spPr>
              <a:xfrm>
                <a:off x="3663184" y="6233949"/>
                <a:ext cx="6343" cy="6345"/>
              </a:xfrm>
              <a:custGeom>
                <a:avLst/>
                <a:gdLst>
                  <a:gd name="connsiteX0" fmla="*/ 3393 w 6343"/>
                  <a:gd name="connsiteY0" fmla="*/ 6562 h 6345"/>
                  <a:gd name="connsiteX1" fmla="*/ 5636 w 6343"/>
                  <a:gd name="connsiteY1" fmla="*/ 5633 h 6345"/>
                  <a:gd name="connsiteX2" fmla="*/ 6565 w 6343"/>
                  <a:gd name="connsiteY2" fmla="*/ 3390 h 6345"/>
                  <a:gd name="connsiteX3" fmla="*/ 5636 w 6343"/>
                  <a:gd name="connsiteY3" fmla="*/ 1146 h 6345"/>
                  <a:gd name="connsiteX4" fmla="*/ 3393 w 6343"/>
                  <a:gd name="connsiteY4" fmla="*/ 217 h 6345"/>
                  <a:gd name="connsiteX5" fmla="*/ 1151 w 6343"/>
                  <a:gd name="connsiteY5" fmla="*/ 1146 h 6345"/>
                  <a:gd name="connsiteX6" fmla="*/ 222 w 6343"/>
                  <a:gd name="connsiteY6" fmla="*/ 3390 h 6345"/>
                  <a:gd name="connsiteX7" fmla="*/ 1151 w 6343"/>
                  <a:gd name="connsiteY7" fmla="*/ 5633 h 6345"/>
                  <a:gd name="connsiteX8" fmla="*/ 3393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62"/>
                    </a:moveTo>
                    <a:cubicBezTo>
                      <a:pt x="4234" y="6562"/>
                      <a:pt x="5041" y="6228"/>
                      <a:pt x="5636" y="5633"/>
                    </a:cubicBezTo>
                    <a:cubicBezTo>
                      <a:pt x="6231" y="5038"/>
                      <a:pt x="6565" y="4231"/>
                      <a:pt x="6565" y="3390"/>
                    </a:cubicBezTo>
                    <a:cubicBezTo>
                      <a:pt x="6565" y="2548"/>
                      <a:pt x="6231" y="1741"/>
                      <a:pt x="5636" y="1146"/>
                    </a:cubicBezTo>
                    <a:cubicBezTo>
                      <a:pt x="5041" y="551"/>
                      <a:pt x="4234" y="217"/>
                      <a:pt x="3393" y="217"/>
                    </a:cubicBezTo>
                    <a:cubicBezTo>
                      <a:pt x="2552" y="217"/>
                      <a:pt x="1745" y="551"/>
                      <a:pt x="1151" y="1146"/>
                    </a:cubicBezTo>
                    <a:cubicBezTo>
                      <a:pt x="556" y="1741"/>
                      <a:pt x="222" y="2548"/>
                      <a:pt x="222" y="3390"/>
                    </a:cubicBezTo>
                    <a:cubicBezTo>
                      <a:pt x="222" y="4231"/>
                      <a:pt x="556" y="5038"/>
                      <a:pt x="1151" y="5633"/>
                    </a:cubicBezTo>
                    <a:cubicBezTo>
                      <a:pt x="1745" y="6228"/>
                      <a:pt x="2552" y="6562"/>
                      <a:pt x="3393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51" name="Freeform: Shape 4550">
                <a:extLst>
                  <a:ext uri="{FF2B5EF4-FFF2-40B4-BE49-F238E27FC236}">
                    <a16:creationId xmlns:a16="http://schemas.microsoft.com/office/drawing/2014/main" id="{FEA9BB36-E6C6-0985-AB3C-C1BCE9FEDBA2}"/>
                  </a:ext>
                </a:extLst>
              </p:cNvPr>
              <p:cNvSpPr/>
              <p:nvPr/>
            </p:nvSpPr>
            <p:spPr>
              <a:xfrm>
                <a:off x="3660261" y="6232348"/>
                <a:ext cx="6343" cy="6345"/>
              </a:xfrm>
              <a:custGeom>
                <a:avLst/>
                <a:gdLst>
                  <a:gd name="connsiteX0" fmla="*/ 3393 w 6343"/>
                  <a:gd name="connsiteY0" fmla="*/ 6562 h 6345"/>
                  <a:gd name="connsiteX1" fmla="*/ 5636 w 6343"/>
                  <a:gd name="connsiteY1" fmla="*/ 5633 h 6345"/>
                  <a:gd name="connsiteX2" fmla="*/ 6564 w 6343"/>
                  <a:gd name="connsiteY2" fmla="*/ 3390 h 6345"/>
                  <a:gd name="connsiteX3" fmla="*/ 5636 w 6343"/>
                  <a:gd name="connsiteY3" fmla="*/ 1146 h 6345"/>
                  <a:gd name="connsiteX4" fmla="*/ 3393 w 6343"/>
                  <a:gd name="connsiteY4" fmla="*/ 217 h 6345"/>
                  <a:gd name="connsiteX5" fmla="*/ 1150 w 6343"/>
                  <a:gd name="connsiteY5" fmla="*/ 1146 h 6345"/>
                  <a:gd name="connsiteX6" fmla="*/ 221 w 6343"/>
                  <a:gd name="connsiteY6" fmla="*/ 3390 h 6345"/>
                  <a:gd name="connsiteX7" fmla="*/ 1150 w 6343"/>
                  <a:gd name="connsiteY7" fmla="*/ 5633 h 6345"/>
                  <a:gd name="connsiteX8" fmla="*/ 3393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62"/>
                    </a:moveTo>
                    <a:cubicBezTo>
                      <a:pt x="4234" y="6562"/>
                      <a:pt x="5041" y="6228"/>
                      <a:pt x="5636" y="5633"/>
                    </a:cubicBezTo>
                    <a:cubicBezTo>
                      <a:pt x="6230" y="5038"/>
                      <a:pt x="6564" y="4231"/>
                      <a:pt x="6564" y="3390"/>
                    </a:cubicBezTo>
                    <a:cubicBezTo>
                      <a:pt x="6564" y="2548"/>
                      <a:pt x="6230" y="1741"/>
                      <a:pt x="5636" y="1146"/>
                    </a:cubicBezTo>
                    <a:cubicBezTo>
                      <a:pt x="5041" y="551"/>
                      <a:pt x="4234" y="217"/>
                      <a:pt x="3393" y="217"/>
                    </a:cubicBezTo>
                    <a:cubicBezTo>
                      <a:pt x="2552" y="217"/>
                      <a:pt x="1745" y="551"/>
                      <a:pt x="1150" y="1146"/>
                    </a:cubicBezTo>
                    <a:cubicBezTo>
                      <a:pt x="556" y="1741"/>
                      <a:pt x="221" y="2548"/>
                      <a:pt x="221" y="3390"/>
                    </a:cubicBezTo>
                    <a:cubicBezTo>
                      <a:pt x="221" y="4231"/>
                      <a:pt x="556" y="5038"/>
                      <a:pt x="1150" y="5633"/>
                    </a:cubicBezTo>
                    <a:cubicBezTo>
                      <a:pt x="1745" y="6228"/>
                      <a:pt x="2552" y="6562"/>
                      <a:pt x="3393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52" name="Freeform: Shape 4551">
                <a:extLst>
                  <a:ext uri="{FF2B5EF4-FFF2-40B4-BE49-F238E27FC236}">
                    <a16:creationId xmlns:a16="http://schemas.microsoft.com/office/drawing/2014/main" id="{C3888DBA-D1CA-5A50-26B6-ED1A4C11C119}"/>
                  </a:ext>
                </a:extLst>
              </p:cNvPr>
              <p:cNvSpPr/>
              <p:nvPr/>
            </p:nvSpPr>
            <p:spPr>
              <a:xfrm>
                <a:off x="3655576" y="6234800"/>
                <a:ext cx="6343" cy="6345"/>
              </a:xfrm>
              <a:custGeom>
                <a:avLst/>
                <a:gdLst>
                  <a:gd name="connsiteX0" fmla="*/ 3393 w 6343"/>
                  <a:gd name="connsiteY0" fmla="*/ 6563 h 6345"/>
                  <a:gd name="connsiteX1" fmla="*/ 5635 w 6343"/>
                  <a:gd name="connsiteY1" fmla="*/ 5633 h 6345"/>
                  <a:gd name="connsiteX2" fmla="*/ 6564 w 6343"/>
                  <a:gd name="connsiteY2" fmla="*/ 3390 h 6345"/>
                  <a:gd name="connsiteX3" fmla="*/ 5635 w 6343"/>
                  <a:gd name="connsiteY3" fmla="*/ 1146 h 6345"/>
                  <a:gd name="connsiteX4" fmla="*/ 3393 w 6343"/>
                  <a:gd name="connsiteY4" fmla="*/ 217 h 6345"/>
                  <a:gd name="connsiteX5" fmla="*/ 1150 w 6343"/>
                  <a:gd name="connsiteY5" fmla="*/ 1146 h 6345"/>
                  <a:gd name="connsiteX6" fmla="*/ 221 w 6343"/>
                  <a:gd name="connsiteY6" fmla="*/ 3390 h 6345"/>
                  <a:gd name="connsiteX7" fmla="*/ 1150 w 6343"/>
                  <a:gd name="connsiteY7" fmla="*/ 5633 h 6345"/>
                  <a:gd name="connsiteX8" fmla="*/ 3393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63"/>
                    </a:moveTo>
                    <a:cubicBezTo>
                      <a:pt x="4234" y="6563"/>
                      <a:pt x="5040" y="6228"/>
                      <a:pt x="5635" y="5633"/>
                    </a:cubicBezTo>
                    <a:cubicBezTo>
                      <a:pt x="6230" y="5038"/>
                      <a:pt x="6564" y="4231"/>
                      <a:pt x="6564" y="3390"/>
                    </a:cubicBezTo>
                    <a:cubicBezTo>
                      <a:pt x="6564" y="2548"/>
                      <a:pt x="6230" y="1741"/>
                      <a:pt x="5635" y="1146"/>
                    </a:cubicBezTo>
                    <a:cubicBezTo>
                      <a:pt x="5040" y="551"/>
                      <a:pt x="4234" y="217"/>
                      <a:pt x="3393" y="217"/>
                    </a:cubicBezTo>
                    <a:cubicBezTo>
                      <a:pt x="2551" y="217"/>
                      <a:pt x="1745" y="551"/>
                      <a:pt x="1150" y="1146"/>
                    </a:cubicBezTo>
                    <a:cubicBezTo>
                      <a:pt x="555" y="1741"/>
                      <a:pt x="221" y="2548"/>
                      <a:pt x="221" y="3390"/>
                    </a:cubicBezTo>
                    <a:cubicBezTo>
                      <a:pt x="221" y="4231"/>
                      <a:pt x="555" y="5038"/>
                      <a:pt x="1150" y="5633"/>
                    </a:cubicBezTo>
                    <a:cubicBezTo>
                      <a:pt x="1745" y="6228"/>
                      <a:pt x="2551" y="6563"/>
                      <a:pt x="3393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53" name="Freeform: Shape 4552">
                <a:extLst>
                  <a:ext uri="{FF2B5EF4-FFF2-40B4-BE49-F238E27FC236}">
                    <a16:creationId xmlns:a16="http://schemas.microsoft.com/office/drawing/2014/main" id="{E5807EC1-03B6-8B25-C351-F718545FF5C8}"/>
                  </a:ext>
                </a:extLst>
              </p:cNvPr>
              <p:cNvSpPr/>
              <p:nvPr/>
            </p:nvSpPr>
            <p:spPr>
              <a:xfrm>
                <a:off x="3652059" y="6234492"/>
                <a:ext cx="6343" cy="6345"/>
              </a:xfrm>
              <a:custGeom>
                <a:avLst/>
                <a:gdLst>
                  <a:gd name="connsiteX0" fmla="*/ 3392 w 6343"/>
                  <a:gd name="connsiteY0" fmla="*/ 6563 h 6345"/>
                  <a:gd name="connsiteX1" fmla="*/ 5635 w 6343"/>
                  <a:gd name="connsiteY1" fmla="*/ 5633 h 6345"/>
                  <a:gd name="connsiteX2" fmla="*/ 6564 w 6343"/>
                  <a:gd name="connsiteY2" fmla="*/ 3390 h 6345"/>
                  <a:gd name="connsiteX3" fmla="*/ 5635 w 6343"/>
                  <a:gd name="connsiteY3" fmla="*/ 1146 h 6345"/>
                  <a:gd name="connsiteX4" fmla="*/ 3392 w 6343"/>
                  <a:gd name="connsiteY4" fmla="*/ 217 h 6345"/>
                  <a:gd name="connsiteX5" fmla="*/ 1150 w 6343"/>
                  <a:gd name="connsiteY5" fmla="*/ 1146 h 6345"/>
                  <a:gd name="connsiteX6" fmla="*/ 221 w 6343"/>
                  <a:gd name="connsiteY6" fmla="*/ 3390 h 6345"/>
                  <a:gd name="connsiteX7" fmla="*/ 1150 w 6343"/>
                  <a:gd name="connsiteY7" fmla="*/ 5633 h 6345"/>
                  <a:gd name="connsiteX8" fmla="*/ 339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63"/>
                    </a:moveTo>
                    <a:cubicBezTo>
                      <a:pt x="4233" y="6563"/>
                      <a:pt x="5040" y="6228"/>
                      <a:pt x="5635" y="5633"/>
                    </a:cubicBezTo>
                    <a:cubicBezTo>
                      <a:pt x="6230" y="5038"/>
                      <a:pt x="6564" y="4231"/>
                      <a:pt x="6564" y="3390"/>
                    </a:cubicBezTo>
                    <a:cubicBezTo>
                      <a:pt x="6564" y="2548"/>
                      <a:pt x="6230" y="1741"/>
                      <a:pt x="5635" y="1146"/>
                    </a:cubicBezTo>
                    <a:cubicBezTo>
                      <a:pt x="5040" y="551"/>
                      <a:pt x="4233" y="217"/>
                      <a:pt x="3392" y="217"/>
                    </a:cubicBezTo>
                    <a:cubicBezTo>
                      <a:pt x="2551" y="217"/>
                      <a:pt x="1744" y="551"/>
                      <a:pt x="1150" y="1146"/>
                    </a:cubicBezTo>
                    <a:cubicBezTo>
                      <a:pt x="555" y="1741"/>
                      <a:pt x="221" y="2548"/>
                      <a:pt x="221" y="3390"/>
                    </a:cubicBezTo>
                    <a:cubicBezTo>
                      <a:pt x="221" y="4231"/>
                      <a:pt x="555" y="5038"/>
                      <a:pt x="1150" y="5633"/>
                    </a:cubicBezTo>
                    <a:cubicBezTo>
                      <a:pt x="1744" y="6228"/>
                      <a:pt x="2551" y="6563"/>
                      <a:pt x="339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54" name="Freeform: Shape 4553">
                <a:extLst>
                  <a:ext uri="{FF2B5EF4-FFF2-40B4-BE49-F238E27FC236}">
                    <a16:creationId xmlns:a16="http://schemas.microsoft.com/office/drawing/2014/main" id="{6E06EE3D-C7E4-0F75-3F3A-8A9E822F66B2}"/>
                  </a:ext>
                </a:extLst>
              </p:cNvPr>
              <p:cNvSpPr/>
              <p:nvPr/>
            </p:nvSpPr>
            <p:spPr>
              <a:xfrm>
                <a:off x="3648751" y="6233686"/>
                <a:ext cx="6343" cy="6345"/>
              </a:xfrm>
              <a:custGeom>
                <a:avLst/>
                <a:gdLst>
                  <a:gd name="connsiteX0" fmla="*/ 3392 w 6343"/>
                  <a:gd name="connsiteY0" fmla="*/ 6562 h 6345"/>
                  <a:gd name="connsiteX1" fmla="*/ 5635 w 6343"/>
                  <a:gd name="connsiteY1" fmla="*/ 5633 h 6345"/>
                  <a:gd name="connsiteX2" fmla="*/ 6564 w 6343"/>
                  <a:gd name="connsiteY2" fmla="*/ 3390 h 6345"/>
                  <a:gd name="connsiteX3" fmla="*/ 5635 w 6343"/>
                  <a:gd name="connsiteY3" fmla="*/ 1146 h 6345"/>
                  <a:gd name="connsiteX4" fmla="*/ 3392 w 6343"/>
                  <a:gd name="connsiteY4" fmla="*/ 217 h 6345"/>
                  <a:gd name="connsiteX5" fmla="*/ 1149 w 6343"/>
                  <a:gd name="connsiteY5" fmla="*/ 1146 h 6345"/>
                  <a:gd name="connsiteX6" fmla="*/ 220 w 6343"/>
                  <a:gd name="connsiteY6" fmla="*/ 3390 h 6345"/>
                  <a:gd name="connsiteX7" fmla="*/ 1149 w 6343"/>
                  <a:gd name="connsiteY7" fmla="*/ 5633 h 6345"/>
                  <a:gd name="connsiteX8" fmla="*/ 3392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62"/>
                    </a:moveTo>
                    <a:cubicBezTo>
                      <a:pt x="4233" y="6562"/>
                      <a:pt x="5040" y="6228"/>
                      <a:pt x="5635" y="5633"/>
                    </a:cubicBezTo>
                    <a:cubicBezTo>
                      <a:pt x="6229" y="5038"/>
                      <a:pt x="6564" y="4231"/>
                      <a:pt x="6564" y="3390"/>
                    </a:cubicBezTo>
                    <a:cubicBezTo>
                      <a:pt x="6564" y="2548"/>
                      <a:pt x="6229" y="1741"/>
                      <a:pt x="5635" y="1146"/>
                    </a:cubicBezTo>
                    <a:cubicBezTo>
                      <a:pt x="5040" y="551"/>
                      <a:pt x="4233" y="217"/>
                      <a:pt x="3392" y="217"/>
                    </a:cubicBezTo>
                    <a:cubicBezTo>
                      <a:pt x="2551" y="217"/>
                      <a:pt x="1744" y="551"/>
                      <a:pt x="1149" y="1146"/>
                    </a:cubicBezTo>
                    <a:cubicBezTo>
                      <a:pt x="555" y="1741"/>
                      <a:pt x="220" y="2548"/>
                      <a:pt x="220" y="3390"/>
                    </a:cubicBezTo>
                    <a:cubicBezTo>
                      <a:pt x="220" y="4231"/>
                      <a:pt x="555" y="5038"/>
                      <a:pt x="1149" y="5633"/>
                    </a:cubicBezTo>
                    <a:cubicBezTo>
                      <a:pt x="1744" y="6228"/>
                      <a:pt x="2551" y="6562"/>
                      <a:pt x="3392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55" name="Freeform: Shape 4554">
                <a:extLst>
                  <a:ext uri="{FF2B5EF4-FFF2-40B4-BE49-F238E27FC236}">
                    <a16:creationId xmlns:a16="http://schemas.microsoft.com/office/drawing/2014/main" id="{3A74464B-177B-4838-8012-6D9D29A3651F}"/>
                  </a:ext>
                </a:extLst>
              </p:cNvPr>
              <p:cNvSpPr/>
              <p:nvPr/>
            </p:nvSpPr>
            <p:spPr>
              <a:xfrm>
                <a:off x="3645857" y="6231956"/>
                <a:ext cx="6343" cy="6345"/>
              </a:xfrm>
              <a:custGeom>
                <a:avLst/>
                <a:gdLst>
                  <a:gd name="connsiteX0" fmla="*/ 3392 w 6343"/>
                  <a:gd name="connsiteY0" fmla="*/ 6562 h 6345"/>
                  <a:gd name="connsiteX1" fmla="*/ 5634 w 6343"/>
                  <a:gd name="connsiteY1" fmla="*/ 5633 h 6345"/>
                  <a:gd name="connsiteX2" fmla="*/ 6563 w 6343"/>
                  <a:gd name="connsiteY2" fmla="*/ 3390 h 6345"/>
                  <a:gd name="connsiteX3" fmla="*/ 5634 w 6343"/>
                  <a:gd name="connsiteY3" fmla="*/ 1146 h 6345"/>
                  <a:gd name="connsiteX4" fmla="*/ 3392 w 6343"/>
                  <a:gd name="connsiteY4" fmla="*/ 217 h 6345"/>
                  <a:gd name="connsiteX5" fmla="*/ 1149 w 6343"/>
                  <a:gd name="connsiteY5" fmla="*/ 1146 h 6345"/>
                  <a:gd name="connsiteX6" fmla="*/ 220 w 6343"/>
                  <a:gd name="connsiteY6" fmla="*/ 3390 h 6345"/>
                  <a:gd name="connsiteX7" fmla="*/ 1149 w 6343"/>
                  <a:gd name="connsiteY7" fmla="*/ 5633 h 6345"/>
                  <a:gd name="connsiteX8" fmla="*/ 3392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62"/>
                    </a:moveTo>
                    <a:cubicBezTo>
                      <a:pt x="4233" y="6562"/>
                      <a:pt x="5040" y="6228"/>
                      <a:pt x="5634" y="5633"/>
                    </a:cubicBezTo>
                    <a:cubicBezTo>
                      <a:pt x="6229" y="5038"/>
                      <a:pt x="6563" y="4231"/>
                      <a:pt x="6563" y="3390"/>
                    </a:cubicBezTo>
                    <a:cubicBezTo>
                      <a:pt x="6563" y="2548"/>
                      <a:pt x="6229" y="1741"/>
                      <a:pt x="5634" y="1146"/>
                    </a:cubicBezTo>
                    <a:cubicBezTo>
                      <a:pt x="5040" y="551"/>
                      <a:pt x="4233" y="217"/>
                      <a:pt x="3392" y="217"/>
                    </a:cubicBezTo>
                    <a:cubicBezTo>
                      <a:pt x="2551" y="217"/>
                      <a:pt x="1744" y="551"/>
                      <a:pt x="1149" y="1146"/>
                    </a:cubicBezTo>
                    <a:cubicBezTo>
                      <a:pt x="554" y="1741"/>
                      <a:pt x="220" y="2548"/>
                      <a:pt x="220" y="3390"/>
                    </a:cubicBezTo>
                    <a:cubicBezTo>
                      <a:pt x="220" y="4231"/>
                      <a:pt x="554" y="5038"/>
                      <a:pt x="1149" y="5633"/>
                    </a:cubicBezTo>
                    <a:cubicBezTo>
                      <a:pt x="1744" y="6228"/>
                      <a:pt x="2551" y="6562"/>
                      <a:pt x="3392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56" name="Freeform: Shape 4555">
                <a:extLst>
                  <a:ext uri="{FF2B5EF4-FFF2-40B4-BE49-F238E27FC236}">
                    <a16:creationId xmlns:a16="http://schemas.microsoft.com/office/drawing/2014/main" id="{9BD7B2BF-E996-A540-B24B-800A73BAD2B2}"/>
                  </a:ext>
                </a:extLst>
              </p:cNvPr>
              <p:cNvSpPr/>
              <p:nvPr/>
            </p:nvSpPr>
            <p:spPr>
              <a:xfrm>
                <a:off x="3659262" y="6195212"/>
                <a:ext cx="6343" cy="6345"/>
              </a:xfrm>
              <a:custGeom>
                <a:avLst/>
                <a:gdLst>
                  <a:gd name="connsiteX0" fmla="*/ 3393 w 6343"/>
                  <a:gd name="connsiteY0" fmla="*/ 6559 h 6345"/>
                  <a:gd name="connsiteX1" fmla="*/ 5635 w 6343"/>
                  <a:gd name="connsiteY1" fmla="*/ 5630 h 6345"/>
                  <a:gd name="connsiteX2" fmla="*/ 6564 w 6343"/>
                  <a:gd name="connsiteY2" fmla="*/ 3387 h 6345"/>
                  <a:gd name="connsiteX3" fmla="*/ 5635 w 6343"/>
                  <a:gd name="connsiteY3" fmla="*/ 1143 h 6345"/>
                  <a:gd name="connsiteX4" fmla="*/ 3393 w 6343"/>
                  <a:gd name="connsiteY4" fmla="*/ 214 h 6345"/>
                  <a:gd name="connsiteX5" fmla="*/ 1150 w 6343"/>
                  <a:gd name="connsiteY5" fmla="*/ 1143 h 6345"/>
                  <a:gd name="connsiteX6" fmla="*/ 221 w 6343"/>
                  <a:gd name="connsiteY6" fmla="*/ 3387 h 6345"/>
                  <a:gd name="connsiteX7" fmla="*/ 1150 w 6343"/>
                  <a:gd name="connsiteY7" fmla="*/ 5630 h 6345"/>
                  <a:gd name="connsiteX8" fmla="*/ 339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59"/>
                    </a:moveTo>
                    <a:cubicBezTo>
                      <a:pt x="4234" y="6559"/>
                      <a:pt x="5041" y="6225"/>
                      <a:pt x="5635" y="5630"/>
                    </a:cubicBezTo>
                    <a:cubicBezTo>
                      <a:pt x="6230" y="5035"/>
                      <a:pt x="6564" y="4228"/>
                      <a:pt x="6564" y="3387"/>
                    </a:cubicBezTo>
                    <a:cubicBezTo>
                      <a:pt x="6564" y="2545"/>
                      <a:pt x="6230" y="1738"/>
                      <a:pt x="5635" y="1143"/>
                    </a:cubicBezTo>
                    <a:cubicBezTo>
                      <a:pt x="5041" y="548"/>
                      <a:pt x="4234" y="214"/>
                      <a:pt x="3393" y="214"/>
                    </a:cubicBezTo>
                    <a:cubicBezTo>
                      <a:pt x="2552" y="214"/>
                      <a:pt x="1745" y="548"/>
                      <a:pt x="1150" y="1143"/>
                    </a:cubicBezTo>
                    <a:cubicBezTo>
                      <a:pt x="555" y="1738"/>
                      <a:pt x="221" y="2545"/>
                      <a:pt x="221" y="3387"/>
                    </a:cubicBezTo>
                    <a:cubicBezTo>
                      <a:pt x="221" y="4228"/>
                      <a:pt x="555" y="5035"/>
                      <a:pt x="1150" y="5630"/>
                    </a:cubicBezTo>
                    <a:cubicBezTo>
                      <a:pt x="1745" y="6225"/>
                      <a:pt x="2552" y="6559"/>
                      <a:pt x="339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57" name="Freeform: Shape 4556">
                <a:extLst>
                  <a:ext uri="{FF2B5EF4-FFF2-40B4-BE49-F238E27FC236}">
                    <a16:creationId xmlns:a16="http://schemas.microsoft.com/office/drawing/2014/main" id="{F1AC91E4-1E09-DB23-F703-A20686DFF90E}"/>
                  </a:ext>
                </a:extLst>
              </p:cNvPr>
              <p:cNvSpPr/>
              <p:nvPr/>
            </p:nvSpPr>
            <p:spPr>
              <a:xfrm>
                <a:off x="3655700" y="6195472"/>
                <a:ext cx="6343" cy="6345"/>
              </a:xfrm>
              <a:custGeom>
                <a:avLst/>
                <a:gdLst>
                  <a:gd name="connsiteX0" fmla="*/ 3393 w 6343"/>
                  <a:gd name="connsiteY0" fmla="*/ 6559 h 6345"/>
                  <a:gd name="connsiteX1" fmla="*/ 5635 w 6343"/>
                  <a:gd name="connsiteY1" fmla="*/ 5630 h 6345"/>
                  <a:gd name="connsiteX2" fmla="*/ 6564 w 6343"/>
                  <a:gd name="connsiteY2" fmla="*/ 3387 h 6345"/>
                  <a:gd name="connsiteX3" fmla="*/ 5635 w 6343"/>
                  <a:gd name="connsiteY3" fmla="*/ 1143 h 6345"/>
                  <a:gd name="connsiteX4" fmla="*/ 3393 w 6343"/>
                  <a:gd name="connsiteY4" fmla="*/ 214 h 6345"/>
                  <a:gd name="connsiteX5" fmla="*/ 1150 w 6343"/>
                  <a:gd name="connsiteY5" fmla="*/ 1143 h 6345"/>
                  <a:gd name="connsiteX6" fmla="*/ 221 w 6343"/>
                  <a:gd name="connsiteY6" fmla="*/ 3387 h 6345"/>
                  <a:gd name="connsiteX7" fmla="*/ 1150 w 6343"/>
                  <a:gd name="connsiteY7" fmla="*/ 5630 h 6345"/>
                  <a:gd name="connsiteX8" fmla="*/ 339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59"/>
                    </a:moveTo>
                    <a:cubicBezTo>
                      <a:pt x="4234" y="6559"/>
                      <a:pt x="5040" y="6225"/>
                      <a:pt x="5635" y="5630"/>
                    </a:cubicBezTo>
                    <a:cubicBezTo>
                      <a:pt x="6230" y="5035"/>
                      <a:pt x="6564" y="4228"/>
                      <a:pt x="6564" y="3387"/>
                    </a:cubicBezTo>
                    <a:cubicBezTo>
                      <a:pt x="6564" y="2545"/>
                      <a:pt x="6230" y="1738"/>
                      <a:pt x="5635" y="1143"/>
                    </a:cubicBezTo>
                    <a:cubicBezTo>
                      <a:pt x="5040" y="548"/>
                      <a:pt x="4234" y="214"/>
                      <a:pt x="3393" y="214"/>
                    </a:cubicBezTo>
                    <a:cubicBezTo>
                      <a:pt x="2551" y="214"/>
                      <a:pt x="1745" y="548"/>
                      <a:pt x="1150" y="1143"/>
                    </a:cubicBezTo>
                    <a:cubicBezTo>
                      <a:pt x="555" y="1738"/>
                      <a:pt x="221" y="2545"/>
                      <a:pt x="221" y="3387"/>
                    </a:cubicBezTo>
                    <a:cubicBezTo>
                      <a:pt x="221" y="4228"/>
                      <a:pt x="555" y="5035"/>
                      <a:pt x="1150" y="5630"/>
                    </a:cubicBezTo>
                    <a:cubicBezTo>
                      <a:pt x="1745" y="6225"/>
                      <a:pt x="2551" y="6559"/>
                      <a:pt x="339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58" name="Freeform: Shape 4557">
                <a:extLst>
                  <a:ext uri="{FF2B5EF4-FFF2-40B4-BE49-F238E27FC236}">
                    <a16:creationId xmlns:a16="http://schemas.microsoft.com/office/drawing/2014/main" id="{B14B397C-C1AF-15F3-06B5-05CFAE73743C}"/>
                  </a:ext>
                </a:extLst>
              </p:cNvPr>
              <p:cNvSpPr/>
              <p:nvPr/>
            </p:nvSpPr>
            <p:spPr>
              <a:xfrm>
                <a:off x="3651533" y="6196940"/>
                <a:ext cx="6343" cy="6345"/>
              </a:xfrm>
              <a:custGeom>
                <a:avLst/>
                <a:gdLst>
                  <a:gd name="connsiteX0" fmla="*/ 3392 w 6343"/>
                  <a:gd name="connsiteY0" fmla="*/ 6560 h 6345"/>
                  <a:gd name="connsiteX1" fmla="*/ 5635 w 6343"/>
                  <a:gd name="connsiteY1" fmla="*/ 5630 h 6345"/>
                  <a:gd name="connsiteX2" fmla="*/ 6564 w 6343"/>
                  <a:gd name="connsiteY2" fmla="*/ 3387 h 6345"/>
                  <a:gd name="connsiteX3" fmla="*/ 5635 w 6343"/>
                  <a:gd name="connsiteY3" fmla="*/ 1143 h 6345"/>
                  <a:gd name="connsiteX4" fmla="*/ 3392 w 6343"/>
                  <a:gd name="connsiteY4" fmla="*/ 214 h 6345"/>
                  <a:gd name="connsiteX5" fmla="*/ 1150 w 6343"/>
                  <a:gd name="connsiteY5" fmla="*/ 1143 h 6345"/>
                  <a:gd name="connsiteX6" fmla="*/ 221 w 6343"/>
                  <a:gd name="connsiteY6" fmla="*/ 3387 h 6345"/>
                  <a:gd name="connsiteX7" fmla="*/ 1150 w 6343"/>
                  <a:gd name="connsiteY7" fmla="*/ 5630 h 6345"/>
                  <a:gd name="connsiteX8" fmla="*/ 3392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60"/>
                    </a:moveTo>
                    <a:cubicBezTo>
                      <a:pt x="4233" y="6560"/>
                      <a:pt x="5040" y="6225"/>
                      <a:pt x="5635" y="5630"/>
                    </a:cubicBezTo>
                    <a:cubicBezTo>
                      <a:pt x="6230" y="5035"/>
                      <a:pt x="6564" y="4228"/>
                      <a:pt x="6564" y="3387"/>
                    </a:cubicBezTo>
                    <a:cubicBezTo>
                      <a:pt x="6564" y="2545"/>
                      <a:pt x="6230" y="1738"/>
                      <a:pt x="5635" y="1143"/>
                    </a:cubicBezTo>
                    <a:cubicBezTo>
                      <a:pt x="5040" y="548"/>
                      <a:pt x="4233" y="214"/>
                      <a:pt x="3392" y="214"/>
                    </a:cubicBezTo>
                    <a:cubicBezTo>
                      <a:pt x="2551" y="214"/>
                      <a:pt x="1744" y="548"/>
                      <a:pt x="1150" y="1143"/>
                    </a:cubicBezTo>
                    <a:cubicBezTo>
                      <a:pt x="555" y="1738"/>
                      <a:pt x="221" y="2545"/>
                      <a:pt x="221" y="3387"/>
                    </a:cubicBezTo>
                    <a:cubicBezTo>
                      <a:pt x="221" y="4228"/>
                      <a:pt x="555" y="5035"/>
                      <a:pt x="1150" y="5630"/>
                    </a:cubicBezTo>
                    <a:cubicBezTo>
                      <a:pt x="1744" y="6225"/>
                      <a:pt x="2551" y="6560"/>
                      <a:pt x="3392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59" name="Freeform: Shape 4558">
                <a:extLst>
                  <a:ext uri="{FF2B5EF4-FFF2-40B4-BE49-F238E27FC236}">
                    <a16:creationId xmlns:a16="http://schemas.microsoft.com/office/drawing/2014/main" id="{CD1EF62A-EC1A-35A8-4118-A614CDE1B2A6}"/>
                  </a:ext>
                </a:extLst>
              </p:cNvPr>
              <p:cNvSpPr/>
              <p:nvPr/>
            </p:nvSpPr>
            <p:spPr>
              <a:xfrm>
                <a:off x="3643756" y="6205719"/>
                <a:ext cx="6343" cy="6345"/>
              </a:xfrm>
              <a:custGeom>
                <a:avLst/>
                <a:gdLst>
                  <a:gd name="connsiteX0" fmla="*/ 3392 w 6343"/>
                  <a:gd name="connsiteY0" fmla="*/ 6560 h 6345"/>
                  <a:gd name="connsiteX1" fmla="*/ 5634 w 6343"/>
                  <a:gd name="connsiteY1" fmla="*/ 5631 h 6345"/>
                  <a:gd name="connsiteX2" fmla="*/ 6563 w 6343"/>
                  <a:gd name="connsiteY2" fmla="*/ 3388 h 6345"/>
                  <a:gd name="connsiteX3" fmla="*/ 5634 w 6343"/>
                  <a:gd name="connsiteY3" fmla="*/ 1144 h 6345"/>
                  <a:gd name="connsiteX4" fmla="*/ 3392 w 6343"/>
                  <a:gd name="connsiteY4" fmla="*/ 215 h 6345"/>
                  <a:gd name="connsiteX5" fmla="*/ 1149 w 6343"/>
                  <a:gd name="connsiteY5" fmla="*/ 1144 h 6345"/>
                  <a:gd name="connsiteX6" fmla="*/ 220 w 6343"/>
                  <a:gd name="connsiteY6" fmla="*/ 3388 h 6345"/>
                  <a:gd name="connsiteX7" fmla="*/ 1149 w 6343"/>
                  <a:gd name="connsiteY7" fmla="*/ 5631 h 6345"/>
                  <a:gd name="connsiteX8" fmla="*/ 3392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60"/>
                    </a:moveTo>
                    <a:cubicBezTo>
                      <a:pt x="4233" y="6560"/>
                      <a:pt x="5039" y="6226"/>
                      <a:pt x="5634" y="5631"/>
                    </a:cubicBezTo>
                    <a:cubicBezTo>
                      <a:pt x="6229" y="5036"/>
                      <a:pt x="6563" y="4229"/>
                      <a:pt x="6563" y="3388"/>
                    </a:cubicBezTo>
                    <a:cubicBezTo>
                      <a:pt x="6563" y="2546"/>
                      <a:pt x="6229" y="1739"/>
                      <a:pt x="5634" y="1144"/>
                    </a:cubicBezTo>
                    <a:cubicBezTo>
                      <a:pt x="5039" y="549"/>
                      <a:pt x="4233" y="215"/>
                      <a:pt x="3392" y="215"/>
                    </a:cubicBezTo>
                    <a:cubicBezTo>
                      <a:pt x="2550" y="215"/>
                      <a:pt x="1744" y="549"/>
                      <a:pt x="1149" y="1144"/>
                    </a:cubicBezTo>
                    <a:cubicBezTo>
                      <a:pt x="554" y="1739"/>
                      <a:pt x="220" y="2546"/>
                      <a:pt x="220" y="3388"/>
                    </a:cubicBezTo>
                    <a:cubicBezTo>
                      <a:pt x="220" y="4229"/>
                      <a:pt x="554" y="5036"/>
                      <a:pt x="1149" y="5631"/>
                    </a:cubicBezTo>
                    <a:cubicBezTo>
                      <a:pt x="1744" y="6226"/>
                      <a:pt x="2550" y="6560"/>
                      <a:pt x="3392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60" name="Freeform: Shape 4559">
                <a:extLst>
                  <a:ext uri="{FF2B5EF4-FFF2-40B4-BE49-F238E27FC236}">
                    <a16:creationId xmlns:a16="http://schemas.microsoft.com/office/drawing/2014/main" id="{549B84BF-06DD-1594-247D-B252F20368DA}"/>
                  </a:ext>
                </a:extLst>
              </p:cNvPr>
              <p:cNvSpPr/>
              <p:nvPr/>
            </p:nvSpPr>
            <p:spPr>
              <a:xfrm>
                <a:off x="3629003" y="6228264"/>
                <a:ext cx="6343" cy="6345"/>
              </a:xfrm>
              <a:custGeom>
                <a:avLst/>
                <a:gdLst>
                  <a:gd name="connsiteX0" fmla="*/ 3390 w 6343"/>
                  <a:gd name="connsiteY0" fmla="*/ 6562 h 6345"/>
                  <a:gd name="connsiteX1" fmla="*/ 5633 w 6343"/>
                  <a:gd name="connsiteY1" fmla="*/ 5633 h 6345"/>
                  <a:gd name="connsiteX2" fmla="*/ 6562 w 6343"/>
                  <a:gd name="connsiteY2" fmla="*/ 3389 h 6345"/>
                  <a:gd name="connsiteX3" fmla="*/ 5633 w 6343"/>
                  <a:gd name="connsiteY3" fmla="*/ 1146 h 6345"/>
                  <a:gd name="connsiteX4" fmla="*/ 3390 w 6343"/>
                  <a:gd name="connsiteY4" fmla="*/ 217 h 6345"/>
                  <a:gd name="connsiteX5" fmla="*/ 1148 w 6343"/>
                  <a:gd name="connsiteY5" fmla="*/ 1146 h 6345"/>
                  <a:gd name="connsiteX6" fmla="*/ 219 w 6343"/>
                  <a:gd name="connsiteY6" fmla="*/ 3389 h 6345"/>
                  <a:gd name="connsiteX7" fmla="*/ 1148 w 6343"/>
                  <a:gd name="connsiteY7" fmla="*/ 5633 h 6345"/>
                  <a:gd name="connsiteX8" fmla="*/ 3390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62"/>
                    </a:moveTo>
                    <a:cubicBezTo>
                      <a:pt x="4232" y="6562"/>
                      <a:pt x="5038" y="6228"/>
                      <a:pt x="5633" y="5633"/>
                    </a:cubicBezTo>
                    <a:cubicBezTo>
                      <a:pt x="6228" y="5038"/>
                      <a:pt x="6562" y="4231"/>
                      <a:pt x="6562" y="3389"/>
                    </a:cubicBezTo>
                    <a:cubicBezTo>
                      <a:pt x="6562" y="2548"/>
                      <a:pt x="6228" y="1741"/>
                      <a:pt x="5633" y="1146"/>
                    </a:cubicBezTo>
                    <a:cubicBezTo>
                      <a:pt x="5038" y="551"/>
                      <a:pt x="4232" y="217"/>
                      <a:pt x="3390" y="217"/>
                    </a:cubicBezTo>
                    <a:cubicBezTo>
                      <a:pt x="2549" y="217"/>
                      <a:pt x="1743" y="551"/>
                      <a:pt x="1148" y="1146"/>
                    </a:cubicBezTo>
                    <a:cubicBezTo>
                      <a:pt x="553" y="1741"/>
                      <a:pt x="219" y="2548"/>
                      <a:pt x="219" y="3389"/>
                    </a:cubicBezTo>
                    <a:cubicBezTo>
                      <a:pt x="219" y="4231"/>
                      <a:pt x="553" y="5038"/>
                      <a:pt x="1148" y="5633"/>
                    </a:cubicBezTo>
                    <a:cubicBezTo>
                      <a:pt x="1743" y="6228"/>
                      <a:pt x="2549" y="6562"/>
                      <a:pt x="3390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61" name="Freeform: Shape 4560">
                <a:extLst>
                  <a:ext uri="{FF2B5EF4-FFF2-40B4-BE49-F238E27FC236}">
                    <a16:creationId xmlns:a16="http://schemas.microsoft.com/office/drawing/2014/main" id="{DF6563A1-7612-619A-5172-9B312162293D}"/>
                  </a:ext>
                </a:extLst>
              </p:cNvPr>
              <p:cNvSpPr/>
              <p:nvPr/>
            </p:nvSpPr>
            <p:spPr>
              <a:xfrm>
                <a:off x="3627748" y="6223254"/>
                <a:ext cx="6343" cy="6345"/>
              </a:xfrm>
              <a:custGeom>
                <a:avLst/>
                <a:gdLst>
                  <a:gd name="connsiteX0" fmla="*/ 3390 w 6343"/>
                  <a:gd name="connsiteY0" fmla="*/ 6562 h 6345"/>
                  <a:gd name="connsiteX1" fmla="*/ 5633 w 6343"/>
                  <a:gd name="connsiteY1" fmla="*/ 5632 h 6345"/>
                  <a:gd name="connsiteX2" fmla="*/ 6562 w 6343"/>
                  <a:gd name="connsiteY2" fmla="*/ 3389 h 6345"/>
                  <a:gd name="connsiteX3" fmla="*/ 5633 w 6343"/>
                  <a:gd name="connsiteY3" fmla="*/ 1145 h 6345"/>
                  <a:gd name="connsiteX4" fmla="*/ 3390 w 6343"/>
                  <a:gd name="connsiteY4" fmla="*/ 216 h 6345"/>
                  <a:gd name="connsiteX5" fmla="*/ 1148 w 6343"/>
                  <a:gd name="connsiteY5" fmla="*/ 1145 h 6345"/>
                  <a:gd name="connsiteX6" fmla="*/ 219 w 6343"/>
                  <a:gd name="connsiteY6" fmla="*/ 3389 h 6345"/>
                  <a:gd name="connsiteX7" fmla="*/ 1148 w 6343"/>
                  <a:gd name="connsiteY7" fmla="*/ 5632 h 6345"/>
                  <a:gd name="connsiteX8" fmla="*/ 3390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62"/>
                    </a:moveTo>
                    <a:cubicBezTo>
                      <a:pt x="4231" y="6562"/>
                      <a:pt x="5038" y="6227"/>
                      <a:pt x="5633" y="5632"/>
                    </a:cubicBezTo>
                    <a:cubicBezTo>
                      <a:pt x="6228" y="5037"/>
                      <a:pt x="6562" y="4230"/>
                      <a:pt x="6562" y="3389"/>
                    </a:cubicBezTo>
                    <a:cubicBezTo>
                      <a:pt x="6562" y="2547"/>
                      <a:pt x="6228" y="1740"/>
                      <a:pt x="5633" y="1145"/>
                    </a:cubicBezTo>
                    <a:cubicBezTo>
                      <a:pt x="5038" y="551"/>
                      <a:pt x="4231" y="216"/>
                      <a:pt x="3390" y="216"/>
                    </a:cubicBezTo>
                    <a:cubicBezTo>
                      <a:pt x="2549" y="216"/>
                      <a:pt x="1742" y="551"/>
                      <a:pt x="1148" y="1145"/>
                    </a:cubicBezTo>
                    <a:cubicBezTo>
                      <a:pt x="553" y="1740"/>
                      <a:pt x="219" y="2547"/>
                      <a:pt x="219" y="3389"/>
                    </a:cubicBezTo>
                    <a:cubicBezTo>
                      <a:pt x="219" y="4230"/>
                      <a:pt x="553" y="5037"/>
                      <a:pt x="1148" y="5632"/>
                    </a:cubicBezTo>
                    <a:cubicBezTo>
                      <a:pt x="1742" y="6227"/>
                      <a:pt x="2549" y="6562"/>
                      <a:pt x="3390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62" name="Freeform: Shape 4561">
                <a:extLst>
                  <a:ext uri="{FF2B5EF4-FFF2-40B4-BE49-F238E27FC236}">
                    <a16:creationId xmlns:a16="http://schemas.microsoft.com/office/drawing/2014/main" id="{BE7AD662-C16E-C796-E621-EE7E1D98F50F}"/>
                  </a:ext>
                </a:extLst>
              </p:cNvPr>
              <p:cNvSpPr/>
              <p:nvPr/>
            </p:nvSpPr>
            <p:spPr>
              <a:xfrm>
                <a:off x="3628846" y="6213745"/>
                <a:ext cx="6343" cy="6345"/>
              </a:xfrm>
              <a:custGeom>
                <a:avLst/>
                <a:gdLst>
                  <a:gd name="connsiteX0" fmla="*/ 3390 w 6343"/>
                  <a:gd name="connsiteY0" fmla="*/ 6561 h 6345"/>
                  <a:gd name="connsiteX1" fmla="*/ 5633 w 6343"/>
                  <a:gd name="connsiteY1" fmla="*/ 5632 h 6345"/>
                  <a:gd name="connsiteX2" fmla="*/ 6562 w 6343"/>
                  <a:gd name="connsiteY2" fmla="*/ 3388 h 6345"/>
                  <a:gd name="connsiteX3" fmla="*/ 5633 w 6343"/>
                  <a:gd name="connsiteY3" fmla="*/ 1145 h 6345"/>
                  <a:gd name="connsiteX4" fmla="*/ 3390 w 6343"/>
                  <a:gd name="connsiteY4" fmla="*/ 215 h 6345"/>
                  <a:gd name="connsiteX5" fmla="*/ 1148 w 6343"/>
                  <a:gd name="connsiteY5" fmla="*/ 1145 h 6345"/>
                  <a:gd name="connsiteX6" fmla="*/ 219 w 6343"/>
                  <a:gd name="connsiteY6" fmla="*/ 3388 h 6345"/>
                  <a:gd name="connsiteX7" fmla="*/ 1148 w 6343"/>
                  <a:gd name="connsiteY7" fmla="*/ 5632 h 6345"/>
                  <a:gd name="connsiteX8" fmla="*/ 3390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61"/>
                    </a:moveTo>
                    <a:cubicBezTo>
                      <a:pt x="4232" y="6561"/>
                      <a:pt x="5038" y="6227"/>
                      <a:pt x="5633" y="5632"/>
                    </a:cubicBezTo>
                    <a:cubicBezTo>
                      <a:pt x="6228" y="5037"/>
                      <a:pt x="6562" y="4230"/>
                      <a:pt x="6562" y="3388"/>
                    </a:cubicBezTo>
                    <a:cubicBezTo>
                      <a:pt x="6562" y="2547"/>
                      <a:pt x="6228" y="1740"/>
                      <a:pt x="5633" y="1145"/>
                    </a:cubicBezTo>
                    <a:cubicBezTo>
                      <a:pt x="5038" y="550"/>
                      <a:pt x="4232" y="215"/>
                      <a:pt x="3390" y="215"/>
                    </a:cubicBezTo>
                    <a:cubicBezTo>
                      <a:pt x="2549" y="215"/>
                      <a:pt x="1743" y="550"/>
                      <a:pt x="1148" y="1145"/>
                    </a:cubicBezTo>
                    <a:cubicBezTo>
                      <a:pt x="553" y="1740"/>
                      <a:pt x="219" y="2547"/>
                      <a:pt x="219" y="3388"/>
                    </a:cubicBezTo>
                    <a:cubicBezTo>
                      <a:pt x="219" y="4230"/>
                      <a:pt x="553" y="5037"/>
                      <a:pt x="1148" y="5632"/>
                    </a:cubicBezTo>
                    <a:cubicBezTo>
                      <a:pt x="1743" y="6227"/>
                      <a:pt x="2549" y="6561"/>
                      <a:pt x="3390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63" name="Freeform: Shape 4562">
                <a:extLst>
                  <a:ext uri="{FF2B5EF4-FFF2-40B4-BE49-F238E27FC236}">
                    <a16:creationId xmlns:a16="http://schemas.microsoft.com/office/drawing/2014/main" id="{A2C51A76-DDED-0C28-368C-236E35E516FE}"/>
                  </a:ext>
                </a:extLst>
              </p:cNvPr>
              <p:cNvSpPr/>
              <p:nvPr/>
            </p:nvSpPr>
            <p:spPr>
              <a:xfrm>
                <a:off x="3625918" y="6212237"/>
                <a:ext cx="6343" cy="6345"/>
              </a:xfrm>
              <a:custGeom>
                <a:avLst/>
                <a:gdLst>
                  <a:gd name="connsiteX0" fmla="*/ 3390 w 6343"/>
                  <a:gd name="connsiteY0" fmla="*/ 6561 h 6345"/>
                  <a:gd name="connsiteX1" fmla="*/ 5633 w 6343"/>
                  <a:gd name="connsiteY1" fmla="*/ 5631 h 6345"/>
                  <a:gd name="connsiteX2" fmla="*/ 6562 w 6343"/>
                  <a:gd name="connsiteY2" fmla="*/ 3388 h 6345"/>
                  <a:gd name="connsiteX3" fmla="*/ 5633 w 6343"/>
                  <a:gd name="connsiteY3" fmla="*/ 1145 h 6345"/>
                  <a:gd name="connsiteX4" fmla="*/ 3390 w 6343"/>
                  <a:gd name="connsiteY4" fmla="*/ 215 h 6345"/>
                  <a:gd name="connsiteX5" fmla="*/ 1148 w 6343"/>
                  <a:gd name="connsiteY5" fmla="*/ 1145 h 6345"/>
                  <a:gd name="connsiteX6" fmla="*/ 219 w 6343"/>
                  <a:gd name="connsiteY6" fmla="*/ 3388 h 6345"/>
                  <a:gd name="connsiteX7" fmla="*/ 1148 w 6343"/>
                  <a:gd name="connsiteY7" fmla="*/ 5631 h 6345"/>
                  <a:gd name="connsiteX8" fmla="*/ 3390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61"/>
                    </a:moveTo>
                    <a:cubicBezTo>
                      <a:pt x="4231" y="6561"/>
                      <a:pt x="5038" y="6226"/>
                      <a:pt x="5633" y="5631"/>
                    </a:cubicBezTo>
                    <a:cubicBezTo>
                      <a:pt x="6228" y="5037"/>
                      <a:pt x="6562" y="4229"/>
                      <a:pt x="6562" y="3388"/>
                    </a:cubicBezTo>
                    <a:cubicBezTo>
                      <a:pt x="6562" y="2547"/>
                      <a:pt x="6228" y="1740"/>
                      <a:pt x="5633" y="1145"/>
                    </a:cubicBezTo>
                    <a:cubicBezTo>
                      <a:pt x="5038" y="550"/>
                      <a:pt x="4231" y="215"/>
                      <a:pt x="3390" y="215"/>
                    </a:cubicBezTo>
                    <a:cubicBezTo>
                      <a:pt x="2549" y="215"/>
                      <a:pt x="1742" y="550"/>
                      <a:pt x="1148" y="1145"/>
                    </a:cubicBezTo>
                    <a:cubicBezTo>
                      <a:pt x="553" y="1740"/>
                      <a:pt x="219" y="2547"/>
                      <a:pt x="219" y="3388"/>
                    </a:cubicBezTo>
                    <a:cubicBezTo>
                      <a:pt x="219" y="4229"/>
                      <a:pt x="553" y="5037"/>
                      <a:pt x="1148" y="5631"/>
                    </a:cubicBezTo>
                    <a:cubicBezTo>
                      <a:pt x="1742" y="6226"/>
                      <a:pt x="2549" y="6561"/>
                      <a:pt x="3390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64" name="Freeform: Shape 4563">
                <a:extLst>
                  <a:ext uri="{FF2B5EF4-FFF2-40B4-BE49-F238E27FC236}">
                    <a16:creationId xmlns:a16="http://schemas.microsoft.com/office/drawing/2014/main" id="{95DA00AF-F8E1-0588-73FE-9480C80ED281}"/>
                  </a:ext>
                </a:extLst>
              </p:cNvPr>
              <p:cNvSpPr/>
              <p:nvPr/>
            </p:nvSpPr>
            <p:spPr>
              <a:xfrm>
                <a:off x="3622206" y="6212216"/>
                <a:ext cx="6343" cy="6345"/>
              </a:xfrm>
              <a:custGeom>
                <a:avLst/>
                <a:gdLst>
                  <a:gd name="connsiteX0" fmla="*/ 3390 w 6343"/>
                  <a:gd name="connsiteY0" fmla="*/ 6561 h 6345"/>
                  <a:gd name="connsiteX1" fmla="*/ 5633 w 6343"/>
                  <a:gd name="connsiteY1" fmla="*/ 5631 h 6345"/>
                  <a:gd name="connsiteX2" fmla="*/ 6561 w 6343"/>
                  <a:gd name="connsiteY2" fmla="*/ 3388 h 6345"/>
                  <a:gd name="connsiteX3" fmla="*/ 5633 w 6343"/>
                  <a:gd name="connsiteY3" fmla="*/ 1145 h 6345"/>
                  <a:gd name="connsiteX4" fmla="*/ 3390 w 6343"/>
                  <a:gd name="connsiteY4" fmla="*/ 215 h 6345"/>
                  <a:gd name="connsiteX5" fmla="*/ 1147 w 6343"/>
                  <a:gd name="connsiteY5" fmla="*/ 1145 h 6345"/>
                  <a:gd name="connsiteX6" fmla="*/ 218 w 6343"/>
                  <a:gd name="connsiteY6" fmla="*/ 3388 h 6345"/>
                  <a:gd name="connsiteX7" fmla="*/ 1147 w 6343"/>
                  <a:gd name="connsiteY7" fmla="*/ 5631 h 6345"/>
                  <a:gd name="connsiteX8" fmla="*/ 3390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61"/>
                    </a:moveTo>
                    <a:cubicBezTo>
                      <a:pt x="4231" y="6561"/>
                      <a:pt x="5038" y="6226"/>
                      <a:pt x="5633" y="5631"/>
                    </a:cubicBezTo>
                    <a:cubicBezTo>
                      <a:pt x="6227" y="5037"/>
                      <a:pt x="6561" y="4229"/>
                      <a:pt x="6561" y="3388"/>
                    </a:cubicBezTo>
                    <a:cubicBezTo>
                      <a:pt x="6561" y="2547"/>
                      <a:pt x="6227" y="1740"/>
                      <a:pt x="5633" y="1145"/>
                    </a:cubicBezTo>
                    <a:cubicBezTo>
                      <a:pt x="5038" y="550"/>
                      <a:pt x="4231" y="215"/>
                      <a:pt x="3390" y="215"/>
                    </a:cubicBezTo>
                    <a:cubicBezTo>
                      <a:pt x="2549" y="215"/>
                      <a:pt x="1742" y="550"/>
                      <a:pt x="1147" y="1145"/>
                    </a:cubicBezTo>
                    <a:cubicBezTo>
                      <a:pt x="553" y="1740"/>
                      <a:pt x="218" y="2547"/>
                      <a:pt x="218" y="3388"/>
                    </a:cubicBezTo>
                    <a:cubicBezTo>
                      <a:pt x="218" y="4229"/>
                      <a:pt x="553" y="5037"/>
                      <a:pt x="1147" y="5631"/>
                    </a:cubicBezTo>
                    <a:cubicBezTo>
                      <a:pt x="1742" y="6226"/>
                      <a:pt x="2549" y="6561"/>
                      <a:pt x="3390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65" name="Freeform: Shape 4564">
                <a:extLst>
                  <a:ext uri="{FF2B5EF4-FFF2-40B4-BE49-F238E27FC236}">
                    <a16:creationId xmlns:a16="http://schemas.microsoft.com/office/drawing/2014/main" id="{C8E2FB3E-56F4-F46D-AA31-F54589C62A63}"/>
                  </a:ext>
                </a:extLst>
              </p:cNvPr>
              <p:cNvSpPr/>
              <p:nvPr/>
            </p:nvSpPr>
            <p:spPr>
              <a:xfrm>
                <a:off x="3618976" y="6211250"/>
                <a:ext cx="6343" cy="6345"/>
              </a:xfrm>
              <a:custGeom>
                <a:avLst/>
                <a:gdLst>
                  <a:gd name="connsiteX0" fmla="*/ 3390 w 6343"/>
                  <a:gd name="connsiteY0" fmla="*/ 6561 h 6345"/>
                  <a:gd name="connsiteX1" fmla="*/ 5632 w 6343"/>
                  <a:gd name="connsiteY1" fmla="*/ 5631 h 6345"/>
                  <a:gd name="connsiteX2" fmla="*/ 6561 w 6343"/>
                  <a:gd name="connsiteY2" fmla="*/ 3388 h 6345"/>
                  <a:gd name="connsiteX3" fmla="*/ 5632 w 6343"/>
                  <a:gd name="connsiteY3" fmla="*/ 1145 h 6345"/>
                  <a:gd name="connsiteX4" fmla="*/ 3390 w 6343"/>
                  <a:gd name="connsiteY4" fmla="*/ 215 h 6345"/>
                  <a:gd name="connsiteX5" fmla="*/ 1147 w 6343"/>
                  <a:gd name="connsiteY5" fmla="*/ 1145 h 6345"/>
                  <a:gd name="connsiteX6" fmla="*/ 218 w 6343"/>
                  <a:gd name="connsiteY6" fmla="*/ 3388 h 6345"/>
                  <a:gd name="connsiteX7" fmla="*/ 1147 w 6343"/>
                  <a:gd name="connsiteY7" fmla="*/ 5631 h 6345"/>
                  <a:gd name="connsiteX8" fmla="*/ 3390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61"/>
                    </a:moveTo>
                    <a:cubicBezTo>
                      <a:pt x="4231" y="6561"/>
                      <a:pt x="5038" y="6226"/>
                      <a:pt x="5632" y="5631"/>
                    </a:cubicBezTo>
                    <a:cubicBezTo>
                      <a:pt x="6227" y="5036"/>
                      <a:pt x="6561" y="4229"/>
                      <a:pt x="6561" y="3388"/>
                    </a:cubicBezTo>
                    <a:cubicBezTo>
                      <a:pt x="6561" y="2547"/>
                      <a:pt x="6227" y="1739"/>
                      <a:pt x="5632" y="1145"/>
                    </a:cubicBezTo>
                    <a:cubicBezTo>
                      <a:pt x="5038" y="550"/>
                      <a:pt x="4231" y="215"/>
                      <a:pt x="3390" y="215"/>
                    </a:cubicBezTo>
                    <a:cubicBezTo>
                      <a:pt x="2549" y="215"/>
                      <a:pt x="1742" y="550"/>
                      <a:pt x="1147" y="1145"/>
                    </a:cubicBezTo>
                    <a:cubicBezTo>
                      <a:pt x="552" y="1739"/>
                      <a:pt x="218" y="2547"/>
                      <a:pt x="218" y="3388"/>
                    </a:cubicBezTo>
                    <a:cubicBezTo>
                      <a:pt x="218" y="4229"/>
                      <a:pt x="552" y="5036"/>
                      <a:pt x="1147" y="5631"/>
                    </a:cubicBezTo>
                    <a:cubicBezTo>
                      <a:pt x="1742" y="6226"/>
                      <a:pt x="2549" y="6561"/>
                      <a:pt x="3390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66" name="Freeform: Shape 4565">
                <a:extLst>
                  <a:ext uri="{FF2B5EF4-FFF2-40B4-BE49-F238E27FC236}">
                    <a16:creationId xmlns:a16="http://schemas.microsoft.com/office/drawing/2014/main" id="{8173D37D-948A-38BE-0510-FCDC1AF19AB6}"/>
                  </a:ext>
                </a:extLst>
              </p:cNvPr>
              <p:cNvSpPr/>
              <p:nvPr/>
            </p:nvSpPr>
            <p:spPr>
              <a:xfrm>
                <a:off x="3610928" y="6219151"/>
                <a:ext cx="6343" cy="6345"/>
              </a:xfrm>
              <a:custGeom>
                <a:avLst/>
                <a:gdLst>
                  <a:gd name="connsiteX0" fmla="*/ 3389 w 6343"/>
                  <a:gd name="connsiteY0" fmla="*/ 6561 h 6345"/>
                  <a:gd name="connsiteX1" fmla="*/ 5632 w 6343"/>
                  <a:gd name="connsiteY1" fmla="*/ 5632 h 6345"/>
                  <a:gd name="connsiteX2" fmla="*/ 6561 w 6343"/>
                  <a:gd name="connsiteY2" fmla="*/ 3389 h 6345"/>
                  <a:gd name="connsiteX3" fmla="*/ 5632 w 6343"/>
                  <a:gd name="connsiteY3" fmla="*/ 1145 h 6345"/>
                  <a:gd name="connsiteX4" fmla="*/ 3389 w 6343"/>
                  <a:gd name="connsiteY4" fmla="*/ 216 h 6345"/>
                  <a:gd name="connsiteX5" fmla="*/ 1146 w 6343"/>
                  <a:gd name="connsiteY5" fmla="*/ 1145 h 6345"/>
                  <a:gd name="connsiteX6" fmla="*/ 217 w 6343"/>
                  <a:gd name="connsiteY6" fmla="*/ 3389 h 6345"/>
                  <a:gd name="connsiteX7" fmla="*/ 1146 w 6343"/>
                  <a:gd name="connsiteY7" fmla="*/ 5632 h 6345"/>
                  <a:gd name="connsiteX8" fmla="*/ 3389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61"/>
                    </a:moveTo>
                    <a:cubicBezTo>
                      <a:pt x="4230" y="6561"/>
                      <a:pt x="5037" y="6227"/>
                      <a:pt x="5632" y="5632"/>
                    </a:cubicBezTo>
                    <a:cubicBezTo>
                      <a:pt x="6226" y="5037"/>
                      <a:pt x="6561" y="4230"/>
                      <a:pt x="6561" y="3389"/>
                    </a:cubicBezTo>
                    <a:cubicBezTo>
                      <a:pt x="6561" y="2547"/>
                      <a:pt x="6226" y="1740"/>
                      <a:pt x="5632" y="1145"/>
                    </a:cubicBezTo>
                    <a:cubicBezTo>
                      <a:pt x="5037" y="550"/>
                      <a:pt x="4230" y="216"/>
                      <a:pt x="3389" y="216"/>
                    </a:cubicBezTo>
                    <a:cubicBezTo>
                      <a:pt x="2548" y="216"/>
                      <a:pt x="1741" y="550"/>
                      <a:pt x="1146" y="1145"/>
                    </a:cubicBezTo>
                    <a:cubicBezTo>
                      <a:pt x="552" y="1740"/>
                      <a:pt x="217" y="2547"/>
                      <a:pt x="217" y="3389"/>
                    </a:cubicBezTo>
                    <a:cubicBezTo>
                      <a:pt x="217" y="4230"/>
                      <a:pt x="552" y="5037"/>
                      <a:pt x="1146" y="5632"/>
                    </a:cubicBezTo>
                    <a:cubicBezTo>
                      <a:pt x="1741" y="6227"/>
                      <a:pt x="2548" y="6561"/>
                      <a:pt x="3389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67" name="Freeform: Shape 4566">
                <a:extLst>
                  <a:ext uri="{FF2B5EF4-FFF2-40B4-BE49-F238E27FC236}">
                    <a16:creationId xmlns:a16="http://schemas.microsoft.com/office/drawing/2014/main" id="{2193F96A-C1C2-31C2-1380-A654B937295A}"/>
                  </a:ext>
                </a:extLst>
              </p:cNvPr>
              <p:cNvSpPr/>
              <p:nvPr/>
            </p:nvSpPr>
            <p:spPr>
              <a:xfrm>
                <a:off x="3603230" y="6226143"/>
                <a:ext cx="6343" cy="6345"/>
              </a:xfrm>
              <a:custGeom>
                <a:avLst/>
                <a:gdLst>
                  <a:gd name="connsiteX0" fmla="*/ 3388 w 6343"/>
                  <a:gd name="connsiteY0" fmla="*/ 6562 h 6345"/>
                  <a:gd name="connsiteX1" fmla="*/ 5631 w 6343"/>
                  <a:gd name="connsiteY1" fmla="*/ 5633 h 6345"/>
                  <a:gd name="connsiteX2" fmla="*/ 6560 w 6343"/>
                  <a:gd name="connsiteY2" fmla="*/ 3389 h 6345"/>
                  <a:gd name="connsiteX3" fmla="*/ 5631 w 6343"/>
                  <a:gd name="connsiteY3" fmla="*/ 1146 h 6345"/>
                  <a:gd name="connsiteX4" fmla="*/ 3388 w 6343"/>
                  <a:gd name="connsiteY4" fmla="*/ 216 h 6345"/>
                  <a:gd name="connsiteX5" fmla="*/ 1146 w 6343"/>
                  <a:gd name="connsiteY5" fmla="*/ 1146 h 6345"/>
                  <a:gd name="connsiteX6" fmla="*/ 217 w 6343"/>
                  <a:gd name="connsiteY6" fmla="*/ 3389 h 6345"/>
                  <a:gd name="connsiteX7" fmla="*/ 1146 w 6343"/>
                  <a:gd name="connsiteY7" fmla="*/ 5633 h 6345"/>
                  <a:gd name="connsiteX8" fmla="*/ 3388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62"/>
                    </a:moveTo>
                    <a:cubicBezTo>
                      <a:pt x="4230" y="6562"/>
                      <a:pt x="5036" y="6228"/>
                      <a:pt x="5631" y="5633"/>
                    </a:cubicBezTo>
                    <a:cubicBezTo>
                      <a:pt x="6226" y="5038"/>
                      <a:pt x="6560" y="4231"/>
                      <a:pt x="6560" y="3389"/>
                    </a:cubicBezTo>
                    <a:cubicBezTo>
                      <a:pt x="6560" y="2548"/>
                      <a:pt x="6226" y="1741"/>
                      <a:pt x="5631" y="1146"/>
                    </a:cubicBezTo>
                    <a:cubicBezTo>
                      <a:pt x="5036" y="551"/>
                      <a:pt x="4230" y="216"/>
                      <a:pt x="3388" y="216"/>
                    </a:cubicBezTo>
                    <a:cubicBezTo>
                      <a:pt x="2547" y="216"/>
                      <a:pt x="1741" y="551"/>
                      <a:pt x="1146" y="1146"/>
                    </a:cubicBezTo>
                    <a:cubicBezTo>
                      <a:pt x="551" y="1741"/>
                      <a:pt x="217" y="2548"/>
                      <a:pt x="217" y="3389"/>
                    </a:cubicBezTo>
                    <a:cubicBezTo>
                      <a:pt x="217" y="4231"/>
                      <a:pt x="551" y="5038"/>
                      <a:pt x="1146" y="5633"/>
                    </a:cubicBezTo>
                    <a:cubicBezTo>
                      <a:pt x="1741" y="6228"/>
                      <a:pt x="2547" y="6562"/>
                      <a:pt x="3388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68" name="Freeform: Shape 4567">
                <a:extLst>
                  <a:ext uri="{FF2B5EF4-FFF2-40B4-BE49-F238E27FC236}">
                    <a16:creationId xmlns:a16="http://schemas.microsoft.com/office/drawing/2014/main" id="{F62E1D3B-BDA5-A9DA-8A90-585DFAB9F5FA}"/>
                  </a:ext>
                </a:extLst>
              </p:cNvPr>
              <p:cNvSpPr/>
              <p:nvPr/>
            </p:nvSpPr>
            <p:spPr>
              <a:xfrm>
                <a:off x="3602552" y="6220311"/>
                <a:ext cx="6343" cy="6345"/>
              </a:xfrm>
              <a:custGeom>
                <a:avLst/>
                <a:gdLst>
                  <a:gd name="connsiteX0" fmla="*/ 3388 w 6343"/>
                  <a:gd name="connsiteY0" fmla="*/ 6561 h 6345"/>
                  <a:gd name="connsiteX1" fmla="*/ 5631 w 6343"/>
                  <a:gd name="connsiteY1" fmla="*/ 5632 h 6345"/>
                  <a:gd name="connsiteX2" fmla="*/ 6560 w 6343"/>
                  <a:gd name="connsiteY2" fmla="*/ 3389 h 6345"/>
                  <a:gd name="connsiteX3" fmla="*/ 5631 w 6343"/>
                  <a:gd name="connsiteY3" fmla="*/ 1145 h 6345"/>
                  <a:gd name="connsiteX4" fmla="*/ 3388 w 6343"/>
                  <a:gd name="connsiteY4" fmla="*/ 216 h 6345"/>
                  <a:gd name="connsiteX5" fmla="*/ 1146 w 6343"/>
                  <a:gd name="connsiteY5" fmla="*/ 1145 h 6345"/>
                  <a:gd name="connsiteX6" fmla="*/ 217 w 6343"/>
                  <a:gd name="connsiteY6" fmla="*/ 3389 h 6345"/>
                  <a:gd name="connsiteX7" fmla="*/ 1146 w 6343"/>
                  <a:gd name="connsiteY7" fmla="*/ 5632 h 6345"/>
                  <a:gd name="connsiteX8" fmla="*/ 3388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61"/>
                    </a:moveTo>
                    <a:cubicBezTo>
                      <a:pt x="4229" y="6561"/>
                      <a:pt x="5036" y="6227"/>
                      <a:pt x="5631" y="5632"/>
                    </a:cubicBezTo>
                    <a:cubicBezTo>
                      <a:pt x="6226" y="5037"/>
                      <a:pt x="6560" y="4230"/>
                      <a:pt x="6560" y="3389"/>
                    </a:cubicBezTo>
                    <a:cubicBezTo>
                      <a:pt x="6560" y="2547"/>
                      <a:pt x="6226" y="1740"/>
                      <a:pt x="5631" y="1145"/>
                    </a:cubicBezTo>
                    <a:cubicBezTo>
                      <a:pt x="5036" y="550"/>
                      <a:pt x="4229" y="216"/>
                      <a:pt x="3388" y="216"/>
                    </a:cubicBezTo>
                    <a:cubicBezTo>
                      <a:pt x="2547" y="216"/>
                      <a:pt x="1740" y="550"/>
                      <a:pt x="1146" y="1145"/>
                    </a:cubicBezTo>
                    <a:cubicBezTo>
                      <a:pt x="551" y="1740"/>
                      <a:pt x="217" y="2547"/>
                      <a:pt x="217" y="3389"/>
                    </a:cubicBezTo>
                    <a:cubicBezTo>
                      <a:pt x="217" y="4230"/>
                      <a:pt x="551" y="5037"/>
                      <a:pt x="1146" y="5632"/>
                    </a:cubicBezTo>
                    <a:cubicBezTo>
                      <a:pt x="1740" y="6227"/>
                      <a:pt x="2547" y="6561"/>
                      <a:pt x="3388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69" name="Freeform: Shape 4568">
                <a:extLst>
                  <a:ext uri="{FF2B5EF4-FFF2-40B4-BE49-F238E27FC236}">
                    <a16:creationId xmlns:a16="http://schemas.microsoft.com/office/drawing/2014/main" id="{980F4943-8069-1D70-8C64-0DCCE1C7C4FF}"/>
                  </a:ext>
                </a:extLst>
              </p:cNvPr>
              <p:cNvSpPr/>
              <p:nvPr/>
            </p:nvSpPr>
            <p:spPr>
              <a:xfrm>
                <a:off x="3598467" y="6220614"/>
                <a:ext cx="6343" cy="6345"/>
              </a:xfrm>
              <a:custGeom>
                <a:avLst/>
                <a:gdLst>
                  <a:gd name="connsiteX0" fmla="*/ 3388 w 6343"/>
                  <a:gd name="connsiteY0" fmla="*/ 6561 h 6345"/>
                  <a:gd name="connsiteX1" fmla="*/ 5631 w 6343"/>
                  <a:gd name="connsiteY1" fmla="*/ 5632 h 6345"/>
                  <a:gd name="connsiteX2" fmla="*/ 6560 w 6343"/>
                  <a:gd name="connsiteY2" fmla="*/ 3389 h 6345"/>
                  <a:gd name="connsiteX3" fmla="*/ 5631 w 6343"/>
                  <a:gd name="connsiteY3" fmla="*/ 1145 h 6345"/>
                  <a:gd name="connsiteX4" fmla="*/ 3388 w 6343"/>
                  <a:gd name="connsiteY4" fmla="*/ 216 h 6345"/>
                  <a:gd name="connsiteX5" fmla="*/ 1145 w 6343"/>
                  <a:gd name="connsiteY5" fmla="*/ 1145 h 6345"/>
                  <a:gd name="connsiteX6" fmla="*/ 216 w 6343"/>
                  <a:gd name="connsiteY6" fmla="*/ 3389 h 6345"/>
                  <a:gd name="connsiteX7" fmla="*/ 1145 w 6343"/>
                  <a:gd name="connsiteY7" fmla="*/ 5632 h 6345"/>
                  <a:gd name="connsiteX8" fmla="*/ 3388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61"/>
                    </a:moveTo>
                    <a:cubicBezTo>
                      <a:pt x="4229" y="6561"/>
                      <a:pt x="5036" y="6227"/>
                      <a:pt x="5631" y="5632"/>
                    </a:cubicBezTo>
                    <a:cubicBezTo>
                      <a:pt x="6225" y="5037"/>
                      <a:pt x="6560" y="4230"/>
                      <a:pt x="6560" y="3389"/>
                    </a:cubicBezTo>
                    <a:cubicBezTo>
                      <a:pt x="6560" y="2547"/>
                      <a:pt x="6225" y="1740"/>
                      <a:pt x="5631" y="1145"/>
                    </a:cubicBezTo>
                    <a:cubicBezTo>
                      <a:pt x="5036" y="550"/>
                      <a:pt x="4229" y="216"/>
                      <a:pt x="3388" y="216"/>
                    </a:cubicBezTo>
                    <a:cubicBezTo>
                      <a:pt x="2547" y="216"/>
                      <a:pt x="1740" y="550"/>
                      <a:pt x="1145" y="1145"/>
                    </a:cubicBezTo>
                    <a:cubicBezTo>
                      <a:pt x="551" y="1740"/>
                      <a:pt x="216" y="2547"/>
                      <a:pt x="216" y="3389"/>
                    </a:cubicBezTo>
                    <a:cubicBezTo>
                      <a:pt x="216" y="4230"/>
                      <a:pt x="551" y="5037"/>
                      <a:pt x="1145" y="5632"/>
                    </a:cubicBezTo>
                    <a:cubicBezTo>
                      <a:pt x="1740" y="6227"/>
                      <a:pt x="2547" y="6561"/>
                      <a:pt x="3388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70" name="Freeform: Shape 4569">
                <a:extLst>
                  <a:ext uri="{FF2B5EF4-FFF2-40B4-BE49-F238E27FC236}">
                    <a16:creationId xmlns:a16="http://schemas.microsoft.com/office/drawing/2014/main" id="{BBDAB739-4F4F-9121-0AE7-278EBCB382F0}"/>
                  </a:ext>
                </a:extLst>
              </p:cNvPr>
              <p:cNvSpPr/>
              <p:nvPr/>
            </p:nvSpPr>
            <p:spPr>
              <a:xfrm>
                <a:off x="3592847" y="6216676"/>
                <a:ext cx="6343" cy="6345"/>
              </a:xfrm>
              <a:custGeom>
                <a:avLst/>
                <a:gdLst>
                  <a:gd name="connsiteX0" fmla="*/ 3388 w 6343"/>
                  <a:gd name="connsiteY0" fmla="*/ 6561 h 6345"/>
                  <a:gd name="connsiteX1" fmla="*/ 5630 w 6343"/>
                  <a:gd name="connsiteY1" fmla="*/ 5632 h 6345"/>
                  <a:gd name="connsiteX2" fmla="*/ 6559 w 6343"/>
                  <a:gd name="connsiteY2" fmla="*/ 3388 h 6345"/>
                  <a:gd name="connsiteX3" fmla="*/ 5630 w 6343"/>
                  <a:gd name="connsiteY3" fmla="*/ 1145 h 6345"/>
                  <a:gd name="connsiteX4" fmla="*/ 3388 w 6343"/>
                  <a:gd name="connsiteY4" fmla="*/ 216 h 6345"/>
                  <a:gd name="connsiteX5" fmla="*/ 1145 w 6343"/>
                  <a:gd name="connsiteY5" fmla="*/ 1145 h 6345"/>
                  <a:gd name="connsiteX6" fmla="*/ 216 w 6343"/>
                  <a:gd name="connsiteY6" fmla="*/ 3388 h 6345"/>
                  <a:gd name="connsiteX7" fmla="*/ 1145 w 6343"/>
                  <a:gd name="connsiteY7" fmla="*/ 5632 h 6345"/>
                  <a:gd name="connsiteX8" fmla="*/ 3388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61"/>
                    </a:moveTo>
                    <a:cubicBezTo>
                      <a:pt x="4229" y="6561"/>
                      <a:pt x="5035" y="6227"/>
                      <a:pt x="5630" y="5632"/>
                    </a:cubicBezTo>
                    <a:cubicBezTo>
                      <a:pt x="6225" y="5037"/>
                      <a:pt x="6559" y="4230"/>
                      <a:pt x="6559" y="3388"/>
                    </a:cubicBezTo>
                    <a:cubicBezTo>
                      <a:pt x="6559" y="2547"/>
                      <a:pt x="6225" y="1740"/>
                      <a:pt x="5630" y="1145"/>
                    </a:cubicBezTo>
                    <a:cubicBezTo>
                      <a:pt x="5035" y="550"/>
                      <a:pt x="4229" y="216"/>
                      <a:pt x="3388" y="216"/>
                    </a:cubicBezTo>
                    <a:cubicBezTo>
                      <a:pt x="2546" y="216"/>
                      <a:pt x="1740" y="550"/>
                      <a:pt x="1145" y="1145"/>
                    </a:cubicBezTo>
                    <a:cubicBezTo>
                      <a:pt x="550" y="1740"/>
                      <a:pt x="216" y="2547"/>
                      <a:pt x="216" y="3388"/>
                    </a:cubicBezTo>
                    <a:cubicBezTo>
                      <a:pt x="216" y="4230"/>
                      <a:pt x="550" y="5037"/>
                      <a:pt x="1145" y="5632"/>
                    </a:cubicBezTo>
                    <a:cubicBezTo>
                      <a:pt x="1740" y="6227"/>
                      <a:pt x="2546" y="6561"/>
                      <a:pt x="3388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71" name="Freeform: Shape 4570">
                <a:extLst>
                  <a:ext uri="{FF2B5EF4-FFF2-40B4-BE49-F238E27FC236}">
                    <a16:creationId xmlns:a16="http://schemas.microsoft.com/office/drawing/2014/main" id="{21F35897-7418-E286-80FE-00B20B0BDE71}"/>
                  </a:ext>
                </a:extLst>
              </p:cNvPr>
              <p:cNvSpPr/>
              <p:nvPr/>
            </p:nvSpPr>
            <p:spPr>
              <a:xfrm>
                <a:off x="3585849" y="6215064"/>
                <a:ext cx="6343" cy="6345"/>
              </a:xfrm>
              <a:custGeom>
                <a:avLst/>
                <a:gdLst>
                  <a:gd name="connsiteX0" fmla="*/ 3387 w 6343"/>
                  <a:gd name="connsiteY0" fmla="*/ 6561 h 6345"/>
                  <a:gd name="connsiteX1" fmla="*/ 5630 w 6343"/>
                  <a:gd name="connsiteY1" fmla="*/ 5632 h 6345"/>
                  <a:gd name="connsiteX2" fmla="*/ 6559 w 6343"/>
                  <a:gd name="connsiteY2" fmla="*/ 3388 h 6345"/>
                  <a:gd name="connsiteX3" fmla="*/ 5630 w 6343"/>
                  <a:gd name="connsiteY3" fmla="*/ 1145 h 6345"/>
                  <a:gd name="connsiteX4" fmla="*/ 3387 w 6343"/>
                  <a:gd name="connsiteY4" fmla="*/ 216 h 6345"/>
                  <a:gd name="connsiteX5" fmla="*/ 1144 w 6343"/>
                  <a:gd name="connsiteY5" fmla="*/ 1145 h 6345"/>
                  <a:gd name="connsiteX6" fmla="*/ 215 w 6343"/>
                  <a:gd name="connsiteY6" fmla="*/ 3388 h 6345"/>
                  <a:gd name="connsiteX7" fmla="*/ 1144 w 6343"/>
                  <a:gd name="connsiteY7" fmla="*/ 5632 h 6345"/>
                  <a:gd name="connsiteX8" fmla="*/ 3387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61"/>
                    </a:moveTo>
                    <a:cubicBezTo>
                      <a:pt x="4228" y="6561"/>
                      <a:pt x="5035" y="6227"/>
                      <a:pt x="5630" y="5632"/>
                    </a:cubicBezTo>
                    <a:cubicBezTo>
                      <a:pt x="6224" y="5037"/>
                      <a:pt x="6559" y="4230"/>
                      <a:pt x="6559" y="3388"/>
                    </a:cubicBezTo>
                    <a:cubicBezTo>
                      <a:pt x="6559" y="2547"/>
                      <a:pt x="6224" y="1740"/>
                      <a:pt x="5630" y="1145"/>
                    </a:cubicBezTo>
                    <a:cubicBezTo>
                      <a:pt x="5035" y="550"/>
                      <a:pt x="4228" y="216"/>
                      <a:pt x="3387" y="216"/>
                    </a:cubicBezTo>
                    <a:cubicBezTo>
                      <a:pt x="2546" y="216"/>
                      <a:pt x="1739" y="550"/>
                      <a:pt x="1144" y="1145"/>
                    </a:cubicBezTo>
                    <a:cubicBezTo>
                      <a:pt x="550" y="1740"/>
                      <a:pt x="215" y="2547"/>
                      <a:pt x="215" y="3388"/>
                    </a:cubicBezTo>
                    <a:cubicBezTo>
                      <a:pt x="215" y="4230"/>
                      <a:pt x="550" y="5037"/>
                      <a:pt x="1144" y="5632"/>
                    </a:cubicBezTo>
                    <a:cubicBezTo>
                      <a:pt x="1739" y="6227"/>
                      <a:pt x="2546" y="6561"/>
                      <a:pt x="3387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72" name="Freeform: Shape 4571">
                <a:extLst>
                  <a:ext uri="{FF2B5EF4-FFF2-40B4-BE49-F238E27FC236}">
                    <a16:creationId xmlns:a16="http://schemas.microsoft.com/office/drawing/2014/main" id="{1FE9B7B2-D171-FC53-8683-CFD8376455AF}"/>
                  </a:ext>
                </a:extLst>
              </p:cNvPr>
              <p:cNvSpPr/>
              <p:nvPr/>
            </p:nvSpPr>
            <p:spPr>
              <a:xfrm>
                <a:off x="3582448" y="6214059"/>
                <a:ext cx="6343" cy="6345"/>
              </a:xfrm>
              <a:custGeom>
                <a:avLst/>
                <a:gdLst>
                  <a:gd name="connsiteX0" fmla="*/ 3387 w 6343"/>
                  <a:gd name="connsiteY0" fmla="*/ 6561 h 6345"/>
                  <a:gd name="connsiteX1" fmla="*/ 5629 w 6343"/>
                  <a:gd name="connsiteY1" fmla="*/ 5632 h 6345"/>
                  <a:gd name="connsiteX2" fmla="*/ 6558 w 6343"/>
                  <a:gd name="connsiteY2" fmla="*/ 3388 h 6345"/>
                  <a:gd name="connsiteX3" fmla="*/ 5629 w 6343"/>
                  <a:gd name="connsiteY3" fmla="*/ 1145 h 6345"/>
                  <a:gd name="connsiteX4" fmla="*/ 3387 w 6343"/>
                  <a:gd name="connsiteY4" fmla="*/ 215 h 6345"/>
                  <a:gd name="connsiteX5" fmla="*/ 1144 w 6343"/>
                  <a:gd name="connsiteY5" fmla="*/ 1145 h 6345"/>
                  <a:gd name="connsiteX6" fmla="*/ 215 w 6343"/>
                  <a:gd name="connsiteY6" fmla="*/ 3388 h 6345"/>
                  <a:gd name="connsiteX7" fmla="*/ 1144 w 6343"/>
                  <a:gd name="connsiteY7" fmla="*/ 5632 h 6345"/>
                  <a:gd name="connsiteX8" fmla="*/ 3387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61"/>
                    </a:moveTo>
                    <a:cubicBezTo>
                      <a:pt x="4228" y="6561"/>
                      <a:pt x="5035" y="6227"/>
                      <a:pt x="5629" y="5632"/>
                    </a:cubicBezTo>
                    <a:cubicBezTo>
                      <a:pt x="6224" y="5037"/>
                      <a:pt x="6558" y="4230"/>
                      <a:pt x="6558" y="3388"/>
                    </a:cubicBezTo>
                    <a:cubicBezTo>
                      <a:pt x="6558" y="2547"/>
                      <a:pt x="6224" y="1740"/>
                      <a:pt x="5629" y="1145"/>
                    </a:cubicBezTo>
                    <a:cubicBezTo>
                      <a:pt x="5035" y="550"/>
                      <a:pt x="4228" y="215"/>
                      <a:pt x="3387" y="215"/>
                    </a:cubicBezTo>
                    <a:cubicBezTo>
                      <a:pt x="2546" y="215"/>
                      <a:pt x="1739" y="550"/>
                      <a:pt x="1144" y="1145"/>
                    </a:cubicBezTo>
                    <a:cubicBezTo>
                      <a:pt x="549" y="1740"/>
                      <a:pt x="215" y="2547"/>
                      <a:pt x="215" y="3388"/>
                    </a:cubicBezTo>
                    <a:cubicBezTo>
                      <a:pt x="215" y="4230"/>
                      <a:pt x="549" y="5037"/>
                      <a:pt x="1144" y="5632"/>
                    </a:cubicBezTo>
                    <a:cubicBezTo>
                      <a:pt x="1739" y="6227"/>
                      <a:pt x="2546" y="6561"/>
                      <a:pt x="3387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73" name="Freeform: Shape 4572">
                <a:extLst>
                  <a:ext uri="{FF2B5EF4-FFF2-40B4-BE49-F238E27FC236}">
                    <a16:creationId xmlns:a16="http://schemas.microsoft.com/office/drawing/2014/main" id="{C71FABA6-5D69-A1EE-2C9A-1234A85E1113}"/>
                  </a:ext>
                </a:extLst>
              </p:cNvPr>
              <p:cNvSpPr/>
              <p:nvPr/>
            </p:nvSpPr>
            <p:spPr>
              <a:xfrm>
                <a:off x="3607345" y="6167092"/>
                <a:ext cx="6343" cy="6345"/>
              </a:xfrm>
              <a:custGeom>
                <a:avLst/>
                <a:gdLst>
                  <a:gd name="connsiteX0" fmla="*/ 3389 w 6343"/>
                  <a:gd name="connsiteY0" fmla="*/ 6557 h 6345"/>
                  <a:gd name="connsiteX1" fmla="*/ 5631 w 6343"/>
                  <a:gd name="connsiteY1" fmla="*/ 5628 h 6345"/>
                  <a:gd name="connsiteX2" fmla="*/ 6560 w 6343"/>
                  <a:gd name="connsiteY2" fmla="*/ 3384 h 6345"/>
                  <a:gd name="connsiteX3" fmla="*/ 5631 w 6343"/>
                  <a:gd name="connsiteY3" fmla="*/ 1141 h 6345"/>
                  <a:gd name="connsiteX4" fmla="*/ 3389 w 6343"/>
                  <a:gd name="connsiteY4" fmla="*/ 212 h 6345"/>
                  <a:gd name="connsiteX5" fmla="*/ 1146 w 6343"/>
                  <a:gd name="connsiteY5" fmla="*/ 1141 h 6345"/>
                  <a:gd name="connsiteX6" fmla="*/ 217 w 6343"/>
                  <a:gd name="connsiteY6" fmla="*/ 3384 h 6345"/>
                  <a:gd name="connsiteX7" fmla="*/ 1146 w 6343"/>
                  <a:gd name="connsiteY7" fmla="*/ 5628 h 6345"/>
                  <a:gd name="connsiteX8" fmla="*/ 3389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7"/>
                    </a:moveTo>
                    <a:cubicBezTo>
                      <a:pt x="4230" y="6557"/>
                      <a:pt x="5037" y="6223"/>
                      <a:pt x="5631" y="5628"/>
                    </a:cubicBezTo>
                    <a:cubicBezTo>
                      <a:pt x="6226" y="5033"/>
                      <a:pt x="6560" y="4226"/>
                      <a:pt x="6560" y="3384"/>
                    </a:cubicBezTo>
                    <a:cubicBezTo>
                      <a:pt x="6560" y="2543"/>
                      <a:pt x="6226" y="1736"/>
                      <a:pt x="5631" y="1141"/>
                    </a:cubicBezTo>
                    <a:cubicBezTo>
                      <a:pt x="5037" y="546"/>
                      <a:pt x="4230" y="212"/>
                      <a:pt x="3389" y="212"/>
                    </a:cubicBezTo>
                    <a:cubicBezTo>
                      <a:pt x="2548" y="212"/>
                      <a:pt x="1741" y="546"/>
                      <a:pt x="1146" y="1141"/>
                    </a:cubicBezTo>
                    <a:cubicBezTo>
                      <a:pt x="551" y="1736"/>
                      <a:pt x="217" y="2543"/>
                      <a:pt x="217" y="3384"/>
                    </a:cubicBezTo>
                    <a:cubicBezTo>
                      <a:pt x="217" y="4226"/>
                      <a:pt x="551" y="5033"/>
                      <a:pt x="1146" y="5628"/>
                    </a:cubicBezTo>
                    <a:cubicBezTo>
                      <a:pt x="1741" y="6223"/>
                      <a:pt x="2548" y="6557"/>
                      <a:pt x="3389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74" name="Freeform: Shape 4573">
                <a:extLst>
                  <a:ext uri="{FF2B5EF4-FFF2-40B4-BE49-F238E27FC236}">
                    <a16:creationId xmlns:a16="http://schemas.microsoft.com/office/drawing/2014/main" id="{5075B1A4-DA43-5569-9186-82AB8B19809B}"/>
                  </a:ext>
                </a:extLst>
              </p:cNvPr>
              <p:cNvSpPr/>
              <p:nvPr/>
            </p:nvSpPr>
            <p:spPr>
              <a:xfrm>
                <a:off x="3609683" y="6157478"/>
                <a:ext cx="6343" cy="6345"/>
              </a:xfrm>
              <a:custGeom>
                <a:avLst/>
                <a:gdLst>
                  <a:gd name="connsiteX0" fmla="*/ 3389 w 6343"/>
                  <a:gd name="connsiteY0" fmla="*/ 6556 h 6345"/>
                  <a:gd name="connsiteX1" fmla="*/ 5632 w 6343"/>
                  <a:gd name="connsiteY1" fmla="*/ 5627 h 6345"/>
                  <a:gd name="connsiteX2" fmla="*/ 6560 w 6343"/>
                  <a:gd name="connsiteY2" fmla="*/ 3384 h 6345"/>
                  <a:gd name="connsiteX3" fmla="*/ 5632 w 6343"/>
                  <a:gd name="connsiteY3" fmla="*/ 1140 h 6345"/>
                  <a:gd name="connsiteX4" fmla="*/ 3389 w 6343"/>
                  <a:gd name="connsiteY4" fmla="*/ 211 h 6345"/>
                  <a:gd name="connsiteX5" fmla="*/ 1146 w 6343"/>
                  <a:gd name="connsiteY5" fmla="*/ 1140 h 6345"/>
                  <a:gd name="connsiteX6" fmla="*/ 217 w 6343"/>
                  <a:gd name="connsiteY6" fmla="*/ 3384 h 6345"/>
                  <a:gd name="connsiteX7" fmla="*/ 1146 w 6343"/>
                  <a:gd name="connsiteY7" fmla="*/ 5627 h 6345"/>
                  <a:gd name="connsiteX8" fmla="*/ 3389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6"/>
                    </a:moveTo>
                    <a:cubicBezTo>
                      <a:pt x="4230" y="6556"/>
                      <a:pt x="5037" y="6222"/>
                      <a:pt x="5632" y="5627"/>
                    </a:cubicBezTo>
                    <a:cubicBezTo>
                      <a:pt x="6226" y="5032"/>
                      <a:pt x="6560" y="4225"/>
                      <a:pt x="6560" y="3384"/>
                    </a:cubicBezTo>
                    <a:cubicBezTo>
                      <a:pt x="6560" y="2542"/>
                      <a:pt x="6226" y="1735"/>
                      <a:pt x="5632" y="1140"/>
                    </a:cubicBezTo>
                    <a:cubicBezTo>
                      <a:pt x="5037" y="545"/>
                      <a:pt x="4230" y="211"/>
                      <a:pt x="3389" y="211"/>
                    </a:cubicBezTo>
                    <a:cubicBezTo>
                      <a:pt x="2548" y="211"/>
                      <a:pt x="1741" y="545"/>
                      <a:pt x="1146" y="1140"/>
                    </a:cubicBezTo>
                    <a:cubicBezTo>
                      <a:pt x="552" y="1735"/>
                      <a:pt x="217" y="2542"/>
                      <a:pt x="217" y="3384"/>
                    </a:cubicBezTo>
                    <a:cubicBezTo>
                      <a:pt x="217" y="4225"/>
                      <a:pt x="552" y="5032"/>
                      <a:pt x="1146" y="5627"/>
                    </a:cubicBezTo>
                    <a:cubicBezTo>
                      <a:pt x="1741" y="6222"/>
                      <a:pt x="2548" y="6556"/>
                      <a:pt x="3389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75" name="Freeform: Shape 4574">
                <a:extLst>
                  <a:ext uri="{FF2B5EF4-FFF2-40B4-BE49-F238E27FC236}">
                    <a16:creationId xmlns:a16="http://schemas.microsoft.com/office/drawing/2014/main" id="{0B763126-D818-D6C1-888A-8FD4045254D8}"/>
                  </a:ext>
                </a:extLst>
              </p:cNvPr>
              <p:cNvSpPr/>
              <p:nvPr/>
            </p:nvSpPr>
            <p:spPr>
              <a:xfrm>
                <a:off x="3609350" y="6152301"/>
                <a:ext cx="6343" cy="6345"/>
              </a:xfrm>
              <a:custGeom>
                <a:avLst/>
                <a:gdLst>
                  <a:gd name="connsiteX0" fmla="*/ 3389 w 6343"/>
                  <a:gd name="connsiteY0" fmla="*/ 6556 h 6345"/>
                  <a:gd name="connsiteX1" fmla="*/ 5632 w 6343"/>
                  <a:gd name="connsiteY1" fmla="*/ 5627 h 6345"/>
                  <a:gd name="connsiteX2" fmla="*/ 6560 w 6343"/>
                  <a:gd name="connsiteY2" fmla="*/ 3383 h 6345"/>
                  <a:gd name="connsiteX3" fmla="*/ 5632 w 6343"/>
                  <a:gd name="connsiteY3" fmla="*/ 1140 h 6345"/>
                  <a:gd name="connsiteX4" fmla="*/ 3389 w 6343"/>
                  <a:gd name="connsiteY4" fmla="*/ 211 h 6345"/>
                  <a:gd name="connsiteX5" fmla="*/ 1146 w 6343"/>
                  <a:gd name="connsiteY5" fmla="*/ 1140 h 6345"/>
                  <a:gd name="connsiteX6" fmla="*/ 217 w 6343"/>
                  <a:gd name="connsiteY6" fmla="*/ 3383 h 6345"/>
                  <a:gd name="connsiteX7" fmla="*/ 1146 w 6343"/>
                  <a:gd name="connsiteY7" fmla="*/ 5627 h 6345"/>
                  <a:gd name="connsiteX8" fmla="*/ 3389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6"/>
                    </a:moveTo>
                    <a:cubicBezTo>
                      <a:pt x="4230" y="6556"/>
                      <a:pt x="5037" y="6222"/>
                      <a:pt x="5632" y="5627"/>
                    </a:cubicBezTo>
                    <a:cubicBezTo>
                      <a:pt x="6226" y="5032"/>
                      <a:pt x="6560" y="4225"/>
                      <a:pt x="6560" y="3383"/>
                    </a:cubicBezTo>
                    <a:cubicBezTo>
                      <a:pt x="6560" y="2542"/>
                      <a:pt x="6226" y="1735"/>
                      <a:pt x="5632" y="1140"/>
                    </a:cubicBezTo>
                    <a:cubicBezTo>
                      <a:pt x="5037" y="545"/>
                      <a:pt x="4230" y="211"/>
                      <a:pt x="3389" y="211"/>
                    </a:cubicBezTo>
                    <a:cubicBezTo>
                      <a:pt x="2548" y="211"/>
                      <a:pt x="1741" y="545"/>
                      <a:pt x="1146" y="1140"/>
                    </a:cubicBezTo>
                    <a:cubicBezTo>
                      <a:pt x="552" y="1735"/>
                      <a:pt x="217" y="2542"/>
                      <a:pt x="217" y="3383"/>
                    </a:cubicBezTo>
                    <a:cubicBezTo>
                      <a:pt x="217" y="4225"/>
                      <a:pt x="552" y="5032"/>
                      <a:pt x="1146" y="5627"/>
                    </a:cubicBezTo>
                    <a:cubicBezTo>
                      <a:pt x="1741" y="6222"/>
                      <a:pt x="2548" y="6556"/>
                      <a:pt x="3389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76" name="Freeform: Shape 4575">
                <a:extLst>
                  <a:ext uri="{FF2B5EF4-FFF2-40B4-BE49-F238E27FC236}">
                    <a16:creationId xmlns:a16="http://schemas.microsoft.com/office/drawing/2014/main" id="{DFAEEB36-F6AD-141B-C519-84B41D5E7F9E}"/>
                  </a:ext>
                </a:extLst>
              </p:cNvPr>
              <p:cNvSpPr/>
              <p:nvPr/>
            </p:nvSpPr>
            <p:spPr>
              <a:xfrm>
                <a:off x="3609325" y="6146738"/>
                <a:ext cx="6343" cy="6345"/>
              </a:xfrm>
              <a:custGeom>
                <a:avLst/>
                <a:gdLst>
                  <a:gd name="connsiteX0" fmla="*/ 3389 w 6343"/>
                  <a:gd name="connsiteY0" fmla="*/ 6556 h 6345"/>
                  <a:gd name="connsiteX1" fmla="*/ 5632 w 6343"/>
                  <a:gd name="connsiteY1" fmla="*/ 5626 h 6345"/>
                  <a:gd name="connsiteX2" fmla="*/ 6560 w 6343"/>
                  <a:gd name="connsiteY2" fmla="*/ 3383 h 6345"/>
                  <a:gd name="connsiteX3" fmla="*/ 5632 w 6343"/>
                  <a:gd name="connsiteY3" fmla="*/ 1139 h 6345"/>
                  <a:gd name="connsiteX4" fmla="*/ 3389 w 6343"/>
                  <a:gd name="connsiteY4" fmla="*/ 210 h 6345"/>
                  <a:gd name="connsiteX5" fmla="*/ 1146 w 6343"/>
                  <a:gd name="connsiteY5" fmla="*/ 1139 h 6345"/>
                  <a:gd name="connsiteX6" fmla="*/ 217 w 6343"/>
                  <a:gd name="connsiteY6" fmla="*/ 3383 h 6345"/>
                  <a:gd name="connsiteX7" fmla="*/ 1146 w 6343"/>
                  <a:gd name="connsiteY7" fmla="*/ 5626 h 6345"/>
                  <a:gd name="connsiteX8" fmla="*/ 3389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6"/>
                    </a:moveTo>
                    <a:cubicBezTo>
                      <a:pt x="4230" y="6556"/>
                      <a:pt x="5037" y="6221"/>
                      <a:pt x="5632" y="5626"/>
                    </a:cubicBezTo>
                    <a:cubicBezTo>
                      <a:pt x="6226" y="5031"/>
                      <a:pt x="6560" y="4224"/>
                      <a:pt x="6560" y="3383"/>
                    </a:cubicBezTo>
                    <a:cubicBezTo>
                      <a:pt x="6560" y="2541"/>
                      <a:pt x="6226" y="1734"/>
                      <a:pt x="5632" y="1139"/>
                    </a:cubicBezTo>
                    <a:cubicBezTo>
                      <a:pt x="5037" y="544"/>
                      <a:pt x="4230" y="210"/>
                      <a:pt x="3389" y="210"/>
                    </a:cubicBezTo>
                    <a:cubicBezTo>
                      <a:pt x="2548" y="210"/>
                      <a:pt x="1741" y="544"/>
                      <a:pt x="1146" y="1139"/>
                    </a:cubicBezTo>
                    <a:cubicBezTo>
                      <a:pt x="552" y="1734"/>
                      <a:pt x="217" y="2541"/>
                      <a:pt x="217" y="3383"/>
                    </a:cubicBezTo>
                    <a:cubicBezTo>
                      <a:pt x="217" y="4224"/>
                      <a:pt x="552" y="5031"/>
                      <a:pt x="1146" y="5626"/>
                    </a:cubicBezTo>
                    <a:cubicBezTo>
                      <a:pt x="1741" y="6221"/>
                      <a:pt x="2548" y="6556"/>
                      <a:pt x="3389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77" name="Freeform: Shape 4576">
                <a:extLst>
                  <a:ext uri="{FF2B5EF4-FFF2-40B4-BE49-F238E27FC236}">
                    <a16:creationId xmlns:a16="http://schemas.microsoft.com/office/drawing/2014/main" id="{BAA58B85-32E3-2BC3-09F6-696840B286E9}"/>
                  </a:ext>
                </a:extLst>
              </p:cNvPr>
              <p:cNvSpPr/>
              <p:nvPr/>
            </p:nvSpPr>
            <p:spPr>
              <a:xfrm>
                <a:off x="3611496" y="6137903"/>
                <a:ext cx="6343" cy="6345"/>
              </a:xfrm>
              <a:custGeom>
                <a:avLst/>
                <a:gdLst>
                  <a:gd name="connsiteX0" fmla="*/ 3389 w 6343"/>
                  <a:gd name="connsiteY0" fmla="*/ 6555 h 6345"/>
                  <a:gd name="connsiteX1" fmla="*/ 5632 w 6343"/>
                  <a:gd name="connsiteY1" fmla="*/ 5626 h 6345"/>
                  <a:gd name="connsiteX2" fmla="*/ 6561 w 6343"/>
                  <a:gd name="connsiteY2" fmla="*/ 3382 h 6345"/>
                  <a:gd name="connsiteX3" fmla="*/ 5632 w 6343"/>
                  <a:gd name="connsiteY3" fmla="*/ 1139 h 6345"/>
                  <a:gd name="connsiteX4" fmla="*/ 3389 w 6343"/>
                  <a:gd name="connsiteY4" fmla="*/ 209 h 6345"/>
                  <a:gd name="connsiteX5" fmla="*/ 1146 w 6343"/>
                  <a:gd name="connsiteY5" fmla="*/ 1139 h 6345"/>
                  <a:gd name="connsiteX6" fmla="*/ 218 w 6343"/>
                  <a:gd name="connsiteY6" fmla="*/ 3382 h 6345"/>
                  <a:gd name="connsiteX7" fmla="*/ 1146 w 6343"/>
                  <a:gd name="connsiteY7" fmla="*/ 5626 h 6345"/>
                  <a:gd name="connsiteX8" fmla="*/ 3389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5"/>
                    </a:moveTo>
                    <a:cubicBezTo>
                      <a:pt x="4230" y="6555"/>
                      <a:pt x="5037" y="6221"/>
                      <a:pt x="5632" y="5626"/>
                    </a:cubicBezTo>
                    <a:cubicBezTo>
                      <a:pt x="6226" y="5031"/>
                      <a:pt x="6561" y="4224"/>
                      <a:pt x="6561" y="3382"/>
                    </a:cubicBezTo>
                    <a:cubicBezTo>
                      <a:pt x="6561" y="2541"/>
                      <a:pt x="6226" y="1734"/>
                      <a:pt x="5632" y="1139"/>
                    </a:cubicBezTo>
                    <a:cubicBezTo>
                      <a:pt x="5037" y="544"/>
                      <a:pt x="4230" y="209"/>
                      <a:pt x="3389" y="209"/>
                    </a:cubicBezTo>
                    <a:cubicBezTo>
                      <a:pt x="2548" y="209"/>
                      <a:pt x="1741" y="544"/>
                      <a:pt x="1146" y="1139"/>
                    </a:cubicBezTo>
                    <a:cubicBezTo>
                      <a:pt x="552" y="1734"/>
                      <a:pt x="218" y="2541"/>
                      <a:pt x="218" y="3382"/>
                    </a:cubicBezTo>
                    <a:cubicBezTo>
                      <a:pt x="218" y="4224"/>
                      <a:pt x="552" y="5031"/>
                      <a:pt x="1146" y="5626"/>
                    </a:cubicBezTo>
                    <a:cubicBezTo>
                      <a:pt x="1741" y="6221"/>
                      <a:pt x="2548" y="6555"/>
                      <a:pt x="3389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78" name="Freeform: Shape 4577">
                <a:extLst>
                  <a:ext uri="{FF2B5EF4-FFF2-40B4-BE49-F238E27FC236}">
                    <a16:creationId xmlns:a16="http://schemas.microsoft.com/office/drawing/2014/main" id="{745B5C25-680D-3C8A-6ED9-5C559A02A857}"/>
                  </a:ext>
                </a:extLst>
              </p:cNvPr>
              <p:cNvSpPr/>
              <p:nvPr/>
            </p:nvSpPr>
            <p:spPr>
              <a:xfrm>
                <a:off x="3620504" y="6108839"/>
                <a:ext cx="6343" cy="6345"/>
              </a:xfrm>
              <a:custGeom>
                <a:avLst/>
                <a:gdLst>
                  <a:gd name="connsiteX0" fmla="*/ 3390 w 6343"/>
                  <a:gd name="connsiteY0" fmla="*/ 6553 h 6345"/>
                  <a:gd name="connsiteX1" fmla="*/ 5632 w 6343"/>
                  <a:gd name="connsiteY1" fmla="*/ 5623 h 6345"/>
                  <a:gd name="connsiteX2" fmla="*/ 6561 w 6343"/>
                  <a:gd name="connsiteY2" fmla="*/ 3380 h 6345"/>
                  <a:gd name="connsiteX3" fmla="*/ 5632 w 6343"/>
                  <a:gd name="connsiteY3" fmla="*/ 1136 h 6345"/>
                  <a:gd name="connsiteX4" fmla="*/ 3390 w 6343"/>
                  <a:gd name="connsiteY4" fmla="*/ 207 h 6345"/>
                  <a:gd name="connsiteX5" fmla="*/ 1147 w 6343"/>
                  <a:gd name="connsiteY5" fmla="*/ 1136 h 6345"/>
                  <a:gd name="connsiteX6" fmla="*/ 218 w 6343"/>
                  <a:gd name="connsiteY6" fmla="*/ 3380 h 6345"/>
                  <a:gd name="connsiteX7" fmla="*/ 1147 w 6343"/>
                  <a:gd name="connsiteY7" fmla="*/ 5623 h 6345"/>
                  <a:gd name="connsiteX8" fmla="*/ 3390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3"/>
                    </a:moveTo>
                    <a:cubicBezTo>
                      <a:pt x="4231" y="6553"/>
                      <a:pt x="5038" y="6218"/>
                      <a:pt x="5632" y="5623"/>
                    </a:cubicBezTo>
                    <a:cubicBezTo>
                      <a:pt x="6227" y="5028"/>
                      <a:pt x="6561" y="4221"/>
                      <a:pt x="6561" y="3380"/>
                    </a:cubicBezTo>
                    <a:cubicBezTo>
                      <a:pt x="6561" y="2538"/>
                      <a:pt x="6227" y="1731"/>
                      <a:pt x="5632" y="1136"/>
                    </a:cubicBezTo>
                    <a:cubicBezTo>
                      <a:pt x="5038" y="541"/>
                      <a:pt x="4231" y="207"/>
                      <a:pt x="3390" y="207"/>
                    </a:cubicBezTo>
                    <a:cubicBezTo>
                      <a:pt x="2549" y="207"/>
                      <a:pt x="1742" y="541"/>
                      <a:pt x="1147" y="1136"/>
                    </a:cubicBezTo>
                    <a:cubicBezTo>
                      <a:pt x="552" y="1731"/>
                      <a:pt x="218" y="2538"/>
                      <a:pt x="218" y="3380"/>
                    </a:cubicBezTo>
                    <a:cubicBezTo>
                      <a:pt x="218" y="4221"/>
                      <a:pt x="552" y="5028"/>
                      <a:pt x="1147" y="5623"/>
                    </a:cubicBezTo>
                    <a:cubicBezTo>
                      <a:pt x="1742" y="6218"/>
                      <a:pt x="2549" y="6553"/>
                      <a:pt x="3390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79" name="Freeform: Shape 4578">
                <a:extLst>
                  <a:ext uri="{FF2B5EF4-FFF2-40B4-BE49-F238E27FC236}">
                    <a16:creationId xmlns:a16="http://schemas.microsoft.com/office/drawing/2014/main" id="{EB325244-67B5-BA3F-AF61-5D720ACB0AC5}"/>
                  </a:ext>
                </a:extLst>
              </p:cNvPr>
              <p:cNvSpPr/>
              <p:nvPr/>
            </p:nvSpPr>
            <p:spPr>
              <a:xfrm>
                <a:off x="3615600" y="6111100"/>
                <a:ext cx="6343" cy="6345"/>
              </a:xfrm>
              <a:custGeom>
                <a:avLst/>
                <a:gdLst>
                  <a:gd name="connsiteX0" fmla="*/ 3389 w 6343"/>
                  <a:gd name="connsiteY0" fmla="*/ 6553 h 6345"/>
                  <a:gd name="connsiteX1" fmla="*/ 5632 w 6343"/>
                  <a:gd name="connsiteY1" fmla="*/ 5624 h 6345"/>
                  <a:gd name="connsiteX2" fmla="*/ 6561 w 6343"/>
                  <a:gd name="connsiteY2" fmla="*/ 3380 h 6345"/>
                  <a:gd name="connsiteX3" fmla="*/ 5632 w 6343"/>
                  <a:gd name="connsiteY3" fmla="*/ 1137 h 6345"/>
                  <a:gd name="connsiteX4" fmla="*/ 3389 w 6343"/>
                  <a:gd name="connsiteY4" fmla="*/ 207 h 6345"/>
                  <a:gd name="connsiteX5" fmla="*/ 1147 w 6343"/>
                  <a:gd name="connsiteY5" fmla="*/ 1137 h 6345"/>
                  <a:gd name="connsiteX6" fmla="*/ 218 w 6343"/>
                  <a:gd name="connsiteY6" fmla="*/ 3380 h 6345"/>
                  <a:gd name="connsiteX7" fmla="*/ 1147 w 6343"/>
                  <a:gd name="connsiteY7" fmla="*/ 5624 h 6345"/>
                  <a:gd name="connsiteX8" fmla="*/ 3389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3"/>
                    </a:moveTo>
                    <a:cubicBezTo>
                      <a:pt x="4230" y="6553"/>
                      <a:pt x="5037" y="6218"/>
                      <a:pt x="5632" y="5624"/>
                    </a:cubicBezTo>
                    <a:cubicBezTo>
                      <a:pt x="6227" y="5029"/>
                      <a:pt x="6561" y="4221"/>
                      <a:pt x="6561" y="3380"/>
                    </a:cubicBezTo>
                    <a:cubicBezTo>
                      <a:pt x="6561" y="2539"/>
                      <a:pt x="6227" y="1732"/>
                      <a:pt x="5632" y="1137"/>
                    </a:cubicBezTo>
                    <a:cubicBezTo>
                      <a:pt x="5037" y="542"/>
                      <a:pt x="4230" y="207"/>
                      <a:pt x="3389" y="207"/>
                    </a:cubicBezTo>
                    <a:cubicBezTo>
                      <a:pt x="2548" y="207"/>
                      <a:pt x="1742" y="542"/>
                      <a:pt x="1147" y="1137"/>
                    </a:cubicBezTo>
                    <a:cubicBezTo>
                      <a:pt x="552" y="1732"/>
                      <a:pt x="218" y="2539"/>
                      <a:pt x="218" y="3380"/>
                    </a:cubicBezTo>
                    <a:cubicBezTo>
                      <a:pt x="218" y="4221"/>
                      <a:pt x="552" y="5029"/>
                      <a:pt x="1147" y="5624"/>
                    </a:cubicBezTo>
                    <a:cubicBezTo>
                      <a:pt x="1742" y="6218"/>
                      <a:pt x="2548" y="6553"/>
                      <a:pt x="3389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80" name="Freeform: Shape 4579">
                <a:extLst>
                  <a:ext uri="{FF2B5EF4-FFF2-40B4-BE49-F238E27FC236}">
                    <a16:creationId xmlns:a16="http://schemas.microsoft.com/office/drawing/2014/main" id="{DE271AA0-8129-3D38-6652-6806639FADBF}"/>
                  </a:ext>
                </a:extLst>
              </p:cNvPr>
              <p:cNvSpPr/>
              <p:nvPr/>
            </p:nvSpPr>
            <p:spPr>
              <a:xfrm>
                <a:off x="3621040" y="6098378"/>
                <a:ext cx="6343" cy="6345"/>
              </a:xfrm>
              <a:custGeom>
                <a:avLst/>
                <a:gdLst>
                  <a:gd name="connsiteX0" fmla="*/ 3390 w 6343"/>
                  <a:gd name="connsiteY0" fmla="*/ 6552 h 6345"/>
                  <a:gd name="connsiteX1" fmla="*/ 5632 w 6343"/>
                  <a:gd name="connsiteY1" fmla="*/ 5623 h 6345"/>
                  <a:gd name="connsiteX2" fmla="*/ 6561 w 6343"/>
                  <a:gd name="connsiteY2" fmla="*/ 3379 h 6345"/>
                  <a:gd name="connsiteX3" fmla="*/ 5632 w 6343"/>
                  <a:gd name="connsiteY3" fmla="*/ 1136 h 6345"/>
                  <a:gd name="connsiteX4" fmla="*/ 3390 w 6343"/>
                  <a:gd name="connsiteY4" fmla="*/ 206 h 6345"/>
                  <a:gd name="connsiteX5" fmla="*/ 1147 w 6343"/>
                  <a:gd name="connsiteY5" fmla="*/ 1136 h 6345"/>
                  <a:gd name="connsiteX6" fmla="*/ 218 w 6343"/>
                  <a:gd name="connsiteY6" fmla="*/ 3379 h 6345"/>
                  <a:gd name="connsiteX7" fmla="*/ 1147 w 6343"/>
                  <a:gd name="connsiteY7" fmla="*/ 5623 h 6345"/>
                  <a:gd name="connsiteX8" fmla="*/ 3390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2"/>
                    </a:moveTo>
                    <a:cubicBezTo>
                      <a:pt x="4231" y="6552"/>
                      <a:pt x="5038" y="6217"/>
                      <a:pt x="5632" y="5623"/>
                    </a:cubicBezTo>
                    <a:cubicBezTo>
                      <a:pt x="6227" y="5028"/>
                      <a:pt x="6561" y="4220"/>
                      <a:pt x="6561" y="3379"/>
                    </a:cubicBezTo>
                    <a:cubicBezTo>
                      <a:pt x="6561" y="2538"/>
                      <a:pt x="6227" y="1731"/>
                      <a:pt x="5632" y="1136"/>
                    </a:cubicBezTo>
                    <a:cubicBezTo>
                      <a:pt x="5038" y="541"/>
                      <a:pt x="4231" y="206"/>
                      <a:pt x="3390" y="206"/>
                    </a:cubicBezTo>
                    <a:cubicBezTo>
                      <a:pt x="2549" y="206"/>
                      <a:pt x="1742" y="541"/>
                      <a:pt x="1147" y="1136"/>
                    </a:cubicBezTo>
                    <a:cubicBezTo>
                      <a:pt x="552" y="1731"/>
                      <a:pt x="218" y="2538"/>
                      <a:pt x="218" y="3379"/>
                    </a:cubicBezTo>
                    <a:cubicBezTo>
                      <a:pt x="218" y="4220"/>
                      <a:pt x="552" y="5028"/>
                      <a:pt x="1147" y="5623"/>
                    </a:cubicBezTo>
                    <a:cubicBezTo>
                      <a:pt x="1742" y="6217"/>
                      <a:pt x="2549" y="6552"/>
                      <a:pt x="3390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81" name="Freeform: Shape 4580">
                <a:extLst>
                  <a:ext uri="{FF2B5EF4-FFF2-40B4-BE49-F238E27FC236}">
                    <a16:creationId xmlns:a16="http://schemas.microsoft.com/office/drawing/2014/main" id="{EFD08A94-124D-DA21-1AD0-136A6D5279FD}"/>
                  </a:ext>
                </a:extLst>
              </p:cNvPr>
              <p:cNvSpPr/>
              <p:nvPr/>
            </p:nvSpPr>
            <p:spPr>
              <a:xfrm>
                <a:off x="3622736" y="6091261"/>
                <a:ext cx="6343" cy="6345"/>
              </a:xfrm>
              <a:custGeom>
                <a:avLst/>
                <a:gdLst>
                  <a:gd name="connsiteX0" fmla="*/ 3390 w 6343"/>
                  <a:gd name="connsiteY0" fmla="*/ 6551 h 6345"/>
                  <a:gd name="connsiteX1" fmla="*/ 5633 w 6343"/>
                  <a:gd name="connsiteY1" fmla="*/ 5622 h 6345"/>
                  <a:gd name="connsiteX2" fmla="*/ 6562 w 6343"/>
                  <a:gd name="connsiteY2" fmla="*/ 3379 h 6345"/>
                  <a:gd name="connsiteX3" fmla="*/ 5633 w 6343"/>
                  <a:gd name="connsiteY3" fmla="*/ 1135 h 6345"/>
                  <a:gd name="connsiteX4" fmla="*/ 3390 w 6343"/>
                  <a:gd name="connsiteY4" fmla="*/ 206 h 6345"/>
                  <a:gd name="connsiteX5" fmla="*/ 1147 w 6343"/>
                  <a:gd name="connsiteY5" fmla="*/ 1135 h 6345"/>
                  <a:gd name="connsiteX6" fmla="*/ 218 w 6343"/>
                  <a:gd name="connsiteY6" fmla="*/ 3379 h 6345"/>
                  <a:gd name="connsiteX7" fmla="*/ 1147 w 6343"/>
                  <a:gd name="connsiteY7" fmla="*/ 5622 h 6345"/>
                  <a:gd name="connsiteX8" fmla="*/ 3390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1"/>
                    </a:moveTo>
                    <a:cubicBezTo>
                      <a:pt x="4231" y="6551"/>
                      <a:pt x="5038" y="6217"/>
                      <a:pt x="5633" y="5622"/>
                    </a:cubicBezTo>
                    <a:cubicBezTo>
                      <a:pt x="6227" y="5027"/>
                      <a:pt x="6562" y="4220"/>
                      <a:pt x="6562" y="3379"/>
                    </a:cubicBezTo>
                    <a:cubicBezTo>
                      <a:pt x="6562" y="2537"/>
                      <a:pt x="6227" y="1730"/>
                      <a:pt x="5633" y="1135"/>
                    </a:cubicBezTo>
                    <a:cubicBezTo>
                      <a:pt x="5038" y="540"/>
                      <a:pt x="4231" y="206"/>
                      <a:pt x="3390" y="206"/>
                    </a:cubicBezTo>
                    <a:cubicBezTo>
                      <a:pt x="2549" y="206"/>
                      <a:pt x="1742" y="540"/>
                      <a:pt x="1147" y="1135"/>
                    </a:cubicBezTo>
                    <a:cubicBezTo>
                      <a:pt x="553" y="1730"/>
                      <a:pt x="218" y="2537"/>
                      <a:pt x="218" y="3379"/>
                    </a:cubicBezTo>
                    <a:cubicBezTo>
                      <a:pt x="218" y="4220"/>
                      <a:pt x="553" y="5027"/>
                      <a:pt x="1147" y="5622"/>
                    </a:cubicBezTo>
                    <a:cubicBezTo>
                      <a:pt x="1742" y="6217"/>
                      <a:pt x="2549" y="6551"/>
                      <a:pt x="3390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82" name="Freeform: Shape 4581">
                <a:extLst>
                  <a:ext uri="{FF2B5EF4-FFF2-40B4-BE49-F238E27FC236}">
                    <a16:creationId xmlns:a16="http://schemas.microsoft.com/office/drawing/2014/main" id="{67885633-E252-CEC2-FB53-FAACBC7A516D}"/>
                  </a:ext>
                </a:extLst>
              </p:cNvPr>
              <p:cNvSpPr/>
              <p:nvPr/>
            </p:nvSpPr>
            <p:spPr>
              <a:xfrm>
                <a:off x="3624263" y="6084525"/>
                <a:ext cx="6343" cy="6345"/>
              </a:xfrm>
              <a:custGeom>
                <a:avLst/>
                <a:gdLst>
                  <a:gd name="connsiteX0" fmla="*/ 3390 w 6343"/>
                  <a:gd name="connsiteY0" fmla="*/ 6551 h 6345"/>
                  <a:gd name="connsiteX1" fmla="*/ 5633 w 6343"/>
                  <a:gd name="connsiteY1" fmla="*/ 5621 h 6345"/>
                  <a:gd name="connsiteX2" fmla="*/ 6562 w 6343"/>
                  <a:gd name="connsiteY2" fmla="*/ 3378 h 6345"/>
                  <a:gd name="connsiteX3" fmla="*/ 5633 w 6343"/>
                  <a:gd name="connsiteY3" fmla="*/ 1135 h 6345"/>
                  <a:gd name="connsiteX4" fmla="*/ 3390 w 6343"/>
                  <a:gd name="connsiteY4" fmla="*/ 205 h 6345"/>
                  <a:gd name="connsiteX5" fmla="*/ 1147 w 6343"/>
                  <a:gd name="connsiteY5" fmla="*/ 1135 h 6345"/>
                  <a:gd name="connsiteX6" fmla="*/ 219 w 6343"/>
                  <a:gd name="connsiteY6" fmla="*/ 3378 h 6345"/>
                  <a:gd name="connsiteX7" fmla="*/ 1147 w 6343"/>
                  <a:gd name="connsiteY7" fmla="*/ 5621 h 6345"/>
                  <a:gd name="connsiteX8" fmla="*/ 3390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1"/>
                    </a:moveTo>
                    <a:cubicBezTo>
                      <a:pt x="4231" y="6551"/>
                      <a:pt x="5038" y="6216"/>
                      <a:pt x="5633" y="5621"/>
                    </a:cubicBezTo>
                    <a:cubicBezTo>
                      <a:pt x="6227" y="5026"/>
                      <a:pt x="6562" y="4219"/>
                      <a:pt x="6562" y="3378"/>
                    </a:cubicBezTo>
                    <a:cubicBezTo>
                      <a:pt x="6562" y="2537"/>
                      <a:pt x="6227" y="1730"/>
                      <a:pt x="5633" y="1135"/>
                    </a:cubicBezTo>
                    <a:cubicBezTo>
                      <a:pt x="5038" y="540"/>
                      <a:pt x="4231" y="205"/>
                      <a:pt x="3390" y="205"/>
                    </a:cubicBezTo>
                    <a:cubicBezTo>
                      <a:pt x="2549" y="205"/>
                      <a:pt x="1742" y="540"/>
                      <a:pt x="1147" y="1135"/>
                    </a:cubicBezTo>
                    <a:cubicBezTo>
                      <a:pt x="553" y="1730"/>
                      <a:pt x="219" y="2537"/>
                      <a:pt x="219" y="3378"/>
                    </a:cubicBezTo>
                    <a:cubicBezTo>
                      <a:pt x="219" y="4219"/>
                      <a:pt x="553" y="5026"/>
                      <a:pt x="1147" y="5621"/>
                    </a:cubicBezTo>
                    <a:cubicBezTo>
                      <a:pt x="1742" y="6216"/>
                      <a:pt x="2549" y="6551"/>
                      <a:pt x="3390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83" name="Freeform: Shape 4582">
                <a:extLst>
                  <a:ext uri="{FF2B5EF4-FFF2-40B4-BE49-F238E27FC236}">
                    <a16:creationId xmlns:a16="http://schemas.microsoft.com/office/drawing/2014/main" id="{CDAEE302-58A5-C640-D397-427EF4729C68}"/>
                  </a:ext>
                </a:extLst>
              </p:cNvPr>
              <p:cNvSpPr/>
              <p:nvPr/>
            </p:nvSpPr>
            <p:spPr>
              <a:xfrm>
                <a:off x="3625946" y="6077707"/>
                <a:ext cx="6343" cy="6345"/>
              </a:xfrm>
              <a:custGeom>
                <a:avLst/>
                <a:gdLst>
                  <a:gd name="connsiteX0" fmla="*/ 3390 w 6343"/>
                  <a:gd name="connsiteY0" fmla="*/ 6550 h 6345"/>
                  <a:gd name="connsiteX1" fmla="*/ 5633 w 6343"/>
                  <a:gd name="connsiteY1" fmla="*/ 5621 h 6345"/>
                  <a:gd name="connsiteX2" fmla="*/ 6562 w 6343"/>
                  <a:gd name="connsiteY2" fmla="*/ 3377 h 6345"/>
                  <a:gd name="connsiteX3" fmla="*/ 5633 w 6343"/>
                  <a:gd name="connsiteY3" fmla="*/ 1134 h 6345"/>
                  <a:gd name="connsiteX4" fmla="*/ 3390 w 6343"/>
                  <a:gd name="connsiteY4" fmla="*/ 205 h 6345"/>
                  <a:gd name="connsiteX5" fmla="*/ 1148 w 6343"/>
                  <a:gd name="connsiteY5" fmla="*/ 1134 h 6345"/>
                  <a:gd name="connsiteX6" fmla="*/ 219 w 6343"/>
                  <a:gd name="connsiteY6" fmla="*/ 3377 h 6345"/>
                  <a:gd name="connsiteX7" fmla="*/ 1148 w 6343"/>
                  <a:gd name="connsiteY7" fmla="*/ 5621 h 6345"/>
                  <a:gd name="connsiteX8" fmla="*/ 339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0"/>
                    </a:moveTo>
                    <a:cubicBezTo>
                      <a:pt x="4231" y="6550"/>
                      <a:pt x="5038" y="6216"/>
                      <a:pt x="5633" y="5621"/>
                    </a:cubicBezTo>
                    <a:cubicBezTo>
                      <a:pt x="6228" y="5026"/>
                      <a:pt x="6562" y="4219"/>
                      <a:pt x="6562" y="3377"/>
                    </a:cubicBezTo>
                    <a:cubicBezTo>
                      <a:pt x="6562" y="2536"/>
                      <a:pt x="6228" y="1729"/>
                      <a:pt x="5633" y="1134"/>
                    </a:cubicBezTo>
                    <a:cubicBezTo>
                      <a:pt x="5038" y="539"/>
                      <a:pt x="4231" y="205"/>
                      <a:pt x="3390" y="205"/>
                    </a:cubicBezTo>
                    <a:cubicBezTo>
                      <a:pt x="2549" y="205"/>
                      <a:pt x="1742" y="539"/>
                      <a:pt x="1148" y="1134"/>
                    </a:cubicBezTo>
                    <a:cubicBezTo>
                      <a:pt x="553" y="1729"/>
                      <a:pt x="219" y="2536"/>
                      <a:pt x="219" y="3377"/>
                    </a:cubicBezTo>
                    <a:cubicBezTo>
                      <a:pt x="219" y="4219"/>
                      <a:pt x="553" y="5026"/>
                      <a:pt x="1148" y="5621"/>
                    </a:cubicBezTo>
                    <a:cubicBezTo>
                      <a:pt x="1742" y="6216"/>
                      <a:pt x="2549" y="6550"/>
                      <a:pt x="339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84" name="Freeform: Shape 4583">
                <a:extLst>
                  <a:ext uri="{FF2B5EF4-FFF2-40B4-BE49-F238E27FC236}">
                    <a16:creationId xmlns:a16="http://schemas.microsoft.com/office/drawing/2014/main" id="{9FFA28F2-9866-5A30-96AA-6A50070E7A82}"/>
                  </a:ext>
                </a:extLst>
              </p:cNvPr>
              <p:cNvSpPr/>
              <p:nvPr/>
            </p:nvSpPr>
            <p:spPr>
              <a:xfrm>
                <a:off x="3625275" y="6074239"/>
                <a:ext cx="6343" cy="6345"/>
              </a:xfrm>
              <a:custGeom>
                <a:avLst/>
                <a:gdLst>
                  <a:gd name="connsiteX0" fmla="*/ 3390 w 6343"/>
                  <a:gd name="connsiteY0" fmla="*/ 6550 h 6345"/>
                  <a:gd name="connsiteX1" fmla="*/ 5633 w 6343"/>
                  <a:gd name="connsiteY1" fmla="*/ 5621 h 6345"/>
                  <a:gd name="connsiteX2" fmla="*/ 6562 w 6343"/>
                  <a:gd name="connsiteY2" fmla="*/ 3377 h 6345"/>
                  <a:gd name="connsiteX3" fmla="*/ 5633 w 6343"/>
                  <a:gd name="connsiteY3" fmla="*/ 1134 h 6345"/>
                  <a:gd name="connsiteX4" fmla="*/ 3390 w 6343"/>
                  <a:gd name="connsiteY4" fmla="*/ 204 h 6345"/>
                  <a:gd name="connsiteX5" fmla="*/ 1148 w 6343"/>
                  <a:gd name="connsiteY5" fmla="*/ 1134 h 6345"/>
                  <a:gd name="connsiteX6" fmla="*/ 219 w 6343"/>
                  <a:gd name="connsiteY6" fmla="*/ 3377 h 6345"/>
                  <a:gd name="connsiteX7" fmla="*/ 1148 w 6343"/>
                  <a:gd name="connsiteY7" fmla="*/ 5621 h 6345"/>
                  <a:gd name="connsiteX8" fmla="*/ 339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0"/>
                    </a:moveTo>
                    <a:cubicBezTo>
                      <a:pt x="4231" y="6550"/>
                      <a:pt x="5038" y="6216"/>
                      <a:pt x="5633" y="5621"/>
                    </a:cubicBezTo>
                    <a:cubicBezTo>
                      <a:pt x="6228" y="5026"/>
                      <a:pt x="6562" y="4219"/>
                      <a:pt x="6562" y="3377"/>
                    </a:cubicBezTo>
                    <a:cubicBezTo>
                      <a:pt x="6562" y="2536"/>
                      <a:pt x="6228" y="1729"/>
                      <a:pt x="5633" y="1134"/>
                    </a:cubicBezTo>
                    <a:cubicBezTo>
                      <a:pt x="5038" y="539"/>
                      <a:pt x="4231" y="204"/>
                      <a:pt x="3390" y="204"/>
                    </a:cubicBezTo>
                    <a:cubicBezTo>
                      <a:pt x="2549" y="204"/>
                      <a:pt x="1742" y="539"/>
                      <a:pt x="1148" y="1134"/>
                    </a:cubicBezTo>
                    <a:cubicBezTo>
                      <a:pt x="553" y="1729"/>
                      <a:pt x="219" y="2536"/>
                      <a:pt x="219" y="3377"/>
                    </a:cubicBezTo>
                    <a:cubicBezTo>
                      <a:pt x="219" y="4219"/>
                      <a:pt x="553" y="5026"/>
                      <a:pt x="1148" y="5621"/>
                    </a:cubicBezTo>
                    <a:cubicBezTo>
                      <a:pt x="1742" y="6216"/>
                      <a:pt x="2549" y="6550"/>
                      <a:pt x="339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85" name="Freeform: Shape 4584">
                <a:extLst>
                  <a:ext uri="{FF2B5EF4-FFF2-40B4-BE49-F238E27FC236}">
                    <a16:creationId xmlns:a16="http://schemas.microsoft.com/office/drawing/2014/main" id="{D5F671F4-6363-7F95-B2C0-8D85C6A6366C}"/>
                  </a:ext>
                </a:extLst>
              </p:cNvPr>
              <p:cNvSpPr/>
              <p:nvPr/>
            </p:nvSpPr>
            <p:spPr>
              <a:xfrm>
                <a:off x="3627620" y="6066754"/>
                <a:ext cx="6343" cy="6345"/>
              </a:xfrm>
              <a:custGeom>
                <a:avLst/>
                <a:gdLst>
                  <a:gd name="connsiteX0" fmla="*/ 3390 w 6343"/>
                  <a:gd name="connsiteY0" fmla="*/ 6549 h 6345"/>
                  <a:gd name="connsiteX1" fmla="*/ 5633 w 6343"/>
                  <a:gd name="connsiteY1" fmla="*/ 5620 h 6345"/>
                  <a:gd name="connsiteX2" fmla="*/ 6562 w 6343"/>
                  <a:gd name="connsiteY2" fmla="*/ 3377 h 6345"/>
                  <a:gd name="connsiteX3" fmla="*/ 5633 w 6343"/>
                  <a:gd name="connsiteY3" fmla="*/ 1133 h 6345"/>
                  <a:gd name="connsiteX4" fmla="*/ 3390 w 6343"/>
                  <a:gd name="connsiteY4" fmla="*/ 204 h 6345"/>
                  <a:gd name="connsiteX5" fmla="*/ 1148 w 6343"/>
                  <a:gd name="connsiteY5" fmla="*/ 1133 h 6345"/>
                  <a:gd name="connsiteX6" fmla="*/ 219 w 6343"/>
                  <a:gd name="connsiteY6" fmla="*/ 3377 h 6345"/>
                  <a:gd name="connsiteX7" fmla="*/ 1148 w 6343"/>
                  <a:gd name="connsiteY7" fmla="*/ 5620 h 6345"/>
                  <a:gd name="connsiteX8" fmla="*/ 3390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9"/>
                    </a:moveTo>
                    <a:cubicBezTo>
                      <a:pt x="4231" y="6549"/>
                      <a:pt x="5038" y="6215"/>
                      <a:pt x="5633" y="5620"/>
                    </a:cubicBezTo>
                    <a:cubicBezTo>
                      <a:pt x="6228" y="5025"/>
                      <a:pt x="6562" y="4218"/>
                      <a:pt x="6562" y="3377"/>
                    </a:cubicBezTo>
                    <a:cubicBezTo>
                      <a:pt x="6562" y="2535"/>
                      <a:pt x="6228" y="1728"/>
                      <a:pt x="5633" y="1133"/>
                    </a:cubicBezTo>
                    <a:cubicBezTo>
                      <a:pt x="5038" y="538"/>
                      <a:pt x="4231" y="204"/>
                      <a:pt x="3390" y="204"/>
                    </a:cubicBezTo>
                    <a:cubicBezTo>
                      <a:pt x="2549" y="204"/>
                      <a:pt x="1742" y="538"/>
                      <a:pt x="1148" y="1133"/>
                    </a:cubicBezTo>
                    <a:cubicBezTo>
                      <a:pt x="553" y="1728"/>
                      <a:pt x="219" y="2535"/>
                      <a:pt x="219" y="3377"/>
                    </a:cubicBezTo>
                    <a:cubicBezTo>
                      <a:pt x="219" y="4218"/>
                      <a:pt x="553" y="5025"/>
                      <a:pt x="1148" y="5620"/>
                    </a:cubicBezTo>
                    <a:cubicBezTo>
                      <a:pt x="1742" y="6215"/>
                      <a:pt x="2549" y="6549"/>
                      <a:pt x="3390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86" name="Freeform: Shape 4585">
                <a:extLst>
                  <a:ext uri="{FF2B5EF4-FFF2-40B4-BE49-F238E27FC236}">
                    <a16:creationId xmlns:a16="http://schemas.microsoft.com/office/drawing/2014/main" id="{2923E4EE-9A58-594A-6653-E235CA353CBB}"/>
                  </a:ext>
                </a:extLst>
              </p:cNvPr>
              <p:cNvSpPr/>
              <p:nvPr/>
            </p:nvSpPr>
            <p:spPr>
              <a:xfrm>
                <a:off x="3626898" y="6063503"/>
                <a:ext cx="6343" cy="6345"/>
              </a:xfrm>
              <a:custGeom>
                <a:avLst/>
                <a:gdLst>
                  <a:gd name="connsiteX0" fmla="*/ 3390 w 6343"/>
                  <a:gd name="connsiteY0" fmla="*/ 6549 h 6345"/>
                  <a:gd name="connsiteX1" fmla="*/ 5633 w 6343"/>
                  <a:gd name="connsiteY1" fmla="*/ 5620 h 6345"/>
                  <a:gd name="connsiteX2" fmla="*/ 6562 w 6343"/>
                  <a:gd name="connsiteY2" fmla="*/ 3376 h 6345"/>
                  <a:gd name="connsiteX3" fmla="*/ 5633 w 6343"/>
                  <a:gd name="connsiteY3" fmla="*/ 1133 h 6345"/>
                  <a:gd name="connsiteX4" fmla="*/ 3390 w 6343"/>
                  <a:gd name="connsiteY4" fmla="*/ 204 h 6345"/>
                  <a:gd name="connsiteX5" fmla="*/ 1148 w 6343"/>
                  <a:gd name="connsiteY5" fmla="*/ 1133 h 6345"/>
                  <a:gd name="connsiteX6" fmla="*/ 219 w 6343"/>
                  <a:gd name="connsiteY6" fmla="*/ 3376 h 6345"/>
                  <a:gd name="connsiteX7" fmla="*/ 1148 w 6343"/>
                  <a:gd name="connsiteY7" fmla="*/ 5620 h 6345"/>
                  <a:gd name="connsiteX8" fmla="*/ 3390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9"/>
                    </a:moveTo>
                    <a:cubicBezTo>
                      <a:pt x="4231" y="6549"/>
                      <a:pt x="5038" y="6215"/>
                      <a:pt x="5633" y="5620"/>
                    </a:cubicBezTo>
                    <a:cubicBezTo>
                      <a:pt x="6228" y="5025"/>
                      <a:pt x="6562" y="4218"/>
                      <a:pt x="6562" y="3376"/>
                    </a:cubicBezTo>
                    <a:cubicBezTo>
                      <a:pt x="6562" y="2535"/>
                      <a:pt x="6228" y="1728"/>
                      <a:pt x="5633" y="1133"/>
                    </a:cubicBezTo>
                    <a:cubicBezTo>
                      <a:pt x="5038" y="538"/>
                      <a:pt x="4231" y="204"/>
                      <a:pt x="3390" y="204"/>
                    </a:cubicBezTo>
                    <a:cubicBezTo>
                      <a:pt x="2549" y="204"/>
                      <a:pt x="1742" y="538"/>
                      <a:pt x="1148" y="1133"/>
                    </a:cubicBezTo>
                    <a:cubicBezTo>
                      <a:pt x="553" y="1728"/>
                      <a:pt x="219" y="2535"/>
                      <a:pt x="219" y="3376"/>
                    </a:cubicBezTo>
                    <a:cubicBezTo>
                      <a:pt x="219" y="4218"/>
                      <a:pt x="553" y="5025"/>
                      <a:pt x="1148" y="5620"/>
                    </a:cubicBezTo>
                    <a:cubicBezTo>
                      <a:pt x="1742" y="6215"/>
                      <a:pt x="2549" y="6549"/>
                      <a:pt x="3390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87" name="Freeform: Shape 4586">
                <a:extLst>
                  <a:ext uri="{FF2B5EF4-FFF2-40B4-BE49-F238E27FC236}">
                    <a16:creationId xmlns:a16="http://schemas.microsoft.com/office/drawing/2014/main" id="{517D58EC-5754-47E2-DFF2-43FD12EE9CBC}"/>
                  </a:ext>
                </a:extLst>
              </p:cNvPr>
              <p:cNvSpPr/>
              <p:nvPr/>
            </p:nvSpPr>
            <p:spPr>
              <a:xfrm>
                <a:off x="3630497" y="6054616"/>
                <a:ext cx="6343" cy="6345"/>
              </a:xfrm>
              <a:custGeom>
                <a:avLst/>
                <a:gdLst>
                  <a:gd name="connsiteX0" fmla="*/ 3391 w 6343"/>
                  <a:gd name="connsiteY0" fmla="*/ 6548 h 6345"/>
                  <a:gd name="connsiteX1" fmla="*/ 5633 w 6343"/>
                  <a:gd name="connsiteY1" fmla="*/ 5619 h 6345"/>
                  <a:gd name="connsiteX2" fmla="*/ 6562 w 6343"/>
                  <a:gd name="connsiteY2" fmla="*/ 3376 h 6345"/>
                  <a:gd name="connsiteX3" fmla="*/ 5633 w 6343"/>
                  <a:gd name="connsiteY3" fmla="*/ 1132 h 6345"/>
                  <a:gd name="connsiteX4" fmla="*/ 3391 w 6343"/>
                  <a:gd name="connsiteY4" fmla="*/ 203 h 6345"/>
                  <a:gd name="connsiteX5" fmla="*/ 1148 w 6343"/>
                  <a:gd name="connsiteY5" fmla="*/ 1132 h 6345"/>
                  <a:gd name="connsiteX6" fmla="*/ 219 w 6343"/>
                  <a:gd name="connsiteY6" fmla="*/ 3376 h 6345"/>
                  <a:gd name="connsiteX7" fmla="*/ 1148 w 6343"/>
                  <a:gd name="connsiteY7" fmla="*/ 5619 h 6345"/>
                  <a:gd name="connsiteX8" fmla="*/ 3391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48"/>
                    </a:moveTo>
                    <a:cubicBezTo>
                      <a:pt x="4232" y="6548"/>
                      <a:pt x="5038" y="6214"/>
                      <a:pt x="5633" y="5619"/>
                    </a:cubicBezTo>
                    <a:cubicBezTo>
                      <a:pt x="6228" y="5024"/>
                      <a:pt x="6562" y="4217"/>
                      <a:pt x="6562" y="3376"/>
                    </a:cubicBezTo>
                    <a:cubicBezTo>
                      <a:pt x="6562" y="2534"/>
                      <a:pt x="6228" y="1727"/>
                      <a:pt x="5633" y="1132"/>
                    </a:cubicBezTo>
                    <a:cubicBezTo>
                      <a:pt x="5038" y="537"/>
                      <a:pt x="4232" y="203"/>
                      <a:pt x="3391" y="203"/>
                    </a:cubicBezTo>
                    <a:cubicBezTo>
                      <a:pt x="2549" y="203"/>
                      <a:pt x="1743" y="537"/>
                      <a:pt x="1148" y="1132"/>
                    </a:cubicBezTo>
                    <a:cubicBezTo>
                      <a:pt x="553" y="1727"/>
                      <a:pt x="219" y="2534"/>
                      <a:pt x="219" y="3376"/>
                    </a:cubicBezTo>
                    <a:cubicBezTo>
                      <a:pt x="219" y="4217"/>
                      <a:pt x="553" y="5024"/>
                      <a:pt x="1148" y="5619"/>
                    </a:cubicBezTo>
                    <a:cubicBezTo>
                      <a:pt x="1743" y="6214"/>
                      <a:pt x="2549" y="6548"/>
                      <a:pt x="3391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88" name="Freeform: Shape 4587">
                <a:extLst>
                  <a:ext uri="{FF2B5EF4-FFF2-40B4-BE49-F238E27FC236}">
                    <a16:creationId xmlns:a16="http://schemas.microsoft.com/office/drawing/2014/main" id="{71BDFF3E-ABBD-EB47-A6D3-CB23FFA258B3}"/>
                  </a:ext>
                </a:extLst>
              </p:cNvPr>
              <p:cNvSpPr/>
              <p:nvPr/>
            </p:nvSpPr>
            <p:spPr>
              <a:xfrm>
                <a:off x="3630708" y="6050314"/>
                <a:ext cx="6343" cy="6345"/>
              </a:xfrm>
              <a:custGeom>
                <a:avLst/>
                <a:gdLst>
                  <a:gd name="connsiteX0" fmla="*/ 3391 w 6343"/>
                  <a:gd name="connsiteY0" fmla="*/ 6548 h 6345"/>
                  <a:gd name="connsiteX1" fmla="*/ 5633 w 6343"/>
                  <a:gd name="connsiteY1" fmla="*/ 5619 h 6345"/>
                  <a:gd name="connsiteX2" fmla="*/ 6562 w 6343"/>
                  <a:gd name="connsiteY2" fmla="*/ 3375 h 6345"/>
                  <a:gd name="connsiteX3" fmla="*/ 5633 w 6343"/>
                  <a:gd name="connsiteY3" fmla="*/ 1132 h 6345"/>
                  <a:gd name="connsiteX4" fmla="*/ 3391 w 6343"/>
                  <a:gd name="connsiteY4" fmla="*/ 203 h 6345"/>
                  <a:gd name="connsiteX5" fmla="*/ 1148 w 6343"/>
                  <a:gd name="connsiteY5" fmla="*/ 1132 h 6345"/>
                  <a:gd name="connsiteX6" fmla="*/ 219 w 6343"/>
                  <a:gd name="connsiteY6" fmla="*/ 3375 h 6345"/>
                  <a:gd name="connsiteX7" fmla="*/ 1148 w 6343"/>
                  <a:gd name="connsiteY7" fmla="*/ 5619 h 6345"/>
                  <a:gd name="connsiteX8" fmla="*/ 3391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48"/>
                    </a:moveTo>
                    <a:cubicBezTo>
                      <a:pt x="4232" y="6548"/>
                      <a:pt x="5038" y="6214"/>
                      <a:pt x="5633" y="5619"/>
                    </a:cubicBezTo>
                    <a:cubicBezTo>
                      <a:pt x="6228" y="5024"/>
                      <a:pt x="6562" y="4217"/>
                      <a:pt x="6562" y="3375"/>
                    </a:cubicBezTo>
                    <a:cubicBezTo>
                      <a:pt x="6562" y="2534"/>
                      <a:pt x="6228" y="1727"/>
                      <a:pt x="5633" y="1132"/>
                    </a:cubicBezTo>
                    <a:cubicBezTo>
                      <a:pt x="5038" y="537"/>
                      <a:pt x="4232" y="203"/>
                      <a:pt x="3391" y="203"/>
                    </a:cubicBezTo>
                    <a:cubicBezTo>
                      <a:pt x="2549" y="203"/>
                      <a:pt x="1743" y="537"/>
                      <a:pt x="1148" y="1132"/>
                    </a:cubicBezTo>
                    <a:cubicBezTo>
                      <a:pt x="553" y="1727"/>
                      <a:pt x="219" y="2534"/>
                      <a:pt x="219" y="3375"/>
                    </a:cubicBezTo>
                    <a:cubicBezTo>
                      <a:pt x="219" y="4217"/>
                      <a:pt x="553" y="5024"/>
                      <a:pt x="1148" y="5619"/>
                    </a:cubicBezTo>
                    <a:cubicBezTo>
                      <a:pt x="1743" y="6214"/>
                      <a:pt x="2549" y="6548"/>
                      <a:pt x="3391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89" name="Freeform: Shape 4588">
                <a:extLst>
                  <a:ext uri="{FF2B5EF4-FFF2-40B4-BE49-F238E27FC236}">
                    <a16:creationId xmlns:a16="http://schemas.microsoft.com/office/drawing/2014/main" id="{A76F8943-AFF1-FC6C-16A4-FC3F0D389CBA}"/>
                  </a:ext>
                </a:extLst>
              </p:cNvPr>
              <p:cNvSpPr/>
              <p:nvPr/>
            </p:nvSpPr>
            <p:spPr>
              <a:xfrm>
                <a:off x="3631019" y="6045952"/>
                <a:ext cx="6343" cy="6345"/>
              </a:xfrm>
              <a:custGeom>
                <a:avLst/>
                <a:gdLst>
                  <a:gd name="connsiteX0" fmla="*/ 3391 w 6343"/>
                  <a:gd name="connsiteY0" fmla="*/ 6548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1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1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48"/>
                    </a:moveTo>
                    <a:cubicBezTo>
                      <a:pt x="4232" y="6548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4"/>
                      <a:pt x="6228" y="1726"/>
                      <a:pt x="5633" y="1131"/>
                    </a:cubicBezTo>
                    <a:cubicBezTo>
                      <a:pt x="5038" y="537"/>
                      <a:pt x="4232" y="202"/>
                      <a:pt x="3391" y="202"/>
                    </a:cubicBezTo>
                    <a:cubicBezTo>
                      <a:pt x="2549" y="202"/>
                      <a:pt x="1743" y="537"/>
                      <a:pt x="1148" y="1131"/>
                    </a:cubicBezTo>
                    <a:cubicBezTo>
                      <a:pt x="553" y="1726"/>
                      <a:pt x="219" y="2534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3" y="6213"/>
                      <a:pt x="2549" y="6548"/>
                      <a:pt x="3391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90" name="Freeform: Shape 4589">
                <a:extLst>
                  <a:ext uri="{FF2B5EF4-FFF2-40B4-BE49-F238E27FC236}">
                    <a16:creationId xmlns:a16="http://schemas.microsoft.com/office/drawing/2014/main" id="{1CDF1673-1481-3719-FFA4-5E81AF26B266}"/>
                  </a:ext>
                </a:extLst>
              </p:cNvPr>
              <p:cNvSpPr/>
              <p:nvPr/>
            </p:nvSpPr>
            <p:spPr>
              <a:xfrm>
                <a:off x="3630145" y="6043163"/>
                <a:ext cx="6343" cy="6345"/>
              </a:xfrm>
              <a:custGeom>
                <a:avLst/>
                <a:gdLst>
                  <a:gd name="connsiteX0" fmla="*/ 3391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1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1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47"/>
                    </a:moveTo>
                    <a:cubicBezTo>
                      <a:pt x="4232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2" y="202"/>
                      <a:pt x="3391" y="202"/>
                    </a:cubicBezTo>
                    <a:cubicBezTo>
                      <a:pt x="2549" y="202"/>
                      <a:pt x="1743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3" y="6213"/>
                      <a:pt x="2549" y="6547"/>
                      <a:pt x="3391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91" name="Freeform: Shape 4590">
                <a:extLst>
                  <a:ext uri="{FF2B5EF4-FFF2-40B4-BE49-F238E27FC236}">
                    <a16:creationId xmlns:a16="http://schemas.microsoft.com/office/drawing/2014/main" id="{67D3A331-CAA9-445D-0B9C-D07B33C12111}"/>
                  </a:ext>
                </a:extLst>
              </p:cNvPr>
              <p:cNvSpPr/>
              <p:nvPr/>
            </p:nvSpPr>
            <p:spPr>
              <a:xfrm>
                <a:off x="3628706" y="6041113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2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2" y="202"/>
                      <a:pt x="3390" y="202"/>
                    </a:cubicBezTo>
                    <a:cubicBezTo>
                      <a:pt x="2549" y="202"/>
                      <a:pt x="1743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3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92" name="Freeform: Shape 4591">
                <a:extLst>
                  <a:ext uri="{FF2B5EF4-FFF2-40B4-BE49-F238E27FC236}">
                    <a16:creationId xmlns:a16="http://schemas.microsoft.com/office/drawing/2014/main" id="{AA1F6E6D-47FF-A952-0CF3-647756A2BC2F}"/>
                  </a:ext>
                </a:extLst>
              </p:cNvPr>
              <p:cNvSpPr/>
              <p:nvPr/>
            </p:nvSpPr>
            <p:spPr>
              <a:xfrm>
                <a:off x="3626480" y="6040047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4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4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4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93" name="Freeform: Shape 4592">
                <a:extLst>
                  <a:ext uri="{FF2B5EF4-FFF2-40B4-BE49-F238E27FC236}">
                    <a16:creationId xmlns:a16="http://schemas.microsoft.com/office/drawing/2014/main" id="{6F31E0FC-AB16-D365-0162-DD013E06886A}"/>
                  </a:ext>
                </a:extLst>
              </p:cNvPr>
              <p:cNvSpPr/>
              <p:nvPr/>
            </p:nvSpPr>
            <p:spPr>
              <a:xfrm>
                <a:off x="3624288" y="6038930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7 w 6343"/>
                  <a:gd name="connsiteY5" fmla="*/ 1131 h 6345"/>
                  <a:gd name="connsiteX6" fmla="*/ 219 w 6343"/>
                  <a:gd name="connsiteY6" fmla="*/ 3374 h 6345"/>
                  <a:gd name="connsiteX7" fmla="*/ 1147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7" y="5023"/>
                      <a:pt x="6562" y="4216"/>
                      <a:pt x="6562" y="3374"/>
                    </a:cubicBezTo>
                    <a:cubicBezTo>
                      <a:pt x="6562" y="2533"/>
                      <a:pt x="6227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7" y="1131"/>
                    </a:cubicBezTo>
                    <a:cubicBezTo>
                      <a:pt x="553" y="1726"/>
                      <a:pt x="219" y="2533"/>
                      <a:pt x="219" y="3374"/>
                    </a:cubicBezTo>
                    <a:cubicBezTo>
                      <a:pt x="219" y="4216"/>
                      <a:pt x="553" y="5023"/>
                      <a:pt x="1147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94" name="Freeform: Shape 4593">
                <a:extLst>
                  <a:ext uri="{FF2B5EF4-FFF2-40B4-BE49-F238E27FC236}">
                    <a16:creationId xmlns:a16="http://schemas.microsoft.com/office/drawing/2014/main" id="{6AF3DB42-77F7-C76F-7E05-CF8374DA7BD0}"/>
                  </a:ext>
                </a:extLst>
              </p:cNvPr>
              <p:cNvSpPr/>
              <p:nvPr/>
            </p:nvSpPr>
            <p:spPr>
              <a:xfrm>
                <a:off x="3573960" y="5757716"/>
                <a:ext cx="6343" cy="6345"/>
              </a:xfrm>
              <a:custGeom>
                <a:avLst/>
                <a:gdLst>
                  <a:gd name="connsiteX0" fmla="*/ 3386 w 6343"/>
                  <a:gd name="connsiteY0" fmla="*/ 6525 h 6345"/>
                  <a:gd name="connsiteX1" fmla="*/ 5629 w 6343"/>
                  <a:gd name="connsiteY1" fmla="*/ 5596 h 6345"/>
                  <a:gd name="connsiteX2" fmla="*/ 6558 w 6343"/>
                  <a:gd name="connsiteY2" fmla="*/ 3352 h 6345"/>
                  <a:gd name="connsiteX3" fmla="*/ 5629 w 6343"/>
                  <a:gd name="connsiteY3" fmla="*/ 1109 h 6345"/>
                  <a:gd name="connsiteX4" fmla="*/ 3386 w 6343"/>
                  <a:gd name="connsiteY4" fmla="*/ 180 h 6345"/>
                  <a:gd name="connsiteX5" fmla="*/ 1143 w 6343"/>
                  <a:gd name="connsiteY5" fmla="*/ 1109 h 6345"/>
                  <a:gd name="connsiteX6" fmla="*/ 215 w 6343"/>
                  <a:gd name="connsiteY6" fmla="*/ 3352 h 6345"/>
                  <a:gd name="connsiteX7" fmla="*/ 1143 w 6343"/>
                  <a:gd name="connsiteY7" fmla="*/ 5596 h 6345"/>
                  <a:gd name="connsiteX8" fmla="*/ 3386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5"/>
                    </a:moveTo>
                    <a:cubicBezTo>
                      <a:pt x="4227" y="6525"/>
                      <a:pt x="5034" y="6191"/>
                      <a:pt x="5629" y="5596"/>
                    </a:cubicBezTo>
                    <a:cubicBezTo>
                      <a:pt x="6223" y="5001"/>
                      <a:pt x="6558" y="4194"/>
                      <a:pt x="6558" y="3352"/>
                    </a:cubicBezTo>
                    <a:cubicBezTo>
                      <a:pt x="6558" y="2511"/>
                      <a:pt x="6223" y="1704"/>
                      <a:pt x="5629" y="1109"/>
                    </a:cubicBezTo>
                    <a:cubicBezTo>
                      <a:pt x="5034" y="514"/>
                      <a:pt x="4227" y="180"/>
                      <a:pt x="3386" y="180"/>
                    </a:cubicBezTo>
                    <a:cubicBezTo>
                      <a:pt x="2545" y="180"/>
                      <a:pt x="1738" y="514"/>
                      <a:pt x="1143" y="1109"/>
                    </a:cubicBezTo>
                    <a:cubicBezTo>
                      <a:pt x="549" y="1704"/>
                      <a:pt x="215" y="2511"/>
                      <a:pt x="215" y="3352"/>
                    </a:cubicBezTo>
                    <a:cubicBezTo>
                      <a:pt x="215" y="4194"/>
                      <a:pt x="549" y="5001"/>
                      <a:pt x="1143" y="5596"/>
                    </a:cubicBezTo>
                    <a:cubicBezTo>
                      <a:pt x="1738" y="6191"/>
                      <a:pt x="2545" y="6525"/>
                      <a:pt x="3386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95" name="Freeform: Shape 4594">
                <a:extLst>
                  <a:ext uri="{FF2B5EF4-FFF2-40B4-BE49-F238E27FC236}">
                    <a16:creationId xmlns:a16="http://schemas.microsoft.com/office/drawing/2014/main" id="{066CBDF1-BC9B-623A-5E2A-912C685493CB}"/>
                  </a:ext>
                </a:extLst>
              </p:cNvPr>
              <p:cNvSpPr/>
              <p:nvPr/>
            </p:nvSpPr>
            <p:spPr>
              <a:xfrm>
                <a:off x="3619071" y="5752822"/>
                <a:ext cx="6343" cy="6345"/>
              </a:xfrm>
              <a:custGeom>
                <a:avLst/>
                <a:gdLst>
                  <a:gd name="connsiteX0" fmla="*/ 3390 w 6343"/>
                  <a:gd name="connsiteY0" fmla="*/ 6525 h 6345"/>
                  <a:gd name="connsiteX1" fmla="*/ 5632 w 6343"/>
                  <a:gd name="connsiteY1" fmla="*/ 5595 h 6345"/>
                  <a:gd name="connsiteX2" fmla="*/ 6561 w 6343"/>
                  <a:gd name="connsiteY2" fmla="*/ 3352 h 6345"/>
                  <a:gd name="connsiteX3" fmla="*/ 5632 w 6343"/>
                  <a:gd name="connsiteY3" fmla="*/ 1108 h 6345"/>
                  <a:gd name="connsiteX4" fmla="*/ 3390 w 6343"/>
                  <a:gd name="connsiteY4" fmla="*/ 179 h 6345"/>
                  <a:gd name="connsiteX5" fmla="*/ 1147 w 6343"/>
                  <a:gd name="connsiteY5" fmla="*/ 1108 h 6345"/>
                  <a:gd name="connsiteX6" fmla="*/ 218 w 6343"/>
                  <a:gd name="connsiteY6" fmla="*/ 3352 h 6345"/>
                  <a:gd name="connsiteX7" fmla="*/ 1147 w 6343"/>
                  <a:gd name="connsiteY7" fmla="*/ 5595 h 6345"/>
                  <a:gd name="connsiteX8" fmla="*/ 339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5"/>
                    </a:moveTo>
                    <a:cubicBezTo>
                      <a:pt x="4231" y="6525"/>
                      <a:pt x="5038" y="6190"/>
                      <a:pt x="5632" y="5595"/>
                    </a:cubicBezTo>
                    <a:cubicBezTo>
                      <a:pt x="6227" y="5000"/>
                      <a:pt x="6561" y="4193"/>
                      <a:pt x="6561" y="3352"/>
                    </a:cubicBezTo>
                    <a:cubicBezTo>
                      <a:pt x="6561" y="2510"/>
                      <a:pt x="6227" y="1703"/>
                      <a:pt x="5632" y="1108"/>
                    </a:cubicBezTo>
                    <a:cubicBezTo>
                      <a:pt x="5038" y="513"/>
                      <a:pt x="4231" y="179"/>
                      <a:pt x="3390" y="179"/>
                    </a:cubicBezTo>
                    <a:cubicBezTo>
                      <a:pt x="2549" y="179"/>
                      <a:pt x="1742" y="513"/>
                      <a:pt x="1147" y="1108"/>
                    </a:cubicBezTo>
                    <a:cubicBezTo>
                      <a:pt x="552" y="1703"/>
                      <a:pt x="218" y="2510"/>
                      <a:pt x="218" y="3352"/>
                    </a:cubicBezTo>
                    <a:cubicBezTo>
                      <a:pt x="218" y="4193"/>
                      <a:pt x="552" y="5000"/>
                      <a:pt x="1147" y="5595"/>
                    </a:cubicBezTo>
                    <a:cubicBezTo>
                      <a:pt x="1742" y="6190"/>
                      <a:pt x="2549" y="6525"/>
                      <a:pt x="339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96" name="Freeform: Shape 4595">
                <a:extLst>
                  <a:ext uri="{FF2B5EF4-FFF2-40B4-BE49-F238E27FC236}">
                    <a16:creationId xmlns:a16="http://schemas.microsoft.com/office/drawing/2014/main" id="{1B55187E-DF4B-6562-6163-72C5DEED2A7A}"/>
                  </a:ext>
                </a:extLst>
              </p:cNvPr>
              <p:cNvSpPr/>
              <p:nvPr/>
            </p:nvSpPr>
            <p:spPr>
              <a:xfrm>
                <a:off x="3619347" y="5751239"/>
                <a:ext cx="6343" cy="6345"/>
              </a:xfrm>
              <a:custGeom>
                <a:avLst/>
                <a:gdLst>
                  <a:gd name="connsiteX0" fmla="*/ 3390 w 6343"/>
                  <a:gd name="connsiteY0" fmla="*/ 6524 h 6345"/>
                  <a:gd name="connsiteX1" fmla="*/ 5632 w 6343"/>
                  <a:gd name="connsiteY1" fmla="*/ 5595 h 6345"/>
                  <a:gd name="connsiteX2" fmla="*/ 6561 w 6343"/>
                  <a:gd name="connsiteY2" fmla="*/ 3352 h 6345"/>
                  <a:gd name="connsiteX3" fmla="*/ 5632 w 6343"/>
                  <a:gd name="connsiteY3" fmla="*/ 1108 h 6345"/>
                  <a:gd name="connsiteX4" fmla="*/ 3390 w 6343"/>
                  <a:gd name="connsiteY4" fmla="*/ 179 h 6345"/>
                  <a:gd name="connsiteX5" fmla="*/ 1147 w 6343"/>
                  <a:gd name="connsiteY5" fmla="*/ 1108 h 6345"/>
                  <a:gd name="connsiteX6" fmla="*/ 218 w 6343"/>
                  <a:gd name="connsiteY6" fmla="*/ 3352 h 6345"/>
                  <a:gd name="connsiteX7" fmla="*/ 1147 w 6343"/>
                  <a:gd name="connsiteY7" fmla="*/ 5595 h 6345"/>
                  <a:gd name="connsiteX8" fmla="*/ 3390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4"/>
                    </a:moveTo>
                    <a:cubicBezTo>
                      <a:pt x="4231" y="6524"/>
                      <a:pt x="5038" y="6190"/>
                      <a:pt x="5632" y="5595"/>
                    </a:cubicBezTo>
                    <a:cubicBezTo>
                      <a:pt x="6227" y="5000"/>
                      <a:pt x="6561" y="4193"/>
                      <a:pt x="6561" y="3352"/>
                    </a:cubicBezTo>
                    <a:cubicBezTo>
                      <a:pt x="6561" y="2510"/>
                      <a:pt x="6227" y="1703"/>
                      <a:pt x="5632" y="1108"/>
                    </a:cubicBezTo>
                    <a:cubicBezTo>
                      <a:pt x="5038" y="513"/>
                      <a:pt x="4231" y="179"/>
                      <a:pt x="3390" y="179"/>
                    </a:cubicBezTo>
                    <a:cubicBezTo>
                      <a:pt x="2549" y="179"/>
                      <a:pt x="1742" y="513"/>
                      <a:pt x="1147" y="1108"/>
                    </a:cubicBezTo>
                    <a:cubicBezTo>
                      <a:pt x="552" y="1703"/>
                      <a:pt x="218" y="2510"/>
                      <a:pt x="218" y="3352"/>
                    </a:cubicBezTo>
                    <a:cubicBezTo>
                      <a:pt x="218" y="4193"/>
                      <a:pt x="552" y="5000"/>
                      <a:pt x="1147" y="5595"/>
                    </a:cubicBezTo>
                    <a:cubicBezTo>
                      <a:pt x="1742" y="6190"/>
                      <a:pt x="2549" y="6524"/>
                      <a:pt x="3390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97" name="Freeform: Shape 4596">
                <a:extLst>
                  <a:ext uri="{FF2B5EF4-FFF2-40B4-BE49-F238E27FC236}">
                    <a16:creationId xmlns:a16="http://schemas.microsoft.com/office/drawing/2014/main" id="{16CEE1D0-51C6-12E8-D6B0-9DA2AB5E66DB}"/>
                  </a:ext>
                </a:extLst>
              </p:cNvPr>
              <p:cNvSpPr/>
              <p:nvPr/>
            </p:nvSpPr>
            <p:spPr>
              <a:xfrm>
                <a:off x="3617464" y="5749780"/>
                <a:ext cx="6343" cy="6345"/>
              </a:xfrm>
              <a:custGeom>
                <a:avLst/>
                <a:gdLst>
                  <a:gd name="connsiteX0" fmla="*/ 3390 w 6343"/>
                  <a:gd name="connsiteY0" fmla="*/ 6524 h 6345"/>
                  <a:gd name="connsiteX1" fmla="*/ 5632 w 6343"/>
                  <a:gd name="connsiteY1" fmla="*/ 5595 h 6345"/>
                  <a:gd name="connsiteX2" fmla="*/ 6561 w 6343"/>
                  <a:gd name="connsiteY2" fmla="*/ 3352 h 6345"/>
                  <a:gd name="connsiteX3" fmla="*/ 5632 w 6343"/>
                  <a:gd name="connsiteY3" fmla="*/ 1108 h 6345"/>
                  <a:gd name="connsiteX4" fmla="*/ 3390 w 6343"/>
                  <a:gd name="connsiteY4" fmla="*/ 179 h 6345"/>
                  <a:gd name="connsiteX5" fmla="*/ 1147 w 6343"/>
                  <a:gd name="connsiteY5" fmla="*/ 1108 h 6345"/>
                  <a:gd name="connsiteX6" fmla="*/ 218 w 6343"/>
                  <a:gd name="connsiteY6" fmla="*/ 3352 h 6345"/>
                  <a:gd name="connsiteX7" fmla="*/ 1147 w 6343"/>
                  <a:gd name="connsiteY7" fmla="*/ 5595 h 6345"/>
                  <a:gd name="connsiteX8" fmla="*/ 3390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4"/>
                    </a:moveTo>
                    <a:cubicBezTo>
                      <a:pt x="4231" y="6524"/>
                      <a:pt x="5037" y="6190"/>
                      <a:pt x="5632" y="5595"/>
                    </a:cubicBezTo>
                    <a:cubicBezTo>
                      <a:pt x="6227" y="5000"/>
                      <a:pt x="6561" y="4193"/>
                      <a:pt x="6561" y="3352"/>
                    </a:cubicBezTo>
                    <a:cubicBezTo>
                      <a:pt x="6561" y="2510"/>
                      <a:pt x="6227" y="1703"/>
                      <a:pt x="5632" y="1108"/>
                    </a:cubicBezTo>
                    <a:cubicBezTo>
                      <a:pt x="5037" y="513"/>
                      <a:pt x="4231" y="179"/>
                      <a:pt x="3390" y="179"/>
                    </a:cubicBezTo>
                    <a:cubicBezTo>
                      <a:pt x="2548" y="179"/>
                      <a:pt x="1742" y="513"/>
                      <a:pt x="1147" y="1108"/>
                    </a:cubicBezTo>
                    <a:cubicBezTo>
                      <a:pt x="552" y="1703"/>
                      <a:pt x="218" y="2510"/>
                      <a:pt x="218" y="3352"/>
                    </a:cubicBezTo>
                    <a:cubicBezTo>
                      <a:pt x="218" y="4193"/>
                      <a:pt x="552" y="5000"/>
                      <a:pt x="1147" y="5595"/>
                    </a:cubicBezTo>
                    <a:cubicBezTo>
                      <a:pt x="1742" y="6190"/>
                      <a:pt x="2548" y="6524"/>
                      <a:pt x="3390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98" name="Freeform: Shape 4597">
                <a:extLst>
                  <a:ext uri="{FF2B5EF4-FFF2-40B4-BE49-F238E27FC236}">
                    <a16:creationId xmlns:a16="http://schemas.microsoft.com/office/drawing/2014/main" id="{53BD80A4-8562-5322-C33B-7F3DFECB57AF}"/>
                  </a:ext>
                </a:extLst>
              </p:cNvPr>
              <p:cNvSpPr/>
              <p:nvPr/>
            </p:nvSpPr>
            <p:spPr>
              <a:xfrm>
                <a:off x="3569026" y="5750586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8 w 6343"/>
                  <a:gd name="connsiteY1" fmla="*/ 5595 h 6345"/>
                  <a:gd name="connsiteX2" fmla="*/ 6557 w 6343"/>
                  <a:gd name="connsiteY2" fmla="*/ 3352 h 6345"/>
                  <a:gd name="connsiteX3" fmla="*/ 5628 w 6343"/>
                  <a:gd name="connsiteY3" fmla="*/ 1108 h 6345"/>
                  <a:gd name="connsiteX4" fmla="*/ 3386 w 6343"/>
                  <a:gd name="connsiteY4" fmla="*/ 179 h 6345"/>
                  <a:gd name="connsiteX5" fmla="*/ 1143 w 6343"/>
                  <a:gd name="connsiteY5" fmla="*/ 1108 h 6345"/>
                  <a:gd name="connsiteX6" fmla="*/ 214 w 6343"/>
                  <a:gd name="connsiteY6" fmla="*/ 3352 h 6345"/>
                  <a:gd name="connsiteX7" fmla="*/ 1143 w 6343"/>
                  <a:gd name="connsiteY7" fmla="*/ 5595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4" y="6190"/>
                      <a:pt x="5628" y="5595"/>
                    </a:cubicBezTo>
                    <a:cubicBezTo>
                      <a:pt x="6223" y="5000"/>
                      <a:pt x="6557" y="4193"/>
                      <a:pt x="6557" y="3352"/>
                    </a:cubicBezTo>
                    <a:cubicBezTo>
                      <a:pt x="6557" y="2510"/>
                      <a:pt x="6223" y="1703"/>
                      <a:pt x="5628" y="1108"/>
                    </a:cubicBezTo>
                    <a:cubicBezTo>
                      <a:pt x="5034" y="513"/>
                      <a:pt x="4227" y="179"/>
                      <a:pt x="3386" y="179"/>
                    </a:cubicBezTo>
                    <a:cubicBezTo>
                      <a:pt x="2545" y="179"/>
                      <a:pt x="1738" y="513"/>
                      <a:pt x="1143" y="1108"/>
                    </a:cubicBezTo>
                    <a:cubicBezTo>
                      <a:pt x="548" y="1703"/>
                      <a:pt x="214" y="2510"/>
                      <a:pt x="214" y="3352"/>
                    </a:cubicBezTo>
                    <a:cubicBezTo>
                      <a:pt x="214" y="4193"/>
                      <a:pt x="548" y="5000"/>
                      <a:pt x="1143" y="5595"/>
                    </a:cubicBezTo>
                    <a:cubicBezTo>
                      <a:pt x="1738" y="6190"/>
                      <a:pt x="2545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599" name="Freeform: Shape 4598">
                <a:extLst>
                  <a:ext uri="{FF2B5EF4-FFF2-40B4-BE49-F238E27FC236}">
                    <a16:creationId xmlns:a16="http://schemas.microsoft.com/office/drawing/2014/main" id="{5856E7B3-7D2E-D9DF-8442-3ADD8CDCC9C4}"/>
                  </a:ext>
                </a:extLst>
              </p:cNvPr>
              <p:cNvSpPr/>
              <p:nvPr/>
            </p:nvSpPr>
            <p:spPr>
              <a:xfrm>
                <a:off x="3567477" y="5748783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8 w 6343"/>
                  <a:gd name="connsiteY1" fmla="*/ 5595 h 6345"/>
                  <a:gd name="connsiteX2" fmla="*/ 6557 w 6343"/>
                  <a:gd name="connsiteY2" fmla="*/ 3352 h 6345"/>
                  <a:gd name="connsiteX3" fmla="*/ 5628 w 6343"/>
                  <a:gd name="connsiteY3" fmla="*/ 1108 h 6345"/>
                  <a:gd name="connsiteX4" fmla="*/ 3386 w 6343"/>
                  <a:gd name="connsiteY4" fmla="*/ 179 h 6345"/>
                  <a:gd name="connsiteX5" fmla="*/ 1143 w 6343"/>
                  <a:gd name="connsiteY5" fmla="*/ 1108 h 6345"/>
                  <a:gd name="connsiteX6" fmla="*/ 214 w 6343"/>
                  <a:gd name="connsiteY6" fmla="*/ 3352 h 6345"/>
                  <a:gd name="connsiteX7" fmla="*/ 1143 w 6343"/>
                  <a:gd name="connsiteY7" fmla="*/ 5595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3" y="6190"/>
                      <a:pt x="5628" y="5595"/>
                    </a:cubicBezTo>
                    <a:cubicBezTo>
                      <a:pt x="6223" y="5000"/>
                      <a:pt x="6557" y="4193"/>
                      <a:pt x="6557" y="3352"/>
                    </a:cubicBezTo>
                    <a:cubicBezTo>
                      <a:pt x="6557" y="2510"/>
                      <a:pt x="6223" y="1703"/>
                      <a:pt x="5628" y="1108"/>
                    </a:cubicBezTo>
                    <a:cubicBezTo>
                      <a:pt x="5033" y="513"/>
                      <a:pt x="4227" y="179"/>
                      <a:pt x="3386" y="179"/>
                    </a:cubicBezTo>
                    <a:cubicBezTo>
                      <a:pt x="2544" y="179"/>
                      <a:pt x="1738" y="513"/>
                      <a:pt x="1143" y="1108"/>
                    </a:cubicBezTo>
                    <a:cubicBezTo>
                      <a:pt x="548" y="1703"/>
                      <a:pt x="214" y="2510"/>
                      <a:pt x="214" y="3352"/>
                    </a:cubicBezTo>
                    <a:cubicBezTo>
                      <a:pt x="214" y="4193"/>
                      <a:pt x="548" y="5000"/>
                      <a:pt x="1143" y="5595"/>
                    </a:cubicBezTo>
                    <a:cubicBezTo>
                      <a:pt x="1738" y="6190"/>
                      <a:pt x="2544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00" name="Freeform: Shape 4599">
                <a:extLst>
                  <a:ext uri="{FF2B5EF4-FFF2-40B4-BE49-F238E27FC236}">
                    <a16:creationId xmlns:a16="http://schemas.microsoft.com/office/drawing/2014/main" id="{E0721EC3-1BD2-2E66-28A9-BBD70125FB1F}"/>
                  </a:ext>
                </a:extLst>
              </p:cNvPr>
              <p:cNvSpPr/>
              <p:nvPr/>
            </p:nvSpPr>
            <p:spPr>
              <a:xfrm>
                <a:off x="3566458" y="5746941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8 w 6343"/>
                  <a:gd name="connsiteY1" fmla="*/ 5595 h 6345"/>
                  <a:gd name="connsiteX2" fmla="*/ 6557 w 6343"/>
                  <a:gd name="connsiteY2" fmla="*/ 3351 h 6345"/>
                  <a:gd name="connsiteX3" fmla="*/ 5628 w 6343"/>
                  <a:gd name="connsiteY3" fmla="*/ 1108 h 6345"/>
                  <a:gd name="connsiteX4" fmla="*/ 3386 w 6343"/>
                  <a:gd name="connsiteY4" fmla="*/ 179 h 6345"/>
                  <a:gd name="connsiteX5" fmla="*/ 1143 w 6343"/>
                  <a:gd name="connsiteY5" fmla="*/ 1108 h 6345"/>
                  <a:gd name="connsiteX6" fmla="*/ 214 w 6343"/>
                  <a:gd name="connsiteY6" fmla="*/ 3351 h 6345"/>
                  <a:gd name="connsiteX7" fmla="*/ 1143 w 6343"/>
                  <a:gd name="connsiteY7" fmla="*/ 5595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3" y="6190"/>
                      <a:pt x="5628" y="5595"/>
                    </a:cubicBezTo>
                    <a:cubicBezTo>
                      <a:pt x="6223" y="5000"/>
                      <a:pt x="6557" y="4193"/>
                      <a:pt x="6557" y="3351"/>
                    </a:cubicBezTo>
                    <a:cubicBezTo>
                      <a:pt x="6557" y="2510"/>
                      <a:pt x="6223" y="1703"/>
                      <a:pt x="5628" y="1108"/>
                    </a:cubicBezTo>
                    <a:cubicBezTo>
                      <a:pt x="5033" y="513"/>
                      <a:pt x="4227" y="179"/>
                      <a:pt x="3386" y="179"/>
                    </a:cubicBezTo>
                    <a:cubicBezTo>
                      <a:pt x="2544" y="179"/>
                      <a:pt x="1738" y="513"/>
                      <a:pt x="1143" y="1108"/>
                    </a:cubicBezTo>
                    <a:cubicBezTo>
                      <a:pt x="548" y="1703"/>
                      <a:pt x="214" y="2510"/>
                      <a:pt x="214" y="3351"/>
                    </a:cubicBezTo>
                    <a:cubicBezTo>
                      <a:pt x="214" y="4193"/>
                      <a:pt x="548" y="5000"/>
                      <a:pt x="1143" y="5595"/>
                    </a:cubicBezTo>
                    <a:cubicBezTo>
                      <a:pt x="1738" y="6190"/>
                      <a:pt x="2544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01" name="Freeform: Shape 4600">
                <a:extLst>
                  <a:ext uri="{FF2B5EF4-FFF2-40B4-BE49-F238E27FC236}">
                    <a16:creationId xmlns:a16="http://schemas.microsoft.com/office/drawing/2014/main" id="{7D133646-DFAC-EE02-EAAE-8EDB8C0165A4}"/>
                  </a:ext>
                </a:extLst>
              </p:cNvPr>
              <p:cNvSpPr/>
              <p:nvPr/>
            </p:nvSpPr>
            <p:spPr>
              <a:xfrm>
                <a:off x="3565922" y="5745074"/>
                <a:ext cx="6343" cy="6345"/>
              </a:xfrm>
              <a:custGeom>
                <a:avLst/>
                <a:gdLst>
                  <a:gd name="connsiteX0" fmla="*/ 3385 w 6343"/>
                  <a:gd name="connsiteY0" fmla="*/ 6524 h 6345"/>
                  <a:gd name="connsiteX1" fmla="*/ 5628 w 6343"/>
                  <a:gd name="connsiteY1" fmla="*/ 5595 h 6345"/>
                  <a:gd name="connsiteX2" fmla="*/ 6557 w 6343"/>
                  <a:gd name="connsiteY2" fmla="*/ 3351 h 6345"/>
                  <a:gd name="connsiteX3" fmla="*/ 5628 w 6343"/>
                  <a:gd name="connsiteY3" fmla="*/ 1108 h 6345"/>
                  <a:gd name="connsiteX4" fmla="*/ 3385 w 6343"/>
                  <a:gd name="connsiteY4" fmla="*/ 179 h 6345"/>
                  <a:gd name="connsiteX5" fmla="*/ 1143 w 6343"/>
                  <a:gd name="connsiteY5" fmla="*/ 1108 h 6345"/>
                  <a:gd name="connsiteX6" fmla="*/ 214 w 6343"/>
                  <a:gd name="connsiteY6" fmla="*/ 3351 h 6345"/>
                  <a:gd name="connsiteX7" fmla="*/ 1143 w 6343"/>
                  <a:gd name="connsiteY7" fmla="*/ 5595 h 6345"/>
                  <a:gd name="connsiteX8" fmla="*/ 3385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4"/>
                    </a:moveTo>
                    <a:cubicBezTo>
                      <a:pt x="4227" y="6524"/>
                      <a:pt x="5033" y="6190"/>
                      <a:pt x="5628" y="5595"/>
                    </a:cubicBezTo>
                    <a:cubicBezTo>
                      <a:pt x="6223" y="5000"/>
                      <a:pt x="6557" y="4193"/>
                      <a:pt x="6557" y="3351"/>
                    </a:cubicBezTo>
                    <a:cubicBezTo>
                      <a:pt x="6557" y="2510"/>
                      <a:pt x="6223" y="1703"/>
                      <a:pt x="5628" y="1108"/>
                    </a:cubicBezTo>
                    <a:cubicBezTo>
                      <a:pt x="5033" y="513"/>
                      <a:pt x="4227" y="179"/>
                      <a:pt x="3385" y="179"/>
                    </a:cubicBezTo>
                    <a:cubicBezTo>
                      <a:pt x="2544" y="179"/>
                      <a:pt x="1738" y="513"/>
                      <a:pt x="1143" y="1108"/>
                    </a:cubicBezTo>
                    <a:cubicBezTo>
                      <a:pt x="548" y="1703"/>
                      <a:pt x="214" y="2510"/>
                      <a:pt x="214" y="3351"/>
                    </a:cubicBezTo>
                    <a:cubicBezTo>
                      <a:pt x="214" y="4193"/>
                      <a:pt x="548" y="5000"/>
                      <a:pt x="1143" y="5595"/>
                    </a:cubicBezTo>
                    <a:cubicBezTo>
                      <a:pt x="1738" y="6190"/>
                      <a:pt x="2544" y="6524"/>
                      <a:pt x="3385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02" name="Freeform: Shape 4601">
                <a:extLst>
                  <a:ext uri="{FF2B5EF4-FFF2-40B4-BE49-F238E27FC236}">
                    <a16:creationId xmlns:a16="http://schemas.microsoft.com/office/drawing/2014/main" id="{11A93C1F-770F-8036-1180-95C91A50DC60}"/>
                  </a:ext>
                </a:extLst>
              </p:cNvPr>
              <p:cNvSpPr/>
              <p:nvPr/>
            </p:nvSpPr>
            <p:spPr>
              <a:xfrm>
                <a:off x="3564925" y="5743211"/>
                <a:ext cx="6343" cy="6345"/>
              </a:xfrm>
              <a:custGeom>
                <a:avLst/>
                <a:gdLst>
                  <a:gd name="connsiteX0" fmla="*/ 3385 w 6343"/>
                  <a:gd name="connsiteY0" fmla="*/ 6524 h 6345"/>
                  <a:gd name="connsiteX1" fmla="*/ 5628 w 6343"/>
                  <a:gd name="connsiteY1" fmla="*/ 5595 h 6345"/>
                  <a:gd name="connsiteX2" fmla="*/ 6557 w 6343"/>
                  <a:gd name="connsiteY2" fmla="*/ 3351 h 6345"/>
                  <a:gd name="connsiteX3" fmla="*/ 5628 w 6343"/>
                  <a:gd name="connsiteY3" fmla="*/ 1108 h 6345"/>
                  <a:gd name="connsiteX4" fmla="*/ 3385 w 6343"/>
                  <a:gd name="connsiteY4" fmla="*/ 178 h 6345"/>
                  <a:gd name="connsiteX5" fmla="*/ 1143 w 6343"/>
                  <a:gd name="connsiteY5" fmla="*/ 1108 h 6345"/>
                  <a:gd name="connsiteX6" fmla="*/ 214 w 6343"/>
                  <a:gd name="connsiteY6" fmla="*/ 3351 h 6345"/>
                  <a:gd name="connsiteX7" fmla="*/ 1143 w 6343"/>
                  <a:gd name="connsiteY7" fmla="*/ 5595 h 6345"/>
                  <a:gd name="connsiteX8" fmla="*/ 3385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4"/>
                    </a:moveTo>
                    <a:cubicBezTo>
                      <a:pt x="4227" y="6524"/>
                      <a:pt x="5033" y="6189"/>
                      <a:pt x="5628" y="5595"/>
                    </a:cubicBezTo>
                    <a:cubicBezTo>
                      <a:pt x="6223" y="5000"/>
                      <a:pt x="6557" y="4192"/>
                      <a:pt x="6557" y="3351"/>
                    </a:cubicBezTo>
                    <a:cubicBezTo>
                      <a:pt x="6557" y="2510"/>
                      <a:pt x="6223" y="1703"/>
                      <a:pt x="5628" y="1108"/>
                    </a:cubicBezTo>
                    <a:cubicBezTo>
                      <a:pt x="5033" y="513"/>
                      <a:pt x="4227" y="178"/>
                      <a:pt x="3385" y="178"/>
                    </a:cubicBezTo>
                    <a:cubicBezTo>
                      <a:pt x="2544" y="178"/>
                      <a:pt x="1738" y="513"/>
                      <a:pt x="1143" y="1108"/>
                    </a:cubicBezTo>
                    <a:cubicBezTo>
                      <a:pt x="548" y="1703"/>
                      <a:pt x="214" y="2510"/>
                      <a:pt x="214" y="3351"/>
                    </a:cubicBezTo>
                    <a:cubicBezTo>
                      <a:pt x="214" y="4192"/>
                      <a:pt x="548" y="5000"/>
                      <a:pt x="1143" y="5595"/>
                    </a:cubicBezTo>
                    <a:cubicBezTo>
                      <a:pt x="1738" y="6189"/>
                      <a:pt x="2544" y="6524"/>
                      <a:pt x="3385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03" name="Freeform: Shape 4602">
                <a:extLst>
                  <a:ext uri="{FF2B5EF4-FFF2-40B4-BE49-F238E27FC236}">
                    <a16:creationId xmlns:a16="http://schemas.microsoft.com/office/drawing/2014/main" id="{96D74D7F-3A8C-8B2B-E195-1A196154B120}"/>
                  </a:ext>
                </a:extLst>
              </p:cNvPr>
              <p:cNvSpPr/>
              <p:nvPr/>
            </p:nvSpPr>
            <p:spPr>
              <a:xfrm>
                <a:off x="3564176" y="5741333"/>
                <a:ext cx="6343" cy="6345"/>
              </a:xfrm>
              <a:custGeom>
                <a:avLst/>
                <a:gdLst>
                  <a:gd name="connsiteX0" fmla="*/ 3385 w 6343"/>
                  <a:gd name="connsiteY0" fmla="*/ 6524 h 6345"/>
                  <a:gd name="connsiteX1" fmla="*/ 5628 w 6343"/>
                  <a:gd name="connsiteY1" fmla="*/ 5594 h 6345"/>
                  <a:gd name="connsiteX2" fmla="*/ 6557 w 6343"/>
                  <a:gd name="connsiteY2" fmla="*/ 3351 h 6345"/>
                  <a:gd name="connsiteX3" fmla="*/ 5628 w 6343"/>
                  <a:gd name="connsiteY3" fmla="*/ 1107 h 6345"/>
                  <a:gd name="connsiteX4" fmla="*/ 3385 w 6343"/>
                  <a:gd name="connsiteY4" fmla="*/ 178 h 6345"/>
                  <a:gd name="connsiteX5" fmla="*/ 1143 w 6343"/>
                  <a:gd name="connsiteY5" fmla="*/ 1107 h 6345"/>
                  <a:gd name="connsiteX6" fmla="*/ 214 w 6343"/>
                  <a:gd name="connsiteY6" fmla="*/ 3351 h 6345"/>
                  <a:gd name="connsiteX7" fmla="*/ 1143 w 6343"/>
                  <a:gd name="connsiteY7" fmla="*/ 5594 h 6345"/>
                  <a:gd name="connsiteX8" fmla="*/ 3385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4"/>
                    </a:moveTo>
                    <a:cubicBezTo>
                      <a:pt x="4226" y="6524"/>
                      <a:pt x="5033" y="6189"/>
                      <a:pt x="5628" y="5594"/>
                    </a:cubicBezTo>
                    <a:cubicBezTo>
                      <a:pt x="6223" y="4999"/>
                      <a:pt x="6557" y="4192"/>
                      <a:pt x="6557" y="3351"/>
                    </a:cubicBezTo>
                    <a:cubicBezTo>
                      <a:pt x="6557" y="2510"/>
                      <a:pt x="6223" y="1702"/>
                      <a:pt x="5628" y="1107"/>
                    </a:cubicBezTo>
                    <a:cubicBezTo>
                      <a:pt x="5033" y="513"/>
                      <a:pt x="4226" y="178"/>
                      <a:pt x="3385" y="178"/>
                    </a:cubicBezTo>
                    <a:cubicBezTo>
                      <a:pt x="2544" y="178"/>
                      <a:pt x="1737" y="513"/>
                      <a:pt x="1143" y="1107"/>
                    </a:cubicBezTo>
                    <a:cubicBezTo>
                      <a:pt x="548" y="1702"/>
                      <a:pt x="214" y="2510"/>
                      <a:pt x="214" y="3351"/>
                    </a:cubicBezTo>
                    <a:cubicBezTo>
                      <a:pt x="214" y="4192"/>
                      <a:pt x="548" y="4999"/>
                      <a:pt x="1143" y="5594"/>
                    </a:cubicBezTo>
                    <a:cubicBezTo>
                      <a:pt x="1737" y="6189"/>
                      <a:pt x="2544" y="6524"/>
                      <a:pt x="3385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04" name="Freeform: Shape 4603">
                <a:extLst>
                  <a:ext uri="{FF2B5EF4-FFF2-40B4-BE49-F238E27FC236}">
                    <a16:creationId xmlns:a16="http://schemas.microsoft.com/office/drawing/2014/main" id="{E0B2701F-504D-2397-23A2-C2BBA5CC3E74}"/>
                  </a:ext>
                </a:extLst>
              </p:cNvPr>
              <p:cNvSpPr/>
              <p:nvPr/>
            </p:nvSpPr>
            <p:spPr>
              <a:xfrm>
                <a:off x="3563343" y="5739446"/>
                <a:ext cx="6343" cy="6345"/>
              </a:xfrm>
              <a:custGeom>
                <a:avLst/>
                <a:gdLst>
                  <a:gd name="connsiteX0" fmla="*/ 3385 w 6343"/>
                  <a:gd name="connsiteY0" fmla="*/ 6523 h 6345"/>
                  <a:gd name="connsiteX1" fmla="*/ 5628 w 6343"/>
                  <a:gd name="connsiteY1" fmla="*/ 5594 h 6345"/>
                  <a:gd name="connsiteX2" fmla="*/ 6557 w 6343"/>
                  <a:gd name="connsiteY2" fmla="*/ 3351 h 6345"/>
                  <a:gd name="connsiteX3" fmla="*/ 5628 w 6343"/>
                  <a:gd name="connsiteY3" fmla="*/ 1107 h 6345"/>
                  <a:gd name="connsiteX4" fmla="*/ 3385 w 6343"/>
                  <a:gd name="connsiteY4" fmla="*/ 178 h 6345"/>
                  <a:gd name="connsiteX5" fmla="*/ 1143 w 6343"/>
                  <a:gd name="connsiteY5" fmla="*/ 1107 h 6345"/>
                  <a:gd name="connsiteX6" fmla="*/ 214 w 6343"/>
                  <a:gd name="connsiteY6" fmla="*/ 3351 h 6345"/>
                  <a:gd name="connsiteX7" fmla="*/ 1143 w 6343"/>
                  <a:gd name="connsiteY7" fmla="*/ 5594 h 6345"/>
                  <a:gd name="connsiteX8" fmla="*/ 3385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3"/>
                    </a:moveTo>
                    <a:cubicBezTo>
                      <a:pt x="4226" y="6523"/>
                      <a:pt x="5033" y="6189"/>
                      <a:pt x="5628" y="5594"/>
                    </a:cubicBezTo>
                    <a:cubicBezTo>
                      <a:pt x="6223" y="4999"/>
                      <a:pt x="6557" y="4192"/>
                      <a:pt x="6557" y="3351"/>
                    </a:cubicBezTo>
                    <a:cubicBezTo>
                      <a:pt x="6557" y="2509"/>
                      <a:pt x="6223" y="1702"/>
                      <a:pt x="5628" y="1107"/>
                    </a:cubicBezTo>
                    <a:cubicBezTo>
                      <a:pt x="5033" y="512"/>
                      <a:pt x="4226" y="178"/>
                      <a:pt x="3385" y="178"/>
                    </a:cubicBezTo>
                    <a:cubicBezTo>
                      <a:pt x="2544" y="178"/>
                      <a:pt x="1737" y="512"/>
                      <a:pt x="1143" y="1107"/>
                    </a:cubicBezTo>
                    <a:cubicBezTo>
                      <a:pt x="548" y="1702"/>
                      <a:pt x="214" y="2509"/>
                      <a:pt x="214" y="3351"/>
                    </a:cubicBezTo>
                    <a:cubicBezTo>
                      <a:pt x="214" y="4192"/>
                      <a:pt x="548" y="4999"/>
                      <a:pt x="1143" y="5594"/>
                    </a:cubicBezTo>
                    <a:cubicBezTo>
                      <a:pt x="1737" y="6189"/>
                      <a:pt x="2544" y="6523"/>
                      <a:pt x="3385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05" name="Freeform: Shape 4604">
                <a:extLst>
                  <a:ext uri="{FF2B5EF4-FFF2-40B4-BE49-F238E27FC236}">
                    <a16:creationId xmlns:a16="http://schemas.microsoft.com/office/drawing/2014/main" id="{AACFF40A-1921-0FD4-AB88-3CF039D29BF1}"/>
                  </a:ext>
                </a:extLst>
              </p:cNvPr>
              <p:cNvSpPr/>
              <p:nvPr/>
            </p:nvSpPr>
            <p:spPr>
              <a:xfrm>
                <a:off x="3562995" y="5737547"/>
                <a:ext cx="6343" cy="6345"/>
              </a:xfrm>
              <a:custGeom>
                <a:avLst/>
                <a:gdLst>
                  <a:gd name="connsiteX0" fmla="*/ 3385 w 6343"/>
                  <a:gd name="connsiteY0" fmla="*/ 6523 h 6345"/>
                  <a:gd name="connsiteX1" fmla="*/ 5628 w 6343"/>
                  <a:gd name="connsiteY1" fmla="*/ 5594 h 6345"/>
                  <a:gd name="connsiteX2" fmla="*/ 6557 w 6343"/>
                  <a:gd name="connsiteY2" fmla="*/ 3351 h 6345"/>
                  <a:gd name="connsiteX3" fmla="*/ 5628 w 6343"/>
                  <a:gd name="connsiteY3" fmla="*/ 1107 h 6345"/>
                  <a:gd name="connsiteX4" fmla="*/ 3385 w 6343"/>
                  <a:gd name="connsiteY4" fmla="*/ 178 h 6345"/>
                  <a:gd name="connsiteX5" fmla="*/ 1143 w 6343"/>
                  <a:gd name="connsiteY5" fmla="*/ 1107 h 6345"/>
                  <a:gd name="connsiteX6" fmla="*/ 214 w 6343"/>
                  <a:gd name="connsiteY6" fmla="*/ 3351 h 6345"/>
                  <a:gd name="connsiteX7" fmla="*/ 1143 w 6343"/>
                  <a:gd name="connsiteY7" fmla="*/ 5594 h 6345"/>
                  <a:gd name="connsiteX8" fmla="*/ 3385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3"/>
                    </a:moveTo>
                    <a:cubicBezTo>
                      <a:pt x="4226" y="6523"/>
                      <a:pt x="5033" y="6189"/>
                      <a:pt x="5628" y="5594"/>
                    </a:cubicBezTo>
                    <a:cubicBezTo>
                      <a:pt x="6223" y="4999"/>
                      <a:pt x="6557" y="4192"/>
                      <a:pt x="6557" y="3351"/>
                    </a:cubicBezTo>
                    <a:cubicBezTo>
                      <a:pt x="6557" y="2509"/>
                      <a:pt x="6223" y="1702"/>
                      <a:pt x="5628" y="1107"/>
                    </a:cubicBezTo>
                    <a:cubicBezTo>
                      <a:pt x="5033" y="512"/>
                      <a:pt x="4226" y="178"/>
                      <a:pt x="3385" y="178"/>
                    </a:cubicBezTo>
                    <a:cubicBezTo>
                      <a:pt x="2544" y="178"/>
                      <a:pt x="1737" y="512"/>
                      <a:pt x="1143" y="1107"/>
                    </a:cubicBezTo>
                    <a:cubicBezTo>
                      <a:pt x="548" y="1702"/>
                      <a:pt x="214" y="2509"/>
                      <a:pt x="214" y="3351"/>
                    </a:cubicBezTo>
                    <a:cubicBezTo>
                      <a:pt x="214" y="4192"/>
                      <a:pt x="548" y="4999"/>
                      <a:pt x="1143" y="5594"/>
                    </a:cubicBezTo>
                    <a:cubicBezTo>
                      <a:pt x="1737" y="6189"/>
                      <a:pt x="2544" y="6523"/>
                      <a:pt x="3385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06" name="Freeform: Shape 4605">
                <a:extLst>
                  <a:ext uri="{FF2B5EF4-FFF2-40B4-BE49-F238E27FC236}">
                    <a16:creationId xmlns:a16="http://schemas.microsoft.com/office/drawing/2014/main" id="{F85B1CFE-5A0D-ADF6-003C-F32EEECC3C1F}"/>
                  </a:ext>
                </a:extLst>
              </p:cNvPr>
              <p:cNvSpPr/>
              <p:nvPr/>
            </p:nvSpPr>
            <p:spPr>
              <a:xfrm>
                <a:off x="3573051" y="5735644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9 w 6343"/>
                  <a:gd name="connsiteY1" fmla="*/ 5594 h 6345"/>
                  <a:gd name="connsiteX2" fmla="*/ 6558 w 6343"/>
                  <a:gd name="connsiteY2" fmla="*/ 3350 h 6345"/>
                  <a:gd name="connsiteX3" fmla="*/ 5629 w 6343"/>
                  <a:gd name="connsiteY3" fmla="*/ 1107 h 6345"/>
                  <a:gd name="connsiteX4" fmla="*/ 3386 w 6343"/>
                  <a:gd name="connsiteY4" fmla="*/ 178 h 6345"/>
                  <a:gd name="connsiteX5" fmla="*/ 1143 w 6343"/>
                  <a:gd name="connsiteY5" fmla="*/ 1107 h 6345"/>
                  <a:gd name="connsiteX6" fmla="*/ 214 w 6343"/>
                  <a:gd name="connsiteY6" fmla="*/ 3350 h 6345"/>
                  <a:gd name="connsiteX7" fmla="*/ 1143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9"/>
                      <a:pt x="5629" y="5594"/>
                    </a:cubicBezTo>
                    <a:cubicBezTo>
                      <a:pt x="6223" y="4999"/>
                      <a:pt x="6558" y="4192"/>
                      <a:pt x="6558" y="3350"/>
                    </a:cubicBezTo>
                    <a:cubicBezTo>
                      <a:pt x="6558" y="2509"/>
                      <a:pt x="6223" y="1702"/>
                      <a:pt x="5629" y="1107"/>
                    </a:cubicBezTo>
                    <a:cubicBezTo>
                      <a:pt x="5034" y="512"/>
                      <a:pt x="4227" y="178"/>
                      <a:pt x="3386" y="178"/>
                    </a:cubicBezTo>
                    <a:cubicBezTo>
                      <a:pt x="2545" y="178"/>
                      <a:pt x="1738" y="512"/>
                      <a:pt x="1143" y="1107"/>
                    </a:cubicBezTo>
                    <a:cubicBezTo>
                      <a:pt x="549" y="1702"/>
                      <a:pt x="214" y="2509"/>
                      <a:pt x="214" y="3350"/>
                    </a:cubicBezTo>
                    <a:cubicBezTo>
                      <a:pt x="214" y="4192"/>
                      <a:pt x="549" y="4999"/>
                      <a:pt x="1143" y="5594"/>
                    </a:cubicBezTo>
                    <a:cubicBezTo>
                      <a:pt x="1738" y="6189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07" name="Freeform: Shape 4606">
                <a:extLst>
                  <a:ext uri="{FF2B5EF4-FFF2-40B4-BE49-F238E27FC236}">
                    <a16:creationId xmlns:a16="http://schemas.microsoft.com/office/drawing/2014/main" id="{DC65CAAC-98B8-C1A2-D3E9-279A3D1B23FE}"/>
                  </a:ext>
                </a:extLst>
              </p:cNvPr>
              <p:cNvSpPr/>
              <p:nvPr/>
            </p:nvSpPr>
            <p:spPr>
              <a:xfrm>
                <a:off x="3572915" y="5733801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9 w 6343"/>
                  <a:gd name="connsiteY1" fmla="*/ 5594 h 6345"/>
                  <a:gd name="connsiteX2" fmla="*/ 6558 w 6343"/>
                  <a:gd name="connsiteY2" fmla="*/ 3350 h 6345"/>
                  <a:gd name="connsiteX3" fmla="*/ 5629 w 6343"/>
                  <a:gd name="connsiteY3" fmla="*/ 1107 h 6345"/>
                  <a:gd name="connsiteX4" fmla="*/ 3386 w 6343"/>
                  <a:gd name="connsiteY4" fmla="*/ 178 h 6345"/>
                  <a:gd name="connsiteX5" fmla="*/ 1143 w 6343"/>
                  <a:gd name="connsiteY5" fmla="*/ 1107 h 6345"/>
                  <a:gd name="connsiteX6" fmla="*/ 214 w 6343"/>
                  <a:gd name="connsiteY6" fmla="*/ 3350 h 6345"/>
                  <a:gd name="connsiteX7" fmla="*/ 1143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9"/>
                      <a:pt x="5629" y="5594"/>
                    </a:cubicBezTo>
                    <a:cubicBezTo>
                      <a:pt x="6223" y="4999"/>
                      <a:pt x="6558" y="4192"/>
                      <a:pt x="6558" y="3350"/>
                    </a:cubicBezTo>
                    <a:cubicBezTo>
                      <a:pt x="6558" y="2509"/>
                      <a:pt x="6223" y="1702"/>
                      <a:pt x="5629" y="1107"/>
                    </a:cubicBezTo>
                    <a:cubicBezTo>
                      <a:pt x="5034" y="512"/>
                      <a:pt x="4227" y="178"/>
                      <a:pt x="3386" y="178"/>
                    </a:cubicBezTo>
                    <a:cubicBezTo>
                      <a:pt x="2545" y="178"/>
                      <a:pt x="1738" y="512"/>
                      <a:pt x="1143" y="1107"/>
                    </a:cubicBezTo>
                    <a:cubicBezTo>
                      <a:pt x="549" y="1702"/>
                      <a:pt x="214" y="2509"/>
                      <a:pt x="214" y="3350"/>
                    </a:cubicBezTo>
                    <a:cubicBezTo>
                      <a:pt x="214" y="4192"/>
                      <a:pt x="549" y="4999"/>
                      <a:pt x="1143" y="5594"/>
                    </a:cubicBezTo>
                    <a:cubicBezTo>
                      <a:pt x="1738" y="6189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08" name="Freeform: Shape 4607">
                <a:extLst>
                  <a:ext uri="{FF2B5EF4-FFF2-40B4-BE49-F238E27FC236}">
                    <a16:creationId xmlns:a16="http://schemas.microsoft.com/office/drawing/2014/main" id="{DC2DFB5D-3B25-3923-3F51-6BDF889D3C91}"/>
                  </a:ext>
                </a:extLst>
              </p:cNvPr>
              <p:cNvSpPr/>
              <p:nvPr/>
            </p:nvSpPr>
            <p:spPr>
              <a:xfrm>
                <a:off x="3571991" y="5731947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9 w 6343"/>
                  <a:gd name="connsiteY1" fmla="*/ 5594 h 6345"/>
                  <a:gd name="connsiteX2" fmla="*/ 6558 w 6343"/>
                  <a:gd name="connsiteY2" fmla="*/ 3350 h 6345"/>
                  <a:gd name="connsiteX3" fmla="*/ 5629 w 6343"/>
                  <a:gd name="connsiteY3" fmla="*/ 1107 h 6345"/>
                  <a:gd name="connsiteX4" fmla="*/ 3386 w 6343"/>
                  <a:gd name="connsiteY4" fmla="*/ 177 h 6345"/>
                  <a:gd name="connsiteX5" fmla="*/ 1143 w 6343"/>
                  <a:gd name="connsiteY5" fmla="*/ 1107 h 6345"/>
                  <a:gd name="connsiteX6" fmla="*/ 214 w 6343"/>
                  <a:gd name="connsiteY6" fmla="*/ 3350 h 6345"/>
                  <a:gd name="connsiteX7" fmla="*/ 1143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9"/>
                      <a:pt x="5629" y="5594"/>
                    </a:cubicBezTo>
                    <a:cubicBezTo>
                      <a:pt x="6223" y="4999"/>
                      <a:pt x="6558" y="4192"/>
                      <a:pt x="6558" y="3350"/>
                    </a:cubicBezTo>
                    <a:cubicBezTo>
                      <a:pt x="6558" y="2509"/>
                      <a:pt x="6223" y="1702"/>
                      <a:pt x="5629" y="1107"/>
                    </a:cubicBezTo>
                    <a:cubicBezTo>
                      <a:pt x="5034" y="512"/>
                      <a:pt x="4227" y="177"/>
                      <a:pt x="3386" y="177"/>
                    </a:cubicBezTo>
                    <a:cubicBezTo>
                      <a:pt x="2545" y="177"/>
                      <a:pt x="1738" y="512"/>
                      <a:pt x="1143" y="1107"/>
                    </a:cubicBezTo>
                    <a:cubicBezTo>
                      <a:pt x="549" y="1702"/>
                      <a:pt x="214" y="2509"/>
                      <a:pt x="214" y="3350"/>
                    </a:cubicBezTo>
                    <a:cubicBezTo>
                      <a:pt x="214" y="4192"/>
                      <a:pt x="549" y="4999"/>
                      <a:pt x="1143" y="5594"/>
                    </a:cubicBezTo>
                    <a:cubicBezTo>
                      <a:pt x="1738" y="6189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09" name="Freeform: Shape 4608">
                <a:extLst>
                  <a:ext uri="{FF2B5EF4-FFF2-40B4-BE49-F238E27FC236}">
                    <a16:creationId xmlns:a16="http://schemas.microsoft.com/office/drawing/2014/main" id="{0661D820-838F-D9A7-C29B-5C212489C1B4}"/>
                  </a:ext>
                </a:extLst>
              </p:cNvPr>
              <p:cNvSpPr/>
              <p:nvPr/>
            </p:nvSpPr>
            <p:spPr>
              <a:xfrm>
                <a:off x="3568630" y="5730037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8 w 6343"/>
                  <a:gd name="connsiteY1" fmla="*/ 5593 h 6345"/>
                  <a:gd name="connsiteX2" fmla="*/ 6557 w 6343"/>
                  <a:gd name="connsiteY2" fmla="*/ 3350 h 6345"/>
                  <a:gd name="connsiteX3" fmla="*/ 5628 w 6343"/>
                  <a:gd name="connsiteY3" fmla="*/ 1107 h 6345"/>
                  <a:gd name="connsiteX4" fmla="*/ 3386 w 6343"/>
                  <a:gd name="connsiteY4" fmla="*/ 177 h 6345"/>
                  <a:gd name="connsiteX5" fmla="*/ 1143 w 6343"/>
                  <a:gd name="connsiteY5" fmla="*/ 1107 h 6345"/>
                  <a:gd name="connsiteX6" fmla="*/ 214 w 6343"/>
                  <a:gd name="connsiteY6" fmla="*/ 3350 h 6345"/>
                  <a:gd name="connsiteX7" fmla="*/ 1143 w 6343"/>
                  <a:gd name="connsiteY7" fmla="*/ 5593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8"/>
                      <a:pt x="5628" y="5593"/>
                    </a:cubicBezTo>
                    <a:cubicBezTo>
                      <a:pt x="6223" y="4999"/>
                      <a:pt x="6557" y="4191"/>
                      <a:pt x="6557" y="3350"/>
                    </a:cubicBezTo>
                    <a:cubicBezTo>
                      <a:pt x="6557" y="2509"/>
                      <a:pt x="6223" y="1702"/>
                      <a:pt x="5628" y="1107"/>
                    </a:cubicBezTo>
                    <a:cubicBezTo>
                      <a:pt x="5034" y="512"/>
                      <a:pt x="4227" y="177"/>
                      <a:pt x="3386" y="177"/>
                    </a:cubicBezTo>
                    <a:cubicBezTo>
                      <a:pt x="2545" y="177"/>
                      <a:pt x="1738" y="512"/>
                      <a:pt x="1143" y="1107"/>
                    </a:cubicBezTo>
                    <a:cubicBezTo>
                      <a:pt x="548" y="1702"/>
                      <a:pt x="214" y="2509"/>
                      <a:pt x="214" y="3350"/>
                    </a:cubicBezTo>
                    <a:cubicBezTo>
                      <a:pt x="214" y="4191"/>
                      <a:pt x="548" y="4999"/>
                      <a:pt x="1143" y="5593"/>
                    </a:cubicBezTo>
                    <a:cubicBezTo>
                      <a:pt x="1738" y="6188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10" name="Freeform: Shape 4609">
                <a:extLst>
                  <a:ext uri="{FF2B5EF4-FFF2-40B4-BE49-F238E27FC236}">
                    <a16:creationId xmlns:a16="http://schemas.microsoft.com/office/drawing/2014/main" id="{B5913A83-05B1-A6F9-059B-13DB44E93CF1}"/>
                  </a:ext>
                </a:extLst>
              </p:cNvPr>
              <p:cNvSpPr/>
              <p:nvPr/>
            </p:nvSpPr>
            <p:spPr>
              <a:xfrm>
                <a:off x="3568576" y="5728166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8 w 6343"/>
                  <a:gd name="connsiteY1" fmla="*/ 5593 h 6345"/>
                  <a:gd name="connsiteX2" fmla="*/ 6557 w 6343"/>
                  <a:gd name="connsiteY2" fmla="*/ 3350 h 6345"/>
                  <a:gd name="connsiteX3" fmla="*/ 5628 w 6343"/>
                  <a:gd name="connsiteY3" fmla="*/ 1106 h 6345"/>
                  <a:gd name="connsiteX4" fmla="*/ 3386 w 6343"/>
                  <a:gd name="connsiteY4" fmla="*/ 177 h 6345"/>
                  <a:gd name="connsiteX5" fmla="*/ 1143 w 6343"/>
                  <a:gd name="connsiteY5" fmla="*/ 1106 h 6345"/>
                  <a:gd name="connsiteX6" fmla="*/ 214 w 6343"/>
                  <a:gd name="connsiteY6" fmla="*/ 3350 h 6345"/>
                  <a:gd name="connsiteX7" fmla="*/ 1143 w 6343"/>
                  <a:gd name="connsiteY7" fmla="*/ 5593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8"/>
                      <a:pt x="5628" y="5593"/>
                    </a:cubicBezTo>
                    <a:cubicBezTo>
                      <a:pt x="6223" y="4998"/>
                      <a:pt x="6557" y="4191"/>
                      <a:pt x="6557" y="3350"/>
                    </a:cubicBezTo>
                    <a:cubicBezTo>
                      <a:pt x="6557" y="2508"/>
                      <a:pt x="6223" y="1701"/>
                      <a:pt x="5628" y="1106"/>
                    </a:cubicBezTo>
                    <a:cubicBezTo>
                      <a:pt x="5034" y="511"/>
                      <a:pt x="4227" y="177"/>
                      <a:pt x="3386" y="177"/>
                    </a:cubicBezTo>
                    <a:cubicBezTo>
                      <a:pt x="2545" y="177"/>
                      <a:pt x="1738" y="511"/>
                      <a:pt x="1143" y="1106"/>
                    </a:cubicBezTo>
                    <a:cubicBezTo>
                      <a:pt x="548" y="1701"/>
                      <a:pt x="214" y="2508"/>
                      <a:pt x="214" y="3350"/>
                    </a:cubicBezTo>
                    <a:cubicBezTo>
                      <a:pt x="214" y="4191"/>
                      <a:pt x="548" y="4998"/>
                      <a:pt x="1143" y="5593"/>
                    </a:cubicBezTo>
                    <a:cubicBezTo>
                      <a:pt x="1738" y="6188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11" name="Freeform: Shape 4610">
                <a:extLst>
                  <a:ext uri="{FF2B5EF4-FFF2-40B4-BE49-F238E27FC236}">
                    <a16:creationId xmlns:a16="http://schemas.microsoft.com/office/drawing/2014/main" id="{2F59D5E5-1A84-C400-31D5-898B7F1BE804}"/>
                  </a:ext>
                </a:extLst>
              </p:cNvPr>
              <p:cNvSpPr/>
              <p:nvPr/>
            </p:nvSpPr>
            <p:spPr>
              <a:xfrm>
                <a:off x="3563516" y="5724238"/>
                <a:ext cx="6343" cy="6345"/>
              </a:xfrm>
              <a:custGeom>
                <a:avLst/>
                <a:gdLst>
                  <a:gd name="connsiteX0" fmla="*/ 3385 w 6343"/>
                  <a:gd name="connsiteY0" fmla="*/ 6522 h 6345"/>
                  <a:gd name="connsiteX1" fmla="*/ 5628 w 6343"/>
                  <a:gd name="connsiteY1" fmla="*/ 5593 h 6345"/>
                  <a:gd name="connsiteX2" fmla="*/ 6557 w 6343"/>
                  <a:gd name="connsiteY2" fmla="*/ 3350 h 6345"/>
                  <a:gd name="connsiteX3" fmla="*/ 5628 w 6343"/>
                  <a:gd name="connsiteY3" fmla="*/ 1106 h 6345"/>
                  <a:gd name="connsiteX4" fmla="*/ 3385 w 6343"/>
                  <a:gd name="connsiteY4" fmla="*/ 177 h 6345"/>
                  <a:gd name="connsiteX5" fmla="*/ 1143 w 6343"/>
                  <a:gd name="connsiteY5" fmla="*/ 1106 h 6345"/>
                  <a:gd name="connsiteX6" fmla="*/ 214 w 6343"/>
                  <a:gd name="connsiteY6" fmla="*/ 3350 h 6345"/>
                  <a:gd name="connsiteX7" fmla="*/ 1143 w 6343"/>
                  <a:gd name="connsiteY7" fmla="*/ 5593 h 6345"/>
                  <a:gd name="connsiteX8" fmla="*/ 3385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2"/>
                    </a:moveTo>
                    <a:cubicBezTo>
                      <a:pt x="4226" y="6522"/>
                      <a:pt x="5033" y="6188"/>
                      <a:pt x="5628" y="5593"/>
                    </a:cubicBezTo>
                    <a:cubicBezTo>
                      <a:pt x="6223" y="4998"/>
                      <a:pt x="6557" y="4191"/>
                      <a:pt x="6557" y="3350"/>
                    </a:cubicBezTo>
                    <a:cubicBezTo>
                      <a:pt x="6557" y="2508"/>
                      <a:pt x="6223" y="1701"/>
                      <a:pt x="5628" y="1106"/>
                    </a:cubicBezTo>
                    <a:cubicBezTo>
                      <a:pt x="5033" y="511"/>
                      <a:pt x="4226" y="177"/>
                      <a:pt x="3385" y="177"/>
                    </a:cubicBezTo>
                    <a:cubicBezTo>
                      <a:pt x="2544" y="177"/>
                      <a:pt x="1737" y="511"/>
                      <a:pt x="1143" y="1106"/>
                    </a:cubicBezTo>
                    <a:cubicBezTo>
                      <a:pt x="548" y="1701"/>
                      <a:pt x="214" y="2508"/>
                      <a:pt x="214" y="3350"/>
                    </a:cubicBezTo>
                    <a:cubicBezTo>
                      <a:pt x="214" y="4191"/>
                      <a:pt x="548" y="4998"/>
                      <a:pt x="1143" y="5593"/>
                    </a:cubicBezTo>
                    <a:cubicBezTo>
                      <a:pt x="1737" y="6188"/>
                      <a:pt x="2544" y="6522"/>
                      <a:pt x="3385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12" name="Freeform: Shape 4611">
                <a:extLst>
                  <a:ext uri="{FF2B5EF4-FFF2-40B4-BE49-F238E27FC236}">
                    <a16:creationId xmlns:a16="http://schemas.microsoft.com/office/drawing/2014/main" id="{4DAA3F52-0164-357A-A382-7784A556F0B8}"/>
                  </a:ext>
                </a:extLst>
              </p:cNvPr>
              <p:cNvSpPr/>
              <p:nvPr/>
            </p:nvSpPr>
            <p:spPr>
              <a:xfrm>
                <a:off x="3563356" y="5722328"/>
                <a:ext cx="6343" cy="6345"/>
              </a:xfrm>
              <a:custGeom>
                <a:avLst/>
                <a:gdLst>
                  <a:gd name="connsiteX0" fmla="*/ 3385 w 6343"/>
                  <a:gd name="connsiteY0" fmla="*/ 6522 h 6345"/>
                  <a:gd name="connsiteX1" fmla="*/ 5628 w 6343"/>
                  <a:gd name="connsiteY1" fmla="*/ 5593 h 6345"/>
                  <a:gd name="connsiteX2" fmla="*/ 6557 w 6343"/>
                  <a:gd name="connsiteY2" fmla="*/ 3349 h 6345"/>
                  <a:gd name="connsiteX3" fmla="*/ 5628 w 6343"/>
                  <a:gd name="connsiteY3" fmla="*/ 1106 h 6345"/>
                  <a:gd name="connsiteX4" fmla="*/ 3385 w 6343"/>
                  <a:gd name="connsiteY4" fmla="*/ 177 h 6345"/>
                  <a:gd name="connsiteX5" fmla="*/ 1143 w 6343"/>
                  <a:gd name="connsiteY5" fmla="*/ 1106 h 6345"/>
                  <a:gd name="connsiteX6" fmla="*/ 214 w 6343"/>
                  <a:gd name="connsiteY6" fmla="*/ 3349 h 6345"/>
                  <a:gd name="connsiteX7" fmla="*/ 1143 w 6343"/>
                  <a:gd name="connsiteY7" fmla="*/ 5593 h 6345"/>
                  <a:gd name="connsiteX8" fmla="*/ 3385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2"/>
                    </a:moveTo>
                    <a:cubicBezTo>
                      <a:pt x="4226" y="6522"/>
                      <a:pt x="5033" y="6188"/>
                      <a:pt x="5628" y="5593"/>
                    </a:cubicBezTo>
                    <a:cubicBezTo>
                      <a:pt x="6223" y="4998"/>
                      <a:pt x="6557" y="4191"/>
                      <a:pt x="6557" y="3349"/>
                    </a:cubicBezTo>
                    <a:cubicBezTo>
                      <a:pt x="6557" y="2508"/>
                      <a:pt x="6223" y="1701"/>
                      <a:pt x="5628" y="1106"/>
                    </a:cubicBezTo>
                    <a:cubicBezTo>
                      <a:pt x="5033" y="511"/>
                      <a:pt x="4226" y="177"/>
                      <a:pt x="3385" y="177"/>
                    </a:cubicBezTo>
                    <a:cubicBezTo>
                      <a:pt x="2544" y="177"/>
                      <a:pt x="1737" y="511"/>
                      <a:pt x="1143" y="1106"/>
                    </a:cubicBezTo>
                    <a:cubicBezTo>
                      <a:pt x="548" y="1701"/>
                      <a:pt x="214" y="2508"/>
                      <a:pt x="214" y="3349"/>
                    </a:cubicBezTo>
                    <a:cubicBezTo>
                      <a:pt x="214" y="4191"/>
                      <a:pt x="548" y="4998"/>
                      <a:pt x="1143" y="5593"/>
                    </a:cubicBezTo>
                    <a:cubicBezTo>
                      <a:pt x="1737" y="6188"/>
                      <a:pt x="2544" y="6522"/>
                      <a:pt x="3385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13" name="Freeform: Shape 4612">
                <a:extLst>
                  <a:ext uri="{FF2B5EF4-FFF2-40B4-BE49-F238E27FC236}">
                    <a16:creationId xmlns:a16="http://schemas.microsoft.com/office/drawing/2014/main" id="{5ADA4285-8973-2A9F-1247-3565790D8C90}"/>
                  </a:ext>
                </a:extLst>
              </p:cNvPr>
              <p:cNvSpPr/>
              <p:nvPr/>
            </p:nvSpPr>
            <p:spPr>
              <a:xfrm>
                <a:off x="3563444" y="5720427"/>
                <a:ext cx="6343" cy="6345"/>
              </a:xfrm>
              <a:custGeom>
                <a:avLst/>
                <a:gdLst>
                  <a:gd name="connsiteX0" fmla="*/ 3385 w 6343"/>
                  <a:gd name="connsiteY0" fmla="*/ 6522 h 6345"/>
                  <a:gd name="connsiteX1" fmla="*/ 5628 w 6343"/>
                  <a:gd name="connsiteY1" fmla="*/ 5593 h 6345"/>
                  <a:gd name="connsiteX2" fmla="*/ 6557 w 6343"/>
                  <a:gd name="connsiteY2" fmla="*/ 3349 h 6345"/>
                  <a:gd name="connsiteX3" fmla="*/ 5628 w 6343"/>
                  <a:gd name="connsiteY3" fmla="*/ 1106 h 6345"/>
                  <a:gd name="connsiteX4" fmla="*/ 3385 w 6343"/>
                  <a:gd name="connsiteY4" fmla="*/ 177 h 6345"/>
                  <a:gd name="connsiteX5" fmla="*/ 1143 w 6343"/>
                  <a:gd name="connsiteY5" fmla="*/ 1106 h 6345"/>
                  <a:gd name="connsiteX6" fmla="*/ 214 w 6343"/>
                  <a:gd name="connsiteY6" fmla="*/ 3349 h 6345"/>
                  <a:gd name="connsiteX7" fmla="*/ 1143 w 6343"/>
                  <a:gd name="connsiteY7" fmla="*/ 5593 h 6345"/>
                  <a:gd name="connsiteX8" fmla="*/ 3385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2"/>
                    </a:moveTo>
                    <a:cubicBezTo>
                      <a:pt x="4226" y="6522"/>
                      <a:pt x="5033" y="6188"/>
                      <a:pt x="5628" y="5593"/>
                    </a:cubicBezTo>
                    <a:cubicBezTo>
                      <a:pt x="6223" y="4998"/>
                      <a:pt x="6557" y="4191"/>
                      <a:pt x="6557" y="3349"/>
                    </a:cubicBezTo>
                    <a:cubicBezTo>
                      <a:pt x="6557" y="2508"/>
                      <a:pt x="6223" y="1701"/>
                      <a:pt x="5628" y="1106"/>
                    </a:cubicBezTo>
                    <a:cubicBezTo>
                      <a:pt x="5033" y="511"/>
                      <a:pt x="4226" y="177"/>
                      <a:pt x="3385" y="177"/>
                    </a:cubicBezTo>
                    <a:cubicBezTo>
                      <a:pt x="2544" y="177"/>
                      <a:pt x="1737" y="511"/>
                      <a:pt x="1143" y="1106"/>
                    </a:cubicBezTo>
                    <a:cubicBezTo>
                      <a:pt x="548" y="1701"/>
                      <a:pt x="214" y="2508"/>
                      <a:pt x="214" y="3349"/>
                    </a:cubicBezTo>
                    <a:cubicBezTo>
                      <a:pt x="214" y="4191"/>
                      <a:pt x="548" y="4998"/>
                      <a:pt x="1143" y="5593"/>
                    </a:cubicBezTo>
                    <a:cubicBezTo>
                      <a:pt x="1737" y="6188"/>
                      <a:pt x="2544" y="6522"/>
                      <a:pt x="3385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14" name="Freeform: Shape 4613">
                <a:extLst>
                  <a:ext uri="{FF2B5EF4-FFF2-40B4-BE49-F238E27FC236}">
                    <a16:creationId xmlns:a16="http://schemas.microsoft.com/office/drawing/2014/main" id="{D54D5207-167D-CB20-0631-CDDB548853E6}"/>
                  </a:ext>
                </a:extLst>
              </p:cNvPr>
              <p:cNvSpPr/>
              <p:nvPr/>
            </p:nvSpPr>
            <p:spPr>
              <a:xfrm>
                <a:off x="3563731" y="5718537"/>
                <a:ext cx="6343" cy="6345"/>
              </a:xfrm>
              <a:custGeom>
                <a:avLst/>
                <a:gdLst>
                  <a:gd name="connsiteX0" fmla="*/ 3385 w 6343"/>
                  <a:gd name="connsiteY0" fmla="*/ 6522 h 6345"/>
                  <a:gd name="connsiteX1" fmla="*/ 5628 w 6343"/>
                  <a:gd name="connsiteY1" fmla="*/ 5593 h 6345"/>
                  <a:gd name="connsiteX2" fmla="*/ 6557 w 6343"/>
                  <a:gd name="connsiteY2" fmla="*/ 3349 h 6345"/>
                  <a:gd name="connsiteX3" fmla="*/ 5628 w 6343"/>
                  <a:gd name="connsiteY3" fmla="*/ 1106 h 6345"/>
                  <a:gd name="connsiteX4" fmla="*/ 3385 w 6343"/>
                  <a:gd name="connsiteY4" fmla="*/ 176 h 6345"/>
                  <a:gd name="connsiteX5" fmla="*/ 1143 w 6343"/>
                  <a:gd name="connsiteY5" fmla="*/ 1106 h 6345"/>
                  <a:gd name="connsiteX6" fmla="*/ 214 w 6343"/>
                  <a:gd name="connsiteY6" fmla="*/ 3349 h 6345"/>
                  <a:gd name="connsiteX7" fmla="*/ 1143 w 6343"/>
                  <a:gd name="connsiteY7" fmla="*/ 5593 h 6345"/>
                  <a:gd name="connsiteX8" fmla="*/ 3385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2"/>
                    </a:moveTo>
                    <a:cubicBezTo>
                      <a:pt x="4226" y="6522"/>
                      <a:pt x="5033" y="6188"/>
                      <a:pt x="5628" y="5593"/>
                    </a:cubicBezTo>
                    <a:cubicBezTo>
                      <a:pt x="6223" y="4998"/>
                      <a:pt x="6557" y="4191"/>
                      <a:pt x="6557" y="3349"/>
                    </a:cubicBezTo>
                    <a:cubicBezTo>
                      <a:pt x="6557" y="2508"/>
                      <a:pt x="6223" y="1701"/>
                      <a:pt x="5628" y="1106"/>
                    </a:cubicBezTo>
                    <a:cubicBezTo>
                      <a:pt x="5033" y="511"/>
                      <a:pt x="4226" y="176"/>
                      <a:pt x="3385" y="176"/>
                    </a:cubicBezTo>
                    <a:cubicBezTo>
                      <a:pt x="2544" y="176"/>
                      <a:pt x="1737" y="511"/>
                      <a:pt x="1143" y="1106"/>
                    </a:cubicBezTo>
                    <a:cubicBezTo>
                      <a:pt x="548" y="1701"/>
                      <a:pt x="214" y="2508"/>
                      <a:pt x="214" y="3349"/>
                    </a:cubicBezTo>
                    <a:cubicBezTo>
                      <a:pt x="214" y="4191"/>
                      <a:pt x="548" y="4998"/>
                      <a:pt x="1143" y="5593"/>
                    </a:cubicBezTo>
                    <a:cubicBezTo>
                      <a:pt x="1737" y="6188"/>
                      <a:pt x="2544" y="6522"/>
                      <a:pt x="3385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15" name="Freeform: Shape 4614">
                <a:extLst>
                  <a:ext uri="{FF2B5EF4-FFF2-40B4-BE49-F238E27FC236}">
                    <a16:creationId xmlns:a16="http://schemas.microsoft.com/office/drawing/2014/main" id="{A85B93DF-0644-1853-1C41-341A61B8F0B8}"/>
                  </a:ext>
                </a:extLst>
              </p:cNvPr>
              <p:cNvSpPr/>
              <p:nvPr/>
            </p:nvSpPr>
            <p:spPr>
              <a:xfrm>
                <a:off x="3565109" y="5716717"/>
                <a:ext cx="6343" cy="6345"/>
              </a:xfrm>
              <a:custGeom>
                <a:avLst/>
                <a:gdLst>
                  <a:gd name="connsiteX0" fmla="*/ 3385 w 6343"/>
                  <a:gd name="connsiteY0" fmla="*/ 6522 h 6345"/>
                  <a:gd name="connsiteX1" fmla="*/ 5628 w 6343"/>
                  <a:gd name="connsiteY1" fmla="*/ 5592 h 6345"/>
                  <a:gd name="connsiteX2" fmla="*/ 6557 w 6343"/>
                  <a:gd name="connsiteY2" fmla="*/ 3349 h 6345"/>
                  <a:gd name="connsiteX3" fmla="*/ 5628 w 6343"/>
                  <a:gd name="connsiteY3" fmla="*/ 1106 h 6345"/>
                  <a:gd name="connsiteX4" fmla="*/ 3385 w 6343"/>
                  <a:gd name="connsiteY4" fmla="*/ 176 h 6345"/>
                  <a:gd name="connsiteX5" fmla="*/ 1143 w 6343"/>
                  <a:gd name="connsiteY5" fmla="*/ 1106 h 6345"/>
                  <a:gd name="connsiteX6" fmla="*/ 214 w 6343"/>
                  <a:gd name="connsiteY6" fmla="*/ 3349 h 6345"/>
                  <a:gd name="connsiteX7" fmla="*/ 1143 w 6343"/>
                  <a:gd name="connsiteY7" fmla="*/ 5592 h 6345"/>
                  <a:gd name="connsiteX8" fmla="*/ 3385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2"/>
                    </a:moveTo>
                    <a:cubicBezTo>
                      <a:pt x="4227" y="6522"/>
                      <a:pt x="5033" y="6187"/>
                      <a:pt x="5628" y="5592"/>
                    </a:cubicBezTo>
                    <a:cubicBezTo>
                      <a:pt x="6223" y="4997"/>
                      <a:pt x="6557" y="4190"/>
                      <a:pt x="6557" y="3349"/>
                    </a:cubicBezTo>
                    <a:cubicBezTo>
                      <a:pt x="6557" y="2508"/>
                      <a:pt x="6223" y="1701"/>
                      <a:pt x="5628" y="1106"/>
                    </a:cubicBezTo>
                    <a:cubicBezTo>
                      <a:pt x="5033" y="511"/>
                      <a:pt x="4227" y="176"/>
                      <a:pt x="3385" y="176"/>
                    </a:cubicBezTo>
                    <a:cubicBezTo>
                      <a:pt x="2544" y="176"/>
                      <a:pt x="1738" y="511"/>
                      <a:pt x="1143" y="1106"/>
                    </a:cubicBezTo>
                    <a:cubicBezTo>
                      <a:pt x="548" y="1701"/>
                      <a:pt x="214" y="2508"/>
                      <a:pt x="214" y="3349"/>
                    </a:cubicBezTo>
                    <a:cubicBezTo>
                      <a:pt x="214" y="4190"/>
                      <a:pt x="548" y="4997"/>
                      <a:pt x="1143" y="5592"/>
                    </a:cubicBezTo>
                    <a:cubicBezTo>
                      <a:pt x="1738" y="6187"/>
                      <a:pt x="2544" y="6522"/>
                      <a:pt x="3385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16" name="Freeform: Shape 4615">
                <a:extLst>
                  <a:ext uri="{FF2B5EF4-FFF2-40B4-BE49-F238E27FC236}">
                    <a16:creationId xmlns:a16="http://schemas.microsoft.com/office/drawing/2014/main" id="{1A139652-BF34-AF84-4928-F7D63D5E7817}"/>
                  </a:ext>
                </a:extLst>
              </p:cNvPr>
              <p:cNvSpPr/>
              <p:nvPr/>
            </p:nvSpPr>
            <p:spPr>
              <a:xfrm>
                <a:off x="3569692" y="5715128"/>
                <a:ext cx="6343" cy="6345"/>
              </a:xfrm>
              <a:custGeom>
                <a:avLst/>
                <a:gdLst>
                  <a:gd name="connsiteX0" fmla="*/ 3386 w 6343"/>
                  <a:gd name="connsiteY0" fmla="*/ 6522 h 6345"/>
                  <a:gd name="connsiteX1" fmla="*/ 5628 w 6343"/>
                  <a:gd name="connsiteY1" fmla="*/ 5592 h 6345"/>
                  <a:gd name="connsiteX2" fmla="*/ 6557 w 6343"/>
                  <a:gd name="connsiteY2" fmla="*/ 3349 h 6345"/>
                  <a:gd name="connsiteX3" fmla="*/ 5628 w 6343"/>
                  <a:gd name="connsiteY3" fmla="*/ 1105 h 6345"/>
                  <a:gd name="connsiteX4" fmla="*/ 3386 w 6343"/>
                  <a:gd name="connsiteY4" fmla="*/ 176 h 6345"/>
                  <a:gd name="connsiteX5" fmla="*/ 1143 w 6343"/>
                  <a:gd name="connsiteY5" fmla="*/ 1105 h 6345"/>
                  <a:gd name="connsiteX6" fmla="*/ 214 w 6343"/>
                  <a:gd name="connsiteY6" fmla="*/ 3349 h 6345"/>
                  <a:gd name="connsiteX7" fmla="*/ 1143 w 6343"/>
                  <a:gd name="connsiteY7" fmla="*/ 5592 h 6345"/>
                  <a:gd name="connsiteX8" fmla="*/ 3386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2"/>
                    </a:moveTo>
                    <a:cubicBezTo>
                      <a:pt x="4227" y="6522"/>
                      <a:pt x="5034" y="6187"/>
                      <a:pt x="5628" y="5592"/>
                    </a:cubicBezTo>
                    <a:cubicBezTo>
                      <a:pt x="6223" y="4997"/>
                      <a:pt x="6557" y="4190"/>
                      <a:pt x="6557" y="3349"/>
                    </a:cubicBezTo>
                    <a:cubicBezTo>
                      <a:pt x="6557" y="2507"/>
                      <a:pt x="6223" y="1700"/>
                      <a:pt x="5628" y="1105"/>
                    </a:cubicBezTo>
                    <a:cubicBezTo>
                      <a:pt x="5034" y="510"/>
                      <a:pt x="4227" y="176"/>
                      <a:pt x="3386" y="176"/>
                    </a:cubicBezTo>
                    <a:cubicBezTo>
                      <a:pt x="2545" y="176"/>
                      <a:pt x="1738" y="510"/>
                      <a:pt x="1143" y="1105"/>
                    </a:cubicBezTo>
                    <a:cubicBezTo>
                      <a:pt x="548" y="1700"/>
                      <a:pt x="214" y="2507"/>
                      <a:pt x="214" y="3349"/>
                    </a:cubicBezTo>
                    <a:cubicBezTo>
                      <a:pt x="214" y="4190"/>
                      <a:pt x="548" y="4997"/>
                      <a:pt x="1143" y="5592"/>
                    </a:cubicBezTo>
                    <a:cubicBezTo>
                      <a:pt x="1738" y="6187"/>
                      <a:pt x="2545" y="6522"/>
                      <a:pt x="3386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17" name="Freeform: Shape 4616">
                <a:extLst>
                  <a:ext uri="{FF2B5EF4-FFF2-40B4-BE49-F238E27FC236}">
                    <a16:creationId xmlns:a16="http://schemas.microsoft.com/office/drawing/2014/main" id="{AC647CF1-C9AD-EBD1-CED9-02A097477554}"/>
                  </a:ext>
                </a:extLst>
              </p:cNvPr>
              <p:cNvSpPr/>
              <p:nvPr/>
            </p:nvSpPr>
            <p:spPr>
              <a:xfrm>
                <a:off x="3577240" y="5713814"/>
                <a:ext cx="6343" cy="6345"/>
              </a:xfrm>
              <a:custGeom>
                <a:avLst/>
                <a:gdLst>
                  <a:gd name="connsiteX0" fmla="*/ 3386 w 6343"/>
                  <a:gd name="connsiteY0" fmla="*/ 6521 h 6345"/>
                  <a:gd name="connsiteX1" fmla="*/ 5629 w 6343"/>
                  <a:gd name="connsiteY1" fmla="*/ 5592 h 6345"/>
                  <a:gd name="connsiteX2" fmla="*/ 6558 w 6343"/>
                  <a:gd name="connsiteY2" fmla="*/ 3349 h 6345"/>
                  <a:gd name="connsiteX3" fmla="*/ 5629 w 6343"/>
                  <a:gd name="connsiteY3" fmla="*/ 1105 h 6345"/>
                  <a:gd name="connsiteX4" fmla="*/ 3386 w 6343"/>
                  <a:gd name="connsiteY4" fmla="*/ 176 h 6345"/>
                  <a:gd name="connsiteX5" fmla="*/ 1144 w 6343"/>
                  <a:gd name="connsiteY5" fmla="*/ 1105 h 6345"/>
                  <a:gd name="connsiteX6" fmla="*/ 215 w 6343"/>
                  <a:gd name="connsiteY6" fmla="*/ 3349 h 6345"/>
                  <a:gd name="connsiteX7" fmla="*/ 1144 w 6343"/>
                  <a:gd name="connsiteY7" fmla="*/ 5592 h 6345"/>
                  <a:gd name="connsiteX8" fmla="*/ 3386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1"/>
                    </a:moveTo>
                    <a:cubicBezTo>
                      <a:pt x="4227" y="6521"/>
                      <a:pt x="5034" y="6187"/>
                      <a:pt x="5629" y="5592"/>
                    </a:cubicBezTo>
                    <a:cubicBezTo>
                      <a:pt x="6224" y="4997"/>
                      <a:pt x="6558" y="4190"/>
                      <a:pt x="6558" y="3349"/>
                    </a:cubicBezTo>
                    <a:cubicBezTo>
                      <a:pt x="6558" y="2507"/>
                      <a:pt x="6224" y="1700"/>
                      <a:pt x="5629" y="1105"/>
                    </a:cubicBezTo>
                    <a:cubicBezTo>
                      <a:pt x="5034" y="510"/>
                      <a:pt x="4227" y="176"/>
                      <a:pt x="3386" y="176"/>
                    </a:cubicBezTo>
                    <a:cubicBezTo>
                      <a:pt x="2545" y="176"/>
                      <a:pt x="1738" y="510"/>
                      <a:pt x="1144" y="1105"/>
                    </a:cubicBezTo>
                    <a:cubicBezTo>
                      <a:pt x="549" y="1700"/>
                      <a:pt x="215" y="2507"/>
                      <a:pt x="215" y="3349"/>
                    </a:cubicBezTo>
                    <a:cubicBezTo>
                      <a:pt x="215" y="4190"/>
                      <a:pt x="549" y="4997"/>
                      <a:pt x="1144" y="5592"/>
                    </a:cubicBezTo>
                    <a:cubicBezTo>
                      <a:pt x="1738" y="6187"/>
                      <a:pt x="2545" y="6521"/>
                      <a:pt x="3386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18" name="Freeform: Shape 4617">
                <a:extLst>
                  <a:ext uri="{FF2B5EF4-FFF2-40B4-BE49-F238E27FC236}">
                    <a16:creationId xmlns:a16="http://schemas.microsoft.com/office/drawing/2014/main" id="{54501873-BE12-AFDE-F148-CBFD03DFD782}"/>
                  </a:ext>
                </a:extLst>
              </p:cNvPr>
              <p:cNvSpPr/>
              <p:nvPr/>
            </p:nvSpPr>
            <p:spPr>
              <a:xfrm>
                <a:off x="3578224" y="5712066"/>
                <a:ext cx="6343" cy="6345"/>
              </a:xfrm>
              <a:custGeom>
                <a:avLst/>
                <a:gdLst>
                  <a:gd name="connsiteX0" fmla="*/ 3386 w 6343"/>
                  <a:gd name="connsiteY0" fmla="*/ 6521 h 6345"/>
                  <a:gd name="connsiteX1" fmla="*/ 5629 w 6343"/>
                  <a:gd name="connsiteY1" fmla="*/ 5592 h 6345"/>
                  <a:gd name="connsiteX2" fmla="*/ 6558 w 6343"/>
                  <a:gd name="connsiteY2" fmla="*/ 3349 h 6345"/>
                  <a:gd name="connsiteX3" fmla="*/ 5629 w 6343"/>
                  <a:gd name="connsiteY3" fmla="*/ 1105 h 6345"/>
                  <a:gd name="connsiteX4" fmla="*/ 3386 w 6343"/>
                  <a:gd name="connsiteY4" fmla="*/ 176 h 6345"/>
                  <a:gd name="connsiteX5" fmla="*/ 1144 w 6343"/>
                  <a:gd name="connsiteY5" fmla="*/ 1105 h 6345"/>
                  <a:gd name="connsiteX6" fmla="*/ 215 w 6343"/>
                  <a:gd name="connsiteY6" fmla="*/ 3349 h 6345"/>
                  <a:gd name="connsiteX7" fmla="*/ 1144 w 6343"/>
                  <a:gd name="connsiteY7" fmla="*/ 5592 h 6345"/>
                  <a:gd name="connsiteX8" fmla="*/ 3386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1"/>
                    </a:moveTo>
                    <a:cubicBezTo>
                      <a:pt x="4228" y="6521"/>
                      <a:pt x="5034" y="6187"/>
                      <a:pt x="5629" y="5592"/>
                    </a:cubicBezTo>
                    <a:cubicBezTo>
                      <a:pt x="6224" y="4997"/>
                      <a:pt x="6558" y="4190"/>
                      <a:pt x="6558" y="3349"/>
                    </a:cubicBezTo>
                    <a:cubicBezTo>
                      <a:pt x="6558" y="2507"/>
                      <a:pt x="6224" y="1700"/>
                      <a:pt x="5629" y="1105"/>
                    </a:cubicBezTo>
                    <a:cubicBezTo>
                      <a:pt x="5034" y="510"/>
                      <a:pt x="4228" y="176"/>
                      <a:pt x="3386" y="176"/>
                    </a:cubicBezTo>
                    <a:cubicBezTo>
                      <a:pt x="2545" y="176"/>
                      <a:pt x="1739" y="510"/>
                      <a:pt x="1144" y="1105"/>
                    </a:cubicBezTo>
                    <a:cubicBezTo>
                      <a:pt x="549" y="1700"/>
                      <a:pt x="215" y="2507"/>
                      <a:pt x="215" y="3349"/>
                    </a:cubicBezTo>
                    <a:cubicBezTo>
                      <a:pt x="215" y="4190"/>
                      <a:pt x="549" y="4997"/>
                      <a:pt x="1144" y="5592"/>
                    </a:cubicBezTo>
                    <a:cubicBezTo>
                      <a:pt x="1739" y="6187"/>
                      <a:pt x="2545" y="6521"/>
                      <a:pt x="3386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19" name="Freeform: Shape 4618">
                <a:extLst>
                  <a:ext uri="{FF2B5EF4-FFF2-40B4-BE49-F238E27FC236}">
                    <a16:creationId xmlns:a16="http://schemas.microsoft.com/office/drawing/2014/main" id="{7EEF7458-200B-4E38-F3EE-1091BFB0D6B0}"/>
                  </a:ext>
                </a:extLst>
              </p:cNvPr>
              <p:cNvSpPr/>
              <p:nvPr/>
            </p:nvSpPr>
            <p:spPr>
              <a:xfrm>
                <a:off x="3578655" y="5710281"/>
                <a:ext cx="6343" cy="6345"/>
              </a:xfrm>
              <a:custGeom>
                <a:avLst/>
                <a:gdLst>
                  <a:gd name="connsiteX0" fmla="*/ 3386 w 6343"/>
                  <a:gd name="connsiteY0" fmla="*/ 6521 h 6345"/>
                  <a:gd name="connsiteX1" fmla="*/ 5629 w 6343"/>
                  <a:gd name="connsiteY1" fmla="*/ 5592 h 6345"/>
                  <a:gd name="connsiteX2" fmla="*/ 6558 w 6343"/>
                  <a:gd name="connsiteY2" fmla="*/ 3348 h 6345"/>
                  <a:gd name="connsiteX3" fmla="*/ 5629 w 6343"/>
                  <a:gd name="connsiteY3" fmla="*/ 1105 h 6345"/>
                  <a:gd name="connsiteX4" fmla="*/ 3386 w 6343"/>
                  <a:gd name="connsiteY4" fmla="*/ 176 h 6345"/>
                  <a:gd name="connsiteX5" fmla="*/ 1144 w 6343"/>
                  <a:gd name="connsiteY5" fmla="*/ 1105 h 6345"/>
                  <a:gd name="connsiteX6" fmla="*/ 215 w 6343"/>
                  <a:gd name="connsiteY6" fmla="*/ 3348 h 6345"/>
                  <a:gd name="connsiteX7" fmla="*/ 1144 w 6343"/>
                  <a:gd name="connsiteY7" fmla="*/ 5592 h 6345"/>
                  <a:gd name="connsiteX8" fmla="*/ 3386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1"/>
                    </a:moveTo>
                    <a:cubicBezTo>
                      <a:pt x="4228" y="6521"/>
                      <a:pt x="5034" y="6187"/>
                      <a:pt x="5629" y="5592"/>
                    </a:cubicBezTo>
                    <a:cubicBezTo>
                      <a:pt x="6224" y="4997"/>
                      <a:pt x="6558" y="4190"/>
                      <a:pt x="6558" y="3348"/>
                    </a:cubicBezTo>
                    <a:cubicBezTo>
                      <a:pt x="6558" y="2507"/>
                      <a:pt x="6224" y="1700"/>
                      <a:pt x="5629" y="1105"/>
                    </a:cubicBezTo>
                    <a:cubicBezTo>
                      <a:pt x="5034" y="510"/>
                      <a:pt x="4228" y="176"/>
                      <a:pt x="3386" y="176"/>
                    </a:cubicBezTo>
                    <a:cubicBezTo>
                      <a:pt x="2545" y="176"/>
                      <a:pt x="1739" y="510"/>
                      <a:pt x="1144" y="1105"/>
                    </a:cubicBezTo>
                    <a:cubicBezTo>
                      <a:pt x="549" y="1700"/>
                      <a:pt x="215" y="2507"/>
                      <a:pt x="215" y="3348"/>
                    </a:cubicBezTo>
                    <a:cubicBezTo>
                      <a:pt x="215" y="4190"/>
                      <a:pt x="549" y="4997"/>
                      <a:pt x="1144" y="5592"/>
                    </a:cubicBezTo>
                    <a:cubicBezTo>
                      <a:pt x="1739" y="6187"/>
                      <a:pt x="2545" y="6521"/>
                      <a:pt x="3386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20" name="Freeform: Shape 4619">
                <a:extLst>
                  <a:ext uri="{FF2B5EF4-FFF2-40B4-BE49-F238E27FC236}">
                    <a16:creationId xmlns:a16="http://schemas.microsoft.com/office/drawing/2014/main" id="{77EE582F-FA3D-C654-ECEB-79CF53498245}"/>
                  </a:ext>
                </a:extLst>
              </p:cNvPr>
              <p:cNvSpPr/>
              <p:nvPr/>
            </p:nvSpPr>
            <p:spPr>
              <a:xfrm>
                <a:off x="3578347" y="5708431"/>
                <a:ext cx="6343" cy="6345"/>
              </a:xfrm>
              <a:custGeom>
                <a:avLst/>
                <a:gdLst>
                  <a:gd name="connsiteX0" fmla="*/ 3386 w 6343"/>
                  <a:gd name="connsiteY0" fmla="*/ 6521 h 6345"/>
                  <a:gd name="connsiteX1" fmla="*/ 5629 w 6343"/>
                  <a:gd name="connsiteY1" fmla="*/ 5592 h 6345"/>
                  <a:gd name="connsiteX2" fmla="*/ 6558 w 6343"/>
                  <a:gd name="connsiteY2" fmla="*/ 3348 h 6345"/>
                  <a:gd name="connsiteX3" fmla="*/ 5629 w 6343"/>
                  <a:gd name="connsiteY3" fmla="*/ 1105 h 6345"/>
                  <a:gd name="connsiteX4" fmla="*/ 3386 w 6343"/>
                  <a:gd name="connsiteY4" fmla="*/ 176 h 6345"/>
                  <a:gd name="connsiteX5" fmla="*/ 1144 w 6343"/>
                  <a:gd name="connsiteY5" fmla="*/ 1105 h 6345"/>
                  <a:gd name="connsiteX6" fmla="*/ 215 w 6343"/>
                  <a:gd name="connsiteY6" fmla="*/ 3348 h 6345"/>
                  <a:gd name="connsiteX7" fmla="*/ 1144 w 6343"/>
                  <a:gd name="connsiteY7" fmla="*/ 5592 h 6345"/>
                  <a:gd name="connsiteX8" fmla="*/ 3386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1"/>
                    </a:moveTo>
                    <a:cubicBezTo>
                      <a:pt x="4228" y="6521"/>
                      <a:pt x="5034" y="6187"/>
                      <a:pt x="5629" y="5592"/>
                    </a:cubicBezTo>
                    <a:cubicBezTo>
                      <a:pt x="6224" y="4997"/>
                      <a:pt x="6558" y="4190"/>
                      <a:pt x="6558" y="3348"/>
                    </a:cubicBezTo>
                    <a:cubicBezTo>
                      <a:pt x="6558" y="2507"/>
                      <a:pt x="6224" y="1700"/>
                      <a:pt x="5629" y="1105"/>
                    </a:cubicBezTo>
                    <a:cubicBezTo>
                      <a:pt x="5034" y="510"/>
                      <a:pt x="4228" y="176"/>
                      <a:pt x="3386" y="176"/>
                    </a:cubicBezTo>
                    <a:cubicBezTo>
                      <a:pt x="2545" y="176"/>
                      <a:pt x="1739" y="510"/>
                      <a:pt x="1144" y="1105"/>
                    </a:cubicBezTo>
                    <a:cubicBezTo>
                      <a:pt x="549" y="1700"/>
                      <a:pt x="215" y="2507"/>
                      <a:pt x="215" y="3348"/>
                    </a:cubicBezTo>
                    <a:cubicBezTo>
                      <a:pt x="215" y="4190"/>
                      <a:pt x="549" y="4997"/>
                      <a:pt x="1144" y="5592"/>
                    </a:cubicBezTo>
                    <a:cubicBezTo>
                      <a:pt x="1739" y="6187"/>
                      <a:pt x="2545" y="6521"/>
                      <a:pt x="3386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21" name="Freeform: Shape 4620">
                <a:extLst>
                  <a:ext uri="{FF2B5EF4-FFF2-40B4-BE49-F238E27FC236}">
                    <a16:creationId xmlns:a16="http://schemas.microsoft.com/office/drawing/2014/main" id="{E9CC29D6-6E9C-4301-1383-987EE36C2000}"/>
                  </a:ext>
                </a:extLst>
              </p:cNvPr>
              <p:cNvSpPr/>
              <p:nvPr/>
            </p:nvSpPr>
            <p:spPr>
              <a:xfrm>
                <a:off x="3579410" y="5706710"/>
                <a:ext cx="6343" cy="6345"/>
              </a:xfrm>
              <a:custGeom>
                <a:avLst/>
                <a:gdLst>
                  <a:gd name="connsiteX0" fmla="*/ 3387 w 6343"/>
                  <a:gd name="connsiteY0" fmla="*/ 6521 h 6345"/>
                  <a:gd name="connsiteX1" fmla="*/ 5629 w 6343"/>
                  <a:gd name="connsiteY1" fmla="*/ 5592 h 6345"/>
                  <a:gd name="connsiteX2" fmla="*/ 6558 w 6343"/>
                  <a:gd name="connsiteY2" fmla="*/ 3348 h 6345"/>
                  <a:gd name="connsiteX3" fmla="*/ 5629 w 6343"/>
                  <a:gd name="connsiteY3" fmla="*/ 1105 h 6345"/>
                  <a:gd name="connsiteX4" fmla="*/ 3387 w 6343"/>
                  <a:gd name="connsiteY4" fmla="*/ 176 h 6345"/>
                  <a:gd name="connsiteX5" fmla="*/ 1144 w 6343"/>
                  <a:gd name="connsiteY5" fmla="*/ 1105 h 6345"/>
                  <a:gd name="connsiteX6" fmla="*/ 215 w 6343"/>
                  <a:gd name="connsiteY6" fmla="*/ 3348 h 6345"/>
                  <a:gd name="connsiteX7" fmla="*/ 1144 w 6343"/>
                  <a:gd name="connsiteY7" fmla="*/ 5592 h 6345"/>
                  <a:gd name="connsiteX8" fmla="*/ 3387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1"/>
                    </a:moveTo>
                    <a:cubicBezTo>
                      <a:pt x="4228" y="6521"/>
                      <a:pt x="5034" y="6187"/>
                      <a:pt x="5629" y="5592"/>
                    </a:cubicBezTo>
                    <a:cubicBezTo>
                      <a:pt x="6224" y="4997"/>
                      <a:pt x="6558" y="4190"/>
                      <a:pt x="6558" y="3348"/>
                    </a:cubicBezTo>
                    <a:cubicBezTo>
                      <a:pt x="6558" y="2507"/>
                      <a:pt x="6224" y="1700"/>
                      <a:pt x="5629" y="1105"/>
                    </a:cubicBezTo>
                    <a:cubicBezTo>
                      <a:pt x="5034" y="510"/>
                      <a:pt x="4228" y="176"/>
                      <a:pt x="3387" y="176"/>
                    </a:cubicBezTo>
                    <a:cubicBezTo>
                      <a:pt x="2545" y="176"/>
                      <a:pt x="1739" y="510"/>
                      <a:pt x="1144" y="1105"/>
                    </a:cubicBezTo>
                    <a:cubicBezTo>
                      <a:pt x="549" y="1700"/>
                      <a:pt x="215" y="2507"/>
                      <a:pt x="215" y="3348"/>
                    </a:cubicBezTo>
                    <a:cubicBezTo>
                      <a:pt x="215" y="4190"/>
                      <a:pt x="549" y="4997"/>
                      <a:pt x="1144" y="5592"/>
                    </a:cubicBezTo>
                    <a:cubicBezTo>
                      <a:pt x="1739" y="6187"/>
                      <a:pt x="2545" y="6521"/>
                      <a:pt x="3387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22" name="Freeform: Shape 4621">
                <a:extLst>
                  <a:ext uri="{FF2B5EF4-FFF2-40B4-BE49-F238E27FC236}">
                    <a16:creationId xmlns:a16="http://schemas.microsoft.com/office/drawing/2014/main" id="{CFCE46F9-0D4A-0936-F31B-04BDC8724E68}"/>
                  </a:ext>
                </a:extLst>
              </p:cNvPr>
              <p:cNvSpPr/>
              <p:nvPr/>
            </p:nvSpPr>
            <p:spPr>
              <a:xfrm>
                <a:off x="3579265" y="5704874"/>
                <a:ext cx="6343" cy="6345"/>
              </a:xfrm>
              <a:custGeom>
                <a:avLst/>
                <a:gdLst>
                  <a:gd name="connsiteX0" fmla="*/ 3387 w 6343"/>
                  <a:gd name="connsiteY0" fmla="*/ 6521 h 6345"/>
                  <a:gd name="connsiteX1" fmla="*/ 5629 w 6343"/>
                  <a:gd name="connsiteY1" fmla="*/ 5592 h 6345"/>
                  <a:gd name="connsiteX2" fmla="*/ 6558 w 6343"/>
                  <a:gd name="connsiteY2" fmla="*/ 3348 h 6345"/>
                  <a:gd name="connsiteX3" fmla="*/ 5629 w 6343"/>
                  <a:gd name="connsiteY3" fmla="*/ 1105 h 6345"/>
                  <a:gd name="connsiteX4" fmla="*/ 3387 w 6343"/>
                  <a:gd name="connsiteY4" fmla="*/ 175 h 6345"/>
                  <a:gd name="connsiteX5" fmla="*/ 1144 w 6343"/>
                  <a:gd name="connsiteY5" fmla="*/ 1105 h 6345"/>
                  <a:gd name="connsiteX6" fmla="*/ 215 w 6343"/>
                  <a:gd name="connsiteY6" fmla="*/ 3348 h 6345"/>
                  <a:gd name="connsiteX7" fmla="*/ 1144 w 6343"/>
                  <a:gd name="connsiteY7" fmla="*/ 5592 h 6345"/>
                  <a:gd name="connsiteX8" fmla="*/ 3387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1"/>
                    </a:moveTo>
                    <a:cubicBezTo>
                      <a:pt x="4228" y="6521"/>
                      <a:pt x="5034" y="6186"/>
                      <a:pt x="5629" y="5592"/>
                    </a:cubicBezTo>
                    <a:cubicBezTo>
                      <a:pt x="6224" y="4997"/>
                      <a:pt x="6558" y="4189"/>
                      <a:pt x="6558" y="3348"/>
                    </a:cubicBezTo>
                    <a:cubicBezTo>
                      <a:pt x="6558" y="2507"/>
                      <a:pt x="6224" y="1700"/>
                      <a:pt x="5629" y="1105"/>
                    </a:cubicBezTo>
                    <a:cubicBezTo>
                      <a:pt x="5034" y="510"/>
                      <a:pt x="4228" y="175"/>
                      <a:pt x="3387" y="175"/>
                    </a:cubicBezTo>
                    <a:cubicBezTo>
                      <a:pt x="2545" y="175"/>
                      <a:pt x="1739" y="510"/>
                      <a:pt x="1144" y="1105"/>
                    </a:cubicBezTo>
                    <a:cubicBezTo>
                      <a:pt x="549" y="1700"/>
                      <a:pt x="215" y="2507"/>
                      <a:pt x="215" y="3348"/>
                    </a:cubicBezTo>
                    <a:cubicBezTo>
                      <a:pt x="215" y="4189"/>
                      <a:pt x="549" y="4997"/>
                      <a:pt x="1144" y="5592"/>
                    </a:cubicBezTo>
                    <a:cubicBezTo>
                      <a:pt x="1739" y="6186"/>
                      <a:pt x="2545" y="6521"/>
                      <a:pt x="3387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23" name="Freeform: Shape 4622">
                <a:extLst>
                  <a:ext uri="{FF2B5EF4-FFF2-40B4-BE49-F238E27FC236}">
                    <a16:creationId xmlns:a16="http://schemas.microsoft.com/office/drawing/2014/main" id="{CF89EEED-8F9D-2E89-D7F8-A10A83C00611}"/>
                  </a:ext>
                </a:extLst>
              </p:cNvPr>
              <p:cNvSpPr/>
              <p:nvPr/>
            </p:nvSpPr>
            <p:spPr>
              <a:xfrm>
                <a:off x="3579225" y="5703045"/>
                <a:ext cx="6343" cy="6345"/>
              </a:xfrm>
              <a:custGeom>
                <a:avLst/>
                <a:gdLst>
                  <a:gd name="connsiteX0" fmla="*/ 3387 w 6343"/>
                  <a:gd name="connsiteY0" fmla="*/ 6521 h 6345"/>
                  <a:gd name="connsiteX1" fmla="*/ 5629 w 6343"/>
                  <a:gd name="connsiteY1" fmla="*/ 5591 h 6345"/>
                  <a:gd name="connsiteX2" fmla="*/ 6558 w 6343"/>
                  <a:gd name="connsiteY2" fmla="*/ 3348 h 6345"/>
                  <a:gd name="connsiteX3" fmla="*/ 5629 w 6343"/>
                  <a:gd name="connsiteY3" fmla="*/ 1104 h 6345"/>
                  <a:gd name="connsiteX4" fmla="*/ 3387 w 6343"/>
                  <a:gd name="connsiteY4" fmla="*/ 175 h 6345"/>
                  <a:gd name="connsiteX5" fmla="*/ 1144 w 6343"/>
                  <a:gd name="connsiteY5" fmla="*/ 1104 h 6345"/>
                  <a:gd name="connsiteX6" fmla="*/ 215 w 6343"/>
                  <a:gd name="connsiteY6" fmla="*/ 3348 h 6345"/>
                  <a:gd name="connsiteX7" fmla="*/ 1144 w 6343"/>
                  <a:gd name="connsiteY7" fmla="*/ 5591 h 6345"/>
                  <a:gd name="connsiteX8" fmla="*/ 3387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1"/>
                    </a:moveTo>
                    <a:cubicBezTo>
                      <a:pt x="4228" y="6521"/>
                      <a:pt x="5034" y="6186"/>
                      <a:pt x="5629" y="5591"/>
                    </a:cubicBezTo>
                    <a:cubicBezTo>
                      <a:pt x="6224" y="4996"/>
                      <a:pt x="6558" y="4189"/>
                      <a:pt x="6558" y="3348"/>
                    </a:cubicBezTo>
                    <a:cubicBezTo>
                      <a:pt x="6558" y="2507"/>
                      <a:pt x="6224" y="1699"/>
                      <a:pt x="5629" y="1104"/>
                    </a:cubicBezTo>
                    <a:cubicBezTo>
                      <a:pt x="5034" y="510"/>
                      <a:pt x="4228" y="175"/>
                      <a:pt x="3387" y="175"/>
                    </a:cubicBezTo>
                    <a:cubicBezTo>
                      <a:pt x="2545" y="175"/>
                      <a:pt x="1739" y="510"/>
                      <a:pt x="1144" y="1104"/>
                    </a:cubicBezTo>
                    <a:cubicBezTo>
                      <a:pt x="549" y="1699"/>
                      <a:pt x="215" y="2507"/>
                      <a:pt x="215" y="3348"/>
                    </a:cubicBezTo>
                    <a:cubicBezTo>
                      <a:pt x="215" y="4189"/>
                      <a:pt x="549" y="4996"/>
                      <a:pt x="1144" y="5591"/>
                    </a:cubicBezTo>
                    <a:cubicBezTo>
                      <a:pt x="1739" y="6186"/>
                      <a:pt x="2545" y="6521"/>
                      <a:pt x="3387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24" name="Freeform: Shape 4623">
                <a:extLst>
                  <a:ext uri="{FF2B5EF4-FFF2-40B4-BE49-F238E27FC236}">
                    <a16:creationId xmlns:a16="http://schemas.microsoft.com/office/drawing/2014/main" id="{74A6FD3B-91A3-A523-DF2A-B0FD6FB90C3E}"/>
                  </a:ext>
                </a:extLst>
              </p:cNvPr>
              <p:cNvSpPr/>
              <p:nvPr/>
            </p:nvSpPr>
            <p:spPr>
              <a:xfrm>
                <a:off x="3579196" y="5701214"/>
                <a:ext cx="6343" cy="6345"/>
              </a:xfrm>
              <a:custGeom>
                <a:avLst/>
                <a:gdLst>
                  <a:gd name="connsiteX0" fmla="*/ 3387 w 6343"/>
                  <a:gd name="connsiteY0" fmla="*/ 6520 h 6345"/>
                  <a:gd name="connsiteX1" fmla="*/ 5629 w 6343"/>
                  <a:gd name="connsiteY1" fmla="*/ 5591 h 6345"/>
                  <a:gd name="connsiteX2" fmla="*/ 6558 w 6343"/>
                  <a:gd name="connsiteY2" fmla="*/ 3348 h 6345"/>
                  <a:gd name="connsiteX3" fmla="*/ 5629 w 6343"/>
                  <a:gd name="connsiteY3" fmla="*/ 1104 h 6345"/>
                  <a:gd name="connsiteX4" fmla="*/ 3387 w 6343"/>
                  <a:gd name="connsiteY4" fmla="*/ 175 h 6345"/>
                  <a:gd name="connsiteX5" fmla="*/ 1144 w 6343"/>
                  <a:gd name="connsiteY5" fmla="*/ 1104 h 6345"/>
                  <a:gd name="connsiteX6" fmla="*/ 215 w 6343"/>
                  <a:gd name="connsiteY6" fmla="*/ 3348 h 6345"/>
                  <a:gd name="connsiteX7" fmla="*/ 1144 w 6343"/>
                  <a:gd name="connsiteY7" fmla="*/ 5591 h 6345"/>
                  <a:gd name="connsiteX8" fmla="*/ 3387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0"/>
                    </a:moveTo>
                    <a:cubicBezTo>
                      <a:pt x="4228" y="6520"/>
                      <a:pt x="5034" y="6186"/>
                      <a:pt x="5629" y="5591"/>
                    </a:cubicBezTo>
                    <a:cubicBezTo>
                      <a:pt x="6224" y="4996"/>
                      <a:pt x="6558" y="4189"/>
                      <a:pt x="6558" y="3348"/>
                    </a:cubicBezTo>
                    <a:cubicBezTo>
                      <a:pt x="6558" y="2506"/>
                      <a:pt x="6224" y="1699"/>
                      <a:pt x="5629" y="1104"/>
                    </a:cubicBezTo>
                    <a:cubicBezTo>
                      <a:pt x="5034" y="509"/>
                      <a:pt x="4228" y="175"/>
                      <a:pt x="3387" y="175"/>
                    </a:cubicBezTo>
                    <a:cubicBezTo>
                      <a:pt x="2545" y="175"/>
                      <a:pt x="1739" y="509"/>
                      <a:pt x="1144" y="1104"/>
                    </a:cubicBezTo>
                    <a:cubicBezTo>
                      <a:pt x="549" y="1699"/>
                      <a:pt x="215" y="2506"/>
                      <a:pt x="215" y="3348"/>
                    </a:cubicBezTo>
                    <a:cubicBezTo>
                      <a:pt x="215" y="4189"/>
                      <a:pt x="549" y="4996"/>
                      <a:pt x="1144" y="5591"/>
                    </a:cubicBezTo>
                    <a:cubicBezTo>
                      <a:pt x="1739" y="6186"/>
                      <a:pt x="2545" y="6520"/>
                      <a:pt x="3387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25" name="Freeform: Shape 4624">
                <a:extLst>
                  <a:ext uri="{FF2B5EF4-FFF2-40B4-BE49-F238E27FC236}">
                    <a16:creationId xmlns:a16="http://schemas.microsoft.com/office/drawing/2014/main" id="{462780F7-EB1A-6697-BCC5-82691E932ED7}"/>
                  </a:ext>
                </a:extLst>
              </p:cNvPr>
              <p:cNvSpPr/>
              <p:nvPr/>
            </p:nvSpPr>
            <p:spPr>
              <a:xfrm>
                <a:off x="3580534" y="5699550"/>
                <a:ext cx="6343" cy="6345"/>
              </a:xfrm>
              <a:custGeom>
                <a:avLst/>
                <a:gdLst>
                  <a:gd name="connsiteX0" fmla="*/ 3387 w 6343"/>
                  <a:gd name="connsiteY0" fmla="*/ 6520 h 6345"/>
                  <a:gd name="connsiteX1" fmla="*/ 5629 w 6343"/>
                  <a:gd name="connsiteY1" fmla="*/ 5591 h 6345"/>
                  <a:gd name="connsiteX2" fmla="*/ 6558 w 6343"/>
                  <a:gd name="connsiteY2" fmla="*/ 3348 h 6345"/>
                  <a:gd name="connsiteX3" fmla="*/ 5629 w 6343"/>
                  <a:gd name="connsiteY3" fmla="*/ 1104 h 6345"/>
                  <a:gd name="connsiteX4" fmla="*/ 3387 w 6343"/>
                  <a:gd name="connsiteY4" fmla="*/ 175 h 6345"/>
                  <a:gd name="connsiteX5" fmla="*/ 1144 w 6343"/>
                  <a:gd name="connsiteY5" fmla="*/ 1104 h 6345"/>
                  <a:gd name="connsiteX6" fmla="*/ 215 w 6343"/>
                  <a:gd name="connsiteY6" fmla="*/ 3348 h 6345"/>
                  <a:gd name="connsiteX7" fmla="*/ 1144 w 6343"/>
                  <a:gd name="connsiteY7" fmla="*/ 5591 h 6345"/>
                  <a:gd name="connsiteX8" fmla="*/ 3387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0"/>
                    </a:moveTo>
                    <a:cubicBezTo>
                      <a:pt x="4228" y="6520"/>
                      <a:pt x="5034" y="6186"/>
                      <a:pt x="5629" y="5591"/>
                    </a:cubicBezTo>
                    <a:cubicBezTo>
                      <a:pt x="6224" y="4996"/>
                      <a:pt x="6558" y="4189"/>
                      <a:pt x="6558" y="3348"/>
                    </a:cubicBezTo>
                    <a:cubicBezTo>
                      <a:pt x="6558" y="2506"/>
                      <a:pt x="6224" y="1699"/>
                      <a:pt x="5629" y="1104"/>
                    </a:cubicBezTo>
                    <a:cubicBezTo>
                      <a:pt x="5034" y="509"/>
                      <a:pt x="4228" y="175"/>
                      <a:pt x="3387" y="175"/>
                    </a:cubicBezTo>
                    <a:cubicBezTo>
                      <a:pt x="2546" y="175"/>
                      <a:pt x="1739" y="509"/>
                      <a:pt x="1144" y="1104"/>
                    </a:cubicBezTo>
                    <a:cubicBezTo>
                      <a:pt x="549" y="1699"/>
                      <a:pt x="215" y="2506"/>
                      <a:pt x="215" y="3348"/>
                    </a:cubicBezTo>
                    <a:cubicBezTo>
                      <a:pt x="215" y="4189"/>
                      <a:pt x="549" y="4996"/>
                      <a:pt x="1144" y="5591"/>
                    </a:cubicBezTo>
                    <a:cubicBezTo>
                      <a:pt x="1739" y="6186"/>
                      <a:pt x="2546" y="6520"/>
                      <a:pt x="3387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26" name="Freeform: Shape 4625">
                <a:extLst>
                  <a:ext uri="{FF2B5EF4-FFF2-40B4-BE49-F238E27FC236}">
                    <a16:creationId xmlns:a16="http://schemas.microsoft.com/office/drawing/2014/main" id="{9CC74252-CE5D-E58F-CD09-4138B7095EDE}"/>
                  </a:ext>
                </a:extLst>
              </p:cNvPr>
              <p:cNvSpPr/>
              <p:nvPr/>
            </p:nvSpPr>
            <p:spPr>
              <a:xfrm>
                <a:off x="3581694" y="5697876"/>
                <a:ext cx="6343" cy="6345"/>
              </a:xfrm>
              <a:custGeom>
                <a:avLst/>
                <a:gdLst>
                  <a:gd name="connsiteX0" fmla="*/ 3387 w 6343"/>
                  <a:gd name="connsiteY0" fmla="*/ 6520 h 6345"/>
                  <a:gd name="connsiteX1" fmla="*/ 5629 w 6343"/>
                  <a:gd name="connsiteY1" fmla="*/ 5591 h 6345"/>
                  <a:gd name="connsiteX2" fmla="*/ 6558 w 6343"/>
                  <a:gd name="connsiteY2" fmla="*/ 3348 h 6345"/>
                  <a:gd name="connsiteX3" fmla="*/ 5629 w 6343"/>
                  <a:gd name="connsiteY3" fmla="*/ 1104 h 6345"/>
                  <a:gd name="connsiteX4" fmla="*/ 3387 w 6343"/>
                  <a:gd name="connsiteY4" fmla="*/ 175 h 6345"/>
                  <a:gd name="connsiteX5" fmla="*/ 1144 w 6343"/>
                  <a:gd name="connsiteY5" fmla="*/ 1104 h 6345"/>
                  <a:gd name="connsiteX6" fmla="*/ 215 w 6343"/>
                  <a:gd name="connsiteY6" fmla="*/ 3348 h 6345"/>
                  <a:gd name="connsiteX7" fmla="*/ 1144 w 6343"/>
                  <a:gd name="connsiteY7" fmla="*/ 5591 h 6345"/>
                  <a:gd name="connsiteX8" fmla="*/ 3387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0"/>
                    </a:moveTo>
                    <a:cubicBezTo>
                      <a:pt x="4228" y="6520"/>
                      <a:pt x="5035" y="6186"/>
                      <a:pt x="5629" y="5591"/>
                    </a:cubicBezTo>
                    <a:cubicBezTo>
                      <a:pt x="6224" y="4996"/>
                      <a:pt x="6558" y="4189"/>
                      <a:pt x="6558" y="3348"/>
                    </a:cubicBezTo>
                    <a:cubicBezTo>
                      <a:pt x="6558" y="2506"/>
                      <a:pt x="6224" y="1699"/>
                      <a:pt x="5629" y="1104"/>
                    </a:cubicBezTo>
                    <a:cubicBezTo>
                      <a:pt x="5035" y="509"/>
                      <a:pt x="4228" y="175"/>
                      <a:pt x="3387" y="175"/>
                    </a:cubicBezTo>
                    <a:cubicBezTo>
                      <a:pt x="2546" y="175"/>
                      <a:pt x="1739" y="509"/>
                      <a:pt x="1144" y="1104"/>
                    </a:cubicBezTo>
                    <a:cubicBezTo>
                      <a:pt x="549" y="1699"/>
                      <a:pt x="215" y="2506"/>
                      <a:pt x="215" y="3348"/>
                    </a:cubicBezTo>
                    <a:cubicBezTo>
                      <a:pt x="215" y="4189"/>
                      <a:pt x="549" y="4996"/>
                      <a:pt x="1144" y="5591"/>
                    </a:cubicBezTo>
                    <a:cubicBezTo>
                      <a:pt x="1739" y="6186"/>
                      <a:pt x="2546" y="6520"/>
                      <a:pt x="3387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27" name="Freeform: Shape 4626">
                <a:extLst>
                  <a:ext uri="{FF2B5EF4-FFF2-40B4-BE49-F238E27FC236}">
                    <a16:creationId xmlns:a16="http://schemas.microsoft.com/office/drawing/2014/main" id="{37B28627-F0C5-430B-9B4C-6665BF836C8F}"/>
                  </a:ext>
                </a:extLst>
              </p:cNvPr>
              <p:cNvSpPr/>
              <p:nvPr/>
            </p:nvSpPr>
            <p:spPr>
              <a:xfrm>
                <a:off x="3581231" y="5695993"/>
                <a:ext cx="6343" cy="6345"/>
              </a:xfrm>
              <a:custGeom>
                <a:avLst/>
                <a:gdLst>
                  <a:gd name="connsiteX0" fmla="*/ 3387 w 6343"/>
                  <a:gd name="connsiteY0" fmla="*/ 6520 h 6345"/>
                  <a:gd name="connsiteX1" fmla="*/ 5629 w 6343"/>
                  <a:gd name="connsiteY1" fmla="*/ 5591 h 6345"/>
                  <a:gd name="connsiteX2" fmla="*/ 6558 w 6343"/>
                  <a:gd name="connsiteY2" fmla="*/ 3347 h 6345"/>
                  <a:gd name="connsiteX3" fmla="*/ 5629 w 6343"/>
                  <a:gd name="connsiteY3" fmla="*/ 1104 h 6345"/>
                  <a:gd name="connsiteX4" fmla="*/ 3387 w 6343"/>
                  <a:gd name="connsiteY4" fmla="*/ 175 h 6345"/>
                  <a:gd name="connsiteX5" fmla="*/ 1144 w 6343"/>
                  <a:gd name="connsiteY5" fmla="*/ 1104 h 6345"/>
                  <a:gd name="connsiteX6" fmla="*/ 215 w 6343"/>
                  <a:gd name="connsiteY6" fmla="*/ 3347 h 6345"/>
                  <a:gd name="connsiteX7" fmla="*/ 1144 w 6343"/>
                  <a:gd name="connsiteY7" fmla="*/ 5591 h 6345"/>
                  <a:gd name="connsiteX8" fmla="*/ 3387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0"/>
                    </a:moveTo>
                    <a:cubicBezTo>
                      <a:pt x="4228" y="6520"/>
                      <a:pt x="5035" y="6186"/>
                      <a:pt x="5629" y="5591"/>
                    </a:cubicBezTo>
                    <a:cubicBezTo>
                      <a:pt x="6224" y="4996"/>
                      <a:pt x="6558" y="4189"/>
                      <a:pt x="6558" y="3347"/>
                    </a:cubicBezTo>
                    <a:cubicBezTo>
                      <a:pt x="6558" y="2506"/>
                      <a:pt x="6224" y="1699"/>
                      <a:pt x="5629" y="1104"/>
                    </a:cubicBezTo>
                    <a:cubicBezTo>
                      <a:pt x="5035" y="509"/>
                      <a:pt x="4228" y="175"/>
                      <a:pt x="3387" y="175"/>
                    </a:cubicBezTo>
                    <a:cubicBezTo>
                      <a:pt x="2546" y="175"/>
                      <a:pt x="1739" y="509"/>
                      <a:pt x="1144" y="1104"/>
                    </a:cubicBezTo>
                    <a:cubicBezTo>
                      <a:pt x="549" y="1699"/>
                      <a:pt x="215" y="2506"/>
                      <a:pt x="215" y="3347"/>
                    </a:cubicBezTo>
                    <a:cubicBezTo>
                      <a:pt x="215" y="4189"/>
                      <a:pt x="549" y="4996"/>
                      <a:pt x="1144" y="5591"/>
                    </a:cubicBezTo>
                    <a:cubicBezTo>
                      <a:pt x="1739" y="6186"/>
                      <a:pt x="2546" y="6520"/>
                      <a:pt x="3387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28" name="Freeform: Shape 4627">
                <a:extLst>
                  <a:ext uri="{FF2B5EF4-FFF2-40B4-BE49-F238E27FC236}">
                    <a16:creationId xmlns:a16="http://schemas.microsoft.com/office/drawing/2014/main" id="{E127C8D7-D4DC-F142-9B9E-64E80AF5D59F}"/>
                  </a:ext>
                </a:extLst>
              </p:cNvPr>
              <p:cNvSpPr/>
              <p:nvPr/>
            </p:nvSpPr>
            <p:spPr>
              <a:xfrm>
                <a:off x="3580035" y="5693997"/>
                <a:ext cx="6343" cy="6345"/>
              </a:xfrm>
              <a:custGeom>
                <a:avLst/>
                <a:gdLst>
                  <a:gd name="connsiteX0" fmla="*/ 3387 w 6343"/>
                  <a:gd name="connsiteY0" fmla="*/ 6520 h 6345"/>
                  <a:gd name="connsiteX1" fmla="*/ 5629 w 6343"/>
                  <a:gd name="connsiteY1" fmla="*/ 5591 h 6345"/>
                  <a:gd name="connsiteX2" fmla="*/ 6558 w 6343"/>
                  <a:gd name="connsiteY2" fmla="*/ 3347 h 6345"/>
                  <a:gd name="connsiteX3" fmla="*/ 5629 w 6343"/>
                  <a:gd name="connsiteY3" fmla="*/ 1104 h 6345"/>
                  <a:gd name="connsiteX4" fmla="*/ 3387 w 6343"/>
                  <a:gd name="connsiteY4" fmla="*/ 174 h 6345"/>
                  <a:gd name="connsiteX5" fmla="*/ 1144 w 6343"/>
                  <a:gd name="connsiteY5" fmla="*/ 1104 h 6345"/>
                  <a:gd name="connsiteX6" fmla="*/ 215 w 6343"/>
                  <a:gd name="connsiteY6" fmla="*/ 3347 h 6345"/>
                  <a:gd name="connsiteX7" fmla="*/ 1144 w 6343"/>
                  <a:gd name="connsiteY7" fmla="*/ 5591 h 6345"/>
                  <a:gd name="connsiteX8" fmla="*/ 3387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0"/>
                    </a:moveTo>
                    <a:cubicBezTo>
                      <a:pt x="4228" y="6520"/>
                      <a:pt x="5034" y="6186"/>
                      <a:pt x="5629" y="5591"/>
                    </a:cubicBezTo>
                    <a:cubicBezTo>
                      <a:pt x="6224" y="4996"/>
                      <a:pt x="6558" y="4189"/>
                      <a:pt x="6558" y="3347"/>
                    </a:cubicBezTo>
                    <a:cubicBezTo>
                      <a:pt x="6558" y="2506"/>
                      <a:pt x="6224" y="1699"/>
                      <a:pt x="5629" y="1104"/>
                    </a:cubicBezTo>
                    <a:cubicBezTo>
                      <a:pt x="5034" y="509"/>
                      <a:pt x="4228" y="174"/>
                      <a:pt x="3387" y="174"/>
                    </a:cubicBezTo>
                    <a:cubicBezTo>
                      <a:pt x="2545" y="174"/>
                      <a:pt x="1739" y="509"/>
                      <a:pt x="1144" y="1104"/>
                    </a:cubicBezTo>
                    <a:cubicBezTo>
                      <a:pt x="549" y="1699"/>
                      <a:pt x="215" y="2506"/>
                      <a:pt x="215" y="3347"/>
                    </a:cubicBezTo>
                    <a:cubicBezTo>
                      <a:pt x="215" y="4189"/>
                      <a:pt x="549" y="4996"/>
                      <a:pt x="1144" y="5591"/>
                    </a:cubicBezTo>
                    <a:cubicBezTo>
                      <a:pt x="1739" y="6186"/>
                      <a:pt x="2545" y="6520"/>
                      <a:pt x="3387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29" name="Freeform: Shape 4628">
                <a:extLst>
                  <a:ext uri="{FF2B5EF4-FFF2-40B4-BE49-F238E27FC236}">
                    <a16:creationId xmlns:a16="http://schemas.microsoft.com/office/drawing/2014/main" id="{036A03A4-9B55-3689-0143-3FB43EF9EB78}"/>
                  </a:ext>
                </a:extLst>
              </p:cNvPr>
              <p:cNvSpPr/>
              <p:nvPr/>
            </p:nvSpPr>
            <p:spPr>
              <a:xfrm>
                <a:off x="3578852" y="5691985"/>
                <a:ext cx="6343" cy="6345"/>
              </a:xfrm>
              <a:custGeom>
                <a:avLst/>
                <a:gdLst>
                  <a:gd name="connsiteX0" fmla="*/ 3386 w 6343"/>
                  <a:gd name="connsiteY0" fmla="*/ 6520 h 6345"/>
                  <a:gd name="connsiteX1" fmla="*/ 5629 w 6343"/>
                  <a:gd name="connsiteY1" fmla="*/ 5590 h 6345"/>
                  <a:gd name="connsiteX2" fmla="*/ 6558 w 6343"/>
                  <a:gd name="connsiteY2" fmla="*/ 3347 h 6345"/>
                  <a:gd name="connsiteX3" fmla="*/ 5629 w 6343"/>
                  <a:gd name="connsiteY3" fmla="*/ 1104 h 6345"/>
                  <a:gd name="connsiteX4" fmla="*/ 3386 w 6343"/>
                  <a:gd name="connsiteY4" fmla="*/ 174 h 6345"/>
                  <a:gd name="connsiteX5" fmla="*/ 1144 w 6343"/>
                  <a:gd name="connsiteY5" fmla="*/ 1104 h 6345"/>
                  <a:gd name="connsiteX6" fmla="*/ 215 w 6343"/>
                  <a:gd name="connsiteY6" fmla="*/ 3347 h 6345"/>
                  <a:gd name="connsiteX7" fmla="*/ 1144 w 6343"/>
                  <a:gd name="connsiteY7" fmla="*/ 5590 h 6345"/>
                  <a:gd name="connsiteX8" fmla="*/ 3386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0"/>
                    </a:moveTo>
                    <a:cubicBezTo>
                      <a:pt x="4228" y="6520"/>
                      <a:pt x="5034" y="6185"/>
                      <a:pt x="5629" y="5590"/>
                    </a:cubicBezTo>
                    <a:cubicBezTo>
                      <a:pt x="6224" y="4996"/>
                      <a:pt x="6558" y="4188"/>
                      <a:pt x="6558" y="3347"/>
                    </a:cubicBezTo>
                    <a:cubicBezTo>
                      <a:pt x="6558" y="2506"/>
                      <a:pt x="6224" y="1699"/>
                      <a:pt x="5629" y="1104"/>
                    </a:cubicBezTo>
                    <a:cubicBezTo>
                      <a:pt x="5034" y="509"/>
                      <a:pt x="4228" y="174"/>
                      <a:pt x="3386" y="174"/>
                    </a:cubicBezTo>
                    <a:cubicBezTo>
                      <a:pt x="2545" y="174"/>
                      <a:pt x="1739" y="509"/>
                      <a:pt x="1144" y="1104"/>
                    </a:cubicBezTo>
                    <a:cubicBezTo>
                      <a:pt x="549" y="1699"/>
                      <a:pt x="215" y="2506"/>
                      <a:pt x="215" y="3347"/>
                    </a:cubicBezTo>
                    <a:cubicBezTo>
                      <a:pt x="215" y="4188"/>
                      <a:pt x="549" y="4996"/>
                      <a:pt x="1144" y="5590"/>
                    </a:cubicBezTo>
                    <a:cubicBezTo>
                      <a:pt x="1739" y="6185"/>
                      <a:pt x="2545" y="6520"/>
                      <a:pt x="3386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30" name="Freeform: Shape 4629">
                <a:extLst>
                  <a:ext uri="{FF2B5EF4-FFF2-40B4-BE49-F238E27FC236}">
                    <a16:creationId xmlns:a16="http://schemas.microsoft.com/office/drawing/2014/main" id="{1E6B0153-81E1-BACF-704C-1A98788290E6}"/>
                  </a:ext>
                </a:extLst>
              </p:cNvPr>
              <p:cNvSpPr/>
              <p:nvPr/>
            </p:nvSpPr>
            <p:spPr>
              <a:xfrm>
                <a:off x="3570938" y="5688913"/>
                <a:ext cx="6343" cy="6345"/>
              </a:xfrm>
              <a:custGeom>
                <a:avLst/>
                <a:gdLst>
                  <a:gd name="connsiteX0" fmla="*/ 3386 w 6343"/>
                  <a:gd name="connsiteY0" fmla="*/ 6520 h 6345"/>
                  <a:gd name="connsiteX1" fmla="*/ 5628 w 6343"/>
                  <a:gd name="connsiteY1" fmla="*/ 5590 h 6345"/>
                  <a:gd name="connsiteX2" fmla="*/ 6557 w 6343"/>
                  <a:gd name="connsiteY2" fmla="*/ 3347 h 6345"/>
                  <a:gd name="connsiteX3" fmla="*/ 5628 w 6343"/>
                  <a:gd name="connsiteY3" fmla="*/ 1103 h 6345"/>
                  <a:gd name="connsiteX4" fmla="*/ 3386 w 6343"/>
                  <a:gd name="connsiteY4" fmla="*/ 174 h 6345"/>
                  <a:gd name="connsiteX5" fmla="*/ 1143 w 6343"/>
                  <a:gd name="connsiteY5" fmla="*/ 1103 h 6345"/>
                  <a:gd name="connsiteX6" fmla="*/ 214 w 6343"/>
                  <a:gd name="connsiteY6" fmla="*/ 3347 h 6345"/>
                  <a:gd name="connsiteX7" fmla="*/ 1143 w 6343"/>
                  <a:gd name="connsiteY7" fmla="*/ 5590 h 6345"/>
                  <a:gd name="connsiteX8" fmla="*/ 3386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0"/>
                    </a:moveTo>
                    <a:cubicBezTo>
                      <a:pt x="4227" y="6520"/>
                      <a:pt x="5034" y="6185"/>
                      <a:pt x="5628" y="5590"/>
                    </a:cubicBezTo>
                    <a:cubicBezTo>
                      <a:pt x="6223" y="4995"/>
                      <a:pt x="6557" y="4188"/>
                      <a:pt x="6557" y="3347"/>
                    </a:cubicBezTo>
                    <a:cubicBezTo>
                      <a:pt x="6557" y="2505"/>
                      <a:pt x="6223" y="1698"/>
                      <a:pt x="5628" y="1103"/>
                    </a:cubicBezTo>
                    <a:cubicBezTo>
                      <a:pt x="5034" y="508"/>
                      <a:pt x="4227" y="174"/>
                      <a:pt x="3386" y="174"/>
                    </a:cubicBezTo>
                    <a:cubicBezTo>
                      <a:pt x="2545" y="174"/>
                      <a:pt x="1738" y="508"/>
                      <a:pt x="1143" y="1103"/>
                    </a:cubicBezTo>
                    <a:cubicBezTo>
                      <a:pt x="548" y="1698"/>
                      <a:pt x="214" y="2505"/>
                      <a:pt x="214" y="3347"/>
                    </a:cubicBezTo>
                    <a:cubicBezTo>
                      <a:pt x="214" y="4188"/>
                      <a:pt x="548" y="4995"/>
                      <a:pt x="1143" y="5590"/>
                    </a:cubicBezTo>
                    <a:cubicBezTo>
                      <a:pt x="1738" y="6185"/>
                      <a:pt x="2545" y="6520"/>
                      <a:pt x="3386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31" name="Freeform: Shape 4630">
                <a:extLst>
                  <a:ext uri="{FF2B5EF4-FFF2-40B4-BE49-F238E27FC236}">
                    <a16:creationId xmlns:a16="http://schemas.microsoft.com/office/drawing/2014/main" id="{412BCAD4-A1AF-6586-74BA-AC56DEC79161}"/>
                  </a:ext>
                </a:extLst>
              </p:cNvPr>
              <p:cNvSpPr/>
              <p:nvPr/>
            </p:nvSpPr>
            <p:spPr>
              <a:xfrm>
                <a:off x="3570301" y="5686910"/>
                <a:ext cx="6343" cy="6345"/>
              </a:xfrm>
              <a:custGeom>
                <a:avLst/>
                <a:gdLst>
                  <a:gd name="connsiteX0" fmla="*/ 3386 w 6343"/>
                  <a:gd name="connsiteY0" fmla="*/ 6519 h 6345"/>
                  <a:gd name="connsiteX1" fmla="*/ 5628 w 6343"/>
                  <a:gd name="connsiteY1" fmla="*/ 5590 h 6345"/>
                  <a:gd name="connsiteX2" fmla="*/ 6557 w 6343"/>
                  <a:gd name="connsiteY2" fmla="*/ 3347 h 6345"/>
                  <a:gd name="connsiteX3" fmla="*/ 5628 w 6343"/>
                  <a:gd name="connsiteY3" fmla="*/ 1103 h 6345"/>
                  <a:gd name="connsiteX4" fmla="*/ 3386 w 6343"/>
                  <a:gd name="connsiteY4" fmla="*/ 174 h 6345"/>
                  <a:gd name="connsiteX5" fmla="*/ 1143 w 6343"/>
                  <a:gd name="connsiteY5" fmla="*/ 1103 h 6345"/>
                  <a:gd name="connsiteX6" fmla="*/ 214 w 6343"/>
                  <a:gd name="connsiteY6" fmla="*/ 3347 h 6345"/>
                  <a:gd name="connsiteX7" fmla="*/ 1143 w 6343"/>
                  <a:gd name="connsiteY7" fmla="*/ 5590 h 6345"/>
                  <a:gd name="connsiteX8" fmla="*/ 3386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19"/>
                    </a:moveTo>
                    <a:cubicBezTo>
                      <a:pt x="4227" y="6519"/>
                      <a:pt x="5034" y="6185"/>
                      <a:pt x="5628" y="5590"/>
                    </a:cubicBezTo>
                    <a:cubicBezTo>
                      <a:pt x="6223" y="4995"/>
                      <a:pt x="6557" y="4188"/>
                      <a:pt x="6557" y="3347"/>
                    </a:cubicBezTo>
                    <a:cubicBezTo>
                      <a:pt x="6557" y="2505"/>
                      <a:pt x="6223" y="1698"/>
                      <a:pt x="5628" y="1103"/>
                    </a:cubicBezTo>
                    <a:cubicBezTo>
                      <a:pt x="5034" y="508"/>
                      <a:pt x="4227" y="174"/>
                      <a:pt x="3386" y="174"/>
                    </a:cubicBezTo>
                    <a:cubicBezTo>
                      <a:pt x="2545" y="174"/>
                      <a:pt x="1738" y="508"/>
                      <a:pt x="1143" y="1103"/>
                    </a:cubicBezTo>
                    <a:cubicBezTo>
                      <a:pt x="548" y="1698"/>
                      <a:pt x="214" y="2505"/>
                      <a:pt x="214" y="3347"/>
                    </a:cubicBezTo>
                    <a:cubicBezTo>
                      <a:pt x="214" y="4188"/>
                      <a:pt x="548" y="4995"/>
                      <a:pt x="1143" y="5590"/>
                    </a:cubicBezTo>
                    <a:cubicBezTo>
                      <a:pt x="1738" y="6185"/>
                      <a:pt x="2545" y="6519"/>
                      <a:pt x="3386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32" name="Freeform: Shape 4631">
                <a:extLst>
                  <a:ext uri="{FF2B5EF4-FFF2-40B4-BE49-F238E27FC236}">
                    <a16:creationId xmlns:a16="http://schemas.microsoft.com/office/drawing/2014/main" id="{344FA52C-80C1-12D0-1419-838BB6A42D48}"/>
                  </a:ext>
                </a:extLst>
              </p:cNvPr>
              <p:cNvSpPr/>
              <p:nvPr/>
            </p:nvSpPr>
            <p:spPr>
              <a:xfrm>
                <a:off x="3570234" y="5684990"/>
                <a:ext cx="6343" cy="6345"/>
              </a:xfrm>
              <a:custGeom>
                <a:avLst/>
                <a:gdLst>
                  <a:gd name="connsiteX0" fmla="*/ 3386 w 6343"/>
                  <a:gd name="connsiteY0" fmla="*/ 6519 h 6345"/>
                  <a:gd name="connsiteX1" fmla="*/ 5628 w 6343"/>
                  <a:gd name="connsiteY1" fmla="*/ 5590 h 6345"/>
                  <a:gd name="connsiteX2" fmla="*/ 6557 w 6343"/>
                  <a:gd name="connsiteY2" fmla="*/ 3346 h 6345"/>
                  <a:gd name="connsiteX3" fmla="*/ 5628 w 6343"/>
                  <a:gd name="connsiteY3" fmla="*/ 1103 h 6345"/>
                  <a:gd name="connsiteX4" fmla="*/ 3386 w 6343"/>
                  <a:gd name="connsiteY4" fmla="*/ 174 h 6345"/>
                  <a:gd name="connsiteX5" fmla="*/ 1143 w 6343"/>
                  <a:gd name="connsiteY5" fmla="*/ 1103 h 6345"/>
                  <a:gd name="connsiteX6" fmla="*/ 214 w 6343"/>
                  <a:gd name="connsiteY6" fmla="*/ 3346 h 6345"/>
                  <a:gd name="connsiteX7" fmla="*/ 1143 w 6343"/>
                  <a:gd name="connsiteY7" fmla="*/ 5590 h 6345"/>
                  <a:gd name="connsiteX8" fmla="*/ 3386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19"/>
                    </a:moveTo>
                    <a:cubicBezTo>
                      <a:pt x="4227" y="6519"/>
                      <a:pt x="5034" y="6185"/>
                      <a:pt x="5628" y="5590"/>
                    </a:cubicBezTo>
                    <a:cubicBezTo>
                      <a:pt x="6223" y="4995"/>
                      <a:pt x="6557" y="4188"/>
                      <a:pt x="6557" y="3346"/>
                    </a:cubicBezTo>
                    <a:cubicBezTo>
                      <a:pt x="6557" y="2505"/>
                      <a:pt x="6223" y="1698"/>
                      <a:pt x="5628" y="1103"/>
                    </a:cubicBezTo>
                    <a:cubicBezTo>
                      <a:pt x="5034" y="508"/>
                      <a:pt x="4227" y="174"/>
                      <a:pt x="3386" y="174"/>
                    </a:cubicBezTo>
                    <a:cubicBezTo>
                      <a:pt x="2545" y="174"/>
                      <a:pt x="1738" y="508"/>
                      <a:pt x="1143" y="1103"/>
                    </a:cubicBezTo>
                    <a:cubicBezTo>
                      <a:pt x="548" y="1698"/>
                      <a:pt x="214" y="2505"/>
                      <a:pt x="214" y="3346"/>
                    </a:cubicBezTo>
                    <a:cubicBezTo>
                      <a:pt x="214" y="4188"/>
                      <a:pt x="548" y="4995"/>
                      <a:pt x="1143" y="5590"/>
                    </a:cubicBezTo>
                    <a:cubicBezTo>
                      <a:pt x="1738" y="6185"/>
                      <a:pt x="2545" y="6519"/>
                      <a:pt x="3386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33" name="Freeform: Shape 4632">
                <a:extLst>
                  <a:ext uri="{FF2B5EF4-FFF2-40B4-BE49-F238E27FC236}">
                    <a16:creationId xmlns:a16="http://schemas.microsoft.com/office/drawing/2014/main" id="{D066D4AC-DF19-1261-3C1F-8BD2CC28ACC2}"/>
                  </a:ext>
                </a:extLst>
              </p:cNvPr>
              <p:cNvSpPr/>
              <p:nvPr/>
            </p:nvSpPr>
            <p:spPr>
              <a:xfrm>
                <a:off x="3571431" y="5683285"/>
                <a:ext cx="6343" cy="6345"/>
              </a:xfrm>
              <a:custGeom>
                <a:avLst/>
                <a:gdLst>
                  <a:gd name="connsiteX0" fmla="*/ 3386 w 6343"/>
                  <a:gd name="connsiteY0" fmla="*/ 6519 h 6345"/>
                  <a:gd name="connsiteX1" fmla="*/ 5629 w 6343"/>
                  <a:gd name="connsiteY1" fmla="*/ 5590 h 6345"/>
                  <a:gd name="connsiteX2" fmla="*/ 6557 w 6343"/>
                  <a:gd name="connsiteY2" fmla="*/ 3346 h 6345"/>
                  <a:gd name="connsiteX3" fmla="*/ 5629 w 6343"/>
                  <a:gd name="connsiteY3" fmla="*/ 1103 h 6345"/>
                  <a:gd name="connsiteX4" fmla="*/ 3386 w 6343"/>
                  <a:gd name="connsiteY4" fmla="*/ 174 h 6345"/>
                  <a:gd name="connsiteX5" fmla="*/ 1143 w 6343"/>
                  <a:gd name="connsiteY5" fmla="*/ 1103 h 6345"/>
                  <a:gd name="connsiteX6" fmla="*/ 214 w 6343"/>
                  <a:gd name="connsiteY6" fmla="*/ 3346 h 6345"/>
                  <a:gd name="connsiteX7" fmla="*/ 1143 w 6343"/>
                  <a:gd name="connsiteY7" fmla="*/ 5590 h 6345"/>
                  <a:gd name="connsiteX8" fmla="*/ 3386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19"/>
                    </a:moveTo>
                    <a:cubicBezTo>
                      <a:pt x="4227" y="6519"/>
                      <a:pt x="5034" y="6185"/>
                      <a:pt x="5629" y="5590"/>
                    </a:cubicBezTo>
                    <a:cubicBezTo>
                      <a:pt x="6223" y="4995"/>
                      <a:pt x="6557" y="4188"/>
                      <a:pt x="6557" y="3346"/>
                    </a:cubicBezTo>
                    <a:cubicBezTo>
                      <a:pt x="6557" y="2505"/>
                      <a:pt x="6223" y="1698"/>
                      <a:pt x="5629" y="1103"/>
                    </a:cubicBezTo>
                    <a:cubicBezTo>
                      <a:pt x="5034" y="508"/>
                      <a:pt x="4227" y="174"/>
                      <a:pt x="3386" y="174"/>
                    </a:cubicBezTo>
                    <a:cubicBezTo>
                      <a:pt x="2545" y="174"/>
                      <a:pt x="1738" y="508"/>
                      <a:pt x="1143" y="1103"/>
                    </a:cubicBezTo>
                    <a:cubicBezTo>
                      <a:pt x="549" y="1698"/>
                      <a:pt x="214" y="2505"/>
                      <a:pt x="214" y="3346"/>
                    </a:cubicBezTo>
                    <a:cubicBezTo>
                      <a:pt x="214" y="4188"/>
                      <a:pt x="549" y="4995"/>
                      <a:pt x="1143" y="5590"/>
                    </a:cubicBezTo>
                    <a:cubicBezTo>
                      <a:pt x="1738" y="6185"/>
                      <a:pt x="2545" y="6519"/>
                      <a:pt x="3386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34" name="Freeform: Shape 4633">
                <a:extLst>
                  <a:ext uri="{FF2B5EF4-FFF2-40B4-BE49-F238E27FC236}">
                    <a16:creationId xmlns:a16="http://schemas.microsoft.com/office/drawing/2014/main" id="{A761C3CA-9DC3-D4AE-7A4B-ED8C3789946B}"/>
                  </a:ext>
                </a:extLst>
              </p:cNvPr>
              <p:cNvSpPr/>
              <p:nvPr/>
            </p:nvSpPr>
            <p:spPr>
              <a:xfrm>
                <a:off x="3571572" y="5681401"/>
                <a:ext cx="6343" cy="6345"/>
              </a:xfrm>
              <a:custGeom>
                <a:avLst/>
                <a:gdLst>
                  <a:gd name="connsiteX0" fmla="*/ 3386 w 6343"/>
                  <a:gd name="connsiteY0" fmla="*/ 6519 h 6345"/>
                  <a:gd name="connsiteX1" fmla="*/ 5629 w 6343"/>
                  <a:gd name="connsiteY1" fmla="*/ 5590 h 6345"/>
                  <a:gd name="connsiteX2" fmla="*/ 6557 w 6343"/>
                  <a:gd name="connsiteY2" fmla="*/ 3346 h 6345"/>
                  <a:gd name="connsiteX3" fmla="*/ 5629 w 6343"/>
                  <a:gd name="connsiteY3" fmla="*/ 1103 h 6345"/>
                  <a:gd name="connsiteX4" fmla="*/ 3386 w 6343"/>
                  <a:gd name="connsiteY4" fmla="*/ 174 h 6345"/>
                  <a:gd name="connsiteX5" fmla="*/ 1143 w 6343"/>
                  <a:gd name="connsiteY5" fmla="*/ 1103 h 6345"/>
                  <a:gd name="connsiteX6" fmla="*/ 214 w 6343"/>
                  <a:gd name="connsiteY6" fmla="*/ 3346 h 6345"/>
                  <a:gd name="connsiteX7" fmla="*/ 1143 w 6343"/>
                  <a:gd name="connsiteY7" fmla="*/ 5590 h 6345"/>
                  <a:gd name="connsiteX8" fmla="*/ 3386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19"/>
                    </a:moveTo>
                    <a:cubicBezTo>
                      <a:pt x="4227" y="6519"/>
                      <a:pt x="5034" y="6185"/>
                      <a:pt x="5629" y="5590"/>
                    </a:cubicBezTo>
                    <a:cubicBezTo>
                      <a:pt x="6223" y="4995"/>
                      <a:pt x="6557" y="4188"/>
                      <a:pt x="6557" y="3346"/>
                    </a:cubicBezTo>
                    <a:cubicBezTo>
                      <a:pt x="6557" y="2505"/>
                      <a:pt x="6223" y="1698"/>
                      <a:pt x="5629" y="1103"/>
                    </a:cubicBezTo>
                    <a:cubicBezTo>
                      <a:pt x="5034" y="508"/>
                      <a:pt x="4227" y="174"/>
                      <a:pt x="3386" y="174"/>
                    </a:cubicBezTo>
                    <a:cubicBezTo>
                      <a:pt x="2545" y="174"/>
                      <a:pt x="1738" y="508"/>
                      <a:pt x="1143" y="1103"/>
                    </a:cubicBezTo>
                    <a:cubicBezTo>
                      <a:pt x="549" y="1698"/>
                      <a:pt x="214" y="2505"/>
                      <a:pt x="214" y="3346"/>
                    </a:cubicBezTo>
                    <a:cubicBezTo>
                      <a:pt x="214" y="4188"/>
                      <a:pt x="549" y="4995"/>
                      <a:pt x="1143" y="5590"/>
                    </a:cubicBezTo>
                    <a:cubicBezTo>
                      <a:pt x="1738" y="6185"/>
                      <a:pt x="2545" y="6519"/>
                      <a:pt x="3386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35" name="Freeform: Shape 4634">
                <a:extLst>
                  <a:ext uri="{FF2B5EF4-FFF2-40B4-BE49-F238E27FC236}">
                    <a16:creationId xmlns:a16="http://schemas.microsoft.com/office/drawing/2014/main" id="{33A4B0C3-9BEA-8965-3268-D13507020DB7}"/>
                  </a:ext>
                </a:extLst>
              </p:cNvPr>
              <p:cNvSpPr/>
              <p:nvPr/>
            </p:nvSpPr>
            <p:spPr>
              <a:xfrm>
                <a:off x="3571910" y="5679551"/>
                <a:ext cx="6343" cy="6345"/>
              </a:xfrm>
              <a:custGeom>
                <a:avLst/>
                <a:gdLst>
                  <a:gd name="connsiteX0" fmla="*/ 3386 w 6343"/>
                  <a:gd name="connsiteY0" fmla="*/ 6519 h 6345"/>
                  <a:gd name="connsiteX1" fmla="*/ 5629 w 6343"/>
                  <a:gd name="connsiteY1" fmla="*/ 5590 h 6345"/>
                  <a:gd name="connsiteX2" fmla="*/ 6557 w 6343"/>
                  <a:gd name="connsiteY2" fmla="*/ 3346 h 6345"/>
                  <a:gd name="connsiteX3" fmla="*/ 5629 w 6343"/>
                  <a:gd name="connsiteY3" fmla="*/ 1103 h 6345"/>
                  <a:gd name="connsiteX4" fmla="*/ 3386 w 6343"/>
                  <a:gd name="connsiteY4" fmla="*/ 173 h 6345"/>
                  <a:gd name="connsiteX5" fmla="*/ 1143 w 6343"/>
                  <a:gd name="connsiteY5" fmla="*/ 1103 h 6345"/>
                  <a:gd name="connsiteX6" fmla="*/ 214 w 6343"/>
                  <a:gd name="connsiteY6" fmla="*/ 3346 h 6345"/>
                  <a:gd name="connsiteX7" fmla="*/ 1143 w 6343"/>
                  <a:gd name="connsiteY7" fmla="*/ 5590 h 6345"/>
                  <a:gd name="connsiteX8" fmla="*/ 3386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19"/>
                    </a:moveTo>
                    <a:cubicBezTo>
                      <a:pt x="4227" y="6519"/>
                      <a:pt x="5034" y="6184"/>
                      <a:pt x="5629" y="5590"/>
                    </a:cubicBezTo>
                    <a:cubicBezTo>
                      <a:pt x="6223" y="4995"/>
                      <a:pt x="6557" y="4187"/>
                      <a:pt x="6557" y="3346"/>
                    </a:cubicBezTo>
                    <a:cubicBezTo>
                      <a:pt x="6557" y="2505"/>
                      <a:pt x="6223" y="1698"/>
                      <a:pt x="5629" y="1103"/>
                    </a:cubicBezTo>
                    <a:cubicBezTo>
                      <a:pt x="5034" y="508"/>
                      <a:pt x="4227" y="173"/>
                      <a:pt x="3386" y="173"/>
                    </a:cubicBezTo>
                    <a:cubicBezTo>
                      <a:pt x="2545" y="173"/>
                      <a:pt x="1738" y="508"/>
                      <a:pt x="1143" y="1103"/>
                    </a:cubicBezTo>
                    <a:cubicBezTo>
                      <a:pt x="549" y="1698"/>
                      <a:pt x="214" y="2505"/>
                      <a:pt x="214" y="3346"/>
                    </a:cubicBezTo>
                    <a:cubicBezTo>
                      <a:pt x="214" y="4187"/>
                      <a:pt x="549" y="4995"/>
                      <a:pt x="1143" y="5590"/>
                    </a:cubicBezTo>
                    <a:cubicBezTo>
                      <a:pt x="1738" y="6184"/>
                      <a:pt x="2545" y="6519"/>
                      <a:pt x="3386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36" name="Freeform: Shape 4635">
                <a:extLst>
                  <a:ext uri="{FF2B5EF4-FFF2-40B4-BE49-F238E27FC236}">
                    <a16:creationId xmlns:a16="http://schemas.microsoft.com/office/drawing/2014/main" id="{7817CFF3-A6CF-CE3E-A025-32AB93AC4B48}"/>
                  </a:ext>
                </a:extLst>
              </p:cNvPr>
              <p:cNvSpPr/>
              <p:nvPr/>
            </p:nvSpPr>
            <p:spPr>
              <a:xfrm>
                <a:off x="3620668" y="5683808"/>
                <a:ext cx="6343" cy="6345"/>
              </a:xfrm>
              <a:custGeom>
                <a:avLst/>
                <a:gdLst>
                  <a:gd name="connsiteX0" fmla="*/ 3390 w 6343"/>
                  <a:gd name="connsiteY0" fmla="*/ 6519 h 6345"/>
                  <a:gd name="connsiteX1" fmla="*/ 5632 w 6343"/>
                  <a:gd name="connsiteY1" fmla="*/ 5590 h 6345"/>
                  <a:gd name="connsiteX2" fmla="*/ 6561 w 6343"/>
                  <a:gd name="connsiteY2" fmla="*/ 3346 h 6345"/>
                  <a:gd name="connsiteX3" fmla="*/ 5632 w 6343"/>
                  <a:gd name="connsiteY3" fmla="*/ 1103 h 6345"/>
                  <a:gd name="connsiteX4" fmla="*/ 3390 w 6343"/>
                  <a:gd name="connsiteY4" fmla="*/ 174 h 6345"/>
                  <a:gd name="connsiteX5" fmla="*/ 1147 w 6343"/>
                  <a:gd name="connsiteY5" fmla="*/ 1103 h 6345"/>
                  <a:gd name="connsiteX6" fmla="*/ 218 w 6343"/>
                  <a:gd name="connsiteY6" fmla="*/ 3346 h 6345"/>
                  <a:gd name="connsiteX7" fmla="*/ 1147 w 6343"/>
                  <a:gd name="connsiteY7" fmla="*/ 5590 h 6345"/>
                  <a:gd name="connsiteX8" fmla="*/ 3390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9"/>
                    </a:moveTo>
                    <a:cubicBezTo>
                      <a:pt x="4231" y="6519"/>
                      <a:pt x="5038" y="6185"/>
                      <a:pt x="5632" y="5590"/>
                    </a:cubicBezTo>
                    <a:cubicBezTo>
                      <a:pt x="6227" y="4995"/>
                      <a:pt x="6561" y="4188"/>
                      <a:pt x="6561" y="3346"/>
                    </a:cubicBezTo>
                    <a:cubicBezTo>
                      <a:pt x="6561" y="2505"/>
                      <a:pt x="6227" y="1698"/>
                      <a:pt x="5632" y="1103"/>
                    </a:cubicBezTo>
                    <a:cubicBezTo>
                      <a:pt x="5038" y="508"/>
                      <a:pt x="4231" y="174"/>
                      <a:pt x="3390" y="174"/>
                    </a:cubicBezTo>
                    <a:cubicBezTo>
                      <a:pt x="2549" y="174"/>
                      <a:pt x="1742" y="508"/>
                      <a:pt x="1147" y="1103"/>
                    </a:cubicBezTo>
                    <a:cubicBezTo>
                      <a:pt x="552" y="1698"/>
                      <a:pt x="218" y="2505"/>
                      <a:pt x="218" y="3346"/>
                    </a:cubicBezTo>
                    <a:cubicBezTo>
                      <a:pt x="218" y="4188"/>
                      <a:pt x="552" y="4995"/>
                      <a:pt x="1147" y="5590"/>
                    </a:cubicBezTo>
                    <a:cubicBezTo>
                      <a:pt x="1742" y="6185"/>
                      <a:pt x="2549" y="6519"/>
                      <a:pt x="3390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37" name="Freeform: Shape 4636">
                <a:extLst>
                  <a:ext uri="{FF2B5EF4-FFF2-40B4-BE49-F238E27FC236}">
                    <a16:creationId xmlns:a16="http://schemas.microsoft.com/office/drawing/2014/main" id="{350A3587-E645-E102-E9C1-56F939F497E9}"/>
                  </a:ext>
                </a:extLst>
              </p:cNvPr>
              <p:cNvSpPr/>
              <p:nvPr/>
            </p:nvSpPr>
            <p:spPr>
              <a:xfrm>
                <a:off x="3619332" y="5681908"/>
                <a:ext cx="6343" cy="6345"/>
              </a:xfrm>
              <a:custGeom>
                <a:avLst/>
                <a:gdLst>
                  <a:gd name="connsiteX0" fmla="*/ 3390 w 6343"/>
                  <a:gd name="connsiteY0" fmla="*/ 6519 h 6345"/>
                  <a:gd name="connsiteX1" fmla="*/ 5632 w 6343"/>
                  <a:gd name="connsiteY1" fmla="*/ 5590 h 6345"/>
                  <a:gd name="connsiteX2" fmla="*/ 6561 w 6343"/>
                  <a:gd name="connsiteY2" fmla="*/ 3346 h 6345"/>
                  <a:gd name="connsiteX3" fmla="*/ 5632 w 6343"/>
                  <a:gd name="connsiteY3" fmla="*/ 1103 h 6345"/>
                  <a:gd name="connsiteX4" fmla="*/ 3390 w 6343"/>
                  <a:gd name="connsiteY4" fmla="*/ 174 h 6345"/>
                  <a:gd name="connsiteX5" fmla="*/ 1147 w 6343"/>
                  <a:gd name="connsiteY5" fmla="*/ 1103 h 6345"/>
                  <a:gd name="connsiteX6" fmla="*/ 218 w 6343"/>
                  <a:gd name="connsiteY6" fmla="*/ 3346 h 6345"/>
                  <a:gd name="connsiteX7" fmla="*/ 1147 w 6343"/>
                  <a:gd name="connsiteY7" fmla="*/ 5590 h 6345"/>
                  <a:gd name="connsiteX8" fmla="*/ 3390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9"/>
                    </a:moveTo>
                    <a:cubicBezTo>
                      <a:pt x="4231" y="6519"/>
                      <a:pt x="5038" y="6185"/>
                      <a:pt x="5632" y="5590"/>
                    </a:cubicBezTo>
                    <a:cubicBezTo>
                      <a:pt x="6227" y="4995"/>
                      <a:pt x="6561" y="4188"/>
                      <a:pt x="6561" y="3346"/>
                    </a:cubicBezTo>
                    <a:cubicBezTo>
                      <a:pt x="6561" y="2505"/>
                      <a:pt x="6227" y="1698"/>
                      <a:pt x="5632" y="1103"/>
                    </a:cubicBezTo>
                    <a:cubicBezTo>
                      <a:pt x="5038" y="508"/>
                      <a:pt x="4231" y="174"/>
                      <a:pt x="3390" y="174"/>
                    </a:cubicBezTo>
                    <a:cubicBezTo>
                      <a:pt x="2549" y="174"/>
                      <a:pt x="1742" y="508"/>
                      <a:pt x="1147" y="1103"/>
                    </a:cubicBezTo>
                    <a:cubicBezTo>
                      <a:pt x="552" y="1698"/>
                      <a:pt x="218" y="2505"/>
                      <a:pt x="218" y="3346"/>
                    </a:cubicBezTo>
                    <a:cubicBezTo>
                      <a:pt x="218" y="4188"/>
                      <a:pt x="552" y="4995"/>
                      <a:pt x="1147" y="5590"/>
                    </a:cubicBezTo>
                    <a:cubicBezTo>
                      <a:pt x="1742" y="6185"/>
                      <a:pt x="2549" y="6519"/>
                      <a:pt x="3390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38" name="Freeform: Shape 4637">
                <a:extLst>
                  <a:ext uri="{FF2B5EF4-FFF2-40B4-BE49-F238E27FC236}">
                    <a16:creationId xmlns:a16="http://schemas.microsoft.com/office/drawing/2014/main" id="{18E902F4-F3E7-E8B7-695C-0CE996D62969}"/>
                  </a:ext>
                </a:extLst>
              </p:cNvPr>
              <p:cNvSpPr/>
              <p:nvPr/>
            </p:nvSpPr>
            <p:spPr>
              <a:xfrm>
                <a:off x="3623345" y="5681155"/>
                <a:ext cx="6343" cy="6345"/>
              </a:xfrm>
              <a:custGeom>
                <a:avLst/>
                <a:gdLst>
                  <a:gd name="connsiteX0" fmla="*/ 3390 w 6343"/>
                  <a:gd name="connsiteY0" fmla="*/ 6519 h 6345"/>
                  <a:gd name="connsiteX1" fmla="*/ 5633 w 6343"/>
                  <a:gd name="connsiteY1" fmla="*/ 5590 h 6345"/>
                  <a:gd name="connsiteX2" fmla="*/ 6562 w 6343"/>
                  <a:gd name="connsiteY2" fmla="*/ 3346 h 6345"/>
                  <a:gd name="connsiteX3" fmla="*/ 5633 w 6343"/>
                  <a:gd name="connsiteY3" fmla="*/ 1103 h 6345"/>
                  <a:gd name="connsiteX4" fmla="*/ 3390 w 6343"/>
                  <a:gd name="connsiteY4" fmla="*/ 173 h 6345"/>
                  <a:gd name="connsiteX5" fmla="*/ 1147 w 6343"/>
                  <a:gd name="connsiteY5" fmla="*/ 1103 h 6345"/>
                  <a:gd name="connsiteX6" fmla="*/ 218 w 6343"/>
                  <a:gd name="connsiteY6" fmla="*/ 3346 h 6345"/>
                  <a:gd name="connsiteX7" fmla="*/ 1147 w 6343"/>
                  <a:gd name="connsiteY7" fmla="*/ 5590 h 6345"/>
                  <a:gd name="connsiteX8" fmla="*/ 3390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9"/>
                    </a:moveTo>
                    <a:cubicBezTo>
                      <a:pt x="4231" y="6519"/>
                      <a:pt x="5038" y="6185"/>
                      <a:pt x="5633" y="5590"/>
                    </a:cubicBezTo>
                    <a:cubicBezTo>
                      <a:pt x="6227" y="4995"/>
                      <a:pt x="6562" y="4188"/>
                      <a:pt x="6562" y="3346"/>
                    </a:cubicBezTo>
                    <a:cubicBezTo>
                      <a:pt x="6562" y="2505"/>
                      <a:pt x="6227" y="1698"/>
                      <a:pt x="5633" y="1103"/>
                    </a:cubicBezTo>
                    <a:cubicBezTo>
                      <a:pt x="5038" y="508"/>
                      <a:pt x="4231" y="173"/>
                      <a:pt x="3390" y="173"/>
                    </a:cubicBezTo>
                    <a:cubicBezTo>
                      <a:pt x="2549" y="173"/>
                      <a:pt x="1742" y="508"/>
                      <a:pt x="1147" y="1103"/>
                    </a:cubicBezTo>
                    <a:cubicBezTo>
                      <a:pt x="553" y="1698"/>
                      <a:pt x="218" y="2505"/>
                      <a:pt x="218" y="3346"/>
                    </a:cubicBezTo>
                    <a:cubicBezTo>
                      <a:pt x="218" y="4188"/>
                      <a:pt x="553" y="4995"/>
                      <a:pt x="1147" y="5590"/>
                    </a:cubicBezTo>
                    <a:cubicBezTo>
                      <a:pt x="1742" y="6185"/>
                      <a:pt x="2549" y="6519"/>
                      <a:pt x="3390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39" name="Freeform: Shape 4638">
                <a:extLst>
                  <a:ext uri="{FF2B5EF4-FFF2-40B4-BE49-F238E27FC236}">
                    <a16:creationId xmlns:a16="http://schemas.microsoft.com/office/drawing/2014/main" id="{0A56FD86-ED19-AF5C-47C8-92CFCC8FF14C}"/>
                  </a:ext>
                </a:extLst>
              </p:cNvPr>
              <p:cNvSpPr/>
              <p:nvPr/>
            </p:nvSpPr>
            <p:spPr>
              <a:xfrm>
                <a:off x="3615960" y="5676227"/>
                <a:ext cx="6343" cy="6345"/>
              </a:xfrm>
              <a:custGeom>
                <a:avLst/>
                <a:gdLst>
                  <a:gd name="connsiteX0" fmla="*/ 3389 w 6343"/>
                  <a:gd name="connsiteY0" fmla="*/ 6519 h 6345"/>
                  <a:gd name="connsiteX1" fmla="*/ 5632 w 6343"/>
                  <a:gd name="connsiteY1" fmla="*/ 5589 h 6345"/>
                  <a:gd name="connsiteX2" fmla="*/ 6561 w 6343"/>
                  <a:gd name="connsiteY2" fmla="*/ 3346 h 6345"/>
                  <a:gd name="connsiteX3" fmla="*/ 5632 w 6343"/>
                  <a:gd name="connsiteY3" fmla="*/ 1102 h 6345"/>
                  <a:gd name="connsiteX4" fmla="*/ 3389 w 6343"/>
                  <a:gd name="connsiteY4" fmla="*/ 173 h 6345"/>
                  <a:gd name="connsiteX5" fmla="*/ 1147 w 6343"/>
                  <a:gd name="connsiteY5" fmla="*/ 1102 h 6345"/>
                  <a:gd name="connsiteX6" fmla="*/ 218 w 6343"/>
                  <a:gd name="connsiteY6" fmla="*/ 3346 h 6345"/>
                  <a:gd name="connsiteX7" fmla="*/ 1147 w 6343"/>
                  <a:gd name="connsiteY7" fmla="*/ 5589 h 6345"/>
                  <a:gd name="connsiteX8" fmla="*/ 3389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19"/>
                    </a:moveTo>
                    <a:cubicBezTo>
                      <a:pt x="4231" y="6519"/>
                      <a:pt x="5037" y="6184"/>
                      <a:pt x="5632" y="5589"/>
                    </a:cubicBezTo>
                    <a:cubicBezTo>
                      <a:pt x="6227" y="4994"/>
                      <a:pt x="6561" y="4187"/>
                      <a:pt x="6561" y="3346"/>
                    </a:cubicBezTo>
                    <a:cubicBezTo>
                      <a:pt x="6561" y="2504"/>
                      <a:pt x="6227" y="1697"/>
                      <a:pt x="5632" y="1102"/>
                    </a:cubicBezTo>
                    <a:cubicBezTo>
                      <a:pt x="5037" y="507"/>
                      <a:pt x="4231" y="173"/>
                      <a:pt x="3389" y="173"/>
                    </a:cubicBezTo>
                    <a:cubicBezTo>
                      <a:pt x="2548" y="173"/>
                      <a:pt x="1742" y="507"/>
                      <a:pt x="1147" y="1102"/>
                    </a:cubicBezTo>
                    <a:cubicBezTo>
                      <a:pt x="552" y="1697"/>
                      <a:pt x="218" y="2504"/>
                      <a:pt x="218" y="3346"/>
                    </a:cubicBezTo>
                    <a:cubicBezTo>
                      <a:pt x="218" y="4187"/>
                      <a:pt x="552" y="4994"/>
                      <a:pt x="1147" y="5589"/>
                    </a:cubicBezTo>
                    <a:cubicBezTo>
                      <a:pt x="1742" y="6184"/>
                      <a:pt x="2548" y="6519"/>
                      <a:pt x="3389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40" name="Freeform: Shape 4639">
                <a:extLst>
                  <a:ext uri="{FF2B5EF4-FFF2-40B4-BE49-F238E27FC236}">
                    <a16:creationId xmlns:a16="http://schemas.microsoft.com/office/drawing/2014/main" id="{E94ECE13-DB7D-872E-70EC-9AB0360311B0}"/>
                  </a:ext>
                </a:extLst>
              </p:cNvPr>
              <p:cNvSpPr/>
              <p:nvPr/>
            </p:nvSpPr>
            <p:spPr>
              <a:xfrm>
                <a:off x="3613902" y="5674074"/>
                <a:ext cx="6343" cy="6345"/>
              </a:xfrm>
              <a:custGeom>
                <a:avLst/>
                <a:gdLst>
                  <a:gd name="connsiteX0" fmla="*/ 3389 w 6343"/>
                  <a:gd name="connsiteY0" fmla="*/ 6518 h 6345"/>
                  <a:gd name="connsiteX1" fmla="*/ 5632 w 6343"/>
                  <a:gd name="connsiteY1" fmla="*/ 5589 h 6345"/>
                  <a:gd name="connsiteX2" fmla="*/ 6561 w 6343"/>
                  <a:gd name="connsiteY2" fmla="*/ 3346 h 6345"/>
                  <a:gd name="connsiteX3" fmla="*/ 5632 w 6343"/>
                  <a:gd name="connsiteY3" fmla="*/ 1102 h 6345"/>
                  <a:gd name="connsiteX4" fmla="*/ 3389 w 6343"/>
                  <a:gd name="connsiteY4" fmla="*/ 173 h 6345"/>
                  <a:gd name="connsiteX5" fmla="*/ 1147 w 6343"/>
                  <a:gd name="connsiteY5" fmla="*/ 1102 h 6345"/>
                  <a:gd name="connsiteX6" fmla="*/ 218 w 6343"/>
                  <a:gd name="connsiteY6" fmla="*/ 3346 h 6345"/>
                  <a:gd name="connsiteX7" fmla="*/ 1147 w 6343"/>
                  <a:gd name="connsiteY7" fmla="*/ 5589 h 6345"/>
                  <a:gd name="connsiteX8" fmla="*/ 3389 w 6343"/>
                  <a:gd name="connsiteY8" fmla="*/ 651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18"/>
                    </a:moveTo>
                    <a:cubicBezTo>
                      <a:pt x="4230" y="6518"/>
                      <a:pt x="5037" y="6184"/>
                      <a:pt x="5632" y="5589"/>
                    </a:cubicBezTo>
                    <a:cubicBezTo>
                      <a:pt x="6227" y="4994"/>
                      <a:pt x="6561" y="4187"/>
                      <a:pt x="6561" y="3346"/>
                    </a:cubicBezTo>
                    <a:cubicBezTo>
                      <a:pt x="6561" y="2504"/>
                      <a:pt x="6227" y="1697"/>
                      <a:pt x="5632" y="1102"/>
                    </a:cubicBezTo>
                    <a:cubicBezTo>
                      <a:pt x="5037" y="507"/>
                      <a:pt x="4230" y="173"/>
                      <a:pt x="3389" y="173"/>
                    </a:cubicBezTo>
                    <a:cubicBezTo>
                      <a:pt x="2548" y="173"/>
                      <a:pt x="1741" y="507"/>
                      <a:pt x="1147" y="1102"/>
                    </a:cubicBezTo>
                    <a:cubicBezTo>
                      <a:pt x="552" y="1697"/>
                      <a:pt x="218" y="2504"/>
                      <a:pt x="218" y="3346"/>
                    </a:cubicBezTo>
                    <a:cubicBezTo>
                      <a:pt x="218" y="4187"/>
                      <a:pt x="552" y="4994"/>
                      <a:pt x="1147" y="5589"/>
                    </a:cubicBezTo>
                    <a:cubicBezTo>
                      <a:pt x="1741" y="6184"/>
                      <a:pt x="2548" y="6518"/>
                      <a:pt x="3389" y="65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41" name="Freeform: Shape 4640">
                <a:extLst>
                  <a:ext uri="{FF2B5EF4-FFF2-40B4-BE49-F238E27FC236}">
                    <a16:creationId xmlns:a16="http://schemas.microsoft.com/office/drawing/2014/main" id="{D6858FDE-1D1E-000A-0559-C3FEF4966988}"/>
                  </a:ext>
                </a:extLst>
              </p:cNvPr>
              <p:cNvSpPr/>
              <p:nvPr/>
            </p:nvSpPr>
            <p:spPr>
              <a:xfrm>
                <a:off x="3614422" y="5672518"/>
                <a:ext cx="6343" cy="6345"/>
              </a:xfrm>
              <a:custGeom>
                <a:avLst/>
                <a:gdLst>
                  <a:gd name="connsiteX0" fmla="*/ 3389 w 6343"/>
                  <a:gd name="connsiteY0" fmla="*/ 6518 h 6345"/>
                  <a:gd name="connsiteX1" fmla="*/ 5632 w 6343"/>
                  <a:gd name="connsiteY1" fmla="*/ 5589 h 6345"/>
                  <a:gd name="connsiteX2" fmla="*/ 6561 w 6343"/>
                  <a:gd name="connsiteY2" fmla="*/ 3346 h 6345"/>
                  <a:gd name="connsiteX3" fmla="*/ 5632 w 6343"/>
                  <a:gd name="connsiteY3" fmla="*/ 1102 h 6345"/>
                  <a:gd name="connsiteX4" fmla="*/ 3389 w 6343"/>
                  <a:gd name="connsiteY4" fmla="*/ 173 h 6345"/>
                  <a:gd name="connsiteX5" fmla="*/ 1147 w 6343"/>
                  <a:gd name="connsiteY5" fmla="*/ 1102 h 6345"/>
                  <a:gd name="connsiteX6" fmla="*/ 218 w 6343"/>
                  <a:gd name="connsiteY6" fmla="*/ 3346 h 6345"/>
                  <a:gd name="connsiteX7" fmla="*/ 1147 w 6343"/>
                  <a:gd name="connsiteY7" fmla="*/ 5589 h 6345"/>
                  <a:gd name="connsiteX8" fmla="*/ 3389 w 6343"/>
                  <a:gd name="connsiteY8" fmla="*/ 651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18"/>
                    </a:moveTo>
                    <a:cubicBezTo>
                      <a:pt x="4230" y="6518"/>
                      <a:pt x="5037" y="6184"/>
                      <a:pt x="5632" y="5589"/>
                    </a:cubicBezTo>
                    <a:cubicBezTo>
                      <a:pt x="6227" y="4994"/>
                      <a:pt x="6561" y="4187"/>
                      <a:pt x="6561" y="3346"/>
                    </a:cubicBezTo>
                    <a:cubicBezTo>
                      <a:pt x="6561" y="2504"/>
                      <a:pt x="6227" y="1697"/>
                      <a:pt x="5632" y="1102"/>
                    </a:cubicBezTo>
                    <a:cubicBezTo>
                      <a:pt x="5037" y="507"/>
                      <a:pt x="4230" y="173"/>
                      <a:pt x="3389" y="173"/>
                    </a:cubicBezTo>
                    <a:cubicBezTo>
                      <a:pt x="2548" y="173"/>
                      <a:pt x="1741" y="507"/>
                      <a:pt x="1147" y="1102"/>
                    </a:cubicBezTo>
                    <a:cubicBezTo>
                      <a:pt x="552" y="1697"/>
                      <a:pt x="218" y="2504"/>
                      <a:pt x="218" y="3346"/>
                    </a:cubicBezTo>
                    <a:cubicBezTo>
                      <a:pt x="218" y="4187"/>
                      <a:pt x="552" y="4994"/>
                      <a:pt x="1147" y="5589"/>
                    </a:cubicBezTo>
                    <a:cubicBezTo>
                      <a:pt x="1741" y="6184"/>
                      <a:pt x="2548" y="6518"/>
                      <a:pt x="3389" y="65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42" name="Freeform: Shape 4641">
                <a:extLst>
                  <a:ext uri="{FF2B5EF4-FFF2-40B4-BE49-F238E27FC236}">
                    <a16:creationId xmlns:a16="http://schemas.microsoft.com/office/drawing/2014/main" id="{1541DFC5-71C4-36E6-07F9-C9E90801A601}"/>
                  </a:ext>
                </a:extLst>
              </p:cNvPr>
              <p:cNvSpPr/>
              <p:nvPr/>
            </p:nvSpPr>
            <p:spPr>
              <a:xfrm>
                <a:off x="3614403" y="5670828"/>
                <a:ext cx="6343" cy="6345"/>
              </a:xfrm>
              <a:custGeom>
                <a:avLst/>
                <a:gdLst>
                  <a:gd name="connsiteX0" fmla="*/ 3389 w 6343"/>
                  <a:gd name="connsiteY0" fmla="*/ 6518 h 6345"/>
                  <a:gd name="connsiteX1" fmla="*/ 5632 w 6343"/>
                  <a:gd name="connsiteY1" fmla="*/ 5589 h 6345"/>
                  <a:gd name="connsiteX2" fmla="*/ 6561 w 6343"/>
                  <a:gd name="connsiteY2" fmla="*/ 3345 h 6345"/>
                  <a:gd name="connsiteX3" fmla="*/ 5632 w 6343"/>
                  <a:gd name="connsiteY3" fmla="*/ 1102 h 6345"/>
                  <a:gd name="connsiteX4" fmla="*/ 3389 w 6343"/>
                  <a:gd name="connsiteY4" fmla="*/ 173 h 6345"/>
                  <a:gd name="connsiteX5" fmla="*/ 1147 w 6343"/>
                  <a:gd name="connsiteY5" fmla="*/ 1102 h 6345"/>
                  <a:gd name="connsiteX6" fmla="*/ 218 w 6343"/>
                  <a:gd name="connsiteY6" fmla="*/ 3345 h 6345"/>
                  <a:gd name="connsiteX7" fmla="*/ 1147 w 6343"/>
                  <a:gd name="connsiteY7" fmla="*/ 5589 h 6345"/>
                  <a:gd name="connsiteX8" fmla="*/ 3389 w 6343"/>
                  <a:gd name="connsiteY8" fmla="*/ 651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18"/>
                    </a:moveTo>
                    <a:cubicBezTo>
                      <a:pt x="4230" y="6518"/>
                      <a:pt x="5037" y="6184"/>
                      <a:pt x="5632" y="5589"/>
                    </a:cubicBezTo>
                    <a:cubicBezTo>
                      <a:pt x="6227" y="4994"/>
                      <a:pt x="6561" y="4187"/>
                      <a:pt x="6561" y="3345"/>
                    </a:cubicBezTo>
                    <a:cubicBezTo>
                      <a:pt x="6561" y="2504"/>
                      <a:pt x="6227" y="1697"/>
                      <a:pt x="5632" y="1102"/>
                    </a:cubicBezTo>
                    <a:cubicBezTo>
                      <a:pt x="5037" y="507"/>
                      <a:pt x="4230" y="173"/>
                      <a:pt x="3389" y="173"/>
                    </a:cubicBezTo>
                    <a:cubicBezTo>
                      <a:pt x="2548" y="173"/>
                      <a:pt x="1741" y="507"/>
                      <a:pt x="1147" y="1102"/>
                    </a:cubicBezTo>
                    <a:cubicBezTo>
                      <a:pt x="552" y="1697"/>
                      <a:pt x="218" y="2504"/>
                      <a:pt x="218" y="3345"/>
                    </a:cubicBezTo>
                    <a:cubicBezTo>
                      <a:pt x="218" y="4187"/>
                      <a:pt x="552" y="4994"/>
                      <a:pt x="1147" y="5589"/>
                    </a:cubicBezTo>
                    <a:cubicBezTo>
                      <a:pt x="1741" y="6184"/>
                      <a:pt x="2548" y="6518"/>
                      <a:pt x="3389" y="65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43" name="Freeform: Shape 4642">
                <a:extLst>
                  <a:ext uri="{FF2B5EF4-FFF2-40B4-BE49-F238E27FC236}">
                    <a16:creationId xmlns:a16="http://schemas.microsoft.com/office/drawing/2014/main" id="{3D15C786-D29C-D5C0-6680-B04335BF8D25}"/>
                  </a:ext>
                </a:extLst>
              </p:cNvPr>
              <p:cNvSpPr/>
              <p:nvPr/>
            </p:nvSpPr>
            <p:spPr>
              <a:xfrm>
                <a:off x="3517675" y="5436501"/>
                <a:ext cx="6343" cy="6345"/>
              </a:xfrm>
              <a:custGeom>
                <a:avLst/>
                <a:gdLst>
                  <a:gd name="connsiteX0" fmla="*/ 3382 w 6343"/>
                  <a:gd name="connsiteY0" fmla="*/ 6500 h 6345"/>
                  <a:gd name="connsiteX1" fmla="*/ 5624 w 6343"/>
                  <a:gd name="connsiteY1" fmla="*/ 5570 h 6345"/>
                  <a:gd name="connsiteX2" fmla="*/ 6553 w 6343"/>
                  <a:gd name="connsiteY2" fmla="*/ 3327 h 6345"/>
                  <a:gd name="connsiteX3" fmla="*/ 5624 w 6343"/>
                  <a:gd name="connsiteY3" fmla="*/ 1083 h 6345"/>
                  <a:gd name="connsiteX4" fmla="*/ 3382 w 6343"/>
                  <a:gd name="connsiteY4" fmla="*/ 154 h 6345"/>
                  <a:gd name="connsiteX5" fmla="*/ 1139 w 6343"/>
                  <a:gd name="connsiteY5" fmla="*/ 1083 h 6345"/>
                  <a:gd name="connsiteX6" fmla="*/ 210 w 6343"/>
                  <a:gd name="connsiteY6" fmla="*/ 3327 h 6345"/>
                  <a:gd name="connsiteX7" fmla="*/ 1139 w 6343"/>
                  <a:gd name="connsiteY7" fmla="*/ 5570 h 6345"/>
                  <a:gd name="connsiteX8" fmla="*/ 3382 w 6343"/>
                  <a:gd name="connsiteY8" fmla="*/ 650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00"/>
                    </a:moveTo>
                    <a:cubicBezTo>
                      <a:pt x="4223" y="6500"/>
                      <a:pt x="5030" y="6165"/>
                      <a:pt x="5624" y="5570"/>
                    </a:cubicBezTo>
                    <a:cubicBezTo>
                      <a:pt x="6219" y="4975"/>
                      <a:pt x="6553" y="4168"/>
                      <a:pt x="6553" y="3327"/>
                    </a:cubicBezTo>
                    <a:cubicBezTo>
                      <a:pt x="6553" y="2486"/>
                      <a:pt x="6219" y="1678"/>
                      <a:pt x="5624" y="1083"/>
                    </a:cubicBezTo>
                    <a:cubicBezTo>
                      <a:pt x="5030" y="489"/>
                      <a:pt x="4223" y="154"/>
                      <a:pt x="3382" y="154"/>
                    </a:cubicBezTo>
                    <a:cubicBezTo>
                      <a:pt x="2541" y="154"/>
                      <a:pt x="1734" y="489"/>
                      <a:pt x="1139" y="1083"/>
                    </a:cubicBezTo>
                    <a:cubicBezTo>
                      <a:pt x="544" y="1678"/>
                      <a:pt x="210" y="2486"/>
                      <a:pt x="210" y="3327"/>
                    </a:cubicBezTo>
                    <a:cubicBezTo>
                      <a:pt x="210" y="4168"/>
                      <a:pt x="544" y="4975"/>
                      <a:pt x="1139" y="5570"/>
                    </a:cubicBezTo>
                    <a:cubicBezTo>
                      <a:pt x="1734" y="6165"/>
                      <a:pt x="2541" y="6500"/>
                      <a:pt x="3382" y="65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44" name="Freeform: Shape 4643">
                <a:extLst>
                  <a:ext uri="{FF2B5EF4-FFF2-40B4-BE49-F238E27FC236}">
                    <a16:creationId xmlns:a16="http://schemas.microsoft.com/office/drawing/2014/main" id="{B74111E1-AD60-3066-CC04-750F27D14A96}"/>
                  </a:ext>
                </a:extLst>
              </p:cNvPr>
              <p:cNvSpPr/>
              <p:nvPr/>
            </p:nvSpPr>
            <p:spPr>
              <a:xfrm>
                <a:off x="3520985" y="5435577"/>
                <a:ext cx="6343" cy="6345"/>
              </a:xfrm>
              <a:custGeom>
                <a:avLst/>
                <a:gdLst>
                  <a:gd name="connsiteX0" fmla="*/ 3382 w 6343"/>
                  <a:gd name="connsiteY0" fmla="*/ 6500 h 6345"/>
                  <a:gd name="connsiteX1" fmla="*/ 5625 w 6343"/>
                  <a:gd name="connsiteY1" fmla="*/ 5570 h 6345"/>
                  <a:gd name="connsiteX2" fmla="*/ 6553 w 6343"/>
                  <a:gd name="connsiteY2" fmla="*/ 3327 h 6345"/>
                  <a:gd name="connsiteX3" fmla="*/ 5625 w 6343"/>
                  <a:gd name="connsiteY3" fmla="*/ 1083 h 6345"/>
                  <a:gd name="connsiteX4" fmla="*/ 3382 w 6343"/>
                  <a:gd name="connsiteY4" fmla="*/ 154 h 6345"/>
                  <a:gd name="connsiteX5" fmla="*/ 1139 w 6343"/>
                  <a:gd name="connsiteY5" fmla="*/ 1083 h 6345"/>
                  <a:gd name="connsiteX6" fmla="*/ 210 w 6343"/>
                  <a:gd name="connsiteY6" fmla="*/ 3327 h 6345"/>
                  <a:gd name="connsiteX7" fmla="*/ 1139 w 6343"/>
                  <a:gd name="connsiteY7" fmla="*/ 5570 h 6345"/>
                  <a:gd name="connsiteX8" fmla="*/ 3382 w 6343"/>
                  <a:gd name="connsiteY8" fmla="*/ 650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00"/>
                    </a:moveTo>
                    <a:cubicBezTo>
                      <a:pt x="4223" y="6500"/>
                      <a:pt x="5030" y="6165"/>
                      <a:pt x="5625" y="5570"/>
                    </a:cubicBezTo>
                    <a:cubicBezTo>
                      <a:pt x="6219" y="4975"/>
                      <a:pt x="6553" y="4168"/>
                      <a:pt x="6553" y="3327"/>
                    </a:cubicBezTo>
                    <a:cubicBezTo>
                      <a:pt x="6553" y="2485"/>
                      <a:pt x="6219" y="1678"/>
                      <a:pt x="5625" y="1083"/>
                    </a:cubicBezTo>
                    <a:cubicBezTo>
                      <a:pt x="5030" y="488"/>
                      <a:pt x="4223" y="154"/>
                      <a:pt x="3382" y="154"/>
                    </a:cubicBezTo>
                    <a:cubicBezTo>
                      <a:pt x="2541" y="154"/>
                      <a:pt x="1734" y="488"/>
                      <a:pt x="1139" y="1083"/>
                    </a:cubicBezTo>
                    <a:cubicBezTo>
                      <a:pt x="545" y="1678"/>
                      <a:pt x="210" y="2485"/>
                      <a:pt x="210" y="3327"/>
                    </a:cubicBezTo>
                    <a:cubicBezTo>
                      <a:pt x="210" y="4168"/>
                      <a:pt x="545" y="4975"/>
                      <a:pt x="1139" y="5570"/>
                    </a:cubicBezTo>
                    <a:cubicBezTo>
                      <a:pt x="1734" y="6165"/>
                      <a:pt x="2541" y="6500"/>
                      <a:pt x="3382" y="65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45" name="Freeform: Shape 4644">
                <a:extLst>
                  <a:ext uri="{FF2B5EF4-FFF2-40B4-BE49-F238E27FC236}">
                    <a16:creationId xmlns:a16="http://schemas.microsoft.com/office/drawing/2014/main" id="{C2D318EB-99F8-EB24-C4A4-6D04F3CC6E56}"/>
                  </a:ext>
                </a:extLst>
              </p:cNvPr>
              <p:cNvSpPr/>
              <p:nvPr/>
            </p:nvSpPr>
            <p:spPr>
              <a:xfrm>
                <a:off x="3524471" y="5434836"/>
                <a:ext cx="6343" cy="6345"/>
              </a:xfrm>
              <a:custGeom>
                <a:avLst/>
                <a:gdLst>
                  <a:gd name="connsiteX0" fmla="*/ 3382 w 6343"/>
                  <a:gd name="connsiteY0" fmla="*/ 6499 h 6345"/>
                  <a:gd name="connsiteX1" fmla="*/ 5625 w 6343"/>
                  <a:gd name="connsiteY1" fmla="*/ 5570 h 6345"/>
                  <a:gd name="connsiteX2" fmla="*/ 6554 w 6343"/>
                  <a:gd name="connsiteY2" fmla="*/ 3327 h 6345"/>
                  <a:gd name="connsiteX3" fmla="*/ 5625 w 6343"/>
                  <a:gd name="connsiteY3" fmla="*/ 1083 h 6345"/>
                  <a:gd name="connsiteX4" fmla="*/ 3382 w 6343"/>
                  <a:gd name="connsiteY4" fmla="*/ 154 h 6345"/>
                  <a:gd name="connsiteX5" fmla="*/ 1140 w 6343"/>
                  <a:gd name="connsiteY5" fmla="*/ 1083 h 6345"/>
                  <a:gd name="connsiteX6" fmla="*/ 211 w 6343"/>
                  <a:gd name="connsiteY6" fmla="*/ 3327 h 6345"/>
                  <a:gd name="connsiteX7" fmla="*/ 1140 w 6343"/>
                  <a:gd name="connsiteY7" fmla="*/ 5570 h 6345"/>
                  <a:gd name="connsiteX8" fmla="*/ 3382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99"/>
                    </a:moveTo>
                    <a:cubicBezTo>
                      <a:pt x="4223" y="6499"/>
                      <a:pt x="5030" y="6165"/>
                      <a:pt x="5625" y="5570"/>
                    </a:cubicBezTo>
                    <a:cubicBezTo>
                      <a:pt x="6220" y="4975"/>
                      <a:pt x="6554" y="4168"/>
                      <a:pt x="6554" y="3327"/>
                    </a:cubicBezTo>
                    <a:cubicBezTo>
                      <a:pt x="6554" y="2485"/>
                      <a:pt x="6220" y="1678"/>
                      <a:pt x="5625" y="1083"/>
                    </a:cubicBezTo>
                    <a:cubicBezTo>
                      <a:pt x="5030" y="488"/>
                      <a:pt x="4223" y="154"/>
                      <a:pt x="3382" y="154"/>
                    </a:cubicBezTo>
                    <a:cubicBezTo>
                      <a:pt x="2541" y="154"/>
                      <a:pt x="1734" y="488"/>
                      <a:pt x="1140" y="1083"/>
                    </a:cubicBezTo>
                    <a:cubicBezTo>
                      <a:pt x="545" y="1678"/>
                      <a:pt x="211" y="2485"/>
                      <a:pt x="211" y="3327"/>
                    </a:cubicBezTo>
                    <a:cubicBezTo>
                      <a:pt x="211" y="4168"/>
                      <a:pt x="545" y="4975"/>
                      <a:pt x="1140" y="5570"/>
                    </a:cubicBezTo>
                    <a:cubicBezTo>
                      <a:pt x="1734" y="6165"/>
                      <a:pt x="2541" y="6499"/>
                      <a:pt x="3382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46" name="Freeform: Shape 4645">
                <a:extLst>
                  <a:ext uri="{FF2B5EF4-FFF2-40B4-BE49-F238E27FC236}">
                    <a16:creationId xmlns:a16="http://schemas.microsoft.com/office/drawing/2014/main" id="{B0E56938-0F89-51B6-63E1-98A8E14A9417}"/>
                  </a:ext>
                </a:extLst>
              </p:cNvPr>
              <p:cNvSpPr/>
              <p:nvPr/>
            </p:nvSpPr>
            <p:spPr>
              <a:xfrm>
                <a:off x="3532524" y="5434416"/>
                <a:ext cx="6343" cy="6345"/>
              </a:xfrm>
              <a:custGeom>
                <a:avLst/>
                <a:gdLst>
                  <a:gd name="connsiteX0" fmla="*/ 3383 w 6343"/>
                  <a:gd name="connsiteY0" fmla="*/ 6499 h 6345"/>
                  <a:gd name="connsiteX1" fmla="*/ 5625 w 6343"/>
                  <a:gd name="connsiteY1" fmla="*/ 5570 h 6345"/>
                  <a:gd name="connsiteX2" fmla="*/ 6554 w 6343"/>
                  <a:gd name="connsiteY2" fmla="*/ 3327 h 6345"/>
                  <a:gd name="connsiteX3" fmla="*/ 5625 w 6343"/>
                  <a:gd name="connsiteY3" fmla="*/ 1083 h 6345"/>
                  <a:gd name="connsiteX4" fmla="*/ 3383 w 6343"/>
                  <a:gd name="connsiteY4" fmla="*/ 154 h 6345"/>
                  <a:gd name="connsiteX5" fmla="*/ 1140 w 6343"/>
                  <a:gd name="connsiteY5" fmla="*/ 1083 h 6345"/>
                  <a:gd name="connsiteX6" fmla="*/ 211 w 6343"/>
                  <a:gd name="connsiteY6" fmla="*/ 3327 h 6345"/>
                  <a:gd name="connsiteX7" fmla="*/ 1140 w 6343"/>
                  <a:gd name="connsiteY7" fmla="*/ 5570 h 6345"/>
                  <a:gd name="connsiteX8" fmla="*/ 3383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9"/>
                    </a:moveTo>
                    <a:cubicBezTo>
                      <a:pt x="4224" y="6499"/>
                      <a:pt x="5031" y="6165"/>
                      <a:pt x="5625" y="5570"/>
                    </a:cubicBezTo>
                    <a:cubicBezTo>
                      <a:pt x="6220" y="4975"/>
                      <a:pt x="6554" y="4168"/>
                      <a:pt x="6554" y="3327"/>
                    </a:cubicBezTo>
                    <a:cubicBezTo>
                      <a:pt x="6554" y="2485"/>
                      <a:pt x="6220" y="1678"/>
                      <a:pt x="5625" y="1083"/>
                    </a:cubicBezTo>
                    <a:cubicBezTo>
                      <a:pt x="5031" y="488"/>
                      <a:pt x="4224" y="154"/>
                      <a:pt x="3383" y="154"/>
                    </a:cubicBezTo>
                    <a:cubicBezTo>
                      <a:pt x="2542" y="154"/>
                      <a:pt x="1735" y="488"/>
                      <a:pt x="1140" y="1083"/>
                    </a:cubicBezTo>
                    <a:cubicBezTo>
                      <a:pt x="545" y="1678"/>
                      <a:pt x="211" y="2485"/>
                      <a:pt x="211" y="3327"/>
                    </a:cubicBezTo>
                    <a:cubicBezTo>
                      <a:pt x="211" y="4168"/>
                      <a:pt x="545" y="4975"/>
                      <a:pt x="1140" y="5570"/>
                    </a:cubicBezTo>
                    <a:cubicBezTo>
                      <a:pt x="1735" y="6165"/>
                      <a:pt x="2542" y="6499"/>
                      <a:pt x="3383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47" name="Freeform: Shape 4646">
                <a:extLst>
                  <a:ext uri="{FF2B5EF4-FFF2-40B4-BE49-F238E27FC236}">
                    <a16:creationId xmlns:a16="http://schemas.microsoft.com/office/drawing/2014/main" id="{6E1077E7-DD43-E254-3777-23E8062066BA}"/>
                  </a:ext>
                </a:extLst>
              </p:cNvPr>
              <p:cNvSpPr/>
              <p:nvPr/>
            </p:nvSpPr>
            <p:spPr>
              <a:xfrm>
                <a:off x="3535921" y="5433713"/>
                <a:ext cx="6343" cy="6345"/>
              </a:xfrm>
              <a:custGeom>
                <a:avLst/>
                <a:gdLst>
                  <a:gd name="connsiteX0" fmla="*/ 3383 w 6343"/>
                  <a:gd name="connsiteY0" fmla="*/ 6499 h 6345"/>
                  <a:gd name="connsiteX1" fmla="*/ 5626 w 6343"/>
                  <a:gd name="connsiteY1" fmla="*/ 5570 h 6345"/>
                  <a:gd name="connsiteX2" fmla="*/ 6555 w 6343"/>
                  <a:gd name="connsiteY2" fmla="*/ 3327 h 6345"/>
                  <a:gd name="connsiteX3" fmla="*/ 5626 w 6343"/>
                  <a:gd name="connsiteY3" fmla="*/ 1083 h 6345"/>
                  <a:gd name="connsiteX4" fmla="*/ 3383 w 6343"/>
                  <a:gd name="connsiteY4" fmla="*/ 154 h 6345"/>
                  <a:gd name="connsiteX5" fmla="*/ 1140 w 6343"/>
                  <a:gd name="connsiteY5" fmla="*/ 1083 h 6345"/>
                  <a:gd name="connsiteX6" fmla="*/ 212 w 6343"/>
                  <a:gd name="connsiteY6" fmla="*/ 3327 h 6345"/>
                  <a:gd name="connsiteX7" fmla="*/ 1140 w 6343"/>
                  <a:gd name="connsiteY7" fmla="*/ 5570 h 6345"/>
                  <a:gd name="connsiteX8" fmla="*/ 3383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9"/>
                    </a:moveTo>
                    <a:cubicBezTo>
                      <a:pt x="4224" y="6499"/>
                      <a:pt x="5031" y="6165"/>
                      <a:pt x="5626" y="5570"/>
                    </a:cubicBezTo>
                    <a:cubicBezTo>
                      <a:pt x="6220" y="4975"/>
                      <a:pt x="6555" y="4168"/>
                      <a:pt x="6555" y="3327"/>
                    </a:cubicBezTo>
                    <a:cubicBezTo>
                      <a:pt x="6555" y="2485"/>
                      <a:pt x="6220" y="1678"/>
                      <a:pt x="5626" y="1083"/>
                    </a:cubicBezTo>
                    <a:cubicBezTo>
                      <a:pt x="5031" y="488"/>
                      <a:pt x="4224" y="154"/>
                      <a:pt x="3383" y="154"/>
                    </a:cubicBezTo>
                    <a:cubicBezTo>
                      <a:pt x="2542" y="154"/>
                      <a:pt x="1735" y="488"/>
                      <a:pt x="1140" y="1083"/>
                    </a:cubicBezTo>
                    <a:cubicBezTo>
                      <a:pt x="546" y="1678"/>
                      <a:pt x="212" y="2485"/>
                      <a:pt x="212" y="3327"/>
                    </a:cubicBezTo>
                    <a:cubicBezTo>
                      <a:pt x="212" y="4168"/>
                      <a:pt x="546" y="4975"/>
                      <a:pt x="1140" y="5570"/>
                    </a:cubicBezTo>
                    <a:cubicBezTo>
                      <a:pt x="1735" y="6165"/>
                      <a:pt x="2542" y="6499"/>
                      <a:pt x="3383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48" name="Freeform: Shape 4647">
                <a:extLst>
                  <a:ext uri="{FF2B5EF4-FFF2-40B4-BE49-F238E27FC236}">
                    <a16:creationId xmlns:a16="http://schemas.microsoft.com/office/drawing/2014/main" id="{1FC2659C-0246-0DEB-BC01-1AD8FD2B7C70}"/>
                  </a:ext>
                </a:extLst>
              </p:cNvPr>
              <p:cNvSpPr/>
              <p:nvPr/>
            </p:nvSpPr>
            <p:spPr>
              <a:xfrm>
                <a:off x="3539662" y="5433357"/>
                <a:ext cx="6343" cy="6345"/>
              </a:xfrm>
              <a:custGeom>
                <a:avLst/>
                <a:gdLst>
                  <a:gd name="connsiteX0" fmla="*/ 3383 w 6343"/>
                  <a:gd name="connsiteY0" fmla="*/ 6499 h 6345"/>
                  <a:gd name="connsiteX1" fmla="*/ 5626 w 6343"/>
                  <a:gd name="connsiteY1" fmla="*/ 5570 h 6345"/>
                  <a:gd name="connsiteX2" fmla="*/ 6555 w 6343"/>
                  <a:gd name="connsiteY2" fmla="*/ 3327 h 6345"/>
                  <a:gd name="connsiteX3" fmla="*/ 5626 w 6343"/>
                  <a:gd name="connsiteY3" fmla="*/ 1083 h 6345"/>
                  <a:gd name="connsiteX4" fmla="*/ 3383 w 6343"/>
                  <a:gd name="connsiteY4" fmla="*/ 154 h 6345"/>
                  <a:gd name="connsiteX5" fmla="*/ 1141 w 6343"/>
                  <a:gd name="connsiteY5" fmla="*/ 1083 h 6345"/>
                  <a:gd name="connsiteX6" fmla="*/ 212 w 6343"/>
                  <a:gd name="connsiteY6" fmla="*/ 3327 h 6345"/>
                  <a:gd name="connsiteX7" fmla="*/ 1141 w 6343"/>
                  <a:gd name="connsiteY7" fmla="*/ 5570 h 6345"/>
                  <a:gd name="connsiteX8" fmla="*/ 3383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9"/>
                    </a:moveTo>
                    <a:cubicBezTo>
                      <a:pt x="4225" y="6499"/>
                      <a:pt x="5031" y="6165"/>
                      <a:pt x="5626" y="5570"/>
                    </a:cubicBezTo>
                    <a:cubicBezTo>
                      <a:pt x="6221" y="4975"/>
                      <a:pt x="6555" y="4168"/>
                      <a:pt x="6555" y="3327"/>
                    </a:cubicBezTo>
                    <a:cubicBezTo>
                      <a:pt x="6555" y="2485"/>
                      <a:pt x="6221" y="1678"/>
                      <a:pt x="5626" y="1083"/>
                    </a:cubicBezTo>
                    <a:cubicBezTo>
                      <a:pt x="5031" y="488"/>
                      <a:pt x="4225" y="154"/>
                      <a:pt x="3383" y="154"/>
                    </a:cubicBezTo>
                    <a:cubicBezTo>
                      <a:pt x="2542" y="154"/>
                      <a:pt x="1736" y="488"/>
                      <a:pt x="1141" y="1083"/>
                    </a:cubicBezTo>
                    <a:cubicBezTo>
                      <a:pt x="546" y="1678"/>
                      <a:pt x="212" y="2485"/>
                      <a:pt x="212" y="3327"/>
                    </a:cubicBezTo>
                    <a:cubicBezTo>
                      <a:pt x="212" y="4168"/>
                      <a:pt x="546" y="4975"/>
                      <a:pt x="1141" y="5570"/>
                    </a:cubicBezTo>
                    <a:cubicBezTo>
                      <a:pt x="1736" y="6165"/>
                      <a:pt x="2542" y="6499"/>
                      <a:pt x="3383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49" name="Freeform: Shape 4648">
                <a:extLst>
                  <a:ext uri="{FF2B5EF4-FFF2-40B4-BE49-F238E27FC236}">
                    <a16:creationId xmlns:a16="http://schemas.microsoft.com/office/drawing/2014/main" id="{D02E810D-F464-9149-10CA-A0F8C4D12E87}"/>
                  </a:ext>
                </a:extLst>
              </p:cNvPr>
              <p:cNvSpPr/>
              <p:nvPr/>
            </p:nvSpPr>
            <p:spPr>
              <a:xfrm>
                <a:off x="3542667" y="5432367"/>
                <a:ext cx="6343" cy="6345"/>
              </a:xfrm>
              <a:custGeom>
                <a:avLst/>
                <a:gdLst>
                  <a:gd name="connsiteX0" fmla="*/ 3384 w 6343"/>
                  <a:gd name="connsiteY0" fmla="*/ 6499 h 6345"/>
                  <a:gd name="connsiteX1" fmla="*/ 5626 w 6343"/>
                  <a:gd name="connsiteY1" fmla="*/ 5570 h 6345"/>
                  <a:gd name="connsiteX2" fmla="*/ 6555 w 6343"/>
                  <a:gd name="connsiteY2" fmla="*/ 3327 h 6345"/>
                  <a:gd name="connsiteX3" fmla="*/ 5626 w 6343"/>
                  <a:gd name="connsiteY3" fmla="*/ 1083 h 6345"/>
                  <a:gd name="connsiteX4" fmla="*/ 3384 w 6343"/>
                  <a:gd name="connsiteY4" fmla="*/ 154 h 6345"/>
                  <a:gd name="connsiteX5" fmla="*/ 1141 w 6343"/>
                  <a:gd name="connsiteY5" fmla="*/ 1083 h 6345"/>
                  <a:gd name="connsiteX6" fmla="*/ 212 w 6343"/>
                  <a:gd name="connsiteY6" fmla="*/ 3327 h 6345"/>
                  <a:gd name="connsiteX7" fmla="*/ 1141 w 6343"/>
                  <a:gd name="connsiteY7" fmla="*/ 5570 h 6345"/>
                  <a:gd name="connsiteX8" fmla="*/ 3384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99"/>
                    </a:moveTo>
                    <a:cubicBezTo>
                      <a:pt x="4225" y="6499"/>
                      <a:pt x="5032" y="6165"/>
                      <a:pt x="5626" y="5570"/>
                    </a:cubicBezTo>
                    <a:cubicBezTo>
                      <a:pt x="6221" y="4975"/>
                      <a:pt x="6555" y="4168"/>
                      <a:pt x="6555" y="3327"/>
                    </a:cubicBezTo>
                    <a:cubicBezTo>
                      <a:pt x="6555" y="2485"/>
                      <a:pt x="6221" y="1678"/>
                      <a:pt x="5626" y="1083"/>
                    </a:cubicBezTo>
                    <a:cubicBezTo>
                      <a:pt x="5032" y="488"/>
                      <a:pt x="4225" y="154"/>
                      <a:pt x="3384" y="154"/>
                    </a:cubicBezTo>
                    <a:cubicBezTo>
                      <a:pt x="2543" y="154"/>
                      <a:pt x="1736" y="488"/>
                      <a:pt x="1141" y="1083"/>
                    </a:cubicBezTo>
                    <a:cubicBezTo>
                      <a:pt x="546" y="1678"/>
                      <a:pt x="212" y="2485"/>
                      <a:pt x="212" y="3327"/>
                    </a:cubicBezTo>
                    <a:cubicBezTo>
                      <a:pt x="212" y="4168"/>
                      <a:pt x="546" y="4975"/>
                      <a:pt x="1141" y="5570"/>
                    </a:cubicBezTo>
                    <a:cubicBezTo>
                      <a:pt x="1736" y="6165"/>
                      <a:pt x="2543" y="6499"/>
                      <a:pt x="3384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50" name="Freeform: Shape 4649">
                <a:extLst>
                  <a:ext uri="{FF2B5EF4-FFF2-40B4-BE49-F238E27FC236}">
                    <a16:creationId xmlns:a16="http://schemas.microsoft.com/office/drawing/2014/main" id="{7E8EFD16-6484-8163-DD83-5179CA90239C}"/>
                  </a:ext>
                </a:extLst>
              </p:cNvPr>
              <p:cNvSpPr/>
              <p:nvPr/>
            </p:nvSpPr>
            <p:spPr>
              <a:xfrm>
                <a:off x="3545981" y="5431691"/>
                <a:ext cx="6343" cy="6345"/>
              </a:xfrm>
              <a:custGeom>
                <a:avLst/>
                <a:gdLst>
                  <a:gd name="connsiteX0" fmla="*/ 3384 w 6343"/>
                  <a:gd name="connsiteY0" fmla="*/ 6499 h 6345"/>
                  <a:gd name="connsiteX1" fmla="*/ 5627 w 6343"/>
                  <a:gd name="connsiteY1" fmla="*/ 5570 h 6345"/>
                  <a:gd name="connsiteX2" fmla="*/ 6555 w 6343"/>
                  <a:gd name="connsiteY2" fmla="*/ 3327 h 6345"/>
                  <a:gd name="connsiteX3" fmla="*/ 5627 w 6343"/>
                  <a:gd name="connsiteY3" fmla="*/ 1083 h 6345"/>
                  <a:gd name="connsiteX4" fmla="*/ 3384 w 6343"/>
                  <a:gd name="connsiteY4" fmla="*/ 154 h 6345"/>
                  <a:gd name="connsiteX5" fmla="*/ 1141 w 6343"/>
                  <a:gd name="connsiteY5" fmla="*/ 1083 h 6345"/>
                  <a:gd name="connsiteX6" fmla="*/ 212 w 6343"/>
                  <a:gd name="connsiteY6" fmla="*/ 3327 h 6345"/>
                  <a:gd name="connsiteX7" fmla="*/ 1141 w 6343"/>
                  <a:gd name="connsiteY7" fmla="*/ 5570 h 6345"/>
                  <a:gd name="connsiteX8" fmla="*/ 3384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99"/>
                    </a:moveTo>
                    <a:cubicBezTo>
                      <a:pt x="4225" y="6499"/>
                      <a:pt x="5032" y="6165"/>
                      <a:pt x="5627" y="5570"/>
                    </a:cubicBezTo>
                    <a:cubicBezTo>
                      <a:pt x="6221" y="4975"/>
                      <a:pt x="6555" y="4168"/>
                      <a:pt x="6555" y="3327"/>
                    </a:cubicBezTo>
                    <a:cubicBezTo>
                      <a:pt x="6555" y="2485"/>
                      <a:pt x="6221" y="1678"/>
                      <a:pt x="5627" y="1083"/>
                    </a:cubicBezTo>
                    <a:cubicBezTo>
                      <a:pt x="5032" y="488"/>
                      <a:pt x="4225" y="154"/>
                      <a:pt x="3384" y="154"/>
                    </a:cubicBezTo>
                    <a:cubicBezTo>
                      <a:pt x="2543" y="154"/>
                      <a:pt x="1736" y="488"/>
                      <a:pt x="1141" y="1083"/>
                    </a:cubicBezTo>
                    <a:cubicBezTo>
                      <a:pt x="547" y="1678"/>
                      <a:pt x="212" y="2485"/>
                      <a:pt x="212" y="3327"/>
                    </a:cubicBezTo>
                    <a:cubicBezTo>
                      <a:pt x="212" y="4168"/>
                      <a:pt x="547" y="4975"/>
                      <a:pt x="1141" y="5570"/>
                    </a:cubicBezTo>
                    <a:cubicBezTo>
                      <a:pt x="1736" y="6165"/>
                      <a:pt x="2543" y="6499"/>
                      <a:pt x="3384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51" name="Freeform: Shape 4650">
                <a:extLst>
                  <a:ext uri="{FF2B5EF4-FFF2-40B4-BE49-F238E27FC236}">
                    <a16:creationId xmlns:a16="http://schemas.microsoft.com/office/drawing/2014/main" id="{ABD7B3E5-C349-D522-5701-85F7DBE0A583}"/>
                  </a:ext>
                </a:extLst>
              </p:cNvPr>
              <p:cNvSpPr/>
              <p:nvPr/>
            </p:nvSpPr>
            <p:spPr>
              <a:xfrm>
                <a:off x="3549497" y="5431237"/>
                <a:ext cx="6343" cy="6345"/>
              </a:xfrm>
              <a:custGeom>
                <a:avLst/>
                <a:gdLst>
                  <a:gd name="connsiteX0" fmla="*/ 3384 w 6343"/>
                  <a:gd name="connsiteY0" fmla="*/ 6499 h 6345"/>
                  <a:gd name="connsiteX1" fmla="*/ 5627 w 6343"/>
                  <a:gd name="connsiteY1" fmla="*/ 5570 h 6345"/>
                  <a:gd name="connsiteX2" fmla="*/ 6556 w 6343"/>
                  <a:gd name="connsiteY2" fmla="*/ 3327 h 6345"/>
                  <a:gd name="connsiteX3" fmla="*/ 5627 w 6343"/>
                  <a:gd name="connsiteY3" fmla="*/ 1083 h 6345"/>
                  <a:gd name="connsiteX4" fmla="*/ 3384 w 6343"/>
                  <a:gd name="connsiteY4" fmla="*/ 154 h 6345"/>
                  <a:gd name="connsiteX5" fmla="*/ 1142 w 6343"/>
                  <a:gd name="connsiteY5" fmla="*/ 1083 h 6345"/>
                  <a:gd name="connsiteX6" fmla="*/ 213 w 6343"/>
                  <a:gd name="connsiteY6" fmla="*/ 3327 h 6345"/>
                  <a:gd name="connsiteX7" fmla="*/ 1142 w 6343"/>
                  <a:gd name="connsiteY7" fmla="*/ 5570 h 6345"/>
                  <a:gd name="connsiteX8" fmla="*/ 3384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99"/>
                    </a:moveTo>
                    <a:cubicBezTo>
                      <a:pt x="4225" y="6499"/>
                      <a:pt x="5032" y="6165"/>
                      <a:pt x="5627" y="5570"/>
                    </a:cubicBezTo>
                    <a:cubicBezTo>
                      <a:pt x="6222" y="4975"/>
                      <a:pt x="6556" y="4168"/>
                      <a:pt x="6556" y="3327"/>
                    </a:cubicBezTo>
                    <a:cubicBezTo>
                      <a:pt x="6556" y="2485"/>
                      <a:pt x="6222" y="1678"/>
                      <a:pt x="5627" y="1083"/>
                    </a:cubicBezTo>
                    <a:cubicBezTo>
                      <a:pt x="5032" y="488"/>
                      <a:pt x="4225" y="154"/>
                      <a:pt x="3384" y="154"/>
                    </a:cubicBezTo>
                    <a:cubicBezTo>
                      <a:pt x="2543" y="154"/>
                      <a:pt x="1736" y="488"/>
                      <a:pt x="1142" y="1083"/>
                    </a:cubicBezTo>
                    <a:cubicBezTo>
                      <a:pt x="547" y="1678"/>
                      <a:pt x="213" y="2485"/>
                      <a:pt x="213" y="3327"/>
                    </a:cubicBezTo>
                    <a:cubicBezTo>
                      <a:pt x="213" y="4168"/>
                      <a:pt x="547" y="4975"/>
                      <a:pt x="1142" y="5570"/>
                    </a:cubicBezTo>
                    <a:cubicBezTo>
                      <a:pt x="1736" y="6165"/>
                      <a:pt x="2543" y="6499"/>
                      <a:pt x="3384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52" name="Freeform: Shape 4651">
                <a:extLst>
                  <a:ext uri="{FF2B5EF4-FFF2-40B4-BE49-F238E27FC236}">
                    <a16:creationId xmlns:a16="http://schemas.microsoft.com/office/drawing/2014/main" id="{70CAC308-54D3-A26F-5DBF-C88AAA245A3D}"/>
                  </a:ext>
                </a:extLst>
              </p:cNvPr>
              <p:cNvSpPr/>
              <p:nvPr/>
            </p:nvSpPr>
            <p:spPr>
              <a:xfrm>
                <a:off x="3552734" y="5430555"/>
                <a:ext cx="6343" cy="6345"/>
              </a:xfrm>
              <a:custGeom>
                <a:avLst/>
                <a:gdLst>
                  <a:gd name="connsiteX0" fmla="*/ 3384 w 6343"/>
                  <a:gd name="connsiteY0" fmla="*/ 6499 h 6345"/>
                  <a:gd name="connsiteX1" fmla="*/ 5627 w 6343"/>
                  <a:gd name="connsiteY1" fmla="*/ 5570 h 6345"/>
                  <a:gd name="connsiteX2" fmla="*/ 6556 w 6343"/>
                  <a:gd name="connsiteY2" fmla="*/ 3326 h 6345"/>
                  <a:gd name="connsiteX3" fmla="*/ 5627 w 6343"/>
                  <a:gd name="connsiteY3" fmla="*/ 1083 h 6345"/>
                  <a:gd name="connsiteX4" fmla="*/ 3384 w 6343"/>
                  <a:gd name="connsiteY4" fmla="*/ 154 h 6345"/>
                  <a:gd name="connsiteX5" fmla="*/ 1142 w 6343"/>
                  <a:gd name="connsiteY5" fmla="*/ 1083 h 6345"/>
                  <a:gd name="connsiteX6" fmla="*/ 213 w 6343"/>
                  <a:gd name="connsiteY6" fmla="*/ 3326 h 6345"/>
                  <a:gd name="connsiteX7" fmla="*/ 1142 w 6343"/>
                  <a:gd name="connsiteY7" fmla="*/ 5570 h 6345"/>
                  <a:gd name="connsiteX8" fmla="*/ 3384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99"/>
                    </a:moveTo>
                    <a:cubicBezTo>
                      <a:pt x="4226" y="6499"/>
                      <a:pt x="5032" y="6165"/>
                      <a:pt x="5627" y="5570"/>
                    </a:cubicBezTo>
                    <a:cubicBezTo>
                      <a:pt x="6222" y="4975"/>
                      <a:pt x="6556" y="4168"/>
                      <a:pt x="6556" y="3326"/>
                    </a:cubicBezTo>
                    <a:cubicBezTo>
                      <a:pt x="6556" y="2485"/>
                      <a:pt x="6222" y="1678"/>
                      <a:pt x="5627" y="1083"/>
                    </a:cubicBezTo>
                    <a:cubicBezTo>
                      <a:pt x="5032" y="488"/>
                      <a:pt x="4226" y="154"/>
                      <a:pt x="3384" y="154"/>
                    </a:cubicBezTo>
                    <a:cubicBezTo>
                      <a:pt x="2543" y="154"/>
                      <a:pt x="1737" y="488"/>
                      <a:pt x="1142" y="1083"/>
                    </a:cubicBezTo>
                    <a:cubicBezTo>
                      <a:pt x="547" y="1678"/>
                      <a:pt x="213" y="2485"/>
                      <a:pt x="213" y="3326"/>
                    </a:cubicBezTo>
                    <a:cubicBezTo>
                      <a:pt x="213" y="4168"/>
                      <a:pt x="547" y="4975"/>
                      <a:pt x="1142" y="5570"/>
                    </a:cubicBezTo>
                    <a:cubicBezTo>
                      <a:pt x="1737" y="6165"/>
                      <a:pt x="2543" y="6499"/>
                      <a:pt x="3384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53" name="Freeform: Shape 4652">
                <a:extLst>
                  <a:ext uri="{FF2B5EF4-FFF2-40B4-BE49-F238E27FC236}">
                    <a16:creationId xmlns:a16="http://schemas.microsoft.com/office/drawing/2014/main" id="{9D7483BA-AED8-AF13-5532-A1B70A945D4C}"/>
                  </a:ext>
                </a:extLst>
              </p:cNvPr>
              <p:cNvSpPr/>
              <p:nvPr/>
            </p:nvSpPr>
            <p:spPr>
              <a:xfrm>
                <a:off x="3555932" y="5429869"/>
                <a:ext cx="6343" cy="6345"/>
              </a:xfrm>
              <a:custGeom>
                <a:avLst/>
                <a:gdLst>
                  <a:gd name="connsiteX0" fmla="*/ 3385 w 6343"/>
                  <a:gd name="connsiteY0" fmla="*/ 6499 h 6345"/>
                  <a:gd name="connsiteX1" fmla="*/ 5627 w 6343"/>
                  <a:gd name="connsiteY1" fmla="*/ 5570 h 6345"/>
                  <a:gd name="connsiteX2" fmla="*/ 6556 w 6343"/>
                  <a:gd name="connsiteY2" fmla="*/ 3326 h 6345"/>
                  <a:gd name="connsiteX3" fmla="*/ 5627 w 6343"/>
                  <a:gd name="connsiteY3" fmla="*/ 1083 h 6345"/>
                  <a:gd name="connsiteX4" fmla="*/ 3385 w 6343"/>
                  <a:gd name="connsiteY4" fmla="*/ 154 h 6345"/>
                  <a:gd name="connsiteX5" fmla="*/ 1142 w 6343"/>
                  <a:gd name="connsiteY5" fmla="*/ 1083 h 6345"/>
                  <a:gd name="connsiteX6" fmla="*/ 213 w 6343"/>
                  <a:gd name="connsiteY6" fmla="*/ 3326 h 6345"/>
                  <a:gd name="connsiteX7" fmla="*/ 1142 w 6343"/>
                  <a:gd name="connsiteY7" fmla="*/ 5570 h 6345"/>
                  <a:gd name="connsiteX8" fmla="*/ 3385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99"/>
                    </a:moveTo>
                    <a:cubicBezTo>
                      <a:pt x="4226" y="6499"/>
                      <a:pt x="5033" y="6165"/>
                      <a:pt x="5627" y="5570"/>
                    </a:cubicBezTo>
                    <a:cubicBezTo>
                      <a:pt x="6222" y="4975"/>
                      <a:pt x="6556" y="4168"/>
                      <a:pt x="6556" y="3326"/>
                    </a:cubicBezTo>
                    <a:cubicBezTo>
                      <a:pt x="6556" y="2485"/>
                      <a:pt x="6222" y="1678"/>
                      <a:pt x="5627" y="1083"/>
                    </a:cubicBezTo>
                    <a:cubicBezTo>
                      <a:pt x="5033" y="488"/>
                      <a:pt x="4226" y="154"/>
                      <a:pt x="3385" y="154"/>
                    </a:cubicBezTo>
                    <a:cubicBezTo>
                      <a:pt x="2544" y="154"/>
                      <a:pt x="1737" y="488"/>
                      <a:pt x="1142" y="1083"/>
                    </a:cubicBezTo>
                    <a:cubicBezTo>
                      <a:pt x="547" y="1678"/>
                      <a:pt x="213" y="2485"/>
                      <a:pt x="213" y="3326"/>
                    </a:cubicBezTo>
                    <a:cubicBezTo>
                      <a:pt x="213" y="4168"/>
                      <a:pt x="547" y="4975"/>
                      <a:pt x="1142" y="5570"/>
                    </a:cubicBezTo>
                    <a:cubicBezTo>
                      <a:pt x="1737" y="6165"/>
                      <a:pt x="2544" y="6499"/>
                      <a:pt x="3385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54" name="Freeform: Shape 4653">
                <a:extLst>
                  <a:ext uri="{FF2B5EF4-FFF2-40B4-BE49-F238E27FC236}">
                    <a16:creationId xmlns:a16="http://schemas.microsoft.com/office/drawing/2014/main" id="{A1D33ABC-3F76-AC83-B375-B6AD24DA8A09}"/>
                  </a:ext>
                </a:extLst>
              </p:cNvPr>
              <p:cNvSpPr/>
              <p:nvPr/>
            </p:nvSpPr>
            <p:spPr>
              <a:xfrm>
                <a:off x="3561783" y="5428050"/>
                <a:ext cx="6343" cy="6345"/>
              </a:xfrm>
              <a:custGeom>
                <a:avLst/>
                <a:gdLst>
                  <a:gd name="connsiteX0" fmla="*/ 3385 w 6343"/>
                  <a:gd name="connsiteY0" fmla="*/ 6499 h 6345"/>
                  <a:gd name="connsiteX1" fmla="*/ 5628 w 6343"/>
                  <a:gd name="connsiteY1" fmla="*/ 5570 h 6345"/>
                  <a:gd name="connsiteX2" fmla="*/ 6557 w 6343"/>
                  <a:gd name="connsiteY2" fmla="*/ 3326 h 6345"/>
                  <a:gd name="connsiteX3" fmla="*/ 5628 w 6343"/>
                  <a:gd name="connsiteY3" fmla="*/ 1083 h 6345"/>
                  <a:gd name="connsiteX4" fmla="*/ 3385 w 6343"/>
                  <a:gd name="connsiteY4" fmla="*/ 154 h 6345"/>
                  <a:gd name="connsiteX5" fmla="*/ 1143 w 6343"/>
                  <a:gd name="connsiteY5" fmla="*/ 1083 h 6345"/>
                  <a:gd name="connsiteX6" fmla="*/ 214 w 6343"/>
                  <a:gd name="connsiteY6" fmla="*/ 3326 h 6345"/>
                  <a:gd name="connsiteX7" fmla="*/ 1143 w 6343"/>
                  <a:gd name="connsiteY7" fmla="*/ 5570 h 6345"/>
                  <a:gd name="connsiteX8" fmla="*/ 3385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99"/>
                    </a:moveTo>
                    <a:cubicBezTo>
                      <a:pt x="4226" y="6499"/>
                      <a:pt x="5033" y="6165"/>
                      <a:pt x="5628" y="5570"/>
                    </a:cubicBezTo>
                    <a:cubicBezTo>
                      <a:pt x="6223" y="4975"/>
                      <a:pt x="6557" y="4168"/>
                      <a:pt x="6557" y="3326"/>
                    </a:cubicBezTo>
                    <a:cubicBezTo>
                      <a:pt x="6557" y="2485"/>
                      <a:pt x="6223" y="1678"/>
                      <a:pt x="5628" y="1083"/>
                    </a:cubicBezTo>
                    <a:cubicBezTo>
                      <a:pt x="5033" y="488"/>
                      <a:pt x="4226" y="154"/>
                      <a:pt x="3385" y="154"/>
                    </a:cubicBezTo>
                    <a:cubicBezTo>
                      <a:pt x="2544" y="154"/>
                      <a:pt x="1737" y="488"/>
                      <a:pt x="1143" y="1083"/>
                    </a:cubicBezTo>
                    <a:cubicBezTo>
                      <a:pt x="548" y="1678"/>
                      <a:pt x="214" y="2485"/>
                      <a:pt x="214" y="3326"/>
                    </a:cubicBezTo>
                    <a:cubicBezTo>
                      <a:pt x="214" y="4168"/>
                      <a:pt x="548" y="4975"/>
                      <a:pt x="1143" y="5570"/>
                    </a:cubicBezTo>
                    <a:cubicBezTo>
                      <a:pt x="1737" y="6165"/>
                      <a:pt x="2544" y="6499"/>
                      <a:pt x="3385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55" name="Freeform: Shape 4654">
                <a:extLst>
                  <a:ext uri="{FF2B5EF4-FFF2-40B4-BE49-F238E27FC236}">
                    <a16:creationId xmlns:a16="http://schemas.microsoft.com/office/drawing/2014/main" id="{BE37A449-720F-EDBF-F264-7C13A4F8D114}"/>
                  </a:ext>
                </a:extLst>
              </p:cNvPr>
              <p:cNvSpPr/>
              <p:nvPr/>
            </p:nvSpPr>
            <p:spPr>
              <a:xfrm>
                <a:off x="3564707" y="5427178"/>
                <a:ext cx="6343" cy="6345"/>
              </a:xfrm>
              <a:custGeom>
                <a:avLst/>
                <a:gdLst>
                  <a:gd name="connsiteX0" fmla="*/ 3385 w 6343"/>
                  <a:gd name="connsiteY0" fmla="*/ 6499 h 6345"/>
                  <a:gd name="connsiteX1" fmla="*/ 5628 w 6343"/>
                  <a:gd name="connsiteY1" fmla="*/ 5570 h 6345"/>
                  <a:gd name="connsiteX2" fmla="*/ 6557 w 6343"/>
                  <a:gd name="connsiteY2" fmla="*/ 3326 h 6345"/>
                  <a:gd name="connsiteX3" fmla="*/ 5628 w 6343"/>
                  <a:gd name="connsiteY3" fmla="*/ 1083 h 6345"/>
                  <a:gd name="connsiteX4" fmla="*/ 3385 w 6343"/>
                  <a:gd name="connsiteY4" fmla="*/ 153 h 6345"/>
                  <a:gd name="connsiteX5" fmla="*/ 1143 w 6343"/>
                  <a:gd name="connsiteY5" fmla="*/ 1083 h 6345"/>
                  <a:gd name="connsiteX6" fmla="*/ 214 w 6343"/>
                  <a:gd name="connsiteY6" fmla="*/ 3326 h 6345"/>
                  <a:gd name="connsiteX7" fmla="*/ 1143 w 6343"/>
                  <a:gd name="connsiteY7" fmla="*/ 5570 h 6345"/>
                  <a:gd name="connsiteX8" fmla="*/ 3385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99"/>
                    </a:moveTo>
                    <a:cubicBezTo>
                      <a:pt x="4226" y="6499"/>
                      <a:pt x="5033" y="6165"/>
                      <a:pt x="5628" y="5570"/>
                    </a:cubicBezTo>
                    <a:cubicBezTo>
                      <a:pt x="6223" y="4975"/>
                      <a:pt x="6557" y="4168"/>
                      <a:pt x="6557" y="3326"/>
                    </a:cubicBezTo>
                    <a:cubicBezTo>
                      <a:pt x="6557" y="2485"/>
                      <a:pt x="6223" y="1678"/>
                      <a:pt x="5628" y="1083"/>
                    </a:cubicBezTo>
                    <a:cubicBezTo>
                      <a:pt x="5033" y="488"/>
                      <a:pt x="4226" y="153"/>
                      <a:pt x="3385" y="153"/>
                    </a:cubicBezTo>
                    <a:cubicBezTo>
                      <a:pt x="2544" y="153"/>
                      <a:pt x="1737" y="488"/>
                      <a:pt x="1143" y="1083"/>
                    </a:cubicBezTo>
                    <a:cubicBezTo>
                      <a:pt x="548" y="1678"/>
                      <a:pt x="214" y="2485"/>
                      <a:pt x="214" y="3326"/>
                    </a:cubicBezTo>
                    <a:cubicBezTo>
                      <a:pt x="214" y="4168"/>
                      <a:pt x="548" y="4975"/>
                      <a:pt x="1143" y="5570"/>
                    </a:cubicBezTo>
                    <a:cubicBezTo>
                      <a:pt x="1737" y="6165"/>
                      <a:pt x="2544" y="6499"/>
                      <a:pt x="3385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56" name="Freeform: Shape 4655">
                <a:extLst>
                  <a:ext uri="{FF2B5EF4-FFF2-40B4-BE49-F238E27FC236}">
                    <a16:creationId xmlns:a16="http://schemas.microsoft.com/office/drawing/2014/main" id="{C55C352D-933D-DEFD-217F-D7532DBD21AA}"/>
                  </a:ext>
                </a:extLst>
              </p:cNvPr>
              <p:cNvSpPr/>
              <p:nvPr/>
            </p:nvSpPr>
            <p:spPr>
              <a:xfrm>
                <a:off x="3567530" y="5426229"/>
                <a:ext cx="6343" cy="6345"/>
              </a:xfrm>
              <a:custGeom>
                <a:avLst/>
                <a:gdLst>
                  <a:gd name="connsiteX0" fmla="*/ 3386 w 6343"/>
                  <a:gd name="connsiteY0" fmla="*/ 6499 h 6345"/>
                  <a:gd name="connsiteX1" fmla="*/ 5628 w 6343"/>
                  <a:gd name="connsiteY1" fmla="*/ 5570 h 6345"/>
                  <a:gd name="connsiteX2" fmla="*/ 6557 w 6343"/>
                  <a:gd name="connsiteY2" fmla="*/ 3326 h 6345"/>
                  <a:gd name="connsiteX3" fmla="*/ 5628 w 6343"/>
                  <a:gd name="connsiteY3" fmla="*/ 1083 h 6345"/>
                  <a:gd name="connsiteX4" fmla="*/ 3386 w 6343"/>
                  <a:gd name="connsiteY4" fmla="*/ 153 h 6345"/>
                  <a:gd name="connsiteX5" fmla="*/ 1143 w 6343"/>
                  <a:gd name="connsiteY5" fmla="*/ 1083 h 6345"/>
                  <a:gd name="connsiteX6" fmla="*/ 214 w 6343"/>
                  <a:gd name="connsiteY6" fmla="*/ 3326 h 6345"/>
                  <a:gd name="connsiteX7" fmla="*/ 1143 w 6343"/>
                  <a:gd name="connsiteY7" fmla="*/ 5570 h 6345"/>
                  <a:gd name="connsiteX8" fmla="*/ 3386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99"/>
                    </a:moveTo>
                    <a:cubicBezTo>
                      <a:pt x="4227" y="6499"/>
                      <a:pt x="5033" y="6165"/>
                      <a:pt x="5628" y="5570"/>
                    </a:cubicBezTo>
                    <a:cubicBezTo>
                      <a:pt x="6223" y="4975"/>
                      <a:pt x="6557" y="4168"/>
                      <a:pt x="6557" y="3326"/>
                    </a:cubicBezTo>
                    <a:cubicBezTo>
                      <a:pt x="6557" y="2485"/>
                      <a:pt x="6223" y="1678"/>
                      <a:pt x="5628" y="1083"/>
                    </a:cubicBezTo>
                    <a:cubicBezTo>
                      <a:pt x="5033" y="488"/>
                      <a:pt x="4227" y="153"/>
                      <a:pt x="3386" y="153"/>
                    </a:cubicBezTo>
                    <a:cubicBezTo>
                      <a:pt x="2544" y="153"/>
                      <a:pt x="1738" y="488"/>
                      <a:pt x="1143" y="1083"/>
                    </a:cubicBezTo>
                    <a:cubicBezTo>
                      <a:pt x="548" y="1678"/>
                      <a:pt x="214" y="2485"/>
                      <a:pt x="214" y="3326"/>
                    </a:cubicBezTo>
                    <a:cubicBezTo>
                      <a:pt x="214" y="4168"/>
                      <a:pt x="548" y="4975"/>
                      <a:pt x="1143" y="5570"/>
                    </a:cubicBezTo>
                    <a:cubicBezTo>
                      <a:pt x="1738" y="6165"/>
                      <a:pt x="2544" y="6499"/>
                      <a:pt x="3386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57" name="Freeform: Shape 4656">
                <a:extLst>
                  <a:ext uri="{FF2B5EF4-FFF2-40B4-BE49-F238E27FC236}">
                    <a16:creationId xmlns:a16="http://schemas.microsoft.com/office/drawing/2014/main" id="{43986501-0F58-D744-0067-EBE9C06739BB}"/>
                  </a:ext>
                </a:extLst>
              </p:cNvPr>
              <p:cNvSpPr/>
              <p:nvPr/>
            </p:nvSpPr>
            <p:spPr>
              <a:xfrm>
                <a:off x="3569927" y="5424865"/>
                <a:ext cx="6343" cy="6345"/>
              </a:xfrm>
              <a:custGeom>
                <a:avLst/>
                <a:gdLst>
                  <a:gd name="connsiteX0" fmla="*/ 3386 w 6343"/>
                  <a:gd name="connsiteY0" fmla="*/ 6499 h 6345"/>
                  <a:gd name="connsiteX1" fmla="*/ 5628 w 6343"/>
                  <a:gd name="connsiteY1" fmla="*/ 5569 h 6345"/>
                  <a:gd name="connsiteX2" fmla="*/ 6557 w 6343"/>
                  <a:gd name="connsiteY2" fmla="*/ 3326 h 6345"/>
                  <a:gd name="connsiteX3" fmla="*/ 5628 w 6343"/>
                  <a:gd name="connsiteY3" fmla="*/ 1083 h 6345"/>
                  <a:gd name="connsiteX4" fmla="*/ 3386 w 6343"/>
                  <a:gd name="connsiteY4" fmla="*/ 153 h 6345"/>
                  <a:gd name="connsiteX5" fmla="*/ 1143 w 6343"/>
                  <a:gd name="connsiteY5" fmla="*/ 1083 h 6345"/>
                  <a:gd name="connsiteX6" fmla="*/ 214 w 6343"/>
                  <a:gd name="connsiteY6" fmla="*/ 3326 h 6345"/>
                  <a:gd name="connsiteX7" fmla="*/ 1143 w 6343"/>
                  <a:gd name="connsiteY7" fmla="*/ 5569 h 6345"/>
                  <a:gd name="connsiteX8" fmla="*/ 3386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99"/>
                    </a:moveTo>
                    <a:cubicBezTo>
                      <a:pt x="4227" y="6499"/>
                      <a:pt x="5034" y="6164"/>
                      <a:pt x="5628" y="5569"/>
                    </a:cubicBezTo>
                    <a:cubicBezTo>
                      <a:pt x="6223" y="4974"/>
                      <a:pt x="6557" y="4167"/>
                      <a:pt x="6557" y="3326"/>
                    </a:cubicBezTo>
                    <a:cubicBezTo>
                      <a:pt x="6557" y="2485"/>
                      <a:pt x="6223" y="1678"/>
                      <a:pt x="5628" y="1083"/>
                    </a:cubicBezTo>
                    <a:cubicBezTo>
                      <a:pt x="5034" y="488"/>
                      <a:pt x="4227" y="153"/>
                      <a:pt x="3386" y="153"/>
                    </a:cubicBezTo>
                    <a:cubicBezTo>
                      <a:pt x="2545" y="153"/>
                      <a:pt x="1738" y="488"/>
                      <a:pt x="1143" y="1083"/>
                    </a:cubicBezTo>
                    <a:cubicBezTo>
                      <a:pt x="548" y="1678"/>
                      <a:pt x="214" y="2485"/>
                      <a:pt x="214" y="3326"/>
                    </a:cubicBezTo>
                    <a:cubicBezTo>
                      <a:pt x="214" y="4167"/>
                      <a:pt x="548" y="4974"/>
                      <a:pt x="1143" y="5569"/>
                    </a:cubicBezTo>
                    <a:cubicBezTo>
                      <a:pt x="1738" y="6164"/>
                      <a:pt x="2545" y="6499"/>
                      <a:pt x="3386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58" name="Freeform: Shape 4657">
                <a:extLst>
                  <a:ext uri="{FF2B5EF4-FFF2-40B4-BE49-F238E27FC236}">
                    <a16:creationId xmlns:a16="http://schemas.microsoft.com/office/drawing/2014/main" id="{BD06E667-A24F-5C9C-2500-3EC39BD4F9F2}"/>
                  </a:ext>
                </a:extLst>
              </p:cNvPr>
              <p:cNvSpPr/>
              <p:nvPr/>
            </p:nvSpPr>
            <p:spPr>
              <a:xfrm>
                <a:off x="3572296" y="5423484"/>
                <a:ext cx="6343" cy="6345"/>
              </a:xfrm>
              <a:custGeom>
                <a:avLst/>
                <a:gdLst>
                  <a:gd name="connsiteX0" fmla="*/ 3386 w 6343"/>
                  <a:gd name="connsiteY0" fmla="*/ 6499 h 6345"/>
                  <a:gd name="connsiteX1" fmla="*/ 5629 w 6343"/>
                  <a:gd name="connsiteY1" fmla="*/ 5569 h 6345"/>
                  <a:gd name="connsiteX2" fmla="*/ 6558 w 6343"/>
                  <a:gd name="connsiteY2" fmla="*/ 3326 h 6345"/>
                  <a:gd name="connsiteX3" fmla="*/ 5629 w 6343"/>
                  <a:gd name="connsiteY3" fmla="*/ 1082 h 6345"/>
                  <a:gd name="connsiteX4" fmla="*/ 3386 w 6343"/>
                  <a:gd name="connsiteY4" fmla="*/ 153 h 6345"/>
                  <a:gd name="connsiteX5" fmla="*/ 1143 w 6343"/>
                  <a:gd name="connsiteY5" fmla="*/ 1082 h 6345"/>
                  <a:gd name="connsiteX6" fmla="*/ 214 w 6343"/>
                  <a:gd name="connsiteY6" fmla="*/ 3326 h 6345"/>
                  <a:gd name="connsiteX7" fmla="*/ 1143 w 6343"/>
                  <a:gd name="connsiteY7" fmla="*/ 5569 h 6345"/>
                  <a:gd name="connsiteX8" fmla="*/ 3386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99"/>
                    </a:moveTo>
                    <a:cubicBezTo>
                      <a:pt x="4227" y="6499"/>
                      <a:pt x="5034" y="6164"/>
                      <a:pt x="5629" y="5569"/>
                    </a:cubicBezTo>
                    <a:cubicBezTo>
                      <a:pt x="6223" y="4974"/>
                      <a:pt x="6558" y="4167"/>
                      <a:pt x="6558" y="3326"/>
                    </a:cubicBezTo>
                    <a:cubicBezTo>
                      <a:pt x="6558" y="2484"/>
                      <a:pt x="6223" y="1677"/>
                      <a:pt x="5629" y="1082"/>
                    </a:cubicBezTo>
                    <a:cubicBezTo>
                      <a:pt x="5034" y="487"/>
                      <a:pt x="4227" y="153"/>
                      <a:pt x="3386" y="153"/>
                    </a:cubicBezTo>
                    <a:cubicBezTo>
                      <a:pt x="2545" y="153"/>
                      <a:pt x="1738" y="487"/>
                      <a:pt x="1143" y="1082"/>
                    </a:cubicBezTo>
                    <a:cubicBezTo>
                      <a:pt x="549" y="1677"/>
                      <a:pt x="214" y="2484"/>
                      <a:pt x="214" y="3326"/>
                    </a:cubicBezTo>
                    <a:cubicBezTo>
                      <a:pt x="214" y="4167"/>
                      <a:pt x="549" y="4974"/>
                      <a:pt x="1143" y="5569"/>
                    </a:cubicBezTo>
                    <a:cubicBezTo>
                      <a:pt x="1738" y="6164"/>
                      <a:pt x="2545" y="6499"/>
                      <a:pt x="3386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59" name="Freeform: Shape 4658">
                <a:extLst>
                  <a:ext uri="{FF2B5EF4-FFF2-40B4-BE49-F238E27FC236}">
                    <a16:creationId xmlns:a16="http://schemas.microsoft.com/office/drawing/2014/main" id="{57C6F23B-27C1-BBD9-1558-85CC75711E37}"/>
                  </a:ext>
                </a:extLst>
              </p:cNvPr>
              <p:cNvSpPr/>
              <p:nvPr/>
            </p:nvSpPr>
            <p:spPr>
              <a:xfrm>
                <a:off x="3574832" y="5422292"/>
                <a:ext cx="6343" cy="6345"/>
              </a:xfrm>
              <a:custGeom>
                <a:avLst/>
                <a:gdLst>
                  <a:gd name="connsiteX0" fmla="*/ 3386 w 6343"/>
                  <a:gd name="connsiteY0" fmla="*/ 6499 h 6345"/>
                  <a:gd name="connsiteX1" fmla="*/ 5629 w 6343"/>
                  <a:gd name="connsiteY1" fmla="*/ 5569 h 6345"/>
                  <a:gd name="connsiteX2" fmla="*/ 6558 w 6343"/>
                  <a:gd name="connsiteY2" fmla="*/ 3326 h 6345"/>
                  <a:gd name="connsiteX3" fmla="*/ 5629 w 6343"/>
                  <a:gd name="connsiteY3" fmla="*/ 1082 h 6345"/>
                  <a:gd name="connsiteX4" fmla="*/ 3386 w 6343"/>
                  <a:gd name="connsiteY4" fmla="*/ 153 h 6345"/>
                  <a:gd name="connsiteX5" fmla="*/ 1144 w 6343"/>
                  <a:gd name="connsiteY5" fmla="*/ 1082 h 6345"/>
                  <a:gd name="connsiteX6" fmla="*/ 215 w 6343"/>
                  <a:gd name="connsiteY6" fmla="*/ 3326 h 6345"/>
                  <a:gd name="connsiteX7" fmla="*/ 1144 w 6343"/>
                  <a:gd name="connsiteY7" fmla="*/ 5569 h 6345"/>
                  <a:gd name="connsiteX8" fmla="*/ 3386 w 6343"/>
                  <a:gd name="connsiteY8" fmla="*/ 64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99"/>
                    </a:moveTo>
                    <a:cubicBezTo>
                      <a:pt x="4227" y="6499"/>
                      <a:pt x="5034" y="6164"/>
                      <a:pt x="5629" y="5569"/>
                    </a:cubicBezTo>
                    <a:cubicBezTo>
                      <a:pt x="6224" y="4974"/>
                      <a:pt x="6558" y="4167"/>
                      <a:pt x="6558" y="3326"/>
                    </a:cubicBezTo>
                    <a:cubicBezTo>
                      <a:pt x="6558" y="2484"/>
                      <a:pt x="6224" y="1677"/>
                      <a:pt x="5629" y="1082"/>
                    </a:cubicBezTo>
                    <a:cubicBezTo>
                      <a:pt x="5034" y="487"/>
                      <a:pt x="4227" y="153"/>
                      <a:pt x="3386" y="153"/>
                    </a:cubicBezTo>
                    <a:cubicBezTo>
                      <a:pt x="2545" y="153"/>
                      <a:pt x="1738" y="487"/>
                      <a:pt x="1144" y="1082"/>
                    </a:cubicBezTo>
                    <a:cubicBezTo>
                      <a:pt x="549" y="1677"/>
                      <a:pt x="215" y="2484"/>
                      <a:pt x="215" y="3326"/>
                    </a:cubicBezTo>
                    <a:cubicBezTo>
                      <a:pt x="215" y="4167"/>
                      <a:pt x="549" y="4974"/>
                      <a:pt x="1144" y="5569"/>
                    </a:cubicBezTo>
                    <a:cubicBezTo>
                      <a:pt x="1738" y="6164"/>
                      <a:pt x="2545" y="6499"/>
                      <a:pt x="3386" y="6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60" name="Freeform: Shape 4659">
                <a:extLst>
                  <a:ext uri="{FF2B5EF4-FFF2-40B4-BE49-F238E27FC236}">
                    <a16:creationId xmlns:a16="http://schemas.microsoft.com/office/drawing/2014/main" id="{259F1E0E-9D24-F05A-2A84-B7B5629FD634}"/>
                  </a:ext>
                </a:extLst>
              </p:cNvPr>
              <p:cNvSpPr/>
              <p:nvPr/>
            </p:nvSpPr>
            <p:spPr>
              <a:xfrm>
                <a:off x="3578017" y="5421805"/>
                <a:ext cx="6343" cy="6345"/>
              </a:xfrm>
              <a:custGeom>
                <a:avLst/>
                <a:gdLst>
                  <a:gd name="connsiteX0" fmla="*/ 3386 w 6343"/>
                  <a:gd name="connsiteY0" fmla="*/ 6498 h 6345"/>
                  <a:gd name="connsiteX1" fmla="*/ 5629 w 6343"/>
                  <a:gd name="connsiteY1" fmla="*/ 5569 h 6345"/>
                  <a:gd name="connsiteX2" fmla="*/ 6558 w 6343"/>
                  <a:gd name="connsiteY2" fmla="*/ 3326 h 6345"/>
                  <a:gd name="connsiteX3" fmla="*/ 5629 w 6343"/>
                  <a:gd name="connsiteY3" fmla="*/ 1082 h 6345"/>
                  <a:gd name="connsiteX4" fmla="*/ 3386 w 6343"/>
                  <a:gd name="connsiteY4" fmla="*/ 153 h 6345"/>
                  <a:gd name="connsiteX5" fmla="*/ 1144 w 6343"/>
                  <a:gd name="connsiteY5" fmla="*/ 1082 h 6345"/>
                  <a:gd name="connsiteX6" fmla="*/ 215 w 6343"/>
                  <a:gd name="connsiteY6" fmla="*/ 3326 h 6345"/>
                  <a:gd name="connsiteX7" fmla="*/ 1144 w 6343"/>
                  <a:gd name="connsiteY7" fmla="*/ 5569 h 6345"/>
                  <a:gd name="connsiteX8" fmla="*/ 3386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98"/>
                    </a:moveTo>
                    <a:cubicBezTo>
                      <a:pt x="4228" y="6498"/>
                      <a:pt x="5034" y="6164"/>
                      <a:pt x="5629" y="5569"/>
                    </a:cubicBezTo>
                    <a:cubicBezTo>
                      <a:pt x="6224" y="4974"/>
                      <a:pt x="6558" y="4167"/>
                      <a:pt x="6558" y="3326"/>
                    </a:cubicBezTo>
                    <a:cubicBezTo>
                      <a:pt x="6558" y="2484"/>
                      <a:pt x="6224" y="1677"/>
                      <a:pt x="5629" y="1082"/>
                    </a:cubicBezTo>
                    <a:cubicBezTo>
                      <a:pt x="5034" y="487"/>
                      <a:pt x="4228" y="153"/>
                      <a:pt x="3386" y="153"/>
                    </a:cubicBezTo>
                    <a:cubicBezTo>
                      <a:pt x="2545" y="153"/>
                      <a:pt x="1739" y="487"/>
                      <a:pt x="1144" y="1082"/>
                    </a:cubicBezTo>
                    <a:cubicBezTo>
                      <a:pt x="549" y="1677"/>
                      <a:pt x="215" y="2484"/>
                      <a:pt x="215" y="3326"/>
                    </a:cubicBezTo>
                    <a:cubicBezTo>
                      <a:pt x="215" y="4167"/>
                      <a:pt x="549" y="4974"/>
                      <a:pt x="1144" y="5569"/>
                    </a:cubicBezTo>
                    <a:cubicBezTo>
                      <a:pt x="1739" y="6164"/>
                      <a:pt x="2545" y="6498"/>
                      <a:pt x="3386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61" name="Freeform: Shape 4660">
                <a:extLst>
                  <a:ext uri="{FF2B5EF4-FFF2-40B4-BE49-F238E27FC236}">
                    <a16:creationId xmlns:a16="http://schemas.microsoft.com/office/drawing/2014/main" id="{C768AA5F-D76C-D3B0-5363-7E4A9E7BDAC6}"/>
                  </a:ext>
                </a:extLst>
              </p:cNvPr>
              <p:cNvSpPr/>
              <p:nvPr/>
            </p:nvSpPr>
            <p:spPr>
              <a:xfrm>
                <a:off x="3580973" y="5421104"/>
                <a:ext cx="6343" cy="6345"/>
              </a:xfrm>
              <a:custGeom>
                <a:avLst/>
                <a:gdLst>
                  <a:gd name="connsiteX0" fmla="*/ 3387 w 6343"/>
                  <a:gd name="connsiteY0" fmla="*/ 6498 h 6345"/>
                  <a:gd name="connsiteX1" fmla="*/ 5629 w 6343"/>
                  <a:gd name="connsiteY1" fmla="*/ 5569 h 6345"/>
                  <a:gd name="connsiteX2" fmla="*/ 6558 w 6343"/>
                  <a:gd name="connsiteY2" fmla="*/ 3326 h 6345"/>
                  <a:gd name="connsiteX3" fmla="*/ 5629 w 6343"/>
                  <a:gd name="connsiteY3" fmla="*/ 1082 h 6345"/>
                  <a:gd name="connsiteX4" fmla="*/ 3387 w 6343"/>
                  <a:gd name="connsiteY4" fmla="*/ 153 h 6345"/>
                  <a:gd name="connsiteX5" fmla="*/ 1144 w 6343"/>
                  <a:gd name="connsiteY5" fmla="*/ 1082 h 6345"/>
                  <a:gd name="connsiteX6" fmla="*/ 215 w 6343"/>
                  <a:gd name="connsiteY6" fmla="*/ 3326 h 6345"/>
                  <a:gd name="connsiteX7" fmla="*/ 1144 w 6343"/>
                  <a:gd name="connsiteY7" fmla="*/ 5569 h 6345"/>
                  <a:gd name="connsiteX8" fmla="*/ 3387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98"/>
                    </a:moveTo>
                    <a:cubicBezTo>
                      <a:pt x="4228" y="6498"/>
                      <a:pt x="5035" y="6164"/>
                      <a:pt x="5629" y="5569"/>
                    </a:cubicBezTo>
                    <a:cubicBezTo>
                      <a:pt x="6224" y="4974"/>
                      <a:pt x="6558" y="4167"/>
                      <a:pt x="6558" y="3326"/>
                    </a:cubicBezTo>
                    <a:cubicBezTo>
                      <a:pt x="6558" y="2484"/>
                      <a:pt x="6224" y="1677"/>
                      <a:pt x="5629" y="1082"/>
                    </a:cubicBezTo>
                    <a:cubicBezTo>
                      <a:pt x="5035" y="487"/>
                      <a:pt x="4228" y="153"/>
                      <a:pt x="3387" y="153"/>
                    </a:cubicBezTo>
                    <a:cubicBezTo>
                      <a:pt x="2546" y="153"/>
                      <a:pt x="1739" y="487"/>
                      <a:pt x="1144" y="1082"/>
                    </a:cubicBezTo>
                    <a:cubicBezTo>
                      <a:pt x="549" y="1677"/>
                      <a:pt x="215" y="2484"/>
                      <a:pt x="215" y="3326"/>
                    </a:cubicBezTo>
                    <a:cubicBezTo>
                      <a:pt x="215" y="4167"/>
                      <a:pt x="549" y="4974"/>
                      <a:pt x="1144" y="5569"/>
                    </a:cubicBezTo>
                    <a:cubicBezTo>
                      <a:pt x="1739" y="6164"/>
                      <a:pt x="2546" y="6498"/>
                      <a:pt x="3387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62" name="Freeform: Shape 4661">
                <a:extLst>
                  <a:ext uri="{FF2B5EF4-FFF2-40B4-BE49-F238E27FC236}">
                    <a16:creationId xmlns:a16="http://schemas.microsoft.com/office/drawing/2014/main" id="{5A13EF64-7FCF-FE53-D584-CBC089F9E02F}"/>
                  </a:ext>
                </a:extLst>
              </p:cNvPr>
              <p:cNvSpPr/>
              <p:nvPr/>
            </p:nvSpPr>
            <p:spPr>
              <a:xfrm>
                <a:off x="3584562" y="5421121"/>
                <a:ext cx="6343" cy="6345"/>
              </a:xfrm>
              <a:custGeom>
                <a:avLst/>
                <a:gdLst>
                  <a:gd name="connsiteX0" fmla="*/ 3387 w 6343"/>
                  <a:gd name="connsiteY0" fmla="*/ 6498 h 6345"/>
                  <a:gd name="connsiteX1" fmla="*/ 5630 w 6343"/>
                  <a:gd name="connsiteY1" fmla="*/ 5569 h 6345"/>
                  <a:gd name="connsiteX2" fmla="*/ 6558 w 6343"/>
                  <a:gd name="connsiteY2" fmla="*/ 3326 h 6345"/>
                  <a:gd name="connsiteX3" fmla="*/ 5630 w 6343"/>
                  <a:gd name="connsiteY3" fmla="*/ 1082 h 6345"/>
                  <a:gd name="connsiteX4" fmla="*/ 3387 w 6343"/>
                  <a:gd name="connsiteY4" fmla="*/ 153 h 6345"/>
                  <a:gd name="connsiteX5" fmla="*/ 1144 w 6343"/>
                  <a:gd name="connsiteY5" fmla="*/ 1082 h 6345"/>
                  <a:gd name="connsiteX6" fmla="*/ 215 w 6343"/>
                  <a:gd name="connsiteY6" fmla="*/ 3326 h 6345"/>
                  <a:gd name="connsiteX7" fmla="*/ 1144 w 6343"/>
                  <a:gd name="connsiteY7" fmla="*/ 5569 h 6345"/>
                  <a:gd name="connsiteX8" fmla="*/ 3387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98"/>
                    </a:moveTo>
                    <a:cubicBezTo>
                      <a:pt x="4228" y="6498"/>
                      <a:pt x="5035" y="6164"/>
                      <a:pt x="5630" y="5569"/>
                    </a:cubicBezTo>
                    <a:cubicBezTo>
                      <a:pt x="6224" y="4974"/>
                      <a:pt x="6558" y="4167"/>
                      <a:pt x="6558" y="3326"/>
                    </a:cubicBezTo>
                    <a:cubicBezTo>
                      <a:pt x="6558" y="2484"/>
                      <a:pt x="6224" y="1677"/>
                      <a:pt x="5630" y="1082"/>
                    </a:cubicBezTo>
                    <a:cubicBezTo>
                      <a:pt x="5035" y="487"/>
                      <a:pt x="4228" y="153"/>
                      <a:pt x="3387" y="153"/>
                    </a:cubicBezTo>
                    <a:cubicBezTo>
                      <a:pt x="2546" y="153"/>
                      <a:pt x="1739" y="487"/>
                      <a:pt x="1144" y="1082"/>
                    </a:cubicBezTo>
                    <a:cubicBezTo>
                      <a:pt x="550" y="1677"/>
                      <a:pt x="215" y="2484"/>
                      <a:pt x="215" y="3326"/>
                    </a:cubicBezTo>
                    <a:cubicBezTo>
                      <a:pt x="215" y="4167"/>
                      <a:pt x="550" y="4974"/>
                      <a:pt x="1144" y="5569"/>
                    </a:cubicBezTo>
                    <a:cubicBezTo>
                      <a:pt x="1739" y="6164"/>
                      <a:pt x="2546" y="6498"/>
                      <a:pt x="3387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63" name="Freeform: Shape 4662">
                <a:extLst>
                  <a:ext uri="{FF2B5EF4-FFF2-40B4-BE49-F238E27FC236}">
                    <a16:creationId xmlns:a16="http://schemas.microsoft.com/office/drawing/2014/main" id="{EB0CBB09-4FA8-A653-D1AB-572D23C3EB65}"/>
                  </a:ext>
                </a:extLst>
              </p:cNvPr>
              <p:cNvSpPr/>
              <p:nvPr/>
            </p:nvSpPr>
            <p:spPr>
              <a:xfrm>
                <a:off x="3587065" y="5419984"/>
                <a:ext cx="6343" cy="6345"/>
              </a:xfrm>
              <a:custGeom>
                <a:avLst/>
                <a:gdLst>
                  <a:gd name="connsiteX0" fmla="*/ 3387 w 6343"/>
                  <a:gd name="connsiteY0" fmla="*/ 6498 h 6345"/>
                  <a:gd name="connsiteX1" fmla="*/ 5630 w 6343"/>
                  <a:gd name="connsiteY1" fmla="*/ 5569 h 6345"/>
                  <a:gd name="connsiteX2" fmla="*/ 6559 w 6343"/>
                  <a:gd name="connsiteY2" fmla="*/ 3326 h 6345"/>
                  <a:gd name="connsiteX3" fmla="*/ 5630 w 6343"/>
                  <a:gd name="connsiteY3" fmla="*/ 1082 h 6345"/>
                  <a:gd name="connsiteX4" fmla="*/ 3387 w 6343"/>
                  <a:gd name="connsiteY4" fmla="*/ 153 h 6345"/>
                  <a:gd name="connsiteX5" fmla="*/ 1145 w 6343"/>
                  <a:gd name="connsiteY5" fmla="*/ 1082 h 6345"/>
                  <a:gd name="connsiteX6" fmla="*/ 216 w 6343"/>
                  <a:gd name="connsiteY6" fmla="*/ 3326 h 6345"/>
                  <a:gd name="connsiteX7" fmla="*/ 1145 w 6343"/>
                  <a:gd name="connsiteY7" fmla="*/ 5569 h 6345"/>
                  <a:gd name="connsiteX8" fmla="*/ 3387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98"/>
                    </a:moveTo>
                    <a:cubicBezTo>
                      <a:pt x="4228" y="6498"/>
                      <a:pt x="5035" y="6164"/>
                      <a:pt x="5630" y="5569"/>
                    </a:cubicBezTo>
                    <a:cubicBezTo>
                      <a:pt x="6225" y="4974"/>
                      <a:pt x="6559" y="4167"/>
                      <a:pt x="6559" y="3326"/>
                    </a:cubicBezTo>
                    <a:cubicBezTo>
                      <a:pt x="6559" y="2484"/>
                      <a:pt x="6225" y="1677"/>
                      <a:pt x="5630" y="1082"/>
                    </a:cubicBezTo>
                    <a:cubicBezTo>
                      <a:pt x="5035" y="487"/>
                      <a:pt x="4228" y="153"/>
                      <a:pt x="3387" y="153"/>
                    </a:cubicBezTo>
                    <a:cubicBezTo>
                      <a:pt x="2546" y="153"/>
                      <a:pt x="1739" y="487"/>
                      <a:pt x="1145" y="1082"/>
                    </a:cubicBezTo>
                    <a:cubicBezTo>
                      <a:pt x="550" y="1677"/>
                      <a:pt x="216" y="2484"/>
                      <a:pt x="216" y="3326"/>
                    </a:cubicBezTo>
                    <a:cubicBezTo>
                      <a:pt x="216" y="4167"/>
                      <a:pt x="550" y="4974"/>
                      <a:pt x="1145" y="5569"/>
                    </a:cubicBezTo>
                    <a:cubicBezTo>
                      <a:pt x="1739" y="6164"/>
                      <a:pt x="2546" y="6498"/>
                      <a:pt x="3387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64" name="Freeform: Shape 4663">
                <a:extLst>
                  <a:ext uri="{FF2B5EF4-FFF2-40B4-BE49-F238E27FC236}">
                    <a16:creationId xmlns:a16="http://schemas.microsoft.com/office/drawing/2014/main" id="{37073270-5C4F-9BE7-0765-9430FC6F50AF}"/>
                  </a:ext>
                </a:extLst>
              </p:cNvPr>
              <p:cNvSpPr/>
              <p:nvPr/>
            </p:nvSpPr>
            <p:spPr>
              <a:xfrm>
                <a:off x="3590199" y="5419567"/>
                <a:ext cx="6343" cy="6345"/>
              </a:xfrm>
              <a:custGeom>
                <a:avLst/>
                <a:gdLst>
                  <a:gd name="connsiteX0" fmla="*/ 3387 w 6343"/>
                  <a:gd name="connsiteY0" fmla="*/ 6498 h 6345"/>
                  <a:gd name="connsiteX1" fmla="*/ 5630 w 6343"/>
                  <a:gd name="connsiteY1" fmla="*/ 5569 h 6345"/>
                  <a:gd name="connsiteX2" fmla="*/ 6559 w 6343"/>
                  <a:gd name="connsiteY2" fmla="*/ 3326 h 6345"/>
                  <a:gd name="connsiteX3" fmla="*/ 5630 w 6343"/>
                  <a:gd name="connsiteY3" fmla="*/ 1082 h 6345"/>
                  <a:gd name="connsiteX4" fmla="*/ 3387 w 6343"/>
                  <a:gd name="connsiteY4" fmla="*/ 153 h 6345"/>
                  <a:gd name="connsiteX5" fmla="*/ 1145 w 6343"/>
                  <a:gd name="connsiteY5" fmla="*/ 1082 h 6345"/>
                  <a:gd name="connsiteX6" fmla="*/ 216 w 6343"/>
                  <a:gd name="connsiteY6" fmla="*/ 3326 h 6345"/>
                  <a:gd name="connsiteX7" fmla="*/ 1145 w 6343"/>
                  <a:gd name="connsiteY7" fmla="*/ 5569 h 6345"/>
                  <a:gd name="connsiteX8" fmla="*/ 3387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98"/>
                    </a:moveTo>
                    <a:cubicBezTo>
                      <a:pt x="4228" y="6498"/>
                      <a:pt x="5035" y="6164"/>
                      <a:pt x="5630" y="5569"/>
                    </a:cubicBezTo>
                    <a:cubicBezTo>
                      <a:pt x="6225" y="4974"/>
                      <a:pt x="6559" y="4167"/>
                      <a:pt x="6559" y="3326"/>
                    </a:cubicBezTo>
                    <a:cubicBezTo>
                      <a:pt x="6559" y="2484"/>
                      <a:pt x="6225" y="1677"/>
                      <a:pt x="5630" y="1082"/>
                    </a:cubicBezTo>
                    <a:cubicBezTo>
                      <a:pt x="5035" y="487"/>
                      <a:pt x="4228" y="153"/>
                      <a:pt x="3387" y="153"/>
                    </a:cubicBezTo>
                    <a:cubicBezTo>
                      <a:pt x="2546" y="153"/>
                      <a:pt x="1740" y="487"/>
                      <a:pt x="1145" y="1082"/>
                    </a:cubicBezTo>
                    <a:cubicBezTo>
                      <a:pt x="550" y="1677"/>
                      <a:pt x="216" y="2484"/>
                      <a:pt x="216" y="3326"/>
                    </a:cubicBezTo>
                    <a:cubicBezTo>
                      <a:pt x="216" y="4167"/>
                      <a:pt x="550" y="4974"/>
                      <a:pt x="1145" y="5569"/>
                    </a:cubicBezTo>
                    <a:cubicBezTo>
                      <a:pt x="1740" y="6164"/>
                      <a:pt x="2546" y="6498"/>
                      <a:pt x="3387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65" name="Freeform: Shape 4664">
                <a:extLst>
                  <a:ext uri="{FF2B5EF4-FFF2-40B4-BE49-F238E27FC236}">
                    <a16:creationId xmlns:a16="http://schemas.microsoft.com/office/drawing/2014/main" id="{B2A8D1C1-94BB-911A-5DCB-BE07DB1C5414}"/>
                  </a:ext>
                </a:extLst>
              </p:cNvPr>
              <p:cNvSpPr/>
              <p:nvPr/>
            </p:nvSpPr>
            <p:spPr>
              <a:xfrm>
                <a:off x="3593671" y="5419565"/>
                <a:ext cx="6343" cy="6345"/>
              </a:xfrm>
              <a:custGeom>
                <a:avLst/>
                <a:gdLst>
                  <a:gd name="connsiteX0" fmla="*/ 3388 w 6343"/>
                  <a:gd name="connsiteY0" fmla="*/ 6498 h 6345"/>
                  <a:gd name="connsiteX1" fmla="*/ 5630 w 6343"/>
                  <a:gd name="connsiteY1" fmla="*/ 5569 h 6345"/>
                  <a:gd name="connsiteX2" fmla="*/ 6559 w 6343"/>
                  <a:gd name="connsiteY2" fmla="*/ 3326 h 6345"/>
                  <a:gd name="connsiteX3" fmla="*/ 5630 w 6343"/>
                  <a:gd name="connsiteY3" fmla="*/ 1082 h 6345"/>
                  <a:gd name="connsiteX4" fmla="*/ 3388 w 6343"/>
                  <a:gd name="connsiteY4" fmla="*/ 153 h 6345"/>
                  <a:gd name="connsiteX5" fmla="*/ 1145 w 6343"/>
                  <a:gd name="connsiteY5" fmla="*/ 1082 h 6345"/>
                  <a:gd name="connsiteX6" fmla="*/ 216 w 6343"/>
                  <a:gd name="connsiteY6" fmla="*/ 3326 h 6345"/>
                  <a:gd name="connsiteX7" fmla="*/ 1145 w 6343"/>
                  <a:gd name="connsiteY7" fmla="*/ 5569 h 6345"/>
                  <a:gd name="connsiteX8" fmla="*/ 3388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98"/>
                    </a:moveTo>
                    <a:cubicBezTo>
                      <a:pt x="4229" y="6498"/>
                      <a:pt x="5036" y="6164"/>
                      <a:pt x="5630" y="5569"/>
                    </a:cubicBezTo>
                    <a:cubicBezTo>
                      <a:pt x="6225" y="4974"/>
                      <a:pt x="6559" y="4167"/>
                      <a:pt x="6559" y="3326"/>
                    </a:cubicBezTo>
                    <a:cubicBezTo>
                      <a:pt x="6559" y="2484"/>
                      <a:pt x="6225" y="1677"/>
                      <a:pt x="5630" y="1082"/>
                    </a:cubicBezTo>
                    <a:cubicBezTo>
                      <a:pt x="5036" y="487"/>
                      <a:pt x="4229" y="153"/>
                      <a:pt x="3388" y="153"/>
                    </a:cubicBezTo>
                    <a:cubicBezTo>
                      <a:pt x="2547" y="153"/>
                      <a:pt x="1740" y="487"/>
                      <a:pt x="1145" y="1082"/>
                    </a:cubicBezTo>
                    <a:cubicBezTo>
                      <a:pt x="550" y="1677"/>
                      <a:pt x="216" y="2484"/>
                      <a:pt x="216" y="3326"/>
                    </a:cubicBezTo>
                    <a:cubicBezTo>
                      <a:pt x="216" y="4167"/>
                      <a:pt x="550" y="4974"/>
                      <a:pt x="1145" y="5569"/>
                    </a:cubicBezTo>
                    <a:cubicBezTo>
                      <a:pt x="1740" y="6164"/>
                      <a:pt x="2547" y="6498"/>
                      <a:pt x="3388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66" name="Freeform: Shape 4665">
                <a:extLst>
                  <a:ext uri="{FF2B5EF4-FFF2-40B4-BE49-F238E27FC236}">
                    <a16:creationId xmlns:a16="http://schemas.microsoft.com/office/drawing/2014/main" id="{9B2E5523-F53D-D646-F281-897F86BD2E4F}"/>
                  </a:ext>
                </a:extLst>
              </p:cNvPr>
              <p:cNvSpPr/>
              <p:nvPr/>
            </p:nvSpPr>
            <p:spPr>
              <a:xfrm>
                <a:off x="3596574" y="5418956"/>
                <a:ext cx="6343" cy="6345"/>
              </a:xfrm>
              <a:custGeom>
                <a:avLst/>
                <a:gdLst>
                  <a:gd name="connsiteX0" fmla="*/ 3388 w 6343"/>
                  <a:gd name="connsiteY0" fmla="*/ 6498 h 6345"/>
                  <a:gd name="connsiteX1" fmla="*/ 5631 w 6343"/>
                  <a:gd name="connsiteY1" fmla="*/ 5569 h 6345"/>
                  <a:gd name="connsiteX2" fmla="*/ 6559 w 6343"/>
                  <a:gd name="connsiteY2" fmla="*/ 3326 h 6345"/>
                  <a:gd name="connsiteX3" fmla="*/ 5631 w 6343"/>
                  <a:gd name="connsiteY3" fmla="*/ 1082 h 6345"/>
                  <a:gd name="connsiteX4" fmla="*/ 3388 w 6343"/>
                  <a:gd name="connsiteY4" fmla="*/ 153 h 6345"/>
                  <a:gd name="connsiteX5" fmla="*/ 1145 w 6343"/>
                  <a:gd name="connsiteY5" fmla="*/ 1082 h 6345"/>
                  <a:gd name="connsiteX6" fmla="*/ 216 w 6343"/>
                  <a:gd name="connsiteY6" fmla="*/ 3326 h 6345"/>
                  <a:gd name="connsiteX7" fmla="*/ 1145 w 6343"/>
                  <a:gd name="connsiteY7" fmla="*/ 5569 h 6345"/>
                  <a:gd name="connsiteX8" fmla="*/ 3388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98"/>
                    </a:moveTo>
                    <a:cubicBezTo>
                      <a:pt x="4229" y="6498"/>
                      <a:pt x="5036" y="6164"/>
                      <a:pt x="5631" y="5569"/>
                    </a:cubicBezTo>
                    <a:cubicBezTo>
                      <a:pt x="6225" y="4974"/>
                      <a:pt x="6559" y="4167"/>
                      <a:pt x="6559" y="3326"/>
                    </a:cubicBezTo>
                    <a:cubicBezTo>
                      <a:pt x="6559" y="2484"/>
                      <a:pt x="6225" y="1677"/>
                      <a:pt x="5631" y="1082"/>
                    </a:cubicBezTo>
                    <a:cubicBezTo>
                      <a:pt x="5036" y="487"/>
                      <a:pt x="4229" y="153"/>
                      <a:pt x="3388" y="153"/>
                    </a:cubicBezTo>
                    <a:cubicBezTo>
                      <a:pt x="2547" y="153"/>
                      <a:pt x="1740" y="487"/>
                      <a:pt x="1145" y="1082"/>
                    </a:cubicBezTo>
                    <a:cubicBezTo>
                      <a:pt x="551" y="1677"/>
                      <a:pt x="216" y="2484"/>
                      <a:pt x="216" y="3326"/>
                    </a:cubicBezTo>
                    <a:cubicBezTo>
                      <a:pt x="216" y="4167"/>
                      <a:pt x="551" y="4974"/>
                      <a:pt x="1145" y="5569"/>
                    </a:cubicBezTo>
                    <a:cubicBezTo>
                      <a:pt x="1740" y="6164"/>
                      <a:pt x="2547" y="6498"/>
                      <a:pt x="3388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67" name="Freeform: Shape 4666">
                <a:extLst>
                  <a:ext uri="{FF2B5EF4-FFF2-40B4-BE49-F238E27FC236}">
                    <a16:creationId xmlns:a16="http://schemas.microsoft.com/office/drawing/2014/main" id="{D88502AC-E83E-D08A-CDA2-F198FEB012FF}"/>
                  </a:ext>
                </a:extLst>
              </p:cNvPr>
              <p:cNvSpPr/>
              <p:nvPr/>
            </p:nvSpPr>
            <p:spPr>
              <a:xfrm>
                <a:off x="3599444" y="5418334"/>
                <a:ext cx="6343" cy="6345"/>
              </a:xfrm>
              <a:custGeom>
                <a:avLst/>
                <a:gdLst>
                  <a:gd name="connsiteX0" fmla="*/ 3388 w 6343"/>
                  <a:gd name="connsiteY0" fmla="*/ 6498 h 6345"/>
                  <a:gd name="connsiteX1" fmla="*/ 5631 w 6343"/>
                  <a:gd name="connsiteY1" fmla="*/ 5569 h 6345"/>
                  <a:gd name="connsiteX2" fmla="*/ 6560 w 6343"/>
                  <a:gd name="connsiteY2" fmla="*/ 3325 h 6345"/>
                  <a:gd name="connsiteX3" fmla="*/ 5631 w 6343"/>
                  <a:gd name="connsiteY3" fmla="*/ 1082 h 6345"/>
                  <a:gd name="connsiteX4" fmla="*/ 3388 w 6343"/>
                  <a:gd name="connsiteY4" fmla="*/ 153 h 6345"/>
                  <a:gd name="connsiteX5" fmla="*/ 1145 w 6343"/>
                  <a:gd name="connsiteY5" fmla="*/ 1082 h 6345"/>
                  <a:gd name="connsiteX6" fmla="*/ 217 w 6343"/>
                  <a:gd name="connsiteY6" fmla="*/ 3325 h 6345"/>
                  <a:gd name="connsiteX7" fmla="*/ 1145 w 6343"/>
                  <a:gd name="connsiteY7" fmla="*/ 5569 h 6345"/>
                  <a:gd name="connsiteX8" fmla="*/ 3388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98"/>
                    </a:moveTo>
                    <a:cubicBezTo>
                      <a:pt x="4229" y="6498"/>
                      <a:pt x="5036" y="6164"/>
                      <a:pt x="5631" y="5569"/>
                    </a:cubicBezTo>
                    <a:cubicBezTo>
                      <a:pt x="6225" y="4974"/>
                      <a:pt x="6560" y="4167"/>
                      <a:pt x="6560" y="3325"/>
                    </a:cubicBezTo>
                    <a:cubicBezTo>
                      <a:pt x="6560" y="2484"/>
                      <a:pt x="6225" y="1677"/>
                      <a:pt x="5631" y="1082"/>
                    </a:cubicBezTo>
                    <a:cubicBezTo>
                      <a:pt x="5036" y="487"/>
                      <a:pt x="4229" y="153"/>
                      <a:pt x="3388" y="153"/>
                    </a:cubicBezTo>
                    <a:cubicBezTo>
                      <a:pt x="2547" y="153"/>
                      <a:pt x="1740" y="487"/>
                      <a:pt x="1145" y="1082"/>
                    </a:cubicBezTo>
                    <a:cubicBezTo>
                      <a:pt x="551" y="1677"/>
                      <a:pt x="217" y="2484"/>
                      <a:pt x="217" y="3325"/>
                    </a:cubicBezTo>
                    <a:cubicBezTo>
                      <a:pt x="217" y="4167"/>
                      <a:pt x="551" y="4974"/>
                      <a:pt x="1145" y="5569"/>
                    </a:cubicBezTo>
                    <a:cubicBezTo>
                      <a:pt x="1740" y="6164"/>
                      <a:pt x="2547" y="6498"/>
                      <a:pt x="3388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68" name="Freeform: Shape 4667">
                <a:extLst>
                  <a:ext uri="{FF2B5EF4-FFF2-40B4-BE49-F238E27FC236}">
                    <a16:creationId xmlns:a16="http://schemas.microsoft.com/office/drawing/2014/main" id="{9424F8F3-E0B8-E200-467D-130B913A4299}"/>
                  </a:ext>
                </a:extLst>
              </p:cNvPr>
              <p:cNvSpPr/>
              <p:nvPr/>
            </p:nvSpPr>
            <p:spPr>
              <a:xfrm>
                <a:off x="3602341" y="5417771"/>
                <a:ext cx="6343" cy="6345"/>
              </a:xfrm>
              <a:custGeom>
                <a:avLst/>
                <a:gdLst>
                  <a:gd name="connsiteX0" fmla="*/ 3388 w 6343"/>
                  <a:gd name="connsiteY0" fmla="*/ 6498 h 6345"/>
                  <a:gd name="connsiteX1" fmla="*/ 5631 w 6343"/>
                  <a:gd name="connsiteY1" fmla="*/ 5569 h 6345"/>
                  <a:gd name="connsiteX2" fmla="*/ 6560 w 6343"/>
                  <a:gd name="connsiteY2" fmla="*/ 3325 h 6345"/>
                  <a:gd name="connsiteX3" fmla="*/ 5631 w 6343"/>
                  <a:gd name="connsiteY3" fmla="*/ 1082 h 6345"/>
                  <a:gd name="connsiteX4" fmla="*/ 3388 w 6343"/>
                  <a:gd name="connsiteY4" fmla="*/ 153 h 6345"/>
                  <a:gd name="connsiteX5" fmla="*/ 1146 w 6343"/>
                  <a:gd name="connsiteY5" fmla="*/ 1082 h 6345"/>
                  <a:gd name="connsiteX6" fmla="*/ 217 w 6343"/>
                  <a:gd name="connsiteY6" fmla="*/ 3325 h 6345"/>
                  <a:gd name="connsiteX7" fmla="*/ 1146 w 6343"/>
                  <a:gd name="connsiteY7" fmla="*/ 5569 h 6345"/>
                  <a:gd name="connsiteX8" fmla="*/ 3388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98"/>
                    </a:moveTo>
                    <a:cubicBezTo>
                      <a:pt x="4229" y="6498"/>
                      <a:pt x="5036" y="6164"/>
                      <a:pt x="5631" y="5569"/>
                    </a:cubicBezTo>
                    <a:cubicBezTo>
                      <a:pt x="6226" y="4974"/>
                      <a:pt x="6560" y="4167"/>
                      <a:pt x="6560" y="3325"/>
                    </a:cubicBezTo>
                    <a:cubicBezTo>
                      <a:pt x="6560" y="2484"/>
                      <a:pt x="6226" y="1677"/>
                      <a:pt x="5631" y="1082"/>
                    </a:cubicBezTo>
                    <a:cubicBezTo>
                      <a:pt x="5036" y="487"/>
                      <a:pt x="4229" y="153"/>
                      <a:pt x="3388" y="153"/>
                    </a:cubicBezTo>
                    <a:cubicBezTo>
                      <a:pt x="2547" y="153"/>
                      <a:pt x="1740" y="487"/>
                      <a:pt x="1146" y="1082"/>
                    </a:cubicBezTo>
                    <a:cubicBezTo>
                      <a:pt x="551" y="1677"/>
                      <a:pt x="217" y="2484"/>
                      <a:pt x="217" y="3325"/>
                    </a:cubicBezTo>
                    <a:cubicBezTo>
                      <a:pt x="217" y="4167"/>
                      <a:pt x="551" y="4974"/>
                      <a:pt x="1146" y="5569"/>
                    </a:cubicBezTo>
                    <a:cubicBezTo>
                      <a:pt x="1740" y="6164"/>
                      <a:pt x="2547" y="6498"/>
                      <a:pt x="3388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69" name="Freeform: Shape 4668">
                <a:extLst>
                  <a:ext uri="{FF2B5EF4-FFF2-40B4-BE49-F238E27FC236}">
                    <a16:creationId xmlns:a16="http://schemas.microsoft.com/office/drawing/2014/main" id="{483D7947-48FB-CBF5-A4AC-FD444C901277}"/>
                  </a:ext>
                </a:extLst>
              </p:cNvPr>
              <p:cNvSpPr/>
              <p:nvPr/>
            </p:nvSpPr>
            <p:spPr>
              <a:xfrm>
                <a:off x="3604993" y="5416944"/>
                <a:ext cx="6343" cy="6345"/>
              </a:xfrm>
              <a:custGeom>
                <a:avLst/>
                <a:gdLst>
                  <a:gd name="connsiteX0" fmla="*/ 3389 w 6343"/>
                  <a:gd name="connsiteY0" fmla="*/ 6498 h 6345"/>
                  <a:gd name="connsiteX1" fmla="*/ 5631 w 6343"/>
                  <a:gd name="connsiteY1" fmla="*/ 5569 h 6345"/>
                  <a:gd name="connsiteX2" fmla="*/ 6560 w 6343"/>
                  <a:gd name="connsiteY2" fmla="*/ 3325 h 6345"/>
                  <a:gd name="connsiteX3" fmla="*/ 5631 w 6343"/>
                  <a:gd name="connsiteY3" fmla="*/ 1082 h 6345"/>
                  <a:gd name="connsiteX4" fmla="*/ 3389 w 6343"/>
                  <a:gd name="connsiteY4" fmla="*/ 153 h 6345"/>
                  <a:gd name="connsiteX5" fmla="*/ 1146 w 6343"/>
                  <a:gd name="connsiteY5" fmla="*/ 1082 h 6345"/>
                  <a:gd name="connsiteX6" fmla="*/ 217 w 6343"/>
                  <a:gd name="connsiteY6" fmla="*/ 3325 h 6345"/>
                  <a:gd name="connsiteX7" fmla="*/ 1146 w 6343"/>
                  <a:gd name="connsiteY7" fmla="*/ 5569 h 6345"/>
                  <a:gd name="connsiteX8" fmla="*/ 3389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8"/>
                    </a:moveTo>
                    <a:cubicBezTo>
                      <a:pt x="4230" y="6498"/>
                      <a:pt x="5036" y="6164"/>
                      <a:pt x="5631" y="5569"/>
                    </a:cubicBezTo>
                    <a:cubicBezTo>
                      <a:pt x="6226" y="4974"/>
                      <a:pt x="6560" y="4167"/>
                      <a:pt x="6560" y="3325"/>
                    </a:cubicBezTo>
                    <a:cubicBezTo>
                      <a:pt x="6560" y="2484"/>
                      <a:pt x="6226" y="1677"/>
                      <a:pt x="5631" y="1082"/>
                    </a:cubicBezTo>
                    <a:cubicBezTo>
                      <a:pt x="5036" y="487"/>
                      <a:pt x="4230" y="153"/>
                      <a:pt x="3389" y="153"/>
                    </a:cubicBezTo>
                    <a:cubicBezTo>
                      <a:pt x="2547" y="153"/>
                      <a:pt x="1741" y="487"/>
                      <a:pt x="1146" y="1082"/>
                    </a:cubicBezTo>
                    <a:cubicBezTo>
                      <a:pt x="551" y="1677"/>
                      <a:pt x="217" y="2484"/>
                      <a:pt x="217" y="3325"/>
                    </a:cubicBezTo>
                    <a:cubicBezTo>
                      <a:pt x="217" y="4167"/>
                      <a:pt x="551" y="4974"/>
                      <a:pt x="1146" y="5569"/>
                    </a:cubicBezTo>
                    <a:cubicBezTo>
                      <a:pt x="1741" y="6164"/>
                      <a:pt x="2547" y="6498"/>
                      <a:pt x="3389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70" name="Freeform: Shape 4669">
                <a:extLst>
                  <a:ext uri="{FF2B5EF4-FFF2-40B4-BE49-F238E27FC236}">
                    <a16:creationId xmlns:a16="http://schemas.microsoft.com/office/drawing/2014/main" id="{C08AB88D-7869-C939-6ADA-3218CC2EEFE3}"/>
                  </a:ext>
                </a:extLst>
              </p:cNvPr>
              <p:cNvSpPr/>
              <p:nvPr/>
            </p:nvSpPr>
            <p:spPr>
              <a:xfrm>
                <a:off x="3607674" y="5416174"/>
                <a:ext cx="6343" cy="6345"/>
              </a:xfrm>
              <a:custGeom>
                <a:avLst/>
                <a:gdLst>
                  <a:gd name="connsiteX0" fmla="*/ 3389 w 6343"/>
                  <a:gd name="connsiteY0" fmla="*/ 6498 h 6345"/>
                  <a:gd name="connsiteX1" fmla="*/ 5631 w 6343"/>
                  <a:gd name="connsiteY1" fmla="*/ 5569 h 6345"/>
                  <a:gd name="connsiteX2" fmla="*/ 6560 w 6343"/>
                  <a:gd name="connsiteY2" fmla="*/ 3325 h 6345"/>
                  <a:gd name="connsiteX3" fmla="*/ 5631 w 6343"/>
                  <a:gd name="connsiteY3" fmla="*/ 1082 h 6345"/>
                  <a:gd name="connsiteX4" fmla="*/ 3389 w 6343"/>
                  <a:gd name="connsiteY4" fmla="*/ 153 h 6345"/>
                  <a:gd name="connsiteX5" fmla="*/ 1146 w 6343"/>
                  <a:gd name="connsiteY5" fmla="*/ 1082 h 6345"/>
                  <a:gd name="connsiteX6" fmla="*/ 217 w 6343"/>
                  <a:gd name="connsiteY6" fmla="*/ 3325 h 6345"/>
                  <a:gd name="connsiteX7" fmla="*/ 1146 w 6343"/>
                  <a:gd name="connsiteY7" fmla="*/ 5569 h 6345"/>
                  <a:gd name="connsiteX8" fmla="*/ 3389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8"/>
                    </a:moveTo>
                    <a:cubicBezTo>
                      <a:pt x="4230" y="6498"/>
                      <a:pt x="5037" y="6164"/>
                      <a:pt x="5631" y="5569"/>
                    </a:cubicBezTo>
                    <a:cubicBezTo>
                      <a:pt x="6226" y="4974"/>
                      <a:pt x="6560" y="4167"/>
                      <a:pt x="6560" y="3325"/>
                    </a:cubicBezTo>
                    <a:cubicBezTo>
                      <a:pt x="6560" y="2484"/>
                      <a:pt x="6226" y="1677"/>
                      <a:pt x="5631" y="1082"/>
                    </a:cubicBezTo>
                    <a:cubicBezTo>
                      <a:pt x="5037" y="487"/>
                      <a:pt x="4230" y="153"/>
                      <a:pt x="3389" y="153"/>
                    </a:cubicBezTo>
                    <a:cubicBezTo>
                      <a:pt x="2548" y="153"/>
                      <a:pt x="1741" y="487"/>
                      <a:pt x="1146" y="1082"/>
                    </a:cubicBezTo>
                    <a:cubicBezTo>
                      <a:pt x="551" y="1677"/>
                      <a:pt x="217" y="2484"/>
                      <a:pt x="217" y="3325"/>
                    </a:cubicBezTo>
                    <a:cubicBezTo>
                      <a:pt x="217" y="4167"/>
                      <a:pt x="551" y="4974"/>
                      <a:pt x="1146" y="5569"/>
                    </a:cubicBezTo>
                    <a:cubicBezTo>
                      <a:pt x="1741" y="6164"/>
                      <a:pt x="2548" y="6498"/>
                      <a:pt x="3389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71" name="Freeform: Shape 4670">
                <a:extLst>
                  <a:ext uri="{FF2B5EF4-FFF2-40B4-BE49-F238E27FC236}">
                    <a16:creationId xmlns:a16="http://schemas.microsoft.com/office/drawing/2014/main" id="{CD9D947F-3706-F785-0182-2EE430D9994D}"/>
                  </a:ext>
                </a:extLst>
              </p:cNvPr>
              <p:cNvSpPr/>
              <p:nvPr/>
            </p:nvSpPr>
            <p:spPr>
              <a:xfrm>
                <a:off x="3610236" y="5415279"/>
                <a:ext cx="6343" cy="6345"/>
              </a:xfrm>
              <a:custGeom>
                <a:avLst/>
                <a:gdLst>
                  <a:gd name="connsiteX0" fmla="*/ 3389 w 6343"/>
                  <a:gd name="connsiteY0" fmla="*/ 6498 h 6345"/>
                  <a:gd name="connsiteX1" fmla="*/ 5632 w 6343"/>
                  <a:gd name="connsiteY1" fmla="*/ 5569 h 6345"/>
                  <a:gd name="connsiteX2" fmla="*/ 6561 w 6343"/>
                  <a:gd name="connsiteY2" fmla="*/ 3325 h 6345"/>
                  <a:gd name="connsiteX3" fmla="*/ 5632 w 6343"/>
                  <a:gd name="connsiteY3" fmla="*/ 1082 h 6345"/>
                  <a:gd name="connsiteX4" fmla="*/ 3389 w 6343"/>
                  <a:gd name="connsiteY4" fmla="*/ 153 h 6345"/>
                  <a:gd name="connsiteX5" fmla="*/ 1146 w 6343"/>
                  <a:gd name="connsiteY5" fmla="*/ 1082 h 6345"/>
                  <a:gd name="connsiteX6" fmla="*/ 217 w 6343"/>
                  <a:gd name="connsiteY6" fmla="*/ 3325 h 6345"/>
                  <a:gd name="connsiteX7" fmla="*/ 1146 w 6343"/>
                  <a:gd name="connsiteY7" fmla="*/ 5569 h 6345"/>
                  <a:gd name="connsiteX8" fmla="*/ 3389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8"/>
                    </a:moveTo>
                    <a:cubicBezTo>
                      <a:pt x="4230" y="6498"/>
                      <a:pt x="5037" y="6164"/>
                      <a:pt x="5632" y="5569"/>
                    </a:cubicBezTo>
                    <a:cubicBezTo>
                      <a:pt x="6226" y="4974"/>
                      <a:pt x="6561" y="4167"/>
                      <a:pt x="6561" y="3325"/>
                    </a:cubicBezTo>
                    <a:cubicBezTo>
                      <a:pt x="6561" y="2484"/>
                      <a:pt x="6226" y="1677"/>
                      <a:pt x="5632" y="1082"/>
                    </a:cubicBezTo>
                    <a:cubicBezTo>
                      <a:pt x="5037" y="487"/>
                      <a:pt x="4230" y="153"/>
                      <a:pt x="3389" y="153"/>
                    </a:cubicBezTo>
                    <a:cubicBezTo>
                      <a:pt x="2548" y="153"/>
                      <a:pt x="1741" y="487"/>
                      <a:pt x="1146" y="1082"/>
                    </a:cubicBezTo>
                    <a:cubicBezTo>
                      <a:pt x="552" y="1677"/>
                      <a:pt x="217" y="2484"/>
                      <a:pt x="217" y="3325"/>
                    </a:cubicBezTo>
                    <a:cubicBezTo>
                      <a:pt x="217" y="4167"/>
                      <a:pt x="552" y="4974"/>
                      <a:pt x="1146" y="5569"/>
                    </a:cubicBezTo>
                    <a:cubicBezTo>
                      <a:pt x="1741" y="6164"/>
                      <a:pt x="2548" y="6498"/>
                      <a:pt x="3389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72" name="Freeform: Shape 4671">
                <a:extLst>
                  <a:ext uri="{FF2B5EF4-FFF2-40B4-BE49-F238E27FC236}">
                    <a16:creationId xmlns:a16="http://schemas.microsoft.com/office/drawing/2014/main" id="{1C4A3A5E-2E5E-244B-DCAC-8B9DF15942B9}"/>
                  </a:ext>
                </a:extLst>
              </p:cNvPr>
              <p:cNvSpPr/>
              <p:nvPr/>
            </p:nvSpPr>
            <p:spPr>
              <a:xfrm>
                <a:off x="3612946" y="5414586"/>
                <a:ext cx="6343" cy="6345"/>
              </a:xfrm>
              <a:custGeom>
                <a:avLst/>
                <a:gdLst>
                  <a:gd name="connsiteX0" fmla="*/ 3389 w 6343"/>
                  <a:gd name="connsiteY0" fmla="*/ 6498 h 6345"/>
                  <a:gd name="connsiteX1" fmla="*/ 5632 w 6343"/>
                  <a:gd name="connsiteY1" fmla="*/ 5569 h 6345"/>
                  <a:gd name="connsiteX2" fmla="*/ 6561 w 6343"/>
                  <a:gd name="connsiteY2" fmla="*/ 3325 h 6345"/>
                  <a:gd name="connsiteX3" fmla="*/ 5632 w 6343"/>
                  <a:gd name="connsiteY3" fmla="*/ 1082 h 6345"/>
                  <a:gd name="connsiteX4" fmla="*/ 3389 w 6343"/>
                  <a:gd name="connsiteY4" fmla="*/ 152 h 6345"/>
                  <a:gd name="connsiteX5" fmla="*/ 1147 w 6343"/>
                  <a:gd name="connsiteY5" fmla="*/ 1082 h 6345"/>
                  <a:gd name="connsiteX6" fmla="*/ 218 w 6343"/>
                  <a:gd name="connsiteY6" fmla="*/ 3325 h 6345"/>
                  <a:gd name="connsiteX7" fmla="*/ 1147 w 6343"/>
                  <a:gd name="connsiteY7" fmla="*/ 5569 h 6345"/>
                  <a:gd name="connsiteX8" fmla="*/ 3389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8"/>
                    </a:moveTo>
                    <a:cubicBezTo>
                      <a:pt x="4230" y="6498"/>
                      <a:pt x="5037" y="6164"/>
                      <a:pt x="5632" y="5569"/>
                    </a:cubicBezTo>
                    <a:cubicBezTo>
                      <a:pt x="6227" y="4974"/>
                      <a:pt x="6561" y="4167"/>
                      <a:pt x="6561" y="3325"/>
                    </a:cubicBezTo>
                    <a:cubicBezTo>
                      <a:pt x="6561" y="2484"/>
                      <a:pt x="6227" y="1677"/>
                      <a:pt x="5632" y="1082"/>
                    </a:cubicBezTo>
                    <a:cubicBezTo>
                      <a:pt x="5037" y="487"/>
                      <a:pt x="4230" y="152"/>
                      <a:pt x="3389" y="152"/>
                    </a:cubicBezTo>
                    <a:cubicBezTo>
                      <a:pt x="2548" y="152"/>
                      <a:pt x="1741" y="487"/>
                      <a:pt x="1147" y="1082"/>
                    </a:cubicBezTo>
                    <a:cubicBezTo>
                      <a:pt x="552" y="1677"/>
                      <a:pt x="218" y="2484"/>
                      <a:pt x="218" y="3325"/>
                    </a:cubicBezTo>
                    <a:cubicBezTo>
                      <a:pt x="218" y="4167"/>
                      <a:pt x="552" y="4974"/>
                      <a:pt x="1147" y="5569"/>
                    </a:cubicBezTo>
                    <a:cubicBezTo>
                      <a:pt x="1741" y="6164"/>
                      <a:pt x="2548" y="6498"/>
                      <a:pt x="3389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73" name="Freeform: Shape 4672">
                <a:extLst>
                  <a:ext uri="{FF2B5EF4-FFF2-40B4-BE49-F238E27FC236}">
                    <a16:creationId xmlns:a16="http://schemas.microsoft.com/office/drawing/2014/main" id="{1EFD41B4-1255-2F93-C460-3EF3CE6A6358}"/>
                  </a:ext>
                </a:extLst>
              </p:cNvPr>
              <p:cNvSpPr/>
              <p:nvPr/>
            </p:nvSpPr>
            <p:spPr>
              <a:xfrm>
                <a:off x="3615655" y="5413915"/>
                <a:ext cx="6343" cy="6345"/>
              </a:xfrm>
              <a:custGeom>
                <a:avLst/>
                <a:gdLst>
                  <a:gd name="connsiteX0" fmla="*/ 3389 w 6343"/>
                  <a:gd name="connsiteY0" fmla="*/ 6498 h 6345"/>
                  <a:gd name="connsiteX1" fmla="*/ 5632 w 6343"/>
                  <a:gd name="connsiteY1" fmla="*/ 5569 h 6345"/>
                  <a:gd name="connsiteX2" fmla="*/ 6561 w 6343"/>
                  <a:gd name="connsiteY2" fmla="*/ 3325 h 6345"/>
                  <a:gd name="connsiteX3" fmla="*/ 5632 w 6343"/>
                  <a:gd name="connsiteY3" fmla="*/ 1082 h 6345"/>
                  <a:gd name="connsiteX4" fmla="*/ 3389 w 6343"/>
                  <a:gd name="connsiteY4" fmla="*/ 152 h 6345"/>
                  <a:gd name="connsiteX5" fmla="*/ 1147 w 6343"/>
                  <a:gd name="connsiteY5" fmla="*/ 1082 h 6345"/>
                  <a:gd name="connsiteX6" fmla="*/ 218 w 6343"/>
                  <a:gd name="connsiteY6" fmla="*/ 3325 h 6345"/>
                  <a:gd name="connsiteX7" fmla="*/ 1147 w 6343"/>
                  <a:gd name="connsiteY7" fmla="*/ 5569 h 6345"/>
                  <a:gd name="connsiteX8" fmla="*/ 3389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98"/>
                    </a:moveTo>
                    <a:cubicBezTo>
                      <a:pt x="4230" y="6498"/>
                      <a:pt x="5037" y="6164"/>
                      <a:pt x="5632" y="5569"/>
                    </a:cubicBezTo>
                    <a:cubicBezTo>
                      <a:pt x="6227" y="4974"/>
                      <a:pt x="6561" y="4167"/>
                      <a:pt x="6561" y="3325"/>
                    </a:cubicBezTo>
                    <a:cubicBezTo>
                      <a:pt x="6561" y="2484"/>
                      <a:pt x="6227" y="1677"/>
                      <a:pt x="5632" y="1082"/>
                    </a:cubicBezTo>
                    <a:cubicBezTo>
                      <a:pt x="5037" y="487"/>
                      <a:pt x="4230" y="152"/>
                      <a:pt x="3389" y="152"/>
                    </a:cubicBezTo>
                    <a:cubicBezTo>
                      <a:pt x="2548" y="152"/>
                      <a:pt x="1742" y="487"/>
                      <a:pt x="1147" y="1082"/>
                    </a:cubicBezTo>
                    <a:cubicBezTo>
                      <a:pt x="552" y="1677"/>
                      <a:pt x="218" y="2484"/>
                      <a:pt x="218" y="3325"/>
                    </a:cubicBezTo>
                    <a:cubicBezTo>
                      <a:pt x="218" y="4167"/>
                      <a:pt x="552" y="4974"/>
                      <a:pt x="1147" y="5569"/>
                    </a:cubicBezTo>
                    <a:cubicBezTo>
                      <a:pt x="1742" y="6164"/>
                      <a:pt x="2548" y="6498"/>
                      <a:pt x="3389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74" name="Freeform: Shape 4673">
                <a:extLst>
                  <a:ext uri="{FF2B5EF4-FFF2-40B4-BE49-F238E27FC236}">
                    <a16:creationId xmlns:a16="http://schemas.microsoft.com/office/drawing/2014/main" id="{C282EC24-AC58-3F54-96FA-65E501F32F50}"/>
                  </a:ext>
                </a:extLst>
              </p:cNvPr>
              <p:cNvSpPr/>
              <p:nvPr/>
            </p:nvSpPr>
            <p:spPr>
              <a:xfrm>
                <a:off x="3618451" y="5413375"/>
                <a:ext cx="6343" cy="6345"/>
              </a:xfrm>
              <a:custGeom>
                <a:avLst/>
                <a:gdLst>
                  <a:gd name="connsiteX0" fmla="*/ 3390 w 6343"/>
                  <a:gd name="connsiteY0" fmla="*/ 6498 h 6345"/>
                  <a:gd name="connsiteX1" fmla="*/ 5632 w 6343"/>
                  <a:gd name="connsiteY1" fmla="*/ 5569 h 6345"/>
                  <a:gd name="connsiteX2" fmla="*/ 6561 w 6343"/>
                  <a:gd name="connsiteY2" fmla="*/ 3325 h 6345"/>
                  <a:gd name="connsiteX3" fmla="*/ 5632 w 6343"/>
                  <a:gd name="connsiteY3" fmla="*/ 1082 h 6345"/>
                  <a:gd name="connsiteX4" fmla="*/ 3390 w 6343"/>
                  <a:gd name="connsiteY4" fmla="*/ 152 h 6345"/>
                  <a:gd name="connsiteX5" fmla="*/ 1147 w 6343"/>
                  <a:gd name="connsiteY5" fmla="*/ 1082 h 6345"/>
                  <a:gd name="connsiteX6" fmla="*/ 218 w 6343"/>
                  <a:gd name="connsiteY6" fmla="*/ 3325 h 6345"/>
                  <a:gd name="connsiteX7" fmla="*/ 1147 w 6343"/>
                  <a:gd name="connsiteY7" fmla="*/ 5569 h 6345"/>
                  <a:gd name="connsiteX8" fmla="*/ 3390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8"/>
                    </a:moveTo>
                    <a:cubicBezTo>
                      <a:pt x="4231" y="6498"/>
                      <a:pt x="5037" y="6163"/>
                      <a:pt x="5632" y="5569"/>
                    </a:cubicBezTo>
                    <a:cubicBezTo>
                      <a:pt x="6227" y="4974"/>
                      <a:pt x="6561" y="4167"/>
                      <a:pt x="6561" y="3325"/>
                    </a:cubicBezTo>
                    <a:cubicBezTo>
                      <a:pt x="6561" y="2484"/>
                      <a:pt x="6227" y="1677"/>
                      <a:pt x="5632" y="1082"/>
                    </a:cubicBezTo>
                    <a:cubicBezTo>
                      <a:pt x="5037" y="487"/>
                      <a:pt x="4231" y="152"/>
                      <a:pt x="3390" y="152"/>
                    </a:cubicBezTo>
                    <a:cubicBezTo>
                      <a:pt x="2549" y="152"/>
                      <a:pt x="1742" y="487"/>
                      <a:pt x="1147" y="1082"/>
                    </a:cubicBezTo>
                    <a:cubicBezTo>
                      <a:pt x="552" y="1677"/>
                      <a:pt x="218" y="2484"/>
                      <a:pt x="218" y="3325"/>
                    </a:cubicBezTo>
                    <a:cubicBezTo>
                      <a:pt x="218" y="4167"/>
                      <a:pt x="552" y="4974"/>
                      <a:pt x="1147" y="5569"/>
                    </a:cubicBezTo>
                    <a:cubicBezTo>
                      <a:pt x="1742" y="6163"/>
                      <a:pt x="2549" y="6498"/>
                      <a:pt x="3390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75" name="Freeform: Shape 4674">
                <a:extLst>
                  <a:ext uri="{FF2B5EF4-FFF2-40B4-BE49-F238E27FC236}">
                    <a16:creationId xmlns:a16="http://schemas.microsoft.com/office/drawing/2014/main" id="{2CC6AB99-AAC6-BA75-99C0-57F333EBCE3A}"/>
                  </a:ext>
                </a:extLst>
              </p:cNvPr>
              <p:cNvSpPr/>
              <p:nvPr/>
            </p:nvSpPr>
            <p:spPr>
              <a:xfrm>
                <a:off x="3621011" y="5412560"/>
                <a:ext cx="6343" cy="6345"/>
              </a:xfrm>
              <a:custGeom>
                <a:avLst/>
                <a:gdLst>
                  <a:gd name="connsiteX0" fmla="*/ 3390 w 6343"/>
                  <a:gd name="connsiteY0" fmla="*/ 6498 h 6345"/>
                  <a:gd name="connsiteX1" fmla="*/ 5632 w 6343"/>
                  <a:gd name="connsiteY1" fmla="*/ 5568 h 6345"/>
                  <a:gd name="connsiteX2" fmla="*/ 6561 w 6343"/>
                  <a:gd name="connsiteY2" fmla="*/ 3325 h 6345"/>
                  <a:gd name="connsiteX3" fmla="*/ 5632 w 6343"/>
                  <a:gd name="connsiteY3" fmla="*/ 1082 h 6345"/>
                  <a:gd name="connsiteX4" fmla="*/ 3390 w 6343"/>
                  <a:gd name="connsiteY4" fmla="*/ 152 h 6345"/>
                  <a:gd name="connsiteX5" fmla="*/ 1147 w 6343"/>
                  <a:gd name="connsiteY5" fmla="*/ 1082 h 6345"/>
                  <a:gd name="connsiteX6" fmla="*/ 218 w 6343"/>
                  <a:gd name="connsiteY6" fmla="*/ 3325 h 6345"/>
                  <a:gd name="connsiteX7" fmla="*/ 1147 w 6343"/>
                  <a:gd name="connsiteY7" fmla="*/ 5568 h 6345"/>
                  <a:gd name="connsiteX8" fmla="*/ 3390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8"/>
                    </a:moveTo>
                    <a:cubicBezTo>
                      <a:pt x="4231" y="6498"/>
                      <a:pt x="5038" y="6163"/>
                      <a:pt x="5632" y="5568"/>
                    </a:cubicBezTo>
                    <a:cubicBezTo>
                      <a:pt x="6227" y="4974"/>
                      <a:pt x="6561" y="4166"/>
                      <a:pt x="6561" y="3325"/>
                    </a:cubicBezTo>
                    <a:cubicBezTo>
                      <a:pt x="6561" y="2484"/>
                      <a:pt x="6227" y="1677"/>
                      <a:pt x="5632" y="1082"/>
                    </a:cubicBezTo>
                    <a:cubicBezTo>
                      <a:pt x="5038" y="487"/>
                      <a:pt x="4231" y="152"/>
                      <a:pt x="3390" y="152"/>
                    </a:cubicBezTo>
                    <a:cubicBezTo>
                      <a:pt x="2549" y="152"/>
                      <a:pt x="1742" y="487"/>
                      <a:pt x="1147" y="1082"/>
                    </a:cubicBezTo>
                    <a:cubicBezTo>
                      <a:pt x="552" y="1677"/>
                      <a:pt x="218" y="2484"/>
                      <a:pt x="218" y="3325"/>
                    </a:cubicBezTo>
                    <a:cubicBezTo>
                      <a:pt x="218" y="4166"/>
                      <a:pt x="552" y="4974"/>
                      <a:pt x="1147" y="5568"/>
                    </a:cubicBezTo>
                    <a:cubicBezTo>
                      <a:pt x="1742" y="6163"/>
                      <a:pt x="2549" y="6498"/>
                      <a:pt x="3390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76" name="Freeform: Shape 4675">
                <a:extLst>
                  <a:ext uri="{FF2B5EF4-FFF2-40B4-BE49-F238E27FC236}">
                    <a16:creationId xmlns:a16="http://schemas.microsoft.com/office/drawing/2014/main" id="{E8A57E4B-473C-F53F-11C6-911C494CA7EA}"/>
                  </a:ext>
                </a:extLst>
              </p:cNvPr>
              <p:cNvSpPr/>
              <p:nvPr/>
            </p:nvSpPr>
            <p:spPr>
              <a:xfrm>
                <a:off x="3623687" y="5411914"/>
                <a:ext cx="6343" cy="6345"/>
              </a:xfrm>
              <a:custGeom>
                <a:avLst/>
                <a:gdLst>
                  <a:gd name="connsiteX0" fmla="*/ 3390 w 6343"/>
                  <a:gd name="connsiteY0" fmla="*/ 6498 h 6345"/>
                  <a:gd name="connsiteX1" fmla="*/ 5633 w 6343"/>
                  <a:gd name="connsiteY1" fmla="*/ 5568 h 6345"/>
                  <a:gd name="connsiteX2" fmla="*/ 6562 w 6343"/>
                  <a:gd name="connsiteY2" fmla="*/ 3325 h 6345"/>
                  <a:gd name="connsiteX3" fmla="*/ 5633 w 6343"/>
                  <a:gd name="connsiteY3" fmla="*/ 1082 h 6345"/>
                  <a:gd name="connsiteX4" fmla="*/ 3390 w 6343"/>
                  <a:gd name="connsiteY4" fmla="*/ 152 h 6345"/>
                  <a:gd name="connsiteX5" fmla="*/ 1147 w 6343"/>
                  <a:gd name="connsiteY5" fmla="*/ 1082 h 6345"/>
                  <a:gd name="connsiteX6" fmla="*/ 218 w 6343"/>
                  <a:gd name="connsiteY6" fmla="*/ 3325 h 6345"/>
                  <a:gd name="connsiteX7" fmla="*/ 1147 w 6343"/>
                  <a:gd name="connsiteY7" fmla="*/ 5568 h 6345"/>
                  <a:gd name="connsiteX8" fmla="*/ 3390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8"/>
                    </a:moveTo>
                    <a:cubicBezTo>
                      <a:pt x="4231" y="6498"/>
                      <a:pt x="5038" y="6163"/>
                      <a:pt x="5633" y="5568"/>
                    </a:cubicBezTo>
                    <a:cubicBezTo>
                      <a:pt x="6227" y="4973"/>
                      <a:pt x="6562" y="4166"/>
                      <a:pt x="6562" y="3325"/>
                    </a:cubicBezTo>
                    <a:cubicBezTo>
                      <a:pt x="6562" y="2484"/>
                      <a:pt x="6227" y="1677"/>
                      <a:pt x="5633" y="1082"/>
                    </a:cubicBezTo>
                    <a:cubicBezTo>
                      <a:pt x="5038" y="487"/>
                      <a:pt x="4231" y="152"/>
                      <a:pt x="3390" y="152"/>
                    </a:cubicBezTo>
                    <a:cubicBezTo>
                      <a:pt x="2549" y="152"/>
                      <a:pt x="1742" y="487"/>
                      <a:pt x="1147" y="1082"/>
                    </a:cubicBezTo>
                    <a:cubicBezTo>
                      <a:pt x="553" y="1677"/>
                      <a:pt x="218" y="2484"/>
                      <a:pt x="218" y="3325"/>
                    </a:cubicBezTo>
                    <a:cubicBezTo>
                      <a:pt x="218" y="4166"/>
                      <a:pt x="553" y="4973"/>
                      <a:pt x="1147" y="5568"/>
                    </a:cubicBezTo>
                    <a:cubicBezTo>
                      <a:pt x="1742" y="6163"/>
                      <a:pt x="2549" y="6498"/>
                      <a:pt x="3390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77" name="Freeform: Shape 4676">
                <a:extLst>
                  <a:ext uri="{FF2B5EF4-FFF2-40B4-BE49-F238E27FC236}">
                    <a16:creationId xmlns:a16="http://schemas.microsoft.com/office/drawing/2014/main" id="{1D11018A-3403-C974-8D63-F7E7368C63FC}"/>
                  </a:ext>
                </a:extLst>
              </p:cNvPr>
              <p:cNvSpPr/>
              <p:nvPr/>
            </p:nvSpPr>
            <p:spPr>
              <a:xfrm>
                <a:off x="3626161" y="5411027"/>
                <a:ext cx="6343" cy="6345"/>
              </a:xfrm>
              <a:custGeom>
                <a:avLst/>
                <a:gdLst>
                  <a:gd name="connsiteX0" fmla="*/ 3390 w 6343"/>
                  <a:gd name="connsiteY0" fmla="*/ 6498 h 6345"/>
                  <a:gd name="connsiteX1" fmla="*/ 5633 w 6343"/>
                  <a:gd name="connsiteY1" fmla="*/ 5568 h 6345"/>
                  <a:gd name="connsiteX2" fmla="*/ 6562 w 6343"/>
                  <a:gd name="connsiteY2" fmla="*/ 3325 h 6345"/>
                  <a:gd name="connsiteX3" fmla="*/ 5633 w 6343"/>
                  <a:gd name="connsiteY3" fmla="*/ 1081 h 6345"/>
                  <a:gd name="connsiteX4" fmla="*/ 3390 w 6343"/>
                  <a:gd name="connsiteY4" fmla="*/ 152 h 6345"/>
                  <a:gd name="connsiteX5" fmla="*/ 1148 w 6343"/>
                  <a:gd name="connsiteY5" fmla="*/ 1081 h 6345"/>
                  <a:gd name="connsiteX6" fmla="*/ 219 w 6343"/>
                  <a:gd name="connsiteY6" fmla="*/ 3325 h 6345"/>
                  <a:gd name="connsiteX7" fmla="*/ 1148 w 6343"/>
                  <a:gd name="connsiteY7" fmla="*/ 5568 h 6345"/>
                  <a:gd name="connsiteX8" fmla="*/ 3390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8"/>
                    </a:moveTo>
                    <a:cubicBezTo>
                      <a:pt x="4231" y="6498"/>
                      <a:pt x="5038" y="6163"/>
                      <a:pt x="5633" y="5568"/>
                    </a:cubicBezTo>
                    <a:cubicBezTo>
                      <a:pt x="6228" y="4973"/>
                      <a:pt x="6562" y="4166"/>
                      <a:pt x="6562" y="3325"/>
                    </a:cubicBezTo>
                    <a:cubicBezTo>
                      <a:pt x="6562" y="2483"/>
                      <a:pt x="6228" y="1676"/>
                      <a:pt x="5633" y="1081"/>
                    </a:cubicBezTo>
                    <a:cubicBezTo>
                      <a:pt x="5038" y="487"/>
                      <a:pt x="4231" y="152"/>
                      <a:pt x="3390" y="152"/>
                    </a:cubicBezTo>
                    <a:cubicBezTo>
                      <a:pt x="2549" y="152"/>
                      <a:pt x="1742" y="487"/>
                      <a:pt x="1148" y="1081"/>
                    </a:cubicBezTo>
                    <a:cubicBezTo>
                      <a:pt x="553" y="1676"/>
                      <a:pt x="219" y="2483"/>
                      <a:pt x="219" y="3325"/>
                    </a:cubicBezTo>
                    <a:cubicBezTo>
                      <a:pt x="219" y="4166"/>
                      <a:pt x="553" y="4973"/>
                      <a:pt x="1148" y="5568"/>
                    </a:cubicBezTo>
                    <a:cubicBezTo>
                      <a:pt x="1742" y="6163"/>
                      <a:pt x="2549" y="6498"/>
                      <a:pt x="3390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78" name="Freeform: Shape 4677">
                <a:extLst>
                  <a:ext uri="{FF2B5EF4-FFF2-40B4-BE49-F238E27FC236}">
                    <a16:creationId xmlns:a16="http://schemas.microsoft.com/office/drawing/2014/main" id="{CD0C2B18-8AC4-95D4-24F5-0F40B0C24A9D}"/>
                  </a:ext>
                </a:extLst>
              </p:cNvPr>
              <p:cNvSpPr/>
              <p:nvPr/>
            </p:nvSpPr>
            <p:spPr>
              <a:xfrm>
                <a:off x="3628722" y="5410270"/>
                <a:ext cx="6343" cy="6345"/>
              </a:xfrm>
              <a:custGeom>
                <a:avLst/>
                <a:gdLst>
                  <a:gd name="connsiteX0" fmla="*/ 3390 w 6343"/>
                  <a:gd name="connsiteY0" fmla="*/ 6498 h 6345"/>
                  <a:gd name="connsiteX1" fmla="*/ 5633 w 6343"/>
                  <a:gd name="connsiteY1" fmla="*/ 5568 h 6345"/>
                  <a:gd name="connsiteX2" fmla="*/ 6562 w 6343"/>
                  <a:gd name="connsiteY2" fmla="*/ 3325 h 6345"/>
                  <a:gd name="connsiteX3" fmla="*/ 5633 w 6343"/>
                  <a:gd name="connsiteY3" fmla="*/ 1081 h 6345"/>
                  <a:gd name="connsiteX4" fmla="*/ 3390 w 6343"/>
                  <a:gd name="connsiteY4" fmla="*/ 152 h 6345"/>
                  <a:gd name="connsiteX5" fmla="*/ 1148 w 6343"/>
                  <a:gd name="connsiteY5" fmla="*/ 1081 h 6345"/>
                  <a:gd name="connsiteX6" fmla="*/ 219 w 6343"/>
                  <a:gd name="connsiteY6" fmla="*/ 3325 h 6345"/>
                  <a:gd name="connsiteX7" fmla="*/ 1148 w 6343"/>
                  <a:gd name="connsiteY7" fmla="*/ 5568 h 6345"/>
                  <a:gd name="connsiteX8" fmla="*/ 3390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8"/>
                    </a:moveTo>
                    <a:cubicBezTo>
                      <a:pt x="4232" y="6498"/>
                      <a:pt x="5038" y="6163"/>
                      <a:pt x="5633" y="5568"/>
                    </a:cubicBezTo>
                    <a:cubicBezTo>
                      <a:pt x="6228" y="4973"/>
                      <a:pt x="6562" y="4166"/>
                      <a:pt x="6562" y="3325"/>
                    </a:cubicBezTo>
                    <a:cubicBezTo>
                      <a:pt x="6562" y="2483"/>
                      <a:pt x="6228" y="1676"/>
                      <a:pt x="5633" y="1081"/>
                    </a:cubicBezTo>
                    <a:cubicBezTo>
                      <a:pt x="5038" y="486"/>
                      <a:pt x="4232" y="152"/>
                      <a:pt x="3390" y="152"/>
                    </a:cubicBezTo>
                    <a:cubicBezTo>
                      <a:pt x="2549" y="152"/>
                      <a:pt x="1743" y="486"/>
                      <a:pt x="1148" y="1081"/>
                    </a:cubicBezTo>
                    <a:cubicBezTo>
                      <a:pt x="553" y="1676"/>
                      <a:pt x="219" y="2483"/>
                      <a:pt x="219" y="3325"/>
                    </a:cubicBezTo>
                    <a:cubicBezTo>
                      <a:pt x="219" y="4166"/>
                      <a:pt x="553" y="4973"/>
                      <a:pt x="1148" y="5568"/>
                    </a:cubicBezTo>
                    <a:cubicBezTo>
                      <a:pt x="1743" y="6163"/>
                      <a:pt x="2549" y="6498"/>
                      <a:pt x="3390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79" name="Freeform: Shape 4678">
                <a:extLst>
                  <a:ext uri="{FF2B5EF4-FFF2-40B4-BE49-F238E27FC236}">
                    <a16:creationId xmlns:a16="http://schemas.microsoft.com/office/drawing/2014/main" id="{B36EF18B-B026-1523-C86E-1F3D5278B863}"/>
                  </a:ext>
                </a:extLst>
              </p:cNvPr>
              <p:cNvSpPr/>
              <p:nvPr/>
            </p:nvSpPr>
            <p:spPr>
              <a:xfrm>
                <a:off x="3631255" y="5409495"/>
                <a:ext cx="6343" cy="6345"/>
              </a:xfrm>
              <a:custGeom>
                <a:avLst/>
                <a:gdLst>
                  <a:gd name="connsiteX0" fmla="*/ 3391 w 6343"/>
                  <a:gd name="connsiteY0" fmla="*/ 6497 h 6345"/>
                  <a:gd name="connsiteX1" fmla="*/ 5633 w 6343"/>
                  <a:gd name="connsiteY1" fmla="*/ 5568 h 6345"/>
                  <a:gd name="connsiteX2" fmla="*/ 6562 w 6343"/>
                  <a:gd name="connsiteY2" fmla="*/ 3325 h 6345"/>
                  <a:gd name="connsiteX3" fmla="*/ 5633 w 6343"/>
                  <a:gd name="connsiteY3" fmla="*/ 1081 h 6345"/>
                  <a:gd name="connsiteX4" fmla="*/ 3391 w 6343"/>
                  <a:gd name="connsiteY4" fmla="*/ 152 h 6345"/>
                  <a:gd name="connsiteX5" fmla="*/ 1148 w 6343"/>
                  <a:gd name="connsiteY5" fmla="*/ 1081 h 6345"/>
                  <a:gd name="connsiteX6" fmla="*/ 219 w 6343"/>
                  <a:gd name="connsiteY6" fmla="*/ 3325 h 6345"/>
                  <a:gd name="connsiteX7" fmla="*/ 1148 w 6343"/>
                  <a:gd name="connsiteY7" fmla="*/ 5568 h 6345"/>
                  <a:gd name="connsiteX8" fmla="*/ 3391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97"/>
                    </a:moveTo>
                    <a:cubicBezTo>
                      <a:pt x="4232" y="6497"/>
                      <a:pt x="5038" y="6163"/>
                      <a:pt x="5633" y="5568"/>
                    </a:cubicBezTo>
                    <a:cubicBezTo>
                      <a:pt x="6228" y="4973"/>
                      <a:pt x="6562" y="4166"/>
                      <a:pt x="6562" y="3325"/>
                    </a:cubicBezTo>
                    <a:cubicBezTo>
                      <a:pt x="6562" y="2483"/>
                      <a:pt x="6228" y="1676"/>
                      <a:pt x="5633" y="1081"/>
                    </a:cubicBezTo>
                    <a:cubicBezTo>
                      <a:pt x="5038" y="486"/>
                      <a:pt x="4232" y="152"/>
                      <a:pt x="3391" y="152"/>
                    </a:cubicBezTo>
                    <a:cubicBezTo>
                      <a:pt x="2550" y="152"/>
                      <a:pt x="1743" y="486"/>
                      <a:pt x="1148" y="1081"/>
                    </a:cubicBezTo>
                    <a:cubicBezTo>
                      <a:pt x="553" y="1676"/>
                      <a:pt x="219" y="2483"/>
                      <a:pt x="219" y="3325"/>
                    </a:cubicBezTo>
                    <a:cubicBezTo>
                      <a:pt x="219" y="4166"/>
                      <a:pt x="553" y="4973"/>
                      <a:pt x="1148" y="5568"/>
                    </a:cubicBezTo>
                    <a:cubicBezTo>
                      <a:pt x="1743" y="6163"/>
                      <a:pt x="2550" y="6497"/>
                      <a:pt x="3391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80" name="Freeform: Shape 4679">
                <a:extLst>
                  <a:ext uri="{FF2B5EF4-FFF2-40B4-BE49-F238E27FC236}">
                    <a16:creationId xmlns:a16="http://schemas.microsoft.com/office/drawing/2014/main" id="{69A500BB-5B04-5C1A-E184-9D17D7DD1EE6}"/>
                  </a:ext>
                </a:extLst>
              </p:cNvPr>
              <p:cNvSpPr/>
              <p:nvPr/>
            </p:nvSpPr>
            <p:spPr>
              <a:xfrm>
                <a:off x="3633816" y="5408777"/>
                <a:ext cx="6343" cy="6345"/>
              </a:xfrm>
              <a:custGeom>
                <a:avLst/>
                <a:gdLst>
                  <a:gd name="connsiteX0" fmla="*/ 3391 w 6343"/>
                  <a:gd name="connsiteY0" fmla="*/ 6497 h 6345"/>
                  <a:gd name="connsiteX1" fmla="*/ 5633 w 6343"/>
                  <a:gd name="connsiteY1" fmla="*/ 5568 h 6345"/>
                  <a:gd name="connsiteX2" fmla="*/ 6562 w 6343"/>
                  <a:gd name="connsiteY2" fmla="*/ 3325 h 6345"/>
                  <a:gd name="connsiteX3" fmla="*/ 5633 w 6343"/>
                  <a:gd name="connsiteY3" fmla="*/ 1081 h 6345"/>
                  <a:gd name="connsiteX4" fmla="*/ 3391 w 6343"/>
                  <a:gd name="connsiteY4" fmla="*/ 152 h 6345"/>
                  <a:gd name="connsiteX5" fmla="*/ 1148 w 6343"/>
                  <a:gd name="connsiteY5" fmla="*/ 1081 h 6345"/>
                  <a:gd name="connsiteX6" fmla="*/ 219 w 6343"/>
                  <a:gd name="connsiteY6" fmla="*/ 3325 h 6345"/>
                  <a:gd name="connsiteX7" fmla="*/ 1148 w 6343"/>
                  <a:gd name="connsiteY7" fmla="*/ 5568 h 6345"/>
                  <a:gd name="connsiteX8" fmla="*/ 3391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97"/>
                    </a:moveTo>
                    <a:cubicBezTo>
                      <a:pt x="4232" y="6497"/>
                      <a:pt x="5039" y="6163"/>
                      <a:pt x="5633" y="5568"/>
                    </a:cubicBezTo>
                    <a:cubicBezTo>
                      <a:pt x="6228" y="4973"/>
                      <a:pt x="6562" y="4166"/>
                      <a:pt x="6562" y="3325"/>
                    </a:cubicBezTo>
                    <a:cubicBezTo>
                      <a:pt x="6562" y="2483"/>
                      <a:pt x="6228" y="1676"/>
                      <a:pt x="5633" y="1081"/>
                    </a:cubicBezTo>
                    <a:cubicBezTo>
                      <a:pt x="5039" y="486"/>
                      <a:pt x="4232" y="152"/>
                      <a:pt x="3391" y="152"/>
                    </a:cubicBezTo>
                    <a:cubicBezTo>
                      <a:pt x="2550" y="152"/>
                      <a:pt x="1743" y="486"/>
                      <a:pt x="1148" y="1081"/>
                    </a:cubicBezTo>
                    <a:cubicBezTo>
                      <a:pt x="553" y="1676"/>
                      <a:pt x="219" y="2483"/>
                      <a:pt x="219" y="3325"/>
                    </a:cubicBezTo>
                    <a:cubicBezTo>
                      <a:pt x="219" y="4166"/>
                      <a:pt x="553" y="4973"/>
                      <a:pt x="1148" y="5568"/>
                    </a:cubicBezTo>
                    <a:cubicBezTo>
                      <a:pt x="1743" y="6163"/>
                      <a:pt x="2550" y="6497"/>
                      <a:pt x="3391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81" name="Freeform: Shape 4680">
                <a:extLst>
                  <a:ext uri="{FF2B5EF4-FFF2-40B4-BE49-F238E27FC236}">
                    <a16:creationId xmlns:a16="http://schemas.microsoft.com/office/drawing/2014/main" id="{093B6C6E-A665-F712-6BF8-DCFC83658B35}"/>
                  </a:ext>
                </a:extLst>
              </p:cNvPr>
              <p:cNvSpPr/>
              <p:nvPr/>
            </p:nvSpPr>
            <p:spPr>
              <a:xfrm>
                <a:off x="3636459" y="5408192"/>
                <a:ext cx="6343" cy="6345"/>
              </a:xfrm>
              <a:custGeom>
                <a:avLst/>
                <a:gdLst>
                  <a:gd name="connsiteX0" fmla="*/ 3391 w 6343"/>
                  <a:gd name="connsiteY0" fmla="*/ 6497 h 6345"/>
                  <a:gd name="connsiteX1" fmla="*/ 5634 w 6343"/>
                  <a:gd name="connsiteY1" fmla="*/ 5568 h 6345"/>
                  <a:gd name="connsiteX2" fmla="*/ 6563 w 6343"/>
                  <a:gd name="connsiteY2" fmla="*/ 3325 h 6345"/>
                  <a:gd name="connsiteX3" fmla="*/ 5634 w 6343"/>
                  <a:gd name="connsiteY3" fmla="*/ 1081 h 6345"/>
                  <a:gd name="connsiteX4" fmla="*/ 3391 w 6343"/>
                  <a:gd name="connsiteY4" fmla="*/ 152 h 6345"/>
                  <a:gd name="connsiteX5" fmla="*/ 1148 w 6343"/>
                  <a:gd name="connsiteY5" fmla="*/ 1081 h 6345"/>
                  <a:gd name="connsiteX6" fmla="*/ 219 w 6343"/>
                  <a:gd name="connsiteY6" fmla="*/ 3325 h 6345"/>
                  <a:gd name="connsiteX7" fmla="*/ 1148 w 6343"/>
                  <a:gd name="connsiteY7" fmla="*/ 5568 h 6345"/>
                  <a:gd name="connsiteX8" fmla="*/ 3391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97"/>
                    </a:moveTo>
                    <a:cubicBezTo>
                      <a:pt x="4232" y="6497"/>
                      <a:pt x="5039" y="6163"/>
                      <a:pt x="5634" y="5568"/>
                    </a:cubicBezTo>
                    <a:cubicBezTo>
                      <a:pt x="6228" y="4973"/>
                      <a:pt x="6563" y="4166"/>
                      <a:pt x="6563" y="3325"/>
                    </a:cubicBezTo>
                    <a:cubicBezTo>
                      <a:pt x="6563" y="2483"/>
                      <a:pt x="6228" y="1676"/>
                      <a:pt x="5634" y="1081"/>
                    </a:cubicBezTo>
                    <a:cubicBezTo>
                      <a:pt x="5039" y="486"/>
                      <a:pt x="4232" y="152"/>
                      <a:pt x="3391" y="152"/>
                    </a:cubicBezTo>
                    <a:cubicBezTo>
                      <a:pt x="2550" y="152"/>
                      <a:pt x="1743" y="486"/>
                      <a:pt x="1148" y="1081"/>
                    </a:cubicBezTo>
                    <a:cubicBezTo>
                      <a:pt x="554" y="1676"/>
                      <a:pt x="219" y="2483"/>
                      <a:pt x="219" y="3325"/>
                    </a:cubicBezTo>
                    <a:cubicBezTo>
                      <a:pt x="219" y="4166"/>
                      <a:pt x="554" y="4973"/>
                      <a:pt x="1148" y="5568"/>
                    </a:cubicBezTo>
                    <a:cubicBezTo>
                      <a:pt x="1743" y="6163"/>
                      <a:pt x="2550" y="6497"/>
                      <a:pt x="3391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82" name="Freeform: Shape 4681">
                <a:extLst>
                  <a:ext uri="{FF2B5EF4-FFF2-40B4-BE49-F238E27FC236}">
                    <a16:creationId xmlns:a16="http://schemas.microsoft.com/office/drawing/2014/main" id="{6371BF0A-4910-5EEE-62F2-09D16E27A951}"/>
                  </a:ext>
                </a:extLst>
              </p:cNvPr>
              <p:cNvSpPr/>
              <p:nvPr/>
            </p:nvSpPr>
            <p:spPr>
              <a:xfrm>
                <a:off x="3639018" y="5407512"/>
                <a:ext cx="6343" cy="6345"/>
              </a:xfrm>
              <a:custGeom>
                <a:avLst/>
                <a:gdLst>
                  <a:gd name="connsiteX0" fmla="*/ 3391 w 6343"/>
                  <a:gd name="connsiteY0" fmla="*/ 6497 h 6345"/>
                  <a:gd name="connsiteX1" fmla="*/ 5634 w 6343"/>
                  <a:gd name="connsiteY1" fmla="*/ 5568 h 6345"/>
                  <a:gd name="connsiteX2" fmla="*/ 6563 w 6343"/>
                  <a:gd name="connsiteY2" fmla="*/ 3325 h 6345"/>
                  <a:gd name="connsiteX3" fmla="*/ 5634 w 6343"/>
                  <a:gd name="connsiteY3" fmla="*/ 1081 h 6345"/>
                  <a:gd name="connsiteX4" fmla="*/ 3391 w 6343"/>
                  <a:gd name="connsiteY4" fmla="*/ 152 h 6345"/>
                  <a:gd name="connsiteX5" fmla="*/ 1149 w 6343"/>
                  <a:gd name="connsiteY5" fmla="*/ 1081 h 6345"/>
                  <a:gd name="connsiteX6" fmla="*/ 220 w 6343"/>
                  <a:gd name="connsiteY6" fmla="*/ 3325 h 6345"/>
                  <a:gd name="connsiteX7" fmla="*/ 1149 w 6343"/>
                  <a:gd name="connsiteY7" fmla="*/ 5568 h 6345"/>
                  <a:gd name="connsiteX8" fmla="*/ 3391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97"/>
                    </a:moveTo>
                    <a:cubicBezTo>
                      <a:pt x="4232" y="6497"/>
                      <a:pt x="5039" y="6163"/>
                      <a:pt x="5634" y="5568"/>
                    </a:cubicBezTo>
                    <a:cubicBezTo>
                      <a:pt x="6229" y="4973"/>
                      <a:pt x="6563" y="4166"/>
                      <a:pt x="6563" y="3325"/>
                    </a:cubicBezTo>
                    <a:cubicBezTo>
                      <a:pt x="6563" y="2483"/>
                      <a:pt x="6229" y="1676"/>
                      <a:pt x="5634" y="1081"/>
                    </a:cubicBezTo>
                    <a:cubicBezTo>
                      <a:pt x="5039" y="486"/>
                      <a:pt x="4232" y="152"/>
                      <a:pt x="3391" y="152"/>
                    </a:cubicBezTo>
                    <a:cubicBezTo>
                      <a:pt x="2550" y="152"/>
                      <a:pt x="1743" y="486"/>
                      <a:pt x="1149" y="1081"/>
                    </a:cubicBezTo>
                    <a:cubicBezTo>
                      <a:pt x="554" y="1676"/>
                      <a:pt x="220" y="2483"/>
                      <a:pt x="220" y="3325"/>
                    </a:cubicBezTo>
                    <a:cubicBezTo>
                      <a:pt x="220" y="4166"/>
                      <a:pt x="554" y="4973"/>
                      <a:pt x="1149" y="5568"/>
                    </a:cubicBezTo>
                    <a:cubicBezTo>
                      <a:pt x="1743" y="6163"/>
                      <a:pt x="2550" y="6497"/>
                      <a:pt x="3391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83" name="Freeform: Shape 4682">
                <a:extLst>
                  <a:ext uri="{FF2B5EF4-FFF2-40B4-BE49-F238E27FC236}">
                    <a16:creationId xmlns:a16="http://schemas.microsoft.com/office/drawing/2014/main" id="{152BDA10-6E4F-388F-BDA9-FA0927C3620D}"/>
                  </a:ext>
                </a:extLst>
              </p:cNvPr>
              <p:cNvSpPr/>
              <p:nvPr/>
            </p:nvSpPr>
            <p:spPr>
              <a:xfrm>
                <a:off x="3641550" y="5406813"/>
                <a:ext cx="6343" cy="6345"/>
              </a:xfrm>
              <a:custGeom>
                <a:avLst/>
                <a:gdLst>
                  <a:gd name="connsiteX0" fmla="*/ 3391 w 6343"/>
                  <a:gd name="connsiteY0" fmla="*/ 6497 h 6345"/>
                  <a:gd name="connsiteX1" fmla="*/ 5634 w 6343"/>
                  <a:gd name="connsiteY1" fmla="*/ 5568 h 6345"/>
                  <a:gd name="connsiteX2" fmla="*/ 6563 w 6343"/>
                  <a:gd name="connsiteY2" fmla="*/ 3325 h 6345"/>
                  <a:gd name="connsiteX3" fmla="*/ 5634 w 6343"/>
                  <a:gd name="connsiteY3" fmla="*/ 1081 h 6345"/>
                  <a:gd name="connsiteX4" fmla="*/ 3391 w 6343"/>
                  <a:gd name="connsiteY4" fmla="*/ 152 h 6345"/>
                  <a:gd name="connsiteX5" fmla="*/ 1149 w 6343"/>
                  <a:gd name="connsiteY5" fmla="*/ 1081 h 6345"/>
                  <a:gd name="connsiteX6" fmla="*/ 220 w 6343"/>
                  <a:gd name="connsiteY6" fmla="*/ 3325 h 6345"/>
                  <a:gd name="connsiteX7" fmla="*/ 1149 w 6343"/>
                  <a:gd name="connsiteY7" fmla="*/ 5568 h 6345"/>
                  <a:gd name="connsiteX8" fmla="*/ 3391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97"/>
                    </a:moveTo>
                    <a:cubicBezTo>
                      <a:pt x="4233" y="6497"/>
                      <a:pt x="5039" y="6163"/>
                      <a:pt x="5634" y="5568"/>
                    </a:cubicBezTo>
                    <a:cubicBezTo>
                      <a:pt x="6229" y="4973"/>
                      <a:pt x="6563" y="4166"/>
                      <a:pt x="6563" y="3325"/>
                    </a:cubicBezTo>
                    <a:cubicBezTo>
                      <a:pt x="6563" y="2483"/>
                      <a:pt x="6229" y="1676"/>
                      <a:pt x="5634" y="1081"/>
                    </a:cubicBezTo>
                    <a:cubicBezTo>
                      <a:pt x="5039" y="486"/>
                      <a:pt x="4233" y="152"/>
                      <a:pt x="3391" y="152"/>
                    </a:cubicBezTo>
                    <a:cubicBezTo>
                      <a:pt x="2550" y="152"/>
                      <a:pt x="1744" y="486"/>
                      <a:pt x="1149" y="1081"/>
                    </a:cubicBezTo>
                    <a:cubicBezTo>
                      <a:pt x="554" y="1676"/>
                      <a:pt x="220" y="2483"/>
                      <a:pt x="220" y="3325"/>
                    </a:cubicBezTo>
                    <a:cubicBezTo>
                      <a:pt x="220" y="4166"/>
                      <a:pt x="554" y="4973"/>
                      <a:pt x="1149" y="5568"/>
                    </a:cubicBezTo>
                    <a:cubicBezTo>
                      <a:pt x="1744" y="6163"/>
                      <a:pt x="2550" y="6497"/>
                      <a:pt x="3391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84" name="Freeform: Shape 4683">
                <a:extLst>
                  <a:ext uri="{FF2B5EF4-FFF2-40B4-BE49-F238E27FC236}">
                    <a16:creationId xmlns:a16="http://schemas.microsoft.com/office/drawing/2014/main" id="{CE6F639B-161C-1CF9-34E4-00FE9A2AC44E}"/>
                  </a:ext>
                </a:extLst>
              </p:cNvPr>
              <p:cNvSpPr/>
              <p:nvPr/>
            </p:nvSpPr>
            <p:spPr>
              <a:xfrm>
                <a:off x="3643893" y="5405862"/>
                <a:ext cx="6343" cy="6345"/>
              </a:xfrm>
              <a:custGeom>
                <a:avLst/>
                <a:gdLst>
                  <a:gd name="connsiteX0" fmla="*/ 3392 w 6343"/>
                  <a:gd name="connsiteY0" fmla="*/ 6497 h 6345"/>
                  <a:gd name="connsiteX1" fmla="*/ 5634 w 6343"/>
                  <a:gd name="connsiteY1" fmla="*/ 5568 h 6345"/>
                  <a:gd name="connsiteX2" fmla="*/ 6563 w 6343"/>
                  <a:gd name="connsiteY2" fmla="*/ 3325 h 6345"/>
                  <a:gd name="connsiteX3" fmla="*/ 5634 w 6343"/>
                  <a:gd name="connsiteY3" fmla="*/ 1081 h 6345"/>
                  <a:gd name="connsiteX4" fmla="*/ 3392 w 6343"/>
                  <a:gd name="connsiteY4" fmla="*/ 152 h 6345"/>
                  <a:gd name="connsiteX5" fmla="*/ 1149 w 6343"/>
                  <a:gd name="connsiteY5" fmla="*/ 1081 h 6345"/>
                  <a:gd name="connsiteX6" fmla="*/ 220 w 6343"/>
                  <a:gd name="connsiteY6" fmla="*/ 3325 h 6345"/>
                  <a:gd name="connsiteX7" fmla="*/ 1149 w 6343"/>
                  <a:gd name="connsiteY7" fmla="*/ 5568 h 6345"/>
                  <a:gd name="connsiteX8" fmla="*/ 3392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7"/>
                    </a:moveTo>
                    <a:cubicBezTo>
                      <a:pt x="4233" y="6497"/>
                      <a:pt x="5039" y="6163"/>
                      <a:pt x="5634" y="5568"/>
                    </a:cubicBezTo>
                    <a:cubicBezTo>
                      <a:pt x="6229" y="4973"/>
                      <a:pt x="6563" y="4166"/>
                      <a:pt x="6563" y="3325"/>
                    </a:cubicBezTo>
                    <a:cubicBezTo>
                      <a:pt x="6563" y="2483"/>
                      <a:pt x="6229" y="1676"/>
                      <a:pt x="5634" y="1081"/>
                    </a:cubicBezTo>
                    <a:cubicBezTo>
                      <a:pt x="5039" y="486"/>
                      <a:pt x="4233" y="152"/>
                      <a:pt x="3392" y="152"/>
                    </a:cubicBezTo>
                    <a:cubicBezTo>
                      <a:pt x="2551" y="152"/>
                      <a:pt x="1744" y="486"/>
                      <a:pt x="1149" y="1081"/>
                    </a:cubicBezTo>
                    <a:cubicBezTo>
                      <a:pt x="554" y="1676"/>
                      <a:pt x="220" y="2483"/>
                      <a:pt x="220" y="3325"/>
                    </a:cubicBezTo>
                    <a:cubicBezTo>
                      <a:pt x="220" y="4166"/>
                      <a:pt x="554" y="4973"/>
                      <a:pt x="1149" y="5568"/>
                    </a:cubicBezTo>
                    <a:cubicBezTo>
                      <a:pt x="1744" y="6163"/>
                      <a:pt x="2551" y="6497"/>
                      <a:pt x="3392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85" name="Freeform: Shape 4684">
                <a:extLst>
                  <a:ext uri="{FF2B5EF4-FFF2-40B4-BE49-F238E27FC236}">
                    <a16:creationId xmlns:a16="http://schemas.microsoft.com/office/drawing/2014/main" id="{A3E37445-238A-3635-C2F9-EA60A6449FFD}"/>
                  </a:ext>
                </a:extLst>
              </p:cNvPr>
              <p:cNvSpPr/>
              <p:nvPr/>
            </p:nvSpPr>
            <p:spPr>
              <a:xfrm>
                <a:off x="3646293" y="5405005"/>
                <a:ext cx="6343" cy="6345"/>
              </a:xfrm>
              <a:custGeom>
                <a:avLst/>
                <a:gdLst>
                  <a:gd name="connsiteX0" fmla="*/ 3392 w 6343"/>
                  <a:gd name="connsiteY0" fmla="*/ 6497 h 6345"/>
                  <a:gd name="connsiteX1" fmla="*/ 5634 w 6343"/>
                  <a:gd name="connsiteY1" fmla="*/ 5568 h 6345"/>
                  <a:gd name="connsiteX2" fmla="*/ 6563 w 6343"/>
                  <a:gd name="connsiteY2" fmla="*/ 3324 h 6345"/>
                  <a:gd name="connsiteX3" fmla="*/ 5634 w 6343"/>
                  <a:gd name="connsiteY3" fmla="*/ 1081 h 6345"/>
                  <a:gd name="connsiteX4" fmla="*/ 3392 w 6343"/>
                  <a:gd name="connsiteY4" fmla="*/ 152 h 6345"/>
                  <a:gd name="connsiteX5" fmla="*/ 1149 w 6343"/>
                  <a:gd name="connsiteY5" fmla="*/ 1081 h 6345"/>
                  <a:gd name="connsiteX6" fmla="*/ 220 w 6343"/>
                  <a:gd name="connsiteY6" fmla="*/ 3324 h 6345"/>
                  <a:gd name="connsiteX7" fmla="*/ 1149 w 6343"/>
                  <a:gd name="connsiteY7" fmla="*/ 5568 h 6345"/>
                  <a:gd name="connsiteX8" fmla="*/ 3392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7"/>
                    </a:moveTo>
                    <a:cubicBezTo>
                      <a:pt x="4233" y="6497"/>
                      <a:pt x="5040" y="6163"/>
                      <a:pt x="5634" y="5568"/>
                    </a:cubicBezTo>
                    <a:cubicBezTo>
                      <a:pt x="6229" y="4973"/>
                      <a:pt x="6563" y="4166"/>
                      <a:pt x="6563" y="3324"/>
                    </a:cubicBezTo>
                    <a:cubicBezTo>
                      <a:pt x="6563" y="2483"/>
                      <a:pt x="6229" y="1676"/>
                      <a:pt x="5634" y="1081"/>
                    </a:cubicBezTo>
                    <a:cubicBezTo>
                      <a:pt x="5040" y="486"/>
                      <a:pt x="4233" y="152"/>
                      <a:pt x="3392" y="152"/>
                    </a:cubicBezTo>
                    <a:cubicBezTo>
                      <a:pt x="2551" y="152"/>
                      <a:pt x="1744" y="486"/>
                      <a:pt x="1149" y="1081"/>
                    </a:cubicBezTo>
                    <a:cubicBezTo>
                      <a:pt x="554" y="1676"/>
                      <a:pt x="220" y="2483"/>
                      <a:pt x="220" y="3324"/>
                    </a:cubicBezTo>
                    <a:cubicBezTo>
                      <a:pt x="220" y="4166"/>
                      <a:pt x="554" y="4973"/>
                      <a:pt x="1149" y="5568"/>
                    </a:cubicBezTo>
                    <a:cubicBezTo>
                      <a:pt x="1744" y="6163"/>
                      <a:pt x="2551" y="6497"/>
                      <a:pt x="3392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86" name="Freeform: Shape 4685">
                <a:extLst>
                  <a:ext uri="{FF2B5EF4-FFF2-40B4-BE49-F238E27FC236}">
                    <a16:creationId xmlns:a16="http://schemas.microsoft.com/office/drawing/2014/main" id="{2A68C1F3-787A-73D3-FDA4-7D7D7BF7BA07}"/>
                  </a:ext>
                </a:extLst>
              </p:cNvPr>
              <p:cNvSpPr/>
              <p:nvPr/>
            </p:nvSpPr>
            <p:spPr>
              <a:xfrm>
                <a:off x="3648589" y="5404009"/>
                <a:ext cx="6343" cy="6345"/>
              </a:xfrm>
              <a:custGeom>
                <a:avLst/>
                <a:gdLst>
                  <a:gd name="connsiteX0" fmla="*/ 3392 w 6343"/>
                  <a:gd name="connsiteY0" fmla="*/ 6497 h 6345"/>
                  <a:gd name="connsiteX1" fmla="*/ 5635 w 6343"/>
                  <a:gd name="connsiteY1" fmla="*/ 5568 h 6345"/>
                  <a:gd name="connsiteX2" fmla="*/ 6564 w 6343"/>
                  <a:gd name="connsiteY2" fmla="*/ 3324 h 6345"/>
                  <a:gd name="connsiteX3" fmla="*/ 5635 w 6343"/>
                  <a:gd name="connsiteY3" fmla="*/ 1081 h 6345"/>
                  <a:gd name="connsiteX4" fmla="*/ 3392 w 6343"/>
                  <a:gd name="connsiteY4" fmla="*/ 152 h 6345"/>
                  <a:gd name="connsiteX5" fmla="*/ 1149 w 6343"/>
                  <a:gd name="connsiteY5" fmla="*/ 1081 h 6345"/>
                  <a:gd name="connsiteX6" fmla="*/ 220 w 6343"/>
                  <a:gd name="connsiteY6" fmla="*/ 3324 h 6345"/>
                  <a:gd name="connsiteX7" fmla="*/ 1149 w 6343"/>
                  <a:gd name="connsiteY7" fmla="*/ 5568 h 6345"/>
                  <a:gd name="connsiteX8" fmla="*/ 3392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7"/>
                    </a:moveTo>
                    <a:cubicBezTo>
                      <a:pt x="4233" y="6497"/>
                      <a:pt x="5040" y="6163"/>
                      <a:pt x="5635" y="5568"/>
                    </a:cubicBezTo>
                    <a:cubicBezTo>
                      <a:pt x="6229" y="4973"/>
                      <a:pt x="6564" y="4166"/>
                      <a:pt x="6564" y="3324"/>
                    </a:cubicBezTo>
                    <a:cubicBezTo>
                      <a:pt x="6564" y="2483"/>
                      <a:pt x="6229" y="1676"/>
                      <a:pt x="5635" y="1081"/>
                    </a:cubicBezTo>
                    <a:cubicBezTo>
                      <a:pt x="5040" y="486"/>
                      <a:pt x="4233" y="152"/>
                      <a:pt x="3392" y="152"/>
                    </a:cubicBezTo>
                    <a:cubicBezTo>
                      <a:pt x="2551" y="152"/>
                      <a:pt x="1744" y="486"/>
                      <a:pt x="1149" y="1081"/>
                    </a:cubicBezTo>
                    <a:cubicBezTo>
                      <a:pt x="555" y="1676"/>
                      <a:pt x="220" y="2483"/>
                      <a:pt x="220" y="3324"/>
                    </a:cubicBezTo>
                    <a:cubicBezTo>
                      <a:pt x="220" y="4166"/>
                      <a:pt x="555" y="4973"/>
                      <a:pt x="1149" y="5568"/>
                    </a:cubicBezTo>
                    <a:cubicBezTo>
                      <a:pt x="1744" y="6163"/>
                      <a:pt x="2551" y="6497"/>
                      <a:pt x="3392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87" name="Freeform: Shape 4686">
                <a:extLst>
                  <a:ext uri="{FF2B5EF4-FFF2-40B4-BE49-F238E27FC236}">
                    <a16:creationId xmlns:a16="http://schemas.microsoft.com/office/drawing/2014/main" id="{DFE3552B-DF2A-376B-C547-66A5324A259A}"/>
                  </a:ext>
                </a:extLst>
              </p:cNvPr>
              <p:cNvSpPr/>
              <p:nvPr/>
            </p:nvSpPr>
            <p:spPr>
              <a:xfrm>
                <a:off x="3651359" y="5403734"/>
                <a:ext cx="6343" cy="6345"/>
              </a:xfrm>
              <a:custGeom>
                <a:avLst/>
                <a:gdLst>
                  <a:gd name="connsiteX0" fmla="*/ 3392 w 6343"/>
                  <a:gd name="connsiteY0" fmla="*/ 6497 h 6345"/>
                  <a:gd name="connsiteX1" fmla="*/ 5635 w 6343"/>
                  <a:gd name="connsiteY1" fmla="*/ 5568 h 6345"/>
                  <a:gd name="connsiteX2" fmla="*/ 6564 w 6343"/>
                  <a:gd name="connsiteY2" fmla="*/ 3324 h 6345"/>
                  <a:gd name="connsiteX3" fmla="*/ 5635 w 6343"/>
                  <a:gd name="connsiteY3" fmla="*/ 1081 h 6345"/>
                  <a:gd name="connsiteX4" fmla="*/ 3392 w 6343"/>
                  <a:gd name="connsiteY4" fmla="*/ 152 h 6345"/>
                  <a:gd name="connsiteX5" fmla="*/ 1150 w 6343"/>
                  <a:gd name="connsiteY5" fmla="*/ 1081 h 6345"/>
                  <a:gd name="connsiteX6" fmla="*/ 221 w 6343"/>
                  <a:gd name="connsiteY6" fmla="*/ 3324 h 6345"/>
                  <a:gd name="connsiteX7" fmla="*/ 1150 w 6343"/>
                  <a:gd name="connsiteY7" fmla="*/ 5568 h 6345"/>
                  <a:gd name="connsiteX8" fmla="*/ 3392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7"/>
                    </a:moveTo>
                    <a:cubicBezTo>
                      <a:pt x="4233" y="6497"/>
                      <a:pt x="5040" y="6163"/>
                      <a:pt x="5635" y="5568"/>
                    </a:cubicBezTo>
                    <a:cubicBezTo>
                      <a:pt x="6230" y="4973"/>
                      <a:pt x="6564" y="4166"/>
                      <a:pt x="6564" y="3324"/>
                    </a:cubicBezTo>
                    <a:cubicBezTo>
                      <a:pt x="6564" y="2483"/>
                      <a:pt x="6230" y="1676"/>
                      <a:pt x="5635" y="1081"/>
                    </a:cubicBezTo>
                    <a:cubicBezTo>
                      <a:pt x="5040" y="486"/>
                      <a:pt x="4233" y="152"/>
                      <a:pt x="3392" y="152"/>
                    </a:cubicBezTo>
                    <a:cubicBezTo>
                      <a:pt x="2551" y="152"/>
                      <a:pt x="1744" y="486"/>
                      <a:pt x="1150" y="1081"/>
                    </a:cubicBezTo>
                    <a:cubicBezTo>
                      <a:pt x="555" y="1676"/>
                      <a:pt x="221" y="2483"/>
                      <a:pt x="221" y="3324"/>
                    </a:cubicBezTo>
                    <a:cubicBezTo>
                      <a:pt x="221" y="4166"/>
                      <a:pt x="555" y="4973"/>
                      <a:pt x="1150" y="5568"/>
                    </a:cubicBezTo>
                    <a:cubicBezTo>
                      <a:pt x="1744" y="6163"/>
                      <a:pt x="2551" y="6497"/>
                      <a:pt x="3392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88" name="Freeform: Shape 4687">
                <a:extLst>
                  <a:ext uri="{FF2B5EF4-FFF2-40B4-BE49-F238E27FC236}">
                    <a16:creationId xmlns:a16="http://schemas.microsoft.com/office/drawing/2014/main" id="{CEBAE87D-A91A-0D7C-0693-79A247CFB3DD}"/>
                  </a:ext>
                </a:extLst>
              </p:cNvPr>
              <p:cNvSpPr/>
              <p:nvPr/>
            </p:nvSpPr>
            <p:spPr>
              <a:xfrm>
                <a:off x="3653865" y="5403087"/>
                <a:ext cx="6343" cy="6345"/>
              </a:xfrm>
              <a:custGeom>
                <a:avLst/>
                <a:gdLst>
                  <a:gd name="connsiteX0" fmla="*/ 3392 w 6343"/>
                  <a:gd name="connsiteY0" fmla="*/ 6497 h 6345"/>
                  <a:gd name="connsiteX1" fmla="*/ 5635 w 6343"/>
                  <a:gd name="connsiteY1" fmla="*/ 5568 h 6345"/>
                  <a:gd name="connsiteX2" fmla="*/ 6564 w 6343"/>
                  <a:gd name="connsiteY2" fmla="*/ 3324 h 6345"/>
                  <a:gd name="connsiteX3" fmla="*/ 5635 w 6343"/>
                  <a:gd name="connsiteY3" fmla="*/ 1081 h 6345"/>
                  <a:gd name="connsiteX4" fmla="*/ 3392 w 6343"/>
                  <a:gd name="connsiteY4" fmla="*/ 152 h 6345"/>
                  <a:gd name="connsiteX5" fmla="*/ 1150 w 6343"/>
                  <a:gd name="connsiteY5" fmla="*/ 1081 h 6345"/>
                  <a:gd name="connsiteX6" fmla="*/ 221 w 6343"/>
                  <a:gd name="connsiteY6" fmla="*/ 3324 h 6345"/>
                  <a:gd name="connsiteX7" fmla="*/ 1150 w 6343"/>
                  <a:gd name="connsiteY7" fmla="*/ 5568 h 6345"/>
                  <a:gd name="connsiteX8" fmla="*/ 3392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7"/>
                    </a:moveTo>
                    <a:cubicBezTo>
                      <a:pt x="4234" y="6497"/>
                      <a:pt x="5040" y="6163"/>
                      <a:pt x="5635" y="5568"/>
                    </a:cubicBezTo>
                    <a:cubicBezTo>
                      <a:pt x="6230" y="4973"/>
                      <a:pt x="6564" y="4166"/>
                      <a:pt x="6564" y="3324"/>
                    </a:cubicBezTo>
                    <a:cubicBezTo>
                      <a:pt x="6564" y="2483"/>
                      <a:pt x="6230" y="1676"/>
                      <a:pt x="5635" y="1081"/>
                    </a:cubicBezTo>
                    <a:cubicBezTo>
                      <a:pt x="5040" y="486"/>
                      <a:pt x="4234" y="152"/>
                      <a:pt x="3392" y="152"/>
                    </a:cubicBezTo>
                    <a:cubicBezTo>
                      <a:pt x="2551" y="152"/>
                      <a:pt x="1745" y="486"/>
                      <a:pt x="1150" y="1081"/>
                    </a:cubicBezTo>
                    <a:cubicBezTo>
                      <a:pt x="555" y="1676"/>
                      <a:pt x="221" y="2483"/>
                      <a:pt x="221" y="3324"/>
                    </a:cubicBezTo>
                    <a:cubicBezTo>
                      <a:pt x="221" y="4166"/>
                      <a:pt x="555" y="4973"/>
                      <a:pt x="1150" y="5568"/>
                    </a:cubicBezTo>
                    <a:cubicBezTo>
                      <a:pt x="1745" y="6163"/>
                      <a:pt x="2551" y="6497"/>
                      <a:pt x="3392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89" name="Freeform: Shape 4688">
                <a:extLst>
                  <a:ext uri="{FF2B5EF4-FFF2-40B4-BE49-F238E27FC236}">
                    <a16:creationId xmlns:a16="http://schemas.microsoft.com/office/drawing/2014/main" id="{90857400-CBC7-E029-C529-6D73FD471C6C}"/>
                  </a:ext>
                </a:extLst>
              </p:cNvPr>
              <p:cNvSpPr/>
              <p:nvPr/>
            </p:nvSpPr>
            <p:spPr>
              <a:xfrm>
                <a:off x="3656371" y="5402458"/>
                <a:ext cx="6343" cy="6345"/>
              </a:xfrm>
              <a:custGeom>
                <a:avLst/>
                <a:gdLst>
                  <a:gd name="connsiteX0" fmla="*/ 3393 w 6343"/>
                  <a:gd name="connsiteY0" fmla="*/ 6497 h 6345"/>
                  <a:gd name="connsiteX1" fmla="*/ 5635 w 6343"/>
                  <a:gd name="connsiteY1" fmla="*/ 5568 h 6345"/>
                  <a:gd name="connsiteX2" fmla="*/ 6564 w 6343"/>
                  <a:gd name="connsiteY2" fmla="*/ 3324 h 6345"/>
                  <a:gd name="connsiteX3" fmla="*/ 5635 w 6343"/>
                  <a:gd name="connsiteY3" fmla="*/ 1081 h 6345"/>
                  <a:gd name="connsiteX4" fmla="*/ 3393 w 6343"/>
                  <a:gd name="connsiteY4" fmla="*/ 152 h 6345"/>
                  <a:gd name="connsiteX5" fmla="*/ 1150 w 6343"/>
                  <a:gd name="connsiteY5" fmla="*/ 1081 h 6345"/>
                  <a:gd name="connsiteX6" fmla="*/ 221 w 6343"/>
                  <a:gd name="connsiteY6" fmla="*/ 3324 h 6345"/>
                  <a:gd name="connsiteX7" fmla="*/ 1150 w 6343"/>
                  <a:gd name="connsiteY7" fmla="*/ 5568 h 6345"/>
                  <a:gd name="connsiteX8" fmla="*/ 3393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7"/>
                    </a:moveTo>
                    <a:cubicBezTo>
                      <a:pt x="4234" y="6497"/>
                      <a:pt x="5040" y="6163"/>
                      <a:pt x="5635" y="5568"/>
                    </a:cubicBezTo>
                    <a:cubicBezTo>
                      <a:pt x="6230" y="4973"/>
                      <a:pt x="6564" y="4166"/>
                      <a:pt x="6564" y="3324"/>
                    </a:cubicBezTo>
                    <a:cubicBezTo>
                      <a:pt x="6564" y="2483"/>
                      <a:pt x="6230" y="1676"/>
                      <a:pt x="5635" y="1081"/>
                    </a:cubicBezTo>
                    <a:cubicBezTo>
                      <a:pt x="5040" y="486"/>
                      <a:pt x="4234" y="152"/>
                      <a:pt x="3393" y="152"/>
                    </a:cubicBezTo>
                    <a:cubicBezTo>
                      <a:pt x="2551" y="152"/>
                      <a:pt x="1745" y="486"/>
                      <a:pt x="1150" y="1081"/>
                    </a:cubicBezTo>
                    <a:cubicBezTo>
                      <a:pt x="555" y="1676"/>
                      <a:pt x="221" y="2483"/>
                      <a:pt x="221" y="3324"/>
                    </a:cubicBezTo>
                    <a:cubicBezTo>
                      <a:pt x="221" y="4166"/>
                      <a:pt x="555" y="4973"/>
                      <a:pt x="1150" y="5568"/>
                    </a:cubicBezTo>
                    <a:cubicBezTo>
                      <a:pt x="1745" y="6163"/>
                      <a:pt x="2551" y="6497"/>
                      <a:pt x="3393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90" name="Freeform: Shape 4689">
                <a:extLst>
                  <a:ext uri="{FF2B5EF4-FFF2-40B4-BE49-F238E27FC236}">
                    <a16:creationId xmlns:a16="http://schemas.microsoft.com/office/drawing/2014/main" id="{7A92F0FA-E958-63AC-8ECD-AD80491096C9}"/>
                  </a:ext>
                </a:extLst>
              </p:cNvPr>
              <p:cNvSpPr/>
              <p:nvPr/>
            </p:nvSpPr>
            <p:spPr>
              <a:xfrm>
                <a:off x="3658774" y="5401689"/>
                <a:ext cx="6343" cy="6345"/>
              </a:xfrm>
              <a:custGeom>
                <a:avLst/>
                <a:gdLst>
                  <a:gd name="connsiteX0" fmla="*/ 3393 w 6343"/>
                  <a:gd name="connsiteY0" fmla="*/ 6497 h 6345"/>
                  <a:gd name="connsiteX1" fmla="*/ 5635 w 6343"/>
                  <a:gd name="connsiteY1" fmla="*/ 5568 h 6345"/>
                  <a:gd name="connsiteX2" fmla="*/ 6564 w 6343"/>
                  <a:gd name="connsiteY2" fmla="*/ 3324 h 6345"/>
                  <a:gd name="connsiteX3" fmla="*/ 5635 w 6343"/>
                  <a:gd name="connsiteY3" fmla="*/ 1081 h 6345"/>
                  <a:gd name="connsiteX4" fmla="*/ 3393 w 6343"/>
                  <a:gd name="connsiteY4" fmla="*/ 151 h 6345"/>
                  <a:gd name="connsiteX5" fmla="*/ 1150 w 6343"/>
                  <a:gd name="connsiteY5" fmla="*/ 1081 h 6345"/>
                  <a:gd name="connsiteX6" fmla="*/ 221 w 6343"/>
                  <a:gd name="connsiteY6" fmla="*/ 3324 h 6345"/>
                  <a:gd name="connsiteX7" fmla="*/ 1150 w 6343"/>
                  <a:gd name="connsiteY7" fmla="*/ 5568 h 6345"/>
                  <a:gd name="connsiteX8" fmla="*/ 3393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7"/>
                    </a:moveTo>
                    <a:cubicBezTo>
                      <a:pt x="4234" y="6497"/>
                      <a:pt x="5041" y="6163"/>
                      <a:pt x="5635" y="5568"/>
                    </a:cubicBezTo>
                    <a:cubicBezTo>
                      <a:pt x="6230" y="4973"/>
                      <a:pt x="6564" y="4166"/>
                      <a:pt x="6564" y="3324"/>
                    </a:cubicBezTo>
                    <a:cubicBezTo>
                      <a:pt x="6564" y="2483"/>
                      <a:pt x="6230" y="1676"/>
                      <a:pt x="5635" y="1081"/>
                    </a:cubicBezTo>
                    <a:cubicBezTo>
                      <a:pt x="5041" y="486"/>
                      <a:pt x="4234" y="151"/>
                      <a:pt x="3393" y="151"/>
                    </a:cubicBezTo>
                    <a:cubicBezTo>
                      <a:pt x="2552" y="151"/>
                      <a:pt x="1745" y="486"/>
                      <a:pt x="1150" y="1081"/>
                    </a:cubicBezTo>
                    <a:cubicBezTo>
                      <a:pt x="555" y="1676"/>
                      <a:pt x="221" y="2483"/>
                      <a:pt x="221" y="3324"/>
                    </a:cubicBezTo>
                    <a:cubicBezTo>
                      <a:pt x="221" y="4166"/>
                      <a:pt x="555" y="4973"/>
                      <a:pt x="1150" y="5568"/>
                    </a:cubicBezTo>
                    <a:cubicBezTo>
                      <a:pt x="1745" y="6163"/>
                      <a:pt x="2552" y="6497"/>
                      <a:pt x="3393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91" name="Freeform: Shape 4690">
                <a:extLst>
                  <a:ext uri="{FF2B5EF4-FFF2-40B4-BE49-F238E27FC236}">
                    <a16:creationId xmlns:a16="http://schemas.microsoft.com/office/drawing/2014/main" id="{E52D062E-0E49-4766-F445-69B7643CC6E7}"/>
                  </a:ext>
                </a:extLst>
              </p:cNvPr>
              <p:cNvSpPr/>
              <p:nvPr/>
            </p:nvSpPr>
            <p:spPr>
              <a:xfrm>
                <a:off x="3660876" y="5400459"/>
                <a:ext cx="6343" cy="6345"/>
              </a:xfrm>
              <a:custGeom>
                <a:avLst/>
                <a:gdLst>
                  <a:gd name="connsiteX0" fmla="*/ 3393 w 6343"/>
                  <a:gd name="connsiteY0" fmla="*/ 6497 h 6345"/>
                  <a:gd name="connsiteX1" fmla="*/ 5636 w 6343"/>
                  <a:gd name="connsiteY1" fmla="*/ 5568 h 6345"/>
                  <a:gd name="connsiteX2" fmla="*/ 6565 w 6343"/>
                  <a:gd name="connsiteY2" fmla="*/ 3324 h 6345"/>
                  <a:gd name="connsiteX3" fmla="*/ 5636 w 6343"/>
                  <a:gd name="connsiteY3" fmla="*/ 1081 h 6345"/>
                  <a:gd name="connsiteX4" fmla="*/ 3393 w 6343"/>
                  <a:gd name="connsiteY4" fmla="*/ 151 h 6345"/>
                  <a:gd name="connsiteX5" fmla="*/ 1150 w 6343"/>
                  <a:gd name="connsiteY5" fmla="*/ 1081 h 6345"/>
                  <a:gd name="connsiteX6" fmla="*/ 221 w 6343"/>
                  <a:gd name="connsiteY6" fmla="*/ 3324 h 6345"/>
                  <a:gd name="connsiteX7" fmla="*/ 1150 w 6343"/>
                  <a:gd name="connsiteY7" fmla="*/ 5568 h 6345"/>
                  <a:gd name="connsiteX8" fmla="*/ 3393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7"/>
                    </a:moveTo>
                    <a:cubicBezTo>
                      <a:pt x="4234" y="6497"/>
                      <a:pt x="5041" y="6162"/>
                      <a:pt x="5636" y="5568"/>
                    </a:cubicBezTo>
                    <a:cubicBezTo>
                      <a:pt x="6230" y="4973"/>
                      <a:pt x="6565" y="4165"/>
                      <a:pt x="6565" y="3324"/>
                    </a:cubicBezTo>
                    <a:cubicBezTo>
                      <a:pt x="6565" y="2483"/>
                      <a:pt x="6230" y="1676"/>
                      <a:pt x="5636" y="1081"/>
                    </a:cubicBezTo>
                    <a:cubicBezTo>
                      <a:pt x="5041" y="486"/>
                      <a:pt x="4234" y="151"/>
                      <a:pt x="3393" y="151"/>
                    </a:cubicBezTo>
                    <a:cubicBezTo>
                      <a:pt x="2552" y="151"/>
                      <a:pt x="1745" y="486"/>
                      <a:pt x="1150" y="1081"/>
                    </a:cubicBezTo>
                    <a:cubicBezTo>
                      <a:pt x="556" y="1676"/>
                      <a:pt x="221" y="2483"/>
                      <a:pt x="221" y="3324"/>
                    </a:cubicBezTo>
                    <a:cubicBezTo>
                      <a:pt x="221" y="4165"/>
                      <a:pt x="556" y="4973"/>
                      <a:pt x="1150" y="5568"/>
                    </a:cubicBezTo>
                    <a:cubicBezTo>
                      <a:pt x="1745" y="6162"/>
                      <a:pt x="2552" y="6497"/>
                      <a:pt x="3393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92" name="Freeform: Shape 4691">
                <a:extLst>
                  <a:ext uri="{FF2B5EF4-FFF2-40B4-BE49-F238E27FC236}">
                    <a16:creationId xmlns:a16="http://schemas.microsoft.com/office/drawing/2014/main" id="{C6B30B39-BA64-D999-EA78-DC470E932825}"/>
                  </a:ext>
                </a:extLst>
              </p:cNvPr>
              <p:cNvSpPr/>
              <p:nvPr/>
            </p:nvSpPr>
            <p:spPr>
              <a:xfrm>
                <a:off x="3663185" y="5399563"/>
                <a:ext cx="6343" cy="6345"/>
              </a:xfrm>
              <a:custGeom>
                <a:avLst/>
                <a:gdLst>
                  <a:gd name="connsiteX0" fmla="*/ 3393 w 6343"/>
                  <a:gd name="connsiteY0" fmla="*/ 6497 h 6345"/>
                  <a:gd name="connsiteX1" fmla="*/ 5636 w 6343"/>
                  <a:gd name="connsiteY1" fmla="*/ 5567 h 6345"/>
                  <a:gd name="connsiteX2" fmla="*/ 6565 w 6343"/>
                  <a:gd name="connsiteY2" fmla="*/ 3324 h 6345"/>
                  <a:gd name="connsiteX3" fmla="*/ 5636 w 6343"/>
                  <a:gd name="connsiteY3" fmla="*/ 1081 h 6345"/>
                  <a:gd name="connsiteX4" fmla="*/ 3393 w 6343"/>
                  <a:gd name="connsiteY4" fmla="*/ 151 h 6345"/>
                  <a:gd name="connsiteX5" fmla="*/ 1151 w 6343"/>
                  <a:gd name="connsiteY5" fmla="*/ 1081 h 6345"/>
                  <a:gd name="connsiteX6" fmla="*/ 222 w 6343"/>
                  <a:gd name="connsiteY6" fmla="*/ 3324 h 6345"/>
                  <a:gd name="connsiteX7" fmla="*/ 1151 w 6343"/>
                  <a:gd name="connsiteY7" fmla="*/ 5567 h 6345"/>
                  <a:gd name="connsiteX8" fmla="*/ 3393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7"/>
                    </a:moveTo>
                    <a:cubicBezTo>
                      <a:pt x="4234" y="6497"/>
                      <a:pt x="5041" y="6162"/>
                      <a:pt x="5636" y="5567"/>
                    </a:cubicBezTo>
                    <a:cubicBezTo>
                      <a:pt x="6231" y="4972"/>
                      <a:pt x="6565" y="4165"/>
                      <a:pt x="6565" y="3324"/>
                    </a:cubicBezTo>
                    <a:cubicBezTo>
                      <a:pt x="6565" y="2483"/>
                      <a:pt x="6231" y="1676"/>
                      <a:pt x="5636" y="1081"/>
                    </a:cubicBezTo>
                    <a:cubicBezTo>
                      <a:pt x="5041" y="486"/>
                      <a:pt x="4234" y="151"/>
                      <a:pt x="3393" y="151"/>
                    </a:cubicBezTo>
                    <a:cubicBezTo>
                      <a:pt x="2552" y="151"/>
                      <a:pt x="1745" y="486"/>
                      <a:pt x="1151" y="1081"/>
                    </a:cubicBezTo>
                    <a:cubicBezTo>
                      <a:pt x="556" y="1676"/>
                      <a:pt x="222" y="2483"/>
                      <a:pt x="222" y="3324"/>
                    </a:cubicBezTo>
                    <a:cubicBezTo>
                      <a:pt x="222" y="4165"/>
                      <a:pt x="556" y="4972"/>
                      <a:pt x="1151" y="5567"/>
                    </a:cubicBezTo>
                    <a:cubicBezTo>
                      <a:pt x="1745" y="6162"/>
                      <a:pt x="2552" y="6497"/>
                      <a:pt x="3393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93" name="Freeform: Shape 4692">
                <a:extLst>
                  <a:ext uri="{FF2B5EF4-FFF2-40B4-BE49-F238E27FC236}">
                    <a16:creationId xmlns:a16="http://schemas.microsoft.com/office/drawing/2014/main" id="{86206331-7275-FFE7-14F4-776646A8A132}"/>
                  </a:ext>
                </a:extLst>
              </p:cNvPr>
              <p:cNvSpPr/>
              <p:nvPr/>
            </p:nvSpPr>
            <p:spPr>
              <a:xfrm>
                <a:off x="3665596" y="5398842"/>
                <a:ext cx="6343" cy="6345"/>
              </a:xfrm>
              <a:custGeom>
                <a:avLst/>
                <a:gdLst>
                  <a:gd name="connsiteX0" fmla="*/ 3393 w 6343"/>
                  <a:gd name="connsiteY0" fmla="*/ 6497 h 6345"/>
                  <a:gd name="connsiteX1" fmla="*/ 5636 w 6343"/>
                  <a:gd name="connsiteY1" fmla="*/ 5567 h 6345"/>
                  <a:gd name="connsiteX2" fmla="*/ 6565 w 6343"/>
                  <a:gd name="connsiteY2" fmla="*/ 3324 h 6345"/>
                  <a:gd name="connsiteX3" fmla="*/ 5636 w 6343"/>
                  <a:gd name="connsiteY3" fmla="*/ 1081 h 6345"/>
                  <a:gd name="connsiteX4" fmla="*/ 3393 w 6343"/>
                  <a:gd name="connsiteY4" fmla="*/ 151 h 6345"/>
                  <a:gd name="connsiteX5" fmla="*/ 1151 w 6343"/>
                  <a:gd name="connsiteY5" fmla="*/ 1081 h 6345"/>
                  <a:gd name="connsiteX6" fmla="*/ 222 w 6343"/>
                  <a:gd name="connsiteY6" fmla="*/ 3324 h 6345"/>
                  <a:gd name="connsiteX7" fmla="*/ 1151 w 6343"/>
                  <a:gd name="connsiteY7" fmla="*/ 5567 h 6345"/>
                  <a:gd name="connsiteX8" fmla="*/ 3393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7"/>
                    </a:moveTo>
                    <a:cubicBezTo>
                      <a:pt x="4234" y="6497"/>
                      <a:pt x="5041" y="6162"/>
                      <a:pt x="5636" y="5567"/>
                    </a:cubicBezTo>
                    <a:cubicBezTo>
                      <a:pt x="6231" y="4972"/>
                      <a:pt x="6565" y="4165"/>
                      <a:pt x="6565" y="3324"/>
                    </a:cubicBezTo>
                    <a:cubicBezTo>
                      <a:pt x="6565" y="2483"/>
                      <a:pt x="6231" y="1675"/>
                      <a:pt x="5636" y="1081"/>
                    </a:cubicBezTo>
                    <a:cubicBezTo>
                      <a:pt x="5041" y="486"/>
                      <a:pt x="4234" y="151"/>
                      <a:pt x="3393" y="151"/>
                    </a:cubicBezTo>
                    <a:cubicBezTo>
                      <a:pt x="2552" y="151"/>
                      <a:pt x="1745" y="486"/>
                      <a:pt x="1151" y="1081"/>
                    </a:cubicBezTo>
                    <a:cubicBezTo>
                      <a:pt x="556" y="1675"/>
                      <a:pt x="222" y="2483"/>
                      <a:pt x="222" y="3324"/>
                    </a:cubicBezTo>
                    <a:cubicBezTo>
                      <a:pt x="222" y="4165"/>
                      <a:pt x="556" y="4972"/>
                      <a:pt x="1151" y="5567"/>
                    </a:cubicBezTo>
                    <a:cubicBezTo>
                      <a:pt x="1745" y="6162"/>
                      <a:pt x="2552" y="6497"/>
                      <a:pt x="3393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94" name="Freeform: Shape 4693">
                <a:extLst>
                  <a:ext uri="{FF2B5EF4-FFF2-40B4-BE49-F238E27FC236}">
                    <a16:creationId xmlns:a16="http://schemas.microsoft.com/office/drawing/2014/main" id="{ED0194F8-CD33-29D5-35FD-E1EE18189121}"/>
                  </a:ext>
                </a:extLst>
              </p:cNvPr>
              <p:cNvSpPr/>
              <p:nvPr/>
            </p:nvSpPr>
            <p:spPr>
              <a:xfrm>
                <a:off x="3668008" y="5398138"/>
                <a:ext cx="6343" cy="6345"/>
              </a:xfrm>
              <a:custGeom>
                <a:avLst/>
                <a:gdLst>
                  <a:gd name="connsiteX0" fmla="*/ 3394 w 6343"/>
                  <a:gd name="connsiteY0" fmla="*/ 6497 h 6345"/>
                  <a:gd name="connsiteX1" fmla="*/ 5636 w 6343"/>
                  <a:gd name="connsiteY1" fmla="*/ 5567 h 6345"/>
                  <a:gd name="connsiteX2" fmla="*/ 6565 w 6343"/>
                  <a:gd name="connsiteY2" fmla="*/ 3324 h 6345"/>
                  <a:gd name="connsiteX3" fmla="*/ 5636 w 6343"/>
                  <a:gd name="connsiteY3" fmla="*/ 1080 h 6345"/>
                  <a:gd name="connsiteX4" fmla="*/ 3394 w 6343"/>
                  <a:gd name="connsiteY4" fmla="*/ 151 h 6345"/>
                  <a:gd name="connsiteX5" fmla="*/ 1151 w 6343"/>
                  <a:gd name="connsiteY5" fmla="*/ 1080 h 6345"/>
                  <a:gd name="connsiteX6" fmla="*/ 222 w 6343"/>
                  <a:gd name="connsiteY6" fmla="*/ 3324 h 6345"/>
                  <a:gd name="connsiteX7" fmla="*/ 1151 w 6343"/>
                  <a:gd name="connsiteY7" fmla="*/ 5567 h 6345"/>
                  <a:gd name="connsiteX8" fmla="*/ 3394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7"/>
                    </a:moveTo>
                    <a:cubicBezTo>
                      <a:pt x="4235" y="6497"/>
                      <a:pt x="5041" y="6162"/>
                      <a:pt x="5636" y="5567"/>
                    </a:cubicBezTo>
                    <a:cubicBezTo>
                      <a:pt x="6231" y="4972"/>
                      <a:pt x="6565" y="4165"/>
                      <a:pt x="6565" y="3324"/>
                    </a:cubicBezTo>
                    <a:cubicBezTo>
                      <a:pt x="6565" y="2482"/>
                      <a:pt x="6231" y="1675"/>
                      <a:pt x="5636" y="1080"/>
                    </a:cubicBezTo>
                    <a:cubicBezTo>
                      <a:pt x="5041" y="485"/>
                      <a:pt x="4235" y="151"/>
                      <a:pt x="3394" y="151"/>
                    </a:cubicBezTo>
                    <a:cubicBezTo>
                      <a:pt x="2552" y="151"/>
                      <a:pt x="1746" y="485"/>
                      <a:pt x="1151" y="1080"/>
                    </a:cubicBezTo>
                    <a:cubicBezTo>
                      <a:pt x="556" y="1675"/>
                      <a:pt x="222" y="2482"/>
                      <a:pt x="222" y="3324"/>
                    </a:cubicBezTo>
                    <a:cubicBezTo>
                      <a:pt x="222" y="4165"/>
                      <a:pt x="556" y="4972"/>
                      <a:pt x="1151" y="5567"/>
                    </a:cubicBezTo>
                    <a:cubicBezTo>
                      <a:pt x="1746" y="6162"/>
                      <a:pt x="2552" y="6497"/>
                      <a:pt x="3394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95" name="Freeform: Shape 4694">
                <a:extLst>
                  <a:ext uri="{FF2B5EF4-FFF2-40B4-BE49-F238E27FC236}">
                    <a16:creationId xmlns:a16="http://schemas.microsoft.com/office/drawing/2014/main" id="{EC737E51-C912-ECEC-EEFB-C746B5C5FCDA}"/>
                  </a:ext>
                </a:extLst>
              </p:cNvPr>
              <p:cNvSpPr/>
              <p:nvPr/>
            </p:nvSpPr>
            <p:spPr>
              <a:xfrm>
                <a:off x="3670566" y="5397693"/>
                <a:ext cx="6343" cy="6345"/>
              </a:xfrm>
              <a:custGeom>
                <a:avLst/>
                <a:gdLst>
                  <a:gd name="connsiteX0" fmla="*/ 3394 w 6343"/>
                  <a:gd name="connsiteY0" fmla="*/ 6497 h 6345"/>
                  <a:gd name="connsiteX1" fmla="*/ 5636 w 6343"/>
                  <a:gd name="connsiteY1" fmla="*/ 5567 h 6345"/>
                  <a:gd name="connsiteX2" fmla="*/ 6565 w 6343"/>
                  <a:gd name="connsiteY2" fmla="*/ 3324 h 6345"/>
                  <a:gd name="connsiteX3" fmla="*/ 5636 w 6343"/>
                  <a:gd name="connsiteY3" fmla="*/ 1080 h 6345"/>
                  <a:gd name="connsiteX4" fmla="*/ 3394 w 6343"/>
                  <a:gd name="connsiteY4" fmla="*/ 151 h 6345"/>
                  <a:gd name="connsiteX5" fmla="*/ 1151 w 6343"/>
                  <a:gd name="connsiteY5" fmla="*/ 1080 h 6345"/>
                  <a:gd name="connsiteX6" fmla="*/ 222 w 6343"/>
                  <a:gd name="connsiteY6" fmla="*/ 3324 h 6345"/>
                  <a:gd name="connsiteX7" fmla="*/ 1151 w 6343"/>
                  <a:gd name="connsiteY7" fmla="*/ 5567 h 6345"/>
                  <a:gd name="connsiteX8" fmla="*/ 3394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7"/>
                    </a:moveTo>
                    <a:cubicBezTo>
                      <a:pt x="4235" y="6497"/>
                      <a:pt x="5042" y="6162"/>
                      <a:pt x="5636" y="5567"/>
                    </a:cubicBezTo>
                    <a:cubicBezTo>
                      <a:pt x="6231" y="4972"/>
                      <a:pt x="6565" y="4165"/>
                      <a:pt x="6565" y="3324"/>
                    </a:cubicBezTo>
                    <a:cubicBezTo>
                      <a:pt x="6565" y="2482"/>
                      <a:pt x="6231" y="1675"/>
                      <a:pt x="5636" y="1080"/>
                    </a:cubicBezTo>
                    <a:cubicBezTo>
                      <a:pt x="5042" y="485"/>
                      <a:pt x="4235" y="151"/>
                      <a:pt x="3394" y="151"/>
                    </a:cubicBezTo>
                    <a:cubicBezTo>
                      <a:pt x="2553" y="151"/>
                      <a:pt x="1746" y="485"/>
                      <a:pt x="1151" y="1080"/>
                    </a:cubicBezTo>
                    <a:cubicBezTo>
                      <a:pt x="556" y="1675"/>
                      <a:pt x="222" y="2482"/>
                      <a:pt x="222" y="3324"/>
                    </a:cubicBezTo>
                    <a:cubicBezTo>
                      <a:pt x="222" y="4165"/>
                      <a:pt x="556" y="4972"/>
                      <a:pt x="1151" y="5567"/>
                    </a:cubicBezTo>
                    <a:cubicBezTo>
                      <a:pt x="1746" y="6162"/>
                      <a:pt x="2553" y="6497"/>
                      <a:pt x="3394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96" name="Freeform: Shape 4695">
                <a:extLst>
                  <a:ext uri="{FF2B5EF4-FFF2-40B4-BE49-F238E27FC236}">
                    <a16:creationId xmlns:a16="http://schemas.microsoft.com/office/drawing/2014/main" id="{7A76B08E-C698-075E-1475-DEC923ED6EA8}"/>
                  </a:ext>
                </a:extLst>
              </p:cNvPr>
              <p:cNvSpPr/>
              <p:nvPr/>
            </p:nvSpPr>
            <p:spPr>
              <a:xfrm>
                <a:off x="3673121" y="5397267"/>
                <a:ext cx="6343" cy="6345"/>
              </a:xfrm>
              <a:custGeom>
                <a:avLst/>
                <a:gdLst>
                  <a:gd name="connsiteX0" fmla="*/ 3394 w 6343"/>
                  <a:gd name="connsiteY0" fmla="*/ 6497 h 6345"/>
                  <a:gd name="connsiteX1" fmla="*/ 5637 w 6343"/>
                  <a:gd name="connsiteY1" fmla="*/ 5567 h 6345"/>
                  <a:gd name="connsiteX2" fmla="*/ 6565 w 6343"/>
                  <a:gd name="connsiteY2" fmla="*/ 3324 h 6345"/>
                  <a:gd name="connsiteX3" fmla="*/ 5637 w 6343"/>
                  <a:gd name="connsiteY3" fmla="*/ 1080 h 6345"/>
                  <a:gd name="connsiteX4" fmla="*/ 3394 w 6343"/>
                  <a:gd name="connsiteY4" fmla="*/ 151 h 6345"/>
                  <a:gd name="connsiteX5" fmla="*/ 1151 w 6343"/>
                  <a:gd name="connsiteY5" fmla="*/ 1080 h 6345"/>
                  <a:gd name="connsiteX6" fmla="*/ 222 w 6343"/>
                  <a:gd name="connsiteY6" fmla="*/ 3324 h 6345"/>
                  <a:gd name="connsiteX7" fmla="*/ 1151 w 6343"/>
                  <a:gd name="connsiteY7" fmla="*/ 5567 h 6345"/>
                  <a:gd name="connsiteX8" fmla="*/ 3394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7"/>
                    </a:moveTo>
                    <a:cubicBezTo>
                      <a:pt x="4235" y="6497"/>
                      <a:pt x="5042" y="6162"/>
                      <a:pt x="5637" y="5567"/>
                    </a:cubicBezTo>
                    <a:cubicBezTo>
                      <a:pt x="6231" y="4972"/>
                      <a:pt x="6565" y="4165"/>
                      <a:pt x="6565" y="3324"/>
                    </a:cubicBezTo>
                    <a:cubicBezTo>
                      <a:pt x="6565" y="2482"/>
                      <a:pt x="6231" y="1675"/>
                      <a:pt x="5637" y="1080"/>
                    </a:cubicBezTo>
                    <a:cubicBezTo>
                      <a:pt x="5042" y="485"/>
                      <a:pt x="4235" y="151"/>
                      <a:pt x="3394" y="151"/>
                    </a:cubicBezTo>
                    <a:cubicBezTo>
                      <a:pt x="2553" y="151"/>
                      <a:pt x="1746" y="485"/>
                      <a:pt x="1151" y="1080"/>
                    </a:cubicBezTo>
                    <a:cubicBezTo>
                      <a:pt x="557" y="1675"/>
                      <a:pt x="222" y="2482"/>
                      <a:pt x="222" y="3324"/>
                    </a:cubicBezTo>
                    <a:cubicBezTo>
                      <a:pt x="222" y="4165"/>
                      <a:pt x="557" y="4972"/>
                      <a:pt x="1151" y="5567"/>
                    </a:cubicBezTo>
                    <a:cubicBezTo>
                      <a:pt x="1746" y="6162"/>
                      <a:pt x="2553" y="6497"/>
                      <a:pt x="3394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97" name="Freeform: Shape 4696">
                <a:extLst>
                  <a:ext uri="{FF2B5EF4-FFF2-40B4-BE49-F238E27FC236}">
                    <a16:creationId xmlns:a16="http://schemas.microsoft.com/office/drawing/2014/main" id="{B4F4E91B-CFFF-F2DE-8693-4728F295F859}"/>
                  </a:ext>
                </a:extLst>
              </p:cNvPr>
              <p:cNvSpPr/>
              <p:nvPr/>
            </p:nvSpPr>
            <p:spPr>
              <a:xfrm>
                <a:off x="3675579" y="5396697"/>
                <a:ext cx="6343" cy="6345"/>
              </a:xfrm>
              <a:custGeom>
                <a:avLst/>
                <a:gdLst>
                  <a:gd name="connsiteX0" fmla="*/ 3394 w 6343"/>
                  <a:gd name="connsiteY0" fmla="*/ 6496 h 6345"/>
                  <a:gd name="connsiteX1" fmla="*/ 5637 w 6343"/>
                  <a:gd name="connsiteY1" fmla="*/ 5567 h 6345"/>
                  <a:gd name="connsiteX2" fmla="*/ 6566 w 6343"/>
                  <a:gd name="connsiteY2" fmla="*/ 3324 h 6345"/>
                  <a:gd name="connsiteX3" fmla="*/ 5637 w 6343"/>
                  <a:gd name="connsiteY3" fmla="*/ 1080 h 6345"/>
                  <a:gd name="connsiteX4" fmla="*/ 3394 w 6343"/>
                  <a:gd name="connsiteY4" fmla="*/ 151 h 6345"/>
                  <a:gd name="connsiteX5" fmla="*/ 1151 w 6343"/>
                  <a:gd name="connsiteY5" fmla="*/ 1080 h 6345"/>
                  <a:gd name="connsiteX6" fmla="*/ 223 w 6343"/>
                  <a:gd name="connsiteY6" fmla="*/ 3324 h 6345"/>
                  <a:gd name="connsiteX7" fmla="*/ 1151 w 6343"/>
                  <a:gd name="connsiteY7" fmla="*/ 5567 h 6345"/>
                  <a:gd name="connsiteX8" fmla="*/ 3394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6"/>
                    </a:moveTo>
                    <a:cubicBezTo>
                      <a:pt x="4235" y="6496"/>
                      <a:pt x="5042" y="6162"/>
                      <a:pt x="5637" y="5567"/>
                    </a:cubicBezTo>
                    <a:cubicBezTo>
                      <a:pt x="6231" y="4972"/>
                      <a:pt x="6566" y="4165"/>
                      <a:pt x="6566" y="3324"/>
                    </a:cubicBezTo>
                    <a:cubicBezTo>
                      <a:pt x="6566" y="2482"/>
                      <a:pt x="6231" y="1675"/>
                      <a:pt x="5637" y="1080"/>
                    </a:cubicBezTo>
                    <a:cubicBezTo>
                      <a:pt x="5042" y="485"/>
                      <a:pt x="4235" y="151"/>
                      <a:pt x="3394" y="151"/>
                    </a:cubicBezTo>
                    <a:cubicBezTo>
                      <a:pt x="2553" y="151"/>
                      <a:pt x="1746" y="485"/>
                      <a:pt x="1151" y="1080"/>
                    </a:cubicBezTo>
                    <a:cubicBezTo>
                      <a:pt x="557" y="1675"/>
                      <a:pt x="223" y="2482"/>
                      <a:pt x="223" y="3324"/>
                    </a:cubicBezTo>
                    <a:cubicBezTo>
                      <a:pt x="223" y="4165"/>
                      <a:pt x="557" y="4972"/>
                      <a:pt x="1151" y="5567"/>
                    </a:cubicBezTo>
                    <a:cubicBezTo>
                      <a:pt x="1746" y="6162"/>
                      <a:pt x="2553" y="6496"/>
                      <a:pt x="3394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98" name="Freeform: Shape 4697">
                <a:extLst>
                  <a:ext uri="{FF2B5EF4-FFF2-40B4-BE49-F238E27FC236}">
                    <a16:creationId xmlns:a16="http://schemas.microsoft.com/office/drawing/2014/main" id="{0A4C37CD-4B49-733A-8803-37344AC03E8F}"/>
                  </a:ext>
                </a:extLst>
              </p:cNvPr>
              <p:cNvSpPr/>
              <p:nvPr/>
            </p:nvSpPr>
            <p:spPr>
              <a:xfrm>
                <a:off x="3677802" y="5395736"/>
                <a:ext cx="6343" cy="6345"/>
              </a:xfrm>
              <a:custGeom>
                <a:avLst/>
                <a:gdLst>
                  <a:gd name="connsiteX0" fmla="*/ 3394 w 6343"/>
                  <a:gd name="connsiteY0" fmla="*/ 6496 h 6345"/>
                  <a:gd name="connsiteX1" fmla="*/ 5637 w 6343"/>
                  <a:gd name="connsiteY1" fmla="*/ 5567 h 6345"/>
                  <a:gd name="connsiteX2" fmla="*/ 6566 w 6343"/>
                  <a:gd name="connsiteY2" fmla="*/ 3324 h 6345"/>
                  <a:gd name="connsiteX3" fmla="*/ 5637 w 6343"/>
                  <a:gd name="connsiteY3" fmla="*/ 1080 h 6345"/>
                  <a:gd name="connsiteX4" fmla="*/ 3394 w 6343"/>
                  <a:gd name="connsiteY4" fmla="*/ 151 h 6345"/>
                  <a:gd name="connsiteX5" fmla="*/ 1152 w 6343"/>
                  <a:gd name="connsiteY5" fmla="*/ 1080 h 6345"/>
                  <a:gd name="connsiteX6" fmla="*/ 223 w 6343"/>
                  <a:gd name="connsiteY6" fmla="*/ 3324 h 6345"/>
                  <a:gd name="connsiteX7" fmla="*/ 1152 w 6343"/>
                  <a:gd name="connsiteY7" fmla="*/ 5567 h 6345"/>
                  <a:gd name="connsiteX8" fmla="*/ 3394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6"/>
                    </a:moveTo>
                    <a:cubicBezTo>
                      <a:pt x="4235" y="6496"/>
                      <a:pt x="5042" y="6162"/>
                      <a:pt x="5637" y="5567"/>
                    </a:cubicBezTo>
                    <a:cubicBezTo>
                      <a:pt x="6232" y="4972"/>
                      <a:pt x="6566" y="4165"/>
                      <a:pt x="6566" y="3324"/>
                    </a:cubicBezTo>
                    <a:cubicBezTo>
                      <a:pt x="6566" y="2482"/>
                      <a:pt x="6232" y="1675"/>
                      <a:pt x="5637" y="1080"/>
                    </a:cubicBezTo>
                    <a:cubicBezTo>
                      <a:pt x="5042" y="485"/>
                      <a:pt x="4235" y="151"/>
                      <a:pt x="3394" y="151"/>
                    </a:cubicBezTo>
                    <a:cubicBezTo>
                      <a:pt x="2553" y="151"/>
                      <a:pt x="1746" y="485"/>
                      <a:pt x="1152" y="1080"/>
                    </a:cubicBezTo>
                    <a:cubicBezTo>
                      <a:pt x="557" y="1675"/>
                      <a:pt x="223" y="2482"/>
                      <a:pt x="223" y="3324"/>
                    </a:cubicBezTo>
                    <a:cubicBezTo>
                      <a:pt x="223" y="4165"/>
                      <a:pt x="557" y="4972"/>
                      <a:pt x="1152" y="5567"/>
                    </a:cubicBezTo>
                    <a:cubicBezTo>
                      <a:pt x="1746" y="6162"/>
                      <a:pt x="2553" y="6496"/>
                      <a:pt x="3394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699" name="Freeform: Shape 4698">
                <a:extLst>
                  <a:ext uri="{FF2B5EF4-FFF2-40B4-BE49-F238E27FC236}">
                    <a16:creationId xmlns:a16="http://schemas.microsoft.com/office/drawing/2014/main" id="{84F52B4F-FDD2-A3A9-580A-36EA86375BD3}"/>
                  </a:ext>
                </a:extLst>
              </p:cNvPr>
              <p:cNvSpPr/>
              <p:nvPr/>
            </p:nvSpPr>
            <p:spPr>
              <a:xfrm>
                <a:off x="3680146" y="5394995"/>
                <a:ext cx="6343" cy="6345"/>
              </a:xfrm>
              <a:custGeom>
                <a:avLst/>
                <a:gdLst>
                  <a:gd name="connsiteX0" fmla="*/ 3394 w 6343"/>
                  <a:gd name="connsiteY0" fmla="*/ 6496 h 6345"/>
                  <a:gd name="connsiteX1" fmla="*/ 5637 w 6343"/>
                  <a:gd name="connsiteY1" fmla="*/ 5567 h 6345"/>
                  <a:gd name="connsiteX2" fmla="*/ 6566 w 6343"/>
                  <a:gd name="connsiteY2" fmla="*/ 3324 h 6345"/>
                  <a:gd name="connsiteX3" fmla="*/ 5637 w 6343"/>
                  <a:gd name="connsiteY3" fmla="*/ 1080 h 6345"/>
                  <a:gd name="connsiteX4" fmla="*/ 3394 w 6343"/>
                  <a:gd name="connsiteY4" fmla="*/ 151 h 6345"/>
                  <a:gd name="connsiteX5" fmla="*/ 1152 w 6343"/>
                  <a:gd name="connsiteY5" fmla="*/ 1080 h 6345"/>
                  <a:gd name="connsiteX6" fmla="*/ 223 w 6343"/>
                  <a:gd name="connsiteY6" fmla="*/ 3324 h 6345"/>
                  <a:gd name="connsiteX7" fmla="*/ 1152 w 6343"/>
                  <a:gd name="connsiteY7" fmla="*/ 5567 h 6345"/>
                  <a:gd name="connsiteX8" fmla="*/ 3394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6"/>
                    </a:moveTo>
                    <a:cubicBezTo>
                      <a:pt x="4236" y="6496"/>
                      <a:pt x="5042" y="6162"/>
                      <a:pt x="5637" y="5567"/>
                    </a:cubicBezTo>
                    <a:cubicBezTo>
                      <a:pt x="6232" y="4972"/>
                      <a:pt x="6566" y="4165"/>
                      <a:pt x="6566" y="3324"/>
                    </a:cubicBezTo>
                    <a:cubicBezTo>
                      <a:pt x="6566" y="2482"/>
                      <a:pt x="6232" y="1675"/>
                      <a:pt x="5637" y="1080"/>
                    </a:cubicBezTo>
                    <a:cubicBezTo>
                      <a:pt x="5042" y="485"/>
                      <a:pt x="4236" y="151"/>
                      <a:pt x="3394" y="151"/>
                    </a:cubicBezTo>
                    <a:cubicBezTo>
                      <a:pt x="2553" y="151"/>
                      <a:pt x="1747" y="485"/>
                      <a:pt x="1152" y="1080"/>
                    </a:cubicBezTo>
                    <a:cubicBezTo>
                      <a:pt x="557" y="1675"/>
                      <a:pt x="223" y="2482"/>
                      <a:pt x="223" y="3324"/>
                    </a:cubicBezTo>
                    <a:cubicBezTo>
                      <a:pt x="223" y="4165"/>
                      <a:pt x="557" y="4972"/>
                      <a:pt x="1152" y="5567"/>
                    </a:cubicBezTo>
                    <a:cubicBezTo>
                      <a:pt x="1747" y="6162"/>
                      <a:pt x="2553" y="6496"/>
                      <a:pt x="3394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00" name="Freeform: Shape 4699">
                <a:extLst>
                  <a:ext uri="{FF2B5EF4-FFF2-40B4-BE49-F238E27FC236}">
                    <a16:creationId xmlns:a16="http://schemas.microsoft.com/office/drawing/2014/main" id="{78A292AD-E338-7F70-15BB-E3DAC3BC8401}"/>
                  </a:ext>
                </a:extLst>
              </p:cNvPr>
              <p:cNvSpPr/>
              <p:nvPr/>
            </p:nvSpPr>
            <p:spPr>
              <a:xfrm>
                <a:off x="3682215" y="5393776"/>
                <a:ext cx="6343" cy="6345"/>
              </a:xfrm>
              <a:custGeom>
                <a:avLst/>
                <a:gdLst>
                  <a:gd name="connsiteX0" fmla="*/ 3395 w 6343"/>
                  <a:gd name="connsiteY0" fmla="*/ 6496 h 6345"/>
                  <a:gd name="connsiteX1" fmla="*/ 5637 w 6343"/>
                  <a:gd name="connsiteY1" fmla="*/ 5567 h 6345"/>
                  <a:gd name="connsiteX2" fmla="*/ 6566 w 6343"/>
                  <a:gd name="connsiteY2" fmla="*/ 3324 h 6345"/>
                  <a:gd name="connsiteX3" fmla="*/ 5637 w 6343"/>
                  <a:gd name="connsiteY3" fmla="*/ 1080 h 6345"/>
                  <a:gd name="connsiteX4" fmla="*/ 3395 w 6343"/>
                  <a:gd name="connsiteY4" fmla="*/ 151 h 6345"/>
                  <a:gd name="connsiteX5" fmla="*/ 1152 w 6343"/>
                  <a:gd name="connsiteY5" fmla="*/ 1080 h 6345"/>
                  <a:gd name="connsiteX6" fmla="*/ 223 w 6343"/>
                  <a:gd name="connsiteY6" fmla="*/ 3324 h 6345"/>
                  <a:gd name="connsiteX7" fmla="*/ 1152 w 6343"/>
                  <a:gd name="connsiteY7" fmla="*/ 5567 h 6345"/>
                  <a:gd name="connsiteX8" fmla="*/ 3395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6"/>
                    </a:moveTo>
                    <a:cubicBezTo>
                      <a:pt x="4236" y="6496"/>
                      <a:pt x="5043" y="6162"/>
                      <a:pt x="5637" y="5567"/>
                    </a:cubicBezTo>
                    <a:cubicBezTo>
                      <a:pt x="6232" y="4972"/>
                      <a:pt x="6566" y="4165"/>
                      <a:pt x="6566" y="3324"/>
                    </a:cubicBezTo>
                    <a:cubicBezTo>
                      <a:pt x="6566" y="2482"/>
                      <a:pt x="6232" y="1675"/>
                      <a:pt x="5637" y="1080"/>
                    </a:cubicBezTo>
                    <a:cubicBezTo>
                      <a:pt x="5043" y="485"/>
                      <a:pt x="4236" y="151"/>
                      <a:pt x="3395" y="151"/>
                    </a:cubicBezTo>
                    <a:cubicBezTo>
                      <a:pt x="2554" y="151"/>
                      <a:pt x="1747" y="485"/>
                      <a:pt x="1152" y="1080"/>
                    </a:cubicBezTo>
                    <a:cubicBezTo>
                      <a:pt x="557" y="1675"/>
                      <a:pt x="223" y="2482"/>
                      <a:pt x="223" y="3324"/>
                    </a:cubicBezTo>
                    <a:cubicBezTo>
                      <a:pt x="223" y="4165"/>
                      <a:pt x="557" y="4972"/>
                      <a:pt x="1152" y="5567"/>
                    </a:cubicBezTo>
                    <a:cubicBezTo>
                      <a:pt x="1747" y="6162"/>
                      <a:pt x="2554" y="6496"/>
                      <a:pt x="3395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01" name="Freeform: Shape 4700">
                <a:extLst>
                  <a:ext uri="{FF2B5EF4-FFF2-40B4-BE49-F238E27FC236}">
                    <a16:creationId xmlns:a16="http://schemas.microsoft.com/office/drawing/2014/main" id="{3A619857-B739-6A0E-0FFF-F533AF97CAF9}"/>
                  </a:ext>
                </a:extLst>
              </p:cNvPr>
              <p:cNvSpPr/>
              <p:nvPr/>
            </p:nvSpPr>
            <p:spPr>
              <a:xfrm>
                <a:off x="3684497" y="5392941"/>
                <a:ext cx="6343" cy="6345"/>
              </a:xfrm>
              <a:custGeom>
                <a:avLst/>
                <a:gdLst>
                  <a:gd name="connsiteX0" fmla="*/ 3395 w 6343"/>
                  <a:gd name="connsiteY0" fmla="*/ 6496 h 6345"/>
                  <a:gd name="connsiteX1" fmla="*/ 5637 w 6343"/>
                  <a:gd name="connsiteY1" fmla="*/ 5567 h 6345"/>
                  <a:gd name="connsiteX2" fmla="*/ 6566 w 6343"/>
                  <a:gd name="connsiteY2" fmla="*/ 3323 h 6345"/>
                  <a:gd name="connsiteX3" fmla="*/ 5637 w 6343"/>
                  <a:gd name="connsiteY3" fmla="*/ 1080 h 6345"/>
                  <a:gd name="connsiteX4" fmla="*/ 3395 w 6343"/>
                  <a:gd name="connsiteY4" fmla="*/ 151 h 6345"/>
                  <a:gd name="connsiteX5" fmla="*/ 1152 w 6343"/>
                  <a:gd name="connsiteY5" fmla="*/ 1080 h 6345"/>
                  <a:gd name="connsiteX6" fmla="*/ 223 w 6343"/>
                  <a:gd name="connsiteY6" fmla="*/ 3323 h 6345"/>
                  <a:gd name="connsiteX7" fmla="*/ 1152 w 6343"/>
                  <a:gd name="connsiteY7" fmla="*/ 5567 h 6345"/>
                  <a:gd name="connsiteX8" fmla="*/ 3395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6"/>
                    </a:moveTo>
                    <a:cubicBezTo>
                      <a:pt x="4236" y="6496"/>
                      <a:pt x="5043" y="6162"/>
                      <a:pt x="5637" y="5567"/>
                    </a:cubicBezTo>
                    <a:cubicBezTo>
                      <a:pt x="6232" y="4972"/>
                      <a:pt x="6566" y="4165"/>
                      <a:pt x="6566" y="3323"/>
                    </a:cubicBezTo>
                    <a:cubicBezTo>
                      <a:pt x="6566" y="2482"/>
                      <a:pt x="6232" y="1675"/>
                      <a:pt x="5637" y="1080"/>
                    </a:cubicBezTo>
                    <a:cubicBezTo>
                      <a:pt x="5043" y="485"/>
                      <a:pt x="4236" y="151"/>
                      <a:pt x="3395" y="151"/>
                    </a:cubicBezTo>
                    <a:cubicBezTo>
                      <a:pt x="2554" y="151"/>
                      <a:pt x="1747" y="485"/>
                      <a:pt x="1152" y="1080"/>
                    </a:cubicBezTo>
                    <a:cubicBezTo>
                      <a:pt x="557" y="1675"/>
                      <a:pt x="223" y="2482"/>
                      <a:pt x="223" y="3323"/>
                    </a:cubicBezTo>
                    <a:cubicBezTo>
                      <a:pt x="223" y="4165"/>
                      <a:pt x="557" y="4972"/>
                      <a:pt x="1152" y="5567"/>
                    </a:cubicBezTo>
                    <a:cubicBezTo>
                      <a:pt x="1747" y="6162"/>
                      <a:pt x="2554" y="6496"/>
                      <a:pt x="3395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02" name="Freeform: Shape 4701">
                <a:extLst>
                  <a:ext uri="{FF2B5EF4-FFF2-40B4-BE49-F238E27FC236}">
                    <a16:creationId xmlns:a16="http://schemas.microsoft.com/office/drawing/2014/main" id="{D26D86A5-2AFF-8348-D55E-B01F88336090}"/>
                  </a:ext>
                </a:extLst>
              </p:cNvPr>
              <p:cNvSpPr/>
              <p:nvPr/>
            </p:nvSpPr>
            <p:spPr>
              <a:xfrm>
                <a:off x="3686737" y="5392038"/>
                <a:ext cx="6343" cy="6345"/>
              </a:xfrm>
              <a:custGeom>
                <a:avLst/>
                <a:gdLst>
                  <a:gd name="connsiteX0" fmla="*/ 3395 w 6343"/>
                  <a:gd name="connsiteY0" fmla="*/ 6496 h 6345"/>
                  <a:gd name="connsiteX1" fmla="*/ 5638 w 6343"/>
                  <a:gd name="connsiteY1" fmla="*/ 5567 h 6345"/>
                  <a:gd name="connsiteX2" fmla="*/ 6567 w 6343"/>
                  <a:gd name="connsiteY2" fmla="*/ 3323 h 6345"/>
                  <a:gd name="connsiteX3" fmla="*/ 5638 w 6343"/>
                  <a:gd name="connsiteY3" fmla="*/ 1080 h 6345"/>
                  <a:gd name="connsiteX4" fmla="*/ 3395 w 6343"/>
                  <a:gd name="connsiteY4" fmla="*/ 151 h 6345"/>
                  <a:gd name="connsiteX5" fmla="*/ 1152 w 6343"/>
                  <a:gd name="connsiteY5" fmla="*/ 1080 h 6345"/>
                  <a:gd name="connsiteX6" fmla="*/ 223 w 6343"/>
                  <a:gd name="connsiteY6" fmla="*/ 3323 h 6345"/>
                  <a:gd name="connsiteX7" fmla="*/ 1152 w 6343"/>
                  <a:gd name="connsiteY7" fmla="*/ 5567 h 6345"/>
                  <a:gd name="connsiteX8" fmla="*/ 3395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6"/>
                    </a:moveTo>
                    <a:cubicBezTo>
                      <a:pt x="4236" y="6496"/>
                      <a:pt x="5043" y="6162"/>
                      <a:pt x="5638" y="5567"/>
                    </a:cubicBezTo>
                    <a:cubicBezTo>
                      <a:pt x="6232" y="4972"/>
                      <a:pt x="6567" y="4165"/>
                      <a:pt x="6567" y="3323"/>
                    </a:cubicBezTo>
                    <a:cubicBezTo>
                      <a:pt x="6567" y="2482"/>
                      <a:pt x="6232" y="1675"/>
                      <a:pt x="5638" y="1080"/>
                    </a:cubicBezTo>
                    <a:cubicBezTo>
                      <a:pt x="5043" y="485"/>
                      <a:pt x="4236" y="151"/>
                      <a:pt x="3395" y="151"/>
                    </a:cubicBezTo>
                    <a:cubicBezTo>
                      <a:pt x="2554" y="151"/>
                      <a:pt x="1747" y="485"/>
                      <a:pt x="1152" y="1080"/>
                    </a:cubicBezTo>
                    <a:cubicBezTo>
                      <a:pt x="558" y="1675"/>
                      <a:pt x="223" y="2482"/>
                      <a:pt x="223" y="3323"/>
                    </a:cubicBezTo>
                    <a:cubicBezTo>
                      <a:pt x="223" y="4165"/>
                      <a:pt x="558" y="4972"/>
                      <a:pt x="1152" y="5567"/>
                    </a:cubicBezTo>
                    <a:cubicBezTo>
                      <a:pt x="1747" y="6162"/>
                      <a:pt x="2554" y="6496"/>
                      <a:pt x="3395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03" name="Freeform: Shape 4702">
                <a:extLst>
                  <a:ext uri="{FF2B5EF4-FFF2-40B4-BE49-F238E27FC236}">
                    <a16:creationId xmlns:a16="http://schemas.microsoft.com/office/drawing/2014/main" id="{E36CE32E-F2DF-94F5-5B20-C106A42CA96C}"/>
                  </a:ext>
                </a:extLst>
              </p:cNvPr>
              <p:cNvSpPr/>
              <p:nvPr/>
            </p:nvSpPr>
            <p:spPr>
              <a:xfrm>
                <a:off x="3689003" y="5391191"/>
                <a:ext cx="6343" cy="6345"/>
              </a:xfrm>
              <a:custGeom>
                <a:avLst/>
                <a:gdLst>
                  <a:gd name="connsiteX0" fmla="*/ 3395 w 6343"/>
                  <a:gd name="connsiteY0" fmla="*/ 6496 h 6345"/>
                  <a:gd name="connsiteX1" fmla="*/ 5638 w 6343"/>
                  <a:gd name="connsiteY1" fmla="*/ 5567 h 6345"/>
                  <a:gd name="connsiteX2" fmla="*/ 6567 w 6343"/>
                  <a:gd name="connsiteY2" fmla="*/ 3323 h 6345"/>
                  <a:gd name="connsiteX3" fmla="*/ 5638 w 6343"/>
                  <a:gd name="connsiteY3" fmla="*/ 1080 h 6345"/>
                  <a:gd name="connsiteX4" fmla="*/ 3395 w 6343"/>
                  <a:gd name="connsiteY4" fmla="*/ 151 h 6345"/>
                  <a:gd name="connsiteX5" fmla="*/ 1153 w 6343"/>
                  <a:gd name="connsiteY5" fmla="*/ 1080 h 6345"/>
                  <a:gd name="connsiteX6" fmla="*/ 224 w 6343"/>
                  <a:gd name="connsiteY6" fmla="*/ 3323 h 6345"/>
                  <a:gd name="connsiteX7" fmla="*/ 1153 w 6343"/>
                  <a:gd name="connsiteY7" fmla="*/ 5567 h 6345"/>
                  <a:gd name="connsiteX8" fmla="*/ 3395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6"/>
                    </a:moveTo>
                    <a:cubicBezTo>
                      <a:pt x="4236" y="6496"/>
                      <a:pt x="5043" y="6162"/>
                      <a:pt x="5638" y="5567"/>
                    </a:cubicBezTo>
                    <a:cubicBezTo>
                      <a:pt x="6233" y="4972"/>
                      <a:pt x="6567" y="4165"/>
                      <a:pt x="6567" y="3323"/>
                    </a:cubicBezTo>
                    <a:cubicBezTo>
                      <a:pt x="6567" y="2482"/>
                      <a:pt x="6233" y="1675"/>
                      <a:pt x="5638" y="1080"/>
                    </a:cubicBezTo>
                    <a:cubicBezTo>
                      <a:pt x="5043" y="485"/>
                      <a:pt x="4236" y="151"/>
                      <a:pt x="3395" y="151"/>
                    </a:cubicBezTo>
                    <a:cubicBezTo>
                      <a:pt x="2554" y="151"/>
                      <a:pt x="1747" y="485"/>
                      <a:pt x="1153" y="1080"/>
                    </a:cubicBezTo>
                    <a:cubicBezTo>
                      <a:pt x="558" y="1675"/>
                      <a:pt x="224" y="2482"/>
                      <a:pt x="224" y="3323"/>
                    </a:cubicBezTo>
                    <a:cubicBezTo>
                      <a:pt x="224" y="4165"/>
                      <a:pt x="558" y="4972"/>
                      <a:pt x="1153" y="5567"/>
                    </a:cubicBezTo>
                    <a:cubicBezTo>
                      <a:pt x="1747" y="6162"/>
                      <a:pt x="2554" y="6496"/>
                      <a:pt x="3395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04" name="Freeform: Shape 4703">
                <a:extLst>
                  <a:ext uri="{FF2B5EF4-FFF2-40B4-BE49-F238E27FC236}">
                    <a16:creationId xmlns:a16="http://schemas.microsoft.com/office/drawing/2014/main" id="{BE75D13C-3293-76B6-D623-2F2D17F98B51}"/>
                  </a:ext>
                </a:extLst>
              </p:cNvPr>
              <p:cNvSpPr/>
              <p:nvPr/>
            </p:nvSpPr>
            <p:spPr>
              <a:xfrm>
                <a:off x="3691382" y="5390568"/>
                <a:ext cx="6343" cy="6345"/>
              </a:xfrm>
              <a:custGeom>
                <a:avLst/>
                <a:gdLst>
                  <a:gd name="connsiteX0" fmla="*/ 3395 w 6343"/>
                  <a:gd name="connsiteY0" fmla="*/ 6496 h 6345"/>
                  <a:gd name="connsiteX1" fmla="*/ 5638 w 6343"/>
                  <a:gd name="connsiteY1" fmla="*/ 5567 h 6345"/>
                  <a:gd name="connsiteX2" fmla="*/ 6567 w 6343"/>
                  <a:gd name="connsiteY2" fmla="*/ 3323 h 6345"/>
                  <a:gd name="connsiteX3" fmla="*/ 5638 w 6343"/>
                  <a:gd name="connsiteY3" fmla="*/ 1080 h 6345"/>
                  <a:gd name="connsiteX4" fmla="*/ 3395 w 6343"/>
                  <a:gd name="connsiteY4" fmla="*/ 151 h 6345"/>
                  <a:gd name="connsiteX5" fmla="*/ 1153 w 6343"/>
                  <a:gd name="connsiteY5" fmla="*/ 1080 h 6345"/>
                  <a:gd name="connsiteX6" fmla="*/ 224 w 6343"/>
                  <a:gd name="connsiteY6" fmla="*/ 3323 h 6345"/>
                  <a:gd name="connsiteX7" fmla="*/ 1153 w 6343"/>
                  <a:gd name="connsiteY7" fmla="*/ 5567 h 6345"/>
                  <a:gd name="connsiteX8" fmla="*/ 3395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6"/>
                    </a:moveTo>
                    <a:cubicBezTo>
                      <a:pt x="4236" y="6496"/>
                      <a:pt x="5043" y="6162"/>
                      <a:pt x="5638" y="5567"/>
                    </a:cubicBezTo>
                    <a:cubicBezTo>
                      <a:pt x="6233" y="4972"/>
                      <a:pt x="6567" y="4165"/>
                      <a:pt x="6567" y="3323"/>
                    </a:cubicBezTo>
                    <a:cubicBezTo>
                      <a:pt x="6567" y="2482"/>
                      <a:pt x="6233" y="1675"/>
                      <a:pt x="5638" y="1080"/>
                    </a:cubicBezTo>
                    <a:cubicBezTo>
                      <a:pt x="5043" y="485"/>
                      <a:pt x="4236" y="151"/>
                      <a:pt x="3395" y="151"/>
                    </a:cubicBezTo>
                    <a:cubicBezTo>
                      <a:pt x="2554" y="151"/>
                      <a:pt x="1747" y="485"/>
                      <a:pt x="1153" y="1080"/>
                    </a:cubicBezTo>
                    <a:cubicBezTo>
                      <a:pt x="558" y="1675"/>
                      <a:pt x="224" y="2482"/>
                      <a:pt x="224" y="3323"/>
                    </a:cubicBezTo>
                    <a:cubicBezTo>
                      <a:pt x="224" y="4165"/>
                      <a:pt x="558" y="4972"/>
                      <a:pt x="1153" y="5567"/>
                    </a:cubicBezTo>
                    <a:cubicBezTo>
                      <a:pt x="1747" y="6162"/>
                      <a:pt x="2554" y="6496"/>
                      <a:pt x="3395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05" name="Freeform: Shape 4704">
                <a:extLst>
                  <a:ext uri="{FF2B5EF4-FFF2-40B4-BE49-F238E27FC236}">
                    <a16:creationId xmlns:a16="http://schemas.microsoft.com/office/drawing/2014/main" id="{301A13C5-9B65-3EC4-F7D0-8A032A74B1FA}"/>
                  </a:ext>
                </a:extLst>
              </p:cNvPr>
              <p:cNvSpPr/>
              <p:nvPr/>
            </p:nvSpPr>
            <p:spPr>
              <a:xfrm>
                <a:off x="3693480" y="5389417"/>
                <a:ext cx="6343" cy="6345"/>
              </a:xfrm>
              <a:custGeom>
                <a:avLst/>
                <a:gdLst>
                  <a:gd name="connsiteX0" fmla="*/ 3396 w 6343"/>
                  <a:gd name="connsiteY0" fmla="*/ 6496 h 6345"/>
                  <a:gd name="connsiteX1" fmla="*/ 5638 w 6343"/>
                  <a:gd name="connsiteY1" fmla="*/ 5567 h 6345"/>
                  <a:gd name="connsiteX2" fmla="*/ 6567 w 6343"/>
                  <a:gd name="connsiteY2" fmla="*/ 3323 h 6345"/>
                  <a:gd name="connsiteX3" fmla="*/ 5638 w 6343"/>
                  <a:gd name="connsiteY3" fmla="*/ 1080 h 6345"/>
                  <a:gd name="connsiteX4" fmla="*/ 3396 w 6343"/>
                  <a:gd name="connsiteY4" fmla="*/ 150 h 6345"/>
                  <a:gd name="connsiteX5" fmla="*/ 1153 w 6343"/>
                  <a:gd name="connsiteY5" fmla="*/ 1080 h 6345"/>
                  <a:gd name="connsiteX6" fmla="*/ 224 w 6343"/>
                  <a:gd name="connsiteY6" fmla="*/ 3323 h 6345"/>
                  <a:gd name="connsiteX7" fmla="*/ 1153 w 6343"/>
                  <a:gd name="connsiteY7" fmla="*/ 5567 h 6345"/>
                  <a:gd name="connsiteX8" fmla="*/ 3396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6"/>
                    </a:moveTo>
                    <a:cubicBezTo>
                      <a:pt x="4237" y="6496"/>
                      <a:pt x="5043" y="6162"/>
                      <a:pt x="5638" y="5567"/>
                    </a:cubicBezTo>
                    <a:cubicBezTo>
                      <a:pt x="6233" y="4972"/>
                      <a:pt x="6567" y="4165"/>
                      <a:pt x="6567" y="3323"/>
                    </a:cubicBezTo>
                    <a:cubicBezTo>
                      <a:pt x="6567" y="2482"/>
                      <a:pt x="6233" y="1675"/>
                      <a:pt x="5638" y="1080"/>
                    </a:cubicBezTo>
                    <a:cubicBezTo>
                      <a:pt x="5043" y="485"/>
                      <a:pt x="4237" y="150"/>
                      <a:pt x="3396" y="150"/>
                    </a:cubicBezTo>
                    <a:cubicBezTo>
                      <a:pt x="2554" y="150"/>
                      <a:pt x="1748" y="485"/>
                      <a:pt x="1153" y="1080"/>
                    </a:cubicBezTo>
                    <a:cubicBezTo>
                      <a:pt x="558" y="1675"/>
                      <a:pt x="224" y="2482"/>
                      <a:pt x="224" y="3323"/>
                    </a:cubicBezTo>
                    <a:cubicBezTo>
                      <a:pt x="224" y="4165"/>
                      <a:pt x="558" y="4972"/>
                      <a:pt x="1153" y="5567"/>
                    </a:cubicBezTo>
                    <a:cubicBezTo>
                      <a:pt x="1748" y="6162"/>
                      <a:pt x="2554" y="6496"/>
                      <a:pt x="3396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06" name="Freeform: Shape 4705">
                <a:extLst>
                  <a:ext uri="{FF2B5EF4-FFF2-40B4-BE49-F238E27FC236}">
                    <a16:creationId xmlns:a16="http://schemas.microsoft.com/office/drawing/2014/main" id="{891A5380-49B7-712F-E8D9-BE0CEC2B0368}"/>
                  </a:ext>
                </a:extLst>
              </p:cNvPr>
              <p:cNvSpPr/>
              <p:nvPr/>
            </p:nvSpPr>
            <p:spPr>
              <a:xfrm>
                <a:off x="3696892" y="5390837"/>
                <a:ext cx="6343" cy="6345"/>
              </a:xfrm>
              <a:custGeom>
                <a:avLst/>
                <a:gdLst>
                  <a:gd name="connsiteX0" fmla="*/ 3396 w 6343"/>
                  <a:gd name="connsiteY0" fmla="*/ 6496 h 6345"/>
                  <a:gd name="connsiteX1" fmla="*/ 5638 w 6343"/>
                  <a:gd name="connsiteY1" fmla="*/ 5567 h 6345"/>
                  <a:gd name="connsiteX2" fmla="*/ 6567 w 6343"/>
                  <a:gd name="connsiteY2" fmla="*/ 3323 h 6345"/>
                  <a:gd name="connsiteX3" fmla="*/ 5638 w 6343"/>
                  <a:gd name="connsiteY3" fmla="*/ 1080 h 6345"/>
                  <a:gd name="connsiteX4" fmla="*/ 3396 w 6343"/>
                  <a:gd name="connsiteY4" fmla="*/ 151 h 6345"/>
                  <a:gd name="connsiteX5" fmla="*/ 1153 w 6343"/>
                  <a:gd name="connsiteY5" fmla="*/ 1080 h 6345"/>
                  <a:gd name="connsiteX6" fmla="*/ 224 w 6343"/>
                  <a:gd name="connsiteY6" fmla="*/ 3323 h 6345"/>
                  <a:gd name="connsiteX7" fmla="*/ 1153 w 6343"/>
                  <a:gd name="connsiteY7" fmla="*/ 5567 h 6345"/>
                  <a:gd name="connsiteX8" fmla="*/ 3396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6"/>
                    </a:moveTo>
                    <a:cubicBezTo>
                      <a:pt x="4237" y="6496"/>
                      <a:pt x="5044" y="6162"/>
                      <a:pt x="5638" y="5567"/>
                    </a:cubicBezTo>
                    <a:cubicBezTo>
                      <a:pt x="6233" y="4972"/>
                      <a:pt x="6567" y="4165"/>
                      <a:pt x="6567" y="3323"/>
                    </a:cubicBezTo>
                    <a:cubicBezTo>
                      <a:pt x="6567" y="2482"/>
                      <a:pt x="6233" y="1675"/>
                      <a:pt x="5638" y="1080"/>
                    </a:cubicBezTo>
                    <a:cubicBezTo>
                      <a:pt x="5044" y="485"/>
                      <a:pt x="4237" y="151"/>
                      <a:pt x="3396" y="151"/>
                    </a:cubicBezTo>
                    <a:cubicBezTo>
                      <a:pt x="2555" y="151"/>
                      <a:pt x="1748" y="485"/>
                      <a:pt x="1153" y="1080"/>
                    </a:cubicBezTo>
                    <a:cubicBezTo>
                      <a:pt x="558" y="1675"/>
                      <a:pt x="224" y="2482"/>
                      <a:pt x="224" y="3323"/>
                    </a:cubicBezTo>
                    <a:cubicBezTo>
                      <a:pt x="224" y="4165"/>
                      <a:pt x="558" y="4972"/>
                      <a:pt x="1153" y="5567"/>
                    </a:cubicBezTo>
                    <a:cubicBezTo>
                      <a:pt x="1748" y="6162"/>
                      <a:pt x="2555" y="6496"/>
                      <a:pt x="3396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07" name="Freeform: Shape 4706">
                <a:extLst>
                  <a:ext uri="{FF2B5EF4-FFF2-40B4-BE49-F238E27FC236}">
                    <a16:creationId xmlns:a16="http://schemas.microsoft.com/office/drawing/2014/main" id="{A164162E-EE4E-A475-B69E-C39F763BD580}"/>
                  </a:ext>
                </a:extLst>
              </p:cNvPr>
              <p:cNvSpPr/>
              <p:nvPr/>
            </p:nvSpPr>
            <p:spPr>
              <a:xfrm>
                <a:off x="3695434" y="5382654"/>
                <a:ext cx="6343" cy="6345"/>
              </a:xfrm>
              <a:custGeom>
                <a:avLst/>
                <a:gdLst>
                  <a:gd name="connsiteX0" fmla="*/ 3396 w 6343"/>
                  <a:gd name="connsiteY0" fmla="*/ 6495 h 6345"/>
                  <a:gd name="connsiteX1" fmla="*/ 5638 w 6343"/>
                  <a:gd name="connsiteY1" fmla="*/ 5566 h 6345"/>
                  <a:gd name="connsiteX2" fmla="*/ 6567 w 6343"/>
                  <a:gd name="connsiteY2" fmla="*/ 3323 h 6345"/>
                  <a:gd name="connsiteX3" fmla="*/ 5638 w 6343"/>
                  <a:gd name="connsiteY3" fmla="*/ 1079 h 6345"/>
                  <a:gd name="connsiteX4" fmla="*/ 3396 w 6343"/>
                  <a:gd name="connsiteY4" fmla="*/ 150 h 6345"/>
                  <a:gd name="connsiteX5" fmla="*/ 1153 w 6343"/>
                  <a:gd name="connsiteY5" fmla="*/ 1079 h 6345"/>
                  <a:gd name="connsiteX6" fmla="*/ 224 w 6343"/>
                  <a:gd name="connsiteY6" fmla="*/ 3323 h 6345"/>
                  <a:gd name="connsiteX7" fmla="*/ 1153 w 6343"/>
                  <a:gd name="connsiteY7" fmla="*/ 5566 h 6345"/>
                  <a:gd name="connsiteX8" fmla="*/ 3396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5"/>
                    </a:moveTo>
                    <a:cubicBezTo>
                      <a:pt x="4237" y="6495"/>
                      <a:pt x="5044" y="6161"/>
                      <a:pt x="5638" y="5566"/>
                    </a:cubicBezTo>
                    <a:cubicBezTo>
                      <a:pt x="6233" y="4971"/>
                      <a:pt x="6567" y="4164"/>
                      <a:pt x="6567" y="3323"/>
                    </a:cubicBezTo>
                    <a:cubicBezTo>
                      <a:pt x="6567" y="2481"/>
                      <a:pt x="6233" y="1674"/>
                      <a:pt x="5638" y="1079"/>
                    </a:cubicBezTo>
                    <a:cubicBezTo>
                      <a:pt x="5044" y="484"/>
                      <a:pt x="4237" y="150"/>
                      <a:pt x="3396" y="150"/>
                    </a:cubicBezTo>
                    <a:cubicBezTo>
                      <a:pt x="2555" y="150"/>
                      <a:pt x="1748" y="484"/>
                      <a:pt x="1153" y="1079"/>
                    </a:cubicBezTo>
                    <a:cubicBezTo>
                      <a:pt x="558" y="1674"/>
                      <a:pt x="224" y="2481"/>
                      <a:pt x="224" y="3323"/>
                    </a:cubicBezTo>
                    <a:cubicBezTo>
                      <a:pt x="224" y="4164"/>
                      <a:pt x="558" y="4971"/>
                      <a:pt x="1153" y="5566"/>
                    </a:cubicBezTo>
                    <a:cubicBezTo>
                      <a:pt x="1748" y="6161"/>
                      <a:pt x="2555" y="6495"/>
                      <a:pt x="3396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08" name="Freeform: Shape 4707">
                <a:extLst>
                  <a:ext uri="{FF2B5EF4-FFF2-40B4-BE49-F238E27FC236}">
                    <a16:creationId xmlns:a16="http://schemas.microsoft.com/office/drawing/2014/main" id="{B40C730E-8B74-5EDC-E9E3-3838514E0560}"/>
                  </a:ext>
                </a:extLst>
              </p:cNvPr>
              <p:cNvSpPr/>
              <p:nvPr/>
            </p:nvSpPr>
            <p:spPr>
              <a:xfrm>
                <a:off x="3697706" y="5381781"/>
                <a:ext cx="6343" cy="6345"/>
              </a:xfrm>
              <a:custGeom>
                <a:avLst/>
                <a:gdLst>
                  <a:gd name="connsiteX0" fmla="*/ 3396 w 6343"/>
                  <a:gd name="connsiteY0" fmla="*/ 6495 h 6345"/>
                  <a:gd name="connsiteX1" fmla="*/ 5638 w 6343"/>
                  <a:gd name="connsiteY1" fmla="*/ 5566 h 6345"/>
                  <a:gd name="connsiteX2" fmla="*/ 6567 w 6343"/>
                  <a:gd name="connsiteY2" fmla="*/ 3323 h 6345"/>
                  <a:gd name="connsiteX3" fmla="*/ 5638 w 6343"/>
                  <a:gd name="connsiteY3" fmla="*/ 1079 h 6345"/>
                  <a:gd name="connsiteX4" fmla="*/ 3396 w 6343"/>
                  <a:gd name="connsiteY4" fmla="*/ 150 h 6345"/>
                  <a:gd name="connsiteX5" fmla="*/ 1153 w 6343"/>
                  <a:gd name="connsiteY5" fmla="*/ 1079 h 6345"/>
                  <a:gd name="connsiteX6" fmla="*/ 224 w 6343"/>
                  <a:gd name="connsiteY6" fmla="*/ 3323 h 6345"/>
                  <a:gd name="connsiteX7" fmla="*/ 1153 w 6343"/>
                  <a:gd name="connsiteY7" fmla="*/ 5566 h 6345"/>
                  <a:gd name="connsiteX8" fmla="*/ 3396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5"/>
                    </a:moveTo>
                    <a:cubicBezTo>
                      <a:pt x="4237" y="6495"/>
                      <a:pt x="5044" y="6161"/>
                      <a:pt x="5638" y="5566"/>
                    </a:cubicBezTo>
                    <a:cubicBezTo>
                      <a:pt x="6233" y="4971"/>
                      <a:pt x="6567" y="4164"/>
                      <a:pt x="6567" y="3323"/>
                    </a:cubicBezTo>
                    <a:cubicBezTo>
                      <a:pt x="6567" y="2481"/>
                      <a:pt x="6233" y="1674"/>
                      <a:pt x="5638" y="1079"/>
                    </a:cubicBezTo>
                    <a:cubicBezTo>
                      <a:pt x="5044" y="484"/>
                      <a:pt x="4237" y="150"/>
                      <a:pt x="3396" y="150"/>
                    </a:cubicBezTo>
                    <a:cubicBezTo>
                      <a:pt x="2555" y="150"/>
                      <a:pt x="1748" y="484"/>
                      <a:pt x="1153" y="1079"/>
                    </a:cubicBezTo>
                    <a:cubicBezTo>
                      <a:pt x="558" y="1674"/>
                      <a:pt x="224" y="2481"/>
                      <a:pt x="224" y="3323"/>
                    </a:cubicBezTo>
                    <a:cubicBezTo>
                      <a:pt x="224" y="4164"/>
                      <a:pt x="558" y="4971"/>
                      <a:pt x="1153" y="5566"/>
                    </a:cubicBezTo>
                    <a:cubicBezTo>
                      <a:pt x="1748" y="6161"/>
                      <a:pt x="2555" y="6495"/>
                      <a:pt x="3396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09" name="Freeform: Shape 4708">
                <a:extLst>
                  <a:ext uri="{FF2B5EF4-FFF2-40B4-BE49-F238E27FC236}">
                    <a16:creationId xmlns:a16="http://schemas.microsoft.com/office/drawing/2014/main" id="{0B42E04C-D397-A815-3696-D7DDA0994E60}"/>
                  </a:ext>
                </a:extLst>
              </p:cNvPr>
              <p:cNvSpPr/>
              <p:nvPr/>
            </p:nvSpPr>
            <p:spPr>
              <a:xfrm>
                <a:off x="3700107" y="5381177"/>
                <a:ext cx="6343" cy="6345"/>
              </a:xfrm>
              <a:custGeom>
                <a:avLst/>
                <a:gdLst>
                  <a:gd name="connsiteX0" fmla="*/ 3396 w 6343"/>
                  <a:gd name="connsiteY0" fmla="*/ 6495 h 6345"/>
                  <a:gd name="connsiteX1" fmla="*/ 5639 w 6343"/>
                  <a:gd name="connsiteY1" fmla="*/ 5566 h 6345"/>
                  <a:gd name="connsiteX2" fmla="*/ 6568 w 6343"/>
                  <a:gd name="connsiteY2" fmla="*/ 3323 h 6345"/>
                  <a:gd name="connsiteX3" fmla="*/ 5639 w 6343"/>
                  <a:gd name="connsiteY3" fmla="*/ 1079 h 6345"/>
                  <a:gd name="connsiteX4" fmla="*/ 3396 w 6343"/>
                  <a:gd name="connsiteY4" fmla="*/ 150 h 6345"/>
                  <a:gd name="connsiteX5" fmla="*/ 1153 w 6343"/>
                  <a:gd name="connsiteY5" fmla="*/ 1079 h 6345"/>
                  <a:gd name="connsiteX6" fmla="*/ 224 w 6343"/>
                  <a:gd name="connsiteY6" fmla="*/ 3323 h 6345"/>
                  <a:gd name="connsiteX7" fmla="*/ 1153 w 6343"/>
                  <a:gd name="connsiteY7" fmla="*/ 5566 h 6345"/>
                  <a:gd name="connsiteX8" fmla="*/ 3396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5"/>
                    </a:moveTo>
                    <a:cubicBezTo>
                      <a:pt x="4237" y="6495"/>
                      <a:pt x="5044" y="6161"/>
                      <a:pt x="5639" y="5566"/>
                    </a:cubicBezTo>
                    <a:cubicBezTo>
                      <a:pt x="6233" y="4971"/>
                      <a:pt x="6568" y="4164"/>
                      <a:pt x="6568" y="3323"/>
                    </a:cubicBezTo>
                    <a:cubicBezTo>
                      <a:pt x="6568" y="2481"/>
                      <a:pt x="6233" y="1674"/>
                      <a:pt x="5639" y="1079"/>
                    </a:cubicBezTo>
                    <a:cubicBezTo>
                      <a:pt x="5044" y="484"/>
                      <a:pt x="4237" y="150"/>
                      <a:pt x="3396" y="150"/>
                    </a:cubicBezTo>
                    <a:cubicBezTo>
                      <a:pt x="2555" y="150"/>
                      <a:pt x="1748" y="484"/>
                      <a:pt x="1153" y="1079"/>
                    </a:cubicBezTo>
                    <a:cubicBezTo>
                      <a:pt x="559" y="1674"/>
                      <a:pt x="224" y="2481"/>
                      <a:pt x="224" y="3323"/>
                    </a:cubicBezTo>
                    <a:cubicBezTo>
                      <a:pt x="224" y="4164"/>
                      <a:pt x="559" y="4971"/>
                      <a:pt x="1153" y="5566"/>
                    </a:cubicBezTo>
                    <a:cubicBezTo>
                      <a:pt x="1748" y="6161"/>
                      <a:pt x="2555" y="6495"/>
                      <a:pt x="3396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10" name="Freeform: Shape 4709">
                <a:extLst>
                  <a:ext uri="{FF2B5EF4-FFF2-40B4-BE49-F238E27FC236}">
                    <a16:creationId xmlns:a16="http://schemas.microsoft.com/office/drawing/2014/main" id="{CE072F51-60E3-6670-AC9B-19C991496E07}"/>
                  </a:ext>
                </a:extLst>
              </p:cNvPr>
              <p:cNvSpPr/>
              <p:nvPr/>
            </p:nvSpPr>
            <p:spPr>
              <a:xfrm>
                <a:off x="3699858" y="5375072"/>
                <a:ext cx="6343" cy="6345"/>
              </a:xfrm>
              <a:custGeom>
                <a:avLst/>
                <a:gdLst>
                  <a:gd name="connsiteX0" fmla="*/ 3396 w 6343"/>
                  <a:gd name="connsiteY0" fmla="*/ 6495 h 6345"/>
                  <a:gd name="connsiteX1" fmla="*/ 5639 w 6343"/>
                  <a:gd name="connsiteY1" fmla="*/ 5566 h 6345"/>
                  <a:gd name="connsiteX2" fmla="*/ 6568 w 6343"/>
                  <a:gd name="connsiteY2" fmla="*/ 3322 h 6345"/>
                  <a:gd name="connsiteX3" fmla="*/ 5639 w 6343"/>
                  <a:gd name="connsiteY3" fmla="*/ 1079 h 6345"/>
                  <a:gd name="connsiteX4" fmla="*/ 3396 w 6343"/>
                  <a:gd name="connsiteY4" fmla="*/ 149 h 6345"/>
                  <a:gd name="connsiteX5" fmla="*/ 1153 w 6343"/>
                  <a:gd name="connsiteY5" fmla="*/ 1079 h 6345"/>
                  <a:gd name="connsiteX6" fmla="*/ 224 w 6343"/>
                  <a:gd name="connsiteY6" fmla="*/ 3322 h 6345"/>
                  <a:gd name="connsiteX7" fmla="*/ 1153 w 6343"/>
                  <a:gd name="connsiteY7" fmla="*/ 5566 h 6345"/>
                  <a:gd name="connsiteX8" fmla="*/ 3396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5"/>
                    </a:moveTo>
                    <a:cubicBezTo>
                      <a:pt x="4237" y="6495"/>
                      <a:pt x="5044" y="6160"/>
                      <a:pt x="5639" y="5566"/>
                    </a:cubicBezTo>
                    <a:cubicBezTo>
                      <a:pt x="6233" y="4971"/>
                      <a:pt x="6568" y="4163"/>
                      <a:pt x="6568" y="3322"/>
                    </a:cubicBezTo>
                    <a:cubicBezTo>
                      <a:pt x="6568" y="2481"/>
                      <a:pt x="6233" y="1674"/>
                      <a:pt x="5639" y="1079"/>
                    </a:cubicBezTo>
                    <a:cubicBezTo>
                      <a:pt x="5044" y="484"/>
                      <a:pt x="4237" y="149"/>
                      <a:pt x="3396" y="149"/>
                    </a:cubicBezTo>
                    <a:cubicBezTo>
                      <a:pt x="2555" y="149"/>
                      <a:pt x="1748" y="484"/>
                      <a:pt x="1153" y="1079"/>
                    </a:cubicBezTo>
                    <a:cubicBezTo>
                      <a:pt x="559" y="1674"/>
                      <a:pt x="224" y="2481"/>
                      <a:pt x="224" y="3322"/>
                    </a:cubicBezTo>
                    <a:cubicBezTo>
                      <a:pt x="224" y="4163"/>
                      <a:pt x="559" y="4971"/>
                      <a:pt x="1153" y="5566"/>
                    </a:cubicBezTo>
                    <a:cubicBezTo>
                      <a:pt x="1748" y="6160"/>
                      <a:pt x="2555" y="6495"/>
                      <a:pt x="3396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11" name="Freeform: Shape 4710">
                <a:extLst>
                  <a:ext uri="{FF2B5EF4-FFF2-40B4-BE49-F238E27FC236}">
                    <a16:creationId xmlns:a16="http://schemas.microsoft.com/office/drawing/2014/main" id="{7F7825A4-CA48-8F0D-2AD7-A445FBED8596}"/>
                  </a:ext>
                </a:extLst>
              </p:cNvPr>
              <p:cNvSpPr/>
              <p:nvPr/>
            </p:nvSpPr>
            <p:spPr>
              <a:xfrm>
                <a:off x="3700845" y="5371419"/>
                <a:ext cx="6343" cy="6345"/>
              </a:xfrm>
              <a:custGeom>
                <a:avLst/>
                <a:gdLst>
                  <a:gd name="connsiteX0" fmla="*/ 3396 w 6343"/>
                  <a:gd name="connsiteY0" fmla="*/ 6494 h 6345"/>
                  <a:gd name="connsiteX1" fmla="*/ 5639 w 6343"/>
                  <a:gd name="connsiteY1" fmla="*/ 5565 h 6345"/>
                  <a:gd name="connsiteX2" fmla="*/ 6568 w 6343"/>
                  <a:gd name="connsiteY2" fmla="*/ 3322 h 6345"/>
                  <a:gd name="connsiteX3" fmla="*/ 5639 w 6343"/>
                  <a:gd name="connsiteY3" fmla="*/ 1078 h 6345"/>
                  <a:gd name="connsiteX4" fmla="*/ 3396 w 6343"/>
                  <a:gd name="connsiteY4" fmla="*/ 149 h 6345"/>
                  <a:gd name="connsiteX5" fmla="*/ 1153 w 6343"/>
                  <a:gd name="connsiteY5" fmla="*/ 1078 h 6345"/>
                  <a:gd name="connsiteX6" fmla="*/ 225 w 6343"/>
                  <a:gd name="connsiteY6" fmla="*/ 3322 h 6345"/>
                  <a:gd name="connsiteX7" fmla="*/ 1153 w 6343"/>
                  <a:gd name="connsiteY7" fmla="*/ 5565 h 6345"/>
                  <a:gd name="connsiteX8" fmla="*/ 3396 w 6343"/>
                  <a:gd name="connsiteY8" fmla="*/ 64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4"/>
                    </a:moveTo>
                    <a:cubicBezTo>
                      <a:pt x="4237" y="6494"/>
                      <a:pt x="5044" y="6160"/>
                      <a:pt x="5639" y="5565"/>
                    </a:cubicBezTo>
                    <a:cubicBezTo>
                      <a:pt x="6233" y="4970"/>
                      <a:pt x="6568" y="4163"/>
                      <a:pt x="6568" y="3322"/>
                    </a:cubicBezTo>
                    <a:cubicBezTo>
                      <a:pt x="6568" y="2480"/>
                      <a:pt x="6233" y="1673"/>
                      <a:pt x="5639" y="1078"/>
                    </a:cubicBezTo>
                    <a:cubicBezTo>
                      <a:pt x="5044" y="483"/>
                      <a:pt x="4237" y="149"/>
                      <a:pt x="3396" y="149"/>
                    </a:cubicBezTo>
                    <a:cubicBezTo>
                      <a:pt x="2555" y="149"/>
                      <a:pt x="1748" y="483"/>
                      <a:pt x="1153" y="1078"/>
                    </a:cubicBezTo>
                    <a:cubicBezTo>
                      <a:pt x="559" y="1673"/>
                      <a:pt x="225" y="2480"/>
                      <a:pt x="225" y="3322"/>
                    </a:cubicBezTo>
                    <a:cubicBezTo>
                      <a:pt x="225" y="4163"/>
                      <a:pt x="559" y="4970"/>
                      <a:pt x="1153" y="5565"/>
                    </a:cubicBezTo>
                    <a:cubicBezTo>
                      <a:pt x="1748" y="6160"/>
                      <a:pt x="2555" y="6494"/>
                      <a:pt x="3396" y="64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12" name="Freeform: Shape 4711">
                <a:extLst>
                  <a:ext uri="{FF2B5EF4-FFF2-40B4-BE49-F238E27FC236}">
                    <a16:creationId xmlns:a16="http://schemas.microsoft.com/office/drawing/2014/main" id="{A2F5FD3C-DC1D-D269-C6C1-7EEEAAF59B32}"/>
                  </a:ext>
                </a:extLst>
              </p:cNvPr>
              <p:cNvSpPr/>
              <p:nvPr/>
            </p:nvSpPr>
            <p:spPr>
              <a:xfrm>
                <a:off x="3700083" y="5363922"/>
                <a:ext cx="6343" cy="6345"/>
              </a:xfrm>
              <a:custGeom>
                <a:avLst/>
                <a:gdLst>
                  <a:gd name="connsiteX0" fmla="*/ 3396 w 6343"/>
                  <a:gd name="connsiteY0" fmla="*/ 6494 h 6345"/>
                  <a:gd name="connsiteX1" fmla="*/ 5639 w 6343"/>
                  <a:gd name="connsiteY1" fmla="*/ 5565 h 6345"/>
                  <a:gd name="connsiteX2" fmla="*/ 6568 w 6343"/>
                  <a:gd name="connsiteY2" fmla="*/ 3321 h 6345"/>
                  <a:gd name="connsiteX3" fmla="*/ 5639 w 6343"/>
                  <a:gd name="connsiteY3" fmla="*/ 1078 h 6345"/>
                  <a:gd name="connsiteX4" fmla="*/ 3396 w 6343"/>
                  <a:gd name="connsiteY4" fmla="*/ 148 h 6345"/>
                  <a:gd name="connsiteX5" fmla="*/ 1153 w 6343"/>
                  <a:gd name="connsiteY5" fmla="*/ 1078 h 6345"/>
                  <a:gd name="connsiteX6" fmla="*/ 224 w 6343"/>
                  <a:gd name="connsiteY6" fmla="*/ 3321 h 6345"/>
                  <a:gd name="connsiteX7" fmla="*/ 1153 w 6343"/>
                  <a:gd name="connsiteY7" fmla="*/ 5565 h 6345"/>
                  <a:gd name="connsiteX8" fmla="*/ 3396 w 6343"/>
                  <a:gd name="connsiteY8" fmla="*/ 64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4"/>
                    </a:moveTo>
                    <a:cubicBezTo>
                      <a:pt x="4237" y="6494"/>
                      <a:pt x="5044" y="6160"/>
                      <a:pt x="5639" y="5565"/>
                    </a:cubicBezTo>
                    <a:cubicBezTo>
                      <a:pt x="6233" y="4970"/>
                      <a:pt x="6568" y="4163"/>
                      <a:pt x="6568" y="3321"/>
                    </a:cubicBezTo>
                    <a:cubicBezTo>
                      <a:pt x="6568" y="2480"/>
                      <a:pt x="6233" y="1673"/>
                      <a:pt x="5639" y="1078"/>
                    </a:cubicBezTo>
                    <a:cubicBezTo>
                      <a:pt x="5044" y="483"/>
                      <a:pt x="4237" y="148"/>
                      <a:pt x="3396" y="148"/>
                    </a:cubicBezTo>
                    <a:cubicBezTo>
                      <a:pt x="2555" y="148"/>
                      <a:pt x="1748" y="483"/>
                      <a:pt x="1153" y="1078"/>
                    </a:cubicBezTo>
                    <a:cubicBezTo>
                      <a:pt x="559" y="1673"/>
                      <a:pt x="224" y="2480"/>
                      <a:pt x="224" y="3321"/>
                    </a:cubicBezTo>
                    <a:cubicBezTo>
                      <a:pt x="224" y="4163"/>
                      <a:pt x="559" y="4970"/>
                      <a:pt x="1153" y="5565"/>
                    </a:cubicBezTo>
                    <a:cubicBezTo>
                      <a:pt x="1748" y="6160"/>
                      <a:pt x="2555" y="6494"/>
                      <a:pt x="3396" y="64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13" name="Freeform: Shape 4712">
                <a:extLst>
                  <a:ext uri="{FF2B5EF4-FFF2-40B4-BE49-F238E27FC236}">
                    <a16:creationId xmlns:a16="http://schemas.microsoft.com/office/drawing/2014/main" id="{E0CCE3D4-ECEA-9595-8B96-06C3A6FC9A09}"/>
                  </a:ext>
                </a:extLst>
              </p:cNvPr>
              <p:cNvSpPr/>
              <p:nvPr/>
            </p:nvSpPr>
            <p:spPr>
              <a:xfrm>
                <a:off x="3697741" y="5352764"/>
                <a:ext cx="6343" cy="6345"/>
              </a:xfrm>
              <a:custGeom>
                <a:avLst/>
                <a:gdLst>
                  <a:gd name="connsiteX0" fmla="*/ 3396 w 6343"/>
                  <a:gd name="connsiteY0" fmla="*/ 6493 h 6345"/>
                  <a:gd name="connsiteX1" fmla="*/ 5638 w 6343"/>
                  <a:gd name="connsiteY1" fmla="*/ 5564 h 6345"/>
                  <a:gd name="connsiteX2" fmla="*/ 6567 w 6343"/>
                  <a:gd name="connsiteY2" fmla="*/ 3320 h 6345"/>
                  <a:gd name="connsiteX3" fmla="*/ 5638 w 6343"/>
                  <a:gd name="connsiteY3" fmla="*/ 1077 h 6345"/>
                  <a:gd name="connsiteX4" fmla="*/ 3396 w 6343"/>
                  <a:gd name="connsiteY4" fmla="*/ 148 h 6345"/>
                  <a:gd name="connsiteX5" fmla="*/ 1153 w 6343"/>
                  <a:gd name="connsiteY5" fmla="*/ 1077 h 6345"/>
                  <a:gd name="connsiteX6" fmla="*/ 224 w 6343"/>
                  <a:gd name="connsiteY6" fmla="*/ 3320 h 6345"/>
                  <a:gd name="connsiteX7" fmla="*/ 1153 w 6343"/>
                  <a:gd name="connsiteY7" fmla="*/ 5564 h 6345"/>
                  <a:gd name="connsiteX8" fmla="*/ 3396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3"/>
                    </a:moveTo>
                    <a:cubicBezTo>
                      <a:pt x="4237" y="6493"/>
                      <a:pt x="5044" y="6159"/>
                      <a:pt x="5638" y="5564"/>
                    </a:cubicBezTo>
                    <a:cubicBezTo>
                      <a:pt x="6233" y="4969"/>
                      <a:pt x="6567" y="4162"/>
                      <a:pt x="6567" y="3320"/>
                    </a:cubicBezTo>
                    <a:cubicBezTo>
                      <a:pt x="6567" y="2479"/>
                      <a:pt x="6233" y="1672"/>
                      <a:pt x="5638" y="1077"/>
                    </a:cubicBezTo>
                    <a:cubicBezTo>
                      <a:pt x="5044" y="482"/>
                      <a:pt x="4237" y="148"/>
                      <a:pt x="3396" y="148"/>
                    </a:cubicBezTo>
                    <a:cubicBezTo>
                      <a:pt x="2555" y="148"/>
                      <a:pt x="1748" y="482"/>
                      <a:pt x="1153" y="1077"/>
                    </a:cubicBezTo>
                    <a:cubicBezTo>
                      <a:pt x="558" y="1672"/>
                      <a:pt x="224" y="2479"/>
                      <a:pt x="224" y="3320"/>
                    </a:cubicBezTo>
                    <a:cubicBezTo>
                      <a:pt x="224" y="4162"/>
                      <a:pt x="558" y="4969"/>
                      <a:pt x="1153" y="5564"/>
                    </a:cubicBezTo>
                    <a:cubicBezTo>
                      <a:pt x="1748" y="6159"/>
                      <a:pt x="2555" y="6493"/>
                      <a:pt x="3396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14" name="Freeform: Shape 4713">
                <a:extLst>
                  <a:ext uri="{FF2B5EF4-FFF2-40B4-BE49-F238E27FC236}">
                    <a16:creationId xmlns:a16="http://schemas.microsoft.com/office/drawing/2014/main" id="{C148F708-1F16-2919-BD92-AA11DE30740B}"/>
                  </a:ext>
                </a:extLst>
              </p:cNvPr>
              <p:cNvSpPr/>
              <p:nvPr/>
            </p:nvSpPr>
            <p:spPr>
              <a:xfrm>
                <a:off x="3695219" y="5340877"/>
                <a:ext cx="6343" cy="6345"/>
              </a:xfrm>
              <a:custGeom>
                <a:avLst/>
                <a:gdLst>
                  <a:gd name="connsiteX0" fmla="*/ 3396 w 6343"/>
                  <a:gd name="connsiteY0" fmla="*/ 6492 h 6345"/>
                  <a:gd name="connsiteX1" fmla="*/ 5638 w 6343"/>
                  <a:gd name="connsiteY1" fmla="*/ 5563 h 6345"/>
                  <a:gd name="connsiteX2" fmla="*/ 6567 w 6343"/>
                  <a:gd name="connsiteY2" fmla="*/ 3319 h 6345"/>
                  <a:gd name="connsiteX3" fmla="*/ 5638 w 6343"/>
                  <a:gd name="connsiteY3" fmla="*/ 1076 h 6345"/>
                  <a:gd name="connsiteX4" fmla="*/ 3396 w 6343"/>
                  <a:gd name="connsiteY4" fmla="*/ 147 h 6345"/>
                  <a:gd name="connsiteX5" fmla="*/ 1153 w 6343"/>
                  <a:gd name="connsiteY5" fmla="*/ 1076 h 6345"/>
                  <a:gd name="connsiteX6" fmla="*/ 224 w 6343"/>
                  <a:gd name="connsiteY6" fmla="*/ 3319 h 6345"/>
                  <a:gd name="connsiteX7" fmla="*/ 1153 w 6343"/>
                  <a:gd name="connsiteY7" fmla="*/ 5563 h 6345"/>
                  <a:gd name="connsiteX8" fmla="*/ 3396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2"/>
                    </a:moveTo>
                    <a:cubicBezTo>
                      <a:pt x="4237" y="6492"/>
                      <a:pt x="5044" y="6158"/>
                      <a:pt x="5638" y="5563"/>
                    </a:cubicBezTo>
                    <a:cubicBezTo>
                      <a:pt x="6233" y="4968"/>
                      <a:pt x="6567" y="4161"/>
                      <a:pt x="6567" y="3319"/>
                    </a:cubicBezTo>
                    <a:cubicBezTo>
                      <a:pt x="6567" y="2478"/>
                      <a:pt x="6233" y="1671"/>
                      <a:pt x="5638" y="1076"/>
                    </a:cubicBezTo>
                    <a:cubicBezTo>
                      <a:pt x="5044" y="481"/>
                      <a:pt x="4237" y="147"/>
                      <a:pt x="3396" y="147"/>
                    </a:cubicBezTo>
                    <a:cubicBezTo>
                      <a:pt x="2555" y="147"/>
                      <a:pt x="1748" y="481"/>
                      <a:pt x="1153" y="1076"/>
                    </a:cubicBezTo>
                    <a:cubicBezTo>
                      <a:pt x="558" y="1671"/>
                      <a:pt x="224" y="2478"/>
                      <a:pt x="224" y="3319"/>
                    </a:cubicBezTo>
                    <a:cubicBezTo>
                      <a:pt x="224" y="4161"/>
                      <a:pt x="558" y="4968"/>
                      <a:pt x="1153" y="5563"/>
                    </a:cubicBezTo>
                    <a:cubicBezTo>
                      <a:pt x="1748" y="6158"/>
                      <a:pt x="2555" y="6492"/>
                      <a:pt x="3396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15" name="Freeform: Shape 4714">
                <a:extLst>
                  <a:ext uri="{FF2B5EF4-FFF2-40B4-BE49-F238E27FC236}">
                    <a16:creationId xmlns:a16="http://schemas.microsoft.com/office/drawing/2014/main" id="{05EAAC25-1F99-6EF8-C1FF-0B07B0A6AD48}"/>
                  </a:ext>
                </a:extLst>
              </p:cNvPr>
              <p:cNvSpPr/>
              <p:nvPr/>
            </p:nvSpPr>
            <p:spPr>
              <a:xfrm>
                <a:off x="4145676" y="5703609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1 h 6345"/>
                  <a:gd name="connsiteX2" fmla="*/ 6603 w 6343"/>
                  <a:gd name="connsiteY2" fmla="*/ 3348 h 6345"/>
                  <a:gd name="connsiteX3" fmla="*/ 5674 w 6343"/>
                  <a:gd name="connsiteY3" fmla="*/ 1105 h 6345"/>
                  <a:gd name="connsiteX4" fmla="*/ 3431 w 6343"/>
                  <a:gd name="connsiteY4" fmla="*/ 175 h 6345"/>
                  <a:gd name="connsiteX5" fmla="*/ 1189 w 6343"/>
                  <a:gd name="connsiteY5" fmla="*/ 1105 h 6345"/>
                  <a:gd name="connsiteX6" fmla="*/ 260 w 6343"/>
                  <a:gd name="connsiteY6" fmla="*/ 3348 h 6345"/>
                  <a:gd name="connsiteX7" fmla="*/ 1189 w 6343"/>
                  <a:gd name="connsiteY7" fmla="*/ 5591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6"/>
                      <a:pt x="5674" y="5591"/>
                    </a:cubicBezTo>
                    <a:cubicBezTo>
                      <a:pt x="6269" y="4996"/>
                      <a:pt x="6603" y="4189"/>
                      <a:pt x="6603" y="3348"/>
                    </a:cubicBezTo>
                    <a:cubicBezTo>
                      <a:pt x="6603" y="2507"/>
                      <a:pt x="6269" y="1699"/>
                      <a:pt x="5674" y="1105"/>
                    </a:cubicBezTo>
                    <a:cubicBezTo>
                      <a:pt x="5079" y="510"/>
                      <a:pt x="4272" y="175"/>
                      <a:pt x="3431" y="175"/>
                    </a:cubicBezTo>
                    <a:cubicBezTo>
                      <a:pt x="2590" y="175"/>
                      <a:pt x="1783" y="510"/>
                      <a:pt x="1189" y="1105"/>
                    </a:cubicBezTo>
                    <a:cubicBezTo>
                      <a:pt x="594" y="1699"/>
                      <a:pt x="260" y="2507"/>
                      <a:pt x="260" y="3348"/>
                    </a:cubicBezTo>
                    <a:cubicBezTo>
                      <a:pt x="260" y="4189"/>
                      <a:pt x="594" y="4996"/>
                      <a:pt x="1189" y="5591"/>
                    </a:cubicBezTo>
                    <a:cubicBezTo>
                      <a:pt x="1783" y="6186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16" name="Freeform: Shape 4715">
                <a:extLst>
                  <a:ext uri="{FF2B5EF4-FFF2-40B4-BE49-F238E27FC236}">
                    <a16:creationId xmlns:a16="http://schemas.microsoft.com/office/drawing/2014/main" id="{44246B2A-7518-994A-9330-C288A9FAF7BF}"/>
                  </a:ext>
                </a:extLst>
              </p:cNvPr>
              <p:cNvSpPr/>
              <p:nvPr/>
            </p:nvSpPr>
            <p:spPr>
              <a:xfrm>
                <a:off x="4145118" y="5705366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3 w 6343"/>
                  <a:gd name="connsiteY2" fmla="*/ 3348 h 6345"/>
                  <a:gd name="connsiteX3" fmla="*/ 5674 w 6343"/>
                  <a:gd name="connsiteY3" fmla="*/ 1105 h 6345"/>
                  <a:gd name="connsiteX4" fmla="*/ 3431 w 6343"/>
                  <a:gd name="connsiteY4" fmla="*/ 175 h 6345"/>
                  <a:gd name="connsiteX5" fmla="*/ 1188 w 6343"/>
                  <a:gd name="connsiteY5" fmla="*/ 1105 h 6345"/>
                  <a:gd name="connsiteX6" fmla="*/ 260 w 6343"/>
                  <a:gd name="connsiteY6" fmla="*/ 3348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9" y="4997"/>
                      <a:pt x="6603" y="4190"/>
                      <a:pt x="6603" y="3348"/>
                    </a:cubicBezTo>
                    <a:cubicBezTo>
                      <a:pt x="6603" y="2507"/>
                      <a:pt x="6269" y="1700"/>
                      <a:pt x="5674" y="1105"/>
                    </a:cubicBezTo>
                    <a:cubicBezTo>
                      <a:pt x="5079" y="510"/>
                      <a:pt x="4272" y="175"/>
                      <a:pt x="3431" y="175"/>
                    </a:cubicBezTo>
                    <a:cubicBezTo>
                      <a:pt x="2590" y="175"/>
                      <a:pt x="1783" y="510"/>
                      <a:pt x="1188" y="1105"/>
                    </a:cubicBezTo>
                    <a:cubicBezTo>
                      <a:pt x="594" y="1700"/>
                      <a:pt x="260" y="2507"/>
                      <a:pt x="260" y="3348"/>
                    </a:cubicBezTo>
                    <a:cubicBezTo>
                      <a:pt x="260" y="4190"/>
                      <a:pt x="594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17" name="Freeform: Shape 4716">
                <a:extLst>
                  <a:ext uri="{FF2B5EF4-FFF2-40B4-BE49-F238E27FC236}">
                    <a16:creationId xmlns:a16="http://schemas.microsoft.com/office/drawing/2014/main" id="{066F303B-731F-BB53-CD4A-66B6A9418345}"/>
                  </a:ext>
                </a:extLst>
              </p:cNvPr>
              <p:cNvSpPr/>
              <p:nvPr/>
            </p:nvSpPr>
            <p:spPr>
              <a:xfrm>
                <a:off x="4143894" y="5707183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3 w 6343"/>
                  <a:gd name="connsiteY2" fmla="*/ 3348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8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8" y="4997"/>
                      <a:pt x="6603" y="4190"/>
                      <a:pt x="6603" y="3348"/>
                    </a:cubicBezTo>
                    <a:cubicBezTo>
                      <a:pt x="6603" y="2507"/>
                      <a:pt x="6268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4" y="1700"/>
                      <a:pt x="259" y="2507"/>
                      <a:pt x="259" y="3348"/>
                    </a:cubicBezTo>
                    <a:cubicBezTo>
                      <a:pt x="259" y="4190"/>
                      <a:pt x="594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18" name="Freeform: Shape 4717">
                <a:extLst>
                  <a:ext uri="{FF2B5EF4-FFF2-40B4-BE49-F238E27FC236}">
                    <a16:creationId xmlns:a16="http://schemas.microsoft.com/office/drawing/2014/main" id="{B1ADEFF8-C84D-1213-423A-391D1EFBC9AA}"/>
                  </a:ext>
                </a:extLst>
              </p:cNvPr>
              <p:cNvSpPr/>
              <p:nvPr/>
            </p:nvSpPr>
            <p:spPr>
              <a:xfrm>
                <a:off x="4144063" y="5708846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3 w 6343"/>
                  <a:gd name="connsiteY2" fmla="*/ 3348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8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8" y="4997"/>
                      <a:pt x="6603" y="4190"/>
                      <a:pt x="6603" y="3348"/>
                    </a:cubicBezTo>
                    <a:cubicBezTo>
                      <a:pt x="6603" y="2507"/>
                      <a:pt x="6268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4" y="1700"/>
                      <a:pt x="259" y="2507"/>
                      <a:pt x="259" y="3348"/>
                    </a:cubicBezTo>
                    <a:cubicBezTo>
                      <a:pt x="259" y="4190"/>
                      <a:pt x="594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19" name="Freeform: Shape 4718">
                <a:extLst>
                  <a:ext uri="{FF2B5EF4-FFF2-40B4-BE49-F238E27FC236}">
                    <a16:creationId xmlns:a16="http://schemas.microsoft.com/office/drawing/2014/main" id="{F0E4566D-6E87-BA1E-8771-107A46058AA8}"/>
                  </a:ext>
                </a:extLst>
              </p:cNvPr>
              <p:cNvSpPr/>
              <p:nvPr/>
            </p:nvSpPr>
            <p:spPr>
              <a:xfrm>
                <a:off x="4143519" y="5710575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3 w 6343"/>
                  <a:gd name="connsiteY2" fmla="*/ 3349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8" y="4997"/>
                      <a:pt x="6603" y="4190"/>
                      <a:pt x="6603" y="3349"/>
                    </a:cubicBezTo>
                    <a:cubicBezTo>
                      <a:pt x="6603" y="2507"/>
                      <a:pt x="6268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4" y="1700"/>
                      <a:pt x="259" y="2507"/>
                      <a:pt x="259" y="3349"/>
                    </a:cubicBezTo>
                    <a:cubicBezTo>
                      <a:pt x="259" y="4190"/>
                      <a:pt x="594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20" name="Freeform: Shape 4719">
                <a:extLst>
                  <a:ext uri="{FF2B5EF4-FFF2-40B4-BE49-F238E27FC236}">
                    <a16:creationId xmlns:a16="http://schemas.microsoft.com/office/drawing/2014/main" id="{6A42303F-F584-3A6B-1D88-DB846E778EF1}"/>
                  </a:ext>
                </a:extLst>
              </p:cNvPr>
              <p:cNvSpPr/>
              <p:nvPr/>
            </p:nvSpPr>
            <p:spPr>
              <a:xfrm>
                <a:off x="4143386" y="5712259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3 w 6343"/>
                  <a:gd name="connsiteY2" fmla="*/ 3349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8" y="4997"/>
                      <a:pt x="6603" y="4190"/>
                      <a:pt x="6603" y="3349"/>
                    </a:cubicBezTo>
                    <a:cubicBezTo>
                      <a:pt x="6603" y="2507"/>
                      <a:pt x="6268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4" y="1700"/>
                      <a:pt x="259" y="2507"/>
                      <a:pt x="259" y="3349"/>
                    </a:cubicBezTo>
                    <a:cubicBezTo>
                      <a:pt x="259" y="4190"/>
                      <a:pt x="594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21" name="Freeform: Shape 4720">
                <a:extLst>
                  <a:ext uri="{FF2B5EF4-FFF2-40B4-BE49-F238E27FC236}">
                    <a16:creationId xmlns:a16="http://schemas.microsoft.com/office/drawing/2014/main" id="{601E7201-5AB1-6DE4-EF0C-786EC610C53F}"/>
                  </a:ext>
                </a:extLst>
              </p:cNvPr>
              <p:cNvSpPr/>
              <p:nvPr/>
            </p:nvSpPr>
            <p:spPr>
              <a:xfrm>
                <a:off x="4143055" y="5713956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3 w 6343"/>
                  <a:gd name="connsiteY2" fmla="*/ 3349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8" y="4997"/>
                      <a:pt x="6603" y="4190"/>
                      <a:pt x="6603" y="3349"/>
                    </a:cubicBezTo>
                    <a:cubicBezTo>
                      <a:pt x="6603" y="2507"/>
                      <a:pt x="6268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4" y="1700"/>
                      <a:pt x="259" y="2507"/>
                      <a:pt x="259" y="3349"/>
                    </a:cubicBezTo>
                    <a:cubicBezTo>
                      <a:pt x="259" y="4190"/>
                      <a:pt x="594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22" name="Freeform: Shape 4721">
                <a:extLst>
                  <a:ext uri="{FF2B5EF4-FFF2-40B4-BE49-F238E27FC236}">
                    <a16:creationId xmlns:a16="http://schemas.microsoft.com/office/drawing/2014/main" id="{2D477981-FE41-EDBE-807C-0810AA1B67F9}"/>
                  </a:ext>
                </a:extLst>
              </p:cNvPr>
              <p:cNvSpPr/>
              <p:nvPr/>
            </p:nvSpPr>
            <p:spPr>
              <a:xfrm>
                <a:off x="4191345" y="5712061"/>
                <a:ext cx="6343" cy="6345"/>
              </a:xfrm>
              <a:custGeom>
                <a:avLst/>
                <a:gdLst>
                  <a:gd name="connsiteX0" fmla="*/ 3435 w 6343"/>
                  <a:gd name="connsiteY0" fmla="*/ 6521 h 6345"/>
                  <a:gd name="connsiteX1" fmla="*/ 5677 w 6343"/>
                  <a:gd name="connsiteY1" fmla="*/ 5592 h 6345"/>
                  <a:gd name="connsiteX2" fmla="*/ 6606 w 6343"/>
                  <a:gd name="connsiteY2" fmla="*/ 3349 h 6345"/>
                  <a:gd name="connsiteX3" fmla="*/ 5677 w 6343"/>
                  <a:gd name="connsiteY3" fmla="*/ 1105 h 6345"/>
                  <a:gd name="connsiteX4" fmla="*/ 3435 w 6343"/>
                  <a:gd name="connsiteY4" fmla="*/ 176 h 6345"/>
                  <a:gd name="connsiteX5" fmla="*/ 1192 w 6343"/>
                  <a:gd name="connsiteY5" fmla="*/ 1105 h 6345"/>
                  <a:gd name="connsiteX6" fmla="*/ 263 w 6343"/>
                  <a:gd name="connsiteY6" fmla="*/ 3349 h 6345"/>
                  <a:gd name="connsiteX7" fmla="*/ 1192 w 6343"/>
                  <a:gd name="connsiteY7" fmla="*/ 5592 h 6345"/>
                  <a:gd name="connsiteX8" fmla="*/ 3435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21"/>
                    </a:moveTo>
                    <a:cubicBezTo>
                      <a:pt x="4276" y="6521"/>
                      <a:pt x="5083" y="6187"/>
                      <a:pt x="5677" y="5592"/>
                    </a:cubicBezTo>
                    <a:cubicBezTo>
                      <a:pt x="6272" y="4997"/>
                      <a:pt x="6606" y="4190"/>
                      <a:pt x="6606" y="3349"/>
                    </a:cubicBezTo>
                    <a:cubicBezTo>
                      <a:pt x="6606" y="2507"/>
                      <a:pt x="6272" y="1700"/>
                      <a:pt x="5677" y="1105"/>
                    </a:cubicBezTo>
                    <a:cubicBezTo>
                      <a:pt x="5083" y="510"/>
                      <a:pt x="4276" y="176"/>
                      <a:pt x="3435" y="176"/>
                    </a:cubicBezTo>
                    <a:cubicBezTo>
                      <a:pt x="2594" y="176"/>
                      <a:pt x="1787" y="510"/>
                      <a:pt x="1192" y="1105"/>
                    </a:cubicBezTo>
                    <a:cubicBezTo>
                      <a:pt x="597" y="1700"/>
                      <a:pt x="263" y="2507"/>
                      <a:pt x="263" y="3349"/>
                    </a:cubicBezTo>
                    <a:cubicBezTo>
                      <a:pt x="263" y="4190"/>
                      <a:pt x="597" y="4997"/>
                      <a:pt x="1192" y="5592"/>
                    </a:cubicBezTo>
                    <a:cubicBezTo>
                      <a:pt x="1787" y="6187"/>
                      <a:pt x="2594" y="6521"/>
                      <a:pt x="3435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23" name="Freeform: Shape 4722">
                <a:extLst>
                  <a:ext uri="{FF2B5EF4-FFF2-40B4-BE49-F238E27FC236}">
                    <a16:creationId xmlns:a16="http://schemas.microsoft.com/office/drawing/2014/main" id="{F5A9CEF0-D7EE-EC83-3B93-6C329C69E2C4}"/>
                  </a:ext>
                </a:extLst>
              </p:cNvPr>
              <p:cNvSpPr/>
              <p:nvPr/>
            </p:nvSpPr>
            <p:spPr>
              <a:xfrm>
                <a:off x="4142361" y="5717336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4 w 6343"/>
                  <a:gd name="connsiteY1" fmla="*/ 5592 h 6345"/>
                  <a:gd name="connsiteX2" fmla="*/ 6602 w 6343"/>
                  <a:gd name="connsiteY2" fmla="*/ 3349 h 6345"/>
                  <a:gd name="connsiteX3" fmla="*/ 5674 w 6343"/>
                  <a:gd name="connsiteY3" fmla="*/ 1106 h 6345"/>
                  <a:gd name="connsiteX4" fmla="*/ 3431 w 6343"/>
                  <a:gd name="connsiteY4" fmla="*/ 176 h 6345"/>
                  <a:gd name="connsiteX5" fmla="*/ 1188 w 6343"/>
                  <a:gd name="connsiteY5" fmla="*/ 1106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7"/>
                      <a:pt x="5674" y="5592"/>
                    </a:cubicBezTo>
                    <a:cubicBezTo>
                      <a:pt x="6268" y="4998"/>
                      <a:pt x="6602" y="4190"/>
                      <a:pt x="6602" y="3349"/>
                    </a:cubicBezTo>
                    <a:cubicBezTo>
                      <a:pt x="6602" y="2508"/>
                      <a:pt x="6268" y="1701"/>
                      <a:pt x="5674" y="1106"/>
                    </a:cubicBezTo>
                    <a:cubicBezTo>
                      <a:pt x="5079" y="511"/>
                      <a:pt x="4272" y="176"/>
                      <a:pt x="3431" y="176"/>
                    </a:cubicBezTo>
                    <a:cubicBezTo>
                      <a:pt x="2590" y="176"/>
                      <a:pt x="1783" y="511"/>
                      <a:pt x="1188" y="1106"/>
                    </a:cubicBezTo>
                    <a:cubicBezTo>
                      <a:pt x="594" y="1701"/>
                      <a:pt x="259" y="2508"/>
                      <a:pt x="259" y="3349"/>
                    </a:cubicBezTo>
                    <a:cubicBezTo>
                      <a:pt x="259" y="4190"/>
                      <a:pt x="594" y="4998"/>
                      <a:pt x="1188" y="5592"/>
                    </a:cubicBezTo>
                    <a:cubicBezTo>
                      <a:pt x="1783" y="6187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24" name="Freeform: Shape 4723">
                <a:extLst>
                  <a:ext uri="{FF2B5EF4-FFF2-40B4-BE49-F238E27FC236}">
                    <a16:creationId xmlns:a16="http://schemas.microsoft.com/office/drawing/2014/main" id="{313386ED-A351-21B7-1D5D-8BDE31BAE3D6}"/>
                  </a:ext>
                </a:extLst>
              </p:cNvPr>
              <p:cNvSpPr/>
              <p:nvPr/>
            </p:nvSpPr>
            <p:spPr>
              <a:xfrm>
                <a:off x="4142421" y="5718992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4 w 6343"/>
                  <a:gd name="connsiteY1" fmla="*/ 5593 h 6345"/>
                  <a:gd name="connsiteX2" fmla="*/ 6602 w 6343"/>
                  <a:gd name="connsiteY2" fmla="*/ 3349 h 6345"/>
                  <a:gd name="connsiteX3" fmla="*/ 5674 w 6343"/>
                  <a:gd name="connsiteY3" fmla="*/ 1106 h 6345"/>
                  <a:gd name="connsiteX4" fmla="*/ 3431 w 6343"/>
                  <a:gd name="connsiteY4" fmla="*/ 176 h 6345"/>
                  <a:gd name="connsiteX5" fmla="*/ 1188 w 6343"/>
                  <a:gd name="connsiteY5" fmla="*/ 1106 h 6345"/>
                  <a:gd name="connsiteX6" fmla="*/ 259 w 6343"/>
                  <a:gd name="connsiteY6" fmla="*/ 3349 h 6345"/>
                  <a:gd name="connsiteX7" fmla="*/ 1188 w 6343"/>
                  <a:gd name="connsiteY7" fmla="*/ 5593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8"/>
                      <a:pt x="5674" y="5593"/>
                    </a:cubicBezTo>
                    <a:cubicBezTo>
                      <a:pt x="6268" y="4998"/>
                      <a:pt x="6602" y="4191"/>
                      <a:pt x="6602" y="3349"/>
                    </a:cubicBezTo>
                    <a:cubicBezTo>
                      <a:pt x="6602" y="2508"/>
                      <a:pt x="6268" y="1701"/>
                      <a:pt x="5674" y="1106"/>
                    </a:cubicBezTo>
                    <a:cubicBezTo>
                      <a:pt x="5079" y="511"/>
                      <a:pt x="4272" y="176"/>
                      <a:pt x="3431" y="176"/>
                    </a:cubicBezTo>
                    <a:cubicBezTo>
                      <a:pt x="2590" y="176"/>
                      <a:pt x="1783" y="511"/>
                      <a:pt x="1188" y="1106"/>
                    </a:cubicBezTo>
                    <a:cubicBezTo>
                      <a:pt x="594" y="1701"/>
                      <a:pt x="259" y="2508"/>
                      <a:pt x="259" y="3349"/>
                    </a:cubicBezTo>
                    <a:cubicBezTo>
                      <a:pt x="259" y="4191"/>
                      <a:pt x="594" y="4998"/>
                      <a:pt x="1188" y="5593"/>
                    </a:cubicBezTo>
                    <a:cubicBezTo>
                      <a:pt x="1783" y="6188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25" name="Freeform: Shape 4724">
                <a:extLst>
                  <a:ext uri="{FF2B5EF4-FFF2-40B4-BE49-F238E27FC236}">
                    <a16:creationId xmlns:a16="http://schemas.microsoft.com/office/drawing/2014/main" id="{9316C48A-392B-E18E-A400-AE1EBA9EEA0D}"/>
                  </a:ext>
                </a:extLst>
              </p:cNvPr>
              <p:cNvSpPr/>
              <p:nvPr/>
            </p:nvSpPr>
            <p:spPr>
              <a:xfrm>
                <a:off x="4190067" y="5723867"/>
                <a:ext cx="6343" cy="6345"/>
              </a:xfrm>
              <a:custGeom>
                <a:avLst/>
                <a:gdLst>
                  <a:gd name="connsiteX0" fmla="*/ 3435 w 6343"/>
                  <a:gd name="connsiteY0" fmla="*/ 6522 h 6345"/>
                  <a:gd name="connsiteX1" fmla="*/ 5677 w 6343"/>
                  <a:gd name="connsiteY1" fmla="*/ 5593 h 6345"/>
                  <a:gd name="connsiteX2" fmla="*/ 6606 w 6343"/>
                  <a:gd name="connsiteY2" fmla="*/ 3350 h 6345"/>
                  <a:gd name="connsiteX3" fmla="*/ 5677 w 6343"/>
                  <a:gd name="connsiteY3" fmla="*/ 1106 h 6345"/>
                  <a:gd name="connsiteX4" fmla="*/ 3435 w 6343"/>
                  <a:gd name="connsiteY4" fmla="*/ 177 h 6345"/>
                  <a:gd name="connsiteX5" fmla="*/ 1192 w 6343"/>
                  <a:gd name="connsiteY5" fmla="*/ 1106 h 6345"/>
                  <a:gd name="connsiteX6" fmla="*/ 263 w 6343"/>
                  <a:gd name="connsiteY6" fmla="*/ 3350 h 6345"/>
                  <a:gd name="connsiteX7" fmla="*/ 1192 w 6343"/>
                  <a:gd name="connsiteY7" fmla="*/ 5593 h 6345"/>
                  <a:gd name="connsiteX8" fmla="*/ 3435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22"/>
                    </a:moveTo>
                    <a:cubicBezTo>
                      <a:pt x="4276" y="6522"/>
                      <a:pt x="5083" y="6188"/>
                      <a:pt x="5677" y="5593"/>
                    </a:cubicBezTo>
                    <a:cubicBezTo>
                      <a:pt x="6272" y="4998"/>
                      <a:pt x="6606" y="4191"/>
                      <a:pt x="6606" y="3350"/>
                    </a:cubicBezTo>
                    <a:cubicBezTo>
                      <a:pt x="6606" y="2508"/>
                      <a:pt x="6272" y="1701"/>
                      <a:pt x="5677" y="1106"/>
                    </a:cubicBezTo>
                    <a:cubicBezTo>
                      <a:pt x="5083" y="511"/>
                      <a:pt x="4276" y="177"/>
                      <a:pt x="3435" y="177"/>
                    </a:cubicBezTo>
                    <a:cubicBezTo>
                      <a:pt x="2594" y="177"/>
                      <a:pt x="1787" y="511"/>
                      <a:pt x="1192" y="1106"/>
                    </a:cubicBezTo>
                    <a:cubicBezTo>
                      <a:pt x="597" y="1701"/>
                      <a:pt x="263" y="2508"/>
                      <a:pt x="263" y="3350"/>
                    </a:cubicBezTo>
                    <a:cubicBezTo>
                      <a:pt x="263" y="4191"/>
                      <a:pt x="597" y="4998"/>
                      <a:pt x="1192" y="5593"/>
                    </a:cubicBezTo>
                    <a:cubicBezTo>
                      <a:pt x="1787" y="6188"/>
                      <a:pt x="2594" y="6522"/>
                      <a:pt x="3435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26" name="Freeform: Shape 4725">
                <a:extLst>
                  <a:ext uri="{FF2B5EF4-FFF2-40B4-BE49-F238E27FC236}">
                    <a16:creationId xmlns:a16="http://schemas.microsoft.com/office/drawing/2014/main" id="{F4A83E44-958D-A0B4-12F5-D5EBAF2BA9B3}"/>
                  </a:ext>
                </a:extLst>
              </p:cNvPr>
              <p:cNvSpPr/>
              <p:nvPr/>
            </p:nvSpPr>
            <p:spPr>
              <a:xfrm>
                <a:off x="4154689" y="5770292"/>
                <a:ext cx="6343" cy="6345"/>
              </a:xfrm>
              <a:custGeom>
                <a:avLst/>
                <a:gdLst>
                  <a:gd name="connsiteX0" fmla="*/ 3432 w 6343"/>
                  <a:gd name="connsiteY0" fmla="*/ 6526 h 6345"/>
                  <a:gd name="connsiteX1" fmla="*/ 5675 w 6343"/>
                  <a:gd name="connsiteY1" fmla="*/ 5597 h 6345"/>
                  <a:gd name="connsiteX2" fmla="*/ 6603 w 6343"/>
                  <a:gd name="connsiteY2" fmla="*/ 3353 h 6345"/>
                  <a:gd name="connsiteX3" fmla="*/ 5675 w 6343"/>
                  <a:gd name="connsiteY3" fmla="*/ 1110 h 6345"/>
                  <a:gd name="connsiteX4" fmla="*/ 3432 w 6343"/>
                  <a:gd name="connsiteY4" fmla="*/ 181 h 6345"/>
                  <a:gd name="connsiteX5" fmla="*/ 1189 w 6343"/>
                  <a:gd name="connsiteY5" fmla="*/ 1110 h 6345"/>
                  <a:gd name="connsiteX6" fmla="*/ 260 w 6343"/>
                  <a:gd name="connsiteY6" fmla="*/ 3353 h 6345"/>
                  <a:gd name="connsiteX7" fmla="*/ 1189 w 6343"/>
                  <a:gd name="connsiteY7" fmla="*/ 5597 h 6345"/>
                  <a:gd name="connsiteX8" fmla="*/ 3432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6"/>
                    </a:moveTo>
                    <a:cubicBezTo>
                      <a:pt x="4273" y="6526"/>
                      <a:pt x="5080" y="6192"/>
                      <a:pt x="5675" y="5597"/>
                    </a:cubicBezTo>
                    <a:cubicBezTo>
                      <a:pt x="6269" y="5002"/>
                      <a:pt x="6603" y="4195"/>
                      <a:pt x="6603" y="3353"/>
                    </a:cubicBezTo>
                    <a:cubicBezTo>
                      <a:pt x="6603" y="2512"/>
                      <a:pt x="6269" y="1705"/>
                      <a:pt x="5675" y="1110"/>
                    </a:cubicBezTo>
                    <a:cubicBezTo>
                      <a:pt x="5080" y="515"/>
                      <a:pt x="4273" y="181"/>
                      <a:pt x="3432" y="181"/>
                    </a:cubicBezTo>
                    <a:cubicBezTo>
                      <a:pt x="2591" y="181"/>
                      <a:pt x="1784" y="515"/>
                      <a:pt x="1189" y="1110"/>
                    </a:cubicBezTo>
                    <a:cubicBezTo>
                      <a:pt x="595" y="1705"/>
                      <a:pt x="260" y="2512"/>
                      <a:pt x="260" y="3353"/>
                    </a:cubicBezTo>
                    <a:cubicBezTo>
                      <a:pt x="260" y="4195"/>
                      <a:pt x="595" y="5002"/>
                      <a:pt x="1189" y="5597"/>
                    </a:cubicBezTo>
                    <a:cubicBezTo>
                      <a:pt x="1784" y="6192"/>
                      <a:pt x="2591" y="6526"/>
                      <a:pt x="3432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27" name="Freeform: Shape 4726">
                <a:extLst>
                  <a:ext uri="{FF2B5EF4-FFF2-40B4-BE49-F238E27FC236}">
                    <a16:creationId xmlns:a16="http://schemas.microsoft.com/office/drawing/2014/main" id="{028036E7-8436-ECFC-810C-153E29574E96}"/>
                  </a:ext>
                </a:extLst>
              </p:cNvPr>
              <p:cNvSpPr/>
              <p:nvPr/>
            </p:nvSpPr>
            <p:spPr>
              <a:xfrm>
                <a:off x="4159699" y="5772697"/>
                <a:ext cx="6343" cy="6345"/>
              </a:xfrm>
              <a:custGeom>
                <a:avLst/>
                <a:gdLst>
                  <a:gd name="connsiteX0" fmla="*/ 3432 w 6343"/>
                  <a:gd name="connsiteY0" fmla="*/ 6526 h 6345"/>
                  <a:gd name="connsiteX1" fmla="*/ 5675 w 6343"/>
                  <a:gd name="connsiteY1" fmla="*/ 5597 h 6345"/>
                  <a:gd name="connsiteX2" fmla="*/ 6604 w 6343"/>
                  <a:gd name="connsiteY2" fmla="*/ 3353 h 6345"/>
                  <a:gd name="connsiteX3" fmla="*/ 5675 w 6343"/>
                  <a:gd name="connsiteY3" fmla="*/ 1110 h 6345"/>
                  <a:gd name="connsiteX4" fmla="*/ 3432 w 6343"/>
                  <a:gd name="connsiteY4" fmla="*/ 181 h 6345"/>
                  <a:gd name="connsiteX5" fmla="*/ 1190 w 6343"/>
                  <a:gd name="connsiteY5" fmla="*/ 1110 h 6345"/>
                  <a:gd name="connsiteX6" fmla="*/ 261 w 6343"/>
                  <a:gd name="connsiteY6" fmla="*/ 3353 h 6345"/>
                  <a:gd name="connsiteX7" fmla="*/ 1190 w 6343"/>
                  <a:gd name="connsiteY7" fmla="*/ 5597 h 6345"/>
                  <a:gd name="connsiteX8" fmla="*/ 3432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6"/>
                    </a:moveTo>
                    <a:cubicBezTo>
                      <a:pt x="4273" y="6526"/>
                      <a:pt x="5080" y="6192"/>
                      <a:pt x="5675" y="5597"/>
                    </a:cubicBezTo>
                    <a:cubicBezTo>
                      <a:pt x="6270" y="5002"/>
                      <a:pt x="6604" y="4195"/>
                      <a:pt x="6604" y="3353"/>
                    </a:cubicBezTo>
                    <a:cubicBezTo>
                      <a:pt x="6604" y="2512"/>
                      <a:pt x="6270" y="1705"/>
                      <a:pt x="5675" y="1110"/>
                    </a:cubicBezTo>
                    <a:cubicBezTo>
                      <a:pt x="5080" y="515"/>
                      <a:pt x="4273" y="181"/>
                      <a:pt x="3432" y="181"/>
                    </a:cubicBezTo>
                    <a:cubicBezTo>
                      <a:pt x="2591" y="181"/>
                      <a:pt x="1784" y="515"/>
                      <a:pt x="1190" y="1110"/>
                    </a:cubicBezTo>
                    <a:cubicBezTo>
                      <a:pt x="595" y="1705"/>
                      <a:pt x="261" y="2512"/>
                      <a:pt x="261" y="3353"/>
                    </a:cubicBezTo>
                    <a:cubicBezTo>
                      <a:pt x="261" y="4195"/>
                      <a:pt x="595" y="5002"/>
                      <a:pt x="1190" y="5597"/>
                    </a:cubicBezTo>
                    <a:cubicBezTo>
                      <a:pt x="1784" y="6192"/>
                      <a:pt x="2591" y="6526"/>
                      <a:pt x="3432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28" name="Freeform: Shape 4727">
                <a:extLst>
                  <a:ext uri="{FF2B5EF4-FFF2-40B4-BE49-F238E27FC236}">
                    <a16:creationId xmlns:a16="http://schemas.microsoft.com/office/drawing/2014/main" id="{1134FDA7-CBD4-1E1D-C2AA-EF0938EF85EF}"/>
                  </a:ext>
                </a:extLst>
              </p:cNvPr>
              <p:cNvSpPr/>
              <p:nvPr/>
            </p:nvSpPr>
            <p:spPr>
              <a:xfrm>
                <a:off x="4192208" y="5778905"/>
                <a:ext cx="6343" cy="6345"/>
              </a:xfrm>
              <a:custGeom>
                <a:avLst/>
                <a:gdLst>
                  <a:gd name="connsiteX0" fmla="*/ 3435 w 6343"/>
                  <a:gd name="connsiteY0" fmla="*/ 6527 h 6345"/>
                  <a:gd name="connsiteX1" fmla="*/ 5677 w 6343"/>
                  <a:gd name="connsiteY1" fmla="*/ 5597 h 6345"/>
                  <a:gd name="connsiteX2" fmla="*/ 6606 w 6343"/>
                  <a:gd name="connsiteY2" fmla="*/ 3354 h 6345"/>
                  <a:gd name="connsiteX3" fmla="*/ 5677 w 6343"/>
                  <a:gd name="connsiteY3" fmla="*/ 1110 h 6345"/>
                  <a:gd name="connsiteX4" fmla="*/ 3435 w 6343"/>
                  <a:gd name="connsiteY4" fmla="*/ 181 h 6345"/>
                  <a:gd name="connsiteX5" fmla="*/ 1192 w 6343"/>
                  <a:gd name="connsiteY5" fmla="*/ 1110 h 6345"/>
                  <a:gd name="connsiteX6" fmla="*/ 263 w 6343"/>
                  <a:gd name="connsiteY6" fmla="*/ 3354 h 6345"/>
                  <a:gd name="connsiteX7" fmla="*/ 1192 w 6343"/>
                  <a:gd name="connsiteY7" fmla="*/ 5597 h 6345"/>
                  <a:gd name="connsiteX8" fmla="*/ 3435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27"/>
                    </a:moveTo>
                    <a:cubicBezTo>
                      <a:pt x="4276" y="6527"/>
                      <a:pt x="5083" y="6192"/>
                      <a:pt x="5677" y="5597"/>
                    </a:cubicBezTo>
                    <a:cubicBezTo>
                      <a:pt x="6272" y="5002"/>
                      <a:pt x="6606" y="4195"/>
                      <a:pt x="6606" y="3354"/>
                    </a:cubicBezTo>
                    <a:cubicBezTo>
                      <a:pt x="6606" y="2512"/>
                      <a:pt x="6272" y="1705"/>
                      <a:pt x="5677" y="1110"/>
                    </a:cubicBezTo>
                    <a:cubicBezTo>
                      <a:pt x="5083" y="515"/>
                      <a:pt x="4276" y="181"/>
                      <a:pt x="3435" y="181"/>
                    </a:cubicBezTo>
                    <a:cubicBezTo>
                      <a:pt x="2594" y="181"/>
                      <a:pt x="1787" y="515"/>
                      <a:pt x="1192" y="1110"/>
                    </a:cubicBezTo>
                    <a:cubicBezTo>
                      <a:pt x="597" y="1705"/>
                      <a:pt x="263" y="2512"/>
                      <a:pt x="263" y="3354"/>
                    </a:cubicBezTo>
                    <a:cubicBezTo>
                      <a:pt x="263" y="4195"/>
                      <a:pt x="597" y="5002"/>
                      <a:pt x="1192" y="5597"/>
                    </a:cubicBezTo>
                    <a:cubicBezTo>
                      <a:pt x="1787" y="6192"/>
                      <a:pt x="2594" y="6527"/>
                      <a:pt x="3435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29" name="Freeform: Shape 4728">
                <a:extLst>
                  <a:ext uri="{FF2B5EF4-FFF2-40B4-BE49-F238E27FC236}">
                    <a16:creationId xmlns:a16="http://schemas.microsoft.com/office/drawing/2014/main" id="{8E2E74F2-A84F-8F6D-949C-F56E2F3A0C6C}"/>
                  </a:ext>
                </a:extLst>
              </p:cNvPr>
              <p:cNvSpPr/>
              <p:nvPr/>
            </p:nvSpPr>
            <p:spPr>
              <a:xfrm>
                <a:off x="4274656" y="5979690"/>
                <a:ext cx="6343" cy="6345"/>
              </a:xfrm>
              <a:custGeom>
                <a:avLst/>
                <a:gdLst>
                  <a:gd name="connsiteX0" fmla="*/ 3441 w 6343"/>
                  <a:gd name="connsiteY0" fmla="*/ 6542 h 6345"/>
                  <a:gd name="connsiteX1" fmla="*/ 5684 w 6343"/>
                  <a:gd name="connsiteY1" fmla="*/ 5613 h 6345"/>
                  <a:gd name="connsiteX2" fmla="*/ 6613 w 6343"/>
                  <a:gd name="connsiteY2" fmla="*/ 3370 h 6345"/>
                  <a:gd name="connsiteX3" fmla="*/ 5684 w 6343"/>
                  <a:gd name="connsiteY3" fmla="*/ 1126 h 6345"/>
                  <a:gd name="connsiteX4" fmla="*/ 3441 w 6343"/>
                  <a:gd name="connsiteY4" fmla="*/ 197 h 6345"/>
                  <a:gd name="connsiteX5" fmla="*/ 1199 w 6343"/>
                  <a:gd name="connsiteY5" fmla="*/ 1126 h 6345"/>
                  <a:gd name="connsiteX6" fmla="*/ 270 w 6343"/>
                  <a:gd name="connsiteY6" fmla="*/ 3370 h 6345"/>
                  <a:gd name="connsiteX7" fmla="*/ 1199 w 6343"/>
                  <a:gd name="connsiteY7" fmla="*/ 5613 h 6345"/>
                  <a:gd name="connsiteX8" fmla="*/ 344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42"/>
                    </a:moveTo>
                    <a:cubicBezTo>
                      <a:pt x="4282" y="6542"/>
                      <a:pt x="5089" y="6208"/>
                      <a:pt x="5684" y="5613"/>
                    </a:cubicBezTo>
                    <a:cubicBezTo>
                      <a:pt x="6279" y="5018"/>
                      <a:pt x="6613" y="4211"/>
                      <a:pt x="6613" y="3370"/>
                    </a:cubicBezTo>
                    <a:cubicBezTo>
                      <a:pt x="6613" y="2528"/>
                      <a:pt x="6279" y="1721"/>
                      <a:pt x="5684" y="1126"/>
                    </a:cubicBezTo>
                    <a:cubicBezTo>
                      <a:pt x="5089" y="531"/>
                      <a:pt x="4282" y="197"/>
                      <a:pt x="3441" y="197"/>
                    </a:cubicBezTo>
                    <a:cubicBezTo>
                      <a:pt x="2600" y="197"/>
                      <a:pt x="1793" y="531"/>
                      <a:pt x="1199" y="1126"/>
                    </a:cubicBezTo>
                    <a:cubicBezTo>
                      <a:pt x="604" y="1721"/>
                      <a:pt x="270" y="2528"/>
                      <a:pt x="270" y="3370"/>
                    </a:cubicBezTo>
                    <a:cubicBezTo>
                      <a:pt x="270" y="4211"/>
                      <a:pt x="604" y="5018"/>
                      <a:pt x="1199" y="5613"/>
                    </a:cubicBezTo>
                    <a:cubicBezTo>
                      <a:pt x="1793" y="6208"/>
                      <a:pt x="2600" y="6542"/>
                      <a:pt x="344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30" name="Freeform: Shape 4729">
                <a:extLst>
                  <a:ext uri="{FF2B5EF4-FFF2-40B4-BE49-F238E27FC236}">
                    <a16:creationId xmlns:a16="http://schemas.microsoft.com/office/drawing/2014/main" id="{76081642-6393-7FD9-907A-6589F6CFA7A4}"/>
                  </a:ext>
                </a:extLst>
              </p:cNvPr>
              <p:cNvSpPr/>
              <p:nvPr/>
            </p:nvSpPr>
            <p:spPr>
              <a:xfrm>
                <a:off x="4274153" y="5982767"/>
                <a:ext cx="6343" cy="6345"/>
              </a:xfrm>
              <a:custGeom>
                <a:avLst/>
                <a:gdLst>
                  <a:gd name="connsiteX0" fmla="*/ 3441 w 6343"/>
                  <a:gd name="connsiteY0" fmla="*/ 6543 h 6345"/>
                  <a:gd name="connsiteX1" fmla="*/ 5684 w 6343"/>
                  <a:gd name="connsiteY1" fmla="*/ 5613 h 6345"/>
                  <a:gd name="connsiteX2" fmla="*/ 6613 w 6343"/>
                  <a:gd name="connsiteY2" fmla="*/ 3370 h 6345"/>
                  <a:gd name="connsiteX3" fmla="*/ 5684 w 6343"/>
                  <a:gd name="connsiteY3" fmla="*/ 1127 h 6345"/>
                  <a:gd name="connsiteX4" fmla="*/ 3441 w 6343"/>
                  <a:gd name="connsiteY4" fmla="*/ 197 h 6345"/>
                  <a:gd name="connsiteX5" fmla="*/ 1199 w 6343"/>
                  <a:gd name="connsiteY5" fmla="*/ 1127 h 6345"/>
                  <a:gd name="connsiteX6" fmla="*/ 270 w 6343"/>
                  <a:gd name="connsiteY6" fmla="*/ 3370 h 6345"/>
                  <a:gd name="connsiteX7" fmla="*/ 1199 w 6343"/>
                  <a:gd name="connsiteY7" fmla="*/ 5613 h 6345"/>
                  <a:gd name="connsiteX8" fmla="*/ 344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43"/>
                    </a:moveTo>
                    <a:cubicBezTo>
                      <a:pt x="4282" y="6543"/>
                      <a:pt x="5089" y="6208"/>
                      <a:pt x="5684" y="5613"/>
                    </a:cubicBezTo>
                    <a:cubicBezTo>
                      <a:pt x="6279" y="5018"/>
                      <a:pt x="6613" y="4211"/>
                      <a:pt x="6613" y="3370"/>
                    </a:cubicBezTo>
                    <a:cubicBezTo>
                      <a:pt x="6613" y="2529"/>
                      <a:pt x="6279" y="1721"/>
                      <a:pt x="5684" y="1127"/>
                    </a:cubicBezTo>
                    <a:cubicBezTo>
                      <a:pt x="5089" y="532"/>
                      <a:pt x="4282" y="197"/>
                      <a:pt x="3441" y="197"/>
                    </a:cubicBezTo>
                    <a:cubicBezTo>
                      <a:pt x="2600" y="197"/>
                      <a:pt x="1793" y="532"/>
                      <a:pt x="1199" y="1127"/>
                    </a:cubicBezTo>
                    <a:cubicBezTo>
                      <a:pt x="604" y="1721"/>
                      <a:pt x="270" y="2529"/>
                      <a:pt x="270" y="3370"/>
                    </a:cubicBezTo>
                    <a:cubicBezTo>
                      <a:pt x="270" y="4211"/>
                      <a:pt x="604" y="5018"/>
                      <a:pt x="1199" y="5613"/>
                    </a:cubicBezTo>
                    <a:cubicBezTo>
                      <a:pt x="1793" y="6208"/>
                      <a:pt x="2600" y="6543"/>
                      <a:pt x="344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31" name="Freeform: Shape 4730">
                <a:extLst>
                  <a:ext uri="{FF2B5EF4-FFF2-40B4-BE49-F238E27FC236}">
                    <a16:creationId xmlns:a16="http://schemas.microsoft.com/office/drawing/2014/main" id="{E11D4D41-4796-49A4-DDD7-D70884757B49}"/>
                  </a:ext>
                </a:extLst>
              </p:cNvPr>
              <p:cNvSpPr/>
              <p:nvPr/>
            </p:nvSpPr>
            <p:spPr>
              <a:xfrm>
                <a:off x="4272590" y="5985200"/>
                <a:ext cx="6343" cy="6345"/>
              </a:xfrm>
              <a:custGeom>
                <a:avLst/>
                <a:gdLst>
                  <a:gd name="connsiteX0" fmla="*/ 3441 w 6343"/>
                  <a:gd name="connsiteY0" fmla="*/ 6543 h 6345"/>
                  <a:gd name="connsiteX1" fmla="*/ 5684 w 6343"/>
                  <a:gd name="connsiteY1" fmla="*/ 5614 h 6345"/>
                  <a:gd name="connsiteX2" fmla="*/ 6613 w 6343"/>
                  <a:gd name="connsiteY2" fmla="*/ 3370 h 6345"/>
                  <a:gd name="connsiteX3" fmla="*/ 5684 w 6343"/>
                  <a:gd name="connsiteY3" fmla="*/ 1127 h 6345"/>
                  <a:gd name="connsiteX4" fmla="*/ 3441 w 6343"/>
                  <a:gd name="connsiteY4" fmla="*/ 197 h 6345"/>
                  <a:gd name="connsiteX5" fmla="*/ 1199 w 6343"/>
                  <a:gd name="connsiteY5" fmla="*/ 1127 h 6345"/>
                  <a:gd name="connsiteX6" fmla="*/ 270 w 6343"/>
                  <a:gd name="connsiteY6" fmla="*/ 3370 h 6345"/>
                  <a:gd name="connsiteX7" fmla="*/ 1199 w 6343"/>
                  <a:gd name="connsiteY7" fmla="*/ 5614 h 6345"/>
                  <a:gd name="connsiteX8" fmla="*/ 344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43"/>
                    </a:moveTo>
                    <a:cubicBezTo>
                      <a:pt x="4282" y="6543"/>
                      <a:pt x="5089" y="6209"/>
                      <a:pt x="5684" y="5614"/>
                    </a:cubicBezTo>
                    <a:cubicBezTo>
                      <a:pt x="6279" y="5019"/>
                      <a:pt x="6613" y="4212"/>
                      <a:pt x="6613" y="3370"/>
                    </a:cubicBezTo>
                    <a:cubicBezTo>
                      <a:pt x="6613" y="2529"/>
                      <a:pt x="6279" y="1722"/>
                      <a:pt x="5684" y="1127"/>
                    </a:cubicBezTo>
                    <a:cubicBezTo>
                      <a:pt x="5089" y="532"/>
                      <a:pt x="4282" y="197"/>
                      <a:pt x="3441" y="197"/>
                    </a:cubicBezTo>
                    <a:cubicBezTo>
                      <a:pt x="2600" y="197"/>
                      <a:pt x="1793" y="532"/>
                      <a:pt x="1199" y="1127"/>
                    </a:cubicBezTo>
                    <a:cubicBezTo>
                      <a:pt x="604" y="1722"/>
                      <a:pt x="270" y="2529"/>
                      <a:pt x="270" y="3370"/>
                    </a:cubicBezTo>
                    <a:cubicBezTo>
                      <a:pt x="270" y="4212"/>
                      <a:pt x="604" y="5019"/>
                      <a:pt x="1199" y="5614"/>
                    </a:cubicBezTo>
                    <a:cubicBezTo>
                      <a:pt x="1793" y="6209"/>
                      <a:pt x="2600" y="6543"/>
                      <a:pt x="344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32" name="Freeform: Shape 4731">
                <a:extLst>
                  <a:ext uri="{FF2B5EF4-FFF2-40B4-BE49-F238E27FC236}">
                    <a16:creationId xmlns:a16="http://schemas.microsoft.com/office/drawing/2014/main" id="{6040C626-0D70-760D-E9D9-1D23335B38A5}"/>
                  </a:ext>
                </a:extLst>
              </p:cNvPr>
              <p:cNvSpPr/>
              <p:nvPr/>
            </p:nvSpPr>
            <p:spPr>
              <a:xfrm>
                <a:off x="4267517" y="5988814"/>
                <a:ext cx="6343" cy="6345"/>
              </a:xfrm>
              <a:custGeom>
                <a:avLst/>
                <a:gdLst>
                  <a:gd name="connsiteX0" fmla="*/ 3441 w 6343"/>
                  <a:gd name="connsiteY0" fmla="*/ 6543 h 6345"/>
                  <a:gd name="connsiteX1" fmla="*/ 5683 w 6343"/>
                  <a:gd name="connsiteY1" fmla="*/ 5614 h 6345"/>
                  <a:gd name="connsiteX2" fmla="*/ 6612 w 6343"/>
                  <a:gd name="connsiteY2" fmla="*/ 3370 h 6345"/>
                  <a:gd name="connsiteX3" fmla="*/ 5683 w 6343"/>
                  <a:gd name="connsiteY3" fmla="*/ 1127 h 6345"/>
                  <a:gd name="connsiteX4" fmla="*/ 3441 w 6343"/>
                  <a:gd name="connsiteY4" fmla="*/ 198 h 6345"/>
                  <a:gd name="connsiteX5" fmla="*/ 1198 w 6343"/>
                  <a:gd name="connsiteY5" fmla="*/ 1127 h 6345"/>
                  <a:gd name="connsiteX6" fmla="*/ 269 w 6343"/>
                  <a:gd name="connsiteY6" fmla="*/ 3370 h 6345"/>
                  <a:gd name="connsiteX7" fmla="*/ 1198 w 6343"/>
                  <a:gd name="connsiteY7" fmla="*/ 5614 h 6345"/>
                  <a:gd name="connsiteX8" fmla="*/ 344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43"/>
                    </a:moveTo>
                    <a:cubicBezTo>
                      <a:pt x="4282" y="6543"/>
                      <a:pt x="5089" y="6209"/>
                      <a:pt x="5683" y="5614"/>
                    </a:cubicBezTo>
                    <a:cubicBezTo>
                      <a:pt x="6278" y="5019"/>
                      <a:pt x="6612" y="4212"/>
                      <a:pt x="6612" y="3370"/>
                    </a:cubicBezTo>
                    <a:cubicBezTo>
                      <a:pt x="6612" y="2529"/>
                      <a:pt x="6278" y="1722"/>
                      <a:pt x="5683" y="1127"/>
                    </a:cubicBezTo>
                    <a:cubicBezTo>
                      <a:pt x="5089" y="532"/>
                      <a:pt x="4282" y="198"/>
                      <a:pt x="3441" y="198"/>
                    </a:cubicBezTo>
                    <a:cubicBezTo>
                      <a:pt x="2600" y="198"/>
                      <a:pt x="1793" y="532"/>
                      <a:pt x="1198" y="1127"/>
                    </a:cubicBezTo>
                    <a:cubicBezTo>
                      <a:pt x="603" y="1722"/>
                      <a:pt x="269" y="2529"/>
                      <a:pt x="269" y="3370"/>
                    </a:cubicBezTo>
                    <a:cubicBezTo>
                      <a:pt x="269" y="4212"/>
                      <a:pt x="603" y="5019"/>
                      <a:pt x="1198" y="5614"/>
                    </a:cubicBezTo>
                    <a:cubicBezTo>
                      <a:pt x="1793" y="6209"/>
                      <a:pt x="2600" y="6543"/>
                      <a:pt x="344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33" name="Freeform: Shape 4732">
                <a:extLst>
                  <a:ext uri="{FF2B5EF4-FFF2-40B4-BE49-F238E27FC236}">
                    <a16:creationId xmlns:a16="http://schemas.microsoft.com/office/drawing/2014/main" id="{5805F852-7CD3-F41A-E33B-47442B829109}"/>
                  </a:ext>
                </a:extLst>
              </p:cNvPr>
              <p:cNvSpPr/>
              <p:nvPr/>
            </p:nvSpPr>
            <p:spPr>
              <a:xfrm>
                <a:off x="4263116" y="5989381"/>
                <a:ext cx="6343" cy="6345"/>
              </a:xfrm>
              <a:custGeom>
                <a:avLst/>
                <a:gdLst>
                  <a:gd name="connsiteX0" fmla="*/ 3440 w 6343"/>
                  <a:gd name="connsiteY0" fmla="*/ 6543 h 6345"/>
                  <a:gd name="connsiteX1" fmla="*/ 5683 w 6343"/>
                  <a:gd name="connsiteY1" fmla="*/ 5614 h 6345"/>
                  <a:gd name="connsiteX2" fmla="*/ 6612 w 6343"/>
                  <a:gd name="connsiteY2" fmla="*/ 3370 h 6345"/>
                  <a:gd name="connsiteX3" fmla="*/ 5683 w 6343"/>
                  <a:gd name="connsiteY3" fmla="*/ 1127 h 6345"/>
                  <a:gd name="connsiteX4" fmla="*/ 3440 w 6343"/>
                  <a:gd name="connsiteY4" fmla="*/ 198 h 6345"/>
                  <a:gd name="connsiteX5" fmla="*/ 1198 w 6343"/>
                  <a:gd name="connsiteY5" fmla="*/ 1127 h 6345"/>
                  <a:gd name="connsiteX6" fmla="*/ 269 w 6343"/>
                  <a:gd name="connsiteY6" fmla="*/ 3370 h 6345"/>
                  <a:gd name="connsiteX7" fmla="*/ 1198 w 6343"/>
                  <a:gd name="connsiteY7" fmla="*/ 5614 h 6345"/>
                  <a:gd name="connsiteX8" fmla="*/ 344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43"/>
                    </a:moveTo>
                    <a:cubicBezTo>
                      <a:pt x="4282" y="6543"/>
                      <a:pt x="5088" y="6209"/>
                      <a:pt x="5683" y="5614"/>
                    </a:cubicBezTo>
                    <a:cubicBezTo>
                      <a:pt x="6278" y="5019"/>
                      <a:pt x="6612" y="4212"/>
                      <a:pt x="6612" y="3370"/>
                    </a:cubicBezTo>
                    <a:cubicBezTo>
                      <a:pt x="6612" y="2529"/>
                      <a:pt x="6278" y="1722"/>
                      <a:pt x="5683" y="1127"/>
                    </a:cubicBezTo>
                    <a:cubicBezTo>
                      <a:pt x="5088" y="532"/>
                      <a:pt x="4282" y="198"/>
                      <a:pt x="3440" y="198"/>
                    </a:cubicBezTo>
                    <a:cubicBezTo>
                      <a:pt x="2599" y="198"/>
                      <a:pt x="1793" y="532"/>
                      <a:pt x="1198" y="1127"/>
                    </a:cubicBezTo>
                    <a:cubicBezTo>
                      <a:pt x="603" y="1722"/>
                      <a:pt x="269" y="2529"/>
                      <a:pt x="269" y="3370"/>
                    </a:cubicBezTo>
                    <a:cubicBezTo>
                      <a:pt x="269" y="4212"/>
                      <a:pt x="603" y="5019"/>
                      <a:pt x="1198" y="5614"/>
                    </a:cubicBezTo>
                    <a:cubicBezTo>
                      <a:pt x="1793" y="6209"/>
                      <a:pt x="2599" y="6543"/>
                      <a:pt x="344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34" name="Freeform: Shape 4733">
                <a:extLst>
                  <a:ext uri="{FF2B5EF4-FFF2-40B4-BE49-F238E27FC236}">
                    <a16:creationId xmlns:a16="http://schemas.microsoft.com/office/drawing/2014/main" id="{303EADE9-9454-0F94-D50E-6D1C2C85F53A}"/>
                  </a:ext>
                </a:extLst>
              </p:cNvPr>
              <p:cNvSpPr/>
              <p:nvPr/>
            </p:nvSpPr>
            <p:spPr>
              <a:xfrm>
                <a:off x="4257269" y="5988945"/>
                <a:ext cx="6343" cy="6345"/>
              </a:xfrm>
              <a:custGeom>
                <a:avLst/>
                <a:gdLst>
                  <a:gd name="connsiteX0" fmla="*/ 3440 w 6343"/>
                  <a:gd name="connsiteY0" fmla="*/ 6543 h 6345"/>
                  <a:gd name="connsiteX1" fmla="*/ 5683 w 6343"/>
                  <a:gd name="connsiteY1" fmla="*/ 5614 h 6345"/>
                  <a:gd name="connsiteX2" fmla="*/ 6612 w 6343"/>
                  <a:gd name="connsiteY2" fmla="*/ 3370 h 6345"/>
                  <a:gd name="connsiteX3" fmla="*/ 5683 w 6343"/>
                  <a:gd name="connsiteY3" fmla="*/ 1127 h 6345"/>
                  <a:gd name="connsiteX4" fmla="*/ 3440 w 6343"/>
                  <a:gd name="connsiteY4" fmla="*/ 198 h 6345"/>
                  <a:gd name="connsiteX5" fmla="*/ 1197 w 6343"/>
                  <a:gd name="connsiteY5" fmla="*/ 1127 h 6345"/>
                  <a:gd name="connsiteX6" fmla="*/ 268 w 6343"/>
                  <a:gd name="connsiteY6" fmla="*/ 3370 h 6345"/>
                  <a:gd name="connsiteX7" fmla="*/ 1197 w 6343"/>
                  <a:gd name="connsiteY7" fmla="*/ 5614 h 6345"/>
                  <a:gd name="connsiteX8" fmla="*/ 344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43"/>
                    </a:moveTo>
                    <a:cubicBezTo>
                      <a:pt x="4281" y="6543"/>
                      <a:pt x="5088" y="6209"/>
                      <a:pt x="5683" y="5614"/>
                    </a:cubicBezTo>
                    <a:cubicBezTo>
                      <a:pt x="6277" y="5019"/>
                      <a:pt x="6612" y="4212"/>
                      <a:pt x="6612" y="3370"/>
                    </a:cubicBezTo>
                    <a:cubicBezTo>
                      <a:pt x="6612" y="2529"/>
                      <a:pt x="6277" y="1722"/>
                      <a:pt x="5683" y="1127"/>
                    </a:cubicBezTo>
                    <a:cubicBezTo>
                      <a:pt x="5088" y="532"/>
                      <a:pt x="4281" y="198"/>
                      <a:pt x="3440" y="198"/>
                    </a:cubicBezTo>
                    <a:cubicBezTo>
                      <a:pt x="2599" y="198"/>
                      <a:pt x="1792" y="532"/>
                      <a:pt x="1197" y="1127"/>
                    </a:cubicBezTo>
                    <a:cubicBezTo>
                      <a:pt x="603" y="1722"/>
                      <a:pt x="268" y="2529"/>
                      <a:pt x="268" y="3370"/>
                    </a:cubicBezTo>
                    <a:cubicBezTo>
                      <a:pt x="268" y="4212"/>
                      <a:pt x="603" y="5019"/>
                      <a:pt x="1197" y="5614"/>
                    </a:cubicBezTo>
                    <a:cubicBezTo>
                      <a:pt x="1792" y="6209"/>
                      <a:pt x="2599" y="6543"/>
                      <a:pt x="344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35" name="Freeform: Shape 4734">
                <a:extLst>
                  <a:ext uri="{FF2B5EF4-FFF2-40B4-BE49-F238E27FC236}">
                    <a16:creationId xmlns:a16="http://schemas.microsoft.com/office/drawing/2014/main" id="{BE3CCEC8-215F-FF8D-2AFD-E1A3763C4C40}"/>
                  </a:ext>
                </a:extLst>
              </p:cNvPr>
              <p:cNvSpPr/>
              <p:nvPr/>
            </p:nvSpPr>
            <p:spPr>
              <a:xfrm>
                <a:off x="4251637" y="5988578"/>
                <a:ext cx="6343" cy="6345"/>
              </a:xfrm>
              <a:custGeom>
                <a:avLst/>
                <a:gdLst>
                  <a:gd name="connsiteX0" fmla="*/ 3440 w 6343"/>
                  <a:gd name="connsiteY0" fmla="*/ 6543 h 6345"/>
                  <a:gd name="connsiteX1" fmla="*/ 5682 w 6343"/>
                  <a:gd name="connsiteY1" fmla="*/ 5614 h 6345"/>
                  <a:gd name="connsiteX2" fmla="*/ 6611 w 6343"/>
                  <a:gd name="connsiteY2" fmla="*/ 3370 h 6345"/>
                  <a:gd name="connsiteX3" fmla="*/ 5682 w 6343"/>
                  <a:gd name="connsiteY3" fmla="*/ 1127 h 6345"/>
                  <a:gd name="connsiteX4" fmla="*/ 3440 w 6343"/>
                  <a:gd name="connsiteY4" fmla="*/ 198 h 6345"/>
                  <a:gd name="connsiteX5" fmla="*/ 1197 w 6343"/>
                  <a:gd name="connsiteY5" fmla="*/ 1127 h 6345"/>
                  <a:gd name="connsiteX6" fmla="*/ 268 w 6343"/>
                  <a:gd name="connsiteY6" fmla="*/ 3370 h 6345"/>
                  <a:gd name="connsiteX7" fmla="*/ 1197 w 6343"/>
                  <a:gd name="connsiteY7" fmla="*/ 5614 h 6345"/>
                  <a:gd name="connsiteX8" fmla="*/ 344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43"/>
                    </a:moveTo>
                    <a:cubicBezTo>
                      <a:pt x="4281" y="6543"/>
                      <a:pt x="5087" y="6209"/>
                      <a:pt x="5682" y="5614"/>
                    </a:cubicBezTo>
                    <a:cubicBezTo>
                      <a:pt x="6277" y="5019"/>
                      <a:pt x="6611" y="4212"/>
                      <a:pt x="6611" y="3370"/>
                    </a:cubicBezTo>
                    <a:cubicBezTo>
                      <a:pt x="6611" y="2529"/>
                      <a:pt x="6277" y="1722"/>
                      <a:pt x="5682" y="1127"/>
                    </a:cubicBezTo>
                    <a:cubicBezTo>
                      <a:pt x="5087" y="532"/>
                      <a:pt x="4281" y="198"/>
                      <a:pt x="3440" y="198"/>
                    </a:cubicBezTo>
                    <a:cubicBezTo>
                      <a:pt x="2598" y="198"/>
                      <a:pt x="1792" y="532"/>
                      <a:pt x="1197" y="1127"/>
                    </a:cubicBezTo>
                    <a:cubicBezTo>
                      <a:pt x="602" y="1722"/>
                      <a:pt x="268" y="2529"/>
                      <a:pt x="268" y="3370"/>
                    </a:cubicBezTo>
                    <a:cubicBezTo>
                      <a:pt x="268" y="4212"/>
                      <a:pt x="602" y="5019"/>
                      <a:pt x="1197" y="5614"/>
                    </a:cubicBezTo>
                    <a:cubicBezTo>
                      <a:pt x="1792" y="6209"/>
                      <a:pt x="2598" y="6543"/>
                      <a:pt x="344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36" name="Freeform: Shape 4735">
                <a:extLst>
                  <a:ext uri="{FF2B5EF4-FFF2-40B4-BE49-F238E27FC236}">
                    <a16:creationId xmlns:a16="http://schemas.microsoft.com/office/drawing/2014/main" id="{40750DD2-F788-3CC3-0A30-EE698773D8F9}"/>
                  </a:ext>
                </a:extLst>
              </p:cNvPr>
              <p:cNvSpPr/>
              <p:nvPr/>
            </p:nvSpPr>
            <p:spPr>
              <a:xfrm>
                <a:off x="4245791" y="5987993"/>
                <a:ext cx="6343" cy="6345"/>
              </a:xfrm>
              <a:custGeom>
                <a:avLst/>
                <a:gdLst>
                  <a:gd name="connsiteX0" fmla="*/ 3439 w 6343"/>
                  <a:gd name="connsiteY0" fmla="*/ 6543 h 6345"/>
                  <a:gd name="connsiteX1" fmla="*/ 5682 w 6343"/>
                  <a:gd name="connsiteY1" fmla="*/ 5614 h 6345"/>
                  <a:gd name="connsiteX2" fmla="*/ 6611 w 6343"/>
                  <a:gd name="connsiteY2" fmla="*/ 3370 h 6345"/>
                  <a:gd name="connsiteX3" fmla="*/ 5682 w 6343"/>
                  <a:gd name="connsiteY3" fmla="*/ 1127 h 6345"/>
                  <a:gd name="connsiteX4" fmla="*/ 3439 w 6343"/>
                  <a:gd name="connsiteY4" fmla="*/ 198 h 6345"/>
                  <a:gd name="connsiteX5" fmla="*/ 1196 w 6343"/>
                  <a:gd name="connsiteY5" fmla="*/ 1127 h 6345"/>
                  <a:gd name="connsiteX6" fmla="*/ 268 w 6343"/>
                  <a:gd name="connsiteY6" fmla="*/ 3370 h 6345"/>
                  <a:gd name="connsiteX7" fmla="*/ 1196 w 6343"/>
                  <a:gd name="connsiteY7" fmla="*/ 5614 h 6345"/>
                  <a:gd name="connsiteX8" fmla="*/ 3439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43"/>
                    </a:moveTo>
                    <a:cubicBezTo>
                      <a:pt x="4280" y="6543"/>
                      <a:pt x="5087" y="6209"/>
                      <a:pt x="5682" y="5614"/>
                    </a:cubicBezTo>
                    <a:cubicBezTo>
                      <a:pt x="6276" y="5019"/>
                      <a:pt x="6611" y="4212"/>
                      <a:pt x="6611" y="3370"/>
                    </a:cubicBezTo>
                    <a:cubicBezTo>
                      <a:pt x="6611" y="2529"/>
                      <a:pt x="6276" y="1722"/>
                      <a:pt x="5682" y="1127"/>
                    </a:cubicBezTo>
                    <a:cubicBezTo>
                      <a:pt x="5087" y="532"/>
                      <a:pt x="4280" y="198"/>
                      <a:pt x="3439" y="198"/>
                    </a:cubicBezTo>
                    <a:cubicBezTo>
                      <a:pt x="2598" y="198"/>
                      <a:pt x="1791" y="532"/>
                      <a:pt x="1196" y="1127"/>
                    </a:cubicBezTo>
                    <a:cubicBezTo>
                      <a:pt x="602" y="1722"/>
                      <a:pt x="268" y="2529"/>
                      <a:pt x="268" y="3370"/>
                    </a:cubicBezTo>
                    <a:cubicBezTo>
                      <a:pt x="268" y="4212"/>
                      <a:pt x="602" y="5019"/>
                      <a:pt x="1196" y="5614"/>
                    </a:cubicBezTo>
                    <a:cubicBezTo>
                      <a:pt x="1791" y="6209"/>
                      <a:pt x="2598" y="6543"/>
                      <a:pt x="3439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37" name="Freeform: Shape 4736">
                <a:extLst>
                  <a:ext uri="{FF2B5EF4-FFF2-40B4-BE49-F238E27FC236}">
                    <a16:creationId xmlns:a16="http://schemas.microsoft.com/office/drawing/2014/main" id="{04BBE8DB-B043-2A36-6FCD-75DEC1CE6322}"/>
                  </a:ext>
                </a:extLst>
              </p:cNvPr>
              <p:cNvSpPr/>
              <p:nvPr/>
            </p:nvSpPr>
            <p:spPr>
              <a:xfrm>
                <a:off x="4241403" y="5988331"/>
                <a:ext cx="6343" cy="6345"/>
              </a:xfrm>
              <a:custGeom>
                <a:avLst/>
                <a:gdLst>
                  <a:gd name="connsiteX0" fmla="*/ 3439 w 6343"/>
                  <a:gd name="connsiteY0" fmla="*/ 6543 h 6345"/>
                  <a:gd name="connsiteX1" fmla="*/ 5681 w 6343"/>
                  <a:gd name="connsiteY1" fmla="*/ 5614 h 6345"/>
                  <a:gd name="connsiteX2" fmla="*/ 6610 w 6343"/>
                  <a:gd name="connsiteY2" fmla="*/ 3370 h 6345"/>
                  <a:gd name="connsiteX3" fmla="*/ 5681 w 6343"/>
                  <a:gd name="connsiteY3" fmla="*/ 1127 h 6345"/>
                  <a:gd name="connsiteX4" fmla="*/ 3439 w 6343"/>
                  <a:gd name="connsiteY4" fmla="*/ 198 h 6345"/>
                  <a:gd name="connsiteX5" fmla="*/ 1196 w 6343"/>
                  <a:gd name="connsiteY5" fmla="*/ 1127 h 6345"/>
                  <a:gd name="connsiteX6" fmla="*/ 267 w 6343"/>
                  <a:gd name="connsiteY6" fmla="*/ 3370 h 6345"/>
                  <a:gd name="connsiteX7" fmla="*/ 1196 w 6343"/>
                  <a:gd name="connsiteY7" fmla="*/ 5614 h 6345"/>
                  <a:gd name="connsiteX8" fmla="*/ 3439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43"/>
                    </a:moveTo>
                    <a:cubicBezTo>
                      <a:pt x="4280" y="6543"/>
                      <a:pt x="5087" y="6209"/>
                      <a:pt x="5681" y="5614"/>
                    </a:cubicBezTo>
                    <a:cubicBezTo>
                      <a:pt x="6276" y="5019"/>
                      <a:pt x="6610" y="4212"/>
                      <a:pt x="6610" y="3370"/>
                    </a:cubicBezTo>
                    <a:cubicBezTo>
                      <a:pt x="6610" y="2529"/>
                      <a:pt x="6276" y="1722"/>
                      <a:pt x="5681" y="1127"/>
                    </a:cubicBezTo>
                    <a:cubicBezTo>
                      <a:pt x="5087" y="532"/>
                      <a:pt x="4280" y="198"/>
                      <a:pt x="3439" y="198"/>
                    </a:cubicBezTo>
                    <a:cubicBezTo>
                      <a:pt x="2598" y="198"/>
                      <a:pt x="1791" y="532"/>
                      <a:pt x="1196" y="1127"/>
                    </a:cubicBezTo>
                    <a:cubicBezTo>
                      <a:pt x="601" y="1722"/>
                      <a:pt x="267" y="2529"/>
                      <a:pt x="267" y="3370"/>
                    </a:cubicBezTo>
                    <a:cubicBezTo>
                      <a:pt x="267" y="4212"/>
                      <a:pt x="601" y="5019"/>
                      <a:pt x="1196" y="5614"/>
                    </a:cubicBezTo>
                    <a:cubicBezTo>
                      <a:pt x="1791" y="6209"/>
                      <a:pt x="2598" y="6543"/>
                      <a:pt x="3439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38" name="Freeform: Shape 4737">
                <a:extLst>
                  <a:ext uri="{FF2B5EF4-FFF2-40B4-BE49-F238E27FC236}">
                    <a16:creationId xmlns:a16="http://schemas.microsoft.com/office/drawing/2014/main" id="{1B8E7C3C-1DC7-95A8-5BF0-2F417C6D9FE7}"/>
                  </a:ext>
                </a:extLst>
              </p:cNvPr>
              <p:cNvSpPr/>
              <p:nvPr/>
            </p:nvSpPr>
            <p:spPr>
              <a:xfrm>
                <a:off x="4234706" y="5987013"/>
                <a:ext cx="6343" cy="6345"/>
              </a:xfrm>
              <a:custGeom>
                <a:avLst/>
                <a:gdLst>
                  <a:gd name="connsiteX0" fmla="*/ 3438 w 6343"/>
                  <a:gd name="connsiteY0" fmla="*/ 6543 h 6345"/>
                  <a:gd name="connsiteX1" fmla="*/ 5681 w 6343"/>
                  <a:gd name="connsiteY1" fmla="*/ 5614 h 6345"/>
                  <a:gd name="connsiteX2" fmla="*/ 6610 w 6343"/>
                  <a:gd name="connsiteY2" fmla="*/ 3370 h 6345"/>
                  <a:gd name="connsiteX3" fmla="*/ 5681 w 6343"/>
                  <a:gd name="connsiteY3" fmla="*/ 1127 h 6345"/>
                  <a:gd name="connsiteX4" fmla="*/ 3438 w 6343"/>
                  <a:gd name="connsiteY4" fmla="*/ 198 h 6345"/>
                  <a:gd name="connsiteX5" fmla="*/ 1196 w 6343"/>
                  <a:gd name="connsiteY5" fmla="*/ 1127 h 6345"/>
                  <a:gd name="connsiteX6" fmla="*/ 267 w 6343"/>
                  <a:gd name="connsiteY6" fmla="*/ 3370 h 6345"/>
                  <a:gd name="connsiteX7" fmla="*/ 1196 w 6343"/>
                  <a:gd name="connsiteY7" fmla="*/ 5614 h 6345"/>
                  <a:gd name="connsiteX8" fmla="*/ 343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43"/>
                    </a:moveTo>
                    <a:cubicBezTo>
                      <a:pt x="4279" y="6543"/>
                      <a:pt x="5086" y="6209"/>
                      <a:pt x="5681" y="5614"/>
                    </a:cubicBezTo>
                    <a:cubicBezTo>
                      <a:pt x="6276" y="5019"/>
                      <a:pt x="6610" y="4212"/>
                      <a:pt x="6610" y="3370"/>
                    </a:cubicBezTo>
                    <a:cubicBezTo>
                      <a:pt x="6610" y="2529"/>
                      <a:pt x="6276" y="1722"/>
                      <a:pt x="5681" y="1127"/>
                    </a:cubicBezTo>
                    <a:cubicBezTo>
                      <a:pt x="5086" y="532"/>
                      <a:pt x="4279" y="198"/>
                      <a:pt x="3438" y="198"/>
                    </a:cubicBezTo>
                    <a:cubicBezTo>
                      <a:pt x="2597" y="198"/>
                      <a:pt x="1790" y="532"/>
                      <a:pt x="1196" y="1127"/>
                    </a:cubicBezTo>
                    <a:cubicBezTo>
                      <a:pt x="601" y="1722"/>
                      <a:pt x="267" y="2529"/>
                      <a:pt x="267" y="3370"/>
                    </a:cubicBezTo>
                    <a:cubicBezTo>
                      <a:pt x="267" y="4212"/>
                      <a:pt x="601" y="5019"/>
                      <a:pt x="1196" y="5614"/>
                    </a:cubicBezTo>
                    <a:cubicBezTo>
                      <a:pt x="1790" y="6209"/>
                      <a:pt x="2597" y="6543"/>
                      <a:pt x="343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39" name="Freeform: Shape 4738">
                <a:extLst>
                  <a:ext uri="{FF2B5EF4-FFF2-40B4-BE49-F238E27FC236}">
                    <a16:creationId xmlns:a16="http://schemas.microsoft.com/office/drawing/2014/main" id="{511F8A09-4A7D-77A9-C7D9-2FB2A51C0E14}"/>
                  </a:ext>
                </a:extLst>
              </p:cNvPr>
              <p:cNvSpPr/>
              <p:nvPr/>
            </p:nvSpPr>
            <p:spPr>
              <a:xfrm>
                <a:off x="4230155" y="5987113"/>
                <a:ext cx="6343" cy="6345"/>
              </a:xfrm>
              <a:custGeom>
                <a:avLst/>
                <a:gdLst>
                  <a:gd name="connsiteX0" fmla="*/ 3438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8 w 6343"/>
                  <a:gd name="connsiteY4" fmla="*/ 198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43"/>
                    </a:moveTo>
                    <a:cubicBezTo>
                      <a:pt x="4279" y="6543"/>
                      <a:pt x="5086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6" y="532"/>
                      <a:pt x="4279" y="198"/>
                      <a:pt x="3438" y="198"/>
                    </a:cubicBezTo>
                    <a:cubicBezTo>
                      <a:pt x="2597" y="198"/>
                      <a:pt x="1790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90" y="6209"/>
                      <a:pt x="2597" y="6543"/>
                      <a:pt x="343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40" name="Freeform: Shape 4739">
                <a:extLst>
                  <a:ext uri="{FF2B5EF4-FFF2-40B4-BE49-F238E27FC236}">
                    <a16:creationId xmlns:a16="http://schemas.microsoft.com/office/drawing/2014/main" id="{29366F50-481F-870C-4391-A6DC52892066}"/>
                  </a:ext>
                </a:extLst>
              </p:cNvPr>
              <p:cNvSpPr/>
              <p:nvPr/>
            </p:nvSpPr>
            <p:spPr>
              <a:xfrm>
                <a:off x="4225196" y="5986866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7 w 6343"/>
                  <a:gd name="connsiteY4" fmla="*/ 198 h 6345"/>
                  <a:gd name="connsiteX5" fmla="*/ 1195 w 6343"/>
                  <a:gd name="connsiteY5" fmla="*/ 1127 h 6345"/>
                  <a:gd name="connsiteX6" fmla="*/ 266 w 6343"/>
                  <a:gd name="connsiteY6" fmla="*/ 3370 h 6345"/>
                  <a:gd name="connsiteX7" fmla="*/ 1195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9" y="6543"/>
                      <a:pt x="5085" y="6209"/>
                      <a:pt x="5680" y="5614"/>
                    </a:cubicBezTo>
                    <a:cubicBezTo>
                      <a:pt x="6275" y="5019"/>
                      <a:pt x="6609" y="4212"/>
                      <a:pt x="6609" y="3370"/>
                    </a:cubicBezTo>
                    <a:cubicBezTo>
                      <a:pt x="6609" y="2529"/>
                      <a:pt x="6275" y="1722"/>
                      <a:pt x="5680" y="1127"/>
                    </a:cubicBezTo>
                    <a:cubicBezTo>
                      <a:pt x="5085" y="532"/>
                      <a:pt x="4279" y="198"/>
                      <a:pt x="3437" y="198"/>
                    </a:cubicBezTo>
                    <a:cubicBezTo>
                      <a:pt x="2596" y="198"/>
                      <a:pt x="1790" y="532"/>
                      <a:pt x="1195" y="1127"/>
                    </a:cubicBezTo>
                    <a:cubicBezTo>
                      <a:pt x="600" y="1722"/>
                      <a:pt x="266" y="2529"/>
                      <a:pt x="266" y="3370"/>
                    </a:cubicBezTo>
                    <a:cubicBezTo>
                      <a:pt x="266" y="4212"/>
                      <a:pt x="600" y="5019"/>
                      <a:pt x="1195" y="5614"/>
                    </a:cubicBezTo>
                    <a:cubicBezTo>
                      <a:pt x="1790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41" name="Freeform: Shape 4740">
                <a:extLst>
                  <a:ext uri="{FF2B5EF4-FFF2-40B4-BE49-F238E27FC236}">
                    <a16:creationId xmlns:a16="http://schemas.microsoft.com/office/drawing/2014/main" id="{C960210E-C326-4F92-4116-EE2E370DE28D}"/>
                  </a:ext>
                </a:extLst>
              </p:cNvPr>
              <p:cNvSpPr/>
              <p:nvPr/>
            </p:nvSpPr>
            <p:spPr>
              <a:xfrm>
                <a:off x="4220329" y="5986622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80 w 6343"/>
                  <a:gd name="connsiteY1" fmla="*/ 5614 h 6345"/>
                  <a:gd name="connsiteX2" fmla="*/ 6609 w 6343"/>
                  <a:gd name="connsiteY2" fmla="*/ 3370 h 6345"/>
                  <a:gd name="connsiteX3" fmla="*/ 5680 w 6343"/>
                  <a:gd name="connsiteY3" fmla="*/ 1127 h 6345"/>
                  <a:gd name="connsiteX4" fmla="*/ 3437 w 6343"/>
                  <a:gd name="connsiteY4" fmla="*/ 198 h 6345"/>
                  <a:gd name="connsiteX5" fmla="*/ 1194 w 6343"/>
                  <a:gd name="connsiteY5" fmla="*/ 1127 h 6345"/>
                  <a:gd name="connsiteX6" fmla="*/ 265 w 6343"/>
                  <a:gd name="connsiteY6" fmla="*/ 3370 h 6345"/>
                  <a:gd name="connsiteX7" fmla="*/ 1194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8" y="6543"/>
                      <a:pt x="5085" y="6209"/>
                      <a:pt x="5680" y="5614"/>
                    </a:cubicBezTo>
                    <a:cubicBezTo>
                      <a:pt x="6274" y="5019"/>
                      <a:pt x="6609" y="4212"/>
                      <a:pt x="6609" y="3370"/>
                    </a:cubicBezTo>
                    <a:cubicBezTo>
                      <a:pt x="6609" y="2529"/>
                      <a:pt x="6274" y="1722"/>
                      <a:pt x="5680" y="1127"/>
                    </a:cubicBezTo>
                    <a:cubicBezTo>
                      <a:pt x="5085" y="532"/>
                      <a:pt x="4278" y="198"/>
                      <a:pt x="3437" y="198"/>
                    </a:cubicBezTo>
                    <a:cubicBezTo>
                      <a:pt x="2596" y="198"/>
                      <a:pt x="1789" y="532"/>
                      <a:pt x="1194" y="1127"/>
                    </a:cubicBezTo>
                    <a:cubicBezTo>
                      <a:pt x="600" y="1722"/>
                      <a:pt x="265" y="2529"/>
                      <a:pt x="265" y="3370"/>
                    </a:cubicBezTo>
                    <a:cubicBezTo>
                      <a:pt x="265" y="4212"/>
                      <a:pt x="600" y="5019"/>
                      <a:pt x="1194" y="5614"/>
                    </a:cubicBezTo>
                    <a:cubicBezTo>
                      <a:pt x="1789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42" name="Freeform: Shape 4741">
                <a:extLst>
                  <a:ext uri="{FF2B5EF4-FFF2-40B4-BE49-F238E27FC236}">
                    <a16:creationId xmlns:a16="http://schemas.microsoft.com/office/drawing/2014/main" id="{A2C0BCA0-3474-E000-004A-C8156B02A79C}"/>
                  </a:ext>
                </a:extLst>
              </p:cNvPr>
              <p:cNvSpPr/>
              <p:nvPr/>
            </p:nvSpPr>
            <p:spPr>
              <a:xfrm>
                <a:off x="4215479" y="5986329"/>
                <a:ext cx="6343" cy="6345"/>
              </a:xfrm>
              <a:custGeom>
                <a:avLst/>
                <a:gdLst>
                  <a:gd name="connsiteX0" fmla="*/ 3437 w 6343"/>
                  <a:gd name="connsiteY0" fmla="*/ 6543 h 6345"/>
                  <a:gd name="connsiteX1" fmla="*/ 5679 w 6343"/>
                  <a:gd name="connsiteY1" fmla="*/ 5614 h 6345"/>
                  <a:gd name="connsiteX2" fmla="*/ 6608 w 6343"/>
                  <a:gd name="connsiteY2" fmla="*/ 3370 h 6345"/>
                  <a:gd name="connsiteX3" fmla="*/ 5679 w 6343"/>
                  <a:gd name="connsiteY3" fmla="*/ 1127 h 6345"/>
                  <a:gd name="connsiteX4" fmla="*/ 3437 w 6343"/>
                  <a:gd name="connsiteY4" fmla="*/ 198 h 6345"/>
                  <a:gd name="connsiteX5" fmla="*/ 1194 w 6343"/>
                  <a:gd name="connsiteY5" fmla="*/ 1127 h 6345"/>
                  <a:gd name="connsiteX6" fmla="*/ 265 w 6343"/>
                  <a:gd name="connsiteY6" fmla="*/ 3370 h 6345"/>
                  <a:gd name="connsiteX7" fmla="*/ 1194 w 6343"/>
                  <a:gd name="connsiteY7" fmla="*/ 5614 h 6345"/>
                  <a:gd name="connsiteX8" fmla="*/ 343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7" y="6543"/>
                    </a:moveTo>
                    <a:cubicBezTo>
                      <a:pt x="4278" y="6543"/>
                      <a:pt x="5085" y="6209"/>
                      <a:pt x="5679" y="5614"/>
                    </a:cubicBezTo>
                    <a:cubicBezTo>
                      <a:pt x="6274" y="5019"/>
                      <a:pt x="6608" y="4212"/>
                      <a:pt x="6608" y="3370"/>
                    </a:cubicBezTo>
                    <a:cubicBezTo>
                      <a:pt x="6608" y="2529"/>
                      <a:pt x="6274" y="1722"/>
                      <a:pt x="5679" y="1127"/>
                    </a:cubicBezTo>
                    <a:cubicBezTo>
                      <a:pt x="5085" y="532"/>
                      <a:pt x="4278" y="198"/>
                      <a:pt x="3437" y="198"/>
                    </a:cubicBezTo>
                    <a:cubicBezTo>
                      <a:pt x="2596" y="198"/>
                      <a:pt x="1789" y="532"/>
                      <a:pt x="1194" y="1127"/>
                    </a:cubicBezTo>
                    <a:cubicBezTo>
                      <a:pt x="599" y="1722"/>
                      <a:pt x="265" y="2529"/>
                      <a:pt x="265" y="3370"/>
                    </a:cubicBezTo>
                    <a:cubicBezTo>
                      <a:pt x="265" y="4212"/>
                      <a:pt x="599" y="5019"/>
                      <a:pt x="1194" y="5614"/>
                    </a:cubicBezTo>
                    <a:cubicBezTo>
                      <a:pt x="1789" y="6209"/>
                      <a:pt x="2596" y="6543"/>
                      <a:pt x="343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43" name="Freeform: Shape 4742">
                <a:extLst>
                  <a:ext uri="{FF2B5EF4-FFF2-40B4-BE49-F238E27FC236}">
                    <a16:creationId xmlns:a16="http://schemas.microsoft.com/office/drawing/2014/main" id="{B1CE0F89-3667-548C-F14E-5C73B416419C}"/>
                  </a:ext>
                </a:extLst>
              </p:cNvPr>
              <p:cNvSpPr/>
              <p:nvPr/>
            </p:nvSpPr>
            <p:spPr>
              <a:xfrm>
                <a:off x="4210834" y="5986126"/>
                <a:ext cx="6343" cy="6345"/>
              </a:xfrm>
              <a:custGeom>
                <a:avLst/>
                <a:gdLst>
                  <a:gd name="connsiteX0" fmla="*/ 3436 w 6343"/>
                  <a:gd name="connsiteY0" fmla="*/ 6543 h 6345"/>
                  <a:gd name="connsiteX1" fmla="*/ 5679 w 6343"/>
                  <a:gd name="connsiteY1" fmla="*/ 5614 h 6345"/>
                  <a:gd name="connsiteX2" fmla="*/ 6608 w 6343"/>
                  <a:gd name="connsiteY2" fmla="*/ 3370 h 6345"/>
                  <a:gd name="connsiteX3" fmla="*/ 5679 w 6343"/>
                  <a:gd name="connsiteY3" fmla="*/ 1127 h 6345"/>
                  <a:gd name="connsiteX4" fmla="*/ 3436 w 6343"/>
                  <a:gd name="connsiteY4" fmla="*/ 198 h 6345"/>
                  <a:gd name="connsiteX5" fmla="*/ 1194 w 6343"/>
                  <a:gd name="connsiteY5" fmla="*/ 1127 h 6345"/>
                  <a:gd name="connsiteX6" fmla="*/ 265 w 6343"/>
                  <a:gd name="connsiteY6" fmla="*/ 3370 h 6345"/>
                  <a:gd name="connsiteX7" fmla="*/ 1194 w 6343"/>
                  <a:gd name="connsiteY7" fmla="*/ 5614 h 6345"/>
                  <a:gd name="connsiteX8" fmla="*/ 343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43"/>
                    </a:moveTo>
                    <a:cubicBezTo>
                      <a:pt x="4277" y="6543"/>
                      <a:pt x="5084" y="6209"/>
                      <a:pt x="5679" y="5614"/>
                    </a:cubicBezTo>
                    <a:cubicBezTo>
                      <a:pt x="6274" y="5019"/>
                      <a:pt x="6608" y="4212"/>
                      <a:pt x="6608" y="3370"/>
                    </a:cubicBezTo>
                    <a:cubicBezTo>
                      <a:pt x="6608" y="2529"/>
                      <a:pt x="6274" y="1722"/>
                      <a:pt x="5679" y="1127"/>
                    </a:cubicBezTo>
                    <a:cubicBezTo>
                      <a:pt x="5084" y="532"/>
                      <a:pt x="4277" y="198"/>
                      <a:pt x="3436" y="198"/>
                    </a:cubicBezTo>
                    <a:cubicBezTo>
                      <a:pt x="2595" y="198"/>
                      <a:pt x="1788" y="532"/>
                      <a:pt x="1194" y="1127"/>
                    </a:cubicBezTo>
                    <a:cubicBezTo>
                      <a:pt x="599" y="1722"/>
                      <a:pt x="265" y="2529"/>
                      <a:pt x="265" y="3370"/>
                    </a:cubicBezTo>
                    <a:cubicBezTo>
                      <a:pt x="265" y="4212"/>
                      <a:pt x="599" y="5019"/>
                      <a:pt x="1194" y="5614"/>
                    </a:cubicBezTo>
                    <a:cubicBezTo>
                      <a:pt x="1788" y="6209"/>
                      <a:pt x="2595" y="6543"/>
                      <a:pt x="343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44" name="Freeform: Shape 4743">
                <a:extLst>
                  <a:ext uri="{FF2B5EF4-FFF2-40B4-BE49-F238E27FC236}">
                    <a16:creationId xmlns:a16="http://schemas.microsoft.com/office/drawing/2014/main" id="{5BA175E1-2A64-0D97-44E5-6CABF54A6500}"/>
                  </a:ext>
                </a:extLst>
              </p:cNvPr>
              <p:cNvSpPr/>
              <p:nvPr/>
            </p:nvSpPr>
            <p:spPr>
              <a:xfrm>
                <a:off x="4205867" y="5985621"/>
                <a:ext cx="6343" cy="6345"/>
              </a:xfrm>
              <a:custGeom>
                <a:avLst/>
                <a:gdLst>
                  <a:gd name="connsiteX0" fmla="*/ 3436 w 6343"/>
                  <a:gd name="connsiteY0" fmla="*/ 6543 h 6345"/>
                  <a:gd name="connsiteX1" fmla="*/ 5679 w 6343"/>
                  <a:gd name="connsiteY1" fmla="*/ 5614 h 6345"/>
                  <a:gd name="connsiteX2" fmla="*/ 6607 w 6343"/>
                  <a:gd name="connsiteY2" fmla="*/ 3370 h 6345"/>
                  <a:gd name="connsiteX3" fmla="*/ 5679 w 6343"/>
                  <a:gd name="connsiteY3" fmla="*/ 1127 h 6345"/>
                  <a:gd name="connsiteX4" fmla="*/ 3436 w 6343"/>
                  <a:gd name="connsiteY4" fmla="*/ 197 h 6345"/>
                  <a:gd name="connsiteX5" fmla="*/ 1193 w 6343"/>
                  <a:gd name="connsiteY5" fmla="*/ 1127 h 6345"/>
                  <a:gd name="connsiteX6" fmla="*/ 264 w 6343"/>
                  <a:gd name="connsiteY6" fmla="*/ 3370 h 6345"/>
                  <a:gd name="connsiteX7" fmla="*/ 1193 w 6343"/>
                  <a:gd name="connsiteY7" fmla="*/ 5614 h 6345"/>
                  <a:gd name="connsiteX8" fmla="*/ 343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43"/>
                    </a:moveTo>
                    <a:cubicBezTo>
                      <a:pt x="4277" y="6543"/>
                      <a:pt x="5084" y="6209"/>
                      <a:pt x="5679" y="5614"/>
                    </a:cubicBezTo>
                    <a:cubicBezTo>
                      <a:pt x="6273" y="5019"/>
                      <a:pt x="6607" y="4212"/>
                      <a:pt x="6607" y="3370"/>
                    </a:cubicBezTo>
                    <a:cubicBezTo>
                      <a:pt x="6607" y="2529"/>
                      <a:pt x="6273" y="1722"/>
                      <a:pt x="5679" y="1127"/>
                    </a:cubicBezTo>
                    <a:cubicBezTo>
                      <a:pt x="5084" y="532"/>
                      <a:pt x="4277" y="197"/>
                      <a:pt x="3436" y="197"/>
                    </a:cubicBezTo>
                    <a:cubicBezTo>
                      <a:pt x="2595" y="197"/>
                      <a:pt x="1788" y="532"/>
                      <a:pt x="1193" y="1127"/>
                    </a:cubicBezTo>
                    <a:cubicBezTo>
                      <a:pt x="599" y="1722"/>
                      <a:pt x="264" y="2529"/>
                      <a:pt x="264" y="3370"/>
                    </a:cubicBezTo>
                    <a:cubicBezTo>
                      <a:pt x="264" y="4212"/>
                      <a:pt x="599" y="5019"/>
                      <a:pt x="1193" y="5614"/>
                    </a:cubicBezTo>
                    <a:cubicBezTo>
                      <a:pt x="1788" y="6209"/>
                      <a:pt x="2595" y="6543"/>
                      <a:pt x="343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45" name="Freeform: Shape 4744">
                <a:extLst>
                  <a:ext uri="{FF2B5EF4-FFF2-40B4-BE49-F238E27FC236}">
                    <a16:creationId xmlns:a16="http://schemas.microsoft.com/office/drawing/2014/main" id="{9B43EDC5-86E4-7D3B-7E17-5DAFF92FC7FB}"/>
                  </a:ext>
                </a:extLst>
              </p:cNvPr>
              <p:cNvSpPr/>
              <p:nvPr/>
            </p:nvSpPr>
            <p:spPr>
              <a:xfrm>
                <a:off x="4201330" y="5985378"/>
                <a:ext cx="6343" cy="6345"/>
              </a:xfrm>
              <a:custGeom>
                <a:avLst/>
                <a:gdLst>
                  <a:gd name="connsiteX0" fmla="*/ 3436 w 6343"/>
                  <a:gd name="connsiteY0" fmla="*/ 6543 h 6345"/>
                  <a:gd name="connsiteX1" fmla="*/ 5678 w 6343"/>
                  <a:gd name="connsiteY1" fmla="*/ 5614 h 6345"/>
                  <a:gd name="connsiteX2" fmla="*/ 6607 w 6343"/>
                  <a:gd name="connsiteY2" fmla="*/ 3370 h 6345"/>
                  <a:gd name="connsiteX3" fmla="*/ 5678 w 6343"/>
                  <a:gd name="connsiteY3" fmla="*/ 1127 h 6345"/>
                  <a:gd name="connsiteX4" fmla="*/ 3436 w 6343"/>
                  <a:gd name="connsiteY4" fmla="*/ 197 h 6345"/>
                  <a:gd name="connsiteX5" fmla="*/ 1193 w 6343"/>
                  <a:gd name="connsiteY5" fmla="*/ 1127 h 6345"/>
                  <a:gd name="connsiteX6" fmla="*/ 264 w 6343"/>
                  <a:gd name="connsiteY6" fmla="*/ 3370 h 6345"/>
                  <a:gd name="connsiteX7" fmla="*/ 1193 w 6343"/>
                  <a:gd name="connsiteY7" fmla="*/ 5614 h 6345"/>
                  <a:gd name="connsiteX8" fmla="*/ 343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43"/>
                    </a:moveTo>
                    <a:cubicBezTo>
                      <a:pt x="4277" y="6543"/>
                      <a:pt x="5083" y="6209"/>
                      <a:pt x="5678" y="5614"/>
                    </a:cubicBezTo>
                    <a:cubicBezTo>
                      <a:pt x="6273" y="5019"/>
                      <a:pt x="6607" y="4212"/>
                      <a:pt x="6607" y="3370"/>
                    </a:cubicBezTo>
                    <a:cubicBezTo>
                      <a:pt x="6607" y="2529"/>
                      <a:pt x="6273" y="1722"/>
                      <a:pt x="5678" y="1127"/>
                    </a:cubicBezTo>
                    <a:cubicBezTo>
                      <a:pt x="5083" y="532"/>
                      <a:pt x="4277" y="197"/>
                      <a:pt x="3436" y="197"/>
                    </a:cubicBezTo>
                    <a:cubicBezTo>
                      <a:pt x="2594" y="197"/>
                      <a:pt x="1788" y="532"/>
                      <a:pt x="1193" y="1127"/>
                    </a:cubicBezTo>
                    <a:cubicBezTo>
                      <a:pt x="598" y="1722"/>
                      <a:pt x="264" y="2529"/>
                      <a:pt x="264" y="3370"/>
                    </a:cubicBezTo>
                    <a:cubicBezTo>
                      <a:pt x="264" y="4212"/>
                      <a:pt x="598" y="5019"/>
                      <a:pt x="1193" y="5614"/>
                    </a:cubicBezTo>
                    <a:cubicBezTo>
                      <a:pt x="1788" y="6209"/>
                      <a:pt x="2594" y="6543"/>
                      <a:pt x="343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46" name="Freeform: Shape 4745">
                <a:extLst>
                  <a:ext uri="{FF2B5EF4-FFF2-40B4-BE49-F238E27FC236}">
                    <a16:creationId xmlns:a16="http://schemas.microsoft.com/office/drawing/2014/main" id="{A1877402-86A6-564A-5180-716A73D7CF6F}"/>
                  </a:ext>
                </a:extLst>
              </p:cNvPr>
              <p:cNvSpPr/>
              <p:nvPr/>
            </p:nvSpPr>
            <p:spPr>
              <a:xfrm>
                <a:off x="4197070" y="5985290"/>
                <a:ext cx="6343" cy="6345"/>
              </a:xfrm>
              <a:custGeom>
                <a:avLst/>
                <a:gdLst>
                  <a:gd name="connsiteX0" fmla="*/ 3435 w 6343"/>
                  <a:gd name="connsiteY0" fmla="*/ 6543 h 6345"/>
                  <a:gd name="connsiteX1" fmla="*/ 5678 w 6343"/>
                  <a:gd name="connsiteY1" fmla="*/ 5614 h 6345"/>
                  <a:gd name="connsiteX2" fmla="*/ 6607 w 6343"/>
                  <a:gd name="connsiteY2" fmla="*/ 3370 h 6345"/>
                  <a:gd name="connsiteX3" fmla="*/ 5678 w 6343"/>
                  <a:gd name="connsiteY3" fmla="*/ 1127 h 6345"/>
                  <a:gd name="connsiteX4" fmla="*/ 3435 w 6343"/>
                  <a:gd name="connsiteY4" fmla="*/ 197 h 6345"/>
                  <a:gd name="connsiteX5" fmla="*/ 1193 w 6343"/>
                  <a:gd name="connsiteY5" fmla="*/ 1127 h 6345"/>
                  <a:gd name="connsiteX6" fmla="*/ 264 w 6343"/>
                  <a:gd name="connsiteY6" fmla="*/ 3370 h 6345"/>
                  <a:gd name="connsiteX7" fmla="*/ 1193 w 6343"/>
                  <a:gd name="connsiteY7" fmla="*/ 5614 h 6345"/>
                  <a:gd name="connsiteX8" fmla="*/ 343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43"/>
                    </a:moveTo>
                    <a:cubicBezTo>
                      <a:pt x="4276" y="6543"/>
                      <a:pt x="5083" y="6209"/>
                      <a:pt x="5678" y="5614"/>
                    </a:cubicBezTo>
                    <a:cubicBezTo>
                      <a:pt x="6273" y="5019"/>
                      <a:pt x="6607" y="4212"/>
                      <a:pt x="6607" y="3370"/>
                    </a:cubicBezTo>
                    <a:cubicBezTo>
                      <a:pt x="6607" y="2529"/>
                      <a:pt x="6273" y="1722"/>
                      <a:pt x="5678" y="1127"/>
                    </a:cubicBezTo>
                    <a:cubicBezTo>
                      <a:pt x="5083" y="532"/>
                      <a:pt x="4276" y="197"/>
                      <a:pt x="3435" y="197"/>
                    </a:cubicBezTo>
                    <a:cubicBezTo>
                      <a:pt x="2594" y="197"/>
                      <a:pt x="1787" y="532"/>
                      <a:pt x="1193" y="1127"/>
                    </a:cubicBezTo>
                    <a:cubicBezTo>
                      <a:pt x="598" y="1722"/>
                      <a:pt x="264" y="2529"/>
                      <a:pt x="264" y="3370"/>
                    </a:cubicBezTo>
                    <a:cubicBezTo>
                      <a:pt x="264" y="4212"/>
                      <a:pt x="598" y="5019"/>
                      <a:pt x="1193" y="5614"/>
                    </a:cubicBezTo>
                    <a:cubicBezTo>
                      <a:pt x="1787" y="6209"/>
                      <a:pt x="2594" y="6543"/>
                      <a:pt x="343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47" name="Freeform: Shape 4746">
                <a:extLst>
                  <a:ext uri="{FF2B5EF4-FFF2-40B4-BE49-F238E27FC236}">
                    <a16:creationId xmlns:a16="http://schemas.microsoft.com/office/drawing/2014/main" id="{78FB045A-C808-EDB0-865E-0C3478DBA16D}"/>
                  </a:ext>
                </a:extLst>
              </p:cNvPr>
              <p:cNvSpPr/>
              <p:nvPr/>
            </p:nvSpPr>
            <p:spPr>
              <a:xfrm>
                <a:off x="4192378" y="5984811"/>
                <a:ext cx="6343" cy="6345"/>
              </a:xfrm>
              <a:custGeom>
                <a:avLst/>
                <a:gdLst>
                  <a:gd name="connsiteX0" fmla="*/ 3435 w 6343"/>
                  <a:gd name="connsiteY0" fmla="*/ 6543 h 6345"/>
                  <a:gd name="connsiteX1" fmla="*/ 5677 w 6343"/>
                  <a:gd name="connsiteY1" fmla="*/ 5614 h 6345"/>
                  <a:gd name="connsiteX2" fmla="*/ 6606 w 6343"/>
                  <a:gd name="connsiteY2" fmla="*/ 3370 h 6345"/>
                  <a:gd name="connsiteX3" fmla="*/ 5677 w 6343"/>
                  <a:gd name="connsiteY3" fmla="*/ 1127 h 6345"/>
                  <a:gd name="connsiteX4" fmla="*/ 3435 w 6343"/>
                  <a:gd name="connsiteY4" fmla="*/ 197 h 6345"/>
                  <a:gd name="connsiteX5" fmla="*/ 1192 w 6343"/>
                  <a:gd name="connsiteY5" fmla="*/ 1127 h 6345"/>
                  <a:gd name="connsiteX6" fmla="*/ 263 w 6343"/>
                  <a:gd name="connsiteY6" fmla="*/ 3370 h 6345"/>
                  <a:gd name="connsiteX7" fmla="*/ 1192 w 6343"/>
                  <a:gd name="connsiteY7" fmla="*/ 5614 h 6345"/>
                  <a:gd name="connsiteX8" fmla="*/ 343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43"/>
                    </a:moveTo>
                    <a:cubicBezTo>
                      <a:pt x="4276" y="6543"/>
                      <a:pt x="5083" y="6209"/>
                      <a:pt x="5677" y="5614"/>
                    </a:cubicBezTo>
                    <a:cubicBezTo>
                      <a:pt x="6272" y="5019"/>
                      <a:pt x="6606" y="4212"/>
                      <a:pt x="6606" y="3370"/>
                    </a:cubicBezTo>
                    <a:cubicBezTo>
                      <a:pt x="6606" y="2529"/>
                      <a:pt x="6272" y="1722"/>
                      <a:pt x="5677" y="1127"/>
                    </a:cubicBezTo>
                    <a:cubicBezTo>
                      <a:pt x="5083" y="532"/>
                      <a:pt x="4276" y="197"/>
                      <a:pt x="3435" y="197"/>
                    </a:cubicBezTo>
                    <a:cubicBezTo>
                      <a:pt x="2594" y="197"/>
                      <a:pt x="1787" y="532"/>
                      <a:pt x="1192" y="1127"/>
                    </a:cubicBezTo>
                    <a:cubicBezTo>
                      <a:pt x="597" y="1722"/>
                      <a:pt x="263" y="2529"/>
                      <a:pt x="263" y="3370"/>
                    </a:cubicBezTo>
                    <a:cubicBezTo>
                      <a:pt x="263" y="4212"/>
                      <a:pt x="597" y="5019"/>
                      <a:pt x="1192" y="5614"/>
                    </a:cubicBezTo>
                    <a:cubicBezTo>
                      <a:pt x="1787" y="6209"/>
                      <a:pt x="2594" y="6543"/>
                      <a:pt x="343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48" name="Freeform: Shape 4747">
                <a:extLst>
                  <a:ext uri="{FF2B5EF4-FFF2-40B4-BE49-F238E27FC236}">
                    <a16:creationId xmlns:a16="http://schemas.microsoft.com/office/drawing/2014/main" id="{5B7282C9-BF77-6CAD-40A3-8A48B618167F}"/>
                  </a:ext>
                </a:extLst>
              </p:cNvPr>
              <p:cNvSpPr/>
              <p:nvPr/>
            </p:nvSpPr>
            <p:spPr>
              <a:xfrm>
                <a:off x="4188813" y="5985161"/>
                <a:ext cx="6343" cy="6345"/>
              </a:xfrm>
              <a:custGeom>
                <a:avLst/>
                <a:gdLst>
                  <a:gd name="connsiteX0" fmla="*/ 3435 w 6343"/>
                  <a:gd name="connsiteY0" fmla="*/ 6543 h 6345"/>
                  <a:gd name="connsiteX1" fmla="*/ 5677 w 6343"/>
                  <a:gd name="connsiteY1" fmla="*/ 5614 h 6345"/>
                  <a:gd name="connsiteX2" fmla="*/ 6606 w 6343"/>
                  <a:gd name="connsiteY2" fmla="*/ 3370 h 6345"/>
                  <a:gd name="connsiteX3" fmla="*/ 5677 w 6343"/>
                  <a:gd name="connsiteY3" fmla="*/ 1127 h 6345"/>
                  <a:gd name="connsiteX4" fmla="*/ 3435 w 6343"/>
                  <a:gd name="connsiteY4" fmla="*/ 197 h 6345"/>
                  <a:gd name="connsiteX5" fmla="*/ 1192 w 6343"/>
                  <a:gd name="connsiteY5" fmla="*/ 1127 h 6345"/>
                  <a:gd name="connsiteX6" fmla="*/ 263 w 6343"/>
                  <a:gd name="connsiteY6" fmla="*/ 3370 h 6345"/>
                  <a:gd name="connsiteX7" fmla="*/ 1192 w 6343"/>
                  <a:gd name="connsiteY7" fmla="*/ 5614 h 6345"/>
                  <a:gd name="connsiteX8" fmla="*/ 343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43"/>
                    </a:moveTo>
                    <a:cubicBezTo>
                      <a:pt x="4276" y="6543"/>
                      <a:pt x="5082" y="6209"/>
                      <a:pt x="5677" y="5614"/>
                    </a:cubicBezTo>
                    <a:cubicBezTo>
                      <a:pt x="6272" y="5019"/>
                      <a:pt x="6606" y="4212"/>
                      <a:pt x="6606" y="3370"/>
                    </a:cubicBezTo>
                    <a:cubicBezTo>
                      <a:pt x="6606" y="2529"/>
                      <a:pt x="6272" y="1722"/>
                      <a:pt x="5677" y="1127"/>
                    </a:cubicBezTo>
                    <a:cubicBezTo>
                      <a:pt x="5082" y="532"/>
                      <a:pt x="4276" y="197"/>
                      <a:pt x="3435" y="197"/>
                    </a:cubicBezTo>
                    <a:cubicBezTo>
                      <a:pt x="2593" y="197"/>
                      <a:pt x="1787" y="532"/>
                      <a:pt x="1192" y="1127"/>
                    </a:cubicBezTo>
                    <a:cubicBezTo>
                      <a:pt x="597" y="1722"/>
                      <a:pt x="263" y="2529"/>
                      <a:pt x="263" y="3370"/>
                    </a:cubicBezTo>
                    <a:cubicBezTo>
                      <a:pt x="263" y="4212"/>
                      <a:pt x="597" y="5019"/>
                      <a:pt x="1192" y="5614"/>
                    </a:cubicBezTo>
                    <a:cubicBezTo>
                      <a:pt x="1787" y="6209"/>
                      <a:pt x="2593" y="6543"/>
                      <a:pt x="343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49" name="Freeform: Shape 4748">
                <a:extLst>
                  <a:ext uri="{FF2B5EF4-FFF2-40B4-BE49-F238E27FC236}">
                    <a16:creationId xmlns:a16="http://schemas.microsoft.com/office/drawing/2014/main" id="{A004216B-72D4-69CF-9E7D-A59F94EB904E}"/>
                  </a:ext>
                </a:extLst>
              </p:cNvPr>
              <p:cNvSpPr/>
              <p:nvPr/>
            </p:nvSpPr>
            <p:spPr>
              <a:xfrm>
                <a:off x="4183932" y="5984417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7 w 6343"/>
                  <a:gd name="connsiteY1" fmla="*/ 5614 h 6345"/>
                  <a:gd name="connsiteX2" fmla="*/ 6606 w 6343"/>
                  <a:gd name="connsiteY2" fmla="*/ 3370 h 6345"/>
                  <a:gd name="connsiteX3" fmla="*/ 5677 w 6343"/>
                  <a:gd name="connsiteY3" fmla="*/ 1127 h 6345"/>
                  <a:gd name="connsiteX4" fmla="*/ 3434 w 6343"/>
                  <a:gd name="connsiteY4" fmla="*/ 197 h 6345"/>
                  <a:gd name="connsiteX5" fmla="*/ 1192 w 6343"/>
                  <a:gd name="connsiteY5" fmla="*/ 1127 h 6345"/>
                  <a:gd name="connsiteX6" fmla="*/ 263 w 6343"/>
                  <a:gd name="connsiteY6" fmla="*/ 3370 h 6345"/>
                  <a:gd name="connsiteX7" fmla="*/ 1192 w 6343"/>
                  <a:gd name="connsiteY7" fmla="*/ 5614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2" y="6208"/>
                      <a:pt x="5677" y="5614"/>
                    </a:cubicBezTo>
                    <a:cubicBezTo>
                      <a:pt x="6272" y="5019"/>
                      <a:pt x="6606" y="4212"/>
                      <a:pt x="6606" y="3370"/>
                    </a:cubicBezTo>
                    <a:cubicBezTo>
                      <a:pt x="6606" y="2529"/>
                      <a:pt x="6272" y="1722"/>
                      <a:pt x="5677" y="1127"/>
                    </a:cubicBezTo>
                    <a:cubicBezTo>
                      <a:pt x="5082" y="532"/>
                      <a:pt x="4275" y="197"/>
                      <a:pt x="3434" y="197"/>
                    </a:cubicBezTo>
                    <a:cubicBezTo>
                      <a:pt x="2593" y="197"/>
                      <a:pt x="1786" y="532"/>
                      <a:pt x="1192" y="1127"/>
                    </a:cubicBezTo>
                    <a:cubicBezTo>
                      <a:pt x="597" y="1722"/>
                      <a:pt x="263" y="2529"/>
                      <a:pt x="263" y="3370"/>
                    </a:cubicBezTo>
                    <a:cubicBezTo>
                      <a:pt x="263" y="4212"/>
                      <a:pt x="597" y="5019"/>
                      <a:pt x="1192" y="5614"/>
                    </a:cubicBezTo>
                    <a:cubicBezTo>
                      <a:pt x="1786" y="6208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50" name="Freeform: Shape 4749">
                <a:extLst>
                  <a:ext uri="{FF2B5EF4-FFF2-40B4-BE49-F238E27FC236}">
                    <a16:creationId xmlns:a16="http://schemas.microsoft.com/office/drawing/2014/main" id="{0164F956-8C89-0975-2826-22FEACF5698E}"/>
                  </a:ext>
                </a:extLst>
              </p:cNvPr>
              <p:cNvSpPr/>
              <p:nvPr/>
            </p:nvSpPr>
            <p:spPr>
              <a:xfrm>
                <a:off x="4180572" y="5984838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7 w 6343"/>
                  <a:gd name="connsiteY1" fmla="*/ 5614 h 6345"/>
                  <a:gd name="connsiteX2" fmla="*/ 6605 w 6343"/>
                  <a:gd name="connsiteY2" fmla="*/ 3370 h 6345"/>
                  <a:gd name="connsiteX3" fmla="*/ 5677 w 6343"/>
                  <a:gd name="connsiteY3" fmla="*/ 1127 h 6345"/>
                  <a:gd name="connsiteX4" fmla="*/ 3434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4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2" y="6209"/>
                      <a:pt x="5677" y="5614"/>
                    </a:cubicBezTo>
                    <a:cubicBezTo>
                      <a:pt x="6271" y="5019"/>
                      <a:pt x="6605" y="4212"/>
                      <a:pt x="6605" y="3370"/>
                    </a:cubicBezTo>
                    <a:cubicBezTo>
                      <a:pt x="6605" y="2529"/>
                      <a:pt x="6271" y="1722"/>
                      <a:pt x="5677" y="1127"/>
                    </a:cubicBezTo>
                    <a:cubicBezTo>
                      <a:pt x="5082" y="532"/>
                      <a:pt x="4275" y="197"/>
                      <a:pt x="3434" y="197"/>
                    </a:cubicBezTo>
                    <a:cubicBezTo>
                      <a:pt x="2593" y="197"/>
                      <a:pt x="1786" y="532"/>
                      <a:pt x="1191" y="1127"/>
                    </a:cubicBezTo>
                    <a:cubicBezTo>
                      <a:pt x="597" y="1722"/>
                      <a:pt x="262" y="2529"/>
                      <a:pt x="262" y="3370"/>
                    </a:cubicBezTo>
                    <a:cubicBezTo>
                      <a:pt x="262" y="4212"/>
                      <a:pt x="597" y="5019"/>
                      <a:pt x="1191" y="5614"/>
                    </a:cubicBezTo>
                    <a:cubicBezTo>
                      <a:pt x="1786" y="6209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51" name="Freeform: Shape 4750">
                <a:extLst>
                  <a:ext uri="{FF2B5EF4-FFF2-40B4-BE49-F238E27FC236}">
                    <a16:creationId xmlns:a16="http://schemas.microsoft.com/office/drawing/2014/main" id="{8DE71344-4ECE-AEFA-96F1-7E3151903458}"/>
                  </a:ext>
                </a:extLst>
              </p:cNvPr>
              <p:cNvSpPr/>
              <p:nvPr/>
            </p:nvSpPr>
            <p:spPr>
              <a:xfrm>
                <a:off x="4175799" y="5984062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6 w 6343"/>
                  <a:gd name="connsiteY1" fmla="*/ 5614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4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4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1" y="6208"/>
                      <a:pt x="5676" y="5614"/>
                    </a:cubicBezTo>
                    <a:cubicBezTo>
                      <a:pt x="6271" y="5019"/>
                      <a:pt x="6605" y="4211"/>
                      <a:pt x="6605" y="3370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1" y="532"/>
                      <a:pt x="4275" y="197"/>
                      <a:pt x="3434" y="197"/>
                    </a:cubicBezTo>
                    <a:cubicBezTo>
                      <a:pt x="2592" y="197"/>
                      <a:pt x="1786" y="532"/>
                      <a:pt x="1191" y="1127"/>
                    </a:cubicBezTo>
                    <a:cubicBezTo>
                      <a:pt x="596" y="1722"/>
                      <a:pt x="262" y="2529"/>
                      <a:pt x="262" y="3370"/>
                    </a:cubicBezTo>
                    <a:cubicBezTo>
                      <a:pt x="262" y="4211"/>
                      <a:pt x="596" y="5019"/>
                      <a:pt x="1191" y="5614"/>
                    </a:cubicBezTo>
                    <a:cubicBezTo>
                      <a:pt x="1786" y="6208"/>
                      <a:pt x="2592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52" name="Freeform: Shape 4751">
                <a:extLst>
                  <a:ext uri="{FF2B5EF4-FFF2-40B4-BE49-F238E27FC236}">
                    <a16:creationId xmlns:a16="http://schemas.microsoft.com/office/drawing/2014/main" id="{A2F396D3-04F7-04A9-A3CC-3A5C07EBEC0D}"/>
                  </a:ext>
                </a:extLst>
              </p:cNvPr>
              <p:cNvSpPr/>
              <p:nvPr/>
            </p:nvSpPr>
            <p:spPr>
              <a:xfrm>
                <a:off x="4171084" y="5983267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3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3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3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8"/>
                      <a:pt x="5676" y="5613"/>
                    </a:cubicBezTo>
                    <a:cubicBezTo>
                      <a:pt x="6271" y="5018"/>
                      <a:pt x="6605" y="4211"/>
                      <a:pt x="6605" y="3370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1" y="532"/>
                      <a:pt x="4274" y="197"/>
                      <a:pt x="3433" y="197"/>
                    </a:cubicBezTo>
                    <a:cubicBezTo>
                      <a:pt x="2592" y="197"/>
                      <a:pt x="1785" y="532"/>
                      <a:pt x="1191" y="1127"/>
                    </a:cubicBezTo>
                    <a:cubicBezTo>
                      <a:pt x="596" y="1722"/>
                      <a:pt x="262" y="2529"/>
                      <a:pt x="262" y="3370"/>
                    </a:cubicBezTo>
                    <a:cubicBezTo>
                      <a:pt x="262" y="4211"/>
                      <a:pt x="596" y="5018"/>
                      <a:pt x="1191" y="5613"/>
                    </a:cubicBezTo>
                    <a:cubicBezTo>
                      <a:pt x="1785" y="6208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53" name="Freeform: Shape 4752">
                <a:extLst>
                  <a:ext uri="{FF2B5EF4-FFF2-40B4-BE49-F238E27FC236}">
                    <a16:creationId xmlns:a16="http://schemas.microsoft.com/office/drawing/2014/main" id="{B0EAD9EE-EB71-1E0E-3016-F8F58CE20864}"/>
                  </a:ext>
                </a:extLst>
              </p:cNvPr>
              <p:cNvSpPr/>
              <p:nvPr/>
            </p:nvSpPr>
            <p:spPr>
              <a:xfrm>
                <a:off x="4167614" y="5983454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3 h 6345"/>
                  <a:gd name="connsiteX2" fmla="*/ 6604 w 6343"/>
                  <a:gd name="connsiteY2" fmla="*/ 3370 h 6345"/>
                  <a:gd name="connsiteX3" fmla="*/ 5676 w 6343"/>
                  <a:gd name="connsiteY3" fmla="*/ 1127 h 6345"/>
                  <a:gd name="connsiteX4" fmla="*/ 3433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3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8"/>
                      <a:pt x="5676" y="5613"/>
                    </a:cubicBezTo>
                    <a:cubicBezTo>
                      <a:pt x="6270" y="5018"/>
                      <a:pt x="6604" y="4211"/>
                      <a:pt x="6604" y="3370"/>
                    </a:cubicBezTo>
                    <a:cubicBezTo>
                      <a:pt x="6604" y="2529"/>
                      <a:pt x="6270" y="1722"/>
                      <a:pt x="5676" y="1127"/>
                    </a:cubicBezTo>
                    <a:cubicBezTo>
                      <a:pt x="5081" y="532"/>
                      <a:pt x="4274" y="197"/>
                      <a:pt x="3433" y="197"/>
                    </a:cubicBezTo>
                    <a:cubicBezTo>
                      <a:pt x="2592" y="197"/>
                      <a:pt x="1785" y="532"/>
                      <a:pt x="1190" y="1127"/>
                    </a:cubicBezTo>
                    <a:cubicBezTo>
                      <a:pt x="596" y="1722"/>
                      <a:pt x="261" y="2529"/>
                      <a:pt x="261" y="3370"/>
                    </a:cubicBezTo>
                    <a:cubicBezTo>
                      <a:pt x="261" y="4211"/>
                      <a:pt x="596" y="5018"/>
                      <a:pt x="1190" y="5613"/>
                    </a:cubicBezTo>
                    <a:cubicBezTo>
                      <a:pt x="1785" y="6208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54" name="Freeform: Shape 4753">
                <a:extLst>
                  <a:ext uri="{FF2B5EF4-FFF2-40B4-BE49-F238E27FC236}">
                    <a16:creationId xmlns:a16="http://schemas.microsoft.com/office/drawing/2014/main" id="{A424913C-9D68-0187-7944-651CE75CCDFA}"/>
                  </a:ext>
                </a:extLst>
              </p:cNvPr>
              <p:cNvSpPr/>
              <p:nvPr/>
            </p:nvSpPr>
            <p:spPr>
              <a:xfrm>
                <a:off x="4164655" y="5984036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5 w 6343"/>
                  <a:gd name="connsiteY1" fmla="*/ 5614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3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4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8"/>
                      <a:pt x="5675" y="5614"/>
                    </a:cubicBezTo>
                    <a:cubicBezTo>
                      <a:pt x="6270" y="5019"/>
                      <a:pt x="6604" y="4211"/>
                      <a:pt x="6604" y="3370"/>
                    </a:cubicBezTo>
                    <a:cubicBezTo>
                      <a:pt x="6604" y="2529"/>
                      <a:pt x="6270" y="1722"/>
                      <a:pt x="5675" y="1127"/>
                    </a:cubicBezTo>
                    <a:cubicBezTo>
                      <a:pt x="5081" y="532"/>
                      <a:pt x="4274" y="197"/>
                      <a:pt x="3433" y="197"/>
                    </a:cubicBezTo>
                    <a:cubicBezTo>
                      <a:pt x="2592" y="197"/>
                      <a:pt x="1785" y="532"/>
                      <a:pt x="1190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1"/>
                      <a:pt x="595" y="5019"/>
                      <a:pt x="1190" y="5614"/>
                    </a:cubicBezTo>
                    <a:cubicBezTo>
                      <a:pt x="1785" y="6208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55" name="Freeform: Shape 4754">
                <a:extLst>
                  <a:ext uri="{FF2B5EF4-FFF2-40B4-BE49-F238E27FC236}">
                    <a16:creationId xmlns:a16="http://schemas.microsoft.com/office/drawing/2014/main" id="{AAA7F094-6EF9-7852-8E95-1F5BD743D751}"/>
                  </a:ext>
                </a:extLst>
              </p:cNvPr>
              <p:cNvSpPr/>
              <p:nvPr/>
            </p:nvSpPr>
            <p:spPr>
              <a:xfrm>
                <a:off x="4162377" y="5985175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4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2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4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4" y="6543"/>
                      <a:pt x="5080" y="6209"/>
                      <a:pt x="5675" y="5614"/>
                    </a:cubicBezTo>
                    <a:cubicBezTo>
                      <a:pt x="6270" y="5019"/>
                      <a:pt x="6604" y="4212"/>
                      <a:pt x="6604" y="3370"/>
                    </a:cubicBezTo>
                    <a:cubicBezTo>
                      <a:pt x="6604" y="2529"/>
                      <a:pt x="6270" y="1722"/>
                      <a:pt x="5675" y="1127"/>
                    </a:cubicBezTo>
                    <a:cubicBezTo>
                      <a:pt x="5080" y="532"/>
                      <a:pt x="4274" y="197"/>
                      <a:pt x="3432" y="197"/>
                    </a:cubicBezTo>
                    <a:cubicBezTo>
                      <a:pt x="2591" y="197"/>
                      <a:pt x="1785" y="532"/>
                      <a:pt x="1190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2"/>
                      <a:pt x="595" y="5019"/>
                      <a:pt x="1190" y="5614"/>
                    </a:cubicBezTo>
                    <a:cubicBezTo>
                      <a:pt x="1785" y="6209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56" name="Freeform: Shape 4755">
                <a:extLst>
                  <a:ext uri="{FF2B5EF4-FFF2-40B4-BE49-F238E27FC236}">
                    <a16:creationId xmlns:a16="http://schemas.microsoft.com/office/drawing/2014/main" id="{9B03F94D-18B0-A19D-38F0-53CEF547E4E7}"/>
                  </a:ext>
                </a:extLst>
              </p:cNvPr>
              <p:cNvSpPr/>
              <p:nvPr/>
            </p:nvSpPr>
            <p:spPr>
              <a:xfrm>
                <a:off x="4158820" y="5985181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4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2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4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9"/>
                      <a:pt x="5675" y="5614"/>
                    </a:cubicBezTo>
                    <a:cubicBezTo>
                      <a:pt x="6270" y="5019"/>
                      <a:pt x="6604" y="4212"/>
                      <a:pt x="6604" y="3370"/>
                    </a:cubicBezTo>
                    <a:cubicBezTo>
                      <a:pt x="6604" y="2529"/>
                      <a:pt x="6270" y="1722"/>
                      <a:pt x="5675" y="1127"/>
                    </a:cubicBezTo>
                    <a:cubicBezTo>
                      <a:pt x="5080" y="532"/>
                      <a:pt x="4273" y="197"/>
                      <a:pt x="3432" y="197"/>
                    </a:cubicBezTo>
                    <a:cubicBezTo>
                      <a:pt x="2591" y="197"/>
                      <a:pt x="1784" y="532"/>
                      <a:pt x="1190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2"/>
                      <a:pt x="595" y="5019"/>
                      <a:pt x="1190" y="5614"/>
                    </a:cubicBezTo>
                    <a:cubicBezTo>
                      <a:pt x="1784" y="6209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57" name="Freeform: Shape 4756">
                <a:extLst>
                  <a:ext uri="{FF2B5EF4-FFF2-40B4-BE49-F238E27FC236}">
                    <a16:creationId xmlns:a16="http://schemas.microsoft.com/office/drawing/2014/main" id="{51AAD1AE-D594-1D80-8D46-0A46895D699B}"/>
                  </a:ext>
                </a:extLst>
              </p:cNvPr>
              <p:cNvSpPr/>
              <p:nvPr/>
            </p:nvSpPr>
            <p:spPr>
              <a:xfrm>
                <a:off x="4157072" y="5986743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4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2 w 6343"/>
                  <a:gd name="connsiteY4" fmla="*/ 198 h 6345"/>
                  <a:gd name="connsiteX5" fmla="*/ 1189 w 6343"/>
                  <a:gd name="connsiteY5" fmla="*/ 1127 h 6345"/>
                  <a:gd name="connsiteX6" fmla="*/ 261 w 6343"/>
                  <a:gd name="connsiteY6" fmla="*/ 3370 h 6345"/>
                  <a:gd name="connsiteX7" fmla="*/ 1189 w 6343"/>
                  <a:gd name="connsiteY7" fmla="*/ 5614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9"/>
                      <a:pt x="5675" y="5614"/>
                    </a:cubicBezTo>
                    <a:cubicBezTo>
                      <a:pt x="6269" y="5019"/>
                      <a:pt x="6604" y="4212"/>
                      <a:pt x="6604" y="3370"/>
                    </a:cubicBezTo>
                    <a:cubicBezTo>
                      <a:pt x="6604" y="2529"/>
                      <a:pt x="6269" y="1722"/>
                      <a:pt x="5675" y="1127"/>
                    </a:cubicBezTo>
                    <a:cubicBezTo>
                      <a:pt x="5080" y="532"/>
                      <a:pt x="4273" y="198"/>
                      <a:pt x="3432" y="198"/>
                    </a:cubicBezTo>
                    <a:cubicBezTo>
                      <a:pt x="2591" y="198"/>
                      <a:pt x="1784" y="532"/>
                      <a:pt x="1189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2"/>
                      <a:pt x="595" y="5019"/>
                      <a:pt x="1189" y="5614"/>
                    </a:cubicBezTo>
                    <a:cubicBezTo>
                      <a:pt x="1784" y="6209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58" name="Freeform: Shape 4757">
                <a:extLst>
                  <a:ext uri="{FF2B5EF4-FFF2-40B4-BE49-F238E27FC236}">
                    <a16:creationId xmlns:a16="http://schemas.microsoft.com/office/drawing/2014/main" id="{AA933414-979C-E75F-6965-BE1868352005}"/>
                  </a:ext>
                </a:extLst>
              </p:cNvPr>
              <p:cNvSpPr/>
              <p:nvPr/>
            </p:nvSpPr>
            <p:spPr>
              <a:xfrm>
                <a:off x="4154159" y="5987256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4 w 6343"/>
                  <a:gd name="connsiteY1" fmla="*/ 5614 h 6345"/>
                  <a:gd name="connsiteX2" fmla="*/ 6603 w 6343"/>
                  <a:gd name="connsiteY2" fmla="*/ 3370 h 6345"/>
                  <a:gd name="connsiteX3" fmla="*/ 5674 w 6343"/>
                  <a:gd name="connsiteY3" fmla="*/ 1127 h 6345"/>
                  <a:gd name="connsiteX4" fmla="*/ 3432 w 6343"/>
                  <a:gd name="connsiteY4" fmla="*/ 198 h 6345"/>
                  <a:gd name="connsiteX5" fmla="*/ 1189 w 6343"/>
                  <a:gd name="connsiteY5" fmla="*/ 1127 h 6345"/>
                  <a:gd name="connsiteX6" fmla="*/ 260 w 6343"/>
                  <a:gd name="connsiteY6" fmla="*/ 3370 h 6345"/>
                  <a:gd name="connsiteX7" fmla="*/ 1189 w 6343"/>
                  <a:gd name="connsiteY7" fmla="*/ 5614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9"/>
                      <a:pt x="5674" y="5614"/>
                    </a:cubicBezTo>
                    <a:cubicBezTo>
                      <a:pt x="6269" y="5019"/>
                      <a:pt x="6603" y="4212"/>
                      <a:pt x="6603" y="3370"/>
                    </a:cubicBezTo>
                    <a:cubicBezTo>
                      <a:pt x="6603" y="2529"/>
                      <a:pt x="6269" y="1722"/>
                      <a:pt x="5674" y="1127"/>
                    </a:cubicBezTo>
                    <a:cubicBezTo>
                      <a:pt x="5080" y="532"/>
                      <a:pt x="4273" y="198"/>
                      <a:pt x="3432" y="198"/>
                    </a:cubicBezTo>
                    <a:cubicBezTo>
                      <a:pt x="2591" y="198"/>
                      <a:pt x="1784" y="532"/>
                      <a:pt x="1189" y="1127"/>
                    </a:cubicBezTo>
                    <a:cubicBezTo>
                      <a:pt x="594" y="1722"/>
                      <a:pt x="260" y="2529"/>
                      <a:pt x="260" y="3370"/>
                    </a:cubicBezTo>
                    <a:cubicBezTo>
                      <a:pt x="260" y="4212"/>
                      <a:pt x="594" y="5019"/>
                      <a:pt x="1189" y="5614"/>
                    </a:cubicBezTo>
                    <a:cubicBezTo>
                      <a:pt x="1784" y="6209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59" name="Freeform: Shape 4758">
                <a:extLst>
                  <a:ext uri="{FF2B5EF4-FFF2-40B4-BE49-F238E27FC236}">
                    <a16:creationId xmlns:a16="http://schemas.microsoft.com/office/drawing/2014/main" id="{EBC6B58C-0B29-539B-CC14-0D4B79D6CBF7}"/>
                  </a:ext>
                </a:extLst>
              </p:cNvPr>
              <p:cNvSpPr/>
              <p:nvPr/>
            </p:nvSpPr>
            <p:spPr>
              <a:xfrm>
                <a:off x="4151703" y="5988155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4 w 6343"/>
                  <a:gd name="connsiteY1" fmla="*/ 5614 h 6345"/>
                  <a:gd name="connsiteX2" fmla="*/ 6603 w 6343"/>
                  <a:gd name="connsiteY2" fmla="*/ 3370 h 6345"/>
                  <a:gd name="connsiteX3" fmla="*/ 5674 w 6343"/>
                  <a:gd name="connsiteY3" fmla="*/ 1127 h 6345"/>
                  <a:gd name="connsiteX4" fmla="*/ 3432 w 6343"/>
                  <a:gd name="connsiteY4" fmla="*/ 198 h 6345"/>
                  <a:gd name="connsiteX5" fmla="*/ 1189 w 6343"/>
                  <a:gd name="connsiteY5" fmla="*/ 1127 h 6345"/>
                  <a:gd name="connsiteX6" fmla="*/ 260 w 6343"/>
                  <a:gd name="connsiteY6" fmla="*/ 3370 h 6345"/>
                  <a:gd name="connsiteX7" fmla="*/ 1189 w 6343"/>
                  <a:gd name="connsiteY7" fmla="*/ 5614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9"/>
                      <a:pt x="5674" y="5614"/>
                    </a:cubicBezTo>
                    <a:cubicBezTo>
                      <a:pt x="6269" y="5019"/>
                      <a:pt x="6603" y="4212"/>
                      <a:pt x="6603" y="3370"/>
                    </a:cubicBezTo>
                    <a:cubicBezTo>
                      <a:pt x="6603" y="2529"/>
                      <a:pt x="6269" y="1722"/>
                      <a:pt x="5674" y="1127"/>
                    </a:cubicBezTo>
                    <a:cubicBezTo>
                      <a:pt x="5080" y="532"/>
                      <a:pt x="4273" y="198"/>
                      <a:pt x="3432" y="198"/>
                    </a:cubicBezTo>
                    <a:cubicBezTo>
                      <a:pt x="2591" y="198"/>
                      <a:pt x="1784" y="532"/>
                      <a:pt x="1189" y="1127"/>
                    </a:cubicBezTo>
                    <a:cubicBezTo>
                      <a:pt x="594" y="1722"/>
                      <a:pt x="260" y="2529"/>
                      <a:pt x="260" y="3370"/>
                    </a:cubicBezTo>
                    <a:cubicBezTo>
                      <a:pt x="260" y="4212"/>
                      <a:pt x="594" y="5019"/>
                      <a:pt x="1189" y="5614"/>
                    </a:cubicBezTo>
                    <a:cubicBezTo>
                      <a:pt x="1784" y="6209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60" name="Freeform: Shape 4759">
                <a:extLst>
                  <a:ext uri="{FF2B5EF4-FFF2-40B4-BE49-F238E27FC236}">
                    <a16:creationId xmlns:a16="http://schemas.microsoft.com/office/drawing/2014/main" id="{DD93C9A1-7731-F742-33F4-16A8A84F4CBD}"/>
                  </a:ext>
                </a:extLst>
              </p:cNvPr>
              <p:cNvSpPr/>
              <p:nvPr/>
            </p:nvSpPr>
            <p:spPr>
              <a:xfrm>
                <a:off x="4149976" y="5989701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4 w 6343"/>
                  <a:gd name="connsiteY1" fmla="*/ 5614 h 6345"/>
                  <a:gd name="connsiteX2" fmla="*/ 6603 w 6343"/>
                  <a:gd name="connsiteY2" fmla="*/ 3371 h 6345"/>
                  <a:gd name="connsiteX3" fmla="*/ 5674 w 6343"/>
                  <a:gd name="connsiteY3" fmla="*/ 1127 h 6345"/>
                  <a:gd name="connsiteX4" fmla="*/ 3432 w 6343"/>
                  <a:gd name="connsiteY4" fmla="*/ 198 h 6345"/>
                  <a:gd name="connsiteX5" fmla="*/ 1189 w 6343"/>
                  <a:gd name="connsiteY5" fmla="*/ 1127 h 6345"/>
                  <a:gd name="connsiteX6" fmla="*/ 260 w 6343"/>
                  <a:gd name="connsiteY6" fmla="*/ 3371 h 6345"/>
                  <a:gd name="connsiteX7" fmla="*/ 1189 w 6343"/>
                  <a:gd name="connsiteY7" fmla="*/ 5614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79" y="6209"/>
                      <a:pt x="5674" y="5614"/>
                    </a:cubicBezTo>
                    <a:cubicBezTo>
                      <a:pt x="6269" y="5019"/>
                      <a:pt x="6603" y="4212"/>
                      <a:pt x="6603" y="3371"/>
                    </a:cubicBezTo>
                    <a:cubicBezTo>
                      <a:pt x="6603" y="2529"/>
                      <a:pt x="6269" y="1722"/>
                      <a:pt x="5674" y="1127"/>
                    </a:cubicBezTo>
                    <a:cubicBezTo>
                      <a:pt x="5079" y="532"/>
                      <a:pt x="4273" y="198"/>
                      <a:pt x="3432" y="198"/>
                    </a:cubicBezTo>
                    <a:cubicBezTo>
                      <a:pt x="2590" y="198"/>
                      <a:pt x="1784" y="532"/>
                      <a:pt x="1189" y="1127"/>
                    </a:cubicBezTo>
                    <a:cubicBezTo>
                      <a:pt x="594" y="1722"/>
                      <a:pt x="260" y="2529"/>
                      <a:pt x="260" y="3371"/>
                    </a:cubicBezTo>
                    <a:cubicBezTo>
                      <a:pt x="260" y="4212"/>
                      <a:pt x="594" y="5019"/>
                      <a:pt x="1189" y="5614"/>
                    </a:cubicBezTo>
                    <a:cubicBezTo>
                      <a:pt x="1784" y="6209"/>
                      <a:pt x="2590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61" name="Freeform: Shape 4760">
                <a:extLst>
                  <a:ext uri="{FF2B5EF4-FFF2-40B4-BE49-F238E27FC236}">
                    <a16:creationId xmlns:a16="http://schemas.microsoft.com/office/drawing/2014/main" id="{51D438BC-ADD3-9C4B-4527-5513AEAA493D}"/>
                  </a:ext>
                </a:extLst>
              </p:cNvPr>
              <p:cNvSpPr/>
              <p:nvPr/>
            </p:nvSpPr>
            <p:spPr>
              <a:xfrm>
                <a:off x="4143722" y="5987037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4 h 6345"/>
                  <a:gd name="connsiteX2" fmla="*/ 6603 w 6343"/>
                  <a:gd name="connsiteY2" fmla="*/ 3370 h 6345"/>
                  <a:gd name="connsiteX3" fmla="*/ 5674 w 6343"/>
                  <a:gd name="connsiteY3" fmla="*/ 1127 h 6345"/>
                  <a:gd name="connsiteX4" fmla="*/ 3431 w 6343"/>
                  <a:gd name="connsiteY4" fmla="*/ 198 h 6345"/>
                  <a:gd name="connsiteX5" fmla="*/ 1188 w 6343"/>
                  <a:gd name="connsiteY5" fmla="*/ 1127 h 6345"/>
                  <a:gd name="connsiteX6" fmla="*/ 259 w 6343"/>
                  <a:gd name="connsiteY6" fmla="*/ 3370 h 6345"/>
                  <a:gd name="connsiteX7" fmla="*/ 1188 w 6343"/>
                  <a:gd name="connsiteY7" fmla="*/ 5614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9"/>
                      <a:pt x="5674" y="5614"/>
                    </a:cubicBezTo>
                    <a:cubicBezTo>
                      <a:pt x="6268" y="5019"/>
                      <a:pt x="6603" y="4212"/>
                      <a:pt x="6603" y="3370"/>
                    </a:cubicBezTo>
                    <a:cubicBezTo>
                      <a:pt x="6603" y="2529"/>
                      <a:pt x="6268" y="1722"/>
                      <a:pt x="5674" y="1127"/>
                    </a:cubicBezTo>
                    <a:cubicBezTo>
                      <a:pt x="5079" y="532"/>
                      <a:pt x="4272" y="198"/>
                      <a:pt x="3431" y="198"/>
                    </a:cubicBezTo>
                    <a:cubicBezTo>
                      <a:pt x="2590" y="198"/>
                      <a:pt x="1783" y="532"/>
                      <a:pt x="1188" y="1127"/>
                    </a:cubicBezTo>
                    <a:cubicBezTo>
                      <a:pt x="594" y="1722"/>
                      <a:pt x="259" y="2529"/>
                      <a:pt x="259" y="3370"/>
                    </a:cubicBezTo>
                    <a:cubicBezTo>
                      <a:pt x="259" y="4212"/>
                      <a:pt x="594" y="5019"/>
                      <a:pt x="1188" y="5614"/>
                    </a:cubicBezTo>
                    <a:cubicBezTo>
                      <a:pt x="1783" y="6209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62" name="Freeform: Shape 4761">
                <a:extLst>
                  <a:ext uri="{FF2B5EF4-FFF2-40B4-BE49-F238E27FC236}">
                    <a16:creationId xmlns:a16="http://schemas.microsoft.com/office/drawing/2014/main" id="{10C42872-12C3-A248-8A95-5BA724A61C86}"/>
                  </a:ext>
                </a:extLst>
              </p:cNvPr>
              <p:cNvSpPr/>
              <p:nvPr/>
            </p:nvSpPr>
            <p:spPr>
              <a:xfrm>
                <a:off x="4139911" y="5986565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3 w 6343"/>
                  <a:gd name="connsiteY1" fmla="*/ 5614 h 6345"/>
                  <a:gd name="connsiteX2" fmla="*/ 6602 w 6343"/>
                  <a:gd name="connsiteY2" fmla="*/ 3370 h 6345"/>
                  <a:gd name="connsiteX3" fmla="*/ 5673 w 6343"/>
                  <a:gd name="connsiteY3" fmla="*/ 1127 h 6345"/>
                  <a:gd name="connsiteX4" fmla="*/ 3431 w 6343"/>
                  <a:gd name="connsiteY4" fmla="*/ 198 h 6345"/>
                  <a:gd name="connsiteX5" fmla="*/ 1188 w 6343"/>
                  <a:gd name="connsiteY5" fmla="*/ 1127 h 6345"/>
                  <a:gd name="connsiteX6" fmla="*/ 259 w 6343"/>
                  <a:gd name="connsiteY6" fmla="*/ 3370 h 6345"/>
                  <a:gd name="connsiteX7" fmla="*/ 1188 w 6343"/>
                  <a:gd name="connsiteY7" fmla="*/ 5614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9"/>
                      <a:pt x="5673" y="5614"/>
                    </a:cubicBezTo>
                    <a:cubicBezTo>
                      <a:pt x="6268" y="5019"/>
                      <a:pt x="6602" y="4212"/>
                      <a:pt x="6602" y="3370"/>
                    </a:cubicBezTo>
                    <a:cubicBezTo>
                      <a:pt x="6602" y="2529"/>
                      <a:pt x="6268" y="1722"/>
                      <a:pt x="5673" y="1127"/>
                    </a:cubicBezTo>
                    <a:cubicBezTo>
                      <a:pt x="5079" y="532"/>
                      <a:pt x="4272" y="198"/>
                      <a:pt x="3431" y="198"/>
                    </a:cubicBezTo>
                    <a:cubicBezTo>
                      <a:pt x="2590" y="198"/>
                      <a:pt x="1783" y="532"/>
                      <a:pt x="1188" y="1127"/>
                    </a:cubicBezTo>
                    <a:cubicBezTo>
                      <a:pt x="593" y="1722"/>
                      <a:pt x="259" y="2529"/>
                      <a:pt x="259" y="3370"/>
                    </a:cubicBezTo>
                    <a:cubicBezTo>
                      <a:pt x="259" y="4212"/>
                      <a:pt x="593" y="5019"/>
                      <a:pt x="1188" y="5614"/>
                    </a:cubicBezTo>
                    <a:cubicBezTo>
                      <a:pt x="1783" y="6209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63" name="Freeform: Shape 4762">
                <a:extLst>
                  <a:ext uri="{FF2B5EF4-FFF2-40B4-BE49-F238E27FC236}">
                    <a16:creationId xmlns:a16="http://schemas.microsoft.com/office/drawing/2014/main" id="{ABEF1DE5-2542-CA4C-E8AB-3524CCEAFAC2}"/>
                  </a:ext>
                </a:extLst>
              </p:cNvPr>
              <p:cNvSpPr/>
              <p:nvPr/>
            </p:nvSpPr>
            <p:spPr>
              <a:xfrm>
                <a:off x="4137719" y="5987581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3 w 6343"/>
                  <a:gd name="connsiteY1" fmla="*/ 5614 h 6345"/>
                  <a:gd name="connsiteX2" fmla="*/ 6602 w 6343"/>
                  <a:gd name="connsiteY2" fmla="*/ 3370 h 6345"/>
                  <a:gd name="connsiteX3" fmla="*/ 5673 w 6343"/>
                  <a:gd name="connsiteY3" fmla="*/ 1127 h 6345"/>
                  <a:gd name="connsiteX4" fmla="*/ 3431 w 6343"/>
                  <a:gd name="connsiteY4" fmla="*/ 198 h 6345"/>
                  <a:gd name="connsiteX5" fmla="*/ 1188 w 6343"/>
                  <a:gd name="connsiteY5" fmla="*/ 1127 h 6345"/>
                  <a:gd name="connsiteX6" fmla="*/ 259 w 6343"/>
                  <a:gd name="connsiteY6" fmla="*/ 3370 h 6345"/>
                  <a:gd name="connsiteX7" fmla="*/ 1188 w 6343"/>
                  <a:gd name="connsiteY7" fmla="*/ 5614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8" y="6209"/>
                      <a:pt x="5673" y="5614"/>
                    </a:cubicBezTo>
                    <a:cubicBezTo>
                      <a:pt x="6268" y="5019"/>
                      <a:pt x="6602" y="4212"/>
                      <a:pt x="6602" y="3370"/>
                    </a:cubicBezTo>
                    <a:cubicBezTo>
                      <a:pt x="6602" y="2529"/>
                      <a:pt x="6268" y="1722"/>
                      <a:pt x="5673" y="1127"/>
                    </a:cubicBezTo>
                    <a:cubicBezTo>
                      <a:pt x="5078" y="532"/>
                      <a:pt x="4272" y="198"/>
                      <a:pt x="3431" y="198"/>
                    </a:cubicBezTo>
                    <a:cubicBezTo>
                      <a:pt x="2589" y="198"/>
                      <a:pt x="1783" y="532"/>
                      <a:pt x="1188" y="1127"/>
                    </a:cubicBezTo>
                    <a:cubicBezTo>
                      <a:pt x="593" y="1722"/>
                      <a:pt x="259" y="2529"/>
                      <a:pt x="259" y="3370"/>
                    </a:cubicBezTo>
                    <a:cubicBezTo>
                      <a:pt x="259" y="4212"/>
                      <a:pt x="593" y="5019"/>
                      <a:pt x="1188" y="5614"/>
                    </a:cubicBezTo>
                    <a:cubicBezTo>
                      <a:pt x="1783" y="6209"/>
                      <a:pt x="2589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64" name="Freeform: Shape 4763">
                <a:extLst>
                  <a:ext uri="{FF2B5EF4-FFF2-40B4-BE49-F238E27FC236}">
                    <a16:creationId xmlns:a16="http://schemas.microsoft.com/office/drawing/2014/main" id="{032D25A1-D87B-4014-A62A-997D9D9696F8}"/>
                  </a:ext>
                </a:extLst>
              </p:cNvPr>
              <p:cNvSpPr/>
              <p:nvPr/>
            </p:nvSpPr>
            <p:spPr>
              <a:xfrm>
                <a:off x="4135084" y="5988155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3 w 6343"/>
                  <a:gd name="connsiteY1" fmla="*/ 5614 h 6345"/>
                  <a:gd name="connsiteX2" fmla="*/ 6602 w 6343"/>
                  <a:gd name="connsiteY2" fmla="*/ 3370 h 6345"/>
                  <a:gd name="connsiteX3" fmla="*/ 5673 w 6343"/>
                  <a:gd name="connsiteY3" fmla="*/ 1127 h 6345"/>
                  <a:gd name="connsiteX4" fmla="*/ 3430 w 6343"/>
                  <a:gd name="connsiteY4" fmla="*/ 198 h 6345"/>
                  <a:gd name="connsiteX5" fmla="*/ 1188 w 6343"/>
                  <a:gd name="connsiteY5" fmla="*/ 1127 h 6345"/>
                  <a:gd name="connsiteX6" fmla="*/ 259 w 6343"/>
                  <a:gd name="connsiteY6" fmla="*/ 3370 h 6345"/>
                  <a:gd name="connsiteX7" fmla="*/ 1188 w 6343"/>
                  <a:gd name="connsiteY7" fmla="*/ 5614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8" y="6209"/>
                      <a:pt x="5673" y="5614"/>
                    </a:cubicBezTo>
                    <a:cubicBezTo>
                      <a:pt x="6268" y="5019"/>
                      <a:pt x="6602" y="4212"/>
                      <a:pt x="6602" y="3370"/>
                    </a:cubicBezTo>
                    <a:cubicBezTo>
                      <a:pt x="6602" y="2529"/>
                      <a:pt x="6268" y="1722"/>
                      <a:pt x="5673" y="1127"/>
                    </a:cubicBezTo>
                    <a:cubicBezTo>
                      <a:pt x="5078" y="532"/>
                      <a:pt x="4271" y="198"/>
                      <a:pt x="3430" y="198"/>
                    </a:cubicBezTo>
                    <a:cubicBezTo>
                      <a:pt x="2589" y="198"/>
                      <a:pt x="1782" y="532"/>
                      <a:pt x="1188" y="1127"/>
                    </a:cubicBezTo>
                    <a:cubicBezTo>
                      <a:pt x="593" y="1722"/>
                      <a:pt x="259" y="2529"/>
                      <a:pt x="259" y="3370"/>
                    </a:cubicBezTo>
                    <a:cubicBezTo>
                      <a:pt x="259" y="4212"/>
                      <a:pt x="593" y="5019"/>
                      <a:pt x="1188" y="5614"/>
                    </a:cubicBezTo>
                    <a:cubicBezTo>
                      <a:pt x="1782" y="6209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65" name="Freeform: Shape 4764">
                <a:extLst>
                  <a:ext uri="{FF2B5EF4-FFF2-40B4-BE49-F238E27FC236}">
                    <a16:creationId xmlns:a16="http://schemas.microsoft.com/office/drawing/2014/main" id="{80BADE67-4F79-F6AE-ADB4-7E6265A30645}"/>
                  </a:ext>
                </a:extLst>
              </p:cNvPr>
              <p:cNvSpPr/>
              <p:nvPr/>
            </p:nvSpPr>
            <p:spPr>
              <a:xfrm>
                <a:off x="4132284" y="5988542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3 w 6343"/>
                  <a:gd name="connsiteY1" fmla="*/ 5614 h 6345"/>
                  <a:gd name="connsiteX2" fmla="*/ 6602 w 6343"/>
                  <a:gd name="connsiteY2" fmla="*/ 3370 h 6345"/>
                  <a:gd name="connsiteX3" fmla="*/ 5673 w 6343"/>
                  <a:gd name="connsiteY3" fmla="*/ 1127 h 6345"/>
                  <a:gd name="connsiteX4" fmla="*/ 3430 w 6343"/>
                  <a:gd name="connsiteY4" fmla="*/ 198 h 6345"/>
                  <a:gd name="connsiteX5" fmla="*/ 1187 w 6343"/>
                  <a:gd name="connsiteY5" fmla="*/ 1127 h 6345"/>
                  <a:gd name="connsiteX6" fmla="*/ 259 w 6343"/>
                  <a:gd name="connsiteY6" fmla="*/ 3370 h 6345"/>
                  <a:gd name="connsiteX7" fmla="*/ 1187 w 6343"/>
                  <a:gd name="connsiteY7" fmla="*/ 5614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8" y="6209"/>
                      <a:pt x="5673" y="5614"/>
                    </a:cubicBezTo>
                    <a:cubicBezTo>
                      <a:pt x="6267" y="5019"/>
                      <a:pt x="6602" y="4212"/>
                      <a:pt x="6602" y="3370"/>
                    </a:cubicBezTo>
                    <a:cubicBezTo>
                      <a:pt x="6602" y="2529"/>
                      <a:pt x="6267" y="1722"/>
                      <a:pt x="5673" y="1127"/>
                    </a:cubicBezTo>
                    <a:cubicBezTo>
                      <a:pt x="5078" y="532"/>
                      <a:pt x="4271" y="198"/>
                      <a:pt x="3430" y="198"/>
                    </a:cubicBezTo>
                    <a:cubicBezTo>
                      <a:pt x="2589" y="198"/>
                      <a:pt x="1782" y="532"/>
                      <a:pt x="1187" y="1127"/>
                    </a:cubicBezTo>
                    <a:cubicBezTo>
                      <a:pt x="593" y="1722"/>
                      <a:pt x="259" y="2529"/>
                      <a:pt x="259" y="3370"/>
                    </a:cubicBezTo>
                    <a:cubicBezTo>
                      <a:pt x="259" y="4212"/>
                      <a:pt x="593" y="5019"/>
                      <a:pt x="1187" y="5614"/>
                    </a:cubicBezTo>
                    <a:cubicBezTo>
                      <a:pt x="1782" y="6209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66" name="Freeform: Shape 4765">
                <a:extLst>
                  <a:ext uri="{FF2B5EF4-FFF2-40B4-BE49-F238E27FC236}">
                    <a16:creationId xmlns:a16="http://schemas.microsoft.com/office/drawing/2014/main" id="{8361B72A-3A29-3275-1B45-FB90BF2DEC72}"/>
                  </a:ext>
                </a:extLst>
              </p:cNvPr>
              <p:cNvSpPr/>
              <p:nvPr/>
            </p:nvSpPr>
            <p:spPr>
              <a:xfrm>
                <a:off x="4110201" y="5969843"/>
                <a:ext cx="6343" cy="6345"/>
              </a:xfrm>
              <a:custGeom>
                <a:avLst/>
                <a:gdLst>
                  <a:gd name="connsiteX0" fmla="*/ 3428 w 6343"/>
                  <a:gd name="connsiteY0" fmla="*/ 6542 h 6345"/>
                  <a:gd name="connsiteX1" fmla="*/ 5671 w 6343"/>
                  <a:gd name="connsiteY1" fmla="*/ 5612 h 6345"/>
                  <a:gd name="connsiteX2" fmla="*/ 6600 w 6343"/>
                  <a:gd name="connsiteY2" fmla="*/ 3369 h 6345"/>
                  <a:gd name="connsiteX3" fmla="*/ 5671 w 6343"/>
                  <a:gd name="connsiteY3" fmla="*/ 1125 h 6345"/>
                  <a:gd name="connsiteX4" fmla="*/ 3428 w 6343"/>
                  <a:gd name="connsiteY4" fmla="*/ 196 h 6345"/>
                  <a:gd name="connsiteX5" fmla="*/ 1186 w 6343"/>
                  <a:gd name="connsiteY5" fmla="*/ 1125 h 6345"/>
                  <a:gd name="connsiteX6" fmla="*/ 257 w 6343"/>
                  <a:gd name="connsiteY6" fmla="*/ 3369 h 6345"/>
                  <a:gd name="connsiteX7" fmla="*/ 1186 w 6343"/>
                  <a:gd name="connsiteY7" fmla="*/ 5612 h 6345"/>
                  <a:gd name="connsiteX8" fmla="*/ 342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2"/>
                    </a:moveTo>
                    <a:cubicBezTo>
                      <a:pt x="4269" y="6542"/>
                      <a:pt x="5076" y="6207"/>
                      <a:pt x="5671" y="5612"/>
                    </a:cubicBezTo>
                    <a:cubicBezTo>
                      <a:pt x="6266" y="5017"/>
                      <a:pt x="6600" y="4210"/>
                      <a:pt x="6600" y="3369"/>
                    </a:cubicBezTo>
                    <a:cubicBezTo>
                      <a:pt x="6600" y="2528"/>
                      <a:pt x="6266" y="1720"/>
                      <a:pt x="5671" y="1125"/>
                    </a:cubicBezTo>
                    <a:cubicBezTo>
                      <a:pt x="5076" y="531"/>
                      <a:pt x="4269" y="196"/>
                      <a:pt x="3428" y="196"/>
                    </a:cubicBezTo>
                    <a:cubicBezTo>
                      <a:pt x="2587" y="196"/>
                      <a:pt x="1780" y="531"/>
                      <a:pt x="1186" y="1125"/>
                    </a:cubicBezTo>
                    <a:cubicBezTo>
                      <a:pt x="591" y="1720"/>
                      <a:pt x="257" y="2528"/>
                      <a:pt x="257" y="3369"/>
                    </a:cubicBezTo>
                    <a:cubicBezTo>
                      <a:pt x="257" y="4210"/>
                      <a:pt x="591" y="5017"/>
                      <a:pt x="1186" y="5612"/>
                    </a:cubicBezTo>
                    <a:cubicBezTo>
                      <a:pt x="1780" y="6207"/>
                      <a:pt x="2587" y="6542"/>
                      <a:pt x="342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67" name="Freeform: Shape 4766">
                <a:extLst>
                  <a:ext uri="{FF2B5EF4-FFF2-40B4-BE49-F238E27FC236}">
                    <a16:creationId xmlns:a16="http://schemas.microsoft.com/office/drawing/2014/main" id="{D7AC0719-F16A-0236-80AA-B4B5F982CAC8}"/>
                  </a:ext>
                </a:extLst>
              </p:cNvPr>
              <p:cNvSpPr/>
              <p:nvPr/>
            </p:nvSpPr>
            <p:spPr>
              <a:xfrm>
                <a:off x="4109958" y="5972493"/>
                <a:ext cx="6343" cy="6345"/>
              </a:xfrm>
              <a:custGeom>
                <a:avLst/>
                <a:gdLst>
                  <a:gd name="connsiteX0" fmla="*/ 3428 w 6343"/>
                  <a:gd name="connsiteY0" fmla="*/ 6542 h 6345"/>
                  <a:gd name="connsiteX1" fmla="*/ 5671 w 6343"/>
                  <a:gd name="connsiteY1" fmla="*/ 5613 h 6345"/>
                  <a:gd name="connsiteX2" fmla="*/ 6600 w 6343"/>
                  <a:gd name="connsiteY2" fmla="*/ 3369 h 6345"/>
                  <a:gd name="connsiteX3" fmla="*/ 5671 w 6343"/>
                  <a:gd name="connsiteY3" fmla="*/ 1126 h 6345"/>
                  <a:gd name="connsiteX4" fmla="*/ 3428 w 6343"/>
                  <a:gd name="connsiteY4" fmla="*/ 196 h 6345"/>
                  <a:gd name="connsiteX5" fmla="*/ 1186 w 6343"/>
                  <a:gd name="connsiteY5" fmla="*/ 1126 h 6345"/>
                  <a:gd name="connsiteX6" fmla="*/ 257 w 6343"/>
                  <a:gd name="connsiteY6" fmla="*/ 3369 h 6345"/>
                  <a:gd name="connsiteX7" fmla="*/ 1186 w 6343"/>
                  <a:gd name="connsiteY7" fmla="*/ 5613 h 6345"/>
                  <a:gd name="connsiteX8" fmla="*/ 342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2"/>
                    </a:moveTo>
                    <a:cubicBezTo>
                      <a:pt x="4269" y="6542"/>
                      <a:pt x="5076" y="6208"/>
                      <a:pt x="5671" y="5613"/>
                    </a:cubicBezTo>
                    <a:cubicBezTo>
                      <a:pt x="6266" y="5018"/>
                      <a:pt x="6600" y="4211"/>
                      <a:pt x="6600" y="3369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6" y="531"/>
                      <a:pt x="4269" y="196"/>
                      <a:pt x="3428" y="196"/>
                    </a:cubicBezTo>
                    <a:cubicBezTo>
                      <a:pt x="2587" y="196"/>
                      <a:pt x="1780" y="531"/>
                      <a:pt x="1186" y="1126"/>
                    </a:cubicBezTo>
                    <a:cubicBezTo>
                      <a:pt x="591" y="1721"/>
                      <a:pt x="257" y="2528"/>
                      <a:pt x="257" y="3369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0" y="6208"/>
                      <a:pt x="2587" y="6542"/>
                      <a:pt x="342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68" name="Freeform: Shape 4767">
                <a:extLst>
                  <a:ext uri="{FF2B5EF4-FFF2-40B4-BE49-F238E27FC236}">
                    <a16:creationId xmlns:a16="http://schemas.microsoft.com/office/drawing/2014/main" id="{8641BF67-8187-6A83-1BB0-0916E717F71A}"/>
                  </a:ext>
                </a:extLst>
              </p:cNvPr>
              <p:cNvSpPr/>
              <p:nvPr/>
            </p:nvSpPr>
            <p:spPr>
              <a:xfrm>
                <a:off x="4109360" y="5974814"/>
                <a:ext cx="6343" cy="6345"/>
              </a:xfrm>
              <a:custGeom>
                <a:avLst/>
                <a:gdLst>
                  <a:gd name="connsiteX0" fmla="*/ 3428 w 6343"/>
                  <a:gd name="connsiteY0" fmla="*/ 6542 h 6345"/>
                  <a:gd name="connsiteX1" fmla="*/ 5671 w 6343"/>
                  <a:gd name="connsiteY1" fmla="*/ 5613 h 6345"/>
                  <a:gd name="connsiteX2" fmla="*/ 6600 w 6343"/>
                  <a:gd name="connsiteY2" fmla="*/ 3369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6 w 6343"/>
                  <a:gd name="connsiteY5" fmla="*/ 1126 h 6345"/>
                  <a:gd name="connsiteX6" fmla="*/ 257 w 6343"/>
                  <a:gd name="connsiteY6" fmla="*/ 3369 h 6345"/>
                  <a:gd name="connsiteX7" fmla="*/ 1186 w 6343"/>
                  <a:gd name="connsiteY7" fmla="*/ 5613 h 6345"/>
                  <a:gd name="connsiteX8" fmla="*/ 342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2"/>
                    </a:moveTo>
                    <a:cubicBezTo>
                      <a:pt x="4269" y="6542"/>
                      <a:pt x="5076" y="6208"/>
                      <a:pt x="5671" y="5613"/>
                    </a:cubicBezTo>
                    <a:cubicBezTo>
                      <a:pt x="6266" y="5018"/>
                      <a:pt x="6600" y="4211"/>
                      <a:pt x="6600" y="3369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6" y="1126"/>
                    </a:cubicBezTo>
                    <a:cubicBezTo>
                      <a:pt x="591" y="1721"/>
                      <a:pt x="257" y="2528"/>
                      <a:pt x="257" y="3369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0" y="6208"/>
                      <a:pt x="2587" y="6542"/>
                      <a:pt x="342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69" name="Freeform: Shape 4768">
                <a:extLst>
                  <a:ext uri="{FF2B5EF4-FFF2-40B4-BE49-F238E27FC236}">
                    <a16:creationId xmlns:a16="http://schemas.microsoft.com/office/drawing/2014/main" id="{3A405778-623C-5B34-782D-2DC7AFD46ADE}"/>
                  </a:ext>
                </a:extLst>
              </p:cNvPr>
              <p:cNvSpPr/>
              <p:nvPr/>
            </p:nvSpPr>
            <p:spPr>
              <a:xfrm>
                <a:off x="4115843" y="5984415"/>
                <a:ext cx="6343" cy="6345"/>
              </a:xfrm>
              <a:custGeom>
                <a:avLst/>
                <a:gdLst>
                  <a:gd name="connsiteX0" fmla="*/ 3429 w 6343"/>
                  <a:gd name="connsiteY0" fmla="*/ 6543 h 6345"/>
                  <a:gd name="connsiteX1" fmla="*/ 5671 w 6343"/>
                  <a:gd name="connsiteY1" fmla="*/ 5614 h 6345"/>
                  <a:gd name="connsiteX2" fmla="*/ 6600 w 6343"/>
                  <a:gd name="connsiteY2" fmla="*/ 3370 h 6345"/>
                  <a:gd name="connsiteX3" fmla="*/ 5671 w 6343"/>
                  <a:gd name="connsiteY3" fmla="*/ 1127 h 6345"/>
                  <a:gd name="connsiteX4" fmla="*/ 3429 w 6343"/>
                  <a:gd name="connsiteY4" fmla="*/ 197 h 6345"/>
                  <a:gd name="connsiteX5" fmla="*/ 1186 w 6343"/>
                  <a:gd name="connsiteY5" fmla="*/ 1127 h 6345"/>
                  <a:gd name="connsiteX6" fmla="*/ 257 w 6343"/>
                  <a:gd name="connsiteY6" fmla="*/ 3370 h 6345"/>
                  <a:gd name="connsiteX7" fmla="*/ 1186 w 6343"/>
                  <a:gd name="connsiteY7" fmla="*/ 5614 h 6345"/>
                  <a:gd name="connsiteX8" fmla="*/ 3429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43"/>
                    </a:moveTo>
                    <a:cubicBezTo>
                      <a:pt x="4270" y="6543"/>
                      <a:pt x="5077" y="6208"/>
                      <a:pt x="5671" y="5614"/>
                    </a:cubicBezTo>
                    <a:cubicBezTo>
                      <a:pt x="6266" y="5019"/>
                      <a:pt x="6600" y="4212"/>
                      <a:pt x="6600" y="3370"/>
                    </a:cubicBezTo>
                    <a:cubicBezTo>
                      <a:pt x="6600" y="2529"/>
                      <a:pt x="6266" y="1722"/>
                      <a:pt x="5671" y="1127"/>
                    </a:cubicBezTo>
                    <a:cubicBezTo>
                      <a:pt x="5077" y="532"/>
                      <a:pt x="4270" y="197"/>
                      <a:pt x="3429" y="197"/>
                    </a:cubicBezTo>
                    <a:cubicBezTo>
                      <a:pt x="2588" y="197"/>
                      <a:pt x="1781" y="532"/>
                      <a:pt x="1186" y="1127"/>
                    </a:cubicBezTo>
                    <a:cubicBezTo>
                      <a:pt x="591" y="1722"/>
                      <a:pt x="257" y="2529"/>
                      <a:pt x="257" y="3370"/>
                    </a:cubicBezTo>
                    <a:cubicBezTo>
                      <a:pt x="257" y="4212"/>
                      <a:pt x="591" y="5019"/>
                      <a:pt x="1186" y="5614"/>
                    </a:cubicBezTo>
                    <a:cubicBezTo>
                      <a:pt x="1781" y="6208"/>
                      <a:pt x="2588" y="6543"/>
                      <a:pt x="3429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70" name="Freeform: Shape 4769">
                <a:extLst>
                  <a:ext uri="{FF2B5EF4-FFF2-40B4-BE49-F238E27FC236}">
                    <a16:creationId xmlns:a16="http://schemas.microsoft.com/office/drawing/2014/main" id="{6497C0BF-F9DC-27AE-3267-D5EDFADB7117}"/>
                  </a:ext>
                </a:extLst>
              </p:cNvPr>
              <p:cNvSpPr/>
              <p:nvPr/>
            </p:nvSpPr>
            <p:spPr>
              <a:xfrm>
                <a:off x="4113333" y="5984884"/>
                <a:ext cx="6343" cy="6345"/>
              </a:xfrm>
              <a:custGeom>
                <a:avLst/>
                <a:gdLst>
                  <a:gd name="connsiteX0" fmla="*/ 3429 w 6343"/>
                  <a:gd name="connsiteY0" fmla="*/ 6543 h 6345"/>
                  <a:gd name="connsiteX1" fmla="*/ 5671 w 6343"/>
                  <a:gd name="connsiteY1" fmla="*/ 5614 h 6345"/>
                  <a:gd name="connsiteX2" fmla="*/ 6600 w 6343"/>
                  <a:gd name="connsiteY2" fmla="*/ 3370 h 6345"/>
                  <a:gd name="connsiteX3" fmla="*/ 5671 w 6343"/>
                  <a:gd name="connsiteY3" fmla="*/ 1127 h 6345"/>
                  <a:gd name="connsiteX4" fmla="*/ 3429 w 6343"/>
                  <a:gd name="connsiteY4" fmla="*/ 197 h 6345"/>
                  <a:gd name="connsiteX5" fmla="*/ 1186 w 6343"/>
                  <a:gd name="connsiteY5" fmla="*/ 1127 h 6345"/>
                  <a:gd name="connsiteX6" fmla="*/ 257 w 6343"/>
                  <a:gd name="connsiteY6" fmla="*/ 3370 h 6345"/>
                  <a:gd name="connsiteX7" fmla="*/ 1186 w 6343"/>
                  <a:gd name="connsiteY7" fmla="*/ 5614 h 6345"/>
                  <a:gd name="connsiteX8" fmla="*/ 3429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43"/>
                    </a:moveTo>
                    <a:cubicBezTo>
                      <a:pt x="4270" y="6543"/>
                      <a:pt x="5076" y="6209"/>
                      <a:pt x="5671" y="5614"/>
                    </a:cubicBezTo>
                    <a:cubicBezTo>
                      <a:pt x="6266" y="5019"/>
                      <a:pt x="6600" y="4212"/>
                      <a:pt x="6600" y="3370"/>
                    </a:cubicBezTo>
                    <a:cubicBezTo>
                      <a:pt x="6600" y="2529"/>
                      <a:pt x="6266" y="1722"/>
                      <a:pt x="5671" y="1127"/>
                    </a:cubicBezTo>
                    <a:cubicBezTo>
                      <a:pt x="5076" y="532"/>
                      <a:pt x="4270" y="197"/>
                      <a:pt x="3429" y="197"/>
                    </a:cubicBezTo>
                    <a:cubicBezTo>
                      <a:pt x="2588" y="197"/>
                      <a:pt x="1781" y="532"/>
                      <a:pt x="1186" y="1127"/>
                    </a:cubicBezTo>
                    <a:cubicBezTo>
                      <a:pt x="591" y="1722"/>
                      <a:pt x="257" y="2529"/>
                      <a:pt x="257" y="3370"/>
                    </a:cubicBezTo>
                    <a:cubicBezTo>
                      <a:pt x="257" y="4212"/>
                      <a:pt x="591" y="5019"/>
                      <a:pt x="1186" y="5614"/>
                    </a:cubicBezTo>
                    <a:cubicBezTo>
                      <a:pt x="1781" y="6209"/>
                      <a:pt x="2588" y="6543"/>
                      <a:pt x="3429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71" name="Freeform: Shape 4770">
                <a:extLst>
                  <a:ext uri="{FF2B5EF4-FFF2-40B4-BE49-F238E27FC236}">
                    <a16:creationId xmlns:a16="http://schemas.microsoft.com/office/drawing/2014/main" id="{D7BF8C1C-5A4B-9B95-DFE6-5EFF120913C5}"/>
                  </a:ext>
                </a:extLst>
              </p:cNvPr>
              <p:cNvSpPr/>
              <p:nvPr/>
            </p:nvSpPr>
            <p:spPr>
              <a:xfrm>
                <a:off x="4111182" y="5985706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4 h 6345"/>
                  <a:gd name="connsiteX2" fmla="*/ 6600 w 6343"/>
                  <a:gd name="connsiteY2" fmla="*/ 3370 h 6345"/>
                  <a:gd name="connsiteX3" fmla="*/ 5671 w 6343"/>
                  <a:gd name="connsiteY3" fmla="*/ 1127 h 6345"/>
                  <a:gd name="connsiteX4" fmla="*/ 3428 w 6343"/>
                  <a:gd name="connsiteY4" fmla="*/ 197 h 6345"/>
                  <a:gd name="connsiteX5" fmla="*/ 1186 w 6343"/>
                  <a:gd name="connsiteY5" fmla="*/ 1127 h 6345"/>
                  <a:gd name="connsiteX6" fmla="*/ 257 w 6343"/>
                  <a:gd name="connsiteY6" fmla="*/ 3370 h 6345"/>
                  <a:gd name="connsiteX7" fmla="*/ 1186 w 6343"/>
                  <a:gd name="connsiteY7" fmla="*/ 5614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70" y="6543"/>
                      <a:pt x="5076" y="6209"/>
                      <a:pt x="5671" y="5614"/>
                    </a:cubicBezTo>
                    <a:cubicBezTo>
                      <a:pt x="6266" y="5019"/>
                      <a:pt x="6600" y="4212"/>
                      <a:pt x="6600" y="3370"/>
                    </a:cubicBezTo>
                    <a:cubicBezTo>
                      <a:pt x="6600" y="2529"/>
                      <a:pt x="6266" y="1722"/>
                      <a:pt x="5671" y="1127"/>
                    </a:cubicBezTo>
                    <a:cubicBezTo>
                      <a:pt x="5076" y="532"/>
                      <a:pt x="4270" y="197"/>
                      <a:pt x="3428" y="197"/>
                    </a:cubicBezTo>
                    <a:cubicBezTo>
                      <a:pt x="2587" y="197"/>
                      <a:pt x="1781" y="532"/>
                      <a:pt x="1186" y="1127"/>
                    </a:cubicBezTo>
                    <a:cubicBezTo>
                      <a:pt x="591" y="1722"/>
                      <a:pt x="257" y="2529"/>
                      <a:pt x="257" y="3370"/>
                    </a:cubicBezTo>
                    <a:cubicBezTo>
                      <a:pt x="257" y="4212"/>
                      <a:pt x="591" y="5019"/>
                      <a:pt x="1186" y="5614"/>
                    </a:cubicBezTo>
                    <a:cubicBezTo>
                      <a:pt x="1781" y="6209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72" name="Freeform: Shape 4771">
                <a:extLst>
                  <a:ext uri="{FF2B5EF4-FFF2-40B4-BE49-F238E27FC236}">
                    <a16:creationId xmlns:a16="http://schemas.microsoft.com/office/drawing/2014/main" id="{4F3E657F-8633-6779-6581-E2C9816CCE5C}"/>
                  </a:ext>
                </a:extLst>
              </p:cNvPr>
              <p:cNvSpPr/>
              <p:nvPr/>
            </p:nvSpPr>
            <p:spPr>
              <a:xfrm>
                <a:off x="4108999" y="5986477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4 h 6345"/>
                  <a:gd name="connsiteX2" fmla="*/ 6600 w 6343"/>
                  <a:gd name="connsiteY2" fmla="*/ 3370 h 6345"/>
                  <a:gd name="connsiteX3" fmla="*/ 5671 w 6343"/>
                  <a:gd name="connsiteY3" fmla="*/ 1127 h 6345"/>
                  <a:gd name="connsiteX4" fmla="*/ 3428 w 6343"/>
                  <a:gd name="connsiteY4" fmla="*/ 198 h 6345"/>
                  <a:gd name="connsiteX5" fmla="*/ 1186 w 6343"/>
                  <a:gd name="connsiteY5" fmla="*/ 1127 h 6345"/>
                  <a:gd name="connsiteX6" fmla="*/ 257 w 6343"/>
                  <a:gd name="connsiteY6" fmla="*/ 3370 h 6345"/>
                  <a:gd name="connsiteX7" fmla="*/ 1186 w 6343"/>
                  <a:gd name="connsiteY7" fmla="*/ 5614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9"/>
                      <a:pt x="5671" y="5614"/>
                    </a:cubicBezTo>
                    <a:cubicBezTo>
                      <a:pt x="6266" y="5019"/>
                      <a:pt x="6600" y="4212"/>
                      <a:pt x="6600" y="3370"/>
                    </a:cubicBezTo>
                    <a:cubicBezTo>
                      <a:pt x="6600" y="2529"/>
                      <a:pt x="6266" y="1722"/>
                      <a:pt x="5671" y="1127"/>
                    </a:cubicBezTo>
                    <a:cubicBezTo>
                      <a:pt x="5076" y="532"/>
                      <a:pt x="4269" y="198"/>
                      <a:pt x="3428" y="198"/>
                    </a:cubicBezTo>
                    <a:cubicBezTo>
                      <a:pt x="2587" y="198"/>
                      <a:pt x="1780" y="532"/>
                      <a:pt x="1186" y="1127"/>
                    </a:cubicBezTo>
                    <a:cubicBezTo>
                      <a:pt x="591" y="1722"/>
                      <a:pt x="257" y="2529"/>
                      <a:pt x="257" y="3370"/>
                    </a:cubicBezTo>
                    <a:cubicBezTo>
                      <a:pt x="257" y="4212"/>
                      <a:pt x="591" y="5019"/>
                      <a:pt x="1186" y="5614"/>
                    </a:cubicBezTo>
                    <a:cubicBezTo>
                      <a:pt x="1780" y="6209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73" name="Freeform: Shape 4772">
                <a:extLst>
                  <a:ext uri="{FF2B5EF4-FFF2-40B4-BE49-F238E27FC236}">
                    <a16:creationId xmlns:a16="http://schemas.microsoft.com/office/drawing/2014/main" id="{406CF7C8-9C16-AA90-5451-8990FF27A15C}"/>
                  </a:ext>
                </a:extLst>
              </p:cNvPr>
              <p:cNvSpPr/>
              <p:nvPr/>
            </p:nvSpPr>
            <p:spPr>
              <a:xfrm>
                <a:off x="4106623" y="5987023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4 h 6345"/>
                  <a:gd name="connsiteX2" fmla="*/ 6600 w 6343"/>
                  <a:gd name="connsiteY2" fmla="*/ 3370 h 6345"/>
                  <a:gd name="connsiteX3" fmla="*/ 5671 w 6343"/>
                  <a:gd name="connsiteY3" fmla="*/ 1127 h 6345"/>
                  <a:gd name="connsiteX4" fmla="*/ 3428 w 6343"/>
                  <a:gd name="connsiteY4" fmla="*/ 198 h 6345"/>
                  <a:gd name="connsiteX5" fmla="*/ 1185 w 6343"/>
                  <a:gd name="connsiteY5" fmla="*/ 1127 h 6345"/>
                  <a:gd name="connsiteX6" fmla="*/ 257 w 6343"/>
                  <a:gd name="connsiteY6" fmla="*/ 3370 h 6345"/>
                  <a:gd name="connsiteX7" fmla="*/ 1185 w 6343"/>
                  <a:gd name="connsiteY7" fmla="*/ 5614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9"/>
                      <a:pt x="5671" y="5614"/>
                    </a:cubicBezTo>
                    <a:cubicBezTo>
                      <a:pt x="6265" y="5019"/>
                      <a:pt x="6600" y="4212"/>
                      <a:pt x="6600" y="3370"/>
                    </a:cubicBezTo>
                    <a:cubicBezTo>
                      <a:pt x="6600" y="2529"/>
                      <a:pt x="6265" y="1722"/>
                      <a:pt x="5671" y="1127"/>
                    </a:cubicBezTo>
                    <a:cubicBezTo>
                      <a:pt x="5076" y="532"/>
                      <a:pt x="4269" y="198"/>
                      <a:pt x="3428" y="198"/>
                    </a:cubicBezTo>
                    <a:cubicBezTo>
                      <a:pt x="2587" y="198"/>
                      <a:pt x="1780" y="532"/>
                      <a:pt x="1185" y="1127"/>
                    </a:cubicBezTo>
                    <a:cubicBezTo>
                      <a:pt x="591" y="1722"/>
                      <a:pt x="257" y="2529"/>
                      <a:pt x="257" y="3370"/>
                    </a:cubicBezTo>
                    <a:cubicBezTo>
                      <a:pt x="257" y="4212"/>
                      <a:pt x="591" y="5019"/>
                      <a:pt x="1185" y="5614"/>
                    </a:cubicBezTo>
                    <a:cubicBezTo>
                      <a:pt x="1780" y="6209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74" name="Freeform: Shape 4773">
                <a:extLst>
                  <a:ext uri="{FF2B5EF4-FFF2-40B4-BE49-F238E27FC236}">
                    <a16:creationId xmlns:a16="http://schemas.microsoft.com/office/drawing/2014/main" id="{255ECF66-2F9D-9007-356A-220B20D53988}"/>
                  </a:ext>
                </a:extLst>
              </p:cNvPr>
              <p:cNvSpPr/>
              <p:nvPr/>
            </p:nvSpPr>
            <p:spPr>
              <a:xfrm>
                <a:off x="4099857" y="5982762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0 w 6343"/>
                  <a:gd name="connsiteY1" fmla="*/ 5613 h 6345"/>
                  <a:gd name="connsiteX2" fmla="*/ 6599 w 6343"/>
                  <a:gd name="connsiteY2" fmla="*/ 3370 h 6345"/>
                  <a:gd name="connsiteX3" fmla="*/ 5670 w 6343"/>
                  <a:gd name="connsiteY3" fmla="*/ 1127 h 6345"/>
                  <a:gd name="connsiteX4" fmla="*/ 3428 w 6343"/>
                  <a:gd name="connsiteY4" fmla="*/ 197 h 6345"/>
                  <a:gd name="connsiteX5" fmla="*/ 1185 w 6343"/>
                  <a:gd name="connsiteY5" fmla="*/ 1127 h 6345"/>
                  <a:gd name="connsiteX6" fmla="*/ 256 w 6343"/>
                  <a:gd name="connsiteY6" fmla="*/ 3370 h 6345"/>
                  <a:gd name="connsiteX7" fmla="*/ 1185 w 6343"/>
                  <a:gd name="connsiteY7" fmla="*/ 5613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5" y="6208"/>
                      <a:pt x="5670" y="5613"/>
                    </a:cubicBezTo>
                    <a:cubicBezTo>
                      <a:pt x="6265" y="5018"/>
                      <a:pt x="6599" y="4211"/>
                      <a:pt x="6599" y="3370"/>
                    </a:cubicBezTo>
                    <a:cubicBezTo>
                      <a:pt x="6599" y="2529"/>
                      <a:pt x="6265" y="1721"/>
                      <a:pt x="5670" y="1127"/>
                    </a:cubicBezTo>
                    <a:cubicBezTo>
                      <a:pt x="5075" y="532"/>
                      <a:pt x="4269" y="197"/>
                      <a:pt x="3428" y="197"/>
                    </a:cubicBezTo>
                    <a:cubicBezTo>
                      <a:pt x="2586" y="197"/>
                      <a:pt x="1780" y="532"/>
                      <a:pt x="1185" y="1127"/>
                    </a:cubicBezTo>
                    <a:cubicBezTo>
                      <a:pt x="590" y="1721"/>
                      <a:pt x="256" y="2529"/>
                      <a:pt x="256" y="3370"/>
                    </a:cubicBezTo>
                    <a:cubicBezTo>
                      <a:pt x="256" y="4211"/>
                      <a:pt x="590" y="5018"/>
                      <a:pt x="1185" y="5613"/>
                    </a:cubicBezTo>
                    <a:cubicBezTo>
                      <a:pt x="1780" y="6208"/>
                      <a:pt x="2586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75" name="Freeform: Shape 4774">
                <a:extLst>
                  <a:ext uri="{FF2B5EF4-FFF2-40B4-BE49-F238E27FC236}">
                    <a16:creationId xmlns:a16="http://schemas.microsoft.com/office/drawing/2014/main" id="{8E6BD045-AB0E-430E-0499-29FB11D03603}"/>
                  </a:ext>
                </a:extLst>
              </p:cNvPr>
              <p:cNvSpPr/>
              <p:nvPr/>
            </p:nvSpPr>
            <p:spPr>
              <a:xfrm>
                <a:off x="4083417" y="5967681"/>
                <a:ext cx="6343" cy="6345"/>
              </a:xfrm>
              <a:custGeom>
                <a:avLst/>
                <a:gdLst>
                  <a:gd name="connsiteX0" fmla="*/ 3426 w 6343"/>
                  <a:gd name="connsiteY0" fmla="*/ 6541 h 6345"/>
                  <a:gd name="connsiteX1" fmla="*/ 5669 w 6343"/>
                  <a:gd name="connsiteY1" fmla="*/ 5612 h 6345"/>
                  <a:gd name="connsiteX2" fmla="*/ 6598 w 6343"/>
                  <a:gd name="connsiteY2" fmla="*/ 3369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4 w 6343"/>
                  <a:gd name="connsiteY5" fmla="*/ 1125 h 6345"/>
                  <a:gd name="connsiteX6" fmla="*/ 255 w 6343"/>
                  <a:gd name="connsiteY6" fmla="*/ 3369 h 6345"/>
                  <a:gd name="connsiteX7" fmla="*/ 1184 w 6343"/>
                  <a:gd name="connsiteY7" fmla="*/ 5612 h 6345"/>
                  <a:gd name="connsiteX8" fmla="*/ 34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1"/>
                    </a:moveTo>
                    <a:cubicBezTo>
                      <a:pt x="4267" y="6541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9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4" y="1125"/>
                    </a:cubicBezTo>
                    <a:cubicBezTo>
                      <a:pt x="589" y="1720"/>
                      <a:pt x="255" y="2527"/>
                      <a:pt x="255" y="3369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8" y="6207"/>
                      <a:pt x="2585" y="6541"/>
                      <a:pt x="34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76" name="Freeform: Shape 4775">
                <a:extLst>
                  <a:ext uri="{FF2B5EF4-FFF2-40B4-BE49-F238E27FC236}">
                    <a16:creationId xmlns:a16="http://schemas.microsoft.com/office/drawing/2014/main" id="{91791E85-5867-2C66-9CC6-C4365AA95AD1}"/>
                  </a:ext>
                </a:extLst>
              </p:cNvPr>
              <p:cNvSpPr/>
              <p:nvPr/>
            </p:nvSpPr>
            <p:spPr>
              <a:xfrm>
                <a:off x="4082398" y="5969424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2 h 6345"/>
                  <a:gd name="connsiteX2" fmla="*/ 6598 w 6343"/>
                  <a:gd name="connsiteY2" fmla="*/ 3369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4 w 6343"/>
                  <a:gd name="connsiteY5" fmla="*/ 1125 h 6345"/>
                  <a:gd name="connsiteX6" fmla="*/ 255 w 6343"/>
                  <a:gd name="connsiteY6" fmla="*/ 3369 h 6345"/>
                  <a:gd name="connsiteX7" fmla="*/ 1184 w 6343"/>
                  <a:gd name="connsiteY7" fmla="*/ 5612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9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1"/>
                      <a:pt x="4267" y="196"/>
                      <a:pt x="3426" y="196"/>
                    </a:cubicBezTo>
                    <a:cubicBezTo>
                      <a:pt x="2585" y="196"/>
                      <a:pt x="1778" y="531"/>
                      <a:pt x="1184" y="1125"/>
                    </a:cubicBezTo>
                    <a:cubicBezTo>
                      <a:pt x="589" y="1720"/>
                      <a:pt x="255" y="2527"/>
                      <a:pt x="255" y="3369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8" y="6207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77" name="Freeform: Shape 4776">
                <a:extLst>
                  <a:ext uri="{FF2B5EF4-FFF2-40B4-BE49-F238E27FC236}">
                    <a16:creationId xmlns:a16="http://schemas.microsoft.com/office/drawing/2014/main" id="{14FDF8BB-3A20-4A51-1638-34D7C2D04022}"/>
                  </a:ext>
                </a:extLst>
              </p:cNvPr>
              <p:cNvSpPr/>
              <p:nvPr/>
            </p:nvSpPr>
            <p:spPr>
              <a:xfrm>
                <a:off x="4081958" y="5971833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69 h 6345"/>
                  <a:gd name="connsiteX3" fmla="*/ 5669 w 6343"/>
                  <a:gd name="connsiteY3" fmla="*/ 1126 h 6345"/>
                  <a:gd name="connsiteX4" fmla="*/ 3426 w 6343"/>
                  <a:gd name="connsiteY4" fmla="*/ 196 h 6345"/>
                  <a:gd name="connsiteX5" fmla="*/ 1184 w 6343"/>
                  <a:gd name="connsiteY5" fmla="*/ 1126 h 6345"/>
                  <a:gd name="connsiteX6" fmla="*/ 255 w 6343"/>
                  <a:gd name="connsiteY6" fmla="*/ 3369 h 6345"/>
                  <a:gd name="connsiteX7" fmla="*/ 1184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8"/>
                      <a:pt x="5669" y="5613"/>
                    </a:cubicBezTo>
                    <a:cubicBezTo>
                      <a:pt x="6264" y="5018"/>
                      <a:pt x="6598" y="4211"/>
                      <a:pt x="6598" y="3369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4" y="531"/>
                      <a:pt x="4267" y="196"/>
                      <a:pt x="3426" y="196"/>
                    </a:cubicBezTo>
                    <a:cubicBezTo>
                      <a:pt x="2585" y="196"/>
                      <a:pt x="1778" y="531"/>
                      <a:pt x="1184" y="1126"/>
                    </a:cubicBezTo>
                    <a:cubicBezTo>
                      <a:pt x="589" y="1721"/>
                      <a:pt x="255" y="2528"/>
                      <a:pt x="255" y="3369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8" y="6208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78" name="Freeform: Shape 4777">
                <a:extLst>
                  <a:ext uri="{FF2B5EF4-FFF2-40B4-BE49-F238E27FC236}">
                    <a16:creationId xmlns:a16="http://schemas.microsoft.com/office/drawing/2014/main" id="{AD1DB8E7-3476-DC21-113C-E18F7240875E}"/>
                  </a:ext>
                </a:extLst>
              </p:cNvPr>
              <p:cNvSpPr/>
              <p:nvPr/>
            </p:nvSpPr>
            <p:spPr>
              <a:xfrm>
                <a:off x="4081155" y="5973856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69 h 6345"/>
                  <a:gd name="connsiteX3" fmla="*/ 5669 w 6343"/>
                  <a:gd name="connsiteY3" fmla="*/ 1126 h 6345"/>
                  <a:gd name="connsiteX4" fmla="*/ 3426 w 6343"/>
                  <a:gd name="connsiteY4" fmla="*/ 197 h 6345"/>
                  <a:gd name="connsiteX5" fmla="*/ 1183 w 6343"/>
                  <a:gd name="connsiteY5" fmla="*/ 1126 h 6345"/>
                  <a:gd name="connsiteX6" fmla="*/ 255 w 6343"/>
                  <a:gd name="connsiteY6" fmla="*/ 3369 h 6345"/>
                  <a:gd name="connsiteX7" fmla="*/ 1183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8"/>
                      <a:pt x="5669" y="5613"/>
                    </a:cubicBezTo>
                    <a:cubicBezTo>
                      <a:pt x="6263" y="5018"/>
                      <a:pt x="6598" y="4211"/>
                      <a:pt x="6598" y="3369"/>
                    </a:cubicBezTo>
                    <a:cubicBezTo>
                      <a:pt x="6598" y="2528"/>
                      <a:pt x="6263" y="1721"/>
                      <a:pt x="5669" y="1126"/>
                    </a:cubicBezTo>
                    <a:cubicBezTo>
                      <a:pt x="5074" y="531"/>
                      <a:pt x="4267" y="197"/>
                      <a:pt x="3426" y="197"/>
                    </a:cubicBezTo>
                    <a:cubicBezTo>
                      <a:pt x="2585" y="197"/>
                      <a:pt x="1778" y="531"/>
                      <a:pt x="1183" y="1126"/>
                    </a:cubicBezTo>
                    <a:cubicBezTo>
                      <a:pt x="589" y="1721"/>
                      <a:pt x="255" y="2528"/>
                      <a:pt x="255" y="3369"/>
                    </a:cubicBezTo>
                    <a:cubicBezTo>
                      <a:pt x="255" y="4211"/>
                      <a:pt x="589" y="5018"/>
                      <a:pt x="1183" y="5613"/>
                    </a:cubicBezTo>
                    <a:cubicBezTo>
                      <a:pt x="1778" y="6208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79" name="Freeform: Shape 4778">
                <a:extLst>
                  <a:ext uri="{FF2B5EF4-FFF2-40B4-BE49-F238E27FC236}">
                    <a16:creationId xmlns:a16="http://schemas.microsoft.com/office/drawing/2014/main" id="{DD084D4B-8E6A-24BF-3C17-9E71D15C576B}"/>
                  </a:ext>
                </a:extLst>
              </p:cNvPr>
              <p:cNvSpPr/>
              <p:nvPr/>
            </p:nvSpPr>
            <p:spPr>
              <a:xfrm>
                <a:off x="4071604" y="5965751"/>
                <a:ext cx="6343" cy="6345"/>
              </a:xfrm>
              <a:custGeom>
                <a:avLst/>
                <a:gdLst>
                  <a:gd name="connsiteX0" fmla="*/ 3425 w 6343"/>
                  <a:gd name="connsiteY0" fmla="*/ 6541 h 6345"/>
                  <a:gd name="connsiteX1" fmla="*/ 5668 w 6343"/>
                  <a:gd name="connsiteY1" fmla="*/ 5612 h 6345"/>
                  <a:gd name="connsiteX2" fmla="*/ 6597 w 6343"/>
                  <a:gd name="connsiteY2" fmla="*/ 3369 h 6345"/>
                  <a:gd name="connsiteX3" fmla="*/ 5668 w 6343"/>
                  <a:gd name="connsiteY3" fmla="*/ 1125 h 6345"/>
                  <a:gd name="connsiteX4" fmla="*/ 3425 w 6343"/>
                  <a:gd name="connsiteY4" fmla="*/ 196 h 6345"/>
                  <a:gd name="connsiteX5" fmla="*/ 1183 w 6343"/>
                  <a:gd name="connsiteY5" fmla="*/ 1125 h 6345"/>
                  <a:gd name="connsiteX6" fmla="*/ 254 w 6343"/>
                  <a:gd name="connsiteY6" fmla="*/ 3369 h 6345"/>
                  <a:gd name="connsiteX7" fmla="*/ 1183 w 6343"/>
                  <a:gd name="connsiteY7" fmla="*/ 5612 h 6345"/>
                  <a:gd name="connsiteX8" fmla="*/ 3425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1"/>
                    </a:moveTo>
                    <a:cubicBezTo>
                      <a:pt x="4266" y="6541"/>
                      <a:pt x="5073" y="6207"/>
                      <a:pt x="5668" y="5612"/>
                    </a:cubicBezTo>
                    <a:cubicBezTo>
                      <a:pt x="6263" y="5017"/>
                      <a:pt x="6597" y="4210"/>
                      <a:pt x="6597" y="3369"/>
                    </a:cubicBezTo>
                    <a:cubicBezTo>
                      <a:pt x="6597" y="2527"/>
                      <a:pt x="6263" y="1720"/>
                      <a:pt x="5668" y="1125"/>
                    </a:cubicBezTo>
                    <a:cubicBezTo>
                      <a:pt x="5073" y="530"/>
                      <a:pt x="4266" y="196"/>
                      <a:pt x="3425" y="196"/>
                    </a:cubicBezTo>
                    <a:cubicBezTo>
                      <a:pt x="2584" y="196"/>
                      <a:pt x="1777" y="530"/>
                      <a:pt x="1183" y="1125"/>
                    </a:cubicBezTo>
                    <a:cubicBezTo>
                      <a:pt x="588" y="1720"/>
                      <a:pt x="254" y="2527"/>
                      <a:pt x="254" y="3369"/>
                    </a:cubicBezTo>
                    <a:cubicBezTo>
                      <a:pt x="254" y="4210"/>
                      <a:pt x="588" y="5017"/>
                      <a:pt x="1183" y="5612"/>
                    </a:cubicBezTo>
                    <a:cubicBezTo>
                      <a:pt x="1777" y="6207"/>
                      <a:pt x="2584" y="6541"/>
                      <a:pt x="3425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80" name="Freeform: Shape 4779">
                <a:extLst>
                  <a:ext uri="{FF2B5EF4-FFF2-40B4-BE49-F238E27FC236}">
                    <a16:creationId xmlns:a16="http://schemas.microsoft.com/office/drawing/2014/main" id="{886CF3A6-87A7-EB85-95AC-6C177F52AD0F}"/>
                  </a:ext>
                </a:extLst>
              </p:cNvPr>
              <p:cNvSpPr/>
              <p:nvPr/>
            </p:nvSpPr>
            <p:spPr>
              <a:xfrm>
                <a:off x="4070830" y="5967718"/>
                <a:ext cx="6343" cy="6345"/>
              </a:xfrm>
              <a:custGeom>
                <a:avLst/>
                <a:gdLst>
                  <a:gd name="connsiteX0" fmla="*/ 3425 w 6343"/>
                  <a:gd name="connsiteY0" fmla="*/ 6541 h 6345"/>
                  <a:gd name="connsiteX1" fmla="*/ 5668 w 6343"/>
                  <a:gd name="connsiteY1" fmla="*/ 5612 h 6345"/>
                  <a:gd name="connsiteX2" fmla="*/ 6597 w 6343"/>
                  <a:gd name="connsiteY2" fmla="*/ 3369 h 6345"/>
                  <a:gd name="connsiteX3" fmla="*/ 5668 w 6343"/>
                  <a:gd name="connsiteY3" fmla="*/ 1125 h 6345"/>
                  <a:gd name="connsiteX4" fmla="*/ 3425 w 6343"/>
                  <a:gd name="connsiteY4" fmla="*/ 196 h 6345"/>
                  <a:gd name="connsiteX5" fmla="*/ 1183 w 6343"/>
                  <a:gd name="connsiteY5" fmla="*/ 1125 h 6345"/>
                  <a:gd name="connsiteX6" fmla="*/ 254 w 6343"/>
                  <a:gd name="connsiteY6" fmla="*/ 3369 h 6345"/>
                  <a:gd name="connsiteX7" fmla="*/ 1183 w 6343"/>
                  <a:gd name="connsiteY7" fmla="*/ 5612 h 6345"/>
                  <a:gd name="connsiteX8" fmla="*/ 3425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1"/>
                    </a:moveTo>
                    <a:cubicBezTo>
                      <a:pt x="4266" y="6541"/>
                      <a:pt x="5073" y="6207"/>
                      <a:pt x="5668" y="5612"/>
                    </a:cubicBezTo>
                    <a:cubicBezTo>
                      <a:pt x="6263" y="5017"/>
                      <a:pt x="6597" y="4210"/>
                      <a:pt x="6597" y="3369"/>
                    </a:cubicBezTo>
                    <a:cubicBezTo>
                      <a:pt x="6597" y="2527"/>
                      <a:pt x="6263" y="1720"/>
                      <a:pt x="5668" y="1125"/>
                    </a:cubicBezTo>
                    <a:cubicBezTo>
                      <a:pt x="5073" y="530"/>
                      <a:pt x="4266" y="196"/>
                      <a:pt x="3425" y="196"/>
                    </a:cubicBezTo>
                    <a:cubicBezTo>
                      <a:pt x="2584" y="196"/>
                      <a:pt x="1777" y="530"/>
                      <a:pt x="1183" y="1125"/>
                    </a:cubicBezTo>
                    <a:cubicBezTo>
                      <a:pt x="588" y="1720"/>
                      <a:pt x="254" y="2527"/>
                      <a:pt x="254" y="3369"/>
                    </a:cubicBezTo>
                    <a:cubicBezTo>
                      <a:pt x="254" y="4210"/>
                      <a:pt x="588" y="5017"/>
                      <a:pt x="1183" y="5612"/>
                    </a:cubicBezTo>
                    <a:cubicBezTo>
                      <a:pt x="1777" y="6207"/>
                      <a:pt x="2584" y="6541"/>
                      <a:pt x="3425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81" name="Freeform: Shape 4780">
                <a:extLst>
                  <a:ext uri="{FF2B5EF4-FFF2-40B4-BE49-F238E27FC236}">
                    <a16:creationId xmlns:a16="http://schemas.microsoft.com/office/drawing/2014/main" id="{A9133F89-10E1-2568-F9E8-0D4DDDABEB78}"/>
                  </a:ext>
                </a:extLst>
              </p:cNvPr>
              <p:cNvSpPr/>
              <p:nvPr/>
            </p:nvSpPr>
            <p:spPr>
              <a:xfrm>
                <a:off x="4070402" y="5970117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8 w 6343"/>
                  <a:gd name="connsiteY1" fmla="*/ 5612 h 6345"/>
                  <a:gd name="connsiteX2" fmla="*/ 6597 w 6343"/>
                  <a:gd name="connsiteY2" fmla="*/ 3369 h 6345"/>
                  <a:gd name="connsiteX3" fmla="*/ 5668 w 6343"/>
                  <a:gd name="connsiteY3" fmla="*/ 1126 h 6345"/>
                  <a:gd name="connsiteX4" fmla="*/ 3425 w 6343"/>
                  <a:gd name="connsiteY4" fmla="*/ 196 h 6345"/>
                  <a:gd name="connsiteX5" fmla="*/ 1183 w 6343"/>
                  <a:gd name="connsiteY5" fmla="*/ 1126 h 6345"/>
                  <a:gd name="connsiteX6" fmla="*/ 254 w 6343"/>
                  <a:gd name="connsiteY6" fmla="*/ 3369 h 6345"/>
                  <a:gd name="connsiteX7" fmla="*/ 1183 w 6343"/>
                  <a:gd name="connsiteY7" fmla="*/ 5612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6" y="6542"/>
                      <a:pt x="5073" y="6207"/>
                      <a:pt x="5668" y="5612"/>
                    </a:cubicBezTo>
                    <a:cubicBezTo>
                      <a:pt x="6263" y="5017"/>
                      <a:pt x="6597" y="4210"/>
                      <a:pt x="6597" y="3369"/>
                    </a:cubicBezTo>
                    <a:cubicBezTo>
                      <a:pt x="6597" y="2528"/>
                      <a:pt x="6263" y="1720"/>
                      <a:pt x="5668" y="1126"/>
                    </a:cubicBezTo>
                    <a:cubicBezTo>
                      <a:pt x="5073" y="531"/>
                      <a:pt x="4266" y="196"/>
                      <a:pt x="3425" y="196"/>
                    </a:cubicBezTo>
                    <a:cubicBezTo>
                      <a:pt x="2584" y="196"/>
                      <a:pt x="1777" y="531"/>
                      <a:pt x="1183" y="1126"/>
                    </a:cubicBezTo>
                    <a:cubicBezTo>
                      <a:pt x="588" y="1720"/>
                      <a:pt x="254" y="2528"/>
                      <a:pt x="254" y="3369"/>
                    </a:cubicBezTo>
                    <a:cubicBezTo>
                      <a:pt x="254" y="4210"/>
                      <a:pt x="588" y="5017"/>
                      <a:pt x="1183" y="5612"/>
                    </a:cubicBezTo>
                    <a:cubicBezTo>
                      <a:pt x="1777" y="6207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82" name="Freeform: Shape 4781">
                <a:extLst>
                  <a:ext uri="{FF2B5EF4-FFF2-40B4-BE49-F238E27FC236}">
                    <a16:creationId xmlns:a16="http://schemas.microsoft.com/office/drawing/2014/main" id="{81287AB6-4E4F-6C92-A0D1-71274AB55EE5}"/>
                  </a:ext>
                </a:extLst>
              </p:cNvPr>
              <p:cNvSpPr/>
              <p:nvPr/>
            </p:nvSpPr>
            <p:spPr>
              <a:xfrm>
                <a:off x="4069983" y="5972555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8 w 6343"/>
                  <a:gd name="connsiteY1" fmla="*/ 5613 h 6345"/>
                  <a:gd name="connsiteX2" fmla="*/ 6597 w 6343"/>
                  <a:gd name="connsiteY2" fmla="*/ 3369 h 6345"/>
                  <a:gd name="connsiteX3" fmla="*/ 5668 w 6343"/>
                  <a:gd name="connsiteY3" fmla="*/ 1126 h 6345"/>
                  <a:gd name="connsiteX4" fmla="*/ 3425 w 6343"/>
                  <a:gd name="connsiteY4" fmla="*/ 196 h 6345"/>
                  <a:gd name="connsiteX5" fmla="*/ 1183 w 6343"/>
                  <a:gd name="connsiteY5" fmla="*/ 1126 h 6345"/>
                  <a:gd name="connsiteX6" fmla="*/ 254 w 6343"/>
                  <a:gd name="connsiteY6" fmla="*/ 3369 h 6345"/>
                  <a:gd name="connsiteX7" fmla="*/ 1183 w 6343"/>
                  <a:gd name="connsiteY7" fmla="*/ 5613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6" y="6542"/>
                      <a:pt x="5073" y="6208"/>
                      <a:pt x="5668" y="5613"/>
                    </a:cubicBezTo>
                    <a:cubicBezTo>
                      <a:pt x="6263" y="5018"/>
                      <a:pt x="6597" y="4211"/>
                      <a:pt x="6597" y="3369"/>
                    </a:cubicBezTo>
                    <a:cubicBezTo>
                      <a:pt x="6597" y="2528"/>
                      <a:pt x="6263" y="1721"/>
                      <a:pt x="5668" y="1126"/>
                    </a:cubicBezTo>
                    <a:cubicBezTo>
                      <a:pt x="5073" y="531"/>
                      <a:pt x="4266" y="196"/>
                      <a:pt x="3425" y="196"/>
                    </a:cubicBezTo>
                    <a:cubicBezTo>
                      <a:pt x="2584" y="196"/>
                      <a:pt x="1777" y="531"/>
                      <a:pt x="1183" y="1126"/>
                    </a:cubicBezTo>
                    <a:cubicBezTo>
                      <a:pt x="588" y="1721"/>
                      <a:pt x="254" y="2528"/>
                      <a:pt x="254" y="3369"/>
                    </a:cubicBezTo>
                    <a:cubicBezTo>
                      <a:pt x="254" y="4211"/>
                      <a:pt x="588" y="5018"/>
                      <a:pt x="1183" y="5613"/>
                    </a:cubicBezTo>
                    <a:cubicBezTo>
                      <a:pt x="1777" y="6208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83" name="Freeform: Shape 4782">
                <a:extLst>
                  <a:ext uri="{FF2B5EF4-FFF2-40B4-BE49-F238E27FC236}">
                    <a16:creationId xmlns:a16="http://schemas.microsoft.com/office/drawing/2014/main" id="{6E0501AA-55A3-9594-91BF-4685E2782EE3}"/>
                  </a:ext>
                </a:extLst>
              </p:cNvPr>
              <p:cNvSpPr/>
              <p:nvPr/>
            </p:nvSpPr>
            <p:spPr>
              <a:xfrm>
                <a:off x="4077125" y="5984242"/>
                <a:ext cx="6343" cy="6345"/>
              </a:xfrm>
              <a:custGeom>
                <a:avLst/>
                <a:gdLst>
                  <a:gd name="connsiteX0" fmla="*/ 3426 w 6343"/>
                  <a:gd name="connsiteY0" fmla="*/ 6543 h 6345"/>
                  <a:gd name="connsiteX1" fmla="*/ 5668 w 6343"/>
                  <a:gd name="connsiteY1" fmla="*/ 5614 h 6345"/>
                  <a:gd name="connsiteX2" fmla="*/ 6597 w 6343"/>
                  <a:gd name="connsiteY2" fmla="*/ 3370 h 6345"/>
                  <a:gd name="connsiteX3" fmla="*/ 5668 w 6343"/>
                  <a:gd name="connsiteY3" fmla="*/ 1127 h 6345"/>
                  <a:gd name="connsiteX4" fmla="*/ 3426 w 6343"/>
                  <a:gd name="connsiteY4" fmla="*/ 197 h 6345"/>
                  <a:gd name="connsiteX5" fmla="*/ 1183 w 6343"/>
                  <a:gd name="connsiteY5" fmla="*/ 1127 h 6345"/>
                  <a:gd name="connsiteX6" fmla="*/ 254 w 6343"/>
                  <a:gd name="connsiteY6" fmla="*/ 3370 h 6345"/>
                  <a:gd name="connsiteX7" fmla="*/ 1183 w 6343"/>
                  <a:gd name="connsiteY7" fmla="*/ 5614 h 6345"/>
                  <a:gd name="connsiteX8" fmla="*/ 342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3"/>
                    </a:moveTo>
                    <a:cubicBezTo>
                      <a:pt x="4267" y="6543"/>
                      <a:pt x="5074" y="6208"/>
                      <a:pt x="5668" y="5614"/>
                    </a:cubicBezTo>
                    <a:cubicBezTo>
                      <a:pt x="6263" y="5019"/>
                      <a:pt x="6597" y="4211"/>
                      <a:pt x="6597" y="3370"/>
                    </a:cubicBezTo>
                    <a:cubicBezTo>
                      <a:pt x="6597" y="2529"/>
                      <a:pt x="6263" y="1722"/>
                      <a:pt x="5668" y="1127"/>
                    </a:cubicBezTo>
                    <a:cubicBezTo>
                      <a:pt x="5074" y="532"/>
                      <a:pt x="4267" y="197"/>
                      <a:pt x="3426" y="197"/>
                    </a:cubicBezTo>
                    <a:cubicBezTo>
                      <a:pt x="2585" y="197"/>
                      <a:pt x="1778" y="532"/>
                      <a:pt x="1183" y="1127"/>
                    </a:cubicBezTo>
                    <a:cubicBezTo>
                      <a:pt x="588" y="1722"/>
                      <a:pt x="254" y="2529"/>
                      <a:pt x="254" y="3370"/>
                    </a:cubicBezTo>
                    <a:cubicBezTo>
                      <a:pt x="254" y="4211"/>
                      <a:pt x="588" y="5019"/>
                      <a:pt x="1183" y="5614"/>
                    </a:cubicBezTo>
                    <a:cubicBezTo>
                      <a:pt x="1778" y="6208"/>
                      <a:pt x="2585" y="6543"/>
                      <a:pt x="342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84" name="Freeform: Shape 4783">
                <a:extLst>
                  <a:ext uri="{FF2B5EF4-FFF2-40B4-BE49-F238E27FC236}">
                    <a16:creationId xmlns:a16="http://schemas.microsoft.com/office/drawing/2014/main" id="{C727B786-92D0-F29A-EAD5-94374F04F8F6}"/>
                  </a:ext>
                </a:extLst>
              </p:cNvPr>
              <p:cNvSpPr/>
              <p:nvPr/>
            </p:nvSpPr>
            <p:spPr>
              <a:xfrm>
                <a:off x="4048954" y="5952603"/>
                <a:ext cx="6343" cy="6345"/>
              </a:xfrm>
              <a:custGeom>
                <a:avLst/>
                <a:gdLst>
                  <a:gd name="connsiteX0" fmla="*/ 3424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4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0"/>
                    </a:moveTo>
                    <a:cubicBezTo>
                      <a:pt x="4265" y="6540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1" y="529"/>
                      <a:pt x="4265" y="195"/>
                      <a:pt x="3424" y="195"/>
                    </a:cubicBezTo>
                    <a:cubicBezTo>
                      <a:pt x="2582" y="195"/>
                      <a:pt x="1776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6" y="6206"/>
                      <a:pt x="2582" y="6540"/>
                      <a:pt x="342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85" name="Freeform: Shape 4784">
                <a:extLst>
                  <a:ext uri="{FF2B5EF4-FFF2-40B4-BE49-F238E27FC236}">
                    <a16:creationId xmlns:a16="http://schemas.microsoft.com/office/drawing/2014/main" id="{C0FFB5DF-8950-5391-E10C-856378131D05}"/>
                  </a:ext>
                </a:extLst>
              </p:cNvPr>
              <p:cNvSpPr/>
              <p:nvPr/>
            </p:nvSpPr>
            <p:spPr>
              <a:xfrm>
                <a:off x="4046943" y="5952833"/>
                <a:ext cx="6343" cy="6345"/>
              </a:xfrm>
              <a:custGeom>
                <a:avLst/>
                <a:gdLst>
                  <a:gd name="connsiteX0" fmla="*/ 3423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3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0"/>
                    </a:moveTo>
                    <a:cubicBezTo>
                      <a:pt x="4264" y="6540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1" y="529"/>
                      <a:pt x="4264" y="195"/>
                      <a:pt x="3423" y="195"/>
                    </a:cubicBezTo>
                    <a:cubicBezTo>
                      <a:pt x="2582" y="195"/>
                      <a:pt x="1776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6" y="6206"/>
                      <a:pt x="2582" y="6540"/>
                      <a:pt x="342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86" name="Freeform: Shape 4785">
                <a:extLst>
                  <a:ext uri="{FF2B5EF4-FFF2-40B4-BE49-F238E27FC236}">
                    <a16:creationId xmlns:a16="http://schemas.microsoft.com/office/drawing/2014/main" id="{16C26A34-E6C5-01FD-8FC0-D288EC0AD24B}"/>
                  </a:ext>
                </a:extLst>
              </p:cNvPr>
              <p:cNvSpPr/>
              <p:nvPr/>
            </p:nvSpPr>
            <p:spPr>
              <a:xfrm>
                <a:off x="4045607" y="5953896"/>
                <a:ext cx="6343" cy="6345"/>
              </a:xfrm>
              <a:custGeom>
                <a:avLst/>
                <a:gdLst>
                  <a:gd name="connsiteX0" fmla="*/ 3423 w 6343"/>
                  <a:gd name="connsiteY0" fmla="*/ 6540 h 6345"/>
                  <a:gd name="connsiteX1" fmla="*/ 5666 w 6343"/>
                  <a:gd name="connsiteY1" fmla="*/ 5611 h 6345"/>
                  <a:gd name="connsiteX2" fmla="*/ 6595 w 6343"/>
                  <a:gd name="connsiteY2" fmla="*/ 3368 h 6345"/>
                  <a:gd name="connsiteX3" fmla="*/ 5666 w 6343"/>
                  <a:gd name="connsiteY3" fmla="*/ 1124 h 6345"/>
                  <a:gd name="connsiteX4" fmla="*/ 3423 w 6343"/>
                  <a:gd name="connsiteY4" fmla="*/ 195 h 6345"/>
                  <a:gd name="connsiteX5" fmla="*/ 1181 w 6343"/>
                  <a:gd name="connsiteY5" fmla="*/ 1124 h 6345"/>
                  <a:gd name="connsiteX6" fmla="*/ 252 w 6343"/>
                  <a:gd name="connsiteY6" fmla="*/ 3368 h 6345"/>
                  <a:gd name="connsiteX7" fmla="*/ 1181 w 6343"/>
                  <a:gd name="connsiteY7" fmla="*/ 5611 h 6345"/>
                  <a:gd name="connsiteX8" fmla="*/ 342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0"/>
                    </a:moveTo>
                    <a:cubicBezTo>
                      <a:pt x="4264" y="6540"/>
                      <a:pt x="5071" y="6206"/>
                      <a:pt x="5666" y="5611"/>
                    </a:cubicBezTo>
                    <a:cubicBezTo>
                      <a:pt x="6261" y="5016"/>
                      <a:pt x="6595" y="4209"/>
                      <a:pt x="6595" y="3368"/>
                    </a:cubicBezTo>
                    <a:cubicBezTo>
                      <a:pt x="6595" y="2526"/>
                      <a:pt x="6261" y="1719"/>
                      <a:pt x="5666" y="1124"/>
                    </a:cubicBezTo>
                    <a:cubicBezTo>
                      <a:pt x="5071" y="529"/>
                      <a:pt x="4264" y="195"/>
                      <a:pt x="3423" y="195"/>
                    </a:cubicBezTo>
                    <a:cubicBezTo>
                      <a:pt x="2582" y="195"/>
                      <a:pt x="1775" y="529"/>
                      <a:pt x="1181" y="1124"/>
                    </a:cubicBezTo>
                    <a:cubicBezTo>
                      <a:pt x="586" y="1719"/>
                      <a:pt x="252" y="2526"/>
                      <a:pt x="252" y="3368"/>
                    </a:cubicBezTo>
                    <a:cubicBezTo>
                      <a:pt x="252" y="4209"/>
                      <a:pt x="586" y="5016"/>
                      <a:pt x="1181" y="5611"/>
                    </a:cubicBezTo>
                    <a:cubicBezTo>
                      <a:pt x="1775" y="6206"/>
                      <a:pt x="2582" y="6540"/>
                      <a:pt x="342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87" name="Freeform: Shape 4786">
                <a:extLst>
                  <a:ext uri="{FF2B5EF4-FFF2-40B4-BE49-F238E27FC236}">
                    <a16:creationId xmlns:a16="http://schemas.microsoft.com/office/drawing/2014/main" id="{40C4B64D-32D5-B94D-C9A0-A541A9AD2A36}"/>
                  </a:ext>
                </a:extLst>
              </p:cNvPr>
              <p:cNvSpPr/>
              <p:nvPr/>
            </p:nvSpPr>
            <p:spPr>
              <a:xfrm>
                <a:off x="4048029" y="5959777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8 h 6345"/>
                  <a:gd name="connsiteX3" fmla="*/ 5666 w 6343"/>
                  <a:gd name="connsiteY3" fmla="*/ 1125 h 6345"/>
                  <a:gd name="connsiteX4" fmla="*/ 3423 w 6343"/>
                  <a:gd name="connsiteY4" fmla="*/ 195 h 6345"/>
                  <a:gd name="connsiteX5" fmla="*/ 1181 w 6343"/>
                  <a:gd name="connsiteY5" fmla="*/ 1125 h 6345"/>
                  <a:gd name="connsiteX6" fmla="*/ 252 w 6343"/>
                  <a:gd name="connsiteY6" fmla="*/ 3368 h 6345"/>
                  <a:gd name="connsiteX7" fmla="*/ 1181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5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8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5" y="195"/>
                      <a:pt x="3423" y="195"/>
                    </a:cubicBezTo>
                    <a:cubicBezTo>
                      <a:pt x="2582" y="195"/>
                      <a:pt x="1776" y="530"/>
                      <a:pt x="1181" y="1125"/>
                    </a:cubicBezTo>
                    <a:cubicBezTo>
                      <a:pt x="586" y="1720"/>
                      <a:pt x="252" y="2527"/>
                      <a:pt x="252" y="3368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6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88" name="Freeform: Shape 4787">
                <a:extLst>
                  <a:ext uri="{FF2B5EF4-FFF2-40B4-BE49-F238E27FC236}">
                    <a16:creationId xmlns:a16="http://schemas.microsoft.com/office/drawing/2014/main" id="{5BCBF0AD-2142-4159-9425-D5DD8B7C6145}"/>
                  </a:ext>
                </a:extLst>
              </p:cNvPr>
              <p:cNvSpPr/>
              <p:nvPr/>
            </p:nvSpPr>
            <p:spPr>
              <a:xfrm>
                <a:off x="4064751" y="5984344"/>
                <a:ext cx="6343" cy="6345"/>
              </a:xfrm>
              <a:custGeom>
                <a:avLst/>
                <a:gdLst>
                  <a:gd name="connsiteX0" fmla="*/ 3425 w 6343"/>
                  <a:gd name="connsiteY0" fmla="*/ 6543 h 6345"/>
                  <a:gd name="connsiteX1" fmla="*/ 5667 w 6343"/>
                  <a:gd name="connsiteY1" fmla="*/ 5614 h 6345"/>
                  <a:gd name="connsiteX2" fmla="*/ 6596 w 6343"/>
                  <a:gd name="connsiteY2" fmla="*/ 3370 h 6345"/>
                  <a:gd name="connsiteX3" fmla="*/ 5667 w 6343"/>
                  <a:gd name="connsiteY3" fmla="*/ 1127 h 6345"/>
                  <a:gd name="connsiteX4" fmla="*/ 3425 w 6343"/>
                  <a:gd name="connsiteY4" fmla="*/ 197 h 6345"/>
                  <a:gd name="connsiteX5" fmla="*/ 1182 w 6343"/>
                  <a:gd name="connsiteY5" fmla="*/ 1127 h 6345"/>
                  <a:gd name="connsiteX6" fmla="*/ 253 w 6343"/>
                  <a:gd name="connsiteY6" fmla="*/ 3370 h 6345"/>
                  <a:gd name="connsiteX7" fmla="*/ 1182 w 6343"/>
                  <a:gd name="connsiteY7" fmla="*/ 5614 h 6345"/>
                  <a:gd name="connsiteX8" fmla="*/ 342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3"/>
                    </a:moveTo>
                    <a:cubicBezTo>
                      <a:pt x="4266" y="6543"/>
                      <a:pt x="5073" y="6208"/>
                      <a:pt x="5667" y="5614"/>
                    </a:cubicBezTo>
                    <a:cubicBezTo>
                      <a:pt x="6262" y="5019"/>
                      <a:pt x="6596" y="4211"/>
                      <a:pt x="6596" y="3370"/>
                    </a:cubicBezTo>
                    <a:cubicBezTo>
                      <a:pt x="6596" y="2529"/>
                      <a:pt x="6262" y="1722"/>
                      <a:pt x="5667" y="1127"/>
                    </a:cubicBezTo>
                    <a:cubicBezTo>
                      <a:pt x="5073" y="532"/>
                      <a:pt x="4266" y="197"/>
                      <a:pt x="3425" y="197"/>
                    </a:cubicBezTo>
                    <a:cubicBezTo>
                      <a:pt x="2584" y="197"/>
                      <a:pt x="1777" y="532"/>
                      <a:pt x="1182" y="1127"/>
                    </a:cubicBezTo>
                    <a:cubicBezTo>
                      <a:pt x="587" y="1722"/>
                      <a:pt x="253" y="2529"/>
                      <a:pt x="253" y="3370"/>
                    </a:cubicBezTo>
                    <a:cubicBezTo>
                      <a:pt x="253" y="4211"/>
                      <a:pt x="587" y="5019"/>
                      <a:pt x="1182" y="5614"/>
                    </a:cubicBezTo>
                    <a:cubicBezTo>
                      <a:pt x="1777" y="6208"/>
                      <a:pt x="2584" y="6543"/>
                      <a:pt x="342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89" name="Freeform: Shape 4788">
                <a:extLst>
                  <a:ext uri="{FF2B5EF4-FFF2-40B4-BE49-F238E27FC236}">
                    <a16:creationId xmlns:a16="http://schemas.microsoft.com/office/drawing/2014/main" id="{E6CC3CC3-BC95-B985-AD87-2BDBB351A381}"/>
                  </a:ext>
                </a:extLst>
              </p:cNvPr>
              <p:cNvSpPr/>
              <p:nvPr/>
            </p:nvSpPr>
            <p:spPr>
              <a:xfrm>
                <a:off x="4045034" y="5964504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1 w 6343"/>
                  <a:gd name="connsiteY5" fmla="*/ 1125 h 6345"/>
                  <a:gd name="connsiteX6" fmla="*/ 252 w 6343"/>
                  <a:gd name="connsiteY6" fmla="*/ 3369 h 6345"/>
                  <a:gd name="connsiteX7" fmla="*/ 1181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9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1" y="1125"/>
                    </a:cubicBezTo>
                    <a:cubicBezTo>
                      <a:pt x="586" y="1720"/>
                      <a:pt x="252" y="2527"/>
                      <a:pt x="252" y="3369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90" name="Freeform: Shape 4789">
                <a:extLst>
                  <a:ext uri="{FF2B5EF4-FFF2-40B4-BE49-F238E27FC236}">
                    <a16:creationId xmlns:a16="http://schemas.microsoft.com/office/drawing/2014/main" id="{14DE8CC8-C284-314A-2913-97B199C7852D}"/>
                  </a:ext>
                </a:extLst>
              </p:cNvPr>
              <p:cNvSpPr/>
              <p:nvPr/>
            </p:nvSpPr>
            <p:spPr>
              <a:xfrm>
                <a:off x="4044047" y="5966122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1 w 6343"/>
                  <a:gd name="connsiteY5" fmla="*/ 1125 h 6345"/>
                  <a:gd name="connsiteX6" fmla="*/ 252 w 6343"/>
                  <a:gd name="connsiteY6" fmla="*/ 3369 h 6345"/>
                  <a:gd name="connsiteX7" fmla="*/ 1181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9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1" y="1125"/>
                    </a:cubicBezTo>
                    <a:cubicBezTo>
                      <a:pt x="586" y="1720"/>
                      <a:pt x="252" y="2527"/>
                      <a:pt x="252" y="3369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91" name="Freeform: Shape 4790">
                <a:extLst>
                  <a:ext uri="{FF2B5EF4-FFF2-40B4-BE49-F238E27FC236}">
                    <a16:creationId xmlns:a16="http://schemas.microsoft.com/office/drawing/2014/main" id="{E5161080-072A-A6BD-FF7C-1D9C42CE04F0}"/>
                  </a:ext>
                </a:extLst>
              </p:cNvPr>
              <p:cNvSpPr/>
              <p:nvPr/>
            </p:nvSpPr>
            <p:spPr>
              <a:xfrm>
                <a:off x="4043464" y="5968307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0 w 6343"/>
                  <a:gd name="connsiteY5" fmla="*/ 1125 h 6345"/>
                  <a:gd name="connsiteX6" fmla="*/ 252 w 6343"/>
                  <a:gd name="connsiteY6" fmla="*/ 3369 h 6345"/>
                  <a:gd name="connsiteX7" fmla="*/ 1180 w 6343"/>
                  <a:gd name="connsiteY7" fmla="*/ 5612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7"/>
                      <a:pt x="5666" y="5612"/>
                    </a:cubicBezTo>
                    <a:cubicBezTo>
                      <a:pt x="6260" y="5017"/>
                      <a:pt x="6595" y="4210"/>
                      <a:pt x="6595" y="3369"/>
                    </a:cubicBezTo>
                    <a:cubicBezTo>
                      <a:pt x="6595" y="2527"/>
                      <a:pt x="6260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0" y="1125"/>
                    </a:cubicBezTo>
                    <a:cubicBezTo>
                      <a:pt x="586" y="1720"/>
                      <a:pt x="252" y="2527"/>
                      <a:pt x="252" y="3369"/>
                    </a:cubicBezTo>
                    <a:cubicBezTo>
                      <a:pt x="252" y="4210"/>
                      <a:pt x="586" y="5017"/>
                      <a:pt x="1180" y="5612"/>
                    </a:cubicBezTo>
                    <a:cubicBezTo>
                      <a:pt x="1775" y="6207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92" name="Freeform: Shape 4791">
                <a:extLst>
                  <a:ext uri="{FF2B5EF4-FFF2-40B4-BE49-F238E27FC236}">
                    <a16:creationId xmlns:a16="http://schemas.microsoft.com/office/drawing/2014/main" id="{DC783885-24D0-1E67-72D8-A12D1277A21E}"/>
                  </a:ext>
                </a:extLst>
              </p:cNvPr>
              <p:cNvSpPr/>
              <p:nvPr/>
            </p:nvSpPr>
            <p:spPr>
              <a:xfrm>
                <a:off x="4043054" y="5970761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6 h 6345"/>
                  <a:gd name="connsiteX4" fmla="*/ 3423 w 6343"/>
                  <a:gd name="connsiteY4" fmla="*/ 196 h 6345"/>
                  <a:gd name="connsiteX5" fmla="*/ 1180 w 6343"/>
                  <a:gd name="connsiteY5" fmla="*/ 1126 h 6345"/>
                  <a:gd name="connsiteX6" fmla="*/ 252 w 6343"/>
                  <a:gd name="connsiteY6" fmla="*/ 3369 h 6345"/>
                  <a:gd name="connsiteX7" fmla="*/ 1180 w 6343"/>
                  <a:gd name="connsiteY7" fmla="*/ 5612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7"/>
                      <a:pt x="5666" y="5612"/>
                    </a:cubicBezTo>
                    <a:cubicBezTo>
                      <a:pt x="6260" y="5017"/>
                      <a:pt x="6595" y="4210"/>
                      <a:pt x="6595" y="3369"/>
                    </a:cubicBezTo>
                    <a:cubicBezTo>
                      <a:pt x="6595" y="2528"/>
                      <a:pt x="6260" y="1721"/>
                      <a:pt x="5666" y="1126"/>
                    </a:cubicBezTo>
                    <a:cubicBezTo>
                      <a:pt x="5071" y="531"/>
                      <a:pt x="4264" y="196"/>
                      <a:pt x="3423" y="196"/>
                    </a:cubicBezTo>
                    <a:cubicBezTo>
                      <a:pt x="2582" y="196"/>
                      <a:pt x="1775" y="531"/>
                      <a:pt x="1180" y="1126"/>
                    </a:cubicBezTo>
                    <a:cubicBezTo>
                      <a:pt x="586" y="1721"/>
                      <a:pt x="252" y="2528"/>
                      <a:pt x="252" y="3369"/>
                    </a:cubicBezTo>
                    <a:cubicBezTo>
                      <a:pt x="252" y="4210"/>
                      <a:pt x="586" y="5017"/>
                      <a:pt x="1180" y="5612"/>
                    </a:cubicBezTo>
                    <a:cubicBezTo>
                      <a:pt x="1775" y="6207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93" name="Freeform: Shape 4792">
                <a:extLst>
                  <a:ext uri="{FF2B5EF4-FFF2-40B4-BE49-F238E27FC236}">
                    <a16:creationId xmlns:a16="http://schemas.microsoft.com/office/drawing/2014/main" id="{C9707D85-4B11-5551-C888-B444A85F3176}"/>
                  </a:ext>
                </a:extLst>
              </p:cNvPr>
              <p:cNvSpPr/>
              <p:nvPr/>
            </p:nvSpPr>
            <p:spPr>
              <a:xfrm>
                <a:off x="4048661" y="5981689"/>
                <a:ext cx="6343" cy="6345"/>
              </a:xfrm>
              <a:custGeom>
                <a:avLst/>
                <a:gdLst>
                  <a:gd name="connsiteX0" fmla="*/ 3424 w 6343"/>
                  <a:gd name="connsiteY0" fmla="*/ 6543 h 6345"/>
                  <a:gd name="connsiteX1" fmla="*/ 5666 w 6343"/>
                  <a:gd name="connsiteY1" fmla="*/ 5613 h 6345"/>
                  <a:gd name="connsiteX2" fmla="*/ 6595 w 6343"/>
                  <a:gd name="connsiteY2" fmla="*/ 3370 h 6345"/>
                  <a:gd name="connsiteX3" fmla="*/ 5666 w 6343"/>
                  <a:gd name="connsiteY3" fmla="*/ 1126 h 6345"/>
                  <a:gd name="connsiteX4" fmla="*/ 3424 w 6343"/>
                  <a:gd name="connsiteY4" fmla="*/ 197 h 6345"/>
                  <a:gd name="connsiteX5" fmla="*/ 1181 w 6343"/>
                  <a:gd name="connsiteY5" fmla="*/ 1126 h 6345"/>
                  <a:gd name="connsiteX6" fmla="*/ 252 w 6343"/>
                  <a:gd name="connsiteY6" fmla="*/ 3370 h 6345"/>
                  <a:gd name="connsiteX7" fmla="*/ 1181 w 6343"/>
                  <a:gd name="connsiteY7" fmla="*/ 5613 h 6345"/>
                  <a:gd name="connsiteX8" fmla="*/ 342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3"/>
                    </a:moveTo>
                    <a:cubicBezTo>
                      <a:pt x="4265" y="6543"/>
                      <a:pt x="5071" y="6208"/>
                      <a:pt x="5666" y="5613"/>
                    </a:cubicBezTo>
                    <a:cubicBezTo>
                      <a:pt x="6261" y="5018"/>
                      <a:pt x="6595" y="4211"/>
                      <a:pt x="6595" y="3370"/>
                    </a:cubicBezTo>
                    <a:cubicBezTo>
                      <a:pt x="6595" y="2528"/>
                      <a:pt x="6261" y="1721"/>
                      <a:pt x="5666" y="1126"/>
                    </a:cubicBezTo>
                    <a:cubicBezTo>
                      <a:pt x="5071" y="531"/>
                      <a:pt x="4265" y="197"/>
                      <a:pt x="3424" y="197"/>
                    </a:cubicBezTo>
                    <a:cubicBezTo>
                      <a:pt x="2582" y="197"/>
                      <a:pt x="1776" y="531"/>
                      <a:pt x="1181" y="1126"/>
                    </a:cubicBezTo>
                    <a:cubicBezTo>
                      <a:pt x="586" y="1721"/>
                      <a:pt x="252" y="2528"/>
                      <a:pt x="252" y="3370"/>
                    </a:cubicBezTo>
                    <a:cubicBezTo>
                      <a:pt x="252" y="4211"/>
                      <a:pt x="586" y="5018"/>
                      <a:pt x="1181" y="5613"/>
                    </a:cubicBezTo>
                    <a:cubicBezTo>
                      <a:pt x="1776" y="6208"/>
                      <a:pt x="2582" y="6543"/>
                      <a:pt x="342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94" name="Freeform: Shape 4793">
                <a:extLst>
                  <a:ext uri="{FF2B5EF4-FFF2-40B4-BE49-F238E27FC236}">
                    <a16:creationId xmlns:a16="http://schemas.microsoft.com/office/drawing/2014/main" id="{4CA718E1-FFC7-41A4-4CE6-F0E07587F4DB}"/>
                  </a:ext>
                </a:extLst>
              </p:cNvPr>
              <p:cNvSpPr/>
              <p:nvPr/>
            </p:nvSpPr>
            <p:spPr>
              <a:xfrm>
                <a:off x="4046850" y="5982338"/>
                <a:ext cx="6343" cy="6345"/>
              </a:xfrm>
              <a:custGeom>
                <a:avLst/>
                <a:gdLst>
                  <a:gd name="connsiteX0" fmla="*/ 3423 w 6343"/>
                  <a:gd name="connsiteY0" fmla="*/ 6543 h 6345"/>
                  <a:gd name="connsiteX1" fmla="*/ 5666 w 6343"/>
                  <a:gd name="connsiteY1" fmla="*/ 5613 h 6345"/>
                  <a:gd name="connsiteX2" fmla="*/ 6595 w 6343"/>
                  <a:gd name="connsiteY2" fmla="*/ 3370 h 6345"/>
                  <a:gd name="connsiteX3" fmla="*/ 5666 w 6343"/>
                  <a:gd name="connsiteY3" fmla="*/ 1126 h 6345"/>
                  <a:gd name="connsiteX4" fmla="*/ 3423 w 6343"/>
                  <a:gd name="connsiteY4" fmla="*/ 197 h 6345"/>
                  <a:gd name="connsiteX5" fmla="*/ 1181 w 6343"/>
                  <a:gd name="connsiteY5" fmla="*/ 1126 h 6345"/>
                  <a:gd name="connsiteX6" fmla="*/ 252 w 6343"/>
                  <a:gd name="connsiteY6" fmla="*/ 3370 h 6345"/>
                  <a:gd name="connsiteX7" fmla="*/ 1181 w 6343"/>
                  <a:gd name="connsiteY7" fmla="*/ 5613 h 6345"/>
                  <a:gd name="connsiteX8" fmla="*/ 342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3"/>
                    </a:moveTo>
                    <a:cubicBezTo>
                      <a:pt x="4264" y="6543"/>
                      <a:pt x="5071" y="6208"/>
                      <a:pt x="5666" y="5613"/>
                    </a:cubicBezTo>
                    <a:cubicBezTo>
                      <a:pt x="6261" y="5018"/>
                      <a:pt x="6595" y="4211"/>
                      <a:pt x="6595" y="3370"/>
                    </a:cubicBezTo>
                    <a:cubicBezTo>
                      <a:pt x="6595" y="2529"/>
                      <a:pt x="6261" y="1721"/>
                      <a:pt x="5666" y="1126"/>
                    </a:cubicBezTo>
                    <a:cubicBezTo>
                      <a:pt x="5071" y="532"/>
                      <a:pt x="4264" y="197"/>
                      <a:pt x="3423" y="197"/>
                    </a:cubicBezTo>
                    <a:cubicBezTo>
                      <a:pt x="2582" y="197"/>
                      <a:pt x="1776" y="532"/>
                      <a:pt x="1181" y="1126"/>
                    </a:cubicBezTo>
                    <a:cubicBezTo>
                      <a:pt x="586" y="1721"/>
                      <a:pt x="252" y="2529"/>
                      <a:pt x="252" y="3370"/>
                    </a:cubicBezTo>
                    <a:cubicBezTo>
                      <a:pt x="252" y="4211"/>
                      <a:pt x="586" y="5018"/>
                      <a:pt x="1181" y="5613"/>
                    </a:cubicBezTo>
                    <a:cubicBezTo>
                      <a:pt x="1776" y="6208"/>
                      <a:pt x="2582" y="6543"/>
                      <a:pt x="342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95" name="Freeform: Shape 4794">
                <a:extLst>
                  <a:ext uri="{FF2B5EF4-FFF2-40B4-BE49-F238E27FC236}">
                    <a16:creationId xmlns:a16="http://schemas.microsoft.com/office/drawing/2014/main" id="{A9C07662-1FA6-03C1-542A-68B1144146AE}"/>
                  </a:ext>
                </a:extLst>
              </p:cNvPr>
              <p:cNvSpPr/>
              <p:nvPr/>
            </p:nvSpPr>
            <p:spPr>
              <a:xfrm>
                <a:off x="4044769" y="5982588"/>
                <a:ext cx="6343" cy="6345"/>
              </a:xfrm>
              <a:custGeom>
                <a:avLst/>
                <a:gdLst>
                  <a:gd name="connsiteX0" fmla="*/ 3423 w 6343"/>
                  <a:gd name="connsiteY0" fmla="*/ 6543 h 6345"/>
                  <a:gd name="connsiteX1" fmla="*/ 5666 w 6343"/>
                  <a:gd name="connsiteY1" fmla="*/ 5613 h 6345"/>
                  <a:gd name="connsiteX2" fmla="*/ 6595 w 6343"/>
                  <a:gd name="connsiteY2" fmla="*/ 3370 h 6345"/>
                  <a:gd name="connsiteX3" fmla="*/ 5666 w 6343"/>
                  <a:gd name="connsiteY3" fmla="*/ 1126 h 6345"/>
                  <a:gd name="connsiteX4" fmla="*/ 3423 w 6343"/>
                  <a:gd name="connsiteY4" fmla="*/ 197 h 6345"/>
                  <a:gd name="connsiteX5" fmla="*/ 1181 w 6343"/>
                  <a:gd name="connsiteY5" fmla="*/ 1126 h 6345"/>
                  <a:gd name="connsiteX6" fmla="*/ 252 w 6343"/>
                  <a:gd name="connsiteY6" fmla="*/ 3370 h 6345"/>
                  <a:gd name="connsiteX7" fmla="*/ 1181 w 6343"/>
                  <a:gd name="connsiteY7" fmla="*/ 5613 h 6345"/>
                  <a:gd name="connsiteX8" fmla="*/ 342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3"/>
                    </a:moveTo>
                    <a:cubicBezTo>
                      <a:pt x="4264" y="6543"/>
                      <a:pt x="5071" y="6208"/>
                      <a:pt x="5666" y="5613"/>
                    </a:cubicBezTo>
                    <a:cubicBezTo>
                      <a:pt x="6261" y="5018"/>
                      <a:pt x="6595" y="4211"/>
                      <a:pt x="6595" y="3370"/>
                    </a:cubicBezTo>
                    <a:cubicBezTo>
                      <a:pt x="6595" y="2529"/>
                      <a:pt x="6261" y="1721"/>
                      <a:pt x="5666" y="1126"/>
                    </a:cubicBezTo>
                    <a:cubicBezTo>
                      <a:pt x="5071" y="532"/>
                      <a:pt x="4264" y="197"/>
                      <a:pt x="3423" y="197"/>
                    </a:cubicBezTo>
                    <a:cubicBezTo>
                      <a:pt x="2582" y="197"/>
                      <a:pt x="1775" y="532"/>
                      <a:pt x="1181" y="1126"/>
                    </a:cubicBezTo>
                    <a:cubicBezTo>
                      <a:pt x="586" y="1721"/>
                      <a:pt x="252" y="2529"/>
                      <a:pt x="252" y="3370"/>
                    </a:cubicBezTo>
                    <a:cubicBezTo>
                      <a:pt x="252" y="4211"/>
                      <a:pt x="586" y="5018"/>
                      <a:pt x="1181" y="5613"/>
                    </a:cubicBezTo>
                    <a:cubicBezTo>
                      <a:pt x="1775" y="6208"/>
                      <a:pt x="2582" y="6543"/>
                      <a:pt x="342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96" name="Freeform: Shape 4795">
                <a:extLst>
                  <a:ext uri="{FF2B5EF4-FFF2-40B4-BE49-F238E27FC236}">
                    <a16:creationId xmlns:a16="http://schemas.microsoft.com/office/drawing/2014/main" id="{2C9E0461-8264-2F0A-D916-384B1490D5E8}"/>
                  </a:ext>
                </a:extLst>
              </p:cNvPr>
              <p:cNvSpPr/>
              <p:nvPr/>
            </p:nvSpPr>
            <p:spPr>
              <a:xfrm>
                <a:off x="4042133" y="5982007"/>
                <a:ext cx="6343" cy="6345"/>
              </a:xfrm>
              <a:custGeom>
                <a:avLst/>
                <a:gdLst>
                  <a:gd name="connsiteX0" fmla="*/ 3423 w 6343"/>
                  <a:gd name="connsiteY0" fmla="*/ 6543 h 6345"/>
                  <a:gd name="connsiteX1" fmla="*/ 5666 w 6343"/>
                  <a:gd name="connsiteY1" fmla="*/ 5613 h 6345"/>
                  <a:gd name="connsiteX2" fmla="*/ 6595 w 6343"/>
                  <a:gd name="connsiteY2" fmla="*/ 3370 h 6345"/>
                  <a:gd name="connsiteX3" fmla="*/ 5666 w 6343"/>
                  <a:gd name="connsiteY3" fmla="*/ 1126 h 6345"/>
                  <a:gd name="connsiteX4" fmla="*/ 3423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3"/>
                    </a:moveTo>
                    <a:cubicBezTo>
                      <a:pt x="4264" y="6543"/>
                      <a:pt x="5071" y="6208"/>
                      <a:pt x="5666" y="5613"/>
                    </a:cubicBezTo>
                    <a:cubicBezTo>
                      <a:pt x="6260" y="5018"/>
                      <a:pt x="6595" y="4211"/>
                      <a:pt x="6595" y="3370"/>
                    </a:cubicBezTo>
                    <a:cubicBezTo>
                      <a:pt x="6595" y="2528"/>
                      <a:pt x="6260" y="1721"/>
                      <a:pt x="5666" y="1126"/>
                    </a:cubicBezTo>
                    <a:cubicBezTo>
                      <a:pt x="5071" y="531"/>
                      <a:pt x="4264" y="197"/>
                      <a:pt x="3423" y="197"/>
                    </a:cubicBezTo>
                    <a:cubicBezTo>
                      <a:pt x="2582" y="197"/>
                      <a:pt x="1775" y="531"/>
                      <a:pt x="1180" y="1126"/>
                    </a:cubicBezTo>
                    <a:cubicBezTo>
                      <a:pt x="586" y="1721"/>
                      <a:pt x="251" y="2528"/>
                      <a:pt x="251" y="3370"/>
                    </a:cubicBezTo>
                    <a:cubicBezTo>
                      <a:pt x="251" y="4211"/>
                      <a:pt x="586" y="5018"/>
                      <a:pt x="1180" y="5613"/>
                    </a:cubicBezTo>
                    <a:cubicBezTo>
                      <a:pt x="1775" y="6208"/>
                      <a:pt x="2582" y="6543"/>
                      <a:pt x="342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97" name="Freeform: Shape 4796">
                <a:extLst>
                  <a:ext uri="{FF2B5EF4-FFF2-40B4-BE49-F238E27FC236}">
                    <a16:creationId xmlns:a16="http://schemas.microsoft.com/office/drawing/2014/main" id="{ECDA2533-34DC-8A63-7634-25C6884C3974}"/>
                  </a:ext>
                </a:extLst>
              </p:cNvPr>
              <p:cNvSpPr/>
              <p:nvPr/>
            </p:nvSpPr>
            <p:spPr>
              <a:xfrm>
                <a:off x="4040249" y="5982494"/>
                <a:ext cx="6343" cy="6345"/>
              </a:xfrm>
              <a:custGeom>
                <a:avLst/>
                <a:gdLst>
                  <a:gd name="connsiteX0" fmla="*/ 3423 w 6343"/>
                  <a:gd name="connsiteY0" fmla="*/ 6543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3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3"/>
                    </a:moveTo>
                    <a:cubicBezTo>
                      <a:pt x="4264" y="6543"/>
                      <a:pt x="5071" y="6208"/>
                      <a:pt x="5665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9"/>
                      <a:pt x="6260" y="1721"/>
                      <a:pt x="5665" y="1126"/>
                    </a:cubicBezTo>
                    <a:cubicBezTo>
                      <a:pt x="5071" y="532"/>
                      <a:pt x="4264" y="197"/>
                      <a:pt x="3423" y="197"/>
                    </a:cubicBezTo>
                    <a:cubicBezTo>
                      <a:pt x="2582" y="197"/>
                      <a:pt x="1775" y="532"/>
                      <a:pt x="1180" y="1126"/>
                    </a:cubicBezTo>
                    <a:cubicBezTo>
                      <a:pt x="585" y="1721"/>
                      <a:pt x="251" y="2529"/>
                      <a:pt x="251" y="3370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5" y="6208"/>
                      <a:pt x="2582" y="6543"/>
                      <a:pt x="342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98" name="Freeform: Shape 4797">
                <a:extLst>
                  <a:ext uri="{FF2B5EF4-FFF2-40B4-BE49-F238E27FC236}">
                    <a16:creationId xmlns:a16="http://schemas.microsoft.com/office/drawing/2014/main" id="{7F0A9653-1B38-4685-01F2-0669DA01FADC}"/>
                  </a:ext>
                </a:extLst>
              </p:cNvPr>
              <p:cNvSpPr/>
              <p:nvPr/>
            </p:nvSpPr>
            <p:spPr>
              <a:xfrm>
                <a:off x="4035410" y="5978543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4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4" y="197"/>
                      <a:pt x="3422" y="197"/>
                    </a:cubicBezTo>
                    <a:cubicBezTo>
                      <a:pt x="2581" y="197"/>
                      <a:pt x="1775" y="531"/>
                      <a:pt x="1180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5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799" name="Freeform: Shape 4798">
                <a:extLst>
                  <a:ext uri="{FF2B5EF4-FFF2-40B4-BE49-F238E27FC236}">
                    <a16:creationId xmlns:a16="http://schemas.microsoft.com/office/drawing/2014/main" id="{7562F326-64C1-DE93-98CC-5F8E22774EDB}"/>
                  </a:ext>
                </a:extLst>
              </p:cNvPr>
              <p:cNvSpPr/>
              <p:nvPr/>
            </p:nvSpPr>
            <p:spPr>
              <a:xfrm>
                <a:off x="4032155" y="5976862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69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69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80" y="1126"/>
                    </a:cubicBezTo>
                    <a:cubicBezTo>
                      <a:pt x="585" y="1721"/>
                      <a:pt x="251" y="2528"/>
                      <a:pt x="251" y="3369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00" name="Freeform: Shape 4799">
                <a:extLst>
                  <a:ext uri="{FF2B5EF4-FFF2-40B4-BE49-F238E27FC236}">
                    <a16:creationId xmlns:a16="http://schemas.microsoft.com/office/drawing/2014/main" id="{A93D9839-ABA3-49A5-8593-B8BD7B533561}"/>
                  </a:ext>
                </a:extLst>
              </p:cNvPr>
              <p:cNvSpPr/>
              <p:nvPr/>
            </p:nvSpPr>
            <p:spPr>
              <a:xfrm>
                <a:off x="4030159" y="5977045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1 w 6343"/>
                  <a:gd name="connsiteY6" fmla="*/ 3370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70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01" name="Freeform: Shape 4800">
                <a:extLst>
                  <a:ext uri="{FF2B5EF4-FFF2-40B4-BE49-F238E27FC236}">
                    <a16:creationId xmlns:a16="http://schemas.microsoft.com/office/drawing/2014/main" id="{339538ED-017E-14A6-0375-B64767368D94}"/>
                  </a:ext>
                </a:extLst>
              </p:cNvPr>
              <p:cNvSpPr/>
              <p:nvPr/>
            </p:nvSpPr>
            <p:spPr>
              <a:xfrm>
                <a:off x="4028980" y="5978480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70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70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0" y="2528"/>
                      <a:pt x="250" y="3370"/>
                    </a:cubicBezTo>
                    <a:cubicBezTo>
                      <a:pt x="250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02" name="Freeform: Shape 4801">
                <a:extLst>
                  <a:ext uri="{FF2B5EF4-FFF2-40B4-BE49-F238E27FC236}">
                    <a16:creationId xmlns:a16="http://schemas.microsoft.com/office/drawing/2014/main" id="{1BE3F342-0515-76DC-FB8C-B9E5DFBEF74C}"/>
                  </a:ext>
                </a:extLst>
              </p:cNvPr>
              <p:cNvSpPr/>
              <p:nvPr/>
            </p:nvSpPr>
            <p:spPr>
              <a:xfrm>
                <a:off x="4027387" y="5979273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70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70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70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70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03" name="Freeform: Shape 4802">
                <a:extLst>
                  <a:ext uri="{FF2B5EF4-FFF2-40B4-BE49-F238E27FC236}">
                    <a16:creationId xmlns:a16="http://schemas.microsoft.com/office/drawing/2014/main" id="{8F505836-E309-7A07-1BDA-7034C3AB5D4B}"/>
                  </a:ext>
                </a:extLst>
              </p:cNvPr>
              <p:cNvSpPr/>
              <p:nvPr/>
            </p:nvSpPr>
            <p:spPr>
              <a:xfrm>
                <a:off x="4069104" y="6049423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8 w 6343"/>
                  <a:gd name="connsiteY1" fmla="*/ 5619 h 6345"/>
                  <a:gd name="connsiteX2" fmla="*/ 6597 w 6343"/>
                  <a:gd name="connsiteY2" fmla="*/ 3375 h 6345"/>
                  <a:gd name="connsiteX3" fmla="*/ 5668 w 6343"/>
                  <a:gd name="connsiteY3" fmla="*/ 1132 h 6345"/>
                  <a:gd name="connsiteX4" fmla="*/ 3425 w 6343"/>
                  <a:gd name="connsiteY4" fmla="*/ 203 h 6345"/>
                  <a:gd name="connsiteX5" fmla="*/ 1182 w 6343"/>
                  <a:gd name="connsiteY5" fmla="*/ 1132 h 6345"/>
                  <a:gd name="connsiteX6" fmla="*/ 254 w 6343"/>
                  <a:gd name="connsiteY6" fmla="*/ 3375 h 6345"/>
                  <a:gd name="connsiteX7" fmla="*/ 1182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3" y="6214"/>
                      <a:pt x="5668" y="5619"/>
                    </a:cubicBezTo>
                    <a:cubicBezTo>
                      <a:pt x="6263" y="5024"/>
                      <a:pt x="6597" y="4217"/>
                      <a:pt x="6597" y="3375"/>
                    </a:cubicBezTo>
                    <a:cubicBezTo>
                      <a:pt x="6597" y="2534"/>
                      <a:pt x="6263" y="1727"/>
                      <a:pt x="5668" y="1132"/>
                    </a:cubicBezTo>
                    <a:cubicBezTo>
                      <a:pt x="5073" y="537"/>
                      <a:pt x="4266" y="203"/>
                      <a:pt x="3425" y="203"/>
                    </a:cubicBezTo>
                    <a:cubicBezTo>
                      <a:pt x="2584" y="203"/>
                      <a:pt x="1777" y="537"/>
                      <a:pt x="1182" y="1132"/>
                    </a:cubicBezTo>
                    <a:cubicBezTo>
                      <a:pt x="588" y="1727"/>
                      <a:pt x="254" y="2534"/>
                      <a:pt x="254" y="3375"/>
                    </a:cubicBezTo>
                    <a:cubicBezTo>
                      <a:pt x="254" y="4217"/>
                      <a:pt x="588" y="5024"/>
                      <a:pt x="1182" y="5619"/>
                    </a:cubicBezTo>
                    <a:cubicBezTo>
                      <a:pt x="1777" y="6214"/>
                      <a:pt x="2584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04" name="Freeform: Shape 4803">
                <a:extLst>
                  <a:ext uri="{FF2B5EF4-FFF2-40B4-BE49-F238E27FC236}">
                    <a16:creationId xmlns:a16="http://schemas.microsoft.com/office/drawing/2014/main" id="{105AB229-6E24-07A9-0957-0C20993FCBC5}"/>
                  </a:ext>
                </a:extLst>
              </p:cNvPr>
              <p:cNvSpPr/>
              <p:nvPr/>
            </p:nvSpPr>
            <p:spPr>
              <a:xfrm>
                <a:off x="4066805" y="6050020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8 w 6343"/>
                  <a:gd name="connsiteY1" fmla="*/ 5619 h 6345"/>
                  <a:gd name="connsiteX2" fmla="*/ 6597 w 6343"/>
                  <a:gd name="connsiteY2" fmla="*/ 3375 h 6345"/>
                  <a:gd name="connsiteX3" fmla="*/ 5668 w 6343"/>
                  <a:gd name="connsiteY3" fmla="*/ 1132 h 6345"/>
                  <a:gd name="connsiteX4" fmla="*/ 3425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3" y="6214"/>
                      <a:pt x="5668" y="5619"/>
                    </a:cubicBezTo>
                    <a:cubicBezTo>
                      <a:pt x="6262" y="5024"/>
                      <a:pt x="6597" y="4217"/>
                      <a:pt x="6597" y="3375"/>
                    </a:cubicBezTo>
                    <a:cubicBezTo>
                      <a:pt x="6597" y="2534"/>
                      <a:pt x="6262" y="1727"/>
                      <a:pt x="5668" y="1132"/>
                    </a:cubicBezTo>
                    <a:cubicBezTo>
                      <a:pt x="5073" y="537"/>
                      <a:pt x="4266" y="203"/>
                      <a:pt x="3425" y="203"/>
                    </a:cubicBezTo>
                    <a:cubicBezTo>
                      <a:pt x="2584" y="203"/>
                      <a:pt x="1777" y="537"/>
                      <a:pt x="1182" y="1132"/>
                    </a:cubicBezTo>
                    <a:cubicBezTo>
                      <a:pt x="588" y="1727"/>
                      <a:pt x="253" y="2534"/>
                      <a:pt x="253" y="3375"/>
                    </a:cubicBezTo>
                    <a:cubicBezTo>
                      <a:pt x="253" y="4217"/>
                      <a:pt x="588" y="5024"/>
                      <a:pt x="1182" y="5619"/>
                    </a:cubicBezTo>
                    <a:cubicBezTo>
                      <a:pt x="1777" y="6214"/>
                      <a:pt x="2584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05" name="Freeform: Shape 4804">
                <a:extLst>
                  <a:ext uri="{FF2B5EF4-FFF2-40B4-BE49-F238E27FC236}">
                    <a16:creationId xmlns:a16="http://schemas.microsoft.com/office/drawing/2014/main" id="{790F1E3A-C85E-BC41-5CD0-A17DAAB438DB}"/>
                  </a:ext>
                </a:extLst>
              </p:cNvPr>
              <p:cNvSpPr/>
              <p:nvPr/>
            </p:nvSpPr>
            <p:spPr>
              <a:xfrm>
                <a:off x="4064286" y="6050237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5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3" y="6214"/>
                      <a:pt x="5667" y="5619"/>
                    </a:cubicBezTo>
                    <a:cubicBezTo>
                      <a:pt x="6262" y="5024"/>
                      <a:pt x="6596" y="4217"/>
                      <a:pt x="6596" y="3375"/>
                    </a:cubicBezTo>
                    <a:cubicBezTo>
                      <a:pt x="6596" y="2534"/>
                      <a:pt x="6262" y="1727"/>
                      <a:pt x="5667" y="1132"/>
                    </a:cubicBezTo>
                    <a:cubicBezTo>
                      <a:pt x="5073" y="537"/>
                      <a:pt x="4266" y="203"/>
                      <a:pt x="3425" y="203"/>
                    </a:cubicBezTo>
                    <a:cubicBezTo>
                      <a:pt x="2584" y="203"/>
                      <a:pt x="1777" y="537"/>
                      <a:pt x="1182" y="1132"/>
                    </a:cubicBezTo>
                    <a:cubicBezTo>
                      <a:pt x="587" y="1727"/>
                      <a:pt x="253" y="2534"/>
                      <a:pt x="253" y="3375"/>
                    </a:cubicBezTo>
                    <a:cubicBezTo>
                      <a:pt x="253" y="4217"/>
                      <a:pt x="587" y="5024"/>
                      <a:pt x="1182" y="5619"/>
                    </a:cubicBezTo>
                    <a:cubicBezTo>
                      <a:pt x="1777" y="6214"/>
                      <a:pt x="2584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06" name="Freeform: Shape 4805">
                <a:extLst>
                  <a:ext uri="{FF2B5EF4-FFF2-40B4-BE49-F238E27FC236}">
                    <a16:creationId xmlns:a16="http://schemas.microsoft.com/office/drawing/2014/main" id="{E39C30D8-2E63-9D97-7EA3-D982A4872360}"/>
                  </a:ext>
                </a:extLst>
              </p:cNvPr>
              <p:cNvSpPr/>
              <p:nvPr/>
            </p:nvSpPr>
            <p:spPr>
              <a:xfrm>
                <a:off x="4061869" y="6050597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5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2" y="6214"/>
                      <a:pt x="5667" y="5619"/>
                    </a:cubicBezTo>
                    <a:cubicBezTo>
                      <a:pt x="6262" y="5024"/>
                      <a:pt x="6596" y="4217"/>
                      <a:pt x="6596" y="3375"/>
                    </a:cubicBezTo>
                    <a:cubicBezTo>
                      <a:pt x="6596" y="2534"/>
                      <a:pt x="6262" y="1727"/>
                      <a:pt x="5667" y="1132"/>
                    </a:cubicBezTo>
                    <a:cubicBezTo>
                      <a:pt x="5072" y="537"/>
                      <a:pt x="4266" y="203"/>
                      <a:pt x="3425" y="203"/>
                    </a:cubicBezTo>
                    <a:cubicBezTo>
                      <a:pt x="2583" y="203"/>
                      <a:pt x="1777" y="537"/>
                      <a:pt x="1182" y="1132"/>
                    </a:cubicBezTo>
                    <a:cubicBezTo>
                      <a:pt x="587" y="1727"/>
                      <a:pt x="253" y="2534"/>
                      <a:pt x="253" y="3375"/>
                    </a:cubicBezTo>
                    <a:cubicBezTo>
                      <a:pt x="253" y="4217"/>
                      <a:pt x="587" y="5024"/>
                      <a:pt x="1182" y="5619"/>
                    </a:cubicBezTo>
                    <a:cubicBezTo>
                      <a:pt x="1777" y="6214"/>
                      <a:pt x="2583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07" name="Freeform: Shape 4806">
                <a:extLst>
                  <a:ext uri="{FF2B5EF4-FFF2-40B4-BE49-F238E27FC236}">
                    <a16:creationId xmlns:a16="http://schemas.microsoft.com/office/drawing/2014/main" id="{78D8790C-8034-06ED-A40A-BD778B0698CC}"/>
                  </a:ext>
                </a:extLst>
              </p:cNvPr>
              <p:cNvSpPr/>
              <p:nvPr/>
            </p:nvSpPr>
            <p:spPr>
              <a:xfrm>
                <a:off x="4059167" y="6050453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4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2" y="6214"/>
                      <a:pt x="5667" y="5619"/>
                    </a:cubicBezTo>
                    <a:cubicBezTo>
                      <a:pt x="6262" y="5024"/>
                      <a:pt x="6596" y="4217"/>
                      <a:pt x="6596" y="3375"/>
                    </a:cubicBezTo>
                    <a:cubicBezTo>
                      <a:pt x="6596" y="2534"/>
                      <a:pt x="6262" y="1727"/>
                      <a:pt x="5667" y="1132"/>
                    </a:cubicBezTo>
                    <a:cubicBezTo>
                      <a:pt x="5072" y="537"/>
                      <a:pt x="4265" y="203"/>
                      <a:pt x="3424" y="203"/>
                    </a:cubicBezTo>
                    <a:cubicBezTo>
                      <a:pt x="2583" y="203"/>
                      <a:pt x="1776" y="537"/>
                      <a:pt x="1182" y="1132"/>
                    </a:cubicBezTo>
                    <a:cubicBezTo>
                      <a:pt x="587" y="1727"/>
                      <a:pt x="253" y="2534"/>
                      <a:pt x="253" y="3375"/>
                    </a:cubicBezTo>
                    <a:cubicBezTo>
                      <a:pt x="253" y="4217"/>
                      <a:pt x="587" y="5024"/>
                      <a:pt x="1182" y="5619"/>
                    </a:cubicBezTo>
                    <a:cubicBezTo>
                      <a:pt x="1776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08" name="Freeform: Shape 4807">
                <a:extLst>
                  <a:ext uri="{FF2B5EF4-FFF2-40B4-BE49-F238E27FC236}">
                    <a16:creationId xmlns:a16="http://schemas.microsoft.com/office/drawing/2014/main" id="{AD550991-9043-4E2D-DB75-9561EE252735}"/>
                  </a:ext>
                </a:extLst>
              </p:cNvPr>
              <p:cNvSpPr/>
              <p:nvPr/>
            </p:nvSpPr>
            <p:spPr>
              <a:xfrm>
                <a:off x="4056142" y="6049718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4 w 6343"/>
                  <a:gd name="connsiteY4" fmla="*/ 203 h 6345"/>
                  <a:gd name="connsiteX5" fmla="*/ 1181 w 6343"/>
                  <a:gd name="connsiteY5" fmla="*/ 1132 h 6345"/>
                  <a:gd name="connsiteX6" fmla="*/ 253 w 6343"/>
                  <a:gd name="connsiteY6" fmla="*/ 3375 h 6345"/>
                  <a:gd name="connsiteX7" fmla="*/ 1181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2" y="6214"/>
                      <a:pt x="5667" y="5619"/>
                    </a:cubicBezTo>
                    <a:cubicBezTo>
                      <a:pt x="6261" y="5024"/>
                      <a:pt x="6596" y="4217"/>
                      <a:pt x="6596" y="3375"/>
                    </a:cubicBezTo>
                    <a:cubicBezTo>
                      <a:pt x="6596" y="2534"/>
                      <a:pt x="6261" y="1727"/>
                      <a:pt x="5667" y="1132"/>
                    </a:cubicBezTo>
                    <a:cubicBezTo>
                      <a:pt x="5072" y="537"/>
                      <a:pt x="4265" y="203"/>
                      <a:pt x="3424" y="203"/>
                    </a:cubicBezTo>
                    <a:cubicBezTo>
                      <a:pt x="2583" y="203"/>
                      <a:pt x="1776" y="537"/>
                      <a:pt x="1181" y="1132"/>
                    </a:cubicBezTo>
                    <a:cubicBezTo>
                      <a:pt x="587" y="1727"/>
                      <a:pt x="253" y="2534"/>
                      <a:pt x="253" y="3375"/>
                    </a:cubicBezTo>
                    <a:cubicBezTo>
                      <a:pt x="253" y="4217"/>
                      <a:pt x="587" y="5024"/>
                      <a:pt x="1181" y="5619"/>
                    </a:cubicBezTo>
                    <a:cubicBezTo>
                      <a:pt x="1776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09" name="Freeform: Shape 4808">
                <a:extLst>
                  <a:ext uri="{FF2B5EF4-FFF2-40B4-BE49-F238E27FC236}">
                    <a16:creationId xmlns:a16="http://schemas.microsoft.com/office/drawing/2014/main" id="{BB818B3A-B407-4347-711F-29B2F21771C7}"/>
                  </a:ext>
                </a:extLst>
              </p:cNvPr>
              <p:cNvSpPr/>
              <p:nvPr/>
            </p:nvSpPr>
            <p:spPr>
              <a:xfrm>
                <a:off x="4053626" y="6049815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7 w 6343"/>
                  <a:gd name="connsiteY1" fmla="*/ 5619 h 6345"/>
                  <a:gd name="connsiteX2" fmla="*/ 6595 w 6343"/>
                  <a:gd name="connsiteY2" fmla="*/ 3375 h 6345"/>
                  <a:gd name="connsiteX3" fmla="*/ 5667 w 6343"/>
                  <a:gd name="connsiteY3" fmla="*/ 1132 h 6345"/>
                  <a:gd name="connsiteX4" fmla="*/ 3424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2" y="6214"/>
                      <a:pt x="5667" y="5619"/>
                    </a:cubicBezTo>
                    <a:cubicBezTo>
                      <a:pt x="6261" y="5024"/>
                      <a:pt x="6595" y="4217"/>
                      <a:pt x="6595" y="3375"/>
                    </a:cubicBezTo>
                    <a:cubicBezTo>
                      <a:pt x="6595" y="2534"/>
                      <a:pt x="6261" y="1727"/>
                      <a:pt x="5667" y="1132"/>
                    </a:cubicBezTo>
                    <a:cubicBezTo>
                      <a:pt x="5072" y="537"/>
                      <a:pt x="4265" y="203"/>
                      <a:pt x="3424" y="203"/>
                    </a:cubicBezTo>
                    <a:cubicBezTo>
                      <a:pt x="2583" y="203"/>
                      <a:pt x="1776" y="537"/>
                      <a:pt x="1181" y="1132"/>
                    </a:cubicBezTo>
                    <a:cubicBezTo>
                      <a:pt x="587" y="1727"/>
                      <a:pt x="252" y="2534"/>
                      <a:pt x="252" y="3375"/>
                    </a:cubicBezTo>
                    <a:cubicBezTo>
                      <a:pt x="252" y="4217"/>
                      <a:pt x="587" y="5024"/>
                      <a:pt x="1181" y="5619"/>
                    </a:cubicBezTo>
                    <a:cubicBezTo>
                      <a:pt x="1776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10" name="Freeform: Shape 4809">
                <a:extLst>
                  <a:ext uri="{FF2B5EF4-FFF2-40B4-BE49-F238E27FC236}">
                    <a16:creationId xmlns:a16="http://schemas.microsoft.com/office/drawing/2014/main" id="{B0359495-6CCA-4686-533A-A8A0AFE56D2D}"/>
                  </a:ext>
                </a:extLst>
              </p:cNvPr>
              <p:cNvSpPr/>
              <p:nvPr/>
            </p:nvSpPr>
            <p:spPr>
              <a:xfrm>
                <a:off x="4051138" y="6049934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5 h 6345"/>
                  <a:gd name="connsiteX3" fmla="*/ 5666 w 6343"/>
                  <a:gd name="connsiteY3" fmla="*/ 1132 h 6345"/>
                  <a:gd name="connsiteX4" fmla="*/ 3424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2" y="6214"/>
                      <a:pt x="5666" y="5619"/>
                    </a:cubicBezTo>
                    <a:cubicBezTo>
                      <a:pt x="6261" y="5024"/>
                      <a:pt x="6595" y="4217"/>
                      <a:pt x="6595" y="3375"/>
                    </a:cubicBezTo>
                    <a:cubicBezTo>
                      <a:pt x="6595" y="2534"/>
                      <a:pt x="6261" y="1727"/>
                      <a:pt x="5666" y="1132"/>
                    </a:cubicBezTo>
                    <a:cubicBezTo>
                      <a:pt x="5072" y="537"/>
                      <a:pt x="4265" y="203"/>
                      <a:pt x="3424" y="203"/>
                    </a:cubicBezTo>
                    <a:cubicBezTo>
                      <a:pt x="2583" y="203"/>
                      <a:pt x="1776" y="537"/>
                      <a:pt x="1181" y="1132"/>
                    </a:cubicBezTo>
                    <a:cubicBezTo>
                      <a:pt x="586" y="1727"/>
                      <a:pt x="252" y="2534"/>
                      <a:pt x="252" y="3375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6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11" name="Freeform: Shape 4810">
                <a:extLst>
                  <a:ext uri="{FF2B5EF4-FFF2-40B4-BE49-F238E27FC236}">
                    <a16:creationId xmlns:a16="http://schemas.microsoft.com/office/drawing/2014/main" id="{94A88B90-5E1C-FC10-8CE7-A6250EEAEAF0}"/>
                  </a:ext>
                </a:extLst>
              </p:cNvPr>
              <p:cNvSpPr/>
              <p:nvPr/>
            </p:nvSpPr>
            <p:spPr>
              <a:xfrm>
                <a:off x="4048817" y="6050322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5 h 6345"/>
                  <a:gd name="connsiteX3" fmla="*/ 5666 w 6343"/>
                  <a:gd name="connsiteY3" fmla="*/ 1132 h 6345"/>
                  <a:gd name="connsiteX4" fmla="*/ 3424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1" y="6214"/>
                      <a:pt x="5666" y="5619"/>
                    </a:cubicBezTo>
                    <a:cubicBezTo>
                      <a:pt x="6261" y="5024"/>
                      <a:pt x="6595" y="4217"/>
                      <a:pt x="6595" y="3375"/>
                    </a:cubicBezTo>
                    <a:cubicBezTo>
                      <a:pt x="6595" y="2534"/>
                      <a:pt x="6261" y="1727"/>
                      <a:pt x="5666" y="1132"/>
                    </a:cubicBezTo>
                    <a:cubicBezTo>
                      <a:pt x="5071" y="537"/>
                      <a:pt x="4265" y="203"/>
                      <a:pt x="3424" y="203"/>
                    </a:cubicBezTo>
                    <a:cubicBezTo>
                      <a:pt x="2582" y="203"/>
                      <a:pt x="1776" y="537"/>
                      <a:pt x="1181" y="1132"/>
                    </a:cubicBezTo>
                    <a:cubicBezTo>
                      <a:pt x="586" y="1727"/>
                      <a:pt x="252" y="2534"/>
                      <a:pt x="252" y="3375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6" y="6214"/>
                      <a:pt x="2582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12" name="Freeform: Shape 4811">
                <a:extLst>
                  <a:ext uri="{FF2B5EF4-FFF2-40B4-BE49-F238E27FC236}">
                    <a16:creationId xmlns:a16="http://schemas.microsoft.com/office/drawing/2014/main" id="{236DC92D-A4FB-94A2-5676-2E4B0977AA09}"/>
                  </a:ext>
                </a:extLst>
              </p:cNvPr>
              <p:cNvSpPr/>
              <p:nvPr/>
            </p:nvSpPr>
            <p:spPr>
              <a:xfrm>
                <a:off x="4046542" y="6050776"/>
                <a:ext cx="6343" cy="6345"/>
              </a:xfrm>
              <a:custGeom>
                <a:avLst/>
                <a:gdLst>
                  <a:gd name="connsiteX0" fmla="*/ 3423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5 h 6345"/>
                  <a:gd name="connsiteX3" fmla="*/ 5666 w 6343"/>
                  <a:gd name="connsiteY3" fmla="*/ 1132 h 6345"/>
                  <a:gd name="connsiteX4" fmla="*/ 3423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8"/>
                    </a:moveTo>
                    <a:cubicBezTo>
                      <a:pt x="4264" y="6548"/>
                      <a:pt x="5071" y="6214"/>
                      <a:pt x="5666" y="5619"/>
                    </a:cubicBezTo>
                    <a:cubicBezTo>
                      <a:pt x="6261" y="5024"/>
                      <a:pt x="6595" y="4217"/>
                      <a:pt x="6595" y="3375"/>
                    </a:cubicBezTo>
                    <a:cubicBezTo>
                      <a:pt x="6595" y="2534"/>
                      <a:pt x="6261" y="1727"/>
                      <a:pt x="5666" y="1132"/>
                    </a:cubicBezTo>
                    <a:cubicBezTo>
                      <a:pt x="5071" y="537"/>
                      <a:pt x="4264" y="203"/>
                      <a:pt x="3423" y="203"/>
                    </a:cubicBezTo>
                    <a:cubicBezTo>
                      <a:pt x="2582" y="203"/>
                      <a:pt x="1775" y="537"/>
                      <a:pt x="1181" y="1132"/>
                    </a:cubicBezTo>
                    <a:cubicBezTo>
                      <a:pt x="586" y="1727"/>
                      <a:pt x="252" y="2534"/>
                      <a:pt x="252" y="3375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5" y="6214"/>
                      <a:pt x="2582" y="6548"/>
                      <a:pt x="342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13" name="Freeform: Shape 4812">
                <a:extLst>
                  <a:ext uri="{FF2B5EF4-FFF2-40B4-BE49-F238E27FC236}">
                    <a16:creationId xmlns:a16="http://schemas.microsoft.com/office/drawing/2014/main" id="{9B3E7D2B-4478-E79C-5F75-824CDBC1672B}"/>
                  </a:ext>
                </a:extLst>
              </p:cNvPr>
              <p:cNvSpPr/>
              <p:nvPr/>
            </p:nvSpPr>
            <p:spPr>
              <a:xfrm>
                <a:off x="4044202" y="6051090"/>
                <a:ext cx="6343" cy="6345"/>
              </a:xfrm>
              <a:custGeom>
                <a:avLst/>
                <a:gdLst>
                  <a:gd name="connsiteX0" fmla="*/ 3423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5 h 6345"/>
                  <a:gd name="connsiteX3" fmla="*/ 5666 w 6343"/>
                  <a:gd name="connsiteY3" fmla="*/ 1132 h 6345"/>
                  <a:gd name="connsiteX4" fmla="*/ 3423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8"/>
                    </a:moveTo>
                    <a:cubicBezTo>
                      <a:pt x="4264" y="6548"/>
                      <a:pt x="5071" y="6214"/>
                      <a:pt x="5666" y="5619"/>
                    </a:cubicBezTo>
                    <a:cubicBezTo>
                      <a:pt x="6261" y="5024"/>
                      <a:pt x="6595" y="4217"/>
                      <a:pt x="6595" y="3375"/>
                    </a:cubicBezTo>
                    <a:cubicBezTo>
                      <a:pt x="6595" y="2534"/>
                      <a:pt x="6261" y="1727"/>
                      <a:pt x="5666" y="1132"/>
                    </a:cubicBezTo>
                    <a:cubicBezTo>
                      <a:pt x="5071" y="537"/>
                      <a:pt x="4264" y="203"/>
                      <a:pt x="3423" y="203"/>
                    </a:cubicBezTo>
                    <a:cubicBezTo>
                      <a:pt x="2582" y="203"/>
                      <a:pt x="1775" y="537"/>
                      <a:pt x="1181" y="1132"/>
                    </a:cubicBezTo>
                    <a:cubicBezTo>
                      <a:pt x="586" y="1727"/>
                      <a:pt x="252" y="2534"/>
                      <a:pt x="252" y="3375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5" y="6214"/>
                      <a:pt x="2582" y="6548"/>
                      <a:pt x="342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14" name="Freeform: Shape 4813">
                <a:extLst>
                  <a:ext uri="{FF2B5EF4-FFF2-40B4-BE49-F238E27FC236}">
                    <a16:creationId xmlns:a16="http://schemas.microsoft.com/office/drawing/2014/main" id="{BD5323BD-D765-B1DE-6472-41D6CB696545}"/>
                  </a:ext>
                </a:extLst>
              </p:cNvPr>
              <p:cNvSpPr/>
              <p:nvPr/>
            </p:nvSpPr>
            <p:spPr>
              <a:xfrm>
                <a:off x="4040688" y="6049186"/>
                <a:ext cx="6343" cy="6345"/>
              </a:xfrm>
              <a:custGeom>
                <a:avLst/>
                <a:gdLst>
                  <a:gd name="connsiteX0" fmla="*/ 3423 w 6343"/>
                  <a:gd name="connsiteY0" fmla="*/ 6548 h 6345"/>
                  <a:gd name="connsiteX1" fmla="*/ 5666 w 6343"/>
                  <a:gd name="connsiteY1" fmla="*/ 5619 h 6345"/>
                  <a:gd name="connsiteX2" fmla="*/ 6594 w 6343"/>
                  <a:gd name="connsiteY2" fmla="*/ 3375 h 6345"/>
                  <a:gd name="connsiteX3" fmla="*/ 5666 w 6343"/>
                  <a:gd name="connsiteY3" fmla="*/ 1132 h 6345"/>
                  <a:gd name="connsiteX4" fmla="*/ 3423 w 6343"/>
                  <a:gd name="connsiteY4" fmla="*/ 202 h 6345"/>
                  <a:gd name="connsiteX5" fmla="*/ 1180 w 6343"/>
                  <a:gd name="connsiteY5" fmla="*/ 1132 h 6345"/>
                  <a:gd name="connsiteX6" fmla="*/ 251 w 6343"/>
                  <a:gd name="connsiteY6" fmla="*/ 3375 h 6345"/>
                  <a:gd name="connsiteX7" fmla="*/ 1180 w 6343"/>
                  <a:gd name="connsiteY7" fmla="*/ 5619 h 6345"/>
                  <a:gd name="connsiteX8" fmla="*/ 342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8"/>
                    </a:moveTo>
                    <a:cubicBezTo>
                      <a:pt x="4264" y="6548"/>
                      <a:pt x="5071" y="6214"/>
                      <a:pt x="5666" y="5619"/>
                    </a:cubicBezTo>
                    <a:cubicBezTo>
                      <a:pt x="6260" y="5024"/>
                      <a:pt x="6594" y="4217"/>
                      <a:pt x="6594" y="3375"/>
                    </a:cubicBezTo>
                    <a:cubicBezTo>
                      <a:pt x="6594" y="2534"/>
                      <a:pt x="6260" y="1727"/>
                      <a:pt x="5666" y="1132"/>
                    </a:cubicBezTo>
                    <a:cubicBezTo>
                      <a:pt x="5071" y="537"/>
                      <a:pt x="4264" y="202"/>
                      <a:pt x="3423" y="202"/>
                    </a:cubicBezTo>
                    <a:cubicBezTo>
                      <a:pt x="2582" y="202"/>
                      <a:pt x="1775" y="537"/>
                      <a:pt x="1180" y="1132"/>
                    </a:cubicBezTo>
                    <a:cubicBezTo>
                      <a:pt x="586" y="1727"/>
                      <a:pt x="251" y="2534"/>
                      <a:pt x="251" y="3375"/>
                    </a:cubicBezTo>
                    <a:cubicBezTo>
                      <a:pt x="251" y="4217"/>
                      <a:pt x="586" y="5024"/>
                      <a:pt x="1180" y="5619"/>
                    </a:cubicBezTo>
                    <a:cubicBezTo>
                      <a:pt x="1775" y="6214"/>
                      <a:pt x="2582" y="6548"/>
                      <a:pt x="342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15" name="Freeform: Shape 4814">
                <a:extLst>
                  <a:ext uri="{FF2B5EF4-FFF2-40B4-BE49-F238E27FC236}">
                    <a16:creationId xmlns:a16="http://schemas.microsoft.com/office/drawing/2014/main" id="{78D92F21-B79D-04DB-03EA-7C3535A39E68}"/>
                  </a:ext>
                </a:extLst>
              </p:cNvPr>
              <p:cNvSpPr/>
              <p:nvPr/>
            </p:nvSpPr>
            <p:spPr>
              <a:xfrm>
                <a:off x="4039946" y="6052458"/>
                <a:ext cx="6343" cy="6345"/>
              </a:xfrm>
              <a:custGeom>
                <a:avLst/>
                <a:gdLst>
                  <a:gd name="connsiteX0" fmla="*/ 3423 w 6343"/>
                  <a:gd name="connsiteY0" fmla="*/ 6548 h 6345"/>
                  <a:gd name="connsiteX1" fmla="*/ 5665 w 6343"/>
                  <a:gd name="connsiteY1" fmla="*/ 5619 h 6345"/>
                  <a:gd name="connsiteX2" fmla="*/ 6594 w 6343"/>
                  <a:gd name="connsiteY2" fmla="*/ 3375 h 6345"/>
                  <a:gd name="connsiteX3" fmla="*/ 5665 w 6343"/>
                  <a:gd name="connsiteY3" fmla="*/ 1132 h 6345"/>
                  <a:gd name="connsiteX4" fmla="*/ 3423 w 6343"/>
                  <a:gd name="connsiteY4" fmla="*/ 203 h 6345"/>
                  <a:gd name="connsiteX5" fmla="*/ 1180 w 6343"/>
                  <a:gd name="connsiteY5" fmla="*/ 1132 h 6345"/>
                  <a:gd name="connsiteX6" fmla="*/ 251 w 6343"/>
                  <a:gd name="connsiteY6" fmla="*/ 3375 h 6345"/>
                  <a:gd name="connsiteX7" fmla="*/ 1180 w 6343"/>
                  <a:gd name="connsiteY7" fmla="*/ 5619 h 6345"/>
                  <a:gd name="connsiteX8" fmla="*/ 342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8"/>
                    </a:moveTo>
                    <a:cubicBezTo>
                      <a:pt x="4264" y="6548"/>
                      <a:pt x="5071" y="6214"/>
                      <a:pt x="5665" y="5619"/>
                    </a:cubicBezTo>
                    <a:cubicBezTo>
                      <a:pt x="6260" y="5024"/>
                      <a:pt x="6594" y="4217"/>
                      <a:pt x="6594" y="3375"/>
                    </a:cubicBezTo>
                    <a:cubicBezTo>
                      <a:pt x="6594" y="2534"/>
                      <a:pt x="6260" y="1727"/>
                      <a:pt x="5665" y="1132"/>
                    </a:cubicBezTo>
                    <a:cubicBezTo>
                      <a:pt x="5071" y="537"/>
                      <a:pt x="4264" y="203"/>
                      <a:pt x="3423" y="203"/>
                    </a:cubicBezTo>
                    <a:cubicBezTo>
                      <a:pt x="2582" y="203"/>
                      <a:pt x="1775" y="537"/>
                      <a:pt x="1180" y="1132"/>
                    </a:cubicBezTo>
                    <a:cubicBezTo>
                      <a:pt x="585" y="1727"/>
                      <a:pt x="251" y="2534"/>
                      <a:pt x="251" y="3375"/>
                    </a:cubicBezTo>
                    <a:cubicBezTo>
                      <a:pt x="251" y="4217"/>
                      <a:pt x="585" y="5024"/>
                      <a:pt x="1180" y="5619"/>
                    </a:cubicBezTo>
                    <a:cubicBezTo>
                      <a:pt x="1775" y="6214"/>
                      <a:pt x="2582" y="6548"/>
                      <a:pt x="342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16" name="Freeform: Shape 4815">
                <a:extLst>
                  <a:ext uri="{FF2B5EF4-FFF2-40B4-BE49-F238E27FC236}">
                    <a16:creationId xmlns:a16="http://schemas.microsoft.com/office/drawing/2014/main" id="{5981AFF2-9642-3423-171A-E788C37EF777}"/>
                  </a:ext>
                </a:extLst>
              </p:cNvPr>
              <p:cNvSpPr/>
              <p:nvPr/>
            </p:nvSpPr>
            <p:spPr>
              <a:xfrm>
                <a:off x="4038281" y="6054020"/>
                <a:ext cx="6343" cy="6345"/>
              </a:xfrm>
              <a:custGeom>
                <a:avLst/>
                <a:gdLst>
                  <a:gd name="connsiteX0" fmla="*/ 3423 w 6343"/>
                  <a:gd name="connsiteY0" fmla="*/ 6548 h 6345"/>
                  <a:gd name="connsiteX1" fmla="*/ 5665 w 6343"/>
                  <a:gd name="connsiteY1" fmla="*/ 5619 h 6345"/>
                  <a:gd name="connsiteX2" fmla="*/ 6594 w 6343"/>
                  <a:gd name="connsiteY2" fmla="*/ 3376 h 6345"/>
                  <a:gd name="connsiteX3" fmla="*/ 5665 w 6343"/>
                  <a:gd name="connsiteY3" fmla="*/ 1132 h 6345"/>
                  <a:gd name="connsiteX4" fmla="*/ 3423 w 6343"/>
                  <a:gd name="connsiteY4" fmla="*/ 203 h 6345"/>
                  <a:gd name="connsiteX5" fmla="*/ 1180 w 6343"/>
                  <a:gd name="connsiteY5" fmla="*/ 1132 h 6345"/>
                  <a:gd name="connsiteX6" fmla="*/ 251 w 6343"/>
                  <a:gd name="connsiteY6" fmla="*/ 3376 h 6345"/>
                  <a:gd name="connsiteX7" fmla="*/ 1180 w 6343"/>
                  <a:gd name="connsiteY7" fmla="*/ 5619 h 6345"/>
                  <a:gd name="connsiteX8" fmla="*/ 342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8"/>
                    </a:moveTo>
                    <a:cubicBezTo>
                      <a:pt x="4264" y="6548"/>
                      <a:pt x="5071" y="6214"/>
                      <a:pt x="5665" y="5619"/>
                    </a:cubicBezTo>
                    <a:cubicBezTo>
                      <a:pt x="6260" y="5024"/>
                      <a:pt x="6594" y="4217"/>
                      <a:pt x="6594" y="3376"/>
                    </a:cubicBezTo>
                    <a:cubicBezTo>
                      <a:pt x="6594" y="2534"/>
                      <a:pt x="6260" y="1727"/>
                      <a:pt x="5665" y="1132"/>
                    </a:cubicBezTo>
                    <a:cubicBezTo>
                      <a:pt x="5071" y="537"/>
                      <a:pt x="4264" y="203"/>
                      <a:pt x="3423" y="203"/>
                    </a:cubicBezTo>
                    <a:cubicBezTo>
                      <a:pt x="2582" y="203"/>
                      <a:pt x="1775" y="537"/>
                      <a:pt x="1180" y="1132"/>
                    </a:cubicBezTo>
                    <a:cubicBezTo>
                      <a:pt x="585" y="1727"/>
                      <a:pt x="251" y="2534"/>
                      <a:pt x="251" y="3376"/>
                    </a:cubicBezTo>
                    <a:cubicBezTo>
                      <a:pt x="251" y="4217"/>
                      <a:pt x="585" y="5024"/>
                      <a:pt x="1180" y="5619"/>
                    </a:cubicBezTo>
                    <a:cubicBezTo>
                      <a:pt x="1775" y="6214"/>
                      <a:pt x="2582" y="6548"/>
                      <a:pt x="342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17" name="Freeform: Shape 4816">
                <a:extLst>
                  <a:ext uri="{FF2B5EF4-FFF2-40B4-BE49-F238E27FC236}">
                    <a16:creationId xmlns:a16="http://schemas.microsoft.com/office/drawing/2014/main" id="{44B27A55-8183-6C05-A25D-991BC3C403F2}"/>
                  </a:ext>
                </a:extLst>
              </p:cNvPr>
              <p:cNvSpPr/>
              <p:nvPr/>
            </p:nvSpPr>
            <p:spPr>
              <a:xfrm>
                <a:off x="4039945" y="6062114"/>
                <a:ext cx="6343" cy="6345"/>
              </a:xfrm>
              <a:custGeom>
                <a:avLst/>
                <a:gdLst>
                  <a:gd name="connsiteX0" fmla="*/ 3423 w 6343"/>
                  <a:gd name="connsiteY0" fmla="*/ 6549 h 6345"/>
                  <a:gd name="connsiteX1" fmla="*/ 5665 w 6343"/>
                  <a:gd name="connsiteY1" fmla="*/ 5620 h 6345"/>
                  <a:gd name="connsiteX2" fmla="*/ 6594 w 6343"/>
                  <a:gd name="connsiteY2" fmla="*/ 3376 h 6345"/>
                  <a:gd name="connsiteX3" fmla="*/ 5665 w 6343"/>
                  <a:gd name="connsiteY3" fmla="*/ 1133 h 6345"/>
                  <a:gd name="connsiteX4" fmla="*/ 3423 w 6343"/>
                  <a:gd name="connsiteY4" fmla="*/ 204 h 6345"/>
                  <a:gd name="connsiteX5" fmla="*/ 1180 w 6343"/>
                  <a:gd name="connsiteY5" fmla="*/ 1133 h 6345"/>
                  <a:gd name="connsiteX6" fmla="*/ 251 w 6343"/>
                  <a:gd name="connsiteY6" fmla="*/ 3376 h 6345"/>
                  <a:gd name="connsiteX7" fmla="*/ 1180 w 6343"/>
                  <a:gd name="connsiteY7" fmla="*/ 5620 h 6345"/>
                  <a:gd name="connsiteX8" fmla="*/ 3423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9"/>
                    </a:moveTo>
                    <a:cubicBezTo>
                      <a:pt x="4264" y="6549"/>
                      <a:pt x="5071" y="6215"/>
                      <a:pt x="5665" y="5620"/>
                    </a:cubicBezTo>
                    <a:cubicBezTo>
                      <a:pt x="6260" y="5025"/>
                      <a:pt x="6594" y="4218"/>
                      <a:pt x="6594" y="3376"/>
                    </a:cubicBezTo>
                    <a:cubicBezTo>
                      <a:pt x="6594" y="2535"/>
                      <a:pt x="6260" y="1728"/>
                      <a:pt x="5665" y="1133"/>
                    </a:cubicBezTo>
                    <a:cubicBezTo>
                      <a:pt x="5071" y="538"/>
                      <a:pt x="4264" y="204"/>
                      <a:pt x="3423" y="204"/>
                    </a:cubicBezTo>
                    <a:cubicBezTo>
                      <a:pt x="2582" y="204"/>
                      <a:pt x="1775" y="538"/>
                      <a:pt x="1180" y="1133"/>
                    </a:cubicBezTo>
                    <a:cubicBezTo>
                      <a:pt x="585" y="1728"/>
                      <a:pt x="251" y="2535"/>
                      <a:pt x="251" y="3376"/>
                    </a:cubicBezTo>
                    <a:cubicBezTo>
                      <a:pt x="251" y="4218"/>
                      <a:pt x="585" y="5025"/>
                      <a:pt x="1180" y="5620"/>
                    </a:cubicBezTo>
                    <a:cubicBezTo>
                      <a:pt x="1775" y="6215"/>
                      <a:pt x="2582" y="6549"/>
                      <a:pt x="3423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18" name="Freeform: Shape 4817">
                <a:extLst>
                  <a:ext uri="{FF2B5EF4-FFF2-40B4-BE49-F238E27FC236}">
                    <a16:creationId xmlns:a16="http://schemas.microsoft.com/office/drawing/2014/main" id="{E7F92B04-5CED-8442-C710-04CD2C679CFF}"/>
                  </a:ext>
                </a:extLst>
              </p:cNvPr>
              <p:cNvSpPr/>
              <p:nvPr/>
            </p:nvSpPr>
            <p:spPr>
              <a:xfrm>
                <a:off x="4047906" y="6082942"/>
                <a:ext cx="6343" cy="6345"/>
              </a:xfrm>
              <a:custGeom>
                <a:avLst/>
                <a:gdLst>
                  <a:gd name="connsiteX0" fmla="*/ 3423 w 6343"/>
                  <a:gd name="connsiteY0" fmla="*/ 6551 h 6345"/>
                  <a:gd name="connsiteX1" fmla="*/ 5666 w 6343"/>
                  <a:gd name="connsiteY1" fmla="*/ 5621 h 6345"/>
                  <a:gd name="connsiteX2" fmla="*/ 6595 w 6343"/>
                  <a:gd name="connsiteY2" fmla="*/ 3378 h 6345"/>
                  <a:gd name="connsiteX3" fmla="*/ 5666 w 6343"/>
                  <a:gd name="connsiteY3" fmla="*/ 1134 h 6345"/>
                  <a:gd name="connsiteX4" fmla="*/ 3423 w 6343"/>
                  <a:gd name="connsiteY4" fmla="*/ 205 h 6345"/>
                  <a:gd name="connsiteX5" fmla="*/ 1181 w 6343"/>
                  <a:gd name="connsiteY5" fmla="*/ 1134 h 6345"/>
                  <a:gd name="connsiteX6" fmla="*/ 252 w 6343"/>
                  <a:gd name="connsiteY6" fmla="*/ 3378 h 6345"/>
                  <a:gd name="connsiteX7" fmla="*/ 1181 w 6343"/>
                  <a:gd name="connsiteY7" fmla="*/ 5621 h 6345"/>
                  <a:gd name="connsiteX8" fmla="*/ 342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1"/>
                    </a:moveTo>
                    <a:cubicBezTo>
                      <a:pt x="4265" y="6551"/>
                      <a:pt x="5071" y="6216"/>
                      <a:pt x="5666" y="5621"/>
                    </a:cubicBezTo>
                    <a:cubicBezTo>
                      <a:pt x="6261" y="5026"/>
                      <a:pt x="6595" y="4219"/>
                      <a:pt x="6595" y="3378"/>
                    </a:cubicBezTo>
                    <a:cubicBezTo>
                      <a:pt x="6595" y="2536"/>
                      <a:pt x="6261" y="1729"/>
                      <a:pt x="5666" y="1134"/>
                    </a:cubicBezTo>
                    <a:cubicBezTo>
                      <a:pt x="5071" y="539"/>
                      <a:pt x="4265" y="205"/>
                      <a:pt x="3423" y="205"/>
                    </a:cubicBezTo>
                    <a:cubicBezTo>
                      <a:pt x="2582" y="205"/>
                      <a:pt x="1776" y="539"/>
                      <a:pt x="1181" y="1134"/>
                    </a:cubicBezTo>
                    <a:cubicBezTo>
                      <a:pt x="586" y="1729"/>
                      <a:pt x="252" y="2536"/>
                      <a:pt x="252" y="3378"/>
                    </a:cubicBezTo>
                    <a:cubicBezTo>
                      <a:pt x="252" y="4219"/>
                      <a:pt x="586" y="5026"/>
                      <a:pt x="1181" y="5621"/>
                    </a:cubicBezTo>
                    <a:cubicBezTo>
                      <a:pt x="1776" y="6216"/>
                      <a:pt x="2582" y="6551"/>
                      <a:pt x="342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19" name="Freeform: Shape 4818">
                <a:extLst>
                  <a:ext uri="{FF2B5EF4-FFF2-40B4-BE49-F238E27FC236}">
                    <a16:creationId xmlns:a16="http://schemas.microsoft.com/office/drawing/2014/main" id="{221C0CFD-F216-B03C-44BC-3BBB95FF9D3D}"/>
                  </a:ext>
                </a:extLst>
              </p:cNvPr>
              <p:cNvSpPr/>
              <p:nvPr/>
            </p:nvSpPr>
            <p:spPr>
              <a:xfrm>
                <a:off x="4046755" y="6085991"/>
                <a:ext cx="6343" cy="6345"/>
              </a:xfrm>
              <a:custGeom>
                <a:avLst/>
                <a:gdLst>
                  <a:gd name="connsiteX0" fmla="*/ 3423 w 6343"/>
                  <a:gd name="connsiteY0" fmla="*/ 6551 h 6345"/>
                  <a:gd name="connsiteX1" fmla="*/ 5666 w 6343"/>
                  <a:gd name="connsiteY1" fmla="*/ 5622 h 6345"/>
                  <a:gd name="connsiteX2" fmla="*/ 6595 w 6343"/>
                  <a:gd name="connsiteY2" fmla="*/ 3378 h 6345"/>
                  <a:gd name="connsiteX3" fmla="*/ 5666 w 6343"/>
                  <a:gd name="connsiteY3" fmla="*/ 1135 h 6345"/>
                  <a:gd name="connsiteX4" fmla="*/ 3423 w 6343"/>
                  <a:gd name="connsiteY4" fmla="*/ 205 h 6345"/>
                  <a:gd name="connsiteX5" fmla="*/ 1181 w 6343"/>
                  <a:gd name="connsiteY5" fmla="*/ 1135 h 6345"/>
                  <a:gd name="connsiteX6" fmla="*/ 252 w 6343"/>
                  <a:gd name="connsiteY6" fmla="*/ 3378 h 6345"/>
                  <a:gd name="connsiteX7" fmla="*/ 1181 w 6343"/>
                  <a:gd name="connsiteY7" fmla="*/ 5622 h 6345"/>
                  <a:gd name="connsiteX8" fmla="*/ 342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1"/>
                    </a:moveTo>
                    <a:cubicBezTo>
                      <a:pt x="4264" y="6551"/>
                      <a:pt x="5071" y="6216"/>
                      <a:pt x="5666" y="5622"/>
                    </a:cubicBezTo>
                    <a:cubicBezTo>
                      <a:pt x="6261" y="5027"/>
                      <a:pt x="6595" y="4220"/>
                      <a:pt x="6595" y="3378"/>
                    </a:cubicBezTo>
                    <a:cubicBezTo>
                      <a:pt x="6595" y="2537"/>
                      <a:pt x="6261" y="1730"/>
                      <a:pt x="5666" y="1135"/>
                    </a:cubicBezTo>
                    <a:cubicBezTo>
                      <a:pt x="5071" y="540"/>
                      <a:pt x="4264" y="205"/>
                      <a:pt x="3423" y="205"/>
                    </a:cubicBezTo>
                    <a:cubicBezTo>
                      <a:pt x="2582" y="205"/>
                      <a:pt x="1775" y="540"/>
                      <a:pt x="1181" y="1135"/>
                    </a:cubicBezTo>
                    <a:cubicBezTo>
                      <a:pt x="586" y="1730"/>
                      <a:pt x="252" y="2537"/>
                      <a:pt x="252" y="3378"/>
                    </a:cubicBezTo>
                    <a:cubicBezTo>
                      <a:pt x="252" y="4220"/>
                      <a:pt x="586" y="5027"/>
                      <a:pt x="1181" y="5622"/>
                    </a:cubicBezTo>
                    <a:cubicBezTo>
                      <a:pt x="1775" y="6216"/>
                      <a:pt x="2582" y="6551"/>
                      <a:pt x="342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20" name="Freeform: Shape 4819">
                <a:extLst>
                  <a:ext uri="{FF2B5EF4-FFF2-40B4-BE49-F238E27FC236}">
                    <a16:creationId xmlns:a16="http://schemas.microsoft.com/office/drawing/2014/main" id="{9D3A1825-E7C7-CC7E-CCC0-41DC850B0B79}"/>
                  </a:ext>
                </a:extLst>
              </p:cNvPr>
              <p:cNvSpPr/>
              <p:nvPr/>
            </p:nvSpPr>
            <p:spPr>
              <a:xfrm>
                <a:off x="4045944" y="6089801"/>
                <a:ext cx="6343" cy="6345"/>
              </a:xfrm>
              <a:custGeom>
                <a:avLst/>
                <a:gdLst>
                  <a:gd name="connsiteX0" fmla="*/ 3423 w 6343"/>
                  <a:gd name="connsiteY0" fmla="*/ 6551 h 6345"/>
                  <a:gd name="connsiteX1" fmla="*/ 5666 w 6343"/>
                  <a:gd name="connsiteY1" fmla="*/ 5622 h 6345"/>
                  <a:gd name="connsiteX2" fmla="*/ 6595 w 6343"/>
                  <a:gd name="connsiteY2" fmla="*/ 3378 h 6345"/>
                  <a:gd name="connsiteX3" fmla="*/ 5666 w 6343"/>
                  <a:gd name="connsiteY3" fmla="*/ 1135 h 6345"/>
                  <a:gd name="connsiteX4" fmla="*/ 3423 w 6343"/>
                  <a:gd name="connsiteY4" fmla="*/ 206 h 6345"/>
                  <a:gd name="connsiteX5" fmla="*/ 1181 w 6343"/>
                  <a:gd name="connsiteY5" fmla="*/ 1135 h 6345"/>
                  <a:gd name="connsiteX6" fmla="*/ 252 w 6343"/>
                  <a:gd name="connsiteY6" fmla="*/ 3378 h 6345"/>
                  <a:gd name="connsiteX7" fmla="*/ 1181 w 6343"/>
                  <a:gd name="connsiteY7" fmla="*/ 5622 h 6345"/>
                  <a:gd name="connsiteX8" fmla="*/ 342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1"/>
                    </a:moveTo>
                    <a:cubicBezTo>
                      <a:pt x="4264" y="6551"/>
                      <a:pt x="5071" y="6217"/>
                      <a:pt x="5666" y="5622"/>
                    </a:cubicBezTo>
                    <a:cubicBezTo>
                      <a:pt x="6261" y="5027"/>
                      <a:pt x="6595" y="4220"/>
                      <a:pt x="6595" y="3378"/>
                    </a:cubicBezTo>
                    <a:cubicBezTo>
                      <a:pt x="6595" y="2537"/>
                      <a:pt x="6261" y="1730"/>
                      <a:pt x="5666" y="1135"/>
                    </a:cubicBezTo>
                    <a:cubicBezTo>
                      <a:pt x="5071" y="540"/>
                      <a:pt x="4264" y="206"/>
                      <a:pt x="3423" y="206"/>
                    </a:cubicBezTo>
                    <a:cubicBezTo>
                      <a:pt x="2582" y="206"/>
                      <a:pt x="1775" y="540"/>
                      <a:pt x="1181" y="1135"/>
                    </a:cubicBezTo>
                    <a:cubicBezTo>
                      <a:pt x="586" y="1730"/>
                      <a:pt x="252" y="2537"/>
                      <a:pt x="252" y="3378"/>
                    </a:cubicBezTo>
                    <a:cubicBezTo>
                      <a:pt x="252" y="4220"/>
                      <a:pt x="586" y="5027"/>
                      <a:pt x="1181" y="5622"/>
                    </a:cubicBezTo>
                    <a:cubicBezTo>
                      <a:pt x="1775" y="6217"/>
                      <a:pt x="2582" y="6551"/>
                      <a:pt x="342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21" name="Freeform: Shape 4820">
                <a:extLst>
                  <a:ext uri="{FF2B5EF4-FFF2-40B4-BE49-F238E27FC236}">
                    <a16:creationId xmlns:a16="http://schemas.microsoft.com/office/drawing/2014/main" id="{59FDAE1C-F6B5-6DDA-C994-C659445A03FE}"/>
                  </a:ext>
                </a:extLst>
              </p:cNvPr>
              <p:cNvSpPr/>
              <p:nvPr/>
            </p:nvSpPr>
            <p:spPr>
              <a:xfrm>
                <a:off x="4044604" y="6092596"/>
                <a:ext cx="6343" cy="6345"/>
              </a:xfrm>
              <a:custGeom>
                <a:avLst/>
                <a:gdLst>
                  <a:gd name="connsiteX0" fmla="*/ 3423 w 6343"/>
                  <a:gd name="connsiteY0" fmla="*/ 6551 h 6345"/>
                  <a:gd name="connsiteX1" fmla="*/ 5666 w 6343"/>
                  <a:gd name="connsiteY1" fmla="*/ 5622 h 6345"/>
                  <a:gd name="connsiteX2" fmla="*/ 6595 w 6343"/>
                  <a:gd name="connsiteY2" fmla="*/ 3379 h 6345"/>
                  <a:gd name="connsiteX3" fmla="*/ 5666 w 6343"/>
                  <a:gd name="connsiteY3" fmla="*/ 1135 h 6345"/>
                  <a:gd name="connsiteX4" fmla="*/ 3423 w 6343"/>
                  <a:gd name="connsiteY4" fmla="*/ 206 h 6345"/>
                  <a:gd name="connsiteX5" fmla="*/ 1181 w 6343"/>
                  <a:gd name="connsiteY5" fmla="*/ 1135 h 6345"/>
                  <a:gd name="connsiteX6" fmla="*/ 252 w 6343"/>
                  <a:gd name="connsiteY6" fmla="*/ 3379 h 6345"/>
                  <a:gd name="connsiteX7" fmla="*/ 1181 w 6343"/>
                  <a:gd name="connsiteY7" fmla="*/ 5622 h 6345"/>
                  <a:gd name="connsiteX8" fmla="*/ 342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1"/>
                    </a:moveTo>
                    <a:cubicBezTo>
                      <a:pt x="4264" y="6551"/>
                      <a:pt x="5071" y="6217"/>
                      <a:pt x="5666" y="5622"/>
                    </a:cubicBezTo>
                    <a:cubicBezTo>
                      <a:pt x="6261" y="5027"/>
                      <a:pt x="6595" y="4220"/>
                      <a:pt x="6595" y="3379"/>
                    </a:cubicBezTo>
                    <a:cubicBezTo>
                      <a:pt x="6595" y="2537"/>
                      <a:pt x="6261" y="1730"/>
                      <a:pt x="5666" y="1135"/>
                    </a:cubicBezTo>
                    <a:cubicBezTo>
                      <a:pt x="5071" y="540"/>
                      <a:pt x="4264" y="206"/>
                      <a:pt x="3423" y="206"/>
                    </a:cubicBezTo>
                    <a:cubicBezTo>
                      <a:pt x="2582" y="206"/>
                      <a:pt x="1775" y="540"/>
                      <a:pt x="1181" y="1135"/>
                    </a:cubicBezTo>
                    <a:cubicBezTo>
                      <a:pt x="586" y="1730"/>
                      <a:pt x="252" y="2537"/>
                      <a:pt x="252" y="3379"/>
                    </a:cubicBezTo>
                    <a:cubicBezTo>
                      <a:pt x="252" y="4220"/>
                      <a:pt x="586" y="5027"/>
                      <a:pt x="1181" y="5622"/>
                    </a:cubicBezTo>
                    <a:cubicBezTo>
                      <a:pt x="1775" y="6217"/>
                      <a:pt x="2582" y="6551"/>
                      <a:pt x="342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22" name="Freeform: Shape 4821">
                <a:extLst>
                  <a:ext uri="{FF2B5EF4-FFF2-40B4-BE49-F238E27FC236}">
                    <a16:creationId xmlns:a16="http://schemas.microsoft.com/office/drawing/2014/main" id="{56C7ABA3-0A77-2ACA-40FC-5C8B7D294E01}"/>
                  </a:ext>
                </a:extLst>
              </p:cNvPr>
              <p:cNvSpPr/>
              <p:nvPr/>
            </p:nvSpPr>
            <p:spPr>
              <a:xfrm>
                <a:off x="4063501" y="6138251"/>
                <a:ext cx="6343" cy="6345"/>
              </a:xfrm>
              <a:custGeom>
                <a:avLst/>
                <a:gdLst>
                  <a:gd name="connsiteX0" fmla="*/ 3425 w 6343"/>
                  <a:gd name="connsiteY0" fmla="*/ 6555 h 6345"/>
                  <a:gd name="connsiteX1" fmla="*/ 5667 w 6343"/>
                  <a:gd name="connsiteY1" fmla="*/ 5626 h 6345"/>
                  <a:gd name="connsiteX2" fmla="*/ 6596 w 6343"/>
                  <a:gd name="connsiteY2" fmla="*/ 3382 h 6345"/>
                  <a:gd name="connsiteX3" fmla="*/ 5667 w 6343"/>
                  <a:gd name="connsiteY3" fmla="*/ 1139 h 6345"/>
                  <a:gd name="connsiteX4" fmla="*/ 3425 w 6343"/>
                  <a:gd name="connsiteY4" fmla="*/ 210 h 6345"/>
                  <a:gd name="connsiteX5" fmla="*/ 1182 w 6343"/>
                  <a:gd name="connsiteY5" fmla="*/ 1139 h 6345"/>
                  <a:gd name="connsiteX6" fmla="*/ 253 w 6343"/>
                  <a:gd name="connsiteY6" fmla="*/ 3382 h 6345"/>
                  <a:gd name="connsiteX7" fmla="*/ 1182 w 6343"/>
                  <a:gd name="connsiteY7" fmla="*/ 5626 h 6345"/>
                  <a:gd name="connsiteX8" fmla="*/ 3425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55"/>
                    </a:moveTo>
                    <a:cubicBezTo>
                      <a:pt x="4266" y="6555"/>
                      <a:pt x="5073" y="6221"/>
                      <a:pt x="5667" y="5626"/>
                    </a:cubicBezTo>
                    <a:cubicBezTo>
                      <a:pt x="6262" y="5031"/>
                      <a:pt x="6596" y="4224"/>
                      <a:pt x="6596" y="3382"/>
                    </a:cubicBezTo>
                    <a:cubicBezTo>
                      <a:pt x="6596" y="2541"/>
                      <a:pt x="6262" y="1734"/>
                      <a:pt x="5667" y="1139"/>
                    </a:cubicBezTo>
                    <a:cubicBezTo>
                      <a:pt x="5073" y="544"/>
                      <a:pt x="4266" y="210"/>
                      <a:pt x="3425" y="210"/>
                    </a:cubicBezTo>
                    <a:cubicBezTo>
                      <a:pt x="2584" y="210"/>
                      <a:pt x="1777" y="544"/>
                      <a:pt x="1182" y="1139"/>
                    </a:cubicBezTo>
                    <a:cubicBezTo>
                      <a:pt x="587" y="1734"/>
                      <a:pt x="253" y="2541"/>
                      <a:pt x="253" y="3382"/>
                    </a:cubicBezTo>
                    <a:cubicBezTo>
                      <a:pt x="253" y="4224"/>
                      <a:pt x="587" y="5031"/>
                      <a:pt x="1182" y="5626"/>
                    </a:cubicBezTo>
                    <a:cubicBezTo>
                      <a:pt x="1777" y="6221"/>
                      <a:pt x="2584" y="6555"/>
                      <a:pt x="3425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23" name="Freeform: Shape 4822">
                <a:extLst>
                  <a:ext uri="{FF2B5EF4-FFF2-40B4-BE49-F238E27FC236}">
                    <a16:creationId xmlns:a16="http://schemas.microsoft.com/office/drawing/2014/main" id="{B4D067A4-5F65-9E1E-31EB-90B5D6EC80D9}"/>
                  </a:ext>
                </a:extLst>
              </p:cNvPr>
              <p:cNvSpPr/>
              <p:nvPr/>
            </p:nvSpPr>
            <p:spPr>
              <a:xfrm>
                <a:off x="4060074" y="6137363"/>
                <a:ext cx="6343" cy="6345"/>
              </a:xfrm>
              <a:custGeom>
                <a:avLst/>
                <a:gdLst>
                  <a:gd name="connsiteX0" fmla="*/ 3424 w 6343"/>
                  <a:gd name="connsiteY0" fmla="*/ 6555 h 6345"/>
                  <a:gd name="connsiteX1" fmla="*/ 5667 w 6343"/>
                  <a:gd name="connsiteY1" fmla="*/ 5626 h 6345"/>
                  <a:gd name="connsiteX2" fmla="*/ 6596 w 6343"/>
                  <a:gd name="connsiteY2" fmla="*/ 3382 h 6345"/>
                  <a:gd name="connsiteX3" fmla="*/ 5667 w 6343"/>
                  <a:gd name="connsiteY3" fmla="*/ 1139 h 6345"/>
                  <a:gd name="connsiteX4" fmla="*/ 3424 w 6343"/>
                  <a:gd name="connsiteY4" fmla="*/ 209 h 6345"/>
                  <a:gd name="connsiteX5" fmla="*/ 1182 w 6343"/>
                  <a:gd name="connsiteY5" fmla="*/ 1139 h 6345"/>
                  <a:gd name="connsiteX6" fmla="*/ 253 w 6343"/>
                  <a:gd name="connsiteY6" fmla="*/ 3382 h 6345"/>
                  <a:gd name="connsiteX7" fmla="*/ 1182 w 6343"/>
                  <a:gd name="connsiteY7" fmla="*/ 5626 h 6345"/>
                  <a:gd name="connsiteX8" fmla="*/ 3424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55"/>
                    </a:moveTo>
                    <a:cubicBezTo>
                      <a:pt x="4266" y="6555"/>
                      <a:pt x="5072" y="6221"/>
                      <a:pt x="5667" y="5626"/>
                    </a:cubicBezTo>
                    <a:cubicBezTo>
                      <a:pt x="6262" y="5031"/>
                      <a:pt x="6596" y="4224"/>
                      <a:pt x="6596" y="3382"/>
                    </a:cubicBezTo>
                    <a:cubicBezTo>
                      <a:pt x="6596" y="2541"/>
                      <a:pt x="6262" y="1734"/>
                      <a:pt x="5667" y="1139"/>
                    </a:cubicBezTo>
                    <a:cubicBezTo>
                      <a:pt x="5072" y="544"/>
                      <a:pt x="4266" y="209"/>
                      <a:pt x="3424" y="209"/>
                    </a:cubicBezTo>
                    <a:cubicBezTo>
                      <a:pt x="2583" y="209"/>
                      <a:pt x="1777" y="544"/>
                      <a:pt x="1182" y="1139"/>
                    </a:cubicBezTo>
                    <a:cubicBezTo>
                      <a:pt x="587" y="1734"/>
                      <a:pt x="253" y="2541"/>
                      <a:pt x="253" y="3382"/>
                    </a:cubicBezTo>
                    <a:cubicBezTo>
                      <a:pt x="253" y="4224"/>
                      <a:pt x="587" y="5031"/>
                      <a:pt x="1182" y="5626"/>
                    </a:cubicBezTo>
                    <a:cubicBezTo>
                      <a:pt x="1777" y="6221"/>
                      <a:pt x="2583" y="6555"/>
                      <a:pt x="3424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24" name="Freeform: Shape 4823">
                <a:extLst>
                  <a:ext uri="{FF2B5EF4-FFF2-40B4-BE49-F238E27FC236}">
                    <a16:creationId xmlns:a16="http://schemas.microsoft.com/office/drawing/2014/main" id="{58209B5B-0055-9545-A0B6-C6CE30A77C53}"/>
                  </a:ext>
                </a:extLst>
              </p:cNvPr>
              <p:cNvSpPr/>
              <p:nvPr/>
            </p:nvSpPr>
            <p:spPr>
              <a:xfrm>
                <a:off x="4056979" y="6137134"/>
                <a:ext cx="6343" cy="6345"/>
              </a:xfrm>
              <a:custGeom>
                <a:avLst/>
                <a:gdLst>
                  <a:gd name="connsiteX0" fmla="*/ 3424 w 6343"/>
                  <a:gd name="connsiteY0" fmla="*/ 6555 h 6345"/>
                  <a:gd name="connsiteX1" fmla="*/ 5667 w 6343"/>
                  <a:gd name="connsiteY1" fmla="*/ 5626 h 6345"/>
                  <a:gd name="connsiteX2" fmla="*/ 6596 w 6343"/>
                  <a:gd name="connsiteY2" fmla="*/ 3382 h 6345"/>
                  <a:gd name="connsiteX3" fmla="*/ 5667 w 6343"/>
                  <a:gd name="connsiteY3" fmla="*/ 1139 h 6345"/>
                  <a:gd name="connsiteX4" fmla="*/ 3424 w 6343"/>
                  <a:gd name="connsiteY4" fmla="*/ 209 h 6345"/>
                  <a:gd name="connsiteX5" fmla="*/ 1182 w 6343"/>
                  <a:gd name="connsiteY5" fmla="*/ 1139 h 6345"/>
                  <a:gd name="connsiteX6" fmla="*/ 253 w 6343"/>
                  <a:gd name="connsiteY6" fmla="*/ 3382 h 6345"/>
                  <a:gd name="connsiteX7" fmla="*/ 1182 w 6343"/>
                  <a:gd name="connsiteY7" fmla="*/ 5626 h 6345"/>
                  <a:gd name="connsiteX8" fmla="*/ 3424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55"/>
                    </a:moveTo>
                    <a:cubicBezTo>
                      <a:pt x="4265" y="6555"/>
                      <a:pt x="5072" y="6221"/>
                      <a:pt x="5667" y="5626"/>
                    </a:cubicBezTo>
                    <a:cubicBezTo>
                      <a:pt x="6262" y="5031"/>
                      <a:pt x="6596" y="4224"/>
                      <a:pt x="6596" y="3382"/>
                    </a:cubicBezTo>
                    <a:cubicBezTo>
                      <a:pt x="6596" y="2541"/>
                      <a:pt x="6262" y="1734"/>
                      <a:pt x="5667" y="1139"/>
                    </a:cubicBezTo>
                    <a:cubicBezTo>
                      <a:pt x="5072" y="544"/>
                      <a:pt x="4265" y="209"/>
                      <a:pt x="3424" y="209"/>
                    </a:cubicBezTo>
                    <a:cubicBezTo>
                      <a:pt x="2583" y="209"/>
                      <a:pt x="1776" y="544"/>
                      <a:pt x="1182" y="1139"/>
                    </a:cubicBezTo>
                    <a:cubicBezTo>
                      <a:pt x="587" y="1734"/>
                      <a:pt x="253" y="2541"/>
                      <a:pt x="253" y="3382"/>
                    </a:cubicBezTo>
                    <a:cubicBezTo>
                      <a:pt x="253" y="4224"/>
                      <a:pt x="587" y="5031"/>
                      <a:pt x="1182" y="5626"/>
                    </a:cubicBezTo>
                    <a:cubicBezTo>
                      <a:pt x="1776" y="6221"/>
                      <a:pt x="2583" y="6555"/>
                      <a:pt x="3424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25" name="Freeform: Shape 4824">
                <a:extLst>
                  <a:ext uri="{FF2B5EF4-FFF2-40B4-BE49-F238E27FC236}">
                    <a16:creationId xmlns:a16="http://schemas.microsoft.com/office/drawing/2014/main" id="{370433E9-EAEE-F05F-A2EB-AFFF8A09EDC5}"/>
                  </a:ext>
                </a:extLst>
              </p:cNvPr>
              <p:cNvSpPr/>
              <p:nvPr/>
            </p:nvSpPr>
            <p:spPr>
              <a:xfrm>
                <a:off x="4054358" y="6137911"/>
                <a:ext cx="6343" cy="6345"/>
              </a:xfrm>
              <a:custGeom>
                <a:avLst/>
                <a:gdLst>
                  <a:gd name="connsiteX0" fmla="*/ 3424 w 6343"/>
                  <a:gd name="connsiteY0" fmla="*/ 6555 h 6345"/>
                  <a:gd name="connsiteX1" fmla="*/ 5667 w 6343"/>
                  <a:gd name="connsiteY1" fmla="*/ 5626 h 6345"/>
                  <a:gd name="connsiteX2" fmla="*/ 6596 w 6343"/>
                  <a:gd name="connsiteY2" fmla="*/ 3382 h 6345"/>
                  <a:gd name="connsiteX3" fmla="*/ 5667 w 6343"/>
                  <a:gd name="connsiteY3" fmla="*/ 1139 h 6345"/>
                  <a:gd name="connsiteX4" fmla="*/ 3424 w 6343"/>
                  <a:gd name="connsiteY4" fmla="*/ 209 h 6345"/>
                  <a:gd name="connsiteX5" fmla="*/ 1181 w 6343"/>
                  <a:gd name="connsiteY5" fmla="*/ 1139 h 6345"/>
                  <a:gd name="connsiteX6" fmla="*/ 252 w 6343"/>
                  <a:gd name="connsiteY6" fmla="*/ 3382 h 6345"/>
                  <a:gd name="connsiteX7" fmla="*/ 1181 w 6343"/>
                  <a:gd name="connsiteY7" fmla="*/ 5626 h 6345"/>
                  <a:gd name="connsiteX8" fmla="*/ 3424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55"/>
                    </a:moveTo>
                    <a:cubicBezTo>
                      <a:pt x="4265" y="6555"/>
                      <a:pt x="5072" y="6221"/>
                      <a:pt x="5667" y="5626"/>
                    </a:cubicBezTo>
                    <a:cubicBezTo>
                      <a:pt x="6261" y="5031"/>
                      <a:pt x="6596" y="4224"/>
                      <a:pt x="6596" y="3382"/>
                    </a:cubicBezTo>
                    <a:cubicBezTo>
                      <a:pt x="6596" y="2541"/>
                      <a:pt x="6261" y="1734"/>
                      <a:pt x="5667" y="1139"/>
                    </a:cubicBezTo>
                    <a:cubicBezTo>
                      <a:pt x="5072" y="544"/>
                      <a:pt x="4265" y="209"/>
                      <a:pt x="3424" y="209"/>
                    </a:cubicBezTo>
                    <a:cubicBezTo>
                      <a:pt x="2583" y="209"/>
                      <a:pt x="1776" y="544"/>
                      <a:pt x="1181" y="1139"/>
                    </a:cubicBezTo>
                    <a:cubicBezTo>
                      <a:pt x="587" y="1734"/>
                      <a:pt x="252" y="2541"/>
                      <a:pt x="252" y="3382"/>
                    </a:cubicBezTo>
                    <a:cubicBezTo>
                      <a:pt x="252" y="4224"/>
                      <a:pt x="587" y="5031"/>
                      <a:pt x="1181" y="5626"/>
                    </a:cubicBezTo>
                    <a:cubicBezTo>
                      <a:pt x="1776" y="6221"/>
                      <a:pt x="2583" y="6555"/>
                      <a:pt x="3424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26" name="Freeform: Shape 4825">
                <a:extLst>
                  <a:ext uri="{FF2B5EF4-FFF2-40B4-BE49-F238E27FC236}">
                    <a16:creationId xmlns:a16="http://schemas.microsoft.com/office/drawing/2014/main" id="{3DFA6522-511E-F4FA-39F0-5EBD77C67782}"/>
                  </a:ext>
                </a:extLst>
              </p:cNvPr>
              <p:cNvSpPr/>
              <p:nvPr/>
            </p:nvSpPr>
            <p:spPr>
              <a:xfrm>
                <a:off x="4051506" y="6138156"/>
                <a:ext cx="6343" cy="6345"/>
              </a:xfrm>
              <a:custGeom>
                <a:avLst/>
                <a:gdLst>
                  <a:gd name="connsiteX0" fmla="*/ 3424 w 6343"/>
                  <a:gd name="connsiteY0" fmla="*/ 6555 h 6345"/>
                  <a:gd name="connsiteX1" fmla="*/ 5666 w 6343"/>
                  <a:gd name="connsiteY1" fmla="*/ 5626 h 6345"/>
                  <a:gd name="connsiteX2" fmla="*/ 6595 w 6343"/>
                  <a:gd name="connsiteY2" fmla="*/ 3382 h 6345"/>
                  <a:gd name="connsiteX3" fmla="*/ 5666 w 6343"/>
                  <a:gd name="connsiteY3" fmla="*/ 1139 h 6345"/>
                  <a:gd name="connsiteX4" fmla="*/ 3424 w 6343"/>
                  <a:gd name="connsiteY4" fmla="*/ 209 h 6345"/>
                  <a:gd name="connsiteX5" fmla="*/ 1181 w 6343"/>
                  <a:gd name="connsiteY5" fmla="*/ 1139 h 6345"/>
                  <a:gd name="connsiteX6" fmla="*/ 252 w 6343"/>
                  <a:gd name="connsiteY6" fmla="*/ 3382 h 6345"/>
                  <a:gd name="connsiteX7" fmla="*/ 1181 w 6343"/>
                  <a:gd name="connsiteY7" fmla="*/ 5626 h 6345"/>
                  <a:gd name="connsiteX8" fmla="*/ 3424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55"/>
                    </a:moveTo>
                    <a:cubicBezTo>
                      <a:pt x="4265" y="6555"/>
                      <a:pt x="5072" y="6221"/>
                      <a:pt x="5666" y="5626"/>
                    </a:cubicBezTo>
                    <a:cubicBezTo>
                      <a:pt x="6261" y="5031"/>
                      <a:pt x="6595" y="4224"/>
                      <a:pt x="6595" y="3382"/>
                    </a:cubicBezTo>
                    <a:cubicBezTo>
                      <a:pt x="6595" y="2541"/>
                      <a:pt x="6261" y="1734"/>
                      <a:pt x="5666" y="1139"/>
                    </a:cubicBezTo>
                    <a:cubicBezTo>
                      <a:pt x="5072" y="544"/>
                      <a:pt x="4265" y="209"/>
                      <a:pt x="3424" y="209"/>
                    </a:cubicBezTo>
                    <a:cubicBezTo>
                      <a:pt x="2583" y="209"/>
                      <a:pt x="1776" y="544"/>
                      <a:pt x="1181" y="1139"/>
                    </a:cubicBezTo>
                    <a:cubicBezTo>
                      <a:pt x="586" y="1734"/>
                      <a:pt x="252" y="2541"/>
                      <a:pt x="252" y="3382"/>
                    </a:cubicBezTo>
                    <a:cubicBezTo>
                      <a:pt x="252" y="4224"/>
                      <a:pt x="586" y="5031"/>
                      <a:pt x="1181" y="5626"/>
                    </a:cubicBezTo>
                    <a:cubicBezTo>
                      <a:pt x="1776" y="6221"/>
                      <a:pt x="2583" y="6555"/>
                      <a:pt x="3424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27" name="Freeform: Shape 4826">
                <a:extLst>
                  <a:ext uri="{FF2B5EF4-FFF2-40B4-BE49-F238E27FC236}">
                    <a16:creationId xmlns:a16="http://schemas.microsoft.com/office/drawing/2014/main" id="{CDCB48F4-860B-E794-71A3-43A9FB255A9D}"/>
                  </a:ext>
                </a:extLst>
              </p:cNvPr>
              <p:cNvSpPr/>
              <p:nvPr/>
            </p:nvSpPr>
            <p:spPr>
              <a:xfrm>
                <a:off x="4048469" y="6137948"/>
                <a:ext cx="6343" cy="6345"/>
              </a:xfrm>
              <a:custGeom>
                <a:avLst/>
                <a:gdLst>
                  <a:gd name="connsiteX0" fmla="*/ 3424 w 6343"/>
                  <a:gd name="connsiteY0" fmla="*/ 6555 h 6345"/>
                  <a:gd name="connsiteX1" fmla="*/ 5666 w 6343"/>
                  <a:gd name="connsiteY1" fmla="*/ 5626 h 6345"/>
                  <a:gd name="connsiteX2" fmla="*/ 6595 w 6343"/>
                  <a:gd name="connsiteY2" fmla="*/ 3382 h 6345"/>
                  <a:gd name="connsiteX3" fmla="*/ 5666 w 6343"/>
                  <a:gd name="connsiteY3" fmla="*/ 1139 h 6345"/>
                  <a:gd name="connsiteX4" fmla="*/ 3424 w 6343"/>
                  <a:gd name="connsiteY4" fmla="*/ 209 h 6345"/>
                  <a:gd name="connsiteX5" fmla="*/ 1181 w 6343"/>
                  <a:gd name="connsiteY5" fmla="*/ 1139 h 6345"/>
                  <a:gd name="connsiteX6" fmla="*/ 252 w 6343"/>
                  <a:gd name="connsiteY6" fmla="*/ 3382 h 6345"/>
                  <a:gd name="connsiteX7" fmla="*/ 1181 w 6343"/>
                  <a:gd name="connsiteY7" fmla="*/ 5626 h 6345"/>
                  <a:gd name="connsiteX8" fmla="*/ 3424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55"/>
                    </a:moveTo>
                    <a:cubicBezTo>
                      <a:pt x="4265" y="6555"/>
                      <a:pt x="5071" y="6221"/>
                      <a:pt x="5666" y="5626"/>
                    </a:cubicBezTo>
                    <a:cubicBezTo>
                      <a:pt x="6261" y="5031"/>
                      <a:pt x="6595" y="4224"/>
                      <a:pt x="6595" y="3382"/>
                    </a:cubicBezTo>
                    <a:cubicBezTo>
                      <a:pt x="6595" y="2541"/>
                      <a:pt x="6261" y="1734"/>
                      <a:pt x="5666" y="1139"/>
                    </a:cubicBezTo>
                    <a:cubicBezTo>
                      <a:pt x="5071" y="544"/>
                      <a:pt x="4265" y="209"/>
                      <a:pt x="3424" y="209"/>
                    </a:cubicBezTo>
                    <a:cubicBezTo>
                      <a:pt x="2582" y="209"/>
                      <a:pt x="1776" y="544"/>
                      <a:pt x="1181" y="1139"/>
                    </a:cubicBezTo>
                    <a:cubicBezTo>
                      <a:pt x="586" y="1734"/>
                      <a:pt x="252" y="2541"/>
                      <a:pt x="252" y="3382"/>
                    </a:cubicBezTo>
                    <a:cubicBezTo>
                      <a:pt x="252" y="4224"/>
                      <a:pt x="586" y="5031"/>
                      <a:pt x="1181" y="5626"/>
                    </a:cubicBezTo>
                    <a:cubicBezTo>
                      <a:pt x="1776" y="6221"/>
                      <a:pt x="2582" y="6555"/>
                      <a:pt x="3424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28" name="Freeform: Shape 4827">
                <a:extLst>
                  <a:ext uri="{FF2B5EF4-FFF2-40B4-BE49-F238E27FC236}">
                    <a16:creationId xmlns:a16="http://schemas.microsoft.com/office/drawing/2014/main" id="{268F42DE-DDAD-9641-CB90-39B594B20A1F}"/>
                  </a:ext>
                </a:extLst>
              </p:cNvPr>
              <p:cNvSpPr/>
              <p:nvPr/>
            </p:nvSpPr>
            <p:spPr>
              <a:xfrm>
                <a:off x="4046239" y="6139580"/>
                <a:ext cx="6343" cy="6345"/>
              </a:xfrm>
              <a:custGeom>
                <a:avLst/>
                <a:gdLst>
                  <a:gd name="connsiteX0" fmla="*/ 3423 w 6343"/>
                  <a:gd name="connsiteY0" fmla="*/ 6555 h 6345"/>
                  <a:gd name="connsiteX1" fmla="*/ 5666 w 6343"/>
                  <a:gd name="connsiteY1" fmla="*/ 5626 h 6345"/>
                  <a:gd name="connsiteX2" fmla="*/ 6595 w 6343"/>
                  <a:gd name="connsiteY2" fmla="*/ 3382 h 6345"/>
                  <a:gd name="connsiteX3" fmla="*/ 5666 w 6343"/>
                  <a:gd name="connsiteY3" fmla="*/ 1139 h 6345"/>
                  <a:gd name="connsiteX4" fmla="*/ 3423 w 6343"/>
                  <a:gd name="connsiteY4" fmla="*/ 210 h 6345"/>
                  <a:gd name="connsiteX5" fmla="*/ 1181 w 6343"/>
                  <a:gd name="connsiteY5" fmla="*/ 1139 h 6345"/>
                  <a:gd name="connsiteX6" fmla="*/ 252 w 6343"/>
                  <a:gd name="connsiteY6" fmla="*/ 3382 h 6345"/>
                  <a:gd name="connsiteX7" fmla="*/ 1181 w 6343"/>
                  <a:gd name="connsiteY7" fmla="*/ 5626 h 6345"/>
                  <a:gd name="connsiteX8" fmla="*/ 3423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5"/>
                    </a:moveTo>
                    <a:cubicBezTo>
                      <a:pt x="4264" y="6555"/>
                      <a:pt x="5071" y="6221"/>
                      <a:pt x="5666" y="5626"/>
                    </a:cubicBezTo>
                    <a:cubicBezTo>
                      <a:pt x="6261" y="5031"/>
                      <a:pt x="6595" y="4224"/>
                      <a:pt x="6595" y="3382"/>
                    </a:cubicBezTo>
                    <a:cubicBezTo>
                      <a:pt x="6595" y="2541"/>
                      <a:pt x="6261" y="1734"/>
                      <a:pt x="5666" y="1139"/>
                    </a:cubicBezTo>
                    <a:cubicBezTo>
                      <a:pt x="5071" y="544"/>
                      <a:pt x="4264" y="210"/>
                      <a:pt x="3423" y="210"/>
                    </a:cubicBezTo>
                    <a:cubicBezTo>
                      <a:pt x="2582" y="210"/>
                      <a:pt x="1775" y="544"/>
                      <a:pt x="1181" y="1139"/>
                    </a:cubicBezTo>
                    <a:cubicBezTo>
                      <a:pt x="586" y="1734"/>
                      <a:pt x="252" y="2541"/>
                      <a:pt x="252" y="3382"/>
                    </a:cubicBezTo>
                    <a:cubicBezTo>
                      <a:pt x="252" y="4224"/>
                      <a:pt x="586" y="5031"/>
                      <a:pt x="1181" y="5626"/>
                    </a:cubicBezTo>
                    <a:cubicBezTo>
                      <a:pt x="1775" y="6221"/>
                      <a:pt x="2582" y="6555"/>
                      <a:pt x="3423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29" name="Freeform: Shape 4828">
                <a:extLst>
                  <a:ext uri="{FF2B5EF4-FFF2-40B4-BE49-F238E27FC236}">
                    <a16:creationId xmlns:a16="http://schemas.microsoft.com/office/drawing/2014/main" id="{C95E948C-56C0-F25E-D8B2-7AB7B19B9AE5}"/>
                  </a:ext>
                </a:extLst>
              </p:cNvPr>
              <p:cNvSpPr/>
              <p:nvPr/>
            </p:nvSpPr>
            <p:spPr>
              <a:xfrm>
                <a:off x="4043977" y="6141156"/>
                <a:ext cx="6343" cy="6345"/>
              </a:xfrm>
              <a:custGeom>
                <a:avLst/>
                <a:gdLst>
                  <a:gd name="connsiteX0" fmla="*/ 3423 w 6343"/>
                  <a:gd name="connsiteY0" fmla="*/ 6555 h 6345"/>
                  <a:gd name="connsiteX1" fmla="*/ 5666 w 6343"/>
                  <a:gd name="connsiteY1" fmla="*/ 5626 h 6345"/>
                  <a:gd name="connsiteX2" fmla="*/ 6595 w 6343"/>
                  <a:gd name="connsiteY2" fmla="*/ 3382 h 6345"/>
                  <a:gd name="connsiteX3" fmla="*/ 5666 w 6343"/>
                  <a:gd name="connsiteY3" fmla="*/ 1139 h 6345"/>
                  <a:gd name="connsiteX4" fmla="*/ 3423 w 6343"/>
                  <a:gd name="connsiteY4" fmla="*/ 210 h 6345"/>
                  <a:gd name="connsiteX5" fmla="*/ 1181 w 6343"/>
                  <a:gd name="connsiteY5" fmla="*/ 1139 h 6345"/>
                  <a:gd name="connsiteX6" fmla="*/ 252 w 6343"/>
                  <a:gd name="connsiteY6" fmla="*/ 3382 h 6345"/>
                  <a:gd name="connsiteX7" fmla="*/ 1181 w 6343"/>
                  <a:gd name="connsiteY7" fmla="*/ 5626 h 6345"/>
                  <a:gd name="connsiteX8" fmla="*/ 3423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5"/>
                    </a:moveTo>
                    <a:cubicBezTo>
                      <a:pt x="4264" y="6555"/>
                      <a:pt x="5071" y="6221"/>
                      <a:pt x="5666" y="5626"/>
                    </a:cubicBezTo>
                    <a:cubicBezTo>
                      <a:pt x="6261" y="5031"/>
                      <a:pt x="6595" y="4224"/>
                      <a:pt x="6595" y="3382"/>
                    </a:cubicBezTo>
                    <a:cubicBezTo>
                      <a:pt x="6595" y="2541"/>
                      <a:pt x="6261" y="1734"/>
                      <a:pt x="5666" y="1139"/>
                    </a:cubicBezTo>
                    <a:cubicBezTo>
                      <a:pt x="5071" y="544"/>
                      <a:pt x="4264" y="210"/>
                      <a:pt x="3423" y="210"/>
                    </a:cubicBezTo>
                    <a:cubicBezTo>
                      <a:pt x="2582" y="210"/>
                      <a:pt x="1775" y="544"/>
                      <a:pt x="1181" y="1139"/>
                    </a:cubicBezTo>
                    <a:cubicBezTo>
                      <a:pt x="586" y="1734"/>
                      <a:pt x="252" y="2541"/>
                      <a:pt x="252" y="3382"/>
                    </a:cubicBezTo>
                    <a:cubicBezTo>
                      <a:pt x="252" y="4224"/>
                      <a:pt x="586" y="5031"/>
                      <a:pt x="1181" y="5626"/>
                    </a:cubicBezTo>
                    <a:cubicBezTo>
                      <a:pt x="1775" y="6221"/>
                      <a:pt x="2582" y="6555"/>
                      <a:pt x="3423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30" name="Freeform: Shape 4829">
                <a:extLst>
                  <a:ext uri="{FF2B5EF4-FFF2-40B4-BE49-F238E27FC236}">
                    <a16:creationId xmlns:a16="http://schemas.microsoft.com/office/drawing/2014/main" id="{B0B5B18D-6EDE-BE4D-A39D-64683E136CA8}"/>
                  </a:ext>
                </a:extLst>
              </p:cNvPr>
              <p:cNvSpPr/>
              <p:nvPr/>
            </p:nvSpPr>
            <p:spPr>
              <a:xfrm>
                <a:off x="4041450" y="6142110"/>
                <a:ext cx="6343" cy="6345"/>
              </a:xfrm>
              <a:custGeom>
                <a:avLst/>
                <a:gdLst>
                  <a:gd name="connsiteX0" fmla="*/ 3423 w 6343"/>
                  <a:gd name="connsiteY0" fmla="*/ 6555 h 6345"/>
                  <a:gd name="connsiteX1" fmla="*/ 5666 w 6343"/>
                  <a:gd name="connsiteY1" fmla="*/ 5626 h 6345"/>
                  <a:gd name="connsiteX2" fmla="*/ 6595 w 6343"/>
                  <a:gd name="connsiteY2" fmla="*/ 3383 h 6345"/>
                  <a:gd name="connsiteX3" fmla="*/ 5666 w 6343"/>
                  <a:gd name="connsiteY3" fmla="*/ 1139 h 6345"/>
                  <a:gd name="connsiteX4" fmla="*/ 3423 w 6343"/>
                  <a:gd name="connsiteY4" fmla="*/ 210 h 6345"/>
                  <a:gd name="connsiteX5" fmla="*/ 1180 w 6343"/>
                  <a:gd name="connsiteY5" fmla="*/ 1139 h 6345"/>
                  <a:gd name="connsiteX6" fmla="*/ 251 w 6343"/>
                  <a:gd name="connsiteY6" fmla="*/ 3383 h 6345"/>
                  <a:gd name="connsiteX7" fmla="*/ 1180 w 6343"/>
                  <a:gd name="connsiteY7" fmla="*/ 5626 h 6345"/>
                  <a:gd name="connsiteX8" fmla="*/ 3423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5"/>
                    </a:moveTo>
                    <a:cubicBezTo>
                      <a:pt x="4264" y="6555"/>
                      <a:pt x="5071" y="6221"/>
                      <a:pt x="5666" y="5626"/>
                    </a:cubicBezTo>
                    <a:cubicBezTo>
                      <a:pt x="6260" y="5031"/>
                      <a:pt x="6595" y="4224"/>
                      <a:pt x="6595" y="3383"/>
                    </a:cubicBezTo>
                    <a:cubicBezTo>
                      <a:pt x="6595" y="2541"/>
                      <a:pt x="6260" y="1734"/>
                      <a:pt x="5666" y="1139"/>
                    </a:cubicBezTo>
                    <a:cubicBezTo>
                      <a:pt x="5071" y="544"/>
                      <a:pt x="4264" y="210"/>
                      <a:pt x="3423" y="210"/>
                    </a:cubicBezTo>
                    <a:cubicBezTo>
                      <a:pt x="2582" y="210"/>
                      <a:pt x="1775" y="544"/>
                      <a:pt x="1180" y="1139"/>
                    </a:cubicBezTo>
                    <a:cubicBezTo>
                      <a:pt x="586" y="1734"/>
                      <a:pt x="251" y="2541"/>
                      <a:pt x="251" y="3383"/>
                    </a:cubicBezTo>
                    <a:cubicBezTo>
                      <a:pt x="251" y="4224"/>
                      <a:pt x="586" y="5031"/>
                      <a:pt x="1180" y="5626"/>
                    </a:cubicBezTo>
                    <a:cubicBezTo>
                      <a:pt x="1775" y="6221"/>
                      <a:pt x="2582" y="6555"/>
                      <a:pt x="3423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31" name="Freeform: Shape 4830">
                <a:extLst>
                  <a:ext uri="{FF2B5EF4-FFF2-40B4-BE49-F238E27FC236}">
                    <a16:creationId xmlns:a16="http://schemas.microsoft.com/office/drawing/2014/main" id="{C815DDE8-BF5C-3007-4F93-12208B80B694}"/>
                  </a:ext>
                </a:extLst>
              </p:cNvPr>
              <p:cNvSpPr/>
              <p:nvPr/>
            </p:nvSpPr>
            <p:spPr>
              <a:xfrm>
                <a:off x="3969821" y="5973223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32" name="Freeform: Shape 4831">
                <a:extLst>
                  <a:ext uri="{FF2B5EF4-FFF2-40B4-BE49-F238E27FC236}">
                    <a16:creationId xmlns:a16="http://schemas.microsoft.com/office/drawing/2014/main" id="{740D5966-88AD-1C7A-D87E-D37742EBA57C}"/>
                  </a:ext>
                </a:extLst>
              </p:cNvPr>
              <p:cNvSpPr/>
              <p:nvPr/>
            </p:nvSpPr>
            <p:spPr>
              <a:xfrm>
                <a:off x="3967994" y="5972894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33" name="Freeform: Shape 4832">
                <a:extLst>
                  <a:ext uri="{FF2B5EF4-FFF2-40B4-BE49-F238E27FC236}">
                    <a16:creationId xmlns:a16="http://schemas.microsoft.com/office/drawing/2014/main" id="{29001C05-F697-A743-43E3-B1B9DB03FEF7}"/>
                  </a:ext>
                </a:extLst>
              </p:cNvPr>
              <p:cNvSpPr/>
              <p:nvPr/>
            </p:nvSpPr>
            <p:spPr>
              <a:xfrm>
                <a:off x="3966038" y="5972202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4" y="5018"/>
                      <a:pt x="6589" y="4211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1"/>
                      <a:pt x="245" y="2528"/>
                      <a:pt x="245" y="3369"/>
                    </a:cubicBezTo>
                    <a:cubicBezTo>
                      <a:pt x="245" y="4211"/>
                      <a:pt x="580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34" name="Freeform: Shape 4833">
                <a:extLst>
                  <a:ext uri="{FF2B5EF4-FFF2-40B4-BE49-F238E27FC236}">
                    <a16:creationId xmlns:a16="http://schemas.microsoft.com/office/drawing/2014/main" id="{E38C1163-687B-0002-FC43-EF058534A52D}"/>
                  </a:ext>
                </a:extLst>
              </p:cNvPr>
              <p:cNvSpPr/>
              <p:nvPr/>
            </p:nvSpPr>
            <p:spPr>
              <a:xfrm>
                <a:off x="3964687" y="5973031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8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1"/>
                      <a:pt x="245" y="2528"/>
                      <a:pt x="245" y="3369"/>
                    </a:cubicBezTo>
                    <a:cubicBezTo>
                      <a:pt x="245" y="4211"/>
                      <a:pt x="580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35" name="Freeform: Shape 4834">
                <a:extLst>
                  <a:ext uri="{FF2B5EF4-FFF2-40B4-BE49-F238E27FC236}">
                    <a16:creationId xmlns:a16="http://schemas.microsoft.com/office/drawing/2014/main" id="{3B43564A-F52D-8B1E-8CDF-F7E45C721686}"/>
                  </a:ext>
                </a:extLst>
              </p:cNvPr>
              <p:cNvSpPr/>
              <p:nvPr/>
            </p:nvSpPr>
            <p:spPr>
              <a:xfrm>
                <a:off x="3963462" y="5974206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7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59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1"/>
                      <a:pt x="579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36" name="Freeform: Shape 4835">
                <a:extLst>
                  <a:ext uri="{FF2B5EF4-FFF2-40B4-BE49-F238E27FC236}">
                    <a16:creationId xmlns:a16="http://schemas.microsoft.com/office/drawing/2014/main" id="{618DAEC8-9C5D-B57A-8258-E6C6512DB227}"/>
                  </a:ext>
                </a:extLst>
              </p:cNvPr>
              <p:cNvSpPr/>
              <p:nvPr/>
            </p:nvSpPr>
            <p:spPr>
              <a:xfrm>
                <a:off x="4028560" y="6153905"/>
                <a:ext cx="6343" cy="6345"/>
              </a:xfrm>
              <a:custGeom>
                <a:avLst/>
                <a:gdLst>
                  <a:gd name="connsiteX0" fmla="*/ 3422 w 6343"/>
                  <a:gd name="connsiteY0" fmla="*/ 6556 h 6345"/>
                  <a:gd name="connsiteX1" fmla="*/ 5665 w 6343"/>
                  <a:gd name="connsiteY1" fmla="*/ 5627 h 6345"/>
                  <a:gd name="connsiteX2" fmla="*/ 6593 w 6343"/>
                  <a:gd name="connsiteY2" fmla="*/ 3383 h 6345"/>
                  <a:gd name="connsiteX3" fmla="*/ 5665 w 6343"/>
                  <a:gd name="connsiteY3" fmla="*/ 1140 h 6345"/>
                  <a:gd name="connsiteX4" fmla="*/ 3422 w 6343"/>
                  <a:gd name="connsiteY4" fmla="*/ 211 h 6345"/>
                  <a:gd name="connsiteX5" fmla="*/ 1179 w 6343"/>
                  <a:gd name="connsiteY5" fmla="*/ 1140 h 6345"/>
                  <a:gd name="connsiteX6" fmla="*/ 250 w 6343"/>
                  <a:gd name="connsiteY6" fmla="*/ 3383 h 6345"/>
                  <a:gd name="connsiteX7" fmla="*/ 1179 w 6343"/>
                  <a:gd name="connsiteY7" fmla="*/ 5627 h 6345"/>
                  <a:gd name="connsiteX8" fmla="*/ 3422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6"/>
                    </a:moveTo>
                    <a:cubicBezTo>
                      <a:pt x="4263" y="6556"/>
                      <a:pt x="5070" y="6222"/>
                      <a:pt x="5665" y="5627"/>
                    </a:cubicBezTo>
                    <a:cubicBezTo>
                      <a:pt x="6259" y="5032"/>
                      <a:pt x="6593" y="4225"/>
                      <a:pt x="6593" y="3383"/>
                    </a:cubicBezTo>
                    <a:cubicBezTo>
                      <a:pt x="6593" y="2542"/>
                      <a:pt x="6259" y="1735"/>
                      <a:pt x="5665" y="1140"/>
                    </a:cubicBezTo>
                    <a:cubicBezTo>
                      <a:pt x="5070" y="545"/>
                      <a:pt x="4263" y="211"/>
                      <a:pt x="3422" y="211"/>
                    </a:cubicBezTo>
                    <a:cubicBezTo>
                      <a:pt x="2581" y="211"/>
                      <a:pt x="1774" y="545"/>
                      <a:pt x="1179" y="1140"/>
                    </a:cubicBezTo>
                    <a:cubicBezTo>
                      <a:pt x="585" y="1735"/>
                      <a:pt x="250" y="2542"/>
                      <a:pt x="250" y="3383"/>
                    </a:cubicBezTo>
                    <a:cubicBezTo>
                      <a:pt x="250" y="4225"/>
                      <a:pt x="585" y="5032"/>
                      <a:pt x="1179" y="5627"/>
                    </a:cubicBezTo>
                    <a:cubicBezTo>
                      <a:pt x="1774" y="6222"/>
                      <a:pt x="2581" y="6556"/>
                      <a:pt x="3422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37" name="Freeform: Shape 4836">
                <a:extLst>
                  <a:ext uri="{FF2B5EF4-FFF2-40B4-BE49-F238E27FC236}">
                    <a16:creationId xmlns:a16="http://schemas.microsoft.com/office/drawing/2014/main" id="{1776AB6C-EF12-4259-2BC4-71AC45976C48}"/>
                  </a:ext>
                </a:extLst>
              </p:cNvPr>
              <p:cNvSpPr/>
              <p:nvPr/>
            </p:nvSpPr>
            <p:spPr>
              <a:xfrm>
                <a:off x="4025943" y="6154718"/>
                <a:ext cx="6343" cy="6345"/>
              </a:xfrm>
              <a:custGeom>
                <a:avLst/>
                <a:gdLst>
                  <a:gd name="connsiteX0" fmla="*/ 3422 w 6343"/>
                  <a:gd name="connsiteY0" fmla="*/ 6556 h 6345"/>
                  <a:gd name="connsiteX1" fmla="*/ 5664 w 6343"/>
                  <a:gd name="connsiteY1" fmla="*/ 5627 h 6345"/>
                  <a:gd name="connsiteX2" fmla="*/ 6593 w 6343"/>
                  <a:gd name="connsiteY2" fmla="*/ 3384 h 6345"/>
                  <a:gd name="connsiteX3" fmla="*/ 5664 w 6343"/>
                  <a:gd name="connsiteY3" fmla="*/ 1140 h 6345"/>
                  <a:gd name="connsiteX4" fmla="*/ 3422 w 6343"/>
                  <a:gd name="connsiteY4" fmla="*/ 211 h 6345"/>
                  <a:gd name="connsiteX5" fmla="*/ 1179 w 6343"/>
                  <a:gd name="connsiteY5" fmla="*/ 1140 h 6345"/>
                  <a:gd name="connsiteX6" fmla="*/ 250 w 6343"/>
                  <a:gd name="connsiteY6" fmla="*/ 3384 h 6345"/>
                  <a:gd name="connsiteX7" fmla="*/ 1179 w 6343"/>
                  <a:gd name="connsiteY7" fmla="*/ 5627 h 6345"/>
                  <a:gd name="connsiteX8" fmla="*/ 3422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6"/>
                    </a:moveTo>
                    <a:cubicBezTo>
                      <a:pt x="4263" y="6556"/>
                      <a:pt x="5070" y="6222"/>
                      <a:pt x="5664" y="5627"/>
                    </a:cubicBezTo>
                    <a:cubicBezTo>
                      <a:pt x="6259" y="5032"/>
                      <a:pt x="6593" y="4225"/>
                      <a:pt x="6593" y="3384"/>
                    </a:cubicBezTo>
                    <a:cubicBezTo>
                      <a:pt x="6593" y="2542"/>
                      <a:pt x="6259" y="1735"/>
                      <a:pt x="5664" y="1140"/>
                    </a:cubicBezTo>
                    <a:cubicBezTo>
                      <a:pt x="5070" y="545"/>
                      <a:pt x="4263" y="211"/>
                      <a:pt x="3422" y="211"/>
                    </a:cubicBezTo>
                    <a:cubicBezTo>
                      <a:pt x="2581" y="211"/>
                      <a:pt x="1774" y="545"/>
                      <a:pt x="1179" y="1140"/>
                    </a:cubicBezTo>
                    <a:cubicBezTo>
                      <a:pt x="584" y="1735"/>
                      <a:pt x="250" y="2542"/>
                      <a:pt x="250" y="3384"/>
                    </a:cubicBezTo>
                    <a:cubicBezTo>
                      <a:pt x="250" y="4225"/>
                      <a:pt x="584" y="5032"/>
                      <a:pt x="1179" y="5627"/>
                    </a:cubicBezTo>
                    <a:cubicBezTo>
                      <a:pt x="1774" y="6222"/>
                      <a:pt x="2581" y="6556"/>
                      <a:pt x="3422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38" name="Freeform: Shape 4837">
                <a:extLst>
                  <a:ext uri="{FF2B5EF4-FFF2-40B4-BE49-F238E27FC236}">
                    <a16:creationId xmlns:a16="http://schemas.microsoft.com/office/drawing/2014/main" id="{34F54F00-7361-71B9-C432-01CCF02BE9F2}"/>
                  </a:ext>
                </a:extLst>
              </p:cNvPr>
              <p:cNvSpPr/>
              <p:nvPr/>
            </p:nvSpPr>
            <p:spPr>
              <a:xfrm>
                <a:off x="4023401" y="6155737"/>
                <a:ext cx="6343" cy="6345"/>
              </a:xfrm>
              <a:custGeom>
                <a:avLst/>
                <a:gdLst>
                  <a:gd name="connsiteX0" fmla="*/ 3422 w 6343"/>
                  <a:gd name="connsiteY0" fmla="*/ 6556 h 6345"/>
                  <a:gd name="connsiteX1" fmla="*/ 5664 w 6343"/>
                  <a:gd name="connsiteY1" fmla="*/ 5627 h 6345"/>
                  <a:gd name="connsiteX2" fmla="*/ 6593 w 6343"/>
                  <a:gd name="connsiteY2" fmla="*/ 3384 h 6345"/>
                  <a:gd name="connsiteX3" fmla="*/ 5664 w 6343"/>
                  <a:gd name="connsiteY3" fmla="*/ 1140 h 6345"/>
                  <a:gd name="connsiteX4" fmla="*/ 3422 w 6343"/>
                  <a:gd name="connsiteY4" fmla="*/ 211 h 6345"/>
                  <a:gd name="connsiteX5" fmla="*/ 1179 w 6343"/>
                  <a:gd name="connsiteY5" fmla="*/ 1140 h 6345"/>
                  <a:gd name="connsiteX6" fmla="*/ 250 w 6343"/>
                  <a:gd name="connsiteY6" fmla="*/ 3384 h 6345"/>
                  <a:gd name="connsiteX7" fmla="*/ 1179 w 6343"/>
                  <a:gd name="connsiteY7" fmla="*/ 5627 h 6345"/>
                  <a:gd name="connsiteX8" fmla="*/ 3422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6"/>
                    </a:moveTo>
                    <a:cubicBezTo>
                      <a:pt x="4263" y="6556"/>
                      <a:pt x="5069" y="6222"/>
                      <a:pt x="5664" y="5627"/>
                    </a:cubicBezTo>
                    <a:cubicBezTo>
                      <a:pt x="6259" y="5032"/>
                      <a:pt x="6593" y="4225"/>
                      <a:pt x="6593" y="3384"/>
                    </a:cubicBezTo>
                    <a:cubicBezTo>
                      <a:pt x="6593" y="2542"/>
                      <a:pt x="6259" y="1735"/>
                      <a:pt x="5664" y="1140"/>
                    </a:cubicBezTo>
                    <a:cubicBezTo>
                      <a:pt x="5069" y="545"/>
                      <a:pt x="4263" y="211"/>
                      <a:pt x="3422" y="211"/>
                    </a:cubicBezTo>
                    <a:cubicBezTo>
                      <a:pt x="2580" y="211"/>
                      <a:pt x="1774" y="545"/>
                      <a:pt x="1179" y="1140"/>
                    </a:cubicBezTo>
                    <a:cubicBezTo>
                      <a:pt x="584" y="1735"/>
                      <a:pt x="250" y="2542"/>
                      <a:pt x="250" y="3384"/>
                    </a:cubicBezTo>
                    <a:cubicBezTo>
                      <a:pt x="250" y="4225"/>
                      <a:pt x="584" y="5032"/>
                      <a:pt x="1179" y="5627"/>
                    </a:cubicBezTo>
                    <a:cubicBezTo>
                      <a:pt x="1774" y="6222"/>
                      <a:pt x="2580" y="6556"/>
                      <a:pt x="3422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39" name="Freeform: Shape 4838">
                <a:extLst>
                  <a:ext uri="{FF2B5EF4-FFF2-40B4-BE49-F238E27FC236}">
                    <a16:creationId xmlns:a16="http://schemas.microsoft.com/office/drawing/2014/main" id="{5F348C3C-F409-AD2F-A57F-09CEAE68AA27}"/>
                  </a:ext>
                </a:extLst>
              </p:cNvPr>
              <p:cNvSpPr/>
              <p:nvPr/>
            </p:nvSpPr>
            <p:spPr>
              <a:xfrm>
                <a:off x="4021101" y="6157452"/>
                <a:ext cx="6343" cy="6345"/>
              </a:xfrm>
              <a:custGeom>
                <a:avLst/>
                <a:gdLst>
                  <a:gd name="connsiteX0" fmla="*/ 3421 w 6343"/>
                  <a:gd name="connsiteY0" fmla="*/ 6556 h 6345"/>
                  <a:gd name="connsiteX1" fmla="*/ 5664 w 6343"/>
                  <a:gd name="connsiteY1" fmla="*/ 5627 h 6345"/>
                  <a:gd name="connsiteX2" fmla="*/ 6593 w 6343"/>
                  <a:gd name="connsiteY2" fmla="*/ 3384 h 6345"/>
                  <a:gd name="connsiteX3" fmla="*/ 5664 w 6343"/>
                  <a:gd name="connsiteY3" fmla="*/ 1140 h 6345"/>
                  <a:gd name="connsiteX4" fmla="*/ 3421 w 6343"/>
                  <a:gd name="connsiteY4" fmla="*/ 211 h 6345"/>
                  <a:gd name="connsiteX5" fmla="*/ 1179 w 6343"/>
                  <a:gd name="connsiteY5" fmla="*/ 1140 h 6345"/>
                  <a:gd name="connsiteX6" fmla="*/ 250 w 6343"/>
                  <a:gd name="connsiteY6" fmla="*/ 3384 h 6345"/>
                  <a:gd name="connsiteX7" fmla="*/ 1179 w 6343"/>
                  <a:gd name="connsiteY7" fmla="*/ 5627 h 6345"/>
                  <a:gd name="connsiteX8" fmla="*/ 3421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56"/>
                    </a:moveTo>
                    <a:cubicBezTo>
                      <a:pt x="4262" y="6556"/>
                      <a:pt x="5069" y="6222"/>
                      <a:pt x="5664" y="5627"/>
                    </a:cubicBezTo>
                    <a:cubicBezTo>
                      <a:pt x="6259" y="5032"/>
                      <a:pt x="6593" y="4225"/>
                      <a:pt x="6593" y="3384"/>
                    </a:cubicBezTo>
                    <a:cubicBezTo>
                      <a:pt x="6593" y="2542"/>
                      <a:pt x="6259" y="1735"/>
                      <a:pt x="5664" y="1140"/>
                    </a:cubicBezTo>
                    <a:cubicBezTo>
                      <a:pt x="5069" y="545"/>
                      <a:pt x="4262" y="211"/>
                      <a:pt x="3421" y="211"/>
                    </a:cubicBezTo>
                    <a:cubicBezTo>
                      <a:pt x="2580" y="211"/>
                      <a:pt x="1773" y="545"/>
                      <a:pt x="1179" y="1140"/>
                    </a:cubicBezTo>
                    <a:cubicBezTo>
                      <a:pt x="584" y="1735"/>
                      <a:pt x="250" y="2542"/>
                      <a:pt x="250" y="3384"/>
                    </a:cubicBezTo>
                    <a:cubicBezTo>
                      <a:pt x="250" y="4225"/>
                      <a:pt x="584" y="5032"/>
                      <a:pt x="1179" y="5627"/>
                    </a:cubicBezTo>
                    <a:cubicBezTo>
                      <a:pt x="1773" y="6222"/>
                      <a:pt x="2580" y="6556"/>
                      <a:pt x="3421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40" name="Freeform: Shape 4839">
                <a:extLst>
                  <a:ext uri="{FF2B5EF4-FFF2-40B4-BE49-F238E27FC236}">
                    <a16:creationId xmlns:a16="http://schemas.microsoft.com/office/drawing/2014/main" id="{B82EC9E4-095C-F943-A899-1D0961C2F7DE}"/>
                  </a:ext>
                </a:extLst>
              </p:cNvPr>
              <p:cNvSpPr/>
              <p:nvPr/>
            </p:nvSpPr>
            <p:spPr>
              <a:xfrm>
                <a:off x="4018526" y="6158397"/>
                <a:ext cx="6343" cy="6345"/>
              </a:xfrm>
              <a:custGeom>
                <a:avLst/>
                <a:gdLst>
                  <a:gd name="connsiteX0" fmla="*/ 3421 w 6343"/>
                  <a:gd name="connsiteY0" fmla="*/ 6557 h 6345"/>
                  <a:gd name="connsiteX1" fmla="*/ 5664 w 6343"/>
                  <a:gd name="connsiteY1" fmla="*/ 5627 h 6345"/>
                  <a:gd name="connsiteX2" fmla="*/ 6593 w 6343"/>
                  <a:gd name="connsiteY2" fmla="*/ 3384 h 6345"/>
                  <a:gd name="connsiteX3" fmla="*/ 5664 w 6343"/>
                  <a:gd name="connsiteY3" fmla="*/ 1140 h 6345"/>
                  <a:gd name="connsiteX4" fmla="*/ 3421 w 6343"/>
                  <a:gd name="connsiteY4" fmla="*/ 211 h 6345"/>
                  <a:gd name="connsiteX5" fmla="*/ 1179 w 6343"/>
                  <a:gd name="connsiteY5" fmla="*/ 1140 h 6345"/>
                  <a:gd name="connsiteX6" fmla="*/ 250 w 6343"/>
                  <a:gd name="connsiteY6" fmla="*/ 3384 h 6345"/>
                  <a:gd name="connsiteX7" fmla="*/ 1179 w 6343"/>
                  <a:gd name="connsiteY7" fmla="*/ 5627 h 6345"/>
                  <a:gd name="connsiteX8" fmla="*/ 3421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57"/>
                    </a:moveTo>
                    <a:cubicBezTo>
                      <a:pt x="4262" y="6557"/>
                      <a:pt x="5069" y="6222"/>
                      <a:pt x="5664" y="5627"/>
                    </a:cubicBezTo>
                    <a:cubicBezTo>
                      <a:pt x="6259" y="5032"/>
                      <a:pt x="6593" y="4225"/>
                      <a:pt x="6593" y="3384"/>
                    </a:cubicBezTo>
                    <a:cubicBezTo>
                      <a:pt x="6593" y="2542"/>
                      <a:pt x="6259" y="1735"/>
                      <a:pt x="5664" y="1140"/>
                    </a:cubicBezTo>
                    <a:cubicBezTo>
                      <a:pt x="5069" y="545"/>
                      <a:pt x="4262" y="211"/>
                      <a:pt x="3421" y="211"/>
                    </a:cubicBezTo>
                    <a:cubicBezTo>
                      <a:pt x="2580" y="211"/>
                      <a:pt x="1773" y="545"/>
                      <a:pt x="1179" y="1140"/>
                    </a:cubicBezTo>
                    <a:cubicBezTo>
                      <a:pt x="584" y="1735"/>
                      <a:pt x="250" y="2542"/>
                      <a:pt x="250" y="3384"/>
                    </a:cubicBezTo>
                    <a:cubicBezTo>
                      <a:pt x="250" y="4225"/>
                      <a:pt x="584" y="5032"/>
                      <a:pt x="1179" y="5627"/>
                    </a:cubicBezTo>
                    <a:cubicBezTo>
                      <a:pt x="1773" y="6222"/>
                      <a:pt x="2580" y="6557"/>
                      <a:pt x="3421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41" name="Freeform: Shape 4840">
                <a:extLst>
                  <a:ext uri="{FF2B5EF4-FFF2-40B4-BE49-F238E27FC236}">
                    <a16:creationId xmlns:a16="http://schemas.microsoft.com/office/drawing/2014/main" id="{4D1CE124-0D12-6F81-21FA-94A855372B1C}"/>
                  </a:ext>
                </a:extLst>
              </p:cNvPr>
              <p:cNvSpPr/>
              <p:nvPr/>
            </p:nvSpPr>
            <p:spPr>
              <a:xfrm>
                <a:off x="4015705" y="6158613"/>
                <a:ext cx="6343" cy="6345"/>
              </a:xfrm>
              <a:custGeom>
                <a:avLst/>
                <a:gdLst>
                  <a:gd name="connsiteX0" fmla="*/ 3421 w 6343"/>
                  <a:gd name="connsiteY0" fmla="*/ 6557 h 6345"/>
                  <a:gd name="connsiteX1" fmla="*/ 5664 w 6343"/>
                  <a:gd name="connsiteY1" fmla="*/ 5627 h 6345"/>
                  <a:gd name="connsiteX2" fmla="*/ 6592 w 6343"/>
                  <a:gd name="connsiteY2" fmla="*/ 3384 h 6345"/>
                  <a:gd name="connsiteX3" fmla="*/ 5664 w 6343"/>
                  <a:gd name="connsiteY3" fmla="*/ 1140 h 6345"/>
                  <a:gd name="connsiteX4" fmla="*/ 3421 w 6343"/>
                  <a:gd name="connsiteY4" fmla="*/ 211 h 6345"/>
                  <a:gd name="connsiteX5" fmla="*/ 1178 w 6343"/>
                  <a:gd name="connsiteY5" fmla="*/ 1140 h 6345"/>
                  <a:gd name="connsiteX6" fmla="*/ 249 w 6343"/>
                  <a:gd name="connsiteY6" fmla="*/ 3384 h 6345"/>
                  <a:gd name="connsiteX7" fmla="*/ 1178 w 6343"/>
                  <a:gd name="connsiteY7" fmla="*/ 5627 h 6345"/>
                  <a:gd name="connsiteX8" fmla="*/ 3421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57"/>
                    </a:moveTo>
                    <a:cubicBezTo>
                      <a:pt x="4262" y="6557"/>
                      <a:pt x="5069" y="6222"/>
                      <a:pt x="5664" y="5627"/>
                    </a:cubicBezTo>
                    <a:cubicBezTo>
                      <a:pt x="6258" y="5032"/>
                      <a:pt x="6592" y="4225"/>
                      <a:pt x="6592" y="3384"/>
                    </a:cubicBezTo>
                    <a:cubicBezTo>
                      <a:pt x="6592" y="2542"/>
                      <a:pt x="6258" y="1735"/>
                      <a:pt x="5664" y="1140"/>
                    </a:cubicBezTo>
                    <a:cubicBezTo>
                      <a:pt x="5069" y="545"/>
                      <a:pt x="4262" y="211"/>
                      <a:pt x="3421" y="211"/>
                    </a:cubicBezTo>
                    <a:cubicBezTo>
                      <a:pt x="2580" y="211"/>
                      <a:pt x="1773" y="545"/>
                      <a:pt x="1178" y="1140"/>
                    </a:cubicBezTo>
                    <a:cubicBezTo>
                      <a:pt x="584" y="1735"/>
                      <a:pt x="249" y="2542"/>
                      <a:pt x="249" y="3384"/>
                    </a:cubicBezTo>
                    <a:cubicBezTo>
                      <a:pt x="249" y="4225"/>
                      <a:pt x="584" y="5032"/>
                      <a:pt x="1178" y="5627"/>
                    </a:cubicBezTo>
                    <a:cubicBezTo>
                      <a:pt x="1773" y="6222"/>
                      <a:pt x="2580" y="6557"/>
                      <a:pt x="3421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42" name="Freeform: Shape 4841">
                <a:extLst>
                  <a:ext uri="{FF2B5EF4-FFF2-40B4-BE49-F238E27FC236}">
                    <a16:creationId xmlns:a16="http://schemas.microsoft.com/office/drawing/2014/main" id="{B0E8A287-87D2-1630-A04F-1A29D60B3C60}"/>
                  </a:ext>
                </a:extLst>
              </p:cNvPr>
              <p:cNvSpPr/>
              <p:nvPr/>
            </p:nvSpPr>
            <p:spPr>
              <a:xfrm>
                <a:off x="4013993" y="6162163"/>
                <a:ext cx="6343" cy="6345"/>
              </a:xfrm>
              <a:custGeom>
                <a:avLst/>
                <a:gdLst>
                  <a:gd name="connsiteX0" fmla="*/ 3421 w 6343"/>
                  <a:gd name="connsiteY0" fmla="*/ 6557 h 6345"/>
                  <a:gd name="connsiteX1" fmla="*/ 5663 w 6343"/>
                  <a:gd name="connsiteY1" fmla="*/ 5628 h 6345"/>
                  <a:gd name="connsiteX2" fmla="*/ 6592 w 6343"/>
                  <a:gd name="connsiteY2" fmla="*/ 3384 h 6345"/>
                  <a:gd name="connsiteX3" fmla="*/ 5663 w 6343"/>
                  <a:gd name="connsiteY3" fmla="*/ 1141 h 6345"/>
                  <a:gd name="connsiteX4" fmla="*/ 3421 w 6343"/>
                  <a:gd name="connsiteY4" fmla="*/ 211 h 6345"/>
                  <a:gd name="connsiteX5" fmla="*/ 1178 w 6343"/>
                  <a:gd name="connsiteY5" fmla="*/ 1141 h 6345"/>
                  <a:gd name="connsiteX6" fmla="*/ 249 w 6343"/>
                  <a:gd name="connsiteY6" fmla="*/ 3384 h 6345"/>
                  <a:gd name="connsiteX7" fmla="*/ 1178 w 6343"/>
                  <a:gd name="connsiteY7" fmla="*/ 5628 h 6345"/>
                  <a:gd name="connsiteX8" fmla="*/ 3421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57"/>
                    </a:moveTo>
                    <a:cubicBezTo>
                      <a:pt x="4262" y="6557"/>
                      <a:pt x="5069" y="6222"/>
                      <a:pt x="5663" y="5628"/>
                    </a:cubicBezTo>
                    <a:cubicBezTo>
                      <a:pt x="6258" y="5033"/>
                      <a:pt x="6592" y="4226"/>
                      <a:pt x="6592" y="3384"/>
                    </a:cubicBezTo>
                    <a:cubicBezTo>
                      <a:pt x="6592" y="2543"/>
                      <a:pt x="6258" y="1736"/>
                      <a:pt x="5663" y="1141"/>
                    </a:cubicBezTo>
                    <a:cubicBezTo>
                      <a:pt x="5069" y="546"/>
                      <a:pt x="4262" y="211"/>
                      <a:pt x="3421" y="211"/>
                    </a:cubicBezTo>
                    <a:cubicBezTo>
                      <a:pt x="2580" y="211"/>
                      <a:pt x="1773" y="546"/>
                      <a:pt x="1178" y="1141"/>
                    </a:cubicBezTo>
                    <a:cubicBezTo>
                      <a:pt x="583" y="1736"/>
                      <a:pt x="249" y="2543"/>
                      <a:pt x="249" y="3384"/>
                    </a:cubicBezTo>
                    <a:cubicBezTo>
                      <a:pt x="249" y="4226"/>
                      <a:pt x="583" y="5033"/>
                      <a:pt x="1178" y="5628"/>
                    </a:cubicBezTo>
                    <a:cubicBezTo>
                      <a:pt x="1773" y="6222"/>
                      <a:pt x="2580" y="6557"/>
                      <a:pt x="3421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43" name="Freeform: Shape 4842">
                <a:extLst>
                  <a:ext uri="{FF2B5EF4-FFF2-40B4-BE49-F238E27FC236}">
                    <a16:creationId xmlns:a16="http://schemas.microsoft.com/office/drawing/2014/main" id="{D1D153CD-A3DF-21EE-C263-99010650BCDB}"/>
                  </a:ext>
                </a:extLst>
              </p:cNvPr>
              <p:cNvSpPr/>
              <p:nvPr/>
            </p:nvSpPr>
            <p:spPr>
              <a:xfrm>
                <a:off x="4010997" y="6161855"/>
                <a:ext cx="6343" cy="6345"/>
              </a:xfrm>
              <a:custGeom>
                <a:avLst/>
                <a:gdLst>
                  <a:gd name="connsiteX0" fmla="*/ 3421 w 6343"/>
                  <a:gd name="connsiteY0" fmla="*/ 6557 h 6345"/>
                  <a:gd name="connsiteX1" fmla="*/ 5663 w 6343"/>
                  <a:gd name="connsiteY1" fmla="*/ 5628 h 6345"/>
                  <a:gd name="connsiteX2" fmla="*/ 6592 w 6343"/>
                  <a:gd name="connsiteY2" fmla="*/ 3384 h 6345"/>
                  <a:gd name="connsiteX3" fmla="*/ 5663 w 6343"/>
                  <a:gd name="connsiteY3" fmla="*/ 1141 h 6345"/>
                  <a:gd name="connsiteX4" fmla="*/ 3421 w 6343"/>
                  <a:gd name="connsiteY4" fmla="*/ 211 h 6345"/>
                  <a:gd name="connsiteX5" fmla="*/ 1178 w 6343"/>
                  <a:gd name="connsiteY5" fmla="*/ 1141 h 6345"/>
                  <a:gd name="connsiteX6" fmla="*/ 249 w 6343"/>
                  <a:gd name="connsiteY6" fmla="*/ 3384 h 6345"/>
                  <a:gd name="connsiteX7" fmla="*/ 1178 w 6343"/>
                  <a:gd name="connsiteY7" fmla="*/ 5628 h 6345"/>
                  <a:gd name="connsiteX8" fmla="*/ 3421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57"/>
                    </a:moveTo>
                    <a:cubicBezTo>
                      <a:pt x="4262" y="6557"/>
                      <a:pt x="5068" y="6222"/>
                      <a:pt x="5663" y="5628"/>
                    </a:cubicBezTo>
                    <a:cubicBezTo>
                      <a:pt x="6258" y="5033"/>
                      <a:pt x="6592" y="4225"/>
                      <a:pt x="6592" y="3384"/>
                    </a:cubicBezTo>
                    <a:cubicBezTo>
                      <a:pt x="6592" y="2543"/>
                      <a:pt x="6258" y="1736"/>
                      <a:pt x="5663" y="1141"/>
                    </a:cubicBezTo>
                    <a:cubicBezTo>
                      <a:pt x="5068" y="546"/>
                      <a:pt x="4262" y="211"/>
                      <a:pt x="3421" y="211"/>
                    </a:cubicBezTo>
                    <a:cubicBezTo>
                      <a:pt x="2579" y="211"/>
                      <a:pt x="1773" y="546"/>
                      <a:pt x="1178" y="1141"/>
                    </a:cubicBezTo>
                    <a:cubicBezTo>
                      <a:pt x="583" y="1736"/>
                      <a:pt x="249" y="2543"/>
                      <a:pt x="249" y="3384"/>
                    </a:cubicBezTo>
                    <a:cubicBezTo>
                      <a:pt x="249" y="4225"/>
                      <a:pt x="583" y="5033"/>
                      <a:pt x="1178" y="5628"/>
                    </a:cubicBezTo>
                    <a:cubicBezTo>
                      <a:pt x="1773" y="6222"/>
                      <a:pt x="2579" y="6557"/>
                      <a:pt x="3421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44" name="Freeform: Shape 4843">
                <a:extLst>
                  <a:ext uri="{FF2B5EF4-FFF2-40B4-BE49-F238E27FC236}">
                    <a16:creationId xmlns:a16="http://schemas.microsoft.com/office/drawing/2014/main" id="{4198BEB0-3595-F5D1-A295-9ECC179B94B7}"/>
                  </a:ext>
                </a:extLst>
              </p:cNvPr>
              <p:cNvSpPr/>
              <p:nvPr/>
            </p:nvSpPr>
            <p:spPr>
              <a:xfrm>
                <a:off x="4008195" y="6162110"/>
                <a:ext cx="6343" cy="6345"/>
              </a:xfrm>
              <a:custGeom>
                <a:avLst/>
                <a:gdLst>
                  <a:gd name="connsiteX0" fmla="*/ 3420 w 6343"/>
                  <a:gd name="connsiteY0" fmla="*/ 6557 h 6345"/>
                  <a:gd name="connsiteX1" fmla="*/ 5663 w 6343"/>
                  <a:gd name="connsiteY1" fmla="*/ 5628 h 6345"/>
                  <a:gd name="connsiteX2" fmla="*/ 6592 w 6343"/>
                  <a:gd name="connsiteY2" fmla="*/ 3384 h 6345"/>
                  <a:gd name="connsiteX3" fmla="*/ 5663 w 6343"/>
                  <a:gd name="connsiteY3" fmla="*/ 1141 h 6345"/>
                  <a:gd name="connsiteX4" fmla="*/ 3420 w 6343"/>
                  <a:gd name="connsiteY4" fmla="*/ 211 h 6345"/>
                  <a:gd name="connsiteX5" fmla="*/ 1178 w 6343"/>
                  <a:gd name="connsiteY5" fmla="*/ 1141 h 6345"/>
                  <a:gd name="connsiteX6" fmla="*/ 249 w 6343"/>
                  <a:gd name="connsiteY6" fmla="*/ 3384 h 6345"/>
                  <a:gd name="connsiteX7" fmla="*/ 1178 w 6343"/>
                  <a:gd name="connsiteY7" fmla="*/ 5628 h 6345"/>
                  <a:gd name="connsiteX8" fmla="*/ 3420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57"/>
                    </a:moveTo>
                    <a:cubicBezTo>
                      <a:pt x="4261" y="6557"/>
                      <a:pt x="5068" y="6222"/>
                      <a:pt x="5663" y="5628"/>
                    </a:cubicBezTo>
                    <a:cubicBezTo>
                      <a:pt x="6258" y="5033"/>
                      <a:pt x="6592" y="4226"/>
                      <a:pt x="6592" y="3384"/>
                    </a:cubicBezTo>
                    <a:cubicBezTo>
                      <a:pt x="6592" y="2543"/>
                      <a:pt x="6258" y="1736"/>
                      <a:pt x="5663" y="1141"/>
                    </a:cubicBezTo>
                    <a:cubicBezTo>
                      <a:pt x="5068" y="546"/>
                      <a:pt x="4261" y="211"/>
                      <a:pt x="3420" y="211"/>
                    </a:cubicBezTo>
                    <a:cubicBezTo>
                      <a:pt x="2579" y="211"/>
                      <a:pt x="1772" y="546"/>
                      <a:pt x="1178" y="1141"/>
                    </a:cubicBezTo>
                    <a:cubicBezTo>
                      <a:pt x="583" y="1736"/>
                      <a:pt x="249" y="2543"/>
                      <a:pt x="249" y="3384"/>
                    </a:cubicBezTo>
                    <a:cubicBezTo>
                      <a:pt x="249" y="4226"/>
                      <a:pt x="583" y="5033"/>
                      <a:pt x="1178" y="5628"/>
                    </a:cubicBezTo>
                    <a:cubicBezTo>
                      <a:pt x="1772" y="6222"/>
                      <a:pt x="2579" y="6557"/>
                      <a:pt x="3420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45" name="Freeform: Shape 4844">
                <a:extLst>
                  <a:ext uri="{FF2B5EF4-FFF2-40B4-BE49-F238E27FC236}">
                    <a16:creationId xmlns:a16="http://schemas.microsoft.com/office/drawing/2014/main" id="{1AE3211D-1BA1-8757-628B-F0D6F3AAEC80}"/>
                  </a:ext>
                </a:extLst>
              </p:cNvPr>
              <p:cNvSpPr/>
              <p:nvPr/>
            </p:nvSpPr>
            <p:spPr>
              <a:xfrm>
                <a:off x="4005605" y="6163021"/>
                <a:ext cx="6343" cy="6345"/>
              </a:xfrm>
              <a:custGeom>
                <a:avLst/>
                <a:gdLst>
                  <a:gd name="connsiteX0" fmla="*/ 3420 w 6343"/>
                  <a:gd name="connsiteY0" fmla="*/ 6557 h 6345"/>
                  <a:gd name="connsiteX1" fmla="*/ 5663 w 6343"/>
                  <a:gd name="connsiteY1" fmla="*/ 5628 h 6345"/>
                  <a:gd name="connsiteX2" fmla="*/ 6592 w 6343"/>
                  <a:gd name="connsiteY2" fmla="*/ 3384 h 6345"/>
                  <a:gd name="connsiteX3" fmla="*/ 5663 w 6343"/>
                  <a:gd name="connsiteY3" fmla="*/ 1141 h 6345"/>
                  <a:gd name="connsiteX4" fmla="*/ 3420 w 6343"/>
                  <a:gd name="connsiteY4" fmla="*/ 211 h 6345"/>
                  <a:gd name="connsiteX5" fmla="*/ 1177 w 6343"/>
                  <a:gd name="connsiteY5" fmla="*/ 1141 h 6345"/>
                  <a:gd name="connsiteX6" fmla="*/ 249 w 6343"/>
                  <a:gd name="connsiteY6" fmla="*/ 3384 h 6345"/>
                  <a:gd name="connsiteX7" fmla="*/ 1177 w 6343"/>
                  <a:gd name="connsiteY7" fmla="*/ 5628 h 6345"/>
                  <a:gd name="connsiteX8" fmla="*/ 3420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57"/>
                    </a:moveTo>
                    <a:cubicBezTo>
                      <a:pt x="4261" y="6557"/>
                      <a:pt x="5068" y="6223"/>
                      <a:pt x="5663" y="5628"/>
                    </a:cubicBezTo>
                    <a:cubicBezTo>
                      <a:pt x="6258" y="5033"/>
                      <a:pt x="6592" y="4226"/>
                      <a:pt x="6592" y="3384"/>
                    </a:cubicBezTo>
                    <a:cubicBezTo>
                      <a:pt x="6592" y="2543"/>
                      <a:pt x="6258" y="1736"/>
                      <a:pt x="5663" y="1141"/>
                    </a:cubicBezTo>
                    <a:cubicBezTo>
                      <a:pt x="5068" y="546"/>
                      <a:pt x="4261" y="211"/>
                      <a:pt x="3420" y="211"/>
                    </a:cubicBezTo>
                    <a:cubicBezTo>
                      <a:pt x="2579" y="211"/>
                      <a:pt x="1772" y="546"/>
                      <a:pt x="1177" y="1141"/>
                    </a:cubicBezTo>
                    <a:cubicBezTo>
                      <a:pt x="583" y="1736"/>
                      <a:pt x="249" y="2543"/>
                      <a:pt x="249" y="3384"/>
                    </a:cubicBezTo>
                    <a:cubicBezTo>
                      <a:pt x="249" y="4226"/>
                      <a:pt x="583" y="5033"/>
                      <a:pt x="1177" y="5628"/>
                    </a:cubicBezTo>
                    <a:cubicBezTo>
                      <a:pt x="1772" y="6223"/>
                      <a:pt x="2579" y="6557"/>
                      <a:pt x="3420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46" name="Freeform: Shape 4845">
                <a:extLst>
                  <a:ext uri="{FF2B5EF4-FFF2-40B4-BE49-F238E27FC236}">
                    <a16:creationId xmlns:a16="http://schemas.microsoft.com/office/drawing/2014/main" id="{17B8752F-61F0-9CD7-7674-0121D42EA359}"/>
                  </a:ext>
                </a:extLst>
              </p:cNvPr>
              <p:cNvSpPr/>
              <p:nvPr/>
            </p:nvSpPr>
            <p:spPr>
              <a:xfrm>
                <a:off x="4003281" y="6164818"/>
                <a:ext cx="6343" cy="6345"/>
              </a:xfrm>
              <a:custGeom>
                <a:avLst/>
                <a:gdLst>
                  <a:gd name="connsiteX0" fmla="*/ 3420 w 6343"/>
                  <a:gd name="connsiteY0" fmla="*/ 6557 h 6345"/>
                  <a:gd name="connsiteX1" fmla="*/ 5663 w 6343"/>
                  <a:gd name="connsiteY1" fmla="*/ 5628 h 6345"/>
                  <a:gd name="connsiteX2" fmla="*/ 6592 w 6343"/>
                  <a:gd name="connsiteY2" fmla="*/ 3384 h 6345"/>
                  <a:gd name="connsiteX3" fmla="*/ 5663 w 6343"/>
                  <a:gd name="connsiteY3" fmla="*/ 1141 h 6345"/>
                  <a:gd name="connsiteX4" fmla="*/ 3420 w 6343"/>
                  <a:gd name="connsiteY4" fmla="*/ 212 h 6345"/>
                  <a:gd name="connsiteX5" fmla="*/ 1177 w 6343"/>
                  <a:gd name="connsiteY5" fmla="*/ 1141 h 6345"/>
                  <a:gd name="connsiteX6" fmla="*/ 248 w 6343"/>
                  <a:gd name="connsiteY6" fmla="*/ 3384 h 6345"/>
                  <a:gd name="connsiteX7" fmla="*/ 1177 w 6343"/>
                  <a:gd name="connsiteY7" fmla="*/ 5628 h 6345"/>
                  <a:gd name="connsiteX8" fmla="*/ 3420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57"/>
                    </a:moveTo>
                    <a:cubicBezTo>
                      <a:pt x="4261" y="6557"/>
                      <a:pt x="5068" y="6223"/>
                      <a:pt x="5663" y="5628"/>
                    </a:cubicBezTo>
                    <a:cubicBezTo>
                      <a:pt x="6257" y="5033"/>
                      <a:pt x="6592" y="4226"/>
                      <a:pt x="6592" y="3384"/>
                    </a:cubicBezTo>
                    <a:cubicBezTo>
                      <a:pt x="6592" y="2543"/>
                      <a:pt x="6257" y="1736"/>
                      <a:pt x="5663" y="1141"/>
                    </a:cubicBezTo>
                    <a:cubicBezTo>
                      <a:pt x="5068" y="546"/>
                      <a:pt x="4261" y="212"/>
                      <a:pt x="3420" y="212"/>
                    </a:cubicBezTo>
                    <a:cubicBezTo>
                      <a:pt x="2579" y="212"/>
                      <a:pt x="1772" y="546"/>
                      <a:pt x="1177" y="1141"/>
                    </a:cubicBezTo>
                    <a:cubicBezTo>
                      <a:pt x="583" y="1736"/>
                      <a:pt x="248" y="2543"/>
                      <a:pt x="248" y="3384"/>
                    </a:cubicBezTo>
                    <a:cubicBezTo>
                      <a:pt x="248" y="4226"/>
                      <a:pt x="583" y="5033"/>
                      <a:pt x="1177" y="5628"/>
                    </a:cubicBezTo>
                    <a:cubicBezTo>
                      <a:pt x="1772" y="6223"/>
                      <a:pt x="2579" y="6557"/>
                      <a:pt x="3420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47" name="Freeform: Shape 4846">
                <a:extLst>
                  <a:ext uri="{FF2B5EF4-FFF2-40B4-BE49-F238E27FC236}">
                    <a16:creationId xmlns:a16="http://schemas.microsoft.com/office/drawing/2014/main" id="{40B71BA6-431E-0182-1697-8BE389873230}"/>
                  </a:ext>
                </a:extLst>
              </p:cNvPr>
              <p:cNvSpPr/>
              <p:nvPr/>
            </p:nvSpPr>
            <p:spPr>
              <a:xfrm>
                <a:off x="4000967" y="6166692"/>
                <a:ext cx="6343" cy="6345"/>
              </a:xfrm>
              <a:custGeom>
                <a:avLst/>
                <a:gdLst>
                  <a:gd name="connsiteX0" fmla="*/ 3420 w 6343"/>
                  <a:gd name="connsiteY0" fmla="*/ 6557 h 6345"/>
                  <a:gd name="connsiteX1" fmla="*/ 5662 w 6343"/>
                  <a:gd name="connsiteY1" fmla="*/ 5628 h 6345"/>
                  <a:gd name="connsiteX2" fmla="*/ 6591 w 6343"/>
                  <a:gd name="connsiteY2" fmla="*/ 3384 h 6345"/>
                  <a:gd name="connsiteX3" fmla="*/ 5662 w 6343"/>
                  <a:gd name="connsiteY3" fmla="*/ 1141 h 6345"/>
                  <a:gd name="connsiteX4" fmla="*/ 3420 w 6343"/>
                  <a:gd name="connsiteY4" fmla="*/ 212 h 6345"/>
                  <a:gd name="connsiteX5" fmla="*/ 1177 w 6343"/>
                  <a:gd name="connsiteY5" fmla="*/ 1141 h 6345"/>
                  <a:gd name="connsiteX6" fmla="*/ 248 w 6343"/>
                  <a:gd name="connsiteY6" fmla="*/ 3384 h 6345"/>
                  <a:gd name="connsiteX7" fmla="*/ 1177 w 6343"/>
                  <a:gd name="connsiteY7" fmla="*/ 5628 h 6345"/>
                  <a:gd name="connsiteX8" fmla="*/ 3420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57"/>
                    </a:moveTo>
                    <a:cubicBezTo>
                      <a:pt x="4261" y="6557"/>
                      <a:pt x="5068" y="6223"/>
                      <a:pt x="5662" y="5628"/>
                    </a:cubicBezTo>
                    <a:cubicBezTo>
                      <a:pt x="6257" y="5033"/>
                      <a:pt x="6591" y="4226"/>
                      <a:pt x="6591" y="3384"/>
                    </a:cubicBezTo>
                    <a:cubicBezTo>
                      <a:pt x="6591" y="2543"/>
                      <a:pt x="6257" y="1736"/>
                      <a:pt x="5662" y="1141"/>
                    </a:cubicBezTo>
                    <a:cubicBezTo>
                      <a:pt x="5068" y="546"/>
                      <a:pt x="4261" y="212"/>
                      <a:pt x="3420" y="212"/>
                    </a:cubicBezTo>
                    <a:cubicBezTo>
                      <a:pt x="2579" y="212"/>
                      <a:pt x="1772" y="546"/>
                      <a:pt x="1177" y="1141"/>
                    </a:cubicBezTo>
                    <a:cubicBezTo>
                      <a:pt x="582" y="1736"/>
                      <a:pt x="248" y="2543"/>
                      <a:pt x="248" y="3384"/>
                    </a:cubicBezTo>
                    <a:cubicBezTo>
                      <a:pt x="248" y="4226"/>
                      <a:pt x="582" y="5033"/>
                      <a:pt x="1177" y="5628"/>
                    </a:cubicBezTo>
                    <a:cubicBezTo>
                      <a:pt x="1772" y="6223"/>
                      <a:pt x="2579" y="6557"/>
                      <a:pt x="3420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48" name="Freeform: Shape 4847">
                <a:extLst>
                  <a:ext uri="{FF2B5EF4-FFF2-40B4-BE49-F238E27FC236}">
                    <a16:creationId xmlns:a16="http://schemas.microsoft.com/office/drawing/2014/main" id="{7FCA990D-EF90-F237-7C7B-70DC2CC4B1E5}"/>
                  </a:ext>
                </a:extLst>
              </p:cNvPr>
              <p:cNvSpPr/>
              <p:nvPr/>
            </p:nvSpPr>
            <p:spPr>
              <a:xfrm>
                <a:off x="3998950" y="6169640"/>
                <a:ext cx="6343" cy="6345"/>
              </a:xfrm>
              <a:custGeom>
                <a:avLst/>
                <a:gdLst>
                  <a:gd name="connsiteX0" fmla="*/ 3420 w 6343"/>
                  <a:gd name="connsiteY0" fmla="*/ 6557 h 6345"/>
                  <a:gd name="connsiteX1" fmla="*/ 5662 w 6343"/>
                  <a:gd name="connsiteY1" fmla="*/ 5628 h 6345"/>
                  <a:gd name="connsiteX2" fmla="*/ 6591 w 6343"/>
                  <a:gd name="connsiteY2" fmla="*/ 3385 h 6345"/>
                  <a:gd name="connsiteX3" fmla="*/ 5662 w 6343"/>
                  <a:gd name="connsiteY3" fmla="*/ 1141 h 6345"/>
                  <a:gd name="connsiteX4" fmla="*/ 3420 w 6343"/>
                  <a:gd name="connsiteY4" fmla="*/ 212 h 6345"/>
                  <a:gd name="connsiteX5" fmla="*/ 1177 w 6343"/>
                  <a:gd name="connsiteY5" fmla="*/ 1141 h 6345"/>
                  <a:gd name="connsiteX6" fmla="*/ 248 w 6343"/>
                  <a:gd name="connsiteY6" fmla="*/ 3385 h 6345"/>
                  <a:gd name="connsiteX7" fmla="*/ 1177 w 6343"/>
                  <a:gd name="connsiteY7" fmla="*/ 5628 h 6345"/>
                  <a:gd name="connsiteX8" fmla="*/ 3420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57"/>
                    </a:moveTo>
                    <a:cubicBezTo>
                      <a:pt x="4261" y="6557"/>
                      <a:pt x="5067" y="6223"/>
                      <a:pt x="5662" y="5628"/>
                    </a:cubicBezTo>
                    <a:cubicBezTo>
                      <a:pt x="6257" y="5033"/>
                      <a:pt x="6591" y="4226"/>
                      <a:pt x="6591" y="3385"/>
                    </a:cubicBezTo>
                    <a:cubicBezTo>
                      <a:pt x="6591" y="2543"/>
                      <a:pt x="6257" y="1736"/>
                      <a:pt x="5662" y="1141"/>
                    </a:cubicBezTo>
                    <a:cubicBezTo>
                      <a:pt x="5067" y="546"/>
                      <a:pt x="4261" y="212"/>
                      <a:pt x="3420" y="212"/>
                    </a:cubicBezTo>
                    <a:cubicBezTo>
                      <a:pt x="2578" y="212"/>
                      <a:pt x="1772" y="546"/>
                      <a:pt x="1177" y="1141"/>
                    </a:cubicBezTo>
                    <a:cubicBezTo>
                      <a:pt x="582" y="1736"/>
                      <a:pt x="248" y="2543"/>
                      <a:pt x="248" y="3385"/>
                    </a:cubicBezTo>
                    <a:cubicBezTo>
                      <a:pt x="248" y="4226"/>
                      <a:pt x="582" y="5033"/>
                      <a:pt x="1177" y="5628"/>
                    </a:cubicBezTo>
                    <a:cubicBezTo>
                      <a:pt x="1772" y="6223"/>
                      <a:pt x="2578" y="6557"/>
                      <a:pt x="3420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49" name="Freeform: Shape 4848">
                <a:extLst>
                  <a:ext uri="{FF2B5EF4-FFF2-40B4-BE49-F238E27FC236}">
                    <a16:creationId xmlns:a16="http://schemas.microsoft.com/office/drawing/2014/main" id="{91F039E8-C018-C646-694C-591FE299EAB2}"/>
                  </a:ext>
                </a:extLst>
              </p:cNvPr>
              <p:cNvSpPr/>
              <p:nvPr/>
            </p:nvSpPr>
            <p:spPr>
              <a:xfrm>
                <a:off x="3996362" y="6170676"/>
                <a:ext cx="6343" cy="6345"/>
              </a:xfrm>
              <a:custGeom>
                <a:avLst/>
                <a:gdLst>
                  <a:gd name="connsiteX0" fmla="*/ 3419 w 6343"/>
                  <a:gd name="connsiteY0" fmla="*/ 6557 h 6345"/>
                  <a:gd name="connsiteX1" fmla="*/ 5662 w 6343"/>
                  <a:gd name="connsiteY1" fmla="*/ 5628 h 6345"/>
                  <a:gd name="connsiteX2" fmla="*/ 6591 w 6343"/>
                  <a:gd name="connsiteY2" fmla="*/ 3385 h 6345"/>
                  <a:gd name="connsiteX3" fmla="*/ 5662 w 6343"/>
                  <a:gd name="connsiteY3" fmla="*/ 1141 h 6345"/>
                  <a:gd name="connsiteX4" fmla="*/ 3419 w 6343"/>
                  <a:gd name="connsiteY4" fmla="*/ 212 h 6345"/>
                  <a:gd name="connsiteX5" fmla="*/ 1177 w 6343"/>
                  <a:gd name="connsiteY5" fmla="*/ 1141 h 6345"/>
                  <a:gd name="connsiteX6" fmla="*/ 248 w 6343"/>
                  <a:gd name="connsiteY6" fmla="*/ 3385 h 6345"/>
                  <a:gd name="connsiteX7" fmla="*/ 1177 w 6343"/>
                  <a:gd name="connsiteY7" fmla="*/ 5628 h 6345"/>
                  <a:gd name="connsiteX8" fmla="*/ 3419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57"/>
                    </a:moveTo>
                    <a:cubicBezTo>
                      <a:pt x="4261" y="6557"/>
                      <a:pt x="5067" y="6223"/>
                      <a:pt x="5662" y="5628"/>
                    </a:cubicBezTo>
                    <a:cubicBezTo>
                      <a:pt x="6257" y="5033"/>
                      <a:pt x="6591" y="4226"/>
                      <a:pt x="6591" y="3385"/>
                    </a:cubicBezTo>
                    <a:cubicBezTo>
                      <a:pt x="6591" y="2543"/>
                      <a:pt x="6257" y="1736"/>
                      <a:pt x="5662" y="1141"/>
                    </a:cubicBezTo>
                    <a:cubicBezTo>
                      <a:pt x="5067" y="546"/>
                      <a:pt x="4261" y="212"/>
                      <a:pt x="3419" y="212"/>
                    </a:cubicBezTo>
                    <a:cubicBezTo>
                      <a:pt x="2578" y="212"/>
                      <a:pt x="1772" y="546"/>
                      <a:pt x="1177" y="1141"/>
                    </a:cubicBezTo>
                    <a:cubicBezTo>
                      <a:pt x="582" y="1736"/>
                      <a:pt x="248" y="2543"/>
                      <a:pt x="248" y="3385"/>
                    </a:cubicBezTo>
                    <a:cubicBezTo>
                      <a:pt x="248" y="4226"/>
                      <a:pt x="582" y="5033"/>
                      <a:pt x="1177" y="5628"/>
                    </a:cubicBezTo>
                    <a:cubicBezTo>
                      <a:pt x="1772" y="6223"/>
                      <a:pt x="2578" y="6557"/>
                      <a:pt x="3419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50" name="Freeform: Shape 4849">
                <a:extLst>
                  <a:ext uri="{FF2B5EF4-FFF2-40B4-BE49-F238E27FC236}">
                    <a16:creationId xmlns:a16="http://schemas.microsoft.com/office/drawing/2014/main" id="{D6F877B4-D8D6-52ED-BFFC-28905EB54788}"/>
                  </a:ext>
                </a:extLst>
              </p:cNvPr>
              <p:cNvSpPr/>
              <p:nvPr/>
            </p:nvSpPr>
            <p:spPr>
              <a:xfrm>
                <a:off x="3993980" y="6172469"/>
                <a:ext cx="6343" cy="6345"/>
              </a:xfrm>
              <a:custGeom>
                <a:avLst/>
                <a:gdLst>
                  <a:gd name="connsiteX0" fmla="*/ 3419 w 6343"/>
                  <a:gd name="connsiteY0" fmla="*/ 6558 h 6345"/>
                  <a:gd name="connsiteX1" fmla="*/ 5662 w 6343"/>
                  <a:gd name="connsiteY1" fmla="*/ 5628 h 6345"/>
                  <a:gd name="connsiteX2" fmla="*/ 6591 w 6343"/>
                  <a:gd name="connsiteY2" fmla="*/ 3385 h 6345"/>
                  <a:gd name="connsiteX3" fmla="*/ 5662 w 6343"/>
                  <a:gd name="connsiteY3" fmla="*/ 1141 h 6345"/>
                  <a:gd name="connsiteX4" fmla="*/ 3419 w 6343"/>
                  <a:gd name="connsiteY4" fmla="*/ 212 h 6345"/>
                  <a:gd name="connsiteX5" fmla="*/ 1177 w 6343"/>
                  <a:gd name="connsiteY5" fmla="*/ 1141 h 6345"/>
                  <a:gd name="connsiteX6" fmla="*/ 248 w 6343"/>
                  <a:gd name="connsiteY6" fmla="*/ 3385 h 6345"/>
                  <a:gd name="connsiteX7" fmla="*/ 1177 w 6343"/>
                  <a:gd name="connsiteY7" fmla="*/ 5628 h 6345"/>
                  <a:gd name="connsiteX8" fmla="*/ 3419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58"/>
                    </a:moveTo>
                    <a:cubicBezTo>
                      <a:pt x="4260" y="6558"/>
                      <a:pt x="5067" y="6223"/>
                      <a:pt x="5662" y="5628"/>
                    </a:cubicBezTo>
                    <a:cubicBezTo>
                      <a:pt x="6257" y="5033"/>
                      <a:pt x="6591" y="4226"/>
                      <a:pt x="6591" y="3385"/>
                    </a:cubicBezTo>
                    <a:cubicBezTo>
                      <a:pt x="6591" y="2543"/>
                      <a:pt x="6257" y="1736"/>
                      <a:pt x="5662" y="1141"/>
                    </a:cubicBezTo>
                    <a:cubicBezTo>
                      <a:pt x="5067" y="547"/>
                      <a:pt x="4260" y="212"/>
                      <a:pt x="3419" y="212"/>
                    </a:cubicBezTo>
                    <a:cubicBezTo>
                      <a:pt x="2578" y="212"/>
                      <a:pt x="1771" y="547"/>
                      <a:pt x="1177" y="1141"/>
                    </a:cubicBezTo>
                    <a:cubicBezTo>
                      <a:pt x="582" y="1736"/>
                      <a:pt x="248" y="2543"/>
                      <a:pt x="248" y="3385"/>
                    </a:cubicBezTo>
                    <a:cubicBezTo>
                      <a:pt x="248" y="4226"/>
                      <a:pt x="582" y="5033"/>
                      <a:pt x="1177" y="5628"/>
                    </a:cubicBezTo>
                    <a:cubicBezTo>
                      <a:pt x="1771" y="6223"/>
                      <a:pt x="2578" y="6558"/>
                      <a:pt x="3419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51" name="Freeform: Shape 4850">
                <a:extLst>
                  <a:ext uri="{FF2B5EF4-FFF2-40B4-BE49-F238E27FC236}">
                    <a16:creationId xmlns:a16="http://schemas.microsoft.com/office/drawing/2014/main" id="{F4644D13-1197-B586-822F-F8F73733E886}"/>
                  </a:ext>
                </a:extLst>
              </p:cNvPr>
              <p:cNvSpPr/>
              <p:nvPr/>
            </p:nvSpPr>
            <p:spPr>
              <a:xfrm>
                <a:off x="3925109" y="5943183"/>
                <a:ext cx="6343" cy="6345"/>
              </a:xfrm>
              <a:custGeom>
                <a:avLst/>
                <a:gdLst>
                  <a:gd name="connsiteX0" fmla="*/ 3414 w 6343"/>
                  <a:gd name="connsiteY0" fmla="*/ 6540 h 6345"/>
                  <a:gd name="connsiteX1" fmla="*/ 5656 w 6343"/>
                  <a:gd name="connsiteY1" fmla="*/ 5610 h 6345"/>
                  <a:gd name="connsiteX2" fmla="*/ 6585 w 6343"/>
                  <a:gd name="connsiteY2" fmla="*/ 3367 h 6345"/>
                  <a:gd name="connsiteX3" fmla="*/ 5656 w 6343"/>
                  <a:gd name="connsiteY3" fmla="*/ 1123 h 6345"/>
                  <a:gd name="connsiteX4" fmla="*/ 3414 w 6343"/>
                  <a:gd name="connsiteY4" fmla="*/ 194 h 6345"/>
                  <a:gd name="connsiteX5" fmla="*/ 1171 w 6343"/>
                  <a:gd name="connsiteY5" fmla="*/ 1123 h 6345"/>
                  <a:gd name="connsiteX6" fmla="*/ 242 w 6343"/>
                  <a:gd name="connsiteY6" fmla="*/ 3367 h 6345"/>
                  <a:gd name="connsiteX7" fmla="*/ 1171 w 6343"/>
                  <a:gd name="connsiteY7" fmla="*/ 5610 h 6345"/>
                  <a:gd name="connsiteX8" fmla="*/ 341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40"/>
                    </a:moveTo>
                    <a:cubicBezTo>
                      <a:pt x="4255" y="6540"/>
                      <a:pt x="5062" y="6205"/>
                      <a:pt x="5656" y="5610"/>
                    </a:cubicBezTo>
                    <a:cubicBezTo>
                      <a:pt x="6251" y="5015"/>
                      <a:pt x="6585" y="4208"/>
                      <a:pt x="6585" y="3367"/>
                    </a:cubicBezTo>
                    <a:cubicBezTo>
                      <a:pt x="6585" y="2525"/>
                      <a:pt x="6251" y="1718"/>
                      <a:pt x="5656" y="1123"/>
                    </a:cubicBezTo>
                    <a:cubicBezTo>
                      <a:pt x="5062" y="528"/>
                      <a:pt x="4255" y="194"/>
                      <a:pt x="3414" y="194"/>
                    </a:cubicBezTo>
                    <a:cubicBezTo>
                      <a:pt x="2573" y="194"/>
                      <a:pt x="1766" y="528"/>
                      <a:pt x="1171" y="1123"/>
                    </a:cubicBezTo>
                    <a:cubicBezTo>
                      <a:pt x="576" y="1718"/>
                      <a:pt x="242" y="2525"/>
                      <a:pt x="242" y="3367"/>
                    </a:cubicBezTo>
                    <a:cubicBezTo>
                      <a:pt x="242" y="4208"/>
                      <a:pt x="576" y="5015"/>
                      <a:pt x="1171" y="5610"/>
                    </a:cubicBezTo>
                    <a:cubicBezTo>
                      <a:pt x="1766" y="6205"/>
                      <a:pt x="2573" y="6540"/>
                      <a:pt x="341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52" name="Freeform: Shape 4851">
                <a:extLst>
                  <a:ext uri="{FF2B5EF4-FFF2-40B4-BE49-F238E27FC236}">
                    <a16:creationId xmlns:a16="http://schemas.microsoft.com/office/drawing/2014/main" id="{FAA417CA-E9F8-029F-021E-142B93C00A3B}"/>
                  </a:ext>
                </a:extLst>
              </p:cNvPr>
              <p:cNvSpPr/>
              <p:nvPr/>
            </p:nvSpPr>
            <p:spPr>
              <a:xfrm>
                <a:off x="3923701" y="5942949"/>
                <a:ext cx="6343" cy="6345"/>
              </a:xfrm>
              <a:custGeom>
                <a:avLst/>
                <a:gdLst>
                  <a:gd name="connsiteX0" fmla="*/ 3414 w 6343"/>
                  <a:gd name="connsiteY0" fmla="*/ 6540 h 6345"/>
                  <a:gd name="connsiteX1" fmla="*/ 5656 w 6343"/>
                  <a:gd name="connsiteY1" fmla="*/ 5610 h 6345"/>
                  <a:gd name="connsiteX2" fmla="*/ 6585 w 6343"/>
                  <a:gd name="connsiteY2" fmla="*/ 3367 h 6345"/>
                  <a:gd name="connsiteX3" fmla="*/ 5656 w 6343"/>
                  <a:gd name="connsiteY3" fmla="*/ 1123 h 6345"/>
                  <a:gd name="connsiteX4" fmla="*/ 3414 w 6343"/>
                  <a:gd name="connsiteY4" fmla="*/ 194 h 6345"/>
                  <a:gd name="connsiteX5" fmla="*/ 1171 w 6343"/>
                  <a:gd name="connsiteY5" fmla="*/ 1123 h 6345"/>
                  <a:gd name="connsiteX6" fmla="*/ 242 w 6343"/>
                  <a:gd name="connsiteY6" fmla="*/ 3367 h 6345"/>
                  <a:gd name="connsiteX7" fmla="*/ 1171 w 6343"/>
                  <a:gd name="connsiteY7" fmla="*/ 5610 h 6345"/>
                  <a:gd name="connsiteX8" fmla="*/ 341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40"/>
                    </a:moveTo>
                    <a:cubicBezTo>
                      <a:pt x="4255" y="6540"/>
                      <a:pt x="5062" y="6205"/>
                      <a:pt x="5656" y="5610"/>
                    </a:cubicBezTo>
                    <a:cubicBezTo>
                      <a:pt x="6251" y="5015"/>
                      <a:pt x="6585" y="4208"/>
                      <a:pt x="6585" y="3367"/>
                    </a:cubicBezTo>
                    <a:cubicBezTo>
                      <a:pt x="6585" y="2525"/>
                      <a:pt x="6251" y="1718"/>
                      <a:pt x="5656" y="1123"/>
                    </a:cubicBezTo>
                    <a:cubicBezTo>
                      <a:pt x="5062" y="528"/>
                      <a:pt x="4255" y="194"/>
                      <a:pt x="3414" y="194"/>
                    </a:cubicBezTo>
                    <a:cubicBezTo>
                      <a:pt x="2573" y="194"/>
                      <a:pt x="1766" y="528"/>
                      <a:pt x="1171" y="1123"/>
                    </a:cubicBezTo>
                    <a:cubicBezTo>
                      <a:pt x="576" y="1718"/>
                      <a:pt x="242" y="2525"/>
                      <a:pt x="242" y="3367"/>
                    </a:cubicBezTo>
                    <a:cubicBezTo>
                      <a:pt x="242" y="4208"/>
                      <a:pt x="576" y="5015"/>
                      <a:pt x="1171" y="5610"/>
                    </a:cubicBezTo>
                    <a:cubicBezTo>
                      <a:pt x="1766" y="6205"/>
                      <a:pt x="2573" y="6540"/>
                      <a:pt x="341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53" name="Freeform: Shape 4852">
                <a:extLst>
                  <a:ext uri="{FF2B5EF4-FFF2-40B4-BE49-F238E27FC236}">
                    <a16:creationId xmlns:a16="http://schemas.microsoft.com/office/drawing/2014/main" id="{BA0FA389-4A44-14F7-D269-4C8B4A8B90B2}"/>
                  </a:ext>
                </a:extLst>
              </p:cNvPr>
              <p:cNvSpPr/>
              <p:nvPr/>
            </p:nvSpPr>
            <p:spPr>
              <a:xfrm>
                <a:off x="3922428" y="5943256"/>
                <a:ext cx="6343" cy="6345"/>
              </a:xfrm>
              <a:custGeom>
                <a:avLst/>
                <a:gdLst>
                  <a:gd name="connsiteX0" fmla="*/ 3414 w 6343"/>
                  <a:gd name="connsiteY0" fmla="*/ 6540 h 6345"/>
                  <a:gd name="connsiteX1" fmla="*/ 5656 w 6343"/>
                  <a:gd name="connsiteY1" fmla="*/ 5610 h 6345"/>
                  <a:gd name="connsiteX2" fmla="*/ 6585 w 6343"/>
                  <a:gd name="connsiteY2" fmla="*/ 3367 h 6345"/>
                  <a:gd name="connsiteX3" fmla="*/ 5656 w 6343"/>
                  <a:gd name="connsiteY3" fmla="*/ 1123 h 6345"/>
                  <a:gd name="connsiteX4" fmla="*/ 3414 w 6343"/>
                  <a:gd name="connsiteY4" fmla="*/ 194 h 6345"/>
                  <a:gd name="connsiteX5" fmla="*/ 1171 w 6343"/>
                  <a:gd name="connsiteY5" fmla="*/ 1123 h 6345"/>
                  <a:gd name="connsiteX6" fmla="*/ 242 w 6343"/>
                  <a:gd name="connsiteY6" fmla="*/ 3367 h 6345"/>
                  <a:gd name="connsiteX7" fmla="*/ 1171 w 6343"/>
                  <a:gd name="connsiteY7" fmla="*/ 5610 h 6345"/>
                  <a:gd name="connsiteX8" fmla="*/ 341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40"/>
                    </a:moveTo>
                    <a:cubicBezTo>
                      <a:pt x="4255" y="6540"/>
                      <a:pt x="5061" y="6205"/>
                      <a:pt x="5656" y="5610"/>
                    </a:cubicBezTo>
                    <a:cubicBezTo>
                      <a:pt x="6251" y="5015"/>
                      <a:pt x="6585" y="4208"/>
                      <a:pt x="6585" y="3367"/>
                    </a:cubicBezTo>
                    <a:cubicBezTo>
                      <a:pt x="6585" y="2525"/>
                      <a:pt x="6251" y="1718"/>
                      <a:pt x="5656" y="1123"/>
                    </a:cubicBezTo>
                    <a:cubicBezTo>
                      <a:pt x="5061" y="528"/>
                      <a:pt x="4255" y="194"/>
                      <a:pt x="3414" y="194"/>
                    </a:cubicBezTo>
                    <a:cubicBezTo>
                      <a:pt x="2572" y="194"/>
                      <a:pt x="1766" y="528"/>
                      <a:pt x="1171" y="1123"/>
                    </a:cubicBezTo>
                    <a:cubicBezTo>
                      <a:pt x="576" y="1718"/>
                      <a:pt x="242" y="2525"/>
                      <a:pt x="242" y="3367"/>
                    </a:cubicBezTo>
                    <a:cubicBezTo>
                      <a:pt x="242" y="4208"/>
                      <a:pt x="576" y="5015"/>
                      <a:pt x="1171" y="5610"/>
                    </a:cubicBezTo>
                    <a:cubicBezTo>
                      <a:pt x="1766" y="6205"/>
                      <a:pt x="2572" y="6540"/>
                      <a:pt x="341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54" name="Freeform: Shape 4853">
                <a:extLst>
                  <a:ext uri="{FF2B5EF4-FFF2-40B4-BE49-F238E27FC236}">
                    <a16:creationId xmlns:a16="http://schemas.microsoft.com/office/drawing/2014/main" id="{BD71F8F6-4D4B-D67D-0F24-C4AF1AB88D20}"/>
                  </a:ext>
                </a:extLst>
              </p:cNvPr>
              <p:cNvSpPr/>
              <p:nvPr/>
            </p:nvSpPr>
            <p:spPr>
              <a:xfrm>
                <a:off x="3920666" y="5941445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7 h 6345"/>
                  <a:gd name="connsiteX3" fmla="*/ 5656 w 6343"/>
                  <a:gd name="connsiteY3" fmla="*/ 1123 h 6345"/>
                  <a:gd name="connsiteX4" fmla="*/ 3413 w 6343"/>
                  <a:gd name="connsiteY4" fmla="*/ 194 h 6345"/>
                  <a:gd name="connsiteX5" fmla="*/ 1171 w 6343"/>
                  <a:gd name="connsiteY5" fmla="*/ 1123 h 6345"/>
                  <a:gd name="connsiteX6" fmla="*/ 242 w 6343"/>
                  <a:gd name="connsiteY6" fmla="*/ 3367 h 6345"/>
                  <a:gd name="connsiteX7" fmla="*/ 1171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5" y="6539"/>
                      <a:pt x="5061" y="6205"/>
                      <a:pt x="5656" y="5610"/>
                    </a:cubicBezTo>
                    <a:cubicBezTo>
                      <a:pt x="6251" y="5015"/>
                      <a:pt x="6585" y="4208"/>
                      <a:pt x="6585" y="3367"/>
                    </a:cubicBezTo>
                    <a:cubicBezTo>
                      <a:pt x="6585" y="2525"/>
                      <a:pt x="6251" y="1718"/>
                      <a:pt x="5656" y="1123"/>
                    </a:cubicBezTo>
                    <a:cubicBezTo>
                      <a:pt x="5061" y="528"/>
                      <a:pt x="4255" y="194"/>
                      <a:pt x="3413" y="194"/>
                    </a:cubicBezTo>
                    <a:cubicBezTo>
                      <a:pt x="2572" y="194"/>
                      <a:pt x="1766" y="528"/>
                      <a:pt x="1171" y="1123"/>
                    </a:cubicBezTo>
                    <a:cubicBezTo>
                      <a:pt x="576" y="1718"/>
                      <a:pt x="242" y="2525"/>
                      <a:pt x="242" y="3367"/>
                    </a:cubicBezTo>
                    <a:cubicBezTo>
                      <a:pt x="242" y="4208"/>
                      <a:pt x="576" y="5015"/>
                      <a:pt x="1171" y="5610"/>
                    </a:cubicBezTo>
                    <a:cubicBezTo>
                      <a:pt x="1766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55" name="Freeform: Shape 4854">
                <a:extLst>
                  <a:ext uri="{FF2B5EF4-FFF2-40B4-BE49-F238E27FC236}">
                    <a16:creationId xmlns:a16="http://schemas.microsoft.com/office/drawing/2014/main" id="{72F1A010-3FA4-D2DE-659A-6AD6E1F5785A}"/>
                  </a:ext>
                </a:extLst>
              </p:cNvPr>
              <p:cNvSpPr/>
              <p:nvPr/>
            </p:nvSpPr>
            <p:spPr>
              <a:xfrm>
                <a:off x="3967665" y="6182334"/>
                <a:ext cx="6343" cy="6345"/>
              </a:xfrm>
              <a:custGeom>
                <a:avLst/>
                <a:gdLst>
                  <a:gd name="connsiteX0" fmla="*/ 3417 w 6343"/>
                  <a:gd name="connsiteY0" fmla="*/ 6558 h 6345"/>
                  <a:gd name="connsiteX1" fmla="*/ 5660 w 6343"/>
                  <a:gd name="connsiteY1" fmla="*/ 5629 h 6345"/>
                  <a:gd name="connsiteX2" fmla="*/ 6589 w 6343"/>
                  <a:gd name="connsiteY2" fmla="*/ 3386 h 6345"/>
                  <a:gd name="connsiteX3" fmla="*/ 5660 w 6343"/>
                  <a:gd name="connsiteY3" fmla="*/ 1142 h 6345"/>
                  <a:gd name="connsiteX4" fmla="*/ 3417 w 6343"/>
                  <a:gd name="connsiteY4" fmla="*/ 213 h 6345"/>
                  <a:gd name="connsiteX5" fmla="*/ 1175 w 6343"/>
                  <a:gd name="connsiteY5" fmla="*/ 1142 h 6345"/>
                  <a:gd name="connsiteX6" fmla="*/ 246 w 6343"/>
                  <a:gd name="connsiteY6" fmla="*/ 3386 h 6345"/>
                  <a:gd name="connsiteX7" fmla="*/ 1175 w 6343"/>
                  <a:gd name="connsiteY7" fmla="*/ 5629 h 6345"/>
                  <a:gd name="connsiteX8" fmla="*/ 3417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58"/>
                    </a:moveTo>
                    <a:cubicBezTo>
                      <a:pt x="4258" y="6558"/>
                      <a:pt x="5065" y="6224"/>
                      <a:pt x="5660" y="5629"/>
                    </a:cubicBezTo>
                    <a:cubicBezTo>
                      <a:pt x="6255" y="5034"/>
                      <a:pt x="6589" y="4227"/>
                      <a:pt x="6589" y="3386"/>
                    </a:cubicBezTo>
                    <a:cubicBezTo>
                      <a:pt x="6589" y="2544"/>
                      <a:pt x="6255" y="1737"/>
                      <a:pt x="5660" y="1142"/>
                    </a:cubicBezTo>
                    <a:cubicBezTo>
                      <a:pt x="5065" y="547"/>
                      <a:pt x="4258" y="213"/>
                      <a:pt x="3417" y="213"/>
                    </a:cubicBezTo>
                    <a:cubicBezTo>
                      <a:pt x="2576" y="213"/>
                      <a:pt x="1769" y="547"/>
                      <a:pt x="1175" y="1142"/>
                    </a:cubicBezTo>
                    <a:cubicBezTo>
                      <a:pt x="580" y="1737"/>
                      <a:pt x="246" y="2544"/>
                      <a:pt x="246" y="3386"/>
                    </a:cubicBezTo>
                    <a:cubicBezTo>
                      <a:pt x="246" y="4227"/>
                      <a:pt x="580" y="5034"/>
                      <a:pt x="1175" y="5629"/>
                    </a:cubicBezTo>
                    <a:cubicBezTo>
                      <a:pt x="1769" y="6224"/>
                      <a:pt x="2576" y="6558"/>
                      <a:pt x="3417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56" name="Freeform: Shape 4855">
                <a:extLst>
                  <a:ext uri="{FF2B5EF4-FFF2-40B4-BE49-F238E27FC236}">
                    <a16:creationId xmlns:a16="http://schemas.microsoft.com/office/drawing/2014/main" id="{DFAD3731-02E4-6DB8-59A6-1D08988A29AD}"/>
                  </a:ext>
                </a:extLst>
              </p:cNvPr>
              <p:cNvSpPr/>
              <p:nvPr/>
            </p:nvSpPr>
            <p:spPr>
              <a:xfrm>
                <a:off x="3965595" y="6186181"/>
                <a:ext cx="6343" cy="6345"/>
              </a:xfrm>
              <a:custGeom>
                <a:avLst/>
                <a:gdLst>
                  <a:gd name="connsiteX0" fmla="*/ 3417 w 6343"/>
                  <a:gd name="connsiteY0" fmla="*/ 6559 h 6345"/>
                  <a:gd name="connsiteX1" fmla="*/ 5660 w 6343"/>
                  <a:gd name="connsiteY1" fmla="*/ 5629 h 6345"/>
                  <a:gd name="connsiteX2" fmla="*/ 6589 w 6343"/>
                  <a:gd name="connsiteY2" fmla="*/ 3386 h 6345"/>
                  <a:gd name="connsiteX3" fmla="*/ 5660 w 6343"/>
                  <a:gd name="connsiteY3" fmla="*/ 1143 h 6345"/>
                  <a:gd name="connsiteX4" fmla="*/ 3417 w 6343"/>
                  <a:gd name="connsiteY4" fmla="*/ 213 h 6345"/>
                  <a:gd name="connsiteX5" fmla="*/ 1174 w 6343"/>
                  <a:gd name="connsiteY5" fmla="*/ 1143 h 6345"/>
                  <a:gd name="connsiteX6" fmla="*/ 245 w 6343"/>
                  <a:gd name="connsiteY6" fmla="*/ 3386 h 6345"/>
                  <a:gd name="connsiteX7" fmla="*/ 1174 w 6343"/>
                  <a:gd name="connsiteY7" fmla="*/ 5629 h 6345"/>
                  <a:gd name="connsiteX8" fmla="*/ 341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59"/>
                    </a:moveTo>
                    <a:cubicBezTo>
                      <a:pt x="4258" y="6559"/>
                      <a:pt x="5065" y="6224"/>
                      <a:pt x="5660" y="5629"/>
                    </a:cubicBezTo>
                    <a:cubicBezTo>
                      <a:pt x="6254" y="5034"/>
                      <a:pt x="6589" y="4227"/>
                      <a:pt x="6589" y="3386"/>
                    </a:cubicBezTo>
                    <a:cubicBezTo>
                      <a:pt x="6589" y="2545"/>
                      <a:pt x="6254" y="1738"/>
                      <a:pt x="5660" y="1143"/>
                    </a:cubicBezTo>
                    <a:cubicBezTo>
                      <a:pt x="5065" y="548"/>
                      <a:pt x="4258" y="213"/>
                      <a:pt x="3417" y="213"/>
                    </a:cubicBezTo>
                    <a:cubicBezTo>
                      <a:pt x="2576" y="213"/>
                      <a:pt x="1769" y="548"/>
                      <a:pt x="1174" y="1143"/>
                    </a:cubicBezTo>
                    <a:cubicBezTo>
                      <a:pt x="580" y="1738"/>
                      <a:pt x="245" y="2545"/>
                      <a:pt x="245" y="3386"/>
                    </a:cubicBezTo>
                    <a:cubicBezTo>
                      <a:pt x="245" y="4227"/>
                      <a:pt x="580" y="5034"/>
                      <a:pt x="1174" y="5629"/>
                    </a:cubicBezTo>
                    <a:cubicBezTo>
                      <a:pt x="1769" y="6224"/>
                      <a:pt x="2576" y="6559"/>
                      <a:pt x="341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57" name="Freeform: Shape 4856">
                <a:extLst>
                  <a:ext uri="{FF2B5EF4-FFF2-40B4-BE49-F238E27FC236}">
                    <a16:creationId xmlns:a16="http://schemas.microsoft.com/office/drawing/2014/main" id="{F9363208-2C33-855E-B455-977B78E9EFC5}"/>
                  </a:ext>
                </a:extLst>
              </p:cNvPr>
              <p:cNvSpPr/>
              <p:nvPr/>
            </p:nvSpPr>
            <p:spPr>
              <a:xfrm>
                <a:off x="3962783" y="6186509"/>
                <a:ext cx="6343" cy="6345"/>
              </a:xfrm>
              <a:custGeom>
                <a:avLst/>
                <a:gdLst>
                  <a:gd name="connsiteX0" fmla="*/ 3417 w 6343"/>
                  <a:gd name="connsiteY0" fmla="*/ 6559 h 6345"/>
                  <a:gd name="connsiteX1" fmla="*/ 5659 w 6343"/>
                  <a:gd name="connsiteY1" fmla="*/ 5629 h 6345"/>
                  <a:gd name="connsiteX2" fmla="*/ 6588 w 6343"/>
                  <a:gd name="connsiteY2" fmla="*/ 3386 h 6345"/>
                  <a:gd name="connsiteX3" fmla="*/ 5659 w 6343"/>
                  <a:gd name="connsiteY3" fmla="*/ 1143 h 6345"/>
                  <a:gd name="connsiteX4" fmla="*/ 3417 w 6343"/>
                  <a:gd name="connsiteY4" fmla="*/ 213 h 6345"/>
                  <a:gd name="connsiteX5" fmla="*/ 1174 w 6343"/>
                  <a:gd name="connsiteY5" fmla="*/ 1143 h 6345"/>
                  <a:gd name="connsiteX6" fmla="*/ 245 w 6343"/>
                  <a:gd name="connsiteY6" fmla="*/ 3386 h 6345"/>
                  <a:gd name="connsiteX7" fmla="*/ 1174 w 6343"/>
                  <a:gd name="connsiteY7" fmla="*/ 5629 h 6345"/>
                  <a:gd name="connsiteX8" fmla="*/ 341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59"/>
                    </a:moveTo>
                    <a:cubicBezTo>
                      <a:pt x="4258" y="6559"/>
                      <a:pt x="5065" y="6224"/>
                      <a:pt x="5659" y="5629"/>
                    </a:cubicBezTo>
                    <a:cubicBezTo>
                      <a:pt x="6254" y="5034"/>
                      <a:pt x="6588" y="4227"/>
                      <a:pt x="6588" y="3386"/>
                    </a:cubicBezTo>
                    <a:cubicBezTo>
                      <a:pt x="6588" y="2545"/>
                      <a:pt x="6254" y="1738"/>
                      <a:pt x="5659" y="1143"/>
                    </a:cubicBezTo>
                    <a:cubicBezTo>
                      <a:pt x="5065" y="548"/>
                      <a:pt x="4258" y="213"/>
                      <a:pt x="3417" y="213"/>
                    </a:cubicBezTo>
                    <a:cubicBezTo>
                      <a:pt x="2576" y="213"/>
                      <a:pt x="1769" y="548"/>
                      <a:pt x="1174" y="1143"/>
                    </a:cubicBezTo>
                    <a:cubicBezTo>
                      <a:pt x="579" y="1738"/>
                      <a:pt x="245" y="2545"/>
                      <a:pt x="245" y="3386"/>
                    </a:cubicBezTo>
                    <a:cubicBezTo>
                      <a:pt x="245" y="4227"/>
                      <a:pt x="579" y="5034"/>
                      <a:pt x="1174" y="5629"/>
                    </a:cubicBezTo>
                    <a:cubicBezTo>
                      <a:pt x="1769" y="6224"/>
                      <a:pt x="2576" y="6559"/>
                      <a:pt x="341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58" name="Freeform: Shape 4857">
                <a:extLst>
                  <a:ext uri="{FF2B5EF4-FFF2-40B4-BE49-F238E27FC236}">
                    <a16:creationId xmlns:a16="http://schemas.microsoft.com/office/drawing/2014/main" id="{F6BBAE0A-9327-7E5D-370B-2D532E26520C}"/>
                  </a:ext>
                </a:extLst>
              </p:cNvPr>
              <p:cNvSpPr/>
              <p:nvPr/>
            </p:nvSpPr>
            <p:spPr>
              <a:xfrm>
                <a:off x="3960123" y="6187606"/>
                <a:ext cx="6343" cy="6345"/>
              </a:xfrm>
              <a:custGeom>
                <a:avLst/>
                <a:gdLst>
                  <a:gd name="connsiteX0" fmla="*/ 3417 w 6343"/>
                  <a:gd name="connsiteY0" fmla="*/ 6559 h 6345"/>
                  <a:gd name="connsiteX1" fmla="*/ 5659 w 6343"/>
                  <a:gd name="connsiteY1" fmla="*/ 5630 h 6345"/>
                  <a:gd name="connsiteX2" fmla="*/ 6588 w 6343"/>
                  <a:gd name="connsiteY2" fmla="*/ 3386 h 6345"/>
                  <a:gd name="connsiteX3" fmla="*/ 5659 w 6343"/>
                  <a:gd name="connsiteY3" fmla="*/ 1143 h 6345"/>
                  <a:gd name="connsiteX4" fmla="*/ 3417 w 6343"/>
                  <a:gd name="connsiteY4" fmla="*/ 213 h 6345"/>
                  <a:gd name="connsiteX5" fmla="*/ 1174 w 6343"/>
                  <a:gd name="connsiteY5" fmla="*/ 1143 h 6345"/>
                  <a:gd name="connsiteX6" fmla="*/ 245 w 6343"/>
                  <a:gd name="connsiteY6" fmla="*/ 3386 h 6345"/>
                  <a:gd name="connsiteX7" fmla="*/ 1174 w 6343"/>
                  <a:gd name="connsiteY7" fmla="*/ 5630 h 6345"/>
                  <a:gd name="connsiteX8" fmla="*/ 341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59"/>
                    </a:moveTo>
                    <a:cubicBezTo>
                      <a:pt x="4258" y="6559"/>
                      <a:pt x="5064" y="6225"/>
                      <a:pt x="5659" y="5630"/>
                    </a:cubicBezTo>
                    <a:cubicBezTo>
                      <a:pt x="6254" y="5035"/>
                      <a:pt x="6588" y="4228"/>
                      <a:pt x="6588" y="3386"/>
                    </a:cubicBezTo>
                    <a:cubicBezTo>
                      <a:pt x="6588" y="2545"/>
                      <a:pt x="6254" y="1738"/>
                      <a:pt x="5659" y="1143"/>
                    </a:cubicBezTo>
                    <a:cubicBezTo>
                      <a:pt x="5064" y="548"/>
                      <a:pt x="4258" y="213"/>
                      <a:pt x="3417" y="213"/>
                    </a:cubicBezTo>
                    <a:cubicBezTo>
                      <a:pt x="2575" y="213"/>
                      <a:pt x="1769" y="548"/>
                      <a:pt x="1174" y="1143"/>
                    </a:cubicBezTo>
                    <a:cubicBezTo>
                      <a:pt x="579" y="1738"/>
                      <a:pt x="245" y="2545"/>
                      <a:pt x="245" y="3386"/>
                    </a:cubicBezTo>
                    <a:cubicBezTo>
                      <a:pt x="245" y="4228"/>
                      <a:pt x="579" y="5035"/>
                      <a:pt x="1174" y="5630"/>
                    </a:cubicBezTo>
                    <a:cubicBezTo>
                      <a:pt x="1769" y="6225"/>
                      <a:pt x="2575" y="6559"/>
                      <a:pt x="341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59" name="Freeform: Shape 4858">
                <a:extLst>
                  <a:ext uri="{FF2B5EF4-FFF2-40B4-BE49-F238E27FC236}">
                    <a16:creationId xmlns:a16="http://schemas.microsoft.com/office/drawing/2014/main" id="{33792413-12A3-3659-6574-A39B7BC384A0}"/>
                  </a:ext>
                </a:extLst>
              </p:cNvPr>
              <p:cNvSpPr/>
              <p:nvPr/>
            </p:nvSpPr>
            <p:spPr>
              <a:xfrm>
                <a:off x="3957521" y="6189058"/>
                <a:ext cx="6343" cy="6345"/>
              </a:xfrm>
              <a:custGeom>
                <a:avLst/>
                <a:gdLst>
                  <a:gd name="connsiteX0" fmla="*/ 3416 w 6343"/>
                  <a:gd name="connsiteY0" fmla="*/ 6559 h 6345"/>
                  <a:gd name="connsiteX1" fmla="*/ 5659 w 6343"/>
                  <a:gd name="connsiteY1" fmla="*/ 5630 h 6345"/>
                  <a:gd name="connsiteX2" fmla="*/ 6588 w 6343"/>
                  <a:gd name="connsiteY2" fmla="*/ 3386 h 6345"/>
                  <a:gd name="connsiteX3" fmla="*/ 5659 w 6343"/>
                  <a:gd name="connsiteY3" fmla="*/ 1143 h 6345"/>
                  <a:gd name="connsiteX4" fmla="*/ 3416 w 6343"/>
                  <a:gd name="connsiteY4" fmla="*/ 214 h 6345"/>
                  <a:gd name="connsiteX5" fmla="*/ 1174 w 6343"/>
                  <a:gd name="connsiteY5" fmla="*/ 1143 h 6345"/>
                  <a:gd name="connsiteX6" fmla="*/ 245 w 6343"/>
                  <a:gd name="connsiteY6" fmla="*/ 3386 h 6345"/>
                  <a:gd name="connsiteX7" fmla="*/ 1174 w 6343"/>
                  <a:gd name="connsiteY7" fmla="*/ 5630 h 6345"/>
                  <a:gd name="connsiteX8" fmla="*/ 341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59"/>
                    </a:moveTo>
                    <a:cubicBezTo>
                      <a:pt x="4257" y="6559"/>
                      <a:pt x="5064" y="6225"/>
                      <a:pt x="5659" y="5630"/>
                    </a:cubicBezTo>
                    <a:cubicBezTo>
                      <a:pt x="6254" y="5035"/>
                      <a:pt x="6588" y="4228"/>
                      <a:pt x="6588" y="3386"/>
                    </a:cubicBezTo>
                    <a:cubicBezTo>
                      <a:pt x="6588" y="2545"/>
                      <a:pt x="6254" y="1738"/>
                      <a:pt x="5659" y="1143"/>
                    </a:cubicBezTo>
                    <a:cubicBezTo>
                      <a:pt x="5064" y="548"/>
                      <a:pt x="4257" y="214"/>
                      <a:pt x="3416" y="214"/>
                    </a:cubicBezTo>
                    <a:cubicBezTo>
                      <a:pt x="2575" y="214"/>
                      <a:pt x="1768" y="548"/>
                      <a:pt x="1174" y="1143"/>
                    </a:cubicBezTo>
                    <a:cubicBezTo>
                      <a:pt x="579" y="1738"/>
                      <a:pt x="245" y="2545"/>
                      <a:pt x="245" y="3386"/>
                    </a:cubicBezTo>
                    <a:cubicBezTo>
                      <a:pt x="245" y="4228"/>
                      <a:pt x="579" y="5035"/>
                      <a:pt x="1174" y="5630"/>
                    </a:cubicBezTo>
                    <a:cubicBezTo>
                      <a:pt x="1768" y="6225"/>
                      <a:pt x="2575" y="6559"/>
                      <a:pt x="341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60" name="Freeform: Shape 4859">
                <a:extLst>
                  <a:ext uri="{FF2B5EF4-FFF2-40B4-BE49-F238E27FC236}">
                    <a16:creationId xmlns:a16="http://schemas.microsoft.com/office/drawing/2014/main" id="{60DCD626-679F-618C-4E0C-3F78C7E3D0A7}"/>
                  </a:ext>
                </a:extLst>
              </p:cNvPr>
              <p:cNvSpPr/>
              <p:nvPr/>
            </p:nvSpPr>
            <p:spPr>
              <a:xfrm>
                <a:off x="3954971" y="6190865"/>
                <a:ext cx="6343" cy="6345"/>
              </a:xfrm>
              <a:custGeom>
                <a:avLst/>
                <a:gdLst>
                  <a:gd name="connsiteX0" fmla="*/ 3416 w 6343"/>
                  <a:gd name="connsiteY0" fmla="*/ 6559 h 6345"/>
                  <a:gd name="connsiteX1" fmla="*/ 5659 w 6343"/>
                  <a:gd name="connsiteY1" fmla="*/ 5630 h 6345"/>
                  <a:gd name="connsiteX2" fmla="*/ 6588 w 6343"/>
                  <a:gd name="connsiteY2" fmla="*/ 3386 h 6345"/>
                  <a:gd name="connsiteX3" fmla="*/ 5659 w 6343"/>
                  <a:gd name="connsiteY3" fmla="*/ 1143 h 6345"/>
                  <a:gd name="connsiteX4" fmla="*/ 3416 w 6343"/>
                  <a:gd name="connsiteY4" fmla="*/ 214 h 6345"/>
                  <a:gd name="connsiteX5" fmla="*/ 1174 w 6343"/>
                  <a:gd name="connsiteY5" fmla="*/ 1143 h 6345"/>
                  <a:gd name="connsiteX6" fmla="*/ 245 w 6343"/>
                  <a:gd name="connsiteY6" fmla="*/ 3386 h 6345"/>
                  <a:gd name="connsiteX7" fmla="*/ 1174 w 6343"/>
                  <a:gd name="connsiteY7" fmla="*/ 5630 h 6345"/>
                  <a:gd name="connsiteX8" fmla="*/ 341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59"/>
                    </a:moveTo>
                    <a:cubicBezTo>
                      <a:pt x="4257" y="6559"/>
                      <a:pt x="5064" y="6225"/>
                      <a:pt x="5659" y="5630"/>
                    </a:cubicBezTo>
                    <a:cubicBezTo>
                      <a:pt x="6254" y="5035"/>
                      <a:pt x="6588" y="4228"/>
                      <a:pt x="6588" y="3386"/>
                    </a:cubicBezTo>
                    <a:cubicBezTo>
                      <a:pt x="6588" y="2545"/>
                      <a:pt x="6254" y="1738"/>
                      <a:pt x="5659" y="1143"/>
                    </a:cubicBezTo>
                    <a:cubicBezTo>
                      <a:pt x="5064" y="548"/>
                      <a:pt x="4257" y="214"/>
                      <a:pt x="3416" y="214"/>
                    </a:cubicBezTo>
                    <a:cubicBezTo>
                      <a:pt x="2575" y="214"/>
                      <a:pt x="1768" y="548"/>
                      <a:pt x="1174" y="1143"/>
                    </a:cubicBezTo>
                    <a:cubicBezTo>
                      <a:pt x="579" y="1738"/>
                      <a:pt x="245" y="2545"/>
                      <a:pt x="245" y="3386"/>
                    </a:cubicBezTo>
                    <a:cubicBezTo>
                      <a:pt x="245" y="4228"/>
                      <a:pt x="579" y="5035"/>
                      <a:pt x="1174" y="5630"/>
                    </a:cubicBezTo>
                    <a:cubicBezTo>
                      <a:pt x="1768" y="6225"/>
                      <a:pt x="2575" y="6559"/>
                      <a:pt x="341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61" name="Freeform: Shape 4860">
                <a:extLst>
                  <a:ext uri="{FF2B5EF4-FFF2-40B4-BE49-F238E27FC236}">
                    <a16:creationId xmlns:a16="http://schemas.microsoft.com/office/drawing/2014/main" id="{4E1DA671-316E-1B8F-E605-4A9469809807}"/>
                  </a:ext>
                </a:extLst>
              </p:cNvPr>
              <p:cNvSpPr/>
              <p:nvPr/>
            </p:nvSpPr>
            <p:spPr>
              <a:xfrm>
                <a:off x="3952193" y="6191452"/>
                <a:ext cx="6343" cy="6345"/>
              </a:xfrm>
              <a:custGeom>
                <a:avLst/>
                <a:gdLst>
                  <a:gd name="connsiteX0" fmla="*/ 3416 w 6343"/>
                  <a:gd name="connsiteY0" fmla="*/ 6559 h 6345"/>
                  <a:gd name="connsiteX1" fmla="*/ 5659 w 6343"/>
                  <a:gd name="connsiteY1" fmla="*/ 5630 h 6345"/>
                  <a:gd name="connsiteX2" fmla="*/ 6587 w 6343"/>
                  <a:gd name="connsiteY2" fmla="*/ 3386 h 6345"/>
                  <a:gd name="connsiteX3" fmla="*/ 5659 w 6343"/>
                  <a:gd name="connsiteY3" fmla="*/ 1143 h 6345"/>
                  <a:gd name="connsiteX4" fmla="*/ 3416 w 6343"/>
                  <a:gd name="connsiteY4" fmla="*/ 214 h 6345"/>
                  <a:gd name="connsiteX5" fmla="*/ 1173 w 6343"/>
                  <a:gd name="connsiteY5" fmla="*/ 1143 h 6345"/>
                  <a:gd name="connsiteX6" fmla="*/ 244 w 6343"/>
                  <a:gd name="connsiteY6" fmla="*/ 3386 h 6345"/>
                  <a:gd name="connsiteX7" fmla="*/ 1173 w 6343"/>
                  <a:gd name="connsiteY7" fmla="*/ 5630 h 6345"/>
                  <a:gd name="connsiteX8" fmla="*/ 341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59"/>
                    </a:moveTo>
                    <a:cubicBezTo>
                      <a:pt x="4257" y="6559"/>
                      <a:pt x="5064" y="6225"/>
                      <a:pt x="5659" y="5630"/>
                    </a:cubicBezTo>
                    <a:cubicBezTo>
                      <a:pt x="6253" y="5035"/>
                      <a:pt x="6587" y="4228"/>
                      <a:pt x="6587" y="3386"/>
                    </a:cubicBezTo>
                    <a:cubicBezTo>
                      <a:pt x="6587" y="2545"/>
                      <a:pt x="6253" y="1738"/>
                      <a:pt x="5659" y="1143"/>
                    </a:cubicBezTo>
                    <a:cubicBezTo>
                      <a:pt x="5064" y="548"/>
                      <a:pt x="4257" y="214"/>
                      <a:pt x="3416" y="214"/>
                    </a:cubicBezTo>
                    <a:cubicBezTo>
                      <a:pt x="2575" y="214"/>
                      <a:pt x="1768" y="548"/>
                      <a:pt x="1173" y="1143"/>
                    </a:cubicBezTo>
                    <a:cubicBezTo>
                      <a:pt x="579" y="1738"/>
                      <a:pt x="244" y="2545"/>
                      <a:pt x="244" y="3386"/>
                    </a:cubicBezTo>
                    <a:cubicBezTo>
                      <a:pt x="244" y="4228"/>
                      <a:pt x="579" y="5035"/>
                      <a:pt x="1173" y="5630"/>
                    </a:cubicBezTo>
                    <a:cubicBezTo>
                      <a:pt x="1768" y="6225"/>
                      <a:pt x="2575" y="6559"/>
                      <a:pt x="341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62" name="Freeform: Shape 4861">
                <a:extLst>
                  <a:ext uri="{FF2B5EF4-FFF2-40B4-BE49-F238E27FC236}">
                    <a16:creationId xmlns:a16="http://schemas.microsoft.com/office/drawing/2014/main" id="{669BD48F-E3A3-6851-902C-AEB9A1DF6D97}"/>
                  </a:ext>
                </a:extLst>
              </p:cNvPr>
              <p:cNvSpPr/>
              <p:nvPr/>
            </p:nvSpPr>
            <p:spPr>
              <a:xfrm>
                <a:off x="3949271" y="6191186"/>
                <a:ext cx="6343" cy="6345"/>
              </a:xfrm>
              <a:custGeom>
                <a:avLst/>
                <a:gdLst>
                  <a:gd name="connsiteX0" fmla="*/ 3416 w 6343"/>
                  <a:gd name="connsiteY0" fmla="*/ 6559 h 6345"/>
                  <a:gd name="connsiteX1" fmla="*/ 5658 w 6343"/>
                  <a:gd name="connsiteY1" fmla="*/ 5630 h 6345"/>
                  <a:gd name="connsiteX2" fmla="*/ 6587 w 6343"/>
                  <a:gd name="connsiteY2" fmla="*/ 3386 h 6345"/>
                  <a:gd name="connsiteX3" fmla="*/ 5658 w 6343"/>
                  <a:gd name="connsiteY3" fmla="*/ 1143 h 6345"/>
                  <a:gd name="connsiteX4" fmla="*/ 3416 w 6343"/>
                  <a:gd name="connsiteY4" fmla="*/ 214 h 6345"/>
                  <a:gd name="connsiteX5" fmla="*/ 1173 w 6343"/>
                  <a:gd name="connsiteY5" fmla="*/ 1143 h 6345"/>
                  <a:gd name="connsiteX6" fmla="*/ 244 w 6343"/>
                  <a:gd name="connsiteY6" fmla="*/ 3386 h 6345"/>
                  <a:gd name="connsiteX7" fmla="*/ 1173 w 6343"/>
                  <a:gd name="connsiteY7" fmla="*/ 5630 h 6345"/>
                  <a:gd name="connsiteX8" fmla="*/ 341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59"/>
                    </a:moveTo>
                    <a:cubicBezTo>
                      <a:pt x="4257" y="6559"/>
                      <a:pt x="5064" y="6225"/>
                      <a:pt x="5658" y="5630"/>
                    </a:cubicBezTo>
                    <a:cubicBezTo>
                      <a:pt x="6253" y="5035"/>
                      <a:pt x="6587" y="4228"/>
                      <a:pt x="6587" y="3386"/>
                    </a:cubicBezTo>
                    <a:cubicBezTo>
                      <a:pt x="6587" y="2545"/>
                      <a:pt x="6253" y="1738"/>
                      <a:pt x="5658" y="1143"/>
                    </a:cubicBezTo>
                    <a:cubicBezTo>
                      <a:pt x="5064" y="548"/>
                      <a:pt x="4257" y="214"/>
                      <a:pt x="3416" y="214"/>
                    </a:cubicBezTo>
                    <a:cubicBezTo>
                      <a:pt x="2575" y="214"/>
                      <a:pt x="1768" y="548"/>
                      <a:pt x="1173" y="1143"/>
                    </a:cubicBezTo>
                    <a:cubicBezTo>
                      <a:pt x="578" y="1738"/>
                      <a:pt x="244" y="2545"/>
                      <a:pt x="244" y="3386"/>
                    </a:cubicBezTo>
                    <a:cubicBezTo>
                      <a:pt x="244" y="4228"/>
                      <a:pt x="578" y="5035"/>
                      <a:pt x="1173" y="5630"/>
                    </a:cubicBezTo>
                    <a:cubicBezTo>
                      <a:pt x="1768" y="6225"/>
                      <a:pt x="2575" y="6559"/>
                      <a:pt x="341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63" name="Freeform: Shape 4862">
                <a:extLst>
                  <a:ext uri="{FF2B5EF4-FFF2-40B4-BE49-F238E27FC236}">
                    <a16:creationId xmlns:a16="http://schemas.microsoft.com/office/drawing/2014/main" id="{B861BD43-0A10-7A40-7E81-DEBAD1CDFF84}"/>
                  </a:ext>
                </a:extLst>
              </p:cNvPr>
              <p:cNvSpPr/>
              <p:nvPr/>
            </p:nvSpPr>
            <p:spPr>
              <a:xfrm>
                <a:off x="3946812" y="6193737"/>
                <a:ext cx="6343" cy="6345"/>
              </a:xfrm>
              <a:custGeom>
                <a:avLst/>
                <a:gdLst>
                  <a:gd name="connsiteX0" fmla="*/ 3415 w 6343"/>
                  <a:gd name="connsiteY0" fmla="*/ 6559 h 6345"/>
                  <a:gd name="connsiteX1" fmla="*/ 5658 w 6343"/>
                  <a:gd name="connsiteY1" fmla="*/ 5630 h 6345"/>
                  <a:gd name="connsiteX2" fmla="*/ 6587 w 6343"/>
                  <a:gd name="connsiteY2" fmla="*/ 3387 h 6345"/>
                  <a:gd name="connsiteX3" fmla="*/ 5658 w 6343"/>
                  <a:gd name="connsiteY3" fmla="*/ 1143 h 6345"/>
                  <a:gd name="connsiteX4" fmla="*/ 3415 w 6343"/>
                  <a:gd name="connsiteY4" fmla="*/ 214 h 6345"/>
                  <a:gd name="connsiteX5" fmla="*/ 1173 w 6343"/>
                  <a:gd name="connsiteY5" fmla="*/ 1143 h 6345"/>
                  <a:gd name="connsiteX6" fmla="*/ 244 w 6343"/>
                  <a:gd name="connsiteY6" fmla="*/ 3387 h 6345"/>
                  <a:gd name="connsiteX7" fmla="*/ 1173 w 6343"/>
                  <a:gd name="connsiteY7" fmla="*/ 5630 h 6345"/>
                  <a:gd name="connsiteX8" fmla="*/ 341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59"/>
                    </a:moveTo>
                    <a:cubicBezTo>
                      <a:pt x="4257" y="6559"/>
                      <a:pt x="5063" y="6225"/>
                      <a:pt x="5658" y="5630"/>
                    </a:cubicBezTo>
                    <a:cubicBezTo>
                      <a:pt x="6253" y="5035"/>
                      <a:pt x="6587" y="4228"/>
                      <a:pt x="6587" y="3387"/>
                    </a:cubicBezTo>
                    <a:cubicBezTo>
                      <a:pt x="6587" y="2545"/>
                      <a:pt x="6253" y="1738"/>
                      <a:pt x="5658" y="1143"/>
                    </a:cubicBezTo>
                    <a:cubicBezTo>
                      <a:pt x="5063" y="548"/>
                      <a:pt x="4257" y="214"/>
                      <a:pt x="3415" y="214"/>
                    </a:cubicBezTo>
                    <a:cubicBezTo>
                      <a:pt x="2574" y="214"/>
                      <a:pt x="1768" y="548"/>
                      <a:pt x="1173" y="1143"/>
                    </a:cubicBezTo>
                    <a:cubicBezTo>
                      <a:pt x="578" y="1738"/>
                      <a:pt x="244" y="2545"/>
                      <a:pt x="244" y="3387"/>
                    </a:cubicBezTo>
                    <a:cubicBezTo>
                      <a:pt x="244" y="4228"/>
                      <a:pt x="578" y="5035"/>
                      <a:pt x="1173" y="5630"/>
                    </a:cubicBezTo>
                    <a:cubicBezTo>
                      <a:pt x="1768" y="6225"/>
                      <a:pt x="2574" y="6559"/>
                      <a:pt x="341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64" name="Freeform: Shape 4863">
                <a:extLst>
                  <a:ext uri="{FF2B5EF4-FFF2-40B4-BE49-F238E27FC236}">
                    <a16:creationId xmlns:a16="http://schemas.microsoft.com/office/drawing/2014/main" id="{64174A76-F8AD-C466-27AB-3210DC453498}"/>
                  </a:ext>
                </a:extLst>
              </p:cNvPr>
              <p:cNvSpPr/>
              <p:nvPr/>
            </p:nvSpPr>
            <p:spPr>
              <a:xfrm>
                <a:off x="3944044" y="6194460"/>
                <a:ext cx="6343" cy="6345"/>
              </a:xfrm>
              <a:custGeom>
                <a:avLst/>
                <a:gdLst>
                  <a:gd name="connsiteX0" fmla="*/ 3415 w 6343"/>
                  <a:gd name="connsiteY0" fmla="*/ 6559 h 6345"/>
                  <a:gd name="connsiteX1" fmla="*/ 5658 w 6343"/>
                  <a:gd name="connsiteY1" fmla="*/ 5630 h 6345"/>
                  <a:gd name="connsiteX2" fmla="*/ 6587 w 6343"/>
                  <a:gd name="connsiteY2" fmla="*/ 3387 h 6345"/>
                  <a:gd name="connsiteX3" fmla="*/ 5658 w 6343"/>
                  <a:gd name="connsiteY3" fmla="*/ 1143 h 6345"/>
                  <a:gd name="connsiteX4" fmla="*/ 3415 w 6343"/>
                  <a:gd name="connsiteY4" fmla="*/ 214 h 6345"/>
                  <a:gd name="connsiteX5" fmla="*/ 1173 w 6343"/>
                  <a:gd name="connsiteY5" fmla="*/ 1143 h 6345"/>
                  <a:gd name="connsiteX6" fmla="*/ 244 w 6343"/>
                  <a:gd name="connsiteY6" fmla="*/ 3387 h 6345"/>
                  <a:gd name="connsiteX7" fmla="*/ 1173 w 6343"/>
                  <a:gd name="connsiteY7" fmla="*/ 5630 h 6345"/>
                  <a:gd name="connsiteX8" fmla="*/ 341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59"/>
                    </a:moveTo>
                    <a:cubicBezTo>
                      <a:pt x="4256" y="6559"/>
                      <a:pt x="5063" y="6225"/>
                      <a:pt x="5658" y="5630"/>
                    </a:cubicBezTo>
                    <a:cubicBezTo>
                      <a:pt x="6253" y="5035"/>
                      <a:pt x="6587" y="4228"/>
                      <a:pt x="6587" y="3387"/>
                    </a:cubicBezTo>
                    <a:cubicBezTo>
                      <a:pt x="6587" y="2545"/>
                      <a:pt x="6253" y="1738"/>
                      <a:pt x="5658" y="1143"/>
                    </a:cubicBezTo>
                    <a:cubicBezTo>
                      <a:pt x="5063" y="548"/>
                      <a:pt x="4256" y="214"/>
                      <a:pt x="3415" y="214"/>
                    </a:cubicBezTo>
                    <a:cubicBezTo>
                      <a:pt x="2574" y="214"/>
                      <a:pt x="1767" y="548"/>
                      <a:pt x="1173" y="1143"/>
                    </a:cubicBezTo>
                    <a:cubicBezTo>
                      <a:pt x="578" y="1738"/>
                      <a:pt x="244" y="2545"/>
                      <a:pt x="244" y="3387"/>
                    </a:cubicBezTo>
                    <a:cubicBezTo>
                      <a:pt x="244" y="4228"/>
                      <a:pt x="578" y="5035"/>
                      <a:pt x="1173" y="5630"/>
                    </a:cubicBezTo>
                    <a:cubicBezTo>
                      <a:pt x="1767" y="6225"/>
                      <a:pt x="2574" y="6559"/>
                      <a:pt x="341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65" name="Freeform: Shape 4864">
                <a:extLst>
                  <a:ext uri="{FF2B5EF4-FFF2-40B4-BE49-F238E27FC236}">
                    <a16:creationId xmlns:a16="http://schemas.microsoft.com/office/drawing/2014/main" id="{FBDE0511-BD48-ADCE-9399-FC83CC170DDA}"/>
                  </a:ext>
                </a:extLst>
              </p:cNvPr>
              <p:cNvSpPr/>
              <p:nvPr/>
            </p:nvSpPr>
            <p:spPr>
              <a:xfrm>
                <a:off x="3941352" y="6195726"/>
                <a:ext cx="6343" cy="6345"/>
              </a:xfrm>
              <a:custGeom>
                <a:avLst/>
                <a:gdLst>
                  <a:gd name="connsiteX0" fmla="*/ 3415 w 6343"/>
                  <a:gd name="connsiteY0" fmla="*/ 6559 h 6345"/>
                  <a:gd name="connsiteX1" fmla="*/ 5658 w 6343"/>
                  <a:gd name="connsiteY1" fmla="*/ 5630 h 6345"/>
                  <a:gd name="connsiteX2" fmla="*/ 6587 w 6343"/>
                  <a:gd name="connsiteY2" fmla="*/ 3387 h 6345"/>
                  <a:gd name="connsiteX3" fmla="*/ 5658 w 6343"/>
                  <a:gd name="connsiteY3" fmla="*/ 1143 h 6345"/>
                  <a:gd name="connsiteX4" fmla="*/ 3415 w 6343"/>
                  <a:gd name="connsiteY4" fmla="*/ 214 h 6345"/>
                  <a:gd name="connsiteX5" fmla="*/ 1172 w 6343"/>
                  <a:gd name="connsiteY5" fmla="*/ 1143 h 6345"/>
                  <a:gd name="connsiteX6" fmla="*/ 244 w 6343"/>
                  <a:gd name="connsiteY6" fmla="*/ 3387 h 6345"/>
                  <a:gd name="connsiteX7" fmla="*/ 1172 w 6343"/>
                  <a:gd name="connsiteY7" fmla="*/ 5630 h 6345"/>
                  <a:gd name="connsiteX8" fmla="*/ 341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59"/>
                    </a:moveTo>
                    <a:cubicBezTo>
                      <a:pt x="4256" y="6559"/>
                      <a:pt x="5063" y="6225"/>
                      <a:pt x="5658" y="5630"/>
                    </a:cubicBezTo>
                    <a:cubicBezTo>
                      <a:pt x="6252" y="5035"/>
                      <a:pt x="6587" y="4228"/>
                      <a:pt x="6587" y="3387"/>
                    </a:cubicBezTo>
                    <a:cubicBezTo>
                      <a:pt x="6587" y="2545"/>
                      <a:pt x="6252" y="1738"/>
                      <a:pt x="5658" y="1143"/>
                    </a:cubicBezTo>
                    <a:cubicBezTo>
                      <a:pt x="5063" y="548"/>
                      <a:pt x="4256" y="214"/>
                      <a:pt x="3415" y="214"/>
                    </a:cubicBezTo>
                    <a:cubicBezTo>
                      <a:pt x="2574" y="214"/>
                      <a:pt x="1767" y="548"/>
                      <a:pt x="1172" y="1143"/>
                    </a:cubicBezTo>
                    <a:cubicBezTo>
                      <a:pt x="578" y="1738"/>
                      <a:pt x="244" y="2545"/>
                      <a:pt x="244" y="3387"/>
                    </a:cubicBezTo>
                    <a:cubicBezTo>
                      <a:pt x="244" y="4228"/>
                      <a:pt x="578" y="5035"/>
                      <a:pt x="1172" y="5630"/>
                    </a:cubicBezTo>
                    <a:cubicBezTo>
                      <a:pt x="1767" y="6225"/>
                      <a:pt x="2574" y="6559"/>
                      <a:pt x="341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66" name="Freeform: Shape 4865">
                <a:extLst>
                  <a:ext uri="{FF2B5EF4-FFF2-40B4-BE49-F238E27FC236}">
                    <a16:creationId xmlns:a16="http://schemas.microsoft.com/office/drawing/2014/main" id="{A6E29FDB-1AE8-111F-9AB6-4761752A7C86}"/>
                  </a:ext>
                </a:extLst>
              </p:cNvPr>
              <p:cNvSpPr/>
              <p:nvPr/>
            </p:nvSpPr>
            <p:spPr>
              <a:xfrm>
                <a:off x="3938668" y="6197115"/>
                <a:ext cx="6343" cy="6345"/>
              </a:xfrm>
              <a:custGeom>
                <a:avLst/>
                <a:gdLst>
                  <a:gd name="connsiteX0" fmla="*/ 3415 w 6343"/>
                  <a:gd name="connsiteY0" fmla="*/ 6560 h 6345"/>
                  <a:gd name="connsiteX1" fmla="*/ 5657 w 6343"/>
                  <a:gd name="connsiteY1" fmla="*/ 5630 h 6345"/>
                  <a:gd name="connsiteX2" fmla="*/ 6586 w 6343"/>
                  <a:gd name="connsiteY2" fmla="*/ 3387 h 6345"/>
                  <a:gd name="connsiteX3" fmla="*/ 5657 w 6343"/>
                  <a:gd name="connsiteY3" fmla="*/ 1143 h 6345"/>
                  <a:gd name="connsiteX4" fmla="*/ 3415 w 6343"/>
                  <a:gd name="connsiteY4" fmla="*/ 214 h 6345"/>
                  <a:gd name="connsiteX5" fmla="*/ 1172 w 6343"/>
                  <a:gd name="connsiteY5" fmla="*/ 1143 h 6345"/>
                  <a:gd name="connsiteX6" fmla="*/ 243 w 6343"/>
                  <a:gd name="connsiteY6" fmla="*/ 3387 h 6345"/>
                  <a:gd name="connsiteX7" fmla="*/ 1172 w 6343"/>
                  <a:gd name="connsiteY7" fmla="*/ 5630 h 6345"/>
                  <a:gd name="connsiteX8" fmla="*/ 3415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60"/>
                    </a:moveTo>
                    <a:cubicBezTo>
                      <a:pt x="4256" y="6560"/>
                      <a:pt x="5063" y="6225"/>
                      <a:pt x="5657" y="5630"/>
                    </a:cubicBezTo>
                    <a:cubicBezTo>
                      <a:pt x="6252" y="5035"/>
                      <a:pt x="6586" y="4228"/>
                      <a:pt x="6586" y="3387"/>
                    </a:cubicBezTo>
                    <a:cubicBezTo>
                      <a:pt x="6586" y="2545"/>
                      <a:pt x="6252" y="1738"/>
                      <a:pt x="5657" y="1143"/>
                    </a:cubicBezTo>
                    <a:cubicBezTo>
                      <a:pt x="5063" y="548"/>
                      <a:pt x="4256" y="214"/>
                      <a:pt x="3415" y="214"/>
                    </a:cubicBezTo>
                    <a:cubicBezTo>
                      <a:pt x="2574" y="214"/>
                      <a:pt x="1767" y="548"/>
                      <a:pt x="1172" y="1143"/>
                    </a:cubicBezTo>
                    <a:cubicBezTo>
                      <a:pt x="577" y="1738"/>
                      <a:pt x="243" y="2545"/>
                      <a:pt x="243" y="3387"/>
                    </a:cubicBezTo>
                    <a:cubicBezTo>
                      <a:pt x="243" y="4228"/>
                      <a:pt x="577" y="5035"/>
                      <a:pt x="1172" y="5630"/>
                    </a:cubicBezTo>
                    <a:cubicBezTo>
                      <a:pt x="1767" y="6225"/>
                      <a:pt x="2574" y="6560"/>
                      <a:pt x="3415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67" name="Freeform: Shape 4866">
                <a:extLst>
                  <a:ext uri="{FF2B5EF4-FFF2-40B4-BE49-F238E27FC236}">
                    <a16:creationId xmlns:a16="http://schemas.microsoft.com/office/drawing/2014/main" id="{208D9539-E93F-D604-4710-1A5B93925299}"/>
                  </a:ext>
                </a:extLst>
              </p:cNvPr>
              <p:cNvSpPr/>
              <p:nvPr/>
            </p:nvSpPr>
            <p:spPr>
              <a:xfrm>
                <a:off x="3904719" y="5968278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70 w 6343"/>
                  <a:gd name="connsiteY5" fmla="*/ 1125 h 6345"/>
                  <a:gd name="connsiteX6" fmla="*/ 241 w 6343"/>
                  <a:gd name="connsiteY6" fmla="*/ 3369 h 6345"/>
                  <a:gd name="connsiteX7" fmla="*/ 1170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50" y="5017"/>
                      <a:pt x="6584" y="4210"/>
                      <a:pt x="6584" y="3369"/>
                    </a:cubicBezTo>
                    <a:cubicBezTo>
                      <a:pt x="6584" y="2527"/>
                      <a:pt x="6250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70" y="1125"/>
                    </a:cubicBezTo>
                    <a:cubicBezTo>
                      <a:pt x="575" y="1720"/>
                      <a:pt x="241" y="2527"/>
                      <a:pt x="241" y="3369"/>
                    </a:cubicBezTo>
                    <a:cubicBezTo>
                      <a:pt x="241" y="4210"/>
                      <a:pt x="575" y="5017"/>
                      <a:pt x="1170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68" name="Freeform: Shape 4867">
                <a:extLst>
                  <a:ext uri="{FF2B5EF4-FFF2-40B4-BE49-F238E27FC236}">
                    <a16:creationId xmlns:a16="http://schemas.microsoft.com/office/drawing/2014/main" id="{2D24CE57-6174-627F-722C-E3FB360B5318}"/>
                  </a:ext>
                </a:extLst>
              </p:cNvPr>
              <p:cNvSpPr/>
              <p:nvPr/>
            </p:nvSpPr>
            <p:spPr>
              <a:xfrm>
                <a:off x="3903345" y="5968888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1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1" y="2527"/>
                      <a:pt x="241" y="3369"/>
                    </a:cubicBezTo>
                    <a:cubicBezTo>
                      <a:pt x="241" y="4210"/>
                      <a:pt x="575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69" name="Freeform: Shape 4868">
                <a:extLst>
                  <a:ext uri="{FF2B5EF4-FFF2-40B4-BE49-F238E27FC236}">
                    <a16:creationId xmlns:a16="http://schemas.microsoft.com/office/drawing/2014/main" id="{9C000455-A0B1-FDE7-1DC8-2E8782D3676D}"/>
                  </a:ext>
                </a:extLst>
              </p:cNvPr>
              <p:cNvSpPr/>
              <p:nvPr/>
            </p:nvSpPr>
            <p:spPr>
              <a:xfrm>
                <a:off x="3901868" y="5968696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70" name="Freeform: Shape 4869">
                <a:extLst>
                  <a:ext uri="{FF2B5EF4-FFF2-40B4-BE49-F238E27FC236}">
                    <a16:creationId xmlns:a16="http://schemas.microsoft.com/office/drawing/2014/main" id="{5E097E76-8376-25FE-148D-6AAB58D9159C}"/>
                  </a:ext>
                </a:extLst>
              </p:cNvPr>
              <p:cNvSpPr/>
              <p:nvPr/>
            </p:nvSpPr>
            <p:spPr>
              <a:xfrm>
                <a:off x="3900448" y="5968962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71" name="Freeform: Shape 4870">
                <a:extLst>
                  <a:ext uri="{FF2B5EF4-FFF2-40B4-BE49-F238E27FC236}">
                    <a16:creationId xmlns:a16="http://schemas.microsoft.com/office/drawing/2014/main" id="{11142FC0-72DE-33C1-7460-143606083649}"/>
                  </a:ext>
                </a:extLst>
              </p:cNvPr>
              <p:cNvSpPr/>
              <p:nvPr/>
            </p:nvSpPr>
            <p:spPr>
              <a:xfrm>
                <a:off x="3912409" y="6089961"/>
                <a:ext cx="6343" cy="6345"/>
              </a:xfrm>
              <a:custGeom>
                <a:avLst/>
                <a:gdLst>
                  <a:gd name="connsiteX0" fmla="*/ 3413 w 6343"/>
                  <a:gd name="connsiteY0" fmla="*/ 6551 h 6345"/>
                  <a:gd name="connsiteX1" fmla="*/ 5655 w 6343"/>
                  <a:gd name="connsiteY1" fmla="*/ 5622 h 6345"/>
                  <a:gd name="connsiteX2" fmla="*/ 6584 w 6343"/>
                  <a:gd name="connsiteY2" fmla="*/ 3378 h 6345"/>
                  <a:gd name="connsiteX3" fmla="*/ 5655 w 6343"/>
                  <a:gd name="connsiteY3" fmla="*/ 1135 h 6345"/>
                  <a:gd name="connsiteX4" fmla="*/ 3413 w 6343"/>
                  <a:gd name="connsiteY4" fmla="*/ 206 h 6345"/>
                  <a:gd name="connsiteX5" fmla="*/ 1170 w 6343"/>
                  <a:gd name="connsiteY5" fmla="*/ 1135 h 6345"/>
                  <a:gd name="connsiteX6" fmla="*/ 241 w 6343"/>
                  <a:gd name="connsiteY6" fmla="*/ 3378 h 6345"/>
                  <a:gd name="connsiteX7" fmla="*/ 1170 w 6343"/>
                  <a:gd name="connsiteY7" fmla="*/ 5622 h 6345"/>
                  <a:gd name="connsiteX8" fmla="*/ 341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51"/>
                    </a:moveTo>
                    <a:cubicBezTo>
                      <a:pt x="4254" y="6551"/>
                      <a:pt x="5061" y="6217"/>
                      <a:pt x="5655" y="5622"/>
                    </a:cubicBezTo>
                    <a:cubicBezTo>
                      <a:pt x="6250" y="5027"/>
                      <a:pt x="6584" y="4220"/>
                      <a:pt x="6584" y="3378"/>
                    </a:cubicBezTo>
                    <a:cubicBezTo>
                      <a:pt x="6584" y="2537"/>
                      <a:pt x="6250" y="1730"/>
                      <a:pt x="5655" y="1135"/>
                    </a:cubicBezTo>
                    <a:cubicBezTo>
                      <a:pt x="5061" y="540"/>
                      <a:pt x="4254" y="206"/>
                      <a:pt x="3413" y="206"/>
                    </a:cubicBezTo>
                    <a:cubicBezTo>
                      <a:pt x="2572" y="206"/>
                      <a:pt x="1765" y="540"/>
                      <a:pt x="1170" y="1135"/>
                    </a:cubicBezTo>
                    <a:cubicBezTo>
                      <a:pt x="575" y="1730"/>
                      <a:pt x="241" y="2537"/>
                      <a:pt x="241" y="3378"/>
                    </a:cubicBezTo>
                    <a:cubicBezTo>
                      <a:pt x="241" y="4220"/>
                      <a:pt x="575" y="5027"/>
                      <a:pt x="1170" y="5622"/>
                    </a:cubicBezTo>
                    <a:cubicBezTo>
                      <a:pt x="1765" y="6217"/>
                      <a:pt x="2572" y="6551"/>
                      <a:pt x="341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72" name="Freeform: Shape 4871">
                <a:extLst>
                  <a:ext uri="{FF2B5EF4-FFF2-40B4-BE49-F238E27FC236}">
                    <a16:creationId xmlns:a16="http://schemas.microsoft.com/office/drawing/2014/main" id="{560BD254-9DC4-2E50-7324-D2940C5725C0}"/>
                  </a:ext>
                </a:extLst>
              </p:cNvPr>
              <p:cNvSpPr/>
              <p:nvPr/>
            </p:nvSpPr>
            <p:spPr>
              <a:xfrm>
                <a:off x="3910245" y="6090290"/>
                <a:ext cx="6343" cy="6345"/>
              </a:xfrm>
              <a:custGeom>
                <a:avLst/>
                <a:gdLst>
                  <a:gd name="connsiteX0" fmla="*/ 3413 w 6343"/>
                  <a:gd name="connsiteY0" fmla="*/ 6551 h 6345"/>
                  <a:gd name="connsiteX1" fmla="*/ 5655 w 6343"/>
                  <a:gd name="connsiteY1" fmla="*/ 5622 h 6345"/>
                  <a:gd name="connsiteX2" fmla="*/ 6584 w 6343"/>
                  <a:gd name="connsiteY2" fmla="*/ 3378 h 6345"/>
                  <a:gd name="connsiteX3" fmla="*/ 5655 w 6343"/>
                  <a:gd name="connsiteY3" fmla="*/ 1135 h 6345"/>
                  <a:gd name="connsiteX4" fmla="*/ 3413 w 6343"/>
                  <a:gd name="connsiteY4" fmla="*/ 206 h 6345"/>
                  <a:gd name="connsiteX5" fmla="*/ 1170 w 6343"/>
                  <a:gd name="connsiteY5" fmla="*/ 1135 h 6345"/>
                  <a:gd name="connsiteX6" fmla="*/ 241 w 6343"/>
                  <a:gd name="connsiteY6" fmla="*/ 3378 h 6345"/>
                  <a:gd name="connsiteX7" fmla="*/ 1170 w 6343"/>
                  <a:gd name="connsiteY7" fmla="*/ 5622 h 6345"/>
                  <a:gd name="connsiteX8" fmla="*/ 341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51"/>
                    </a:moveTo>
                    <a:cubicBezTo>
                      <a:pt x="4254" y="6551"/>
                      <a:pt x="5060" y="6217"/>
                      <a:pt x="5655" y="5622"/>
                    </a:cubicBezTo>
                    <a:cubicBezTo>
                      <a:pt x="6250" y="5027"/>
                      <a:pt x="6584" y="4220"/>
                      <a:pt x="6584" y="3378"/>
                    </a:cubicBezTo>
                    <a:cubicBezTo>
                      <a:pt x="6584" y="2537"/>
                      <a:pt x="6250" y="1730"/>
                      <a:pt x="5655" y="1135"/>
                    </a:cubicBezTo>
                    <a:cubicBezTo>
                      <a:pt x="5060" y="540"/>
                      <a:pt x="4254" y="206"/>
                      <a:pt x="3413" y="206"/>
                    </a:cubicBezTo>
                    <a:cubicBezTo>
                      <a:pt x="2572" y="206"/>
                      <a:pt x="1765" y="540"/>
                      <a:pt x="1170" y="1135"/>
                    </a:cubicBezTo>
                    <a:cubicBezTo>
                      <a:pt x="575" y="1730"/>
                      <a:pt x="241" y="2537"/>
                      <a:pt x="241" y="3378"/>
                    </a:cubicBezTo>
                    <a:cubicBezTo>
                      <a:pt x="241" y="4220"/>
                      <a:pt x="575" y="5027"/>
                      <a:pt x="1170" y="5622"/>
                    </a:cubicBezTo>
                    <a:cubicBezTo>
                      <a:pt x="1765" y="6217"/>
                      <a:pt x="2572" y="6551"/>
                      <a:pt x="341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73" name="Freeform: Shape 4872">
                <a:extLst>
                  <a:ext uri="{FF2B5EF4-FFF2-40B4-BE49-F238E27FC236}">
                    <a16:creationId xmlns:a16="http://schemas.microsoft.com/office/drawing/2014/main" id="{1A2F96A2-E3BE-926E-472B-16DEBB86CD97}"/>
                  </a:ext>
                </a:extLst>
              </p:cNvPr>
              <p:cNvSpPr/>
              <p:nvPr/>
            </p:nvSpPr>
            <p:spPr>
              <a:xfrm>
                <a:off x="3908106" y="6090886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5 w 6343"/>
                  <a:gd name="connsiteY1" fmla="*/ 5622 h 6345"/>
                  <a:gd name="connsiteX2" fmla="*/ 6584 w 6343"/>
                  <a:gd name="connsiteY2" fmla="*/ 3378 h 6345"/>
                  <a:gd name="connsiteX3" fmla="*/ 5655 w 6343"/>
                  <a:gd name="connsiteY3" fmla="*/ 1135 h 6345"/>
                  <a:gd name="connsiteX4" fmla="*/ 3412 w 6343"/>
                  <a:gd name="connsiteY4" fmla="*/ 206 h 6345"/>
                  <a:gd name="connsiteX5" fmla="*/ 1170 w 6343"/>
                  <a:gd name="connsiteY5" fmla="*/ 1135 h 6345"/>
                  <a:gd name="connsiteX6" fmla="*/ 241 w 6343"/>
                  <a:gd name="connsiteY6" fmla="*/ 3378 h 6345"/>
                  <a:gd name="connsiteX7" fmla="*/ 1170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4" y="6551"/>
                      <a:pt x="5060" y="6217"/>
                      <a:pt x="5655" y="5622"/>
                    </a:cubicBezTo>
                    <a:cubicBezTo>
                      <a:pt x="6250" y="5027"/>
                      <a:pt x="6584" y="4220"/>
                      <a:pt x="6584" y="3378"/>
                    </a:cubicBezTo>
                    <a:cubicBezTo>
                      <a:pt x="6584" y="2537"/>
                      <a:pt x="6250" y="1730"/>
                      <a:pt x="5655" y="1135"/>
                    </a:cubicBezTo>
                    <a:cubicBezTo>
                      <a:pt x="5060" y="540"/>
                      <a:pt x="4254" y="206"/>
                      <a:pt x="3412" y="206"/>
                    </a:cubicBezTo>
                    <a:cubicBezTo>
                      <a:pt x="2571" y="206"/>
                      <a:pt x="1765" y="540"/>
                      <a:pt x="1170" y="1135"/>
                    </a:cubicBezTo>
                    <a:cubicBezTo>
                      <a:pt x="575" y="1730"/>
                      <a:pt x="241" y="2537"/>
                      <a:pt x="241" y="3378"/>
                    </a:cubicBezTo>
                    <a:cubicBezTo>
                      <a:pt x="241" y="4220"/>
                      <a:pt x="575" y="5027"/>
                      <a:pt x="1170" y="5622"/>
                    </a:cubicBezTo>
                    <a:cubicBezTo>
                      <a:pt x="1765" y="6217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74" name="Freeform: Shape 4873">
                <a:extLst>
                  <a:ext uri="{FF2B5EF4-FFF2-40B4-BE49-F238E27FC236}">
                    <a16:creationId xmlns:a16="http://schemas.microsoft.com/office/drawing/2014/main" id="{B0684BCA-C6CF-12D5-FD3E-E6BD36ED7E13}"/>
                  </a:ext>
                </a:extLst>
              </p:cNvPr>
              <p:cNvSpPr/>
              <p:nvPr/>
            </p:nvSpPr>
            <p:spPr>
              <a:xfrm>
                <a:off x="3806861" y="6202163"/>
                <a:ext cx="6343" cy="6345"/>
              </a:xfrm>
              <a:custGeom>
                <a:avLst/>
                <a:gdLst>
                  <a:gd name="connsiteX0" fmla="*/ 3404 w 6343"/>
                  <a:gd name="connsiteY0" fmla="*/ 6560 h 6345"/>
                  <a:gd name="connsiteX1" fmla="*/ 5647 w 6343"/>
                  <a:gd name="connsiteY1" fmla="*/ 5631 h 6345"/>
                  <a:gd name="connsiteX2" fmla="*/ 6576 w 6343"/>
                  <a:gd name="connsiteY2" fmla="*/ 3387 h 6345"/>
                  <a:gd name="connsiteX3" fmla="*/ 5647 w 6343"/>
                  <a:gd name="connsiteY3" fmla="*/ 1144 h 6345"/>
                  <a:gd name="connsiteX4" fmla="*/ 3404 w 6343"/>
                  <a:gd name="connsiteY4" fmla="*/ 215 h 6345"/>
                  <a:gd name="connsiteX5" fmla="*/ 1162 w 6343"/>
                  <a:gd name="connsiteY5" fmla="*/ 1144 h 6345"/>
                  <a:gd name="connsiteX6" fmla="*/ 233 w 6343"/>
                  <a:gd name="connsiteY6" fmla="*/ 3387 h 6345"/>
                  <a:gd name="connsiteX7" fmla="*/ 1162 w 6343"/>
                  <a:gd name="connsiteY7" fmla="*/ 5631 h 6345"/>
                  <a:gd name="connsiteX8" fmla="*/ 3404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60"/>
                    </a:moveTo>
                    <a:cubicBezTo>
                      <a:pt x="4246" y="6560"/>
                      <a:pt x="5052" y="6226"/>
                      <a:pt x="5647" y="5631"/>
                    </a:cubicBezTo>
                    <a:cubicBezTo>
                      <a:pt x="6242" y="5036"/>
                      <a:pt x="6576" y="4229"/>
                      <a:pt x="6576" y="3387"/>
                    </a:cubicBezTo>
                    <a:cubicBezTo>
                      <a:pt x="6576" y="2546"/>
                      <a:pt x="6242" y="1739"/>
                      <a:pt x="5647" y="1144"/>
                    </a:cubicBezTo>
                    <a:cubicBezTo>
                      <a:pt x="5052" y="549"/>
                      <a:pt x="4246" y="215"/>
                      <a:pt x="3404" y="215"/>
                    </a:cubicBezTo>
                    <a:cubicBezTo>
                      <a:pt x="2563" y="215"/>
                      <a:pt x="1757" y="549"/>
                      <a:pt x="1162" y="1144"/>
                    </a:cubicBezTo>
                    <a:cubicBezTo>
                      <a:pt x="567" y="1739"/>
                      <a:pt x="233" y="2546"/>
                      <a:pt x="233" y="3387"/>
                    </a:cubicBezTo>
                    <a:cubicBezTo>
                      <a:pt x="233" y="4229"/>
                      <a:pt x="567" y="5036"/>
                      <a:pt x="1162" y="5631"/>
                    </a:cubicBezTo>
                    <a:cubicBezTo>
                      <a:pt x="1757" y="6226"/>
                      <a:pt x="2563" y="6560"/>
                      <a:pt x="3404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75" name="Freeform: Shape 4874">
                <a:extLst>
                  <a:ext uri="{FF2B5EF4-FFF2-40B4-BE49-F238E27FC236}">
                    <a16:creationId xmlns:a16="http://schemas.microsoft.com/office/drawing/2014/main" id="{BF36717E-A9FE-231A-B0D1-2D03BCEA40DD}"/>
                  </a:ext>
                </a:extLst>
              </p:cNvPr>
              <p:cNvSpPr/>
              <p:nvPr/>
            </p:nvSpPr>
            <p:spPr>
              <a:xfrm>
                <a:off x="3770382" y="6193287"/>
                <a:ext cx="6343" cy="6345"/>
              </a:xfrm>
              <a:custGeom>
                <a:avLst/>
                <a:gdLst>
                  <a:gd name="connsiteX0" fmla="*/ 3402 w 6343"/>
                  <a:gd name="connsiteY0" fmla="*/ 6559 h 6345"/>
                  <a:gd name="connsiteX1" fmla="*/ 5644 w 6343"/>
                  <a:gd name="connsiteY1" fmla="*/ 5630 h 6345"/>
                  <a:gd name="connsiteX2" fmla="*/ 6573 w 6343"/>
                  <a:gd name="connsiteY2" fmla="*/ 3387 h 6345"/>
                  <a:gd name="connsiteX3" fmla="*/ 5644 w 6343"/>
                  <a:gd name="connsiteY3" fmla="*/ 1143 h 6345"/>
                  <a:gd name="connsiteX4" fmla="*/ 3402 w 6343"/>
                  <a:gd name="connsiteY4" fmla="*/ 214 h 6345"/>
                  <a:gd name="connsiteX5" fmla="*/ 1159 w 6343"/>
                  <a:gd name="connsiteY5" fmla="*/ 1143 h 6345"/>
                  <a:gd name="connsiteX6" fmla="*/ 230 w 6343"/>
                  <a:gd name="connsiteY6" fmla="*/ 3387 h 6345"/>
                  <a:gd name="connsiteX7" fmla="*/ 1159 w 6343"/>
                  <a:gd name="connsiteY7" fmla="*/ 5630 h 6345"/>
                  <a:gd name="connsiteX8" fmla="*/ 340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59"/>
                    </a:moveTo>
                    <a:cubicBezTo>
                      <a:pt x="4243" y="6559"/>
                      <a:pt x="5049" y="6225"/>
                      <a:pt x="5644" y="5630"/>
                    </a:cubicBezTo>
                    <a:cubicBezTo>
                      <a:pt x="6239" y="5035"/>
                      <a:pt x="6573" y="4228"/>
                      <a:pt x="6573" y="3387"/>
                    </a:cubicBezTo>
                    <a:cubicBezTo>
                      <a:pt x="6573" y="2545"/>
                      <a:pt x="6239" y="1738"/>
                      <a:pt x="5644" y="1143"/>
                    </a:cubicBezTo>
                    <a:cubicBezTo>
                      <a:pt x="5049" y="548"/>
                      <a:pt x="4243" y="214"/>
                      <a:pt x="3402" y="214"/>
                    </a:cubicBezTo>
                    <a:cubicBezTo>
                      <a:pt x="2560" y="214"/>
                      <a:pt x="1754" y="548"/>
                      <a:pt x="1159" y="1143"/>
                    </a:cubicBezTo>
                    <a:cubicBezTo>
                      <a:pt x="564" y="1738"/>
                      <a:pt x="230" y="2545"/>
                      <a:pt x="230" y="3387"/>
                    </a:cubicBezTo>
                    <a:cubicBezTo>
                      <a:pt x="230" y="4228"/>
                      <a:pt x="564" y="5035"/>
                      <a:pt x="1159" y="5630"/>
                    </a:cubicBezTo>
                    <a:cubicBezTo>
                      <a:pt x="1754" y="6225"/>
                      <a:pt x="2560" y="6559"/>
                      <a:pt x="340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76" name="Freeform: Shape 4875">
                <a:extLst>
                  <a:ext uri="{FF2B5EF4-FFF2-40B4-BE49-F238E27FC236}">
                    <a16:creationId xmlns:a16="http://schemas.microsoft.com/office/drawing/2014/main" id="{BF776301-0C26-1248-075B-09410C45D536}"/>
                  </a:ext>
                </a:extLst>
              </p:cNvPr>
              <p:cNvSpPr/>
              <p:nvPr/>
            </p:nvSpPr>
            <p:spPr>
              <a:xfrm>
                <a:off x="3767069" y="6194851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4 w 6343"/>
                  <a:gd name="connsiteY1" fmla="*/ 5630 h 6345"/>
                  <a:gd name="connsiteX2" fmla="*/ 6573 w 6343"/>
                  <a:gd name="connsiteY2" fmla="*/ 3387 h 6345"/>
                  <a:gd name="connsiteX3" fmla="*/ 5644 w 6343"/>
                  <a:gd name="connsiteY3" fmla="*/ 1143 h 6345"/>
                  <a:gd name="connsiteX4" fmla="*/ 3401 w 6343"/>
                  <a:gd name="connsiteY4" fmla="*/ 214 h 6345"/>
                  <a:gd name="connsiteX5" fmla="*/ 1159 w 6343"/>
                  <a:gd name="connsiteY5" fmla="*/ 1143 h 6345"/>
                  <a:gd name="connsiteX6" fmla="*/ 230 w 6343"/>
                  <a:gd name="connsiteY6" fmla="*/ 3387 h 6345"/>
                  <a:gd name="connsiteX7" fmla="*/ 1159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5"/>
                      <a:pt x="5644" y="5630"/>
                    </a:cubicBezTo>
                    <a:cubicBezTo>
                      <a:pt x="6239" y="5035"/>
                      <a:pt x="6573" y="4228"/>
                      <a:pt x="6573" y="3387"/>
                    </a:cubicBezTo>
                    <a:cubicBezTo>
                      <a:pt x="6573" y="2545"/>
                      <a:pt x="6239" y="1738"/>
                      <a:pt x="5644" y="1143"/>
                    </a:cubicBezTo>
                    <a:cubicBezTo>
                      <a:pt x="5049" y="548"/>
                      <a:pt x="4242" y="214"/>
                      <a:pt x="3401" y="214"/>
                    </a:cubicBezTo>
                    <a:cubicBezTo>
                      <a:pt x="2560" y="214"/>
                      <a:pt x="1753" y="548"/>
                      <a:pt x="1159" y="1143"/>
                    </a:cubicBezTo>
                    <a:cubicBezTo>
                      <a:pt x="564" y="1738"/>
                      <a:pt x="230" y="2545"/>
                      <a:pt x="230" y="3387"/>
                    </a:cubicBezTo>
                    <a:cubicBezTo>
                      <a:pt x="230" y="4228"/>
                      <a:pt x="564" y="5035"/>
                      <a:pt x="1159" y="5630"/>
                    </a:cubicBezTo>
                    <a:cubicBezTo>
                      <a:pt x="1753" y="6225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77" name="Freeform: Shape 4876">
                <a:extLst>
                  <a:ext uri="{FF2B5EF4-FFF2-40B4-BE49-F238E27FC236}">
                    <a16:creationId xmlns:a16="http://schemas.microsoft.com/office/drawing/2014/main" id="{D400069D-B3C5-D52E-9431-AF5FB003B8C0}"/>
                  </a:ext>
                </a:extLst>
              </p:cNvPr>
              <p:cNvSpPr/>
              <p:nvPr/>
            </p:nvSpPr>
            <p:spPr>
              <a:xfrm>
                <a:off x="3764254" y="6194191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4 w 6343"/>
                  <a:gd name="connsiteY1" fmla="*/ 5630 h 6345"/>
                  <a:gd name="connsiteX2" fmla="*/ 6573 w 6343"/>
                  <a:gd name="connsiteY2" fmla="*/ 3387 h 6345"/>
                  <a:gd name="connsiteX3" fmla="*/ 5644 w 6343"/>
                  <a:gd name="connsiteY3" fmla="*/ 1143 h 6345"/>
                  <a:gd name="connsiteX4" fmla="*/ 3401 w 6343"/>
                  <a:gd name="connsiteY4" fmla="*/ 214 h 6345"/>
                  <a:gd name="connsiteX5" fmla="*/ 1158 w 6343"/>
                  <a:gd name="connsiteY5" fmla="*/ 1143 h 6345"/>
                  <a:gd name="connsiteX6" fmla="*/ 230 w 6343"/>
                  <a:gd name="connsiteY6" fmla="*/ 3387 h 6345"/>
                  <a:gd name="connsiteX7" fmla="*/ 1158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5"/>
                      <a:pt x="5644" y="5630"/>
                    </a:cubicBezTo>
                    <a:cubicBezTo>
                      <a:pt x="6238" y="5035"/>
                      <a:pt x="6573" y="4228"/>
                      <a:pt x="6573" y="3387"/>
                    </a:cubicBezTo>
                    <a:cubicBezTo>
                      <a:pt x="6573" y="2545"/>
                      <a:pt x="6238" y="1738"/>
                      <a:pt x="5644" y="1143"/>
                    </a:cubicBezTo>
                    <a:cubicBezTo>
                      <a:pt x="5049" y="548"/>
                      <a:pt x="4242" y="214"/>
                      <a:pt x="3401" y="214"/>
                    </a:cubicBezTo>
                    <a:cubicBezTo>
                      <a:pt x="2560" y="214"/>
                      <a:pt x="1753" y="548"/>
                      <a:pt x="1158" y="1143"/>
                    </a:cubicBezTo>
                    <a:cubicBezTo>
                      <a:pt x="564" y="1738"/>
                      <a:pt x="230" y="2545"/>
                      <a:pt x="230" y="3387"/>
                    </a:cubicBezTo>
                    <a:cubicBezTo>
                      <a:pt x="230" y="4228"/>
                      <a:pt x="564" y="5035"/>
                      <a:pt x="1158" y="5630"/>
                    </a:cubicBezTo>
                    <a:cubicBezTo>
                      <a:pt x="1753" y="6225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78" name="Freeform: Shape 4877">
                <a:extLst>
                  <a:ext uri="{FF2B5EF4-FFF2-40B4-BE49-F238E27FC236}">
                    <a16:creationId xmlns:a16="http://schemas.microsoft.com/office/drawing/2014/main" id="{FE1B084E-10DA-EFD9-7E89-E62EE49CC4EC}"/>
                  </a:ext>
                </a:extLst>
              </p:cNvPr>
              <p:cNvSpPr/>
              <p:nvPr/>
            </p:nvSpPr>
            <p:spPr>
              <a:xfrm>
                <a:off x="3761699" y="6192463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4 w 6343"/>
                  <a:gd name="connsiteY1" fmla="*/ 5630 h 6345"/>
                  <a:gd name="connsiteX2" fmla="*/ 6572 w 6343"/>
                  <a:gd name="connsiteY2" fmla="*/ 3386 h 6345"/>
                  <a:gd name="connsiteX3" fmla="*/ 5644 w 6343"/>
                  <a:gd name="connsiteY3" fmla="*/ 1143 h 6345"/>
                  <a:gd name="connsiteX4" fmla="*/ 3401 w 6343"/>
                  <a:gd name="connsiteY4" fmla="*/ 214 h 6345"/>
                  <a:gd name="connsiteX5" fmla="*/ 1158 w 6343"/>
                  <a:gd name="connsiteY5" fmla="*/ 1143 h 6345"/>
                  <a:gd name="connsiteX6" fmla="*/ 229 w 6343"/>
                  <a:gd name="connsiteY6" fmla="*/ 3386 h 6345"/>
                  <a:gd name="connsiteX7" fmla="*/ 1158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5"/>
                      <a:pt x="5644" y="5630"/>
                    </a:cubicBezTo>
                    <a:cubicBezTo>
                      <a:pt x="6238" y="5035"/>
                      <a:pt x="6572" y="4228"/>
                      <a:pt x="6572" y="3386"/>
                    </a:cubicBezTo>
                    <a:cubicBezTo>
                      <a:pt x="6572" y="2545"/>
                      <a:pt x="6238" y="1738"/>
                      <a:pt x="5644" y="1143"/>
                    </a:cubicBezTo>
                    <a:cubicBezTo>
                      <a:pt x="5049" y="548"/>
                      <a:pt x="4242" y="214"/>
                      <a:pt x="3401" y="214"/>
                    </a:cubicBezTo>
                    <a:cubicBezTo>
                      <a:pt x="2560" y="214"/>
                      <a:pt x="1753" y="548"/>
                      <a:pt x="1158" y="1143"/>
                    </a:cubicBezTo>
                    <a:cubicBezTo>
                      <a:pt x="564" y="1738"/>
                      <a:pt x="229" y="2545"/>
                      <a:pt x="229" y="3386"/>
                    </a:cubicBezTo>
                    <a:cubicBezTo>
                      <a:pt x="229" y="4228"/>
                      <a:pt x="564" y="5035"/>
                      <a:pt x="1158" y="5630"/>
                    </a:cubicBezTo>
                    <a:cubicBezTo>
                      <a:pt x="1753" y="6225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79" name="Freeform: Shape 4878">
                <a:extLst>
                  <a:ext uri="{FF2B5EF4-FFF2-40B4-BE49-F238E27FC236}">
                    <a16:creationId xmlns:a16="http://schemas.microsoft.com/office/drawing/2014/main" id="{EE1894FD-608C-D6F4-272F-52EEA5D22F40}"/>
                  </a:ext>
                </a:extLst>
              </p:cNvPr>
              <p:cNvSpPr/>
              <p:nvPr/>
            </p:nvSpPr>
            <p:spPr>
              <a:xfrm>
                <a:off x="3758773" y="6192273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3 w 6343"/>
                  <a:gd name="connsiteY1" fmla="*/ 5630 h 6345"/>
                  <a:gd name="connsiteX2" fmla="*/ 6572 w 6343"/>
                  <a:gd name="connsiteY2" fmla="*/ 3386 h 6345"/>
                  <a:gd name="connsiteX3" fmla="*/ 5643 w 6343"/>
                  <a:gd name="connsiteY3" fmla="*/ 1143 h 6345"/>
                  <a:gd name="connsiteX4" fmla="*/ 3401 w 6343"/>
                  <a:gd name="connsiteY4" fmla="*/ 214 h 6345"/>
                  <a:gd name="connsiteX5" fmla="*/ 1158 w 6343"/>
                  <a:gd name="connsiteY5" fmla="*/ 1143 h 6345"/>
                  <a:gd name="connsiteX6" fmla="*/ 229 w 6343"/>
                  <a:gd name="connsiteY6" fmla="*/ 3386 h 6345"/>
                  <a:gd name="connsiteX7" fmla="*/ 1158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5"/>
                      <a:pt x="5643" y="5630"/>
                    </a:cubicBezTo>
                    <a:cubicBezTo>
                      <a:pt x="6238" y="5035"/>
                      <a:pt x="6572" y="4228"/>
                      <a:pt x="6572" y="3386"/>
                    </a:cubicBezTo>
                    <a:cubicBezTo>
                      <a:pt x="6572" y="2545"/>
                      <a:pt x="6238" y="1738"/>
                      <a:pt x="5643" y="1143"/>
                    </a:cubicBezTo>
                    <a:cubicBezTo>
                      <a:pt x="5049" y="548"/>
                      <a:pt x="4242" y="214"/>
                      <a:pt x="3401" y="214"/>
                    </a:cubicBezTo>
                    <a:cubicBezTo>
                      <a:pt x="2560" y="214"/>
                      <a:pt x="1753" y="548"/>
                      <a:pt x="1158" y="1143"/>
                    </a:cubicBezTo>
                    <a:cubicBezTo>
                      <a:pt x="563" y="1738"/>
                      <a:pt x="229" y="2545"/>
                      <a:pt x="229" y="3386"/>
                    </a:cubicBezTo>
                    <a:cubicBezTo>
                      <a:pt x="229" y="4228"/>
                      <a:pt x="563" y="5035"/>
                      <a:pt x="1158" y="5630"/>
                    </a:cubicBezTo>
                    <a:cubicBezTo>
                      <a:pt x="1753" y="6225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80" name="Freeform: Shape 4879">
                <a:extLst>
                  <a:ext uri="{FF2B5EF4-FFF2-40B4-BE49-F238E27FC236}">
                    <a16:creationId xmlns:a16="http://schemas.microsoft.com/office/drawing/2014/main" id="{B2DE736D-0A96-5247-8077-56F5A67B7B7F}"/>
                  </a:ext>
                </a:extLst>
              </p:cNvPr>
              <p:cNvSpPr/>
              <p:nvPr/>
            </p:nvSpPr>
            <p:spPr>
              <a:xfrm>
                <a:off x="3755003" y="6183914"/>
                <a:ext cx="6343" cy="6345"/>
              </a:xfrm>
              <a:custGeom>
                <a:avLst/>
                <a:gdLst>
                  <a:gd name="connsiteX0" fmla="*/ 3400 w 6343"/>
                  <a:gd name="connsiteY0" fmla="*/ 6559 h 6345"/>
                  <a:gd name="connsiteX1" fmla="*/ 5643 w 6343"/>
                  <a:gd name="connsiteY1" fmla="*/ 5629 h 6345"/>
                  <a:gd name="connsiteX2" fmla="*/ 6572 w 6343"/>
                  <a:gd name="connsiteY2" fmla="*/ 3386 h 6345"/>
                  <a:gd name="connsiteX3" fmla="*/ 5643 w 6343"/>
                  <a:gd name="connsiteY3" fmla="*/ 1142 h 6345"/>
                  <a:gd name="connsiteX4" fmla="*/ 3400 w 6343"/>
                  <a:gd name="connsiteY4" fmla="*/ 213 h 6345"/>
                  <a:gd name="connsiteX5" fmla="*/ 1158 w 6343"/>
                  <a:gd name="connsiteY5" fmla="*/ 1142 h 6345"/>
                  <a:gd name="connsiteX6" fmla="*/ 229 w 6343"/>
                  <a:gd name="connsiteY6" fmla="*/ 3386 h 6345"/>
                  <a:gd name="connsiteX7" fmla="*/ 1158 w 6343"/>
                  <a:gd name="connsiteY7" fmla="*/ 5629 h 6345"/>
                  <a:gd name="connsiteX8" fmla="*/ 340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59"/>
                    </a:moveTo>
                    <a:cubicBezTo>
                      <a:pt x="4241" y="6559"/>
                      <a:pt x="5048" y="6224"/>
                      <a:pt x="5643" y="5629"/>
                    </a:cubicBezTo>
                    <a:cubicBezTo>
                      <a:pt x="6238" y="5034"/>
                      <a:pt x="6572" y="4227"/>
                      <a:pt x="6572" y="3386"/>
                    </a:cubicBezTo>
                    <a:cubicBezTo>
                      <a:pt x="6572" y="2544"/>
                      <a:pt x="6238" y="1737"/>
                      <a:pt x="5643" y="1142"/>
                    </a:cubicBezTo>
                    <a:cubicBezTo>
                      <a:pt x="5048" y="547"/>
                      <a:pt x="4241" y="213"/>
                      <a:pt x="3400" y="213"/>
                    </a:cubicBezTo>
                    <a:cubicBezTo>
                      <a:pt x="2559" y="213"/>
                      <a:pt x="1752" y="547"/>
                      <a:pt x="1158" y="1142"/>
                    </a:cubicBezTo>
                    <a:cubicBezTo>
                      <a:pt x="563" y="1737"/>
                      <a:pt x="229" y="2544"/>
                      <a:pt x="229" y="3386"/>
                    </a:cubicBezTo>
                    <a:cubicBezTo>
                      <a:pt x="229" y="4227"/>
                      <a:pt x="563" y="5034"/>
                      <a:pt x="1158" y="5629"/>
                    </a:cubicBezTo>
                    <a:cubicBezTo>
                      <a:pt x="1752" y="6224"/>
                      <a:pt x="2559" y="6559"/>
                      <a:pt x="340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81" name="Freeform: Shape 4880">
                <a:extLst>
                  <a:ext uri="{FF2B5EF4-FFF2-40B4-BE49-F238E27FC236}">
                    <a16:creationId xmlns:a16="http://schemas.microsoft.com/office/drawing/2014/main" id="{FA9F7949-912E-3D29-9151-857A6DB8DCA7}"/>
                  </a:ext>
                </a:extLst>
              </p:cNvPr>
              <p:cNvSpPr/>
              <p:nvPr/>
            </p:nvSpPr>
            <p:spPr>
              <a:xfrm>
                <a:off x="3750488" y="6189727"/>
                <a:ext cx="6343" cy="6345"/>
              </a:xfrm>
              <a:custGeom>
                <a:avLst/>
                <a:gdLst>
                  <a:gd name="connsiteX0" fmla="*/ 3400 w 6343"/>
                  <a:gd name="connsiteY0" fmla="*/ 6559 h 6345"/>
                  <a:gd name="connsiteX1" fmla="*/ 5643 w 6343"/>
                  <a:gd name="connsiteY1" fmla="*/ 5630 h 6345"/>
                  <a:gd name="connsiteX2" fmla="*/ 6572 w 6343"/>
                  <a:gd name="connsiteY2" fmla="*/ 3386 h 6345"/>
                  <a:gd name="connsiteX3" fmla="*/ 5643 w 6343"/>
                  <a:gd name="connsiteY3" fmla="*/ 1143 h 6345"/>
                  <a:gd name="connsiteX4" fmla="*/ 3400 w 6343"/>
                  <a:gd name="connsiteY4" fmla="*/ 214 h 6345"/>
                  <a:gd name="connsiteX5" fmla="*/ 1157 w 6343"/>
                  <a:gd name="connsiteY5" fmla="*/ 1143 h 6345"/>
                  <a:gd name="connsiteX6" fmla="*/ 228 w 6343"/>
                  <a:gd name="connsiteY6" fmla="*/ 3386 h 6345"/>
                  <a:gd name="connsiteX7" fmla="*/ 1157 w 6343"/>
                  <a:gd name="connsiteY7" fmla="*/ 5630 h 6345"/>
                  <a:gd name="connsiteX8" fmla="*/ 340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59"/>
                    </a:moveTo>
                    <a:cubicBezTo>
                      <a:pt x="4241" y="6559"/>
                      <a:pt x="5048" y="6225"/>
                      <a:pt x="5643" y="5630"/>
                    </a:cubicBezTo>
                    <a:cubicBezTo>
                      <a:pt x="6237" y="5035"/>
                      <a:pt x="6572" y="4228"/>
                      <a:pt x="6572" y="3386"/>
                    </a:cubicBezTo>
                    <a:cubicBezTo>
                      <a:pt x="6572" y="2545"/>
                      <a:pt x="6237" y="1738"/>
                      <a:pt x="5643" y="1143"/>
                    </a:cubicBezTo>
                    <a:cubicBezTo>
                      <a:pt x="5048" y="548"/>
                      <a:pt x="4241" y="214"/>
                      <a:pt x="3400" y="214"/>
                    </a:cubicBezTo>
                    <a:cubicBezTo>
                      <a:pt x="2559" y="214"/>
                      <a:pt x="1752" y="548"/>
                      <a:pt x="1157" y="1143"/>
                    </a:cubicBezTo>
                    <a:cubicBezTo>
                      <a:pt x="563" y="1738"/>
                      <a:pt x="228" y="2545"/>
                      <a:pt x="228" y="3386"/>
                    </a:cubicBezTo>
                    <a:cubicBezTo>
                      <a:pt x="228" y="4228"/>
                      <a:pt x="563" y="5035"/>
                      <a:pt x="1157" y="5630"/>
                    </a:cubicBezTo>
                    <a:cubicBezTo>
                      <a:pt x="1752" y="6225"/>
                      <a:pt x="2559" y="6559"/>
                      <a:pt x="340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82" name="Freeform: Shape 4881">
                <a:extLst>
                  <a:ext uri="{FF2B5EF4-FFF2-40B4-BE49-F238E27FC236}">
                    <a16:creationId xmlns:a16="http://schemas.microsoft.com/office/drawing/2014/main" id="{E14E00B6-E20D-925F-8C08-204F0B6D936E}"/>
                  </a:ext>
                </a:extLst>
              </p:cNvPr>
              <p:cNvSpPr/>
              <p:nvPr/>
            </p:nvSpPr>
            <p:spPr>
              <a:xfrm>
                <a:off x="3747479" y="6189783"/>
                <a:ext cx="6343" cy="6345"/>
              </a:xfrm>
              <a:custGeom>
                <a:avLst/>
                <a:gdLst>
                  <a:gd name="connsiteX0" fmla="*/ 3400 w 6343"/>
                  <a:gd name="connsiteY0" fmla="*/ 6559 h 6345"/>
                  <a:gd name="connsiteX1" fmla="*/ 5642 w 6343"/>
                  <a:gd name="connsiteY1" fmla="*/ 5630 h 6345"/>
                  <a:gd name="connsiteX2" fmla="*/ 6571 w 6343"/>
                  <a:gd name="connsiteY2" fmla="*/ 3386 h 6345"/>
                  <a:gd name="connsiteX3" fmla="*/ 5642 w 6343"/>
                  <a:gd name="connsiteY3" fmla="*/ 1143 h 6345"/>
                  <a:gd name="connsiteX4" fmla="*/ 3400 w 6343"/>
                  <a:gd name="connsiteY4" fmla="*/ 214 h 6345"/>
                  <a:gd name="connsiteX5" fmla="*/ 1157 w 6343"/>
                  <a:gd name="connsiteY5" fmla="*/ 1143 h 6345"/>
                  <a:gd name="connsiteX6" fmla="*/ 228 w 6343"/>
                  <a:gd name="connsiteY6" fmla="*/ 3386 h 6345"/>
                  <a:gd name="connsiteX7" fmla="*/ 1157 w 6343"/>
                  <a:gd name="connsiteY7" fmla="*/ 5630 h 6345"/>
                  <a:gd name="connsiteX8" fmla="*/ 340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59"/>
                    </a:moveTo>
                    <a:cubicBezTo>
                      <a:pt x="4241" y="6559"/>
                      <a:pt x="5048" y="6225"/>
                      <a:pt x="5642" y="5630"/>
                    </a:cubicBezTo>
                    <a:cubicBezTo>
                      <a:pt x="6237" y="5035"/>
                      <a:pt x="6571" y="4228"/>
                      <a:pt x="6571" y="3386"/>
                    </a:cubicBezTo>
                    <a:cubicBezTo>
                      <a:pt x="6571" y="2545"/>
                      <a:pt x="6237" y="1738"/>
                      <a:pt x="5642" y="1143"/>
                    </a:cubicBezTo>
                    <a:cubicBezTo>
                      <a:pt x="5048" y="548"/>
                      <a:pt x="4241" y="214"/>
                      <a:pt x="3400" y="214"/>
                    </a:cubicBezTo>
                    <a:cubicBezTo>
                      <a:pt x="2559" y="214"/>
                      <a:pt x="1752" y="548"/>
                      <a:pt x="1157" y="1143"/>
                    </a:cubicBezTo>
                    <a:cubicBezTo>
                      <a:pt x="562" y="1738"/>
                      <a:pt x="228" y="2545"/>
                      <a:pt x="228" y="3386"/>
                    </a:cubicBezTo>
                    <a:cubicBezTo>
                      <a:pt x="228" y="4228"/>
                      <a:pt x="562" y="5035"/>
                      <a:pt x="1157" y="5630"/>
                    </a:cubicBezTo>
                    <a:cubicBezTo>
                      <a:pt x="1752" y="6225"/>
                      <a:pt x="2559" y="6559"/>
                      <a:pt x="340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83" name="Freeform: Shape 4882">
                <a:extLst>
                  <a:ext uri="{FF2B5EF4-FFF2-40B4-BE49-F238E27FC236}">
                    <a16:creationId xmlns:a16="http://schemas.microsoft.com/office/drawing/2014/main" id="{9A715A45-6224-2424-02BF-9AE9DB53DFBF}"/>
                  </a:ext>
                </a:extLst>
              </p:cNvPr>
              <p:cNvSpPr/>
              <p:nvPr/>
            </p:nvSpPr>
            <p:spPr>
              <a:xfrm>
                <a:off x="3744683" y="6189049"/>
                <a:ext cx="6343" cy="6345"/>
              </a:xfrm>
              <a:custGeom>
                <a:avLst/>
                <a:gdLst>
                  <a:gd name="connsiteX0" fmla="*/ 3400 w 6343"/>
                  <a:gd name="connsiteY0" fmla="*/ 6559 h 6345"/>
                  <a:gd name="connsiteX1" fmla="*/ 5642 w 6343"/>
                  <a:gd name="connsiteY1" fmla="*/ 5630 h 6345"/>
                  <a:gd name="connsiteX2" fmla="*/ 6571 w 6343"/>
                  <a:gd name="connsiteY2" fmla="*/ 3386 h 6345"/>
                  <a:gd name="connsiteX3" fmla="*/ 5642 w 6343"/>
                  <a:gd name="connsiteY3" fmla="*/ 1143 h 6345"/>
                  <a:gd name="connsiteX4" fmla="*/ 3400 w 6343"/>
                  <a:gd name="connsiteY4" fmla="*/ 214 h 6345"/>
                  <a:gd name="connsiteX5" fmla="*/ 1157 w 6343"/>
                  <a:gd name="connsiteY5" fmla="*/ 1143 h 6345"/>
                  <a:gd name="connsiteX6" fmla="*/ 228 w 6343"/>
                  <a:gd name="connsiteY6" fmla="*/ 3386 h 6345"/>
                  <a:gd name="connsiteX7" fmla="*/ 1157 w 6343"/>
                  <a:gd name="connsiteY7" fmla="*/ 5630 h 6345"/>
                  <a:gd name="connsiteX8" fmla="*/ 340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59"/>
                    </a:moveTo>
                    <a:cubicBezTo>
                      <a:pt x="4241" y="6559"/>
                      <a:pt x="5047" y="6225"/>
                      <a:pt x="5642" y="5630"/>
                    </a:cubicBezTo>
                    <a:cubicBezTo>
                      <a:pt x="6237" y="5035"/>
                      <a:pt x="6571" y="4228"/>
                      <a:pt x="6571" y="3386"/>
                    </a:cubicBezTo>
                    <a:cubicBezTo>
                      <a:pt x="6571" y="2545"/>
                      <a:pt x="6237" y="1738"/>
                      <a:pt x="5642" y="1143"/>
                    </a:cubicBezTo>
                    <a:cubicBezTo>
                      <a:pt x="5047" y="548"/>
                      <a:pt x="4241" y="214"/>
                      <a:pt x="3400" y="214"/>
                    </a:cubicBezTo>
                    <a:cubicBezTo>
                      <a:pt x="2558" y="214"/>
                      <a:pt x="1752" y="548"/>
                      <a:pt x="1157" y="1143"/>
                    </a:cubicBezTo>
                    <a:cubicBezTo>
                      <a:pt x="562" y="1738"/>
                      <a:pt x="228" y="2545"/>
                      <a:pt x="228" y="3386"/>
                    </a:cubicBezTo>
                    <a:cubicBezTo>
                      <a:pt x="228" y="4228"/>
                      <a:pt x="562" y="5035"/>
                      <a:pt x="1157" y="5630"/>
                    </a:cubicBezTo>
                    <a:cubicBezTo>
                      <a:pt x="1752" y="6225"/>
                      <a:pt x="2558" y="6559"/>
                      <a:pt x="340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84" name="Freeform: Shape 4883">
                <a:extLst>
                  <a:ext uri="{FF2B5EF4-FFF2-40B4-BE49-F238E27FC236}">
                    <a16:creationId xmlns:a16="http://schemas.microsoft.com/office/drawing/2014/main" id="{26D26DF4-4FBA-C7E8-94FE-27A4961755EB}"/>
                  </a:ext>
                </a:extLst>
              </p:cNvPr>
              <p:cNvSpPr/>
              <p:nvPr/>
            </p:nvSpPr>
            <p:spPr>
              <a:xfrm>
                <a:off x="3739397" y="6186536"/>
                <a:ext cx="6343" cy="6345"/>
              </a:xfrm>
              <a:custGeom>
                <a:avLst/>
                <a:gdLst>
                  <a:gd name="connsiteX0" fmla="*/ 3399 w 6343"/>
                  <a:gd name="connsiteY0" fmla="*/ 6559 h 6345"/>
                  <a:gd name="connsiteX1" fmla="*/ 5642 w 6343"/>
                  <a:gd name="connsiteY1" fmla="*/ 5629 h 6345"/>
                  <a:gd name="connsiteX2" fmla="*/ 6571 w 6343"/>
                  <a:gd name="connsiteY2" fmla="*/ 3386 h 6345"/>
                  <a:gd name="connsiteX3" fmla="*/ 5642 w 6343"/>
                  <a:gd name="connsiteY3" fmla="*/ 1143 h 6345"/>
                  <a:gd name="connsiteX4" fmla="*/ 3399 w 6343"/>
                  <a:gd name="connsiteY4" fmla="*/ 213 h 6345"/>
                  <a:gd name="connsiteX5" fmla="*/ 1157 w 6343"/>
                  <a:gd name="connsiteY5" fmla="*/ 1143 h 6345"/>
                  <a:gd name="connsiteX6" fmla="*/ 228 w 6343"/>
                  <a:gd name="connsiteY6" fmla="*/ 3386 h 6345"/>
                  <a:gd name="connsiteX7" fmla="*/ 1157 w 6343"/>
                  <a:gd name="connsiteY7" fmla="*/ 5629 h 6345"/>
                  <a:gd name="connsiteX8" fmla="*/ 339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59"/>
                    </a:moveTo>
                    <a:cubicBezTo>
                      <a:pt x="4240" y="6559"/>
                      <a:pt x="5047" y="6224"/>
                      <a:pt x="5642" y="5629"/>
                    </a:cubicBezTo>
                    <a:cubicBezTo>
                      <a:pt x="6237" y="5034"/>
                      <a:pt x="6571" y="4227"/>
                      <a:pt x="6571" y="3386"/>
                    </a:cubicBezTo>
                    <a:cubicBezTo>
                      <a:pt x="6571" y="2545"/>
                      <a:pt x="6237" y="1738"/>
                      <a:pt x="5642" y="1143"/>
                    </a:cubicBezTo>
                    <a:cubicBezTo>
                      <a:pt x="5047" y="548"/>
                      <a:pt x="4240" y="213"/>
                      <a:pt x="3399" y="213"/>
                    </a:cubicBezTo>
                    <a:cubicBezTo>
                      <a:pt x="2558" y="213"/>
                      <a:pt x="1751" y="548"/>
                      <a:pt x="1157" y="1143"/>
                    </a:cubicBezTo>
                    <a:cubicBezTo>
                      <a:pt x="562" y="1738"/>
                      <a:pt x="228" y="2545"/>
                      <a:pt x="228" y="3386"/>
                    </a:cubicBezTo>
                    <a:cubicBezTo>
                      <a:pt x="228" y="4227"/>
                      <a:pt x="562" y="5034"/>
                      <a:pt x="1157" y="5629"/>
                    </a:cubicBezTo>
                    <a:cubicBezTo>
                      <a:pt x="1751" y="6224"/>
                      <a:pt x="2558" y="6559"/>
                      <a:pt x="339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85" name="Freeform: Shape 4884">
                <a:extLst>
                  <a:ext uri="{FF2B5EF4-FFF2-40B4-BE49-F238E27FC236}">
                    <a16:creationId xmlns:a16="http://schemas.microsoft.com/office/drawing/2014/main" id="{CF91343D-378B-E7E0-61FE-D6396DCFF1C1}"/>
                  </a:ext>
                </a:extLst>
              </p:cNvPr>
              <p:cNvSpPr/>
              <p:nvPr/>
            </p:nvSpPr>
            <p:spPr>
              <a:xfrm>
                <a:off x="3736470" y="6186247"/>
                <a:ext cx="6343" cy="6345"/>
              </a:xfrm>
              <a:custGeom>
                <a:avLst/>
                <a:gdLst>
                  <a:gd name="connsiteX0" fmla="*/ 3399 w 6343"/>
                  <a:gd name="connsiteY0" fmla="*/ 6559 h 6345"/>
                  <a:gd name="connsiteX1" fmla="*/ 5642 w 6343"/>
                  <a:gd name="connsiteY1" fmla="*/ 5629 h 6345"/>
                  <a:gd name="connsiteX2" fmla="*/ 6570 w 6343"/>
                  <a:gd name="connsiteY2" fmla="*/ 3386 h 6345"/>
                  <a:gd name="connsiteX3" fmla="*/ 5642 w 6343"/>
                  <a:gd name="connsiteY3" fmla="*/ 1143 h 6345"/>
                  <a:gd name="connsiteX4" fmla="*/ 3399 w 6343"/>
                  <a:gd name="connsiteY4" fmla="*/ 213 h 6345"/>
                  <a:gd name="connsiteX5" fmla="*/ 1156 w 6343"/>
                  <a:gd name="connsiteY5" fmla="*/ 1143 h 6345"/>
                  <a:gd name="connsiteX6" fmla="*/ 227 w 6343"/>
                  <a:gd name="connsiteY6" fmla="*/ 3386 h 6345"/>
                  <a:gd name="connsiteX7" fmla="*/ 1156 w 6343"/>
                  <a:gd name="connsiteY7" fmla="*/ 5629 h 6345"/>
                  <a:gd name="connsiteX8" fmla="*/ 339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59"/>
                    </a:moveTo>
                    <a:cubicBezTo>
                      <a:pt x="4240" y="6559"/>
                      <a:pt x="5047" y="6224"/>
                      <a:pt x="5642" y="5629"/>
                    </a:cubicBezTo>
                    <a:cubicBezTo>
                      <a:pt x="6236" y="5034"/>
                      <a:pt x="6570" y="4227"/>
                      <a:pt x="6570" y="3386"/>
                    </a:cubicBezTo>
                    <a:cubicBezTo>
                      <a:pt x="6570" y="2545"/>
                      <a:pt x="6236" y="1738"/>
                      <a:pt x="5642" y="1143"/>
                    </a:cubicBezTo>
                    <a:cubicBezTo>
                      <a:pt x="5047" y="548"/>
                      <a:pt x="4240" y="213"/>
                      <a:pt x="3399" y="213"/>
                    </a:cubicBezTo>
                    <a:cubicBezTo>
                      <a:pt x="2558" y="213"/>
                      <a:pt x="1751" y="548"/>
                      <a:pt x="1156" y="1143"/>
                    </a:cubicBezTo>
                    <a:cubicBezTo>
                      <a:pt x="562" y="1738"/>
                      <a:pt x="227" y="2545"/>
                      <a:pt x="227" y="3386"/>
                    </a:cubicBezTo>
                    <a:cubicBezTo>
                      <a:pt x="227" y="4227"/>
                      <a:pt x="562" y="5034"/>
                      <a:pt x="1156" y="5629"/>
                    </a:cubicBezTo>
                    <a:cubicBezTo>
                      <a:pt x="1751" y="6224"/>
                      <a:pt x="2558" y="6559"/>
                      <a:pt x="339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86" name="Freeform: Shape 4885">
                <a:extLst>
                  <a:ext uri="{FF2B5EF4-FFF2-40B4-BE49-F238E27FC236}">
                    <a16:creationId xmlns:a16="http://schemas.microsoft.com/office/drawing/2014/main" id="{8499F0F5-9295-BA81-D818-0A1976FC5D8D}"/>
                  </a:ext>
                </a:extLst>
              </p:cNvPr>
              <p:cNvSpPr/>
              <p:nvPr/>
            </p:nvSpPr>
            <p:spPr>
              <a:xfrm>
                <a:off x="3730924" y="6184626"/>
                <a:ext cx="6343" cy="6345"/>
              </a:xfrm>
              <a:custGeom>
                <a:avLst/>
                <a:gdLst>
                  <a:gd name="connsiteX0" fmla="*/ 3398 w 6343"/>
                  <a:gd name="connsiteY0" fmla="*/ 6559 h 6345"/>
                  <a:gd name="connsiteX1" fmla="*/ 5641 w 6343"/>
                  <a:gd name="connsiteY1" fmla="*/ 5629 h 6345"/>
                  <a:gd name="connsiteX2" fmla="*/ 6570 w 6343"/>
                  <a:gd name="connsiteY2" fmla="*/ 3386 h 6345"/>
                  <a:gd name="connsiteX3" fmla="*/ 5641 w 6343"/>
                  <a:gd name="connsiteY3" fmla="*/ 1142 h 6345"/>
                  <a:gd name="connsiteX4" fmla="*/ 3398 w 6343"/>
                  <a:gd name="connsiteY4" fmla="*/ 213 h 6345"/>
                  <a:gd name="connsiteX5" fmla="*/ 1156 w 6343"/>
                  <a:gd name="connsiteY5" fmla="*/ 1142 h 6345"/>
                  <a:gd name="connsiteX6" fmla="*/ 227 w 6343"/>
                  <a:gd name="connsiteY6" fmla="*/ 3386 h 6345"/>
                  <a:gd name="connsiteX7" fmla="*/ 1156 w 6343"/>
                  <a:gd name="connsiteY7" fmla="*/ 5629 h 6345"/>
                  <a:gd name="connsiteX8" fmla="*/ 3398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59"/>
                    </a:moveTo>
                    <a:cubicBezTo>
                      <a:pt x="4240" y="6559"/>
                      <a:pt x="5046" y="6224"/>
                      <a:pt x="5641" y="5629"/>
                    </a:cubicBezTo>
                    <a:cubicBezTo>
                      <a:pt x="6236" y="5034"/>
                      <a:pt x="6570" y="4227"/>
                      <a:pt x="6570" y="3386"/>
                    </a:cubicBezTo>
                    <a:cubicBezTo>
                      <a:pt x="6570" y="2544"/>
                      <a:pt x="6236" y="1737"/>
                      <a:pt x="5641" y="1142"/>
                    </a:cubicBezTo>
                    <a:cubicBezTo>
                      <a:pt x="5046" y="547"/>
                      <a:pt x="4240" y="213"/>
                      <a:pt x="3398" y="213"/>
                    </a:cubicBezTo>
                    <a:cubicBezTo>
                      <a:pt x="2557" y="213"/>
                      <a:pt x="1751" y="547"/>
                      <a:pt x="1156" y="1142"/>
                    </a:cubicBezTo>
                    <a:cubicBezTo>
                      <a:pt x="561" y="1737"/>
                      <a:pt x="227" y="2544"/>
                      <a:pt x="227" y="3386"/>
                    </a:cubicBezTo>
                    <a:cubicBezTo>
                      <a:pt x="227" y="4227"/>
                      <a:pt x="561" y="5034"/>
                      <a:pt x="1156" y="5629"/>
                    </a:cubicBezTo>
                    <a:cubicBezTo>
                      <a:pt x="1751" y="6224"/>
                      <a:pt x="2557" y="6559"/>
                      <a:pt x="3398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87" name="Freeform: Shape 4886">
                <a:extLst>
                  <a:ext uri="{FF2B5EF4-FFF2-40B4-BE49-F238E27FC236}">
                    <a16:creationId xmlns:a16="http://schemas.microsoft.com/office/drawing/2014/main" id="{9C5C9303-1EC6-83D2-ABA4-3A708693F9E9}"/>
                  </a:ext>
                </a:extLst>
              </p:cNvPr>
              <p:cNvSpPr/>
              <p:nvPr/>
            </p:nvSpPr>
            <p:spPr>
              <a:xfrm>
                <a:off x="3615730" y="6115891"/>
                <a:ext cx="6343" cy="6345"/>
              </a:xfrm>
              <a:custGeom>
                <a:avLst/>
                <a:gdLst>
                  <a:gd name="connsiteX0" fmla="*/ 3389 w 6343"/>
                  <a:gd name="connsiteY0" fmla="*/ 6553 h 6345"/>
                  <a:gd name="connsiteX1" fmla="*/ 5632 w 6343"/>
                  <a:gd name="connsiteY1" fmla="*/ 5624 h 6345"/>
                  <a:gd name="connsiteX2" fmla="*/ 6561 w 6343"/>
                  <a:gd name="connsiteY2" fmla="*/ 3380 h 6345"/>
                  <a:gd name="connsiteX3" fmla="*/ 5632 w 6343"/>
                  <a:gd name="connsiteY3" fmla="*/ 1137 h 6345"/>
                  <a:gd name="connsiteX4" fmla="*/ 3389 w 6343"/>
                  <a:gd name="connsiteY4" fmla="*/ 208 h 6345"/>
                  <a:gd name="connsiteX5" fmla="*/ 1147 w 6343"/>
                  <a:gd name="connsiteY5" fmla="*/ 1137 h 6345"/>
                  <a:gd name="connsiteX6" fmla="*/ 218 w 6343"/>
                  <a:gd name="connsiteY6" fmla="*/ 3380 h 6345"/>
                  <a:gd name="connsiteX7" fmla="*/ 1147 w 6343"/>
                  <a:gd name="connsiteY7" fmla="*/ 5624 h 6345"/>
                  <a:gd name="connsiteX8" fmla="*/ 3389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3"/>
                    </a:moveTo>
                    <a:cubicBezTo>
                      <a:pt x="4231" y="6553"/>
                      <a:pt x="5037" y="6219"/>
                      <a:pt x="5632" y="5624"/>
                    </a:cubicBezTo>
                    <a:cubicBezTo>
                      <a:pt x="6227" y="5029"/>
                      <a:pt x="6561" y="4222"/>
                      <a:pt x="6561" y="3380"/>
                    </a:cubicBezTo>
                    <a:cubicBezTo>
                      <a:pt x="6561" y="2539"/>
                      <a:pt x="6227" y="1732"/>
                      <a:pt x="5632" y="1137"/>
                    </a:cubicBezTo>
                    <a:cubicBezTo>
                      <a:pt x="5037" y="542"/>
                      <a:pt x="4231" y="208"/>
                      <a:pt x="3389" y="208"/>
                    </a:cubicBezTo>
                    <a:cubicBezTo>
                      <a:pt x="2548" y="208"/>
                      <a:pt x="1742" y="542"/>
                      <a:pt x="1147" y="1137"/>
                    </a:cubicBezTo>
                    <a:cubicBezTo>
                      <a:pt x="552" y="1732"/>
                      <a:pt x="218" y="2539"/>
                      <a:pt x="218" y="3380"/>
                    </a:cubicBezTo>
                    <a:cubicBezTo>
                      <a:pt x="218" y="4222"/>
                      <a:pt x="552" y="5029"/>
                      <a:pt x="1147" y="5624"/>
                    </a:cubicBezTo>
                    <a:cubicBezTo>
                      <a:pt x="1742" y="6219"/>
                      <a:pt x="2548" y="6553"/>
                      <a:pt x="3389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88" name="Freeform: Shape 4887">
                <a:extLst>
                  <a:ext uri="{FF2B5EF4-FFF2-40B4-BE49-F238E27FC236}">
                    <a16:creationId xmlns:a16="http://schemas.microsoft.com/office/drawing/2014/main" id="{C4B3A187-87B3-8280-9E2E-F112CC977F38}"/>
                  </a:ext>
                </a:extLst>
              </p:cNvPr>
              <p:cNvSpPr/>
              <p:nvPr/>
            </p:nvSpPr>
            <p:spPr>
              <a:xfrm>
                <a:off x="3615480" y="6111276"/>
                <a:ext cx="6343" cy="6345"/>
              </a:xfrm>
              <a:custGeom>
                <a:avLst/>
                <a:gdLst>
                  <a:gd name="connsiteX0" fmla="*/ 3389 w 6343"/>
                  <a:gd name="connsiteY0" fmla="*/ 6553 h 6345"/>
                  <a:gd name="connsiteX1" fmla="*/ 5632 w 6343"/>
                  <a:gd name="connsiteY1" fmla="*/ 5624 h 6345"/>
                  <a:gd name="connsiteX2" fmla="*/ 6561 w 6343"/>
                  <a:gd name="connsiteY2" fmla="*/ 3380 h 6345"/>
                  <a:gd name="connsiteX3" fmla="*/ 5632 w 6343"/>
                  <a:gd name="connsiteY3" fmla="*/ 1137 h 6345"/>
                  <a:gd name="connsiteX4" fmla="*/ 3389 w 6343"/>
                  <a:gd name="connsiteY4" fmla="*/ 207 h 6345"/>
                  <a:gd name="connsiteX5" fmla="*/ 1147 w 6343"/>
                  <a:gd name="connsiteY5" fmla="*/ 1137 h 6345"/>
                  <a:gd name="connsiteX6" fmla="*/ 218 w 6343"/>
                  <a:gd name="connsiteY6" fmla="*/ 3380 h 6345"/>
                  <a:gd name="connsiteX7" fmla="*/ 1147 w 6343"/>
                  <a:gd name="connsiteY7" fmla="*/ 5624 h 6345"/>
                  <a:gd name="connsiteX8" fmla="*/ 3389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3"/>
                    </a:moveTo>
                    <a:cubicBezTo>
                      <a:pt x="4230" y="6553"/>
                      <a:pt x="5037" y="6218"/>
                      <a:pt x="5632" y="5624"/>
                    </a:cubicBezTo>
                    <a:cubicBezTo>
                      <a:pt x="6227" y="5029"/>
                      <a:pt x="6561" y="4221"/>
                      <a:pt x="6561" y="3380"/>
                    </a:cubicBezTo>
                    <a:cubicBezTo>
                      <a:pt x="6561" y="2539"/>
                      <a:pt x="6227" y="1732"/>
                      <a:pt x="5632" y="1137"/>
                    </a:cubicBezTo>
                    <a:cubicBezTo>
                      <a:pt x="5037" y="542"/>
                      <a:pt x="4230" y="207"/>
                      <a:pt x="3389" y="207"/>
                    </a:cubicBezTo>
                    <a:cubicBezTo>
                      <a:pt x="2548" y="207"/>
                      <a:pt x="1741" y="542"/>
                      <a:pt x="1147" y="1137"/>
                    </a:cubicBezTo>
                    <a:cubicBezTo>
                      <a:pt x="552" y="1732"/>
                      <a:pt x="218" y="2539"/>
                      <a:pt x="218" y="3380"/>
                    </a:cubicBezTo>
                    <a:cubicBezTo>
                      <a:pt x="218" y="4221"/>
                      <a:pt x="552" y="5029"/>
                      <a:pt x="1147" y="5624"/>
                    </a:cubicBezTo>
                    <a:cubicBezTo>
                      <a:pt x="1741" y="6218"/>
                      <a:pt x="2548" y="6553"/>
                      <a:pt x="3389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89" name="Freeform: Shape 4888">
                <a:extLst>
                  <a:ext uri="{FF2B5EF4-FFF2-40B4-BE49-F238E27FC236}">
                    <a16:creationId xmlns:a16="http://schemas.microsoft.com/office/drawing/2014/main" id="{6055AA2C-AC70-668D-F99E-9CEB7FDC6DB2}"/>
                  </a:ext>
                </a:extLst>
              </p:cNvPr>
              <p:cNvSpPr/>
              <p:nvPr/>
            </p:nvSpPr>
            <p:spPr>
              <a:xfrm>
                <a:off x="3612670" y="6110422"/>
                <a:ext cx="6343" cy="6345"/>
              </a:xfrm>
              <a:custGeom>
                <a:avLst/>
                <a:gdLst>
                  <a:gd name="connsiteX0" fmla="*/ 3389 w 6343"/>
                  <a:gd name="connsiteY0" fmla="*/ 6553 h 6345"/>
                  <a:gd name="connsiteX1" fmla="*/ 5632 w 6343"/>
                  <a:gd name="connsiteY1" fmla="*/ 5623 h 6345"/>
                  <a:gd name="connsiteX2" fmla="*/ 6561 w 6343"/>
                  <a:gd name="connsiteY2" fmla="*/ 3380 h 6345"/>
                  <a:gd name="connsiteX3" fmla="*/ 5632 w 6343"/>
                  <a:gd name="connsiteY3" fmla="*/ 1137 h 6345"/>
                  <a:gd name="connsiteX4" fmla="*/ 3389 w 6343"/>
                  <a:gd name="connsiteY4" fmla="*/ 207 h 6345"/>
                  <a:gd name="connsiteX5" fmla="*/ 1147 w 6343"/>
                  <a:gd name="connsiteY5" fmla="*/ 1137 h 6345"/>
                  <a:gd name="connsiteX6" fmla="*/ 218 w 6343"/>
                  <a:gd name="connsiteY6" fmla="*/ 3380 h 6345"/>
                  <a:gd name="connsiteX7" fmla="*/ 1147 w 6343"/>
                  <a:gd name="connsiteY7" fmla="*/ 5623 h 6345"/>
                  <a:gd name="connsiteX8" fmla="*/ 3389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3"/>
                    </a:moveTo>
                    <a:cubicBezTo>
                      <a:pt x="4230" y="6553"/>
                      <a:pt x="5037" y="6218"/>
                      <a:pt x="5632" y="5623"/>
                    </a:cubicBezTo>
                    <a:cubicBezTo>
                      <a:pt x="6227" y="5028"/>
                      <a:pt x="6561" y="4221"/>
                      <a:pt x="6561" y="3380"/>
                    </a:cubicBezTo>
                    <a:cubicBezTo>
                      <a:pt x="6561" y="2539"/>
                      <a:pt x="6227" y="1732"/>
                      <a:pt x="5632" y="1137"/>
                    </a:cubicBezTo>
                    <a:cubicBezTo>
                      <a:pt x="5037" y="542"/>
                      <a:pt x="4230" y="207"/>
                      <a:pt x="3389" y="207"/>
                    </a:cubicBezTo>
                    <a:cubicBezTo>
                      <a:pt x="2548" y="207"/>
                      <a:pt x="1741" y="542"/>
                      <a:pt x="1147" y="1137"/>
                    </a:cubicBezTo>
                    <a:cubicBezTo>
                      <a:pt x="552" y="1732"/>
                      <a:pt x="218" y="2539"/>
                      <a:pt x="218" y="3380"/>
                    </a:cubicBezTo>
                    <a:cubicBezTo>
                      <a:pt x="218" y="4221"/>
                      <a:pt x="552" y="5028"/>
                      <a:pt x="1147" y="5623"/>
                    </a:cubicBezTo>
                    <a:cubicBezTo>
                      <a:pt x="1741" y="6218"/>
                      <a:pt x="2548" y="6553"/>
                      <a:pt x="3389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90" name="Freeform: Shape 4889">
                <a:extLst>
                  <a:ext uri="{FF2B5EF4-FFF2-40B4-BE49-F238E27FC236}">
                    <a16:creationId xmlns:a16="http://schemas.microsoft.com/office/drawing/2014/main" id="{95DBA952-BA8C-D79B-1CCC-925F2D51F890}"/>
                  </a:ext>
                </a:extLst>
              </p:cNvPr>
              <p:cNvSpPr/>
              <p:nvPr/>
            </p:nvSpPr>
            <p:spPr>
              <a:xfrm>
                <a:off x="3609156" y="6110549"/>
                <a:ext cx="6343" cy="6345"/>
              </a:xfrm>
              <a:custGeom>
                <a:avLst/>
                <a:gdLst>
                  <a:gd name="connsiteX0" fmla="*/ 3389 w 6343"/>
                  <a:gd name="connsiteY0" fmla="*/ 6553 h 6345"/>
                  <a:gd name="connsiteX1" fmla="*/ 5632 w 6343"/>
                  <a:gd name="connsiteY1" fmla="*/ 5623 h 6345"/>
                  <a:gd name="connsiteX2" fmla="*/ 6560 w 6343"/>
                  <a:gd name="connsiteY2" fmla="*/ 3380 h 6345"/>
                  <a:gd name="connsiteX3" fmla="*/ 5632 w 6343"/>
                  <a:gd name="connsiteY3" fmla="*/ 1137 h 6345"/>
                  <a:gd name="connsiteX4" fmla="*/ 3389 w 6343"/>
                  <a:gd name="connsiteY4" fmla="*/ 207 h 6345"/>
                  <a:gd name="connsiteX5" fmla="*/ 1146 w 6343"/>
                  <a:gd name="connsiteY5" fmla="*/ 1137 h 6345"/>
                  <a:gd name="connsiteX6" fmla="*/ 217 w 6343"/>
                  <a:gd name="connsiteY6" fmla="*/ 3380 h 6345"/>
                  <a:gd name="connsiteX7" fmla="*/ 1146 w 6343"/>
                  <a:gd name="connsiteY7" fmla="*/ 5623 h 6345"/>
                  <a:gd name="connsiteX8" fmla="*/ 3389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3"/>
                    </a:moveTo>
                    <a:cubicBezTo>
                      <a:pt x="4230" y="6553"/>
                      <a:pt x="5037" y="6218"/>
                      <a:pt x="5632" y="5623"/>
                    </a:cubicBezTo>
                    <a:cubicBezTo>
                      <a:pt x="6226" y="5029"/>
                      <a:pt x="6560" y="4221"/>
                      <a:pt x="6560" y="3380"/>
                    </a:cubicBezTo>
                    <a:cubicBezTo>
                      <a:pt x="6560" y="2539"/>
                      <a:pt x="6226" y="1732"/>
                      <a:pt x="5632" y="1137"/>
                    </a:cubicBezTo>
                    <a:cubicBezTo>
                      <a:pt x="5037" y="542"/>
                      <a:pt x="4230" y="207"/>
                      <a:pt x="3389" y="207"/>
                    </a:cubicBezTo>
                    <a:cubicBezTo>
                      <a:pt x="2548" y="207"/>
                      <a:pt x="1741" y="542"/>
                      <a:pt x="1146" y="1137"/>
                    </a:cubicBezTo>
                    <a:cubicBezTo>
                      <a:pt x="552" y="1732"/>
                      <a:pt x="217" y="2539"/>
                      <a:pt x="217" y="3380"/>
                    </a:cubicBezTo>
                    <a:cubicBezTo>
                      <a:pt x="217" y="4221"/>
                      <a:pt x="552" y="5029"/>
                      <a:pt x="1146" y="5623"/>
                    </a:cubicBezTo>
                    <a:cubicBezTo>
                      <a:pt x="1741" y="6218"/>
                      <a:pt x="2548" y="6553"/>
                      <a:pt x="3389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91" name="Freeform: Shape 4890">
                <a:extLst>
                  <a:ext uri="{FF2B5EF4-FFF2-40B4-BE49-F238E27FC236}">
                    <a16:creationId xmlns:a16="http://schemas.microsoft.com/office/drawing/2014/main" id="{CC568C33-1896-1206-CC21-F466AEB3BE30}"/>
                  </a:ext>
                </a:extLst>
              </p:cNvPr>
              <p:cNvSpPr/>
              <p:nvPr/>
            </p:nvSpPr>
            <p:spPr>
              <a:xfrm>
                <a:off x="3631132" y="6041914"/>
                <a:ext cx="6343" cy="6345"/>
              </a:xfrm>
              <a:custGeom>
                <a:avLst/>
                <a:gdLst>
                  <a:gd name="connsiteX0" fmla="*/ 3391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1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1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47"/>
                    </a:moveTo>
                    <a:cubicBezTo>
                      <a:pt x="4232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2" y="202"/>
                      <a:pt x="3391" y="202"/>
                    </a:cubicBezTo>
                    <a:cubicBezTo>
                      <a:pt x="2549" y="202"/>
                      <a:pt x="1743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3" y="6213"/>
                      <a:pt x="2549" y="6547"/>
                      <a:pt x="3391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92" name="Freeform: Shape 4891">
                <a:extLst>
                  <a:ext uri="{FF2B5EF4-FFF2-40B4-BE49-F238E27FC236}">
                    <a16:creationId xmlns:a16="http://schemas.microsoft.com/office/drawing/2014/main" id="{AB74AE0A-AE73-4139-D01D-BFF281222F81}"/>
                  </a:ext>
                </a:extLst>
              </p:cNvPr>
              <p:cNvSpPr/>
              <p:nvPr/>
            </p:nvSpPr>
            <p:spPr>
              <a:xfrm>
                <a:off x="3628787" y="6041012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2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2" y="202"/>
                      <a:pt x="3390" y="202"/>
                    </a:cubicBezTo>
                    <a:cubicBezTo>
                      <a:pt x="2549" y="202"/>
                      <a:pt x="1743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3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93" name="Freeform: Shape 4892">
                <a:extLst>
                  <a:ext uri="{FF2B5EF4-FFF2-40B4-BE49-F238E27FC236}">
                    <a16:creationId xmlns:a16="http://schemas.microsoft.com/office/drawing/2014/main" id="{8ADDDC18-A4DD-40C0-95C7-9DC9C198B55E}"/>
                  </a:ext>
                </a:extLst>
              </p:cNvPr>
              <p:cNvSpPr/>
              <p:nvPr/>
            </p:nvSpPr>
            <p:spPr>
              <a:xfrm>
                <a:off x="3626326" y="6040238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4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4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4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94" name="Freeform: Shape 4893">
                <a:extLst>
                  <a:ext uri="{FF2B5EF4-FFF2-40B4-BE49-F238E27FC236}">
                    <a16:creationId xmlns:a16="http://schemas.microsoft.com/office/drawing/2014/main" id="{E1FFC575-6121-537D-527A-DA4A87971E0C}"/>
                  </a:ext>
                </a:extLst>
              </p:cNvPr>
              <p:cNvSpPr/>
              <p:nvPr/>
            </p:nvSpPr>
            <p:spPr>
              <a:xfrm>
                <a:off x="3619833" y="5765314"/>
                <a:ext cx="6343" cy="6345"/>
              </a:xfrm>
              <a:custGeom>
                <a:avLst/>
                <a:gdLst>
                  <a:gd name="connsiteX0" fmla="*/ 3390 w 6343"/>
                  <a:gd name="connsiteY0" fmla="*/ 6526 h 6345"/>
                  <a:gd name="connsiteX1" fmla="*/ 5632 w 6343"/>
                  <a:gd name="connsiteY1" fmla="*/ 5596 h 6345"/>
                  <a:gd name="connsiteX2" fmla="*/ 6561 w 6343"/>
                  <a:gd name="connsiteY2" fmla="*/ 3353 h 6345"/>
                  <a:gd name="connsiteX3" fmla="*/ 5632 w 6343"/>
                  <a:gd name="connsiteY3" fmla="*/ 1109 h 6345"/>
                  <a:gd name="connsiteX4" fmla="*/ 3390 w 6343"/>
                  <a:gd name="connsiteY4" fmla="*/ 180 h 6345"/>
                  <a:gd name="connsiteX5" fmla="*/ 1147 w 6343"/>
                  <a:gd name="connsiteY5" fmla="*/ 1109 h 6345"/>
                  <a:gd name="connsiteX6" fmla="*/ 218 w 6343"/>
                  <a:gd name="connsiteY6" fmla="*/ 3353 h 6345"/>
                  <a:gd name="connsiteX7" fmla="*/ 1147 w 6343"/>
                  <a:gd name="connsiteY7" fmla="*/ 5596 h 6345"/>
                  <a:gd name="connsiteX8" fmla="*/ 3390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6"/>
                    </a:moveTo>
                    <a:cubicBezTo>
                      <a:pt x="4231" y="6526"/>
                      <a:pt x="5038" y="6191"/>
                      <a:pt x="5632" y="5596"/>
                    </a:cubicBezTo>
                    <a:cubicBezTo>
                      <a:pt x="6227" y="5001"/>
                      <a:pt x="6561" y="4194"/>
                      <a:pt x="6561" y="3353"/>
                    </a:cubicBezTo>
                    <a:cubicBezTo>
                      <a:pt x="6561" y="2511"/>
                      <a:pt x="6227" y="1704"/>
                      <a:pt x="5632" y="1109"/>
                    </a:cubicBezTo>
                    <a:cubicBezTo>
                      <a:pt x="5038" y="514"/>
                      <a:pt x="4231" y="180"/>
                      <a:pt x="3390" y="180"/>
                    </a:cubicBezTo>
                    <a:cubicBezTo>
                      <a:pt x="2549" y="180"/>
                      <a:pt x="1742" y="514"/>
                      <a:pt x="1147" y="1109"/>
                    </a:cubicBezTo>
                    <a:cubicBezTo>
                      <a:pt x="552" y="1704"/>
                      <a:pt x="218" y="2511"/>
                      <a:pt x="218" y="3353"/>
                    </a:cubicBezTo>
                    <a:cubicBezTo>
                      <a:pt x="218" y="4194"/>
                      <a:pt x="552" y="5001"/>
                      <a:pt x="1147" y="5596"/>
                    </a:cubicBezTo>
                    <a:cubicBezTo>
                      <a:pt x="1742" y="6191"/>
                      <a:pt x="2549" y="6526"/>
                      <a:pt x="3390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95" name="Freeform: Shape 4894">
                <a:extLst>
                  <a:ext uri="{FF2B5EF4-FFF2-40B4-BE49-F238E27FC236}">
                    <a16:creationId xmlns:a16="http://schemas.microsoft.com/office/drawing/2014/main" id="{32AABA51-6B8E-E165-9CC6-C02C942017E6}"/>
                  </a:ext>
                </a:extLst>
              </p:cNvPr>
              <p:cNvSpPr/>
              <p:nvPr/>
            </p:nvSpPr>
            <p:spPr>
              <a:xfrm>
                <a:off x="3618954" y="5763837"/>
                <a:ext cx="6343" cy="6345"/>
              </a:xfrm>
              <a:custGeom>
                <a:avLst/>
                <a:gdLst>
                  <a:gd name="connsiteX0" fmla="*/ 3390 w 6343"/>
                  <a:gd name="connsiteY0" fmla="*/ 6525 h 6345"/>
                  <a:gd name="connsiteX1" fmla="*/ 5632 w 6343"/>
                  <a:gd name="connsiteY1" fmla="*/ 5596 h 6345"/>
                  <a:gd name="connsiteX2" fmla="*/ 6561 w 6343"/>
                  <a:gd name="connsiteY2" fmla="*/ 3353 h 6345"/>
                  <a:gd name="connsiteX3" fmla="*/ 5632 w 6343"/>
                  <a:gd name="connsiteY3" fmla="*/ 1109 h 6345"/>
                  <a:gd name="connsiteX4" fmla="*/ 3390 w 6343"/>
                  <a:gd name="connsiteY4" fmla="*/ 180 h 6345"/>
                  <a:gd name="connsiteX5" fmla="*/ 1147 w 6343"/>
                  <a:gd name="connsiteY5" fmla="*/ 1109 h 6345"/>
                  <a:gd name="connsiteX6" fmla="*/ 218 w 6343"/>
                  <a:gd name="connsiteY6" fmla="*/ 3353 h 6345"/>
                  <a:gd name="connsiteX7" fmla="*/ 1147 w 6343"/>
                  <a:gd name="connsiteY7" fmla="*/ 5596 h 6345"/>
                  <a:gd name="connsiteX8" fmla="*/ 339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5"/>
                    </a:moveTo>
                    <a:cubicBezTo>
                      <a:pt x="4231" y="6525"/>
                      <a:pt x="5038" y="6191"/>
                      <a:pt x="5632" y="5596"/>
                    </a:cubicBezTo>
                    <a:cubicBezTo>
                      <a:pt x="6227" y="5001"/>
                      <a:pt x="6561" y="4194"/>
                      <a:pt x="6561" y="3353"/>
                    </a:cubicBezTo>
                    <a:cubicBezTo>
                      <a:pt x="6561" y="2511"/>
                      <a:pt x="6227" y="1704"/>
                      <a:pt x="5632" y="1109"/>
                    </a:cubicBezTo>
                    <a:cubicBezTo>
                      <a:pt x="5038" y="514"/>
                      <a:pt x="4231" y="180"/>
                      <a:pt x="3390" y="180"/>
                    </a:cubicBezTo>
                    <a:cubicBezTo>
                      <a:pt x="2549" y="180"/>
                      <a:pt x="1742" y="514"/>
                      <a:pt x="1147" y="1109"/>
                    </a:cubicBezTo>
                    <a:cubicBezTo>
                      <a:pt x="552" y="1704"/>
                      <a:pt x="218" y="2511"/>
                      <a:pt x="218" y="3353"/>
                    </a:cubicBezTo>
                    <a:cubicBezTo>
                      <a:pt x="218" y="4194"/>
                      <a:pt x="552" y="5001"/>
                      <a:pt x="1147" y="5596"/>
                    </a:cubicBezTo>
                    <a:cubicBezTo>
                      <a:pt x="1742" y="6191"/>
                      <a:pt x="2549" y="6525"/>
                      <a:pt x="339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96" name="Freeform: Shape 4895">
                <a:extLst>
                  <a:ext uri="{FF2B5EF4-FFF2-40B4-BE49-F238E27FC236}">
                    <a16:creationId xmlns:a16="http://schemas.microsoft.com/office/drawing/2014/main" id="{88924121-6775-EE2C-48F5-A920DAAFDBB1}"/>
                  </a:ext>
                </a:extLst>
              </p:cNvPr>
              <p:cNvSpPr/>
              <p:nvPr/>
            </p:nvSpPr>
            <p:spPr>
              <a:xfrm>
                <a:off x="3618673" y="5760711"/>
                <a:ext cx="6343" cy="6345"/>
              </a:xfrm>
              <a:custGeom>
                <a:avLst/>
                <a:gdLst>
                  <a:gd name="connsiteX0" fmla="*/ 3390 w 6343"/>
                  <a:gd name="connsiteY0" fmla="*/ 6525 h 6345"/>
                  <a:gd name="connsiteX1" fmla="*/ 5632 w 6343"/>
                  <a:gd name="connsiteY1" fmla="*/ 5596 h 6345"/>
                  <a:gd name="connsiteX2" fmla="*/ 6561 w 6343"/>
                  <a:gd name="connsiteY2" fmla="*/ 3352 h 6345"/>
                  <a:gd name="connsiteX3" fmla="*/ 5632 w 6343"/>
                  <a:gd name="connsiteY3" fmla="*/ 1109 h 6345"/>
                  <a:gd name="connsiteX4" fmla="*/ 3390 w 6343"/>
                  <a:gd name="connsiteY4" fmla="*/ 180 h 6345"/>
                  <a:gd name="connsiteX5" fmla="*/ 1147 w 6343"/>
                  <a:gd name="connsiteY5" fmla="*/ 1109 h 6345"/>
                  <a:gd name="connsiteX6" fmla="*/ 218 w 6343"/>
                  <a:gd name="connsiteY6" fmla="*/ 3352 h 6345"/>
                  <a:gd name="connsiteX7" fmla="*/ 1147 w 6343"/>
                  <a:gd name="connsiteY7" fmla="*/ 5596 h 6345"/>
                  <a:gd name="connsiteX8" fmla="*/ 339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5"/>
                    </a:moveTo>
                    <a:cubicBezTo>
                      <a:pt x="4231" y="6525"/>
                      <a:pt x="5038" y="6191"/>
                      <a:pt x="5632" y="5596"/>
                    </a:cubicBezTo>
                    <a:cubicBezTo>
                      <a:pt x="6227" y="5001"/>
                      <a:pt x="6561" y="4194"/>
                      <a:pt x="6561" y="3352"/>
                    </a:cubicBezTo>
                    <a:cubicBezTo>
                      <a:pt x="6561" y="2511"/>
                      <a:pt x="6227" y="1704"/>
                      <a:pt x="5632" y="1109"/>
                    </a:cubicBezTo>
                    <a:cubicBezTo>
                      <a:pt x="5038" y="514"/>
                      <a:pt x="4231" y="180"/>
                      <a:pt x="3390" y="180"/>
                    </a:cubicBezTo>
                    <a:cubicBezTo>
                      <a:pt x="2549" y="180"/>
                      <a:pt x="1742" y="514"/>
                      <a:pt x="1147" y="1109"/>
                    </a:cubicBezTo>
                    <a:cubicBezTo>
                      <a:pt x="552" y="1704"/>
                      <a:pt x="218" y="2511"/>
                      <a:pt x="218" y="3352"/>
                    </a:cubicBezTo>
                    <a:cubicBezTo>
                      <a:pt x="218" y="4194"/>
                      <a:pt x="552" y="5001"/>
                      <a:pt x="1147" y="5596"/>
                    </a:cubicBezTo>
                    <a:cubicBezTo>
                      <a:pt x="1742" y="6191"/>
                      <a:pt x="2549" y="6525"/>
                      <a:pt x="339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97" name="Freeform: Shape 4896">
                <a:extLst>
                  <a:ext uri="{FF2B5EF4-FFF2-40B4-BE49-F238E27FC236}">
                    <a16:creationId xmlns:a16="http://schemas.microsoft.com/office/drawing/2014/main" id="{E80C9416-946E-FEF0-7668-A7482F686B1D}"/>
                  </a:ext>
                </a:extLst>
              </p:cNvPr>
              <p:cNvSpPr/>
              <p:nvPr/>
            </p:nvSpPr>
            <p:spPr>
              <a:xfrm>
                <a:off x="3619040" y="5759101"/>
                <a:ext cx="6343" cy="6345"/>
              </a:xfrm>
              <a:custGeom>
                <a:avLst/>
                <a:gdLst>
                  <a:gd name="connsiteX0" fmla="*/ 3390 w 6343"/>
                  <a:gd name="connsiteY0" fmla="*/ 6525 h 6345"/>
                  <a:gd name="connsiteX1" fmla="*/ 5632 w 6343"/>
                  <a:gd name="connsiteY1" fmla="*/ 5596 h 6345"/>
                  <a:gd name="connsiteX2" fmla="*/ 6561 w 6343"/>
                  <a:gd name="connsiteY2" fmla="*/ 3352 h 6345"/>
                  <a:gd name="connsiteX3" fmla="*/ 5632 w 6343"/>
                  <a:gd name="connsiteY3" fmla="*/ 1109 h 6345"/>
                  <a:gd name="connsiteX4" fmla="*/ 3390 w 6343"/>
                  <a:gd name="connsiteY4" fmla="*/ 180 h 6345"/>
                  <a:gd name="connsiteX5" fmla="*/ 1147 w 6343"/>
                  <a:gd name="connsiteY5" fmla="*/ 1109 h 6345"/>
                  <a:gd name="connsiteX6" fmla="*/ 218 w 6343"/>
                  <a:gd name="connsiteY6" fmla="*/ 3352 h 6345"/>
                  <a:gd name="connsiteX7" fmla="*/ 1147 w 6343"/>
                  <a:gd name="connsiteY7" fmla="*/ 5596 h 6345"/>
                  <a:gd name="connsiteX8" fmla="*/ 339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5"/>
                    </a:moveTo>
                    <a:cubicBezTo>
                      <a:pt x="4231" y="6525"/>
                      <a:pt x="5038" y="6191"/>
                      <a:pt x="5632" y="5596"/>
                    </a:cubicBezTo>
                    <a:cubicBezTo>
                      <a:pt x="6227" y="5001"/>
                      <a:pt x="6561" y="4194"/>
                      <a:pt x="6561" y="3352"/>
                    </a:cubicBezTo>
                    <a:cubicBezTo>
                      <a:pt x="6561" y="2511"/>
                      <a:pt x="6227" y="1704"/>
                      <a:pt x="5632" y="1109"/>
                    </a:cubicBezTo>
                    <a:cubicBezTo>
                      <a:pt x="5038" y="514"/>
                      <a:pt x="4231" y="180"/>
                      <a:pt x="3390" y="180"/>
                    </a:cubicBezTo>
                    <a:cubicBezTo>
                      <a:pt x="2549" y="180"/>
                      <a:pt x="1742" y="514"/>
                      <a:pt x="1147" y="1109"/>
                    </a:cubicBezTo>
                    <a:cubicBezTo>
                      <a:pt x="552" y="1704"/>
                      <a:pt x="218" y="2511"/>
                      <a:pt x="218" y="3352"/>
                    </a:cubicBezTo>
                    <a:cubicBezTo>
                      <a:pt x="218" y="4194"/>
                      <a:pt x="552" y="5001"/>
                      <a:pt x="1147" y="5596"/>
                    </a:cubicBezTo>
                    <a:cubicBezTo>
                      <a:pt x="1742" y="6191"/>
                      <a:pt x="2549" y="6525"/>
                      <a:pt x="339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98" name="Freeform: Shape 4897">
                <a:extLst>
                  <a:ext uri="{FF2B5EF4-FFF2-40B4-BE49-F238E27FC236}">
                    <a16:creationId xmlns:a16="http://schemas.microsoft.com/office/drawing/2014/main" id="{B5EDC2E9-D172-7B4E-7FBF-D6423B11853C}"/>
                  </a:ext>
                </a:extLst>
              </p:cNvPr>
              <p:cNvSpPr/>
              <p:nvPr/>
            </p:nvSpPr>
            <p:spPr>
              <a:xfrm>
                <a:off x="3619463" y="5757493"/>
                <a:ext cx="6343" cy="6345"/>
              </a:xfrm>
              <a:custGeom>
                <a:avLst/>
                <a:gdLst>
                  <a:gd name="connsiteX0" fmla="*/ 3390 w 6343"/>
                  <a:gd name="connsiteY0" fmla="*/ 6525 h 6345"/>
                  <a:gd name="connsiteX1" fmla="*/ 5632 w 6343"/>
                  <a:gd name="connsiteY1" fmla="*/ 5596 h 6345"/>
                  <a:gd name="connsiteX2" fmla="*/ 6561 w 6343"/>
                  <a:gd name="connsiteY2" fmla="*/ 3352 h 6345"/>
                  <a:gd name="connsiteX3" fmla="*/ 5632 w 6343"/>
                  <a:gd name="connsiteY3" fmla="*/ 1109 h 6345"/>
                  <a:gd name="connsiteX4" fmla="*/ 3390 w 6343"/>
                  <a:gd name="connsiteY4" fmla="*/ 180 h 6345"/>
                  <a:gd name="connsiteX5" fmla="*/ 1147 w 6343"/>
                  <a:gd name="connsiteY5" fmla="*/ 1109 h 6345"/>
                  <a:gd name="connsiteX6" fmla="*/ 218 w 6343"/>
                  <a:gd name="connsiteY6" fmla="*/ 3352 h 6345"/>
                  <a:gd name="connsiteX7" fmla="*/ 1147 w 6343"/>
                  <a:gd name="connsiteY7" fmla="*/ 5596 h 6345"/>
                  <a:gd name="connsiteX8" fmla="*/ 339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5"/>
                    </a:moveTo>
                    <a:cubicBezTo>
                      <a:pt x="4231" y="6525"/>
                      <a:pt x="5038" y="6191"/>
                      <a:pt x="5632" y="5596"/>
                    </a:cubicBezTo>
                    <a:cubicBezTo>
                      <a:pt x="6227" y="5001"/>
                      <a:pt x="6561" y="4194"/>
                      <a:pt x="6561" y="3352"/>
                    </a:cubicBezTo>
                    <a:cubicBezTo>
                      <a:pt x="6561" y="2511"/>
                      <a:pt x="6227" y="1704"/>
                      <a:pt x="5632" y="1109"/>
                    </a:cubicBezTo>
                    <a:cubicBezTo>
                      <a:pt x="5038" y="514"/>
                      <a:pt x="4231" y="180"/>
                      <a:pt x="3390" y="180"/>
                    </a:cubicBezTo>
                    <a:cubicBezTo>
                      <a:pt x="2549" y="180"/>
                      <a:pt x="1742" y="514"/>
                      <a:pt x="1147" y="1109"/>
                    </a:cubicBezTo>
                    <a:cubicBezTo>
                      <a:pt x="552" y="1704"/>
                      <a:pt x="218" y="2511"/>
                      <a:pt x="218" y="3352"/>
                    </a:cubicBezTo>
                    <a:cubicBezTo>
                      <a:pt x="218" y="4194"/>
                      <a:pt x="552" y="5001"/>
                      <a:pt x="1147" y="5596"/>
                    </a:cubicBezTo>
                    <a:cubicBezTo>
                      <a:pt x="1742" y="6191"/>
                      <a:pt x="2549" y="6525"/>
                      <a:pt x="339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899" name="Freeform: Shape 4898">
                <a:extLst>
                  <a:ext uri="{FF2B5EF4-FFF2-40B4-BE49-F238E27FC236}">
                    <a16:creationId xmlns:a16="http://schemas.microsoft.com/office/drawing/2014/main" id="{A5DFA7B8-F0A5-DD80-95F6-1C35FAE3BA24}"/>
                  </a:ext>
                </a:extLst>
              </p:cNvPr>
              <p:cNvSpPr/>
              <p:nvPr/>
            </p:nvSpPr>
            <p:spPr>
              <a:xfrm>
                <a:off x="3574995" y="5759480"/>
                <a:ext cx="6343" cy="6345"/>
              </a:xfrm>
              <a:custGeom>
                <a:avLst/>
                <a:gdLst>
                  <a:gd name="connsiteX0" fmla="*/ 3386 w 6343"/>
                  <a:gd name="connsiteY0" fmla="*/ 6525 h 6345"/>
                  <a:gd name="connsiteX1" fmla="*/ 5629 w 6343"/>
                  <a:gd name="connsiteY1" fmla="*/ 5596 h 6345"/>
                  <a:gd name="connsiteX2" fmla="*/ 6558 w 6343"/>
                  <a:gd name="connsiteY2" fmla="*/ 3352 h 6345"/>
                  <a:gd name="connsiteX3" fmla="*/ 5629 w 6343"/>
                  <a:gd name="connsiteY3" fmla="*/ 1109 h 6345"/>
                  <a:gd name="connsiteX4" fmla="*/ 3386 w 6343"/>
                  <a:gd name="connsiteY4" fmla="*/ 180 h 6345"/>
                  <a:gd name="connsiteX5" fmla="*/ 1144 w 6343"/>
                  <a:gd name="connsiteY5" fmla="*/ 1109 h 6345"/>
                  <a:gd name="connsiteX6" fmla="*/ 215 w 6343"/>
                  <a:gd name="connsiteY6" fmla="*/ 3352 h 6345"/>
                  <a:gd name="connsiteX7" fmla="*/ 1144 w 6343"/>
                  <a:gd name="connsiteY7" fmla="*/ 5596 h 6345"/>
                  <a:gd name="connsiteX8" fmla="*/ 3386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5"/>
                    </a:moveTo>
                    <a:cubicBezTo>
                      <a:pt x="4227" y="6525"/>
                      <a:pt x="5034" y="6191"/>
                      <a:pt x="5629" y="5596"/>
                    </a:cubicBezTo>
                    <a:cubicBezTo>
                      <a:pt x="6224" y="5001"/>
                      <a:pt x="6558" y="4194"/>
                      <a:pt x="6558" y="3352"/>
                    </a:cubicBezTo>
                    <a:cubicBezTo>
                      <a:pt x="6558" y="2511"/>
                      <a:pt x="6224" y="1704"/>
                      <a:pt x="5629" y="1109"/>
                    </a:cubicBezTo>
                    <a:cubicBezTo>
                      <a:pt x="5034" y="514"/>
                      <a:pt x="4227" y="180"/>
                      <a:pt x="3386" y="180"/>
                    </a:cubicBezTo>
                    <a:cubicBezTo>
                      <a:pt x="2545" y="180"/>
                      <a:pt x="1738" y="514"/>
                      <a:pt x="1144" y="1109"/>
                    </a:cubicBezTo>
                    <a:cubicBezTo>
                      <a:pt x="549" y="1704"/>
                      <a:pt x="215" y="2511"/>
                      <a:pt x="215" y="3352"/>
                    </a:cubicBezTo>
                    <a:cubicBezTo>
                      <a:pt x="215" y="4194"/>
                      <a:pt x="549" y="5001"/>
                      <a:pt x="1144" y="5596"/>
                    </a:cubicBezTo>
                    <a:cubicBezTo>
                      <a:pt x="1738" y="6191"/>
                      <a:pt x="2545" y="6525"/>
                      <a:pt x="3386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00" name="Freeform: Shape 4899">
                <a:extLst>
                  <a:ext uri="{FF2B5EF4-FFF2-40B4-BE49-F238E27FC236}">
                    <a16:creationId xmlns:a16="http://schemas.microsoft.com/office/drawing/2014/main" id="{33340E3B-D5D3-C8B2-6E7E-292A882F5AB0}"/>
                  </a:ext>
                </a:extLst>
              </p:cNvPr>
              <p:cNvSpPr/>
              <p:nvPr/>
            </p:nvSpPr>
            <p:spPr>
              <a:xfrm>
                <a:off x="3624471" y="5753990"/>
                <a:ext cx="6343" cy="6345"/>
              </a:xfrm>
              <a:custGeom>
                <a:avLst/>
                <a:gdLst>
                  <a:gd name="connsiteX0" fmla="*/ 3390 w 6343"/>
                  <a:gd name="connsiteY0" fmla="*/ 6525 h 6345"/>
                  <a:gd name="connsiteX1" fmla="*/ 5633 w 6343"/>
                  <a:gd name="connsiteY1" fmla="*/ 5595 h 6345"/>
                  <a:gd name="connsiteX2" fmla="*/ 6562 w 6343"/>
                  <a:gd name="connsiteY2" fmla="*/ 3352 h 6345"/>
                  <a:gd name="connsiteX3" fmla="*/ 5633 w 6343"/>
                  <a:gd name="connsiteY3" fmla="*/ 1108 h 6345"/>
                  <a:gd name="connsiteX4" fmla="*/ 3390 w 6343"/>
                  <a:gd name="connsiteY4" fmla="*/ 179 h 6345"/>
                  <a:gd name="connsiteX5" fmla="*/ 1147 w 6343"/>
                  <a:gd name="connsiteY5" fmla="*/ 1108 h 6345"/>
                  <a:gd name="connsiteX6" fmla="*/ 219 w 6343"/>
                  <a:gd name="connsiteY6" fmla="*/ 3352 h 6345"/>
                  <a:gd name="connsiteX7" fmla="*/ 1147 w 6343"/>
                  <a:gd name="connsiteY7" fmla="*/ 5595 h 6345"/>
                  <a:gd name="connsiteX8" fmla="*/ 339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5"/>
                    </a:moveTo>
                    <a:cubicBezTo>
                      <a:pt x="4231" y="6525"/>
                      <a:pt x="5038" y="6190"/>
                      <a:pt x="5633" y="5595"/>
                    </a:cubicBezTo>
                    <a:cubicBezTo>
                      <a:pt x="6227" y="5000"/>
                      <a:pt x="6562" y="4193"/>
                      <a:pt x="6562" y="3352"/>
                    </a:cubicBezTo>
                    <a:cubicBezTo>
                      <a:pt x="6562" y="2511"/>
                      <a:pt x="6227" y="1703"/>
                      <a:pt x="5633" y="1108"/>
                    </a:cubicBezTo>
                    <a:cubicBezTo>
                      <a:pt x="5038" y="514"/>
                      <a:pt x="4231" y="179"/>
                      <a:pt x="3390" y="179"/>
                    </a:cubicBezTo>
                    <a:cubicBezTo>
                      <a:pt x="2549" y="179"/>
                      <a:pt x="1742" y="514"/>
                      <a:pt x="1147" y="1108"/>
                    </a:cubicBezTo>
                    <a:cubicBezTo>
                      <a:pt x="553" y="1703"/>
                      <a:pt x="219" y="2511"/>
                      <a:pt x="219" y="3352"/>
                    </a:cubicBezTo>
                    <a:cubicBezTo>
                      <a:pt x="219" y="4193"/>
                      <a:pt x="553" y="5000"/>
                      <a:pt x="1147" y="5595"/>
                    </a:cubicBezTo>
                    <a:cubicBezTo>
                      <a:pt x="1742" y="6190"/>
                      <a:pt x="2549" y="6525"/>
                      <a:pt x="339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01" name="Freeform: Shape 4900">
                <a:extLst>
                  <a:ext uri="{FF2B5EF4-FFF2-40B4-BE49-F238E27FC236}">
                    <a16:creationId xmlns:a16="http://schemas.microsoft.com/office/drawing/2014/main" id="{B5BF6005-A924-1596-D94D-86138AD17246}"/>
                  </a:ext>
                </a:extLst>
              </p:cNvPr>
              <p:cNvSpPr/>
              <p:nvPr/>
            </p:nvSpPr>
            <p:spPr>
              <a:xfrm>
                <a:off x="3625866" y="5752362"/>
                <a:ext cx="6343" cy="6345"/>
              </a:xfrm>
              <a:custGeom>
                <a:avLst/>
                <a:gdLst>
                  <a:gd name="connsiteX0" fmla="*/ 3390 w 6343"/>
                  <a:gd name="connsiteY0" fmla="*/ 6525 h 6345"/>
                  <a:gd name="connsiteX1" fmla="*/ 5633 w 6343"/>
                  <a:gd name="connsiteY1" fmla="*/ 5595 h 6345"/>
                  <a:gd name="connsiteX2" fmla="*/ 6562 w 6343"/>
                  <a:gd name="connsiteY2" fmla="*/ 3352 h 6345"/>
                  <a:gd name="connsiteX3" fmla="*/ 5633 w 6343"/>
                  <a:gd name="connsiteY3" fmla="*/ 1108 h 6345"/>
                  <a:gd name="connsiteX4" fmla="*/ 3390 w 6343"/>
                  <a:gd name="connsiteY4" fmla="*/ 179 h 6345"/>
                  <a:gd name="connsiteX5" fmla="*/ 1148 w 6343"/>
                  <a:gd name="connsiteY5" fmla="*/ 1108 h 6345"/>
                  <a:gd name="connsiteX6" fmla="*/ 219 w 6343"/>
                  <a:gd name="connsiteY6" fmla="*/ 3352 h 6345"/>
                  <a:gd name="connsiteX7" fmla="*/ 1148 w 6343"/>
                  <a:gd name="connsiteY7" fmla="*/ 5595 h 6345"/>
                  <a:gd name="connsiteX8" fmla="*/ 339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5"/>
                    </a:moveTo>
                    <a:cubicBezTo>
                      <a:pt x="4231" y="6525"/>
                      <a:pt x="5038" y="6190"/>
                      <a:pt x="5633" y="5595"/>
                    </a:cubicBezTo>
                    <a:cubicBezTo>
                      <a:pt x="6228" y="5000"/>
                      <a:pt x="6562" y="4193"/>
                      <a:pt x="6562" y="3352"/>
                    </a:cubicBezTo>
                    <a:cubicBezTo>
                      <a:pt x="6562" y="2510"/>
                      <a:pt x="6228" y="1703"/>
                      <a:pt x="5633" y="1108"/>
                    </a:cubicBezTo>
                    <a:cubicBezTo>
                      <a:pt x="5038" y="513"/>
                      <a:pt x="4231" y="179"/>
                      <a:pt x="3390" y="179"/>
                    </a:cubicBezTo>
                    <a:cubicBezTo>
                      <a:pt x="2549" y="179"/>
                      <a:pt x="1742" y="513"/>
                      <a:pt x="1148" y="1108"/>
                    </a:cubicBezTo>
                    <a:cubicBezTo>
                      <a:pt x="553" y="1703"/>
                      <a:pt x="219" y="2510"/>
                      <a:pt x="219" y="3352"/>
                    </a:cubicBezTo>
                    <a:cubicBezTo>
                      <a:pt x="219" y="4193"/>
                      <a:pt x="553" y="5000"/>
                      <a:pt x="1148" y="5595"/>
                    </a:cubicBezTo>
                    <a:cubicBezTo>
                      <a:pt x="1742" y="6190"/>
                      <a:pt x="2549" y="6525"/>
                      <a:pt x="339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02" name="Freeform: Shape 4901">
                <a:extLst>
                  <a:ext uri="{FF2B5EF4-FFF2-40B4-BE49-F238E27FC236}">
                    <a16:creationId xmlns:a16="http://schemas.microsoft.com/office/drawing/2014/main" id="{DE438975-BB13-8A1E-EF86-59CE05E3E412}"/>
                  </a:ext>
                </a:extLst>
              </p:cNvPr>
              <p:cNvSpPr/>
              <p:nvPr/>
            </p:nvSpPr>
            <p:spPr>
              <a:xfrm>
                <a:off x="3624875" y="5750899"/>
                <a:ext cx="6343" cy="6345"/>
              </a:xfrm>
              <a:custGeom>
                <a:avLst/>
                <a:gdLst>
                  <a:gd name="connsiteX0" fmla="*/ 3390 w 6343"/>
                  <a:gd name="connsiteY0" fmla="*/ 6524 h 6345"/>
                  <a:gd name="connsiteX1" fmla="*/ 5633 w 6343"/>
                  <a:gd name="connsiteY1" fmla="*/ 5595 h 6345"/>
                  <a:gd name="connsiteX2" fmla="*/ 6562 w 6343"/>
                  <a:gd name="connsiteY2" fmla="*/ 3352 h 6345"/>
                  <a:gd name="connsiteX3" fmla="*/ 5633 w 6343"/>
                  <a:gd name="connsiteY3" fmla="*/ 1108 h 6345"/>
                  <a:gd name="connsiteX4" fmla="*/ 3390 w 6343"/>
                  <a:gd name="connsiteY4" fmla="*/ 179 h 6345"/>
                  <a:gd name="connsiteX5" fmla="*/ 1147 w 6343"/>
                  <a:gd name="connsiteY5" fmla="*/ 1108 h 6345"/>
                  <a:gd name="connsiteX6" fmla="*/ 219 w 6343"/>
                  <a:gd name="connsiteY6" fmla="*/ 3352 h 6345"/>
                  <a:gd name="connsiteX7" fmla="*/ 1147 w 6343"/>
                  <a:gd name="connsiteY7" fmla="*/ 5595 h 6345"/>
                  <a:gd name="connsiteX8" fmla="*/ 3390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4"/>
                    </a:moveTo>
                    <a:cubicBezTo>
                      <a:pt x="4231" y="6524"/>
                      <a:pt x="5038" y="6190"/>
                      <a:pt x="5633" y="5595"/>
                    </a:cubicBezTo>
                    <a:cubicBezTo>
                      <a:pt x="6227" y="5000"/>
                      <a:pt x="6562" y="4193"/>
                      <a:pt x="6562" y="3352"/>
                    </a:cubicBezTo>
                    <a:cubicBezTo>
                      <a:pt x="6562" y="2510"/>
                      <a:pt x="6227" y="1703"/>
                      <a:pt x="5633" y="1108"/>
                    </a:cubicBezTo>
                    <a:cubicBezTo>
                      <a:pt x="5038" y="513"/>
                      <a:pt x="4231" y="179"/>
                      <a:pt x="3390" y="179"/>
                    </a:cubicBezTo>
                    <a:cubicBezTo>
                      <a:pt x="2549" y="179"/>
                      <a:pt x="1742" y="513"/>
                      <a:pt x="1147" y="1108"/>
                    </a:cubicBezTo>
                    <a:cubicBezTo>
                      <a:pt x="553" y="1703"/>
                      <a:pt x="219" y="2510"/>
                      <a:pt x="219" y="3352"/>
                    </a:cubicBezTo>
                    <a:cubicBezTo>
                      <a:pt x="219" y="4193"/>
                      <a:pt x="553" y="5000"/>
                      <a:pt x="1147" y="5595"/>
                    </a:cubicBezTo>
                    <a:cubicBezTo>
                      <a:pt x="1742" y="6190"/>
                      <a:pt x="2549" y="6524"/>
                      <a:pt x="3390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03" name="Freeform: Shape 4902">
                <a:extLst>
                  <a:ext uri="{FF2B5EF4-FFF2-40B4-BE49-F238E27FC236}">
                    <a16:creationId xmlns:a16="http://schemas.microsoft.com/office/drawing/2014/main" id="{83E54950-DEC6-422C-7686-BA376B0674FE}"/>
                  </a:ext>
                </a:extLst>
              </p:cNvPr>
              <p:cNvSpPr/>
              <p:nvPr/>
            </p:nvSpPr>
            <p:spPr>
              <a:xfrm>
                <a:off x="3575250" y="5752114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9 w 6343"/>
                  <a:gd name="connsiteY1" fmla="*/ 5595 h 6345"/>
                  <a:gd name="connsiteX2" fmla="*/ 6558 w 6343"/>
                  <a:gd name="connsiteY2" fmla="*/ 3352 h 6345"/>
                  <a:gd name="connsiteX3" fmla="*/ 5629 w 6343"/>
                  <a:gd name="connsiteY3" fmla="*/ 1108 h 6345"/>
                  <a:gd name="connsiteX4" fmla="*/ 3386 w 6343"/>
                  <a:gd name="connsiteY4" fmla="*/ 179 h 6345"/>
                  <a:gd name="connsiteX5" fmla="*/ 1144 w 6343"/>
                  <a:gd name="connsiteY5" fmla="*/ 1108 h 6345"/>
                  <a:gd name="connsiteX6" fmla="*/ 215 w 6343"/>
                  <a:gd name="connsiteY6" fmla="*/ 3352 h 6345"/>
                  <a:gd name="connsiteX7" fmla="*/ 1144 w 6343"/>
                  <a:gd name="connsiteY7" fmla="*/ 5595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4" y="6190"/>
                      <a:pt x="5629" y="5595"/>
                    </a:cubicBezTo>
                    <a:cubicBezTo>
                      <a:pt x="6224" y="5000"/>
                      <a:pt x="6558" y="4193"/>
                      <a:pt x="6558" y="3352"/>
                    </a:cubicBezTo>
                    <a:cubicBezTo>
                      <a:pt x="6558" y="2510"/>
                      <a:pt x="6224" y="1703"/>
                      <a:pt x="5629" y="1108"/>
                    </a:cubicBezTo>
                    <a:cubicBezTo>
                      <a:pt x="5034" y="513"/>
                      <a:pt x="4227" y="179"/>
                      <a:pt x="3386" y="179"/>
                    </a:cubicBezTo>
                    <a:cubicBezTo>
                      <a:pt x="2545" y="179"/>
                      <a:pt x="1738" y="513"/>
                      <a:pt x="1144" y="1108"/>
                    </a:cubicBezTo>
                    <a:cubicBezTo>
                      <a:pt x="549" y="1703"/>
                      <a:pt x="215" y="2510"/>
                      <a:pt x="215" y="3352"/>
                    </a:cubicBezTo>
                    <a:cubicBezTo>
                      <a:pt x="215" y="4193"/>
                      <a:pt x="549" y="5000"/>
                      <a:pt x="1144" y="5595"/>
                    </a:cubicBezTo>
                    <a:cubicBezTo>
                      <a:pt x="1738" y="6190"/>
                      <a:pt x="2545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04" name="Freeform: Shape 4903">
                <a:extLst>
                  <a:ext uri="{FF2B5EF4-FFF2-40B4-BE49-F238E27FC236}">
                    <a16:creationId xmlns:a16="http://schemas.microsoft.com/office/drawing/2014/main" id="{3FC53F85-F3A8-AC5A-A025-59E61C95C4A0}"/>
                  </a:ext>
                </a:extLst>
              </p:cNvPr>
              <p:cNvSpPr/>
              <p:nvPr/>
            </p:nvSpPr>
            <p:spPr>
              <a:xfrm>
                <a:off x="3570829" y="5750498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8 w 6343"/>
                  <a:gd name="connsiteY1" fmla="*/ 5595 h 6345"/>
                  <a:gd name="connsiteX2" fmla="*/ 6557 w 6343"/>
                  <a:gd name="connsiteY2" fmla="*/ 3352 h 6345"/>
                  <a:gd name="connsiteX3" fmla="*/ 5628 w 6343"/>
                  <a:gd name="connsiteY3" fmla="*/ 1108 h 6345"/>
                  <a:gd name="connsiteX4" fmla="*/ 3386 w 6343"/>
                  <a:gd name="connsiteY4" fmla="*/ 179 h 6345"/>
                  <a:gd name="connsiteX5" fmla="*/ 1143 w 6343"/>
                  <a:gd name="connsiteY5" fmla="*/ 1108 h 6345"/>
                  <a:gd name="connsiteX6" fmla="*/ 214 w 6343"/>
                  <a:gd name="connsiteY6" fmla="*/ 3352 h 6345"/>
                  <a:gd name="connsiteX7" fmla="*/ 1143 w 6343"/>
                  <a:gd name="connsiteY7" fmla="*/ 5595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4" y="6190"/>
                      <a:pt x="5628" y="5595"/>
                    </a:cubicBezTo>
                    <a:cubicBezTo>
                      <a:pt x="6223" y="5000"/>
                      <a:pt x="6557" y="4193"/>
                      <a:pt x="6557" y="3352"/>
                    </a:cubicBezTo>
                    <a:cubicBezTo>
                      <a:pt x="6557" y="2510"/>
                      <a:pt x="6223" y="1703"/>
                      <a:pt x="5628" y="1108"/>
                    </a:cubicBezTo>
                    <a:cubicBezTo>
                      <a:pt x="5034" y="513"/>
                      <a:pt x="4227" y="179"/>
                      <a:pt x="3386" y="179"/>
                    </a:cubicBezTo>
                    <a:cubicBezTo>
                      <a:pt x="2545" y="179"/>
                      <a:pt x="1738" y="513"/>
                      <a:pt x="1143" y="1108"/>
                    </a:cubicBezTo>
                    <a:cubicBezTo>
                      <a:pt x="548" y="1703"/>
                      <a:pt x="214" y="2510"/>
                      <a:pt x="214" y="3352"/>
                    </a:cubicBezTo>
                    <a:cubicBezTo>
                      <a:pt x="214" y="4193"/>
                      <a:pt x="548" y="5000"/>
                      <a:pt x="1143" y="5595"/>
                    </a:cubicBezTo>
                    <a:cubicBezTo>
                      <a:pt x="1738" y="6190"/>
                      <a:pt x="2545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05" name="Freeform: Shape 4904">
                <a:extLst>
                  <a:ext uri="{FF2B5EF4-FFF2-40B4-BE49-F238E27FC236}">
                    <a16:creationId xmlns:a16="http://schemas.microsoft.com/office/drawing/2014/main" id="{5439DEA4-B1CC-FC0B-15BD-908D906D5D5C}"/>
                  </a:ext>
                </a:extLst>
              </p:cNvPr>
              <p:cNvSpPr/>
              <p:nvPr/>
            </p:nvSpPr>
            <p:spPr>
              <a:xfrm>
                <a:off x="3571637" y="5748604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9 w 6343"/>
                  <a:gd name="connsiteY1" fmla="*/ 5595 h 6345"/>
                  <a:gd name="connsiteX2" fmla="*/ 6557 w 6343"/>
                  <a:gd name="connsiteY2" fmla="*/ 3352 h 6345"/>
                  <a:gd name="connsiteX3" fmla="*/ 5629 w 6343"/>
                  <a:gd name="connsiteY3" fmla="*/ 1108 h 6345"/>
                  <a:gd name="connsiteX4" fmla="*/ 3386 w 6343"/>
                  <a:gd name="connsiteY4" fmla="*/ 179 h 6345"/>
                  <a:gd name="connsiteX5" fmla="*/ 1143 w 6343"/>
                  <a:gd name="connsiteY5" fmla="*/ 1108 h 6345"/>
                  <a:gd name="connsiteX6" fmla="*/ 214 w 6343"/>
                  <a:gd name="connsiteY6" fmla="*/ 3352 h 6345"/>
                  <a:gd name="connsiteX7" fmla="*/ 1143 w 6343"/>
                  <a:gd name="connsiteY7" fmla="*/ 5595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4" y="6190"/>
                      <a:pt x="5629" y="5595"/>
                    </a:cubicBezTo>
                    <a:cubicBezTo>
                      <a:pt x="6223" y="5000"/>
                      <a:pt x="6557" y="4193"/>
                      <a:pt x="6557" y="3352"/>
                    </a:cubicBezTo>
                    <a:cubicBezTo>
                      <a:pt x="6557" y="2510"/>
                      <a:pt x="6223" y="1703"/>
                      <a:pt x="5629" y="1108"/>
                    </a:cubicBezTo>
                    <a:cubicBezTo>
                      <a:pt x="5034" y="513"/>
                      <a:pt x="4227" y="179"/>
                      <a:pt x="3386" y="179"/>
                    </a:cubicBezTo>
                    <a:cubicBezTo>
                      <a:pt x="2545" y="179"/>
                      <a:pt x="1738" y="513"/>
                      <a:pt x="1143" y="1108"/>
                    </a:cubicBezTo>
                    <a:cubicBezTo>
                      <a:pt x="549" y="1703"/>
                      <a:pt x="214" y="2510"/>
                      <a:pt x="214" y="3352"/>
                    </a:cubicBezTo>
                    <a:cubicBezTo>
                      <a:pt x="214" y="4193"/>
                      <a:pt x="549" y="5000"/>
                      <a:pt x="1143" y="5595"/>
                    </a:cubicBezTo>
                    <a:cubicBezTo>
                      <a:pt x="1738" y="6190"/>
                      <a:pt x="2545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06" name="Freeform: Shape 4905">
                <a:extLst>
                  <a:ext uri="{FF2B5EF4-FFF2-40B4-BE49-F238E27FC236}">
                    <a16:creationId xmlns:a16="http://schemas.microsoft.com/office/drawing/2014/main" id="{C6FDF1C9-5E5D-D89C-DA4B-22F6721386C4}"/>
                  </a:ext>
                </a:extLst>
              </p:cNvPr>
              <p:cNvSpPr/>
              <p:nvPr/>
            </p:nvSpPr>
            <p:spPr>
              <a:xfrm>
                <a:off x="3571563" y="5746753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9 w 6343"/>
                  <a:gd name="connsiteY1" fmla="*/ 5595 h 6345"/>
                  <a:gd name="connsiteX2" fmla="*/ 6557 w 6343"/>
                  <a:gd name="connsiteY2" fmla="*/ 3351 h 6345"/>
                  <a:gd name="connsiteX3" fmla="*/ 5629 w 6343"/>
                  <a:gd name="connsiteY3" fmla="*/ 1108 h 6345"/>
                  <a:gd name="connsiteX4" fmla="*/ 3386 w 6343"/>
                  <a:gd name="connsiteY4" fmla="*/ 179 h 6345"/>
                  <a:gd name="connsiteX5" fmla="*/ 1143 w 6343"/>
                  <a:gd name="connsiteY5" fmla="*/ 1108 h 6345"/>
                  <a:gd name="connsiteX6" fmla="*/ 214 w 6343"/>
                  <a:gd name="connsiteY6" fmla="*/ 3351 h 6345"/>
                  <a:gd name="connsiteX7" fmla="*/ 1143 w 6343"/>
                  <a:gd name="connsiteY7" fmla="*/ 5595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4" y="6190"/>
                      <a:pt x="5629" y="5595"/>
                    </a:cubicBezTo>
                    <a:cubicBezTo>
                      <a:pt x="6223" y="5000"/>
                      <a:pt x="6557" y="4193"/>
                      <a:pt x="6557" y="3351"/>
                    </a:cubicBezTo>
                    <a:cubicBezTo>
                      <a:pt x="6557" y="2510"/>
                      <a:pt x="6223" y="1703"/>
                      <a:pt x="5629" y="1108"/>
                    </a:cubicBezTo>
                    <a:cubicBezTo>
                      <a:pt x="5034" y="513"/>
                      <a:pt x="4227" y="179"/>
                      <a:pt x="3386" y="179"/>
                    </a:cubicBezTo>
                    <a:cubicBezTo>
                      <a:pt x="2545" y="179"/>
                      <a:pt x="1738" y="513"/>
                      <a:pt x="1143" y="1108"/>
                    </a:cubicBezTo>
                    <a:cubicBezTo>
                      <a:pt x="549" y="1703"/>
                      <a:pt x="214" y="2510"/>
                      <a:pt x="214" y="3351"/>
                    </a:cubicBezTo>
                    <a:cubicBezTo>
                      <a:pt x="214" y="4193"/>
                      <a:pt x="549" y="5000"/>
                      <a:pt x="1143" y="5595"/>
                    </a:cubicBezTo>
                    <a:cubicBezTo>
                      <a:pt x="1738" y="6190"/>
                      <a:pt x="2545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07" name="Freeform: Shape 4906">
                <a:extLst>
                  <a:ext uri="{FF2B5EF4-FFF2-40B4-BE49-F238E27FC236}">
                    <a16:creationId xmlns:a16="http://schemas.microsoft.com/office/drawing/2014/main" id="{0D27998F-C5BD-389E-4644-3750C875C3FA}"/>
                  </a:ext>
                </a:extLst>
              </p:cNvPr>
              <p:cNvSpPr/>
              <p:nvPr/>
            </p:nvSpPr>
            <p:spPr>
              <a:xfrm>
                <a:off x="3571830" y="5744892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9 w 6343"/>
                  <a:gd name="connsiteY1" fmla="*/ 5595 h 6345"/>
                  <a:gd name="connsiteX2" fmla="*/ 6557 w 6343"/>
                  <a:gd name="connsiteY2" fmla="*/ 3351 h 6345"/>
                  <a:gd name="connsiteX3" fmla="*/ 5629 w 6343"/>
                  <a:gd name="connsiteY3" fmla="*/ 1108 h 6345"/>
                  <a:gd name="connsiteX4" fmla="*/ 3386 w 6343"/>
                  <a:gd name="connsiteY4" fmla="*/ 179 h 6345"/>
                  <a:gd name="connsiteX5" fmla="*/ 1143 w 6343"/>
                  <a:gd name="connsiteY5" fmla="*/ 1108 h 6345"/>
                  <a:gd name="connsiteX6" fmla="*/ 214 w 6343"/>
                  <a:gd name="connsiteY6" fmla="*/ 3351 h 6345"/>
                  <a:gd name="connsiteX7" fmla="*/ 1143 w 6343"/>
                  <a:gd name="connsiteY7" fmla="*/ 5595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4" y="6190"/>
                      <a:pt x="5629" y="5595"/>
                    </a:cubicBezTo>
                    <a:cubicBezTo>
                      <a:pt x="6223" y="5000"/>
                      <a:pt x="6557" y="4193"/>
                      <a:pt x="6557" y="3351"/>
                    </a:cubicBezTo>
                    <a:cubicBezTo>
                      <a:pt x="6557" y="2510"/>
                      <a:pt x="6223" y="1703"/>
                      <a:pt x="5629" y="1108"/>
                    </a:cubicBezTo>
                    <a:cubicBezTo>
                      <a:pt x="5034" y="513"/>
                      <a:pt x="4227" y="179"/>
                      <a:pt x="3386" y="179"/>
                    </a:cubicBezTo>
                    <a:cubicBezTo>
                      <a:pt x="2545" y="179"/>
                      <a:pt x="1738" y="513"/>
                      <a:pt x="1143" y="1108"/>
                    </a:cubicBezTo>
                    <a:cubicBezTo>
                      <a:pt x="549" y="1703"/>
                      <a:pt x="214" y="2510"/>
                      <a:pt x="214" y="3351"/>
                    </a:cubicBezTo>
                    <a:cubicBezTo>
                      <a:pt x="214" y="4193"/>
                      <a:pt x="549" y="5000"/>
                      <a:pt x="1143" y="5595"/>
                    </a:cubicBezTo>
                    <a:cubicBezTo>
                      <a:pt x="1738" y="6190"/>
                      <a:pt x="2545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08" name="Freeform: Shape 4907">
                <a:extLst>
                  <a:ext uri="{FF2B5EF4-FFF2-40B4-BE49-F238E27FC236}">
                    <a16:creationId xmlns:a16="http://schemas.microsoft.com/office/drawing/2014/main" id="{D280F2FF-F0F1-3AE6-EF3D-58A696101DAA}"/>
                  </a:ext>
                </a:extLst>
              </p:cNvPr>
              <p:cNvSpPr/>
              <p:nvPr/>
            </p:nvSpPr>
            <p:spPr>
              <a:xfrm>
                <a:off x="3571919" y="5743040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9 w 6343"/>
                  <a:gd name="connsiteY1" fmla="*/ 5595 h 6345"/>
                  <a:gd name="connsiteX2" fmla="*/ 6557 w 6343"/>
                  <a:gd name="connsiteY2" fmla="*/ 3351 h 6345"/>
                  <a:gd name="connsiteX3" fmla="*/ 5629 w 6343"/>
                  <a:gd name="connsiteY3" fmla="*/ 1108 h 6345"/>
                  <a:gd name="connsiteX4" fmla="*/ 3386 w 6343"/>
                  <a:gd name="connsiteY4" fmla="*/ 178 h 6345"/>
                  <a:gd name="connsiteX5" fmla="*/ 1143 w 6343"/>
                  <a:gd name="connsiteY5" fmla="*/ 1108 h 6345"/>
                  <a:gd name="connsiteX6" fmla="*/ 214 w 6343"/>
                  <a:gd name="connsiteY6" fmla="*/ 3351 h 6345"/>
                  <a:gd name="connsiteX7" fmla="*/ 1143 w 6343"/>
                  <a:gd name="connsiteY7" fmla="*/ 5595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4" y="6189"/>
                      <a:pt x="5629" y="5595"/>
                    </a:cubicBezTo>
                    <a:cubicBezTo>
                      <a:pt x="6223" y="5000"/>
                      <a:pt x="6557" y="4192"/>
                      <a:pt x="6557" y="3351"/>
                    </a:cubicBezTo>
                    <a:cubicBezTo>
                      <a:pt x="6557" y="2510"/>
                      <a:pt x="6223" y="1703"/>
                      <a:pt x="5629" y="1108"/>
                    </a:cubicBezTo>
                    <a:cubicBezTo>
                      <a:pt x="5034" y="513"/>
                      <a:pt x="4227" y="178"/>
                      <a:pt x="3386" y="178"/>
                    </a:cubicBezTo>
                    <a:cubicBezTo>
                      <a:pt x="2545" y="178"/>
                      <a:pt x="1738" y="513"/>
                      <a:pt x="1143" y="1108"/>
                    </a:cubicBezTo>
                    <a:cubicBezTo>
                      <a:pt x="549" y="1703"/>
                      <a:pt x="214" y="2510"/>
                      <a:pt x="214" y="3351"/>
                    </a:cubicBezTo>
                    <a:cubicBezTo>
                      <a:pt x="214" y="4192"/>
                      <a:pt x="549" y="5000"/>
                      <a:pt x="1143" y="5595"/>
                    </a:cubicBezTo>
                    <a:cubicBezTo>
                      <a:pt x="1738" y="6189"/>
                      <a:pt x="2545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09" name="Freeform: Shape 4908">
                <a:extLst>
                  <a:ext uri="{FF2B5EF4-FFF2-40B4-BE49-F238E27FC236}">
                    <a16:creationId xmlns:a16="http://schemas.microsoft.com/office/drawing/2014/main" id="{AE475A77-9384-8B7D-7B2A-42EACB6C66E7}"/>
                  </a:ext>
                </a:extLst>
              </p:cNvPr>
              <p:cNvSpPr/>
              <p:nvPr/>
            </p:nvSpPr>
            <p:spPr>
              <a:xfrm>
                <a:off x="3572068" y="5741187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9 w 6343"/>
                  <a:gd name="connsiteY1" fmla="*/ 5594 h 6345"/>
                  <a:gd name="connsiteX2" fmla="*/ 6558 w 6343"/>
                  <a:gd name="connsiteY2" fmla="*/ 3351 h 6345"/>
                  <a:gd name="connsiteX3" fmla="*/ 5629 w 6343"/>
                  <a:gd name="connsiteY3" fmla="*/ 1107 h 6345"/>
                  <a:gd name="connsiteX4" fmla="*/ 3386 w 6343"/>
                  <a:gd name="connsiteY4" fmla="*/ 178 h 6345"/>
                  <a:gd name="connsiteX5" fmla="*/ 1143 w 6343"/>
                  <a:gd name="connsiteY5" fmla="*/ 1107 h 6345"/>
                  <a:gd name="connsiteX6" fmla="*/ 214 w 6343"/>
                  <a:gd name="connsiteY6" fmla="*/ 3351 h 6345"/>
                  <a:gd name="connsiteX7" fmla="*/ 1143 w 6343"/>
                  <a:gd name="connsiteY7" fmla="*/ 5594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4" y="6189"/>
                      <a:pt x="5629" y="5594"/>
                    </a:cubicBezTo>
                    <a:cubicBezTo>
                      <a:pt x="6223" y="4999"/>
                      <a:pt x="6558" y="4192"/>
                      <a:pt x="6558" y="3351"/>
                    </a:cubicBezTo>
                    <a:cubicBezTo>
                      <a:pt x="6558" y="2510"/>
                      <a:pt x="6223" y="1702"/>
                      <a:pt x="5629" y="1107"/>
                    </a:cubicBezTo>
                    <a:cubicBezTo>
                      <a:pt x="5034" y="513"/>
                      <a:pt x="4227" y="178"/>
                      <a:pt x="3386" y="178"/>
                    </a:cubicBezTo>
                    <a:cubicBezTo>
                      <a:pt x="2545" y="178"/>
                      <a:pt x="1738" y="513"/>
                      <a:pt x="1143" y="1107"/>
                    </a:cubicBezTo>
                    <a:cubicBezTo>
                      <a:pt x="549" y="1702"/>
                      <a:pt x="214" y="2510"/>
                      <a:pt x="214" y="3351"/>
                    </a:cubicBezTo>
                    <a:cubicBezTo>
                      <a:pt x="214" y="4192"/>
                      <a:pt x="549" y="4999"/>
                      <a:pt x="1143" y="5594"/>
                    </a:cubicBezTo>
                    <a:cubicBezTo>
                      <a:pt x="1738" y="6189"/>
                      <a:pt x="2545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10" name="Freeform: Shape 4909">
                <a:extLst>
                  <a:ext uri="{FF2B5EF4-FFF2-40B4-BE49-F238E27FC236}">
                    <a16:creationId xmlns:a16="http://schemas.microsoft.com/office/drawing/2014/main" id="{AB5CFA41-B0D7-2C41-16B5-8A9EC75B4722}"/>
                  </a:ext>
                </a:extLst>
              </p:cNvPr>
              <p:cNvSpPr/>
              <p:nvPr/>
            </p:nvSpPr>
            <p:spPr>
              <a:xfrm>
                <a:off x="3572180" y="5739338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9 w 6343"/>
                  <a:gd name="connsiteY1" fmla="*/ 5594 h 6345"/>
                  <a:gd name="connsiteX2" fmla="*/ 6558 w 6343"/>
                  <a:gd name="connsiteY2" fmla="*/ 3351 h 6345"/>
                  <a:gd name="connsiteX3" fmla="*/ 5629 w 6343"/>
                  <a:gd name="connsiteY3" fmla="*/ 1107 h 6345"/>
                  <a:gd name="connsiteX4" fmla="*/ 3386 w 6343"/>
                  <a:gd name="connsiteY4" fmla="*/ 178 h 6345"/>
                  <a:gd name="connsiteX5" fmla="*/ 1143 w 6343"/>
                  <a:gd name="connsiteY5" fmla="*/ 1107 h 6345"/>
                  <a:gd name="connsiteX6" fmla="*/ 214 w 6343"/>
                  <a:gd name="connsiteY6" fmla="*/ 3351 h 6345"/>
                  <a:gd name="connsiteX7" fmla="*/ 1143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9"/>
                      <a:pt x="5629" y="5594"/>
                    </a:cubicBezTo>
                    <a:cubicBezTo>
                      <a:pt x="6223" y="4999"/>
                      <a:pt x="6558" y="4192"/>
                      <a:pt x="6558" y="3351"/>
                    </a:cubicBezTo>
                    <a:cubicBezTo>
                      <a:pt x="6558" y="2509"/>
                      <a:pt x="6223" y="1702"/>
                      <a:pt x="5629" y="1107"/>
                    </a:cubicBezTo>
                    <a:cubicBezTo>
                      <a:pt x="5034" y="512"/>
                      <a:pt x="4227" y="178"/>
                      <a:pt x="3386" y="178"/>
                    </a:cubicBezTo>
                    <a:cubicBezTo>
                      <a:pt x="2545" y="178"/>
                      <a:pt x="1738" y="512"/>
                      <a:pt x="1143" y="1107"/>
                    </a:cubicBezTo>
                    <a:cubicBezTo>
                      <a:pt x="549" y="1702"/>
                      <a:pt x="214" y="2509"/>
                      <a:pt x="214" y="3351"/>
                    </a:cubicBezTo>
                    <a:cubicBezTo>
                      <a:pt x="214" y="4192"/>
                      <a:pt x="549" y="4999"/>
                      <a:pt x="1143" y="5594"/>
                    </a:cubicBezTo>
                    <a:cubicBezTo>
                      <a:pt x="1738" y="6189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11" name="Freeform: Shape 4910">
                <a:extLst>
                  <a:ext uri="{FF2B5EF4-FFF2-40B4-BE49-F238E27FC236}">
                    <a16:creationId xmlns:a16="http://schemas.microsoft.com/office/drawing/2014/main" id="{A55BCFDD-8F4C-E676-5D63-A3ABFBE2F462}"/>
                  </a:ext>
                </a:extLst>
              </p:cNvPr>
              <p:cNvSpPr/>
              <p:nvPr/>
            </p:nvSpPr>
            <p:spPr>
              <a:xfrm>
                <a:off x="3572775" y="5737487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9 w 6343"/>
                  <a:gd name="connsiteY1" fmla="*/ 5594 h 6345"/>
                  <a:gd name="connsiteX2" fmla="*/ 6558 w 6343"/>
                  <a:gd name="connsiteY2" fmla="*/ 3351 h 6345"/>
                  <a:gd name="connsiteX3" fmla="*/ 5629 w 6343"/>
                  <a:gd name="connsiteY3" fmla="*/ 1107 h 6345"/>
                  <a:gd name="connsiteX4" fmla="*/ 3386 w 6343"/>
                  <a:gd name="connsiteY4" fmla="*/ 178 h 6345"/>
                  <a:gd name="connsiteX5" fmla="*/ 1143 w 6343"/>
                  <a:gd name="connsiteY5" fmla="*/ 1107 h 6345"/>
                  <a:gd name="connsiteX6" fmla="*/ 214 w 6343"/>
                  <a:gd name="connsiteY6" fmla="*/ 3351 h 6345"/>
                  <a:gd name="connsiteX7" fmla="*/ 1143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9"/>
                      <a:pt x="5629" y="5594"/>
                    </a:cubicBezTo>
                    <a:cubicBezTo>
                      <a:pt x="6223" y="4999"/>
                      <a:pt x="6558" y="4192"/>
                      <a:pt x="6558" y="3351"/>
                    </a:cubicBezTo>
                    <a:cubicBezTo>
                      <a:pt x="6558" y="2509"/>
                      <a:pt x="6223" y="1702"/>
                      <a:pt x="5629" y="1107"/>
                    </a:cubicBezTo>
                    <a:cubicBezTo>
                      <a:pt x="5034" y="512"/>
                      <a:pt x="4227" y="178"/>
                      <a:pt x="3386" y="178"/>
                    </a:cubicBezTo>
                    <a:cubicBezTo>
                      <a:pt x="2545" y="178"/>
                      <a:pt x="1738" y="512"/>
                      <a:pt x="1143" y="1107"/>
                    </a:cubicBezTo>
                    <a:cubicBezTo>
                      <a:pt x="549" y="1702"/>
                      <a:pt x="214" y="2509"/>
                      <a:pt x="214" y="3351"/>
                    </a:cubicBezTo>
                    <a:cubicBezTo>
                      <a:pt x="214" y="4192"/>
                      <a:pt x="549" y="4999"/>
                      <a:pt x="1143" y="5594"/>
                    </a:cubicBezTo>
                    <a:cubicBezTo>
                      <a:pt x="1738" y="6189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12" name="Freeform: Shape 4911">
                <a:extLst>
                  <a:ext uri="{FF2B5EF4-FFF2-40B4-BE49-F238E27FC236}">
                    <a16:creationId xmlns:a16="http://schemas.microsoft.com/office/drawing/2014/main" id="{BFFABB9E-9491-145B-823B-78532674545D}"/>
                  </a:ext>
                </a:extLst>
              </p:cNvPr>
              <p:cNvSpPr/>
              <p:nvPr/>
            </p:nvSpPr>
            <p:spPr>
              <a:xfrm>
                <a:off x="3575984" y="5735644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9 w 6343"/>
                  <a:gd name="connsiteY1" fmla="*/ 5594 h 6345"/>
                  <a:gd name="connsiteX2" fmla="*/ 6558 w 6343"/>
                  <a:gd name="connsiteY2" fmla="*/ 3350 h 6345"/>
                  <a:gd name="connsiteX3" fmla="*/ 5629 w 6343"/>
                  <a:gd name="connsiteY3" fmla="*/ 1107 h 6345"/>
                  <a:gd name="connsiteX4" fmla="*/ 3386 w 6343"/>
                  <a:gd name="connsiteY4" fmla="*/ 178 h 6345"/>
                  <a:gd name="connsiteX5" fmla="*/ 1144 w 6343"/>
                  <a:gd name="connsiteY5" fmla="*/ 1107 h 6345"/>
                  <a:gd name="connsiteX6" fmla="*/ 215 w 6343"/>
                  <a:gd name="connsiteY6" fmla="*/ 3350 h 6345"/>
                  <a:gd name="connsiteX7" fmla="*/ 1144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9"/>
                      <a:pt x="5629" y="5594"/>
                    </a:cubicBezTo>
                    <a:cubicBezTo>
                      <a:pt x="6224" y="4999"/>
                      <a:pt x="6558" y="4192"/>
                      <a:pt x="6558" y="3350"/>
                    </a:cubicBezTo>
                    <a:cubicBezTo>
                      <a:pt x="6558" y="2509"/>
                      <a:pt x="6224" y="1702"/>
                      <a:pt x="5629" y="1107"/>
                    </a:cubicBezTo>
                    <a:cubicBezTo>
                      <a:pt x="5034" y="512"/>
                      <a:pt x="4227" y="178"/>
                      <a:pt x="3386" y="178"/>
                    </a:cubicBezTo>
                    <a:cubicBezTo>
                      <a:pt x="2545" y="178"/>
                      <a:pt x="1738" y="512"/>
                      <a:pt x="1144" y="1107"/>
                    </a:cubicBezTo>
                    <a:cubicBezTo>
                      <a:pt x="549" y="1702"/>
                      <a:pt x="215" y="2509"/>
                      <a:pt x="215" y="3350"/>
                    </a:cubicBezTo>
                    <a:cubicBezTo>
                      <a:pt x="215" y="4192"/>
                      <a:pt x="549" y="4999"/>
                      <a:pt x="1144" y="5594"/>
                    </a:cubicBezTo>
                    <a:cubicBezTo>
                      <a:pt x="1738" y="6189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13" name="Freeform: Shape 4912">
                <a:extLst>
                  <a:ext uri="{FF2B5EF4-FFF2-40B4-BE49-F238E27FC236}">
                    <a16:creationId xmlns:a16="http://schemas.microsoft.com/office/drawing/2014/main" id="{E773A92F-B973-36EC-8F7E-390FAB964F0A}"/>
                  </a:ext>
                </a:extLst>
              </p:cNvPr>
              <p:cNvSpPr/>
              <p:nvPr/>
            </p:nvSpPr>
            <p:spPr>
              <a:xfrm>
                <a:off x="3575849" y="5733820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9 w 6343"/>
                  <a:gd name="connsiteY1" fmla="*/ 5594 h 6345"/>
                  <a:gd name="connsiteX2" fmla="*/ 6558 w 6343"/>
                  <a:gd name="connsiteY2" fmla="*/ 3350 h 6345"/>
                  <a:gd name="connsiteX3" fmla="*/ 5629 w 6343"/>
                  <a:gd name="connsiteY3" fmla="*/ 1107 h 6345"/>
                  <a:gd name="connsiteX4" fmla="*/ 3386 w 6343"/>
                  <a:gd name="connsiteY4" fmla="*/ 178 h 6345"/>
                  <a:gd name="connsiteX5" fmla="*/ 1144 w 6343"/>
                  <a:gd name="connsiteY5" fmla="*/ 1107 h 6345"/>
                  <a:gd name="connsiteX6" fmla="*/ 215 w 6343"/>
                  <a:gd name="connsiteY6" fmla="*/ 3350 h 6345"/>
                  <a:gd name="connsiteX7" fmla="*/ 1144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9"/>
                      <a:pt x="5629" y="5594"/>
                    </a:cubicBezTo>
                    <a:cubicBezTo>
                      <a:pt x="6224" y="4999"/>
                      <a:pt x="6558" y="4192"/>
                      <a:pt x="6558" y="3350"/>
                    </a:cubicBezTo>
                    <a:cubicBezTo>
                      <a:pt x="6558" y="2509"/>
                      <a:pt x="6224" y="1702"/>
                      <a:pt x="5629" y="1107"/>
                    </a:cubicBezTo>
                    <a:cubicBezTo>
                      <a:pt x="5034" y="512"/>
                      <a:pt x="4227" y="178"/>
                      <a:pt x="3386" y="178"/>
                    </a:cubicBezTo>
                    <a:cubicBezTo>
                      <a:pt x="2545" y="178"/>
                      <a:pt x="1738" y="512"/>
                      <a:pt x="1144" y="1107"/>
                    </a:cubicBezTo>
                    <a:cubicBezTo>
                      <a:pt x="549" y="1702"/>
                      <a:pt x="215" y="2509"/>
                      <a:pt x="215" y="3350"/>
                    </a:cubicBezTo>
                    <a:cubicBezTo>
                      <a:pt x="215" y="4192"/>
                      <a:pt x="549" y="4999"/>
                      <a:pt x="1144" y="5594"/>
                    </a:cubicBezTo>
                    <a:cubicBezTo>
                      <a:pt x="1738" y="6189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14" name="Freeform: Shape 4913">
                <a:extLst>
                  <a:ext uri="{FF2B5EF4-FFF2-40B4-BE49-F238E27FC236}">
                    <a16:creationId xmlns:a16="http://schemas.microsoft.com/office/drawing/2014/main" id="{F859FAEB-A999-E1EC-17E4-551343EA2FF6}"/>
                  </a:ext>
                </a:extLst>
              </p:cNvPr>
              <p:cNvSpPr/>
              <p:nvPr/>
            </p:nvSpPr>
            <p:spPr>
              <a:xfrm>
                <a:off x="3575584" y="5731992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9 w 6343"/>
                  <a:gd name="connsiteY1" fmla="*/ 5594 h 6345"/>
                  <a:gd name="connsiteX2" fmla="*/ 6558 w 6343"/>
                  <a:gd name="connsiteY2" fmla="*/ 3350 h 6345"/>
                  <a:gd name="connsiteX3" fmla="*/ 5629 w 6343"/>
                  <a:gd name="connsiteY3" fmla="*/ 1107 h 6345"/>
                  <a:gd name="connsiteX4" fmla="*/ 3386 w 6343"/>
                  <a:gd name="connsiteY4" fmla="*/ 177 h 6345"/>
                  <a:gd name="connsiteX5" fmla="*/ 1144 w 6343"/>
                  <a:gd name="connsiteY5" fmla="*/ 1107 h 6345"/>
                  <a:gd name="connsiteX6" fmla="*/ 215 w 6343"/>
                  <a:gd name="connsiteY6" fmla="*/ 3350 h 6345"/>
                  <a:gd name="connsiteX7" fmla="*/ 1144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9"/>
                      <a:pt x="5629" y="5594"/>
                    </a:cubicBezTo>
                    <a:cubicBezTo>
                      <a:pt x="6224" y="4999"/>
                      <a:pt x="6558" y="4192"/>
                      <a:pt x="6558" y="3350"/>
                    </a:cubicBezTo>
                    <a:cubicBezTo>
                      <a:pt x="6558" y="2509"/>
                      <a:pt x="6224" y="1702"/>
                      <a:pt x="5629" y="1107"/>
                    </a:cubicBezTo>
                    <a:cubicBezTo>
                      <a:pt x="5034" y="512"/>
                      <a:pt x="4227" y="177"/>
                      <a:pt x="3386" y="177"/>
                    </a:cubicBezTo>
                    <a:cubicBezTo>
                      <a:pt x="2545" y="177"/>
                      <a:pt x="1738" y="512"/>
                      <a:pt x="1144" y="1107"/>
                    </a:cubicBezTo>
                    <a:cubicBezTo>
                      <a:pt x="549" y="1702"/>
                      <a:pt x="215" y="2509"/>
                      <a:pt x="215" y="3350"/>
                    </a:cubicBezTo>
                    <a:cubicBezTo>
                      <a:pt x="215" y="4192"/>
                      <a:pt x="549" y="4999"/>
                      <a:pt x="1144" y="5594"/>
                    </a:cubicBezTo>
                    <a:cubicBezTo>
                      <a:pt x="1738" y="6189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15" name="Freeform: Shape 4914">
                <a:extLst>
                  <a:ext uri="{FF2B5EF4-FFF2-40B4-BE49-F238E27FC236}">
                    <a16:creationId xmlns:a16="http://schemas.microsoft.com/office/drawing/2014/main" id="{DFC611A8-8593-B747-7261-7B4EB1F24073}"/>
                  </a:ext>
                </a:extLst>
              </p:cNvPr>
              <p:cNvSpPr/>
              <p:nvPr/>
            </p:nvSpPr>
            <p:spPr>
              <a:xfrm>
                <a:off x="3575284" y="5730160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9 w 6343"/>
                  <a:gd name="connsiteY1" fmla="*/ 5594 h 6345"/>
                  <a:gd name="connsiteX2" fmla="*/ 6558 w 6343"/>
                  <a:gd name="connsiteY2" fmla="*/ 3350 h 6345"/>
                  <a:gd name="connsiteX3" fmla="*/ 5629 w 6343"/>
                  <a:gd name="connsiteY3" fmla="*/ 1107 h 6345"/>
                  <a:gd name="connsiteX4" fmla="*/ 3386 w 6343"/>
                  <a:gd name="connsiteY4" fmla="*/ 177 h 6345"/>
                  <a:gd name="connsiteX5" fmla="*/ 1144 w 6343"/>
                  <a:gd name="connsiteY5" fmla="*/ 1107 h 6345"/>
                  <a:gd name="connsiteX6" fmla="*/ 215 w 6343"/>
                  <a:gd name="connsiteY6" fmla="*/ 3350 h 6345"/>
                  <a:gd name="connsiteX7" fmla="*/ 1144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8"/>
                      <a:pt x="5629" y="5594"/>
                    </a:cubicBezTo>
                    <a:cubicBezTo>
                      <a:pt x="6224" y="4999"/>
                      <a:pt x="6558" y="4191"/>
                      <a:pt x="6558" y="3350"/>
                    </a:cubicBezTo>
                    <a:cubicBezTo>
                      <a:pt x="6558" y="2509"/>
                      <a:pt x="6224" y="1702"/>
                      <a:pt x="5629" y="1107"/>
                    </a:cubicBezTo>
                    <a:cubicBezTo>
                      <a:pt x="5034" y="512"/>
                      <a:pt x="4227" y="177"/>
                      <a:pt x="3386" y="177"/>
                    </a:cubicBezTo>
                    <a:cubicBezTo>
                      <a:pt x="2545" y="177"/>
                      <a:pt x="1738" y="512"/>
                      <a:pt x="1144" y="1107"/>
                    </a:cubicBezTo>
                    <a:cubicBezTo>
                      <a:pt x="549" y="1702"/>
                      <a:pt x="215" y="2509"/>
                      <a:pt x="215" y="3350"/>
                    </a:cubicBezTo>
                    <a:cubicBezTo>
                      <a:pt x="215" y="4191"/>
                      <a:pt x="549" y="4999"/>
                      <a:pt x="1144" y="5594"/>
                    </a:cubicBezTo>
                    <a:cubicBezTo>
                      <a:pt x="1738" y="6188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16" name="Freeform: Shape 4915">
                <a:extLst>
                  <a:ext uri="{FF2B5EF4-FFF2-40B4-BE49-F238E27FC236}">
                    <a16:creationId xmlns:a16="http://schemas.microsoft.com/office/drawing/2014/main" id="{991A0AA2-32E2-73FF-DFF1-0C1CBAA2E825}"/>
                  </a:ext>
                </a:extLst>
              </p:cNvPr>
              <p:cNvSpPr/>
              <p:nvPr/>
            </p:nvSpPr>
            <p:spPr>
              <a:xfrm>
                <a:off x="3575182" y="5728328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9 w 6343"/>
                  <a:gd name="connsiteY1" fmla="*/ 5593 h 6345"/>
                  <a:gd name="connsiteX2" fmla="*/ 6558 w 6343"/>
                  <a:gd name="connsiteY2" fmla="*/ 3350 h 6345"/>
                  <a:gd name="connsiteX3" fmla="*/ 5629 w 6343"/>
                  <a:gd name="connsiteY3" fmla="*/ 1106 h 6345"/>
                  <a:gd name="connsiteX4" fmla="*/ 3386 w 6343"/>
                  <a:gd name="connsiteY4" fmla="*/ 177 h 6345"/>
                  <a:gd name="connsiteX5" fmla="*/ 1144 w 6343"/>
                  <a:gd name="connsiteY5" fmla="*/ 1106 h 6345"/>
                  <a:gd name="connsiteX6" fmla="*/ 215 w 6343"/>
                  <a:gd name="connsiteY6" fmla="*/ 3350 h 6345"/>
                  <a:gd name="connsiteX7" fmla="*/ 1144 w 6343"/>
                  <a:gd name="connsiteY7" fmla="*/ 5593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8"/>
                      <a:pt x="5629" y="5593"/>
                    </a:cubicBezTo>
                    <a:cubicBezTo>
                      <a:pt x="6224" y="4998"/>
                      <a:pt x="6558" y="4191"/>
                      <a:pt x="6558" y="3350"/>
                    </a:cubicBezTo>
                    <a:cubicBezTo>
                      <a:pt x="6558" y="2508"/>
                      <a:pt x="6224" y="1701"/>
                      <a:pt x="5629" y="1106"/>
                    </a:cubicBezTo>
                    <a:cubicBezTo>
                      <a:pt x="5034" y="512"/>
                      <a:pt x="4227" y="177"/>
                      <a:pt x="3386" y="177"/>
                    </a:cubicBezTo>
                    <a:cubicBezTo>
                      <a:pt x="2545" y="177"/>
                      <a:pt x="1738" y="512"/>
                      <a:pt x="1144" y="1106"/>
                    </a:cubicBezTo>
                    <a:cubicBezTo>
                      <a:pt x="549" y="1701"/>
                      <a:pt x="215" y="2508"/>
                      <a:pt x="215" y="3350"/>
                    </a:cubicBezTo>
                    <a:cubicBezTo>
                      <a:pt x="215" y="4191"/>
                      <a:pt x="549" y="4998"/>
                      <a:pt x="1144" y="5593"/>
                    </a:cubicBezTo>
                    <a:cubicBezTo>
                      <a:pt x="1738" y="6188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17" name="Freeform: Shape 4916">
                <a:extLst>
                  <a:ext uri="{FF2B5EF4-FFF2-40B4-BE49-F238E27FC236}">
                    <a16:creationId xmlns:a16="http://schemas.microsoft.com/office/drawing/2014/main" id="{B70015C3-C9B4-4127-757E-3C8E9EE3CEBA}"/>
                  </a:ext>
                </a:extLst>
              </p:cNvPr>
              <p:cNvSpPr/>
              <p:nvPr/>
            </p:nvSpPr>
            <p:spPr>
              <a:xfrm>
                <a:off x="3574108" y="5726465"/>
                <a:ext cx="6343" cy="6345"/>
              </a:xfrm>
              <a:custGeom>
                <a:avLst/>
                <a:gdLst>
                  <a:gd name="connsiteX0" fmla="*/ 3386 w 6343"/>
                  <a:gd name="connsiteY0" fmla="*/ 6522 h 6345"/>
                  <a:gd name="connsiteX1" fmla="*/ 5629 w 6343"/>
                  <a:gd name="connsiteY1" fmla="*/ 5593 h 6345"/>
                  <a:gd name="connsiteX2" fmla="*/ 6558 w 6343"/>
                  <a:gd name="connsiteY2" fmla="*/ 3350 h 6345"/>
                  <a:gd name="connsiteX3" fmla="*/ 5629 w 6343"/>
                  <a:gd name="connsiteY3" fmla="*/ 1106 h 6345"/>
                  <a:gd name="connsiteX4" fmla="*/ 3386 w 6343"/>
                  <a:gd name="connsiteY4" fmla="*/ 177 h 6345"/>
                  <a:gd name="connsiteX5" fmla="*/ 1143 w 6343"/>
                  <a:gd name="connsiteY5" fmla="*/ 1106 h 6345"/>
                  <a:gd name="connsiteX6" fmla="*/ 215 w 6343"/>
                  <a:gd name="connsiteY6" fmla="*/ 3350 h 6345"/>
                  <a:gd name="connsiteX7" fmla="*/ 1143 w 6343"/>
                  <a:gd name="connsiteY7" fmla="*/ 5593 h 6345"/>
                  <a:gd name="connsiteX8" fmla="*/ 3386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2"/>
                    </a:moveTo>
                    <a:cubicBezTo>
                      <a:pt x="4227" y="6522"/>
                      <a:pt x="5034" y="6188"/>
                      <a:pt x="5629" y="5593"/>
                    </a:cubicBezTo>
                    <a:cubicBezTo>
                      <a:pt x="6223" y="4998"/>
                      <a:pt x="6558" y="4191"/>
                      <a:pt x="6558" y="3350"/>
                    </a:cubicBezTo>
                    <a:cubicBezTo>
                      <a:pt x="6558" y="2508"/>
                      <a:pt x="6223" y="1701"/>
                      <a:pt x="5629" y="1106"/>
                    </a:cubicBezTo>
                    <a:cubicBezTo>
                      <a:pt x="5034" y="511"/>
                      <a:pt x="4227" y="177"/>
                      <a:pt x="3386" y="177"/>
                    </a:cubicBezTo>
                    <a:cubicBezTo>
                      <a:pt x="2545" y="177"/>
                      <a:pt x="1738" y="511"/>
                      <a:pt x="1143" y="1106"/>
                    </a:cubicBezTo>
                    <a:cubicBezTo>
                      <a:pt x="549" y="1701"/>
                      <a:pt x="215" y="2508"/>
                      <a:pt x="215" y="3350"/>
                    </a:cubicBezTo>
                    <a:cubicBezTo>
                      <a:pt x="215" y="4191"/>
                      <a:pt x="549" y="4998"/>
                      <a:pt x="1143" y="5593"/>
                    </a:cubicBezTo>
                    <a:cubicBezTo>
                      <a:pt x="1738" y="6188"/>
                      <a:pt x="2545" y="6522"/>
                      <a:pt x="3386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18" name="Freeform: Shape 4917">
                <a:extLst>
                  <a:ext uri="{FF2B5EF4-FFF2-40B4-BE49-F238E27FC236}">
                    <a16:creationId xmlns:a16="http://schemas.microsoft.com/office/drawing/2014/main" id="{A266745C-EE2F-910A-E9F5-F682D286A12E}"/>
                  </a:ext>
                </a:extLst>
              </p:cNvPr>
              <p:cNvSpPr/>
              <p:nvPr/>
            </p:nvSpPr>
            <p:spPr>
              <a:xfrm>
                <a:off x="3570281" y="5724487"/>
                <a:ext cx="6343" cy="6345"/>
              </a:xfrm>
              <a:custGeom>
                <a:avLst/>
                <a:gdLst>
                  <a:gd name="connsiteX0" fmla="*/ 3386 w 6343"/>
                  <a:gd name="connsiteY0" fmla="*/ 6522 h 6345"/>
                  <a:gd name="connsiteX1" fmla="*/ 5628 w 6343"/>
                  <a:gd name="connsiteY1" fmla="*/ 5593 h 6345"/>
                  <a:gd name="connsiteX2" fmla="*/ 6557 w 6343"/>
                  <a:gd name="connsiteY2" fmla="*/ 3350 h 6345"/>
                  <a:gd name="connsiteX3" fmla="*/ 5628 w 6343"/>
                  <a:gd name="connsiteY3" fmla="*/ 1106 h 6345"/>
                  <a:gd name="connsiteX4" fmla="*/ 3386 w 6343"/>
                  <a:gd name="connsiteY4" fmla="*/ 177 h 6345"/>
                  <a:gd name="connsiteX5" fmla="*/ 1143 w 6343"/>
                  <a:gd name="connsiteY5" fmla="*/ 1106 h 6345"/>
                  <a:gd name="connsiteX6" fmla="*/ 214 w 6343"/>
                  <a:gd name="connsiteY6" fmla="*/ 3350 h 6345"/>
                  <a:gd name="connsiteX7" fmla="*/ 1143 w 6343"/>
                  <a:gd name="connsiteY7" fmla="*/ 5593 h 6345"/>
                  <a:gd name="connsiteX8" fmla="*/ 3386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2"/>
                    </a:moveTo>
                    <a:cubicBezTo>
                      <a:pt x="4227" y="6522"/>
                      <a:pt x="5034" y="6188"/>
                      <a:pt x="5628" y="5593"/>
                    </a:cubicBezTo>
                    <a:cubicBezTo>
                      <a:pt x="6223" y="4998"/>
                      <a:pt x="6557" y="4191"/>
                      <a:pt x="6557" y="3350"/>
                    </a:cubicBezTo>
                    <a:cubicBezTo>
                      <a:pt x="6557" y="2508"/>
                      <a:pt x="6223" y="1701"/>
                      <a:pt x="5628" y="1106"/>
                    </a:cubicBezTo>
                    <a:cubicBezTo>
                      <a:pt x="5034" y="511"/>
                      <a:pt x="4227" y="177"/>
                      <a:pt x="3386" y="177"/>
                    </a:cubicBezTo>
                    <a:cubicBezTo>
                      <a:pt x="2545" y="177"/>
                      <a:pt x="1738" y="511"/>
                      <a:pt x="1143" y="1106"/>
                    </a:cubicBezTo>
                    <a:cubicBezTo>
                      <a:pt x="548" y="1701"/>
                      <a:pt x="214" y="2508"/>
                      <a:pt x="214" y="3350"/>
                    </a:cubicBezTo>
                    <a:cubicBezTo>
                      <a:pt x="214" y="4191"/>
                      <a:pt x="548" y="4998"/>
                      <a:pt x="1143" y="5593"/>
                    </a:cubicBezTo>
                    <a:cubicBezTo>
                      <a:pt x="1738" y="6188"/>
                      <a:pt x="2545" y="6522"/>
                      <a:pt x="3386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19" name="Freeform: Shape 4918">
                <a:extLst>
                  <a:ext uri="{FF2B5EF4-FFF2-40B4-BE49-F238E27FC236}">
                    <a16:creationId xmlns:a16="http://schemas.microsoft.com/office/drawing/2014/main" id="{EE5A4224-4F8F-22B5-F143-5C4D3F0DA074}"/>
                  </a:ext>
                </a:extLst>
              </p:cNvPr>
              <p:cNvSpPr/>
              <p:nvPr/>
            </p:nvSpPr>
            <p:spPr>
              <a:xfrm>
                <a:off x="3568575" y="5722552"/>
                <a:ext cx="6343" cy="6345"/>
              </a:xfrm>
              <a:custGeom>
                <a:avLst/>
                <a:gdLst>
                  <a:gd name="connsiteX0" fmla="*/ 3386 w 6343"/>
                  <a:gd name="connsiteY0" fmla="*/ 6522 h 6345"/>
                  <a:gd name="connsiteX1" fmla="*/ 5628 w 6343"/>
                  <a:gd name="connsiteY1" fmla="*/ 5593 h 6345"/>
                  <a:gd name="connsiteX2" fmla="*/ 6557 w 6343"/>
                  <a:gd name="connsiteY2" fmla="*/ 3349 h 6345"/>
                  <a:gd name="connsiteX3" fmla="*/ 5628 w 6343"/>
                  <a:gd name="connsiteY3" fmla="*/ 1106 h 6345"/>
                  <a:gd name="connsiteX4" fmla="*/ 3386 w 6343"/>
                  <a:gd name="connsiteY4" fmla="*/ 177 h 6345"/>
                  <a:gd name="connsiteX5" fmla="*/ 1143 w 6343"/>
                  <a:gd name="connsiteY5" fmla="*/ 1106 h 6345"/>
                  <a:gd name="connsiteX6" fmla="*/ 214 w 6343"/>
                  <a:gd name="connsiteY6" fmla="*/ 3349 h 6345"/>
                  <a:gd name="connsiteX7" fmla="*/ 1143 w 6343"/>
                  <a:gd name="connsiteY7" fmla="*/ 5593 h 6345"/>
                  <a:gd name="connsiteX8" fmla="*/ 3386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2"/>
                    </a:moveTo>
                    <a:cubicBezTo>
                      <a:pt x="4227" y="6522"/>
                      <a:pt x="5034" y="6188"/>
                      <a:pt x="5628" y="5593"/>
                    </a:cubicBezTo>
                    <a:cubicBezTo>
                      <a:pt x="6223" y="4998"/>
                      <a:pt x="6557" y="4191"/>
                      <a:pt x="6557" y="3349"/>
                    </a:cubicBezTo>
                    <a:cubicBezTo>
                      <a:pt x="6557" y="2508"/>
                      <a:pt x="6223" y="1701"/>
                      <a:pt x="5628" y="1106"/>
                    </a:cubicBezTo>
                    <a:cubicBezTo>
                      <a:pt x="5034" y="511"/>
                      <a:pt x="4227" y="177"/>
                      <a:pt x="3386" y="177"/>
                    </a:cubicBezTo>
                    <a:cubicBezTo>
                      <a:pt x="2545" y="177"/>
                      <a:pt x="1738" y="511"/>
                      <a:pt x="1143" y="1106"/>
                    </a:cubicBezTo>
                    <a:cubicBezTo>
                      <a:pt x="548" y="1701"/>
                      <a:pt x="214" y="2508"/>
                      <a:pt x="214" y="3349"/>
                    </a:cubicBezTo>
                    <a:cubicBezTo>
                      <a:pt x="214" y="4191"/>
                      <a:pt x="548" y="4998"/>
                      <a:pt x="1143" y="5593"/>
                    </a:cubicBezTo>
                    <a:cubicBezTo>
                      <a:pt x="1738" y="6188"/>
                      <a:pt x="2545" y="6522"/>
                      <a:pt x="3386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20" name="Freeform: Shape 4919">
                <a:extLst>
                  <a:ext uri="{FF2B5EF4-FFF2-40B4-BE49-F238E27FC236}">
                    <a16:creationId xmlns:a16="http://schemas.microsoft.com/office/drawing/2014/main" id="{6129599F-29B4-8DAD-1D3C-77F37F5A95C2}"/>
                  </a:ext>
                </a:extLst>
              </p:cNvPr>
              <p:cNvSpPr/>
              <p:nvPr/>
            </p:nvSpPr>
            <p:spPr>
              <a:xfrm>
                <a:off x="3567537" y="5720628"/>
                <a:ext cx="6343" cy="6345"/>
              </a:xfrm>
              <a:custGeom>
                <a:avLst/>
                <a:gdLst>
                  <a:gd name="connsiteX0" fmla="*/ 3386 w 6343"/>
                  <a:gd name="connsiteY0" fmla="*/ 6522 h 6345"/>
                  <a:gd name="connsiteX1" fmla="*/ 5628 w 6343"/>
                  <a:gd name="connsiteY1" fmla="*/ 5593 h 6345"/>
                  <a:gd name="connsiteX2" fmla="*/ 6557 w 6343"/>
                  <a:gd name="connsiteY2" fmla="*/ 3349 h 6345"/>
                  <a:gd name="connsiteX3" fmla="*/ 5628 w 6343"/>
                  <a:gd name="connsiteY3" fmla="*/ 1106 h 6345"/>
                  <a:gd name="connsiteX4" fmla="*/ 3386 w 6343"/>
                  <a:gd name="connsiteY4" fmla="*/ 177 h 6345"/>
                  <a:gd name="connsiteX5" fmla="*/ 1143 w 6343"/>
                  <a:gd name="connsiteY5" fmla="*/ 1106 h 6345"/>
                  <a:gd name="connsiteX6" fmla="*/ 214 w 6343"/>
                  <a:gd name="connsiteY6" fmla="*/ 3349 h 6345"/>
                  <a:gd name="connsiteX7" fmla="*/ 1143 w 6343"/>
                  <a:gd name="connsiteY7" fmla="*/ 5593 h 6345"/>
                  <a:gd name="connsiteX8" fmla="*/ 3386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2"/>
                    </a:moveTo>
                    <a:cubicBezTo>
                      <a:pt x="4227" y="6522"/>
                      <a:pt x="5033" y="6188"/>
                      <a:pt x="5628" y="5593"/>
                    </a:cubicBezTo>
                    <a:cubicBezTo>
                      <a:pt x="6223" y="4998"/>
                      <a:pt x="6557" y="4191"/>
                      <a:pt x="6557" y="3349"/>
                    </a:cubicBezTo>
                    <a:cubicBezTo>
                      <a:pt x="6557" y="2508"/>
                      <a:pt x="6223" y="1701"/>
                      <a:pt x="5628" y="1106"/>
                    </a:cubicBezTo>
                    <a:cubicBezTo>
                      <a:pt x="5033" y="511"/>
                      <a:pt x="4227" y="177"/>
                      <a:pt x="3386" y="177"/>
                    </a:cubicBezTo>
                    <a:cubicBezTo>
                      <a:pt x="2544" y="177"/>
                      <a:pt x="1738" y="511"/>
                      <a:pt x="1143" y="1106"/>
                    </a:cubicBezTo>
                    <a:cubicBezTo>
                      <a:pt x="548" y="1701"/>
                      <a:pt x="214" y="2508"/>
                      <a:pt x="214" y="3349"/>
                    </a:cubicBezTo>
                    <a:cubicBezTo>
                      <a:pt x="214" y="4191"/>
                      <a:pt x="548" y="4998"/>
                      <a:pt x="1143" y="5593"/>
                    </a:cubicBezTo>
                    <a:cubicBezTo>
                      <a:pt x="1738" y="6188"/>
                      <a:pt x="2544" y="6522"/>
                      <a:pt x="3386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21" name="Freeform: Shape 4920">
                <a:extLst>
                  <a:ext uri="{FF2B5EF4-FFF2-40B4-BE49-F238E27FC236}">
                    <a16:creationId xmlns:a16="http://schemas.microsoft.com/office/drawing/2014/main" id="{45CD1A21-D3B9-894B-7749-E6599AF62305}"/>
                  </a:ext>
                </a:extLst>
              </p:cNvPr>
              <p:cNvSpPr/>
              <p:nvPr/>
            </p:nvSpPr>
            <p:spPr>
              <a:xfrm>
                <a:off x="3569179" y="5718838"/>
                <a:ext cx="6343" cy="6345"/>
              </a:xfrm>
              <a:custGeom>
                <a:avLst/>
                <a:gdLst>
                  <a:gd name="connsiteX0" fmla="*/ 3386 w 6343"/>
                  <a:gd name="connsiteY0" fmla="*/ 6522 h 6345"/>
                  <a:gd name="connsiteX1" fmla="*/ 5628 w 6343"/>
                  <a:gd name="connsiteY1" fmla="*/ 5593 h 6345"/>
                  <a:gd name="connsiteX2" fmla="*/ 6557 w 6343"/>
                  <a:gd name="connsiteY2" fmla="*/ 3349 h 6345"/>
                  <a:gd name="connsiteX3" fmla="*/ 5628 w 6343"/>
                  <a:gd name="connsiteY3" fmla="*/ 1106 h 6345"/>
                  <a:gd name="connsiteX4" fmla="*/ 3386 w 6343"/>
                  <a:gd name="connsiteY4" fmla="*/ 176 h 6345"/>
                  <a:gd name="connsiteX5" fmla="*/ 1143 w 6343"/>
                  <a:gd name="connsiteY5" fmla="*/ 1106 h 6345"/>
                  <a:gd name="connsiteX6" fmla="*/ 214 w 6343"/>
                  <a:gd name="connsiteY6" fmla="*/ 3349 h 6345"/>
                  <a:gd name="connsiteX7" fmla="*/ 1143 w 6343"/>
                  <a:gd name="connsiteY7" fmla="*/ 5593 h 6345"/>
                  <a:gd name="connsiteX8" fmla="*/ 3386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2"/>
                    </a:moveTo>
                    <a:cubicBezTo>
                      <a:pt x="4227" y="6522"/>
                      <a:pt x="5034" y="6188"/>
                      <a:pt x="5628" y="5593"/>
                    </a:cubicBezTo>
                    <a:cubicBezTo>
                      <a:pt x="6223" y="4998"/>
                      <a:pt x="6557" y="4191"/>
                      <a:pt x="6557" y="3349"/>
                    </a:cubicBezTo>
                    <a:cubicBezTo>
                      <a:pt x="6557" y="2508"/>
                      <a:pt x="6223" y="1701"/>
                      <a:pt x="5628" y="1106"/>
                    </a:cubicBezTo>
                    <a:cubicBezTo>
                      <a:pt x="5034" y="511"/>
                      <a:pt x="4227" y="176"/>
                      <a:pt x="3386" y="176"/>
                    </a:cubicBezTo>
                    <a:cubicBezTo>
                      <a:pt x="2545" y="176"/>
                      <a:pt x="1738" y="511"/>
                      <a:pt x="1143" y="1106"/>
                    </a:cubicBezTo>
                    <a:cubicBezTo>
                      <a:pt x="548" y="1701"/>
                      <a:pt x="214" y="2508"/>
                      <a:pt x="214" y="3349"/>
                    </a:cubicBezTo>
                    <a:cubicBezTo>
                      <a:pt x="214" y="4191"/>
                      <a:pt x="548" y="4998"/>
                      <a:pt x="1143" y="5593"/>
                    </a:cubicBezTo>
                    <a:cubicBezTo>
                      <a:pt x="1738" y="6188"/>
                      <a:pt x="2545" y="6522"/>
                      <a:pt x="3386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22" name="Freeform: Shape 4921">
                <a:extLst>
                  <a:ext uri="{FF2B5EF4-FFF2-40B4-BE49-F238E27FC236}">
                    <a16:creationId xmlns:a16="http://schemas.microsoft.com/office/drawing/2014/main" id="{F54AFDE2-9770-7AAD-B89D-8B34565BD0B2}"/>
                  </a:ext>
                </a:extLst>
              </p:cNvPr>
              <p:cNvSpPr/>
              <p:nvPr/>
            </p:nvSpPr>
            <p:spPr>
              <a:xfrm>
                <a:off x="3586320" y="5718021"/>
                <a:ext cx="6343" cy="6345"/>
              </a:xfrm>
              <a:custGeom>
                <a:avLst/>
                <a:gdLst>
                  <a:gd name="connsiteX0" fmla="*/ 3387 w 6343"/>
                  <a:gd name="connsiteY0" fmla="*/ 6522 h 6345"/>
                  <a:gd name="connsiteX1" fmla="*/ 5630 w 6343"/>
                  <a:gd name="connsiteY1" fmla="*/ 5593 h 6345"/>
                  <a:gd name="connsiteX2" fmla="*/ 6559 w 6343"/>
                  <a:gd name="connsiteY2" fmla="*/ 3349 h 6345"/>
                  <a:gd name="connsiteX3" fmla="*/ 5630 w 6343"/>
                  <a:gd name="connsiteY3" fmla="*/ 1106 h 6345"/>
                  <a:gd name="connsiteX4" fmla="*/ 3387 w 6343"/>
                  <a:gd name="connsiteY4" fmla="*/ 176 h 6345"/>
                  <a:gd name="connsiteX5" fmla="*/ 1144 w 6343"/>
                  <a:gd name="connsiteY5" fmla="*/ 1106 h 6345"/>
                  <a:gd name="connsiteX6" fmla="*/ 216 w 6343"/>
                  <a:gd name="connsiteY6" fmla="*/ 3349 h 6345"/>
                  <a:gd name="connsiteX7" fmla="*/ 1144 w 6343"/>
                  <a:gd name="connsiteY7" fmla="*/ 5593 h 6345"/>
                  <a:gd name="connsiteX8" fmla="*/ 3387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2"/>
                    </a:moveTo>
                    <a:cubicBezTo>
                      <a:pt x="4228" y="6522"/>
                      <a:pt x="5035" y="6188"/>
                      <a:pt x="5630" y="5593"/>
                    </a:cubicBezTo>
                    <a:cubicBezTo>
                      <a:pt x="6224" y="4998"/>
                      <a:pt x="6559" y="4191"/>
                      <a:pt x="6559" y="3349"/>
                    </a:cubicBezTo>
                    <a:cubicBezTo>
                      <a:pt x="6559" y="2508"/>
                      <a:pt x="6224" y="1701"/>
                      <a:pt x="5630" y="1106"/>
                    </a:cubicBezTo>
                    <a:cubicBezTo>
                      <a:pt x="5035" y="511"/>
                      <a:pt x="4228" y="176"/>
                      <a:pt x="3387" y="176"/>
                    </a:cubicBezTo>
                    <a:cubicBezTo>
                      <a:pt x="2546" y="176"/>
                      <a:pt x="1739" y="511"/>
                      <a:pt x="1144" y="1106"/>
                    </a:cubicBezTo>
                    <a:cubicBezTo>
                      <a:pt x="550" y="1701"/>
                      <a:pt x="216" y="2508"/>
                      <a:pt x="216" y="3349"/>
                    </a:cubicBezTo>
                    <a:cubicBezTo>
                      <a:pt x="216" y="4191"/>
                      <a:pt x="550" y="4998"/>
                      <a:pt x="1144" y="5593"/>
                    </a:cubicBezTo>
                    <a:cubicBezTo>
                      <a:pt x="1739" y="6188"/>
                      <a:pt x="2546" y="6522"/>
                      <a:pt x="3387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23" name="Freeform: Shape 4922">
                <a:extLst>
                  <a:ext uri="{FF2B5EF4-FFF2-40B4-BE49-F238E27FC236}">
                    <a16:creationId xmlns:a16="http://schemas.microsoft.com/office/drawing/2014/main" id="{CE3936C0-386A-68EA-6E7F-96419C7267AF}"/>
                  </a:ext>
                </a:extLst>
              </p:cNvPr>
              <p:cNvSpPr/>
              <p:nvPr/>
            </p:nvSpPr>
            <p:spPr>
              <a:xfrm>
                <a:off x="3586807" y="5716286"/>
                <a:ext cx="6343" cy="6345"/>
              </a:xfrm>
              <a:custGeom>
                <a:avLst/>
                <a:gdLst>
                  <a:gd name="connsiteX0" fmla="*/ 3387 w 6343"/>
                  <a:gd name="connsiteY0" fmla="*/ 6522 h 6345"/>
                  <a:gd name="connsiteX1" fmla="*/ 5630 w 6343"/>
                  <a:gd name="connsiteY1" fmla="*/ 5592 h 6345"/>
                  <a:gd name="connsiteX2" fmla="*/ 6559 w 6343"/>
                  <a:gd name="connsiteY2" fmla="*/ 3349 h 6345"/>
                  <a:gd name="connsiteX3" fmla="*/ 5630 w 6343"/>
                  <a:gd name="connsiteY3" fmla="*/ 1106 h 6345"/>
                  <a:gd name="connsiteX4" fmla="*/ 3387 w 6343"/>
                  <a:gd name="connsiteY4" fmla="*/ 176 h 6345"/>
                  <a:gd name="connsiteX5" fmla="*/ 1144 w 6343"/>
                  <a:gd name="connsiteY5" fmla="*/ 1106 h 6345"/>
                  <a:gd name="connsiteX6" fmla="*/ 216 w 6343"/>
                  <a:gd name="connsiteY6" fmla="*/ 3349 h 6345"/>
                  <a:gd name="connsiteX7" fmla="*/ 1144 w 6343"/>
                  <a:gd name="connsiteY7" fmla="*/ 5592 h 6345"/>
                  <a:gd name="connsiteX8" fmla="*/ 3387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2"/>
                    </a:moveTo>
                    <a:cubicBezTo>
                      <a:pt x="4228" y="6522"/>
                      <a:pt x="5035" y="6187"/>
                      <a:pt x="5630" y="5592"/>
                    </a:cubicBezTo>
                    <a:cubicBezTo>
                      <a:pt x="6224" y="4997"/>
                      <a:pt x="6559" y="4190"/>
                      <a:pt x="6559" y="3349"/>
                    </a:cubicBezTo>
                    <a:cubicBezTo>
                      <a:pt x="6559" y="2508"/>
                      <a:pt x="6224" y="1700"/>
                      <a:pt x="5630" y="1106"/>
                    </a:cubicBezTo>
                    <a:cubicBezTo>
                      <a:pt x="5035" y="511"/>
                      <a:pt x="4228" y="176"/>
                      <a:pt x="3387" y="176"/>
                    </a:cubicBezTo>
                    <a:cubicBezTo>
                      <a:pt x="2546" y="176"/>
                      <a:pt x="1739" y="511"/>
                      <a:pt x="1144" y="1106"/>
                    </a:cubicBezTo>
                    <a:cubicBezTo>
                      <a:pt x="550" y="1700"/>
                      <a:pt x="216" y="2508"/>
                      <a:pt x="216" y="3349"/>
                    </a:cubicBezTo>
                    <a:cubicBezTo>
                      <a:pt x="216" y="4190"/>
                      <a:pt x="550" y="4997"/>
                      <a:pt x="1144" y="5592"/>
                    </a:cubicBezTo>
                    <a:cubicBezTo>
                      <a:pt x="1739" y="6187"/>
                      <a:pt x="2546" y="6522"/>
                      <a:pt x="3387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24" name="Freeform: Shape 4923">
                <a:extLst>
                  <a:ext uri="{FF2B5EF4-FFF2-40B4-BE49-F238E27FC236}">
                    <a16:creationId xmlns:a16="http://schemas.microsoft.com/office/drawing/2014/main" id="{2872884E-00A9-4D9C-A2A0-91082BFC6309}"/>
                  </a:ext>
                </a:extLst>
              </p:cNvPr>
              <p:cNvSpPr/>
              <p:nvPr/>
            </p:nvSpPr>
            <p:spPr>
              <a:xfrm>
                <a:off x="3586838" y="5714522"/>
                <a:ext cx="6343" cy="6345"/>
              </a:xfrm>
              <a:custGeom>
                <a:avLst/>
                <a:gdLst>
                  <a:gd name="connsiteX0" fmla="*/ 3387 w 6343"/>
                  <a:gd name="connsiteY0" fmla="*/ 6522 h 6345"/>
                  <a:gd name="connsiteX1" fmla="*/ 5630 w 6343"/>
                  <a:gd name="connsiteY1" fmla="*/ 5592 h 6345"/>
                  <a:gd name="connsiteX2" fmla="*/ 6559 w 6343"/>
                  <a:gd name="connsiteY2" fmla="*/ 3349 h 6345"/>
                  <a:gd name="connsiteX3" fmla="*/ 5630 w 6343"/>
                  <a:gd name="connsiteY3" fmla="*/ 1105 h 6345"/>
                  <a:gd name="connsiteX4" fmla="*/ 3387 w 6343"/>
                  <a:gd name="connsiteY4" fmla="*/ 176 h 6345"/>
                  <a:gd name="connsiteX5" fmla="*/ 1144 w 6343"/>
                  <a:gd name="connsiteY5" fmla="*/ 1105 h 6345"/>
                  <a:gd name="connsiteX6" fmla="*/ 216 w 6343"/>
                  <a:gd name="connsiteY6" fmla="*/ 3349 h 6345"/>
                  <a:gd name="connsiteX7" fmla="*/ 1144 w 6343"/>
                  <a:gd name="connsiteY7" fmla="*/ 5592 h 6345"/>
                  <a:gd name="connsiteX8" fmla="*/ 3387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2"/>
                    </a:moveTo>
                    <a:cubicBezTo>
                      <a:pt x="4228" y="6522"/>
                      <a:pt x="5035" y="6187"/>
                      <a:pt x="5630" y="5592"/>
                    </a:cubicBezTo>
                    <a:cubicBezTo>
                      <a:pt x="6224" y="4997"/>
                      <a:pt x="6559" y="4190"/>
                      <a:pt x="6559" y="3349"/>
                    </a:cubicBezTo>
                    <a:cubicBezTo>
                      <a:pt x="6559" y="2507"/>
                      <a:pt x="6224" y="1700"/>
                      <a:pt x="5630" y="1105"/>
                    </a:cubicBezTo>
                    <a:cubicBezTo>
                      <a:pt x="5035" y="510"/>
                      <a:pt x="4228" y="176"/>
                      <a:pt x="3387" y="176"/>
                    </a:cubicBezTo>
                    <a:cubicBezTo>
                      <a:pt x="2546" y="176"/>
                      <a:pt x="1739" y="510"/>
                      <a:pt x="1144" y="1105"/>
                    </a:cubicBezTo>
                    <a:cubicBezTo>
                      <a:pt x="550" y="1700"/>
                      <a:pt x="216" y="2507"/>
                      <a:pt x="216" y="3349"/>
                    </a:cubicBezTo>
                    <a:cubicBezTo>
                      <a:pt x="216" y="4190"/>
                      <a:pt x="550" y="4997"/>
                      <a:pt x="1144" y="5592"/>
                    </a:cubicBezTo>
                    <a:cubicBezTo>
                      <a:pt x="1739" y="6187"/>
                      <a:pt x="2546" y="6522"/>
                      <a:pt x="3387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25" name="Freeform: Shape 4924">
                <a:extLst>
                  <a:ext uri="{FF2B5EF4-FFF2-40B4-BE49-F238E27FC236}">
                    <a16:creationId xmlns:a16="http://schemas.microsoft.com/office/drawing/2014/main" id="{07BFA341-A8B0-292A-5F4F-F801642F53EE}"/>
                  </a:ext>
                </a:extLst>
              </p:cNvPr>
              <p:cNvSpPr/>
              <p:nvPr/>
            </p:nvSpPr>
            <p:spPr>
              <a:xfrm>
                <a:off x="3585530" y="5710873"/>
                <a:ext cx="6343" cy="6345"/>
              </a:xfrm>
              <a:custGeom>
                <a:avLst/>
                <a:gdLst>
                  <a:gd name="connsiteX0" fmla="*/ 3387 w 6343"/>
                  <a:gd name="connsiteY0" fmla="*/ 6521 h 6345"/>
                  <a:gd name="connsiteX1" fmla="*/ 5630 w 6343"/>
                  <a:gd name="connsiteY1" fmla="*/ 5592 h 6345"/>
                  <a:gd name="connsiteX2" fmla="*/ 6559 w 6343"/>
                  <a:gd name="connsiteY2" fmla="*/ 3349 h 6345"/>
                  <a:gd name="connsiteX3" fmla="*/ 5630 w 6343"/>
                  <a:gd name="connsiteY3" fmla="*/ 1105 h 6345"/>
                  <a:gd name="connsiteX4" fmla="*/ 3387 w 6343"/>
                  <a:gd name="connsiteY4" fmla="*/ 176 h 6345"/>
                  <a:gd name="connsiteX5" fmla="*/ 1144 w 6343"/>
                  <a:gd name="connsiteY5" fmla="*/ 1105 h 6345"/>
                  <a:gd name="connsiteX6" fmla="*/ 215 w 6343"/>
                  <a:gd name="connsiteY6" fmla="*/ 3349 h 6345"/>
                  <a:gd name="connsiteX7" fmla="*/ 1144 w 6343"/>
                  <a:gd name="connsiteY7" fmla="*/ 5592 h 6345"/>
                  <a:gd name="connsiteX8" fmla="*/ 3387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1"/>
                    </a:moveTo>
                    <a:cubicBezTo>
                      <a:pt x="4228" y="6521"/>
                      <a:pt x="5035" y="6187"/>
                      <a:pt x="5630" y="5592"/>
                    </a:cubicBezTo>
                    <a:cubicBezTo>
                      <a:pt x="6224" y="4997"/>
                      <a:pt x="6559" y="4190"/>
                      <a:pt x="6559" y="3349"/>
                    </a:cubicBezTo>
                    <a:cubicBezTo>
                      <a:pt x="6559" y="2507"/>
                      <a:pt x="6224" y="1700"/>
                      <a:pt x="5630" y="1105"/>
                    </a:cubicBezTo>
                    <a:cubicBezTo>
                      <a:pt x="5035" y="510"/>
                      <a:pt x="4228" y="176"/>
                      <a:pt x="3387" y="176"/>
                    </a:cubicBezTo>
                    <a:cubicBezTo>
                      <a:pt x="2546" y="176"/>
                      <a:pt x="1739" y="510"/>
                      <a:pt x="1144" y="1105"/>
                    </a:cubicBezTo>
                    <a:cubicBezTo>
                      <a:pt x="550" y="1700"/>
                      <a:pt x="215" y="2507"/>
                      <a:pt x="215" y="3349"/>
                    </a:cubicBezTo>
                    <a:cubicBezTo>
                      <a:pt x="215" y="4190"/>
                      <a:pt x="550" y="4997"/>
                      <a:pt x="1144" y="5592"/>
                    </a:cubicBezTo>
                    <a:cubicBezTo>
                      <a:pt x="1739" y="6187"/>
                      <a:pt x="2546" y="6521"/>
                      <a:pt x="3387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26" name="Freeform: Shape 4925">
                <a:extLst>
                  <a:ext uri="{FF2B5EF4-FFF2-40B4-BE49-F238E27FC236}">
                    <a16:creationId xmlns:a16="http://schemas.microsoft.com/office/drawing/2014/main" id="{0D5ACD97-FB6D-DBFB-A7DC-B297B4EFF1A8}"/>
                  </a:ext>
                </a:extLst>
              </p:cNvPr>
              <p:cNvSpPr/>
              <p:nvPr/>
            </p:nvSpPr>
            <p:spPr>
              <a:xfrm>
                <a:off x="3581859" y="5708755"/>
                <a:ext cx="6343" cy="6345"/>
              </a:xfrm>
              <a:custGeom>
                <a:avLst/>
                <a:gdLst>
                  <a:gd name="connsiteX0" fmla="*/ 3387 w 6343"/>
                  <a:gd name="connsiteY0" fmla="*/ 6521 h 6345"/>
                  <a:gd name="connsiteX1" fmla="*/ 5629 w 6343"/>
                  <a:gd name="connsiteY1" fmla="*/ 5592 h 6345"/>
                  <a:gd name="connsiteX2" fmla="*/ 6558 w 6343"/>
                  <a:gd name="connsiteY2" fmla="*/ 3348 h 6345"/>
                  <a:gd name="connsiteX3" fmla="*/ 5629 w 6343"/>
                  <a:gd name="connsiteY3" fmla="*/ 1105 h 6345"/>
                  <a:gd name="connsiteX4" fmla="*/ 3387 w 6343"/>
                  <a:gd name="connsiteY4" fmla="*/ 176 h 6345"/>
                  <a:gd name="connsiteX5" fmla="*/ 1144 w 6343"/>
                  <a:gd name="connsiteY5" fmla="*/ 1105 h 6345"/>
                  <a:gd name="connsiteX6" fmla="*/ 215 w 6343"/>
                  <a:gd name="connsiteY6" fmla="*/ 3348 h 6345"/>
                  <a:gd name="connsiteX7" fmla="*/ 1144 w 6343"/>
                  <a:gd name="connsiteY7" fmla="*/ 5592 h 6345"/>
                  <a:gd name="connsiteX8" fmla="*/ 3387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1"/>
                    </a:moveTo>
                    <a:cubicBezTo>
                      <a:pt x="4228" y="6521"/>
                      <a:pt x="5035" y="6187"/>
                      <a:pt x="5629" y="5592"/>
                    </a:cubicBezTo>
                    <a:cubicBezTo>
                      <a:pt x="6224" y="4997"/>
                      <a:pt x="6558" y="4190"/>
                      <a:pt x="6558" y="3348"/>
                    </a:cubicBezTo>
                    <a:cubicBezTo>
                      <a:pt x="6558" y="2507"/>
                      <a:pt x="6224" y="1700"/>
                      <a:pt x="5629" y="1105"/>
                    </a:cubicBezTo>
                    <a:cubicBezTo>
                      <a:pt x="5035" y="510"/>
                      <a:pt x="4228" y="176"/>
                      <a:pt x="3387" y="176"/>
                    </a:cubicBezTo>
                    <a:cubicBezTo>
                      <a:pt x="2546" y="176"/>
                      <a:pt x="1739" y="510"/>
                      <a:pt x="1144" y="1105"/>
                    </a:cubicBezTo>
                    <a:cubicBezTo>
                      <a:pt x="549" y="1700"/>
                      <a:pt x="215" y="2507"/>
                      <a:pt x="215" y="3348"/>
                    </a:cubicBezTo>
                    <a:cubicBezTo>
                      <a:pt x="215" y="4190"/>
                      <a:pt x="549" y="4997"/>
                      <a:pt x="1144" y="5592"/>
                    </a:cubicBezTo>
                    <a:cubicBezTo>
                      <a:pt x="1739" y="6187"/>
                      <a:pt x="2546" y="6521"/>
                      <a:pt x="3387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27" name="Freeform: Shape 4926">
                <a:extLst>
                  <a:ext uri="{FF2B5EF4-FFF2-40B4-BE49-F238E27FC236}">
                    <a16:creationId xmlns:a16="http://schemas.microsoft.com/office/drawing/2014/main" id="{D113F9FC-1F33-C4FA-EF08-DFB40567E162}"/>
                  </a:ext>
                </a:extLst>
              </p:cNvPr>
              <p:cNvSpPr/>
              <p:nvPr/>
            </p:nvSpPr>
            <p:spPr>
              <a:xfrm>
                <a:off x="3581609" y="5706927"/>
                <a:ext cx="6343" cy="6345"/>
              </a:xfrm>
              <a:custGeom>
                <a:avLst/>
                <a:gdLst>
                  <a:gd name="connsiteX0" fmla="*/ 3387 w 6343"/>
                  <a:gd name="connsiteY0" fmla="*/ 6521 h 6345"/>
                  <a:gd name="connsiteX1" fmla="*/ 5629 w 6343"/>
                  <a:gd name="connsiteY1" fmla="*/ 5592 h 6345"/>
                  <a:gd name="connsiteX2" fmla="*/ 6558 w 6343"/>
                  <a:gd name="connsiteY2" fmla="*/ 3348 h 6345"/>
                  <a:gd name="connsiteX3" fmla="*/ 5629 w 6343"/>
                  <a:gd name="connsiteY3" fmla="*/ 1105 h 6345"/>
                  <a:gd name="connsiteX4" fmla="*/ 3387 w 6343"/>
                  <a:gd name="connsiteY4" fmla="*/ 176 h 6345"/>
                  <a:gd name="connsiteX5" fmla="*/ 1144 w 6343"/>
                  <a:gd name="connsiteY5" fmla="*/ 1105 h 6345"/>
                  <a:gd name="connsiteX6" fmla="*/ 215 w 6343"/>
                  <a:gd name="connsiteY6" fmla="*/ 3348 h 6345"/>
                  <a:gd name="connsiteX7" fmla="*/ 1144 w 6343"/>
                  <a:gd name="connsiteY7" fmla="*/ 5592 h 6345"/>
                  <a:gd name="connsiteX8" fmla="*/ 3387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1"/>
                    </a:moveTo>
                    <a:cubicBezTo>
                      <a:pt x="4228" y="6521"/>
                      <a:pt x="5035" y="6187"/>
                      <a:pt x="5629" y="5592"/>
                    </a:cubicBezTo>
                    <a:cubicBezTo>
                      <a:pt x="6224" y="4997"/>
                      <a:pt x="6558" y="4190"/>
                      <a:pt x="6558" y="3348"/>
                    </a:cubicBezTo>
                    <a:cubicBezTo>
                      <a:pt x="6558" y="2507"/>
                      <a:pt x="6224" y="1700"/>
                      <a:pt x="5629" y="1105"/>
                    </a:cubicBezTo>
                    <a:cubicBezTo>
                      <a:pt x="5035" y="510"/>
                      <a:pt x="4228" y="176"/>
                      <a:pt x="3387" y="176"/>
                    </a:cubicBezTo>
                    <a:cubicBezTo>
                      <a:pt x="2546" y="176"/>
                      <a:pt x="1739" y="510"/>
                      <a:pt x="1144" y="1105"/>
                    </a:cubicBezTo>
                    <a:cubicBezTo>
                      <a:pt x="549" y="1700"/>
                      <a:pt x="215" y="2507"/>
                      <a:pt x="215" y="3348"/>
                    </a:cubicBezTo>
                    <a:cubicBezTo>
                      <a:pt x="215" y="4190"/>
                      <a:pt x="549" y="4997"/>
                      <a:pt x="1144" y="5592"/>
                    </a:cubicBezTo>
                    <a:cubicBezTo>
                      <a:pt x="1739" y="6187"/>
                      <a:pt x="2546" y="6521"/>
                      <a:pt x="3387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28" name="Freeform: Shape 4927">
                <a:extLst>
                  <a:ext uri="{FF2B5EF4-FFF2-40B4-BE49-F238E27FC236}">
                    <a16:creationId xmlns:a16="http://schemas.microsoft.com/office/drawing/2014/main" id="{088925BC-7B89-31B2-1E26-E5274AD32F0C}"/>
                  </a:ext>
                </a:extLst>
              </p:cNvPr>
              <p:cNvSpPr/>
              <p:nvPr/>
            </p:nvSpPr>
            <p:spPr>
              <a:xfrm>
                <a:off x="3583189" y="5705285"/>
                <a:ext cx="6343" cy="6345"/>
              </a:xfrm>
              <a:custGeom>
                <a:avLst/>
                <a:gdLst>
                  <a:gd name="connsiteX0" fmla="*/ 3387 w 6343"/>
                  <a:gd name="connsiteY0" fmla="*/ 6521 h 6345"/>
                  <a:gd name="connsiteX1" fmla="*/ 5629 w 6343"/>
                  <a:gd name="connsiteY1" fmla="*/ 5592 h 6345"/>
                  <a:gd name="connsiteX2" fmla="*/ 6558 w 6343"/>
                  <a:gd name="connsiteY2" fmla="*/ 3348 h 6345"/>
                  <a:gd name="connsiteX3" fmla="*/ 5629 w 6343"/>
                  <a:gd name="connsiteY3" fmla="*/ 1105 h 6345"/>
                  <a:gd name="connsiteX4" fmla="*/ 3387 w 6343"/>
                  <a:gd name="connsiteY4" fmla="*/ 175 h 6345"/>
                  <a:gd name="connsiteX5" fmla="*/ 1144 w 6343"/>
                  <a:gd name="connsiteY5" fmla="*/ 1105 h 6345"/>
                  <a:gd name="connsiteX6" fmla="*/ 215 w 6343"/>
                  <a:gd name="connsiteY6" fmla="*/ 3348 h 6345"/>
                  <a:gd name="connsiteX7" fmla="*/ 1144 w 6343"/>
                  <a:gd name="connsiteY7" fmla="*/ 5592 h 6345"/>
                  <a:gd name="connsiteX8" fmla="*/ 3387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1"/>
                    </a:moveTo>
                    <a:cubicBezTo>
                      <a:pt x="4228" y="6521"/>
                      <a:pt x="5035" y="6186"/>
                      <a:pt x="5629" y="5592"/>
                    </a:cubicBezTo>
                    <a:cubicBezTo>
                      <a:pt x="6224" y="4997"/>
                      <a:pt x="6558" y="4190"/>
                      <a:pt x="6558" y="3348"/>
                    </a:cubicBezTo>
                    <a:cubicBezTo>
                      <a:pt x="6558" y="2507"/>
                      <a:pt x="6224" y="1700"/>
                      <a:pt x="5629" y="1105"/>
                    </a:cubicBezTo>
                    <a:cubicBezTo>
                      <a:pt x="5035" y="510"/>
                      <a:pt x="4228" y="175"/>
                      <a:pt x="3387" y="175"/>
                    </a:cubicBezTo>
                    <a:cubicBezTo>
                      <a:pt x="2546" y="175"/>
                      <a:pt x="1739" y="510"/>
                      <a:pt x="1144" y="1105"/>
                    </a:cubicBezTo>
                    <a:cubicBezTo>
                      <a:pt x="549" y="1700"/>
                      <a:pt x="215" y="2507"/>
                      <a:pt x="215" y="3348"/>
                    </a:cubicBezTo>
                    <a:cubicBezTo>
                      <a:pt x="215" y="4190"/>
                      <a:pt x="549" y="4997"/>
                      <a:pt x="1144" y="5592"/>
                    </a:cubicBezTo>
                    <a:cubicBezTo>
                      <a:pt x="1739" y="6186"/>
                      <a:pt x="2546" y="6521"/>
                      <a:pt x="3387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29" name="Freeform: Shape 4928">
                <a:extLst>
                  <a:ext uri="{FF2B5EF4-FFF2-40B4-BE49-F238E27FC236}">
                    <a16:creationId xmlns:a16="http://schemas.microsoft.com/office/drawing/2014/main" id="{F330A3B0-3D32-CEF2-58E0-E635D8EC57B0}"/>
                  </a:ext>
                </a:extLst>
              </p:cNvPr>
              <p:cNvSpPr/>
              <p:nvPr/>
            </p:nvSpPr>
            <p:spPr>
              <a:xfrm>
                <a:off x="3581936" y="5703346"/>
                <a:ext cx="6343" cy="6345"/>
              </a:xfrm>
              <a:custGeom>
                <a:avLst/>
                <a:gdLst>
                  <a:gd name="connsiteX0" fmla="*/ 3387 w 6343"/>
                  <a:gd name="connsiteY0" fmla="*/ 6521 h 6345"/>
                  <a:gd name="connsiteX1" fmla="*/ 5629 w 6343"/>
                  <a:gd name="connsiteY1" fmla="*/ 5591 h 6345"/>
                  <a:gd name="connsiteX2" fmla="*/ 6558 w 6343"/>
                  <a:gd name="connsiteY2" fmla="*/ 3348 h 6345"/>
                  <a:gd name="connsiteX3" fmla="*/ 5629 w 6343"/>
                  <a:gd name="connsiteY3" fmla="*/ 1104 h 6345"/>
                  <a:gd name="connsiteX4" fmla="*/ 3387 w 6343"/>
                  <a:gd name="connsiteY4" fmla="*/ 175 h 6345"/>
                  <a:gd name="connsiteX5" fmla="*/ 1144 w 6343"/>
                  <a:gd name="connsiteY5" fmla="*/ 1104 h 6345"/>
                  <a:gd name="connsiteX6" fmla="*/ 215 w 6343"/>
                  <a:gd name="connsiteY6" fmla="*/ 3348 h 6345"/>
                  <a:gd name="connsiteX7" fmla="*/ 1144 w 6343"/>
                  <a:gd name="connsiteY7" fmla="*/ 5591 h 6345"/>
                  <a:gd name="connsiteX8" fmla="*/ 3387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1"/>
                    </a:moveTo>
                    <a:cubicBezTo>
                      <a:pt x="4228" y="6521"/>
                      <a:pt x="5035" y="6186"/>
                      <a:pt x="5629" y="5591"/>
                    </a:cubicBezTo>
                    <a:cubicBezTo>
                      <a:pt x="6224" y="4996"/>
                      <a:pt x="6558" y="4189"/>
                      <a:pt x="6558" y="3348"/>
                    </a:cubicBezTo>
                    <a:cubicBezTo>
                      <a:pt x="6558" y="2507"/>
                      <a:pt x="6224" y="1699"/>
                      <a:pt x="5629" y="1104"/>
                    </a:cubicBezTo>
                    <a:cubicBezTo>
                      <a:pt x="5035" y="510"/>
                      <a:pt x="4228" y="175"/>
                      <a:pt x="3387" y="175"/>
                    </a:cubicBezTo>
                    <a:cubicBezTo>
                      <a:pt x="2546" y="175"/>
                      <a:pt x="1739" y="510"/>
                      <a:pt x="1144" y="1104"/>
                    </a:cubicBezTo>
                    <a:cubicBezTo>
                      <a:pt x="549" y="1699"/>
                      <a:pt x="215" y="2507"/>
                      <a:pt x="215" y="3348"/>
                    </a:cubicBezTo>
                    <a:cubicBezTo>
                      <a:pt x="215" y="4189"/>
                      <a:pt x="549" y="4996"/>
                      <a:pt x="1144" y="5591"/>
                    </a:cubicBezTo>
                    <a:cubicBezTo>
                      <a:pt x="1739" y="6186"/>
                      <a:pt x="2546" y="6521"/>
                      <a:pt x="3387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30" name="Freeform: Shape 4929">
                <a:extLst>
                  <a:ext uri="{FF2B5EF4-FFF2-40B4-BE49-F238E27FC236}">
                    <a16:creationId xmlns:a16="http://schemas.microsoft.com/office/drawing/2014/main" id="{43BF883C-28AA-94FF-E222-AD79C7A34FA8}"/>
                  </a:ext>
                </a:extLst>
              </p:cNvPr>
              <p:cNvSpPr/>
              <p:nvPr/>
            </p:nvSpPr>
            <p:spPr>
              <a:xfrm>
                <a:off x="3587168" y="5702149"/>
                <a:ext cx="6343" cy="6345"/>
              </a:xfrm>
              <a:custGeom>
                <a:avLst/>
                <a:gdLst>
                  <a:gd name="connsiteX0" fmla="*/ 3387 w 6343"/>
                  <a:gd name="connsiteY0" fmla="*/ 6521 h 6345"/>
                  <a:gd name="connsiteX1" fmla="*/ 5630 w 6343"/>
                  <a:gd name="connsiteY1" fmla="*/ 5591 h 6345"/>
                  <a:gd name="connsiteX2" fmla="*/ 6559 w 6343"/>
                  <a:gd name="connsiteY2" fmla="*/ 3348 h 6345"/>
                  <a:gd name="connsiteX3" fmla="*/ 5630 w 6343"/>
                  <a:gd name="connsiteY3" fmla="*/ 1104 h 6345"/>
                  <a:gd name="connsiteX4" fmla="*/ 3387 w 6343"/>
                  <a:gd name="connsiteY4" fmla="*/ 175 h 6345"/>
                  <a:gd name="connsiteX5" fmla="*/ 1145 w 6343"/>
                  <a:gd name="connsiteY5" fmla="*/ 1104 h 6345"/>
                  <a:gd name="connsiteX6" fmla="*/ 216 w 6343"/>
                  <a:gd name="connsiteY6" fmla="*/ 3348 h 6345"/>
                  <a:gd name="connsiteX7" fmla="*/ 1145 w 6343"/>
                  <a:gd name="connsiteY7" fmla="*/ 5591 h 6345"/>
                  <a:gd name="connsiteX8" fmla="*/ 3387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21"/>
                    </a:moveTo>
                    <a:cubicBezTo>
                      <a:pt x="4228" y="6521"/>
                      <a:pt x="5035" y="6186"/>
                      <a:pt x="5630" y="5591"/>
                    </a:cubicBezTo>
                    <a:cubicBezTo>
                      <a:pt x="6225" y="4996"/>
                      <a:pt x="6559" y="4189"/>
                      <a:pt x="6559" y="3348"/>
                    </a:cubicBezTo>
                    <a:cubicBezTo>
                      <a:pt x="6559" y="2506"/>
                      <a:pt x="6225" y="1699"/>
                      <a:pt x="5630" y="1104"/>
                    </a:cubicBezTo>
                    <a:cubicBezTo>
                      <a:pt x="5035" y="509"/>
                      <a:pt x="4228" y="175"/>
                      <a:pt x="3387" y="175"/>
                    </a:cubicBezTo>
                    <a:cubicBezTo>
                      <a:pt x="2546" y="175"/>
                      <a:pt x="1739" y="509"/>
                      <a:pt x="1145" y="1104"/>
                    </a:cubicBezTo>
                    <a:cubicBezTo>
                      <a:pt x="550" y="1699"/>
                      <a:pt x="216" y="2506"/>
                      <a:pt x="216" y="3348"/>
                    </a:cubicBezTo>
                    <a:cubicBezTo>
                      <a:pt x="216" y="4189"/>
                      <a:pt x="550" y="4996"/>
                      <a:pt x="1145" y="5591"/>
                    </a:cubicBezTo>
                    <a:cubicBezTo>
                      <a:pt x="1739" y="6186"/>
                      <a:pt x="2546" y="6521"/>
                      <a:pt x="3387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31" name="Freeform: Shape 4930">
                <a:extLst>
                  <a:ext uri="{FF2B5EF4-FFF2-40B4-BE49-F238E27FC236}">
                    <a16:creationId xmlns:a16="http://schemas.microsoft.com/office/drawing/2014/main" id="{C87FD682-4276-9A7F-41E1-4E4CFBC44547}"/>
                  </a:ext>
                </a:extLst>
              </p:cNvPr>
              <p:cNvSpPr/>
              <p:nvPr/>
            </p:nvSpPr>
            <p:spPr>
              <a:xfrm>
                <a:off x="3573201" y="5685486"/>
                <a:ext cx="6343" cy="6345"/>
              </a:xfrm>
              <a:custGeom>
                <a:avLst/>
                <a:gdLst>
                  <a:gd name="connsiteX0" fmla="*/ 3386 w 6343"/>
                  <a:gd name="connsiteY0" fmla="*/ 6519 h 6345"/>
                  <a:gd name="connsiteX1" fmla="*/ 5629 w 6343"/>
                  <a:gd name="connsiteY1" fmla="*/ 5590 h 6345"/>
                  <a:gd name="connsiteX2" fmla="*/ 6558 w 6343"/>
                  <a:gd name="connsiteY2" fmla="*/ 3347 h 6345"/>
                  <a:gd name="connsiteX3" fmla="*/ 5629 w 6343"/>
                  <a:gd name="connsiteY3" fmla="*/ 1103 h 6345"/>
                  <a:gd name="connsiteX4" fmla="*/ 3386 w 6343"/>
                  <a:gd name="connsiteY4" fmla="*/ 174 h 6345"/>
                  <a:gd name="connsiteX5" fmla="*/ 1143 w 6343"/>
                  <a:gd name="connsiteY5" fmla="*/ 1103 h 6345"/>
                  <a:gd name="connsiteX6" fmla="*/ 214 w 6343"/>
                  <a:gd name="connsiteY6" fmla="*/ 3347 h 6345"/>
                  <a:gd name="connsiteX7" fmla="*/ 1143 w 6343"/>
                  <a:gd name="connsiteY7" fmla="*/ 5590 h 6345"/>
                  <a:gd name="connsiteX8" fmla="*/ 3386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19"/>
                    </a:moveTo>
                    <a:cubicBezTo>
                      <a:pt x="4227" y="6519"/>
                      <a:pt x="5034" y="6185"/>
                      <a:pt x="5629" y="5590"/>
                    </a:cubicBezTo>
                    <a:cubicBezTo>
                      <a:pt x="6223" y="4995"/>
                      <a:pt x="6558" y="4188"/>
                      <a:pt x="6558" y="3347"/>
                    </a:cubicBezTo>
                    <a:cubicBezTo>
                      <a:pt x="6558" y="2505"/>
                      <a:pt x="6223" y="1698"/>
                      <a:pt x="5629" y="1103"/>
                    </a:cubicBezTo>
                    <a:cubicBezTo>
                      <a:pt x="5034" y="508"/>
                      <a:pt x="4227" y="174"/>
                      <a:pt x="3386" y="174"/>
                    </a:cubicBezTo>
                    <a:cubicBezTo>
                      <a:pt x="2545" y="174"/>
                      <a:pt x="1738" y="508"/>
                      <a:pt x="1143" y="1103"/>
                    </a:cubicBezTo>
                    <a:cubicBezTo>
                      <a:pt x="549" y="1698"/>
                      <a:pt x="214" y="2505"/>
                      <a:pt x="214" y="3347"/>
                    </a:cubicBezTo>
                    <a:cubicBezTo>
                      <a:pt x="214" y="4188"/>
                      <a:pt x="549" y="4995"/>
                      <a:pt x="1143" y="5590"/>
                    </a:cubicBezTo>
                    <a:cubicBezTo>
                      <a:pt x="1738" y="6185"/>
                      <a:pt x="2545" y="6519"/>
                      <a:pt x="3386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32" name="Freeform: Shape 4931">
                <a:extLst>
                  <a:ext uri="{FF2B5EF4-FFF2-40B4-BE49-F238E27FC236}">
                    <a16:creationId xmlns:a16="http://schemas.microsoft.com/office/drawing/2014/main" id="{62D4B8F5-A89D-7F71-9A6D-526A68D13426}"/>
                  </a:ext>
                </a:extLst>
              </p:cNvPr>
              <p:cNvSpPr/>
              <p:nvPr/>
            </p:nvSpPr>
            <p:spPr>
              <a:xfrm>
                <a:off x="3624798" y="5684656"/>
                <a:ext cx="6343" cy="6345"/>
              </a:xfrm>
              <a:custGeom>
                <a:avLst/>
                <a:gdLst>
                  <a:gd name="connsiteX0" fmla="*/ 3390 w 6343"/>
                  <a:gd name="connsiteY0" fmla="*/ 6519 h 6345"/>
                  <a:gd name="connsiteX1" fmla="*/ 5633 w 6343"/>
                  <a:gd name="connsiteY1" fmla="*/ 5590 h 6345"/>
                  <a:gd name="connsiteX2" fmla="*/ 6562 w 6343"/>
                  <a:gd name="connsiteY2" fmla="*/ 3346 h 6345"/>
                  <a:gd name="connsiteX3" fmla="*/ 5633 w 6343"/>
                  <a:gd name="connsiteY3" fmla="*/ 1103 h 6345"/>
                  <a:gd name="connsiteX4" fmla="*/ 3390 w 6343"/>
                  <a:gd name="connsiteY4" fmla="*/ 174 h 6345"/>
                  <a:gd name="connsiteX5" fmla="*/ 1147 w 6343"/>
                  <a:gd name="connsiteY5" fmla="*/ 1103 h 6345"/>
                  <a:gd name="connsiteX6" fmla="*/ 219 w 6343"/>
                  <a:gd name="connsiteY6" fmla="*/ 3346 h 6345"/>
                  <a:gd name="connsiteX7" fmla="*/ 1147 w 6343"/>
                  <a:gd name="connsiteY7" fmla="*/ 5590 h 6345"/>
                  <a:gd name="connsiteX8" fmla="*/ 3390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9"/>
                    </a:moveTo>
                    <a:cubicBezTo>
                      <a:pt x="4231" y="6519"/>
                      <a:pt x="5038" y="6185"/>
                      <a:pt x="5633" y="5590"/>
                    </a:cubicBezTo>
                    <a:cubicBezTo>
                      <a:pt x="6227" y="4995"/>
                      <a:pt x="6562" y="4188"/>
                      <a:pt x="6562" y="3346"/>
                    </a:cubicBezTo>
                    <a:cubicBezTo>
                      <a:pt x="6562" y="2505"/>
                      <a:pt x="6227" y="1698"/>
                      <a:pt x="5633" y="1103"/>
                    </a:cubicBezTo>
                    <a:cubicBezTo>
                      <a:pt x="5038" y="508"/>
                      <a:pt x="4231" y="174"/>
                      <a:pt x="3390" y="174"/>
                    </a:cubicBezTo>
                    <a:cubicBezTo>
                      <a:pt x="2549" y="174"/>
                      <a:pt x="1742" y="508"/>
                      <a:pt x="1147" y="1103"/>
                    </a:cubicBezTo>
                    <a:cubicBezTo>
                      <a:pt x="553" y="1698"/>
                      <a:pt x="219" y="2505"/>
                      <a:pt x="219" y="3346"/>
                    </a:cubicBezTo>
                    <a:cubicBezTo>
                      <a:pt x="219" y="4188"/>
                      <a:pt x="553" y="4995"/>
                      <a:pt x="1147" y="5590"/>
                    </a:cubicBezTo>
                    <a:cubicBezTo>
                      <a:pt x="1742" y="6185"/>
                      <a:pt x="2549" y="6519"/>
                      <a:pt x="3390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33" name="Freeform: Shape 4932">
                <a:extLst>
                  <a:ext uri="{FF2B5EF4-FFF2-40B4-BE49-F238E27FC236}">
                    <a16:creationId xmlns:a16="http://schemas.microsoft.com/office/drawing/2014/main" id="{8F34BF87-E2F9-DAAA-9011-A67C5FF81345}"/>
                  </a:ext>
                </a:extLst>
              </p:cNvPr>
              <p:cNvSpPr/>
              <p:nvPr/>
            </p:nvSpPr>
            <p:spPr>
              <a:xfrm>
                <a:off x="3624702" y="5683046"/>
                <a:ext cx="6343" cy="6345"/>
              </a:xfrm>
              <a:custGeom>
                <a:avLst/>
                <a:gdLst>
                  <a:gd name="connsiteX0" fmla="*/ 3390 w 6343"/>
                  <a:gd name="connsiteY0" fmla="*/ 6519 h 6345"/>
                  <a:gd name="connsiteX1" fmla="*/ 5633 w 6343"/>
                  <a:gd name="connsiteY1" fmla="*/ 5590 h 6345"/>
                  <a:gd name="connsiteX2" fmla="*/ 6562 w 6343"/>
                  <a:gd name="connsiteY2" fmla="*/ 3346 h 6345"/>
                  <a:gd name="connsiteX3" fmla="*/ 5633 w 6343"/>
                  <a:gd name="connsiteY3" fmla="*/ 1103 h 6345"/>
                  <a:gd name="connsiteX4" fmla="*/ 3390 w 6343"/>
                  <a:gd name="connsiteY4" fmla="*/ 174 h 6345"/>
                  <a:gd name="connsiteX5" fmla="*/ 1147 w 6343"/>
                  <a:gd name="connsiteY5" fmla="*/ 1103 h 6345"/>
                  <a:gd name="connsiteX6" fmla="*/ 219 w 6343"/>
                  <a:gd name="connsiteY6" fmla="*/ 3346 h 6345"/>
                  <a:gd name="connsiteX7" fmla="*/ 1147 w 6343"/>
                  <a:gd name="connsiteY7" fmla="*/ 5590 h 6345"/>
                  <a:gd name="connsiteX8" fmla="*/ 3390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9"/>
                    </a:moveTo>
                    <a:cubicBezTo>
                      <a:pt x="4231" y="6519"/>
                      <a:pt x="5038" y="6185"/>
                      <a:pt x="5633" y="5590"/>
                    </a:cubicBezTo>
                    <a:cubicBezTo>
                      <a:pt x="6227" y="4995"/>
                      <a:pt x="6562" y="4188"/>
                      <a:pt x="6562" y="3346"/>
                    </a:cubicBezTo>
                    <a:cubicBezTo>
                      <a:pt x="6562" y="2505"/>
                      <a:pt x="6227" y="1698"/>
                      <a:pt x="5633" y="1103"/>
                    </a:cubicBezTo>
                    <a:cubicBezTo>
                      <a:pt x="5038" y="508"/>
                      <a:pt x="4231" y="174"/>
                      <a:pt x="3390" y="174"/>
                    </a:cubicBezTo>
                    <a:cubicBezTo>
                      <a:pt x="2549" y="174"/>
                      <a:pt x="1742" y="508"/>
                      <a:pt x="1147" y="1103"/>
                    </a:cubicBezTo>
                    <a:cubicBezTo>
                      <a:pt x="553" y="1698"/>
                      <a:pt x="219" y="2505"/>
                      <a:pt x="219" y="3346"/>
                    </a:cubicBezTo>
                    <a:cubicBezTo>
                      <a:pt x="219" y="4188"/>
                      <a:pt x="553" y="4995"/>
                      <a:pt x="1147" y="5590"/>
                    </a:cubicBezTo>
                    <a:cubicBezTo>
                      <a:pt x="1742" y="6185"/>
                      <a:pt x="2549" y="6519"/>
                      <a:pt x="3390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34" name="Freeform: Shape 4933">
                <a:extLst>
                  <a:ext uri="{FF2B5EF4-FFF2-40B4-BE49-F238E27FC236}">
                    <a16:creationId xmlns:a16="http://schemas.microsoft.com/office/drawing/2014/main" id="{F1AFD1C6-C2BD-6A48-4730-D6FE29A505C9}"/>
                  </a:ext>
                </a:extLst>
              </p:cNvPr>
              <p:cNvSpPr/>
              <p:nvPr/>
            </p:nvSpPr>
            <p:spPr>
              <a:xfrm>
                <a:off x="3625946" y="5681722"/>
                <a:ext cx="6343" cy="6345"/>
              </a:xfrm>
              <a:custGeom>
                <a:avLst/>
                <a:gdLst>
                  <a:gd name="connsiteX0" fmla="*/ 3390 w 6343"/>
                  <a:gd name="connsiteY0" fmla="*/ 6519 h 6345"/>
                  <a:gd name="connsiteX1" fmla="*/ 5633 w 6343"/>
                  <a:gd name="connsiteY1" fmla="*/ 5590 h 6345"/>
                  <a:gd name="connsiteX2" fmla="*/ 6562 w 6343"/>
                  <a:gd name="connsiteY2" fmla="*/ 3346 h 6345"/>
                  <a:gd name="connsiteX3" fmla="*/ 5633 w 6343"/>
                  <a:gd name="connsiteY3" fmla="*/ 1103 h 6345"/>
                  <a:gd name="connsiteX4" fmla="*/ 3390 w 6343"/>
                  <a:gd name="connsiteY4" fmla="*/ 174 h 6345"/>
                  <a:gd name="connsiteX5" fmla="*/ 1148 w 6343"/>
                  <a:gd name="connsiteY5" fmla="*/ 1103 h 6345"/>
                  <a:gd name="connsiteX6" fmla="*/ 219 w 6343"/>
                  <a:gd name="connsiteY6" fmla="*/ 3346 h 6345"/>
                  <a:gd name="connsiteX7" fmla="*/ 1148 w 6343"/>
                  <a:gd name="connsiteY7" fmla="*/ 5590 h 6345"/>
                  <a:gd name="connsiteX8" fmla="*/ 3390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9"/>
                    </a:moveTo>
                    <a:cubicBezTo>
                      <a:pt x="4231" y="6519"/>
                      <a:pt x="5038" y="6185"/>
                      <a:pt x="5633" y="5590"/>
                    </a:cubicBezTo>
                    <a:cubicBezTo>
                      <a:pt x="6228" y="4995"/>
                      <a:pt x="6562" y="4188"/>
                      <a:pt x="6562" y="3346"/>
                    </a:cubicBezTo>
                    <a:cubicBezTo>
                      <a:pt x="6562" y="2505"/>
                      <a:pt x="6228" y="1698"/>
                      <a:pt x="5633" y="1103"/>
                    </a:cubicBezTo>
                    <a:cubicBezTo>
                      <a:pt x="5038" y="508"/>
                      <a:pt x="4231" y="174"/>
                      <a:pt x="3390" y="174"/>
                    </a:cubicBezTo>
                    <a:cubicBezTo>
                      <a:pt x="2549" y="174"/>
                      <a:pt x="1742" y="508"/>
                      <a:pt x="1148" y="1103"/>
                    </a:cubicBezTo>
                    <a:cubicBezTo>
                      <a:pt x="553" y="1698"/>
                      <a:pt x="219" y="2505"/>
                      <a:pt x="219" y="3346"/>
                    </a:cubicBezTo>
                    <a:cubicBezTo>
                      <a:pt x="219" y="4188"/>
                      <a:pt x="553" y="4995"/>
                      <a:pt x="1148" y="5590"/>
                    </a:cubicBezTo>
                    <a:cubicBezTo>
                      <a:pt x="1742" y="6185"/>
                      <a:pt x="2549" y="6519"/>
                      <a:pt x="3390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35" name="Freeform: Shape 4934">
                <a:extLst>
                  <a:ext uri="{FF2B5EF4-FFF2-40B4-BE49-F238E27FC236}">
                    <a16:creationId xmlns:a16="http://schemas.microsoft.com/office/drawing/2014/main" id="{A1D415C8-54B7-C7E6-382F-C26CBB582C60}"/>
                  </a:ext>
                </a:extLst>
              </p:cNvPr>
              <p:cNvSpPr/>
              <p:nvPr/>
            </p:nvSpPr>
            <p:spPr>
              <a:xfrm>
                <a:off x="3624405" y="5679785"/>
                <a:ext cx="6343" cy="6345"/>
              </a:xfrm>
              <a:custGeom>
                <a:avLst/>
                <a:gdLst>
                  <a:gd name="connsiteX0" fmla="*/ 3390 w 6343"/>
                  <a:gd name="connsiteY0" fmla="*/ 6519 h 6345"/>
                  <a:gd name="connsiteX1" fmla="*/ 5633 w 6343"/>
                  <a:gd name="connsiteY1" fmla="*/ 5590 h 6345"/>
                  <a:gd name="connsiteX2" fmla="*/ 6562 w 6343"/>
                  <a:gd name="connsiteY2" fmla="*/ 3346 h 6345"/>
                  <a:gd name="connsiteX3" fmla="*/ 5633 w 6343"/>
                  <a:gd name="connsiteY3" fmla="*/ 1103 h 6345"/>
                  <a:gd name="connsiteX4" fmla="*/ 3390 w 6343"/>
                  <a:gd name="connsiteY4" fmla="*/ 173 h 6345"/>
                  <a:gd name="connsiteX5" fmla="*/ 1147 w 6343"/>
                  <a:gd name="connsiteY5" fmla="*/ 1103 h 6345"/>
                  <a:gd name="connsiteX6" fmla="*/ 219 w 6343"/>
                  <a:gd name="connsiteY6" fmla="*/ 3346 h 6345"/>
                  <a:gd name="connsiteX7" fmla="*/ 1147 w 6343"/>
                  <a:gd name="connsiteY7" fmla="*/ 5590 h 6345"/>
                  <a:gd name="connsiteX8" fmla="*/ 3390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9"/>
                    </a:moveTo>
                    <a:cubicBezTo>
                      <a:pt x="4231" y="6519"/>
                      <a:pt x="5038" y="6184"/>
                      <a:pt x="5633" y="5590"/>
                    </a:cubicBezTo>
                    <a:cubicBezTo>
                      <a:pt x="6227" y="4995"/>
                      <a:pt x="6562" y="4187"/>
                      <a:pt x="6562" y="3346"/>
                    </a:cubicBezTo>
                    <a:cubicBezTo>
                      <a:pt x="6562" y="2505"/>
                      <a:pt x="6227" y="1698"/>
                      <a:pt x="5633" y="1103"/>
                    </a:cubicBezTo>
                    <a:cubicBezTo>
                      <a:pt x="5038" y="508"/>
                      <a:pt x="4231" y="173"/>
                      <a:pt x="3390" y="173"/>
                    </a:cubicBezTo>
                    <a:cubicBezTo>
                      <a:pt x="2549" y="173"/>
                      <a:pt x="1742" y="508"/>
                      <a:pt x="1147" y="1103"/>
                    </a:cubicBezTo>
                    <a:cubicBezTo>
                      <a:pt x="553" y="1698"/>
                      <a:pt x="219" y="2505"/>
                      <a:pt x="219" y="3346"/>
                    </a:cubicBezTo>
                    <a:cubicBezTo>
                      <a:pt x="219" y="4187"/>
                      <a:pt x="553" y="4995"/>
                      <a:pt x="1147" y="5590"/>
                    </a:cubicBezTo>
                    <a:cubicBezTo>
                      <a:pt x="1742" y="6184"/>
                      <a:pt x="2549" y="6519"/>
                      <a:pt x="3390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36" name="Freeform: Shape 4935">
                <a:extLst>
                  <a:ext uri="{FF2B5EF4-FFF2-40B4-BE49-F238E27FC236}">
                    <a16:creationId xmlns:a16="http://schemas.microsoft.com/office/drawing/2014/main" id="{F0BF2518-F005-5D93-3BCC-82D126A6C3F3}"/>
                  </a:ext>
                </a:extLst>
              </p:cNvPr>
              <p:cNvSpPr/>
              <p:nvPr/>
            </p:nvSpPr>
            <p:spPr>
              <a:xfrm>
                <a:off x="3628863" y="5679210"/>
                <a:ext cx="6343" cy="6345"/>
              </a:xfrm>
              <a:custGeom>
                <a:avLst/>
                <a:gdLst>
                  <a:gd name="connsiteX0" fmla="*/ 3390 w 6343"/>
                  <a:gd name="connsiteY0" fmla="*/ 6519 h 6345"/>
                  <a:gd name="connsiteX1" fmla="*/ 5633 w 6343"/>
                  <a:gd name="connsiteY1" fmla="*/ 5589 h 6345"/>
                  <a:gd name="connsiteX2" fmla="*/ 6562 w 6343"/>
                  <a:gd name="connsiteY2" fmla="*/ 3346 h 6345"/>
                  <a:gd name="connsiteX3" fmla="*/ 5633 w 6343"/>
                  <a:gd name="connsiteY3" fmla="*/ 1103 h 6345"/>
                  <a:gd name="connsiteX4" fmla="*/ 3390 w 6343"/>
                  <a:gd name="connsiteY4" fmla="*/ 173 h 6345"/>
                  <a:gd name="connsiteX5" fmla="*/ 1148 w 6343"/>
                  <a:gd name="connsiteY5" fmla="*/ 1103 h 6345"/>
                  <a:gd name="connsiteX6" fmla="*/ 219 w 6343"/>
                  <a:gd name="connsiteY6" fmla="*/ 3346 h 6345"/>
                  <a:gd name="connsiteX7" fmla="*/ 1148 w 6343"/>
                  <a:gd name="connsiteY7" fmla="*/ 5589 h 6345"/>
                  <a:gd name="connsiteX8" fmla="*/ 3390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9"/>
                    </a:moveTo>
                    <a:cubicBezTo>
                      <a:pt x="4232" y="6519"/>
                      <a:pt x="5038" y="6184"/>
                      <a:pt x="5633" y="5589"/>
                    </a:cubicBezTo>
                    <a:cubicBezTo>
                      <a:pt x="6228" y="4995"/>
                      <a:pt x="6562" y="4187"/>
                      <a:pt x="6562" y="3346"/>
                    </a:cubicBezTo>
                    <a:cubicBezTo>
                      <a:pt x="6562" y="2505"/>
                      <a:pt x="6228" y="1698"/>
                      <a:pt x="5633" y="1103"/>
                    </a:cubicBezTo>
                    <a:cubicBezTo>
                      <a:pt x="5038" y="508"/>
                      <a:pt x="4232" y="173"/>
                      <a:pt x="3390" y="173"/>
                    </a:cubicBezTo>
                    <a:cubicBezTo>
                      <a:pt x="2549" y="173"/>
                      <a:pt x="1743" y="508"/>
                      <a:pt x="1148" y="1103"/>
                    </a:cubicBezTo>
                    <a:cubicBezTo>
                      <a:pt x="553" y="1698"/>
                      <a:pt x="219" y="2505"/>
                      <a:pt x="219" y="3346"/>
                    </a:cubicBezTo>
                    <a:cubicBezTo>
                      <a:pt x="219" y="4187"/>
                      <a:pt x="553" y="4995"/>
                      <a:pt x="1148" y="5589"/>
                    </a:cubicBezTo>
                    <a:cubicBezTo>
                      <a:pt x="1743" y="6184"/>
                      <a:pt x="2549" y="6519"/>
                      <a:pt x="3390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37" name="Freeform: Shape 4936">
                <a:extLst>
                  <a:ext uri="{FF2B5EF4-FFF2-40B4-BE49-F238E27FC236}">
                    <a16:creationId xmlns:a16="http://schemas.microsoft.com/office/drawing/2014/main" id="{F6A35B0E-3381-6E66-CE9D-7084C98DDD31}"/>
                  </a:ext>
                </a:extLst>
              </p:cNvPr>
              <p:cNvSpPr/>
              <p:nvPr/>
            </p:nvSpPr>
            <p:spPr>
              <a:xfrm>
                <a:off x="3618586" y="5675187"/>
                <a:ext cx="6343" cy="6345"/>
              </a:xfrm>
              <a:custGeom>
                <a:avLst/>
                <a:gdLst>
                  <a:gd name="connsiteX0" fmla="*/ 3390 w 6343"/>
                  <a:gd name="connsiteY0" fmla="*/ 6518 h 6345"/>
                  <a:gd name="connsiteX1" fmla="*/ 5632 w 6343"/>
                  <a:gd name="connsiteY1" fmla="*/ 5589 h 6345"/>
                  <a:gd name="connsiteX2" fmla="*/ 6561 w 6343"/>
                  <a:gd name="connsiteY2" fmla="*/ 3346 h 6345"/>
                  <a:gd name="connsiteX3" fmla="*/ 5632 w 6343"/>
                  <a:gd name="connsiteY3" fmla="*/ 1102 h 6345"/>
                  <a:gd name="connsiteX4" fmla="*/ 3390 w 6343"/>
                  <a:gd name="connsiteY4" fmla="*/ 173 h 6345"/>
                  <a:gd name="connsiteX5" fmla="*/ 1147 w 6343"/>
                  <a:gd name="connsiteY5" fmla="*/ 1102 h 6345"/>
                  <a:gd name="connsiteX6" fmla="*/ 218 w 6343"/>
                  <a:gd name="connsiteY6" fmla="*/ 3346 h 6345"/>
                  <a:gd name="connsiteX7" fmla="*/ 1147 w 6343"/>
                  <a:gd name="connsiteY7" fmla="*/ 5589 h 6345"/>
                  <a:gd name="connsiteX8" fmla="*/ 3390 w 6343"/>
                  <a:gd name="connsiteY8" fmla="*/ 651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8"/>
                    </a:moveTo>
                    <a:cubicBezTo>
                      <a:pt x="4231" y="6518"/>
                      <a:pt x="5037" y="6184"/>
                      <a:pt x="5632" y="5589"/>
                    </a:cubicBezTo>
                    <a:cubicBezTo>
                      <a:pt x="6227" y="4994"/>
                      <a:pt x="6561" y="4187"/>
                      <a:pt x="6561" y="3346"/>
                    </a:cubicBezTo>
                    <a:cubicBezTo>
                      <a:pt x="6561" y="2504"/>
                      <a:pt x="6227" y="1697"/>
                      <a:pt x="5632" y="1102"/>
                    </a:cubicBezTo>
                    <a:cubicBezTo>
                      <a:pt x="5037" y="507"/>
                      <a:pt x="4231" y="173"/>
                      <a:pt x="3390" y="173"/>
                    </a:cubicBezTo>
                    <a:cubicBezTo>
                      <a:pt x="2549" y="173"/>
                      <a:pt x="1742" y="507"/>
                      <a:pt x="1147" y="1102"/>
                    </a:cubicBezTo>
                    <a:cubicBezTo>
                      <a:pt x="552" y="1697"/>
                      <a:pt x="218" y="2504"/>
                      <a:pt x="218" y="3346"/>
                    </a:cubicBezTo>
                    <a:cubicBezTo>
                      <a:pt x="218" y="4187"/>
                      <a:pt x="552" y="4994"/>
                      <a:pt x="1147" y="5589"/>
                    </a:cubicBezTo>
                    <a:cubicBezTo>
                      <a:pt x="1742" y="6184"/>
                      <a:pt x="2549" y="6518"/>
                      <a:pt x="3390" y="65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38" name="Freeform: Shape 4937">
                <a:extLst>
                  <a:ext uri="{FF2B5EF4-FFF2-40B4-BE49-F238E27FC236}">
                    <a16:creationId xmlns:a16="http://schemas.microsoft.com/office/drawing/2014/main" id="{A5488C3A-A18D-2390-836F-B830E53F0DD0}"/>
                  </a:ext>
                </a:extLst>
              </p:cNvPr>
              <p:cNvSpPr/>
              <p:nvPr/>
            </p:nvSpPr>
            <p:spPr>
              <a:xfrm>
                <a:off x="3617185" y="5673192"/>
                <a:ext cx="6343" cy="6345"/>
              </a:xfrm>
              <a:custGeom>
                <a:avLst/>
                <a:gdLst>
                  <a:gd name="connsiteX0" fmla="*/ 3390 w 6343"/>
                  <a:gd name="connsiteY0" fmla="*/ 6518 h 6345"/>
                  <a:gd name="connsiteX1" fmla="*/ 5632 w 6343"/>
                  <a:gd name="connsiteY1" fmla="*/ 5589 h 6345"/>
                  <a:gd name="connsiteX2" fmla="*/ 6561 w 6343"/>
                  <a:gd name="connsiteY2" fmla="*/ 3346 h 6345"/>
                  <a:gd name="connsiteX3" fmla="*/ 5632 w 6343"/>
                  <a:gd name="connsiteY3" fmla="*/ 1102 h 6345"/>
                  <a:gd name="connsiteX4" fmla="*/ 3390 w 6343"/>
                  <a:gd name="connsiteY4" fmla="*/ 173 h 6345"/>
                  <a:gd name="connsiteX5" fmla="*/ 1147 w 6343"/>
                  <a:gd name="connsiteY5" fmla="*/ 1102 h 6345"/>
                  <a:gd name="connsiteX6" fmla="*/ 218 w 6343"/>
                  <a:gd name="connsiteY6" fmla="*/ 3346 h 6345"/>
                  <a:gd name="connsiteX7" fmla="*/ 1147 w 6343"/>
                  <a:gd name="connsiteY7" fmla="*/ 5589 h 6345"/>
                  <a:gd name="connsiteX8" fmla="*/ 3390 w 6343"/>
                  <a:gd name="connsiteY8" fmla="*/ 651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8"/>
                    </a:moveTo>
                    <a:cubicBezTo>
                      <a:pt x="4231" y="6518"/>
                      <a:pt x="5037" y="6184"/>
                      <a:pt x="5632" y="5589"/>
                    </a:cubicBezTo>
                    <a:cubicBezTo>
                      <a:pt x="6227" y="4994"/>
                      <a:pt x="6561" y="4187"/>
                      <a:pt x="6561" y="3346"/>
                    </a:cubicBezTo>
                    <a:cubicBezTo>
                      <a:pt x="6561" y="2504"/>
                      <a:pt x="6227" y="1697"/>
                      <a:pt x="5632" y="1102"/>
                    </a:cubicBezTo>
                    <a:cubicBezTo>
                      <a:pt x="5037" y="507"/>
                      <a:pt x="4231" y="173"/>
                      <a:pt x="3390" y="173"/>
                    </a:cubicBezTo>
                    <a:cubicBezTo>
                      <a:pt x="2548" y="173"/>
                      <a:pt x="1742" y="507"/>
                      <a:pt x="1147" y="1102"/>
                    </a:cubicBezTo>
                    <a:cubicBezTo>
                      <a:pt x="552" y="1697"/>
                      <a:pt x="218" y="2504"/>
                      <a:pt x="218" y="3346"/>
                    </a:cubicBezTo>
                    <a:cubicBezTo>
                      <a:pt x="218" y="4187"/>
                      <a:pt x="552" y="4994"/>
                      <a:pt x="1147" y="5589"/>
                    </a:cubicBezTo>
                    <a:cubicBezTo>
                      <a:pt x="1742" y="6184"/>
                      <a:pt x="2548" y="6518"/>
                      <a:pt x="3390" y="65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39" name="Freeform: Shape 4938">
                <a:extLst>
                  <a:ext uri="{FF2B5EF4-FFF2-40B4-BE49-F238E27FC236}">
                    <a16:creationId xmlns:a16="http://schemas.microsoft.com/office/drawing/2014/main" id="{ADC2B6B0-4940-208A-BA31-F20BF564FB88}"/>
                  </a:ext>
                </a:extLst>
              </p:cNvPr>
              <p:cNvSpPr/>
              <p:nvPr/>
            </p:nvSpPr>
            <p:spPr>
              <a:xfrm>
                <a:off x="3616709" y="5671406"/>
                <a:ext cx="6343" cy="6345"/>
              </a:xfrm>
              <a:custGeom>
                <a:avLst/>
                <a:gdLst>
                  <a:gd name="connsiteX0" fmla="*/ 3389 w 6343"/>
                  <a:gd name="connsiteY0" fmla="*/ 6518 h 6345"/>
                  <a:gd name="connsiteX1" fmla="*/ 5632 w 6343"/>
                  <a:gd name="connsiteY1" fmla="*/ 5589 h 6345"/>
                  <a:gd name="connsiteX2" fmla="*/ 6561 w 6343"/>
                  <a:gd name="connsiteY2" fmla="*/ 3345 h 6345"/>
                  <a:gd name="connsiteX3" fmla="*/ 5632 w 6343"/>
                  <a:gd name="connsiteY3" fmla="*/ 1102 h 6345"/>
                  <a:gd name="connsiteX4" fmla="*/ 3389 w 6343"/>
                  <a:gd name="connsiteY4" fmla="*/ 173 h 6345"/>
                  <a:gd name="connsiteX5" fmla="*/ 1147 w 6343"/>
                  <a:gd name="connsiteY5" fmla="*/ 1102 h 6345"/>
                  <a:gd name="connsiteX6" fmla="*/ 218 w 6343"/>
                  <a:gd name="connsiteY6" fmla="*/ 3345 h 6345"/>
                  <a:gd name="connsiteX7" fmla="*/ 1147 w 6343"/>
                  <a:gd name="connsiteY7" fmla="*/ 5589 h 6345"/>
                  <a:gd name="connsiteX8" fmla="*/ 3389 w 6343"/>
                  <a:gd name="connsiteY8" fmla="*/ 651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18"/>
                    </a:moveTo>
                    <a:cubicBezTo>
                      <a:pt x="4231" y="6518"/>
                      <a:pt x="5037" y="6184"/>
                      <a:pt x="5632" y="5589"/>
                    </a:cubicBezTo>
                    <a:cubicBezTo>
                      <a:pt x="6227" y="4994"/>
                      <a:pt x="6561" y="4187"/>
                      <a:pt x="6561" y="3345"/>
                    </a:cubicBezTo>
                    <a:cubicBezTo>
                      <a:pt x="6561" y="2504"/>
                      <a:pt x="6227" y="1697"/>
                      <a:pt x="5632" y="1102"/>
                    </a:cubicBezTo>
                    <a:cubicBezTo>
                      <a:pt x="5037" y="507"/>
                      <a:pt x="4231" y="173"/>
                      <a:pt x="3389" y="173"/>
                    </a:cubicBezTo>
                    <a:cubicBezTo>
                      <a:pt x="2548" y="173"/>
                      <a:pt x="1742" y="507"/>
                      <a:pt x="1147" y="1102"/>
                    </a:cubicBezTo>
                    <a:cubicBezTo>
                      <a:pt x="552" y="1697"/>
                      <a:pt x="218" y="2504"/>
                      <a:pt x="218" y="3345"/>
                    </a:cubicBezTo>
                    <a:cubicBezTo>
                      <a:pt x="218" y="4187"/>
                      <a:pt x="552" y="4994"/>
                      <a:pt x="1147" y="5589"/>
                    </a:cubicBezTo>
                    <a:cubicBezTo>
                      <a:pt x="1742" y="6184"/>
                      <a:pt x="2548" y="6518"/>
                      <a:pt x="3389" y="65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40" name="Freeform: Shape 4939">
                <a:extLst>
                  <a:ext uri="{FF2B5EF4-FFF2-40B4-BE49-F238E27FC236}">
                    <a16:creationId xmlns:a16="http://schemas.microsoft.com/office/drawing/2014/main" id="{A5802425-DA33-051E-AD2C-D5FAEFDF49D2}"/>
                  </a:ext>
                </a:extLst>
              </p:cNvPr>
              <p:cNvSpPr/>
              <p:nvPr/>
            </p:nvSpPr>
            <p:spPr>
              <a:xfrm>
                <a:off x="3627063" y="5412212"/>
                <a:ext cx="6343" cy="6345"/>
              </a:xfrm>
              <a:custGeom>
                <a:avLst/>
                <a:gdLst>
                  <a:gd name="connsiteX0" fmla="*/ 3390 w 6343"/>
                  <a:gd name="connsiteY0" fmla="*/ 6498 h 6345"/>
                  <a:gd name="connsiteX1" fmla="*/ 5633 w 6343"/>
                  <a:gd name="connsiteY1" fmla="*/ 5568 h 6345"/>
                  <a:gd name="connsiteX2" fmla="*/ 6562 w 6343"/>
                  <a:gd name="connsiteY2" fmla="*/ 3325 h 6345"/>
                  <a:gd name="connsiteX3" fmla="*/ 5633 w 6343"/>
                  <a:gd name="connsiteY3" fmla="*/ 1082 h 6345"/>
                  <a:gd name="connsiteX4" fmla="*/ 3390 w 6343"/>
                  <a:gd name="connsiteY4" fmla="*/ 152 h 6345"/>
                  <a:gd name="connsiteX5" fmla="*/ 1148 w 6343"/>
                  <a:gd name="connsiteY5" fmla="*/ 1082 h 6345"/>
                  <a:gd name="connsiteX6" fmla="*/ 219 w 6343"/>
                  <a:gd name="connsiteY6" fmla="*/ 3325 h 6345"/>
                  <a:gd name="connsiteX7" fmla="*/ 1148 w 6343"/>
                  <a:gd name="connsiteY7" fmla="*/ 5568 h 6345"/>
                  <a:gd name="connsiteX8" fmla="*/ 3390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8"/>
                    </a:moveTo>
                    <a:cubicBezTo>
                      <a:pt x="4231" y="6498"/>
                      <a:pt x="5038" y="6163"/>
                      <a:pt x="5633" y="5568"/>
                    </a:cubicBezTo>
                    <a:cubicBezTo>
                      <a:pt x="6228" y="4973"/>
                      <a:pt x="6562" y="4166"/>
                      <a:pt x="6562" y="3325"/>
                    </a:cubicBezTo>
                    <a:cubicBezTo>
                      <a:pt x="6562" y="2484"/>
                      <a:pt x="6228" y="1677"/>
                      <a:pt x="5633" y="1082"/>
                    </a:cubicBezTo>
                    <a:cubicBezTo>
                      <a:pt x="5038" y="487"/>
                      <a:pt x="4231" y="152"/>
                      <a:pt x="3390" y="152"/>
                    </a:cubicBezTo>
                    <a:cubicBezTo>
                      <a:pt x="2549" y="152"/>
                      <a:pt x="1742" y="487"/>
                      <a:pt x="1148" y="1082"/>
                    </a:cubicBezTo>
                    <a:cubicBezTo>
                      <a:pt x="553" y="1677"/>
                      <a:pt x="219" y="2484"/>
                      <a:pt x="219" y="3325"/>
                    </a:cubicBezTo>
                    <a:cubicBezTo>
                      <a:pt x="219" y="4166"/>
                      <a:pt x="553" y="4973"/>
                      <a:pt x="1148" y="5568"/>
                    </a:cubicBezTo>
                    <a:cubicBezTo>
                      <a:pt x="1742" y="6163"/>
                      <a:pt x="2549" y="6498"/>
                      <a:pt x="3390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41" name="Freeform: Shape 4940">
                <a:extLst>
                  <a:ext uri="{FF2B5EF4-FFF2-40B4-BE49-F238E27FC236}">
                    <a16:creationId xmlns:a16="http://schemas.microsoft.com/office/drawing/2014/main" id="{8D8C6B96-74F1-92AC-4847-0718C703FE64}"/>
                  </a:ext>
                </a:extLst>
              </p:cNvPr>
              <p:cNvSpPr/>
              <p:nvPr/>
            </p:nvSpPr>
            <p:spPr>
              <a:xfrm>
                <a:off x="3629558" y="5411383"/>
                <a:ext cx="6343" cy="6345"/>
              </a:xfrm>
              <a:custGeom>
                <a:avLst/>
                <a:gdLst>
                  <a:gd name="connsiteX0" fmla="*/ 3390 w 6343"/>
                  <a:gd name="connsiteY0" fmla="*/ 6498 h 6345"/>
                  <a:gd name="connsiteX1" fmla="*/ 5633 w 6343"/>
                  <a:gd name="connsiteY1" fmla="*/ 5568 h 6345"/>
                  <a:gd name="connsiteX2" fmla="*/ 6562 w 6343"/>
                  <a:gd name="connsiteY2" fmla="*/ 3325 h 6345"/>
                  <a:gd name="connsiteX3" fmla="*/ 5633 w 6343"/>
                  <a:gd name="connsiteY3" fmla="*/ 1081 h 6345"/>
                  <a:gd name="connsiteX4" fmla="*/ 3390 w 6343"/>
                  <a:gd name="connsiteY4" fmla="*/ 152 h 6345"/>
                  <a:gd name="connsiteX5" fmla="*/ 1148 w 6343"/>
                  <a:gd name="connsiteY5" fmla="*/ 1081 h 6345"/>
                  <a:gd name="connsiteX6" fmla="*/ 219 w 6343"/>
                  <a:gd name="connsiteY6" fmla="*/ 3325 h 6345"/>
                  <a:gd name="connsiteX7" fmla="*/ 1148 w 6343"/>
                  <a:gd name="connsiteY7" fmla="*/ 5568 h 6345"/>
                  <a:gd name="connsiteX8" fmla="*/ 3390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98"/>
                    </a:moveTo>
                    <a:cubicBezTo>
                      <a:pt x="4232" y="6498"/>
                      <a:pt x="5038" y="6163"/>
                      <a:pt x="5633" y="5568"/>
                    </a:cubicBezTo>
                    <a:cubicBezTo>
                      <a:pt x="6228" y="4973"/>
                      <a:pt x="6562" y="4166"/>
                      <a:pt x="6562" y="3325"/>
                    </a:cubicBezTo>
                    <a:cubicBezTo>
                      <a:pt x="6562" y="2484"/>
                      <a:pt x="6228" y="1676"/>
                      <a:pt x="5633" y="1081"/>
                    </a:cubicBezTo>
                    <a:cubicBezTo>
                      <a:pt x="5038" y="487"/>
                      <a:pt x="4232" y="152"/>
                      <a:pt x="3390" y="152"/>
                    </a:cubicBezTo>
                    <a:cubicBezTo>
                      <a:pt x="2549" y="152"/>
                      <a:pt x="1743" y="487"/>
                      <a:pt x="1148" y="1081"/>
                    </a:cubicBezTo>
                    <a:cubicBezTo>
                      <a:pt x="553" y="1676"/>
                      <a:pt x="219" y="2484"/>
                      <a:pt x="219" y="3325"/>
                    </a:cubicBezTo>
                    <a:cubicBezTo>
                      <a:pt x="219" y="4166"/>
                      <a:pt x="553" y="4973"/>
                      <a:pt x="1148" y="5568"/>
                    </a:cubicBezTo>
                    <a:cubicBezTo>
                      <a:pt x="1743" y="6163"/>
                      <a:pt x="2549" y="6498"/>
                      <a:pt x="3390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42" name="Freeform: Shape 4941">
                <a:extLst>
                  <a:ext uri="{FF2B5EF4-FFF2-40B4-BE49-F238E27FC236}">
                    <a16:creationId xmlns:a16="http://schemas.microsoft.com/office/drawing/2014/main" id="{60D5AA2A-1A76-A8B3-C4E4-4B6530344399}"/>
                  </a:ext>
                </a:extLst>
              </p:cNvPr>
              <p:cNvSpPr/>
              <p:nvPr/>
            </p:nvSpPr>
            <p:spPr>
              <a:xfrm>
                <a:off x="3632109" y="5410648"/>
                <a:ext cx="6343" cy="6345"/>
              </a:xfrm>
              <a:custGeom>
                <a:avLst/>
                <a:gdLst>
                  <a:gd name="connsiteX0" fmla="*/ 3391 w 6343"/>
                  <a:gd name="connsiteY0" fmla="*/ 6498 h 6345"/>
                  <a:gd name="connsiteX1" fmla="*/ 5633 w 6343"/>
                  <a:gd name="connsiteY1" fmla="*/ 5568 h 6345"/>
                  <a:gd name="connsiteX2" fmla="*/ 6562 w 6343"/>
                  <a:gd name="connsiteY2" fmla="*/ 3325 h 6345"/>
                  <a:gd name="connsiteX3" fmla="*/ 5633 w 6343"/>
                  <a:gd name="connsiteY3" fmla="*/ 1081 h 6345"/>
                  <a:gd name="connsiteX4" fmla="*/ 3391 w 6343"/>
                  <a:gd name="connsiteY4" fmla="*/ 152 h 6345"/>
                  <a:gd name="connsiteX5" fmla="*/ 1148 w 6343"/>
                  <a:gd name="connsiteY5" fmla="*/ 1081 h 6345"/>
                  <a:gd name="connsiteX6" fmla="*/ 219 w 6343"/>
                  <a:gd name="connsiteY6" fmla="*/ 3325 h 6345"/>
                  <a:gd name="connsiteX7" fmla="*/ 1148 w 6343"/>
                  <a:gd name="connsiteY7" fmla="*/ 5568 h 6345"/>
                  <a:gd name="connsiteX8" fmla="*/ 3391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98"/>
                    </a:moveTo>
                    <a:cubicBezTo>
                      <a:pt x="4232" y="6498"/>
                      <a:pt x="5039" y="6163"/>
                      <a:pt x="5633" y="5568"/>
                    </a:cubicBezTo>
                    <a:cubicBezTo>
                      <a:pt x="6228" y="4973"/>
                      <a:pt x="6562" y="4166"/>
                      <a:pt x="6562" y="3325"/>
                    </a:cubicBezTo>
                    <a:cubicBezTo>
                      <a:pt x="6562" y="2483"/>
                      <a:pt x="6228" y="1676"/>
                      <a:pt x="5633" y="1081"/>
                    </a:cubicBezTo>
                    <a:cubicBezTo>
                      <a:pt x="5039" y="486"/>
                      <a:pt x="4232" y="152"/>
                      <a:pt x="3391" y="152"/>
                    </a:cubicBezTo>
                    <a:cubicBezTo>
                      <a:pt x="2550" y="152"/>
                      <a:pt x="1743" y="486"/>
                      <a:pt x="1148" y="1081"/>
                    </a:cubicBezTo>
                    <a:cubicBezTo>
                      <a:pt x="553" y="1676"/>
                      <a:pt x="219" y="2483"/>
                      <a:pt x="219" y="3325"/>
                    </a:cubicBezTo>
                    <a:cubicBezTo>
                      <a:pt x="219" y="4166"/>
                      <a:pt x="553" y="4973"/>
                      <a:pt x="1148" y="5568"/>
                    </a:cubicBezTo>
                    <a:cubicBezTo>
                      <a:pt x="1743" y="6163"/>
                      <a:pt x="2550" y="6498"/>
                      <a:pt x="3391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43" name="Freeform: Shape 4942">
                <a:extLst>
                  <a:ext uri="{FF2B5EF4-FFF2-40B4-BE49-F238E27FC236}">
                    <a16:creationId xmlns:a16="http://schemas.microsoft.com/office/drawing/2014/main" id="{99788AEE-1870-C678-3745-7F8690AC5544}"/>
                  </a:ext>
                </a:extLst>
              </p:cNvPr>
              <p:cNvSpPr/>
              <p:nvPr/>
            </p:nvSpPr>
            <p:spPr>
              <a:xfrm>
                <a:off x="3634605" y="5409856"/>
                <a:ext cx="6343" cy="6345"/>
              </a:xfrm>
              <a:custGeom>
                <a:avLst/>
                <a:gdLst>
                  <a:gd name="connsiteX0" fmla="*/ 3391 w 6343"/>
                  <a:gd name="connsiteY0" fmla="*/ 6498 h 6345"/>
                  <a:gd name="connsiteX1" fmla="*/ 5634 w 6343"/>
                  <a:gd name="connsiteY1" fmla="*/ 5568 h 6345"/>
                  <a:gd name="connsiteX2" fmla="*/ 6562 w 6343"/>
                  <a:gd name="connsiteY2" fmla="*/ 3325 h 6345"/>
                  <a:gd name="connsiteX3" fmla="*/ 5634 w 6343"/>
                  <a:gd name="connsiteY3" fmla="*/ 1081 h 6345"/>
                  <a:gd name="connsiteX4" fmla="*/ 3391 w 6343"/>
                  <a:gd name="connsiteY4" fmla="*/ 152 h 6345"/>
                  <a:gd name="connsiteX5" fmla="*/ 1148 w 6343"/>
                  <a:gd name="connsiteY5" fmla="*/ 1081 h 6345"/>
                  <a:gd name="connsiteX6" fmla="*/ 219 w 6343"/>
                  <a:gd name="connsiteY6" fmla="*/ 3325 h 6345"/>
                  <a:gd name="connsiteX7" fmla="*/ 1148 w 6343"/>
                  <a:gd name="connsiteY7" fmla="*/ 5568 h 6345"/>
                  <a:gd name="connsiteX8" fmla="*/ 3391 w 6343"/>
                  <a:gd name="connsiteY8" fmla="*/ 64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98"/>
                    </a:moveTo>
                    <a:cubicBezTo>
                      <a:pt x="4232" y="6498"/>
                      <a:pt x="5039" y="6163"/>
                      <a:pt x="5634" y="5568"/>
                    </a:cubicBezTo>
                    <a:cubicBezTo>
                      <a:pt x="6228" y="4973"/>
                      <a:pt x="6562" y="4166"/>
                      <a:pt x="6562" y="3325"/>
                    </a:cubicBezTo>
                    <a:cubicBezTo>
                      <a:pt x="6562" y="2483"/>
                      <a:pt x="6228" y="1676"/>
                      <a:pt x="5634" y="1081"/>
                    </a:cubicBezTo>
                    <a:cubicBezTo>
                      <a:pt x="5039" y="486"/>
                      <a:pt x="4232" y="152"/>
                      <a:pt x="3391" y="152"/>
                    </a:cubicBezTo>
                    <a:cubicBezTo>
                      <a:pt x="2550" y="152"/>
                      <a:pt x="1743" y="486"/>
                      <a:pt x="1148" y="1081"/>
                    </a:cubicBezTo>
                    <a:cubicBezTo>
                      <a:pt x="554" y="1676"/>
                      <a:pt x="219" y="2483"/>
                      <a:pt x="219" y="3325"/>
                    </a:cubicBezTo>
                    <a:cubicBezTo>
                      <a:pt x="219" y="4166"/>
                      <a:pt x="554" y="4973"/>
                      <a:pt x="1148" y="5568"/>
                    </a:cubicBezTo>
                    <a:cubicBezTo>
                      <a:pt x="1743" y="6163"/>
                      <a:pt x="2550" y="6498"/>
                      <a:pt x="3391" y="6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44" name="Freeform: Shape 4943">
                <a:extLst>
                  <a:ext uri="{FF2B5EF4-FFF2-40B4-BE49-F238E27FC236}">
                    <a16:creationId xmlns:a16="http://schemas.microsoft.com/office/drawing/2014/main" id="{F8C97A0A-D675-86A9-ABF1-A0ACF2541C9E}"/>
                  </a:ext>
                </a:extLst>
              </p:cNvPr>
              <p:cNvSpPr/>
              <p:nvPr/>
            </p:nvSpPr>
            <p:spPr>
              <a:xfrm>
                <a:off x="3637322" y="5409387"/>
                <a:ext cx="6343" cy="6345"/>
              </a:xfrm>
              <a:custGeom>
                <a:avLst/>
                <a:gdLst>
                  <a:gd name="connsiteX0" fmla="*/ 3391 w 6343"/>
                  <a:gd name="connsiteY0" fmla="*/ 6497 h 6345"/>
                  <a:gd name="connsiteX1" fmla="*/ 5634 w 6343"/>
                  <a:gd name="connsiteY1" fmla="*/ 5568 h 6345"/>
                  <a:gd name="connsiteX2" fmla="*/ 6563 w 6343"/>
                  <a:gd name="connsiteY2" fmla="*/ 3325 h 6345"/>
                  <a:gd name="connsiteX3" fmla="*/ 5634 w 6343"/>
                  <a:gd name="connsiteY3" fmla="*/ 1081 h 6345"/>
                  <a:gd name="connsiteX4" fmla="*/ 3391 w 6343"/>
                  <a:gd name="connsiteY4" fmla="*/ 152 h 6345"/>
                  <a:gd name="connsiteX5" fmla="*/ 1148 w 6343"/>
                  <a:gd name="connsiteY5" fmla="*/ 1081 h 6345"/>
                  <a:gd name="connsiteX6" fmla="*/ 220 w 6343"/>
                  <a:gd name="connsiteY6" fmla="*/ 3325 h 6345"/>
                  <a:gd name="connsiteX7" fmla="*/ 1148 w 6343"/>
                  <a:gd name="connsiteY7" fmla="*/ 5568 h 6345"/>
                  <a:gd name="connsiteX8" fmla="*/ 3391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97"/>
                    </a:moveTo>
                    <a:cubicBezTo>
                      <a:pt x="4232" y="6497"/>
                      <a:pt x="5039" y="6163"/>
                      <a:pt x="5634" y="5568"/>
                    </a:cubicBezTo>
                    <a:cubicBezTo>
                      <a:pt x="6228" y="4973"/>
                      <a:pt x="6563" y="4166"/>
                      <a:pt x="6563" y="3325"/>
                    </a:cubicBezTo>
                    <a:cubicBezTo>
                      <a:pt x="6563" y="2483"/>
                      <a:pt x="6228" y="1676"/>
                      <a:pt x="5634" y="1081"/>
                    </a:cubicBezTo>
                    <a:cubicBezTo>
                      <a:pt x="5039" y="486"/>
                      <a:pt x="4232" y="152"/>
                      <a:pt x="3391" y="152"/>
                    </a:cubicBezTo>
                    <a:cubicBezTo>
                      <a:pt x="2550" y="152"/>
                      <a:pt x="1743" y="486"/>
                      <a:pt x="1148" y="1081"/>
                    </a:cubicBezTo>
                    <a:cubicBezTo>
                      <a:pt x="554" y="1676"/>
                      <a:pt x="220" y="2483"/>
                      <a:pt x="220" y="3325"/>
                    </a:cubicBezTo>
                    <a:cubicBezTo>
                      <a:pt x="220" y="4166"/>
                      <a:pt x="554" y="4973"/>
                      <a:pt x="1148" y="5568"/>
                    </a:cubicBezTo>
                    <a:cubicBezTo>
                      <a:pt x="1743" y="6163"/>
                      <a:pt x="2550" y="6497"/>
                      <a:pt x="3391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45" name="Freeform: Shape 4944">
                <a:extLst>
                  <a:ext uri="{FF2B5EF4-FFF2-40B4-BE49-F238E27FC236}">
                    <a16:creationId xmlns:a16="http://schemas.microsoft.com/office/drawing/2014/main" id="{387E2ACE-70E4-1F98-0F05-9B4C2AFBA630}"/>
                  </a:ext>
                </a:extLst>
              </p:cNvPr>
              <p:cNvSpPr/>
              <p:nvPr/>
            </p:nvSpPr>
            <p:spPr>
              <a:xfrm>
                <a:off x="3639763" y="5408557"/>
                <a:ext cx="6343" cy="6345"/>
              </a:xfrm>
              <a:custGeom>
                <a:avLst/>
                <a:gdLst>
                  <a:gd name="connsiteX0" fmla="*/ 3391 w 6343"/>
                  <a:gd name="connsiteY0" fmla="*/ 6497 h 6345"/>
                  <a:gd name="connsiteX1" fmla="*/ 5634 w 6343"/>
                  <a:gd name="connsiteY1" fmla="*/ 5568 h 6345"/>
                  <a:gd name="connsiteX2" fmla="*/ 6563 w 6343"/>
                  <a:gd name="connsiteY2" fmla="*/ 3325 h 6345"/>
                  <a:gd name="connsiteX3" fmla="*/ 5634 w 6343"/>
                  <a:gd name="connsiteY3" fmla="*/ 1081 h 6345"/>
                  <a:gd name="connsiteX4" fmla="*/ 3391 w 6343"/>
                  <a:gd name="connsiteY4" fmla="*/ 152 h 6345"/>
                  <a:gd name="connsiteX5" fmla="*/ 1149 w 6343"/>
                  <a:gd name="connsiteY5" fmla="*/ 1081 h 6345"/>
                  <a:gd name="connsiteX6" fmla="*/ 220 w 6343"/>
                  <a:gd name="connsiteY6" fmla="*/ 3325 h 6345"/>
                  <a:gd name="connsiteX7" fmla="*/ 1149 w 6343"/>
                  <a:gd name="connsiteY7" fmla="*/ 5568 h 6345"/>
                  <a:gd name="connsiteX8" fmla="*/ 3391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97"/>
                    </a:moveTo>
                    <a:cubicBezTo>
                      <a:pt x="4232" y="6497"/>
                      <a:pt x="5039" y="6163"/>
                      <a:pt x="5634" y="5568"/>
                    </a:cubicBezTo>
                    <a:cubicBezTo>
                      <a:pt x="6229" y="4973"/>
                      <a:pt x="6563" y="4166"/>
                      <a:pt x="6563" y="3325"/>
                    </a:cubicBezTo>
                    <a:cubicBezTo>
                      <a:pt x="6563" y="2483"/>
                      <a:pt x="6229" y="1676"/>
                      <a:pt x="5634" y="1081"/>
                    </a:cubicBezTo>
                    <a:cubicBezTo>
                      <a:pt x="5039" y="486"/>
                      <a:pt x="4232" y="152"/>
                      <a:pt x="3391" y="152"/>
                    </a:cubicBezTo>
                    <a:cubicBezTo>
                      <a:pt x="2550" y="152"/>
                      <a:pt x="1743" y="486"/>
                      <a:pt x="1149" y="1081"/>
                    </a:cubicBezTo>
                    <a:cubicBezTo>
                      <a:pt x="554" y="1676"/>
                      <a:pt x="220" y="2483"/>
                      <a:pt x="220" y="3325"/>
                    </a:cubicBezTo>
                    <a:cubicBezTo>
                      <a:pt x="220" y="4166"/>
                      <a:pt x="554" y="4973"/>
                      <a:pt x="1149" y="5568"/>
                    </a:cubicBezTo>
                    <a:cubicBezTo>
                      <a:pt x="1743" y="6163"/>
                      <a:pt x="2550" y="6497"/>
                      <a:pt x="3391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46" name="Freeform: Shape 4945">
                <a:extLst>
                  <a:ext uri="{FF2B5EF4-FFF2-40B4-BE49-F238E27FC236}">
                    <a16:creationId xmlns:a16="http://schemas.microsoft.com/office/drawing/2014/main" id="{D724A454-8992-50E2-8805-A8E13BE7B310}"/>
                  </a:ext>
                </a:extLst>
              </p:cNvPr>
              <p:cNvSpPr/>
              <p:nvPr/>
            </p:nvSpPr>
            <p:spPr>
              <a:xfrm>
                <a:off x="3642340" y="5407936"/>
                <a:ext cx="6343" cy="6345"/>
              </a:xfrm>
              <a:custGeom>
                <a:avLst/>
                <a:gdLst>
                  <a:gd name="connsiteX0" fmla="*/ 3391 w 6343"/>
                  <a:gd name="connsiteY0" fmla="*/ 6497 h 6345"/>
                  <a:gd name="connsiteX1" fmla="*/ 5634 w 6343"/>
                  <a:gd name="connsiteY1" fmla="*/ 5568 h 6345"/>
                  <a:gd name="connsiteX2" fmla="*/ 6563 w 6343"/>
                  <a:gd name="connsiteY2" fmla="*/ 3325 h 6345"/>
                  <a:gd name="connsiteX3" fmla="*/ 5634 w 6343"/>
                  <a:gd name="connsiteY3" fmla="*/ 1081 h 6345"/>
                  <a:gd name="connsiteX4" fmla="*/ 3391 w 6343"/>
                  <a:gd name="connsiteY4" fmla="*/ 152 h 6345"/>
                  <a:gd name="connsiteX5" fmla="*/ 1149 w 6343"/>
                  <a:gd name="connsiteY5" fmla="*/ 1081 h 6345"/>
                  <a:gd name="connsiteX6" fmla="*/ 220 w 6343"/>
                  <a:gd name="connsiteY6" fmla="*/ 3325 h 6345"/>
                  <a:gd name="connsiteX7" fmla="*/ 1149 w 6343"/>
                  <a:gd name="connsiteY7" fmla="*/ 5568 h 6345"/>
                  <a:gd name="connsiteX8" fmla="*/ 3391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97"/>
                    </a:moveTo>
                    <a:cubicBezTo>
                      <a:pt x="4233" y="6497"/>
                      <a:pt x="5039" y="6163"/>
                      <a:pt x="5634" y="5568"/>
                    </a:cubicBezTo>
                    <a:cubicBezTo>
                      <a:pt x="6229" y="4973"/>
                      <a:pt x="6563" y="4166"/>
                      <a:pt x="6563" y="3325"/>
                    </a:cubicBezTo>
                    <a:cubicBezTo>
                      <a:pt x="6563" y="2483"/>
                      <a:pt x="6229" y="1676"/>
                      <a:pt x="5634" y="1081"/>
                    </a:cubicBezTo>
                    <a:cubicBezTo>
                      <a:pt x="5039" y="486"/>
                      <a:pt x="4233" y="152"/>
                      <a:pt x="3391" y="152"/>
                    </a:cubicBezTo>
                    <a:cubicBezTo>
                      <a:pt x="2550" y="152"/>
                      <a:pt x="1744" y="486"/>
                      <a:pt x="1149" y="1081"/>
                    </a:cubicBezTo>
                    <a:cubicBezTo>
                      <a:pt x="554" y="1676"/>
                      <a:pt x="220" y="2483"/>
                      <a:pt x="220" y="3325"/>
                    </a:cubicBezTo>
                    <a:cubicBezTo>
                      <a:pt x="220" y="4166"/>
                      <a:pt x="554" y="4973"/>
                      <a:pt x="1149" y="5568"/>
                    </a:cubicBezTo>
                    <a:cubicBezTo>
                      <a:pt x="1744" y="6163"/>
                      <a:pt x="2550" y="6497"/>
                      <a:pt x="3391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47" name="Freeform: Shape 4946">
                <a:extLst>
                  <a:ext uri="{FF2B5EF4-FFF2-40B4-BE49-F238E27FC236}">
                    <a16:creationId xmlns:a16="http://schemas.microsoft.com/office/drawing/2014/main" id="{A8681996-A2C4-3904-D336-17A57E66A9A4}"/>
                  </a:ext>
                </a:extLst>
              </p:cNvPr>
              <p:cNvSpPr/>
              <p:nvPr/>
            </p:nvSpPr>
            <p:spPr>
              <a:xfrm>
                <a:off x="3644836" y="5407219"/>
                <a:ext cx="6343" cy="6345"/>
              </a:xfrm>
              <a:custGeom>
                <a:avLst/>
                <a:gdLst>
                  <a:gd name="connsiteX0" fmla="*/ 3392 w 6343"/>
                  <a:gd name="connsiteY0" fmla="*/ 6497 h 6345"/>
                  <a:gd name="connsiteX1" fmla="*/ 5634 w 6343"/>
                  <a:gd name="connsiteY1" fmla="*/ 5568 h 6345"/>
                  <a:gd name="connsiteX2" fmla="*/ 6563 w 6343"/>
                  <a:gd name="connsiteY2" fmla="*/ 3325 h 6345"/>
                  <a:gd name="connsiteX3" fmla="*/ 5634 w 6343"/>
                  <a:gd name="connsiteY3" fmla="*/ 1081 h 6345"/>
                  <a:gd name="connsiteX4" fmla="*/ 3392 w 6343"/>
                  <a:gd name="connsiteY4" fmla="*/ 152 h 6345"/>
                  <a:gd name="connsiteX5" fmla="*/ 1149 w 6343"/>
                  <a:gd name="connsiteY5" fmla="*/ 1081 h 6345"/>
                  <a:gd name="connsiteX6" fmla="*/ 220 w 6343"/>
                  <a:gd name="connsiteY6" fmla="*/ 3325 h 6345"/>
                  <a:gd name="connsiteX7" fmla="*/ 1149 w 6343"/>
                  <a:gd name="connsiteY7" fmla="*/ 5568 h 6345"/>
                  <a:gd name="connsiteX8" fmla="*/ 3392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7"/>
                    </a:moveTo>
                    <a:cubicBezTo>
                      <a:pt x="4233" y="6497"/>
                      <a:pt x="5040" y="6163"/>
                      <a:pt x="5634" y="5568"/>
                    </a:cubicBezTo>
                    <a:cubicBezTo>
                      <a:pt x="6229" y="4973"/>
                      <a:pt x="6563" y="4166"/>
                      <a:pt x="6563" y="3325"/>
                    </a:cubicBezTo>
                    <a:cubicBezTo>
                      <a:pt x="6563" y="2483"/>
                      <a:pt x="6229" y="1676"/>
                      <a:pt x="5634" y="1081"/>
                    </a:cubicBezTo>
                    <a:cubicBezTo>
                      <a:pt x="5040" y="486"/>
                      <a:pt x="4233" y="152"/>
                      <a:pt x="3392" y="152"/>
                    </a:cubicBezTo>
                    <a:cubicBezTo>
                      <a:pt x="2551" y="152"/>
                      <a:pt x="1744" y="486"/>
                      <a:pt x="1149" y="1081"/>
                    </a:cubicBezTo>
                    <a:cubicBezTo>
                      <a:pt x="554" y="1676"/>
                      <a:pt x="220" y="2483"/>
                      <a:pt x="220" y="3325"/>
                    </a:cubicBezTo>
                    <a:cubicBezTo>
                      <a:pt x="220" y="4166"/>
                      <a:pt x="554" y="4973"/>
                      <a:pt x="1149" y="5568"/>
                    </a:cubicBezTo>
                    <a:cubicBezTo>
                      <a:pt x="1744" y="6163"/>
                      <a:pt x="2551" y="6497"/>
                      <a:pt x="3392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48" name="Freeform: Shape 4947">
                <a:extLst>
                  <a:ext uri="{FF2B5EF4-FFF2-40B4-BE49-F238E27FC236}">
                    <a16:creationId xmlns:a16="http://schemas.microsoft.com/office/drawing/2014/main" id="{28257A30-7138-C231-E8C6-F5B89DC632B6}"/>
                  </a:ext>
                </a:extLst>
              </p:cNvPr>
              <p:cNvSpPr/>
              <p:nvPr/>
            </p:nvSpPr>
            <p:spPr>
              <a:xfrm>
                <a:off x="3647411" y="5406636"/>
                <a:ext cx="6343" cy="6345"/>
              </a:xfrm>
              <a:custGeom>
                <a:avLst/>
                <a:gdLst>
                  <a:gd name="connsiteX0" fmla="*/ 3392 w 6343"/>
                  <a:gd name="connsiteY0" fmla="*/ 6497 h 6345"/>
                  <a:gd name="connsiteX1" fmla="*/ 5635 w 6343"/>
                  <a:gd name="connsiteY1" fmla="*/ 5568 h 6345"/>
                  <a:gd name="connsiteX2" fmla="*/ 6563 w 6343"/>
                  <a:gd name="connsiteY2" fmla="*/ 3325 h 6345"/>
                  <a:gd name="connsiteX3" fmla="*/ 5635 w 6343"/>
                  <a:gd name="connsiteY3" fmla="*/ 1081 h 6345"/>
                  <a:gd name="connsiteX4" fmla="*/ 3392 w 6343"/>
                  <a:gd name="connsiteY4" fmla="*/ 152 h 6345"/>
                  <a:gd name="connsiteX5" fmla="*/ 1149 w 6343"/>
                  <a:gd name="connsiteY5" fmla="*/ 1081 h 6345"/>
                  <a:gd name="connsiteX6" fmla="*/ 220 w 6343"/>
                  <a:gd name="connsiteY6" fmla="*/ 3325 h 6345"/>
                  <a:gd name="connsiteX7" fmla="*/ 1149 w 6343"/>
                  <a:gd name="connsiteY7" fmla="*/ 5568 h 6345"/>
                  <a:gd name="connsiteX8" fmla="*/ 3392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7"/>
                    </a:moveTo>
                    <a:cubicBezTo>
                      <a:pt x="4233" y="6497"/>
                      <a:pt x="5040" y="6163"/>
                      <a:pt x="5635" y="5568"/>
                    </a:cubicBezTo>
                    <a:cubicBezTo>
                      <a:pt x="6229" y="4973"/>
                      <a:pt x="6563" y="4166"/>
                      <a:pt x="6563" y="3325"/>
                    </a:cubicBezTo>
                    <a:cubicBezTo>
                      <a:pt x="6563" y="2483"/>
                      <a:pt x="6229" y="1676"/>
                      <a:pt x="5635" y="1081"/>
                    </a:cubicBezTo>
                    <a:cubicBezTo>
                      <a:pt x="5040" y="486"/>
                      <a:pt x="4233" y="152"/>
                      <a:pt x="3392" y="152"/>
                    </a:cubicBezTo>
                    <a:cubicBezTo>
                      <a:pt x="2551" y="152"/>
                      <a:pt x="1744" y="486"/>
                      <a:pt x="1149" y="1081"/>
                    </a:cubicBezTo>
                    <a:cubicBezTo>
                      <a:pt x="555" y="1676"/>
                      <a:pt x="220" y="2483"/>
                      <a:pt x="220" y="3325"/>
                    </a:cubicBezTo>
                    <a:cubicBezTo>
                      <a:pt x="220" y="4166"/>
                      <a:pt x="555" y="4973"/>
                      <a:pt x="1149" y="5568"/>
                    </a:cubicBezTo>
                    <a:cubicBezTo>
                      <a:pt x="1744" y="6163"/>
                      <a:pt x="2551" y="6497"/>
                      <a:pt x="3392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4F9FA994-82D4-2344-8576-41343CD15F4B}"/>
                  </a:ext>
                </a:extLst>
              </p:cNvPr>
              <p:cNvSpPr/>
              <p:nvPr/>
            </p:nvSpPr>
            <p:spPr>
              <a:xfrm>
                <a:off x="3649933" y="5405995"/>
                <a:ext cx="6343" cy="6345"/>
              </a:xfrm>
              <a:custGeom>
                <a:avLst/>
                <a:gdLst>
                  <a:gd name="connsiteX0" fmla="*/ 3392 w 6343"/>
                  <a:gd name="connsiteY0" fmla="*/ 6497 h 6345"/>
                  <a:gd name="connsiteX1" fmla="*/ 5635 w 6343"/>
                  <a:gd name="connsiteY1" fmla="*/ 5568 h 6345"/>
                  <a:gd name="connsiteX2" fmla="*/ 6564 w 6343"/>
                  <a:gd name="connsiteY2" fmla="*/ 3325 h 6345"/>
                  <a:gd name="connsiteX3" fmla="*/ 5635 w 6343"/>
                  <a:gd name="connsiteY3" fmla="*/ 1081 h 6345"/>
                  <a:gd name="connsiteX4" fmla="*/ 3392 w 6343"/>
                  <a:gd name="connsiteY4" fmla="*/ 152 h 6345"/>
                  <a:gd name="connsiteX5" fmla="*/ 1149 w 6343"/>
                  <a:gd name="connsiteY5" fmla="*/ 1081 h 6345"/>
                  <a:gd name="connsiteX6" fmla="*/ 221 w 6343"/>
                  <a:gd name="connsiteY6" fmla="*/ 3325 h 6345"/>
                  <a:gd name="connsiteX7" fmla="*/ 1149 w 6343"/>
                  <a:gd name="connsiteY7" fmla="*/ 5568 h 6345"/>
                  <a:gd name="connsiteX8" fmla="*/ 3392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7"/>
                    </a:moveTo>
                    <a:cubicBezTo>
                      <a:pt x="4233" y="6497"/>
                      <a:pt x="5040" y="6163"/>
                      <a:pt x="5635" y="5568"/>
                    </a:cubicBezTo>
                    <a:cubicBezTo>
                      <a:pt x="6229" y="4973"/>
                      <a:pt x="6564" y="4166"/>
                      <a:pt x="6564" y="3325"/>
                    </a:cubicBezTo>
                    <a:cubicBezTo>
                      <a:pt x="6564" y="2483"/>
                      <a:pt x="6229" y="1676"/>
                      <a:pt x="5635" y="1081"/>
                    </a:cubicBezTo>
                    <a:cubicBezTo>
                      <a:pt x="5040" y="486"/>
                      <a:pt x="4233" y="152"/>
                      <a:pt x="3392" y="152"/>
                    </a:cubicBezTo>
                    <a:cubicBezTo>
                      <a:pt x="2551" y="152"/>
                      <a:pt x="1744" y="486"/>
                      <a:pt x="1149" y="1081"/>
                    </a:cubicBezTo>
                    <a:cubicBezTo>
                      <a:pt x="555" y="1676"/>
                      <a:pt x="221" y="2483"/>
                      <a:pt x="221" y="3325"/>
                    </a:cubicBezTo>
                    <a:cubicBezTo>
                      <a:pt x="221" y="4166"/>
                      <a:pt x="555" y="4973"/>
                      <a:pt x="1149" y="5568"/>
                    </a:cubicBezTo>
                    <a:cubicBezTo>
                      <a:pt x="1744" y="6163"/>
                      <a:pt x="2551" y="6497"/>
                      <a:pt x="3392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50" name="Freeform: Shape 4949">
                <a:extLst>
                  <a:ext uri="{FF2B5EF4-FFF2-40B4-BE49-F238E27FC236}">
                    <a16:creationId xmlns:a16="http://schemas.microsoft.com/office/drawing/2014/main" id="{7B18985D-A6F6-40A9-055F-D0F45FFB783F}"/>
                  </a:ext>
                </a:extLst>
              </p:cNvPr>
              <p:cNvSpPr/>
              <p:nvPr/>
            </p:nvSpPr>
            <p:spPr>
              <a:xfrm>
                <a:off x="3652479" y="5405411"/>
                <a:ext cx="6343" cy="6345"/>
              </a:xfrm>
              <a:custGeom>
                <a:avLst/>
                <a:gdLst>
                  <a:gd name="connsiteX0" fmla="*/ 3392 w 6343"/>
                  <a:gd name="connsiteY0" fmla="*/ 6497 h 6345"/>
                  <a:gd name="connsiteX1" fmla="*/ 5635 w 6343"/>
                  <a:gd name="connsiteY1" fmla="*/ 5568 h 6345"/>
                  <a:gd name="connsiteX2" fmla="*/ 6564 w 6343"/>
                  <a:gd name="connsiteY2" fmla="*/ 3324 h 6345"/>
                  <a:gd name="connsiteX3" fmla="*/ 5635 w 6343"/>
                  <a:gd name="connsiteY3" fmla="*/ 1081 h 6345"/>
                  <a:gd name="connsiteX4" fmla="*/ 3392 w 6343"/>
                  <a:gd name="connsiteY4" fmla="*/ 152 h 6345"/>
                  <a:gd name="connsiteX5" fmla="*/ 1150 w 6343"/>
                  <a:gd name="connsiteY5" fmla="*/ 1081 h 6345"/>
                  <a:gd name="connsiteX6" fmla="*/ 221 w 6343"/>
                  <a:gd name="connsiteY6" fmla="*/ 3324 h 6345"/>
                  <a:gd name="connsiteX7" fmla="*/ 1150 w 6343"/>
                  <a:gd name="connsiteY7" fmla="*/ 5568 h 6345"/>
                  <a:gd name="connsiteX8" fmla="*/ 3392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7"/>
                    </a:moveTo>
                    <a:cubicBezTo>
                      <a:pt x="4233" y="6497"/>
                      <a:pt x="5040" y="6163"/>
                      <a:pt x="5635" y="5568"/>
                    </a:cubicBezTo>
                    <a:cubicBezTo>
                      <a:pt x="6230" y="4973"/>
                      <a:pt x="6564" y="4166"/>
                      <a:pt x="6564" y="3324"/>
                    </a:cubicBezTo>
                    <a:cubicBezTo>
                      <a:pt x="6564" y="2483"/>
                      <a:pt x="6230" y="1676"/>
                      <a:pt x="5635" y="1081"/>
                    </a:cubicBezTo>
                    <a:cubicBezTo>
                      <a:pt x="5040" y="486"/>
                      <a:pt x="4233" y="152"/>
                      <a:pt x="3392" y="152"/>
                    </a:cubicBezTo>
                    <a:cubicBezTo>
                      <a:pt x="2551" y="152"/>
                      <a:pt x="1744" y="486"/>
                      <a:pt x="1150" y="1081"/>
                    </a:cubicBezTo>
                    <a:cubicBezTo>
                      <a:pt x="555" y="1676"/>
                      <a:pt x="221" y="2483"/>
                      <a:pt x="221" y="3324"/>
                    </a:cubicBezTo>
                    <a:cubicBezTo>
                      <a:pt x="221" y="4166"/>
                      <a:pt x="555" y="4973"/>
                      <a:pt x="1150" y="5568"/>
                    </a:cubicBezTo>
                    <a:cubicBezTo>
                      <a:pt x="1744" y="6163"/>
                      <a:pt x="2551" y="6497"/>
                      <a:pt x="3392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51" name="Freeform: Shape 4950">
                <a:extLst>
                  <a:ext uri="{FF2B5EF4-FFF2-40B4-BE49-F238E27FC236}">
                    <a16:creationId xmlns:a16="http://schemas.microsoft.com/office/drawing/2014/main" id="{5BC4E286-FB28-A3E4-12D5-B831C463F7BE}"/>
                  </a:ext>
                </a:extLst>
              </p:cNvPr>
              <p:cNvSpPr/>
              <p:nvPr/>
            </p:nvSpPr>
            <p:spPr>
              <a:xfrm>
                <a:off x="3655102" y="5404964"/>
                <a:ext cx="6343" cy="6345"/>
              </a:xfrm>
              <a:custGeom>
                <a:avLst/>
                <a:gdLst>
                  <a:gd name="connsiteX0" fmla="*/ 3392 w 6343"/>
                  <a:gd name="connsiteY0" fmla="*/ 6497 h 6345"/>
                  <a:gd name="connsiteX1" fmla="*/ 5635 w 6343"/>
                  <a:gd name="connsiteY1" fmla="*/ 5568 h 6345"/>
                  <a:gd name="connsiteX2" fmla="*/ 6564 w 6343"/>
                  <a:gd name="connsiteY2" fmla="*/ 3324 h 6345"/>
                  <a:gd name="connsiteX3" fmla="*/ 5635 w 6343"/>
                  <a:gd name="connsiteY3" fmla="*/ 1081 h 6345"/>
                  <a:gd name="connsiteX4" fmla="*/ 3392 w 6343"/>
                  <a:gd name="connsiteY4" fmla="*/ 152 h 6345"/>
                  <a:gd name="connsiteX5" fmla="*/ 1150 w 6343"/>
                  <a:gd name="connsiteY5" fmla="*/ 1081 h 6345"/>
                  <a:gd name="connsiteX6" fmla="*/ 221 w 6343"/>
                  <a:gd name="connsiteY6" fmla="*/ 3324 h 6345"/>
                  <a:gd name="connsiteX7" fmla="*/ 1150 w 6343"/>
                  <a:gd name="connsiteY7" fmla="*/ 5568 h 6345"/>
                  <a:gd name="connsiteX8" fmla="*/ 3392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97"/>
                    </a:moveTo>
                    <a:cubicBezTo>
                      <a:pt x="4234" y="6497"/>
                      <a:pt x="5040" y="6163"/>
                      <a:pt x="5635" y="5568"/>
                    </a:cubicBezTo>
                    <a:cubicBezTo>
                      <a:pt x="6230" y="4973"/>
                      <a:pt x="6564" y="4166"/>
                      <a:pt x="6564" y="3324"/>
                    </a:cubicBezTo>
                    <a:cubicBezTo>
                      <a:pt x="6564" y="2483"/>
                      <a:pt x="6230" y="1676"/>
                      <a:pt x="5635" y="1081"/>
                    </a:cubicBezTo>
                    <a:cubicBezTo>
                      <a:pt x="5040" y="486"/>
                      <a:pt x="4234" y="152"/>
                      <a:pt x="3392" y="152"/>
                    </a:cubicBezTo>
                    <a:cubicBezTo>
                      <a:pt x="2551" y="152"/>
                      <a:pt x="1745" y="486"/>
                      <a:pt x="1150" y="1081"/>
                    </a:cubicBezTo>
                    <a:cubicBezTo>
                      <a:pt x="555" y="1676"/>
                      <a:pt x="221" y="2483"/>
                      <a:pt x="221" y="3324"/>
                    </a:cubicBezTo>
                    <a:cubicBezTo>
                      <a:pt x="221" y="4166"/>
                      <a:pt x="555" y="4973"/>
                      <a:pt x="1150" y="5568"/>
                    </a:cubicBezTo>
                    <a:cubicBezTo>
                      <a:pt x="1745" y="6163"/>
                      <a:pt x="2551" y="6497"/>
                      <a:pt x="3392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E71E8FF4-0D81-8EF1-C53D-B2A857C8CA7F}"/>
                  </a:ext>
                </a:extLst>
              </p:cNvPr>
              <p:cNvSpPr/>
              <p:nvPr/>
            </p:nvSpPr>
            <p:spPr>
              <a:xfrm>
                <a:off x="3657492" y="5404183"/>
                <a:ext cx="6343" cy="6345"/>
              </a:xfrm>
              <a:custGeom>
                <a:avLst/>
                <a:gdLst>
                  <a:gd name="connsiteX0" fmla="*/ 3393 w 6343"/>
                  <a:gd name="connsiteY0" fmla="*/ 6497 h 6345"/>
                  <a:gd name="connsiteX1" fmla="*/ 5635 w 6343"/>
                  <a:gd name="connsiteY1" fmla="*/ 5568 h 6345"/>
                  <a:gd name="connsiteX2" fmla="*/ 6564 w 6343"/>
                  <a:gd name="connsiteY2" fmla="*/ 3324 h 6345"/>
                  <a:gd name="connsiteX3" fmla="*/ 5635 w 6343"/>
                  <a:gd name="connsiteY3" fmla="*/ 1081 h 6345"/>
                  <a:gd name="connsiteX4" fmla="*/ 3393 w 6343"/>
                  <a:gd name="connsiteY4" fmla="*/ 152 h 6345"/>
                  <a:gd name="connsiteX5" fmla="*/ 1150 w 6343"/>
                  <a:gd name="connsiteY5" fmla="*/ 1081 h 6345"/>
                  <a:gd name="connsiteX6" fmla="*/ 221 w 6343"/>
                  <a:gd name="connsiteY6" fmla="*/ 3324 h 6345"/>
                  <a:gd name="connsiteX7" fmla="*/ 1150 w 6343"/>
                  <a:gd name="connsiteY7" fmla="*/ 5568 h 6345"/>
                  <a:gd name="connsiteX8" fmla="*/ 3393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7"/>
                    </a:moveTo>
                    <a:cubicBezTo>
                      <a:pt x="4234" y="6497"/>
                      <a:pt x="5041" y="6163"/>
                      <a:pt x="5635" y="5568"/>
                    </a:cubicBezTo>
                    <a:cubicBezTo>
                      <a:pt x="6230" y="4973"/>
                      <a:pt x="6564" y="4166"/>
                      <a:pt x="6564" y="3324"/>
                    </a:cubicBezTo>
                    <a:cubicBezTo>
                      <a:pt x="6564" y="2483"/>
                      <a:pt x="6230" y="1676"/>
                      <a:pt x="5635" y="1081"/>
                    </a:cubicBezTo>
                    <a:cubicBezTo>
                      <a:pt x="5041" y="486"/>
                      <a:pt x="4234" y="152"/>
                      <a:pt x="3393" y="152"/>
                    </a:cubicBezTo>
                    <a:cubicBezTo>
                      <a:pt x="2552" y="152"/>
                      <a:pt x="1745" y="486"/>
                      <a:pt x="1150" y="1081"/>
                    </a:cubicBezTo>
                    <a:cubicBezTo>
                      <a:pt x="555" y="1676"/>
                      <a:pt x="221" y="2483"/>
                      <a:pt x="221" y="3324"/>
                    </a:cubicBezTo>
                    <a:cubicBezTo>
                      <a:pt x="221" y="4166"/>
                      <a:pt x="555" y="4973"/>
                      <a:pt x="1150" y="5568"/>
                    </a:cubicBezTo>
                    <a:cubicBezTo>
                      <a:pt x="1745" y="6163"/>
                      <a:pt x="2552" y="6497"/>
                      <a:pt x="3393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2AA3B7FE-8F43-EFB1-0CB5-ECD44CADA181}"/>
                  </a:ext>
                </a:extLst>
              </p:cNvPr>
              <p:cNvSpPr/>
              <p:nvPr/>
            </p:nvSpPr>
            <p:spPr>
              <a:xfrm>
                <a:off x="3659985" y="5403576"/>
                <a:ext cx="6343" cy="6345"/>
              </a:xfrm>
              <a:custGeom>
                <a:avLst/>
                <a:gdLst>
                  <a:gd name="connsiteX0" fmla="*/ 3393 w 6343"/>
                  <a:gd name="connsiteY0" fmla="*/ 6497 h 6345"/>
                  <a:gd name="connsiteX1" fmla="*/ 5636 w 6343"/>
                  <a:gd name="connsiteY1" fmla="*/ 5568 h 6345"/>
                  <a:gd name="connsiteX2" fmla="*/ 6564 w 6343"/>
                  <a:gd name="connsiteY2" fmla="*/ 3324 h 6345"/>
                  <a:gd name="connsiteX3" fmla="*/ 5636 w 6343"/>
                  <a:gd name="connsiteY3" fmla="*/ 1081 h 6345"/>
                  <a:gd name="connsiteX4" fmla="*/ 3393 w 6343"/>
                  <a:gd name="connsiteY4" fmla="*/ 152 h 6345"/>
                  <a:gd name="connsiteX5" fmla="*/ 1150 w 6343"/>
                  <a:gd name="connsiteY5" fmla="*/ 1081 h 6345"/>
                  <a:gd name="connsiteX6" fmla="*/ 221 w 6343"/>
                  <a:gd name="connsiteY6" fmla="*/ 3324 h 6345"/>
                  <a:gd name="connsiteX7" fmla="*/ 1150 w 6343"/>
                  <a:gd name="connsiteY7" fmla="*/ 5568 h 6345"/>
                  <a:gd name="connsiteX8" fmla="*/ 3393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7"/>
                    </a:moveTo>
                    <a:cubicBezTo>
                      <a:pt x="4234" y="6497"/>
                      <a:pt x="5041" y="6163"/>
                      <a:pt x="5636" y="5568"/>
                    </a:cubicBezTo>
                    <a:cubicBezTo>
                      <a:pt x="6230" y="4973"/>
                      <a:pt x="6564" y="4166"/>
                      <a:pt x="6564" y="3324"/>
                    </a:cubicBezTo>
                    <a:cubicBezTo>
                      <a:pt x="6564" y="2483"/>
                      <a:pt x="6230" y="1676"/>
                      <a:pt x="5636" y="1081"/>
                    </a:cubicBezTo>
                    <a:cubicBezTo>
                      <a:pt x="5041" y="486"/>
                      <a:pt x="4234" y="152"/>
                      <a:pt x="3393" y="152"/>
                    </a:cubicBezTo>
                    <a:cubicBezTo>
                      <a:pt x="2552" y="152"/>
                      <a:pt x="1745" y="486"/>
                      <a:pt x="1150" y="1081"/>
                    </a:cubicBezTo>
                    <a:cubicBezTo>
                      <a:pt x="556" y="1676"/>
                      <a:pt x="221" y="2483"/>
                      <a:pt x="221" y="3324"/>
                    </a:cubicBezTo>
                    <a:cubicBezTo>
                      <a:pt x="221" y="4166"/>
                      <a:pt x="556" y="4973"/>
                      <a:pt x="1150" y="5568"/>
                    </a:cubicBezTo>
                    <a:cubicBezTo>
                      <a:pt x="1745" y="6163"/>
                      <a:pt x="2552" y="6497"/>
                      <a:pt x="3393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BC214EA-68ED-4652-C7F4-46C63B2FE461}"/>
                  </a:ext>
                </a:extLst>
              </p:cNvPr>
              <p:cNvSpPr/>
              <p:nvPr/>
            </p:nvSpPr>
            <p:spPr>
              <a:xfrm>
                <a:off x="3662477" y="5402988"/>
                <a:ext cx="6343" cy="6345"/>
              </a:xfrm>
              <a:custGeom>
                <a:avLst/>
                <a:gdLst>
                  <a:gd name="connsiteX0" fmla="*/ 3393 w 6343"/>
                  <a:gd name="connsiteY0" fmla="*/ 6497 h 6345"/>
                  <a:gd name="connsiteX1" fmla="*/ 5636 w 6343"/>
                  <a:gd name="connsiteY1" fmla="*/ 5568 h 6345"/>
                  <a:gd name="connsiteX2" fmla="*/ 6565 w 6343"/>
                  <a:gd name="connsiteY2" fmla="*/ 3324 h 6345"/>
                  <a:gd name="connsiteX3" fmla="*/ 5636 w 6343"/>
                  <a:gd name="connsiteY3" fmla="*/ 1081 h 6345"/>
                  <a:gd name="connsiteX4" fmla="*/ 3393 w 6343"/>
                  <a:gd name="connsiteY4" fmla="*/ 152 h 6345"/>
                  <a:gd name="connsiteX5" fmla="*/ 1150 w 6343"/>
                  <a:gd name="connsiteY5" fmla="*/ 1081 h 6345"/>
                  <a:gd name="connsiteX6" fmla="*/ 222 w 6343"/>
                  <a:gd name="connsiteY6" fmla="*/ 3324 h 6345"/>
                  <a:gd name="connsiteX7" fmla="*/ 1150 w 6343"/>
                  <a:gd name="connsiteY7" fmla="*/ 5568 h 6345"/>
                  <a:gd name="connsiteX8" fmla="*/ 3393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7"/>
                    </a:moveTo>
                    <a:cubicBezTo>
                      <a:pt x="4234" y="6497"/>
                      <a:pt x="5041" y="6163"/>
                      <a:pt x="5636" y="5568"/>
                    </a:cubicBezTo>
                    <a:cubicBezTo>
                      <a:pt x="6230" y="4973"/>
                      <a:pt x="6565" y="4166"/>
                      <a:pt x="6565" y="3324"/>
                    </a:cubicBezTo>
                    <a:cubicBezTo>
                      <a:pt x="6565" y="2483"/>
                      <a:pt x="6230" y="1676"/>
                      <a:pt x="5636" y="1081"/>
                    </a:cubicBezTo>
                    <a:cubicBezTo>
                      <a:pt x="5041" y="486"/>
                      <a:pt x="4234" y="152"/>
                      <a:pt x="3393" y="152"/>
                    </a:cubicBezTo>
                    <a:cubicBezTo>
                      <a:pt x="2552" y="152"/>
                      <a:pt x="1745" y="486"/>
                      <a:pt x="1150" y="1081"/>
                    </a:cubicBezTo>
                    <a:cubicBezTo>
                      <a:pt x="556" y="1676"/>
                      <a:pt x="222" y="2483"/>
                      <a:pt x="222" y="3324"/>
                    </a:cubicBezTo>
                    <a:cubicBezTo>
                      <a:pt x="222" y="4166"/>
                      <a:pt x="556" y="4973"/>
                      <a:pt x="1150" y="5568"/>
                    </a:cubicBezTo>
                    <a:cubicBezTo>
                      <a:pt x="1745" y="6163"/>
                      <a:pt x="2552" y="6497"/>
                      <a:pt x="3393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58A64221-56D4-19F8-B3CD-AAE8B2C1F762}"/>
                  </a:ext>
                </a:extLst>
              </p:cNvPr>
              <p:cNvSpPr/>
              <p:nvPr/>
            </p:nvSpPr>
            <p:spPr>
              <a:xfrm>
                <a:off x="3664620" y="5401860"/>
                <a:ext cx="6343" cy="6345"/>
              </a:xfrm>
              <a:custGeom>
                <a:avLst/>
                <a:gdLst>
                  <a:gd name="connsiteX0" fmla="*/ 3393 w 6343"/>
                  <a:gd name="connsiteY0" fmla="*/ 6497 h 6345"/>
                  <a:gd name="connsiteX1" fmla="*/ 5636 w 6343"/>
                  <a:gd name="connsiteY1" fmla="*/ 5568 h 6345"/>
                  <a:gd name="connsiteX2" fmla="*/ 6565 w 6343"/>
                  <a:gd name="connsiteY2" fmla="*/ 3324 h 6345"/>
                  <a:gd name="connsiteX3" fmla="*/ 5636 w 6343"/>
                  <a:gd name="connsiteY3" fmla="*/ 1081 h 6345"/>
                  <a:gd name="connsiteX4" fmla="*/ 3393 w 6343"/>
                  <a:gd name="connsiteY4" fmla="*/ 151 h 6345"/>
                  <a:gd name="connsiteX5" fmla="*/ 1151 w 6343"/>
                  <a:gd name="connsiteY5" fmla="*/ 1081 h 6345"/>
                  <a:gd name="connsiteX6" fmla="*/ 222 w 6343"/>
                  <a:gd name="connsiteY6" fmla="*/ 3324 h 6345"/>
                  <a:gd name="connsiteX7" fmla="*/ 1151 w 6343"/>
                  <a:gd name="connsiteY7" fmla="*/ 5568 h 6345"/>
                  <a:gd name="connsiteX8" fmla="*/ 3393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7"/>
                    </a:moveTo>
                    <a:cubicBezTo>
                      <a:pt x="4234" y="6497"/>
                      <a:pt x="5041" y="6163"/>
                      <a:pt x="5636" y="5568"/>
                    </a:cubicBezTo>
                    <a:cubicBezTo>
                      <a:pt x="6231" y="4973"/>
                      <a:pt x="6565" y="4166"/>
                      <a:pt x="6565" y="3324"/>
                    </a:cubicBezTo>
                    <a:cubicBezTo>
                      <a:pt x="6565" y="2483"/>
                      <a:pt x="6231" y="1676"/>
                      <a:pt x="5636" y="1081"/>
                    </a:cubicBezTo>
                    <a:cubicBezTo>
                      <a:pt x="5041" y="486"/>
                      <a:pt x="4234" y="151"/>
                      <a:pt x="3393" y="151"/>
                    </a:cubicBezTo>
                    <a:cubicBezTo>
                      <a:pt x="2552" y="151"/>
                      <a:pt x="1745" y="486"/>
                      <a:pt x="1151" y="1081"/>
                    </a:cubicBezTo>
                    <a:cubicBezTo>
                      <a:pt x="556" y="1676"/>
                      <a:pt x="222" y="2483"/>
                      <a:pt x="222" y="3324"/>
                    </a:cubicBezTo>
                    <a:cubicBezTo>
                      <a:pt x="222" y="4166"/>
                      <a:pt x="556" y="4973"/>
                      <a:pt x="1151" y="5568"/>
                    </a:cubicBezTo>
                    <a:cubicBezTo>
                      <a:pt x="1745" y="6163"/>
                      <a:pt x="2552" y="6497"/>
                      <a:pt x="3393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4F15A195-1FB4-5E57-DB4E-DB1CEDE1328E}"/>
                  </a:ext>
                </a:extLst>
              </p:cNvPr>
              <p:cNvSpPr/>
              <p:nvPr/>
            </p:nvSpPr>
            <p:spPr>
              <a:xfrm>
                <a:off x="3666966" y="5401066"/>
                <a:ext cx="6343" cy="6345"/>
              </a:xfrm>
              <a:custGeom>
                <a:avLst/>
                <a:gdLst>
                  <a:gd name="connsiteX0" fmla="*/ 3393 w 6343"/>
                  <a:gd name="connsiteY0" fmla="*/ 6497 h 6345"/>
                  <a:gd name="connsiteX1" fmla="*/ 5636 w 6343"/>
                  <a:gd name="connsiteY1" fmla="*/ 5568 h 6345"/>
                  <a:gd name="connsiteX2" fmla="*/ 6565 w 6343"/>
                  <a:gd name="connsiteY2" fmla="*/ 3324 h 6345"/>
                  <a:gd name="connsiteX3" fmla="*/ 5636 w 6343"/>
                  <a:gd name="connsiteY3" fmla="*/ 1081 h 6345"/>
                  <a:gd name="connsiteX4" fmla="*/ 3393 w 6343"/>
                  <a:gd name="connsiteY4" fmla="*/ 151 h 6345"/>
                  <a:gd name="connsiteX5" fmla="*/ 1151 w 6343"/>
                  <a:gd name="connsiteY5" fmla="*/ 1081 h 6345"/>
                  <a:gd name="connsiteX6" fmla="*/ 222 w 6343"/>
                  <a:gd name="connsiteY6" fmla="*/ 3324 h 6345"/>
                  <a:gd name="connsiteX7" fmla="*/ 1151 w 6343"/>
                  <a:gd name="connsiteY7" fmla="*/ 5568 h 6345"/>
                  <a:gd name="connsiteX8" fmla="*/ 3393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97"/>
                    </a:moveTo>
                    <a:cubicBezTo>
                      <a:pt x="4235" y="6497"/>
                      <a:pt x="5041" y="6163"/>
                      <a:pt x="5636" y="5568"/>
                    </a:cubicBezTo>
                    <a:cubicBezTo>
                      <a:pt x="6231" y="4973"/>
                      <a:pt x="6565" y="4166"/>
                      <a:pt x="6565" y="3324"/>
                    </a:cubicBezTo>
                    <a:cubicBezTo>
                      <a:pt x="6565" y="2483"/>
                      <a:pt x="6231" y="1676"/>
                      <a:pt x="5636" y="1081"/>
                    </a:cubicBezTo>
                    <a:cubicBezTo>
                      <a:pt x="5041" y="486"/>
                      <a:pt x="4235" y="151"/>
                      <a:pt x="3393" y="151"/>
                    </a:cubicBezTo>
                    <a:cubicBezTo>
                      <a:pt x="2552" y="151"/>
                      <a:pt x="1746" y="486"/>
                      <a:pt x="1151" y="1081"/>
                    </a:cubicBezTo>
                    <a:cubicBezTo>
                      <a:pt x="556" y="1676"/>
                      <a:pt x="222" y="2483"/>
                      <a:pt x="222" y="3324"/>
                    </a:cubicBezTo>
                    <a:cubicBezTo>
                      <a:pt x="222" y="4166"/>
                      <a:pt x="556" y="4973"/>
                      <a:pt x="1151" y="5568"/>
                    </a:cubicBezTo>
                    <a:cubicBezTo>
                      <a:pt x="1746" y="6163"/>
                      <a:pt x="2552" y="6497"/>
                      <a:pt x="3393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57" name="Freeform: Shape 4956">
                <a:extLst>
                  <a:ext uri="{FF2B5EF4-FFF2-40B4-BE49-F238E27FC236}">
                    <a16:creationId xmlns:a16="http://schemas.microsoft.com/office/drawing/2014/main" id="{C152D456-524E-BE6A-F955-BEA13AE1EDE4}"/>
                  </a:ext>
                </a:extLst>
              </p:cNvPr>
              <p:cNvSpPr/>
              <p:nvPr/>
            </p:nvSpPr>
            <p:spPr>
              <a:xfrm>
                <a:off x="3669071" y="5399887"/>
                <a:ext cx="6343" cy="6345"/>
              </a:xfrm>
              <a:custGeom>
                <a:avLst/>
                <a:gdLst>
                  <a:gd name="connsiteX0" fmla="*/ 3394 w 6343"/>
                  <a:gd name="connsiteY0" fmla="*/ 6497 h 6345"/>
                  <a:gd name="connsiteX1" fmla="*/ 5636 w 6343"/>
                  <a:gd name="connsiteY1" fmla="*/ 5567 h 6345"/>
                  <a:gd name="connsiteX2" fmla="*/ 6565 w 6343"/>
                  <a:gd name="connsiteY2" fmla="*/ 3324 h 6345"/>
                  <a:gd name="connsiteX3" fmla="*/ 5636 w 6343"/>
                  <a:gd name="connsiteY3" fmla="*/ 1081 h 6345"/>
                  <a:gd name="connsiteX4" fmla="*/ 3394 w 6343"/>
                  <a:gd name="connsiteY4" fmla="*/ 151 h 6345"/>
                  <a:gd name="connsiteX5" fmla="*/ 1151 w 6343"/>
                  <a:gd name="connsiteY5" fmla="*/ 1081 h 6345"/>
                  <a:gd name="connsiteX6" fmla="*/ 222 w 6343"/>
                  <a:gd name="connsiteY6" fmla="*/ 3324 h 6345"/>
                  <a:gd name="connsiteX7" fmla="*/ 1151 w 6343"/>
                  <a:gd name="connsiteY7" fmla="*/ 5567 h 6345"/>
                  <a:gd name="connsiteX8" fmla="*/ 3394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7"/>
                    </a:moveTo>
                    <a:cubicBezTo>
                      <a:pt x="4235" y="6497"/>
                      <a:pt x="5041" y="6162"/>
                      <a:pt x="5636" y="5567"/>
                    </a:cubicBezTo>
                    <a:cubicBezTo>
                      <a:pt x="6231" y="4973"/>
                      <a:pt x="6565" y="4165"/>
                      <a:pt x="6565" y="3324"/>
                    </a:cubicBezTo>
                    <a:cubicBezTo>
                      <a:pt x="6565" y="2483"/>
                      <a:pt x="6231" y="1676"/>
                      <a:pt x="5636" y="1081"/>
                    </a:cubicBezTo>
                    <a:cubicBezTo>
                      <a:pt x="5041" y="486"/>
                      <a:pt x="4235" y="151"/>
                      <a:pt x="3394" y="151"/>
                    </a:cubicBezTo>
                    <a:cubicBezTo>
                      <a:pt x="2552" y="151"/>
                      <a:pt x="1746" y="486"/>
                      <a:pt x="1151" y="1081"/>
                    </a:cubicBezTo>
                    <a:cubicBezTo>
                      <a:pt x="556" y="1676"/>
                      <a:pt x="222" y="2483"/>
                      <a:pt x="222" y="3324"/>
                    </a:cubicBezTo>
                    <a:cubicBezTo>
                      <a:pt x="222" y="4165"/>
                      <a:pt x="556" y="4973"/>
                      <a:pt x="1151" y="5567"/>
                    </a:cubicBezTo>
                    <a:cubicBezTo>
                      <a:pt x="1746" y="6162"/>
                      <a:pt x="2552" y="6497"/>
                      <a:pt x="3394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58" name="Freeform: Shape 4957">
                <a:extLst>
                  <a:ext uri="{FF2B5EF4-FFF2-40B4-BE49-F238E27FC236}">
                    <a16:creationId xmlns:a16="http://schemas.microsoft.com/office/drawing/2014/main" id="{0D3F4ADF-EEA9-83E8-9DC6-ACE6D5484CDC}"/>
                  </a:ext>
                </a:extLst>
              </p:cNvPr>
              <p:cNvSpPr/>
              <p:nvPr/>
            </p:nvSpPr>
            <p:spPr>
              <a:xfrm>
                <a:off x="3671833" y="5399808"/>
                <a:ext cx="6343" cy="6345"/>
              </a:xfrm>
              <a:custGeom>
                <a:avLst/>
                <a:gdLst>
                  <a:gd name="connsiteX0" fmla="*/ 3394 w 6343"/>
                  <a:gd name="connsiteY0" fmla="*/ 6497 h 6345"/>
                  <a:gd name="connsiteX1" fmla="*/ 5636 w 6343"/>
                  <a:gd name="connsiteY1" fmla="*/ 5567 h 6345"/>
                  <a:gd name="connsiteX2" fmla="*/ 6565 w 6343"/>
                  <a:gd name="connsiteY2" fmla="*/ 3324 h 6345"/>
                  <a:gd name="connsiteX3" fmla="*/ 5636 w 6343"/>
                  <a:gd name="connsiteY3" fmla="*/ 1081 h 6345"/>
                  <a:gd name="connsiteX4" fmla="*/ 3394 w 6343"/>
                  <a:gd name="connsiteY4" fmla="*/ 151 h 6345"/>
                  <a:gd name="connsiteX5" fmla="*/ 1151 w 6343"/>
                  <a:gd name="connsiteY5" fmla="*/ 1081 h 6345"/>
                  <a:gd name="connsiteX6" fmla="*/ 222 w 6343"/>
                  <a:gd name="connsiteY6" fmla="*/ 3324 h 6345"/>
                  <a:gd name="connsiteX7" fmla="*/ 1151 w 6343"/>
                  <a:gd name="connsiteY7" fmla="*/ 5567 h 6345"/>
                  <a:gd name="connsiteX8" fmla="*/ 3394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7"/>
                    </a:moveTo>
                    <a:cubicBezTo>
                      <a:pt x="4235" y="6497"/>
                      <a:pt x="5042" y="6162"/>
                      <a:pt x="5636" y="5567"/>
                    </a:cubicBezTo>
                    <a:cubicBezTo>
                      <a:pt x="6231" y="4972"/>
                      <a:pt x="6565" y="4165"/>
                      <a:pt x="6565" y="3324"/>
                    </a:cubicBezTo>
                    <a:cubicBezTo>
                      <a:pt x="6565" y="2483"/>
                      <a:pt x="6231" y="1676"/>
                      <a:pt x="5636" y="1081"/>
                    </a:cubicBezTo>
                    <a:cubicBezTo>
                      <a:pt x="5042" y="486"/>
                      <a:pt x="4235" y="151"/>
                      <a:pt x="3394" y="151"/>
                    </a:cubicBezTo>
                    <a:cubicBezTo>
                      <a:pt x="2553" y="151"/>
                      <a:pt x="1746" y="486"/>
                      <a:pt x="1151" y="1081"/>
                    </a:cubicBezTo>
                    <a:cubicBezTo>
                      <a:pt x="556" y="1676"/>
                      <a:pt x="222" y="2483"/>
                      <a:pt x="222" y="3324"/>
                    </a:cubicBezTo>
                    <a:cubicBezTo>
                      <a:pt x="222" y="4165"/>
                      <a:pt x="556" y="4972"/>
                      <a:pt x="1151" y="5567"/>
                    </a:cubicBezTo>
                    <a:cubicBezTo>
                      <a:pt x="1746" y="6162"/>
                      <a:pt x="2553" y="6497"/>
                      <a:pt x="3394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59" name="Freeform: Shape 4958">
                <a:extLst>
                  <a:ext uri="{FF2B5EF4-FFF2-40B4-BE49-F238E27FC236}">
                    <a16:creationId xmlns:a16="http://schemas.microsoft.com/office/drawing/2014/main" id="{E164103A-3D39-786C-C4C5-3EAA65B67682}"/>
                  </a:ext>
                </a:extLst>
              </p:cNvPr>
              <p:cNvSpPr/>
              <p:nvPr/>
            </p:nvSpPr>
            <p:spPr>
              <a:xfrm>
                <a:off x="3674158" y="5399023"/>
                <a:ext cx="6343" cy="6345"/>
              </a:xfrm>
              <a:custGeom>
                <a:avLst/>
                <a:gdLst>
                  <a:gd name="connsiteX0" fmla="*/ 3394 w 6343"/>
                  <a:gd name="connsiteY0" fmla="*/ 6497 h 6345"/>
                  <a:gd name="connsiteX1" fmla="*/ 5637 w 6343"/>
                  <a:gd name="connsiteY1" fmla="*/ 5567 h 6345"/>
                  <a:gd name="connsiteX2" fmla="*/ 6566 w 6343"/>
                  <a:gd name="connsiteY2" fmla="*/ 3324 h 6345"/>
                  <a:gd name="connsiteX3" fmla="*/ 5637 w 6343"/>
                  <a:gd name="connsiteY3" fmla="*/ 1081 h 6345"/>
                  <a:gd name="connsiteX4" fmla="*/ 3394 w 6343"/>
                  <a:gd name="connsiteY4" fmla="*/ 151 h 6345"/>
                  <a:gd name="connsiteX5" fmla="*/ 1151 w 6343"/>
                  <a:gd name="connsiteY5" fmla="*/ 1081 h 6345"/>
                  <a:gd name="connsiteX6" fmla="*/ 222 w 6343"/>
                  <a:gd name="connsiteY6" fmla="*/ 3324 h 6345"/>
                  <a:gd name="connsiteX7" fmla="*/ 1151 w 6343"/>
                  <a:gd name="connsiteY7" fmla="*/ 5567 h 6345"/>
                  <a:gd name="connsiteX8" fmla="*/ 3394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7"/>
                    </a:moveTo>
                    <a:cubicBezTo>
                      <a:pt x="4235" y="6497"/>
                      <a:pt x="5042" y="6162"/>
                      <a:pt x="5637" y="5567"/>
                    </a:cubicBezTo>
                    <a:cubicBezTo>
                      <a:pt x="6231" y="4972"/>
                      <a:pt x="6566" y="4165"/>
                      <a:pt x="6566" y="3324"/>
                    </a:cubicBezTo>
                    <a:cubicBezTo>
                      <a:pt x="6566" y="2483"/>
                      <a:pt x="6231" y="1675"/>
                      <a:pt x="5637" y="1081"/>
                    </a:cubicBezTo>
                    <a:cubicBezTo>
                      <a:pt x="5042" y="486"/>
                      <a:pt x="4235" y="151"/>
                      <a:pt x="3394" y="151"/>
                    </a:cubicBezTo>
                    <a:cubicBezTo>
                      <a:pt x="2553" y="151"/>
                      <a:pt x="1746" y="486"/>
                      <a:pt x="1151" y="1081"/>
                    </a:cubicBezTo>
                    <a:cubicBezTo>
                      <a:pt x="557" y="1675"/>
                      <a:pt x="222" y="2483"/>
                      <a:pt x="222" y="3324"/>
                    </a:cubicBezTo>
                    <a:cubicBezTo>
                      <a:pt x="222" y="4165"/>
                      <a:pt x="557" y="4972"/>
                      <a:pt x="1151" y="5567"/>
                    </a:cubicBezTo>
                    <a:cubicBezTo>
                      <a:pt x="1746" y="6162"/>
                      <a:pt x="2553" y="6497"/>
                      <a:pt x="3394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60" name="Freeform: Shape 4959">
                <a:extLst>
                  <a:ext uri="{FF2B5EF4-FFF2-40B4-BE49-F238E27FC236}">
                    <a16:creationId xmlns:a16="http://schemas.microsoft.com/office/drawing/2014/main" id="{FCB0278C-1EF1-1291-736E-70D327D15219}"/>
                  </a:ext>
                </a:extLst>
              </p:cNvPr>
              <p:cNvSpPr/>
              <p:nvPr/>
            </p:nvSpPr>
            <p:spPr>
              <a:xfrm>
                <a:off x="3676581" y="5398416"/>
                <a:ext cx="6343" cy="6345"/>
              </a:xfrm>
              <a:custGeom>
                <a:avLst/>
                <a:gdLst>
                  <a:gd name="connsiteX0" fmla="*/ 3394 w 6343"/>
                  <a:gd name="connsiteY0" fmla="*/ 6497 h 6345"/>
                  <a:gd name="connsiteX1" fmla="*/ 5637 w 6343"/>
                  <a:gd name="connsiteY1" fmla="*/ 5567 h 6345"/>
                  <a:gd name="connsiteX2" fmla="*/ 6566 w 6343"/>
                  <a:gd name="connsiteY2" fmla="*/ 3324 h 6345"/>
                  <a:gd name="connsiteX3" fmla="*/ 5637 w 6343"/>
                  <a:gd name="connsiteY3" fmla="*/ 1080 h 6345"/>
                  <a:gd name="connsiteX4" fmla="*/ 3394 w 6343"/>
                  <a:gd name="connsiteY4" fmla="*/ 151 h 6345"/>
                  <a:gd name="connsiteX5" fmla="*/ 1152 w 6343"/>
                  <a:gd name="connsiteY5" fmla="*/ 1080 h 6345"/>
                  <a:gd name="connsiteX6" fmla="*/ 223 w 6343"/>
                  <a:gd name="connsiteY6" fmla="*/ 3324 h 6345"/>
                  <a:gd name="connsiteX7" fmla="*/ 1152 w 6343"/>
                  <a:gd name="connsiteY7" fmla="*/ 5567 h 6345"/>
                  <a:gd name="connsiteX8" fmla="*/ 3394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7"/>
                    </a:moveTo>
                    <a:cubicBezTo>
                      <a:pt x="4235" y="6497"/>
                      <a:pt x="5042" y="6162"/>
                      <a:pt x="5637" y="5567"/>
                    </a:cubicBezTo>
                    <a:cubicBezTo>
                      <a:pt x="6232" y="4972"/>
                      <a:pt x="6566" y="4165"/>
                      <a:pt x="6566" y="3324"/>
                    </a:cubicBezTo>
                    <a:cubicBezTo>
                      <a:pt x="6566" y="2482"/>
                      <a:pt x="6232" y="1675"/>
                      <a:pt x="5637" y="1080"/>
                    </a:cubicBezTo>
                    <a:cubicBezTo>
                      <a:pt x="5042" y="486"/>
                      <a:pt x="4235" y="151"/>
                      <a:pt x="3394" y="151"/>
                    </a:cubicBezTo>
                    <a:cubicBezTo>
                      <a:pt x="2553" y="151"/>
                      <a:pt x="1746" y="486"/>
                      <a:pt x="1152" y="1080"/>
                    </a:cubicBezTo>
                    <a:cubicBezTo>
                      <a:pt x="557" y="1675"/>
                      <a:pt x="223" y="2482"/>
                      <a:pt x="223" y="3324"/>
                    </a:cubicBezTo>
                    <a:cubicBezTo>
                      <a:pt x="223" y="4165"/>
                      <a:pt x="557" y="4972"/>
                      <a:pt x="1152" y="5567"/>
                    </a:cubicBezTo>
                    <a:cubicBezTo>
                      <a:pt x="1746" y="6162"/>
                      <a:pt x="2553" y="6497"/>
                      <a:pt x="3394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61" name="Freeform: Shape 4960">
                <a:extLst>
                  <a:ext uri="{FF2B5EF4-FFF2-40B4-BE49-F238E27FC236}">
                    <a16:creationId xmlns:a16="http://schemas.microsoft.com/office/drawing/2014/main" id="{785DB20D-DD10-327E-B4E8-8B0D09E4096A}"/>
                  </a:ext>
                </a:extLst>
              </p:cNvPr>
              <p:cNvSpPr/>
              <p:nvPr/>
            </p:nvSpPr>
            <p:spPr>
              <a:xfrm>
                <a:off x="3679049" y="5397908"/>
                <a:ext cx="6343" cy="6345"/>
              </a:xfrm>
              <a:custGeom>
                <a:avLst/>
                <a:gdLst>
                  <a:gd name="connsiteX0" fmla="*/ 3394 w 6343"/>
                  <a:gd name="connsiteY0" fmla="*/ 6497 h 6345"/>
                  <a:gd name="connsiteX1" fmla="*/ 5637 w 6343"/>
                  <a:gd name="connsiteY1" fmla="*/ 5567 h 6345"/>
                  <a:gd name="connsiteX2" fmla="*/ 6566 w 6343"/>
                  <a:gd name="connsiteY2" fmla="*/ 3324 h 6345"/>
                  <a:gd name="connsiteX3" fmla="*/ 5637 w 6343"/>
                  <a:gd name="connsiteY3" fmla="*/ 1080 h 6345"/>
                  <a:gd name="connsiteX4" fmla="*/ 3394 w 6343"/>
                  <a:gd name="connsiteY4" fmla="*/ 151 h 6345"/>
                  <a:gd name="connsiteX5" fmla="*/ 1152 w 6343"/>
                  <a:gd name="connsiteY5" fmla="*/ 1080 h 6345"/>
                  <a:gd name="connsiteX6" fmla="*/ 223 w 6343"/>
                  <a:gd name="connsiteY6" fmla="*/ 3324 h 6345"/>
                  <a:gd name="connsiteX7" fmla="*/ 1152 w 6343"/>
                  <a:gd name="connsiteY7" fmla="*/ 5567 h 6345"/>
                  <a:gd name="connsiteX8" fmla="*/ 3394 w 6343"/>
                  <a:gd name="connsiteY8" fmla="*/ 64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97"/>
                    </a:moveTo>
                    <a:cubicBezTo>
                      <a:pt x="4235" y="6497"/>
                      <a:pt x="5042" y="6162"/>
                      <a:pt x="5637" y="5567"/>
                    </a:cubicBezTo>
                    <a:cubicBezTo>
                      <a:pt x="6232" y="4972"/>
                      <a:pt x="6566" y="4165"/>
                      <a:pt x="6566" y="3324"/>
                    </a:cubicBezTo>
                    <a:cubicBezTo>
                      <a:pt x="6566" y="2482"/>
                      <a:pt x="6232" y="1675"/>
                      <a:pt x="5637" y="1080"/>
                    </a:cubicBezTo>
                    <a:cubicBezTo>
                      <a:pt x="5042" y="485"/>
                      <a:pt x="4235" y="151"/>
                      <a:pt x="3394" y="151"/>
                    </a:cubicBezTo>
                    <a:cubicBezTo>
                      <a:pt x="2553" y="151"/>
                      <a:pt x="1747" y="485"/>
                      <a:pt x="1152" y="1080"/>
                    </a:cubicBezTo>
                    <a:cubicBezTo>
                      <a:pt x="557" y="1675"/>
                      <a:pt x="223" y="2482"/>
                      <a:pt x="223" y="3324"/>
                    </a:cubicBezTo>
                    <a:cubicBezTo>
                      <a:pt x="223" y="4165"/>
                      <a:pt x="557" y="4972"/>
                      <a:pt x="1152" y="5567"/>
                    </a:cubicBezTo>
                    <a:cubicBezTo>
                      <a:pt x="1747" y="6162"/>
                      <a:pt x="2553" y="6497"/>
                      <a:pt x="3394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62" name="Freeform: Shape 4961">
                <a:extLst>
                  <a:ext uri="{FF2B5EF4-FFF2-40B4-BE49-F238E27FC236}">
                    <a16:creationId xmlns:a16="http://schemas.microsoft.com/office/drawing/2014/main" id="{FEC5BF24-2E9B-E1FE-73C8-196B6D6624C8}"/>
                  </a:ext>
                </a:extLst>
              </p:cNvPr>
              <p:cNvSpPr/>
              <p:nvPr/>
            </p:nvSpPr>
            <p:spPr>
              <a:xfrm>
                <a:off x="3681009" y="5396519"/>
                <a:ext cx="6343" cy="6345"/>
              </a:xfrm>
              <a:custGeom>
                <a:avLst/>
                <a:gdLst>
                  <a:gd name="connsiteX0" fmla="*/ 3395 w 6343"/>
                  <a:gd name="connsiteY0" fmla="*/ 6496 h 6345"/>
                  <a:gd name="connsiteX1" fmla="*/ 5637 w 6343"/>
                  <a:gd name="connsiteY1" fmla="*/ 5567 h 6345"/>
                  <a:gd name="connsiteX2" fmla="*/ 6566 w 6343"/>
                  <a:gd name="connsiteY2" fmla="*/ 3324 h 6345"/>
                  <a:gd name="connsiteX3" fmla="*/ 5637 w 6343"/>
                  <a:gd name="connsiteY3" fmla="*/ 1080 h 6345"/>
                  <a:gd name="connsiteX4" fmla="*/ 3395 w 6343"/>
                  <a:gd name="connsiteY4" fmla="*/ 151 h 6345"/>
                  <a:gd name="connsiteX5" fmla="*/ 1152 w 6343"/>
                  <a:gd name="connsiteY5" fmla="*/ 1080 h 6345"/>
                  <a:gd name="connsiteX6" fmla="*/ 223 w 6343"/>
                  <a:gd name="connsiteY6" fmla="*/ 3324 h 6345"/>
                  <a:gd name="connsiteX7" fmla="*/ 1152 w 6343"/>
                  <a:gd name="connsiteY7" fmla="*/ 5567 h 6345"/>
                  <a:gd name="connsiteX8" fmla="*/ 3395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6"/>
                    </a:moveTo>
                    <a:cubicBezTo>
                      <a:pt x="4236" y="6496"/>
                      <a:pt x="5042" y="6162"/>
                      <a:pt x="5637" y="5567"/>
                    </a:cubicBezTo>
                    <a:cubicBezTo>
                      <a:pt x="6232" y="4972"/>
                      <a:pt x="6566" y="4165"/>
                      <a:pt x="6566" y="3324"/>
                    </a:cubicBezTo>
                    <a:cubicBezTo>
                      <a:pt x="6566" y="2482"/>
                      <a:pt x="6232" y="1675"/>
                      <a:pt x="5637" y="1080"/>
                    </a:cubicBezTo>
                    <a:cubicBezTo>
                      <a:pt x="5042" y="485"/>
                      <a:pt x="4236" y="151"/>
                      <a:pt x="3395" y="151"/>
                    </a:cubicBezTo>
                    <a:cubicBezTo>
                      <a:pt x="2553" y="151"/>
                      <a:pt x="1747" y="485"/>
                      <a:pt x="1152" y="1080"/>
                    </a:cubicBezTo>
                    <a:cubicBezTo>
                      <a:pt x="557" y="1675"/>
                      <a:pt x="223" y="2482"/>
                      <a:pt x="223" y="3324"/>
                    </a:cubicBezTo>
                    <a:cubicBezTo>
                      <a:pt x="223" y="4165"/>
                      <a:pt x="557" y="4972"/>
                      <a:pt x="1152" y="5567"/>
                    </a:cubicBezTo>
                    <a:cubicBezTo>
                      <a:pt x="1747" y="6162"/>
                      <a:pt x="2553" y="6496"/>
                      <a:pt x="3395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63" name="Freeform: Shape 4962">
                <a:extLst>
                  <a:ext uri="{FF2B5EF4-FFF2-40B4-BE49-F238E27FC236}">
                    <a16:creationId xmlns:a16="http://schemas.microsoft.com/office/drawing/2014/main" id="{B8E02E80-B7A6-5E13-09FD-E7384C47E9D4}"/>
                  </a:ext>
                </a:extLst>
              </p:cNvPr>
              <p:cNvSpPr/>
              <p:nvPr/>
            </p:nvSpPr>
            <p:spPr>
              <a:xfrm>
                <a:off x="3683275" y="5395674"/>
                <a:ext cx="6343" cy="6345"/>
              </a:xfrm>
              <a:custGeom>
                <a:avLst/>
                <a:gdLst>
                  <a:gd name="connsiteX0" fmla="*/ 3395 w 6343"/>
                  <a:gd name="connsiteY0" fmla="*/ 6496 h 6345"/>
                  <a:gd name="connsiteX1" fmla="*/ 5637 w 6343"/>
                  <a:gd name="connsiteY1" fmla="*/ 5567 h 6345"/>
                  <a:gd name="connsiteX2" fmla="*/ 6566 w 6343"/>
                  <a:gd name="connsiteY2" fmla="*/ 3324 h 6345"/>
                  <a:gd name="connsiteX3" fmla="*/ 5637 w 6343"/>
                  <a:gd name="connsiteY3" fmla="*/ 1080 h 6345"/>
                  <a:gd name="connsiteX4" fmla="*/ 3395 w 6343"/>
                  <a:gd name="connsiteY4" fmla="*/ 151 h 6345"/>
                  <a:gd name="connsiteX5" fmla="*/ 1152 w 6343"/>
                  <a:gd name="connsiteY5" fmla="*/ 1080 h 6345"/>
                  <a:gd name="connsiteX6" fmla="*/ 223 w 6343"/>
                  <a:gd name="connsiteY6" fmla="*/ 3324 h 6345"/>
                  <a:gd name="connsiteX7" fmla="*/ 1152 w 6343"/>
                  <a:gd name="connsiteY7" fmla="*/ 5567 h 6345"/>
                  <a:gd name="connsiteX8" fmla="*/ 3395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6"/>
                    </a:moveTo>
                    <a:cubicBezTo>
                      <a:pt x="4236" y="6496"/>
                      <a:pt x="5043" y="6162"/>
                      <a:pt x="5637" y="5567"/>
                    </a:cubicBezTo>
                    <a:cubicBezTo>
                      <a:pt x="6232" y="4972"/>
                      <a:pt x="6566" y="4165"/>
                      <a:pt x="6566" y="3324"/>
                    </a:cubicBezTo>
                    <a:cubicBezTo>
                      <a:pt x="6566" y="2482"/>
                      <a:pt x="6232" y="1675"/>
                      <a:pt x="5637" y="1080"/>
                    </a:cubicBezTo>
                    <a:cubicBezTo>
                      <a:pt x="5043" y="485"/>
                      <a:pt x="4236" y="151"/>
                      <a:pt x="3395" y="151"/>
                    </a:cubicBezTo>
                    <a:cubicBezTo>
                      <a:pt x="2554" y="151"/>
                      <a:pt x="1747" y="485"/>
                      <a:pt x="1152" y="1080"/>
                    </a:cubicBezTo>
                    <a:cubicBezTo>
                      <a:pt x="557" y="1675"/>
                      <a:pt x="223" y="2482"/>
                      <a:pt x="223" y="3324"/>
                    </a:cubicBezTo>
                    <a:cubicBezTo>
                      <a:pt x="223" y="4165"/>
                      <a:pt x="557" y="4972"/>
                      <a:pt x="1152" y="5567"/>
                    </a:cubicBezTo>
                    <a:cubicBezTo>
                      <a:pt x="1747" y="6162"/>
                      <a:pt x="2554" y="6496"/>
                      <a:pt x="3395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8EAA3C85-438E-823C-CA94-4CEC04761BEE}"/>
                  </a:ext>
                </a:extLst>
              </p:cNvPr>
              <p:cNvSpPr/>
              <p:nvPr/>
            </p:nvSpPr>
            <p:spPr>
              <a:xfrm>
                <a:off x="3686087" y="5395830"/>
                <a:ext cx="6343" cy="6345"/>
              </a:xfrm>
              <a:custGeom>
                <a:avLst/>
                <a:gdLst>
                  <a:gd name="connsiteX0" fmla="*/ 3395 w 6343"/>
                  <a:gd name="connsiteY0" fmla="*/ 6496 h 6345"/>
                  <a:gd name="connsiteX1" fmla="*/ 5638 w 6343"/>
                  <a:gd name="connsiteY1" fmla="*/ 5567 h 6345"/>
                  <a:gd name="connsiteX2" fmla="*/ 6566 w 6343"/>
                  <a:gd name="connsiteY2" fmla="*/ 3324 h 6345"/>
                  <a:gd name="connsiteX3" fmla="*/ 5638 w 6343"/>
                  <a:gd name="connsiteY3" fmla="*/ 1080 h 6345"/>
                  <a:gd name="connsiteX4" fmla="*/ 3395 w 6343"/>
                  <a:gd name="connsiteY4" fmla="*/ 151 h 6345"/>
                  <a:gd name="connsiteX5" fmla="*/ 1152 w 6343"/>
                  <a:gd name="connsiteY5" fmla="*/ 1080 h 6345"/>
                  <a:gd name="connsiteX6" fmla="*/ 223 w 6343"/>
                  <a:gd name="connsiteY6" fmla="*/ 3324 h 6345"/>
                  <a:gd name="connsiteX7" fmla="*/ 1152 w 6343"/>
                  <a:gd name="connsiteY7" fmla="*/ 5567 h 6345"/>
                  <a:gd name="connsiteX8" fmla="*/ 3395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6"/>
                    </a:moveTo>
                    <a:cubicBezTo>
                      <a:pt x="4236" y="6496"/>
                      <a:pt x="5043" y="6162"/>
                      <a:pt x="5638" y="5567"/>
                    </a:cubicBezTo>
                    <a:cubicBezTo>
                      <a:pt x="6232" y="4972"/>
                      <a:pt x="6566" y="4165"/>
                      <a:pt x="6566" y="3324"/>
                    </a:cubicBezTo>
                    <a:cubicBezTo>
                      <a:pt x="6566" y="2482"/>
                      <a:pt x="6232" y="1675"/>
                      <a:pt x="5638" y="1080"/>
                    </a:cubicBezTo>
                    <a:cubicBezTo>
                      <a:pt x="5043" y="485"/>
                      <a:pt x="4236" y="151"/>
                      <a:pt x="3395" y="151"/>
                    </a:cubicBezTo>
                    <a:cubicBezTo>
                      <a:pt x="2554" y="151"/>
                      <a:pt x="1747" y="485"/>
                      <a:pt x="1152" y="1080"/>
                    </a:cubicBezTo>
                    <a:cubicBezTo>
                      <a:pt x="558" y="1675"/>
                      <a:pt x="223" y="2482"/>
                      <a:pt x="223" y="3324"/>
                    </a:cubicBezTo>
                    <a:cubicBezTo>
                      <a:pt x="223" y="4165"/>
                      <a:pt x="558" y="4972"/>
                      <a:pt x="1152" y="5567"/>
                    </a:cubicBezTo>
                    <a:cubicBezTo>
                      <a:pt x="1747" y="6162"/>
                      <a:pt x="2554" y="6496"/>
                      <a:pt x="3395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65" name="Freeform: Shape 4964">
                <a:extLst>
                  <a:ext uri="{FF2B5EF4-FFF2-40B4-BE49-F238E27FC236}">
                    <a16:creationId xmlns:a16="http://schemas.microsoft.com/office/drawing/2014/main" id="{035759CC-4D1E-EA0B-D67A-6BCC56C8E40E}"/>
                  </a:ext>
                </a:extLst>
              </p:cNvPr>
              <p:cNvSpPr/>
              <p:nvPr/>
            </p:nvSpPr>
            <p:spPr>
              <a:xfrm>
                <a:off x="3688219" y="5394772"/>
                <a:ext cx="6343" cy="6345"/>
              </a:xfrm>
              <a:custGeom>
                <a:avLst/>
                <a:gdLst>
                  <a:gd name="connsiteX0" fmla="*/ 3395 w 6343"/>
                  <a:gd name="connsiteY0" fmla="*/ 6496 h 6345"/>
                  <a:gd name="connsiteX1" fmla="*/ 5638 w 6343"/>
                  <a:gd name="connsiteY1" fmla="*/ 5567 h 6345"/>
                  <a:gd name="connsiteX2" fmla="*/ 6567 w 6343"/>
                  <a:gd name="connsiteY2" fmla="*/ 3324 h 6345"/>
                  <a:gd name="connsiteX3" fmla="*/ 5638 w 6343"/>
                  <a:gd name="connsiteY3" fmla="*/ 1080 h 6345"/>
                  <a:gd name="connsiteX4" fmla="*/ 3395 w 6343"/>
                  <a:gd name="connsiteY4" fmla="*/ 151 h 6345"/>
                  <a:gd name="connsiteX5" fmla="*/ 1152 w 6343"/>
                  <a:gd name="connsiteY5" fmla="*/ 1080 h 6345"/>
                  <a:gd name="connsiteX6" fmla="*/ 224 w 6343"/>
                  <a:gd name="connsiteY6" fmla="*/ 3324 h 6345"/>
                  <a:gd name="connsiteX7" fmla="*/ 1152 w 6343"/>
                  <a:gd name="connsiteY7" fmla="*/ 5567 h 6345"/>
                  <a:gd name="connsiteX8" fmla="*/ 3395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6"/>
                    </a:moveTo>
                    <a:cubicBezTo>
                      <a:pt x="4236" y="6496"/>
                      <a:pt x="5043" y="6162"/>
                      <a:pt x="5638" y="5567"/>
                    </a:cubicBezTo>
                    <a:cubicBezTo>
                      <a:pt x="6232" y="4972"/>
                      <a:pt x="6567" y="4165"/>
                      <a:pt x="6567" y="3324"/>
                    </a:cubicBezTo>
                    <a:cubicBezTo>
                      <a:pt x="6567" y="2482"/>
                      <a:pt x="6232" y="1675"/>
                      <a:pt x="5638" y="1080"/>
                    </a:cubicBezTo>
                    <a:cubicBezTo>
                      <a:pt x="5043" y="485"/>
                      <a:pt x="4236" y="151"/>
                      <a:pt x="3395" y="151"/>
                    </a:cubicBezTo>
                    <a:cubicBezTo>
                      <a:pt x="2554" y="151"/>
                      <a:pt x="1747" y="485"/>
                      <a:pt x="1152" y="1080"/>
                    </a:cubicBezTo>
                    <a:cubicBezTo>
                      <a:pt x="558" y="1675"/>
                      <a:pt x="224" y="2482"/>
                      <a:pt x="224" y="3324"/>
                    </a:cubicBezTo>
                    <a:cubicBezTo>
                      <a:pt x="224" y="4165"/>
                      <a:pt x="558" y="4972"/>
                      <a:pt x="1152" y="5567"/>
                    </a:cubicBezTo>
                    <a:cubicBezTo>
                      <a:pt x="1747" y="6162"/>
                      <a:pt x="2554" y="6496"/>
                      <a:pt x="3395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66" name="Freeform: Shape 4965">
                <a:extLst>
                  <a:ext uri="{FF2B5EF4-FFF2-40B4-BE49-F238E27FC236}">
                    <a16:creationId xmlns:a16="http://schemas.microsoft.com/office/drawing/2014/main" id="{11529401-3567-354C-E491-3E01F3723120}"/>
                  </a:ext>
                </a:extLst>
              </p:cNvPr>
              <p:cNvSpPr/>
              <p:nvPr/>
            </p:nvSpPr>
            <p:spPr>
              <a:xfrm>
                <a:off x="3690402" y="5393809"/>
                <a:ext cx="6343" cy="6345"/>
              </a:xfrm>
              <a:custGeom>
                <a:avLst/>
                <a:gdLst>
                  <a:gd name="connsiteX0" fmla="*/ 3395 w 6343"/>
                  <a:gd name="connsiteY0" fmla="*/ 6496 h 6345"/>
                  <a:gd name="connsiteX1" fmla="*/ 5638 w 6343"/>
                  <a:gd name="connsiteY1" fmla="*/ 5567 h 6345"/>
                  <a:gd name="connsiteX2" fmla="*/ 6567 w 6343"/>
                  <a:gd name="connsiteY2" fmla="*/ 3324 h 6345"/>
                  <a:gd name="connsiteX3" fmla="*/ 5638 w 6343"/>
                  <a:gd name="connsiteY3" fmla="*/ 1080 h 6345"/>
                  <a:gd name="connsiteX4" fmla="*/ 3395 w 6343"/>
                  <a:gd name="connsiteY4" fmla="*/ 151 h 6345"/>
                  <a:gd name="connsiteX5" fmla="*/ 1153 w 6343"/>
                  <a:gd name="connsiteY5" fmla="*/ 1080 h 6345"/>
                  <a:gd name="connsiteX6" fmla="*/ 224 w 6343"/>
                  <a:gd name="connsiteY6" fmla="*/ 3324 h 6345"/>
                  <a:gd name="connsiteX7" fmla="*/ 1153 w 6343"/>
                  <a:gd name="connsiteY7" fmla="*/ 5567 h 6345"/>
                  <a:gd name="connsiteX8" fmla="*/ 3395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6"/>
                    </a:moveTo>
                    <a:cubicBezTo>
                      <a:pt x="4236" y="6496"/>
                      <a:pt x="5043" y="6162"/>
                      <a:pt x="5638" y="5567"/>
                    </a:cubicBezTo>
                    <a:cubicBezTo>
                      <a:pt x="6233" y="4972"/>
                      <a:pt x="6567" y="4165"/>
                      <a:pt x="6567" y="3324"/>
                    </a:cubicBezTo>
                    <a:cubicBezTo>
                      <a:pt x="6567" y="2482"/>
                      <a:pt x="6233" y="1675"/>
                      <a:pt x="5638" y="1080"/>
                    </a:cubicBezTo>
                    <a:cubicBezTo>
                      <a:pt x="5043" y="485"/>
                      <a:pt x="4236" y="151"/>
                      <a:pt x="3395" y="151"/>
                    </a:cubicBezTo>
                    <a:cubicBezTo>
                      <a:pt x="2554" y="151"/>
                      <a:pt x="1747" y="485"/>
                      <a:pt x="1153" y="1080"/>
                    </a:cubicBezTo>
                    <a:cubicBezTo>
                      <a:pt x="558" y="1675"/>
                      <a:pt x="224" y="2482"/>
                      <a:pt x="224" y="3324"/>
                    </a:cubicBezTo>
                    <a:cubicBezTo>
                      <a:pt x="224" y="4165"/>
                      <a:pt x="558" y="4972"/>
                      <a:pt x="1153" y="5567"/>
                    </a:cubicBezTo>
                    <a:cubicBezTo>
                      <a:pt x="1747" y="6162"/>
                      <a:pt x="2554" y="6496"/>
                      <a:pt x="3395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67" name="Freeform: Shape 4966">
                <a:extLst>
                  <a:ext uri="{FF2B5EF4-FFF2-40B4-BE49-F238E27FC236}">
                    <a16:creationId xmlns:a16="http://schemas.microsoft.com/office/drawing/2014/main" id="{563EADBC-2BE1-0CBF-A6AF-980F238164DC}"/>
                  </a:ext>
                </a:extLst>
              </p:cNvPr>
              <p:cNvSpPr/>
              <p:nvPr/>
            </p:nvSpPr>
            <p:spPr>
              <a:xfrm>
                <a:off x="3692480" y="5392652"/>
                <a:ext cx="6343" cy="6345"/>
              </a:xfrm>
              <a:custGeom>
                <a:avLst/>
                <a:gdLst>
                  <a:gd name="connsiteX0" fmla="*/ 3395 w 6343"/>
                  <a:gd name="connsiteY0" fmla="*/ 6496 h 6345"/>
                  <a:gd name="connsiteX1" fmla="*/ 5638 w 6343"/>
                  <a:gd name="connsiteY1" fmla="*/ 5567 h 6345"/>
                  <a:gd name="connsiteX2" fmla="*/ 6567 w 6343"/>
                  <a:gd name="connsiteY2" fmla="*/ 3323 h 6345"/>
                  <a:gd name="connsiteX3" fmla="*/ 5638 w 6343"/>
                  <a:gd name="connsiteY3" fmla="*/ 1080 h 6345"/>
                  <a:gd name="connsiteX4" fmla="*/ 3395 w 6343"/>
                  <a:gd name="connsiteY4" fmla="*/ 151 h 6345"/>
                  <a:gd name="connsiteX5" fmla="*/ 1153 w 6343"/>
                  <a:gd name="connsiteY5" fmla="*/ 1080 h 6345"/>
                  <a:gd name="connsiteX6" fmla="*/ 224 w 6343"/>
                  <a:gd name="connsiteY6" fmla="*/ 3323 h 6345"/>
                  <a:gd name="connsiteX7" fmla="*/ 1153 w 6343"/>
                  <a:gd name="connsiteY7" fmla="*/ 5567 h 6345"/>
                  <a:gd name="connsiteX8" fmla="*/ 3395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96"/>
                    </a:moveTo>
                    <a:cubicBezTo>
                      <a:pt x="4237" y="6496"/>
                      <a:pt x="5043" y="6162"/>
                      <a:pt x="5638" y="5567"/>
                    </a:cubicBezTo>
                    <a:cubicBezTo>
                      <a:pt x="6233" y="4972"/>
                      <a:pt x="6567" y="4165"/>
                      <a:pt x="6567" y="3323"/>
                    </a:cubicBezTo>
                    <a:cubicBezTo>
                      <a:pt x="6567" y="2482"/>
                      <a:pt x="6233" y="1675"/>
                      <a:pt x="5638" y="1080"/>
                    </a:cubicBezTo>
                    <a:cubicBezTo>
                      <a:pt x="5043" y="485"/>
                      <a:pt x="4237" y="151"/>
                      <a:pt x="3395" y="151"/>
                    </a:cubicBezTo>
                    <a:cubicBezTo>
                      <a:pt x="2554" y="151"/>
                      <a:pt x="1748" y="485"/>
                      <a:pt x="1153" y="1080"/>
                    </a:cubicBezTo>
                    <a:cubicBezTo>
                      <a:pt x="558" y="1675"/>
                      <a:pt x="224" y="2482"/>
                      <a:pt x="224" y="3323"/>
                    </a:cubicBezTo>
                    <a:cubicBezTo>
                      <a:pt x="224" y="4165"/>
                      <a:pt x="558" y="4972"/>
                      <a:pt x="1153" y="5567"/>
                    </a:cubicBezTo>
                    <a:cubicBezTo>
                      <a:pt x="1748" y="6162"/>
                      <a:pt x="2554" y="6496"/>
                      <a:pt x="3395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68" name="Freeform: Shape 4967">
                <a:extLst>
                  <a:ext uri="{FF2B5EF4-FFF2-40B4-BE49-F238E27FC236}">
                    <a16:creationId xmlns:a16="http://schemas.microsoft.com/office/drawing/2014/main" id="{D00EB7DA-0DD6-3671-D200-7BA129BA9A09}"/>
                  </a:ext>
                </a:extLst>
              </p:cNvPr>
              <p:cNvSpPr/>
              <p:nvPr/>
            </p:nvSpPr>
            <p:spPr>
              <a:xfrm>
                <a:off x="3694781" y="5391925"/>
                <a:ext cx="6343" cy="6345"/>
              </a:xfrm>
              <a:custGeom>
                <a:avLst/>
                <a:gdLst>
                  <a:gd name="connsiteX0" fmla="*/ 3396 w 6343"/>
                  <a:gd name="connsiteY0" fmla="*/ 6496 h 6345"/>
                  <a:gd name="connsiteX1" fmla="*/ 5638 w 6343"/>
                  <a:gd name="connsiteY1" fmla="*/ 5567 h 6345"/>
                  <a:gd name="connsiteX2" fmla="*/ 6567 w 6343"/>
                  <a:gd name="connsiteY2" fmla="*/ 3323 h 6345"/>
                  <a:gd name="connsiteX3" fmla="*/ 5638 w 6343"/>
                  <a:gd name="connsiteY3" fmla="*/ 1080 h 6345"/>
                  <a:gd name="connsiteX4" fmla="*/ 3396 w 6343"/>
                  <a:gd name="connsiteY4" fmla="*/ 151 h 6345"/>
                  <a:gd name="connsiteX5" fmla="*/ 1153 w 6343"/>
                  <a:gd name="connsiteY5" fmla="*/ 1080 h 6345"/>
                  <a:gd name="connsiteX6" fmla="*/ 224 w 6343"/>
                  <a:gd name="connsiteY6" fmla="*/ 3323 h 6345"/>
                  <a:gd name="connsiteX7" fmla="*/ 1153 w 6343"/>
                  <a:gd name="connsiteY7" fmla="*/ 5567 h 6345"/>
                  <a:gd name="connsiteX8" fmla="*/ 3396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6"/>
                    </a:moveTo>
                    <a:cubicBezTo>
                      <a:pt x="4237" y="6496"/>
                      <a:pt x="5044" y="6162"/>
                      <a:pt x="5638" y="5567"/>
                    </a:cubicBezTo>
                    <a:cubicBezTo>
                      <a:pt x="6233" y="4972"/>
                      <a:pt x="6567" y="4165"/>
                      <a:pt x="6567" y="3323"/>
                    </a:cubicBezTo>
                    <a:cubicBezTo>
                      <a:pt x="6567" y="2482"/>
                      <a:pt x="6233" y="1675"/>
                      <a:pt x="5638" y="1080"/>
                    </a:cubicBezTo>
                    <a:cubicBezTo>
                      <a:pt x="5044" y="485"/>
                      <a:pt x="4237" y="151"/>
                      <a:pt x="3396" y="151"/>
                    </a:cubicBezTo>
                    <a:cubicBezTo>
                      <a:pt x="2555" y="151"/>
                      <a:pt x="1748" y="485"/>
                      <a:pt x="1153" y="1080"/>
                    </a:cubicBezTo>
                    <a:cubicBezTo>
                      <a:pt x="558" y="1675"/>
                      <a:pt x="224" y="2482"/>
                      <a:pt x="224" y="3323"/>
                    </a:cubicBezTo>
                    <a:cubicBezTo>
                      <a:pt x="224" y="4165"/>
                      <a:pt x="558" y="4972"/>
                      <a:pt x="1153" y="5567"/>
                    </a:cubicBezTo>
                    <a:cubicBezTo>
                      <a:pt x="1748" y="6162"/>
                      <a:pt x="2555" y="6496"/>
                      <a:pt x="3396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69" name="Freeform: Shape 4968">
                <a:extLst>
                  <a:ext uri="{FF2B5EF4-FFF2-40B4-BE49-F238E27FC236}">
                    <a16:creationId xmlns:a16="http://schemas.microsoft.com/office/drawing/2014/main" id="{30AA34D6-C612-B4A4-13C1-6192EAACEA1E}"/>
                  </a:ext>
                </a:extLst>
              </p:cNvPr>
              <p:cNvSpPr/>
              <p:nvPr/>
            </p:nvSpPr>
            <p:spPr>
              <a:xfrm>
                <a:off x="3696039" y="5389167"/>
                <a:ext cx="6343" cy="6345"/>
              </a:xfrm>
              <a:custGeom>
                <a:avLst/>
                <a:gdLst>
                  <a:gd name="connsiteX0" fmla="*/ 3396 w 6343"/>
                  <a:gd name="connsiteY0" fmla="*/ 6496 h 6345"/>
                  <a:gd name="connsiteX1" fmla="*/ 5638 w 6343"/>
                  <a:gd name="connsiteY1" fmla="*/ 5567 h 6345"/>
                  <a:gd name="connsiteX2" fmla="*/ 6567 w 6343"/>
                  <a:gd name="connsiteY2" fmla="*/ 3323 h 6345"/>
                  <a:gd name="connsiteX3" fmla="*/ 5638 w 6343"/>
                  <a:gd name="connsiteY3" fmla="*/ 1080 h 6345"/>
                  <a:gd name="connsiteX4" fmla="*/ 3396 w 6343"/>
                  <a:gd name="connsiteY4" fmla="*/ 150 h 6345"/>
                  <a:gd name="connsiteX5" fmla="*/ 1153 w 6343"/>
                  <a:gd name="connsiteY5" fmla="*/ 1080 h 6345"/>
                  <a:gd name="connsiteX6" fmla="*/ 224 w 6343"/>
                  <a:gd name="connsiteY6" fmla="*/ 3323 h 6345"/>
                  <a:gd name="connsiteX7" fmla="*/ 1153 w 6343"/>
                  <a:gd name="connsiteY7" fmla="*/ 5567 h 6345"/>
                  <a:gd name="connsiteX8" fmla="*/ 3396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6"/>
                    </a:moveTo>
                    <a:cubicBezTo>
                      <a:pt x="4237" y="6496"/>
                      <a:pt x="5044" y="6162"/>
                      <a:pt x="5638" y="5567"/>
                    </a:cubicBezTo>
                    <a:cubicBezTo>
                      <a:pt x="6233" y="4972"/>
                      <a:pt x="6567" y="4165"/>
                      <a:pt x="6567" y="3323"/>
                    </a:cubicBezTo>
                    <a:cubicBezTo>
                      <a:pt x="6567" y="2482"/>
                      <a:pt x="6233" y="1675"/>
                      <a:pt x="5638" y="1080"/>
                    </a:cubicBezTo>
                    <a:cubicBezTo>
                      <a:pt x="5044" y="485"/>
                      <a:pt x="4237" y="150"/>
                      <a:pt x="3396" y="150"/>
                    </a:cubicBezTo>
                    <a:cubicBezTo>
                      <a:pt x="2555" y="150"/>
                      <a:pt x="1748" y="485"/>
                      <a:pt x="1153" y="1080"/>
                    </a:cubicBezTo>
                    <a:cubicBezTo>
                      <a:pt x="558" y="1675"/>
                      <a:pt x="224" y="2482"/>
                      <a:pt x="224" y="3323"/>
                    </a:cubicBezTo>
                    <a:cubicBezTo>
                      <a:pt x="224" y="4165"/>
                      <a:pt x="558" y="4972"/>
                      <a:pt x="1153" y="5567"/>
                    </a:cubicBezTo>
                    <a:cubicBezTo>
                      <a:pt x="1748" y="6162"/>
                      <a:pt x="2555" y="6496"/>
                      <a:pt x="3396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70" name="Freeform: Shape 4969">
                <a:extLst>
                  <a:ext uri="{FF2B5EF4-FFF2-40B4-BE49-F238E27FC236}">
                    <a16:creationId xmlns:a16="http://schemas.microsoft.com/office/drawing/2014/main" id="{2DA3867A-EDD3-95E2-9F01-B4B8EAEB1E4B}"/>
                  </a:ext>
                </a:extLst>
              </p:cNvPr>
              <p:cNvSpPr/>
              <p:nvPr/>
            </p:nvSpPr>
            <p:spPr>
              <a:xfrm>
                <a:off x="3697050" y="5385866"/>
                <a:ext cx="6343" cy="6345"/>
              </a:xfrm>
              <a:custGeom>
                <a:avLst/>
                <a:gdLst>
                  <a:gd name="connsiteX0" fmla="*/ 3396 w 6343"/>
                  <a:gd name="connsiteY0" fmla="*/ 6496 h 6345"/>
                  <a:gd name="connsiteX1" fmla="*/ 5638 w 6343"/>
                  <a:gd name="connsiteY1" fmla="*/ 5566 h 6345"/>
                  <a:gd name="connsiteX2" fmla="*/ 6567 w 6343"/>
                  <a:gd name="connsiteY2" fmla="*/ 3323 h 6345"/>
                  <a:gd name="connsiteX3" fmla="*/ 5638 w 6343"/>
                  <a:gd name="connsiteY3" fmla="*/ 1079 h 6345"/>
                  <a:gd name="connsiteX4" fmla="*/ 3396 w 6343"/>
                  <a:gd name="connsiteY4" fmla="*/ 150 h 6345"/>
                  <a:gd name="connsiteX5" fmla="*/ 1153 w 6343"/>
                  <a:gd name="connsiteY5" fmla="*/ 1079 h 6345"/>
                  <a:gd name="connsiteX6" fmla="*/ 224 w 6343"/>
                  <a:gd name="connsiteY6" fmla="*/ 3323 h 6345"/>
                  <a:gd name="connsiteX7" fmla="*/ 1153 w 6343"/>
                  <a:gd name="connsiteY7" fmla="*/ 5566 h 6345"/>
                  <a:gd name="connsiteX8" fmla="*/ 3396 w 6343"/>
                  <a:gd name="connsiteY8" fmla="*/ 64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6"/>
                    </a:moveTo>
                    <a:cubicBezTo>
                      <a:pt x="4237" y="6496"/>
                      <a:pt x="5044" y="6161"/>
                      <a:pt x="5638" y="5566"/>
                    </a:cubicBezTo>
                    <a:cubicBezTo>
                      <a:pt x="6233" y="4971"/>
                      <a:pt x="6567" y="4164"/>
                      <a:pt x="6567" y="3323"/>
                    </a:cubicBezTo>
                    <a:cubicBezTo>
                      <a:pt x="6567" y="2482"/>
                      <a:pt x="6233" y="1674"/>
                      <a:pt x="5638" y="1079"/>
                    </a:cubicBezTo>
                    <a:cubicBezTo>
                      <a:pt x="5044" y="485"/>
                      <a:pt x="4237" y="150"/>
                      <a:pt x="3396" y="150"/>
                    </a:cubicBezTo>
                    <a:cubicBezTo>
                      <a:pt x="2555" y="150"/>
                      <a:pt x="1748" y="485"/>
                      <a:pt x="1153" y="1079"/>
                    </a:cubicBezTo>
                    <a:cubicBezTo>
                      <a:pt x="558" y="1674"/>
                      <a:pt x="224" y="2482"/>
                      <a:pt x="224" y="3323"/>
                    </a:cubicBezTo>
                    <a:cubicBezTo>
                      <a:pt x="224" y="4164"/>
                      <a:pt x="558" y="4971"/>
                      <a:pt x="1153" y="5566"/>
                    </a:cubicBezTo>
                    <a:cubicBezTo>
                      <a:pt x="1748" y="6161"/>
                      <a:pt x="2555" y="6496"/>
                      <a:pt x="3396" y="6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71" name="Freeform: Shape 4970">
                <a:extLst>
                  <a:ext uri="{FF2B5EF4-FFF2-40B4-BE49-F238E27FC236}">
                    <a16:creationId xmlns:a16="http://schemas.microsoft.com/office/drawing/2014/main" id="{80039A5D-E0F1-A79F-E4F4-8863840F7BAB}"/>
                  </a:ext>
                </a:extLst>
              </p:cNvPr>
              <p:cNvSpPr/>
              <p:nvPr/>
            </p:nvSpPr>
            <p:spPr>
              <a:xfrm>
                <a:off x="3698574" y="5383532"/>
                <a:ext cx="6343" cy="6345"/>
              </a:xfrm>
              <a:custGeom>
                <a:avLst/>
                <a:gdLst>
                  <a:gd name="connsiteX0" fmla="*/ 3396 w 6343"/>
                  <a:gd name="connsiteY0" fmla="*/ 6495 h 6345"/>
                  <a:gd name="connsiteX1" fmla="*/ 5639 w 6343"/>
                  <a:gd name="connsiteY1" fmla="*/ 5566 h 6345"/>
                  <a:gd name="connsiteX2" fmla="*/ 6567 w 6343"/>
                  <a:gd name="connsiteY2" fmla="*/ 3323 h 6345"/>
                  <a:gd name="connsiteX3" fmla="*/ 5639 w 6343"/>
                  <a:gd name="connsiteY3" fmla="*/ 1079 h 6345"/>
                  <a:gd name="connsiteX4" fmla="*/ 3396 w 6343"/>
                  <a:gd name="connsiteY4" fmla="*/ 150 h 6345"/>
                  <a:gd name="connsiteX5" fmla="*/ 1153 w 6343"/>
                  <a:gd name="connsiteY5" fmla="*/ 1079 h 6345"/>
                  <a:gd name="connsiteX6" fmla="*/ 224 w 6343"/>
                  <a:gd name="connsiteY6" fmla="*/ 3323 h 6345"/>
                  <a:gd name="connsiteX7" fmla="*/ 1153 w 6343"/>
                  <a:gd name="connsiteY7" fmla="*/ 5566 h 6345"/>
                  <a:gd name="connsiteX8" fmla="*/ 3396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5"/>
                    </a:moveTo>
                    <a:cubicBezTo>
                      <a:pt x="4237" y="6495"/>
                      <a:pt x="5044" y="6161"/>
                      <a:pt x="5639" y="5566"/>
                    </a:cubicBezTo>
                    <a:cubicBezTo>
                      <a:pt x="6233" y="4971"/>
                      <a:pt x="6567" y="4164"/>
                      <a:pt x="6567" y="3323"/>
                    </a:cubicBezTo>
                    <a:cubicBezTo>
                      <a:pt x="6567" y="2481"/>
                      <a:pt x="6233" y="1674"/>
                      <a:pt x="5639" y="1079"/>
                    </a:cubicBezTo>
                    <a:cubicBezTo>
                      <a:pt x="5044" y="484"/>
                      <a:pt x="4237" y="150"/>
                      <a:pt x="3396" y="150"/>
                    </a:cubicBezTo>
                    <a:cubicBezTo>
                      <a:pt x="2555" y="150"/>
                      <a:pt x="1748" y="484"/>
                      <a:pt x="1153" y="1079"/>
                    </a:cubicBezTo>
                    <a:cubicBezTo>
                      <a:pt x="559" y="1674"/>
                      <a:pt x="224" y="2481"/>
                      <a:pt x="224" y="3323"/>
                    </a:cubicBezTo>
                    <a:cubicBezTo>
                      <a:pt x="224" y="4164"/>
                      <a:pt x="559" y="4971"/>
                      <a:pt x="1153" y="5566"/>
                    </a:cubicBezTo>
                    <a:cubicBezTo>
                      <a:pt x="1748" y="6161"/>
                      <a:pt x="2555" y="6495"/>
                      <a:pt x="3396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72" name="Freeform: Shape 4971">
                <a:extLst>
                  <a:ext uri="{FF2B5EF4-FFF2-40B4-BE49-F238E27FC236}">
                    <a16:creationId xmlns:a16="http://schemas.microsoft.com/office/drawing/2014/main" id="{06CB511A-B5F4-13F8-FA42-5C7EE3F7FFE7}"/>
                  </a:ext>
                </a:extLst>
              </p:cNvPr>
              <p:cNvSpPr/>
              <p:nvPr/>
            </p:nvSpPr>
            <p:spPr>
              <a:xfrm>
                <a:off x="3700407" y="5381793"/>
                <a:ext cx="6343" cy="6345"/>
              </a:xfrm>
              <a:custGeom>
                <a:avLst/>
                <a:gdLst>
                  <a:gd name="connsiteX0" fmla="*/ 3396 w 6343"/>
                  <a:gd name="connsiteY0" fmla="*/ 6495 h 6345"/>
                  <a:gd name="connsiteX1" fmla="*/ 5639 w 6343"/>
                  <a:gd name="connsiteY1" fmla="*/ 5566 h 6345"/>
                  <a:gd name="connsiteX2" fmla="*/ 6568 w 6343"/>
                  <a:gd name="connsiteY2" fmla="*/ 3323 h 6345"/>
                  <a:gd name="connsiteX3" fmla="*/ 5639 w 6343"/>
                  <a:gd name="connsiteY3" fmla="*/ 1079 h 6345"/>
                  <a:gd name="connsiteX4" fmla="*/ 3396 w 6343"/>
                  <a:gd name="connsiteY4" fmla="*/ 150 h 6345"/>
                  <a:gd name="connsiteX5" fmla="*/ 1153 w 6343"/>
                  <a:gd name="connsiteY5" fmla="*/ 1079 h 6345"/>
                  <a:gd name="connsiteX6" fmla="*/ 225 w 6343"/>
                  <a:gd name="connsiteY6" fmla="*/ 3323 h 6345"/>
                  <a:gd name="connsiteX7" fmla="*/ 1153 w 6343"/>
                  <a:gd name="connsiteY7" fmla="*/ 5566 h 6345"/>
                  <a:gd name="connsiteX8" fmla="*/ 3396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5"/>
                    </a:moveTo>
                    <a:cubicBezTo>
                      <a:pt x="4237" y="6495"/>
                      <a:pt x="5044" y="6161"/>
                      <a:pt x="5639" y="5566"/>
                    </a:cubicBezTo>
                    <a:cubicBezTo>
                      <a:pt x="6233" y="4971"/>
                      <a:pt x="6568" y="4164"/>
                      <a:pt x="6568" y="3323"/>
                    </a:cubicBezTo>
                    <a:cubicBezTo>
                      <a:pt x="6568" y="2481"/>
                      <a:pt x="6233" y="1674"/>
                      <a:pt x="5639" y="1079"/>
                    </a:cubicBezTo>
                    <a:cubicBezTo>
                      <a:pt x="5044" y="484"/>
                      <a:pt x="4237" y="150"/>
                      <a:pt x="3396" y="150"/>
                    </a:cubicBezTo>
                    <a:cubicBezTo>
                      <a:pt x="2555" y="150"/>
                      <a:pt x="1748" y="484"/>
                      <a:pt x="1153" y="1079"/>
                    </a:cubicBezTo>
                    <a:cubicBezTo>
                      <a:pt x="559" y="1674"/>
                      <a:pt x="225" y="2481"/>
                      <a:pt x="225" y="3323"/>
                    </a:cubicBezTo>
                    <a:cubicBezTo>
                      <a:pt x="225" y="4164"/>
                      <a:pt x="559" y="4971"/>
                      <a:pt x="1153" y="5566"/>
                    </a:cubicBezTo>
                    <a:cubicBezTo>
                      <a:pt x="1748" y="6161"/>
                      <a:pt x="2555" y="6495"/>
                      <a:pt x="3396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73" name="Freeform: Shape 4972">
                <a:extLst>
                  <a:ext uri="{FF2B5EF4-FFF2-40B4-BE49-F238E27FC236}">
                    <a16:creationId xmlns:a16="http://schemas.microsoft.com/office/drawing/2014/main" id="{251D4E88-06AA-D490-0463-28D6BEF2394A}"/>
                  </a:ext>
                </a:extLst>
              </p:cNvPr>
              <p:cNvSpPr/>
              <p:nvPr/>
            </p:nvSpPr>
            <p:spPr>
              <a:xfrm>
                <a:off x="3701992" y="5379514"/>
                <a:ext cx="6343" cy="6345"/>
              </a:xfrm>
              <a:custGeom>
                <a:avLst/>
                <a:gdLst>
                  <a:gd name="connsiteX0" fmla="*/ 3396 w 6343"/>
                  <a:gd name="connsiteY0" fmla="*/ 6495 h 6345"/>
                  <a:gd name="connsiteX1" fmla="*/ 5639 w 6343"/>
                  <a:gd name="connsiteY1" fmla="*/ 5566 h 6345"/>
                  <a:gd name="connsiteX2" fmla="*/ 6568 w 6343"/>
                  <a:gd name="connsiteY2" fmla="*/ 3322 h 6345"/>
                  <a:gd name="connsiteX3" fmla="*/ 5639 w 6343"/>
                  <a:gd name="connsiteY3" fmla="*/ 1079 h 6345"/>
                  <a:gd name="connsiteX4" fmla="*/ 3396 w 6343"/>
                  <a:gd name="connsiteY4" fmla="*/ 150 h 6345"/>
                  <a:gd name="connsiteX5" fmla="*/ 1154 w 6343"/>
                  <a:gd name="connsiteY5" fmla="*/ 1079 h 6345"/>
                  <a:gd name="connsiteX6" fmla="*/ 225 w 6343"/>
                  <a:gd name="connsiteY6" fmla="*/ 3322 h 6345"/>
                  <a:gd name="connsiteX7" fmla="*/ 1154 w 6343"/>
                  <a:gd name="connsiteY7" fmla="*/ 5566 h 6345"/>
                  <a:gd name="connsiteX8" fmla="*/ 3396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5"/>
                    </a:moveTo>
                    <a:cubicBezTo>
                      <a:pt x="4237" y="6495"/>
                      <a:pt x="5044" y="6161"/>
                      <a:pt x="5639" y="5566"/>
                    </a:cubicBezTo>
                    <a:cubicBezTo>
                      <a:pt x="6234" y="4971"/>
                      <a:pt x="6568" y="4164"/>
                      <a:pt x="6568" y="3322"/>
                    </a:cubicBezTo>
                    <a:cubicBezTo>
                      <a:pt x="6568" y="2481"/>
                      <a:pt x="6234" y="1674"/>
                      <a:pt x="5639" y="1079"/>
                    </a:cubicBezTo>
                    <a:cubicBezTo>
                      <a:pt x="5044" y="484"/>
                      <a:pt x="4237" y="150"/>
                      <a:pt x="3396" y="150"/>
                    </a:cubicBezTo>
                    <a:cubicBezTo>
                      <a:pt x="2555" y="150"/>
                      <a:pt x="1748" y="484"/>
                      <a:pt x="1154" y="1079"/>
                    </a:cubicBezTo>
                    <a:cubicBezTo>
                      <a:pt x="559" y="1674"/>
                      <a:pt x="225" y="2481"/>
                      <a:pt x="225" y="3322"/>
                    </a:cubicBezTo>
                    <a:cubicBezTo>
                      <a:pt x="225" y="4164"/>
                      <a:pt x="559" y="4971"/>
                      <a:pt x="1154" y="5566"/>
                    </a:cubicBezTo>
                    <a:cubicBezTo>
                      <a:pt x="1748" y="6161"/>
                      <a:pt x="2555" y="6495"/>
                      <a:pt x="3396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74" name="Freeform: Shape 4973">
                <a:extLst>
                  <a:ext uri="{FF2B5EF4-FFF2-40B4-BE49-F238E27FC236}">
                    <a16:creationId xmlns:a16="http://schemas.microsoft.com/office/drawing/2014/main" id="{BDE0B54A-FAC4-F9C0-9B4D-45A5B0F95D53}"/>
                  </a:ext>
                </a:extLst>
              </p:cNvPr>
              <p:cNvSpPr/>
              <p:nvPr/>
            </p:nvSpPr>
            <p:spPr>
              <a:xfrm>
                <a:off x="3703598" y="5377241"/>
                <a:ext cx="6343" cy="6345"/>
              </a:xfrm>
              <a:custGeom>
                <a:avLst/>
                <a:gdLst>
                  <a:gd name="connsiteX0" fmla="*/ 3396 w 6343"/>
                  <a:gd name="connsiteY0" fmla="*/ 6495 h 6345"/>
                  <a:gd name="connsiteX1" fmla="*/ 5639 w 6343"/>
                  <a:gd name="connsiteY1" fmla="*/ 5566 h 6345"/>
                  <a:gd name="connsiteX2" fmla="*/ 6568 w 6343"/>
                  <a:gd name="connsiteY2" fmla="*/ 3322 h 6345"/>
                  <a:gd name="connsiteX3" fmla="*/ 5639 w 6343"/>
                  <a:gd name="connsiteY3" fmla="*/ 1079 h 6345"/>
                  <a:gd name="connsiteX4" fmla="*/ 3396 w 6343"/>
                  <a:gd name="connsiteY4" fmla="*/ 150 h 6345"/>
                  <a:gd name="connsiteX5" fmla="*/ 1154 w 6343"/>
                  <a:gd name="connsiteY5" fmla="*/ 1079 h 6345"/>
                  <a:gd name="connsiteX6" fmla="*/ 225 w 6343"/>
                  <a:gd name="connsiteY6" fmla="*/ 3322 h 6345"/>
                  <a:gd name="connsiteX7" fmla="*/ 1154 w 6343"/>
                  <a:gd name="connsiteY7" fmla="*/ 5566 h 6345"/>
                  <a:gd name="connsiteX8" fmla="*/ 3396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5"/>
                    </a:moveTo>
                    <a:cubicBezTo>
                      <a:pt x="4237" y="6495"/>
                      <a:pt x="5044" y="6161"/>
                      <a:pt x="5639" y="5566"/>
                    </a:cubicBezTo>
                    <a:cubicBezTo>
                      <a:pt x="6234" y="4971"/>
                      <a:pt x="6568" y="4164"/>
                      <a:pt x="6568" y="3322"/>
                    </a:cubicBezTo>
                    <a:cubicBezTo>
                      <a:pt x="6568" y="2481"/>
                      <a:pt x="6234" y="1674"/>
                      <a:pt x="5639" y="1079"/>
                    </a:cubicBezTo>
                    <a:cubicBezTo>
                      <a:pt x="5044" y="484"/>
                      <a:pt x="4237" y="150"/>
                      <a:pt x="3396" y="150"/>
                    </a:cubicBezTo>
                    <a:cubicBezTo>
                      <a:pt x="2555" y="150"/>
                      <a:pt x="1748" y="484"/>
                      <a:pt x="1154" y="1079"/>
                    </a:cubicBezTo>
                    <a:cubicBezTo>
                      <a:pt x="559" y="1674"/>
                      <a:pt x="225" y="2481"/>
                      <a:pt x="225" y="3322"/>
                    </a:cubicBezTo>
                    <a:cubicBezTo>
                      <a:pt x="225" y="4164"/>
                      <a:pt x="559" y="4971"/>
                      <a:pt x="1154" y="5566"/>
                    </a:cubicBezTo>
                    <a:cubicBezTo>
                      <a:pt x="1748" y="6161"/>
                      <a:pt x="2555" y="6495"/>
                      <a:pt x="3396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75" name="Freeform: Shape 4974">
                <a:extLst>
                  <a:ext uri="{FF2B5EF4-FFF2-40B4-BE49-F238E27FC236}">
                    <a16:creationId xmlns:a16="http://schemas.microsoft.com/office/drawing/2014/main" id="{58E5E202-C320-DB30-C232-8EF710E994BB}"/>
                  </a:ext>
                </a:extLst>
              </p:cNvPr>
              <p:cNvSpPr/>
              <p:nvPr/>
            </p:nvSpPr>
            <p:spPr>
              <a:xfrm>
                <a:off x="3704889" y="5374252"/>
                <a:ext cx="6343" cy="6345"/>
              </a:xfrm>
              <a:custGeom>
                <a:avLst/>
                <a:gdLst>
                  <a:gd name="connsiteX0" fmla="*/ 3396 w 6343"/>
                  <a:gd name="connsiteY0" fmla="*/ 6495 h 6345"/>
                  <a:gd name="connsiteX1" fmla="*/ 5639 w 6343"/>
                  <a:gd name="connsiteY1" fmla="*/ 5565 h 6345"/>
                  <a:gd name="connsiteX2" fmla="*/ 6568 w 6343"/>
                  <a:gd name="connsiteY2" fmla="*/ 3322 h 6345"/>
                  <a:gd name="connsiteX3" fmla="*/ 5639 w 6343"/>
                  <a:gd name="connsiteY3" fmla="*/ 1079 h 6345"/>
                  <a:gd name="connsiteX4" fmla="*/ 3396 w 6343"/>
                  <a:gd name="connsiteY4" fmla="*/ 149 h 6345"/>
                  <a:gd name="connsiteX5" fmla="*/ 1154 w 6343"/>
                  <a:gd name="connsiteY5" fmla="*/ 1079 h 6345"/>
                  <a:gd name="connsiteX6" fmla="*/ 225 w 6343"/>
                  <a:gd name="connsiteY6" fmla="*/ 3322 h 6345"/>
                  <a:gd name="connsiteX7" fmla="*/ 1154 w 6343"/>
                  <a:gd name="connsiteY7" fmla="*/ 5565 h 6345"/>
                  <a:gd name="connsiteX8" fmla="*/ 3396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95"/>
                    </a:moveTo>
                    <a:cubicBezTo>
                      <a:pt x="4238" y="6495"/>
                      <a:pt x="5044" y="6160"/>
                      <a:pt x="5639" y="5565"/>
                    </a:cubicBezTo>
                    <a:cubicBezTo>
                      <a:pt x="6234" y="4970"/>
                      <a:pt x="6568" y="4163"/>
                      <a:pt x="6568" y="3322"/>
                    </a:cubicBezTo>
                    <a:cubicBezTo>
                      <a:pt x="6568" y="2481"/>
                      <a:pt x="6234" y="1674"/>
                      <a:pt x="5639" y="1079"/>
                    </a:cubicBezTo>
                    <a:cubicBezTo>
                      <a:pt x="5044" y="484"/>
                      <a:pt x="4238" y="149"/>
                      <a:pt x="3396" y="149"/>
                    </a:cubicBezTo>
                    <a:cubicBezTo>
                      <a:pt x="2555" y="149"/>
                      <a:pt x="1749" y="484"/>
                      <a:pt x="1154" y="1079"/>
                    </a:cubicBezTo>
                    <a:cubicBezTo>
                      <a:pt x="559" y="1674"/>
                      <a:pt x="225" y="2481"/>
                      <a:pt x="225" y="3322"/>
                    </a:cubicBezTo>
                    <a:cubicBezTo>
                      <a:pt x="225" y="4163"/>
                      <a:pt x="559" y="4970"/>
                      <a:pt x="1154" y="5565"/>
                    </a:cubicBezTo>
                    <a:cubicBezTo>
                      <a:pt x="1749" y="6160"/>
                      <a:pt x="2555" y="6495"/>
                      <a:pt x="3396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76" name="Freeform: Shape 4975">
                <a:extLst>
                  <a:ext uri="{FF2B5EF4-FFF2-40B4-BE49-F238E27FC236}">
                    <a16:creationId xmlns:a16="http://schemas.microsoft.com/office/drawing/2014/main" id="{E5B12300-D8DE-E1E2-B4AA-DBBB184FA0B9}"/>
                  </a:ext>
                </a:extLst>
              </p:cNvPr>
              <p:cNvSpPr/>
              <p:nvPr/>
            </p:nvSpPr>
            <p:spPr>
              <a:xfrm>
                <a:off x="4148876" y="5696348"/>
                <a:ext cx="6343" cy="6345"/>
              </a:xfrm>
              <a:custGeom>
                <a:avLst/>
                <a:gdLst>
                  <a:gd name="connsiteX0" fmla="*/ 3431 w 6343"/>
                  <a:gd name="connsiteY0" fmla="*/ 6520 h 6345"/>
                  <a:gd name="connsiteX1" fmla="*/ 5674 w 6343"/>
                  <a:gd name="connsiteY1" fmla="*/ 5591 h 6345"/>
                  <a:gd name="connsiteX2" fmla="*/ 6603 w 6343"/>
                  <a:gd name="connsiteY2" fmla="*/ 3347 h 6345"/>
                  <a:gd name="connsiteX3" fmla="*/ 5674 w 6343"/>
                  <a:gd name="connsiteY3" fmla="*/ 1104 h 6345"/>
                  <a:gd name="connsiteX4" fmla="*/ 3431 w 6343"/>
                  <a:gd name="connsiteY4" fmla="*/ 175 h 6345"/>
                  <a:gd name="connsiteX5" fmla="*/ 1189 w 6343"/>
                  <a:gd name="connsiteY5" fmla="*/ 1104 h 6345"/>
                  <a:gd name="connsiteX6" fmla="*/ 260 w 6343"/>
                  <a:gd name="connsiteY6" fmla="*/ 3347 h 6345"/>
                  <a:gd name="connsiteX7" fmla="*/ 1189 w 6343"/>
                  <a:gd name="connsiteY7" fmla="*/ 5591 h 6345"/>
                  <a:gd name="connsiteX8" fmla="*/ 3431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0"/>
                    </a:moveTo>
                    <a:cubicBezTo>
                      <a:pt x="4273" y="6520"/>
                      <a:pt x="5079" y="6186"/>
                      <a:pt x="5674" y="5591"/>
                    </a:cubicBezTo>
                    <a:cubicBezTo>
                      <a:pt x="6269" y="4996"/>
                      <a:pt x="6603" y="4189"/>
                      <a:pt x="6603" y="3347"/>
                    </a:cubicBezTo>
                    <a:cubicBezTo>
                      <a:pt x="6603" y="2506"/>
                      <a:pt x="6269" y="1699"/>
                      <a:pt x="5674" y="1104"/>
                    </a:cubicBezTo>
                    <a:cubicBezTo>
                      <a:pt x="5079" y="509"/>
                      <a:pt x="4273" y="175"/>
                      <a:pt x="3431" y="175"/>
                    </a:cubicBezTo>
                    <a:cubicBezTo>
                      <a:pt x="2590" y="175"/>
                      <a:pt x="1784" y="509"/>
                      <a:pt x="1189" y="1104"/>
                    </a:cubicBezTo>
                    <a:cubicBezTo>
                      <a:pt x="594" y="1699"/>
                      <a:pt x="260" y="2506"/>
                      <a:pt x="260" y="3347"/>
                    </a:cubicBezTo>
                    <a:cubicBezTo>
                      <a:pt x="260" y="4189"/>
                      <a:pt x="594" y="4996"/>
                      <a:pt x="1189" y="5591"/>
                    </a:cubicBezTo>
                    <a:cubicBezTo>
                      <a:pt x="1784" y="6186"/>
                      <a:pt x="2590" y="6520"/>
                      <a:pt x="3431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77" name="Freeform: Shape 4976">
                <a:extLst>
                  <a:ext uri="{FF2B5EF4-FFF2-40B4-BE49-F238E27FC236}">
                    <a16:creationId xmlns:a16="http://schemas.microsoft.com/office/drawing/2014/main" id="{43669589-01EA-B80D-6E0D-E52C5FBF6FAA}"/>
                  </a:ext>
                </a:extLst>
              </p:cNvPr>
              <p:cNvSpPr/>
              <p:nvPr/>
            </p:nvSpPr>
            <p:spPr>
              <a:xfrm>
                <a:off x="4145906" y="5698477"/>
                <a:ext cx="6343" cy="6345"/>
              </a:xfrm>
              <a:custGeom>
                <a:avLst/>
                <a:gdLst>
                  <a:gd name="connsiteX0" fmla="*/ 3431 w 6343"/>
                  <a:gd name="connsiteY0" fmla="*/ 6520 h 6345"/>
                  <a:gd name="connsiteX1" fmla="*/ 5674 w 6343"/>
                  <a:gd name="connsiteY1" fmla="*/ 5591 h 6345"/>
                  <a:gd name="connsiteX2" fmla="*/ 6603 w 6343"/>
                  <a:gd name="connsiteY2" fmla="*/ 3348 h 6345"/>
                  <a:gd name="connsiteX3" fmla="*/ 5674 w 6343"/>
                  <a:gd name="connsiteY3" fmla="*/ 1104 h 6345"/>
                  <a:gd name="connsiteX4" fmla="*/ 3431 w 6343"/>
                  <a:gd name="connsiteY4" fmla="*/ 175 h 6345"/>
                  <a:gd name="connsiteX5" fmla="*/ 1189 w 6343"/>
                  <a:gd name="connsiteY5" fmla="*/ 1104 h 6345"/>
                  <a:gd name="connsiteX6" fmla="*/ 260 w 6343"/>
                  <a:gd name="connsiteY6" fmla="*/ 3348 h 6345"/>
                  <a:gd name="connsiteX7" fmla="*/ 1189 w 6343"/>
                  <a:gd name="connsiteY7" fmla="*/ 5591 h 6345"/>
                  <a:gd name="connsiteX8" fmla="*/ 3431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0"/>
                    </a:moveTo>
                    <a:cubicBezTo>
                      <a:pt x="4272" y="6520"/>
                      <a:pt x="5079" y="6186"/>
                      <a:pt x="5674" y="5591"/>
                    </a:cubicBezTo>
                    <a:cubicBezTo>
                      <a:pt x="6269" y="4996"/>
                      <a:pt x="6603" y="4189"/>
                      <a:pt x="6603" y="3348"/>
                    </a:cubicBezTo>
                    <a:cubicBezTo>
                      <a:pt x="6603" y="2506"/>
                      <a:pt x="6269" y="1699"/>
                      <a:pt x="5674" y="1104"/>
                    </a:cubicBezTo>
                    <a:cubicBezTo>
                      <a:pt x="5079" y="509"/>
                      <a:pt x="4272" y="175"/>
                      <a:pt x="3431" y="175"/>
                    </a:cubicBezTo>
                    <a:cubicBezTo>
                      <a:pt x="2590" y="175"/>
                      <a:pt x="1783" y="509"/>
                      <a:pt x="1189" y="1104"/>
                    </a:cubicBezTo>
                    <a:cubicBezTo>
                      <a:pt x="594" y="1699"/>
                      <a:pt x="260" y="2506"/>
                      <a:pt x="260" y="3348"/>
                    </a:cubicBezTo>
                    <a:cubicBezTo>
                      <a:pt x="260" y="4189"/>
                      <a:pt x="594" y="4996"/>
                      <a:pt x="1189" y="5591"/>
                    </a:cubicBezTo>
                    <a:cubicBezTo>
                      <a:pt x="1783" y="6186"/>
                      <a:pt x="2590" y="6520"/>
                      <a:pt x="3431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78" name="Freeform: Shape 4977">
                <a:extLst>
                  <a:ext uri="{FF2B5EF4-FFF2-40B4-BE49-F238E27FC236}">
                    <a16:creationId xmlns:a16="http://schemas.microsoft.com/office/drawing/2014/main" id="{443A4C22-5421-A24F-555B-A63CD6C08C02}"/>
                  </a:ext>
                </a:extLst>
              </p:cNvPr>
              <p:cNvSpPr/>
              <p:nvPr/>
            </p:nvSpPr>
            <p:spPr>
              <a:xfrm>
                <a:off x="4142166" y="5704020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1 h 6345"/>
                  <a:gd name="connsiteX2" fmla="*/ 6602 w 6343"/>
                  <a:gd name="connsiteY2" fmla="*/ 3348 h 6345"/>
                  <a:gd name="connsiteX3" fmla="*/ 5674 w 6343"/>
                  <a:gd name="connsiteY3" fmla="*/ 1105 h 6345"/>
                  <a:gd name="connsiteX4" fmla="*/ 3431 w 6343"/>
                  <a:gd name="connsiteY4" fmla="*/ 175 h 6345"/>
                  <a:gd name="connsiteX5" fmla="*/ 1188 w 6343"/>
                  <a:gd name="connsiteY5" fmla="*/ 1105 h 6345"/>
                  <a:gd name="connsiteX6" fmla="*/ 259 w 6343"/>
                  <a:gd name="connsiteY6" fmla="*/ 3348 h 6345"/>
                  <a:gd name="connsiteX7" fmla="*/ 1188 w 6343"/>
                  <a:gd name="connsiteY7" fmla="*/ 5591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6"/>
                      <a:pt x="5674" y="5591"/>
                    </a:cubicBezTo>
                    <a:cubicBezTo>
                      <a:pt x="6268" y="4996"/>
                      <a:pt x="6602" y="4189"/>
                      <a:pt x="6602" y="3348"/>
                    </a:cubicBezTo>
                    <a:cubicBezTo>
                      <a:pt x="6602" y="2507"/>
                      <a:pt x="6268" y="1700"/>
                      <a:pt x="5674" y="1105"/>
                    </a:cubicBezTo>
                    <a:cubicBezTo>
                      <a:pt x="5079" y="510"/>
                      <a:pt x="4272" y="175"/>
                      <a:pt x="3431" y="175"/>
                    </a:cubicBezTo>
                    <a:cubicBezTo>
                      <a:pt x="2590" y="175"/>
                      <a:pt x="1783" y="510"/>
                      <a:pt x="1188" y="1105"/>
                    </a:cubicBezTo>
                    <a:cubicBezTo>
                      <a:pt x="594" y="1700"/>
                      <a:pt x="259" y="2507"/>
                      <a:pt x="259" y="3348"/>
                    </a:cubicBezTo>
                    <a:cubicBezTo>
                      <a:pt x="259" y="4189"/>
                      <a:pt x="594" y="4996"/>
                      <a:pt x="1188" y="5591"/>
                    </a:cubicBezTo>
                    <a:cubicBezTo>
                      <a:pt x="1783" y="6186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79" name="Freeform: Shape 4978">
                <a:extLst>
                  <a:ext uri="{FF2B5EF4-FFF2-40B4-BE49-F238E27FC236}">
                    <a16:creationId xmlns:a16="http://schemas.microsoft.com/office/drawing/2014/main" id="{70E26242-E86F-02B8-45C0-E631F5907878}"/>
                  </a:ext>
                </a:extLst>
              </p:cNvPr>
              <p:cNvSpPr/>
              <p:nvPr/>
            </p:nvSpPr>
            <p:spPr>
              <a:xfrm>
                <a:off x="4142681" y="5705636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2 w 6343"/>
                  <a:gd name="connsiteY2" fmla="*/ 3348 h 6345"/>
                  <a:gd name="connsiteX3" fmla="*/ 5674 w 6343"/>
                  <a:gd name="connsiteY3" fmla="*/ 1105 h 6345"/>
                  <a:gd name="connsiteX4" fmla="*/ 3431 w 6343"/>
                  <a:gd name="connsiteY4" fmla="*/ 175 h 6345"/>
                  <a:gd name="connsiteX5" fmla="*/ 1188 w 6343"/>
                  <a:gd name="connsiteY5" fmla="*/ 1105 h 6345"/>
                  <a:gd name="connsiteX6" fmla="*/ 259 w 6343"/>
                  <a:gd name="connsiteY6" fmla="*/ 3348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8" y="4997"/>
                      <a:pt x="6602" y="4190"/>
                      <a:pt x="6602" y="3348"/>
                    </a:cubicBezTo>
                    <a:cubicBezTo>
                      <a:pt x="6602" y="2507"/>
                      <a:pt x="6268" y="1700"/>
                      <a:pt x="5674" y="1105"/>
                    </a:cubicBezTo>
                    <a:cubicBezTo>
                      <a:pt x="5079" y="510"/>
                      <a:pt x="4272" y="175"/>
                      <a:pt x="3431" y="175"/>
                    </a:cubicBezTo>
                    <a:cubicBezTo>
                      <a:pt x="2590" y="175"/>
                      <a:pt x="1783" y="510"/>
                      <a:pt x="1188" y="1105"/>
                    </a:cubicBezTo>
                    <a:cubicBezTo>
                      <a:pt x="594" y="1700"/>
                      <a:pt x="259" y="2507"/>
                      <a:pt x="259" y="3348"/>
                    </a:cubicBezTo>
                    <a:cubicBezTo>
                      <a:pt x="259" y="4190"/>
                      <a:pt x="594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D0718178-445E-DD0E-F6F9-A12420980A5F}"/>
                  </a:ext>
                </a:extLst>
              </p:cNvPr>
              <p:cNvSpPr/>
              <p:nvPr/>
            </p:nvSpPr>
            <p:spPr>
              <a:xfrm>
                <a:off x="4141880" y="5707394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2 w 6343"/>
                  <a:gd name="connsiteY2" fmla="*/ 3348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8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8" y="4997"/>
                      <a:pt x="6602" y="4190"/>
                      <a:pt x="6602" y="3348"/>
                    </a:cubicBezTo>
                    <a:cubicBezTo>
                      <a:pt x="6602" y="2507"/>
                      <a:pt x="6268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3" y="1700"/>
                      <a:pt x="259" y="2507"/>
                      <a:pt x="259" y="3348"/>
                    </a:cubicBezTo>
                    <a:cubicBezTo>
                      <a:pt x="259" y="4190"/>
                      <a:pt x="593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46FA79B3-8236-5BB5-71D3-56EA37E1B3A9}"/>
                  </a:ext>
                </a:extLst>
              </p:cNvPr>
              <p:cNvSpPr/>
              <p:nvPr/>
            </p:nvSpPr>
            <p:spPr>
              <a:xfrm>
                <a:off x="4141955" y="5709054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2 w 6343"/>
                  <a:gd name="connsiteY2" fmla="*/ 3348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8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8" y="4997"/>
                      <a:pt x="6602" y="4190"/>
                      <a:pt x="6602" y="3348"/>
                    </a:cubicBezTo>
                    <a:cubicBezTo>
                      <a:pt x="6602" y="2507"/>
                      <a:pt x="6268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3" y="1700"/>
                      <a:pt x="259" y="2507"/>
                      <a:pt x="259" y="3348"/>
                    </a:cubicBezTo>
                    <a:cubicBezTo>
                      <a:pt x="259" y="4190"/>
                      <a:pt x="593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B3E31D05-0C8F-E14C-5949-6855503B2710}"/>
                  </a:ext>
                </a:extLst>
              </p:cNvPr>
              <p:cNvSpPr/>
              <p:nvPr/>
            </p:nvSpPr>
            <p:spPr>
              <a:xfrm>
                <a:off x="4141599" y="5710752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3 w 6343"/>
                  <a:gd name="connsiteY1" fmla="*/ 5592 h 6345"/>
                  <a:gd name="connsiteX2" fmla="*/ 6602 w 6343"/>
                  <a:gd name="connsiteY2" fmla="*/ 3349 h 6345"/>
                  <a:gd name="connsiteX3" fmla="*/ 5673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3" y="5592"/>
                    </a:cubicBezTo>
                    <a:cubicBezTo>
                      <a:pt x="6268" y="4997"/>
                      <a:pt x="6602" y="4190"/>
                      <a:pt x="6602" y="3349"/>
                    </a:cubicBezTo>
                    <a:cubicBezTo>
                      <a:pt x="6602" y="2507"/>
                      <a:pt x="6268" y="1700"/>
                      <a:pt x="5673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3" y="1700"/>
                      <a:pt x="259" y="2507"/>
                      <a:pt x="259" y="3349"/>
                    </a:cubicBezTo>
                    <a:cubicBezTo>
                      <a:pt x="259" y="4190"/>
                      <a:pt x="593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83" name="Freeform: Shape 4982">
                <a:extLst>
                  <a:ext uri="{FF2B5EF4-FFF2-40B4-BE49-F238E27FC236}">
                    <a16:creationId xmlns:a16="http://schemas.microsoft.com/office/drawing/2014/main" id="{535AE354-C02F-B06C-F093-8076F887EE42}"/>
                  </a:ext>
                </a:extLst>
              </p:cNvPr>
              <p:cNvSpPr/>
              <p:nvPr/>
            </p:nvSpPr>
            <p:spPr>
              <a:xfrm>
                <a:off x="4141326" y="5712437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3 w 6343"/>
                  <a:gd name="connsiteY1" fmla="*/ 5592 h 6345"/>
                  <a:gd name="connsiteX2" fmla="*/ 6602 w 6343"/>
                  <a:gd name="connsiteY2" fmla="*/ 3349 h 6345"/>
                  <a:gd name="connsiteX3" fmla="*/ 5673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3" y="5592"/>
                    </a:cubicBezTo>
                    <a:cubicBezTo>
                      <a:pt x="6268" y="4997"/>
                      <a:pt x="6602" y="4190"/>
                      <a:pt x="6602" y="3349"/>
                    </a:cubicBezTo>
                    <a:cubicBezTo>
                      <a:pt x="6602" y="2507"/>
                      <a:pt x="6268" y="1700"/>
                      <a:pt x="5673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3" y="1700"/>
                      <a:pt x="259" y="2507"/>
                      <a:pt x="259" y="3349"/>
                    </a:cubicBezTo>
                    <a:cubicBezTo>
                      <a:pt x="259" y="4190"/>
                      <a:pt x="593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84" name="Freeform: Shape 4983">
                <a:extLst>
                  <a:ext uri="{FF2B5EF4-FFF2-40B4-BE49-F238E27FC236}">
                    <a16:creationId xmlns:a16="http://schemas.microsoft.com/office/drawing/2014/main" id="{A2A4AECE-59C4-F20C-D1EF-D3760241E550}"/>
                  </a:ext>
                </a:extLst>
              </p:cNvPr>
              <p:cNvSpPr/>
              <p:nvPr/>
            </p:nvSpPr>
            <p:spPr>
              <a:xfrm>
                <a:off x="4140996" y="5714121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3 w 6343"/>
                  <a:gd name="connsiteY1" fmla="*/ 5592 h 6345"/>
                  <a:gd name="connsiteX2" fmla="*/ 6602 w 6343"/>
                  <a:gd name="connsiteY2" fmla="*/ 3349 h 6345"/>
                  <a:gd name="connsiteX3" fmla="*/ 5673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3" y="5592"/>
                    </a:cubicBezTo>
                    <a:cubicBezTo>
                      <a:pt x="6268" y="4997"/>
                      <a:pt x="6602" y="4190"/>
                      <a:pt x="6602" y="3349"/>
                    </a:cubicBezTo>
                    <a:cubicBezTo>
                      <a:pt x="6602" y="2507"/>
                      <a:pt x="6268" y="1700"/>
                      <a:pt x="5673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3" y="1700"/>
                      <a:pt x="259" y="2507"/>
                      <a:pt x="259" y="3349"/>
                    </a:cubicBezTo>
                    <a:cubicBezTo>
                      <a:pt x="259" y="4190"/>
                      <a:pt x="593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85" name="Freeform: Shape 4984">
                <a:extLst>
                  <a:ext uri="{FF2B5EF4-FFF2-40B4-BE49-F238E27FC236}">
                    <a16:creationId xmlns:a16="http://schemas.microsoft.com/office/drawing/2014/main" id="{DE9849BF-31C3-29C3-17C8-C5CC9F3E675E}"/>
                  </a:ext>
                </a:extLst>
              </p:cNvPr>
              <p:cNvSpPr/>
              <p:nvPr/>
            </p:nvSpPr>
            <p:spPr>
              <a:xfrm>
                <a:off x="4140842" y="5715787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3 w 6343"/>
                  <a:gd name="connsiteY1" fmla="*/ 5592 h 6345"/>
                  <a:gd name="connsiteX2" fmla="*/ 6602 w 6343"/>
                  <a:gd name="connsiteY2" fmla="*/ 3349 h 6345"/>
                  <a:gd name="connsiteX3" fmla="*/ 5673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7"/>
                      <a:pt x="5673" y="5592"/>
                    </a:cubicBezTo>
                    <a:cubicBezTo>
                      <a:pt x="6268" y="4997"/>
                      <a:pt x="6602" y="4190"/>
                      <a:pt x="6602" y="3349"/>
                    </a:cubicBezTo>
                    <a:cubicBezTo>
                      <a:pt x="6602" y="2508"/>
                      <a:pt x="6268" y="1700"/>
                      <a:pt x="5673" y="1105"/>
                    </a:cubicBezTo>
                    <a:cubicBezTo>
                      <a:pt x="5079" y="511"/>
                      <a:pt x="4272" y="176"/>
                      <a:pt x="3431" y="176"/>
                    </a:cubicBezTo>
                    <a:cubicBezTo>
                      <a:pt x="2590" y="176"/>
                      <a:pt x="1783" y="511"/>
                      <a:pt x="1188" y="1105"/>
                    </a:cubicBezTo>
                    <a:cubicBezTo>
                      <a:pt x="593" y="1700"/>
                      <a:pt x="259" y="2508"/>
                      <a:pt x="259" y="3349"/>
                    </a:cubicBezTo>
                    <a:cubicBezTo>
                      <a:pt x="259" y="4190"/>
                      <a:pt x="593" y="4997"/>
                      <a:pt x="1188" y="5592"/>
                    </a:cubicBezTo>
                    <a:cubicBezTo>
                      <a:pt x="1783" y="6187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86" name="Freeform: Shape 4985">
                <a:extLst>
                  <a:ext uri="{FF2B5EF4-FFF2-40B4-BE49-F238E27FC236}">
                    <a16:creationId xmlns:a16="http://schemas.microsoft.com/office/drawing/2014/main" id="{FB8DCF3C-32F6-415A-F326-5E0F6A3BEF51}"/>
                  </a:ext>
                </a:extLst>
              </p:cNvPr>
              <p:cNvSpPr/>
              <p:nvPr/>
            </p:nvSpPr>
            <p:spPr>
              <a:xfrm>
                <a:off x="4140678" y="5717450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3 w 6343"/>
                  <a:gd name="connsiteY1" fmla="*/ 5592 h 6345"/>
                  <a:gd name="connsiteX2" fmla="*/ 6602 w 6343"/>
                  <a:gd name="connsiteY2" fmla="*/ 3349 h 6345"/>
                  <a:gd name="connsiteX3" fmla="*/ 5673 w 6343"/>
                  <a:gd name="connsiteY3" fmla="*/ 1106 h 6345"/>
                  <a:gd name="connsiteX4" fmla="*/ 3431 w 6343"/>
                  <a:gd name="connsiteY4" fmla="*/ 176 h 6345"/>
                  <a:gd name="connsiteX5" fmla="*/ 1188 w 6343"/>
                  <a:gd name="connsiteY5" fmla="*/ 1106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7"/>
                      <a:pt x="5673" y="5592"/>
                    </a:cubicBezTo>
                    <a:cubicBezTo>
                      <a:pt x="6268" y="4998"/>
                      <a:pt x="6602" y="4190"/>
                      <a:pt x="6602" y="3349"/>
                    </a:cubicBezTo>
                    <a:cubicBezTo>
                      <a:pt x="6602" y="2508"/>
                      <a:pt x="6268" y="1701"/>
                      <a:pt x="5673" y="1106"/>
                    </a:cubicBezTo>
                    <a:cubicBezTo>
                      <a:pt x="5079" y="511"/>
                      <a:pt x="4272" y="176"/>
                      <a:pt x="3431" y="176"/>
                    </a:cubicBezTo>
                    <a:cubicBezTo>
                      <a:pt x="2590" y="176"/>
                      <a:pt x="1783" y="511"/>
                      <a:pt x="1188" y="1106"/>
                    </a:cubicBezTo>
                    <a:cubicBezTo>
                      <a:pt x="593" y="1701"/>
                      <a:pt x="259" y="2508"/>
                      <a:pt x="259" y="3349"/>
                    </a:cubicBezTo>
                    <a:cubicBezTo>
                      <a:pt x="259" y="4190"/>
                      <a:pt x="593" y="4998"/>
                      <a:pt x="1188" y="5592"/>
                    </a:cubicBezTo>
                    <a:cubicBezTo>
                      <a:pt x="1783" y="6187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87" name="Freeform: Shape 4986">
                <a:extLst>
                  <a:ext uri="{FF2B5EF4-FFF2-40B4-BE49-F238E27FC236}">
                    <a16:creationId xmlns:a16="http://schemas.microsoft.com/office/drawing/2014/main" id="{10242891-D898-0FE9-9481-A1BD7B8BA5DA}"/>
                  </a:ext>
                </a:extLst>
              </p:cNvPr>
              <p:cNvSpPr/>
              <p:nvPr/>
            </p:nvSpPr>
            <p:spPr>
              <a:xfrm>
                <a:off x="4140129" y="5719133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3 w 6343"/>
                  <a:gd name="connsiteY1" fmla="*/ 5593 h 6345"/>
                  <a:gd name="connsiteX2" fmla="*/ 6602 w 6343"/>
                  <a:gd name="connsiteY2" fmla="*/ 3349 h 6345"/>
                  <a:gd name="connsiteX3" fmla="*/ 5673 w 6343"/>
                  <a:gd name="connsiteY3" fmla="*/ 1106 h 6345"/>
                  <a:gd name="connsiteX4" fmla="*/ 3431 w 6343"/>
                  <a:gd name="connsiteY4" fmla="*/ 176 h 6345"/>
                  <a:gd name="connsiteX5" fmla="*/ 1188 w 6343"/>
                  <a:gd name="connsiteY5" fmla="*/ 1106 h 6345"/>
                  <a:gd name="connsiteX6" fmla="*/ 259 w 6343"/>
                  <a:gd name="connsiteY6" fmla="*/ 3349 h 6345"/>
                  <a:gd name="connsiteX7" fmla="*/ 1188 w 6343"/>
                  <a:gd name="connsiteY7" fmla="*/ 5593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8"/>
                      <a:pt x="5673" y="5593"/>
                    </a:cubicBezTo>
                    <a:cubicBezTo>
                      <a:pt x="6268" y="4998"/>
                      <a:pt x="6602" y="4191"/>
                      <a:pt x="6602" y="3349"/>
                    </a:cubicBezTo>
                    <a:cubicBezTo>
                      <a:pt x="6602" y="2508"/>
                      <a:pt x="6268" y="1701"/>
                      <a:pt x="5673" y="1106"/>
                    </a:cubicBezTo>
                    <a:cubicBezTo>
                      <a:pt x="5079" y="511"/>
                      <a:pt x="4272" y="176"/>
                      <a:pt x="3431" y="176"/>
                    </a:cubicBezTo>
                    <a:cubicBezTo>
                      <a:pt x="2590" y="176"/>
                      <a:pt x="1783" y="511"/>
                      <a:pt x="1188" y="1106"/>
                    </a:cubicBezTo>
                    <a:cubicBezTo>
                      <a:pt x="593" y="1701"/>
                      <a:pt x="259" y="2508"/>
                      <a:pt x="259" y="3349"/>
                    </a:cubicBezTo>
                    <a:cubicBezTo>
                      <a:pt x="259" y="4191"/>
                      <a:pt x="593" y="4998"/>
                      <a:pt x="1188" y="5593"/>
                    </a:cubicBezTo>
                    <a:cubicBezTo>
                      <a:pt x="1783" y="6188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88" name="Freeform: Shape 4987">
                <a:extLst>
                  <a:ext uri="{FF2B5EF4-FFF2-40B4-BE49-F238E27FC236}">
                    <a16:creationId xmlns:a16="http://schemas.microsoft.com/office/drawing/2014/main" id="{C1F2E628-E582-91E3-9A16-32D2182F6FA7}"/>
                  </a:ext>
                </a:extLst>
              </p:cNvPr>
              <p:cNvSpPr/>
              <p:nvPr/>
            </p:nvSpPr>
            <p:spPr>
              <a:xfrm>
                <a:off x="4139991" y="5720785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3 w 6343"/>
                  <a:gd name="connsiteY1" fmla="*/ 5593 h 6345"/>
                  <a:gd name="connsiteX2" fmla="*/ 6602 w 6343"/>
                  <a:gd name="connsiteY2" fmla="*/ 3349 h 6345"/>
                  <a:gd name="connsiteX3" fmla="*/ 5673 w 6343"/>
                  <a:gd name="connsiteY3" fmla="*/ 1106 h 6345"/>
                  <a:gd name="connsiteX4" fmla="*/ 3431 w 6343"/>
                  <a:gd name="connsiteY4" fmla="*/ 177 h 6345"/>
                  <a:gd name="connsiteX5" fmla="*/ 1188 w 6343"/>
                  <a:gd name="connsiteY5" fmla="*/ 1106 h 6345"/>
                  <a:gd name="connsiteX6" fmla="*/ 259 w 6343"/>
                  <a:gd name="connsiteY6" fmla="*/ 3349 h 6345"/>
                  <a:gd name="connsiteX7" fmla="*/ 1188 w 6343"/>
                  <a:gd name="connsiteY7" fmla="*/ 5593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8"/>
                      <a:pt x="5673" y="5593"/>
                    </a:cubicBezTo>
                    <a:cubicBezTo>
                      <a:pt x="6268" y="4998"/>
                      <a:pt x="6602" y="4191"/>
                      <a:pt x="6602" y="3349"/>
                    </a:cubicBezTo>
                    <a:cubicBezTo>
                      <a:pt x="6602" y="2508"/>
                      <a:pt x="6268" y="1701"/>
                      <a:pt x="5673" y="1106"/>
                    </a:cubicBezTo>
                    <a:cubicBezTo>
                      <a:pt x="5079" y="511"/>
                      <a:pt x="4272" y="177"/>
                      <a:pt x="3431" y="177"/>
                    </a:cubicBezTo>
                    <a:cubicBezTo>
                      <a:pt x="2590" y="177"/>
                      <a:pt x="1783" y="511"/>
                      <a:pt x="1188" y="1106"/>
                    </a:cubicBezTo>
                    <a:cubicBezTo>
                      <a:pt x="593" y="1701"/>
                      <a:pt x="259" y="2508"/>
                      <a:pt x="259" y="3349"/>
                    </a:cubicBezTo>
                    <a:cubicBezTo>
                      <a:pt x="259" y="4191"/>
                      <a:pt x="593" y="4998"/>
                      <a:pt x="1188" y="5593"/>
                    </a:cubicBezTo>
                    <a:cubicBezTo>
                      <a:pt x="1783" y="6188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89" name="Freeform: Shape 4988">
                <a:extLst>
                  <a:ext uri="{FF2B5EF4-FFF2-40B4-BE49-F238E27FC236}">
                    <a16:creationId xmlns:a16="http://schemas.microsoft.com/office/drawing/2014/main" id="{21AC6100-CC14-A81E-2774-83872E3EA43C}"/>
                  </a:ext>
                </a:extLst>
              </p:cNvPr>
              <p:cNvSpPr/>
              <p:nvPr/>
            </p:nvSpPr>
            <p:spPr>
              <a:xfrm>
                <a:off x="4192544" y="5984940"/>
                <a:ext cx="6343" cy="6345"/>
              </a:xfrm>
              <a:custGeom>
                <a:avLst/>
                <a:gdLst>
                  <a:gd name="connsiteX0" fmla="*/ 3435 w 6343"/>
                  <a:gd name="connsiteY0" fmla="*/ 6543 h 6345"/>
                  <a:gd name="connsiteX1" fmla="*/ 5677 w 6343"/>
                  <a:gd name="connsiteY1" fmla="*/ 5614 h 6345"/>
                  <a:gd name="connsiteX2" fmla="*/ 6606 w 6343"/>
                  <a:gd name="connsiteY2" fmla="*/ 3370 h 6345"/>
                  <a:gd name="connsiteX3" fmla="*/ 5677 w 6343"/>
                  <a:gd name="connsiteY3" fmla="*/ 1127 h 6345"/>
                  <a:gd name="connsiteX4" fmla="*/ 3435 w 6343"/>
                  <a:gd name="connsiteY4" fmla="*/ 197 h 6345"/>
                  <a:gd name="connsiteX5" fmla="*/ 1192 w 6343"/>
                  <a:gd name="connsiteY5" fmla="*/ 1127 h 6345"/>
                  <a:gd name="connsiteX6" fmla="*/ 263 w 6343"/>
                  <a:gd name="connsiteY6" fmla="*/ 3370 h 6345"/>
                  <a:gd name="connsiteX7" fmla="*/ 1192 w 6343"/>
                  <a:gd name="connsiteY7" fmla="*/ 5614 h 6345"/>
                  <a:gd name="connsiteX8" fmla="*/ 343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43"/>
                    </a:moveTo>
                    <a:cubicBezTo>
                      <a:pt x="4276" y="6543"/>
                      <a:pt x="5083" y="6209"/>
                      <a:pt x="5677" y="5614"/>
                    </a:cubicBezTo>
                    <a:cubicBezTo>
                      <a:pt x="6272" y="5019"/>
                      <a:pt x="6606" y="4212"/>
                      <a:pt x="6606" y="3370"/>
                    </a:cubicBezTo>
                    <a:cubicBezTo>
                      <a:pt x="6606" y="2529"/>
                      <a:pt x="6272" y="1722"/>
                      <a:pt x="5677" y="1127"/>
                    </a:cubicBezTo>
                    <a:cubicBezTo>
                      <a:pt x="5083" y="532"/>
                      <a:pt x="4276" y="197"/>
                      <a:pt x="3435" y="197"/>
                    </a:cubicBezTo>
                    <a:cubicBezTo>
                      <a:pt x="2594" y="197"/>
                      <a:pt x="1787" y="532"/>
                      <a:pt x="1192" y="1127"/>
                    </a:cubicBezTo>
                    <a:cubicBezTo>
                      <a:pt x="597" y="1722"/>
                      <a:pt x="263" y="2529"/>
                      <a:pt x="263" y="3370"/>
                    </a:cubicBezTo>
                    <a:cubicBezTo>
                      <a:pt x="263" y="4212"/>
                      <a:pt x="597" y="5019"/>
                      <a:pt x="1192" y="5614"/>
                    </a:cubicBezTo>
                    <a:cubicBezTo>
                      <a:pt x="1787" y="6209"/>
                      <a:pt x="2594" y="6543"/>
                      <a:pt x="343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90" name="Freeform: Shape 4989">
                <a:extLst>
                  <a:ext uri="{FF2B5EF4-FFF2-40B4-BE49-F238E27FC236}">
                    <a16:creationId xmlns:a16="http://schemas.microsoft.com/office/drawing/2014/main" id="{8C727507-BA35-735B-3BB5-E8247621E488}"/>
                  </a:ext>
                </a:extLst>
              </p:cNvPr>
              <p:cNvSpPr/>
              <p:nvPr/>
            </p:nvSpPr>
            <p:spPr>
              <a:xfrm>
                <a:off x="4186926" y="5983669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7 w 6343"/>
                  <a:gd name="connsiteY1" fmla="*/ 5613 h 6345"/>
                  <a:gd name="connsiteX2" fmla="*/ 6606 w 6343"/>
                  <a:gd name="connsiteY2" fmla="*/ 3370 h 6345"/>
                  <a:gd name="connsiteX3" fmla="*/ 5677 w 6343"/>
                  <a:gd name="connsiteY3" fmla="*/ 1127 h 6345"/>
                  <a:gd name="connsiteX4" fmla="*/ 3434 w 6343"/>
                  <a:gd name="connsiteY4" fmla="*/ 197 h 6345"/>
                  <a:gd name="connsiteX5" fmla="*/ 1192 w 6343"/>
                  <a:gd name="connsiteY5" fmla="*/ 1127 h 6345"/>
                  <a:gd name="connsiteX6" fmla="*/ 263 w 6343"/>
                  <a:gd name="connsiteY6" fmla="*/ 3370 h 6345"/>
                  <a:gd name="connsiteX7" fmla="*/ 1192 w 6343"/>
                  <a:gd name="connsiteY7" fmla="*/ 5613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6" y="6543"/>
                      <a:pt x="5082" y="6208"/>
                      <a:pt x="5677" y="5613"/>
                    </a:cubicBezTo>
                    <a:cubicBezTo>
                      <a:pt x="6272" y="5019"/>
                      <a:pt x="6606" y="4211"/>
                      <a:pt x="6606" y="3370"/>
                    </a:cubicBezTo>
                    <a:cubicBezTo>
                      <a:pt x="6606" y="2529"/>
                      <a:pt x="6272" y="1722"/>
                      <a:pt x="5677" y="1127"/>
                    </a:cubicBezTo>
                    <a:cubicBezTo>
                      <a:pt x="5082" y="532"/>
                      <a:pt x="4276" y="197"/>
                      <a:pt x="3434" y="197"/>
                    </a:cubicBezTo>
                    <a:cubicBezTo>
                      <a:pt x="2593" y="197"/>
                      <a:pt x="1787" y="532"/>
                      <a:pt x="1192" y="1127"/>
                    </a:cubicBezTo>
                    <a:cubicBezTo>
                      <a:pt x="597" y="1722"/>
                      <a:pt x="263" y="2529"/>
                      <a:pt x="263" y="3370"/>
                    </a:cubicBezTo>
                    <a:cubicBezTo>
                      <a:pt x="263" y="4211"/>
                      <a:pt x="597" y="5019"/>
                      <a:pt x="1192" y="5613"/>
                    </a:cubicBezTo>
                    <a:cubicBezTo>
                      <a:pt x="1787" y="6208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91" name="Freeform: Shape 4990">
                <a:extLst>
                  <a:ext uri="{FF2B5EF4-FFF2-40B4-BE49-F238E27FC236}">
                    <a16:creationId xmlns:a16="http://schemas.microsoft.com/office/drawing/2014/main" id="{95E2CA4E-0A47-7B62-3D4D-037F275B27E3}"/>
                  </a:ext>
                </a:extLst>
              </p:cNvPr>
              <p:cNvSpPr/>
              <p:nvPr/>
            </p:nvSpPr>
            <p:spPr>
              <a:xfrm>
                <a:off x="4183715" y="5984243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7 w 6343"/>
                  <a:gd name="connsiteY1" fmla="*/ 5614 h 6345"/>
                  <a:gd name="connsiteX2" fmla="*/ 6606 w 6343"/>
                  <a:gd name="connsiteY2" fmla="*/ 3370 h 6345"/>
                  <a:gd name="connsiteX3" fmla="*/ 5677 w 6343"/>
                  <a:gd name="connsiteY3" fmla="*/ 1127 h 6345"/>
                  <a:gd name="connsiteX4" fmla="*/ 3434 w 6343"/>
                  <a:gd name="connsiteY4" fmla="*/ 197 h 6345"/>
                  <a:gd name="connsiteX5" fmla="*/ 1192 w 6343"/>
                  <a:gd name="connsiteY5" fmla="*/ 1127 h 6345"/>
                  <a:gd name="connsiteX6" fmla="*/ 263 w 6343"/>
                  <a:gd name="connsiteY6" fmla="*/ 3370 h 6345"/>
                  <a:gd name="connsiteX7" fmla="*/ 1192 w 6343"/>
                  <a:gd name="connsiteY7" fmla="*/ 5614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2" y="6208"/>
                      <a:pt x="5677" y="5614"/>
                    </a:cubicBezTo>
                    <a:cubicBezTo>
                      <a:pt x="6272" y="5019"/>
                      <a:pt x="6606" y="4211"/>
                      <a:pt x="6606" y="3370"/>
                    </a:cubicBezTo>
                    <a:cubicBezTo>
                      <a:pt x="6606" y="2529"/>
                      <a:pt x="6272" y="1722"/>
                      <a:pt x="5677" y="1127"/>
                    </a:cubicBezTo>
                    <a:cubicBezTo>
                      <a:pt x="5082" y="532"/>
                      <a:pt x="4275" y="197"/>
                      <a:pt x="3434" y="197"/>
                    </a:cubicBezTo>
                    <a:cubicBezTo>
                      <a:pt x="2593" y="197"/>
                      <a:pt x="1786" y="532"/>
                      <a:pt x="1192" y="1127"/>
                    </a:cubicBezTo>
                    <a:cubicBezTo>
                      <a:pt x="597" y="1722"/>
                      <a:pt x="263" y="2529"/>
                      <a:pt x="263" y="3370"/>
                    </a:cubicBezTo>
                    <a:cubicBezTo>
                      <a:pt x="263" y="4211"/>
                      <a:pt x="597" y="5019"/>
                      <a:pt x="1192" y="5614"/>
                    </a:cubicBezTo>
                    <a:cubicBezTo>
                      <a:pt x="1786" y="6208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92" name="Freeform: Shape 4991">
                <a:extLst>
                  <a:ext uri="{FF2B5EF4-FFF2-40B4-BE49-F238E27FC236}">
                    <a16:creationId xmlns:a16="http://schemas.microsoft.com/office/drawing/2014/main" id="{5E84EA9D-048F-2EDD-E4C0-9C37E2960A57}"/>
                  </a:ext>
                </a:extLst>
              </p:cNvPr>
              <p:cNvSpPr/>
              <p:nvPr/>
            </p:nvSpPr>
            <p:spPr>
              <a:xfrm>
                <a:off x="4179707" y="5984137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6 w 6343"/>
                  <a:gd name="connsiteY1" fmla="*/ 5614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4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4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2" y="6208"/>
                      <a:pt x="5676" y="5614"/>
                    </a:cubicBezTo>
                    <a:cubicBezTo>
                      <a:pt x="6271" y="5019"/>
                      <a:pt x="6605" y="4211"/>
                      <a:pt x="6605" y="3370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2" y="532"/>
                      <a:pt x="4275" y="197"/>
                      <a:pt x="3434" y="197"/>
                    </a:cubicBezTo>
                    <a:cubicBezTo>
                      <a:pt x="2593" y="197"/>
                      <a:pt x="1786" y="532"/>
                      <a:pt x="1191" y="1127"/>
                    </a:cubicBezTo>
                    <a:cubicBezTo>
                      <a:pt x="596" y="1722"/>
                      <a:pt x="262" y="2529"/>
                      <a:pt x="262" y="3370"/>
                    </a:cubicBezTo>
                    <a:cubicBezTo>
                      <a:pt x="262" y="4211"/>
                      <a:pt x="596" y="5019"/>
                      <a:pt x="1191" y="5614"/>
                    </a:cubicBezTo>
                    <a:cubicBezTo>
                      <a:pt x="1786" y="6208"/>
                      <a:pt x="2593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93" name="Freeform: Shape 4992">
                <a:extLst>
                  <a:ext uri="{FF2B5EF4-FFF2-40B4-BE49-F238E27FC236}">
                    <a16:creationId xmlns:a16="http://schemas.microsoft.com/office/drawing/2014/main" id="{0846DC51-4430-BC25-45E8-B2D629E46FD3}"/>
                  </a:ext>
                </a:extLst>
              </p:cNvPr>
              <p:cNvSpPr/>
              <p:nvPr/>
            </p:nvSpPr>
            <p:spPr>
              <a:xfrm>
                <a:off x="4175604" y="5983902"/>
                <a:ext cx="6343" cy="6345"/>
              </a:xfrm>
              <a:custGeom>
                <a:avLst/>
                <a:gdLst>
                  <a:gd name="connsiteX0" fmla="*/ 3434 w 6343"/>
                  <a:gd name="connsiteY0" fmla="*/ 6543 h 6345"/>
                  <a:gd name="connsiteX1" fmla="*/ 5676 w 6343"/>
                  <a:gd name="connsiteY1" fmla="*/ 5613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4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3 h 6345"/>
                  <a:gd name="connsiteX8" fmla="*/ 343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43"/>
                    </a:moveTo>
                    <a:cubicBezTo>
                      <a:pt x="4275" y="6543"/>
                      <a:pt x="5081" y="6208"/>
                      <a:pt x="5676" y="5613"/>
                    </a:cubicBezTo>
                    <a:cubicBezTo>
                      <a:pt x="6271" y="5019"/>
                      <a:pt x="6605" y="4211"/>
                      <a:pt x="6605" y="3370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1" y="532"/>
                      <a:pt x="4275" y="197"/>
                      <a:pt x="3434" y="197"/>
                    </a:cubicBezTo>
                    <a:cubicBezTo>
                      <a:pt x="2592" y="197"/>
                      <a:pt x="1786" y="532"/>
                      <a:pt x="1191" y="1127"/>
                    </a:cubicBezTo>
                    <a:cubicBezTo>
                      <a:pt x="596" y="1722"/>
                      <a:pt x="262" y="2529"/>
                      <a:pt x="262" y="3370"/>
                    </a:cubicBezTo>
                    <a:cubicBezTo>
                      <a:pt x="262" y="4211"/>
                      <a:pt x="596" y="5019"/>
                      <a:pt x="1191" y="5613"/>
                    </a:cubicBezTo>
                    <a:cubicBezTo>
                      <a:pt x="1786" y="6208"/>
                      <a:pt x="2592" y="6543"/>
                      <a:pt x="343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94" name="Freeform: Shape 4993">
                <a:extLst>
                  <a:ext uri="{FF2B5EF4-FFF2-40B4-BE49-F238E27FC236}">
                    <a16:creationId xmlns:a16="http://schemas.microsoft.com/office/drawing/2014/main" id="{32BDA767-74D6-EFEB-A2D9-FAFA69312A73}"/>
                  </a:ext>
                </a:extLst>
              </p:cNvPr>
              <p:cNvSpPr/>
              <p:nvPr/>
            </p:nvSpPr>
            <p:spPr>
              <a:xfrm>
                <a:off x="4171515" y="5983626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3 h 6345"/>
                  <a:gd name="connsiteX2" fmla="*/ 6605 w 6343"/>
                  <a:gd name="connsiteY2" fmla="*/ 3370 h 6345"/>
                  <a:gd name="connsiteX3" fmla="*/ 5676 w 6343"/>
                  <a:gd name="connsiteY3" fmla="*/ 1127 h 6345"/>
                  <a:gd name="connsiteX4" fmla="*/ 3433 w 6343"/>
                  <a:gd name="connsiteY4" fmla="*/ 197 h 6345"/>
                  <a:gd name="connsiteX5" fmla="*/ 1191 w 6343"/>
                  <a:gd name="connsiteY5" fmla="*/ 1127 h 6345"/>
                  <a:gd name="connsiteX6" fmla="*/ 262 w 6343"/>
                  <a:gd name="connsiteY6" fmla="*/ 3370 h 6345"/>
                  <a:gd name="connsiteX7" fmla="*/ 1191 w 6343"/>
                  <a:gd name="connsiteY7" fmla="*/ 5613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8"/>
                      <a:pt x="5676" y="5613"/>
                    </a:cubicBezTo>
                    <a:cubicBezTo>
                      <a:pt x="6271" y="5019"/>
                      <a:pt x="6605" y="4211"/>
                      <a:pt x="6605" y="3370"/>
                    </a:cubicBezTo>
                    <a:cubicBezTo>
                      <a:pt x="6605" y="2529"/>
                      <a:pt x="6271" y="1722"/>
                      <a:pt x="5676" y="1127"/>
                    </a:cubicBezTo>
                    <a:cubicBezTo>
                      <a:pt x="5081" y="532"/>
                      <a:pt x="4274" y="197"/>
                      <a:pt x="3433" y="197"/>
                    </a:cubicBezTo>
                    <a:cubicBezTo>
                      <a:pt x="2592" y="197"/>
                      <a:pt x="1785" y="532"/>
                      <a:pt x="1191" y="1127"/>
                    </a:cubicBezTo>
                    <a:cubicBezTo>
                      <a:pt x="596" y="1722"/>
                      <a:pt x="262" y="2529"/>
                      <a:pt x="262" y="3370"/>
                    </a:cubicBezTo>
                    <a:cubicBezTo>
                      <a:pt x="262" y="4211"/>
                      <a:pt x="596" y="5019"/>
                      <a:pt x="1191" y="5613"/>
                    </a:cubicBezTo>
                    <a:cubicBezTo>
                      <a:pt x="1785" y="6208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95" name="Freeform: Shape 4994">
                <a:extLst>
                  <a:ext uri="{FF2B5EF4-FFF2-40B4-BE49-F238E27FC236}">
                    <a16:creationId xmlns:a16="http://schemas.microsoft.com/office/drawing/2014/main" id="{CB104F1E-C853-ADF1-2436-6E6A851F659F}"/>
                  </a:ext>
                </a:extLst>
              </p:cNvPr>
              <p:cNvSpPr/>
              <p:nvPr/>
            </p:nvSpPr>
            <p:spPr>
              <a:xfrm>
                <a:off x="4167764" y="5983581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6 w 6343"/>
                  <a:gd name="connsiteY1" fmla="*/ 5613 h 6345"/>
                  <a:gd name="connsiteX2" fmla="*/ 6604 w 6343"/>
                  <a:gd name="connsiteY2" fmla="*/ 3370 h 6345"/>
                  <a:gd name="connsiteX3" fmla="*/ 5676 w 6343"/>
                  <a:gd name="connsiteY3" fmla="*/ 1127 h 6345"/>
                  <a:gd name="connsiteX4" fmla="*/ 3433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3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8"/>
                      <a:pt x="5676" y="5613"/>
                    </a:cubicBezTo>
                    <a:cubicBezTo>
                      <a:pt x="6270" y="5018"/>
                      <a:pt x="6604" y="4211"/>
                      <a:pt x="6604" y="3370"/>
                    </a:cubicBezTo>
                    <a:cubicBezTo>
                      <a:pt x="6604" y="2529"/>
                      <a:pt x="6270" y="1722"/>
                      <a:pt x="5676" y="1127"/>
                    </a:cubicBezTo>
                    <a:cubicBezTo>
                      <a:pt x="5081" y="532"/>
                      <a:pt x="4274" y="197"/>
                      <a:pt x="3433" y="197"/>
                    </a:cubicBezTo>
                    <a:cubicBezTo>
                      <a:pt x="2592" y="197"/>
                      <a:pt x="1785" y="532"/>
                      <a:pt x="1190" y="1127"/>
                    </a:cubicBezTo>
                    <a:cubicBezTo>
                      <a:pt x="596" y="1722"/>
                      <a:pt x="261" y="2529"/>
                      <a:pt x="261" y="3370"/>
                    </a:cubicBezTo>
                    <a:cubicBezTo>
                      <a:pt x="261" y="4211"/>
                      <a:pt x="596" y="5018"/>
                      <a:pt x="1190" y="5613"/>
                    </a:cubicBezTo>
                    <a:cubicBezTo>
                      <a:pt x="1785" y="6208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96" name="Freeform: Shape 4995">
                <a:extLst>
                  <a:ext uri="{FF2B5EF4-FFF2-40B4-BE49-F238E27FC236}">
                    <a16:creationId xmlns:a16="http://schemas.microsoft.com/office/drawing/2014/main" id="{C8F36F70-A5FF-C196-E542-777A365E8DA1}"/>
                  </a:ext>
                </a:extLst>
              </p:cNvPr>
              <p:cNvSpPr/>
              <p:nvPr/>
            </p:nvSpPr>
            <p:spPr>
              <a:xfrm>
                <a:off x="4164239" y="5983682"/>
                <a:ext cx="6343" cy="6345"/>
              </a:xfrm>
              <a:custGeom>
                <a:avLst/>
                <a:gdLst>
                  <a:gd name="connsiteX0" fmla="*/ 3433 w 6343"/>
                  <a:gd name="connsiteY0" fmla="*/ 6543 h 6345"/>
                  <a:gd name="connsiteX1" fmla="*/ 5675 w 6343"/>
                  <a:gd name="connsiteY1" fmla="*/ 5613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3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3 h 6345"/>
                  <a:gd name="connsiteX8" fmla="*/ 343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43"/>
                    </a:moveTo>
                    <a:cubicBezTo>
                      <a:pt x="4274" y="6543"/>
                      <a:pt x="5081" y="6208"/>
                      <a:pt x="5675" y="5613"/>
                    </a:cubicBezTo>
                    <a:cubicBezTo>
                      <a:pt x="6270" y="5019"/>
                      <a:pt x="6604" y="4211"/>
                      <a:pt x="6604" y="3370"/>
                    </a:cubicBezTo>
                    <a:cubicBezTo>
                      <a:pt x="6604" y="2529"/>
                      <a:pt x="6270" y="1722"/>
                      <a:pt x="5675" y="1127"/>
                    </a:cubicBezTo>
                    <a:cubicBezTo>
                      <a:pt x="5081" y="532"/>
                      <a:pt x="4274" y="197"/>
                      <a:pt x="3433" y="197"/>
                    </a:cubicBezTo>
                    <a:cubicBezTo>
                      <a:pt x="2592" y="197"/>
                      <a:pt x="1785" y="532"/>
                      <a:pt x="1190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1"/>
                      <a:pt x="595" y="5019"/>
                      <a:pt x="1190" y="5613"/>
                    </a:cubicBezTo>
                    <a:cubicBezTo>
                      <a:pt x="1785" y="6208"/>
                      <a:pt x="2592" y="6543"/>
                      <a:pt x="343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97" name="Freeform: Shape 4996">
                <a:extLst>
                  <a:ext uri="{FF2B5EF4-FFF2-40B4-BE49-F238E27FC236}">
                    <a16:creationId xmlns:a16="http://schemas.microsoft.com/office/drawing/2014/main" id="{AAF9510C-79DA-5D91-2021-30020EA49B9A}"/>
                  </a:ext>
                </a:extLst>
              </p:cNvPr>
              <p:cNvSpPr/>
              <p:nvPr/>
            </p:nvSpPr>
            <p:spPr>
              <a:xfrm>
                <a:off x="4160156" y="5983259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3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2 w 6343"/>
                  <a:gd name="connsiteY4" fmla="*/ 197 h 6345"/>
                  <a:gd name="connsiteX5" fmla="*/ 1190 w 6343"/>
                  <a:gd name="connsiteY5" fmla="*/ 1127 h 6345"/>
                  <a:gd name="connsiteX6" fmla="*/ 261 w 6343"/>
                  <a:gd name="connsiteY6" fmla="*/ 3370 h 6345"/>
                  <a:gd name="connsiteX7" fmla="*/ 1190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8"/>
                      <a:pt x="5675" y="5613"/>
                    </a:cubicBezTo>
                    <a:cubicBezTo>
                      <a:pt x="6270" y="5018"/>
                      <a:pt x="6604" y="4211"/>
                      <a:pt x="6604" y="3370"/>
                    </a:cubicBezTo>
                    <a:cubicBezTo>
                      <a:pt x="6604" y="2529"/>
                      <a:pt x="6270" y="1722"/>
                      <a:pt x="5675" y="1127"/>
                    </a:cubicBezTo>
                    <a:cubicBezTo>
                      <a:pt x="5080" y="532"/>
                      <a:pt x="4273" y="197"/>
                      <a:pt x="3432" y="197"/>
                    </a:cubicBezTo>
                    <a:cubicBezTo>
                      <a:pt x="2591" y="197"/>
                      <a:pt x="1784" y="532"/>
                      <a:pt x="1190" y="1127"/>
                    </a:cubicBezTo>
                    <a:cubicBezTo>
                      <a:pt x="595" y="1722"/>
                      <a:pt x="261" y="2529"/>
                      <a:pt x="261" y="3370"/>
                    </a:cubicBezTo>
                    <a:cubicBezTo>
                      <a:pt x="261" y="4211"/>
                      <a:pt x="595" y="5018"/>
                      <a:pt x="1190" y="5613"/>
                    </a:cubicBezTo>
                    <a:cubicBezTo>
                      <a:pt x="1784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98" name="Freeform: Shape 4997">
                <a:extLst>
                  <a:ext uri="{FF2B5EF4-FFF2-40B4-BE49-F238E27FC236}">
                    <a16:creationId xmlns:a16="http://schemas.microsoft.com/office/drawing/2014/main" id="{972F82E0-85E1-A1CB-A4BD-A4A70A1A05DF}"/>
                  </a:ext>
                </a:extLst>
              </p:cNvPr>
              <p:cNvSpPr/>
              <p:nvPr/>
            </p:nvSpPr>
            <p:spPr>
              <a:xfrm>
                <a:off x="4155984" y="5982702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5 w 6343"/>
                  <a:gd name="connsiteY1" fmla="*/ 5613 h 6345"/>
                  <a:gd name="connsiteX2" fmla="*/ 6604 w 6343"/>
                  <a:gd name="connsiteY2" fmla="*/ 3370 h 6345"/>
                  <a:gd name="connsiteX3" fmla="*/ 5675 w 6343"/>
                  <a:gd name="connsiteY3" fmla="*/ 1127 h 6345"/>
                  <a:gd name="connsiteX4" fmla="*/ 3432 w 6343"/>
                  <a:gd name="connsiteY4" fmla="*/ 197 h 6345"/>
                  <a:gd name="connsiteX5" fmla="*/ 1189 w 6343"/>
                  <a:gd name="connsiteY5" fmla="*/ 1127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8"/>
                      <a:pt x="5675" y="5613"/>
                    </a:cubicBezTo>
                    <a:cubicBezTo>
                      <a:pt x="6269" y="5018"/>
                      <a:pt x="6604" y="4211"/>
                      <a:pt x="6604" y="3370"/>
                    </a:cubicBezTo>
                    <a:cubicBezTo>
                      <a:pt x="6604" y="2529"/>
                      <a:pt x="6269" y="1721"/>
                      <a:pt x="5675" y="1127"/>
                    </a:cubicBezTo>
                    <a:cubicBezTo>
                      <a:pt x="5080" y="532"/>
                      <a:pt x="4273" y="197"/>
                      <a:pt x="3432" y="197"/>
                    </a:cubicBezTo>
                    <a:cubicBezTo>
                      <a:pt x="2591" y="197"/>
                      <a:pt x="1784" y="532"/>
                      <a:pt x="1189" y="1127"/>
                    </a:cubicBezTo>
                    <a:cubicBezTo>
                      <a:pt x="595" y="1721"/>
                      <a:pt x="260" y="2529"/>
                      <a:pt x="260" y="3370"/>
                    </a:cubicBezTo>
                    <a:cubicBezTo>
                      <a:pt x="260" y="4211"/>
                      <a:pt x="595" y="5018"/>
                      <a:pt x="1189" y="5613"/>
                    </a:cubicBezTo>
                    <a:cubicBezTo>
                      <a:pt x="1784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99" name="Freeform: Shape 4998">
                <a:extLst>
                  <a:ext uri="{FF2B5EF4-FFF2-40B4-BE49-F238E27FC236}">
                    <a16:creationId xmlns:a16="http://schemas.microsoft.com/office/drawing/2014/main" id="{86EC617F-22B0-3DD7-A9E9-C2DC3A0895EC}"/>
                  </a:ext>
                </a:extLst>
              </p:cNvPr>
              <p:cNvSpPr/>
              <p:nvPr/>
            </p:nvSpPr>
            <p:spPr>
              <a:xfrm>
                <a:off x="4152320" y="5982539"/>
                <a:ext cx="6343" cy="6345"/>
              </a:xfrm>
              <a:custGeom>
                <a:avLst/>
                <a:gdLst>
                  <a:gd name="connsiteX0" fmla="*/ 3432 w 6343"/>
                  <a:gd name="connsiteY0" fmla="*/ 6543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6 h 6345"/>
                  <a:gd name="connsiteX4" fmla="*/ 3432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43"/>
                    </a:moveTo>
                    <a:cubicBezTo>
                      <a:pt x="4273" y="6543"/>
                      <a:pt x="5080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9"/>
                      <a:pt x="6269" y="1721"/>
                      <a:pt x="5674" y="1126"/>
                    </a:cubicBezTo>
                    <a:cubicBezTo>
                      <a:pt x="5080" y="532"/>
                      <a:pt x="4273" y="197"/>
                      <a:pt x="3432" y="197"/>
                    </a:cubicBezTo>
                    <a:cubicBezTo>
                      <a:pt x="2591" y="197"/>
                      <a:pt x="1784" y="532"/>
                      <a:pt x="1189" y="1126"/>
                    </a:cubicBezTo>
                    <a:cubicBezTo>
                      <a:pt x="594" y="1721"/>
                      <a:pt x="260" y="2529"/>
                      <a:pt x="260" y="3370"/>
                    </a:cubicBezTo>
                    <a:cubicBezTo>
                      <a:pt x="260" y="4211"/>
                      <a:pt x="594" y="5018"/>
                      <a:pt x="1189" y="5613"/>
                    </a:cubicBezTo>
                    <a:cubicBezTo>
                      <a:pt x="1784" y="6208"/>
                      <a:pt x="2591" y="6543"/>
                      <a:pt x="343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00" name="Freeform: Shape 4999">
                <a:extLst>
                  <a:ext uri="{FF2B5EF4-FFF2-40B4-BE49-F238E27FC236}">
                    <a16:creationId xmlns:a16="http://schemas.microsoft.com/office/drawing/2014/main" id="{897DAF01-A417-60E0-7E35-C99A59F1FAE9}"/>
                  </a:ext>
                </a:extLst>
              </p:cNvPr>
              <p:cNvSpPr/>
              <p:nvPr/>
            </p:nvSpPr>
            <p:spPr>
              <a:xfrm>
                <a:off x="4148984" y="5982622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7 h 6345"/>
                  <a:gd name="connsiteX4" fmla="*/ 3431 w 6343"/>
                  <a:gd name="connsiteY4" fmla="*/ 197 h 6345"/>
                  <a:gd name="connsiteX5" fmla="*/ 1189 w 6343"/>
                  <a:gd name="connsiteY5" fmla="*/ 1127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3" y="6543"/>
                      <a:pt x="5079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9"/>
                      <a:pt x="6269" y="1721"/>
                      <a:pt x="5674" y="1127"/>
                    </a:cubicBezTo>
                    <a:cubicBezTo>
                      <a:pt x="5079" y="532"/>
                      <a:pt x="4273" y="197"/>
                      <a:pt x="3431" y="197"/>
                    </a:cubicBezTo>
                    <a:cubicBezTo>
                      <a:pt x="2590" y="197"/>
                      <a:pt x="1784" y="532"/>
                      <a:pt x="1189" y="1127"/>
                    </a:cubicBezTo>
                    <a:cubicBezTo>
                      <a:pt x="594" y="1721"/>
                      <a:pt x="260" y="2529"/>
                      <a:pt x="260" y="3370"/>
                    </a:cubicBezTo>
                    <a:cubicBezTo>
                      <a:pt x="260" y="4211"/>
                      <a:pt x="594" y="5018"/>
                      <a:pt x="1189" y="5613"/>
                    </a:cubicBezTo>
                    <a:cubicBezTo>
                      <a:pt x="1784" y="6208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01" name="Freeform: Shape 5000">
                <a:extLst>
                  <a:ext uri="{FF2B5EF4-FFF2-40B4-BE49-F238E27FC236}">
                    <a16:creationId xmlns:a16="http://schemas.microsoft.com/office/drawing/2014/main" id="{ACD69D6A-F829-65F0-FCBA-CDB09CE9F48E}"/>
                  </a:ext>
                </a:extLst>
              </p:cNvPr>
              <p:cNvSpPr/>
              <p:nvPr/>
            </p:nvSpPr>
            <p:spPr>
              <a:xfrm>
                <a:off x="4145310" y="5982358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4 w 6343"/>
                  <a:gd name="connsiteY1" fmla="*/ 5613 h 6345"/>
                  <a:gd name="connsiteX2" fmla="*/ 6603 w 6343"/>
                  <a:gd name="connsiteY2" fmla="*/ 3370 h 6345"/>
                  <a:gd name="connsiteX3" fmla="*/ 5674 w 6343"/>
                  <a:gd name="connsiteY3" fmla="*/ 1126 h 6345"/>
                  <a:gd name="connsiteX4" fmla="*/ 3431 w 6343"/>
                  <a:gd name="connsiteY4" fmla="*/ 197 h 6345"/>
                  <a:gd name="connsiteX5" fmla="*/ 1189 w 6343"/>
                  <a:gd name="connsiteY5" fmla="*/ 1126 h 6345"/>
                  <a:gd name="connsiteX6" fmla="*/ 260 w 6343"/>
                  <a:gd name="connsiteY6" fmla="*/ 3370 h 6345"/>
                  <a:gd name="connsiteX7" fmla="*/ 1189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8"/>
                      <a:pt x="5674" y="5613"/>
                    </a:cubicBezTo>
                    <a:cubicBezTo>
                      <a:pt x="6269" y="5018"/>
                      <a:pt x="6603" y="4211"/>
                      <a:pt x="6603" y="3370"/>
                    </a:cubicBezTo>
                    <a:cubicBezTo>
                      <a:pt x="6603" y="2529"/>
                      <a:pt x="6269" y="1721"/>
                      <a:pt x="5674" y="1126"/>
                    </a:cubicBezTo>
                    <a:cubicBezTo>
                      <a:pt x="5079" y="532"/>
                      <a:pt x="4272" y="197"/>
                      <a:pt x="3431" y="197"/>
                    </a:cubicBezTo>
                    <a:cubicBezTo>
                      <a:pt x="2590" y="197"/>
                      <a:pt x="1783" y="532"/>
                      <a:pt x="1189" y="1126"/>
                    </a:cubicBezTo>
                    <a:cubicBezTo>
                      <a:pt x="594" y="1721"/>
                      <a:pt x="260" y="2529"/>
                      <a:pt x="260" y="3370"/>
                    </a:cubicBezTo>
                    <a:cubicBezTo>
                      <a:pt x="260" y="4211"/>
                      <a:pt x="594" y="5018"/>
                      <a:pt x="1189" y="5613"/>
                    </a:cubicBezTo>
                    <a:cubicBezTo>
                      <a:pt x="1783" y="6208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02" name="Freeform: Shape 5001">
                <a:extLst>
                  <a:ext uri="{FF2B5EF4-FFF2-40B4-BE49-F238E27FC236}">
                    <a16:creationId xmlns:a16="http://schemas.microsoft.com/office/drawing/2014/main" id="{0E024649-D974-E09F-D973-B24B4A4E52F9}"/>
                  </a:ext>
                </a:extLst>
              </p:cNvPr>
              <p:cNvSpPr/>
              <p:nvPr/>
            </p:nvSpPr>
            <p:spPr>
              <a:xfrm>
                <a:off x="4141788" y="5982185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6 h 6345"/>
                  <a:gd name="connsiteX4" fmla="*/ 3431 w 6343"/>
                  <a:gd name="connsiteY4" fmla="*/ 197 h 6345"/>
                  <a:gd name="connsiteX5" fmla="*/ 1188 w 6343"/>
                  <a:gd name="connsiteY5" fmla="*/ 1126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9" y="6208"/>
                      <a:pt x="5673" y="5613"/>
                    </a:cubicBezTo>
                    <a:cubicBezTo>
                      <a:pt x="6268" y="5018"/>
                      <a:pt x="6602" y="4211"/>
                      <a:pt x="6602" y="3370"/>
                    </a:cubicBezTo>
                    <a:cubicBezTo>
                      <a:pt x="6602" y="2528"/>
                      <a:pt x="6268" y="1721"/>
                      <a:pt x="5673" y="1126"/>
                    </a:cubicBezTo>
                    <a:cubicBezTo>
                      <a:pt x="5079" y="532"/>
                      <a:pt x="4272" y="197"/>
                      <a:pt x="3431" y="197"/>
                    </a:cubicBezTo>
                    <a:cubicBezTo>
                      <a:pt x="2590" y="197"/>
                      <a:pt x="1783" y="532"/>
                      <a:pt x="1188" y="1126"/>
                    </a:cubicBezTo>
                    <a:cubicBezTo>
                      <a:pt x="593" y="1721"/>
                      <a:pt x="259" y="2528"/>
                      <a:pt x="259" y="3370"/>
                    </a:cubicBezTo>
                    <a:cubicBezTo>
                      <a:pt x="259" y="4211"/>
                      <a:pt x="593" y="5018"/>
                      <a:pt x="1188" y="5613"/>
                    </a:cubicBezTo>
                    <a:cubicBezTo>
                      <a:pt x="1783" y="6208"/>
                      <a:pt x="2590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03" name="Freeform: Shape 5002">
                <a:extLst>
                  <a:ext uri="{FF2B5EF4-FFF2-40B4-BE49-F238E27FC236}">
                    <a16:creationId xmlns:a16="http://schemas.microsoft.com/office/drawing/2014/main" id="{F35A6326-F58F-B00E-E5D1-45C4EFA1E630}"/>
                  </a:ext>
                </a:extLst>
              </p:cNvPr>
              <p:cNvSpPr/>
              <p:nvPr/>
            </p:nvSpPr>
            <p:spPr>
              <a:xfrm>
                <a:off x="4137282" y="5981053"/>
                <a:ext cx="6343" cy="6345"/>
              </a:xfrm>
              <a:custGeom>
                <a:avLst/>
                <a:gdLst>
                  <a:gd name="connsiteX0" fmla="*/ 3431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6 h 6345"/>
                  <a:gd name="connsiteX4" fmla="*/ 3431 w 6343"/>
                  <a:gd name="connsiteY4" fmla="*/ 197 h 6345"/>
                  <a:gd name="connsiteX5" fmla="*/ 1188 w 6343"/>
                  <a:gd name="connsiteY5" fmla="*/ 1126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1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43"/>
                    </a:moveTo>
                    <a:cubicBezTo>
                      <a:pt x="4272" y="6543"/>
                      <a:pt x="5078" y="6208"/>
                      <a:pt x="5673" y="5613"/>
                    </a:cubicBezTo>
                    <a:cubicBezTo>
                      <a:pt x="6268" y="5018"/>
                      <a:pt x="6602" y="4211"/>
                      <a:pt x="6602" y="3370"/>
                    </a:cubicBezTo>
                    <a:cubicBezTo>
                      <a:pt x="6602" y="2528"/>
                      <a:pt x="6268" y="1721"/>
                      <a:pt x="5673" y="1126"/>
                    </a:cubicBezTo>
                    <a:cubicBezTo>
                      <a:pt x="5078" y="531"/>
                      <a:pt x="4272" y="197"/>
                      <a:pt x="3431" y="197"/>
                    </a:cubicBezTo>
                    <a:cubicBezTo>
                      <a:pt x="2589" y="197"/>
                      <a:pt x="1783" y="531"/>
                      <a:pt x="1188" y="1126"/>
                    </a:cubicBezTo>
                    <a:cubicBezTo>
                      <a:pt x="593" y="1721"/>
                      <a:pt x="259" y="2528"/>
                      <a:pt x="259" y="3370"/>
                    </a:cubicBezTo>
                    <a:cubicBezTo>
                      <a:pt x="259" y="4211"/>
                      <a:pt x="593" y="5018"/>
                      <a:pt x="1188" y="5613"/>
                    </a:cubicBezTo>
                    <a:cubicBezTo>
                      <a:pt x="1783" y="6208"/>
                      <a:pt x="2589" y="6543"/>
                      <a:pt x="3431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04" name="Freeform: Shape 5003">
                <a:extLst>
                  <a:ext uri="{FF2B5EF4-FFF2-40B4-BE49-F238E27FC236}">
                    <a16:creationId xmlns:a16="http://schemas.microsoft.com/office/drawing/2014/main" id="{27368D34-F1FF-377A-E989-58BE5CE02F6A}"/>
                  </a:ext>
                </a:extLst>
              </p:cNvPr>
              <p:cNvSpPr/>
              <p:nvPr/>
            </p:nvSpPr>
            <p:spPr>
              <a:xfrm>
                <a:off x="4134235" y="5981224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6 h 6345"/>
                  <a:gd name="connsiteX4" fmla="*/ 3430 w 6343"/>
                  <a:gd name="connsiteY4" fmla="*/ 197 h 6345"/>
                  <a:gd name="connsiteX5" fmla="*/ 1188 w 6343"/>
                  <a:gd name="connsiteY5" fmla="*/ 1126 h 6345"/>
                  <a:gd name="connsiteX6" fmla="*/ 259 w 6343"/>
                  <a:gd name="connsiteY6" fmla="*/ 3370 h 6345"/>
                  <a:gd name="connsiteX7" fmla="*/ 1188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8" y="6208"/>
                      <a:pt x="5673" y="5613"/>
                    </a:cubicBezTo>
                    <a:cubicBezTo>
                      <a:pt x="6268" y="5018"/>
                      <a:pt x="6602" y="4211"/>
                      <a:pt x="6602" y="3370"/>
                    </a:cubicBezTo>
                    <a:cubicBezTo>
                      <a:pt x="6602" y="2528"/>
                      <a:pt x="6268" y="1721"/>
                      <a:pt x="5673" y="1126"/>
                    </a:cubicBezTo>
                    <a:cubicBezTo>
                      <a:pt x="5078" y="531"/>
                      <a:pt x="4271" y="197"/>
                      <a:pt x="3430" y="197"/>
                    </a:cubicBezTo>
                    <a:cubicBezTo>
                      <a:pt x="2589" y="197"/>
                      <a:pt x="1782" y="531"/>
                      <a:pt x="1188" y="1126"/>
                    </a:cubicBezTo>
                    <a:cubicBezTo>
                      <a:pt x="593" y="1721"/>
                      <a:pt x="259" y="2528"/>
                      <a:pt x="259" y="3370"/>
                    </a:cubicBezTo>
                    <a:cubicBezTo>
                      <a:pt x="259" y="4211"/>
                      <a:pt x="593" y="5018"/>
                      <a:pt x="1188" y="5613"/>
                    </a:cubicBezTo>
                    <a:cubicBezTo>
                      <a:pt x="1782" y="6208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05" name="Freeform: Shape 5004">
                <a:extLst>
                  <a:ext uri="{FF2B5EF4-FFF2-40B4-BE49-F238E27FC236}">
                    <a16:creationId xmlns:a16="http://schemas.microsoft.com/office/drawing/2014/main" id="{4B6869F6-7805-C998-624A-361803E08CAC}"/>
                  </a:ext>
                </a:extLst>
              </p:cNvPr>
              <p:cNvSpPr/>
              <p:nvPr/>
            </p:nvSpPr>
            <p:spPr>
              <a:xfrm>
                <a:off x="4131230" y="5981400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6 h 6345"/>
                  <a:gd name="connsiteX4" fmla="*/ 3430 w 6343"/>
                  <a:gd name="connsiteY4" fmla="*/ 197 h 6345"/>
                  <a:gd name="connsiteX5" fmla="*/ 1187 w 6343"/>
                  <a:gd name="connsiteY5" fmla="*/ 1126 h 6345"/>
                  <a:gd name="connsiteX6" fmla="*/ 258 w 6343"/>
                  <a:gd name="connsiteY6" fmla="*/ 3370 h 6345"/>
                  <a:gd name="connsiteX7" fmla="*/ 1187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8" y="6208"/>
                      <a:pt x="5673" y="5613"/>
                    </a:cubicBezTo>
                    <a:cubicBezTo>
                      <a:pt x="6267" y="5018"/>
                      <a:pt x="6602" y="4211"/>
                      <a:pt x="6602" y="3370"/>
                    </a:cubicBezTo>
                    <a:cubicBezTo>
                      <a:pt x="6602" y="2528"/>
                      <a:pt x="6267" y="1721"/>
                      <a:pt x="5673" y="1126"/>
                    </a:cubicBezTo>
                    <a:cubicBezTo>
                      <a:pt x="5078" y="531"/>
                      <a:pt x="4271" y="197"/>
                      <a:pt x="3430" y="197"/>
                    </a:cubicBezTo>
                    <a:cubicBezTo>
                      <a:pt x="2589" y="197"/>
                      <a:pt x="1782" y="531"/>
                      <a:pt x="1187" y="1126"/>
                    </a:cubicBezTo>
                    <a:cubicBezTo>
                      <a:pt x="593" y="1721"/>
                      <a:pt x="258" y="2528"/>
                      <a:pt x="258" y="3370"/>
                    </a:cubicBezTo>
                    <a:cubicBezTo>
                      <a:pt x="258" y="4211"/>
                      <a:pt x="593" y="5018"/>
                      <a:pt x="1187" y="5613"/>
                    </a:cubicBezTo>
                    <a:cubicBezTo>
                      <a:pt x="1782" y="6208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06" name="Freeform: Shape 5005">
                <a:extLst>
                  <a:ext uri="{FF2B5EF4-FFF2-40B4-BE49-F238E27FC236}">
                    <a16:creationId xmlns:a16="http://schemas.microsoft.com/office/drawing/2014/main" id="{08958EB8-94D5-B808-DAC7-39EAB6771378}"/>
                  </a:ext>
                </a:extLst>
              </p:cNvPr>
              <p:cNvSpPr/>
              <p:nvPr/>
            </p:nvSpPr>
            <p:spPr>
              <a:xfrm>
                <a:off x="4127624" y="5980962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2 w 6343"/>
                  <a:gd name="connsiteY1" fmla="*/ 5613 h 6345"/>
                  <a:gd name="connsiteX2" fmla="*/ 6601 w 6343"/>
                  <a:gd name="connsiteY2" fmla="*/ 3370 h 6345"/>
                  <a:gd name="connsiteX3" fmla="*/ 5672 w 6343"/>
                  <a:gd name="connsiteY3" fmla="*/ 1126 h 6345"/>
                  <a:gd name="connsiteX4" fmla="*/ 3430 w 6343"/>
                  <a:gd name="connsiteY4" fmla="*/ 197 h 6345"/>
                  <a:gd name="connsiteX5" fmla="*/ 1187 w 6343"/>
                  <a:gd name="connsiteY5" fmla="*/ 1126 h 6345"/>
                  <a:gd name="connsiteX6" fmla="*/ 258 w 6343"/>
                  <a:gd name="connsiteY6" fmla="*/ 3370 h 6345"/>
                  <a:gd name="connsiteX7" fmla="*/ 1187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8" y="6208"/>
                      <a:pt x="5672" y="5613"/>
                    </a:cubicBezTo>
                    <a:cubicBezTo>
                      <a:pt x="6267" y="5018"/>
                      <a:pt x="6601" y="4211"/>
                      <a:pt x="6601" y="3370"/>
                    </a:cubicBezTo>
                    <a:cubicBezTo>
                      <a:pt x="6601" y="2528"/>
                      <a:pt x="6267" y="1721"/>
                      <a:pt x="5672" y="1126"/>
                    </a:cubicBezTo>
                    <a:cubicBezTo>
                      <a:pt x="5078" y="531"/>
                      <a:pt x="4271" y="197"/>
                      <a:pt x="3430" y="197"/>
                    </a:cubicBezTo>
                    <a:cubicBezTo>
                      <a:pt x="2589" y="197"/>
                      <a:pt x="1782" y="531"/>
                      <a:pt x="1187" y="1126"/>
                    </a:cubicBezTo>
                    <a:cubicBezTo>
                      <a:pt x="592" y="1721"/>
                      <a:pt x="258" y="2528"/>
                      <a:pt x="258" y="3370"/>
                    </a:cubicBezTo>
                    <a:cubicBezTo>
                      <a:pt x="258" y="4211"/>
                      <a:pt x="592" y="5018"/>
                      <a:pt x="1187" y="5613"/>
                    </a:cubicBezTo>
                    <a:cubicBezTo>
                      <a:pt x="1782" y="6208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07" name="Freeform: Shape 5006">
                <a:extLst>
                  <a:ext uri="{FF2B5EF4-FFF2-40B4-BE49-F238E27FC236}">
                    <a16:creationId xmlns:a16="http://schemas.microsoft.com/office/drawing/2014/main" id="{A0B9BB94-CF18-3204-F1B9-E54B0B04763F}"/>
                  </a:ext>
                </a:extLst>
              </p:cNvPr>
              <p:cNvSpPr/>
              <p:nvPr/>
            </p:nvSpPr>
            <p:spPr>
              <a:xfrm>
                <a:off x="4124538" y="5980980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2 w 6343"/>
                  <a:gd name="connsiteY1" fmla="*/ 5613 h 6345"/>
                  <a:gd name="connsiteX2" fmla="*/ 6601 w 6343"/>
                  <a:gd name="connsiteY2" fmla="*/ 3370 h 6345"/>
                  <a:gd name="connsiteX3" fmla="*/ 5672 w 6343"/>
                  <a:gd name="connsiteY3" fmla="*/ 1126 h 6345"/>
                  <a:gd name="connsiteX4" fmla="*/ 3430 w 6343"/>
                  <a:gd name="connsiteY4" fmla="*/ 197 h 6345"/>
                  <a:gd name="connsiteX5" fmla="*/ 1187 w 6343"/>
                  <a:gd name="connsiteY5" fmla="*/ 1126 h 6345"/>
                  <a:gd name="connsiteX6" fmla="*/ 258 w 6343"/>
                  <a:gd name="connsiteY6" fmla="*/ 3370 h 6345"/>
                  <a:gd name="connsiteX7" fmla="*/ 1187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7" y="6208"/>
                      <a:pt x="5672" y="5613"/>
                    </a:cubicBezTo>
                    <a:cubicBezTo>
                      <a:pt x="6267" y="5018"/>
                      <a:pt x="6601" y="4211"/>
                      <a:pt x="6601" y="3370"/>
                    </a:cubicBezTo>
                    <a:cubicBezTo>
                      <a:pt x="6601" y="2528"/>
                      <a:pt x="6267" y="1721"/>
                      <a:pt x="5672" y="1126"/>
                    </a:cubicBezTo>
                    <a:cubicBezTo>
                      <a:pt x="5077" y="531"/>
                      <a:pt x="4271" y="197"/>
                      <a:pt x="3430" y="197"/>
                    </a:cubicBezTo>
                    <a:cubicBezTo>
                      <a:pt x="2588" y="197"/>
                      <a:pt x="1782" y="531"/>
                      <a:pt x="1187" y="1126"/>
                    </a:cubicBezTo>
                    <a:cubicBezTo>
                      <a:pt x="592" y="1721"/>
                      <a:pt x="258" y="2528"/>
                      <a:pt x="258" y="3370"/>
                    </a:cubicBezTo>
                    <a:cubicBezTo>
                      <a:pt x="258" y="4211"/>
                      <a:pt x="592" y="5018"/>
                      <a:pt x="1187" y="5613"/>
                    </a:cubicBezTo>
                    <a:cubicBezTo>
                      <a:pt x="1782" y="6208"/>
                      <a:pt x="2588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08" name="Freeform: Shape 5007">
                <a:extLst>
                  <a:ext uri="{FF2B5EF4-FFF2-40B4-BE49-F238E27FC236}">
                    <a16:creationId xmlns:a16="http://schemas.microsoft.com/office/drawing/2014/main" id="{DC263FC5-7F6F-160D-BCD2-1D6F7CBE59A8}"/>
                  </a:ext>
                </a:extLst>
              </p:cNvPr>
              <p:cNvSpPr/>
              <p:nvPr/>
            </p:nvSpPr>
            <p:spPr>
              <a:xfrm>
                <a:off x="4111021" y="5970654"/>
                <a:ext cx="6343" cy="6345"/>
              </a:xfrm>
              <a:custGeom>
                <a:avLst/>
                <a:gdLst>
                  <a:gd name="connsiteX0" fmla="*/ 3428 w 6343"/>
                  <a:gd name="connsiteY0" fmla="*/ 6542 h 6345"/>
                  <a:gd name="connsiteX1" fmla="*/ 5671 w 6343"/>
                  <a:gd name="connsiteY1" fmla="*/ 5612 h 6345"/>
                  <a:gd name="connsiteX2" fmla="*/ 6600 w 6343"/>
                  <a:gd name="connsiteY2" fmla="*/ 3369 h 6345"/>
                  <a:gd name="connsiteX3" fmla="*/ 5671 w 6343"/>
                  <a:gd name="connsiteY3" fmla="*/ 1126 h 6345"/>
                  <a:gd name="connsiteX4" fmla="*/ 3428 w 6343"/>
                  <a:gd name="connsiteY4" fmla="*/ 196 h 6345"/>
                  <a:gd name="connsiteX5" fmla="*/ 1186 w 6343"/>
                  <a:gd name="connsiteY5" fmla="*/ 1126 h 6345"/>
                  <a:gd name="connsiteX6" fmla="*/ 257 w 6343"/>
                  <a:gd name="connsiteY6" fmla="*/ 3369 h 6345"/>
                  <a:gd name="connsiteX7" fmla="*/ 1186 w 6343"/>
                  <a:gd name="connsiteY7" fmla="*/ 5612 h 6345"/>
                  <a:gd name="connsiteX8" fmla="*/ 342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2"/>
                    </a:moveTo>
                    <a:cubicBezTo>
                      <a:pt x="4270" y="6542"/>
                      <a:pt x="5076" y="6207"/>
                      <a:pt x="5671" y="5612"/>
                    </a:cubicBezTo>
                    <a:cubicBezTo>
                      <a:pt x="6266" y="5017"/>
                      <a:pt x="6600" y="4210"/>
                      <a:pt x="6600" y="3369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6" y="531"/>
                      <a:pt x="4270" y="196"/>
                      <a:pt x="3428" y="196"/>
                    </a:cubicBezTo>
                    <a:cubicBezTo>
                      <a:pt x="2587" y="196"/>
                      <a:pt x="1781" y="531"/>
                      <a:pt x="1186" y="1126"/>
                    </a:cubicBezTo>
                    <a:cubicBezTo>
                      <a:pt x="591" y="1721"/>
                      <a:pt x="257" y="2528"/>
                      <a:pt x="257" y="3369"/>
                    </a:cubicBezTo>
                    <a:cubicBezTo>
                      <a:pt x="257" y="4210"/>
                      <a:pt x="591" y="5017"/>
                      <a:pt x="1186" y="5612"/>
                    </a:cubicBezTo>
                    <a:cubicBezTo>
                      <a:pt x="1781" y="6207"/>
                      <a:pt x="2587" y="6542"/>
                      <a:pt x="342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09" name="Freeform: Shape 5008">
                <a:extLst>
                  <a:ext uri="{FF2B5EF4-FFF2-40B4-BE49-F238E27FC236}">
                    <a16:creationId xmlns:a16="http://schemas.microsoft.com/office/drawing/2014/main" id="{9D034768-205C-538E-882B-5555A1E01390}"/>
                  </a:ext>
                </a:extLst>
              </p:cNvPr>
              <p:cNvSpPr/>
              <p:nvPr/>
            </p:nvSpPr>
            <p:spPr>
              <a:xfrm>
                <a:off x="4110470" y="5973006"/>
                <a:ext cx="6343" cy="6345"/>
              </a:xfrm>
              <a:custGeom>
                <a:avLst/>
                <a:gdLst>
                  <a:gd name="connsiteX0" fmla="*/ 3428 w 6343"/>
                  <a:gd name="connsiteY0" fmla="*/ 6542 h 6345"/>
                  <a:gd name="connsiteX1" fmla="*/ 5671 w 6343"/>
                  <a:gd name="connsiteY1" fmla="*/ 5613 h 6345"/>
                  <a:gd name="connsiteX2" fmla="*/ 6600 w 6343"/>
                  <a:gd name="connsiteY2" fmla="*/ 3369 h 6345"/>
                  <a:gd name="connsiteX3" fmla="*/ 5671 w 6343"/>
                  <a:gd name="connsiteY3" fmla="*/ 1126 h 6345"/>
                  <a:gd name="connsiteX4" fmla="*/ 3428 w 6343"/>
                  <a:gd name="connsiteY4" fmla="*/ 196 h 6345"/>
                  <a:gd name="connsiteX5" fmla="*/ 1186 w 6343"/>
                  <a:gd name="connsiteY5" fmla="*/ 1126 h 6345"/>
                  <a:gd name="connsiteX6" fmla="*/ 257 w 6343"/>
                  <a:gd name="connsiteY6" fmla="*/ 3369 h 6345"/>
                  <a:gd name="connsiteX7" fmla="*/ 1186 w 6343"/>
                  <a:gd name="connsiteY7" fmla="*/ 5613 h 6345"/>
                  <a:gd name="connsiteX8" fmla="*/ 342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2"/>
                    </a:moveTo>
                    <a:cubicBezTo>
                      <a:pt x="4270" y="6542"/>
                      <a:pt x="5076" y="6208"/>
                      <a:pt x="5671" y="5613"/>
                    </a:cubicBezTo>
                    <a:cubicBezTo>
                      <a:pt x="6266" y="5018"/>
                      <a:pt x="6600" y="4211"/>
                      <a:pt x="6600" y="3369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6" y="531"/>
                      <a:pt x="4270" y="196"/>
                      <a:pt x="3428" y="196"/>
                    </a:cubicBezTo>
                    <a:cubicBezTo>
                      <a:pt x="2587" y="196"/>
                      <a:pt x="1781" y="531"/>
                      <a:pt x="1186" y="1126"/>
                    </a:cubicBezTo>
                    <a:cubicBezTo>
                      <a:pt x="591" y="1721"/>
                      <a:pt x="257" y="2528"/>
                      <a:pt x="257" y="3369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1" y="6208"/>
                      <a:pt x="2587" y="6542"/>
                      <a:pt x="342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10" name="Freeform: Shape 5009">
                <a:extLst>
                  <a:ext uri="{FF2B5EF4-FFF2-40B4-BE49-F238E27FC236}">
                    <a16:creationId xmlns:a16="http://schemas.microsoft.com/office/drawing/2014/main" id="{124EE3F8-6C37-F695-8B0D-B839A3E850EC}"/>
                  </a:ext>
                </a:extLst>
              </p:cNvPr>
              <p:cNvSpPr/>
              <p:nvPr/>
            </p:nvSpPr>
            <p:spPr>
              <a:xfrm>
                <a:off x="4109437" y="5974892"/>
                <a:ext cx="6343" cy="6345"/>
              </a:xfrm>
              <a:custGeom>
                <a:avLst/>
                <a:gdLst>
                  <a:gd name="connsiteX0" fmla="*/ 3428 w 6343"/>
                  <a:gd name="connsiteY0" fmla="*/ 6542 h 6345"/>
                  <a:gd name="connsiteX1" fmla="*/ 5671 w 6343"/>
                  <a:gd name="connsiteY1" fmla="*/ 5613 h 6345"/>
                  <a:gd name="connsiteX2" fmla="*/ 6600 w 6343"/>
                  <a:gd name="connsiteY2" fmla="*/ 3369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6 w 6343"/>
                  <a:gd name="connsiteY5" fmla="*/ 1126 h 6345"/>
                  <a:gd name="connsiteX6" fmla="*/ 257 w 6343"/>
                  <a:gd name="connsiteY6" fmla="*/ 3369 h 6345"/>
                  <a:gd name="connsiteX7" fmla="*/ 1186 w 6343"/>
                  <a:gd name="connsiteY7" fmla="*/ 5613 h 6345"/>
                  <a:gd name="connsiteX8" fmla="*/ 342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2"/>
                    </a:moveTo>
                    <a:cubicBezTo>
                      <a:pt x="4269" y="6542"/>
                      <a:pt x="5076" y="6208"/>
                      <a:pt x="5671" y="5613"/>
                    </a:cubicBezTo>
                    <a:cubicBezTo>
                      <a:pt x="6266" y="5018"/>
                      <a:pt x="6600" y="4211"/>
                      <a:pt x="6600" y="3369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6" y="1126"/>
                    </a:cubicBezTo>
                    <a:cubicBezTo>
                      <a:pt x="591" y="1721"/>
                      <a:pt x="257" y="2528"/>
                      <a:pt x="257" y="3369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0" y="6208"/>
                      <a:pt x="2587" y="6542"/>
                      <a:pt x="342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11" name="Freeform: Shape 5010">
                <a:extLst>
                  <a:ext uri="{FF2B5EF4-FFF2-40B4-BE49-F238E27FC236}">
                    <a16:creationId xmlns:a16="http://schemas.microsoft.com/office/drawing/2014/main" id="{4BC86566-CF2F-AF67-091E-B8D63DA072D4}"/>
                  </a:ext>
                </a:extLst>
              </p:cNvPr>
              <p:cNvSpPr/>
              <p:nvPr/>
            </p:nvSpPr>
            <p:spPr>
              <a:xfrm>
                <a:off x="4113400" y="5981911"/>
                <a:ext cx="6343" cy="6345"/>
              </a:xfrm>
              <a:custGeom>
                <a:avLst/>
                <a:gdLst>
                  <a:gd name="connsiteX0" fmla="*/ 3429 w 6343"/>
                  <a:gd name="connsiteY0" fmla="*/ 6543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6 h 6345"/>
                  <a:gd name="connsiteX4" fmla="*/ 3429 w 6343"/>
                  <a:gd name="connsiteY4" fmla="*/ 197 h 6345"/>
                  <a:gd name="connsiteX5" fmla="*/ 1186 w 6343"/>
                  <a:gd name="connsiteY5" fmla="*/ 1126 h 6345"/>
                  <a:gd name="connsiteX6" fmla="*/ 257 w 6343"/>
                  <a:gd name="connsiteY6" fmla="*/ 3370 h 6345"/>
                  <a:gd name="connsiteX7" fmla="*/ 1186 w 6343"/>
                  <a:gd name="connsiteY7" fmla="*/ 5613 h 6345"/>
                  <a:gd name="connsiteX8" fmla="*/ 3429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43"/>
                    </a:moveTo>
                    <a:cubicBezTo>
                      <a:pt x="4270" y="6543"/>
                      <a:pt x="5077" y="6208"/>
                      <a:pt x="5671" y="5613"/>
                    </a:cubicBezTo>
                    <a:cubicBezTo>
                      <a:pt x="6266" y="5018"/>
                      <a:pt x="6600" y="4211"/>
                      <a:pt x="6600" y="3370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7" y="531"/>
                      <a:pt x="4270" y="197"/>
                      <a:pt x="3429" y="197"/>
                    </a:cubicBezTo>
                    <a:cubicBezTo>
                      <a:pt x="2588" y="197"/>
                      <a:pt x="1781" y="531"/>
                      <a:pt x="1186" y="1126"/>
                    </a:cubicBezTo>
                    <a:cubicBezTo>
                      <a:pt x="591" y="1721"/>
                      <a:pt x="257" y="2528"/>
                      <a:pt x="257" y="3370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1" y="6208"/>
                      <a:pt x="2588" y="6543"/>
                      <a:pt x="3429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12" name="Freeform: Shape 5011">
                <a:extLst>
                  <a:ext uri="{FF2B5EF4-FFF2-40B4-BE49-F238E27FC236}">
                    <a16:creationId xmlns:a16="http://schemas.microsoft.com/office/drawing/2014/main" id="{146EFBA9-265A-29EF-2D2E-1E7C3EB7F9B8}"/>
                  </a:ext>
                </a:extLst>
              </p:cNvPr>
              <p:cNvSpPr/>
              <p:nvPr/>
            </p:nvSpPr>
            <p:spPr>
              <a:xfrm>
                <a:off x="4112438" y="5983955"/>
                <a:ext cx="6343" cy="6345"/>
              </a:xfrm>
              <a:custGeom>
                <a:avLst/>
                <a:gdLst>
                  <a:gd name="connsiteX0" fmla="*/ 3429 w 6343"/>
                  <a:gd name="connsiteY0" fmla="*/ 6543 h 6345"/>
                  <a:gd name="connsiteX1" fmla="*/ 5671 w 6343"/>
                  <a:gd name="connsiteY1" fmla="*/ 5613 h 6345"/>
                  <a:gd name="connsiteX2" fmla="*/ 6600 w 6343"/>
                  <a:gd name="connsiteY2" fmla="*/ 3370 h 6345"/>
                  <a:gd name="connsiteX3" fmla="*/ 5671 w 6343"/>
                  <a:gd name="connsiteY3" fmla="*/ 1127 h 6345"/>
                  <a:gd name="connsiteX4" fmla="*/ 3429 w 6343"/>
                  <a:gd name="connsiteY4" fmla="*/ 197 h 6345"/>
                  <a:gd name="connsiteX5" fmla="*/ 1186 w 6343"/>
                  <a:gd name="connsiteY5" fmla="*/ 1127 h 6345"/>
                  <a:gd name="connsiteX6" fmla="*/ 257 w 6343"/>
                  <a:gd name="connsiteY6" fmla="*/ 3370 h 6345"/>
                  <a:gd name="connsiteX7" fmla="*/ 1186 w 6343"/>
                  <a:gd name="connsiteY7" fmla="*/ 5613 h 6345"/>
                  <a:gd name="connsiteX8" fmla="*/ 3429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43"/>
                    </a:moveTo>
                    <a:cubicBezTo>
                      <a:pt x="4270" y="6543"/>
                      <a:pt x="5076" y="6208"/>
                      <a:pt x="5671" y="5613"/>
                    </a:cubicBezTo>
                    <a:cubicBezTo>
                      <a:pt x="6266" y="5019"/>
                      <a:pt x="6600" y="4211"/>
                      <a:pt x="6600" y="3370"/>
                    </a:cubicBezTo>
                    <a:cubicBezTo>
                      <a:pt x="6600" y="2529"/>
                      <a:pt x="6266" y="1722"/>
                      <a:pt x="5671" y="1127"/>
                    </a:cubicBezTo>
                    <a:cubicBezTo>
                      <a:pt x="5076" y="532"/>
                      <a:pt x="4270" y="197"/>
                      <a:pt x="3429" y="197"/>
                    </a:cubicBezTo>
                    <a:cubicBezTo>
                      <a:pt x="2587" y="197"/>
                      <a:pt x="1781" y="532"/>
                      <a:pt x="1186" y="1127"/>
                    </a:cubicBezTo>
                    <a:cubicBezTo>
                      <a:pt x="591" y="1722"/>
                      <a:pt x="257" y="2529"/>
                      <a:pt x="257" y="3370"/>
                    </a:cubicBezTo>
                    <a:cubicBezTo>
                      <a:pt x="257" y="4211"/>
                      <a:pt x="591" y="5019"/>
                      <a:pt x="1186" y="5613"/>
                    </a:cubicBezTo>
                    <a:cubicBezTo>
                      <a:pt x="1781" y="6208"/>
                      <a:pt x="2587" y="6543"/>
                      <a:pt x="3429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13" name="Freeform: Shape 5012">
                <a:extLst>
                  <a:ext uri="{FF2B5EF4-FFF2-40B4-BE49-F238E27FC236}">
                    <a16:creationId xmlns:a16="http://schemas.microsoft.com/office/drawing/2014/main" id="{5161B29D-21A2-4E2C-0C6E-6601ED97DC79}"/>
                  </a:ext>
                </a:extLst>
              </p:cNvPr>
              <p:cNvSpPr/>
              <p:nvPr/>
            </p:nvSpPr>
            <p:spPr>
              <a:xfrm>
                <a:off x="4110296" y="5984774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4 h 6345"/>
                  <a:gd name="connsiteX2" fmla="*/ 6600 w 6343"/>
                  <a:gd name="connsiteY2" fmla="*/ 3370 h 6345"/>
                  <a:gd name="connsiteX3" fmla="*/ 5671 w 6343"/>
                  <a:gd name="connsiteY3" fmla="*/ 1127 h 6345"/>
                  <a:gd name="connsiteX4" fmla="*/ 3428 w 6343"/>
                  <a:gd name="connsiteY4" fmla="*/ 197 h 6345"/>
                  <a:gd name="connsiteX5" fmla="*/ 1186 w 6343"/>
                  <a:gd name="connsiteY5" fmla="*/ 1127 h 6345"/>
                  <a:gd name="connsiteX6" fmla="*/ 257 w 6343"/>
                  <a:gd name="connsiteY6" fmla="*/ 3370 h 6345"/>
                  <a:gd name="connsiteX7" fmla="*/ 1186 w 6343"/>
                  <a:gd name="connsiteY7" fmla="*/ 5614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9"/>
                      <a:pt x="5671" y="5614"/>
                    </a:cubicBezTo>
                    <a:cubicBezTo>
                      <a:pt x="6266" y="5019"/>
                      <a:pt x="6600" y="4212"/>
                      <a:pt x="6600" y="3370"/>
                    </a:cubicBezTo>
                    <a:cubicBezTo>
                      <a:pt x="6600" y="2529"/>
                      <a:pt x="6266" y="1722"/>
                      <a:pt x="5671" y="1127"/>
                    </a:cubicBezTo>
                    <a:cubicBezTo>
                      <a:pt x="5076" y="532"/>
                      <a:pt x="4269" y="197"/>
                      <a:pt x="3428" y="197"/>
                    </a:cubicBezTo>
                    <a:cubicBezTo>
                      <a:pt x="2587" y="197"/>
                      <a:pt x="1781" y="532"/>
                      <a:pt x="1186" y="1127"/>
                    </a:cubicBezTo>
                    <a:cubicBezTo>
                      <a:pt x="591" y="1722"/>
                      <a:pt x="257" y="2529"/>
                      <a:pt x="257" y="3370"/>
                    </a:cubicBezTo>
                    <a:cubicBezTo>
                      <a:pt x="257" y="4212"/>
                      <a:pt x="591" y="5019"/>
                      <a:pt x="1186" y="5614"/>
                    </a:cubicBezTo>
                    <a:cubicBezTo>
                      <a:pt x="1781" y="6209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14" name="Freeform: Shape 5013">
                <a:extLst>
                  <a:ext uri="{FF2B5EF4-FFF2-40B4-BE49-F238E27FC236}">
                    <a16:creationId xmlns:a16="http://schemas.microsoft.com/office/drawing/2014/main" id="{EE0E2A75-0CA1-9C1A-BBF2-2B015CAD9615}"/>
                  </a:ext>
                </a:extLst>
              </p:cNvPr>
              <p:cNvSpPr/>
              <p:nvPr/>
            </p:nvSpPr>
            <p:spPr>
              <a:xfrm>
                <a:off x="4107414" y="5984791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4 h 6345"/>
                  <a:gd name="connsiteX2" fmla="*/ 6600 w 6343"/>
                  <a:gd name="connsiteY2" fmla="*/ 3370 h 6345"/>
                  <a:gd name="connsiteX3" fmla="*/ 5671 w 6343"/>
                  <a:gd name="connsiteY3" fmla="*/ 1127 h 6345"/>
                  <a:gd name="connsiteX4" fmla="*/ 3428 w 6343"/>
                  <a:gd name="connsiteY4" fmla="*/ 197 h 6345"/>
                  <a:gd name="connsiteX5" fmla="*/ 1186 w 6343"/>
                  <a:gd name="connsiteY5" fmla="*/ 1127 h 6345"/>
                  <a:gd name="connsiteX6" fmla="*/ 257 w 6343"/>
                  <a:gd name="connsiteY6" fmla="*/ 3370 h 6345"/>
                  <a:gd name="connsiteX7" fmla="*/ 1186 w 6343"/>
                  <a:gd name="connsiteY7" fmla="*/ 5614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9"/>
                      <a:pt x="5671" y="5614"/>
                    </a:cubicBezTo>
                    <a:cubicBezTo>
                      <a:pt x="6266" y="5019"/>
                      <a:pt x="6600" y="4212"/>
                      <a:pt x="6600" y="3370"/>
                    </a:cubicBezTo>
                    <a:cubicBezTo>
                      <a:pt x="6600" y="2529"/>
                      <a:pt x="6266" y="1722"/>
                      <a:pt x="5671" y="1127"/>
                    </a:cubicBezTo>
                    <a:cubicBezTo>
                      <a:pt x="5076" y="532"/>
                      <a:pt x="4269" y="197"/>
                      <a:pt x="3428" y="197"/>
                    </a:cubicBezTo>
                    <a:cubicBezTo>
                      <a:pt x="2587" y="197"/>
                      <a:pt x="1780" y="532"/>
                      <a:pt x="1186" y="1127"/>
                    </a:cubicBezTo>
                    <a:cubicBezTo>
                      <a:pt x="591" y="1722"/>
                      <a:pt x="257" y="2529"/>
                      <a:pt x="257" y="3370"/>
                    </a:cubicBezTo>
                    <a:cubicBezTo>
                      <a:pt x="257" y="4212"/>
                      <a:pt x="591" y="5019"/>
                      <a:pt x="1186" y="5614"/>
                    </a:cubicBezTo>
                    <a:cubicBezTo>
                      <a:pt x="1780" y="6209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15" name="Freeform: Shape 5014">
                <a:extLst>
                  <a:ext uri="{FF2B5EF4-FFF2-40B4-BE49-F238E27FC236}">
                    <a16:creationId xmlns:a16="http://schemas.microsoft.com/office/drawing/2014/main" id="{ABBA5485-E21C-D511-A6FB-B66272F71146}"/>
                  </a:ext>
                </a:extLst>
              </p:cNvPr>
              <p:cNvSpPr/>
              <p:nvPr/>
            </p:nvSpPr>
            <p:spPr>
              <a:xfrm>
                <a:off x="4104541" y="5984781"/>
                <a:ext cx="6343" cy="6345"/>
              </a:xfrm>
              <a:custGeom>
                <a:avLst/>
                <a:gdLst>
                  <a:gd name="connsiteX0" fmla="*/ 3428 w 6343"/>
                  <a:gd name="connsiteY0" fmla="*/ 6543 h 6345"/>
                  <a:gd name="connsiteX1" fmla="*/ 5671 w 6343"/>
                  <a:gd name="connsiteY1" fmla="*/ 5614 h 6345"/>
                  <a:gd name="connsiteX2" fmla="*/ 6599 w 6343"/>
                  <a:gd name="connsiteY2" fmla="*/ 3370 h 6345"/>
                  <a:gd name="connsiteX3" fmla="*/ 5671 w 6343"/>
                  <a:gd name="connsiteY3" fmla="*/ 1127 h 6345"/>
                  <a:gd name="connsiteX4" fmla="*/ 3428 w 6343"/>
                  <a:gd name="connsiteY4" fmla="*/ 197 h 6345"/>
                  <a:gd name="connsiteX5" fmla="*/ 1185 w 6343"/>
                  <a:gd name="connsiteY5" fmla="*/ 1127 h 6345"/>
                  <a:gd name="connsiteX6" fmla="*/ 256 w 6343"/>
                  <a:gd name="connsiteY6" fmla="*/ 3370 h 6345"/>
                  <a:gd name="connsiteX7" fmla="*/ 1185 w 6343"/>
                  <a:gd name="connsiteY7" fmla="*/ 5614 h 6345"/>
                  <a:gd name="connsiteX8" fmla="*/ 3428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3"/>
                    </a:moveTo>
                    <a:cubicBezTo>
                      <a:pt x="4269" y="6543"/>
                      <a:pt x="5076" y="6209"/>
                      <a:pt x="5671" y="5614"/>
                    </a:cubicBezTo>
                    <a:cubicBezTo>
                      <a:pt x="6265" y="5019"/>
                      <a:pt x="6599" y="4212"/>
                      <a:pt x="6599" y="3370"/>
                    </a:cubicBezTo>
                    <a:cubicBezTo>
                      <a:pt x="6599" y="2529"/>
                      <a:pt x="6265" y="1722"/>
                      <a:pt x="5671" y="1127"/>
                    </a:cubicBezTo>
                    <a:cubicBezTo>
                      <a:pt x="5076" y="532"/>
                      <a:pt x="4269" y="197"/>
                      <a:pt x="3428" y="197"/>
                    </a:cubicBezTo>
                    <a:cubicBezTo>
                      <a:pt x="2587" y="197"/>
                      <a:pt x="1780" y="532"/>
                      <a:pt x="1185" y="1127"/>
                    </a:cubicBezTo>
                    <a:cubicBezTo>
                      <a:pt x="591" y="1722"/>
                      <a:pt x="256" y="2529"/>
                      <a:pt x="256" y="3370"/>
                    </a:cubicBezTo>
                    <a:cubicBezTo>
                      <a:pt x="256" y="4212"/>
                      <a:pt x="591" y="5019"/>
                      <a:pt x="1185" y="5614"/>
                    </a:cubicBezTo>
                    <a:cubicBezTo>
                      <a:pt x="1780" y="6209"/>
                      <a:pt x="2587" y="6543"/>
                      <a:pt x="3428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16" name="Freeform: Shape 5015">
                <a:extLst>
                  <a:ext uri="{FF2B5EF4-FFF2-40B4-BE49-F238E27FC236}">
                    <a16:creationId xmlns:a16="http://schemas.microsoft.com/office/drawing/2014/main" id="{4862B495-91CF-9F36-97BB-DC4872ADD364}"/>
                  </a:ext>
                </a:extLst>
              </p:cNvPr>
              <p:cNvSpPr/>
              <p:nvPr/>
            </p:nvSpPr>
            <p:spPr>
              <a:xfrm>
                <a:off x="4095623" y="5978146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70 w 6343"/>
                  <a:gd name="connsiteY1" fmla="*/ 5613 h 6345"/>
                  <a:gd name="connsiteX2" fmla="*/ 6599 w 6343"/>
                  <a:gd name="connsiteY2" fmla="*/ 3370 h 6345"/>
                  <a:gd name="connsiteX3" fmla="*/ 5670 w 6343"/>
                  <a:gd name="connsiteY3" fmla="*/ 1126 h 6345"/>
                  <a:gd name="connsiteX4" fmla="*/ 3427 w 6343"/>
                  <a:gd name="connsiteY4" fmla="*/ 197 h 6345"/>
                  <a:gd name="connsiteX5" fmla="*/ 1185 w 6343"/>
                  <a:gd name="connsiteY5" fmla="*/ 1126 h 6345"/>
                  <a:gd name="connsiteX6" fmla="*/ 256 w 6343"/>
                  <a:gd name="connsiteY6" fmla="*/ 3370 h 6345"/>
                  <a:gd name="connsiteX7" fmla="*/ 1185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70" y="5613"/>
                    </a:cubicBezTo>
                    <a:cubicBezTo>
                      <a:pt x="6265" y="5018"/>
                      <a:pt x="6599" y="4211"/>
                      <a:pt x="6599" y="3370"/>
                    </a:cubicBezTo>
                    <a:cubicBezTo>
                      <a:pt x="6599" y="2528"/>
                      <a:pt x="6265" y="1721"/>
                      <a:pt x="5670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5" y="1126"/>
                    </a:cubicBezTo>
                    <a:cubicBezTo>
                      <a:pt x="590" y="1721"/>
                      <a:pt x="256" y="2528"/>
                      <a:pt x="256" y="3370"/>
                    </a:cubicBezTo>
                    <a:cubicBezTo>
                      <a:pt x="256" y="4211"/>
                      <a:pt x="590" y="5018"/>
                      <a:pt x="1185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17" name="Freeform: Shape 5016">
                <a:extLst>
                  <a:ext uri="{FF2B5EF4-FFF2-40B4-BE49-F238E27FC236}">
                    <a16:creationId xmlns:a16="http://schemas.microsoft.com/office/drawing/2014/main" id="{47C9473F-F08E-34A3-B5B6-3F102425BE6A}"/>
                  </a:ext>
                </a:extLst>
              </p:cNvPr>
              <p:cNvSpPr/>
              <p:nvPr/>
            </p:nvSpPr>
            <p:spPr>
              <a:xfrm>
                <a:off x="4083931" y="5968248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2 h 6345"/>
                  <a:gd name="connsiteX2" fmla="*/ 6598 w 6343"/>
                  <a:gd name="connsiteY2" fmla="*/ 3369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4 w 6343"/>
                  <a:gd name="connsiteY5" fmla="*/ 1125 h 6345"/>
                  <a:gd name="connsiteX6" fmla="*/ 255 w 6343"/>
                  <a:gd name="connsiteY6" fmla="*/ 3369 h 6345"/>
                  <a:gd name="connsiteX7" fmla="*/ 1184 w 6343"/>
                  <a:gd name="connsiteY7" fmla="*/ 5612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9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4" y="1125"/>
                    </a:cubicBezTo>
                    <a:cubicBezTo>
                      <a:pt x="589" y="1720"/>
                      <a:pt x="255" y="2527"/>
                      <a:pt x="255" y="3369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8" y="6207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18" name="Freeform: Shape 5017">
                <a:extLst>
                  <a:ext uri="{FF2B5EF4-FFF2-40B4-BE49-F238E27FC236}">
                    <a16:creationId xmlns:a16="http://schemas.microsoft.com/office/drawing/2014/main" id="{7966999D-5A8B-911B-0D0E-094E64F01127}"/>
                  </a:ext>
                </a:extLst>
              </p:cNvPr>
              <p:cNvSpPr/>
              <p:nvPr/>
            </p:nvSpPr>
            <p:spPr>
              <a:xfrm>
                <a:off x="4083157" y="5970272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2 h 6345"/>
                  <a:gd name="connsiteX2" fmla="*/ 6598 w 6343"/>
                  <a:gd name="connsiteY2" fmla="*/ 3369 h 6345"/>
                  <a:gd name="connsiteX3" fmla="*/ 5669 w 6343"/>
                  <a:gd name="connsiteY3" fmla="*/ 1126 h 6345"/>
                  <a:gd name="connsiteX4" fmla="*/ 3426 w 6343"/>
                  <a:gd name="connsiteY4" fmla="*/ 196 h 6345"/>
                  <a:gd name="connsiteX5" fmla="*/ 1184 w 6343"/>
                  <a:gd name="connsiteY5" fmla="*/ 1126 h 6345"/>
                  <a:gd name="connsiteX6" fmla="*/ 255 w 6343"/>
                  <a:gd name="connsiteY6" fmla="*/ 3369 h 6345"/>
                  <a:gd name="connsiteX7" fmla="*/ 1184 w 6343"/>
                  <a:gd name="connsiteY7" fmla="*/ 5612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9"/>
                    </a:cubicBezTo>
                    <a:cubicBezTo>
                      <a:pt x="6598" y="2528"/>
                      <a:pt x="6264" y="1720"/>
                      <a:pt x="5669" y="1126"/>
                    </a:cubicBezTo>
                    <a:cubicBezTo>
                      <a:pt x="5074" y="531"/>
                      <a:pt x="4267" y="196"/>
                      <a:pt x="3426" y="196"/>
                    </a:cubicBezTo>
                    <a:cubicBezTo>
                      <a:pt x="2585" y="196"/>
                      <a:pt x="1778" y="531"/>
                      <a:pt x="1184" y="1126"/>
                    </a:cubicBezTo>
                    <a:cubicBezTo>
                      <a:pt x="589" y="1720"/>
                      <a:pt x="255" y="2528"/>
                      <a:pt x="255" y="3369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8" y="6207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19" name="Freeform: Shape 5018">
                <a:extLst>
                  <a:ext uri="{FF2B5EF4-FFF2-40B4-BE49-F238E27FC236}">
                    <a16:creationId xmlns:a16="http://schemas.microsoft.com/office/drawing/2014/main" id="{99D415B3-D6FA-8729-2E02-B2A2E79C3B8C}"/>
                  </a:ext>
                </a:extLst>
              </p:cNvPr>
              <p:cNvSpPr/>
              <p:nvPr/>
            </p:nvSpPr>
            <p:spPr>
              <a:xfrm>
                <a:off x="4082366" y="5972295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69 h 6345"/>
                  <a:gd name="connsiteX3" fmla="*/ 5669 w 6343"/>
                  <a:gd name="connsiteY3" fmla="*/ 1126 h 6345"/>
                  <a:gd name="connsiteX4" fmla="*/ 3426 w 6343"/>
                  <a:gd name="connsiteY4" fmla="*/ 196 h 6345"/>
                  <a:gd name="connsiteX5" fmla="*/ 1184 w 6343"/>
                  <a:gd name="connsiteY5" fmla="*/ 1126 h 6345"/>
                  <a:gd name="connsiteX6" fmla="*/ 255 w 6343"/>
                  <a:gd name="connsiteY6" fmla="*/ 3369 h 6345"/>
                  <a:gd name="connsiteX7" fmla="*/ 1184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8"/>
                      <a:pt x="5669" y="5613"/>
                    </a:cubicBezTo>
                    <a:cubicBezTo>
                      <a:pt x="6264" y="5018"/>
                      <a:pt x="6598" y="4211"/>
                      <a:pt x="6598" y="3369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4" y="531"/>
                      <a:pt x="4267" y="196"/>
                      <a:pt x="3426" y="196"/>
                    </a:cubicBezTo>
                    <a:cubicBezTo>
                      <a:pt x="2585" y="196"/>
                      <a:pt x="1778" y="531"/>
                      <a:pt x="1184" y="1126"/>
                    </a:cubicBezTo>
                    <a:cubicBezTo>
                      <a:pt x="589" y="1721"/>
                      <a:pt x="255" y="2528"/>
                      <a:pt x="255" y="3369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8" y="6208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20" name="Freeform: Shape 5019">
                <a:extLst>
                  <a:ext uri="{FF2B5EF4-FFF2-40B4-BE49-F238E27FC236}">
                    <a16:creationId xmlns:a16="http://schemas.microsoft.com/office/drawing/2014/main" id="{CBE6F5BF-ABB7-0BCF-086B-027794D24BFD}"/>
                  </a:ext>
                </a:extLst>
              </p:cNvPr>
              <p:cNvSpPr/>
              <p:nvPr/>
            </p:nvSpPr>
            <p:spPr>
              <a:xfrm>
                <a:off x="4081989" y="5974811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69 h 6345"/>
                  <a:gd name="connsiteX3" fmla="*/ 5669 w 6343"/>
                  <a:gd name="connsiteY3" fmla="*/ 1126 h 6345"/>
                  <a:gd name="connsiteX4" fmla="*/ 3426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69 h 6345"/>
                  <a:gd name="connsiteX7" fmla="*/ 1184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8"/>
                      <a:pt x="5669" y="5613"/>
                    </a:cubicBezTo>
                    <a:cubicBezTo>
                      <a:pt x="6264" y="5018"/>
                      <a:pt x="6598" y="4211"/>
                      <a:pt x="6598" y="3369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4" y="531"/>
                      <a:pt x="4267" y="197"/>
                      <a:pt x="3426" y="197"/>
                    </a:cubicBezTo>
                    <a:cubicBezTo>
                      <a:pt x="2585" y="197"/>
                      <a:pt x="1778" y="531"/>
                      <a:pt x="1184" y="1126"/>
                    </a:cubicBezTo>
                    <a:cubicBezTo>
                      <a:pt x="589" y="1721"/>
                      <a:pt x="255" y="2528"/>
                      <a:pt x="255" y="3369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8" y="6208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21" name="Freeform: Shape 5020">
                <a:extLst>
                  <a:ext uri="{FF2B5EF4-FFF2-40B4-BE49-F238E27FC236}">
                    <a16:creationId xmlns:a16="http://schemas.microsoft.com/office/drawing/2014/main" id="{12566A1E-0975-9C42-8DEF-DDD7380739D6}"/>
                  </a:ext>
                </a:extLst>
              </p:cNvPr>
              <p:cNvSpPr/>
              <p:nvPr/>
            </p:nvSpPr>
            <p:spPr>
              <a:xfrm>
                <a:off x="4072220" y="5966466"/>
                <a:ext cx="6343" cy="6345"/>
              </a:xfrm>
              <a:custGeom>
                <a:avLst/>
                <a:gdLst>
                  <a:gd name="connsiteX0" fmla="*/ 3425 w 6343"/>
                  <a:gd name="connsiteY0" fmla="*/ 6541 h 6345"/>
                  <a:gd name="connsiteX1" fmla="*/ 5668 w 6343"/>
                  <a:gd name="connsiteY1" fmla="*/ 5612 h 6345"/>
                  <a:gd name="connsiteX2" fmla="*/ 6597 w 6343"/>
                  <a:gd name="connsiteY2" fmla="*/ 3369 h 6345"/>
                  <a:gd name="connsiteX3" fmla="*/ 5668 w 6343"/>
                  <a:gd name="connsiteY3" fmla="*/ 1125 h 6345"/>
                  <a:gd name="connsiteX4" fmla="*/ 3425 w 6343"/>
                  <a:gd name="connsiteY4" fmla="*/ 196 h 6345"/>
                  <a:gd name="connsiteX5" fmla="*/ 1183 w 6343"/>
                  <a:gd name="connsiteY5" fmla="*/ 1125 h 6345"/>
                  <a:gd name="connsiteX6" fmla="*/ 254 w 6343"/>
                  <a:gd name="connsiteY6" fmla="*/ 3369 h 6345"/>
                  <a:gd name="connsiteX7" fmla="*/ 1183 w 6343"/>
                  <a:gd name="connsiteY7" fmla="*/ 5612 h 6345"/>
                  <a:gd name="connsiteX8" fmla="*/ 3425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1"/>
                    </a:moveTo>
                    <a:cubicBezTo>
                      <a:pt x="4266" y="6541"/>
                      <a:pt x="5073" y="6207"/>
                      <a:pt x="5668" y="5612"/>
                    </a:cubicBezTo>
                    <a:cubicBezTo>
                      <a:pt x="6263" y="5017"/>
                      <a:pt x="6597" y="4210"/>
                      <a:pt x="6597" y="3369"/>
                    </a:cubicBezTo>
                    <a:cubicBezTo>
                      <a:pt x="6597" y="2527"/>
                      <a:pt x="6263" y="1720"/>
                      <a:pt x="5668" y="1125"/>
                    </a:cubicBezTo>
                    <a:cubicBezTo>
                      <a:pt x="5073" y="530"/>
                      <a:pt x="4266" y="196"/>
                      <a:pt x="3425" y="196"/>
                    </a:cubicBezTo>
                    <a:cubicBezTo>
                      <a:pt x="2584" y="196"/>
                      <a:pt x="1778" y="530"/>
                      <a:pt x="1183" y="1125"/>
                    </a:cubicBezTo>
                    <a:cubicBezTo>
                      <a:pt x="588" y="1720"/>
                      <a:pt x="254" y="2527"/>
                      <a:pt x="254" y="3369"/>
                    </a:cubicBezTo>
                    <a:cubicBezTo>
                      <a:pt x="254" y="4210"/>
                      <a:pt x="588" y="5017"/>
                      <a:pt x="1183" y="5612"/>
                    </a:cubicBezTo>
                    <a:cubicBezTo>
                      <a:pt x="1778" y="6207"/>
                      <a:pt x="2584" y="6541"/>
                      <a:pt x="3425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22" name="Freeform: Shape 5021">
                <a:extLst>
                  <a:ext uri="{FF2B5EF4-FFF2-40B4-BE49-F238E27FC236}">
                    <a16:creationId xmlns:a16="http://schemas.microsoft.com/office/drawing/2014/main" id="{213D3EAC-D029-75EB-3B74-9B97C7A806B6}"/>
                  </a:ext>
                </a:extLst>
              </p:cNvPr>
              <p:cNvSpPr/>
              <p:nvPr/>
            </p:nvSpPr>
            <p:spPr>
              <a:xfrm>
                <a:off x="4071530" y="5968540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8 w 6343"/>
                  <a:gd name="connsiteY1" fmla="*/ 5612 h 6345"/>
                  <a:gd name="connsiteX2" fmla="*/ 6597 w 6343"/>
                  <a:gd name="connsiteY2" fmla="*/ 3369 h 6345"/>
                  <a:gd name="connsiteX3" fmla="*/ 5668 w 6343"/>
                  <a:gd name="connsiteY3" fmla="*/ 1125 h 6345"/>
                  <a:gd name="connsiteX4" fmla="*/ 3425 w 6343"/>
                  <a:gd name="connsiteY4" fmla="*/ 196 h 6345"/>
                  <a:gd name="connsiteX5" fmla="*/ 1183 w 6343"/>
                  <a:gd name="connsiteY5" fmla="*/ 1125 h 6345"/>
                  <a:gd name="connsiteX6" fmla="*/ 254 w 6343"/>
                  <a:gd name="connsiteY6" fmla="*/ 3369 h 6345"/>
                  <a:gd name="connsiteX7" fmla="*/ 1183 w 6343"/>
                  <a:gd name="connsiteY7" fmla="*/ 5612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6" y="6542"/>
                      <a:pt x="5073" y="6207"/>
                      <a:pt x="5668" y="5612"/>
                    </a:cubicBezTo>
                    <a:cubicBezTo>
                      <a:pt x="6263" y="5017"/>
                      <a:pt x="6597" y="4210"/>
                      <a:pt x="6597" y="3369"/>
                    </a:cubicBezTo>
                    <a:cubicBezTo>
                      <a:pt x="6597" y="2527"/>
                      <a:pt x="6263" y="1720"/>
                      <a:pt x="5668" y="1125"/>
                    </a:cubicBezTo>
                    <a:cubicBezTo>
                      <a:pt x="5073" y="530"/>
                      <a:pt x="4266" y="196"/>
                      <a:pt x="3425" y="196"/>
                    </a:cubicBezTo>
                    <a:cubicBezTo>
                      <a:pt x="2584" y="196"/>
                      <a:pt x="1777" y="530"/>
                      <a:pt x="1183" y="1125"/>
                    </a:cubicBezTo>
                    <a:cubicBezTo>
                      <a:pt x="588" y="1720"/>
                      <a:pt x="254" y="2527"/>
                      <a:pt x="254" y="3369"/>
                    </a:cubicBezTo>
                    <a:cubicBezTo>
                      <a:pt x="254" y="4210"/>
                      <a:pt x="588" y="5017"/>
                      <a:pt x="1183" y="5612"/>
                    </a:cubicBezTo>
                    <a:cubicBezTo>
                      <a:pt x="1777" y="6207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23" name="Freeform: Shape 5022">
                <a:extLst>
                  <a:ext uri="{FF2B5EF4-FFF2-40B4-BE49-F238E27FC236}">
                    <a16:creationId xmlns:a16="http://schemas.microsoft.com/office/drawing/2014/main" id="{3B0FBD70-7434-E977-238B-AACF1D98775E}"/>
                  </a:ext>
                </a:extLst>
              </p:cNvPr>
              <p:cNvSpPr/>
              <p:nvPr/>
            </p:nvSpPr>
            <p:spPr>
              <a:xfrm>
                <a:off x="4070882" y="5970687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8 w 6343"/>
                  <a:gd name="connsiteY1" fmla="*/ 5612 h 6345"/>
                  <a:gd name="connsiteX2" fmla="*/ 6597 w 6343"/>
                  <a:gd name="connsiteY2" fmla="*/ 3369 h 6345"/>
                  <a:gd name="connsiteX3" fmla="*/ 5668 w 6343"/>
                  <a:gd name="connsiteY3" fmla="*/ 1126 h 6345"/>
                  <a:gd name="connsiteX4" fmla="*/ 3425 w 6343"/>
                  <a:gd name="connsiteY4" fmla="*/ 196 h 6345"/>
                  <a:gd name="connsiteX5" fmla="*/ 1183 w 6343"/>
                  <a:gd name="connsiteY5" fmla="*/ 1126 h 6345"/>
                  <a:gd name="connsiteX6" fmla="*/ 254 w 6343"/>
                  <a:gd name="connsiteY6" fmla="*/ 3369 h 6345"/>
                  <a:gd name="connsiteX7" fmla="*/ 1183 w 6343"/>
                  <a:gd name="connsiteY7" fmla="*/ 5612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6" y="6542"/>
                      <a:pt x="5073" y="6207"/>
                      <a:pt x="5668" y="5612"/>
                    </a:cubicBezTo>
                    <a:cubicBezTo>
                      <a:pt x="6263" y="5017"/>
                      <a:pt x="6597" y="4210"/>
                      <a:pt x="6597" y="3369"/>
                    </a:cubicBezTo>
                    <a:cubicBezTo>
                      <a:pt x="6597" y="2528"/>
                      <a:pt x="6263" y="1721"/>
                      <a:pt x="5668" y="1126"/>
                    </a:cubicBezTo>
                    <a:cubicBezTo>
                      <a:pt x="5073" y="531"/>
                      <a:pt x="4266" y="196"/>
                      <a:pt x="3425" y="196"/>
                    </a:cubicBezTo>
                    <a:cubicBezTo>
                      <a:pt x="2584" y="196"/>
                      <a:pt x="1777" y="531"/>
                      <a:pt x="1183" y="1126"/>
                    </a:cubicBezTo>
                    <a:cubicBezTo>
                      <a:pt x="588" y="1721"/>
                      <a:pt x="254" y="2528"/>
                      <a:pt x="254" y="3369"/>
                    </a:cubicBezTo>
                    <a:cubicBezTo>
                      <a:pt x="254" y="4210"/>
                      <a:pt x="588" y="5017"/>
                      <a:pt x="1183" y="5612"/>
                    </a:cubicBezTo>
                    <a:cubicBezTo>
                      <a:pt x="1777" y="6207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24" name="Freeform: Shape 5023">
                <a:extLst>
                  <a:ext uri="{FF2B5EF4-FFF2-40B4-BE49-F238E27FC236}">
                    <a16:creationId xmlns:a16="http://schemas.microsoft.com/office/drawing/2014/main" id="{0F153293-2915-9722-4AEA-8B4EA2084051}"/>
                  </a:ext>
                </a:extLst>
              </p:cNvPr>
              <p:cNvSpPr/>
              <p:nvPr/>
            </p:nvSpPr>
            <p:spPr>
              <a:xfrm>
                <a:off x="4070425" y="5973087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8 w 6343"/>
                  <a:gd name="connsiteY1" fmla="*/ 5613 h 6345"/>
                  <a:gd name="connsiteX2" fmla="*/ 6597 w 6343"/>
                  <a:gd name="connsiteY2" fmla="*/ 3369 h 6345"/>
                  <a:gd name="connsiteX3" fmla="*/ 5668 w 6343"/>
                  <a:gd name="connsiteY3" fmla="*/ 1126 h 6345"/>
                  <a:gd name="connsiteX4" fmla="*/ 3425 w 6343"/>
                  <a:gd name="connsiteY4" fmla="*/ 196 h 6345"/>
                  <a:gd name="connsiteX5" fmla="*/ 1183 w 6343"/>
                  <a:gd name="connsiteY5" fmla="*/ 1126 h 6345"/>
                  <a:gd name="connsiteX6" fmla="*/ 254 w 6343"/>
                  <a:gd name="connsiteY6" fmla="*/ 3369 h 6345"/>
                  <a:gd name="connsiteX7" fmla="*/ 1183 w 6343"/>
                  <a:gd name="connsiteY7" fmla="*/ 5613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6" y="6542"/>
                      <a:pt x="5073" y="6208"/>
                      <a:pt x="5668" y="5613"/>
                    </a:cubicBezTo>
                    <a:cubicBezTo>
                      <a:pt x="6263" y="5018"/>
                      <a:pt x="6597" y="4211"/>
                      <a:pt x="6597" y="3369"/>
                    </a:cubicBezTo>
                    <a:cubicBezTo>
                      <a:pt x="6597" y="2528"/>
                      <a:pt x="6263" y="1721"/>
                      <a:pt x="5668" y="1126"/>
                    </a:cubicBezTo>
                    <a:cubicBezTo>
                      <a:pt x="5073" y="531"/>
                      <a:pt x="4266" y="196"/>
                      <a:pt x="3425" y="196"/>
                    </a:cubicBezTo>
                    <a:cubicBezTo>
                      <a:pt x="2584" y="196"/>
                      <a:pt x="1777" y="531"/>
                      <a:pt x="1183" y="1126"/>
                    </a:cubicBezTo>
                    <a:cubicBezTo>
                      <a:pt x="588" y="1721"/>
                      <a:pt x="254" y="2528"/>
                      <a:pt x="254" y="3369"/>
                    </a:cubicBezTo>
                    <a:cubicBezTo>
                      <a:pt x="254" y="4211"/>
                      <a:pt x="588" y="5018"/>
                      <a:pt x="1183" y="5613"/>
                    </a:cubicBezTo>
                    <a:cubicBezTo>
                      <a:pt x="1777" y="6208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25" name="Freeform: Shape 5024">
                <a:extLst>
                  <a:ext uri="{FF2B5EF4-FFF2-40B4-BE49-F238E27FC236}">
                    <a16:creationId xmlns:a16="http://schemas.microsoft.com/office/drawing/2014/main" id="{21D57E7F-A4EB-F02E-5633-AFBBBC2120AA}"/>
                  </a:ext>
                </a:extLst>
              </p:cNvPr>
              <p:cNvSpPr/>
              <p:nvPr/>
            </p:nvSpPr>
            <p:spPr>
              <a:xfrm>
                <a:off x="4076548" y="5983539"/>
                <a:ext cx="6343" cy="6345"/>
              </a:xfrm>
              <a:custGeom>
                <a:avLst/>
                <a:gdLst>
                  <a:gd name="connsiteX0" fmla="*/ 3426 w 6343"/>
                  <a:gd name="connsiteY0" fmla="*/ 6543 h 6345"/>
                  <a:gd name="connsiteX1" fmla="*/ 5668 w 6343"/>
                  <a:gd name="connsiteY1" fmla="*/ 5613 h 6345"/>
                  <a:gd name="connsiteX2" fmla="*/ 6597 w 6343"/>
                  <a:gd name="connsiteY2" fmla="*/ 3370 h 6345"/>
                  <a:gd name="connsiteX3" fmla="*/ 5668 w 6343"/>
                  <a:gd name="connsiteY3" fmla="*/ 1127 h 6345"/>
                  <a:gd name="connsiteX4" fmla="*/ 3426 w 6343"/>
                  <a:gd name="connsiteY4" fmla="*/ 197 h 6345"/>
                  <a:gd name="connsiteX5" fmla="*/ 1183 w 6343"/>
                  <a:gd name="connsiteY5" fmla="*/ 1127 h 6345"/>
                  <a:gd name="connsiteX6" fmla="*/ 254 w 6343"/>
                  <a:gd name="connsiteY6" fmla="*/ 3370 h 6345"/>
                  <a:gd name="connsiteX7" fmla="*/ 1183 w 6343"/>
                  <a:gd name="connsiteY7" fmla="*/ 5613 h 6345"/>
                  <a:gd name="connsiteX8" fmla="*/ 342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3"/>
                    </a:moveTo>
                    <a:cubicBezTo>
                      <a:pt x="4267" y="6543"/>
                      <a:pt x="5074" y="6208"/>
                      <a:pt x="5668" y="5613"/>
                    </a:cubicBezTo>
                    <a:cubicBezTo>
                      <a:pt x="6263" y="5018"/>
                      <a:pt x="6597" y="4211"/>
                      <a:pt x="6597" y="3370"/>
                    </a:cubicBezTo>
                    <a:cubicBezTo>
                      <a:pt x="6597" y="2529"/>
                      <a:pt x="6263" y="1722"/>
                      <a:pt x="5668" y="1127"/>
                    </a:cubicBezTo>
                    <a:cubicBezTo>
                      <a:pt x="5074" y="532"/>
                      <a:pt x="4267" y="197"/>
                      <a:pt x="3426" y="197"/>
                    </a:cubicBezTo>
                    <a:cubicBezTo>
                      <a:pt x="2585" y="197"/>
                      <a:pt x="1778" y="532"/>
                      <a:pt x="1183" y="1127"/>
                    </a:cubicBezTo>
                    <a:cubicBezTo>
                      <a:pt x="588" y="1722"/>
                      <a:pt x="254" y="2529"/>
                      <a:pt x="254" y="3370"/>
                    </a:cubicBezTo>
                    <a:cubicBezTo>
                      <a:pt x="254" y="4211"/>
                      <a:pt x="588" y="5018"/>
                      <a:pt x="1183" y="5613"/>
                    </a:cubicBezTo>
                    <a:cubicBezTo>
                      <a:pt x="1778" y="6208"/>
                      <a:pt x="2585" y="6543"/>
                      <a:pt x="342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26" name="Freeform: Shape 5025">
                <a:extLst>
                  <a:ext uri="{FF2B5EF4-FFF2-40B4-BE49-F238E27FC236}">
                    <a16:creationId xmlns:a16="http://schemas.microsoft.com/office/drawing/2014/main" id="{2C73DBA5-ED0D-BCDB-0A56-C34920ED1796}"/>
                  </a:ext>
                </a:extLst>
              </p:cNvPr>
              <p:cNvSpPr/>
              <p:nvPr/>
            </p:nvSpPr>
            <p:spPr>
              <a:xfrm>
                <a:off x="4074315" y="5983908"/>
                <a:ext cx="6343" cy="6345"/>
              </a:xfrm>
              <a:custGeom>
                <a:avLst/>
                <a:gdLst>
                  <a:gd name="connsiteX0" fmla="*/ 3426 w 6343"/>
                  <a:gd name="connsiteY0" fmla="*/ 6543 h 6345"/>
                  <a:gd name="connsiteX1" fmla="*/ 5668 w 6343"/>
                  <a:gd name="connsiteY1" fmla="*/ 5613 h 6345"/>
                  <a:gd name="connsiteX2" fmla="*/ 6597 w 6343"/>
                  <a:gd name="connsiteY2" fmla="*/ 3370 h 6345"/>
                  <a:gd name="connsiteX3" fmla="*/ 5668 w 6343"/>
                  <a:gd name="connsiteY3" fmla="*/ 1127 h 6345"/>
                  <a:gd name="connsiteX4" fmla="*/ 3426 w 6343"/>
                  <a:gd name="connsiteY4" fmla="*/ 197 h 6345"/>
                  <a:gd name="connsiteX5" fmla="*/ 1183 w 6343"/>
                  <a:gd name="connsiteY5" fmla="*/ 1127 h 6345"/>
                  <a:gd name="connsiteX6" fmla="*/ 254 w 6343"/>
                  <a:gd name="connsiteY6" fmla="*/ 3370 h 6345"/>
                  <a:gd name="connsiteX7" fmla="*/ 1183 w 6343"/>
                  <a:gd name="connsiteY7" fmla="*/ 5613 h 6345"/>
                  <a:gd name="connsiteX8" fmla="*/ 342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3"/>
                    </a:moveTo>
                    <a:cubicBezTo>
                      <a:pt x="4267" y="6543"/>
                      <a:pt x="5073" y="6208"/>
                      <a:pt x="5668" y="5613"/>
                    </a:cubicBezTo>
                    <a:cubicBezTo>
                      <a:pt x="6263" y="5019"/>
                      <a:pt x="6597" y="4211"/>
                      <a:pt x="6597" y="3370"/>
                    </a:cubicBezTo>
                    <a:cubicBezTo>
                      <a:pt x="6597" y="2529"/>
                      <a:pt x="6263" y="1722"/>
                      <a:pt x="5668" y="1127"/>
                    </a:cubicBezTo>
                    <a:cubicBezTo>
                      <a:pt x="5073" y="532"/>
                      <a:pt x="4267" y="197"/>
                      <a:pt x="3426" y="197"/>
                    </a:cubicBezTo>
                    <a:cubicBezTo>
                      <a:pt x="2584" y="197"/>
                      <a:pt x="1778" y="532"/>
                      <a:pt x="1183" y="1127"/>
                    </a:cubicBezTo>
                    <a:cubicBezTo>
                      <a:pt x="588" y="1722"/>
                      <a:pt x="254" y="2529"/>
                      <a:pt x="254" y="3370"/>
                    </a:cubicBezTo>
                    <a:cubicBezTo>
                      <a:pt x="254" y="4211"/>
                      <a:pt x="588" y="5019"/>
                      <a:pt x="1183" y="5613"/>
                    </a:cubicBezTo>
                    <a:cubicBezTo>
                      <a:pt x="1778" y="6208"/>
                      <a:pt x="2584" y="6543"/>
                      <a:pt x="342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27" name="Freeform: Shape 5026">
                <a:extLst>
                  <a:ext uri="{FF2B5EF4-FFF2-40B4-BE49-F238E27FC236}">
                    <a16:creationId xmlns:a16="http://schemas.microsoft.com/office/drawing/2014/main" id="{4245E4AF-5BB9-BC06-DCDF-77632ED6E9C3}"/>
                  </a:ext>
                </a:extLst>
              </p:cNvPr>
              <p:cNvSpPr/>
              <p:nvPr/>
            </p:nvSpPr>
            <p:spPr>
              <a:xfrm>
                <a:off x="4071821" y="5983931"/>
                <a:ext cx="6343" cy="6345"/>
              </a:xfrm>
              <a:custGeom>
                <a:avLst/>
                <a:gdLst>
                  <a:gd name="connsiteX0" fmla="*/ 3425 w 6343"/>
                  <a:gd name="connsiteY0" fmla="*/ 6543 h 6345"/>
                  <a:gd name="connsiteX1" fmla="*/ 5668 w 6343"/>
                  <a:gd name="connsiteY1" fmla="*/ 5613 h 6345"/>
                  <a:gd name="connsiteX2" fmla="*/ 6597 w 6343"/>
                  <a:gd name="connsiteY2" fmla="*/ 3370 h 6345"/>
                  <a:gd name="connsiteX3" fmla="*/ 5668 w 6343"/>
                  <a:gd name="connsiteY3" fmla="*/ 1127 h 6345"/>
                  <a:gd name="connsiteX4" fmla="*/ 3425 w 6343"/>
                  <a:gd name="connsiteY4" fmla="*/ 197 h 6345"/>
                  <a:gd name="connsiteX5" fmla="*/ 1183 w 6343"/>
                  <a:gd name="connsiteY5" fmla="*/ 1127 h 6345"/>
                  <a:gd name="connsiteX6" fmla="*/ 254 w 6343"/>
                  <a:gd name="connsiteY6" fmla="*/ 3370 h 6345"/>
                  <a:gd name="connsiteX7" fmla="*/ 1183 w 6343"/>
                  <a:gd name="connsiteY7" fmla="*/ 5613 h 6345"/>
                  <a:gd name="connsiteX8" fmla="*/ 342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3"/>
                    </a:moveTo>
                    <a:cubicBezTo>
                      <a:pt x="4266" y="6543"/>
                      <a:pt x="5073" y="6208"/>
                      <a:pt x="5668" y="5613"/>
                    </a:cubicBezTo>
                    <a:cubicBezTo>
                      <a:pt x="6263" y="5019"/>
                      <a:pt x="6597" y="4211"/>
                      <a:pt x="6597" y="3370"/>
                    </a:cubicBezTo>
                    <a:cubicBezTo>
                      <a:pt x="6597" y="2529"/>
                      <a:pt x="6263" y="1722"/>
                      <a:pt x="5668" y="1127"/>
                    </a:cubicBezTo>
                    <a:cubicBezTo>
                      <a:pt x="5073" y="532"/>
                      <a:pt x="4266" y="197"/>
                      <a:pt x="3425" y="197"/>
                    </a:cubicBezTo>
                    <a:cubicBezTo>
                      <a:pt x="2584" y="197"/>
                      <a:pt x="1777" y="532"/>
                      <a:pt x="1183" y="1127"/>
                    </a:cubicBezTo>
                    <a:cubicBezTo>
                      <a:pt x="588" y="1722"/>
                      <a:pt x="254" y="2529"/>
                      <a:pt x="254" y="3370"/>
                    </a:cubicBezTo>
                    <a:cubicBezTo>
                      <a:pt x="254" y="4211"/>
                      <a:pt x="588" y="5019"/>
                      <a:pt x="1183" y="5613"/>
                    </a:cubicBezTo>
                    <a:cubicBezTo>
                      <a:pt x="1777" y="6208"/>
                      <a:pt x="2584" y="6543"/>
                      <a:pt x="342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28" name="Freeform: Shape 5027">
                <a:extLst>
                  <a:ext uri="{FF2B5EF4-FFF2-40B4-BE49-F238E27FC236}">
                    <a16:creationId xmlns:a16="http://schemas.microsoft.com/office/drawing/2014/main" id="{DC7C3CBB-0CB4-D154-4615-4B42235B82C6}"/>
                  </a:ext>
                </a:extLst>
              </p:cNvPr>
              <p:cNvSpPr/>
              <p:nvPr/>
            </p:nvSpPr>
            <p:spPr>
              <a:xfrm>
                <a:off x="4069248" y="5983821"/>
                <a:ext cx="6343" cy="6345"/>
              </a:xfrm>
              <a:custGeom>
                <a:avLst/>
                <a:gdLst>
                  <a:gd name="connsiteX0" fmla="*/ 3425 w 6343"/>
                  <a:gd name="connsiteY0" fmla="*/ 6543 h 6345"/>
                  <a:gd name="connsiteX1" fmla="*/ 5668 w 6343"/>
                  <a:gd name="connsiteY1" fmla="*/ 5613 h 6345"/>
                  <a:gd name="connsiteX2" fmla="*/ 6597 w 6343"/>
                  <a:gd name="connsiteY2" fmla="*/ 3370 h 6345"/>
                  <a:gd name="connsiteX3" fmla="*/ 5668 w 6343"/>
                  <a:gd name="connsiteY3" fmla="*/ 1127 h 6345"/>
                  <a:gd name="connsiteX4" fmla="*/ 3425 w 6343"/>
                  <a:gd name="connsiteY4" fmla="*/ 197 h 6345"/>
                  <a:gd name="connsiteX5" fmla="*/ 1183 w 6343"/>
                  <a:gd name="connsiteY5" fmla="*/ 1127 h 6345"/>
                  <a:gd name="connsiteX6" fmla="*/ 254 w 6343"/>
                  <a:gd name="connsiteY6" fmla="*/ 3370 h 6345"/>
                  <a:gd name="connsiteX7" fmla="*/ 1183 w 6343"/>
                  <a:gd name="connsiteY7" fmla="*/ 5613 h 6345"/>
                  <a:gd name="connsiteX8" fmla="*/ 342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3"/>
                    </a:moveTo>
                    <a:cubicBezTo>
                      <a:pt x="4266" y="6543"/>
                      <a:pt x="5073" y="6208"/>
                      <a:pt x="5668" y="5613"/>
                    </a:cubicBezTo>
                    <a:cubicBezTo>
                      <a:pt x="6263" y="5019"/>
                      <a:pt x="6597" y="4211"/>
                      <a:pt x="6597" y="3370"/>
                    </a:cubicBezTo>
                    <a:cubicBezTo>
                      <a:pt x="6597" y="2529"/>
                      <a:pt x="6263" y="1722"/>
                      <a:pt x="5668" y="1127"/>
                    </a:cubicBezTo>
                    <a:cubicBezTo>
                      <a:pt x="5073" y="532"/>
                      <a:pt x="4266" y="197"/>
                      <a:pt x="3425" y="197"/>
                    </a:cubicBezTo>
                    <a:cubicBezTo>
                      <a:pt x="2584" y="197"/>
                      <a:pt x="1777" y="532"/>
                      <a:pt x="1183" y="1127"/>
                    </a:cubicBezTo>
                    <a:cubicBezTo>
                      <a:pt x="588" y="1722"/>
                      <a:pt x="254" y="2529"/>
                      <a:pt x="254" y="3370"/>
                    </a:cubicBezTo>
                    <a:cubicBezTo>
                      <a:pt x="254" y="4211"/>
                      <a:pt x="588" y="5019"/>
                      <a:pt x="1183" y="5613"/>
                    </a:cubicBezTo>
                    <a:cubicBezTo>
                      <a:pt x="1777" y="6208"/>
                      <a:pt x="2584" y="6543"/>
                      <a:pt x="342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29" name="Freeform: Shape 5028">
                <a:extLst>
                  <a:ext uri="{FF2B5EF4-FFF2-40B4-BE49-F238E27FC236}">
                    <a16:creationId xmlns:a16="http://schemas.microsoft.com/office/drawing/2014/main" id="{9135C544-E94B-6CF9-4E5C-01982D86B809}"/>
                  </a:ext>
                </a:extLst>
              </p:cNvPr>
              <p:cNvSpPr/>
              <p:nvPr/>
            </p:nvSpPr>
            <p:spPr>
              <a:xfrm>
                <a:off x="4066539" y="5983505"/>
                <a:ext cx="6343" cy="6345"/>
              </a:xfrm>
              <a:custGeom>
                <a:avLst/>
                <a:gdLst>
                  <a:gd name="connsiteX0" fmla="*/ 3425 w 6343"/>
                  <a:gd name="connsiteY0" fmla="*/ 6543 h 6345"/>
                  <a:gd name="connsiteX1" fmla="*/ 5668 w 6343"/>
                  <a:gd name="connsiteY1" fmla="*/ 5613 h 6345"/>
                  <a:gd name="connsiteX2" fmla="*/ 6596 w 6343"/>
                  <a:gd name="connsiteY2" fmla="*/ 3370 h 6345"/>
                  <a:gd name="connsiteX3" fmla="*/ 5668 w 6343"/>
                  <a:gd name="connsiteY3" fmla="*/ 1127 h 6345"/>
                  <a:gd name="connsiteX4" fmla="*/ 3425 w 6343"/>
                  <a:gd name="connsiteY4" fmla="*/ 197 h 6345"/>
                  <a:gd name="connsiteX5" fmla="*/ 1182 w 6343"/>
                  <a:gd name="connsiteY5" fmla="*/ 1127 h 6345"/>
                  <a:gd name="connsiteX6" fmla="*/ 253 w 6343"/>
                  <a:gd name="connsiteY6" fmla="*/ 3370 h 6345"/>
                  <a:gd name="connsiteX7" fmla="*/ 1182 w 6343"/>
                  <a:gd name="connsiteY7" fmla="*/ 5613 h 6345"/>
                  <a:gd name="connsiteX8" fmla="*/ 342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3"/>
                    </a:moveTo>
                    <a:cubicBezTo>
                      <a:pt x="4266" y="6543"/>
                      <a:pt x="5073" y="6208"/>
                      <a:pt x="5668" y="5613"/>
                    </a:cubicBezTo>
                    <a:cubicBezTo>
                      <a:pt x="6262" y="5018"/>
                      <a:pt x="6596" y="4211"/>
                      <a:pt x="6596" y="3370"/>
                    </a:cubicBezTo>
                    <a:cubicBezTo>
                      <a:pt x="6596" y="2529"/>
                      <a:pt x="6262" y="1722"/>
                      <a:pt x="5668" y="1127"/>
                    </a:cubicBezTo>
                    <a:cubicBezTo>
                      <a:pt x="5073" y="532"/>
                      <a:pt x="4266" y="197"/>
                      <a:pt x="3425" y="197"/>
                    </a:cubicBezTo>
                    <a:cubicBezTo>
                      <a:pt x="2584" y="197"/>
                      <a:pt x="1777" y="532"/>
                      <a:pt x="1182" y="1127"/>
                    </a:cubicBezTo>
                    <a:cubicBezTo>
                      <a:pt x="588" y="1722"/>
                      <a:pt x="253" y="2529"/>
                      <a:pt x="253" y="3370"/>
                    </a:cubicBezTo>
                    <a:cubicBezTo>
                      <a:pt x="253" y="4211"/>
                      <a:pt x="588" y="5018"/>
                      <a:pt x="1182" y="5613"/>
                    </a:cubicBezTo>
                    <a:cubicBezTo>
                      <a:pt x="1777" y="6208"/>
                      <a:pt x="2584" y="6543"/>
                      <a:pt x="342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30" name="Freeform: Shape 5029">
                <a:extLst>
                  <a:ext uri="{FF2B5EF4-FFF2-40B4-BE49-F238E27FC236}">
                    <a16:creationId xmlns:a16="http://schemas.microsoft.com/office/drawing/2014/main" id="{A02FF211-EC1A-8D40-F9C6-EFB5101E354F}"/>
                  </a:ext>
                </a:extLst>
              </p:cNvPr>
              <p:cNvSpPr/>
              <p:nvPr/>
            </p:nvSpPr>
            <p:spPr>
              <a:xfrm>
                <a:off x="4064557" y="5984093"/>
                <a:ext cx="6343" cy="6345"/>
              </a:xfrm>
              <a:custGeom>
                <a:avLst/>
                <a:gdLst>
                  <a:gd name="connsiteX0" fmla="*/ 3425 w 6343"/>
                  <a:gd name="connsiteY0" fmla="*/ 6543 h 6345"/>
                  <a:gd name="connsiteX1" fmla="*/ 5667 w 6343"/>
                  <a:gd name="connsiteY1" fmla="*/ 5614 h 6345"/>
                  <a:gd name="connsiteX2" fmla="*/ 6596 w 6343"/>
                  <a:gd name="connsiteY2" fmla="*/ 3370 h 6345"/>
                  <a:gd name="connsiteX3" fmla="*/ 5667 w 6343"/>
                  <a:gd name="connsiteY3" fmla="*/ 1127 h 6345"/>
                  <a:gd name="connsiteX4" fmla="*/ 3425 w 6343"/>
                  <a:gd name="connsiteY4" fmla="*/ 197 h 6345"/>
                  <a:gd name="connsiteX5" fmla="*/ 1182 w 6343"/>
                  <a:gd name="connsiteY5" fmla="*/ 1127 h 6345"/>
                  <a:gd name="connsiteX6" fmla="*/ 253 w 6343"/>
                  <a:gd name="connsiteY6" fmla="*/ 3370 h 6345"/>
                  <a:gd name="connsiteX7" fmla="*/ 1182 w 6343"/>
                  <a:gd name="connsiteY7" fmla="*/ 5614 h 6345"/>
                  <a:gd name="connsiteX8" fmla="*/ 342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3"/>
                    </a:moveTo>
                    <a:cubicBezTo>
                      <a:pt x="4266" y="6543"/>
                      <a:pt x="5073" y="6208"/>
                      <a:pt x="5667" y="5614"/>
                    </a:cubicBezTo>
                    <a:cubicBezTo>
                      <a:pt x="6262" y="5019"/>
                      <a:pt x="6596" y="4211"/>
                      <a:pt x="6596" y="3370"/>
                    </a:cubicBezTo>
                    <a:cubicBezTo>
                      <a:pt x="6596" y="2529"/>
                      <a:pt x="6262" y="1722"/>
                      <a:pt x="5667" y="1127"/>
                    </a:cubicBezTo>
                    <a:cubicBezTo>
                      <a:pt x="5073" y="532"/>
                      <a:pt x="4266" y="197"/>
                      <a:pt x="3425" y="197"/>
                    </a:cubicBezTo>
                    <a:cubicBezTo>
                      <a:pt x="2584" y="197"/>
                      <a:pt x="1777" y="532"/>
                      <a:pt x="1182" y="1127"/>
                    </a:cubicBezTo>
                    <a:cubicBezTo>
                      <a:pt x="587" y="1722"/>
                      <a:pt x="253" y="2529"/>
                      <a:pt x="253" y="3370"/>
                    </a:cubicBezTo>
                    <a:cubicBezTo>
                      <a:pt x="253" y="4211"/>
                      <a:pt x="587" y="5019"/>
                      <a:pt x="1182" y="5614"/>
                    </a:cubicBezTo>
                    <a:cubicBezTo>
                      <a:pt x="1777" y="6208"/>
                      <a:pt x="2584" y="6543"/>
                      <a:pt x="342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31" name="Freeform: Shape 5030">
                <a:extLst>
                  <a:ext uri="{FF2B5EF4-FFF2-40B4-BE49-F238E27FC236}">
                    <a16:creationId xmlns:a16="http://schemas.microsoft.com/office/drawing/2014/main" id="{5756309D-1BBE-2DBD-9A7B-898B27457C4B}"/>
                  </a:ext>
                </a:extLst>
              </p:cNvPr>
              <p:cNvSpPr/>
              <p:nvPr/>
            </p:nvSpPr>
            <p:spPr>
              <a:xfrm>
                <a:off x="4062263" y="5984256"/>
                <a:ext cx="6343" cy="6345"/>
              </a:xfrm>
              <a:custGeom>
                <a:avLst/>
                <a:gdLst>
                  <a:gd name="connsiteX0" fmla="*/ 3425 w 6343"/>
                  <a:gd name="connsiteY0" fmla="*/ 6543 h 6345"/>
                  <a:gd name="connsiteX1" fmla="*/ 5667 w 6343"/>
                  <a:gd name="connsiteY1" fmla="*/ 5614 h 6345"/>
                  <a:gd name="connsiteX2" fmla="*/ 6596 w 6343"/>
                  <a:gd name="connsiteY2" fmla="*/ 3370 h 6345"/>
                  <a:gd name="connsiteX3" fmla="*/ 5667 w 6343"/>
                  <a:gd name="connsiteY3" fmla="*/ 1127 h 6345"/>
                  <a:gd name="connsiteX4" fmla="*/ 3425 w 6343"/>
                  <a:gd name="connsiteY4" fmla="*/ 197 h 6345"/>
                  <a:gd name="connsiteX5" fmla="*/ 1182 w 6343"/>
                  <a:gd name="connsiteY5" fmla="*/ 1127 h 6345"/>
                  <a:gd name="connsiteX6" fmla="*/ 253 w 6343"/>
                  <a:gd name="connsiteY6" fmla="*/ 3370 h 6345"/>
                  <a:gd name="connsiteX7" fmla="*/ 1182 w 6343"/>
                  <a:gd name="connsiteY7" fmla="*/ 5614 h 6345"/>
                  <a:gd name="connsiteX8" fmla="*/ 342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3"/>
                    </a:moveTo>
                    <a:cubicBezTo>
                      <a:pt x="4266" y="6543"/>
                      <a:pt x="5072" y="6208"/>
                      <a:pt x="5667" y="5614"/>
                    </a:cubicBezTo>
                    <a:cubicBezTo>
                      <a:pt x="6262" y="5019"/>
                      <a:pt x="6596" y="4211"/>
                      <a:pt x="6596" y="3370"/>
                    </a:cubicBezTo>
                    <a:cubicBezTo>
                      <a:pt x="6596" y="2529"/>
                      <a:pt x="6262" y="1722"/>
                      <a:pt x="5667" y="1127"/>
                    </a:cubicBezTo>
                    <a:cubicBezTo>
                      <a:pt x="5072" y="532"/>
                      <a:pt x="4266" y="197"/>
                      <a:pt x="3425" y="197"/>
                    </a:cubicBezTo>
                    <a:cubicBezTo>
                      <a:pt x="2583" y="197"/>
                      <a:pt x="1777" y="532"/>
                      <a:pt x="1182" y="1127"/>
                    </a:cubicBezTo>
                    <a:cubicBezTo>
                      <a:pt x="587" y="1722"/>
                      <a:pt x="253" y="2529"/>
                      <a:pt x="253" y="3370"/>
                    </a:cubicBezTo>
                    <a:cubicBezTo>
                      <a:pt x="253" y="4211"/>
                      <a:pt x="587" y="5019"/>
                      <a:pt x="1182" y="5614"/>
                    </a:cubicBezTo>
                    <a:cubicBezTo>
                      <a:pt x="1777" y="6208"/>
                      <a:pt x="2583" y="6543"/>
                      <a:pt x="342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32" name="Freeform: Shape 5031">
                <a:extLst>
                  <a:ext uri="{FF2B5EF4-FFF2-40B4-BE49-F238E27FC236}">
                    <a16:creationId xmlns:a16="http://schemas.microsoft.com/office/drawing/2014/main" id="{D1430A15-B5A8-9A71-076F-62368E124C46}"/>
                  </a:ext>
                </a:extLst>
              </p:cNvPr>
              <p:cNvSpPr/>
              <p:nvPr/>
            </p:nvSpPr>
            <p:spPr>
              <a:xfrm>
                <a:off x="4045023" y="5964489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1 w 6343"/>
                  <a:gd name="connsiteY5" fmla="*/ 1125 h 6345"/>
                  <a:gd name="connsiteX6" fmla="*/ 252 w 6343"/>
                  <a:gd name="connsiteY6" fmla="*/ 3369 h 6345"/>
                  <a:gd name="connsiteX7" fmla="*/ 1181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9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1" y="1125"/>
                    </a:cubicBezTo>
                    <a:cubicBezTo>
                      <a:pt x="586" y="1720"/>
                      <a:pt x="252" y="2527"/>
                      <a:pt x="252" y="3369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33" name="Freeform: Shape 5032">
                <a:extLst>
                  <a:ext uri="{FF2B5EF4-FFF2-40B4-BE49-F238E27FC236}">
                    <a16:creationId xmlns:a16="http://schemas.microsoft.com/office/drawing/2014/main" id="{676B44BE-D939-BC2B-3699-BDC51B1152D3}"/>
                  </a:ext>
                </a:extLst>
              </p:cNvPr>
              <p:cNvSpPr/>
              <p:nvPr/>
            </p:nvSpPr>
            <p:spPr>
              <a:xfrm>
                <a:off x="4044174" y="5966294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1 w 6343"/>
                  <a:gd name="connsiteY5" fmla="*/ 1125 h 6345"/>
                  <a:gd name="connsiteX6" fmla="*/ 252 w 6343"/>
                  <a:gd name="connsiteY6" fmla="*/ 3369 h 6345"/>
                  <a:gd name="connsiteX7" fmla="*/ 1181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9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1" y="1125"/>
                    </a:cubicBezTo>
                    <a:cubicBezTo>
                      <a:pt x="586" y="1720"/>
                      <a:pt x="252" y="2527"/>
                      <a:pt x="252" y="3369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34" name="Freeform: Shape 5033">
                <a:extLst>
                  <a:ext uri="{FF2B5EF4-FFF2-40B4-BE49-F238E27FC236}">
                    <a16:creationId xmlns:a16="http://schemas.microsoft.com/office/drawing/2014/main" id="{92A0DD7F-D6B5-A52C-E1F8-711347632D5F}"/>
                  </a:ext>
                </a:extLst>
              </p:cNvPr>
              <p:cNvSpPr/>
              <p:nvPr/>
            </p:nvSpPr>
            <p:spPr>
              <a:xfrm>
                <a:off x="4043144" y="5967869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0 w 6343"/>
                  <a:gd name="connsiteY5" fmla="*/ 1125 h 6345"/>
                  <a:gd name="connsiteX6" fmla="*/ 252 w 6343"/>
                  <a:gd name="connsiteY6" fmla="*/ 3369 h 6345"/>
                  <a:gd name="connsiteX7" fmla="*/ 1180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0" y="5017"/>
                      <a:pt x="6595" y="4210"/>
                      <a:pt x="6595" y="3369"/>
                    </a:cubicBezTo>
                    <a:cubicBezTo>
                      <a:pt x="6595" y="2527"/>
                      <a:pt x="6260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0" y="1125"/>
                    </a:cubicBezTo>
                    <a:cubicBezTo>
                      <a:pt x="586" y="1720"/>
                      <a:pt x="252" y="2527"/>
                      <a:pt x="252" y="3369"/>
                    </a:cubicBezTo>
                    <a:cubicBezTo>
                      <a:pt x="252" y="4210"/>
                      <a:pt x="586" y="5017"/>
                      <a:pt x="1180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35" name="Freeform: Shape 5034">
                <a:extLst>
                  <a:ext uri="{FF2B5EF4-FFF2-40B4-BE49-F238E27FC236}">
                    <a16:creationId xmlns:a16="http://schemas.microsoft.com/office/drawing/2014/main" id="{E0B53D88-A964-C3F8-6356-960D792EEAD6}"/>
                  </a:ext>
                </a:extLst>
              </p:cNvPr>
              <p:cNvSpPr/>
              <p:nvPr/>
            </p:nvSpPr>
            <p:spPr>
              <a:xfrm>
                <a:off x="4043391" y="5971228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6 h 6345"/>
                  <a:gd name="connsiteX4" fmla="*/ 3423 w 6343"/>
                  <a:gd name="connsiteY4" fmla="*/ 196 h 6345"/>
                  <a:gd name="connsiteX5" fmla="*/ 1180 w 6343"/>
                  <a:gd name="connsiteY5" fmla="*/ 1126 h 6345"/>
                  <a:gd name="connsiteX6" fmla="*/ 252 w 6343"/>
                  <a:gd name="connsiteY6" fmla="*/ 3369 h 6345"/>
                  <a:gd name="connsiteX7" fmla="*/ 1180 w 6343"/>
                  <a:gd name="connsiteY7" fmla="*/ 5612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7"/>
                      <a:pt x="5666" y="5612"/>
                    </a:cubicBezTo>
                    <a:cubicBezTo>
                      <a:pt x="6260" y="5018"/>
                      <a:pt x="6595" y="4210"/>
                      <a:pt x="6595" y="3369"/>
                    </a:cubicBezTo>
                    <a:cubicBezTo>
                      <a:pt x="6595" y="2528"/>
                      <a:pt x="6260" y="1721"/>
                      <a:pt x="5666" y="1126"/>
                    </a:cubicBezTo>
                    <a:cubicBezTo>
                      <a:pt x="5071" y="531"/>
                      <a:pt x="4264" y="196"/>
                      <a:pt x="3423" y="196"/>
                    </a:cubicBezTo>
                    <a:cubicBezTo>
                      <a:pt x="2582" y="196"/>
                      <a:pt x="1775" y="531"/>
                      <a:pt x="1180" y="1126"/>
                    </a:cubicBezTo>
                    <a:cubicBezTo>
                      <a:pt x="586" y="1721"/>
                      <a:pt x="252" y="2528"/>
                      <a:pt x="252" y="3369"/>
                    </a:cubicBezTo>
                    <a:cubicBezTo>
                      <a:pt x="252" y="4210"/>
                      <a:pt x="586" y="5018"/>
                      <a:pt x="1180" y="5612"/>
                    </a:cubicBezTo>
                    <a:cubicBezTo>
                      <a:pt x="1775" y="6207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36" name="Freeform: Shape 5035">
                <a:extLst>
                  <a:ext uri="{FF2B5EF4-FFF2-40B4-BE49-F238E27FC236}">
                    <a16:creationId xmlns:a16="http://schemas.microsoft.com/office/drawing/2014/main" id="{4AB27DBA-FEDC-69EF-B1A8-04C897DCE684}"/>
                  </a:ext>
                </a:extLst>
              </p:cNvPr>
              <p:cNvSpPr/>
              <p:nvPr/>
            </p:nvSpPr>
            <p:spPr>
              <a:xfrm>
                <a:off x="4048831" y="5981927"/>
                <a:ext cx="6343" cy="6345"/>
              </a:xfrm>
              <a:custGeom>
                <a:avLst/>
                <a:gdLst>
                  <a:gd name="connsiteX0" fmla="*/ 3424 w 6343"/>
                  <a:gd name="connsiteY0" fmla="*/ 6543 h 6345"/>
                  <a:gd name="connsiteX1" fmla="*/ 5666 w 6343"/>
                  <a:gd name="connsiteY1" fmla="*/ 5613 h 6345"/>
                  <a:gd name="connsiteX2" fmla="*/ 6595 w 6343"/>
                  <a:gd name="connsiteY2" fmla="*/ 3370 h 6345"/>
                  <a:gd name="connsiteX3" fmla="*/ 5666 w 6343"/>
                  <a:gd name="connsiteY3" fmla="*/ 1126 h 6345"/>
                  <a:gd name="connsiteX4" fmla="*/ 3424 w 6343"/>
                  <a:gd name="connsiteY4" fmla="*/ 197 h 6345"/>
                  <a:gd name="connsiteX5" fmla="*/ 1181 w 6343"/>
                  <a:gd name="connsiteY5" fmla="*/ 1126 h 6345"/>
                  <a:gd name="connsiteX6" fmla="*/ 252 w 6343"/>
                  <a:gd name="connsiteY6" fmla="*/ 3370 h 6345"/>
                  <a:gd name="connsiteX7" fmla="*/ 1181 w 6343"/>
                  <a:gd name="connsiteY7" fmla="*/ 5613 h 6345"/>
                  <a:gd name="connsiteX8" fmla="*/ 342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3"/>
                    </a:moveTo>
                    <a:cubicBezTo>
                      <a:pt x="4265" y="6543"/>
                      <a:pt x="5071" y="6208"/>
                      <a:pt x="5666" y="5613"/>
                    </a:cubicBezTo>
                    <a:cubicBezTo>
                      <a:pt x="6261" y="5018"/>
                      <a:pt x="6595" y="4211"/>
                      <a:pt x="6595" y="3370"/>
                    </a:cubicBezTo>
                    <a:cubicBezTo>
                      <a:pt x="6595" y="2528"/>
                      <a:pt x="6261" y="1721"/>
                      <a:pt x="5666" y="1126"/>
                    </a:cubicBezTo>
                    <a:cubicBezTo>
                      <a:pt x="5071" y="531"/>
                      <a:pt x="4265" y="197"/>
                      <a:pt x="3424" y="197"/>
                    </a:cubicBezTo>
                    <a:cubicBezTo>
                      <a:pt x="2582" y="197"/>
                      <a:pt x="1776" y="531"/>
                      <a:pt x="1181" y="1126"/>
                    </a:cubicBezTo>
                    <a:cubicBezTo>
                      <a:pt x="586" y="1721"/>
                      <a:pt x="252" y="2528"/>
                      <a:pt x="252" y="3370"/>
                    </a:cubicBezTo>
                    <a:cubicBezTo>
                      <a:pt x="252" y="4211"/>
                      <a:pt x="586" y="5018"/>
                      <a:pt x="1181" y="5613"/>
                    </a:cubicBezTo>
                    <a:cubicBezTo>
                      <a:pt x="1776" y="6208"/>
                      <a:pt x="2582" y="6543"/>
                      <a:pt x="342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37" name="Freeform: Shape 5036">
                <a:extLst>
                  <a:ext uri="{FF2B5EF4-FFF2-40B4-BE49-F238E27FC236}">
                    <a16:creationId xmlns:a16="http://schemas.microsoft.com/office/drawing/2014/main" id="{776DD16B-FDDA-749E-341C-60BE744F15D0}"/>
                  </a:ext>
                </a:extLst>
              </p:cNvPr>
              <p:cNvSpPr/>
              <p:nvPr/>
            </p:nvSpPr>
            <p:spPr>
              <a:xfrm>
                <a:off x="4046615" y="5982005"/>
                <a:ext cx="6343" cy="6345"/>
              </a:xfrm>
              <a:custGeom>
                <a:avLst/>
                <a:gdLst>
                  <a:gd name="connsiteX0" fmla="*/ 3423 w 6343"/>
                  <a:gd name="connsiteY0" fmla="*/ 6543 h 6345"/>
                  <a:gd name="connsiteX1" fmla="*/ 5666 w 6343"/>
                  <a:gd name="connsiteY1" fmla="*/ 5613 h 6345"/>
                  <a:gd name="connsiteX2" fmla="*/ 6595 w 6343"/>
                  <a:gd name="connsiteY2" fmla="*/ 3370 h 6345"/>
                  <a:gd name="connsiteX3" fmla="*/ 5666 w 6343"/>
                  <a:gd name="connsiteY3" fmla="*/ 1126 h 6345"/>
                  <a:gd name="connsiteX4" fmla="*/ 3423 w 6343"/>
                  <a:gd name="connsiteY4" fmla="*/ 197 h 6345"/>
                  <a:gd name="connsiteX5" fmla="*/ 1181 w 6343"/>
                  <a:gd name="connsiteY5" fmla="*/ 1126 h 6345"/>
                  <a:gd name="connsiteX6" fmla="*/ 252 w 6343"/>
                  <a:gd name="connsiteY6" fmla="*/ 3370 h 6345"/>
                  <a:gd name="connsiteX7" fmla="*/ 1181 w 6343"/>
                  <a:gd name="connsiteY7" fmla="*/ 5613 h 6345"/>
                  <a:gd name="connsiteX8" fmla="*/ 342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3"/>
                    </a:moveTo>
                    <a:cubicBezTo>
                      <a:pt x="4264" y="6543"/>
                      <a:pt x="5071" y="6208"/>
                      <a:pt x="5666" y="5613"/>
                    </a:cubicBezTo>
                    <a:cubicBezTo>
                      <a:pt x="6261" y="5018"/>
                      <a:pt x="6595" y="4211"/>
                      <a:pt x="6595" y="3370"/>
                    </a:cubicBezTo>
                    <a:cubicBezTo>
                      <a:pt x="6595" y="2528"/>
                      <a:pt x="6261" y="1721"/>
                      <a:pt x="5666" y="1126"/>
                    </a:cubicBezTo>
                    <a:cubicBezTo>
                      <a:pt x="5071" y="531"/>
                      <a:pt x="4264" y="197"/>
                      <a:pt x="3423" y="197"/>
                    </a:cubicBezTo>
                    <a:cubicBezTo>
                      <a:pt x="2582" y="197"/>
                      <a:pt x="1775" y="531"/>
                      <a:pt x="1181" y="1126"/>
                    </a:cubicBezTo>
                    <a:cubicBezTo>
                      <a:pt x="586" y="1721"/>
                      <a:pt x="252" y="2528"/>
                      <a:pt x="252" y="3370"/>
                    </a:cubicBezTo>
                    <a:cubicBezTo>
                      <a:pt x="252" y="4211"/>
                      <a:pt x="586" y="5018"/>
                      <a:pt x="1181" y="5613"/>
                    </a:cubicBezTo>
                    <a:cubicBezTo>
                      <a:pt x="1775" y="6208"/>
                      <a:pt x="2582" y="6543"/>
                      <a:pt x="342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38" name="Freeform: Shape 5037">
                <a:extLst>
                  <a:ext uri="{FF2B5EF4-FFF2-40B4-BE49-F238E27FC236}">
                    <a16:creationId xmlns:a16="http://schemas.microsoft.com/office/drawing/2014/main" id="{816970F9-BAC9-E7EF-0957-751EB7451F9C}"/>
                  </a:ext>
                </a:extLst>
              </p:cNvPr>
              <p:cNvSpPr/>
              <p:nvPr/>
            </p:nvSpPr>
            <p:spPr>
              <a:xfrm>
                <a:off x="4044271" y="5981871"/>
                <a:ext cx="6343" cy="6345"/>
              </a:xfrm>
              <a:custGeom>
                <a:avLst/>
                <a:gdLst>
                  <a:gd name="connsiteX0" fmla="*/ 3423 w 6343"/>
                  <a:gd name="connsiteY0" fmla="*/ 6543 h 6345"/>
                  <a:gd name="connsiteX1" fmla="*/ 5666 w 6343"/>
                  <a:gd name="connsiteY1" fmla="*/ 5613 h 6345"/>
                  <a:gd name="connsiteX2" fmla="*/ 6595 w 6343"/>
                  <a:gd name="connsiteY2" fmla="*/ 3370 h 6345"/>
                  <a:gd name="connsiteX3" fmla="*/ 5666 w 6343"/>
                  <a:gd name="connsiteY3" fmla="*/ 1126 h 6345"/>
                  <a:gd name="connsiteX4" fmla="*/ 3423 w 6343"/>
                  <a:gd name="connsiteY4" fmla="*/ 197 h 6345"/>
                  <a:gd name="connsiteX5" fmla="*/ 1181 w 6343"/>
                  <a:gd name="connsiteY5" fmla="*/ 1126 h 6345"/>
                  <a:gd name="connsiteX6" fmla="*/ 252 w 6343"/>
                  <a:gd name="connsiteY6" fmla="*/ 3370 h 6345"/>
                  <a:gd name="connsiteX7" fmla="*/ 1181 w 6343"/>
                  <a:gd name="connsiteY7" fmla="*/ 5613 h 6345"/>
                  <a:gd name="connsiteX8" fmla="*/ 342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3"/>
                    </a:moveTo>
                    <a:cubicBezTo>
                      <a:pt x="4264" y="6543"/>
                      <a:pt x="5071" y="6208"/>
                      <a:pt x="5666" y="5613"/>
                    </a:cubicBezTo>
                    <a:cubicBezTo>
                      <a:pt x="6261" y="5018"/>
                      <a:pt x="6595" y="4211"/>
                      <a:pt x="6595" y="3370"/>
                    </a:cubicBezTo>
                    <a:cubicBezTo>
                      <a:pt x="6595" y="2528"/>
                      <a:pt x="6261" y="1721"/>
                      <a:pt x="5666" y="1126"/>
                    </a:cubicBezTo>
                    <a:cubicBezTo>
                      <a:pt x="5071" y="531"/>
                      <a:pt x="4264" y="197"/>
                      <a:pt x="3423" y="197"/>
                    </a:cubicBezTo>
                    <a:cubicBezTo>
                      <a:pt x="2582" y="197"/>
                      <a:pt x="1775" y="531"/>
                      <a:pt x="1181" y="1126"/>
                    </a:cubicBezTo>
                    <a:cubicBezTo>
                      <a:pt x="586" y="1721"/>
                      <a:pt x="252" y="2528"/>
                      <a:pt x="252" y="3370"/>
                    </a:cubicBezTo>
                    <a:cubicBezTo>
                      <a:pt x="252" y="4211"/>
                      <a:pt x="586" y="5018"/>
                      <a:pt x="1181" y="5613"/>
                    </a:cubicBezTo>
                    <a:cubicBezTo>
                      <a:pt x="1775" y="6208"/>
                      <a:pt x="2582" y="6543"/>
                      <a:pt x="342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39" name="Freeform: Shape 5038">
                <a:extLst>
                  <a:ext uri="{FF2B5EF4-FFF2-40B4-BE49-F238E27FC236}">
                    <a16:creationId xmlns:a16="http://schemas.microsoft.com/office/drawing/2014/main" id="{F1C196C9-6CCE-7450-606D-6426CA5E5047}"/>
                  </a:ext>
                </a:extLst>
              </p:cNvPr>
              <p:cNvSpPr/>
              <p:nvPr/>
            </p:nvSpPr>
            <p:spPr>
              <a:xfrm>
                <a:off x="4041325" y="5980829"/>
                <a:ext cx="6343" cy="6345"/>
              </a:xfrm>
              <a:custGeom>
                <a:avLst/>
                <a:gdLst>
                  <a:gd name="connsiteX0" fmla="*/ 3423 w 6343"/>
                  <a:gd name="connsiteY0" fmla="*/ 6543 h 6345"/>
                  <a:gd name="connsiteX1" fmla="*/ 5666 w 6343"/>
                  <a:gd name="connsiteY1" fmla="*/ 5613 h 6345"/>
                  <a:gd name="connsiteX2" fmla="*/ 6594 w 6343"/>
                  <a:gd name="connsiteY2" fmla="*/ 3370 h 6345"/>
                  <a:gd name="connsiteX3" fmla="*/ 5666 w 6343"/>
                  <a:gd name="connsiteY3" fmla="*/ 1126 h 6345"/>
                  <a:gd name="connsiteX4" fmla="*/ 3423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3"/>
                    </a:moveTo>
                    <a:cubicBezTo>
                      <a:pt x="4264" y="6543"/>
                      <a:pt x="5071" y="6208"/>
                      <a:pt x="5666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8"/>
                      <a:pt x="6260" y="1721"/>
                      <a:pt x="5666" y="1126"/>
                    </a:cubicBezTo>
                    <a:cubicBezTo>
                      <a:pt x="5071" y="531"/>
                      <a:pt x="4264" y="197"/>
                      <a:pt x="3423" y="197"/>
                    </a:cubicBezTo>
                    <a:cubicBezTo>
                      <a:pt x="2582" y="197"/>
                      <a:pt x="1775" y="531"/>
                      <a:pt x="1180" y="1126"/>
                    </a:cubicBezTo>
                    <a:cubicBezTo>
                      <a:pt x="586" y="1721"/>
                      <a:pt x="251" y="2528"/>
                      <a:pt x="251" y="3370"/>
                    </a:cubicBezTo>
                    <a:cubicBezTo>
                      <a:pt x="251" y="4211"/>
                      <a:pt x="586" y="5018"/>
                      <a:pt x="1180" y="5613"/>
                    </a:cubicBezTo>
                    <a:cubicBezTo>
                      <a:pt x="1775" y="6208"/>
                      <a:pt x="2582" y="6543"/>
                      <a:pt x="342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40" name="Freeform: Shape 5039">
                <a:extLst>
                  <a:ext uri="{FF2B5EF4-FFF2-40B4-BE49-F238E27FC236}">
                    <a16:creationId xmlns:a16="http://schemas.microsoft.com/office/drawing/2014/main" id="{43694D02-D0E1-39EE-36DA-429E86F913A6}"/>
                  </a:ext>
                </a:extLst>
              </p:cNvPr>
              <p:cNvSpPr/>
              <p:nvPr/>
            </p:nvSpPr>
            <p:spPr>
              <a:xfrm>
                <a:off x="4038030" y="5979217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3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8"/>
                      <a:pt x="5665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1" y="531"/>
                      <a:pt x="4264" y="197"/>
                      <a:pt x="3423" y="197"/>
                    </a:cubicBezTo>
                    <a:cubicBezTo>
                      <a:pt x="2582" y="197"/>
                      <a:pt x="1775" y="531"/>
                      <a:pt x="1180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5" y="6208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41" name="Freeform: Shape 5040">
                <a:extLst>
                  <a:ext uri="{FF2B5EF4-FFF2-40B4-BE49-F238E27FC236}">
                    <a16:creationId xmlns:a16="http://schemas.microsoft.com/office/drawing/2014/main" id="{CB34EDDA-D1B7-5209-9BE2-F0070DE2C5A8}"/>
                  </a:ext>
                </a:extLst>
              </p:cNvPr>
              <p:cNvSpPr/>
              <p:nvPr/>
            </p:nvSpPr>
            <p:spPr>
              <a:xfrm>
                <a:off x="4035309" y="5978392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4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4" y="197"/>
                      <a:pt x="3422" y="197"/>
                    </a:cubicBezTo>
                    <a:cubicBezTo>
                      <a:pt x="2581" y="197"/>
                      <a:pt x="1775" y="531"/>
                      <a:pt x="1180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5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42" name="Freeform: Shape 5041">
                <a:extLst>
                  <a:ext uri="{FF2B5EF4-FFF2-40B4-BE49-F238E27FC236}">
                    <a16:creationId xmlns:a16="http://schemas.microsoft.com/office/drawing/2014/main" id="{EBB4E317-2EE6-3E39-8DD8-111C6BE9CE15}"/>
                  </a:ext>
                </a:extLst>
              </p:cNvPr>
              <p:cNvSpPr/>
              <p:nvPr/>
            </p:nvSpPr>
            <p:spPr>
              <a:xfrm>
                <a:off x="4032346" y="5977151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80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43" name="Freeform: Shape 5042">
                <a:extLst>
                  <a:ext uri="{FF2B5EF4-FFF2-40B4-BE49-F238E27FC236}">
                    <a16:creationId xmlns:a16="http://schemas.microsoft.com/office/drawing/2014/main" id="{A0846F86-619A-412D-7021-325D871E62B5}"/>
                  </a:ext>
                </a:extLst>
              </p:cNvPr>
              <p:cNvSpPr/>
              <p:nvPr/>
            </p:nvSpPr>
            <p:spPr>
              <a:xfrm>
                <a:off x="4030554" y="5977653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1 w 6343"/>
                  <a:gd name="connsiteY6" fmla="*/ 3370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70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44" name="Freeform: Shape 5043">
                <a:extLst>
                  <a:ext uri="{FF2B5EF4-FFF2-40B4-BE49-F238E27FC236}">
                    <a16:creationId xmlns:a16="http://schemas.microsoft.com/office/drawing/2014/main" id="{879BD532-E889-BDC8-B5B1-17FF6C158947}"/>
                  </a:ext>
                </a:extLst>
              </p:cNvPr>
              <p:cNvSpPr/>
              <p:nvPr/>
            </p:nvSpPr>
            <p:spPr>
              <a:xfrm>
                <a:off x="4028991" y="5978496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70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70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0" y="2528"/>
                      <a:pt x="250" y="3370"/>
                    </a:cubicBezTo>
                    <a:cubicBezTo>
                      <a:pt x="250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45" name="Freeform: Shape 5044">
                <a:extLst>
                  <a:ext uri="{FF2B5EF4-FFF2-40B4-BE49-F238E27FC236}">
                    <a16:creationId xmlns:a16="http://schemas.microsoft.com/office/drawing/2014/main" id="{CF3B4319-4403-8A87-A9D2-CE4A1BEAA54A}"/>
                  </a:ext>
                </a:extLst>
              </p:cNvPr>
              <p:cNvSpPr/>
              <p:nvPr/>
            </p:nvSpPr>
            <p:spPr>
              <a:xfrm>
                <a:off x="4027423" y="5979330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70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70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70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70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46" name="Freeform: Shape 5045">
                <a:extLst>
                  <a:ext uri="{FF2B5EF4-FFF2-40B4-BE49-F238E27FC236}">
                    <a16:creationId xmlns:a16="http://schemas.microsoft.com/office/drawing/2014/main" id="{DC143276-87FD-7EDD-6408-82A4EBCF3A80}"/>
                  </a:ext>
                </a:extLst>
              </p:cNvPr>
              <p:cNvSpPr/>
              <p:nvPr/>
            </p:nvSpPr>
            <p:spPr>
              <a:xfrm>
                <a:off x="4069389" y="6049880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8 w 6343"/>
                  <a:gd name="connsiteY1" fmla="*/ 5619 h 6345"/>
                  <a:gd name="connsiteX2" fmla="*/ 6597 w 6343"/>
                  <a:gd name="connsiteY2" fmla="*/ 3375 h 6345"/>
                  <a:gd name="connsiteX3" fmla="*/ 5668 w 6343"/>
                  <a:gd name="connsiteY3" fmla="*/ 1132 h 6345"/>
                  <a:gd name="connsiteX4" fmla="*/ 3425 w 6343"/>
                  <a:gd name="connsiteY4" fmla="*/ 203 h 6345"/>
                  <a:gd name="connsiteX5" fmla="*/ 1183 w 6343"/>
                  <a:gd name="connsiteY5" fmla="*/ 1132 h 6345"/>
                  <a:gd name="connsiteX6" fmla="*/ 254 w 6343"/>
                  <a:gd name="connsiteY6" fmla="*/ 3375 h 6345"/>
                  <a:gd name="connsiteX7" fmla="*/ 1183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3" y="6214"/>
                      <a:pt x="5668" y="5619"/>
                    </a:cubicBezTo>
                    <a:cubicBezTo>
                      <a:pt x="6263" y="5024"/>
                      <a:pt x="6597" y="4217"/>
                      <a:pt x="6597" y="3375"/>
                    </a:cubicBezTo>
                    <a:cubicBezTo>
                      <a:pt x="6597" y="2534"/>
                      <a:pt x="6263" y="1727"/>
                      <a:pt x="5668" y="1132"/>
                    </a:cubicBezTo>
                    <a:cubicBezTo>
                      <a:pt x="5073" y="537"/>
                      <a:pt x="4266" y="203"/>
                      <a:pt x="3425" y="203"/>
                    </a:cubicBezTo>
                    <a:cubicBezTo>
                      <a:pt x="2584" y="203"/>
                      <a:pt x="1777" y="537"/>
                      <a:pt x="1183" y="1132"/>
                    </a:cubicBezTo>
                    <a:cubicBezTo>
                      <a:pt x="588" y="1727"/>
                      <a:pt x="254" y="2534"/>
                      <a:pt x="254" y="3375"/>
                    </a:cubicBezTo>
                    <a:cubicBezTo>
                      <a:pt x="254" y="4217"/>
                      <a:pt x="588" y="5024"/>
                      <a:pt x="1183" y="5619"/>
                    </a:cubicBezTo>
                    <a:cubicBezTo>
                      <a:pt x="1777" y="6214"/>
                      <a:pt x="2584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47" name="Freeform: Shape 5046">
                <a:extLst>
                  <a:ext uri="{FF2B5EF4-FFF2-40B4-BE49-F238E27FC236}">
                    <a16:creationId xmlns:a16="http://schemas.microsoft.com/office/drawing/2014/main" id="{C66DAC6E-7949-4232-6165-F729802EC342}"/>
                  </a:ext>
                </a:extLst>
              </p:cNvPr>
              <p:cNvSpPr/>
              <p:nvPr/>
            </p:nvSpPr>
            <p:spPr>
              <a:xfrm>
                <a:off x="4067064" y="6050440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8 w 6343"/>
                  <a:gd name="connsiteY1" fmla="*/ 5619 h 6345"/>
                  <a:gd name="connsiteX2" fmla="*/ 6597 w 6343"/>
                  <a:gd name="connsiteY2" fmla="*/ 3375 h 6345"/>
                  <a:gd name="connsiteX3" fmla="*/ 5668 w 6343"/>
                  <a:gd name="connsiteY3" fmla="*/ 1132 h 6345"/>
                  <a:gd name="connsiteX4" fmla="*/ 3425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3" y="6214"/>
                      <a:pt x="5668" y="5619"/>
                    </a:cubicBezTo>
                    <a:cubicBezTo>
                      <a:pt x="6262" y="5024"/>
                      <a:pt x="6597" y="4217"/>
                      <a:pt x="6597" y="3375"/>
                    </a:cubicBezTo>
                    <a:cubicBezTo>
                      <a:pt x="6597" y="2534"/>
                      <a:pt x="6262" y="1727"/>
                      <a:pt x="5668" y="1132"/>
                    </a:cubicBezTo>
                    <a:cubicBezTo>
                      <a:pt x="5073" y="537"/>
                      <a:pt x="4266" y="203"/>
                      <a:pt x="3425" y="203"/>
                    </a:cubicBezTo>
                    <a:cubicBezTo>
                      <a:pt x="2584" y="203"/>
                      <a:pt x="1777" y="537"/>
                      <a:pt x="1182" y="1132"/>
                    </a:cubicBezTo>
                    <a:cubicBezTo>
                      <a:pt x="588" y="1727"/>
                      <a:pt x="253" y="2534"/>
                      <a:pt x="253" y="3375"/>
                    </a:cubicBezTo>
                    <a:cubicBezTo>
                      <a:pt x="253" y="4217"/>
                      <a:pt x="588" y="5024"/>
                      <a:pt x="1182" y="5619"/>
                    </a:cubicBezTo>
                    <a:cubicBezTo>
                      <a:pt x="1777" y="6214"/>
                      <a:pt x="2584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48" name="Freeform: Shape 5047">
                <a:extLst>
                  <a:ext uri="{FF2B5EF4-FFF2-40B4-BE49-F238E27FC236}">
                    <a16:creationId xmlns:a16="http://schemas.microsoft.com/office/drawing/2014/main" id="{E47BA5C2-B82C-4B8A-7E56-000425ECD612}"/>
                  </a:ext>
                </a:extLst>
              </p:cNvPr>
              <p:cNvSpPr/>
              <p:nvPr/>
            </p:nvSpPr>
            <p:spPr>
              <a:xfrm>
                <a:off x="4064131" y="6049981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5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3" y="6214"/>
                      <a:pt x="5667" y="5619"/>
                    </a:cubicBezTo>
                    <a:cubicBezTo>
                      <a:pt x="6262" y="5024"/>
                      <a:pt x="6596" y="4217"/>
                      <a:pt x="6596" y="3375"/>
                    </a:cubicBezTo>
                    <a:cubicBezTo>
                      <a:pt x="6596" y="2534"/>
                      <a:pt x="6262" y="1727"/>
                      <a:pt x="5667" y="1132"/>
                    </a:cubicBezTo>
                    <a:cubicBezTo>
                      <a:pt x="5073" y="537"/>
                      <a:pt x="4266" y="203"/>
                      <a:pt x="3425" y="203"/>
                    </a:cubicBezTo>
                    <a:cubicBezTo>
                      <a:pt x="2584" y="203"/>
                      <a:pt x="1777" y="537"/>
                      <a:pt x="1182" y="1132"/>
                    </a:cubicBezTo>
                    <a:cubicBezTo>
                      <a:pt x="587" y="1727"/>
                      <a:pt x="253" y="2534"/>
                      <a:pt x="253" y="3375"/>
                    </a:cubicBezTo>
                    <a:cubicBezTo>
                      <a:pt x="253" y="4217"/>
                      <a:pt x="587" y="5024"/>
                      <a:pt x="1182" y="5619"/>
                    </a:cubicBezTo>
                    <a:cubicBezTo>
                      <a:pt x="1777" y="6214"/>
                      <a:pt x="2584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49" name="Freeform: Shape 5048">
                <a:extLst>
                  <a:ext uri="{FF2B5EF4-FFF2-40B4-BE49-F238E27FC236}">
                    <a16:creationId xmlns:a16="http://schemas.microsoft.com/office/drawing/2014/main" id="{285B4302-8DFB-49BA-9296-411DFB29BBCE}"/>
                  </a:ext>
                </a:extLst>
              </p:cNvPr>
              <p:cNvSpPr/>
              <p:nvPr/>
            </p:nvSpPr>
            <p:spPr>
              <a:xfrm>
                <a:off x="4061380" y="6049781"/>
                <a:ext cx="6343" cy="6345"/>
              </a:xfrm>
              <a:custGeom>
                <a:avLst/>
                <a:gdLst>
                  <a:gd name="connsiteX0" fmla="*/ 3425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5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5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8"/>
                    </a:moveTo>
                    <a:cubicBezTo>
                      <a:pt x="4266" y="6548"/>
                      <a:pt x="5072" y="6214"/>
                      <a:pt x="5667" y="5619"/>
                    </a:cubicBezTo>
                    <a:cubicBezTo>
                      <a:pt x="6262" y="5024"/>
                      <a:pt x="6596" y="4217"/>
                      <a:pt x="6596" y="3375"/>
                    </a:cubicBezTo>
                    <a:cubicBezTo>
                      <a:pt x="6596" y="2534"/>
                      <a:pt x="6262" y="1727"/>
                      <a:pt x="5667" y="1132"/>
                    </a:cubicBezTo>
                    <a:cubicBezTo>
                      <a:pt x="5072" y="537"/>
                      <a:pt x="4266" y="203"/>
                      <a:pt x="3425" y="203"/>
                    </a:cubicBezTo>
                    <a:cubicBezTo>
                      <a:pt x="2583" y="203"/>
                      <a:pt x="1777" y="537"/>
                      <a:pt x="1182" y="1132"/>
                    </a:cubicBezTo>
                    <a:cubicBezTo>
                      <a:pt x="587" y="1727"/>
                      <a:pt x="253" y="2534"/>
                      <a:pt x="253" y="3375"/>
                    </a:cubicBezTo>
                    <a:cubicBezTo>
                      <a:pt x="253" y="4217"/>
                      <a:pt x="587" y="5024"/>
                      <a:pt x="1182" y="5619"/>
                    </a:cubicBezTo>
                    <a:cubicBezTo>
                      <a:pt x="1777" y="6214"/>
                      <a:pt x="2583" y="6548"/>
                      <a:pt x="342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50" name="Freeform: Shape 5049">
                <a:extLst>
                  <a:ext uri="{FF2B5EF4-FFF2-40B4-BE49-F238E27FC236}">
                    <a16:creationId xmlns:a16="http://schemas.microsoft.com/office/drawing/2014/main" id="{D95BF49C-EE4E-21BA-46F2-EB84394F1B1C}"/>
                  </a:ext>
                </a:extLst>
              </p:cNvPr>
              <p:cNvSpPr/>
              <p:nvPr/>
            </p:nvSpPr>
            <p:spPr>
              <a:xfrm>
                <a:off x="4058590" y="6049477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4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2" y="6214"/>
                      <a:pt x="5667" y="5619"/>
                    </a:cubicBezTo>
                    <a:cubicBezTo>
                      <a:pt x="6262" y="5024"/>
                      <a:pt x="6596" y="4217"/>
                      <a:pt x="6596" y="3375"/>
                    </a:cubicBezTo>
                    <a:cubicBezTo>
                      <a:pt x="6596" y="2534"/>
                      <a:pt x="6262" y="1727"/>
                      <a:pt x="5667" y="1132"/>
                    </a:cubicBezTo>
                    <a:cubicBezTo>
                      <a:pt x="5072" y="537"/>
                      <a:pt x="4265" y="203"/>
                      <a:pt x="3424" y="203"/>
                    </a:cubicBezTo>
                    <a:cubicBezTo>
                      <a:pt x="2583" y="203"/>
                      <a:pt x="1776" y="537"/>
                      <a:pt x="1182" y="1132"/>
                    </a:cubicBezTo>
                    <a:cubicBezTo>
                      <a:pt x="587" y="1727"/>
                      <a:pt x="253" y="2534"/>
                      <a:pt x="253" y="3375"/>
                    </a:cubicBezTo>
                    <a:cubicBezTo>
                      <a:pt x="253" y="4217"/>
                      <a:pt x="587" y="5024"/>
                      <a:pt x="1182" y="5619"/>
                    </a:cubicBezTo>
                    <a:cubicBezTo>
                      <a:pt x="1776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51" name="Freeform: Shape 5050">
                <a:extLst>
                  <a:ext uri="{FF2B5EF4-FFF2-40B4-BE49-F238E27FC236}">
                    <a16:creationId xmlns:a16="http://schemas.microsoft.com/office/drawing/2014/main" id="{5010D9E2-54DA-F07D-A92F-4CD51A83E7C5}"/>
                  </a:ext>
                </a:extLst>
              </p:cNvPr>
              <p:cNvSpPr/>
              <p:nvPr/>
            </p:nvSpPr>
            <p:spPr>
              <a:xfrm>
                <a:off x="4056449" y="6050245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7 w 6343"/>
                  <a:gd name="connsiteY1" fmla="*/ 5619 h 6345"/>
                  <a:gd name="connsiteX2" fmla="*/ 6596 w 6343"/>
                  <a:gd name="connsiteY2" fmla="*/ 3375 h 6345"/>
                  <a:gd name="connsiteX3" fmla="*/ 5667 w 6343"/>
                  <a:gd name="connsiteY3" fmla="*/ 1132 h 6345"/>
                  <a:gd name="connsiteX4" fmla="*/ 3424 w 6343"/>
                  <a:gd name="connsiteY4" fmla="*/ 203 h 6345"/>
                  <a:gd name="connsiteX5" fmla="*/ 1182 w 6343"/>
                  <a:gd name="connsiteY5" fmla="*/ 1132 h 6345"/>
                  <a:gd name="connsiteX6" fmla="*/ 253 w 6343"/>
                  <a:gd name="connsiteY6" fmla="*/ 3375 h 6345"/>
                  <a:gd name="connsiteX7" fmla="*/ 1182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2" y="6214"/>
                      <a:pt x="5667" y="5619"/>
                    </a:cubicBezTo>
                    <a:cubicBezTo>
                      <a:pt x="6262" y="5024"/>
                      <a:pt x="6596" y="4217"/>
                      <a:pt x="6596" y="3375"/>
                    </a:cubicBezTo>
                    <a:cubicBezTo>
                      <a:pt x="6596" y="2534"/>
                      <a:pt x="6262" y="1727"/>
                      <a:pt x="5667" y="1132"/>
                    </a:cubicBezTo>
                    <a:cubicBezTo>
                      <a:pt x="5072" y="537"/>
                      <a:pt x="4265" y="203"/>
                      <a:pt x="3424" y="203"/>
                    </a:cubicBezTo>
                    <a:cubicBezTo>
                      <a:pt x="2583" y="203"/>
                      <a:pt x="1776" y="537"/>
                      <a:pt x="1182" y="1132"/>
                    </a:cubicBezTo>
                    <a:cubicBezTo>
                      <a:pt x="587" y="1727"/>
                      <a:pt x="253" y="2534"/>
                      <a:pt x="253" y="3375"/>
                    </a:cubicBezTo>
                    <a:cubicBezTo>
                      <a:pt x="253" y="4217"/>
                      <a:pt x="587" y="5024"/>
                      <a:pt x="1182" y="5619"/>
                    </a:cubicBezTo>
                    <a:cubicBezTo>
                      <a:pt x="1776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52" name="Freeform: Shape 5051">
                <a:extLst>
                  <a:ext uri="{FF2B5EF4-FFF2-40B4-BE49-F238E27FC236}">
                    <a16:creationId xmlns:a16="http://schemas.microsoft.com/office/drawing/2014/main" id="{E6081619-0376-3514-3E00-DA8A193E54D6}"/>
                  </a:ext>
                </a:extLst>
              </p:cNvPr>
              <p:cNvSpPr/>
              <p:nvPr/>
            </p:nvSpPr>
            <p:spPr>
              <a:xfrm>
                <a:off x="4053862" y="6050226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7 w 6343"/>
                  <a:gd name="connsiteY1" fmla="*/ 5619 h 6345"/>
                  <a:gd name="connsiteX2" fmla="*/ 6595 w 6343"/>
                  <a:gd name="connsiteY2" fmla="*/ 3375 h 6345"/>
                  <a:gd name="connsiteX3" fmla="*/ 5667 w 6343"/>
                  <a:gd name="connsiteY3" fmla="*/ 1132 h 6345"/>
                  <a:gd name="connsiteX4" fmla="*/ 3424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2" y="6214"/>
                      <a:pt x="5667" y="5619"/>
                    </a:cubicBezTo>
                    <a:cubicBezTo>
                      <a:pt x="6261" y="5024"/>
                      <a:pt x="6595" y="4217"/>
                      <a:pt x="6595" y="3375"/>
                    </a:cubicBezTo>
                    <a:cubicBezTo>
                      <a:pt x="6595" y="2534"/>
                      <a:pt x="6261" y="1727"/>
                      <a:pt x="5667" y="1132"/>
                    </a:cubicBezTo>
                    <a:cubicBezTo>
                      <a:pt x="5072" y="537"/>
                      <a:pt x="4265" y="203"/>
                      <a:pt x="3424" y="203"/>
                    </a:cubicBezTo>
                    <a:cubicBezTo>
                      <a:pt x="2583" y="203"/>
                      <a:pt x="1776" y="537"/>
                      <a:pt x="1181" y="1132"/>
                    </a:cubicBezTo>
                    <a:cubicBezTo>
                      <a:pt x="587" y="1727"/>
                      <a:pt x="252" y="2534"/>
                      <a:pt x="252" y="3375"/>
                    </a:cubicBezTo>
                    <a:cubicBezTo>
                      <a:pt x="252" y="4217"/>
                      <a:pt x="587" y="5024"/>
                      <a:pt x="1181" y="5619"/>
                    </a:cubicBezTo>
                    <a:cubicBezTo>
                      <a:pt x="1776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53" name="Freeform: Shape 5052">
                <a:extLst>
                  <a:ext uri="{FF2B5EF4-FFF2-40B4-BE49-F238E27FC236}">
                    <a16:creationId xmlns:a16="http://schemas.microsoft.com/office/drawing/2014/main" id="{6B516538-A7EF-C389-4B97-92376F4AD255}"/>
                  </a:ext>
                </a:extLst>
              </p:cNvPr>
              <p:cNvSpPr/>
              <p:nvPr/>
            </p:nvSpPr>
            <p:spPr>
              <a:xfrm>
                <a:off x="4051467" y="6050514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5 h 6345"/>
                  <a:gd name="connsiteX3" fmla="*/ 5666 w 6343"/>
                  <a:gd name="connsiteY3" fmla="*/ 1132 h 6345"/>
                  <a:gd name="connsiteX4" fmla="*/ 3424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2" y="6214"/>
                      <a:pt x="5666" y="5619"/>
                    </a:cubicBezTo>
                    <a:cubicBezTo>
                      <a:pt x="6261" y="5024"/>
                      <a:pt x="6595" y="4217"/>
                      <a:pt x="6595" y="3375"/>
                    </a:cubicBezTo>
                    <a:cubicBezTo>
                      <a:pt x="6595" y="2534"/>
                      <a:pt x="6261" y="1727"/>
                      <a:pt x="5666" y="1132"/>
                    </a:cubicBezTo>
                    <a:cubicBezTo>
                      <a:pt x="5072" y="537"/>
                      <a:pt x="4265" y="203"/>
                      <a:pt x="3424" y="203"/>
                    </a:cubicBezTo>
                    <a:cubicBezTo>
                      <a:pt x="2583" y="203"/>
                      <a:pt x="1776" y="537"/>
                      <a:pt x="1181" y="1132"/>
                    </a:cubicBezTo>
                    <a:cubicBezTo>
                      <a:pt x="586" y="1727"/>
                      <a:pt x="252" y="2534"/>
                      <a:pt x="252" y="3375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6" y="6214"/>
                      <a:pt x="2583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54" name="Freeform: Shape 5053">
                <a:extLst>
                  <a:ext uri="{FF2B5EF4-FFF2-40B4-BE49-F238E27FC236}">
                    <a16:creationId xmlns:a16="http://schemas.microsoft.com/office/drawing/2014/main" id="{EDA06000-8627-E560-728E-39C419A791EF}"/>
                  </a:ext>
                </a:extLst>
              </p:cNvPr>
              <p:cNvSpPr/>
              <p:nvPr/>
            </p:nvSpPr>
            <p:spPr>
              <a:xfrm>
                <a:off x="4049120" y="6050866"/>
                <a:ext cx="6343" cy="6345"/>
              </a:xfrm>
              <a:custGeom>
                <a:avLst/>
                <a:gdLst>
                  <a:gd name="connsiteX0" fmla="*/ 3424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5 h 6345"/>
                  <a:gd name="connsiteX3" fmla="*/ 5666 w 6343"/>
                  <a:gd name="connsiteY3" fmla="*/ 1132 h 6345"/>
                  <a:gd name="connsiteX4" fmla="*/ 3424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5 h 6345"/>
                  <a:gd name="connsiteX7" fmla="*/ 1181 w 6343"/>
                  <a:gd name="connsiteY7" fmla="*/ 5619 h 6345"/>
                  <a:gd name="connsiteX8" fmla="*/ 3424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8"/>
                    </a:moveTo>
                    <a:cubicBezTo>
                      <a:pt x="4265" y="6548"/>
                      <a:pt x="5071" y="6214"/>
                      <a:pt x="5666" y="5619"/>
                    </a:cubicBezTo>
                    <a:cubicBezTo>
                      <a:pt x="6261" y="5024"/>
                      <a:pt x="6595" y="4217"/>
                      <a:pt x="6595" y="3375"/>
                    </a:cubicBezTo>
                    <a:cubicBezTo>
                      <a:pt x="6595" y="2534"/>
                      <a:pt x="6261" y="1727"/>
                      <a:pt x="5666" y="1132"/>
                    </a:cubicBezTo>
                    <a:cubicBezTo>
                      <a:pt x="5071" y="537"/>
                      <a:pt x="4265" y="203"/>
                      <a:pt x="3424" y="203"/>
                    </a:cubicBezTo>
                    <a:cubicBezTo>
                      <a:pt x="2582" y="203"/>
                      <a:pt x="1776" y="537"/>
                      <a:pt x="1181" y="1132"/>
                    </a:cubicBezTo>
                    <a:cubicBezTo>
                      <a:pt x="586" y="1727"/>
                      <a:pt x="252" y="2534"/>
                      <a:pt x="252" y="3375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6" y="6214"/>
                      <a:pt x="2582" y="6548"/>
                      <a:pt x="3424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55" name="Freeform: Shape 5054">
                <a:extLst>
                  <a:ext uri="{FF2B5EF4-FFF2-40B4-BE49-F238E27FC236}">
                    <a16:creationId xmlns:a16="http://schemas.microsoft.com/office/drawing/2014/main" id="{EE33F077-26CB-36A6-102F-37CD4004F57C}"/>
                  </a:ext>
                </a:extLst>
              </p:cNvPr>
              <p:cNvSpPr/>
              <p:nvPr/>
            </p:nvSpPr>
            <p:spPr>
              <a:xfrm>
                <a:off x="4048132" y="6053666"/>
                <a:ext cx="6343" cy="6345"/>
              </a:xfrm>
              <a:custGeom>
                <a:avLst/>
                <a:gdLst>
                  <a:gd name="connsiteX0" fmla="*/ 3423 w 6343"/>
                  <a:gd name="connsiteY0" fmla="*/ 6548 h 6345"/>
                  <a:gd name="connsiteX1" fmla="*/ 5666 w 6343"/>
                  <a:gd name="connsiteY1" fmla="*/ 5619 h 6345"/>
                  <a:gd name="connsiteX2" fmla="*/ 6595 w 6343"/>
                  <a:gd name="connsiteY2" fmla="*/ 3376 h 6345"/>
                  <a:gd name="connsiteX3" fmla="*/ 5666 w 6343"/>
                  <a:gd name="connsiteY3" fmla="*/ 1132 h 6345"/>
                  <a:gd name="connsiteX4" fmla="*/ 3423 w 6343"/>
                  <a:gd name="connsiteY4" fmla="*/ 203 h 6345"/>
                  <a:gd name="connsiteX5" fmla="*/ 1181 w 6343"/>
                  <a:gd name="connsiteY5" fmla="*/ 1132 h 6345"/>
                  <a:gd name="connsiteX6" fmla="*/ 252 w 6343"/>
                  <a:gd name="connsiteY6" fmla="*/ 3376 h 6345"/>
                  <a:gd name="connsiteX7" fmla="*/ 1181 w 6343"/>
                  <a:gd name="connsiteY7" fmla="*/ 5619 h 6345"/>
                  <a:gd name="connsiteX8" fmla="*/ 342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8"/>
                    </a:moveTo>
                    <a:cubicBezTo>
                      <a:pt x="4265" y="6548"/>
                      <a:pt x="5071" y="6214"/>
                      <a:pt x="5666" y="5619"/>
                    </a:cubicBezTo>
                    <a:cubicBezTo>
                      <a:pt x="6261" y="5024"/>
                      <a:pt x="6595" y="4217"/>
                      <a:pt x="6595" y="3376"/>
                    </a:cubicBezTo>
                    <a:cubicBezTo>
                      <a:pt x="6595" y="2534"/>
                      <a:pt x="6261" y="1727"/>
                      <a:pt x="5666" y="1132"/>
                    </a:cubicBezTo>
                    <a:cubicBezTo>
                      <a:pt x="5071" y="537"/>
                      <a:pt x="4265" y="203"/>
                      <a:pt x="3423" y="203"/>
                    </a:cubicBezTo>
                    <a:cubicBezTo>
                      <a:pt x="2582" y="203"/>
                      <a:pt x="1776" y="537"/>
                      <a:pt x="1181" y="1132"/>
                    </a:cubicBezTo>
                    <a:cubicBezTo>
                      <a:pt x="586" y="1727"/>
                      <a:pt x="252" y="2534"/>
                      <a:pt x="252" y="3376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6" y="6214"/>
                      <a:pt x="2582" y="6548"/>
                      <a:pt x="342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56" name="Freeform: Shape 5055">
                <a:extLst>
                  <a:ext uri="{FF2B5EF4-FFF2-40B4-BE49-F238E27FC236}">
                    <a16:creationId xmlns:a16="http://schemas.microsoft.com/office/drawing/2014/main" id="{3593C948-9B8D-1294-9D02-83F7D1C2F875}"/>
                  </a:ext>
                </a:extLst>
              </p:cNvPr>
              <p:cNvSpPr/>
              <p:nvPr/>
            </p:nvSpPr>
            <p:spPr>
              <a:xfrm>
                <a:off x="4048592" y="6059187"/>
                <a:ext cx="6343" cy="6345"/>
              </a:xfrm>
              <a:custGeom>
                <a:avLst/>
                <a:gdLst>
                  <a:gd name="connsiteX0" fmla="*/ 3424 w 6343"/>
                  <a:gd name="connsiteY0" fmla="*/ 6549 h 6345"/>
                  <a:gd name="connsiteX1" fmla="*/ 5666 w 6343"/>
                  <a:gd name="connsiteY1" fmla="*/ 5619 h 6345"/>
                  <a:gd name="connsiteX2" fmla="*/ 6595 w 6343"/>
                  <a:gd name="connsiteY2" fmla="*/ 3376 h 6345"/>
                  <a:gd name="connsiteX3" fmla="*/ 5666 w 6343"/>
                  <a:gd name="connsiteY3" fmla="*/ 1133 h 6345"/>
                  <a:gd name="connsiteX4" fmla="*/ 3424 w 6343"/>
                  <a:gd name="connsiteY4" fmla="*/ 203 h 6345"/>
                  <a:gd name="connsiteX5" fmla="*/ 1181 w 6343"/>
                  <a:gd name="connsiteY5" fmla="*/ 1133 h 6345"/>
                  <a:gd name="connsiteX6" fmla="*/ 252 w 6343"/>
                  <a:gd name="connsiteY6" fmla="*/ 3376 h 6345"/>
                  <a:gd name="connsiteX7" fmla="*/ 1181 w 6343"/>
                  <a:gd name="connsiteY7" fmla="*/ 5619 h 6345"/>
                  <a:gd name="connsiteX8" fmla="*/ 3424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9"/>
                    </a:moveTo>
                    <a:cubicBezTo>
                      <a:pt x="4265" y="6549"/>
                      <a:pt x="5071" y="6214"/>
                      <a:pt x="5666" y="5619"/>
                    </a:cubicBezTo>
                    <a:cubicBezTo>
                      <a:pt x="6261" y="5024"/>
                      <a:pt x="6595" y="4217"/>
                      <a:pt x="6595" y="3376"/>
                    </a:cubicBezTo>
                    <a:cubicBezTo>
                      <a:pt x="6595" y="2535"/>
                      <a:pt x="6261" y="1728"/>
                      <a:pt x="5666" y="1133"/>
                    </a:cubicBezTo>
                    <a:cubicBezTo>
                      <a:pt x="5071" y="538"/>
                      <a:pt x="4265" y="203"/>
                      <a:pt x="3424" y="203"/>
                    </a:cubicBezTo>
                    <a:cubicBezTo>
                      <a:pt x="2582" y="203"/>
                      <a:pt x="1776" y="538"/>
                      <a:pt x="1181" y="1133"/>
                    </a:cubicBezTo>
                    <a:cubicBezTo>
                      <a:pt x="586" y="1728"/>
                      <a:pt x="252" y="2535"/>
                      <a:pt x="252" y="3376"/>
                    </a:cubicBezTo>
                    <a:cubicBezTo>
                      <a:pt x="252" y="4217"/>
                      <a:pt x="586" y="5024"/>
                      <a:pt x="1181" y="5619"/>
                    </a:cubicBezTo>
                    <a:cubicBezTo>
                      <a:pt x="1776" y="6214"/>
                      <a:pt x="2582" y="6549"/>
                      <a:pt x="3424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57" name="Freeform: Shape 5056">
                <a:extLst>
                  <a:ext uri="{FF2B5EF4-FFF2-40B4-BE49-F238E27FC236}">
                    <a16:creationId xmlns:a16="http://schemas.microsoft.com/office/drawing/2014/main" id="{E42861D6-8573-15B9-5144-E60CD797242B}"/>
                  </a:ext>
                </a:extLst>
              </p:cNvPr>
              <p:cNvSpPr/>
              <p:nvPr/>
            </p:nvSpPr>
            <p:spPr>
              <a:xfrm>
                <a:off x="4048261" y="6063360"/>
                <a:ext cx="6343" cy="6345"/>
              </a:xfrm>
              <a:custGeom>
                <a:avLst/>
                <a:gdLst>
                  <a:gd name="connsiteX0" fmla="*/ 3423 w 6343"/>
                  <a:gd name="connsiteY0" fmla="*/ 6549 h 6345"/>
                  <a:gd name="connsiteX1" fmla="*/ 5666 w 6343"/>
                  <a:gd name="connsiteY1" fmla="*/ 5620 h 6345"/>
                  <a:gd name="connsiteX2" fmla="*/ 6595 w 6343"/>
                  <a:gd name="connsiteY2" fmla="*/ 3376 h 6345"/>
                  <a:gd name="connsiteX3" fmla="*/ 5666 w 6343"/>
                  <a:gd name="connsiteY3" fmla="*/ 1133 h 6345"/>
                  <a:gd name="connsiteX4" fmla="*/ 3423 w 6343"/>
                  <a:gd name="connsiteY4" fmla="*/ 204 h 6345"/>
                  <a:gd name="connsiteX5" fmla="*/ 1181 w 6343"/>
                  <a:gd name="connsiteY5" fmla="*/ 1133 h 6345"/>
                  <a:gd name="connsiteX6" fmla="*/ 252 w 6343"/>
                  <a:gd name="connsiteY6" fmla="*/ 3376 h 6345"/>
                  <a:gd name="connsiteX7" fmla="*/ 1181 w 6343"/>
                  <a:gd name="connsiteY7" fmla="*/ 5620 h 6345"/>
                  <a:gd name="connsiteX8" fmla="*/ 3423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9"/>
                    </a:moveTo>
                    <a:cubicBezTo>
                      <a:pt x="4265" y="6549"/>
                      <a:pt x="5071" y="6215"/>
                      <a:pt x="5666" y="5620"/>
                    </a:cubicBezTo>
                    <a:cubicBezTo>
                      <a:pt x="6261" y="5025"/>
                      <a:pt x="6595" y="4218"/>
                      <a:pt x="6595" y="3376"/>
                    </a:cubicBezTo>
                    <a:cubicBezTo>
                      <a:pt x="6595" y="2535"/>
                      <a:pt x="6261" y="1728"/>
                      <a:pt x="5666" y="1133"/>
                    </a:cubicBezTo>
                    <a:cubicBezTo>
                      <a:pt x="5071" y="538"/>
                      <a:pt x="4265" y="204"/>
                      <a:pt x="3423" y="204"/>
                    </a:cubicBezTo>
                    <a:cubicBezTo>
                      <a:pt x="2582" y="204"/>
                      <a:pt x="1776" y="538"/>
                      <a:pt x="1181" y="1133"/>
                    </a:cubicBezTo>
                    <a:cubicBezTo>
                      <a:pt x="586" y="1728"/>
                      <a:pt x="252" y="2535"/>
                      <a:pt x="252" y="3376"/>
                    </a:cubicBezTo>
                    <a:cubicBezTo>
                      <a:pt x="252" y="4218"/>
                      <a:pt x="586" y="5025"/>
                      <a:pt x="1181" y="5620"/>
                    </a:cubicBezTo>
                    <a:cubicBezTo>
                      <a:pt x="1776" y="6215"/>
                      <a:pt x="2582" y="6549"/>
                      <a:pt x="3423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58" name="Freeform: Shape 5057">
                <a:extLst>
                  <a:ext uri="{FF2B5EF4-FFF2-40B4-BE49-F238E27FC236}">
                    <a16:creationId xmlns:a16="http://schemas.microsoft.com/office/drawing/2014/main" id="{838FC648-A035-BFEC-C2A9-854B09F57C59}"/>
                  </a:ext>
                </a:extLst>
              </p:cNvPr>
              <p:cNvSpPr/>
              <p:nvPr/>
            </p:nvSpPr>
            <p:spPr>
              <a:xfrm>
                <a:off x="4047646" y="6067085"/>
                <a:ext cx="6343" cy="6345"/>
              </a:xfrm>
              <a:custGeom>
                <a:avLst/>
                <a:gdLst>
                  <a:gd name="connsiteX0" fmla="*/ 3423 w 6343"/>
                  <a:gd name="connsiteY0" fmla="*/ 6549 h 6345"/>
                  <a:gd name="connsiteX1" fmla="*/ 5666 w 6343"/>
                  <a:gd name="connsiteY1" fmla="*/ 5620 h 6345"/>
                  <a:gd name="connsiteX2" fmla="*/ 6595 w 6343"/>
                  <a:gd name="connsiteY2" fmla="*/ 3377 h 6345"/>
                  <a:gd name="connsiteX3" fmla="*/ 5666 w 6343"/>
                  <a:gd name="connsiteY3" fmla="*/ 1133 h 6345"/>
                  <a:gd name="connsiteX4" fmla="*/ 3423 w 6343"/>
                  <a:gd name="connsiteY4" fmla="*/ 204 h 6345"/>
                  <a:gd name="connsiteX5" fmla="*/ 1181 w 6343"/>
                  <a:gd name="connsiteY5" fmla="*/ 1133 h 6345"/>
                  <a:gd name="connsiteX6" fmla="*/ 252 w 6343"/>
                  <a:gd name="connsiteY6" fmla="*/ 3377 h 6345"/>
                  <a:gd name="connsiteX7" fmla="*/ 1181 w 6343"/>
                  <a:gd name="connsiteY7" fmla="*/ 5620 h 6345"/>
                  <a:gd name="connsiteX8" fmla="*/ 3423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9"/>
                    </a:moveTo>
                    <a:cubicBezTo>
                      <a:pt x="4265" y="6549"/>
                      <a:pt x="5071" y="6215"/>
                      <a:pt x="5666" y="5620"/>
                    </a:cubicBezTo>
                    <a:cubicBezTo>
                      <a:pt x="6261" y="5025"/>
                      <a:pt x="6595" y="4218"/>
                      <a:pt x="6595" y="3377"/>
                    </a:cubicBezTo>
                    <a:cubicBezTo>
                      <a:pt x="6595" y="2535"/>
                      <a:pt x="6261" y="1728"/>
                      <a:pt x="5666" y="1133"/>
                    </a:cubicBezTo>
                    <a:cubicBezTo>
                      <a:pt x="5071" y="538"/>
                      <a:pt x="4265" y="204"/>
                      <a:pt x="3423" y="204"/>
                    </a:cubicBezTo>
                    <a:cubicBezTo>
                      <a:pt x="2582" y="204"/>
                      <a:pt x="1776" y="538"/>
                      <a:pt x="1181" y="1133"/>
                    </a:cubicBezTo>
                    <a:cubicBezTo>
                      <a:pt x="586" y="1728"/>
                      <a:pt x="252" y="2535"/>
                      <a:pt x="252" y="3377"/>
                    </a:cubicBezTo>
                    <a:cubicBezTo>
                      <a:pt x="252" y="4218"/>
                      <a:pt x="586" y="5025"/>
                      <a:pt x="1181" y="5620"/>
                    </a:cubicBezTo>
                    <a:cubicBezTo>
                      <a:pt x="1776" y="6215"/>
                      <a:pt x="2582" y="6549"/>
                      <a:pt x="3423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59" name="Freeform: Shape 5058">
                <a:extLst>
                  <a:ext uri="{FF2B5EF4-FFF2-40B4-BE49-F238E27FC236}">
                    <a16:creationId xmlns:a16="http://schemas.microsoft.com/office/drawing/2014/main" id="{86DFAAB8-CF49-0DF2-EF9E-432555404376}"/>
                  </a:ext>
                </a:extLst>
              </p:cNvPr>
              <p:cNvSpPr/>
              <p:nvPr/>
            </p:nvSpPr>
            <p:spPr>
              <a:xfrm>
                <a:off x="4047121" y="6071064"/>
                <a:ext cx="6343" cy="6345"/>
              </a:xfrm>
              <a:custGeom>
                <a:avLst/>
                <a:gdLst>
                  <a:gd name="connsiteX0" fmla="*/ 3423 w 6343"/>
                  <a:gd name="connsiteY0" fmla="*/ 6550 h 6345"/>
                  <a:gd name="connsiteX1" fmla="*/ 5666 w 6343"/>
                  <a:gd name="connsiteY1" fmla="*/ 5620 h 6345"/>
                  <a:gd name="connsiteX2" fmla="*/ 6595 w 6343"/>
                  <a:gd name="connsiteY2" fmla="*/ 3377 h 6345"/>
                  <a:gd name="connsiteX3" fmla="*/ 5666 w 6343"/>
                  <a:gd name="connsiteY3" fmla="*/ 1133 h 6345"/>
                  <a:gd name="connsiteX4" fmla="*/ 3423 w 6343"/>
                  <a:gd name="connsiteY4" fmla="*/ 204 h 6345"/>
                  <a:gd name="connsiteX5" fmla="*/ 1181 w 6343"/>
                  <a:gd name="connsiteY5" fmla="*/ 1133 h 6345"/>
                  <a:gd name="connsiteX6" fmla="*/ 252 w 6343"/>
                  <a:gd name="connsiteY6" fmla="*/ 3377 h 6345"/>
                  <a:gd name="connsiteX7" fmla="*/ 1181 w 6343"/>
                  <a:gd name="connsiteY7" fmla="*/ 5620 h 6345"/>
                  <a:gd name="connsiteX8" fmla="*/ 3423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0"/>
                    </a:moveTo>
                    <a:cubicBezTo>
                      <a:pt x="4265" y="6550"/>
                      <a:pt x="5071" y="6215"/>
                      <a:pt x="5666" y="5620"/>
                    </a:cubicBezTo>
                    <a:cubicBezTo>
                      <a:pt x="6261" y="5025"/>
                      <a:pt x="6595" y="4218"/>
                      <a:pt x="6595" y="3377"/>
                    </a:cubicBezTo>
                    <a:cubicBezTo>
                      <a:pt x="6595" y="2536"/>
                      <a:pt x="6261" y="1728"/>
                      <a:pt x="5666" y="1133"/>
                    </a:cubicBezTo>
                    <a:cubicBezTo>
                      <a:pt x="5071" y="539"/>
                      <a:pt x="4265" y="204"/>
                      <a:pt x="3423" y="204"/>
                    </a:cubicBezTo>
                    <a:cubicBezTo>
                      <a:pt x="2582" y="204"/>
                      <a:pt x="1776" y="539"/>
                      <a:pt x="1181" y="1133"/>
                    </a:cubicBezTo>
                    <a:cubicBezTo>
                      <a:pt x="586" y="1728"/>
                      <a:pt x="252" y="2536"/>
                      <a:pt x="252" y="3377"/>
                    </a:cubicBezTo>
                    <a:cubicBezTo>
                      <a:pt x="252" y="4218"/>
                      <a:pt x="586" y="5025"/>
                      <a:pt x="1181" y="5620"/>
                    </a:cubicBezTo>
                    <a:cubicBezTo>
                      <a:pt x="1776" y="6215"/>
                      <a:pt x="2582" y="6550"/>
                      <a:pt x="3423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60" name="Freeform: Shape 5059">
                <a:extLst>
                  <a:ext uri="{FF2B5EF4-FFF2-40B4-BE49-F238E27FC236}">
                    <a16:creationId xmlns:a16="http://schemas.microsoft.com/office/drawing/2014/main" id="{0709CA28-D084-4E0D-9CDC-2F50FCF4B520}"/>
                  </a:ext>
                </a:extLst>
              </p:cNvPr>
              <p:cNvSpPr/>
              <p:nvPr/>
            </p:nvSpPr>
            <p:spPr>
              <a:xfrm>
                <a:off x="4046638" y="6075217"/>
                <a:ext cx="6343" cy="6345"/>
              </a:xfrm>
              <a:custGeom>
                <a:avLst/>
                <a:gdLst>
                  <a:gd name="connsiteX0" fmla="*/ 3423 w 6343"/>
                  <a:gd name="connsiteY0" fmla="*/ 6550 h 6345"/>
                  <a:gd name="connsiteX1" fmla="*/ 5666 w 6343"/>
                  <a:gd name="connsiteY1" fmla="*/ 5621 h 6345"/>
                  <a:gd name="connsiteX2" fmla="*/ 6595 w 6343"/>
                  <a:gd name="connsiteY2" fmla="*/ 3377 h 6345"/>
                  <a:gd name="connsiteX3" fmla="*/ 5666 w 6343"/>
                  <a:gd name="connsiteY3" fmla="*/ 1134 h 6345"/>
                  <a:gd name="connsiteX4" fmla="*/ 3423 w 6343"/>
                  <a:gd name="connsiteY4" fmla="*/ 205 h 6345"/>
                  <a:gd name="connsiteX5" fmla="*/ 1181 w 6343"/>
                  <a:gd name="connsiteY5" fmla="*/ 1134 h 6345"/>
                  <a:gd name="connsiteX6" fmla="*/ 252 w 6343"/>
                  <a:gd name="connsiteY6" fmla="*/ 3377 h 6345"/>
                  <a:gd name="connsiteX7" fmla="*/ 1181 w 6343"/>
                  <a:gd name="connsiteY7" fmla="*/ 5621 h 6345"/>
                  <a:gd name="connsiteX8" fmla="*/ 3423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0"/>
                    </a:moveTo>
                    <a:cubicBezTo>
                      <a:pt x="4264" y="6550"/>
                      <a:pt x="5071" y="6216"/>
                      <a:pt x="5666" y="5621"/>
                    </a:cubicBezTo>
                    <a:cubicBezTo>
                      <a:pt x="6261" y="5026"/>
                      <a:pt x="6595" y="4219"/>
                      <a:pt x="6595" y="3377"/>
                    </a:cubicBezTo>
                    <a:cubicBezTo>
                      <a:pt x="6595" y="2536"/>
                      <a:pt x="6261" y="1729"/>
                      <a:pt x="5666" y="1134"/>
                    </a:cubicBezTo>
                    <a:cubicBezTo>
                      <a:pt x="5071" y="539"/>
                      <a:pt x="4264" y="205"/>
                      <a:pt x="3423" y="205"/>
                    </a:cubicBezTo>
                    <a:cubicBezTo>
                      <a:pt x="2582" y="205"/>
                      <a:pt x="1775" y="539"/>
                      <a:pt x="1181" y="1134"/>
                    </a:cubicBezTo>
                    <a:cubicBezTo>
                      <a:pt x="586" y="1729"/>
                      <a:pt x="252" y="2536"/>
                      <a:pt x="252" y="3377"/>
                    </a:cubicBezTo>
                    <a:cubicBezTo>
                      <a:pt x="252" y="4219"/>
                      <a:pt x="586" y="5026"/>
                      <a:pt x="1181" y="5621"/>
                    </a:cubicBezTo>
                    <a:cubicBezTo>
                      <a:pt x="1775" y="6216"/>
                      <a:pt x="2582" y="6550"/>
                      <a:pt x="3423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61" name="Freeform: Shape 5060">
                <a:extLst>
                  <a:ext uri="{FF2B5EF4-FFF2-40B4-BE49-F238E27FC236}">
                    <a16:creationId xmlns:a16="http://schemas.microsoft.com/office/drawing/2014/main" id="{8D16755C-2C04-9309-AEF2-C6A5A786EA11}"/>
                  </a:ext>
                </a:extLst>
              </p:cNvPr>
              <p:cNvSpPr/>
              <p:nvPr/>
            </p:nvSpPr>
            <p:spPr>
              <a:xfrm>
                <a:off x="4046301" y="6079752"/>
                <a:ext cx="6343" cy="6345"/>
              </a:xfrm>
              <a:custGeom>
                <a:avLst/>
                <a:gdLst>
                  <a:gd name="connsiteX0" fmla="*/ 3423 w 6343"/>
                  <a:gd name="connsiteY0" fmla="*/ 6550 h 6345"/>
                  <a:gd name="connsiteX1" fmla="*/ 5666 w 6343"/>
                  <a:gd name="connsiteY1" fmla="*/ 5621 h 6345"/>
                  <a:gd name="connsiteX2" fmla="*/ 6595 w 6343"/>
                  <a:gd name="connsiteY2" fmla="*/ 3378 h 6345"/>
                  <a:gd name="connsiteX3" fmla="*/ 5666 w 6343"/>
                  <a:gd name="connsiteY3" fmla="*/ 1134 h 6345"/>
                  <a:gd name="connsiteX4" fmla="*/ 3423 w 6343"/>
                  <a:gd name="connsiteY4" fmla="*/ 205 h 6345"/>
                  <a:gd name="connsiteX5" fmla="*/ 1181 w 6343"/>
                  <a:gd name="connsiteY5" fmla="*/ 1134 h 6345"/>
                  <a:gd name="connsiteX6" fmla="*/ 252 w 6343"/>
                  <a:gd name="connsiteY6" fmla="*/ 3378 h 6345"/>
                  <a:gd name="connsiteX7" fmla="*/ 1181 w 6343"/>
                  <a:gd name="connsiteY7" fmla="*/ 5621 h 6345"/>
                  <a:gd name="connsiteX8" fmla="*/ 3423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0"/>
                    </a:moveTo>
                    <a:cubicBezTo>
                      <a:pt x="4264" y="6550"/>
                      <a:pt x="5071" y="6216"/>
                      <a:pt x="5666" y="5621"/>
                    </a:cubicBezTo>
                    <a:cubicBezTo>
                      <a:pt x="6261" y="5026"/>
                      <a:pt x="6595" y="4219"/>
                      <a:pt x="6595" y="3378"/>
                    </a:cubicBezTo>
                    <a:cubicBezTo>
                      <a:pt x="6595" y="2536"/>
                      <a:pt x="6261" y="1729"/>
                      <a:pt x="5666" y="1134"/>
                    </a:cubicBezTo>
                    <a:cubicBezTo>
                      <a:pt x="5071" y="539"/>
                      <a:pt x="4264" y="205"/>
                      <a:pt x="3423" y="205"/>
                    </a:cubicBezTo>
                    <a:cubicBezTo>
                      <a:pt x="2582" y="205"/>
                      <a:pt x="1775" y="539"/>
                      <a:pt x="1181" y="1134"/>
                    </a:cubicBezTo>
                    <a:cubicBezTo>
                      <a:pt x="586" y="1729"/>
                      <a:pt x="252" y="2536"/>
                      <a:pt x="252" y="3378"/>
                    </a:cubicBezTo>
                    <a:cubicBezTo>
                      <a:pt x="252" y="4219"/>
                      <a:pt x="586" y="5026"/>
                      <a:pt x="1181" y="5621"/>
                    </a:cubicBezTo>
                    <a:cubicBezTo>
                      <a:pt x="1775" y="6216"/>
                      <a:pt x="2582" y="6550"/>
                      <a:pt x="3423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62" name="Freeform: Shape 5061">
                <a:extLst>
                  <a:ext uri="{FF2B5EF4-FFF2-40B4-BE49-F238E27FC236}">
                    <a16:creationId xmlns:a16="http://schemas.microsoft.com/office/drawing/2014/main" id="{CDE3F1DC-B332-C7F0-23B5-39C9CC197AA2}"/>
                  </a:ext>
                </a:extLst>
              </p:cNvPr>
              <p:cNvSpPr/>
              <p:nvPr/>
            </p:nvSpPr>
            <p:spPr>
              <a:xfrm>
                <a:off x="4045582" y="6083624"/>
                <a:ext cx="6343" cy="6345"/>
              </a:xfrm>
              <a:custGeom>
                <a:avLst/>
                <a:gdLst>
                  <a:gd name="connsiteX0" fmla="*/ 3423 w 6343"/>
                  <a:gd name="connsiteY0" fmla="*/ 6551 h 6345"/>
                  <a:gd name="connsiteX1" fmla="*/ 5666 w 6343"/>
                  <a:gd name="connsiteY1" fmla="*/ 5621 h 6345"/>
                  <a:gd name="connsiteX2" fmla="*/ 6595 w 6343"/>
                  <a:gd name="connsiteY2" fmla="*/ 3378 h 6345"/>
                  <a:gd name="connsiteX3" fmla="*/ 5666 w 6343"/>
                  <a:gd name="connsiteY3" fmla="*/ 1134 h 6345"/>
                  <a:gd name="connsiteX4" fmla="*/ 3423 w 6343"/>
                  <a:gd name="connsiteY4" fmla="*/ 205 h 6345"/>
                  <a:gd name="connsiteX5" fmla="*/ 1181 w 6343"/>
                  <a:gd name="connsiteY5" fmla="*/ 1134 h 6345"/>
                  <a:gd name="connsiteX6" fmla="*/ 252 w 6343"/>
                  <a:gd name="connsiteY6" fmla="*/ 3378 h 6345"/>
                  <a:gd name="connsiteX7" fmla="*/ 1181 w 6343"/>
                  <a:gd name="connsiteY7" fmla="*/ 5621 h 6345"/>
                  <a:gd name="connsiteX8" fmla="*/ 342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1"/>
                    </a:moveTo>
                    <a:cubicBezTo>
                      <a:pt x="4264" y="6551"/>
                      <a:pt x="5071" y="6216"/>
                      <a:pt x="5666" y="5621"/>
                    </a:cubicBezTo>
                    <a:cubicBezTo>
                      <a:pt x="6261" y="5026"/>
                      <a:pt x="6595" y="4219"/>
                      <a:pt x="6595" y="3378"/>
                    </a:cubicBezTo>
                    <a:cubicBezTo>
                      <a:pt x="6595" y="2536"/>
                      <a:pt x="6261" y="1729"/>
                      <a:pt x="5666" y="1134"/>
                    </a:cubicBezTo>
                    <a:cubicBezTo>
                      <a:pt x="5071" y="540"/>
                      <a:pt x="4264" y="205"/>
                      <a:pt x="3423" y="205"/>
                    </a:cubicBezTo>
                    <a:cubicBezTo>
                      <a:pt x="2582" y="205"/>
                      <a:pt x="1775" y="540"/>
                      <a:pt x="1181" y="1134"/>
                    </a:cubicBezTo>
                    <a:cubicBezTo>
                      <a:pt x="586" y="1729"/>
                      <a:pt x="252" y="2536"/>
                      <a:pt x="252" y="3378"/>
                    </a:cubicBezTo>
                    <a:cubicBezTo>
                      <a:pt x="252" y="4219"/>
                      <a:pt x="586" y="5026"/>
                      <a:pt x="1181" y="5621"/>
                    </a:cubicBezTo>
                    <a:cubicBezTo>
                      <a:pt x="1775" y="6216"/>
                      <a:pt x="2582" y="6551"/>
                      <a:pt x="342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63" name="Freeform: Shape 5062">
                <a:extLst>
                  <a:ext uri="{FF2B5EF4-FFF2-40B4-BE49-F238E27FC236}">
                    <a16:creationId xmlns:a16="http://schemas.microsoft.com/office/drawing/2014/main" id="{5FB42D97-63B0-8643-CF2C-44C67CB421EA}"/>
                  </a:ext>
                </a:extLst>
              </p:cNvPr>
              <p:cNvSpPr/>
              <p:nvPr/>
            </p:nvSpPr>
            <p:spPr>
              <a:xfrm>
                <a:off x="4045027" y="6087922"/>
                <a:ext cx="6343" cy="6345"/>
              </a:xfrm>
              <a:custGeom>
                <a:avLst/>
                <a:gdLst>
                  <a:gd name="connsiteX0" fmla="*/ 3423 w 6343"/>
                  <a:gd name="connsiteY0" fmla="*/ 6551 h 6345"/>
                  <a:gd name="connsiteX1" fmla="*/ 5666 w 6343"/>
                  <a:gd name="connsiteY1" fmla="*/ 5622 h 6345"/>
                  <a:gd name="connsiteX2" fmla="*/ 6595 w 6343"/>
                  <a:gd name="connsiteY2" fmla="*/ 3378 h 6345"/>
                  <a:gd name="connsiteX3" fmla="*/ 5666 w 6343"/>
                  <a:gd name="connsiteY3" fmla="*/ 1135 h 6345"/>
                  <a:gd name="connsiteX4" fmla="*/ 3423 w 6343"/>
                  <a:gd name="connsiteY4" fmla="*/ 206 h 6345"/>
                  <a:gd name="connsiteX5" fmla="*/ 1181 w 6343"/>
                  <a:gd name="connsiteY5" fmla="*/ 1135 h 6345"/>
                  <a:gd name="connsiteX6" fmla="*/ 252 w 6343"/>
                  <a:gd name="connsiteY6" fmla="*/ 3378 h 6345"/>
                  <a:gd name="connsiteX7" fmla="*/ 1181 w 6343"/>
                  <a:gd name="connsiteY7" fmla="*/ 5622 h 6345"/>
                  <a:gd name="connsiteX8" fmla="*/ 342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1"/>
                    </a:moveTo>
                    <a:cubicBezTo>
                      <a:pt x="4264" y="6551"/>
                      <a:pt x="5071" y="6217"/>
                      <a:pt x="5666" y="5622"/>
                    </a:cubicBezTo>
                    <a:cubicBezTo>
                      <a:pt x="6261" y="5027"/>
                      <a:pt x="6595" y="4220"/>
                      <a:pt x="6595" y="3378"/>
                    </a:cubicBezTo>
                    <a:cubicBezTo>
                      <a:pt x="6595" y="2537"/>
                      <a:pt x="6261" y="1730"/>
                      <a:pt x="5666" y="1135"/>
                    </a:cubicBezTo>
                    <a:cubicBezTo>
                      <a:pt x="5071" y="540"/>
                      <a:pt x="4264" y="206"/>
                      <a:pt x="3423" y="206"/>
                    </a:cubicBezTo>
                    <a:cubicBezTo>
                      <a:pt x="2582" y="206"/>
                      <a:pt x="1775" y="540"/>
                      <a:pt x="1181" y="1135"/>
                    </a:cubicBezTo>
                    <a:cubicBezTo>
                      <a:pt x="586" y="1730"/>
                      <a:pt x="252" y="2537"/>
                      <a:pt x="252" y="3378"/>
                    </a:cubicBezTo>
                    <a:cubicBezTo>
                      <a:pt x="252" y="4220"/>
                      <a:pt x="586" y="5027"/>
                      <a:pt x="1181" y="5622"/>
                    </a:cubicBezTo>
                    <a:cubicBezTo>
                      <a:pt x="1775" y="6217"/>
                      <a:pt x="2582" y="6551"/>
                      <a:pt x="342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64" name="Freeform: Shape 5063">
                <a:extLst>
                  <a:ext uri="{FF2B5EF4-FFF2-40B4-BE49-F238E27FC236}">
                    <a16:creationId xmlns:a16="http://schemas.microsoft.com/office/drawing/2014/main" id="{4822BDE3-EDBD-A622-4015-AB9A30D24202}"/>
                  </a:ext>
                </a:extLst>
              </p:cNvPr>
              <p:cNvSpPr/>
              <p:nvPr/>
            </p:nvSpPr>
            <p:spPr>
              <a:xfrm>
                <a:off x="4043959" y="6091254"/>
                <a:ext cx="6343" cy="6345"/>
              </a:xfrm>
              <a:custGeom>
                <a:avLst/>
                <a:gdLst>
                  <a:gd name="connsiteX0" fmla="*/ 3423 w 6343"/>
                  <a:gd name="connsiteY0" fmla="*/ 6551 h 6345"/>
                  <a:gd name="connsiteX1" fmla="*/ 5666 w 6343"/>
                  <a:gd name="connsiteY1" fmla="*/ 5622 h 6345"/>
                  <a:gd name="connsiteX2" fmla="*/ 6595 w 6343"/>
                  <a:gd name="connsiteY2" fmla="*/ 3379 h 6345"/>
                  <a:gd name="connsiteX3" fmla="*/ 5666 w 6343"/>
                  <a:gd name="connsiteY3" fmla="*/ 1135 h 6345"/>
                  <a:gd name="connsiteX4" fmla="*/ 3423 w 6343"/>
                  <a:gd name="connsiteY4" fmla="*/ 206 h 6345"/>
                  <a:gd name="connsiteX5" fmla="*/ 1181 w 6343"/>
                  <a:gd name="connsiteY5" fmla="*/ 1135 h 6345"/>
                  <a:gd name="connsiteX6" fmla="*/ 252 w 6343"/>
                  <a:gd name="connsiteY6" fmla="*/ 3379 h 6345"/>
                  <a:gd name="connsiteX7" fmla="*/ 1181 w 6343"/>
                  <a:gd name="connsiteY7" fmla="*/ 5622 h 6345"/>
                  <a:gd name="connsiteX8" fmla="*/ 342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1"/>
                    </a:moveTo>
                    <a:cubicBezTo>
                      <a:pt x="4264" y="6551"/>
                      <a:pt x="5071" y="6217"/>
                      <a:pt x="5666" y="5622"/>
                    </a:cubicBezTo>
                    <a:cubicBezTo>
                      <a:pt x="6261" y="5027"/>
                      <a:pt x="6595" y="4220"/>
                      <a:pt x="6595" y="3379"/>
                    </a:cubicBezTo>
                    <a:cubicBezTo>
                      <a:pt x="6595" y="2537"/>
                      <a:pt x="6261" y="1730"/>
                      <a:pt x="5666" y="1135"/>
                    </a:cubicBezTo>
                    <a:cubicBezTo>
                      <a:pt x="5071" y="540"/>
                      <a:pt x="4264" y="206"/>
                      <a:pt x="3423" y="206"/>
                    </a:cubicBezTo>
                    <a:cubicBezTo>
                      <a:pt x="2582" y="206"/>
                      <a:pt x="1775" y="540"/>
                      <a:pt x="1181" y="1135"/>
                    </a:cubicBezTo>
                    <a:cubicBezTo>
                      <a:pt x="586" y="1730"/>
                      <a:pt x="252" y="2537"/>
                      <a:pt x="252" y="3379"/>
                    </a:cubicBezTo>
                    <a:cubicBezTo>
                      <a:pt x="252" y="4220"/>
                      <a:pt x="586" y="5027"/>
                      <a:pt x="1181" y="5622"/>
                    </a:cubicBezTo>
                    <a:cubicBezTo>
                      <a:pt x="1775" y="6217"/>
                      <a:pt x="2582" y="6551"/>
                      <a:pt x="342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65" name="Freeform: Shape 5064">
                <a:extLst>
                  <a:ext uri="{FF2B5EF4-FFF2-40B4-BE49-F238E27FC236}">
                    <a16:creationId xmlns:a16="http://schemas.microsoft.com/office/drawing/2014/main" id="{AB5673FA-3E24-4216-0376-9B5E6F7A18F5}"/>
                  </a:ext>
                </a:extLst>
              </p:cNvPr>
              <p:cNvSpPr/>
              <p:nvPr/>
            </p:nvSpPr>
            <p:spPr>
              <a:xfrm>
                <a:off x="4042276" y="6093356"/>
                <a:ext cx="6343" cy="6345"/>
              </a:xfrm>
              <a:custGeom>
                <a:avLst/>
                <a:gdLst>
                  <a:gd name="connsiteX0" fmla="*/ 3423 w 6343"/>
                  <a:gd name="connsiteY0" fmla="*/ 6551 h 6345"/>
                  <a:gd name="connsiteX1" fmla="*/ 5666 w 6343"/>
                  <a:gd name="connsiteY1" fmla="*/ 5622 h 6345"/>
                  <a:gd name="connsiteX2" fmla="*/ 6595 w 6343"/>
                  <a:gd name="connsiteY2" fmla="*/ 3379 h 6345"/>
                  <a:gd name="connsiteX3" fmla="*/ 5666 w 6343"/>
                  <a:gd name="connsiteY3" fmla="*/ 1135 h 6345"/>
                  <a:gd name="connsiteX4" fmla="*/ 3423 w 6343"/>
                  <a:gd name="connsiteY4" fmla="*/ 206 h 6345"/>
                  <a:gd name="connsiteX5" fmla="*/ 1180 w 6343"/>
                  <a:gd name="connsiteY5" fmla="*/ 1135 h 6345"/>
                  <a:gd name="connsiteX6" fmla="*/ 251 w 6343"/>
                  <a:gd name="connsiteY6" fmla="*/ 3379 h 6345"/>
                  <a:gd name="connsiteX7" fmla="*/ 1180 w 6343"/>
                  <a:gd name="connsiteY7" fmla="*/ 5622 h 6345"/>
                  <a:gd name="connsiteX8" fmla="*/ 342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1"/>
                    </a:moveTo>
                    <a:cubicBezTo>
                      <a:pt x="4264" y="6551"/>
                      <a:pt x="5071" y="6217"/>
                      <a:pt x="5666" y="5622"/>
                    </a:cubicBezTo>
                    <a:cubicBezTo>
                      <a:pt x="6260" y="5027"/>
                      <a:pt x="6595" y="4220"/>
                      <a:pt x="6595" y="3379"/>
                    </a:cubicBezTo>
                    <a:cubicBezTo>
                      <a:pt x="6595" y="2537"/>
                      <a:pt x="6260" y="1730"/>
                      <a:pt x="5666" y="1135"/>
                    </a:cubicBezTo>
                    <a:cubicBezTo>
                      <a:pt x="5071" y="540"/>
                      <a:pt x="4264" y="206"/>
                      <a:pt x="3423" y="206"/>
                    </a:cubicBezTo>
                    <a:cubicBezTo>
                      <a:pt x="2582" y="206"/>
                      <a:pt x="1775" y="540"/>
                      <a:pt x="1180" y="1135"/>
                    </a:cubicBezTo>
                    <a:cubicBezTo>
                      <a:pt x="586" y="1730"/>
                      <a:pt x="251" y="2537"/>
                      <a:pt x="251" y="3379"/>
                    </a:cubicBezTo>
                    <a:cubicBezTo>
                      <a:pt x="251" y="4220"/>
                      <a:pt x="586" y="5027"/>
                      <a:pt x="1180" y="5622"/>
                    </a:cubicBezTo>
                    <a:cubicBezTo>
                      <a:pt x="1775" y="6217"/>
                      <a:pt x="2582" y="6551"/>
                      <a:pt x="342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66" name="Freeform: Shape 5065">
                <a:extLst>
                  <a:ext uri="{FF2B5EF4-FFF2-40B4-BE49-F238E27FC236}">
                    <a16:creationId xmlns:a16="http://schemas.microsoft.com/office/drawing/2014/main" id="{4D7BBD7F-5C1B-E554-CE85-9FC95E4E72C8}"/>
                  </a:ext>
                </a:extLst>
              </p:cNvPr>
              <p:cNvSpPr/>
              <p:nvPr/>
            </p:nvSpPr>
            <p:spPr>
              <a:xfrm>
                <a:off x="4040850" y="6096046"/>
                <a:ext cx="6343" cy="6345"/>
              </a:xfrm>
              <a:custGeom>
                <a:avLst/>
                <a:gdLst>
                  <a:gd name="connsiteX0" fmla="*/ 3423 w 6343"/>
                  <a:gd name="connsiteY0" fmla="*/ 6552 h 6345"/>
                  <a:gd name="connsiteX1" fmla="*/ 5666 w 6343"/>
                  <a:gd name="connsiteY1" fmla="*/ 5622 h 6345"/>
                  <a:gd name="connsiteX2" fmla="*/ 6594 w 6343"/>
                  <a:gd name="connsiteY2" fmla="*/ 3379 h 6345"/>
                  <a:gd name="connsiteX3" fmla="*/ 5666 w 6343"/>
                  <a:gd name="connsiteY3" fmla="*/ 1135 h 6345"/>
                  <a:gd name="connsiteX4" fmla="*/ 3423 w 6343"/>
                  <a:gd name="connsiteY4" fmla="*/ 206 h 6345"/>
                  <a:gd name="connsiteX5" fmla="*/ 1180 w 6343"/>
                  <a:gd name="connsiteY5" fmla="*/ 1135 h 6345"/>
                  <a:gd name="connsiteX6" fmla="*/ 251 w 6343"/>
                  <a:gd name="connsiteY6" fmla="*/ 3379 h 6345"/>
                  <a:gd name="connsiteX7" fmla="*/ 1180 w 6343"/>
                  <a:gd name="connsiteY7" fmla="*/ 5622 h 6345"/>
                  <a:gd name="connsiteX8" fmla="*/ 3423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2"/>
                    </a:moveTo>
                    <a:cubicBezTo>
                      <a:pt x="4264" y="6552"/>
                      <a:pt x="5071" y="6217"/>
                      <a:pt x="5666" y="5622"/>
                    </a:cubicBezTo>
                    <a:cubicBezTo>
                      <a:pt x="6260" y="5027"/>
                      <a:pt x="6594" y="4220"/>
                      <a:pt x="6594" y="3379"/>
                    </a:cubicBezTo>
                    <a:cubicBezTo>
                      <a:pt x="6594" y="2537"/>
                      <a:pt x="6260" y="1730"/>
                      <a:pt x="5666" y="1135"/>
                    </a:cubicBezTo>
                    <a:cubicBezTo>
                      <a:pt x="5071" y="540"/>
                      <a:pt x="4264" y="206"/>
                      <a:pt x="3423" y="206"/>
                    </a:cubicBezTo>
                    <a:cubicBezTo>
                      <a:pt x="2582" y="206"/>
                      <a:pt x="1775" y="540"/>
                      <a:pt x="1180" y="1135"/>
                    </a:cubicBezTo>
                    <a:cubicBezTo>
                      <a:pt x="586" y="1730"/>
                      <a:pt x="251" y="2537"/>
                      <a:pt x="251" y="3379"/>
                    </a:cubicBezTo>
                    <a:cubicBezTo>
                      <a:pt x="251" y="4220"/>
                      <a:pt x="586" y="5027"/>
                      <a:pt x="1180" y="5622"/>
                    </a:cubicBezTo>
                    <a:cubicBezTo>
                      <a:pt x="1775" y="6217"/>
                      <a:pt x="2582" y="6552"/>
                      <a:pt x="3423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67" name="Freeform: Shape 5066">
                <a:extLst>
                  <a:ext uri="{FF2B5EF4-FFF2-40B4-BE49-F238E27FC236}">
                    <a16:creationId xmlns:a16="http://schemas.microsoft.com/office/drawing/2014/main" id="{A179B409-D0A0-E3A4-9FEF-C4F0491E7C32}"/>
                  </a:ext>
                </a:extLst>
              </p:cNvPr>
              <p:cNvSpPr/>
              <p:nvPr/>
            </p:nvSpPr>
            <p:spPr>
              <a:xfrm>
                <a:off x="4038753" y="6097324"/>
                <a:ext cx="6343" cy="6345"/>
              </a:xfrm>
              <a:custGeom>
                <a:avLst/>
                <a:gdLst>
                  <a:gd name="connsiteX0" fmla="*/ 3423 w 6343"/>
                  <a:gd name="connsiteY0" fmla="*/ 6552 h 6345"/>
                  <a:gd name="connsiteX1" fmla="*/ 5665 w 6343"/>
                  <a:gd name="connsiteY1" fmla="*/ 5622 h 6345"/>
                  <a:gd name="connsiteX2" fmla="*/ 6594 w 6343"/>
                  <a:gd name="connsiteY2" fmla="*/ 3379 h 6345"/>
                  <a:gd name="connsiteX3" fmla="*/ 5665 w 6343"/>
                  <a:gd name="connsiteY3" fmla="*/ 1136 h 6345"/>
                  <a:gd name="connsiteX4" fmla="*/ 3423 w 6343"/>
                  <a:gd name="connsiteY4" fmla="*/ 206 h 6345"/>
                  <a:gd name="connsiteX5" fmla="*/ 1180 w 6343"/>
                  <a:gd name="connsiteY5" fmla="*/ 1136 h 6345"/>
                  <a:gd name="connsiteX6" fmla="*/ 251 w 6343"/>
                  <a:gd name="connsiteY6" fmla="*/ 3379 h 6345"/>
                  <a:gd name="connsiteX7" fmla="*/ 1180 w 6343"/>
                  <a:gd name="connsiteY7" fmla="*/ 5622 h 6345"/>
                  <a:gd name="connsiteX8" fmla="*/ 3423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2"/>
                    </a:moveTo>
                    <a:cubicBezTo>
                      <a:pt x="4264" y="6552"/>
                      <a:pt x="5071" y="6217"/>
                      <a:pt x="5665" y="5622"/>
                    </a:cubicBezTo>
                    <a:cubicBezTo>
                      <a:pt x="6260" y="5027"/>
                      <a:pt x="6594" y="4220"/>
                      <a:pt x="6594" y="3379"/>
                    </a:cubicBezTo>
                    <a:cubicBezTo>
                      <a:pt x="6594" y="2538"/>
                      <a:pt x="6260" y="1731"/>
                      <a:pt x="5665" y="1136"/>
                    </a:cubicBezTo>
                    <a:cubicBezTo>
                      <a:pt x="5071" y="541"/>
                      <a:pt x="4264" y="206"/>
                      <a:pt x="3423" y="206"/>
                    </a:cubicBezTo>
                    <a:cubicBezTo>
                      <a:pt x="2582" y="206"/>
                      <a:pt x="1775" y="541"/>
                      <a:pt x="1180" y="1136"/>
                    </a:cubicBezTo>
                    <a:cubicBezTo>
                      <a:pt x="585" y="1731"/>
                      <a:pt x="251" y="2538"/>
                      <a:pt x="251" y="3379"/>
                    </a:cubicBezTo>
                    <a:cubicBezTo>
                      <a:pt x="251" y="4220"/>
                      <a:pt x="585" y="5027"/>
                      <a:pt x="1180" y="5622"/>
                    </a:cubicBezTo>
                    <a:cubicBezTo>
                      <a:pt x="1775" y="6217"/>
                      <a:pt x="2582" y="6552"/>
                      <a:pt x="3423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68" name="Freeform: Shape 5067">
                <a:extLst>
                  <a:ext uri="{FF2B5EF4-FFF2-40B4-BE49-F238E27FC236}">
                    <a16:creationId xmlns:a16="http://schemas.microsoft.com/office/drawing/2014/main" id="{C05B4604-802C-FB62-D7B8-21A2063BD0DB}"/>
                  </a:ext>
                </a:extLst>
              </p:cNvPr>
              <p:cNvSpPr/>
              <p:nvPr/>
            </p:nvSpPr>
            <p:spPr>
              <a:xfrm>
                <a:off x="4036223" y="6097651"/>
                <a:ext cx="6343" cy="6345"/>
              </a:xfrm>
              <a:custGeom>
                <a:avLst/>
                <a:gdLst>
                  <a:gd name="connsiteX0" fmla="*/ 3423 w 6343"/>
                  <a:gd name="connsiteY0" fmla="*/ 6552 h 6345"/>
                  <a:gd name="connsiteX1" fmla="*/ 5665 w 6343"/>
                  <a:gd name="connsiteY1" fmla="*/ 5622 h 6345"/>
                  <a:gd name="connsiteX2" fmla="*/ 6594 w 6343"/>
                  <a:gd name="connsiteY2" fmla="*/ 3379 h 6345"/>
                  <a:gd name="connsiteX3" fmla="*/ 5665 w 6343"/>
                  <a:gd name="connsiteY3" fmla="*/ 1136 h 6345"/>
                  <a:gd name="connsiteX4" fmla="*/ 3423 w 6343"/>
                  <a:gd name="connsiteY4" fmla="*/ 206 h 6345"/>
                  <a:gd name="connsiteX5" fmla="*/ 1180 w 6343"/>
                  <a:gd name="connsiteY5" fmla="*/ 1136 h 6345"/>
                  <a:gd name="connsiteX6" fmla="*/ 251 w 6343"/>
                  <a:gd name="connsiteY6" fmla="*/ 3379 h 6345"/>
                  <a:gd name="connsiteX7" fmla="*/ 1180 w 6343"/>
                  <a:gd name="connsiteY7" fmla="*/ 5622 h 6345"/>
                  <a:gd name="connsiteX8" fmla="*/ 3423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52"/>
                    </a:moveTo>
                    <a:cubicBezTo>
                      <a:pt x="4264" y="6552"/>
                      <a:pt x="5070" y="6217"/>
                      <a:pt x="5665" y="5622"/>
                    </a:cubicBezTo>
                    <a:cubicBezTo>
                      <a:pt x="6260" y="5027"/>
                      <a:pt x="6594" y="4220"/>
                      <a:pt x="6594" y="3379"/>
                    </a:cubicBezTo>
                    <a:cubicBezTo>
                      <a:pt x="6594" y="2538"/>
                      <a:pt x="6260" y="1731"/>
                      <a:pt x="5665" y="1136"/>
                    </a:cubicBezTo>
                    <a:cubicBezTo>
                      <a:pt x="5070" y="541"/>
                      <a:pt x="4264" y="206"/>
                      <a:pt x="3423" y="206"/>
                    </a:cubicBezTo>
                    <a:cubicBezTo>
                      <a:pt x="2581" y="206"/>
                      <a:pt x="1775" y="541"/>
                      <a:pt x="1180" y="1136"/>
                    </a:cubicBezTo>
                    <a:cubicBezTo>
                      <a:pt x="585" y="1731"/>
                      <a:pt x="251" y="2538"/>
                      <a:pt x="251" y="3379"/>
                    </a:cubicBezTo>
                    <a:cubicBezTo>
                      <a:pt x="251" y="4220"/>
                      <a:pt x="585" y="5027"/>
                      <a:pt x="1180" y="5622"/>
                    </a:cubicBezTo>
                    <a:cubicBezTo>
                      <a:pt x="1775" y="6217"/>
                      <a:pt x="2581" y="6552"/>
                      <a:pt x="3423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69" name="Freeform: Shape 5068">
                <a:extLst>
                  <a:ext uri="{FF2B5EF4-FFF2-40B4-BE49-F238E27FC236}">
                    <a16:creationId xmlns:a16="http://schemas.microsoft.com/office/drawing/2014/main" id="{9C642CD2-54C3-4514-C9D5-2EF177FA9117}"/>
                  </a:ext>
                </a:extLst>
              </p:cNvPr>
              <p:cNvSpPr/>
              <p:nvPr/>
            </p:nvSpPr>
            <p:spPr>
              <a:xfrm>
                <a:off x="4034740" y="6100317"/>
                <a:ext cx="6343" cy="6345"/>
              </a:xfrm>
              <a:custGeom>
                <a:avLst/>
                <a:gdLst>
                  <a:gd name="connsiteX0" fmla="*/ 3422 w 6343"/>
                  <a:gd name="connsiteY0" fmla="*/ 6552 h 6345"/>
                  <a:gd name="connsiteX1" fmla="*/ 5665 w 6343"/>
                  <a:gd name="connsiteY1" fmla="*/ 5623 h 6345"/>
                  <a:gd name="connsiteX2" fmla="*/ 6594 w 6343"/>
                  <a:gd name="connsiteY2" fmla="*/ 3379 h 6345"/>
                  <a:gd name="connsiteX3" fmla="*/ 5665 w 6343"/>
                  <a:gd name="connsiteY3" fmla="*/ 1136 h 6345"/>
                  <a:gd name="connsiteX4" fmla="*/ 3422 w 6343"/>
                  <a:gd name="connsiteY4" fmla="*/ 207 h 6345"/>
                  <a:gd name="connsiteX5" fmla="*/ 1180 w 6343"/>
                  <a:gd name="connsiteY5" fmla="*/ 1136 h 6345"/>
                  <a:gd name="connsiteX6" fmla="*/ 251 w 6343"/>
                  <a:gd name="connsiteY6" fmla="*/ 3379 h 6345"/>
                  <a:gd name="connsiteX7" fmla="*/ 1180 w 6343"/>
                  <a:gd name="connsiteY7" fmla="*/ 5623 h 6345"/>
                  <a:gd name="connsiteX8" fmla="*/ 3422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2"/>
                    </a:moveTo>
                    <a:cubicBezTo>
                      <a:pt x="4264" y="6552"/>
                      <a:pt x="5070" y="6218"/>
                      <a:pt x="5665" y="5623"/>
                    </a:cubicBezTo>
                    <a:cubicBezTo>
                      <a:pt x="6260" y="5028"/>
                      <a:pt x="6594" y="4221"/>
                      <a:pt x="6594" y="3379"/>
                    </a:cubicBezTo>
                    <a:cubicBezTo>
                      <a:pt x="6594" y="2538"/>
                      <a:pt x="6260" y="1731"/>
                      <a:pt x="5665" y="1136"/>
                    </a:cubicBezTo>
                    <a:cubicBezTo>
                      <a:pt x="5070" y="541"/>
                      <a:pt x="4264" y="207"/>
                      <a:pt x="3422" y="207"/>
                    </a:cubicBezTo>
                    <a:cubicBezTo>
                      <a:pt x="2581" y="207"/>
                      <a:pt x="1775" y="541"/>
                      <a:pt x="1180" y="1136"/>
                    </a:cubicBezTo>
                    <a:cubicBezTo>
                      <a:pt x="585" y="1731"/>
                      <a:pt x="251" y="2538"/>
                      <a:pt x="251" y="3379"/>
                    </a:cubicBezTo>
                    <a:cubicBezTo>
                      <a:pt x="251" y="4221"/>
                      <a:pt x="585" y="5028"/>
                      <a:pt x="1180" y="5623"/>
                    </a:cubicBezTo>
                    <a:cubicBezTo>
                      <a:pt x="1775" y="6218"/>
                      <a:pt x="2581" y="6552"/>
                      <a:pt x="3422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70" name="Freeform: Shape 5069">
                <a:extLst>
                  <a:ext uri="{FF2B5EF4-FFF2-40B4-BE49-F238E27FC236}">
                    <a16:creationId xmlns:a16="http://schemas.microsoft.com/office/drawing/2014/main" id="{B111A912-2C36-8062-DE9F-6BC7108C39D6}"/>
                  </a:ext>
                </a:extLst>
              </p:cNvPr>
              <p:cNvSpPr/>
              <p:nvPr/>
            </p:nvSpPr>
            <p:spPr>
              <a:xfrm>
                <a:off x="4032500" y="6101303"/>
                <a:ext cx="6343" cy="6345"/>
              </a:xfrm>
              <a:custGeom>
                <a:avLst/>
                <a:gdLst>
                  <a:gd name="connsiteX0" fmla="*/ 3422 w 6343"/>
                  <a:gd name="connsiteY0" fmla="*/ 6552 h 6345"/>
                  <a:gd name="connsiteX1" fmla="*/ 5665 w 6343"/>
                  <a:gd name="connsiteY1" fmla="*/ 5623 h 6345"/>
                  <a:gd name="connsiteX2" fmla="*/ 6594 w 6343"/>
                  <a:gd name="connsiteY2" fmla="*/ 3379 h 6345"/>
                  <a:gd name="connsiteX3" fmla="*/ 5665 w 6343"/>
                  <a:gd name="connsiteY3" fmla="*/ 1136 h 6345"/>
                  <a:gd name="connsiteX4" fmla="*/ 3422 w 6343"/>
                  <a:gd name="connsiteY4" fmla="*/ 207 h 6345"/>
                  <a:gd name="connsiteX5" fmla="*/ 1180 w 6343"/>
                  <a:gd name="connsiteY5" fmla="*/ 1136 h 6345"/>
                  <a:gd name="connsiteX6" fmla="*/ 251 w 6343"/>
                  <a:gd name="connsiteY6" fmla="*/ 3379 h 6345"/>
                  <a:gd name="connsiteX7" fmla="*/ 1180 w 6343"/>
                  <a:gd name="connsiteY7" fmla="*/ 5623 h 6345"/>
                  <a:gd name="connsiteX8" fmla="*/ 3422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2"/>
                    </a:moveTo>
                    <a:cubicBezTo>
                      <a:pt x="4263" y="6552"/>
                      <a:pt x="5070" y="6218"/>
                      <a:pt x="5665" y="5623"/>
                    </a:cubicBezTo>
                    <a:cubicBezTo>
                      <a:pt x="6260" y="5028"/>
                      <a:pt x="6594" y="4221"/>
                      <a:pt x="6594" y="3379"/>
                    </a:cubicBezTo>
                    <a:cubicBezTo>
                      <a:pt x="6594" y="2538"/>
                      <a:pt x="6260" y="1731"/>
                      <a:pt x="5665" y="1136"/>
                    </a:cubicBezTo>
                    <a:cubicBezTo>
                      <a:pt x="5070" y="541"/>
                      <a:pt x="4263" y="207"/>
                      <a:pt x="3422" y="207"/>
                    </a:cubicBezTo>
                    <a:cubicBezTo>
                      <a:pt x="2581" y="207"/>
                      <a:pt x="1774" y="541"/>
                      <a:pt x="1180" y="1136"/>
                    </a:cubicBezTo>
                    <a:cubicBezTo>
                      <a:pt x="585" y="1731"/>
                      <a:pt x="251" y="2538"/>
                      <a:pt x="251" y="3379"/>
                    </a:cubicBezTo>
                    <a:cubicBezTo>
                      <a:pt x="251" y="4221"/>
                      <a:pt x="585" y="5028"/>
                      <a:pt x="1180" y="5623"/>
                    </a:cubicBezTo>
                    <a:cubicBezTo>
                      <a:pt x="1774" y="6218"/>
                      <a:pt x="2581" y="6552"/>
                      <a:pt x="3422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71" name="Freeform: Shape 5070">
                <a:extLst>
                  <a:ext uri="{FF2B5EF4-FFF2-40B4-BE49-F238E27FC236}">
                    <a16:creationId xmlns:a16="http://schemas.microsoft.com/office/drawing/2014/main" id="{17DB1D3E-9D3C-39F7-06F5-2B412BDBC516}"/>
                  </a:ext>
                </a:extLst>
              </p:cNvPr>
              <p:cNvSpPr/>
              <p:nvPr/>
            </p:nvSpPr>
            <p:spPr>
              <a:xfrm>
                <a:off x="4030531" y="6102921"/>
                <a:ext cx="6343" cy="6345"/>
              </a:xfrm>
              <a:custGeom>
                <a:avLst/>
                <a:gdLst>
                  <a:gd name="connsiteX0" fmla="*/ 3422 w 6343"/>
                  <a:gd name="connsiteY0" fmla="*/ 6552 h 6345"/>
                  <a:gd name="connsiteX1" fmla="*/ 5665 w 6343"/>
                  <a:gd name="connsiteY1" fmla="*/ 5623 h 6345"/>
                  <a:gd name="connsiteX2" fmla="*/ 6594 w 6343"/>
                  <a:gd name="connsiteY2" fmla="*/ 3379 h 6345"/>
                  <a:gd name="connsiteX3" fmla="*/ 5665 w 6343"/>
                  <a:gd name="connsiteY3" fmla="*/ 1136 h 6345"/>
                  <a:gd name="connsiteX4" fmla="*/ 3422 w 6343"/>
                  <a:gd name="connsiteY4" fmla="*/ 207 h 6345"/>
                  <a:gd name="connsiteX5" fmla="*/ 1179 w 6343"/>
                  <a:gd name="connsiteY5" fmla="*/ 1136 h 6345"/>
                  <a:gd name="connsiteX6" fmla="*/ 251 w 6343"/>
                  <a:gd name="connsiteY6" fmla="*/ 3379 h 6345"/>
                  <a:gd name="connsiteX7" fmla="*/ 1179 w 6343"/>
                  <a:gd name="connsiteY7" fmla="*/ 5623 h 6345"/>
                  <a:gd name="connsiteX8" fmla="*/ 3422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2"/>
                    </a:moveTo>
                    <a:cubicBezTo>
                      <a:pt x="4263" y="6552"/>
                      <a:pt x="5070" y="6218"/>
                      <a:pt x="5665" y="5623"/>
                    </a:cubicBezTo>
                    <a:cubicBezTo>
                      <a:pt x="6259" y="5028"/>
                      <a:pt x="6594" y="4221"/>
                      <a:pt x="6594" y="3379"/>
                    </a:cubicBezTo>
                    <a:cubicBezTo>
                      <a:pt x="6594" y="2538"/>
                      <a:pt x="6259" y="1731"/>
                      <a:pt x="5665" y="1136"/>
                    </a:cubicBezTo>
                    <a:cubicBezTo>
                      <a:pt x="5070" y="541"/>
                      <a:pt x="4263" y="207"/>
                      <a:pt x="3422" y="207"/>
                    </a:cubicBezTo>
                    <a:cubicBezTo>
                      <a:pt x="2581" y="207"/>
                      <a:pt x="1774" y="541"/>
                      <a:pt x="1179" y="1136"/>
                    </a:cubicBezTo>
                    <a:cubicBezTo>
                      <a:pt x="585" y="1731"/>
                      <a:pt x="251" y="2538"/>
                      <a:pt x="251" y="3379"/>
                    </a:cubicBezTo>
                    <a:cubicBezTo>
                      <a:pt x="251" y="4221"/>
                      <a:pt x="585" y="5028"/>
                      <a:pt x="1179" y="5623"/>
                    </a:cubicBezTo>
                    <a:cubicBezTo>
                      <a:pt x="1774" y="6218"/>
                      <a:pt x="2581" y="6552"/>
                      <a:pt x="3422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72" name="Freeform: Shape 5071">
                <a:extLst>
                  <a:ext uri="{FF2B5EF4-FFF2-40B4-BE49-F238E27FC236}">
                    <a16:creationId xmlns:a16="http://schemas.microsoft.com/office/drawing/2014/main" id="{329AC513-E0CF-EDA3-AD8D-8A7A9A407D3C}"/>
                  </a:ext>
                </a:extLst>
              </p:cNvPr>
              <p:cNvSpPr/>
              <p:nvPr/>
            </p:nvSpPr>
            <p:spPr>
              <a:xfrm>
                <a:off x="4028275" y="6103880"/>
                <a:ext cx="6343" cy="6345"/>
              </a:xfrm>
              <a:custGeom>
                <a:avLst/>
                <a:gdLst>
                  <a:gd name="connsiteX0" fmla="*/ 3422 w 6343"/>
                  <a:gd name="connsiteY0" fmla="*/ 6552 h 6345"/>
                  <a:gd name="connsiteX1" fmla="*/ 5665 w 6343"/>
                  <a:gd name="connsiteY1" fmla="*/ 5623 h 6345"/>
                  <a:gd name="connsiteX2" fmla="*/ 6593 w 6343"/>
                  <a:gd name="connsiteY2" fmla="*/ 3380 h 6345"/>
                  <a:gd name="connsiteX3" fmla="*/ 5665 w 6343"/>
                  <a:gd name="connsiteY3" fmla="*/ 1136 h 6345"/>
                  <a:gd name="connsiteX4" fmla="*/ 3422 w 6343"/>
                  <a:gd name="connsiteY4" fmla="*/ 207 h 6345"/>
                  <a:gd name="connsiteX5" fmla="*/ 1179 w 6343"/>
                  <a:gd name="connsiteY5" fmla="*/ 1136 h 6345"/>
                  <a:gd name="connsiteX6" fmla="*/ 250 w 6343"/>
                  <a:gd name="connsiteY6" fmla="*/ 3380 h 6345"/>
                  <a:gd name="connsiteX7" fmla="*/ 1179 w 6343"/>
                  <a:gd name="connsiteY7" fmla="*/ 5623 h 6345"/>
                  <a:gd name="connsiteX8" fmla="*/ 3422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52"/>
                    </a:moveTo>
                    <a:cubicBezTo>
                      <a:pt x="4263" y="6552"/>
                      <a:pt x="5070" y="6218"/>
                      <a:pt x="5665" y="5623"/>
                    </a:cubicBezTo>
                    <a:cubicBezTo>
                      <a:pt x="6259" y="5028"/>
                      <a:pt x="6593" y="4221"/>
                      <a:pt x="6593" y="3380"/>
                    </a:cubicBezTo>
                    <a:cubicBezTo>
                      <a:pt x="6593" y="2538"/>
                      <a:pt x="6259" y="1731"/>
                      <a:pt x="5665" y="1136"/>
                    </a:cubicBezTo>
                    <a:cubicBezTo>
                      <a:pt x="5070" y="541"/>
                      <a:pt x="4263" y="207"/>
                      <a:pt x="3422" y="207"/>
                    </a:cubicBezTo>
                    <a:cubicBezTo>
                      <a:pt x="2581" y="207"/>
                      <a:pt x="1774" y="541"/>
                      <a:pt x="1179" y="1136"/>
                    </a:cubicBezTo>
                    <a:cubicBezTo>
                      <a:pt x="585" y="1731"/>
                      <a:pt x="250" y="2538"/>
                      <a:pt x="250" y="3380"/>
                    </a:cubicBezTo>
                    <a:cubicBezTo>
                      <a:pt x="250" y="4221"/>
                      <a:pt x="585" y="5028"/>
                      <a:pt x="1179" y="5623"/>
                    </a:cubicBezTo>
                    <a:cubicBezTo>
                      <a:pt x="1774" y="6218"/>
                      <a:pt x="2581" y="6552"/>
                      <a:pt x="3422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73" name="Freeform: Shape 5072">
                <a:extLst>
                  <a:ext uri="{FF2B5EF4-FFF2-40B4-BE49-F238E27FC236}">
                    <a16:creationId xmlns:a16="http://schemas.microsoft.com/office/drawing/2014/main" id="{C9E87E76-340E-1AC2-5D2B-5A7FA7C109AC}"/>
                  </a:ext>
                </a:extLst>
              </p:cNvPr>
              <p:cNvSpPr/>
              <p:nvPr/>
            </p:nvSpPr>
            <p:spPr>
              <a:xfrm>
                <a:off x="3972069" y="5974538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9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9" y="197"/>
                      <a:pt x="3417" y="197"/>
                    </a:cubicBezTo>
                    <a:cubicBezTo>
                      <a:pt x="2576" y="197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74" name="Freeform: Shape 5073">
                <a:extLst>
                  <a:ext uri="{FF2B5EF4-FFF2-40B4-BE49-F238E27FC236}">
                    <a16:creationId xmlns:a16="http://schemas.microsoft.com/office/drawing/2014/main" id="{CE950FEB-F397-58E0-4F63-524871C9A39D}"/>
                  </a:ext>
                </a:extLst>
              </p:cNvPr>
              <p:cNvSpPr/>
              <p:nvPr/>
            </p:nvSpPr>
            <p:spPr>
              <a:xfrm>
                <a:off x="3971167" y="5976531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9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9" y="197"/>
                      <a:pt x="3417" y="197"/>
                    </a:cubicBezTo>
                    <a:cubicBezTo>
                      <a:pt x="2576" y="197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75" name="Freeform: Shape 5074">
                <a:extLst>
                  <a:ext uri="{FF2B5EF4-FFF2-40B4-BE49-F238E27FC236}">
                    <a16:creationId xmlns:a16="http://schemas.microsoft.com/office/drawing/2014/main" id="{D7433D52-B814-81A5-2519-C254AE9E56B7}"/>
                  </a:ext>
                </a:extLst>
              </p:cNvPr>
              <p:cNvSpPr/>
              <p:nvPr/>
            </p:nvSpPr>
            <p:spPr>
              <a:xfrm>
                <a:off x="3967825" y="5972469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76" name="Freeform: Shape 5075">
                <a:extLst>
                  <a:ext uri="{FF2B5EF4-FFF2-40B4-BE49-F238E27FC236}">
                    <a16:creationId xmlns:a16="http://schemas.microsoft.com/office/drawing/2014/main" id="{99EFE0E4-3829-60FC-5EF3-BEC7A3ACCA4B}"/>
                  </a:ext>
                </a:extLst>
              </p:cNvPr>
              <p:cNvSpPr/>
              <p:nvPr/>
            </p:nvSpPr>
            <p:spPr>
              <a:xfrm>
                <a:off x="3966250" y="5972741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4" y="5018"/>
                      <a:pt x="6589" y="4211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4" y="1126"/>
                    </a:cubicBezTo>
                    <a:cubicBezTo>
                      <a:pt x="580" y="1721"/>
                      <a:pt x="245" y="2528"/>
                      <a:pt x="245" y="3369"/>
                    </a:cubicBezTo>
                    <a:cubicBezTo>
                      <a:pt x="245" y="4211"/>
                      <a:pt x="580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77" name="Freeform: Shape 5076">
                <a:extLst>
                  <a:ext uri="{FF2B5EF4-FFF2-40B4-BE49-F238E27FC236}">
                    <a16:creationId xmlns:a16="http://schemas.microsoft.com/office/drawing/2014/main" id="{9554BF2B-6548-E3BE-C480-E30FDF1CACC2}"/>
                  </a:ext>
                </a:extLst>
              </p:cNvPr>
              <p:cNvSpPr/>
              <p:nvPr/>
            </p:nvSpPr>
            <p:spPr>
              <a:xfrm>
                <a:off x="3964760" y="5973221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8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60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4" y="1126"/>
                    </a:cubicBezTo>
                    <a:cubicBezTo>
                      <a:pt x="580" y="1721"/>
                      <a:pt x="245" y="2528"/>
                      <a:pt x="245" y="3369"/>
                    </a:cubicBezTo>
                    <a:cubicBezTo>
                      <a:pt x="245" y="4211"/>
                      <a:pt x="580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78" name="Freeform: Shape 5077">
                <a:extLst>
                  <a:ext uri="{FF2B5EF4-FFF2-40B4-BE49-F238E27FC236}">
                    <a16:creationId xmlns:a16="http://schemas.microsoft.com/office/drawing/2014/main" id="{F0741AAA-B53F-4A36-5D46-2B1E77DC2A63}"/>
                  </a:ext>
                </a:extLst>
              </p:cNvPr>
              <p:cNvSpPr/>
              <p:nvPr/>
            </p:nvSpPr>
            <p:spPr>
              <a:xfrm>
                <a:off x="3963433" y="5974130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7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59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1"/>
                      <a:pt x="579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79" name="Freeform: Shape 5078">
                <a:extLst>
                  <a:ext uri="{FF2B5EF4-FFF2-40B4-BE49-F238E27FC236}">
                    <a16:creationId xmlns:a16="http://schemas.microsoft.com/office/drawing/2014/main" id="{61F7E081-67BA-81CD-21C0-301A841EC08D}"/>
                  </a:ext>
                </a:extLst>
              </p:cNvPr>
              <p:cNvSpPr/>
              <p:nvPr/>
            </p:nvSpPr>
            <p:spPr>
              <a:xfrm>
                <a:off x="4013336" y="6112933"/>
                <a:ext cx="6343" cy="6345"/>
              </a:xfrm>
              <a:custGeom>
                <a:avLst/>
                <a:gdLst>
                  <a:gd name="connsiteX0" fmla="*/ 3421 w 6343"/>
                  <a:gd name="connsiteY0" fmla="*/ 6553 h 6345"/>
                  <a:gd name="connsiteX1" fmla="*/ 5663 w 6343"/>
                  <a:gd name="connsiteY1" fmla="*/ 5624 h 6345"/>
                  <a:gd name="connsiteX2" fmla="*/ 6592 w 6343"/>
                  <a:gd name="connsiteY2" fmla="*/ 3380 h 6345"/>
                  <a:gd name="connsiteX3" fmla="*/ 5663 w 6343"/>
                  <a:gd name="connsiteY3" fmla="*/ 1137 h 6345"/>
                  <a:gd name="connsiteX4" fmla="*/ 3421 w 6343"/>
                  <a:gd name="connsiteY4" fmla="*/ 208 h 6345"/>
                  <a:gd name="connsiteX5" fmla="*/ 1178 w 6343"/>
                  <a:gd name="connsiteY5" fmla="*/ 1137 h 6345"/>
                  <a:gd name="connsiteX6" fmla="*/ 249 w 6343"/>
                  <a:gd name="connsiteY6" fmla="*/ 3380 h 6345"/>
                  <a:gd name="connsiteX7" fmla="*/ 1178 w 6343"/>
                  <a:gd name="connsiteY7" fmla="*/ 5624 h 6345"/>
                  <a:gd name="connsiteX8" fmla="*/ 3421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53"/>
                    </a:moveTo>
                    <a:cubicBezTo>
                      <a:pt x="4262" y="6553"/>
                      <a:pt x="5069" y="6219"/>
                      <a:pt x="5663" y="5624"/>
                    </a:cubicBezTo>
                    <a:cubicBezTo>
                      <a:pt x="6258" y="5029"/>
                      <a:pt x="6592" y="4222"/>
                      <a:pt x="6592" y="3380"/>
                    </a:cubicBezTo>
                    <a:cubicBezTo>
                      <a:pt x="6592" y="2539"/>
                      <a:pt x="6258" y="1732"/>
                      <a:pt x="5663" y="1137"/>
                    </a:cubicBezTo>
                    <a:cubicBezTo>
                      <a:pt x="5069" y="542"/>
                      <a:pt x="4262" y="208"/>
                      <a:pt x="3421" y="208"/>
                    </a:cubicBezTo>
                    <a:cubicBezTo>
                      <a:pt x="2580" y="208"/>
                      <a:pt x="1773" y="542"/>
                      <a:pt x="1178" y="1137"/>
                    </a:cubicBezTo>
                    <a:cubicBezTo>
                      <a:pt x="583" y="1732"/>
                      <a:pt x="249" y="2539"/>
                      <a:pt x="249" y="3380"/>
                    </a:cubicBezTo>
                    <a:cubicBezTo>
                      <a:pt x="249" y="4222"/>
                      <a:pt x="583" y="5029"/>
                      <a:pt x="1178" y="5624"/>
                    </a:cubicBezTo>
                    <a:cubicBezTo>
                      <a:pt x="1773" y="6219"/>
                      <a:pt x="2580" y="6553"/>
                      <a:pt x="3421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80" name="Freeform: Shape 5079">
                <a:extLst>
                  <a:ext uri="{FF2B5EF4-FFF2-40B4-BE49-F238E27FC236}">
                    <a16:creationId xmlns:a16="http://schemas.microsoft.com/office/drawing/2014/main" id="{4F3784DC-DC47-04F3-58D9-D9A596C318C7}"/>
                  </a:ext>
                </a:extLst>
              </p:cNvPr>
              <p:cNvSpPr/>
              <p:nvPr/>
            </p:nvSpPr>
            <p:spPr>
              <a:xfrm>
                <a:off x="4011421" y="6114888"/>
                <a:ext cx="6343" cy="6345"/>
              </a:xfrm>
              <a:custGeom>
                <a:avLst/>
                <a:gdLst>
                  <a:gd name="connsiteX0" fmla="*/ 3421 w 6343"/>
                  <a:gd name="connsiteY0" fmla="*/ 6553 h 6345"/>
                  <a:gd name="connsiteX1" fmla="*/ 5663 w 6343"/>
                  <a:gd name="connsiteY1" fmla="*/ 5624 h 6345"/>
                  <a:gd name="connsiteX2" fmla="*/ 6592 w 6343"/>
                  <a:gd name="connsiteY2" fmla="*/ 3380 h 6345"/>
                  <a:gd name="connsiteX3" fmla="*/ 5663 w 6343"/>
                  <a:gd name="connsiteY3" fmla="*/ 1137 h 6345"/>
                  <a:gd name="connsiteX4" fmla="*/ 3421 w 6343"/>
                  <a:gd name="connsiteY4" fmla="*/ 208 h 6345"/>
                  <a:gd name="connsiteX5" fmla="*/ 1178 w 6343"/>
                  <a:gd name="connsiteY5" fmla="*/ 1137 h 6345"/>
                  <a:gd name="connsiteX6" fmla="*/ 249 w 6343"/>
                  <a:gd name="connsiteY6" fmla="*/ 3380 h 6345"/>
                  <a:gd name="connsiteX7" fmla="*/ 1178 w 6343"/>
                  <a:gd name="connsiteY7" fmla="*/ 5624 h 6345"/>
                  <a:gd name="connsiteX8" fmla="*/ 3421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53"/>
                    </a:moveTo>
                    <a:cubicBezTo>
                      <a:pt x="4262" y="6553"/>
                      <a:pt x="5068" y="6219"/>
                      <a:pt x="5663" y="5624"/>
                    </a:cubicBezTo>
                    <a:cubicBezTo>
                      <a:pt x="6258" y="5029"/>
                      <a:pt x="6592" y="4222"/>
                      <a:pt x="6592" y="3380"/>
                    </a:cubicBezTo>
                    <a:cubicBezTo>
                      <a:pt x="6592" y="2539"/>
                      <a:pt x="6258" y="1732"/>
                      <a:pt x="5663" y="1137"/>
                    </a:cubicBezTo>
                    <a:cubicBezTo>
                      <a:pt x="5068" y="542"/>
                      <a:pt x="4262" y="208"/>
                      <a:pt x="3421" y="208"/>
                    </a:cubicBezTo>
                    <a:cubicBezTo>
                      <a:pt x="2579" y="208"/>
                      <a:pt x="1773" y="542"/>
                      <a:pt x="1178" y="1137"/>
                    </a:cubicBezTo>
                    <a:cubicBezTo>
                      <a:pt x="583" y="1732"/>
                      <a:pt x="249" y="2539"/>
                      <a:pt x="249" y="3380"/>
                    </a:cubicBezTo>
                    <a:cubicBezTo>
                      <a:pt x="249" y="4222"/>
                      <a:pt x="583" y="5029"/>
                      <a:pt x="1178" y="5624"/>
                    </a:cubicBezTo>
                    <a:cubicBezTo>
                      <a:pt x="1773" y="6219"/>
                      <a:pt x="2579" y="6553"/>
                      <a:pt x="3421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81" name="Freeform: Shape 5080">
                <a:extLst>
                  <a:ext uri="{FF2B5EF4-FFF2-40B4-BE49-F238E27FC236}">
                    <a16:creationId xmlns:a16="http://schemas.microsoft.com/office/drawing/2014/main" id="{83A76BE8-2C90-2E83-174D-572A1C76B066}"/>
                  </a:ext>
                </a:extLst>
              </p:cNvPr>
              <p:cNvSpPr/>
              <p:nvPr/>
            </p:nvSpPr>
            <p:spPr>
              <a:xfrm>
                <a:off x="4008697" y="6114626"/>
                <a:ext cx="6343" cy="6345"/>
              </a:xfrm>
              <a:custGeom>
                <a:avLst/>
                <a:gdLst>
                  <a:gd name="connsiteX0" fmla="*/ 3420 w 6343"/>
                  <a:gd name="connsiteY0" fmla="*/ 6553 h 6345"/>
                  <a:gd name="connsiteX1" fmla="*/ 5663 w 6343"/>
                  <a:gd name="connsiteY1" fmla="*/ 5624 h 6345"/>
                  <a:gd name="connsiteX2" fmla="*/ 6592 w 6343"/>
                  <a:gd name="connsiteY2" fmla="*/ 3380 h 6345"/>
                  <a:gd name="connsiteX3" fmla="*/ 5663 w 6343"/>
                  <a:gd name="connsiteY3" fmla="*/ 1137 h 6345"/>
                  <a:gd name="connsiteX4" fmla="*/ 3420 w 6343"/>
                  <a:gd name="connsiteY4" fmla="*/ 208 h 6345"/>
                  <a:gd name="connsiteX5" fmla="*/ 1178 w 6343"/>
                  <a:gd name="connsiteY5" fmla="*/ 1137 h 6345"/>
                  <a:gd name="connsiteX6" fmla="*/ 249 w 6343"/>
                  <a:gd name="connsiteY6" fmla="*/ 3380 h 6345"/>
                  <a:gd name="connsiteX7" fmla="*/ 1178 w 6343"/>
                  <a:gd name="connsiteY7" fmla="*/ 5624 h 6345"/>
                  <a:gd name="connsiteX8" fmla="*/ 3420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53"/>
                    </a:moveTo>
                    <a:cubicBezTo>
                      <a:pt x="4261" y="6553"/>
                      <a:pt x="5068" y="6219"/>
                      <a:pt x="5663" y="5624"/>
                    </a:cubicBezTo>
                    <a:cubicBezTo>
                      <a:pt x="6258" y="5029"/>
                      <a:pt x="6592" y="4222"/>
                      <a:pt x="6592" y="3380"/>
                    </a:cubicBezTo>
                    <a:cubicBezTo>
                      <a:pt x="6592" y="2539"/>
                      <a:pt x="6258" y="1732"/>
                      <a:pt x="5663" y="1137"/>
                    </a:cubicBezTo>
                    <a:cubicBezTo>
                      <a:pt x="5068" y="542"/>
                      <a:pt x="4261" y="208"/>
                      <a:pt x="3420" y="208"/>
                    </a:cubicBezTo>
                    <a:cubicBezTo>
                      <a:pt x="2579" y="208"/>
                      <a:pt x="1772" y="542"/>
                      <a:pt x="1178" y="1137"/>
                    </a:cubicBezTo>
                    <a:cubicBezTo>
                      <a:pt x="583" y="1732"/>
                      <a:pt x="249" y="2539"/>
                      <a:pt x="249" y="3380"/>
                    </a:cubicBezTo>
                    <a:cubicBezTo>
                      <a:pt x="249" y="4222"/>
                      <a:pt x="583" y="5029"/>
                      <a:pt x="1178" y="5624"/>
                    </a:cubicBezTo>
                    <a:cubicBezTo>
                      <a:pt x="1772" y="6219"/>
                      <a:pt x="2579" y="6553"/>
                      <a:pt x="3420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82" name="Freeform: Shape 5081">
                <a:extLst>
                  <a:ext uri="{FF2B5EF4-FFF2-40B4-BE49-F238E27FC236}">
                    <a16:creationId xmlns:a16="http://schemas.microsoft.com/office/drawing/2014/main" id="{E1D9FFD2-EE05-A0B0-E832-F4509E61871B}"/>
                  </a:ext>
                </a:extLst>
              </p:cNvPr>
              <p:cNvSpPr/>
              <p:nvPr/>
            </p:nvSpPr>
            <p:spPr>
              <a:xfrm>
                <a:off x="4005997" y="6114389"/>
                <a:ext cx="6343" cy="6345"/>
              </a:xfrm>
              <a:custGeom>
                <a:avLst/>
                <a:gdLst>
                  <a:gd name="connsiteX0" fmla="*/ 3420 w 6343"/>
                  <a:gd name="connsiteY0" fmla="*/ 6553 h 6345"/>
                  <a:gd name="connsiteX1" fmla="*/ 5663 w 6343"/>
                  <a:gd name="connsiteY1" fmla="*/ 5624 h 6345"/>
                  <a:gd name="connsiteX2" fmla="*/ 6592 w 6343"/>
                  <a:gd name="connsiteY2" fmla="*/ 3380 h 6345"/>
                  <a:gd name="connsiteX3" fmla="*/ 5663 w 6343"/>
                  <a:gd name="connsiteY3" fmla="*/ 1137 h 6345"/>
                  <a:gd name="connsiteX4" fmla="*/ 3420 w 6343"/>
                  <a:gd name="connsiteY4" fmla="*/ 208 h 6345"/>
                  <a:gd name="connsiteX5" fmla="*/ 1178 w 6343"/>
                  <a:gd name="connsiteY5" fmla="*/ 1137 h 6345"/>
                  <a:gd name="connsiteX6" fmla="*/ 249 w 6343"/>
                  <a:gd name="connsiteY6" fmla="*/ 3380 h 6345"/>
                  <a:gd name="connsiteX7" fmla="*/ 1178 w 6343"/>
                  <a:gd name="connsiteY7" fmla="*/ 5624 h 6345"/>
                  <a:gd name="connsiteX8" fmla="*/ 3420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53"/>
                    </a:moveTo>
                    <a:cubicBezTo>
                      <a:pt x="4261" y="6553"/>
                      <a:pt x="5068" y="6219"/>
                      <a:pt x="5663" y="5624"/>
                    </a:cubicBezTo>
                    <a:cubicBezTo>
                      <a:pt x="6258" y="5029"/>
                      <a:pt x="6592" y="4222"/>
                      <a:pt x="6592" y="3380"/>
                    </a:cubicBezTo>
                    <a:cubicBezTo>
                      <a:pt x="6592" y="2539"/>
                      <a:pt x="6258" y="1732"/>
                      <a:pt x="5663" y="1137"/>
                    </a:cubicBezTo>
                    <a:cubicBezTo>
                      <a:pt x="5068" y="542"/>
                      <a:pt x="4261" y="208"/>
                      <a:pt x="3420" y="208"/>
                    </a:cubicBezTo>
                    <a:cubicBezTo>
                      <a:pt x="2579" y="208"/>
                      <a:pt x="1772" y="542"/>
                      <a:pt x="1178" y="1137"/>
                    </a:cubicBezTo>
                    <a:cubicBezTo>
                      <a:pt x="583" y="1732"/>
                      <a:pt x="249" y="2539"/>
                      <a:pt x="249" y="3380"/>
                    </a:cubicBezTo>
                    <a:cubicBezTo>
                      <a:pt x="249" y="4222"/>
                      <a:pt x="583" y="5029"/>
                      <a:pt x="1178" y="5624"/>
                    </a:cubicBezTo>
                    <a:cubicBezTo>
                      <a:pt x="1772" y="6219"/>
                      <a:pt x="2579" y="6553"/>
                      <a:pt x="3420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83" name="Freeform: Shape 5082">
                <a:extLst>
                  <a:ext uri="{FF2B5EF4-FFF2-40B4-BE49-F238E27FC236}">
                    <a16:creationId xmlns:a16="http://schemas.microsoft.com/office/drawing/2014/main" id="{F950AD9F-D70A-B1B3-EF92-84B76A12166E}"/>
                  </a:ext>
                </a:extLst>
              </p:cNvPr>
              <p:cNvSpPr/>
              <p:nvPr/>
            </p:nvSpPr>
            <p:spPr>
              <a:xfrm>
                <a:off x="4004510" y="6117637"/>
                <a:ext cx="6343" cy="6345"/>
              </a:xfrm>
              <a:custGeom>
                <a:avLst/>
                <a:gdLst>
                  <a:gd name="connsiteX0" fmla="*/ 3420 w 6343"/>
                  <a:gd name="connsiteY0" fmla="*/ 6553 h 6345"/>
                  <a:gd name="connsiteX1" fmla="*/ 5663 w 6343"/>
                  <a:gd name="connsiteY1" fmla="*/ 5624 h 6345"/>
                  <a:gd name="connsiteX2" fmla="*/ 6592 w 6343"/>
                  <a:gd name="connsiteY2" fmla="*/ 3381 h 6345"/>
                  <a:gd name="connsiteX3" fmla="*/ 5663 w 6343"/>
                  <a:gd name="connsiteY3" fmla="*/ 1137 h 6345"/>
                  <a:gd name="connsiteX4" fmla="*/ 3420 w 6343"/>
                  <a:gd name="connsiteY4" fmla="*/ 208 h 6345"/>
                  <a:gd name="connsiteX5" fmla="*/ 1177 w 6343"/>
                  <a:gd name="connsiteY5" fmla="*/ 1137 h 6345"/>
                  <a:gd name="connsiteX6" fmla="*/ 248 w 6343"/>
                  <a:gd name="connsiteY6" fmla="*/ 3381 h 6345"/>
                  <a:gd name="connsiteX7" fmla="*/ 1177 w 6343"/>
                  <a:gd name="connsiteY7" fmla="*/ 5624 h 6345"/>
                  <a:gd name="connsiteX8" fmla="*/ 3420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53"/>
                    </a:moveTo>
                    <a:cubicBezTo>
                      <a:pt x="4261" y="6553"/>
                      <a:pt x="5068" y="6219"/>
                      <a:pt x="5663" y="5624"/>
                    </a:cubicBezTo>
                    <a:cubicBezTo>
                      <a:pt x="6257" y="5029"/>
                      <a:pt x="6592" y="4222"/>
                      <a:pt x="6592" y="3381"/>
                    </a:cubicBezTo>
                    <a:cubicBezTo>
                      <a:pt x="6592" y="2539"/>
                      <a:pt x="6257" y="1732"/>
                      <a:pt x="5663" y="1137"/>
                    </a:cubicBezTo>
                    <a:cubicBezTo>
                      <a:pt x="5068" y="542"/>
                      <a:pt x="4261" y="208"/>
                      <a:pt x="3420" y="208"/>
                    </a:cubicBezTo>
                    <a:cubicBezTo>
                      <a:pt x="2579" y="208"/>
                      <a:pt x="1772" y="542"/>
                      <a:pt x="1177" y="1137"/>
                    </a:cubicBezTo>
                    <a:cubicBezTo>
                      <a:pt x="583" y="1732"/>
                      <a:pt x="248" y="2539"/>
                      <a:pt x="248" y="3381"/>
                    </a:cubicBezTo>
                    <a:cubicBezTo>
                      <a:pt x="248" y="4222"/>
                      <a:pt x="583" y="5029"/>
                      <a:pt x="1177" y="5624"/>
                    </a:cubicBezTo>
                    <a:cubicBezTo>
                      <a:pt x="1772" y="6219"/>
                      <a:pt x="2579" y="6553"/>
                      <a:pt x="3420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84" name="Freeform: Shape 5083">
                <a:extLst>
                  <a:ext uri="{FF2B5EF4-FFF2-40B4-BE49-F238E27FC236}">
                    <a16:creationId xmlns:a16="http://schemas.microsoft.com/office/drawing/2014/main" id="{BAADCEC5-0E5D-019A-F5A3-6443692DD771}"/>
                  </a:ext>
                </a:extLst>
              </p:cNvPr>
              <p:cNvSpPr/>
              <p:nvPr/>
            </p:nvSpPr>
            <p:spPr>
              <a:xfrm>
                <a:off x="4001880" y="6117592"/>
                <a:ext cx="6343" cy="6345"/>
              </a:xfrm>
              <a:custGeom>
                <a:avLst/>
                <a:gdLst>
                  <a:gd name="connsiteX0" fmla="*/ 3420 w 6343"/>
                  <a:gd name="connsiteY0" fmla="*/ 6553 h 6345"/>
                  <a:gd name="connsiteX1" fmla="*/ 5662 w 6343"/>
                  <a:gd name="connsiteY1" fmla="*/ 5624 h 6345"/>
                  <a:gd name="connsiteX2" fmla="*/ 6591 w 6343"/>
                  <a:gd name="connsiteY2" fmla="*/ 3381 h 6345"/>
                  <a:gd name="connsiteX3" fmla="*/ 5662 w 6343"/>
                  <a:gd name="connsiteY3" fmla="*/ 1137 h 6345"/>
                  <a:gd name="connsiteX4" fmla="*/ 3420 w 6343"/>
                  <a:gd name="connsiteY4" fmla="*/ 208 h 6345"/>
                  <a:gd name="connsiteX5" fmla="*/ 1177 w 6343"/>
                  <a:gd name="connsiteY5" fmla="*/ 1137 h 6345"/>
                  <a:gd name="connsiteX6" fmla="*/ 248 w 6343"/>
                  <a:gd name="connsiteY6" fmla="*/ 3381 h 6345"/>
                  <a:gd name="connsiteX7" fmla="*/ 1177 w 6343"/>
                  <a:gd name="connsiteY7" fmla="*/ 5624 h 6345"/>
                  <a:gd name="connsiteX8" fmla="*/ 3420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53"/>
                    </a:moveTo>
                    <a:cubicBezTo>
                      <a:pt x="4261" y="6553"/>
                      <a:pt x="5068" y="6219"/>
                      <a:pt x="5662" y="5624"/>
                    </a:cubicBezTo>
                    <a:cubicBezTo>
                      <a:pt x="6257" y="5029"/>
                      <a:pt x="6591" y="4222"/>
                      <a:pt x="6591" y="3381"/>
                    </a:cubicBezTo>
                    <a:cubicBezTo>
                      <a:pt x="6591" y="2539"/>
                      <a:pt x="6257" y="1732"/>
                      <a:pt x="5662" y="1137"/>
                    </a:cubicBezTo>
                    <a:cubicBezTo>
                      <a:pt x="5068" y="542"/>
                      <a:pt x="4261" y="208"/>
                      <a:pt x="3420" y="208"/>
                    </a:cubicBezTo>
                    <a:cubicBezTo>
                      <a:pt x="2579" y="208"/>
                      <a:pt x="1772" y="542"/>
                      <a:pt x="1177" y="1137"/>
                    </a:cubicBezTo>
                    <a:cubicBezTo>
                      <a:pt x="582" y="1732"/>
                      <a:pt x="248" y="2539"/>
                      <a:pt x="248" y="3381"/>
                    </a:cubicBezTo>
                    <a:cubicBezTo>
                      <a:pt x="248" y="4222"/>
                      <a:pt x="582" y="5029"/>
                      <a:pt x="1177" y="5624"/>
                    </a:cubicBezTo>
                    <a:cubicBezTo>
                      <a:pt x="1772" y="6219"/>
                      <a:pt x="2579" y="6553"/>
                      <a:pt x="3420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85" name="Freeform: Shape 5084">
                <a:extLst>
                  <a:ext uri="{FF2B5EF4-FFF2-40B4-BE49-F238E27FC236}">
                    <a16:creationId xmlns:a16="http://schemas.microsoft.com/office/drawing/2014/main" id="{FADAA762-836C-F865-F6B6-E344760EB299}"/>
                  </a:ext>
                </a:extLst>
              </p:cNvPr>
              <p:cNvSpPr/>
              <p:nvPr/>
            </p:nvSpPr>
            <p:spPr>
              <a:xfrm>
                <a:off x="3999505" y="6118287"/>
                <a:ext cx="6343" cy="6345"/>
              </a:xfrm>
              <a:custGeom>
                <a:avLst/>
                <a:gdLst>
                  <a:gd name="connsiteX0" fmla="*/ 3420 w 6343"/>
                  <a:gd name="connsiteY0" fmla="*/ 6553 h 6345"/>
                  <a:gd name="connsiteX1" fmla="*/ 5662 w 6343"/>
                  <a:gd name="connsiteY1" fmla="*/ 5624 h 6345"/>
                  <a:gd name="connsiteX2" fmla="*/ 6591 w 6343"/>
                  <a:gd name="connsiteY2" fmla="*/ 3381 h 6345"/>
                  <a:gd name="connsiteX3" fmla="*/ 5662 w 6343"/>
                  <a:gd name="connsiteY3" fmla="*/ 1137 h 6345"/>
                  <a:gd name="connsiteX4" fmla="*/ 3420 w 6343"/>
                  <a:gd name="connsiteY4" fmla="*/ 208 h 6345"/>
                  <a:gd name="connsiteX5" fmla="*/ 1177 w 6343"/>
                  <a:gd name="connsiteY5" fmla="*/ 1137 h 6345"/>
                  <a:gd name="connsiteX6" fmla="*/ 248 w 6343"/>
                  <a:gd name="connsiteY6" fmla="*/ 3381 h 6345"/>
                  <a:gd name="connsiteX7" fmla="*/ 1177 w 6343"/>
                  <a:gd name="connsiteY7" fmla="*/ 5624 h 6345"/>
                  <a:gd name="connsiteX8" fmla="*/ 3420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53"/>
                    </a:moveTo>
                    <a:cubicBezTo>
                      <a:pt x="4261" y="6553"/>
                      <a:pt x="5068" y="6219"/>
                      <a:pt x="5662" y="5624"/>
                    </a:cubicBezTo>
                    <a:cubicBezTo>
                      <a:pt x="6257" y="5029"/>
                      <a:pt x="6591" y="4222"/>
                      <a:pt x="6591" y="3381"/>
                    </a:cubicBezTo>
                    <a:cubicBezTo>
                      <a:pt x="6591" y="2539"/>
                      <a:pt x="6257" y="1732"/>
                      <a:pt x="5662" y="1137"/>
                    </a:cubicBezTo>
                    <a:cubicBezTo>
                      <a:pt x="5068" y="542"/>
                      <a:pt x="4261" y="208"/>
                      <a:pt x="3420" y="208"/>
                    </a:cubicBezTo>
                    <a:cubicBezTo>
                      <a:pt x="2579" y="208"/>
                      <a:pt x="1772" y="542"/>
                      <a:pt x="1177" y="1137"/>
                    </a:cubicBezTo>
                    <a:cubicBezTo>
                      <a:pt x="582" y="1732"/>
                      <a:pt x="248" y="2539"/>
                      <a:pt x="248" y="3381"/>
                    </a:cubicBezTo>
                    <a:cubicBezTo>
                      <a:pt x="248" y="4222"/>
                      <a:pt x="582" y="5029"/>
                      <a:pt x="1177" y="5624"/>
                    </a:cubicBezTo>
                    <a:cubicBezTo>
                      <a:pt x="1772" y="6219"/>
                      <a:pt x="2579" y="6553"/>
                      <a:pt x="3420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86" name="Freeform: Shape 5085">
                <a:extLst>
                  <a:ext uri="{FF2B5EF4-FFF2-40B4-BE49-F238E27FC236}">
                    <a16:creationId xmlns:a16="http://schemas.microsoft.com/office/drawing/2014/main" id="{7666CC73-6907-BDDA-5C33-99C8D9CD0E6C}"/>
                  </a:ext>
                </a:extLst>
              </p:cNvPr>
              <p:cNvSpPr/>
              <p:nvPr/>
            </p:nvSpPr>
            <p:spPr>
              <a:xfrm>
                <a:off x="3997458" y="6119992"/>
                <a:ext cx="6343" cy="6345"/>
              </a:xfrm>
              <a:custGeom>
                <a:avLst/>
                <a:gdLst>
                  <a:gd name="connsiteX0" fmla="*/ 3419 w 6343"/>
                  <a:gd name="connsiteY0" fmla="*/ 6553 h 6345"/>
                  <a:gd name="connsiteX1" fmla="*/ 5662 w 6343"/>
                  <a:gd name="connsiteY1" fmla="*/ 5624 h 6345"/>
                  <a:gd name="connsiteX2" fmla="*/ 6591 w 6343"/>
                  <a:gd name="connsiteY2" fmla="*/ 3381 h 6345"/>
                  <a:gd name="connsiteX3" fmla="*/ 5662 w 6343"/>
                  <a:gd name="connsiteY3" fmla="*/ 1137 h 6345"/>
                  <a:gd name="connsiteX4" fmla="*/ 3419 w 6343"/>
                  <a:gd name="connsiteY4" fmla="*/ 208 h 6345"/>
                  <a:gd name="connsiteX5" fmla="*/ 1177 w 6343"/>
                  <a:gd name="connsiteY5" fmla="*/ 1137 h 6345"/>
                  <a:gd name="connsiteX6" fmla="*/ 248 w 6343"/>
                  <a:gd name="connsiteY6" fmla="*/ 3381 h 6345"/>
                  <a:gd name="connsiteX7" fmla="*/ 1177 w 6343"/>
                  <a:gd name="connsiteY7" fmla="*/ 5624 h 6345"/>
                  <a:gd name="connsiteX8" fmla="*/ 3419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53"/>
                    </a:moveTo>
                    <a:cubicBezTo>
                      <a:pt x="4261" y="6553"/>
                      <a:pt x="5067" y="6219"/>
                      <a:pt x="5662" y="5624"/>
                    </a:cubicBezTo>
                    <a:cubicBezTo>
                      <a:pt x="6257" y="5029"/>
                      <a:pt x="6591" y="4222"/>
                      <a:pt x="6591" y="3381"/>
                    </a:cubicBezTo>
                    <a:cubicBezTo>
                      <a:pt x="6591" y="2539"/>
                      <a:pt x="6257" y="1732"/>
                      <a:pt x="5662" y="1137"/>
                    </a:cubicBezTo>
                    <a:cubicBezTo>
                      <a:pt x="5067" y="542"/>
                      <a:pt x="4261" y="208"/>
                      <a:pt x="3419" y="208"/>
                    </a:cubicBezTo>
                    <a:cubicBezTo>
                      <a:pt x="2578" y="208"/>
                      <a:pt x="1772" y="542"/>
                      <a:pt x="1177" y="1137"/>
                    </a:cubicBezTo>
                    <a:cubicBezTo>
                      <a:pt x="582" y="1732"/>
                      <a:pt x="248" y="2539"/>
                      <a:pt x="248" y="3381"/>
                    </a:cubicBezTo>
                    <a:cubicBezTo>
                      <a:pt x="248" y="4222"/>
                      <a:pt x="582" y="5029"/>
                      <a:pt x="1177" y="5624"/>
                    </a:cubicBezTo>
                    <a:cubicBezTo>
                      <a:pt x="1772" y="6219"/>
                      <a:pt x="2578" y="6553"/>
                      <a:pt x="3419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87" name="Freeform: Shape 5086">
                <a:extLst>
                  <a:ext uri="{FF2B5EF4-FFF2-40B4-BE49-F238E27FC236}">
                    <a16:creationId xmlns:a16="http://schemas.microsoft.com/office/drawing/2014/main" id="{E8FDE63C-D677-7413-C05C-9D151CB47C00}"/>
                  </a:ext>
                </a:extLst>
              </p:cNvPr>
              <p:cNvSpPr/>
              <p:nvPr/>
            </p:nvSpPr>
            <p:spPr>
              <a:xfrm>
                <a:off x="3995310" y="6121419"/>
                <a:ext cx="6343" cy="6345"/>
              </a:xfrm>
              <a:custGeom>
                <a:avLst/>
                <a:gdLst>
                  <a:gd name="connsiteX0" fmla="*/ 3419 w 6343"/>
                  <a:gd name="connsiteY0" fmla="*/ 6554 h 6345"/>
                  <a:gd name="connsiteX1" fmla="*/ 5662 w 6343"/>
                  <a:gd name="connsiteY1" fmla="*/ 5624 h 6345"/>
                  <a:gd name="connsiteX2" fmla="*/ 6591 w 6343"/>
                  <a:gd name="connsiteY2" fmla="*/ 3381 h 6345"/>
                  <a:gd name="connsiteX3" fmla="*/ 5662 w 6343"/>
                  <a:gd name="connsiteY3" fmla="*/ 1137 h 6345"/>
                  <a:gd name="connsiteX4" fmla="*/ 3419 w 6343"/>
                  <a:gd name="connsiteY4" fmla="*/ 208 h 6345"/>
                  <a:gd name="connsiteX5" fmla="*/ 1177 w 6343"/>
                  <a:gd name="connsiteY5" fmla="*/ 1137 h 6345"/>
                  <a:gd name="connsiteX6" fmla="*/ 248 w 6343"/>
                  <a:gd name="connsiteY6" fmla="*/ 3381 h 6345"/>
                  <a:gd name="connsiteX7" fmla="*/ 1177 w 6343"/>
                  <a:gd name="connsiteY7" fmla="*/ 5624 h 6345"/>
                  <a:gd name="connsiteX8" fmla="*/ 3419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54"/>
                    </a:moveTo>
                    <a:cubicBezTo>
                      <a:pt x="4260" y="6554"/>
                      <a:pt x="5067" y="6219"/>
                      <a:pt x="5662" y="5624"/>
                    </a:cubicBezTo>
                    <a:cubicBezTo>
                      <a:pt x="6257" y="5029"/>
                      <a:pt x="6591" y="4222"/>
                      <a:pt x="6591" y="3381"/>
                    </a:cubicBezTo>
                    <a:cubicBezTo>
                      <a:pt x="6591" y="2539"/>
                      <a:pt x="6257" y="1732"/>
                      <a:pt x="5662" y="1137"/>
                    </a:cubicBezTo>
                    <a:cubicBezTo>
                      <a:pt x="5067" y="542"/>
                      <a:pt x="4260" y="208"/>
                      <a:pt x="3419" y="208"/>
                    </a:cubicBezTo>
                    <a:cubicBezTo>
                      <a:pt x="2578" y="208"/>
                      <a:pt x="1771" y="542"/>
                      <a:pt x="1177" y="1137"/>
                    </a:cubicBezTo>
                    <a:cubicBezTo>
                      <a:pt x="582" y="1732"/>
                      <a:pt x="248" y="2539"/>
                      <a:pt x="248" y="3381"/>
                    </a:cubicBezTo>
                    <a:cubicBezTo>
                      <a:pt x="248" y="4222"/>
                      <a:pt x="582" y="5029"/>
                      <a:pt x="1177" y="5624"/>
                    </a:cubicBezTo>
                    <a:cubicBezTo>
                      <a:pt x="1771" y="6219"/>
                      <a:pt x="2578" y="6554"/>
                      <a:pt x="3419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88" name="Freeform: Shape 5087">
                <a:extLst>
                  <a:ext uri="{FF2B5EF4-FFF2-40B4-BE49-F238E27FC236}">
                    <a16:creationId xmlns:a16="http://schemas.microsoft.com/office/drawing/2014/main" id="{8B1DAA8A-7D93-91D9-F655-4439A909CA46}"/>
                  </a:ext>
                </a:extLst>
              </p:cNvPr>
              <p:cNvSpPr/>
              <p:nvPr/>
            </p:nvSpPr>
            <p:spPr>
              <a:xfrm>
                <a:off x="3992733" y="6121490"/>
                <a:ext cx="6343" cy="6345"/>
              </a:xfrm>
              <a:custGeom>
                <a:avLst/>
                <a:gdLst>
                  <a:gd name="connsiteX0" fmla="*/ 3419 w 6343"/>
                  <a:gd name="connsiteY0" fmla="*/ 6554 h 6345"/>
                  <a:gd name="connsiteX1" fmla="*/ 5662 w 6343"/>
                  <a:gd name="connsiteY1" fmla="*/ 5624 h 6345"/>
                  <a:gd name="connsiteX2" fmla="*/ 6591 w 6343"/>
                  <a:gd name="connsiteY2" fmla="*/ 3381 h 6345"/>
                  <a:gd name="connsiteX3" fmla="*/ 5662 w 6343"/>
                  <a:gd name="connsiteY3" fmla="*/ 1137 h 6345"/>
                  <a:gd name="connsiteX4" fmla="*/ 3419 w 6343"/>
                  <a:gd name="connsiteY4" fmla="*/ 208 h 6345"/>
                  <a:gd name="connsiteX5" fmla="*/ 1176 w 6343"/>
                  <a:gd name="connsiteY5" fmla="*/ 1137 h 6345"/>
                  <a:gd name="connsiteX6" fmla="*/ 248 w 6343"/>
                  <a:gd name="connsiteY6" fmla="*/ 3381 h 6345"/>
                  <a:gd name="connsiteX7" fmla="*/ 1176 w 6343"/>
                  <a:gd name="connsiteY7" fmla="*/ 5624 h 6345"/>
                  <a:gd name="connsiteX8" fmla="*/ 3419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54"/>
                    </a:moveTo>
                    <a:cubicBezTo>
                      <a:pt x="4260" y="6554"/>
                      <a:pt x="5067" y="6219"/>
                      <a:pt x="5662" y="5624"/>
                    </a:cubicBezTo>
                    <a:cubicBezTo>
                      <a:pt x="6256" y="5029"/>
                      <a:pt x="6591" y="4222"/>
                      <a:pt x="6591" y="3381"/>
                    </a:cubicBezTo>
                    <a:cubicBezTo>
                      <a:pt x="6591" y="2539"/>
                      <a:pt x="6256" y="1732"/>
                      <a:pt x="5662" y="1137"/>
                    </a:cubicBezTo>
                    <a:cubicBezTo>
                      <a:pt x="5067" y="542"/>
                      <a:pt x="4260" y="208"/>
                      <a:pt x="3419" y="208"/>
                    </a:cubicBezTo>
                    <a:cubicBezTo>
                      <a:pt x="2578" y="208"/>
                      <a:pt x="1771" y="542"/>
                      <a:pt x="1176" y="1137"/>
                    </a:cubicBezTo>
                    <a:cubicBezTo>
                      <a:pt x="582" y="1732"/>
                      <a:pt x="248" y="2539"/>
                      <a:pt x="248" y="3381"/>
                    </a:cubicBezTo>
                    <a:cubicBezTo>
                      <a:pt x="248" y="4222"/>
                      <a:pt x="582" y="5029"/>
                      <a:pt x="1176" y="5624"/>
                    </a:cubicBezTo>
                    <a:cubicBezTo>
                      <a:pt x="1771" y="6219"/>
                      <a:pt x="2578" y="6554"/>
                      <a:pt x="3419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89" name="Freeform: Shape 5088">
                <a:extLst>
                  <a:ext uri="{FF2B5EF4-FFF2-40B4-BE49-F238E27FC236}">
                    <a16:creationId xmlns:a16="http://schemas.microsoft.com/office/drawing/2014/main" id="{F93EE3BE-1A08-1FFA-4D5C-0FC1B469D07F}"/>
                  </a:ext>
                </a:extLst>
              </p:cNvPr>
              <p:cNvSpPr/>
              <p:nvPr/>
            </p:nvSpPr>
            <p:spPr>
              <a:xfrm>
                <a:off x="3906363" y="5969612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70 w 6343"/>
                  <a:gd name="connsiteY5" fmla="*/ 1125 h 6345"/>
                  <a:gd name="connsiteX6" fmla="*/ 241 w 6343"/>
                  <a:gd name="connsiteY6" fmla="*/ 3369 h 6345"/>
                  <a:gd name="connsiteX7" fmla="*/ 1170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50" y="5017"/>
                      <a:pt x="6584" y="4210"/>
                      <a:pt x="6584" y="3369"/>
                    </a:cubicBezTo>
                    <a:cubicBezTo>
                      <a:pt x="6584" y="2528"/>
                      <a:pt x="6250" y="1720"/>
                      <a:pt x="5655" y="1125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70" y="1125"/>
                    </a:cubicBezTo>
                    <a:cubicBezTo>
                      <a:pt x="575" y="1720"/>
                      <a:pt x="241" y="2528"/>
                      <a:pt x="241" y="3369"/>
                    </a:cubicBezTo>
                    <a:cubicBezTo>
                      <a:pt x="241" y="4210"/>
                      <a:pt x="575" y="5017"/>
                      <a:pt x="1170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90" name="Freeform: Shape 5089">
                <a:extLst>
                  <a:ext uri="{FF2B5EF4-FFF2-40B4-BE49-F238E27FC236}">
                    <a16:creationId xmlns:a16="http://schemas.microsoft.com/office/drawing/2014/main" id="{0FCCEB74-8A20-460D-FB3B-95F292EA2FF4}"/>
                  </a:ext>
                </a:extLst>
              </p:cNvPr>
              <p:cNvSpPr/>
              <p:nvPr/>
            </p:nvSpPr>
            <p:spPr>
              <a:xfrm>
                <a:off x="3904851" y="5969255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70 w 6343"/>
                  <a:gd name="connsiteY5" fmla="*/ 1125 h 6345"/>
                  <a:gd name="connsiteX6" fmla="*/ 241 w 6343"/>
                  <a:gd name="connsiteY6" fmla="*/ 3369 h 6345"/>
                  <a:gd name="connsiteX7" fmla="*/ 1170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50" y="5017"/>
                      <a:pt x="6584" y="4210"/>
                      <a:pt x="6584" y="3369"/>
                    </a:cubicBezTo>
                    <a:cubicBezTo>
                      <a:pt x="6584" y="2527"/>
                      <a:pt x="6250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70" y="1125"/>
                    </a:cubicBezTo>
                    <a:cubicBezTo>
                      <a:pt x="575" y="1720"/>
                      <a:pt x="241" y="2527"/>
                      <a:pt x="241" y="3369"/>
                    </a:cubicBezTo>
                    <a:cubicBezTo>
                      <a:pt x="241" y="4210"/>
                      <a:pt x="575" y="5017"/>
                      <a:pt x="1170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91" name="Freeform: Shape 5090">
                <a:extLst>
                  <a:ext uri="{FF2B5EF4-FFF2-40B4-BE49-F238E27FC236}">
                    <a16:creationId xmlns:a16="http://schemas.microsoft.com/office/drawing/2014/main" id="{1B900AD3-9C0E-A75A-09B5-70CC84270820}"/>
                  </a:ext>
                </a:extLst>
              </p:cNvPr>
              <p:cNvSpPr/>
              <p:nvPr/>
            </p:nvSpPr>
            <p:spPr>
              <a:xfrm>
                <a:off x="3903327" y="5968748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1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1" y="2527"/>
                      <a:pt x="241" y="3369"/>
                    </a:cubicBezTo>
                    <a:cubicBezTo>
                      <a:pt x="241" y="4210"/>
                      <a:pt x="575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92" name="Freeform: Shape 5091">
                <a:extLst>
                  <a:ext uri="{FF2B5EF4-FFF2-40B4-BE49-F238E27FC236}">
                    <a16:creationId xmlns:a16="http://schemas.microsoft.com/office/drawing/2014/main" id="{800C0F22-FBF0-A501-75B0-79E0C57708EB}"/>
                  </a:ext>
                </a:extLst>
              </p:cNvPr>
              <p:cNvSpPr/>
              <p:nvPr/>
            </p:nvSpPr>
            <p:spPr>
              <a:xfrm>
                <a:off x="3901868" y="5968696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93" name="Freeform: Shape 5092">
                <a:extLst>
                  <a:ext uri="{FF2B5EF4-FFF2-40B4-BE49-F238E27FC236}">
                    <a16:creationId xmlns:a16="http://schemas.microsoft.com/office/drawing/2014/main" id="{F80BE21C-CC7D-5B90-1F0F-4C7B7F7EB823}"/>
                  </a:ext>
                </a:extLst>
              </p:cNvPr>
              <p:cNvSpPr/>
              <p:nvPr/>
            </p:nvSpPr>
            <p:spPr>
              <a:xfrm>
                <a:off x="3900394" y="5968496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94" name="Freeform: Shape 5093">
                <a:extLst>
                  <a:ext uri="{FF2B5EF4-FFF2-40B4-BE49-F238E27FC236}">
                    <a16:creationId xmlns:a16="http://schemas.microsoft.com/office/drawing/2014/main" id="{FAC382F3-7162-5DC7-D3B3-AD2A9827DD0F}"/>
                  </a:ext>
                </a:extLst>
              </p:cNvPr>
              <p:cNvSpPr/>
              <p:nvPr/>
            </p:nvSpPr>
            <p:spPr>
              <a:xfrm>
                <a:off x="3910341" y="6091205"/>
                <a:ext cx="6343" cy="6345"/>
              </a:xfrm>
              <a:custGeom>
                <a:avLst/>
                <a:gdLst>
                  <a:gd name="connsiteX0" fmla="*/ 3413 w 6343"/>
                  <a:gd name="connsiteY0" fmla="*/ 6551 h 6345"/>
                  <a:gd name="connsiteX1" fmla="*/ 5655 w 6343"/>
                  <a:gd name="connsiteY1" fmla="*/ 5622 h 6345"/>
                  <a:gd name="connsiteX2" fmla="*/ 6584 w 6343"/>
                  <a:gd name="connsiteY2" fmla="*/ 3379 h 6345"/>
                  <a:gd name="connsiteX3" fmla="*/ 5655 w 6343"/>
                  <a:gd name="connsiteY3" fmla="*/ 1135 h 6345"/>
                  <a:gd name="connsiteX4" fmla="*/ 3413 w 6343"/>
                  <a:gd name="connsiteY4" fmla="*/ 206 h 6345"/>
                  <a:gd name="connsiteX5" fmla="*/ 1170 w 6343"/>
                  <a:gd name="connsiteY5" fmla="*/ 1135 h 6345"/>
                  <a:gd name="connsiteX6" fmla="*/ 241 w 6343"/>
                  <a:gd name="connsiteY6" fmla="*/ 3379 h 6345"/>
                  <a:gd name="connsiteX7" fmla="*/ 1170 w 6343"/>
                  <a:gd name="connsiteY7" fmla="*/ 5622 h 6345"/>
                  <a:gd name="connsiteX8" fmla="*/ 3413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51"/>
                    </a:moveTo>
                    <a:cubicBezTo>
                      <a:pt x="4254" y="6551"/>
                      <a:pt x="5060" y="6217"/>
                      <a:pt x="5655" y="5622"/>
                    </a:cubicBezTo>
                    <a:cubicBezTo>
                      <a:pt x="6250" y="5027"/>
                      <a:pt x="6584" y="4220"/>
                      <a:pt x="6584" y="3379"/>
                    </a:cubicBezTo>
                    <a:cubicBezTo>
                      <a:pt x="6584" y="2537"/>
                      <a:pt x="6250" y="1730"/>
                      <a:pt x="5655" y="1135"/>
                    </a:cubicBezTo>
                    <a:cubicBezTo>
                      <a:pt x="5060" y="540"/>
                      <a:pt x="4254" y="206"/>
                      <a:pt x="3413" y="206"/>
                    </a:cubicBezTo>
                    <a:cubicBezTo>
                      <a:pt x="2572" y="206"/>
                      <a:pt x="1765" y="540"/>
                      <a:pt x="1170" y="1135"/>
                    </a:cubicBezTo>
                    <a:cubicBezTo>
                      <a:pt x="575" y="1730"/>
                      <a:pt x="241" y="2537"/>
                      <a:pt x="241" y="3379"/>
                    </a:cubicBezTo>
                    <a:cubicBezTo>
                      <a:pt x="241" y="4220"/>
                      <a:pt x="575" y="5027"/>
                      <a:pt x="1170" y="5622"/>
                    </a:cubicBezTo>
                    <a:cubicBezTo>
                      <a:pt x="1765" y="6217"/>
                      <a:pt x="2572" y="6551"/>
                      <a:pt x="3413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95" name="Freeform: Shape 5094">
                <a:extLst>
                  <a:ext uri="{FF2B5EF4-FFF2-40B4-BE49-F238E27FC236}">
                    <a16:creationId xmlns:a16="http://schemas.microsoft.com/office/drawing/2014/main" id="{45AE57A1-16D2-4BC9-C810-B6904D84B929}"/>
                  </a:ext>
                </a:extLst>
              </p:cNvPr>
              <p:cNvSpPr/>
              <p:nvPr/>
            </p:nvSpPr>
            <p:spPr>
              <a:xfrm>
                <a:off x="3908039" y="6090213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5 w 6343"/>
                  <a:gd name="connsiteY1" fmla="*/ 5622 h 6345"/>
                  <a:gd name="connsiteX2" fmla="*/ 6584 w 6343"/>
                  <a:gd name="connsiteY2" fmla="*/ 3378 h 6345"/>
                  <a:gd name="connsiteX3" fmla="*/ 5655 w 6343"/>
                  <a:gd name="connsiteY3" fmla="*/ 1135 h 6345"/>
                  <a:gd name="connsiteX4" fmla="*/ 3412 w 6343"/>
                  <a:gd name="connsiteY4" fmla="*/ 206 h 6345"/>
                  <a:gd name="connsiteX5" fmla="*/ 1170 w 6343"/>
                  <a:gd name="connsiteY5" fmla="*/ 1135 h 6345"/>
                  <a:gd name="connsiteX6" fmla="*/ 241 w 6343"/>
                  <a:gd name="connsiteY6" fmla="*/ 3378 h 6345"/>
                  <a:gd name="connsiteX7" fmla="*/ 1170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4" y="6551"/>
                      <a:pt x="5060" y="6217"/>
                      <a:pt x="5655" y="5622"/>
                    </a:cubicBezTo>
                    <a:cubicBezTo>
                      <a:pt x="6250" y="5027"/>
                      <a:pt x="6584" y="4220"/>
                      <a:pt x="6584" y="3378"/>
                    </a:cubicBezTo>
                    <a:cubicBezTo>
                      <a:pt x="6584" y="2537"/>
                      <a:pt x="6250" y="1730"/>
                      <a:pt x="5655" y="1135"/>
                    </a:cubicBezTo>
                    <a:cubicBezTo>
                      <a:pt x="5060" y="540"/>
                      <a:pt x="4254" y="206"/>
                      <a:pt x="3412" y="206"/>
                    </a:cubicBezTo>
                    <a:cubicBezTo>
                      <a:pt x="2571" y="206"/>
                      <a:pt x="1765" y="540"/>
                      <a:pt x="1170" y="1135"/>
                    </a:cubicBezTo>
                    <a:cubicBezTo>
                      <a:pt x="575" y="1730"/>
                      <a:pt x="241" y="2537"/>
                      <a:pt x="241" y="3378"/>
                    </a:cubicBezTo>
                    <a:cubicBezTo>
                      <a:pt x="241" y="4220"/>
                      <a:pt x="575" y="5027"/>
                      <a:pt x="1170" y="5622"/>
                    </a:cubicBezTo>
                    <a:cubicBezTo>
                      <a:pt x="1765" y="6217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96" name="Freeform: Shape 5095">
                <a:extLst>
                  <a:ext uri="{FF2B5EF4-FFF2-40B4-BE49-F238E27FC236}">
                    <a16:creationId xmlns:a16="http://schemas.microsoft.com/office/drawing/2014/main" id="{A8FD1E88-0DBE-A8AF-0E3F-82A18412C9AD}"/>
                  </a:ext>
                </a:extLst>
              </p:cNvPr>
              <p:cNvSpPr/>
              <p:nvPr/>
            </p:nvSpPr>
            <p:spPr>
              <a:xfrm>
                <a:off x="3905945" y="6091308"/>
                <a:ext cx="6343" cy="6345"/>
              </a:xfrm>
              <a:custGeom>
                <a:avLst/>
                <a:gdLst>
                  <a:gd name="connsiteX0" fmla="*/ 3412 w 6343"/>
                  <a:gd name="connsiteY0" fmla="*/ 6551 h 6345"/>
                  <a:gd name="connsiteX1" fmla="*/ 5655 w 6343"/>
                  <a:gd name="connsiteY1" fmla="*/ 5622 h 6345"/>
                  <a:gd name="connsiteX2" fmla="*/ 6584 w 6343"/>
                  <a:gd name="connsiteY2" fmla="*/ 3379 h 6345"/>
                  <a:gd name="connsiteX3" fmla="*/ 5655 w 6343"/>
                  <a:gd name="connsiteY3" fmla="*/ 1135 h 6345"/>
                  <a:gd name="connsiteX4" fmla="*/ 3412 w 6343"/>
                  <a:gd name="connsiteY4" fmla="*/ 206 h 6345"/>
                  <a:gd name="connsiteX5" fmla="*/ 1170 w 6343"/>
                  <a:gd name="connsiteY5" fmla="*/ 1135 h 6345"/>
                  <a:gd name="connsiteX6" fmla="*/ 241 w 6343"/>
                  <a:gd name="connsiteY6" fmla="*/ 3379 h 6345"/>
                  <a:gd name="connsiteX7" fmla="*/ 1170 w 6343"/>
                  <a:gd name="connsiteY7" fmla="*/ 5622 h 6345"/>
                  <a:gd name="connsiteX8" fmla="*/ 3412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1"/>
                    </a:moveTo>
                    <a:cubicBezTo>
                      <a:pt x="4253" y="6551"/>
                      <a:pt x="5060" y="6217"/>
                      <a:pt x="5655" y="5622"/>
                    </a:cubicBezTo>
                    <a:cubicBezTo>
                      <a:pt x="6250" y="5027"/>
                      <a:pt x="6584" y="4220"/>
                      <a:pt x="6584" y="3379"/>
                    </a:cubicBezTo>
                    <a:cubicBezTo>
                      <a:pt x="6584" y="2537"/>
                      <a:pt x="6250" y="1730"/>
                      <a:pt x="5655" y="1135"/>
                    </a:cubicBezTo>
                    <a:cubicBezTo>
                      <a:pt x="5060" y="540"/>
                      <a:pt x="4253" y="206"/>
                      <a:pt x="3412" y="206"/>
                    </a:cubicBezTo>
                    <a:cubicBezTo>
                      <a:pt x="2571" y="206"/>
                      <a:pt x="1764" y="540"/>
                      <a:pt x="1170" y="1135"/>
                    </a:cubicBezTo>
                    <a:cubicBezTo>
                      <a:pt x="575" y="1730"/>
                      <a:pt x="241" y="2537"/>
                      <a:pt x="241" y="3379"/>
                    </a:cubicBezTo>
                    <a:cubicBezTo>
                      <a:pt x="241" y="4220"/>
                      <a:pt x="575" y="5027"/>
                      <a:pt x="1170" y="5622"/>
                    </a:cubicBezTo>
                    <a:cubicBezTo>
                      <a:pt x="1764" y="6217"/>
                      <a:pt x="2571" y="6551"/>
                      <a:pt x="3412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97" name="Freeform: Shape 5096">
                <a:extLst>
                  <a:ext uri="{FF2B5EF4-FFF2-40B4-BE49-F238E27FC236}">
                    <a16:creationId xmlns:a16="http://schemas.microsoft.com/office/drawing/2014/main" id="{BFD5F35A-7CAF-0E07-A4BE-151C517400B5}"/>
                  </a:ext>
                </a:extLst>
              </p:cNvPr>
              <p:cNvSpPr/>
              <p:nvPr/>
            </p:nvSpPr>
            <p:spPr>
              <a:xfrm>
                <a:off x="3632446" y="6044123"/>
                <a:ext cx="6343" cy="6345"/>
              </a:xfrm>
              <a:custGeom>
                <a:avLst/>
                <a:gdLst>
                  <a:gd name="connsiteX0" fmla="*/ 3391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1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1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47"/>
                    </a:moveTo>
                    <a:cubicBezTo>
                      <a:pt x="4232" y="6547"/>
                      <a:pt x="5039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9" y="536"/>
                      <a:pt x="4232" y="202"/>
                      <a:pt x="3391" y="202"/>
                    </a:cubicBezTo>
                    <a:cubicBezTo>
                      <a:pt x="2550" y="202"/>
                      <a:pt x="1743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3" y="6213"/>
                      <a:pt x="2550" y="6547"/>
                      <a:pt x="3391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98" name="Freeform: Shape 5097">
                <a:extLst>
                  <a:ext uri="{FF2B5EF4-FFF2-40B4-BE49-F238E27FC236}">
                    <a16:creationId xmlns:a16="http://schemas.microsoft.com/office/drawing/2014/main" id="{E457F198-0740-67A0-ADEC-51E495F6C163}"/>
                  </a:ext>
                </a:extLst>
              </p:cNvPr>
              <p:cNvSpPr/>
              <p:nvPr/>
            </p:nvSpPr>
            <p:spPr>
              <a:xfrm>
                <a:off x="3630297" y="6042971"/>
                <a:ext cx="6343" cy="6345"/>
              </a:xfrm>
              <a:custGeom>
                <a:avLst/>
                <a:gdLst>
                  <a:gd name="connsiteX0" fmla="*/ 3391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1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1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47"/>
                    </a:moveTo>
                    <a:cubicBezTo>
                      <a:pt x="4232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2" y="202"/>
                      <a:pt x="3391" y="202"/>
                    </a:cubicBezTo>
                    <a:cubicBezTo>
                      <a:pt x="2549" y="202"/>
                      <a:pt x="1743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3" y="6213"/>
                      <a:pt x="2549" y="6547"/>
                      <a:pt x="3391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99" name="Freeform: Shape 5098">
                <a:extLst>
                  <a:ext uri="{FF2B5EF4-FFF2-40B4-BE49-F238E27FC236}">
                    <a16:creationId xmlns:a16="http://schemas.microsoft.com/office/drawing/2014/main" id="{1C217C33-66D9-C035-E750-BD1537950DD7}"/>
                  </a:ext>
                </a:extLst>
              </p:cNvPr>
              <p:cNvSpPr/>
              <p:nvPr/>
            </p:nvSpPr>
            <p:spPr>
              <a:xfrm>
                <a:off x="3628240" y="6041695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5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5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5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3" y="536"/>
                      <a:pt x="1148" y="1131"/>
                    </a:cubicBezTo>
                    <a:cubicBezTo>
                      <a:pt x="553" y="1726"/>
                      <a:pt x="219" y="2533"/>
                      <a:pt x="219" y="3375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3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00" name="Freeform: Shape 5099">
                <a:extLst>
                  <a:ext uri="{FF2B5EF4-FFF2-40B4-BE49-F238E27FC236}">
                    <a16:creationId xmlns:a16="http://schemas.microsoft.com/office/drawing/2014/main" id="{2659FA61-0C98-9116-712C-C8C831F2F864}"/>
                  </a:ext>
                </a:extLst>
              </p:cNvPr>
              <p:cNvSpPr/>
              <p:nvPr/>
            </p:nvSpPr>
            <p:spPr>
              <a:xfrm>
                <a:off x="3626220" y="6040369"/>
                <a:ext cx="6343" cy="6345"/>
              </a:xfrm>
              <a:custGeom>
                <a:avLst/>
                <a:gdLst>
                  <a:gd name="connsiteX0" fmla="*/ 3390 w 6343"/>
                  <a:gd name="connsiteY0" fmla="*/ 6547 h 6345"/>
                  <a:gd name="connsiteX1" fmla="*/ 5633 w 6343"/>
                  <a:gd name="connsiteY1" fmla="*/ 5618 h 6345"/>
                  <a:gd name="connsiteX2" fmla="*/ 6562 w 6343"/>
                  <a:gd name="connsiteY2" fmla="*/ 3374 h 6345"/>
                  <a:gd name="connsiteX3" fmla="*/ 5633 w 6343"/>
                  <a:gd name="connsiteY3" fmla="*/ 1131 h 6345"/>
                  <a:gd name="connsiteX4" fmla="*/ 3390 w 6343"/>
                  <a:gd name="connsiteY4" fmla="*/ 202 h 6345"/>
                  <a:gd name="connsiteX5" fmla="*/ 1148 w 6343"/>
                  <a:gd name="connsiteY5" fmla="*/ 1131 h 6345"/>
                  <a:gd name="connsiteX6" fmla="*/ 219 w 6343"/>
                  <a:gd name="connsiteY6" fmla="*/ 3374 h 6345"/>
                  <a:gd name="connsiteX7" fmla="*/ 1148 w 6343"/>
                  <a:gd name="connsiteY7" fmla="*/ 5618 h 6345"/>
                  <a:gd name="connsiteX8" fmla="*/ 339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47"/>
                    </a:moveTo>
                    <a:cubicBezTo>
                      <a:pt x="4231" y="6547"/>
                      <a:pt x="5038" y="6213"/>
                      <a:pt x="5633" y="5618"/>
                    </a:cubicBezTo>
                    <a:cubicBezTo>
                      <a:pt x="6228" y="5023"/>
                      <a:pt x="6562" y="4216"/>
                      <a:pt x="6562" y="3374"/>
                    </a:cubicBezTo>
                    <a:cubicBezTo>
                      <a:pt x="6562" y="2533"/>
                      <a:pt x="6228" y="1726"/>
                      <a:pt x="5633" y="1131"/>
                    </a:cubicBezTo>
                    <a:cubicBezTo>
                      <a:pt x="5038" y="536"/>
                      <a:pt x="4231" y="202"/>
                      <a:pt x="3390" y="202"/>
                    </a:cubicBezTo>
                    <a:cubicBezTo>
                      <a:pt x="2549" y="202"/>
                      <a:pt x="1742" y="536"/>
                      <a:pt x="1148" y="1131"/>
                    </a:cubicBezTo>
                    <a:cubicBezTo>
                      <a:pt x="553" y="1726"/>
                      <a:pt x="219" y="2533"/>
                      <a:pt x="219" y="3374"/>
                    </a:cubicBezTo>
                    <a:cubicBezTo>
                      <a:pt x="219" y="4216"/>
                      <a:pt x="553" y="5023"/>
                      <a:pt x="1148" y="5618"/>
                    </a:cubicBezTo>
                    <a:cubicBezTo>
                      <a:pt x="1742" y="6213"/>
                      <a:pt x="2549" y="6547"/>
                      <a:pt x="339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01" name="Freeform: Shape 5100">
                <a:extLst>
                  <a:ext uri="{FF2B5EF4-FFF2-40B4-BE49-F238E27FC236}">
                    <a16:creationId xmlns:a16="http://schemas.microsoft.com/office/drawing/2014/main" id="{DE17EC24-FA1C-5AC8-8386-D3DD440852C2}"/>
                  </a:ext>
                </a:extLst>
              </p:cNvPr>
              <p:cNvSpPr/>
              <p:nvPr/>
            </p:nvSpPr>
            <p:spPr>
              <a:xfrm>
                <a:off x="3620108" y="5763709"/>
                <a:ext cx="6343" cy="6345"/>
              </a:xfrm>
              <a:custGeom>
                <a:avLst/>
                <a:gdLst>
                  <a:gd name="connsiteX0" fmla="*/ 3390 w 6343"/>
                  <a:gd name="connsiteY0" fmla="*/ 6525 h 6345"/>
                  <a:gd name="connsiteX1" fmla="*/ 5632 w 6343"/>
                  <a:gd name="connsiteY1" fmla="*/ 5596 h 6345"/>
                  <a:gd name="connsiteX2" fmla="*/ 6561 w 6343"/>
                  <a:gd name="connsiteY2" fmla="*/ 3353 h 6345"/>
                  <a:gd name="connsiteX3" fmla="*/ 5632 w 6343"/>
                  <a:gd name="connsiteY3" fmla="*/ 1109 h 6345"/>
                  <a:gd name="connsiteX4" fmla="*/ 3390 w 6343"/>
                  <a:gd name="connsiteY4" fmla="*/ 180 h 6345"/>
                  <a:gd name="connsiteX5" fmla="*/ 1147 w 6343"/>
                  <a:gd name="connsiteY5" fmla="*/ 1109 h 6345"/>
                  <a:gd name="connsiteX6" fmla="*/ 218 w 6343"/>
                  <a:gd name="connsiteY6" fmla="*/ 3353 h 6345"/>
                  <a:gd name="connsiteX7" fmla="*/ 1147 w 6343"/>
                  <a:gd name="connsiteY7" fmla="*/ 5596 h 6345"/>
                  <a:gd name="connsiteX8" fmla="*/ 339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5"/>
                    </a:moveTo>
                    <a:cubicBezTo>
                      <a:pt x="4231" y="6525"/>
                      <a:pt x="5038" y="6191"/>
                      <a:pt x="5632" y="5596"/>
                    </a:cubicBezTo>
                    <a:cubicBezTo>
                      <a:pt x="6227" y="5001"/>
                      <a:pt x="6561" y="4194"/>
                      <a:pt x="6561" y="3353"/>
                    </a:cubicBezTo>
                    <a:cubicBezTo>
                      <a:pt x="6561" y="2511"/>
                      <a:pt x="6227" y="1704"/>
                      <a:pt x="5632" y="1109"/>
                    </a:cubicBezTo>
                    <a:cubicBezTo>
                      <a:pt x="5038" y="514"/>
                      <a:pt x="4231" y="180"/>
                      <a:pt x="3390" y="180"/>
                    </a:cubicBezTo>
                    <a:cubicBezTo>
                      <a:pt x="2549" y="180"/>
                      <a:pt x="1742" y="514"/>
                      <a:pt x="1147" y="1109"/>
                    </a:cubicBezTo>
                    <a:cubicBezTo>
                      <a:pt x="552" y="1704"/>
                      <a:pt x="218" y="2511"/>
                      <a:pt x="218" y="3353"/>
                    </a:cubicBezTo>
                    <a:cubicBezTo>
                      <a:pt x="218" y="4194"/>
                      <a:pt x="552" y="5001"/>
                      <a:pt x="1147" y="5596"/>
                    </a:cubicBezTo>
                    <a:cubicBezTo>
                      <a:pt x="1742" y="6191"/>
                      <a:pt x="2549" y="6525"/>
                      <a:pt x="339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02" name="Freeform: Shape 5101">
                <a:extLst>
                  <a:ext uri="{FF2B5EF4-FFF2-40B4-BE49-F238E27FC236}">
                    <a16:creationId xmlns:a16="http://schemas.microsoft.com/office/drawing/2014/main" id="{4DA79821-55CF-14C2-1B58-5D231EB4CBA1}"/>
                  </a:ext>
                </a:extLst>
              </p:cNvPr>
              <p:cNvSpPr/>
              <p:nvPr/>
            </p:nvSpPr>
            <p:spPr>
              <a:xfrm>
                <a:off x="3620360" y="5762112"/>
                <a:ext cx="6343" cy="6345"/>
              </a:xfrm>
              <a:custGeom>
                <a:avLst/>
                <a:gdLst>
                  <a:gd name="connsiteX0" fmla="*/ 3390 w 6343"/>
                  <a:gd name="connsiteY0" fmla="*/ 6525 h 6345"/>
                  <a:gd name="connsiteX1" fmla="*/ 5632 w 6343"/>
                  <a:gd name="connsiteY1" fmla="*/ 5596 h 6345"/>
                  <a:gd name="connsiteX2" fmla="*/ 6561 w 6343"/>
                  <a:gd name="connsiteY2" fmla="*/ 3353 h 6345"/>
                  <a:gd name="connsiteX3" fmla="*/ 5632 w 6343"/>
                  <a:gd name="connsiteY3" fmla="*/ 1109 h 6345"/>
                  <a:gd name="connsiteX4" fmla="*/ 3390 w 6343"/>
                  <a:gd name="connsiteY4" fmla="*/ 180 h 6345"/>
                  <a:gd name="connsiteX5" fmla="*/ 1147 w 6343"/>
                  <a:gd name="connsiteY5" fmla="*/ 1109 h 6345"/>
                  <a:gd name="connsiteX6" fmla="*/ 218 w 6343"/>
                  <a:gd name="connsiteY6" fmla="*/ 3353 h 6345"/>
                  <a:gd name="connsiteX7" fmla="*/ 1147 w 6343"/>
                  <a:gd name="connsiteY7" fmla="*/ 5596 h 6345"/>
                  <a:gd name="connsiteX8" fmla="*/ 339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5"/>
                    </a:moveTo>
                    <a:cubicBezTo>
                      <a:pt x="4231" y="6525"/>
                      <a:pt x="5038" y="6191"/>
                      <a:pt x="5632" y="5596"/>
                    </a:cubicBezTo>
                    <a:cubicBezTo>
                      <a:pt x="6227" y="5001"/>
                      <a:pt x="6561" y="4194"/>
                      <a:pt x="6561" y="3353"/>
                    </a:cubicBezTo>
                    <a:cubicBezTo>
                      <a:pt x="6561" y="2511"/>
                      <a:pt x="6227" y="1704"/>
                      <a:pt x="5632" y="1109"/>
                    </a:cubicBezTo>
                    <a:cubicBezTo>
                      <a:pt x="5038" y="514"/>
                      <a:pt x="4231" y="180"/>
                      <a:pt x="3390" y="180"/>
                    </a:cubicBezTo>
                    <a:cubicBezTo>
                      <a:pt x="2549" y="180"/>
                      <a:pt x="1742" y="514"/>
                      <a:pt x="1147" y="1109"/>
                    </a:cubicBezTo>
                    <a:cubicBezTo>
                      <a:pt x="552" y="1704"/>
                      <a:pt x="218" y="2511"/>
                      <a:pt x="218" y="3353"/>
                    </a:cubicBezTo>
                    <a:cubicBezTo>
                      <a:pt x="218" y="4194"/>
                      <a:pt x="552" y="5001"/>
                      <a:pt x="1147" y="5596"/>
                    </a:cubicBezTo>
                    <a:cubicBezTo>
                      <a:pt x="1742" y="6191"/>
                      <a:pt x="2549" y="6525"/>
                      <a:pt x="339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03" name="Freeform: Shape 5102">
                <a:extLst>
                  <a:ext uri="{FF2B5EF4-FFF2-40B4-BE49-F238E27FC236}">
                    <a16:creationId xmlns:a16="http://schemas.microsoft.com/office/drawing/2014/main" id="{C8CF2094-8CA8-5526-1C93-35237BB43C4D}"/>
                  </a:ext>
                </a:extLst>
              </p:cNvPr>
              <p:cNvSpPr/>
              <p:nvPr/>
            </p:nvSpPr>
            <p:spPr>
              <a:xfrm>
                <a:off x="3620716" y="5760510"/>
                <a:ext cx="6343" cy="6345"/>
              </a:xfrm>
              <a:custGeom>
                <a:avLst/>
                <a:gdLst>
                  <a:gd name="connsiteX0" fmla="*/ 3390 w 6343"/>
                  <a:gd name="connsiteY0" fmla="*/ 6525 h 6345"/>
                  <a:gd name="connsiteX1" fmla="*/ 5632 w 6343"/>
                  <a:gd name="connsiteY1" fmla="*/ 5596 h 6345"/>
                  <a:gd name="connsiteX2" fmla="*/ 6561 w 6343"/>
                  <a:gd name="connsiteY2" fmla="*/ 3352 h 6345"/>
                  <a:gd name="connsiteX3" fmla="*/ 5632 w 6343"/>
                  <a:gd name="connsiteY3" fmla="*/ 1109 h 6345"/>
                  <a:gd name="connsiteX4" fmla="*/ 3390 w 6343"/>
                  <a:gd name="connsiteY4" fmla="*/ 180 h 6345"/>
                  <a:gd name="connsiteX5" fmla="*/ 1147 w 6343"/>
                  <a:gd name="connsiteY5" fmla="*/ 1109 h 6345"/>
                  <a:gd name="connsiteX6" fmla="*/ 218 w 6343"/>
                  <a:gd name="connsiteY6" fmla="*/ 3352 h 6345"/>
                  <a:gd name="connsiteX7" fmla="*/ 1147 w 6343"/>
                  <a:gd name="connsiteY7" fmla="*/ 5596 h 6345"/>
                  <a:gd name="connsiteX8" fmla="*/ 339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5"/>
                    </a:moveTo>
                    <a:cubicBezTo>
                      <a:pt x="4231" y="6525"/>
                      <a:pt x="5038" y="6191"/>
                      <a:pt x="5632" y="5596"/>
                    </a:cubicBezTo>
                    <a:cubicBezTo>
                      <a:pt x="6227" y="5001"/>
                      <a:pt x="6561" y="4194"/>
                      <a:pt x="6561" y="3352"/>
                    </a:cubicBezTo>
                    <a:cubicBezTo>
                      <a:pt x="6561" y="2511"/>
                      <a:pt x="6227" y="1704"/>
                      <a:pt x="5632" y="1109"/>
                    </a:cubicBezTo>
                    <a:cubicBezTo>
                      <a:pt x="5038" y="514"/>
                      <a:pt x="4231" y="180"/>
                      <a:pt x="3390" y="180"/>
                    </a:cubicBezTo>
                    <a:cubicBezTo>
                      <a:pt x="2549" y="180"/>
                      <a:pt x="1742" y="514"/>
                      <a:pt x="1147" y="1109"/>
                    </a:cubicBezTo>
                    <a:cubicBezTo>
                      <a:pt x="552" y="1704"/>
                      <a:pt x="218" y="2511"/>
                      <a:pt x="218" y="3352"/>
                    </a:cubicBezTo>
                    <a:cubicBezTo>
                      <a:pt x="218" y="4194"/>
                      <a:pt x="552" y="5001"/>
                      <a:pt x="1147" y="5596"/>
                    </a:cubicBezTo>
                    <a:cubicBezTo>
                      <a:pt x="1742" y="6191"/>
                      <a:pt x="2549" y="6525"/>
                      <a:pt x="339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04" name="Freeform: Shape 5103">
                <a:extLst>
                  <a:ext uri="{FF2B5EF4-FFF2-40B4-BE49-F238E27FC236}">
                    <a16:creationId xmlns:a16="http://schemas.microsoft.com/office/drawing/2014/main" id="{FA995BAC-5A90-575B-DCCD-392418BE47C5}"/>
                  </a:ext>
                </a:extLst>
              </p:cNvPr>
              <p:cNvSpPr/>
              <p:nvPr/>
            </p:nvSpPr>
            <p:spPr>
              <a:xfrm>
                <a:off x="3620521" y="5758964"/>
                <a:ext cx="6343" cy="6345"/>
              </a:xfrm>
              <a:custGeom>
                <a:avLst/>
                <a:gdLst>
                  <a:gd name="connsiteX0" fmla="*/ 3390 w 6343"/>
                  <a:gd name="connsiteY0" fmla="*/ 6525 h 6345"/>
                  <a:gd name="connsiteX1" fmla="*/ 5632 w 6343"/>
                  <a:gd name="connsiteY1" fmla="*/ 5596 h 6345"/>
                  <a:gd name="connsiteX2" fmla="*/ 6561 w 6343"/>
                  <a:gd name="connsiteY2" fmla="*/ 3352 h 6345"/>
                  <a:gd name="connsiteX3" fmla="*/ 5632 w 6343"/>
                  <a:gd name="connsiteY3" fmla="*/ 1109 h 6345"/>
                  <a:gd name="connsiteX4" fmla="*/ 3390 w 6343"/>
                  <a:gd name="connsiteY4" fmla="*/ 180 h 6345"/>
                  <a:gd name="connsiteX5" fmla="*/ 1147 w 6343"/>
                  <a:gd name="connsiteY5" fmla="*/ 1109 h 6345"/>
                  <a:gd name="connsiteX6" fmla="*/ 218 w 6343"/>
                  <a:gd name="connsiteY6" fmla="*/ 3352 h 6345"/>
                  <a:gd name="connsiteX7" fmla="*/ 1147 w 6343"/>
                  <a:gd name="connsiteY7" fmla="*/ 5596 h 6345"/>
                  <a:gd name="connsiteX8" fmla="*/ 339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5"/>
                    </a:moveTo>
                    <a:cubicBezTo>
                      <a:pt x="4231" y="6525"/>
                      <a:pt x="5038" y="6191"/>
                      <a:pt x="5632" y="5596"/>
                    </a:cubicBezTo>
                    <a:cubicBezTo>
                      <a:pt x="6227" y="5001"/>
                      <a:pt x="6561" y="4194"/>
                      <a:pt x="6561" y="3352"/>
                    </a:cubicBezTo>
                    <a:cubicBezTo>
                      <a:pt x="6561" y="2511"/>
                      <a:pt x="6227" y="1704"/>
                      <a:pt x="5632" y="1109"/>
                    </a:cubicBezTo>
                    <a:cubicBezTo>
                      <a:pt x="5038" y="514"/>
                      <a:pt x="4231" y="180"/>
                      <a:pt x="3390" y="180"/>
                    </a:cubicBezTo>
                    <a:cubicBezTo>
                      <a:pt x="2549" y="180"/>
                      <a:pt x="1742" y="514"/>
                      <a:pt x="1147" y="1109"/>
                    </a:cubicBezTo>
                    <a:cubicBezTo>
                      <a:pt x="552" y="1704"/>
                      <a:pt x="218" y="2511"/>
                      <a:pt x="218" y="3352"/>
                    </a:cubicBezTo>
                    <a:cubicBezTo>
                      <a:pt x="218" y="4194"/>
                      <a:pt x="552" y="5001"/>
                      <a:pt x="1147" y="5596"/>
                    </a:cubicBezTo>
                    <a:cubicBezTo>
                      <a:pt x="1742" y="6191"/>
                      <a:pt x="2549" y="6525"/>
                      <a:pt x="339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05" name="Freeform: Shape 5104">
                <a:extLst>
                  <a:ext uri="{FF2B5EF4-FFF2-40B4-BE49-F238E27FC236}">
                    <a16:creationId xmlns:a16="http://schemas.microsoft.com/office/drawing/2014/main" id="{BA1696F2-21DA-D56C-6340-C4078D3B64E1}"/>
                  </a:ext>
                </a:extLst>
              </p:cNvPr>
              <p:cNvSpPr/>
              <p:nvPr/>
            </p:nvSpPr>
            <p:spPr>
              <a:xfrm>
                <a:off x="3621456" y="5757321"/>
                <a:ext cx="6343" cy="6345"/>
              </a:xfrm>
              <a:custGeom>
                <a:avLst/>
                <a:gdLst>
                  <a:gd name="connsiteX0" fmla="*/ 3390 w 6343"/>
                  <a:gd name="connsiteY0" fmla="*/ 6525 h 6345"/>
                  <a:gd name="connsiteX1" fmla="*/ 5632 w 6343"/>
                  <a:gd name="connsiteY1" fmla="*/ 5596 h 6345"/>
                  <a:gd name="connsiteX2" fmla="*/ 6561 w 6343"/>
                  <a:gd name="connsiteY2" fmla="*/ 3352 h 6345"/>
                  <a:gd name="connsiteX3" fmla="*/ 5632 w 6343"/>
                  <a:gd name="connsiteY3" fmla="*/ 1109 h 6345"/>
                  <a:gd name="connsiteX4" fmla="*/ 3390 w 6343"/>
                  <a:gd name="connsiteY4" fmla="*/ 179 h 6345"/>
                  <a:gd name="connsiteX5" fmla="*/ 1147 w 6343"/>
                  <a:gd name="connsiteY5" fmla="*/ 1109 h 6345"/>
                  <a:gd name="connsiteX6" fmla="*/ 218 w 6343"/>
                  <a:gd name="connsiteY6" fmla="*/ 3352 h 6345"/>
                  <a:gd name="connsiteX7" fmla="*/ 1147 w 6343"/>
                  <a:gd name="connsiteY7" fmla="*/ 5596 h 6345"/>
                  <a:gd name="connsiteX8" fmla="*/ 339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5"/>
                    </a:moveTo>
                    <a:cubicBezTo>
                      <a:pt x="4231" y="6525"/>
                      <a:pt x="5038" y="6191"/>
                      <a:pt x="5632" y="5596"/>
                    </a:cubicBezTo>
                    <a:cubicBezTo>
                      <a:pt x="6227" y="5001"/>
                      <a:pt x="6561" y="4194"/>
                      <a:pt x="6561" y="3352"/>
                    </a:cubicBezTo>
                    <a:cubicBezTo>
                      <a:pt x="6561" y="2511"/>
                      <a:pt x="6227" y="1704"/>
                      <a:pt x="5632" y="1109"/>
                    </a:cubicBezTo>
                    <a:cubicBezTo>
                      <a:pt x="5038" y="514"/>
                      <a:pt x="4231" y="179"/>
                      <a:pt x="3390" y="179"/>
                    </a:cubicBezTo>
                    <a:cubicBezTo>
                      <a:pt x="2549" y="179"/>
                      <a:pt x="1742" y="514"/>
                      <a:pt x="1147" y="1109"/>
                    </a:cubicBezTo>
                    <a:cubicBezTo>
                      <a:pt x="552" y="1704"/>
                      <a:pt x="218" y="2511"/>
                      <a:pt x="218" y="3352"/>
                    </a:cubicBezTo>
                    <a:cubicBezTo>
                      <a:pt x="218" y="4194"/>
                      <a:pt x="552" y="5001"/>
                      <a:pt x="1147" y="5596"/>
                    </a:cubicBezTo>
                    <a:cubicBezTo>
                      <a:pt x="1742" y="6191"/>
                      <a:pt x="2549" y="6525"/>
                      <a:pt x="339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06" name="Freeform: Shape 5105">
                <a:extLst>
                  <a:ext uri="{FF2B5EF4-FFF2-40B4-BE49-F238E27FC236}">
                    <a16:creationId xmlns:a16="http://schemas.microsoft.com/office/drawing/2014/main" id="{42113599-ED04-3E92-3834-9F73F6732582}"/>
                  </a:ext>
                </a:extLst>
              </p:cNvPr>
              <p:cNvSpPr/>
              <p:nvPr/>
            </p:nvSpPr>
            <p:spPr>
              <a:xfrm>
                <a:off x="3629553" y="5755119"/>
                <a:ext cx="6343" cy="6345"/>
              </a:xfrm>
              <a:custGeom>
                <a:avLst/>
                <a:gdLst>
                  <a:gd name="connsiteX0" fmla="*/ 3390 w 6343"/>
                  <a:gd name="connsiteY0" fmla="*/ 6525 h 6345"/>
                  <a:gd name="connsiteX1" fmla="*/ 5633 w 6343"/>
                  <a:gd name="connsiteY1" fmla="*/ 5595 h 6345"/>
                  <a:gd name="connsiteX2" fmla="*/ 6562 w 6343"/>
                  <a:gd name="connsiteY2" fmla="*/ 3352 h 6345"/>
                  <a:gd name="connsiteX3" fmla="*/ 5633 w 6343"/>
                  <a:gd name="connsiteY3" fmla="*/ 1109 h 6345"/>
                  <a:gd name="connsiteX4" fmla="*/ 3390 w 6343"/>
                  <a:gd name="connsiteY4" fmla="*/ 179 h 6345"/>
                  <a:gd name="connsiteX5" fmla="*/ 1148 w 6343"/>
                  <a:gd name="connsiteY5" fmla="*/ 1109 h 6345"/>
                  <a:gd name="connsiteX6" fmla="*/ 219 w 6343"/>
                  <a:gd name="connsiteY6" fmla="*/ 3352 h 6345"/>
                  <a:gd name="connsiteX7" fmla="*/ 1148 w 6343"/>
                  <a:gd name="connsiteY7" fmla="*/ 5595 h 6345"/>
                  <a:gd name="connsiteX8" fmla="*/ 339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5"/>
                    </a:moveTo>
                    <a:cubicBezTo>
                      <a:pt x="4232" y="6525"/>
                      <a:pt x="5038" y="6190"/>
                      <a:pt x="5633" y="5595"/>
                    </a:cubicBezTo>
                    <a:cubicBezTo>
                      <a:pt x="6228" y="5000"/>
                      <a:pt x="6562" y="4193"/>
                      <a:pt x="6562" y="3352"/>
                    </a:cubicBezTo>
                    <a:cubicBezTo>
                      <a:pt x="6562" y="2511"/>
                      <a:pt x="6228" y="1704"/>
                      <a:pt x="5633" y="1109"/>
                    </a:cubicBezTo>
                    <a:cubicBezTo>
                      <a:pt x="5038" y="514"/>
                      <a:pt x="4232" y="179"/>
                      <a:pt x="3390" y="179"/>
                    </a:cubicBezTo>
                    <a:cubicBezTo>
                      <a:pt x="2549" y="179"/>
                      <a:pt x="1743" y="514"/>
                      <a:pt x="1148" y="1109"/>
                    </a:cubicBezTo>
                    <a:cubicBezTo>
                      <a:pt x="553" y="1704"/>
                      <a:pt x="219" y="2511"/>
                      <a:pt x="219" y="3352"/>
                    </a:cubicBezTo>
                    <a:cubicBezTo>
                      <a:pt x="219" y="4193"/>
                      <a:pt x="553" y="5000"/>
                      <a:pt x="1148" y="5595"/>
                    </a:cubicBezTo>
                    <a:cubicBezTo>
                      <a:pt x="1743" y="6190"/>
                      <a:pt x="2549" y="6525"/>
                      <a:pt x="339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07" name="Freeform: Shape 5106">
                <a:extLst>
                  <a:ext uri="{FF2B5EF4-FFF2-40B4-BE49-F238E27FC236}">
                    <a16:creationId xmlns:a16="http://schemas.microsoft.com/office/drawing/2014/main" id="{6EBC5CFB-3904-E22E-9B67-48DE396BAE38}"/>
                  </a:ext>
                </a:extLst>
              </p:cNvPr>
              <p:cNvSpPr/>
              <p:nvPr/>
            </p:nvSpPr>
            <p:spPr>
              <a:xfrm>
                <a:off x="3631729" y="5753455"/>
                <a:ext cx="6343" cy="6345"/>
              </a:xfrm>
              <a:custGeom>
                <a:avLst/>
                <a:gdLst>
                  <a:gd name="connsiteX0" fmla="*/ 3391 w 6343"/>
                  <a:gd name="connsiteY0" fmla="*/ 6525 h 6345"/>
                  <a:gd name="connsiteX1" fmla="*/ 5633 w 6343"/>
                  <a:gd name="connsiteY1" fmla="*/ 5595 h 6345"/>
                  <a:gd name="connsiteX2" fmla="*/ 6562 w 6343"/>
                  <a:gd name="connsiteY2" fmla="*/ 3352 h 6345"/>
                  <a:gd name="connsiteX3" fmla="*/ 5633 w 6343"/>
                  <a:gd name="connsiteY3" fmla="*/ 1108 h 6345"/>
                  <a:gd name="connsiteX4" fmla="*/ 3391 w 6343"/>
                  <a:gd name="connsiteY4" fmla="*/ 179 h 6345"/>
                  <a:gd name="connsiteX5" fmla="*/ 1148 w 6343"/>
                  <a:gd name="connsiteY5" fmla="*/ 1108 h 6345"/>
                  <a:gd name="connsiteX6" fmla="*/ 219 w 6343"/>
                  <a:gd name="connsiteY6" fmla="*/ 3352 h 6345"/>
                  <a:gd name="connsiteX7" fmla="*/ 1148 w 6343"/>
                  <a:gd name="connsiteY7" fmla="*/ 5595 h 6345"/>
                  <a:gd name="connsiteX8" fmla="*/ 3391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5"/>
                    </a:moveTo>
                    <a:cubicBezTo>
                      <a:pt x="4232" y="6525"/>
                      <a:pt x="5039" y="6190"/>
                      <a:pt x="5633" y="5595"/>
                    </a:cubicBezTo>
                    <a:cubicBezTo>
                      <a:pt x="6228" y="5000"/>
                      <a:pt x="6562" y="4193"/>
                      <a:pt x="6562" y="3352"/>
                    </a:cubicBezTo>
                    <a:cubicBezTo>
                      <a:pt x="6562" y="2510"/>
                      <a:pt x="6228" y="1703"/>
                      <a:pt x="5633" y="1108"/>
                    </a:cubicBezTo>
                    <a:cubicBezTo>
                      <a:pt x="5039" y="513"/>
                      <a:pt x="4232" y="179"/>
                      <a:pt x="3391" y="179"/>
                    </a:cubicBezTo>
                    <a:cubicBezTo>
                      <a:pt x="2550" y="179"/>
                      <a:pt x="1743" y="513"/>
                      <a:pt x="1148" y="1108"/>
                    </a:cubicBezTo>
                    <a:cubicBezTo>
                      <a:pt x="553" y="1703"/>
                      <a:pt x="219" y="2510"/>
                      <a:pt x="219" y="3352"/>
                    </a:cubicBezTo>
                    <a:cubicBezTo>
                      <a:pt x="219" y="4193"/>
                      <a:pt x="553" y="5000"/>
                      <a:pt x="1148" y="5595"/>
                    </a:cubicBezTo>
                    <a:cubicBezTo>
                      <a:pt x="1743" y="6190"/>
                      <a:pt x="2550" y="6525"/>
                      <a:pt x="3391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08" name="Freeform: Shape 5107">
                <a:extLst>
                  <a:ext uri="{FF2B5EF4-FFF2-40B4-BE49-F238E27FC236}">
                    <a16:creationId xmlns:a16="http://schemas.microsoft.com/office/drawing/2014/main" id="{D0B1A583-E766-7685-F1D1-7286DB585F34}"/>
                  </a:ext>
                </a:extLst>
              </p:cNvPr>
              <p:cNvSpPr/>
              <p:nvPr/>
            </p:nvSpPr>
            <p:spPr>
              <a:xfrm>
                <a:off x="3631857" y="5751957"/>
                <a:ext cx="6343" cy="6345"/>
              </a:xfrm>
              <a:custGeom>
                <a:avLst/>
                <a:gdLst>
                  <a:gd name="connsiteX0" fmla="*/ 3391 w 6343"/>
                  <a:gd name="connsiteY0" fmla="*/ 6524 h 6345"/>
                  <a:gd name="connsiteX1" fmla="*/ 5633 w 6343"/>
                  <a:gd name="connsiteY1" fmla="*/ 5595 h 6345"/>
                  <a:gd name="connsiteX2" fmla="*/ 6562 w 6343"/>
                  <a:gd name="connsiteY2" fmla="*/ 3352 h 6345"/>
                  <a:gd name="connsiteX3" fmla="*/ 5633 w 6343"/>
                  <a:gd name="connsiteY3" fmla="*/ 1108 h 6345"/>
                  <a:gd name="connsiteX4" fmla="*/ 3391 w 6343"/>
                  <a:gd name="connsiteY4" fmla="*/ 179 h 6345"/>
                  <a:gd name="connsiteX5" fmla="*/ 1148 w 6343"/>
                  <a:gd name="connsiteY5" fmla="*/ 1108 h 6345"/>
                  <a:gd name="connsiteX6" fmla="*/ 219 w 6343"/>
                  <a:gd name="connsiteY6" fmla="*/ 3352 h 6345"/>
                  <a:gd name="connsiteX7" fmla="*/ 1148 w 6343"/>
                  <a:gd name="connsiteY7" fmla="*/ 5595 h 6345"/>
                  <a:gd name="connsiteX8" fmla="*/ 3391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4"/>
                    </a:moveTo>
                    <a:cubicBezTo>
                      <a:pt x="4232" y="6524"/>
                      <a:pt x="5039" y="6190"/>
                      <a:pt x="5633" y="5595"/>
                    </a:cubicBezTo>
                    <a:cubicBezTo>
                      <a:pt x="6228" y="5000"/>
                      <a:pt x="6562" y="4193"/>
                      <a:pt x="6562" y="3352"/>
                    </a:cubicBezTo>
                    <a:cubicBezTo>
                      <a:pt x="6562" y="2510"/>
                      <a:pt x="6228" y="1703"/>
                      <a:pt x="5633" y="1108"/>
                    </a:cubicBezTo>
                    <a:cubicBezTo>
                      <a:pt x="5039" y="513"/>
                      <a:pt x="4232" y="179"/>
                      <a:pt x="3391" y="179"/>
                    </a:cubicBezTo>
                    <a:cubicBezTo>
                      <a:pt x="2550" y="179"/>
                      <a:pt x="1743" y="513"/>
                      <a:pt x="1148" y="1108"/>
                    </a:cubicBezTo>
                    <a:cubicBezTo>
                      <a:pt x="553" y="1703"/>
                      <a:pt x="219" y="2510"/>
                      <a:pt x="219" y="3352"/>
                    </a:cubicBezTo>
                    <a:cubicBezTo>
                      <a:pt x="219" y="4193"/>
                      <a:pt x="553" y="5000"/>
                      <a:pt x="1148" y="5595"/>
                    </a:cubicBezTo>
                    <a:cubicBezTo>
                      <a:pt x="1743" y="6190"/>
                      <a:pt x="2550" y="6524"/>
                      <a:pt x="3391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09" name="Freeform: Shape 5108">
                <a:extLst>
                  <a:ext uri="{FF2B5EF4-FFF2-40B4-BE49-F238E27FC236}">
                    <a16:creationId xmlns:a16="http://schemas.microsoft.com/office/drawing/2014/main" id="{D6556CDD-48F6-82AF-2B51-0678673F13C1}"/>
                  </a:ext>
                </a:extLst>
              </p:cNvPr>
              <p:cNvSpPr/>
              <p:nvPr/>
            </p:nvSpPr>
            <p:spPr>
              <a:xfrm>
                <a:off x="3633165" y="5750390"/>
                <a:ext cx="6343" cy="6345"/>
              </a:xfrm>
              <a:custGeom>
                <a:avLst/>
                <a:gdLst>
                  <a:gd name="connsiteX0" fmla="*/ 3391 w 6343"/>
                  <a:gd name="connsiteY0" fmla="*/ 6524 h 6345"/>
                  <a:gd name="connsiteX1" fmla="*/ 5633 w 6343"/>
                  <a:gd name="connsiteY1" fmla="*/ 5595 h 6345"/>
                  <a:gd name="connsiteX2" fmla="*/ 6562 w 6343"/>
                  <a:gd name="connsiteY2" fmla="*/ 3352 h 6345"/>
                  <a:gd name="connsiteX3" fmla="*/ 5633 w 6343"/>
                  <a:gd name="connsiteY3" fmla="*/ 1108 h 6345"/>
                  <a:gd name="connsiteX4" fmla="*/ 3391 w 6343"/>
                  <a:gd name="connsiteY4" fmla="*/ 179 h 6345"/>
                  <a:gd name="connsiteX5" fmla="*/ 1148 w 6343"/>
                  <a:gd name="connsiteY5" fmla="*/ 1108 h 6345"/>
                  <a:gd name="connsiteX6" fmla="*/ 219 w 6343"/>
                  <a:gd name="connsiteY6" fmla="*/ 3352 h 6345"/>
                  <a:gd name="connsiteX7" fmla="*/ 1148 w 6343"/>
                  <a:gd name="connsiteY7" fmla="*/ 5595 h 6345"/>
                  <a:gd name="connsiteX8" fmla="*/ 3391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4"/>
                    </a:moveTo>
                    <a:cubicBezTo>
                      <a:pt x="4232" y="6524"/>
                      <a:pt x="5039" y="6190"/>
                      <a:pt x="5633" y="5595"/>
                    </a:cubicBezTo>
                    <a:cubicBezTo>
                      <a:pt x="6228" y="5000"/>
                      <a:pt x="6562" y="4193"/>
                      <a:pt x="6562" y="3352"/>
                    </a:cubicBezTo>
                    <a:cubicBezTo>
                      <a:pt x="6562" y="2510"/>
                      <a:pt x="6228" y="1703"/>
                      <a:pt x="5633" y="1108"/>
                    </a:cubicBezTo>
                    <a:cubicBezTo>
                      <a:pt x="5039" y="513"/>
                      <a:pt x="4232" y="179"/>
                      <a:pt x="3391" y="179"/>
                    </a:cubicBezTo>
                    <a:cubicBezTo>
                      <a:pt x="2550" y="179"/>
                      <a:pt x="1743" y="513"/>
                      <a:pt x="1148" y="1108"/>
                    </a:cubicBezTo>
                    <a:cubicBezTo>
                      <a:pt x="553" y="1703"/>
                      <a:pt x="219" y="2510"/>
                      <a:pt x="219" y="3352"/>
                    </a:cubicBezTo>
                    <a:cubicBezTo>
                      <a:pt x="219" y="4193"/>
                      <a:pt x="553" y="5000"/>
                      <a:pt x="1148" y="5595"/>
                    </a:cubicBezTo>
                    <a:cubicBezTo>
                      <a:pt x="1743" y="6190"/>
                      <a:pt x="2550" y="6524"/>
                      <a:pt x="3391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10" name="Freeform: Shape 5109">
                <a:extLst>
                  <a:ext uri="{FF2B5EF4-FFF2-40B4-BE49-F238E27FC236}">
                    <a16:creationId xmlns:a16="http://schemas.microsoft.com/office/drawing/2014/main" id="{CF08DCCC-7A76-B9A3-BB7E-47C9F28E3C81}"/>
                  </a:ext>
                </a:extLst>
              </p:cNvPr>
              <p:cNvSpPr/>
              <p:nvPr/>
            </p:nvSpPr>
            <p:spPr>
              <a:xfrm>
                <a:off x="3635045" y="5748808"/>
                <a:ext cx="6343" cy="6345"/>
              </a:xfrm>
              <a:custGeom>
                <a:avLst/>
                <a:gdLst>
                  <a:gd name="connsiteX0" fmla="*/ 3391 w 6343"/>
                  <a:gd name="connsiteY0" fmla="*/ 6524 h 6345"/>
                  <a:gd name="connsiteX1" fmla="*/ 5634 w 6343"/>
                  <a:gd name="connsiteY1" fmla="*/ 5595 h 6345"/>
                  <a:gd name="connsiteX2" fmla="*/ 6562 w 6343"/>
                  <a:gd name="connsiteY2" fmla="*/ 3352 h 6345"/>
                  <a:gd name="connsiteX3" fmla="*/ 5634 w 6343"/>
                  <a:gd name="connsiteY3" fmla="*/ 1108 h 6345"/>
                  <a:gd name="connsiteX4" fmla="*/ 3391 w 6343"/>
                  <a:gd name="connsiteY4" fmla="*/ 179 h 6345"/>
                  <a:gd name="connsiteX5" fmla="*/ 1148 w 6343"/>
                  <a:gd name="connsiteY5" fmla="*/ 1108 h 6345"/>
                  <a:gd name="connsiteX6" fmla="*/ 219 w 6343"/>
                  <a:gd name="connsiteY6" fmla="*/ 3352 h 6345"/>
                  <a:gd name="connsiteX7" fmla="*/ 1148 w 6343"/>
                  <a:gd name="connsiteY7" fmla="*/ 5595 h 6345"/>
                  <a:gd name="connsiteX8" fmla="*/ 3391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4"/>
                    </a:moveTo>
                    <a:cubicBezTo>
                      <a:pt x="4232" y="6524"/>
                      <a:pt x="5039" y="6190"/>
                      <a:pt x="5634" y="5595"/>
                    </a:cubicBezTo>
                    <a:cubicBezTo>
                      <a:pt x="6228" y="5000"/>
                      <a:pt x="6562" y="4193"/>
                      <a:pt x="6562" y="3352"/>
                    </a:cubicBezTo>
                    <a:cubicBezTo>
                      <a:pt x="6562" y="2510"/>
                      <a:pt x="6228" y="1703"/>
                      <a:pt x="5634" y="1108"/>
                    </a:cubicBezTo>
                    <a:cubicBezTo>
                      <a:pt x="5039" y="513"/>
                      <a:pt x="4232" y="179"/>
                      <a:pt x="3391" y="179"/>
                    </a:cubicBezTo>
                    <a:cubicBezTo>
                      <a:pt x="2550" y="179"/>
                      <a:pt x="1743" y="513"/>
                      <a:pt x="1148" y="1108"/>
                    </a:cubicBezTo>
                    <a:cubicBezTo>
                      <a:pt x="554" y="1703"/>
                      <a:pt x="219" y="2510"/>
                      <a:pt x="219" y="3352"/>
                    </a:cubicBezTo>
                    <a:cubicBezTo>
                      <a:pt x="219" y="4193"/>
                      <a:pt x="554" y="5000"/>
                      <a:pt x="1148" y="5595"/>
                    </a:cubicBezTo>
                    <a:cubicBezTo>
                      <a:pt x="1743" y="6190"/>
                      <a:pt x="2550" y="6524"/>
                      <a:pt x="3391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11" name="Freeform: Shape 5110">
                <a:extLst>
                  <a:ext uri="{FF2B5EF4-FFF2-40B4-BE49-F238E27FC236}">
                    <a16:creationId xmlns:a16="http://schemas.microsoft.com/office/drawing/2014/main" id="{463DC1DF-2A53-D194-2FAD-4C1CF364D4A6}"/>
                  </a:ext>
                </a:extLst>
              </p:cNvPr>
              <p:cNvSpPr/>
              <p:nvPr/>
            </p:nvSpPr>
            <p:spPr>
              <a:xfrm>
                <a:off x="3571662" y="5750457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9 w 6343"/>
                  <a:gd name="connsiteY1" fmla="*/ 5595 h 6345"/>
                  <a:gd name="connsiteX2" fmla="*/ 6557 w 6343"/>
                  <a:gd name="connsiteY2" fmla="*/ 3352 h 6345"/>
                  <a:gd name="connsiteX3" fmla="*/ 5629 w 6343"/>
                  <a:gd name="connsiteY3" fmla="*/ 1108 h 6345"/>
                  <a:gd name="connsiteX4" fmla="*/ 3386 w 6343"/>
                  <a:gd name="connsiteY4" fmla="*/ 179 h 6345"/>
                  <a:gd name="connsiteX5" fmla="*/ 1143 w 6343"/>
                  <a:gd name="connsiteY5" fmla="*/ 1108 h 6345"/>
                  <a:gd name="connsiteX6" fmla="*/ 214 w 6343"/>
                  <a:gd name="connsiteY6" fmla="*/ 3352 h 6345"/>
                  <a:gd name="connsiteX7" fmla="*/ 1143 w 6343"/>
                  <a:gd name="connsiteY7" fmla="*/ 5595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4" y="6190"/>
                      <a:pt x="5629" y="5595"/>
                    </a:cubicBezTo>
                    <a:cubicBezTo>
                      <a:pt x="6223" y="5000"/>
                      <a:pt x="6557" y="4193"/>
                      <a:pt x="6557" y="3352"/>
                    </a:cubicBezTo>
                    <a:cubicBezTo>
                      <a:pt x="6557" y="2510"/>
                      <a:pt x="6223" y="1703"/>
                      <a:pt x="5629" y="1108"/>
                    </a:cubicBezTo>
                    <a:cubicBezTo>
                      <a:pt x="5034" y="513"/>
                      <a:pt x="4227" y="179"/>
                      <a:pt x="3386" y="179"/>
                    </a:cubicBezTo>
                    <a:cubicBezTo>
                      <a:pt x="2545" y="179"/>
                      <a:pt x="1738" y="513"/>
                      <a:pt x="1143" y="1108"/>
                    </a:cubicBezTo>
                    <a:cubicBezTo>
                      <a:pt x="549" y="1703"/>
                      <a:pt x="214" y="2510"/>
                      <a:pt x="214" y="3352"/>
                    </a:cubicBezTo>
                    <a:cubicBezTo>
                      <a:pt x="214" y="4193"/>
                      <a:pt x="549" y="5000"/>
                      <a:pt x="1143" y="5595"/>
                    </a:cubicBezTo>
                    <a:cubicBezTo>
                      <a:pt x="1738" y="6190"/>
                      <a:pt x="2545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12" name="Freeform: Shape 5111">
                <a:extLst>
                  <a:ext uri="{FF2B5EF4-FFF2-40B4-BE49-F238E27FC236}">
                    <a16:creationId xmlns:a16="http://schemas.microsoft.com/office/drawing/2014/main" id="{4C94F137-C09C-D9BA-3C4A-8E4AD0673FB2}"/>
                  </a:ext>
                </a:extLst>
              </p:cNvPr>
              <p:cNvSpPr/>
              <p:nvPr/>
            </p:nvSpPr>
            <p:spPr>
              <a:xfrm>
                <a:off x="3572467" y="5748568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9 w 6343"/>
                  <a:gd name="connsiteY1" fmla="*/ 5595 h 6345"/>
                  <a:gd name="connsiteX2" fmla="*/ 6558 w 6343"/>
                  <a:gd name="connsiteY2" fmla="*/ 3352 h 6345"/>
                  <a:gd name="connsiteX3" fmla="*/ 5629 w 6343"/>
                  <a:gd name="connsiteY3" fmla="*/ 1108 h 6345"/>
                  <a:gd name="connsiteX4" fmla="*/ 3386 w 6343"/>
                  <a:gd name="connsiteY4" fmla="*/ 179 h 6345"/>
                  <a:gd name="connsiteX5" fmla="*/ 1143 w 6343"/>
                  <a:gd name="connsiteY5" fmla="*/ 1108 h 6345"/>
                  <a:gd name="connsiteX6" fmla="*/ 214 w 6343"/>
                  <a:gd name="connsiteY6" fmla="*/ 3352 h 6345"/>
                  <a:gd name="connsiteX7" fmla="*/ 1143 w 6343"/>
                  <a:gd name="connsiteY7" fmla="*/ 5595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4" y="6190"/>
                      <a:pt x="5629" y="5595"/>
                    </a:cubicBezTo>
                    <a:cubicBezTo>
                      <a:pt x="6223" y="5000"/>
                      <a:pt x="6558" y="4193"/>
                      <a:pt x="6558" y="3352"/>
                    </a:cubicBezTo>
                    <a:cubicBezTo>
                      <a:pt x="6558" y="2510"/>
                      <a:pt x="6223" y="1703"/>
                      <a:pt x="5629" y="1108"/>
                    </a:cubicBezTo>
                    <a:cubicBezTo>
                      <a:pt x="5034" y="513"/>
                      <a:pt x="4227" y="179"/>
                      <a:pt x="3386" y="179"/>
                    </a:cubicBezTo>
                    <a:cubicBezTo>
                      <a:pt x="2545" y="179"/>
                      <a:pt x="1738" y="513"/>
                      <a:pt x="1143" y="1108"/>
                    </a:cubicBezTo>
                    <a:cubicBezTo>
                      <a:pt x="549" y="1703"/>
                      <a:pt x="214" y="2510"/>
                      <a:pt x="214" y="3352"/>
                    </a:cubicBezTo>
                    <a:cubicBezTo>
                      <a:pt x="214" y="4193"/>
                      <a:pt x="549" y="5000"/>
                      <a:pt x="1143" y="5595"/>
                    </a:cubicBezTo>
                    <a:cubicBezTo>
                      <a:pt x="1738" y="6190"/>
                      <a:pt x="2545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13" name="Freeform: Shape 5112">
                <a:extLst>
                  <a:ext uri="{FF2B5EF4-FFF2-40B4-BE49-F238E27FC236}">
                    <a16:creationId xmlns:a16="http://schemas.microsoft.com/office/drawing/2014/main" id="{1BF6E0CB-6093-855F-B5DF-9C028ABA4019}"/>
                  </a:ext>
                </a:extLst>
              </p:cNvPr>
              <p:cNvSpPr/>
              <p:nvPr/>
            </p:nvSpPr>
            <p:spPr>
              <a:xfrm>
                <a:off x="3573845" y="5746669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9 w 6343"/>
                  <a:gd name="connsiteY1" fmla="*/ 5595 h 6345"/>
                  <a:gd name="connsiteX2" fmla="*/ 6558 w 6343"/>
                  <a:gd name="connsiteY2" fmla="*/ 3351 h 6345"/>
                  <a:gd name="connsiteX3" fmla="*/ 5629 w 6343"/>
                  <a:gd name="connsiteY3" fmla="*/ 1108 h 6345"/>
                  <a:gd name="connsiteX4" fmla="*/ 3386 w 6343"/>
                  <a:gd name="connsiteY4" fmla="*/ 179 h 6345"/>
                  <a:gd name="connsiteX5" fmla="*/ 1143 w 6343"/>
                  <a:gd name="connsiteY5" fmla="*/ 1108 h 6345"/>
                  <a:gd name="connsiteX6" fmla="*/ 215 w 6343"/>
                  <a:gd name="connsiteY6" fmla="*/ 3351 h 6345"/>
                  <a:gd name="connsiteX7" fmla="*/ 1143 w 6343"/>
                  <a:gd name="connsiteY7" fmla="*/ 5595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4" y="6190"/>
                      <a:pt x="5629" y="5595"/>
                    </a:cubicBezTo>
                    <a:cubicBezTo>
                      <a:pt x="6223" y="5000"/>
                      <a:pt x="6558" y="4193"/>
                      <a:pt x="6558" y="3351"/>
                    </a:cubicBezTo>
                    <a:cubicBezTo>
                      <a:pt x="6558" y="2510"/>
                      <a:pt x="6223" y="1703"/>
                      <a:pt x="5629" y="1108"/>
                    </a:cubicBezTo>
                    <a:cubicBezTo>
                      <a:pt x="5034" y="513"/>
                      <a:pt x="4227" y="179"/>
                      <a:pt x="3386" y="179"/>
                    </a:cubicBezTo>
                    <a:cubicBezTo>
                      <a:pt x="2545" y="179"/>
                      <a:pt x="1738" y="513"/>
                      <a:pt x="1143" y="1108"/>
                    </a:cubicBezTo>
                    <a:cubicBezTo>
                      <a:pt x="549" y="1703"/>
                      <a:pt x="215" y="2510"/>
                      <a:pt x="215" y="3351"/>
                    </a:cubicBezTo>
                    <a:cubicBezTo>
                      <a:pt x="215" y="4193"/>
                      <a:pt x="549" y="5000"/>
                      <a:pt x="1143" y="5595"/>
                    </a:cubicBezTo>
                    <a:cubicBezTo>
                      <a:pt x="1738" y="6190"/>
                      <a:pt x="2545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14" name="Freeform: Shape 5113">
                <a:extLst>
                  <a:ext uri="{FF2B5EF4-FFF2-40B4-BE49-F238E27FC236}">
                    <a16:creationId xmlns:a16="http://schemas.microsoft.com/office/drawing/2014/main" id="{08C57F67-0773-A5A6-F296-5A9B13DD0DFB}"/>
                  </a:ext>
                </a:extLst>
              </p:cNvPr>
              <p:cNvSpPr/>
              <p:nvPr/>
            </p:nvSpPr>
            <p:spPr>
              <a:xfrm>
                <a:off x="3572564" y="5744870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9 w 6343"/>
                  <a:gd name="connsiteY1" fmla="*/ 5595 h 6345"/>
                  <a:gd name="connsiteX2" fmla="*/ 6558 w 6343"/>
                  <a:gd name="connsiteY2" fmla="*/ 3351 h 6345"/>
                  <a:gd name="connsiteX3" fmla="*/ 5629 w 6343"/>
                  <a:gd name="connsiteY3" fmla="*/ 1108 h 6345"/>
                  <a:gd name="connsiteX4" fmla="*/ 3386 w 6343"/>
                  <a:gd name="connsiteY4" fmla="*/ 179 h 6345"/>
                  <a:gd name="connsiteX5" fmla="*/ 1143 w 6343"/>
                  <a:gd name="connsiteY5" fmla="*/ 1108 h 6345"/>
                  <a:gd name="connsiteX6" fmla="*/ 214 w 6343"/>
                  <a:gd name="connsiteY6" fmla="*/ 3351 h 6345"/>
                  <a:gd name="connsiteX7" fmla="*/ 1143 w 6343"/>
                  <a:gd name="connsiteY7" fmla="*/ 5595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4" y="6190"/>
                      <a:pt x="5629" y="5595"/>
                    </a:cubicBezTo>
                    <a:cubicBezTo>
                      <a:pt x="6223" y="5000"/>
                      <a:pt x="6558" y="4193"/>
                      <a:pt x="6558" y="3351"/>
                    </a:cubicBezTo>
                    <a:cubicBezTo>
                      <a:pt x="6558" y="2510"/>
                      <a:pt x="6223" y="1703"/>
                      <a:pt x="5629" y="1108"/>
                    </a:cubicBezTo>
                    <a:cubicBezTo>
                      <a:pt x="5034" y="513"/>
                      <a:pt x="4227" y="179"/>
                      <a:pt x="3386" y="179"/>
                    </a:cubicBezTo>
                    <a:cubicBezTo>
                      <a:pt x="2545" y="179"/>
                      <a:pt x="1738" y="513"/>
                      <a:pt x="1143" y="1108"/>
                    </a:cubicBezTo>
                    <a:cubicBezTo>
                      <a:pt x="549" y="1703"/>
                      <a:pt x="214" y="2510"/>
                      <a:pt x="214" y="3351"/>
                    </a:cubicBezTo>
                    <a:cubicBezTo>
                      <a:pt x="214" y="4193"/>
                      <a:pt x="549" y="5000"/>
                      <a:pt x="1143" y="5595"/>
                    </a:cubicBezTo>
                    <a:cubicBezTo>
                      <a:pt x="1738" y="6190"/>
                      <a:pt x="2545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15" name="Freeform: Shape 5114">
                <a:extLst>
                  <a:ext uri="{FF2B5EF4-FFF2-40B4-BE49-F238E27FC236}">
                    <a16:creationId xmlns:a16="http://schemas.microsoft.com/office/drawing/2014/main" id="{3F8DC550-A783-8F73-28B8-C2E85CAABC28}"/>
                  </a:ext>
                </a:extLst>
              </p:cNvPr>
              <p:cNvSpPr/>
              <p:nvPr/>
            </p:nvSpPr>
            <p:spPr>
              <a:xfrm>
                <a:off x="3575981" y="5742940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9 w 6343"/>
                  <a:gd name="connsiteY1" fmla="*/ 5595 h 6345"/>
                  <a:gd name="connsiteX2" fmla="*/ 6558 w 6343"/>
                  <a:gd name="connsiteY2" fmla="*/ 3351 h 6345"/>
                  <a:gd name="connsiteX3" fmla="*/ 5629 w 6343"/>
                  <a:gd name="connsiteY3" fmla="*/ 1108 h 6345"/>
                  <a:gd name="connsiteX4" fmla="*/ 3386 w 6343"/>
                  <a:gd name="connsiteY4" fmla="*/ 178 h 6345"/>
                  <a:gd name="connsiteX5" fmla="*/ 1144 w 6343"/>
                  <a:gd name="connsiteY5" fmla="*/ 1108 h 6345"/>
                  <a:gd name="connsiteX6" fmla="*/ 215 w 6343"/>
                  <a:gd name="connsiteY6" fmla="*/ 3351 h 6345"/>
                  <a:gd name="connsiteX7" fmla="*/ 1144 w 6343"/>
                  <a:gd name="connsiteY7" fmla="*/ 5595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4" y="6189"/>
                      <a:pt x="5629" y="5595"/>
                    </a:cubicBezTo>
                    <a:cubicBezTo>
                      <a:pt x="6224" y="5000"/>
                      <a:pt x="6558" y="4192"/>
                      <a:pt x="6558" y="3351"/>
                    </a:cubicBezTo>
                    <a:cubicBezTo>
                      <a:pt x="6558" y="2510"/>
                      <a:pt x="6224" y="1703"/>
                      <a:pt x="5629" y="1108"/>
                    </a:cubicBezTo>
                    <a:cubicBezTo>
                      <a:pt x="5034" y="513"/>
                      <a:pt x="4227" y="178"/>
                      <a:pt x="3386" y="178"/>
                    </a:cubicBezTo>
                    <a:cubicBezTo>
                      <a:pt x="2545" y="178"/>
                      <a:pt x="1738" y="513"/>
                      <a:pt x="1144" y="1108"/>
                    </a:cubicBezTo>
                    <a:cubicBezTo>
                      <a:pt x="549" y="1703"/>
                      <a:pt x="215" y="2510"/>
                      <a:pt x="215" y="3351"/>
                    </a:cubicBezTo>
                    <a:cubicBezTo>
                      <a:pt x="215" y="4192"/>
                      <a:pt x="549" y="5000"/>
                      <a:pt x="1144" y="5595"/>
                    </a:cubicBezTo>
                    <a:cubicBezTo>
                      <a:pt x="1738" y="6189"/>
                      <a:pt x="2545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16" name="Freeform: Shape 5115">
                <a:extLst>
                  <a:ext uri="{FF2B5EF4-FFF2-40B4-BE49-F238E27FC236}">
                    <a16:creationId xmlns:a16="http://schemas.microsoft.com/office/drawing/2014/main" id="{A71FBF11-1BB6-DD57-894C-7127CD0B646F}"/>
                  </a:ext>
                </a:extLst>
              </p:cNvPr>
              <p:cNvSpPr/>
              <p:nvPr/>
            </p:nvSpPr>
            <p:spPr>
              <a:xfrm>
                <a:off x="3575801" y="5741119"/>
                <a:ext cx="6343" cy="6345"/>
              </a:xfrm>
              <a:custGeom>
                <a:avLst/>
                <a:gdLst>
                  <a:gd name="connsiteX0" fmla="*/ 3386 w 6343"/>
                  <a:gd name="connsiteY0" fmla="*/ 6524 h 6345"/>
                  <a:gd name="connsiteX1" fmla="*/ 5629 w 6343"/>
                  <a:gd name="connsiteY1" fmla="*/ 5594 h 6345"/>
                  <a:gd name="connsiteX2" fmla="*/ 6558 w 6343"/>
                  <a:gd name="connsiteY2" fmla="*/ 3351 h 6345"/>
                  <a:gd name="connsiteX3" fmla="*/ 5629 w 6343"/>
                  <a:gd name="connsiteY3" fmla="*/ 1107 h 6345"/>
                  <a:gd name="connsiteX4" fmla="*/ 3386 w 6343"/>
                  <a:gd name="connsiteY4" fmla="*/ 178 h 6345"/>
                  <a:gd name="connsiteX5" fmla="*/ 1144 w 6343"/>
                  <a:gd name="connsiteY5" fmla="*/ 1107 h 6345"/>
                  <a:gd name="connsiteX6" fmla="*/ 215 w 6343"/>
                  <a:gd name="connsiteY6" fmla="*/ 3351 h 6345"/>
                  <a:gd name="connsiteX7" fmla="*/ 1144 w 6343"/>
                  <a:gd name="connsiteY7" fmla="*/ 5594 h 6345"/>
                  <a:gd name="connsiteX8" fmla="*/ 338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4"/>
                    </a:moveTo>
                    <a:cubicBezTo>
                      <a:pt x="4227" y="6524"/>
                      <a:pt x="5034" y="6189"/>
                      <a:pt x="5629" y="5594"/>
                    </a:cubicBezTo>
                    <a:cubicBezTo>
                      <a:pt x="6224" y="4999"/>
                      <a:pt x="6558" y="4192"/>
                      <a:pt x="6558" y="3351"/>
                    </a:cubicBezTo>
                    <a:cubicBezTo>
                      <a:pt x="6558" y="2510"/>
                      <a:pt x="6224" y="1702"/>
                      <a:pt x="5629" y="1107"/>
                    </a:cubicBezTo>
                    <a:cubicBezTo>
                      <a:pt x="5034" y="513"/>
                      <a:pt x="4227" y="178"/>
                      <a:pt x="3386" y="178"/>
                    </a:cubicBezTo>
                    <a:cubicBezTo>
                      <a:pt x="2545" y="178"/>
                      <a:pt x="1738" y="513"/>
                      <a:pt x="1144" y="1107"/>
                    </a:cubicBezTo>
                    <a:cubicBezTo>
                      <a:pt x="549" y="1702"/>
                      <a:pt x="215" y="2510"/>
                      <a:pt x="215" y="3351"/>
                    </a:cubicBezTo>
                    <a:cubicBezTo>
                      <a:pt x="215" y="4192"/>
                      <a:pt x="549" y="4999"/>
                      <a:pt x="1144" y="5594"/>
                    </a:cubicBezTo>
                    <a:cubicBezTo>
                      <a:pt x="1738" y="6189"/>
                      <a:pt x="2545" y="6524"/>
                      <a:pt x="338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17" name="Freeform: Shape 5116">
                <a:extLst>
                  <a:ext uri="{FF2B5EF4-FFF2-40B4-BE49-F238E27FC236}">
                    <a16:creationId xmlns:a16="http://schemas.microsoft.com/office/drawing/2014/main" id="{F141F6FC-2C1F-AFC2-205F-A426D001A0D8}"/>
                  </a:ext>
                </a:extLst>
              </p:cNvPr>
              <p:cNvSpPr/>
              <p:nvPr/>
            </p:nvSpPr>
            <p:spPr>
              <a:xfrm>
                <a:off x="3576101" y="5739290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9 w 6343"/>
                  <a:gd name="connsiteY1" fmla="*/ 5594 h 6345"/>
                  <a:gd name="connsiteX2" fmla="*/ 6558 w 6343"/>
                  <a:gd name="connsiteY2" fmla="*/ 3351 h 6345"/>
                  <a:gd name="connsiteX3" fmla="*/ 5629 w 6343"/>
                  <a:gd name="connsiteY3" fmla="*/ 1107 h 6345"/>
                  <a:gd name="connsiteX4" fmla="*/ 3386 w 6343"/>
                  <a:gd name="connsiteY4" fmla="*/ 178 h 6345"/>
                  <a:gd name="connsiteX5" fmla="*/ 1144 w 6343"/>
                  <a:gd name="connsiteY5" fmla="*/ 1107 h 6345"/>
                  <a:gd name="connsiteX6" fmla="*/ 215 w 6343"/>
                  <a:gd name="connsiteY6" fmla="*/ 3351 h 6345"/>
                  <a:gd name="connsiteX7" fmla="*/ 1144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9"/>
                      <a:pt x="5629" y="5594"/>
                    </a:cubicBezTo>
                    <a:cubicBezTo>
                      <a:pt x="6224" y="4999"/>
                      <a:pt x="6558" y="4192"/>
                      <a:pt x="6558" y="3351"/>
                    </a:cubicBezTo>
                    <a:cubicBezTo>
                      <a:pt x="6558" y="2509"/>
                      <a:pt x="6224" y="1702"/>
                      <a:pt x="5629" y="1107"/>
                    </a:cubicBezTo>
                    <a:cubicBezTo>
                      <a:pt x="5034" y="512"/>
                      <a:pt x="4227" y="178"/>
                      <a:pt x="3386" y="178"/>
                    </a:cubicBezTo>
                    <a:cubicBezTo>
                      <a:pt x="2545" y="178"/>
                      <a:pt x="1738" y="512"/>
                      <a:pt x="1144" y="1107"/>
                    </a:cubicBezTo>
                    <a:cubicBezTo>
                      <a:pt x="549" y="1702"/>
                      <a:pt x="215" y="2509"/>
                      <a:pt x="215" y="3351"/>
                    </a:cubicBezTo>
                    <a:cubicBezTo>
                      <a:pt x="215" y="4192"/>
                      <a:pt x="549" y="4999"/>
                      <a:pt x="1144" y="5594"/>
                    </a:cubicBezTo>
                    <a:cubicBezTo>
                      <a:pt x="1738" y="6189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18" name="Freeform: Shape 5117">
                <a:extLst>
                  <a:ext uri="{FF2B5EF4-FFF2-40B4-BE49-F238E27FC236}">
                    <a16:creationId xmlns:a16="http://schemas.microsoft.com/office/drawing/2014/main" id="{0A6E9641-2897-731D-D637-19F23803902E}"/>
                  </a:ext>
                </a:extLst>
              </p:cNvPr>
              <p:cNvSpPr/>
              <p:nvPr/>
            </p:nvSpPr>
            <p:spPr>
              <a:xfrm>
                <a:off x="3576037" y="5737467"/>
                <a:ext cx="6343" cy="6345"/>
              </a:xfrm>
              <a:custGeom>
                <a:avLst/>
                <a:gdLst>
                  <a:gd name="connsiteX0" fmla="*/ 3386 w 6343"/>
                  <a:gd name="connsiteY0" fmla="*/ 6523 h 6345"/>
                  <a:gd name="connsiteX1" fmla="*/ 5629 w 6343"/>
                  <a:gd name="connsiteY1" fmla="*/ 5594 h 6345"/>
                  <a:gd name="connsiteX2" fmla="*/ 6558 w 6343"/>
                  <a:gd name="connsiteY2" fmla="*/ 3351 h 6345"/>
                  <a:gd name="connsiteX3" fmla="*/ 5629 w 6343"/>
                  <a:gd name="connsiteY3" fmla="*/ 1107 h 6345"/>
                  <a:gd name="connsiteX4" fmla="*/ 3386 w 6343"/>
                  <a:gd name="connsiteY4" fmla="*/ 178 h 6345"/>
                  <a:gd name="connsiteX5" fmla="*/ 1144 w 6343"/>
                  <a:gd name="connsiteY5" fmla="*/ 1107 h 6345"/>
                  <a:gd name="connsiteX6" fmla="*/ 215 w 6343"/>
                  <a:gd name="connsiteY6" fmla="*/ 3351 h 6345"/>
                  <a:gd name="connsiteX7" fmla="*/ 1144 w 6343"/>
                  <a:gd name="connsiteY7" fmla="*/ 5594 h 6345"/>
                  <a:gd name="connsiteX8" fmla="*/ 338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3"/>
                    </a:moveTo>
                    <a:cubicBezTo>
                      <a:pt x="4227" y="6523"/>
                      <a:pt x="5034" y="6189"/>
                      <a:pt x="5629" y="5594"/>
                    </a:cubicBezTo>
                    <a:cubicBezTo>
                      <a:pt x="6224" y="4999"/>
                      <a:pt x="6558" y="4192"/>
                      <a:pt x="6558" y="3351"/>
                    </a:cubicBezTo>
                    <a:cubicBezTo>
                      <a:pt x="6558" y="2509"/>
                      <a:pt x="6224" y="1702"/>
                      <a:pt x="5629" y="1107"/>
                    </a:cubicBezTo>
                    <a:cubicBezTo>
                      <a:pt x="5034" y="512"/>
                      <a:pt x="4227" y="178"/>
                      <a:pt x="3386" y="178"/>
                    </a:cubicBezTo>
                    <a:cubicBezTo>
                      <a:pt x="2545" y="178"/>
                      <a:pt x="1738" y="512"/>
                      <a:pt x="1144" y="1107"/>
                    </a:cubicBezTo>
                    <a:cubicBezTo>
                      <a:pt x="549" y="1702"/>
                      <a:pt x="215" y="2509"/>
                      <a:pt x="215" y="3351"/>
                    </a:cubicBezTo>
                    <a:cubicBezTo>
                      <a:pt x="215" y="4192"/>
                      <a:pt x="549" y="4999"/>
                      <a:pt x="1144" y="5594"/>
                    </a:cubicBezTo>
                    <a:cubicBezTo>
                      <a:pt x="1738" y="6189"/>
                      <a:pt x="2545" y="6523"/>
                      <a:pt x="338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19" name="Freeform: Shape 5118">
                <a:extLst>
                  <a:ext uri="{FF2B5EF4-FFF2-40B4-BE49-F238E27FC236}">
                    <a16:creationId xmlns:a16="http://schemas.microsoft.com/office/drawing/2014/main" id="{E975F4BC-7697-C931-7B90-DE121BC63E57}"/>
                  </a:ext>
                </a:extLst>
              </p:cNvPr>
              <p:cNvSpPr/>
              <p:nvPr/>
            </p:nvSpPr>
            <p:spPr>
              <a:xfrm>
                <a:off x="3639588" y="5735645"/>
                <a:ext cx="6343" cy="6345"/>
              </a:xfrm>
              <a:custGeom>
                <a:avLst/>
                <a:gdLst>
                  <a:gd name="connsiteX0" fmla="*/ 3391 w 6343"/>
                  <a:gd name="connsiteY0" fmla="*/ 6523 h 6345"/>
                  <a:gd name="connsiteX1" fmla="*/ 5634 w 6343"/>
                  <a:gd name="connsiteY1" fmla="*/ 5594 h 6345"/>
                  <a:gd name="connsiteX2" fmla="*/ 6563 w 6343"/>
                  <a:gd name="connsiteY2" fmla="*/ 3350 h 6345"/>
                  <a:gd name="connsiteX3" fmla="*/ 5634 w 6343"/>
                  <a:gd name="connsiteY3" fmla="*/ 1107 h 6345"/>
                  <a:gd name="connsiteX4" fmla="*/ 3391 w 6343"/>
                  <a:gd name="connsiteY4" fmla="*/ 178 h 6345"/>
                  <a:gd name="connsiteX5" fmla="*/ 1149 w 6343"/>
                  <a:gd name="connsiteY5" fmla="*/ 1107 h 6345"/>
                  <a:gd name="connsiteX6" fmla="*/ 220 w 6343"/>
                  <a:gd name="connsiteY6" fmla="*/ 3350 h 6345"/>
                  <a:gd name="connsiteX7" fmla="*/ 1149 w 6343"/>
                  <a:gd name="connsiteY7" fmla="*/ 5594 h 6345"/>
                  <a:gd name="connsiteX8" fmla="*/ 3391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3"/>
                    </a:moveTo>
                    <a:cubicBezTo>
                      <a:pt x="4232" y="6523"/>
                      <a:pt x="5039" y="6189"/>
                      <a:pt x="5634" y="5594"/>
                    </a:cubicBezTo>
                    <a:cubicBezTo>
                      <a:pt x="6229" y="4999"/>
                      <a:pt x="6563" y="4192"/>
                      <a:pt x="6563" y="3350"/>
                    </a:cubicBezTo>
                    <a:cubicBezTo>
                      <a:pt x="6563" y="2509"/>
                      <a:pt x="6229" y="1702"/>
                      <a:pt x="5634" y="1107"/>
                    </a:cubicBezTo>
                    <a:cubicBezTo>
                      <a:pt x="5039" y="512"/>
                      <a:pt x="4232" y="178"/>
                      <a:pt x="3391" y="178"/>
                    </a:cubicBezTo>
                    <a:cubicBezTo>
                      <a:pt x="2550" y="178"/>
                      <a:pt x="1743" y="512"/>
                      <a:pt x="1149" y="1107"/>
                    </a:cubicBezTo>
                    <a:cubicBezTo>
                      <a:pt x="554" y="1702"/>
                      <a:pt x="220" y="2509"/>
                      <a:pt x="220" y="3350"/>
                    </a:cubicBezTo>
                    <a:cubicBezTo>
                      <a:pt x="220" y="4192"/>
                      <a:pt x="554" y="4999"/>
                      <a:pt x="1149" y="5594"/>
                    </a:cubicBezTo>
                    <a:cubicBezTo>
                      <a:pt x="1743" y="6189"/>
                      <a:pt x="2550" y="6523"/>
                      <a:pt x="3391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20" name="Freeform: Shape 5119">
                <a:extLst>
                  <a:ext uri="{FF2B5EF4-FFF2-40B4-BE49-F238E27FC236}">
                    <a16:creationId xmlns:a16="http://schemas.microsoft.com/office/drawing/2014/main" id="{CFEE1DC8-1666-5FF4-633B-F8763D471551}"/>
                  </a:ext>
                </a:extLst>
              </p:cNvPr>
              <p:cNvSpPr/>
              <p:nvPr/>
            </p:nvSpPr>
            <p:spPr>
              <a:xfrm>
                <a:off x="3638799" y="5734207"/>
                <a:ext cx="6343" cy="6345"/>
              </a:xfrm>
              <a:custGeom>
                <a:avLst/>
                <a:gdLst>
                  <a:gd name="connsiteX0" fmla="*/ 3391 w 6343"/>
                  <a:gd name="connsiteY0" fmla="*/ 6523 h 6345"/>
                  <a:gd name="connsiteX1" fmla="*/ 5634 w 6343"/>
                  <a:gd name="connsiteY1" fmla="*/ 5594 h 6345"/>
                  <a:gd name="connsiteX2" fmla="*/ 6563 w 6343"/>
                  <a:gd name="connsiteY2" fmla="*/ 3350 h 6345"/>
                  <a:gd name="connsiteX3" fmla="*/ 5634 w 6343"/>
                  <a:gd name="connsiteY3" fmla="*/ 1107 h 6345"/>
                  <a:gd name="connsiteX4" fmla="*/ 3391 w 6343"/>
                  <a:gd name="connsiteY4" fmla="*/ 178 h 6345"/>
                  <a:gd name="connsiteX5" fmla="*/ 1149 w 6343"/>
                  <a:gd name="connsiteY5" fmla="*/ 1107 h 6345"/>
                  <a:gd name="connsiteX6" fmla="*/ 220 w 6343"/>
                  <a:gd name="connsiteY6" fmla="*/ 3350 h 6345"/>
                  <a:gd name="connsiteX7" fmla="*/ 1149 w 6343"/>
                  <a:gd name="connsiteY7" fmla="*/ 5594 h 6345"/>
                  <a:gd name="connsiteX8" fmla="*/ 3391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3"/>
                    </a:moveTo>
                    <a:cubicBezTo>
                      <a:pt x="4232" y="6523"/>
                      <a:pt x="5039" y="6189"/>
                      <a:pt x="5634" y="5594"/>
                    </a:cubicBezTo>
                    <a:cubicBezTo>
                      <a:pt x="6229" y="4999"/>
                      <a:pt x="6563" y="4192"/>
                      <a:pt x="6563" y="3350"/>
                    </a:cubicBezTo>
                    <a:cubicBezTo>
                      <a:pt x="6563" y="2509"/>
                      <a:pt x="6229" y="1702"/>
                      <a:pt x="5634" y="1107"/>
                    </a:cubicBezTo>
                    <a:cubicBezTo>
                      <a:pt x="5039" y="512"/>
                      <a:pt x="4232" y="178"/>
                      <a:pt x="3391" y="178"/>
                    </a:cubicBezTo>
                    <a:cubicBezTo>
                      <a:pt x="2550" y="178"/>
                      <a:pt x="1743" y="512"/>
                      <a:pt x="1149" y="1107"/>
                    </a:cubicBezTo>
                    <a:cubicBezTo>
                      <a:pt x="554" y="1702"/>
                      <a:pt x="220" y="2509"/>
                      <a:pt x="220" y="3350"/>
                    </a:cubicBezTo>
                    <a:cubicBezTo>
                      <a:pt x="220" y="4192"/>
                      <a:pt x="554" y="4999"/>
                      <a:pt x="1149" y="5594"/>
                    </a:cubicBezTo>
                    <a:cubicBezTo>
                      <a:pt x="1743" y="6189"/>
                      <a:pt x="2550" y="6523"/>
                      <a:pt x="3391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21" name="Freeform: Shape 5120">
                <a:extLst>
                  <a:ext uri="{FF2B5EF4-FFF2-40B4-BE49-F238E27FC236}">
                    <a16:creationId xmlns:a16="http://schemas.microsoft.com/office/drawing/2014/main" id="{2CF2BC5A-4F63-FF9E-300C-DB887F73419D}"/>
                  </a:ext>
                </a:extLst>
              </p:cNvPr>
              <p:cNvSpPr/>
              <p:nvPr/>
            </p:nvSpPr>
            <p:spPr>
              <a:xfrm>
                <a:off x="3640094" y="5731355"/>
                <a:ext cx="6343" cy="6345"/>
              </a:xfrm>
              <a:custGeom>
                <a:avLst/>
                <a:gdLst>
                  <a:gd name="connsiteX0" fmla="*/ 3391 w 6343"/>
                  <a:gd name="connsiteY0" fmla="*/ 6523 h 6345"/>
                  <a:gd name="connsiteX1" fmla="*/ 5634 w 6343"/>
                  <a:gd name="connsiteY1" fmla="*/ 5594 h 6345"/>
                  <a:gd name="connsiteX2" fmla="*/ 6563 w 6343"/>
                  <a:gd name="connsiteY2" fmla="*/ 3350 h 6345"/>
                  <a:gd name="connsiteX3" fmla="*/ 5634 w 6343"/>
                  <a:gd name="connsiteY3" fmla="*/ 1107 h 6345"/>
                  <a:gd name="connsiteX4" fmla="*/ 3391 w 6343"/>
                  <a:gd name="connsiteY4" fmla="*/ 177 h 6345"/>
                  <a:gd name="connsiteX5" fmla="*/ 1149 w 6343"/>
                  <a:gd name="connsiteY5" fmla="*/ 1107 h 6345"/>
                  <a:gd name="connsiteX6" fmla="*/ 220 w 6343"/>
                  <a:gd name="connsiteY6" fmla="*/ 3350 h 6345"/>
                  <a:gd name="connsiteX7" fmla="*/ 1149 w 6343"/>
                  <a:gd name="connsiteY7" fmla="*/ 5594 h 6345"/>
                  <a:gd name="connsiteX8" fmla="*/ 3391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3"/>
                    </a:moveTo>
                    <a:cubicBezTo>
                      <a:pt x="4232" y="6523"/>
                      <a:pt x="5039" y="6189"/>
                      <a:pt x="5634" y="5594"/>
                    </a:cubicBezTo>
                    <a:cubicBezTo>
                      <a:pt x="6229" y="4999"/>
                      <a:pt x="6563" y="4192"/>
                      <a:pt x="6563" y="3350"/>
                    </a:cubicBezTo>
                    <a:cubicBezTo>
                      <a:pt x="6563" y="2509"/>
                      <a:pt x="6229" y="1702"/>
                      <a:pt x="5634" y="1107"/>
                    </a:cubicBezTo>
                    <a:cubicBezTo>
                      <a:pt x="5039" y="512"/>
                      <a:pt x="4232" y="177"/>
                      <a:pt x="3391" y="177"/>
                    </a:cubicBezTo>
                    <a:cubicBezTo>
                      <a:pt x="2550" y="177"/>
                      <a:pt x="1743" y="512"/>
                      <a:pt x="1149" y="1107"/>
                    </a:cubicBezTo>
                    <a:cubicBezTo>
                      <a:pt x="554" y="1702"/>
                      <a:pt x="220" y="2509"/>
                      <a:pt x="220" y="3350"/>
                    </a:cubicBezTo>
                    <a:cubicBezTo>
                      <a:pt x="220" y="4192"/>
                      <a:pt x="554" y="4999"/>
                      <a:pt x="1149" y="5594"/>
                    </a:cubicBezTo>
                    <a:cubicBezTo>
                      <a:pt x="1743" y="6189"/>
                      <a:pt x="2550" y="6523"/>
                      <a:pt x="3391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22" name="Freeform: Shape 5121">
                <a:extLst>
                  <a:ext uri="{FF2B5EF4-FFF2-40B4-BE49-F238E27FC236}">
                    <a16:creationId xmlns:a16="http://schemas.microsoft.com/office/drawing/2014/main" id="{EA49A33E-373D-C2F2-ECA1-7FEAD1462279}"/>
                  </a:ext>
                </a:extLst>
              </p:cNvPr>
              <p:cNvSpPr/>
              <p:nvPr/>
            </p:nvSpPr>
            <p:spPr>
              <a:xfrm>
                <a:off x="3641664" y="5729962"/>
                <a:ext cx="6343" cy="6345"/>
              </a:xfrm>
              <a:custGeom>
                <a:avLst/>
                <a:gdLst>
                  <a:gd name="connsiteX0" fmla="*/ 3391 w 6343"/>
                  <a:gd name="connsiteY0" fmla="*/ 6523 h 6345"/>
                  <a:gd name="connsiteX1" fmla="*/ 5634 w 6343"/>
                  <a:gd name="connsiteY1" fmla="*/ 5593 h 6345"/>
                  <a:gd name="connsiteX2" fmla="*/ 6563 w 6343"/>
                  <a:gd name="connsiteY2" fmla="*/ 3350 h 6345"/>
                  <a:gd name="connsiteX3" fmla="*/ 5634 w 6343"/>
                  <a:gd name="connsiteY3" fmla="*/ 1107 h 6345"/>
                  <a:gd name="connsiteX4" fmla="*/ 3391 w 6343"/>
                  <a:gd name="connsiteY4" fmla="*/ 177 h 6345"/>
                  <a:gd name="connsiteX5" fmla="*/ 1149 w 6343"/>
                  <a:gd name="connsiteY5" fmla="*/ 1107 h 6345"/>
                  <a:gd name="connsiteX6" fmla="*/ 220 w 6343"/>
                  <a:gd name="connsiteY6" fmla="*/ 3350 h 6345"/>
                  <a:gd name="connsiteX7" fmla="*/ 1149 w 6343"/>
                  <a:gd name="connsiteY7" fmla="*/ 5593 h 6345"/>
                  <a:gd name="connsiteX8" fmla="*/ 3391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3"/>
                    </a:moveTo>
                    <a:cubicBezTo>
                      <a:pt x="4233" y="6523"/>
                      <a:pt x="5039" y="6188"/>
                      <a:pt x="5634" y="5593"/>
                    </a:cubicBezTo>
                    <a:cubicBezTo>
                      <a:pt x="6229" y="4999"/>
                      <a:pt x="6563" y="4191"/>
                      <a:pt x="6563" y="3350"/>
                    </a:cubicBezTo>
                    <a:cubicBezTo>
                      <a:pt x="6563" y="2509"/>
                      <a:pt x="6229" y="1702"/>
                      <a:pt x="5634" y="1107"/>
                    </a:cubicBezTo>
                    <a:cubicBezTo>
                      <a:pt x="5039" y="512"/>
                      <a:pt x="4233" y="177"/>
                      <a:pt x="3391" y="177"/>
                    </a:cubicBezTo>
                    <a:cubicBezTo>
                      <a:pt x="2550" y="177"/>
                      <a:pt x="1744" y="512"/>
                      <a:pt x="1149" y="1107"/>
                    </a:cubicBezTo>
                    <a:cubicBezTo>
                      <a:pt x="554" y="1702"/>
                      <a:pt x="220" y="2509"/>
                      <a:pt x="220" y="3350"/>
                    </a:cubicBezTo>
                    <a:cubicBezTo>
                      <a:pt x="220" y="4191"/>
                      <a:pt x="554" y="4999"/>
                      <a:pt x="1149" y="5593"/>
                    </a:cubicBezTo>
                    <a:cubicBezTo>
                      <a:pt x="1744" y="6188"/>
                      <a:pt x="2550" y="6523"/>
                      <a:pt x="3391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23" name="Freeform: Shape 5122">
                <a:extLst>
                  <a:ext uri="{FF2B5EF4-FFF2-40B4-BE49-F238E27FC236}">
                    <a16:creationId xmlns:a16="http://schemas.microsoft.com/office/drawing/2014/main" id="{A8711C61-D6E7-E105-2FD9-59BA40D87557}"/>
                  </a:ext>
                </a:extLst>
              </p:cNvPr>
              <p:cNvSpPr/>
              <p:nvPr/>
            </p:nvSpPr>
            <p:spPr>
              <a:xfrm>
                <a:off x="3641702" y="5728542"/>
                <a:ext cx="6343" cy="6345"/>
              </a:xfrm>
              <a:custGeom>
                <a:avLst/>
                <a:gdLst>
                  <a:gd name="connsiteX0" fmla="*/ 3391 w 6343"/>
                  <a:gd name="connsiteY0" fmla="*/ 6523 h 6345"/>
                  <a:gd name="connsiteX1" fmla="*/ 5634 w 6343"/>
                  <a:gd name="connsiteY1" fmla="*/ 5593 h 6345"/>
                  <a:gd name="connsiteX2" fmla="*/ 6563 w 6343"/>
                  <a:gd name="connsiteY2" fmla="*/ 3350 h 6345"/>
                  <a:gd name="connsiteX3" fmla="*/ 5634 w 6343"/>
                  <a:gd name="connsiteY3" fmla="*/ 1106 h 6345"/>
                  <a:gd name="connsiteX4" fmla="*/ 3391 w 6343"/>
                  <a:gd name="connsiteY4" fmla="*/ 177 h 6345"/>
                  <a:gd name="connsiteX5" fmla="*/ 1149 w 6343"/>
                  <a:gd name="connsiteY5" fmla="*/ 1106 h 6345"/>
                  <a:gd name="connsiteX6" fmla="*/ 220 w 6343"/>
                  <a:gd name="connsiteY6" fmla="*/ 3350 h 6345"/>
                  <a:gd name="connsiteX7" fmla="*/ 1149 w 6343"/>
                  <a:gd name="connsiteY7" fmla="*/ 5593 h 6345"/>
                  <a:gd name="connsiteX8" fmla="*/ 3391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3"/>
                    </a:moveTo>
                    <a:cubicBezTo>
                      <a:pt x="4233" y="6523"/>
                      <a:pt x="5039" y="6188"/>
                      <a:pt x="5634" y="5593"/>
                    </a:cubicBezTo>
                    <a:cubicBezTo>
                      <a:pt x="6229" y="4998"/>
                      <a:pt x="6563" y="4191"/>
                      <a:pt x="6563" y="3350"/>
                    </a:cubicBezTo>
                    <a:cubicBezTo>
                      <a:pt x="6563" y="2509"/>
                      <a:pt x="6229" y="1701"/>
                      <a:pt x="5634" y="1106"/>
                    </a:cubicBezTo>
                    <a:cubicBezTo>
                      <a:pt x="5039" y="512"/>
                      <a:pt x="4233" y="177"/>
                      <a:pt x="3391" y="177"/>
                    </a:cubicBezTo>
                    <a:cubicBezTo>
                      <a:pt x="2550" y="177"/>
                      <a:pt x="1744" y="512"/>
                      <a:pt x="1149" y="1106"/>
                    </a:cubicBezTo>
                    <a:cubicBezTo>
                      <a:pt x="554" y="1701"/>
                      <a:pt x="220" y="2509"/>
                      <a:pt x="220" y="3350"/>
                    </a:cubicBezTo>
                    <a:cubicBezTo>
                      <a:pt x="220" y="4191"/>
                      <a:pt x="554" y="4998"/>
                      <a:pt x="1149" y="5593"/>
                    </a:cubicBezTo>
                    <a:cubicBezTo>
                      <a:pt x="1744" y="6188"/>
                      <a:pt x="2550" y="6523"/>
                      <a:pt x="3391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24" name="Freeform: Shape 5123">
                <a:extLst>
                  <a:ext uri="{FF2B5EF4-FFF2-40B4-BE49-F238E27FC236}">
                    <a16:creationId xmlns:a16="http://schemas.microsoft.com/office/drawing/2014/main" id="{D0177BD8-5879-8F89-0C97-A7F20F95903D}"/>
                  </a:ext>
                </a:extLst>
              </p:cNvPr>
              <p:cNvSpPr/>
              <p:nvPr/>
            </p:nvSpPr>
            <p:spPr>
              <a:xfrm>
                <a:off x="3642123" y="5727136"/>
                <a:ext cx="6343" cy="6345"/>
              </a:xfrm>
              <a:custGeom>
                <a:avLst/>
                <a:gdLst>
                  <a:gd name="connsiteX0" fmla="*/ 3391 w 6343"/>
                  <a:gd name="connsiteY0" fmla="*/ 6523 h 6345"/>
                  <a:gd name="connsiteX1" fmla="*/ 5634 w 6343"/>
                  <a:gd name="connsiteY1" fmla="*/ 5593 h 6345"/>
                  <a:gd name="connsiteX2" fmla="*/ 6563 w 6343"/>
                  <a:gd name="connsiteY2" fmla="*/ 3350 h 6345"/>
                  <a:gd name="connsiteX3" fmla="*/ 5634 w 6343"/>
                  <a:gd name="connsiteY3" fmla="*/ 1106 h 6345"/>
                  <a:gd name="connsiteX4" fmla="*/ 3391 w 6343"/>
                  <a:gd name="connsiteY4" fmla="*/ 177 h 6345"/>
                  <a:gd name="connsiteX5" fmla="*/ 1149 w 6343"/>
                  <a:gd name="connsiteY5" fmla="*/ 1106 h 6345"/>
                  <a:gd name="connsiteX6" fmla="*/ 220 w 6343"/>
                  <a:gd name="connsiteY6" fmla="*/ 3350 h 6345"/>
                  <a:gd name="connsiteX7" fmla="*/ 1149 w 6343"/>
                  <a:gd name="connsiteY7" fmla="*/ 5593 h 6345"/>
                  <a:gd name="connsiteX8" fmla="*/ 3391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3"/>
                    </a:moveTo>
                    <a:cubicBezTo>
                      <a:pt x="4233" y="6523"/>
                      <a:pt x="5039" y="6188"/>
                      <a:pt x="5634" y="5593"/>
                    </a:cubicBezTo>
                    <a:cubicBezTo>
                      <a:pt x="6229" y="4998"/>
                      <a:pt x="6563" y="4191"/>
                      <a:pt x="6563" y="3350"/>
                    </a:cubicBezTo>
                    <a:cubicBezTo>
                      <a:pt x="6563" y="2508"/>
                      <a:pt x="6229" y="1701"/>
                      <a:pt x="5634" y="1106"/>
                    </a:cubicBezTo>
                    <a:cubicBezTo>
                      <a:pt x="5039" y="511"/>
                      <a:pt x="4233" y="177"/>
                      <a:pt x="3391" y="177"/>
                    </a:cubicBezTo>
                    <a:cubicBezTo>
                      <a:pt x="2550" y="177"/>
                      <a:pt x="1744" y="511"/>
                      <a:pt x="1149" y="1106"/>
                    </a:cubicBezTo>
                    <a:cubicBezTo>
                      <a:pt x="554" y="1701"/>
                      <a:pt x="220" y="2508"/>
                      <a:pt x="220" y="3350"/>
                    </a:cubicBezTo>
                    <a:cubicBezTo>
                      <a:pt x="220" y="4191"/>
                      <a:pt x="554" y="4998"/>
                      <a:pt x="1149" y="5593"/>
                    </a:cubicBezTo>
                    <a:cubicBezTo>
                      <a:pt x="1744" y="6188"/>
                      <a:pt x="2550" y="6523"/>
                      <a:pt x="3391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25" name="Freeform: Shape 5124">
                <a:extLst>
                  <a:ext uri="{FF2B5EF4-FFF2-40B4-BE49-F238E27FC236}">
                    <a16:creationId xmlns:a16="http://schemas.microsoft.com/office/drawing/2014/main" id="{4DD641D1-D2FF-808F-2A28-CC45670F07EB}"/>
                  </a:ext>
                </a:extLst>
              </p:cNvPr>
              <p:cNvSpPr/>
              <p:nvPr/>
            </p:nvSpPr>
            <p:spPr>
              <a:xfrm>
                <a:off x="3642757" y="5724327"/>
                <a:ext cx="6343" cy="6345"/>
              </a:xfrm>
              <a:custGeom>
                <a:avLst/>
                <a:gdLst>
                  <a:gd name="connsiteX0" fmla="*/ 3392 w 6343"/>
                  <a:gd name="connsiteY0" fmla="*/ 6522 h 6345"/>
                  <a:gd name="connsiteX1" fmla="*/ 5634 w 6343"/>
                  <a:gd name="connsiteY1" fmla="*/ 5593 h 6345"/>
                  <a:gd name="connsiteX2" fmla="*/ 6563 w 6343"/>
                  <a:gd name="connsiteY2" fmla="*/ 3350 h 6345"/>
                  <a:gd name="connsiteX3" fmla="*/ 5634 w 6343"/>
                  <a:gd name="connsiteY3" fmla="*/ 1106 h 6345"/>
                  <a:gd name="connsiteX4" fmla="*/ 3392 w 6343"/>
                  <a:gd name="connsiteY4" fmla="*/ 177 h 6345"/>
                  <a:gd name="connsiteX5" fmla="*/ 1149 w 6343"/>
                  <a:gd name="connsiteY5" fmla="*/ 1106 h 6345"/>
                  <a:gd name="connsiteX6" fmla="*/ 220 w 6343"/>
                  <a:gd name="connsiteY6" fmla="*/ 3350 h 6345"/>
                  <a:gd name="connsiteX7" fmla="*/ 1149 w 6343"/>
                  <a:gd name="connsiteY7" fmla="*/ 5593 h 6345"/>
                  <a:gd name="connsiteX8" fmla="*/ 3392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2"/>
                    </a:moveTo>
                    <a:cubicBezTo>
                      <a:pt x="4233" y="6522"/>
                      <a:pt x="5039" y="6188"/>
                      <a:pt x="5634" y="5593"/>
                    </a:cubicBezTo>
                    <a:cubicBezTo>
                      <a:pt x="6229" y="4998"/>
                      <a:pt x="6563" y="4191"/>
                      <a:pt x="6563" y="3350"/>
                    </a:cubicBezTo>
                    <a:cubicBezTo>
                      <a:pt x="6563" y="2508"/>
                      <a:pt x="6229" y="1701"/>
                      <a:pt x="5634" y="1106"/>
                    </a:cubicBezTo>
                    <a:cubicBezTo>
                      <a:pt x="5039" y="511"/>
                      <a:pt x="4233" y="177"/>
                      <a:pt x="3392" y="177"/>
                    </a:cubicBezTo>
                    <a:cubicBezTo>
                      <a:pt x="2550" y="177"/>
                      <a:pt x="1744" y="511"/>
                      <a:pt x="1149" y="1106"/>
                    </a:cubicBezTo>
                    <a:cubicBezTo>
                      <a:pt x="554" y="1701"/>
                      <a:pt x="220" y="2508"/>
                      <a:pt x="220" y="3350"/>
                    </a:cubicBezTo>
                    <a:cubicBezTo>
                      <a:pt x="220" y="4191"/>
                      <a:pt x="554" y="4998"/>
                      <a:pt x="1149" y="5593"/>
                    </a:cubicBezTo>
                    <a:cubicBezTo>
                      <a:pt x="1744" y="6188"/>
                      <a:pt x="2550" y="6522"/>
                      <a:pt x="3392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26" name="Freeform: Shape 5125">
                <a:extLst>
                  <a:ext uri="{FF2B5EF4-FFF2-40B4-BE49-F238E27FC236}">
                    <a16:creationId xmlns:a16="http://schemas.microsoft.com/office/drawing/2014/main" id="{910FC47C-C08C-D42D-E021-278BA017158F}"/>
                  </a:ext>
                </a:extLst>
              </p:cNvPr>
              <p:cNvSpPr/>
              <p:nvPr/>
            </p:nvSpPr>
            <p:spPr>
              <a:xfrm>
                <a:off x="3641619" y="5722846"/>
                <a:ext cx="6343" cy="6345"/>
              </a:xfrm>
              <a:custGeom>
                <a:avLst/>
                <a:gdLst>
                  <a:gd name="connsiteX0" fmla="*/ 3391 w 6343"/>
                  <a:gd name="connsiteY0" fmla="*/ 6522 h 6345"/>
                  <a:gd name="connsiteX1" fmla="*/ 5634 w 6343"/>
                  <a:gd name="connsiteY1" fmla="*/ 5593 h 6345"/>
                  <a:gd name="connsiteX2" fmla="*/ 6563 w 6343"/>
                  <a:gd name="connsiteY2" fmla="*/ 3349 h 6345"/>
                  <a:gd name="connsiteX3" fmla="*/ 5634 w 6343"/>
                  <a:gd name="connsiteY3" fmla="*/ 1106 h 6345"/>
                  <a:gd name="connsiteX4" fmla="*/ 3391 w 6343"/>
                  <a:gd name="connsiteY4" fmla="*/ 177 h 6345"/>
                  <a:gd name="connsiteX5" fmla="*/ 1149 w 6343"/>
                  <a:gd name="connsiteY5" fmla="*/ 1106 h 6345"/>
                  <a:gd name="connsiteX6" fmla="*/ 220 w 6343"/>
                  <a:gd name="connsiteY6" fmla="*/ 3349 h 6345"/>
                  <a:gd name="connsiteX7" fmla="*/ 1149 w 6343"/>
                  <a:gd name="connsiteY7" fmla="*/ 5593 h 6345"/>
                  <a:gd name="connsiteX8" fmla="*/ 339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2"/>
                    </a:moveTo>
                    <a:cubicBezTo>
                      <a:pt x="4233" y="6522"/>
                      <a:pt x="5039" y="6188"/>
                      <a:pt x="5634" y="5593"/>
                    </a:cubicBezTo>
                    <a:cubicBezTo>
                      <a:pt x="6229" y="4998"/>
                      <a:pt x="6563" y="4191"/>
                      <a:pt x="6563" y="3349"/>
                    </a:cubicBezTo>
                    <a:cubicBezTo>
                      <a:pt x="6563" y="2508"/>
                      <a:pt x="6229" y="1701"/>
                      <a:pt x="5634" y="1106"/>
                    </a:cubicBezTo>
                    <a:cubicBezTo>
                      <a:pt x="5039" y="511"/>
                      <a:pt x="4233" y="177"/>
                      <a:pt x="3391" y="177"/>
                    </a:cubicBezTo>
                    <a:cubicBezTo>
                      <a:pt x="2550" y="177"/>
                      <a:pt x="1744" y="511"/>
                      <a:pt x="1149" y="1106"/>
                    </a:cubicBezTo>
                    <a:cubicBezTo>
                      <a:pt x="554" y="1701"/>
                      <a:pt x="220" y="2508"/>
                      <a:pt x="220" y="3349"/>
                    </a:cubicBezTo>
                    <a:cubicBezTo>
                      <a:pt x="220" y="4191"/>
                      <a:pt x="554" y="4998"/>
                      <a:pt x="1149" y="5593"/>
                    </a:cubicBezTo>
                    <a:cubicBezTo>
                      <a:pt x="1744" y="6188"/>
                      <a:pt x="2550" y="6522"/>
                      <a:pt x="339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27" name="Freeform: Shape 5126">
                <a:extLst>
                  <a:ext uri="{FF2B5EF4-FFF2-40B4-BE49-F238E27FC236}">
                    <a16:creationId xmlns:a16="http://schemas.microsoft.com/office/drawing/2014/main" id="{2073F1A6-10F0-944C-26F7-07E7E3401AAF}"/>
                  </a:ext>
                </a:extLst>
              </p:cNvPr>
              <p:cNvSpPr/>
              <p:nvPr/>
            </p:nvSpPr>
            <p:spPr>
              <a:xfrm>
                <a:off x="3641376" y="5721405"/>
                <a:ext cx="6343" cy="6345"/>
              </a:xfrm>
              <a:custGeom>
                <a:avLst/>
                <a:gdLst>
                  <a:gd name="connsiteX0" fmla="*/ 3391 w 6343"/>
                  <a:gd name="connsiteY0" fmla="*/ 6522 h 6345"/>
                  <a:gd name="connsiteX1" fmla="*/ 5634 w 6343"/>
                  <a:gd name="connsiteY1" fmla="*/ 5593 h 6345"/>
                  <a:gd name="connsiteX2" fmla="*/ 6563 w 6343"/>
                  <a:gd name="connsiteY2" fmla="*/ 3349 h 6345"/>
                  <a:gd name="connsiteX3" fmla="*/ 5634 w 6343"/>
                  <a:gd name="connsiteY3" fmla="*/ 1106 h 6345"/>
                  <a:gd name="connsiteX4" fmla="*/ 3391 w 6343"/>
                  <a:gd name="connsiteY4" fmla="*/ 177 h 6345"/>
                  <a:gd name="connsiteX5" fmla="*/ 1149 w 6343"/>
                  <a:gd name="connsiteY5" fmla="*/ 1106 h 6345"/>
                  <a:gd name="connsiteX6" fmla="*/ 220 w 6343"/>
                  <a:gd name="connsiteY6" fmla="*/ 3349 h 6345"/>
                  <a:gd name="connsiteX7" fmla="*/ 1149 w 6343"/>
                  <a:gd name="connsiteY7" fmla="*/ 5593 h 6345"/>
                  <a:gd name="connsiteX8" fmla="*/ 339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2"/>
                    </a:moveTo>
                    <a:cubicBezTo>
                      <a:pt x="4233" y="6522"/>
                      <a:pt x="5039" y="6188"/>
                      <a:pt x="5634" y="5593"/>
                    </a:cubicBezTo>
                    <a:cubicBezTo>
                      <a:pt x="6229" y="4998"/>
                      <a:pt x="6563" y="4191"/>
                      <a:pt x="6563" y="3349"/>
                    </a:cubicBezTo>
                    <a:cubicBezTo>
                      <a:pt x="6563" y="2508"/>
                      <a:pt x="6229" y="1701"/>
                      <a:pt x="5634" y="1106"/>
                    </a:cubicBezTo>
                    <a:cubicBezTo>
                      <a:pt x="5039" y="511"/>
                      <a:pt x="4233" y="177"/>
                      <a:pt x="3391" y="177"/>
                    </a:cubicBezTo>
                    <a:cubicBezTo>
                      <a:pt x="2550" y="177"/>
                      <a:pt x="1744" y="511"/>
                      <a:pt x="1149" y="1106"/>
                    </a:cubicBezTo>
                    <a:cubicBezTo>
                      <a:pt x="554" y="1701"/>
                      <a:pt x="220" y="2508"/>
                      <a:pt x="220" y="3349"/>
                    </a:cubicBezTo>
                    <a:cubicBezTo>
                      <a:pt x="220" y="4191"/>
                      <a:pt x="554" y="4998"/>
                      <a:pt x="1149" y="5593"/>
                    </a:cubicBezTo>
                    <a:cubicBezTo>
                      <a:pt x="1744" y="6188"/>
                      <a:pt x="2550" y="6522"/>
                      <a:pt x="339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28" name="Freeform: Shape 5127">
                <a:extLst>
                  <a:ext uri="{FF2B5EF4-FFF2-40B4-BE49-F238E27FC236}">
                    <a16:creationId xmlns:a16="http://schemas.microsoft.com/office/drawing/2014/main" id="{C2D6093B-E1DD-ADFF-1101-26BA4589A539}"/>
                  </a:ext>
                </a:extLst>
              </p:cNvPr>
              <p:cNvSpPr/>
              <p:nvPr/>
            </p:nvSpPr>
            <p:spPr>
              <a:xfrm>
                <a:off x="3641420" y="5719980"/>
                <a:ext cx="6343" cy="6345"/>
              </a:xfrm>
              <a:custGeom>
                <a:avLst/>
                <a:gdLst>
                  <a:gd name="connsiteX0" fmla="*/ 3391 w 6343"/>
                  <a:gd name="connsiteY0" fmla="*/ 6522 h 6345"/>
                  <a:gd name="connsiteX1" fmla="*/ 5634 w 6343"/>
                  <a:gd name="connsiteY1" fmla="*/ 5593 h 6345"/>
                  <a:gd name="connsiteX2" fmla="*/ 6563 w 6343"/>
                  <a:gd name="connsiteY2" fmla="*/ 3349 h 6345"/>
                  <a:gd name="connsiteX3" fmla="*/ 5634 w 6343"/>
                  <a:gd name="connsiteY3" fmla="*/ 1106 h 6345"/>
                  <a:gd name="connsiteX4" fmla="*/ 3391 w 6343"/>
                  <a:gd name="connsiteY4" fmla="*/ 177 h 6345"/>
                  <a:gd name="connsiteX5" fmla="*/ 1149 w 6343"/>
                  <a:gd name="connsiteY5" fmla="*/ 1106 h 6345"/>
                  <a:gd name="connsiteX6" fmla="*/ 220 w 6343"/>
                  <a:gd name="connsiteY6" fmla="*/ 3349 h 6345"/>
                  <a:gd name="connsiteX7" fmla="*/ 1149 w 6343"/>
                  <a:gd name="connsiteY7" fmla="*/ 5593 h 6345"/>
                  <a:gd name="connsiteX8" fmla="*/ 339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2"/>
                    </a:moveTo>
                    <a:cubicBezTo>
                      <a:pt x="4233" y="6522"/>
                      <a:pt x="5039" y="6188"/>
                      <a:pt x="5634" y="5593"/>
                    </a:cubicBezTo>
                    <a:cubicBezTo>
                      <a:pt x="6229" y="4998"/>
                      <a:pt x="6563" y="4191"/>
                      <a:pt x="6563" y="3349"/>
                    </a:cubicBezTo>
                    <a:cubicBezTo>
                      <a:pt x="6563" y="2508"/>
                      <a:pt x="6229" y="1701"/>
                      <a:pt x="5634" y="1106"/>
                    </a:cubicBezTo>
                    <a:cubicBezTo>
                      <a:pt x="5039" y="511"/>
                      <a:pt x="4233" y="177"/>
                      <a:pt x="3391" y="177"/>
                    </a:cubicBezTo>
                    <a:cubicBezTo>
                      <a:pt x="2550" y="177"/>
                      <a:pt x="1744" y="511"/>
                      <a:pt x="1149" y="1106"/>
                    </a:cubicBezTo>
                    <a:cubicBezTo>
                      <a:pt x="554" y="1701"/>
                      <a:pt x="220" y="2508"/>
                      <a:pt x="220" y="3349"/>
                    </a:cubicBezTo>
                    <a:cubicBezTo>
                      <a:pt x="220" y="4191"/>
                      <a:pt x="554" y="4998"/>
                      <a:pt x="1149" y="5593"/>
                    </a:cubicBezTo>
                    <a:cubicBezTo>
                      <a:pt x="1744" y="6188"/>
                      <a:pt x="2550" y="6522"/>
                      <a:pt x="339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29" name="Freeform: Shape 5128">
                <a:extLst>
                  <a:ext uri="{FF2B5EF4-FFF2-40B4-BE49-F238E27FC236}">
                    <a16:creationId xmlns:a16="http://schemas.microsoft.com/office/drawing/2014/main" id="{1E1415B8-3979-AA60-9C7D-BB601F5DD714}"/>
                  </a:ext>
                </a:extLst>
              </p:cNvPr>
              <p:cNvSpPr/>
              <p:nvPr/>
            </p:nvSpPr>
            <p:spPr>
              <a:xfrm>
                <a:off x="3641334" y="5718545"/>
                <a:ext cx="6343" cy="6345"/>
              </a:xfrm>
              <a:custGeom>
                <a:avLst/>
                <a:gdLst>
                  <a:gd name="connsiteX0" fmla="*/ 3391 w 6343"/>
                  <a:gd name="connsiteY0" fmla="*/ 6522 h 6345"/>
                  <a:gd name="connsiteX1" fmla="*/ 5634 w 6343"/>
                  <a:gd name="connsiteY1" fmla="*/ 5593 h 6345"/>
                  <a:gd name="connsiteX2" fmla="*/ 6563 w 6343"/>
                  <a:gd name="connsiteY2" fmla="*/ 3349 h 6345"/>
                  <a:gd name="connsiteX3" fmla="*/ 5634 w 6343"/>
                  <a:gd name="connsiteY3" fmla="*/ 1106 h 6345"/>
                  <a:gd name="connsiteX4" fmla="*/ 3391 w 6343"/>
                  <a:gd name="connsiteY4" fmla="*/ 176 h 6345"/>
                  <a:gd name="connsiteX5" fmla="*/ 1149 w 6343"/>
                  <a:gd name="connsiteY5" fmla="*/ 1106 h 6345"/>
                  <a:gd name="connsiteX6" fmla="*/ 220 w 6343"/>
                  <a:gd name="connsiteY6" fmla="*/ 3349 h 6345"/>
                  <a:gd name="connsiteX7" fmla="*/ 1149 w 6343"/>
                  <a:gd name="connsiteY7" fmla="*/ 5593 h 6345"/>
                  <a:gd name="connsiteX8" fmla="*/ 339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2"/>
                    </a:moveTo>
                    <a:cubicBezTo>
                      <a:pt x="4233" y="6522"/>
                      <a:pt x="5039" y="6188"/>
                      <a:pt x="5634" y="5593"/>
                    </a:cubicBezTo>
                    <a:cubicBezTo>
                      <a:pt x="6229" y="4998"/>
                      <a:pt x="6563" y="4191"/>
                      <a:pt x="6563" y="3349"/>
                    </a:cubicBezTo>
                    <a:cubicBezTo>
                      <a:pt x="6563" y="2508"/>
                      <a:pt x="6229" y="1701"/>
                      <a:pt x="5634" y="1106"/>
                    </a:cubicBezTo>
                    <a:cubicBezTo>
                      <a:pt x="5039" y="511"/>
                      <a:pt x="4233" y="176"/>
                      <a:pt x="3391" y="176"/>
                    </a:cubicBezTo>
                    <a:cubicBezTo>
                      <a:pt x="2550" y="176"/>
                      <a:pt x="1744" y="511"/>
                      <a:pt x="1149" y="1106"/>
                    </a:cubicBezTo>
                    <a:cubicBezTo>
                      <a:pt x="554" y="1701"/>
                      <a:pt x="220" y="2508"/>
                      <a:pt x="220" y="3349"/>
                    </a:cubicBezTo>
                    <a:cubicBezTo>
                      <a:pt x="220" y="4191"/>
                      <a:pt x="554" y="4998"/>
                      <a:pt x="1149" y="5593"/>
                    </a:cubicBezTo>
                    <a:cubicBezTo>
                      <a:pt x="1744" y="6188"/>
                      <a:pt x="2550" y="6522"/>
                      <a:pt x="339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30" name="Freeform: Shape 5129">
                <a:extLst>
                  <a:ext uri="{FF2B5EF4-FFF2-40B4-BE49-F238E27FC236}">
                    <a16:creationId xmlns:a16="http://schemas.microsoft.com/office/drawing/2014/main" id="{4D19CAB1-9755-46EE-4756-1045109E754A}"/>
                  </a:ext>
                </a:extLst>
              </p:cNvPr>
              <p:cNvSpPr/>
              <p:nvPr/>
            </p:nvSpPr>
            <p:spPr>
              <a:xfrm>
                <a:off x="3641211" y="5717104"/>
                <a:ext cx="6343" cy="6345"/>
              </a:xfrm>
              <a:custGeom>
                <a:avLst/>
                <a:gdLst>
                  <a:gd name="connsiteX0" fmla="*/ 3391 w 6343"/>
                  <a:gd name="connsiteY0" fmla="*/ 6522 h 6345"/>
                  <a:gd name="connsiteX1" fmla="*/ 5634 w 6343"/>
                  <a:gd name="connsiteY1" fmla="*/ 5592 h 6345"/>
                  <a:gd name="connsiteX2" fmla="*/ 6563 w 6343"/>
                  <a:gd name="connsiteY2" fmla="*/ 3349 h 6345"/>
                  <a:gd name="connsiteX3" fmla="*/ 5634 w 6343"/>
                  <a:gd name="connsiteY3" fmla="*/ 1106 h 6345"/>
                  <a:gd name="connsiteX4" fmla="*/ 3391 w 6343"/>
                  <a:gd name="connsiteY4" fmla="*/ 176 h 6345"/>
                  <a:gd name="connsiteX5" fmla="*/ 1149 w 6343"/>
                  <a:gd name="connsiteY5" fmla="*/ 1106 h 6345"/>
                  <a:gd name="connsiteX6" fmla="*/ 220 w 6343"/>
                  <a:gd name="connsiteY6" fmla="*/ 3349 h 6345"/>
                  <a:gd name="connsiteX7" fmla="*/ 1149 w 6343"/>
                  <a:gd name="connsiteY7" fmla="*/ 5592 h 6345"/>
                  <a:gd name="connsiteX8" fmla="*/ 339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2"/>
                    </a:moveTo>
                    <a:cubicBezTo>
                      <a:pt x="4233" y="6522"/>
                      <a:pt x="5039" y="6187"/>
                      <a:pt x="5634" y="5592"/>
                    </a:cubicBezTo>
                    <a:cubicBezTo>
                      <a:pt x="6229" y="4998"/>
                      <a:pt x="6563" y="4190"/>
                      <a:pt x="6563" y="3349"/>
                    </a:cubicBezTo>
                    <a:cubicBezTo>
                      <a:pt x="6563" y="2508"/>
                      <a:pt x="6229" y="1701"/>
                      <a:pt x="5634" y="1106"/>
                    </a:cubicBezTo>
                    <a:cubicBezTo>
                      <a:pt x="5039" y="511"/>
                      <a:pt x="4233" y="176"/>
                      <a:pt x="3391" y="176"/>
                    </a:cubicBezTo>
                    <a:cubicBezTo>
                      <a:pt x="2550" y="176"/>
                      <a:pt x="1744" y="511"/>
                      <a:pt x="1149" y="1106"/>
                    </a:cubicBezTo>
                    <a:cubicBezTo>
                      <a:pt x="554" y="1701"/>
                      <a:pt x="220" y="2508"/>
                      <a:pt x="220" y="3349"/>
                    </a:cubicBezTo>
                    <a:cubicBezTo>
                      <a:pt x="220" y="4190"/>
                      <a:pt x="554" y="4998"/>
                      <a:pt x="1149" y="5592"/>
                    </a:cubicBezTo>
                    <a:cubicBezTo>
                      <a:pt x="1744" y="6187"/>
                      <a:pt x="2550" y="6522"/>
                      <a:pt x="339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31" name="Freeform: Shape 5130">
                <a:extLst>
                  <a:ext uri="{FF2B5EF4-FFF2-40B4-BE49-F238E27FC236}">
                    <a16:creationId xmlns:a16="http://schemas.microsoft.com/office/drawing/2014/main" id="{AF6BAD0E-5052-3C62-DCF6-21D194871484}"/>
                  </a:ext>
                </a:extLst>
              </p:cNvPr>
              <p:cNvSpPr/>
              <p:nvPr/>
            </p:nvSpPr>
            <p:spPr>
              <a:xfrm>
                <a:off x="3641050" y="5715657"/>
                <a:ext cx="6343" cy="6345"/>
              </a:xfrm>
              <a:custGeom>
                <a:avLst/>
                <a:gdLst>
                  <a:gd name="connsiteX0" fmla="*/ 3391 w 6343"/>
                  <a:gd name="connsiteY0" fmla="*/ 6522 h 6345"/>
                  <a:gd name="connsiteX1" fmla="*/ 5634 w 6343"/>
                  <a:gd name="connsiteY1" fmla="*/ 5592 h 6345"/>
                  <a:gd name="connsiteX2" fmla="*/ 6563 w 6343"/>
                  <a:gd name="connsiteY2" fmla="*/ 3349 h 6345"/>
                  <a:gd name="connsiteX3" fmla="*/ 5634 w 6343"/>
                  <a:gd name="connsiteY3" fmla="*/ 1105 h 6345"/>
                  <a:gd name="connsiteX4" fmla="*/ 3391 w 6343"/>
                  <a:gd name="connsiteY4" fmla="*/ 176 h 6345"/>
                  <a:gd name="connsiteX5" fmla="*/ 1149 w 6343"/>
                  <a:gd name="connsiteY5" fmla="*/ 1105 h 6345"/>
                  <a:gd name="connsiteX6" fmla="*/ 220 w 6343"/>
                  <a:gd name="connsiteY6" fmla="*/ 3349 h 6345"/>
                  <a:gd name="connsiteX7" fmla="*/ 1149 w 6343"/>
                  <a:gd name="connsiteY7" fmla="*/ 5592 h 6345"/>
                  <a:gd name="connsiteX8" fmla="*/ 339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2"/>
                    </a:moveTo>
                    <a:cubicBezTo>
                      <a:pt x="4233" y="6522"/>
                      <a:pt x="5039" y="6187"/>
                      <a:pt x="5634" y="5592"/>
                    </a:cubicBezTo>
                    <a:cubicBezTo>
                      <a:pt x="6229" y="4997"/>
                      <a:pt x="6563" y="4190"/>
                      <a:pt x="6563" y="3349"/>
                    </a:cubicBezTo>
                    <a:cubicBezTo>
                      <a:pt x="6563" y="2507"/>
                      <a:pt x="6229" y="1700"/>
                      <a:pt x="5634" y="1105"/>
                    </a:cubicBezTo>
                    <a:cubicBezTo>
                      <a:pt x="5039" y="511"/>
                      <a:pt x="4233" y="176"/>
                      <a:pt x="3391" y="176"/>
                    </a:cubicBezTo>
                    <a:cubicBezTo>
                      <a:pt x="2550" y="176"/>
                      <a:pt x="1744" y="511"/>
                      <a:pt x="1149" y="1105"/>
                    </a:cubicBezTo>
                    <a:cubicBezTo>
                      <a:pt x="554" y="1700"/>
                      <a:pt x="220" y="2507"/>
                      <a:pt x="220" y="3349"/>
                    </a:cubicBezTo>
                    <a:cubicBezTo>
                      <a:pt x="220" y="4190"/>
                      <a:pt x="554" y="4997"/>
                      <a:pt x="1149" y="5592"/>
                    </a:cubicBezTo>
                    <a:cubicBezTo>
                      <a:pt x="1744" y="6187"/>
                      <a:pt x="2550" y="6522"/>
                      <a:pt x="339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32" name="Freeform: Shape 5131">
                <a:extLst>
                  <a:ext uri="{FF2B5EF4-FFF2-40B4-BE49-F238E27FC236}">
                    <a16:creationId xmlns:a16="http://schemas.microsoft.com/office/drawing/2014/main" id="{29B50B49-EEBA-5E75-9617-996C9689487E}"/>
                  </a:ext>
                </a:extLst>
              </p:cNvPr>
              <p:cNvSpPr/>
              <p:nvPr/>
            </p:nvSpPr>
            <p:spPr>
              <a:xfrm>
                <a:off x="3640851" y="5714203"/>
                <a:ext cx="6343" cy="6345"/>
              </a:xfrm>
              <a:custGeom>
                <a:avLst/>
                <a:gdLst>
                  <a:gd name="connsiteX0" fmla="*/ 3391 w 6343"/>
                  <a:gd name="connsiteY0" fmla="*/ 6522 h 6345"/>
                  <a:gd name="connsiteX1" fmla="*/ 5634 w 6343"/>
                  <a:gd name="connsiteY1" fmla="*/ 5592 h 6345"/>
                  <a:gd name="connsiteX2" fmla="*/ 6563 w 6343"/>
                  <a:gd name="connsiteY2" fmla="*/ 3349 h 6345"/>
                  <a:gd name="connsiteX3" fmla="*/ 5634 w 6343"/>
                  <a:gd name="connsiteY3" fmla="*/ 1105 h 6345"/>
                  <a:gd name="connsiteX4" fmla="*/ 3391 w 6343"/>
                  <a:gd name="connsiteY4" fmla="*/ 176 h 6345"/>
                  <a:gd name="connsiteX5" fmla="*/ 1149 w 6343"/>
                  <a:gd name="connsiteY5" fmla="*/ 1105 h 6345"/>
                  <a:gd name="connsiteX6" fmla="*/ 220 w 6343"/>
                  <a:gd name="connsiteY6" fmla="*/ 3349 h 6345"/>
                  <a:gd name="connsiteX7" fmla="*/ 1149 w 6343"/>
                  <a:gd name="connsiteY7" fmla="*/ 5592 h 6345"/>
                  <a:gd name="connsiteX8" fmla="*/ 339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2"/>
                    </a:moveTo>
                    <a:cubicBezTo>
                      <a:pt x="4232" y="6522"/>
                      <a:pt x="5039" y="6187"/>
                      <a:pt x="5634" y="5592"/>
                    </a:cubicBezTo>
                    <a:cubicBezTo>
                      <a:pt x="6229" y="4997"/>
                      <a:pt x="6563" y="4190"/>
                      <a:pt x="6563" y="3349"/>
                    </a:cubicBezTo>
                    <a:cubicBezTo>
                      <a:pt x="6563" y="2507"/>
                      <a:pt x="6229" y="1700"/>
                      <a:pt x="5634" y="1105"/>
                    </a:cubicBezTo>
                    <a:cubicBezTo>
                      <a:pt x="5039" y="510"/>
                      <a:pt x="4232" y="176"/>
                      <a:pt x="3391" y="176"/>
                    </a:cubicBezTo>
                    <a:cubicBezTo>
                      <a:pt x="2550" y="176"/>
                      <a:pt x="1743" y="510"/>
                      <a:pt x="1149" y="1105"/>
                    </a:cubicBezTo>
                    <a:cubicBezTo>
                      <a:pt x="554" y="1700"/>
                      <a:pt x="220" y="2507"/>
                      <a:pt x="220" y="3349"/>
                    </a:cubicBezTo>
                    <a:cubicBezTo>
                      <a:pt x="220" y="4190"/>
                      <a:pt x="554" y="4997"/>
                      <a:pt x="1149" y="5592"/>
                    </a:cubicBezTo>
                    <a:cubicBezTo>
                      <a:pt x="1743" y="6187"/>
                      <a:pt x="2550" y="6522"/>
                      <a:pt x="339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33" name="Freeform: Shape 5132">
                <a:extLst>
                  <a:ext uri="{FF2B5EF4-FFF2-40B4-BE49-F238E27FC236}">
                    <a16:creationId xmlns:a16="http://schemas.microsoft.com/office/drawing/2014/main" id="{99F362CF-10A0-E933-F783-016323E7A0ED}"/>
                  </a:ext>
                </a:extLst>
              </p:cNvPr>
              <p:cNvSpPr/>
              <p:nvPr/>
            </p:nvSpPr>
            <p:spPr>
              <a:xfrm>
                <a:off x="3639918" y="5712673"/>
                <a:ext cx="6343" cy="6345"/>
              </a:xfrm>
              <a:custGeom>
                <a:avLst/>
                <a:gdLst>
                  <a:gd name="connsiteX0" fmla="*/ 3391 w 6343"/>
                  <a:gd name="connsiteY0" fmla="*/ 6521 h 6345"/>
                  <a:gd name="connsiteX1" fmla="*/ 5634 w 6343"/>
                  <a:gd name="connsiteY1" fmla="*/ 5592 h 6345"/>
                  <a:gd name="connsiteX2" fmla="*/ 6563 w 6343"/>
                  <a:gd name="connsiteY2" fmla="*/ 3349 h 6345"/>
                  <a:gd name="connsiteX3" fmla="*/ 5634 w 6343"/>
                  <a:gd name="connsiteY3" fmla="*/ 1105 h 6345"/>
                  <a:gd name="connsiteX4" fmla="*/ 3391 w 6343"/>
                  <a:gd name="connsiteY4" fmla="*/ 176 h 6345"/>
                  <a:gd name="connsiteX5" fmla="*/ 1149 w 6343"/>
                  <a:gd name="connsiteY5" fmla="*/ 1105 h 6345"/>
                  <a:gd name="connsiteX6" fmla="*/ 220 w 6343"/>
                  <a:gd name="connsiteY6" fmla="*/ 3349 h 6345"/>
                  <a:gd name="connsiteX7" fmla="*/ 1149 w 6343"/>
                  <a:gd name="connsiteY7" fmla="*/ 5592 h 6345"/>
                  <a:gd name="connsiteX8" fmla="*/ 339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1"/>
                    </a:moveTo>
                    <a:cubicBezTo>
                      <a:pt x="4232" y="6521"/>
                      <a:pt x="5039" y="6187"/>
                      <a:pt x="5634" y="5592"/>
                    </a:cubicBezTo>
                    <a:cubicBezTo>
                      <a:pt x="6229" y="4997"/>
                      <a:pt x="6563" y="4190"/>
                      <a:pt x="6563" y="3349"/>
                    </a:cubicBezTo>
                    <a:cubicBezTo>
                      <a:pt x="6563" y="2507"/>
                      <a:pt x="6229" y="1700"/>
                      <a:pt x="5634" y="1105"/>
                    </a:cubicBezTo>
                    <a:cubicBezTo>
                      <a:pt x="5039" y="510"/>
                      <a:pt x="4232" y="176"/>
                      <a:pt x="3391" y="176"/>
                    </a:cubicBezTo>
                    <a:cubicBezTo>
                      <a:pt x="2550" y="176"/>
                      <a:pt x="1743" y="510"/>
                      <a:pt x="1149" y="1105"/>
                    </a:cubicBezTo>
                    <a:cubicBezTo>
                      <a:pt x="554" y="1700"/>
                      <a:pt x="220" y="2507"/>
                      <a:pt x="220" y="3349"/>
                    </a:cubicBezTo>
                    <a:cubicBezTo>
                      <a:pt x="220" y="4190"/>
                      <a:pt x="554" y="4997"/>
                      <a:pt x="1149" y="5592"/>
                    </a:cubicBezTo>
                    <a:cubicBezTo>
                      <a:pt x="1743" y="6187"/>
                      <a:pt x="2550" y="6521"/>
                      <a:pt x="339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34" name="Freeform: Shape 5133">
                <a:extLst>
                  <a:ext uri="{FF2B5EF4-FFF2-40B4-BE49-F238E27FC236}">
                    <a16:creationId xmlns:a16="http://schemas.microsoft.com/office/drawing/2014/main" id="{C17AFDA8-858E-A4C2-1390-1DFD51363CBA}"/>
                  </a:ext>
                </a:extLst>
              </p:cNvPr>
              <p:cNvSpPr/>
              <p:nvPr/>
            </p:nvSpPr>
            <p:spPr>
              <a:xfrm>
                <a:off x="3639089" y="5711140"/>
                <a:ext cx="6343" cy="6345"/>
              </a:xfrm>
              <a:custGeom>
                <a:avLst/>
                <a:gdLst>
                  <a:gd name="connsiteX0" fmla="*/ 3391 w 6343"/>
                  <a:gd name="connsiteY0" fmla="*/ 6521 h 6345"/>
                  <a:gd name="connsiteX1" fmla="*/ 5634 w 6343"/>
                  <a:gd name="connsiteY1" fmla="*/ 5592 h 6345"/>
                  <a:gd name="connsiteX2" fmla="*/ 6563 w 6343"/>
                  <a:gd name="connsiteY2" fmla="*/ 3349 h 6345"/>
                  <a:gd name="connsiteX3" fmla="*/ 5634 w 6343"/>
                  <a:gd name="connsiteY3" fmla="*/ 1105 h 6345"/>
                  <a:gd name="connsiteX4" fmla="*/ 3391 w 6343"/>
                  <a:gd name="connsiteY4" fmla="*/ 176 h 6345"/>
                  <a:gd name="connsiteX5" fmla="*/ 1149 w 6343"/>
                  <a:gd name="connsiteY5" fmla="*/ 1105 h 6345"/>
                  <a:gd name="connsiteX6" fmla="*/ 220 w 6343"/>
                  <a:gd name="connsiteY6" fmla="*/ 3349 h 6345"/>
                  <a:gd name="connsiteX7" fmla="*/ 1149 w 6343"/>
                  <a:gd name="connsiteY7" fmla="*/ 5592 h 6345"/>
                  <a:gd name="connsiteX8" fmla="*/ 339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1"/>
                    </a:moveTo>
                    <a:cubicBezTo>
                      <a:pt x="4232" y="6521"/>
                      <a:pt x="5039" y="6187"/>
                      <a:pt x="5634" y="5592"/>
                    </a:cubicBezTo>
                    <a:cubicBezTo>
                      <a:pt x="6229" y="4997"/>
                      <a:pt x="6563" y="4190"/>
                      <a:pt x="6563" y="3349"/>
                    </a:cubicBezTo>
                    <a:cubicBezTo>
                      <a:pt x="6563" y="2507"/>
                      <a:pt x="6229" y="1700"/>
                      <a:pt x="5634" y="1105"/>
                    </a:cubicBezTo>
                    <a:cubicBezTo>
                      <a:pt x="5039" y="510"/>
                      <a:pt x="4232" y="176"/>
                      <a:pt x="3391" y="176"/>
                    </a:cubicBezTo>
                    <a:cubicBezTo>
                      <a:pt x="2550" y="176"/>
                      <a:pt x="1743" y="510"/>
                      <a:pt x="1149" y="1105"/>
                    </a:cubicBezTo>
                    <a:cubicBezTo>
                      <a:pt x="554" y="1700"/>
                      <a:pt x="220" y="2507"/>
                      <a:pt x="220" y="3349"/>
                    </a:cubicBezTo>
                    <a:cubicBezTo>
                      <a:pt x="220" y="4190"/>
                      <a:pt x="554" y="4997"/>
                      <a:pt x="1149" y="5592"/>
                    </a:cubicBezTo>
                    <a:cubicBezTo>
                      <a:pt x="1743" y="6187"/>
                      <a:pt x="2550" y="6521"/>
                      <a:pt x="339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35" name="Freeform: Shape 5134">
                <a:extLst>
                  <a:ext uri="{FF2B5EF4-FFF2-40B4-BE49-F238E27FC236}">
                    <a16:creationId xmlns:a16="http://schemas.microsoft.com/office/drawing/2014/main" id="{0DB2AAFD-5FE9-0540-A156-9724A8ED6D01}"/>
                  </a:ext>
                </a:extLst>
              </p:cNvPr>
              <p:cNvSpPr/>
              <p:nvPr/>
            </p:nvSpPr>
            <p:spPr>
              <a:xfrm>
                <a:off x="3639382" y="5709720"/>
                <a:ext cx="6343" cy="6345"/>
              </a:xfrm>
              <a:custGeom>
                <a:avLst/>
                <a:gdLst>
                  <a:gd name="connsiteX0" fmla="*/ 3391 w 6343"/>
                  <a:gd name="connsiteY0" fmla="*/ 6521 h 6345"/>
                  <a:gd name="connsiteX1" fmla="*/ 5634 w 6343"/>
                  <a:gd name="connsiteY1" fmla="*/ 5592 h 6345"/>
                  <a:gd name="connsiteX2" fmla="*/ 6563 w 6343"/>
                  <a:gd name="connsiteY2" fmla="*/ 3348 h 6345"/>
                  <a:gd name="connsiteX3" fmla="*/ 5634 w 6343"/>
                  <a:gd name="connsiteY3" fmla="*/ 1105 h 6345"/>
                  <a:gd name="connsiteX4" fmla="*/ 3391 w 6343"/>
                  <a:gd name="connsiteY4" fmla="*/ 176 h 6345"/>
                  <a:gd name="connsiteX5" fmla="*/ 1149 w 6343"/>
                  <a:gd name="connsiteY5" fmla="*/ 1105 h 6345"/>
                  <a:gd name="connsiteX6" fmla="*/ 220 w 6343"/>
                  <a:gd name="connsiteY6" fmla="*/ 3348 h 6345"/>
                  <a:gd name="connsiteX7" fmla="*/ 1149 w 6343"/>
                  <a:gd name="connsiteY7" fmla="*/ 5592 h 6345"/>
                  <a:gd name="connsiteX8" fmla="*/ 339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1"/>
                    </a:moveTo>
                    <a:cubicBezTo>
                      <a:pt x="4232" y="6521"/>
                      <a:pt x="5039" y="6187"/>
                      <a:pt x="5634" y="5592"/>
                    </a:cubicBezTo>
                    <a:cubicBezTo>
                      <a:pt x="6229" y="4997"/>
                      <a:pt x="6563" y="4190"/>
                      <a:pt x="6563" y="3348"/>
                    </a:cubicBezTo>
                    <a:cubicBezTo>
                      <a:pt x="6563" y="2507"/>
                      <a:pt x="6229" y="1700"/>
                      <a:pt x="5634" y="1105"/>
                    </a:cubicBezTo>
                    <a:cubicBezTo>
                      <a:pt x="5039" y="510"/>
                      <a:pt x="4232" y="176"/>
                      <a:pt x="3391" y="176"/>
                    </a:cubicBezTo>
                    <a:cubicBezTo>
                      <a:pt x="2550" y="176"/>
                      <a:pt x="1743" y="510"/>
                      <a:pt x="1149" y="1105"/>
                    </a:cubicBezTo>
                    <a:cubicBezTo>
                      <a:pt x="554" y="1700"/>
                      <a:pt x="220" y="2507"/>
                      <a:pt x="220" y="3348"/>
                    </a:cubicBezTo>
                    <a:cubicBezTo>
                      <a:pt x="220" y="4190"/>
                      <a:pt x="554" y="4997"/>
                      <a:pt x="1149" y="5592"/>
                    </a:cubicBezTo>
                    <a:cubicBezTo>
                      <a:pt x="1743" y="6187"/>
                      <a:pt x="2550" y="6521"/>
                      <a:pt x="339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36" name="Freeform: Shape 5135">
                <a:extLst>
                  <a:ext uri="{FF2B5EF4-FFF2-40B4-BE49-F238E27FC236}">
                    <a16:creationId xmlns:a16="http://schemas.microsoft.com/office/drawing/2014/main" id="{8AF7B61F-4414-2F0C-4817-A52B392E6A3D}"/>
                  </a:ext>
                </a:extLst>
              </p:cNvPr>
              <p:cNvSpPr/>
              <p:nvPr/>
            </p:nvSpPr>
            <p:spPr>
              <a:xfrm>
                <a:off x="3640101" y="5708351"/>
                <a:ext cx="6343" cy="6345"/>
              </a:xfrm>
              <a:custGeom>
                <a:avLst/>
                <a:gdLst>
                  <a:gd name="connsiteX0" fmla="*/ 3391 w 6343"/>
                  <a:gd name="connsiteY0" fmla="*/ 6521 h 6345"/>
                  <a:gd name="connsiteX1" fmla="*/ 5634 w 6343"/>
                  <a:gd name="connsiteY1" fmla="*/ 5592 h 6345"/>
                  <a:gd name="connsiteX2" fmla="*/ 6563 w 6343"/>
                  <a:gd name="connsiteY2" fmla="*/ 3348 h 6345"/>
                  <a:gd name="connsiteX3" fmla="*/ 5634 w 6343"/>
                  <a:gd name="connsiteY3" fmla="*/ 1105 h 6345"/>
                  <a:gd name="connsiteX4" fmla="*/ 3391 w 6343"/>
                  <a:gd name="connsiteY4" fmla="*/ 176 h 6345"/>
                  <a:gd name="connsiteX5" fmla="*/ 1149 w 6343"/>
                  <a:gd name="connsiteY5" fmla="*/ 1105 h 6345"/>
                  <a:gd name="connsiteX6" fmla="*/ 220 w 6343"/>
                  <a:gd name="connsiteY6" fmla="*/ 3348 h 6345"/>
                  <a:gd name="connsiteX7" fmla="*/ 1149 w 6343"/>
                  <a:gd name="connsiteY7" fmla="*/ 5592 h 6345"/>
                  <a:gd name="connsiteX8" fmla="*/ 339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1"/>
                    </a:moveTo>
                    <a:cubicBezTo>
                      <a:pt x="4232" y="6521"/>
                      <a:pt x="5039" y="6187"/>
                      <a:pt x="5634" y="5592"/>
                    </a:cubicBezTo>
                    <a:cubicBezTo>
                      <a:pt x="6229" y="4997"/>
                      <a:pt x="6563" y="4190"/>
                      <a:pt x="6563" y="3348"/>
                    </a:cubicBezTo>
                    <a:cubicBezTo>
                      <a:pt x="6563" y="2507"/>
                      <a:pt x="6229" y="1700"/>
                      <a:pt x="5634" y="1105"/>
                    </a:cubicBezTo>
                    <a:cubicBezTo>
                      <a:pt x="5039" y="510"/>
                      <a:pt x="4232" y="176"/>
                      <a:pt x="3391" y="176"/>
                    </a:cubicBezTo>
                    <a:cubicBezTo>
                      <a:pt x="2550" y="176"/>
                      <a:pt x="1743" y="510"/>
                      <a:pt x="1149" y="1105"/>
                    </a:cubicBezTo>
                    <a:cubicBezTo>
                      <a:pt x="554" y="1700"/>
                      <a:pt x="220" y="2507"/>
                      <a:pt x="220" y="3348"/>
                    </a:cubicBezTo>
                    <a:cubicBezTo>
                      <a:pt x="220" y="4190"/>
                      <a:pt x="554" y="4997"/>
                      <a:pt x="1149" y="5592"/>
                    </a:cubicBezTo>
                    <a:cubicBezTo>
                      <a:pt x="1743" y="6187"/>
                      <a:pt x="2550" y="6521"/>
                      <a:pt x="339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37" name="Freeform: Shape 5136">
                <a:extLst>
                  <a:ext uri="{FF2B5EF4-FFF2-40B4-BE49-F238E27FC236}">
                    <a16:creationId xmlns:a16="http://schemas.microsoft.com/office/drawing/2014/main" id="{FC086C8A-B278-391F-56ED-2684FCBA4937}"/>
                  </a:ext>
                </a:extLst>
              </p:cNvPr>
              <p:cNvSpPr/>
              <p:nvPr/>
            </p:nvSpPr>
            <p:spPr>
              <a:xfrm>
                <a:off x="3640829" y="5706990"/>
                <a:ext cx="6343" cy="6345"/>
              </a:xfrm>
              <a:custGeom>
                <a:avLst/>
                <a:gdLst>
                  <a:gd name="connsiteX0" fmla="*/ 3391 w 6343"/>
                  <a:gd name="connsiteY0" fmla="*/ 6521 h 6345"/>
                  <a:gd name="connsiteX1" fmla="*/ 5634 w 6343"/>
                  <a:gd name="connsiteY1" fmla="*/ 5592 h 6345"/>
                  <a:gd name="connsiteX2" fmla="*/ 6563 w 6343"/>
                  <a:gd name="connsiteY2" fmla="*/ 3348 h 6345"/>
                  <a:gd name="connsiteX3" fmla="*/ 5634 w 6343"/>
                  <a:gd name="connsiteY3" fmla="*/ 1105 h 6345"/>
                  <a:gd name="connsiteX4" fmla="*/ 3391 w 6343"/>
                  <a:gd name="connsiteY4" fmla="*/ 176 h 6345"/>
                  <a:gd name="connsiteX5" fmla="*/ 1149 w 6343"/>
                  <a:gd name="connsiteY5" fmla="*/ 1105 h 6345"/>
                  <a:gd name="connsiteX6" fmla="*/ 220 w 6343"/>
                  <a:gd name="connsiteY6" fmla="*/ 3348 h 6345"/>
                  <a:gd name="connsiteX7" fmla="*/ 1149 w 6343"/>
                  <a:gd name="connsiteY7" fmla="*/ 5592 h 6345"/>
                  <a:gd name="connsiteX8" fmla="*/ 339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1"/>
                    </a:moveTo>
                    <a:cubicBezTo>
                      <a:pt x="4232" y="6521"/>
                      <a:pt x="5039" y="6187"/>
                      <a:pt x="5634" y="5592"/>
                    </a:cubicBezTo>
                    <a:cubicBezTo>
                      <a:pt x="6229" y="4997"/>
                      <a:pt x="6563" y="4190"/>
                      <a:pt x="6563" y="3348"/>
                    </a:cubicBezTo>
                    <a:cubicBezTo>
                      <a:pt x="6563" y="2507"/>
                      <a:pt x="6229" y="1700"/>
                      <a:pt x="5634" y="1105"/>
                    </a:cubicBezTo>
                    <a:cubicBezTo>
                      <a:pt x="5039" y="510"/>
                      <a:pt x="4232" y="176"/>
                      <a:pt x="3391" y="176"/>
                    </a:cubicBezTo>
                    <a:cubicBezTo>
                      <a:pt x="2550" y="176"/>
                      <a:pt x="1743" y="510"/>
                      <a:pt x="1149" y="1105"/>
                    </a:cubicBezTo>
                    <a:cubicBezTo>
                      <a:pt x="554" y="1700"/>
                      <a:pt x="220" y="2507"/>
                      <a:pt x="220" y="3348"/>
                    </a:cubicBezTo>
                    <a:cubicBezTo>
                      <a:pt x="220" y="4190"/>
                      <a:pt x="554" y="4997"/>
                      <a:pt x="1149" y="5592"/>
                    </a:cubicBezTo>
                    <a:cubicBezTo>
                      <a:pt x="1743" y="6187"/>
                      <a:pt x="2550" y="6521"/>
                      <a:pt x="339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38" name="Freeform: Shape 5137">
                <a:extLst>
                  <a:ext uri="{FF2B5EF4-FFF2-40B4-BE49-F238E27FC236}">
                    <a16:creationId xmlns:a16="http://schemas.microsoft.com/office/drawing/2014/main" id="{DA443713-351D-15AD-C511-2F3D2ED66B70}"/>
                  </a:ext>
                </a:extLst>
              </p:cNvPr>
              <p:cNvSpPr/>
              <p:nvPr/>
            </p:nvSpPr>
            <p:spPr>
              <a:xfrm>
                <a:off x="3641333" y="5705607"/>
                <a:ext cx="6343" cy="6345"/>
              </a:xfrm>
              <a:custGeom>
                <a:avLst/>
                <a:gdLst>
                  <a:gd name="connsiteX0" fmla="*/ 3391 w 6343"/>
                  <a:gd name="connsiteY0" fmla="*/ 6521 h 6345"/>
                  <a:gd name="connsiteX1" fmla="*/ 5634 w 6343"/>
                  <a:gd name="connsiteY1" fmla="*/ 5592 h 6345"/>
                  <a:gd name="connsiteX2" fmla="*/ 6563 w 6343"/>
                  <a:gd name="connsiteY2" fmla="*/ 3348 h 6345"/>
                  <a:gd name="connsiteX3" fmla="*/ 5634 w 6343"/>
                  <a:gd name="connsiteY3" fmla="*/ 1105 h 6345"/>
                  <a:gd name="connsiteX4" fmla="*/ 3391 w 6343"/>
                  <a:gd name="connsiteY4" fmla="*/ 175 h 6345"/>
                  <a:gd name="connsiteX5" fmla="*/ 1149 w 6343"/>
                  <a:gd name="connsiteY5" fmla="*/ 1105 h 6345"/>
                  <a:gd name="connsiteX6" fmla="*/ 220 w 6343"/>
                  <a:gd name="connsiteY6" fmla="*/ 3348 h 6345"/>
                  <a:gd name="connsiteX7" fmla="*/ 1149 w 6343"/>
                  <a:gd name="connsiteY7" fmla="*/ 5592 h 6345"/>
                  <a:gd name="connsiteX8" fmla="*/ 339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1"/>
                    </a:moveTo>
                    <a:cubicBezTo>
                      <a:pt x="4233" y="6521"/>
                      <a:pt x="5039" y="6187"/>
                      <a:pt x="5634" y="5592"/>
                    </a:cubicBezTo>
                    <a:cubicBezTo>
                      <a:pt x="6229" y="4997"/>
                      <a:pt x="6563" y="4190"/>
                      <a:pt x="6563" y="3348"/>
                    </a:cubicBezTo>
                    <a:cubicBezTo>
                      <a:pt x="6563" y="2507"/>
                      <a:pt x="6229" y="1700"/>
                      <a:pt x="5634" y="1105"/>
                    </a:cubicBezTo>
                    <a:cubicBezTo>
                      <a:pt x="5039" y="510"/>
                      <a:pt x="4233" y="175"/>
                      <a:pt x="3391" y="175"/>
                    </a:cubicBezTo>
                    <a:cubicBezTo>
                      <a:pt x="2550" y="175"/>
                      <a:pt x="1744" y="510"/>
                      <a:pt x="1149" y="1105"/>
                    </a:cubicBezTo>
                    <a:cubicBezTo>
                      <a:pt x="554" y="1700"/>
                      <a:pt x="220" y="2507"/>
                      <a:pt x="220" y="3348"/>
                    </a:cubicBezTo>
                    <a:cubicBezTo>
                      <a:pt x="220" y="4190"/>
                      <a:pt x="554" y="4997"/>
                      <a:pt x="1149" y="5592"/>
                    </a:cubicBezTo>
                    <a:cubicBezTo>
                      <a:pt x="1744" y="6187"/>
                      <a:pt x="2550" y="6521"/>
                      <a:pt x="339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39" name="Freeform: Shape 5138">
                <a:extLst>
                  <a:ext uri="{FF2B5EF4-FFF2-40B4-BE49-F238E27FC236}">
                    <a16:creationId xmlns:a16="http://schemas.microsoft.com/office/drawing/2014/main" id="{841D5AD1-05AD-AC2C-5276-83F32E951273}"/>
                  </a:ext>
                </a:extLst>
              </p:cNvPr>
              <p:cNvSpPr/>
              <p:nvPr/>
            </p:nvSpPr>
            <p:spPr>
              <a:xfrm>
                <a:off x="3641243" y="5704148"/>
                <a:ext cx="6343" cy="6345"/>
              </a:xfrm>
              <a:custGeom>
                <a:avLst/>
                <a:gdLst>
                  <a:gd name="connsiteX0" fmla="*/ 3391 w 6343"/>
                  <a:gd name="connsiteY0" fmla="*/ 6521 h 6345"/>
                  <a:gd name="connsiteX1" fmla="*/ 5634 w 6343"/>
                  <a:gd name="connsiteY1" fmla="*/ 5591 h 6345"/>
                  <a:gd name="connsiteX2" fmla="*/ 6563 w 6343"/>
                  <a:gd name="connsiteY2" fmla="*/ 3348 h 6345"/>
                  <a:gd name="connsiteX3" fmla="*/ 5634 w 6343"/>
                  <a:gd name="connsiteY3" fmla="*/ 1105 h 6345"/>
                  <a:gd name="connsiteX4" fmla="*/ 3391 w 6343"/>
                  <a:gd name="connsiteY4" fmla="*/ 175 h 6345"/>
                  <a:gd name="connsiteX5" fmla="*/ 1149 w 6343"/>
                  <a:gd name="connsiteY5" fmla="*/ 1105 h 6345"/>
                  <a:gd name="connsiteX6" fmla="*/ 220 w 6343"/>
                  <a:gd name="connsiteY6" fmla="*/ 3348 h 6345"/>
                  <a:gd name="connsiteX7" fmla="*/ 1149 w 6343"/>
                  <a:gd name="connsiteY7" fmla="*/ 5591 h 6345"/>
                  <a:gd name="connsiteX8" fmla="*/ 339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1"/>
                    </a:moveTo>
                    <a:cubicBezTo>
                      <a:pt x="4233" y="6521"/>
                      <a:pt x="5039" y="6186"/>
                      <a:pt x="5634" y="5591"/>
                    </a:cubicBezTo>
                    <a:cubicBezTo>
                      <a:pt x="6229" y="4996"/>
                      <a:pt x="6563" y="4189"/>
                      <a:pt x="6563" y="3348"/>
                    </a:cubicBezTo>
                    <a:cubicBezTo>
                      <a:pt x="6563" y="2507"/>
                      <a:pt x="6229" y="1700"/>
                      <a:pt x="5634" y="1105"/>
                    </a:cubicBezTo>
                    <a:cubicBezTo>
                      <a:pt x="5039" y="510"/>
                      <a:pt x="4233" y="175"/>
                      <a:pt x="3391" y="175"/>
                    </a:cubicBezTo>
                    <a:cubicBezTo>
                      <a:pt x="2550" y="175"/>
                      <a:pt x="1744" y="510"/>
                      <a:pt x="1149" y="1105"/>
                    </a:cubicBezTo>
                    <a:cubicBezTo>
                      <a:pt x="554" y="1700"/>
                      <a:pt x="220" y="2507"/>
                      <a:pt x="220" y="3348"/>
                    </a:cubicBezTo>
                    <a:cubicBezTo>
                      <a:pt x="220" y="4189"/>
                      <a:pt x="554" y="4996"/>
                      <a:pt x="1149" y="5591"/>
                    </a:cubicBezTo>
                    <a:cubicBezTo>
                      <a:pt x="1744" y="6186"/>
                      <a:pt x="2550" y="6521"/>
                      <a:pt x="339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40" name="Freeform: Shape 5139">
                <a:extLst>
                  <a:ext uri="{FF2B5EF4-FFF2-40B4-BE49-F238E27FC236}">
                    <a16:creationId xmlns:a16="http://schemas.microsoft.com/office/drawing/2014/main" id="{AC9CD603-E6A7-96E3-D1C4-7414877E6336}"/>
                  </a:ext>
                </a:extLst>
              </p:cNvPr>
              <p:cNvSpPr/>
              <p:nvPr/>
            </p:nvSpPr>
            <p:spPr>
              <a:xfrm>
                <a:off x="3640517" y="5702594"/>
                <a:ext cx="6343" cy="6345"/>
              </a:xfrm>
              <a:custGeom>
                <a:avLst/>
                <a:gdLst>
                  <a:gd name="connsiteX0" fmla="*/ 3391 w 6343"/>
                  <a:gd name="connsiteY0" fmla="*/ 6521 h 6345"/>
                  <a:gd name="connsiteX1" fmla="*/ 5634 w 6343"/>
                  <a:gd name="connsiteY1" fmla="*/ 5591 h 6345"/>
                  <a:gd name="connsiteX2" fmla="*/ 6563 w 6343"/>
                  <a:gd name="connsiteY2" fmla="*/ 3348 h 6345"/>
                  <a:gd name="connsiteX3" fmla="*/ 5634 w 6343"/>
                  <a:gd name="connsiteY3" fmla="*/ 1104 h 6345"/>
                  <a:gd name="connsiteX4" fmla="*/ 3391 w 6343"/>
                  <a:gd name="connsiteY4" fmla="*/ 175 h 6345"/>
                  <a:gd name="connsiteX5" fmla="*/ 1149 w 6343"/>
                  <a:gd name="connsiteY5" fmla="*/ 1104 h 6345"/>
                  <a:gd name="connsiteX6" fmla="*/ 220 w 6343"/>
                  <a:gd name="connsiteY6" fmla="*/ 3348 h 6345"/>
                  <a:gd name="connsiteX7" fmla="*/ 1149 w 6343"/>
                  <a:gd name="connsiteY7" fmla="*/ 5591 h 6345"/>
                  <a:gd name="connsiteX8" fmla="*/ 339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1"/>
                    </a:moveTo>
                    <a:cubicBezTo>
                      <a:pt x="4232" y="6521"/>
                      <a:pt x="5039" y="6186"/>
                      <a:pt x="5634" y="5591"/>
                    </a:cubicBezTo>
                    <a:cubicBezTo>
                      <a:pt x="6229" y="4996"/>
                      <a:pt x="6563" y="4189"/>
                      <a:pt x="6563" y="3348"/>
                    </a:cubicBezTo>
                    <a:cubicBezTo>
                      <a:pt x="6563" y="2506"/>
                      <a:pt x="6229" y="1699"/>
                      <a:pt x="5634" y="1104"/>
                    </a:cubicBezTo>
                    <a:cubicBezTo>
                      <a:pt x="5039" y="509"/>
                      <a:pt x="4232" y="175"/>
                      <a:pt x="3391" y="175"/>
                    </a:cubicBezTo>
                    <a:cubicBezTo>
                      <a:pt x="2550" y="175"/>
                      <a:pt x="1743" y="509"/>
                      <a:pt x="1149" y="1104"/>
                    </a:cubicBezTo>
                    <a:cubicBezTo>
                      <a:pt x="554" y="1699"/>
                      <a:pt x="220" y="2506"/>
                      <a:pt x="220" y="3348"/>
                    </a:cubicBezTo>
                    <a:cubicBezTo>
                      <a:pt x="220" y="4189"/>
                      <a:pt x="554" y="4996"/>
                      <a:pt x="1149" y="5591"/>
                    </a:cubicBezTo>
                    <a:cubicBezTo>
                      <a:pt x="1743" y="6186"/>
                      <a:pt x="2550" y="6521"/>
                      <a:pt x="339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41" name="Freeform: Shape 5140">
                <a:extLst>
                  <a:ext uri="{FF2B5EF4-FFF2-40B4-BE49-F238E27FC236}">
                    <a16:creationId xmlns:a16="http://schemas.microsoft.com/office/drawing/2014/main" id="{9960FD62-367F-C750-2614-1E7A0E2290E2}"/>
                  </a:ext>
                </a:extLst>
              </p:cNvPr>
              <p:cNvSpPr/>
              <p:nvPr/>
            </p:nvSpPr>
            <p:spPr>
              <a:xfrm>
                <a:off x="3640169" y="5701085"/>
                <a:ext cx="6343" cy="6345"/>
              </a:xfrm>
              <a:custGeom>
                <a:avLst/>
                <a:gdLst>
                  <a:gd name="connsiteX0" fmla="*/ 3391 w 6343"/>
                  <a:gd name="connsiteY0" fmla="*/ 6520 h 6345"/>
                  <a:gd name="connsiteX1" fmla="*/ 5634 w 6343"/>
                  <a:gd name="connsiteY1" fmla="*/ 5591 h 6345"/>
                  <a:gd name="connsiteX2" fmla="*/ 6563 w 6343"/>
                  <a:gd name="connsiteY2" fmla="*/ 3348 h 6345"/>
                  <a:gd name="connsiteX3" fmla="*/ 5634 w 6343"/>
                  <a:gd name="connsiteY3" fmla="*/ 1104 h 6345"/>
                  <a:gd name="connsiteX4" fmla="*/ 3391 w 6343"/>
                  <a:gd name="connsiteY4" fmla="*/ 175 h 6345"/>
                  <a:gd name="connsiteX5" fmla="*/ 1149 w 6343"/>
                  <a:gd name="connsiteY5" fmla="*/ 1104 h 6345"/>
                  <a:gd name="connsiteX6" fmla="*/ 220 w 6343"/>
                  <a:gd name="connsiteY6" fmla="*/ 3348 h 6345"/>
                  <a:gd name="connsiteX7" fmla="*/ 1149 w 6343"/>
                  <a:gd name="connsiteY7" fmla="*/ 5591 h 6345"/>
                  <a:gd name="connsiteX8" fmla="*/ 3391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0"/>
                    </a:moveTo>
                    <a:cubicBezTo>
                      <a:pt x="4232" y="6520"/>
                      <a:pt x="5039" y="6186"/>
                      <a:pt x="5634" y="5591"/>
                    </a:cubicBezTo>
                    <a:cubicBezTo>
                      <a:pt x="6229" y="4996"/>
                      <a:pt x="6563" y="4189"/>
                      <a:pt x="6563" y="3348"/>
                    </a:cubicBezTo>
                    <a:cubicBezTo>
                      <a:pt x="6563" y="2506"/>
                      <a:pt x="6229" y="1699"/>
                      <a:pt x="5634" y="1104"/>
                    </a:cubicBezTo>
                    <a:cubicBezTo>
                      <a:pt x="5039" y="509"/>
                      <a:pt x="4232" y="175"/>
                      <a:pt x="3391" y="175"/>
                    </a:cubicBezTo>
                    <a:cubicBezTo>
                      <a:pt x="2550" y="175"/>
                      <a:pt x="1743" y="509"/>
                      <a:pt x="1149" y="1104"/>
                    </a:cubicBezTo>
                    <a:cubicBezTo>
                      <a:pt x="554" y="1699"/>
                      <a:pt x="220" y="2506"/>
                      <a:pt x="220" y="3348"/>
                    </a:cubicBezTo>
                    <a:cubicBezTo>
                      <a:pt x="220" y="4189"/>
                      <a:pt x="554" y="4996"/>
                      <a:pt x="1149" y="5591"/>
                    </a:cubicBezTo>
                    <a:cubicBezTo>
                      <a:pt x="1743" y="6186"/>
                      <a:pt x="2550" y="6520"/>
                      <a:pt x="3391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42" name="Freeform: Shape 5141">
                <a:extLst>
                  <a:ext uri="{FF2B5EF4-FFF2-40B4-BE49-F238E27FC236}">
                    <a16:creationId xmlns:a16="http://schemas.microsoft.com/office/drawing/2014/main" id="{F76C1C0A-09FF-3657-9441-746FAD088BDD}"/>
                  </a:ext>
                </a:extLst>
              </p:cNvPr>
              <p:cNvSpPr/>
              <p:nvPr/>
            </p:nvSpPr>
            <p:spPr>
              <a:xfrm>
                <a:off x="3640155" y="5699620"/>
                <a:ext cx="6343" cy="6345"/>
              </a:xfrm>
              <a:custGeom>
                <a:avLst/>
                <a:gdLst>
                  <a:gd name="connsiteX0" fmla="*/ 3391 w 6343"/>
                  <a:gd name="connsiteY0" fmla="*/ 6520 h 6345"/>
                  <a:gd name="connsiteX1" fmla="*/ 5634 w 6343"/>
                  <a:gd name="connsiteY1" fmla="*/ 5591 h 6345"/>
                  <a:gd name="connsiteX2" fmla="*/ 6563 w 6343"/>
                  <a:gd name="connsiteY2" fmla="*/ 3348 h 6345"/>
                  <a:gd name="connsiteX3" fmla="*/ 5634 w 6343"/>
                  <a:gd name="connsiteY3" fmla="*/ 1104 h 6345"/>
                  <a:gd name="connsiteX4" fmla="*/ 3391 w 6343"/>
                  <a:gd name="connsiteY4" fmla="*/ 175 h 6345"/>
                  <a:gd name="connsiteX5" fmla="*/ 1149 w 6343"/>
                  <a:gd name="connsiteY5" fmla="*/ 1104 h 6345"/>
                  <a:gd name="connsiteX6" fmla="*/ 220 w 6343"/>
                  <a:gd name="connsiteY6" fmla="*/ 3348 h 6345"/>
                  <a:gd name="connsiteX7" fmla="*/ 1149 w 6343"/>
                  <a:gd name="connsiteY7" fmla="*/ 5591 h 6345"/>
                  <a:gd name="connsiteX8" fmla="*/ 3391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0"/>
                    </a:moveTo>
                    <a:cubicBezTo>
                      <a:pt x="4232" y="6520"/>
                      <a:pt x="5039" y="6186"/>
                      <a:pt x="5634" y="5591"/>
                    </a:cubicBezTo>
                    <a:cubicBezTo>
                      <a:pt x="6229" y="4996"/>
                      <a:pt x="6563" y="4189"/>
                      <a:pt x="6563" y="3348"/>
                    </a:cubicBezTo>
                    <a:cubicBezTo>
                      <a:pt x="6563" y="2506"/>
                      <a:pt x="6229" y="1699"/>
                      <a:pt x="5634" y="1104"/>
                    </a:cubicBezTo>
                    <a:cubicBezTo>
                      <a:pt x="5039" y="509"/>
                      <a:pt x="4232" y="175"/>
                      <a:pt x="3391" y="175"/>
                    </a:cubicBezTo>
                    <a:cubicBezTo>
                      <a:pt x="2550" y="175"/>
                      <a:pt x="1743" y="509"/>
                      <a:pt x="1149" y="1104"/>
                    </a:cubicBezTo>
                    <a:cubicBezTo>
                      <a:pt x="554" y="1699"/>
                      <a:pt x="220" y="2506"/>
                      <a:pt x="220" y="3348"/>
                    </a:cubicBezTo>
                    <a:cubicBezTo>
                      <a:pt x="220" y="4189"/>
                      <a:pt x="554" y="4996"/>
                      <a:pt x="1149" y="5591"/>
                    </a:cubicBezTo>
                    <a:cubicBezTo>
                      <a:pt x="1743" y="6186"/>
                      <a:pt x="2550" y="6520"/>
                      <a:pt x="3391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43" name="Freeform: Shape 5142">
                <a:extLst>
                  <a:ext uri="{FF2B5EF4-FFF2-40B4-BE49-F238E27FC236}">
                    <a16:creationId xmlns:a16="http://schemas.microsoft.com/office/drawing/2014/main" id="{212E524C-C0D9-7165-6494-836B357C82B7}"/>
                  </a:ext>
                </a:extLst>
              </p:cNvPr>
              <p:cNvSpPr/>
              <p:nvPr/>
            </p:nvSpPr>
            <p:spPr>
              <a:xfrm>
                <a:off x="3640902" y="5695345"/>
                <a:ext cx="6343" cy="6345"/>
              </a:xfrm>
              <a:custGeom>
                <a:avLst/>
                <a:gdLst>
                  <a:gd name="connsiteX0" fmla="*/ 3391 w 6343"/>
                  <a:gd name="connsiteY0" fmla="*/ 6520 h 6345"/>
                  <a:gd name="connsiteX1" fmla="*/ 5634 w 6343"/>
                  <a:gd name="connsiteY1" fmla="*/ 5591 h 6345"/>
                  <a:gd name="connsiteX2" fmla="*/ 6563 w 6343"/>
                  <a:gd name="connsiteY2" fmla="*/ 3347 h 6345"/>
                  <a:gd name="connsiteX3" fmla="*/ 5634 w 6343"/>
                  <a:gd name="connsiteY3" fmla="*/ 1104 h 6345"/>
                  <a:gd name="connsiteX4" fmla="*/ 3391 w 6343"/>
                  <a:gd name="connsiteY4" fmla="*/ 175 h 6345"/>
                  <a:gd name="connsiteX5" fmla="*/ 1149 w 6343"/>
                  <a:gd name="connsiteY5" fmla="*/ 1104 h 6345"/>
                  <a:gd name="connsiteX6" fmla="*/ 220 w 6343"/>
                  <a:gd name="connsiteY6" fmla="*/ 3347 h 6345"/>
                  <a:gd name="connsiteX7" fmla="*/ 1149 w 6343"/>
                  <a:gd name="connsiteY7" fmla="*/ 5591 h 6345"/>
                  <a:gd name="connsiteX8" fmla="*/ 3391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0"/>
                    </a:moveTo>
                    <a:cubicBezTo>
                      <a:pt x="4232" y="6520"/>
                      <a:pt x="5039" y="6186"/>
                      <a:pt x="5634" y="5591"/>
                    </a:cubicBezTo>
                    <a:cubicBezTo>
                      <a:pt x="6229" y="4996"/>
                      <a:pt x="6563" y="4189"/>
                      <a:pt x="6563" y="3347"/>
                    </a:cubicBezTo>
                    <a:cubicBezTo>
                      <a:pt x="6563" y="2506"/>
                      <a:pt x="6229" y="1699"/>
                      <a:pt x="5634" y="1104"/>
                    </a:cubicBezTo>
                    <a:cubicBezTo>
                      <a:pt x="5039" y="509"/>
                      <a:pt x="4232" y="175"/>
                      <a:pt x="3391" y="175"/>
                    </a:cubicBezTo>
                    <a:cubicBezTo>
                      <a:pt x="2550" y="175"/>
                      <a:pt x="1744" y="509"/>
                      <a:pt x="1149" y="1104"/>
                    </a:cubicBezTo>
                    <a:cubicBezTo>
                      <a:pt x="554" y="1699"/>
                      <a:pt x="220" y="2506"/>
                      <a:pt x="220" y="3347"/>
                    </a:cubicBezTo>
                    <a:cubicBezTo>
                      <a:pt x="220" y="4189"/>
                      <a:pt x="554" y="4996"/>
                      <a:pt x="1149" y="5591"/>
                    </a:cubicBezTo>
                    <a:cubicBezTo>
                      <a:pt x="1744" y="6186"/>
                      <a:pt x="2550" y="6520"/>
                      <a:pt x="3391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44" name="Freeform: Shape 5143">
                <a:extLst>
                  <a:ext uri="{FF2B5EF4-FFF2-40B4-BE49-F238E27FC236}">
                    <a16:creationId xmlns:a16="http://schemas.microsoft.com/office/drawing/2014/main" id="{74B189D1-AC57-7769-D2CD-E94E3EB58212}"/>
                  </a:ext>
                </a:extLst>
              </p:cNvPr>
              <p:cNvSpPr/>
              <p:nvPr/>
            </p:nvSpPr>
            <p:spPr>
              <a:xfrm>
                <a:off x="3641781" y="5692567"/>
                <a:ext cx="6343" cy="6345"/>
              </a:xfrm>
              <a:custGeom>
                <a:avLst/>
                <a:gdLst>
                  <a:gd name="connsiteX0" fmla="*/ 3391 w 6343"/>
                  <a:gd name="connsiteY0" fmla="*/ 6520 h 6345"/>
                  <a:gd name="connsiteX1" fmla="*/ 5634 w 6343"/>
                  <a:gd name="connsiteY1" fmla="*/ 5591 h 6345"/>
                  <a:gd name="connsiteX2" fmla="*/ 6563 w 6343"/>
                  <a:gd name="connsiteY2" fmla="*/ 3347 h 6345"/>
                  <a:gd name="connsiteX3" fmla="*/ 5634 w 6343"/>
                  <a:gd name="connsiteY3" fmla="*/ 1104 h 6345"/>
                  <a:gd name="connsiteX4" fmla="*/ 3391 w 6343"/>
                  <a:gd name="connsiteY4" fmla="*/ 174 h 6345"/>
                  <a:gd name="connsiteX5" fmla="*/ 1149 w 6343"/>
                  <a:gd name="connsiteY5" fmla="*/ 1104 h 6345"/>
                  <a:gd name="connsiteX6" fmla="*/ 220 w 6343"/>
                  <a:gd name="connsiteY6" fmla="*/ 3347 h 6345"/>
                  <a:gd name="connsiteX7" fmla="*/ 1149 w 6343"/>
                  <a:gd name="connsiteY7" fmla="*/ 5591 h 6345"/>
                  <a:gd name="connsiteX8" fmla="*/ 3391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0"/>
                    </a:moveTo>
                    <a:cubicBezTo>
                      <a:pt x="4233" y="6520"/>
                      <a:pt x="5039" y="6185"/>
                      <a:pt x="5634" y="5591"/>
                    </a:cubicBezTo>
                    <a:cubicBezTo>
                      <a:pt x="6229" y="4996"/>
                      <a:pt x="6563" y="4189"/>
                      <a:pt x="6563" y="3347"/>
                    </a:cubicBezTo>
                    <a:cubicBezTo>
                      <a:pt x="6563" y="2506"/>
                      <a:pt x="6229" y="1699"/>
                      <a:pt x="5634" y="1104"/>
                    </a:cubicBezTo>
                    <a:cubicBezTo>
                      <a:pt x="5039" y="509"/>
                      <a:pt x="4233" y="174"/>
                      <a:pt x="3391" y="174"/>
                    </a:cubicBezTo>
                    <a:cubicBezTo>
                      <a:pt x="2550" y="174"/>
                      <a:pt x="1744" y="509"/>
                      <a:pt x="1149" y="1104"/>
                    </a:cubicBezTo>
                    <a:cubicBezTo>
                      <a:pt x="554" y="1699"/>
                      <a:pt x="220" y="2506"/>
                      <a:pt x="220" y="3347"/>
                    </a:cubicBezTo>
                    <a:cubicBezTo>
                      <a:pt x="220" y="4189"/>
                      <a:pt x="554" y="4996"/>
                      <a:pt x="1149" y="5591"/>
                    </a:cubicBezTo>
                    <a:cubicBezTo>
                      <a:pt x="1744" y="6185"/>
                      <a:pt x="2550" y="6520"/>
                      <a:pt x="3391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45" name="Freeform: Shape 5144">
                <a:extLst>
                  <a:ext uri="{FF2B5EF4-FFF2-40B4-BE49-F238E27FC236}">
                    <a16:creationId xmlns:a16="http://schemas.microsoft.com/office/drawing/2014/main" id="{815C99A3-5FC4-2C4C-E29A-3BE241551C9D}"/>
                  </a:ext>
                </a:extLst>
              </p:cNvPr>
              <p:cNvSpPr/>
              <p:nvPr/>
            </p:nvSpPr>
            <p:spPr>
              <a:xfrm>
                <a:off x="3638527" y="5688974"/>
                <a:ext cx="6343" cy="6345"/>
              </a:xfrm>
              <a:custGeom>
                <a:avLst/>
                <a:gdLst>
                  <a:gd name="connsiteX0" fmla="*/ 3391 w 6343"/>
                  <a:gd name="connsiteY0" fmla="*/ 6520 h 6345"/>
                  <a:gd name="connsiteX1" fmla="*/ 5634 w 6343"/>
                  <a:gd name="connsiteY1" fmla="*/ 5590 h 6345"/>
                  <a:gd name="connsiteX2" fmla="*/ 6563 w 6343"/>
                  <a:gd name="connsiteY2" fmla="*/ 3347 h 6345"/>
                  <a:gd name="connsiteX3" fmla="*/ 5634 w 6343"/>
                  <a:gd name="connsiteY3" fmla="*/ 1103 h 6345"/>
                  <a:gd name="connsiteX4" fmla="*/ 3391 w 6343"/>
                  <a:gd name="connsiteY4" fmla="*/ 174 h 6345"/>
                  <a:gd name="connsiteX5" fmla="*/ 1149 w 6343"/>
                  <a:gd name="connsiteY5" fmla="*/ 1103 h 6345"/>
                  <a:gd name="connsiteX6" fmla="*/ 220 w 6343"/>
                  <a:gd name="connsiteY6" fmla="*/ 3347 h 6345"/>
                  <a:gd name="connsiteX7" fmla="*/ 1149 w 6343"/>
                  <a:gd name="connsiteY7" fmla="*/ 5590 h 6345"/>
                  <a:gd name="connsiteX8" fmla="*/ 3391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0"/>
                    </a:moveTo>
                    <a:cubicBezTo>
                      <a:pt x="4232" y="6520"/>
                      <a:pt x="5039" y="6185"/>
                      <a:pt x="5634" y="5590"/>
                    </a:cubicBezTo>
                    <a:cubicBezTo>
                      <a:pt x="6229" y="4995"/>
                      <a:pt x="6563" y="4188"/>
                      <a:pt x="6563" y="3347"/>
                    </a:cubicBezTo>
                    <a:cubicBezTo>
                      <a:pt x="6563" y="2505"/>
                      <a:pt x="6229" y="1698"/>
                      <a:pt x="5634" y="1103"/>
                    </a:cubicBezTo>
                    <a:cubicBezTo>
                      <a:pt x="5039" y="508"/>
                      <a:pt x="4232" y="174"/>
                      <a:pt x="3391" y="174"/>
                    </a:cubicBezTo>
                    <a:cubicBezTo>
                      <a:pt x="2550" y="174"/>
                      <a:pt x="1743" y="508"/>
                      <a:pt x="1149" y="1103"/>
                    </a:cubicBezTo>
                    <a:cubicBezTo>
                      <a:pt x="554" y="1698"/>
                      <a:pt x="220" y="2505"/>
                      <a:pt x="220" y="3347"/>
                    </a:cubicBezTo>
                    <a:cubicBezTo>
                      <a:pt x="220" y="4188"/>
                      <a:pt x="554" y="4995"/>
                      <a:pt x="1149" y="5590"/>
                    </a:cubicBezTo>
                    <a:cubicBezTo>
                      <a:pt x="1743" y="6185"/>
                      <a:pt x="2550" y="6520"/>
                      <a:pt x="3391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46" name="Freeform: Shape 5145">
                <a:extLst>
                  <a:ext uri="{FF2B5EF4-FFF2-40B4-BE49-F238E27FC236}">
                    <a16:creationId xmlns:a16="http://schemas.microsoft.com/office/drawing/2014/main" id="{084FAAB1-F4C0-7F6A-822C-AC7622910FE1}"/>
                  </a:ext>
                </a:extLst>
              </p:cNvPr>
              <p:cNvSpPr/>
              <p:nvPr/>
            </p:nvSpPr>
            <p:spPr>
              <a:xfrm>
                <a:off x="3639412" y="5687658"/>
                <a:ext cx="6343" cy="6345"/>
              </a:xfrm>
              <a:custGeom>
                <a:avLst/>
                <a:gdLst>
                  <a:gd name="connsiteX0" fmla="*/ 3391 w 6343"/>
                  <a:gd name="connsiteY0" fmla="*/ 6519 h 6345"/>
                  <a:gd name="connsiteX1" fmla="*/ 5634 w 6343"/>
                  <a:gd name="connsiteY1" fmla="*/ 5590 h 6345"/>
                  <a:gd name="connsiteX2" fmla="*/ 6563 w 6343"/>
                  <a:gd name="connsiteY2" fmla="*/ 3347 h 6345"/>
                  <a:gd name="connsiteX3" fmla="*/ 5634 w 6343"/>
                  <a:gd name="connsiteY3" fmla="*/ 1103 h 6345"/>
                  <a:gd name="connsiteX4" fmla="*/ 3391 w 6343"/>
                  <a:gd name="connsiteY4" fmla="*/ 174 h 6345"/>
                  <a:gd name="connsiteX5" fmla="*/ 1149 w 6343"/>
                  <a:gd name="connsiteY5" fmla="*/ 1103 h 6345"/>
                  <a:gd name="connsiteX6" fmla="*/ 220 w 6343"/>
                  <a:gd name="connsiteY6" fmla="*/ 3347 h 6345"/>
                  <a:gd name="connsiteX7" fmla="*/ 1149 w 6343"/>
                  <a:gd name="connsiteY7" fmla="*/ 5590 h 6345"/>
                  <a:gd name="connsiteX8" fmla="*/ 3391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9"/>
                    </a:moveTo>
                    <a:cubicBezTo>
                      <a:pt x="4232" y="6519"/>
                      <a:pt x="5039" y="6185"/>
                      <a:pt x="5634" y="5590"/>
                    </a:cubicBezTo>
                    <a:cubicBezTo>
                      <a:pt x="6229" y="4995"/>
                      <a:pt x="6563" y="4188"/>
                      <a:pt x="6563" y="3347"/>
                    </a:cubicBezTo>
                    <a:cubicBezTo>
                      <a:pt x="6563" y="2505"/>
                      <a:pt x="6229" y="1698"/>
                      <a:pt x="5634" y="1103"/>
                    </a:cubicBezTo>
                    <a:cubicBezTo>
                      <a:pt x="5039" y="508"/>
                      <a:pt x="4232" y="174"/>
                      <a:pt x="3391" y="174"/>
                    </a:cubicBezTo>
                    <a:cubicBezTo>
                      <a:pt x="2550" y="174"/>
                      <a:pt x="1743" y="508"/>
                      <a:pt x="1149" y="1103"/>
                    </a:cubicBezTo>
                    <a:cubicBezTo>
                      <a:pt x="554" y="1698"/>
                      <a:pt x="220" y="2505"/>
                      <a:pt x="220" y="3347"/>
                    </a:cubicBezTo>
                    <a:cubicBezTo>
                      <a:pt x="220" y="4188"/>
                      <a:pt x="554" y="4995"/>
                      <a:pt x="1149" y="5590"/>
                    </a:cubicBezTo>
                    <a:cubicBezTo>
                      <a:pt x="1743" y="6185"/>
                      <a:pt x="2550" y="6519"/>
                      <a:pt x="3391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47" name="Freeform: Shape 5146">
                <a:extLst>
                  <a:ext uri="{FF2B5EF4-FFF2-40B4-BE49-F238E27FC236}">
                    <a16:creationId xmlns:a16="http://schemas.microsoft.com/office/drawing/2014/main" id="{DD948696-ECB4-C9DE-0984-9935FE526E38}"/>
                  </a:ext>
                </a:extLst>
              </p:cNvPr>
              <p:cNvSpPr/>
              <p:nvPr/>
            </p:nvSpPr>
            <p:spPr>
              <a:xfrm>
                <a:off x="3635555" y="5685344"/>
                <a:ext cx="6343" cy="6345"/>
              </a:xfrm>
              <a:custGeom>
                <a:avLst/>
                <a:gdLst>
                  <a:gd name="connsiteX0" fmla="*/ 3391 w 6343"/>
                  <a:gd name="connsiteY0" fmla="*/ 6519 h 6345"/>
                  <a:gd name="connsiteX1" fmla="*/ 5634 w 6343"/>
                  <a:gd name="connsiteY1" fmla="*/ 5590 h 6345"/>
                  <a:gd name="connsiteX2" fmla="*/ 6563 w 6343"/>
                  <a:gd name="connsiteY2" fmla="*/ 3347 h 6345"/>
                  <a:gd name="connsiteX3" fmla="*/ 5634 w 6343"/>
                  <a:gd name="connsiteY3" fmla="*/ 1103 h 6345"/>
                  <a:gd name="connsiteX4" fmla="*/ 3391 w 6343"/>
                  <a:gd name="connsiteY4" fmla="*/ 174 h 6345"/>
                  <a:gd name="connsiteX5" fmla="*/ 1148 w 6343"/>
                  <a:gd name="connsiteY5" fmla="*/ 1103 h 6345"/>
                  <a:gd name="connsiteX6" fmla="*/ 219 w 6343"/>
                  <a:gd name="connsiteY6" fmla="*/ 3347 h 6345"/>
                  <a:gd name="connsiteX7" fmla="*/ 1148 w 6343"/>
                  <a:gd name="connsiteY7" fmla="*/ 5590 h 6345"/>
                  <a:gd name="connsiteX8" fmla="*/ 3391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9"/>
                    </a:moveTo>
                    <a:cubicBezTo>
                      <a:pt x="4232" y="6519"/>
                      <a:pt x="5039" y="6185"/>
                      <a:pt x="5634" y="5590"/>
                    </a:cubicBezTo>
                    <a:cubicBezTo>
                      <a:pt x="6228" y="4995"/>
                      <a:pt x="6563" y="4188"/>
                      <a:pt x="6563" y="3347"/>
                    </a:cubicBezTo>
                    <a:cubicBezTo>
                      <a:pt x="6563" y="2505"/>
                      <a:pt x="6228" y="1698"/>
                      <a:pt x="5634" y="1103"/>
                    </a:cubicBezTo>
                    <a:cubicBezTo>
                      <a:pt x="5039" y="508"/>
                      <a:pt x="4232" y="174"/>
                      <a:pt x="3391" y="174"/>
                    </a:cubicBezTo>
                    <a:cubicBezTo>
                      <a:pt x="2550" y="174"/>
                      <a:pt x="1743" y="508"/>
                      <a:pt x="1148" y="1103"/>
                    </a:cubicBezTo>
                    <a:cubicBezTo>
                      <a:pt x="554" y="1698"/>
                      <a:pt x="219" y="2505"/>
                      <a:pt x="219" y="3347"/>
                    </a:cubicBezTo>
                    <a:cubicBezTo>
                      <a:pt x="219" y="4188"/>
                      <a:pt x="554" y="4995"/>
                      <a:pt x="1148" y="5590"/>
                    </a:cubicBezTo>
                    <a:cubicBezTo>
                      <a:pt x="1743" y="6185"/>
                      <a:pt x="2550" y="6519"/>
                      <a:pt x="3391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48" name="Freeform: Shape 5147">
                <a:extLst>
                  <a:ext uri="{FF2B5EF4-FFF2-40B4-BE49-F238E27FC236}">
                    <a16:creationId xmlns:a16="http://schemas.microsoft.com/office/drawing/2014/main" id="{A22531BC-6669-3039-BD85-A6E6858FC7EB}"/>
                  </a:ext>
                </a:extLst>
              </p:cNvPr>
              <p:cNvSpPr/>
              <p:nvPr/>
            </p:nvSpPr>
            <p:spPr>
              <a:xfrm>
                <a:off x="3634500" y="5683589"/>
                <a:ext cx="6343" cy="6345"/>
              </a:xfrm>
              <a:custGeom>
                <a:avLst/>
                <a:gdLst>
                  <a:gd name="connsiteX0" fmla="*/ 3391 w 6343"/>
                  <a:gd name="connsiteY0" fmla="*/ 6519 h 6345"/>
                  <a:gd name="connsiteX1" fmla="*/ 5634 w 6343"/>
                  <a:gd name="connsiteY1" fmla="*/ 5590 h 6345"/>
                  <a:gd name="connsiteX2" fmla="*/ 6562 w 6343"/>
                  <a:gd name="connsiteY2" fmla="*/ 3346 h 6345"/>
                  <a:gd name="connsiteX3" fmla="*/ 5634 w 6343"/>
                  <a:gd name="connsiteY3" fmla="*/ 1103 h 6345"/>
                  <a:gd name="connsiteX4" fmla="*/ 3391 w 6343"/>
                  <a:gd name="connsiteY4" fmla="*/ 174 h 6345"/>
                  <a:gd name="connsiteX5" fmla="*/ 1148 w 6343"/>
                  <a:gd name="connsiteY5" fmla="*/ 1103 h 6345"/>
                  <a:gd name="connsiteX6" fmla="*/ 219 w 6343"/>
                  <a:gd name="connsiteY6" fmla="*/ 3346 h 6345"/>
                  <a:gd name="connsiteX7" fmla="*/ 1148 w 6343"/>
                  <a:gd name="connsiteY7" fmla="*/ 5590 h 6345"/>
                  <a:gd name="connsiteX8" fmla="*/ 3391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9"/>
                    </a:moveTo>
                    <a:cubicBezTo>
                      <a:pt x="4232" y="6519"/>
                      <a:pt x="5039" y="6185"/>
                      <a:pt x="5634" y="5590"/>
                    </a:cubicBezTo>
                    <a:cubicBezTo>
                      <a:pt x="6228" y="4995"/>
                      <a:pt x="6562" y="4188"/>
                      <a:pt x="6562" y="3346"/>
                    </a:cubicBezTo>
                    <a:cubicBezTo>
                      <a:pt x="6562" y="2505"/>
                      <a:pt x="6228" y="1698"/>
                      <a:pt x="5634" y="1103"/>
                    </a:cubicBezTo>
                    <a:cubicBezTo>
                      <a:pt x="5039" y="508"/>
                      <a:pt x="4232" y="174"/>
                      <a:pt x="3391" y="174"/>
                    </a:cubicBezTo>
                    <a:cubicBezTo>
                      <a:pt x="2550" y="174"/>
                      <a:pt x="1743" y="508"/>
                      <a:pt x="1148" y="1103"/>
                    </a:cubicBezTo>
                    <a:cubicBezTo>
                      <a:pt x="553" y="1698"/>
                      <a:pt x="219" y="2505"/>
                      <a:pt x="219" y="3346"/>
                    </a:cubicBezTo>
                    <a:cubicBezTo>
                      <a:pt x="219" y="4188"/>
                      <a:pt x="553" y="4995"/>
                      <a:pt x="1148" y="5590"/>
                    </a:cubicBezTo>
                    <a:cubicBezTo>
                      <a:pt x="1743" y="6185"/>
                      <a:pt x="2550" y="6519"/>
                      <a:pt x="3391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49" name="Freeform: Shape 5148">
                <a:extLst>
                  <a:ext uri="{FF2B5EF4-FFF2-40B4-BE49-F238E27FC236}">
                    <a16:creationId xmlns:a16="http://schemas.microsoft.com/office/drawing/2014/main" id="{ABC22A22-D64B-EAE8-8034-F700D97AD5EB}"/>
                  </a:ext>
                </a:extLst>
              </p:cNvPr>
              <p:cNvSpPr/>
              <p:nvPr/>
            </p:nvSpPr>
            <p:spPr>
              <a:xfrm>
                <a:off x="3639878" y="5683261"/>
                <a:ext cx="6343" cy="6345"/>
              </a:xfrm>
              <a:custGeom>
                <a:avLst/>
                <a:gdLst>
                  <a:gd name="connsiteX0" fmla="*/ 3391 w 6343"/>
                  <a:gd name="connsiteY0" fmla="*/ 6519 h 6345"/>
                  <a:gd name="connsiteX1" fmla="*/ 5634 w 6343"/>
                  <a:gd name="connsiteY1" fmla="*/ 5590 h 6345"/>
                  <a:gd name="connsiteX2" fmla="*/ 6563 w 6343"/>
                  <a:gd name="connsiteY2" fmla="*/ 3346 h 6345"/>
                  <a:gd name="connsiteX3" fmla="*/ 5634 w 6343"/>
                  <a:gd name="connsiteY3" fmla="*/ 1103 h 6345"/>
                  <a:gd name="connsiteX4" fmla="*/ 3391 w 6343"/>
                  <a:gd name="connsiteY4" fmla="*/ 174 h 6345"/>
                  <a:gd name="connsiteX5" fmla="*/ 1149 w 6343"/>
                  <a:gd name="connsiteY5" fmla="*/ 1103 h 6345"/>
                  <a:gd name="connsiteX6" fmla="*/ 220 w 6343"/>
                  <a:gd name="connsiteY6" fmla="*/ 3346 h 6345"/>
                  <a:gd name="connsiteX7" fmla="*/ 1149 w 6343"/>
                  <a:gd name="connsiteY7" fmla="*/ 5590 h 6345"/>
                  <a:gd name="connsiteX8" fmla="*/ 3391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9"/>
                    </a:moveTo>
                    <a:cubicBezTo>
                      <a:pt x="4232" y="6519"/>
                      <a:pt x="5039" y="6185"/>
                      <a:pt x="5634" y="5590"/>
                    </a:cubicBezTo>
                    <a:cubicBezTo>
                      <a:pt x="6229" y="4995"/>
                      <a:pt x="6563" y="4188"/>
                      <a:pt x="6563" y="3346"/>
                    </a:cubicBezTo>
                    <a:cubicBezTo>
                      <a:pt x="6563" y="2505"/>
                      <a:pt x="6229" y="1698"/>
                      <a:pt x="5634" y="1103"/>
                    </a:cubicBezTo>
                    <a:cubicBezTo>
                      <a:pt x="5039" y="508"/>
                      <a:pt x="4232" y="174"/>
                      <a:pt x="3391" y="174"/>
                    </a:cubicBezTo>
                    <a:cubicBezTo>
                      <a:pt x="2550" y="174"/>
                      <a:pt x="1743" y="508"/>
                      <a:pt x="1149" y="1103"/>
                    </a:cubicBezTo>
                    <a:cubicBezTo>
                      <a:pt x="554" y="1698"/>
                      <a:pt x="220" y="2505"/>
                      <a:pt x="220" y="3346"/>
                    </a:cubicBezTo>
                    <a:cubicBezTo>
                      <a:pt x="220" y="4188"/>
                      <a:pt x="554" y="4995"/>
                      <a:pt x="1149" y="5590"/>
                    </a:cubicBezTo>
                    <a:cubicBezTo>
                      <a:pt x="1743" y="6185"/>
                      <a:pt x="2550" y="6519"/>
                      <a:pt x="3391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50" name="Freeform: Shape 5149">
                <a:extLst>
                  <a:ext uri="{FF2B5EF4-FFF2-40B4-BE49-F238E27FC236}">
                    <a16:creationId xmlns:a16="http://schemas.microsoft.com/office/drawing/2014/main" id="{FA32C13E-F49A-C45B-5887-EB1105FF971C}"/>
                  </a:ext>
                </a:extLst>
              </p:cNvPr>
              <p:cNvSpPr/>
              <p:nvPr/>
            </p:nvSpPr>
            <p:spPr>
              <a:xfrm>
                <a:off x="3640112" y="5681809"/>
                <a:ext cx="6343" cy="6345"/>
              </a:xfrm>
              <a:custGeom>
                <a:avLst/>
                <a:gdLst>
                  <a:gd name="connsiteX0" fmla="*/ 3391 w 6343"/>
                  <a:gd name="connsiteY0" fmla="*/ 6519 h 6345"/>
                  <a:gd name="connsiteX1" fmla="*/ 5634 w 6343"/>
                  <a:gd name="connsiteY1" fmla="*/ 5590 h 6345"/>
                  <a:gd name="connsiteX2" fmla="*/ 6563 w 6343"/>
                  <a:gd name="connsiteY2" fmla="*/ 3346 h 6345"/>
                  <a:gd name="connsiteX3" fmla="*/ 5634 w 6343"/>
                  <a:gd name="connsiteY3" fmla="*/ 1103 h 6345"/>
                  <a:gd name="connsiteX4" fmla="*/ 3391 w 6343"/>
                  <a:gd name="connsiteY4" fmla="*/ 174 h 6345"/>
                  <a:gd name="connsiteX5" fmla="*/ 1149 w 6343"/>
                  <a:gd name="connsiteY5" fmla="*/ 1103 h 6345"/>
                  <a:gd name="connsiteX6" fmla="*/ 220 w 6343"/>
                  <a:gd name="connsiteY6" fmla="*/ 3346 h 6345"/>
                  <a:gd name="connsiteX7" fmla="*/ 1149 w 6343"/>
                  <a:gd name="connsiteY7" fmla="*/ 5590 h 6345"/>
                  <a:gd name="connsiteX8" fmla="*/ 3391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9"/>
                    </a:moveTo>
                    <a:cubicBezTo>
                      <a:pt x="4232" y="6519"/>
                      <a:pt x="5039" y="6185"/>
                      <a:pt x="5634" y="5590"/>
                    </a:cubicBezTo>
                    <a:cubicBezTo>
                      <a:pt x="6229" y="4995"/>
                      <a:pt x="6563" y="4188"/>
                      <a:pt x="6563" y="3346"/>
                    </a:cubicBezTo>
                    <a:cubicBezTo>
                      <a:pt x="6563" y="2505"/>
                      <a:pt x="6229" y="1698"/>
                      <a:pt x="5634" y="1103"/>
                    </a:cubicBezTo>
                    <a:cubicBezTo>
                      <a:pt x="5039" y="508"/>
                      <a:pt x="4232" y="174"/>
                      <a:pt x="3391" y="174"/>
                    </a:cubicBezTo>
                    <a:cubicBezTo>
                      <a:pt x="2550" y="174"/>
                      <a:pt x="1743" y="508"/>
                      <a:pt x="1149" y="1103"/>
                    </a:cubicBezTo>
                    <a:cubicBezTo>
                      <a:pt x="554" y="1698"/>
                      <a:pt x="220" y="2505"/>
                      <a:pt x="220" y="3346"/>
                    </a:cubicBezTo>
                    <a:cubicBezTo>
                      <a:pt x="220" y="4188"/>
                      <a:pt x="554" y="4995"/>
                      <a:pt x="1149" y="5590"/>
                    </a:cubicBezTo>
                    <a:cubicBezTo>
                      <a:pt x="1743" y="6185"/>
                      <a:pt x="2550" y="6519"/>
                      <a:pt x="3391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51" name="Freeform: Shape 5150">
                <a:extLst>
                  <a:ext uri="{FF2B5EF4-FFF2-40B4-BE49-F238E27FC236}">
                    <a16:creationId xmlns:a16="http://schemas.microsoft.com/office/drawing/2014/main" id="{509F92B5-3AA6-9951-7527-BE1E3498DACC}"/>
                  </a:ext>
                </a:extLst>
              </p:cNvPr>
              <p:cNvSpPr/>
              <p:nvPr/>
            </p:nvSpPr>
            <p:spPr>
              <a:xfrm>
                <a:off x="3640129" y="5680305"/>
                <a:ext cx="6343" cy="6345"/>
              </a:xfrm>
              <a:custGeom>
                <a:avLst/>
                <a:gdLst>
                  <a:gd name="connsiteX0" fmla="*/ 3391 w 6343"/>
                  <a:gd name="connsiteY0" fmla="*/ 6519 h 6345"/>
                  <a:gd name="connsiteX1" fmla="*/ 5634 w 6343"/>
                  <a:gd name="connsiteY1" fmla="*/ 5590 h 6345"/>
                  <a:gd name="connsiteX2" fmla="*/ 6563 w 6343"/>
                  <a:gd name="connsiteY2" fmla="*/ 3346 h 6345"/>
                  <a:gd name="connsiteX3" fmla="*/ 5634 w 6343"/>
                  <a:gd name="connsiteY3" fmla="*/ 1103 h 6345"/>
                  <a:gd name="connsiteX4" fmla="*/ 3391 w 6343"/>
                  <a:gd name="connsiteY4" fmla="*/ 173 h 6345"/>
                  <a:gd name="connsiteX5" fmla="*/ 1149 w 6343"/>
                  <a:gd name="connsiteY5" fmla="*/ 1103 h 6345"/>
                  <a:gd name="connsiteX6" fmla="*/ 220 w 6343"/>
                  <a:gd name="connsiteY6" fmla="*/ 3346 h 6345"/>
                  <a:gd name="connsiteX7" fmla="*/ 1149 w 6343"/>
                  <a:gd name="connsiteY7" fmla="*/ 5590 h 6345"/>
                  <a:gd name="connsiteX8" fmla="*/ 3391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9"/>
                    </a:moveTo>
                    <a:cubicBezTo>
                      <a:pt x="4232" y="6519"/>
                      <a:pt x="5039" y="6185"/>
                      <a:pt x="5634" y="5590"/>
                    </a:cubicBezTo>
                    <a:cubicBezTo>
                      <a:pt x="6229" y="4995"/>
                      <a:pt x="6563" y="4188"/>
                      <a:pt x="6563" y="3346"/>
                    </a:cubicBezTo>
                    <a:cubicBezTo>
                      <a:pt x="6563" y="2505"/>
                      <a:pt x="6229" y="1698"/>
                      <a:pt x="5634" y="1103"/>
                    </a:cubicBezTo>
                    <a:cubicBezTo>
                      <a:pt x="5039" y="508"/>
                      <a:pt x="4232" y="173"/>
                      <a:pt x="3391" y="173"/>
                    </a:cubicBezTo>
                    <a:cubicBezTo>
                      <a:pt x="2550" y="173"/>
                      <a:pt x="1743" y="508"/>
                      <a:pt x="1149" y="1103"/>
                    </a:cubicBezTo>
                    <a:cubicBezTo>
                      <a:pt x="554" y="1698"/>
                      <a:pt x="220" y="2505"/>
                      <a:pt x="220" y="3346"/>
                    </a:cubicBezTo>
                    <a:cubicBezTo>
                      <a:pt x="220" y="4188"/>
                      <a:pt x="554" y="4995"/>
                      <a:pt x="1149" y="5590"/>
                    </a:cubicBezTo>
                    <a:cubicBezTo>
                      <a:pt x="1743" y="6185"/>
                      <a:pt x="2550" y="6519"/>
                      <a:pt x="3391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52" name="Freeform: Shape 5151">
                <a:extLst>
                  <a:ext uri="{FF2B5EF4-FFF2-40B4-BE49-F238E27FC236}">
                    <a16:creationId xmlns:a16="http://schemas.microsoft.com/office/drawing/2014/main" id="{F1A64A45-323E-181C-B77B-8B71CACD3631}"/>
                  </a:ext>
                </a:extLst>
              </p:cNvPr>
              <p:cNvSpPr/>
              <p:nvPr/>
            </p:nvSpPr>
            <p:spPr>
              <a:xfrm>
                <a:off x="3637752" y="5678212"/>
                <a:ext cx="6343" cy="6345"/>
              </a:xfrm>
              <a:custGeom>
                <a:avLst/>
                <a:gdLst>
                  <a:gd name="connsiteX0" fmla="*/ 3391 w 6343"/>
                  <a:gd name="connsiteY0" fmla="*/ 6519 h 6345"/>
                  <a:gd name="connsiteX1" fmla="*/ 5634 w 6343"/>
                  <a:gd name="connsiteY1" fmla="*/ 5589 h 6345"/>
                  <a:gd name="connsiteX2" fmla="*/ 6563 w 6343"/>
                  <a:gd name="connsiteY2" fmla="*/ 3346 h 6345"/>
                  <a:gd name="connsiteX3" fmla="*/ 5634 w 6343"/>
                  <a:gd name="connsiteY3" fmla="*/ 1103 h 6345"/>
                  <a:gd name="connsiteX4" fmla="*/ 3391 w 6343"/>
                  <a:gd name="connsiteY4" fmla="*/ 173 h 6345"/>
                  <a:gd name="connsiteX5" fmla="*/ 1148 w 6343"/>
                  <a:gd name="connsiteY5" fmla="*/ 1103 h 6345"/>
                  <a:gd name="connsiteX6" fmla="*/ 220 w 6343"/>
                  <a:gd name="connsiteY6" fmla="*/ 3346 h 6345"/>
                  <a:gd name="connsiteX7" fmla="*/ 1148 w 6343"/>
                  <a:gd name="connsiteY7" fmla="*/ 5589 h 6345"/>
                  <a:gd name="connsiteX8" fmla="*/ 3391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9"/>
                    </a:moveTo>
                    <a:cubicBezTo>
                      <a:pt x="4232" y="6519"/>
                      <a:pt x="5039" y="6184"/>
                      <a:pt x="5634" y="5589"/>
                    </a:cubicBezTo>
                    <a:cubicBezTo>
                      <a:pt x="6229" y="4994"/>
                      <a:pt x="6563" y="4187"/>
                      <a:pt x="6563" y="3346"/>
                    </a:cubicBezTo>
                    <a:cubicBezTo>
                      <a:pt x="6563" y="2505"/>
                      <a:pt x="6229" y="1697"/>
                      <a:pt x="5634" y="1103"/>
                    </a:cubicBezTo>
                    <a:cubicBezTo>
                      <a:pt x="5039" y="508"/>
                      <a:pt x="4232" y="173"/>
                      <a:pt x="3391" y="173"/>
                    </a:cubicBezTo>
                    <a:cubicBezTo>
                      <a:pt x="2550" y="173"/>
                      <a:pt x="1743" y="508"/>
                      <a:pt x="1148" y="1103"/>
                    </a:cubicBezTo>
                    <a:cubicBezTo>
                      <a:pt x="554" y="1697"/>
                      <a:pt x="220" y="2505"/>
                      <a:pt x="220" y="3346"/>
                    </a:cubicBezTo>
                    <a:cubicBezTo>
                      <a:pt x="220" y="4187"/>
                      <a:pt x="554" y="4994"/>
                      <a:pt x="1148" y="5589"/>
                    </a:cubicBezTo>
                    <a:cubicBezTo>
                      <a:pt x="1743" y="6184"/>
                      <a:pt x="2550" y="6519"/>
                      <a:pt x="3391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53" name="Freeform: Shape 5152">
                <a:extLst>
                  <a:ext uri="{FF2B5EF4-FFF2-40B4-BE49-F238E27FC236}">
                    <a16:creationId xmlns:a16="http://schemas.microsoft.com/office/drawing/2014/main" id="{ACE64BA8-8001-4897-BD84-3F882BCE3FBC}"/>
                  </a:ext>
                </a:extLst>
              </p:cNvPr>
              <p:cNvSpPr/>
              <p:nvPr/>
            </p:nvSpPr>
            <p:spPr>
              <a:xfrm>
                <a:off x="4141973" y="5692264"/>
                <a:ext cx="6343" cy="6345"/>
              </a:xfrm>
              <a:custGeom>
                <a:avLst/>
                <a:gdLst>
                  <a:gd name="connsiteX0" fmla="*/ 3431 w 6343"/>
                  <a:gd name="connsiteY0" fmla="*/ 6520 h 6345"/>
                  <a:gd name="connsiteX1" fmla="*/ 5674 w 6343"/>
                  <a:gd name="connsiteY1" fmla="*/ 5591 h 6345"/>
                  <a:gd name="connsiteX2" fmla="*/ 6602 w 6343"/>
                  <a:gd name="connsiteY2" fmla="*/ 3347 h 6345"/>
                  <a:gd name="connsiteX3" fmla="*/ 5674 w 6343"/>
                  <a:gd name="connsiteY3" fmla="*/ 1104 h 6345"/>
                  <a:gd name="connsiteX4" fmla="*/ 3431 w 6343"/>
                  <a:gd name="connsiteY4" fmla="*/ 174 h 6345"/>
                  <a:gd name="connsiteX5" fmla="*/ 1188 w 6343"/>
                  <a:gd name="connsiteY5" fmla="*/ 1104 h 6345"/>
                  <a:gd name="connsiteX6" fmla="*/ 259 w 6343"/>
                  <a:gd name="connsiteY6" fmla="*/ 3347 h 6345"/>
                  <a:gd name="connsiteX7" fmla="*/ 1188 w 6343"/>
                  <a:gd name="connsiteY7" fmla="*/ 5591 h 6345"/>
                  <a:gd name="connsiteX8" fmla="*/ 3431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0"/>
                    </a:moveTo>
                    <a:cubicBezTo>
                      <a:pt x="4272" y="6520"/>
                      <a:pt x="5079" y="6185"/>
                      <a:pt x="5674" y="5591"/>
                    </a:cubicBezTo>
                    <a:cubicBezTo>
                      <a:pt x="6268" y="4996"/>
                      <a:pt x="6602" y="4188"/>
                      <a:pt x="6602" y="3347"/>
                    </a:cubicBezTo>
                    <a:cubicBezTo>
                      <a:pt x="6602" y="2506"/>
                      <a:pt x="6268" y="1699"/>
                      <a:pt x="5674" y="1104"/>
                    </a:cubicBezTo>
                    <a:cubicBezTo>
                      <a:pt x="5079" y="509"/>
                      <a:pt x="4272" y="174"/>
                      <a:pt x="3431" y="174"/>
                    </a:cubicBezTo>
                    <a:cubicBezTo>
                      <a:pt x="2590" y="174"/>
                      <a:pt x="1783" y="509"/>
                      <a:pt x="1188" y="1104"/>
                    </a:cubicBezTo>
                    <a:cubicBezTo>
                      <a:pt x="594" y="1699"/>
                      <a:pt x="259" y="2506"/>
                      <a:pt x="259" y="3347"/>
                    </a:cubicBezTo>
                    <a:cubicBezTo>
                      <a:pt x="259" y="4188"/>
                      <a:pt x="594" y="4996"/>
                      <a:pt x="1188" y="5591"/>
                    </a:cubicBezTo>
                    <a:cubicBezTo>
                      <a:pt x="1783" y="6185"/>
                      <a:pt x="2590" y="6520"/>
                      <a:pt x="3431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54" name="Freeform: Shape 5153">
                <a:extLst>
                  <a:ext uri="{FF2B5EF4-FFF2-40B4-BE49-F238E27FC236}">
                    <a16:creationId xmlns:a16="http://schemas.microsoft.com/office/drawing/2014/main" id="{4BA530D6-3A94-BA99-4BBB-A1898EA546B9}"/>
                  </a:ext>
                </a:extLst>
              </p:cNvPr>
              <p:cNvSpPr/>
              <p:nvPr/>
            </p:nvSpPr>
            <p:spPr>
              <a:xfrm>
                <a:off x="4142188" y="5693922"/>
                <a:ext cx="6343" cy="6345"/>
              </a:xfrm>
              <a:custGeom>
                <a:avLst/>
                <a:gdLst>
                  <a:gd name="connsiteX0" fmla="*/ 3431 w 6343"/>
                  <a:gd name="connsiteY0" fmla="*/ 6520 h 6345"/>
                  <a:gd name="connsiteX1" fmla="*/ 5674 w 6343"/>
                  <a:gd name="connsiteY1" fmla="*/ 5591 h 6345"/>
                  <a:gd name="connsiteX2" fmla="*/ 6602 w 6343"/>
                  <a:gd name="connsiteY2" fmla="*/ 3347 h 6345"/>
                  <a:gd name="connsiteX3" fmla="*/ 5674 w 6343"/>
                  <a:gd name="connsiteY3" fmla="*/ 1104 h 6345"/>
                  <a:gd name="connsiteX4" fmla="*/ 3431 w 6343"/>
                  <a:gd name="connsiteY4" fmla="*/ 174 h 6345"/>
                  <a:gd name="connsiteX5" fmla="*/ 1188 w 6343"/>
                  <a:gd name="connsiteY5" fmla="*/ 1104 h 6345"/>
                  <a:gd name="connsiteX6" fmla="*/ 259 w 6343"/>
                  <a:gd name="connsiteY6" fmla="*/ 3347 h 6345"/>
                  <a:gd name="connsiteX7" fmla="*/ 1188 w 6343"/>
                  <a:gd name="connsiteY7" fmla="*/ 5591 h 6345"/>
                  <a:gd name="connsiteX8" fmla="*/ 3431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0"/>
                    </a:moveTo>
                    <a:cubicBezTo>
                      <a:pt x="4272" y="6520"/>
                      <a:pt x="5079" y="6186"/>
                      <a:pt x="5674" y="5591"/>
                    </a:cubicBezTo>
                    <a:cubicBezTo>
                      <a:pt x="6268" y="4996"/>
                      <a:pt x="6602" y="4189"/>
                      <a:pt x="6602" y="3347"/>
                    </a:cubicBezTo>
                    <a:cubicBezTo>
                      <a:pt x="6602" y="2506"/>
                      <a:pt x="6268" y="1699"/>
                      <a:pt x="5674" y="1104"/>
                    </a:cubicBezTo>
                    <a:cubicBezTo>
                      <a:pt x="5079" y="509"/>
                      <a:pt x="4272" y="174"/>
                      <a:pt x="3431" y="174"/>
                    </a:cubicBezTo>
                    <a:cubicBezTo>
                      <a:pt x="2590" y="174"/>
                      <a:pt x="1783" y="509"/>
                      <a:pt x="1188" y="1104"/>
                    </a:cubicBezTo>
                    <a:cubicBezTo>
                      <a:pt x="594" y="1699"/>
                      <a:pt x="259" y="2506"/>
                      <a:pt x="259" y="3347"/>
                    </a:cubicBezTo>
                    <a:cubicBezTo>
                      <a:pt x="259" y="4189"/>
                      <a:pt x="594" y="4996"/>
                      <a:pt x="1188" y="5591"/>
                    </a:cubicBezTo>
                    <a:cubicBezTo>
                      <a:pt x="1783" y="6186"/>
                      <a:pt x="2590" y="6520"/>
                      <a:pt x="3431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55" name="Freeform: Shape 5154">
                <a:extLst>
                  <a:ext uri="{FF2B5EF4-FFF2-40B4-BE49-F238E27FC236}">
                    <a16:creationId xmlns:a16="http://schemas.microsoft.com/office/drawing/2014/main" id="{6A0576FA-38A8-8873-D008-560C407835A1}"/>
                  </a:ext>
                </a:extLst>
              </p:cNvPr>
              <p:cNvSpPr/>
              <p:nvPr/>
            </p:nvSpPr>
            <p:spPr>
              <a:xfrm>
                <a:off x="4144562" y="5695260"/>
                <a:ext cx="6343" cy="6345"/>
              </a:xfrm>
              <a:custGeom>
                <a:avLst/>
                <a:gdLst>
                  <a:gd name="connsiteX0" fmla="*/ 3431 w 6343"/>
                  <a:gd name="connsiteY0" fmla="*/ 6520 h 6345"/>
                  <a:gd name="connsiteX1" fmla="*/ 5674 w 6343"/>
                  <a:gd name="connsiteY1" fmla="*/ 5591 h 6345"/>
                  <a:gd name="connsiteX2" fmla="*/ 6603 w 6343"/>
                  <a:gd name="connsiteY2" fmla="*/ 3347 h 6345"/>
                  <a:gd name="connsiteX3" fmla="*/ 5674 w 6343"/>
                  <a:gd name="connsiteY3" fmla="*/ 1104 h 6345"/>
                  <a:gd name="connsiteX4" fmla="*/ 3431 w 6343"/>
                  <a:gd name="connsiteY4" fmla="*/ 175 h 6345"/>
                  <a:gd name="connsiteX5" fmla="*/ 1188 w 6343"/>
                  <a:gd name="connsiteY5" fmla="*/ 1104 h 6345"/>
                  <a:gd name="connsiteX6" fmla="*/ 260 w 6343"/>
                  <a:gd name="connsiteY6" fmla="*/ 3347 h 6345"/>
                  <a:gd name="connsiteX7" fmla="*/ 1188 w 6343"/>
                  <a:gd name="connsiteY7" fmla="*/ 5591 h 6345"/>
                  <a:gd name="connsiteX8" fmla="*/ 3431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0"/>
                    </a:moveTo>
                    <a:cubicBezTo>
                      <a:pt x="4272" y="6520"/>
                      <a:pt x="5079" y="6186"/>
                      <a:pt x="5674" y="5591"/>
                    </a:cubicBezTo>
                    <a:cubicBezTo>
                      <a:pt x="6268" y="4996"/>
                      <a:pt x="6603" y="4189"/>
                      <a:pt x="6603" y="3347"/>
                    </a:cubicBezTo>
                    <a:cubicBezTo>
                      <a:pt x="6603" y="2506"/>
                      <a:pt x="6268" y="1699"/>
                      <a:pt x="5674" y="1104"/>
                    </a:cubicBezTo>
                    <a:cubicBezTo>
                      <a:pt x="5079" y="509"/>
                      <a:pt x="4272" y="175"/>
                      <a:pt x="3431" y="175"/>
                    </a:cubicBezTo>
                    <a:cubicBezTo>
                      <a:pt x="2590" y="175"/>
                      <a:pt x="1783" y="509"/>
                      <a:pt x="1188" y="1104"/>
                    </a:cubicBezTo>
                    <a:cubicBezTo>
                      <a:pt x="594" y="1699"/>
                      <a:pt x="260" y="2506"/>
                      <a:pt x="260" y="3347"/>
                    </a:cubicBezTo>
                    <a:cubicBezTo>
                      <a:pt x="260" y="4189"/>
                      <a:pt x="594" y="4996"/>
                      <a:pt x="1188" y="5591"/>
                    </a:cubicBezTo>
                    <a:cubicBezTo>
                      <a:pt x="1783" y="6186"/>
                      <a:pt x="2590" y="6520"/>
                      <a:pt x="3431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56" name="Freeform: Shape 5155">
                <a:extLst>
                  <a:ext uri="{FF2B5EF4-FFF2-40B4-BE49-F238E27FC236}">
                    <a16:creationId xmlns:a16="http://schemas.microsoft.com/office/drawing/2014/main" id="{FA399F19-FADA-07D4-8847-B90D194D3FB9}"/>
                  </a:ext>
                </a:extLst>
              </p:cNvPr>
              <p:cNvSpPr/>
              <p:nvPr/>
            </p:nvSpPr>
            <p:spPr>
              <a:xfrm>
                <a:off x="4144481" y="5696973"/>
                <a:ext cx="6343" cy="6345"/>
              </a:xfrm>
              <a:custGeom>
                <a:avLst/>
                <a:gdLst>
                  <a:gd name="connsiteX0" fmla="*/ 3431 w 6343"/>
                  <a:gd name="connsiteY0" fmla="*/ 6520 h 6345"/>
                  <a:gd name="connsiteX1" fmla="*/ 5674 w 6343"/>
                  <a:gd name="connsiteY1" fmla="*/ 5591 h 6345"/>
                  <a:gd name="connsiteX2" fmla="*/ 6603 w 6343"/>
                  <a:gd name="connsiteY2" fmla="*/ 3347 h 6345"/>
                  <a:gd name="connsiteX3" fmla="*/ 5674 w 6343"/>
                  <a:gd name="connsiteY3" fmla="*/ 1104 h 6345"/>
                  <a:gd name="connsiteX4" fmla="*/ 3431 w 6343"/>
                  <a:gd name="connsiteY4" fmla="*/ 175 h 6345"/>
                  <a:gd name="connsiteX5" fmla="*/ 1188 w 6343"/>
                  <a:gd name="connsiteY5" fmla="*/ 1104 h 6345"/>
                  <a:gd name="connsiteX6" fmla="*/ 260 w 6343"/>
                  <a:gd name="connsiteY6" fmla="*/ 3347 h 6345"/>
                  <a:gd name="connsiteX7" fmla="*/ 1188 w 6343"/>
                  <a:gd name="connsiteY7" fmla="*/ 5591 h 6345"/>
                  <a:gd name="connsiteX8" fmla="*/ 3431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0"/>
                    </a:moveTo>
                    <a:cubicBezTo>
                      <a:pt x="4272" y="6520"/>
                      <a:pt x="5079" y="6186"/>
                      <a:pt x="5674" y="5591"/>
                    </a:cubicBezTo>
                    <a:cubicBezTo>
                      <a:pt x="6268" y="4996"/>
                      <a:pt x="6603" y="4189"/>
                      <a:pt x="6603" y="3347"/>
                    </a:cubicBezTo>
                    <a:cubicBezTo>
                      <a:pt x="6603" y="2506"/>
                      <a:pt x="6268" y="1699"/>
                      <a:pt x="5674" y="1104"/>
                    </a:cubicBezTo>
                    <a:cubicBezTo>
                      <a:pt x="5079" y="509"/>
                      <a:pt x="4272" y="175"/>
                      <a:pt x="3431" y="175"/>
                    </a:cubicBezTo>
                    <a:cubicBezTo>
                      <a:pt x="2590" y="175"/>
                      <a:pt x="1783" y="509"/>
                      <a:pt x="1188" y="1104"/>
                    </a:cubicBezTo>
                    <a:cubicBezTo>
                      <a:pt x="594" y="1699"/>
                      <a:pt x="260" y="2506"/>
                      <a:pt x="260" y="3347"/>
                    </a:cubicBezTo>
                    <a:cubicBezTo>
                      <a:pt x="260" y="4189"/>
                      <a:pt x="594" y="4996"/>
                      <a:pt x="1188" y="5591"/>
                    </a:cubicBezTo>
                    <a:cubicBezTo>
                      <a:pt x="1783" y="6186"/>
                      <a:pt x="2590" y="6520"/>
                      <a:pt x="3431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57" name="Freeform: Shape 5156">
                <a:extLst>
                  <a:ext uri="{FF2B5EF4-FFF2-40B4-BE49-F238E27FC236}">
                    <a16:creationId xmlns:a16="http://schemas.microsoft.com/office/drawing/2014/main" id="{2F9A1F72-4156-852A-558B-F14ED1C7C1C4}"/>
                  </a:ext>
                </a:extLst>
              </p:cNvPr>
              <p:cNvSpPr/>
              <p:nvPr/>
            </p:nvSpPr>
            <p:spPr>
              <a:xfrm>
                <a:off x="4145822" y="5698489"/>
                <a:ext cx="6343" cy="6345"/>
              </a:xfrm>
              <a:custGeom>
                <a:avLst/>
                <a:gdLst>
                  <a:gd name="connsiteX0" fmla="*/ 3431 w 6343"/>
                  <a:gd name="connsiteY0" fmla="*/ 6520 h 6345"/>
                  <a:gd name="connsiteX1" fmla="*/ 5674 w 6343"/>
                  <a:gd name="connsiteY1" fmla="*/ 5591 h 6345"/>
                  <a:gd name="connsiteX2" fmla="*/ 6603 w 6343"/>
                  <a:gd name="connsiteY2" fmla="*/ 3348 h 6345"/>
                  <a:gd name="connsiteX3" fmla="*/ 5674 w 6343"/>
                  <a:gd name="connsiteY3" fmla="*/ 1104 h 6345"/>
                  <a:gd name="connsiteX4" fmla="*/ 3431 w 6343"/>
                  <a:gd name="connsiteY4" fmla="*/ 175 h 6345"/>
                  <a:gd name="connsiteX5" fmla="*/ 1189 w 6343"/>
                  <a:gd name="connsiteY5" fmla="*/ 1104 h 6345"/>
                  <a:gd name="connsiteX6" fmla="*/ 260 w 6343"/>
                  <a:gd name="connsiteY6" fmla="*/ 3348 h 6345"/>
                  <a:gd name="connsiteX7" fmla="*/ 1189 w 6343"/>
                  <a:gd name="connsiteY7" fmla="*/ 5591 h 6345"/>
                  <a:gd name="connsiteX8" fmla="*/ 3431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0"/>
                    </a:moveTo>
                    <a:cubicBezTo>
                      <a:pt x="4272" y="6520"/>
                      <a:pt x="5079" y="6186"/>
                      <a:pt x="5674" y="5591"/>
                    </a:cubicBezTo>
                    <a:cubicBezTo>
                      <a:pt x="6269" y="4996"/>
                      <a:pt x="6603" y="4189"/>
                      <a:pt x="6603" y="3348"/>
                    </a:cubicBezTo>
                    <a:cubicBezTo>
                      <a:pt x="6603" y="2506"/>
                      <a:pt x="6269" y="1699"/>
                      <a:pt x="5674" y="1104"/>
                    </a:cubicBezTo>
                    <a:cubicBezTo>
                      <a:pt x="5079" y="509"/>
                      <a:pt x="4272" y="175"/>
                      <a:pt x="3431" y="175"/>
                    </a:cubicBezTo>
                    <a:cubicBezTo>
                      <a:pt x="2590" y="175"/>
                      <a:pt x="1783" y="509"/>
                      <a:pt x="1189" y="1104"/>
                    </a:cubicBezTo>
                    <a:cubicBezTo>
                      <a:pt x="594" y="1699"/>
                      <a:pt x="260" y="2506"/>
                      <a:pt x="260" y="3348"/>
                    </a:cubicBezTo>
                    <a:cubicBezTo>
                      <a:pt x="260" y="4189"/>
                      <a:pt x="594" y="4996"/>
                      <a:pt x="1189" y="5591"/>
                    </a:cubicBezTo>
                    <a:cubicBezTo>
                      <a:pt x="1783" y="6186"/>
                      <a:pt x="2590" y="6520"/>
                      <a:pt x="3431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58" name="Freeform: Shape 5157">
                <a:extLst>
                  <a:ext uri="{FF2B5EF4-FFF2-40B4-BE49-F238E27FC236}">
                    <a16:creationId xmlns:a16="http://schemas.microsoft.com/office/drawing/2014/main" id="{7BF164BE-1C7D-DC94-9B04-37D32E656EE7}"/>
                  </a:ext>
                </a:extLst>
              </p:cNvPr>
              <p:cNvSpPr/>
              <p:nvPr/>
            </p:nvSpPr>
            <p:spPr>
              <a:xfrm>
                <a:off x="4147156" y="5700019"/>
                <a:ext cx="6343" cy="6345"/>
              </a:xfrm>
              <a:custGeom>
                <a:avLst/>
                <a:gdLst>
                  <a:gd name="connsiteX0" fmla="*/ 3431 w 6343"/>
                  <a:gd name="connsiteY0" fmla="*/ 6520 h 6345"/>
                  <a:gd name="connsiteX1" fmla="*/ 5674 w 6343"/>
                  <a:gd name="connsiteY1" fmla="*/ 5591 h 6345"/>
                  <a:gd name="connsiteX2" fmla="*/ 6603 w 6343"/>
                  <a:gd name="connsiteY2" fmla="*/ 3348 h 6345"/>
                  <a:gd name="connsiteX3" fmla="*/ 5674 w 6343"/>
                  <a:gd name="connsiteY3" fmla="*/ 1104 h 6345"/>
                  <a:gd name="connsiteX4" fmla="*/ 3431 w 6343"/>
                  <a:gd name="connsiteY4" fmla="*/ 175 h 6345"/>
                  <a:gd name="connsiteX5" fmla="*/ 1189 w 6343"/>
                  <a:gd name="connsiteY5" fmla="*/ 1104 h 6345"/>
                  <a:gd name="connsiteX6" fmla="*/ 260 w 6343"/>
                  <a:gd name="connsiteY6" fmla="*/ 3348 h 6345"/>
                  <a:gd name="connsiteX7" fmla="*/ 1189 w 6343"/>
                  <a:gd name="connsiteY7" fmla="*/ 5591 h 6345"/>
                  <a:gd name="connsiteX8" fmla="*/ 3431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0"/>
                    </a:moveTo>
                    <a:cubicBezTo>
                      <a:pt x="4272" y="6520"/>
                      <a:pt x="5079" y="6186"/>
                      <a:pt x="5674" y="5591"/>
                    </a:cubicBezTo>
                    <a:cubicBezTo>
                      <a:pt x="6269" y="4996"/>
                      <a:pt x="6603" y="4189"/>
                      <a:pt x="6603" y="3348"/>
                    </a:cubicBezTo>
                    <a:cubicBezTo>
                      <a:pt x="6603" y="2506"/>
                      <a:pt x="6269" y="1699"/>
                      <a:pt x="5674" y="1104"/>
                    </a:cubicBezTo>
                    <a:cubicBezTo>
                      <a:pt x="5079" y="509"/>
                      <a:pt x="4272" y="175"/>
                      <a:pt x="3431" y="175"/>
                    </a:cubicBezTo>
                    <a:cubicBezTo>
                      <a:pt x="2590" y="175"/>
                      <a:pt x="1783" y="509"/>
                      <a:pt x="1189" y="1104"/>
                    </a:cubicBezTo>
                    <a:cubicBezTo>
                      <a:pt x="594" y="1699"/>
                      <a:pt x="260" y="2506"/>
                      <a:pt x="260" y="3348"/>
                    </a:cubicBezTo>
                    <a:cubicBezTo>
                      <a:pt x="260" y="4189"/>
                      <a:pt x="594" y="4996"/>
                      <a:pt x="1189" y="5591"/>
                    </a:cubicBezTo>
                    <a:cubicBezTo>
                      <a:pt x="1783" y="6186"/>
                      <a:pt x="2590" y="6520"/>
                      <a:pt x="3431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59" name="Freeform: Shape 5158">
                <a:extLst>
                  <a:ext uri="{FF2B5EF4-FFF2-40B4-BE49-F238E27FC236}">
                    <a16:creationId xmlns:a16="http://schemas.microsoft.com/office/drawing/2014/main" id="{A8D9D30A-F5F6-9A74-6784-E412C3059754}"/>
                  </a:ext>
                </a:extLst>
              </p:cNvPr>
              <p:cNvSpPr/>
              <p:nvPr/>
            </p:nvSpPr>
            <p:spPr>
              <a:xfrm>
                <a:off x="4140745" y="5702519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3 w 6343"/>
                  <a:gd name="connsiteY1" fmla="*/ 5591 h 6345"/>
                  <a:gd name="connsiteX2" fmla="*/ 6602 w 6343"/>
                  <a:gd name="connsiteY2" fmla="*/ 3348 h 6345"/>
                  <a:gd name="connsiteX3" fmla="*/ 5673 w 6343"/>
                  <a:gd name="connsiteY3" fmla="*/ 1104 h 6345"/>
                  <a:gd name="connsiteX4" fmla="*/ 3431 w 6343"/>
                  <a:gd name="connsiteY4" fmla="*/ 175 h 6345"/>
                  <a:gd name="connsiteX5" fmla="*/ 1188 w 6343"/>
                  <a:gd name="connsiteY5" fmla="*/ 1104 h 6345"/>
                  <a:gd name="connsiteX6" fmla="*/ 259 w 6343"/>
                  <a:gd name="connsiteY6" fmla="*/ 3348 h 6345"/>
                  <a:gd name="connsiteX7" fmla="*/ 1188 w 6343"/>
                  <a:gd name="connsiteY7" fmla="*/ 5591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6"/>
                      <a:pt x="5673" y="5591"/>
                    </a:cubicBezTo>
                    <a:cubicBezTo>
                      <a:pt x="6268" y="4996"/>
                      <a:pt x="6602" y="4189"/>
                      <a:pt x="6602" y="3348"/>
                    </a:cubicBezTo>
                    <a:cubicBezTo>
                      <a:pt x="6602" y="2506"/>
                      <a:pt x="6268" y="1699"/>
                      <a:pt x="5673" y="1104"/>
                    </a:cubicBezTo>
                    <a:cubicBezTo>
                      <a:pt x="5079" y="509"/>
                      <a:pt x="4272" y="175"/>
                      <a:pt x="3431" y="175"/>
                    </a:cubicBezTo>
                    <a:cubicBezTo>
                      <a:pt x="2590" y="175"/>
                      <a:pt x="1783" y="509"/>
                      <a:pt x="1188" y="1104"/>
                    </a:cubicBezTo>
                    <a:cubicBezTo>
                      <a:pt x="593" y="1699"/>
                      <a:pt x="259" y="2506"/>
                      <a:pt x="259" y="3348"/>
                    </a:cubicBezTo>
                    <a:cubicBezTo>
                      <a:pt x="259" y="4189"/>
                      <a:pt x="593" y="4996"/>
                      <a:pt x="1188" y="5591"/>
                    </a:cubicBezTo>
                    <a:cubicBezTo>
                      <a:pt x="1783" y="6186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60" name="Freeform: Shape 5159">
                <a:extLst>
                  <a:ext uri="{FF2B5EF4-FFF2-40B4-BE49-F238E27FC236}">
                    <a16:creationId xmlns:a16="http://schemas.microsoft.com/office/drawing/2014/main" id="{2F8766EF-DD39-959B-41EA-AA84F9843301}"/>
                  </a:ext>
                </a:extLst>
              </p:cNvPr>
              <p:cNvSpPr/>
              <p:nvPr/>
            </p:nvSpPr>
            <p:spPr>
              <a:xfrm>
                <a:off x="4142009" y="5704038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1 h 6345"/>
                  <a:gd name="connsiteX2" fmla="*/ 6602 w 6343"/>
                  <a:gd name="connsiteY2" fmla="*/ 3348 h 6345"/>
                  <a:gd name="connsiteX3" fmla="*/ 5674 w 6343"/>
                  <a:gd name="connsiteY3" fmla="*/ 1105 h 6345"/>
                  <a:gd name="connsiteX4" fmla="*/ 3431 w 6343"/>
                  <a:gd name="connsiteY4" fmla="*/ 175 h 6345"/>
                  <a:gd name="connsiteX5" fmla="*/ 1188 w 6343"/>
                  <a:gd name="connsiteY5" fmla="*/ 1105 h 6345"/>
                  <a:gd name="connsiteX6" fmla="*/ 259 w 6343"/>
                  <a:gd name="connsiteY6" fmla="*/ 3348 h 6345"/>
                  <a:gd name="connsiteX7" fmla="*/ 1188 w 6343"/>
                  <a:gd name="connsiteY7" fmla="*/ 5591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6"/>
                      <a:pt x="5674" y="5591"/>
                    </a:cubicBezTo>
                    <a:cubicBezTo>
                      <a:pt x="6268" y="4996"/>
                      <a:pt x="6602" y="4189"/>
                      <a:pt x="6602" y="3348"/>
                    </a:cubicBezTo>
                    <a:cubicBezTo>
                      <a:pt x="6602" y="2507"/>
                      <a:pt x="6268" y="1700"/>
                      <a:pt x="5674" y="1105"/>
                    </a:cubicBezTo>
                    <a:cubicBezTo>
                      <a:pt x="5079" y="510"/>
                      <a:pt x="4272" y="175"/>
                      <a:pt x="3431" y="175"/>
                    </a:cubicBezTo>
                    <a:cubicBezTo>
                      <a:pt x="2590" y="175"/>
                      <a:pt x="1783" y="510"/>
                      <a:pt x="1188" y="1105"/>
                    </a:cubicBezTo>
                    <a:cubicBezTo>
                      <a:pt x="594" y="1700"/>
                      <a:pt x="259" y="2507"/>
                      <a:pt x="259" y="3348"/>
                    </a:cubicBezTo>
                    <a:cubicBezTo>
                      <a:pt x="259" y="4189"/>
                      <a:pt x="594" y="4996"/>
                      <a:pt x="1188" y="5591"/>
                    </a:cubicBezTo>
                    <a:cubicBezTo>
                      <a:pt x="1783" y="6186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61" name="Freeform: Shape 5160">
                <a:extLst>
                  <a:ext uri="{FF2B5EF4-FFF2-40B4-BE49-F238E27FC236}">
                    <a16:creationId xmlns:a16="http://schemas.microsoft.com/office/drawing/2014/main" id="{D6BDEA55-15E3-8F7A-1D30-C8EF7DDA95ED}"/>
                  </a:ext>
                </a:extLst>
              </p:cNvPr>
              <p:cNvSpPr/>
              <p:nvPr/>
            </p:nvSpPr>
            <p:spPr>
              <a:xfrm>
                <a:off x="4143311" y="5705566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3 w 6343"/>
                  <a:gd name="connsiteY2" fmla="*/ 3348 h 6345"/>
                  <a:gd name="connsiteX3" fmla="*/ 5674 w 6343"/>
                  <a:gd name="connsiteY3" fmla="*/ 1105 h 6345"/>
                  <a:gd name="connsiteX4" fmla="*/ 3431 w 6343"/>
                  <a:gd name="connsiteY4" fmla="*/ 175 h 6345"/>
                  <a:gd name="connsiteX5" fmla="*/ 1188 w 6343"/>
                  <a:gd name="connsiteY5" fmla="*/ 1105 h 6345"/>
                  <a:gd name="connsiteX6" fmla="*/ 259 w 6343"/>
                  <a:gd name="connsiteY6" fmla="*/ 3348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8" y="4997"/>
                      <a:pt x="6603" y="4190"/>
                      <a:pt x="6603" y="3348"/>
                    </a:cubicBezTo>
                    <a:cubicBezTo>
                      <a:pt x="6603" y="2507"/>
                      <a:pt x="6268" y="1700"/>
                      <a:pt x="5674" y="1105"/>
                    </a:cubicBezTo>
                    <a:cubicBezTo>
                      <a:pt x="5079" y="510"/>
                      <a:pt x="4272" y="175"/>
                      <a:pt x="3431" y="175"/>
                    </a:cubicBezTo>
                    <a:cubicBezTo>
                      <a:pt x="2590" y="175"/>
                      <a:pt x="1783" y="510"/>
                      <a:pt x="1188" y="1105"/>
                    </a:cubicBezTo>
                    <a:cubicBezTo>
                      <a:pt x="594" y="1700"/>
                      <a:pt x="259" y="2507"/>
                      <a:pt x="259" y="3348"/>
                    </a:cubicBezTo>
                    <a:cubicBezTo>
                      <a:pt x="259" y="4190"/>
                      <a:pt x="594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62" name="Freeform: Shape 5161">
                <a:extLst>
                  <a:ext uri="{FF2B5EF4-FFF2-40B4-BE49-F238E27FC236}">
                    <a16:creationId xmlns:a16="http://schemas.microsoft.com/office/drawing/2014/main" id="{A95FFDF8-30D7-EAB4-C05F-8F7F79C8DCF8}"/>
                  </a:ext>
                </a:extLst>
              </p:cNvPr>
              <p:cNvSpPr/>
              <p:nvPr/>
            </p:nvSpPr>
            <p:spPr>
              <a:xfrm>
                <a:off x="4143490" y="5707225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3 w 6343"/>
                  <a:gd name="connsiteY2" fmla="*/ 3348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8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8" y="4997"/>
                      <a:pt x="6603" y="4190"/>
                      <a:pt x="6603" y="3348"/>
                    </a:cubicBezTo>
                    <a:cubicBezTo>
                      <a:pt x="6603" y="2507"/>
                      <a:pt x="6268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4" y="1700"/>
                      <a:pt x="259" y="2507"/>
                      <a:pt x="259" y="3348"/>
                    </a:cubicBezTo>
                    <a:cubicBezTo>
                      <a:pt x="259" y="4190"/>
                      <a:pt x="594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63" name="Freeform: Shape 5162">
                <a:extLst>
                  <a:ext uri="{FF2B5EF4-FFF2-40B4-BE49-F238E27FC236}">
                    <a16:creationId xmlns:a16="http://schemas.microsoft.com/office/drawing/2014/main" id="{C5141EB2-38FB-ADB0-3766-15C59EAADC34}"/>
                  </a:ext>
                </a:extLst>
              </p:cNvPr>
              <p:cNvSpPr/>
              <p:nvPr/>
            </p:nvSpPr>
            <p:spPr>
              <a:xfrm>
                <a:off x="4141476" y="5709101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3 w 6343"/>
                  <a:gd name="connsiteY1" fmla="*/ 5592 h 6345"/>
                  <a:gd name="connsiteX2" fmla="*/ 6602 w 6343"/>
                  <a:gd name="connsiteY2" fmla="*/ 3348 h 6345"/>
                  <a:gd name="connsiteX3" fmla="*/ 5673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8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3" y="5592"/>
                    </a:cubicBezTo>
                    <a:cubicBezTo>
                      <a:pt x="6268" y="4997"/>
                      <a:pt x="6602" y="4190"/>
                      <a:pt x="6602" y="3348"/>
                    </a:cubicBezTo>
                    <a:cubicBezTo>
                      <a:pt x="6602" y="2507"/>
                      <a:pt x="6268" y="1700"/>
                      <a:pt x="5673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3" y="1700"/>
                      <a:pt x="259" y="2507"/>
                      <a:pt x="259" y="3348"/>
                    </a:cubicBezTo>
                    <a:cubicBezTo>
                      <a:pt x="259" y="4190"/>
                      <a:pt x="593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64" name="Freeform: Shape 5163">
                <a:extLst>
                  <a:ext uri="{FF2B5EF4-FFF2-40B4-BE49-F238E27FC236}">
                    <a16:creationId xmlns:a16="http://schemas.microsoft.com/office/drawing/2014/main" id="{333942C9-A334-0236-F765-E32F088498DA}"/>
                  </a:ext>
                </a:extLst>
              </p:cNvPr>
              <p:cNvSpPr/>
              <p:nvPr/>
            </p:nvSpPr>
            <p:spPr>
              <a:xfrm>
                <a:off x="4141912" y="5710723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2 w 6343"/>
                  <a:gd name="connsiteY2" fmla="*/ 3349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8" y="4997"/>
                      <a:pt x="6602" y="4190"/>
                      <a:pt x="6602" y="3349"/>
                    </a:cubicBezTo>
                    <a:cubicBezTo>
                      <a:pt x="6602" y="2507"/>
                      <a:pt x="6268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3" y="1700"/>
                      <a:pt x="259" y="2507"/>
                      <a:pt x="259" y="3349"/>
                    </a:cubicBezTo>
                    <a:cubicBezTo>
                      <a:pt x="259" y="4190"/>
                      <a:pt x="593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65" name="Freeform: Shape 5164">
                <a:extLst>
                  <a:ext uri="{FF2B5EF4-FFF2-40B4-BE49-F238E27FC236}">
                    <a16:creationId xmlns:a16="http://schemas.microsoft.com/office/drawing/2014/main" id="{0BDEBDA1-D69D-8DE3-B27F-08E34AC2FAFF}"/>
                  </a:ext>
                </a:extLst>
              </p:cNvPr>
              <p:cNvSpPr/>
              <p:nvPr/>
            </p:nvSpPr>
            <p:spPr>
              <a:xfrm>
                <a:off x="4142432" y="5712341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2 w 6343"/>
                  <a:gd name="connsiteY2" fmla="*/ 3349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8" y="4997"/>
                      <a:pt x="6602" y="4190"/>
                      <a:pt x="6602" y="3349"/>
                    </a:cubicBezTo>
                    <a:cubicBezTo>
                      <a:pt x="6602" y="2507"/>
                      <a:pt x="6268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4" y="1700"/>
                      <a:pt x="259" y="2507"/>
                      <a:pt x="259" y="3349"/>
                    </a:cubicBezTo>
                    <a:cubicBezTo>
                      <a:pt x="259" y="4190"/>
                      <a:pt x="594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66" name="Freeform: Shape 5165">
                <a:extLst>
                  <a:ext uri="{FF2B5EF4-FFF2-40B4-BE49-F238E27FC236}">
                    <a16:creationId xmlns:a16="http://schemas.microsoft.com/office/drawing/2014/main" id="{204F3386-BFD4-3387-AEB9-F2BE39A765E8}"/>
                  </a:ext>
                </a:extLst>
              </p:cNvPr>
              <p:cNvSpPr/>
              <p:nvPr/>
            </p:nvSpPr>
            <p:spPr>
              <a:xfrm>
                <a:off x="4142756" y="5713980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2 w 6343"/>
                  <a:gd name="connsiteY2" fmla="*/ 3349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8" y="4997"/>
                      <a:pt x="6602" y="4190"/>
                      <a:pt x="6602" y="3349"/>
                    </a:cubicBezTo>
                    <a:cubicBezTo>
                      <a:pt x="6602" y="2507"/>
                      <a:pt x="6268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4" y="1700"/>
                      <a:pt x="259" y="2507"/>
                      <a:pt x="259" y="3349"/>
                    </a:cubicBezTo>
                    <a:cubicBezTo>
                      <a:pt x="259" y="4190"/>
                      <a:pt x="594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67" name="Freeform: Shape 5166">
                <a:extLst>
                  <a:ext uri="{FF2B5EF4-FFF2-40B4-BE49-F238E27FC236}">
                    <a16:creationId xmlns:a16="http://schemas.microsoft.com/office/drawing/2014/main" id="{366D80D1-2D3D-384C-507B-4E03E92D5B74}"/>
                  </a:ext>
                </a:extLst>
              </p:cNvPr>
              <p:cNvSpPr/>
              <p:nvPr/>
            </p:nvSpPr>
            <p:spPr>
              <a:xfrm>
                <a:off x="4142650" y="5715653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4 w 6343"/>
                  <a:gd name="connsiteY1" fmla="*/ 5592 h 6345"/>
                  <a:gd name="connsiteX2" fmla="*/ 6602 w 6343"/>
                  <a:gd name="connsiteY2" fmla="*/ 3349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7"/>
                      <a:pt x="5674" y="5592"/>
                    </a:cubicBezTo>
                    <a:cubicBezTo>
                      <a:pt x="6268" y="4997"/>
                      <a:pt x="6602" y="4190"/>
                      <a:pt x="6602" y="3349"/>
                    </a:cubicBezTo>
                    <a:cubicBezTo>
                      <a:pt x="6602" y="2507"/>
                      <a:pt x="6268" y="1700"/>
                      <a:pt x="5674" y="1105"/>
                    </a:cubicBezTo>
                    <a:cubicBezTo>
                      <a:pt x="5079" y="511"/>
                      <a:pt x="4272" y="176"/>
                      <a:pt x="3431" y="176"/>
                    </a:cubicBezTo>
                    <a:cubicBezTo>
                      <a:pt x="2590" y="176"/>
                      <a:pt x="1783" y="511"/>
                      <a:pt x="1188" y="1105"/>
                    </a:cubicBezTo>
                    <a:cubicBezTo>
                      <a:pt x="594" y="1700"/>
                      <a:pt x="259" y="2507"/>
                      <a:pt x="259" y="3349"/>
                    </a:cubicBezTo>
                    <a:cubicBezTo>
                      <a:pt x="259" y="4190"/>
                      <a:pt x="594" y="4997"/>
                      <a:pt x="1188" y="5592"/>
                    </a:cubicBezTo>
                    <a:cubicBezTo>
                      <a:pt x="1783" y="6187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68" name="Freeform: Shape 5167">
                <a:extLst>
                  <a:ext uri="{FF2B5EF4-FFF2-40B4-BE49-F238E27FC236}">
                    <a16:creationId xmlns:a16="http://schemas.microsoft.com/office/drawing/2014/main" id="{351FD673-F9C4-F314-89F1-3D6789DDF52E}"/>
                  </a:ext>
                </a:extLst>
              </p:cNvPr>
              <p:cNvSpPr/>
              <p:nvPr/>
            </p:nvSpPr>
            <p:spPr>
              <a:xfrm>
                <a:off x="4142302" y="5717340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4 w 6343"/>
                  <a:gd name="connsiteY1" fmla="*/ 5592 h 6345"/>
                  <a:gd name="connsiteX2" fmla="*/ 6602 w 6343"/>
                  <a:gd name="connsiteY2" fmla="*/ 3349 h 6345"/>
                  <a:gd name="connsiteX3" fmla="*/ 5674 w 6343"/>
                  <a:gd name="connsiteY3" fmla="*/ 1106 h 6345"/>
                  <a:gd name="connsiteX4" fmla="*/ 3431 w 6343"/>
                  <a:gd name="connsiteY4" fmla="*/ 176 h 6345"/>
                  <a:gd name="connsiteX5" fmla="*/ 1188 w 6343"/>
                  <a:gd name="connsiteY5" fmla="*/ 1106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7"/>
                      <a:pt x="5674" y="5592"/>
                    </a:cubicBezTo>
                    <a:cubicBezTo>
                      <a:pt x="6268" y="4998"/>
                      <a:pt x="6602" y="4190"/>
                      <a:pt x="6602" y="3349"/>
                    </a:cubicBezTo>
                    <a:cubicBezTo>
                      <a:pt x="6602" y="2508"/>
                      <a:pt x="6268" y="1701"/>
                      <a:pt x="5674" y="1106"/>
                    </a:cubicBezTo>
                    <a:cubicBezTo>
                      <a:pt x="5079" y="511"/>
                      <a:pt x="4272" y="176"/>
                      <a:pt x="3431" y="176"/>
                    </a:cubicBezTo>
                    <a:cubicBezTo>
                      <a:pt x="2590" y="176"/>
                      <a:pt x="1783" y="511"/>
                      <a:pt x="1188" y="1106"/>
                    </a:cubicBezTo>
                    <a:cubicBezTo>
                      <a:pt x="594" y="1701"/>
                      <a:pt x="259" y="2508"/>
                      <a:pt x="259" y="3349"/>
                    </a:cubicBezTo>
                    <a:cubicBezTo>
                      <a:pt x="259" y="4190"/>
                      <a:pt x="594" y="4998"/>
                      <a:pt x="1188" y="5592"/>
                    </a:cubicBezTo>
                    <a:cubicBezTo>
                      <a:pt x="1783" y="6187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69" name="Freeform: Shape 5168">
                <a:extLst>
                  <a:ext uri="{FF2B5EF4-FFF2-40B4-BE49-F238E27FC236}">
                    <a16:creationId xmlns:a16="http://schemas.microsoft.com/office/drawing/2014/main" id="{75903FF0-9D59-E6D2-368B-A8FF8D4E601B}"/>
                  </a:ext>
                </a:extLst>
              </p:cNvPr>
              <p:cNvSpPr/>
              <p:nvPr/>
            </p:nvSpPr>
            <p:spPr>
              <a:xfrm>
                <a:off x="4142269" y="5719001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4 w 6343"/>
                  <a:gd name="connsiteY1" fmla="*/ 5593 h 6345"/>
                  <a:gd name="connsiteX2" fmla="*/ 6602 w 6343"/>
                  <a:gd name="connsiteY2" fmla="*/ 3349 h 6345"/>
                  <a:gd name="connsiteX3" fmla="*/ 5674 w 6343"/>
                  <a:gd name="connsiteY3" fmla="*/ 1106 h 6345"/>
                  <a:gd name="connsiteX4" fmla="*/ 3431 w 6343"/>
                  <a:gd name="connsiteY4" fmla="*/ 176 h 6345"/>
                  <a:gd name="connsiteX5" fmla="*/ 1188 w 6343"/>
                  <a:gd name="connsiteY5" fmla="*/ 1106 h 6345"/>
                  <a:gd name="connsiteX6" fmla="*/ 259 w 6343"/>
                  <a:gd name="connsiteY6" fmla="*/ 3349 h 6345"/>
                  <a:gd name="connsiteX7" fmla="*/ 1188 w 6343"/>
                  <a:gd name="connsiteY7" fmla="*/ 5593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8"/>
                      <a:pt x="5674" y="5593"/>
                    </a:cubicBezTo>
                    <a:cubicBezTo>
                      <a:pt x="6268" y="4998"/>
                      <a:pt x="6602" y="4191"/>
                      <a:pt x="6602" y="3349"/>
                    </a:cubicBezTo>
                    <a:cubicBezTo>
                      <a:pt x="6602" y="2508"/>
                      <a:pt x="6268" y="1701"/>
                      <a:pt x="5674" y="1106"/>
                    </a:cubicBezTo>
                    <a:cubicBezTo>
                      <a:pt x="5079" y="511"/>
                      <a:pt x="4272" y="176"/>
                      <a:pt x="3431" y="176"/>
                    </a:cubicBezTo>
                    <a:cubicBezTo>
                      <a:pt x="2590" y="176"/>
                      <a:pt x="1783" y="511"/>
                      <a:pt x="1188" y="1106"/>
                    </a:cubicBezTo>
                    <a:cubicBezTo>
                      <a:pt x="594" y="1701"/>
                      <a:pt x="259" y="2508"/>
                      <a:pt x="259" y="3349"/>
                    </a:cubicBezTo>
                    <a:cubicBezTo>
                      <a:pt x="259" y="4191"/>
                      <a:pt x="594" y="4998"/>
                      <a:pt x="1188" y="5593"/>
                    </a:cubicBezTo>
                    <a:cubicBezTo>
                      <a:pt x="1783" y="6188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70" name="Freeform: Shape 5169">
                <a:extLst>
                  <a:ext uri="{FF2B5EF4-FFF2-40B4-BE49-F238E27FC236}">
                    <a16:creationId xmlns:a16="http://schemas.microsoft.com/office/drawing/2014/main" id="{6F8A28F0-1401-CE88-8305-600DBCB13833}"/>
                  </a:ext>
                </a:extLst>
              </p:cNvPr>
              <p:cNvSpPr/>
              <p:nvPr/>
            </p:nvSpPr>
            <p:spPr>
              <a:xfrm>
                <a:off x="4142226" y="5720662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4 w 6343"/>
                  <a:gd name="connsiteY1" fmla="*/ 5593 h 6345"/>
                  <a:gd name="connsiteX2" fmla="*/ 6602 w 6343"/>
                  <a:gd name="connsiteY2" fmla="*/ 3349 h 6345"/>
                  <a:gd name="connsiteX3" fmla="*/ 5674 w 6343"/>
                  <a:gd name="connsiteY3" fmla="*/ 1106 h 6345"/>
                  <a:gd name="connsiteX4" fmla="*/ 3431 w 6343"/>
                  <a:gd name="connsiteY4" fmla="*/ 177 h 6345"/>
                  <a:gd name="connsiteX5" fmla="*/ 1188 w 6343"/>
                  <a:gd name="connsiteY5" fmla="*/ 1106 h 6345"/>
                  <a:gd name="connsiteX6" fmla="*/ 259 w 6343"/>
                  <a:gd name="connsiteY6" fmla="*/ 3349 h 6345"/>
                  <a:gd name="connsiteX7" fmla="*/ 1188 w 6343"/>
                  <a:gd name="connsiteY7" fmla="*/ 5593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8"/>
                      <a:pt x="5674" y="5593"/>
                    </a:cubicBezTo>
                    <a:cubicBezTo>
                      <a:pt x="6268" y="4998"/>
                      <a:pt x="6602" y="4191"/>
                      <a:pt x="6602" y="3349"/>
                    </a:cubicBezTo>
                    <a:cubicBezTo>
                      <a:pt x="6602" y="2508"/>
                      <a:pt x="6268" y="1701"/>
                      <a:pt x="5674" y="1106"/>
                    </a:cubicBezTo>
                    <a:cubicBezTo>
                      <a:pt x="5079" y="511"/>
                      <a:pt x="4272" y="177"/>
                      <a:pt x="3431" y="177"/>
                    </a:cubicBezTo>
                    <a:cubicBezTo>
                      <a:pt x="2590" y="177"/>
                      <a:pt x="1783" y="511"/>
                      <a:pt x="1188" y="1106"/>
                    </a:cubicBezTo>
                    <a:cubicBezTo>
                      <a:pt x="594" y="1701"/>
                      <a:pt x="259" y="2508"/>
                      <a:pt x="259" y="3349"/>
                    </a:cubicBezTo>
                    <a:cubicBezTo>
                      <a:pt x="259" y="4191"/>
                      <a:pt x="594" y="4998"/>
                      <a:pt x="1188" y="5593"/>
                    </a:cubicBezTo>
                    <a:cubicBezTo>
                      <a:pt x="1783" y="6188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71" name="Freeform: Shape 5170">
                <a:extLst>
                  <a:ext uri="{FF2B5EF4-FFF2-40B4-BE49-F238E27FC236}">
                    <a16:creationId xmlns:a16="http://schemas.microsoft.com/office/drawing/2014/main" id="{03157B6E-BE1A-81FE-856D-5C15855EE9B5}"/>
                  </a:ext>
                </a:extLst>
              </p:cNvPr>
              <p:cNvSpPr/>
              <p:nvPr/>
            </p:nvSpPr>
            <p:spPr>
              <a:xfrm>
                <a:off x="4143524" y="5722254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4 w 6343"/>
                  <a:gd name="connsiteY1" fmla="*/ 5593 h 6345"/>
                  <a:gd name="connsiteX2" fmla="*/ 6603 w 6343"/>
                  <a:gd name="connsiteY2" fmla="*/ 3349 h 6345"/>
                  <a:gd name="connsiteX3" fmla="*/ 5674 w 6343"/>
                  <a:gd name="connsiteY3" fmla="*/ 1106 h 6345"/>
                  <a:gd name="connsiteX4" fmla="*/ 3431 w 6343"/>
                  <a:gd name="connsiteY4" fmla="*/ 177 h 6345"/>
                  <a:gd name="connsiteX5" fmla="*/ 1188 w 6343"/>
                  <a:gd name="connsiteY5" fmla="*/ 1106 h 6345"/>
                  <a:gd name="connsiteX6" fmla="*/ 259 w 6343"/>
                  <a:gd name="connsiteY6" fmla="*/ 3349 h 6345"/>
                  <a:gd name="connsiteX7" fmla="*/ 1188 w 6343"/>
                  <a:gd name="connsiteY7" fmla="*/ 5593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8"/>
                      <a:pt x="5674" y="5593"/>
                    </a:cubicBezTo>
                    <a:cubicBezTo>
                      <a:pt x="6268" y="4998"/>
                      <a:pt x="6603" y="4191"/>
                      <a:pt x="6603" y="3349"/>
                    </a:cubicBezTo>
                    <a:cubicBezTo>
                      <a:pt x="6603" y="2508"/>
                      <a:pt x="6268" y="1701"/>
                      <a:pt x="5674" y="1106"/>
                    </a:cubicBezTo>
                    <a:cubicBezTo>
                      <a:pt x="5079" y="511"/>
                      <a:pt x="4272" y="177"/>
                      <a:pt x="3431" y="177"/>
                    </a:cubicBezTo>
                    <a:cubicBezTo>
                      <a:pt x="2590" y="177"/>
                      <a:pt x="1783" y="511"/>
                      <a:pt x="1188" y="1106"/>
                    </a:cubicBezTo>
                    <a:cubicBezTo>
                      <a:pt x="594" y="1701"/>
                      <a:pt x="259" y="2508"/>
                      <a:pt x="259" y="3349"/>
                    </a:cubicBezTo>
                    <a:cubicBezTo>
                      <a:pt x="259" y="4191"/>
                      <a:pt x="594" y="4998"/>
                      <a:pt x="1188" y="5593"/>
                    </a:cubicBezTo>
                    <a:cubicBezTo>
                      <a:pt x="1783" y="6188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72" name="Freeform: Shape 5171">
                <a:extLst>
                  <a:ext uri="{FF2B5EF4-FFF2-40B4-BE49-F238E27FC236}">
                    <a16:creationId xmlns:a16="http://schemas.microsoft.com/office/drawing/2014/main" id="{20897317-F6B8-04DE-0ECF-DE865EE7966B}"/>
                  </a:ext>
                </a:extLst>
              </p:cNvPr>
              <p:cNvSpPr/>
              <p:nvPr/>
            </p:nvSpPr>
            <p:spPr>
              <a:xfrm>
                <a:off x="4143601" y="5723915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4 w 6343"/>
                  <a:gd name="connsiteY1" fmla="*/ 5593 h 6345"/>
                  <a:gd name="connsiteX2" fmla="*/ 6603 w 6343"/>
                  <a:gd name="connsiteY2" fmla="*/ 3350 h 6345"/>
                  <a:gd name="connsiteX3" fmla="*/ 5674 w 6343"/>
                  <a:gd name="connsiteY3" fmla="*/ 1106 h 6345"/>
                  <a:gd name="connsiteX4" fmla="*/ 3431 w 6343"/>
                  <a:gd name="connsiteY4" fmla="*/ 177 h 6345"/>
                  <a:gd name="connsiteX5" fmla="*/ 1188 w 6343"/>
                  <a:gd name="connsiteY5" fmla="*/ 1106 h 6345"/>
                  <a:gd name="connsiteX6" fmla="*/ 259 w 6343"/>
                  <a:gd name="connsiteY6" fmla="*/ 3350 h 6345"/>
                  <a:gd name="connsiteX7" fmla="*/ 1188 w 6343"/>
                  <a:gd name="connsiteY7" fmla="*/ 5593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8"/>
                      <a:pt x="5674" y="5593"/>
                    </a:cubicBezTo>
                    <a:cubicBezTo>
                      <a:pt x="6268" y="4998"/>
                      <a:pt x="6603" y="4191"/>
                      <a:pt x="6603" y="3350"/>
                    </a:cubicBezTo>
                    <a:cubicBezTo>
                      <a:pt x="6603" y="2508"/>
                      <a:pt x="6268" y="1701"/>
                      <a:pt x="5674" y="1106"/>
                    </a:cubicBezTo>
                    <a:cubicBezTo>
                      <a:pt x="5079" y="511"/>
                      <a:pt x="4272" y="177"/>
                      <a:pt x="3431" y="177"/>
                    </a:cubicBezTo>
                    <a:cubicBezTo>
                      <a:pt x="2590" y="177"/>
                      <a:pt x="1783" y="511"/>
                      <a:pt x="1188" y="1106"/>
                    </a:cubicBezTo>
                    <a:cubicBezTo>
                      <a:pt x="594" y="1701"/>
                      <a:pt x="259" y="2508"/>
                      <a:pt x="259" y="3350"/>
                    </a:cubicBezTo>
                    <a:cubicBezTo>
                      <a:pt x="259" y="4191"/>
                      <a:pt x="594" y="4998"/>
                      <a:pt x="1188" y="5593"/>
                    </a:cubicBezTo>
                    <a:cubicBezTo>
                      <a:pt x="1783" y="6188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73" name="Freeform: Shape 5172">
                <a:extLst>
                  <a:ext uri="{FF2B5EF4-FFF2-40B4-BE49-F238E27FC236}">
                    <a16:creationId xmlns:a16="http://schemas.microsoft.com/office/drawing/2014/main" id="{07E53568-CE12-52A8-C495-E682E8DD6D77}"/>
                  </a:ext>
                </a:extLst>
              </p:cNvPr>
              <p:cNvSpPr/>
              <p:nvPr/>
            </p:nvSpPr>
            <p:spPr>
              <a:xfrm>
                <a:off x="4143668" y="5725575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4 w 6343"/>
                  <a:gd name="connsiteY1" fmla="*/ 5593 h 6345"/>
                  <a:gd name="connsiteX2" fmla="*/ 6603 w 6343"/>
                  <a:gd name="connsiteY2" fmla="*/ 3350 h 6345"/>
                  <a:gd name="connsiteX3" fmla="*/ 5674 w 6343"/>
                  <a:gd name="connsiteY3" fmla="*/ 1106 h 6345"/>
                  <a:gd name="connsiteX4" fmla="*/ 3431 w 6343"/>
                  <a:gd name="connsiteY4" fmla="*/ 177 h 6345"/>
                  <a:gd name="connsiteX5" fmla="*/ 1188 w 6343"/>
                  <a:gd name="connsiteY5" fmla="*/ 1106 h 6345"/>
                  <a:gd name="connsiteX6" fmla="*/ 259 w 6343"/>
                  <a:gd name="connsiteY6" fmla="*/ 3350 h 6345"/>
                  <a:gd name="connsiteX7" fmla="*/ 1188 w 6343"/>
                  <a:gd name="connsiteY7" fmla="*/ 5593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8"/>
                      <a:pt x="5674" y="5593"/>
                    </a:cubicBezTo>
                    <a:cubicBezTo>
                      <a:pt x="6268" y="4998"/>
                      <a:pt x="6603" y="4191"/>
                      <a:pt x="6603" y="3350"/>
                    </a:cubicBezTo>
                    <a:cubicBezTo>
                      <a:pt x="6603" y="2508"/>
                      <a:pt x="6268" y="1701"/>
                      <a:pt x="5674" y="1106"/>
                    </a:cubicBezTo>
                    <a:cubicBezTo>
                      <a:pt x="5079" y="511"/>
                      <a:pt x="4272" y="177"/>
                      <a:pt x="3431" y="177"/>
                    </a:cubicBezTo>
                    <a:cubicBezTo>
                      <a:pt x="2590" y="177"/>
                      <a:pt x="1783" y="511"/>
                      <a:pt x="1188" y="1106"/>
                    </a:cubicBezTo>
                    <a:cubicBezTo>
                      <a:pt x="594" y="1701"/>
                      <a:pt x="259" y="2508"/>
                      <a:pt x="259" y="3350"/>
                    </a:cubicBezTo>
                    <a:cubicBezTo>
                      <a:pt x="259" y="4191"/>
                      <a:pt x="594" y="4998"/>
                      <a:pt x="1188" y="5593"/>
                    </a:cubicBezTo>
                    <a:cubicBezTo>
                      <a:pt x="1783" y="6188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74" name="Freeform: Shape 5173">
                <a:extLst>
                  <a:ext uri="{FF2B5EF4-FFF2-40B4-BE49-F238E27FC236}">
                    <a16:creationId xmlns:a16="http://schemas.microsoft.com/office/drawing/2014/main" id="{0D4396F6-3DAD-9BA4-D1FA-C08201679B17}"/>
                  </a:ext>
                </a:extLst>
              </p:cNvPr>
              <p:cNvSpPr/>
              <p:nvPr/>
            </p:nvSpPr>
            <p:spPr>
              <a:xfrm>
                <a:off x="4143491" y="5727244"/>
                <a:ext cx="6343" cy="6345"/>
              </a:xfrm>
              <a:custGeom>
                <a:avLst/>
                <a:gdLst>
                  <a:gd name="connsiteX0" fmla="*/ 3431 w 6343"/>
                  <a:gd name="connsiteY0" fmla="*/ 6523 h 6345"/>
                  <a:gd name="connsiteX1" fmla="*/ 5674 w 6343"/>
                  <a:gd name="connsiteY1" fmla="*/ 5593 h 6345"/>
                  <a:gd name="connsiteX2" fmla="*/ 6603 w 6343"/>
                  <a:gd name="connsiteY2" fmla="*/ 3350 h 6345"/>
                  <a:gd name="connsiteX3" fmla="*/ 5674 w 6343"/>
                  <a:gd name="connsiteY3" fmla="*/ 1106 h 6345"/>
                  <a:gd name="connsiteX4" fmla="*/ 3431 w 6343"/>
                  <a:gd name="connsiteY4" fmla="*/ 177 h 6345"/>
                  <a:gd name="connsiteX5" fmla="*/ 1188 w 6343"/>
                  <a:gd name="connsiteY5" fmla="*/ 1106 h 6345"/>
                  <a:gd name="connsiteX6" fmla="*/ 259 w 6343"/>
                  <a:gd name="connsiteY6" fmla="*/ 3350 h 6345"/>
                  <a:gd name="connsiteX7" fmla="*/ 1188 w 6343"/>
                  <a:gd name="connsiteY7" fmla="*/ 5593 h 6345"/>
                  <a:gd name="connsiteX8" fmla="*/ 3431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3"/>
                    </a:moveTo>
                    <a:cubicBezTo>
                      <a:pt x="4272" y="6523"/>
                      <a:pt x="5079" y="6188"/>
                      <a:pt x="5674" y="5593"/>
                    </a:cubicBezTo>
                    <a:cubicBezTo>
                      <a:pt x="6268" y="4998"/>
                      <a:pt x="6603" y="4191"/>
                      <a:pt x="6603" y="3350"/>
                    </a:cubicBezTo>
                    <a:cubicBezTo>
                      <a:pt x="6603" y="2508"/>
                      <a:pt x="6268" y="1701"/>
                      <a:pt x="5674" y="1106"/>
                    </a:cubicBezTo>
                    <a:cubicBezTo>
                      <a:pt x="5079" y="511"/>
                      <a:pt x="4272" y="177"/>
                      <a:pt x="3431" y="177"/>
                    </a:cubicBezTo>
                    <a:cubicBezTo>
                      <a:pt x="2590" y="177"/>
                      <a:pt x="1783" y="511"/>
                      <a:pt x="1188" y="1106"/>
                    </a:cubicBezTo>
                    <a:cubicBezTo>
                      <a:pt x="594" y="1701"/>
                      <a:pt x="259" y="2508"/>
                      <a:pt x="259" y="3350"/>
                    </a:cubicBezTo>
                    <a:cubicBezTo>
                      <a:pt x="259" y="4191"/>
                      <a:pt x="594" y="4998"/>
                      <a:pt x="1188" y="5593"/>
                    </a:cubicBezTo>
                    <a:cubicBezTo>
                      <a:pt x="1783" y="6188"/>
                      <a:pt x="2590" y="6523"/>
                      <a:pt x="3431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75" name="Freeform: Shape 5174">
                <a:extLst>
                  <a:ext uri="{FF2B5EF4-FFF2-40B4-BE49-F238E27FC236}">
                    <a16:creationId xmlns:a16="http://schemas.microsoft.com/office/drawing/2014/main" id="{2CF9CEDC-1B55-C33D-4D76-9E5491005715}"/>
                  </a:ext>
                </a:extLst>
              </p:cNvPr>
              <p:cNvSpPr/>
              <p:nvPr/>
            </p:nvSpPr>
            <p:spPr>
              <a:xfrm>
                <a:off x="4143117" y="5728914"/>
                <a:ext cx="6343" cy="6345"/>
              </a:xfrm>
              <a:custGeom>
                <a:avLst/>
                <a:gdLst>
                  <a:gd name="connsiteX0" fmla="*/ 3431 w 6343"/>
                  <a:gd name="connsiteY0" fmla="*/ 6523 h 6345"/>
                  <a:gd name="connsiteX1" fmla="*/ 5674 w 6343"/>
                  <a:gd name="connsiteY1" fmla="*/ 5593 h 6345"/>
                  <a:gd name="connsiteX2" fmla="*/ 6603 w 6343"/>
                  <a:gd name="connsiteY2" fmla="*/ 3350 h 6345"/>
                  <a:gd name="connsiteX3" fmla="*/ 5674 w 6343"/>
                  <a:gd name="connsiteY3" fmla="*/ 1107 h 6345"/>
                  <a:gd name="connsiteX4" fmla="*/ 3431 w 6343"/>
                  <a:gd name="connsiteY4" fmla="*/ 177 h 6345"/>
                  <a:gd name="connsiteX5" fmla="*/ 1188 w 6343"/>
                  <a:gd name="connsiteY5" fmla="*/ 1107 h 6345"/>
                  <a:gd name="connsiteX6" fmla="*/ 259 w 6343"/>
                  <a:gd name="connsiteY6" fmla="*/ 3350 h 6345"/>
                  <a:gd name="connsiteX7" fmla="*/ 1188 w 6343"/>
                  <a:gd name="connsiteY7" fmla="*/ 5593 h 6345"/>
                  <a:gd name="connsiteX8" fmla="*/ 3431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3"/>
                    </a:moveTo>
                    <a:cubicBezTo>
                      <a:pt x="4272" y="6523"/>
                      <a:pt x="5079" y="6188"/>
                      <a:pt x="5674" y="5593"/>
                    </a:cubicBezTo>
                    <a:cubicBezTo>
                      <a:pt x="6268" y="4998"/>
                      <a:pt x="6603" y="4191"/>
                      <a:pt x="6603" y="3350"/>
                    </a:cubicBezTo>
                    <a:cubicBezTo>
                      <a:pt x="6603" y="2509"/>
                      <a:pt x="6268" y="1701"/>
                      <a:pt x="5674" y="1107"/>
                    </a:cubicBezTo>
                    <a:cubicBezTo>
                      <a:pt x="5079" y="512"/>
                      <a:pt x="4272" y="177"/>
                      <a:pt x="3431" y="177"/>
                    </a:cubicBezTo>
                    <a:cubicBezTo>
                      <a:pt x="2590" y="177"/>
                      <a:pt x="1783" y="512"/>
                      <a:pt x="1188" y="1107"/>
                    </a:cubicBezTo>
                    <a:cubicBezTo>
                      <a:pt x="594" y="1701"/>
                      <a:pt x="259" y="2509"/>
                      <a:pt x="259" y="3350"/>
                    </a:cubicBezTo>
                    <a:cubicBezTo>
                      <a:pt x="259" y="4191"/>
                      <a:pt x="594" y="4998"/>
                      <a:pt x="1188" y="5593"/>
                    </a:cubicBezTo>
                    <a:cubicBezTo>
                      <a:pt x="1783" y="6188"/>
                      <a:pt x="2590" y="6523"/>
                      <a:pt x="3431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76" name="Freeform: Shape 5175">
                <a:extLst>
                  <a:ext uri="{FF2B5EF4-FFF2-40B4-BE49-F238E27FC236}">
                    <a16:creationId xmlns:a16="http://schemas.microsoft.com/office/drawing/2014/main" id="{B52FF972-9F2E-AA2E-4F2C-DAFD8787537F}"/>
                  </a:ext>
                </a:extLst>
              </p:cNvPr>
              <p:cNvSpPr/>
              <p:nvPr/>
            </p:nvSpPr>
            <p:spPr>
              <a:xfrm>
                <a:off x="4143573" y="5730564"/>
                <a:ext cx="6343" cy="6345"/>
              </a:xfrm>
              <a:custGeom>
                <a:avLst/>
                <a:gdLst>
                  <a:gd name="connsiteX0" fmla="*/ 3431 w 6343"/>
                  <a:gd name="connsiteY0" fmla="*/ 6523 h 6345"/>
                  <a:gd name="connsiteX1" fmla="*/ 5674 w 6343"/>
                  <a:gd name="connsiteY1" fmla="*/ 5594 h 6345"/>
                  <a:gd name="connsiteX2" fmla="*/ 6603 w 6343"/>
                  <a:gd name="connsiteY2" fmla="*/ 3350 h 6345"/>
                  <a:gd name="connsiteX3" fmla="*/ 5674 w 6343"/>
                  <a:gd name="connsiteY3" fmla="*/ 1107 h 6345"/>
                  <a:gd name="connsiteX4" fmla="*/ 3431 w 6343"/>
                  <a:gd name="connsiteY4" fmla="*/ 177 h 6345"/>
                  <a:gd name="connsiteX5" fmla="*/ 1188 w 6343"/>
                  <a:gd name="connsiteY5" fmla="*/ 1107 h 6345"/>
                  <a:gd name="connsiteX6" fmla="*/ 259 w 6343"/>
                  <a:gd name="connsiteY6" fmla="*/ 3350 h 6345"/>
                  <a:gd name="connsiteX7" fmla="*/ 1188 w 6343"/>
                  <a:gd name="connsiteY7" fmla="*/ 5594 h 6345"/>
                  <a:gd name="connsiteX8" fmla="*/ 3431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3"/>
                    </a:moveTo>
                    <a:cubicBezTo>
                      <a:pt x="4272" y="6523"/>
                      <a:pt x="5079" y="6188"/>
                      <a:pt x="5674" y="5594"/>
                    </a:cubicBezTo>
                    <a:cubicBezTo>
                      <a:pt x="6268" y="4999"/>
                      <a:pt x="6603" y="4192"/>
                      <a:pt x="6603" y="3350"/>
                    </a:cubicBezTo>
                    <a:cubicBezTo>
                      <a:pt x="6603" y="2509"/>
                      <a:pt x="6268" y="1702"/>
                      <a:pt x="5674" y="1107"/>
                    </a:cubicBezTo>
                    <a:cubicBezTo>
                      <a:pt x="5079" y="512"/>
                      <a:pt x="4272" y="177"/>
                      <a:pt x="3431" y="177"/>
                    </a:cubicBezTo>
                    <a:cubicBezTo>
                      <a:pt x="2590" y="177"/>
                      <a:pt x="1783" y="512"/>
                      <a:pt x="1188" y="1107"/>
                    </a:cubicBezTo>
                    <a:cubicBezTo>
                      <a:pt x="594" y="1702"/>
                      <a:pt x="259" y="2509"/>
                      <a:pt x="259" y="3350"/>
                    </a:cubicBezTo>
                    <a:cubicBezTo>
                      <a:pt x="259" y="4192"/>
                      <a:pt x="594" y="4999"/>
                      <a:pt x="1188" y="5594"/>
                    </a:cubicBezTo>
                    <a:cubicBezTo>
                      <a:pt x="1783" y="6188"/>
                      <a:pt x="2590" y="6523"/>
                      <a:pt x="3431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77" name="Freeform: Shape 5176">
                <a:extLst>
                  <a:ext uri="{FF2B5EF4-FFF2-40B4-BE49-F238E27FC236}">
                    <a16:creationId xmlns:a16="http://schemas.microsoft.com/office/drawing/2014/main" id="{BE94442D-F55F-ADA1-FA90-861087BB98F8}"/>
                  </a:ext>
                </a:extLst>
              </p:cNvPr>
              <p:cNvSpPr/>
              <p:nvPr/>
            </p:nvSpPr>
            <p:spPr>
              <a:xfrm>
                <a:off x="4143599" y="5732224"/>
                <a:ext cx="6343" cy="6345"/>
              </a:xfrm>
              <a:custGeom>
                <a:avLst/>
                <a:gdLst>
                  <a:gd name="connsiteX0" fmla="*/ 3431 w 6343"/>
                  <a:gd name="connsiteY0" fmla="*/ 6523 h 6345"/>
                  <a:gd name="connsiteX1" fmla="*/ 5674 w 6343"/>
                  <a:gd name="connsiteY1" fmla="*/ 5594 h 6345"/>
                  <a:gd name="connsiteX2" fmla="*/ 6603 w 6343"/>
                  <a:gd name="connsiteY2" fmla="*/ 3350 h 6345"/>
                  <a:gd name="connsiteX3" fmla="*/ 5674 w 6343"/>
                  <a:gd name="connsiteY3" fmla="*/ 1107 h 6345"/>
                  <a:gd name="connsiteX4" fmla="*/ 3431 w 6343"/>
                  <a:gd name="connsiteY4" fmla="*/ 178 h 6345"/>
                  <a:gd name="connsiteX5" fmla="*/ 1188 w 6343"/>
                  <a:gd name="connsiteY5" fmla="*/ 1107 h 6345"/>
                  <a:gd name="connsiteX6" fmla="*/ 259 w 6343"/>
                  <a:gd name="connsiteY6" fmla="*/ 3350 h 6345"/>
                  <a:gd name="connsiteX7" fmla="*/ 1188 w 6343"/>
                  <a:gd name="connsiteY7" fmla="*/ 5594 h 6345"/>
                  <a:gd name="connsiteX8" fmla="*/ 3431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3"/>
                    </a:moveTo>
                    <a:cubicBezTo>
                      <a:pt x="4272" y="6523"/>
                      <a:pt x="5079" y="6189"/>
                      <a:pt x="5674" y="5594"/>
                    </a:cubicBezTo>
                    <a:cubicBezTo>
                      <a:pt x="6268" y="4999"/>
                      <a:pt x="6603" y="4192"/>
                      <a:pt x="6603" y="3350"/>
                    </a:cubicBezTo>
                    <a:cubicBezTo>
                      <a:pt x="6603" y="2509"/>
                      <a:pt x="6268" y="1702"/>
                      <a:pt x="5674" y="1107"/>
                    </a:cubicBezTo>
                    <a:cubicBezTo>
                      <a:pt x="5079" y="512"/>
                      <a:pt x="4272" y="178"/>
                      <a:pt x="3431" y="178"/>
                    </a:cubicBezTo>
                    <a:cubicBezTo>
                      <a:pt x="2590" y="178"/>
                      <a:pt x="1783" y="512"/>
                      <a:pt x="1188" y="1107"/>
                    </a:cubicBezTo>
                    <a:cubicBezTo>
                      <a:pt x="594" y="1702"/>
                      <a:pt x="259" y="2509"/>
                      <a:pt x="259" y="3350"/>
                    </a:cubicBezTo>
                    <a:cubicBezTo>
                      <a:pt x="259" y="4192"/>
                      <a:pt x="594" y="4999"/>
                      <a:pt x="1188" y="5594"/>
                    </a:cubicBezTo>
                    <a:cubicBezTo>
                      <a:pt x="1783" y="6189"/>
                      <a:pt x="2590" y="6523"/>
                      <a:pt x="3431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78" name="Freeform: Shape 5177">
                <a:extLst>
                  <a:ext uri="{FF2B5EF4-FFF2-40B4-BE49-F238E27FC236}">
                    <a16:creationId xmlns:a16="http://schemas.microsoft.com/office/drawing/2014/main" id="{E33A689A-FF11-ECCE-D583-7E2D54D6C174}"/>
                  </a:ext>
                </a:extLst>
              </p:cNvPr>
              <p:cNvSpPr/>
              <p:nvPr/>
            </p:nvSpPr>
            <p:spPr>
              <a:xfrm>
                <a:off x="4143054" y="5733888"/>
                <a:ext cx="6343" cy="6345"/>
              </a:xfrm>
              <a:custGeom>
                <a:avLst/>
                <a:gdLst>
                  <a:gd name="connsiteX0" fmla="*/ 3431 w 6343"/>
                  <a:gd name="connsiteY0" fmla="*/ 6523 h 6345"/>
                  <a:gd name="connsiteX1" fmla="*/ 5674 w 6343"/>
                  <a:gd name="connsiteY1" fmla="*/ 5594 h 6345"/>
                  <a:gd name="connsiteX2" fmla="*/ 6603 w 6343"/>
                  <a:gd name="connsiteY2" fmla="*/ 3350 h 6345"/>
                  <a:gd name="connsiteX3" fmla="*/ 5674 w 6343"/>
                  <a:gd name="connsiteY3" fmla="*/ 1107 h 6345"/>
                  <a:gd name="connsiteX4" fmla="*/ 3431 w 6343"/>
                  <a:gd name="connsiteY4" fmla="*/ 178 h 6345"/>
                  <a:gd name="connsiteX5" fmla="*/ 1188 w 6343"/>
                  <a:gd name="connsiteY5" fmla="*/ 1107 h 6345"/>
                  <a:gd name="connsiteX6" fmla="*/ 259 w 6343"/>
                  <a:gd name="connsiteY6" fmla="*/ 3350 h 6345"/>
                  <a:gd name="connsiteX7" fmla="*/ 1188 w 6343"/>
                  <a:gd name="connsiteY7" fmla="*/ 5594 h 6345"/>
                  <a:gd name="connsiteX8" fmla="*/ 3431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3"/>
                    </a:moveTo>
                    <a:cubicBezTo>
                      <a:pt x="4272" y="6523"/>
                      <a:pt x="5079" y="6189"/>
                      <a:pt x="5674" y="5594"/>
                    </a:cubicBezTo>
                    <a:cubicBezTo>
                      <a:pt x="6268" y="4999"/>
                      <a:pt x="6603" y="4192"/>
                      <a:pt x="6603" y="3350"/>
                    </a:cubicBezTo>
                    <a:cubicBezTo>
                      <a:pt x="6603" y="2509"/>
                      <a:pt x="6268" y="1702"/>
                      <a:pt x="5674" y="1107"/>
                    </a:cubicBezTo>
                    <a:cubicBezTo>
                      <a:pt x="5079" y="512"/>
                      <a:pt x="4272" y="178"/>
                      <a:pt x="3431" y="178"/>
                    </a:cubicBezTo>
                    <a:cubicBezTo>
                      <a:pt x="2590" y="178"/>
                      <a:pt x="1783" y="512"/>
                      <a:pt x="1188" y="1107"/>
                    </a:cubicBezTo>
                    <a:cubicBezTo>
                      <a:pt x="594" y="1702"/>
                      <a:pt x="259" y="2509"/>
                      <a:pt x="259" y="3350"/>
                    </a:cubicBezTo>
                    <a:cubicBezTo>
                      <a:pt x="259" y="4192"/>
                      <a:pt x="594" y="4999"/>
                      <a:pt x="1188" y="5594"/>
                    </a:cubicBezTo>
                    <a:cubicBezTo>
                      <a:pt x="1783" y="6189"/>
                      <a:pt x="2590" y="6523"/>
                      <a:pt x="3431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79" name="Freeform: Shape 5178">
                <a:extLst>
                  <a:ext uri="{FF2B5EF4-FFF2-40B4-BE49-F238E27FC236}">
                    <a16:creationId xmlns:a16="http://schemas.microsoft.com/office/drawing/2014/main" id="{4F5B07A7-7248-2A87-410C-2B17F94C9B00}"/>
                  </a:ext>
                </a:extLst>
              </p:cNvPr>
              <p:cNvSpPr/>
              <p:nvPr/>
            </p:nvSpPr>
            <p:spPr>
              <a:xfrm>
                <a:off x="4143853" y="5735546"/>
                <a:ext cx="6343" cy="6345"/>
              </a:xfrm>
              <a:custGeom>
                <a:avLst/>
                <a:gdLst>
                  <a:gd name="connsiteX0" fmla="*/ 3431 w 6343"/>
                  <a:gd name="connsiteY0" fmla="*/ 6523 h 6345"/>
                  <a:gd name="connsiteX1" fmla="*/ 5674 w 6343"/>
                  <a:gd name="connsiteY1" fmla="*/ 5594 h 6345"/>
                  <a:gd name="connsiteX2" fmla="*/ 6603 w 6343"/>
                  <a:gd name="connsiteY2" fmla="*/ 3350 h 6345"/>
                  <a:gd name="connsiteX3" fmla="*/ 5674 w 6343"/>
                  <a:gd name="connsiteY3" fmla="*/ 1107 h 6345"/>
                  <a:gd name="connsiteX4" fmla="*/ 3431 w 6343"/>
                  <a:gd name="connsiteY4" fmla="*/ 178 h 6345"/>
                  <a:gd name="connsiteX5" fmla="*/ 1188 w 6343"/>
                  <a:gd name="connsiteY5" fmla="*/ 1107 h 6345"/>
                  <a:gd name="connsiteX6" fmla="*/ 259 w 6343"/>
                  <a:gd name="connsiteY6" fmla="*/ 3350 h 6345"/>
                  <a:gd name="connsiteX7" fmla="*/ 1188 w 6343"/>
                  <a:gd name="connsiteY7" fmla="*/ 5594 h 6345"/>
                  <a:gd name="connsiteX8" fmla="*/ 3431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3"/>
                    </a:moveTo>
                    <a:cubicBezTo>
                      <a:pt x="4272" y="6523"/>
                      <a:pt x="5079" y="6189"/>
                      <a:pt x="5674" y="5594"/>
                    </a:cubicBezTo>
                    <a:cubicBezTo>
                      <a:pt x="6268" y="4999"/>
                      <a:pt x="6603" y="4192"/>
                      <a:pt x="6603" y="3350"/>
                    </a:cubicBezTo>
                    <a:cubicBezTo>
                      <a:pt x="6603" y="2509"/>
                      <a:pt x="6268" y="1702"/>
                      <a:pt x="5674" y="1107"/>
                    </a:cubicBezTo>
                    <a:cubicBezTo>
                      <a:pt x="5079" y="512"/>
                      <a:pt x="4272" y="178"/>
                      <a:pt x="3431" y="178"/>
                    </a:cubicBezTo>
                    <a:cubicBezTo>
                      <a:pt x="2590" y="178"/>
                      <a:pt x="1783" y="512"/>
                      <a:pt x="1188" y="1107"/>
                    </a:cubicBezTo>
                    <a:cubicBezTo>
                      <a:pt x="594" y="1702"/>
                      <a:pt x="259" y="2509"/>
                      <a:pt x="259" y="3350"/>
                    </a:cubicBezTo>
                    <a:cubicBezTo>
                      <a:pt x="259" y="4192"/>
                      <a:pt x="594" y="4999"/>
                      <a:pt x="1188" y="5594"/>
                    </a:cubicBezTo>
                    <a:cubicBezTo>
                      <a:pt x="1783" y="6189"/>
                      <a:pt x="2590" y="6523"/>
                      <a:pt x="3431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80" name="Freeform: Shape 5179">
                <a:extLst>
                  <a:ext uri="{FF2B5EF4-FFF2-40B4-BE49-F238E27FC236}">
                    <a16:creationId xmlns:a16="http://schemas.microsoft.com/office/drawing/2014/main" id="{CE754A81-3CDF-49E8-F96C-D0051C516776}"/>
                  </a:ext>
                </a:extLst>
              </p:cNvPr>
              <p:cNvSpPr/>
              <p:nvPr/>
            </p:nvSpPr>
            <p:spPr>
              <a:xfrm>
                <a:off x="4142728" y="5737201"/>
                <a:ext cx="6343" cy="6345"/>
              </a:xfrm>
              <a:custGeom>
                <a:avLst/>
                <a:gdLst>
                  <a:gd name="connsiteX0" fmla="*/ 3431 w 6343"/>
                  <a:gd name="connsiteY0" fmla="*/ 6523 h 6345"/>
                  <a:gd name="connsiteX1" fmla="*/ 5674 w 6343"/>
                  <a:gd name="connsiteY1" fmla="*/ 5594 h 6345"/>
                  <a:gd name="connsiteX2" fmla="*/ 6602 w 6343"/>
                  <a:gd name="connsiteY2" fmla="*/ 3351 h 6345"/>
                  <a:gd name="connsiteX3" fmla="*/ 5674 w 6343"/>
                  <a:gd name="connsiteY3" fmla="*/ 1107 h 6345"/>
                  <a:gd name="connsiteX4" fmla="*/ 3431 w 6343"/>
                  <a:gd name="connsiteY4" fmla="*/ 178 h 6345"/>
                  <a:gd name="connsiteX5" fmla="*/ 1188 w 6343"/>
                  <a:gd name="connsiteY5" fmla="*/ 1107 h 6345"/>
                  <a:gd name="connsiteX6" fmla="*/ 259 w 6343"/>
                  <a:gd name="connsiteY6" fmla="*/ 3351 h 6345"/>
                  <a:gd name="connsiteX7" fmla="*/ 1188 w 6343"/>
                  <a:gd name="connsiteY7" fmla="*/ 5594 h 6345"/>
                  <a:gd name="connsiteX8" fmla="*/ 3431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3"/>
                    </a:moveTo>
                    <a:cubicBezTo>
                      <a:pt x="4272" y="6523"/>
                      <a:pt x="5079" y="6189"/>
                      <a:pt x="5674" y="5594"/>
                    </a:cubicBezTo>
                    <a:cubicBezTo>
                      <a:pt x="6268" y="4999"/>
                      <a:pt x="6602" y="4192"/>
                      <a:pt x="6602" y="3351"/>
                    </a:cubicBezTo>
                    <a:cubicBezTo>
                      <a:pt x="6602" y="2509"/>
                      <a:pt x="6268" y="1702"/>
                      <a:pt x="5674" y="1107"/>
                    </a:cubicBezTo>
                    <a:cubicBezTo>
                      <a:pt x="5079" y="512"/>
                      <a:pt x="4272" y="178"/>
                      <a:pt x="3431" y="178"/>
                    </a:cubicBezTo>
                    <a:cubicBezTo>
                      <a:pt x="2590" y="178"/>
                      <a:pt x="1783" y="512"/>
                      <a:pt x="1188" y="1107"/>
                    </a:cubicBezTo>
                    <a:cubicBezTo>
                      <a:pt x="594" y="1702"/>
                      <a:pt x="259" y="2509"/>
                      <a:pt x="259" y="3351"/>
                    </a:cubicBezTo>
                    <a:cubicBezTo>
                      <a:pt x="259" y="4192"/>
                      <a:pt x="594" y="4999"/>
                      <a:pt x="1188" y="5594"/>
                    </a:cubicBezTo>
                    <a:cubicBezTo>
                      <a:pt x="1783" y="6189"/>
                      <a:pt x="2590" y="6523"/>
                      <a:pt x="3431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81" name="Freeform: Shape 5180">
                <a:extLst>
                  <a:ext uri="{FF2B5EF4-FFF2-40B4-BE49-F238E27FC236}">
                    <a16:creationId xmlns:a16="http://schemas.microsoft.com/office/drawing/2014/main" id="{D3D2E7BA-4863-62E3-2473-0803FEFDBF21}"/>
                  </a:ext>
                </a:extLst>
              </p:cNvPr>
              <p:cNvSpPr/>
              <p:nvPr/>
            </p:nvSpPr>
            <p:spPr>
              <a:xfrm>
                <a:off x="4142713" y="5738856"/>
                <a:ext cx="6343" cy="6345"/>
              </a:xfrm>
              <a:custGeom>
                <a:avLst/>
                <a:gdLst>
                  <a:gd name="connsiteX0" fmla="*/ 3431 w 6343"/>
                  <a:gd name="connsiteY0" fmla="*/ 6523 h 6345"/>
                  <a:gd name="connsiteX1" fmla="*/ 5674 w 6343"/>
                  <a:gd name="connsiteY1" fmla="*/ 5594 h 6345"/>
                  <a:gd name="connsiteX2" fmla="*/ 6602 w 6343"/>
                  <a:gd name="connsiteY2" fmla="*/ 3351 h 6345"/>
                  <a:gd name="connsiteX3" fmla="*/ 5674 w 6343"/>
                  <a:gd name="connsiteY3" fmla="*/ 1107 h 6345"/>
                  <a:gd name="connsiteX4" fmla="*/ 3431 w 6343"/>
                  <a:gd name="connsiteY4" fmla="*/ 178 h 6345"/>
                  <a:gd name="connsiteX5" fmla="*/ 1188 w 6343"/>
                  <a:gd name="connsiteY5" fmla="*/ 1107 h 6345"/>
                  <a:gd name="connsiteX6" fmla="*/ 259 w 6343"/>
                  <a:gd name="connsiteY6" fmla="*/ 3351 h 6345"/>
                  <a:gd name="connsiteX7" fmla="*/ 1188 w 6343"/>
                  <a:gd name="connsiteY7" fmla="*/ 5594 h 6345"/>
                  <a:gd name="connsiteX8" fmla="*/ 3431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3"/>
                    </a:moveTo>
                    <a:cubicBezTo>
                      <a:pt x="4272" y="6523"/>
                      <a:pt x="5079" y="6189"/>
                      <a:pt x="5674" y="5594"/>
                    </a:cubicBezTo>
                    <a:cubicBezTo>
                      <a:pt x="6268" y="4999"/>
                      <a:pt x="6602" y="4192"/>
                      <a:pt x="6602" y="3351"/>
                    </a:cubicBezTo>
                    <a:cubicBezTo>
                      <a:pt x="6602" y="2509"/>
                      <a:pt x="6268" y="1702"/>
                      <a:pt x="5674" y="1107"/>
                    </a:cubicBezTo>
                    <a:cubicBezTo>
                      <a:pt x="5079" y="512"/>
                      <a:pt x="4272" y="178"/>
                      <a:pt x="3431" y="178"/>
                    </a:cubicBezTo>
                    <a:cubicBezTo>
                      <a:pt x="2590" y="178"/>
                      <a:pt x="1783" y="512"/>
                      <a:pt x="1188" y="1107"/>
                    </a:cubicBezTo>
                    <a:cubicBezTo>
                      <a:pt x="594" y="1702"/>
                      <a:pt x="259" y="2509"/>
                      <a:pt x="259" y="3351"/>
                    </a:cubicBezTo>
                    <a:cubicBezTo>
                      <a:pt x="259" y="4192"/>
                      <a:pt x="594" y="4999"/>
                      <a:pt x="1188" y="5594"/>
                    </a:cubicBezTo>
                    <a:cubicBezTo>
                      <a:pt x="1783" y="6189"/>
                      <a:pt x="2590" y="6523"/>
                      <a:pt x="3431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82" name="Freeform: Shape 5181">
                <a:extLst>
                  <a:ext uri="{FF2B5EF4-FFF2-40B4-BE49-F238E27FC236}">
                    <a16:creationId xmlns:a16="http://schemas.microsoft.com/office/drawing/2014/main" id="{67F05BD0-432F-B634-5108-B3778EADD957}"/>
                  </a:ext>
                </a:extLst>
              </p:cNvPr>
              <p:cNvSpPr/>
              <p:nvPr/>
            </p:nvSpPr>
            <p:spPr>
              <a:xfrm>
                <a:off x="4142688" y="5740511"/>
                <a:ext cx="6343" cy="6345"/>
              </a:xfrm>
              <a:custGeom>
                <a:avLst/>
                <a:gdLst>
                  <a:gd name="connsiteX0" fmla="*/ 3431 w 6343"/>
                  <a:gd name="connsiteY0" fmla="*/ 6524 h 6345"/>
                  <a:gd name="connsiteX1" fmla="*/ 5674 w 6343"/>
                  <a:gd name="connsiteY1" fmla="*/ 5594 h 6345"/>
                  <a:gd name="connsiteX2" fmla="*/ 6602 w 6343"/>
                  <a:gd name="connsiteY2" fmla="*/ 3351 h 6345"/>
                  <a:gd name="connsiteX3" fmla="*/ 5674 w 6343"/>
                  <a:gd name="connsiteY3" fmla="*/ 1107 h 6345"/>
                  <a:gd name="connsiteX4" fmla="*/ 3431 w 6343"/>
                  <a:gd name="connsiteY4" fmla="*/ 178 h 6345"/>
                  <a:gd name="connsiteX5" fmla="*/ 1188 w 6343"/>
                  <a:gd name="connsiteY5" fmla="*/ 1107 h 6345"/>
                  <a:gd name="connsiteX6" fmla="*/ 259 w 6343"/>
                  <a:gd name="connsiteY6" fmla="*/ 3351 h 6345"/>
                  <a:gd name="connsiteX7" fmla="*/ 1188 w 6343"/>
                  <a:gd name="connsiteY7" fmla="*/ 5594 h 6345"/>
                  <a:gd name="connsiteX8" fmla="*/ 3431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4"/>
                    </a:moveTo>
                    <a:cubicBezTo>
                      <a:pt x="4272" y="6524"/>
                      <a:pt x="5079" y="6189"/>
                      <a:pt x="5674" y="5594"/>
                    </a:cubicBezTo>
                    <a:cubicBezTo>
                      <a:pt x="6268" y="4999"/>
                      <a:pt x="6602" y="4192"/>
                      <a:pt x="6602" y="3351"/>
                    </a:cubicBezTo>
                    <a:cubicBezTo>
                      <a:pt x="6602" y="2509"/>
                      <a:pt x="6268" y="1702"/>
                      <a:pt x="5674" y="1107"/>
                    </a:cubicBezTo>
                    <a:cubicBezTo>
                      <a:pt x="5079" y="512"/>
                      <a:pt x="4272" y="178"/>
                      <a:pt x="3431" y="178"/>
                    </a:cubicBezTo>
                    <a:cubicBezTo>
                      <a:pt x="2590" y="178"/>
                      <a:pt x="1783" y="512"/>
                      <a:pt x="1188" y="1107"/>
                    </a:cubicBezTo>
                    <a:cubicBezTo>
                      <a:pt x="594" y="1702"/>
                      <a:pt x="259" y="2509"/>
                      <a:pt x="259" y="3351"/>
                    </a:cubicBezTo>
                    <a:cubicBezTo>
                      <a:pt x="259" y="4192"/>
                      <a:pt x="594" y="4999"/>
                      <a:pt x="1188" y="5594"/>
                    </a:cubicBezTo>
                    <a:cubicBezTo>
                      <a:pt x="1783" y="6189"/>
                      <a:pt x="2590" y="6524"/>
                      <a:pt x="3431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83" name="Freeform: Shape 5182">
                <a:extLst>
                  <a:ext uri="{FF2B5EF4-FFF2-40B4-BE49-F238E27FC236}">
                    <a16:creationId xmlns:a16="http://schemas.microsoft.com/office/drawing/2014/main" id="{9962290A-75C8-4447-0908-917A2FC9ECC3}"/>
                  </a:ext>
                </a:extLst>
              </p:cNvPr>
              <p:cNvSpPr/>
              <p:nvPr/>
            </p:nvSpPr>
            <p:spPr>
              <a:xfrm>
                <a:off x="4142653" y="5742166"/>
                <a:ext cx="6343" cy="6345"/>
              </a:xfrm>
              <a:custGeom>
                <a:avLst/>
                <a:gdLst>
                  <a:gd name="connsiteX0" fmla="*/ 3431 w 6343"/>
                  <a:gd name="connsiteY0" fmla="*/ 6524 h 6345"/>
                  <a:gd name="connsiteX1" fmla="*/ 5674 w 6343"/>
                  <a:gd name="connsiteY1" fmla="*/ 5594 h 6345"/>
                  <a:gd name="connsiteX2" fmla="*/ 6602 w 6343"/>
                  <a:gd name="connsiteY2" fmla="*/ 3351 h 6345"/>
                  <a:gd name="connsiteX3" fmla="*/ 5674 w 6343"/>
                  <a:gd name="connsiteY3" fmla="*/ 1108 h 6345"/>
                  <a:gd name="connsiteX4" fmla="*/ 3431 w 6343"/>
                  <a:gd name="connsiteY4" fmla="*/ 178 h 6345"/>
                  <a:gd name="connsiteX5" fmla="*/ 1188 w 6343"/>
                  <a:gd name="connsiteY5" fmla="*/ 1108 h 6345"/>
                  <a:gd name="connsiteX6" fmla="*/ 259 w 6343"/>
                  <a:gd name="connsiteY6" fmla="*/ 3351 h 6345"/>
                  <a:gd name="connsiteX7" fmla="*/ 1188 w 6343"/>
                  <a:gd name="connsiteY7" fmla="*/ 5594 h 6345"/>
                  <a:gd name="connsiteX8" fmla="*/ 3431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4"/>
                    </a:moveTo>
                    <a:cubicBezTo>
                      <a:pt x="4272" y="6524"/>
                      <a:pt x="5079" y="6189"/>
                      <a:pt x="5674" y="5594"/>
                    </a:cubicBezTo>
                    <a:cubicBezTo>
                      <a:pt x="6268" y="4999"/>
                      <a:pt x="6602" y="4192"/>
                      <a:pt x="6602" y="3351"/>
                    </a:cubicBezTo>
                    <a:cubicBezTo>
                      <a:pt x="6602" y="2510"/>
                      <a:pt x="6268" y="1703"/>
                      <a:pt x="5674" y="1108"/>
                    </a:cubicBezTo>
                    <a:cubicBezTo>
                      <a:pt x="5079" y="513"/>
                      <a:pt x="4272" y="178"/>
                      <a:pt x="3431" y="178"/>
                    </a:cubicBezTo>
                    <a:cubicBezTo>
                      <a:pt x="2590" y="178"/>
                      <a:pt x="1783" y="513"/>
                      <a:pt x="1188" y="1108"/>
                    </a:cubicBezTo>
                    <a:cubicBezTo>
                      <a:pt x="594" y="1703"/>
                      <a:pt x="259" y="2510"/>
                      <a:pt x="259" y="3351"/>
                    </a:cubicBezTo>
                    <a:cubicBezTo>
                      <a:pt x="259" y="4192"/>
                      <a:pt x="594" y="4999"/>
                      <a:pt x="1188" y="5594"/>
                    </a:cubicBezTo>
                    <a:cubicBezTo>
                      <a:pt x="1783" y="6189"/>
                      <a:pt x="2590" y="6524"/>
                      <a:pt x="3431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84" name="Freeform: Shape 5183">
                <a:extLst>
                  <a:ext uri="{FF2B5EF4-FFF2-40B4-BE49-F238E27FC236}">
                    <a16:creationId xmlns:a16="http://schemas.microsoft.com/office/drawing/2014/main" id="{32C0A4DB-C896-0B71-886A-29B1AE23BBA1}"/>
                  </a:ext>
                </a:extLst>
              </p:cNvPr>
              <p:cNvSpPr/>
              <p:nvPr/>
            </p:nvSpPr>
            <p:spPr>
              <a:xfrm>
                <a:off x="4142608" y="5743820"/>
                <a:ext cx="6343" cy="6345"/>
              </a:xfrm>
              <a:custGeom>
                <a:avLst/>
                <a:gdLst>
                  <a:gd name="connsiteX0" fmla="*/ 3431 w 6343"/>
                  <a:gd name="connsiteY0" fmla="*/ 6524 h 6345"/>
                  <a:gd name="connsiteX1" fmla="*/ 5674 w 6343"/>
                  <a:gd name="connsiteY1" fmla="*/ 5595 h 6345"/>
                  <a:gd name="connsiteX2" fmla="*/ 6602 w 6343"/>
                  <a:gd name="connsiteY2" fmla="*/ 3351 h 6345"/>
                  <a:gd name="connsiteX3" fmla="*/ 5674 w 6343"/>
                  <a:gd name="connsiteY3" fmla="*/ 1108 h 6345"/>
                  <a:gd name="connsiteX4" fmla="*/ 3431 w 6343"/>
                  <a:gd name="connsiteY4" fmla="*/ 178 h 6345"/>
                  <a:gd name="connsiteX5" fmla="*/ 1188 w 6343"/>
                  <a:gd name="connsiteY5" fmla="*/ 1108 h 6345"/>
                  <a:gd name="connsiteX6" fmla="*/ 259 w 6343"/>
                  <a:gd name="connsiteY6" fmla="*/ 3351 h 6345"/>
                  <a:gd name="connsiteX7" fmla="*/ 1188 w 6343"/>
                  <a:gd name="connsiteY7" fmla="*/ 5595 h 6345"/>
                  <a:gd name="connsiteX8" fmla="*/ 3431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4"/>
                    </a:moveTo>
                    <a:cubicBezTo>
                      <a:pt x="4272" y="6524"/>
                      <a:pt x="5079" y="6190"/>
                      <a:pt x="5674" y="5595"/>
                    </a:cubicBezTo>
                    <a:cubicBezTo>
                      <a:pt x="6268" y="5000"/>
                      <a:pt x="6602" y="4193"/>
                      <a:pt x="6602" y="3351"/>
                    </a:cubicBezTo>
                    <a:cubicBezTo>
                      <a:pt x="6602" y="2510"/>
                      <a:pt x="6268" y="1703"/>
                      <a:pt x="5674" y="1108"/>
                    </a:cubicBezTo>
                    <a:cubicBezTo>
                      <a:pt x="5079" y="513"/>
                      <a:pt x="4272" y="178"/>
                      <a:pt x="3431" y="178"/>
                    </a:cubicBezTo>
                    <a:cubicBezTo>
                      <a:pt x="2590" y="178"/>
                      <a:pt x="1783" y="513"/>
                      <a:pt x="1188" y="1108"/>
                    </a:cubicBezTo>
                    <a:cubicBezTo>
                      <a:pt x="594" y="1703"/>
                      <a:pt x="259" y="2510"/>
                      <a:pt x="259" y="3351"/>
                    </a:cubicBezTo>
                    <a:cubicBezTo>
                      <a:pt x="259" y="4193"/>
                      <a:pt x="594" y="5000"/>
                      <a:pt x="1188" y="5595"/>
                    </a:cubicBezTo>
                    <a:cubicBezTo>
                      <a:pt x="1783" y="6190"/>
                      <a:pt x="2590" y="6524"/>
                      <a:pt x="3431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85" name="Freeform: Shape 5184">
                <a:extLst>
                  <a:ext uri="{FF2B5EF4-FFF2-40B4-BE49-F238E27FC236}">
                    <a16:creationId xmlns:a16="http://schemas.microsoft.com/office/drawing/2014/main" id="{EC57705C-A663-4924-7E19-5B2410FD0869}"/>
                  </a:ext>
                </a:extLst>
              </p:cNvPr>
              <p:cNvSpPr/>
              <p:nvPr/>
            </p:nvSpPr>
            <p:spPr>
              <a:xfrm>
                <a:off x="4142412" y="5745469"/>
                <a:ext cx="6343" cy="6345"/>
              </a:xfrm>
              <a:custGeom>
                <a:avLst/>
                <a:gdLst>
                  <a:gd name="connsiteX0" fmla="*/ 3431 w 6343"/>
                  <a:gd name="connsiteY0" fmla="*/ 6524 h 6345"/>
                  <a:gd name="connsiteX1" fmla="*/ 5674 w 6343"/>
                  <a:gd name="connsiteY1" fmla="*/ 5595 h 6345"/>
                  <a:gd name="connsiteX2" fmla="*/ 6602 w 6343"/>
                  <a:gd name="connsiteY2" fmla="*/ 3351 h 6345"/>
                  <a:gd name="connsiteX3" fmla="*/ 5674 w 6343"/>
                  <a:gd name="connsiteY3" fmla="*/ 1108 h 6345"/>
                  <a:gd name="connsiteX4" fmla="*/ 3431 w 6343"/>
                  <a:gd name="connsiteY4" fmla="*/ 179 h 6345"/>
                  <a:gd name="connsiteX5" fmla="*/ 1188 w 6343"/>
                  <a:gd name="connsiteY5" fmla="*/ 1108 h 6345"/>
                  <a:gd name="connsiteX6" fmla="*/ 259 w 6343"/>
                  <a:gd name="connsiteY6" fmla="*/ 3351 h 6345"/>
                  <a:gd name="connsiteX7" fmla="*/ 1188 w 6343"/>
                  <a:gd name="connsiteY7" fmla="*/ 5595 h 6345"/>
                  <a:gd name="connsiteX8" fmla="*/ 3431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4"/>
                    </a:moveTo>
                    <a:cubicBezTo>
                      <a:pt x="4272" y="6524"/>
                      <a:pt x="5079" y="6190"/>
                      <a:pt x="5674" y="5595"/>
                    </a:cubicBezTo>
                    <a:cubicBezTo>
                      <a:pt x="6268" y="5000"/>
                      <a:pt x="6602" y="4193"/>
                      <a:pt x="6602" y="3351"/>
                    </a:cubicBezTo>
                    <a:cubicBezTo>
                      <a:pt x="6602" y="2510"/>
                      <a:pt x="6268" y="1703"/>
                      <a:pt x="5674" y="1108"/>
                    </a:cubicBezTo>
                    <a:cubicBezTo>
                      <a:pt x="5079" y="513"/>
                      <a:pt x="4272" y="179"/>
                      <a:pt x="3431" y="179"/>
                    </a:cubicBezTo>
                    <a:cubicBezTo>
                      <a:pt x="2590" y="179"/>
                      <a:pt x="1783" y="513"/>
                      <a:pt x="1188" y="1108"/>
                    </a:cubicBezTo>
                    <a:cubicBezTo>
                      <a:pt x="594" y="1703"/>
                      <a:pt x="259" y="2510"/>
                      <a:pt x="259" y="3351"/>
                    </a:cubicBezTo>
                    <a:cubicBezTo>
                      <a:pt x="259" y="4193"/>
                      <a:pt x="594" y="5000"/>
                      <a:pt x="1188" y="5595"/>
                    </a:cubicBezTo>
                    <a:cubicBezTo>
                      <a:pt x="1783" y="6190"/>
                      <a:pt x="2590" y="6524"/>
                      <a:pt x="3431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86" name="Freeform: Shape 5185">
                <a:extLst>
                  <a:ext uri="{FF2B5EF4-FFF2-40B4-BE49-F238E27FC236}">
                    <a16:creationId xmlns:a16="http://schemas.microsoft.com/office/drawing/2014/main" id="{E1AF35D3-2E16-FB6A-A826-76959EDCA4C3}"/>
                  </a:ext>
                </a:extLst>
              </p:cNvPr>
              <p:cNvSpPr/>
              <p:nvPr/>
            </p:nvSpPr>
            <p:spPr>
              <a:xfrm>
                <a:off x="4163114" y="5776766"/>
                <a:ext cx="6343" cy="6345"/>
              </a:xfrm>
              <a:custGeom>
                <a:avLst/>
                <a:gdLst>
                  <a:gd name="connsiteX0" fmla="*/ 3433 w 6343"/>
                  <a:gd name="connsiteY0" fmla="*/ 6526 h 6345"/>
                  <a:gd name="connsiteX1" fmla="*/ 5675 w 6343"/>
                  <a:gd name="connsiteY1" fmla="*/ 5597 h 6345"/>
                  <a:gd name="connsiteX2" fmla="*/ 6604 w 6343"/>
                  <a:gd name="connsiteY2" fmla="*/ 3354 h 6345"/>
                  <a:gd name="connsiteX3" fmla="*/ 5675 w 6343"/>
                  <a:gd name="connsiteY3" fmla="*/ 1110 h 6345"/>
                  <a:gd name="connsiteX4" fmla="*/ 3433 w 6343"/>
                  <a:gd name="connsiteY4" fmla="*/ 181 h 6345"/>
                  <a:gd name="connsiteX5" fmla="*/ 1190 w 6343"/>
                  <a:gd name="connsiteY5" fmla="*/ 1110 h 6345"/>
                  <a:gd name="connsiteX6" fmla="*/ 261 w 6343"/>
                  <a:gd name="connsiteY6" fmla="*/ 3354 h 6345"/>
                  <a:gd name="connsiteX7" fmla="*/ 1190 w 6343"/>
                  <a:gd name="connsiteY7" fmla="*/ 5597 h 6345"/>
                  <a:gd name="connsiteX8" fmla="*/ 3433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26"/>
                    </a:moveTo>
                    <a:cubicBezTo>
                      <a:pt x="4274" y="6526"/>
                      <a:pt x="5080" y="6192"/>
                      <a:pt x="5675" y="5597"/>
                    </a:cubicBezTo>
                    <a:cubicBezTo>
                      <a:pt x="6270" y="5002"/>
                      <a:pt x="6604" y="4195"/>
                      <a:pt x="6604" y="3354"/>
                    </a:cubicBezTo>
                    <a:cubicBezTo>
                      <a:pt x="6604" y="2512"/>
                      <a:pt x="6270" y="1705"/>
                      <a:pt x="5675" y="1110"/>
                    </a:cubicBezTo>
                    <a:cubicBezTo>
                      <a:pt x="5080" y="515"/>
                      <a:pt x="4274" y="181"/>
                      <a:pt x="3433" y="181"/>
                    </a:cubicBezTo>
                    <a:cubicBezTo>
                      <a:pt x="2591" y="181"/>
                      <a:pt x="1785" y="515"/>
                      <a:pt x="1190" y="1110"/>
                    </a:cubicBezTo>
                    <a:cubicBezTo>
                      <a:pt x="595" y="1705"/>
                      <a:pt x="261" y="2512"/>
                      <a:pt x="261" y="3354"/>
                    </a:cubicBezTo>
                    <a:cubicBezTo>
                      <a:pt x="261" y="4195"/>
                      <a:pt x="595" y="5002"/>
                      <a:pt x="1190" y="5597"/>
                    </a:cubicBezTo>
                    <a:cubicBezTo>
                      <a:pt x="1785" y="6192"/>
                      <a:pt x="2591" y="6526"/>
                      <a:pt x="3433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87" name="Freeform: Shape 5186">
                <a:extLst>
                  <a:ext uri="{FF2B5EF4-FFF2-40B4-BE49-F238E27FC236}">
                    <a16:creationId xmlns:a16="http://schemas.microsoft.com/office/drawing/2014/main" id="{E57613B9-BB9B-6034-8AA0-C9510EC6997B}"/>
                  </a:ext>
                </a:extLst>
              </p:cNvPr>
              <p:cNvSpPr/>
              <p:nvPr/>
            </p:nvSpPr>
            <p:spPr>
              <a:xfrm>
                <a:off x="4131374" y="5981538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3 w 6343"/>
                  <a:gd name="connsiteY1" fmla="*/ 5613 h 6345"/>
                  <a:gd name="connsiteX2" fmla="*/ 6602 w 6343"/>
                  <a:gd name="connsiteY2" fmla="*/ 3370 h 6345"/>
                  <a:gd name="connsiteX3" fmla="*/ 5673 w 6343"/>
                  <a:gd name="connsiteY3" fmla="*/ 1126 h 6345"/>
                  <a:gd name="connsiteX4" fmla="*/ 3430 w 6343"/>
                  <a:gd name="connsiteY4" fmla="*/ 197 h 6345"/>
                  <a:gd name="connsiteX5" fmla="*/ 1187 w 6343"/>
                  <a:gd name="connsiteY5" fmla="*/ 1126 h 6345"/>
                  <a:gd name="connsiteX6" fmla="*/ 258 w 6343"/>
                  <a:gd name="connsiteY6" fmla="*/ 3370 h 6345"/>
                  <a:gd name="connsiteX7" fmla="*/ 1187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8" y="6208"/>
                      <a:pt x="5673" y="5613"/>
                    </a:cubicBezTo>
                    <a:cubicBezTo>
                      <a:pt x="6267" y="5018"/>
                      <a:pt x="6602" y="4211"/>
                      <a:pt x="6602" y="3370"/>
                    </a:cubicBezTo>
                    <a:cubicBezTo>
                      <a:pt x="6602" y="2528"/>
                      <a:pt x="6267" y="1721"/>
                      <a:pt x="5673" y="1126"/>
                    </a:cubicBezTo>
                    <a:cubicBezTo>
                      <a:pt x="5078" y="531"/>
                      <a:pt x="4271" y="197"/>
                      <a:pt x="3430" y="197"/>
                    </a:cubicBezTo>
                    <a:cubicBezTo>
                      <a:pt x="2589" y="197"/>
                      <a:pt x="1782" y="531"/>
                      <a:pt x="1187" y="1126"/>
                    </a:cubicBezTo>
                    <a:cubicBezTo>
                      <a:pt x="593" y="1721"/>
                      <a:pt x="258" y="2528"/>
                      <a:pt x="258" y="3370"/>
                    </a:cubicBezTo>
                    <a:cubicBezTo>
                      <a:pt x="258" y="4211"/>
                      <a:pt x="593" y="5018"/>
                      <a:pt x="1187" y="5613"/>
                    </a:cubicBezTo>
                    <a:cubicBezTo>
                      <a:pt x="1782" y="6208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88" name="Freeform: Shape 5187">
                <a:extLst>
                  <a:ext uri="{FF2B5EF4-FFF2-40B4-BE49-F238E27FC236}">
                    <a16:creationId xmlns:a16="http://schemas.microsoft.com/office/drawing/2014/main" id="{01EFFC95-9ACD-56F6-1ADC-0A3039097CC7}"/>
                  </a:ext>
                </a:extLst>
              </p:cNvPr>
              <p:cNvSpPr/>
              <p:nvPr/>
            </p:nvSpPr>
            <p:spPr>
              <a:xfrm>
                <a:off x="4128214" y="5981531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2 w 6343"/>
                  <a:gd name="connsiteY1" fmla="*/ 5613 h 6345"/>
                  <a:gd name="connsiteX2" fmla="*/ 6601 w 6343"/>
                  <a:gd name="connsiteY2" fmla="*/ 3370 h 6345"/>
                  <a:gd name="connsiteX3" fmla="*/ 5672 w 6343"/>
                  <a:gd name="connsiteY3" fmla="*/ 1126 h 6345"/>
                  <a:gd name="connsiteX4" fmla="*/ 3430 w 6343"/>
                  <a:gd name="connsiteY4" fmla="*/ 197 h 6345"/>
                  <a:gd name="connsiteX5" fmla="*/ 1187 w 6343"/>
                  <a:gd name="connsiteY5" fmla="*/ 1126 h 6345"/>
                  <a:gd name="connsiteX6" fmla="*/ 258 w 6343"/>
                  <a:gd name="connsiteY6" fmla="*/ 3370 h 6345"/>
                  <a:gd name="connsiteX7" fmla="*/ 1187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8" y="6208"/>
                      <a:pt x="5672" y="5613"/>
                    </a:cubicBezTo>
                    <a:cubicBezTo>
                      <a:pt x="6267" y="5018"/>
                      <a:pt x="6601" y="4211"/>
                      <a:pt x="6601" y="3370"/>
                    </a:cubicBezTo>
                    <a:cubicBezTo>
                      <a:pt x="6601" y="2528"/>
                      <a:pt x="6267" y="1721"/>
                      <a:pt x="5672" y="1126"/>
                    </a:cubicBezTo>
                    <a:cubicBezTo>
                      <a:pt x="5078" y="531"/>
                      <a:pt x="4271" y="197"/>
                      <a:pt x="3430" y="197"/>
                    </a:cubicBezTo>
                    <a:cubicBezTo>
                      <a:pt x="2589" y="197"/>
                      <a:pt x="1782" y="531"/>
                      <a:pt x="1187" y="1126"/>
                    </a:cubicBezTo>
                    <a:cubicBezTo>
                      <a:pt x="592" y="1721"/>
                      <a:pt x="258" y="2528"/>
                      <a:pt x="258" y="3370"/>
                    </a:cubicBezTo>
                    <a:cubicBezTo>
                      <a:pt x="258" y="4211"/>
                      <a:pt x="592" y="5018"/>
                      <a:pt x="1187" y="5613"/>
                    </a:cubicBezTo>
                    <a:cubicBezTo>
                      <a:pt x="1782" y="6208"/>
                      <a:pt x="2589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89" name="Freeform: Shape 5188">
                <a:extLst>
                  <a:ext uri="{FF2B5EF4-FFF2-40B4-BE49-F238E27FC236}">
                    <a16:creationId xmlns:a16="http://schemas.microsoft.com/office/drawing/2014/main" id="{94AFA1E9-7486-117C-B819-299755AFA86A}"/>
                  </a:ext>
                </a:extLst>
              </p:cNvPr>
              <p:cNvSpPr/>
              <p:nvPr/>
            </p:nvSpPr>
            <p:spPr>
              <a:xfrm>
                <a:off x="4125499" y="5981919"/>
                <a:ext cx="6343" cy="6345"/>
              </a:xfrm>
              <a:custGeom>
                <a:avLst/>
                <a:gdLst>
                  <a:gd name="connsiteX0" fmla="*/ 3430 w 6343"/>
                  <a:gd name="connsiteY0" fmla="*/ 6543 h 6345"/>
                  <a:gd name="connsiteX1" fmla="*/ 5672 w 6343"/>
                  <a:gd name="connsiteY1" fmla="*/ 5613 h 6345"/>
                  <a:gd name="connsiteX2" fmla="*/ 6601 w 6343"/>
                  <a:gd name="connsiteY2" fmla="*/ 3370 h 6345"/>
                  <a:gd name="connsiteX3" fmla="*/ 5672 w 6343"/>
                  <a:gd name="connsiteY3" fmla="*/ 1126 h 6345"/>
                  <a:gd name="connsiteX4" fmla="*/ 3430 w 6343"/>
                  <a:gd name="connsiteY4" fmla="*/ 197 h 6345"/>
                  <a:gd name="connsiteX5" fmla="*/ 1187 w 6343"/>
                  <a:gd name="connsiteY5" fmla="*/ 1126 h 6345"/>
                  <a:gd name="connsiteX6" fmla="*/ 258 w 6343"/>
                  <a:gd name="connsiteY6" fmla="*/ 3370 h 6345"/>
                  <a:gd name="connsiteX7" fmla="*/ 1187 w 6343"/>
                  <a:gd name="connsiteY7" fmla="*/ 5613 h 6345"/>
                  <a:gd name="connsiteX8" fmla="*/ 3430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43"/>
                    </a:moveTo>
                    <a:cubicBezTo>
                      <a:pt x="4271" y="6543"/>
                      <a:pt x="5077" y="6208"/>
                      <a:pt x="5672" y="5613"/>
                    </a:cubicBezTo>
                    <a:cubicBezTo>
                      <a:pt x="6267" y="5018"/>
                      <a:pt x="6601" y="4211"/>
                      <a:pt x="6601" y="3370"/>
                    </a:cubicBezTo>
                    <a:cubicBezTo>
                      <a:pt x="6601" y="2528"/>
                      <a:pt x="6267" y="1721"/>
                      <a:pt x="5672" y="1126"/>
                    </a:cubicBezTo>
                    <a:cubicBezTo>
                      <a:pt x="5077" y="531"/>
                      <a:pt x="4271" y="197"/>
                      <a:pt x="3430" y="197"/>
                    </a:cubicBezTo>
                    <a:cubicBezTo>
                      <a:pt x="2588" y="197"/>
                      <a:pt x="1782" y="531"/>
                      <a:pt x="1187" y="1126"/>
                    </a:cubicBezTo>
                    <a:cubicBezTo>
                      <a:pt x="592" y="1721"/>
                      <a:pt x="258" y="2528"/>
                      <a:pt x="258" y="3370"/>
                    </a:cubicBezTo>
                    <a:cubicBezTo>
                      <a:pt x="258" y="4211"/>
                      <a:pt x="592" y="5018"/>
                      <a:pt x="1187" y="5613"/>
                    </a:cubicBezTo>
                    <a:cubicBezTo>
                      <a:pt x="1782" y="6208"/>
                      <a:pt x="2588" y="6543"/>
                      <a:pt x="3430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90" name="Freeform: Shape 5189">
                <a:extLst>
                  <a:ext uri="{FF2B5EF4-FFF2-40B4-BE49-F238E27FC236}">
                    <a16:creationId xmlns:a16="http://schemas.microsoft.com/office/drawing/2014/main" id="{2263FAC5-2EC0-7A7E-8668-3D7DB2851E0A}"/>
                  </a:ext>
                </a:extLst>
              </p:cNvPr>
              <p:cNvSpPr/>
              <p:nvPr/>
            </p:nvSpPr>
            <p:spPr>
              <a:xfrm>
                <a:off x="4110869" y="5970504"/>
                <a:ext cx="6343" cy="6345"/>
              </a:xfrm>
              <a:custGeom>
                <a:avLst/>
                <a:gdLst>
                  <a:gd name="connsiteX0" fmla="*/ 3428 w 6343"/>
                  <a:gd name="connsiteY0" fmla="*/ 6542 h 6345"/>
                  <a:gd name="connsiteX1" fmla="*/ 5671 w 6343"/>
                  <a:gd name="connsiteY1" fmla="*/ 5612 h 6345"/>
                  <a:gd name="connsiteX2" fmla="*/ 6600 w 6343"/>
                  <a:gd name="connsiteY2" fmla="*/ 3369 h 6345"/>
                  <a:gd name="connsiteX3" fmla="*/ 5671 w 6343"/>
                  <a:gd name="connsiteY3" fmla="*/ 1126 h 6345"/>
                  <a:gd name="connsiteX4" fmla="*/ 3428 w 6343"/>
                  <a:gd name="connsiteY4" fmla="*/ 196 h 6345"/>
                  <a:gd name="connsiteX5" fmla="*/ 1186 w 6343"/>
                  <a:gd name="connsiteY5" fmla="*/ 1126 h 6345"/>
                  <a:gd name="connsiteX6" fmla="*/ 257 w 6343"/>
                  <a:gd name="connsiteY6" fmla="*/ 3369 h 6345"/>
                  <a:gd name="connsiteX7" fmla="*/ 1186 w 6343"/>
                  <a:gd name="connsiteY7" fmla="*/ 5612 h 6345"/>
                  <a:gd name="connsiteX8" fmla="*/ 342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2"/>
                    </a:moveTo>
                    <a:cubicBezTo>
                      <a:pt x="4270" y="6542"/>
                      <a:pt x="5076" y="6207"/>
                      <a:pt x="5671" y="5612"/>
                    </a:cubicBezTo>
                    <a:cubicBezTo>
                      <a:pt x="6266" y="5017"/>
                      <a:pt x="6600" y="4210"/>
                      <a:pt x="6600" y="3369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6" y="531"/>
                      <a:pt x="4270" y="196"/>
                      <a:pt x="3428" y="196"/>
                    </a:cubicBezTo>
                    <a:cubicBezTo>
                      <a:pt x="2587" y="196"/>
                      <a:pt x="1781" y="531"/>
                      <a:pt x="1186" y="1126"/>
                    </a:cubicBezTo>
                    <a:cubicBezTo>
                      <a:pt x="591" y="1721"/>
                      <a:pt x="257" y="2528"/>
                      <a:pt x="257" y="3369"/>
                    </a:cubicBezTo>
                    <a:cubicBezTo>
                      <a:pt x="257" y="4210"/>
                      <a:pt x="591" y="5017"/>
                      <a:pt x="1186" y="5612"/>
                    </a:cubicBezTo>
                    <a:cubicBezTo>
                      <a:pt x="1781" y="6207"/>
                      <a:pt x="2587" y="6542"/>
                      <a:pt x="342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91" name="Freeform: Shape 5190">
                <a:extLst>
                  <a:ext uri="{FF2B5EF4-FFF2-40B4-BE49-F238E27FC236}">
                    <a16:creationId xmlns:a16="http://schemas.microsoft.com/office/drawing/2014/main" id="{EB018667-912D-7325-F765-A3182AA9E97A}"/>
                  </a:ext>
                </a:extLst>
              </p:cNvPr>
              <p:cNvSpPr/>
              <p:nvPr/>
            </p:nvSpPr>
            <p:spPr>
              <a:xfrm>
                <a:off x="4110150" y="5972685"/>
                <a:ext cx="6343" cy="6345"/>
              </a:xfrm>
              <a:custGeom>
                <a:avLst/>
                <a:gdLst>
                  <a:gd name="connsiteX0" fmla="*/ 3428 w 6343"/>
                  <a:gd name="connsiteY0" fmla="*/ 6542 h 6345"/>
                  <a:gd name="connsiteX1" fmla="*/ 5671 w 6343"/>
                  <a:gd name="connsiteY1" fmla="*/ 5613 h 6345"/>
                  <a:gd name="connsiteX2" fmla="*/ 6600 w 6343"/>
                  <a:gd name="connsiteY2" fmla="*/ 3369 h 6345"/>
                  <a:gd name="connsiteX3" fmla="*/ 5671 w 6343"/>
                  <a:gd name="connsiteY3" fmla="*/ 1126 h 6345"/>
                  <a:gd name="connsiteX4" fmla="*/ 3428 w 6343"/>
                  <a:gd name="connsiteY4" fmla="*/ 196 h 6345"/>
                  <a:gd name="connsiteX5" fmla="*/ 1186 w 6343"/>
                  <a:gd name="connsiteY5" fmla="*/ 1126 h 6345"/>
                  <a:gd name="connsiteX6" fmla="*/ 257 w 6343"/>
                  <a:gd name="connsiteY6" fmla="*/ 3369 h 6345"/>
                  <a:gd name="connsiteX7" fmla="*/ 1186 w 6343"/>
                  <a:gd name="connsiteY7" fmla="*/ 5613 h 6345"/>
                  <a:gd name="connsiteX8" fmla="*/ 342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2"/>
                    </a:moveTo>
                    <a:cubicBezTo>
                      <a:pt x="4269" y="6542"/>
                      <a:pt x="5076" y="6208"/>
                      <a:pt x="5671" y="5613"/>
                    </a:cubicBezTo>
                    <a:cubicBezTo>
                      <a:pt x="6266" y="5018"/>
                      <a:pt x="6600" y="4211"/>
                      <a:pt x="6600" y="3369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6" y="531"/>
                      <a:pt x="4269" y="196"/>
                      <a:pt x="3428" y="196"/>
                    </a:cubicBezTo>
                    <a:cubicBezTo>
                      <a:pt x="2587" y="196"/>
                      <a:pt x="1780" y="531"/>
                      <a:pt x="1186" y="1126"/>
                    </a:cubicBezTo>
                    <a:cubicBezTo>
                      <a:pt x="591" y="1721"/>
                      <a:pt x="257" y="2528"/>
                      <a:pt x="257" y="3369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0" y="6208"/>
                      <a:pt x="2587" y="6542"/>
                      <a:pt x="342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92" name="Freeform: Shape 5191">
                <a:extLst>
                  <a:ext uri="{FF2B5EF4-FFF2-40B4-BE49-F238E27FC236}">
                    <a16:creationId xmlns:a16="http://schemas.microsoft.com/office/drawing/2014/main" id="{468D4330-2041-9CE1-D4A0-6E3166DBE987}"/>
                  </a:ext>
                </a:extLst>
              </p:cNvPr>
              <p:cNvSpPr/>
              <p:nvPr/>
            </p:nvSpPr>
            <p:spPr>
              <a:xfrm>
                <a:off x="4108527" y="5973970"/>
                <a:ext cx="6343" cy="6345"/>
              </a:xfrm>
              <a:custGeom>
                <a:avLst/>
                <a:gdLst>
                  <a:gd name="connsiteX0" fmla="*/ 3428 w 6343"/>
                  <a:gd name="connsiteY0" fmla="*/ 6542 h 6345"/>
                  <a:gd name="connsiteX1" fmla="*/ 5671 w 6343"/>
                  <a:gd name="connsiteY1" fmla="*/ 5613 h 6345"/>
                  <a:gd name="connsiteX2" fmla="*/ 6600 w 6343"/>
                  <a:gd name="connsiteY2" fmla="*/ 3369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6 w 6343"/>
                  <a:gd name="connsiteY5" fmla="*/ 1126 h 6345"/>
                  <a:gd name="connsiteX6" fmla="*/ 257 w 6343"/>
                  <a:gd name="connsiteY6" fmla="*/ 3369 h 6345"/>
                  <a:gd name="connsiteX7" fmla="*/ 1186 w 6343"/>
                  <a:gd name="connsiteY7" fmla="*/ 5613 h 6345"/>
                  <a:gd name="connsiteX8" fmla="*/ 342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2"/>
                    </a:moveTo>
                    <a:cubicBezTo>
                      <a:pt x="4269" y="6542"/>
                      <a:pt x="5076" y="6208"/>
                      <a:pt x="5671" y="5613"/>
                    </a:cubicBezTo>
                    <a:cubicBezTo>
                      <a:pt x="6266" y="5018"/>
                      <a:pt x="6600" y="4211"/>
                      <a:pt x="6600" y="3369"/>
                    </a:cubicBezTo>
                    <a:cubicBezTo>
                      <a:pt x="6600" y="2528"/>
                      <a:pt x="6266" y="1721"/>
                      <a:pt x="5671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6" y="1126"/>
                    </a:cubicBezTo>
                    <a:cubicBezTo>
                      <a:pt x="591" y="1721"/>
                      <a:pt x="257" y="2528"/>
                      <a:pt x="257" y="3369"/>
                    </a:cubicBezTo>
                    <a:cubicBezTo>
                      <a:pt x="257" y="4211"/>
                      <a:pt x="591" y="5018"/>
                      <a:pt x="1186" y="5613"/>
                    </a:cubicBezTo>
                    <a:cubicBezTo>
                      <a:pt x="1780" y="6208"/>
                      <a:pt x="2587" y="6542"/>
                      <a:pt x="342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93" name="Freeform: Shape 5192">
                <a:extLst>
                  <a:ext uri="{FF2B5EF4-FFF2-40B4-BE49-F238E27FC236}">
                    <a16:creationId xmlns:a16="http://schemas.microsoft.com/office/drawing/2014/main" id="{21130F26-1628-395E-020A-3907BF8F390D}"/>
                  </a:ext>
                </a:extLst>
              </p:cNvPr>
              <p:cNvSpPr/>
              <p:nvPr/>
            </p:nvSpPr>
            <p:spPr>
              <a:xfrm>
                <a:off x="4106278" y="5974609"/>
                <a:ext cx="6343" cy="6345"/>
              </a:xfrm>
              <a:custGeom>
                <a:avLst/>
                <a:gdLst>
                  <a:gd name="connsiteX0" fmla="*/ 3428 w 6343"/>
                  <a:gd name="connsiteY0" fmla="*/ 6542 h 6345"/>
                  <a:gd name="connsiteX1" fmla="*/ 5671 w 6343"/>
                  <a:gd name="connsiteY1" fmla="*/ 5613 h 6345"/>
                  <a:gd name="connsiteX2" fmla="*/ 6600 w 6343"/>
                  <a:gd name="connsiteY2" fmla="*/ 3369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5 w 6343"/>
                  <a:gd name="connsiteY5" fmla="*/ 1126 h 6345"/>
                  <a:gd name="connsiteX6" fmla="*/ 257 w 6343"/>
                  <a:gd name="connsiteY6" fmla="*/ 3369 h 6345"/>
                  <a:gd name="connsiteX7" fmla="*/ 1185 w 6343"/>
                  <a:gd name="connsiteY7" fmla="*/ 5613 h 6345"/>
                  <a:gd name="connsiteX8" fmla="*/ 342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2"/>
                    </a:moveTo>
                    <a:cubicBezTo>
                      <a:pt x="4269" y="6542"/>
                      <a:pt x="5076" y="6208"/>
                      <a:pt x="5671" y="5613"/>
                    </a:cubicBezTo>
                    <a:cubicBezTo>
                      <a:pt x="6265" y="5018"/>
                      <a:pt x="6600" y="4211"/>
                      <a:pt x="6600" y="3369"/>
                    </a:cubicBezTo>
                    <a:cubicBezTo>
                      <a:pt x="6600" y="2528"/>
                      <a:pt x="6265" y="1721"/>
                      <a:pt x="5671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5" y="1126"/>
                    </a:cubicBezTo>
                    <a:cubicBezTo>
                      <a:pt x="591" y="1721"/>
                      <a:pt x="257" y="2528"/>
                      <a:pt x="257" y="3369"/>
                    </a:cubicBezTo>
                    <a:cubicBezTo>
                      <a:pt x="257" y="4211"/>
                      <a:pt x="591" y="5018"/>
                      <a:pt x="1185" y="5613"/>
                    </a:cubicBezTo>
                    <a:cubicBezTo>
                      <a:pt x="1780" y="6208"/>
                      <a:pt x="2587" y="6542"/>
                      <a:pt x="342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94" name="Freeform: Shape 5193">
                <a:extLst>
                  <a:ext uri="{FF2B5EF4-FFF2-40B4-BE49-F238E27FC236}">
                    <a16:creationId xmlns:a16="http://schemas.microsoft.com/office/drawing/2014/main" id="{800787C3-23B7-3B14-5F9B-30583C3297C7}"/>
                  </a:ext>
                </a:extLst>
              </p:cNvPr>
              <p:cNvSpPr/>
              <p:nvPr/>
            </p:nvSpPr>
            <p:spPr>
              <a:xfrm>
                <a:off x="4103869" y="5975061"/>
                <a:ext cx="6343" cy="6345"/>
              </a:xfrm>
              <a:custGeom>
                <a:avLst/>
                <a:gdLst>
                  <a:gd name="connsiteX0" fmla="*/ 3428 w 6343"/>
                  <a:gd name="connsiteY0" fmla="*/ 6542 h 6345"/>
                  <a:gd name="connsiteX1" fmla="*/ 5671 w 6343"/>
                  <a:gd name="connsiteY1" fmla="*/ 5613 h 6345"/>
                  <a:gd name="connsiteX2" fmla="*/ 6599 w 6343"/>
                  <a:gd name="connsiteY2" fmla="*/ 3369 h 6345"/>
                  <a:gd name="connsiteX3" fmla="*/ 5671 w 6343"/>
                  <a:gd name="connsiteY3" fmla="*/ 1126 h 6345"/>
                  <a:gd name="connsiteX4" fmla="*/ 3428 w 6343"/>
                  <a:gd name="connsiteY4" fmla="*/ 197 h 6345"/>
                  <a:gd name="connsiteX5" fmla="*/ 1185 w 6343"/>
                  <a:gd name="connsiteY5" fmla="*/ 1126 h 6345"/>
                  <a:gd name="connsiteX6" fmla="*/ 256 w 6343"/>
                  <a:gd name="connsiteY6" fmla="*/ 3369 h 6345"/>
                  <a:gd name="connsiteX7" fmla="*/ 1185 w 6343"/>
                  <a:gd name="connsiteY7" fmla="*/ 5613 h 6345"/>
                  <a:gd name="connsiteX8" fmla="*/ 342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2"/>
                    </a:moveTo>
                    <a:cubicBezTo>
                      <a:pt x="4269" y="6542"/>
                      <a:pt x="5076" y="6208"/>
                      <a:pt x="5671" y="5613"/>
                    </a:cubicBezTo>
                    <a:cubicBezTo>
                      <a:pt x="6265" y="5018"/>
                      <a:pt x="6599" y="4211"/>
                      <a:pt x="6599" y="3369"/>
                    </a:cubicBezTo>
                    <a:cubicBezTo>
                      <a:pt x="6599" y="2528"/>
                      <a:pt x="6265" y="1721"/>
                      <a:pt x="5671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5" y="1126"/>
                    </a:cubicBezTo>
                    <a:cubicBezTo>
                      <a:pt x="590" y="1721"/>
                      <a:pt x="256" y="2528"/>
                      <a:pt x="256" y="3369"/>
                    </a:cubicBezTo>
                    <a:cubicBezTo>
                      <a:pt x="256" y="4211"/>
                      <a:pt x="590" y="5018"/>
                      <a:pt x="1185" y="5613"/>
                    </a:cubicBezTo>
                    <a:cubicBezTo>
                      <a:pt x="1780" y="6208"/>
                      <a:pt x="2587" y="6542"/>
                      <a:pt x="342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95" name="Freeform: Shape 5194">
                <a:extLst>
                  <a:ext uri="{FF2B5EF4-FFF2-40B4-BE49-F238E27FC236}">
                    <a16:creationId xmlns:a16="http://schemas.microsoft.com/office/drawing/2014/main" id="{C100D255-0EBC-C78A-2E18-CF552BADB838}"/>
                  </a:ext>
                </a:extLst>
              </p:cNvPr>
              <p:cNvSpPr/>
              <p:nvPr/>
            </p:nvSpPr>
            <p:spPr>
              <a:xfrm>
                <a:off x="4102074" y="5976135"/>
                <a:ext cx="6343" cy="6345"/>
              </a:xfrm>
              <a:custGeom>
                <a:avLst/>
                <a:gdLst>
                  <a:gd name="connsiteX0" fmla="*/ 3428 w 6343"/>
                  <a:gd name="connsiteY0" fmla="*/ 6542 h 6345"/>
                  <a:gd name="connsiteX1" fmla="*/ 5670 w 6343"/>
                  <a:gd name="connsiteY1" fmla="*/ 5613 h 6345"/>
                  <a:gd name="connsiteX2" fmla="*/ 6599 w 6343"/>
                  <a:gd name="connsiteY2" fmla="*/ 3369 h 6345"/>
                  <a:gd name="connsiteX3" fmla="*/ 5670 w 6343"/>
                  <a:gd name="connsiteY3" fmla="*/ 1126 h 6345"/>
                  <a:gd name="connsiteX4" fmla="*/ 3428 w 6343"/>
                  <a:gd name="connsiteY4" fmla="*/ 197 h 6345"/>
                  <a:gd name="connsiteX5" fmla="*/ 1185 w 6343"/>
                  <a:gd name="connsiteY5" fmla="*/ 1126 h 6345"/>
                  <a:gd name="connsiteX6" fmla="*/ 256 w 6343"/>
                  <a:gd name="connsiteY6" fmla="*/ 3369 h 6345"/>
                  <a:gd name="connsiteX7" fmla="*/ 1185 w 6343"/>
                  <a:gd name="connsiteY7" fmla="*/ 5613 h 6345"/>
                  <a:gd name="connsiteX8" fmla="*/ 342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2"/>
                    </a:moveTo>
                    <a:cubicBezTo>
                      <a:pt x="4269" y="6542"/>
                      <a:pt x="5076" y="6208"/>
                      <a:pt x="5670" y="5613"/>
                    </a:cubicBezTo>
                    <a:cubicBezTo>
                      <a:pt x="6265" y="5018"/>
                      <a:pt x="6599" y="4211"/>
                      <a:pt x="6599" y="3369"/>
                    </a:cubicBezTo>
                    <a:cubicBezTo>
                      <a:pt x="6599" y="2528"/>
                      <a:pt x="6265" y="1721"/>
                      <a:pt x="5670" y="1126"/>
                    </a:cubicBezTo>
                    <a:cubicBezTo>
                      <a:pt x="5076" y="531"/>
                      <a:pt x="4269" y="197"/>
                      <a:pt x="3428" y="197"/>
                    </a:cubicBezTo>
                    <a:cubicBezTo>
                      <a:pt x="2587" y="197"/>
                      <a:pt x="1780" y="531"/>
                      <a:pt x="1185" y="1126"/>
                    </a:cubicBezTo>
                    <a:cubicBezTo>
                      <a:pt x="590" y="1721"/>
                      <a:pt x="256" y="2528"/>
                      <a:pt x="256" y="3369"/>
                    </a:cubicBezTo>
                    <a:cubicBezTo>
                      <a:pt x="256" y="4211"/>
                      <a:pt x="590" y="5018"/>
                      <a:pt x="1185" y="5613"/>
                    </a:cubicBezTo>
                    <a:cubicBezTo>
                      <a:pt x="1780" y="6208"/>
                      <a:pt x="2587" y="6542"/>
                      <a:pt x="342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96" name="Freeform: Shape 5195">
                <a:extLst>
                  <a:ext uri="{FF2B5EF4-FFF2-40B4-BE49-F238E27FC236}">
                    <a16:creationId xmlns:a16="http://schemas.microsoft.com/office/drawing/2014/main" id="{20D1D9CC-A8B5-32CA-C58C-66747F3B3883}"/>
                  </a:ext>
                </a:extLst>
              </p:cNvPr>
              <p:cNvSpPr/>
              <p:nvPr/>
            </p:nvSpPr>
            <p:spPr>
              <a:xfrm>
                <a:off x="4100115" y="5977026"/>
                <a:ext cx="6343" cy="6345"/>
              </a:xfrm>
              <a:custGeom>
                <a:avLst/>
                <a:gdLst>
                  <a:gd name="connsiteX0" fmla="*/ 3428 w 6343"/>
                  <a:gd name="connsiteY0" fmla="*/ 6542 h 6345"/>
                  <a:gd name="connsiteX1" fmla="*/ 5670 w 6343"/>
                  <a:gd name="connsiteY1" fmla="*/ 5613 h 6345"/>
                  <a:gd name="connsiteX2" fmla="*/ 6599 w 6343"/>
                  <a:gd name="connsiteY2" fmla="*/ 3370 h 6345"/>
                  <a:gd name="connsiteX3" fmla="*/ 5670 w 6343"/>
                  <a:gd name="connsiteY3" fmla="*/ 1126 h 6345"/>
                  <a:gd name="connsiteX4" fmla="*/ 3428 w 6343"/>
                  <a:gd name="connsiteY4" fmla="*/ 197 h 6345"/>
                  <a:gd name="connsiteX5" fmla="*/ 1185 w 6343"/>
                  <a:gd name="connsiteY5" fmla="*/ 1126 h 6345"/>
                  <a:gd name="connsiteX6" fmla="*/ 256 w 6343"/>
                  <a:gd name="connsiteY6" fmla="*/ 3370 h 6345"/>
                  <a:gd name="connsiteX7" fmla="*/ 1185 w 6343"/>
                  <a:gd name="connsiteY7" fmla="*/ 5613 h 6345"/>
                  <a:gd name="connsiteX8" fmla="*/ 342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42"/>
                    </a:moveTo>
                    <a:cubicBezTo>
                      <a:pt x="4269" y="6542"/>
                      <a:pt x="5075" y="6208"/>
                      <a:pt x="5670" y="5613"/>
                    </a:cubicBezTo>
                    <a:cubicBezTo>
                      <a:pt x="6265" y="5018"/>
                      <a:pt x="6599" y="4211"/>
                      <a:pt x="6599" y="3370"/>
                    </a:cubicBezTo>
                    <a:cubicBezTo>
                      <a:pt x="6599" y="2528"/>
                      <a:pt x="6265" y="1721"/>
                      <a:pt x="5670" y="1126"/>
                    </a:cubicBezTo>
                    <a:cubicBezTo>
                      <a:pt x="5075" y="531"/>
                      <a:pt x="4269" y="197"/>
                      <a:pt x="3428" y="197"/>
                    </a:cubicBezTo>
                    <a:cubicBezTo>
                      <a:pt x="2586" y="197"/>
                      <a:pt x="1780" y="531"/>
                      <a:pt x="1185" y="1126"/>
                    </a:cubicBezTo>
                    <a:cubicBezTo>
                      <a:pt x="590" y="1721"/>
                      <a:pt x="256" y="2528"/>
                      <a:pt x="256" y="3370"/>
                    </a:cubicBezTo>
                    <a:cubicBezTo>
                      <a:pt x="256" y="4211"/>
                      <a:pt x="590" y="5018"/>
                      <a:pt x="1185" y="5613"/>
                    </a:cubicBezTo>
                    <a:cubicBezTo>
                      <a:pt x="1780" y="6208"/>
                      <a:pt x="2586" y="6542"/>
                      <a:pt x="342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97" name="Freeform: Shape 5196">
                <a:extLst>
                  <a:ext uri="{FF2B5EF4-FFF2-40B4-BE49-F238E27FC236}">
                    <a16:creationId xmlns:a16="http://schemas.microsoft.com/office/drawing/2014/main" id="{346C3A8F-0230-A1EE-9936-DF733326B97A}"/>
                  </a:ext>
                </a:extLst>
              </p:cNvPr>
              <p:cNvSpPr/>
              <p:nvPr/>
            </p:nvSpPr>
            <p:spPr>
              <a:xfrm>
                <a:off x="4097486" y="5977184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70 w 6343"/>
                  <a:gd name="connsiteY1" fmla="*/ 5613 h 6345"/>
                  <a:gd name="connsiteX2" fmla="*/ 6599 w 6343"/>
                  <a:gd name="connsiteY2" fmla="*/ 3370 h 6345"/>
                  <a:gd name="connsiteX3" fmla="*/ 5670 w 6343"/>
                  <a:gd name="connsiteY3" fmla="*/ 1126 h 6345"/>
                  <a:gd name="connsiteX4" fmla="*/ 3427 w 6343"/>
                  <a:gd name="connsiteY4" fmla="*/ 197 h 6345"/>
                  <a:gd name="connsiteX5" fmla="*/ 1185 w 6343"/>
                  <a:gd name="connsiteY5" fmla="*/ 1126 h 6345"/>
                  <a:gd name="connsiteX6" fmla="*/ 256 w 6343"/>
                  <a:gd name="connsiteY6" fmla="*/ 3370 h 6345"/>
                  <a:gd name="connsiteX7" fmla="*/ 1185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70" y="5613"/>
                    </a:cubicBezTo>
                    <a:cubicBezTo>
                      <a:pt x="6265" y="5018"/>
                      <a:pt x="6599" y="4211"/>
                      <a:pt x="6599" y="3370"/>
                    </a:cubicBezTo>
                    <a:cubicBezTo>
                      <a:pt x="6599" y="2528"/>
                      <a:pt x="6265" y="1721"/>
                      <a:pt x="5670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5" y="1126"/>
                    </a:cubicBezTo>
                    <a:cubicBezTo>
                      <a:pt x="590" y="1721"/>
                      <a:pt x="256" y="2528"/>
                      <a:pt x="256" y="3370"/>
                    </a:cubicBezTo>
                    <a:cubicBezTo>
                      <a:pt x="256" y="4211"/>
                      <a:pt x="590" y="5018"/>
                      <a:pt x="1185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98" name="Freeform: Shape 5197">
                <a:extLst>
                  <a:ext uri="{FF2B5EF4-FFF2-40B4-BE49-F238E27FC236}">
                    <a16:creationId xmlns:a16="http://schemas.microsoft.com/office/drawing/2014/main" id="{94BE7F8D-65FC-8ABF-6BFB-3AC767B83F04}"/>
                  </a:ext>
                </a:extLst>
              </p:cNvPr>
              <p:cNvSpPr/>
              <p:nvPr/>
            </p:nvSpPr>
            <p:spPr>
              <a:xfrm>
                <a:off x="4094107" y="5976493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70 w 6343"/>
                  <a:gd name="connsiteY1" fmla="*/ 5613 h 6345"/>
                  <a:gd name="connsiteX2" fmla="*/ 6599 w 6343"/>
                  <a:gd name="connsiteY2" fmla="*/ 3369 h 6345"/>
                  <a:gd name="connsiteX3" fmla="*/ 5670 w 6343"/>
                  <a:gd name="connsiteY3" fmla="*/ 1126 h 6345"/>
                  <a:gd name="connsiteX4" fmla="*/ 3427 w 6343"/>
                  <a:gd name="connsiteY4" fmla="*/ 197 h 6345"/>
                  <a:gd name="connsiteX5" fmla="*/ 1184 w 6343"/>
                  <a:gd name="connsiteY5" fmla="*/ 1126 h 6345"/>
                  <a:gd name="connsiteX6" fmla="*/ 256 w 6343"/>
                  <a:gd name="connsiteY6" fmla="*/ 3369 h 6345"/>
                  <a:gd name="connsiteX7" fmla="*/ 1184 w 6343"/>
                  <a:gd name="connsiteY7" fmla="*/ 5613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8"/>
                      <a:pt x="5670" y="5613"/>
                    </a:cubicBezTo>
                    <a:cubicBezTo>
                      <a:pt x="6264" y="5018"/>
                      <a:pt x="6599" y="4211"/>
                      <a:pt x="6599" y="3369"/>
                    </a:cubicBezTo>
                    <a:cubicBezTo>
                      <a:pt x="6599" y="2528"/>
                      <a:pt x="6264" y="1721"/>
                      <a:pt x="5670" y="1126"/>
                    </a:cubicBezTo>
                    <a:cubicBezTo>
                      <a:pt x="5075" y="531"/>
                      <a:pt x="4268" y="197"/>
                      <a:pt x="3427" y="197"/>
                    </a:cubicBezTo>
                    <a:cubicBezTo>
                      <a:pt x="2586" y="197"/>
                      <a:pt x="1779" y="531"/>
                      <a:pt x="1184" y="1126"/>
                    </a:cubicBezTo>
                    <a:cubicBezTo>
                      <a:pt x="590" y="1721"/>
                      <a:pt x="256" y="2528"/>
                      <a:pt x="256" y="3369"/>
                    </a:cubicBezTo>
                    <a:cubicBezTo>
                      <a:pt x="256" y="4211"/>
                      <a:pt x="590" y="5018"/>
                      <a:pt x="1184" y="5613"/>
                    </a:cubicBezTo>
                    <a:cubicBezTo>
                      <a:pt x="1779" y="6208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99" name="Freeform: Shape 5198">
                <a:extLst>
                  <a:ext uri="{FF2B5EF4-FFF2-40B4-BE49-F238E27FC236}">
                    <a16:creationId xmlns:a16="http://schemas.microsoft.com/office/drawing/2014/main" id="{1B0AF689-B3CC-D5C4-813C-E063A6055D2B}"/>
                  </a:ext>
                </a:extLst>
              </p:cNvPr>
              <p:cNvSpPr/>
              <p:nvPr/>
            </p:nvSpPr>
            <p:spPr>
              <a:xfrm>
                <a:off x="4084289" y="5968644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2 h 6345"/>
                  <a:gd name="connsiteX2" fmla="*/ 6598 w 6343"/>
                  <a:gd name="connsiteY2" fmla="*/ 3369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4 w 6343"/>
                  <a:gd name="connsiteY5" fmla="*/ 1125 h 6345"/>
                  <a:gd name="connsiteX6" fmla="*/ 255 w 6343"/>
                  <a:gd name="connsiteY6" fmla="*/ 3369 h 6345"/>
                  <a:gd name="connsiteX7" fmla="*/ 1184 w 6343"/>
                  <a:gd name="connsiteY7" fmla="*/ 5612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9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4" y="1125"/>
                    </a:cubicBezTo>
                    <a:cubicBezTo>
                      <a:pt x="589" y="1720"/>
                      <a:pt x="255" y="2527"/>
                      <a:pt x="255" y="3369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8" y="6207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00" name="Freeform: Shape 5199">
                <a:extLst>
                  <a:ext uri="{FF2B5EF4-FFF2-40B4-BE49-F238E27FC236}">
                    <a16:creationId xmlns:a16="http://schemas.microsoft.com/office/drawing/2014/main" id="{76B64320-C19F-D136-E3F8-7F3E3FCB8193}"/>
                  </a:ext>
                </a:extLst>
              </p:cNvPr>
              <p:cNvSpPr/>
              <p:nvPr/>
            </p:nvSpPr>
            <p:spPr>
              <a:xfrm>
                <a:off x="4083603" y="5970770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2 h 6345"/>
                  <a:gd name="connsiteX2" fmla="*/ 6598 w 6343"/>
                  <a:gd name="connsiteY2" fmla="*/ 3369 h 6345"/>
                  <a:gd name="connsiteX3" fmla="*/ 5669 w 6343"/>
                  <a:gd name="connsiteY3" fmla="*/ 1126 h 6345"/>
                  <a:gd name="connsiteX4" fmla="*/ 3426 w 6343"/>
                  <a:gd name="connsiteY4" fmla="*/ 196 h 6345"/>
                  <a:gd name="connsiteX5" fmla="*/ 1184 w 6343"/>
                  <a:gd name="connsiteY5" fmla="*/ 1126 h 6345"/>
                  <a:gd name="connsiteX6" fmla="*/ 255 w 6343"/>
                  <a:gd name="connsiteY6" fmla="*/ 3369 h 6345"/>
                  <a:gd name="connsiteX7" fmla="*/ 1184 w 6343"/>
                  <a:gd name="connsiteY7" fmla="*/ 5612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9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4" y="531"/>
                      <a:pt x="4267" y="196"/>
                      <a:pt x="3426" y="196"/>
                    </a:cubicBezTo>
                    <a:cubicBezTo>
                      <a:pt x="2585" y="196"/>
                      <a:pt x="1778" y="531"/>
                      <a:pt x="1184" y="1126"/>
                    </a:cubicBezTo>
                    <a:cubicBezTo>
                      <a:pt x="589" y="1721"/>
                      <a:pt x="255" y="2528"/>
                      <a:pt x="255" y="3369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8" y="6207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01" name="Freeform: Shape 5200">
                <a:extLst>
                  <a:ext uri="{FF2B5EF4-FFF2-40B4-BE49-F238E27FC236}">
                    <a16:creationId xmlns:a16="http://schemas.microsoft.com/office/drawing/2014/main" id="{D098CF07-7CCF-9EDC-AB3E-6EE73C12EBEC}"/>
                  </a:ext>
                </a:extLst>
              </p:cNvPr>
              <p:cNvSpPr/>
              <p:nvPr/>
            </p:nvSpPr>
            <p:spPr>
              <a:xfrm>
                <a:off x="4083238" y="5973282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69 h 6345"/>
                  <a:gd name="connsiteX3" fmla="*/ 5669 w 6343"/>
                  <a:gd name="connsiteY3" fmla="*/ 1126 h 6345"/>
                  <a:gd name="connsiteX4" fmla="*/ 3426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69 h 6345"/>
                  <a:gd name="connsiteX7" fmla="*/ 1184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8"/>
                      <a:pt x="5669" y="5613"/>
                    </a:cubicBezTo>
                    <a:cubicBezTo>
                      <a:pt x="6264" y="5018"/>
                      <a:pt x="6598" y="4211"/>
                      <a:pt x="6598" y="3369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4" y="531"/>
                      <a:pt x="4267" y="197"/>
                      <a:pt x="3426" y="197"/>
                    </a:cubicBezTo>
                    <a:cubicBezTo>
                      <a:pt x="2585" y="197"/>
                      <a:pt x="1778" y="531"/>
                      <a:pt x="1184" y="1126"/>
                    </a:cubicBezTo>
                    <a:cubicBezTo>
                      <a:pt x="589" y="1721"/>
                      <a:pt x="255" y="2528"/>
                      <a:pt x="255" y="3369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8" y="6208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02" name="Freeform: Shape 5201">
                <a:extLst>
                  <a:ext uri="{FF2B5EF4-FFF2-40B4-BE49-F238E27FC236}">
                    <a16:creationId xmlns:a16="http://schemas.microsoft.com/office/drawing/2014/main" id="{22EF79B8-43F7-C229-0897-E7A75B6BA0E5}"/>
                  </a:ext>
                </a:extLst>
              </p:cNvPr>
              <p:cNvSpPr/>
              <p:nvPr/>
            </p:nvSpPr>
            <p:spPr>
              <a:xfrm>
                <a:off x="4083557" y="5976607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69 h 6345"/>
                  <a:gd name="connsiteX3" fmla="*/ 5669 w 6343"/>
                  <a:gd name="connsiteY3" fmla="*/ 1126 h 6345"/>
                  <a:gd name="connsiteX4" fmla="*/ 3426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69 h 6345"/>
                  <a:gd name="connsiteX7" fmla="*/ 1184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8"/>
                      <a:pt x="5669" y="5613"/>
                    </a:cubicBezTo>
                    <a:cubicBezTo>
                      <a:pt x="6264" y="5018"/>
                      <a:pt x="6598" y="4211"/>
                      <a:pt x="6598" y="3369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4" y="531"/>
                      <a:pt x="4267" y="197"/>
                      <a:pt x="3426" y="197"/>
                    </a:cubicBezTo>
                    <a:cubicBezTo>
                      <a:pt x="2585" y="197"/>
                      <a:pt x="1778" y="531"/>
                      <a:pt x="1184" y="1126"/>
                    </a:cubicBezTo>
                    <a:cubicBezTo>
                      <a:pt x="589" y="1721"/>
                      <a:pt x="255" y="2528"/>
                      <a:pt x="255" y="3369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8" y="6208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03" name="Freeform: Shape 5202">
                <a:extLst>
                  <a:ext uri="{FF2B5EF4-FFF2-40B4-BE49-F238E27FC236}">
                    <a16:creationId xmlns:a16="http://schemas.microsoft.com/office/drawing/2014/main" id="{53257845-832C-9F4C-0455-25C7BC784FD0}"/>
                  </a:ext>
                </a:extLst>
              </p:cNvPr>
              <p:cNvSpPr/>
              <p:nvPr/>
            </p:nvSpPr>
            <p:spPr>
              <a:xfrm>
                <a:off x="4074089" y="5968633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8 w 6343"/>
                  <a:gd name="connsiteY1" fmla="*/ 5612 h 6345"/>
                  <a:gd name="connsiteX2" fmla="*/ 6597 w 6343"/>
                  <a:gd name="connsiteY2" fmla="*/ 3369 h 6345"/>
                  <a:gd name="connsiteX3" fmla="*/ 5668 w 6343"/>
                  <a:gd name="connsiteY3" fmla="*/ 1125 h 6345"/>
                  <a:gd name="connsiteX4" fmla="*/ 3426 w 6343"/>
                  <a:gd name="connsiteY4" fmla="*/ 196 h 6345"/>
                  <a:gd name="connsiteX5" fmla="*/ 1183 w 6343"/>
                  <a:gd name="connsiteY5" fmla="*/ 1125 h 6345"/>
                  <a:gd name="connsiteX6" fmla="*/ 254 w 6343"/>
                  <a:gd name="connsiteY6" fmla="*/ 3369 h 6345"/>
                  <a:gd name="connsiteX7" fmla="*/ 1183 w 6343"/>
                  <a:gd name="connsiteY7" fmla="*/ 5612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3" y="6207"/>
                      <a:pt x="5668" y="5612"/>
                    </a:cubicBezTo>
                    <a:cubicBezTo>
                      <a:pt x="6263" y="5017"/>
                      <a:pt x="6597" y="4210"/>
                      <a:pt x="6597" y="3369"/>
                    </a:cubicBezTo>
                    <a:cubicBezTo>
                      <a:pt x="6597" y="2527"/>
                      <a:pt x="6263" y="1720"/>
                      <a:pt x="5668" y="1125"/>
                    </a:cubicBezTo>
                    <a:cubicBezTo>
                      <a:pt x="5073" y="530"/>
                      <a:pt x="4267" y="196"/>
                      <a:pt x="3426" y="196"/>
                    </a:cubicBezTo>
                    <a:cubicBezTo>
                      <a:pt x="2584" y="196"/>
                      <a:pt x="1778" y="530"/>
                      <a:pt x="1183" y="1125"/>
                    </a:cubicBezTo>
                    <a:cubicBezTo>
                      <a:pt x="588" y="1720"/>
                      <a:pt x="254" y="2527"/>
                      <a:pt x="254" y="3369"/>
                    </a:cubicBezTo>
                    <a:cubicBezTo>
                      <a:pt x="254" y="4210"/>
                      <a:pt x="588" y="5017"/>
                      <a:pt x="1183" y="5612"/>
                    </a:cubicBezTo>
                    <a:cubicBezTo>
                      <a:pt x="1778" y="6207"/>
                      <a:pt x="2584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04" name="Freeform: Shape 5203">
                <a:extLst>
                  <a:ext uri="{FF2B5EF4-FFF2-40B4-BE49-F238E27FC236}">
                    <a16:creationId xmlns:a16="http://schemas.microsoft.com/office/drawing/2014/main" id="{751DFFFA-2FFA-A04E-79DA-19A54906B3FE}"/>
                  </a:ext>
                </a:extLst>
              </p:cNvPr>
              <p:cNvSpPr/>
              <p:nvPr/>
            </p:nvSpPr>
            <p:spPr>
              <a:xfrm>
                <a:off x="4072897" y="5970147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8 w 6343"/>
                  <a:gd name="connsiteY1" fmla="*/ 5612 h 6345"/>
                  <a:gd name="connsiteX2" fmla="*/ 6597 w 6343"/>
                  <a:gd name="connsiteY2" fmla="*/ 3369 h 6345"/>
                  <a:gd name="connsiteX3" fmla="*/ 5668 w 6343"/>
                  <a:gd name="connsiteY3" fmla="*/ 1126 h 6345"/>
                  <a:gd name="connsiteX4" fmla="*/ 3425 w 6343"/>
                  <a:gd name="connsiteY4" fmla="*/ 196 h 6345"/>
                  <a:gd name="connsiteX5" fmla="*/ 1183 w 6343"/>
                  <a:gd name="connsiteY5" fmla="*/ 1126 h 6345"/>
                  <a:gd name="connsiteX6" fmla="*/ 254 w 6343"/>
                  <a:gd name="connsiteY6" fmla="*/ 3369 h 6345"/>
                  <a:gd name="connsiteX7" fmla="*/ 1183 w 6343"/>
                  <a:gd name="connsiteY7" fmla="*/ 5612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7" y="6542"/>
                      <a:pt x="5073" y="6207"/>
                      <a:pt x="5668" y="5612"/>
                    </a:cubicBezTo>
                    <a:cubicBezTo>
                      <a:pt x="6263" y="5017"/>
                      <a:pt x="6597" y="4210"/>
                      <a:pt x="6597" y="3369"/>
                    </a:cubicBezTo>
                    <a:cubicBezTo>
                      <a:pt x="6597" y="2528"/>
                      <a:pt x="6263" y="1720"/>
                      <a:pt x="5668" y="1126"/>
                    </a:cubicBezTo>
                    <a:cubicBezTo>
                      <a:pt x="5073" y="531"/>
                      <a:pt x="4267" y="196"/>
                      <a:pt x="3425" y="196"/>
                    </a:cubicBezTo>
                    <a:cubicBezTo>
                      <a:pt x="2584" y="196"/>
                      <a:pt x="1778" y="531"/>
                      <a:pt x="1183" y="1126"/>
                    </a:cubicBezTo>
                    <a:cubicBezTo>
                      <a:pt x="588" y="1720"/>
                      <a:pt x="254" y="2528"/>
                      <a:pt x="254" y="3369"/>
                    </a:cubicBezTo>
                    <a:cubicBezTo>
                      <a:pt x="254" y="4210"/>
                      <a:pt x="588" y="5017"/>
                      <a:pt x="1183" y="5612"/>
                    </a:cubicBezTo>
                    <a:cubicBezTo>
                      <a:pt x="1778" y="6207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05" name="Freeform: Shape 5204">
                <a:extLst>
                  <a:ext uri="{FF2B5EF4-FFF2-40B4-BE49-F238E27FC236}">
                    <a16:creationId xmlns:a16="http://schemas.microsoft.com/office/drawing/2014/main" id="{1F1A1303-619E-51A1-7856-03A33553194A}"/>
                  </a:ext>
                </a:extLst>
              </p:cNvPr>
              <p:cNvSpPr/>
              <p:nvPr/>
            </p:nvSpPr>
            <p:spPr>
              <a:xfrm>
                <a:off x="4072537" y="5972655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8 w 6343"/>
                  <a:gd name="connsiteY1" fmla="*/ 5613 h 6345"/>
                  <a:gd name="connsiteX2" fmla="*/ 6597 w 6343"/>
                  <a:gd name="connsiteY2" fmla="*/ 3369 h 6345"/>
                  <a:gd name="connsiteX3" fmla="*/ 5668 w 6343"/>
                  <a:gd name="connsiteY3" fmla="*/ 1126 h 6345"/>
                  <a:gd name="connsiteX4" fmla="*/ 3425 w 6343"/>
                  <a:gd name="connsiteY4" fmla="*/ 196 h 6345"/>
                  <a:gd name="connsiteX5" fmla="*/ 1183 w 6343"/>
                  <a:gd name="connsiteY5" fmla="*/ 1126 h 6345"/>
                  <a:gd name="connsiteX6" fmla="*/ 254 w 6343"/>
                  <a:gd name="connsiteY6" fmla="*/ 3369 h 6345"/>
                  <a:gd name="connsiteX7" fmla="*/ 1183 w 6343"/>
                  <a:gd name="connsiteY7" fmla="*/ 5613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7" y="6542"/>
                      <a:pt x="5073" y="6208"/>
                      <a:pt x="5668" y="5613"/>
                    </a:cubicBezTo>
                    <a:cubicBezTo>
                      <a:pt x="6263" y="5018"/>
                      <a:pt x="6597" y="4211"/>
                      <a:pt x="6597" y="3369"/>
                    </a:cubicBezTo>
                    <a:cubicBezTo>
                      <a:pt x="6597" y="2528"/>
                      <a:pt x="6263" y="1721"/>
                      <a:pt x="5668" y="1126"/>
                    </a:cubicBezTo>
                    <a:cubicBezTo>
                      <a:pt x="5073" y="531"/>
                      <a:pt x="4267" y="196"/>
                      <a:pt x="3425" y="196"/>
                    </a:cubicBezTo>
                    <a:cubicBezTo>
                      <a:pt x="2584" y="196"/>
                      <a:pt x="1778" y="531"/>
                      <a:pt x="1183" y="1126"/>
                    </a:cubicBezTo>
                    <a:cubicBezTo>
                      <a:pt x="588" y="1721"/>
                      <a:pt x="254" y="2528"/>
                      <a:pt x="254" y="3369"/>
                    </a:cubicBezTo>
                    <a:cubicBezTo>
                      <a:pt x="254" y="4211"/>
                      <a:pt x="588" y="5018"/>
                      <a:pt x="1183" y="5613"/>
                    </a:cubicBezTo>
                    <a:cubicBezTo>
                      <a:pt x="1778" y="6208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06" name="Freeform: Shape 5205">
                <a:extLst>
                  <a:ext uri="{FF2B5EF4-FFF2-40B4-BE49-F238E27FC236}">
                    <a16:creationId xmlns:a16="http://schemas.microsoft.com/office/drawing/2014/main" id="{C0CBF41F-6355-B538-12A3-162E5280379A}"/>
                  </a:ext>
                </a:extLst>
              </p:cNvPr>
              <p:cNvSpPr/>
              <p:nvPr/>
            </p:nvSpPr>
            <p:spPr>
              <a:xfrm>
                <a:off x="4073316" y="5976567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8 w 6343"/>
                  <a:gd name="connsiteY1" fmla="*/ 5613 h 6345"/>
                  <a:gd name="connsiteX2" fmla="*/ 6597 w 6343"/>
                  <a:gd name="connsiteY2" fmla="*/ 3369 h 6345"/>
                  <a:gd name="connsiteX3" fmla="*/ 5668 w 6343"/>
                  <a:gd name="connsiteY3" fmla="*/ 1126 h 6345"/>
                  <a:gd name="connsiteX4" fmla="*/ 3425 w 6343"/>
                  <a:gd name="connsiteY4" fmla="*/ 197 h 6345"/>
                  <a:gd name="connsiteX5" fmla="*/ 1183 w 6343"/>
                  <a:gd name="connsiteY5" fmla="*/ 1126 h 6345"/>
                  <a:gd name="connsiteX6" fmla="*/ 254 w 6343"/>
                  <a:gd name="connsiteY6" fmla="*/ 3369 h 6345"/>
                  <a:gd name="connsiteX7" fmla="*/ 1183 w 6343"/>
                  <a:gd name="connsiteY7" fmla="*/ 5613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7" y="6542"/>
                      <a:pt x="5073" y="6208"/>
                      <a:pt x="5668" y="5613"/>
                    </a:cubicBezTo>
                    <a:cubicBezTo>
                      <a:pt x="6263" y="5018"/>
                      <a:pt x="6597" y="4211"/>
                      <a:pt x="6597" y="3369"/>
                    </a:cubicBezTo>
                    <a:cubicBezTo>
                      <a:pt x="6597" y="2528"/>
                      <a:pt x="6263" y="1721"/>
                      <a:pt x="5668" y="1126"/>
                    </a:cubicBezTo>
                    <a:cubicBezTo>
                      <a:pt x="5073" y="531"/>
                      <a:pt x="4267" y="197"/>
                      <a:pt x="3425" y="197"/>
                    </a:cubicBezTo>
                    <a:cubicBezTo>
                      <a:pt x="2584" y="197"/>
                      <a:pt x="1778" y="531"/>
                      <a:pt x="1183" y="1126"/>
                    </a:cubicBezTo>
                    <a:cubicBezTo>
                      <a:pt x="588" y="1721"/>
                      <a:pt x="254" y="2528"/>
                      <a:pt x="254" y="3369"/>
                    </a:cubicBezTo>
                    <a:cubicBezTo>
                      <a:pt x="254" y="4211"/>
                      <a:pt x="588" y="5018"/>
                      <a:pt x="1183" y="5613"/>
                    </a:cubicBezTo>
                    <a:cubicBezTo>
                      <a:pt x="1778" y="6208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07" name="Freeform: Shape 5206">
                <a:extLst>
                  <a:ext uri="{FF2B5EF4-FFF2-40B4-BE49-F238E27FC236}">
                    <a16:creationId xmlns:a16="http://schemas.microsoft.com/office/drawing/2014/main" id="{89C89BDC-DC15-19CE-9243-38EC6FA52CEC}"/>
                  </a:ext>
                </a:extLst>
              </p:cNvPr>
              <p:cNvSpPr/>
              <p:nvPr/>
            </p:nvSpPr>
            <p:spPr>
              <a:xfrm>
                <a:off x="4073877" y="5980282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8 w 6343"/>
                  <a:gd name="connsiteY1" fmla="*/ 5613 h 6345"/>
                  <a:gd name="connsiteX2" fmla="*/ 6597 w 6343"/>
                  <a:gd name="connsiteY2" fmla="*/ 3370 h 6345"/>
                  <a:gd name="connsiteX3" fmla="*/ 5668 w 6343"/>
                  <a:gd name="connsiteY3" fmla="*/ 1126 h 6345"/>
                  <a:gd name="connsiteX4" fmla="*/ 3426 w 6343"/>
                  <a:gd name="connsiteY4" fmla="*/ 197 h 6345"/>
                  <a:gd name="connsiteX5" fmla="*/ 1183 w 6343"/>
                  <a:gd name="connsiteY5" fmla="*/ 1126 h 6345"/>
                  <a:gd name="connsiteX6" fmla="*/ 254 w 6343"/>
                  <a:gd name="connsiteY6" fmla="*/ 3370 h 6345"/>
                  <a:gd name="connsiteX7" fmla="*/ 1183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3" y="6208"/>
                      <a:pt x="5668" y="5613"/>
                    </a:cubicBezTo>
                    <a:cubicBezTo>
                      <a:pt x="6263" y="5018"/>
                      <a:pt x="6597" y="4211"/>
                      <a:pt x="6597" y="3370"/>
                    </a:cubicBezTo>
                    <a:cubicBezTo>
                      <a:pt x="6597" y="2528"/>
                      <a:pt x="6263" y="1721"/>
                      <a:pt x="5668" y="1126"/>
                    </a:cubicBezTo>
                    <a:cubicBezTo>
                      <a:pt x="5073" y="531"/>
                      <a:pt x="4267" y="197"/>
                      <a:pt x="3426" y="197"/>
                    </a:cubicBezTo>
                    <a:cubicBezTo>
                      <a:pt x="2584" y="197"/>
                      <a:pt x="1778" y="531"/>
                      <a:pt x="1183" y="1126"/>
                    </a:cubicBezTo>
                    <a:cubicBezTo>
                      <a:pt x="588" y="1721"/>
                      <a:pt x="254" y="2528"/>
                      <a:pt x="254" y="3370"/>
                    </a:cubicBezTo>
                    <a:cubicBezTo>
                      <a:pt x="254" y="4211"/>
                      <a:pt x="588" y="5018"/>
                      <a:pt x="1183" y="5613"/>
                    </a:cubicBezTo>
                    <a:cubicBezTo>
                      <a:pt x="1778" y="6208"/>
                      <a:pt x="2584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08" name="Freeform: Shape 5207">
                <a:extLst>
                  <a:ext uri="{FF2B5EF4-FFF2-40B4-BE49-F238E27FC236}">
                    <a16:creationId xmlns:a16="http://schemas.microsoft.com/office/drawing/2014/main" id="{20BA3F3A-025B-7AC5-882D-F2F47D0B32B6}"/>
                  </a:ext>
                </a:extLst>
              </p:cNvPr>
              <p:cNvSpPr/>
              <p:nvPr/>
            </p:nvSpPr>
            <p:spPr>
              <a:xfrm>
                <a:off x="4072548" y="5981728"/>
                <a:ext cx="6343" cy="6345"/>
              </a:xfrm>
              <a:custGeom>
                <a:avLst/>
                <a:gdLst>
                  <a:gd name="connsiteX0" fmla="*/ 3425 w 6343"/>
                  <a:gd name="connsiteY0" fmla="*/ 6543 h 6345"/>
                  <a:gd name="connsiteX1" fmla="*/ 5668 w 6343"/>
                  <a:gd name="connsiteY1" fmla="*/ 5613 h 6345"/>
                  <a:gd name="connsiteX2" fmla="*/ 6597 w 6343"/>
                  <a:gd name="connsiteY2" fmla="*/ 3370 h 6345"/>
                  <a:gd name="connsiteX3" fmla="*/ 5668 w 6343"/>
                  <a:gd name="connsiteY3" fmla="*/ 1126 h 6345"/>
                  <a:gd name="connsiteX4" fmla="*/ 3425 w 6343"/>
                  <a:gd name="connsiteY4" fmla="*/ 197 h 6345"/>
                  <a:gd name="connsiteX5" fmla="*/ 1183 w 6343"/>
                  <a:gd name="connsiteY5" fmla="*/ 1126 h 6345"/>
                  <a:gd name="connsiteX6" fmla="*/ 254 w 6343"/>
                  <a:gd name="connsiteY6" fmla="*/ 3370 h 6345"/>
                  <a:gd name="connsiteX7" fmla="*/ 1183 w 6343"/>
                  <a:gd name="connsiteY7" fmla="*/ 5613 h 6345"/>
                  <a:gd name="connsiteX8" fmla="*/ 342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3"/>
                    </a:moveTo>
                    <a:cubicBezTo>
                      <a:pt x="4267" y="6543"/>
                      <a:pt x="5073" y="6208"/>
                      <a:pt x="5668" y="5613"/>
                    </a:cubicBezTo>
                    <a:cubicBezTo>
                      <a:pt x="6263" y="5018"/>
                      <a:pt x="6597" y="4211"/>
                      <a:pt x="6597" y="3370"/>
                    </a:cubicBezTo>
                    <a:cubicBezTo>
                      <a:pt x="6597" y="2528"/>
                      <a:pt x="6263" y="1721"/>
                      <a:pt x="5668" y="1126"/>
                    </a:cubicBezTo>
                    <a:cubicBezTo>
                      <a:pt x="5073" y="531"/>
                      <a:pt x="4267" y="197"/>
                      <a:pt x="3425" y="197"/>
                    </a:cubicBezTo>
                    <a:cubicBezTo>
                      <a:pt x="2584" y="197"/>
                      <a:pt x="1778" y="531"/>
                      <a:pt x="1183" y="1126"/>
                    </a:cubicBezTo>
                    <a:cubicBezTo>
                      <a:pt x="588" y="1721"/>
                      <a:pt x="254" y="2528"/>
                      <a:pt x="254" y="3370"/>
                    </a:cubicBezTo>
                    <a:cubicBezTo>
                      <a:pt x="254" y="4211"/>
                      <a:pt x="588" y="5018"/>
                      <a:pt x="1183" y="5613"/>
                    </a:cubicBezTo>
                    <a:cubicBezTo>
                      <a:pt x="1778" y="6208"/>
                      <a:pt x="2584" y="6543"/>
                      <a:pt x="342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09" name="Freeform: Shape 5208">
                <a:extLst>
                  <a:ext uri="{FF2B5EF4-FFF2-40B4-BE49-F238E27FC236}">
                    <a16:creationId xmlns:a16="http://schemas.microsoft.com/office/drawing/2014/main" id="{3B599193-23F4-9504-BAF5-3E2129EF6A12}"/>
                  </a:ext>
                </a:extLst>
              </p:cNvPr>
              <p:cNvSpPr/>
              <p:nvPr/>
            </p:nvSpPr>
            <p:spPr>
              <a:xfrm>
                <a:off x="4070277" y="5982000"/>
                <a:ext cx="6343" cy="6345"/>
              </a:xfrm>
              <a:custGeom>
                <a:avLst/>
                <a:gdLst>
                  <a:gd name="connsiteX0" fmla="*/ 3425 w 6343"/>
                  <a:gd name="connsiteY0" fmla="*/ 6543 h 6345"/>
                  <a:gd name="connsiteX1" fmla="*/ 5668 w 6343"/>
                  <a:gd name="connsiteY1" fmla="*/ 5613 h 6345"/>
                  <a:gd name="connsiteX2" fmla="*/ 6597 w 6343"/>
                  <a:gd name="connsiteY2" fmla="*/ 3370 h 6345"/>
                  <a:gd name="connsiteX3" fmla="*/ 5668 w 6343"/>
                  <a:gd name="connsiteY3" fmla="*/ 1126 h 6345"/>
                  <a:gd name="connsiteX4" fmla="*/ 3425 w 6343"/>
                  <a:gd name="connsiteY4" fmla="*/ 197 h 6345"/>
                  <a:gd name="connsiteX5" fmla="*/ 1183 w 6343"/>
                  <a:gd name="connsiteY5" fmla="*/ 1126 h 6345"/>
                  <a:gd name="connsiteX6" fmla="*/ 254 w 6343"/>
                  <a:gd name="connsiteY6" fmla="*/ 3370 h 6345"/>
                  <a:gd name="connsiteX7" fmla="*/ 1183 w 6343"/>
                  <a:gd name="connsiteY7" fmla="*/ 5613 h 6345"/>
                  <a:gd name="connsiteX8" fmla="*/ 342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3"/>
                    </a:moveTo>
                    <a:cubicBezTo>
                      <a:pt x="4266" y="6543"/>
                      <a:pt x="5073" y="6208"/>
                      <a:pt x="5668" y="5613"/>
                    </a:cubicBezTo>
                    <a:cubicBezTo>
                      <a:pt x="6263" y="5018"/>
                      <a:pt x="6597" y="4211"/>
                      <a:pt x="6597" y="3370"/>
                    </a:cubicBezTo>
                    <a:cubicBezTo>
                      <a:pt x="6597" y="2528"/>
                      <a:pt x="6263" y="1721"/>
                      <a:pt x="5668" y="1126"/>
                    </a:cubicBezTo>
                    <a:cubicBezTo>
                      <a:pt x="5073" y="531"/>
                      <a:pt x="4266" y="197"/>
                      <a:pt x="3425" y="197"/>
                    </a:cubicBezTo>
                    <a:cubicBezTo>
                      <a:pt x="2584" y="197"/>
                      <a:pt x="1777" y="531"/>
                      <a:pt x="1183" y="1126"/>
                    </a:cubicBezTo>
                    <a:cubicBezTo>
                      <a:pt x="588" y="1721"/>
                      <a:pt x="254" y="2528"/>
                      <a:pt x="254" y="3370"/>
                    </a:cubicBezTo>
                    <a:cubicBezTo>
                      <a:pt x="254" y="4211"/>
                      <a:pt x="588" y="5018"/>
                      <a:pt x="1183" y="5613"/>
                    </a:cubicBezTo>
                    <a:cubicBezTo>
                      <a:pt x="1777" y="6208"/>
                      <a:pt x="2584" y="6543"/>
                      <a:pt x="342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10" name="Freeform: Shape 5209">
                <a:extLst>
                  <a:ext uri="{FF2B5EF4-FFF2-40B4-BE49-F238E27FC236}">
                    <a16:creationId xmlns:a16="http://schemas.microsoft.com/office/drawing/2014/main" id="{4B3E8992-2517-874D-0C27-DA7BDCC8BBD8}"/>
                  </a:ext>
                </a:extLst>
              </p:cNvPr>
              <p:cNvSpPr/>
              <p:nvPr/>
            </p:nvSpPr>
            <p:spPr>
              <a:xfrm>
                <a:off x="4068299" y="5982619"/>
                <a:ext cx="6343" cy="6345"/>
              </a:xfrm>
              <a:custGeom>
                <a:avLst/>
                <a:gdLst>
                  <a:gd name="connsiteX0" fmla="*/ 3425 w 6343"/>
                  <a:gd name="connsiteY0" fmla="*/ 6543 h 6345"/>
                  <a:gd name="connsiteX1" fmla="*/ 5668 w 6343"/>
                  <a:gd name="connsiteY1" fmla="*/ 5613 h 6345"/>
                  <a:gd name="connsiteX2" fmla="*/ 6597 w 6343"/>
                  <a:gd name="connsiteY2" fmla="*/ 3370 h 6345"/>
                  <a:gd name="connsiteX3" fmla="*/ 5668 w 6343"/>
                  <a:gd name="connsiteY3" fmla="*/ 1127 h 6345"/>
                  <a:gd name="connsiteX4" fmla="*/ 3425 w 6343"/>
                  <a:gd name="connsiteY4" fmla="*/ 197 h 6345"/>
                  <a:gd name="connsiteX5" fmla="*/ 1182 w 6343"/>
                  <a:gd name="connsiteY5" fmla="*/ 1127 h 6345"/>
                  <a:gd name="connsiteX6" fmla="*/ 254 w 6343"/>
                  <a:gd name="connsiteY6" fmla="*/ 3370 h 6345"/>
                  <a:gd name="connsiteX7" fmla="*/ 1182 w 6343"/>
                  <a:gd name="connsiteY7" fmla="*/ 5613 h 6345"/>
                  <a:gd name="connsiteX8" fmla="*/ 342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3"/>
                    </a:moveTo>
                    <a:cubicBezTo>
                      <a:pt x="4266" y="6543"/>
                      <a:pt x="5073" y="6208"/>
                      <a:pt x="5668" y="5613"/>
                    </a:cubicBezTo>
                    <a:cubicBezTo>
                      <a:pt x="6262" y="5018"/>
                      <a:pt x="6597" y="4211"/>
                      <a:pt x="6597" y="3370"/>
                    </a:cubicBezTo>
                    <a:cubicBezTo>
                      <a:pt x="6597" y="2529"/>
                      <a:pt x="6262" y="1721"/>
                      <a:pt x="5668" y="1127"/>
                    </a:cubicBezTo>
                    <a:cubicBezTo>
                      <a:pt x="5073" y="532"/>
                      <a:pt x="4266" y="197"/>
                      <a:pt x="3425" y="197"/>
                    </a:cubicBezTo>
                    <a:cubicBezTo>
                      <a:pt x="2584" y="197"/>
                      <a:pt x="1777" y="532"/>
                      <a:pt x="1182" y="1127"/>
                    </a:cubicBezTo>
                    <a:cubicBezTo>
                      <a:pt x="588" y="1721"/>
                      <a:pt x="254" y="2529"/>
                      <a:pt x="254" y="3370"/>
                    </a:cubicBezTo>
                    <a:cubicBezTo>
                      <a:pt x="254" y="4211"/>
                      <a:pt x="588" y="5018"/>
                      <a:pt x="1182" y="5613"/>
                    </a:cubicBezTo>
                    <a:cubicBezTo>
                      <a:pt x="1777" y="6208"/>
                      <a:pt x="2584" y="6543"/>
                      <a:pt x="342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11" name="Freeform: Shape 5210">
                <a:extLst>
                  <a:ext uri="{FF2B5EF4-FFF2-40B4-BE49-F238E27FC236}">
                    <a16:creationId xmlns:a16="http://schemas.microsoft.com/office/drawing/2014/main" id="{71F04E74-6793-8D7D-8528-FC3BC8B8D11B}"/>
                  </a:ext>
                </a:extLst>
              </p:cNvPr>
              <p:cNvSpPr/>
              <p:nvPr/>
            </p:nvSpPr>
            <p:spPr>
              <a:xfrm>
                <a:off x="4066206" y="5983077"/>
                <a:ext cx="6343" cy="6345"/>
              </a:xfrm>
              <a:custGeom>
                <a:avLst/>
                <a:gdLst>
                  <a:gd name="connsiteX0" fmla="*/ 3425 w 6343"/>
                  <a:gd name="connsiteY0" fmla="*/ 6543 h 6345"/>
                  <a:gd name="connsiteX1" fmla="*/ 5668 w 6343"/>
                  <a:gd name="connsiteY1" fmla="*/ 5613 h 6345"/>
                  <a:gd name="connsiteX2" fmla="*/ 6596 w 6343"/>
                  <a:gd name="connsiteY2" fmla="*/ 3370 h 6345"/>
                  <a:gd name="connsiteX3" fmla="*/ 5668 w 6343"/>
                  <a:gd name="connsiteY3" fmla="*/ 1127 h 6345"/>
                  <a:gd name="connsiteX4" fmla="*/ 3425 w 6343"/>
                  <a:gd name="connsiteY4" fmla="*/ 197 h 6345"/>
                  <a:gd name="connsiteX5" fmla="*/ 1182 w 6343"/>
                  <a:gd name="connsiteY5" fmla="*/ 1127 h 6345"/>
                  <a:gd name="connsiteX6" fmla="*/ 253 w 6343"/>
                  <a:gd name="connsiteY6" fmla="*/ 3370 h 6345"/>
                  <a:gd name="connsiteX7" fmla="*/ 1182 w 6343"/>
                  <a:gd name="connsiteY7" fmla="*/ 5613 h 6345"/>
                  <a:gd name="connsiteX8" fmla="*/ 342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3"/>
                    </a:moveTo>
                    <a:cubicBezTo>
                      <a:pt x="4266" y="6543"/>
                      <a:pt x="5073" y="6208"/>
                      <a:pt x="5668" y="5613"/>
                    </a:cubicBezTo>
                    <a:cubicBezTo>
                      <a:pt x="6262" y="5018"/>
                      <a:pt x="6596" y="4211"/>
                      <a:pt x="6596" y="3370"/>
                    </a:cubicBezTo>
                    <a:cubicBezTo>
                      <a:pt x="6596" y="2529"/>
                      <a:pt x="6262" y="1722"/>
                      <a:pt x="5668" y="1127"/>
                    </a:cubicBezTo>
                    <a:cubicBezTo>
                      <a:pt x="5073" y="532"/>
                      <a:pt x="4266" y="197"/>
                      <a:pt x="3425" y="197"/>
                    </a:cubicBezTo>
                    <a:cubicBezTo>
                      <a:pt x="2584" y="197"/>
                      <a:pt x="1777" y="532"/>
                      <a:pt x="1182" y="1127"/>
                    </a:cubicBezTo>
                    <a:cubicBezTo>
                      <a:pt x="588" y="1722"/>
                      <a:pt x="253" y="2529"/>
                      <a:pt x="253" y="3370"/>
                    </a:cubicBezTo>
                    <a:cubicBezTo>
                      <a:pt x="253" y="4211"/>
                      <a:pt x="588" y="5018"/>
                      <a:pt x="1182" y="5613"/>
                    </a:cubicBezTo>
                    <a:cubicBezTo>
                      <a:pt x="1777" y="6208"/>
                      <a:pt x="2584" y="6543"/>
                      <a:pt x="342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12" name="Freeform: Shape 5211">
                <a:extLst>
                  <a:ext uri="{FF2B5EF4-FFF2-40B4-BE49-F238E27FC236}">
                    <a16:creationId xmlns:a16="http://schemas.microsoft.com/office/drawing/2014/main" id="{A04FFD74-06E0-AA7F-F6BB-08DEDE8AE7FD}"/>
                  </a:ext>
                </a:extLst>
              </p:cNvPr>
              <p:cNvSpPr/>
              <p:nvPr/>
            </p:nvSpPr>
            <p:spPr>
              <a:xfrm>
                <a:off x="4063972" y="5983333"/>
                <a:ext cx="6343" cy="6345"/>
              </a:xfrm>
              <a:custGeom>
                <a:avLst/>
                <a:gdLst>
                  <a:gd name="connsiteX0" fmla="*/ 3425 w 6343"/>
                  <a:gd name="connsiteY0" fmla="*/ 6543 h 6345"/>
                  <a:gd name="connsiteX1" fmla="*/ 5667 w 6343"/>
                  <a:gd name="connsiteY1" fmla="*/ 5613 h 6345"/>
                  <a:gd name="connsiteX2" fmla="*/ 6596 w 6343"/>
                  <a:gd name="connsiteY2" fmla="*/ 3370 h 6345"/>
                  <a:gd name="connsiteX3" fmla="*/ 5667 w 6343"/>
                  <a:gd name="connsiteY3" fmla="*/ 1127 h 6345"/>
                  <a:gd name="connsiteX4" fmla="*/ 3425 w 6343"/>
                  <a:gd name="connsiteY4" fmla="*/ 197 h 6345"/>
                  <a:gd name="connsiteX5" fmla="*/ 1182 w 6343"/>
                  <a:gd name="connsiteY5" fmla="*/ 1127 h 6345"/>
                  <a:gd name="connsiteX6" fmla="*/ 253 w 6343"/>
                  <a:gd name="connsiteY6" fmla="*/ 3370 h 6345"/>
                  <a:gd name="connsiteX7" fmla="*/ 1182 w 6343"/>
                  <a:gd name="connsiteY7" fmla="*/ 5613 h 6345"/>
                  <a:gd name="connsiteX8" fmla="*/ 342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3"/>
                    </a:moveTo>
                    <a:cubicBezTo>
                      <a:pt x="4266" y="6543"/>
                      <a:pt x="5073" y="6208"/>
                      <a:pt x="5667" y="5613"/>
                    </a:cubicBezTo>
                    <a:cubicBezTo>
                      <a:pt x="6262" y="5018"/>
                      <a:pt x="6596" y="4211"/>
                      <a:pt x="6596" y="3370"/>
                    </a:cubicBezTo>
                    <a:cubicBezTo>
                      <a:pt x="6596" y="2529"/>
                      <a:pt x="6262" y="1722"/>
                      <a:pt x="5667" y="1127"/>
                    </a:cubicBezTo>
                    <a:cubicBezTo>
                      <a:pt x="5073" y="532"/>
                      <a:pt x="4266" y="197"/>
                      <a:pt x="3425" y="197"/>
                    </a:cubicBezTo>
                    <a:cubicBezTo>
                      <a:pt x="2584" y="197"/>
                      <a:pt x="1777" y="532"/>
                      <a:pt x="1182" y="1127"/>
                    </a:cubicBezTo>
                    <a:cubicBezTo>
                      <a:pt x="587" y="1722"/>
                      <a:pt x="253" y="2529"/>
                      <a:pt x="253" y="3370"/>
                    </a:cubicBezTo>
                    <a:cubicBezTo>
                      <a:pt x="253" y="4211"/>
                      <a:pt x="587" y="5018"/>
                      <a:pt x="1182" y="5613"/>
                    </a:cubicBezTo>
                    <a:cubicBezTo>
                      <a:pt x="1777" y="6208"/>
                      <a:pt x="2584" y="6543"/>
                      <a:pt x="342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13" name="Freeform: Shape 5212">
                <a:extLst>
                  <a:ext uri="{FF2B5EF4-FFF2-40B4-BE49-F238E27FC236}">
                    <a16:creationId xmlns:a16="http://schemas.microsoft.com/office/drawing/2014/main" id="{EFF6AB5A-FCE5-7A0F-45A7-4FB798CE290C}"/>
                  </a:ext>
                </a:extLst>
              </p:cNvPr>
              <p:cNvSpPr/>
              <p:nvPr/>
            </p:nvSpPr>
            <p:spPr>
              <a:xfrm>
                <a:off x="4061884" y="5983757"/>
                <a:ext cx="6343" cy="6345"/>
              </a:xfrm>
              <a:custGeom>
                <a:avLst/>
                <a:gdLst>
                  <a:gd name="connsiteX0" fmla="*/ 3425 w 6343"/>
                  <a:gd name="connsiteY0" fmla="*/ 6543 h 6345"/>
                  <a:gd name="connsiteX1" fmla="*/ 5667 w 6343"/>
                  <a:gd name="connsiteY1" fmla="*/ 5613 h 6345"/>
                  <a:gd name="connsiteX2" fmla="*/ 6596 w 6343"/>
                  <a:gd name="connsiteY2" fmla="*/ 3370 h 6345"/>
                  <a:gd name="connsiteX3" fmla="*/ 5667 w 6343"/>
                  <a:gd name="connsiteY3" fmla="*/ 1127 h 6345"/>
                  <a:gd name="connsiteX4" fmla="*/ 3425 w 6343"/>
                  <a:gd name="connsiteY4" fmla="*/ 197 h 6345"/>
                  <a:gd name="connsiteX5" fmla="*/ 1182 w 6343"/>
                  <a:gd name="connsiteY5" fmla="*/ 1127 h 6345"/>
                  <a:gd name="connsiteX6" fmla="*/ 253 w 6343"/>
                  <a:gd name="connsiteY6" fmla="*/ 3370 h 6345"/>
                  <a:gd name="connsiteX7" fmla="*/ 1182 w 6343"/>
                  <a:gd name="connsiteY7" fmla="*/ 5613 h 6345"/>
                  <a:gd name="connsiteX8" fmla="*/ 342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3"/>
                    </a:moveTo>
                    <a:cubicBezTo>
                      <a:pt x="4266" y="6543"/>
                      <a:pt x="5072" y="6208"/>
                      <a:pt x="5667" y="5613"/>
                    </a:cubicBezTo>
                    <a:cubicBezTo>
                      <a:pt x="6262" y="5019"/>
                      <a:pt x="6596" y="4211"/>
                      <a:pt x="6596" y="3370"/>
                    </a:cubicBezTo>
                    <a:cubicBezTo>
                      <a:pt x="6596" y="2529"/>
                      <a:pt x="6262" y="1722"/>
                      <a:pt x="5667" y="1127"/>
                    </a:cubicBezTo>
                    <a:cubicBezTo>
                      <a:pt x="5072" y="532"/>
                      <a:pt x="4266" y="197"/>
                      <a:pt x="3425" y="197"/>
                    </a:cubicBezTo>
                    <a:cubicBezTo>
                      <a:pt x="2583" y="197"/>
                      <a:pt x="1777" y="532"/>
                      <a:pt x="1182" y="1127"/>
                    </a:cubicBezTo>
                    <a:cubicBezTo>
                      <a:pt x="587" y="1722"/>
                      <a:pt x="253" y="2529"/>
                      <a:pt x="253" y="3370"/>
                    </a:cubicBezTo>
                    <a:cubicBezTo>
                      <a:pt x="253" y="4211"/>
                      <a:pt x="587" y="5019"/>
                      <a:pt x="1182" y="5613"/>
                    </a:cubicBezTo>
                    <a:cubicBezTo>
                      <a:pt x="1777" y="6208"/>
                      <a:pt x="2583" y="6543"/>
                      <a:pt x="342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14" name="Freeform: Shape 5213">
                <a:extLst>
                  <a:ext uri="{FF2B5EF4-FFF2-40B4-BE49-F238E27FC236}">
                    <a16:creationId xmlns:a16="http://schemas.microsoft.com/office/drawing/2014/main" id="{B81FA8C6-5D0D-D01A-A71F-919AA5437D59}"/>
                  </a:ext>
                </a:extLst>
              </p:cNvPr>
              <p:cNvSpPr/>
              <p:nvPr/>
            </p:nvSpPr>
            <p:spPr>
              <a:xfrm>
                <a:off x="4045167" y="5964681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1 w 6343"/>
                  <a:gd name="connsiteY5" fmla="*/ 1125 h 6345"/>
                  <a:gd name="connsiteX6" fmla="*/ 252 w 6343"/>
                  <a:gd name="connsiteY6" fmla="*/ 3369 h 6345"/>
                  <a:gd name="connsiteX7" fmla="*/ 1181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9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1" y="1125"/>
                    </a:cubicBezTo>
                    <a:cubicBezTo>
                      <a:pt x="586" y="1720"/>
                      <a:pt x="252" y="2527"/>
                      <a:pt x="252" y="3369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15" name="Freeform: Shape 5214">
                <a:extLst>
                  <a:ext uri="{FF2B5EF4-FFF2-40B4-BE49-F238E27FC236}">
                    <a16:creationId xmlns:a16="http://schemas.microsoft.com/office/drawing/2014/main" id="{774C0F35-F33A-D6DD-8C4F-A76C86BA0340}"/>
                  </a:ext>
                </a:extLst>
              </p:cNvPr>
              <p:cNvSpPr/>
              <p:nvPr/>
            </p:nvSpPr>
            <p:spPr>
              <a:xfrm>
                <a:off x="4044787" y="5967120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1 w 6343"/>
                  <a:gd name="connsiteY5" fmla="*/ 1125 h 6345"/>
                  <a:gd name="connsiteX6" fmla="*/ 252 w 6343"/>
                  <a:gd name="connsiteY6" fmla="*/ 3369 h 6345"/>
                  <a:gd name="connsiteX7" fmla="*/ 1181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9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1" y="1125"/>
                    </a:cubicBezTo>
                    <a:cubicBezTo>
                      <a:pt x="586" y="1720"/>
                      <a:pt x="252" y="2527"/>
                      <a:pt x="252" y="3369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16" name="Freeform: Shape 5215">
                <a:extLst>
                  <a:ext uri="{FF2B5EF4-FFF2-40B4-BE49-F238E27FC236}">
                    <a16:creationId xmlns:a16="http://schemas.microsoft.com/office/drawing/2014/main" id="{15CB9AAF-0922-1B04-14E3-20D95B370758}"/>
                  </a:ext>
                </a:extLst>
              </p:cNvPr>
              <p:cNvSpPr/>
              <p:nvPr/>
            </p:nvSpPr>
            <p:spPr>
              <a:xfrm>
                <a:off x="4043942" y="5968961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1 w 6343"/>
                  <a:gd name="connsiteY5" fmla="*/ 1125 h 6345"/>
                  <a:gd name="connsiteX6" fmla="*/ 252 w 6343"/>
                  <a:gd name="connsiteY6" fmla="*/ 3369 h 6345"/>
                  <a:gd name="connsiteX7" fmla="*/ 1181 w 6343"/>
                  <a:gd name="connsiteY7" fmla="*/ 5612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9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1" y="1125"/>
                    </a:cubicBezTo>
                    <a:cubicBezTo>
                      <a:pt x="586" y="1720"/>
                      <a:pt x="252" y="2527"/>
                      <a:pt x="252" y="3369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5" y="6207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17" name="Freeform: Shape 5216">
                <a:extLst>
                  <a:ext uri="{FF2B5EF4-FFF2-40B4-BE49-F238E27FC236}">
                    <a16:creationId xmlns:a16="http://schemas.microsoft.com/office/drawing/2014/main" id="{20CFFEB5-6486-44B5-CBE5-2E97D9C2092F}"/>
                  </a:ext>
                </a:extLst>
              </p:cNvPr>
              <p:cNvSpPr/>
              <p:nvPr/>
            </p:nvSpPr>
            <p:spPr>
              <a:xfrm>
                <a:off x="4044039" y="5972124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6 w 6343"/>
                  <a:gd name="connsiteY1" fmla="*/ 5613 h 6345"/>
                  <a:gd name="connsiteX2" fmla="*/ 6595 w 6343"/>
                  <a:gd name="connsiteY2" fmla="*/ 3369 h 6345"/>
                  <a:gd name="connsiteX3" fmla="*/ 5666 w 6343"/>
                  <a:gd name="connsiteY3" fmla="*/ 1126 h 6345"/>
                  <a:gd name="connsiteX4" fmla="*/ 3423 w 6343"/>
                  <a:gd name="connsiteY4" fmla="*/ 196 h 6345"/>
                  <a:gd name="connsiteX5" fmla="*/ 1181 w 6343"/>
                  <a:gd name="connsiteY5" fmla="*/ 1126 h 6345"/>
                  <a:gd name="connsiteX6" fmla="*/ 252 w 6343"/>
                  <a:gd name="connsiteY6" fmla="*/ 3369 h 6345"/>
                  <a:gd name="connsiteX7" fmla="*/ 1181 w 6343"/>
                  <a:gd name="connsiteY7" fmla="*/ 5613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8"/>
                      <a:pt x="5666" y="5613"/>
                    </a:cubicBezTo>
                    <a:cubicBezTo>
                      <a:pt x="6261" y="5018"/>
                      <a:pt x="6595" y="4211"/>
                      <a:pt x="6595" y="3369"/>
                    </a:cubicBezTo>
                    <a:cubicBezTo>
                      <a:pt x="6595" y="2528"/>
                      <a:pt x="6261" y="1721"/>
                      <a:pt x="5666" y="1126"/>
                    </a:cubicBezTo>
                    <a:cubicBezTo>
                      <a:pt x="5071" y="531"/>
                      <a:pt x="4264" y="196"/>
                      <a:pt x="3423" y="196"/>
                    </a:cubicBezTo>
                    <a:cubicBezTo>
                      <a:pt x="2582" y="196"/>
                      <a:pt x="1775" y="531"/>
                      <a:pt x="1181" y="1126"/>
                    </a:cubicBezTo>
                    <a:cubicBezTo>
                      <a:pt x="586" y="1721"/>
                      <a:pt x="252" y="2528"/>
                      <a:pt x="252" y="3369"/>
                    </a:cubicBezTo>
                    <a:cubicBezTo>
                      <a:pt x="252" y="4211"/>
                      <a:pt x="586" y="5018"/>
                      <a:pt x="1181" y="5613"/>
                    </a:cubicBezTo>
                    <a:cubicBezTo>
                      <a:pt x="1775" y="6208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18" name="Freeform: Shape 5217">
                <a:extLst>
                  <a:ext uri="{FF2B5EF4-FFF2-40B4-BE49-F238E27FC236}">
                    <a16:creationId xmlns:a16="http://schemas.microsoft.com/office/drawing/2014/main" id="{3C1FDC25-091E-0DE2-7450-6B24CC2A578E}"/>
                  </a:ext>
                </a:extLst>
              </p:cNvPr>
              <p:cNvSpPr/>
              <p:nvPr/>
            </p:nvSpPr>
            <p:spPr>
              <a:xfrm>
                <a:off x="4049686" y="5983126"/>
                <a:ext cx="6343" cy="6345"/>
              </a:xfrm>
              <a:custGeom>
                <a:avLst/>
                <a:gdLst>
                  <a:gd name="connsiteX0" fmla="*/ 3424 w 6343"/>
                  <a:gd name="connsiteY0" fmla="*/ 6543 h 6345"/>
                  <a:gd name="connsiteX1" fmla="*/ 5666 w 6343"/>
                  <a:gd name="connsiteY1" fmla="*/ 5613 h 6345"/>
                  <a:gd name="connsiteX2" fmla="*/ 6595 w 6343"/>
                  <a:gd name="connsiteY2" fmla="*/ 3370 h 6345"/>
                  <a:gd name="connsiteX3" fmla="*/ 5666 w 6343"/>
                  <a:gd name="connsiteY3" fmla="*/ 1127 h 6345"/>
                  <a:gd name="connsiteX4" fmla="*/ 3424 w 6343"/>
                  <a:gd name="connsiteY4" fmla="*/ 197 h 6345"/>
                  <a:gd name="connsiteX5" fmla="*/ 1181 w 6343"/>
                  <a:gd name="connsiteY5" fmla="*/ 1127 h 6345"/>
                  <a:gd name="connsiteX6" fmla="*/ 252 w 6343"/>
                  <a:gd name="connsiteY6" fmla="*/ 3370 h 6345"/>
                  <a:gd name="connsiteX7" fmla="*/ 1181 w 6343"/>
                  <a:gd name="connsiteY7" fmla="*/ 5613 h 6345"/>
                  <a:gd name="connsiteX8" fmla="*/ 342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3"/>
                    </a:moveTo>
                    <a:cubicBezTo>
                      <a:pt x="4265" y="6543"/>
                      <a:pt x="5071" y="6208"/>
                      <a:pt x="5666" y="5613"/>
                    </a:cubicBezTo>
                    <a:cubicBezTo>
                      <a:pt x="6261" y="5018"/>
                      <a:pt x="6595" y="4211"/>
                      <a:pt x="6595" y="3370"/>
                    </a:cubicBezTo>
                    <a:cubicBezTo>
                      <a:pt x="6595" y="2529"/>
                      <a:pt x="6261" y="1722"/>
                      <a:pt x="5666" y="1127"/>
                    </a:cubicBezTo>
                    <a:cubicBezTo>
                      <a:pt x="5071" y="532"/>
                      <a:pt x="4265" y="197"/>
                      <a:pt x="3424" y="197"/>
                    </a:cubicBezTo>
                    <a:cubicBezTo>
                      <a:pt x="2582" y="197"/>
                      <a:pt x="1776" y="532"/>
                      <a:pt x="1181" y="1127"/>
                    </a:cubicBezTo>
                    <a:cubicBezTo>
                      <a:pt x="586" y="1722"/>
                      <a:pt x="252" y="2529"/>
                      <a:pt x="252" y="3370"/>
                    </a:cubicBezTo>
                    <a:cubicBezTo>
                      <a:pt x="252" y="4211"/>
                      <a:pt x="586" y="5018"/>
                      <a:pt x="1181" y="5613"/>
                    </a:cubicBezTo>
                    <a:cubicBezTo>
                      <a:pt x="1776" y="6208"/>
                      <a:pt x="2582" y="6543"/>
                      <a:pt x="342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19" name="Freeform: Shape 5218">
                <a:extLst>
                  <a:ext uri="{FF2B5EF4-FFF2-40B4-BE49-F238E27FC236}">
                    <a16:creationId xmlns:a16="http://schemas.microsoft.com/office/drawing/2014/main" id="{326733F7-8A6B-0CE8-30A6-9684FD2F7577}"/>
                  </a:ext>
                </a:extLst>
              </p:cNvPr>
              <p:cNvSpPr/>
              <p:nvPr/>
            </p:nvSpPr>
            <p:spPr>
              <a:xfrm>
                <a:off x="4047788" y="5983671"/>
                <a:ext cx="6343" cy="6345"/>
              </a:xfrm>
              <a:custGeom>
                <a:avLst/>
                <a:gdLst>
                  <a:gd name="connsiteX0" fmla="*/ 3423 w 6343"/>
                  <a:gd name="connsiteY0" fmla="*/ 6543 h 6345"/>
                  <a:gd name="connsiteX1" fmla="*/ 5666 w 6343"/>
                  <a:gd name="connsiteY1" fmla="*/ 5613 h 6345"/>
                  <a:gd name="connsiteX2" fmla="*/ 6595 w 6343"/>
                  <a:gd name="connsiteY2" fmla="*/ 3370 h 6345"/>
                  <a:gd name="connsiteX3" fmla="*/ 5666 w 6343"/>
                  <a:gd name="connsiteY3" fmla="*/ 1127 h 6345"/>
                  <a:gd name="connsiteX4" fmla="*/ 3423 w 6343"/>
                  <a:gd name="connsiteY4" fmla="*/ 197 h 6345"/>
                  <a:gd name="connsiteX5" fmla="*/ 1181 w 6343"/>
                  <a:gd name="connsiteY5" fmla="*/ 1127 h 6345"/>
                  <a:gd name="connsiteX6" fmla="*/ 252 w 6343"/>
                  <a:gd name="connsiteY6" fmla="*/ 3370 h 6345"/>
                  <a:gd name="connsiteX7" fmla="*/ 1181 w 6343"/>
                  <a:gd name="connsiteY7" fmla="*/ 5613 h 6345"/>
                  <a:gd name="connsiteX8" fmla="*/ 342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3"/>
                    </a:moveTo>
                    <a:cubicBezTo>
                      <a:pt x="4265" y="6543"/>
                      <a:pt x="5071" y="6208"/>
                      <a:pt x="5666" y="5613"/>
                    </a:cubicBezTo>
                    <a:cubicBezTo>
                      <a:pt x="6261" y="5019"/>
                      <a:pt x="6595" y="4211"/>
                      <a:pt x="6595" y="3370"/>
                    </a:cubicBezTo>
                    <a:cubicBezTo>
                      <a:pt x="6595" y="2529"/>
                      <a:pt x="6261" y="1722"/>
                      <a:pt x="5666" y="1127"/>
                    </a:cubicBezTo>
                    <a:cubicBezTo>
                      <a:pt x="5071" y="532"/>
                      <a:pt x="4265" y="197"/>
                      <a:pt x="3423" y="197"/>
                    </a:cubicBezTo>
                    <a:cubicBezTo>
                      <a:pt x="2582" y="197"/>
                      <a:pt x="1776" y="532"/>
                      <a:pt x="1181" y="1127"/>
                    </a:cubicBezTo>
                    <a:cubicBezTo>
                      <a:pt x="586" y="1722"/>
                      <a:pt x="252" y="2529"/>
                      <a:pt x="252" y="3370"/>
                    </a:cubicBezTo>
                    <a:cubicBezTo>
                      <a:pt x="252" y="4211"/>
                      <a:pt x="586" y="5019"/>
                      <a:pt x="1181" y="5613"/>
                    </a:cubicBezTo>
                    <a:cubicBezTo>
                      <a:pt x="1776" y="6208"/>
                      <a:pt x="2582" y="6543"/>
                      <a:pt x="342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20" name="Freeform: Shape 5219">
                <a:extLst>
                  <a:ext uri="{FF2B5EF4-FFF2-40B4-BE49-F238E27FC236}">
                    <a16:creationId xmlns:a16="http://schemas.microsoft.com/office/drawing/2014/main" id="{D8D0503C-F830-7138-BBD3-235BDD18B5AE}"/>
                  </a:ext>
                </a:extLst>
              </p:cNvPr>
              <p:cNvSpPr/>
              <p:nvPr/>
            </p:nvSpPr>
            <p:spPr>
              <a:xfrm>
                <a:off x="4045438" y="5983550"/>
                <a:ext cx="6343" cy="6345"/>
              </a:xfrm>
              <a:custGeom>
                <a:avLst/>
                <a:gdLst>
                  <a:gd name="connsiteX0" fmla="*/ 3423 w 6343"/>
                  <a:gd name="connsiteY0" fmla="*/ 6543 h 6345"/>
                  <a:gd name="connsiteX1" fmla="*/ 5666 w 6343"/>
                  <a:gd name="connsiteY1" fmla="*/ 5613 h 6345"/>
                  <a:gd name="connsiteX2" fmla="*/ 6595 w 6343"/>
                  <a:gd name="connsiteY2" fmla="*/ 3370 h 6345"/>
                  <a:gd name="connsiteX3" fmla="*/ 5666 w 6343"/>
                  <a:gd name="connsiteY3" fmla="*/ 1127 h 6345"/>
                  <a:gd name="connsiteX4" fmla="*/ 3423 w 6343"/>
                  <a:gd name="connsiteY4" fmla="*/ 197 h 6345"/>
                  <a:gd name="connsiteX5" fmla="*/ 1181 w 6343"/>
                  <a:gd name="connsiteY5" fmla="*/ 1127 h 6345"/>
                  <a:gd name="connsiteX6" fmla="*/ 252 w 6343"/>
                  <a:gd name="connsiteY6" fmla="*/ 3370 h 6345"/>
                  <a:gd name="connsiteX7" fmla="*/ 1181 w 6343"/>
                  <a:gd name="connsiteY7" fmla="*/ 5613 h 6345"/>
                  <a:gd name="connsiteX8" fmla="*/ 342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3"/>
                    </a:moveTo>
                    <a:cubicBezTo>
                      <a:pt x="4264" y="6543"/>
                      <a:pt x="5071" y="6208"/>
                      <a:pt x="5666" y="5613"/>
                    </a:cubicBezTo>
                    <a:cubicBezTo>
                      <a:pt x="6261" y="5018"/>
                      <a:pt x="6595" y="4211"/>
                      <a:pt x="6595" y="3370"/>
                    </a:cubicBezTo>
                    <a:cubicBezTo>
                      <a:pt x="6595" y="2529"/>
                      <a:pt x="6261" y="1722"/>
                      <a:pt x="5666" y="1127"/>
                    </a:cubicBezTo>
                    <a:cubicBezTo>
                      <a:pt x="5071" y="532"/>
                      <a:pt x="4264" y="197"/>
                      <a:pt x="3423" y="197"/>
                    </a:cubicBezTo>
                    <a:cubicBezTo>
                      <a:pt x="2582" y="197"/>
                      <a:pt x="1775" y="532"/>
                      <a:pt x="1181" y="1127"/>
                    </a:cubicBezTo>
                    <a:cubicBezTo>
                      <a:pt x="586" y="1722"/>
                      <a:pt x="252" y="2529"/>
                      <a:pt x="252" y="3370"/>
                    </a:cubicBezTo>
                    <a:cubicBezTo>
                      <a:pt x="252" y="4211"/>
                      <a:pt x="586" y="5018"/>
                      <a:pt x="1181" y="5613"/>
                    </a:cubicBezTo>
                    <a:cubicBezTo>
                      <a:pt x="1775" y="6208"/>
                      <a:pt x="2582" y="6543"/>
                      <a:pt x="342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21" name="Freeform: Shape 5220">
                <a:extLst>
                  <a:ext uri="{FF2B5EF4-FFF2-40B4-BE49-F238E27FC236}">
                    <a16:creationId xmlns:a16="http://schemas.microsoft.com/office/drawing/2014/main" id="{84420C9D-6A31-488C-C804-DBA777C244F0}"/>
                  </a:ext>
                </a:extLst>
              </p:cNvPr>
              <p:cNvSpPr/>
              <p:nvPr/>
            </p:nvSpPr>
            <p:spPr>
              <a:xfrm>
                <a:off x="4039348" y="5981163"/>
                <a:ext cx="6343" cy="6345"/>
              </a:xfrm>
              <a:custGeom>
                <a:avLst/>
                <a:gdLst>
                  <a:gd name="connsiteX0" fmla="*/ 3423 w 6343"/>
                  <a:gd name="connsiteY0" fmla="*/ 6543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3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3"/>
                    </a:moveTo>
                    <a:cubicBezTo>
                      <a:pt x="4264" y="6543"/>
                      <a:pt x="5071" y="6208"/>
                      <a:pt x="5665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1" y="531"/>
                      <a:pt x="4264" y="197"/>
                      <a:pt x="3423" y="197"/>
                    </a:cubicBezTo>
                    <a:cubicBezTo>
                      <a:pt x="2582" y="197"/>
                      <a:pt x="1775" y="531"/>
                      <a:pt x="1180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5" y="6208"/>
                      <a:pt x="2582" y="6543"/>
                      <a:pt x="342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22" name="Freeform: Shape 5221">
                <a:extLst>
                  <a:ext uri="{FF2B5EF4-FFF2-40B4-BE49-F238E27FC236}">
                    <a16:creationId xmlns:a16="http://schemas.microsoft.com/office/drawing/2014/main" id="{859ACBDA-2ED2-FE86-F98E-C70F5AB01748}"/>
                  </a:ext>
                </a:extLst>
              </p:cNvPr>
              <p:cNvSpPr/>
              <p:nvPr/>
            </p:nvSpPr>
            <p:spPr>
              <a:xfrm>
                <a:off x="4035350" y="5978453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4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4" y="197"/>
                      <a:pt x="3422" y="197"/>
                    </a:cubicBezTo>
                    <a:cubicBezTo>
                      <a:pt x="2581" y="197"/>
                      <a:pt x="1775" y="531"/>
                      <a:pt x="1180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5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23" name="Freeform: Shape 5222">
                <a:extLst>
                  <a:ext uri="{FF2B5EF4-FFF2-40B4-BE49-F238E27FC236}">
                    <a16:creationId xmlns:a16="http://schemas.microsoft.com/office/drawing/2014/main" id="{F906AF8F-CCAF-2F76-539F-7979238B964C}"/>
                  </a:ext>
                </a:extLst>
              </p:cNvPr>
              <p:cNvSpPr/>
              <p:nvPr/>
            </p:nvSpPr>
            <p:spPr>
              <a:xfrm>
                <a:off x="4032701" y="5977690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80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24" name="Freeform: Shape 5223">
                <a:extLst>
                  <a:ext uri="{FF2B5EF4-FFF2-40B4-BE49-F238E27FC236}">
                    <a16:creationId xmlns:a16="http://schemas.microsoft.com/office/drawing/2014/main" id="{13CC5A92-DAC8-411E-0F6E-9990D538FACB}"/>
                  </a:ext>
                </a:extLst>
              </p:cNvPr>
              <p:cNvSpPr/>
              <p:nvPr/>
            </p:nvSpPr>
            <p:spPr>
              <a:xfrm>
                <a:off x="4030984" y="5978313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1 w 6343"/>
                  <a:gd name="connsiteY6" fmla="*/ 3370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25" name="Freeform: Shape 5224">
                <a:extLst>
                  <a:ext uri="{FF2B5EF4-FFF2-40B4-BE49-F238E27FC236}">
                    <a16:creationId xmlns:a16="http://schemas.microsoft.com/office/drawing/2014/main" id="{2E6580DC-CC25-7914-DF96-B47F867E99A1}"/>
                  </a:ext>
                </a:extLst>
              </p:cNvPr>
              <p:cNvSpPr/>
              <p:nvPr/>
            </p:nvSpPr>
            <p:spPr>
              <a:xfrm>
                <a:off x="4029341" y="5979042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70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70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0" y="2528"/>
                      <a:pt x="250" y="3370"/>
                    </a:cubicBezTo>
                    <a:cubicBezTo>
                      <a:pt x="250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26" name="Freeform: Shape 5225">
                <a:extLst>
                  <a:ext uri="{FF2B5EF4-FFF2-40B4-BE49-F238E27FC236}">
                    <a16:creationId xmlns:a16="http://schemas.microsoft.com/office/drawing/2014/main" id="{07C68FAB-488A-FB88-0C66-39A6B07D3440}"/>
                  </a:ext>
                </a:extLst>
              </p:cNvPr>
              <p:cNvSpPr/>
              <p:nvPr/>
            </p:nvSpPr>
            <p:spPr>
              <a:xfrm>
                <a:off x="3971744" y="5973754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9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9" y="197"/>
                      <a:pt x="3417" y="197"/>
                    </a:cubicBezTo>
                    <a:cubicBezTo>
                      <a:pt x="2576" y="197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27" name="Freeform: Shape 5226">
                <a:extLst>
                  <a:ext uri="{FF2B5EF4-FFF2-40B4-BE49-F238E27FC236}">
                    <a16:creationId xmlns:a16="http://schemas.microsoft.com/office/drawing/2014/main" id="{F7CFDC7E-EE95-2A70-51CD-18C5E15420EC}"/>
                  </a:ext>
                </a:extLst>
              </p:cNvPr>
              <p:cNvSpPr/>
              <p:nvPr/>
            </p:nvSpPr>
            <p:spPr>
              <a:xfrm>
                <a:off x="3970158" y="5974053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28" name="Freeform: Shape 5227">
                <a:extLst>
                  <a:ext uri="{FF2B5EF4-FFF2-40B4-BE49-F238E27FC236}">
                    <a16:creationId xmlns:a16="http://schemas.microsoft.com/office/drawing/2014/main" id="{EDFB2B2C-26F8-145F-6D92-66F7DC8A3787}"/>
                  </a:ext>
                </a:extLst>
              </p:cNvPr>
              <p:cNvSpPr/>
              <p:nvPr/>
            </p:nvSpPr>
            <p:spPr>
              <a:xfrm>
                <a:off x="3968469" y="5974081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29" name="Freeform: Shape 5228">
                <a:extLst>
                  <a:ext uri="{FF2B5EF4-FFF2-40B4-BE49-F238E27FC236}">
                    <a16:creationId xmlns:a16="http://schemas.microsoft.com/office/drawing/2014/main" id="{51D7BFFF-B540-5E64-5CDD-F86485494F81}"/>
                  </a:ext>
                </a:extLst>
              </p:cNvPr>
              <p:cNvSpPr/>
              <p:nvPr/>
            </p:nvSpPr>
            <p:spPr>
              <a:xfrm>
                <a:off x="3967021" y="5974705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4 w 6343"/>
                  <a:gd name="connsiteY5" fmla="*/ 1126 h 6345"/>
                  <a:gd name="connsiteX6" fmla="*/ 246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4" y="5018"/>
                      <a:pt x="6589" y="4211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4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30" name="Freeform: Shape 5229">
                <a:extLst>
                  <a:ext uri="{FF2B5EF4-FFF2-40B4-BE49-F238E27FC236}">
                    <a16:creationId xmlns:a16="http://schemas.microsoft.com/office/drawing/2014/main" id="{2E31A5EF-541F-A25D-9F60-8B42F6ECF604}"/>
                  </a:ext>
                </a:extLst>
              </p:cNvPr>
              <p:cNvSpPr/>
              <p:nvPr/>
            </p:nvSpPr>
            <p:spPr>
              <a:xfrm>
                <a:off x="3965418" y="5974929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4" y="5018"/>
                      <a:pt x="6589" y="4211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4" y="1126"/>
                    </a:cubicBezTo>
                    <a:cubicBezTo>
                      <a:pt x="580" y="1721"/>
                      <a:pt x="245" y="2528"/>
                      <a:pt x="245" y="3369"/>
                    </a:cubicBezTo>
                    <a:cubicBezTo>
                      <a:pt x="245" y="4211"/>
                      <a:pt x="580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31" name="Freeform: Shape 5230">
                <a:extLst>
                  <a:ext uri="{FF2B5EF4-FFF2-40B4-BE49-F238E27FC236}">
                    <a16:creationId xmlns:a16="http://schemas.microsoft.com/office/drawing/2014/main" id="{78107C54-FE05-F030-F023-EA289C72EF0F}"/>
                  </a:ext>
                </a:extLst>
              </p:cNvPr>
              <p:cNvSpPr/>
              <p:nvPr/>
            </p:nvSpPr>
            <p:spPr>
              <a:xfrm>
                <a:off x="3963932" y="5975448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7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59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1"/>
                      <a:pt x="579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32" name="Freeform: Shape 5231">
                <a:extLst>
                  <a:ext uri="{FF2B5EF4-FFF2-40B4-BE49-F238E27FC236}">
                    <a16:creationId xmlns:a16="http://schemas.microsoft.com/office/drawing/2014/main" id="{40741CE9-C237-D9DD-2D7C-02E7D4C331F3}"/>
                  </a:ext>
                </a:extLst>
              </p:cNvPr>
              <p:cNvSpPr/>
              <p:nvPr/>
            </p:nvSpPr>
            <p:spPr>
              <a:xfrm>
                <a:off x="3928562" y="5931292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09 h 6345"/>
                  <a:gd name="connsiteX2" fmla="*/ 6586 w 6343"/>
                  <a:gd name="connsiteY2" fmla="*/ 3366 h 6345"/>
                  <a:gd name="connsiteX3" fmla="*/ 5657 w 6343"/>
                  <a:gd name="connsiteY3" fmla="*/ 1122 h 6345"/>
                  <a:gd name="connsiteX4" fmla="*/ 3414 w 6343"/>
                  <a:gd name="connsiteY4" fmla="*/ 193 h 6345"/>
                  <a:gd name="connsiteX5" fmla="*/ 1171 w 6343"/>
                  <a:gd name="connsiteY5" fmla="*/ 1122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7" y="5609"/>
                    </a:cubicBezTo>
                    <a:cubicBezTo>
                      <a:pt x="6251" y="5014"/>
                      <a:pt x="6586" y="4207"/>
                      <a:pt x="6586" y="3366"/>
                    </a:cubicBezTo>
                    <a:cubicBezTo>
                      <a:pt x="6586" y="2524"/>
                      <a:pt x="6251" y="1717"/>
                      <a:pt x="5657" y="1122"/>
                    </a:cubicBezTo>
                    <a:cubicBezTo>
                      <a:pt x="5062" y="527"/>
                      <a:pt x="4255" y="193"/>
                      <a:pt x="3414" y="193"/>
                    </a:cubicBezTo>
                    <a:cubicBezTo>
                      <a:pt x="2573" y="193"/>
                      <a:pt x="1766" y="527"/>
                      <a:pt x="1171" y="1122"/>
                    </a:cubicBezTo>
                    <a:cubicBezTo>
                      <a:pt x="577" y="1717"/>
                      <a:pt x="242" y="2524"/>
                      <a:pt x="242" y="3366"/>
                    </a:cubicBezTo>
                    <a:cubicBezTo>
                      <a:pt x="242" y="4207"/>
                      <a:pt x="577" y="5014"/>
                      <a:pt x="1171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33" name="Freeform: Shape 5232">
                <a:extLst>
                  <a:ext uri="{FF2B5EF4-FFF2-40B4-BE49-F238E27FC236}">
                    <a16:creationId xmlns:a16="http://schemas.microsoft.com/office/drawing/2014/main" id="{471FBAE0-98BC-2009-3D97-2FAE73DE1BE6}"/>
                  </a:ext>
                </a:extLst>
              </p:cNvPr>
              <p:cNvSpPr/>
              <p:nvPr/>
            </p:nvSpPr>
            <p:spPr>
              <a:xfrm>
                <a:off x="3927273" y="5931314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09 h 6345"/>
                  <a:gd name="connsiteX2" fmla="*/ 6586 w 6343"/>
                  <a:gd name="connsiteY2" fmla="*/ 3366 h 6345"/>
                  <a:gd name="connsiteX3" fmla="*/ 5657 w 6343"/>
                  <a:gd name="connsiteY3" fmla="*/ 1122 h 6345"/>
                  <a:gd name="connsiteX4" fmla="*/ 3414 w 6343"/>
                  <a:gd name="connsiteY4" fmla="*/ 193 h 6345"/>
                  <a:gd name="connsiteX5" fmla="*/ 1171 w 6343"/>
                  <a:gd name="connsiteY5" fmla="*/ 1122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7" y="5609"/>
                    </a:cubicBezTo>
                    <a:cubicBezTo>
                      <a:pt x="6251" y="5014"/>
                      <a:pt x="6586" y="4207"/>
                      <a:pt x="6586" y="3366"/>
                    </a:cubicBezTo>
                    <a:cubicBezTo>
                      <a:pt x="6586" y="2524"/>
                      <a:pt x="6251" y="1717"/>
                      <a:pt x="5657" y="1122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1" y="1122"/>
                    </a:cubicBezTo>
                    <a:cubicBezTo>
                      <a:pt x="577" y="1717"/>
                      <a:pt x="242" y="2524"/>
                      <a:pt x="242" y="3366"/>
                    </a:cubicBezTo>
                    <a:cubicBezTo>
                      <a:pt x="242" y="4207"/>
                      <a:pt x="577" y="5014"/>
                      <a:pt x="1171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34" name="Freeform: Shape 5233">
                <a:extLst>
                  <a:ext uri="{FF2B5EF4-FFF2-40B4-BE49-F238E27FC236}">
                    <a16:creationId xmlns:a16="http://schemas.microsoft.com/office/drawing/2014/main" id="{5D06D246-B7B0-B312-2C9F-5FF91AE9E3A5}"/>
                  </a:ext>
                </a:extLst>
              </p:cNvPr>
              <p:cNvSpPr/>
              <p:nvPr/>
            </p:nvSpPr>
            <p:spPr>
              <a:xfrm>
                <a:off x="3923535" y="5931781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2 h 6345"/>
                  <a:gd name="connsiteX4" fmla="*/ 3414 w 6343"/>
                  <a:gd name="connsiteY4" fmla="*/ 193 h 6345"/>
                  <a:gd name="connsiteX5" fmla="*/ 1171 w 6343"/>
                  <a:gd name="connsiteY5" fmla="*/ 1122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5"/>
                      <a:pt x="6251" y="1717"/>
                      <a:pt x="5656" y="1122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1" y="1122"/>
                    </a:cubicBezTo>
                    <a:cubicBezTo>
                      <a:pt x="576" y="1717"/>
                      <a:pt x="242" y="2525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35" name="Freeform: Shape 5234">
                <a:extLst>
                  <a:ext uri="{FF2B5EF4-FFF2-40B4-BE49-F238E27FC236}">
                    <a16:creationId xmlns:a16="http://schemas.microsoft.com/office/drawing/2014/main" id="{97700ABD-4C96-A041-1C7B-2DB1DFE20E30}"/>
                  </a:ext>
                </a:extLst>
              </p:cNvPr>
              <p:cNvSpPr/>
              <p:nvPr/>
            </p:nvSpPr>
            <p:spPr>
              <a:xfrm>
                <a:off x="3922206" y="5931589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2 h 6345"/>
                  <a:gd name="connsiteX4" fmla="*/ 3414 w 6343"/>
                  <a:gd name="connsiteY4" fmla="*/ 193 h 6345"/>
                  <a:gd name="connsiteX5" fmla="*/ 1171 w 6343"/>
                  <a:gd name="connsiteY5" fmla="*/ 1122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1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5"/>
                      <a:pt x="6251" y="1717"/>
                      <a:pt x="5656" y="1122"/>
                    </a:cubicBezTo>
                    <a:cubicBezTo>
                      <a:pt x="5061" y="528"/>
                      <a:pt x="4255" y="193"/>
                      <a:pt x="3414" y="193"/>
                    </a:cubicBezTo>
                    <a:cubicBezTo>
                      <a:pt x="2572" y="193"/>
                      <a:pt x="1766" y="528"/>
                      <a:pt x="1171" y="1122"/>
                    </a:cubicBezTo>
                    <a:cubicBezTo>
                      <a:pt x="576" y="1717"/>
                      <a:pt x="242" y="2525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6" y="6204"/>
                      <a:pt x="2572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36" name="Freeform: Shape 5235">
                <a:extLst>
                  <a:ext uri="{FF2B5EF4-FFF2-40B4-BE49-F238E27FC236}">
                    <a16:creationId xmlns:a16="http://schemas.microsoft.com/office/drawing/2014/main" id="{1EE8C0FA-9F98-AEC0-6818-A1CE60CCAF74}"/>
                  </a:ext>
                </a:extLst>
              </p:cNvPr>
              <p:cNvSpPr/>
              <p:nvPr/>
            </p:nvSpPr>
            <p:spPr>
              <a:xfrm>
                <a:off x="3921246" y="5932884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5" y="6539"/>
                      <a:pt x="5061" y="6204"/>
                      <a:pt x="5656" y="5609"/>
                    </a:cubicBezTo>
                    <a:cubicBezTo>
                      <a:pt x="6251" y="5015"/>
                      <a:pt x="6585" y="4207"/>
                      <a:pt x="6585" y="3366"/>
                    </a:cubicBezTo>
                    <a:cubicBezTo>
                      <a:pt x="6585" y="2525"/>
                      <a:pt x="6251" y="1718"/>
                      <a:pt x="5656" y="1123"/>
                    </a:cubicBezTo>
                    <a:cubicBezTo>
                      <a:pt x="5061" y="528"/>
                      <a:pt x="4255" y="193"/>
                      <a:pt x="3413" y="193"/>
                    </a:cubicBezTo>
                    <a:cubicBezTo>
                      <a:pt x="2572" y="193"/>
                      <a:pt x="1766" y="528"/>
                      <a:pt x="1171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7"/>
                      <a:pt x="576" y="5015"/>
                      <a:pt x="1171" y="5609"/>
                    </a:cubicBezTo>
                    <a:cubicBezTo>
                      <a:pt x="1766" y="6204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37" name="Freeform: Shape 5236">
                <a:extLst>
                  <a:ext uri="{FF2B5EF4-FFF2-40B4-BE49-F238E27FC236}">
                    <a16:creationId xmlns:a16="http://schemas.microsoft.com/office/drawing/2014/main" id="{AFFD18EB-D9B6-7625-595F-00692F0518F0}"/>
                  </a:ext>
                </a:extLst>
              </p:cNvPr>
              <p:cNvSpPr/>
              <p:nvPr/>
            </p:nvSpPr>
            <p:spPr>
              <a:xfrm>
                <a:off x="3922784" y="5944759"/>
                <a:ext cx="6343" cy="6345"/>
              </a:xfrm>
              <a:custGeom>
                <a:avLst/>
                <a:gdLst>
                  <a:gd name="connsiteX0" fmla="*/ 3414 w 6343"/>
                  <a:gd name="connsiteY0" fmla="*/ 6540 h 6345"/>
                  <a:gd name="connsiteX1" fmla="*/ 5656 w 6343"/>
                  <a:gd name="connsiteY1" fmla="*/ 5610 h 6345"/>
                  <a:gd name="connsiteX2" fmla="*/ 6585 w 6343"/>
                  <a:gd name="connsiteY2" fmla="*/ 3367 h 6345"/>
                  <a:gd name="connsiteX3" fmla="*/ 5656 w 6343"/>
                  <a:gd name="connsiteY3" fmla="*/ 1124 h 6345"/>
                  <a:gd name="connsiteX4" fmla="*/ 3414 w 6343"/>
                  <a:gd name="connsiteY4" fmla="*/ 194 h 6345"/>
                  <a:gd name="connsiteX5" fmla="*/ 1171 w 6343"/>
                  <a:gd name="connsiteY5" fmla="*/ 1124 h 6345"/>
                  <a:gd name="connsiteX6" fmla="*/ 242 w 6343"/>
                  <a:gd name="connsiteY6" fmla="*/ 3367 h 6345"/>
                  <a:gd name="connsiteX7" fmla="*/ 1171 w 6343"/>
                  <a:gd name="connsiteY7" fmla="*/ 5610 h 6345"/>
                  <a:gd name="connsiteX8" fmla="*/ 341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40"/>
                    </a:moveTo>
                    <a:cubicBezTo>
                      <a:pt x="4255" y="6540"/>
                      <a:pt x="5061" y="6205"/>
                      <a:pt x="5656" y="5610"/>
                    </a:cubicBezTo>
                    <a:cubicBezTo>
                      <a:pt x="6251" y="5015"/>
                      <a:pt x="6585" y="4208"/>
                      <a:pt x="6585" y="3367"/>
                    </a:cubicBezTo>
                    <a:cubicBezTo>
                      <a:pt x="6585" y="2526"/>
                      <a:pt x="6251" y="1718"/>
                      <a:pt x="5656" y="1124"/>
                    </a:cubicBezTo>
                    <a:cubicBezTo>
                      <a:pt x="5061" y="529"/>
                      <a:pt x="4255" y="194"/>
                      <a:pt x="3414" y="194"/>
                    </a:cubicBezTo>
                    <a:cubicBezTo>
                      <a:pt x="2572" y="194"/>
                      <a:pt x="1766" y="529"/>
                      <a:pt x="1171" y="1124"/>
                    </a:cubicBezTo>
                    <a:cubicBezTo>
                      <a:pt x="576" y="1718"/>
                      <a:pt x="242" y="2526"/>
                      <a:pt x="242" y="3367"/>
                    </a:cubicBezTo>
                    <a:cubicBezTo>
                      <a:pt x="242" y="4208"/>
                      <a:pt x="576" y="5015"/>
                      <a:pt x="1171" y="5610"/>
                    </a:cubicBezTo>
                    <a:cubicBezTo>
                      <a:pt x="1766" y="6205"/>
                      <a:pt x="2572" y="6540"/>
                      <a:pt x="341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38" name="Freeform: Shape 5237">
                <a:extLst>
                  <a:ext uri="{FF2B5EF4-FFF2-40B4-BE49-F238E27FC236}">
                    <a16:creationId xmlns:a16="http://schemas.microsoft.com/office/drawing/2014/main" id="{4E5218C7-4FE3-FEB0-540C-D8DBDBA13512}"/>
                  </a:ext>
                </a:extLst>
              </p:cNvPr>
              <p:cNvSpPr/>
              <p:nvPr/>
            </p:nvSpPr>
            <p:spPr>
              <a:xfrm>
                <a:off x="3923213" y="5952474"/>
                <a:ext cx="6343" cy="6345"/>
              </a:xfrm>
              <a:custGeom>
                <a:avLst/>
                <a:gdLst>
                  <a:gd name="connsiteX0" fmla="*/ 3414 w 6343"/>
                  <a:gd name="connsiteY0" fmla="*/ 6540 h 6345"/>
                  <a:gd name="connsiteX1" fmla="*/ 5656 w 6343"/>
                  <a:gd name="connsiteY1" fmla="*/ 5611 h 6345"/>
                  <a:gd name="connsiteX2" fmla="*/ 6585 w 6343"/>
                  <a:gd name="connsiteY2" fmla="*/ 3368 h 6345"/>
                  <a:gd name="connsiteX3" fmla="*/ 5656 w 6343"/>
                  <a:gd name="connsiteY3" fmla="*/ 1124 h 6345"/>
                  <a:gd name="connsiteX4" fmla="*/ 3414 w 6343"/>
                  <a:gd name="connsiteY4" fmla="*/ 195 h 6345"/>
                  <a:gd name="connsiteX5" fmla="*/ 1171 w 6343"/>
                  <a:gd name="connsiteY5" fmla="*/ 1124 h 6345"/>
                  <a:gd name="connsiteX6" fmla="*/ 242 w 6343"/>
                  <a:gd name="connsiteY6" fmla="*/ 3368 h 6345"/>
                  <a:gd name="connsiteX7" fmla="*/ 1171 w 6343"/>
                  <a:gd name="connsiteY7" fmla="*/ 5611 h 6345"/>
                  <a:gd name="connsiteX8" fmla="*/ 341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40"/>
                    </a:moveTo>
                    <a:cubicBezTo>
                      <a:pt x="4255" y="6540"/>
                      <a:pt x="5062" y="6206"/>
                      <a:pt x="5656" y="5611"/>
                    </a:cubicBezTo>
                    <a:cubicBezTo>
                      <a:pt x="6251" y="5016"/>
                      <a:pt x="6585" y="4209"/>
                      <a:pt x="6585" y="3368"/>
                    </a:cubicBezTo>
                    <a:cubicBezTo>
                      <a:pt x="6585" y="2526"/>
                      <a:pt x="6251" y="1719"/>
                      <a:pt x="5656" y="1124"/>
                    </a:cubicBezTo>
                    <a:cubicBezTo>
                      <a:pt x="5062" y="529"/>
                      <a:pt x="4255" y="195"/>
                      <a:pt x="3414" y="195"/>
                    </a:cubicBezTo>
                    <a:cubicBezTo>
                      <a:pt x="2573" y="195"/>
                      <a:pt x="1766" y="529"/>
                      <a:pt x="1171" y="1124"/>
                    </a:cubicBezTo>
                    <a:cubicBezTo>
                      <a:pt x="576" y="1719"/>
                      <a:pt x="242" y="2526"/>
                      <a:pt x="242" y="3368"/>
                    </a:cubicBezTo>
                    <a:cubicBezTo>
                      <a:pt x="242" y="4209"/>
                      <a:pt x="576" y="5016"/>
                      <a:pt x="1171" y="5611"/>
                    </a:cubicBezTo>
                    <a:cubicBezTo>
                      <a:pt x="1766" y="6206"/>
                      <a:pt x="2573" y="6540"/>
                      <a:pt x="341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39" name="Freeform: Shape 5238">
                <a:extLst>
                  <a:ext uri="{FF2B5EF4-FFF2-40B4-BE49-F238E27FC236}">
                    <a16:creationId xmlns:a16="http://schemas.microsoft.com/office/drawing/2014/main" id="{02A3E8B0-9D6B-AD26-1996-E393DF4FA964}"/>
                  </a:ext>
                </a:extLst>
              </p:cNvPr>
              <p:cNvSpPr/>
              <p:nvPr/>
            </p:nvSpPr>
            <p:spPr>
              <a:xfrm>
                <a:off x="3921759" y="5952231"/>
                <a:ext cx="6343" cy="6345"/>
              </a:xfrm>
              <a:custGeom>
                <a:avLst/>
                <a:gdLst>
                  <a:gd name="connsiteX0" fmla="*/ 3414 w 6343"/>
                  <a:gd name="connsiteY0" fmla="*/ 6540 h 6345"/>
                  <a:gd name="connsiteX1" fmla="*/ 5656 w 6343"/>
                  <a:gd name="connsiteY1" fmla="*/ 5611 h 6345"/>
                  <a:gd name="connsiteX2" fmla="*/ 6585 w 6343"/>
                  <a:gd name="connsiteY2" fmla="*/ 3368 h 6345"/>
                  <a:gd name="connsiteX3" fmla="*/ 5656 w 6343"/>
                  <a:gd name="connsiteY3" fmla="*/ 1124 h 6345"/>
                  <a:gd name="connsiteX4" fmla="*/ 3414 w 6343"/>
                  <a:gd name="connsiteY4" fmla="*/ 195 h 6345"/>
                  <a:gd name="connsiteX5" fmla="*/ 1171 w 6343"/>
                  <a:gd name="connsiteY5" fmla="*/ 1124 h 6345"/>
                  <a:gd name="connsiteX6" fmla="*/ 242 w 6343"/>
                  <a:gd name="connsiteY6" fmla="*/ 3368 h 6345"/>
                  <a:gd name="connsiteX7" fmla="*/ 1171 w 6343"/>
                  <a:gd name="connsiteY7" fmla="*/ 5611 h 6345"/>
                  <a:gd name="connsiteX8" fmla="*/ 341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40"/>
                    </a:moveTo>
                    <a:cubicBezTo>
                      <a:pt x="4255" y="6540"/>
                      <a:pt x="5061" y="6206"/>
                      <a:pt x="5656" y="5611"/>
                    </a:cubicBezTo>
                    <a:cubicBezTo>
                      <a:pt x="6251" y="5016"/>
                      <a:pt x="6585" y="4209"/>
                      <a:pt x="6585" y="3368"/>
                    </a:cubicBezTo>
                    <a:cubicBezTo>
                      <a:pt x="6585" y="2526"/>
                      <a:pt x="6251" y="1719"/>
                      <a:pt x="5656" y="1124"/>
                    </a:cubicBezTo>
                    <a:cubicBezTo>
                      <a:pt x="5061" y="529"/>
                      <a:pt x="4255" y="195"/>
                      <a:pt x="3414" y="195"/>
                    </a:cubicBezTo>
                    <a:cubicBezTo>
                      <a:pt x="2572" y="195"/>
                      <a:pt x="1766" y="529"/>
                      <a:pt x="1171" y="1124"/>
                    </a:cubicBezTo>
                    <a:cubicBezTo>
                      <a:pt x="576" y="1719"/>
                      <a:pt x="242" y="2526"/>
                      <a:pt x="242" y="3368"/>
                    </a:cubicBezTo>
                    <a:cubicBezTo>
                      <a:pt x="242" y="4209"/>
                      <a:pt x="576" y="5016"/>
                      <a:pt x="1171" y="5611"/>
                    </a:cubicBezTo>
                    <a:cubicBezTo>
                      <a:pt x="1766" y="6206"/>
                      <a:pt x="2572" y="6540"/>
                      <a:pt x="341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40" name="Freeform: Shape 5239">
                <a:extLst>
                  <a:ext uri="{FF2B5EF4-FFF2-40B4-BE49-F238E27FC236}">
                    <a16:creationId xmlns:a16="http://schemas.microsoft.com/office/drawing/2014/main" id="{CFE82921-9F53-04CD-CCF7-7729FEF895E0}"/>
                  </a:ext>
                </a:extLst>
              </p:cNvPr>
              <p:cNvSpPr/>
              <p:nvPr/>
            </p:nvSpPr>
            <p:spPr>
              <a:xfrm>
                <a:off x="3920240" y="5951659"/>
                <a:ext cx="6343" cy="6345"/>
              </a:xfrm>
              <a:custGeom>
                <a:avLst/>
                <a:gdLst>
                  <a:gd name="connsiteX0" fmla="*/ 3413 w 6343"/>
                  <a:gd name="connsiteY0" fmla="*/ 6540 h 6345"/>
                  <a:gd name="connsiteX1" fmla="*/ 5656 w 6343"/>
                  <a:gd name="connsiteY1" fmla="*/ 5611 h 6345"/>
                  <a:gd name="connsiteX2" fmla="*/ 6585 w 6343"/>
                  <a:gd name="connsiteY2" fmla="*/ 3368 h 6345"/>
                  <a:gd name="connsiteX3" fmla="*/ 5656 w 6343"/>
                  <a:gd name="connsiteY3" fmla="*/ 1124 h 6345"/>
                  <a:gd name="connsiteX4" fmla="*/ 3413 w 6343"/>
                  <a:gd name="connsiteY4" fmla="*/ 195 h 6345"/>
                  <a:gd name="connsiteX5" fmla="*/ 1171 w 6343"/>
                  <a:gd name="connsiteY5" fmla="*/ 1124 h 6345"/>
                  <a:gd name="connsiteX6" fmla="*/ 242 w 6343"/>
                  <a:gd name="connsiteY6" fmla="*/ 3368 h 6345"/>
                  <a:gd name="connsiteX7" fmla="*/ 1171 w 6343"/>
                  <a:gd name="connsiteY7" fmla="*/ 5611 h 6345"/>
                  <a:gd name="connsiteX8" fmla="*/ 341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40"/>
                    </a:moveTo>
                    <a:cubicBezTo>
                      <a:pt x="4255" y="6540"/>
                      <a:pt x="5061" y="6206"/>
                      <a:pt x="5656" y="5611"/>
                    </a:cubicBezTo>
                    <a:cubicBezTo>
                      <a:pt x="6251" y="5016"/>
                      <a:pt x="6585" y="4209"/>
                      <a:pt x="6585" y="3368"/>
                    </a:cubicBezTo>
                    <a:cubicBezTo>
                      <a:pt x="6585" y="2526"/>
                      <a:pt x="6251" y="1719"/>
                      <a:pt x="5656" y="1124"/>
                    </a:cubicBezTo>
                    <a:cubicBezTo>
                      <a:pt x="5061" y="529"/>
                      <a:pt x="4255" y="195"/>
                      <a:pt x="3413" y="195"/>
                    </a:cubicBezTo>
                    <a:cubicBezTo>
                      <a:pt x="2572" y="195"/>
                      <a:pt x="1766" y="529"/>
                      <a:pt x="1171" y="1124"/>
                    </a:cubicBezTo>
                    <a:cubicBezTo>
                      <a:pt x="576" y="1719"/>
                      <a:pt x="242" y="2526"/>
                      <a:pt x="242" y="3368"/>
                    </a:cubicBezTo>
                    <a:cubicBezTo>
                      <a:pt x="242" y="4209"/>
                      <a:pt x="576" y="5016"/>
                      <a:pt x="1171" y="5611"/>
                    </a:cubicBezTo>
                    <a:cubicBezTo>
                      <a:pt x="1766" y="6206"/>
                      <a:pt x="2572" y="6540"/>
                      <a:pt x="341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41" name="Freeform: Shape 5240">
                <a:extLst>
                  <a:ext uri="{FF2B5EF4-FFF2-40B4-BE49-F238E27FC236}">
                    <a16:creationId xmlns:a16="http://schemas.microsoft.com/office/drawing/2014/main" id="{C55AFE4F-6357-72E2-3440-6C4C1C7720D5}"/>
                  </a:ext>
                </a:extLst>
              </p:cNvPr>
              <p:cNvSpPr/>
              <p:nvPr/>
            </p:nvSpPr>
            <p:spPr>
              <a:xfrm>
                <a:off x="3918933" y="5952036"/>
                <a:ext cx="6343" cy="6345"/>
              </a:xfrm>
              <a:custGeom>
                <a:avLst/>
                <a:gdLst>
                  <a:gd name="connsiteX0" fmla="*/ 3413 w 6343"/>
                  <a:gd name="connsiteY0" fmla="*/ 6540 h 6345"/>
                  <a:gd name="connsiteX1" fmla="*/ 5656 w 6343"/>
                  <a:gd name="connsiteY1" fmla="*/ 5611 h 6345"/>
                  <a:gd name="connsiteX2" fmla="*/ 6585 w 6343"/>
                  <a:gd name="connsiteY2" fmla="*/ 3368 h 6345"/>
                  <a:gd name="connsiteX3" fmla="*/ 5656 w 6343"/>
                  <a:gd name="connsiteY3" fmla="*/ 1124 h 6345"/>
                  <a:gd name="connsiteX4" fmla="*/ 3413 w 6343"/>
                  <a:gd name="connsiteY4" fmla="*/ 195 h 6345"/>
                  <a:gd name="connsiteX5" fmla="*/ 1171 w 6343"/>
                  <a:gd name="connsiteY5" fmla="*/ 1124 h 6345"/>
                  <a:gd name="connsiteX6" fmla="*/ 242 w 6343"/>
                  <a:gd name="connsiteY6" fmla="*/ 3368 h 6345"/>
                  <a:gd name="connsiteX7" fmla="*/ 1171 w 6343"/>
                  <a:gd name="connsiteY7" fmla="*/ 5611 h 6345"/>
                  <a:gd name="connsiteX8" fmla="*/ 341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40"/>
                    </a:moveTo>
                    <a:cubicBezTo>
                      <a:pt x="4254" y="6540"/>
                      <a:pt x="5061" y="6206"/>
                      <a:pt x="5656" y="5611"/>
                    </a:cubicBezTo>
                    <a:cubicBezTo>
                      <a:pt x="6251" y="5016"/>
                      <a:pt x="6585" y="4209"/>
                      <a:pt x="6585" y="3368"/>
                    </a:cubicBezTo>
                    <a:cubicBezTo>
                      <a:pt x="6585" y="2526"/>
                      <a:pt x="6251" y="1719"/>
                      <a:pt x="5656" y="1124"/>
                    </a:cubicBezTo>
                    <a:cubicBezTo>
                      <a:pt x="5061" y="529"/>
                      <a:pt x="4254" y="195"/>
                      <a:pt x="3413" y="195"/>
                    </a:cubicBezTo>
                    <a:cubicBezTo>
                      <a:pt x="2572" y="195"/>
                      <a:pt x="1765" y="529"/>
                      <a:pt x="1171" y="1124"/>
                    </a:cubicBezTo>
                    <a:cubicBezTo>
                      <a:pt x="576" y="1719"/>
                      <a:pt x="242" y="2526"/>
                      <a:pt x="242" y="3368"/>
                    </a:cubicBezTo>
                    <a:cubicBezTo>
                      <a:pt x="242" y="4209"/>
                      <a:pt x="576" y="5016"/>
                      <a:pt x="1171" y="5611"/>
                    </a:cubicBezTo>
                    <a:cubicBezTo>
                      <a:pt x="1765" y="6206"/>
                      <a:pt x="2572" y="6540"/>
                      <a:pt x="341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42" name="Freeform: Shape 5241">
                <a:extLst>
                  <a:ext uri="{FF2B5EF4-FFF2-40B4-BE49-F238E27FC236}">
                    <a16:creationId xmlns:a16="http://schemas.microsoft.com/office/drawing/2014/main" id="{5DE8DB06-FF4D-2407-81AC-ECEB60EA2B84}"/>
                  </a:ext>
                </a:extLst>
              </p:cNvPr>
              <p:cNvSpPr/>
              <p:nvPr/>
            </p:nvSpPr>
            <p:spPr>
              <a:xfrm>
                <a:off x="3917436" y="5951490"/>
                <a:ext cx="6343" cy="6345"/>
              </a:xfrm>
              <a:custGeom>
                <a:avLst/>
                <a:gdLst>
                  <a:gd name="connsiteX0" fmla="*/ 3413 w 6343"/>
                  <a:gd name="connsiteY0" fmla="*/ 6540 h 6345"/>
                  <a:gd name="connsiteX1" fmla="*/ 5656 w 6343"/>
                  <a:gd name="connsiteY1" fmla="*/ 5611 h 6345"/>
                  <a:gd name="connsiteX2" fmla="*/ 6585 w 6343"/>
                  <a:gd name="connsiteY2" fmla="*/ 3367 h 6345"/>
                  <a:gd name="connsiteX3" fmla="*/ 5656 w 6343"/>
                  <a:gd name="connsiteY3" fmla="*/ 1124 h 6345"/>
                  <a:gd name="connsiteX4" fmla="*/ 3413 w 6343"/>
                  <a:gd name="connsiteY4" fmla="*/ 195 h 6345"/>
                  <a:gd name="connsiteX5" fmla="*/ 1171 w 6343"/>
                  <a:gd name="connsiteY5" fmla="*/ 1124 h 6345"/>
                  <a:gd name="connsiteX6" fmla="*/ 242 w 6343"/>
                  <a:gd name="connsiteY6" fmla="*/ 3367 h 6345"/>
                  <a:gd name="connsiteX7" fmla="*/ 1171 w 6343"/>
                  <a:gd name="connsiteY7" fmla="*/ 5611 h 6345"/>
                  <a:gd name="connsiteX8" fmla="*/ 341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40"/>
                    </a:moveTo>
                    <a:cubicBezTo>
                      <a:pt x="4254" y="6540"/>
                      <a:pt x="5061" y="6206"/>
                      <a:pt x="5656" y="5611"/>
                    </a:cubicBezTo>
                    <a:cubicBezTo>
                      <a:pt x="6251" y="5016"/>
                      <a:pt x="6585" y="4209"/>
                      <a:pt x="6585" y="3367"/>
                    </a:cubicBezTo>
                    <a:cubicBezTo>
                      <a:pt x="6585" y="2526"/>
                      <a:pt x="6251" y="1719"/>
                      <a:pt x="5656" y="1124"/>
                    </a:cubicBezTo>
                    <a:cubicBezTo>
                      <a:pt x="5061" y="529"/>
                      <a:pt x="4254" y="195"/>
                      <a:pt x="3413" y="195"/>
                    </a:cubicBezTo>
                    <a:cubicBezTo>
                      <a:pt x="2572" y="195"/>
                      <a:pt x="1765" y="529"/>
                      <a:pt x="1171" y="1124"/>
                    </a:cubicBezTo>
                    <a:cubicBezTo>
                      <a:pt x="576" y="1719"/>
                      <a:pt x="242" y="2526"/>
                      <a:pt x="242" y="3367"/>
                    </a:cubicBezTo>
                    <a:cubicBezTo>
                      <a:pt x="242" y="4209"/>
                      <a:pt x="576" y="5016"/>
                      <a:pt x="1171" y="5611"/>
                    </a:cubicBezTo>
                    <a:cubicBezTo>
                      <a:pt x="1765" y="6206"/>
                      <a:pt x="2572" y="6540"/>
                      <a:pt x="341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43" name="Freeform: Shape 5242">
                <a:extLst>
                  <a:ext uri="{FF2B5EF4-FFF2-40B4-BE49-F238E27FC236}">
                    <a16:creationId xmlns:a16="http://schemas.microsoft.com/office/drawing/2014/main" id="{5EFB22C2-65D5-AF8B-0F39-0F12C42CB361}"/>
                  </a:ext>
                </a:extLst>
              </p:cNvPr>
              <p:cNvSpPr/>
              <p:nvPr/>
            </p:nvSpPr>
            <p:spPr>
              <a:xfrm>
                <a:off x="3906553" y="5970953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6 h 6345"/>
                  <a:gd name="connsiteX5" fmla="*/ 1170 w 6343"/>
                  <a:gd name="connsiteY5" fmla="*/ 1126 h 6345"/>
                  <a:gd name="connsiteX6" fmla="*/ 241 w 6343"/>
                  <a:gd name="connsiteY6" fmla="*/ 3369 h 6345"/>
                  <a:gd name="connsiteX7" fmla="*/ 1170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50" y="5018"/>
                      <a:pt x="6584" y="4210"/>
                      <a:pt x="6584" y="3369"/>
                    </a:cubicBezTo>
                    <a:cubicBezTo>
                      <a:pt x="6584" y="2528"/>
                      <a:pt x="6250" y="1721"/>
                      <a:pt x="5655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70" y="1126"/>
                    </a:cubicBezTo>
                    <a:cubicBezTo>
                      <a:pt x="575" y="1721"/>
                      <a:pt x="241" y="2528"/>
                      <a:pt x="241" y="3369"/>
                    </a:cubicBezTo>
                    <a:cubicBezTo>
                      <a:pt x="241" y="4210"/>
                      <a:pt x="575" y="5018"/>
                      <a:pt x="1170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44" name="Freeform: Shape 5243">
                <a:extLst>
                  <a:ext uri="{FF2B5EF4-FFF2-40B4-BE49-F238E27FC236}">
                    <a16:creationId xmlns:a16="http://schemas.microsoft.com/office/drawing/2014/main" id="{101EA534-095E-9018-A58A-0DA37BFC5BBE}"/>
                  </a:ext>
                </a:extLst>
              </p:cNvPr>
              <p:cNvSpPr/>
              <p:nvPr/>
            </p:nvSpPr>
            <p:spPr>
              <a:xfrm>
                <a:off x="3905027" y="5970553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6 h 6345"/>
                  <a:gd name="connsiteX5" fmla="*/ 1170 w 6343"/>
                  <a:gd name="connsiteY5" fmla="*/ 1126 h 6345"/>
                  <a:gd name="connsiteX6" fmla="*/ 241 w 6343"/>
                  <a:gd name="connsiteY6" fmla="*/ 3369 h 6345"/>
                  <a:gd name="connsiteX7" fmla="*/ 1170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50" y="5017"/>
                      <a:pt x="6584" y="4210"/>
                      <a:pt x="6584" y="3369"/>
                    </a:cubicBezTo>
                    <a:cubicBezTo>
                      <a:pt x="6584" y="2528"/>
                      <a:pt x="6250" y="1721"/>
                      <a:pt x="5655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70" y="1126"/>
                    </a:cubicBezTo>
                    <a:cubicBezTo>
                      <a:pt x="575" y="1721"/>
                      <a:pt x="241" y="2528"/>
                      <a:pt x="241" y="3369"/>
                    </a:cubicBezTo>
                    <a:cubicBezTo>
                      <a:pt x="241" y="4210"/>
                      <a:pt x="575" y="5017"/>
                      <a:pt x="1170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45" name="Freeform: Shape 5244">
                <a:extLst>
                  <a:ext uri="{FF2B5EF4-FFF2-40B4-BE49-F238E27FC236}">
                    <a16:creationId xmlns:a16="http://schemas.microsoft.com/office/drawing/2014/main" id="{48CD77DF-96A9-B077-F913-10A33AC0FF94}"/>
                  </a:ext>
                </a:extLst>
              </p:cNvPr>
              <p:cNvSpPr/>
              <p:nvPr/>
            </p:nvSpPr>
            <p:spPr>
              <a:xfrm>
                <a:off x="3903556" y="5970513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6 h 6345"/>
                  <a:gd name="connsiteX5" fmla="*/ 1169 w 6343"/>
                  <a:gd name="connsiteY5" fmla="*/ 1126 h 6345"/>
                  <a:gd name="connsiteX6" fmla="*/ 241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8"/>
                      <a:pt x="6249" y="1721"/>
                      <a:pt x="5655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69" y="1126"/>
                    </a:cubicBezTo>
                    <a:cubicBezTo>
                      <a:pt x="575" y="1721"/>
                      <a:pt x="241" y="2528"/>
                      <a:pt x="241" y="3369"/>
                    </a:cubicBezTo>
                    <a:cubicBezTo>
                      <a:pt x="241" y="4210"/>
                      <a:pt x="575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46" name="Freeform: Shape 5245">
                <a:extLst>
                  <a:ext uri="{FF2B5EF4-FFF2-40B4-BE49-F238E27FC236}">
                    <a16:creationId xmlns:a16="http://schemas.microsoft.com/office/drawing/2014/main" id="{F76AAEE7-5BE7-8E1F-8763-2E485DC6DB96}"/>
                  </a:ext>
                </a:extLst>
              </p:cNvPr>
              <p:cNvSpPr/>
              <p:nvPr/>
            </p:nvSpPr>
            <p:spPr>
              <a:xfrm>
                <a:off x="3902080" y="5970417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6 h 6345"/>
                  <a:gd name="connsiteX5" fmla="*/ 1169 w 6343"/>
                  <a:gd name="connsiteY5" fmla="*/ 1126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8"/>
                      <a:pt x="6249" y="1721"/>
                      <a:pt x="5655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69" y="1126"/>
                    </a:cubicBezTo>
                    <a:cubicBezTo>
                      <a:pt x="575" y="1721"/>
                      <a:pt x="240" y="2528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47" name="Freeform: Shape 5246">
                <a:extLst>
                  <a:ext uri="{FF2B5EF4-FFF2-40B4-BE49-F238E27FC236}">
                    <a16:creationId xmlns:a16="http://schemas.microsoft.com/office/drawing/2014/main" id="{955603F9-9EA2-C4B3-470E-793E8E189EE3}"/>
                  </a:ext>
                </a:extLst>
              </p:cNvPr>
              <p:cNvSpPr/>
              <p:nvPr/>
            </p:nvSpPr>
            <p:spPr>
              <a:xfrm>
                <a:off x="3900547" y="5969803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8"/>
                      <a:pt x="6249" y="1720"/>
                      <a:pt x="5654" y="1125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69" y="1125"/>
                    </a:cubicBezTo>
                    <a:cubicBezTo>
                      <a:pt x="574" y="1720"/>
                      <a:pt x="240" y="2528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48" name="Freeform: Shape 5247">
                <a:extLst>
                  <a:ext uri="{FF2B5EF4-FFF2-40B4-BE49-F238E27FC236}">
                    <a16:creationId xmlns:a16="http://schemas.microsoft.com/office/drawing/2014/main" id="{4BBD71F6-4F31-3740-A688-688457D9EF4E}"/>
                  </a:ext>
                </a:extLst>
              </p:cNvPr>
              <p:cNvSpPr/>
              <p:nvPr/>
            </p:nvSpPr>
            <p:spPr>
              <a:xfrm>
                <a:off x="3636130" y="5756058"/>
                <a:ext cx="6343" cy="6345"/>
              </a:xfrm>
              <a:custGeom>
                <a:avLst/>
                <a:gdLst>
                  <a:gd name="connsiteX0" fmla="*/ 3391 w 6343"/>
                  <a:gd name="connsiteY0" fmla="*/ 6525 h 6345"/>
                  <a:gd name="connsiteX1" fmla="*/ 5634 w 6343"/>
                  <a:gd name="connsiteY1" fmla="*/ 5596 h 6345"/>
                  <a:gd name="connsiteX2" fmla="*/ 6563 w 6343"/>
                  <a:gd name="connsiteY2" fmla="*/ 3352 h 6345"/>
                  <a:gd name="connsiteX3" fmla="*/ 5634 w 6343"/>
                  <a:gd name="connsiteY3" fmla="*/ 1109 h 6345"/>
                  <a:gd name="connsiteX4" fmla="*/ 3391 w 6343"/>
                  <a:gd name="connsiteY4" fmla="*/ 179 h 6345"/>
                  <a:gd name="connsiteX5" fmla="*/ 1148 w 6343"/>
                  <a:gd name="connsiteY5" fmla="*/ 1109 h 6345"/>
                  <a:gd name="connsiteX6" fmla="*/ 219 w 6343"/>
                  <a:gd name="connsiteY6" fmla="*/ 3352 h 6345"/>
                  <a:gd name="connsiteX7" fmla="*/ 1148 w 6343"/>
                  <a:gd name="connsiteY7" fmla="*/ 5596 h 6345"/>
                  <a:gd name="connsiteX8" fmla="*/ 3391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5"/>
                    </a:moveTo>
                    <a:cubicBezTo>
                      <a:pt x="4232" y="6525"/>
                      <a:pt x="5039" y="6190"/>
                      <a:pt x="5634" y="5596"/>
                    </a:cubicBezTo>
                    <a:cubicBezTo>
                      <a:pt x="6228" y="5001"/>
                      <a:pt x="6563" y="4194"/>
                      <a:pt x="6563" y="3352"/>
                    </a:cubicBezTo>
                    <a:cubicBezTo>
                      <a:pt x="6563" y="2511"/>
                      <a:pt x="6228" y="1704"/>
                      <a:pt x="5634" y="1109"/>
                    </a:cubicBezTo>
                    <a:cubicBezTo>
                      <a:pt x="5039" y="514"/>
                      <a:pt x="4232" y="179"/>
                      <a:pt x="3391" y="179"/>
                    </a:cubicBezTo>
                    <a:cubicBezTo>
                      <a:pt x="2550" y="179"/>
                      <a:pt x="1743" y="514"/>
                      <a:pt x="1148" y="1109"/>
                    </a:cubicBezTo>
                    <a:cubicBezTo>
                      <a:pt x="554" y="1704"/>
                      <a:pt x="219" y="2511"/>
                      <a:pt x="219" y="3352"/>
                    </a:cubicBezTo>
                    <a:cubicBezTo>
                      <a:pt x="219" y="4194"/>
                      <a:pt x="554" y="5001"/>
                      <a:pt x="1148" y="5596"/>
                    </a:cubicBezTo>
                    <a:cubicBezTo>
                      <a:pt x="1743" y="6190"/>
                      <a:pt x="2550" y="6525"/>
                      <a:pt x="3391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49" name="Freeform: Shape 5248">
                <a:extLst>
                  <a:ext uri="{FF2B5EF4-FFF2-40B4-BE49-F238E27FC236}">
                    <a16:creationId xmlns:a16="http://schemas.microsoft.com/office/drawing/2014/main" id="{AEFBC37C-A372-B014-8001-70BD6CF58CA7}"/>
                  </a:ext>
                </a:extLst>
              </p:cNvPr>
              <p:cNvSpPr/>
              <p:nvPr/>
            </p:nvSpPr>
            <p:spPr>
              <a:xfrm>
                <a:off x="3640614" y="5754235"/>
                <a:ext cx="6343" cy="6345"/>
              </a:xfrm>
              <a:custGeom>
                <a:avLst/>
                <a:gdLst>
                  <a:gd name="connsiteX0" fmla="*/ 3391 w 6343"/>
                  <a:gd name="connsiteY0" fmla="*/ 6525 h 6345"/>
                  <a:gd name="connsiteX1" fmla="*/ 5634 w 6343"/>
                  <a:gd name="connsiteY1" fmla="*/ 5595 h 6345"/>
                  <a:gd name="connsiteX2" fmla="*/ 6563 w 6343"/>
                  <a:gd name="connsiteY2" fmla="*/ 3352 h 6345"/>
                  <a:gd name="connsiteX3" fmla="*/ 5634 w 6343"/>
                  <a:gd name="connsiteY3" fmla="*/ 1109 h 6345"/>
                  <a:gd name="connsiteX4" fmla="*/ 3391 w 6343"/>
                  <a:gd name="connsiteY4" fmla="*/ 179 h 6345"/>
                  <a:gd name="connsiteX5" fmla="*/ 1149 w 6343"/>
                  <a:gd name="connsiteY5" fmla="*/ 1109 h 6345"/>
                  <a:gd name="connsiteX6" fmla="*/ 220 w 6343"/>
                  <a:gd name="connsiteY6" fmla="*/ 3352 h 6345"/>
                  <a:gd name="connsiteX7" fmla="*/ 1149 w 6343"/>
                  <a:gd name="connsiteY7" fmla="*/ 5595 h 6345"/>
                  <a:gd name="connsiteX8" fmla="*/ 3391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5"/>
                    </a:moveTo>
                    <a:cubicBezTo>
                      <a:pt x="4232" y="6525"/>
                      <a:pt x="5039" y="6190"/>
                      <a:pt x="5634" y="5595"/>
                    </a:cubicBezTo>
                    <a:cubicBezTo>
                      <a:pt x="6229" y="5000"/>
                      <a:pt x="6563" y="4193"/>
                      <a:pt x="6563" y="3352"/>
                    </a:cubicBezTo>
                    <a:cubicBezTo>
                      <a:pt x="6563" y="2511"/>
                      <a:pt x="6229" y="1703"/>
                      <a:pt x="5634" y="1109"/>
                    </a:cubicBezTo>
                    <a:cubicBezTo>
                      <a:pt x="5039" y="514"/>
                      <a:pt x="4232" y="179"/>
                      <a:pt x="3391" y="179"/>
                    </a:cubicBezTo>
                    <a:cubicBezTo>
                      <a:pt x="2550" y="179"/>
                      <a:pt x="1743" y="514"/>
                      <a:pt x="1149" y="1109"/>
                    </a:cubicBezTo>
                    <a:cubicBezTo>
                      <a:pt x="554" y="1703"/>
                      <a:pt x="220" y="2511"/>
                      <a:pt x="220" y="3352"/>
                    </a:cubicBezTo>
                    <a:cubicBezTo>
                      <a:pt x="220" y="4193"/>
                      <a:pt x="554" y="5000"/>
                      <a:pt x="1149" y="5595"/>
                    </a:cubicBezTo>
                    <a:cubicBezTo>
                      <a:pt x="1743" y="6190"/>
                      <a:pt x="2550" y="6525"/>
                      <a:pt x="3391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50" name="Freeform: Shape 5249">
                <a:extLst>
                  <a:ext uri="{FF2B5EF4-FFF2-40B4-BE49-F238E27FC236}">
                    <a16:creationId xmlns:a16="http://schemas.microsoft.com/office/drawing/2014/main" id="{95C65768-1EE7-FAA0-53E6-56604D4AB4D9}"/>
                  </a:ext>
                </a:extLst>
              </p:cNvPr>
              <p:cNvSpPr/>
              <p:nvPr/>
            </p:nvSpPr>
            <p:spPr>
              <a:xfrm>
                <a:off x="3641388" y="5752742"/>
                <a:ext cx="6343" cy="6345"/>
              </a:xfrm>
              <a:custGeom>
                <a:avLst/>
                <a:gdLst>
                  <a:gd name="connsiteX0" fmla="*/ 3391 w 6343"/>
                  <a:gd name="connsiteY0" fmla="*/ 6525 h 6345"/>
                  <a:gd name="connsiteX1" fmla="*/ 5634 w 6343"/>
                  <a:gd name="connsiteY1" fmla="*/ 5595 h 6345"/>
                  <a:gd name="connsiteX2" fmla="*/ 6563 w 6343"/>
                  <a:gd name="connsiteY2" fmla="*/ 3352 h 6345"/>
                  <a:gd name="connsiteX3" fmla="*/ 5634 w 6343"/>
                  <a:gd name="connsiteY3" fmla="*/ 1108 h 6345"/>
                  <a:gd name="connsiteX4" fmla="*/ 3391 w 6343"/>
                  <a:gd name="connsiteY4" fmla="*/ 179 h 6345"/>
                  <a:gd name="connsiteX5" fmla="*/ 1149 w 6343"/>
                  <a:gd name="connsiteY5" fmla="*/ 1108 h 6345"/>
                  <a:gd name="connsiteX6" fmla="*/ 220 w 6343"/>
                  <a:gd name="connsiteY6" fmla="*/ 3352 h 6345"/>
                  <a:gd name="connsiteX7" fmla="*/ 1149 w 6343"/>
                  <a:gd name="connsiteY7" fmla="*/ 5595 h 6345"/>
                  <a:gd name="connsiteX8" fmla="*/ 3391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5"/>
                    </a:moveTo>
                    <a:cubicBezTo>
                      <a:pt x="4233" y="6525"/>
                      <a:pt x="5039" y="6190"/>
                      <a:pt x="5634" y="5595"/>
                    </a:cubicBezTo>
                    <a:cubicBezTo>
                      <a:pt x="6229" y="5000"/>
                      <a:pt x="6563" y="4193"/>
                      <a:pt x="6563" y="3352"/>
                    </a:cubicBezTo>
                    <a:cubicBezTo>
                      <a:pt x="6563" y="2510"/>
                      <a:pt x="6229" y="1703"/>
                      <a:pt x="5634" y="1108"/>
                    </a:cubicBezTo>
                    <a:cubicBezTo>
                      <a:pt x="5039" y="513"/>
                      <a:pt x="4233" y="179"/>
                      <a:pt x="3391" y="179"/>
                    </a:cubicBezTo>
                    <a:cubicBezTo>
                      <a:pt x="2550" y="179"/>
                      <a:pt x="1744" y="513"/>
                      <a:pt x="1149" y="1108"/>
                    </a:cubicBezTo>
                    <a:cubicBezTo>
                      <a:pt x="554" y="1703"/>
                      <a:pt x="220" y="2510"/>
                      <a:pt x="220" y="3352"/>
                    </a:cubicBezTo>
                    <a:cubicBezTo>
                      <a:pt x="220" y="4193"/>
                      <a:pt x="554" y="5000"/>
                      <a:pt x="1149" y="5595"/>
                    </a:cubicBezTo>
                    <a:cubicBezTo>
                      <a:pt x="1744" y="6190"/>
                      <a:pt x="2550" y="6525"/>
                      <a:pt x="3391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51" name="Freeform: Shape 5250">
                <a:extLst>
                  <a:ext uri="{FF2B5EF4-FFF2-40B4-BE49-F238E27FC236}">
                    <a16:creationId xmlns:a16="http://schemas.microsoft.com/office/drawing/2014/main" id="{17830382-812E-F7D2-04FE-EB50454B36C5}"/>
                  </a:ext>
                </a:extLst>
              </p:cNvPr>
              <p:cNvSpPr/>
              <p:nvPr/>
            </p:nvSpPr>
            <p:spPr>
              <a:xfrm>
                <a:off x="3641707" y="5751291"/>
                <a:ext cx="6343" cy="6345"/>
              </a:xfrm>
              <a:custGeom>
                <a:avLst/>
                <a:gdLst>
                  <a:gd name="connsiteX0" fmla="*/ 3391 w 6343"/>
                  <a:gd name="connsiteY0" fmla="*/ 6524 h 6345"/>
                  <a:gd name="connsiteX1" fmla="*/ 5634 w 6343"/>
                  <a:gd name="connsiteY1" fmla="*/ 5595 h 6345"/>
                  <a:gd name="connsiteX2" fmla="*/ 6563 w 6343"/>
                  <a:gd name="connsiteY2" fmla="*/ 3352 h 6345"/>
                  <a:gd name="connsiteX3" fmla="*/ 5634 w 6343"/>
                  <a:gd name="connsiteY3" fmla="*/ 1108 h 6345"/>
                  <a:gd name="connsiteX4" fmla="*/ 3391 w 6343"/>
                  <a:gd name="connsiteY4" fmla="*/ 179 h 6345"/>
                  <a:gd name="connsiteX5" fmla="*/ 1149 w 6343"/>
                  <a:gd name="connsiteY5" fmla="*/ 1108 h 6345"/>
                  <a:gd name="connsiteX6" fmla="*/ 220 w 6343"/>
                  <a:gd name="connsiteY6" fmla="*/ 3352 h 6345"/>
                  <a:gd name="connsiteX7" fmla="*/ 1149 w 6343"/>
                  <a:gd name="connsiteY7" fmla="*/ 5595 h 6345"/>
                  <a:gd name="connsiteX8" fmla="*/ 3391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4"/>
                    </a:moveTo>
                    <a:cubicBezTo>
                      <a:pt x="4233" y="6524"/>
                      <a:pt x="5039" y="6190"/>
                      <a:pt x="5634" y="5595"/>
                    </a:cubicBezTo>
                    <a:cubicBezTo>
                      <a:pt x="6229" y="5000"/>
                      <a:pt x="6563" y="4193"/>
                      <a:pt x="6563" y="3352"/>
                    </a:cubicBezTo>
                    <a:cubicBezTo>
                      <a:pt x="6563" y="2510"/>
                      <a:pt x="6229" y="1703"/>
                      <a:pt x="5634" y="1108"/>
                    </a:cubicBezTo>
                    <a:cubicBezTo>
                      <a:pt x="5039" y="513"/>
                      <a:pt x="4233" y="179"/>
                      <a:pt x="3391" y="179"/>
                    </a:cubicBezTo>
                    <a:cubicBezTo>
                      <a:pt x="2550" y="179"/>
                      <a:pt x="1744" y="513"/>
                      <a:pt x="1149" y="1108"/>
                    </a:cubicBezTo>
                    <a:cubicBezTo>
                      <a:pt x="554" y="1703"/>
                      <a:pt x="220" y="2510"/>
                      <a:pt x="220" y="3352"/>
                    </a:cubicBezTo>
                    <a:cubicBezTo>
                      <a:pt x="220" y="4193"/>
                      <a:pt x="554" y="5000"/>
                      <a:pt x="1149" y="5595"/>
                    </a:cubicBezTo>
                    <a:cubicBezTo>
                      <a:pt x="1744" y="6190"/>
                      <a:pt x="2550" y="6524"/>
                      <a:pt x="3391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52" name="Freeform: Shape 5251">
                <a:extLst>
                  <a:ext uri="{FF2B5EF4-FFF2-40B4-BE49-F238E27FC236}">
                    <a16:creationId xmlns:a16="http://schemas.microsoft.com/office/drawing/2014/main" id="{D46BE89C-6CB6-EB89-52F3-2E914F263CF5}"/>
                  </a:ext>
                </a:extLst>
              </p:cNvPr>
              <p:cNvSpPr/>
              <p:nvPr/>
            </p:nvSpPr>
            <p:spPr>
              <a:xfrm>
                <a:off x="3637609" y="5750117"/>
                <a:ext cx="6343" cy="6345"/>
              </a:xfrm>
              <a:custGeom>
                <a:avLst/>
                <a:gdLst>
                  <a:gd name="connsiteX0" fmla="*/ 3391 w 6343"/>
                  <a:gd name="connsiteY0" fmla="*/ 6524 h 6345"/>
                  <a:gd name="connsiteX1" fmla="*/ 5634 w 6343"/>
                  <a:gd name="connsiteY1" fmla="*/ 5595 h 6345"/>
                  <a:gd name="connsiteX2" fmla="*/ 6563 w 6343"/>
                  <a:gd name="connsiteY2" fmla="*/ 3352 h 6345"/>
                  <a:gd name="connsiteX3" fmla="*/ 5634 w 6343"/>
                  <a:gd name="connsiteY3" fmla="*/ 1108 h 6345"/>
                  <a:gd name="connsiteX4" fmla="*/ 3391 w 6343"/>
                  <a:gd name="connsiteY4" fmla="*/ 179 h 6345"/>
                  <a:gd name="connsiteX5" fmla="*/ 1148 w 6343"/>
                  <a:gd name="connsiteY5" fmla="*/ 1108 h 6345"/>
                  <a:gd name="connsiteX6" fmla="*/ 220 w 6343"/>
                  <a:gd name="connsiteY6" fmla="*/ 3352 h 6345"/>
                  <a:gd name="connsiteX7" fmla="*/ 1148 w 6343"/>
                  <a:gd name="connsiteY7" fmla="*/ 5595 h 6345"/>
                  <a:gd name="connsiteX8" fmla="*/ 3391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4"/>
                    </a:moveTo>
                    <a:cubicBezTo>
                      <a:pt x="4232" y="6524"/>
                      <a:pt x="5039" y="6190"/>
                      <a:pt x="5634" y="5595"/>
                    </a:cubicBezTo>
                    <a:cubicBezTo>
                      <a:pt x="6228" y="5000"/>
                      <a:pt x="6563" y="4193"/>
                      <a:pt x="6563" y="3352"/>
                    </a:cubicBezTo>
                    <a:cubicBezTo>
                      <a:pt x="6563" y="2510"/>
                      <a:pt x="6228" y="1703"/>
                      <a:pt x="5634" y="1108"/>
                    </a:cubicBezTo>
                    <a:cubicBezTo>
                      <a:pt x="5039" y="513"/>
                      <a:pt x="4232" y="179"/>
                      <a:pt x="3391" y="179"/>
                    </a:cubicBezTo>
                    <a:cubicBezTo>
                      <a:pt x="2550" y="179"/>
                      <a:pt x="1743" y="513"/>
                      <a:pt x="1148" y="1108"/>
                    </a:cubicBezTo>
                    <a:cubicBezTo>
                      <a:pt x="554" y="1703"/>
                      <a:pt x="220" y="2510"/>
                      <a:pt x="220" y="3352"/>
                    </a:cubicBezTo>
                    <a:cubicBezTo>
                      <a:pt x="220" y="4193"/>
                      <a:pt x="554" y="5000"/>
                      <a:pt x="1148" y="5595"/>
                    </a:cubicBezTo>
                    <a:cubicBezTo>
                      <a:pt x="1743" y="6190"/>
                      <a:pt x="2550" y="6524"/>
                      <a:pt x="3391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53" name="Freeform: Shape 5252">
                <a:extLst>
                  <a:ext uri="{FF2B5EF4-FFF2-40B4-BE49-F238E27FC236}">
                    <a16:creationId xmlns:a16="http://schemas.microsoft.com/office/drawing/2014/main" id="{B5E7E4B4-6E4F-18E1-D2FD-4FA87644A44B}"/>
                  </a:ext>
                </a:extLst>
              </p:cNvPr>
              <p:cNvSpPr/>
              <p:nvPr/>
            </p:nvSpPr>
            <p:spPr>
              <a:xfrm>
                <a:off x="3639108" y="5748584"/>
                <a:ext cx="6343" cy="6345"/>
              </a:xfrm>
              <a:custGeom>
                <a:avLst/>
                <a:gdLst>
                  <a:gd name="connsiteX0" fmla="*/ 3391 w 6343"/>
                  <a:gd name="connsiteY0" fmla="*/ 6524 h 6345"/>
                  <a:gd name="connsiteX1" fmla="*/ 5634 w 6343"/>
                  <a:gd name="connsiteY1" fmla="*/ 5595 h 6345"/>
                  <a:gd name="connsiteX2" fmla="*/ 6563 w 6343"/>
                  <a:gd name="connsiteY2" fmla="*/ 3352 h 6345"/>
                  <a:gd name="connsiteX3" fmla="*/ 5634 w 6343"/>
                  <a:gd name="connsiteY3" fmla="*/ 1108 h 6345"/>
                  <a:gd name="connsiteX4" fmla="*/ 3391 w 6343"/>
                  <a:gd name="connsiteY4" fmla="*/ 179 h 6345"/>
                  <a:gd name="connsiteX5" fmla="*/ 1149 w 6343"/>
                  <a:gd name="connsiteY5" fmla="*/ 1108 h 6345"/>
                  <a:gd name="connsiteX6" fmla="*/ 220 w 6343"/>
                  <a:gd name="connsiteY6" fmla="*/ 3352 h 6345"/>
                  <a:gd name="connsiteX7" fmla="*/ 1149 w 6343"/>
                  <a:gd name="connsiteY7" fmla="*/ 5595 h 6345"/>
                  <a:gd name="connsiteX8" fmla="*/ 3391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4"/>
                    </a:moveTo>
                    <a:cubicBezTo>
                      <a:pt x="4232" y="6524"/>
                      <a:pt x="5039" y="6190"/>
                      <a:pt x="5634" y="5595"/>
                    </a:cubicBezTo>
                    <a:cubicBezTo>
                      <a:pt x="6229" y="5000"/>
                      <a:pt x="6563" y="4193"/>
                      <a:pt x="6563" y="3352"/>
                    </a:cubicBezTo>
                    <a:cubicBezTo>
                      <a:pt x="6563" y="2510"/>
                      <a:pt x="6229" y="1703"/>
                      <a:pt x="5634" y="1108"/>
                    </a:cubicBezTo>
                    <a:cubicBezTo>
                      <a:pt x="5039" y="513"/>
                      <a:pt x="4232" y="179"/>
                      <a:pt x="3391" y="179"/>
                    </a:cubicBezTo>
                    <a:cubicBezTo>
                      <a:pt x="2550" y="179"/>
                      <a:pt x="1743" y="513"/>
                      <a:pt x="1149" y="1108"/>
                    </a:cubicBezTo>
                    <a:cubicBezTo>
                      <a:pt x="554" y="1703"/>
                      <a:pt x="220" y="2510"/>
                      <a:pt x="220" y="3352"/>
                    </a:cubicBezTo>
                    <a:cubicBezTo>
                      <a:pt x="220" y="4193"/>
                      <a:pt x="554" y="5000"/>
                      <a:pt x="1149" y="5595"/>
                    </a:cubicBezTo>
                    <a:cubicBezTo>
                      <a:pt x="1743" y="6190"/>
                      <a:pt x="2550" y="6524"/>
                      <a:pt x="3391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54" name="Freeform: Shape 5253">
                <a:extLst>
                  <a:ext uri="{FF2B5EF4-FFF2-40B4-BE49-F238E27FC236}">
                    <a16:creationId xmlns:a16="http://schemas.microsoft.com/office/drawing/2014/main" id="{7FB920E2-E46E-5D57-8A8C-1A9B172E9070}"/>
                  </a:ext>
                </a:extLst>
              </p:cNvPr>
              <p:cNvSpPr/>
              <p:nvPr/>
            </p:nvSpPr>
            <p:spPr>
              <a:xfrm>
                <a:off x="3640972" y="5745624"/>
                <a:ext cx="6343" cy="6345"/>
              </a:xfrm>
              <a:custGeom>
                <a:avLst/>
                <a:gdLst>
                  <a:gd name="connsiteX0" fmla="*/ 3391 w 6343"/>
                  <a:gd name="connsiteY0" fmla="*/ 6524 h 6345"/>
                  <a:gd name="connsiteX1" fmla="*/ 5634 w 6343"/>
                  <a:gd name="connsiteY1" fmla="*/ 5595 h 6345"/>
                  <a:gd name="connsiteX2" fmla="*/ 6563 w 6343"/>
                  <a:gd name="connsiteY2" fmla="*/ 3351 h 6345"/>
                  <a:gd name="connsiteX3" fmla="*/ 5634 w 6343"/>
                  <a:gd name="connsiteY3" fmla="*/ 1108 h 6345"/>
                  <a:gd name="connsiteX4" fmla="*/ 3391 w 6343"/>
                  <a:gd name="connsiteY4" fmla="*/ 179 h 6345"/>
                  <a:gd name="connsiteX5" fmla="*/ 1149 w 6343"/>
                  <a:gd name="connsiteY5" fmla="*/ 1108 h 6345"/>
                  <a:gd name="connsiteX6" fmla="*/ 220 w 6343"/>
                  <a:gd name="connsiteY6" fmla="*/ 3351 h 6345"/>
                  <a:gd name="connsiteX7" fmla="*/ 1149 w 6343"/>
                  <a:gd name="connsiteY7" fmla="*/ 5595 h 6345"/>
                  <a:gd name="connsiteX8" fmla="*/ 3391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4"/>
                    </a:moveTo>
                    <a:cubicBezTo>
                      <a:pt x="4232" y="6524"/>
                      <a:pt x="5039" y="6190"/>
                      <a:pt x="5634" y="5595"/>
                    </a:cubicBezTo>
                    <a:cubicBezTo>
                      <a:pt x="6229" y="5000"/>
                      <a:pt x="6563" y="4193"/>
                      <a:pt x="6563" y="3351"/>
                    </a:cubicBezTo>
                    <a:cubicBezTo>
                      <a:pt x="6563" y="2510"/>
                      <a:pt x="6229" y="1703"/>
                      <a:pt x="5634" y="1108"/>
                    </a:cubicBezTo>
                    <a:cubicBezTo>
                      <a:pt x="5039" y="513"/>
                      <a:pt x="4232" y="179"/>
                      <a:pt x="3391" y="179"/>
                    </a:cubicBezTo>
                    <a:cubicBezTo>
                      <a:pt x="2550" y="179"/>
                      <a:pt x="1744" y="513"/>
                      <a:pt x="1149" y="1108"/>
                    </a:cubicBezTo>
                    <a:cubicBezTo>
                      <a:pt x="554" y="1703"/>
                      <a:pt x="220" y="2510"/>
                      <a:pt x="220" y="3351"/>
                    </a:cubicBezTo>
                    <a:cubicBezTo>
                      <a:pt x="220" y="4193"/>
                      <a:pt x="554" y="5000"/>
                      <a:pt x="1149" y="5595"/>
                    </a:cubicBezTo>
                    <a:cubicBezTo>
                      <a:pt x="1744" y="6190"/>
                      <a:pt x="2550" y="6524"/>
                      <a:pt x="3391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55" name="Freeform: Shape 5254">
                <a:extLst>
                  <a:ext uri="{FF2B5EF4-FFF2-40B4-BE49-F238E27FC236}">
                    <a16:creationId xmlns:a16="http://schemas.microsoft.com/office/drawing/2014/main" id="{1231422B-29D3-C458-0816-D3011C330842}"/>
                  </a:ext>
                </a:extLst>
              </p:cNvPr>
              <p:cNvSpPr/>
              <p:nvPr/>
            </p:nvSpPr>
            <p:spPr>
              <a:xfrm>
                <a:off x="3642149" y="5739898"/>
                <a:ext cx="6343" cy="6345"/>
              </a:xfrm>
              <a:custGeom>
                <a:avLst/>
                <a:gdLst>
                  <a:gd name="connsiteX0" fmla="*/ 3391 w 6343"/>
                  <a:gd name="connsiteY0" fmla="*/ 6524 h 6345"/>
                  <a:gd name="connsiteX1" fmla="*/ 5634 w 6343"/>
                  <a:gd name="connsiteY1" fmla="*/ 5594 h 6345"/>
                  <a:gd name="connsiteX2" fmla="*/ 6563 w 6343"/>
                  <a:gd name="connsiteY2" fmla="*/ 3351 h 6345"/>
                  <a:gd name="connsiteX3" fmla="*/ 5634 w 6343"/>
                  <a:gd name="connsiteY3" fmla="*/ 1107 h 6345"/>
                  <a:gd name="connsiteX4" fmla="*/ 3391 w 6343"/>
                  <a:gd name="connsiteY4" fmla="*/ 178 h 6345"/>
                  <a:gd name="connsiteX5" fmla="*/ 1149 w 6343"/>
                  <a:gd name="connsiteY5" fmla="*/ 1107 h 6345"/>
                  <a:gd name="connsiteX6" fmla="*/ 220 w 6343"/>
                  <a:gd name="connsiteY6" fmla="*/ 3351 h 6345"/>
                  <a:gd name="connsiteX7" fmla="*/ 1149 w 6343"/>
                  <a:gd name="connsiteY7" fmla="*/ 5594 h 6345"/>
                  <a:gd name="connsiteX8" fmla="*/ 3391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4"/>
                    </a:moveTo>
                    <a:cubicBezTo>
                      <a:pt x="4233" y="6524"/>
                      <a:pt x="5039" y="6189"/>
                      <a:pt x="5634" y="5594"/>
                    </a:cubicBezTo>
                    <a:cubicBezTo>
                      <a:pt x="6229" y="4999"/>
                      <a:pt x="6563" y="4192"/>
                      <a:pt x="6563" y="3351"/>
                    </a:cubicBezTo>
                    <a:cubicBezTo>
                      <a:pt x="6563" y="2509"/>
                      <a:pt x="6229" y="1702"/>
                      <a:pt x="5634" y="1107"/>
                    </a:cubicBezTo>
                    <a:cubicBezTo>
                      <a:pt x="5039" y="512"/>
                      <a:pt x="4233" y="178"/>
                      <a:pt x="3391" y="178"/>
                    </a:cubicBezTo>
                    <a:cubicBezTo>
                      <a:pt x="2550" y="178"/>
                      <a:pt x="1744" y="512"/>
                      <a:pt x="1149" y="1107"/>
                    </a:cubicBezTo>
                    <a:cubicBezTo>
                      <a:pt x="554" y="1702"/>
                      <a:pt x="220" y="2509"/>
                      <a:pt x="220" y="3351"/>
                    </a:cubicBezTo>
                    <a:cubicBezTo>
                      <a:pt x="220" y="4192"/>
                      <a:pt x="554" y="4999"/>
                      <a:pt x="1149" y="5594"/>
                    </a:cubicBezTo>
                    <a:cubicBezTo>
                      <a:pt x="1744" y="6189"/>
                      <a:pt x="2550" y="6524"/>
                      <a:pt x="3391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56" name="Freeform: Shape 5255">
                <a:extLst>
                  <a:ext uri="{FF2B5EF4-FFF2-40B4-BE49-F238E27FC236}">
                    <a16:creationId xmlns:a16="http://schemas.microsoft.com/office/drawing/2014/main" id="{9CB06756-E5DF-AD49-1FE9-4426E429FBFE}"/>
                  </a:ext>
                </a:extLst>
              </p:cNvPr>
              <p:cNvSpPr/>
              <p:nvPr/>
            </p:nvSpPr>
            <p:spPr>
              <a:xfrm>
                <a:off x="3640386" y="5737074"/>
                <a:ext cx="6343" cy="6345"/>
              </a:xfrm>
              <a:custGeom>
                <a:avLst/>
                <a:gdLst>
                  <a:gd name="connsiteX0" fmla="*/ 3391 w 6343"/>
                  <a:gd name="connsiteY0" fmla="*/ 6523 h 6345"/>
                  <a:gd name="connsiteX1" fmla="*/ 5634 w 6343"/>
                  <a:gd name="connsiteY1" fmla="*/ 5594 h 6345"/>
                  <a:gd name="connsiteX2" fmla="*/ 6563 w 6343"/>
                  <a:gd name="connsiteY2" fmla="*/ 3351 h 6345"/>
                  <a:gd name="connsiteX3" fmla="*/ 5634 w 6343"/>
                  <a:gd name="connsiteY3" fmla="*/ 1107 h 6345"/>
                  <a:gd name="connsiteX4" fmla="*/ 3391 w 6343"/>
                  <a:gd name="connsiteY4" fmla="*/ 178 h 6345"/>
                  <a:gd name="connsiteX5" fmla="*/ 1149 w 6343"/>
                  <a:gd name="connsiteY5" fmla="*/ 1107 h 6345"/>
                  <a:gd name="connsiteX6" fmla="*/ 220 w 6343"/>
                  <a:gd name="connsiteY6" fmla="*/ 3351 h 6345"/>
                  <a:gd name="connsiteX7" fmla="*/ 1149 w 6343"/>
                  <a:gd name="connsiteY7" fmla="*/ 5594 h 6345"/>
                  <a:gd name="connsiteX8" fmla="*/ 3391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3"/>
                    </a:moveTo>
                    <a:cubicBezTo>
                      <a:pt x="4232" y="6523"/>
                      <a:pt x="5039" y="6189"/>
                      <a:pt x="5634" y="5594"/>
                    </a:cubicBezTo>
                    <a:cubicBezTo>
                      <a:pt x="6229" y="4999"/>
                      <a:pt x="6563" y="4192"/>
                      <a:pt x="6563" y="3351"/>
                    </a:cubicBezTo>
                    <a:cubicBezTo>
                      <a:pt x="6563" y="2509"/>
                      <a:pt x="6229" y="1702"/>
                      <a:pt x="5634" y="1107"/>
                    </a:cubicBezTo>
                    <a:cubicBezTo>
                      <a:pt x="5039" y="512"/>
                      <a:pt x="4232" y="178"/>
                      <a:pt x="3391" y="178"/>
                    </a:cubicBezTo>
                    <a:cubicBezTo>
                      <a:pt x="2550" y="178"/>
                      <a:pt x="1743" y="512"/>
                      <a:pt x="1149" y="1107"/>
                    </a:cubicBezTo>
                    <a:cubicBezTo>
                      <a:pt x="554" y="1702"/>
                      <a:pt x="220" y="2509"/>
                      <a:pt x="220" y="3351"/>
                    </a:cubicBezTo>
                    <a:cubicBezTo>
                      <a:pt x="220" y="4192"/>
                      <a:pt x="554" y="4999"/>
                      <a:pt x="1149" y="5594"/>
                    </a:cubicBezTo>
                    <a:cubicBezTo>
                      <a:pt x="1743" y="6189"/>
                      <a:pt x="2550" y="6523"/>
                      <a:pt x="3391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57" name="Freeform: Shape 5256">
                <a:extLst>
                  <a:ext uri="{FF2B5EF4-FFF2-40B4-BE49-F238E27FC236}">
                    <a16:creationId xmlns:a16="http://schemas.microsoft.com/office/drawing/2014/main" id="{CAA7526F-80D8-6671-3613-765AD1AF5154}"/>
                  </a:ext>
                </a:extLst>
              </p:cNvPr>
              <p:cNvSpPr/>
              <p:nvPr/>
            </p:nvSpPr>
            <p:spPr>
              <a:xfrm>
                <a:off x="3654852" y="5735684"/>
                <a:ext cx="6343" cy="6345"/>
              </a:xfrm>
              <a:custGeom>
                <a:avLst/>
                <a:gdLst>
                  <a:gd name="connsiteX0" fmla="*/ 3392 w 6343"/>
                  <a:gd name="connsiteY0" fmla="*/ 6523 h 6345"/>
                  <a:gd name="connsiteX1" fmla="*/ 5635 w 6343"/>
                  <a:gd name="connsiteY1" fmla="*/ 5594 h 6345"/>
                  <a:gd name="connsiteX2" fmla="*/ 6564 w 6343"/>
                  <a:gd name="connsiteY2" fmla="*/ 3350 h 6345"/>
                  <a:gd name="connsiteX3" fmla="*/ 5635 w 6343"/>
                  <a:gd name="connsiteY3" fmla="*/ 1107 h 6345"/>
                  <a:gd name="connsiteX4" fmla="*/ 3392 w 6343"/>
                  <a:gd name="connsiteY4" fmla="*/ 178 h 6345"/>
                  <a:gd name="connsiteX5" fmla="*/ 1150 w 6343"/>
                  <a:gd name="connsiteY5" fmla="*/ 1107 h 6345"/>
                  <a:gd name="connsiteX6" fmla="*/ 221 w 6343"/>
                  <a:gd name="connsiteY6" fmla="*/ 3350 h 6345"/>
                  <a:gd name="connsiteX7" fmla="*/ 1150 w 6343"/>
                  <a:gd name="connsiteY7" fmla="*/ 5594 h 6345"/>
                  <a:gd name="connsiteX8" fmla="*/ 3392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3"/>
                    </a:moveTo>
                    <a:cubicBezTo>
                      <a:pt x="4234" y="6523"/>
                      <a:pt x="5040" y="6189"/>
                      <a:pt x="5635" y="5594"/>
                    </a:cubicBezTo>
                    <a:cubicBezTo>
                      <a:pt x="6230" y="4999"/>
                      <a:pt x="6564" y="4192"/>
                      <a:pt x="6564" y="3350"/>
                    </a:cubicBezTo>
                    <a:cubicBezTo>
                      <a:pt x="6564" y="2509"/>
                      <a:pt x="6230" y="1702"/>
                      <a:pt x="5635" y="1107"/>
                    </a:cubicBezTo>
                    <a:cubicBezTo>
                      <a:pt x="5040" y="512"/>
                      <a:pt x="4234" y="178"/>
                      <a:pt x="3392" y="178"/>
                    </a:cubicBezTo>
                    <a:cubicBezTo>
                      <a:pt x="2551" y="178"/>
                      <a:pt x="1745" y="512"/>
                      <a:pt x="1150" y="1107"/>
                    </a:cubicBezTo>
                    <a:cubicBezTo>
                      <a:pt x="555" y="1702"/>
                      <a:pt x="221" y="2509"/>
                      <a:pt x="221" y="3350"/>
                    </a:cubicBezTo>
                    <a:cubicBezTo>
                      <a:pt x="221" y="4192"/>
                      <a:pt x="555" y="4999"/>
                      <a:pt x="1150" y="5594"/>
                    </a:cubicBezTo>
                    <a:cubicBezTo>
                      <a:pt x="1745" y="6189"/>
                      <a:pt x="2551" y="6523"/>
                      <a:pt x="3392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58" name="Freeform: Shape 5257">
                <a:extLst>
                  <a:ext uri="{FF2B5EF4-FFF2-40B4-BE49-F238E27FC236}">
                    <a16:creationId xmlns:a16="http://schemas.microsoft.com/office/drawing/2014/main" id="{7742496B-FEFB-5C31-E117-F82121A77251}"/>
                  </a:ext>
                </a:extLst>
              </p:cNvPr>
              <p:cNvSpPr/>
              <p:nvPr/>
            </p:nvSpPr>
            <p:spPr>
              <a:xfrm>
                <a:off x="3654531" y="5734342"/>
                <a:ext cx="6343" cy="6345"/>
              </a:xfrm>
              <a:custGeom>
                <a:avLst/>
                <a:gdLst>
                  <a:gd name="connsiteX0" fmla="*/ 3392 w 6343"/>
                  <a:gd name="connsiteY0" fmla="*/ 6523 h 6345"/>
                  <a:gd name="connsiteX1" fmla="*/ 5635 w 6343"/>
                  <a:gd name="connsiteY1" fmla="*/ 5594 h 6345"/>
                  <a:gd name="connsiteX2" fmla="*/ 6564 w 6343"/>
                  <a:gd name="connsiteY2" fmla="*/ 3350 h 6345"/>
                  <a:gd name="connsiteX3" fmla="*/ 5635 w 6343"/>
                  <a:gd name="connsiteY3" fmla="*/ 1107 h 6345"/>
                  <a:gd name="connsiteX4" fmla="*/ 3392 w 6343"/>
                  <a:gd name="connsiteY4" fmla="*/ 178 h 6345"/>
                  <a:gd name="connsiteX5" fmla="*/ 1150 w 6343"/>
                  <a:gd name="connsiteY5" fmla="*/ 1107 h 6345"/>
                  <a:gd name="connsiteX6" fmla="*/ 221 w 6343"/>
                  <a:gd name="connsiteY6" fmla="*/ 3350 h 6345"/>
                  <a:gd name="connsiteX7" fmla="*/ 1150 w 6343"/>
                  <a:gd name="connsiteY7" fmla="*/ 5594 h 6345"/>
                  <a:gd name="connsiteX8" fmla="*/ 3392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3"/>
                    </a:moveTo>
                    <a:cubicBezTo>
                      <a:pt x="4234" y="6523"/>
                      <a:pt x="5040" y="6189"/>
                      <a:pt x="5635" y="5594"/>
                    </a:cubicBezTo>
                    <a:cubicBezTo>
                      <a:pt x="6230" y="4999"/>
                      <a:pt x="6564" y="4192"/>
                      <a:pt x="6564" y="3350"/>
                    </a:cubicBezTo>
                    <a:cubicBezTo>
                      <a:pt x="6564" y="2509"/>
                      <a:pt x="6230" y="1702"/>
                      <a:pt x="5635" y="1107"/>
                    </a:cubicBezTo>
                    <a:cubicBezTo>
                      <a:pt x="5040" y="512"/>
                      <a:pt x="4234" y="178"/>
                      <a:pt x="3392" y="178"/>
                    </a:cubicBezTo>
                    <a:cubicBezTo>
                      <a:pt x="2551" y="178"/>
                      <a:pt x="1745" y="512"/>
                      <a:pt x="1150" y="1107"/>
                    </a:cubicBezTo>
                    <a:cubicBezTo>
                      <a:pt x="555" y="1702"/>
                      <a:pt x="221" y="2509"/>
                      <a:pt x="221" y="3350"/>
                    </a:cubicBezTo>
                    <a:cubicBezTo>
                      <a:pt x="221" y="4192"/>
                      <a:pt x="555" y="4999"/>
                      <a:pt x="1150" y="5594"/>
                    </a:cubicBezTo>
                    <a:cubicBezTo>
                      <a:pt x="1745" y="6189"/>
                      <a:pt x="2551" y="6523"/>
                      <a:pt x="3392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59" name="Freeform: Shape 5258">
                <a:extLst>
                  <a:ext uri="{FF2B5EF4-FFF2-40B4-BE49-F238E27FC236}">
                    <a16:creationId xmlns:a16="http://schemas.microsoft.com/office/drawing/2014/main" id="{C1A67A6B-45D3-2365-ABFA-8D1CDC2564DD}"/>
                  </a:ext>
                </a:extLst>
              </p:cNvPr>
              <p:cNvSpPr/>
              <p:nvPr/>
            </p:nvSpPr>
            <p:spPr>
              <a:xfrm>
                <a:off x="3654125" y="5732996"/>
                <a:ext cx="6343" cy="6345"/>
              </a:xfrm>
              <a:custGeom>
                <a:avLst/>
                <a:gdLst>
                  <a:gd name="connsiteX0" fmla="*/ 3392 w 6343"/>
                  <a:gd name="connsiteY0" fmla="*/ 6523 h 6345"/>
                  <a:gd name="connsiteX1" fmla="*/ 5635 w 6343"/>
                  <a:gd name="connsiteY1" fmla="*/ 5594 h 6345"/>
                  <a:gd name="connsiteX2" fmla="*/ 6564 w 6343"/>
                  <a:gd name="connsiteY2" fmla="*/ 3350 h 6345"/>
                  <a:gd name="connsiteX3" fmla="*/ 5635 w 6343"/>
                  <a:gd name="connsiteY3" fmla="*/ 1107 h 6345"/>
                  <a:gd name="connsiteX4" fmla="*/ 3392 w 6343"/>
                  <a:gd name="connsiteY4" fmla="*/ 178 h 6345"/>
                  <a:gd name="connsiteX5" fmla="*/ 1150 w 6343"/>
                  <a:gd name="connsiteY5" fmla="*/ 1107 h 6345"/>
                  <a:gd name="connsiteX6" fmla="*/ 221 w 6343"/>
                  <a:gd name="connsiteY6" fmla="*/ 3350 h 6345"/>
                  <a:gd name="connsiteX7" fmla="*/ 1150 w 6343"/>
                  <a:gd name="connsiteY7" fmla="*/ 5594 h 6345"/>
                  <a:gd name="connsiteX8" fmla="*/ 3392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3"/>
                    </a:moveTo>
                    <a:cubicBezTo>
                      <a:pt x="4234" y="6523"/>
                      <a:pt x="5040" y="6189"/>
                      <a:pt x="5635" y="5594"/>
                    </a:cubicBezTo>
                    <a:cubicBezTo>
                      <a:pt x="6230" y="4999"/>
                      <a:pt x="6564" y="4192"/>
                      <a:pt x="6564" y="3350"/>
                    </a:cubicBezTo>
                    <a:cubicBezTo>
                      <a:pt x="6564" y="2509"/>
                      <a:pt x="6230" y="1702"/>
                      <a:pt x="5635" y="1107"/>
                    </a:cubicBezTo>
                    <a:cubicBezTo>
                      <a:pt x="5040" y="512"/>
                      <a:pt x="4234" y="178"/>
                      <a:pt x="3392" y="178"/>
                    </a:cubicBezTo>
                    <a:cubicBezTo>
                      <a:pt x="2551" y="178"/>
                      <a:pt x="1745" y="512"/>
                      <a:pt x="1150" y="1107"/>
                    </a:cubicBezTo>
                    <a:cubicBezTo>
                      <a:pt x="555" y="1702"/>
                      <a:pt x="221" y="2509"/>
                      <a:pt x="221" y="3350"/>
                    </a:cubicBezTo>
                    <a:cubicBezTo>
                      <a:pt x="221" y="4192"/>
                      <a:pt x="555" y="4999"/>
                      <a:pt x="1150" y="5594"/>
                    </a:cubicBezTo>
                    <a:cubicBezTo>
                      <a:pt x="1745" y="6189"/>
                      <a:pt x="2551" y="6523"/>
                      <a:pt x="3392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60" name="Freeform: Shape 5259">
                <a:extLst>
                  <a:ext uri="{FF2B5EF4-FFF2-40B4-BE49-F238E27FC236}">
                    <a16:creationId xmlns:a16="http://schemas.microsoft.com/office/drawing/2014/main" id="{989AB555-DAF0-C557-9020-79C91908621C}"/>
                  </a:ext>
                </a:extLst>
              </p:cNvPr>
              <p:cNvSpPr/>
              <p:nvPr/>
            </p:nvSpPr>
            <p:spPr>
              <a:xfrm>
                <a:off x="3655120" y="5731670"/>
                <a:ext cx="6343" cy="6345"/>
              </a:xfrm>
              <a:custGeom>
                <a:avLst/>
                <a:gdLst>
                  <a:gd name="connsiteX0" fmla="*/ 3393 w 6343"/>
                  <a:gd name="connsiteY0" fmla="*/ 6523 h 6345"/>
                  <a:gd name="connsiteX1" fmla="*/ 5635 w 6343"/>
                  <a:gd name="connsiteY1" fmla="*/ 5594 h 6345"/>
                  <a:gd name="connsiteX2" fmla="*/ 6564 w 6343"/>
                  <a:gd name="connsiteY2" fmla="*/ 3350 h 6345"/>
                  <a:gd name="connsiteX3" fmla="*/ 5635 w 6343"/>
                  <a:gd name="connsiteY3" fmla="*/ 1107 h 6345"/>
                  <a:gd name="connsiteX4" fmla="*/ 3393 w 6343"/>
                  <a:gd name="connsiteY4" fmla="*/ 177 h 6345"/>
                  <a:gd name="connsiteX5" fmla="*/ 1150 w 6343"/>
                  <a:gd name="connsiteY5" fmla="*/ 1107 h 6345"/>
                  <a:gd name="connsiteX6" fmla="*/ 221 w 6343"/>
                  <a:gd name="connsiteY6" fmla="*/ 3350 h 6345"/>
                  <a:gd name="connsiteX7" fmla="*/ 1150 w 6343"/>
                  <a:gd name="connsiteY7" fmla="*/ 5594 h 6345"/>
                  <a:gd name="connsiteX8" fmla="*/ 3393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23"/>
                    </a:moveTo>
                    <a:cubicBezTo>
                      <a:pt x="4234" y="6523"/>
                      <a:pt x="5040" y="6189"/>
                      <a:pt x="5635" y="5594"/>
                    </a:cubicBezTo>
                    <a:cubicBezTo>
                      <a:pt x="6230" y="4999"/>
                      <a:pt x="6564" y="4192"/>
                      <a:pt x="6564" y="3350"/>
                    </a:cubicBezTo>
                    <a:cubicBezTo>
                      <a:pt x="6564" y="2509"/>
                      <a:pt x="6230" y="1702"/>
                      <a:pt x="5635" y="1107"/>
                    </a:cubicBezTo>
                    <a:cubicBezTo>
                      <a:pt x="5040" y="512"/>
                      <a:pt x="4234" y="177"/>
                      <a:pt x="3393" y="177"/>
                    </a:cubicBezTo>
                    <a:cubicBezTo>
                      <a:pt x="2551" y="177"/>
                      <a:pt x="1745" y="512"/>
                      <a:pt x="1150" y="1107"/>
                    </a:cubicBezTo>
                    <a:cubicBezTo>
                      <a:pt x="555" y="1702"/>
                      <a:pt x="221" y="2509"/>
                      <a:pt x="221" y="3350"/>
                    </a:cubicBezTo>
                    <a:cubicBezTo>
                      <a:pt x="221" y="4192"/>
                      <a:pt x="555" y="4999"/>
                      <a:pt x="1150" y="5594"/>
                    </a:cubicBezTo>
                    <a:cubicBezTo>
                      <a:pt x="1745" y="6189"/>
                      <a:pt x="2551" y="6523"/>
                      <a:pt x="3393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61" name="Freeform: Shape 5260">
                <a:extLst>
                  <a:ext uri="{FF2B5EF4-FFF2-40B4-BE49-F238E27FC236}">
                    <a16:creationId xmlns:a16="http://schemas.microsoft.com/office/drawing/2014/main" id="{76CCDC2E-D405-9870-C629-410E8E977E9A}"/>
                  </a:ext>
                </a:extLst>
              </p:cNvPr>
              <p:cNvSpPr/>
              <p:nvPr/>
            </p:nvSpPr>
            <p:spPr>
              <a:xfrm>
                <a:off x="3654823" y="5730324"/>
                <a:ext cx="6343" cy="6345"/>
              </a:xfrm>
              <a:custGeom>
                <a:avLst/>
                <a:gdLst>
                  <a:gd name="connsiteX0" fmla="*/ 3392 w 6343"/>
                  <a:gd name="connsiteY0" fmla="*/ 6523 h 6345"/>
                  <a:gd name="connsiteX1" fmla="*/ 5635 w 6343"/>
                  <a:gd name="connsiteY1" fmla="*/ 5594 h 6345"/>
                  <a:gd name="connsiteX2" fmla="*/ 6564 w 6343"/>
                  <a:gd name="connsiteY2" fmla="*/ 3350 h 6345"/>
                  <a:gd name="connsiteX3" fmla="*/ 5635 w 6343"/>
                  <a:gd name="connsiteY3" fmla="*/ 1107 h 6345"/>
                  <a:gd name="connsiteX4" fmla="*/ 3392 w 6343"/>
                  <a:gd name="connsiteY4" fmla="*/ 177 h 6345"/>
                  <a:gd name="connsiteX5" fmla="*/ 1150 w 6343"/>
                  <a:gd name="connsiteY5" fmla="*/ 1107 h 6345"/>
                  <a:gd name="connsiteX6" fmla="*/ 221 w 6343"/>
                  <a:gd name="connsiteY6" fmla="*/ 3350 h 6345"/>
                  <a:gd name="connsiteX7" fmla="*/ 1150 w 6343"/>
                  <a:gd name="connsiteY7" fmla="*/ 5594 h 6345"/>
                  <a:gd name="connsiteX8" fmla="*/ 3392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3"/>
                    </a:moveTo>
                    <a:cubicBezTo>
                      <a:pt x="4234" y="6523"/>
                      <a:pt x="5040" y="6188"/>
                      <a:pt x="5635" y="5594"/>
                    </a:cubicBezTo>
                    <a:cubicBezTo>
                      <a:pt x="6230" y="4999"/>
                      <a:pt x="6564" y="4191"/>
                      <a:pt x="6564" y="3350"/>
                    </a:cubicBezTo>
                    <a:cubicBezTo>
                      <a:pt x="6564" y="2509"/>
                      <a:pt x="6230" y="1702"/>
                      <a:pt x="5635" y="1107"/>
                    </a:cubicBezTo>
                    <a:cubicBezTo>
                      <a:pt x="5040" y="512"/>
                      <a:pt x="4234" y="177"/>
                      <a:pt x="3392" y="177"/>
                    </a:cubicBezTo>
                    <a:cubicBezTo>
                      <a:pt x="2551" y="177"/>
                      <a:pt x="1745" y="512"/>
                      <a:pt x="1150" y="1107"/>
                    </a:cubicBezTo>
                    <a:cubicBezTo>
                      <a:pt x="555" y="1702"/>
                      <a:pt x="221" y="2509"/>
                      <a:pt x="221" y="3350"/>
                    </a:cubicBezTo>
                    <a:cubicBezTo>
                      <a:pt x="221" y="4191"/>
                      <a:pt x="555" y="4999"/>
                      <a:pt x="1150" y="5594"/>
                    </a:cubicBezTo>
                    <a:cubicBezTo>
                      <a:pt x="1745" y="6188"/>
                      <a:pt x="2551" y="6523"/>
                      <a:pt x="3392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62" name="Freeform: Shape 5261">
                <a:extLst>
                  <a:ext uri="{FF2B5EF4-FFF2-40B4-BE49-F238E27FC236}">
                    <a16:creationId xmlns:a16="http://schemas.microsoft.com/office/drawing/2014/main" id="{532203A3-FD5E-635C-19CF-97BFC1CD7540}"/>
                  </a:ext>
                </a:extLst>
              </p:cNvPr>
              <p:cNvSpPr/>
              <p:nvPr/>
            </p:nvSpPr>
            <p:spPr>
              <a:xfrm>
                <a:off x="3655370" y="5729000"/>
                <a:ext cx="6343" cy="6345"/>
              </a:xfrm>
              <a:custGeom>
                <a:avLst/>
                <a:gdLst>
                  <a:gd name="connsiteX0" fmla="*/ 3393 w 6343"/>
                  <a:gd name="connsiteY0" fmla="*/ 6523 h 6345"/>
                  <a:gd name="connsiteX1" fmla="*/ 5635 w 6343"/>
                  <a:gd name="connsiteY1" fmla="*/ 5593 h 6345"/>
                  <a:gd name="connsiteX2" fmla="*/ 6564 w 6343"/>
                  <a:gd name="connsiteY2" fmla="*/ 3350 h 6345"/>
                  <a:gd name="connsiteX3" fmla="*/ 5635 w 6343"/>
                  <a:gd name="connsiteY3" fmla="*/ 1107 h 6345"/>
                  <a:gd name="connsiteX4" fmla="*/ 3393 w 6343"/>
                  <a:gd name="connsiteY4" fmla="*/ 177 h 6345"/>
                  <a:gd name="connsiteX5" fmla="*/ 1150 w 6343"/>
                  <a:gd name="connsiteY5" fmla="*/ 1107 h 6345"/>
                  <a:gd name="connsiteX6" fmla="*/ 221 w 6343"/>
                  <a:gd name="connsiteY6" fmla="*/ 3350 h 6345"/>
                  <a:gd name="connsiteX7" fmla="*/ 1150 w 6343"/>
                  <a:gd name="connsiteY7" fmla="*/ 5593 h 6345"/>
                  <a:gd name="connsiteX8" fmla="*/ 3393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23"/>
                    </a:moveTo>
                    <a:cubicBezTo>
                      <a:pt x="4234" y="6523"/>
                      <a:pt x="5040" y="6188"/>
                      <a:pt x="5635" y="5593"/>
                    </a:cubicBezTo>
                    <a:cubicBezTo>
                      <a:pt x="6230" y="4998"/>
                      <a:pt x="6564" y="4191"/>
                      <a:pt x="6564" y="3350"/>
                    </a:cubicBezTo>
                    <a:cubicBezTo>
                      <a:pt x="6564" y="2509"/>
                      <a:pt x="6230" y="1701"/>
                      <a:pt x="5635" y="1107"/>
                    </a:cubicBezTo>
                    <a:cubicBezTo>
                      <a:pt x="5040" y="512"/>
                      <a:pt x="4234" y="177"/>
                      <a:pt x="3393" y="177"/>
                    </a:cubicBezTo>
                    <a:cubicBezTo>
                      <a:pt x="2551" y="177"/>
                      <a:pt x="1745" y="512"/>
                      <a:pt x="1150" y="1107"/>
                    </a:cubicBezTo>
                    <a:cubicBezTo>
                      <a:pt x="555" y="1701"/>
                      <a:pt x="221" y="2509"/>
                      <a:pt x="221" y="3350"/>
                    </a:cubicBezTo>
                    <a:cubicBezTo>
                      <a:pt x="221" y="4191"/>
                      <a:pt x="555" y="4998"/>
                      <a:pt x="1150" y="5593"/>
                    </a:cubicBezTo>
                    <a:cubicBezTo>
                      <a:pt x="1745" y="6188"/>
                      <a:pt x="2551" y="6523"/>
                      <a:pt x="3393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63" name="Freeform: Shape 5262">
                <a:extLst>
                  <a:ext uri="{FF2B5EF4-FFF2-40B4-BE49-F238E27FC236}">
                    <a16:creationId xmlns:a16="http://schemas.microsoft.com/office/drawing/2014/main" id="{F91E7ABD-A92F-B29B-CCE5-2D7685986AD4}"/>
                  </a:ext>
                </a:extLst>
              </p:cNvPr>
              <p:cNvSpPr/>
              <p:nvPr/>
            </p:nvSpPr>
            <p:spPr>
              <a:xfrm>
                <a:off x="3655275" y="5727659"/>
                <a:ext cx="6343" cy="6345"/>
              </a:xfrm>
              <a:custGeom>
                <a:avLst/>
                <a:gdLst>
                  <a:gd name="connsiteX0" fmla="*/ 3393 w 6343"/>
                  <a:gd name="connsiteY0" fmla="*/ 6523 h 6345"/>
                  <a:gd name="connsiteX1" fmla="*/ 5635 w 6343"/>
                  <a:gd name="connsiteY1" fmla="*/ 5593 h 6345"/>
                  <a:gd name="connsiteX2" fmla="*/ 6564 w 6343"/>
                  <a:gd name="connsiteY2" fmla="*/ 3350 h 6345"/>
                  <a:gd name="connsiteX3" fmla="*/ 5635 w 6343"/>
                  <a:gd name="connsiteY3" fmla="*/ 1106 h 6345"/>
                  <a:gd name="connsiteX4" fmla="*/ 3393 w 6343"/>
                  <a:gd name="connsiteY4" fmla="*/ 177 h 6345"/>
                  <a:gd name="connsiteX5" fmla="*/ 1150 w 6343"/>
                  <a:gd name="connsiteY5" fmla="*/ 1106 h 6345"/>
                  <a:gd name="connsiteX6" fmla="*/ 221 w 6343"/>
                  <a:gd name="connsiteY6" fmla="*/ 3350 h 6345"/>
                  <a:gd name="connsiteX7" fmla="*/ 1150 w 6343"/>
                  <a:gd name="connsiteY7" fmla="*/ 5593 h 6345"/>
                  <a:gd name="connsiteX8" fmla="*/ 3393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23"/>
                    </a:moveTo>
                    <a:cubicBezTo>
                      <a:pt x="4234" y="6523"/>
                      <a:pt x="5040" y="6188"/>
                      <a:pt x="5635" y="5593"/>
                    </a:cubicBezTo>
                    <a:cubicBezTo>
                      <a:pt x="6230" y="4998"/>
                      <a:pt x="6564" y="4191"/>
                      <a:pt x="6564" y="3350"/>
                    </a:cubicBezTo>
                    <a:cubicBezTo>
                      <a:pt x="6564" y="2508"/>
                      <a:pt x="6230" y="1701"/>
                      <a:pt x="5635" y="1106"/>
                    </a:cubicBezTo>
                    <a:cubicBezTo>
                      <a:pt x="5040" y="511"/>
                      <a:pt x="4234" y="177"/>
                      <a:pt x="3393" y="177"/>
                    </a:cubicBezTo>
                    <a:cubicBezTo>
                      <a:pt x="2551" y="177"/>
                      <a:pt x="1745" y="511"/>
                      <a:pt x="1150" y="1106"/>
                    </a:cubicBezTo>
                    <a:cubicBezTo>
                      <a:pt x="555" y="1701"/>
                      <a:pt x="221" y="2508"/>
                      <a:pt x="221" y="3350"/>
                    </a:cubicBezTo>
                    <a:cubicBezTo>
                      <a:pt x="221" y="4191"/>
                      <a:pt x="555" y="4998"/>
                      <a:pt x="1150" y="5593"/>
                    </a:cubicBezTo>
                    <a:cubicBezTo>
                      <a:pt x="1745" y="6188"/>
                      <a:pt x="2551" y="6523"/>
                      <a:pt x="3393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64" name="Freeform: Shape 5263">
                <a:extLst>
                  <a:ext uri="{FF2B5EF4-FFF2-40B4-BE49-F238E27FC236}">
                    <a16:creationId xmlns:a16="http://schemas.microsoft.com/office/drawing/2014/main" id="{82412FE5-0DE9-A398-35BA-AAE79829141E}"/>
                  </a:ext>
                </a:extLst>
              </p:cNvPr>
              <p:cNvSpPr/>
              <p:nvPr/>
            </p:nvSpPr>
            <p:spPr>
              <a:xfrm>
                <a:off x="3654911" y="5726304"/>
                <a:ext cx="6343" cy="6345"/>
              </a:xfrm>
              <a:custGeom>
                <a:avLst/>
                <a:gdLst>
                  <a:gd name="connsiteX0" fmla="*/ 3392 w 6343"/>
                  <a:gd name="connsiteY0" fmla="*/ 6522 h 6345"/>
                  <a:gd name="connsiteX1" fmla="*/ 5635 w 6343"/>
                  <a:gd name="connsiteY1" fmla="*/ 5593 h 6345"/>
                  <a:gd name="connsiteX2" fmla="*/ 6564 w 6343"/>
                  <a:gd name="connsiteY2" fmla="*/ 3350 h 6345"/>
                  <a:gd name="connsiteX3" fmla="*/ 5635 w 6343"/>
                  <a:gd name="connsiteY3" fmla="*/ 1106 h 6345"/>
                  <a:gd name="connsiteX4" fmla="*/ 3392 w 6343"/>
                  <a:gd name="connsiteY4" fmla="*/ 177 h 6345"/>
                  <a:gd name="connsiteX5" fmla="*/ 1150 w 6343"/>
                  <a:gd name="connsiteY5" fmla="*/ 1106 h 6345"/>
                  <a:gd name="connsiteX6" fmla="*/ 221 w 6343"/>
                  <a:gd name="connsiteY6" fmla="*/ 3350 h 6345"/>
                  <a:gd name="connsiteX7" fmla="*/ 1150 w 6343"/>
                  <a:gd name="connsiteY7" fmla="*/ 5593 h 6345"/>
                  <a:gd name="connsiteX8" fmla="*/ 3392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2"/>
                    </a:moveTo>
                    <a:cubicBezTo>
                      <a:pt x="4234" y="6522"/>
                      <a:pt x="5040" y="6188"/>
                      <a:pt x="5635" y="5593"/>
                    </a:cubicBezTo>
                    <a:cubicBezTo>
                      <a:pt x="6230" y="4998"/>
                      <a:pt x="6564" y="4191"/>
                      <a:pt x="6564" y="3350"/>
                    </a:cubicBezTo>
                    <a:cubicBezTo>
                      <a:pt x="6564" y="2508"/>
                      <a:pt x="6230" y="1701"/>
                      <a:pt x="5635" y="1106"/>
                    </a:cubicBezTo>
                    <a:cubicBezTo>
                      <a:pt x="5040" y="511"/>
                      <a:pt x="4234" y="177"/>
                      <a:pt x="3392" y="177"/>
                    </a:cubicBezTo>
                    <a:cubicBezTo>
                      <a:pt x="2551" y="177"/>
                      <a:pt x="1745" y="511"/>
                      <a:pt x="1150" y="1106"/>
                    </a:cubicBezTo>
                    <a:cubicBezTo>
                      <a:pt x="555" y="1701"/>
                      <a:pt x="221" y="2508"/>
                      <a:pt x="221" y="3350"/>
                    </a:cubicBezTo>
                    <a:cubicBezTo>
                      <a:pt x="221" y="4191"/>
                      <a:pt x="555" y="4998"/>
                      <a:pt x="1150" y="5593"/>
                    </a:cubicBezTo>
                    <a:cubicBezTo>
                      <a:pt x="1745" y="6188"/>
                      <a:pt x="2551" y="6522"/>
                      <a:pt x="3392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65" name="Freeform: Shape 5264">
                <a:extLst>
                  <a:ext uri="{FF2B5EF4-FFF2-40B4-BE49-F238E27FC236}">
                    <a16:creationId xmlns:a16="http://schemas.microsoft.com/office/drawing/2014/main" id="{9BCA1E64-4812-1208-F0AA-A19CB31DABD4}"/>
                  </a:ext>
                </a:extLst>
              </p:cNvPr>
              <p:cNvSpPr/>
              <p:nvPr/>
            </p:nvSpPr>
            <p:spPr>
              <a:xfrm>
                <a:off x="3654972" y="5724965"/>
                <a:ext cx="6343" cy="6345"/>
              </a:xfrm>
              <a:custGeom>
                <a:avLst/>
                <a:gdLst>
                  <a:gd name="connsiteX0" fmla="*/ 3392 w 6343"/>
                  <a:gd name="connsiteY0" fmla="*/ 6522 h 6345"/>
                  <a:gd name="connsiteX1" fmla="*/ 5635 w 6343"/>
                  <a:gd name="connsiteY1" fmla="*/ 5593 h 6345"/>
                  <a:gd name="connsiteX2" fmla="*/ 6564 w 6343"/>
                  <a:gd name="connsiteY2" fmla="*/ 3350 h 6345"/>
                  <a:gd name="connsiteX3" fmla="*/ 5635 w 6343"/>
                  <a:gd name="connsiteY3" fmla="*/ 1106 h 6345"/>
                  <a:gd name="connsiteX4" fmla="*/ 3392 w 6343"/>
                  <a:gd name="connsiteY4" fmla="*/ 177 h 6345"/>
                  <a:gd name="connsiteX5" fmla="*/ 1150 w 6343"/>
                  <a:gd name="connsiteY5" fmla="*/ 1106 h 6345"/>
                  <a:gd name="connsiteX6" fmla="*/ 221 w 6343"/>
                  <a:gd name="connsiteY6" fmla="*/ 3350 h 6345"/>
                  <a:gd name="connsiteX7" fmla="*/ 1150 w 6343"/>
                  <a:gd name="connsiteY7" fmla="*/ 5593 h 6345"/>
                  <a:gd name="connsiteX8" fmla="*/ 3392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2"/>
                    </a:moveTo>
                    <a:cubicBezTo>
                      <a:pt x="4234" y="6522"/>
                      <a:pt x="5040" y="6188"/>
                      <a:pt x="5635" y="5593"/>
                    </a:cubicBezTo>
                    <a:cubicBezTo>
                      <a:pt x="6230" y="4998"/>
                      <a:pt x="6564" y="4191"/>
                      <a:pt x="6564" y="3350"/>
                    </a:cubicBezTo>
                    <a:cubicBezTo>
                      <a:pt x="6564" y="2508"/>
                      <a:pt x="6230" y="1701"/>
                      <a:pt x="5635" y="1106"/>
                    </a:cubicBezTo>
                    <a:cubicBezTo>
                      <a:pt x="5040" y="511"/>
                      <a:pt x="4234" y="177"/>
                      <a:pt x="3392" y="177"/>
                    </a:cubicBezTo>
                    <a:cubicBezTo>
                      <a:pt x="2551" y="177"/>
                      <a:pt x="1745" y="511"/>
                      <a:pt x="1150" y="1106"/>
                    </a:cubicBezTo>
                    <a:cubicBezTo>
                      <a:pt x="555" y="1701"/>
                      <a:pt x="221" y="2508"/>
                      <a:pt x="221" y="3350"/>
                    </a:cubicBezTo>
                    <a:cubicBezTo>
                      <a:pt x="221" y="4191"/>
                      <a:pt x="555" y="4998"/>
                      <a:pt x="1150" y="5593"/>
                    </a:cubicBezTo>
                    <a:cubicBezTo>
                      <a:pt x="1745" y="6188"/>
                      <a:pt x="2551" y="6522"/>
                      <a:pt x="3392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66" name="Freeform: Shape 5265">
                <a:extLst>
                  <a:ext uri="{FF2B5EF4-FFF2-40B4-BE49-F238E27FC236}">
                    <a16:creationId xmlns:a16="http://schemas.microsoft.com/office/drawing/2014/main" id="{121DEAC2-61FB-A7FA-3141-E6B5922E11E9}"/>
                  </a:ext>
                </a:extLst>
              </p:cNvPr>
              <p:cNvSpPr/>
              <p:nvPr/>
            </p:nvSpPr>
            <p:spPr>
              <a:xfrm>
                <a:off x="3655875" y="5723673"/>
                <a:ext cx="6343" cy="6345"/>
              </a:xfrm>
              <a:custGeom>
                <a:avLst/>
                <a:gdLst>
                  <a:gd name="connsiteX0" fmla="*/ 3393 w 6343"/>
                  <a:gd name="connsiteY0" fmla="*/ 6522 h 6345"/>
                  <a:gd name="connsiteX1" fmla="*/ 5635 w 6343"/>
                  <a:gd name="connsiteY1" fmla="*/ 5593 h 6345"/>
                  <a:gd name="connsiteX2" fmla="*/ 6564 w 6343"/>
                  <a:gd name="connsiteY2" fmla="*/ 3350 h 6345"/>
                  <a:gd name="connsiteX3" fmla="*/ 5635 w 6343"/>
                  <a:gd name="connsiteY3" fmla="*/ 1106 h 6345"/>
                  <a:gd name="connsiteX4" fmla="*/ 3393 w 6343"/>
                  <a:gd name="connsiteY4" fmla="*/ 177 h 6345"/>
                  <a:gd name="connsiteX5" fmla="*/ 1150 w 6343"/>
                  <a:gd name="connsiteY5" fmla="*/ 1106 h 6345"/>
                  <a:gd name="connsiteX6" fmla="*/ 221 w 6343"/>
                  <a:gd name="connsiteY6" fmla="*/ 3350 h 6345"/>
                  <a:gd name="connsiteX7" fmla="*/ 1150 w 6343"/>
                  <a:gd name="connsiteY7" fmla="*/ 5593 h 6345"/>
                  <a:gd name="connsiteX8" fmla="*/ 3393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22"/>
                    </a:moveTo>
                    <a:cubicBezTo>
                      <a:pt x="4234" y="6522"/>
                      <a:pt x="5040" y="6188"/>
                      <a:pt x="5635" y="5593"/>
                    </a:cubicBezTo>
                    <a:cubicBezTo>
                      <a:pt x="6230" y="4998"/>
                      <a:pt x="6564" y="4191"/>
                      <a:pt x="6564" y="3350"/>
                    </a:cubicBezTo>
                    <a:cubicBezTo>
                      <a:pt x="6564" y="2508"/>
                      <a:pt x="6230" y="1701"/>
                      <a:pt x="5635" y="1106"/>
                    </a:cubicBezTo>
                    <a:cubicBezTo>
                      <a:pt x="5040" y="511"/>
                      <a:pt x="4234" y="177"/>
                      <a:pt x="3393" y="177"/>
                    </a:cubicBezTo>
                    <a:cubicBezTo>
                      <a:pt x="2551" y="177"/>
                      <a:pt x="1745" y="511"/>
                      <a:pt x="1150" y="1106"/>
                    </a:cubicBezTo>
                    <a:cubicBezTo>
                      <a:pt x="555" y="1701"/>
                      <a:pt x="221" y="2508"/>
                      <a:pt x="221" y="3350"/>
                    </a:cubicBezTo>
                    <a:cubicBezTo>
                      <a:pt x="221" y="4191"/>
                      <a:pt x="555" y="4998"/>
                      <a:pt x="1150" y="5593"/>
                    </a:cubicBezTo>
                    <a:cubicBezTo>
                      <a:pt x="1745" y="6188"/>
                      <a:pt x="2551" y="6522"/>
                      <a:pt x="3393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67" name="Freeform: Shape 5266">
                <a:extLst>
                  <a:ext uri="{FF2B5EF4-FFF2-40B4-BE49-F238E27FC236}">
                    <a16:creationId xmlns:a16="http://schemas.microsoft.com/office/drawing/2014/main" id="{05D25B39-E90A-EE27-D721-3B3C5CE47D10}"/>
                  </a:ext>
                </a:extLst>
              </p:cNvPr>
              <p:cNvSpPr/>
              <p:nvPr/>
            </p:nvSpPr>
            <p:spPr>
              <a:xfrm>
                <a:off x="3656323" y="5722362"/>
                <a:ext cx="6343" cy="6345"/>
              </a:xfrm>
              <a:custGeom>
                <a:avLst/>
                <a:gdLst>
                  <a:gd name="connsiteX0" fmla="*/ 3393 w 6343"/>
                  <a:gd name="connsiteY0" fmla="*/ 6522 h 6345"/>
                  <a:gd name="connsiteX1" fmla="*/ 5635 w 6343"/>
                  <a:gd name="connsiteY1" fmla="*/ 5593 h 6345"/>
                  <a:gd name="connsiteX2" fmla="*/ 6564 w 6343"/>
                  <a:gd name="connsiteY2" fmla="*/ 3349 h 6345"/>
                  <a:gd name="connsiteX3" fmla="*/ 5635 w 6343"/>
                  <a:gd name="connsiteY3" fmla="*/ 1106 h 6345"/>
                  <a:gd name="connsiteX4" fmla="*/ 3393 w 6343"/>
                  <a:gd name="connsiteY4" fmla="*/ 177 h 6345"/>
                  <a:gd name="connsiteX5" fmla="*/ 1150 w 6343"/>
                  <a:gd name="connsiteY5" fmla="*/ 1106 h 6345"/>
                  <a:gd name="connsiteX6" fmla="*/ 221 w 6343"/>
                  <a:gd name="connsiteY6" fmla="*/ 3349 h 6345"/>
                  <a:gd name="connsiteX7" fmla="*/ 1150 w 6343"/>
                  <a:gd name="connsiteY7" fmla="*/ 5593 h 6345"/>
                  <a:gd name="connsiteX8" fmla="*/ 3393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22"/>
                    </a:moveTo>
                    <a:cubicBezTo>
                      <a:pt x="4234" y="6522"/>
                      <a:pt x="5040" y="6188"/>
                      <a:pt x="5635" y="5593"/>
                    </a:cubicBezTo>
                    <a:cubicBezTo>
                      <a:pt x="6230" y="4998"/>
                      <a:pt x="6564" y="4191"/>
                      <a:pt x="6564" y="3349"/>
                    </a:cubicBezTo>
                    <a:cubicBezTo>
                      <a:pt x="6564" y="2508"/>
                      <a:pt x="6230" y="1701"/>
                      <a:pt x="5635" y="1106"/>
                    </a:cubicBezTo>
                    <a:cubicBezTo>
                      <a:pt x="5040" y="511"/>
                      <a:pt x="4234" y="177"/>
                      <a:pt x="3393" y="177"/>
                    </a:cubicBezTo>
                    <a:cubicBezTo>
                      <a:pt x="2551" y="177"/>
                      <a:pt x="1745" y="511"/>
                      <a:pt x="1150" y="1106"/>
                    </a:cubicBezTo>
                    <a:cubicBezTo>
                      <a:pt x="555" y="1701"/>
                      <a:pt x="221" y="2508"/>
                      <a:pt x="221" y="3349"/>
                    </a:cubicBezTo>
                    <a:cubicBezTo>
                      <a:pt x="221" y="4191"/>
                      <a:pt x="555" y="4998"/>
                      <a:pt x="1150" y="5593"/>
                    </a:cubicBezTo>
                    <a:cubicBezTo>
                      <a:pt x="1745" y="6188"/>
                      <a:pt x="2551" y="6522"/>
                      <a:pt x="3393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68" name="Freeform: Shape 5267">
                <a:extLst>
                  <a:ext uri="{FF2B5EF4-FFF2-40B4-BE49-F238E27FC236}">
                    <a16:creationId xmlns:a16="http://schemas.microsoft.com/office/drawing/2014/main" id="{A9199CF0-6EF5-BF26-5E5E-E801BCD86147}"/>
                  </a:ext>
                </a:extLst>
              </p:cNvPr>
              <p:cNvSpPr/>
              <p:nvPr/>
            </p:nvSpPr>
            <p:spPr>
              <a:xfrm>
                <a:off x="3656501" y="5721038"/>
                <a:ext cx="6343" cy="6345"/>
              </a:xfrm>
              <a:custGeom>
                <a:avLst/>
                <a:gdLst>
                  <a:gd name="connsiteX0" fmla="*/ 3393 w 6343"/>
                  <a:gd name="connsiteY0" fmla="*/ 6522 h 6345"/>
                  <a:gd name="connsiteX1" fmla="*/ 5635 w 6343"/>
                  <a:gd name="connsiteY1" fmla="*/ 5593 h 6345"/>
                  <a:gd name="connsiteX2" fmla="*/ 6564 w 6343"/>
                  <a:gd name="connsiteY2" fmla="*/ 3349 h 6345"/>
                  <a:gd name="connsiteX3" fmla="*/ 5635 w 6343"/>
                  <a:gd name="connsiteY3" fmla="*/ 1106 h 6345"/>
                  <a:gd name="connsiteX4" fmla="*/ 3393 w 6343"/>
                  <a:gd name="connsiteY4" fmla="*/ 177 h 6345"/>
                  <a:gd name="connsiteX5" fmla="*/ 1150 w 6343"/>
                  <a:gd name="connsiteY5" fmla="*/ 1106 h 6345"/>
                  <a:gd name="connsiteX6" fmla="*/ 221 w 6343"/>
                  <a:gd name="connsiteY6" fmla="*/ 3349 h 6345"/>
                  <a:gd name="connsiteX7" fmla="*/ 1150 w 6343"/>
                  <a:gd name="connsiteY7" fmla="*/ 5593 h 6345"/>
                  <a:gd name="connsiteX8" fmla="*/ 3393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22"/>
                    </a:moveTo>
                    <a:cubicBezTo>
                      <a:pt x="4234" y="6522"/>
                      <a:pt x="5040" y="6188"/>
                      <a:pt x="5635" y="5593"/>
                    </a:cubicBezTo>
                    <a:cubicBezTo>
                      <a:pt x="6230" y="4998"/>
                      <a:pt x="6564" y="4191"/>
                      <a:pt x="6564" y="3349"/>
                    </a:cubicBezTo>
                    <a:cubicBezTo>
                      <a:pt x="6564" y="2508"/>
                      <a:pt x="6230" y="1701"/>
                      <a:pt x="5635" y="1106"/>
                    </a:cubicBezTo>
                    <a:cubicBezTo>
                      <a:pt x="5040" y="511"/>
                      <a:pt x="4234" y="177"/>
                      <a:pt x="3393" y="177"/>
                    </a:cubicBezTo>
                    <a:cubicBezTo>
                      <a:pt x="2551" y="177"/>
                      <a:pt x="1745" y="511"/>
                      <a:pt x="1150" y="1106"/>
                    </a:cubicBezTo>
                    <a:cubicBezTo>
                      <a:pt x="555" y="1701"/>
                      <a:pt x="221" y="2508"/>
                      <a:pt x="221" y="3349"/>
                    </a:cubicBezTo>
                    <a:cubicBezTo>
                      <a:pt x="221" y="4191"/>
                      <a:pt x="555" y="4998"/>
                      <a:pt x="1150" y="5593"/>
                    </a:cubicBezTo>
                    <a:cubicBezTo>
                      <a:pt x="1745" y="6188"/>
                      <a:pt x="2551" y="6522"/>
                      <a:pt x="3393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69" name="Freeform: Shape 5268">
                <a:extLst>
                  <a:ext uri="{FF2B5EF4-FFF2-40B4-BE49-F238E27FC236}">
                    <a16:creationId xmlns:a16="http://schemas.microsoft.com/office/drawing/2014/main" id="{C028E29B-B4E7-5BB3-EE80-31E73D8CE131}"/>
                  </a:ext>
                </a:extLst>
              </p:cNvPr>
              <p:cNvSpPr/>
              <p:nvPr/>
            </p:nvSpPr>
            <p:spPr>
              <a:xfrm>
                <a:off x="3655854" y="5719655"/>
                <a:ext cx="6343" cy="6345"/>
              </a:xfrm>
              <a:custGeom>
                <a:avLst/>
                <a:gdLst>
                  <a:gd name="connsiteX0" fmla="*/ 3393 w 6343"/>
                  <a:gd name="connsiteY0" fmla="*/ 6522 h 6345"/>
                  <a:gd name="connsiteX1" fmla="*/ 5635 w 6343"/>
                  <a:gd name="connsiteY1" fmla="*/ 5593 h 6345"/>
                  <a:gd name="connsiteX2" fmla="*/ 6564 w 6343"/>
                  <a:gd name="connsiteY2" fmla="*/ 3349 h 6345"/>
                  <a:gd name="connsiteX3" fmla="*/ 5635 w 6343"/>
                  <a:gd name="connsiteY3" fmla="*/ 1106 h 6345"/>
                  <a:gd name="connsiteX4" fmla="*/ 3393 w 6343"/>
                  <a:gd name="connsiteY4" fmla="*/ 177 h 6345"/>
                  <a:gd name="connsiteX5" fmla="*/ 1150 w 6343"/>
                  <a:gd name="connsiteY5" fmla="*/ 1106 h 6345"/>
                  <a:gd name="connsiteX6" fmla="*/ 221 w 6343"/>
                  <a:gd name="connsiteY6" fmla="*/ 3349 h 6345"/>
                  <a:gd name="connsiteX7" fmla="*/ 1150 w 6343"/>
                  <a:gd name="connsiteY7" fmla="*/ 5593 h 6345"/>
                  <a:gd name="connsiteX8" fmla="*/ 3393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22"/>
                    </a:moveTo>
                    <a:cubicBezTo>
                      <a:pt x="4234" y="6522"/>
                      <a:pt x="5040" y="6188"/>
                      <a:pt x="5635" y="5593"/>
                    </a:cubicBezTo>
                    <a:cubicBezTo>
                      <a:pt x="6230" y="4998"/>
                      <a:pt x="6564" y="4191"/>
                      <a:pt x="6564" y="3349"/>
                    </a:cubicBezTo>
                    <a:cubicBezTo>
                      <a:pt x="6564" y="2508"/>
                      <a:pt x="6230" y="1701"/>
                      <a:pt x="5635" y="1106"/>
                    </a:cubicBezTo>
                    <a:cubicBezTo>
                      <a:pt x="5040" y="511"/>
                      <a:pt x="4234" y="177"/>
                      <a:pt x="3393" y="177"/>
                    </a:cubicBezTo>
                    <a:cubicBezTo>
                      <a:pt x="2551" y="177"/>
                      <a:pt x="1745" y="511"/>
                      <a:pt x="1150" y="1106"/>
                    </a:cubicBezTo>
                    <a:cubicBezTo>
                      <a:pt x="555" y="1701"/>
                      <a:pt x="221" y="2508"/>
                      <a:pt x="221" y="3349"/>
                    </a:cubicBezTo>
                    <a:cubicBezTo>
                      <a:pt x="221" y="4191"/>
                      <a:pt x="555" y="4998"/>
                      <a:pt x="1150" y="5593"/>
                    </a:cubicBezTo>
                    <a:cubicBezTo>
                      <a:pt x="1745" y="6188"/>
                      <a:pt x="2551" y="6522"/>
                      <a:pt x="3393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70" name="Freeform: Shape 5269">
                <a:extLst>
                  <a:ext uri="{FF2B5EF4-FFF2-40B4-BE49-F238E27FC236}">
                    <a16:creationId xmlns:a16="http://schemas.microsoft.com/office/drawing/2014/main" id="{4016AF0F-B0B6-9D64-2645-1B07AD757C52}"/>
                  </a:ext>
                </a:extLst>
              </p:cNvPr>
              <p:cNvSpPr/>
              <p:nvPr/>
            </p:nvSpPr>
            <p:spPr>
              <a:xfrm>
                <a:off x="3655030" y="5718248"/>
                <a:ext cx="6343" cy="6345"/>
              </a:xfrm>
              <a:custGeom>
                <a:avLst/>
                <a:gdLst>
                  <a:gd name="connsiteX0" fmla="*/ 3392 w 6343"/>
                  <a:gd name="connsiteY0" fmla="*/ 6522 h 6345"/>
                  <a:gd name="connsiteX1" fmla="*/ 5635 w 6343"/>
                  <a:gd name="connsiteY1" fmla="*/ 5593 h 6345"/>
                  <a:gd name="connsiteX2" fmla="*/ 6564 w 6343"/>
                  <a:gd name="connsiteY2" fmla="*/ 3349 h 6345"/>
                  <a:gd name="connsiteX3" fmla="*/ 5635 w 6343"/>
                  <a:gd name="connsiteY3" fmla="*/ 1106 h 6345"/>
                  <a:gd name="connsiteX4" fmla="*/ 3392 w 6343"/>
                  <a:gd name="connsiteY4" fmla="*/ 176 h 6345"/>
                  <a:gd name="connsiteX5" fmla="*/ 1150 w 6343"/>
                  <a:gd name="connsiteY5" fmla="*/ 1106 h 6345"/>
                  <a:gd name="connsiteX6" fmla="*/ 221 w 6343"/>
                  <a:gd name="connsiteY6" fmla="*/ 3349 h 6345"/>
                  <a:gd name="connsiteX7" fmla="*/ 1150 w 6343"/>
                  <a:gd name="connsiteY7" fmla="*/ 5593 h 6345"/>
                  <a:gd name="connsiteX8" fmla="*/ 3392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2"/>
                    </a:moveTo>
                    <a:cubicBezTo>
                      <a:pt x="4234" y="6522"/>
                      <a:pt x="5040" y="6188"/>
                      <a:pt x="5635" y="5593"/>
                    </a:cubicBezTo>
                    <a:cubicBezTo>
                      <a:pt x="6230" y="4998"/>
                      <a:pt x="6564" y="4191"/>
                      <a:pt x="6564" y="3349"/>
                    </a:cubicBezTo>
                    <a:cubicBezTo>
                      <a:pt x="6564" y="2508"/>
                      <a:pt x="6230" y="1701"/>
                      <a:pt x="5635" y="1106"/>
                    </a:cubicBezTo>
                    <a:cubicBezTo>
                      <a:pt x="5040" y="511"/>
                      <a:pt x="4234" y="176"/>
                      <a:pt x="3392" y="176"/>
                    </a:cubicBezTo>
                    <a:cubicBezTo>
                      <a:pt x="2551" y="176"/>
                      <a:pt x="1745" y="511"/>
                      <a:pt x="1150" y="1106"/>
                    </a:cubicBezTo>
                    <a:cubicBezTo>
                      <a:pt x="555" y="1701"/>
                      <a:pt x="221" y="2508"/>
                      <a:pt x="221" y="3349"/>
                    </a:cubicBezTo>
                    <a:cubicBezTo>
                      <a:pt x="221" y="4191"/>
                      <a:pt x="555" y="4998"/>
                      <a:pt x="1150" y="5593"/>
                    </a:cubicBezTo>
                    <a:cubicBezTo>
                      <a:pt x="1745" y="6188"/>
                      <a:pt x="2551" y="6522"/>
                      <a:pt x="3392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71" name="Freeform: Shape 5270">
                <a:extLst>
                  <a:ext uri="{FF2B5EF4-FFF2-40B4-BE49-F238E27FC236}">
                    <a16:creationId xmlns:a16="http://schemas.microsoft.com/office/drawing/2014/main" id="{2ACD5FF2-41BD-DB23-03E6-085A735836A8}"/>
                  </a:ext>
                </a:extLst>
              </p:cNvPr>
              <p:cNvSpPr/>
              <p:nvPr/>
            </p:nvSpPr>
            <p:spPr>
              <a:xfrm>
                <a:off x="3655372" y="5716930"/>
                <a:ext cx="6343" cy="6345"/>
              </a:xfrm>
              <a:custGeom>
                <a:avLst/>
                <a:gdLst>
                  <a:gd name="connsiteX0" fmla="*/ 3393 w 6343"/>
                  <a:gd name="connsiteY0" fmla="*/ 6522 h 6345"/>
                  <a:gd name="connsiteX1" fmla="*/ 5635 w 6343"/>
                  <a:gd name="connsiteY1" fmla="*/ 5592 h 6345"/>
                  <a:gd name="connsiteX2" fmla="*/ 6564 w 6343"/>
                  <a:gd name="connsiteY2" fmla="*/ 3349 h 6345"/>
                  <a:gd name="connsiteX3" fmla="*/ 5635 w 6343"/>
                  <a:gd name="connsiteY3" fmla="*/ 1106 h 6345"/>
                  <a:gd name="connsiteX4" fmla="*/ 3393 w 6343"/>
                  <a:gd name="connsiteY4" fmla="*/ 176 h 6345"/>
                  <a:gd name="connsiteX5" fmla="*/ 1150 w 6343"/>
                  <a:gd name="connsiteY5" fmla="*/ 1106 h 6345"/>
                  <a:gd name="connsiteX6" fmla="*/ 221 w 6343"/>
                  <a:gd name="connsiteY6" fmla="*/ 3349 h 6345"/>
                  <a:gd name="connsiteX7" fmla="*/ 1150 w 6343"/>
                  <a:gd name="connsiteY7" fmla="*/ 5592 h 6345"/>
                  <a:gd name="connsiteX8" fmla="*/ 3393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22"/>
                    </a:moveTo>
                    <a:cubicBezTo>
                      <a:pt x="4234" y="6522"/>
                      <a:pt x="5040" y="6187"/>
                      <a:pt x="5635" y="5592"/>
                    </a:cubicBezTo>
                    <a:cubicBezTo>
                      <a:pt x="6230" y="4997"/>
                      <a:pt x="6564" y="4190"/>
                      <a:pt x="6564" y="3349"/>
                    </a:cubicBezTo>
                    <a:cubicBezTo>
                      <a:pt x="6564" y="2508"/>
                      <a:pt x="6230" y="1701"/>
                      <a:pt x="5635" y="1106"/>
                    </a:cubicBezTo>
                    <a:cubicBezTo>
                      <a:pt x="5040" y="511"/>
                      <a:pt x="4234" y="176"/>
                      <a:pt x="3393" y="176"/>
                    </a:cubicBezTo>
                    <a:cubicBezTo>
                      <a:pt x="2551" y="176"/>
                      <a:pt x="1745" y="511"/>
                      <a:pt x="1150" y="1106"/>
                    </a:cubicBezTo>
                    <a:cubicBezTo>
                      <a:pt x="555" y="1701"/>
                      <a:pt x="221" y="2508"/>
                      <a:pt x="221" y="3349"/>
                    </a:cubicBezTo>
                    <a:cubicBezTo>
                      <a:pt x="221" y="4190"/>
                      <a:pt x="555" y="4997"/>
                      <a:pt x="1150" y="5592"/>
                    </a:cubicBezTo>
                    <a:cubicBezTo>
                      <a:pt x="1745" y="6187"/>
                      <a:pt x="2551" y="6522"/>
                      <a:pt x="3393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72" name="Freeform: Shape 5271">
                <a:extLst>
                  <a:ext uri="{FF2B5EF4-FFF2-40B4-BE49-F238E27FC236}">
                    <a16:creationId xmlns:a16="http://schemas.microsoft.com/office/drawing/2014/main" id="{AAF7C95E-FA6B-C0B2-8B61-774A09B5E7D2}"/>
                  </a:ext>
                </a:extLst>
              </p:cNvPr>
              <p:cNvSpPr/>
              <p:nvPr/>
            </p:nvSpPr>
            <p:spPr>
              <a:xfrm>
                <a:off x="3655490" y="5715594"/>
                <a:ext cx="6343" cy="6345"/>
              </a:xfrm>
              <a:custGeom>
                <a:avLst/>
                <a:gdLst>
                  <a:gd name="connsiteX0" fmla="*/ 3393 w 6343"/>
                  <a:gd name="connsiteY0" fmla="*/ 6522 h 6345"/>
                  <a:gd name="connsiteX1" fmla="*/ 5635 w 6343"/>
                  <a:gd name="connsiteY1" fmla="*/ 5592 h 6345"/>
                  <a:gd name="connsiteX2" fmla="*/ 6564 w 6343"/>
                  <a:gd name="connsiteY2" fmla="*/ 3349 h 6345"/>
                  <a:gd name="connsiteX3" fmla="*/ 5635 w 6343"/>
                  <a:gd name="connsiteY3" fmla="*/ 1105 h 6345"/>
                  <a:gd name="connsiteX4" fmla="*/ 3393 w 6343"/>
                  <a:gd name="connsiteY4" fmla="*/ 176 h 6345"/>
                  <a:gd name="connsiteX5" fmla="*/ 1150 w 6343"/>
                  <a:gd name="connsiteY5" fmla="*/ 1105 h 6345"/>
                  <a:gd name="connsiteX6" fmla="*/ 221 w 6343"/>
                  <a:gd name="connsiteY6" fmla="*/ 3349 h 6345"/>
                  <a:gd name="connsiteX7" fmla="*/ 1150 w 6343"/>
                  <a:gd name="connsiteY7" fmla="*/ 5592 h 6345"/>
                  <a:gd name="connsiteX8" fmla="*/ 3393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22"/>
                    </a:moveTo>
                    <a:cubicBezTo>
                      <a:pt x="4234" y="6522"/>
                      <a:pt x="5040" y="6187"/>
                      <a:pt x="5635" y="5592"/>
                    </a:cubicBezTo>
                    <a:cubicBezTo>
                      <a:pt x="6230" y="4997"/>
                      <a:pt x="6564" y="4190"/>
                      <a:pt x="6564" y="3349"/>
                    </a:cubicBezTo>
                    <a:cubicBezTo>
                      <a:pt x="6564" y="2507"/>
                      <a:pt x="6230" y="1700"/>
                      <a:pt x="5635" y="1105"/>
                    </a:cubicBezTo>
                    <a:cubicBezTo>
                      <a:pt x="5040" y="511"/>
                      <a:pt x="4234" y="176"/>
                      <a:pt x="3393" y="176"/>
                    </a:cubicBezTo>
                    <a:cubicBezTo>
                      <a:pt x="2551" y="176"/>
                      <a:pt x="1745" y="511"/>
                      <a:pt x="1150" y="1105"/>
                    </a:cubicBezTo>
                    <a:cubicBezTo>
                      <a:pt x="555" y="1700"/>
                      <a:pt x="221" y="2507"/>
                      <a:pt x="221" y="3349"/>
                    </a:cubicBezTo>
                    <a:cubicBezTo>
                      <a:pt x="221" y="4190"/>
                      <a:pt x="555" y="4997"/>
                      <a:pt x="1150" y="5592"/>
                    </a:cubicBezTo>
                    <a:cubicBezTo>
                      <a:pt x="1745" y="6187"/>
                      <a:pt x="2551" y="6522"/>
                      <a:pt x="3393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73" name="Freeform: Shape 5272">
                <a:extLst>
                  <a:ext uri="{FF2B5EF4-FFF2-40B4-BE49-F238E27FC236}">
                    <a16:creationId xmlns:a16="http://schemas.microsoft.com/office/drawing/2014/main" id="{44A087D7-48BA-BB80-4160-B57DF00AE374}"/>
                  </a:ext>
                </a:extLst>
              </p:cNvPr>
              <p:cNvSpPr/>
              <p:nvPr/>
            </p:nvSpPr>
            <p:spPr>
              <a:xfrm>
                <a:off x="3655479" y="5714245"/>
                <a:ext cx="6343" cy="6345"/>
              </a:xfrm>
              <a:custGeom>
                <a:avLst/>
                <a:gdLst>
                  <a:gd name="connsiteX0" fmla="*/ 3393 w 6343"/>
                  <a:gd name="connsiteY0" fmla="*/ 6522 h 6345"/>
                  <a:gd name="connsiteX1" fmla="*/ 5635 w 6343"/>
                  <a:gd name="connsiteY1" fmla="*/ 5592 h 6345"/>
                  <a:gd name="connsiteX2" fmla="*/ 6564 w 6343"/>
                  <a:gd name="connsiteY2" fmla="*/ 3349 h 6345"/>
                  <a:gd name="connsiteX3" fmla="*/ 5635 w 6343"/>
                  <a:gd name="connsiteY3" fmla="*/ 1105 h 6345"/>
                  <a:gd name="connsiteX4" fmla="*/ 3393 w 6343"/>
                  <a:gd name="connsiteY4" fmla="*/ 176 h 6345"/>
                  <a:gd name="connsiteX5" fmla="*/ 1150 w 6343"/>
                  <a:gd name="connsiteY5" fmla="*/ 1105 h 6345"/>
                  <a:gd name="connsiteX6" fmla="*/ 221 w 6343"/>
                  <a:gd name="connsiteY6" fmla="*/ 3349 h 6345"/>
                  <a:gd name="connsiteX7" fmla="*/ 1150 w 6343"/>
                  <a:gd name="connsiteY7" fmla="*/ 5592 h 6345"/>
                  <a:gd name="connsiteX8" fmla="*/ 3393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22"/>
                    </a:moveTo>
                    <a:cubicBezTo>
                      <a:pt x="4234" y="6522"/>
                      <a:pt x="5040" y="6187"/>
                      <a:pt x="5635" y="5592"/>
                    </a:cubicBezTo>
                    <a:cubicBezTo>
                      <a:pt x="6230" y="4997"/>
                      <a:pt x="6564" y="4190"/>
                      <a:pt x="6564" y="3349"/>
                    </a:cubicBezTo>
                    <a:cubicBezTo>
                      <a:pt x="6564" y="2507"/>
                      <a:pt x="6230" y="1700"/>
                      <a:pt x="5635" y="1105"/>
                    </a:cubicBezTo>
                    <a:cubicBezTo>
                      <a:pt x="5040" y="510"/>
                      <a:pt x="4234" y="176"/>
                      <a:pt x="3393" y="176"/>
                    </a:cubicBezTo>
                    <a:cubicBezTo>
                      <a:pt x="2551" y="176"/>
                      <a:pt x="1745" y="510"/>
                      <a:pt x="1150" y="1105"/>
                    </a:cubicBezTo>
                    <a:cubicBezTo>
                      <a:pt x="555" y="1700"/>
                      <a:pt x="221" y="2507"/>
                      <a:pt x="221" y="3349"/>
                    </a:cubicBezTo>
                    <a:cubicBezTo>
                      <a:pt x="221" y="4190"/>
                      <a:pt x="555" y="4997"/>
                      <a:pt x="1150" y="5592"/>
                    </a:cubicBezTo>
                    <a:cubicBezTo>
                      <a:pt x="1745" y="6187"/>
                      <a:pt x="2551" y="6522"/>
                      <a:pt x="3393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74" name="Freeform: Shape 5273">
                <a:extLst>
                  <a:ext uri="{FF2B5EF4-FFF2-40B4-BE49-F238E27FC236}">
                    <a16:creationId xmlns:a16="http://schemas.microsoft.com/office/drawing/2014/main" id="{D50322C7-F5C9-9029-492A-15D45B799049}"/>
                  </a:ext>
                </a:extLst>
              </p:cNvPr>
              <p:cNvSpPr/>
              <p:nvPr/>
            </p:nvSpPr>
            <p:spPr>
              <a:xfrm>
                <a:off x="3655383" y="5712885"/>
                <a:ext cx="6343" cy="6345"/>
              </a:xfrm>
              <a:custGeom>
                <a:avLst/>
                <a:gdLst>
                  <a:gd name="connsiteX0" fmla="*/ 3393 w 6343"/>
                  <a:gd name="connsiteY0" fmla="*/ 6521 h 6345"/>
                  <a:gd name="connsiteX1" fmla="*/ 5635 w 6343"/>
                  <a:gd name="connsiteY1" fmla="*/ 5592 h 6345"/>
                  <a:gd name="connsiteX2" fmla="*/ 6564 w 6343"/>
                  <a:gd name="connsiteY2" fmla="*/ 3349 h 6345"/>
                  <a:gd name="connsiteX3" fmla="*/ 5635 w 6343"/>
                  <a:gd name="connsiteY3" fmla="*/ 1105 h 6345"/>
                  <a:gd name="connsiteX4" fmla="*/ 3393 w 6343"/>
                  <a:gd name="connsiteY4" fmla="*/ 176 h 6345"/>
                  <a:gd name="connsiteX5" fmla="*/ 1150 w 6343"/>
                  <a:gd name="connsiteY5" fmla="*/ 1105 h 6345"/>
                  <a:gd name="connsiteX6" fmla="*/ 221 w 6343"/>
                  <a:gd name="connsiteY6" fmla="*/ 3349 h 6345"/>
                  <a:gd name="connsiteX7" fmla="*/ 1150 w 6343"/>
                  <a:gd name="connsiteY7" fmla="*/ 5592 h 6345"/>
                  <a:gd name="connsiteX8" fmla="*/ 3393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21"/>
                    </a:moveTo>
                    <a:cubicBezTo>
                      <a:pt x="4234" y="6521"/>
                      <a:pt x="5040" y="6187"/>
                      <a:pt x="5635" y="5592"/>
                    </a:cubicBezTo>
                    <a:cubicBezTo>
                      <a:pt x="6230" y="4997"/>
                      <a:pt x="6564" y="4190"/>
                      <a:pt x="6564" y="3349"/>
                    </a:cubicBezTo>
                    <a:cubicBezTo>
                      <a:pt x="6564" y="2507"/>
                      <a:pt x="6230" y="1700"/>
                      <a:pt x="5635" y="1105"/>
                    </a:cubicBezTo>
                    <a:cubicBezTo>
                      <a:pt x="5040" y="510"/>
                      <a:pt x="4234" y="176"/>
                      <a:pt x="3393" y="176"/>
                    </a:cubicBezTo>
                    <a:cubicBezTo>
                      <a:pt x="2551" y="176"/>
                      <a:pt x="1745" y="510"/>
                      <a:pt x="1150" y="1105"/>
                    </a:cubicBezTo>
                    <a:cubicBezTo>
                      <a:pt x="555" y="1700"/>
                      <a:pt x="221" y="2507"/>
                      <a:pt x="221" y="3349"/>
                    </a:cubicBezTo>
                    <a:cubicBezTo>
                      <a:pt x="221" y="4190"/>
                      <a:pt x="555" y="4997"/>
                      <a:pt x="1150" y="5592"/>
                    </a:cubicBezTo>
                    <a:cubicBezTo>
                      <a:pt x="1745" y="6187"/>
                      <a:pt x="2551" y="6521"/>
                      <a:pt x="3393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75" name="Freeform: Shape 5274">
                <a:extLst>
                  <a:ext uri="{FF2B5EF4-FFF2-40B4-BE49-F238E27FC236}">
                    <a16:creationId xmlns:a16="http://schemas.microsoft.com/office/drawing/2014/main" id="{27FC7833-2F6A-7734-E9CC-B89C30DAE98D}"/>
                  </a:ext>
                </a:extLst>
              </p:cNvPr>
              <p:cNvSpPr/>
              <p:nvPr/>
            </p:nvSpPr>
            <p:spPr>
              <a:xfrm>
                <a:off x="3655388" y="5711534"/>
                <a:ext cx="6343" cy="6345"/>
              </a:xfrm>
              <a:custGeom>
                <a:avLst/>
                <a:gdLst>
                  <a:gd name="connsiteX0" fmla="*/ 3393 w 6343"/>
                  <a:gd name="connsiteY0" fmla="*/ 6521 h 6345"/>
                  <a:gd name="connsiteX1" fmla="*/ 5635 w 6343"/>
                  <a:gd name="connsiteY1" fmla="*/ 5592 h 6345"/>
                  <a:gd name="connsiteX2" fmla="*/ 6564 w 6343"/>
                  <a:gd name="connsiteY2" fmla="*/ 3349 h 6345"/>
                  <a:gd name="connsiteX3" fmla="*/ 5635 w 6343"/>
                  <a:gd name="connsiteY3" fmla="*/ 1105 h 6345"/>
                  <a:gd name="connsiteX4" fmla="*/ 3393 w 6343"/>
                  <a:gd name="connsiteY4" fmla="*/ 176 h 6345"/>
                  <a:gd name="connsiteX5" fmla="*/ 1150 w 6343"/>
                  <a:gd name="connsiteY5" fmla="*/ 1105 h 6345"/>
                  <a:gd name="connsiteX6" fmla="*/ 221 w 6343"/>
                  <a:gd name="connsiteY6" fmla="*/ 3349 h 6345"/>
                  <a:gd name="connsiteX7" fmla="*/ 1150 w 6343"/>
                  <a:gd name="connsiteY7" fmla="*/ 5592 h 6345"/>
                  <a:gd name="connsiteX8" fmla="*/ 3393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21"/>
                    </a:moveTo>
                    <a:cubicBezTo>
                      <a:pt x="4234" y="6521"/>
                      <a:pt x="5040" y="6187"/>
                      <a:pt x="5635" y="5592"/>
                    </a:cubicBezTo>
                    <a:cubicBezTo>
                      <a:pt x="6230" y="4997"/>
                      <a:pt x="6564" y="4190"/>
                      <a:pt x="6564" y="3349"/>
                    </a:cubicBezTo>
                    <a:cubicBezTo>
                      <a:pt x="6564" y="2507"/>
                      <a:pt x="6230" y="1700"/>
                      <a:pt x="5635" y="1105"/>
                    </a:cubicBezTo>
                    <a:cubicBezTo>
                      <a:pt x="5040" y="510"/>
                      <a:pt x="4234" y="176"/>
                      <a:pt x="3393" y="176"/>
                    </a:cubicBezTo>
                    <a:cubicBezTo>
                      <a:pt x="2551" y="176"/>
                      <a:pt x="1745" y="510"/>
                      <a:pt x="1150" y="1105"/>
                    </a:cubicBezTo>
                    <a:cubicBezTo>
                      <a:pt x="555" y="1700"/>
                      <a:pt x="221" y="2507"/>
                      <a:pt x="221" y="3349"/>
                    </a:cubicBezTo>
                    <a:cubicBezTo>
                      <a:pt x="221" y="4190"/>
                      <a:pt x="555" y="4997"/>
                      <a:pt x="1150" y="5592"/>
                    </a:cubicBezTo>
                    <a:cubicBezTo>
                      <a:pt x="1745" y="6187"/>
                      <a:pt x="2551" y="6521"/>
                      <a:pt x="3393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76" name="Freeform: Shape 5275">
                <a:extLst>
                  <a:ext uri="{FF2B5EF4-FFF2-40B4-BE49-F238E27FC236}">
                    <a16:creationId xmlns:a16="http://schemas.microsoft.com/office/drawing/2014/main" id="{4AC8BF1B-A85C-1508-A973-FC8037E15CB0}"/>
                  </a:ext>
                </a:extLst>
              </p:cNvPr>
              <p:cNvSpPr/>
              <p:nvPr/>
            </p:nvSpPr>
            <p:spPr>
              <a:xfrm>
                <a:off x="3654940" y="5710128"/>
                <a:ext cx="6343" cy="6345"/>
              </a:xfrm>
              <a:custGeom>
                <a:avLst/>
                <a:gdLst>
                  <a:gd name="connsiteX0" fmla="*/ 3392 w 6343"/>
                  <a:gd name="connsiteY0" fmla="*/ 6521 h 6345"/>
                  <a:gd name="connsiteX1" fmla="*/ 5635 w 6343"/>
                  <a:gd name="connsiteY1" fmla="*/ 5592 h 6345"/>
                  <a:gd name="connsiteX2" fmla="*/ 6564 w 6343"/>
                  <a:gd name="connsiteY2" fmla="*/ 3348 h 6345"/>
                  <a:gd name="connsiteX3" fmla="*/ 5635 w 6343"/>
                  <a:gd name="connsiteY3" fmla="*/ 1105 h 6345"/>
                  <a:gd name="connsiteX4" fmla="*/ 3392 w 6343"/>
                  <a:gd name="connsiteY4" fmla="*/ 176 h 6345"/>
                  <a:gd name="connsiteX5" fmla="*/ 1150 w 6343"/>
                  <a:gd name="connsiteY5" fmla="*/ 1105 h 6345"/>
                  <a:gd name="connsiteX6" fmla="*/ 221 w 6343"/>
                  <a:gd name="connsiteY6" fmla="*/ 3348 h 6345"/>
                  <a:gd name="connsiteX7" fmla="*/ 1150 w 6343"/>
                  <a:gd name="connsiteY7" fmla="*/ 5592 h 6345"/>
                  <a:gd name="connsiteX8" fmla="*/ 3392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1"/>
                    </a:moveTo>
                    <a:cubicBezTo>
                      <a:pt x="4234" y="6521"/>
                      <a:pt x="5040" y="6187"/>
                      <a:pt x="5635" y="5592"/>
                    </a:cubicBezTo>
                    <a:cubicBezTo>
                      <a:pt x="6230" y="4997"/>
                      <a:pt x="6564" y="4190"/>
                      <a:pt x="6564" y="3348"/>
                    </a:cubicBezTo>
                    <a:cubicBezTo>
                      <a:pt x="6564" y="2507"/>
                      <a:pt x="6230" y="1700"/>
                      <a:pt x="5635" y="1105"/>
                    </a:cubicBezTo>
                    <a:cubicBezTo>
                      <a:pt x="5040" y="510"/>
                      <a:pt x="4234" y="176"/>
                      <a:pt x="3392" y="176"/>
                    </a:cubicBezTo>
                    <a:cubicBezTo>
                      <a:pt x="2551" y="176"/>
                      <a:pt x="1745" y="510"/>
                      <a:pt x="1150" y="1105"/>
                    </a:cubicBezTo>
                    <a:cubicBezTo>
                      <a:pt x="555" y="1700"/>
                      <a:pt x="221" y="2507"/>
                      <a:pt x="221" y="3348"/>
                    </a:cubicBezTo>
                    <a:cubicBezTo>
                      <a:pt x="221" y="4190"/>
                      <a:pt x="555" y="4997"/>
                      <a:pt x="1150" y="5592"/>
                    </a:cubicBezTo>
                    <a:cubicBezTo>
                      <a:pt x="1745" y="6187"/>
                      <a:pt x="2551" y="6521"/>
                      <a:pt x="3392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77" name="Freeform: Shape 5276">
                <a:extLst>
                  <a:ext uri="{FF2B5EF4-FFF2-40B4-BE49-F238E27FC236}">
                    <a16:creationId xmlns:a16="http://schemas.microsoft.com/office/drawing/2014/main" id="{4CDD7446-4054-4928-1829-9A58B268AE18}"/>
                  </a:ext>
                </a:extLst>
              </p:cNvPr>
              <p:cNvSpPr/>
              <p:nvPr/>
            </p:nvSpPr>
            <p:spPr>
              <a:xfrm>
                <a:off x="3655515" y="5708841"/>
                <a:ext cx="6343" cy="6345"/>
              </a:xfrm>
              <a:custGeom>
                <a:avLst/>
                <a:gdLst>
                  <a:gd name="connsiteX0" fmla="*/ 3393 w 6343"/>
                  <a:gd name="connsiteY0" fmla="*/ 6521 h 6345"/>
                  <a:gd name="connsiteX1" fmla="*/ 5635 w 6343"/>
                  <a:gd name="connsiteY1" fmla="*/ 5592 h 6345"/>
                  <a:gd name="connsiteX2" fmla="*/ 6564 w 6343"/>
                  <a:gd name="connsiteY2" fmla="*/ 3348 h 6345"/>
                  <a:gd name="connsiteX3" fmla="*/ 5635 w 6343"/>
                  <a:gd name="connsiteY3" fmla="*/ 1105 h 6345"/>
                  <a:gd name="connsiteX4" fmla="*/ 3393 w 6343"/>
                  <a:gd name="connsiteY4" fmla="*/ 176 h 6345"/>
                  <a:gd name="connsiteX5" fmla="*/ 1150 w 6343"/>
                  <a:gd name="connsiteY5" fmla="*/ 1105 h 6345"/>
                  <a:gd name="connsiteX6" fmla="*/ 221 w 6343"/>
                  <a:gd name="connsiteY6" fmla="*/ 3348 h 6345"/>
                  <a:gd name="connsiteX7" fmla="*/ 1150 w 6343"/>
                  <a:gd name="connsiteY7" fmla="*/ 5592 h 6345"/>
                  <a:gd name="connsiteX8" fmla="*/ 3393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21"/>
                    </a:moveTo>
                    <a:cubicBezTo>
                      <a:pt x="4234" y="6521"/>
                      <a:pt x="5040" y="6187"/>
                      <a:pt x="5635" y="5592"/>
                    </a:cubicBezTo>
                    <a:cubicBezTo>
                      <a:pt x="6230" y="4997"/>
                      <a:pt x="6564" y="4190"/>
                      <a:pt x="6564" y="3348"/>
                    </a:cubicBezTo>
                    <a:cubicBezTo>
                      <a:pt x="6564" y="2507"/>
                      <a:pt x="6230" y="1700"/>
                      <a:pt x="5635" y="1105"/>
                    </a:cubicBezTo>
                    <a:cubicBezTo>
                      <a:pt x="5040" y="510"/>
                      <a:pt x="4234" y="176"/>
                      <a:pt x="3393" y="176"/>
                    </a:cubicBezTo>
                    <a:cubicBezTo>
                      <a:pt x="2551" y="176"/>
                      <a:pt x="1745" y="510"/>
                      <a:pt x="1150" y="1105"/>
                    </a:cubicBezTo>
                    <a:cubicBezTo>
                      <a:pt x="555" y="1700"/>
                      <a:pt x="221" y="2507"/>
                      <a:pt x="221" y="3348"/>
                    </a:cubicBezTo>
                    <a:cubicBezTo>
                      <a:pt x="221" y="4190"/>
                      <a:pt x="555" y="4997"/>
                      <a:pt x="1150" y="5592"/>
                    </a:cubicBezTo>
                    <a:cubicBezTo>
                      <a:pt x="1745" y="6187"/>
                      <a:pt x="2551" y="6521"/>
                      <a:pt x="3393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78" name="Freeform: Shape 5277">
                <a:extLst>
                  <a:ext uri="{FF2B5EF4-FFF2-40B4-BE49-F238E27FC236}">
                    <a16:creationId xmlns:a16="http://schemas.microsoft.com/office/drawing/2014/main" id="{DF8F3650-8E6B-D0C4-EB74-69C1BFE3F096}"/>
                  </a:ext>
                </a:extLst>
              </p:cNvPr>
              <p:cNvSpPr/>
              <p:nvPr/>
            </p:nvSpPr>
            <p:spPr>
              <a:xfrm>
                <a:off x="3654716" y="5707381"/>
                <a:ext cx="6343" cy="6345"/>
              </a:xfrm>
              <a:custGeom>
                <a:avLst/>
                <a:gdLst>
                  <a:gd name="connsiteX0" fmla="*/ 3392 w 6343"/>
                  <a:gd name="connsiteY0" fmla="*/ 6521 h 6345"/>
                  <a:gd name="connsiteX1" fmla="*/ 5635 w 6343"/>
                  <a:gd name="connsiteY1" fmla="*/ 5592 h 6345"/>
                  <a:gd name="connsiteX2" fmla="*/ 6564 w 6343"/>
                  <a:gd name="connsiteY2" fmla="*/ 3348 h 6345"/>
                  <a:gd name="connsiteX3" fmla="*/ 5635 w 6343"/>
                  <a:gd name="connsiteY3" fmla="*/ 1105 h 6345"/>
                  <a:gd name="connsiteX4" fmla="*/ 3392 w 6343"/>
                  <a:gd name="connsiteY4" fmla="*/ 176 h 6345"/>
                  <a:gd name="connsiteX5" fmla="*/ 1150 w 6343"/>
                  <a:gd name="connsiteY5" fmla="*/ 1105 h 6345"/>
                  <a:gd name="connsiteX6" fmla="*/ 221 w 6343"/>
                  <a:gd name="connsiteY6" fmla="*/ 3348 h 6345"/>
                  <a:gd name="connsiteX7" fmla="*/ 1150 w 6343"/>
                  <a:gd name="connsiteY7" fmla="*/ 5592 h 6345"/>
                  <a:gd name="connsiteX8" fmla="*/ 3392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1"/>
                    </a:moveTo>
                    <a:cubicBezTo>
                      <a:pt x="4234" y="6521"/>
                      <a:pt x="5040" y="6187"/>
                      <a:pt x="5635" y="5592"/>
                    </a:cubicBezTo>
                    <a:cubicBezTo>
                      <a:pt x="6230" y="4997"/>
                      <a:pt x="6564" y="4190"/>
                      <a:pt x="6564" y="3348"/>
                    </a:cubicBezTo>
                    <a:cubicBezTo>
                      <a:pt x="6564" y="2507"/>
                      <a:pt x="6230" y="1700"/>
                      <a:pt x="5635" y="1105"/>
                    </a:cubicBezTo>
                    <a:cubicBezTo>
                      <a:pt x="5040" y="510"/>
                      <a:pt x="4234" y="176"/>
                      <a:pt x="3392" y="176"/>
                    </a:cubicBezTo>
                    <a:cubicBezTo>
                      <a:pt x="2551" y="176"/>
                      <a:pt x="1745" y="510"/>
                      <a:pt x="1150" y="1105"/>
                    </a:cubicBezTo>
                    <a:cubicBezTo>
                      <a:pt x="555" y="1700"/>
                      <a:pt x="221" y="2507"/>
                      <a:pt x="221" y="3348"/>
                    </a:cubicBezTo>
                    <a:cubicBezTo>
                      <a:pt x="221" y="4190"/>
                      <a:pt x="555" y="4997"/>
                      <a:pt x="1150" y="5592"/>
                    </a:cubicBezTo>
                    <a:cubicBezTo>
                      <a:pt x="1745" y="6187"/>
                      <a:pt x="2551" y="6521"/>
                      <a:pt x="3392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79" name="Freeform: Shape 5278">
                <a:extLst>
                  <a:ext uri="{FF2B5EF4-FFF2-40B4-BE49-F238E27FC236}">
                    <a16:creationId xmlns:a16="http://schemas.microsoft.com/office/drawing/2014/main" id="{E778CA20-32F6-2702-5E4D-A3BEF6DE2854}"/>
                  </a:ext>
                </a:extLst>
              </p:cNvPr>
              <p:cNvSpPr/>
              <p:nvPr/>
            </p:nvSpPr>
            <p:spPr>
              <a:xfrm>
                <a:off x="3654203" y="5705947"/>
                <a:ext cx="6343" cy="6345"/>
              </a:xfrm>
              <a:custGeom>
                <a:avLst/>
                <a:gdLst>
                  <a:gd name="connsiteX0" fmla="*/ 3392 w 6343"/>
                  <a:gd name="connsiteY0" fmla="*/ 6521 h 6345"/>
                  <a:gd name="connsiteX1" fmla="*/ 5635 w 6343"/>
                  <a:gd name="connsiteY1" fmla="*/ 5592 h 6345"/>
                  <a:gd name="connsiteX2" fmla="*/ 6564 w 6343"/>
                  <a:gd name="connsiteY2" fmla="*/ 3348 h 6345"/>
                  <a:gd name="connsiteX3" fmla="*/ 5635 w 6343"/>
                  <a:gd name="connsiteY3" fmla="*/ 1105 h 6345"/>
                  <a:gd name="connsiteX4" fmla="*/ 3392 w 6343"/>
                  <a:gd name="connsiteY4" fmla="*/ 175 h 6345"/>
                  <a:gd name="connsiteX5" fmla="*/ 1150 w 6343"/>
                  <a:gd name="connsiteY5" fmla="*/ 1105 h 6345"/>
                  <a:gd name="connsiteX6" fmla="*/ 221 w 6343"/>
                  <a:gd name="connsiteY6" fmla="*/ 3348 h 6345"/>
                  <a:gd name="connsiteX7" fmla="*/ 1150 w 6343"/>
                  <a:gd name="connsiteY7" fmla="*/ 5592 h 6345"/>
                  <a:gd name="connsiteX8" fmla="*/ 3392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1"/>
                    </a:moveTo>
                    <a:cubicBezTo>
                      <a:pt x="4234" y="6521"/>
                      <a:pt x="5040" y="6187"/>
                      <a:pt x="5635" y="5592"/>
                    </a:cubicBezTo>
                    <a:cubicBezTo>
                      <a:pt x="6230" y="4997"/>
                      <a:pt x="6564" y="4190"/>
                      <a:pt x="6564" y="3348"/>
                    </a:cubicBezTo>
                    <a:cubicBezTo>
                      <a:pt x="6564" y="2507"/>
                      <a:pt x="6230" y="1700"/>
                      <a:pt x="5635" y="1105"/>
                    </a:cubicBezTo>
                    <a:cubicBezTo>
                      <a:pt x="5040" y="510"/>
                      <a:pt x="4234" y="175"/>
                      <a:pt x="3392" y="175"/>
                    </a:cubicBezTo>
                    <a:cubicBezTo>
                      <a:pt x="2551" y="175"/>
                      <a:pt x="1745" y="510"/>
                      <a:pt x="1150" y="1105"/>
                    </a:cubicBezTo>
                    <a:cubicBezTo>
                      <a:pt x="555" y="1700"/>
                      <a:pt x="221" y="2507"/>
                      <a:pt x="221" y="3348"/>
                    </a:cubicBezTo>
                    <a:cubicBezTo>
                      <a:pt x="221" y="4190"/>
                      <a:pt x="555" y="4997"/>
                      <a:pt x="1150" y="5592"/>
                    </a:cubicBezTo>
                    <a:cubicBezTo>
                      <a:pt x="1745" y="6187"/>
                      <a:pt x="2551" y="6521"/>
                      <a:pt x="3392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80" name="Freeform: Shape 5279">
                <a:extLst>
                  <a:ext uri="{FF2B5EF4-FFF2-40B4-BE49-F238E27FC236}">
                    <a16:creationId xmlns:a16="http://schemas.microsoft.com/office/drawing/2014/main" id="{6C58A856-865A-29E4-0553-D9532A9F3E32}"/>
                  </a:ext>
                </a:extLst>
              </p:cNvPr>
              <p:cNvSpPr/>
              <p:nvPr/>
            </p:nvSpPr>
            <p:spPr>
              <a:xfrm>
                <a:off x="3653608" y="5704494"/>
                <a:ext cx="6343" cy="6345"/>
              </a:xfrm>
              <a:custGeom>
                <a:avLst/>
                <a:gdLst>
                  <a:gd name="connsiteX0" fmla="*/ 3392 w 6343"/>
                  <a:gd name="connsiteY0" fmla="*/ 6521 h 6345"/>
                  <a:gd name="connsiteX1" fmla="*/ 5635 w 6343"/>
                  <a:gd name="connsiteY1" fmla="*/ 5591 h 6345"/>
                  <a:gd name="connsiteX2" fmla="*/ 6564 w 6343"/>
                  <a:gd name="connsiteY2" fmla="*/ 3348 h 6345"/>
                  <a:gd name="connsiteX3" fmla="*/ 5635 w 6343"/>
                  <a:gd name="connsiteY3" fmla="*/ 1105 h 6345"/>
                  <a:gd name="connsiteX4" fmla="*/ 3392 w 6343"/>
                  <a:gd name="connsiteY4" fmla="*/ 175 h 6345"/>
                  <a:gd name="connsiteX5" fmla="*/ 1150 w 6343"/>
                  <a:gd name="connsiteY5" fmla="*/ 1105 h 6345"/>
                  <a:gd name="connsiteX6" fmla="*/ 221 w 6343"/>
                  <a:gd name="connsiteY6" fmla="*/ 3348 h 6345"/>
                  <a:gd name="connsiteX7" fmla="*/ 1150 w 6343"/>
                  <a:gd name="connsiteY7" fmla="*/ 5591 h 6345"/>
                  <a:gd name="connsiteX8" fmla="*/ 3392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1"/>
                    </a:moveTo>
                    <a:cubicBezTo>
                      <a:pt x="4233" y="6521"/>
                      <a:pt x="5040" y="6186"/>
                      <a:pt x="5635" y="5591"/>
                    </a:cubicBezTo>
                    <a:cubicBezTo>
                      <a:pt x="6230" y="4997"/>
                      <a:pt x="6564" y="4189"/>
                      <a:pt x="6564" y="3348"/>
                    </a:cubicBezTo>
                    <a:cubicBezTo>
                      <a:pt x="6564" y="2507"/>
                      <a:pt x="6230" y="1700"/>
                      <a:pt x="5635" y="1105"/>
                    </a:cubicBezTo>
                    <a:cubicBezTo>
                      <a:pt x="5040" y="510"/>
                      <a:pt x="4233" y="175"/>
                      <a:pt x="3392" y="175"/>
                    </a:cubicBezTo>
                    <a:cubicBezTo>
                      <a:pt x="2551" y="175"/>
                      <a:pt x="1745" y="510"/>
                      <a:pt x="1150" y="1105"/>
                    </a:cubicBezTo>
                    <a:cubicBezTo>
                      <a:pt x="555" y="1700"/>
                      <a:pt x="221" y="2507"/>
                      <a:pt x="221" y="3348"/>
                    </a:cubicBezTo>
                    <a:cubicBezTo>
                      <a:pt x="221" y="4189"/>
                      <a:pt x="555" y="4997"/>
                      <a:pt x="1150" y="5591"/>
                    </a:cubicBezTo>
                    <a:cubicBezTo>
                      <a:pt x="1745" y="6186"/>
                      <a:pt x="2551" y="6521"/>
                      <a:pt x="3392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81" name="Freeform: Shape 5280">
                <a:extLst>
                  <a:ext uri="{FF2B5EF4-FFF2-40B4-BE49-F238E27FC236}">
                    <a16:creationId xmlns:a16="http://schemas.microsoft.com/office/drawing/2014/main" id="{16066E9B-F76B-3323-FA28-8E947CF93B07}"/>
                  </a:ext>
                </a:extLst>
              </p:cNvPr>
              <p:cNvSpPr/>
              <p:nvPr/>
            </p:nvSpPr>
            <p:spPr>
              <a:xfrm>
                <a:off x="3653941" y="5703168"/>
                <a:ext cx="6343" cy="6345"/>
              </a:xfrm>
              <a:custGeom>
                <a:avLst/>
                <a:gdLst>
                  <a:gd name="connsiteX0" fmla="*/ 3392 w 6343"/>
                  <a:gd name="connsiteY0" fmla="*/ 6521 h 6345"/>
                  <a:gd name="connsiteX1" fmla="*/ 5635 w 6343"/>
                  <a:gd name="connsiteY1" fmla="*/ 5591 h 6345"/>
                  <a:gd name="connsiteX2" fmla="*/ 6564 w 6343"/>
                  <a:gd name="connsiteY2" fmla="*/ 3348 h 6345"/>
                  <a:gd name="connsiteX3" fmla="*/ 5635 w 6343"/>
                  <a:gd name="connsiteY3" fmla="*/ 1104 h 6345"/>
                  <a:gd name="connsiteX4" fmla="*/ 3392 w 6343"/>
                  <a:gd name="connsiteY4" fmla="*/ 175 h 6345"/>
                  <a:gd name="connsiteX5" fmla="*/ 1150 w 6343"/>
                  <a:gd name="connsiteY5" fmla="*/ 1104 h 6345"/>
                  <a:gd name="connsiteX6" fmla="*/ 221 w 6343"/>
                  <a:gd name="connsiteY6" fmla="*/ 3348 h 6345"/>
                  <a:gd name="connsiteX7" fmla="*/ 1150 w 6343"/>
                  <a:gd name="connsiteY7" fmla="*/ 5591 h 6345"/>
                  <a:gd name="connsiteX8" fmla="*/ 3392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1"/>
                    </a:moveTo>
                    <a:cubicBezTo>
                      <a:pt x="4234" y="6521"/>
                      <a:pt x="5040" y="6186"/>
                      <a:pt x="5635" y="5591"/>
                    </a:cubicBezTo>
                    <a:cubicBezTo>
                      <a:pt x="6230" y="4996"/>
                      <a:pt x="6564" y="4189"/>
                      <a:pt x="6564" y="3348"/>
                    </a:cubicBezTo>
                    <a:cubicBezTo>
                      <a:pt x="6564" y="2507"/>
                      <a:pt x="6230" y="1699"/>
                      <a:pt x="5635" y="1104"/>
                    </a:cubicBezTo>
                    <a:cubicBezTo>
                      <a:pt x="5040" y="510"/>
                      <a:pt x="4234" y="175"/>
                      <a:pt x="3392" y="175"/>
                    </a:cubicBezTo>
                    <a:cubicBezTo>
                      <a:pt x="2551" y="175"/>
                      <a:pt x="1745" y="510"/>
                      <a:pt x="1150" y="1104"/>
                    </a:cubicBezTo>
                    <a:cubicBezTo>
                      <a:pt x="555" y="1699"/>
                      <a:pt x="221" y="2507"/>
                      <a:pt x="221" y="3348"/>
                    </a:cubicBezTo>
                    <a:cubicBezTo>
                      <a:pt x="221" y="4189"/>
                      <a:pt x="555" y="4996"/>
                      <a:pt x="1150" y="5591"/>
                    </a:cubicBezTo>
                    <a:cubicBezTo>
                      <a:pt x="1745" y="6186"/>
                      <a:pt x="2551" y="6521"/>
                      <a:pt x="3392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82" name="Freeform: Shape 5281">
                <a:extLst>
                  <a:ext uri="{FF2B5EF4-FFF2-40B4-BE49-F238E27FC236}">
                    <a16:creationId xmlns:a16="http://schemas.microsoft.com/office/drawing/2014/main" id="{288A937E-F837-B2E2-58D2-F991F6F5625C}"/>
                  </a:ext>
                </a:extLst>
              </p:cNvPr>
              <p:cNvSpPr/>
              <p:nvPr/>
            </p:nvSpPr>
            <p:spPr>
              <a:xfrm>
                <a:off x="3654098" y="5701816"/>
                <a:ext cx="6343" cy="6345"/>
              </a:xfrm>
              <a:custGeom>
                <a:avLst/>
                <a:gdLst>
                  <a:gd name="connsiteX0" fmla="*/ 3392 w 6343"/>
                  <a:gd name="connsiteY0" fmla="*/ 6521 h 6345"/>
                  <a:gd name="connsiteX1" fmla="*/ 5635 w 6343"/>
                  <a:gd name="connsiteY1" fmla="*/ 5591 h 6345"/>
                  <a:gd name="connsiteX2" fmla="*/ 6564 w 6343"/>
                  <a:gd name="connsiteY2" fmla="*/ 3348 h 6345"/>
                  <a:gd name="connsiteX3" fmla="*/ 5635 w 6343"/>
                  <a:gd name="connsiteY3" fmla="*/ 1104 h 6345"/>
                  <a:gd name="connsiteX4" fmla="*/ 3392 w 6343"/>
                  <a:gd name="connsiteY4" fmla="*/ 175 h 6345"/>
                  <a:gd name="connsiteX5" fmla="*/ 1150 w 6343"/>
                  <a:gd name="connsiteY5" fmla="*/ 1104 h 6345"/>
                  <a:gd name="connsiteX6" fmla="*/ 221 w 6343"/>
                  <a:gd name="connsiteY6" fmla="*/ 3348 h 6345"/>
                  <a:gd name="connsiteX7" fmla="*/ 1150 w 6343"/>
                  <a:gd name="connsiteY7" fmla="*/ 5591 h 6345"/>
                  <a:gd name="connsiteX8" fmla="*/ 3392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1"/>
                    </a:moveTo>
                    <a:cubicBezTo>
                      <a:pt x="4234" y="6521"/>
                      <a:pt x="5040" y="6186"/>
                      <a:pt x="5635" y="5591"/>
                    </a:cubicBezTo>
                    <a:cubicBezTo>
                      <a:pt x="6230" y="4996"/>
                      <a:pt x="6564" y="4189"/>
                      <a:pt x="6564" y="3348"/>
                    </a:cubicBezTo>
                    <a:cubicBezTo>
                      <a:pt x="6564" y="2506"/>
                      <a:pt x="6230" y="1699"/>
                      <a:pt x="5635" y="1104"/>
                    </a:cubicBezTo>
                    <a:cubicBezTo>
                      <a:pt x="5040" y="509"/>
                      <a:pt x="4234" y="175"/>
                      <a:pt x="3392" y="175"/>
                    </a:cubicBezTo>
                    <a:cubicBezTo>
                      <a:pt x="2551" y="175"/>
                      <a:pt x="1745" y="509"/>
                      <a:pt x="1150" y="1104"/>
                    </a:cubicBezTo>
                    <a:cubicBezTo>
                      <a:pt x="555" y="1699"/>
                      <a:pt x="221" y="2506"/>
                      <a:pt x="221" y="3348"/>
                    </a:cubicBezTo>
                    <a:cubicBezTo>
                      <a:pt x="221" y="4189"/>
                      <a:pt x="555" y="4996"/>
                      <a:pt x="1150" y="5591"/>
                    </a:cubicBezTo>
                    <a:cubicBezTo>
                      <a:pt x="1745" y="6186"/>
                      <a:pt x="2551" y="6521"/>
                      <a:pt x="3392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83" name="Freeform: Shape 5282">
                <a:extLst>
                  <a:ext uri="{FF2B5EF4-FFF2-40B4-BE49-F238E27FC236}">
                    <a16:creationId xmlns:a16="http://schemas.microsoft.com/office/drawing/2014/main" id="{2F9FA0CF-327C-CAF9-AF6F-E4D1111CE9D9}"/>
                  </a:ext>
                </a:extLst>
              </p:cNvPr>
              <p:cNvSpPr/>
              <p:nvPr/>
            </p:nvSpPr>
            <p:spPr>
              <a:xfrm>
                <a:off x="3653988" y="5700421"/>
                <a:ext cx="6343" cy="6345"/>
              </a:xfrm>
              <a:custGeom>
                <a:avLst/>
                <a:gdLst>
                  <a:gd name="connsiteX0" fmla="*/ 3392 w 6343"/>
                  <a:gd name="connsiteY0" fmla="*/ 6520 h 6345"/>
                  <a:gd name="connsiteX1" fmla="*/ 5635 w 6343"/>
                  <a:gd name="connsiteY1" fmla="*/ 5591 h 6345"/>
                  <a:gd name="connsiteX2" fmla="*/ 6564 w 6343"/>
                  <a:gd name="connsiteY2" fmla="*/ 3348 h 6345"/>
                  <a:gd name="connsiteX3" fmla="*/ 5635 w 6343"/>
                  <a:gd name="connsiteY3" fmla="*/ 1104 h 6345"/>
                  <a:gd name="connsiteX4" fmla="*/ 3392 w 6343"/>
                  <a:gd name="connsiteY4" fmla="*/ 175 h 6345"/>
                  <a:gd name="connsiteX5" fmla="*/ 1150 w 6343"/>
                  <a:gd name="connsiteY5" fmla="*/ 1104 h 6345"/>
                  <a:gd name="connsiteX6" fmla="*/ 221 w 6343"/>
                  <a:gd name="connsiteY6" fmla="*/ 3348 h 6345"/>
                  <a:gd name="connsiteX7" fmla="*/ 1150 w 6343"/>
                  <a:gd name="connsiteY7" fmla="*/ 5591 h 6345"/>
                  <a:gd name="connsiteX8" fmla="*/ 3392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0"/>
                    </a:moveTo>
                    <a:cubicBezTo>
                      <a:pt x="4234" y="6520"/>
                      <a:pt x="5040" y="6186"/>
                      <a:pt x="5635" y="5591"/>
                    </a:cubicBezTo>
                    <a:cubicBezTo>
                      <a:pt x="6230" y="4996"/>
                      <a:pt x="6564" y="4189"/>
                      <a:pt x="6564" y="3348"/>
                    </a:cubicBezTo>
                    <a:cubicBezTo>
                      <a:pt x="6564" y="2506"/>
                      <a:pt x="6230" y="1699"/>
                      <a:pt x="5635" y="1104"/>
                    </a:cubicBezTo>
                    <a:cubicBezTo>
                      <a:pt x="5040" y="509"/>
                      <a:pt x="4234" y="175"/>
                      <a:pt x="3392" y="175"/>
                    </a:cubicBezTo>
                    <a:cubicBezTo>
                      <a:pt x="2551" y="175"/>
                      <a:pt x="1745" y="509"/>
                      <a:pt x="1150" y="1104"/>
                    </a:cubicBezTo>
                    <a:cubicBezTo>
                      <a:pt x="555" y="1699"/>
                      <a:pt x="221" y="2506"/>
                      <a:pt x="221" y="3348"/>
                    </a:cubicBezTo>
                    <a:cubicBezTo>
                      <a:pt x="221" y="4189"/>
                      <a:pt x="555" y="4996"/>
                      <a:pt x="1150" y="5591"/>
                    </a:cubicBezTo>
                    <a:cubicBezTo>
                      <a:pt x="1745" y="6186"/>
                      <a:pt x="2551" y="6520"/>
                      <a:pt x="3392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84" name="Freeform: Shape 5283">
                <a:extLst>
                  <a:ext uri="{FF2B5EF4-FFF2-40B4-BE49-F238E27FC236}">
                    <a16:creationId xmlns:a16="http://schemas.microsoft.com/office/drawing/2014/main" id="{73B640D3-D7E4-50F6-E044-9A02B3958792}"/>
                  </a:ext>
                </a:extLst>
              </p:cNvPr>
              <p:cNvSpPr/>
              <p:nvPr/>
            </p:nvSpPr>
            <p:spPr>
              <a:xfrm>
                <a:off x="3654757" y="5699169"/>
                <a:ext cx="6343" cy="6345"/>
              </a:xfrm>
              <a:custGeom>
                <a:avLst/>
                <a:gdLst>
                  <a:gd name="connsiteX0" fmla="*/ 3392 w 6343"/>
                  <a:gd name="connsiteY0" fmla="*/ 6520 h 6345"/>
                  <a:gd name="connsiteX1" fmla="*/ 5635 w 6343"/>
                  <a:gd name="connsiteY1" fmla="*/ 5591 h 6345"/>
                  <a:gd name="connsiteX2" fmla="*/ 6564 w 6343"/>
                  <a:gd name="connsiteY2" fmla="*/ 3348 h 6345"/>
                  <a:gd name="connsiteX3" fmla="*/ 5635 w 6343"/>
                  <a:gd name="connsiteY3" fmla="*/ 1104 h 6345"/>
                  <a:gd name="connsiteX4" fmla="*/ 3392 w 6343"/>
                  <a:gd name="connsiteY4" fmla="*/ 175 h 6345"/>
                  <a:gd name="connsiteX5" fmla="*/ 1150 w 6343"/>
                  <a:gd name="connsiteY5" fmla="*/ 1104 h 6345"/>
                  <a:gd name="connsiteX6" fmla="*/ 221 w 6343"/>
                  <a:gd name="connsiteY6" fmla="*/ 3348 h 6345"/>
                  <a:gd name="connsiteX7" fmla="*/ 1150 w 6343"/>
                  <a:gd name="connsiteY7" fmla="*/ 5591 h 6345"/>
                  <a:gd name="connsiteX8" fmla="*/ 3392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0"/>
                    </a:moveTo>
                    <a:cubicBezTo>
                      <a:pt x="4234" y="6520"/>
                      <a:pt x="5040" y="6186"/>
                      <a:pt x="5635" y="5591"/>
                    </a:cubicBezTo>
                    <a:cubicBezTo>
                      <a:pt x="6230" y="4996"/>
                      <a:pt x="6564" y="4189"/>
                      <a:pt x="6564" y="3348"/>
                    </a:cubicBezTo>
                    <a:cubicBezTo>
                      <a:pt x="6564" y="2506"/>
                      <a:pt x="6230" y="1699"/>
                      <a:pt x="5635" y="1104"/>
                    </a:cubicBezTo>
                    <a:cubicBezTo>
                      <a:pt x="5040" y="509"/>
                      <a:pt x="4234" y="175"/>
                      <a:pt x="3392" y="175"/>
                    </a:cubicBezTo>
                    <a:cubicBezTo>
                      <a:pt x="2551" y="175"/>
                      <a:pt x="1745" y="509"/>
                      <a:pt x="1150" y="1104"/>
                    </a:cubicBezTo>
                    <a:cubicBezTo>
                      <a:pt x="555" y="1699"/>
                      <a:pt x="221" y="2506"/>
                      <a:pt x="221" y="3348"/>
                    </a:cubicBezTo>
                    <a:cubicBezTo>
                      <a:pt x="221" y="4189"/>
                      <a:pt x="555" y="4996"/>
                      <a:pt x="1150" y="5591"/>
                    </a:cubicBezTo>
                    <a:cubicBezTo>
                      <a:pt x="1745" y="6186"/>
                      <a:pt x="2551" y="6520"/>
                      <a:pt x="3392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85" name="Freeform: Shape 5284">
                <a:extLst>
                  <a:ext uri="{FF2B5EF4-FFF2-40B4-BE49-F238E27FC236}">
                    <a16:creationId xmlns:a16="http://schemas.microsoft.com/office/drawing/2014/main" id="{A66CDF7E-568C-93D8-2080-D595B094C509}"/>
                  </a:ext>
                </a:extLst>
              </p:cNvPr>
              <p:cNvSpPr/>
              <p:nvPr/>
            </p:nvSpPr>
            <p:spPr>
              <a:xfrm>
                <a:off x="3654528" y="5697750"/>
                <a:ext cx="6343" cy="6345"/>
              </a:xfrm>
              <a:custGeom>
                <a:avLst/>
                <a:gdLst>
                  <a:gd name="connsiteX0" fmla="*/ 3392 w 6343"/>
                  <a:gd name="connsiteY0" fmla="*/ 6520 h 6345"/>
                  <a:gd name="connsiteX1" fmla="*/ 5635 w 6343"/>
                  <a:gd name="connsiteY1" fmla="*/ 5591 h 6345"/>
                  <a:gd name="connsiteX2" fmla="*/ 6564 w 6343"/>
                  <a:gd name="connsiteY2" fmla="*/ 3348 h 6345"/>
                  <a:gd name="connsiteX3" fmla="*/ 5635 w 6343"/>
                  <a:gd name="connsiteY3" fmla="*/ 1104 h 6345"/>
                  <a:gd name="connsiteX4" fmla="*/ 3392 w 6343"/>
                  <a:gd name="connsiteY4" fmla="*/ 175 h 6345"/>
                  <a:gd name="connsiteX5" fmla="*/ 1150 w 6343"/>
                  <a:gd name="connsiteY5" fmla="*/ 1104 h 6345"/>
                  <a:gd name="connsiteX6" fmla="*/ 221 w 6343"/>
                  <a:gd name="connsiteY6" fmla="*/ 3348 h 6345"/>
                  <a:gd name="connsiteX7" fmla="*/ 1150 w 6343"/>
                  <a:gd name="connsiteY7" fmla="*/ 5591 h 6345"/>
                  <a:gd name="connsiteX8" fmla="*/ 3392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0"/>
                    </a:moveTo>
                    <a:cubicBezTo>
                      <a:pt x="4234" y="6520"/>
                      <a:pt x="5040" y="6186"/>
                      <a:pt x="5635" y="5591"/>
                    </a:cubicBezTo>
                    <a:cubicBezTo>
                      <a:pt x="6230" y="4996"/>
                      <a:pt x="6564" y="4189"/>
                      <a:pt x="6564" y="3348"/>
                    </a:cubicBezTo>
                    <a:cubicBezTo>
                      <a:pt x="6564" y="2506"/>
                      <a:pt x="6230" y="1699"/>
                      <a:pt x="5635" y="1104"/>
                    </a:cubicBezTo>
                    <a:cubicBezTo>
                      <a:pt x="5040" y="509"/>
                      <a:pt x="4234" y="175"/>
                      <a:pt x="3392" y="175"/>
                    </a:cubicBezTo>
                    <a:cubicBezTo>
                      <a:pt x="2551" y="175"/>
                      <a:pt x="1745" y="509"/>
                      <a:pt x="1150" y="1104"/>
                    </a:cubicBezTo>
                    <a:cubicBezTo>
                      <a:pt x="555" y="1699"/>
                      <a:pt x="221" y="2506"/>
                      <a:pt x="221" y="3348"/>
                    </a:cubicBezTo>
                    <a:cubicBezTo>
                      <a:pt x="221" y="4189"/>
                      <a:pt x="555" y="4996"/>
                      <a:pt x="1150" y="5591"/>
                    </a:cubicBezTo>
                    <a:cubicBezTo>
                      <a:pt x="1745" y="6186"/>
                      <a:pt x="2551" y="6520"/>
                      <a:pt x="3392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86" name="Freeform: Shape 5285">
                <a:extLst>
                  <a:ext uri="{FF2B5EF4-FFF2-40B4-BE49-F238E27FC236}">
                    <a16:creationId xmlns:a16="http://schemas.microsoft.com/office/drawing/2014/main" id="{C680563A-6C84-65B7-640C-0187463D4F90}"/>
                  </a:ext>
                </a:extLst>
              </p:cNvPr>
              <p:cNvSpPr/>
              <p:nvPr/>
            </p:nvSpPr>
            <p:spPr>
              <a:xfrm>
                <a:off x="3653164" y="5696122"/>
                <a:ext cx="6343" cy="6345"/>
              </a:xfrm>
              <a:custGeom>
                <a:avLst/>
                <a:gdLst>
                  <a:gd name="connsiteX0" fmla="*/ 3392 w 6343"/>
                  <a:gd name="connsiteY0" fmla="*/ 6520 h 6345"/>
                  <a:gd name="connsiteX1" fmla="*/ 5635 w 6343"/>
                  <a:gd name="connsiteY1" fmla="*/ 5591 h 6345"/>
                  <a:gd name="connsiteX2" fmla="*/ 6564 w 6343"/>
                  <a:gd name="connsiteY2" fmla="*/ 3347 h 6345"/>
                  <a:gd name="connsiteX3" fmla="*/ 5635 w 6343"/>
                  <a:gd name="connsiteY3" fmla="*/ 1104 h 6345"/>
                  <a:gd name="connsiteX4" fmla="*/ 3392 w 6343"/>
                  <a:gd name="connsiteY4" fmla="*/ 175 h 6345"/>
                  <a:gd name="connsiteX5" fmla="*/ 1150 w 6343"/>
                  <a:gd name="connsiteY5" fmla="*/ 1104 h 6345"/>
                  <a:gd name="connsiteX6" fmla="*/ 221 w 6343"/>
                  <a:gd name="connsiteY6" fmla="*/ 3347 h 6345"/>
                  <a:gd name="connsiteX7" fmla="*/ 1150 w 6343"/>
                  <a:gd name="connsiteY7" fmla="*/ 5591 h 6345"/>
                  <a:gd name="connsiteX8" fmla="*/ 3392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0"/>
                    </a:moveTo>
                    <a:cubicBezTo>
                      <a:pt x="4233" y="6520"/>
                      <a:pt x="5040" y="6186"/>
                      <a:pt x="5635" y="5591"/>
                    </a:cubicBezTo>
                    <a:cubicBezTo>
                      <a:pt x="6230" y="4996"/>
                      <a:pt x="6564" y="4189"/>
                      <a:pt x="6564" y="3347"/>
                    </a:cubicBezTo>
                    <a:cubicBezTo>
                      <a:pt x="6564" y="2506"/>
                      <a:pt x="6230" y="1699"/>
                      <a:pt x="5635" y="1104"/>
                    </a:cubicBezTo>
                    <a:cubicBezTo>
                      <a:pt x="5040" y="509"/>
                      <a:pt x="4233" y="175"/>
                      <a:pt x="3392" y="175"/>
                    </a:cubicBezTo>
                    <a:cubicBezTo>
                      <a:pt x="2551" y="175"/>
                      <a:pt x="1744" y="509"/>
                      <a:pt x="1150" y="1104"/>
                    </a:cubicBezTo>
                    <a:cubicBezTo>
                      <a:pt x="555" y="1699"/>
                      <a:pt x="221" y="2506"/>
                      <a:pt x="221" y="3347"/>
                    </a:cubicBezTo>
                    <a:cubicBezTo>
                      <a:pt x="221" y="4189"/>
                      <a:pt x="555" y="4996"/>
                      <a:pt x="1150" y="5591"/>
                    </a:cubicBezTo>
                    <a:cubicBezTo>
                      <a:pt x="1744" y="6186"/>
                      <a:pt x="2551" y="6520"/>
                      <a:pt x="3392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87" name="Freeform: Shape 5286">
                <a:extLst>
                  <a:ext uri="{FF2B5EF4-FFF2-40B4-BE49-F238E27FC236}">
                    <a16:creationId xmlns:a16="http://schemas.microsoft.com/office/drawing/2014/main" id="{DEF5D1C2-38B1-FE2A-B283-7770C39CFEDF}"/>
                  </a:ext>
                </a:extLst>
              </p:cNvPr>
              <p:cNvSpPr/>
              <p:nvPr/>
            </p:nvSpPr>
            <p:spPr>
              <a:xfrm>
                <a:off x="3652909" y="5694679"/>
                <a:ext cx="6343" cy="6345"/>
              </a:xfrm>
              <a:custGeom>
                <a:avLst/>
                <a:gdLst>
                  <a:gd name="connsiteX0" fmla="*/ 3392 w 6343"/>
                  <a:gd name="connsiteY0" fmla="*/ 6520 h 6345"/>
                  <a:gd name="connsiteX1" fmla="*/ 5635 w 6343"/>
                  <a:gd name="connsiteY1" fmla="*/ 5591 h 6345"/>
                  <a:gd name="connsiteX2" fmla="*/ 6564 w 6343"/>
                  <a:gd name="connsiteY2" fmla="*/ 3347 h 6345"/>
                  <a:gd name="connsiteX3" fmla="*/ 5635 w 6343"/>
                  <a:gd name="connsiteY3" fmla="*/ 1104 h 6345"/>
                  <a:gd name="connsiteX4" fmla="*/ 3392 w 6343"/>
                  <a:gd name="connsiteY4" fmla="*/ 175 h 6345"/>
                  <a:gd name="connsiteX5" fmla="*/ 1150 w 6343"/>
                  <a:gd name="connsiteY5" fmla="*/ 1104 h 6345"/>
                  <a:gd name="connsiteX6" fmla="*/ 221 w 6343"/>
                  <a:gd name="connsiteY6" fmla="*/ 3347 h 6345"/>
                  <a:gd name="connsiteX7" fmla="*/ 1150 w 6343"/>
                  <a:gd name="connsiteY7" fmla="*/ 5591 h 6345"/>
                  <a:gd name="connsiteX8" fmla="*/ 3392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0"/>
                    </a:moveTo>
                    <a:cubicBezTo>
                      <a:pt x="4233" y="6520"/>
                      <a:pt x="5040" y="6186"/>
                      <a:pt x="5635" y="5591"/>
                    </a:cubicBezTo>
                    <a:cubicBezTo>
                      <a:pt x="6230" y="4996"/>
                      <a:pt x="6564" y="4189"/>
                      <a:pt x="6564" y="3347"/>
                    </a:cubicBezTo>
                    <a:cubicBezTo>
                      <a:pt x="6564" y="2506"/>
                      <a:pt x="6230" y="1699"/>
                      <a:pt x="5635" y="1104"/>
                    </a:cubicBezTo>
                    <a:cubicBezTo>
                      <a:pt x="5040" y="509"/>
                      <a:pt x="4233" y="175"/>
                      <a:pt x="3392" y="175"/>
                    </a:cubicBezTo>
                    <a:cubicBezTo>
                      <a:pt x="2551" y="175"/>
                      <a:pt x="1744" y="509"/>
                      <a:pt x="1150" y="1104"/>
                    </a:cubicBezTo>
                    <a:cubicBezTo>
                      <a:pt x="555" y="1699"/>
                      <a:pt x="221" y="2506"/>
                      <a:pt x="221" y="3347"/>
                    </a:cubicBezTo>
                    <a:cubicBezTo>
                      <a:pt x="221" y="4189"/>
                      <a:pt x="555" y="4996"/>
                      <a:pt x="1150" y="5591"/>
                    </a:cubicBezTo>
                    <a:cubicBezTo>
                      <a:pt x="1744" y="6186"/>
                      <a:pt x="2551" y="6520"/>
                      <a:pt x="3392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88" name="Freeform: Shape 5287">
                <a:extLst>
                  <a:ext uri="{FF2B5EF4-FFF2-40B4-BE49-F238E27FC236}">
                    <a16:creationId xmlns:a16="http://schemas.microsoft.com/office/drawing/2014/main" id="{23E744FB-06F6-44BC-0005-83B4D1C56F99}"/>
                  </a:ext>
                </a:extLst>
              </p:cNvPr>
              <p:cNvSpPr/>
              <p:nvPr/>
            </p:nvSpPr>
            <p:spPr>
              <a:xfrm>
                <a:off x="3653027" y="5693302"/>
                <a:ext cx="6343" cy="6345"/>
              </a:xfrm>
              <a:custGeom>
                <a:avLst/>
                <a:gdLst>
                  <a:gd name="connsiteX0" fmla="*/ 3392 w 6343"/>
                  <a:gd name="connsiteY0" fmla="*/ 6520 h 6345"/>
                  <a:gd name="connsiteX1" fmla="*/ 5635 w 6343"/>
                  <a:gd name="connsiteY1" fmla="*/ 5591 h 6345"/>
                  <a:gd name="connsiteX2" fmla="*/ 6564 w 6343"/>
                  <a:gd name="connsiteY2" fmla="*/ 3347 h 6345"/>
                  <a:gd name="connsiteX3" fmla="*/ 5635 w 6343"/>
                  <a:gd name="connsiteY3" fmla="*/ 1104 h 6345"/>
                  <a:gd name="connsiteX4" fmla="*/ 3392 w 6343"/>
                  <a:gd name="connsiteY4" fmla="*/ 174 h 6345"/>
                  <a:gd name="connsiteX5" fmla="*/ 1150 w 6343"/>
                  <a:gd name="connsiteY5" fmla="*/ 1104 h 6345"/>
                  <a:gd name="connsiteX6" fmla="*/ 221 w 6343"/>
                  <a:gd name="connsiteY6" fmla="*/ 3347 h 6345"/>
                  <a:gd name="connsiteX7" fmla="*/ 1150 w 6343"/>
                  <a:gd name="connsiteY7" fmla="*/ 5591 h 6345"/>
                  <a:gd name="connsiteX8" fmla="*/ 3392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0"/>
                    </a:moveTo>
                    <a:cubicBezTo>
                      <a:pt x="4233" y="6520"/>
                      <a:pt x="5040" y="6186"/>
                      <a:pt x="5635" y="5591"/>
                    </a:cubicBezTo>
                    <a:cubicBezTo>
                      <a:pt x="6230" y="4996"/>
                      <a:pt x="6564" y="4189"/>
                      <a:pt x="6564" y="3347"/>
                    </a:cubicBezTo>
                    <a:cubicBezTo>
                      <a:pt x="6564" y="2506"/>
                      <a:pt x="6230" y="1699"/>
                      <a:pt x="5635" y="1104"/>
                    </a:cubicBezTo>
                    <a:cubicBezTo>
                      <a:pt x="5040" y="509"/>
                      <a:pt x="4233" y="174"/>
                      <a:pt x="3392" y="174"/>
                    </a:cubicBezTo>
                    <a:cubicBezTo>
                      <a:pt x="2551" y="174"/>
                      <a:pt x="1744" y="509"/>
                      <a:pt x="1150" y="1104"/>
                    </a:cubicBezTo>
                    <a:cubicBezTo>
                      <a:pt x="555" y="1699"/>
                      <a:pt x="221" y="2506"/>
                      <a:pt x="221" y="3347"/>
                    </a:cubicBezTo>
                    <a:cubicBezTo>
                      <a:pt x="221" y="4189"/>
                      <a:pt x="555" y="4996"/>
                      <a:pt x="1150" y="5591"/>
                    </a:cubicBezTo>
                    <a:cubicBezTo>
                      <a:pt x="1744" y="6186"/>
                      <a:pt x="2551" y="6520"/>
                      <a:pt x="3392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89" name="Freeform: Shape 5288">
                <a:extLst>
                  <a:ext uri="{FF2B5EF4-FFF2-40B4-BE49-F238E27FC236}">
                    <a16:creationId xmlns:a16="http://schemas.microsoft.com/office/drawing/2014/main" id="{45C67EFB-49B6-FBB4-8C90-FBABFEC8DED6}"/>
                  </a:ext>
                </a:extLst>
              </p:cNvPr>
              <p:cNvSpPr/>
              <p:nvPr/>
            </p:nvSpPr>
            <p:spPr>
              <a:xfrm>
                <a:off x="3652653" y="5691825"/>
                <a:ext cx="6343" cy="6345"/>
              </a:xfrm>
              <a:custGeom>
                <a:avLst/>
                <a:gdLst>
                  <a:gd name="connsiteX0" fmla="*/ 3392 w 6343"/>
                  <a:gd name="connsiteY0" fmla="*/ 6520 h 6345"/>
                  <a:gd name="connsiteX1" fmla="*/ 5635 w 6343"/>
                  <a:gd name="connsiteY1" fmla="*/ 5590 h 6345"/>
                  <a:gd name="connsiteX2" fmla="*/ 6564 w 6343"/>
                  <a:gd name="connsiteY2" fmla="*/ 3347 h 6345"/>
                  <a:gd name="connsiteX3" fmla="*/ 5635 w 6343"/>
                  <a:gd name="connsiteY3" fmla="*/ 1104 h 6345"/>
                  <a:gd name="connsiteX4" fmla="*/ 3392 w 6343"/>
                  <a:gd name="connsiteY4" fmla="*/ 174 h 6345"/>
                  <a:gd name="connsiteX5" fmla="*/ 1150 w 6343"/>
                  <a:gd name="connsiteY5" fmla="*/ 1104 h 6345"/>
                  <a:gd name="connsiteX6" fmla="*/ 221 w 6343"/>
                  <a:gd name="connsiteY6" fmla="*/ 3347 h 6345"/>
                  <a:gd name="connsiteX7" fmla="*/ 1150 w 6343"/>
                  <a:gd name="connsiteY7" fmla="*/ 5590 h 6345"/>
                  <a:gd name="connsiteX8" fmla="*/ 3392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0"/>
                    </a:moveTo>
                    <a:cubicBezTo>
                      <a:pt x="4233" y="6520"/>
                      <a:pt x="5040" y="6185"/>
                      <a:pt x="5635" y="5590"/>
                    </a:cubicBezTo>
                    <a:cubicBezTo>
                      <a:pt x="6230" y="4996"/>
                      <a:pt x="6564" y="4188"/>
                      <a:pt x="6564" y="3347"/>
                    </a:cubicBezTo>
                    <a:cubicBezTo>
                      <a:pt x="6564" y="2506"/>
                      <a:pt x="6230" y="1699"/>
                      <a:pt x="5635" y="1104"/>
                    </a:cubicBezTo>
                    <a:cubicBezTo>
                      <a:pt x="5040" y="509"/>
                      <a:pt x="4233" y="174"/>
                      <a:pt x="3392" y="174"/>
                    </a:cubicBezTo>
                    <a:cubicBezTo>
                      <a:pt x="2551" y="174"/>
                      <a:pt x="1744" y="509"/>
                      <a:pt x="1150" y="1104"/>
                    </a:cubicBezTo>
                    <a:cubicBezTo>
                      <a:pt x="555" y="1699"/>
                      <a:pt x="221" y="2506"/>
                      <a:pt x="221" y="3347"/>
                    </a:cubicBezTo>
                    <a:cubicBezTo>
                      <a:pt x="221" y="4188"/>
                      <a:pt x="555" y="4996"/>
                      <a:pt x="1150" y="5590"/>
                    </a:cubicBezTo>
                    <a:cubicBezTo>
                      <a:pt x="1744" y="6185"/>
                      <a:pt x="2551" y="6520"/>
                      <a:pt x="3392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90" name="Freeform: Shape 5289">
                <a:extLst>
                  <a:ext uri="{FF2B5EF4-FFF2-40B4-BE49-F238E27FC236}">
                    <a16:creationId xmlns:a16="http://schemas.microsoft.com/office/drawing/2014/main" id="{2A4B5712-BCF0-7F3B-4461-4292B6EA1A8B}"/>
                  </a:ext>
                </a:extLst>
              </p:cNvPr>
              <p:cNvSpPr/>
              <p:nvPr/>
            </p:nvSpPr>
            <p:spPr>
              <a:xfrm>
                <a:off x="3652744" y="5690436"/>
                <a:ext cx="6343" cy="6345"/>
              </a:xfrm>
              <a:custGeom>
                <a:avLst/>
                <a:gdLst>
                  <a:gd name="connsiteX0" fmla="*/ 3392 w 6343"/>
                  <a:gd name="connsiteY0" fmla="*/ 6520 h 6345"/>
                  <a:gd name="connsiteX1" fmla="*/ 5635 w 6343"/>
                  <a:gd name="connsiteY1" fmla="*/ 5590 h 6345"/>
                  <a:gd name="connsiteX2" fmla="*/ 6564 w 6343"/>
                  <a:gd name="connsiteY2" fmla="*/ 3347 h 6345"/>
                  <a:gd name="connsiteX3" fmla="*/ 5635 w 6343"/>
                  <a:gd name="connsiteY3" fmla="*/ 1103 h 6345"/>
                  <a:gd name="connsiteX4" fmla="*/ 3392 w 6343"/>
                  <a:gd name="connsiteY4" fmla="*/ 174 h 6345"/>
                  <a:gd name="connsiteX5" fmla="*/ 1150 w 6343"/>
                  <a:gd name="connsiteY5" fmla="*/ 1103 h 6345"/>
                  <a:gd name="connsiteX6" fmla="*/ 221 w 6343"/>
                  <a:gd name="connsiteY6" fmla="*/ 3347 h 6345"/>
                  <a:gd name="connsiteX7" fmla="*/ 1150 w 6343"/>
                  <a:gd name="connsiteY7" fmla="*/ 5590 h 6345"/>
                  <a:gd name="connsiteX8" fmla="*/ 3392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0"/>
                    </a:moveTo>
                    <a:cubicBezTo>
                      <a:pt x="4233" y="6520"/>
                      <a:pt x="5040" y="6185"/>
                      <a:pt x="5635" y="5590"/>
                    </a:cubicBezTo>
                    <a:cubicBezTo>
                      <a:pt x="6230" y="4995"/>
                      <a:pt x="6564" y="4188"/>
                      <a:pt x="6564" y="3347"/>
                    </a:cubicBezTo>
                    <a:cubicBezTo>
                      <a:pt x="6564" y="2506"/>
                      <a:pt x="6230" y="1698"/>
                      <a:pt x="5635" y="1103"/>
                    </a:cubicBezTo>
                    <a:cubicBezTo>
                      <a:pt x="5040" y="509"/>
                      <a:pt x="4233" y="174"/>
                      <a:pt x="3392" y="174"/>
                    </a:cubicBezTo>
                    <a:cubicBezTo>
                      <a:pt x="2551" y="174"/>
                      <a:pt x="1744" y="509"/>
                      <a:pt x="1150" y="1103"/>
                    </a:cubicBezTo>
                    <a:cubicBezTo>
                      <a:pt x="555" y="1698"/>
                      <a:pt x="221" y="2506"/>
                      <a:pt x="221" y="3347"/>
                    </a:cubicBezTo>
                    <a:cubicBezTo>
                      <a:pt x="221" y="4188"/>
                      <a:pt x="555" y="4995"/>
                      <a:pt x="1150" y="5590"/>
                    </a:cubicBezTo>
                    <a:cubicBezTo>
                      <a:pt x="1744" y="6185"/>
                      <a:pt x="2551" y="6520"/>
                      <a:pt x="3392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91" name="Freeform: Shape 5290">
                <a:extLst>
                  <a:ext uri="{FF2B5EF4-FFF2-40B4-BE49-F238E27FC236}">
                    <a16:creationId xmlns:a16="http://schemas.microsoft.com/office/drawing/2014/main" id="{1098EFC3-6D3C-0D4C-7A0B-B653D304B2CF}"/>
                  </a:ext>
                </a:extLst>
              </p:cNvPr>
              <p:cNvSpPr/>
              <p:nvPr/>
            </p:nvSpPr>
            <p:spPr>
              <a:xfrm>
                <a:off x="3652389" y="5688950"/>
                <a:ext cx="6343" cy="6345"/>
              </a:xfrm>
              <a:custGeom>
                <a:avLst/>
                <a:gdLst>
                  <a:gd name="connsiteX0" fmla="*/ 3392 w 6343"/>
                  <a:gd name="connsiteY0" fmla="*/ 6520 h 6345"/>
                  <a:gd name="connsiteX1" fmla="*/ 5635 w 6343"/>
                  <a:gd name="connsiteY1" fmla="*/ 5590 h 6345"/>
                  <a:gd name="connsiteX2" fmla="*/ 6564 w 6343"/>
                  <a:gd name="connsiteY2" fmla="*/ 3347 h 6345"/>
                  <a:gd name="connsiteX3" fmla="*/ 5635 w 6343"/>
                  <a:gd name="connsiteY3" fmla="*/ 1103 h 6345"/>
                  <a:gd name="connsiteX4" fmla="*/ 3392 w 6343"/>
                  <a:gd name="connsiteY4" fmla="*/ 174 h 6345"/>
                  <a:gd name="connsiteX5" fmla="*/ 1150 w 6343"/>
                  <a:gd name="connsiteY5" fmla="*/ 1103 h 6345"/>
                  <a:gd name="connsiteX6" fmla="*/ 221 w 6343"/>
                  <a:gd name="connsiteY6" fmla="*/ 3347 h 6345"/>
                  <a:gd name="connsiteX7" fmla="*/ 1150 w 6343"/>
                  <a:gd name="connsiteY7" fmla="*/ 5590 h 6345"/>
                  <a:gd name="connsiteX8" fmla="*/ 3392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0"/>
                    </a:moveTo>
                    <a:cubicBezTo>
                      <a:pt x="4233" y="6520"/>
                      <a:pt x="5040" y="6185"/>
                      <a:pt x="5635" y="5590"/>
                    </a:cubicBezTo>
                    <a:cubicBezTo>
                      <a:pt x="6230" y="4995"/>
                      <a:pt x="6564" y="4188"/>
                      <a:pt x="6564" y="3347"/>
                    </a:cubicBezTo>
                    <a:cubicBezTo>
                      <a:pt x="6564" y="2505"/>
                      <a:pt x="6230" y="1698"/>
                      <a:pt x="5635" y="1103"/>
                    </a:cubicBezTo>
                    <a:cubicBezTo>
                      <a:pt x="5040" y="508"/>
                      <a:pt x="4233" y="174"/>
                      <a:pt x="3392" y="174"/>
                    </a:cubicBezTo>
                    <a:cubicBezTo>
                      <a:pt x="2551" y="174"/>
                      <a:pt x="1744" y="508"/>
                      <a:pt x="1150" y="1103"/>
                    </a:cubicBezTo>
                    <a:cubicBezTo>
                      <a:pt x="555" y="1698"/>
                      <a:pt x="221" y="2505"/>
                      <a:pt x="221" y="3347"/>
                    </a:cubicBezTo>
                    <a:cubicBezTo>
                      <a:pt x="221" y="4188"/>
                      <a:pt x="555" y="4995"/>
                      <a:pt x="1150" y="5590"/>
                    </a:cubicBezTo>
                    <a:cubicBezTo>
                      <a:pt x="1744" y="6185"/>
                      <a:pt x="2551" y="6520"/>
                      <a:pt x="3392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92" name="Freeform: Shape 5291">
                <a:extLst>
                  <a:ext uri="{FF2B5EF4-FFF2-40B4-BE49-F238E27FC236}">
                    <a16:creationId xmlns:a16="http://schemas.microsoft.com/office/drawing/2014/main" id="{7CD8123C-CEAD-ECF0-2137-1EF58B7E0DFE}"/>
                  </a:ext>
                </a:extLst>
              </p:cNvPr>
              <p:cNvSpPr/>
              <p:nvPr/>
            </p:nvSpPr>
            <p:spPr>
              <a:xfrm>
                <a:off x="3652588" y="5687576"/>
                <a:ext cx="6343" cy="6345"/>
              </a:xfrm>
              <a:custGeom>
                <a:avLst/>
                <a:gdLst>
                  <a:gd name="connsiteX0" fmla="*/ 3392 w 6343"/>
                  <a:gd name="connsiteY0" fmla="*/ 6519 h 6345"/>
                  <a:gd name="connsiteX1" fmla="*/ 5635 w 6343"/>
                  <a:gd name="connsiteY1" fmla="*/ 5590 h 6345"/>
                  <a:gd name="connsiteX2" fmla="*/ 6564 w 6343"/>
                  <a:gd name="connsiteY2" fmla="*/ 3347 h 6345"/>
                  <a:gd name="connsiteX3" fmla="*/ 5635 w 6343"/>
                  <a:gd name="connsiteY3" fmla="*/ 1103 h 6345"/>
                  <a:gd name="connsiteX4" fmla="*/ 3392 w 6343"/>
                  <a:gd name="connsiteY4" fmla="*/ 174 h 6345"/>
                  <a:gd name="connsiteX5" fmla="*/ 1150 w 6343"/>
                  <a:gd name="connsiteY5" fmla="*/ 1103 h 6345"/>
                  <a:gd name="connsiteX6" fmla="*/ 221 w 6343"/>
                  <a:gd name="connsiteY6" fmla="*/ 3347 h 6345"/>
                  <a:gd name="connsiteX7" fmla="*/ 1150 w 6343"/>
                  <a:gd name="connsiteY7" fmla="*/ 5590 h 6345"/>
                  <a:gd name="connsiteX8" fmla="*/ 3392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19"/>
                    </a:moveTo>
                    <a:cubicBezTo>
                      <a:pt x="4233" y="6519"/>
                      <a:pt x="5040" y="6185"/>
                      <a:pt x="5635" y="5590"/>
                    </a:cubicBezTo>
                    <a:cubicBezTo>
                      <a:pt x="6230" y="4995"/>
                      <a:pt x="6564" y="4188"/>
                      <a:pt x="6564" y="3347"/>
                    </a:cubicBezTo>
                    <a:cubicBezTo>
                      <a:pt x="6564" y="2505"/>
                      <a:pt x="6230" y="1698"/>
                      <a:pt x="5635" y="1103"/>
                    </a:cubicBezTo>
                    <a:cubicBezTo>
                      <a:pt x="5040" y="508"/>
                      <a:pt x="4233" y="174"/>
                      <a:pt x="3392" y="174"/>
                    </a:cubicBezTo>
                    <a:cubicBezTo>
                      <a:pt x="2551" y="174"/>
                      <a:pt x="1744" y="508"/>
                      <a:pt x="1150" y="1103"/>
                    </a:cubicBezTo>
                    <a:cubicBezTo>
                      <a:pt x="555" y="1698"/>
                      <a:pt x="221" y="2505"/>
                      <a:pt x="221" y="3347"/>
                    </a:cubicBezTo>
                    <a:cubicBezTo>
                      <a:pt x="221" y="4188"/>
                      <a:pt x="555" y="4995"/>
                      <a:pt x="1150" y="5590"/>
                    </a:cubicBezTo>
                    <a:cubicBezTo>
                      <a:pt x="1744" y="6185"/>
                      <a:pt x="2551" y="6519"/>
                      <a:pt x="3392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93" name="Freeform: Shape 5292">
                <a:extLst>
                  <a:ext uri="{FF2B5EF4-FFF2-40B4-BE49-F238E27FC236}">
                    <a16:creationId xmlns:a16="http://schemas.microsoft.com/office/drawing/2014/main" id="{86493A8E-36BE-128B-B244-34B33A78BDB6}"/>
                  </a:ext>
                </a:extLst>
              </p:cNvPr>
              <p:cNvSpPr/>
              <p:nvPr/>
            </p:nvSpPr>
            <p:spPr>
              <a:xfrm>
                <a:off x="3653114" y="5686275"/>
                <a:ext cx="6343" cy="6345"/>
              </a:xfrm>
              <a:custGeom>
                <a:avLst/>
                <a:gdLst>
                  <a:gd name="connsiteX0" fmla="*/ 3392 w 6343"/>
                  <a:gd name="connsiteY0" fmla="*/ 6519 h 6345"/>
                  <a:gd name="connsiteX1" fmla="*/ 5635 w 6343"/>
                  <a:gd name="connsiteY1" fmla="*/ 5590 h 6345"/>
                  <a:gd name="connsiteX2" fmla="*/ 6564 w 6343"/>
                  <a:gd name="connsiteY2" fmla="*/ 3347 h 6345"/>
                  <a:gd name="connsiteX3" fmla="*/ 5635 w 6343"/>
                  <a:gd name="connsiteY3" fmla="*/ 1103 h 6345"/>
                  <a:gd name="connsiteX4" fmla="*/ 3392 w 6343"/>
                  <a:gd name="connsiteY4" fmla="*/ 174 h 6345"/>
                  <a:gd name="connsiteX5" fmla="*/ 1150 w 6343"/>
                  <a:gd name="connsiteY5" fmla="*/ 1103 h 6345"/>
                  <a:gd name="connsiteX6" fmla="*/ 221 w 6343"/>
                  <a:gd name="connsiteY6" fmla="*/ 3347 h 6345"/>
                  <a:gd name="connsiteX7" fmla="*/ 1150 w 6343"/>
                  <a:gd name="connsiteY7" fmla="*/ 5590 h 6345"/>
                  <a:gd name="connsiteX8" fmla="*/ 3392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19"/>
                    </a:moveTo>
                    <a:cubicBezTo>
                      <a:pt x="4233" y="6519"/>
                      <a:pt x="5040" y="6185"/>
                      <a:pt x="5635" y="5590"/>
                    </a:cubicBezTo>
                    <a:cubicBezTo>
                      <a:pt x="6230" y="4995"/>
                      <a:pt x="6564" y="4188"/>
                      <a:pt x="6564" y="3347"/>
                    </a:cubicBezTo>
                    <a:cubicBezTo>
                      <a:pt x="6564" y="2505"/>
                      <a:pt x="6230" y="1698"/>
                      <a:pt x="5635" y="1103"/>
                    </a:cubicBezTo>
                    <a:cubicBezTo>
                      <a:pt x="5040" y="508"/>
                      <a:pt x="4233" y="174"/>
                      <a:pt x="3392" y="174"/>
                    </a:cubicBezTo>
                    <a:cubicBezTo>
                      <a:pt x="2551" y="174"/>
                      <a:pt x="1744" y="508"/>
                      <a:pt x="1150" y="1103"/>
                    </a:cubicBezTo>
                    <a:cubicBezTo>
                      <a:pt x="555" y="1698"/>
                      <a:pt x="221" y="2505"/>
                      <a:pt x="221" y="3347"/>
                    </a:cubicBezTo>
                    <a:cubicBezTo>
                      <a:pt x="221" y="4188"/>
                      <a:pt x="555" y="4995"/>
                      <a:pt x="1150" y="5590"/>
                    </a:cubicBezTo>
                    <a:cubicBezTo>
                      <a:pt x="1744" y="6185"/>
                      <a:pt x="2551" y="6519"/>
                      <a:pt x="3392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94" name="Freeform: Shape 5293">
                <a:extLst>
                  <a:ext uri="{FF2B5EF4-FFF2-40B4-BE49-F238E27FC236}">
                    <a16:creationId xmlns:a16="http://schemas.microsoft.com/office/drawing/2014/main" id="{79167FF9-0C96-E4E9-011E-F23EBF762D6A}"/>
                  </a:ext>
                </a:extLst>
              </p:cNvPr>
              <p:cNvSpPr/>
              <p:nvPr/>
            </p:nvSpPr>
            <p:spPr>
              <a:xfrm>
                <a:off x="3653963" y="5685051"/>
                <a:ext cx="6343" cy="6345"/>
              </a:xfrm>
              <a:custGeom>
                <a:avLst/>
                <a:gdLst>
                  <a:gd name="connsiteX0" fmla="*/ 3392 w 6343"/>
                  <a:gd name="connsiteY0" fmla="*/ 6519 h 6345"/>
                  <a:gd name="connsiteX1" fmla="*/ 5635 w 6343"/>
                  <a:gd name="connsiteY1" fmla="*/ 5590 h 6345"/>
                  <a:gd name="connsiteX2" fmla="*/ 6564 w 6343"/>
                  <a:gd name="connsiteY2" fmla="*/ 3346 h 6345"/>
                  <a:gd name="connsiteX3" fmla="*/ 5635 w 6343"/>
                  <a:gd name="connsiteY3" fmla="*/ 1103 h 6345"/>
                  <a:gd name="connsiteX4" fmla="*/ 3392 w 6343"/>
                  <a:gd name="connsiteY4" fmla="*/ 174 h 6345"/>
                  <a:gd name="connsiteX5" fmla="*/ 1150 w 6343"/>
                  <a:gd name="connsiteY5" fmla="*/ 1103 h 6345"/>
                  <a:gd name="connsiteX6" fmla="*/ 221 w 6343"/>
                  <a:gd name="connsiteY6" fmla="*/ 3346 h 6345"/>
                  <a:gd name="connsiteX7" fmla="*/ 1150 w 6343"/>
                  <a:gd name="connsiteY7" fmla="*/ 5590 h 6345"/>
                  <a:gd name="connsiteX8" fmla="*/ 3392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19"/>
                    </a:moveTo>
                    <a:cubicBezTo>
                      <a:pt x="4234" y="6519"/>
                      <a:pt x="5040" y="6185"/>
                      <a:pt x="5635" y="5590"/>
                    </a:cubicBezTo>
                    <a:cubicBezTo>
                      <a:pt x="6230" y="4995"/>
                      <a:pt x="6564" y="4188"/>
                      <a:pt x="6564" y="3346"/>
                    </a:cubicBezTo>
                    <a:cubicBezTo>
                      <a:pt x="6564" y="2505"/>
                      <a:pt x="6230" y="1698"/>
                      <a:pt x="5635" y="1103"/>
                    </a:cubicBezTo>
                    <a:cubicBezTo>
                      <a:pt x="5040" y="508"/>
                      <a:pt x="4234" y="174"/>
                      <a:pt x="3392" y="174"/>
                    </a:cubicBezTo>
                    <a:cubicBezTo>
                      <a:pt x="2551" y="174"/>
                      <a:pt x="1745" y="508"/>
                      <a:pt x="1150" y="1103"/>
                    </a:cubicBezTo>
                    <a:cubicBezTo>
                      <a:pt x="555" y="1698"/>
                      <a:pt x="221" y="2505"/>
                      <a:pt x="221" y="3346"/>
                    </a:cubicBezTo>
                    <a:cubicBezTo>
                      <a:pt x="221" y="4188"/>
                      <a:pt x="555" y="4995"/>
                      <a:pt x="1150" y="5590"/>
                    </a:cubicBezTo>
                    <a:cubicBezTo>
                      <a:pt x="1745" y="6185"/>
                      <a:pt x="2551" y="6519"/>
                      <a:pt x="3392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95" name="Freeform: Shape 5294">
                <a:extLst>
                  <a:ext uri="{FF2B5EF4-FFF2-40B4-BE49-F238E27FC236}">
                    <a16:creationId xmlns:a16="http://schemas.microsoft.com/office/drawing/2014/main" id="{3EC0D567-201F-2B34-B622-31552701195A}"/>
                  </a:ext>
                </a:extLst>
              </p:cNvPr>
              <p:cNvSpPr/>
              <p:nvPr/>
            </p:nvSpPr>
            <p:spPr>
              <a:xfrm>
                <a:off x="3654594" y="5683782"/>
                <a:ext cx="6343" cy="6345"/>
              </a:xfrm>
              <a:custGeom>
                <a:avLst/>
                <a:gdLst>
                  <a:gd name="connsiteX0" fmla="*/ 3392 w 6343"/>
                  <a:gd name="connsiteY0" fmla="*/ 6519 h 6345"/>
                  <a:gd name="connsiteX1" fmla="*/ 5635 w 6343"/>
                  <a:gd name="connsiteY1" fmla="*/ 5590 h 6345"/>
                  <a:gd name="connsiteX2" fmla="*/ 6564 w 6343"/>
                  <a:gd name="connsiteY2" fmla="*/ 3346 h 6345"/>
                  <a:gd name="connsiteX3" fmla="*/ 5635 w 6343"/>
                  <a:gd name="connsiteY3" fmla="*/ 1103 h 6345"/>
                  <a:gd name="connsiteX4" fmla="*/ 3392 w 6343"/>
                  <a:gd name="connsiteY4" fmla="*/ 174 h 6345"/>
                  <a:gd name="connsiteX5" fmla="*/ 1150 w 6343"/>
                  <a:gd name="connsiteY5" fmla="*/ 1103 h 6345"/>
                  <a:gd name="connsiteX6" fmla="*/ 221 w 6343"/>
                  <a:gd name="connsiteY6" fmla="*/ 3346 h 6345"/>
                  <a:gd name="connsiteX7" fmla="*/ 1150 w 6343"/>
                  <a:gd name="connsiteY7" fmla="*/ 5590 h 6345"/>
                  <a:gd name="connsiteX8" fmla="*/ 3392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19"/>
                    </a:moveTo>
                    <a:cubicBezTo>
                      <a:pt x="4234" y="6519"/>
                      <a:pt x="5040" y="6185"/>
                      <a:pt x="5635" y="5590"/>
                    </a:cubicBezTo>
                    <a:cubicBezTo>
                      <a:pt x="6230" y="4995"/>
                      <a:pt x="6564" y="4188"/>
                      <a:pt x="6564" y="3346"/>
                    </a:cubicBezTo>
                    <a:cubicBezTo>
                      <a:pt x="6564" y="2505"/>
                      <a:pt x="6230" y="1698"/>
                      <a:pt x="5635" y="1103"/>
                    </a:cubicBezTo>
                    <a:cubicBezTo>
                      <a:pt x="5040" y="508"/>
                      <a:pt x="4234" y="174"/>
                      <a:pt x="3392" y="174"/>
                    </a:cubicBezTo>
                    <a:cubicBezTo>
                      <a:pt x="2551" y="174"/>
                      <a:pt x="1745" y="508"/>
                      <a:pt x="1150" y="1103"/>
                    </a:cubicBezTo>
                    <a:cubicBezTo>
                      <a:pt x="555" y="1698"/>
                      <a:pt x="221" y="2505"/>
                      <a:pt x="221" y="3346"/>
                    </a:cubicBezTo>
                    <a:cubicBezTo>
                      <a:pt x="221" y="4188"/>
                      <a:pt x="555" y="4995"/>
                      <a:pt x="1150" y="5590"/>
                    </a:cubicBezTo>
                    <a:cubicBezTo>
                      <a:pt x="1745" y="6185"/>
                      <a:pt x="2551" y="6519"/>
                      <a:pt x="3392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96" name="Freeform: Shape 5295">
                <a:extLst>
                  <a:ext uri="{FF2B5EF4-FFF2-40B4-BE49-F238E27FC236}">
                    <a16:creationId xmlns:a16="http://schemas.microsoft.com/office/drawing/2014/main" id="{C5737188-7E8E-3009-46DB-84162708FBA7}"/>
                  </a:ext>
                </a:extLst>
              </p:cNvPr>
              <p:cNvSpPr/>
              <p:nvPr/>
            </p:nvSpPr>
            <p:spPr>
              <a:xfrm>
                <a:off x="3654645" y="5682376"/>
                <a:ext cx="6343" cy="6345"/>
              </a:xfrm>
              <a:custGeom>
                <a:avLst/>
                <a:gdLst>
                  <a:gd name="connsiteX0" fmla="*/ 3392 w 6343"/>
                  <a:gd name="connsiteY0" fmla="*/ 6519 h 6345"/>
                  <a:gd name="connsiteX1" fmla="*/ 5635 w 6343"/>
                  <a:gd name="connsiteY1" fmla="*/ 5590 h 6345"/>
                  <a:gd name="connsiteX2" fmla="*/ 6564 w 6343"/>
                  <a:gd name="connsiteY2" fmla="*/ 3346 h 6345"/>
                  <a:gd name="connsiteX3" fmla="*/ 5635 w 6343"/>
                  <a:gd name="connsiteY3" fmla="*/ 1103 h 6345"/>
                  <a:gd name="connsiteX4" fmla="*/ 3392 w 6343"/>
                  <a:gd name="connsiteY4" fmla="*/ 174 h 6345"/>
                  <a:gd name="connsiteX5" fmla="*/ 1150 w 6343"/>
                  <a:gd name="connsiteY5" fmla="*/ 1103 h 6345"/>
                  <a:gd name="connsiteX6" fmla="*/ 221 w 6343"/>
                  <a:gd name="connsiteY6" fmla="*/ 3346 h 6345"/>
                  <a:gd name="connsiteX7" fmla="*/ 1150 w 6343"/>
                  <a:gd name="connsiteY7" fmla="*/ 5590 h 6345"/>
                  <a:gd name="connsiteX8" fmla="*/ 3392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19"/>
                    </a:moveTo>
                    <a:cubicBezTo>
                      <a:pt x="4234" y="6519"/>
                      <a:pt x="5040" y="6185"/>
                      <a:pt x="5635" y="5590"/>
                    </a:cubicBezTo>
                    <a:cubicBezTo>
                      <a:pt x="6230" y="4995"/>
                      <a:pt x="6564" y="4188"/>
                      <a:pt x="6564" y="3346"/>
                    </a:cubicBezTo>
                    <a:cubicBezTo>
                      <a:pt x="6564" y="2505"/>
                      <a:pt x="6230" y="1698"/>
                      <a:pt x="5635" y="1103"/>
                    </a:cubicBezTo>
                    <a:cubicBezTo>
                      <a:pt x="5040" y="508"/>
                      <a:pt x="4234" y="174"/>
                      <a:pt x="3392" y="174"/>
                    </a:cubicBezTo>
                    <a:cubicBezTo>
                      <a:pt x="2551" y="174"/>
                      <a:pt x="1745" y="508"/>
                      <a:pt x="1150" y="1103"/>
                    </a:cubicBezTo>
                    <a:cubicBezTo>
                      <a:pt x="555" y="1698"/>
                      <a:pt x="221" y="2505"/>
                      <a:pt x="221" y="3346"/>
                    </a:cubicBezTo>
                    <a:cubicBezTo>
                      <a:pt x="221" y="4188"/>
                      <a:pt x="555" y="4995"/>
                      <a:pt x="1150" y="5590"/>
                    </a:cubicBezTo>
                    <a:cubicBezTo>
                      <a:pt x="1745" y="6185"/>
                      <a:pt x="2551" y="6519"/>
                      <a:pt x="3392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97" name="Freeform: Shape 5296">
                <a:extLst>
                  <a:ext uri="{FF2B5EF4-FFF2-40B4-BE49-F238E27FC236}">
                    <a16:creationId xmlns:a16="http://schemas.microsoft.com/office/drawing/2014/main" id="{66A56B77-02BD-AE92-91A7-7B1C2A6439B8}"/>
                  </a:ext>
                </a:extLst>
              </p:cNvPr>
              <p:cNvSpPr/>
              <p:nvPr/>
            </p:nvSpPr>
            <p:spPr>
              <a:xfrm>
                <a:off x="3655111" y="5681070"/>
                <a:ext cx="6343" cy="6345"/>
              </a:xfrm>
              <a:custGeom>
                <a:avLst/>
                <a:gdLst>
                  <a:gd name="connsiteX0" fmla="*/ 3392 w 6343"/>
                  <a:gd name="connsiteY0" fmla="*/ 6519 h 6345"/>
                  <a:gd name="connsiteX1" fmla="*/ 5635 w 6343"/>
                  <a:gd name="connsiteY1" fmla="*/ 5590 h 6345"/>
                  <a:gd name="connsiteX2" fmla="*/ 6564 w 6343"/>
                  <a:gd name="connsiteY2" fmla="*/ 3346 h 6345"/>
                  <a:gd name="connsiteX3" fmla="*/ 5635 w 6343"/>
                  <a:gd name="connsiteY3" fmla="*/ 1103 h 6345"/>
                  <a:gd name="connsiteX4" fmla="*/ 3392 w 6343"/>
                  <a:gd name="connsiteY4" fmla="*/ 173 h 6345"/>
                  <a:gd name="connsiteX5" fmla="*/ 1150 w 6343"/>
                  <a:gd name="connsiteY5" fmla="*/ 1103 h 6345"/>
                  <a:gd name="connsiteX6" fmla="*/ 221 w 6343"/>
                  <a:gd name="connsiteY6" fmla="*/ 3346 h 6345"/>
                  <a:gd name="connsiteX7" fmla="*/ 1150 w 6343"/>
                  <a:gd name="connsiteY7" fmla="*/ 5590 h 6345"/>
                  <a:gd name="connsiteX8" fmla="*/ 3392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19"/>
                    </a:moveTo>
                    <a:cubicBezTo>
                      <a:pt x="4234" y="6519"/>
                      <a:pt x="5040" y="6185"/>
                      <a:pt x="5635" y="5590"/>
                    </a:cubicBezTo>
                    <a:cubicBezTo>
                      <a:pt x="6230" y="4995"/>
                      <a:pt x="6564" y="4188"/>
                      <a:pt x="6564" y="3346"/>
                    </a:cubicBezTo>
                    <a:cubicBezTo>
                      <a:pt x="6564" y="2505"/>
                      <a:pt x="6230" y="1698"/>
                      <a:pt x="5635" y="1103"/>
                    </a:cubicBezTo>
                    <a:cubicBezTo>
                      <a:pt x="5040" y="508"/>
                      <a:pt x="4234" y="173"/>
                      <a:pt x="3392" y="173"/>
                    </a:cubicBezTo>
                    <a:cubicBezTo>
                      <a:pt x="2551" y="173"/>
                      <a:pt x="1745" y="508"/>
                      <a:pt x="1150" y="1103"/>
                    </a:cubicBezTo>
                    <a:cubicBezTo>
                      <a:pt x="555" y="1698"/>
                      <a:pt x="221" y="2505"/>
                      <a:pt x="221" y="3346"/>
                    </a:cubicBezTo>
                    <a:cubicBezTo>
                      <a:pt x="221" y="4188"/>
                      <a:pt x="555" y="4995"/>
                      <a:pt x="1150" y="5590"/>
                    </a:cubicBezTo>
                    <a:cubicBezTo>
                      <a:pt x="1745" y="6185"/>
                      <a:pt x="2551" y="6519"/>
                      <a:pt x="3392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98" name="Freeform: Shape 5297">
                <a:extLst>
                  <a:ext uri="{FF2B5EF4-FFF2-40B4-BE49-F238E27FC236}">
                    <a16:creationId xmlns:a16="http://schemas.microsoft.com/office/drawing/2014/main" id="{B8103F7D-BEFB-68AC-4AEC-0D0DA6646F95}"/>
                  </a:ext>
                </a:extLst>
              </p:cNvPr>
              <p:cNvSpPr/>
              <p:nvPr/>
            </p:nvSpPr>
            <p:spPr>
              <a:xfrm>
                <a:off x="3655764" y="5679814"/>
                <a:ext cx="6343" cy="6345"/>
              </a:xfrm>
              <a:custGeom>
                <a:avLst/>
                <a:gdLst>
                  <a:gd name="connsiteX0" fmla="*/ 3393 w 6343"/>
                  <a:gd name="connsiteY0" fmla="*/ 6519 h 6345"/>
                  <a:gd name="connsiteX1" fmla="*/ 5635 w 6343"/>
                  <a:gd name="connsiteY1" fmla="*/ 5590 h 6345"/>
                  <a:gd name="connsiteX2" fmla="*/ 6564 w 6343"/>
                  <a:gd name="connsiteY2" fmla="*/ 3346 h 6345"/>
                  <a:gd name="connsiteX3" fmla="*/ 5635 w 6343"/>
                  <a:gd name="connsiteY3" fmla="*/ 1103 h 6345"/>
                  <a:gd name="connsiteX4" fmla="*/ 3393 w 6343"/>
                  <a:gd name="connsiteY4" fmla="*/ 173 h 6345"/>
                  <a:gd name="connsiteX5" fmla="*/ 1150 w 6343"/>
                  <a:gd name="connsiteY5" fmla="*/ 1103 h 6345"/>
                  <a:gd name="connsiteX6" fmla="*/ 221 w 6343"/>
                  <a:gd name="connsiteY6" fmla="*/ 3346 h 6345"/>
                  <a:gd name="connsiteX7" fmla="*/ 1150 w 6343"/>
                  <a:gd name="connsiteY7" fmla="*/ 5590 h 6345"/>
                  <a:gd name="connsiteX8" fmla="*/ 3393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19"/>
                    </a:moveTo>
                    <a:cubicBezTo>
                      <a:pt x="4234" y="6519"/>
                      <a:pt x="5040" y="6184"/>
                      <a:pt x="5635" y="5590"/>
                    </a:cubicBezTo>
                    <a:cubicBezTo>
                      <a:pt x="6230" y="4995"/>
                      <a:pt x="6564" y="4188"/>
                      <a:pt x="6564" y="3346"/>
                    </a:cubicBezTo>
                    <a:cubicBezTo>
                      <a:pt x="6564" y="2505"/>
                      <a:pt x="6230" y="1698"/>
                      <a:pt x="5635" y="1103"/>
                    </a:cubicBezTo>
                    <a:cubicBezTo>
                      <a:pt x="5040" y="508"/>
                      <a:pt x="4234" y="173"/>
                      <a:pt x="3393" y="173"/>
                    </a:cubicBezTo>
                    <a:cubicBezTo>
                      <a:pt x="2551" y="173"/>
                      <a:pt x="1745" y="508"/>
                      <a:pt x="1150" y="1103"/>
                    </a:cubicBezTo>
                    <a:cubicBezTo>
                      <a:pt x="555" y="1698"/>
                      <a:pt x="221" y="2505"/>
                      <a:pt x="221" y="3346"/>
                    </a:cubicBezTo>
                    <a:cubicBezTo>
                      <a:pt x="221" y="4188"/>
                      <a:pt x="555" y="4995"/>
                      <a:pt x="1150" y="5590"/>
                    </a:cubicBezTo>
                    <a:cubicBezTo>
                      <a:pt x="1745" y="6184"/>
                      <a:pt x="2551" y="6519"/>
                      <a:pt x="3393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299" name="Freeform: Shape 5298">
                <a:extLst>
                  <a:ext uri="{FF2B5EF4-FFF2-40B4-BE49-F238E27FC236}">
                    <a16:creationId xmlns:a16="http://schemas.microsoft.com/office/drawing/2014/main" id="{782A5541-93A2-3370-1026-75FAF4C0E061}"/>
                  </a:ext>
                </a:extLst>
              </p:cNvPr>
              <p:cNvSpPr/>
              <p:nvPr/>
            </p:nvSpPr>
            <p:spPr>
              <a:xfrm>
                <a:off x="4144462" y="5696927"/>
                <a:ext cx="6343" cy="6345"/>
              </a:xfrm>
              <a:custGeom>
                <a:avLst/>
                <a:gdLst>
                  <a:gd name="connsiteX0" fmla="*/ 3431 w 6343"/>
                  <a:gd name="connsiteY0" fmla="*/ 6520 h 6345"/>
                  <a:gd name="connsiteX1" fmla="*/ 5674 w 6343"/>
                  <a:gd name="connsiteY1" fmla="*/ 5591 h 6345"/>
                  <a:gd name="connsiteX2" fmla="*/ 6603 w 6343"/>
                  <a:gd name="connsiteY2" fmla="*/ 3347 h 6345"/>
                  <a:gd name="connsiteX3" fmla="*/ 5674 w 6343"/>
                  <a:gd name="connsiteY3" fmla="*/ 1104 h 6345"/>
                  <a:gd name="connsiteX4" fmla="*/ 3431 w 6343"/>
                  <a:gd name="connsiteY4" fmla="*/ 175 h 6345"/>
                  <a:gd name="connsiteX5" fmla="*/ 1188 w 6343"/>
                  <a:gd name="connsiteY5" fmla="*/ 1104 h 6345"/>
                  <a:gd name="connsiteX6" fmla="*/ 260 w 6343"/>
                  <a:gd name="connsiteY6" fmla="*/ 3347 h 6345"/>
                  <a:gd name="connsiteX7" fmla="*/ 1188 w 6343"/>
                  <a:gd name="connsiteY7" fmla="*/ 5591 h 6345"/>
                  <a:gd name="connsiteX8" fmla="*/ 3431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0"/>
                    </a:moveTo>
                    <a:cubicBezTo>
                      <a:pt x="4272" y="6520"/>
                      <a:pt x="5079" y="6186"/>
                      <a:pt x="5674" y="5591"/>
                    </a:cubicBezTo>
                    <a:cubicBezTo>
                      <a:pt x="6268" y="4996"/>
                      <a:pt x="6603" y="4189"/>
                      <a:pt x="6603" y="3347"/>
                    </a:cubicBezTo>
                    <a:cubicBezTo>
                      <a:pt x="6603" y="2506"/>
                      <a:pt x="6268" y="1699"/>
                      <a:pt x="5674" y="1104"/>
                    </a:cubicBezTo>
                    <a:cubicBezTo>
                      <a:pt x="5079" y="509"/>
                      <a:pt x="4272" y="175"/>
                      <a:pt x="3431" y="175"/>
                    </a:cubicBezTo>
                    <a:cubicBezTo>
                      <a:pt x="2590" y="175"/>
                      <a:pt x="1783" y="509"/>
                      <a:pt x="1188" y="1104"/>
                    </a:cubicBezTo>
                    <a:cubicBezTo>
                      <a:pt x="594" y="1699"/>
                      <a:pt x="260" y="2506"/>
                      <a:pt x="260" y="3347"/>
                    </a:cubicBezTo>
                    <a:cubicBezTo>
                      <a:pt x="260" y="4189"/>
                      <a:pt x="594" y="4996"/>
                      <a:pt x="1188" y="5591"/>
                    </a:cubicBezTo>
                    <a:cubicBezTo>
                      <a:pt x="1783" y="6186"/>
                      <a:pt x="2590" y="6520"/>
                      <a:pt x="3431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00" name="Freeform: Shape 5299">
                <a:extLst>
                  <a:ext uri="{FF2B5EF4-FFF2-40B4-BE49-F238E27FC236}">
                    <a16:creationId xmlns:a16="http://schemas.microsoft.com/office/drawing/2014/main" id="{1C725077-A1B2-6A35-83B7-775CA76C5A6B}"/>
                  </a:ext>
                </a:extLst>
              </p:cNvPr>
              <p:cNvSpPr/>
              <p:nvPr/>
            </p:nvSpPr>
            <p:spPr>
              <a:xfrm>
                <a:off x="4143314" y="5698781"/>
                <a:ext cx="6343" cy="6345"/>
              </a:xfrm>
              <a:custGeom>
                <a:avLst/>
                <a:gdLst>
                  <a:gd name="connsiteX0" fmla="*/ 3431 w 6343"/>
                  <a:gd name="connsiteY0" fmla="*/ 6520 h 6345"/>
                  <a:gd name="connsiteX1" fmla="*/ 5674 w 6343"/>
                  <a:gd name="connsiteY1" fmla="*/ 5591 h 6345"/>
                  <a:gd name="connsiteX2" fmla="*/ 6603 w 6343"/>
                  <a:gd name="connsiteY2" fmla="*/ 3348 h 6345"/>
                  <a:gd name="connsiteX3" fmla="*/ 5674 w 6343"/>
                  <a:gd name="connsiteY3" fmla="*/ 1104 h 6345"/>
                  <a:gd name="connsiteX4" fmla="*/ 3431 w 6343"/>
                  <a:gd name="connsiteY4" fmla="*/ 175 h 6345"/>
                  <a:gd name="connsiteX5" fmla="*/ 1188 w 6343"/>
                  <a:gd name="connsiteY5" fmla="*/ 1104 h 6345"/>
                  <a:gd name="connsiteX6" fmla="*/ 259 w 6343"/>
                  <a:gd name="connsiteY6" fmla="*/ 3348 h 6345"/>
                  <a:gd name="connsiteX7" fmla="*/ 1188 w 6343"/>
                  <a:gd name="connsiteY7" fmla="*/ 5591 h 6345"/>
                  <a:gd name="connsiteX8" fmla="*/ 3431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0"/>
                    </a:moveTo>
                    <a:cubicBezTo>
                      <a:pt x="4272" y="6520"/>
                      <a:pt x="5079" y="6186"/>
                      <a:pt x="5674" y="5591"/>
                    </a:cubicBezTo>
                    <a:cubicBezTo>
                      <a:pt x="6268" y="4996"/>
                      <a:pt x="6603" y="4189"/>
                      <a:pt x="6603" y="3348"/>
                    </a:cubicBezTo>
                    <a:cubicBezTo>
                      <a:pt x="6603" y="2506"/>
                      <a:pt x="6268" y="1699"/>
                      <a:pt x="5674" y="1104"/>
                    </a:cubicBezTo>
                    <a:cubicBezTo>
                      <a:pt x="5079" y="509"/>
                      <a:pt x="4272" y="175"/>
                      <a:pt x="3431" y="175"/>
                    </a:cubicBezTo>
                    <a:cubicBezTo>
                      <a:pt x="2590" y="175"/>
                      <a:pt x="1783" y="509"/>
                      <a:pt x="1188" y="1104"/>
                    </a:cubicBezTo>
                    <a:cubicBezTo>
                      <a:pt x="594" y="1699"/>
                      <a:pt x="259" y="2506"/>
                      <a:pt x="259" y="3348"/>
                    </a:cubicBezTo>
                    <a:cubicBezTo>
                      <a:pt x="259" y="4189"/>
                      <a:pt x="594" y="4996"/>
                      <a:pt x="1188" y="5591"/>
                    </a:cubicBezTo>
                    <a:cubicBezTo>
                      <a:pt x="1783" y="6186"/>
                      <a:pt x="2590" y="6520"/>
                      <a:pt x="3431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01" name="Freeform: Shape 5300">
                <a:extLst>
                  <a:ext uri="{FF2B5EF4-FFF2-40B4-BE49-F238E27FC236}">
                    <a16:creationId xmlns:a16="http://schemas.microsoft.com/office/drawing/2014/main" id="{16111A5E-54DF-CCF1-5CF7-CA8E3FAE90EF}"/>
                  </a:ext>
                </a:extLst>
              </p:cNvPr>
              <p:cNvSpPr/>
              <p:nvPr/>
            </p:nvSpPr>
            <p:spPr>
              <a:xfrm>
                <a:off x="4142654" y="5703915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1 h 6345"/>
                  <a:gd name="connsiteX2" fmla="*/ 6602 w 6343"/>
                  <a:gd name="connsiteY2" fmla="*/ 3348 h 6345"/>
                  <a:gd name="connsiteX3" fmla="*/ 5674 w 6343"/>
                  <a:gd name="connsiteY3" fmla="*/ 1105 h 6345"/>
                  <a:gd name="connsiteX4" fmla="*/ 3431 w 6343"/>
                  <a:gd name="connsiteY4" fmla="*/ 175 h 6345"/>
                  <a:gd name="connsiteX5" fmla="*/ 1188 w 6343"/>
                  <a:gd name="connsiteY5" fmla="*/ 1105 h 6345"/>
                  <a:gd name="connsiteX6" fmla="*/ 259 w 6343"/>
                  <a:gd name="connsiteY6" fmla="*/ 3348 h 6345"/>
                  <a:gd name="connsiteX7" fmla="*/ 1188 w 6343"/>
                  <a:gd name="connsiteY7" fmla="*/ 5591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6"/>
                      <a:pt x="5674" y="5591"/>
                    </a:cubicBezTo>
                    <a:cubicBezTo>
                      <a:pt x="6268" y="4996"/>
                      <a:pt x="6602" y="4189"/>
                      <a:pt x="6602" y="3348"/>
                    </a:cubicBezTo>
                    <a:cubicBezTo>
                      <a:pt x="6602" y="2507"/>
                      <a:pt x="6268" y="1700"/>
                      <a:pt x="5674" y="1105"/>
                    </a:cubicBezTo>
                    <a:cubicBezTo>
                      <a:pt x="5079" y="510"/>
                      <a:pt x="4272" y="175"/>
                      <a:pt x="3431" y="175"/>
                    </a:cubicBezTo>
                    <a:cubicBezTo>
                      <a:pt x="2590" y="175"/>
                      <a:pt x="1783" y="510"/>
                      <a:pt x="1188" y="1105"/>
                    </a:cubicBezTo>
                    <a:cubicBezTo>
                      <a:pt x="594" y="1700"/>
                      <a:pt x="259" y="2507"/>
                      <a:pt x="259" y="3348"/>
                    </a:cubicBezTo>
                    <a:cubicBezTo>
                      <a:pt x="259" y="4189"/>
                      <a:pt x="594" y="4996"/>
                      <a:pt x="1188" y="5591"/>
                    </a:cubicBezTo>
                    <a:cubicBezTo>
                      <a:pt x="1783" y="6186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02" name="Freeform: Shape 5301">
                <a:extLst>
                  <a:ext uri="{FF2B5EF4-FFF2-40B4-BE49-F238E27FC236}">
                    <a16:creationId xmlns:a16="http://schemas.microsoft.com/office/drawing/2014/main" id="{BA95963A-9879-C770-764F-4C81B9FAA7B7}"/>
                  </a:ext>
                </a:extLst>
              </p:cNvPr>
              <p:cNvSpPr/>
              <p:nvPr/>
            </p:nvSpPr>
            <p:spPr>
              <a:xfrm>
                <a:off x="4142197" y="5705642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2 w 6343"/>
                  <a:gd name="connsiteY2" fmla="*/ 3348 h 6345"/>
                  <a:gd name="connsiteX3" fmla="*/ 5674 w 6343"/>
                  <a:gd name="connsiteY3" fmla="*/ 1105 h 6345"/>
                  <a:gd name="connsiteX4" fmla="*/ 3431 w 6343"/>
                  <a:gd name="connsiteY4" fmla="*/ 175 h 6345"/>
                  <a:gd name="connsiteX5" fmla="*/ 1188 w 6343"/>
                  <a:gd name="connsiteY5" fmla="*/ 1105 h 6345"/>
                  <a:gd name="connsiteX6" fmla="*/ 259 w 6343"/>
                  <a:gd name="connsiteY6" fmla="*/ 3348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8" y="4997"/>
                      <a:pt x="6602" y="4190"/>
                      <a:pt x="6602" y="3348"/>
                    </a:cubicBezTo>
                    <a:cubicBezTo>
                      <a:pt x="6602" y="2507"/>
                      <a:pt x="6268" y="1700"/>
                      <a:pt x="5674" y="1105"/>
                    </a:cubicBezTo>
                    <a:cubicBezTo>
                      <a:pt x="5079" y="510"/>
                      <a:pt x="4272" y="175"/>
                      <a:pt x="3431" y="175"/>
                    </a:cubicBezTo>
                    <a:cubicBezTo>
                      <a:pt x="2590" y="175"/>
                      <a:pt x="1783" y="510"/>
                      <a:pt x="1188" y="1105"/>
                    </a:cubicBezTo>
                    <a:cubicBezTo>
                      <a:pt x="594" y="1700"/>
                      <a:pt x="259" y="2507"/>
                      <a:pt x="259" y="3348"/>
                    </a:cubicBezTo>
                    <a:cubicBezTo>
                      <a:pt x="259" y="4190"/>
                      <a:pt x="594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03" name="Freeform: Shape 5302">
                <a:extLst>
                  <a:ext uri="{FF2B5EF4-FFF2-40B4-BE49-F238E27FC236}">
                    <a16:creationId xmlns:a16="http://schemas.microsoft.com/office/drawing/2014/main" id="{E535A39D-0D4F-3DEB-D283-08E9710F4ACA}"/>
                  </a:ext>
                </a:extLst>
              </p:cNvPr>
              <p:cNvSpPr/>
              <p:nvPr/>
            </p:nvSpPr>
            <p:spPr>
              <a:xfrm>
                <a:off x="4142237" y="5707309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2 w 6343"/>
                  <a:gd name="connsiteY2" fmla="*/ 3348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8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8" y="4997"/>
                      <a:pt x="6602" y="4190"/>
                      <a:pt x="6602" y="3348"/>
                    </a:cubicBezTo>
                    <a:cubicBezTo>
                      <a:pt x="6602" y="2507"/>
                      <a:pt x="6268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4" y="1700"/>
                      <a:pt x="259" y="2507"/>
                      <a:pt x="259" y="3348"/>
                    </a:cubicBezTo>
                    <a:cubicBezTo>
                      <a:pt x="259" y="4190"/>
                      <a:pt x="594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04" name="Freeform: Shape 5303">
                <a:extLst>
                  <a:ext uri="{FF2B5EF4-FFF2-40B4-BE49-F238E27FC236}">
                    <a16:creationId xmlns:a16="http://schemas.microsoft.com/office/drawing/2014/main" id="{51941F3F-FFFE-AC8D-5166-D6116CCD0E35}"/>
                  </a:ext>
                </a:extLst>
              </p:cNvPr>
              <p:cNvSpPr/>
              <p:nvPr/>
            </p:nvSpPr>
            <p:spPr>
              <a:xfrm>
                <a:off x="4141990" y="5709003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4 w 6343"/>
                  <a:gd name="connsiteY1" fmla="*/ 5592 h 6345"/>
                  <a:gd name="connsiteX2" fmla="*/ 6602 w 6343"/>
                  <a:gd name="connsiteY2" fmla="*/ 3348 h 6345"/>
                  <a:gd name="connsiteX3" fmla="*/ 5674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8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4" y="5592"/>
                    </a:cubicBezTo>
                    <a:cubicBezTo>
                      <a:pt x="6268" y="4997"/>
                      <a:pt x="6602" y="4190"/>
                      <a:pt x="6602" y="3348"/>
                    </a:cubicBezTo>
                    <a:cubicBezTo>
                      <a:pt x="6602" y="2507"/>
                      <a:pt x="6268" y="1700"/>
                      <a:pt x="5674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4" y="1700"/>
                      <a:pt x="259" y="2507"/>
                      <a:pt x="259" y="3348"/>
                    </a:cubicBezTo>
                    <a:cubicBezTo>
                      <a:pt x="259" y="4190"/>
                      <a:pt x="594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05" name="Freeform: Shape 5304">
                <a:extLst>
                  <a:ext uri="{FF2B5EF4-FFF2-40B4-BE49-F238E27FC236}">
                    <a16:creationId xmlns:a16="http://schemas.microsoft.com/office/drawing/2014/main" id="{FDFAFACB-2EBB-4A9E-F6DE-EFE4FBE095BF}"/>
                  </a:ext>
                </a:extLst>
              </p:cNvPr>
              <p:cNvSpPr/>
              <p:nvPr/>
            </p:nvSpPr>
            <p:spPr>
              <a:xfrm>
                <a:off x="4141362" y="5710727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3 w 6343"/>
                  <a:gd name="connsiteY1" fmla="*/ 5592 h 6345"/>
                  <a:gd name="connsiteX2" fmla="*/ 6602 w 6343"/>
                  <a:gd name="connsiteY2" fmla="*/ 3349 h 6345"/>
                  <a:gd name="connsiteX3" fmla="*/ 5673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3" y="5592"/>
                    </a:cubicBezTo>
                    <a:cubicBezTo>
                      <a:pt x="6268" y="4997"/>
                      <a:pt x="6602" y="4190"/>
                      <a:pt x="6602" y="3349"/>
                    </a:cubicBezTo>
                    <a:cubicBezTo>
                      <a:pt x="6602" y="2507"/>
                      <a:pt x="6268" y="1700"/>
                      <a:pt x="5673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3" y="1700"/>
                      <a:pt x="259" y="2507"/>
                      <a:pt x="259" y="3349"/>
                    </a:cubicBezTo>
                    <a:cubicBezTo>
                      <a:pt x="259" y="4190"/>
                      <a:pt x="593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06" name="Freeform: Shape 5305">
                <a:extLst>
                  <a:ext uri="{FF2B5EF4-FFF2-40B4-BE49-F238E27FC236}">
                    <a16:creationId xmlns:a16="http://schemas.microsoft.com/office/drawing/2014/main" id="{08B82101-E133-FF56-03EC-C1E38D1F675A}"/>
                  </a:ext>
                </a:extLst>
              </p:cNvPr>
              <p:cNvSpPr/>
              <p:nvPr/>
            </p:nvSpPr>
            <p:spPr>
              <a:xfrm>
                <a:off x="4140816" y="5712434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3 w 6343"/>
                  <a:gd name="connsiteY1" fmla="*/ 5592 h 6345"/>
                  <a:gd name="connsiteX2" fmla="*/ 6602 w 6343"/>
                  <a:gd name="connsiteY2" fmla="*/ 3349 h 6345"/>
                  <a:gd name="connsiteX3" fmla="*/ 5673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3" y="5592"/>
                    </a:cubicBezTo>
                    <a:cubicBezTo>
                      <a:pt x="6268" y="4997"/>
                      <a:pt x="6602" y="4190"/>
                      <a:pt x="6602" y="3349"/>
                    </a:cubicBezTo>
                    <a:cubicBezTo>
                      <a:pt x="6602" y="2507"/>
                      <a:pt x="6268" y="1700"/>
                      <a:pt x="5673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3" y="1700"/>
                      <a:pt x="259" y="2507"/>
                      <a:pt x="259" y="3349"/>
                    </a:cubicBezTo>
                    <a:cubicBezTo>
                      <a:pt x="259" y="4190"/>
                      <a:pt x="593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07" name="Freeform: Shape 5306">
                <a:extLst>
                  <a:ext uri="{FF2B5EF4-FFF2-40B4-BE49-F238E27FC236}">
                    <a16:creationId xmlns:a16="http://schemas.microsoft.com/office/drawing/2014/main" id="{239603CD-F7FD-2A18-8668-00886021EB1E}"/>
                  </a:ext>
                </a:extLst>
              </p:cNvPr>
              <p:cNvSpPr/>
              <p:nvPr/>
            </p:nvSpPr>
            <p:spPr>
              <a:xfrm>
                <a:off x="4140814" y="5714089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3 w 6343"/>
                  <a:gd name="connsiteY1" fmla="*/ 5592 h 6345"/>
                  <a:gd name="connsiteX2" fmla="*/ 6602 w 6343"/>
                  <a:gd name="connsiteY2" fmla="*/ 3349 h 6345"/>
                  <a:gd name="connsiteX3" fmla="*/ 5673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9" y="6187"/>
                      <a:pt x="5673" y="5592"/>
                    </a:cubicBezTo>
                    <a:cubicBezTo>
                      <a:pt x="6268" y="4997"/>
                      <a:pt x="6602" y="4190"/>
                      <a:pt x="6602" y="3349"/>
                    </a:cubicBezTo>
                    <a:cubicBezTo>
                      <a:pt x="6602" y="2507"/>
                      <a:pt x="6268" y="1700"/>
                      <a:pt x="5673" y="1105"/>
                    </a:cubicBezTo>
                    <a:cubicBezTo>
                      <a:pt x="5079" y="510"/>
                      <a:pt x="4272" y="176"/>
                      <a:pt x="3431" y="176"/>
                    </a:cubicBezTo>
                    <a:cubicBezTo>
                      <a:pt x="2590" y="176"/>
                      <a:pt x="1783" y="510"/>
                      <a:pt x="1188" y="1105"/>
                    </a:cubicBezTo>
                    <a:cubicBezTo>
                      <a:pt x="593" y="1700"/>
                      <a:pt x="259" y="2507"/>
                      <a:pt x="259" y="3349"/>
                    </a:cubicBezTo>
                    <a:cubicBezTo>
                      <a:pt x="259" y="4190"/>
                      <a:pt x="593" y="4997"/>
                      <a:pt x="1188" y="5592"/>
                    </a:cubicBezTo>
                    <a:cubicBezTo>
                      <a:pt x="1783" y="6187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08" name="Freeform: Shape 5307">
                <a:extLst>
                  <a:ext uri="{FF2B5EF4-FFF2-40B4-BE49-F238E27FC236}">
                    <a16:creationId xmlns:a16="http://schemas.microsoft.com/office/drawing/2014/main" id="{88CA805F-13C6-BEC3-E688-1C6C56219761}"/>
                  </a:ext>
                </a:extLst>
              </p:cNvPr>
              <p:cNvSpPr/>
              <p:nvPr/>
            </p:nvSpPr>
            <p:spPr>
              <a:xfrm>
                <a:off x="4140941" y="5715732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3 w 6343"/>
                  <a:gd name="connsiteY1" fmla="*/ 5592 h 6345"/>
                  <a:gd name="connsiteX2" fmla="*/ 6602 w 6343"/>
                  <a:gd name="connsiteY2" fmla="*/ 3349 h 6345"/>
                  <a:gd name="connsiteX3" fmla="*/ 5673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7"/>
                      <a:pt x="5673" y="5592"/>
                    </a:cubicBezTo>
                    <a:cubicBezTo>
                      <a:pt x="6268" y="4997"/>
                      <a:pt x="6602" y="4190"/>
                      <a:pt x="6602" y="3349"/>
                    </a:cubicBezTo>
                    <a:cubicBezTo>
                      <a:pt x="6602" y="2508"/>
                      <a:pt x="6268" y="1700"/>
                      <a:pt x="5673" y="1105"/>
                    </a:cubicBezTo>
                    <a:cubicBezTo>
                      <a:pt x="5079" y="511"/>
                      <a:pt x="4272" y="176"/>
                      <a:pt x="3431" y="176"/>
                    </a:cubicBezTo>
                    <a:cubicBezTo>
                      <a:pt x="2590" y="176"/>
                      <a:pt x="1783" y="511"/>
                      <a:pt x="1188" y="1105"/>
                    </a:cubicBezTo>
                    <a:cubicBezTo>
                      <a:pt x="593" y="1700"/>
                      <a:pt x="259" y="2508"/>
                      <a:pt x="259" y="3349"/>
                    </a:cubicBezTo>
                    <a:cubicBezTo>
                      <a:pt x="259" y="4190"/>
                      <a:pt x="593" y="4997"/>
                      <a:pt x="1188" y="5592"/>
                    </a:cubicBezTo>
                    <a:cubicBezTo>
                      <a:pt x="1783" y="6187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09" name="Freeform: Shape 5308">
                <a:extLst>
                  <a:ext uri="{FF2B5EF4-FFF2-40B4-BE49-F238E27FC236}">
                    <a16:creationId xmlns:a16="http://schemas.microsoft.com/office/drawing/2014/main" id="{4BFD2633-DDED-92EA-D587-9C1DB424AFE6}"/>
                  </a:ext>
                </a:extLst>
              </p:cNvPr>
              <p:cNvSpPr/>
              <p:nvPr/>
            </p:nvSpPr>
            <p:spPr>
              <a:xfrm>
                <a:off x="4141058" y="5717377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3 w 6343"/>
                  <a:gd name="connsiteY1" fmla="*/ 5592 h 6345"/>
                  <a:gd name="connsiteX2" fmla="*/ 6602 w 6343"/>
                  <a:gd name="connsiteY2" fmla="*/ 3349 h 6345"/>
                  <a:gd name="connsiteX3" fmla="*/ 5673 w 6343"/>
                  <a:gd name="connsiteY3" fmla="*/ 1106 h 6345"/>
                  <a:gd name="connsiteX4" fmla="*/ 3431 w 6343"/>
                  <a:gd name="connsiteY4" fmla="*/ 176 h 6345"/>
                  <a:gd name="connsiteX5" fmla="*/ 1188 w 6343"/>
                  <a:gd name="connsiteY5" fmla="*/ 1106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7"/>
                      <a:pt x="5673" y="5592"/>
                    </a:cubicBezTo>
                    <a:cubicBezTo>
                      <a:pt x="6268" y="4998"/>
                      <a:pt x="6602" y="4190"/>
                      <a:pt x="6602" y="3349"/>
                    </a:cubicBezTo>
                    <a:cubicBezTo>
                      <a:pt x="6602" y="2508"/>
                      <a:pt x="6268" y="1701"/>
                      <a:pt x="5673" y="1106"/>
                    </a:cubicBezTo>
                    <a:cubicBezTo>
                      <a:pt x="5079" y="511"/>
                      <a:pt x="4272" y="176"/>
                      <a:pt x="3431" y="176"/>
                    </a:cubicBezTo>
                    <a:cubicBezTo>
                      <a:pt x="2590" y="176"/>
                      <a:pt x="1783" y="511"/>
                      <a:pt x="1188" y="1106"/>
                    </a:cubicBezTo>
                    <a:cubicBezTo>
                      <a:pt x="593" y="1701"/>
                      <a:pt x="259" y="2508"/>
                      <a:pt x="259" y="3349"/>
                    </a:cubicBezTo>
                    <a:cubicBezTo>
                      <a:pt x="259" y="4190"/>
                      <a:pt x="593" y="4998"/>
                      <a:pt x="1188" y="5592"/>
                    </a:cubicBezTo>
                    <a:cubicBezTo>
                      <a:pt x="1783" y="6187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10" name="Freeform: Shape 5309">
                <a:extLst>
                  <a:ext uri="{FF2B5EF4-FFF2-40B4-BE49-F238E27FC236}">
                    <a16:creationId xmlns:a16="http://schemas.microsoft.com/office/drawing/2014/main" id="{E271A4B8-0632-FBAE-E0F6-E7E33F61B153}"/>
                  </a:ext>
                </a:extLst>
              </p:cNvPr>
              <p:cNvSpPr/>
              <p:nvPr/>
            </p:nvSpPr>
            <p:spPr>
              <a:xfrm>
                <a:off x="4140655" y="5719054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3 w 6343"/>
                  <a:gd name="connsiteY1" fmla="*/ 5593 h 6345"/>
                  <a:gd name="connsiteX2" fmla="*/ 6602 w 6343"/>
                  <a:gd name="connsiteY2" fmla="*/ 3349 h 6345"/>
                  <a:gd name="connsiteX3" fmla="*/ 5673 w 6343"/>
                  <a:gd name="connsiteY3" fmla="*/ 1106 h 6345"/>
                  <a:gd name="connsiteX4" fmla="*/ 3431 w 6343"/>
                  <a:gd name="connsiteY4" fmla="*/ 176 h 6345"/>
                  <a:gd name="connsiteX5" fmla="*/ 1188 w 6343"/>
                  <a:gd name="connsiteY5" fmla="*/ 1106 h 6345"/>
                  <a:gd name="connsiteX6" fmla="*/ 259 w 6343"/>
                  <a:gd name="connsiteY6" fmla="*/ 3349 h 6345"/>
                  <a:gd name="connsiteX7" fmla="*/ 1188 w 6343"/>
                  <a:gd name="connsiteY7" fmla="*/ 5593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8"/>
                      <a:pt x="5673" y="5593"/>
                    </a:cubicBezTo>
                    <a:cubicBezTo>
                      <a:pt x="6268" y="4998"/>
                      <a:pt x="6602" y="4191"/>
                      <a:pt x="6602" y="3349"/>
                    </a:cubicBezTo>
                    <a:cubicBezTo>
                      <a:pt x="6602" y="2508"/>
                      <a:pt x="6268" y="1701"/>
                      <a:pt x="5673" y="1106"/>
                    </a:cubicBezTo>
                    <a:cubicBezTo>
                      <a:pt x="5079" y="511"/>
                      <a:pt x="4272" y="176"/>
                      <a:pt x="3431" y="176"/>
                    </a:cubicBezTo>
                    <a:cubicBezTo>
                      <a:pt x="2590" y="176"/>
                      <a:pt x="1783" y="511"/>
                      <a:pt x="1188" y="1106"/>
                    </a:cubicBezTo>
                    <a:cubicBezTo>
                      <a:pt x="593" y="1701"/>
                      <a:pt x="259" y="2508"/>
                      <a:pt x="259" y="3349"/>
                    </a:cubicBezTo>
                    <a:cubicBezTo>
                      <a:pt x="259" y="4191"/>
                      <a:pt x="593" y="4998"/>
                      <a:pt x="1188" y="5593"/>
                    </a:cubicBezTo>
                    <a:cubicBezTo>
                      <a:pt x="1783" y="6188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11" name="Freeform: Shape 5310">
                <a:extLst>
                  <a:ext uri="{FF2B5EF4-FFF2-40B4-BE49-F238E27FC236}">
                    <a16:creationId xmlns:a16="http://schemas.microsoft.com/office/drawing/2014/main" id="{3AFB4E9C-9905-F08F-7AB7-C3A1B96B5233}"/>
                  </a:ext>
                </a:extLst>
              </p:cNvPr>
              <p:cNvSpPr/>
              <p:nvPr/>
            </p:nvSpPr>
            <p:spPr>
              <a:xfrm>
                <a:off x="4140797" y="5720694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3 w 6343"/>
                  <a:gd name="connsiteY1" fmla="*/ 5593 h 6345"/>
                  <a:gd name="connsiteX2" fmla="*/ 6602 w 6343"/>
                  <a:gd name="connsiteY2" fmla="*/ 3349 h 6345"/>
                  <a:gd name="connsiteX3" fmla="*/ 5673 w 6343"/>
                  <a:gd name="connsiteY3" fmla="*/ 1106 h 6345"/>
                  <a:gd name="connsiteX4" fmla="*/ 3431 w 6343"/>
                  <a:gd name="connsiteY4" fmla="*/ 177 h 6345"/>
                  <a:gd name="connsiteX5" fmla="*/ 1188 w 6343"/>
                  <a:gd name="connsiteY5" fmla="*/ 1106 h 6345"/>
                  <a:gd name="connsiteX6" fmla="*/ 259 w 6343"/>
                  <a:gd name="connsiteY6" fmla="*/ 3349 h 6345"/>
                  <a:gd name="connsiteX7" fmla="*/ 1188 w 6343"/>
                  <a:gd name="connsiteY7" fmla="*/ 5593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8"/>
                      <a:pt x="5673" y="5593"/>
                    </a:cubicBezTo>
                    <a:cubicBezTo>
                      <a:pt x="6268" y="4998"/>
                      <a:pt x="6602" y="4191"/>
                      <a:pt x="6602" y="3349"/>
                    </a:cubicBezTo>
                    <a:cubicBezTo>
                      <a:pt x="6602" y="2508"/>
                      <a:pt x="6268" y="1701"/>
                      <a:pt x="5673" y="1106"/>
                    </a:cubicBezTo>
                    <a:cubicBezTo>
                      <a:pt x="5079" y="511"/>
                      <a:pt x="4272" y="177"/>
                      <a:pt x="3431" y="177"/>
                    </a:cubicBezTo>
                    <a:cubicBezTo>
                      <a:pt x="2590" y="177"/>
                      <a:pt x="1783" y="511"/>
                      <a:pt x="1188" y="1106"/>
                    </a:cubicBezTo>
                    <a:cubicBezTo>
                      <a:pt x="593" y="1701"/>
                      <a:pt x="259" y="2508"/>
                      <a:pt x="259" y="3349"/>
                    </a:cubicBezTo>
                    <a:cubicBezTo>
                      <a:pt x="259" y="4191"/>
                      <a:pt x="593" y="4998"/>
                      <a:pt x="1188" y="5593"/>
                    </a:cubicBezTo>
                    <a:cubicBezTo>
                      <a:pt x="1783" y="6188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12" name="Freeform: Shape 5311">
                <a:extLst>
                  <a:ext uri="{FF2B5EF4-FFF2-40B4-BE49-F238E27FC236}">
                    <a16:creationId xmlns:a16="http://schemas.microsoft.com/office/drawing/2014/main" id="{4BFE43D3-6A1C-2E48-7F8B-8534A97802AA}"/>
                  </a:ext>
                </a:extLst>
              </p:cNvPr>
              <p:cNvSpPr/>
              <p:nvPr/>
            </p:nvSpPr>
            <p:spPr>
              <a:xfrm>
                <a:off x="4155337" y="5775611"/>
                <a:ext cx="6343" cy="6345"/>
              </a:xfrm>
              <a:custGeom>
                <a:avLst/>
                <a:gdLst>
                  <a:gd name="connsiteX0" fmla="*/ 3432 w 6343"/>
                  <a:gd name="connsiteY0" fmla="*/ 6526 h 6345"/>
                  <a:gd name="connsiteX1" fmla="*/ 5675 w 6343"/>
                  <a:gd name="connsiteY1" fmla="*/ 5597 h 6345"/>
                  <a:gd name="connsiteX2" fmla="*/ 6603 w 6343"/>
                  <a:gd name="connsiteY2" fmla="*/ 3354 h 6345"/>
                  <a:gd name="connsiteX3" fmla="*/ 5675 w 6343"/>
                  <a:gd name="connsiteY3" fmla="*/ 1110 h 6345"/>
                  <a:gd name="connsiteX4" fmla="*/ 3432 w 6343"/>
                  <a:gd name="connsiteY4" fmla="*/ 181 h 6345"/>
                  <a:gd name="connsiteX5" fmla="*/ 1189 w 6343"/>
                  <a:gd name="connsiteY5" fmla="*/ 1110 h 6345"/>
                  <a:gd name="connsiteX6" fmla="*/ 260 w 6343"/>
                  <a:gd name="connsiteY6" fmla="*/ 3354 h 6345"/>
                  <a:gd name="connsiteX7" fmla="*/ 1189 w 6343"/>
                  <a:gd name="connsiteY7" fmla="*/ 5597 h 6345"/>
                  <a:gd name="connsiteX8" fmla="*/ 3432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6"/>
                    </a:moveTo>
                    <a:cubicBezTo>
                      <a:pt x="4273" y="6526"/>
                      <a:pt x="5080" y="6192"/>
                      <a:pt x="5675" y="5597"/>
                    </a:cubicBezTo>
                    <a:cubicBezTo>
                      <a:pt x="6269" y="5002"/>
                      <a:pt x="6603" y="4195"/>
                      <a:pt x="6603" y="3354"/>
                    </a:cubicBezTo>
                    <a:cubicBezTo>
                      <a:pt x="6603" y="2512"/>
                      <a:pt x="6269" y="1705"/>
                      <a:pt x="5675" y="1110"/>
                    </a:cubicBezTo>
                    <a:cubicBezTo>
                      <a:pt x="5080" y="515"/>
                      <a:pt x="4273" y="181"/>
                      <a:pt x="3432" y="181"/>
                    </a:cubicBezTo>
                    <a:cubicBezTo>
                      <a:pt x="2591" y="181"/>
                      <a:pt x="1784" y="515"/>
                      <a:pt x="1189" y="1110"/>
                    </a:cubicBezTo>
                    <a:cubicBezTo>
                      <a:pt x="595" y="1705"/>
                      <a:pt x="260" y="2512"/>
                      <a:pt x="260" y="3354"/>
                    </a:cubicBezTo>
                    <a:cubicBezTo>
                      <a:pt x="260" y="4195"/>
                      <a:pt x="595" y="5002"/>
                      <a:pt x="1189" y="5597"/>
                    </a:cubicBezTo>
                    <a:cubicBezTo>
                      <a:pt x="1784" y="6192"/>
                      <a:pt x="2591" y="6526"/>
                      <a:pt x="3432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13" name="Freeform: Shape 5312">
                <a:extLst>
                  <a:ext uri="{FF2B5EF4-FFF2-40B4-BE49-F238E27FC236}">
                    <a16:creationId xmlns:a16="http://schemas.microsoft.com/office/drawing/2014/main" id="{DA187CA8-A7C9-9304-B8E4-5217BC061753}"/>
                  </a:ext>
                </a:extLst>
              </p:cNvPr>
              <p:cNvSpPr/>
              <p:nvPr/>
            </p:nvSpPr>
            <p:spPr>
              <a:xfrm>
                <a:off x="4090594" y="5969679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69 w 6343"/>
                  <a:gd name="connsiteY1" fmla="*/ 5612 h 6345"/>
                  <a:gd name="connsiteX2" fmla="*/ 6598 w 6343"/>
                  <a:gd name="connsiteY2" fmla="*/ 3369 h 6345"/>
                  <a:gd name="connsiteX3" fmla="*/ 5669 w 6343"/>
                  <a:gd name="connsiteY3" fmla="*/ 1125 h 6345"/>
                  <a:gd name="connsiteX4" fmla="*/ 3427 w 6343"/>
                  <a:gd name="connsiteY4" fmla="*/ 196 h 6345"/>
                  <a:gd name="connsiteX5" fmla="*/ 1184 w 6343"/>
                  <a:gd name="connsiteY5" fmla="*/ 1125 h 6345"/>
                  <a:gd name="connsiteX6" fmla="*/ 255 w 6343"/>
                  <a:gd name="connsiteY6" fmla="*/ 3369 h 6345"/>
                  <a:gd name="connsiteX7" fmla="*/ 1184 w 6343"/>
                  <a:gd name="connsiteY7" fmla="*/ 5612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5" y="6207"/>
                      <a:pt x="5669" y="5612"/>
                    </a:cubicBezTo>
                    <a:cubicBezTo>
                      <a:pt x="6264" y="5017"/>
                      <a:pt x="6598" y="4210"/>
                      <a:pt x="6598" y="3369"/>
                    </a:cubicBezTo>
                    <a:cubicBezTo>
                      <a:pt x="6598" y="2528"/>
                      <a:pt x="6264" y="1720"/>
                      <a:pt x="5669" y="1125"/>
                    </a:cubicBezTo>
                    <a:cubicBezTo>
                      <a:pt x="5075" y="531"/>
                      <a:pt x="4268" y="196"/>
                      <a:pt x="3427" y="196"/>
                    </a:cubicBezTo>
                    <a:cubicBezTo>
                      <a:pt x="2586" y="196"/>
                      <a:pt x="1779" y="531"/>
                      <a:pt x="1184" y="1125"/>
                    </a:cubicBezTo>
                    <a:cubicBezTo>
                      <a:pt x="589" y="1720"/>
                      <a:pt x="255" y="2528"/>
                      <a:pt x="255" y="3369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9" y="6207"/>
                      <a:pt x="2586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14" name="Freeform: Shape 5313">
                <a:extLst>
                  <a:ext uri="{FF2B5EF4-FFF2-40B4-BE49-F238E27FC236}">
                    <a16:creationId xmlns:a16="http://schemas.microsoft.com/office/drawing/2014/main" id="{11E0D57A-42BC-A84E-DD22-4478707E115E}"/>
                  </a:ext>
                </a:extLst>
              </p:cNvPr>
              <p:cNvSpPr/>
              <p:nvPr/>
            </p:nvSpPr>
            <p:spPr>
              <a:xfrm>
                <a:off x="4087804" y="5969539"/>
                <a:ext cx="6343" cy="6345"/>
              </a:xfrm>
              <a:custGeom>
                <a:avLst/>
                <a:gdLst>
                  <a:gd name="connsiteX0" fmla="*/ 3427 w 6343"/>
                  <a:gd name="connsiteY0" fmla="*/ 6542 h 6345"/>
                  <a:gd name="connsiteX1" fmla="*/ 5669 w 6343"/>
                  <a:gd name="connsiteY1" fmla="*/ 5612 h 6345"/>
                  <a:gd name="connsiteX2" fmla="*/ 6598 w 6343"/>
                  <a:gd name="connsiteY2" fmla="*/ 3369 h 6345"/>
                  <a:gd name="connsiteX3" fmla="*/ 5669 w 6343"/>
                  <a:gd name="connsiteY3" fmla="*/ 1125 h 6345"/>
                  <a:gd name="connsiteX4" fmla="*/ 3427 w 6343"/>
                  <a:gd name="connsiteY4" fmla="*/ 196 h 6345"/>
                  <a:gd name="connsiteX5" fmla="*/ 1184 w 6343"/>
                  <a:gd name="connsiteY5" fmla="*/ 1125 h 6345"/>
                  <a:gd name="connsiteX6" fmla="*/ 255 w 6343"/>
                  <a:gd name="connsiteY6" fmla="*/ 3369 h 6345"/>
                  <a:gd name="connsiteX7" fmla="*/ 1184 w 6343"/>
                  <a:gd name="connsiteY7" fmla="*/ 5612 h 6345"/>
                  <a:gd name="connsiteX8" fmla="*/ 342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42"/>
                    </a:moveTo>
                    <a:cubicBezTo>
                      <a:pt x="4268" y="6542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9"/>
                    </a:cubicBezTo>
                    <a:cubicBezTo>
                      <a:pt x="6598" y="2528"/>
                      <a:pt x="6264" y="1720"/>
                      <a:pt x="5669" y="1125"/>
                    </a:cubicBezTo>
                    <a:cubicBezTo>
                      <a:pt x="5074" y="531"/>
                      <a:pt x="4268" y="196"/>
                      <a:pt x="3427" y="196"/>
                    </a:cubicBezTo>
                    <a:cubicBezTo>
                      <a:pt x="2585" y="196"/>
                      <a:pt x="1779" y="531"/>
                      <a:pt x="1184" y="1125"/>
                    </a:cubicBezTo>
                    <a:cubicBezTo>
                      <a:pt x="589" y="1720"/>
                      <a:pt x="255" y="2528"/>
                      <a:pt x="255" y="3369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9" y="6207"/>
                      <a:pt x="2585" y="6542"/>
                      <a:pt x="342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15" name="Freeform: Shape 5314">
                <a:extLst>
                  <a:ext uri="{FF2B5EF4-FFF2-40B4-BE49-F238E27FC236}">
                    <a16:creationId xmlns:a16="http://schemas.microsoft.com/office/drawing/2014/main" id="{A1467B7B-2487-1E0E-710A-D98D44EFE0F1}"/>
                  </a:ext>
                </a:extLst>
              </p:cNvPr>
              <p:cNvSpPr/>
              <p:nvPr/>
            </p:nvSpPr>
            <p:spPr>
              <a:xfrm>
                <a:off x="4084650" y="5968960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2 h 6345"/>
                  <a:gd name="connsiteX2" fmla="*/ 6598 w 6343"/>
                  <a:gd name="connsiteY2" fmla="*/ 3369 h 6345"/>
                  <a:gd name="connsiteX3" fmla="*/ 5669 w 6343"/>
                  <a:gd name="connsiteY3" fmla="*/ 1125 h 6345"/>
                  <a:gd name="connsiteX4" fmla="*/ 3426 w 6343"/>
                  <a:gd name="connsiteY4" fmla="*/ 196 h 6345"/>
                  <a:gd name="connsiteX5" fmla="*/ 1184 w 6343"/>
                  <a:gd name="connsiteY5" fmla="*/ 1125 h 6345"/>
                  <a:gd name="connsiteX6" fmla="*/ 255 w 6343"/>
                  <a:gd name="connsiteY6" fmla="*/ 3369 h 6345"/>
                  <a:gd name="connsiteX7" fmla="*/ 1184 w 6343"/>
                  <a:gd name="connsiteY7" fmla="*/ 5612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7"/>
                      <a:pt x="5669" y="5612"/>
                    </a:cubicBezTo>
                    <a:cubicBezTo>
                      <a:pt x="6264" y="5017"/>
                      <a:pt x="6598" y="4210"/>
                      <a:pt x="6598" y="3369"/>
                    </a:cubicBezTo>
                    <a:cubicBezTo>
                      <a:pt x="6598" y="2527"/>
                      <a:pt x="6264" y="1720"/>
                      <a:pt x="5669" y="1125"/>
                    </a:cubicBezTo>
                    <a:cubicBezTo>
                      <a:pt x="5074" y="530"/>
                      <a:pt x="4267" y="196"/>
                      <a:pt x="3426" y="196"/>
                    </a:cubicBezTo>
                    <a:cubicBezTo>
                      <a:pt x="2585" y="196"/>
                      <a:pt x="1778" y="530"/>
                      <a:pt x="1184" y="1125"/>
                    </a:cubicBezTo>
                    <a:cubicBezTo>
                      <a:pt x="589" y="1720"/>
                      <a:pt x="255" y="2527"/>
                      <a:pt x="255" y="3369"/>
                    </a:cubicBezTo>
                    <a:cubicBezTo>
                      <a:pt x="255" y="4210"/>
                      <a:pt x="589" y="5017"/>
                      <a:pt x="1184" y="5612"/>
                    </a:cubicBezTo>
                    <a:cubicBezTo>
                      <a:pt x="1778" y="6207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16" name="Freeform: Shape 5315">
                <a:extLst>
                  <a:ext uri="{FF2B5EF4-FFF2-40B4-BE49-F238E27FC236}">
                    <a16:creationId xmlns:a16="http://schemas.microsoft.com/office/drawing/2014/main" id="{9161C9FC-BE7D-A7B7-C7D0-339AA4FD9549}"/>
                  </a:ext>
                </a:extLst>
              </p:cNvPr>
              <p:cNvSpPr/>
              <p:nvPr/>
            </p:nvSpPr>
            <p:spPr>
              <a:xfrm>
                <a:off x="4083927" y="5971050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2 h 6345"/>
                  <a:gd name="connsiteX2" fmla="*/ 6598 w 6343"/>
                  <a:gd name="connsiteY2" fmla="*/ 3369 h 6345"/>
                  <a:gd name="connsiteX3" fmla="*/ 5669 w 6343"/>
                  <a:gd name="connsiteY3" fmla="*/ 1126 h 6345"/>
                  <a:gd name="connsiteX4" fmla="*/ 3426 w 6343"/>
                  <a:gd name="connsiteY4" fmla="*/ 196 h 6345"/>
                  <a:gd name="connsiteX5" fmla="*/ 1184 w 6343"/>
                  <a:gd name="connsiteY5" fmla="*/ 1126 h 6345"/>
                  <a:gd name="connsiteX6" fmla="*/ 255 w 6343"/>
                  <a:gd name="connsiteY6" fmla="*/ 3369 h 6345"/>
                  <a:gd name="connsiteX7" fmla="*/ 1184 w 6343"/>
                  <a:gd name="connsiteY7" fmla="*/ 5612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7"/>
                      <a:pt x="5669" y="5612"/>
                    </a:cubicBezTo>
                    <a:cubicBezTo>
                      <a:pt x="6264" y="5018"/>
                      <a:pt x="6598" y="4210"/>
                      <a:pt x="6598" y="3369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4" y="531"/>
                      <a:pt x="4267" y="196"/>
                      <a:pt x="3426" y="196"/>
                    </a:cubicBezTo>
                    <a:cubicBezTo>
                      <a:pt x="2585" y="196"/>
                      <a:pt x="1778" y="531"/>
                      <a:pt x="1184" y="1126"/>
                    </a:cubicBezTo>
                    <a:cubicBezTo>
                      <a:pt x="589" y="1721"/>
                      <a:pt x="255" y="2528"/>
                      <a:pt x="255" y="3369"/>
                    </a:cubicBezTo>
                    <a:cubicBezTo>
                      <a:pt x="255" y="4210"/>
                      <a:pt x="589" y="5018"/>
                      <a:pt x="1184" y="5612"/>
                    </a:cubicBezTo>
                    <a:cubicBezTo>
                      <a:pt x="1778" y="6207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17" name="Freeform: Shape 5316">
                <a:extLst>
                  <a:ext uri="{FF2B5EF4-FFF2-40B4-BE49-F238E27FC236}">
                    <a16:creationId xmlns:a16="http://schemas.microsoft.com/office/drawing/2014/main" id="{1A35A2C1-689E-5BD7-C9F4-EB18911ADC09}"/>
                  </a:ext>
                </a:extLst>
              </p:cNvPr>
              <p:cNvSpPr/>
              <p:nvPr/>
            </p:nvSpPr>
            <p:spPr>
              <a:xfrm>
                <a:off x="4083555" y="5973557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9 w 6343"/>
                  <a:gd name="connsiteY1" fmla="*/ 5613 h 6345"/>
                  <a:gd name="connsiteX2" fmla="*/ 6598 w 6343"/>
                  <a:gd name="connsiteY2" fmla="*/ 3369 h 6345"/>
                  <a:gd name="connsiteX3" fmla="*/ 5669 w 6343"/>
                  <a:gd name="connsiteY3" fmla="*/ 1126 h 6345"/>
                  <a:gd name="connsiteX4" fmla="*/ 3426 w 6343"/>
                  <a:gd name="connsiteY4" fmla="*/ 197 h 6345"/>
                  <a:gd name="connsiteX5" fmla="*/ 1184 w 6343"/>
                  <a:gd name="connsiteY5" fmla="*/ 1126 h 6345"/>
                  <a:gd name="connsiteX6" fmla="*/ 255 w 6343"/>
                  <a:gd name="connsiteY6" fmla="*/ 3369 h 6345"/>
                  <a:gd name="connsiteX7" fmla="*/ 1184 w 6343"/>
                  <a:gd name="connsiteY7" fmla="*/ 5613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4" y="6208"/>
                      <a:pt x="5669" y="5613"/>
                    </a:cubicBezTo>
                    <a:cubicBezTo>
                      <a:pt x="6264" y="5018"/>
                      <a:pt x="6598" y="4211"/>
                      <a:pt x="6598" y="3369"/>
                    </a:cubicBezTo>
                    <a:cubicBezTo>
                      <a:pt x="6598" y="2528"/>
                      <a:pt x="6264" y="1721"/>
                      <a:pt x="5669" y="1126"/>
                    </a:cubicBezTo>
                    <a:cubicBezTo>
                      <a:pt x="5074" y="531"/>
                      <a:pt x="4267" y="197"/>
                      <a:pt x="3426" y="197"/>
                    </a:cubicBezTo>
                    <a:cubicBezTo>
                      <a:pt x="2585" y="197"/>
                      <a:pt x="1778" y="531"/>
                      <a:pt x="1184" y="1126"/>
                    </a:cubicBezTo>
                    <a:cubicBezTo>
                      <a:pt x="589" y="1721"/>
                      <a:pt x="255" y="2528"/>
                      <a:pt x="255" y="3369"/>
                    </a:cubicBezTo>
                    <a:cubicBezTo>
                      <a:pt x="255" y="4211"/>
                      <a:pt x="589" y="5018"/>
                      <a:pt x="1184" y="5613"/>
                    </a:cubicBezTo>
                    <a:cubicBezTo>
                      <a:pt x="1778" y="6208"/>
                      <a:pt x="2585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18" name="Freeform: Shape 5317">
                <a:extLst>
                  <a:ext uri="{FF2B5EF4-FFF2-40B4-BE49-F238E27FC236}">
                    <a16:creationId xmlns:a16="http://schemas.microsoft.com/office/drawing/2014/main" id="{EB9AF89D-04C2-B15D-6AA7-0B9088232B82}"/>
                  </a:ext>
                </a:extLst>
              </p:cNvPr>
              <p:cNvSpPr/>
              <p:nvPr/>
            </p:nvSpPr>
            <p:spPr>
              <a:xfrm>
                <a:off x="4073826" y="5968247"/>
                <a:ext cx="6343" cy="6345"/>
              </a:xfrm>
              <a:custGeom>
                <a:avLst/>
                <a:gdLst>
                  <a:gd name="connsiteX0" fmla="*/ 3426 w 6343"/>
                  <a:gd name="connsiteY0" fmla="*/ 6542 h 6345"/>
                  <a:gd name="connsiteX1" fmla="*/ 5668 w 6343"/>
                  <a:gd name="connsiteY1" fmla="*/ 5612 h 6345"/>
                  <a:gd name="connsiteX2" fmla="*/ 6597 w 6343"/>
                  <a:gd name="connsiteY2" fmla="*/ 3369 h 6345"/>
                  <a:gd name="connsiteX3" fmla="*/ 5668 w 6343"/>
                  <a:gd name="connsiteY3" fmla="*/ 1125 h 6345"/>
                  <a:gd name="connsiteX4" fmla="*/ 3426 w 6343"/>
                  <a:gd name="connsiteY4" fmla="*/ 196 h 6345"/>
                  <a:gd name="connsiteX5" fmla="*/ 1183 w 6343"/>
                  <a:gd name="connsiteY5" fmla="*/ 1125 h 6345"/>
                  <a:gd name="connsiteX6" fmla="*/ 254 w 6343"/>
                  <a:gd name="connsiteY6" fmla="*/ 3369 h 6345"/>
                  <a:gd name="connsiteX7" fmla="*/ 1183 w 6343"/>
                  <a:gd name="connsiteY7" fmla="*/ 5612 h 6345"/>
                  <a:gd name="connsiteX8" fmla="*/ 342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42"/>
                    </a:moveTo>
                    <a:cubicBezTo>
                      <a:pt x="4267" y="6542"/>
                      <a:pt x="5073" y="6207"/>
                      <a:pt x="5668" y="5612"/>
                    </a:cubicBezTo>
                    <a:cubicBezTo>
                      <a:pt x="6263" y="5017"/>
                      <a:pt x="6597" y="4210"/>
                      <a:pt x="6597" y="3369"/>
                    </a:cubicBezTo>
                    <a:cubicBezTo>
                      <a:pt x="6597" y="2527"/>
                      <a:pt x="6263" y="1720"/>
                      <a:pt x="5668" y="1125"/>
                    </a:cubicBezTo>
                    <a:cubicBezTo>
                      <a:pt x="5073" y="530"/>
                      <a:pt x="4267" y="196"/>
                      <a:pt x="3426" y="196"/>
                    </a:cubicBezTo>
                    <a:cubicBezTo>
                      <a:pt x="2584" y="196"/>
                      <a:pt x="1778" y="530"/>
                      <a:pt x="1183" y="1125"/>
                    </a:cubicBezTo>
                    <a:cubicBezTo>
                      <a:pt x="588" y="1720"/>
                      <a:pt x="254" y="2527"/>
                      <a:pt x="254" y="3369"/>
                    </a:cubicBezTo>
                    <a:cubicBezTo>
                      <a:pt x="254" y="4210"/>
                      <a:pt x="588" y="5017"/>
                      <a:pt x="1183" y="5612"/>
                    </a:cubicBezTo>
                    <a:cubicBezTo>
                      <a:pt x="1778" y="6207"/>
                      <a:pt x="2584" y="6542"/>
                      <a:pt x="342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19" name="Freeform: Shape 5318">
                <a:extLst>
                  <a:ext uri="{FF2B5EF4-FFF2-40B4-BE49-F238E27FC236}">
                    <a16:creationId xmlns:a16="http://schemas.microsoft.com/office/drawing/2014/main" id="{54B57BAB-2453-E93C-E4C4-7698193EC5FF}"/>
                  </a:ext>
                </a:extLst>
              </p:cNvPr>
              <p:cNvSpPr/>
              <p:nvPr/>
            </p:nvSpPr>
            <p:spPr>
              <a:xfrm>
                <a:off x="4071974" y="5968980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8 w 6343"/>
                  <a:gd name="connsiteY1" fmla="*/ 5612 h 6345"/>
                  <a:gd name="connsiteX2" fmla="*/ 6597 w 6343"/>
                  <a:gd name="connsiteY2" fmla="*/ 3369 h 6345"/>
                  <a:gd name="connsiteX3" fmla="*/ 5668 w 6343"/>
                  <a:gd name="connsiteY3" fmla="*/ 1125 h 6345"/>
                  <a:gd name="connsiteX4" fmla="*/ 3425 w 6343"/>
                  <a:gd name="connsiteY4" fmla="*/ 196 h 6345"/>
                  <a:gd name="connsiteX5" fmla="*/ 1183 w 6343"/>
                  <a:gd name="connsiteY5" fmla="*/ 1125 h 6345"/>
                  <a:gd name="connsiteX6" fmla="*/ 254 w 6343"/>
                  <a:gd name="connsiteY6" fmla="*/ 3369 h 6345"/>
                  <a:gd name="connsiteX7" fmla="*/ 1183 w 6343"/>
                  <a:gd name="connsiteY7" fmla="*/ 5612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6" y="6542"/>
                      <a:pt x="5073" y="6207"/>
                      <a:pt x="5668" y="5612"/>
                    </a:cubicBezTo>
                    <a:cubicBezTo>
                      <a:pt x="6263" y="5017"/>
                      <a:pt x="6597" y="4210"/>
                      <a:pt x="6597" y="3369"/>
                    </a:cubicBezTo>
                    <a:cubicBezTo>
                      <a:pt x="6597" y="2527"/>
                      <a:pt x="6263" y="1720"/>
                      <a:pt x="5668" y="1125"/>
                    </a:cubicBezTo>
                    <a:cubicBezTo>
                      <a:pt x="5073" y="530"/>
                      <a:pt x="4266" y="196"/>
                      <a:pt x="3425" y="196"/>
                    </a:cubicBezTo>
                    <a:cubicBezTo>
                      <a:pt x="2584" y="196"/>
                      <a:pt x="1777" y="530"/>
                      <a:pt x="1183" y="1125"/>
                    </a:cubicBezTo>
                    <a:cubicBezTo>
                      <a:pt x="588" y="1720"/>
                      <a:pt x="254" y="2527"/>
                      <a:pt x="254" y="3369"/>
                    </a:cubicBezTo>
                    <a:cubicBezTo>
                      <a:pt x="254" y="4210"/>
                      <a:pt x="588" y="5017"/>
                      <a:pt x="1183" y="5612"/>
                    </a:cubicBezTo>
                    <a:cubicBezTo>
                      <a:pt x="1777" y="6207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20" name="Freeform: Shape 5319">
                <a:extLst>
                  <a:ext uri="{FF2B5EF4-FFF2-40B4-BE49-F238E27FC236}">
                    <a16:creationId xmlns:a16="http://schemas.microsoft.com/office/drawing/2014/main" id="{3E019F01-7619-32C3-DC07-7FD91D1A0901}"/>
                  </a:ext>
                </a:extLst>
              </p:cNvPr>
              <p:cNvSpPr/>
              <p:nvPr/>
            </p:nvSpPr>
            <p:spPr>
              <a:xfrm>
                <a:off x="4070150" y="5969734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8 w 6343"/>
                  <a:gd name="connsiteY1" fmla="*/ 5612 h 6345"/>
                  <a:gd name="connsiteX2" fmla="*/ 6597 w 6343"/>
                  <a:gd name="connsiteY2" fmla="*/ 3369 h 6345"/>
                  <a:gd name="connsiteX3" fmla="*/ 5668 w 6343"/>
                  <a:gd name="connsiteY3" fmla="*/ 1125 h 6345"/>
                  <a:gd name="connsiteX4" fmla="*/ 3425 w 6343"/>
                  <a:gd name="connsiteY4" fmla="*/ 196 h 6345"/>
                  <a:gd name="connsiteX5" fmla="*/ 1183 w 6343"/>
                  <a:gd name="connsiteY5" fmla="*/ 1125 h 6345"/>
                  <a:gd name="connsiteX6" fmla="*/ 254 w 6343"/>
                  <a:gd name="connsiteY6" fmla="*/ 3369 h 6345"/>
                  <a:gd name="connsiteX7" fmla="*/ 1183 w 6343"/>
                  <a:gd name="connsiteY7" fmla="*/ 5612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6" y="6542"/>
                      <a:pt x="5073" y="6207"/>
                      <a:pt x="5668" y="5612"/>
                    </a:cubicBezTo>
                    <a:cubicBezTo>
                      <a:pt x="6263" y="5017"/>
                      <a:pt x="6597" y="4210"/>
                      <a:pt x="6597" y="3369"/>
                    </a:cubicBezTo>
                    <a:cubicBezTo>
                      <a:pt x="6597" y="2528"/>
                      <a:pt x="6263" y="1720"/>
                      <a:pt x="5668" y="1125"/>
                    </a:cubicBezTo>
                    <a:cubicBezTo>
                      <a:pt x="5073" y="531"/>
                      <a:pt x="4266" y="196"/>
                      <a:pt x="3425" y="196"/>
                    </a:cubicBezTo>
                    <a:cubicBezTo>
                      <a:pt x="2584" y="196"/>
                      <a:pt x="1777" y="531"/>
                      <a:pt x="1183" y="1125"/>
                    </a:cubicBezTo>
                    <a:cubicBezTo>
                      <a:pt x="588" y="1720"/>
                      <a:pt x="254" y="2528"/>
                      <a:pt x="254" y="3369"/>
                    </a:cubicBezTo>
                    <a:cubicBezTo>
                      <a:pt x="254" y="4210"/>
                      <a:pt x="588" y="5017"/>
                      <a:pt x="1183" y="5612"/>
                    </a:cubicBezTo>
                    <a:cubicBezTo>
                      <a:pt x="1777" y="6207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21" name="Freeform: Shape 5320">
                <a:extLst>
                  <a:ext uri="{FF2B5EF4-FFF2-40B4-BE49-F238E27FC236}">
                    <a16:creationId xmlns:a16="http://schemas.microsoft.com/office/drawing/2014/main" id="{1DD5AB0D-FB26-74D0-4F6A-38409BDC0053}"/>
                  </a:ext>
                </a:extLst>
              </p:cNvPr>
              <p:cNvSpPr/>
              <p:nvPr/>
            </p:nvSpPr>
            <p:spPr>
              <a:xfrm>
                <a:off x="4068057" y="5970154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8 w 6343"/>
                  <a:gd name="connsiteY1" fmla="*/ 5612 h 6345"/>
                  <a:gd name="connsiteX2" fmla="*/ 6597 w 6343"/>
                  <a:gd name="connsiteY2" fmla="*/ 3369 h 6345"/>
                  <a:gd name="connsiteX3" fmla="*/ 5668 w 6343"/>
                  <a:gd name="connsiteY3" fmla="*/ 1126 h 6345"/>
                  <a:gd name="connsiteX4" fmla="*/ 3425 w 6343"/>
                  <a:gd name="connsiteY4" fmla="*/ 196 h 6345"/>
                  <a:gd name="connsiteX5" fmla="*/ 1182 w 6343"/>
                  <a:gd name="connsiteY5" fmla="*/ 1126 h 6345"/>
                  <a:gd name="connsiteX6" fmla="*/ 253 w 6343"/>
                  <a:gd name="connsiteY6" fmla="*/ 3369 h 6345"/>
                  <a:gd name="connsiteX7" fmla="*/ 1182 w 6343"/>
                  <a:gd name="connsiteY7" fmla="*/ 5612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6" y="6542"/>
                      <a:pt x="5073" y="6207"/>
                      <a:pt x="5668" y="5612"/>
                    </a:cubicBezTo>
                    <a:cubicBezTo>
                      <a:pt x="6262" y="5017"/>
                      <a:pt x="6597" y="4210"/>
                      <a:pt x="6597" y="3369"/>
                    </a:cubicBezTo>
                    <a:cubicBezTo>
                      <a:pt x="6597" y="2528"/>
                      <a:pt x="6262" y="1720"/>
                      <a:pt x="5668" y="1126"/>
                    </a:cubicBezTo>
                    <a:cubicBezTo>
                      <a:pt x="5073" y="531"/>
                      <a:pt x="4266" y="196"/>
                      <a:pt x="3425" y="196"/>
                    </a:cubicBezTo>
                    <a:cubicBezTo>
                      <a:pt x="2584" y="196"/>
                      <a:pt x="1777" y="531"/>
                      <a:pt x="1182" y="1126"/>
                    </a:cubicBezTo>
                    <a:cubicBezTo>
                      <a:pt x="588" y="1720"/>
                      <a:pt x="253" y="2528"/>
                      <a:pt x="253" y="3369"/>
                    </a:cubicBezTo>
                    <a:cubicBezTo>
                      <a:pt x="253" y="4210"/>
                      <a:pt x="588" y="5017"/>
                      <a:pt x="1182" y="5612"/>
                    </a:cubicBezTo>
                    <a:cubicBezTo>
                      <a:pt x="1777" y="6207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22" name="Freeform: Shape 5321">
                <a:extLst>
                  <a:ext uri="{FF2B5EF4-FFF2-40B4-BE49-F238E27FC236}">
                    <a16:creationId xmlns:a16="http://schemas.microsoft.com/office/drawing/2014/main" id="{B043B240-BBB3-55DD-2BA5-1ECF60B75632}"/>
                  </a:ext>
                </a:extLst>
              </p:cNvPr>
              <p:cNvSpPr/>
              <p:nvPr/>
            </p:nvSpPr>
            <p:spPr>
              <a:xfrm>
                <a:off x="4066232" y="5970879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8 w 6343"/>
                  <a:gd name="connsiteY1" fmla="*/ 5612 h 6345"/>
                  <a:gd name="connsiteX2" fmla="*/ 6596 w 6343"/>
                  <a:gd name="connsiteY2" fmla="*/ 3369 h 6345"/>
                  <a:gd name="connsiteX3" fmla="*/ 5668 w 6343"/>
                  <a:gd name="connsiteY3" fmla="*/ 1126 h 6345"/>
                  <a:gd name="connsiteX4" fmla="*/ 3425 w 6343"/>
                  <a:gd name="connsiteY4" fmla="*/ 196 h 6345"/>
                  <a:gd name="connsiteX5" fmla="*/ 1182 w 6343"/>
                  <a:gd name="connsiteY5" fmla="*/ 1126 h 6345"/>
                  <a:gd name="connsiteX6" fmla="*/ 253 w 6343"/>
                  <a:gd name="connsiteY6" fmla="*/ 3369 h 6345"/>
                  <a:gd name="connsiteX7" fmla="*/ 1182 w 6343"/>
                  <a:gd name="connsiteY7" fmla="*/ 5612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6" y="6542"/>
                      <a:pt x="5073" y="6207"/>
                      <a:pt x="5668" y="5612"/>
                    </a:cubicBezTo>
                    <a:cubicBezTo>
                      <a:pt x="6262" y="5017"/>
                      <a:pt x="6596" y="4210"/>
                      <a:pt x="6596" y="3369"/>
                    </a:cubicBezTo>
                    <a:cubicBezTo>
                      <a:pt x="6596" y="2528"/>
                      <a:pt x="6262" y="1721"/>
                      <a:pt x="5668" y="1126"/>
                    </a:cubicBezTo>
                    <a:cubicBezTo>
                      <a:pt x="5073" y="531"/>
                      <a:pt x="4266" y="196"/>
                      <a:pt x="3425" y="196"/>
                    </a:cubicBezTo>
                    <a:cubicBezTo>
                      <a:pt x="2584" y="196"/>
                      <a:pt x="1777" y="531"/>
                      <a:pt x="1182" y="1126"/>
                    </a:cubicBezTo>
                    <a:cubicBezTo>
                      <a:pt x="588" y="1721"/>
                      <a:pt x="253" y="2528"/>
                      <a:pt x="253" y="3369"/>
                    </a:cubicBezTo>
                    <a:cubicBezTo>
                      <a:pt x="253" y="4210"/>
                      <a:pt x="588" y="5017"/>
                      <a:pt x="1182" y="5612"/>
                    </a:cubicBezTo>
                    <a:cubicBezTo>
                      <a:pt x="1777" y="6207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23" name="Freeform: Shape 5322">
                <a:extLst>
                  <a:ext uri="{FF2B5EF4-FFF2-40B4-BE49-F238E27FC236}">
                    <a16:creationId xmlns:a16="http://schemas.microsoft.com/office/drawing/2014/main" id="{D7165A7F-952E-4510-24F3-9A8F3205B3CD}"/>
                  </a:ext>
                </a:extLst>
              </p:cNvPr>
              <p:cNvSpPr/>
              <p:nvPr/>
            </p:nvSpPr>
            <p:spPr>
              <a:xfrm>
                <a:off x="4064346" y="5971519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7 w 6343"/>
                  <a:gd name="connsiteY1" fmla="*/ 5613 h 6345"/>
                  <a:gd name="connsiteX2" fmla="*/ 6596 w 6343"/>
                  <a:gd name="connsiteY2" fmla="*/ 3369 h 6345"/>
                  <a:gd name="connsiteX3" fmla="*/ 5667 w 6343"/>
                  <a:gd name="connsiteY3" fmla="*/ 1126 h 6345"/>
                  <a:gd name="connsiteX4" fmla="*/ 3425 w 6343"/>
                  <a:gd name="connsiteY4" fmla="*/ 196 h 6345"/>
                  <a:gd name="connsiteX5" fmla="*/ 1182 w 6343"/>
                  <a:gd name="connsiteY5" fmla="*/ 1126 h 6345"/>
                  <a:gd name="connsiteX6" fmla="*/ 253 w 6343"/>
                  <a:gd name="connsiteY6" fmla="*/ 3369 h 6345"/>
                  <a:gd name="connsiteX7" fmla="*/ 1182 w 6343"/>
                  <a:gd name="connsiteY7" fmla="*/ 5613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6" y="6542"/>
                      <a:pt x="5073" y="6207"/>
                      <a:pt x="5667" y="5613"/>
                    </a:cubicBezTo>
                    <a:cubicBezTo>
                      <a:pt x="6262" y="5018"/>
                      <a:pt x="6596" y="4210"/>
                      <a:pt x="6596" y="3369"/>
                    </a:cubicBezTo>
                    <a:cubicBezTo>
                      <a:pt x="6596" y="2528"/>
                      <a:pt x="6262" y="1721"/>
                      <a:pt x="5667" y="1126"/>
                    </a:cubicBezTo>
                    <a:cubicBezTo>
                      <a:pt x="5073" y="531"/>
                      <a:pt x="4266" y="196"/>
                      <a:pt x="3425" y="196"/>
                    </a:cubicBezTo>
                    <a:cubicBezTo>
                      <a:pt x="2584" y="196"/>
                      <a:pt x="1777" y="531"/>
                      <a:pt x="1182" y="1126"/>
                    </a:cubicBezTo>
                    <a:cubicBezTo>
                      <a:pt x="587" y="1721"/>
                      <a:pt x="253" y="2528"/>
                      <a:pt x="253" y="3369"/>
                    </a:cubicBezTo>
                    <a:cubicBezTo>
                      <a:pt x="253" y="4210"/>
                      <a:pt x="587" y="5018"/>
                      <a:pt x="1182" y="5613"/>
                    </a:cubicBezTo>
                    <a:cubicBezTo>
                      <a:pt x="1777" y="6207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24" name="Freeform: Shape 5323">
                <a:extLst>
                  <a:ext uri="{FF2B5EF4-FFF2-40B4-BE49-F238E27FC236}">
                    <a16:creationId xmlns:a16="http://schemas.microsoft.com/office/drawing/2014/main" id="{10F9DF48-9B46-0CC6-F656-B00F1A1A6B80}"/>
                  </a:ext>
                </a:extLst>
              </p:cNvPr>
              <p:cNvSpPr/>
              <p:nvPr/>
            </p:nvSpPr>
            <p:spPr>
              <a:xfrm>
                <a:off x="4062635" y="5972363"/>
                <a:ext cx="6343" cy="6345"/>
              </a:xfrm>
              <a:custGeom>
                <a:avLst/>
                <a:gdLst>
                  <a:gd name="connsiteX0" fmla="*/ 3425 w 6343"/>
                  <a:gd name="connsiteY0" fmla="*/ 6542 h 6345"/>
                  <a:gd name="connsiteX1" fmla="*/ 5667 w 6343"/>
                  <a:gd name="connsiteY1" fmla="*/ 5613 h 6345"/>
                  <a:gd name="connsiteX2" fmla="*/ 6596 w 6343"/>
                  <a:gd name="connsiteY2" fmla="*/ 3369 h 6345"/>
                  <a:gd name="connsiteX3" fmla="*/ 5667 w 6343"/>
                  <a:gd name="connsiteY3" fmla="*/ 1126 h 6345"/>
                  <a:gd name="connsiteX4" fmla="*/ 3425 w 6343"/>
                  <a:gd name="connsiteY4" fmla="*/ 196 h 6345"/>
                  <a:gd name="connsiteX5" fmla="*/ 1182 w 6343"/>
                  <a:gd name="connsiteY5" fmla="*/ 1126 h 6345"/>
                  <a:gd name="connsiteX6" fmla="*/ 253 w 6343"/>
                  <a:gd name="connsiteY6" fmla="*/ 3369 h 6345"/>
                  <a:gd name="connsiteX7" fmla="*/ 1182 w 6343"/>
                  <a:gd name="connsiteY7" fmla="*/ 5613 h 6345"/>
                  <a:gd name="connsiteX8" fmla="*/ 342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42"/>
                    </a:moveTo>
                    <a:cubicBezTo>
                      <a:pt x="4266" y="6542"/>
                      <a:pt x="5073" y="6208"/>
                      <a:pt x="5667" y="5613"/>
                    </a:cubicBezTo>
                    <a:cubicBezTo>
                      <a:pt x="6262" y="5018"/>
                      <a:pt x="6596" y="4211"/>
                      <a:pt x="6596" y="3369"/>
                    </a:cubicBezTo>
                    <a:cubicBezTo>
                      <a:pt x="6596" y="2528"/>
                      <a:pt x="6262" y="1721"/>
                      <a:pt x="5667" y="1126"/>
                    </a:cubicBezTo>
                    <a:cubicBezTo>
                      <a:pt x="5073" y="531"/>
                      <a:pt x="4266" y="196"/>
                      <a:pt x="3425" y="196"/>
                    </a:cubicBezTo>
                    <a:cubicBezTo>
                      <a:pt x="2584" y="196"/>
                      <a:pt x="1777" y="531"/>
                      <a:pt x="1182" y="1126"/>
                    </a:cubicBezTo>
                    <a:cubicBezTo>
                      <a:pt x="587" y="1721"/>
                      <a:pt x="253" y="2528"/>
                      <a:pt x="253" y="3369"/>
                    </a:cubicBezTo>
                    <a:cubicBezTo>
                      <a:pt x="253" y="4211"/>
                      <a:pt x="587" y="5018"/>
                      <a:pt x="1182" y="5613"/>
                    </a:cubicBezTo>
                    <a:cubicBezTo>
                      <a:pt x="1777" y="6208"/>
                      <a:pt x="2584" y="6542"/>
                      <a:pt x="342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25" name="Freeform: Shape 5324">
                <a:extLst>
                  <a:ext uri="{FF2B5EF4-FFF2-40B4-BE49-F238E27FC236}">
                    <a16:creationId xmlns:a16="http://schemas.microsoft.com/office/drawing/2014/main" id="{D8394E6D-CA7B-3774-2608-0E9E89607AE6}"/>
                  </a:ext>
                </a:extLst>
              </p:cNvPr>
              <p:cNvSpPr/>
              <p:nvPr/>
            </p:nvSpPr>
            <p:spPr>
              <a:xfrm>
                <a:off x="4060430" y="5972575"/>
                <a:ext cx="6343" cy="6345"/>
              </a:xfrm>
              <a:custGeom>
                <a:avLst/>
                <a:gdLst>
                  <a:gd name="connsiteX0" fmla="*/ 3424 w 6343"/>
                  <a:gd name="connsiteY0" fmla="*/ 6542 h 6345"/>
                  <a:gd name="connsiteX1" fmla="*/ 5667 w 6343"/>
                  <a:gd name="connsiteY1" fmla="*/ 5613 h 6345"/>
                  <a:gd name="connsiteX2" fmla="*/ 6596 w 6343"/>
                  <a:gd name="connsiteY2" fmla="*/ 3369 h 6345"/>
                  <a:gd name="connsiteX3" fmla="*/ 5667 w 6343"/>
                  <a:gd name="connsiteY3" fmla="*/ 1126 h 6345"/>
                  <a:gd name="connsiteX4" fmla="*/ 3424 w 6343"/>
                  <a:gd name="connsiteY4" fmla="*/ 196 h 6345"/>
                  <a:gd name="connsiteX5" fmla="*/ 1182 w 6343"/>
                  <a:gd name="connsiteY5" fmla="*/ 1126 h 6345"/>
                  <a:gd name="connsiteX6" fmla="*/ 253 w 6343"/>
                  <a:gd name="connsiteY6" fmla="*/ 3369 h 6345"/>
                  <a:gd name="connsiteX7" fmla="*/ 1182 w 6343"/>
                  <a:gd name="connsiteY7" fmla="*/ 5613 h 6345"/>
                  <a:gd name="connsiteX8" fmla="*/ 3424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2"/>
                    </a:moveTo>
                    <a:cubicBezTo>
                      <a:pt x="4266" y="6542"/>
                      <a:pt x="5072" y="6208"/>
                      <a:pt x="5667" y="5613"/>
                    </a:cubicBezTo>
                    <a:cubicBezTo>
                      <a:pt x="6262" y="5018"/>
                      <a:pt x="6596" y="4211"/>
                      <a:pt x="6596" y="3369"/>
                    </a:cubicBezTo>
                    <a:cubicBezTo>
                      <a:pt x="6596" y="2528"/>
                      <a:pt x="6262" y="1721"/>
                      <a:pt x="5667" y="1126"/>
                    </a:cubicBezTo>
                    <a:cubicBezTo>
                      <a:pt x="5072" y="531"/>
                      <a:pt x="4266" y="196"/>
                      <a:pt x="3424" y="196"/>
                    </a:cubicBezTo>
                    <a:cubicBezTo>
                      <a:pt x="2583" y="196"/>
                      <a:pt x="1777" y="531"/>
                      <a:pt x="1182" y="1126"/>
                    </a:cubicBezTo>
                    <a:cubicBezTo>
                      <a:pt x="587" y="1721"/>
                      <a:pt x="253" y="2528"/>
                      <a:pt x="253" y="3369"/>
                    </a:cubicBezTo>
                    <a:cubicBezTo>
                      <a:pt x="253" y="4211"/>
                      <a:pt x="587" y="5018"/>
                      <a:pt x="1182" y="5613"/>
                    </a:cubicBezTo>
                    <a:cubicBezTo>
                      <a:pt x="1777" y="6208"/>
                      <a:pt x="2583" y="6542"/>
                      <a:pt x="3424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26" name="Freeform: Shape 5325">
                <a:extLst>
                  <a:ext uri="{FF2B5EF4-FFF2-40B4-BE49-F238E27FC236}">
                    <a16:creationId xmlns:a16="http://schemas.microsoft.com/office/drawing/2014/main" id="{D5779D6B-E8F3-3FC3-3A96-BA10C299C62A}"/>
                  </a:ext>
                </a:extLst>
              </p:cNvPr>
              <p:cNvSpPr/>
              <p:nvPr/>
            </p:nvSpPr>
            <p:spPr>
              <a:xfrm>
                <a:off x="4057973" y="5972439"/>
                <a:ext cx="6343" cy="6345"/>
              </a:xfrm>
              <a:custGeom>
                <a:avLst/>
                <a:gdLst>
                  <a:gd name="connsiteX0" fmla="*/ 3424 w 6343"/>
                  <a:gd name="connsiteY0" fmla="*/ 6542 h 6345"/>
                  <a:gd name="connsiteX1" fmla="*/ 5667 w 6343"/>
                  <a:gd name="connsiteY1" fmla="*/ 5613 h 6345"/>
                  <a:gd name="connsiteX2" fmla="*/ 6596 w 6343"/>
                  <a:gd name="connsiteY2" fmla="*/ 3369 h 6345"/>
                  <a:gd name="connsiteX3" fmla="*/ 5667 w 6343"/>
                  <a:gd name="connsiteY3" fmla="*/ 1126 h 6345"/>
                  <a:gd name="connsiteX4" fmla="*/ 3424 w 6343"/>
                  <a:gd name="connsiteY4" fmla="*/ 196 h 6345"/>
                  <a:gd name="connsiteX5" fmla="*/ 1182 w 6343"/>
                  <a:gd name="connsiteY5" fmla="*/ 1126 h 6345"/>
                  <a:gd name="connsiteX6" fmla="*/ 253 w 6343"/>
                  <a:gd name="connsiteY6" fmla="*/ 3369 h 6345"/>
                  <a:gd name="connsiteX7" fmla="*/ 1182 w 6343"/>
                  <a:gd name="connsiteY7" fmla="*/ 5613 h 6345"/>
                  <a:gd name="connsiteX8" fmla="*/ 3424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2"/>
                    </a:moveTo>
                    <a:cubicBezTo>
                      <a:pt x="4265" y="6542"/>
                      <a:pt x="5072" y="6208"/>
                      <a:pt x="5667" y="5613"/>
                    </a:cubicBezTo>
                    <a:cubicBezTo>
                      <a:pt x="6262" y="5018"/>
                      <a:pt x="6596" y="4211"/>
                      <a:pt x="6596" y="3369"/>
                    </a:cubicBezTo>
                    <a:cubicBezTo>
                      <a:pt x="6596" y="2528"/>
                      <a:pt x="6262" y="1721"/>
                      <a:pt x="5667" y="1126"/>
                    </a:cubicBezTo>
                    <a:cubicBezTo>
                      <a:pt x="5072" y="531"/>
                      <a:pt x="4265" y="196"/>
                      <a:pt x="3424" y="196"/>
                    </a:cubicBezTo>
                    <a:cubicBezTo>
                      <a:pt x="2583" y="196"/>
                      <a:pt x="1776" y="531"/>
                      <a:pt x="1182" y="1126"/>
                    </a:cubicBezTo>
                    <a:cubicBezTo>
                      <a:pt x="587" y="1721"/>
                      <a:pt x="253" y="2528"/>
                      <a:pt x="253" y="3369"/>
                    </a:cubicBezTo>
                    <a:cubicBezTo>
                      <a:pt x="253" y="4211"/>
                      <a:pt x="587" y="5018"/>
                      <a:pt x="1182" y="5613"/>
                    </a:cubicBezTo>
                    <a:cubicBezTo>
                      <a:pt x="1776" y="6208"/>
                      <a:pt x="2583" y="6542"/>
                      <a:pt x="3424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27" name="Freeform: Shape 5326">
                <a:extLst>
                  <a:ext uri="{FF2B5EF4-FFF2-40B4-BE49-F238E27FC236}">
                    <a16:creationId xmlns:a16="http://schemas.microsoft.com/office/drawing/2014/main" id="{EBFFBC09-CFAB-264A-1687-4D1F04BEAF11}"/>
                  </a:ext>
                </a:extLst>
              </p:cNvPr>
              <p:cNvSpPr/>
              <p:nvPr/>
            </p:nvSpPr>
            <p:spPr>
              <a:xfrm>
                <a:off x="4055638" y="5972429"/>
                <a:ext cx="6343" cy="6345"/>
              </a:xfrm>
              <a:custGeom>
                <a:avLst/>
                <a:gdLst>
                  <a:gd name="connsiteX0" fmla="*/ 3424 w 6343"/>
                  <a:gd name="connsiteY0" fmla="*/ 6542 h 6345"/>
                  <a:gd name="connsiteX1" fmla="*/ 5667 w 6343"/>
                  <a:gd name="connsiteY1" fmla="*/ 5613 h 6345"/>
                  <a:gd name="connsiteX2" fmla="*/ 6596 w 6343"/>
                  <a:gd name="connsiteY2" fmla="*/ 3369 h 6345"/>
                  <a:gd name="connsiteX3" fmla="*/ 5667 w 6343"/>
                  <a:gd name="connsiteY3" fmla="*/ 1126 h 6345"/>
                  <a:gd name="connsiteX4" fmla="*/ 3424 w 6343"/>
                  <a:gd name="connsiteY4" fmla="*/ 196 h 6345"/>
                  <a:gd name="connsiteX5" fmla="*/ 1181 w 6343"/>
                  <a:gd name="connsiteY5" fmla="*/ 1126 h 6345"/>
                  <a:gd name="connsiteX6" fmla="*/ 253 w 6343"/>
                  <a:gd name="connsiteY6" fmla="*/ 3369 h 6345"/>
                  <a:gd name="connsiteX7" fmla="*/ 1181 w 6343"/>
                  <a:gd name="connsiteY7" fmla="*/ 5613 h 6345"/>
                  <a:gd name="connsiteX8" fmla="*/ 3424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2"/>
                    </a:moveTo>
                    <a:cubicBezTo>
                      <a:pt x="4265" y="6542"/>
                      <a:pt x="5072" y="6208"/>
                      <a:pt x="5667" y="5613"/>
                    </a:cubicBezTo>
                    <a:cubicBezTo>
                      <a:pt x="6261" y="5018"/>
                      <a:pt x="6596" y="4211"/>
                      <a:pt x="6596" y="3369"/>
                    </a:cubicBezTo>
                    <a:cubicBezTo>
                      <a:pt x="6596" y="2528"/>
                      <a:pt x="6261" y="1721"/>
                      <a:pt x="5667" y="1126"/>
                    </a:cubicBezTo>
                    <a:cubicBezTo>
                      <a:pt x="5072" y="531"/>
                      <a:pt x="4265" y="196"/>
                      <a:pt x="3424" y="196"/>
                    </a:cubicBezTo>
                    <a:cubicBezTo>
                      <a:pt x="2583" y="196"/>
                      <a:pt x="1776" y="531"/>
                      <a:pt x="1181" y="1126"/>
                    </a:cubicBezTo>
                    <a:cubicBezTo>
                      <a:pt x="587" y="1721"/>
                      <a:pt x="253" y="2528"/>
                      <a:pt x="253" y="3369"/>
                    </a:cubicBezTo>
                    <a:cubicBezTo>
                      <a:pt x="253" y="4211"/>
                      <a:pt x="587" y="5018"/>
                      <a:pt x="1181" y="5613"/>
                    </a:cubicBezTo>
                    <a:cubicBezTo>
                      <a:pt x="1776" y="6208"/>
                      <a:pt x="2583" y="6542"/>
                      <a:pt x="3424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28" name="Freeform: Shape 5327">
                <a:extLst>
                  <a:ext uri="{FF2B5EF4-FFF2-40B4-BE49-F238E27FC236}">
                    <a16:creationId xmlns:a16="http://schemas.microsoft.com/office/drawing/2014/main" id="{A4942EF0-F834-3A5B-04E4-D9CF0EC68744}"/>
                  </a:ext>
                </a:extLst>
              </p:cNvPr>
              <p:cNvSpPr/>
              <p:nvPr/>
            </p:nvSpPr>
            <p:spPr>
              <a:xfrm>
                <a:off x="4053536" y="5972695"/>
                <a:ext cx="6343" cy="6345"/>
              </a:xfrm>
              <a:custGeom>
                <a:avLst/>
                <a:gdLst>
                  <a:gd name="connsiteX0" fmla="*/ 3424 w 6343"/>
                  <a:gd name="connsiteY0" fmla="*/ 6542 h 6345"/>
                  <a:gd name="connsiteX1" fmla="*/ 5667 w 6343"/>
                  <a:gd name="connsiteY1" fmla="*/ 5613 h 6345"/>
                  <a:gd name="connsiteX2" fmla="*/ 6595 w 6343"/>
                  <a:gd name="connsiteY2" fmla="*/ 3369 h 6345"/>
                  <a:gd name="connsiteX3" fmla="*/ 5667 w 6343"/>
                  <a:gd name="connsiteY3" fmla="*/ 1126 h 6345"/>
                  <a:gd name="connsiteX4" fmla="*/ 3424 w 6343"/>
                  <a:gd name="connsiteY4" fmla="*/ 196 h 6345"/>
                  <a:gd name="connsiteX5" fmla="*/ 1181 w 6343"/>
                  <a:gd name="connsiteY5" fmla="*/ 1126 h 6345"/>
                  <a:gd name="connsiteX6" fmla="*/ 252 w 6343"/>
                  <a:gd name="connsiteY6" fmla="*/ 3369 h 6345"/>
                  <a:gd name="connsiteX7" fmla="*/ 1181 w 6343"/>
                  <a:gd name="connsiteY7" fmla="*/ 5613 h 6345"/>
                  <a:gd name="connsiteX8" fmla="*/ 3424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42"/>
                    </a:moveTo>
                    <a:cubicBezTo>
                      <a:pt x="4265" y="6542"/>
                      <a:pt x="5072" y="6208"/>
                      <a:pt x="5667" y="5613"/>
                    </a:cubicBezTo>
                    <a:cubicBezTo>
                      <a:pt x="6261" y="5018"/>
                      <a:pt x="6595" y="4211"/>
                      <a:pt x="6595" y="3369"/>
                    </a:cubicBezTo>
                    <a:cubicBezTo>
                      <a:pt x="6595" y="2528"/>
                      <a:pt x="6261" y="1721"/>
                      <a:pt x="5667" y="1126"/>
                    </a:cubicBezTo>
                    <a:cubicBezTo>
                      <a:pt x="5072" y="531"/>
                      <a:pt x="4265" y="196"/>
                      <a:pt x="3424" y="196"/>
                    </a:cubicBezTo>
                    <a:cubicBezTo>
                      <a:pt x="2583" y="196"/>
                      <a:pt x="1776" y="531"/>
                      <a:pt x="1181" y="1126"/>
                    </a:cubicBezTo>
                    <a:cubicBezTo>
                      <a:pt x="587" y="1721"/>
                      <a:pt x="252" y="2528"/>
                      <a:pt x="252" y="3369"/>
                    </a:cubicBezTo>
                    <a:cubicBezTo>
                      <a:pt x="252" y="4211"/>
                      <a:pt x="587" y="5018"/>
                      <a:pt x="1181" y="5613"/>
                    </a:cubicBezTo>
                    <a:cubicBezTo>
                      <a:pt x="1776" y="6208"/>
                      <a:pt x="2583" y="6542"/>
                      <a:pt x="3424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29" name="Freeform: Shape 5328">
                <a:extLst>
                  <a:ext uri="{FF2B5EF4-FFF2-40B4-BE49-F238E27FC236}">
                    <a16:creationId xmlns:a16="http://schemas.microsoft.com/office/drawing/2014/main" id="{53860289-1BCA-F4D3-5063-0998BD9EF9F1}"/>
                  </a:ext>
                </a:extLst>
              </p:cNvPr>
              <p:cNvSpPr/>
              <p:nvPr/>
            </p:nvSpPr>
            <p:spPr>
              <a:xfrm>
                <a:off x="4045970" y="5965667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1 w 6343"/>
                  <a:gd name="connsiteY5" fmla="*/ 1125 h 6345"/>
                  <a:gd name="connsiteX6" fmla="*/ 252 w 6343"/>
                  <a:gd name="connsiteY6" fmla="*/ 3369 h 6345"/>
                  <a:gd name="connsiteX7" fmla="*/ 1181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9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1" y="1125"/>
                    </a:cubicBezTo>
                    <a:cubicBezTo>
                      <a:pt x="586" y="1720"/>
                      <a:pt x="252" y="2527"/>
                      <a:pt x="252" y="3369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30" name="Freeform: Shape 5329">
                <a:extLst>
                  <a:ext uri="{FF2B5EF4-FFF2-40B4-BE49-F238E27FC236}">
                    <a16:creationId xmlns:a16="http://schemas.microsoft.com/office/drawing/2014/main" id="{810CA1EC-DBBF-B612-B489-AD54C100D7FB}"/>
                  </a:ext>
                </a:extLst>
              </p:cNvPr>
              <p:cNvSpPr/>
              <p:nvPr/>
            </p:nvSpPr>
            <p:spPr>
              <a:xfrm>
                <a:off x="4045468" y="5967955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1 w 6343"/>
                  <a:gd name="connsiteY5" fmla="*/ 1125 h 6345"/>
                  <a:gd name="connsiteX6" fmla="*/ 252 w 6343"/>
                  <a:gd name="connsiteY6" fmla="*/ 3369 h 6345"/>
                  <a:gd name="connsiteX7" fmla="*/ 1181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9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1" y="1125"/>
                    </a:cubicBezTo>
                    <a:cubicBezTo>
                      <a:pt x="586" y="1720"/>
                      <a:pt x="252" y="2527"/>
                      <a:pt x="252" y="3369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31" name="Freeform: Shape 5330">
                <a:extLst>
                  <a:ext uri="{FF2B5EF4-FFF2-40B4-BE49-F238E27FC236}">
                    <a16:creationId xmlns:a16="http://schemas.microsoft.com/office/drawing/2014/main" id="{6BEFE775-D1A7-03E3-938A-639F1F6E68B4}"/>
                  </a:ext>
                </a:extLst>
              </p:cNvPr>
              <p:cNvSpPr/>
              <p:nvPr/>
            </p:nvSpPr>
            <p:spPr>
              <a:xfrm>
                <a:off x="4044945" y="5970245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6 h 6345"/>
                  <a:gd name="connsiteX4" fmla="*/ 3423 w 6343"/>
                  <a:gd name="connsiteY4" fmla="*/ 196 h 6345"/>
                  <a:gd name="connsiteX5" fmla="*/ 1181 w 6343"/>
                  <a:gd name="connsiteY5" fmla="*/ 1126 h 6345"/>
                  <a:gd name="connsiteX6" fmla="*/ 252 w 6343"/>
                  <a:gd name="connsiteY6" fmla="*/ 3369 h 6345"/>
                  <a:gd name="connsiteX7" fmla="*/ 1181 w 6343"/>
                  <a:gd name="connsiteY7" fmla="*/ 5612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9"/>
                    </a:cubicBezTo>
                    <a:cubicBezTo>
                      <a:pt x="6595" y="2528"/>
                      <a:pt x="6261" y="1720"/>
                      <a:pt x="5666" y="1126"/>
                    </a:cubicBezTo>
                    <a:cubicBezTo>
                      <a:pt x="5071" y="531"/>
                      <a:pt x="4264" y="196"/>
                      <a:pt x="3423" y="196"/>
                    </a:cubicBezTo>
                    <a:cubicBezTo>
                      <a:pt x="2582" y="196"/>
                      <a:pt x="1775" y="531"/>
                      <a:pt x="1181" y="1126"/>
                    </a:cubicBezTo>
                    <a:cubicBezTo>
                      <a:pt x="586" y="1720"/>
                      <a:pt x="252" y="2528"/>
                      <a:pt x="252" y="3369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5" y="6207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32" name="Freeform: Shape 5331">
                <a:extLst>
                  <a:ext uri="{FF2B5EF4-FFF2-40B4-BE49-F238E27FC236}">
                    <a16:creationId xmlns:a16="http://schemas.microsoft.com/office/drawing/2014/main" id="{C743BEE1-FFDA-2078-1005-BD9E1E7390F7}"/>
                  </a:ext>
                </a:extLst>
              </p:cNvPr>
              <p:cNvSpPr/>
              <p:nvPr/>
            </p:nvSpPr>
            <p:spPr>
              <a:xfrm>
                <a:off x="4045244" y="5973704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6 w 6343"/>
                  <a:gd name="connsiteY1" fmla="*/ 5613 h 6345"/>
                  <a:gd name="connsiteX2" fmla="*/ 6595 w 6343"/>
                  <a:gd name="connsiteY2" fmla="*/ 3369 h 6345"/>
                  <a:gd name="connsiteX3" fmla="*/ 5666 w 6343"/>
                  <a:gd name="connsiteY3" fmla="*/ 1126 h 6345"/>
                  <a:gd name="connsiteX4" fmla="*/ 3423 w 6343"/>
                  <a:gd name="connsiteY4" fmla="*/ 197 h 6345"/>
                  <a:gd name="connsiteX5" fmla="*/ 1181 w 6343"/>
                  <a:gd name="connsiteY5" fmla="*/ 1126 h 6345"/>
                  <a:gd name="connsiteX6" fmla="*/ 252 w 6343"/>
                  <a:gd name="connsiteY6" fmla="*/ 3369 h 6345"/>
                  <a:gd name="connsiteX7" fmla="*/ 1181 w 6343"/>
                  <a:gd name="connsiteY7" fmla="*/ 5613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8"/>
                      <a:pt x="5666" y="5613"/>
                    </a:cubicBezTo>
                    <a:cubicBezTo>
                      <a:pt x="6261" y="5018"/>
                      <a:pt x="6595" y="4211"/>
                      <a:pt x="6595" y="3369"/>
                    </a:cubicBezTo>
                    <a:cubicBezTo>
                      <a:pt x="6595" y="2528"/>
                      <a:pt x="6261" y="1721"/>
                      <a:pt x="5666" y="1126"/>
                    </a:cubicBezTo>
                    <a:cubicBezTo>
                      <a:pt x="5071" y="531"/>
                      <a:pt x="4264" y="197"/>
                      <a:pt x="3423" y="197"/>
                    </a:cubicBezTo>
                    <a:cubicBezTo>
                      <a:pt x="2582" y="197"/>
                      <a:pt x="1775" y="531"/>
                      <a:pt x="1181" y="1126"/>
                    </a:cubicBezTo>
                    <a:cubicBezTo>
                      <a:pt x="586" y="1721"/>
                      <a:pt x="252" y="2528"/>
                      <a:pt x="252" y="3369"/>
                    </a:cubicBezTo>
                    <a:cubicBezTo>
                      <a:pt x="252" y="4211"/>
                      <a:pt x="586" y="5018"/>
                      <a:pt x="1181" y="5613"/>
                    </a:cubicBezTo>
                    <a:cubicBezTo>
                      <a:pt x="1775" y="6208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33" name="Freeform: Shape 5332">
                <a:extLst>
                  <a:ext uri="{FF2B5EF4-FFF2-40B4-BE49-F238E27FC236}">
                    <a16:creationId xmlns:a16="http://schemas.microsoft.com/office/drawing/2014/main" id="{4CF17E7E-3A2A-9F38-1B0C-44603F8F01F9}"/>
                  </a:ext>
                </a:extLst>
              </p:cNvPr>
              <p:cNvSpPr/>
              <p:nvPr/>
            </p:nvSpPr>
            <p:spPr>
              <a:xfrm>
                <a:off x="4045425" y="5977062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6 w 6343"/>
                  <a:gd name="connsiteY1" fmla="*/ 5613 h 6345"/>
                  <a:gd name="connsiteX2" fmla="*/ 6595 w 6343"/>
                  <a:gd name="connsiteY2" fmla="*/ 3370 h 6345"/>
                  <a:gd name="connsiteX3" fmla="*/ 5666 w 6343"/>
                  <a:gd name="connsiteY3" fmla="*/ 1126 h 6345"/>
                  <a:gd name="connsiteX4" fmla="*/ 3423 w 6343"/>
                  <a:gd name="connsiteY4" fmla="*/ 197 h 6345"/>
                  <a:gd name="connsiteX5" fmla="*/ 1181 w 6343"/>
                  <a:gd name="connsiteY5" fmla="*/ 1126 h 6345"/>
                  <a:gd name="connsiteX6" fmla="*/ 252 w 6343"/>
                  <a:gd name="connsiteY6" fmla="*/ 3370 h 6345"/>
                  <a:gd name="connsiteX7" fmla="*/ 1181 w 6343"/>
                  <a:gd name="connsiteY7" fmla="*/ 5613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8"/>
                      <a:pt x="5666" y="5613"/>
                    </a:cubicBezTo>
                    <a:cubicBezTo>
                      <a:pt x="6261" y="5018"/>
                      <a:pt x="6595" y="4211"/>
                      <a:pt x="6595" y="3370"/>
                    </a:cubicBezTo>
                    <a:cubicBezTo>
                      <a:pt x="6595" y="2528"/>
                      <a:pt x="6261" y="1721"/>
                      <a:pt x="5666" y="1126"/>
                    </a:cubicBezTo>
                    <a:cubicBezTo>
                      <a:pt x="5071" y="531"/>
                      <a:pt x="4264" y="197"/>
                      <a:pt x="3423" y="197"/>
                    </a:cubicBezTo>
                    <a:cubicBezTo>
                      <a:pt x="2582" y="197"/>
                      <a:pt x="1775" y="531"/>
                      <a:pt x="1181" y="1126"/>
                    </a:cubicBezTo>
                    <a:cubicBezTo>
                      <a:pt x="586" y="1721"/>
                      <a:pt x="252" y="2528"/>
                      <a:pt x="252" y="3370"/>
                    </a:cubicBezTo>
                    <a:cubicBezTo>
                      <a:pt x="252" y="4211"/>
                      <a:pt x="586" y="5018"/>
                      <a:pt x="1181" y="5613"/>
                    </a:cubicBezTo>
                    <a:cubicBezTo>
                      <a:pt x="1775" y="6208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34" name="Freeform: Shape 5333">
                <a:extLst>
                  <a:ext uri="{FF2B5EF4-FFF2-40B4-BE49-F238E27FC236}">
                    <a16:creationId xmlns:a16="http://schemas.microsoft.com/office/drawing/2014/main" id="{AE883D5B-033D-141C-26A0-4BD8AAEF19F3}"/>
                  </a:ext>
                </a:extLst>
              </p:cNvPr>
              <p:cNvSpPr/>
              <p:nvPr/>
            </p:nvSpPr>
            <p:spPr>
              <a:xfrm>
                <a:off x="4042604" y="5976217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6 w 6343"/>
                  <a:gd name="connsiteY1" fmla="*/ 5613 h 6345"/>
                  <a:gd name="connsiteX2" fmla="*/ 6595 w 6343"/>
                  <a:gd name="connsiteY2" fmla="*/ 3369 h 6345"/>
                  <a:gd name="connsiteX3" fmla="*/ 5666 w 6343"/>
                  <a:gd name="connsiteY3" fmla="*/ 1126 h 6345"/>
                  <a:gd name="connsiteX4" fmla="*/ 3423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69 h 6345"/>
                  <a:gd name="connsiteX7" fmla="*/ 1180 w 6343"/>
                  <a:gd name="connsiteY7" fmla="*/ 5613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8"/>
                      <a:pt x="5666" y="5613"/>
                    </a:cubicBezTo>
                    <a:cubicBezTo>
                      <a:pt x="6260" y="5018"/>
                      <a:pt x="6595" y="4211"/>
                      <a:pt x="6595" y="3369"/>
                    </a:cubicBezTo>
                    <a:cubicBezTo>
                      <a:pt x="6595" y="2528"/>
                      <a:pt x="6260" y="1721"/>
                      <a:pt x="5666" y="1126"/>
                    </a:cubicBezTo>
                    <a:cubicBezTo>
                      <a:pt x="5071" y="531"/>
                      <a:pt x="4264" y="197"/>
                      <a:pt x="3423" y="197"/>
                    </a:cubicBezTo>
                    <a:cubicBezTo>
                      <a:pt x="2582" y="197"/>
                      <a:pt x="1775" y="531"/>
                      <a:pt x="1180" y="1126"/>
                    </a:cubicBezTo>
                    <a:cubicBezTo>
                      <a:pt x="586" y="1721"/>
                      <a:pt x="251" y="2528"/>
                      <a:pt x="251" y="3369"/>
                    </a:cubicBezTo>
                    <a:cubicBezTo>
                      <a:pt x="251" y="4211"/>
                      <a:pt x="586" y="5018"/>
                      <a:pt x="1180" y="5613"/>
                    </a:cubicBezTo>
                    <a:cubicBezTo>
                      <a:pt x="1775" y="6208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35" name="Freeform: Shape 5334">
                <a:extLst>
                  <a:ext uri="{FF2B5EF4-FFF2-40B4-BE49-F238E27FC236}">
                    <a16:creationId xmlns:a16="http://schemas.microsoft.com/office/drawing/2014/main" id="{FC9610FD-BB04-B457-C3C1-BDA230AE7D6C}"/>
                  </a:ext>
                </a:extLst>
              </p:cNvPr>
              <p:cNvSpPr/>
              <p:nvPr/>
            </p:nvSpPr>
            <p:spPr>
              <a:xfrm>
                <a:off x="4041151" y="5977292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6 w 6343"/>
                  <a:gd name="connsiteY1" fmla="*/ 5613 h 6345"/>
                  <a:gd name="connsiteX2" fmla="*/ 6594 w 6343"/>
                  <a:gd name="connsiteY2" fmla="*/ 3370 h 6345"/>
                  <a:gd name="connsiteX3" fmla="*/ 5666 w 6343"/>
                  <a:gd name="connsiteY3" fmla="*/ 1126 h 6345"/>
                  <a:gd name="connsiteX4" fmla="*/ 3423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8"/>
                      <a:pt x="5666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8"/>
                      <a:pt x="6260" y="1721"/>
                      <a:pt x="5666" y="1126"/>
                    </a:cubicBezTo>
                    <a:cubicBezTo>
                      <a:pt x="5071" y="531"/>
                      <a:pt x="4264" y="197"/>
                      <a:pt x="3423" y="197"/>
                    </a:cubicBezTo>
                    <a:cubicBezTo>
                      <a:pt x="2582" y="197"/>
                      <a:pt x="1775" y="531"/>
                      <a:pt x="1180" y="1126"/>
                    </a:cubicBezTo>
                    <a:cubicBezTo>
                      <a:pt x="586" y="1721"/>
                      <a:pt x="251" y="2528"/>
                      <a:pt x="251" y="3370"/>
                    </a:cubicBezTo>
                    <a:cubicBezTo>
                      <a:pt x="251" y="4211"/>
                      <a:pt x="586" y="5018"/>
                      <a:pt x="1180" y="5613"/>
                    </a:cubicBezTo>
                    <a:cubicBezTo>
                      <a:pt x="1775" y="6208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36" name="Freeform: Shape 5335">
                <a:extLst>
                  <a:ext uri="{FF2B5EF4-FFF2-40B4-BE49-F238E27FC236}">
                    <a16:creationId xmlns:a16="http://schemas.microsoft.com/office/drawing/2014/main" id="{FA47B4B2-3FA6-9342-EF74-2D712160F8E5}"/>
                  </a:ext>
                </a:extLst>
              </p:cNvPr>
              <p:cNvSpPr/>
              <p:nvPr/>
            </p:nvSpPr>
            <p:spPr>
              <a:xfrm>
                <a:off x="4039666" y="5978319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3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8"/>
                      <a:pt x="5665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1" y="531"/>
                      <a:pt x="4264" y="197"/>
                      <a:pt x="3423" y="197"/>
                    </a:cubicBezTo>
                    <a:cubicBezTo>
                      <a:pt x="2582" y="197"/>
                      <a:pt x="1775" y="531"/>
                      <a:pt x="1180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5" y="6208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37" name="Freeform: Shape 5336">
                <a:extLst>
                  <a:ext uri="{FF2B5EF4-FFF2-40B4-BE49-F238E27FC236}">
                    <a16:creationId xmlns:a16="http://schemas.microsoft.com/office/drawing/2014/main" id="{F5622F0D-A77B-AC59-0564-52D1B9C2DDB5}"/>
                  </a:ext>
                </a:extLst>
              </p:cNvPr>
              <p:cNvSpPr/>
              <p:nvPr/>
            </p:nvSpPr>
            <p:spPr>
              <a:xfrm>
                <a:off x="4037861" y="5978875"/>
                <a:ext cx="6343" cy="6345"/>
              </a:xfrm>
              <a:custGeom>
                <a:avLst/>
                <a:gdLst>
                  <a:gd name="connsiteX0" fmla="*/ 3423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3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3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2"/>
                    </a:moveTo>
                    <a:cubicBezTo>
                      <a:pt x="4264" y="6542"/>
                      <a:pt x="5071" y="6208"/>
                      <a:pt x="5665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1" y="531"/>
                      <a:pt x="4264" y="197"/>
                      <a:pt x="3423" y="197"/>
                    </a:cubicBezTo>
                    <a:cubicBezTo>
                      <a:pt x="2582" y="197"/>
                      <a:pt x="1775" y="531"/>
                      <a:pt x="1180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5" y="6208"/>
                      <a:pt x="2582" y="6542"/>
                      <a:pt x="3423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38" name="Freeform: Shape 5337">
                <a:extLst>
                  <a:ext uri="{FF2B5EF4-FFF2-40B4-BE49-F238E27FC236}">
                    <a16:creationId xmlns:a16="http://schemas.microsoft.com/office/drawing/2014/main" id="{46BAD291-09A0-0979-485B-82D192846702}"/>
                  </a:ext>
                </a:extLst>
              </p:cNvPr>
              <p:cNvSpPr/>
              <p:nvPr/>
            </p:nvSpPr>
            <p:spPr>
              <a:xfrm>
                <a:off x="4034250" y="5976716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69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69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5" y="531"/>
                      <a:pt x="1180" y="1126"/>
                    </a:cubicBezTo>
                    <a:cubicBezTo>
                      <a:pt x="585" y="1721"/>
                      <a:pt x="251" y="2528"/>
                      <a:pt x="251" y="3369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5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39" name="Freeform: Shape 5338">
                <a:extLst>
                  <a:ext uri="{FF2B5EF4-FFF2-40B4-BE49-F238E27FC236}">
                    <a16:creationId xmlns:a16="http://schemas.microsoft.com/office/drawing/2014/main" id="{6590257B-D661-461D-ED35-D63B88D4E027}"/>
                  </a:ext>
                </a:extLst>
              </p:cNvPr>
              <p:cNvSpPr/>
              <p:nvPr/>
            </p:nvSpPr>
            <p:spPr>
              <a:xfrm>
                <a:off x="4032998" y="5978050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80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40" name="Freeform: Shape 5339">
                <a:extLst>
                  <a:ext uri="{FF2B5EF4-FFF2-40B4-BE49-F238E27FC236}">
                    <a16:creationId xmlns:a16="http://schemas.microsoft.com/office/drawing/2014/main" id="{20D5E115-40C3-1A45-45FD-362EE28437C7}"/>
                  </a:ext>
                </a:extLst>
              </p:cNvPr>
              <p:cNvSpPr/>
              <p:nvPr/>
            </p:nvSpPr>
            <p:spPr>
              <a:xfrm>
                <a:off x="4031660" y="5979260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70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70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80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41" name="Freeform: Shape 5340">
                <a:extLst>
                  <a:ext uri="{FF2B5EF4-FFF2-40B4-BE49-F238E27FC236}">
                    <a16:creationId xmlns:a16="http://schemas.microsoft.com/office/drawing/2014/main" id="{7D5D61F1-02D9-5B53-577A-FBF0B2BDD29C}"/>
                  </a:ext>
                </a:extLst>
              </p:cNvPr>
              <p:cNvSpPr/>
              <p:nvPr/>
            </p:nvSpPr>
            <p:spPr>
              <a:xfrm>
                <a:off x="4030113" y="5980151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1 w 6343"/>
                  <a:gd name="connsiteY6" fmla="*/ 3370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70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1" y="2528"/>
                      <a:pt x="251" y="3370"/>
                    </a:cubicBezTo>
                    <a:cubicBezTo>
                      <a:pt x="251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42" name="Freeform: Shape 5341">
                <a:extLst>
                  <a:ext uri="{FF2B5EF4-FFF2-40B4-BE49-F238E27FC236}">
                    <a16:creationId xmlns:a16="http://schemas.microsoft.com/office/drawing/2014/main" id="{CAF281A9-D80E-6505-4551-A59435F041E8}"/>
                  </a:ext>
                </a:extLst>
              </p:cNvPr>
              <p:cNvSpPr/>
              <p:nvPr/>
            </p:nvSpPr>
            <p:spPr>
              <a:xfrm>
                <a:off x="4028510" y="5980953"/>
                <a:ext cx="6343" cy="6345"/>
              </a:xfrm>
              <a:custGeom>
                <a:avLst/>
                <a:gdLst>
                  <a:gd name="connsiteX0" fmla="*/ 3422 w 6343"/>
                  <a:gd name="connsiteY0" fmla="*/ 6543 h 6345"/>
                  <a:gd name="connsiteX1" fmla="*/ 5665 w 6343"/>
                  <a:gd name="connsiteY1" fmla="*/ 5613 h 6345"/>
                  <a:gd name="connsiteX2" fmla="*/ 6593 w 6343"/>
                  <a:gd name="connsiteY2" fmla="*/ 3370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70 h 6345"/>
                  <a:gd name="connsiteX7" fmla="*/ 1179 w 6343"/>
                  <a:gd name="connsiteY7" fmla="*/ 5613 h 6345"/>
                  <a:gd name="connsiteX8" fmla="*/ 342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3"/>
                    </a:moveTo>
                    <a:cubicBezTo>
                      <a:pt x="4263" y="6543"/>
                      <a:pt x="5070" y="6208"/>
                      <a:pt x="5665" y="5613"/>
                    </a:cubicBezTo>
                    <a:cubicBezTo>
                      <a:pt x="6259" y="5018"/>
                      <a:pt x="6593" y="4211"/>
                      <a:pt x="6593" y="3370"/>
                    </a:cubicBezTo>
                    <a:cubicBezTo>
                      <a:pt x="6593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0" y="2528"/>
                      <a:pt x="250" y="3370"/>
                    </a:cubicBezTo>
                    <a:cubicBezTo>
                      <a:pt x="250" y="4211"/>
                      <a:pt x="585" y="5018"/>
                      <a:pt x="1179" y="5613"/>
                    </a:cubicBezTo>
                    <a:cubicBezTo>
                      <a:pt x="1774" y="6208"/>
                      <a:pt x="2581" y="6543"/>
                      <a:pt x="342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43" name="Freeform: Shape 5342">
                <a:extLst>
                  <a:ext uri="{FF2B5EF4-FFF2-40B4-BE49-F238E27FC236}">
                    <a16:creationId xmlns:a16="http://schemas.microsoft.com/office/drawing/2014/main" id="{014DE49E-794E-F43F-A2BC-11941A8899F9}"/>
                  </a:ext>
                </a:extLst>
              </p:cNvPr>
              <p:cNvSpPr/>
              <p:nvPr/>
            </p:nvSpPr>
            <p:spPr>
              <a:xfrm>
                <a:off x="4026928" y="5981784"/>
                <a:ext cx="6343" cy="6345"/>
              </a:xfrm>
              <a:custGeom>
                <a:avLst/>
                <a:gdLst>
                  <a:gd name="connsiteX0" fmla="*/ 3422 w 6343"/>
                  <a:gd name="connsiteY0" fmla="*/ 6543 h 6345"/>
                  <a:gd name="connsiteX1" fmla="*/ 5664 w 6343"/>
                  <a:gd name="connsiteY1" fmla="*/ 5613 h 6345"/>
                  <a:gd name="connsiteX2" fmla="*/ 6593 w 6343"/>
                  <a:gd name="connsiteY2" fmla="*/ 3370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70 h 6345"/>
                  <a:gd name="connsiteX7" fmla="*/ 1179 w 6343"/>
                  <a:gd name="connsiteY7" fmla="*/ 5613 h 6345"/>
                  <a:gd name="connsiteX8" fmla="*/ 342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3"/>
                    </a:moveTo>
                    <a:cubicBezTo>
                      <a:pt x="4263" y="6543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70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70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3"/>
                      <a:pt x="342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44" name="Freeform: Shape 5343">
                <a:extLst>
                  <a:ext uri="{FF2B5EF4-FFF2-40B4-BE49-F238E27FC236}">
                    <a16:creationId xmlns:a16="http://schemas.microsoft.com/office/drawing/2014/main" id="{D2B324A8-117E-A323-DD5F-273FF68360A3}"/>
                  </a:ext>
                </a:extLst>
              </p:cNvPr>
              <p:cNvSpPr/>
              <p:nvPr/>
            </p:nvSpPr>
            <p:spPr>
              <a:xfrm>
                <a:off x="4025050" y="5982131"/>
                <a:ext cx="6343" cy="6345"/>
              </a:xfrm>
              <a:custGeom>
                <a:avLst/>
                <a:gdLst>
                  <a:gd name="connsiteX0" fmla="*/ 3422 w 6343"/>
                  <a:gd name="connsiteY0" fmla="*/ 6543 h 6345"/>
                  <a:gd name="connsiteX1" fmla="*/ 5664 w 6343"/>
                  <a:gd name="connsiteY1" fmla="*/ 5613 h 6345"/>
                  <a:gd name="connsiteX2" fmla="*/ 6593 w 6343"/>
                  <a:gd name="connsiteY2" fmla="*/ 3370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70 h 6345"/>
                  <a:gd name="connsiteX7" fmla="*/ 1179 w 6343"/>
                  <a:gd name="connsiteY7" fmla="*/ 5613 h 6345"/>
                  <a:gd name="connsiteX8" fmla="*/ 342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3"/>
                    </a:moveTo>
                    <a:cubicBezTo>
                      <a:pt x="4263" y="6543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70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2"/>
                      <a:pt x="4263" y="197"/>
                      <a:pt x="3422" y="197"/>
                    </a:cubicBezTo>
                    <a:cubicBezTo>
                      <a:pt x="2581" y="197"/>
                      <a:pt x="1774" y="532"/>
                      <a:pt x="1179" y="1126"/>
                    </a:cubicBezTo>
                    <a:cubicBezTo>
                      <a:pt x="584" y="1721"/>
                      <a:pt x="250" y="2528"/>
                      <a:pt x="250" y="3370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3"/>
                      <a:pt x="342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45" name="Freeform: Shape 5344">
                <a:extLst>
                  <a:ext uri="{FF2B5EF4-FFF2-40B4-BE49-F238E27FC236}">
                    <a16:creationId xmlns:a16="http://schemas.microsoft.com/office/drawing/2014/main" id="{1CFCA1C6-489D-14DE-0167-110149FD8612}"/>
                  </a:ext>
                </a:extLst>
              </p:cNvPr>
              <p:cNvSpPr/>
              <p:nvPr/>
            </p:nvSpPr>
            <p:spPr>
              <a:xfrm>
                <a:off x="4023463" y="5982940"/>
                <a:ext cx="6343" cy="6345"/>
              </a:xfrm>
              <a:custGeom>
                <a:avLst/>
                <a:gdLst>
                  <a:gd name="connsiteX0" fmla="*/ 3422 w 6343"/>
                  <a:gd name="connsiteY0" fmla="*/ 6543 h 6345"/>
                  <a:gd name="connsiteX1" fmla="*/ 5664 w 6343"/>
                  <a:gd name="connsiteY1" fmla="*/ 5613 h 6345"/>
                  <a:gd name="connsiteX2" fmla="*/ 6593 w 6343"/>
                  <a:gd name="connsiteY2" fmla="*/ 3370 h 6345"/>
                  <a:gd name="connsiteX3" fmla="*/ 5664 w 6343"/>
                  <a:gd name="connsiteY3" fmla="*/ 1127 h 6345"/>
                  <a:gd name="connsiteX4" fmla="*/ 3422 w 6343"/>
                  <a:gd name="connsiteY4" fmla="*/ 197 h 6345"/>
                  <a:gd name="connsiteX5" fmla="*/ 1179 w 6343"/>
                  <a:gd name="connsiteY5" fmla="*/ 1127 h 6345"/>
                  <a:gd name="connsiteX6" fmla="*/ 250 w 6343"/>
                  <a:gd name="connsiteY6" fmla="*/ 3370 h 6345"/>
                  <a:gd name="connsiteX7" fmla="*/ 1179 w 6343"/>
                  <a:gd name="connsiteY7" fmla="*/ 5613 h 6345"/>
                  <a:gd name="connsiteX8" fmla="*/ 3422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3"/>
                    </a:moveTo>
                    <a:cubicBezTo>
                      <a:pt x="4263" y="6543"/>
                      <a:pt x="5069" y="6208"/>
                      <a:pt x="5664" y="5613"/>
                    </a:cubicBezTo>
                    <a:cubicBezTo>
                      <a:pt x="6259" y="5018"/>
                      <a:pt x="6593" y="4211"/>
                      <a:pt x="6593" y="3370"/>
                    </a:cubicBezTo>
                    <a:cubicBezTo>
                      <a:pt x="6593" y="2529"/>
                      <a:pt x="6259" y="1721"/>
                      <a:pt x="5664" y="1127"/>
                    </a:cubicBezTo>
                    <a:cubicBezTo>
                      <a:pt x="5069" y="532"/>
                      <a:pt x="4263" y="197"/>
                      <a:pt x="3422" y="197"/>
                    </a:cubicBezTo>
                    <a:cubicBezTo>
                      <a:pt x="2580" y="197"/>
                      <a:pt x="1774" y="532"/>
                      <a:pt x="1179" y="1127"/>
                    </a:cubicBezTo>
                    <a:cubicBezTo>
                      <a:pt x="584" y="1721"/>
                      <a:pt x="250" y="2529"/>
                      <a:pt x="250" y="3370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0" y="6543"/>
                      <a:pt x="3422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46" name="Freeform: Shape 5345">
                <a:extLst>
                  <a:ext uri="{FF2B5EF4-FFF2-40B4-BE49-F238E27FC236}">
                    <a16:creationId xmlns:a16="http://schemas.microsoft.com/office/drawing/2014/main" id="{8DB66EBF-7ADF-5376-DC72-A67BC27107FC}"/>
                  </a:ext>
                </a:extLst>
              </p:cNvPr>
              <p:cNvSpPr/>
              <p:nvPr/>
            </p:nvSpPr>
            <p:spPr>
              <a:xfrm>
                <a:off x="3971760" y="5973675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9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9" y="197"/>
                      <a:pt x="3417" y="197"/>
                    </a:cubicBezTo>
                    <a:cubicBezTo>
                      <a:pt x="2576" y="197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47" name="Freeform: Shape 5346">
                <a:extLst>
                  <a:ext uri="{FF2B5EF4-FFF2-40B4-BE49-F238E27FC236}">
                    <a16:creationId xmlns:a16="http://schemas.microsoft.com/office/drawing/2014/main" id="{5E2EC78E-42C3-F9FC-F94C-27EEADB34D5E}"/>
                  </a:ext>
                </a:extLst>
              </p:cNvPr>
              <p:cNvSpPr/>
              <p:nvPr/>
            </p:nvSpPr>
            <p:spPr>
              <a:xfrm>
                <a:off x="3969930" y="5973373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48" name="Freeform: Shape 5347">
                <a:extLst>
                  <a:ext uri="{FF2B5EF4-FFF2-40B4-BE49-F238E27FC236}">
                    <a16:creationId xmlns:a16="http://schemas.microsoft.com/office/drawing/2014/main" id="{7C894BA5-971F-514E-6314-B144FF68ACAB}"/>
                  </a:ext>
                </a:extLst>
              </p:cNvPr>
              <p:cNvSpPr/>
              <p:nvPr/>
            </p:nvSpPr>
            <p:spPr>
              <a:xfrm>
                <a:off x="3968228" y="5973359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49" name="Freeform: Shape 5348">
                <a:extLst>
                  <a:ext uri="{FF2B5EF4-FFF2-40B4-BE49-F238E27FC236}">
                    <a16:creationId xmlns:a16="http://schemas.microsoft.com/office/drawing/2014/main" id="{A62A30D0-AF3A-C902-5134-5BD245A90017}"/>
                  </a:ext>
                </a:extLst>
              </p:cNvPr>
              <p:cNvSpPr/>
              <p:nvPr/>
            </p:nvSpPr>
            <p:spPr>
              <a:xfrm>
                <a:off x="3966666" y="5973679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4 w 6343"/>
                  <a:gd name="connsiteY5" fmla="*/ 1126 h 6345"/>
                  <a:gd name="connsiteX6" fmla="*/ 246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4" y="5018"/>
                      <a:pt x="6589" y="4211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4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50" name="Freeform: Shape 5349">
                <a:extLst>
                  <a:ext uri="{FF2B5EF4-FFF2-40B4-BE49-F238E27FC236}">
                    <a16:creationId xmlns:a16="http://schemas.microsoft.com/office/drawing/2014/main" id="{9FE5BF37-9B17-A775-2220-B23382BBC198}"/>
                  </a:ext>
                </a:extLst>
              </p:cNvPr>
              <p:cNvSpPr/>
              <p:nvPr/>
            </p:nvSpPr>
            <p:spPr>
              <a:xfrm>
                <a:off x="3965187" y="5974206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8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60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4" y="1126"/>
                    </a:cubicBezTo>
                    <a:cubicBezTo>
                      <a:pt x="580" y="1721"/>
                      <a:pt x="245" y="2528"/>
                      <a:pt x="245" y="3369"/>
                    </a:cubicBezTo>
                    <a:cubicBezTo>
                      <a:pt x="245" y="4211"/>
                      <a:pt x="580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51" name="Freeform: Shape 5350">
                <a:extLst>
                  <a:ext uri="{FF2B5EF4-FFF2-40B4-BE49-F238E27FC236}">
                    <a16:creationId xmlns:a16="http://schemas.microsoft.com/office/drawing/2014/main" id="{590C12FE-13F0-7148-4A25-F51FFCBF0A56}"/>
                  </a:ext>
                </a:extLst>
              </p:cNvPr>
              <p:cNvSpPr/>
              <p:nvPr/>
            </p:nvSpPr>
            <p:spPr>
              <a:xfrm>
                <a:off x="3931634" y="5932748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09 h 6345"/>
                  <a:gd name="connsiteX2" fmla="*/ 6586 w 6343"/>
                  <a:gd name="connsiteY2" fmla="*/ 3366 h 6345"/>
                  <a:gd name="connsiteX3" fmla="*/ 5657 w 6343"/>
                  <a:gd name="connsiteY3" fmla="*/ 1123 h 6345"/>
                  <a:gd name="connsiteX4" fmla="*/ 3414 w 6343"/>
                  <a:gd name="connsiteY4" fmla="*/ 193 h 6345"/>
                  <a:gd name="connsiteX5" fmla="*/ 1172 w 6343"/>
                  <a:gd name="connsiteY5" fmla="*/ 1123 h 6345"/>
                  <a:gd name="connsiteX6" fmla="*/ 243 w 6343"/>
                  <a:gd name="connsiteY6" fmla="*/ 3366 h 6345"/>
                  <a:gd name="connsiteX7" fmla="*/ 1172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7" y="5609"/>
                    </a:cubicBezTo>
                    <a:cubicBezTo>
                      <a:pt x="6252" y="5014"/>
                      <a:pt x="6586" y="4207"/>
                      <a:pt x="6586" y="3366"/>
                    </a:cubicBezTo>
                    <a:cubicBezTo>
                      <a:pt x="6586" y="2525"/>
                      <a:pt x="6252" y="1718"/>
                      <a:pt x="5657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2" y="1123"/>
                    </a:cubicBezTo>
                    <a:cubicBezTo>
                      <a:pt x="577" y="1718"/>
                      <a:pt x="243" y="2525"/>
                      <a:pt x="243" y="3366"/>
                    </a:cubicBezTo>
                    <a:cubicBezTo>
                      <a:pt x="243" y="4207"/>
                      <a:pt x="577" y="5014"/>
                      <a:pt x="1172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52" name="Freeform: Shape 5351">
                <a:extLst>
                  <a:ext uri="{FF2B5EF4-FFF2-40B4-BE49-F238E27FC236}">
                    <a16:creationId xmlns:a16="http://schemas.microsoft.com/office/drawing/2014/main" id="{B2D2D708-45D5-DA9F-0E98-5DDBAE72FAEA}"/>
                  </a:ext>
                </a:extLst>
              </p:cNvPr>
              <p:cNvSpPr/>
              <p:nvPr/>
            </p:nvSpPr>
            <p:spPr>
              <a:xfrm>
                <a:off x="3925750" y="5930315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2 h 6345"/>
                  <a:gd name="connsiteX4" fmla="*/ 3414 w 6343"/>
                  <a:gd name="connsiteY4" fmla="*/ 193 h 6345"/>
                  <a:gd name="connsiteX5" fmla="*/ 1171 w 6343"/>
                  <a:gd name="connsiteY5" fmla="*/ 1122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4"/>
                      <a:pt x="6251" y="1717"/>
                      <a:pt x="5656" y="1122"/>
                    </a:cubicBezTo>
                    <a:cubicBezTo>
                      <a:pt x="5062" y="527"/>
                      <a:pt x="4255" y="193"/>
                      <a:pt x="3414" y="193"/>
                    </a:cubicBezTo>
                    <a:cubicBezTo>
                      <a:pt x="2573" y="193"/>
                      <a:pt x="1766" y="527"/>
                      <a:pt x="1171" y="1122"/>
                    </a:cubicBezTo>
                    <a:cubicBezTo>
                      <a:pt x="576" y="1717"/>
                      <a:pt x="242" y="2524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53" name="Freeform: Shape 5352">
                <a:extLst>
                  <a:ext uri="{FF2B5EF4-FFF2-40B4-BE49-F238E27FC236}">
                    <a16:creationId xmlns:a16="http://schemas.microsoft.com/office/drawing/2014/main" id="{A0A8423D-4CF1-77D8-D07A-176CB6046D74}"/>
                  </a:ext>
                </a:extLst>
              </p:cNvPr>
              <p:cNvSpPr/>
              <p:nvPr/>
            </p:nvSpPr>
            <p:spPr>
              <a:xfrm>
                <a:off x="3921909" y="5930261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2 h 6345"/>
                  <a:gd name="connsiteX4" fmla="*/ 3414 w 6343"/>
                  <a:gd name="connsiteY4" fmla="*/ 193 h 6345"/>
                  <a:gd name="connsiteX5" fmla="*/ 1171 w 6343"/>
                  <a:gd name="connsiteY5" fmla="*/ 1122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1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4"/>
                      <a:pt x="6251" y="1717"/>
                      <a:pt x="5656" y="1122"/>
                    </a:cubicBezTo>
                    <a:cubicBezTo>
                      <a:pt x="5061" y="527"/>
                      <a:pt x="4255" y="193"/>
                      <a:pt x="3414" y="193"/>
                    </a:cubicBezTo>
                    <a:cubicBezTo>
                      <a:pt x="2572" y="193"/>
                      <a:pt x="1766" y="527"/>
                      <a:pt x="1171" y="1122"/>
                    </a:cubicBezTo>
                    <a:cubicBezTo>
                      <a:pt x="576" y="1717"/>
                      <a:pt x="242" y="2524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6" y="6204"/>
                      <a:pt x="2572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54" name="Freeform: Shape 5353">
                <a:extLst>
                  <a:ext uri="{FF2B5EF4-FFF2-40B4-BE49-F238E27FC236}">
                    <a16:creationId xmlns:a16="http://schemas.microsoft.com/office/drawing/2014/main" id="{A7CEB8D4-B5B3-15FB-35B3-5A8C3076497B}"/>
                  </a:ext>
                </a:extLst>
              </p:cNvPr>
              <p:cNvSpPr/>
              <p:nvPr/>
            </p:nvSpPr>
            <p:spPr>
              <a:xfrm>
                <a:off x="3920946" y="5931505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2 h 6345"/>
                  <a:gd name="connsiteX4" fmla="*/ 3413 w 6343"/>
                  <a:gd name="connsiteY4" fmla="*/ 193 h 6345"/>
                  <a:gd name="connsiteX5" fmla="*/ 1171 w 6343"/>
                  <a:gd name="connsiteY5" fmla="*/ 1122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5" y="6539"/>
                      <a:pt x="5061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5"/>
                      <a:pt x="6251" y="1717"/>
                      <a:pt x="5656" y="1122"/>
                    </a:cubicBezTo>
                    <a:cubicBezTo>
                      <a:pt x="5061" y="528"/>
                      <a:pt x="4255" y="193"/>
                      <a:pt x="3413" y="193"/>
                    </a:cubicBezTo>
                    <a:cubicBezTo>
                      <a:pt x="2572" y="193"/>
                      <a:pt x="1766" y="528"/>
                      <a:pt x="1171" y="1122"/>
                    </a:cubicBezTo>
                    <a:cubicBezTo>
                      <a:pt x="576" y="1717"/>
                      <a:pt x="242" y="2525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6" y="6204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55" name="Freeform: Shape 5354">
                <a:extLst>
                  <a:ext uri="{FF2B5EF4-FFF2-40B4-BE49-F238E27FC236}">
                    <a16:creationId xmlns:a16="http://schemas.microsoft.com/office/drawing/2014/main" id="{C0E28E08-D6A8-C853-7956-57DC45D272E6}"/>
                  </a:ext>
                </a:extLst>
              </p:cNvPr>
              <p:cNvSpPr/>
              <p:nvPr/>
            </p:nvSpPr>
            <p:spPr>
              <a:xfrm>
                <a:off x="3920130" y="5933422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4"/>
                      <a:pt x="5656" y="5610"/>
                    </a:cubicBezTo>
                    <a:cubicBezTo>
                      <a:pt x="6251" y="5015"/>
                      <a:pt x="6585" y="4207"/>
                      <a:pt x="6585" y="3366"/>
                    </a:cubicBezTo>
                    <a:cubicBezTo>
                      <a:pt x="6585" y="2525"/>
                      <a:pt x="6251" y="1718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6" y="528"/>
                      <a:pt x="1171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7"/>
                      <a:pt x="576" y="5015"/>
                      <a:pt x="1171" y="5610"/>
                    </a:cubicBezTo>
                    <a:cubicBezTo>
                      <a:pt x="1766" y="6204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56" name="Freeform: Shape 5355">
                <a:extLst>
                  <a:ext uri="{FF2B5EF4-FFF2-40B4-BE49-F238E27FC236}">
                    <a16:creationId xmlns:a16="http://schemas.microsoft.com/office/drawing/2014/main" id="{418CEC56-04B1-43AB-4A7E-3C1D6E9C78DB}"/>
                  </a:ext>
                </a:extLst>
              </p:cNvPr>
              <p:cNvSpPr/>
              <p:nvPr/>
            </p:nvSpPr>
            <p:spPr>
              <a:xfrm>
                <a:off x="3919124" y="5934612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6" y="5610"/>
                    </a:cubicBezTo>
                    <a:cubicBezTo>
                      <a:pt x="6251" y="5015"/>
                      <a:pt x="6585" y="4208"/>
                      <a:pt x="6585" y="3366"/>
                    </a:cubicBezTo>
                    <a:cubicBezTo>
                      <a:pt x="6585" y="2525"/>
                      <a:pt x="6251" y="1718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5" y="528"/>
                      <a:pt x="1171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8"/>
                      <a:pt x="576" y="5015"/>
                      <a:pt x="1171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57" name="Freeform: Shape 5356">
                <a:extLst>
                  <a:ext uri="{FF2B5EF4-FFF2-40B4-BE49-F238E27FC236}">
                    <a16:creationId xmlns:a16="http://schemas.microsoft.com/office/drawing/2014/main" id="{B138C392-B535-4CCD-9823-4FB6605CF269}"/>
                  </a:ext>
                </a:extLst>
              </p:cNvPr>
              <p:cNvSpPr/>
              <p:nvPr/>
            </p:nvSpPr>
            <p:spPr>
              <a:xfrm>
                <a:off x="3917422" y="5938565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4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6" y="5610"/>
                    </a:cubicBezTo>
                    <a:cubicBezTo>
                      <a:pt x="6251" y="5015"/>
                      <a:pt x="6585" y="4208"/>
                      <a:pt x="6585" y="3366"/>
                    </a:cubicBezTo>
                    <a:cubicBezTo>
                      <a:pt x="6585" y="2525"/>
                      <a:pt x="6251" y="1718"/>
                      <a:pt x="5656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1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8"/>
                      <a:pt x="576" y="5015"/>
                      <a:pt x="1171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58" name="Freeform: Shape 5357">
                <a:extLst>
                  <a:ext uri="{FF2B5EF4-FFF2-40B4-BE49-F238E27FC236}">
                    <a16:creationId xmlns:a16="http://schemas.microsoft.com/office/drawing/2014/main" id="{FA619D38-BAC3-815F-2409-8FFE1C6F6C8E}"/>
                  </a:ext>
                </a:extLst>
              </p:cNvPr>
              <p:cNvSpPr/>
              <p:nvPr/>
            </p:nvSpPr>
            <p:spPr>
              <a:xfrm>
                <a:off x="3916013" y="5938061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2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6" y="5610"/>
                    </a:cubicBezTo>
                    <a:cubicBezTo>
                      <a:pt x="6250" y="5015"/>
                      <a:pt x="6585" y="4208"/>
                      <a:pt x="6585" y="3366"/>
                    </a:cubicBezTo>
                    <a:cubicBezTo>
                      <a:pt x="6585" y="2525"/>
                      <a:pt x="6250" y="1718"/>
                      <a:pt x="5656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8"/>
                      <a:pt x="576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59" name="Freeform: Shape 5358">
                <a:extLst>
                  <a:ext uri="{FF2B5EF4-FFF2-40B4-BE49-F238E27FC236}">
                    <a16:creationId xmlns:a16="http://schemas.microsoft.com/office/drawing/2014/main" id="{CE0BE1DE-B595-7957-1562-4390A8BAED28}"/>
                  </a:ext>
                </a:extLst>
              </p:cNvPr>
              <p:cNvSpPr/>
              <p:nvPr/>
            </p:nvSpPr>
            <p:spPr>
              <a:xfrm>
                <a:off x="3914630" y="5937638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6" y="5610"/>
                    </a:cubicBezTo>
                    <a:cubicBezTo>
                      <a:pt x="6250" y="5015"/>
                      <a:pt x="6585" y="4208"/>
                      <a:pt x="6585" y="3366"/>
                    </a:cubicBezTo>
                    <a:cubicBezTo>
                      <a:pt x="6585" y="2525"/>
                      <a:pt x="6250" y="1718"/>
                      <a:pt x="5656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6" y="1718"/>
                      <a:pt x="241" y="2525"/>
                      <a:pt x="241" y="3366"/>
                    </a:cubicBezTo>
                    <a:cubicBezTo>
                      <a:pt x="241" y="4208"/>
                      <a:pt x="576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60" name="Freeform: Shape 5359">
                <a:extLst>
                  <a:ext uri="{FF2B5EF4-FFF2-40B4-BE49-F238E27FC236}">
                    <a16:creationId xmlns:a16="http://schemas.microsoft.com/office/drawing/2014/main" id="{78BF0E75-4E79-F5F0-56C6-DF91952AC255}"/>
                  </a:ext>
                </a:extLst>
              </p:cNvPr>
              <p:cNvSpPr/>
              <p:nvPr/>
            </p:nvSpPr>
            <p:spPr>
              <a:xfrm>
                <a:off x="3913680" y="5939347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4 w 6343"/>
                  <a:gd name="connsiteY2" fmla="*/ 3367 h 6345"/>
                  <a:gd name="connsiteX3" fmla="*/ 5656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7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6" y="5610"/>
                    </a:cubicBezTo>
                    <a:cubicBezTo>
                      <a:pt x="6250" y="5015"/>
                      <a:pt x="6584" y="4208"/>
                      <a:pt x="6584" y="3367"/>
                    </a:cubicBezTo>
                    <a:cubicBezTo>
                      <a:pt x="6584" y="2525"/>
                      <a:pt x="6250" y="1718"/>
                      <a:pt x="5656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6" y="1718"/>
                      <a:pt x="241" y="2525"/>
                      <a:pt x="241" y="3367"/>
                    </a:cubicBezTo>
                    <a:cubicBezTo>
                      <a:pt x="241" y="4208"/>
                      <a:pt x="576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61" name="Freeform: Shape 5360">
                <a:extLst>
                  <a:ext uri="{FF2B5EF4-FFF2-40B4-BE49-F238E27FC236}">
                    <a16:creationId xmlns:a16="http://schemas.microsoft.com/office/drawing/2014/main" id="{0B740705-A0F7-5777-DAC7-B975E21CEB4D}"/>
                  </a:ext>
                </a:extLst>
              </p:cNvPr>
              <p:cNvSpPr/>
              <p:nvPr/>
            </p:nvSpPr>
            <p:spPr>
              <a:xfrm>
                <a:off x="3911730" y="5942798"/>
                <a:ext cx="6343" cy="6345"/>
              </a:xfrm>
              <a:custGeom>
                <a:avLst/>
                <a:gdLst>
                  <a:gd name="connsiteX0" fmla="*/ 3413 w 6343"/>
                  <a:gd name="connsiteY0" fmla="*/ 6540 h 6345"/>
                  <a:gd name="connsiteX1" fmla="*/ 5655 w 6343"/>
                  <a:gd name="connsiteY1" fmla="*/ 5610 h 6345"/>
                  <a:gd name="connsiteX2" fmla="*/ 6584 w 6343"/>
                  <a:gd name="connsiteY2" fmla="*/ 3367 h 6345"/>
                  <a:gd name="connsiteX3" fmla="*/ 5655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7 h 6345"/>
                  <a:gd name="connsiteX7" fmla="*/ 1170 w 6343"/>
                  <a:gd name="connsiteY7" fmla="*/ 5610 h 6345"/>
                  <a:gd name="connsiteX8" fmla="*/ 341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40"/>
                    </a:moveTo>
                    <a:cubicBezTo>
                      <a:pt x="4254" y="6540"/>
                      <a:pt x="5061" y="6205"/>
                      <a:pt x="5655" y="5610"/>
                    </a:cubicBezTo>
                    <a:cubicBezTo>
                      <a:pt x="6250" y="5015"/>
                      <a:pt x="6584" y="4208"/>
                      <a:pt x="6584" y="3367"/>
                    </a:cubicBezTo>
                    <a:cubicBezTo>
                      <a:pt x="6584" y="2525"/>
                      <a:pt x="6250" y="1718"/>
                      <a:pt x="5655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5" y="1718"/>
                      <a:pt x="241" y="2525"/>
                      <a:pt x="241" y="3367"/>
                    </a:cubicBezTo>
                    <a:cubicBezTo>
                      <a:pt x="241" y="4208"/>
                      <a:pt x="575" y="5015"/>
                      <a:pt x="1170" y="5610"/>
                    </a:cubicBezTo>
                    <a:cubicBezTo>
                      <a:pt x="1765" y="6205"/>
                      <a:pt x="2572" y="6540"/>
                      <a:pt x="341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62" name="Freeform: Shape 5361">
                <a:extLst>
                  <a:ext uri="{FF2B5EF4-FFF2-40B4-BE49-F238E27FC236}">
                    <a16:creationId xmlns:a16="http://schemas.microsoft.com/office/drawing/2014/main" id="{2FE9C0D1-84A3-F4CB-62DB-50EC0A02125A}"/>
                  </a:ext>
                </a:extLst>
              </p:cNvPr>
              <p:cNvSpPr/>
              <p:nvPr/>
            </p:nvSpPr>
            <p:spPr>
              <a:xfrm>
                <a:off x="3906632" y="5971212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6 h 6345"/>
                  <a:gd name="connsiteX5" fmla="*/ 1170 w 6343"/>
                  <a:gd name="connsiteY5" fmla="*/ 1126 h 6345"/>
                  <a:gd name="connsiteX6" fmla="*/ 241 w 6343"/>
                  <a:gd name="connsiteY6" fmla="*/ 3369 h 6345"/>
                  <a:gd name="connsiteX7" fmla="*/ 1170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50" y="5018"/>
                      <a:pt x="6584" y="4210"/>
                      <a:pt x="6584" y="3369"/>
                    </a:cubicBezTo>
                    <a:cubicBezTo>
                      <a:pt x="6584" y="2528"/>
                      <a:pt x="6250" y="1721"/>
                      <a:pt x="5655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70" y="1126"/>
                    </a:cubicBezTo>
                    <a:cubicBezTo>
                      <a:pt x="575" y="1721"/>
                      <a:pt x="241" y="2528"/>
                      <a:pt x="241" y="3369"/>
                    </a:cubicBezTo>
                    <a:cubicBezTo>
                      <a:pt x="241" y="4210"/>
                      <a:pt x="575" y="5018"/>
                      <a:pt x="1170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63" name="Freeform: Shape 5362">
                <a:extLst>
                  <a:ext uri="{FF2B5EF4-FFF2-40B4-BE49-F238E27FC236}">
                    <a16:creationId xmlns:a16="http://schemas.microsoft.com/office/drawing/2014/main" id="{9D6299C1-4AD7-CFA0-F8AA-D4A4719C4A7E}"/>
                  </a:ext>
                </a:extLst>
              </p:cNvPr>
              <p:cNvSpPr/>
              <p:nvPr/>
            </p:nvSpPr>
            <p:spPr>
              <a:xfrm>
                <a:off x="3905042" y="5970355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6 h 6345"/>
                  <a:gd name="connsiteX5" fmla="*/ 1170 w 6343"/>
                  <a:gd name="connsiteY5" fmla="*/ 1126 h 6345"/>
                  <a:gd name="connsiteX6" fmla="*/ 241 w 6343"/>
                  <a:gd name="connsiteY6" fmla="*/ 3369 h 6345"/>
                  <a:gd name="connsiteX7" fmla="*/ 1170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50" y="5017"/>
                      <a:pt x="6584" y="4210"/>
                      <a:pt x="6584" y="3369"/>
                    </a:cubicBezTo>
                    <a:cubicBezTo>
                      <a:pt x="6584" y="2528"/>
                      <a:pt x="6250" y="1721"/>
                      <a:pt x="5655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70" y="1126"/>
                    </a:cubicBezTo>
                    <a:cubicBezTo>
                      <a:pt x="575" y="1721"/>
                      <a:pt x="241" y="2528"/>
                      <a:pt x="241" y="3369"/>
                    </a:cubicBezTo>
                    <a:cubicBezTo>
                      <a:pt x="241" y="4210"/>
                      <a:pt x="575" y="5017"/>
                      <a:pt x="1170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64" name="Freeform: Shape 5363">
                <a:extLst>
                  <a:ext uri="{FF2B5EF4-FFF2-40B4-BE49-F238E27FC236}">
                    <a16:creationId xmlns:a16="http://schemas.microsoft.com/office/drawing/2014/main" id="{D2E734C3-DC3D-C457-1E95-BDB232664BCF}"/>
                  </a:ext>
                </a:extLst>
              </p:cNvPr>
              <p:cNvSpPr/>
              <p:nvPr/>
            </p:nvSpPr>
            <p:spPr>
              <a:xfrm>
                <a:off x="3903476" y="5969580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1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8"/>
                      <a:pt x="6249" y="1720"/>
                      <a:pt x="5655" y="1125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69" y="1125"/>
                    </a:cubicBezTo>
                    <a:cubicBezTo>
                      <a:pt x="575" y="1720"/>
                      <a:pt x="241" y="2528"/>
                      <a:pt x="241" y="3369"/>
                    </a:cubicBezTo>
                    <a:cubicBezTo>
                      <a:pt x="241" y="4210"/>
                      <a:pt x="575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65" name="Freeform: Shape 5364">
                <a:extLst>
                  <a:ext uri="{FF2B5EF4-FFF2-40B4-BE49-F238E27FC236}">
                    <a16:creationId xmlns:a16="http://schemas.microsoft.com/office/drawing/2014/main" id="{D47BD087-30A5-5F68-3F9F-19B84117BD50}"/>
                  </a:ext>
                </a:extLst>
              </p:cNvPr>
              <p:cNvSpPr/>
              <p:nvPr/>
            </p:nvSpPr>
            <p:spPr>
              <a:xfrm>
                <a:off x="3901978" y="5969255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7"/>
                      <a:pt x="6249" y="1720"/>
                      <a:pt x="5655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5" y="1720"/>
                      <a:pt x="240" y="2527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66" name="Freeform: Shape 5365">
                <a:extLst>
                  <a:ext uri="{FF2B5EF4-FFF2-40B4-BE49-F238E27FC236}">
                    <a16:creationId xmlns:a16="http://schemas.microsoft.com/office/drawing/2014/main" id="{CBE8CD37-43FE-15A0-B66C-12B75C66CBC7}"/>
                  </a:ext>
                </a:extLst>
              </p:cNvPr>
              <p:cNvSpPr/>
              <p:nvPr/>
            </p:nvSpPr>
            <p:spPr>
              <a:xfrm>
                <a:off x="3900496" y="5969013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5 h 6345"/>
                  <a:gd name="connsiteX4" fmla="*/ 3412 w 6343"/>
                  <a:gd name="connsiteY4" fmla="*/ 196 h 6345"/>
                  <a:gd name="connsiteX5" fmla="*/ 1169 w 6343"/>
                  <a:gd name="connsiteY5" fmla="*/ 1125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7"/>
                      <a:pt x="6249" y="1720"/>
                      <a:pt x="5654" y="1125"/>
                    </a:cubicBezTo>
                    <a:cubicBezTo>
                      <a:pt x="5060" y="530"/>
                      <a:pt x="4253" y="196"/>
                      <a:pt x="3412" y="196"/>
                    </a:cubicBezTo>
                    <a:cubicBezTo>
                      <a:pt x="2571" y="196"/>
                      <a:pt x="1764" y="530"/>
                      <a:pt x="1169" y="1125"/>
                    </a:cubicBezTo>
                    <a:cubicBezTo>
                      <a:pt x="574" y="1720"/>
                      <a:pt x="240" y="2527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67" name="Freeform: Shape 5366">
                <a:extLst>
                  <a:ext uri="{FF2B5EF4-FFF2-40B4-BE49-F238E27FC236}">
                    <a16:creationId xmlns:a16="http://schemas.microsoft.com/office/drawing/2014/main" id="{9C9C7C73-3433-30EC-D6A1-FE4D7E9D1FD9}"/>
                  </a:ext>
                </a:extLst>
              </p:cNvPr>
              <p:cNvSpPr/>
              <p:nvPr/>
            </p:nvSpPr>
            <p:spPr>
              <a:xfrm>
                <a:off x="3648079" y="5755068"/>
                <a:ext cx="6343" cy="6345"/>
              </a:xfrm>
              <a:custGeom>
                <a:avLst/>
                <a:gdLst>
                  <a:gd name="connsiteX0" fmla="*/ 3392 w 6343"/>
                  <a:gd name="connsiteY0" fmla="*/ 6525 h 6345"/>
                  <a:gd name="connsiteX1" fmla="*/ 5635 w 6343"/>
                  <a:gd name="connsiteY1" fmla="*/ 5595 h 6345"/>
                  <a:gd name="connsiteX2" fmla="*/ 6564 w 6343"/>
                  <a:gd name="connsiteY2" fmla="*/ 3352 h 6345"/>
                  <a:gd name="connsiteX3" fmla="*/ 5635 w 6343"/>
                  <a:gd name="connsiteY3" fmla="*/ 1109 h 6345"/>
                  <a:gd name="connsiteX4" fmla="*/ 3392 w 6343"/>
                  <a:gd name="connsiteY4" fmla="*/ 179 h 6345"/>
                  <a:gd name="connsiteX5" fmla="*/ 1149 w 6343"/>
                  <a:gd name="connsiteY5" fmla="*/ 1109 h 6345"/>
                  <a:gd name="connsiteX6" fmla="*/ 220 w 6343"/>
                  <a:gd name="connsiteY6" fmla="*/ 3352 h 6345"/>
                  <a:gd name="connsiteX7" fmla="*/ 1149 w 6343"/>
                  <a:gd name="connsiteY7" fmla="*/ 5595 h 6345"/>
                  <a:gd name="connsiteX8" fmla="*/ 3392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5"/>
                    </a:moveTo>
                    <a:cubicBezTo>
                      <a:pt x="4233" y="6525"/>
                      <a:pt x="5040" y="6190"/>
                      <a:pt x="5635" y="5595"/>
                    </a:cubicBezTo>
                    <a:cubicBezTo>
                      <a:pt x="6229" y="5000"/>
                      <a:pt x="6564" y="4193"/>
                      <a:pt x="6564" y="3352"/>
                    </a:cubicBezTo>
                    <a:cubicBezTo>
                      <a:pt x="6564" y="2511"/>
                      <a:pt x="6229" y="1704"/>
                      <a:pt x="5635" y="1109"/>
                    </a:cubicBezTo>
                    <a:cubicBezTo>
                      <a:pt x="5040" y="514"/>
                      <a:pt x="4233" y="179"/>
                      <a:pt x="3392" y="179"/>
                    </a:cubicBezTo>
                    <a:cubicBezTo>
                      <a:pt x="2551" y="179"/>
                      <a:pt x="1744" y="514"/>
                      <a:pt x="1149" y="1109"/>
                    </a:cubicBezTo>
                    <a:cubicBezTo>
                      <a:pt x="555" y="1704"/>
                      <a:pt x="220" y="2511"/>
                      <a:pt x="220" y="3352"/>
                    </a:cubicBezTo>
                    <a:cubicBezTo>
                      <a:pt x="220" y="4193"/>
                      <a:pt x="555" y="5000"/>
                      <a:pt x="1149" y="5595"/>
                    </a:cubicBezTo>
                    <a:cubicBezTo>
                      <a:pt x="1744" y="6190"/>
                      <a:pt x="2551" y="6525"/>
                      <a:pt x="3392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68" name="Freeform: Shape 5367">
                <a:extLst>
                  <a:ext uri="{FF2B5EF4-FFF2-40B4-BE49-F238E27FC236}">
                    <a16:creationId xmlns:a16="http://schemas.microsoft.com/office/drawing/2014/main" id="{72663BAF-BA78-09A0-AC63-52217450DF4F}"/>
                  </a:ext>
                </a:extLst>
              </p:cNvPr>
              <p:cNvSpPr/>
              <p:nvPr/>
            </p:nvSpPr>
            <p:spPr>
              <a:xfrm>
                <a:off x="3652915" y="5753290"/>
                <a:ext cx="6343" cy="6345"/>
              </a:xfrm>
              <a:custGeom>
                <a:avLst/>
                <a:gdLst>
                  <a:gd name="connsiteX0" fmla="*/ 3392 w 6343"/>
                  <a:gd name="connsiteY0" fmla="*/ 6525 h 6345"/>
                  <a:gd name="connsiteX1" fmla="*/ 5635 w 6343"/>
                  <a:gd name="connsiteY1" fmla="*/ 5595 h 6345"/>
                  <a:gd name="connsiteX2" fmla="*/ 6564 w 6343"/>
                  <a:gd name="connsiteY2" fmla="*/ 3352 h 6345"/>
                  <a:gd name="connsiteX3" fmla="*/ 5635 w 6343"/>
                  <a:gd name="connsiteY3" fmla="*/ 1108 h 6345"/>
                  <a:gd name="connsiteX4" fmla="*/ 3392 w 6343"/>
                  <a:gd name="connsiteY4" fmla="*/ 179 h 6345"/>
                  <a:gd name="connsiteX5" fmla="*/ 1150 w 6343"/>
                  <a:gd name="connsiteY5" fmla="*/ 1108 h 6345"/>
                  <a:gd name="connsiteX6" fmla="*/ 221 w 6343"/>
                  <a:gd name="connsiteY6" fmla="*/ 3352 h 6345"/>
                  <a:gd name="connsiteX7" fmla="*/ 1150 w 6343"/>
                  <a:gd name="connsiteY7" fmla="*/ 5595 h 6345"/>
                  <a:gd name="connsiteX8" fmla="*/ 3392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5"/>
                    </a:moveTo>
                    <a:cubicBezTo>
                      <a:pt x="4233" y="6525"/>
                      <a:pt x="5040" y="6190"/>
                      <a:pt x="5635" y="5595"/>
                    </a:cubicBezTo>
                    <a:cubicBezTo>
                      <a:pt x="6230" y="5000"/>
                      <a:pt x="6564" y="4193"/>
                      <a:pt x="6564" y="3352"/>
                    </a:cubicBezTo>
                    <a:cubicBezTo>
                      <a:pt x="6564" y="2510"/>
                      <a:pt x="6230" y="1703"/>
                      <a:pt x="5635" y="1108"/>
                    </a:cubicBezTo>
                    <a:cubicBezTo>
                      <a:pt x="5040" y="513"/>
                      <a:pt x="4233" y="179"/>
                      <a:pt x="3392" y="179"/>
                    </a:cubicBezTo>
                    <a:cubicBezTo>
                      <a:pt x="2551" y="179"/>
                      <a:pt x="1744" y="513"/>
                      <a:pt x="1150" y="1108"/>
                    </a:cubicBezTo>
                    <a:cubicBezTo>
                      <a:pt x="555" y="1703"/>
                      <a:pt x="221" y="2510"/>
                      <a:pt x="221" y="3352"/>
                    </a:cubicBezTo>
                    <a:cubicBezTo>
                      <a:pt x="221" y="4193"/>
                      <a:pt x="555" y="5000"/>
                      <a:pt x="1150" y="5595"/>
                    </a:cubicBezTo>
                    <a:cubicBezTo>
                      <a:pt x="1744" y="6190"/>
                      <a:pt x="2551" y="6525"/>
                      <a:pt x="3392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69" name="Freeform: Shape 5368">
                <a:extLst>
                  <a:ext uri="{FF2B5EF4-FFF2-40B4-BE49-F238E27FC236}">
                    <a16:creationId xmlns:a16="http://schemas.microsoft.com/office/drawing/2014/main" id="{B86DA1F9-DCB7-69E6-CF3B-64976D2DC394}"/>
                  </a:ext>
                </a:extLst>
              </p:cNvPr>
              <p:cNvSpPr/>
              <p:nvPr/>
            </p:nvSpPr>
            <p:spPr>
              <a:xfrm>
                <a:off x="3653552" y="5751883"/>
                <a:ext cx="6343" cy="6345"/>
              </a:xfrm>
              <a:custGeom>
                <a:avLst/>
                <a:gdLst>
                  <a:gd name="connsiteX0" fmla="*/ 3392 w 6343"/>
                  <a:gd name="connsiteY0" fmla="*/ 6524 h 6345"/>
                  <a:gd name="connsiteX1" fmla="*/ 5635 w 6343"/>
                  <a:gd name="connsiteY1" fmla="*/ 5595 h 6345"/>
                  <a:gd name="connsiteX2" fmla="*/ 6564 w 6343"/>
                  <a:gd name="connsiteY2" fmla="*/ 3352 h 6345"/>
                  <a:gd name="connsiteX3" fmla="*/ 5635 w 6343"/>
                  <a:gd name="connsiteY3" fmla="*/ 1108 h 6345"/>
                  <a:gd name="connsiteX4" fmla="*/ 3392 w 6343"/>
                  <a:gd name="connsiteY4" fmla="*/ 179 h 6345"/>
                  <a:gd name="connsiteX5" fmla="*/ 1150 w 6343"/>
                  <a:gd name="connsiteY5" fmla="*/ 1108 h 6345"/>
                  <a:gd name="connsiteX6" fmla="*/ 221 w 6343"/>
                  <a:gd name="connsiteY6" fmla="*/ 3352 h 6345"/>
                  <a:gd name="connsiteX7" fmla="*/ 1150 w 6343"/>
                  <a:gd name="connsiteY7" fmla="*/ 5595 h 6345"/>
                  <a:gd name="connsiteX8" fmla="*/ 339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4"/>
                    </a:moveTo>
                    <a:cubicBezTo>
                      <a:pt x="4233" y="6524"/>
                      <a:pt x="5040" y="6190"/>
                      <a:pt x="5635" y="5595"/>
                    </a:cubicBezTo>
                    <a:cubicBezTo>
                      <a:pt x="6230" y="5000"/>
                      <a:pt x="6564" y="4193"/>
                      <a:pt x="6564" y="3352"/>
                    </a:cubicBezTo>
                    <a:cubicBezTo>
                      <a:pt x="6564" y="2510"/>
                      <a:pt x="6230" y="1703"/>
                      <a:pt x="5635" y="1108"/>
                    </a:cubicBezTo>
                    <a:cubicBezTo>
                      <a:pt x="5040" y="513"/>
                      <a:pt x="4233" y="179"/>
                      <a:pt x="3392" y="179"/>
                    </a:cubicBezTo>
                    <a:cubicBezTo>
                      <a:pt x="2551" y="179"/>
                      <a:pt x="1744" y="513"/>
                      <a:pt x="1150" y="1108"/>
                    </a:cubicBezTo>
                    <a:cubicBezTo>
                      <a:pt x="555" y="1703"/>
                      <a:pt x="221" y="2510"/>
                      <a:pt x="221" y="3352"/>
                    </a:cubicBezTo>
                    <a:cubicBezTo>
                      <a:pt x="221" y="4193"/>
                      <a:pt x="555" y="5000"/>
                      <a:pt x="1150" y="5595"/>
                    </a:cubicBezTo>
                    <a:cubicBezTo>
                      <a:pt x="1744" y="6190"/>
                      <a:pt x="2551" y="6524"/>
                      <a:pt x="339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70" name="Freeform: Shape 5369">
                <a:extLst>
                  <a:ext uri="{FF2B5EF4-FFF2-40B4-BE49-F238E27FC236}">
                    <a16:creationId xmlns:a16="http://schemas.microsoft.com/office/drawing/2014/main" id="{D611944A-8E6D-CD6A-0C7A-C045600C57A0}"/>
                  </a:ext>
                </a:extLst>
              </p:cNvPr>
              <p:cNvSpPr/>
              <p:nvPr/>
            </p:nvSpPr>
            <p:spPr>
              <a:xfrm>
                <a:off x="3654429" y="5750470"/>
                <a:ext cx="6343" cy="6345"/>
              </a:xfrm>
              <a:custGeom>
                <a:avLst/>
                <a:gdLst>
                  <a:gd name="connsiteX0" fmla="*/ 3392 w 6343"/>
                  <a:gd name="connsiteY0" fmla="*/ 6524 h 6345"/>
                  <a:gd name="connsiteX1" fmla="*/ 5635 w 6343"/>
                  <a:gd name="connsiteY1" fmla="*/ 5595 h 6345"/>
                  <a:gd name="connsiteX2" fmla="*/ 6564 w 6343"/>
                  <a:gd name="connsiteY2" fmla="*/ 3352 h 6345"/>
                  <a:gd name="connsiteX3" fmla="*/ 5635 w 6343"/>
                  <a:gd name="connsiteY3" fmla="*/ 1108 h 6345"/>
                  <a:gd name="connsiteX4" fmla="*/ 3392 w 6343"/>
                  <a:gd name="connsiteY4" fmla="*/ 179 h 6345"/>
                  <a:gd name="connsiteX5" fmla="*/ 1150 w 6343"/>
                  <a:gd name="connsiteY5" fmla="*/ 1108 h 6345"/>
                  <a:gd name="connsiteX6" fmla="*/ 221 w 6343"/>
                  <a:gd name="connsiteY6" fmla="*/ 3352 h 6345"/>
                  <a:gd name="connsiteX7" fmla="*/ 1150 w 6343"/>
                  <a:gd name="connsiteY7" fmla="*/ 5595 h 6345"/>
                  <a:gd name="connsiteX8" fmla="*/ 339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4"/>
                    </a:moveTo>
                    <a:cubicBezTo>
                      <a:pt x="4234" y="6524"/>
                      <a:pt x="5040" y="6190"/>
                      <a:pt x="5635" y="5595"/>
                    </a:cubicBezTo>
                    <a:cubicBezTo>
                      <a:pt x="6230" y="5000"/>
                      <a:pt x="6564" y="4193"/>
                      <a:pt x="6564" y="3352"/>
                    </a:cubicBezTo>
                    <a:cubicBezTo>
                      <a:pt x="6564" y="2510"/>
                      <a:pt x="6230" y="1703"/>
                      <a:pt x="5635" y="1108"/>
                    </a:cubicBezTo>
                    <a:cubicBezTo>
                      <a:pt x="5040" y="513"/>
                      <a:pt x="4234" y="179"/>
                      <a:pt x="3392" y="179"/>
                    </a:cubicBezTo>
                    <a:cubicBezTo>
                      <a:pt x="2551" y="179"/>
                      <a:pt x="1745" y="513"/>
                      <a:pt x="1150" y="1108"/>
                    </a:cubicBezTo>
                    <a:cubicBezTo>
                      <a:pt x="555" y="1703"/>
                      <a:pt x="221" y="2510"/>
                      <a:pt x="221" y="3352"/>
                    </a:cubicBezTo>
                    <a:cubicBezTo>
                      <a:pt x="221" y="4193"/>
                      <a:pt x="555" y="5000"/>
                      <a:pt x="1150" y="5595"/>
                    </a:cubicBezTo>
                    <a:cubicBezTo>
                      <a:pt x="1745" y="6190"/>
                      <a:pt x="2551" y="6524"/>
                      <a:pt x="339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71" name="Freeform: Shape 5370">
                <a:extLst>
                  <a:ext uri="{FF2B5EF4-FFF2-40B4-BE49-F238E27FC236}">
                    <a16:creationId xmlns:a16="http://schemas.microsoft.com/office/drawing/2014/main" id="{9FFB3B28-F858-9394-8BD3-6C79C4718481}"/>
                  </a:ext>
                </a:extLst>
              </p:cNvPr>
              <p:cNvSpPr/>
              <p:nvPr/>
            </p:nvSpPr>
            <p:spPr>
              <a:xfrm>
                <a:off x="3655129" y="5749079"/>
                <a:ext cx="6343" cy="6345"/>
              </a:xfrm>
              <a:custGeom>
                <a:avLst/>
                <a:gdLst>
                  <a:gd name="connsiteX0" fmla="*/ 3393 w 6343"/>
                  <a:gd name="connsiteY0" fmla="*/ 6524 h 6345"/>
                  <a:gd name="connsiteX1" fmla="*/ 5635 w 6343"/>
                  <a:gd name="connsiteY1" fmla="*/ 5595 h 6345"/>
                  <a:gd name="connsiteX2" fmla="*/ 6564 w 6343"/>
                  <a:gd name="connsiteY2" fmla="*/ 3352 h 6345"/>
                  <a:gd name="connsiteX3" fmla="*/ 5635 w 6343"/>
                  <a:gd name="connsiteY3" fmla="*/ 1108 h 6345"/>
                  <a:gd name="connsiteX4" fmla="*/ 3393 w 6343"/>
                  <a:gd name="connsiteY4" fmla="*/ 179 h 6345"/>
                  <a:gd name="connsiteX5" fmla="*/ 1150 w 6343"/>
                  <a:gd name="connsiteY5" fmla="*/ 1108 h 6345"/>
                  <a:gd name="connsiteX6" fmla="*/ 221 w 6343"/>
                  <a:gd name="connsiteY6" fmla="*/ 3352 h 6345"/>
                  <a:gd name="connsiteX7" fmla="*/ 1150 w 6343"/>
                  <a:gd name="connsiteY7" fmla="*/ 5595 h 6345"/>
                  <a:gd name="connsiteX8" fmla="*/ 3393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24"/>
                    </a:moveTo>
                    <a:cubicBezTo>
                      <a:pt x="4234" y="6524"/>
                      <a:pt x="5040" y="6190"/>
                      <a:pt x="5635" y="5595"/>
                    </a:cubicBezTo>
                    <a:cubicBezTo>
                      <a:pt x="6230" y="5000"/>
                      <a:pt x="6564" y="4193"/>
                      <a:pt x="6564" y="3352"/>
                    </a:cubicBezTo>
                    <a:cubicBezTo>
                      <a:pt x="6564" y="2510"/>
                      <a:pt x="6230" y="1703"/>
                      <a:pt x="5635" y="1108"/>
                    </a:cubicBezTo>
                    <a:cubicBezTo>
                      <a:pt x="5040" y="513"/>
                      <a:pt x="4234" y="179"/>
                      <a:pt x="3393" y="179"/>
                    </a:cubicBezTo>
                    <a:cubicBezTo>
                      <a:pt x="2551" y="179"/>
                      <a:pt x="1745" y="513"/>
                      <a:pt x="1150" y="1108"/>
                    </a:cubicBezTo>
                    <a:cubicBezTo>
                      <a:pt x="555" y="1703"/>
                      <a:pt x="221" y="2510"/>
                      <a:pt x="221" y="3352"/>
                    </a:cubicBezTo>
                    <a:cubicBezTo>
                      <a:pt x="221" y="4193"/>
                      <a:pt x="555" y="5000"/>
                      <a:pt x="1150" y="5595"/>
                    </a:cubicBezTo>
                    <a:cubicBezTo>
                      <a:pt x="1745" y="6190"/>
                      <a:pt x="2551" y="6524"/>
                      <a:pt x="3393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72" name="Freeform: Shape 5371">
                <a:extLst>
                  <a:ext uri="{FF2B5EF4-FFF2-40B4-BE49-F238E27FC236}">
                    <a16:creationId xmlns:a16="http://schemas.microsoft.com/office/drawing/2014/main" id="{BB91F3E8-85CF-7F81-C0AF-D78D0A8F7B6E}"/>
                  </a:ext>
                </a:extLst>
              </p:cNvPr>
              <p:cNvSpPr/>
              <p:nvPr/>
            </p:nvSpPr>
            <p:spPr>
              <a:xfrm>
                <a:off x="3654958" y="5747746"/>
                <a:ext cx="6343" cy="6345"/>
              </a:xfrm>
              <a:custGeom>
                <a:avLst/>
                <a:gdLst>
                  <a:gd name="connsiteX0" fmla="*/ 3392 w 6343"/>
                  <a:gd name="connsiteY0" fmla="*/ 6524 h 6345"/>
                  <a:gd name="connsiteX1" fmla="*/ 5635 w 6343"/>
                  <a:gd name="connsiteY1" fmla="*/ 5595 h 6345"/>
                  <a:gd name="connsiteX2" fmla="*/ 6564 w 6343"/>
                  <a:gd name="connsiteY2" fmla="*/ 3351 h 6345"/>
                  <a:gd name="connsiteX3" fmla="*/ 5635 w 6343"/>
                  <a:gd name="connsiteY3" fmla="*/ 1108 h 6345"/>
                  <a:gd name="connsiteX4" fmla="*/ 3392 w 6343"/>
                  <a:gd name="connsiteY4" fmla="*/ 179 h 6345"/>
                  <a:gd name="connsiteX5" fmla="*/ 1150 w 6343"/>
                  <a:gd name="connsiteY5" fmla="*/ 1108 h 6345"/>
                  <a:gd name="connsiteX6" fmla="*/ 221 w 6343"/>
                  <a:gd name="connsiteY6" fmla="*/ 3351 h 6345"/>
                  <a:gd name="connsiteX7" fmla="*/ 1150 w 6343"/>
                  <a:gd name="connsiteY7" fmla="*/ 5595 h 6345"/>
                  <a:gd name="connsiteX8" fmla="*/ 339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4"/>
                    </a:moveTo>
                    <a:cubicBezTo>
                      <a:pt x="4234" y="6524"/>
                      <a:pt x="5040" y="6190"/>
                      <a:pt x="5635" y="5595"/>
                    </a:cubicBezTo>
                    <a:cubicBezTo>
                      <a:pt x="6230" y="5000"/>
                      <a:pt x="6564" y="4193"/>
                      <a:pt x="6564" y="3351"/>
                    </a:cubicBezTo>
                    <a:cubicBezTo>
                      <a:pt x="6564" y="2510"/>
                      <a:pt x="6230" y="1703"/>
                      <a:pt x="5635" y="1108"/>
                    </a:cubicBezTo>
                    <a:cubicBezTo>
                      <a:pt x="5040" y="513"/>
                      <a:pt x="4234" y="179"/>
                      <a:pt x="3392" y="179"/>
                    </a:cubicBezTo>
                    <a:cubicBezTo>
                      <a:pt x="2551" y="179"/>
                      <a:pt x="1745" y="513"/>
                      <a:pt x="1150" y="1108"/>
                    </a:cubicBezTo>
                    <a:cubicBezTo>
                      <a:pt x="555" y="1703"/>
                      <a:pt x="221" y="2510"/>
                      <a:pt x="221" y="3351"/>
                    </a:cubicBezTo>
                    <a:cubicBezTo>
                      <a:pt x="221" y="4193"/>
                      <a:pt x="555" y="5000"/>
                      <a:pt x="1150" y="5595"/>
                    </a:cubicBezTo>
                    <a:cubicBezTo>
                      <a:pt x="1745" y="6190"/>
                      <a:pt x="2551" y="6524"/>
                      <a:pt x="339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73" name="Freeform: Shape 5372">
                <a:extLst>
                  <a:ext uri="{FF2B5EF4-FFF2-40B4-BE49-F238E27FC236}">
                    <a16:creationId xmlns:a16="http://schemas.microsoft.com/office/drawing/2014/main" id="{9A41EAC3-EA4C-E528-F661-F20DF84F394E}"/>
                  </a:ext>
                </a:extLst>
              </p:cNvPr>
              <p:cNvSpPr/>
              <p:nvPr/>
            </p:nvSpPr>
            <p:spPr>
              <a:xfrm>
                <a:off x="3654007" y="5746450"/>
                <a:ext cx="6343" cy="6345"/>
              </a:xfrm>
              <a:custGeom>
                <a:avLst/>
                <a:gdLst>
                  <a:gd name="connsiteX0" fmla="*/ 3392 w 6343"/>
                  <a:gd name="connsiteY0" fmla="*/ 6524 h 6345"/>
                  <a:gd name="connsiteX1" fmla="*/ 5635 w 6343"/>
                  <a:gd name="connsiteY1" fmla="*/ 5595 h 6345"/>
                  <a:gd name="connsiteX2" fmla="*/ 6564 w 6343"/>
                  <a:gd name="connsiteY2" fmla="*/ 3351 h 6345"/>
                  <a:gd name="connsiteX3" fmla="*/ 5635 w 6343"/>
                  <a:gd name="connsiteY3" fmla="*/ 1108 h 6345"/>
                  <a:gd name="connsiteX4" fmla="*/ 3392 w 6343"/>
                  <a:gd name="connsiteY4" fmla="*/ 179 h 6345"/>
                  <a:gd name="connsiteX5" fmla="*/ 1150 w 6343"/>
                  <a:gd name="connsiteY5" fmla="*/ 1108 h 6345"/>
                  <a:gd name="connsiteX6" fmla="*/ 221 w 6343"/>
                  <a:gd name="connsiteY6" fmla="*/ 3351 h 6345"/>
                  <a:gd name="connsiteX7" fmla="*/ 1150 w 6343"/>
                  <a:gd name="connsiteY7" fmla="*/ 5595 h 6345"/>
                  <a:gd name="connsiteX8" fmla="*/ 339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4"/>
                    </a:moveTo>
                    <a:cubicBezTo>
                      <a:pt x="4234" y="6524"/>
                      <a:pt x="5040" y="6190"/>
                      <a:pt x="5635" y="5595"/>
                    </a:cubicBezTo>
                    <a:cubicBezTo>
                      <a:pt x="6230" y="5000"/>
                      <a:pt x="6564" y="4193"/>
                      <a:pt x="6564" y="3351"/>
                    </a:cubicBezTo>
                    <a:cubicBezTo>
                      <a:pt x="6564" y="2510"/>
                      <a:pt x="6230" y="1703"/>
                      <a:pt x="5635" y="1108"/>
                    </a:cubicBezTo>
                    <a:cubicBezTo>
                      <a:pt x="5040" y="513"/>
                      <a:pt x="4234" y="179"/>
                      <a:pt x="3392" y="179"/>
                    </a:cubicBezTo>
                    <a:cubicBezTo>
                      <a:pt x="2551" y="179"/>
                      <a:pt x="1745" y="513"/>
                      <a:pt x="1150" y="1108"/>
                    </a:cubicBezTo>
                    <a:cubicBezTo>
                      <a:pt x="555" y="1703"/>
                      <a:pt x="221" y="2510"/>
                      <a:pt x="221" y="3351"/>
                    </a:cubicBezTo>
                    <a:cubicBezTo>
                      <a:pt x="221" y="4193"/>
                      <a:pt x="555" y="5000"/>
                      <a:pt x="1150" y="5595"/>
                    </a:cubicBezTo>
                    <a:cubicBezTo>
                      <a:pt x="1745" y="6190"/>
                      <a:pt x="2551" y="6524"/>
                      <a:pt x="339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74" name="Freeform: Shape 5373">
                <a:extLst>
                  <a:ext uri="{FF2B5EF4-FFF2-40B4-BE49-F238E27FC236}">
                    <a16:creationId xmlns:a16="http://schemas.microsoft.com/office/drawing/2014/main" id="{A1F89AC7-0977-55A0-DB21-6DF0247EB99E}"/>
                  </a:ext>
                </a:extLst>
              </p:cNvPr>
              <p:cNvSpPr/>
              <p:nvPr/>
            </p:nvSpPr>
            <p:spPr>
              <a:xfrm>
                <a:off x="3653016" y="5745145"/>
                <a:ext cx="6343" cy="6345"/>
              </a:xfrm>
              <a:custGeom>
                <a:avLst/>
                <a:gdLst>
                  <a:gd name="connsiteX0" fmla="*/ 3392 w 6343"/>
                  <a:gd name="connsiteY0" fmla="*/ 6524 h 6345"/>
                  <a:gd name="connsiteX1" fmla="*/ 5635 w 6343"/>
                  <a:gd name="connsiteY1" fmla="*/ 5595 h 6345"/>
                  <a:gd name="connsiteX2" fmla="*/ 6564 w 6343"/>
                  <a:gd name="connsiteY2" fmla="*/ 3351 h 6345"/>
                  <a:gd name="connsiteX3" fmla="*/ 5635 w 6343"/>
                  <a:gd name="connsiteY3" fmla="*/ 1108 h 6345"/>
                  <a:gd name="connsiteX4" fmla="*/ 3392 w 6343"/>
                  <a:gd name="connsiteY4" fmla="*/ 179 h 6345"/>
                  <a:gd name="connsiteX5" fmla="*/ 1150 w 6343"/>
                  <a:gd name="connsiteY5" fmla="*/ 1108 h 6345"/>
                  <a:gd name="connsiteX6" fmla="*/ 221 w 6343"/>
                  <a:gd name="connsiteY6" fmla="*/ 3351 h 6345"/>
                  <a:gd name="connsiteX7" fmla="*/ 1150 w 6343"/>
                  <a:gd name="connsiteY7" fmla="*/ 5595 h 6345"/>
                  <a:gd name="connsiteX8" fmla="*/ 339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4"/>
                    </a:moveTo>
                    <a:cubicBezTo>
                      <a:pt x="4233" y="6524"/>
                      <a:pt x="5040" y="6190"/>
                      <a:pt x="5635" y="5595"/>
                    </a:cubicBezTo>
                    <a:cubicBezTo>
                      <a:pt x="6230" y="5000"/>
                      <a:pt x="6564" y="4193"/>
                      <a:pt x="6564" y="3351"/>
                    </a:cubicBezTo>
                    <a:cubicBezTo>
                      <a:pt x="6564" y="2510"/>
                      <a:pt x="6230" y="1703"/>
                      <a:pt x="5635" y="1108"/>
                    </a:cubicBezTo>
                    <a:cubicBezTo>
                      <a:pt x="5040" y="513"/>
                      <a:pt x="4233" y="179"/>
                      <a:pt x="3392" y="179"/>
                    </a:cubicBezTo>
                    <a:cubicBezTo>
                      <a:pt x="2551" y="179"/>
                      <a:pt x="1744" y="513"/>
                      <a:pt x="1150" y="1108"/>
                    </a:cubicBezTo>
                    <a:cubicBezTo>
                      <a:pt x="555" y="1703"/>
                      <a:pt x="221" y="2510"/>
                      <a:pt x="221" y="3351"/>
                    </a:cubicBezTo>
                    <a:cubicBezTo>
                      <a:pt x="221" y="4193"/>
                      <a:pt x="555" y="5000"/>
                      <a:pt x="1150" y="5595"/>
                    </a:cubicBezTo>
                    <a:cubicBezTo>
                      <a:pt x="1744" y="6190"/>
                      <a:pt x="2551" y="6524"/>
                      <a:pt x="339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75" name="Freeform: Shape 5374">
                <a:extLst>
                  <a:ext uri="{FF2B5EF4-FFF2-40B4-BE49-F238E27FC236}">
                    <a16:creationId xmlns:a16="http://schemas.microsoft.com/office/drawing/2014/main" id="{E296771D-24ED-F326-08DA-79F02AA1B2C2}"/>
                  </a:ext>
                </a:extLst>
              </p:cNvPr>
              <p:cNvSpPr/>
              <p:nvPr/>
            </p:nvSpPr>
            <p:spPr>
              <a:xfrm>
                <a:off x="3652359" y="5743817"/>
                <a:ext cx="6343" cy="6345"/>
              </a:xfrm>
              <a:custGeom>
                <a:avLst/>
                <a:gdLst>
                  <a:gd name="connsiteX0" fmla="*/ 3392 w 6343"/>
                  <a:gd name="connsiteY0" fmla="*/ 6524 h 6345"/>
                  <a:gd name="connsiteX1" fmla="*/ 5635 w 6343"/>
                  <a:gd name="connsiteY1" fmla="*/ 5595 h 6345"/>
                  <a:gd name="connsiteX2" fmla="*/ 6564 w 6343"/>
                  <a:gd name="connsiteY2" fmla="*/ 3351 h 6345"/>
                  <a:gd name="connsiteX3" fmla="*/ 5635 w 6343"/>
                  <a:gd name="connsiteY3" fmla="*/ 1108 h 6345"/>
                  <a:gd name="connsiteX4" fmla="*/ 3392 w 6343"/>
                  <a:gd name="connsiteY4" fmla="*/ 178 h 6345"/>
                  <a:gd name="connsiteX5" fmla="*/ 1150 w 6343"/>
                  <a:gd name="connsiteY5" fmla="*/ 1108 h 6345"/>
                  <a:gd name="connsiteX6" fmla="*/ 221 w 6343"/>
                  <a:gd name="connsiteY6" fmla="*/ 3351 h 6345"/>
                  <a:gd name="connsiteX7" fmla="*/ 1150 w 6343"/>
                  <a:gd name="connsiteY7" fmla="*/ 5595 h 6345"/>
                  <a:gd name="connsiteX8" fmla="*/ 339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4"/>
                    </a:moveTo>
                    <a:cubicBezTo>
                      <a:pt x="4233" y="6524"/>
                      <a:pt x="5040" y="6190"/>
                      <a:pt x="5635" y="5595"/>
                    </a:cubicBezTo>
                    <a:cubicBezTo>
                      <a:pt x="6230" y="5000"/>
                      <a:pt x="6564" y="4193"/>
                      <a:pt x="6564" y="3351"/>
                    </a:cubicBezTo>
                    <a:cubicBezTo>
                      <a:pt x="6564" y="2510"/>
                      <a:pt x="6230" y="1703"/>
                      <a:pt x="5635" y="1108"/>
                    </a:cubicBezTo>
                    <a:cubicBezTo>
                      <a:pt x="5040" y="513"/>
                      <a:pt x="4233" y="178"/>
                      <a:pt x="3392" y="178"/>
                    </a:cubicBezTo>
                    <a:cubicBezTo>
                      <a:pt x="2551" y="178"/>
                      <a:pt x="1744" y="513"/>
                      <a:pt x="1150" y="1108"/>
                    </a:cubicBezTo>
                    <a:cubicBezTo>
                      <a:pt x="555" y="1703"/>
                      <a:pt x="221" y="2510"/>
                      <a:pt x="221" y="3351"/>
                    </a:cubicBezTo>
                    <a:cubicBezTo>
                      <a:pt x="221" y="4193"/>
                      <a:pt x="555" y="5000"/>
                      <a:pt x="1150" y="5595"/>
                    </a:cubicBezTo>
                    <a:cubicBezTo>
                      <a:pt x="1744" y="6190"/>
                      <a:pt x="2551" y="6524"/>
                      <a:pt x="339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76" name="Freeform: Shape 5375">
                <a:extLst>
                  <a:ext uri="{FF2B5EF4-FFF2-40B4-BE49-F238E27FC236}">
                    <a16:creationId xmlns:a16="http://schemas.microsoft.com/office/drawing/2014/main" id="{0BCE2E4A-1A51-CB2C-879F-0B7C02325EFA}"/>
                  </a:ext>
                </a:extLst>
              </p:cNvPr>
              <p:cNvSpPr/>
              <p:nvPr/>
            </p:nvSpPr>
            <p:spPr>
              <a:xfrm>
                <a:off x="3652777" y="5742447"/>
                <a:ext cx="6343" cy="6345"/>
              </a:xfrm>
              <a:custGeom>
                <a:avLst/>
                <a:gdLst>
                  <a:gd name="connsiteX0" fmla="*/ 3392 w 6343"/>
                  <a:gd name="connsiteY0" fmla="*/ 6524 h 6345"/>
                  <a:gd name="connsiteX1" fmla="*/ 5635 w 6343"/>
                  <a:gd name="connsiteY1" fmla="*/ 5594 h 6345"/>
                  <a:gd name="connsiteX2" fmla="*/ 6564 w 6343"/>
                  <a:gd name="connsiteY2" fmla="*/ 3351 h 6345"/>
                  <a:gd name="connsiteX3" fmla="*/ 5635 w 6343"/>
                  <a:gd name="connsiteY3" fmla="*/ 1108 h 6345"/>
                  <a:gd name="connsiteX4" fmla="*/ 3392 w 6343"/>
                  <a:gd name="connsiteY4" fmla="*/ 178 h 6345"/>
                  <a:gd name="connsiteX5" fmla="*/ 1150 w 6343"/>
                  <a:gd name="connsiteY5" fmla="*/ 1108 h 6345"/>
                  <a:gd name="connsiteX6" fmla="*/ 221 w 6343"/>
                  <a:gd name="connsiteY6" fmla="*/ 3351 h 6345"/>
                  <a:gd name="connsiteX7" fmla="*/ 1150 w 6343"/>
                  <a:gd name="connsiteY7" fmla="*/ 5594 h 6345"/>
                  <a:gd name="connsiteX8" fmla="*/ 339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4"/>
                    </a:moveTo>
                    <a:cubicBezTo>
                      <a:pt x="4233" y="6524"/>
                      <a:pt x="5040" y="6189"/>
                      <a:pt x="5635" y="5594"/>
                    </a:cubicBezTo>
                    <a:cubicBezTo>
                      <a:pt x="6230" y="4999"/>
                      <a:pt x="6564" y="4192"/>
                      <a:pt x="6564" y="3351"/>
                    </a:cubicBezTo>
                    <a:cubicBezTo>
                      <a:pt x="6564" y="2510"/>
                      <a:pt x="6230" y="1703"/>
                      <a:pt x="5635" y="1108"/>
                    </a:cubicBezTo>
                    <a:cubicBezTo>
                      <a:pt x="5040" y="513"/>
                      <a:pt x="4233" y="178"/>
                      <a:pt x="3392" y="178"/>
                    </a:cubicBezTo>
                    <a:cubicBezTo>
                      <a:pt x="2551" y="178"/>
                      <a:pt x="1744" y="513"/>
                      <a:pt x="1150" y="1108"/>
                    </a:cubicBezTo>
                    <a:cubicBezTo>
                      <a:pt x="555" y="1703"/>
                      <a:pt x="221" y="2510"/>
                      <a:pt x="221" y="3351"/>
                    </a:cubicBezTo>
                    <a:cubicBezTo>
                      <a:pt x="221" y="4192"/>
                      <a:pt x="555" y="4999"/>
                      <a:pt x="1150" y="5594"/>
                    </a:cubicBezTo>
                    <a:cubicBezTo>
                      <a:pt x="1744" y="6189"/>
                      <a:pt x="2551" y="6524"/>
                      <a:pt x="339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77" name="Freeform: Shape 5376">
                <a:extLst>
                  <a:ext uri="{FF2B5EF4-FFF2-40B4-BE49-F238E27FC236}">
                    <a16:creationId xmlns:a16="http://schemas.microsoft.com/office/drawing/2014/main" id="{911A5952-C76C-0008-9E76-B5C5738401DC}"/>
                  </a:ext>
                </a:extLst>
              </p:cNvPr>
              <p:cNvSpPr/>
              <p:nvPr/>
            </p:nvSpPr>
            <p:spPr>
              <a:xfrm>
                <a:off x="3652924" y="5741090"/>
                <a:ext cx="6343" cy="6345"/>
              </a:xfrm>
              <a:custGeom>
                <a:avLst/>
                <a:gdLst>
                  <a:gd name="connsiteX0" fmla="*/ 3392 w 6343"/>
                  <a:gd name="connsiteY0" fmla="*/ 6524 h 6345"/>
                  <a:gd name="connsiteX1" fmla="*/ 5635 w 6343"/>
                  <a:gd name="connsiteY1" fmla="*/ 5594 h 6345"/>
                  <a:gd name="connsiteX2" fmla="*/ 6564 w 6343"/>
                  <a:gd name="connsiteY2" fmla="*/ 3351 h 6345"/>
                  <a:gd name="connsiteX3" fmla="*/ 5635 w 6343"/>
                  <a:gd name="connsiteY3" fmla="*/ 1107 h 6345"/>
                  <a:gd name="connsiteX4" fmla="*/ 3392 w 6343"/>
                  <a:gd name="connsiteY4" fmla="*/ 178 h 6345"/>
                  <a:gd name="connsiteX5" fmla="*/ 1150 w 6343"/>
                  <a:gd name="connsiteY5" fmla="*/ 1107 h 6345"/>
                  <a:gd name="connsiteX6" fmla="*/ 221 w 6343"/>
                  <a:gd name="connsiteY6" fmla="*/ 3351 h 6345"/>
                  <a:gd name="connsiteX7" fmla="*/ 1150 w 6343"/>
                  <a:gd name="connsiteY7" fmla="*/ 5594 h 6345"/>
                  <a:gd name="connsiteX8" fmla="*/ 339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4"/>
                    </a:moveTo>
                    <a:cubicBezTo>
                      <a:pt x="4233" y="6524"/>
                      <a:pt x="5040" y="6189"/>
                      <a:pt x="5635" y="5594"/>
                    </a:cubicBezTo>
                    <a:cubicBezTo>
                      <a:pt x="6230" y="4999"/>
                      <a:pt x="6564" y="4192"/>
                      <a:pt x="6564" y="3351"/>
                    </a:cubicBezTo>
                    <a:cubicBezTo>
                      <a:pt x="6564" y="2510"/>
                      <a:pt x="6230" y="1702"/>
                      <a:pt x="5635" y="1107"/>
                    </a:cubicBezTo>
                    <a:cubicBezTo>
                      <a:pt x="5040" y="513"/>
                      <a:pt x="4233" y="178"/>
                      <a:pt x="3392" y="178"/>
                    </a:cubicBezTo>
                    <a:cubicBezTo>
                      <a:pt x="2551" y="178"/>
                      <a:pt x="1744" y="513"/>
                      <a:pt x="1150" y="1107"/>
                    </a:cubicBezTo>
                    <a:cubicBezTo>
                      <a:pt x="555" y="1702"/>
                      <a:pt x="221" y="2510"/>
                      <a:pt x="221" y="3351"/>
                    </a:cubicBezTo>
                    <a:cubicBezTo>
                      <a:pt x="221" y="4192"/>
                      <a:pt x="555" y="4999"/>
                      <a:pt x="1150" y="5594"/>
                    </a:cubicBezTo>
                    <a:cubicBezTo>
                      <a:pt x="1744" y="6189"/>
                      <a:pt x="2551" y="6524"/>
                      <a:pt x="339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78" name="Freeform: Shape 5377">
                <a:extLst>
                  <a:ext uri="{FF2B5EF4-FFF2-40B4-BE49-F238E27FC236}">
                    <a16:creationId xmlns:a16="http://schemas.microsoft.com/office/drawing/2014/main" id="{1E661E9E-ED24-04B3-7069-39C61B93BA4F}"/>
                  </a:ext>
                </a:extLst>
              </p:cNvPr>
              <p:cNvSpPr/>
              <p:nvPr/>
            </p:nvSpPr>
            <p:spPr>
              <a:xfrm>
                <a:off x="3653081" y="5739736"/>
                <a:ext cx="6343" cy="6345"/>
              </a:xfrm>
              <a:custGeom>
                <a:avLst/>
                <a:gdLst>
                  <a:gd name="connsiteX0" fmla="*/ 3392 w 6343"/>
                  <a:gd name="connsiteY0" fmla="*/ 6524 h 6345"/>
                  <a:gd name="connsiteX1" fmla="*/ 5635 w 6343"/>
                  <a:gd name="connsiteY1" fmla="*/ 5594 h 6345"/>
                  <a:gd name="connsiteX2" fmla="*/ 6564 w 6343"/>
                  <a:gd name="connsiteY2" fmla="*/ 3351 h 6345"/>
                  <a:gd name="connsiteX3" fmla="*/ 5635 w 6343"/>
                  <a:gd name="connsiteY3" fmla="*/ 1107 h 6345"/>
                  <a:gd name="connsiteX4" fmla="*/ 3392 w 6343"/>
                  <a:gd name="connsiteY4" fmla="*/ 178 h 6345"/>
                  <a:gd name="connsiteX5" fmla="*/ 1150 w 6343"/>
                  <a:gd name="connsiteY5" fmla="*/ 1107 h 6345"/>
                  <a:gd name="connsiteX6" fmla="*/ 221 w 6343"/>
                  <a:gd name="connsiteY6" fmla="*/ 3351 h 6345"/>
                  <a:gd name="connsiteX7" fmla="*/ 1150 w 6343"/>
                  <a:gd name="connsiteY7" fmla="*/ 5594 h 6345"/>
                  <a:gd name="connsiteX8" fmla="*/ 339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4"/>
                    </a:moveTo>
                    <a:cubicBezTo>
                      <a:pt x="4233" y="6524"/>
                      <a:pt x="5040" y="6189"/>
                      <a:pt x="5635" y="5594"/>
                    </a:cubicBezTo>
                    <a:cubicBezTo>
                      <a:pt x="6230" y="4999"/>
                      <a:pt x="6564" y="4192"/>
                      <a:pt x="6564" y="3351"/>
                    </a:cubicBezTo>
                    <a:cubicBezTo>
                      <a:pt x="6564" y="2509"/>
                      <a:pt x="6230" y="1702"/>
                      <a:pt x="5635" y="1107"/>
                    </a:cubicBezTo>
                    <a:cubicBezTo>
                      <a:pt x="5040" y="512"/>
                      <a:pt x="4233" y="178"/>
                      <a:pt x="3392" y="178"/>
                    </a:cubicBezTo>
                    <a:cubicBezTo>
                      <a:pt x="2551" y="178"/>
                      <a:pt x="1744" y="512"/>
                      <a:pt x="1150" y="1107"/>
                    </a:cubicBezTo>
                    <a:cubicBezTo>
                      <a:pt x="555" y="1702"/>
                      <a:pt x="221" y="2509"/>
                      <a:pt x="221" y="3351"/>
                    </a:cubicBezTo>
                    <a:cubicBezTo>
                      <a:pt x="221" y="4192"/>
                      <a:pt x="555" y="4999"/>
                      <a:pt x="1150" y="5594"/>
                    </a:cubicBezTo>
                    <a:cubicBezTo>
                      <a:pt x="1744" y="6189"/>
                      <a:pt x="2551" y="6524"/>
                      <a:pt x="339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79" name="Freeform: Shape 5378">
                <a:extLst>
                  <a:ext uri="{FF2B5EF4-FFF2-40B4-BE49-F238E27FC236}">
                    <a16:creationId xmlns:a16="http://schemas.microsoft.com/office/drawing/2014/main" id="{016F02BB-30CB-1789-98F8-07FD8F0D4720}"/>
                  </a:ext>
                </a:extLst>
              </p:cNvPr>
              <p:cNvSpPr/>
              <p:nvPr/>
            </p:nvSpPr>
            <p:spPr>
              <a:xfrm>
                <a:off x="3653477" y="5738380"/>
                <a:ext cx="6343" cy="6345"/>
              </a:xfrm>
              <a:custGeom>
                <a:avLst/>
                <a:gdLst>
                  <a:gd name="connsiteX0" fmla="*/ 3392 w 6343"/>
                  <a:gd name="connsiteY0" fmla="*/ 6523 h 6345"/>
                  <a:gd name="connsiteX1" fmla="*/ 5635 w 6343"/>
                  <a:gd name="connsiteY1" fmla="*/ 5594 h 6345"/>
                  <a:gd name="connsiteX2" fmla="*/ 6564 w 6343"/>
                  <a:gd name="connsiteY2" fmla="*/ 3351 h 6345"/>
                  <a:gd name="connsiteX3" fmla="*/ 5635 w 6343"/>
                  <a:gd name="connsiteY3" fmla="*/ 1107 h 6345"/>
                  <a:gd name="connsiteX4" fmla="*/ 3392 w 6343"/>
                  <a:gd name="connsiteY4" fmla="*/ 178 h 6345"/>
                  <a:gd name="connsiteX5" fmla="*/ 1150 w 6343"/>
                  <a:gd name="connsiteY5" fmla="*/ 1107 h 6345"/>
                  <a:gd name="connsiteX6" fmla="*/ 221 w 6343"/>
                  <a:gd name="connsiteY6" fmla="*/ 3351 h 6345"/>
                  <a:gd name="connsiteX7" fmla="*/ 1150 w 6343"/>
                  <a:gd name="connsiteY7" fmla="*/ 5594 h 6345"/>
                  <a:gd name="connsiteX8" fmla="*/ 3392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3"/>
                    </a:moveTo>
                    <a:cubicBezTo>
                      <a:pt x="4233" y="6523"/>
                      <a:pt x="5040" y="6189"/>
                      <a:pt x="5635" y="5594"/>
                    </a:cubicBezTo>
                    <a:cubicBezTo>
                      <a:pt x="6230" y="4999"/>
                      <a:pt x="6564" y="4192"/>
                      <a:pt x="6564" y="3351"/>
                    </a:cubicBezTo>
                    <a:cubicBezTo>
                      <a:pt x="6564" y="2509"/>
                      <a:pt x="6230" y="1702"/>
                      <a:pt x="5635" y="1107"/>
                    </a:cubicBezTo>
                    <a:cubicBezTo>
                      <a:pt x="5040" y="512"/>
                      <a:pt x="4233" y="178"/>
                      <a:pt x="3392" y="178"/>
                    </a:cubicBezTo>
                    <a:cubicBezTo>
                      <a:pt x="2551" y="178"/>
                      <a:pt x="1744" y="512"/>
                      <a:pt x="1150" y="1107"/>
                    </a:cubicBezTo>
                    <a:cubicBezTo>
                      <a:pt x="555" y="1702"/>
                      <a:pt x="221" y="2509"/>
                      <a:pt x="221" y="3351"/>
                    </a:cubicBezTo>
                    <a:cubicBezTo>
                      <a:pt x="221" y="4192"/>
                      <a:pt x="555" y="4999"/>
                      <a:pt x="1150" y="5594"/>
                    </a:cubicBezTo>
                    <a:cubicBezTo>
                      <a:pt x="1744" y="6189"/>
                      <a:pt x="2551" y="6523"/>
                      <a:pt x="3392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80" name="Freeform: Shape 5379">
                <a:extLst>
                  <a:ext uri="{FF2B5EF4-FFF2-40B4-BE49-F238E27FC236}">
                    <a16:creationId xmlns:a16="http://schemas.microsoft.com/office/drawing/2014/main" id="{6EF1B054-08AB-1593-3FB9-8A6298D63E6B}"/>
                  </a:ext>
                </a:extLst>
              </p:cNvPr>
              <p:cNvSpPr/>
              <p:nvPr/>
            </p:nvSpPr>
            <p:spPr>
              <a:xfrm>
                <a:off x="3653325" y="5737033"/>
                <a:ext cx="6343" cy="6345"/>
              </a:xfrm>
              <a:custGeom>
                <a:avLst/>
                <a:gdLst>
                  <a:gd name="connsiteX0" fmla="*/ 3392 w 6343"/>
                  <a:gd name="connsiteY0" fmla="*/ 6523 h 6345"/>
                  <a:gd name="connsiteX1" fmla="*/ 5635 w 6343"/>
                  <a:gd name="connsiteY1" fmla="*/ 5594 h 6345"/>
                  <a:gd name="connsiteX2" fmla="*/ 6564 w 6343"/>
                  <a:gd name="connsiteY2" fmla="*/ 3351 h 6345"/>
                  <a:gd name="connsiteX3" fmla="*/ 5635 w 6343"/>
                  <a:gd name="connsiteY3" fmla="*/ 1107 h 6345"/>
                  <a:gd name="connsiteX4" fmla="*/ 3392 w 6343"/>
                  <a:gd name="connsiteY4" fmla="*/ 178 h 6345"/>
                  <a:gd name="connsiteX5" fmla="*/ 1150 w 6343"/>
                  <a:gd name="connsiteY5" fmla="*/ 1107 h 6345"/>
                  <a:gd name="connsiteX6" fmla="*/ 221 w 6343"/>
                  <a:gd name="connsiteY6" fmla="*/ 3351 h 6345"/>
                  <a:gd name="connsiteX7" fmla="*/ 1150 w 6343"/>
                  <a:gd name="connsiteY7" fmla="*/ 5594 h 6345"/>
                  <a:gd name="connsiteX8" fmla="*/ 3392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3"/>
                    </a:moveTo>
                    <a:cubicBezTo>
                      <a:pt x="4233" y="6523"/>
                      <a:pt x="5040" y="6189"/>
                      <a:pt x="5635" y="5594"/>
                    </a:cubicBezTo>
                    <a:cubicBezTo>
                      <a:pt x="6230" y="4999"/>
                      <a:pt x="6564" y="4192"/>
                      <a:pt x="6564" y="3351"/>
                    </a:cubicBezTo>
                    <a:cubicBezTo>
                      <a:pt x="6564" y="2509"/>
                      <a:pt x="6230" y="1702"/>
                      <a:pt x="5635" y="1107"/>
                    </a:cubicBezTo>
                    <a:cubicBezTo>
                      <a:pt x="5040" y="512"/>
                      <a:pt x="4233" y="178"/>
                      <a:pt x="3392" y="178"/>
                    </a:cubicBezTo>
                    <a:cubicBezTo>
                      <a:pt x="2551" y="178"/>
                      <a:pt x="1744" y="512"/>
                      <a:pt x="1150" y="1107"/>
                    </a:cubicBezTo>
                    <a:cubicBezTo>
                      <a:pt x="555" y="1702"/>
                      <a:pt x="221" y="2509"/>
                      <a:pt x="221" y="3351"/>
                    </a:cubicBezTo>
                    <a:cubicBezTo>
                      <a:pt x="221" y="4192"/>
                      <a:pt x="555" y="4999"/>
                      <a:pt x="1150" y="5594"/>
                    </a:cubicBezTo>
                    <a:cubicBezTo>
                      <a:pt x="1744" y="6189"/>
                      <a:pt x="2551" y="6523"/>
                      <a:pt x="3392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81" name="Freeform: Shape 5380">
                <a:extLst>
                  <a:ext uri="{FF2B5EF4-FFF2-40B4-BE49-F238E27FC236}">
                    <a16:creationId xmlns:a16="http://schemas.microsoft.com/office/drawing/2014/main" id="{A5020572-2E20-BA01-8D98-7200E8B3D1CE}"/>
                  </a:ext>
                </a:extLst>
              </p:cNvPr>
              <p:cNvSpPr/>
              <p:nvPr/>
            </p:nvSpPr>
            <p:spPr>
              <a:xfrm>
                <a:off x="4145989" y="5696807"/>
                <a:ext cx="6343" cy="6345"/>
              </a:xfrm>
              <a:custGeom>
                <a:avLst/>
                <a:gdLst>
                  <a:gd name="connsiteX0" fmla="*/ 3431 w 6343"/>
                  <a:gd name="connsiteY0" fmla="*/ 6520 h 6345"/>
                  <a:gd name="connsiteX1" fmla="*/ 5674 w 6343"/>
                  <a:gd name="connsiteY1" fmla="*/ 5591 h 6345"/>
                  <a:gd name="connsiteX2" fmla="*/ 6603 w 6343"/>
                  <a:gd name="connsiteY2" fmla="*/ 3347 h 6345"/>
                  <a:gd name="connsiteX3" fmla="*/ 5674 w 6343"/>
                  <a:gd name="connsiteY3" fmla="*/ 1104 h 6345"/>
                  <a:gd name="connsiteX4" fmla="*/ 3431 w 6343"/>
                  <a:gd name="connsiteY4" fmla="*/ 175 h 6345"/>
                  <a:gd name="connsiteX5" fmla="*/ 1189 w 6343"/>
                  <a:gd name="connsiteY5" fmla="*/ 1104 h 6345"/>
                  <a:gd name="connsiteX6" fmla="*/ 260 w 6343"/>
                  <a:gd name="connsiteY6" fmla="*/ 3347 h 6345"/>
                  <a:gd name="connsiteX7" fmla="*/ 1189 w 6343"/>
                  <a:gd name="connsiteY7" fmla="*/ 5591 h 6345"/>
                  <a:gd name="connsiteX8" fmla="*/ 3431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0"/>
                    </a:moveTo>
                    <a:cubicBezTo>
                      <a:pt x="4272" y="6520"/>
                      <a:pt x="5079" y="6186"/>
                      <a:pt x="5674" y="5591"/>
                    </a:cubicBezTo>
                    <a:cubicBezTo>
                      <a:pt x="6269" y="4996"/>
                      <a:pt x="6603" y="4189"/>
                      <a:pt x="6603" y="3347"/>
                    </a:cubicBezTo>
                    <a:cubicBezTo>
                      <a:pt x="6603" y="2506"/>
                      <a:pt x="6269" y="1699"/>
                      <a:pt x="5674" y="1104"/>
                    </a:cubicBezTo>
                    <a:cubicBezTo>
                      <a:pt x="5079" y="509"/>
                      <a:pt x="4272" y="175"/>
                      <a:pt x="3431" y="175"/>
                    </a:cubicBezTo>
                    <a:cubicBezTo>
                      <a:pt x="2590" y="175"/>
                      <a:pt x="1783" y="509"/>
                      <a:pt x="1189" y="1104"/>
                    </a:cubicBezTo>
                    <a:cubicBezTo>
                      <a:pt x="594" y="1699"/>
                      <a:pt x="260" y="2506"/>
                      <a:pt x="260" y="3347"/>
                    </a:cubicBezTo>
                    <a:cubicBezTo>
                      <a:pt x="260" y="4189"/>
                      <a:pt x="594" y="4996"/>
                      <a:pt x="1189" y="5591"/>
                    </a:cubicBezTo>
                    <a:cubicBezTo>
                      <a:pt x="1783" y="6186"/>
                      <a:pt x="2590" y="6520"/>
                      <a:pt x="3431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82" name="Freeform: Shape 5381">
                <a:extLst>
                  <a:ext uri="{FF2B5EF4-FFF2-40B4-BE49-F238E27FC236}">
                    <a16:creationId xmlns:a16="http://schemas.microsoft.com/office/drawing/2014/main" id="{0ED3F9CA-07E8-E7F2-04F0-1DA7170CF7A4}"/>
                  </a:ext>
                </a:extLst>
              </p:cNvPr>
              <p:cNvSpPr/>
              <p:nvPr/>
            </p:nvSpPr>
            <p:spPr>
              <a:xfrm>
                <a:off x="4141418" y="5699134"/>
                <a:ext cx="6343" cy="6345"/>
              </a:xfrm>
              <a:custGeom>
                <a:avLst/>
                <a:gdLst>
                  <a:gd name="connsiteX0" fmla="*/ 3431 w 6343"/>
                  <a:gd name="connsiteY0" fmla="*/ 6520 h 6345"/>
                  <a:gd name="connsiteX1" fmla="*/ 5673 w 6343"/>
                  <a:gd name="connsiteY1" fmla="*/ 5591 h 6345"/>
                  <a:gd name="connsiteX2" fmla="*/ 6602 w 6343"/>
                  <a:gd name="connsiteY2" fmla="*/ 3348 h 6345"/>
                  <a:gd name="connsiteX3" fmla="*/ 5673 w 6343"/>
                  <a:gd name="connsiteY3" fmla="*/ 1104 h 6345"/>
                  <a:gd name="connsiteX4" fmla="*/ 3431 w 6343"/>
                  <a:gd name="connsiteY4" fmla="*/ 175 h 6345"/>
                  <a:gd name="connsiteX5" fmla="*/ 1188 w 6343"/>
                  <a:gd name="connsiteY5" fmla="*/ 1104 h 6345"/>
                  <a:gd name="connsiteX6" fmla="*/ 259 w 6343"/>
                  <a:gd name="connsiteY6" fmla="*/ 3348 h 6345"/>
                  <a:gd name="connsiteX7" fmla="*/ 1188 w 6343"/>
                  <a:gd name="connsiteY7" fmla="*/ 5591 h 6345"/>
                  <a:gd name="connsiteX8" fmla="*/ 3431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0"/>
                    </a:moveTo>
                    <a:cubicBezTo>
                      <a:pt x="4272" y="6520"/>
                      <a:pt x="5079" y="6186"/>
                      <a:pt x="5673" y="5591"/>
                    </a:cubicBezTo>
                    <a:cubicBezTo>
                      <a:pt x="6268" y="4996"/>
                      <a:pt x="6602" y="4189"/>
                      <a:pt x="6602" y="3348"/>
                    </a:cubicBezTo>
                    <a:cubicBezTo>
                      <a:pt x="6602" y="2506"/>
                      <a:pt x="6268" y="1699"/>
                      <a:pt x="5673" y="1104"/>
                    </a:cubicBezTo>
                    <a:cubicBezTo>
                      <a:pt x="5079" y="509"/>
                      <a:pt x="4272" y="175"/>
                      <a:pt x="3431" y="175"/>
                    </a:cubicBezTo>
                    <a:cubicBezTo>
                      <a:pt x="2590" y="175"/>
                      <a:pt x="1783" y="509"/>
                      <a:pt x="1188" y="1104"/>
                    </a:cubicBezTo>
                    <a:cubicBezTo>
                      <a:pt x="593" y="1699"/>
                      <a:pt x="259" y="2506"/>
                      <a:pt x="259" y="3348"/>
                    </a:cubicBezTo>
                    <a:cubicBezTo>
                      <a:pt x="259" y="4189"/>
                      <a:pt x="593" y="4996"/>
                      <a:pt x="1188" y="5591"/>
                    </a:cubicBezTo>
                    <a:cubicBezTo>
                      <a:pt x="1783" y="6186"/>
                      <a:pt x="2590" y="6520"/>
                      <a:pt x="3431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83" name="Freeform: Shape 5382">
                <a:extLst>
                  <a:ext uri="{FF2B5EF4-FFF2-40B4-BE49-F238E27FC236}">
                    <a16:creationId xmlns:a16="http://schemas.microsoft.com/office/drawing/2014/main" id="{9A00FA1D-980A-DA5D-81E6-6614CF191D5F}"/>
                  </a:ext>
                </a:extLst>
              </p:cNvPr>
              <p:cNvSpPr/>
              <p:nvPr/>
            </p:nvSpPr>
            <p:spPr>
              <a:xfrm>
                <a:off x="4138695" y="5704473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3 w 6343"/>
                  <a:gd name="connsiteY1" fmla="*/ 5591 h 6345"/>
                  <a:gd name="connsiteX2" fmla="*/ 6602 w 6343"/>
                  <a:gd name="connsiteY2" fmla="*/ 3348 h 6345"/>
                  <a:gd name="connsiteX3" fmla="*/ 5673 w 6343"/>
                  <a:gd name="connsiteY3" fmla="*/ 1105 h 6345"/>
                  <a:gd name="connsiteX4" fmla="*/ 3431 w 6343"/>
                  <a:gd name="connsiteY4" fmla="*/ 175 h 6345"/>
                  <a:gd name="connsiteX5" fmla="*/ 1188 w 6343"/>
                  <a:gd name="connsiteY5" fmla="*/ 1105 h 6345"/>
                  <a:gd name="connsiteX6" fmla="*/ 259 w 6343"/>
                  <a:gd name="connsiteY6" fmla="*/ 3348 h 6345"/>
                  <a:gd name="connsiteX7" fmla="*/ 1188 w 6343"/>
                  <a:gd name="connsiteY7" fmla="*/ 5591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8" y="6186"/>
                      <a:pt x="5673" y="5591"/>
                    </a:cubicBezTo>
                    <a:cubicBezTo>
                      <a:pt x="6268" y="4997"/>
                      <a:pt x="6602" y="4189"/>
                      <a:pt x="6602" y="3348"/>
                    </a:cubicBezTo>
                    <a:cubicBezTo>
                      <a:pt x="6602" y="2507"/>
                      <a:pt x="6268" y="1700"/>
                      <a:pt x="5673" y="1105"/>
                    </a:cubicBezTo>
                    <a:cubicBezTo>
                      <a:pt x="5078" y="510"/>
                      <a:pt x="4272" y="175"/>
                      <a:pt x="3431" y="175"/>
                    </a:cubicBezTo>
                    <a:cubicBezTo>
                      <a:pt x="2590" y="175"/>
                      <a:pt x="1783" y="510"/>
                      <a:pt x="1188" y="1105"/>
                    </a:cubicBezTo>
                    <a:cubicBezTo>
                      <a:pt x="593" y="1700"/>
                      <a:pt x="259" y="2507"/>
                      <a:pt x="259" y="3348"/>
                    </a:cubicBezTo>
                    <a:cubicBezTo>
                      <a:pt x="259" y="4189"/>
                      <a:pt x="593" y="4997"/>
                      <a:pt x="1188" y="5591"/>
                    </a:cubicBezTo>
                    <a:cubicBezTo>
                      <a:pt x="1783" y="6186"/>
                      <a:pt x="2590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84" name="Freeform: Shape 5383">
                <a:extLst>
                  <a:ext uri="{FF2B5EF4-FFF2-40B4-BE49-F238E27FC236}">
                    <a16:creationId xmlns:a16="http://schemas.microsoft.com/office/drawing/2014/main" id="{15F1A195-EA0C-876E-4842-85303BDDAC43}"/>
                  </a:ext>
                </a:extLst>
              </p:cNvPr>
              <p:cNvSpPr/>
              <p:nvPr/>
            </p:nvSpPr>
            <p:spPr>
              <a:xfrm>
                <a:off x="4138101" y="5706191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3 w 6343"/>
                  <a:gd name="connsiteY1" fmla="*/ 5592 h 6345"/>
                  <a:gd name="connsiteX2" fmla="*/ 6602 w 6343"/>
                  <a:gd name="connsiteY2" fmla="*/ 3348 h 6345"/>
                  <a:gd name="connsiteX3" fmla="*/ 5673 w 6343"/>
                  <a:gd name="connsiteY3" fmla="*/ 1105 h 6345"/>
                  <a:gd name="connsiteX4" fmla="*/ 3431 w 6343"/>
                  <a:gd name="connsiteY4" fmla="*/ 175 h 6345"/>
                  <a:gd name="connsiteX5" fmla="*/ 1188 w 6343"/>
                  <a:gd name="connsiteY5" fmla="*/ 1105 h 6345"/>
                  <a:gd name="connsiteX6" fmla="*/ 259 w 6343"/>
                  <a:gd name="connsiteY6" fmla="*/ 3348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8" y="6187"/>
                      <a:pt x="5673" y="5592"/>
                    </a:cubicBezTo>
                    <a:cubicBezTo>
                      <a:pt x="6268" y="4997"/>
                      <a:pt x="6602" y="4190"/>
                      <a:pt x="6602" y="3348"/>
                    </a:cubicBezTo>
                    <a:cubicBezTo>
                      <a:pt x="6602" y="2507"/>
                      <a:pt x="6268" y="1700"/>
                      <a:pt x="5673" y="1105"/>
                    </a:cubicBezTo>
                    <a:cubicBezTo>
                      <a:pt x="5078" y="510"/>
                      <a:pt x="4272" y="175"/>
                      <a:pt x="3431" y="175"/>
                    </a:cubicBezTo>
                    <a:cubicBezTo>
                      <a:pt x="2589" y="175"/>
                      <a:pt x="1783" y="510"/>
                      <a:pt x="1188" y="1105"/>
                    </a:cubicBezTo>
                    <a:cubicBezTo>
                      <a:pt x="593" y="1700"/>
                      <a:pt x="259" y="2507"/>
                      <a:pt x="259" y="3348"/>
                    </a:cubicBezTo>
                    <a:cubicBezTo>
                      <a:pt x="259" y="4190"/>
                      <a:pt x="593" y="4997"/>
                      <a:pt x="1188" y="5592"/>
                    </a:cubicBezTo>
                    <a:cubicBezTo>
                      <a:pt x="1783" y="6187"/>
                      <a:pt x="2589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85" name="Freeform: Shape 5384">
                <a:extLst>
                  <a:ext uri="{FF2B5EF4-FFF2-40B4-BE49-F238E27FC236}">
                    <a16:creationId xmlns:a16="http://schemas.microsoft.com/office/drawing/2014/main" id="{7C1A06D2-6999-27F4-A020-106AA79CE3A2}"/>
                  </a:ext>
                </a:extLst>
              </p:cNvPr>
              <p:cNvSpPr/>
              <p:nvPr/>
            </p:nvSpPr>
            <p:spPr>
              <a:xfrm>
                <a:off x="4137726" y="5707875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3 w 6343"/>
                  <a:gd name="connsiteY1" fmla="*/ 5592 h 6345"/>
                  <a:gd name="connsiteX2" fmla="*/ 6602 w 6343"/>
                  <a:gd name="connsiteY2" fmla="*/ 3348 h 6345"/>
                  <a:gd name="connsiteX3" fmla="*/ 5673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8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8" y="6187"/>
                      <a:pt x="5673" y="5592"/>
                    </a:cubicBezTo>
                    <a:cubicBezTo>
                      <a:pt x="6268" y="4997"/>
                      <a:pt x="6602" y="4190"/>
                      <a:pt x="6602" y="3348"/>
                    </a:cubicBezTo>
                    <a:cubicBezTo>
                      <a:pt x="6602" y="2507"/>
                      <a:pt x="6268" y="1700"/>
                      <a:pt x="5673" y="1105"/>
                    </a:cubicBezTo>
                    <a:cubicBezTo>
                      <a:pt x="5078" y="510"/>
                      <a:pt x="4272" y="176"/>
                      <a:pt x="3431" y="176"/>
                    </a:cubicBezTo>
                    <a:cubicBezTo>
                      <a:pt x="2589" y="176"/>
                      <a:pt x="1783" y="510"/>
                      <a:pt x="1188" y="1105"/>
                    </a:cubicBezTo>
                    <a:cubicBezTo>
                      <a:pt x="593" y="1700"/>
                      <a:pt x="259" y="2507"/>
                      <a:pt x="259" y="3348"/>
                    </a:cubicBezTo>
                    <a:cubicBezTo>
                      <a:pt x="259" y="4190"/>
                      <a:pt x="593" y="4997"/>
                      <a:pt x="1188" y="5592"/>
                    </a:cubicBezTo>
                    <a:cubicBezTo>
                      <a:pt x="1783" y="6187"/>
                      <a:pt x="2589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86" name="Freeform: Shape 5385">
                <a:extLst>
                  <a:ext uri="{FF2B5EF4-FFF2-40B4-BE49-F238E27FC236}">
                    <a16:creationId xmlns:a16="http://schemas.microsoft.com/office/drawing/2014/main" id="{164CC681-8B1D-24E8-6BF4-54B3D54420A2}"/>
                  </a:ext>
                </a:extLst>
              </p:cNvPr>
              <p:cNvSpPr/>
              <p:nvPr/>
            </p:nvSpPr>
            <p:spPr>
              <a:xfrm>
                <a:off x="4137477" y="5709541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3 w 6343"/>
                  <a:gd name="connsiteY1" fmla="*/ 5592 h 6345"/>
                  <a:gd name="connsiteX2" fmla="*/ 6602 w 6343"/>
                  <a:gd name="connsiteY2" fmla="*/ 3348 h 6345"/>
                  <a:gd name="connsiteX3" fmla="*/ 5673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8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8" y="6187"/>
                      <a:pt x="5673" y="5592"/>
                    </a:cubicBezTo>
                    <a:cubicBezTo>
                      <a:pt x="6268" y="4997"/>
                      <a:pt x="6602" y="4190"/>
                      <a:pt x="6602" y="3348"/>
                    </a:cubicBezTo>
                    <a:cubicBezTo>
                      <a:pt x="6602" y="2507"/>
                      <a:pt x="6268" y="1700"/>
                      <a:pt x="5673" y="1105"/>
                    </a:cubicBezTo>
                    <a:cubicBezTo>
                      <a:pt x="5078" y="510"/>
                      <a:pt x="4272" y="176"/>
                      <a:pt x="3431" y="176"/>
                    </a:cubicBezTo>
                    <a:cubicBezTo>
                      <a:pt x="2589" y="176"/>
                      <a:pt x="1783" y="510"/>
                      <a:pt x="1188" y="1105"/>
                    </a:cubicBezTo>
                    <a:cubicBezTo>
                      <a:pt x="593" y="1700"/>
                      <a:pt x="259" y="2507"/>
                      <a:pt x="259" y="3348"/>
                    </a:cubicBezTo>
                    <a:cubicBezTo>
                      <a:pt x="259" y="4190"/>
                      <a:pt x="593" y="4997"/>
                      <a:pt x="1188" y="5592"/>
                    </a:cubicBezTo>
                    <a:cubicBezTo>
                      <a:pt x="1783" y="6187"/>
                      <a:pt x="2589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87" name="Freeform: Shape 5386">
                <a:extLst>
                  <a:ext uri="{FF2B5EF4-FFF2-40B4-BE49-F238E27FC236}">
                    <a16:creationId xmlns:a16="http://schemas.microsoft.com/office/drawing/2014/main" id="{FF9147B4-CC0A-7498-8A52-CD93B39DC0EF}"/>
                  </a:ext>
                </a:extLst>
              </p:cNvPr>
              <p:cNvSpPr/>
              <p:nvPr/>
            </p:nvSpPr>
            <p:spPr>
              <a:xfrm>
                <a:off x="4136666" y="5711253"/>
                <a:ext cx="6343" cy="6345"/>
              </a:xfrm>
              <a:custGeom>
                <a:avLst/>
                <a:gdLst>
                  <a:gd name="connsiteX0" fmla="*/ 3430 w 6343"/>
                  <a:gd name="connsiteY0" fmla="*/ 6521 h 6345"/>
                  <a:gd name="connsiteX1" fmla="*/ 5673 w 6343"/>
                  <a:gd name="connsiteY1" fmla="*/ 5592 h 6345"/>
                  <a:gd name="connsiteX2" fmla="*/ 6602 w 6343"/>
                  <a:gd name="connsiteY2" fmla="*/ 3349 h 6345"/>
                  <a:gd name="connsiteX3" fmla="*/ 5673 w 6343"/>
                  <a:gd name="connsiteY3" fmla="*/ 1105 h 6345"/>
                  <a:gd name="connsiteX4" fmla="*/ 3430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0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21"/>
                    </a:moveTo>
                    <a:cubicBezTo>
                      <a:pt x="4272" y="6521"/>
                      <a:pt x="5078" y="6187"/>
                      <a:pt x="5673" y="5592"/>
                    </a:cubicBezTo>
                    <a:cubicBezTo>
                      <a:pt x="6268" y="4997"/>
                      <a:pt x="6602" y="4190"/>
                      <a:pt x="6602" y="3349"/>
                    </a:cubicBezTo>
                    <a:cubicBezTo>
                      <a:pt x="6602" y="2507"/>
                      <a:pt x="6268" y="1700"/>
                      <a:pt x="5673" y="1105"/>
                    </a:cubicBezTo>
                    <a:cubicBezTo>
                      <a:pt x="5078" y="510"/>
                      <a:pt x="4272" y="176"/>
                      <a:pt x="3430" y="176"/>
                    </a:cubicBezTo>
                    <a:cubicBezTo>
                      <a:pt x="2589" y="176"/>
                      <a:pt x="1783" y="510"/>
                      <a:pt x="1188" y="1105"/>
                    </a:cubicBezTo>
                    <a:cubicBezTo>
                      <a:pt x="593" y="1700"/>
                      <a:pt x="259" y="2507"/>
                      <a:pt x="259" y="3349"/>
                    </a:cubicBezTo>
                    <a:cubicBezTo>
                      <a:pt x="259" y="4190"/>
                      <a:pt x="593" y="4997"/>
                      <a:pt x="1188" y="5592"/>
                    </a:cubicBezTo>
                    <a:cubicBezTo>
                      <a:pt x="1783" y="6187"/>
                      <a:pt x="2589" y="6521"/>
                      <a:pt x="3430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88" name="Freeform: Shape 5387">
                <a:extLst>
                  <a:ext uri="{FF2B5EF4-FFF2-40B4-BE49-F238E27FC236}">
                    <a16:creationId xmlns:a16="http://schemas.microsoft.com/office/drawing/2014/main" id="{BD56CF69-2AED-8500-35DD-60119F1BA1CB}"/>
                  </a:ext>
                </a:extLst>
              </p:cNvPr>
              <p:cNvSpPr/>
              <p:nvPr/>
            </p:nvSpPr>
            <p:spPr>
              <a:xfrm>
                <a:off x="4138191" y="5712753"/>
                <a:ext cx="6343" cy="6345"/>
              </a:xfrm>
              <a:custGeom>
                <a:avLst/>
                <a:gdLst>
                  <a:gd name="connsiteX0" fmla="*/ 3431 w 6343"/>
                  <a:gd name="connsiteY0" fmla="*/ 6521 h 6345"/>
                  <a:gd name="connsiteX1" fmla="*/ 5673 w 6343"/>
                  <a:gd name="connsiteY1" fmla="*/ 5592 h 6345"/>
                  <a:gd name="connsiteX2" fmla="*/ 6602 w 6343"/>
                  <a:gd name="connsiteY2" fmla="*/ 3349 h 6345"/>
                  <a:gd name="connsiteX3" fmla="*/ 5673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1"/>
                    </a:moveTo>
                    <a:cubicBezTo>
                      <a:pt x="4272" y="6521"/>
                      <a:pt x="5078" y="6187"/>
                      <a:pt x="5673" y="5592"/>
                    </a:cubicBezTo>
                    <a:cubicBezTo>
                      <a:pt x="6268" y="4997"/>
                      <a:pt x="6602" y="4190"/>
                      <a:pt x="6602" y="3349"/>
                    </a:cubicBezTo>
                    <a:cubicBezTo>
                      <a:pt x="6602" y="2507"/>
                      <a:pt x="6268" y="1700"/>
                      <a:pt x="5673" y="1105"/>
                    </a:cubicBezTo>
                    <a:cubicBezTo>
                      <a:pt x="5078" y="510"/>
                      <a:pt x="4272" y="176"/>
                      <a:pt x="3431" y="176"/>
                    </a:cubicBezTo>
                    <a:cubicBezTo>
                      <a:pt x="2589" y="176"/>
                      <a:pt x="1783" y="510"/>
                      <a:pt x="1188" y="1105"/>
                    </a:cubicBezTo>
                    <a:cubicBezTo>
                      <a:pt x="593" y="1700"/>
                      <a:pt x="259" y="2507"/>
                      <a:pt x="259" y="3349"/>
                    </a:cubicBezTo>
                    <a:cubicBezTo>
                      <a:pt x="259" y="4190"/>
                      <a:pt x="593" y="4997"/>
                      <a:pt x="1188" y="5592"/>
                    </a:cubicBezTo>
                    <a:cubicBezTo>
                      <a:pt x="1783" y="6187"/>
                      <a:pt x="2589" y="6521"/>
                      <a:pt x="343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89" name="Freeform: Shape 5388">
                <a:extLst>
                  <a:ext uri="{FF2B5EF4-FFF2-40B4-BE49-F238E27FC236}">
                    <a16:creationId xmlns:a16="http://schemas.microsoft.com/office/drawing/2014/main" id="{5CCFA00C-5458-79A2-B4C4-59832276977A}"/>
                  </a:ext>
                </a:extLst>
              </p:cNvPr>
              <p:cNvSpPr/>
              <p:nvPr/>
            </p:nvSpPr>
            <p:spPr>
              <a:xfrm>
                <a:off x="4137636" y="5714436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3 w 6343"/>
                  <a:gd name="connsiteY1" fmla="*/ 5592 h 6345"/>
                  <a:gd name="connsiteX2" fmla="*/ 6602 w 6343"/>
                  <a:gd name="connsiteY2" fmla="*/ 3349 h 6345"/>
                  <a:gd name="connsiteX3" fmla="*/ 5673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8" y="6187"/>
                      <a:pt x="5673" y="5592"/>
                    </a:cubicBezTo>
                    <a:cubicBezTo>
                      <a:pt x="6268" y="4997"/>
                      <a:pt x="6602" y="4190"/>
                      <a:pt x="6602" y="3349"/>
                    </a:cubicBezTo>
                    <a:cubicBezTo>
                      <a:pt x="6602" y="2507"/>
                      <a:pt x="6268" y="1700"/>
                      <a:pt x="5673" y="1105"/>
                    </a:cubicBezTo>
                    <a:cubicBezTo>
                      <a:pt x="5078" y="510"/>
                      <a:pt x="4272" y="176"/>
                      <a:pt x="3431" y="176"/>
                    </a:cubicBezTo>
                    <a:cubicBezTo>
                      <a:pt x="2589" y="176"/>
                      <a:pt x="1783" y="510"/>
                      <a:pt x="1188" y="1105"/>
                    </a:cubicBezTo>
                    <a:cubicBezTo>
                      <a:pt x="593" y="1700"/>
                      <a:pt x="259" y="2507"/>
                      <a:pt x="259" y="3349"/>
                    </a:cubicBezTo>
                    <a:cubicBezTo>
                      <a:pt x="259" y="4190"/>
                      <a:pt x="593" y="4997"/>
                      <a:pt x="1188" y="5592"/>
                    </a:cubicBezTo>
                    <a:cubicBezTo>
                      <a:pt x="1783" y="6187"/>
                      <a:pt x="2589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90" name="Freeform: Shape 5389">
                <a:extLst>
                  <a:ext uri="{FF2B5EF4-FFF2-40B4-BE49-F238E27FC236}">
                    <a16:creationId xmlns:a16="http://schemas.microsoft.com/office/drawing/2014/main" id="{442E06E2-A94E-6462-F6DD-772748517AFE}"/>
                  </a:ext>
                </a:extLst>
              </p:cNvPr>
              <p:cNvSpPr/>
              <p:nvPr/>
            </p:nvSpPr>
            <p:spPr>
              <a:xfrm>
                <a:off x="4137760" y="5716060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3 w 6343"/>
                  <a:gd name="connsiteY1" fmla="*/ 5592 h 6345"/>
                  <a:gd name="connsiteX2" fmla="*/ 6602 w 6343"/>
                  <a:gd name="connsiteY2" fmla="*/ 3349 h 6345"/>
                  <a:gd name="connsiteX3" fmla="*/ 5673 w 6343"/>
                  <a:gd name="connsiteY3" fmla="*/ 1105 h 6345"/>
                  <a:gd name="connsiteX4" fmla="*/ 3431 w 6343"/>
                  <a:gd name="connsiteY4" fmla="*/ 176 h 6345"/>
                  <a:gd name="connsiteX5" fmla="*/ 1188 w 6343"/>
                  <a:gd name="connsiteY5" fmla="*/ 1105 h 6345"/>
                  <a:gd name="connsiteX6" fmla="*/ 259 w 6343"/>
                  <a:gd name="connsiteY6" fmla="*/ 3349 h 6345"/>
                  <a:gd name="connsiteX7" fmla="*/ 1188 w 6343"/>
                  <a:gd name="connsiteY7" fmla="*/ 5592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8" y="6187"/>
                      <a:pt x="5673" y="5592"/>
                    </a:cubicBezTo>
                    <a:cubicBezTo>
                      <a:pt x="6268" y="4997"/>
                      <a:pt x="6602" y="4190"/>
                      <a:pt x="6602" y="3349"/>
                    </a:cubicBezTo>
                    <a:cubicBezTo>
                      <a:pt x="6602" y="2508"/>
                      <a:pt x="6268" y="1700"/>
                      <a:pt x="5673" y="1105"/>
                    </a:cubicBezTo>
                    <a:cubicBezTo>
                      <a:pt x="5078" y="511"/>
                      <a:pt x="4272" y="176"/>
                      <a:pt x="3431" y="176"/>
                    </a:cubicBezTo>
                    <a:cubicBezTo>
                      <a:pt x="2589" y="176"/>
                      <a:pt x="1783" y="511"/>
                      <a:pt x="1188" y="1105"/>
                    </a:cubicBezTo>
                    <a:cubicBezTo>
                      <a:pt x="593" y="1700"/>
                      <a:pt x="259" y="2508"/>
                      <a:pt x="259" y="3349"/>
                    </a:cubicBezTo>
                    <a:cubicBezTo>
                      <a:pt x="259" y="4190"/>
                      <a:pt x="593" y="4997"/>
                      <a:pt x="1188" y="5592"/>
                    </a:cubicBezTo>
                    <a:cubicBezTo>
                      <a:pt x="1783" y="6187"/>
                      <a:pt x="2589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91" name="Freeform: Shape 5390">
                <a:extLst>
                  <a:ext uri="{FF2B5EF4-FFF2-40B4-BE49-F238E27FC236}">
                    <a16:creationId xmlns:a16="http://schemas.microsoft.com/office/drawing/2014/main" id="{FC0D214E-AEB4-DD9A-6405-76D4CC3B0814}"/>
                  </a:ext>
                </a:extLst>
              </p:cNvPr>
              <p:cNvSpPr/>
              <p:nvPr/>
            </p:nvSpPr>
            <p:spPr>
              <a:xfrm>
                <a:off x="4139718" y="5717561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3 w 6343"/>
                  <a:gd name="connsiteY1" fmla="*/ 5593 h 6345"/>
                  <a:gd name="connsiteX2" fmla="*/ 6602 w 6343"/>
                  <a:gd name="connsiteY2" fmla="*/ 3349 h 6345"/>
                  <a:gd name="connsiteX3" fmla="*/ 5673 w 6343"/>
                  <a:gd name="connsiteY3" fmla="*/ 1106 h 6345"/>
                  <a:gd name="connsiteX4" fmla="*/ 3431 w 6343"/>
                  <a:gd name="connsiteY4" fmla="*/ 176 h 6345"/>
                  <a:gd name="connsiteX5" fmla="*/ 1188 w 6343"/>
                  <a:gd name="connsiteY5" fmla="*/ 1106 h 6345"/>
                  <a:gd name="connsiteX6" fmla="*/ 259 w 6343"/>
                  <a:gd name="connsiteY6" fmla="*/ 3349 h 6345"/>
                  <a:gd name="connsiteX7" fmla="*/ 1188 w 6343"/>
                  <a:gd name="connsiteY7" fmla="*/ 5593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7"/>
                      <a:pt x="5673" y="5593"/>
                    </a:cubicBezTo>
                    <a:cubicBezTo>
                      <a:pt x="6268" y="4998"/>
                      <a:pt x="6602" y="4190"/>
                      <a:pt x="6602" y="3349"/>
                    </a:cubicBezTo>
                    <a:cubicBezTo>
                      <a:pt x="6602" y="2508"/>
                      <a:pt x="6268" y="1701"/>
                      <a:pt x="5673" y="1106"/>
                    </a:cubicBezTo>
                    <a:cubicBezTo>
                      <a:pt x="5079" y="511"/>
                      <a:pt x="4272" y="176"/>
                      <a:pt x="3431" y="176"/>
                    </a:cubicBezTo>
                    <a:cubicBezTo>
                      <a:pt x="2590" y="176"/>
                      <a:pt x="1783" y="511"/>
                      <a:pt x="1188" y="1106"/>
                    </a:cubicBezTo>
                    <a:cubicBezTo>
                      <a:pt x="593" y="1701"/>
                      <a:pt x="259" y="2508"/>
                      <a:pt x="259" y="3349"/>
                    </a:cubicBezTo>
                    <a:cubicBezTo>
                      <a:pt x="259" y="4190"/>
                      <a:pt x="593" y="4998"/>
                      <a:pt x="1188" y="5593"/>
                    </a:cubicBezTo>
                    <a:cubicBezTo>
                      <a:pt x="1783" y="6187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92" name="Freeform: Shape 5391">
                <a:extLst>
                  <a:ext uri="{FF2B5EF4-FFF2-40B4-BE49-F238E27FC236}">
                    <a16:creationId xmlns:a16="http://schemas.microsoft.com/office/drawing/2014/main" id="{FF13CE50-5950-3A64-F259-8D9AB6F1A947}"/>
                  </a:ext>
                </a:extLst>
              </p:cNvPr>
              <p:cNvSpPr/>
              <p:nvPr/>
            </p:nvSpPr>
            <p:spPr>
              <a:xfrm>
                <a:off x="4139409" y="5719224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3 w 6343"/>
                  <a:gd name="connsiteY1" fmla="*/ 5593 h 6345"/>
                  <a:gd name="connsiteX2" fmla="*/ 6602 w 6343"/>
                  <a:gd name="connsiteY2" fmla="*/ 3349 h 6345"/>
                  <a:gd name="connsiteX3" fmla="*/ 5673 w 6343"/>
                  <a:gd name="connsiteY3" fmla="*/ 1106 h 6345"/>
                  <a:gd name="connsiteX4" fmla="*/ 3431 w 6343"/>
                  <a:gd name="connsiteY4" fmla="*/ 176 h 6345"/>
                  <a:gd name="connsiteX5" fmla="*/ 1188 w 6343"/>
                  <a:gd name="connsiteY5" fmla="*/ 1106 h 6345"/>
                  <a:gd name="connsiteX6" fmla="*/ 259 w 6343"/>
                  <a:gd name="connsiteY6" fmla="*/ 3349 h 6345"/>
                  <a:gd name="connsiteX7" fmla="*/ 1188 w 6343"/>
                  <a:gd name="connsiteY7" fmla="*/ 5593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8"/>
                      <a:pt x="5673" y="5593"/>
                    </a:cubicBezTo>
                    <a:cubicBezTo>
                      <a:pt x="6268" y="4998"/>
                      <a:pt x="6602" y="4191"/>
                      <a:pt x="6602" y="3349"/>
                    </a:cubicBezTo>
                    <a:cubicBezTo>
                      <a:pt x="6602" y="2508"/>
                      <a:pt x="6268" y="1701"/>
                      <a:pt x="5673" y="1106"/>
                    </a:cubicBezTo>
                    <a:cubicBezTo>
                      <a:pt x="5079" y="511"/>
                      <a:pt x="4272" y="176"/>
                      <a:pt x="3431" y="176"/>
                    </a:cubicBezTo>
                    <a:cubicBezTo>
                      <a:pt x="2590" y="176"/>
                      <a:pt x="1783" y="511"/>
                      <a:pt x="1188" y="1106"/>
                    </a:cubicBezTo>
                    <a:cubicBezTo>
                      <a:pt x="593" y="1701"/>
                      <a:pt x="259" y="2508"/>
                      <a:pt x="259" y="3349"/>
                    </a:cubicBezTo>
                    <a:cubicBezTo>
                      <a:pt x="259" y="4191"/>
                      <a:pt x="593" y="4998"/>
                      <a:pt x="1188" y="5593"/>
                    </a:cubicBezTo>
                    <a:cubicBezTo>
                      <a:pt x="1783" y="6188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93" name="Freeform: Shape 5392">
                <a:extLst>
                  <a:ext uri="{FF2B5EF4-FFF2-40B4-BE49-F238E27FC236}">
                    <a16:creationId xmlns:a16="http://schemas.microsoft.com/office/drawing/2014/main" id="{BB79897A-3083-4887-5ABD-75E10A8FDD68}"/>
                  </a:ext>
                </a:extLst>
              </p:cNvPr>
              <p:cNvSpPr/>
              <p:nvPr/>
            </p:nvSpPr>
            <p:spPr>
              <a:xfrm>
                <a:off x="4139504" y="5720859"/>
                <a:ext cx="6343" cy="6345"/>
              </a:xfrm>
              <a:custGeom>
                <a:avLst/>
                <a:gdLst>
                  <a:gd name="connsiteX0" fmla="*/ 3431 w 6343"/>
                  <a:gd name="connsiteY0" fmla="*/ 6522 h 6345"/>
                  <a:gd name="connsiteX1" fmla="*/ 5673 w 6343"/>
                  <a:gd name="connsiteY1" fmla="*/ 5593 h 6345"/>
                  <a:gd name="connsiteX2" fmla="*/ 6602 w 6343"/>
                  <a:gd name="connsiteY2" fmla="*/ 3349 h 6345"/>
                  <a:gd name="connsiteX3" fmla="*/ 5673 w 6343"/>
                  <a:gd name="connsiteY3" fmla="*/ 1106 h 6345"/>
                  <a:gd name="connsiteX4" fmla="*/ 3431 w 6343"/>
                  <a:gd name="connsiteY4" fmla="*/ 177 h 6345"/>
                  <a:gd name="connsiteX5" fmla="*/ 1188 w 6343"/>
                  <a:gd name="connsiteY5" fmla="*/ 1106 h 6345"/>
                  <a:gd name="connsiteX6" fmla="*/ 259 w 6343"/>
                  <a:gd name="connsiteY6" fmla="*/ 3349 h 6345"/>
                  <a:gd name="connsiteX7" fmla="*/ 1188 w 6343"/>
                  <a:gd name="connsiteY7" fmla="*/ 5593 h 6345"/>
                  <a:gd name="connsiteX8" fmla="*/ 343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22"/>
                    </a:moveTo>
                    <a:cubicBezTo>
                      <a:pt x="4272" y="6522"/>
                      <a:pt x="5079" y="6188"/>
                      <a:pt x="5673" y="5593"/>
                    </a:cubicBezTo>
                    <a:cubicBezTo>
                      <a:pt x="6268" y="4998"/>
                      <a:pt x="6602" y="4191"/>
                      <a:pt x="6602" y="3349"/>
                    </a:cubicBezTo>
                    <a:cubicBezTo>
                      <a:pt x="6602" y="2508"/>
                      <a:pt x="6268" y="1701"/>
                      <a:pt x="5673" y="1106"/>
                    </a:cubicBezTo>
                    <a:cubicBezTo>
                      <a:pt x="5079" y="511"/>
                      <a:pt x="4272" y="177"/>
                      <a:pt x="3431" y="177"/>
                    </a:cubicBezTo>
                    <a:cubicBezTo>
                      <a:pt x="2590" y="177"/>
                      <a:pt x="1783" y="511"/>
                      <a:pt x="1188" y="1106"/>
                    </a:cubicBezTo>
                    <a:cubicBezTo>
                      <a:pt x="593" y="1701"/>
                      <a:pt x="259" y="2508"/>
                      <a:pt x="259" y="3349"/>
                    </a:cubicBezTo>
                    <a:cubicBezTo>
                      <a:pt x="259" y="4191"/>
                      <a:pt x="593" y="4998"/>
                      <a:pt x="1188" y="5593"/>
                    </a:cubicBezTo>
                    <a:cubicBezTo>
                      <a:pt x="1783" y="6188"/>
                      <a:pt x="2590" y="6522"/>
                      <a:pt x="343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94" name="Freeform: Shape 5393">
                <a:extLst>
                  <a:ext uri="{FF2B5EF4-FFF2-40B4-BE49-F238E27FC236}">
                    <a16:creationId xmlns:a16="http://schemas.microsoft.com/office/drawing/2014/main" id="{7F5AF50B-88D0-6E1C-DBAE-D4DA1642A14D}"/>
                  </a:ext>
                </a:extLst>
              </p:cNvPr>
              <p:cNvSpPr/>
              <p:nvPr/>
            </p:nvSpPr>
            <p:spPr>
              <a:xfrm>
                <a:off x="4155679" y="5775760"/>
                <a:ext cx="6343" cy="6345"/>
              </a:xfrm>
              <a:custGeom>
                <a:avLst/>
                <a:gdLst>
                  <a:gd name="connsiteX0" fmla="*/ 3432 w 6343"/>
                  <a:gd name="connsiteY0" fmla="*/ 6526 h 6345"/>
                  <a:gd name="connsiteX1" fmla="*/ 5675 w 6343"/>
                  <a:gd name="connsiteY1" fmla="*/ 5597 h 6345"/>
                  <a:gd name="connsiteX2" fmla="*/ 6604 w 6343"/>
                  <a:gd name="connsiteY2" fmla="*/ 3354 h 6345"/>
                  <a:gd name="connsiteX3" fmla="*/ 5675 w 6343"/>
                  <a:gd name="connsiteY3" fmla="*/ 1110 h 6345"/>
                  <a:gd name="connsiteX4" fmla="*/ 3432 w 6343"/>
                  <a:gd name="connsiteY4" fmla="*/ 181 h 6345"/>
                  <a:gd name="connsiteX5" fmla="*/ 1189 w 6343"/>
                  <a:gd name="connsiteY5" fmla="*/ 1110 h 6345"/>
                  <a:gd name="connsiteX6" fmla="*/ 260 w 6343"/>
                  <a:gd name="connsiteY6" fmla="*/ 3354 h 6345"/>
                  <a:gd name="connsiteX7" fmla="*/ 1189 w 6343"/>
                  <a:gd name="connsiteY7" fmla="*/ 5597 h 6345"/>
                  <a:gd name="connsiteX8" fmla="*/ 3432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26"/>
                    </a:moveTo>
                    <a:cubicBezTo>
                      <a:pt x="4273" y="6526"/>
                      <a:pt x="5080" y="6192"/>
                      <a:pt x="5675" y="5597"/>
                    </a:cubicBezTo>
                    <a:cubicBezTo>
                      <a:pt x="6269" y="5002"/>
                      <a:pt x="6604" y="4195"/>
                      <a:pt x="6604" y="3354"/>
                    </a:cubicBezTo>
                    <a:cubicBezTo>
                      <a:pt x="6604" y="2512"/>
                      <a:pt x="6269" y="1705"/>
                      <a:pt x="5675" y="1110"/>
                    </a:cubicBezTo>
                    <a:cubicBezTo>
                      <a:pt x="5080" y="515"/>
                      <a:pt x="4273" y="181"/>
                      <a:pt x="3432" y="181"/>
                    </a:cubicBezTo>
                    <a:cubicBezTo>
                      <a:pt x="2591" y="181"/>
                      <a:pt x="1784" y="515"/>
                      <a:pt x="1189" y="1110"/>
                    </a:cubicBezTo>
                    <a:cubicBezTo>
                      <a:pt x="595" y="1705"/>
                      <a:pt x="260" y="2512"/>
                      <a:pt x="260" y="3354"/>
                    </a:cubicBezTo>
                    <a:cubicBezTo>
                      <a:pt x="260" y="4195"/>
                      <a:pt x="595" y="5002"/>
                      <a:pt x="1189" y="5597"/>
                    </a:cubicBezTo>
                    <a:cubicBezTo>
                      <a:pt x="1784" y="6192"/>
                      <a:pt x="2591" y="6526"/>
                      <a:pt x="3432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95" name="Freeform: Shape 5394">
                <a:extLst>
                  <a:ext uri="{FF2B5EF4-FFF2-40B4-BE49-F238E27FC236}">
                    <a16:creationId xmlns:a16="http://schemas.microsoft.com/office/drawing/2014/main" id="{8F52D1A1-BABA-C89D-825E-90C259E5C8EA}"/>
                  </a:ext>
                </a:extLst>
              </p:cNvPr>
              <p:cNvSpPr/>
              <p:nvPr/>
            </p:nvSpPr>
            <p:spPr>
              <a:xfrm>
                <a:off x="4046042" y="5965929"/>
                <a:ext cx="6343" cy="6345"/>
              </a:xfrm>
              <a:custGeom>
                <a:avLst/>
                <a:gdLst>
                  <a:gd name="connsiteX0" fmla="*/ 3423 w 6343"/>
                  <a:gd name="connsiteY0" fmla="*/ 6541 h 6345"/>
                  <a:gd name="connsiteX1" fmla="*/ 5666 w 6343"/>
                  <a:gd name="connsiteY1" fmla="*/ 5612 h 6345"/>
                  <a:gd name="connsiteX2" fmla="*/ 6595 w 6343"/>
                  <a:gd name="connsiteY2" fmla="*/ 3369 h 6345"/>
                  <a:gd name="connsiteX3" fmla="*/ 5666 w 6343"/>
                  <a:gd name="connsiteY3" fmla="*/ 1125 h 6345"/>
                  <a:gd name="connsiteX4" fmla="*/ 3423 w 6343"/>
                  <a:gd name="connsiteY4" fmla="*/ 196 h 6345"/>
                  <a:gd name="connsiteX5" fmla="*/ 1181 w 6343"/>
                  <a:gd name="connsiteY5" fmla="*/ 1125 h 6345"/>
                  <a:gd name="connsiteX6" fmla="*/ 252 w 6343"/>
                  <a:gd name="connsiteY6" fmla="*/ 3369 h 6345"/>
                  <a:gd name="connsiteX7" fmla="*/ 1181 w 6343"/>
                  <a:gd name="connsiteY7" fmla="*/ 5612 h 6345"/>
                  <a:gd name="connsiteX8" fmla="*/ 3423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41"/>
                    </a:moveTo>
                    <a:cubicBezTo>
                      <a:pt x="4264" y="6541"/>
                      <a:pt x="5071" y="6207"/>
                      <a:pt x="5666" y="5612"/>
                    </a:cubicBezTo>
                    <a:cubicBezTo>
                      <a:pt x="6261" y="5017"/>
                      <a:pt x="6595" y="4210"/>
                      <a:pt x="6595" y="3369"/>
                    </a:cubicBezTo>
                    <a:cubicBezTo>
                      <a:pt x="6595" y="2527"/>
                      <a:pt x="6261" y="1720"/>
                      <a:pt x="5666" y="1125"/>
                    </a:cubicBezTo>
                    <a:cubicBezTo>
                      <a:pt x="5071" y="530"/>
                      <a:pt x="4264" y="196"/>
                      <a:pt x="3423" y="196"/>
                    </a:cubicBezTo>
                    <a:cubicBezTo>
                      <a:pt x="2582" y="196"/>
                      <a:pt x="1775" y="530"/>
                      <a:pt x="1181" y="1125"/>
                    </a:cubicBezTo>
                    <a:cubicBezTo>
                      <a:pt x="586" y="1720"/>
                      <a:pt x="252" y="2527"/>
                      <a:pt x="252" y="3369"/>
                    </a:cubicBezTo>
                    <a:cubicBezTo>
                      <a:pt x="252" y="4210"/>
                      <a:pt x="586" y="5017"/>
                      <a:pt x="1181" y="5612"/>
                    </a:cubicBezTo>
                    <a:cubicBezTo>
                      <a:pt x="1775" y="6207"/>
                      <a:pt x="2582" y="6541"/>
                      <a:pt x="3423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96" name="Freeform: Shape 5395">
                <a:extLst>
                  <a:ext uri="{FF2B5EF4-FFF2-40B4-BE49-F238E27FC236}">
                    <a16:creationId xmlns:a16="http://schemas.microsoft.com/office/drawing/2014/main" id="{5652F52C-DB52-E9A9-C1AE-F028DDECB8D2}"/>
                  </a:ext>
                </a:extLst>
              </p:cNvPr>
              <p:cNvSpPr/>
              <p:nvPr/>
            </p:nvSpPr>
            <p:spPr>
              <a:xfrm>
                <a:off x="4031419" y="5975836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80 w 6343"/>
                  <a:gd name="connsiteY5" fmla="*/ 1126 h 6345"/>
                  <a:gd name="connsiteX6" fmla="*/ 251 w 6343"/>
                  <a:gd name="connsiteY6" fmla="*/ 3369 h 6345"/>
                  <a:gd name="connsiteX7" fmla="*/ 1180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60" y="5018"/>
                      <a:pt x="6594" y="4211"/>
                      <a:pt x="6594" y="3369"/>
                    </a:cubicBezTo>
                    <a:cubicBezTo>
                      <a:pt x="6594" y="2528"/>
                      <a:pt x="6260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80" y="1126"/>
                    </a:cubicBezTo>
                    <a:cubicBezTo>
                      <a:pt x="585" y="1721"/>
                      <a:pt x="251" y="2528"/>
                      <a:pt x="251" y="3369"/>
                    </a:cubicBezTo>
                    <a:cubicBezTo>
                      <a:pt x="251" y="4211"/>
                      <a:pt x="585" y="5018"/>
                      <a:pt x="1180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97" name="Freeform: Shape 5396">
                <a:extLst>
                  <a:ext uri="{FF2B5EF4-FFF2-40B4-BE49-F238E27FC236}">
                    <a16:creationId xmlns:a16="http://schemas.microsoft.com/office/drawing/2014/main" id="{E2976E3C-0EAC-AD2F-A90F-1001BE833056}"/>
                  </a:ext>
                </a:extLst>
              </p:cNvPr>
              <p:cNvSpPr/>
              <p:nvPr/>
            </p:nvSpPr>
            <p:spPr>
              <a:xfrm>
                <a:off x="4029187" y="5975642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5 w 6343"/>
                  <a:gd name="connsiteY1" fmla="*/ 5613 h 6345"/>
                  <a:gd name="connsiteX2" fmla="*/ 6594 w 6343"/>
                  <a:gd name="connsiteY2" fmla="*/ 3369 h 6345"/>
                  <a:gd name="connsiteX3" fmla="*/ 5665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5" y="5613"/>
                    </a:cubicBezTo>
                    <a:cubicBezTo>
                      <a:pt x="6259" y="5018"/>
                      <a:pt x="6594" y="4211"/>
                      <a:pt x="6594" y="3369"/>
                    </a:cubicBezTo>
                    <a:cubicBezTo>
                      <a:pt x="6594" y="2528"/>
                      <a:pt x="6259" y="1721"/>
                      <a:pt x="5665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5" y="1721"/>
                      <a:pt x="250" y="2528"/>
                      <a:pt x="250" y="3369"/>
                    </a:cubicBezTo>
                    <a:cubicBezTo>
                      <a:pt x="250" y="4211"/>
                      <a:pt x="585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98" name="Freeform: Shape 5397">
                <a:extLst>
                  <a:ext uri="{FF2B5EF4-FFF2-40B4-BE49-F238E27FC236}">
                    <a16:creationId xmlns:a16="http://schemas.microsoft.com/office/drawing/2014/main" id="{DDF80D6C-70CD-F591-7FB1-A0D868E6AB49}"/>
                  </a:ext>
                </a:extLst>
              </p:cNvPr>
              <p:cNvSpPr/>
              <p:nvPr/>
            </p:nvSpPr>
            <p:spPr>
              <a:xfrm>
                <a:off x="4026914" y="5975352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99" name="Freeform: Shape 5398">
                <a:extLst>
                  <a:ext uri="{FF2B5EF4-FFF2-40B4-BE49-F238E27FC236}">
                    <a16:creationId xmlns:a16="http://schemas.microsoft.com/office/drawing/2014/main" id="{29C0046E-895F-059B-4D05-714B68EB9C79}"/>
                  </a:ext>
                </a:extLst>
              </p:cNvPr>
              <p:cNvSpPr/>
              <p:nvPr/>
            </p:nvSpPr>
            <p:spPr>
              <a:xfrm>
                <a:off x="4024824" y="5975316"/>
                <a:ext cx="6343" cy="6345"/>
              </a:xfrm>
              <a:custGeom>
                <a:avLst/>
                <a:gdLst>
                  <a:gd name="connsiteX0" fmla="*/ 3422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2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42"/>
                    </a:moveTo>
                    <a:cubicBezTo>
                      <a:pt x="4263" y="6542"/>
                      <a:pt x="5070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70" y="531"/>
                      <a:pt x="4263" y="197"/>
                      <a:pt x="3422" y="197"/>
                    </a:cubicBezTo>
                    <a:cubicBezTo>
                      <a:pt x="2581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1" y="6542"/>
                      <a:pt x="342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00" name="Freeform: Shape 5399">
                <a:extLst>
                  <a:ext uri="{FF2B5EF4-FFF2-40B4-BE49-F238E27FC236}">
                    <a16:creationId xmlns:a16="http://schemas.microsoft.com/office/drawing/2014/main" id="{B4BCC9D6-A6B9-45E5-E14F-BCAC3DBD8F62}"/>
                  </a:ext>
                </a:extLst>
              </p:cNvPr>
              <p:cNvSpPr/>
              <p:nvPr/>
            </p:nvSpPr>
            <p:spPr>
              <a:xfrm>
                <a:off x="4023008" y="5975694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3" y="6542"/>
                      <a:pt x="5069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69" y="531"/>
                      <a:pt x="4263" y="197"/>
                      <a:pt x="3421" y="197"/>
                    </a:cubicBezTo>
                    <a:cubicBezTo>
                      <a:pt x="2580" y="197"/>
                      <a:pt x="1774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4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01" name="Freeform: Shape 5400">
                <a:extLst>
                  <a:ext uri="{FF2B5EF4-FFF2-40B4-BE49-F238E27FC236}">
                    <a16:creationId xmlns:a16="http://schemas.microsoft.com/office/drawing/2014/main" id="{B70C04DE-3060-E7AC-CE75-7D9B412F4A5A}"/>
                  </a:ext>
                </a:extLst>
              </p:cNvPr>
              <p:cNvSpPr/>
              <p:nvPr/>
            </p:nvSpPr>
            <p:spPr>
              <a:xfrm>
                <a:off x="4020661" y="5975194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3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02" name="Freeform: Shape 5401">
                <a:extLst>
                  <a:ext uri="{FF2B5EF4-FFF2-40B4-BE49-F238E27FC236}">
                    <a16:creationId xmlns:a16="http://schemas.microsoft.com/office/drawing/2014/main" id="{F15DBF13-BF88-610E-78E6-E400AE859404}"/>
                  </a:ext>
                </a:extLst>
              </p:cNvPr>
              <p:cNvSpPr/>
              <p:nvPr/>
            </p:nvSpPr>
            <p:spPr>
              <a:xfrm>
                <a:off x="4018517" y="5974990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9 w 6343"/>
                  <a:gd name="connsiteY5" fmla="*/ 1126 h 6345"/>
                  <a:gd name="connsiteX6" fmla="*/ 250 w 6343"/>
                  <a:gd name="connsiteY6" fmla="*/ 3369 h 6345"/>
                  <a:gd name="connsiteX7" fmla="*/ 1179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4" y="5613"/>
                    </a:cubicBezTo>
                    <a:cubicBezTo>
                      <a:pt x="6259" y="5018"/>
                      <a:pt x="6593" y="4211"/>
                      <a:pt x="6593" y="3369"/>
                    </a:cubicBezTo>
                    <a:cubicBezTo>
                      <a:pt x="6593" y="2528"/>
                      <a:pt x="6259" y="1721"/>
                      <a:pt x="5664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3" y="531"/>
                      <a:pt x="1179" y="1126"/>
                    </a:cubicBezTo>
                    <a:cubicBezTo>
                      <a:pt x="584" y="1721"/>
                      <a:pt x="250" y="2528"/>
                      <a:pt x="250" y="3369"/>
                    </a:cubicBezTo>
                    <a:cubicBezTo>
                      <a:pt x="250" y="4211"/>
                      <a:pt x="584" y="5018"/>
                      <a:pt x="1179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03" name="Freeform: Shape 5402">
                <a:extLst>
                  <a:ext uri="{FF2B5EF4-FFF2-40B4-BE49-F238E27FC236}">
                    <a16:creationId xmlns:a16="http://schemas.microsoft.com/office/drawing/2014/main" id="{5900048A-BA2D-A9E3-0F22-A09EC9422896}"/>
                  </a:ext>
                </a:extLst>
              </p:cNvPr>
              <p:cNvSpPr/>
              <p:nvPr/>
            </p:nvSpPr>
            <p:spPr>
              <a:xfrm>
                <a:off x="4016595" y="5975126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4 w 6343"/>
                  <a:gd name="connsiteY1" fmla="*/ 5613 h 6345"/>
                  <a:gd name="connsiteX2" fmla="*/ 6593 w 6343"/>
                  <a:gd name="connsiteY2" fmla="*/ 3369 h 6345"/>
                  <a:gd name="connsiteX3" fmla="*/ 5664 w 6343"/>
                  <a:gd name="connsiteY3" fmla="*/ 1126 h 6345"/>
                  <a:gd name="connsiteX4" fmla="*/ 3421 w 6343"/>
                  <a:gd name="connsiteY4" fmla="*/ 197 h 6345"/>
                  <a:gd name="connsiteX5" fmla="*/ 1178 w 6343"/>
                  <a:gd name="connsiteY5" fmla="*/ 1126 h 6345"/>
                  <a:gd name="connsiteX6" fmla="*/ 249 w 6343"/>
                  <a:gd name="connsiteY6" fmla="*/ 3369 h 6345"/>
                  <a:gd name="connsiteX7" fmla="*/ 1178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4" y="5613"/>
                    </a:cubicBezTo>
                    <a:cubicBezTo>
                      <a:pt x="6258" y="5018"/>
                      <a:pt x="6593" y="4211"/>
                      <a:pt x="6593" y="3369"/>
                    </a:cubicBezTo>
                    <a:cubicBezTo>
                      <a:pt x="6593" y="2528"/>
                      <a:pt x="6258" y="1721"/>
                      <a:pt x="5664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3" y="531"/>
                      <a:pt x="1178" y="1126"/>
                    </a:cubicBezTo>
                    <a:cubicBezTo>
                      <a:pt x="584" y="1721"/>
                      <a:pt x="249" y="2528"/>
                      <a:pt x="249" y="3369"/>
                    </a:cubicBezTo>
                    <a:cubicBezTo>
                      <a:pt x="249" y="4211"/>
                      <a:pt x="584" y="5018"/>
                      <a:pt x="1178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04" name="Freeform: Shape 5403">
                <a:extLst>
                  <a:ext uri="{FF2B5EF4-FFF2-40B4-BE49-F238E27FC236}">
                    <a16:creationId xmlns:a16="http://schemas.microsoft.com/office/drawing/2014/main" id="{80DCAF4C-33FE-E961-9B48-B7740DE1C6FE}"/>
                  </a:ext>
                </a:extLst>
              </p:cNvPr>
              <p:cNvSpPr/>
              <p:nvPr/>
            </p:nvSpPr>
            <p:spPr>
              <a:xfrm>
                <a:off x="4013902" y="5973935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3 w 6343"/>
                  <a:gd name="connsiteY1" fmla="*/ 5613 h 6345"/>
                  <a:gd name="connsiteX2" fmla="*/ 6592 w 6343"/>
                  <a:gd name="connsiteY2" fmla="*/ 3369 h 6345"/>
                  <a:gd name="connsiteX3" fmla="*/ 5663 w 6343"/>
                  <a:gd name="connsiteY3" fmla="*/ 1126 h 6345"/>
                  <a:gd name="connsiteX4" fmla="*/ 3421 w 6343"/>
                  <a:gd name="connsiteY4" fmla="*/ 197 h 6345"/>
                  <a:gd name="connsiteX5" fmla="*/ 1178 w 6343"/>
                  <a:gd name="connsiteY5" fmla="*/ 1126 h 6345"/>
                  <a:gd name="connsiteX6" fmla="*/ 249 w 6343"/>
                  <a:gd name="connsiteY6" fmla="*/ 3369 h 6345"/>
                  <a:gd name="connsiteX7" fmla="*/ 1178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3" y="5613"/>
                    </a:cubicBezTo>
                    <a:cubicBezTo>
                      <a:pt x="6258" y="5018"/>
                      <a:pt x="6592" y="4211"/>
                      <a:pt x="6592" y="3369"/>
                    </a:cubicBezTo>
                    <a:cubicBezTo>
                      <a:pt x="6592" y="2528"/>
                      <a:pt x="6258" y="1721"/>
                      <a:pt x="5663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3" y="531"/>
                      <a:pt x="1178" y="1126"/>
                    </a:cubicBezTo>
                    <a:cubicBezTo>
                      <a:pt x="583" y="1721"/>
                      <a:pt x="249" y="2528"/>
                      <a:pt x="249" y="3369"/>
                    </a:cubicBezTo>
                    <a:cubicBezTo>
                      <a:pt x="249" y="4211"/>
                      <a:pt x="583" y="5018"/>
                      <a:pt x="1178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05" name="Freeform: Shape 5404">
                <a:extLst>
                  <a:ext uri="{FF2B5EF4-FFF2-40B4-BE49-F238E27FC236}">
                    <a16:creationId xmlns:a16="http://schemas.microsoft.com/office/drawing/2014/main" id="{24A6F59D-C3A1-2F7B-4683-6A7D7FB0EE08}"/>
                  </a:ext>
                </a:extLst>
              </p:cNvPr>
              <p:cNvSpPr/>
              <p:nvPr/>
            </p:nvSpPr>
            <p:spPr>
              <a:xfrm>
                <a:off x="4012717" y="5975273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3 w 6343"/>
                  <a:gd name="connsiteY1" fmla="*/ 5613 h 6345"/>
                  <a:gd name="connsiteX2" fmla="*/ 6592 w 6343"/>
                  <a:gd name="connsiteY2" fmla="*/ 3369 h 6345"/>
                  <a:gd name="connsiteX3" fmla="*/ 5663 w 6343"/>
                  <a:gd name="connsiteY3" fmla="*/ 1126 h 6345"/>
                  <a:gd name="connsiteX4" fmla="*/ 3421 w 6343"/>
                  <a:gd name="connsiteY4" fmla="*/ 197 h 6345"/>
                  <a:gd name="connsiteX5" fmla="*/ 1178 w 6343"/>
                  <a:gd name="connsiteY5" fmla="*/ 1126 h 6345"/>
                  <a:gd name="connsiteX6" fmla="*/ 249 w 6343"/>
                  <a:gd name="connsiteY6" fmla="*/ 3369 h 6345"/>
                  <a:gd name="connsiteX7" fmla="*/ 1178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9" y="6208"/>
                      <a:pt x="5663" y="5613"/>
                    </a:cubicBezTo>
                    <a:cubicBezTo>
                      <a:pt x="6258" y="5018"/>
                      <a:pt x="6592" y="4211"/>
                      <a:pt x="6592" y="3369"/>
                    </a:cubicBezTo>
                    <a:cubicBezTo>
                      <a:pt x="6592" y="2528"/>
                      <a:pt x="6258" y="1721"/>
                      <a:pt x="5663" y="1126"/>
                    </a:cubicBezTo>
                    <a:cubicBezTo>
                      <a:pt x="5069" y="531"/>
                      <a:pt x="4262" y="197"/>
                      <a:pt x="3421" y="197"/>
                    </a:cubicBezTo>
                    <a:cubicBezTo>
                      <a:pt x="2580" y="197"/>
                      <a:pt x="1773" y="531"/>
                      <a:pt x="1178" y="1126"/>
                    </a:cubicBezTo>
                    <a:cubicBezTo>
                      <a:pt x="583" y="1721"/>
                      <a:pt x="249" y="2528"/>
                      <a:pt x="249" y="3369"/>
                    </a:cubicBezTo>
                    <a:cubicBezTo>
                      <a:pt x="249" y="4211"/>
                      <a:pt x="583" y="5018"/>
                      <a:pt x="1178" y="5613"/>
                    </a:cubicBezTo>
                    <a:cubicBezTo>
                      <a:pt x="1773" y="6208"/>
                      <a:pt x="2580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06" name="Freeform: Shape 5405">
                <a:extLst>
                  <a:ext uri="{FF2B5EF4-FFF2-40B4-BE49-F238E27FC236}">
                    <a16:creationId xmlns:a16="http://schemas.microsoft.com/office/drawing/2014/main" id="{1E0E4069-74D4-DB51-27CF-44F4C2534FE8}"/>
                  </a:ext>
                </a:extLst>
              </p:cNvPr>
              <p:cNvSpPr/>
              <p:nvPr/>
            </p:nvSpPr>
            <p:spPr>
              <a:xfrm>
                <a:off x="4010508" y="5974844"/>
                <a:ext cx="6343" cy="6345"/>
              </a:xfrm>
              <a:custGeom>
                <a:avLst/>
                <a:gdLst>
                  <a:gd name="connsiteX0" fmla="*/ 3421 w 6343"/>
                  <a:gd name="connsiteY0" fmla="*/ 6542 h 6345"/>
                  <a:gd name="connsiteX1" fmla="*/ 5663 w 6343"/>
                  <a:gd name="connsiteY1" fmla="*/ 5613 h 6345"/>
                  <a:gd name="connsiteX2" fmla="*/ 6592 w 6343"/>
                  <a:gd name="connsiteY2" fmla="*/ 3369 h 6345"/>
                  <a:gd name="connsiteX3" fmla="*/ 5663 w 6343"/>
                  <a:gd name="connsiteY3" fmla="*/ 1126 h 6345"/>
                  <a:gd name="connsiteX4" fmla="*/ 3421 w 6343"/>
                  <a:gd name="connsiteY4" fmla="*/ 197 h 6345"/>
                  <a:gd name="connsiteX5" fmla="*/ 1178 w 6343"/>
                  <a:gd name="connsiteY5" fmla="*/ 1126 h 6345"/>
                  <a:gd name="connsiteX6" fmla="*/ 249 w 6343"/>
                  <a:gd name="connsiteY6" fmla="*/ 3369 h 6345"/>
                  <a:gd name="connsiteX7" fmla="*/ 1178 w 6343"/>
                  <a:gd name="connsiteY7" fmla="*/ 5613 h 6345"/>
                  <a:gd name="connsiteX8" fmla="*/ 3421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42"/>
                    </a:moveTo>
                    <a:cubicBezTo>
                      <a:pt x="4262" y="6542"/>
                      <a:pt x="5068" y="6208"/>
                      <a:pt x="5663" y="5613"/>
                    </a:cubicBezTo>
                    <a:cubicBezTo>
                      <a:pt x="6258" y="5018"/>
                      <a:pt x="6592" y="4211"/>
                      <a:pt x="6592" y="3369"/>
                    </a:cubicBezTo>
                    <a:cubicBezTo>
                      <a:pt x="6592" y="2528"/>
                      <a:pt x="6258" y="1721"/>
                      <a:pt x="5663" y="1126"/>
                    </a:cubicBezTo>
                    <a:cubicBezTo>
                      <a:pt x="5068" y="531"/>
                      <a:pt x="4262" y="197"/>
                      <a:pt x="3421" y="197"/>
                    </a:cubicBezTo>
                    <a:cubicBezTo>
                      <a:pt x="2579" y="197"/>
                      <a:pt x="1773" y="531"/>
                      <a:pt x="1178" y="1126"/>
                    </a:cubicBezTo>
                    <a:cubicBezTo>
                      <a:pt x="583" y="1721"/>
                      <a:pt x="249" y="2528"/>
                      <a:pt x="249" y="3369"/>
                    </a:cubicBezTo>
                    <a:cubicBezTo>
                      <a:pt x="249" y="4211"/>
                      <a:pt x="583" y="5018"/>
                      <a:pt x="1178" y="5613"/>
                    </a:cubicBezTo>
                    <a:cubicBezTo>
                      <a:pt x="1773" y="6208"/>
                      <a:pt x="2579" y="6542"/>
                      <a:pt x="3421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07" name="Freeform: Shape 5406">
                <a:extLst>
                  <a:ext uri="{FF2B5EF4-FFF2-40B4-BE49-F238E27FC236}">
                    <a16:creationId xmlns:a16="http://schemas.microsoft.com/office/drawing/2014/main" id="{5C1453F5-733F-F7CD-647C-A61DAE0199DD}"/>
                  </a:ext>
                </a:extLst>
              </p:cNvPr>
              <p:cNvSpPr/>
              <p:nvPr/>
            </p:nvSpPr>
            <p:spPr>
              <a:xfrm>
                <a:off x="4008606" y="5974920"/>
                <a:ext cx="6343" cy="6345"/>
              </a:xfrm>
              <a:custGeom>
                <a:avLst/>
                <a:gdLst>
                  <a:gd name="connsiteX0" fmla="*/ 3420 w 6343"/>
                  <a:gd name="connsiteY0" fmla="*/ 6542 h 6345"/>
                  <a:gd name="connsiteX1" fmla="*/ 5663 w 6343"/>
                  <a:gd name="connsiteY1" fmla="*/ 5613 h 6345"/>
                  <a:gd name="connsiteX2" fmla="*/ 6592 w 6343"/>
                  <a:gd name="connsiteY2" fmla="*/ 3369 h 6345"/>
                  <a:gd name="connsiteX3" fmla="*/ 5663 w 6343"/>
                  <a:gd name="connsiteY3" fmla="*/ 1126 h 6345"/>
                  <a:gd name="connsiteX4" fmla="*/ 3420 w 6343"/>
                  <a:gd name="connsiteY4" fmla="*/ 197 h 6345"/>
                  <a:gd name="connsiteX5" fmla="*/ 1178 w 6343"/>
                  <a:gd name="connsiteY5" fmla="*/ 1126 h 6345"/>
                  <a:gd name="connsiteX6" fmla="*/ 249 w 6343"/>
                  <a:gd name="connsiteY6" fmla="*/ 3369 h 6345"/>
                  <a:gd name="connsiteX7" fmla="*/ 1178 w 6343"/>
                  <a:gd name="connsiteY7" fmla="*/ 5613 h 6345"/>
                  <a:gd name="connsiteX8" fmla="*/ 3420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42"/>
                    </a:moveTo>
                    <a:cubicBezTo>
                      <a:pt x="4261" y="6542"/>
                      <a:pt x="5068" y="6208"/>
                      <a:pt x="5663" y="5613"/>
                    </a:cubicBezTo>
                    <a:cubicBezTo>
                      <a:pt x="6258" y="5018"/>
                      <a:pt x="6592" y="4211"/>
                      <a:pt x="6592" y="3369"/>
                    </a:cubicBezTo>
                    <a:cubicBezTo>
                      <a:pt x="6592" y="2528"/>
                      <a:pt x="6258" y="1721"/>
                      <a:pt x="5663" y="1126"/>
                    </a:cubicBezTo>
                    <a:cubicBezTo>
                      <a:pt x="5068" y="531"/>
                      <a:pt x="4261" y="197"/>
                      <a:pt x="3420" y="197"/>
                    </a:cubicBezTo>
                    <a:cubicBezTo>
                      <a:pt x="2579" y="197"/>
                      <a:pt x="1772" y="531"/>
                      <a:pt x="1178" y="1126"/>
                    </a:cubicBezTo>
                    <a:cubicBezTo>
                      <a:pt x="583" y="1721"/>
                      <a:pt x="249" y="2528"/>
                      <a:pt x="249" y="3369"/>
                    </a:cubicBezTo>
                    <a:cubicBezTo>
                      <a:pt x="249" y="4211"/>
                      <a:pt x="583" y="5018"/>
                      <a:pt x="1178" y="5613"/>
                    </a:cubicBezTo>
                    <a:cubicBezTo>
                      <a:pt x="1772" y="6208"/>
                      <a:pt x="2579" y="6542"/>
                      <a:pt x="3420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08" name="Freeform: Shape 5407">
                <a:extLst>
                  <a:ext uri="{FF2B5EF4-FFF2-40B4-BE49-F238E27FC236}">
                    <a16:creationId xmlns:a16="http://schemas.microsoft.com/office/drawing/2014/main" id="{56D0985A-7F56-C4ED-B3B3-DE9BA363E491}"/>
                  </a:ext>
                </a:extLst>
              </p:cNvPr>
              <p:cNvSpPr/>
              <p:nvPr/>
            </p:nvSpPr>
            <p:spPr>
              <a:xfrm>
                <a:off x="4006978" y="5975465"/>
                <a:ext cx="6343" cy="6345"/>
              </a:xfrm>
              <a:custGeom>
                <a:avLst/>
                <a:gdLst>
                  <a:gd name="connsiteX0" fmla="*/ 3420 w 6343"/>
                  <a:gd name="connsiteY0" fmla="*/ 6542 h 6345"/>
                  <a:gd name="connsiteX1" fmla="*/ 5663 w 6343"/>
                  <a:gd name="connsiteY1" fmla="*/ 5613 h 6345"/>
                  <a:gd name="connsiteX2" fmla="*/ 6592 w 6343"/>
                  <a:gd name="connsiteY2" fmla="*/ 3369 h 6345"/>
                  <a:gd name="connsiteX3" fmla="*/ 5663 w 6343"/>
                  <a:gd name="connsiteY3" fmla="*/ 1126 h 6345"/>
                  <a:gd name="connsiteX4" fmla="*/ 3420 w 6343"/>
                  <a:gd name="connsiteY4" fmla="*/ 197 h 6345"/>
                  <a:gd name="connsiteX5" fmla="*/ 1178 w 6343"/>
                  <a:gd name="connsiteY5" fmla="*/ 1126 h 6345"/>
                  <a:gd name="connsiteX6" fmla="*/ 249 w 6343"/>
                  <a:gd name="connsiteY6" fmla="*/ 3369 h 6345"/>
                  <a:gd name="connsiteX7" fmla="*/ 1178 w 6343"/>
                  <a:gd name="connsiteY7" fmla="*/ 5613 h 6345"/>
                  <a:gd name="connsiteX8" fmla="*/ 3420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42"/>
                    </a:moveTo>
                    <a:cubicBezTo>
                      <a:pt x="4261" y="6542"/>
                      <a:pt x="5068" y="6208"/>
                      <a:pt x="5663" y="5613"/>
                    </a:cubicBezTo>
                    <a:cubicBezTo>
                      <a:pt x="6258" y="5018"/>
                      <a:pt x="6592" y="4211"/>
                      <a:pt x="6592" y="3369"/>
                    </a:cubicBezTo>
                    <a:cubicBezTo>
                      <a:pt x="6592" y="2528"/>
                      <a:pt x="6258" y="1721"/>
                      <a:pt x="5663" y="1126"/>
                    </a:cubicBezTo>
                    <a:cubicBezTo>
                      <a:pt x="5068" y="531"/>
                      <a:pt x="4261" y="197"/>
                      <a:pt x="3420" y="197"/>
                    </a:cubicBezTo>
                    <a:cubicBezTo>
                      <a:pt x="2579" y="197"/>
                      <a:pt x="1772" y="531"/>
                      <a:pt x="1178" y="1126"/>
                    </a:cubicBezTo>
                    <a:cubicBezTo>
                      <a:pt x="583" y="1721"/>
                      <a:pt x="249" y="2528"/>
                      <a:pt x="249" y="3369"/>
                    </a:cubicBezTo>
                    <a:cubicBezTo>
                      <a:pt x="249" y="4211"/>
                      <a:pt x="583" y="5018"/>
                      <a:pt x="1178" y="5613"/>
                    </a:cubicBezTo>
                    <a:cubicBezTo>
                      <a:pt x="1772" y="6208"/>
                      <a:pt x="2579" y="6542"/>
                      <a:pt x="3420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09" name="Freeform: Shape 5408">
                <a:extLst>
                  <a:ext uri="{FF2B5EF4-FFF2-40B4-BE49-F238E27FC236}">
                    <a16:creationId xmlns:a16="http://schemas.microsoft.com/office/drawing/2014/main" id="{AFE91FD2-E63E-ED55-7BCC-0DD69E25195A}"/>
                  </a:ext>
                </a:extLst>
              </p:cNvPr>
              <p:cNvSpPr/>
              <p:nvPr/>
            </p:nvSpPr>
            <p:spPr>
              <a:xfrm>
                <a:off x="4005103" y="5975554"/>
                <a:ext cx="6343" cy="6345"/>
              </a:xfrm>
              <a:custGeom>
                <a:avLst/>
                <a:gdLst>
                  <a:gd name="connsiteX0" fmla="*/ 3420 w 6343"/>
                  <a:gd name="connsiteY0" fmla="*/ 6542 h 6345"/>
                  <a:gd name="connsiteX1" fmla="*/ 5663 w 6343"/>
                  <a:gd name="connsiteY1" fmla="*/ 5613 h 6345"/>
                  <a:gd name="connsiteX2" fmla="*/ 6592 w 6343"/>
                  <a:gd name="connsiteY2" fmla="*/ 3369 h 6345"/>
                  <a:gd name="connsiteX3" fmla="*/ 5663 w 6343"/>
                  <a:gd name="connsiteY3" fmla="*/ 1126 h 6345"/>
                  <a:gd name="connsiteX4" fmla="*/ 3420 w 6343"/>
                  <a:gd name="connsiteY4" fmla="*/ 197 h 6345"/>
                  <a:gd name="connsiteX5" fmla="*/ 1177 w 6343"/>
                  <a:gd name="connsiteY5" fmla="*/ 1126 h 6345"/>
                  <a:gd name="connsiteX6" fmla="*/ 249 w 6343"/>
                  <a:gd name="connsiteY6" fmla="*/ 3369 h 6345"/>
                  <a:gd name="connsiteX7" fmla="*/ 1177 w 6343"/>
                  <a:gd name="connsiteY7" fmla="*/ 5613 h 6345"/>
                  <a:gd name="connsiteX8" fmla="*/ 3420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42"/>
                    </a:moveTo>
                    <a:cubicBezTo>
                      <a:pt x="4261" y="6542"/>
                      <a:pt x="5068" y="6208"/>
                      <a:pt x="5663" y="5613"/>
                    </a:cubicBezTo>
                    <a:cubicBezTo>
                      <a:pt x="6257" y="5018"/>
                      <a:pt x="6592" y="4211"/>
                      <a:pt x="6592" y="3369"/>
                    </a:cubicBezTo>
                    <a:cubicBezTo>
                      <a:pt x="6592" y="2528"/>
                      <a:pt x="6257" y="1721"/>
                      <a:pt x="5663" y="1126"/>
                    </a:cubicBezTo>
                    <a:cubicBezTo>
                      <a:pt x="5068" y="531"/>
                      <a:pt x="4261" y="197"/>
                      <a:pt x="3420" y="197"/>
                    </a:cubicBezTo>
                    <a:cubicBezTo>
                      <a:pt x="2579" y="197"/>
                      <a:pt x="1772" y="531"/>
                      <a:pt x="1177" y="1126"/>
                    </a:cubicBezTo>
                    <a:cubicBezTo>
                      <a:pt x="583" y="1721"/>
                      <a:pt x="249" y="2528"/>
                      <a:pt x="249" y="3369"/>
                    </a:cubicBezTo>
                    <a:cubicBezTo>
                      <a:pt x="249" y="4211"/>
                      <a:pt x="583" y="5018"/>
                      <a:pt x="1177" y="5613"/>
                    </a:cubicBezTo>
                    <a:cubicBezTo>
                      <a:pt x="1772" y="6208"/>
                      <a:pt x="2579" y="6542"/>
                      <a:pt x="3420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10" name="Freeform: Shape 5409">
                <a:extLst>
                  <a:ext uri="{FF2B5EF4-FFF2-40B4-BE49-F238E27FC236}">
                    <a16:creationId xmlns:a16="http://schemas.microsoft.com/office/drawing/2014/main" id="{A45DC842-8727-0824-24D7-EDCFD40FF024}"/>
                  </a:ext>
                </a:extLst>
              </p:cNvPr>
              <p:cNvSpPr/>
              <p:nvPr/>
            </p:nvSpPr>
            <p:spPr>
              <a:xfrm>
                <a:off x="4003651" y="5976400"/>
                <a:ext cx="6343" cy="6345"/>
              </a:xfrm>
              <a:custGeom>
                <a:avLst/>
                <a:gdLst>
                  <a:gd name="connsiteX0" fmla="*/ 3420 w 6343"/>
                  <a:gd name="connsiteY0" fmla="*/ 6542 h 6345"/>
                  <a:gd name="connsiteX1" fmla="*/ 5663 w 6343"/>
                  <a:gd name="connsiteY1" fmla="*/ 5613 h 6345"/>
                  <a:gd name="connsiteX2" fmla="*/ 6592 w 6343"/>
                  <a:gd name="connsiteY2" fmla="*/ 3369 h 6345"/>
                  <a:gd name="connsiteX3" fmla="*/ 5663 w 6343"/>
                  <a:gd name="connsiteY3" fmla="*/ 1126 h 6345"/>
                  <a:gd name="connsiteX4" fmla="*/ 3420 w 6343"/>
                  <a:gd name="connsiteY4" fmla="*/ 197 h 6345"/>
                  <a:gd name="connsiteX5" fmla="*/ 1177 w 6343"/>
                  <a:gd name="connsiteY5" fmla="*/ 1126 h 6345"/>
                  <a:gd name="connsiteX6" fmla="*/ 248 w 6343"/>
                  <a:gd name="connsiteY6" fmla="*/ 3369 h 6345"/>
                  <a:gd name="connsiteX7" fmla="*/ 1177 w 6343"/>
                  <a:gd name="connsiteY7" fmla="*/ 5613 h 6345"/>
                  <a:gd name="connsiteX8" fmla="*/ 3420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42"/>
                    </a:moveTo>
                    <a:cubicBezTo>
                      <a:pt x="4261" y="6542"/>
                      <a:pt x="5068" y="6208"/>
                      <a:pt x="5663" y="5613"/>
                    </a:cubicBezTo>
                    <a:cubicBezTo>
                      <a:pt x="6257" y="5018"/>
                      <a:pt x="6592" y="4211"/>
                      <a:pt x="6592" y="3369"/>
                    </a:cubicBezTo>
                    <a:cubicBezTo>
                      <a:pt x="6592" y="2528"/>
                      <a:pt x="6257" y="1721"/>
                      <a:pt x="5663" y="1126"/>
                    </a:cubicBezTo>
                    <a:cubicBezTo>
                      <a:pt x="5068" y="531"/>
                      <a:pt x="4261" y="197"/>
                      <a:pt x="3420" y="197"/>
                    </a:cubicBezTo>
                    <a:cubicBezTo>
                      <a:pt x="2579" y="197"/>
                      <a:pt x="1772" y="531"/>
                      <a:pt x="1177" y="1126"/>
                    </a:cubicBezTo>
                    <a:cubicBezTo>
                      <a:pt x="583" y="1721"/>
                      <a:pt x="248" y="2528"/>
                      <a:pt x="248" y="3369"/>
                    </a:cubicBezTo>
                    <a:cubicBezTo>
                      <a:pt x="248" y="4211"/>
                      <a:pt x="583" y="5018"/>
                      <a:pt x="1177" y="5613"/>
                    </a:cubicBezTo>
                    <a:cubicBezTo>
                      <a:pt x="1772" y="6208"/>
                      <a:pt x="2579" y="6542"/>
                      <a:pt x="3420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11" name="Freeform: Shape 5410">
                <a:extLst>
                  <a:ext uri="{FF2B5EF4-FFF2-40B4-BE49-F238E27FC236}">
                    <a16:creationId xmlns:a16="http://schemas.microsoft.com/office/drawing/2014/main" id="{65C99474-17A2-F3D6-504C-E85A2B0F9CDE}"/>
                  </a:ext>
                </a:extLst>
              </p:cNvPr>
              <p:cNvSpPr/>
              <p:nvPr/>
            </p:nvSpPr>
            <p:spPr>
              <a:xfrm>
                <a:off x="4001736" y="5976383"/>
                <a:ext cx="6343" cy="6345"/>
              </a:xfrm>
              <a:custGeom>
                <a:avLst/>
                <a:gdLst>
                  <a:gd name="connsiteX0" fmla="*/ 3420 w 6343"/>
                  <a:gd name="connsiteY0" fmla="*/ 6542 h 6345"/>
                  <a:gd name="connsiteX1" fmla="*/ 5662 w 6343"/>
                  <a:gd name="connsiteY1" fmla="*/ 5613 h 6345"/>
                  <a:gd name="connsiteX2" fmla="*/ 6591 w 6343"/>
                  <a:gd name="connsiteY2" fmla="*/ 3369 h 6345"/>
                  <a:gd name="connsiteX3" fmla="*/ 5662 w 6343"/>
                  <a:gd name="connsiteY3" fmla="*/ 1126 h 6345"/>
                  <a:gd name="connsiteX4" fmla="*/ 3420 w 6343"/>
                  <a:gd name="connsiteY4" fmla="*/ 197 h 6345"/>
                  <a:gd name="connsiteX5" fmla="*/ 1177 w 6343"/>
                  <a:gd name="connsiteY5" fmla="*/ 1126 h 6345"/>
                  <a:gd name="connsiteX6" fmla="*/ 248 w 6343"/>
                  <a:gd name="connsiteY6" fmla="*/ 3369 h 6345"/>
                  <a:gd name="connsiteX7" fmla="*/ 1177 w 6343"/>
                  <a:gd name="connsiteY7" fmla="*/ 5613 h 6345"/>
                  <a:gd name="connsiteX8" fmla="*/ 3420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42"/>
                    </a:moveTo>
                    <a:cubicBezTo>
                      <a:pt x="4261" y="6542"/>
                      <a:pt x="5068" y="6208"/>
                      <a:pt x="5662" y="5613"/>
                    </a:cubicBezTo>
                    <a:cubicBezTo>
                      <a:pt x="6257" y="5018"/>
                      <a:pt x="6591" y="4211"/>
                      <a:pt x="6591" y="3369"/>
                    </a:cubicBezTo>
                    <a:cubicBezTo>
                      <a:pt x="6591" y="2528"/>
                      <a:pt x="6257" y="1721"/>
                      <a:pt x="5662" y="1126"/>
                    </a:cubicBezTo>
                    <a:cubicBezTo>
                      <a:pt x="5068" y="531"/>
                      <a:pt x="4261" y="197"/>
                      <a:pt x="3420" y="197"/>
                    </a:cubicBezTo>
                    <a:cubicBezTo>
                      <a:pt x="2579" y="197"/>
                      <a:pt x="1772" y="531"/>
                      <a:pt x="1177" y="1126"/>
                    </a:cubicBezTo>
                    <a:cubicBezTo>
                      <a:pt x="582" y="1721"/>
                      <a:pt x="248" y="2528"/>
                      <a:pt x="248" y="3369"/>
                    </a:cubicBezTo>
                    <a:cubicBezTo>
                      <a:pt x="248" y="4211"/>
                      <a:pt x="582" y="5018"/>
                      <a:pt x="1177" y="5613"/>
                    </a:cubicBezTo>
                    <a:cubicBezTo>
                      <a:pt x="1772" y="6208"/>
                      <a:pt x="2579" y="6542"/>
                      <a:pt x="3420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12" name="Freeform: Shape 5411">
                <a:extLst>
                  <a:ext uri="{FF2B5EF4-FFF2-40B4-BE49-F238E27FC236}">
                    <a16:creationId xmlns:a16="http://schemas.microsoft.com/office/drawing/2014/main" id="{744217DC-CA41-99CB-4832-017D5162CFF8}"/>
                  </a:ext>
                </a:extLst>
              </p:cNvPr>
              <p:cNvSpPr/>
              <p:nvPr/>
            </p:nvSpPr>
            <p:spPr>
              <a:xfrm>
                <a:off x="4000537" y="5977699"/>
                <a:ext cx="6343" cy="6345"/>
              </a:xfrm>
              <a:custGeom>
                <a:avLst/>
                <a:gdLst>
                  <a:gd name="connsiteX0" fmla="*/ 3420 w 6343"/>
                  <a:gd name="connsiteY0" fmla="*/ 6542 h 6345"/>
                  <a:gd name="connsiteX1" fmla="*/ 5662 w 6343"/>
                  <a:gd name="connsiteY1" fmla="*/ 5613 h 6345"/>
                  <a:gd name="connsiteX2" fmla="*/ 6591 w 6343"/>
                  <a:gd name="connsiteY2" fmla="*/ 3370 h 6345"/>
                  <a:gd name="connsiteX3" fmla="*/ 5662 w 6343"/>
                  <a:gd name="connsiteY3" fmla="*/ 1126 h 6345"/>
                  <a:gd name="connsiteX4" fmla="*/ 3420 w 6343"/>
                  <a:gd name="connsiteY4" fmla="*/ 197 h 6345"/>
                  <a:gd name="connsiteX5" fmla="*/ 1177 w 6343"/>
                  <a:gd name="connsiteY5" fmla="*/ 1126 h 6345"/>
                  <a:gd name="connsiteX6" fmla="*/ 248 w 6343"/>
                  <a:gd name="connsiteY6" fmla="*/ 3370 h 6345"/>
                  <a:gd name="connsiteX7" fmla="*/ 1177 w 6343"/>
                  <a:gd name="connsiteY7" fmla="*/ 5613 h 6345"/>
                  <a:gd name="connsiteX8" fmla="*/ 3420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42"/>
                    </a:moveTo>
                    <a:cubicBezTo>
                      <a:pt x="4261" y="6542"/>
                      <a:pt x="5068" y="6208"/>
                      <a:pt x="5662" y="5613"/>
                    </a:cubicBezTo>
                    <a:cubicBezTo>
                      <a:pt x="6257" y="5018"/>
                      <a:pt x="6591" y="4211"/>
                      <a:pt x="6591" y="3370"/>
                    </a:cubicBezTo>
                    <a:cubicBezTo>
                      <a:pt x="6591" y="2528"/>
                      <a:pt x="6257" y="1721"/>
                      <a:pt x="5662" y="1126"/>
                    </a:cubicBezTo>
                    <a:cubicBezTo>
                      <a:pt x="5068" y="531"/>
                      <a:pt x="4261" y="197"/>
                      <a:pt x="3420" y="197"/>
                    </a:cubicBezTo>
                    <a:cubicBezTo>
                      <a:pt x="2579" y="197"/>
                      <a:pt x="1772" y="531"/>
                      <a:pt x="1177" y="1126"/>
                    </a:cubicBezTo>
                    <a:cubicBezTo>
                      <a:pt x="582" y="1721"/>
                      <a:pt x="248" y="2528"/>
                      <a:pt x="248" y="3370"/>
                    </a:cubicBezTo>
                    <a:cubicBezTo>
                      <a:pt x="248" y="4211"/>
                      <a:pt x="582" y="5018"/>
                      <a:pt x="1177" y="5613"/>
                    </a:cubicBezTo>
                    <a:cubicBezTo>
                      <a:pt x="1772" y="6208"/>
                      <a:pt x="2579" y="6542"/>
                      <a:pt x="3420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13" name="Freeform: Shape 5412">
                <a:extLst>
                  <a:ext uri="{FF2B5EF4-FFF2-40B4-BE49-F238E27FC236}">
                    <a16:creationId xmlns:a16="http://schemas.microsoft.com/office/drawing/2014/main" id="{DC742EDF-5779-50DC-CB18-3EDE25DDFC13}"/>
                  </a:ext>
                </a:extLst>
              </p:cNvPr>
              <p:cNvSpPr/>
              <p:nvPr/>
            </p:nvSpPr>
            <p:spPr>
              <a:xfrm>
                <a:off x="3998603" y="5977616"/>
                <a:ext cx="6343" cy="6345"/>
              </a:xfrm>
              <a:custGeom>
                <a:avLst/>
                <a:gdLst>
                  <a:gd name="connsiteX0" fmla="*/ 3420 w 6343"/>
                  <a:gd name="connsiteY0" fmla="*/ 6542 h 6345"/>
                  <a:gd name="connsiteX1" fmla="*/ 5662 w 6343"/>
                  <a:gd name="connsiteY1" fmla="*/ 5613 h 6345"/>
                  <a:gd name="connsiteX2" fmla="*/ 6591 w 6343"/>
                  <a:gd name="connsiteY2" fmla="*/ 3370 h 6345"/>
                  <a:gd name="connsiteX3" fmla="*/ 5662 w 6343"/>
                  <a:gd name="connsiteY3" fmla="*/ 1126 h 6345"/>
                  <a:gd name="connsiteX4" fmla="*/ 3420 w 6343"/>
                  <a:gd name="connsiteY4" fmla="*/ 197 h 6345"/>
                  <a:gd name="connsiteX5" fmla="*/ 1177 w 6343"/>
                  <a:gd name="connsiteY5" fmla="*/ 1126 h 6345"/>
                  <a:gd name="connsiteX6" fmla="*/ 248 w 6343"/>
                  <a:gd name="connsiteY6" fmla="*/ 3370 h 6345"/>
                  <a:gd name="connsiteX7" fmla="*/ 1177 w 6343"/>
                  <a:gd name="connsiteY7" fmla="*/ 5613 h 6345"/>
                  <a:gd name="connsiteX8" fmla="*/ 3420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42"/>
                    </a:moveTo>
                    <a:cubicBezTo>
                      <a:pt x="4261" y="6542"/>
                      <a:pt x="5067" y="6208"/>
                      <a:pt x="5662" y="5613"/>
                    </a:cubicBezTo>
                    <a:cubicBezTo>
                      <a:pt x="6257" y="5018"/>
                      <a:pt x="6591" y="4211"/>
                      <a:pt x="6591" y="3370"/>
                    </a:cubicBezTo>
                    <a:cubicBezTo>
                      <a:pt x="6591" y="2528"/>
                      <a:pt x="6257" y="1721"/>
                      <a:pt x="5662" y="1126"/>
                    </a:cubicBezTo>
                    <a:cubicBezTo>
                      <a:pt x="5067" y="531"/>
                      <a:pt x="4261" y="197"/>
                      <a:pt x="3420" y="197"/>
                    </a:cubicBezTo>
                    <a:cubicBezTo>
                      <a:pt x="2578" y="197"/>
                      <a:pt x="1772" y="531"/>
                      <a:pt x="1177" y="1126"/>
                    </a:cubicBezTo>
                    <a:cubicBezTo>
                      <a:pt x="582" y="1721"/>
                      <a:pt x="248" y="2528"/>
                      <a:pt x="248" y="3370"/>
                    </a:cubicBezTo>
                    <a:cubicBezTo>
                      <a:pt x="248" y="4211"/>
                      <a:pt x="582" y="5018"/>
                      <a:pt x="1177" y="5613"/>
                    </a:cubicBezTo>
                    <a:cubicBezTo>
                      <a:pt x="1772" y="6208"/>
                      <a:pt x="2578" y="6542"/>
                      <a:pt x="3420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14" name="Freeform: Shape 5413">
                <a:extLst>
                  <a:ext uri="{FF2B5EF4-FFF2-40B4-BE49-F238E27FC236}">
                    <a16:creationId xmlns:a16="http://schemas.microsoft.com/office/drawing/2014/main" id="{5585C649-6228-8C9A-F85B-931D39C910E7}"/>
                  </a:ext>
                </a:extLst>
              </p:cNvPr>
              <p:cNvSpPr/>
              <p:nvPr/>
            </p:nvSpPr>
            <p:spPr>
              <a:xfrm>
                <a:off x="3996927" y="5978012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2 w 6343"/>
                  <a:gd name="connsiteY1" fmla="*/ 5613 h 6345"/>
                  <a:gd name="connsiteX2" fmla="*/ 6591 w 6343"/>
                  <a:gd name="connsiteY2" fmla="*/ 3370 h 6345"/>
                  <a:gd name="connsiteX3" fmla="*/ 5662 w 6343"/>
                  <a:gd name="connsiteY3" fmla="*/ 1126 h 6345"/>
                  <a:gd name="connsiteX4" fmla="*/ 3419 w 6343"/>
                  <a:gd name="connsiteY4" fmla="*/ 197 h 6345"/>
                  <a:gd name="connsiteX5" fmla="*/ 1177 w 6343"/>
                  <a:gd name="connsiteY5" fmla="*/ 1126 h 6345"/>
                  <a:gd name="connsiteX6" fmla="*/ 248 w 6343"/>
                  <a:gd name="connsiteY6" fmla="*/ 3370 h 6345"/>
                  <a:gd name="connsiteX7" fmla="*/ 1177 w 6343"/>
                  <a:gd name="connsiteY7" fmla="*/ 5613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1" y="6542"/>
                      <a:pt x="5067" y="6208"/>
                      <a:pt x="5662" y="5613"/>
                    </a:cubicBezTo>
                    <a:cubicBezTo>
                      <a:pt x="6257" y="5018"/>
                      <a:pt x="6591" y="4211"/>
                      <a:pt x="6591" y="3370"/>
                    </a:cubicBezTo>
                    <a:cubicBezTo>
                      <a:pt x="6591" y="2528"/>
                      <a:pt x="6257" y="1721"/>
                      <a:pt x="5662" y="1126"/>
                    </a:cubicBezTo>
                    <a:cubicBezTo>
                      <a:pt x="5067" y="531"/>
                      <a:pt x="4261" y="197"/>
                      <a:pt x="3419" y="197"/>
                    </a:cubicBezTo>
                    <a:cubicBezTo>
                      <a:pt x="2578" y="197"/>
                      <a:pt x="1772" y="531"/>
                      <a:pt x="1177" y="1126"/>
                    </a:cubicBezTo>
                    <a:cubicBezTo>
                      <a:pt x="582" y="1721"/>
                      <a:pt x="248" y="2528"/>
                      <a:pt x="248" y="3370"/>
                    </a:cubicBezTo>
                    <a:cubicBezTo>
                      <a:pt x="248" y="4211"/>
                      <a:pt x="582" y="5018"/>
                      <a:pt x="1177" y="5613"/>
                    </a:cubicBezTo>
                    <a:cubicBezTo>
                      <a:pt x="1772" y="6208"/>
                      <a:pt x="2578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15" name="Freeform: Shape 5414">
                <a:extLst>
                  <a:ext uri="{FF2B5EF4-FFF2-40B4-BE49-F238E27FC236}">
                    <a16:creationId xmlns:a16="http://schemas.microsoft.com/office/drawing/2014/main" id="{8459C9D9-EA5D-C6D2-975C-27E9B87AD230}"/>
                  </a:ext>
                </a:extLst>
              </p:cNvPr>
              <p:cNvSpPr/>
              <p:nvPr/>
            </p:nvSpPr>
            <p:spPr>
              <a:xfrm>
                <a:off x="3995272" y="5978437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2 w 6343"/>
                  <a:gd name="connsiteY1" fmla="*/ 5613 h 6345"/>
                  <a:gd name="connsiteX2" fmla="*/ 6591 w 6343"/>
                  <a:gd name="connsiteY2" fmla="*/ 3370 h 6345"/>
                  <a:gd name="connsiteX3" fmla="*/ 5662 w 6343"/>
                  <a:gd name="connsiteY3" fmla="*/ 1126 h 6345"/>
                  <a:gd name="connsiteX4" fmla="*/ 3419 w 6343"/>
                  <a:gd name="connsiteY4" fmla="*/ 197 h 6345"/>
                  <a:gd name="connsiteX5" fmla="*/ 1177 w 6343"/>
                  <a:gd name="connsiteY5" fmla="*/ 1126 h 6345"/>
                  <a:gd name="connsiteX6" fmla="*/ 248 w 6343"/>
                  <a:gd name="connsiteY6" fmla="*/ 3370 h 6345"/>
                  <a:gd name="connsiteX7" fmla="*/ 1177 w 6343"/>
                  <a:gd name="connsiteY7" fmla="*/ 5613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0" y="6542"/>
                      <a:pt x="5067" y="6208"/>
                      <a:pt x="5662" y="5613"/>
                    </a:cubicBezTo>
                    <a:cubicBezTo>
                      <a:pt x="6257" y="5018"/>
                      <a:pt x="6591" y="4211"/>
                      <a:pt x="6591" y="3370"/>
                    </a:cubicBezTo>
                    <a:cubicBezTo>
                      <a:pt x="6591" y="2528"/>
                      <a:pt x="6257" y="1721"/>
                      <a:pt x="5662" y="1126"/>
                    </a:cubicBezTo>
                    <a:cubicBezTo>
                      <a:pt x="5067" y="531"/>
                      <a:pt x="4260" y="197"/>
                      <a:pt x="3419" y="197"/>
                    </a:cubicBezTo>
                    <a:cubicBezTo>
                      <a:pt x="2578" y="197"/>
                      <a:pt x="1771" y="531"/>
                      <a:pt x="1177" y="1126"/>
                    </a:cubicBezTo>
                    <a:cubicBezTo>
                      <a:pt x="582" y="1721"/>
                      <a:pt x="248" y="2528"/>
                      <a:pt x="248" y="3370"/>
                    </a:cubicBezTo>
                    <a:cubicBezTo>
                      <a:pt x="248" y="4211"/>
                      <a:pt x="582" y="5018"/>
                      <a:pt x="1177" y="5613"/>
                    </a:cubicBezTo>
                    <a:cubicBezTo>
                      <a:pt x="1771" y="6208"/>
                      <a:pt x="2578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16" name="Freeform: Shape 5415">
                <a:extLst>
                  <a:ext uri="{FF2B5EF4-FFF2-40B4-BE49-F238E27FC236}">
                    <a16:creationId xmlns:a16="http://schemas.microsoft.com/office/drawing/2014/main" id="{32672716-D578-961A-446B-F976F46B560E}"/>
                  </a:ext>
                </a:extLst>
              </p:cNvPr>
              <p:cNvSpPr/>
              <p:nvPr/>
            </p:nvSpPr>
            <p:spPr>
              <a:xfrm>
                <a:off x="3993309" y="5978231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2 w 6343"/>
                  <a:gd name="connsiteY1" fmla="*/ 5613 h 6345"/>
                  <a:gd name="connsiteX2" fmla="*/ 6591 w 6343"/>
                  <a:gd name="connsiteY2" fmla="*/ 3370 h 6345"/>
                  <a:gd name="connsiteX3" fmla="*/ 5662 w 6343"/>
                  <a:gd name="connsiteY3" fmla="*/ 1126 h 6345"/>
                  <a:gd name="connsiteX4" fmla="*/ 3419 w 6343"/>
                  <a:gd name="connsiteY4" fmla="*/ 197 h 6345"/>
                  <a:gd name="connsiteX5" fmla="*/ 1177 w 6343"/>
                  <a:gd name="connsiteY5" fmla="*/ 1126 h 6345"/>
                  <a:gd name="connsiteX6" fmla="*/ 248 w 6343"/>
                  <a:gd name="connsiteY6" fmla="*/ 3370 h 6345"/>
                  <a:gd name="connsiteX7" fmla="*/ 1177 w 6343"/>
                  <a:gd name="connsiteY7" fmla="*/ 5613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0" y="6542"/>
                      <a:pt x="5067" y="6208"/>
                      <a:pt x="5662" y="5613"/>
                    </a:cubicBezTo>
                    <a:cubicBezTo>
                      <a:pt x="6257" y="5018"/>
                      <a:pt x="6591" y="4211"/>
                      <a:pt x="6591" y="3370"/>
                    </a:cubicBezTo>
                    <a:cubicBezTo>
                      <a:pt x="6591" y="2528"/>
                      <a:pt x="6257" y="1721"/>
                      <a:pt x="5662" y="1126"/>
                    </a:cubicBezTo>
                    <a:cubicBezTo>
                      <a:pt x="5067" y="531"/>
                      <a:pt x="4260" y="197"/>
                      <a:pt x="3419" y="197"/>
                    </a:cubicBezTo>
                    <a:cubicBezTo>
                      <a:pt x="2578" y="197"/>
                      <a:pt x="1771" y="531"/>
                      <a:pt x="1177" y="1126"/>
                    </a:cubicBezTo>
                    <a:cubicBezTo>
                      <a:pt x="582" y="1721"/>
                      <a:pt x="248" y="2528"/>
                      <a:pt x="248" y="3370"/>
                    </a:cubicBezTo>
                    <a:cubicBezTo>
                      <a:pt x="248" y="4211"/>
                      <a:pt x="582" y="5018"/>
                      <a:pt x="1177" y="5613"/>
                    </a:cubicBezTo>
                    <a:cubicBezTo>
                      <a:pt x="1771" y="6208"/>
                      <a:pt x="2578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17" name="Freeform: Shape 5416">
                <a:extLst>
                  <a:ext uri="{FF2B5EF4-FFF2-40B4-BE49-F238E27FC236}">
                    <a16:creationId xmlns:a16="http://schemas.microsoft.com/office/drawing/2014/main" id="{243499F2-9CEF-F32D-097F-5BAAD9D145CF}"/>
                  </a:ext>
                </a:extLst>
              </p:cNvPr>
              <p:cNvSpPr/>
              <p:nvPr/>
            </p:nvSpPr>
            <p:spPr>
              <a:xfrm>
                <a:off x="3991737" y="5978798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2 w 6343"/>
                  <a:gd name="connsiteY1" fmla="*/ 5613 h 6345"/>
                  <a:gd name="connsiteX2" fmla="*/ 6591 w 6343"/>
                  <a:gd name="connsiteY2" fmla="*/ 3370 h 6345"/>
                  <a:gd name="connsiteX3" fmla="*/ 5662 w 6343"/>
                  <a:gd name="connsiteY3" fmla="*/ 1126 h 6345"/>
                  <a:gd name="connsiteX4" fmla="*/ 3419 w 6343"/>
                  <a:gd name="connsiteY4" fmla="*/ 197 h 6345"/>
                  <a:gd name="connsiteX5" fmla="*/ 1176 w 6343"/>
                  <a:gd name="connsiteY5" fmla="*/ 1126 h 6345"/>
                  <a:gd name="connsiteX6" fmla="*/ 247 w 6343"/>
                  <a:gd name="connsiteY6" fmla="*/ 3370 h 6345"/>
                  <a:gd name="connsiteX7" fmla="*/ 1176 w 6343"/>
                  <a:gd name="connsiteY7" fmla="*/ 5613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0" y="6542"/>
                      <a:pt x="5067" y="6208"/>
                      <a:pt x="5662" y="5613"/>
                    </a:cubicBezTo>
                    <a:cubicBezTo>
                      <a:pt x="6256" y="5018"/>
                      <a:pt x="6591" y="4211"/>
                      <a:pt x="6591" y="3370"/>
                    </a:cubicBezTo>
                    <a:cubicBezTo>
                      <a:pt x="6591" y="2528"/>
                      <a:pt x="6256" y="1721"/>
                      <a:pt x="5662" y="1126"/>
                    </a:cubicBezTo>
                    <a:cubicBezTo>
                      <a:pt x="5067" y="531"/>
                      <a:pt x="4260" y="197"/>
                      <a:pt x="3419" y="197"/>
                    </a:cubicBezTo>
                    <a:cubicBezTo>
                      <a:pt x="2578" y="197"/>
                      <a:pt x="1771" y="531"/>
                      <a:pt x="1176" y="1126"/>
                    </a:cubicBezTo>
                    <a:cubicBezTo>
                      <a:pt x="582" y="1721"/>
                      <a:pt x="247" y="2528"/>
                      <a:pt x="247" y="3370"/>
                    </a:cubicBezTo>
                    <a:cubicBezTo>
                      <a:pt x="247" y="4211"/>
                      <a:pt x="582" y="5018"/>
                      <a:pt x="1176" y="5613"/>
                    </a:cubicBezTo>
                    <a:cubicBezTo>
                      <a:pt x="1771" y="6208"/>
                      <a:pt x="2578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18" name="Freeform: Shape 5417">
                <a:extLst>
                  <a:ext uri="{FF2B5EF4-FFF2-40B4-BE49-F238E27FC236}">
                    <a16:creationId xmlns:a16="http://schemas.microsoft.com/office/drawing/2014/main" id="{AC4C411A-D647-7177-ABF4-B7DFAF1EE738}"/>
                  </a:ext>
                </a:extLst>
              </p:cNvPr>
              <p:cNvSpPr/>
              <p:nvPr/>
            </p:nvSpPr>
            <p:spPr>
              <a:xfrm>
                <a:off x="3990423" y="5979897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2 w 6343"/>
                  <a:gd name="connsiteY1" fmla="*/ 5613 h 6345"/>
                  <a:gd name="connsiteX2" fmla="*/ 6590 w 6343"/>
                  <a:gd name="connsiteY2" fmla="*/ 3370 h 6345"/>
                  <a:gd name="connsiteX3" fmla="*/ 5662 w 6343"/>
                  <a:gd name="connsiteY3" fmla="*/ 1126 h 6345"/>
                  <a:gd name="connsiteX4" fmla="*/ 3419 w 6343"/>
                  <a:gd name="connsiteY4" fmla="*/ 197 h 6345"/>
                  <a:gd name="connsiteX5" fmla="*/ 1176 w 6343"/>
                  <a:gd name="connsiteY5" fmla="*/ 1126 h 6345"/>
                  <a:gd name="connsiteX6" fmla="*/ 247 w 6343"/>
                  <a:gd name="connsiteY6" fmla="*/ 3370 h 6345"/>
                  <a:gd name="connsiteX7" fmla="*/ 1176 w 6343"/>
                  <a:gd name="connsiteY7" fmla="*/ 5613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0" y="6542"/>
                      <a:pt x="5067" y="6208"/>
                      <a:pt x="5662" y="5613"/>
                    </a:cubicBezTo>
                    <a:cubicBezTo>
                      <a:pt x="6256" y="5018"/>
                      <a:pt x="6590" y="4211"/>
                      <a:pt x="6590" y="3370"/>
                    </a:cubicBezTo>
                    <a:cubicBezTo>
                      <a:pt x="6590" y="2528"/>
                      <a:pt x="6256" y="1721"/>
                      <a:pt x="5662" y="1126"/>
                    </a:cubicBezTo>
                    <a:cubicBezTo>
                      <a:pt x="5067" y="531"/>
                      <a:pt x="4260" y="197"/>
                      <a:pt x="3419" y="197"/>
                    </a:cubicBezTo>
                    <a:cubicBezTo>
                      <a:pt x="2578" y="197"/>
                      <a:pt x="1771" y="531"/>
                      <a:pt x="1176" y="1126"/>
                    </a:cubicBezTo>
                    <a:cubicBezTo>
                      <a:pt x="582" y="1721"/>
                      <a:pt x="247" y="2528"/>
                      <a:pt x="247" y="3370"/>
                    </a:cubicBezTo>
                    <a:cubicBezTo>
                      <a:pt x="247" y="4211"/>
                      <a:pt x="582" y="5018"/>
                      <a:pt x="1176" y="5613"/>
                    </a:cubicBezTo>
                    <a:cubicBezTo>
                      <a:pt x="1771" y="6208"/>
                      <a:pt x="2578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19" name="Freeform: Shape 5418">
                <a:extLst>
                  <a:ext uri="{FF2B5EF4-FFF2-40B4-BE49-F238E27FC236}">
                    <a16:creationId xmlns:a16="http://schemas.microsoft.com/office/drawing/2014/main" id="{EAF081A6-D581-FE54-B648-97E06596FC66}"/>
                  </a:ext>
                </a:extLst>
              </p:cNvPr>
              <p:cNvSpPr/>
              <p:nvPr/>
            </p:nvSpPr>
            <p:spPr>
              <a:xfrm>
                <a:off x="3988173" y="5979026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70 h 6345"/>
                  <a:gd name="connsiteX3" fmla="*/ 5661 w 6343"/>
                  <a:gd name="connsiteY3" fmla="*/ 1126 h 6345"/>
                  <a:gd name="connsiteX4" fmla="*/ 3419 w 6343"/>
                  <a:gd name="connsiteY4" fmla="*/ 197 h 6345"/>
                  <a:gd name="connsiteX5" fmla="*/ 1176 w 6343"/>
                  <a:gd name="connsiteY5" fmla="*/ 1126 h 6345"/>
                  <a:gd name="connsiteX6" fmla="*/ 247 w 6343"/>
                  <a:gd name="connsiteY6" fmla="*/ 3370 h 6345"/>
                  <a:gd name="connsiteX7" fmla="*/ 1176 w 6343"/>
                  <a:gd name="connsiteY7" fmla="*/ 5613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0" y="6542"/>
                      <a:pt x="5067" y="6208"/>
                      <a:pt x="5661" y="5613"/>
                    </a:cubicBezTo>
                    <a:cubicBezTo>
                      <a:pt x="6256" y="5018"/>
                      <a:pt x="6590" y="4211"/>
                      <a:pt x="6590" y="3370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7" y="531"/>
                      <a:pt x="4260" y="197"/>
                      <a:pt x="3419" y="197"/>
                    </a:cubicBezTo>
                    <a:cubicBezTo>
                      <a:pt x="2578" y="197"/>
                      <a:pt x="1771" y="531"/>
                      <a:pt x="1176" y="1126"/>
                    </a:cubicBezTo>
                    <a:cubicBezTo>
                      <a:pt x="581" y="1721"/>
                      <a:pt x="247" y="2528"/>
                      <a:pt x="247" y="3370"/>
                    </a:cubicBezTo>
                    <a:cubicBezTo>
                      <a:pt x="247" y="4211"/>
                      <a:pt x="581" y="5018"/>
                      <a:pt x="1176" y="5613"/>
                    </a:cubicBezTo>
                    <a:cubicBezTo>
                      <a:pt x="1771" y="6208"/>
                      <a:pt x="2578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20" name="Freeform: Shape 5419">
                <a:extLst>
                  <a:ext uri="{FF2B5EF4-FFF2-40B4-BE49-F238E27FC236}">
                    <a16:creationId xmlns:a16="http://schemas.microsoft.com/office/drawing/2014/main" id="{0E2A0E73-DE7A-3219-55FC-ADFD9A5FC90D}"/>
                  </a:ext>
                </a:extLst>
              </p:cNvPr>
              <p:cNvSpPr/>
              <p:nvPr/>
            </p:nvSpPr>
            <p:spPr>
              <a:xfrm>
                <a:off x="3987067" y="5980565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70 h 6345"/>
                  <a:gd name="connsiteX3" fmla="*/ 5661 w 6343"/>
                  <a:gd name="connsiteY3" fmla="*/ 1126 h 6345"/>
                  <a:gd name="connsiteX4" fmla="*/ 3419 w 6343"/>
                  <a:gd name="connsiteY4" fmla="*/ 197 h 6345"/>
                  <a:gd name="connsiteX5" fmla="*/ 1176 w 6343"/>
                  <a:gd name="connsiteY5" fmla="*/ 1126 h 6345"/>
                  <a:gd name="connsiteX6" fmla="*/ 247 w 6343"/>
                  <a:gd name="connsiteY6" fmla="*/ 3370 h 6345"/>
                  <a:gd name="connsiteX7" fmla="*/ 1176 w 6343"/>
                  <a:gd name="connsiteY7" fmla="*/ 5613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0" y="6542"/>
                      <a:pt x="5067" y="6208"/>
                      <a:pt x="5661" y="5613"/>
                    </a:cubicBezTo>
                    <a:cubicBezTo>
                      <a:pt x="6256" y="5018"/>
                      <a:pt x="6590" y="4211"/>
                      <a:pt x="6590" y="3370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7" y="531"/>
                      <a:pt x="4260" y="197"/>
                      <a:pt x="3419" y="197"/>
                    </a:cubicBezTo>
                    <a:cubicBezTo>
                      <a:pt x="2578" y="197"/>
                      <a:pt x="1771" y="531"/>
                      <a:pt x="1176" y="1126"/>
                    </a:cubicBezTo>
                    <a:cubicBezTo>
                      <a:pt x="581" y="1721"/>
                      <a:pt x="247" y="2528"/>
                      <a:pt x="247" y="3370"/>
                    </a:cubicBezTo>
                    <a:cubicBezTo>
                      <a:pt x="247" y="4211"/>
                      <a:pt x="581" y="5018"/>
                      <a:pt x="1176" y="5613"/>
                    </a:cubicBezTo>
                    <a:cubicBezTo>
                      <a:pt x="1771" y="6208"/>
                      <a:pt x="2578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21" name="Freeform: Shape 5420">
                <a:extLst>
                  <a:ext uri="{FF2B5EF4-FFF2-40B4-BE49-F238E27FC236}">
                    <a16:creationId xmlns:a16="http://schemas.microsoft.com/office/drawing/2014/main" id="{A060D289-0CBE-BAAF-9CF5-DBB943B5E5C4}"/>
                  </a:ext>
                </a:extLst>
              </p:cNvPr>
              <p:cNvSpPr/>
              <p:nvPr/>
            </p:nvSpPr>
            <p:spPr>
              <a:xfrm>
                <a:off x="3985562" y="5981260"/>
                <a:ext cx="6343" cy="6345"/>
              </a:xfrm>
              <a:custGeom>
                <a:avLst/>
                <a:gdLst>
                  <a:gd name="connsiteX0" fmla="*/ 3419 w 6343"/>
                  <a:gd name="connsiteY0" fmla="*/ 6543 h 6345"/>
                  <a:gd name="connsiteX1" fmla="*/ 5661 w 6343"/>
                  <a:gd name="connsiteY1" fmla="*/ 5613 h 6345"/>
                  <a:gd name="connsiteX2" fmla="*/ 6590 w 6343"/>
                  <a:gd name="connsiteY2" fmla="*/ 3370 h 6345"/>
                  <a:gd name="connsiteX3" fmla="*/ 5661 w 6343"/>
                  <a:gd name="connsiteY3" fmla="*/ 1126 h 6345"/>
                  <a:gd name="connsiteX4" fmla="*/ 3419 w 6343"/>
                  <a:gd name="connsiteY4" fmla="*/ 197 h 6345"/>
                  <a:gd name="connsiteX5" fmla="*/ 1176 w 6343"/>
                  <a:gd name="connsiteY5" fmla="*/ 1126 h 6345"/>
                  <a:gd name="connsiteX6" fmla="*/ 247 w 6343"/>
                  <a:gd name="connsiteY6" fmla="*/ 3370 h 6345"/>
                  <a:gd name="connsiteX7" fmla="*/ 1176 w 6343"/>
                  <a:gd name="connsiteY7" fmla="*/ 5613 h 6345"/>
                  <a:gd name="connsiteX8" fmla="*/ 3419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3"/>
                    </a:moveTo>
                    <a:cubicBezTo>
                      <a:pt x="4260" y="6543"/>
                      <a:pt x="5066" y="6208"/>
                      <a:pt x="5661" y="5613"/>
                    </a:cubicBezTo>
                    <a:cubicBezTo>
                      <a:pt x="6256" y="5018"/>
                      <a:pt x="6590" y="4211"/>
                      <a:pt x="6590" y="3370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6" y="531"/>
                      <a:pt x="4260" y="197"/>
                      <a:pt x="3419" y="197"/>
                    </a:cubicBezTo>
                    <a:cubicBezTo>
                      <a:pt x="2577" y="197"/>
                      <a:pt x="1771" y="531"/>
                      <a:pt x="1176" y="1126"/>
                    </a:cubicBezTo>
                    <a:cubicBezTo>
                      <a:pt x="581" y="1721"/>
                      <a:pt x="247" y="2528"/>
                      <a:pt x="247" y="3370"/>
                    </a:cubicBezTo>
                    <a:cubicBezTo>
                      <a:pt x="247" y="4211"/>
                      <a:pt x="581" y="5018"/>
                      <a:pt x="1176" y="5613"/>
                    </a:cubicBezTo>
                    <a:cubicBezTo>
                      <a:pt x="1771" y="6208"/>
                      <a:pt x="2577" y="6543"/>
                      <a:pt x="3419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22" name="Freeform: Shape 5421">
                <a:extLst>
                  <a:ext uri="{FF2B5EF4-FFF2-40B4-BE49-F238E27FC236}">
                    <a16:creationId xmlns:a16="http://schemas.microsoft.com/office/drawing/2014/main" id="{422F5020-CB49-7D75-F191-4101EAE08E20}"/>
                  </a:ext>
                </a:extLst>
              </p:cNvPr>
              <p:cNvSpPr/>
              <p:nvPr/>
            </p:nvSpPr>
            <p:spPr>
              <a:xfrm>
                <a:off x="3971855" y="5974140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9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9" y="197"/>
                      <a:pt x="3417" y="197"/>
                    </a:cubicBezTo>
                    <a:cubicBezTo>
                      <a:pt x="2576" y="197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23" name="Freeform: Shape 5422">
                <a:extLst>
                  <a:ext uri="{FF2B5EF4-FFF2-40B4-BE49-F238E27FC236}">
                    <a16:creationId xmlns:a16="http://schemas.microsoft.com/office/drawing/2014/main" id="{C8A1C4E0-DF5C-4F2B-0DE3-F1807D58C5C9}"/>
                  </a:ext>
                </a:extLst>
              </p:cNvPr>
              <p:cNvSpPr/>
              <p:nvPr/>
            </p:nvSpPr>
            <p:spPr>
              <a:xfrm>
                <a:off x="3970042" y="5973886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24" name="Freeform: Shape 5423">
                <a:extLst>
                  <a:ext uri="{FF2B5EF4-FFF2-40B4-BE49-F238E27FC236}">
                    <a16:creationId xmlns:a16="http://schemas.microsoft.com/office/drawing/2014/main" id="{D7A91B8C-96B3-65B3-CE11-99CACB887F7D}"/>
                  </a:ext>
                </a:extLst>
              </p:cNvPr>
              <p:cNvSpPr/>
              <p:nvPr/>
            </p:nvSpPr>
            <p:spPr>
              <a:xfrm>
                <a:off x="3968305" y="5973791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25" name="Freeform: Shape 5424">
                <a:extLst>
                  <a:ext uri="{FF2B5EF4-FFF2-40B4-BE49-F238E27FC236}">
                    <a16:creationId xmlns:a16="http://schemas.microsoft.com/office/drawing/2014/main" id="{EA94F578-0DF5-EBEB-277F-991A87A6C6D5}"/>
                  </a:ext>
                </a:extLst>
              </p:cNvPr>
              <p:cNvSpPr/>
              <p:nvPr/>
            </p:nvSpPr>
            <p:spPr>
              <a:xfrm>
                <a:off x="3966842" y="5974371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4 w 6343"/>
                  <a:gd name="connsiteY5" fmla="*/ 1126 h 6345"/>
                  <a:gd name="connsiteX6" fmla="*/ 246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4" y="5018"/>
                      <a:pt x="6589" y="4211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4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26" name="Freeform: Shape 5425">
                <a:extLst>
                  <a:ext uri="{FF2B5EF4-FFF2-40B4-BE49-F238E27FC236}">
                    <a16:creationId xmlns:a16="http://schemas.microsoft.com/office/drawing/2014/main" id="{7CA3A62F-F96D-FAF5-7C1D-1856B1059A00}"/>
                  </a:ext>
                </a:extLst>
              </p:cNvPr>
              <p:cNvSpPr/>
              <p:nvPr/>
            </p:nvSpPr>
            <p:spPr>
              <a:xfrm>
                <a:off x="3965442" y="5975114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4" y="5018"/>
                      <a:pt x="6589" y="4211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4" y="1126"/>
                    </a:cubicBezTo>
                    <a:cubicBezTo>
                      <a:pt x="580" y="1721"/>
                      <a:pt x="245" y="2528"/>
                      <a:pt x="245" y="3369"/>
                    </a:cubicBezTo>
                    <a:cubicBezTo>
                      <a:pt x="245" y="4211"/>
                      <a:pt x="580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27" name="Freeform: Shape 5426">
                <a:extLst>
                  <a:ext uri="{FF2B5EF4-FFF2-40B4-BE49-F238E27FC236}">
                    <a16:creationId xmlns:a16="http://schemas.microsoft.com/office/drawing/2014/main" id="{56407206-8404-668B-7A7A-6AD10110914A}"/>
                  </a:ext>
                </a:extLst>
              </p:cNvPr>
              <p:cNvSpPr/>
              <p:nvPr/>
            </p:nvSpPr>
            <p:spPr>
              <a:xfrm>
                <a:off x="3932016" y="5934290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10 h 6345"/>
                  <a:gd name="connsiteX2" fmla="*/ 6586 w 6343"/>
                  <a:gd name="connsiteY2" fmla="*/ 3366 h 6345"/>
                  <a:gd name="connsiteX3" fmla="*/ 5657 w 6343"/>
                  <a:gd name="connsiteY3" fmla="*/ 1123 h 6345"/>
                  <a:gd name="connsiteX4" fmla="*/ 3414 w 6343"/>
                  <a:gd name="connsiteY4" fmla="*/ 193 h 6345"/>
                  <a:gd name="connsiteX5" fmla="*/ 1172 w 6343"/>
                  <a:gd name="connsiteY5" fmla="*/ 1123 h 6345"/>
                  <a:gd name="connsiteX6" fmla="*/ 243 w 6343"/>
                  <a:gd name="connsiteY6" fmla="*/ 3366 h 6345"/>
                  <a:gd name="connsiteX7" fmla="*/ 1172 w 6343"/>
                  <a:gd name="connsiteY7" fmla="*/ 5610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5"/>
                      <a:pt x="5657" y="5610"/>
                    </a:cubicBezTo>
                    <a:cubicBezTo>
                      <a:pt x="6252" y="5015"/>
                      <a:pt x="6586" y="4208"/>
                      <a:pt x="6586" y="3366"/>
                    </a:cubicBezTo>
                    <a:cubicBezTo>
                      <a:pt x="6586" y="2525"/>
                      <a:pt x="6252" y="1718"/>
                      <a:pt x="5657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2" y="1123"/>
                    </a:cubicBezTo>
                    <a:cubicBezTo>
                      <a:pt x="577" y="1718"/>
                      <a:pt x="243" y="2525"/>
                      <a:pt x="243" y="3366"/>
                    </a:cubicBezTo>
                    <a:cubicBezTo>
                      <a:pt x="243" y="4208"/>
                      <a:pt x="577" y="5015"/>
                      <a:pt x="1172" y="5610"/>
                    </a:cubicBezTo>
                    <a:cubicBezTo>
                      <a:pt x="1766" y="6205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28" name="Freeform: Shape 5427">
                <a:extLst>
                  <a:ext uri="{FF2B5EF4-FFF2-40B4-BE49-F238E27FC236}">
                    <a16:creationId xmlns:a16="http://schemas.microsoft.com/office/drawing/2014/main" id="{2EC0C19C-E124-D41D-65F6-1292C8D8D52D}"/>
                  </a:ext>
                </a:extLst>
              </p:cNvPr>
              <p:cNvSpPr/>
              <p:nvPr/>
            </p:nvSpPr>
            <p:spPr>
              <a:xfrm>
                <a:off x="3930603" y="5933982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10 h 6345"/>
                  <a:gd name="connsiteX2" fmla="*/ 6586 w 6343"/>
                  <a:gd name="connsiteY2" fmla="*/ 3366 h 6345"/>
                  <a:gd name="connsiteX3" fmla="*/ 5657 w 6343"/>
                  <a:gd name="connsiteY3" fmla="*/ 1123 h 6345"/>
                  <a:gd name="connsiteX4" fmla="*/ 3414 w 6343"/>
                  <a:gd name="connsiteY4" fmla="*/ 193 h 6345"/>
                  <a:gd name="connsiteX5" fmla="*/ 1172 w 6343"/>
                  <a:gd name="connsiteY5" fmla="*/ 1123 h 6345"/>
                  <a:gd name="connsiteX6" fmla="*/ 243 w 6343"/>
                  <a:gd name="connsiteY6" fmla="*/ 3366 h 6345"/>
                  <a:gd name="connsiteX7" fmla="*/ 1172 w 6343"/>
                  <a:gd name="connsiteY7" fmla="*/ 5610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5"/>
                      <a:pt x="5657" y="5610"/>
                    </a:cubicBezTo>
                    <a:cubicBezTo>
                      <a:pt x="6252" y="5015"/>
                      <a:pt x="6586" y="4208"/>
                      <a:pt x="6586" y="3366"/>
                    </a:cubicBezTo>
                    <a:cubicBezTo>
                      <a:pt x="6586" y="2525"/>
                      <a:pt x="6252" y="1718"/>
                      <a:pt x="5657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2" y="1123"/>
                    </a:cubicBezTo>
                    <a:cubicBezTo>
                      <a:pt x="577" y="1718"/>
                      <a:pt x="243" y="2525"/>
                      <a:pt x="243" y="3366"/>
                    </a:cubicBezTo>
                    <a:cubicBezTo>
                      <a:pt x="243" y="4208"/>
                      <a:pt x="577" y="5015"/>
                      <a:pt x="1172" y="5610"/>
                    </a:cubicBezTo>
                    <a:cubicBezTo>
                      <a:pt x="1766" y="6205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29" name="Freeform: Shape 5428">
                <a:extLst>
                  <a:ext uri="{FF2B5EF4-FFF2-40B4-BE49-F238E27FC236}">
                    <a16:creationId xmlns:a16="http://schemas.microsoft.com/office/drawing/2014/main" id="{35F9884C-73D4-6AF1-BD02-ECBCD1D39F07}"/>
                  </a:ext>
                </a:extLst>
              </p:cNvPr>
              <p:cNvSpPr/>
              <p:nvPr/>
            </p:nvSpPr>
            <p:spPr>
              <a:xfrm>
                <a:off x="3929209" y="5933710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10 h 6345"/>
                  <a:gd name="connsiteX2" fmla="*/ 6586 w 6343"/>
                  <a:gd name="connsiteY2" fmla="*/ 3366 h 6345"/>
                  <a:gd name="connsiteX3" fmla="*/ 5657 w 6343"/>
                  <a:gd name="connsiteY3" fmla="*/ 1123 h 6345"/>
                  <a:gd name="connsiteX4" fmla="*/ 3414 w 6343"/>
                  <a:gd name="connsiteY4" fmla="*/ 193 h 6345"/>
                  <a:gd name="connsiteX5" fmla="*/ 1171 w 6343"/>
                  <a:gd name="connsiteY5" fmla="*/ 1123 h 6345"/>
                  <a:gd name="connsiteX6" fmla="*/ 243 w 6343"/>
                  <a:gd name="connsiteY6" fmla="*/ 3366 h 6345"/>
                  <a:gd name="connsiteX7" fmla="*/ 1171 w 6343"/>
                  <a:gd name="connsiteY7" fmla="*/ 5610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7" y="5610"/>
                    </a:cubicBezTo>
                    <a:cubicBezTo>
                      <a:pt x="6251" y="5015"/>
                      <a:pt x="6586" y="4208"/>
                      <a:pt x="6586" y="3366"/>
                    </a:cubicBezTo>
                    <a:cubicBezTo>
                      <a:pt x="6586" y="2525"/>
                      <a:pt x="6251" y="1718"/>
                      <a:pt x="5657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1" y="1123"/>
                    </a:cubicBezTo>
                    <a:cubicBezTo>
                      <a:pt x="577" y="1718"/>
                      <a:pt x="243" y="2525"/>
                      <a:pt x="243" y="3366"/>
                    </a:cubicBezTo>
                    <a:cubicBezTo>
                      <a:pt x="243" y="4208"/>
                      <a:pt x="577" y="5015"/>
                      <a:pt x="1171" y="5610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30" name="Freeform: Shape 5429">
                <a:extLst>
                  <a:ext uri="{FF2B5EF4-FFF2-40B4-BE49-F238E27FC236}">
                    <a16:creationId xmlns:a16="http://schemas.microsoft.com/office/drawing/2014/main" id="{5CC46F7C-9E08-45DA-EB77-51EB0D3F9EF8}"/>
                  </a:ext>
                </a:extLst>
              </p:cNvPr>
              <p:cNvSpPr/>
              <p:nvPr/>
            </p:nvSpPr>
            <p:spPr>
              <a:xfrm>
                <a:off x="3927587" y="5932581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09 h 6345"/>
                  <a:gd name="connsiteX2" fmla="*/ 6586 w 6343"/>
                  <a:gd name="connsiteY2" fmla="*/ 3366 h 6345"/>
                  <a:gd name="connsiteX3" fmla="*/ 5657 w 6343"/>
                  <a:gd name="connsiteY3" fmla="*/ 1123 h 6345"/>
                  <a:gd name="connsiteX4" fmla="*/ 3414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7" y="5609"/>
                    </a:cubicBezTo>
                    <a:cubicBezTo>
                      <a:pt x="6251" y="5014"/>
                      <a:pt x="6586" y="4207"/>
                      <a:pt x="6586" y="3366"/>
                    </a:cubicBezTo>
                    <a:cubicBezTo>
                      <a:pt x="6586" y="2525"/>
                      <a:pt x="6251" y="1718"/>
                      <a:pt x="5657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1" y="1123"/>
                    </a:cubicBezTo>
                    <a:cubicBezTo>
                      <a:pt x="577" y="1718"/>
                      <a:pt x="242" y="2525"/>
                      <a:pt x="242" y="3366"/>
                    </a:cubicBezTo>
                    <a:cubicBezTo>
                      <a:pt x="242" y="4207"/>
                      <a:pt x="577" y="5014"/>
                      <a:pt x="1171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31" name="Freeform: Shape 5430">
                <a:extLst>
                  <a:ext uri="{FF2B5EF4-FFF2-40B4-BE49-F238E27FC236}">
                    <a16:creationId xmlns:a16="http://schemas.microsoft.com/office/drawing/2014/main" id="{1546316A-23D2-6898-639C-ED4ED13BDE2B}"/>
                  </a:ext>
                </a:extLst>
              </p:cNvPr>
              <p:cNvSpPr/>
              <p:nvPr/>
            </p:nvSpPr>
            <p:spPr>
              <a:xfrm>
                <a:off x="3926053" y="5931708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2 h 6345"/>
                  <a:gd name="connsiteX4" fmla="*/ 3414 w 6343"/>
                  <a:gd name="connsiteY4" fmla="*/ 193 h 6345"/>
                  <a:gd name="connsiteX5" fmla="*/ 1171 w 6343"/>
                  <a:gd name="connsiteY5" fmla="*/ 1122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5"/>
                      <a:pt x="6251" y="1717"/>
                      <a:pt x="5656" y="1122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1" y="1122"/>
                    </a:cubicBezTo>
                    <a:cubicBezTo>
                      <a:pt x="576" y="1717"/>
                      <a:pt x="242" y="2525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32" name="Freeform: Shape 5431">
                <a:extLst>
                  <a:ext uri="{FF2B5EF4-FFF2-40B4-BE49-F238E27FC236}">
                    <a16:creationId xmlns:a16="http://schemas.microsoft.com/office/drawing/2014/main" id="{66A2EBDE-C071-A3B5-05FD-A32C46002C0B}"/>
                  </a:ext>
                </a:extLst>
              </p:cNvPr>
              <p:cNvSpPr/>
              <p:nvPr/>
            </p:nvSpPr>
            <p:spPr>
              <a:xfrm>
                <a:off x="3923207" y="5930644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2 h 6345"/>
                  <a:gd name="connsiteX4" fmla="*/ 3414 w 6343"/>
                  <a:gd name="connsiteY4" fmla="*/ 193 h 6345"/>
                  <a:gd name="connsiteX5" fmla="*/ 1171 w 6343"/>
                  <a:gd name="connsiteY5" fmla="*/ 1122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4"/>
                      <a:pt x="6251" y="1717"/>
                      <a:pt x="5656" y="1122"/>
                    </a:cubicBezTo>
                    <a:cubicBezTo>
                      <a:pt x="5062" y="527"/>
                      <a:pt x="4255" y="193"/>
                      <a:pt x="3414" y="193"/>
                    </a:cubicBezTo>
                    <a:cubicBezTo>
                      <a:pt x="2573" y="193"/>
                      <a:pt x="1766" y="527"/>
                      <a:pt x="1171" y="1122"/>
                    </a:cubicBezTo>
                    <a:cubicBezTo>
                      <a:pt x="576" y="1717"/>
                      <a:pt x="242" y="2524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33" name="Freeform: Shape 5432">
                <a:extLst>
                  <a:ext uri="{FF2B5EF4-FFF2-40B4-BE49-F238E27FC236}">
                    <a16:creationId xmlns:a16="http://schemas.microsoft.com/office/drawing/2014/main" id="{82DC500A-B6D9-07F1-1CAB-9A8C4B707437}"/>
                  </a:ext>
                </a:extLst>
              </p:cNvPr>
              <p:cNvSpPr/>
              <p:nvPr/>
            </p:nvSpPr>
            <p:spPr>
              <a:xfrm>
                <a:off x="3921953" y="5930724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2 h 6345"/>
                  <a:gd name="connsiteX4" fmla="*/ 3414 w 6343"/>
                  <a:gd name="connsiteY4" fmla="*/ 193 h 6345"/>
                  <a:gd name="connsiteX5" fmla="*/ 1171 w 6343"/>
                  <a:gd name="connsiteY5" fmla="*/ 1122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1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4"/>
                      <a:pt x="6251" y="1717"/>
                      <a:pt x="5656" y="1122"/>
                    </a:cubicBezTo>
                    <a:cubicBezTo>
                      <a:pt x="5061" y="527"/>
                      <a:pt x="4255" y="193"/>
                      <a:pt x="3414" y="193"/>
                    </a:cubicBezTo>
                    <a:cubicBezTo>
                      <a:pt x="2572" y="193"/>
                      <a:pt x="1766" y="527"/>
                      <a:pt x="1171" y="1122"/>
                    </a:cubicBezTo>
                    <a:cubicBezTo>
                      <a:pt x="576" y="1717"/>
                      <a:pt x="242" y="2524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6" y="6204"/>
                      <a:pt x="2572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34" name="Freeform: Shape 5433">
                <a:extLst>
                  <a:ext uri="{FF2B5EF4-FFF2-40B4-BE49-F238E27FC236}">
                    <a16:creationId xmlns:a16="http://schemas.microsoft.com/office/drawing/2014/main" id="{B056303D-20A3-379D-79A1-695B5C35166D}"/>
                  </a:ext>
                </a:extLst>
              </p:cNvPr>
              <p:cNvSpPr/>
              <p:nvPr/>
            </p:nvSpPr>
            <p:spPr>
              <a:xfrm>
                <a:off x="3920756" y="5931020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2 h 6345"/>
                  <a:gd name="connsiteX4" fmla="*/ 3413 w 6343"/>
                  <a:gd name="connsiteY4" fmla="*/ 193 h 6345"/>
                  <a:gd name="connsiteX5" fmla="*/ 1171 w 6343"/>
                  <a:gd name="connsiteY5" fmla="*/ 1122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5" y="6539"/>
                      <a:pt x="5061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4"/>
                      <a:pt x="6251" y="1717"/>
                      <a:pt x="5656" y="1122"/>
                    </a:cubicBezTo>
                    <a:cubicBezTo>
                      <a:pt x="5061" y="527"/>
                      <a:pt x="4255" y="193"/>
                      <a:pt x="3413" y="193"/>
                    </a:cubicBezTo>
                    <a:cubicBezTo>
                      <a:pt x="2572" y="193"/>
                      <a:pt x="1766" y="527"/>
                      <a:pt x="1171" y="1122"/>
                    </a:cubicBezTo>
                    <a:cubicBezTo>
                      <a:pt x="576" y="1717"/>
                      <a:pt x="242" y="2524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6" y="6204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35" name="Freeform: Shape 5434">
                <a:extLst>
                  <a:ext uri="{FF2B5EF4-FFF2-40B4-BE49-F238E27FC236}">
                    <a16:creationId xmlns:a16="http://schemas.microsoft.com/office/drawing/2014/main" id="{35B6DF5A-54ED-BB26-6698-AE99F3DC9945}"/>
                  </a:ext>
                </a:extLst>
              </p:cNvPr>
              <p:cNvSpPr/>
              <p:nvPr/>
            </p:nvSpPr>
            <p:spPr>
              <a:xfrm>
                <a:off x="3919503" y="5931085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2 h 6345"/>
                  <a:gd name="connsiteX4" fmla="*/ 3413 w 6343"/>
                  <a:gd name="connsiteY4" fmla="*/ 193 h 6345"/>
                  <a:gd name="connsiteX5" fmla="*/ 1171 w 6343"/>
                  <a:gd name="connsiteY5" fmla="*/ 1122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4"/>
                      <a:pt x="6251" y="1717"/>
                      <a:pt x="5656" y="1122"/>
                    </a:cubicBezTo>
                    <a:cubicBezTo>
                      <a:pt x="5061" y="527"/>
                      <a:pt x="4254" y="193"/>
                      <a:pt x="3413" y="193"/>
                    </a:cubicBezTo>
                    <a:cubicBezTo>
                      <a:pt x="2572" y="193"/>
                      <a:pt x="1765" y="527"/>
                      <a:pt x="1171" y="1122"/>
                    </a:cubicBezTo>
                    <a:cubicBezTo>
                      <a:pt x="576" y="1717"/>
                      <a:pt x="242" y="2524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5" y="6204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36" name="Freeform: Shape 5435">
                <a:extLst>
                  <a:ext uri="{FF2B5EF4-FFF2-40B4-BE49-F238E27FC236}">
                    <a16:creationId xmlns:a16="http://schemas.microsoft.com/office/drawing/2014/main" id="{E70069C6-8E29-CC35-AEAB-07ECDD143497}"/>
                  </a:ext>
                </a:extLst>
              </p:cNvPr>
              <p:cNvSpPr/>
              <p:nvPr/>
            </p:nvSpPr>
            <p:spPr>
              <a:xfrm>
                <a:off x="3918459" y="5932041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5"/>
                      <a:pt x="6251" y="1717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5" y="528"/>
                      <a:pt x="1171" y="1123"/>
                    </a:cubicBezTo>
                    <a:cubicBezTo>
                      <a:pt x="576" y="1717"/>
                      <a:pt x="242" y="2525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5" y="6204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37" name="Freeform: Shape 5436">
                <a:extLst>
                  <a:ext uri="{FF2B5EF4-FFF2-40B4-BE49-F238E27FC236}">
                    <a16:creationId xmlns:a16="http://schemas.microsoft.com/office/drawing/2014/main" id="{F2761688-40A2-D3CC-84A0-E335C1239C0D}"/>
                  </a:ext>
                </a:extLst>
              </p:cNvPr>
              <p:cNvSpPr/>
              <p:nvPr/>
            </p:nvSpPr>
            <p:spPr>
              <a:xfrm>
                <a:off x="3917647" y="5934073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6" y="5610"/>
                    </a:cubicBezTo>
                    <a:cubicBezTo>
                      <a:pt x="6251" y="5015"/>
                      <a:pt x="6585" y="4208"/>
                      <a:pt x="6585" y="3366"/>
                    </a:cubicBezTo>
                    <a:cubicBezTo>
                      <a:pt x="6585" y="2525"/>
                      <a:pt x="6251" y="1718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5" y="528"/>
                      <a:pt x="1171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8"/>
                      <a:pt x="576" y="5015"/>
                      <a:pt x="1171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38" name="Freeform: Shape 5437">
                <a:extLst>
                  <a:ext uri="{FF2B5EF4-FFF2-40B4-BE49-F238E27FC236}">
                    <a16:creationId xmlns:a16="http://schemas.microsoft.com/office/drawing/2014/main" id="{1857A799-8977-A1F0-DEBA-C263D0F3C576}"/>
                  </a:ext>
                </a:extLst>
              </p:cNvPr>
              <p:cNvSpPr/>
              <p:nvPr/>
            </p:nvSpPr>
            <p:spPr>
              <a:xfrm>
                <a:off x="3916399" y="5934208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0 w 6343"/>
                  <a:gd name="connsiteY5" fmla="*/ 1123 h 6345"/>
                  <a:gd name="connsiteX6" fmla="*/ 242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6" y="5610"/>
                    </a:cubicBezTo>
                    <a:cubicBezTo>
                      <a:pt x="6250" y="5015"/>
                      <a:pt x="6585" y="4208"/>
                      <a:pt x="6585" y="3366"/>
                    </a:cubicBezTo>
                    <a:cubicBezTo>
                      <a:pt x="6585" y="2525"/>
                      <a:pt x="6250" y="1718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5" y="528"/>
                      <a:pt x="1170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8"/>
                      <a:pt x="576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39" name="Freeform: Shape 5438">
                <a:extLst>
                  <a:ext uri="{FF2B5EF4-FFF2-40B4-BE49-F238E27FC236}">
                    <a16:creationId xmlns:a16="http://schemas.microsoft.com/office/drawing/2014/main" id="{716B1E95-8EA2-4316-8CA4-B87632E2F478}"/>
                  </a:ext>
                </a:extLst>
              </p:cNvPr>
              <p:cNvSpPr/>
              <p:nvPr/>
            </p:nvSpPr>
            <p:spPr>
              <a:xfrm>
                <a:off x="3915209" y="5934606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0 w 6343"/>
                  <a:gd name="connsiteY5" fmla="*/ 1123 h 6345"/>
                  <a:gd name="connsiteX6" fmla="*/ 241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6" y="5610"/>
                    </a:cubicBezTo>
                    <a:cubicBezTo>
                      <a:pt x="6250" y="5015"/>
                      <a:pt x="6585" y="4208"/>
                      <a:pt x="6585" y="3366"/>
                    </a:cubicBezTo>
                    <a:cubicBezTo>
                      <a:pt x="6585" y="2525"/>
                      <a:pt x="6250" y="1718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5" y="528"/>
                      <a:pt x="1170" y="1123"/>
                    </a:cubicBezTo>
                    <a:cubicBezTo>
                      <a:pt x="576" y="1718"/>
                      <a:pt x="241" y="2525"/>
                      <a:pt x="241" y="3366"/>
                    </a:cubicBezTo>
                    <a:cubicBezTo>
                      <a:pt x="241" y="4208"/>
                      <a:pt x="576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40" name="Freeform: Shape 5439">
                <a:extLst>
                  <a:ext uri="{FF2B5EF4-FFF2-40B4-BE49-F238E27FC236}">
                    <a16:creationId xmlns:a16="http://schemas.microsoft.com/office/drawing/2014/main" id="{B58E684B-5876-C363-643E-3887D8350A03}"/>
                  </a:ext>
                </a:extLst>
              </p:cNvPr>
              <p:cNvSpPr/>
              <p:nvPr/>
            </p:nvSpPr>
            <p:spPr>
              <a:xfrm>
                <a:off x="3914126" y="5935539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4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6" y="5610"/>
                    </a:cubicBezTo>
                    <a:cubicBezTo>
                      <a:pt x="6250" y="5015"/>
                      <a:pt x="6584" y="4208"/>
                      <a:pt x="6584" y="3366"/>
                    </a:cubicBezTo>
                    <a:cubicBezTo>
                      <a:pt x="6584" y="2525"/>
                      <a:pt x="6250" y="1718"/>
                      <a:pt x="5656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6" y="1718"/>
                      <a:pt x="241" y="2525"/>
                      <a:pt x="241" y="3366"/>
                    </a:cubicBezTo>
                    <a:cubicBezTo>
                      <a:pt x="241" y="4208"/>
                      <a:pt x="576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41" name="Freeform: Shape 5440">
                <a:extLst>
                  <a:ext uri="{FF2B5EF4-FFF2-40B4-BE49-F238E27FC236}">
                    <a16:creationId xmlns:a16="http://schemas.microsoft.com/office/drawing/2014/main" id="{3252C00A-25F8-8EB7-6037-34C053C2AA28}"/>
                  </a:ext>
                </a:extLst>
              </p:cNvPr>
              <p:cNvSpPr/>
              <p:nvPr/>
            </p:nvSpPr>
            <p:spPr>
              <a:xfrm>
                <a:off x="3913034" y="5936467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5 w 6343"/>
                  <a:gd name="connsiteY1" fmla="*/ 5610 h 6345"/>
                  <a:gd name="connsiteX2" fmla="*/ 6584 w 6343"/>
                  <a:gd name="connsiteY2" fmla="*/ 3366 h 6345"/>
                  <a:gd name="connsiteX3" fmla="*/ 5655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5" y="5610"/>
                    </a:cubicBezTo>
                    <a:cubicBezTo>
                      <a:pt x="6250" y="5015"/>
                      <a:pt x="6584" y="4208"/>
                      <a:pt x="6584" y="3366"/>
                    </a:cubicBezTo>
                    <a:cubicBezTo>
                      <a:pt x="6584" y="2525"/>
                      <a:pt x="6250" y="1718"/>
                      <a:pt x="5655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5" y="1718"/>
                      <a:pt x="241" y="2525"/>
                      <a:pt x="241" y="3366"/>
                    </a:cubicBezTo>
                    <a:cubicBezTo>
                      <a:pt x="241" y="4208"/>
                      <a:pt x="575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42" name="Freeform: Shape 5441">
                <a:extLst>
                  <a:ext uri="{FF2B5EF4-FFF2-40B4-BE49-F238E27FC236}">
                    <a16:creationId xmlns:a16="http://schemas.microsoft.com/office/drawing/2014/main" id="{76741DB9-59C4-C58B-E7C1-EDD5D89FD3CA}"/>
                  </a:ext>
                </a:extLst>
              </p:cNvPr>
              <p:cNvSpPr/>
              <p:nvPr/>
            </p:nvSpPr>
            <p:spPr>
              <a:xfrm>
                <a:off x="3912482" y="5940246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5 w 6343"/>
                  <a:gd name="connsiteY1" fmla="*/ 5610 h 6345"/>
                  <a:gd name="connsiteX2" fmla="*/ 6584 w 6343"/>
                  <a:gd name="connsiteY2" fmla="*/ 3367 h 6345"/>
                  <a:gd name="connsiteX3" fmla="*/ 5655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7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5" y="5610"/>
                    </a:cubicBezTo>
                    <a:cubicBezTo>
                      <a:pt x="6250" y="5015"/>
                      <a:pt x="6584" y="4208"/>
                      <a:pt x="6584" y="3367"/>
                    </a:cubicBezTo>
                    <a:cubicBezTo>
                      <a:pt x="6584" y="2525"/>
                      <a:pt x="6250" y="1718"/>
                      <a:pt x="5655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5" y="1718"/>
                      <a:pt x="241" y="2525"/>
                      <a:pt x="241" y="3367"/>
                    </a:cubicBezTo>
                    <a:cubicBezTo>
                      <a:pt x="241" y="4208"/>
                      <a:pt x="575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43" name="Freeform: Shape 5442">
                <a:extLst>
                  <a:ext uri="{FF2B5EF4-FFF2-40B4-BE49-F238E27FC236}">
                    <a16:creationId xmlns:a16="http://schemas.microsoft.com/office/drawing/2014/main" id="{3461461E-05DC-A6B7-8CA6-2A7E30465E24}"/>
                  </a:ext>
                </a:extLst>
              </p:cNvPr>
              <p:cNvSpPr/>
              <p:nvPr/>
            </p:nvSpPr>
            <p:spPr>
              <a:xfrm>
                <a:off x="3911099" y="5939803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5 w 6343"/>
                  <a:gd name="connsiteY1" fmla="*/ 5610 h 6345"/>
                  <a:gd name="connsiteX2" fmla="*/ 6584 w 6343"/>
                  <a:gd name="connsiteY2" fmla="*/ 3367 h 6345"/>
                  <a:gd name="connsiteX3" fmla="*/ 5655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7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5" y="5610"/>
                    </a:cubicBezTo>
                    <a:cubicBezTo>
                      <a:pt x="6250" y="5015"/>
                      <a:pt x="6584" y="4208"/>
                      <a:pt x="6584" y="3367"/>
                    </a:cubicBezTo>
                    <a:cubicBezTo>
                      <a:pt x="6584" y="2525"/>
                      <a:pt x="6250" y="1718"/>
                      <a:pt x="5655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5" y="1718"/>
                      <a:pt x="241" y="2525"/>
                      <a:pt x="241" y="3367"/>
                    </a:cubicBezTo>
                    <a:cubicBezTo>
                      <a:pt x="241" y="4208"/>
                      <a:pt x="575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44" name="Freeform: Shape 5443">
                <a:extLst>
                  <a:ext uri="{FF2B5EF4-FFF2-40B4-BE49-F238E27FC236}">
                    <a16:creationId xmlns:a16="http://schemas.microsoft.com/office/drawing/2014/main" id="{19AEEC6A-BDDA-A87E-08FB-9BA9F33A5AA6}"/>
                  </a:ext>
                </a:extLst>
              </p:cNvPr>
              <p:cNvSpPr/>
              <p:nvPr/>
            </p:nvSpPr>
            <p:spPr>
              <a:xfrm>
                <a:off x="3906637" y="5971840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3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6 h 6345"/>
                  <a:gd name="connsiteX5" fmla="*/ 1170 w 6343"/>
                  <a:gd name="connsiteY5" fmla="*/ 1126 h 6345"/>
                  <a:gd name="connsiteX6" fmla="*/ 241 w 6343"/>
                  <a:gd name="connsiteY6" fmla="*/ 3369 h 6345"/>
                  <a:gd name="connsiteX7" fmla="*/ 1170 w 6343"/>
                  <a:gd name="connsiteY7" fmla="*/ 5613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8"/>
                      <a:pt x="5655" y="5613"/>
                    </a:cubicBezTo>
                    <a:cubicBezTo>
                      <a:pt x="6250" y="5018"/>
                      <a:pt x="6584" y="4211"/>
                      <a:pt x="6584" y="3369"/>
                    </a:cubicBezTo>
                    <a:cubicBezTo>
                      <a:pt x="6584" y="2528"/>
                      <a:pt x="6250" y="1721"/>
                      <a:pt x="5655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70" y="1126"/>
                    </a:cubicBezTo>
                    <a:cubicBezTo>
                      <a:pt x="575" y="1721"/>
                      <a:pt x="241" y="2528"/>
                      <a:pt x="241" y="3369"/>
                    </a:cubicBezTo>
                    <a:cubicBezTo>
                      <a:pt x="241" y="4211"/>
                      <a:pt x="575" y="5018"/>
                      <a:pt x="1170" y="5613"/>
                    </a:cubicBezTo>
                    <a:cubicBezTo>
                      <a:pt x="1764" y="6208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45" name="Freeform: Shape 5444">
                <a:extLst>
                  <a:ext uri="{FF2B5EF4-FFF2-40B4-BE49-F238E27FC236}">
                    <a16:creationId xmlns:a16="http://schemas.microsoft.com/office/drawing/2014/main" id="{17F5A88D-BA7E-EEA0-745A-25B08C78F416}"/>
                  </a:ext>
                </a:extLst>
              </p:cNvPr>
              <p:cNvSpPr/>
              <p:nvPr/>
            </p:nvSpPr>
            <p:spPr>
              <a:xfrm>
                <a:off x="3905095" y="5971355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3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6 h 6345"/>
                  <a:gd name="connsiteX5" fmla="*/ 1170 w 6343"/>
                  <a:gd name="connsiteY5" fmla="*/ 1126 h 6345"/>
                  <a:gd name="connsiteX6" fmla="*/ 241 w 6343"/>
                  <a:gd name="connsiteY6" fmla="*/ 3369 h 6345"/>
                  <a:gd name="connsiteX7" fmla="*/ 1170 w 6343"/>
                  <a:gd name="connsiteY7" fmla="*/ 5613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3"/>
                    </a:cubicBezTo>
                    <a:cubicBezTo>
                      <a:pt x="6250" y="5018"/>
                      <a:pt x="6584" y="4210"/>
                      <a:pt x="6584" y="3369"/>
                    </a:cubicBezTo>
                    <a:cubicBezTo>
                      <a:pt x="6584" y="2528"/>
                      <a:pt x="6250" y="1721"/>
                      <a:pt x="5655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70" y="1126"/>
                    </a:cubicBezTo>
                    <a:cubicBezTo>
                      <a:pt x="575" y="1721"/>
                      <a:pt x="241" y="2528"/>
                      <a:pt x="241" y="3369"/>
                    </a:cubicBezTo>
                    <a:cubicBezTo>
                      <a:pt x="241" y="4210"/>
                      <a:pt x="575" y="5018"/>
                      <a:pt x="1170" y="5613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46" name="Freeform: Shape 5445">
                <a:extLst>
                  <a:ext uri="{FF2B5EF4-FFF2-40B4-BE49-F238E27FC236}">
                    <a16:creationId xmlns:a16="http://schemas.microsoft.com/office/drawing/2014/main" id="{8D60F249-5047-A993-FAE6-FF162D080A5F}"/>
                  </a:ext>
                </a:extLst>
              </p:cNvPr>
              <p:cNvSpPr/>
              <p:nvPr/>
            </p:nvSpPr>
            <p:spPr>
              <a:xfrm>
                <a:off x="3903577" y="5970997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6 h 6345"/>
                  <a:gd name="connsiteX5" fmla="*/ 1169 w 6343"/>
                  <a:gd name="connsiteY5" fmla="*/ 1126 h 6345"/>
                  <a:gd name="connsiteX6" fmla="*/ 241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8"/>
                      <a:pt x="6584" y="4210"/>
                      <a:pt x="6584" y="3369"/>
                    </a:cubicBezTo>
                    <a:cubicBezTo>
                      <a:pt x="6584" y="2528"/>
                      <a:pt x="6249" y="1721"/>
                      <a:pt x="5655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69" y="1126"/>
                    </a:cubicBezTo>
                    <a:cubicBezTo>
                      <a:pt x="575" y="1721"/>
                      <a:pt x="241" y="2528"/>
                      <a:pt x="241" y="3369"/>
                    </a:cubicBezTo>
                    <a:cubicBezTo>
                      <a:pt x="241" y="4210"/>
                      <a:pt x="575" y="5018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47" name="Freeform: Shape 5446">
                <a:extLst>
                  <a:ext uri="{FF2B5EF4-FFF2-40B4-BE49-F238E27FC236}">
                    <a16:creationId xmlns:a16="http://schemas.microsoft.com/office/drawing/2014/main" id="{65404377-9AD6-8681-18A3-355EF8C62FA4}"/>
                  </a:ext>
                </a:extLst>
              </p:cNvPr>
              <p:cNvSpPr/>
              <p:nvPr/>
            </p:nvSpPr>
            <p:spPr>
              <a:xfrm>
                <a:off x="3902048" y="5970493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6 h 6345"/>
                  <a:gd name="connsiteX5" fmla="*/ 1169 w 6343"/>
                  <a:gd name="connsiteY5" fmla="*/ 1126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8"/>
                      <a:pt x="6249" y="1721"/>
                      <a:pt x="5655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69" y="1126"/>
                    </a:cubicBezTo>
                    <a:cubicBezTo>
                      <a:pt x="575" y="1721"/>
                      <a:pt x="240" y="2528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48" name="Freeform: Shape 5447">
                <a:extLst>
                  <a:ext uri="{FF2B5EF4-FFF2-40B4-BE49-F238E27FC236}">
                    <a16:creationId xmlns:a16="http://schemas.microsoft.com/office/drawing/2014/main" id="{72CCABD6-70AB-65EB-F148-996F4CB17088}"/>
                  </a:ext>
                </a:extLst>
              </p:cNvPr>
              <p:cNvSpPr/>
              <p:nvPr/>
            </p:nvSpPr>
            <p:spPr>
              <a:xfrm>
                <a:off x="3900521" y="5969932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4 w 6343"/>
                  <a:gd name="connsiteY1" fmla="*/ 5612 h 6345"/>
                  <a:gd name="connsiteX2" fmla="*/ 6583 w 6343"/>
                  <a:gd name="connsiteY2" fmla="*/ 3369 h 6345"/>
                  <a:gd name="connsiteX3" fmla="*/ 5654 w 6343"/>
                  <a:gd name="connsiteY3" fmla="*/ 1126 h 6345"/>
                  <a:gd name="connsiteX4" fmla="*/ 3412 w 6343"/>
                  <a:gd name="connsiteY4" fmla="*/ 196 h 6345"/>
                  <a:gd name="connsiteX5" fmla="*/ 1169 w 6343"/>
                  <a:gd name="connsiteY5" fmla="*/ 1126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4" y="5612"/>
                    </a:cubicBezTo>
                    <a:cubicBezTo>
                      <a:pt x="6249" y="5017"/>
                      <a:pt x="6583" y="4210"/>
                      <a:pt x="6583" y="3369"/>
                    </a:cubicBezTo>
                    <a:cubicBezTo>
                      <a:pt x="6583" y="2528"/>
                      <a:pt x="6249" y="1720"/>
                      <a:pt x="5654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69" y="1126"/>
                    </a:cubicBezTo>
                    <a:cubicBezTo>
                      <a:pt x="574" y="1720"/>
                      <a:pt x="240" y="2528"/>
                      <a:pt x="240" y="3369"/>
                    </a:cubicBezTo>
                    <a:cubicBezTo>
                      <a:pt x="240" y="4210"/>
                      <a:pt x="574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49" name="Freeform: Shape 5448">
                <a:extLst>
                  <a:ext uri="{FF2B5EF4-FFF2-40B4-BE49-F238E27FC236}">
                    <a16:creationId xmlns:a16="http://schemas.microsoft.com/office/drawing/2014/main" id="{D9AAF905-E675-AE19-2294-D2FF6307C9FB}"/>
                  </a:ext>
                </a:extLst>
              </p:cNvPr>
              <p:cNvSpPr/>
              <p:nvPr/>
            </p:nvSpPr>
            <p:spPr>
              <a:xfrm>
                <a:off x="4135495" y="5717846"/>
                <a:ext cx="6343" cy="6345"/>
              </a:xfrm>
              <a:custGeom>
                <a:avLst/>
                <a:gdLst>
                  <a:gd name="connsiteX0" fmla="*/ 3430 w 6343"/>
                  <a:gd name="connsiteY0" fmla="*/ 6522 h 6345"/>
                  <a:gd name="connsiteX1" fmla="*/ 5673 w 6343"/>
                  <a:gd name="connsiteY1" fmla="*/ 5593 h 6345"/>
                  <a:gd name="connsiteX2" fmla="*/ 6602 w 6343"/>
                  <a:gd name="connsiteY2" fmla="*/ 3349 h 6345"/>
                  <a:gd name="connsiteX3" fmla="*/ 5673 w 6343"/>
                  <a:gd name="connsiteY3" fmla="*/ 1106 h 6345"/>
                  <a:gd name="connsiteX4" fmla="*/ 3430 w 6343"/>
                  <a:gd name="connsiteY4" fmla="*/ 176 h 6345"/>
                  <a:gd name="connsiteX5" fmla="*/ 1188 w 6343"/>
                  <a:gd name="connsiteY5" fmla="*/ 1106 h 6345"/>
                  <a:gd name="connsiteX6" fmla="*/ 259 w 6343"/>
                  <a:gd name="connsiteY6" fmla="*/ 3349 h 6345"/>
                  <a:gd name="connsiteX7" fmla="*/ 1188 w 6343"/>
                  <a:gd name="connsiteY7" fmla="*/ 5593 h 6345"/>
                  <a:gd name="connsiteX8" fmla="*/ 3430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22"/>
                    </a:moveTo>
                    <a:cubicBezTo>
                      <a:pt x="4271" y="6522"/>
                      <a:pt x="5078" y="6187"/>
                      <a:pt x="5673" y="5593"/>
                    </a:cubicBezTo>
                    <a:cubicBezTo>
                      <a:pt x="6268" y="4998"/>
                      <a:pt x="6602" y="4190"/>
                      <a:pt x="6602" y="3349"/>
                    </a:cubicBezTo>
                    <a:cubicBezTo>
                      <a:pt x="6602" y="2508"/>
                      <a:pt x="6268" y="1701"/>
                      <a:pt x="5673" y="1106"/>
                    </a:cubicBezTo>
                    <a:cubicBezTo>
                      <a:pt x="5078" y="511"/>
                      <a:pt x="4271" y="176"/>
                      <a:pt x="3430" y="176"/>
                    </a:cubicBezTo>
                    <a:cubicBezTo>
                      <a:pt x="2589" y="176"/>
                      <a:pt x="1782" y="511"/>
                      <a:pt x="1188" y="1106"/>
                    </a:cubicBezTo>
                    <a:cubicBezTo>
                      <a:pt x="593" y="1701"/>
                      <a:pt x="259" y="2508"/>
                      <a:pt x="259" y="3349"/>
                    </a:cubicBezTo>
                    <a:cubicBezTo>
                      <a:pt x="259" y="4190"/>
                      <a:pt x="593" y="4998"/>
                      <a:pt x="1188" y="5593"/>
                    </a:cubicBezTo>
                    <a:cubicBezTo>
                      <a:pt x="1782" y="6187"/>
                      <a:pt x="2589" y="6522"/>
                      <a:pt x="3430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50" name="Freeform: Shape 5449">
                <a:extLst>
                  <a:ext uri="{FF2B5EF4-FFF2-40B4-BE49-F238E27FC236}">
                    <a16:creationId xmlns:a16="http://schemas.microsoft.com/office/drawing/2014/main" id="{73318310-F2AB-9312-228C-58B47DC84F80}"/>
                  </a:ext>
                </a:extLst>
              </p:cNvPr>
              <p:cNvSpPr/>
              <p:nvPr/>
            </p:nvSpPr>
            <p:spPr>
              <a:xfrm>
                <a:off x="4135599" y="5719457"/>
                <a:ext cx="6343" cy="6345"/>
              </a:xfrm>
              <a:custGeom>
                <a:avLst/>
                <a:gdLst>
                  <a:gd name="connsiteX0" fmla="*/ 3430 w 6343"/>
                  <a:gd name="connsiteY0" fmla="*/ 6522 h 6345"/>
                  <a:gd name="connsiteX1" fmla="*/ 5673 w 6343"/>
                  <a:gd name="connsiteY1" fmla="*/ 5593 h 6345"/>
                  <a:gd name="connsiteX2" fmla="*/ 6602 w 6343"/>
                  <a:gd name="connsiteY2" fmla="*/ 3349 h 6345"/>
                  <a:gd name="connsiteX3" fmla="*/ 5673 w 6343"/>
                  <a:gd name="connsiteY3" fmla="*/ 1106 h 6345"/>
                  <a:gd name="connsiteX4" fmla="*/ 3430 w 6343"/>
                  <a:gd name="connsiteY4" fmla="*/ 177 h 6345"/>
                  <a:gd name="connsiteX5" fmla="*/ 1188 w 6343"/>
                  <a:gd name="connsiteY5" fmla="*/ 1106 h 6345"/>
                  <a:gd name="connsiteX6" fmla="*/ 259 w 6343"/>
                  <a:gd name="connsiteY6" fmla="*/ 3349 h 6345"/>
                  <a:gd name="connsiteX7" fmla="*/ 1188 w 6343"/>
                  <a:gd name="connsiteY7" fmla="*/ 5593 h 6345"/>
                  <a:gd name="connsiteX8" fmla="*/ 3430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22"/>
                    </a:moveTo>
                    <a:cubicBezTo>
                      <a:pt x="4271" y="6522"/>
                      <a:pt x="5078" y="6188"/>
                      <a:pt x="5673" y="5593"/>
                    </a:cubicBezTo>
                    <a:cubicBezTo>
                      <a:pt x="6268" y="4998"/>
                      <a:pt x="6602" y="4191"/>
                      <a:pt x="6602" y="3349"/>
                    </a:cubicBezTo>
                    <a:cubicBezTo>
                      <a:pt x="6602" y="2508"/>
                      <a:pt x="6268" y="1701"/>
                      <a:pt x="5673" y="1106"/>
                    </a:cubicBezTo>
                    <a:cubicBezTo>
                      <a:pt x="5078" y="511"/>
                      <a:pt x="4271" y="177"/>
                      <a:pt x="3430" y="177"/>
                    </a:cubicBezTo>
                    <a:cubicBezTo>
                      <a:pt x="2589" y="177"/>
                      <a:pt x="1782" y="511"/>
                      <a:pt x="1188" y="1106"/>
                    </a:cubicBezTo>
                    <a:cubicBezTo>
                      <a:pt x="593" y="1701"/>
                      <a:pt x="259" y="2508"/>
                      <a:pt x="259" y="3349"/>
                    </a:cubicBezTo>
                    <a:cubicBezTo>
                      <a:pt x="259" y="4191"/>
                      <a:pt x="593" y="4998"/>
                      <a:pt x="1188" y="5593"/>
                    </a:cubicBezTo>
                    <a:cubicBezTo>
                      <a:pt x="1782" y="6188"/>
                      <a:pt x="2589" y="6522"/>
                      <a:pt x="3430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51" name="Freeform: Shape 5450">
                <a:extLst>
                  <a:ext uri="{FF2B5EF4-FFF2-40B4-BE49-F238E27FC236}">
                    <a16:creationId xmlns:a16="http://schemas.microsoft.com/office/drawing/2014/main" id="{800DA26A-3BF3-7CA3-DD81-88697A254EE4}"/>
                  </a:ext>
                </a:extLst>
              </p:cNvPr>
              <p:cNvSpPr/>
              <p:nvPr/>
            </p:nvSpPr>
            <p:spPr>
              <a:xfrm>
                <a:off x="4135464" y="5721081"/>
                <a:ext cx="6343" cy="6345"/>
              </a:xfrm>
              <a:custGeom>
                <a:avLst/>
                <a:gdLst>
                  <a:gd name="connsiteX0" fmla="*/ 3430 w 6343"/>
                  <a:gd name="connsiteY0" fmla="*/ 6522 h 6345"/>
                  <a:gd name="connsiteX1" fmla="*/ 5673 w 6343"/>
                  <a:gd name="connsiteY1" fmla="*/ 5593 h 6345"/>
                  <a:gd name="connsiteX2" fmla="*/ 6602 w 6343"/>
                  <a:gd name="connsiteY2" fmla="*/ 3349 h 6345"/>
                  <a:gd name="connsiteX3" fmla="*/ 5673 w 6343"/>
                  <a:gd name="connsiteY3" fmla="*/ 1106 h 6345"/>
                  <a:gd name="connsiteX4" fmla="*/ 3430 w 6343"/>
                  <a:gd name="connsiteY4" fmla="*/ 177 h 6345"/>
                  <a:gd name="connsiteX5" fmla="*/ 1188 w 6343"/>
                  <a:gd name="connsiteY5" fmla="*/ 1106 h 6345"/>
                  <a:gd name="connsiteX6" fmla="*/ 259 w 6343"/>
                  <a:gd name="connsiteY6" fmla="*/ 3349 h 6345"/>
                  <a:gd name="connsiteX7" fmla="*/ 1188 w 6343"/>
                  <a:gd name="connsiteY7" fmla="*/ 5593 h 6345"/>
                  <a:gd name="connsiteX8" fmla="*/ 3430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22"/>
                    </a:moveTo>
                    <a:cubicBezTo>
                      <a:pt x="4271" y="6522"/>
                      <a:pt x="5078" y="6188"/>
                      <a:pt x="5673" y="5593"/>
                    </a:cubicBezTo>
                    <a:cubicBezTo>
                      <a:pt x="6268" y="4998"/>
                      <a:pt x="6602" y="4191"/>
                      <a:pt x="6602" y="3349"/>
                    </a:cubicBezTo>
                    <a:cubicBezTo>
                      <a:pt x="6602" y="2508"/>
                      <a:pt x="6268" y="1701"/>
                      <a:pt x="5673" y="1106"/>
                    </a:cubicBezTo>
                    <a:cubicBezTo>
                      <a:pt x="5078" y="511"/>
                      <a:pt x="4271" y="177"/>
                      <a:pt x="3430" y="177"/>
                    </a:cubicBezTo>
                    <a:cubicBezTo>
                      <a:pt x="2589" y="177"/>
                      <a:pt x="1782" y="511"/>
                      <a:pt x="1188" y="1106"/>
                    </a:cubicBezTo>
                    <a:cubicBezTo>
                      <a:pt x="593" y="1701"/>
                      <a:pt x="259" y="2508"/>
                      <a:pt x="259" y="3349"/>
                    </a:cubicBezTo>
                    <a:cubicBezTo>
                      <a:pt x="259" y="4191"/>
                      <a:pt x="593" y="4998"/>
                      <a:pt x="1188" y="5593"/>
                    </a:cubicBezTo>
                    <a:cubicBezTo>
                      <a:pt x="1782" y="6188"/>
                      <a:pt x="2589" y="6522"/>
                      <a:pt x="3430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52" name="Freeform: Shape 5451">
                <a:extLst>
                  <a:ext uri="{FF2B5EF4-FFF2-40B4-BE49-F238E27FC236}">
                    <a16:creationId xmlns:a16="http://schemas.microsoft.com/office/drawing/2014/main" id="{E97EF326-9581-31CF-4B79-746E168FE1D5}"/>
                  </a:ext>
                </a:extLst>
              </p:cNvPr>
              <p:cNvSpPr/>
              <p:nvPr/>
            </p:nvSpPr>
            <p:spPr>
              <a:xfrm>
                <a:off x="3985417" y="5973195"/>
                <a:ext cx="6343" cy="6345"/>
              </a:xfrm>
              <a:custGeom>
                <a:avLst/>
                <a:gdLst>
                  <a:gd name="connsiteX0" fmla="*/ 3419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9 w 6343"/>
                  <a:gd name="connsiteY4" fmla="*/ 196 h 6345"/>
                  <a:gd name="connsiteX5" fmla="*/ 1176 w 6343"/>
                  <a:gd name="connsiteY5" fmla="*/ 1126 h 6345"/>
                  <a:gd name="connsiteX6" fmla="*/ 247 w 6343"/>
                  <a:gd name="connsiteY6" fmla="*/ 3369 h 6345"/>
                  <a:gd name="connsiteX7" fmla="*/ 1176 w 6343"/>
                  <a:gd name="connsiteY7" fmla="*/ 5613 h 6345"/>
                  <a:gd name="connsiteX8" fmla="*/ 341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42"/>
                    </a:moveTo>
                    <a:cubicBezTo>
                      <a:pt x="4260" y="6542"/>
                      <a:pt x="5066" y="6208"/>
                      <a:pt x="5661" y="5613"/>
                    </a:cubicBezTo>
                    <a:cubicBezTo>
                      <a:pt x="6256" y="5018"/>
                      <a:pt x="6590" y="4211"/>
                      <a:pt x="6590" y="3369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6" y="531"/>
                      <a:pt x="4260" y="196"/>
                      <a:pt x="3419" y="196"/>
                    </a:cubicBezTo>
                    <a:cubicBezTo>
                      <a:pt x="2577" y="196"/>
                      <a:pt x="1771" y="531"/>
                      <a:pt x="1176" y="1126"/>
                    </a:cubicBezTo>
                    <a:cubicBezTo>
                      <a:pt x="581" y="1721"/>
                      <a:pt x="247" y="2528"/>
                      <a:pt x="247" y="3369"/>
                    </a:cubicBezTo>
                    <a:cubicBezTo>
                      <a:pt x="247" y="4211"/>
                      <a:pt x="581" y="5018"/>
                      <a:pt x="1176" y="5613"/>
                    </a:cubicBezTo>
                    <a:cubicBezTo>
                      <a:pt x="1771" y="6208"/>
                      <a:pt x="2577" y="6542"/>
                      <a:pt x="341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53" name="Freeform: Shape 5452">
                <a:extLst>
                  <a:ext uri="{FF2B5EF4-FFF2-40B4-BE49-F238E27FC236}">
                    <a16:creationId xmlns:a16="http://schemas.microsoft.com/office/drawing/2014/main" id="{306794B1-2FED-2E11-85AB-DD9222DDCCAE}"/>
                  </a:ext>
                </a:extLst>
              </p:cNvPr>
              <p:cNvSpPr/>
              <p:nvPr/>
            </p:nvSpPr>
            <p:spPr>
              <a:xfrm>
                <a:off x="3983609" y="5973131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8 w 6343"/>
                  <a:gd name="connsiteY4" fmla="*/ 196 h 6345"/>
                  <a:gd name="connsiteX5" fmla="*/ 1176 w 6343"/>
                  <a:gd name="connsiteY5" fmla="*/ 1126 h 6345"/>
                  <a:gd name="connsiteX6" fmla="*/ 247 w 6343"/>
                  <a:gd name="connsiteY6" fmla="*/ 3369 h 6345"/>
                  <a:gd name="connsiteX7" fmla="*/ 1176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60" y="6542"/>
                      <a:pt x="5066" y="6208"/>
                      <a:pt x="5661" y="5613"/>
                    </a:cubicBezTo>
                    <a:cubicBezTo>
                      <a:pt x="6256" y="5018"/>
                      <a:pt x="6590" y="4211"/>
                      <a:pt x="6590" y="3369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6" y="531"/>
                      <a:pt x="4260" y="196"/>
                      <a:pt x="3418" y="196"/>
                    </a:cubicBezTo>
                    <a:cubicBezTo>
                      <a:pt x="2577" y="196"/>
                      <a:pt x="1771" y="531"/>
                      <a:pt x="1176" y="1126"/>
                    </a:cubicBezTo>
                    <a:cubicBezTo>
                      <a:pt x="581" y="1721"/>
                      <a:pt x="247" y="2528"/>
                      <a:pt x="247" y="3369"/>
                    </a:cubicBezTo>
                    <a:cubicBezTo>
                      <a:pt x="247" y="4211"/>
                      <a:pt x="581" y="5018"/>
                      <a:pt x="1176" y="5613"/>
                    </a:cubicBezTo>
                    <a:cubicBezTo>
                      <a:pt x="1771" y="6208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54" name="Freeform: Shape 5453">
                <a:extLst>
                  <a:ext uri="{FF2B5EF4-FFF2-40B4-BE49-F238E27FC236}">
                    <a16:creationId xmlns:a16="http://schemas.microsoft.com/office/drawing/2014/main" id="{55A44D9D-8461-EF63-0DCB-EDF02A8A2DFF}"/>
                  </a:ext>
                </a:extLst>
              </p:cNvPr>
              <p:cNvSpPr/>
              <p:nvPr/>
            </p:nvSpPr>
            <p:spPr>
              <a:xfrm>
                <a:off x="3981711" y="5972845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8 w 6343"/>
                  <a:gd name="connsiteY4" fmla="*/ 196 h 6345"/>
                  <a:gd name="connsiteX5" fmla="*/ 1176 w 6343"/>
                  <a:gd name="connsiteY5" fmla="*/ 1126 h 6345"/>
                  <a:gd name="connsiteX6" fmla="*/ 247 w 6343"/>
                  <a:gd name="connsiteY6" fmla="*/ 3369 h 6345"/>
                  <a:gd name="connsiteX7" fmla="*/ 1176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6" y="6208"/>
                      <a:pt x="5661" y="5613"/>
                    </a:cubicBezTo>
                    <a:cubicBezTo>
                      <a:pt x="6256" y="5018"/>
                      <a:pt x="6590" y="4211"/>
                      <a:pt x="6590" y="3369"/>
                    </a:cubicBezTo>
                    <a:cubicBezTo>
                      <a:pt x="6590" y="2528"/>
                      <a:pt x="6256" y="1721"/>
                      <a:pt x="5661" y="1126"/>
                    </a:cubicBezTo>
                    <a:cubicBezTo>
                      <a:pt x="5066" y="531"/>
                      <a:pt x="4259" y="196"/>
                      <a:pt x="3418" y="196"/>
                    </a:cubicBezTo>
                    <a:cubicBezTo>
                      <a:pt x="2577" y="196"/>
                      <a:pt x="1770" y="531"/>
                      <a:pt x="1176" y="1126"/>
                    </a:cubicBezTo>
                    <a:cubicBezTo>
                      <a:pt x="581" y="1721"/>
                      <a:pt x="247" y="2528"/>
                      <a:pt x="247" y="3369"/>
                    </a:cubicBezTo>
                    <a:cubicBezTo>
                      <a:pt x="247" y="4211"/>
                      <a:pt x="581" y="5018"/>
                      <a:pt x="1176" y="5613"/>
                    </a:cubicBezTo>
                    <a:cubicBezTo>
                      <a:pt x="1770" y="6208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55" name="Freeform: Shape 5454">
                <a:extLst>
                  <a:ext uri="{FF2B5EF4-FFF2-40B4-BE49-F238E27FC236}">
                    <a16:creationId xmlns:a16="http://schemas.microsoft.com/office/drawing/2014/main" id="{0604F429-2345-E537-FE2B-DC071AD18DC7}"/>
                  </a:ext>
                </a:extLst>
              </p:cNvPr>
              <p:cNvSpPr/>
              <p:nvPr/>
            </p:nvSpPr>
            <p:spPr>
              <a:xfrm>
                <a:off x="3979952" y="5972837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8 w 6343"/>
                  <a:gd name="connsiteY4" fmla="*/ 196 h 6345"/>
                  <a:gd name="connsiteX5" fmla="*/ 1175 w 6343"/>
                  <a:gd name="connsiteY5" fmla="*/ 1126 h 6345"/>
                  <a:gd name="connsiteX6" fmla="*/ 247 w 6343"/>
                  <a:gd name="connsiteY6" fmla="*/ 3369 h 6345"/>
                  <a:gd name="connsiteX7" fmla="*/ 1175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6" y="6208"/>
                      <a:pt x="5661" y="5613"/>
                    </a:cubicBezTo>
                    <a:cubicBezTo>
                      <a:pt x="6255" y="5018"/>
                      <a:pt x="6590" y="4211"/>
                      <a:pt x="6590" y="3369"/>
                    </a:cubicBezTo>
                    <a:cubicBezTo>
                      <a:pt x="6590" y="2528"/>
                      <a:pt x="6255" y="1721"/>
                      <a:pt x="5661" y="1126"/>
                    </a:cubicBezTo>
                    <a:cubicBezTo>
                      <a:pt x="5066" y="531"/>
                      <a:pt x="4259" y="196"/>
                      <a:pt x="3418" y="196"/>
                    </a:cubicBezTo>
                    <a:cubicBezTo>
                      <a:pt x="2577" y="196"/>
                      <a:pt x="1770" y="531"/>
                      <a:pt x="1175" y="1126"/>
                    </a:cubicBezTo>
                    <a:cubicBezTo>
                      <a:pt x="581" y="1721"/>
                      <a:pt x="247" y="2528"/>
                      <a:pt x="247" y="3369"/>
                    </a:cubicBezTo>
                    <a:cubicBezTo>
                      <a:pt x="247" y="4211"/>
                      <a:pt x="581" y="5018"/>
                      <a:pt x="1175" y="5613"/>
                    </a:cubicBezTo>
                    <a:cubicBezTo>
                      <a:pt x="1770" y="6208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56" name="Freeform: Shape 5455">
                <a:extLst>
                  <a:ext uri="{FF2B5EF4-FFF2-40B4-BE49-F238E27FC236}">
                    <a16:creationId xmlns:a16="http://schemas.microsoft.com/office/drawing/2014/main" id="{6271BE95-DC60-9770-C8FC-26B3CCDC13B2}"/>
                  </a:ext>
                </a:extLst>
              </p:cNvPr>
              <p:cNvSpPr/>
              <p:nvPr/>
            </p:nvSpPr>
            <p:spPr>
              <a:xfrm>
                <a:off x="3978235" y="5972901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1 w 6343"/>
                  <a:gd name="connsiteY1" fmla="*/ 5613 h 6345"/>
                  <a:gd name="connsiteX2" fmla="*/ 6590 w 6343"/>
                  <a:gd name="connsiteY2" fmla="*/ 3369 h 6345"/>
                  <a:gd name="connsiteX3" fmla="*/ 5661 w 6343"/>
                  <a:gd name="connsiteY3" fmla="*/ 1126 h 6345"/>
                  <a:gd name="connsiteX4" fmla="*/ 3418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6" y="6208"/>
                      <a:pt x="5661" y="5613"/>
                    </a:cubicBezTo>
                    <a:cubicBezTo>
                      <a:pt x="6255" y="5018"/>
                      <a:pt x="6590" y="4211"/>
                      <a:pt x="6590" y="3369"/>
                    </a:cubicBezTo>
                    <a:cubicBezTo>
                      <a:pt x="6590" y="2528"/>
                      <a:pt x="6255" y="1721"/>
                      <a:pt x="5661" y="1126"/>
                    </a:cubicBezTo>
                    <a:cubicBezTo>
                      <a:pt x="5066" y="531"/>
                      <a:pt x="4259" y="196"/>
                      <a:pt x="3418" y="196"/>
                    </a:cubicBezTo>
                    <a:cubicBezTo>
                      <a:pt x="2577" y="196"/>
                      <a:pt x="1770" y="531"/>
                      <a:pt x="1175" y="1126"/>
                    </a:cubicBezTo>
                    <a:cubicBezTo>
                      <a:pt x="581" y="1721"/>
                      <a:pt x="246" y="2528"/>
                      <a:pt x="246" y="3369"/>
                    </a:cubicBezTo>
                    <a:cubicBezTo>
                      <a:pt x="246" y="4211"/>
                      <a:pt x="581" y="5018"/>
                      <a:pt x="1175" y="5613"/>
                    </a:cubicBezTo>
                    <a:cubicBezTo>
                      <a:pt x="1770" y="6208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57" name="Freeform: Shape 5456">
                <a:extLst>
                  <a:ext uri="{FF2B5EF4-FFF2-40B4-BE49-F238E27FC236}">
                    <a16:creationId xmlns:a16="http://schemas.microsoft.com/office/drawing/2014/main" id="{483D57A3-5D54-F7C6-3131-B038F03F0A92}"/>
                  </a:ext>
                </a:extLst>
              </p:cNvPr>
              <p:cNvSpPr/>
              <p:nvPr/>
            </p:nvSpPr>
            <p:spPr>
              <a:xfrm>
                <a:off x="3976411" y="5972701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8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6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6" y="531"/>
                      <a:pt x="4259" y="196"/>
                      <a:pt x="3418" y="196"/>
                    </a:cubicBezTo>
                    <a:cubicBezTo>
                      <a:pt x="2577" y="196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8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58" name="Freeform: Shape 5457">
                <a:extLst>
                  <a:ext uri="{FF2B5EF4-FFF2-40B4-BE49-F238E27FC236}">
                    <a16:creationId xmlns:a16="http://schemas.microsoft.com/office/drawing/2014/main" id="{1F159446-F36C-CCBE-35C8-835F3657EF0B}"/>
                  </a:ext>
                </a:extLst>
              </p:cNvPr>
              <p:cNvSpPr/>
              <p:nvPr/>
            </p:nvSpPr>
            <p:spPr>
              <a:xfrm>
                <a:off x="3974756" y="5972866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8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6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6" y="531"/>
                      <a:pt x="4259" y="196"/>
                      <a:pt x="3418" y="196"/>
                    </a:cubicBezTo>
                    <a:cubicBezTo>
                      <a:pt x="2577" y="196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8"/>
                      <a:pt x="2577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59" name="Freeform: Shape 5458">
                <a:extLst>
                  <a:ext uri="{FF2B5EF4-FFF2-40B4-BE49-F238E27FC236}">
                    <a16:creationId xmlns:a16="http://schemas.microsoft.com/office/drawing/2014/main" id="{143FCB24-4B56-4B38-522C-ECE3A338F7F7}"/>
                  </a:ext>
                </a:extLst>
              </p:cNvPr>
              <p:cNvSpPr/>
              <p:nvPr/>
            </p:nvSpPr>
            <p:spPr>
              <a:xfrm>
                <a:off x="3973191" y="5973232"/>
                <a:ext cx="6343" cy="6345"/>
              </a:xfrm>
              <a:custGeom>
                <a:avLst/>
                <a:gdLst>
                  <a:gd name="connsiteX0" fmla="*/ 3418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8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42"/>
                    </a:moveTo>
                    <a:cubicBezTo>
                      <a:pt x="4259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9" y="197"/>
                      <a:pt x="3418" y="197"/>
                    </a:cubicBezTo>
                    <a:cubicBezTo>
                      <a:pt x="2576" y="197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8"/>
                      <a:pt x="2576" y="6542"/>
                      <a:pt x="341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60" name="Freeform: Shape 5459">
                <a:extLst>
                  <a:ext uri="{FF2B5EF4-FFF2-40B4-BE49-F238E27FC236}">
                    <a16:creationId xmlns:a16="http://schemas.microsoft.com/office/drawing/2014/main" id="{A76A1758-42CA-F3DB-CBEF-5353E25D5639}"/>
                  </a:ext>
                </a:extLst>
              </p:cNvPr>
              <p:cNvSpPr/>
              <p:nvPr/>
            </p:nvSpPr>
            <p:spPr>
              <a:xfrm>
                <a:off x="3971434" y="5973121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9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9" y="196"/>
                      <a:pt x="3417" y="196"/>
                    </a:cubicBezTo>
                    <a:cubicBezTo>
                      <a:pt x="2576" y="196"/>
                      <a:pt x="1770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70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61" name="Freeform: Shape 5460">
                <a:extLst>
                  <a:ext uri="{FF2B5EF4-FFF2-40B4-BE49-F238E27FC236}">
                    <a16:creationId xmlns:a16="http://schemas.microsoft.com/office/drawing/2014/main" id="{6FE6EE9B-D802-DA81-83B0-006356AD5F72}"/>
                  </a:ext>
                </a:extLst>
              </p:cNvPr>
              <p:cNvSpPr/>
              <p:nvPr/>
            </p:nvSpPr>
            <p:spPr>
              <a:xfrm>
                <a:off x="3970113" y="5974060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62" name="Freeform: Shape 5461">
                <a:extLst>
                  <a:ext uri="{FF2B5EF4-FFF2-40B4-BE49-F238E27FC236}">
                    <a16:creationId xmlns:a16="http://schemas.microsoft.com/office/drawing/2014/main" id="{8DDBE09C-A788-1E2E-A75D-169ADE016B5F}"/>
                  </a:ext>
                </a:extLst>
              </p:cNvPr>
              <p:cNvSpPr/>
              <p:nvPr/>
            </p:nvSpPr>
            <p:spPr>
              <a:xfrm>
                <a:off x="3967950" y="5972904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6 h 6345"/>
                  <a:gd name="connsiteX5" fmla="*/ 1175 w 6343"/>
                  <a:gd name="connsiteY5" fmla="*/ 1126 h 6345"/>
                  <a:gd name="connsiteX6" fmla="*/ 246 w 6343"/>
                  <a:gd name="connsiteY6" fmla="*/ 3369 h 6345"/>
                  <a:gd name="connsiteX7" fmla="*/ 1175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5" y="5018"/>
                      <a:pt x="6589" y="4211"/>
                      <a:pt x="6589" y="3369"/>
                    </a:cubicBezTo>
                    <a:cubicBezTo>
                      <a:pt x="6589" y="2528"/>
                      <a:pt x="6255" y="1721"/>
                      <a:pt x="5660" y="1126"/>
                    </a:cubicBezTo>
                    <a:cubicBezTo>
                      <a:pt x="5065" y="531"/>
                      <a:pt x="4258" y="196"/>
                      <a:pt x="3417" y="196"/>
                    </a:cubicBezTo>
                    <a:cubicBezTo>
                      <a:pt x="2576" y="196"/>
                      <a:pt x="1769" y="531"/>
                      <a:pt x="1175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5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63" name="Freeform: Shape 5462">
                <a:extLst>
                  <a:ext uri="{FF2B5EF4-FFF2-40B4-BE49-F238E27FC236}">
                    <a16:creationId xmlns:a16="http://schemas.microsoft.com/office/drawing/2014/main" id="{5C44C199-6BD2-46D1-83A5-0C832E847F42}"/>
                  </a:ext>
                </a:extLst>
              </p:cNvPr>
              <p:cNvSpPr/>
              <p:nvPr/>
            </p:nvSpPr>
            <p:spPr>
              <a:xfrm>
                <a:off x="3967013" y="5974806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4 w 6343"/>
                  <a:gd name="connsiteY5" fmla="*/ 1126 h 6345"/>
                  <a:gd name="connsiteX6" fmla="*/ 246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4" y="5018"/>
                      <a:pt x="6589" y="4211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4" y="1126"/>
                    </a:cubicBezTo>
                    <a:cubicBezTo>
                      <a:pt x="580" y="1721"/>
                      <a:pt x="246" y="2528"/>
                      <a:pt x="246" y="3369"/>
                    </a:cubicBezTo>
                    <a:cubicBezTo>
                      <a:pt x="246" y="4211"/>
                      <a:pt x="580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64" name="Freeform: Shape 5463">
                <a:extLst>
                  <a:ext uri="{FF2B5EF4-FFF2-40B4-BE49-F238E27FC236}">
                    <a16:creationId xmlns:a16="http://schemas.microsoft.com/office/drawing/2014/main" id="{28761170-0F52-B9B8-8229-5207D4B9F3B6}"/>
                  </a:ext>
                </a:extLst>
              </p:cNvPr>
              <p:cNvSpPr/>
              <p:nvPr/>
            </p:nvSpPr>
            <p:spPr>
              <a:xfrm>
                <a:off x="3965560" y="5975421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60 w 6343"/>
                  <a:gd name="connsiteY1" fmla="*/ 5613 h 6345"/>
                  <a:gd name="connsiteX2" fmla="*/ 6589 w 6343"/>
                  <a:gd name="connsiteY2" fmla="*/ 3369 h 6345"/>
                  <a:gd name="connsiteX3" fmla="*/ 5660 w 6343"/>
                  <a:gd name="connsiteY3" fmla="*/ 1126 h 6345"/>
                  <a:gd name="connsiteX4" fmla="*/ 3417 w 6343"/>
                  <a:gd name="connsiteY4" fmla="*/ 197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60" y="5613"/>
                    </a:cubicBezTo>
                    <a:cubicBezTo>
                      <a:pt x="6254" y="5018"/>
                      <a:pt x="6589" y="4211"/>
                      <a:pt x="6589" y="3369"/>
                    </a:cubicBezTo>
                    <a:cubicBezTo>
                      <a:pt x="6589" y="2528"/>
                      <a:pt x="6254" y="1721"/>
                      <a:pt x="5660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4" y="1126"/>
                    </a:cubicBezTo>
                    <a:cubicBezTo>
                      <a:pt x="580" y="1721"/>
                      <a:pt x="245" y="2528"/>
                      <a:pt x="245" y="3369"/>
                    </a:cubicBezTo>
                    <a:cubicBezTo>
                      <a:pt x="245" y="4211"/>
                      <a:pt x="580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65" name="Freeform: Shape 5464">
                <a:extLst>
                  <a:ext uri="{FF2B5EF4-FFF2-40B4-BE49-F238E27FC236}">
                    <a16:creationId xmlns:a16="http://schemas.microsoft.com/office/drawing/2014/main" id="{9CB9C871-206B-49C9-8A8F-8525DCBBBD50}"/>
                  </a:ext>
                </a:extLst>
              </p:cNvPr>
              <p:cNvSpPr/>
              <p:nvPr/>
            </p:nvSpPr>
            <p:spPr>
              <a:xfrm>
                <a:off x="3963990" y="5975727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7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59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1"/>
                      <a:pt x="579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66" name="Freeform: Shape 5465">
                <a:extLst>
                  <a:ext uri="{FF2B5EF4-FFF2-40B4-BE49-F238E27FC236}">
                    <a16:creationId xmlns:a16="http://schemas.microsoft.com/office/drawing/2014/main" id="{856F9940-2782-1EBC-2B96-034AD67390AF}"/>
                  </a:ext>
                </a:extLst>
              </p:cNvPr>
              <p:cNvSpPr/>
              <p:nvPr/>
            </p:nvSpPr>
            <p:spPr>
              <a:xfrm>
                <a:off x="3962244" y="5975549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7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5" y="6208"/>
                      <a:pt x="5659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5" y="531"/>
                      <a:pt x="4258" y="197"/>
                      <a:pt x="3417" y="197"/>
                    </a:cubicBezTo>
                    <a:cubicBezTo>
                      <a:pt x="2576" y="197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1"/>
                      <a:pt x="579" y="5018"/>
                      <a:pt x="1174" y="5613"/>
                    </a:cubicBezTo>
                    <a:cubicBezTo>
                      <a:pt x="1769" y="6208"/>
                      <a:pt x="2576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67" name="Freeform: Shape 5466">
                <a:extLst>
                  <a:ext uri="{FF2B5EF4-FFF2-40B4-BE49-F238E27FC236}">
                    <a16:creationId xmlns:a16="http://schemas.microsoft.com/office/drawing/2014/main" id="{E70D356C-47B4-2157-F2FE-A77721C7474A}"/>
                  </a:ext>
                </a:extLst>
              </p:cNvPr>
              <p:cNvSpPr/>
              <p:nvPr/>
            </p:nvSpPr>
            <p:spPr>
              <a:xfrm>
                <a:off x="3960770" y="5976092"/>
                <a:ext cx="6343" cy="6345"/>
              </a:xfrm>
              <a:custGeom>
                <a:avLst/>
                <a:gdLst>
                  <a:gd name="connsiteX0" fmla="*/ 3417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7 w 6343"/>
                  <a:gd name="connsiteY4" fmla="*/ 197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42"/>
                    </a:moveTo>
                    <a:cubicBezTo>
                      <a:pt x="4258" y="6542"/>
                      <a:pt x="5064" y="6208"/>
                      <a:pt x="5659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4" y="531"/>
                      <a:pt x="4258" y="197"/>
                      <a:pt x="3417" y="197"/>
                    </a:cubicBezTo>
                    <a:cubicBezTo>
                      <a:pt x="2575" y="197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1"/>
                      <a:pt x="579" y="5018"/>
                      <a:pt x="1174" y="5613"/>
                    </a:cubicBezTo>
                    <a:cubicBezTo>
                      <a:pt x="1769" y="6208"/>
                      <a:pt x="2575" y="6542"/>
                      <a:pt x="341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68" name="Freeform: Shape 5467">
                <a:extLst>
                  <a:ext uri="{FF2B5EF4-FFF2-40B4-BE49-F238E27FC236}">
                    <a16:creationId xmlns:a16="http://schemas.microsoft.com/office/drawing/2014/main" id="{E204A08E-66C2-F2E4-90EA-F656B134C345}"/>
                  </a:ext>
                </a:extLst>
              </p:cNvPr>
              <p:cNvSpPr/>
              <p:nvPr/>
            </p:nvSpPr>
            <p:spPr>
              <a:xfrm>
                <a:off x="3959015" y="5975847"/>
                <a:ext cx="6343" cy="6345"/>
              </a:xfrm>
              <a:custGeom>
                <a:avLst/>
                <a:gdLst>
                  <a:gd name="connsiteX0" fmla="*/ 3416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6 w 6343"/>
                  <a:gd name="connsiteY4" fmla="*/ 197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42"/>
                    </a:moveTo>
                    <a:cubicBezTo>
                      <a:pt x="4258" y="6542"/>
                      <a:pt x="5064" y="6208"/>
                      <a:pt x="5659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4" y="531"/>
                      <a:pt x="4258" y="197"/>
                      <a:pt x="3416" y="197"/>
                    </a:cubicBezTo>
                    <a:cubicBezTo>
                      <a:pt x="2575" y="197"/>
                      <a:pt x="1769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1"/>
                      <a:pt x="579" y="5018"/>
                      <a:pt x="1174" y="5613"/>
                    </a:cubicBezTo>
                    <a:cubicBezTo>
                      <a:pt x="1769" y="6208"/>
                      <a:pt x="2575" y="6542"/>
                      <a:pt x="341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69" name="Freeform: Shape 5468">
                <a:extLst>
                  <a:ext uri="{FF2B5EF4-FFF2-40B4-BE49-F238E27FC236}">
                    <a16:creationId xmlns:a16="http://schemas.microsoft.com/office/drawing/2014/main" id="{BE51B759-3832-DA99-F6DC-516992CD5608}"/>
                  </a:ext>
                </a:extLst>
              </p:cNvPr>
              <p:cNvSpPr/>
              <p:nvPr/>
            </p:nvSpPr>
            <p:spPr>
              <a:xfrm>
                <a:off x="3957495" y="5976240"/>
                <a:ext cx="6343" cy="6345"/>
              </a:xfrm>
              <a:custGeom>
                <a:avLst/>
                <a:gdLst>
                  <a:gd name="connsiteX0" fmla="*/ 3416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69 h 6345"/>
                  <a:gd name="connsiteX3" fmla="*/ 5659 w 6343"/>
                  <a:gd name="connsiteY3" fmla="*/ 1126 h 6345"/>
                  <a:gd name="connsiteX4" fmla="*/ 3416 w 6343"/>
                  <a:gd name="connsiteY4" fmla="*/ 197 h 6345"/>
                  <a:gd name="connsiteX5" fmla="*/ 1174 w 6343"/>
                  <a:gd name="connsiteY5" fmla="*/ 1126 h 6345"/>
                  <a:gd name="connsiteX6" fmla="*/ 245 w 6343"/>
                  <a:gd name="connsiteY6" fmla="*/ 3369 h 6345"/>
                  <a:gd name="connsiteX7" fmla="*/ 1174 w 6343"/>
                  <a:gd name="connsiteY7" fmla="*/ 5613 h 6345"/>
                  <a:gd name="connsiteX8" fmla="*/ 341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42"/>
                    </a:moveTo>
                    <a:cubicBezTo>
                      <a:pt x="4257" y="6542"/>
                      <a:pt x="5064" y="6208"/>
                      <a:pt x="5659" y="5613"/>
                    </a:cubicBezTo>
                    <a:cubicBezTo>
                      <a:pt x="6254" y="5018"/>
                      <a:pt x="6588" y="4211"/>
                      <a:pt x="6588" y="3369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4" y="531"/>
                      <a:pt x="4257" y="197"/>
                      <a:pt x="3416" y="197"/>
                    </a:cubicBezTo>
                    <a:cubicBezTo>
                      <a:pt x="2575" y="197"/>
                      <a:pt x="1768" y="531"/>
                      <a:pt x="1174" y="1126"/>
                    </a:cubicBezTo>
                    <a:cubicBezTo>
                      <a:pt x="579" y="1721"/>
                      <a:pt x="245" y="2528"/>
                      <a:pt x="245" y="3369"/>
                    </a:cubicBezTo>
                    <a:cubicBezTo>
                      <a:pt x="245" y="4211"/>
                      <a:pt x="579" y="5018"/>
                      <a:pt x="1174" y="5613"/>
                    </a:cubicBezTo>
                    <a:cubicBezTo>
                      <a:pt x="1768" y="6208"/>
                      <a:pt x="2575" y="6542"/>
                      <a:pt x="341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70" name="Freeform: Shape 5469">
                <a:extLst>
                  <a:ext uri="{FF2B5EF4-FFF2-40B4-BE49-F238E27FC236}">
                    <a16:creationId xmlns:a16="http://schemas.microsoft.com/office/drawing/2014/main" id="{C913BD56-F380-3070-19B5-C2924B815C22}"/>
                  </a:ext>
                </a:extLst>
              </p:cNvPr>
              <p:cNvSpPr/>
              <p:nvPr/>
            </p:nvSpPr>
            <p:spPr>
              <a:xfrm>
                <a:off x="3956107" y="5977014"/>
                <a:ext cx="6343" cy="6345"/>
              </a:xfrm>
              <a:custGeom>
                <a:avLst/>
                <a:gdLst>
                  <a:gd name="connsiteX0" fmla="*/ 3416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70 h 6345"/>
                  <a:gd name="connsiteX3" fmla="*/ 5659 w 6343"/>
                  <a:gd name="connsiteY3" fmla="*/ 1126 h 6345"/>
                  <a:gd name="connsiteX4" fmla="*/ 3416 w 6343"/>
                  <a:gd name="connsiteY4" fmla="*/ 197 h 6345"/>
                  <a:gd name="connsiteX5" fmla="*/ 1174 w 6343"/>
                  <a:gd name="connsiteY5" fmla="*/ 1126 h 6345"/>
                  <a:gd name="connsiteX6" fmla="*/ 245 w 6343"/>
                  <a:gd name="connsiteY6" fmla="*/ 3370 h 6345"/>
                  <a:gd name="connsiteX7" fmla="*/ 1174 w 6343"/>
                  <a:gd name="connsiteY7" fmla="*/ 5613 h 6345"/>
                  <a:gd name="connsiteX8" fmla="*/ 341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42"/>
                    </a:moveTo>
                    <a:cubicBezTo>
                      <a:pt x="4257" y="6542"/>
                      <a:pt x="5064" y="6208"/>
                      <a:pt x="5659" y="5613"/>
                    </a:cubicBezTo>
                    <a:cubicBezTo>
                      <a:pt x="6254" y="5018"/>
                      <a:pt x="6588" y="4211"/>
                      <a:pt x="6588" y="3370"/>
                    </a:cubicBezTo>
                    <a:cubicBezTo>
                      <a:pt x="6588" y="2528"/>
                      <a:pt x="6254" y="1721"/>
                      <a:pt x="5659" y="1126"/>
                    </a:cubicBezTo>
                    <a:cubicBezTo>
                      <a:pt x="5064" y="531"/>
                      <a:pt x="4257" y="197"/>
                      <a:pt x="3416" y="197"/>
                    </a:cubicBezTo>
                    <a:cubicBezTo>
                      <a:pt x="2575" y="197"/>
                      <a:pt x="1768" y="531"/>
                      <a:pt x="1174" y="1126"/>
                    </a:cubicBezTo>
                    <a:cubicBezTo>
                      <a:pt x="579" y="1721"/>
                      <a:pt x="245" y="2528"/>
                      <a:pt x="245" y="3370"/>
                    </a:cubicBezTo>
                    <a:cubicBezTo>
                      <a:pt x="245" y="4211"/>
                      <a:pt x="579" y="5018"/>
                      <a:pt x="1174" y="5613"/>
                    </a:cubicBezTo>
                    <a:cubicBezTo>
                      <a:pt x="1768" y="6208"/>
                      <a:pt x="2575" y="6542"/>
                      <a:pt x="341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71" name="Freeform: Shape 5470">
                <a:extLst>
                  <a:ext uri="{FF2B5EF4-FFF2-40B4-BE49-F238E27FC236}">
                    <a16:creationId xmlns:a16="http://schemas.microsoft.com/office/drawing/2014/main" id="{99E72923-0399-581E-9665-38C66218E6FB}"/>
                  </a:ext>
                </a:extLst>
              </p:cNvPr>
              <p:cNvSpPr/>
              <p:nvPr/>
            </p:nvSpPr>
            <p:spPr>
              <a:xfrm>
                <a:off x="3954683" y="5977693"/>
                <a:ext cx="6343" cy="6345"/>
              </a:xfrm>
              <a:custGeom>
                <a:avLst/>
                <a:gdLst>
                  <a:gd name="connsiteX0" fmla="*/ 3416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70 h 6345"/>
                  <a:gd name="connsiteX3" fmla="*/ 5659 w 6343"/>
                  <a:gd name="connsiteY3" fmla="*/ 1126 h 6345"/>
                  <a:gd name="connsiteX4" fmla="*/ 3416 w 6343"/>
                  <a:gd name="connsiteY4" fmla="*/ 197 h 6345"/>
                  <a:gd name="connsiteX5" fmla="*/ 1173 w 6343"/>
                  <a:gd name="connsiteY5" fmla="*/ 1126 h 6345"/>
                  <a:gd name="connsiteX6" fmla="*/ 245 w 6343"/>
                  <a:gd name="connsiteY6" fmla="*/ 3370 h 6345"/>
                  <a:gd name="connsiteX7" fmla="*/ 1173 w 6343"/>
                  <a:gd name="connsiteY7" fmla="*/ 5613 h 6345"/>
                  <a:gd name="connsiteX8" fmla="*/ 341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42"/>
                    </a:moveTo>
                    <a:cubicBezTo>
                      <a:pt x="4257" y="6542"/>
                      <a:pt x="5064" y="6208"/>
                      <a:pt x="5659" y="5613"/>
                    </a:cubicBezTo>
                    <a:cubicBezTo>
                      <a:pt x="6253" y="5018"/>
                      <a:pt x="6588" y="4211"/>
                      <a:pt x="6588" y="3370"/>
                    </a:cubicBezTo>
                    <a:cubicBezTo>
                      <a:pt x="6588" y="2528"/>
                      <a:pt x="6253" y="1721"/>
                      <a:pt x="5659" y="1126"/>
                    </a:cubicBezTo>
                    <a:cubicBezTo>
                      <a:pt x="5064" y="531"/>
                      <a:pt x="4257" y="197"/>
                      <a:pt x="3416" y="197"/>
                    </a:cubicBezTo>
                    <a:cubicBezTo>
                      <a:pt x="2575" y="197"/>
                      <a:pt x="1768" y="531"/>
                      <a:pt x="1173" y="1126"/>
                    </a:cubicBezTo>
                    <a:cubicBezTo>
                      <a:pt x="579" y="1721"/>
                      <a:pt x="245" y="2528"/>
                      <a:pt x="245" y="3370"/>
                    </a:cubicBezTo>
                    <a:cubicBezTo>
                      <a:pt x="245" y="4211"/>
                      <a:pt x="579" y="5018"/>
                      <a:pt x="1173" y="5613"/>
                    </a:cubicBezTo>
                    <a:cubicBezTo>
                      <a:pt x="1768" y="6208"/>
                      <a:pt x="2575" y="6542"/>
                      <a:pt x="341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72" name="Freeform: Shape 5471">
                <a:extLst>
                  <a:ext uri="{FF2B5EF4-FFF2-40B4-BE49-F238E27FC236}">
                    <a16:creationId xmlns:a16="http://schemas.microsoft.com/office/drawing/2014/main" id="{38124B51-F7A2-BF19-7B26-FEA2B20ED567}"/>
                  </a:ext>
                </a:extLst>
              </p:cNvPr>
              <p:cNvSpPr/>
              <p:nvPr/>
            </p:nvSpPr>
            <p:spPr>
              <a:xfrm>
                <a:off x="3952952" y="5977449"/>
                <a:ext cx="6343" cy="6345"/>
              </a:xfrm>
              <a:custGeom>
                <a:avLst/>
                <a:gdLst>
                  <a:gd name="connsiteX0" fmla="*/ 3416 w 6343"/>
                  <a:gd name="connsiteY0" fmla="*/ 6542 h 6345"/>
                  <a:gd name="connsiteX1" fmla="*/ 5659 w 6343"/>
                  <a:gd name="connsiteY1" fmla="*/ 5613 h 6345"/>
                  <a:gd name="connsiteX2" fmla="*/ 6588 w 6343"/>
                  <a:gd name="connsiteY2" fmla="*/ 3370 h 6345"/>
                  <a:gd name="connsiteX3" fmla="*/ 5659 w 6343"/>
                  <a:gd name="connsiteY3" fmla="*/ 1126 h 6345"/>
                  <a:gd name="connsiteX4" fmla="*/ 3416 w 6343"/>
                  <a:gd name="connsiteY4" fmla="*/ 197 h 6345"/>
                  <a:gd name="connsiteX5" fmla="*/ 1173 w 6343"/>
                  <a:gd name="connsiteY5" fmla="*/ 1126 h 6345"/>
                  <a:gd name="connsiteX6" fmla="*/ 244 w 6343"/>
                  <a:gd name="connsiteY6" fmla="*/ 3370 h 6345"/>
                  <a:gd name="connsiteX7" fmla="*/ 1173 w 6343"/>
                  <a:gd name="connsiteY7" fmla="*/ 5613 h 6345"/>
                  <a:gd name="connsiteX8" fmla="*/ 341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42"/>
                    </a:moveTo>
                    <a:cubicBezTo>
                      <a:pt x="4257" y="6542"/>
                      <a:pt x="5064" y="6208"/>
                      <a:pt x="5659" y="5613"/>
                    </a:cubicBezTo>
                    <a:cubicBezTo>
                      <a:pt x="6253" y="5018"/>
                      <a:pt x="6588" y="4211"/>
                      <a:pt x="6588" y="3370"/>
                    </a:cubicBezTo>
                    <a:cubicBezTo>
                      <a:pt x="6588" y="2528"/>
                      <a:pt x="6253" y="1721"/>
                      <a:pt x="5659" y="1126"/>
                    </a:cubicBezTo>
                    <a:cubicBezTo>
                      <a:pt x="5064" y="531"/>
                      <a:pt x="4257" y="197"/>
                      <a:pt x="3416" y="197"/>
                    </a:cubicBezTo>
                    <a:cubicBezTo>
                      <a:pt x="2575" y="197"/>
                      <a:pt x="1768" y="531"/>
                      <a:pt x="1173" y="1126"/>
                    </a:cubicBezTo>
                    <a:cubicBezTo>
                      <a:pt x="579" y="1721"/>
                      <a:pt x="244" y="2528"/>
                      <a:pt x="244" y="3370"/>
                    </a:cubicBezTo>
                    <a:cubicBezTo>
                      <a:pt x="244" y="4211"/>
                      <a:pt x="579" y="5018"/>
                      <a:pt x="1173" y="5613"/>
                    </a:cubicBezTo>
                    <a:cubicBezTo>
                      <a:pt x="1768" y="6208"/>
                      <a:pt x="2575" y="6542"/>
                      <a:pt x="341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73" name="Freeform: Shape 5472">
                <a:extLst>
                  <a:ext uri="{FF2B5EF4-FFF2-40B4-BE49-F238E27FC236}">
                    <a16:creationId xmlns:a16="http://schemas.microsoft.com/office/drawing/2014/main" id="{AB5D2CC9-ED3D-1992-F240-A36D4474F771}"/>
                  </a:ext>
                </a:extLst>
              </p:cNvPr>
              <p:cNvSpPr/>
              <p:nvPr/>
            </p:nvSpPr>
            <p:spPr>
              <a:xfrm>
                <a:off x="3951072" y="5976711"/>
                <a:ext cx="6343" cy="6345"/>
              </a:xfrm>
              <a:custGeom>
                <a:avLst/>
                <a:gdLst>
                  <a:gd name="connsiteX0" fmla="*/ 3416 w 6343"/>
                  <a:gd name="connsiteY0" fmla="*/ 6542 h 6345"/>
                  <a:gd name="connsiteX1" fmla="*/ 5658 w 6343"/>
                  <a:gd name="connsiteY1" fmla="*/ 5613 h 6345"/>
                  <a:gd name="connsiteX2" fmla="*/ 6587 w 6343"/>
                  <a:gd name="connsiteY2" fmla="*/ 3369 h 6345"/>
                  <a:gd name="connsiteX3" fmla="*/ 5658 w 6343"/>
                  <a:gd name="connsiteY3" fmla="*/ 1126 h 6345"/>
                  <a:gd name="connsiteX4" fmla="*/ 3416 w 6343"/>
                  <a:gd name="connsiteY4" fmla="*/ 197 h 6345"/>
                  <a:gd name="connsiteX5" fmla="*/ 1173 w 6343"/>
                  <a:gd name="connsiteY5" fmla="*/ 1126 h 6345"/>
                  <a:gd name="connsiteX6" fmla="*/ 244 w 6343"/>
                  <a:gd name="connsiteY6" fmla="*/ 3369 h 6345"/>
                  <a:gd name="connsiteX7" fmla="*/ 1173 w 6343"/>
                  <a:gd name="connsiteY7" fmla="*/ 5613 h 6345"/>
                  <a:gd name="connsiteX8" fmla="*/ 341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42"/>
                    </a:moveTo>
                    <a:cubicBezTo>
                      <a:pt x="4257" y="6542"/>
                      <a:pt x="5064" y="6208"/>
                      <a:pt x="5658" y="5613"/>
                    </a:cubicBezTo>
                    <a:cubicBezTo>
                      <a:pt x="6253" y="5018"/>
                      <a:pt x="6587" y="4211"/>
                      <a:pt x="6587" y="3369"/>
                    </a:cubicBezTo>
                    <a:cubicBezTo>
                      <a:pt x="6587" y="2528"/>
                      <a:pt x="6253" y="1721"/>
                      <a:pt x="5658" y="1126"/>
                    </a:cubicBezTo>
                    <a:cubicBezTo>
                      <a:pt x="5064" y="531"/>
                      <a:pt x="4257" y="197"/>
                      <a:pt x="3416" y="197"/>
                    </a:cubicBezTo>
                    <a:cubicBezTo>
                      <a:pt x="2575" y="197"/>
                      <a:pt x="1768" y="531"/>
                      <a:pt x="1173" y="1126"/>
                    </a:cubicBezTo>
                    <a:cubicBezTo>
                      <a:pt x="578" y="1721"/>
                      <a:pt x="244" y="2528"/>
                      <a:pt x="244" y="3369"/>
                    </a:cubicBezTo>
                    <a:cubicBezTo>
                      <a:pt x="244" y="4211"/>
                      <a:pt x="578" y="5018"/>
                      <a:pt x="1173" y="5613"/>
                    </a:cubicBezTo>
                    <a:cubicBezTo>
                      <a:pt x="1768" y="6208"/>
                      <a:pt x="2575" y="6542"/>
                      <a:pt x="341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74" name="Freeform: Shape 5473">
                <a:extLst>
                  <a:ext uri="{FF2B5EF4-FFF2-40B4-BE49-F238E27FC236}">
                    <a16:creationId xmlns:a16="http://schemas.microsoft.com/office/drawing/2014/main" id="{286520A4-638B-0AE5-424C-4B9619224D7D}"/>
                  </a:ext>
                </a:extLst>
              </p:cNvPr>
              <p:cNvSpPr/>
              <p:nvPr/>
            </p:nvSpPr>
            <p:spPr>
              <a:xfrm>
                <a:off x="3949688" y="5977492"/>
                <a:ext cx="6343" cy="6345"/>
              </a:xfrm>
              <a:custGeom>
                <a:avLst/>
                <a:gdLst>
                  <a:gd name="connsiteX0" fmla="*/ 3416 w 6343"/>
                  <a:gd name="connsiteY0" fmla="*/ 6542 h 6345"/>
                  <a:gd name="connsiteX1" fmla="*/ 5658 w 6343"/>
                  <a:gd name="connsiteY1" fmla="*/ 5613 h 6345"/>
                  <a:gd name="connsiteX2" fmla="*/ 6587 w 6343"/>
                  <a:gd name="connsiteY2" fmla="*/ 3370 h 6345"/>
                  <a:gd name="connsiteX3" fmla="*/ 5658 w 6343"/>
                  <a:gd name="connsiteY3" fmla="*/ 1126 h 6345"/>
                  <a:gd name="connsiteX4" fmla="*/ 3416 w 6343"/>
                  <a:gd name="connsiteY4" fmla="*/ 197 h 6345"/>
                  <a:gd name="connsiteX5" fmla="*/ 1173 w 6343"/>
                  <a:gd name="connsiteY5" fmla="*/ 1126 h 6345"/>
                  <a:gd name="connsiteX6" fmla="*/ 244 w 6343"/>
                  <a:gd name="connsiteY6" fmla="*/ 3370 h 6345"/>
                  <a:gd name="connsiteX7" fmla="*/ 1173 w 6343"/>
                  <a:gd name="connsiteY7" fmla="*/ 5613 h 6345"/>
                  <a:gd name="connsiteX8" fmla="*/ 341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42"/>
                    </a:moveTo>
                    <a:cubicBezTo>
                      <a:pt x="4257" y="6542"/>
                      <a:pt x="5064" y="6208"/>
                      <a:pt x="5658" y="5613"/>
                    </a:cubicBezTo>
                    <a:cubicBezTo>
                      <a:pt x="6253" y="5018"/>
                      <a:pt x="6587" y="4211"/>
                      <a:pt x="6587" y="3370"/>
                    </a:cubicBezTo>
                    <a:cubicBezTo>
                      <a:pt x="6587" y="2528"/>
                      <a:pt x="6253" y="1721"/>
                      <a:pt x="5658" y="1126"/>
                    </a:cubicBezTo>
                    <a:cubicBezTo>
                      <a:pt x="5064" y="531"/>
                      <a:pt x="4257" y="197"/>
                      <a:pt x="3416" y="197"/>
                    </a:cubicBezTo>
                    <a:cubicBezTo>
                      <a:pt x="2575" y="197"/>
                      <a:pt x="1768" y="531"/>
                      <a:pt x="1173" y="1126"/>
                    </a:cubicBezTo>
                    <a:cubicBezTo>
                      <a:pt x="578" y="1721"/>
                      <a:pt x="244" y="2528"/>
                      <a:pt x="244" y="3370"/>
                    </a:cubicBezTo>
                    <a:cubicBezTo>
                      <a:pt x="244" y="4211"/>
                      <a:pt x="578" y="5018"/>
                      <a:pt x="1173" y="5613"/>
                    </a:cubicBezTo>
                    <a:cubicBezTo>
                      <a:pt x="1768" y="6208"/>
                      <a:pt x="2575" y="6542"/>
                      <a:pt x="341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75" name="Freeform: Shape 5474">
                <a:extLst>
                  <a:ext uri="{FF2B5EF4-FFF2-40B4-BE49-F238E27FC236}">
                    <a16:creationId xmlns:a16="http://schemas.microsoft.com/office/drawing/2014/main" id="{57CE0C29-13D9-DA3B-8BE0-666EC5905E29}"/>
                  </a:ext>
                </a:extLst>
              </p:cNvPr>
              <p:cNvSpPr/>
              <p:nvPr/>
            </p:nvSpPr>
            <p:spPr>
              <a:xfrm>
                <a:off x="3948298" y="5978265"/>
                <a:ext cx="6343" cy="6345"/>
              </a:xfrm>
              <a:custGeom>
                <a:avLst/>
                <a:gdLst>
                  <a:gd name="connsiteX0" fmla="*/ 3416 w 6343"/>
                  <a:gd name="connsiteY0" fmla="*/ 6542 h 6345"/>
                  <a:gd name="connsiteX1" fmla="*/ 5658 w 6343"/>
                  <a:gd name="connsiteY1" fmla="*/ 5613 h 6345"/>
                  <a:gd name="connsiteX2" fmla="*/ 6587 w 6343"/>
                  <a:gd name="connsiteY2" fmla="*/ 3370 h 6345"/>
                  <a:gd name="connsiteX3" fmla="*/ 5658 w 6343"/>
                  <a:gd name="connsiteY3" fmla="*/ 1126 h 6345"/>
                  <a:gd name="connsiteX4" fmla="*/ 3416 w 6343"/>
                  <a:gd name="connsiteY4" fmla="*/ 197 h 6345"/>
                  <a:gd name="connsiteX5" fmla="*/ 1173 w 6343"/>
                  <a:gd name="connsiteY5" fmla="*/ 1126 h 6345"/>
                  <a:gd name="connsiteX6" fmla="*/ 244 w 6343"/>
                  <a:gd name="connsiteY6" fmla="*/ 3370 h 6345"/>
                  <a:gd name="connsiteX7" fmla="*/ 1173 w 6343"/>
                  <a:gd name="connsiteY7" fmla="*/ 5613 h 6345"/>
                  <a:gd name="connsiteX8" fmla="*/ 341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42"/>
                    </a:moveTo>
                    <a:cubicBezTo>
                      <a:pt x="4257" y="6542"/>
                      <a:pt x="5063" y="6208"/>
                      <a:pt x="5658" y="5613"/>
                    </a:cubicBezTo>
                    <a:cubicBezTo>
                      <a:pt x="6253" y="5018"/>
                      <a:pt x="6587" y="4211"/>
                      <a:pt x="6587" y="3370"/>
                    </a:cubicBezTo>
                    <a:cubicBezTo>
                      <a:pt x="6587" y="2528"/>
                      <a:pt x="6253" y="1721"/>
                      <a:pt x="5658" y="1126"/>
                    </a:cubicBezTo>
                    <a:cubicBezTo>
                      <a:pt x="5063" y="531"/>
                      <a:pt x="4257" y="197"/>
                      <a:pt x="3416" y="197"/>
                    </a:cubicBezTo>
                    <a:cubicBezTo>
                      <a:pt x="2575" y="197"/>
                      <a:pt x="1768" y="531"/>
                      <a:pt x="1173" y="1126"/>
                    </a:cubicBezTo>
                    <a:cubicBezTo>
                      <a:pt x="578" y="1721"/>
                      <a:pt x="244" y="2528"/>
                      <a:pt x="244" y="3370"/>
                    </a:cubicBezTo>
                    <a:cubicBezTo>
                      <a:pt x="244" y="4211"/>
                      <a:pt x="578" y="5018"/>
                      <a:pt x="1173" y="5613"/>
                    </a:cubicBezTo>
                    <a:cubicBezTo>
                      <a:pt x="1768" y="6208"/>
                      <a:pt x="2575" y="6542"/>
                      <a:pt x="341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76" name="Freeform: Shape 5475">
                <a:extLst>
                  <a:ext uri="{FF2B5EF4-FFF2-40B4-BE49-F238E27FC236}">
                    <a16:creationId xmlns:a16="http://schemas.microsoft.com/office/drawing/2014/main" id="{0512F1F9-74F1-9986-00FE-D2410DC09056}"/>
                  </a:ext>
                </a:extLst>
              </p:cNvPr>
              <p:cNvSpPr/>
              <p:nvPr/>
            </p:nvSpPr>
            <p:spPr>
              <a:xfrm>
                <a:off x="3946808" y="5978722"/>
                <a:ext cx="6343" cy="6345"/>
              </a:xfrm>
              <a:custGeom>
                <a:avLst/>
                <a:gdLst>
                  <a:gd name="connsiteX0" fmla="*/ 3415 w 6343"/>
                  <a:gd name="connsiteY0" fmla="*/ 6542 h 6345"/>
                  <a:gd name="connsiteX1" fmla="*/ 5658 w 6343"/>
                  <a:gd name="connsiteY1" fmla="*/ 5613 h 6345"/>
                  <a:gd name="connsiteX2" fmla="*/ 6587 w 6343"/>
                  <a:gd name="connsiteY2" fmla="*/ 3370 h 6345"/>
                  <a:gd name="connsiteX3" fmla="*/ 5658 w 6343"/>
                  <a:gd name="connsiteY3" fmla="*/ 1126 h 6345"/>
                  <a:gd name="connsiteX4" fmla="*/ 3415 w 6343"/>
                  <a:gd name="connsiteY4" fmla="*/ 197 h 6345"/>
                  <a:gd name="connsiteX5" fmla="*/ 1173 w 6343"/>
                  <a:gd name="connsiteY5" fmla="*/ 1126 h 6345"/>
                  <a:gd name="connsiteX6" fmla="*/ 244 w 6343"/>
                  <a:gd name="connsiteY6" fmla="*/ 3370 h 6345"/>
                  <a:gd name="connsiteX7" fmla="*/ 1173 w 6343"/>
                  <a:gd name="connsiteY7" fmla="*/ 5613 h 6345"/>
                  <a:gd name="connsiteX8" fmla="*/ 3415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42"/>
                    </a:moveTo>
                    <a:cubicBezTo>
                      <a:pt x="4257" y="6542"/>
                      <a:pt x="5063" y="6208"/>
                      <a:pt x="5658" y="5613"/>
                    </a:cubicBezTo>
                    <a:cubicBezTo>
                      <a:pt x="6253" y="5018"/>
                      <a:pt x="6587" y="4211"/>
                      <a:pt x="6587" y="3370"/>
                    </a:cubicBezTo>
                    <a:cubicBezTo>
                      <a:pt x="6587" y="2528"/>
                      <a:pt x="6253" y="1721"/>
                      <a:pt x="5658" y="1126"/>
                    </a:cubicBezTo>
                    <a:cubicBezTo>
                      <a:pt x="5063" y="531"/>
                      <a:pt x="4257" y="197"/>
                      <a:pt x="3415" y="197"/>
                    </a:cubicBezTo>
                    <a:cubicBezTo>
                      <a:pt x="2574" y="197"/>
                      <a:pt x="1768" y="531"/>
                      <a:pt x="1173" y="1126"/>
                    </a:cubicBezTo>
                    <a:cubicBezTo>
                      <a:pt x="578" y="1721"/>
                      <a:pt x="244" y="2528"/>
                      <a:pt x="244" y="3370"/>
                    </a:cubicBezTo>
                    <a:cubicBezTo>
                      <a:pt x="244" y="4211"/>
                      <a:pt x="578" y="5018"/>
                      <a:pt x="1173" y="5613"/>
                    </a:cubicBezTo>
                    <a:cubicBezTo>
                      <a:pt x="1768" y="6208"/>
                      <a:pt x="2574" y="6542"/>
                      <a:pt x="3415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77" name="Freeform: Shape 5476">
                <a:extLst>
                  <a:ext uri="{FF2B5EF4-FFF2-40B4-BE49-F238E27FC236}">
                    <a16:creationId xmlns:a16="http://schemas.microsoft.com/office/drawing/2014/main" id="{71069F64-0153-4FCD-6ECA-42FD8C81777A}"/>
                  </a:ext>
                </a:extLst>
              </p:cNvPr>
              <p:cNvSpPr/>
              <p:nvPr/>
            </p:nvSpPr>
            <p:spPr>
              <a:xfrm>
                <a:off x="3931634" y="5933001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09 h 6345"/>
                  <a:gd name="connsiteX2" fmla="*/ 6586 w 6343"/>
                  <a:gd name="connsiteY2" fmla="*/ 3366 h 6345"/>
                  <a:gd name="connsiteX3" fmla="*/ 5657 w 6343"/>
                  <a:gd name="connsiteY3" fmla="*/ 1123 h 6345"/>
                  <a:gd name="connsiteX4" fmla="*/ 3414 w 6343"/>
                  <a:gd name="connsiteY4" fmla="*/ 193 h 6345"/>
                  <a:gd name="connsiteX5" fmla="*/ 1172 w 6343"/>
                  <a:gd name="connsiteY5" fmla="*/ 1123 h 6345"/>
                  <a:gd name="connsiteX6" fmla="*/ 243 w 6343"/>
                  <a:gd name="connsiteY6" fmla="*/ 3366 h 6345"/>
                  <a:gd name="connsiteX7" fmla="*/ 1172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7" y="5609"/>
                    </a:cubicBezTo>
                    <a:cubicBezTo>
                      <a:pt x="6252" y="5015"/>
                      <a:pt x="6586" y="4207"/>
                      <a:pt x="6586" y="3366"/>
                    </a:cubicBezTo>
                    <a:cubicBezTo>
                      <a:pt x="6586" y="2525"/>
                      <a:pt x="6252" y="1718"/>
                      <a:pt x="5657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2" y="1123"/>
                    </a:cubicBezTo>
                    <a:cubicBezTo>
                      <a:pt x="577" y="1718"/>
                      <a:pt x="243" y="2525"/>
                      <a:pt x="243" y="3366"/>
                    </a:cubicBezTo>
                    <a:cubicBezTo>
                      <a:pt x="243" y="4207"/>
                      <a:pt x="577" y="5015"/>
                      <a:pt x="1172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78" name="Freeform: Shape 5477">
                <a:extLst>
                  <a:ext uri="{FF2B5EF4-FFF2-40B4-BE49-F238E27FC236}">
                    <a16:creationId xmlns:a16="http://schemas.microsoft.com/office/drawing/2014/main" id="{B7C33FCF-9828-247A-7CE7-44381F8C55AA}"/>
                  </a:ext>
                </a:extLst>
              </p:cNvPr>
              <p:cNvSpPr/>
              <p:nvPr/>
            </p:nvSpPr>
            <p:spPr>
              <a:xfrm>
                <a:off x="3930051" y="5932078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09 h 6345"/>
                  <a:gd name="connsiteX2" fmla="*/ 6586 w 6343"/>
                  <a:gd name="connsiteY2" fmla="*/ 3366 h 6345"/>
                  <a:gd name="connsiteX3" fmla="*/ 5657 w 6343"/>
                  <a:gd name="connsiteY3" fmla="*/ 1123 h 6345"/>
                  <a:gd name="connsiteX4" fmla="*/ 3414 w 6343"/>
                  <a:gd name="connsiteY4" fmla="*/ 193 h 6345"/>
                  <a:gd name="connsiteX5" fmla="*/ 1172 w 6343"/>
                  <a:gd name="connsiteY5" fmla="*/ 1123 h 6345"/>
                  <a:gd name="connsiteX6" fmla="*/ 243 w 6343"/>
                  <a:gd name="connsiteY6" fmla="*/ 3366 h 6345"/>
                  <a:gd name="connsiteX7" fmla="*/ 1172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7" y="5609"/>
                    </a:cubicBezTo>
                    <a:cubicBezTo>
                      <a:pt x="6252" y="5014"/>
                      <a:pt x="6586" y="4207"/>
                      <a:pt x="6586" y="3366"/>
                    </a:cubicBezTo>
                    <a:cubicBezTo>
                      <a:pt x="6586" y="2525"/>
                      <a:pt x="6252" y="1717"/>
                      <a:pt x="5657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2" y="1123"/>
                    </a:cubicBezTo>
                    <a:cubicBezTo>
                      <a:pt x="577" y="1717"/>
                      <a:pt x="243" y="2525"/>
                      <a:pt x="243" y="3366"/>
                    </a:cubicBezTo>
                    <a:cubicBezTo>
                      <a:pt x="243" y="4207"/>
                      <a:pt x="577" y="5014"/>
                      <a:pt x="1172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79" name="Freeform: Shape 5478">
                <a:extLst>
                  <a:ext uri="{FF2B5EF4-FFF2-40B4-BE49-F238E27FC236}">
                    <a16:creationId xmlns:a16="http://schemas.microsoft.com/office/drawing/2014/main" id="{36E158A2-2936-85FF-1140-433951B72CFC}"/>
                  </a:ext>
                </a:extLst>
              </p:cNvPr>
              <p:cNvSpPr/>
              <p:nvPr/>
            </p:nvSpPr>
            <p:spPr>
              <a:xfrm>
                <a:off x="3928758" y="5932114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09 h 6345"/>
                  <a:gd name="connsiteX2" fmla="*/ 6586 w 6343"/>
                  <a:gd name="connsiteY2" fmla="*/ 3366 h 6345"/>
                  <a:gd name="connsiteX3" fmla="*/ 5657 w 6343"/>
                  <a:gd name="connsiteY3" fmla="*/ 1123 h 6345"/>
                  <a:gd name="connsiteX4" fmla="*/ 3414 w 6343"/>
                  <a:gd name="connsiteY4" fmla="*/ 193 h 6345"/>
                  <a:gd name="connsiteX5" fmla="*/ 1171 w 6343"/>
                  <a:gd name="connsiteY5" fmla="*/ 1123 h 6345"/>
                  <a:gd name="connsiteX6" fmla="*/ 243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7" y="5609"/>
                    </a:cubicBezTo>
                    <a:cubicBezTo>
                      <a:pt x="6251" y="5014"/>
                      <a:pt x="6586" y="4207"/>
                      <a:pt x="6586" y="3366"/>
                    </a:cubicBezTo>
                    <a:cubicBezTo>
                      <a:pt x="6586" y="2525"/>
                      <a:pt x="6251" y="1717"/>
                      <a:pt x="5657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1" y="1123"/>
                    </a:cubicBezTo>
                    <a:cubicBezTo>
                      <a:pt x="577" y="1717"/>
                      <a:pt x="243" y="2525"/>
                      <a:pt x="243" y="3366"/>
                    </a:cubicBezTo>
                    <a:cubicBezTo>
                      <a:pt x="243" y="4207"/>
                      <a:pt x="577" y="5014"/>
                      <a:pt x="1171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80" name="Freeform: Shape 5479">
                <a:extLst>
                  <a:ext uri="{FF2B5EF4-FFF2-40B4-BE49-F238E27FC236}">
                    <a16:creationId xmlns:a16="http://schemas.microsoft.com/office/drawing/2014/main" id="{3954620B-DDE2-C3FE-A158-A1C474D8E411}"/>
                  </a:ext>
                </a:extLst>
              </p:cNvPr>
              <p:cNvSpPr/>
              <p:nvPr/>
            </p:nvSpPr>
            <p:spPr>
              <a:xfrm>
                <a:off x="3927637" y="5932762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09 h 6345"/>
                  <a:gd name="connsiteX2" fmla="*/ 6586 w 6343"/>
                  <a:gd name="connsiteY2" fmla="*/ 3366 h 6345"/>
                  <a:gd name="connsiteX3" fmla="*/ 5657 w 6343"/>
                  <a:gd name="connsiteY3" fmla="*/ 1123 h 6345"/>
                  <a:gd name="connsiteX4" fmla="*/ 3414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7" y="5609"/>
                    </a:cubicBezTo>
                    <a:cubicBezTo>
                      <a:pt x="6251" y="5014"/>
                      <a:pt x="6586" y="4207"/>
                      <a:pt x="6586" y="3366"/>
                    </a:cubicBezTo>
                    <a:cubicBezTo>
                      <a:pt x="6586" y="2525"/>
                      <a:pt x="6251" y="1718"/>
                      <a:pt x="5657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1" y="1123"/>
                    </a:cubicBezTo>
                    <a:cubicBezTo>
                      <a:pt x="577" y="1718"/>
                      <a:pt x="242" y="2525"/>
                      <a:pt x="242" y="3366"/>
                    </a:cubicBezTo>
                    <a:cubicBezTo>
                      <a:pt x="242" y="4207"/>
                      <a:pt x="577" y="5014"/>
                      <a:pt x="1171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81" name="Freeform: Shape 5480">
                <a:extLst>
                  <a:ext uri="{FF2B5EF4-FFF2-40B4-BE49-F238E27FC236}">
                    <a16:creationId xmlns:a16="http://schemas.microsoft.com/office/drawing/2014/main" id="{4F01CED2-1927-BEDC-8EA9-CCC0651BDDD8}"/>
                  </a:ext>
                </a:extLst>
              </p:cNvPr>
              <p:cNvSpPr/>
              <p:nvPr/>
            </p:nvSpPr>
            <p:spPr>
              <a:xfrm>
                <a:off x="3926116" y="5931941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4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5"/>
                      <a:pt x="6251" y="1717"/>
                      <a:pt x="5656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1" y="1123"/>
                    </a:cubicBezTo>
                    <a:cubicBezTo>
                      <a:pt x="576" y="1717"/>
                      <a:pt x="242" y="2525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82" name="Freeform: Shape 5481">
                <a:extLst>
                  <a:ext uri="{FF2B5EF4-FFF2-40B4-BE49-F238E27FC236}">
                    <a16:creationId xmlns:a16="http://schemas.microsoft.com/office/drawing/2014/main" id="{0F8C50F9-AC5E-A5D6-5D15-F4AA1F3FEAEC}"/>
                  </a:ext>
                </a:extLst>
              </p:cNvPr>
              <p:cNvSpPr/>
              <p:nvPr/>
            </p:nvSpPr>
            <p:spPr>
              <a:xfrm>
                <a:off x="3924758" y="5931686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2 h 6345"/>
                  <a:gd name="connsiteX4" fmla="*/ 3414 w 6343"/>
                  <a:gd name="connsiteY4" fmla="*/ 193 h 6345"/>
                  <a:gd name="connsiteX5" fmla="*/ 1171 w 6343"/>
                  <a:gd name="connsiteY5" fmla="*/ 1122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5"/>
                      <a:pt x="6251" y="1717"/>
                      <a:pt x="5656" y="1122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1" y="1122"/>
                    </a:cubicBezTo>
                    <a:cubicBezTo>
                      <a:pt x="576" y="1717"/>
                      <a:pt x="242" y="2525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83" name="Freeform: Shape 5482">
                <a:extLst>
                  <a:ext uri="{FF2B5EF4-FFF2-40B4-BE49-F238E27FC236}">
                    <a16:creationId xmlns:a16="http://schemas.microsoft.com/office/drawing/2014/main" id="{FA4CDEF0-B880-7402-4373-AAED462022D8}"/>
                  </a:ext>
                </a:extLst>
              </p:cNvPr>
              <p:cNvSpPr/>
              <p:nvPr/>
            </p:nvSpPr>
            <p:spPr>
              <a:xfrm>
                <a:off x="3919763" y="5932181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5"/>
                      <a:pt x="6251" y="1717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5" y="528"/>
                      <a:pt x="1171" y="1123"/>
                    </a:cubicBezTo>
                    <a:cubicBezTo>
                      <a:pt x="576" y="1717"/>
                      <a:pt x="242" y="2525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5" y="6204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84" name="Freeform: Shape 5483">
                <a:extLst>
                  <a:ext uri="{FF2B5EF4-FFF2-40B4-BE49-F238E27FC236}">
                    <a16:creationId xmlns:a16="http://schemas.microsoft.com/office/drawing/2014/main" id="{A193059E-6A1D-AC69-2ED4-561DD25EC44D}"/>
                  </a:ext>
                </a:extLst>
              </p:cNvPr>
              <p:cNvSpPr/>
              <p:nvPr/>
            </p:nvSpPr>
            <p:spPr>
              <a:xfrm>
                <a:off x="3918412" y="5931838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5"/>
                      <a:pt x="6251" y="1717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5" y="528"/>
                      <a:pt x="1171" y="1123"/>
                    </a:cubicBezTo>
                    <a:cubicBezTo>
                      <a:pt x="576" y="1717"/>
                      <a:pt x="242" y="2525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5" y="6204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85" name="Freeform: Shape 5484">
                <a:extLst>
                  <a:ext uri="{FF2B5EF4-FFF2-40B4-BE49-F238E27FC236}">
                    <a16:creationId xmlns:a16="http://schemas.microsoft.com/office/drawing/2014/main" id="{D550A489-8432-D116-974D-EF9E6828AFFB}"/>
                  </a:ext>
                </a:extLst>
              </p:cNvPr>
              <p:cNvSpPr/>
              <p:nvPr/>
            </p:nvSpPr>
            <p:spPr>
              <a:xfrm>
                <a:off x="3917378" y="5932874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4"/>
                      <a:pt x="5656" y="5609"/>
                    </a:cubicBezTo>
                    <a:cubicBezTo>
                      <a:pt x="6251" y="5015"/>
                      <a:pt x="6585" y="4207"/>
                      <a:pt x="6585" y="3366"/>
                    </a:cubicBezTo>
                    <a:cubicBezTo>
                      <a:pt x="6585" y="2525"/>
                      <a:pt x="6251" y="1718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5" y="528"/>
                      <a:pt x="1171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7"/>
                      <a:pt x="576" y="5015"/>
                      <a:pt x="1171" y="5609"/>
                    </a:cubicBezTo>
                    <a:cubicBezTo>
                      <a:pt x="1765" y="6204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86" name="Freeform: Shape 5485">
                <a:extLst>
                  <a:ext uri="{FF2B5EF4-FFF2-40B4-BE49-F238E27FC236}">
                    <a16:creationId xmlns:a16="http://schemas.microsoft.com/office/drawing/2014/main" id="{95FDB8C0-EBAC-953B-E02B-493150C3D49B}"/>
                  </a:ext>
                </a:extLst>
              </p:cNvPr>
              <p:cNvSpPr/>
              <p:nvPr/>
            </p:nvSpPr>
            <p:spPr>
              <a:xfrm>
                <a:off x="3916196" y="5933276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0 w 6343"/>
                  <a:gd name="connsiteY5" fmla="*/ 1123 h 6345"/>
                  <a:gd name="connsiteX6" fmla="*/ 242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4"/>
                      <a:pt x="5656" y="5610"/>
                    </a:cubicBezTo>
                    <a:cubicBezTo>
                      <a:pt x="6250" y="5015"/>
                      <a:pt x="6585" y="4207"/>
                      <a:pt x="6585" y="3366"/>
                    </a:cubicBezTo>
                    <a:cubicBezTo>
                      <a:pt x="6585" y="2525"/>
                      <a:pt x="6250" y="1718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5" y="528"/>
                      <a:pt x="1170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7"/>
                      <a:pt x="576" y="5015"/>
                      <a:pt x="1170" y="5610"/>
                    </a:cubicBezTo>
                    <a:cubicBezTo>
                      <a:pt x="1765" y="6204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87" name="Freeform: Shape 5486">
                <a:extLst>
                  <a:ext uri="{FF2B5EF4-FFF2-40B4-BE49-F238E27FC236}">
                    <a16:creationId xmlns:a16="http://schemas.microsoft.com/office/drawing/2014/main" id="{66A701F7-AA1C-8D11-CACD-B0C76DEA708D}"/>
                  </a:ext>
                </a:extLst>
              </p:cNvPr>
              <p:cNvSpPr/>
              <p:nvPr/>
            </p:nvSpPr>
            <p:spPr>
              <a:xfrm>
                <a:off x="3915353" y="5935289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6" y="5610"/>
                    </a:cubicBezTo>
                    <a:cubicBezTo>
                      <a:pt x="6250" y="5015"/>
                      <a:pt x="6585" y="4208"/>
                      <a:pt x="6585" y="3366"/>
                    </a:cubicBezTo>
                    <a:cubicBezTo>
                      <a:pt x="6585" y="2525"/>
                      <a:pt x="6250" y="1718"/>
                      <a:pt x="5656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6" y="1718"/>
                      <a:pt x="241" y="2525"/>
                      <a:pt x="241" y="3366"/>
                    </a:cubicBezTo>
                    <a:cubicBezTo>
                      <a:pt x="241" y="4208"/>
                      <a:pt x="576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88" name="Freeform: Shape 5487">
                <a:extLst>
                  <a:ext uri="{FF2B5EF4-FFF2-40B4-BE49-F238E27FC236}">
                    <a16:creationId xmlns:a16="http://schemas.microsoft.com/office/drawing/2014/main" id="{783BA84A-2523-47FB-9A95-D77085C8E536}"/>
                  </a:ext>
                </a:extLst>
              </p:cNvPr>
              <p:cNvSpPr/>
              <p:nvPr/>
            </p:nvSpPr>
            <p:spPr>
              <a:xfrm>
                <a:off x="3914404" y="5936894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4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6" y="5610"/>
                    </a:cubicBezTo>
                    <a:cubicBezTo>
                      <a:pt x="6250" y="5015"/>
                      <a:pt x="6584" y="4208"/>
                      <a:pt x="6584" y="3366"/>
                    </a:cubicBezTo>
                    <a:cubicBezTo>
                      <a:pt x="6584" y="2525"/>
                      <a:pt x="6250" y="1718"/>
                      <a:pt x="5656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6" y="1718"/>
                      <a:pt x="241" y="2525"/>
                      <a:pt x="241" y="3366"/>
                    </a:cubicBezTo>
                    <a:cubicBezTo>
                      <a:pt x="241" y="4208"/>
                      <a:pt x="576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89" name="Freeform: Shape 5488">
                <a:extLst>
                  <a:ext uri="{FF2B5EF4-FFF2-40B4-BE49-F238E27FC236}">
                    <a16:creationId xmlns:a16="http://schemas.microsoft.com/office/drawing/2014/main" id="{4BB1F7E8-E1CB-9A17-B57C-F97174936A98}"/>
                  </a:ext>
                </a:extLst>
              </p:cNvPr>
              <p:cNvSpPr/>
              <p:nvPr/>
            </p:nvSpPr>
            <p:spPr>
              <a:xfrm>
                <a:off x="3913348" y="5938044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5 w 6343"/>
                  <a:gd name="connsiteY1" fmla="*/ 5610 h 6345"/>
                  <a:gd name="connsiteX2" fmla="*/ 6584 w 6343"/>
                  <a:gd name="connsiteY2" fmla="*/ 3366 h 6345"/>
                  <a:gd name="connsiteX3" fmla="*/ 5655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5" y="5610"/>
                    </a:cubicBezTo>
                    <a:cubicBezTo>
                      <a:pt x="6250" y="5015"/>
                      <a:pt x="6584" y="4208"/>
                      <a:pt x="6584" y="3366"/>
                    </a:cubicBezTo>
                    <a:cubicBezTo>
                      <a:pt x="6584" y="2525"/>
                      <a:pt x="6250" y="1718"/>
                      <a:pt x="5655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5" y="1718"/>
                      <a:pt x="241" y="2525"/>
                      <a:pt x="241" y="3366"/>
                    </a:cubicBezTo>
                    <a:cubicBezTo>
                      <a:pt x="241" y="4208"/>
                      <a:pt x="575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90" name="Freeform: Shape 5489">
                <a:extLst>
                  <a:ext uri="{FF2B5EF4-FFF2-40B4-BE49-F238E27FC236}">
                    <a16:creationId xmlns:a16="http://schemas.microsoft.com/office/drawing/2014/main" id="{1917108F-2497-9F8B-DBC2-7AA01BBB58F2}"/>
                  </a:ext>
                </a:extLst>
              </p:cNvPr>
              <p:cNvSpPr/>
              <p:nvPr/>
            </p:nvSpPr>
            <p:spPr>
              <a:xfrm>
                <a:off x="3912244" y="5939009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5 w 6343"/>
                  <a:gd name="connsiteY1" fmla="*/ 5610 h 6345"/>
                  <a:gd name="connsiteX2" fmla="*/ 6584 w 6343"/>
                  <a:gd name="connsiteY2" fmla="*/ 3367 h 6345"/>
                  <a:gd name="connsiteX3" fmla="*/ 5655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7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5" y="5610"/>
                    </a:cubicBezTo>
                    <a:cubicBezTo>
                      <a:pt x="6250" y="5015"/>
                      <a:pt x="6584" y="4208"/>
                      <a:pt x="6584" y="3367"/>
                    </a:cubicBezTo>
                    <a:cubicBezTo>
                      <a:pt x="6584" y="2525"/>
                      <a:pt x="6250" y="1718"/>
                      <a:pt x="5655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5" y="1718"/>
                      <a:pt x="241" y="2525"/>
                      <a:pt x="241" y="3367"/>
                    </a:cubicBezTo>
                    <a:cubicBezTo>
                      <a:pt x="241" y="4208"/>
                      <a:pt x="575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91" name="Freeform: Shape 5490">
                <a:extLst>
                  <a:ext uri="{FF2B5EF4-FFF2-40B4-BE49-F238E27FC236}">
                    <a16:creationId xmlns:a16="http://schemas.microsoft.com/office/drawing/2014/main" id="{F4688823-E520-96B4-FCF5-4E65598C8BAC}"/>
                  </a:ext>
                </a:extLst>
              </p:cNvPr>
              <p:cNvSpPr/>
              <p:nvPr/>
            </p:nvSpPr>
            <p:spPr>
              <a:xfrm>
                <a:off x="3911650" y="5942766"/>
                <a:ext cx="6343" cy="6345"/>
              </a:xfrm>
              <a:custGeom>
                <a:avLst/>
                <a:gdLst>
                  <a:gd name="connsiteX0" fmla="*/ 3413 w 6343"/>
                  <a:gd name="connsiteY0" fmla="*/ 6540 h 6345"/>
                  <a:gd name="connsiteX1" fmla="*/ 5655 w 6343"/>
                  <a:gd name="connsiteY1" fmla="*/ 5610 h 6345"/>
                  <a:gd name="connsiteX2" fmla="*/ 6584 w 6343"/>
                  <a:gd name="connsiteY2" fmla="*/ 3367 h 6345"/>
                  <a:gd name="connsiteX3" fmla="*/ 5655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7 h 6345"/>
                  <a:gd name="connsiteX7" fmla="*/ 1170 w 6343"/>
                  <a:gd name="connsiteY7" fmla="*/ 5610 h 6345"/>
                  <a:gd name="connsiteX8" fmla="*/ 341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40"/>
                    </a:moveTo>
                    <a:cubicBezTo>
                      <a:pt x="4254" y="6540"/>
                      <a:pt x="5061" y="6205"/>
                      <a:pt x="5655" y="5610"/>
                    </a:cubicBezTo>
                    <a:cubicBezTo>
                      <a:pt x="6250" y="5015"/>
                      <a:pt x="6584" y="4208"/>
                      <a:pt x="6584" y="3367"/>
                    </a:cubicBezTo>
                    <a:cubicBezTo>
                      <a:pt x="6584" y="2525"/>
                      <a:pt x="6250" y="1718"/>
                      <a:pt x="5655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5" y="1718"/>
                      <a:pt x="241" y="2525"/>
                      <a:pt x="241" y="3367"/>
                    </a:cubicBezTo>
                    <a:cubicBezTo>
                      <a:pt x="241" y="4208"/>
                      <a:pt x="575" y="5015"/>
                      <a:pt x="1170" y="5610"/>
                    </a:cubicBezTo>
                    <a:cubicBezTo>
                      <a:pt x="1765" y="6205"/>
                      <a:pt x="2572" y="6540"/>
                      <a:pt x="341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92" name="Freeform: Shape 5491">
                <a:extLst>
                  <a:ext uri="{FF2B5EF4-FFF2-40B4-BE49-F238E27FC236}">
                    <a16:creationId xmlns:a16="http://schemas.microsoft.com/office/drawing/2014/main" id="{D68739F0-5F16-3068-F52E-03D69092B680}"/>
                  </a:ext>
                </a:extLst>
              </p:cNvPr>
              <p:cNvSpPr/>
              <p:nvPr/>
            </p:nvSpPr>
            <p:spPr>
              <a:xfrm>
                <a:off x="3906589" y="5971502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3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6 h 6345"/>
                  <a:gd name="connsiteX5" fmla="*/ 1170 w 6343"/>
                  <a:gd name="connsiteY5" fmla="*/ 1126 h 6345"/>
                  <a:gd name="connsiteX6" fmla="*/ 241 w 6343"/>
                  <a:gd name="connsiteY6" fmla="*/ 3369 h 6345"/>
                  <a:gd name="connsiteX7" fmla="*/ 1170 w 6343"/>
                  <a:gd name="connsiteY7" fmla="*/ 5613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3"/>
                    </a:cubicBezTo>
                    <a:cubicBezTo>
                      <a:pt x="6250" y="5018"/>
                      <a:pt x="6584" y="4210"/>
                      <a:pt x="6584" y="3369"/>
                    </a:cubicBezTo>
                    <a:cubicBezTo>
                      <a:pt x="6584" y="2528"/>
                      <a:pt x="6250" y="1721"/>
                      <a:pt x="5655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70" y="1126"/>
                    </a:cubicBezTo>
                    <a:cubicBezTo>
                      <a:pt x="575" y="1721"/>
                      <a:pt x="241" y="2528"/>
                      <a:pt x="241" y="3369"/>
                    </a:cubicBezTo>
                    <a:cubicBezTo>
                      <a:pt x="241" y="4210"/>
                      <a:pt x="575" y="5018"/>
                      <a:pt x="1170" y="5613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93" name="Freeform: Shape 5492">
                <a:extLst>
                  <a:ext uri="{FF2B5EF4-FFF2-40B4-BE49-F238E27FC236}">
                    <a16:creationId xmlns:a16="http://schemas.microsoft.com/office/drawing/2014/main" id="{102A79BB-F00E-072D-6AFD-371382344E3D}"/>
                  </a:ext>
                </a:extLst>
              </p:cNvPr>
              <p:cNvSpPr/>
              <p:nvPr/>
            </p:nvSpPr>
            <p:spPr>
              <a:xfrm>
                <a:off x="3904994" y="5970611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6 h 6345"/>
                  <a:gd name="connsiteX5" fmla="*/ 1170 w 6343"/>
                  <a:gd name="connsiteY5" fmla="*/ 1126 h 6345"/>
                  <a:gd name="connsiteX6" fmla="*/ 241 w 6343"/>
                  <a:gd name="connsiteY6" fmla="*/ 3369 h 6345"/>
                  <a:gd name="connsiteX7" fmla="*/ 1170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50" y="5017"/>
                      <a:pt x="6584" y="4210"/>
                      <a:pt x="6584" y="3369"/>
                    </a:cubicBezTo>
                    <a:cubicBezTo>
                      <a:pt x="6584" y="2528"/>
                      <a:pt x="6250" y="1721"/>
                      <a:pt x="5655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70" y="1126"/>
                    </a:cubicBezTo>
                    <a:cubicBezTo>
                      <a:pt x="575" y="1721"/>
                      <a:pt x="241" y="2528"/>
                      <a:pt x="241" y="3369"/>
                    </a:cubicBezTo>
                    <a:cubicBezTo>
                      <a:pt x="241" y="4210"/>
                      <a:pt x="575" y="5017"/>
                      <a:pt x="1170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94" name="Freeform: Shape 5493">
                <a:extLst>
                  <a:ext uri="{FF2B5EF4-FFF2-40B4-BE49-F238E27FC236}">
                    <a16:creationId xmlns:a16="http://schemas.microsoft.com/office/drawing/2014/main" id="{12BBDB2F-8D61-B4B3-EDCA-B9AE1252886C}"/>
                  </a:ext>
                </a:extLst>
              </p:cNvPr>
              <p:cNvSpPr/>
              <p:nvPr/>
            </p:nvSpPr>
            <p:spPr>
              <a:xfrm>
                <a:off x="3903546" y="5970757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6 h 6345"/>
                  <a:gd name="connsiteX5" fmla="*/ 1169 w 6343"/>
                  <a:gd name="connsiteY5" fmla="*/ 1126 h 6345"/>
                  <a:gd name="connsiteX6" fmla="*/ 241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8"/>
                      <a:pt x="6249" y="1721"/>
                      <a:pt x="5655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69" y="1126"/>
                    </a:cubicBezTo>
                    <a:cubicBezTo>
                      <a:pt x="575" y="1721"/>
                      <a:pt x="241" y="2528"/>
                      <a:pt x="241" y="3369"/>
                    </a:cubicBezTo>
                    <a:cubicBezTo>
                      <a:pt x="241" y="4210"/>
                      <a:pt x="575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95" name="Freeform: Shape 5494">
                <a:extLst>
                  <a:ext uri="{FF2B5EF4-FFF2-40B4-BE49-F238E27FC236}">
                    <a16:creationId xmlns:a16="http://schemas.microsoft.com/office/drawing/2014/main" id="{9C7550CA-ED09-C485-6A70-15B1D30BBF65}"/>
                  </a:ext>
                </a:extLst>
              </p:cNvPr>
              <p:cNvSpPr/>
              <p:nvPr/>
            </p:nvSpPr>
            <p:spPr>
              <a:xfrm>
                <a:off x="3902007" y="5970165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6 h 6345"/>
                  <a:gd name="connsiteX5" fmla="*/ 1169 w 6343"/>
                  <a:gd name="connsiteY5" fmla="*/ 1126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8"/>
                      <a:pt x="6249" y="1720"/>
                      <a:pt x="5655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69" y="1126"/>
                    </a:cubicBezTo>
                    <a:cubicBezTo>
                      <a:pt x="575" y="1720"/>
                      <a:pt x="240" y="2528"/>
                      <a:pt x="240" y="3369"/>
                    </a:cubicBezTo>
                    <a:cubicBezTo>
                      <a:pt x="240" y="4210"/>
                      <a:pt x="575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96" name="Freeform: Shape 5495">
                <a:extLst>
                  <a:ext uri="{FF2B5EF4-FFF2-40B4-BE49-F238E27FC236}">
                    <a16:creationId xmlns:a16="http://schemas.microsoft.com/office/drawing/2014/main" id="{A3C98985-D0D5-C76A-660F-C883D0AF3FD0}"/>
                  </a:ext>
                </a:extLst>
              </p:cNvPr>
              <p:cNvSpPr/>
              <p:nvPr/>
            </p:nvSpPr>
            <p:spPr>
              <a:xfrm>
                <a:off x="3931722" y="5933173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09 h 6345"/>
                  <a:gd name="connsiteX2" fmla="*/ 6586 w 6343"/>
                  <a:gd name="connsiteY2" fmla="*/ 3366 h 6345"/>
                  <a:gd name="connsiteX3" fmla="*/ 5657 w 6343"/>
                  <a:gd name="connsiteY3" fmla="*/ 1123 h 6345"/>
                  <a:gd name="connsiteX4" fmla="*/ 3414 w 6343"/>
                  <a:gd name="connsiteY4" fmla="*/ 193 h 6345"/>
                  <a:gd name="connsiteX5" fmla="*/ 1172 w 6343"/>
                  <a:gd name="connsiteY5" fmla="*/ 1123 h 6345"/>
                  <a:gd name="connsiteX6" fmla="*/ 243 w 6343"/>
                  <a:gd name="connsiteY6" fmla="*/ 3366 h 6345"/>
                  <a:gd name="connsiteX7" fmla="*/ 1172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7" y="5609"/>
                    </a:cubicBezTo>
                    <a:cubicBezTo>
                      <a:pt x="6252" y="5015"/>
                      <a:pt x="6586" y="4207"/>
                      <a:pt x="6586" y="3366"/>
                    </a:cubicBezTo>
                    <a:cubicBezTo>
                      <a:pt x="6586" y="2525"/>
                      <a:pt x="6252" y="1718"/>
                      <a:pt x="5657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2" y="1123"/>
                    </a:cubicBezTo>
                    <a:cubicBezTo>
                      <a:pt x="577" y="1718"/>
                      <a:pt x="243" y="2525"/>
                      <a:pt x="243" y="3366"/>
                    </a:cubicBezTo>
                    <a:cubicBezTo>
                      <a:pt x="243" y="4207"/>
                      <a:pt x="577" y="5015"/>
                      <a:pt x="1172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97" name="Freeform: Shape 5496">
                <a:extLst>
                  <a:ext uri="{FF2B5EF4-FFF2-40B4-BE49-F238E27FC236}">
                    <a16:creationId xmlns:a16="http://schemas.microsoft.com/office/drawing/2014/main" id="{8C0AA768-2982-43F1-8209-292C63884918}"/>
                  </a:ext>
                </a:extLst>
              </p:cNvPr>
              <p:cNvSpPr/>
              <p:nvPr/>
            </p:nvSpPr>
            <p:spPr>
              <a:xfrm>
                <a:off x="3930116" y="5932172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09 h 6345"/>
                  <a:gd name="connsiteX2" fmla="*/ 6586 w 6343"/>
                  <a:gd name="connsiteY2" fmla="*/ 3366 h 6345"/>
                  <a:gd name="connsiteX3" fmla="*/ 5657 w 6343"/>
                  <a:gd name="connsiteY3" fmla="*/ 1123 h 6345"/>
                  <a:gd name="connsiteX4" fmla="*/ 3414 w 6343"/>
                  <a:gd name="connsiteY4" fmla="*/ 193 h 6345"/>
                  <a:gd name="connsiteX5" fmla="*/ 1172 w 6343"/>
                  <a:gd name="connsiteY5" fmla="*/ 1123 h 6345"/>
                  <a:gd name="connsiteX6" fmla="*/ 243 w 6343"/>
                  <a:gd name="connsiteY6" fmla="*/ 3366 h 6345"/>
                  <a:gd name="connsiteX7" fmla="*/ 1172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7" y="5609"/>
                    </a:cubicBezTo>
                    <a:cubicBezTo>
                      <a:pt x="6252" y="5014"/>
                      <a:pt x="6586" y="4207"/>
                      <a:pt x="6586" y="3366"/>
                    </a:cubicBezTo>
                    <a:cubicBezTo>
                      <a:pt x="6586" y="2525"/>
                      <a:pt x="6252" y="1717"/>
                      <a:pt x="5657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2" y="1123"/>
                    </a:cubicBezTo>
                    <a:cubicBezTo>
                      <a:pt x="577" y="1717"/>
                      <a:pt x="243" y="2525"/>
                      <a:pt x="243" y="3366"/>
                    </a:cubicBezTo>
                    <a:cubicBezTo>
                      <a:pt x="243" y="4207"/>
                      <a:pt x="577" y="5014"/>
                      <a:pt x="1172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98" name="Freeform: Shape 5497">
                <a:extLst>
                  <a:ext uri="{FF2B5EF4-FFF2-40B4-BE49-F238E27FC236}">
                    <a16:creationId xmlns:a16="http://schemas.microsoft.com/office/drawing/2014/main" id="{AE9210F9-3DA2-581E-3507-0F5CA9D48FF7}"/>
                  </a:ext>
                </a:extLst>
              </p:cNvPr>
              <p:cNvSpPr/>
              <p:nvPr/>
            </p:nvSpPr>
            <p:spPr>
              <a:xfrm>
                <a:off x="3927518" y="5932198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09 h 6345"/>
                  <a:gd name="connsiteX2" fmla="*/ 6586 w 6343"/>
                  <a:gd name="connsiteY2" fmla="*/ 3366 h 6345"/>
                  <a:gd name="connsiteX3" fmla="*/ 5657 w 6343"/>
                  <a:gd name="connsiteY3" fmla="*/ 1123 h 6345"/>
                  <a:gd name="connsiteX4" fmla="*/ 3414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7" y="5609"/>
                    </a:cubicBezTo>
                    <a:cubicBezTo>
                      <a:pt x="6251" y="5014"/>
                      <a:pt x="6586" y="4207"/>
                      <a:pt x="6586" y="3366"/>
                    </a:cubicBezTo>
                    <a:cubicBezTo>
                      <a:pt x="6586" y="2525"/>
                      <a:pt x="6251" y="1717"/>
                      <a:pt x="5657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1" y="1123"/>
                    </a:cubicBezTo>
                    <a:cubicBezTo>
                      <a:pt x="577" y="1717"/>
                      <a:pt x="242" y="2525"/>
                      <a:pt x="242" y="3366"/>
                    </a:cubicBezTo>
                    <a:cubicBezTo>
                      <a:pt x="242" y="4207"/>
                      <a:pt x="577" y="5014"/>
                      <a:pt x="1171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99" name="Freeform: Shape 5498">
                <a:extLst>
                  <a:ext uri="{FF2B5EF4-FFF2-40B4-BE49-F238E27FC236}">
                    <a16:creationId xmlns:a16="http://schemas.microsoft.com/office/drawing/2014/main" id="{2C312463-AE6A-ED2A-84C3-9AD4C683D435}"/>
                  </a:ext>
                </a:extLst>
              </p:cNvPr>
              <p:cNvSpPr/>
              <p:nvPr/>
            </p:nvSpPr>
            <p:spPr>
              <a:xfrm>
                <a:off x="3926216" y="5932176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09 h 6345"/>
                  <a:gd name="connsiteX2" fmla="*/ 6585 w 6343"/>
                  <a:gd name="connsiteY2" fmla="*/ 3366 h 6345"/>
                  <a:gd name="connsiteX3" fmla="*/ 5657 w 6343"/>
                  <a:gd name="connsiteY3" fmla="*/ 1123 h 6345"/>
                  <a:gd name="connsiteX4" fmla="*/ 3414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7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5"/>
                      <a:pt x="6251" y="1717"/>
                      <a:pt x="5657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1" y="1123"/>
                    </a:cubicBezTo>
                    <a:cubicBezTo>
                      <a:pt x="576" y="1717"/>
                      <a:pt x="242" y="2525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00" name="Freeform: Shape 5499">
                <a:extLst>
                  <a:ext uri="{FF2B5EF4-FFF2-40B4-BE49-F238E27FC236}">
                    <a16:creationId xmlns:a16="http://schemas.microsoft.com/office/drawing/2014/main" id="{ED7FDE6C-C8F2-F5B8-A662-4085D3598F3B}"/>
                  </a:ext>
                </a:extLst>
              </p:cNvPr>
              <p:cNvSpPr/>
              <p:nvPr/>
            </p:nvSpPr>
            <p:spPr>
              <a:xfrm>
                <a:off x="3924858" y="5931925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4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5"/>
                      <a:pt x="6251" y="1717"/>
                      <a:pt x="5656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1" y="1123"/>
                    </a:cubicBezTo>
                    <a:cubicBezTo>
                      <a:pt x="576" y="1717"/>
                      <a:pt x="242" y="2525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01" name="Freeform: Shape 5500">
                <a:extLst>
                  <a:ext uri="{FF2B5EF4-FFF2-40B4-BE49-F238E27FC236}">
                    <a16:creationId xmlns:a16="http://schemas.microsoft.com/office/drawing/2014/main" id="{0397FC1C-2F0F-8AE1-A2B0-3D4E1F224340}"/>
                  </a:ext>
                </a:extLst>
              </p:cNvPr>
              <p:cNvSpPr/>
              <p:nvPr/>
            </p:nvSpPr>
            <p:spPr>
              <a:xfrm>
                <a:off x="3923585" y="5931975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4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5"/>
                      <a:pt x="6251" y="1717"/>
                      <a:pt x="5656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1" y="1123"/>
                    </a:cubicBezTo>
                    <a:cubicBezTo>
                      <a:pt x="576" y="1717"/>
                      <a:pt x="242" y="2525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02" name="Freeform: Shape 5501">
                <a:extLst>
                  <a:ext uri="{FF2B5EF4-FFF2-40B4-BE49-F238E27FC236}">
                    <a16:creationId xmlns:a16="http://schemas.microsoft.com/office/drawing/2014/main" id="{8D5FC7E9-4DEA-0C0A-90A9-00628013DCDB}"/>
                  </a:ext>
                </a:extLst>
              </p:cNvPr>
              <p:cNvSpPr/>
              <p:nvPr/>
            </p:nvSpPr>
            <p:spPr>
              <a:xfrm>
                <a:off x="3919836" y="5932339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5"/>
                      <a:pt x="6251" y="1718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5" y="528"/>
                      <a:pt x="1171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5" y="6204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03" name="Freeform: Shape 5502">
                <a:extLst>
                  <a:ext uri="{FF2B5EF4-FFF2-40B4-BE49-F238E27FC236}">
                    <a16:creationId xmlns:a16="http://schemas.microsoft.com/office/drawing/2014/main" id="{C72B93C4-BCC3-1D49-83EA-3EE0A4F2FE60}"/>
                  </a:ext>
                </a:extLst>
              </p:cNvPr>
              <p:cNvSpPr/>
              <p:nvPr/>
            </p:nvSpPr>
            <p:spPr>
              <a:xfrm>
                <a:off x="3918649" y="5932711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5"/>
                      <a:pt x="6251" y="1718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5" y="528"/>
                      <a:pt x="1171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5" y="6204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04" name="Freeform: Shape 5503">
                <a:extLst>
                  <a:ext uri="{FF2B5EF4-FFF2-40B4-BE49-F238E27FC236}">
                    <a16:creationId xmlns:a16="http://schemas.microsoft.com/office/drawing/2014/main" id="{84BDA2ED-4C92-55DF-D023-F96613EB13DC}"/>
                  </a:ext>
                </a:extLst>
              </p:cNvPr>
              <p:cNvSpPr/>
              <p:nvPr/>
            </p:nvSpPr>
            <p:spPr>
              <a:xfrm>
                <a:off x="3917619" y="5933788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6" y="5610"/>
                    </a:cubicBezTo>
                    <a:cubicBezTo>
                      <a:pt x="6251" y="5015"/>
                      <a:pt x="6585" y="4208"/>
                      <a:pt x="6585" y="3366"/>
                    </a:cubicBezTo>
                    <a:cubicBezTo>
                      <a:pt x="6585" y="2525"/>
                      <a:pt x="6251" y="1718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5" y="528"/>
                      <a:pt x="1171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8"/>
                      <a:pt x="576" y="5015"/>
                      <a:pt x="1171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05" name="Freeform: Shape 5504">
                <a:extLst>
                  <a:ext uri="{FF2B5EF4-FFF2-40B4-BE49-F238E27FC236}">
                    <a16:creationId xmlns:a16="http://schemas.microsoft.com/office/drawing/2014/main" id="{5691EC2F-87C9-2BD6-3061-A15902051E62}"/>
                  </a:ext>
                </a:extLst>
              </p:cNvPr>
              <p:cNvSpPr/>
              <p:nvPr/>
            </p:nvSpPr>
            <p:spPr>
              <a:xfrm>
                <a:off x="3916267" y="5933434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0 w 6343"/>
                  <a:gd name="connsiteY5" fmla="*/ 1123 h 6345"/>
                  <a:gd name="connsiteX6" fmla="*/ 242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4"/>
                      <a:pt x="5656" y="5610"/>
                    </a:cubicBezTo>
                    <a:cubicBezTo>
                      <a:pt x="6250" y="5015"/>
                      <a:pt x="6585" y="4207"/>
                      <a:pt x="6585" y="3366"/>
                    </a:cubicBezTo>
                    <a:cubicBezTo>
                      <a:pt x="6585" y="2525"/>
                      <a:pt x="6250" y="1718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5" y="528"/>
                      <a:pt x="1170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7"/>
                      <a:pt x="576" y="5015"/>
                      <a:pt x="1170" y="5610"/>
                    </a:cubicBezTo>
                    <a:cubicBezTo>
                      <a:pt x="1765" y="6204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06" name="Freeform: Shape 5505">
                <a:extLst>
                  <a:ext uri="{FF2B5EF4-FFF2-40B4-BE49-F238E27FC236}">
                    <a16:creationId xmlns:a16="http://schemas.microsoft.com/office/drawing/2014/main" id="{9A010865-8697-550F-868F-1C343C8D3D5D}"/>
                  </a:ext>
                </a:extLst>
              </p:cNvPr>
              <p:cNvSpPr/>
              <p:nvPr/>
            </p:nvSpPr>
            <p:spPr>
              <a:xfrm>
                <a:off x="3914185" y="5935647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4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6" y="5610"/>
                    </a:cubicBezTo>
                    <a:cubicBezTo>
                      <a:pt x="6250" y="5015"/>
                      <a:pt x="6584" y="4208"/>
                      <a:pt x="6584" y="3366"/>
                    </a:cubicBezTo>
                    <a:cubicBezTo>
                      <a:pt x="6584" y="2525"/>
                      <a:pt x="6250" y="1718"/>
                      <a:pt x="5656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6" y="1718"/>
                      <a:pt x="241" y="2525"/>
                      <a:pt x="241" y="3366"/>
                    </a:cubicBezTo>
                    <a:cubicBezTo>
                      <a:pt x="241" y="4208"/>
                      <a:pt x="576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07" name="Freeform: Shape 5506">
                <a:extLst>
                  <a:ext uri="{FF2B5EF4-FFF2-40B4-BE49-F238E27FC236}">
                    <a16:creationId xmlns:a16="http://schemas.microsoft.com/office/drawing/2014/main" id="{A9D3FD05-38A9-58D3-8ABA-FBFFBA54FBF1}"/>
                  </a:ext>
                </a:extLst>
              </p:cNvPr>
              <p:cNvSpPr/>
              <p:nvPr/>
            </p:nvSpPr>
            <p:spPr>
              <a:xfrm>
                <a:off x="3913161" y="5936924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5 w 6343"/>
                  <a:gd name="connsiteY1" fmla="*/ 5610 h 6345"/>
                  <a:gd name="connsiteX2" fmla="*/ 6584 w 6343"/>
                  <a:gd name="connsiteY2" fmla="*/ 3366 h 6345"/>
                  <a:gd name="connsiteX3" fmla="*/ 5655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5" y="5610"/>
                    </a:cubicBezTo>
                    <a:cubicBezTo>
                      <a:pt x="6250" y="5015"/>
                      <a:pt x="6584" y="4208"/>
                      <a:pt x="6584" y="3366"/>
                    </a:cubicBezTo>
                    <a:cubicBezTo>
                      <a:pt x="6584" y="2525"/>
                      <a:pt x="6250" y="1718"/>
                      <a:pt x="5655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5" y="1718"/>
                      <a:pt x="241" y="2525"/>
                      <a:pt x="241" y="3366"/>
                    </a:cubicBezTo>
                    <a:cubicBezTo>
                      <a:pt x="241" y="4208"/>
                      <a:pt x="575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08" name="Freeform: Shape 5507">
                <a:extLst>
                  <a:ext uri="{FF2B5EF4-FFF2-40B4-BE49-F238E27FC236}">
                    <a16:creationId xmlns:a16="http://schemas.microsoft.com/office/drawing/2014/main" id="{714A99E4-5F93-43C6-57FD-0271D681DD28}"/>
                  </a:ext>
                </a:extLst>
              </p:cNvPr>
              <p:cNvSpPr/>
              <p:nvPr/>
            </p:nvSpPr>
            <p:spPr>
              <a:xfrm>
                <a:off x="3912064" y="5937883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5 w 6343"/>
                  <a:gd name="connsiteY1" fmla="*/ 5610 h 6345"/>
                  <a:gd name="connsiteX2" fmla="*/ 6584 w 6343"/>
                  <a:gd name="connsiteY2" fmla="*/ 3366 h 6345"/>
                  <a:gd name="connsiteX3" fmla="*/ 5655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5" y="5610"/>
                    </a:cubicBezTo>
                    <a:cubicBezTo>
                      <a:pt x="6250" y="5015"/>
                      <a:pt x="6584" y="4208"/>
                      <a:pt x="6584" y="3366"/>
                    </a:cubicBezTo>
                    <a:cubicBezTo>
                      <a:pt x="6584" y="2525"/>
                      <a:pt x="6250" y="1718"/>
                      <a:pt x="5655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5" y="1718"/>
                      <a:pt x="241" y="2525"/>
                      <a:pt x="241" y="3366"/>
                    </a:cubicBezTo>
                    <a:cubicBezTo>
                      <a:pt x="241" y="4208"/>
                      <a:pt x="575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09" name="Freeform: Shape 5508">
                <a:extLst>
                  <a:ext uri="{FF2B5EF4-FFF2-40B4-BE49-F238E27FC236}">
                    <a16:creationId xmlns:a16="http://schemas.microsoft.com/office/drawing/2014/main" id="{8CD49592-A8CE-66B8-34F6-97460372A443}"/>
                  </a:ext>
                </a:extLst>
              </p:cNvPr>
              <p:cNvSpPr/>
              <p:nvPr/>
            </p:nvSpPr>
            <p:spPr>
              <a:xfrm>
                <a:off x="3910897" y="5938522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5 w 6343"/>
                  <a:gd name="connsiteY1" fmla="*/ 5610 h 6345"/>
                  <a:gd name="connsiteX2" fmla="*/ 6584 w 6343"/>
                  <a:gd name="connsiteY2" fmla="*/ 3366 h 6345"/>
                  <a:gd name="connsiteX3" fmla="*/ 5655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5" y="5610"/>
                    </a:cubicBezTo>
                    <a:cubicBezTo>
                      <a:pt x="6250" y="5015"/>
                      <a:pt x="6584" y="4208"/>
                      <a:pt x="6584" y="3366"/>
                    </a:cubicBezTo>
                    <a:cubicBezTo>
                      <a:pt x="6584" y="2525"/>
                      <a:pt x="6250" y="1718"/>
                      <a:pt x="5655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5" y="1718"/>
                      <a:pt x="241" y="2525"/>
                      <a:pt x="241" y="3366"/>
                    </a:cubicBezTo>
                    <a:cubicBezTo>
                      <a:pt x="241" y="4208"/>
                      <a:pt x="575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10" name="Freeform: Shape 5509">
                <a:extLst>
                  <a:ext uri="{FF2B5EF4-FFF2-40B4-BE49-F238E27FC236}">
                    <a16:creationId xmlns:a16="http://schemas.microsoft.com/office/drawing/2014/main" id="{88007D29-4EAF-1101-B0FC-950013FD2108}"/>
                  </a:ext>
                </a:extLst>
              </p:cNvPr>
              <p:cNvSpPr/>
              <p:nvPr/>
            </p:nvSpPr>
            <p:spPr>
              <a:xfrm>
                <a:off x="3908588" y="5974735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3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7 h 6345"/>
                  <a:gd name="connsiteX5" fmla="*/ 1170 w 6343"/>
                  <a:gd name="connsiteY5" fmla="*/ 1126 h 6345"/>
                  <a:gd name="connsiteX6" fmla="*/ 241 w 6343"/>
                  <a:gd name="connsiteY6" fmla="*/ 3369 h 6345"/>
                  <a:gd name="connsiteX7" fmla="*/ 1170 w 6343"/>
                  <a:gd name="connsiteY7" fmla="*/ 5613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4" y="6542"/>
                      <a:pt x="5060" y="6208"/>
                      <a:pt x="5655" y="5613"/>
                    </a:cubicBezTo>
                    <a:cubicBezTo>
                      <a:pt x="6250" y="5018"/>
                      <a:pt x="6584" y="4211"/>
                      <a:pt x="6584" y="3369"/>
                    </a:cubicBezTo>
                    <a:cubicBezTo>
                      <a:pt x="6584" y="2528"/>
                      <a:pt x="6250" y="1721"/>
                      <a:pt x="5655" y="1126"/>
                    </a:cubicBezTo>
                    <a:cubicBezTo>
                      <a:pt x="5060" y="531"/>
                      <a:pt x="4254" y="197"/>
                      <a:pt x="3412" y="197"/>
                    </a:cubicBezTo>
                    <a:cubicBezTo>
                      <a:pt x="2571" y="197"/>
                      <a:pt x="1765" y="531"/>
                      <a:pt x="1170" y="1126"/>
                    </a:cubicBezTo>
                    <a:cubicBezTo>
                      <a:pt x="575" y="1721"/>
                      <a:pt x="241" y="2528"/>
                      <a:pt x="241" y="3369"/>
                    </a:cubicBezTo>
                    <a:cubicBezTo>
                      <a:pt x="241" y="4211"/>
                      <a:pt x="575" y="5018"/>
                      <a:pt x="1170" y="5613"/>
                    </a:cubicBezTo>
                    <a:cubicBezTo>
                      <a:pt x="1765" y="6208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11" name="Freeform: Shape 5510">
                <a:extLst>
                  <a:ext uri="{FF2B5EF4-FFF2-40B4-BE49-F238E27FC236}">
                    <a16:creationId xmlns:a16="http://schemas.microsoft.com/office/drawing/2014/main" id="{011315EE-592A-4C02-2BBE-2A8AA271E04D}"/>
                  </a:ext>
                </a:extLst>
              </p:cNvPr>
              <p:cNvSpPr/>
              <p:nvPr/>
            </p:nvSpPr>
            <p:spPr>
              <a:xfrm>
                <a:off x="3906640" y="5971563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3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6 h 6345"/>
                  <a:gd name="connsiteX5" fmla="*/ 1170 w 6343"/>
                  <a:gd name="connsiteY5" fmla="*/ 1126 h 6345"/>
                  <a:gd name="connsiteX6" fmla="*/ 241 w 6343"/>
                  <a:gd name="connsiteY6" fmla="*/ 3369 h 6345"/>
                  <a:gd name="connsiteX7" fmla="*/ 1170 w 6343"/>
                  <a:gd name="connsiteY7" fmla="*/ 5613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3"/>
                    </a:cubicBezTo>
                    <a:cubicBezTo>
                      <a:pt x="6250" y="5018"/>
                      <a:pt x="6584" y="4210"/>
                      <a:pt x="6584" y="3369"/>
                    </a:cubicBezTo>
                    <a:cubicBezTo>
                      <a:pt x="6584" y="2528"/>
                      <a:pt x="6250" y="1721"/>
                      <a:pt x="5655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70" y="1126"/>
                    </a:cubicBezTo>
                    <a:cubicBezTo>
                      <a:pt x="575" y="1721"/>
                      <a:pt x="241" y="2528"/>
                      <a:pt x="241" y="3369"/>
                    </a:cubicBezTo>
                    <a:cubicBezTo>
                      <a:pt x="241" y="4210"/>
                      <a:pt x="575" y="5018"/>
                      <a:pt x="1170" y="5613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12" name="Freeform: Shape 5511">
                <a:extLst>
                  <a:ext uri="{FF2B5EF4-FFF2-40B4-BE49-F238E27FC236}">
                    <a16:creationId xmlns:a16="http://schemas.microsoft.com/office/drawing/2014/main" id="{57312460-226B-91E7-C622-53B43BD030B8}"/>
                  </a:ext>
                </a:extLst>
              </p:cNvPr>
              <p:cNvSpPr/>
              <p:nvPr/>
            </p:nvSpPr>
            <p:spPr>
              <a:xfrm>
                <a:off x="3905143" y="5971403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3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6 h 6345"/>
                  <a:gd name="connsiteX5" fmla="*/ 1170 w 6343"/>
                  <a:gd name="connsiteY5" fmla="*/ 1126 h 6345"/>
                  <a:gd name="connsiteX6" fmla="*/ 241 w 6343"/>
                  <a:gd name="connsiteY6" fmla="*/ 3369 h 6345"/>
                  <a:gd name="connsiteX7" fmla="*/ 1170 w 6343"/>
                  <a:gd name="connsiteY7" fmla="*/ 5613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3"/>
                    </a:cubicBezTo>
                    <a:cubicBezTo>
                      <a:pt x="6250" y="5018"/>
                      <a:pt x="6584" y="4210"/>
                      <a:pt x="6584" y="3369"/>
                    </a:cubicBezTo>
                    <a:cubicBezTo>
                      <a:pt x="6584" y="2528"/>
                      <a:pt x="6250" y="1721"/>
                      <a:pt x="5655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70" y="1126"/>
                    </a:cubicBezTo>
                    <a:cubicBezTo>
                      <a:pt x="575" y="1721"/>
                      <a:pt x="241" y="2528"/>
                      <a:pt x="241" y="3369"/>
                    </a:cubicBezTo>
                    <a:cubicBezTo>
                      <a:pt x="241" y="4210"/>
                      <a:pt x="575" y="5018"/>
                      <a:pt x="1170" y="5613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13" name="Freeform: Shape 5512">
                <a:extLst>
                  <a:ext uri="{FF2B5EF4-FFF2-40B4-BE49-F238E27FC236}">
                    <a16:creationId xmlns:a16="http://schemas.microsoft.com/office/drawing/2014/main" id="{E296AB0C-51FD-420F-1AD0-D7B8297AACF6}"/>
                  </a:ext>
                </a:extLst>
              </p:cNvPr>
              <p:cNvSpPr/>
              <p:nvPr/>
            </p:nvSpPr>
            <p:spPr>
              <a:xfrm>
                <a:off x="3903596" y="5970826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6 h 6345"/>
                  <a:gd name="connsiteX5" fmla="*/ 1169 w 6343"/>
                  <a:gd name="connsiteY5" fmla="*/ 1126 h 6345"/>
                  <a:gd name="connsiteX6" fmla="*/ 241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7"/>
                      <a:pt x="6584" y="4210"/>
                      <a:pt x="6584" y="3369"/>
                    </a:cubicBezTo>
                    <a:cubicBezTo>
                      <a:pt x="6584" y="2528"/>
                      <a:pt x="6249" y="1721"/>
                      <a:pt x="5655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69" y="1126"/>
                    </a:cubicBezTo>
                    <a:cubicBezTo>
                      <a:pt x="575" y="1721"/>
                      <a:pt x="241" y="2528"/>
                      <a:pt x="241" y="3369"/>
                    </a:cubicBezTo>
                    <a:cubicBezTo>
                      <a:pt x="241" y="4210"/>
                      <a:pt x="575" y="5017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14" name="Freeform: Shape 5513">
                <a:extLst>
                  <a:ext uri="{FF2B5EF4-FFF2-40B4-BE49-F238E27FC236}">
                    <a16:creationId xmlns:a16="http://schemas.microsoft.com/office/drawing/2014/main" id="{148CB277-2664-15A1-B0BA-F72D3F337951}"/>
                  </a:ext>
                </a:extLst>
              </p:cNvPr>
              <p:cNvSpPr/>
              <p:nvPr/>
            </p:nvSpPr>
            <p:spPr>
              <a:xfrm>
                <a:off x="3902175" y="5971190"/>
                <a:ext cx="6343" cy="6345"/>
              </a:xfrm>
              <a:custGeom>
                <a:avLst/>
                <a:gdLst>
                  <a:gd name="connsiteX0" fmla="*/ 3412 w 6343"/>
                  <a:gd name="connsiteY0" fmla="*/ 6542 h 6345"/>
                  <a:gd name="connsiteX1" fmla="*/ 5655 w 6343"/>
                  <a:gd name="connsiteY1" fmla="*/ 5612 h 6345"/>
                  <a:gd name="connsiteX2" fmla="*/ 6584 w 6343"/>
                  <a:gd name="connsiteY2" fmla="*/ 3369 h 6345"/>
                  <a:gd name="connsiteX3" fmla="*/ 5655 w 6343"/>
                  <a:gd name="connsiteY3" fmla="*/ 1126 h 6345"/>
                  <a:gd name="connsiteX4" fmla="*/ 3412 w 6343"/>
                  <a:gd name="connsiteY4" fmla="*/ 196 h 6345"/>
                  <a:gd name="connsiteX5" fmla="*/ 1169 w 6343"/>
                  <a:gd name="connsiteY5" fmla="*/ 1126 h 6345"/>
                  <a:gd name="connsiteX6" fmla="*/ 240 w 6343"/>
                  <a:gd name="connsiteY6" fmla="*/ 3369 h 6345"/>
                  <a:gd name="connsiteX7" fmla="*/ 1169 w 6343"/>
                  <a:gd name="connsiteY7" fmla="*/ 5612 h 6345"/>
                  <a:gd name="connsiteX8" fmla="*/ 3412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42"/>
                    </a:moveTo>
                    <a:cubicBezTo>
                      <a:pt x="4253" y="6542"/>
                      <a:pt x="5060" y="6207"/>
                      <a:pt x="5655" y="5612"/>
                    </a:cubicBezTo>
                    <a:cubicBezTo>
                      <a:pt x="6249" y="5018"/>
                      <a:pt x="6584" y="4210"/>
                      <a:pt x="6584" y="3369"/>
                    </a:cubicBezTo>
                    <a:cubicBezTo>
                      <a:pt x="6584" y="2528"/>
                      <a:pt x="6249" y="1721"/>
                      <a:pt x="5655" y="1126"/>
                    </a:cubicBezTo>
                    <a:cubicBezTo>
                      <a:pt x="5060" y="531"/>
                      <a:pt x="4253" y="196"/>
                      <a:pt x="3412" y="196"/>
                    </a:cubicBezTo>
                    <a:cubicBezTo>
                      <a:pt x="2571" y="196"/>
                      <a:pt x="1764" y="531"/>
                      <a:pt x="1169" y="1126"/>
                    </a:cubicBezTo>
                    <a:cubicBezTo>
                      <a:pt x="575" y="1721"/>
                      <a:pt x="240" y="2528"/>
                      <a:pt x="240" y="3369"/>
                    </a:cubicBezTo>
                    <a:cubicBezTo>
                      <a:pt x="240" y="4210"/>
                      <a:pt x="575" y="5018"/>
                      <a:pt x="1169" y="5612"/>
                    </a:cubicBezTo>
                    <a:cubicBezTo>
                      <a:pt x="1764" y="6207"/>
                      <a:pt x="2571" y="6542"/>
                      <a:pt x="3412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15" name="Freeform: Shape 5514">
                <a:extLst>
                  <a:ext uri="{FF2B5EF4-FFF2-40B4-BE49-F238E27FC236}">
                    <a16:creationId xmlns:a16="http://schemas.microsoft.com/office/drawing/2014/main" id="{91194629-FD1B-02C9-D430-83ECEB3B3DD7}"/>
                  </a:ext>
                </a:extLst>
              </p:cNvPr>
              <p:cNvSpPr/>
              <p:nvPr/>
            </p:nvSpPr>
            <p:spPr>
              <a:xfrm>
                <a:off x="3931633" y="5932747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09 h 6345"/>
                  <a:gd name="connsiteX2" fmla="*/ 6586 w 6343"/>
                  <a:gd name="connsiteY2" fmla="*/ 3366 h 6345"/>
                  <a:gd name="connsiteX3" fmla="*/ 5657 w 6343"/>
                  <a:gd name="connsiteY3" fmla="*/ 1123 h 6345"/>
                  <a:gd name="connsiteX4" fmla="*/ 3414 w 6343"/>
                  <a:gd name="connsiteY4" fmla="*/ 193 h 6345"/>
                  <a:gd name="connsiteX5" fmla="*/ 1172 w 6343"/>
                  <a:gd name="connsiteY5" fmla="*/ 1123 h 6345"/>
                  <a:gd name="connsiteX6" fmla="*/ 243 w 6343"/>
                  <a:gd name="connsiteY6" fmla="*/ 3366 h 6345"/>
                  <a:gd name="connsiteX7" fmla="*/ 1172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7" y="5609"/>
                    </a:cubicBezTo>
                    <a:cubicBezTo>
                      <a:pt x="6252" y="5014"/>
                      <a:pt x="6586" y="4207"/>
                      <a:pt x="6586" y="3366"/>
                    </a:cubicBezTo>
                    <a:cubicBezTo>
                      <a:pt x="6586" y="2525"/>
                      <a:pt x="6252" y="1718"/>
                      <a:pt x="5657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2" y="1123"/>
                    </a:cubicBezTo>
                    <a:cubicBezTo>
                      <a:pt x="577" y="1718"/>
                      <a:pt x="243" y="2525"/>
                      <a:pt x="243" y="3366"/>
                    </a:cubicBezTo>
                    <a:cubicBezTo>
                      <a:pt x="243" y="4207"/>
                      <a:pt x="577" y="5014"/>
                      <a:pt x="1172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16" name="Freeform: Shape 5515">
                <a:extLst>
                  <a:ext uri="{FF2B5EF4-FFF2-40B4-BE49-F238E27FC236}">
                    <a16:creationId xmlns:a16="http://schemas.microsoft.com/office/drawing/2014/main" id="{88981290-E678-06A3-FE21-A09D06AEE3ED}"/>
                  </a:ext>
                </a:extLst>
              </p:cNvPr>
              <p:cNvSpPr/>
              <p:nvPr/>
            </p:nvSpPr>
            <p:spPr>
              <a:xfrm>
                <a:off x="3930259" y="5932537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09 h 6345"/>
                  <a:gd name="connsiteX2" fmla="*/ 6586 w 6343"/>
                  <a:gd name="connsiteY2" fmla="*/ 3366 h 6345"/>
                  <a:gd name="connsiteX3" fmla="*/ 5657 w 6343"/>
                  <a:gd name="connsiteY3" fmla="*/ 1123 h 6345"/>
                  <a:gd name="connsiteX4" fmla="*/ 3414 w 6343"/>
                  <a:gd name="connsiteY4" fmla="*/ 193 h 6345"/>
                  <a:gd name="connsiteX5" fmla="*/ 1172 w 6343"/>
                  <a:gd name="connsiteY5" fmla="*/ 1123 h 6345"/>
                  <a:gd name="connsiteX6" fmla="*/ 243 w 6343"/>
                  <a:gd name="connsiteY6" fmla="*/ 3366 h 6345"/>
                  <a:gd name="connsiteX7" fmla="*/ 1172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7" y="5609"/>
                    </a:cubicBezTo>
                    <a:cubicBezTo>
                      <a:pt x="6252" y="5014"/>
                      <a:pt x="6586" y="4207"/>
                      <a:pt x="6586" y="3366"/>
                    </a:cubicBezTo>
                    <a:cubicBezTo>
                      <a:pt x="6586" y="2525"/>
                      <a:pt x="6252" y="1718"/>
                      <a:pt x="5657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2" y="1123"/>
                    </a:cubicBezTo>
                    <a:cubicBezTo>
                      <a:pt x="577" y="1718"/>
                      <a:pt x="243" y="2525"/>
                      <a:pt x="243" y="3366"/>
                    </a:cubicBezTo>
                    <a:cubicBezTo>
                      <a:pt x="243" y="4207"/>
                      <a:pt x="577" y="5014"/>
                      <a:pt x="1172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17" name="Freeform: Shape 5516">
                <a:extLst>
                  <a:ext uri="{FF2B5EF4-FFF2-40B4-BE49-F238E27FC236}">
                    <a16:creationId xmlns:a16="http://schemas.microsoft.com/office/drawing/2014/main" id="{E4A177E7-D994-AD57-973D-E4F876AD0976}"/>
                  </a:ext>
                </a:extLst>
              </p:cNvPr>
              <p:cNvSpPr/>
              <p:nvPr/>
            </p:nvSpPr>
            <p:spPr>
              <a:xfrm>
                <a:off x="3928803" y="5932013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09 h 6345"/>
                  <a:gd name="connsiteX2" fmla="*/ 6586 w 6343"/>
                  <a:gd name="connsiteY2" fmla="*/ 3366 h 6345"/>
                  <a:gd name="connsiteX3" fmla="*/ 5657 w 6343"/>
                  <a:gd name="connsiteY3" fmla="*/ 1123 h 6345"/>
                  <a:gd name="connsiteX4" fmla="*/ 3414 w 6343"/>
                  <a:gd name="connsiteY4" fmla="*/ 193 h 6345"/>
                  <a:gd name="connsiteX5" fmla="*/ 1171 w 6343"/>
                  <a:gd name="connsiteY5" fmla="*/ 1123 h 6345"/>
                  <a:gd name="connsiteX6" fmla="*/ 243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7" y="5609"/>
                    </a:cubicBezTo>
                    <a:cubicBezTo>
                      <a:pt x="6251" y="5014"/>
                      <a:pt x="6586" y="4207"/>
                      <a:pt x="6586" y="3366"/>
                    </a:cubicBezTo>
                    <a:cubicBezTo>
                      <a:pt x="6586" y="2525"/>
                      <a:pt x="6251" y="1717"/>
                      <a:pt x="5657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1" y="1123"/>
                    </a:cubicBezTo>
                    <a:cubicBezTo>
                      <a:pt x="577" y="1717"/>
                      <a:pt x="243" y="2525"/>
                      <a:pt x="243" y="3366"/>
                    </a:cubicBezTo>
                    <a:cubicBezTo>
                      <a:pt x="243" y="4207"/>
                      <a:pt x="577" y="5014"/>
                      <a:pt x="1171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18" name="Freeform: Shape 5517">
                <a:extLst>
                  <a:ext uri="{FF2B5EF4-FFF2-40B4-BE49-F238E27FC236}">
                    <a16:creationId xmlns:a16="http://schemas.microsoft.com/office/drawing/2014/main" id="{BF4CA933-8834-B232-91B2-5158D638D020}"/>
                  </a:ext>
                </a:extLst>
              </p:cNvPr>
              <p:cNvSpPr/>
              <p:nvPr/>
            </p:nvSpPr>
            <p:spPr>
              <a:xfrm>
                <a:off x="3927283" y="5931217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09 h 6345"/>
                  <a:gd name="connsiteX2" fmla="*/ 6586 w 6343"/>
                  <a:gd name="connsiteY2" fmla="*/ 3366 h 6345"/>
                  <a:gd name="connsiteX3" fmla="*/ 5657 w 6343"/>
                  <a:gd name="connsiteY3" fmla="*/ 1122 h 6345"/>
                  <a:gd name="connsiteX4" fmla="*/ 3414 w 6343"/>
                  <a:gd name="connsiteY4" fmla="*/ 193 h 6345"/>
                  <a:gd name="connsiteX5" fmla="*/ 1171 w 6343"/>
                  <a:gd name="connsiteY5" fmla="*/ 1122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7" y="5609"/>
                    </a:cubicBezTo>
                    <a:cubicBezTo>
                      <a:pt x="6251" y="5014"/>
                      <a:pt x="6586" y="4207"/>
                      <a:pt x="6586" y="3366"/>
                    </a:cubicBezTo>
                    <a:cubicBezTo>
                      <a:pt x="6586" y="2524"/>
                      <a:pt x="6251" y="1717"/>
                      <a:pt x="5657" y="1122"/>
                    </a:cubicBezTo>
                    <a:cubicBezTo>
                      <a:pt x="5062" y="527"/>
                      <a:pt x="4255" y="193"/>
                      <a:pt x="3414" y="193"/>
                    </a:cubicBezTo>
                    <a:cubicBezTo>
                      <a:pt x="2573" y="193"/>
                      <a:pt x="1766" y="527"/>
                      <a:pt x="1171" y="1122"/>
                    </a:cubicBezTo>
                    <a:cubicBezTo>
                      <a:pt x="577" y="1717"/>
                      <a:pt x="242" y="2524"/>
                      <a:pt x="242" y="3366"/>
                    </a:cubicBezTo>
                    <a:cubicBezTo>
                      <a:pt x="242" y="4207"/>
                      <a:pt x="577" y="5014"/>
                      <a:pt x="1171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19" name="Freeform: Shape 5518">
                <a:extLst>
                  <a:ext uri="{FF2B5EF4-FFF2-40B4-BE49-F238E27FC236}">
                    <a16:creationId xmlns:a16="http://schemas.microsoft.com/office/drawing/2014/main" id="{C44426A1-4138-1EE2-C001-E4D3138E5EB6}"/>
                  </a:ext>
                </a:extLst>
              </p:cNvPr>
              <p:cNvSpPr/>
              <p:nvPr/>
            </p:nvSpPr>
            <p:spPr>
              <a:xfrm>
                <a:off x="3924590" y="5930773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2 h 6345"/>
                  <a:gd name="connsiteX4" fmla="*/ 3414 w 6343"/>
                  <a:gd name="connsiteY4" fmla="*/ 193 h 6345"/>
                  <a:gd name="connsiteX5" fmla="*/ 1171 w 6343"/>
                  <a:gd name="connsiteY5" fmla="*/ 1122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4"/>
                      <a:pt x="6251" y="1717"/>
                      <a:pt x="5656" y="1122"/>
                    </a:cubicBezTo>
                    <a:cubicBezTo>
                      <a:pt x="5062" y="527"/>
                      <a:pt x="4255" y="193"/>
                      <a:pt x="3414" y="193"/>
                    </a:cubicBezTo>
                    <a:cubicBezTo>
                      <a:pt x="2573" y="193"/>
                      <a:pt x="1766" y="527"/>
                      <a:pt x="1171" y="1122"/>
                    </a:cubicBezTo>
                    <a:cubicBezTo>
                      <a:pt x="576" y="1717"/>
                      <a:pt x="242" y="2524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20" name="Freeform: Shape 5519">
                <a:extLst>
                  <a:ext uri="{FF2B5EF4-FFF2-40B4-BE49-F238E27FC236}">
                    <a16:creationId xmlns:a16="http://schemas.microsoft.com/office/drawing/2014/main" id="{A088BFED-4C43-BF0C-89D7-15E403E482CD}"/>
                  </a:ext>
                </a:extLst>
              </p:cNvPr>
              <p:cNvSpPr/>
              <p:nvPr/>
            </p:nvSpPr>
            <p:spPr>
              <a:xfrm>
                <a:off x="3923336" y="5930866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2 h 6345"/>
                  <a:gd name="connsiteX4" fmla="*/ 3414 w 6343"/>
                  <a:gd name="connsiteY4" fmla="*/ 193 h 6345"/>
                  <a:gd name="connsiteX5" fmla="*/ 1171 w 6343"/>
                  <a:gd name="connsiteY5" fmla="*/ 1122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4"/>
                      <a:pt x="6251" y="1717"/>
                      <a:pt x="5656" y="1122"/>
                    </a:cubicBezTo>
                    <a:cubicBezTo>
                      <a:pt x="5062" y="527"/>
                      <a:pt x="4255" y="193"/>
                      <a:pt x="3414" y="193"/>
                    </a:cubicBezTo>
                    <a:cubicBezTo>
                      <a:pt x="2573" y="193"/>
                      <a:pt x="1766" y="527"/>
                      <a:pt x="1171" y="1122"/>
                    </a:cubicBezTo>
                    <a:cubicBezTo>
                      <a:pt x="576" y="1717"/>
                      <a:pt x="242" y="2524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21" name="Freeform: Shape 5520">
                <a:extLst>
                  <a:ext uri="{FF2B5EF4-FFF2-40B4-BE49-F238E27FC236}">
                    <a16:creationId xmlns:a16="http://schemas.microsoft.com/office/drawing/2014/main" id="{3F0C9FC7-1EF3-4241-7940-9EF16BB1EF82}"/>
                  </a:ext>
                </a:extLst>
              </p:cNvPr>
              <p:cNvSpPr/>
              <p:nvPr/>
            </p:nvSpPr>
            <p:spPr>
              <a:xfrm>
                <a:off x="3922148" y="5931215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2 h 6345"/>
                  <a:gd name="connsiteX4" fmla="*/ 3414 w 6343"/>
                  <a:gd name="connsiteY4" fmla="*/ 193 h 6345"/>
                  <a:gd name="connsiteX5" fmla="*/ 1171 w 6343"/>
                  <a:gd name="connsiteY5" fmla="*/ 1122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1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4"/>
                      <a:pt x="6251" y="1717"/>
                      <a:pt x="5656" y="1122"/>
                    </a:cubicBezTo>
                    <a:cubicBezTo>
                      <a:pt x="5061" y="527"/>
                      <a:pt x="4255" y="193"/>
                      <a:pt x="3414" y="193"/>
                    </a:cubicBezTo>
                    <a:cubicBezTo>
                      <a:pt x="2572" y="193"/>
                      <a:pt x="1766" y="527"/>
                      <a:pt x="1171" y="1122"/>
                    </a:cubicBezTo>
                    <a:cubicBezTo>
                      <a:pt x="576" y="1717"/>
                      <a:pt x="242" y="2524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6" y="6204"/>
                      <a:pt x="2572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22" name="Freeform: Shape 5521">
                <a:extLst>
                  <a:ext uri="{FF2B5EF4-FFF2-40B4-BE49-F238E27FC236}">
                    <a16:creationId xmlns:a16="http://schemas.microsoft.com/office/drawing/2014/main" id="{F8390326-4D4A-94DB-74D9-C3C4E6794479}"/>
                  </a:ext>
                </a:extLst>
              </p:cNvPr>
              <p:cNvSpPr/>
              <p:nvPr/>
            </p:nvSpPr>
            <p:spPr>
              <a:xfrm>
                <a:off x="3920915" y="5931380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2 h 6345"/>
                  <a:gd name="connsiteX4" fmla="*/ 3413 w 6343"/>
                  <a:gd name="connsiteY4" fmla="*/ 193 h 6345"/>
                  <a:gd name="connsiteX5" fmla="*/ 1171 w 6343"/>
                  <a:gd name="connsiteY5" fmla="*/ 1122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5" y="6539"/>
                      <a:pt x="5061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4"/>
                      <a:pt x="6251" y="1717"/>
                      <a:pt x="5656" y="1122"/>
                    </a:cubicBezTo>
                    <a:cubicBezTo>
                      <a:pt x="5061" y="528"/>
                      <a:pt x="4255" y="193"/>
                      <a:pt x="3413" y="193"/>
                    </a:cubicBezTo>
                    <a:cubicBezTo>
                      <a:pt x="2572" y="193"/>
                      <a:pt x="1766" y="528"/>
                      <a:pt x="1171" y="1122"/>
                    </a:cubicBezTo>
                    <a:cubicBezTo>
                      <a:pt x="576" y="1717"/>
                      <a:pt x="242" y="2524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6" y="6204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23" name="Freeform: Shape 5522">
                <a:extLst>
                  <a:ext uri="{FF2B5EF4-FFF2-40B4-BE49-F238E27FC236}">
                    <a16:creationId xmlns:a16="http://schemas.microsoft.com/office/drawing/2014/main" id="{EB507DA9-4EA5-6106-C913-EEC40C5D10E4}"/>
                  </a:ext>
                </a:extLst>
              </p:cNvPr>
              <p:cNvSpPr/>
              <p:nvPr/>
            </p:nvSpPr>
            <p:spPr>
              <a:xfrm>
                <a:off x="3919839" y="5932199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5"/>
                      <a:pt x="6251" y="1717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5" y="528"/>
                      <a:pt x="1171" y="1123"/>
                    </a:cubicBezTo>
                    <a:cubicBezTo>
                      <a:pt x="576" y="1717"/>
                      <a:pt x="242" y="2525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5" y="6204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24" name="Freeform: Shape 5523">
                <a:extLst>
                  <a:ext uri="{FF2B5EF4-FFF2-40B4-BE49-F238E27FC236}">
                    <a16:creationId xmlns:a16="http://schemas.microsoft.com/office/drawing/2014/main" id="{F2D2B45A-4175-76DE-5792-AEBBC6695552}"/>
                  </a:ext>
                </a:extLst>
              </p:cNvPr>
              <p:cNvSpPr/>
              <p:nvPr/>
            </p:nvSpPr>
            <p:spPr>
              <a:xfrm>
                <a:off x="3918673" y="5932659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5"/>
                      <a:pt x="6251" y="1718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5" y="528"/>
                      <a:pt x="1171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5" y="6204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25" name="Freeform: Shape 5524">
                <a:extLst>
                  <a:ext uri="{FF2B5EF4-FFF2-40B4-BE49-F238E27FC236}">
                    <a16:creationId xmlns:a16="http://schemas.microsoft.com/office/drawing/2014/main" id="{44FCA4A9-8863-52CD-E29E-B996F3C26387}"/>
                  </a:ext>
                </a:extLst>
              </p:cNvPr>
              <p:cNvSpPr/>
              <p:nvPr/>
            </p:nvSpPr>
            <p:spPr>
              <a:xfrm>
                <a:off x="3917533" y="5933244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4"/>
                      <a:pt x="5656" y="5610"/>
                    </a:cubicBezTo>
                    <a:cubicBezTo>
                      <a:pt x="6251" y="5015"/>
                      <a:pt x="6585" y="4207"/>
                      <a:pt x="6585" y="3366"/>
                    </a:cubicBezTo>
                    <a:cubicBezTo>
                      <a:pt x="6585" y="2525"/>
                      <a:pt x="6251" y="1718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5" y="528"/>
                      <a:pt x="1171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7"/>
                      <a:pt x="576" y="5015"/>
                      <a:pt x="1171" y="5610"/>
                    </a:cubicBezTo>
                    <a:cubicBezTo>
                      <a:pt x="1765" y="6204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26" name="Freeform: Shape 5525">
                <a:extLst>
                  <a:ext uri="{FF2B5EF4-FFF2-40B4-BE49-F238E27FC236}">
                    <a16:creationId xmlns:a16="http://schemas.microsoft.com/office/drawing/2014/main" id="{1CCA6E36-9AD1-6ED2-93FB-DA41BDCCEC99}"/>
                  </a:ext>
                </a:extLst>
              </p:cNvPr>
              <p:cNvSpPr/>
              <p:nvPr/>
            </p:nvSpPr>
            <p:spPr>
              <a:xfrm>
                <a:off x="3915443" y="5935370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6" y="5610"/>
                    </a:cubicBezTo>
                    <a:cubicBezTo>
                      <a:pt x="6250" y="5015"/>
                      <a:pt x="6585" y="4208"/>
                      <a:pt x="6585" y="3366"/>
                    </a:cubicBezTo>
                    <a:cubicBezTo>
                      <a:pt x="6585" y="2525"/>
                      <a:pt x="6250" y="1718"/>
                      <a:pt x="5656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6" y="1718"/>
                      <a:pt x="241" y="2525"/>
                      <a:pt x="241" y="3366"/>
                    </a:cubicBezTo>
                    <a:cubicBezTo>
                      <a:pt x="241" y="4208"/>
                      <a:pt x="576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27" name="Freeform: Shape 5526">
                <a:extLst>
                  <a:ext uri="{FF2B5EF4-FFF2-40B4-BE49-F238E27FC236}">
                    <a16:creationId xmlns:a16="http://schemas.microsoft.com/office/drawing/2014/main" id="{B1506072-71C8-64EF-C3EB-C70A98AB5A90}"/>
                  </a:ext>
                </a:extLst>
              </p:cNvPr>
              <p:cNvSpPr/>
              <p:nvPr/>
            </p:nvSpPr>
            <p:spPr>
              <a:xfrm>
                <a:off x="3914499" y="5937001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6" y="5610"/>
                    </a:cubicBezTo>
                    <a:cubicBezTo>
                      <a:pt x="6250" y="5015"/>
                      <a:pt x="6585" y="4208"/>
                      <a:pt x="6585" y="3366"/>
                    </a:cubicBezTo>
                    <a:cubicBezTo>
                      <a:pt x="6585" y="2525"/>
                      <a:pt x="6250" y="1718"/>
                      <a:pt x="5656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6" y="1718"/>
                      <a:pt x="241" y="2525"/>
                      <a:pt x="241" y="3366"/>
                    </a:cubicBezTo>
                    <a:cubicBezTo>
                      <a:pt x="241" y="4208"/>
                      <a:pt x="576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28" name="Freeform: Shape 5527">
                <a:extLst>
                  <a:ext uri="{FF2B5EF4-FFF2-40B4-BE49-F238E27FC236}">
                    <a16:creationId xmlns:a16="http://schemas.microsoft.com/office/drawing/2014/main" id="{A53F84FB-3947-F7C6-F81E-07AD99D87039}"/>
                  </a:ext>
                </a:extLst>
              </p:cNvPr>
              <p:cNvSpPr/>
              <p:nvPr/>
            </p:nvSpPr>
            <p:spPr>
              <a:xfrm>
                <a:off x="3913369" y="5937784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5 w 6343"/>
                  <a:gd name="connsiteY1" fmla="*/ 5610 h 6345"/>
                  <a:gd name="connsiteX2" fmla="*/ 6584 w 6343"/>
                  <a:gd name="connsiteY2" fmla="*/ 3366 h 6345"/>
                  <a:gd name="connsiteX3" fmla="*/ 5655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5" y="5610"/>
                    </a:cubicBezTo>
                    <a:cubicBezTo>
                      <a:pt x="6250" y="5015"/>
                      <a:pt x="6584" y="4208"/>
                      <a:pt x="6584" y="3366"/>
                    </a:cubicBezTo>
                    <a:cubicBezTo>
                      <a:pt x="6584" y="2525"/>
                      <a:pt x="6250" y="1718"/>
                      <a:pt x="5655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5" y="1718"/>
                      <a:pt x="241" y="2525"/>
                      <a:pt x="241" y="3366"/>
                    </a:cubicBezTo>
                    <a:cubicBezTo>
                      <a:pt x="241" y="4208"/>
                      <a:pt x="575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29" name="Freeform: Shape 5528">
                <a:extLst>
                  <a:ext uri="{FF2B5EF4-FFF2-40B4-BE49-F238E27FC236}">
                    <a16:creationId xmlns:a16="http://schemas.microsoft.com/office/drawing/2014/main" id="{427D8643-B353-228A-68FC-3EF1632EE620}"/>
                  </a:ext>
                </a:extLst>
              </p:cNvPr>
              <p:cNvSpPr/>
              <p:nvPr/>
            </p:nvSpPr>
            <p:spPr>
              <a:xfrm>
                <a:off x="3912222" y="5938517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5 w 6343"/>
                  <a:gd name="connsiteY1" fmla="*/ 5610 h 6345"/>
                  <a:gd name="connsiteX2" fmla="*/ 6584 w 6343"/>
                  <a:gd name="connsiteY2" fmla="*/ 3366 h 6345"/>
                  <a:gd name="connsiteX3" fmla="*/ 5655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5" y="5610"/>
                    </a:cubicBezTo>
                    <a:cubicBezTo>
                      <a:pt x="6250" y="5015"/>
                      <a:pt x="6584" y="4208"/>
                      <a:pt x="6584" y="3366"/>
                    </a:cubicBezTo>
                    <a:cubicBezTo>
                      <a:pt x="6584" y="2525"/>
                      <a:pt x="6250" y="1718"/>
                      <a:pt x="5655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5" y="1718"/>
                      <a:pt x="241" y="2525"/>
                      <a:pt x="241" y="3366"/>
                    </a:cubicBezTo>
                    <a:cubicBezTo>
                      <a:pt x="241" y="4208"/>
                      <a:pt x="575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30" name="Freeform: Shape 5529">
                <a:extLst>
                  <a:ext uri="{FF2B5EF4-FFF2-40B4-BE49-F238E27FC236}">
                    <a16:creationId xmlns:a16="http://schemas.microsoft.com/office/drawing/2014/main" id="{DFAF6197-91DF-B3AF-1D18-1AC07EB8FD64}"/>
                  </a:ext>
                </a:extLst>
              </p:cNvPr>
              <p:cNvSpPr/>
              <p:nvPr/>
            </p:nvSpPr>
            <p:spPr>
              <a:xfrm>
                <a:off x="3911176" y="5939822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5 w 6343"/>
                  <a:gd name="connsiteY1" fmla="*/ 5610 h 6345"/>
                  <a:gd name="connsiteX2" fmla="*/ 6584 w 6343"/>
                  <a:gd name="connsiteY2" fmla="*/ 3367 h 6345"/>
                  <a:gd name="connsiteX3" fmla="*/ 5655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7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5" y="5610"/>
                    </a:cubicBezTo>
                    <a:cubicBezTo>
                      <a:pt x="6250" y="5015"/>
                      <a:pt x="6584" y="4208"/>
                      <a:pt x="6584" y="3367"/>
                    </a:cubicBezTo>
                    <a:cubicBezTo>
                      <a:pt x="6584" y="2525"/>
                      <a:pt x="6250" y="1718"/>
                      <a:pt x="5655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5" y="1718"/>
                      <a:pt x="241" y="2525"/>
                      <a:pt x="241" y="3367"/>
                    </a:cubicBezTo>
                    <a:cubicBezTo>
                      <a:pt x="241" y="4208"/>
                      <a:pt x="575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31" name="Freeform: Shape 5530">
                <a:extLst>
                  <a:ext uri="{FF2B5EF4-FFF2-40B4-BE49-F238E27FC236}">
                    <a16:creationId xmlns:a16="http://schemas.microsoft.com/office/drawing/2014/main" id="{59E657FF-7BDF-5386-D20C-5A8F11185357}"/>
                  </a:ext>
                </a:extLst>
              </p:cNvPr>
              <p:cNvSpPr/>
              <p:nvPr/>
            </p:nvSpPr>
            <p:spPr>
              <a:xfrm>
                <a:off x="3931656" y="5932823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7 w 6343"/>
                  <a:gd name="connsiteY1" fmla="*/ 5609 h 6345"/>
                  <a:gd name="connsiteX2" fmla="*/ 6586 w 6343"/>
                  <a:gd name="connsiteY2" fmla="*/ 3366 h 6345"/>
                  <a:gd name="connsiteX3" fmla="*/ 5657 w 6343"/>
                  <a:gd name="connsiteY3" fmla="*/ 1123 h 6345"/>
                  <a:gd name="connsiteX4" fmla="*/ 3414 w 6343"/>
                  <a:gd name="connsiteY4" fmla="*/ 193 h 6345"/>
                  <a:gd name="connsiteX5" fmla="*/ 1172 w 6343"/>
                  <a:gd name="connsiteY5" fmla="*/ 1123 h 6345"/>
                  <a:gd name="connsiteX6" fmla="*/ 243 w 6343"/>
                  <a:gd name="connsiteY6" fmla="*/ 3366 h 6345"/>
                  <a:gd name="connsiteX7" fmla="*/ 1172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2" y="6204"/>
                      <a:pt x="5657" y="5609"/>
                    </a:cubicBezTo>
                    <a:cubicBezTo>
                      <a:pt x="6252" y="5014"/>
                      <a:pt x="6586" y="4207"/>
                      <a:pt x="6586" y="3366"/>
                    </a:cubicBezTo>
                    <a:cubicBezTo>
                      <a:pt x="6586" y="2525"/>
                      <a:pt x="6252" y="1718"/>
                      <a:pt x="5657" y="1123"/>
                    </a:cubicBezTo>
                    <a:cubicBezTo>
                      <a:pt x="5062" y="528"/>
                      <a:pt x="4255" y="193"/>
                      <a:pt x="3414" y="193"/>
                    </a:cubicBezTo>
                    <a:cubicBezTo>
                      <a:pt x="2573" y="193"/>
                      <a:pt x="1766" y="528"/>
                      <a:pt x="1172" y="1123"/>
                    </a:cubicBezTo>
                    <a:cubicBezTo>
                      <a:pt x="577" y="1718"/>
                      <a:pt x="243" y="2525"/>
                      <a:pt x="243" y="3366"/>
                    </a:cubicBezTo>
                    <a:cubicBezTo>
                      <a:pt x="243" y="4207"/>
                      <a:pt x="577" y="5014"/>
                      <a:pt x="1172" y="5609"/>
                    </a:cubicBezTo>
                    <a:cubicBezTo>
                      <a:pt x="1766" y="6204"/>
                      <a:pt x="2573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32" name="Freeform: Shape 5531">
                <a:extLst>
                  <a:ext uri="{FF2B5EF4-FFF2-40B4-BE49-F238E27FC236}">
                    <a16:creationId xmlns:a16="http://schemas.microsoft.com/office/drawing/2014/main" id="{1B85D8B1-6DB8-687D-3257-FC592F49F51F}"/>
                  </a:ext>
                </a:extLst>
              </p:cNvPr>
              <p:cNvSpPr/>
              <p:nvPr/>
            </p:nvSpPr>
            <p:spPr>
              <a:xfrm>
                <a:off x="3922448" y="5932411"/>
                <a:ext cx="6343" cy="6345"/>
              </a:xfrm>
              <a:custGeom>
                <a:avLst/>
                <a:gdLst>
                  <a:gd name="connsiteX0" fmla="*/ 3414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4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39"/>
                    </a:moveTo>
                    <a:cubicBezTo>
                      <a:pt x="4255" y="6539"/>
                      <a:pt x="5061" y="6204"/>
                      <a:pt x="5656" y="5609"/>
                    </a:cubicBezTo>
                    <a:cubicBezTo>
                      <a:pt x="6251" y="5014"/>
                      <a:pt x="6585" y="4207"/>
                      <a:pt x="6585" y="3366"/>
                    </a:cubicBezTo>
                    <a:cubicBezTo>
                      <a:pt x="6585" y="2525"/>
                      <a:pt x="6251" y="1718"/>
                      <a:pt x="5656" y="1123"/>
                    </a:cubicBezTo>
                    <a:cubicBezTo>
                      <a:pt x="5061" y="528"/>
                      <a:pt x="4255" y="193"/>
                      <a:pt x="3414" y="193"/>
                    </a:cubicBezTo>
                    <a:cubicBezTo>
                      <a:pt x="2572" y="193"/>
                      <a:pt x="1766" y="528"/>
                      <a:pt x="1171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7"/>
                      <a:pt x="576" y="5014"/>
                      <a:pt x="1171" y="5609"/>
                    </a:cubicBezTo>
                    <a:cubicBezTo>
                      <a:pt x="1766" y="6204"/>
                      <a:pt x="2572" y="6539"/>
                      <a:pt x="341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33" name="Freeform: Shape 5532">
                <a:extLst>
                  <a:ext uri="{FF2B5EF4-FFF2-40B4-BE49-F238E27FC236}">
                    <a16:creationId xmlns:a16="http://schemas.microsoft.com/office/drawing/2014/main" id="{F432B092-174A-D7DE-4A76-BF4CD7653DCD}"/>
                  </a:ext>
                </a:extLst>
              </p:cNvPr>
              <p:cNvSpPr/>
              <p:nvPr/>
            </p:nvSpPr>
            <p:spPr>
              <a:xfrm>
                <a:off x="3921283" y="5932885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09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09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5" y="6539"/>
                      <a:pt x="5061" y="6204"/>
                      <a:pt x="5656" y="5609"/>
                    </a:cubicBezTo>
                    <a:cubicBezTo>
                      <a:pt x="6251" y="5015"/>
                      <a:pt x="6585" y="4207"/>
                      <a:pt x="6585" y="3366"/>
                    </a:cubicBezTo>
                    <a:cubicBezTo>
                      <a:pt x="6585" y="2525"/>
                      <a:pt x="6251" y="1718"/>
                      <a:pt x="5656" y="1123"/>
                    </a:cubicBezTo>
                    <a:cubicBezTo>
                      <a:pt x="5061" y="528"/>
                      <a:pt x="4255" y="193"/>
                      <a:pt x="3413" y="193"/>
                    </a:cubicBezTo>
                    <a:cubicBezTo>
                      <a:pt x="2572" y="193"/>
                      <a:pt x="1766" y="528"/>
                      <a:pt x="1171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7"/>
                      <a:pt x="576" y="5015"/>
                      <a:pt x="1171" y="5609"/>
                    </a:cubicBezTo>
                    <a:cubicBezTo>
                      <a:pt x="1766" y="6204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34" name="Freeform: Shape 5533">
                <a:extLst>
                  <a:ext uri="{FF2B5EF4-FFF2-40B4-BE49-F238E27FC236}">
                    <a16:creationId xmlns:a16="http://schemas.microsoft.com/office/drawing/2014/main" id="{91F2F220-8743-21C2-C7DA-D584576117F2}"/>
                  </a:ext>
                </a:extLst>
              </p:cNvPr>
              <p:cNvSpPr/>
              <p:nvPr/>
            </p:nvSpPr>
            <p:spPr>
              <a:xfrm>
                <a:off x="3920248" y="5933920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5" y="6539"/>
                      <a:pt x="5061" y="6205"/>
                      <a:pt x="5656" y="5610"/>
                    </a:cubicBezTo>
                    <a:cubicBezTo>
                      <a:pt x="6251" y="5015"/>
                      <a:pt x="6585" y="4208"/>
                      <a:pt x="6585" y="3366"/>
                    </a:cubicBezTo>
                    <a:cubicBezTo>
                      <a:pt x="6585" y="2525"/>
                      <a:pt x="6251" y="1718"/>
                      <a:pt x="5656" y="1123"/>
                    </a:cubicBezTo>
                    <a:cubicBezTo>
                      <a:pt x="5061" y="528"/>
                      <a:pt x="4255" y="193"/>
                      <a:pt x="3413" y="193"/>
                    </a:cubicBezTo>
                    <a:cubicBezTo>
                      <a:pt x="2572" y="193"/>
                      <a:pt x="1766" y="528"/>
                      <a:pt x="1171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8"/>
                      <a:pt x="576" y="5015"/>
                      <a:pt x="1171" y="5610"/>
                    </a:cubicBezTo>
                    <a:cubicBezTo>
                      <a:pt x="1766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35" name="Freeform: Shape 5534">
                <a:extLst>
                  <a:ext uri="{FF2B5EF4-FFF2-40B4-BE49-F238E27FC236}">
                    <a16:creationId xmlns:a16="http://schemas.microsoft.com/office/drawing/2014/main" id="{089DA31D-D20F-495F-F730-0AA96D04C79A}"/>
                  </a:ext>
                </a:extLst>
              </p:cNvPr>
              <p:cNvSpPr/>
              <p:nvPr/>
            </p:nvSpPr>
            <p:spPr>
              <a:xfrm>
                <a:off x="3917753" y="5934221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1 w 6343"/>
                  <a:gd name="connsiteY5" fmla="*/ 1123 h 6345"/>
                  <a:gd name="connsiteX6" fmla="*/ 242 w 6343"/>
                  <a:gd name="connsiteY6" fmla="*/ 3366 h 6345"/>
                  <a:gd name="connsiteX7" fmla="*/ 1171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6" y="5610"/>
                    </a:cubicBezTo>
                    <a:cubicBezTo>
                      <a:pt x="6251" y="5015"/>
                      <a:pt x="6585" y="4208"/>
                      <a:pt x="6585" y="3366"/>
                    </a:cubicBezTo>
                    <a:cubicBezTo>
                      <a:pt x="6585" y="2525"/>
                      <a:pt x="6251" y="1718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5" y="528"/>
                      <a:pt x="1171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8"/>
                      <a:pt x="576" y="5015"/>
                      <a:pt x="1171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36" name="Freeform: Shape 5535">
                <a:extLst>
                  <a:ext uri="{FF2B5EF4-FFF2-40B4-BE49-F238E27FC236}">
                    <a16:creationId xmlns:a16="http://schemas.microsoft.com/office/drawing/2014/main" id="{5920D42D-C44B-5B60-CF23-1A6884E00381}"/>
                  </a:ext>
                </a:extLst>
              </p:cNvPr>
              <p:cNvSpPr/>
              <p:nvPr/>
            </p:nvSpPr>
            <p:spPr>
              <a:xfrm>
                <a:off x="3916591" y="5934755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0 w 6343"/>
                  <a:gd name="connsiteY5" fmla="*/ 1123 h 6345"/>
                  <a:gd name="connsiteX6" fmla="*/ 242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6" y="5610"/>
                    </a:cubicBezTo>
                    <a:cubicBezTo>
                      <a:pt x="6250" y="5015"/>
                      <a:pt x="6585" y="4208"/>
                      <a:pt x="6585" y="3366"/>
                    </a:cubicBezTo>
                    <a:cubicBezTo>
                      <a:pt x="6585" y="2525"/>
                      <a:pt x="6250" y="1718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5" y="528"/>
                      <a:pt x="1170" y="1123"/>
                    </a:cubicBezTo>
                    <a:cubicBezTo>
                      <a:pt x="576" y="1718"/>
                      <a:pt x="242" y="2525"/>
                      <a:pt x="242" y="3366"/>
                    </a:cubicBezTo>
                    <a:cubicBezTo>
                      <a:pt x="242" y="4208"/>
                      <a:pt x="576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37" name="Freeform: Shape 5536">
                <a:extLst>
                  <a:ext uri="{FF2B5EF4-FFF2-40B4-BE49-F238E27FC236}">
                    <a16:creationId xmlns:a16="http://schemas.microsoft.com/office/drawing/2014/main" id="{26D6625B-10E4-197A-A7E9-5A3860B61EC4}"/>
                  </a:ext>
                </a:extLst>
              </p:cNvPr>
              <p:cNvSpPr/>
              <p:nvPr/>
            </p:nvSpPr>
            <p:spPr>
              <a:xfrm>
                <a:off x="3915285" y="5934623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6 w 6343"/>
                  <a:gd name="connsiteY1" fmla="*/ 5610 h 6345"/>
                  <a:gd name="connsiteX2" fmla="*/ 6585 w 6343"/>
                  <a:gd name="connsiteY2" fmla="*/ 3366 h 6345"/>
                  <a:gd name="connsiteX3" fmla="*/ 5656 w 6343"/>
                  <a:gd name="connsiteY3" fmla="*/ 1123 h 6345"/>
                  <a:gd name="connsiteX4" fmla="*/ 3413 w 6343"/>
                  <a:gd name="connsiteY4" fmla="*/ 193 h 6345"/>
                  <a:gd name="connsiteX5" fmla="*/ 1170 w 6343"/>
                  <a:gd name="connsiteY5" fmla="*/ 1123 h 6345"/>
                  <a:gd name="connsiteX6" fmla="*/ 241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6" y="5610"/>
                    </a:cubicBezTo>
                    <a:cubicBezTo>
                      <a:pt x="6250" y="5015"/>
                      <a:pt x="6585" y="4208"/>
                      <a:pt x="6585" y="3366"/>
                    </a:cubicBezTo>
                    <a:cubicBezTo>
                      <a:pt x="6585" y="2525"/>
                      <a:pt x="6250" y="1718"/>
                      <a:pt x="5656" y="1123"/>
                    </a:cubicBezTo>
                    <a:cubicBezTo>
                      <a:pt x="5061" y="528"/>
                      <a:pt x="4254" y="193"/>
                      <a:pt x="3413" y="193"/>
                    </a:cubicBezTo>
                    <a:cubicBezTo>
                      <a:pt x="2572" y="193"/>
                      <a:pt x="1765" y="528"/>
                      <a:pt x="1170" y="1123"/>
                    </a:cubicBezTo>
                    <a:cubicBezTo>
                      <a:pt x="576" y="1718"/>
                      <a:pt x="241" y="2525"/>
                      <a:pt x="241" y="3366"/>
                    </a:cubicBezTo>
                    <a:cubicBezTo>
                      <a:pt x="241" y="4208"/>
                      <a:pt x="576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38" name="Freeform: Shape 5537">
                <a:extLst>
                  <a:ext uri="{FF2B5EF4-FFF2-40B4-BE49-F238E27FC236}">
                    <a16:creationId xmlns:a16="http://schemas.microsoft.com/office/drawing/2014/main" id="{096267EC-9066-5C15-E3F9-36FC5857D3F2}"/>
                  </a:ext>
                </a:extLst>
              </p:cNvPr>
              <p:cNvSpPr/>
              <p:nvPr/>
            </p:nvSpPr>
            <p:spPr>
              <a:xfrm>
                <a:off x="3913287" y="5937374"/>
                <a:ext cx="6343" cy="6345"/>
              </a:xfrm>
              <a:custGeom>
                <a:avLst/>
                <a:gdLst>
                  <a:gd name="connsiteX0" fmla="*/ 3413 w 6343"/>
                  <a:gd name="connsiteY0" fmla="*/ 6539 h 6345"/>
                  <a:gd name="connsiteX1" fmla="*/ 5655 w 6343"/>
                  <a:gd name="connsiteY1" fmla="*/ 5610 h 6345"/>
                  <a:gd name="connsiteX2" fmla="*/ 6584 w 6343"/>
                  <a:gd name="connsiteY2" fmla="*/ 3366 h 6345"/>
                  <a:gd name="connsiteX3" fmla="*/ 5655 w 6343"/>
                  <a:gd name="connsiteY3" fmla="*/ 1123 h 6345"/>
                  <a:gd name="connsiteX4" fmla="*/ 3413 w 6343"/>
                  <a:gd name="connsiteY4" fmla="*/ 194 h 6345"/>
                  <a:gd name="connsiteX5" fmla="*/ 1170 w 6343"/>
                  <a:gd name="connsiteY5" fmla="*/ 1123 h 6345"/>
                  <a:gd name="connsiteX6" fmla="*/ 241 w 6343"/>
                  <a:gd name="connsiteY6" fmla="*/ 3366 h 6345"/>
                  <a:gd name="connsiteX7" fmla="*/ 1170 w 6343"/>
                  <a:gd name="connsiteY7" fmla="*/ 5610 h 6345"/>
                  <a:gd name="connsiteX8" fmla="*/ 341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39"/>
                    </a:moveTo>
                    <a:cubicBezTo>
                      <a:pt x="4254" y="6539"/>
                      <a:pt x="5061" y="6205"/>
                      <a:pt x="5655" y="5610"/>
                    </a:cubicBezTo>
                    <a:cubicBezTo>
                      <a:pt x="6250" y="5015"/>
                      <a:pt x="6584" y="4208"/>
                      <a:pt x="6584" y="3366"/>
                    </a:cubicBezTo>
                    <a:cubicBezTo>
                      <a:pt x="6584" y="2525"/>
                      <a:pt x="6250" y="1718"/>
                      <a:pt x="5655" y="1123"/>
                    </a:cubicBezTo>
                    <a:cubicBezTo>
                      <a:pt x="5061" y="528"/>
                      <a:pt x="4254" y="194"/>
                      <a:pt x="3413" y="194"/>
                    </a:cubicBezTo>
                    <a:cubicBezTo>
                      <a:pt x="2572" y="194"/>
                      <a:pt x="1765" y="528"/>
                      <a:pt x="1170" y="1123"/>
                    </a:cubicBezTo>
                    <a:cubicBezTo>
                      <a:pt x="575" y="1718"/>
                      <a:pt x="241" y="2525"/>
                      <a:pt x="241" y="3366"/>
                    </a:cubicBezTo>
                    <a:cubicBezTo>
                      <a:pt x="241" y="4208"/>
                      <a:pt x="575" y="5015"/>
                      <a:pt x="1170" y="5610"/>
                    </a:cubicBezTo>
                    <a:cubicBezTo>
                      <a:pt x="1765" y="6205"/>
                      <a:pt x="2572" y="6539"/>
                      <a:pt x="341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</p:grpSp>
      <p:grpSp>
        <p:nvGrpSpPr>
          <p:cNvPr id="17053" name="Group 17052">
            <a:extLst>
              <a:ext uri="{FF2B5EF4-FFF2-40B4-BE49-F238E27FC236}">
                <a16:creationId xmlns:a16="http://schemas.microsoft.com/office/drawing/2014/main" id="{878F3E3F-4904-47F0-A979-39F96475565E}"/>
              </a:ext>
            </a:extLst>
          </p:cNvPr>
          <p:cNvGrpSpPr/>
          <p:nvPr/>
        </p:nvGrpSpPr>
        <p:grpSpPr>
          <a:xfrm>
            <a:off x="7142911" y="4008949"/>
            <a:ext cx="4530504" cy="3377180"/>
            <a:chOff x="7142911" y="4008949"/>
            <a:chExt cx="4530504" cy="3377180"/>
          </a:xfrm>
        </p:grpSpPr>
        <p:sp>
          <p:nvSpPr>
            <p:cNvPr id="5547" name="Freeform: Shape 5546">
              <a:extLst>
                <a:ext uri="{FF2B5EF4-FFF2-40B4-BE49-F238E27FC236}">
                  <a16:creationId xmlns:a16="http://schemas.microsoft.com/office/drawing/2014/main" id="{3A17390B-0023-B5A0-3495-A65958611387}"/>
                </a:ext>
              </a:extLst>
            </p:cNvPr>
            <p:cNvSpPr/>
            <p:nvPr/>
          </p:nvSpPr>
          <p:spPr>
            <a:xfrm>
              <a:off x="7142911" y="4008949"/>
              <a:ext cx="4530504" cy="3377180"/>
            </a:xfrm>
            <a:custGeom>
              <a:avLst/>
              <a:gdLst>
                <a:gd name="connsiteX0" fmla="*/ 0 w 4530504"/>
                <a:gd name="connsiteY0" fmla="*/ 3377181 h 3377180"/>
                <a:gd name="connsiteX1" fmla="*/ 4530505 w 4530504"/>
                <a:gd name="connsiteY1" fmla="*/ 3377181 h 3377180"/>
                <a:gd name="connsiteX2" fmla="*/ 4530505 w 4530504"/>
                <a:gd name="connsiteY2" fmla="*/ 0 h 3377180"/>
                <a:gd name="connsiteX3" fmla="*/ 0 w 4530504"/>
                <a:gd name="connsiteY3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3377180">
                  <a:moveTo>
                    <a:pt x="0" y="3377181"/>
                  </a:moveTo>
                  <a:lnTo>
                    <a:pt x="4530505" y="3377181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548" name="Freeform: Shape 5547">
              <a:extLst>
                <a:ext uri="{FF2B5EF4-FFF2-40B4-BE49-F238E27FC236}">
                  <a16:creationId xmlns:a16="http://schemas.microsoft.com/office/drawing/2014/main" id="{C68B865A-C0A6-80C4-08A3-0032659341AE}"/>
                </a:ext>
              </a:extLst>
            </p:cNvPr>
            <p:cNvSpPr/>
            <p:nvPr/>
          </p:nvSpPr>
          <p:spPr>
            <a:xfrm>
              <a:off x="9291937" y="5236734"/>
              <a:ext cx="311225" cy="120877"/>
            </a:xfrm>
            <a:custGeom>
              <a:avLst/>
              <a:gdLst>
                <a:gd name="connsiteX0" fmla="*/ 311226 w 311225"/>
                <a:gd name="connsiteY0" fmla="*/ 0 h 120877"/>
                <a:gd name="connsiteX1" fmla="*/ 311226 w 311225"/>
                <a:gd name="connsiteY1" fmla="*/ 120877 h 120877"/>
                <a:gd name="connsiteX2" fmla="*/ 0 w 311225"/>
                <a:gd name="connsiteY2" fmla="*/ 120877 h 120877"/>
                <a:gd name="connsiteX3" fmla="*/ 0 w 311225"/>
                <a:gd name="connsiteY3" fmla="*/ 0 h 12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1225" h="120877">
                  <a:moveTo>
                    <a:pt x="311226" y="0"/>
                  </a:moveTo>
                  <a:lnTo>
                    <a:pt x="311226" y="120877"/>
                  </a:lnTo>
                  <a:lnTo>
                    <a:pt x="0" y="1208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549" name="Freeform: Shape 5548">
              <a:extLst>
                <a:ext uri="{FF2B5EF4-FFF2-40B4-BE49-F238E27FC236}">
                  <a16:creationId xmlns:a16="http://schemas.microsoft.com/office/drawing/2014/main" id="{FC8E4F8C-585E-AC60-3BE0-2F6149061452}"/>
                </a:ext>
              </a:extLst>
            </p:cNvPr>
            <p:cNvSpPr/>
            <p:nvPr/>
          </p:nvSpPr>
          <p:spPr>
            <a:xfrm>
              <a:off x="9482330" y="5236734"/>
              <a:ext cx="120833" cy="120877"/>
            </a:xfrm>
            <a:custGeom>
              <a:avLst/>
              <a:gdLst>
                <a:gd name="connsiteX0" fmla="*/ 120833 w 120833"/>
                <a:gd name="connsiteY0" fmla="*/ 60438 h 120877"/>
                <a:gd name="connsiteX1" fmla="*/ 0 w 120833"/>
                <a:gd name="connsiteY1" fmla="*/ 120877 h 120877"/>
                <a:gd name="connsiteX2" fmla="*/ 0 w 120833"/>
                <a:gd name="connsiteY2" fmla="*/ 0 h 12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833" h="120877">
                  <a:moveTo>
                    <a:pt x="120833" y="60438"/>
                  </a:moveTo>
                  <a:lnTo>
                    <a:pt x="0" y="1208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5619" name="Graphic 8">
              <a:extLst>
                <a:ext uri="{FF2B5EF4-FFF2-40B4-BE49-F238E27FC236}">
                  <a16:creationId xmlns:a16="http://schemas.microsoft.com/office/drawing/2014/main" id="{46A52F28-0B15-B8D2-6BEA-6135733DB874}"/>
                </a:ext>
              </a:extLst>
            </p:cNvPr>
            <p:cNvGrpSpPr/>
            <p:nvPr/>
          </p:nvGrpSpPr>
          <p:grpSpPr>
            <a:xfrm>
              <a:off x="7306307" y="4159285"/>
              <a:ext cx="4203713" cy="3076509"/>
              <a:chOff x="7306307" y="4159285"/>
              <a:chExt cx="4203713" cy="3076509"/>
            </a:xfrm>
            <a:solidFill>
              <a:srgbClr val="000000"/>
            </a:solidFill>
          </p:grpSpPr>
          <p:sp>
            <p:nvSpPr>
              <p:cNvPr id="5620" name="Freeform: Shape 5619">
                <a:extLst>
                  <a:ext uri="{FF2B5EF4-FFF2-40B4-BE49-F238E27FC236}">
                    <a16:creationId xmlns:a16="http://schemas.microsoft.com/office/drawing/2014/main" id="{7D304953-531A-8646-8FC8-EA481E906593}"/>
                  </a:ext>
                </a:extLst>
              </p:cNvPr>
              <p:cNvSpPr/>
              <p:nvPr/>
            </p:nvSpPr>
            <p:spPr>
              <a:xfrm>
                <a:off x="9352972" y="5165916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21" name="Freeform: Shape 5620">
                <a:extLst>
                  <a:ext uri="{FF2B5EF4-FFF2-40B4-BE49-F238E27FC236}">
                    <a16:creationId xmlns:a16="http://schemas.microsoft.com/office/drawing/2014/main" id="{A24D5B34-5111-FA9E-F213-0C67894EBF5C}"/>
                  </a:ext>
                </a:extLst>
              </p:cNvPr>
              <p:cNvSpPr/>
              <p:nvPr/>
            </p:nvSpPr>
            <p:spPr>
              <a:xfrm>
                <a:off x="9354265" y="5166076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22" name="Freeform: Shape 5621">
                <a:extLst>
                  <a:ext uri="{FF2B5EF4-FFF2-40B4-BE49-F238E27FC236}">
                    <a16:creationId xmlns:a16="http://schemas.microsoft.com/office/drawing/2014/main" id="{253A0C3A-46AB-F86D-BBB1-BEA0EDC8102E}"/>
                  </a:ext>
                </a:extLst>
              </p:cNvPr>
              <p:cNvSpPr/>
              <p:nvPr/>
            </p:nvSpPr>
            <p:spPr>
              <a:xfrm>
                <a:off x="9355654" y="5166392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23" name="Freeform: Shape 5622">
                <a:extLst>
                  <a:ext uri="{FF2B5EF4-FFF2-40B4-BE49-F238E27FC236}">
                    <a16:creationId xmlns:a16="http://schemas.microsoft.com/office/drawing/2014/main" id="{688A8B28-A5D5-F0A7-351F-D7DAC0968D12}"/>
                  </a:ext>
                </a:extLst>
              </p:cNvPr>
              <p:cNvSpPr/>
              <p:nvPr/>
            </p:nvSpPr>
            <p:spPr>
              <a:xfrm>
                <a:off x="9356537" y="5165995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5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2" y="2464"/>
                      <a:pt x="232" y="3306"/>
                    </a:cubicBezTo>
                    <a:cubicBezTo>
                      <a:pt x="232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24" name="Freeform: Shape 5623">
                <a:extLst>
                  <a:ext uri="{FF2B5EF4-FFF2-40B4-BE49-F238E27FC236}">
                    <a16:creationId xmlns:a16="http://schemas.microsoft.com/office/drawing/2014/main" id="{16A53E95-5175-0175-D7D8-749A8B5CA550}"/>
                  </a:ext>
                </a:extLst>
              </p:cNvPr>
              <p:cNvSpPr/>
              <p:nvPr/>
            </p:nvSpPr>
            <p:spPr>
              <a:xfrm>
                <a:off x="9357653" y="5165944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6" y="4147"/>
                      <a:pt x="6576" y="3306"/>
                    </a:cubicBezTo>
                    <a:cubicBezTo>
                      <a:pt x="6576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2" y="2464"/>
                      <a:pt x="232" y="3306"/>
                    </a:cubicBezTo>
                    <a:cubicBezTo>
                      <a:pt x="232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25" name="Freeform: Shape 5624">
                <a:extLst>
                  <a:ext uri="{FF2B5EF4-FFF2-40B4-BE49-F238E27FC236}">
                    <a16:creationId xmlns:a16="http://schemas.microsoft.com/office/drawing/2014/main" id="{631052D7-70F4-A9B7-3E3C-DE9A0D5CB07F}"/>
                  </a:ext>
                </a:extLst>
              </p:cNvPr>
              <p:cNvSpPr/>
              <p:nvPr/>
            </p:nvSpPr>
            <p:spPr>
              <a:xfrm>
                <a:off x="9358603" y="5165658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3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6" y="4147"/>
                      <a:pt x="6576" y="3306"/>
                    </a:cubicBezTo>
                    <a:cubicBezTo>
                      <a:pt x="6576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26" name="Freeform: Shape 5625">
                <a:extLst>
                  <a:ext uri="{FF2B5EF4-FFF2-40B4-BE49-F238E27FC236}">
                    <a16:creationId xmlns:a16="http://schemas.microsoft.com/office/drawing/2014/main" id="{7809FC35-5514-441B-2012-8EE860BC22AB}"/>
                  </a:ext>
                </a:extLst>
              </p:cNvPr>
              <p:cNvSpPr/>
              <p:nvPr/>
            </p:nvSpPr>
            <p:spPr>
              <a:xfrm>
                <a:off x="9359456" y="5165232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3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27" name="Freeform: Shape 5626">
                <a:extLst>
                  <a:ext uri="{FF2B5EF4-FFF2-40B4-BE49-F238E27FC236}">
                    <a16:creationId xmlns:a16="http://schemas.microsoft.com/office/drawing/2014/main" id="{7E97837B-2C63-A05E-2DD5-767487DE33E1}"/>
                  </a:ext>
                </a:extLst>
              </p:cNvPr>
              <p:cNvSpPr/>
              <p:nvPr/>
            </p:nvSpPr>
            <p:spPr>
              <a:xfrm>
                <a:off x="9360279" y="5164762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28" name="Freeform: Shape 5627">
                <a:extLst>
                  <a:ext uri="{FF2B5EF4-FFF2-40B4-BE49-F238E27FC236}">
                    <a16:creationId xmlns:a16="http://schemas.microsoft.com/office/drawing/2014/main" id="{531FAA4F-294C-5104-EBFA-106971592EEA}"/>
                  </a:ext>
                </a:extLst>
              </p:cNvPr>
              <p:cNvSpPr/>
              <p:nvPr/>
            </p:nvSpPr>
            <p:spPr>
              <a:xfrm>
                <a:off x="9361232" y="5164495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5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5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5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5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29" name="Freeform: Shape 5628">
                <a:extLst>
                  <a:ext uri="{FF2B5EF4-FFF2-40B4-BE49-F238E27FC236}">
                    <a16:creationId xmlns:a16="http://schemas.microsoft.com/office/drawing/2014/main" id="{43B62130-B89E-E700-A257-3E3657F257A8}"/>
                  </a:ext>
                </a:extLst>
              </p:cNvPr>
              <p:cNvSpPr/>
              <p:nvPr/>
            </p:nvSpPr>
            <p:spPr>
              <a:xfrm>
                <a:off x="9361808" y="5163640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5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5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5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5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30" name="Freeform: Shape 5629">
                <a:extLst>
                  <a:ext uri="{FF2B5EF4-FFF2-40B4-BE49-F238E27FC236}">
                    <a16:creationId xmlns:a16="http://schemas.microsoft.com/office/drawing/2014/main" id="{E82CA827-3898-6993-1947-184B5C3933E5}"/>
                  </a:ext>
                </a:extLst>
              </p:cNvPr>
              <p:cNvSpPr/>
              <p:nvPr/>
            </p:nvSpPr>
            <p:spPr>
              <a:xfrm>
                <a:off x="9363230" y="5164131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5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5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5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4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5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31" name="Freeform: Shape 5630">
                <a:extLst>
                  <a:ext uri="{FF2B5EF4-FFF2-40B4-BE49-F238E27FC236}">
                    <a16:creationId xmlns:a16="http://schemas.microsoft.com/office/drawing/2014/main" id="{57F2D8E7-CF3C-452B-EBAD-D542C12F3702}"/>
                  </a:ext>
                </a:extLst>
              </p:cNvPr>
              <p:cNvSpPr/>
              <p:nvPr/>
            </p:nvSpPr>
            <p:spPr>
              <a:xfrm>
                <a:off x="9364489" y="5164384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5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5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5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5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5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32" name="Freeform: Shape 5631">
                <a:extLst>
                  <a:ext uri="{FF2B5EF4-FFF2-40B4-BE49-F238E27FC236}">
                    <a16:creationId xmlns:a16="http://schemas.microsoft.com/office/drawing/2014/main" id="{3A5C38E9-A33D-CCA1-5977-CC690C5361BB}"/>
                  </a:ext>
                </a:extLst>
              </p:cNvPr>
              <p:cNvSpPr/>
              <p:nvPr/>
            </p:nvSpPr>
            <p:spPr>
              <a:xfrm>
                <a:off x="9365469" y="5164197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5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5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5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5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5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33" name="Freeform: Shape 5632">
                <a:extLst>
                  <a:ext uri="{FF2B5EF4-FFF2-40B4-BE49-F238E27FC236}">
                    <a16:creationId xmlns:a16="http://schemas.microsoft.com/office/drawing/2014/main" id="{EF24C55F-96CB-29EE-D623-8CEE509E5AF7}"/>
                  </a:ext>
                </a:extLst>
              </p:cNvPr>
              <p:cNvSpPr/>
              <p:nvPr/>
            </p:nvSpPr>
            <p:spPr>
              <a:xfrm>
                <a:off x="9367110" y="5165123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34" name="Freeform: Shape 5633">
                <a:extLst>
                  <a:ext uri="{FF2B5EF4-FFF2-40B4-BE49-F238E27FC236}">
                    <a16:creationId xmlns:a16="http://schemas.microsoft.com/office/drawing/2014/main" id="{6EFE6EFF-27DA-8767-7B72-5369674A4FAB}"/>
                  </a:ext>
                </a:extLst>
              </p:cNvPr>
              <p:cNvSpPr/>
              <p:nvPr/>
            </p:nvSpPr>
            <p:spPr>
              <a:xfrm>
                <a:off x="9368647" y="5165913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35" name="Freeform: Shape 5634">
                <a:extLst>
                  <a:ext uri="{FF2B5EF4-FFF2-40B4-BE49-F238E27FC236}">
                    <a16:creationId xmlns:a16="http://schemas.microsoft.com/office/drawing/2014/main" id="{1B79E7D5-1280-E823-F228-CA5870E70E67}"/>
                  </a:ext>
                </a:extLst>
              </p:cNvPr>
              <p:cNvSpPr/>
              <p:nvPr/>
            </p:nvSpPr>
            <p:spPr>
              <a:xfrm>
                <a:off x="9369906" y="5166261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36" name="Freeform: Shape 5635">
                <a:extLst>
                  <a:ext uri="{FF2B5EF4-FFF2-40B4-BE49-F238E27FC236}">
                    <a16:creationId xmlns:a16="http://schemas.microsoft.com/office/drawing/2014/main" id="{57E18291-E500-FD7D-2695-60B08BA1B33C}"/>
                  </a:ext>
                </a:extLst>
              </p:cNvPr>
              <p:cNvSpPr/>
              <p:nvPr/>
            </p:nvSpPr>
            <p:spPr>
              <a:xfrm>
                <a:off x="9371275" y="5166823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4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37" name="Freeform: Shape 5636">
                <a:extLst>
                  <a:ext uri="{FF2B5EF4-FFF2-40B4-BE49-F238E27FC236}">
                    <a16:creationId xmlns:a16="http://schemas.microsoft.com/office/drawing/2014/main" id="{B8304D31-C023-03B6-BEB7-C206DD025209}"/>
                  </a:ext>
                </a:extLst>
              </p:cNvPr>
              <p:cNvSpPr/>
              <p:nvPr/>
            </p:nvSpPr>
            <p:spPr>
              <a:xfrm>
                <a:off x="9372403" y="5166989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38" name="Freeform: Shape 5637">
                <a:extLst>
                  <a:ext uri="{FF2B5EF4-FFF2-40B4-BE49-F238E27FC236}">
                    <a16:creationId xmlns:a16="http://schemas.microsoft.com/office/drawing/2014/main" id="{69B82600-2A01-6E39-781A-7FDF62445BC6}"/>
                  </a:ext>
                </a:extLst>
              </p:cNvPr>
              <p:cNvSpPr/>
              <p:nvPr/>
            </p:nvSpPr>
            <p:spPr>
              <a:xfrm>
                <a:off x="9373497" y="5167113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39" name="Freeform: Shape 5638">
                <a:extLst>
                  <a:ext uri="{FF2B5EF4-FFF2-40B4-BE49-F238E27FC236}">
                    <a16:creationId xmlns:a16="http://schemas.microsoft.com/office/drawing/2014/main" id="{1A8AFB0A-5A4D-BE86-008F-F6DA7658AEC3}"/>
                  </a:ext>
                </a:extLst>
              </p:cNvPr>
              <p:cNvSpPr/>
              <p:nvPr/>
            </p:nvSpPr>
            <p:spPr>
              <a:xfrm>
                <a:off x="9374644" y="5167348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40" name="Freeform: Shape 5639">
                <a:extLst>
                  <a:ext uri="{FF2B5EF4-FFF2-40B4-BE49-F238E27FC236}">
                    <a16:creationId xmlns:a16="http://schemas.microsoft.com/office/drawing/2014/main" id="{C627309F-5364-3095-8191-0FE4B94354C1}"/>
                  </a:ext>
                </a:extLst>
              </p:cNvPr>
              <p:cNvSpPr/>
              <p:nvPr/>
            </p:nvSpPr>
            <p:spPr>
              <a:xfrm>
                <a:off x="9375590" y="5167232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7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5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41" name="Freeform: Shape 5640">
                <a:extLst>
                  <a:ext uri="{FF2B5EF4-FFF2-40B4-BE49-F238E27FC236}">
                    <a16:creationId xmlns:a16="http://schemas.microsoft.com/office/drawing/2014/main" id="{43B39D44-7AE7-248F-0329-AF901B21153B}"/>
                  </a:ext>
                </a:extLst>
              </p:cNvPr>
              <p:cNvSpPr/>
              <p:nvPr/>
            </p:nvSpPr>
            <p:spPr>
              <a:xfrm>
                <a:off x="9376535" y="5167122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7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5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42" name="Freeform: Shape 5641">
                <a:extLst>
                  <a:ext uri="{FF2B5EF4-FFF2-40B4-BE49-F238E27FC236}">
                    <a16:creationId xmlns:a16="http://schemas.microsoft.com/office/drawing/2014/main" id="{459FDE14-CFC9-C106-C7DB-54FBBA36D3AF}"/>
                  </a:ext>
                </a:extLst>
              </p:cNvPr>
              <p:cNvSpPr/>
              <p:nvPr/>
            </p:nvSpPr>
            <p:spPr>
              <a:xfrm>
                <a:off x="9377642" y="5167331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6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43" name="Freeform: Shape 5642">
                <a:extLst>
                  <a:ext uri="{FF2B5EF4-FFF2-40B4-BE49-F238E27FC236}">
                    <a16:creationId xmlns:a16="http://schemas.microsoft.com/office/drawing/2014/main" id="{B50D64B7-97B1-7D30-13F4-3D832695F732}"/>
                  </a:ext>
                </a:extLst>
              </p:cNvPr>
              <p:cNvSpPr/>
              <p:nvPr/>
            </p:nvSpPr>
            <p:spPr>
              <a:xfrm>
                <a:off x="9378663" y="5167392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44" name="Freeform: Shape 5643">
                <a:extLst>
                  <a:ext uri="{FF2B5EF4-FFF2-40B4-BE49-F238E27FC236}">
                    <a16:creationId xmlns:a16="http://schemas.microsoft.com/office/drawing/2014/main" id="{71302AA6-A509-1C81-C331-582C7AD1F3C4}"/>
                  </a:ext>
                </a:extLst>
              </p:cNvPr>
              <p:cNvSpPr/>
              <p:nvPr/>
            </p:nvSpPr>
            <p:spPr>
              <a:xfrm>
                <a:off x="9379707" y="5167513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45" name="Freeform: Shape 5644">
                <a:extLst>
                  <a:ext uri="{FF2B5EF4-FFF2-40B4-BE49-F238E27FC236}">
                    <a16:creationId xmlns:a16="http://schemas.microsoft.com/office/drawing/2014/main" id="{26EBC627-8877-7073-3844-2B975574F286}"/>
                  </a:ext>
                </a:extLst>
              </p:cNvPr>
              <p:cNvSpPr/>
              <p:nvPr/>
            </p:nvSpPr>
            <p:spPr>
              <a:xfrm>
                <a:off x="9380669" y="5167485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46" name="Freeform: Shape 5645">
                <a:extLst>
                  <a:ext uri="{FF2B5EF4-FFF2-40B4-BE49-F238E27FC236}">
                    <a16:creationId xmlns:a16="http://schemas.microsoft.com/office/drawing/2014/main" id="{4C1E3D91-4EDE-044B-251F-E029AD08C52F}"/>
                  </a:ext>
                </a:extLst>
              </p:cNvPr>
              <p:cNvSpPr/>
              <p:nvPr/>
            </p:nvSpPr>
            <p:spPr>
              <a:xfrm>
                <a:off x="9381628" y="5167464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7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47" name="Freeform: Shape 5646">
                <a:extLst>
                  <a:ext uri="{FF2B5EF4-FFF2-40B4-BE49-F238E27FC236}">
                    <a16:creationId xmlns:a16="http://schemas.microsoft.com/office/drawing/2014/main" id="{1100F5F2-010F-AC6E-A90C-C03762405A2B}"/>
                  </a:ext>
                </a:extLst>
              </p:cNvPr>
              <p:cNvSpPr/>
              <p:nvPr/>
            </p:nvSpPr>
            <p:spPr>
              <a:xfrm>
                <a:off x="9382637" y="5167556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4" y="2464"/>
                      <a:pt x="234" y="3306"/>
                    </a:cubicBezTo>
                    <a:cubicBezTo>
                      <a:pt x="234" y="4147"/>
                      <a:pt x="569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48" name="Freeform: Shape 5647">
                <a:extLst>
                  <a:ext uri="{FF2B5EF4-FFF2-40B4-BE49-F238E27FC236}">
                    <a16:creationId xmlns:a16="http://schemas.microsoft.com/office/drawing/2014/main" id="{07BEFEE6-5AF0-57B4-21BA-E4C8B2D6A51D}"/>
                  </a:ext>
                </a:extLst>
              </p:cNvPr>
              <p:cNvSpPr/>
              <p:nvPr/>
            </p:nvSpPr>
            <p:spPr>
              <a:xfrm>
                <a:off x="9383566" y="5167496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4" y="2464"/>
                      <a:pt x="234" y="3306"/>
                    </a:cubicBezTo>
                    <a:cubicBezTo>
                      <a:pt x="234" y="4147"/>
                      <a:pt x="569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49" name="Freeform: Shape 5648">
                <a:extLst>
                  <a:ext uri="{FF2B5EF4-FFF2-40B4-BE49-F238E27FC236}">
                    <a16:creationId xmlns:a16="http://schemas.microsoft.com/office/drawing/2014/main" id="{0AF62805-0EC6-8CA5-0345-18992F996E69}"/>
                  </a:ext>
                </a:extLst>
              </p:cNvPr>
              <p:cNvSpPr/>
              <p:nvPr/>
            </p:nvSpPr>
            <p:spPr>
              <a:xfrm>
                <a:off x="9384393" y="5167231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5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50" name="Freeform: Shape 5649">
                <a:extLst>
                  <a:ext uri="{FF2B5EF4-FFF2-40B4-BE49-F238E27FC236}">
                    <a16:creationId xmlns:a16="http://schemas.microsoft.com/office/drawing/2014/main" id="{3FB04607-C78D-7F6A-FFAF-5C8A1BA1ED77}"/>
                  </a:ext>
                </a:extLst>
              </p:cNvPr>
              <p:cNvSpPr/>
              <p:nvPr/>
            </p:nvSpPr>
            <p:spPr>
              <a:xfrm>
                <a:off x="9385295" y="5167131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51" name="Freeform: Shape 5650">
                <a:extLst>
                  <a:ext uri="{FF2B5EF4-FFF2-40B4-BE49-F238E27FC236}">
                    <a16:creationId xmlns:a16="http://schemas.microsoft.com/office/drawing/2014/main" id="{05E78CE8-61A3-6B23-C03C-0A83AA18BBB2}"/>
                  </a:ext>
                </a:extLst>
              </p:cNvPr>
              <p:cNvSpPr/>
              <p:nvPr/>
            </p:nvSpPr>
            <p:spPr>
              <a:xfrm>
                <a:off x="9386147" y="5166931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52" name="Freeform: Shape 5651">
                <a:extLst>
                  <a:ext uri="{FF2B5EF4-FFF2-40B4-BE49-F238E27FC236}">
                    <a16:creationId xmlns:a16="http://schemas.microsoft.com/office/drawing/2014/main" id="{6B4C0996-333F-2172-F218-4860EEDE831B}"/>
                  </a:ext>
                </a:extLst>
              </p:cNvPr>
              <p:cNvSpPr/>
              <p:nvPr/>
            </p:nvSpPr>
            <p:spPr>
              <a:xfrm>
                <a:off x="9387072" y="5166897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53" name="Freeform: Shape 5652">
                <a:extLst>
                  <a:ext uri="{FF2B5EF4-FFF2-40B4-BE49-F238E27FC236}">
                    <a16:creationId xmlns:a16="http://schemas.microsoft.com/office/drawing/2014/main" id="{4814821A-B855-408C-8695-B0BC0CFF9BC5}"/>
                  </a:ext>
                </a:extLst>
              </p:cNvPr>
              <p:cNvSpPr/>
              <p:nvPr/>
            </p:nvSpPr>
            <p:spPr>
              <a:xfrm>
                <a:off x="9387972" y="5166815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54" name="Freeform: Shape 5653">
                <a:extLst>
                  <a:ext uri="{FF2B5EF4-FFF2-40B4-BE49-F238E27FC236}">
                    <a16:creationId xmlns:a16="http://schemas.microsoft.com/office/drawing/2014/main" id="{5B308BC5-BC55-AE17-EB35-C46BEB1F0620}"/>
                  </a:ext>
                </a:extLst>
              </p:cNvPr>
              <p:cNvSpPr/>
              <p:nvPr/>
            </p:nvSpPr>
            <p:spPr>
              <a:xfrm>
                <a:off x="9388940" y="5166902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8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6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55" name="Freeform: Shape 5654">
                <a:extLst>
                  <a:ext uri="{FF2B5EF4-FFF2-40B4-BE49-F238E27FC236}">
                    <a16:creationId xmlns:a16="http://schemas.microsoft.com/office/drawing/2014/main" id="{5B40984A-6679-7404-3892-B0F9B4E12665}"/>
                  </a:ext>
                </a:extLst>
              </p:cNvPr>
              <p:cNvSpPr/>
              <p:nvPr/>
            </p:nvSpPr>
            <p:spPr>
              <a:xfrm>
                <a:off x="9390021" y="5167264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7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56" name="Freeform: Shape 5655">
                <a:extLst>
                  <a:ext uri="{FF2B5EF4-FFF2-40B4-BE49-F238E27FC236}">
                    <a16:creationId xmlns:a16="http://schemas.microsoft.com/office/drawing/2014/main" id="{A6933E42-4FF1-5895-847F-1B02A936DD31}"/>
                  </a:ext>
                </a:extLst>
              </p:cNvPr>
              <p:cNvSpPr/>
              <p:nvPr/>
            </p:nvSpPr>
            <p:spPr>
              <a:xfrm>
                <a:off x="9391027" y="5167473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57" name="Freeform: Shape 5656">
                <a:extLst>
                  <a:ext uri="{FF2B5EF4-FFF2-40B4-BE49-F238E27FC236}">
                    <a16:creationId xmlns:a16="http://schemas.microsoft.com/office/drawing/2014/main" id="{D9E315DE-645C-E31A-1FD2-1A86933CC69D}"/>
                  </a:ext>
                </a:extLst>
              </p:cNvPr>
              <p:cNvSpPr/>
              <p:nvPr/>
            </p:nvSpPr>
            <p:spPr>
              <a:xfrm>
                <a:off x="9392095" y="5167853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58" name="Freeform: Shape 5657">
                <a:extLst>
                  <a:ext uri="{FF2B5EF4-FFF2-40B4-BE49-F238E27FC236}">
                    <a16:creationId xmlns:a16="http://schemas.microsoft.com/office/drawing/2014/main" id="{3A2D7CFD-4C12-9D4E-BA0A-E68BC313C8E0}"/>
                  </a:ext>
                </a:extLst>
              </p:cNvPr>
              <p:cNvSpPr/>
              <p:nvPr/>
            </p:nvSpPr>
            <p:spPr>
              <a:xfrm>
                <a:off x="9393003" y="5167860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59" name="Freeform: Shape 5658">
                <a:extLst>
                  <a:ext uri="{FF2B5EF4-FFF2-40B4-BE49-F238E27FC236}">
                    <a16:creationId xmlns:a16="http://schemas.microsoft.com/office/drawing/2014/main" id="{E01517FA-78B0-4E37-D2EF-A936CD53EE5C}"/>
                  </a:ext>
                </a:extLst>
              </p:cNvPr>
              <p:cNvSpPr/>
              <p:nvPr/>
            </p:nvSpPr>
            <p:spPr>
              <a:xfrm>
                <a:off x="9393843" y="5167710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60" name="Freeform: Shape 5659">
                <a:extLst>
                  <a:ext uri="{FF2B5EF4-FFF2-40B4-BE49-F238E27FC236}">
                    <a16:creationId xmlns:a16="http://schemas.microsoft.com/office/drawing/2014/main" id="{B4DF211D-FE8B-5831-9567-F4E561539CAA}"/>
                  </a:ext>
                </a:extLst>
              </p:cNvPr>
              <p:cNvSpPr/>
              <p:nvPr/>
            </p:nvSpPr>
            <p:spPr>
              <a:xfrm>
                <a:off x="9394768" y="5167785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61" name="Freeform: Shape 5660">
                <a:extLst>
                  <a:ext uri="{FF2B5EF4-FFF2-40B4-BE49-F238E27FC236}">
                    <a16:creationId xmlns:a16="http://schemas.microsoft.com/office/drawing/2014/main" id="{7B4F6F37-A6B5-674D-2632-E51C4E4D32BB}"/>
                  </a:ext>
                </a:extLst>
              </p:cNvPr>
              <p:cNvSpPr/>
              <p:nvPr/>
            </p:nvSpPr>
            <p:spPr>
              <a:xfrm>
                <a:off x="9395606" y="5167646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62" name="Freeform: Shape 5661">
                <a:extLst>
                  <a:ext uri="{FF2B5EF4-FFF2-40B4-BE49-F238E27FC236}">
                    <a16:creationId xmlns:a16="http://schemas.microsoft.com/office/drawing/2014/main" id="{6D274F84-5BFE-D153-3B7C-1AF01DA072CD}"/>
                  </a:ext>
                </a:extLst>
              </p:cNvPr>
              <p:cNvSpPr/>
              <p:nvPr/>
            </p:nvSpPr>
            <p:spPr>
              <a:xfrm>
                <a:off x="9396507" y="5167679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63" name="Freeform: Shape 5662">
                <a:extLst>
                  <a:ext uri="{FF2B5EF4-FFF2-40B4-BE49-F238E27FC236}">
                    <a16:creationId xmlns:a16="http://schemas.microsoft.com/office/drawing/2014/main" id="{C7B387F3-4D36-91B9-62F2-2C9BFB566946}"/>
                  </a:ext>
                </a:extLst>
              </p:cNvPr>
              <p:cNvSpPr/>
              <p:nvPr/>
            </p:nvSpPr>
            <p:spPr>
              <a:xfrm>
                <a:off x="9397405" y="5167717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64" name="Freeform: Shape 5663">
                <a:extLst>
                  <a:ext uri="{FF2B5EF4-FFF2-40B4-BE49-F238E27FC236}">
                    <a16:creationId xmlns:a16="http://schemas.microsoft.com/office/drawing/2014/main" id="{6E677ED5-9C5B-8C80-8428-B8FEAB99B749}"/>
                  </a:ext>
                </a:extLst>
              </p:cNvPr>
              <p:cNvSpPr/>
              <p:nvPr/>
            </p:nvSpPr>
            <p:spPr>
              <a:xfrm>
                <a:off x="9398241" y="5167596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65" name="Freeform: Shape 5664">
                <a:extLst>
                  <a:ext uri="{FF2B5EF4-FFF2-40B4-BE49-F238E27FC236}">
                    <a16:creationId xmlns:a16="http://schemas.microsoft.com/office/drawing/2014/main" id="{80C05363-D8B1-4FDF-32FB-F5D7D116067A}"/>
                  </a:ext>
                </a:extLst>
              </p:cNvPr>
              <p:cNvSpPr/>
              <p:nvPr/>
            </p:nvSpPr>
            <p:spPr>
              <a:xfrm>
                <a:off x="9399194" y="5167812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66" name="Freeform: Shape 5665">
                <a:extLst>
                  <a:ext uri="{FF2B5EF4-FFF2-40B4-BE49-F238E27FC236}">
                    <a16:creationId xmlns:a16="http://schemas.microsoft.com/office/drawing/2014/main" id="{C1041E74-FE21-2D21-1668-9A15F971B93C}"/>
                  </a:ext>
                </a:extLst>
              </p:cNvPr>
              <p:cNvSpPr/>
              <p:nvPr/>
            </p:nvSpPr>
            <p:spPr>
              <a:xfrm>
                <a:off x="9400163" y="5168091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67" name="Freeform: Shape 5666">
                <a:extLst>
                  <a:ext uri="{FF2B5EF4-FFF2-40B4-BE49-F238E27FC236}">
                    <a16:creationId xmlns:a16="http://schemas.microsoft.com/office/drawing/2014/main" id="{0C4B0197-8853-E08F-13AD-79A244338D84}"/>
                  </a:ext>
                </a:extLst>
              </p:cNvPr>
              <p:cNvSpPr/>
              <p:nvPr/>
            </p:nvSpPr>
            <p:spPr>
              <a:xfrm>
                <a:off x="9401051" y="5168154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9" y="6478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7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68" name="Freeform: Shape 5667">
                <a:extLst>
                  <a:ext uri="{FF2B5EF4-FFF2-40B4-BE49-F238E27FC236}">
                    <a16:creationId xmlns:a16="http://schemas.microsoft.com/office/drawing/2014/main" id="{8679CDA3-2986-A53B-82CE-96FFD3704677}"/>
                  </a:ext>
                </a:extLst>
              </p:cNvPr>
              <p:cNvSpPr/>
              <p:nvPr/>
            </p:nvSpPr>
            <p:spPr>
              <a:xfrm>
                <a:off x="9401992" y="5168391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9" y="6478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7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69" name="Freeform: Shape 5668">
                <a:extLst>
                  <a:ext uri="{FF2B5EF4-FFF2-40B4-BE49-F238E27FC236}">
                    <a16:creationId xmlns:a16="http://schemas.microsoft.com/office/drawing/2014/main" id="{5734AC8E-CF52-A16D-8D17-D76D847DD4CE}"/>
                  </a:ext>
                </a:extLst>
              </p:cNvPr>
              <p:cNvSpPr/>
              <p:nvPr/>
            </p:nvSpPr>
            <p:spPr>
              <a:xfrm>
                <a:off x="9402873" y="516846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8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70" name="Freeform: Shape 5669">
                <a:extLst>
                  <a:ext uri="{FF2B5EF4-FFF2-40B4-BE49-F238E27FC236}">
                    <a16:creationId xmlns:a16="http://schemas.microsoft.com/office/drawing/2014/main" id="{732DCD6B-08DF-D2D1-8C41-ABCE99276E69}"/>
                  </a:ext>
                </a:extLst>
              </p:cNvPr>
              <p:cNvSpPr/>
              <p:nvPr/>
            </p:nvSpPr>
            <p:spPr>
              <a:xfrm>
                <a:off x="9403716" y="5168438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71" name="Freeform: Shape 5670">
                <a:extLst>
                  <a:ext uri="{FF2B5EF4-FFF2-40B4-BE49-F238E27FC236}">
                    <a16:creationId xmlns:a16="http://schemas.microsoft.com/office/drawing/2014/main" id="{F9C5656E-051F-B0CE-2529-5F781E3A36F7}"/>
                  </a:ext>
                </a:extLst>
              </p:cNvPr>
              <p:cNvSpPr/>
              <p:nvPr/>
            </p:nvSpPr>
            <p:spPr>
              <a:xfrm>
                <a:off x="9404629" y="516863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72" name="Freeform: Shape 5671">
                <a:extLst>
                  <a:ext uri="{FF2B5EF4-FFF2-40B4-BE49-F238E27FC236}">
                    <a16:creationId xmlns:a16="http://schemas.microsoft.com/office/drawing/2014/main" id="{74A633CF-AF0C-C3A6-298E-D386071D0BF3}"/>
                  </a:ext>
                </a:extLst>
              </p:cNvPr>
              <p:cNvSpPr/>
              <p:nvPr/>
            </p:nvSpPr>
            <p:spPr>
              <a:xfrm>
                <a:off x="9405450" y="516856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73" name="Freeform: Shape 5672">
                <a:extLst>
                  <a:ext uri="{FF2B5EF4-FFF2-40B4-BE49-F238E27FC236}">
                    <a16:creationId xmlns:a16="http://schemas.microsoft.com/office/drawing/2014/main" id="{7D5FA2D4-7203-E34F-122D-6EB2EB123F3E}"/>
                  </a:ext>
                </a:extLst>
              </p:cNvPr>
              <p:cNvSpPr/>
              <p:nvPr/>
            </p:nvSpPr>
            <p:spPr>
              <a:xfrm>
                <a:off x="9406220" y="5168327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74" name="Freeform: Shape 5673">
                <a:extLst>
                  <a:ext uri="{FF2B5EF4-FFF2-40B4-BE49-F238E27FC236}">
                    <a16:creationId xmlns:a16="http://schemas.microsoft.com/office/drawing/2014/main" id="{892EB068-0FF7-48B3-BE0F-776FD3D71E43}"/>
                  </a:ext>
                </a:extLst>
              </p:cNvPr>
              <p:cNvSpPr/>
              <p:nvPr/>
            </p:nvSpPr>
            <p:spPr>
              <a:xfrm>
                <a:off x="9407092" y="5168433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79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75" name="Freeform: Shape 5674">
                <a:extLst>
                  <a:ext uri="{FF2B5EF4-FFF2-40B4-BE49-F238E27FC236}">
                    <a16:creationId xmlns:a16="http://schemas.microsoft.com/office/drawing/2014/main" id="{CAC1C746-648A-13CE-5184-D52BF3661957}"/>
                  </a:ext>
                </a:extLst>
              </p:cNvPr>
              <p:cNvSpPr/>
              <p:nvPr/>
            </p:nvSpPr>
            <p:spPr>
              <a:xfrm>
                <a:off x="9407928" y="5168432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76" name="Freeform: Shape 5675">
                <a:extLst>
                  <a:ext uri="{FF2B5EF4-FFF2-40B4-BE49-F238E27FC236}">
                    <a16:creationId xmlns:a16="http://schemas.microsoft.com/office/drawing/2014/main" id="{C8ABC8C0-1FE5-1AAD-63DD-A217985F3F5F}"/>
                  </a:ext>
                </a:extLst>
              </p:cNvPr>
              <p:cNvSpPr/>
              <p:nvPr/>
            </p:nvSpPr>
            <p:spPr>
              <a:xfrm>
                <a:off x="9408747" y="5168379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77" name="Freeform: Shape 5676">
                <a:extLst>
                  <a:ext uri="{FF2B5EF4-FFF2-40B4-BE49-F238E27FC236}">
                    <a16:creationId xmlns:a16="http://schemas.microsoft.com/office/drawing/2014/main" id="{06664377-0F0B-C62D-E9D6-5102DB63AA1F}"/>
                  </a:ext>
                </a:extLst>
              </p:cNvPr>
              <p:cNvSpPr/>
              <p:nvPr/>
            </p:nvSpPr>
            <p:spPr>
              <a:xfrm>
                <a:off x="9409643" y="5168615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7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78" name="Freeform: Shape 5677">
                <a:extLst>
                  <a:ext uri="{FF2B5EF4-FFF2-40B4-BE49-F238E27FC236}">
                    <a16:creationId xmlns:a16="http://schemas.microsoft.com/office/drawing/2014/main" id="{365933B9-65BB-A0B2-7E87-7796BCCB479A}"/>
                  </a:ext>
                </a:extLst>
              </p:cNvPr>
              <p:cNvSpPr/>
              <p:nvPr/>
            </p:nvSpPr>
            <p:spPr>
              <a:xfrm>
                <a:off x="9410535" y="516885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79" name="Freeform: Shape 5678">
                <a:extLst>
                  <a:ext uri="{FF2B5EF4-FFF2-40B4-BE49-F238E27FC236}">
                    <a16:creationId xmlns:a16="http://schemas.microsoft.com/office/drawing/2014/main" id="{D0AEF7FE-2B37-DF6A-7E4C-C1D75791F3F0}"/>
                  </a:ext>
                </a:extLst>
              </p:cNvPr>
              <p:cNvSpPr/>
              <p:nvPr/>
            </p:nvSpPr>
            <p:spPr>
              <a:xfrm>
                <a:off x="9411318" y="516870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80" name="Freeform: Shape 5679">
                <a:extLst>
                  <a:ext uri="{FF2B5EF4-FFF2-40B4-BE49-F238E27FC236}">
                    <a16:creationId xmlns:a16="http://schemas.microsoft.com/office/drawing/2014/main" id="{EA181F82-A04B-D4CF-24E2-C21FFE90BF45}"/>
                  </a:ext>
                </a:extLst>
              </p:cNvPr>
              <p:cNvSpPr/>
              <p:nvPr/>
            </p:nvSpPr>
            <p:spPr>
              <a:xfrm>
                <a:off x="9412189" y="516890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81" name="Freeform: Shape 5680">
                <a:extLst>
                  <a:ext uri="{FF2B5EF4-FFF2-40B4-BE49-F238E27FC236}">
                    <a16:creationId xmlns:a16="http://schemas.microsoft.com/office/drawing/2014/main" id="{D942062B-BACB-C4C4-6620-20ADD596DBB6}"/>
                  </a:ext>
                </a:extLst>
              </p:cNvPr>
              <p:cNvSpPr/>
              <p:nvPr/>
            </p:nvSpPr>
            <p:spPr>
              <a:xfrm>
                <a:off x="9413043" y="516905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82" name="Freeform: Shape 5681">
                <a:extLst>
                  <a:ext uri="{FF2B5EF4-FFF2-40B4-BE49-F238E27FC236}">
                    <a16:creationId xmlns:a16="http://schemas.microsoft.com/office/drawing/2014/main" id="{15E60B37-64A2-B0E5-0EF6-34669CEB114C}"/>
                  </a:ext>
                </a:extLst>
              </p:cNvPr>
              <p:cNvSpPr/>
              <p:nvPr/>
            </p:nvSpPr>
            <p:spPr>
              <a:xfrm>
                <a:off x="9413851" y="516903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8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83" name="Freeform: Shape 5682">
                <a:extLst>
                  <a:ext uri="{FF2B5EF4-FFF2-40B4-BE49-F238E27FC236}">
                    <a16:creationId xmlns:a16="http://schemas.microsoft.com/office/drawing/2014/main" id="{A58035B6-B8CA-92E9-0B43-AE5AEBFEDD4B}"/>
                  </a:ext>
                </a:extLst>
              </p:cNvPr>
              <p:cNvSpPr/>
              <p:nvPr/>
            </p:nvSpPr>
            <p:spPr>
              <a:xfrm>
                <a:off x="9414686" y="516913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8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84" name="Freeform: Shape 5683">
                <a:extLst>
                  <a:ext uri="{FF2B5EF4-FFF2-40B4-BE49-F238E27FC236}">
                    <a16:creationId xmlns:a16="http://schemas.microsoft.com/office/drawing/2014/main" id="{A305F525-88D1-0030-00CD-108D85799A42}"/>
                  </a:ext>
                </a:extLst>
              </p:cNvPr>
              <p:cNvSpPr/>
              <p:nvPr/>
            </p:nvSpPr>
            <p:spPr>
              <a:xfrm>
                <a:off x="9415426" y="5168838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9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85" name="Freeform: Shape 5684">
                <a:extLst>
                  <a:ext uri="{FF2B5EF4-FFF2-40B4-BE49-F238E27FC236}">
                    <a16:creationId xmlns:a16="http://schemas.microsoft.com/office/drawing/2014/main" id="{61E7F448-A235-1A46-AB42-28D567C506A3}"/>
                  </a:ext>
                </a:extLst>
              </p:cNvPr>
              <p:cNvSpPr/>
              <p:nvPr/>
            </p:nvSpPr>
            <p:spPr>
              <a:xfrm>
                <a:off x="9416207" y="5168720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9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86" name="Freeform: Shape 5685">
                <a:extLst>
                  <a:ext uri="{FF2B5EF4-FFF2-40B4-BE49-F238E27FC236}">
                    <a16:creationId xmlns:a16="http://schemas.microsoft.com/office/drawing/2014/main" id="{2786AFD1-ED77-4249-14DA-EB6A68E1BB26}"/>
                  </a:ext>
                </a:extLst>
              </p:cNvPr>
              <p:cNvSpPr/>
              <p:nvPr/>
            </p:nvSpPr>
            <p:spPr>
              <a:xfrm>
                <a:off x="9417038" y="5168836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87" name="Freeform: Shape 5686">
                <a:extLst>
                  <a:ext uri="{FF2B5EF4-FFF2-40B4-BE49-F238E27FC236}">
                    <a16:creationId xmlns:a16="http://schemas.microsoft.com/office/drawing/2014/main" id="{6C60AC52-6114-DD32-F929-4214EB7EBBD8}"/>
                  </a:ext>
                </a:extLst>
              </p:cNvPr>
              <p:cNvSpPr/>
              <p:nvPr/>
            </p:nvSpPr>
            <p:spPr>
              <a:xfrm>
                <a:off x="9417807" y="5168671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88" name="Freeform: Shape 5687">
                <a:extLst>
                  <a:ext uri="{FF2B5EF4-FFF2-40B4-BE49-F238E27FC236}">
                    <a16:creationId xmlns:a16="http://schemas.microsoft.com/office/drawing/2014/main" id="{3FD6249F-3D03-C489-2FFD-4BA1D86C9C7A}"/>
                  </a:ext>
                </a:extLst>
              </p:cNvPr>
              <p:cNvSpPr/>
              <p:nvPr/>
            </p:nvSpPr>
            <p:spPr>
              <a:xfrm>
                <a:off x="9418599" y="5168625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89" name="Freeform: Shape 5688">
                <a:extLst>
                  <a:ext uri="{FF2B5EF4-FFF2-40B4-BE49-F238E27FC236}">
                    <a16:creationId xmlns:a16="http://schemas.microsoft.com/office/drawing/2014/main" id="{58FA878F-077A-9867-DB0A-789E4676C6D6}"/>
                  </a:ext>
                </a:extLst>
              </p:cNvPr>
              <p:cNvSpPr/>
              <p:nvPr/>
            </p:nvSpPr>
            <p:spPr>
              <a:xfrm>
                <a:off x="9419380" y="5168527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90" name="Freeform: Shape 5689">
                <a:extLst>
                  <a:ext uri="{FF2B5EF4-FFF2-40B4-BE49-F238E27FC236}">
                    <a16:creationId xmlns:a16="http://schemas.microsoft.com/office/drawing/2014/main" id="{F909E3ED-2285-295C-7DE0-5D9047075549}"/>
                  </a:ext>
                </a:extLst>
              </p:cNvPr>
              <p:cNvSpPr/>
              <p:nvPr/>
            </p:nvSpPr>
            <p:spPr>
              <a:xfrm>
                <a:off x="9420150" y="5168375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0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2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7" y="2464"/>
                      <a:pt x="237" y="3306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91" name="Freeform: Shape 5690">
                <a:extLst>
                  <a:ext uri="{FF2B5EF4-FFF2-40B4-BE49-F238E27FC236}">
                    <a16:creationId xmlns:a16="http://schemas.microsoft.com/office/drawing/2014/main" id="{2E3DE4CE-B47A-AFA5-419A-D201972BA2CA}"/>
                  </a:ext>
                </a:extLst>
              </p:cNvPr>
              <p:cNvSpPr/>
              <p:nvPr/>
            </p:nvSpPr>
            <p:spPr>
              <a:xfrm>
                <a:off x="9420986" y="5168575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6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7" y="2464"/>
                      <a:pt x="237" y="3306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92" name="Freeform: Shape 5691">
                <a:extLst>
                  <a:ext uri="{FF2B5EF4-FFF2-40B4-BE49-F238E27FC236}">
                    <a16:creationId xmlns:a16="http://schemas.microsoft.com/office/drawing/2014/main" id="{C4297637-46A0-BBF3-4573-F58BAB229452}"/>
                  </a:ext>
                </a:extLst>
              </p:cNvPr>
              <p:cNvSpPr/>
              <p:nvPr/>
            </p:nvSpPr>
            <p:spPr>
              <a:xfrm>
                <a:off x="9421797" y="5168665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6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7" y="2464"/>
                      <a:pt x="237" y="3306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93" name="Freeform: Shape 5692">
                <a:extLst>
                  <a:ext uri="{FF2B5EF4-FFF2-40B4-BE49-F238E27FC236}">
                    <a16:creationId xmlns:a16="http://schemas.microsoft.com/office/drawing/2014/main" id="{4A2E8397-1D68-2421-F52C-BEB046CC8070}"/>
                  </a:ext>
                </a:extLst>
              </p:cNvPr>
              <p:cNvSpPr/>
              <p:nvPr/>
            </p:nvSpPr>
            <p:spPr>
              <a:xfrm>
                <a:off x="9422556" y="5168471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8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6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94" name="Freeform: Shape 5693">
                <a:extLst>
                  <a:ext uri="{FF2B5EF4-FFF2-40B4-BE49-F238E27FC236}">
                    <a16:creationId xmlns:a16="http://schemas.microsoft.com/office/drawing/2014/main" id="{6AF05E58-21C1-CA70-9D42-5B6DB13499CF}"/>
                  </a:ext>
                </a:extLst>
              </p:cNvPr>
              <p:cNvSpPr/>
              <p:nvPr/>
            </p:nvSpPr>
            <p:spPr>
              <a:xfrm>
                <a:off x="9423375" y="5168628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95" name="Freeform: Shape 5694">
                <a:extLst>
                  <a:ext uri="{FF2B5EF4-FFF2-40B4-BE49-F238E27FC236}">
                    <a16:creationId xmlns:a16="http://schemas.microsoft.com/office/drawing/2014/main" id="{6BB9038B-7B14-5628-C4A2-D29DFF8E3C61}"/>
                  </a:ext>
                </a:extLst>
              </p:cNvPr>
              <p:cNvSpPr/>
              <p:nvPr/>
            </p:nvSpPr>
            <p:spPr>
              <a:xfrm>
                <a:off x="9424181" y="5168733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96" name="Freeform: Shape 5695">
                <a:extLst>
                  <a:ext uri="{FF2B5EF4-FFF2-40B4-BE49-F238E27FC236}">
                    <a16:creationId xmlns:a16="http://schemas.microsoft.com/office/drawing/2014/main" id="{6814861A-87A3-44BE-0D94-D891BD2B5972}"/>
                  </a:ext>
                </a:extLst>
              </p:cNvPr>
              <p:cNvSpPr/>
              <p:nvPr/>
            </p:nvSpPr>
            <p:spPr>
              <a:xfrm>
                <a:off x="9424995" y="5168901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97" name="Freeform: Shape 5696">
                <a:extLst>
                  <a:ext uri="{FF2B5EF4-FFF2-40B4-BE49-F238E27FC236}">
                    <a16:creationId xmlns:a16="http://schemas.microsoft.com/office/drawing/2014/main" id="{72F34AAC-FC24-4958-6236-DBC52E15C2E7}"/>
                  </a:ext>
                </a:extLst>
              </p:cNvPr>
              <p:cNvSpPr/>
              <p:nvPr/>
            </p:nvSpPr>
            <p:spPr>
              <a:xfrm>
                <a:off x="9425823" y="5169191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98" name="Freeform: Shape 5697">
                <a:extLst>
                  <a:ext uri="{FF2B5EF4-FFF2-40B4-BE49-F238E27FC236}">
                    <a16:creationId xmlns:a16="http://schemas.microsoft.com/office/drawing/2014/main" id="{45FE0C29-262B-9358-6851-C2601BE9E7F5}"/>
                  </a:ext>
                </a:extLst>
              </p:cNvPr>
              <p:cNvSpPr/>
              <p:nvPr/>
            </p:nvSpPr>
            <p:spPr>
              <a:xfrm>
                <a:off x="9426605" y="5169195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1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99" name="Freeform: Shape 5698">
                <a:extLst>
                  <a:ext uri="{FF2B5EF4-FFF2-40B4-BE49-F238E27FC236}">
                    <a16:creationId xmlns:a16="http://schemas.microsoft.com/office/drawing/2014/main" id="{E849157D-A223-2F4D-DF1A-78B5880D1298}"/>
                  </a:ext>
                </a:extLst>
              </p:cNvPr>
              <p:cNvSpPr/>
              <p:nvPr/>
            </p:nvSpPr>
            <p:spPr>
              <a:xfrm>
                <a:off x="9427379" y="5169146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1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00" name="Freeform: Shape 5699">
                <a:extLst>
                  <a:ext uri="{FF2B5EF4-FFF2-40B4-BE49-F238E27FC236}">
                    <a16:creationId xmlns:a16="http://schemas.microsoft.com/office/drawing/2014/main" id="{149169E0-95A4-E482-24E1-7DB1D2678445}"/>
                  </a:ext>
                </a:extLst>
              </p:cNvPr>
              <p:cNvSpPr/>
              <p:nvPr/>
            </p:nvSpPr>
            <p:spPr>
              <a:xfrm>
                <a:off x="9428130" y="5168928"/>
                <a:ext cx="6343" cy="6345"/>
              </a:xfrm>
              <a:custGeom>
                <a:avLst/>
                <a:gdLst>
                  <a:gd name="connsiteX0" fmla="*/ 3410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9"/>
                    </a:moveTo>
                    <a:cubicBezTo>
                      <a:pt x="4251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10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9"/>
                      <a:pt x="341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01" name="Freeform: Shape 5700">
                <a:extLst>
                  <a:ext uri="{FF2B5EF4-FFF2-40B4-BE49-F238E27FC236}">
                    <a16:creationId xmlns:a16="http://schemas.microsoft.com/office/drawing/2014/main" id="{539C17C4-6629-BDEC-FE77-497E79C3E473}"/>
                  </a:ext>
                </a:extLst>
              </p:cNvPr>
              <p:cNvSpPr/>
              <p:nvPr/>
            </p:nvSpPr>
            <p:spPr>
              <a:xfrm>
                <a:off x="9428890" y="5168773"/>
                <a:ext cx="6343" cy="6345"/>
              </a:xfrm>
              <a:custGeom>
                <a:avLst/>
                <a:gdLst>
                  <a:gd name="connsiteX0" fmla="*/ 3410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9"/>
                    </a:moveTo>
                    <a:cubicBezTo>
                      <a:pt x="4251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10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9"/>
                      <a:pt x="341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02" name="Freeform: Shape 5701">
                <a:extLst>
                  <a:ext uri="{FF2B5EF4-FFF2-40B4-BE49-F238E27FC236}">
                    <a16:creationId xmlns:a16="http://schemas.microsoft.com/office/drawing/2014/main" id="{DD5FB2A2-9C7F-18B7-192B-A364756B7651}"/>
                  </a:ext>
                </a:extLst>
              </p:cNvPr>
              <p:cNvSpPr/>
              <p:nvPr/>
            </p:nvSpPr>
            <p:spPr>
              <a:xfrm>
                <a:off x="9429631" y="5168447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03" name="Freeform: Shape 5702">
                <a:extLst>
                  <a:ext uri="{FF2B5EF4-FFF2-40B4-BE49-F238E27FC236}">
                    <a16:creationId xmlns:a16="http://schemas.microsoft.com/office/drawing/2014/main" id="{25608B69-DA38-ECA1-BF0B-2CD6984C99B6}"/>
                  </a:ext>
                </a:extLst>
              </p:cNvPr>
              <p:cNvSpPr/>
              <p:nvPr/>
            </p:nvSpPr>
            <p:spPr>
              <a:xfrm>
                <a:off x="9430421" y="5168534"/>
                <a:ext cx="6343" cy="6345"/>
              </a:xfrm>
              <a:custGeom>
                <a:avLst/>
                <a:gdLst>
                  <a:gd name="connsiteX0" fmla="*/ 3410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9"/>
                    </a:moveTo>
                    <a:cubicBezTo>
                      <a:pt x="4251" y="6479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9"/>
                      <a:pt x="341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04" name="Freeform: Shape 5703">
                <a:extLst>
                  <a:ext uri="{FF2B5EF4-FFF2-40B4-BE49-F238E27FC236}">
                    <a16:creationId xmlns:a16="http://schemas.microsoft.com/office/drawing/2014/main" id="{21D5978D-BBD5-71F0-4DED-726B9EB596F9}"/>
                  </a:ext>
                </a:extLst>
              </p:cNvPr>
              <p:cNvSpPr/>
              <p:nvPr/>
            </p:nvSpPr>
            <p:spPr>
              <a:xfrm>
                <a:off x="9431197" y="5168509"/>
                <a:ext cx="6343" cy="6345"/>
              </a:xfrm>
              <a:custGeom>
                <a:avLst/>
                <a:gdLst>
                  <a:gd name="connsiteX0" fmla="*/ 3410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9"/>
                    </a:moveTo>
                    <a:cubicBezTo>
                      <a:pt x="4251" y="6479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9"/>
                      <a:pt x="341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05" name="Freeform: Shape 5704">
                <a:extLst>
                  <a:ext uri="{FF2B5EF4-FFF2-40B4-BE49-F238E27FC236}">
                    <a16:creationId xmlns:a16="http://schemas.microsoft.com/office/drawing/2014/main" id="{817CFDA9-9BDA-C1F3-A689-B95282794FFC}"/>
                  </a:ext>
                </a:extLst>
              </p:cNvPr>
              <p:cNvSpPr/>
              <p:nvPr/>
            </p:nvSpPr>
            <p:spPr>
              <a:xfrm>
                <a:off x="9431978" y="5168547"/>
                <a:ext cx="6343" cy="6345"/>
              </a:xfrm>
              <a:custGeom>
                <a:avLst/>
                <a:gdLst>
                  <a:gd name="connsiteX0" fmla="*/ 3410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9"/>
                    </a:moveTo>
                    <a:cubicBezTo>
                      <a:pt x="4251" y="6479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9"/>
                      <a:pt x="341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06" name="Freeform: Shape 5705">
                <a:extLst>
                  <a:ext uri="{FF2B5EF4-FFF2-40B4-BE49-F238E27FC236}">
                    <a16:creationId xmlns:a16="http://schemas.microsoft.com/office/drawing/2014/main" id="{E04D9761-7245-916D-63DC-58A799915FBA}"/>
                  </a:ext>
                </a:extLst>
              </p:cNvPr>
              <p:cNvSpPr/>
              <p:nvPr/>
            </p:nvSpPr>
            <p:spPr>
              <a:xfrm>
                <a:off x="9432775" y="5168765"/>
                <a:ext cx="6343" cy="6345"/>
              </a:xfrm>
              <a:custGeom>
                <a:avLst/>
                <a:gdLst>
                  <a:gd name="connsiteX0" fmla="*/ 3410 w 6343"/>
                  <a:gd name="connsiteY0" fmla="*/ 6479 h 6345"/>
                  <a:gd name="connsiteX1" fmla="*/ 5653 w 6343"/>
                  <a:gd name="connsiteY1" fmla="*/ 5549 h 6345"/>
                  <a:gd name="connsiteX2" fmla="*/ 6581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9"/>
                    </a:moveTo>
                    <a:cubicBezTo>
                      <a:pt x="4251" y="6479"/>
                      <a:pt x="5058" y="6144"/>
                      <a:pt x="5653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8" y="2464"/>
                      <a:pt x="238" y="3306"/>
                    </a:cubicBezTo>
                    <a:cubicBezTo>
                      <a:pt x="238" y="4147"/>
                      <a:pt x="573" y="4954"/>
                      <a:pt x="1167" y="5549"/>
                    </a:cubicBezTo>
                    <a:cubicBezTo>
                      <a:pt x="1762" y="6144"/>
                      <a:pt x="2569" y="6479"/>
                      <a:pt x="341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07" name="Freeform: Shape 5706">
                <a:extLst>
                  <a:ext uri="{FF2B5EF4-FFF2-40B4-BE49-F238E27FC236}">
                    <a16:creationId xmlns:a16="http://schemas.microsoft.com/office/drawing/2014/main" id="{A88E24EB-8771-D8A5-608C-9D044B060DEA}"/>
                  </a:ext>
                </a:extLst>
              </p:cNvPr>
              <p:cNvSpPr/>
              <p:nvPr/>
            </p:nvSpPr>
            <p:spPr>
              <a:xfrm>
                <a:off x="9457427" y="5168848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08" name="Freeform: Shape 5707">
                <a:extLst>
                  <a:ext uri="{FF2B5EF4-FFF2-40B4-BE49-F238E27FC236}">
                    <a16:creationId xmlns:a16="http://schemas.microsoft.com/office/drawing/2014/main" id="{230D8A0B-59FF-7AD1-E31B-512D8B585941}"/>
                  </a:ext>
                </a:extLst>
              </p:cNvPr>
              <p:cNvSpPr/>
              <p:nvPr/>
            </p:nvSpPr>
            <p:spPr>
              <a:xfrm>
                <a:off x="9458201" y="5168873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3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5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6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09" name="Freeform: Shape 5708">
                <a:extLst>
                  <a:ext uri="{FF2B5EF4-FFF2-40B4-BE49-F238E27FC236}">
                    <a16:creationId xmlns:a16="http://schemas.microsoft.com/office/drawing/2014/main" id="{5E390B8F-D178-7ED8-D94D-88B8D61967F9}"/>
                  </a:ext>
                </a:extLst>
              </p:cNvPr>
              <p:cNvSpPr/>
              <p:nvPr/>
            </p:nvSpPr>
            <p:spPr>
              <a:xfrm>
                <a:off x="9458989" y="5168785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6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6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10" name="Freeform: Shape 5709">
                <a:extLst>
                  <a:ext uri="{FF2B5EF4-FFF2-40B4-BE49-F238E27FC236}">
                    <a16:creationId xmlns:a16="http://schemas.microsoft.com/office/drawing/2014/main" id="{8F8D1D62-79C6-73CC-AD5A-E26AE0EA1B53}"/>
                  </a:ext>
                </a:extLst>
              </p:cNvPr>
              <p:cNvSpPr/>
              <p:nvPr/>
            </p:nvSpPr>
            <p:spPr>
              <a:xfrm>
                <a:off x="9459764" y="5168819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6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6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11" name="Freeform: Shape 5710">
                <a:extLst>
                  <a:ext uri="{FF2B5EF4-FFF2-40B4-BE49-F238E27FC236}">
                    <a16:creationId xmlns:a16="http://schemas.microsoft.com/office/drawing/2014/main" id="{BF134FB0-73E7-FB27-211D-A2F0C6E7FB51}"/>
                  </a:ext>
                </a:extLst>
              </p:cNvPr>
              <p:cNvSpPr/>
              <p:nvPr/>
            </p:nvSpPr>
            <p:spPr>
              <a:xfrm>
                <a:off x="9460516" y="5169032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1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6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69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12" name="Freeform: Shape 5711">
                <a:extLst>
                  <a:ext uri="{FF2B5EF4-FFF2-40B4-BE49-F238E27FC236}">
                    <a16:creationId xmlns:a16="http://schemas.microsoft.com/office/drawing/2014/main" id="{CFC4AADE-E32E-7272-E3FB-C0D45B6304C6}"/>
                  </a:ext>
                </a:extLst>
              </p:cNvPr>
              <p:cNvSpPr/>
              <p:nvPr/>
            </p:nvSpPr>
            <p:spPr>
              <a:xfrm>
                <a:off x="9461282" y="5169133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13" name="Freeform: Shape 5712">
                <a:extLst>
                  <a:ext uri="{FF2B5EF4-FFF2-40B4-BE49-F238E27FC236}">
                    <a16:creationId xmlns:a16="http://schemas.microsoft.com/office/drawing/2014/main" id="{C010F48C-A41A-BDF1-6E83-B866C66DD91A}"/>
                  </a:ext>
                </a:extLst>
              </p:cNvPr>
              <p:cNvSpPr/>
              <p:nvPr/>
            </p:nvSpPr>
            <p:spPr>
              <a:xfrm>
                <a:off x="9462056" y="5169181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14" name="Freeform: Shape 5713">
                <a:extLst>
                  <a:ext uri="{FF2B5EF4-FFF2-40B4-BE49-F238E27FC236}">
                    <a16:creationId xmlns:a16="http://schemas.microsoft.com/office/drawing/2014/main" id="{4CE8BA1F-696B-8294-C530-F1D32FD5B8E4}"/>
                  </a:ext>
                </a:extLst>
              </p:cNvPr>
              <p:cNvSpPr/>
              <p:nvPr/>
            </p:nvSpPr>
            <p:spPr>
              <a:xfrm>
                <a:off x="9462830" y="5169234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15" name="Freeform: Shape 5714">
                <a:extLst>
                  <a:ext uri="{FF2B5EF4-FFF2-40B4-BE49-F238E27FC236}">
                    <a16:creationId xmlns:a16="http://schemas.microsoft.com/office/drawing/2014/main" id="{49EDF603-B97B-A6AA-03E7-9BC52833FC08}"/>
                  </a:ext>
                </a:extLst>
              </p:cNvPr>
              <p:cNvSpPr/>
              <p:nvPr/>
            </p:nvSpPr>
            <p:spPr>
              <a:xfrm>
                <a:off x="9463631" y="5169118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16" name="Freeform: Shape 5715">
                <a:extLst>
                  <a:ext uri="{FF2B5EF4-FFF2-40B4-BE49-F238E27FC236}">
                    <a16:creationId xmlns:a16="http://schemas.microsoft.com/office/drawing/2014/main" id="{2B7A883F-546E-5FE6-7C32-BB3CA4B6F65E}"/>
                  </a:ext>
                </a:extLst>
              </p:cNvPr>
              <p:cNvSpPr/>
              <p:nvPr/>
            </p:nvSpPr>
            <p:spPr>
              <a:xfrm>
                <a:off x="9464434" y="5169007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4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2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17" name="Freeform: Shape 5716">
                <a:extLst>
                  <a:ext uri="{FF2B5EF4-FFF2-40B4-BE49-F238E27FC236}">
                    <a16:creationId xmlns:a16="http://schemas.microsoft.com/office/drawing/2014/main" id="{3B41E908-7E21-319B-C042-FD748A676388}"/>
                  </a:ext>
                </a:extLst>
              </p:cNvPr>
              <p:cNvSpPr/>
              <p:nvPr/>
            </p:nvSpPr>
            <p:spPr>
              <a:xfrm>
                <a:off x="9465219" y="5169017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4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2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18" name="Freeform: Shape 5717">
                <a:extLst>
                  <a:ext uri="{FF2B5EF4-FFF2-40B4-BE49-F238E27FC236}">
                    <a16:creationId xmlns:a16="http://schemas.microsoft.com/office/drawing/2014/main" id="{8EA2BCA1-B988-6146-DBB1-BC16D79A87A5}"/>
                  </a:ext>
                </a:extLst>
              </p:cNvPr>
              <p:cNvSpPr/>
              <p:nvPr/>
            </p:nvSpPr>
            <p:spPr>
              <a:xfrm>
                <a:off x="9466006" y="516903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3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19" name="Freeform: Shape 5718">
                <a:extLst>
                  <a:ext uri="{FF2B5EF4-FFF2-40B4-BE49-F238E27FC236}">
                    <a16:creationId xmlns:a16="http://schemas.microsoft.com/office/drawing/2014/main" id="{FC980047-7E2D-BCC4-5D7C-4FD2C38FB939}"/>
                  </a:ext>
                </a:extLst>
              </p:cNvPr>
              <p:cNvSpPr/>
              <p:nvPr/>
            </p:nvSpPr>
            <p:spPr>
              <a:xfrm>
                <a:off x="9466834" y="516882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3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20" name="Freeform: Shape 5719">
                <a:extLst>
                  <a:ext uri="{FF2B5EF4-FFF2-40B4-BE49-F238E27FC236}">
                    <a16:creationId xmlns:a16="http://schemas.microsoft.com/office/drawing/2014/main" id="{1B599100-72D4-5F68-B147-D7E8290069DE}"/>
                  </a:ext>
                </a:extLst>
              </p:cNvPr>
              <p:cNvSpPr/>
              <p:nvPr/>
            </p:nvSpPr>
            <p:spPr>
              <a:xfrm>
                <a:off x="9467644" y="5168730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21" name="Freeform: Shape 5720">
                <a:extLst>
                  <a:ext uri="{FF2B5EF4-FFF2-40B4-BE49-F238E27FC236}">
                    <a16:creationId xmlns:a16="http://schemas.microsoft.com/office/drawing/2014/main" id="{7148B1D1-5BB0-BC1C-8210-9C1C98EAF10D}"/>
                  </a:ext>
                </a:extLst>
              </p:cNvPr>
              <p:cNvSpPr/>
              <p:nvPr/>
            </p:nvSpPr>
            <p:spPr>
              <a:xfrm>
                <a:off x="9468423" y="5168818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22" name="Freeform: Shape 5721">
                <a:extLst>
                  <a:ext uri="{FF2B5EF4-FFF2-40B4-BE49-F238E27FC236}">
                    <a16:creationId xmlns:a16="http://schemas.microsoft.com/office/drawing/2014/main" id="{2E1D89E2-81CB-EF36-7C4B-57422DECB883}"/>
                  </a:ext>
                </a:extLst>
              </p:cNvPr>
              <p:cNvSpPr/>
              <p:nvPr/>
            </p:nvSpPr>
            <p:spPr>
              <a:xfrm>
                <a:off x="9469214" y="5168853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23" name="Freeform: Shape 5722">
                <a:extLst>
                  <a:ext uri="{FF2B5EF4-FFF2-40B4-BE49-F238E27FC236}">
                    <a16:creationId xmlns:a16="http://schemas.microsoft.com/office/drawing/2014/main" id="{06BB9D96-FBA5-25AC-29C3-F22BF1601524}"/>
                  </a:ext>
                </a:extLst>
              </p:cNvPr>
              <p:cNvSpPr/>
              <p:nvPr/>
            </p:nvSpPr>
            <p:spPr>
              <a:xfrm>
                <a:off x="9470063" y="516860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24" name="Freeform: Shape 5723">
                <a:extLst>
                  <a:ext uri="{FF2B5EF4-FFF2-40B4-BE49-F238E27FC236}">
                    <a16:creationId xmlns:a16="http://schemas.microsoft.com/office/drawing/2014/main" id="{5D557B3C-9CEA-BDEE-440C-D0AED1240901}"/>
                  </a:ext>
                </a:extLst>
              </p:cNvPr>
              <p:cNvSpPr/>
              <p:nvPr/>
            </p:nvSpPr>
            <p:spPr>
              <a:xfrm>
                <a:off x="9470856" y="516865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4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6" y="1657"/>
                      <a:pt x="241" y="2464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25" name="Freeform: Shape 5724">
                <a:extLst>
                  <a:ext uri="{FF2B5EF4-FFF2-40B4-BE49-F238E27FC236}">
                    <a16:creationId xmlns:a16="http://schemas.microsoft.com/office/drawing/2014/main" id="{BFE597E3-AF97-4E26-B041-672A7A90751F}"/>
                  </a:ext>
                </a:extLst>
              </p:cNvPr>
              <p:cNvSpPr/>
              <p:nvPr/>
            </p:nvSpPr>
            <p:spPr>
              <a:xfrm>
                <a:off x="9471625" y="516881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4"/>
                      <a:pt x="6250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6" y="1657"/>
                      <a:pt x="241" y="2464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26" name="Freeform: Shape 5725">
                <a:extLst>
                  <a:ext uri="{FF2B5EF4-FFF2-40B4-BE49-F238E27FC236}">
                    <a16:creationId xmlns:a16="http://schemas.microsoft.com/office/drawing/2014/main" id="{4E25581D-49E6-09BB-1B02-62A486BFE4D5}"/>
                  </a:ext>
                </a:extLst>
              </p:cNvPr>
              <p:cNvSpPr/>
              <p:nvPr/>
            </p:nvSpPr>
            <p:spPr>
              <a:xfrm>
                <a:off x="9472431" y="516881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4"/>
                      <a:pt x="6250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6" y="1657"/>
                      <a:pt x="241" y="2464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27" name="Freeform: Shape 5726">
                <a:extLst>
                  <a:ext uri="{FF2B5EF4-FFF2-40B4-BE49-F238E27FC236}">
                    <a16:creationId xmlns:a16="http://schemas.microsoft.com/office/drawing/2014/main" id="{2025836B-5F0A-B622-86DA-A357C94B18FA}"/>
                  </a:ext>
                </a:extLst>
              </p:cNvPr>
              <p:cNvSpPr/>
              <p:nvPr/>
            </p:nvSpPr>
            <p:spPr>
              <a:xfrm>
                <a:off x="9473198" y="5168988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2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4"/>
                      <a:pt x="6250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28" name="Freeform: Shape 5727">
                <a:extLst>
                  <a:ext uri="{FF2B5EF4-FFF2-40B4-BE49-F238E27FC236}">
                    <a16:creationId xmlns:a16="http://schemas.microsoft.com/office/drawing/2014/main" id="{789256C1-733B-167F-A69D-43B21E446F4B}"/>
                  </a:ext>
                </a:extLst>
              </p:cNvPr>
              <p:cNvSpPr/>
              <p:nvPr/>
            </p:nvSpPr>
            <p:spPr>
              <a:xfrm>
                <a:off x="9473937" y="516928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29" name="Freeform: Shape 5728">
                <a:extLst>
                  <a:ext uri="{FF2B5EF4-FFF2-40B4-BE49-F238E27FC236}">
                    <a16:creationId xmlns:a16="http://schemas.microsoft.com/office/drawing/2014/main" id="{8D783A81-6885-D0CB-9F7B-50C479163380}"/>
                  </a:ext>
                </a:extLst>
              </p:cNvPr>
              <p:cNvSpPr/>
              <p:nvPr/>
            </p:nvSpPr>
            <p:spPr>
              <a:xfrm>
                <a:off x="9474771" y="516918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30" name="Freeform: Shape 5729">
                <a:extLst>
                  <a:ext uri="{FF2B5EF4-FFF2-40B4-BE49-F238E27FC236}">
                    <a16:creationId xmlns:a16="http://schemas.microsoft.com/office/drawing/2014/main" id="{A6A64836-2806-1388-545C-68A463CC9BA8}"/>
                  </a:ext>
                </a:extLst>
              </p:cNvPr>
              <p:cNvSpPr/>
              <p:nvPr/>
            </p:nvSpPr>
            <p:spPr>
              <a:xfrm>
                <a:off x="9475522" y="516942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31" name="Freeform: Shape 5730">
                <a:extLst>
                  <a:ext uri="{FF2B5EF4-FFF2-40B4-BE49-F238E27FC236}">
                    <a16:creationId xmlns:a16="http://schemas.microsoft.com/office/drawing/2014/main" id="{9C490AB2-345A-31D4-C58F-8370C4AD15E8}"/>
                  </a:ext>
                </a:extLst>
              </p:cNvPr>
              <p:cNvSpPr/>
              <p:nvPr/>
            </p:nvSpPr>
            <p:spPr>
              <a:xfrm>
                <a:off x="9476344" y="5169393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32" name="Freeform: Shape 5731">
                <a:extLst>
                  <a:ext uri="{FF2B5EF4-FFF2-40B4-BE49-F238E27FC236}">
                    <a16:creationId xmlns:a16="http://schemas.microsoft.com/office/drawing/2014/main" id="{F4F783A2-C524-4FF9-390B-F9A6A3AE6AFB}"/>
                  </a:ext>
                </a:extLst>
              </p:cNvPr>
              <p:cNvSpPr/>
              <p:nvPr/>
            </p:nvSpPr>
            <p:spPr>
              <a:xfrm>
                <a:off x="9477287" y="516891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5" y="133"/>
                      <a:pt x="3413" y="133"/>
                    </a:cubicBezTo>
                    <a:cubicBezTo>
                      <a:pt x="2572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33" name="Freeform: Shape 5732">
                <a:extLst>
                  <a:ext uri="{FF2B5EF4-FFF2-40B4-BE49-F238E27FC236}">
                    <a16:creationId xmlns:a16="http://schemas.microsoft.com/office/drawing/2014/main" id="{973B67BC-F1CF-46B2-B2DD-07683E09331F}"/>
                  </a:ext>
                </a:extLst>
              </p:cNvPr>
              <p:cNvSpPr/>
              <p:nvPr/>
            </p:nvSpPr>
            <p:spPr>
              <a:xfrm>
                <a:off x="9478053" y="5169115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5" y="133"/>
                      <a:pt x="3413" y="133"/>
                    </a:cubicBezTo>
                    <a:cubicBezTo>
                      <a:pt x="2572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34" name="Freeform: Shape 5733">
                <a:extLst>
                  <a:ext uri="{FF2B5EF4-FFF2-40B4-BE49-F238E27FC236}">
                    <a16:creationId xmlns:a16="http://schemas.microsoft.com/office/drawing/2014/main" id="{2941295C-D8FB-B3A4-C8C6-E41C1690AE39}"/>
                  </a:ext>
                </a:extLst>
              </p:cNvPr>
              <p:cNvSpPr/>
              <p:nvPr/>
            </p:nvSpPr>
            <p:spPr>
              <a:xfrm>
                <a:off x="9478944" y="5168872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5" y="133"/>
                      <a:pt x="3414" y="133"/>
                    </a:cubicBezTo>
                    <a:cubicBezTo>
                      <a:pt x="2572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35" name="Freeform: Shape 5734">
                <a:extLst>
                  <a:ext uri="{FF2B5EF4-FFF2-40B4-BE49-F238E27FC236}">
                    <a16:creationId xmlns:a16="http://schemas.microsoft.com/office/drawing/2014/main" id="{7292DC77-0EBB-A902-EA79-2D001227B2BF}"/>
                  </a:ext>
                </a:extLst>
              </p:cNvPr>
              <p:cNvSpPr/>
              <p:nvPr/>
            </p:nvSpPr>
            <p:spPr>
              <a:xfrm>
                <a:off x="9479823" y="5168692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36" name="Freeform: Shape 5735">
                <a:extLst>
                  <a:ext uri="{FF2B5EF4-FFF2-40B4-BE49-F238E27FC236}">
                    <a16:creationId xmlns:a16="http://schemas.microsoft.com/office/drawing/2014/main" id="{7FEA24F0-F705-B5F7-D732-232B2C25B1D9}"/>
                  </a:ext>
                </a:extLst>
              </p:cNvPr>
              <p:cNvSpPr/>
              <p:nvPr/>
            </p:nvSpPr>
            <p:spPr>
              <a:xfrm>
                <a:off x="9480672" y="5168630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37" name="Freeform: Shape 5736">
                <a:extLst>
                  <a:ext uri="{FF2B5EF4-FFF2-40B4-BE49-F238E27FC236}">
                    <a16:creationId xmlns:a16="http://schemas.microsoft.com/office/drawing/2014/main" id="{07B3D6C3-94D4-3FDB-0255-469C37AE11C4}"/>
                  </a:ext>
                </a:extLst>
              </p:cNvPr>
              <p:cNvSpPr/>
              <p:nvPr/>
            </p:nvSpPr>
            <p:spPr>
              <a:xfrm>
                <a:off x="9481524" y="5168574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38" name="Freeform: Shape 5737">
                <a:extLst>
                  <a:ext uri="{FF2B5EF4-FFF2-40B4-BE49-F238E27FC236}">
                    <a16:creationId xmlns:a16="http://schemas.microsoft.com/office/drawing/2014/main" id="{1F7A20BA-C63B-48E4-8C5F-B7299A8F7666}"/>
                  </a:ext>
                </a:extLst>
              </p:cNvPr>
              <p:cNvSpPr/>
              <p:nvPr/>
            </p:nvSpPr>
            <p:spPr>
              <a:xfrm>
                <a:off x="9482276" y="5168861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39" name="Freeform: Shape 5738">
                <a:extLst>
                  <a:ext uri="{FF2B5EF4-FFF2-40B4-BE49-F238E27FC236}">
                    <a16:creationId xmlns:a16="http://schemas.microsoft.com/office/drawing/2014/main" id="{365A94BB-6010-E2DB-DDCA-E21AC6181B50}"/>
                  </a:ext>
                </a:extLst>
              </p:cNvPr>
              <p:cNvSpPr/>
              <p:nvPr/>
            </p:nvSpPr>
            <p:spPr>
              <a:xfrm>
                <a:off x="9483042" y="5169096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5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40" name="Freeform: Shape 5739">
                <a:extLst>
                  <a:ext uri="{FF2B5EF4-FFF2-40B4-BE49-F238E27FC236}">
                    <a16:creationId xmlns:a16="http://schemas.microsoft.com/office/drawing/2014/main" id="{47732E9C-8A48-19B3-47A2-86EF39441A34}"/>
                  </a:ext>
                </a:extLst>
              </p:cNvPr>
              <p:cNvSpPr/>
              <p:nvPr/>
            </p:nvSpPr>
            <p:spPr>
              <a:xfrm>
                <a:off x="9483879" y="5169112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5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2" y="2464"/>
                      <a:pt x="242" y="3306"/>
                    </a:cubicBezTo>
                    <a:cubicBezTo>
                      <a:pt x="242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41" name="Freeform: Shape 5740">
                <a:extLst>
                  <a:ext uri="{FF2B5EF4-FFF2-40B4-BE49-F238E27FC236}">
                    <a16:creationId xmlns:a16="http://schemas.microsoft.com/office/drawing/2014/main" id="{648F3802-E5BF-F1A9-299B-9B6A892D2CFD}"/>
                  </a:ext>
                </a:extLst>
              </p:cNvPr>
              <p:cNvSpPr/>
              <p:nvPr/>
            </p:nvSpPr>
            <p:spPr>
              <a:xfrm>
                <a:off x="9484626" y="5169413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2" y="2464"/>
                      <a:pt x="242" y="3306"/>
                    </a:cubicBezTo>
                    <a:cubicBezTo>
                      <a:pt x="242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42" name="Freeform: Shape 5741">
                <a:extLst>
                  <a:ext uri="{FF2B5EF4-FFF2-40B4-BE49-F238E27FC236}">
                    <a16:creationId xmlns:a16="http://schemas.microsoft.com/office/drawing/2014/main" id="{BBE13966-9031-3EE2-6302-A0D5CCF509A1}"/>
                  </a:ext>
                </a:extLst>
              </p:cNvPr>
              <p:cNvSpPr/>
              <p:nvPr/>
            </p:nvSpPr>
            <p:spPr>
              <a:xfrm>
                <a:off x="9485444" y="5169495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3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43" name="Freeform: Shape 5742">
                <a:extLst>
                  <a:ext uri="{FF2B5EF4-FFF2-40B4-BE49-F238E27FC236}">
                    <a16:creationId xmlns:a16="http://schemas.microsoft.com/office/drawing/2014/main" id="{E82CF839-D10B-E86C-930B-E97CCF60D0C1}"/>
                  </a:ext>
                </a:extLst>
              </p:cNvPr>
              <p:cNvSpPr/>
              <p:nvPr/>
            </p:nvSpPr>
            <p:spPr>
              <a:xfrm>
                <a:off x="9486264" y="5169583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3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44" name="Freeform: Shape 5743">
                <a:extLst>
                  <a:ext uri="{FF2B5EF4-FFF2-40B4-BE49-F238E27FC236}">
                    <a16:creationId xmlns:a16="http://schemas.microsoft.com/office/drawing/2014/main" id="{5B68BF56-572C-1CC6-1DCB-7371622982CE}"/>
                  </a:ext>
                </a:extLst>
              </p:cNvPr>
              <p:cNvSpPr/>
              <p:nvPr/>
            </p:nvSpPr>
            <p:spPr>
              <a:xfrm>
                <a:off x="9487198" y="5169343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45" name="Freeform: Shape 5744">
                <a:extLst>
                  <a:ext uri="{FF2B5EF4-FFF2-40B4-BE49-F238E27FC236}">
                    <a16:creationId xmlns:a16="http://schemas.microsoft.com/office/drawing/2014/main" id="{B9CB0C2B-7662-7C31-D70E-B23CBB218200}"/>
                  </a:ext>
                </a:extLst>
              </p:cNvPr>
              <p:cNvSpPr/>
              <p:nvPr/>
            </p:nvSpPr>
            <p:spPr>
              <a:xfrm>
                <a:off x="9488020" y="5169442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46" name="Freeform: Shape 5745">
                <a:extLst>
                  <a:ext uri="{FF2B5EF4-FFF2-40B4-BE49-F238E27FC236}">
                    <a16:creationId xmlns:a16="http://schemas.microsoft.com/office/drawing/2014/main" id="{1F576D91-17C8-19D4-EB3B-B90E04DDF315}"/>
                  </a:ext>
                </a:extLst>
              </p:cNvPr>
              <p:cNvSpPr/>
              <p:nvPr/>
            </p:nvSpPr>
            <p:spPr>
              <a:xfrm>
                <a:off x="9488921" y="5169326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47" name="Freeform: Shape 5746">
                <a:extLst>
                  <a:ext uri="{FF2B5EF4-FFF2-40B4-BE49-F238E27FC236}">
                    <a16:creationId xmlns:a16="http://schemas.microsoft.com/office/drawing/2014/main" id="{1FDE7707-14EB-263F-4268-0586A1CFB25E}"/>
                  </a:ext>
                </a:extLst>
              </p:cNvPr>
              <p:cNvSpPr/>
              <p:nvPr/>
            </p:nvSpPr>
            <p:spPr>
              <a:xfrm>
                <a:off x="9489826" y="5169216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4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48" name="Freeform: Shape 5747">
                <a:extLst>
                  <a:ext uri="{FF2B5EF4-FFF2-40B4-BE49-F238E27FC236}">
                    <a16:creationId xmlns:a16="http://schemas.microsoft.com/office/drawing/2014/main" id="{1B991BFB-969C-A8A8-0481-D592D95D3287}"/>
                  </a:ext>
                </a:extLst>
              </p:cNvPr>
              <p:cNvSpPr/>
              <p:nvPr/>
            </p:nvSpPr>
            <p:spPr>
              <a:xfrm>
                <a:off x="9490713" y="5169168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4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49" name="Freeform: Shape 5748">
                <a:extLst>
                  <a:ext uri="{FF2B5EF4-FFF2-40B4-BE49-F238E27FC236}">
                    <a16:creationId xmlns:a16="http://schemas.microsoft.com/office/drawing/2014/main" id="{670467DC-738D-D68D-2FE9-930D253367E5}"/>
                  </a:ext>
                </a:extLst>
              </p:cNvPr>
              <p:cNvSpPr/>
              <p:nvPr/>
            </p:nvSpPr>
            <p:spPr>
              <a:xfrm>
                <a:off x="9491623" y="5169071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5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50" name="Freeform: Shape 5749">
                <a:extLst>
                  <a:ext uri="{FF2B5EF4-FFF2-40B4-BE49-F238E27FC236}">
                    <a16:creationId xmlns:a16="http://schemas.microsoft.com/office/drawing/2014/main" id="{51789F7E-D88C-D826-8308-5306DCCEF42F}"/>
                  </a:ext>
                </a:extLst>
              </p:cNvPr>
              <p:cNvSpPr/>
              <p:nvPr/>
            </p:nvSpPr>
            <p:spPr>
              <a:xfrm>
                <a:off x="9492515" y="5169035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51" name="Freeform: Shape 5750">
                <a:extLst>
                  <a:ext uri="{FF2B5EF4-FFF2-40B4-BE49-F238E27FC236}">
                    <a16:creationId xmlns:a16="http://schemas.microsoft.com/office/drawing/2014/main" id="{88E1C201-5FA3-28D4-7389-351D471E1C3F}"/>
                  </a:ext>
                </a:extLst>
              </p:cNvPr>
              <p:cNvSpPr/>
              <p:nvPr/>
            </p:nvSpPr>
            <p:spPr>
              <a:xfrm>
                <a:off x="9493409" y="5169005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52" name="Freeform: Shape 5751">
                <a:extLst>
                  <a:ext uri="{FF2B5EF4-FFF2-40B4-BE49-F238E27FC236}">
                    <a16:creationId xmlns:a16="http://schemas.microsoft.com/office/drawing/2014/main" id="{41945834-3788-3F7D-E419-903008DAD0C6}"/>
                  </a:ext>
                </a:extLst>
              </p:cNvPr>
              <p:cNvSpPr/>
              <p:nvPr/>
            </p:nvSpPr>
            <p:spPr>
              <a:xfrm>
                <a:off x="9494371" y="5168819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53" name="Freeform: Shape 5752">
                <a:extLst>
                  <a:ext uri="{FF2B5EF4-FFF2-40B4-BE49-F238E27FC236}">
                    <a16:creationId xmlns:a16="http://schemas.microsoft.com/office/drawing/2014/main" id="{8B7A3ECA-4C9B-7C7D-A560-AA0602B715C2}"/>
                  </a:ext>
                </a:extLst>
              </p:cNvPr>
              <p:cNvSpPr/>
              <p:nvPr/>
            </p:nvSpPr>
            <p:spPr>
              <a:xfrm>
                <a:off x="9495270" y="5168802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54" name="Freeform: Shape 5753">
                <a:extLst>
                  <a:ext uri="{FF2B5EF4-FFF2-40B4-BE49-F238E27FC236}">
                    <a16:creationId xmlns:a16="http://schemas.microsoft.com/office/drawing/2014/main" id="{5130C0FF-EAF7-9716-FE0A-C7DA2232A330}"/>
                  </a:ext>
                </a:extLst>
              </p:cNvPr>
              <p:cNvSpPr/>
              <p:nvPr/>
            </p:nvSpPr>
            <p:spPr>
              <a:xfrm>
                <a:off x="9496150" y="5168846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6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8" y="1657"/>
                      <a:pt x="243" y="2464"/>
                      <a:pt x="243" y="3306"/>
                    </a:cubicBezTo>
                    <a:cubicBezTo>
                      <a:pt x="243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55" name="Freeform: Shape 5754">
                <a:extLst>
                  <a:ext uri="{FF2B5EF4-FFF2-40B4-BE49-F238E27FC236}">
                    <a16:creationId xmlns:a16="http://schemas.microsoft.com/office/drawing/2014/main" id="{24C89D9A-189F-C99A-C614-095ED6A5250C}"/>
                  </a:ext>
                </a:extLst>
              </p:cNvPr>
              <p:cNvSpPr/>
              <p:nvPr/>
            </p:nvSpPr>
            <p:spPr>
              <a:xfrm>
                <a:off x="9496985" y="5169004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7" y="4147"/>
                      <a:pt x="6587" y="3306"/>
                    </a:cubicBezTo>
                    <a:cubicBezTo>
                      <a:pt x="6587" y="2464"/>
                      <a:pt x="6252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8" y="1657"/>
                      <a:pt x="243" y="2464"/>
                      <a:pt x="243" y="3306"/>
                    </a:cubicBezTo>
                    <a:cubicBezTo>
                      <a:pt x="243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56" name="Freeform: Shape 5755">
                <a:extLst>
                  <a:ext uri="{FF2B5EF4-FFF2-40B4-BE49-F238E27FC236}">
                    <a16:creationId xmlns:a16="http://schemas.microsoft.com/office/drawing/2014/main" id="{4AB51527-8178-CB3C-C0B5-1EC1102BBB73}"/>
                  </a:ext>
                </a:extLst>
              </p:cNvPr>
              <p:cNvSpPr/>
              <p:nvPr/>
            </p:nvSpPr>
            <p:spPr>
              <a:xfrm>
                <a:off x="9497889" y="5169006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7" y="4147"/>
                      <a:pt x="6587" y="3306"/>
                    </a:cubicBezTo>
                    <a:cubicBezTo>
                      <a:pt x="6587" y="2464"/>
                      <a:pt x="6252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8" y="1657"/>
                      <a:pt x="243" y="2464"/>
                      <a:pt x="243" y="3306"/>
                    </a:cubicBezTo>
                    <a:cubicBezTo>
                      <a:pt x="243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57" name="Freeform: Shape 5756">
                <a:extLst>
                  <a:ext uri="{FF2B5EF4-FFF2-40B4-BE49-F238E27FC236}">
                    <a16:creationId xmlns:a16="http://schemas.microsoft.com/office/drawing/2014/main" id="{96134031-F50E-F1FE-BC7C-CCCDF8159F36}"/>
                  </a:ext>
                </a:extLst>
              </p:cNvPr>
              <p:cNvSpPr/>
              <p:nvPr/>
            </p:nvSpPr>
            <p:spPr>
              <a:xfrm>
                <a:off x="9498842" y="5168907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4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7" y="4147"/>
                      <a:pt x="6587" y="3306"/>
                    </a:cubicBezTo>
                    <a:cubicBezTo>
                      <a:pt x="6587" y="2464"/>
                      <a:pt x="6252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58" name="Freeform: Shape 5757">
                <a:extLst>
                  <a:ext uri="{FF2B5EF4-FFF2-40B4-BE49-F238E27FC236}">
                    <a16:creationId xmlns:a16="http://schemas.microsoft.com/office/drawing/2014/main" id="{BBE9FAAE-14F5-B758-C9C9-DC1DD55A9B12}"/>
                  </a:ext>
                </a:extLst>
              </p:cNvPr>
              <p:cNvSpPr/>
              <p:nvPr/>
            </p:nvSpPr>
            <p:spPr>
              <a:xfrm>
                <a:off x="9499656" y="5169137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59" name="Freeform: Shape 5758">
                <a:extLst>
                  <a:ext uri="{FF2B5EF4-FFF2-40B4-BE49-F238E27FC236}">
                    <a16:creationId xmlns:a16="http://schemas.microsoft.com/office/drawing/2014/main" id="{E57470A0-9D9F-F3C6-F0B4-D95878124494}"/>
                  </a:ext>
                </a:extLst>
              </p:cNvPr>
              <p:cNvSpPr/>
              <p:nvPr/>
            </p:nvSpPr>
            <p:spPr>
              <a:xfrm>
                <a:off x="9500469" y="5169371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60" name="Freeform: Shape 5759">
                <a:extLst>
                  <a:ext uri="{FF2B5EF4-FFF2-40B4-BE49-F238E27FC236}">
                    <a16:creationId xmlns:a16="http://schemas.microsoft.com/office/drawing/2014/main" id="{04E80A06-DFF4-0984-64CB-4CFB0E914069}"/>
                  </a:ext>
                </a:extLst>
              </p:cNvPr>
              <p:cNvSpPr/>
              <p:nvPr/>
            </p:nvSpPr>
            <p:spPr>
              <a:xfrm>
                <a:off x="9501428" y="5169291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61" name="Freeform: Shape 5760">
                <a:extLst>
                  <a:ext uri="{FF2B5EF4-FFF2-40B4-BE49-F238E27FC236}">
                    <a16:creationId xmlns:a16="http://schemas.microsoft.com/office/drawing/2014/main" id="{2FFF032F-46F5-3164-5B0A-9461D558BD70}"/>
                  </a:ext>
                </a:extLst>
              </p:cNvPr>
              <p:cNvSpPr/>
              <p:nvPr/>
            </p:nvSpPr>
            <p:spPr>
              <a:xfrm>
                <a:off x="9502365" y="5169272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7" y="133"/>
                      <a:pt x="3415" y="133"/>
                    </a:cubicBezTo>
                    <a:cubicBezTo>
                      <a:pt x="2574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62" name="Freeform: Shape 5761">
                <a:extLst>
                  <a:ext uri="{FF2B5EF4-FFF2-40B4-BE49-F238E27FC236}">
                    <a16:creationId xmlns:a16="http://schemas.microsoft.com/office/drawing/2014/main" id="{12976B10-6810-F405-CB40-037CF90E412E}"/>
                  </a:ext>
                </a:extLst>
              </p:cNvPr>
              <p:cNvSpPr/>
              <p:nvPr/>
            </p:nvSpPr>
            <p:spPr>
              <a:xfrm>
                <a:off x="9503204" y="5169471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7" y="133"/>
                      <a:pt x="3415" y="133"/>
                    </a:cubicBezTo>
                    <a:cubicBezTo>
                      <a:pt x="2574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63" name="Freeform: Shape 5762">
                <a:extLst>
                  <a:ext uri="{FF2B5EF4-FFF2-40B4-BE49-F238E27FC236}">
                    <a16:creationId xmlns:a16="http://schemas.microsoft.com/office/drawing/2014/main" id="{21CEA88E-4C65-3B72-2EB0-0EBDF2CFFCDD}"/>
                  </a:ext>
                </a:extLst>
              </p:cNvPr>
              <p:cNvSpPr/>
              <p:nvPr/>
            </p:nvSpPr>
            <p:spPr>
              <a:xfrm>
                <a:off x="9504119" y="5169518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7" y="133"/>
                      <a:pt x="3416" y="133"/>
                    </a:cubicBezTo>
                    <a:cubicBezTo>
                      <a:pt x="2574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64" name="Freeform: Shape 5763">
                <a:extLst>
                  <a:ext uri="{FF2B5EF4-FFF2-40B4-BE49-F238E27FC236}">
                    <a16:creationId xmlns:a16="http://schemas.microsoft.com/office/drawing/2014/main" id="{A65D9B7F-F2D2-B33D-EB52-772C34AD5C2D}"/>
                  </a:ext>
                </a:extLst>
              </p:cNvPr>
              <p:cNvSpPr/>
              <p:nvPr/>
            </p:nvSpPr>
            <p:spPr>
              <a:xfrm>
                <a:off x="9505113" y="5169412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7" y="133"/>
                      <a:pt x="3416" y="133"/>
                    </a:cubicBezTo>
                    <a:cubicBezTo>
                      <a:pt x="2574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65" name="Freeform: Shape 5764">
                <a:extLst>
                  <a:ext uri="{FF2B5EF4-FFF2-40B4-BE49-F238E27FC236}">
                    <a16:creationId xmlns:a16="http://schemas.microsoft.com/office/drawing/2014/main" id="{62D9BCAA-F63C-986D-6C7B-B910B1A11DBF}"/>
                  </a:ext>
                </a:extLst>
              </p:cNvPr>
              <p:cNvSpPr/>
              <p:nvPr/>
            </p:nvSpPr>
            <p:spPr>
              <a:xfrm>
                <a:off x="9506136" y="5169262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66" name="Freeform: Shape 5765">
                <a:extLst>
                  <a:ext uri="{FF2B5EF4-FFF2-40B4-BE49-F238E27FC236}">
                    <a16:creationId xmlns:a16="http://schemas.microsoft.com/office/drawing/2014/main" id="{76F3209A-9684-96FB-CE77-924B8A59C058}"/>
                  </a:ext>
                </a:extLst>
              </p:cNvPr>
              <p:cNvSpPr/>
              <p:nvPr/>
            </p:nvSpPr>
            <p:spPr>
              <a:xfrm>
                <a:off x="9507269" y="5168911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67" name="Freeform: Shape 5766">
                <a:extLst>
                  <a:ext uri="{FF2B5EF4-FFF2-40B4-BE49-F238E27FC236}">
                    <a16:creationId xmlns:a16="http://schemas.microsoft.com/office/drawing/2014/main" id="{12A16774-6973-8CD2-C774-0AFFF1252421}"/>
                  </a:ext>
                </a:extLst>
              </p:cNvPr>
              <p:cNvSpPr/>
              <p:nvPr/>
            </p:nvSpPr>
            <p:spPr>
              <a:xfrm>
                <a:off x="9508516" y="5168359"/>
                <a:ext cx="6343" cy="6345"/>
              </a:xfrm>
              <a:custGeom>
                <a:avLst/>
                <a:gdLst>
                  <a:gd name="connsiteX0" fmla="*/ 3416 w 6343"/>
                  <a:gd name="connsiteY0" fmla="*/ 6478 h 6345"/>
                  <a:gd name="connsiteX1" fmla="*/ 5659 w 6343"/>
                  <a:gd name="connsiteY1" fmla="*/ 5549 h 6345"/>
                  <a:gd name="connsiteX2" fmla="*/ 6587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8"/>
                    </a:moveTo>
                    <a:cubicBezTo>
                      <a:pt x="4257" y="6478"/>
                      <a:pt x="5064" y="6144"/>
                      <a:pt x="5659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9" y="1657"/>
                      <a:pt x="244" y="2464"/>
                      <a:pt x="244" y="3306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8"/>
                      <a:pt x="341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68" name="Freeform: Shape 5767">
                <a:extLst>
                  <a:ext uri="{FF2B5EF4-FFF2-40B4-BE49-F238E27FC236}">
                    <a16:creationId xmlns:a16="http://schemas.microsoft.com/office/drawing/2014/main" id="{CF29C4F0-C9E7-DEB3-6FA0-CA8242ACA039}"/>
                  </a:ext>
                </a:extLst>
              </p:cNvPr>
              <p:cNvSpPr/>
              <p:nvPr/>
            </p:nvSpPr>
            <p:spPr>
              <a:xfrm>
                <a:off x="9509582" y="5168183"/>
                <a:ext cx="6343" cy="6345"/>
              </a:xfrm>
              <a:custGeom>
                <a:avLst/>
                <a:gdLst>
                  <a:gd name="connsiteX0" fmla="*/ 3416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8"/>
                    </a:moveTo>
                    <a:cubicBezTo>
                      <a:pt x="4257" y="6478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6"/>
                    </a:cubicBezTo>
                    <a:cubicBezTo>
                      <a:pt x="6588" y="2464"/>
                      <a:pt x="6253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9" y="1657"/>
                      <a:pt x="244" y="2464"/>
                      <a:pt x="244" y="3306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8"/>
                      <a:pt x="341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69" name="Freeform: Shape 5768">
                <a:extLst>
                  <a:ext uri="{FF2B5EF4-FFF2-40B4-BE49-F238E27FC236}">
                    <a16:creationId xmlns:a16="http://schemas.microsoft.com/office/drawing/2014/main" id="{F2C40BAF-4D52-F171-BC56-21519D22E599}"/>
                  </a:ext>
                </a:extLst>
              </p:cNvPr>
              <p:cNvSpPr/>
              <p:nvPr/>
            </p:nvSpPr>
            <p:spPr>
              <a:xfrm>
                <a:off x="9510708" y="5167911"/>
                <a:ext cx="6343" cy="6345"/>
              </a:xfrm>
              <a:custGeom>
                <a:avLst/>
                <a:gdLst>
                  <a:gd name="connsiteX0" fmla="*/ 3416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8"/>
                    </a:moveTo>
                    <a:cubicBezTo>
                      <a:pt x="4257" y="6478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6"/>
                    </a:cubicBezTo>
                    <a:cubicBezTo>
                      <a:pt x="6588" y="2464"/>
                      <a:pt x="6253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9" y="1657"/>
                      <a:pt x="244" y="2464"/>
                      <a:pt x="244" y="3306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8"/>
                      <a:pt x="341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70" name="Freeform: Shape 5769">
                <a:extLst>
                  <a:ext uri="{FF2B5EF4-FFF2-40B4-BE49-F238E27FC236}">
                    <a16:creationId xmlns:a16="http://schemas.microsoft.com/office/drawing/2014/main" id="{5F439E52-876E-4ED7-1DB8-6792EF80ABBB}"/>
                  </a:ext>
                </a:extLst>
              </p:cNvPr>
              <p:cNvSpPr/>
              <p:nvPr/>
            </p:nvSpPr>
            <p:spPr>
              <a:xfrm>
                <a:off x="9511756" y="5167804"/>
                <a:ext cx="6343" cy="6345"/>
              </a:xfrm>
              <a:custGeom>
                <a:avLst/>
                <a:gdLst>
                  <a:gd name="connsiteX0" fmla="*/ 3416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5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8"/>
                    </a:moveTo>
                    <a:cubicBezTo>
                      <a:pt x="4257" y="6478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3" y="5549"/>
                    </a:cubicBezTo>
                    <a:cubicBezTo>
                      <a:pt x="1768" y="6144"/>
                      <a:pt x="2575" y="6478"/>
                      <a:pt x="341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71" name="Freeform: Shape 5770">
                <a:extLst>
                  <a:ext uri="{FF2B5EF4-FFF2-40B4-BE49-F238E27FC236}">
                    <a16:creationId xmlns:a16="http://schemas.microsoft.com/office/drawing/2014/main" id="{31221975-E60F-68DA-EDE5-A30DD1DD2711}"/>
                  </a:ext>
                </a:extLst>
              </p:cNvPr>
              <p:cNvSpPr/>
              <p:nvPr/>
            </p:nvSpPr>
            <p:spPr>
              <a:xfrm>
                <a:off x="9512697" y="5167910"/>
                <a:ext cx="6343" cy="6345"/>
              </a:xfrm>
              <a:custGeom>
                <a:avLst/>
                <a:gdLst>
                  <a:gd name="connsiteX0" fmla="*/ 3416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8"/>
                    </a:moveTo>
                    <a:cubicBezTo>
                      <a:pt x="4257" y="6478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8"/>
                      <a:pt x="341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72" name="Freeform: Shape 5771">
                <a:extLst>
                  <a:ext uri="{FF2B5EF4-FFF2-40B4-BE49-F238E27FC236}">
                    <a16:creationId xmlns:a16="http://schemas.microsoft.com/office/drawing/2014/main" id="{74D8CC57-211A-B2BC-5F68-70DC533252CE}"/>
                  </a:ext>
                </a:extLst>
              </p:cNvPr>
              <p:cNvSpPr/>
              <p:nvPr/>
            </p:nvSpPr>
            <p:spPr>
              <a:xfrm>
                <a:off x="9513610" y="5168075"/>
                <a:ext cx="6343" cy="6345"/>
              </a:xfrm>
              <a:custGeom>
                <a:avLst/>
                <a:gdLst>
                  <a:gd name="connsiteX0" fmla="*/ 3416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8"/>
                    </a:moveTo>
                    <a:cubicBezTo>
                      <a:pt x="4257" y="6478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8"/>
                      <a:pt x="341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73" name="Freeform: Shape 5772">
                <a:extLst>
                  <a:ext uri="{FF2B5EF4-FFF2-40B4-BE49-F238E27FC236}">
                    <a16:creationId xmlns:a16="http://schemas.microsoft.com/office/drawing/2014/main" id="{3050A310-31D9-5F2A-3763-B695C9850811}"/>
                  </a:ext>
                </a:extLst>
              </p:cNvPr>
              <p:cNvSpPr/>
              <p:nvPr/>
            </p:nvSpPr>
            <p:spPr>
              <a:xfrm>
                <a:off x="9514524" y="5168247"/>
                <a:ext cx="6343" cy="6345"/>
              </a:xfrm>
              <a:custGeom>
                <a:avLst/>
                <a:gdLst>
                  <a:gd name="connsiteX0" fmla="*/ 3416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8"/>
                    </a:moveTo>
                    <a:cubicBezTo>
                      <a:pt x="4257" y="6478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8"/>
                      <a:pt x="341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74" name="Freeform: Shape 5773">
                <a:extLst>
                  <a:ext uri="{FF2B5EF4-FFF2-40B4-BE49-F238E27FC236}">
                    <a16:creationId xmlns:a16="http://schemas.microsoft.com/office/drawing/2014/main" id="{D360AC1C-EFBB-2D77-3B38-F1CD2D1415FF}"/>
                  </a:ext>
                </a:extLst>
              </p:cNvPr>
              <p:cNvSpPr/>
              <p:nvPr/>
            </p:nvSpPr>
            <p:spPr>
              <a:xfrm>
                <a:off x="9515381" y="5168527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3"/>
                      <a:pt x="3416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75" name="Freeform: Shape 5774">
                <a:extLst>
                  <a:ext uri="{FF2B5EF4-FFF2-40B4-BE49-F238E27FC236}">
                    <a16:creationId xmlns:a16="http://schemas.microsoft.com/office/drawing/2014/main" id="{24426BBF-C458-58CA-D14E-6B87AEE9B7AE}"/>
                  </a:ext>
                </a:extLst>
              </p:cNvPr>
              <p:cNvSpPr/>
              <p:nvPr/>
            </p:nvSpPr>
            <p:spPr>
              <a:xfrm>
                <a:off x="9516266" y="5168761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3"/>
                      <a:pt x="3416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76" name="Freeform: Shape 5775">
                <a:extLst>
                  <a:ext uri="{FF2B5EF4-FFF2-40B4-BE49-F238E27FC236}">
                    <a16:creationId xmlns:a16="http://schemas.microsoft.com/office/drawing/2014/main" id="{5AA5C079-7D24-441F-9968-0251A3F79E96}"/>
                  </a:ext>
                </a:extLst>
              </p:cNvPr>
              <p:cNvSpPr/>
              <p:nvPr/>
            </p:nvSpPr>
            <p:spPr>
              <a:xfrm>
                <a:off x="9517387" y="5168597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3"/>
                      <a:pt x="3417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77" name="Freeform: Shape 5776">
                <a:extLst>
                  <a:ext uri="{FF2B5EF4-FFF2-40B4-BE49-F238E27FC236}">
                    <a16:creationId xmlns:a16="http://schemas.microsoft.com/office/drawing/2014/main" id="{84787B02-C893-7BB1-81D1-47335D8B212D}"/>
                  </a:ext>
                </a:extLst>
              </p:cNvPr>
              <p:cNvSpPr/>
              <p:nvPr/>
            </p:nvSpPr>
            <p:spPr>
              <a:xfrm>
                <a:off x="9518453" y="5168543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78" name="Freeform: Shape 5777">
                <a:extLst>
                  <a:ext uri="{FF2B5EF4-FFF2-40B4-BE49-F238E27FC236}">
                    <a16:creationId xmlns:a16="http://schemas.microsoft.com/office/drawing/2014/main" id="{C47492D1-981A-6C8A-B33C-BCB55CA46EBB}"/>
                  </a:ext>
                </a:extLst>
              </p:cNvPr>
              <p:cNvSpPr/>
              <p:nvPr/>
            </p:nvSpPr>
            <p:spPr>
              <a:xfrm>
                <a:off x="9519583" y="5168397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79" name="Freeform: Shape 5778">
                <a:extLst>
                  <a:ext uri="{FF2B5EF4-FFF2-40B4-BE49-F238E27FC236}">
                    <a16:creationId xmlns:a16="http://schemas.microsoft.com/office/drawing/2014/main" id="{BD4931E9-8C34-1F93-8A07-D1195CB44FF2}"/>
                  </a:ext>
                </a:extLst>
              </p:cNvPr>
              <p:cNvSpPr/>
              <p:nvPr/>
            </p:nvSpPr>
            <p:spPr>
              <a:xfrm>
                <a:off x="9520596" y="5168460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80" name="Freeform: Shape 5779">
                <a:extLst>
                  <a:ext uri="{FF2B5EF4-FFF2-40B4-BE49-F238E27FC236}">
                    <a16:creationId xmlns:a16="http://schemas.microsoft.com/office/drawing/2014/main" id="{004370AE-8480-F991-F1EA-A9B4D898BEF9}"/>
                  </a:ext>
                </a:extLst>
              </p:cNvPr>
              <p:cNvSpPr/>
              <p:nvPr/>
            </p:nvSpPr>
            <p:spPr>
              <a:xfrm>
                <a:off x="9521641" y="5168481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8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81" name="Freeform: Shape 5780">
                <a:extLst>
                  <a:ext uri="{FF2B5EF4-FFF2-40B4-BE49-F238E27FC236}">
                    <a16:creationId xmlns:a16="http://schemas.microsoft.com/office/drawing/2014/main" id="{6003FA30-FF70-DFF5-DFD0-DF6214BADBC3}"/>
                  </a:ext>
                </a:extLst>
              </p:cNvPr>
              <p:cNvSpPr/>
              <p:nvPr/>
            </p:nvSpPr>
            <p:spPr>
              <a:xfrm>
                <a:off x="9522751" y="5168411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82" name="Freeform: Shape 5781">
                <a:extLst>
                  <a:ext uri="{FF2B5EF4-FFF2-40B4-BE49-F238E27FC236}">
                    <a16:creationId xmlns:a16="http://schemas.microsoft.com/office/drawing/2014/main" id="{93CCE348-FE19-96D7-1C0D-C26A7F588B32}"/>
                  </a:ext>
                </a:extLst>
              </p:cNvPr>
              <p:cNvSpPr/>
              <p:nvPr/>
            </p:nvSpPr>
            <p:spPr>
              <a:xfrm>
                <a:off x="9523802" y="5168448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6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83" name="Freeform: Shape 5782">
                <a:extLst>
                  <a:ext uri="{FF2B5EF4-FFF2-40B4-BE49-F238E27FC236}">
                    <a16:creationId xmlns:a16="http://schemas.microsoft.com/office/drawing/2014/main" id="{B274AC4B-562B-D205-1A97-FC584AB9AC80}"/>
                  </a:ext>
                </a:extLst>
              </p:cNvPr>
              <p:cNvSpPr/>
              <p:nvPr/>
            </p:nvSpPr>
            <p:spPr>
              <a:xfrm>
                <a:off x="9524951" y="5168346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84" name="Freeform: Shape 5783">
                <a:extLst>
                  <a:ext uri="{FF2B5EF4-FFF2-40B4-BE49-F238E27FC236}">
                    <a16:creationId xmlns:a16="http://schemas.microsoft.com/office/drawing/2014/main" id="{543FA2E2-A35B-E480-9DB4-911F41C87CB0}"/>
                  </a:ext>
                </a:extLst>
              </p:cNvPr>
              <p:cNvSpPr/>
              <p:nvPr/>
            </p:nvSpPr>
            <p:spPr>
              <a:xfrm>
                <a:off x="9526072" y="5168302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85" name="Freeform: Shape 5784">
                <a:extLst>
                  <a:ext uri="{FF2B5EF4-FFF2-40B4-BE49-F238E27FC236}">
                    <a16:creationId xmlns:a16="http://schemas.microsoft.com/office/drawing/2014/main" id="{9F704120-4611-406E-D893-9C597143E56A}"/>
                  </a:ext>
                </a:extLst>
              </p:cNvPr>
              <p:cNvSpPr/>
              <p:nvPr/>
            </p:nvSpPr>
            <p:spPr>
              <a:xfrm>
                <a:off x="9527422" y="5167925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86" name="Freeform: Shape 5785">
                <a:extLst>
                  <a:ext uri="{FF2B5EF4-FFF2-40B4-BE49-F238E27FC236}">
                    <a16:creationId xmlns:a16="http://schemas.microsoft.com/office/drawing/2014/main" id="{6E8F2A51-4C3A-F17C-4CA3-749BA3257A99}"/>
                  </a:ext>
                </a:extLst>
              </p:cNvPr>
              <p:cNvSpPr/>
              <p:nvPr/>
            </p:nvSpPr>
            <p:spPr>
              <a:xfrm>
                <a:off x="9528650" y="5167755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87" name="Freeform: Shape 5786">
                <a:extLst>
                  <a:ext uri="{FF2B5EF4-FFF2-40B4-BE49-F238E27FC236}">
                    <a16:creationId xmlns:a16="http://schemas.microsoft.com/office/drawing/2014/main" id="{2D061ACF-117B-BFCB-95E3-3D1E26999F22}"/>
                  </a:ext>
                </a:extLst>
              </p:cNvPr>
              <p:cNvSpPr/>
              <p:nvPr/>
            </p:nvSpPr>
            <p:spPr>
              <a:xfrm>
                <a:off x="9529916" y="5167546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88" name="Freeform: Shape 5787">
                <a:extLst>
                  <a:ext uri="{FF2B5EF4-FFF2-40B4-BE49-F238E27FC236}">
                    <a16:creationId xmlns:a16="http://schemas.microsoft.com/office/drawing/2014/main" id="{8B8706A1-3F69-CB37-E9A3-A757674843F7}"/>
                  </a:ext>
                </a:extLst>
              </p:cNvPr>
              <p:cNvSpPr/>
              <p:nvPr/>
            </p:nvSpPr>
            <p:spPr>
              <a:xfrm>
                <a:off x="9531154" y="5167397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89" name="Freeform: Shape 5788">
                <a:extLst>
                  <a:ext uri="{FF2B5EF4-FFF2-40B4-BE49-F238E27FC236}">
                    <a16:creationId xmlns:a16="http://schemas.microsoft.com/office/drawing/2014/main" id="{45A0CD05-08BF-61DE-B8B6-BD84B21A0E87}"/>
                  </a:ext>
                </a:extLst>
              </p:cNvPr>
              <p:cNvSpPr/>
              <p:nvPr/>
            </p:nvSpPr>
            <p:spPr>
              <a:xfrm>
                <a:off x="9532431" y="5167210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90" name="Freeform: Shape 5789">
                <a:extLst>
                  <a:ext uri="{FF2B5EF4-FFF2-40B4-BE49-F238E27FC236}">
                    <a16:creationId xmlns:a16="http://schemas.microsoft.com/office/drawing/2014/main" id="{4E6D8EE7-594E-F452-7150-FB62A31039B8}"/>
                  </a:ext>
                </a:extLst>
              </p:cNvPr>
              <p:cNvSpPr/>
              <p:nvPr/>
            </p:nvSpPr>
            <p:spPr>
              <a:xfrm>
                <a:off x="9533848" y="5166842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1 w 6343"/>
                  <a:gd name="connsiteY1" fmla="*/ 5549 h 6345"/>
                  <a:gd name="connsiteX2" fmla="*/ 6589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1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91" name="Freeform: Shape 5790">
                <a:extLst>
                  <a:ext uri="{FF2B5EF4-FFF2-40B4-BE49-F238E27FC236}">
                    <a16:creationId xmlns:a16="http://schemas.microsoft.com/office/drawing/2014/main" id="{8EFE8888-ACC6-B9E6-D020-3B96D8613DE2}"/>
                  </a:ext>
                </a:extLst>
              </p:cNvPr>
              <p:cNvSpPr/>
              <p:nvPr/>
            </p:nvSpPr>
            <p:spPr>
              <a:xfrm>
                <a:off x="9535001" y="5166869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6" y="2464"/>
                      <a:pt x="246" y="3306"/>
                    </a:cubicBezTo>
                    <a:cubicBezTo>
                      <a:pt x="246" y="4147"/>
                      <a:pt x="581" y="4954"/>
                      <a:pt x="1175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92" name="Freeform: Shape 5791">
                <a:extLst>
                  <a:ext uri="{FF2B5EF4-FFF2-40B4-BE49-F238E27FC236}">
                    <a16:creationId xmlns:a16="http://schemas.microsoft.com/office/drawing/2014/main" id="{D7DC4B51-8091-58A5-63E4-318EBE7E4E44}"/>
                  </a:ext>
                </a:extLst>
              </p:cNvPr>
              <p:cNvSpPr/>
              <p:nvPr/>
            </p:nvSpPr>
            <p:spPr>
              <a:xfrm>
                <a:off x="9536123" y="5166952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6" y="2464"/>
                      <a:pt x="246" y="3306"/>
                    </a:cubicBezTo>
                    <a:cubicBezTo>
                      <a:pt x="246" y="4147"/>
                      <a:pt x="581" y="4954"/>
                      <a:pt x="1175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93" name="Freeform: Shape 5792">
                <a:extLst>
                  <a:ext uri="{FF2B5EF4-FFF2-40B4-BE49-F238E27FC236}">
                    <a16:creationId xmlns:a16="http://schemas.microsoft.com/office/drawing/2014/main" id="{C71739F2-3AA6-58C2-2E83-1E8E5B7E9B77}"/>
                  </a:ext>
                </a:extLst>
              </p:cNvPr>
              <p:cNvSpPr/>
              <p:nvPr/>
            </p:nvSpPr>
            <p:spPr>
              <a:xfrm>
                <a:off x="9537489" y="5166714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94" name="Freeform: Shape 5793">
                <a:extLst>
                  <a:ext uri="{FF2B5EF4-FFF2-40B4-BE49-F238E27FC236}">
                    <a16:creationId xmlns:a16="http://schemas.microsoft.com/office/drawing/2014/main" id="{82FE1A22-AE97-C875-D462-4500C8173A29}"/>
                  </a:ext>
                </a:extLst>
              </p:cNvPr>
              <p:cNvSpPr/>
              <p:nvPr/>
            </p:nvSpPr>
            <p:spPr>
              <a:xfrm>
                <a:off x="9337092" y="5165001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95" name="Freeform: Shape 5794">
                <a:extLst>
                  <a:ext uri="{FF2B5EF4-FFF2-40B4-BE49-F238E27FC236}">
                    <a16:creationId xmlns:a16="http://schemas.microsoft.com/office/drawing/2014/main" id="{5E6B3765-B6FB-10DA-6E5D-66366B63A7FC}"/>
                  </a:ext>
                </a:extLst>
              </p:cNvPr>
              <p:cNvSpPr/>
              <p:nvPr/>
            </p:nvSpPr>
            <p:spPr>
              <a:xfrm>
                <a:off x="9338447" y="5165031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4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4" y="133"/>
                      <a:pt x="3402" y="133"/>
                    </a:cubicBezTo>
                    <a:cubicBezTo>
                      <a:pt x="2561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96" name="Freeform: Shape 5795">
                <a:extLst>
                  <a:ext uri="{FF2B5EF4-FFF2-40B4-BE49-F238E27FC236}">
                    <a16:creationId xmlns:a16="http://schemas.microsoft.com/office/drawing/2014/main" id="{99ABEA77-187B-E219-167B-F767EF5CC47A}"/>
                  </a:ext>
                </a:extLst>
              </p:cNvPr>
              <p:cNvSpPr/>
              <p:nvPr/>
            </p:nvSpPr>
            <p:spPr>
              <a:xfrm>
                <a:off x="9339650" y="5164888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4" y="133"/>
                      <a:pt x="3403" y="133"/>
                    </a:cubicBezTo>
                    <a:cubicBezTo>
                      <a:pt x="2561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1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97" name="Freeform: Shape 5796">
                <a:extLst>
                  <a:ext uri="{FF2B5EF4-FFF2-40B4-BE49-F238E27FC236}">
                    <a16:creationId xmlns:a16="http://schemas.microsoft.com/office/drawing/2014/main" id="{97CEACE6-C27B-2D9D-325E-BDAD2BBBFE70}"/>
                  </a:ext>
                </a:extLst>
              </p:cNvPr>
              <p:cNvSpPr/>
              <p:nvPr/>
            </p:nvSpPr>
            <p:spPr>
              <a:xfrm>
                <a:off x="9340887" y="5164801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98" name="Freeform: Shape 5797">
                <a:extLst>
                  <a:ext uri="{FF2B5EF4-FFF2-40B4-BE49-F238E27FC236}">
                    <a16:creationId xmlns:a16="http://schemas.microsoft.com/office/drawing/2014/main" id="{73A604B4-B3D5-D115-E60A-33AFFD1E8E2C}"/>
                  </a:ext>
                </a:extLst>
              </p:cNvPr>
              <p:cNvSpPr/>
              <p:nvPr/>
            </p:nvSpPr>
            <p:spPr>
              <a:xfrm>
                <a:off x="9341791" y="5164308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5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5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5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5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99" name="Freeform: Shape 5798">
                <a:extLst>
                  <a:ext uri="{FF2B5EF4-FFF2-40B4-BE49-F238E27FC236}">
                    <a16:creationId xmlns:a16="http://schemas.microsoft.com/office/drawing/2014/main" id="{4678AC77-090C-4E99-1D73-521F48CFD936}"/>
                  </a:ext>
                </a:extLst>
              </p:cNvPr>
              <p:cNvSpPr/>
              <p:nvPr/>
            </p:nvSpPr>
            <p:spPr>
              <a:xfrm>
                <a:off x="9343025" y="5164239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5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5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5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5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00" name="Freeform: Shape 5799">
                <a:extLst>
                  <a:ext uri="{FF2B5EF4-FFF2-40B4-BE49-F238E27FC236}">
                    <a16:creationId xmlns:a16="http://schemas.microsoft.com/office/drawing/2014/main" id="{88A95CEC-0BED-23C0-D73B-27D4A92BA83D}"/>
                  </a:ext>
                </a:extLst>
              </p:cNvPr>
              <p:cNvSpPr/>
              <p:nvPr/>
            </p:nvSpPr>
            <p:spPr>
              <a:xfrm>
                <a:off x="9344364" y="5164322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4 w 6343"/>
                  <a:gd name="connsiteY2" fmla="*/ 3305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5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4" y="4147"/>
                      <a:pt x="6574" y="3305"/>
                    </a:cubicBezTo>
                    <a:cubicBezTo>
                      <a:pt x="6574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5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01" name="Freeform: Shape 5800">
                <a:extLst>
                  <a:ext uri="{FF2B5EF4-FFF2-40B4-BE49-F238E27FC236}">
                    <a16:creationId xmlns:a16="http://schemas.microsoft.com/office/drawing/2014/main" id="{F5E537C8-2C4B-FA39-80DC-4105499498A0}"/>
                  </a:ext>
                </a:extLst>
              </p:cNvPr>
              <p:cNvSpPr/>
              <p:nvPr/>
            </p:nvSpPr>
            <p:spPr>
              <a:xfrm>
                <a:off x="9346056" y="5164886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2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02" name="Freeform: Shape 5801">
                <a:extLst>
                  <a:ext uri="{FF2B5EF4-FFF2-40B4-BE49-F238E27FC236}">
                    <a16:creationId xmlns:a16="http://schemas.microsoft.com/office/drawing/2014/main" id="{31992274-6394-8E76-02B0-67DDBFDC78C2}"/>
                  </a:ext>
                </a:extLst>
              </p:cNvPr>
              <p:cNvSpPr/>
              <p:nvPr/>
            </p:nvSpPr>
            <p:spPr>
              <a:xfrm>
                <a:off x="9346814" y="5164238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5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2 w 6343"/>
                  <a:gd name="connsiteY6" fmla="*/ 3305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5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2" y="2464"/>
                      <a:pt x="232" y="3305"/>
                    </a:cubicBezTo>
                    <a:cubicBezTo>
                      <a:pt x="232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03" name="Freeform: Shape 5802">
                <a:extLst>
                  <a:ext uri="{FF2B5EF4-FFF2-40B4-BE49-F238E27FC236}">
                    <a16:creationId xmlns:a16="http://schemas.microsoft.com/office/drawing/2014/main" id="{D638C579-546F-3F67-6F65-BC3A49BE4049}"/>
                  </a:ext>
                </a:extLst>
              </p:cNvPr>
              <p:cNvSpPr/>
              <p:nvPr/>
            </p:nvSpPr>
            <p:spPr>
              <a:xfrm>
                <a:off x="9348175" y="5164401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5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5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5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5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04" name="Freeform: Shape 5803">
                <a:extLst>
                  <a:ext uri="{FF2B5EF4-FFF2-40B4-BE49-F238E27FC236}">
                    <a16:creationId xmlns:a16="http://schemas.microsoft.com/office/drawing/2014/main" id="{49B6BDFF-C180-E81F-61E9-6E1AF9CE7624}"/>
                  </a:ext>
                </a:extLst>
              </p:cNvPr>
              <p:cNvSpPr/>
              <p:nvPr/>
            </p:nvSpPr>
            <p:spPr>
              <a:xfrm>
                <a:off x="9349530" y="5164576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5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5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5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5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05" name="Freeform: Shape 5804">
                <a:extLst>
                  <a:ext uri="{FF2B5EF4-FFF2-40B4-BE49-F238E27FC236}">
                    <a16:creationId xmlns:a16="http://schemas.microsoft.com/office/drawing/2014/main" id="{B1CC5F1B-5B37-24D1-F2FB-1EF8D5613BDE}"/>
                  </a:ext>
                </a:extLst>
              </p:cNvPr>
              <p:cNvSpPr/>
              <p:nvPr/>
            </p:nvSpPr>
            <p:spPr>
              <a:xfrm>
                <a:off x="9350949" y="5164858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3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06" name="Freeform: Shape 5805">
                <a:extLst>
                  <a:ext uri="{FF2B5EF4-FFF2-40B4-BE49-F238E27FC236}">
                    <a16:creationId xmlns:a16="http://schemas.microsoft.com/office/drawing/2014/main" id="{6A04344C-AA09-4A47-3E01-5795D6678B37}"/>
                  </a:ext>
                </a:extLst>
              </p:cNvPr>
              <p:cNvSpPr/>
              <p:nvPr/>
            </p:nvSpPr>
            <p:spPr>
              <a:xfrm>
                <a:off x="9352532" y="5165394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4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07" name="Freeform: Shape 5806">
                <a:extLst>
                  <a:ext uri="{FF2B5EF4-FFF2-40B4-BE49-F238E27FC236}">
                    <a16:creationId xmlns:a16="http://schemas.microsoft.com/office/drawing/2014/main" id="{BFD1C1D4-E51A-9C14-EA4D-78D676D589D7}"/>
                  </a:ext>
                </a:extLst>
              </p:cNvPr>
              <p:cNvSpPr/>
              <p:nvPr/>
            </p:nvSpPr>
            <p:spPr>
              <a:xfrm>
                <a:off x="9354004" y="5165799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08" name="Freeform: Shape 5807">
                <a:extLst>
                  <a:ext uri="{FF2B5EF4-FFF2-40B4-BE49-F238E27FC236}">
                    <a16:creationId xmlns:a16="http://schemas.microsoft.com/office/drawing/2014/main" id="{510B5EFA-B5E1-C1BB-CC80-459F15213FBD}"/>
                  </a:ext>
                </a:extLst>
              </p:cNvPr>
              <p:cNvSpPr/>
              <p:nvPr/>
            </p:nvSpPr>
            <p:spPr>
              <a:xfrm>
                <a:off x="9355365" y="5166072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09" name="Freeform: Shape 5808">
                <a:extLst>
                  <a:ext uri="{FF2B5EF4-FFF2-40B4-BE49-F238E27FC236}">
                    <a16:creationId xmlns:a16="http://schemas.microsoft.com/office/drawing/2014/main" id="{981650C4-021E-FDD2-1DDC-95C1A064F208}"/>
                  </a:ext>
                </a:extLst>
              </p:cNvPr>
              <p:cNvSpPr/>
              <p:nvPr/>
            </p:nvSpPr>
            <p:spPr>
              <a:xfrm>
                <a:off x="9356854" y="5166551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5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2" y="2464"/>
                      <a:pt x="232" y="3306"/>
                    </a:cubicBezTo>
                    <a:cubicBezTo>
                      <a:pt x="232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10" name="Freeform: Shape 5809">
                <a:extLst>
                  <a:ext uri="{FF2B5EF4-FFF2-40B4-BE49-F238E27FC236}">
                    <a16:creationId xmlns:a16="http://schemas.microsoft.com/office/drawing/2014/main" id="{CF689380-0631-D2D6-BCB7-DD0780123CBA}"/>
                  </a:ext>
                </a:extLst>
              </p:cNvPr>
              <p:cNvSpPr/>
              <p:nvPr/>
            </p:nvSpPr>
            <p:spPr>
              <a:xfrm>
                <a:off x="9358035" y="5166604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6" y="4147"/>
                      <a:pt x="6576" y="3306"/>
                    </a:cubicBezTo>
                    <a:cubicBezTo>
                      <a:pt x="6576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2" y="2464"/>
                      <a:pt x="232" y="3306"/>
                    </a:cubicBezTo>
                    <a:cubicBezTo>
                      <a:pt x="232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11" name="Freeform: Shape 5810">
                <a:extLst>
                  <a:ext uri="{FF2B5EF4-FFF2-40B4-BE49-F238E27FC236}">
                    <a16:creationId xmlns:a16="http://schemas.microsoft.com/office/drawing/2014/main" id="{67CFB55C-BB8C-C162-BFE0-9B99A1FE479A}"/>
                  </a:ext>
                </a:extLst>
              </p:cNvPr>
              <p:cNvSpPr/>
              <p:nvPr/>
            </p:nvSpPr>
            <p:spPr>
              <a:xfrm>
                <a:off x="9359212" y="5166666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3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6" y="4147"/>
                      <a:pt x="6576" y="3306"/>
                    </a:cubicBezTo>
                    <a:cubicBezTo>
                      <a:pt x="6576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12" name="Freeform: Shape 5811">
                <a:extLst>
                  <a:ext uri="{FF2B5EF4-FFF2-40B4-BE49-F238E27FC236}">
                    <a16:creationId xmlns:a16="http://schemas.microsoft.com/office/drawing/2014/main" id="{32AEDBE0-427C-117A-9947-6A6BA5C23554}"/>
                  </a:ext>
                </a:extLst>
              </p:cNvPr>
              <p:cNvSpPr/>
              <p:nvPr/>
            </p:nvSpPr>
            <p:spPr>
              <a:xfrm>
                <a:off x="9360482" y="5166886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13" name="Freeform: Shape 5812">
                <a:extLst>
                  <a:ext uri="{FF2B5EF4-FFF2-40B4-BE49-F238E27FC236}">
                    <a16:creationId xmlns:a16="http://schemas.microsoft.com/office/drawing/2014/main" id="{7825D81A-8C40-88CB-9E42-152E8137630E}"/>
                  </a:ext>
                </a:extLst>
              </p:cNvPr>
              <p:cNvSpPr/>
              <p:nvPr/>
            </p:nvSpPr>
            <p:spPr>
              <a:xfrm>
                <a:off x="9361489" y="5166720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14" name="Freeform: Shape 5813">
                <a:extLst>
                  <a:ext uri="{FF2B5EF4-FFF2-40B4-BE49-F238E27FC236}">
                    <a16:creationId xmlns:a16="http://schemas.microsoft.com/office/drawing/2014/main" id="{4D49FA31-7FAD-644D-7902-80D22112212A}"/>
                  </a:ext>
                </a:extLst>
              </p:cNvPr>
              <p:cNvSpPr/>
              <p:nvPr/>
            </p:nvSpPr>
            <p:spPr>
              <a:xfrm>
                <a:off x="9362559" y="5166661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15" name="Freeform: Shape 5814">
                <a:extLst>
                  <a:ext uri="{FF2B5EF4-FFF2-40B4-BE49-F238E27FC236}">
                    <a16:creationId xmlns:a16="http://schemas.microsoft.com/office/drawing/2014/main" id="{DDABEC53-C552-DBE2-9028-E9B45DB8A22A}"/>
                  </a:ext>
                </a:extLst>
              </p:cNvPr>
              <p:cNvSpPr/>
              <p:nvPr/>
            </p:nvSpPr>
            <p:spPr>
              <a:xfrm>
                <a:off x="9363784" y="5166860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4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16" name="Freeform: Shape 5815">
                <a:extLst>
                  <a:ext uri="{FF2B5EF4-FFF2-40B4-BE49-F238E27FC236}">
                    <a16:creationId xmlns:a16="http://schemas.microsoft.com/office/drawing/2014/main" id="{DFD07DC4-B7BD-E47F-9B6E-D4798BEA08F1}"/>
                  </a:ext>
                </a:extLst>
              </p:cNvPr>
              <p:cNvSpPr/>
              <p:nvPr/>
            </p:nvSpPr>
            <p:spPr>
              <a:xfrm>
                <a:off x="9364785" y="5166719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5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17" name="Freeform: Shape 5816">
                <a:extLst>
                  <a:ext uri="{FF2B5EF4-FFF2-40B4-BE49-F238E27FC236}">
                    <a16:creationId xmlns:a16="http://schemas.microsoft.com/office/drawing/2014/main" id="{5A7D2C25-CC3B-0D9F-20A5-3E0F91AF8124}"/>
                  </a:ext>
                </a:extLst>
              </p:cNvPr>
              <p:cNvSpPr/>
              <p:nvPr/>
            </p:nvSpPr>
            <p:spPr>
              <a:xfrm>
                <a:off x="9365970" y="5166887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18" name="Freeform: Shape 5817">
                <a:extLst>
                  <a:ext uri="{FF2B5EF4-FFF2-40B4-BE49-F238E27FC236}">
                    <a16:creationId xmlns:a16="http://schemas.microsoft.com/office/drawing/2014/main" id="{4CCE888D-8FA1-1482-2276-92AE9FDFF297}"/>
                  </a:ext>
                </a:extLst>
              </p:cNvPr>
              <p:cNvSpPr/>
              <p:nvPr/>
            </p:nvSpPr>
            <p:spPr>
              <a:xfrm>
                <a:off x="9367150" y="5167065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19" name="Freeform: Shape 5818">
                <a:extLst>
                  <a:ext uri="{FF2B5EF4-FFF2-40B4-BE49-F238E27FC236}">
                    <a16:creationId xmlns:a16="http://schemas.microsoft.com/office/drawing/2014/main" id="{B44FA1E0-0789-CE91-D13F-70C22C35F525}"/>
                  </a:ext>
                </a:extLst>
              </p:cNvPr>
              <p:cNvSpPr/>
              <p:nvPr/>
            </p:nvSpPr>
            <p:spPr>
              <a:xfrm>
                <a:off x="9368203" y="5167049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20" name="Freeform: Shape 5819">
                <a:extLst>
                  <a:ext uri="{FF2B5EF4-FFF2-40B4-BE49-F238E27FC236}">
                    <a16:creationId xmlns:a16="http://schemas.microsoft.com/office/drawing/2014/main" id="{2F38B5E6-8E6D-4B2F-9A5A-2045A88716AD}"/>
                  </a:ext>
                </a:extLst>
              </p:cNvPr>
              <p:cNvSpPr/>
              <p:nvPr/>
            </p:nvSpPr>
            <p:spPr>
              <a:xfrm>
                <a:off x="9369344" y="5167195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6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21" name="Freeform: Shape 5820">
                <a:extLst>
                  <a:ext uri="{FF2B5EF4-FFF2-40B4-BE49-F238E27FC236}">
                    <a16:creationId xmlns:a16="http://schemas.microsoft.com/office/drawing/2014/main" id="{89249DAE-EB96-B252-869C-7ED0B5E961D0}"/>
                  </a:ext>
                </a:extLst>
              </p:cNvPr>
              <p:cNvSpPr/>
              <p:nvPr/>
            </p:nvSpPr>
            <p:spPr>
              <a:xfrm>
                <a:off x="9370481" y="5167349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22" name="Freeform: Shape 5821">
                <a:extLst>
                  <a:ext uri="{FF2B5EF4-FFF2-40B4-BE49-F238E27FC236}">
                    <a16:creationId xmlns:a16="http://schemas.microsoft.com/office/drawing/2014/main" id="{6E466FAA-B907-12AA-702E-8676FADE25CF}"/>
                  </a:ext>
                </a:extLst>
              </p:cNvPr>
              <p:cNvSpPr/>
              <p:nvPr/>
            </p:nvSpPr>
            <p:spPr>
              <a:xfrm>
                <a:off x="9371524" y="5167359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4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23" name="Freeform: Shape 5822">
                <a:extLst>
                  <a:ext uri="{FF2B5EF4-FFF2-40B4-BE49-F238E27FC236}">
                    <a16:creationId xmlns:a16="http://schemas.microsoft.com/office/drawing/2014/main" id="{D29DF8E7-2611-47A0-DF54-BCBA21713EBB}"/>
                  </a:ext>
                </a:extLst>
              </p:cNvPr>
              <p:cNvSpPr/>
              <p:nvPr/>
            </p:nvSpPr>
            <p:spPr>
              <a:xfrm>
                <a:off x="9372739" y="5167686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24" name="Freeform: Shape 5823">
                <a:extLst>
                  <a:ext uri="{FF2B5EF4-FFF2-40B4-BE49-F238E27FC236}">
                    <a16:creationId xmlns:a16="http://schemas.microsoft.com/office/drawing/2014/main" id="{F0ADEAB3-8B75-F420-B5FB-69527369A4DA}"/>
                  </a:ext>
                </a:extLst>
              </p:cNvPr>
              <p:cNvSpPr/>
              <p:nvPr/>
            </p:nvSpPr>
            <p:spPr>
              <a:xfrm>
                <a:off x="9373803" y="5167764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25" name="Freeform: Shape 5824">
                <a:extLst>
                  <a:ext uri="{FF2B5EF4-FFF2-40B4-BE49-F238E27FC236}">
                    <a16:creationId xmlns:a16="http://schemas.microsoft.com/office/drawing/2014/main" id="{B607A045-F644-CC90-790E-32897D93F26C}"/>
                  </a:ext>
                </a:extLst>
              </p:cNvPr>
              <p:cNvSpPr/>
              <p:nvPr/>
            </p:nvSpPr>
            <p:spPr>
              <a:xfrm>
                <a:off x="9374779" y="5167696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26" name="Freeform: Shape 5825">
                <a:extLst>
                  <a:ext uri="{FF2B5EF4-FFF2-40B4-BE49-F238E27FC236}">
                    <a16:creationId xmlns:a16="http://schemas.microsoft.com/office/drawing/2014/main" id="{A9B0F29B-BEAD-2545-65F7-7EE218A323EC}"/>
                  </a:ext>
                </a:extLst>
              </p:cNvPr>
              <p:cNvSpPr/>
              <p:nvPr/>
            </p:nvSpPr>
            <p:spPr>
              <a:xfrm>
                <a:off x="9375921" y="5167947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7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5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27" name="Freeform: Shape 5826">
                <a:extLst>
                  <a:ext uri="{FF2B5EF4-FFF2-40B4-BE49-F238E27FC236}">
                    <a16:creationId xmlns:a16="http://schemas.microsoft.com/office/drawing/2014/main" id="{94C14AAA-79CC-B82D-DE19-E10D09BDD7BA}"/>
                  </a:ext>
                </a:extLst>
              </p:cNvPr>
              <p:cNvSpPr/>
              <p:nvPr/>
            </p:nvSpPr>
            <p:spPr>
              <a:xfrm>
                <a:off x="9376807" y="5167737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7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5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28" name="Freeform: Shape 5827">
                <a:extLst>
                  <a:ext uri="{FF2B5EF4-FFF2-40B4-BE49-F238E27FC236}">
                    <a16:creationId xmlns:a16="http://schemas.microsoft.com/office/drawing/2014/main" id="{0755D46C-F66C-4E9C-29E0-9A7973F8132B}"/>
                  </a:ext>
                </a:extLst>
              </p:cNvPr>
              <p:cNvSpPr/>
              <p:nvPr/>
            </p:nvSpPr>
            <p:spPr>
              <a:xfrm>
                <a:off x="9377748" y="5167639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6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29" name="Freeform: Shape 5828">
                <a:extLst>
                  <a:ext uri="{FF2B5EF4-FFF2-40B4-BE49-F238E27FC236}">
                    <a16:creationId xmlns:a16="http://schemas.microsoft.com/office/drawing/2014/main" id="{39A5E6DD-33AC-0773-5CEC-C009C9DAE1BB}"/>
                  </a:ext>
                </a:extLst>
              </p:cNvPr>
              <p:cNvSpPr/>
              <p:nvPr/>
            </p:nvSpPr>
            <p:spPr>
              <a:xfrm>
                <a:off x="9378742" y="5167652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30" name="Freeform: Shape 5829">
                <a:extLst>
                  <a:ext uri="{FF2B5EF4-FFF2-40B4-BE49-F238E27FC236}">
                    <a16:creationId xmlns:a16="http://schemas.microsoft.com/office/drawing/2014/main" id="{09C51908-B63D-35D6-A864-1014C95A85CB}"/>
                  </a:ext>
                </a:extLst>
              </p:cNvPr>
              <p:cNvSpPr/>
              <p:nvPr/>
            </p:nvSpPr>
            <p:spPr>
              <a:xfrm>
                <a:off x="9379679" y="5167567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31" name="Freeform: Shape 5830">
                <a:extLst>
                  <a:ext uri="{FF2B5EF4-FFF2-40B4-BE49-F238E27FC236}">
                    <a16:creationId xmlns:a16="http://schemas.microsoft.com/office/drawing/2014/main" id="{717D390E-2F6C-40A0-E0B6-A66121DC8468}"/>
                  </a:ext>
                </a:extLst>
              </p:cNvPr>
              <p:cNvSpPr/>
              <p:nvPr/>
            </p:nvSpPr>
            <p:spPr>
              <a:xfrm>
                <a:off x="9380775" y="5167806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32" name="Freeform: Shape 5831">
                <a:extLst>
                  <a:ext uri="{FF2B5EF4-FFF2-40B4-BE49-F238E27FC236}">
                    <a16:creationId xmlns:a16="http://schemas.microsoft.com/office/drawing/2014/main" id="{FE8F51B5-0D7D-6F45-4211-37A5B17E9FDC}"/>
                  </a:ext>
                </a:extLst>
              </p:cNvPr>
              <p:cNvSpPr/>
              <p:nvPr/>
            </p:nvSpPr>
            <p:spPr>
              <a:xfrm>
                <a:off x="9381708" y="5167735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7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4" y="2464"/>
                      <a:pt x="234" y="3306"/>
                    </a:cubicBezTo>
                    <a:cubicBezTo>
                      <a:pt x="234" y="4147"/>
                      <a:pt x="569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33" name="Freeform: Shape 5832">
                <a:extLst>
                  <a:ext uri="{FF2B5EF4-FFF2-40B4-BE49-F238E27FC236}">
                    <a16:creationId xmlns:a16="http://schemas.microsoft.com/office/drawing/2014/main" id="{BB44D2D3-F853-E2EF-DE2B-8D7062602964}"/>
                  </a:ext>
                </a:extLst>
              </p:cNvPr>
              <p:cNvSpPr/>
              <p:nvPr/>
            </p:nvSpPr>
            <p:spPr>
              <a:xfrm>
                <a:off x="9382691" y="5167778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4" y="2464"/>
                      <a:pt x="234" y="3306"/>
                    </a:cubicBezTo>
                    <a:cubicBezTo>
                      <a:pt x="234" y="4147"/>
                      <a:pt x="569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34" name="Freeform: Shape 5833">
                <a:extLst>
                  <a:ext uri="{FF2B5EF4-FFF2-40B4-BE49-F238E27FC236}">
                    <a16:creationId xmlns:a16="http://schemas.microsoft.com/office/drawing/2014/main" id="{3042253E-F79D-315A-6C23-9C416D5D0B5E}"/>
                  </a:ext>
                </a:extLst>
              </p:cNvPr>
              <p:cNvSpPr/>
              <p:nvPr/>
            </p:nvSpPr>
            <p:spPr>
              <a:xfrm>
                <a:off x="9383722" y="5167935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4" y="2464"/>
                      <a:pt x="234" y="3306"/>
                    </a:cubicBezTo>
                    <a:cubicBezTo>
                      <a:pt x="234" y="4147"/>
                      <a:pt x="569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35" name="Freeform: Shape 5834">
                <a:extLst>
                  <a:ext uri="{FF2B5EF4-FFF2-40B4-BE49-F238E27FC236}">
                    <a16:creationId xmlns:a16="http://schemas.microsoft.com/office/drawing/2014/main" id="{41FFB013-971E-6D76-44E2-C042FA77567E}"/>
                  </a:ext>
                </a:extLst>
              </p:cNvPr>
              <p:cNvSpPr/>
              <p:nvPr/>
            </p:nvSpPr>
            <p:spPr>
              <a:xfrm>
                <a:off x="9384673" y="5167939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5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36" name="Freeform: Shape 5835">
                <a:extLst>
                  <a:ext uri="{FF2B5EF4-FFF2-40B4-BE49-F238E27FC236}">
                    <a16:creationId xmlns:a16="http://schemas.microsoft.com/office/drawing/2014/main" id="{69F087C0-F88F-DECB-50E9-71AFE02EBE85}"/>
                  </a:ext>
                </a:extLst>
              </p:cNvPr>
              <p:cNvSpPr/>
              <p:nvPr/>
            </p:nvSpPr>
            <p:spPr>
              <a:xfrm>
                <a:off x="9385722" y="5168164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37" name="Freeform: Shape 5836">
                <a:extLst>
                  <a:ext uri="{FF2B5EF4-FFF2-40B4-BE49-F238E27FC236}">
                    <a16:creationId xmlns:a16="http://schemas.microsoft.com/office/drawing/2014/main" id="{2E277AFC-FA3C-E170-6960-F45B7AEF50F9}"/>
                  </a:ext>
                </a:extLst>
              </p:cNvPr>
              <p:cNvSpPr/>
              <p:nvPr/>
            </p:nvSpPr>
            <p:spPr>
              <a:xfrm>
                <a:off x="9386594" y="5168021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38" name="Freeform: Shape 5837">
                <a:extLst>
                  <a:ext uri="{FF2B5EF4-FFF2-40B4-BE49-F238E27FC236}">
                    <a16:creationId xmlns:a16="http://schemas.microsoft.com/office/drawing/2014/main" id="{A446BCF2-D5FA-FAD6-CF0E-BAD42F64ACA0}"/>
                  </a:ext>
                </a:extLst>
              </p:cNvPr>
              <p:cNvSpPr/>
              <p:nvPr/>
            </p:nvSpPr>
            <p:spPr>
              <a:xfrm>
                <a:off x="9387513" y="5167992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39" name="Freeform: Shape 5838">
                <a:extLst>
                  <a:ext uri="{FF2B5EF4-FFF2-40B4-BE49-F238E27FC236}">
                    <a16:creationId xmlns:a16="http://schemas.microsoft.com/office/drawing/2014/main" id="{B1253485-FBDC-1674-EF70-F013C9464F0E}"/>
                  </a:ext>
                </a:extLst>
              </p:cNvPr>
              <p:cNvSpPr/>
              <p:nvPr/>
            </p:nvSpPr>
            <p:spPr>
              <a:xfrm>
                <a:off x="9388503" y="5168132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8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6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40" name="Freeform: Shape 5839">
                <a:extLst>
                  <a:ext uri="{FF2B5EF4-FFF2-40B4-BE49-F238E27FC236}">
                    <a16:creationId xmlns:a16="http://schemas.microsoft.com/office/drawing/2014/main" id="{95A5A051-40C9-0E6D-1DCD-D01115560FE6}"/>
                  </a:ext>
                </a:extLst>
              </p:cNvPr>
              <p:cNvSpPr/>
              <p:nvPr/>
            </p:nvSpPr>
            <p:spPr>
              <a:xfrm>
                <a:off x="9389370" y="5168008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8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6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41" name="Freeform: Shape 5840">
                <a:extLst>
                  <a:ext uri="{FF2B5EF4-FFF2-40B4-BE49-F238E27FC236}">
                    <a16:creationId xmlns:a16="http://schemas.microsoft.com/office/drawing/2014/main" id="{CD8C38B4-8CB6-E8A6-A576-3CB984B2931D}"/>
                  </a:ext>
                </a:extLst>
              </p:cNvPr>
              <p:cNvSpPr/>
              <p:nvPr/>
            </p:nvSpPr>
            <p:spPr>
              <a:xfrm>
                <a:off x="9390237" y="5167890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7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42" name="Freeform: Shape 5841">
                <a:extLst>
                  <a:ext uri="{FF2B5EF4-FFF2-40B4-BE49-F238E27FC236}">
                    <a16:creationId xmlns:a16="http://schemas.microsoft.com/office/drawing/2014/main" id="{B588F690-03F7-090D-C153-89827A6FE7D8}"/>
                  </a:ext>
                </a:extLst>
              </p:cNvPr>
              <p:cNvSpPr/>
              <p:nvPr/>
            </p:nvSpPr>
            <p:spPr>
              <a:xfrm>
                <a:off x="9391081" y="5167723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43" name="Freeform: Shape 5842">
                <a:extLst>
                  <a:ext uri="{FF2B5EF4-FFF2-40B4-BE49-F238E27FC236}">
                    <a16:creationId xmlns:a16="http://schemas.microsoft.com/office/drawing/2014/main" id="{86AE3A93-6467-EDE9-4962-27F91CCE358B}"/>
                  </a:ext>
                </a:extLst>
              </p:cNvPr>
              <p:cNvSpPr/>
              <p:nvPr/>
            </p:nvSpPr>
            <p:spPr>
              <a:xfrm>
                <a:off x="9391879" y="5167453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44" name="Freeform: Shape 5843">
                <a:extLst>
                  <a:ext uri="{FF2B5EF4-FFF2-40B4-BE49-F238E27FC236}">
                    <a16:creationId xmlns:a16="http://schemas.microsoft.com/office/drawing/2014/main" id="{501ACF1B-FFB7-0813-0894-96862A7A7D8B}"/>
                  </a:ext>
                </a:extLst>
              </p:cNvPr>
              <p:cNvSpPr/>
              <p:nvPr/>
            </p:nvSpPr>
            <p:spPr>
              <a:xfrm>
                <a:off x="9392856" y="5167626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45" name="Freeform: Shape 5844">
                <a:extLst>
                  <a:ext uri="{FF2B5EF4-FFF2-40B4-BE49-F238E27FC236}">
                    <a16:creationId xmlns:a16="http://schemas.microsoft.com/office/drawing/2014/main" id="{ABFBE505-0793-21EF-1FB2-0A548E511DDF}"/>
                  </a:ext>
                </a:extLst>
              </p:cNvPr>
              <p:cNvSpPr/>
              <p:nvPr/>
            </p:nvSpPr>
            <p:spPr>
              <a:xfrm>
                <a:off x="9393698" y="5167477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46" name="Freeform: Shape 5845">
                <a:extLst>
                  <a:ext uri="{FF2B5EF4-FFF2-40B4-BE49-F238E27FC236}">
                    <a16:creationId xmlns:a16="http://schemas.microsoft.com/office/drawing/2014/main" id="{43F4ECE3-C138-BA92-68ED-AF9075FB5B72}"/>
                  </a:ext>
                </a:extLst>
              </p:cNvPr>
              <p:cNvSpPr/>
              <p:nvPr/>
            </p:nvSpPr>
            <p:spPr>
              <a:xfrm>
                <a:off x="9394627" y="5167553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47" name="Freeform: Shape 5846">
                <a:extLst>
                  <a:ext uri="{FF2B5EF4-FFF2-40B4-BE49-F238E27FC236}">
                    <a16:creationId xmlns:a16="http://schemas.microsoft.com/office/drawing/2014/main" id="{5663DE54-6649-240E-E880-4376806E64BF}"/>
                  </a:ext>
                </a:extLst>
              </p:cNvPr>
              <p:cNvSpPr/>
              <p:nvPr/>
            </p:nvSpPr>
            <p:spPr>
              <a:xfrm>
                <a:off x="9395595" y="5167747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48" name="Freeform: Shape 5847">
                <a:extLst>
                  <a:ext uri="{FF2B5EF4-FFF2-40B4-BE49-F238E27FC236}">
                    <a16:creationId xmlns:a16="http://schemas.microsoft.com/office/drawing/2014/main" id="{86F69E9C-BA68-3BE4-1F38-71D15CB7F1AC}"/>
                  </a:ext>
                </a:extLst>
              </p:cNvPr>
              <p:cNvSpPr/>
              <p:nvPr/>
            </p:nvSpPr>
            <p:spPr>
              <a:xfrm>
                <a:off x="9396496" y="5167781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49" name="Freeform: Shape 5848">
                <a:extLst>
                  <a:ext uri="{FF2B5EF4-FFF2-40B4-BE49-F238E27FC236}">
                    <a16:creationId xmlns:a16="http://schemas.microsoft.com/office/drawing/2014/main" id="{A8AA3F40-D5D1-B7E5-C820-974CDAA969B2}"/>
                  </a:ext>
                </a:extLst>
              </p:cNvPr>
              <p:cNvSpPr/>
              <p:nvPr/>
            </p:nvSpPr>
            <p:spPr>
              <a:xfrm>
                <a:off x="9397456" y="5167988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50" name="Freeform: Shape 5849">
                <a:extLst>
                  <a:ext uri="{FF2B5EF4-FFF2-40B4-BE49-F238E27FC236}">
                    <a16:creationId xmlns:a16="http://schemas.microsoft.com/office/drawing/2014/main" id="{5DD44A71-BCB6-0258-85C4-4BF2530C4F6D}"/>
                  </a:ext>
                </a:extLst>
              </p:cNvPr>
              <p:cNvSpPr/>
              <p:nvPr/>
            </p:nvSpPr>
            <p:spPr>
              <a:xfrm>
                <a:off x="9398351" y="5168036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51" name="Freeform: Shape 5850">
                <a:extLst>
                  <a:ext uri="{FF2B5EF4-FFF2-40B4-BE49-F238E27FC236}">
                    <a16:creationId xmlns:a16="http://schemas.microsoft.com/office/drawing/2014/main" id="{8B15B4F8-C967-D54F-EDD1-A6E472B1BF37}"/>
                  </a:ext>
                </a:extLst>
              </p:cNvPr>
              <p:cNvSpPr/>
              <p:nvPr/>
            </p:nvSpPr>
            <p:spPr>
              <a:xfrm>
                <a:off x="9399244" y="5168090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52" name="Freeform: Shape 5851">
                <a:extLst>
                  <a:ext uri="{FF2B5EF4-FFF2-40B4-BE49-F238E27FC236}">
                    <a16:creationId xmlns:a16="http://schemas.microsoft.com/office/drawing/2014/main" id="{1152E71A-B534-BCE8-D460-1B16E9FDE1E9}"/>
                  </a:ext>
                </a:extLst>
              </p:cNvPr>
              <p:cNvSpPr/>
              <p:nvPr/>
            </p:nvSpPr>
            <p:spPr>
              <a:xfrm>
                <a:off x="9400135" y="5168149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53" name="Freeform: Shape 5852">
                <a:extLst>
                  <a:ext uri="{FF2B5EF4-FFF2-40B4-BE49-F238E27FC236}">
                    <a16:creationId xmlns:a16="http://schemas.microsoft.com/office/drawing/2014/main" id="{C39DD4B1-C46C-F815-D1CA-2BA552C9B9C0}"/>
                  </a:ext>
                </a:extLst>
              </p:cNvPr>
              <p:cNvSpPr/>
              <p:nvPr/>
            </p:nvSpPr>
            <p:spPr>
              <a:xfrm>
                <a:off x="9401023" y="5168216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9" y="6478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7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54" name="Freeform: Shape 5853">
                <a:extLst>
                  <a:ext uri="{FF2B5EF4-FFF2-40B4-BE49-F238E27FC236}">
                    <a16:creationId xmlns:a16="http://schemas.microsoft.com/office/drawing/2014/main" id="{FBFC4F87-9B52-2E2C-521B-EE71E1224656}"/>
                  </a:ext>
                </a:extLst>
              </p:cNvPr>
              <p:cNvSpPr/>
              <p:nvPr/>
            </p:nvSpPr>
            <p:spPr>
              <a:xfrm>
                <a:off x="9401909" y="5168288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9" y="6478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7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55" name="Freeform: Shape 5854">
                <a:extLst>
                  <a:ext uri="{FF2B5EF4-FFF2-40B4-BE49-F238E27FC236}">
                    <a16:creationId xmlns:a16="http://schemas.microsoft.com/office/drawing/2014/main" id="{2E65D0A7-D837-B641-954D-7FEA97F0D07F}"/>
                  </a:ext>
                </a:extLst>
              </p:cNvPr>
              <p:cNvSpPr/>
              <p:nvPr/>
            </p:nvSpPr>
            <p:spPr>
              <a:xfrm>
                <a:off x="9402792" y="5168366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8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56" name="Freeform: Shape 5855">
                <a:extLst>
                  <a:ext uri="{FF2B5EF4-FFF2-40B4-BE49-F238E27FC236}">
                    <a16:creationId xmlns:a16="http://schemas.microsoft.com/office/drawing/2014/main" id="{42854670-D55F-BADB-B44A-3F0F977ABEF6}"/>
                  </a:ext>
                </a:extLst>
              </p:cNvPr>
              <p:cNvSpPr/>
              <p:nvPr/>
            </p:nvSpPr>
            <p:spPr>
              <a:xfrm>
                <a:off x="9403618" y="5168282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8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57" name="Freeform: Shape 5856">
                <a:extLst>
                  <a:ext uri="{FF2B5EF4-FFF2-40B4-BE49-F238E27FC236}">
                    <a16:creationId xmlns:a16="http://schemas.microsoft.com/office/drawing/2014/main" id="{2ABE3CA5-188E-20CC-6E83-6F0F087893B0}"/>
                  </a:ext>
                </a:extLst>
              </p:cNvPr>
              <p:cNvSpPr/>
              <p:nvPr/>
            </p:nvSpPr>
            <p:spPr>
              <a:xfrm>
                <a:off x="9404550" y="516854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58" name="Freeform: Shape 5857">
                <a:extLst>
                  <a:ext uri="{FF2B5EF4-FFF2-40B4-BE49-F238E27FC236}">
                    <a16:creationId xmlns:a16="http://schemas.microsoft.com/office/drawing/2014/main" id="{EF6337DD-1582-6F5E-971E-3E8906AAF1ED}"/>
                  </a:ext>
                </a:extLst>
              </p:cNvPr>
              <p:cNvSpPr/>
              <p:nvPr/>
            </p:nvSpPr>
            <p:spPr>
              <a:xfrm>
                <a:off x="9405373" y="516846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59" name="Freeform: Shape 5858">
                <a:extLst>
                  <a:ext uri="{FF2B5EF4-FFF2-40B4-BE49-F238E27FC236}">
                    <a16:creationId xmlns:a16="http://schemas.microsoft.com/office/drawing/2014/main" id="{9D883660-D023-D9D8-0FB2-95C40D879603}"/>
                  </a:ext>
                </a:extLst>
              </p:cNvPr>
              <p:cNvSpPr/>
              <p:nvPr/>
            </p:nvSpPr>
            <p:spPr>
              <a:xfrm>
                <a:off x="9406247" y="516857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60" name="Freeform: Shape 5859">
                <a:extLst>
                  <a:ext uri="{FF2B5EF4-FFF2-40B4-BE49-F238E27FC236}">
                    <a16:creationId xmlns:a16="http://schemas.microsoft.com/office/drawing/2014/main" id="{D3FB35E4-F524-86D0-4C13-78EB62DF4138}"/>
                  </a:ext>
                </a:extLst>
              </p:cNvPr>
              <p:cNvSpPr/>
              <p:nvPr/>
            </p:nvSpPr>
            <p:spPr>
              <a:xfrm>
                <a:off x="9407118" y="516867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79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61" name="Freeform: Shape 5860">
                <a:extLst>
                  <a:ext uri="{FF2B5EF4-FFF2-40B4-BE49-F238E27FC236}">
                    <a16:creationId xmlns:a16="http://schemas.microsoft.com/office/drawing/2014/main" id="{E0073534-7707-9BB1-3BD8-AC5119B515D0}"/>
                  </a:ext>
                </a:extLst>
              </p:cNvPr>
              <p:cNvSpPr/>
              <p:nvPr/>
            </p:nvSpPr>
            <p:spPr>
              <a:xfrm>
                <a:off x="9407937" y="516862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62" name="Freeform: Shape 5861">
                <a:extLst>
                  <a:ext uri="{FF2B5EF4-FFF2-40B4-BE49-F238E27FC236}">
                    <a16:creationId xmlns:a16="http://schemas.microsoft.com/office/drawing/2014/main" id="{9EA76528-296B-9B05-4C24-70BA7B48B887}"/>
                  </a:ext>
                </a:extLst>
              </p:cNvPr>
              <p:cNvSpPr/>
              <p:nvPr/>
            </p:nvSpPr>
            <p:spPr>
              <a:xfrm>
                <a:off x="9408738" y="516851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63" name="Freeform: Shape 5862">
                <a:extLst>
                  <a:ext uri="{FF2B5EF4-FFF2-40B4-BE49-F238E27FC236}">
                    <a16:creationId xmlns:a16="http://schemas.microsoft.com/office/drawing/2014/main" id="{0145E6CE-3EBB-596D-03A8-63E8A026E2EE}"/>
                  </a:ext>
                </a:extLst>
              </p:cNvPr>
              <p:cNvSpPr/>
              <p:nvPr/>
            </p:nvSpPr>
            <p:spPr>
              <a:xfrm>
                <a:off x="9409525" y="5168356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7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5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64" name="Freeform: Shape 5863">
                <a:extLst>
                  <a:ext uri="{FF2B5EF4-FFF2-40B4-BE49-F238E27FC236}">
                    <a16:creationId xmlns:a16="http://schemas.microsoft.com/office/drawing/2014/main" id="{D8470FE8-09D3-9A81-6262-0AD0A27D556D}"/>
                  </a:ext>
                </a:extLst>
              </p:cNvPr>
              <p:cNvSpPr/>
              <p:nvPr/>
            </p:nvSpPr>
            <p:spPr>
              <a:xfrm>
                <a:off x="9410342" y="5168316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65" name="Freeform: Shape 5864">
                <a:extLst>
                  <a:ext uri="{FF2B5EF4-FFF2-40B4-BE49-F238E27FC236}">
                    <a16:creationId xmlns:a16="http://schemas.microsoft.com/office/drawing/2014/main" id="{944C4A0B-B296-284D-24BC-AD356609F40A}"/>
                  </a:ext>
                </a:extLst>
              </p:cNvPr>
              <p:cNvSpPr/>
              <p:nvPr/>
            </p:nvSpPr>
            <p:spPr>
              <a:xfrm>
                <a:off x="9411204" y="5168452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66" name="Freeform: Shape 5865">
                <a:extLst>
                  <a:ext uri="{FF2B5EF4-FFF2-40B4-BE49-F238E27FC236}">
                    <a16:creationId xmlns:a16="http://schemas.microsoft.com/office/drawing/2014/main" id="{BE369DF7-6FB0-DECD-C182-997A94491AA0}"/>
                  </a:ext>
                </a:extLst>
              </p:cNvPr>
              <p:cNvSpPr/>
              <p:nvPr/>
            </p:nvSpPr>
            <p:spPr>
              <a:xfrm>
                <a:off x="9411990" y="5168308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67" name="Freeform: Shape 5866">
                <a:extLst>
                  <a:ext uri="{FF2B5EF4-FFF2-40B4-BE49-F238E27FC236}">
                    <a16:creationId xmlns:a16="http://schemas.microsoft.com/office/drawing/2014/main" id="{B239623C-BC46-012F-B9D9-A2018D642834}"/>
                  </a:ext>
                </a:extLst>
              </p:cNvPr>
              <p:cNvSpPr/>
              <p:nvPr/>
            </p:nvSpPr>
            <p:spPr>
              <a:xfrm>
                <a:off x="9412775" y="5168169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68" name="Freeform: Shape 5867">
                <a:extLst>
                  <a:ext uri="{FF2B5EF4-FFF2-40B4-BE49-F238E27FC236}">
                    <a16:creationId xmlns:a16="http://schemas.microsoft.com/office/drawing/2014/main" id="{77F27791-D293-881E-7DE6-83B1763CAE75}"/>
                  </a:ext>
                </a:extLst>
              </p:cNvPr>
              <p:cNvSpPr/>
              <p:nvPr/>
            </p:nvSpPr>
            <p:spPr>
              <a:xfrm>
                <a:off x="9413604" y="5168207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50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8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69" name="Freeform: Shape 5868">
                <a:extLst>
                  <a:ext uri="{FF2B5EF4-FFF2-40B4-BE49-F238E27FC236}">
                    <a16:creationId xmlns:a16="http://schemas.microsoft.com/office/drawing/2014/main" id="{356EC594-C4A5-54BE-FE8A-73679305CF34}"/>
                  </a:ext>
                </a:extLst>
              </p:cNvPr>
              <p:cNvSpPr/>
              <p:nvPr/>
            </p:nvSpPr>
            <p:spPr>
              <a:xfrm>
                <a:off x="9414376" y="5168021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50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8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70" name="Freeform: Shape 5869">
                <a:extLst>
                  <a:ext uri="{FF2B5EF4-FFF2-40B4-BE49-F238E27FC236}">
                    <a16:creationId xmlns:a16="http://schemas.microsoft.com/office/drawing/2014/main" id="{791CF82B-FAB1-66E9-AD97-C0BE609EC424}"/>
                  </a:ext>
                </a:extLst>
              </p:cNvPr>
              <p:cNvSpPr/>
              <p:nvPr/>
            </p:nvSpPr>
            <p:spPr>
              <a:xfrm>
                <a:off x="9415189" y="5168012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9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71" name="Freeform: Shape 5870">
                <a:extLst>
                  <a:ext uri="{FF2B5EF4-FFF2-40B4-BE49-F238E27FC236}">
                    <a16:creationId xmlns:a16="http://schemas.microsoft.com/office/drawing/2014/main" id="{9EBB8493-B452-52FD-6E5A-D9606FBA47DB}"/>
                  </a:ext>
                </a:extLst>
              </p:cNvPr>
              <p:cNvSpPr/>
              <p:nvPr/>
            </p:nvSpPr>
            <p:spPr>
              <a:xfrm>
                <a:off x="9416014" y="5168066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9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72" name="Freeform: Shape 5871">
                <a:extLst>
                  <a:ext uri="{FF2B5EF4-FFF2-40B4-BE49-F238E27FC236}">
                    <a16:creationId xmlns:a16="http://schemas.microsoft.com/office/drawing/2014/main" id="{57944698-C8CB-4EDD-DB35-59945C358BB4}"/>
                  </a:ext>
                </a:extLst>
              </p:cNvPr>
              <p:cNvSpPr/>
              <p:nvPr/>
            </p:nvSpPr>
            <p:spPr>
              <a:xfrm>
                <a:off x="9416888" y="5168356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73" name="Freeform: Shape 5872">
                <a:extLst>
                  <a:ext uri="{FF2B5EF4-FFF2-40B4-BE49-F238E27FC236}">
                    <a16:creationId xmlns:a16="http://schemas.microsoft.com/office/drawing/2014/main" id="{00739B04-2A5B-39E0-0543-D4B07BA07D16}"/>
                  </a:ext>
                </a:extLst>
              </p:cNvPr>
              <p:cNvSpPr/>
              <p:nvPr/>
            </p:nvSpPr>
            <p:spPr>
              <a:xfrm>
                <a:off x="9417733" y="5168536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74" name="Freeform: Shape 5873">
                <a:extLst>
                  <a:ext uri="{FF2B5EF4-FFF2-40B4-BE49-F238E27FC236}">
                    <a16:creationId xmlns:a16="http://schemas.microsoft.com/office/drawing/2014/main" id="{1BB421F8-138E-6564-A9C7-4F686A5FF8F5}"/>
                  </a:ext>
                </a:extLst>
              </p:cNvPr>
              <p:cNvSpPr/>
              <p:nvPr/>
            </p:nvSpPr>
            <p:spPr>
              <a:xfrm>
                <a:off x="9418574" y="5168723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75" name="Freeform: Shape 5874">
                <a:extLst>
                  <a:ext uri="{FF2B5EF4-FFF2-40B4-BE49-F238E27FC236}">
                    <a16:creationId xmlns:a16="http://schemas.microsoft.com/office/drawing/2014/main" id="{6F32997F-4A1E-C607-F10A-2FBC1ACB2F94}"/>
                  </a:ext>
                </a:extLst>
              </p:cNvPr>
              <p:cNvSpPr/>
              <p:nvPr/>
            </p:nvSpPr>
            <p:spPr>
              <a:xfrm>
                <a:off x="9419412" y="5168914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76" name="Freeform: Shape 5875">
                <a:extLst>
                  <a:ext uri="{FF2B5EF4-FFF2-40B4-BE49-F238E27FC236}">
                    <a16:creationId xmlns:a16="http://schemas.microsoft.com/office/drawing/2014/main" id="{51057575-EAAC-BBDD-BC0A-6F50EEA99BD4}"/>
                  </a:ext>
                </a:extLst>
              </p:cNvPr>
              <p:cNvSpPr/>
              <p:nvPr/>
            </p:nvSpPr>
            <p:spPr>
              <a:xfrm>
                <a:off x="9420214" y="5168938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0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7" y="2464"/>
                      <a:pt x="237" y="3306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77" name="Freeform: Shape 5876">
                <a:extLst>
                  <a:ext uri="{FF2B5EF4-FFF2-40B4-BE49-F238E27FC236}">
                    <a16:creationId xmlns:a16="http://schemas.microsoft.com/office/drawing/2014/main" id="{0FAA08A7-C722-6398-F2DE-204C4227102B}"/>
                  </a:ext>
                </a:extLst>
              </p:cNvPr>
              <p:cNvSpPr/>
              <p:nvPr/>
            </p:nvSpPr>
            <p:spPr>
              <a:xfrm>
                <a:off x="9421014" y="5168966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6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7" y="2464"/>
                      <a:pt x="237" y="3306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78" name="Freeform: Shape 5877">
                <a:extLst>
                  <a:ext uri="{FF2B5EF4-FFF2-40B4-BE49-F238E27FC236}">
                    <a16:creationId xmlns:a16="http://schemas.microsoft.com/office/drawing/2014/main" id="{B55C1545-30E5-D15B-01F2-26681C141683}"/>
                  </a:ext>
                </a:extLst>
              </p:cNvPr>
              <p:cNvSpPr/>
              <p:nvPr/>
            </p:nvSpPr>
            <p:spPr>
              <a:xfrm>
                <a:off x="9421802" y="5168941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6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7" y="2464"/>
                      <a:pt x="237" y="3306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79" name="Freeform: Shape 5878">
                <a:extLst>
                  <a:ext uri="{FF2B5EF4-FFF2-40B4-BE49-F238E27FC236}">
                    <a16:creationId xmlns:a16="http://schemas.microsoft.com/office/drawing/2014/main" id="{9532D8C6-B514-C8BB-05F3-D7AAEAD99069}"/>
                  </a:ext>
                </a:extLst>
              </p:cNvPr>
              <p:cNvSpPr/>
              <p:nvPr/>
            </p:nvSpPr>
            <p:spPr>
              <a:xfrm>
                <a:off x="9422590" y="5168921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8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6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80" name="Freeform: Shape 5879">
                <a:extLst>
                  <a:ext uri="{FF2B5EF4-FFF2-40B4-BE49-F238E27FC236}">
                    <a16:creationId xmlns:a16="http://schemas.microsoft.com/office/drawing/2014/main" id="{726F1F26-7B49-CDE9-BC84-7F16214044CA}"/>
                  </a:ext>
                </a:extLst>
              </p:cNvPr>
              <p:cNvSpPr/>
              <p:nvPr/>
            </p:nvSpPr>
            <p:spPr>
              <a:xfrm>
                <a:off x="9423367" y="5168848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81" name="Freeform: Shape 5880">
                <a:extLst>
                  <a:ext uri="{FF2B5EF4-FFF2-40B4-BE49-F238E27FC236}">
                    <a16:creationId xmlns:a16="http://schemas.microsoft.com/office/drawing/2014/main" id="{7A5565C3-C0F0-0F76-F843-6D08B3598466}"/>
                  </a:ext>
                </a:extLst>
              </p:cNvPr>
              <p:cNvSpPr/>
              <p:nvPr/>
            </p:nvSpPr>
            <p:spPr>
              <a:xfrm>
                <a:off x="9424135" y="5168722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82" name="Freeform: Shape 5881">
                <a:extLst>
                  <a:ext uri="{FF2B5EF4-FFF2-40B4-BE49-F238E27FC236}">
                    <a16:creationId xmlns:a16="http://schemas.microsoft.com/office/drawing/2014/main" id="{CDDEC922-5850-173F-6889-367AB078EDE2}"/>
                  </a:ext>
                </a:extLst>
              </p:cNvPr>
              <p:cNvSpPr/>
              <p:nvPr/>
            </p:nvSpPr>
            <p:spPr>
              <a:xfrm>
                <a:off x="9424886" y="5168483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83" name="Freeform: Shape 5882">
                <a:extLst>
                  <a:ext uri="{FF2B5EF4-FFF2-40B4-BE49-F238E27FC236}">
                    <a16:creationId xmlns:a16="http://schemas.microsoft.com/office/drawing/2014/main" id="{3CFBB295-0F5D-B773-7929-27D5CF89F6FD}"/>
                  </a:ext>
                </a:extLst>
              </p:cNvPr>
              <p:cNvSpPr/>
              <p:nvPr/>
            </p:nvSpPr>
            <p:spPr>
              <a:xfrm>
                <a:off x="9425682" y="5168541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84" name="Freeform: Shape 5883">
                <a:extLst>
                  <a:ext uri="{FF2B5EF4-FFF2-40B4-BE49-F238E27FC236}">
                    <a16:creationId xmlns:a16="http://schemas.microsoft.com/office/drawing/2014/main" id="{284CF7BA-4D0B-8253-CA66-029114EB04BB}"/>
                  </a:ext>
                </a:extLst>
              </p:cNvPr>
              <p:cNvSpPr/>
              <p:nvPr/>
            </p:nvSpPr>
            <p:spPr>
              <a:xfrm>
                <a:off x="9426452" y="5168429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85" name="Freeform: Shape 5884">
                <a:extLst>
                  <a:ext uri="{FF2B5EF4-FFF2-40B4-BE49-F238E27FC236}">
                    <a16:creationId xmlns:a16="http://schemas.microsoft.com/office/drawing/2014/main" id="{3B55BE57-10BF-561C-95F2-8A9B343D4972}"/>
                  </a:ext>
                </a:extLst>
              </p:cNvPr>
              <p:cNvSpPr/>
              <p:nvPr/>
            </p:nvSpPr>
            <p:spPr>
              <a:xfrm>
                <a:off x="9427238" y="5168438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86" name="Freeform: Shape 5885">
                <a:extLst>
                  <a:ext uri="{FF2B5EF4-FFF2-40B4-BE49-F238E27FC236}">
                    <a16:creationId xmlns:a16="http://schemas.microsoft.com/office/drawing/2014/main" id="{61A2174B-2306-C792-69B1-EC86DD3FEF6A}"/>
                  </a:ext>
                </a:extLst>
              </p:cNvPr>
              <p:cNvSpPr/>
              <p:nvPr/>
            </p:nvSpPr>
            <p:spPr>
              <a:xfrm>
                <a:off x="9428032" y="5168511"/>
                <a:ext cx="6343" cy="6345"/>
              </a:xfrm>
              <a:custGeom>
                <a:avLst/>
                <a:gdLst>
                  <a:gd name="connsiteX0" fmla="*/ 3410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9"/>
                    </a:moveTo>
                    <a:cubicBezTo>
                      <a:pt x="4251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10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9"/>
                      <a:pt x="341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87" name="Freeform: Shape 5886">
                <a:extLst>
                  <a:ext uri="{FF2B5EF4-FFF2-40B4-BE49-F238E27FC236}">
                    <a16:creationId xmlns:a16="http://schemas.microsoft.com/office/drawing/2014/main" id="{D10658CA-F5EF-CB38-E02A-C35B3C4A246F}"/>
                  </a:ext>
                </a:extLst>
              </p:cNvPr>
              <p:cNvSpPr/>
              <p:nvPr/>
            </p:nvSpPr>
            <p:spPr>
              <a:xfrm>
                <a:off x="9428831" y="5168648"/>
                <a:ext cx="6343" cy="6345"/>
              </a:xfrm>
              <a:custGeom>
                <a:avLst/>
                <a:gdLst>
                  <a:gd name="connsiteX0" fmla="*/ 3410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9"/>
                    </a:moveTo>
                    <a:cubicBezTo>
                      <a:pt x="4251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10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9"/>
                      <a:pt x="341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88" name="Freeform: Shape 5887">
                <a:extLst>
                  <a:ext uri="{FF2B5EF4-FFF2-40B4-BE49-F238E27FC236}">
                    <a16:creationId xmlns:a16="http://schemas.microsoft.com/office/drawing/2014/main" id="{97701877-DED9-F62A-EA96-418281C38272}"/>
                  </a:ext>
                </a:extLst>
              </p:cNvPr>
              <p:cNvSpPr/>
              <p:nvPr/>
            </p:nvSpPr>
            <p:spPr>
              <a:xfrm>
                <a:off x="9429620" y="5168731"/>
                <a:ext cx="6343" cy="6345"/>
              </a:xfrm>
              <a:custGeom>
                <a:avLst/>
                <a:gdLst>
                  <a:gd name="connsiteX0" fmla="*/ 3410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9"/>
                    </a:moveTo>
                    <a:cubicBezTo>
                      <a:pt x="4251" y="6479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9"/>
                      <a:pt x="341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89" name="Freeform: Shape 5888">
                <a:extLst>
                  <a:ext uri="{FF2B5EF4-FFF2-40B4-BE49-F238E27FC236}">
                    <a16:creationId xmlns:a16="http://schemas.microsoft.com/office/drawing/2014/main" id="{96B48A74-5BC2-F620-AB32-681D60186787}"/>
                  </a:ext>
                </a:extLst>
              </p:cNvPr>
              <p:cNvSpPr/>
              <p:nvPr/>
            </p:nvSpPr>
            <p:spPr>
              <a:xfrm>
                <a:off x="9430409" y="5168819"/>
                <a:ext cx="6343" cy="6345"/>
              </a:xfrm>
              <a:custGeom>
                <a:avLst/>
                <a:gdLst>
                  <a:gd name="connsiteX0" fmla="*/ 3410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9"/>
                    </a:moveTo>
                    <a:cubicBezTo>
                      <a:pt x="4251" y="6479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9"/>
                      <a:pt x="341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90" name="Freeform: Shape 5889">
                <a:extLst>
                  <a:ext uri="{FF2B5EF4-FFF2-40B4-BE49-F238E27FC236}">
                    <a16:creationId xmlns:a16="http://schemas.microsoft.com/office/drawing/2014/main" id="{7A884E1B-74F7-5359-E7BD-1D8F8E350D31}"/>
                  </a:ext>
                </a:extLst>
              </p:cNvPr>
              <p:cNvSpPr/>
              <p:nvPr/>
            </p:nvSpPr>
            <p:spPr>
              <a:xfrm>
                <a:off x="9431164" y="5168618"/>
                <a:ext cx="6343" cy="6345"/>
              </a:xfrm>
              <a:custGeom>
                <a:avLst/>
                <a:gdLst>
                  <a:gd name="connsiteX0" fmla="*/ 3410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9"/>
                    </a:moveTo>
                    <a:cubicBezTo>
                      <a:pt x="4251" y="6479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9"/>
                      <a:pt x="341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91" name="Freeform: Shape 5890">
                <a:extLst>
                  <a:ext uri="{FF2B5EF4-FFF2-40B4-BE49-F238E27FC236}">
                    <a16:creationId xmlns:a16="http://schemas.microsoft.com/office/drawing/2014/main" id="{E2F68247-91B4-DA98-2B4B-5E06BAF5FF43}"/>
                  </a:ext>
                </a:extLst>
              </p:cNvPr>
              <p:cNvSpPr/>
              <p:nvPr/>
            </p:nvSpPr>
            <p:spPr>
              <a:xfrm>
                <a:off x="9431945" y="5168657"/>
                <a:ext cx="6343" cy="6345"/>
              </a:xfrm>
              <a:custGeom>
                <a:avLst/>
                <a:gdLst>
                  <a:gd name="connsiteX0" fmla="*/ 3410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9"/>
                    </a:moveTo>
                    <a:cubicBezTo>
                      <a:pt x="4251" y="6479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9"/>
                      <a:pt x="341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92" name="Freeform: Shape 5891">
                <a:extLst>
                  <a:ext uri="{FF2B5EF4-FFF2-40B4-BE49-F238E27FC236}">
                    <a16:creationId xmlns:a16="http://schemas.microsoft.com/office/drawing/2014/main" id="{0309BFAC-4797-B02D-E2F5-38348F0CA879}"/>
                  </a:ext>
                </a:extLst>
              </p:cNvPr>
              <p:cNvSpPr/>
              <p:nvPr/>
            </p:nvSpPr>
            <p:spPr>
              <a:xfrm>
                <a:off x="9459679" y="5169153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6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6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93" name="Freeform: Shape 5892">
                <a:extLst>
                  <a:ext uri="{FF2B5EF4-FFF2-40B4-BE49-F238E27FC236}">
                    <a16:creationId xmlns:a16="http://schemas.microsoft.com/office/drawing/2014/main" id="{97D5F469-81B5-3B31-CF4B-AFDC8C9609BB}"/>
                  </a:ext>
                </a:extLst>
              </p:cNvPr>
              <p:cNvSpPr/>
              <p:nvPr/>
            </p:nvSpPr>
            <p:spPr>
              <a:xfrm>
                <a:off x="9460459" y="5169132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1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6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69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94" name="Freeform: Shape 5893">
                <a:extLst>
                  <a:ext uri="{FF2B5EF4-FFF2-40B4-BE49-F238E27FC236}">
                    <a16:creationId xmlns:a16="http://schemas.microsoft.com/office/drawing/2014/main" id="{9939BFDB-9A61-2F04-A620-1C38F921532C}"/>
                  </a:ext>
                </a:extLst>
              </p:cNvPr>
              <p:cNvSpPr/>
              <p:nvPr/>
            </p:nvSpPr>
            <p:spPr>
              <a:xfrm>
                <a:off x="9461241" y="5169116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95" name="Freeform: Shape 5894">
                <a:extLst>
                  <a:ext uri="{FF2B5EF4-FFF2-40B4-BE49-F238E27FC236}">
                    <a16:creationId xmlns:a16="http://schemas.microsoft.com/office/drawing/2014/main" id="{16BA0C91-3206-7A85-AD5B-42E8A28948AB}"/>
                  </a:ext>
                </a:extLst>
              </p:cNvPr>
              <p:cNvSpPr/>
              <p:nvPr/>
            </p:nvSpPr>
            <p:spPr>
              <a:xfrm>
                <a:off x="9462023" y="5169105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96" name="Freeform: Shape 5895">
                <a:extLst>
                  <a:ext uri="{FF2B5EF4-FFF2-40B4-BE49-F238E27FC236}">
                    <a16:creationId xmlns:a16="http://schemas.microsoft.com/office/drawing/2014/main" id="{C06190BD-A82F-5EA4-8B99-0F8EAF067253}"/>
                  </a:ext>
                </a:extLst>
              </p:cNvPr>
              <p:cNvSpPr/>
              <p:nvPr/>
            </p:nvSpPr>
            <p:spPr>
              <a:xfrm>
                <a:off x="9462771" y="5169333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97" name="Freeform: Shape 5896">
                <a:extLst>
                  <a:ext uri="{FF2B5EF4-FFF2-40B4-BE49-F238E27FC236}">
                    <a16:creationId xmlns:a16="http://schemas.microsoft.com/office/drawing/2014/main" id="{D78B61A6-131F-D766-E284-998B0CA5FD06}"/>
                  </a:ext>
                </a:extLst>
              </p:cNvPr>
              <p:cNvSpPr/>
              <p:nvPr/>
            </p:nvSpPr>
            <p:spPr>
              <a:xfrm>
                <a:off x="9463563" y="5169273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98" name="Freeform: Shape 5897">
                <a:extLst>
                  <a:ext uri="{FF2B5EF4-FFF2-40B4-BE49-F238E27FC236}">
                    <a16:creationId xmlns:a16="http://schemas.microsoft.com/office/drawing/2014/main" id="{AA3F7F2D-927E-2C1E-1E58-04B77D85F9AB}"/>
                  </a:ext>
                </a:extLst>
              </p:cNvPr>
              <p:cNvSpPr/>
              <p:nvPr/>
            </p:nvSpPr>
            <p:spPr>
              <a:xfrm>
                <a:off x="9464393" y="5168984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4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2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99" name="Freeform: Shape 5898">
                <a:extLst>
                  <a:ext uri="{FF2B5EF4-FFF2-40B4-BE49-F238E27FC236}">
                    <a16:creationId xmlns:a16="http://schemas.microsoft.com/office/drawing/2014/main" id="{E7F2A8C1-0A7B-B75A-EDF0-941FAF1028B5}"/>
                  </a:ext>
                </a:extLst>
              </p:cNvPr>
              <p:cNvSpPr/>
              <p:nvPr/>
            </p:nvSpPr>
            <p:spPr>
              <a:xfrm>
                <a:off x="9465140" y="5169226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4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2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00" name="Freeform: Shape 5899">
                <a:extLst>
                  <a:ext uri="{FF2B5EF4-FFF2-40B4-BE49-F238E27FC236}">
                    <a16:creationId xmlns:a16="http://schemas.microsoft.com/office/drawing/2014/main" id="{C217CBEB-AB52-E410-2407-E6C61B71600A}"/>
                  </a:ext>
                </a:extLst>
              </p:cNvPr>
              <p:cNvSpPr/>
              <p:nvPr/>
            </p:nvSpPr>
            <p:spPr>
              <a:xfrm>
                <a:off x="9465965" y="516900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3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01" name="Freeform: Shape 5900">
                <a:extLst>
                  <a:ext uri="{FF2B5EF4-FFF2-40B4-BE49-F238E27FC236}">
                    <a16:creationId xmlns:a16="http://schemas.microsoft.com/office/drawing/2014/main" id="{7B3FD7C8-FF6D-76E5-B529-C1F7CFF73611}"/>
                  </a:ext>
                </a:extLst>
              </p:cNvPr>
              <p:cNvSpPr/>
              <p:nvPr/>
            </p:nvSpPr>
            <p:spPr>
              <a:xfrm>
                <a:off x="9466732" y="516914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3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02" name="Freeform: Shape 5901">
                <a:extLst>
                  <a:ext uri="{FF2B5EF4-FFF2-40B4-BE49-F238E27FC236}">
                    <a16:creationId xmlns:a16="http://schemas.microsoft.com/office/drawing/2014/main" id="{24A88B07-2CC8-5D3E-8FE3-AEE8E871D6E4}"/>
                  </a:ext>
                </a:extLst>
              </p:cNvPr>
              <p:cNvSpPr/>
              <p:nvPr/>
            </p:nvSpPr>
            <p:spPr>
              <a:xfrm>
                <a:off x="9467530" y="516910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03" name="Freeform: Shape 5902">
                <a:extLst>
                  <a:ext uri="{FF2B5EF4-FFF2-40B4-BE49-F238E27FC236}">
                    <a16:creationId xmlns:a16="http://schemas.microsoft.com/office/drawing/2014/main" id="{84E7528C-5478-7361-7E8A-392BB5953B28}"/>
                  </a:ext>
                </a:extLst>
              </p:cNvPr>
              <p:cNvSpPr/>
              <p:nvPr/>
            </p:nvSpPr>
            <p:spPr>
              <a:xfrm>
                <a:off x="9468385" y="5168787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04" name="Freeform: Shape 5903">
                <a:extLst>
                  <a:ext uri="{FF2B5EF4-FFF2-40B4-BE49-F238E27FC236}">
                    <a16:creationId xmlns:a16="http://schemas.microsoft.com/office/drawing/2014/main" id="{B354510C-074C-18C2-541D-BC4AEEAFA8BF}"/>
                  </a:ext>
                </a:extLst>
              </p:cNvPr>
              <p:cNvSpPr/>
              <p:nvPr/>
            </p:nvSpPr>
            <p:spPr>
              <a:xfrm>
                <a:off x="9469141" y="516899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05" name="Freeform: Shape 5904">
                <a:extLst>
                  <a:ext uri="{FF2B5EF4-FFF2-40B4-BE49-F238E27FC236}">
                    <a16:creationId xmlns:a16="http://schemas.microsoft.com/office/drawing/2014/main" id="{5C207588-9B37-4444-8245-8762E817A06D}"/>
                  </a:ext>
                </a:extLst>
              </p:cNvPr>
              <p:cNvSpPr/>
              <p:nvPr/>
            </p:nvSpPr>
            <p:spPr>
              <a:xfrm>
                <a:off x="9469919" y="516909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06" name="Freeform: Shape 5905">
                <a:extLst>
                  <a:ext uri="{FF2B5EF4-FFF2-40B4-BE49-F238E27FC236}">
                    <a16:creationId xmlns:a16="http://schemas.microsoft.com/office/drawing/2014/main" id="{46B5D94A-88CE-FEFF-1D0F-D08735AF3327}"/>
                  </a:ext>
                </a:extLst>
              </p:cNvPr>
              <p:cNvSpPr/>
              <p:nvPr/>
            </p:nvSpPr>
            <p:spPr>
              <a:xfrm>
                <a:off x="9470672" y="5169308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4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6" y="1657"/>
                      <a:pt x="241" y="2464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07" name="Freeform: Shape 5906">
                <a:extLst>
                  <a:ext uri="{FF2B5EF4-FFF2-40B4-BE49-F238E27FC236}">
                    <a16:creationId xmlns:a16="http://schemas.microsoft.com/office/drawing/2014/main" id="{A4AB58BB-30FD-87AD-7B5B-38DAED39409F}"/>
                  </a:ext>
                </a:extLst>
              </p:cNvPr>
              <p:cNvSpPr/>
              <p:nvPr/>
            </p:nvSpPr>
            <p:spPr>
              <a:xfrm>
                <a:off x="9471411" y="5169587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4"/>
                      <a:pt x="6250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6" y="1657"/>
                      <a:pt x="241" y="2464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08" name="Freeform: Shape 5907">
                <a:extLst>
                  <a:ext uri="{FF2B5EF4-FFF2-40B4-BE49-F238E27FC236}">
                    <a16:creationId xmlns:a16="http://schemas.microsoft.com/office/drawing/2014/main" id="{8003E7DE-AE1C-8EA3-8018-176A0AD1647D}"/>
                  </a:ext>
                </a:extLst>
              </p:cNvPr>
              <p:cNvSpPr/>
              <p:nvPr/>
            </p:nvSpPr>
            <p:spPr>
              <a:xfrm>
                <a:off x="9472226" y="516952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4"/>
                      <a:pt x="6250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6" y="1657"/>
                      <a:pt x="241" y="2464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09" name="Freeform: Shape 5908">
                <a:extLst>
                  <a:ext uri="{FF2B5EF4-FFF2-40B4-BE49-F238E27FC236}">
                    <a16:creationId xmlns:a16="http://schemas.microsoft.com/office/drawing/2014/main" id="{0662369D-39EF-FD05-526F-03E92BBAAD7F}"/>
                  </a:ext>
                </a:extLst>
              </p:cNvPr>
              <p:cNvSpPr/>
              <p:nvPr/>
            </p:nvSpPr>
            <p:spPr>
              <a:xfrm>
                <a:off x="9473002" y="5169640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2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4"/>
                      <a:pt x="6250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10" name="Freeform: Shape 5909">
                <a:extLst>
                  <a:ext uri="{FF2B5EF4-FFF2-40B4-BE49-F238E27FC236}">
                    <a16:creationId xmlns:a16="http://schemas.microsoft.com/office/drawing/2014/main" id="{BDDB458C-B08C-848A-A279-8B3087CC12F2}"/>
                  </a:ext>
                </a:extLst>
              </p:cNvPr>
              <p:cNvSpPr/>
              <p:nvPr/>
            </p:nvSpPr>
            <p:spPr>
              <a:xfrm>
                <a:off x="9473832" y="516953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11" name="Freeform: Shape 5910">
                <a:extLst>
                  <a:ext uri="{FF2B5EF4-FFF2-40B4-BE49-F238E27FC236}">
                    <a16:creationId xmlns:a16="http://schemas.microsoft.com/office/drawing/2014/main" id="{A29C7D1B-6684-D6DB-351E-B538A0E16E3F}"/>
                  </a:ext>
                </a:extLst>
              </p:cNvPr>
              <p:cNvSpPr/>
              <p:nvPr/>
            </p:nvSpPr>
            <p:spPr>
              <a:xfrm>
                <a:off x="9474623" y="5169599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12" name="Freeform: Shape 5911">
                <a:extLst>
                  <a:ext uri="{FF2B5EF4-FFF2-40B4-BE49-F238E27FC236}">
                    <a16:creationId xmlns:a16="http://schemas.microsoft.com/office/drawing/2014/main" id="{7F2D1615-D98B-B358-D437-4140DD57C0F4}"/>
                  </a:ext>
                </a:extLst>
              </p:cNvPr>
              <p:cNvSpPr/>
              <p:nvPr/>
            </p:nvSpPr>
            <p:spPr>
              <a:xfrm>
                <a:off x="9475486" y="5169385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13" name="Freeform: Shape 5912">
                <a:extLst>
                  <a:ext uri="{FF2B5EF4-FFF2-40B4-BE49-F238E27FC236}">
                    <a16:creationId xmlns:a16="http://schemas.microsoft.com/office/drawing/2014/main" id="{D3DC34DA-F2E4-DF65-151C-9A7C53EA37A3}"/>
                  </a:ext>
                </a:extLst>
              </p:cNvPr>
              <p:cNvSpPr/>
              <p:nvPr/>
            </p:nvSpPr>
            <p:spPr>
              <a:xfrm>
                <a:off x="9476353" y="5169178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14" name="Freeform: Shape 5913">
                <a:extLst>
                  <a:ext uri="{FF2B5EF4-FFF2-40B4-BE49-F238E27FC236}">
                    <a16:creationId xmlns:a16="http://schemas.microsoft.com/office/drawing/2014/main" id="{17C6CAF2-6E45-2C2B-2FA9-D670EBEFE88F}"/>
                  </a:ext>
                </a:extLst>
              </p:cNvPr>
              <p:cNvSpPr/>
              <p:nvPr/>
            </p:nvSpPr>
            <p:spPr>
              <a:xfrm>
                <a:off x="9477238" y="5168919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5" y="133"/>
                      <a:pt x="3413" y="133"/>
                    </a:cubicBezTo>
                    <a:cubicBezTo>
                      <a:pt x="2572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15" name="Freeform: Shape 5914">
                <a:extLst>
                  <a:ext uri="{FF2B5EF4-FFF2-40B4-BE49-F238E27FC236}">
                    <a16:creationId xmlns:a16="http://schemas.microsoft.com/office/drawing/2014/main" id="{E0CAAFEC-2874-FF25-A45D-6A2EDB840D98}"/>
                  </a:ext>
                </a:extLst>
              </p:cNvPr>
              <p:cNvSpPr/>
              <p:nvPr/>
            </p:nvSpPr>
            <p:spPr>
              <a:xfrm>
                <a:off x="9478051" y="516895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5" y="133"/>
                      <a:pt x="3413" y="133"/>
                    </a:cubicBezTo>
                    <a:cubicBezTo>
                      <a:pt x="2572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16" name="Freeform: Shape 5915">
                <a:extLst>
                  <a:ext uri="{FF2B5EF4-FFF2-40B4-BE49-F238E27FC236}">
                    <a16:creationId xmlns:a16="http://schemas.microsoft.com/office/drawing/2014/main" id="{B50874F5-13AC-9AF2-055C-DC68414E90DF}"/>
                  </a:ext>
                </a:extLst>
              </p:cNvPr>
              <p:cNvSpPr/>
              <p:nvPr/>
            </p:nvSpPr>
            <p:spPr>
              <a:xfrm>
                <a:off x="9478928" y="5168762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5" y="133"/>
                      <a:pt x="3414" y="133"/>
                    </a:cubicBezTo>
                    <a:cubicBezTo>
                      <a:pt x="2572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17" name="Freeform: Shape 5916">
                <a:extLst>
                  <a:ext uri="{FF2B5EF4-FFF2-40B4-BE49-F238E27FC236}">
                    <a16:creationId xmlns:a16="http://schemas.microsoft.com/office/drawing/2014/main" id="{4828917D-C7C0-56FA-8C1A-82723B325296}"/>
                  </a:ext>
                </a:extLst>
              </p:cNvPr>
              <p:cNvSpPr/>
              <p:nvPr/>
            </p:nvSpPr>
            <p:spPr>
              <a:xfrm>
                <a:off x="9479776" y="5168693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18" name="Freeform: Shape 5917">
                <a:extLst>
                  <a:ext uri="{FF2B5EF4-FFF2-40B4-BE49-F238E27FC236}">
                    <a16:creationId xmlns:a16="http://schemas.microsoft.com/office/drawing/2014/main" id="{2878DD5D-E92D-FA74-46EF-78A5C11912B8}"/>
                  </a:ext>
                </a:extLst>
              </p:cNvPr>
              <p:cNvSpPr/>
              <p:nvPr/>
            </p:nvSpPr>
            <p:spPr>
              <a:xfrm>
                <a:off x="9480593" y="5168742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19" name="Freeform: Shape 5918">
                <a:extLst>
                  <a:ext uri="{FF2B5EF4-FFF2-40B4-BE49-F238E27FC236}">
                    <a16:creationId xmlns:a16="http://schemas.microsoft.com/office/drawing/2014/main" id="{D4EC3EF9-1CAC-86EA-EB1D-439BAF7D93ED}"/>
                  </a:ext>
                </a:extLst>
              </p:cNvPr>
              <p:cNvSpPr/>
              <p:nvPr/>
            </p:nvSpPr>
            <p:spPr>
              <a:xfrm>
                <a:off x="9481461" y="5168626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20" name="Freeform: Shape 5919">
                <a:extLst>
                  <a:ext uri="{FF2B5EF4-FFF2-40B4-BE49-F238E27FC236}">
                    <a16:creationId xmlns:a16="http://schemas.microsoft.com/office/drawing/2014/main" id="{D4C98D6F-E5F6-02BA-22CA-9A04447D142F}"/>
                  </a:ext>
                </a:extLst>
              </p:cNvPr>
              <p:cNvSpPr/>
              <p:nvPr/>
            </p:nvSpPr>
            <p:spPr>
              <a:xfrm>
                <a:off x="9482195" y="5168970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21" name="Freeform: Shape 5920">
                <a:extLst>
                  <a:ext uri="{FF2B5EF4-FFF2-40B4-BE49-F238E27FC236}">
                    <a16:creationId xmlns:a16="http://schemas.microsoft.com/office/drawing/2014/main" id="{CA0756E1-373A-48DE-C64B-297E98D7FDEF}"/>
                  </a:ext>
                </a:extLst>
              </p:cNvPr>
              <p:cNvSpPr/>
              <p:nvPr/>
            </p:nvSpPr>
            <p:spPr>
              <a:xfrm>
                <a:off x="9483049" y="5168922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5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22" name="Freeform: Shape 5921">
                <a:extLst>
                  <a:ext uri="{FF2B5EF4-FFF2-40B4-BE49-F238E27FC236}">
                    <a16:creationId xmlns:a16="http://schemas.microsoft.com/office/drawing/2014/main" id="{49079003-8F15-5B1F-2DA7-3F741D377EB8}"/>
                  </a:ext>
                </a:extLst>
              </p:cNvPr>
              <p:cNvSpPr/>
              <p:nvPr/>
            </p:nvSpPr>
            <p:spPr>
              <a:xfrm>
                <a:off x="9483887" y="5168936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5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2" y="2464"/>
                      <a:pt x="242" y="3306"/>
                    </a:cubicBezTo>
                    <a:cubicBezTo>
                      <a:pt x="242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23" name="Freeform: Shape 5922">
                <a:extLst>
                  <a:ext uri="{FF2B5EF4-FFF2-40B4-BE49-F238E27FC236}">
                    <a16:creationId xmlns:a16="http://schemas.microsoft.com/office/drawing/2014/main" id="{7584BEEC-8506-0330-AFF3-332AD7BFA805}"/>
                  </a:ext>
                </a:extLst>
              </p:cNvPr>
              <p:cNvSpPr/>
              <p:nvPr/>
            </p:nvSpPr>
            <p:spPr>
              <a:xfrm>
                <a:off x="9484689" y="5169068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2" y="2464"/>
                      <a:pt x="242" y="3306"/>
                    </a:cubicBezTo>
                    <a:cubicBezTo>
                      <a:pt x="242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24" name="Freeform: Shape 5923">
                <a:extLst>
                  <a:ext uri="{FF2B5EF4-FFF2-40B4-BE49-F238E27FC236}">
                    <a16:creationId xmlns:a16="http://schemas.microsoft.com/office/drawing/2014/main" id="{BEA14598-7F05-1CE2-070B-B15E3B58CCA5}"/>
                  </a:ext>
                </a:extLst>
              </p:cNvPr>
              <p:cNvSpPr/>
              <p:nvPr/>
            </p:nvSpPr>
            <p:spPr>
              <a:xfrm>
                <a:off x="9485566" y="5168981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3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25" name="Freeform: Shape 5924">
                <a:extLst>
                  <a:ext uri="{FF2B5EF4-FFF2-40B4-BE49-F238E27FC236}">
                    <a16:creationId xmlns:a16="http://schemas.microsoft.com/office/drawing/2014/main" id="{4ADBEBCD-32CC-7530-7571-FF25B63DAD91}"/>
                  </a:ext>
                </a:extLst>
              </p:cNvPr>
              <p:cNvSpPr/>
              <p:nvPr/>
            </p:nvSpPr>
            <p:spPr>
              <a:xfrm>
                <a:off x="9486502" y="5168732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26" name="Freeform: Shape 5925">
                <a:extLst>
                  <a:ext uri="{FF2B5EF4-FFF2-40B4-BE49-F238E27FC236}">
                    <a16:creationId xmlns:a16="http://schemas.microsoft.com/office/drawing/2014/main" id="{D8FB90B4-FB51-53B1-4842-340DF74EBBA3}"/>
                  </a:ext>
                </a:extLst>
              </p:cNvPr>
              <p:cNvSpPr/>
              <p:nvPr/>
            </p:nvSpPr>
            <p:spPr>
              <a:xfrm>
                <a:off x="9487289" y="5168938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27" name="Freeform: Shape 5926">
                <a:extLst>
                  <a:ext uri="{FF2B5EF4-FFF2-40B4-BE49-F238E27FC236}">
                    <a16:creationId xmlns:a16="http://schemas.microsoft.com/office/drawing/2014/main" id="{6E1992DC-7353-5ABD-25C5-093E4DAAEECB}"/>
                  </a:ext>
                </a:extLst>
              </p:cNvPr>
              <p:cNvSpPr/>
              <p:nvPr/>
            </p:nvSpPr>
            <p:spPr>
              <a:xfrm>
                <a:off x="9488251" y="5168645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28" name="Freeform: Shape 5927">
                <a:extLst>
                  <a:ext uri="{FF2B5EF4-FFF2-40B4-BE49-F238E27FC236}">
                    <a16:creationId xmlns:a16="http://schemas.microsoft.com/office/drawing/2014/main" id="{29594422-9212-F4B6-9A43-BBF658BA0AAA}"/>
                  </a:ext>
                </a:extLst>
              </p:cNvPr>
              <p:cNvSpPr/>
              <p:nvPr/>
            </p:nvSpPr>
            <p:spPr>
              <a:xfrm>
                <a:off x="9489098" y="5168695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29" name="Freeform: Shape 5928">
                <a:extLst>
                  <a:ext uri="{FF2B5EF4-FFF2-40B4-BE49-F238E27FC236}">
                    <a16:creationId xmlns:a16="http://schemas.microsoft.com/office/drawing/2014/main" id="{E776637B-FF01-A87D-536D-FE54268AA241}"/>
                  </a:ext>
                </a:extLst>
              </p:cNvPr>
              <p:cNvSpPr/>
              <p:nvPr/>
            </p:nvSpPr>
            <p:spPr>
              <a:xfrm>
                <a:off x="9489907" y="5168860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4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30" name="Freeform: Shape 5929">
                <a:extLst>
                  <a:ext uri="{FF2B5EF4-FFF2-40B4-BE49-F238E27FC236}">
                    <a16:creationId xmlns:a16="http://schemas.microsoft.com/office/drawing/2014/main" id="{E090724B-94B3-17E2-8F15-488D04350AA5}"/>
                  </a:ext>
                </a:extLst>
              </p:cNvPr>
              <p:cNvSpPr/>
              <p:nvPr/>
            </p:nvSpPr>
            <p:spPr>
              <a:xfrm>
                <a:off x="9490714" y="5169031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4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31" name="Freeform: Shape 5930">
                <a:extLst>
                  <a:ext uri="{FF2B5EF4-FFF2-40B4-BE49-F238E27FC236}">
                    <a16:creationId xmlns:a16="http://schemas.microsoft.com/office/drawing/2014/main" id="{F0E3C7FB-7E49-94B6-32E7-384BF2C3EA68}"/>
                  </a:ext>
                </a:extLst>
              </p:cNvPr>
              <p:cNvSpPr/>
              <p:nvPr/>
            </p:nvSpPr>
            <p:spPr>
              <a:xfrm>
                <a:off x="9491459" y="5169373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5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32" name="Freeform: Shape 5931">
                <a:extLst>
                  <a:ext uri="{FF2B5EF4-FFF2-40B4-BE49-F238E27FC236}">
                    <a16:creationId xmlns:a16="http://schemas.microsoft.com/office/drawing/2014/main" id="{E63AB28E-7902-5F9D-6E15-D36C9F1F0415}"/>
                  </a:ext>
                </a:extLst>
              </p:cNvPr>
              <p:cNvSpPr/>
              <p:nvPr/>
            </p:nvSpPr>
            <p:spPr>
              <a:xfrm>
                <a:off x="9492371" y="5169279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5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33" name="Freeform: Shape 5932">
                <a:extLst>
                  <a:ext uri="{FF2B5EF4-FFF2-40B4-BE49-F238E27FC236}">
                    <a16:creationId xmlns:a16="http://schemas.microsoft.com/office/drawing/2014/main" id="{F10BB60F-D76D-F643-0BF4-025E55F47DCF}"/>
                  </a:ext>
                </a:extLst>
              </p:cNvPr>
              <p:cNvSpPr/>
              <p:nvPr/>
            </p:nvSpPr>
            <p:spPr>
              <a:xfrm>
                <a:off x="9493351" y="5169025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34" name="Freeform: Shape 5933">
                <a:extLst>
                  <a:ext uri="{FF2B5EF4-FFF2-40B4-BE49-F238E27FC236}">
                    <a16:creationId xmlns:a16="http://schemas.microsoft.com/office/drawing/2014/main" id="{8E1A84B6-EF97-31B9-3B72-EF898CEDB6B1}"/>
                  </a:ext>
                </a:extLst>
              </p:cNvPr>
              <p:cNvSpPr/>
              <p:nvPr/>
            </p:nvSpPr>
            <p:spPr>
              <a:xfrm>
                <a:off x="9494095" y="5169383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35" name="Freeform: Shape 5934">
                <a:extLst>
                  <a:ext uri="{FF2B5EF4-FFF2-40B4-BE49-F238E27FC236}">
                    <a16:creationId xmlns:a16="http://schemas.microsoft.com/office/drawing/2014/main" id="{B9D5F398-380E-503C-3871-7A33B12159CD}"/>
                  </a:ext>
                </a:extLst>
              </p:cNvPr>
              <p:cNvSpPr/>
              <p:nvPr/>
            </p:nvSpPr>
            <p:spPr>
              <a:xfrm>
                <a:off x="9494970" y="5169417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36" name="Freeform: Shape 5935">
                <a:extLst>
                  <a:ext uri="{FF2B5EF4-FFF2-40B4-BE49-F238E27FC236}">
                    <a16:creationId xmlns:a16="http://schemas.microsoft.com/office/drawing/2014/main" id="{6D543CE8-2227-19C0-CACB-D1CAC050FE9C}"/>
                  </a:ext>
                </a:extLst>
              </p:cNvPr>
              <p:cNvSpPr/>
              <p:nvPr/>
            </p:nvSpPr>
            <p:spPr>
              <a:xfrm>
                <a:off x="9495914" y="5169293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6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8" y="1657"/>
                      <a:pt x="243" y="2464"/>
                      <a:pt x="243" y="3306"/>
                    </a:cubicBezTo>
                    <a:cubicBezTo>
                      <a:pt x="243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37" name="Freeform: Shape 5936">
                <a:extLst>
                  <a:ext uri="{FF2B5EF4-FFF2-40B4-BE49-F238E27FC236}">
                    <a16:creationId xmlns:a16="http://schemas.microsoft.com/office/drawing/2014/main" id="{B2BF7EF4-AFFE-0512-0A40-A597CA63A76E}"/>
                  </a:ext>
                </a:extLst>
              </p:cNvPr>
              <p:cNvSpPr/>
              <p:nvPr/>
            </p:nvSpPr>
            <p:spPr>
              <a:xfrm>
                <a:off x="9496838" y="5169230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7" y="4147"/>
                      <a:pt x="6587" y="3306"/>
                    </a:cubicBezTo>
                    <a:cubicBezTo>
                      <a:pt x="6587" y="2464"/>
                      <a:pt x="6252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8" y="1657"/>
                      <a:pt x="243" y="2464"/>
                      <a:pt x="243" y="3306"/>
                    </a:cubicBezTo>
                    <a:cubicBezTo>
                      <a:pt x="243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38" name="Freeform: Shape 5937">
                <a:extLst>
                  <a:ext uri="{FF2B5EF4-FFF2-40B4-BE49-F238E27FC236}">
                    <a16:creationId xmlns:a16="http://schemas.microsoft.com/office/drawing/2014/main" id="{A6208527-5649-4CA9-D70B-1D4F24227319}"/>
                  </a:ext>
                </a:extLst>
              </p:cNvPr>
              <p:cNvSpPr/>
              <p:nvPr/>
            </p:nvSpPr>
            <p:spPr>
              <a:xfrm>
                <a:off x="9497673" y="5169392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7" y="4147"/>
                      <a:pt x="6587" y="3306"/>
                    </a:cubicBezTo>
                    <a:cubicBezTo>
                      <a:pt x="6587" y="2464"/>
                      <a:pt x="6252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8" y="1657"/>
                      <a:pt x="243" y="2464"/>
                      <a:pt x="243" y="3306"/>
                    </a:cubicBezTo>
                    <a:cubicBezTo>
                      <a:pt x="243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39" name="Freeform: Shape 5938">
                <a:extLst>
                  <a:ext uri="{FF2B5EF4-FFF2-40B4-BE49-F238E27FC236}">
                    <a16:creationId xmlns:a16="http://schemas.microsoft.com/office/drawing/2014/main" id="{220199A7-3EF8-BB30-1B73-78B90D30AC92}"/>
                  </a:ext>
                </a:extLst>
              </p:cNvPr>
              <p:cNvSpPr/>
              <p:nvPr/>
            </p:nvSpPr>
            <p:spPr>
              <a:xfrm>
                <a:off x="9498578" y="5169396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4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7" y="4147"/>
                      <a:pt x="6587" y="3306"/>
                    </a:cubicBezTo>
                    <a:cubicBezTo>
                      <a:pt x="6587" y="2464"/>
                      <a:pt x="6252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40" name="Freeform: Shape 5939">
                <a:extLst>
                  <a:ext uri="{FF2B5EF4-FFF2-40B4-BE49-F238E27FC236}">
                    <a16:creationId xmlns:a16="http://schemas.microsoft.com/office/drawing/2014/main" id="{72AA0C5A-733E-BFFC-1482-7F4FD1283203}"/>
                  </a:ext>
                </a:extLst>
              </p:cNvPr>
              <p:cNvSpPr/>
              <p:nvPr/>
            </p:nvSpPr>
            <p:spPr>
              <a:xfrm>
                <a:off x="9499413" y="5169569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41" name="Freeform: Shape 5940">
                <a:extLst>
                  <a:ext uri="{FF2B5EF4-FFF2-40B4-BE49-F238E27FC236}">
                    <a16:creationId xmlns:a16="http://schemas.microsoft.com/office/drawing/2014/main" id="{A58CE3F2-E308-F8BB-D456-F955BFDF5F54}"/>
                  </a:ext>
                </a:extLst>
              </p:cNvPr>
              <p:cNvSpPr/>
              <p:nvPr/>
            </p:nvSpPr>
            <p:spPr>
              <a:xfrm>
                <a:off x="9500296" y="5169640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42" name="Freeform: Shape 5941">
                <a:extLst>
                  <a:ext uri="{FF2B5EF4-FFF2-40B4-BE49-F238E27FC236}">
                    <a16:creationId xmlns:a16="http://schemas.microsoft.com/office/drawing/2014/main" id="{98BCBB8F-3F69-E6C1-FF2C-C7403B2058AC}"/>
                  </a:ext>
                </a:extLst>
              </p:cNvPr>
              <p:cNvSpPr/>
              <p:nvPr/>
            </p:nvSpPr>
            <p:spPr>
              <a:xfrm>
                <a:off x="9501279" y="5169501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43" name="Freeform: Shape 5942">
                <a:extLst>
                  <a:ext uri="{FF2B5EF4-FFF2-40B4-BE49-F238E27FC236}">
                    <a16:creationId xmlns:a16="http://schemas.microsoft.com/office/drawing/2014/main" id="{4A26D676-1F3F-FF15-8FF7-0A95CA80BE10}"/>
                  </a:ext>
                </a:extLst>
              </p:cNvPr>
              <p:cNvSpPr/>
              <p:nvPr/>
            </p:nvSpPr>
            <p:spPr>
              <a:xfrm>
                <a:off x="9502191" y="5169531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44" name="Freeform: Shape 5943">
                <a:extLst>
                  <a:ext uri="{FF2B5EF4-FFF2-40B4-BE49-F238E27FC236}">
                    <a16:creationId xmlns:a16="http://schemas.microsoft.com/office/drawing/2014/main" id="{7414CABE-9C70-96A6-A988-AEFA94094A1D}"/>
                  </a:ext>
                </a:extLst>
              </p:cNvPr>
              <p:cNvSpPr/>
              <p:nvPr/>
            </p:nvSpPr>
            <p:spPr>
              <a:xfrm>
                <a:off x="9503156" y="5169461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7" y="133"/>
                      <a:pt x="3415" y="133"/>
                    </a:cubicBezTo>
                    <a:cubicBezTo>
                      <a:pt x="2574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45" name="Freeform: Shape 5944">
                <a:extLst>
                  <a:ext uri="{FF2B5EF4-FFF2-40B4-BE49-F238E27FC236}">
                    <a16:creationId xmlns:a16="http://schemas.microsoft.com/office/drawing/2014/main" id="{A11E7E5C-6084-B6E4-6964-3206ECF9B523}"/>
                  </a:ext>
                </a:extLst>
              </p:cNvPr>
              <p:cNvSpPr/>
              <p:nvPr/>
            </p:nvSpPr>
            <p:spPr>
              <a:xfrm>
                <a:off x="9504174" y="5169292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7" y="133"/>
                      <a:pt x="3416" y="133"/>
                    </a:cubicBezTo>
                    <a:cubicBezTo>
                      <a:pt x="2574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46" name="Freeform: Shape 5945">
                <a:extLst>
                  <a:ext uri="{FF2B5EF4-FFF2-40B4-BE49-F238E27FC236}">
                    <a16:creationId xmlns:a16="http://schemas.microsoft.com/office/drawing/2014/main" id="{3B9AFC3F-3D4F-24B8-D8AF-0FD6ACC26A34}"/>
                  </a:ext>
                </a:extLst>
              </p:cNvPr>
              <p:cNvSpPr/>
              <p:nvPr/>
            </p:nvSpPr>
            <p:spPr>
              <a:xfrm>
                <a:off x="9505119" y="5169289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7" y="133"/>
                      <a:pt x="3416" y="133"/>
                    </a:cubicBezTo>
                    <a:cubicBezTo>
                      <a:pt x="2574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47" name="Freeform: Shape 5946">
                <a:extLst>
                  <a:ext uri="{FF2B5EF4-FFF2-40B4-BE49-F238E27FC236}">
                    <a16:creationId xmlns:a16="http://schemas.microsoft.com/office/drawing/2014/main" id="{DFEACB6D-D290-522D-7063-D83DD77E0CA3}"/>
                  </a:ext>
                </a:extLst>
              </p:cNvPr>
              <p:cNvSpPr/>
              <p:nvPr/>
            </p:nvSpPr>
            <p:spPr>
              <a:xfrm>
                <a:off x="9506119" y="5169188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48" name="Freeform: Shape 5947">
                <a:extLst>
                  <a:ext uri="{FF2B5EF4-FFF2-40B4-BE49-F238E27FC236}">
                    <a16:creationId xmlns:a16="http://schemas.microsoft.com/office/drawing/2014/main" id="{25EB81C5-8707-16DC-6098-0B08AFB4B076}"/>
                  </a:ext>
                </a:extLst>
              </p:cNvPr>
              <p:cNvSpPr/>
              <p:nvPr/>
            </p:nvSpPr>
            <p:spPr>
              <a:xfrm>
                <a:off x="9507096" y="5169146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49" name="Freeform: Shape 5948">
                <a:extLst>
                  <a:ext uri="{FF2B5EF4-FFF2-40B4-BE49-F238E27FC236}">
                    <a16:creationId xmlns:a16="http://schemas.microsoft.com/office/drawing/2014/main" id="{B2288DDA-7230-BD1A-A7F6-7C71A2DD8AB0}"/>
                  </a:ext>
                </a:extLst>
              </p:cNvPr>
              <p:cNvSpPr/>
              <p:nvPr/>
            </p:nvSpPr>
            <p:spPr>
              <a:xfrm>
                <a:off x="9508076" y="5169113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50" name="Freeform: Shape 5949">
                <a:extLst>
                  <a:ext uri="{FF2B5EF4-FFF2-40B4-BE49-F238E27FC236}">
                    <a16:creationId xmlns:a16="http://schemas.microsoft.com/office/drawing/2014/main" id="{CD43AC0A-2232-1EDE-D793-6464D6526FCF}"/>
                  </a:ext>
                </a:extLst>
              </p:cNvPr>
              <p:cNvSpPr/>
              <p:nvPr/>
            </p:nvSpPr>
            <p:spPr>
              <a:xfrm>
                <a:off x="9509194" y="5168824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7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9" y="1657"/>
                      <a:pt x="244" y="2464"/>
                      <a:pt x="244" y="3306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51" name="Freeform: Shape 5950">
                <a:extLst>
                  <a:ext uri="{FF2B5EF4-FFF2-40B4-BE49-F238E27FC236}">
                    <a16:creationId xmlns:a16="http://schemas.microsoft.com/office/drawing/2014/main" id="{4EF3B403-8A92-1C72-89A7-5A35BD174B35}"/>
                  </a:ext>
                </a:extLst>
              </p:cNvPr>
              <p:cNvSpPr/>
              <p:nvPr/>
            </p:nvSpPr>
            <p:spPr>
              <a:xfrm>
                <a:off x="9510209" y="5168753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6"/>
                    </a:cubicBezTo>
                    <a:cubicBezTo>
                      <a:pt x="6588" y="2464"/>
                      <a:pt x="6253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9" y="1657"/>
                      <a:pt x="244" y="2464"/>
                      <a:pt x="244" y="3306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52" name="Freeform: Shape 5951">
                <a:extLst>
                  <a:ext uri="{FF2B5EF4-FFF2-40B4-BE49-F238E27FC236}">
                    <a16:creationId xmlns:a16="http://schemas.microsoft.com/office/drawing/2014/main" id="{C84FB19C-0ECC-4207-84AA-570BD19258FD}"/>
                  </a:ext>
                </a:extLst>
              </p:cNvPr>
              <p:cNvSpPr/>
              <p:nvPr/>
            </p:nvSpPr>
            <p:spPr>
              <a:xfrm>
                <a:off x="9511059" y="5169003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5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6"/>
                    </a:cubicBezTo>
                    <a:cubicBezTo>
                      <a:pt x="6588" y="2464"/>
                      <a:pt x="6253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53" name="Freeform: Shape 5952">
                <a:extLst>
                  <a:ext uri="{FF2B5EF4-FFF2-40B4-BE49-F238E27FC236}">
                    <a16:creationId xmlns:a16="http://schemas.microsoft.com/office/drawing/2014/main" id="{476897B4-93CB-6F4E-C6CD-F6FC9F8EBC18}"/>
                  </a:ext>
                </a:extLst>
              </p:cNvPr>
              <p:cNvSpPr/>
              <p:nvPr/>
            </p:nvSpPr>
            <p:spPr>
              <a:xfrm>
                <a:off x="9512106" y="5168895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54" name="Freeform: Shape 5953">
                <a:extLst>
                  <a:ext uri="{FF2B5EF4-FFF2-40B4-BE49-F238E27FC236}">
                    <a16:creationId xmlns:a16="http://schemas.microsoft.com/office/drawing/2014/main" id="{16984106-DD8A-D523-D6C8-95DF5202A49E}"/>
                  </a:ext>
                </a:extLst>
              </p:cNvPr>
              <p:cNvSpPr/>
              <p:nvPr/>
            </p:nvSpPr>
            <p:spPr>
              <a:xfrm>
                <a:off x="9513015" y="5169055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55" name="Freeform: Shape 5954">
                <a:extLst>
                  <a:ext uri="{FF2B5EF4-FFF2-40B4-BE49-F238E27FC236}">
                    <a16:creationId xmlns:a16="http://schemas.microsoft.com/office/drawing/2014/main" id="{9121FC6F-C5C0-4C17-B6CE-48372DE302BE}"/>
                  </a:ext>
                </a:extLst>
              </p:cNvPr>
              <p:cNvSpPr/>
              <p:nvPr/>
            </p:nvSpPr>
            <p:spPr>
              <a:xfrm>
                <a:off x="9514010" y="5169065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56" name="Freeform: Shape 5955">
                <a:extLst>
                  <a:ext uri="{FF2B5EF4-FFF2-40B4-BE49-F238E27FC236}">
                    <a16:creationId xmlns:a16="http://schemas.microsoft.com/office/drawing/2014/main" id="{1ACD76C7-B9DE-3841-8B44-589A1900F72A}"/>
                  </a:ext>
                </a:extLst>
              </p:cNvPr>
              <p:cNvSpPr/>
              <p:nvPr/>
            </p:nvSpPr>
            <p:spPr>
              <a:xfrm>
                <a:off x="9514979" y="5169135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57" name="Freeform: Shape 5956">
                <a:extLst>
                  <a:ext uri="{FF2B5EF4-FFF2-40B4-BE49-F238E27FC236}">
                    <a16:creationId xmlns:a16="http://schemas.microsoft.com/office/drawing/2014/main" id="{29C72B26-EC50-45D8-CBC2-F3E9A4774962}"/>
                  </a:ext>
                </a:extLst>
              </p:cNvPr>
              <p:cNvSpPr/>
              <p:nvPr/>
            </p:nvSpPr>
            <p:spPr>
              <a:xfrm>
                <a:off x="9515832" y="5169417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3"/>
                      <a:pt x="3416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58" name="Freeform: Shape 5957">
                <a:extLst>
                  <a:ext uri="{FF2B5EF4-FFF2-40B4-BE49-F238E27FC236}">
                    <a16:creationId xmlns:a16="http://schemas.microsoft.com/office/drawing/2014/main" id="{88C475E7-B553-BB5A-D001-CE9515F6A4D4}"/>
                  </a:ext>
                </a:extLst>
              </p:cNvPr>
              <p:cNvSpPr/>
              <p:nvPr/>
            </p:nvSpPr>
            <p:spPr>
              <a:xfrm>
                <a:off x="9516922" y="5169296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3"/>
                      <a:pt x="3417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59" name="Freeform: Shape 5958">
                <a:extLst>
                  <a:ext uri="{FF2B5EF4-FFF2-40B4-BE49-F238E27FC236}">
                    <a16:creationId xmlns:a16="http://schemas.microsoft.com/office/drawing/2014/main" id="{B290D050-4839-10E0-0AE6-EC25DE5D2927}"/>
                  </a:ext>
                </a:extLst>
              </p:cNvPr>
              <p:cNvSpPr/>
              <p:nvPr/>
            </p:nvSpPr>
            <p:spPr>
              <a:xfrm>
                <a:off x="9518016" y="5169184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60" name="Freeform: Shape 5959">
                <a:extLst>
                  <a:ext uri="{FF2B5EF4-FFF2-40B4-BE49-F238E27FC236}">
                    <a16:creationId xmlns:a16="http://schemas.microsoft.com/office/drawing/2014/main" id="{E1EDD307-8409-D127-5F7B-03CF5342FAFF}"/>
                  </a:ext>
                </a:extLst>
              </p:cNvPr>
              <p:cNvSpPr/>
              <p:nvPr/>
            </p:nvSpPr>
            <p:spPr>
              <a:xfrm>
                <a:off x="9519054" y="5169182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61" name="Freeform: Shape 5960">
                <a:extLst>
                  <a:ext uri="{FF2B5EF4-FFF2-40B4-BE49-F238E27FC236}">
                    <a16:creationId xmlns:a16="http://schemas.microsoft.com/office/drawing/2014/main" id="{5DB5B83F-CD29-1FF0-FBAB-A930D778B83B}"/>
                  </a:ext>
                </a:extLst>
              </p:cNvPr>
              <p:cNvSpPr/>
              <p:nvPr/>
            </p:nvSpPr>
            <p:spPr>
              <a:xfrm>
                <a:off x="9520155" y="5169087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62" name="Freeform: Shape 5961">
                <a:extLst>
                  <a:ext uri="{FF2B5EF4-FFF2-40B4-BE49-F238E27FC236}">
                    <a16:creationId xmlns:a16="http://schemas.microsoft.com/office/drawing/2014/main" id="{2893C1B0-0E71-4CBB-4423-287BEA8C05E2}"/>
                  </a:ext>
                </a:extLst>
              </p:cNvPr>
              <p:cNvSpPr/>
              <p:nvPr/>
            </p:nvSpPr>
            <p:spPr>
              <a:xfrm>
                <a:off x="9521199" y="5169101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8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63" name="Freeform: Shape 5962">
                <a:extLst>
                  <a:ext uri="{FF2B5EF4-FFF2-40B4-BE49-F238E27FC236}">
                    <a16:creationId xmlns:a16="http://schemas.microsoft.com/office/drawing/2014/main" id="{48ECC347-DED6-5F61-51E3-A7E6B255D1B8}"/>
                  </a:ext>
                </a:extLst>
              </p:cNvPr>
              <p:cNvSpPr/>
              <p:nvPr/>
            </p:nvSpPr>
            <p:spPr>
              <a:xfrm>
                <a:off x="9522183" y="5169224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64" name="Freeform: Shape 5963">
                <a:extLst>
                  <a:ext uri="{FF2B5EF4-FFF2-40B4-BE49-F238E27FC236}">
                    <a16:creationId xmlns:a16="http://schemas.microsoft.com/office/drawing/2014/main" id="{287DB089-B583-8E58-9B99-F71602345836}"/>
                  </a:ext>
                </a:extLst>
              </p:cNvPr>
              <p:cNvSpPr/>
              <p:nvPr/>
            </p:nvSpPr>
            <p:spPr>
              <a:xfrm>
                <a:off x="9523294" y="5169155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65" name="Freeform: Shape 5964">
                <a:extLst>
                  <a:ext uri="{FF2B5EF4-FFF2-40B4-BE49-F238E27FC236}">
                    <a16:creationId xmlns:a16="http://schemas.microsoft.com/office/drawing/2014/main" id="{1825219E-3906-ECAC-766B-2D62D395D6F1}"/>
                  </a:ext>
                </a:extLst>
              </p:cNvPr>
              <p:cNvSpPr/>
              <p:nvPr/>
            </p:nvSpPr>
            <p:spPr>
              <a:xfrm>
                <a:off x="9524218" y="5169393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6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66" name="Freeform: Shape 5965">
                <a:extLst>
                  <a:ext uri="{FF2B5EF4-FFF2-40B4-BE49-F238E27FC236}">
                    <a16:creationId xmlns:a16="http://schemas.microsoft.com/office/drawing/2014/main" id="{AC73C500-9449-A6F7-5790-7D70ABEC4164}"/>
                  </a:ext>
                </a:extLst>
              </p:cNvPr>
              <p:cNvSpPr/>
              <p:nvPr/>
            </p:nvSpPr>
            <p:spPr>
              <a:xfrm>
                <a:off x="9525367" y="5169291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67" name="Freeform: Shape 5966">
                <a:extLst>
                  <a:ext uri="{FF2B5EF4-FFF2-40B4-BE49-F238E27FC236}">
                    <a16:creationId xmlns:a16="http://schemas.microsoft.com/office/drawing/2014/main" id="{31A7F069-68D0-BE86-3821-F747C2659918}"/>
                  </a:ext>
                </a:extLst>
              </p:cNvPr>
              <p:cNvSpPr/>
              <p:nvPr/>
            </p:nvSpPr>
            <p:spPr>
              <a:xfrm>
                <a:off x="9526488" y="5169247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68" name="Freeform: Shape 5967">
                <a:extLst>
                  <a:ext uri="{FF2B5EF4-FFF2-40B4-BE49-F238E27FC236}">
                    <a16:creationId xmlns:a16="http://schemas.microsoft.com/office/drawing/2014/main" id="{4B71FE52-1A8B-9D2A-EEBD-C49F05234EF0}"/>
                  </a:ext>
                </a:extLst>
              </p:cNvPr>
              <p:cNvSpPr/>
              <p:nvPr/>
            </p:nvSpPr>
            <p:spPr>
              <a:xfrm>
                <a:off x="9527679" y="5169115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69" name="Freeform: Shape 5968">
                <a:extLst>
                  <a:ext uri="{FF2B5EF4-FFF2-40B4-BE49-F238E27FC236}">
                    <a16:creationId xmlns:a16="http://schemas.microsoft.com/office/drawing/2014/main" id="{8B1CFB94-76A9-0B5E-FBE4-05052C72A9C0}"/>
                  </a:ext>
                </a:extLst>
              </p:cNvPr>
              <p:cNvSpPr/>
              <p:nvPr/>
            </p:nvSpPr>
            <p:spPr>
              <a:xfrm>
                <a:off x="9528874" y="5168992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70" name="Freeform: Shape 5969">
                <a:extLst>
                  <a:ext uri="{FF2B5EF4-FFF2-40B4-BE49-F238E27FC236}">
                    <a16:creationId xmlns:a16="http://schemas.microsoft.com/office/drawing/2014/main" id="{4211FEC5-7A92-766B-28EF-4993D6700732}"/>
                  </a:ext>
                </a:extLst>
              </p:cNvPr>
              <p:cNvSpPr/>
              <p:nvPr/>
            </p:nvSpPr>
            <p:spPr>
              <a:xfrm>
                <a:off x="9530006" y="516897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71" name="Freeform: Shape 5970">
                <a:extLst>
                  <a:ext uri="{FF2B5EF4-FFF2-40B4-BE49-F238E27FC236}">
                    <a16:creationId xmlns:a16="http://schemas.microsoft.com/office/drawing/2014/main" id="{9CA14F98-777E-B31A-10A3-5CF8DCC16D44}"/>
                  </a:ext>
                </a:extLst>
              </p:cNvPr>
              <p:cNvSpPr/>
              <p:nvPr/>
            </p:nvSpPr>
            <p:spPr>
              <a:xfrm>
                <a:off x="9531109" y="516901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72" name="Freeform: Shape 5971">
                <a:extLst>
                  <a:ext uri="{FF2B5EF4-FFF2-40B4-BE49-F238E27FC236}">
                    <a16:creationId xmlns:a16="http://schemas.microsoft.com/office/drawing/2014/main" id="{051A5003-B71B-6AB3-DC25-B05A2948910C}"/>
                  </a:ext>
                </a:extLst>
              </p:cNvPr>
              <p:cNvSpPr/>
              <p:nvPr/>
            </p:nvSpPr>
            <p:spPr>
              <a:xfrm>
                <a:off x="9532350" y="516887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73" name="Freeform: Shape 5972">
                <a:extLst>
                  <a:ext uri="{FF2B5EF4-FFF2-40B4-BE49-F238E27FC236}">
                    <a16:creationId xmlns:a16="http://schemas.microsoft.com/office/drawing/2014/main" id="{D78694A1-B244-C1D9-1CE7-8AD51E1D68B9}"/>
                  </a:ext>
                </a:extLst>
              </p:cNvPr>
              <p:cNvSpPr/>
              <p:nvPr/>
            </p:nvSpPr>
            <p:spPr>
              <a:xfrm>
                <a:off x="9533562" y="516879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74" name="Freeform: Shape 5973">
                <a:extLst>
                  <a:ext uri="{FF2B5EF4-FFF2-40B4-BE49-F238E27FC236}">
                    <a16:creationId xmlns:a16="http://schemas.microsoft.com/office/drawing/2014/main" id="{972CB03A-6504-487C-4484-97097EEE953D}"/>
                  </a:ext>
                </a:extLst>
              </p:cNvPr>
              <p:cNvSpPr/>
              <p:nvPr/>
            </p:nvSpPr>
            <p:spPr>
              <a:xfrm>
                <a:off x="9534674" y="516886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89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6" y="2464"/>
                      <a:pt x="246" y="3306"/>
                    </a:cubicBezTo>
                    <a:cubicBezTo>
                      <a:pt x="246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75" name="Freeform: Shape 5974">
                <a:extLst>
                  <a:ext uri="{FF2B5EF4-FFF2-40B4-BE49-F238E27FC236}">
                    <a16:creationId xmlns:a16="http://schemas.microsoft.com/office/drawing/2014/main" id="{3BC4EA05-1F7A-44BB-7DEA-B85D61D8116E}"/>
                  </a:ext>
                </a:extLst>
              </p:cNvPr>
              <p:cNvSpPr/>
              <p:nvPr/>
            </p:nvSpPr>
            <p:spPr>
              <a:xfrm>
                <a:off x="9535859" y="516884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6" y="2464"/>
                      <a:pt x="246" y="3306"/>
                    </a:cubicBezTo>
                    <a:cubicBezTo>
                      <a:pt x="246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76" name="Freeform: Shape 5975">
                <a:extLst>
                  <a:ext uri="{FF2B5EF4-FFF2-40B4-BE49-F238E27FC236}">
                    <a16:creationId xmlns:a16="http://schemas.microsoft.com/office/drawing/2014/main" id="{1BEEAA8D-A247-D832-75BF-6D1367CB9E47}"/>
                  </a:ext>
                </a:extLst>
              </p:cNvPr>
              <p:cNvSpPr/>
              <p:nvPr/>
            </p:nvSpPr>
            <p:spPr>
              <a:xfrm>
                <a:off x="9537082" y="516879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7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77" name="Freeform: Shape 5976">
                <a:extLst>
                  <a:ext uri="{FF2B5EF4-FFF2-40B4-BE49-F238E27FC236}">
                    <a16:creationId xmlns:a16="http://schemas.microsoft.com/office/drawing/2014/main" id="{06B3303B-3AE2-CED0-7D2E-6640BEB28BB3}"/>
                  </a:ext>
                </a:extLst>
              </p:cNvPr>
              <p:cNvSpPr/>
              <p:nvPr/>
            </p:nvSpPr>
            <p:spPr>
              <a:xfrm>
                <a:off x="9538381" y="5168658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78" name="Freeform: Shape 5977">
                <a:extLst>
                  <a:ext uri="{FF2B5EF4-FFF2-40B4-BE49-F238E27FC236}">
                    <a16:creationId xmlns:a16="http://schemas.microsoft.com/office/drawing/2014/main" id="{8496F291-C3FD-1144-DE4F-FC04864C791F}"/>
                  </a:ext>
                </a:extLst>
              </p:cNvPr>
              <p:cNvSpPr/>
              <p:nvPr/>
            </p:nvSpPr>
            <p:spPr>
              <a:xfrm>
                <a:off x="9539720" y="516848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79" name="Freeform: Shape 5978">
                <a:extLst>
                  <a:ext uri="{FF2B5EF4-FFF2-40B4-BE49-F238E27FC236}">
                    <a16:creationId xmlns:a16="http://schemas.microsoft.com/office/drawing/2014/main" id="{3DADBC1B-48FD-47DE-56AD-70D706D6C6BA}"/>
                  </a:ext>
                </a:extLst>
              </p:cNvPr>
              <p:cNvSpPr/>
              <p:nvPr/>
            </p:nvSpPr>
            <p:spPr>
              <a:xfrm>
                <a:off x="9540957" y="516846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60" y="133"/>
                      <a:pt x="3418" y="133"/>
                    </a:cubicBezTo>
                    <a:cubicBezTo>
                      <a:pt x="2577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80" name="Freeform: Shape 5979">
                <a:extLst>
                  <a:ext uri="{FF2B5EF4-FFF2-40B4-BE49-F238E27FC236}">
                    <a16:creationId xmlns:a16="http://schemas.microsoft.com/office/drawing/2014/main" id="{15BE04EB-B928-EC59-7D93-277B83F67B33}"/>
                  </a:ext>
                </a:extLst>
              </p:cNvPr>
              <p:cNvSpPr/>
              <p:nvPr/>
            </p:nvSpPr>
            <p:spPr>
              <a:xfrm>
                <a:off x="9542488" y="5168080"/>
                <a:ext cx="6343" cy="6345"/>
              </a:xfrm>
              <a:custGeom>
                <a:avLst/>
                <a:gdLst>
                  <a:gd name="connsiteX0" fmla="*/ 3419 w 6343"/>
                  <a:gd name="connsiteY0" fmla="*/ 6478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8"/>
                    </a:moveTo>
                    <a:cubicBezTo>
                      <a:pt x="4260" y="6478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60" y="133"/>
                      <a:pt x="3419" y="133"/>
                    </a:cubicBezTo>
                    <a:cubicBezTo>
                      <a:pt x="2577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8"/>
                      <a:pt x="341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81" name="Freeform: Shape 5980">
                <a:extLst>
                  <a:ext uri="{FF2B5EF4-FFF2-40B4-BE49-F238E27FC236}">
                    <a16:creationId xmlns:a16="http://schemas.microsoft.com/office/drawing/2014/main" id="{307FA0B1-590E-9E32-C829-1B4B033296AE}"/>
                  </a:ext>
                </a:extLst>
              </p:cNvPr>
              <p:cNvSpPr/>
              <p:nvPr/>
            </p:nvSpPr>
            <p:spPr>
              <a:xfrm>
                <a:off x="9544065" y="5167664"/>
                <a:ext cx="6343" cy="6345"/>
              </a:xfrm>
              <a:custGeom>
                <a:avLst/>
                <a:gdLst>
                  <a:gd name="connsiteX0" fmla="*/ 3419 w 6343"/>
                  <a:gd name="connsiteY0" fmla="*/ 6478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8"/>
                    </a:moveTo>
                    <a:cubicBezTo>
                      <a:pt x="4260" y="6478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8"/>
                      <a:pt x="341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82" name="Freeform: Shape 5981">
                <a:extLst>
                  <a:ext uri="{FF2B5EF4-FFF2-40B4-BE49-F238E27FC236}">
                    <a16:creationId xmlns:a16="http://schemas.microsoft.com/office/drawing/2014/main" id="{48F3D56C-5E8A-FB46-3A1B-F9108352DECF}"/>
                  </a:ext>
                </a:extLst>
              </p:cNvPr>
              <p:cNvSpPr/>
              <p:nvPr/>
            </p:nvSpPr>
            <p:spPr>
              <a:xfrm>
                <a:off x="9545391" y="5167586"/>
                <a:ext cx="6343" cy="6345"/>
              </a:xfrm>
              <a:custGeom>
                <a:avLst/>
                <a:gdLst>
                  <a:gd name="connsiteX0" fmla="*/ 3419 w 6343"/>
                  <a:gd name="connsiteY0" fmla="*/ 6478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8"/>
                    </a:moveTo>
                    <a:cubicBezTo>
                      <a:pt x="4260" y="6478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8"/>
                      <a:pt x="341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83" name="Freeform: Shape 5982">
                <a:extLst>
                  <a:ext uri="{FF2B5EF4-FFF2-40B4-BE49-F238E27FC236}">
                    <a16:creationId xmlns:a16="http://schemas.microsoft.com/office/drawing/2014/main" id="{65AF529F-038D-313A-5A24-5B9850740C7E}"/>
                  </a:ext>
                </a:extLst>
              </p:cNvPr>
              <p:cNvSpPr/>
              <p:nvPr/>
            </p:nvSpPr>
            <p:spPr>
              <a:xfrm>
                <a:off x="9546946" y="5167244"/>
                <a:ext cx="6343" cy="6345"/>
              </a:xfrm>
              <a:custGeom>
                <a:avLst/>
                <a:gdLst>
                  <a:gd name="connsiteX0" fmla="*/ 3419 w 6343"/>
                  <a:gd name="connsiteY0" fmla="*/ 6478 h 6345"/>
                  <a:gd name="connsiteX1" fmla="*/ 5662 w 6343"/>
                  <a:gd name="connsiteY1" fmla="*/ 5549 h 6345"/>
                  <a:gd name="connsiteX2" fmla="*/ 6590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8"/>
                    </a:moveTo>
                    <a:cubicBezTo>
                      <a:pt x="4260" y="6478"/>
                      <a:pt x="5067" y="6144"/>
                      <a:pt x="5662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2" y="1657"/>
                      <a:pt x="247" y="2464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8"/>
                      <a:pt x="341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84" name="Freeform: Shape 5983">
                <a:extLst>
                  <a:ext uri="{FF2B5EF4-FFF2-40B4-BE49-F238E27FC236}">
                    <a16:creationId xmlns:a16="http://schemas.microsoft.com/office/drawing/2014/main" id="{47693FB3-7393-41E2-A669-C6BF9C709D83}"/>
                  </a:ext>
                </a:extLst>
              </p:cNvPr>
              <p:cNvSpPr/>
              <p:nvPr/>
            </p:nvSpPr>
            <p:spPr>
              <a:xfrm>
                <a:off x="9548284" y="5167191"/>
                <a:ext cx="6343" cy="6345"/>
              </a:xfrm>
              <a:custGeom>
                <a:avLst/>
                <a:gdLst>
                  <a:gd name="connsiteX0" fmla="*/ 3419 w 6343"/>
                  <a:gd name="connsiteY0" fmla="*/ 6478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8"/>
                    </a:moveTo>
                    <a:cubicBezTo>
                      <a:pt x="4260" y="6478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4"/>
                      <a:pt x="6256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2" y="1657"/>
                      <a:pt x="247" y="2464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8"/>
                      <a:pt x="341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85" name="Freeform: Shape 5984">
                <a:extLst>
                  <a:ext uri="{FF2B5EF4-FFF2-40B4-BE49-F238E27FC236}">
                    <a16:creationId xmlns:a16="http://schemas.microsoft.com/office/drawing/2014/main" id="{462EE024-D5D9-0EB8-B68B-1CD608C18E4B}"/>
                  </a:ext>
                </a:extLst>
              </p:cNvPr>
              <p:cNvSpPr/>
              <p:nvPr/>
            </p:nvSpPr>
            <p:spPr>
              <a:xfrm>
                <a:off x="9549513" y="5167285"/>
                <a:ext cx="6343" cy="6345"/>
              </a:xfrm>
              <a:custGeom>
                <a:avLst/>
                <a:gdLst>
                  <a:gd name="connsiteX0" fmla="*/ 3419 w 6343"/>
                  <a:gd name="connsiteY0" fmla="*/ 6478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8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8"/>
                    </a:moveTo>
                    <a:cubicBezTo>
                      <a:pt x="4260" y="6478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4"/>
                      <a:pt x="6256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6" y="5549"/>
                    </a:cubicBezTo>
                    <a:cubicBezTo>
                      <a:pt x="1771" y="6144"/>
                      <a:pt x="2578" y="6478"/>
                      <a:pt x="341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86" name="Freeform: Shape 5985">
                <a:extLst>
                  <a:ext uri="{FF2B5EF4-FFF2-40B4-BE49-F238E27FC236}">
                    <a16:creationId xmlns:a16="http://schemas.microsoft.com/office/drawing/2014/main" id="{9A11A0DE-62FC-DC7C-3EB7-46BB0BF10143}"/>
                  </a:ext>
                </a:extLst>
              </p:cNvPr>
              <p:cNvSpPr/>
              <p:nvPr/>
            </p:nvSpPr>
            <p:spPr>
              <a:xfrm>
                <a:off x="9550744" y="5167390"/>
                <a:ext cx="6343" cy="6345"/>
              </a:xfrm>
              <a:custGeom>
                <a:avLst/>
                <a:gdLst>
                  <a:gd name="connsiteX0" fmla="*/ 3419 w 6343"/>
                  <a:gd name="connsiteY0" fmla="*/ 6478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8"/>
                    </a:moveTo>
                    <a:cubicBezTo>
                      <a:pt x="4260" y="6478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8"/>
                      <a:pt x="341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87" name="Freeform: Shape 5986">
                <a:extLst>
                  <a:ext uri="{FF2B5EF4-FFF2-40B4-BE49-F238E27FC236}">
                    <a16:creationId xmlns:a16="http://schemas.microsoft.com/office/drawing/2014/main" id="{A6314D5F-9D5A-E9D2-84AA-A73DE0893C15}"/>
                  </a:ext>
                </a:extLst>
              </p:cNvPr>
              <p:cNvSpPr/>
              <p:nvPr/>
            </p:nvSpPr>
            <p:spPr>
              <a:xfrm>
                <a:off x="9552017" y="5167460"/>
                <a:ext cx="6343" cy="6345"/>
              </a:xfrm>
              <a:custGeom>
                <a:avLst/>
                <a:gdLst>
                  <a:gd name="connsiteX0" fmla="*/ 3419 w 6343"/>
                  <a:gd name="connsiteY0" fmla="*/ 6478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8"/>
                    </a:moveTo>
                    <a:cubicBezTo>
                      <a:pt x="4260" y="6478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8"/>
                      <a:pt x="341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88" name="Freeform: Shape 5987">
                <a:extLst>
                  <a:ext uri="{FF2B5EF4-FFF2-40B4-BE49-F238E27FC236}">
                    <a16:creationId xmlns:a16="http://schemas.microsoft.com/office/drawing/2014/main" id="{2E319101-9942-7FC0-F77F-A9D9B1F427DD}"/>
                  </a:ext>
                </a:extLst>
              </p:cNvPr>
              <p:cNvSpPr/>
              <p:nvPr/>
            </p:nvSpPr>
            <p:spPr>
              <a:xfrm>
                <a:off x="9553563" y="5167228"/>
                <a:ext cx="6343" cy="6345"/>
              </a:xfrm>
              <a:custGeom>
                <a:avLst/>
                <a:gdLst>
                  <a:gd name="connsiteX0" fmla="*/ 3419 w 6343"/>
                  <a:gd name="connsiteY0" fmla="*/ 6478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8"/>
                    </a:moveTo>
                    <a:cubicBezTo>
                      <a:pt x="4261" y="6478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1" y="133"/>
                      <a:pt x="3419" y="133"/>
                    </a:cubicBezTo>
                    <a:cubicBezTo>
                      <a:pt x="2578" y="133"/>
                      <a:pt x="1772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8"/>
                      <a:pt x="341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89" name="Freeform: Shape 5988">
                <a:extLst>
                  <a:ext uri="{FF2B5EF4-FFF2-40B4-BE49-F238E27FC236}">
                    <a16:creationId xmlns:a16="http://schemas.microsoft.com/office/drawing/2014/main" id="{2191BBFF-1CC0-7B16-BB35-DCE55D27150E}"/>
                  </a:ext>
                </a:extLst>
              </p:cNvPr>
              <p:cNvSpPr/>
              <p:nvPr/>
            </p:nvSpPr>
            <p:spPr>
              <a:xfrm>
                <a:off x="9554766" y="5167411"/>
                <a:ext cx="6343" cy="6345"/>
              </a:xfrm>
              <a:custGeom>
                <a:avLst/>
                <a:gdLst>
                  <a:gd name="connsiteX0" fmla="*/ 3420 w 6343"/>
                  <a:gd name="connsiteY0" fmla="*/ 6478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8"/>
                    </a:moveTo>
                    <a:cubicBezTo>
                      <a:pt x="4261" y="6478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1" y="133"/>
                      <a:pt x="3420" y="133"/>
                    </a:cubicBezTo>
                    <a:cubicBezTo>
                      <a:pt x="2578" y="133"/>
                      <a:pt x="1772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8"/>
                      <a:pt x="342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90" name="Freeform: Shape 5989">
                <a:extLst>
                  <a:ext uri="{FF2B5EF4-FFF2-40B4-BE49-F238E27FC236}">
                    <a16:creationId xmlns:a16="http://schemas.microsoft.com/office/drawing/2014/main" id="{377406AA-21CD-8DCD-7AB6-B380206B7CEF}"/>
                  </a:ext>
                </a:extLst>
              </p:cNvPr>
              <p:cNvSpPr/>
              <p:nvPr/>
            </p:nvSpPr>
            <p:spPr>
              <a:xfrm>
                <a:off x="9318232" y="5164816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2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4" y="1657"/>
                      <a:pt x="229" y="2464"/>
                      <a:pt x="229" y="3306"/>
                    </a:cubicBezTo>
                    <a:cubicBezTo>
                      <a:pt x="229" y="4147"/>
                      <a:pt x="564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91" name="Freeform: Shape 5990">
                <a:extLst>
                  <a:ext uri="{FF2B5EF4-FFF2-40B4-BE49-F238E27FC236}">
                    <a16:creationId xmlns:a16="http://schemas.microsoft.com/office/drawing/2014/main" id="{F8505EA1-010C-4C0D-0F8F-5CF14DF0E8C0}"/>
                  </a:ext>
                </a:extLst>
              </p:cNvPr>
              <p:cNvSpPr/>
              <p:nvPr/>
            </p:nvSpPr>
            <p:spPr>
              <a:xfrm>
                <a:off x="9319978" y="5165030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8" y="4954"/>
                      <a:pt x="6573" y="4147"/>
                      <a:pt x="6573" y="3306"/>
                    </a:cubicBezTo>
                    <a:cubicBezTo>
                      <a:pt x="6573" y="2464"/>
                      <a:pt x="6238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4" y="1657"/>
                      <a:pt x="229" y="2464"/>
                      <a:pt x="229" y="3306"/>
                    </a:cubicBezTo>
                    <a:cubicBezTo>
                      <a:pt x="229" y="4147"/>
                      <a:pt x="564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92" name="Freeform: Shape 5991">
                <a:extLst>
                  <a:ext uri="{FF2B5EF4-FFF2-40B4-BE49-F238E27FC236}">
                    <a16:creationId xmlns:a16="http://schemas.microsoft.com/office/drawing/2014/main" id="{3B45BCC0-4F4A-913D-0F6F-B0FEA36540A1}"/>
                  </a:ext>
                </a:extLst>
              </p:cNvPr>
              <p:cNvSpPr/>
              <p:nvPr/>
            </p:nvSpPr>
            <p:spPr>
              <a:xfrm>
                <a:off x="9321387" y="5164916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30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93" name="Freeform: Shape 5992">
                <a:extLst>
                  <a:ext uri="{FF2B5EF4-FFF2-40B4-BE49-F238E27FC236}">
                    <a16:creationId xmlns:a16="http://schemas.microsoft.com/office/drawing/2014/main" id="{918C74C1-C47C-AEBC-412D-9221399DE012}"/>
                  </a:ext>
                </a:extLst>
              </p:cNvPr>
              <p:cNvSpPr/>
              <p:nvPr/>
            </p:nvSpPr>
            <p:spPr>
              <a:xfrm>
                <a:off x="9322997" y="5165031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94" name="Freeform: Shape 5993">
                <a:extLst>
                  <a:ext uri="{FF2B5EF4-FFF2-40B4-BE49-F238E27FC236}">
                    <a16:creationId xmlns:a16="http://schemas.microsoft.com/office/drawing/2014/main" id="{DC4F4F53-9FD8-E078-2D52-C82B92E98D1D}"/>
                  </a:ext>
                </a:extLst>
              </p:cNvPr>
              <p:cNvSpPr/>
              <p:nvPr/>
            </p:nvSpPr>
            <p:spPr>
              <a:xfrm>
                <a:off x="9324398" y="5164943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95" name="Freeform: Shape 5994">
                <a:extLst>
                  <a:ext uri="{FF2B5EF4-FFF2-40B4-BE49-F238E27FC236}">
                    <a16:creationId xmlns:a16="http://schemas.microsoft.com/office/drawing/2014/main" id="{70A37944-A51A-E035-0D47-8D37CE74F069}"/>
                  </a:ext>
                </a:extLst>
              </p:cNvPr>
              <p:cNvSpPr/>
              <p:nvPr/>
            </p:nvSpPr>
            <p:spPr>
              <a:xfrm>
                <a:off x="9325796" y="5164867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3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3" y="133"/>
                      <a:pt x="3401" y="133"/>
                    </a:cubicBezTo>
                    <a:cubicBezTo>
                      <a:pt x="2560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96" name="Freeform: Shape 5995">
                <a:extLst>
                  <a:ext uri="{FF2B5EF4-FFF2-40B4-BE49-F238E27FC236}">
                    <a16:creationId xmlns:a16="http://schemas.microsoft.com/office/drawing/2014/main" id="{AE506079-F442-059F-B04A-116775376F2F}"/>
                  </a:ext>
                </a:extLst>
              </p:cNvPr>
              <p:cNvSpPr/>
              <p:nvPr/>
            </p:nvSpPr>
            <p:spPr>
              <a:xfrm>
                <a:off x="9327230" y="5164848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3" y="133"/>
                      <a:pt x="3402" y="133"/>
                    </a:cubicBezTo>
                    <a:cubicBezTo>
                      <a:pt x="2560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0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97" name="Freeform: Shape 5996">
                <a:extLst>
                  <a:ext uri="{FF2B5EF4-FFF2-40B4-BE49-F238E27FC236}">
                    <a16:creationId xmlns:a16="http://schemas.microsoft.com/office/drawing/2014/main" id="{9AF8440E-2E91-836F-9FAE-30381030CC75}"/>
                  </a:ext>
                </a:extLst>
              </p:cNvPr>
              <p:cNvSpPr/>
              <p:nvPr/>
            </p:nvSpPr>
            <p:spPr>
              <a:xfrm>
                <a:off x="9328462" y="5164620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5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5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5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5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98" name="Freeform: Shape 5997">
                <a:extLst>
                  <a:ext uri="{FF2B5EF4-FFF2-40B4-BE49-F238E27FC236}">
                    <a16:creationId xmlns:a16="http://schemas.microsoft.com/office/drawing/2014/main" id="{2FB539BF-4AA4-6BE8-CB29-90F55E801BF5}"/>
                  </a:ext>
                </a:extLst>
              </p:cNvPr>
              <p:cNvSpPr/>
              <p:nvPr/>
            </p:nvSpPr>
            <p:spPr>
              <a:xfrm>
                <a:off x="9329652" y="5164357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5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5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5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5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99" name="Freeform: Shape 5998">
                <a:extLst>
                  <a:ext uri="{FF2B5EF4-FFF2-40B4-BE49-F238E27FC236}">
                    <a16:creationId xmlns:a16="http://schemas.microsoft.com/office/drawing/2014/main" id="{F376F4FF-40FB-F258-7F2F-1E46565E9C94}"/>
                  </a:ext>
                </a:extLst>
              </p:cNvPr>
              <p:cNvSpPr/>
              <p:nvPr/>
            </p:nvSpPr>
            <p:spPr>
              <a:xfrm>
                <a:off x="9331115" y="5164417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3 w 6343"/>
                  <a:gd name="connsiteY2" fmla="*/ 3305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5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39" y="4954"/>
                      <a:pt x="6573" y="4147"/>
                      <a:pt x="6573" y="3305"/>
                    </a:cubicBezTo>
                    <a:cubicBezTo>
                      <a:pt x="6573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5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00" name="Freeform: Shape 5999">
                <a:extLst>
                  <a:ext uri="{FF2B5EF4-FFF2-40B4-BE49-F238E27FC236}">
                    <a16:creationId xmlns:a16="http://schemas.microsoft.com/office/drawing/2014/main" id="{B0FF80DF-200D-A20E-DF37-1D0FC58CDD60}"/>
                  </a:ext>
                </a:extLst>
              </p:cNvPr>
              <p:cNvSpPr/>
              <p:nvPr/>
            </p:nvSpPr>
            <p:spPr>
              <a:xfrm>
                <a:off x="9332496" y="5164401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5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5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5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5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01" name="Freeform: Shape 6000">
                <a:extLst>
                  <a:ext uri="{FF2B5EF4-FFF2-40B4-BE49-F238E27FC236}">
                    <a16:creationId xmlns:a16="http://schemas.microsoft.com/office/drawing/2014/main" id="{EC734457-3348-3AF2-5D82-01E028E912C0}"/>
                  </a:ext>
                </a:extLst>
              </p:cNvPr>
              <p:cNvSpPr/>
              <p:nvPr/>
            </p:nvSpPr>
            <p:spPr>
              <a:xfrm>
                <a:off x="9334065" y="5164623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5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1 w 6343"/>
                  <a:gd name="connsiteY6" fmla="*/ 3305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5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1" y="2464"/>
                      <a:pt x="231" y="3305"/>
                    </a:cubicBezTo>
                    <a:cubicBezTo>
                      <a:pt x="231" y="4147"/>
                      <a:pt x="565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02" name="Freeform: Shape 6001">
                <a:extLst>
                  <a:ext uri="{FF2B5EF4-FFF2-40B4-BE49-F238E27FC236}">
                    <a16:creationId xmlns:a16="http://schemas.microsoft.com/office/drawing/2014/main" id="{BBC26CB7-63F3-154A-3CD2-B14071AD8324}"/>
                  </a:ext>
                </a:extLst>
              </p:cNvPr>
              <p:cNvSpPr/>
              <p:nvPr/>
            </p:nvSpPr>
            <p:spPr>
              <a:xfrm>
                <a:off x="9336088" y="5165407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03" name="Freeform: Shape 6002">
                <a:extLst>
                  <a:ext uri="{FF2B5EF4-FFF2-40B4-BE49-F238E27FC236}">
                    <a16:creationId xmlns:a16="http://schemas.microsoft.com/office/drawing/2014/main" id="{096D1F11-74E2-AE1C-56F1-92B3BB337ADD}"/>
                  </a:ext>
                </a:extLst>
              </p:cNvPr>
              <p:cNvSpPr/>
              <p:nvPr/>
            </p:nvSpPr>
            <p:spPr>
              <a:xfrm>
                <a:off x="9337830" y="5165890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4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4" y="133"/>
                      <a:pt x="3402" y="133"/>
                    </a:cubicBezTo>
                    <a:cubicBezTo>
                      <a:pt x="2561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04" name="Freeform: Shape 6003">
                <a:extLst>
                  <a:ext uri="{FF2B5EF4-FFF2-40B4-BE49-F238E27FC236}">
                    <a16:creationId xmlns:a16="http://schemas.microsoft.com/office/drawing/2014/main" id="{226D1071-13D0-3B1D-DF5D-3A4A96F505E9}"/>
                  </a:ext>
                </a:extLst>
              </p:cNvPr>
              <p:cNvSpPr/>
              <p:nvPr/>
            </p:nvSpPr>
            <p:spPr>
              <a:xfrm>
                <a:off x="9339713" y="5166573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4" y="133"/>
                      <a:pt x="3403" y="133"/>
                    </a:cubicBezTo>
                    <a:cubicBezTo>
                      <a:pt x="2561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1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05" name="Freeform: Shape 6004">
                <a:extLst>
                  <a:ext uri="{FF2B5EF4-FFF2-40B4-BE49-F238E27FC236}">
                    <a16:creationId xmlns:a16="http://schemas.microsoft.com/office/drawing/2014/main" id="{979FC0FA-FDE4-9E9C-43C2-061674F3C270}"/>
                  </a:ext>
                </a:extLst>
              </p:cNvPr>
              <p:cNvSpPr/>
              <p:nvPr/>
            </p:nvSpPr>
            <p:spPr>
              <a:xfrm>
                <a:off x="9341059" y="5166627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06" name="Freeform: Shape 6005">
                <a:extLst>
                  <a:ext uri="{FF2B5EF4-FFF2-40B4-BE49-F238E27FC236}">
                    <a16:creationId xmlns:a16="http://schemas.microsoft.com/office/drawing/2014/main" id="{ADD32165-7E4C-9749-8E63-7F6844BB6AB6}"/>
                  </a:ext>
                </a:extLst>
              </p:cNvPr>
              <p:cNvSpPr/>
              <p:nvPr/>
            </p:nvSpPr>
            <p:spPr>
              <a:xfrm>
                <a:off x="9342512" y="5166833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07" name="Freeform: Shape 6006">
                <a:extLst>
                  <a:ext uri="{FF2B5EF4-FFF2-40B4-BE49-F238E27FC236}">
                    <a16:creationId xmlns:a16="http://schemas.microsoft.com/office/drawing/2014/main" id="{786239D8-8B9E-B3D0-46D3-635832B9DDDD}"/>
                  </a:ext>
                </a:extLst>
              </p:cNvPr>
              <p:cNvSpPr/>
              <p:nvPr/>
            </p:nvSpPr>
            <p:spPr>
              <a:xfrm>
                <a:off x="9343811" y="5166864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4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08" name="Freeform: Shape 6007">
                <a:extLst>
                  <a:ext uri="{FF2B5EF4-FFF2-40B4-BE49-F238E27FC236}">
                    <a16:creationId xmlns:a16="http://schemas.microsoft.com/office/drawing/2014/main" id="{EFB5128E-9244-B451-DCDB-2A6A1DB5C93B}"/>
                  </a:ext>
                </a:extLst>
              </p:cNvPr>
              <p:cNvSpPr/>
              <p:nvPr/>
            </p:nvSpPr>
            <p:spPr>
              <a:xfrm>
                <a:off x="9344959" y="5166719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09" name="Freeform: Shape 6008">
                <a:extLst>
                  <a:ext uri="{FF2B5EF4-FFF2-40B4-BE49-F238E27FC236}">
                    <a16:creationId xmlns:a16="http://schemas.microsoft.com/office/drawing/2014/main" id="{6B6BF648-F120-F936-D63A-EC8C491C7CC1}"/>
                  </a:ext>
                </a:extLst>
              </p:cNvPr>
              <p:cNvSpPr/>
              <p:nvPr/>
            </p:nvSpPr>
            <p:spPr>
              <a:xfrm>
                <a:off x="9346215" y="5166724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2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10" name="Freeform: Shape 6009">
                <a:extLst>
                  <a:ext uri="{FF2B5EF4-FFF2-40B4-BE49-F238E27FC236}">
                    <a16:creationId xmlns:a16="http://schemas.microsoft.com/office/drawing/2014/main" id="{138AD1FC-8909-E6F0-B2E4-656CEC0F6101}"/>
                  </a:ext>
                </a:extLst>
              </p:cNvPr>
              <p:cNvSpPr/>
              <p:nvPr/>
            </p:nvSpPr>
            <p:spPr>
              <a:xfrm>
                <a:off x="9347358" y="5166598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11" name="Freeform: Shape 6010">
                <a:extLst>
                  <a:ext uri="{FF2B5EF4-FFF2-40B4-BE49-F238E27FC236}">
                    <a16:creationId xmlns:a16="http://schemas.microsoft.com/office/drawing/2014/main" id="{2F2F1F7B-A383-553C-8DB5-BD3384BB2042}"/>
                  </a:ext>
                </a:extLst>
              </p:cNvPr>
              <p:cNvSpPr/>
              <p:nvPr/>
            </p:nvSpPr>
            <p:spPr>
              <a:xfrm>
                <a:off x="9348678" y="5166719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12" name="Freeform: Shape 6011">
                <a:extLst>
                  <a:ext uri="{FF2B5EF4-FFF2-40B4-BE49-F238E27FC236}">
                    <a16:creationId xmlns:a16="http://schemas.microsoft.com/office/drawing/2014/main" id="{0CF464DE-0E24-2C3C-EE8C-05EF229B18EA}"/>
                  </a:ext>
                </a:extLst>
              </p:cNvPr>
              <p:cNvSpPr/>
              <p:nvPr/>
            </p:nvSpPr>
            <p:spPr>
              <a:xfrm>
                <a:off x="9349992" y="5166852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13" name="Freeform: Shape 6012">
                <a:extLst>
                  <a:ext uri="{FF2B5EF4-FFF2-40B4-BE49-F238E27FC236}">
                    <a16:creationId xmlns:a16="http://schemas.microsoft.com/office/drawing/2014/main" id="{6D384931-853F-340F-5DF1-0C8054417D82}"/>
                  </a:ext>
                </a:extLst>
              </p:cNvPr>
              <p:cNvSpPr/>
              <p:nvPr/>
            </p:nvSpPr>
            <p:spPr>
              <a:xfrm>
                <a:off x="9351372" y="5167091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3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14" name="Freeform: Shape 6013">
                <a:extLst>
                  <a:ext uri="{FF2B5EF4-FFF2-40B4-BE49-F238E27FC236}">
                    <a16:creationId xmlns:a16="http://schemas.microsoft.com/office/drawing/2014/main" id="{CFE86312-60BB-DDC2-7D7E-2996AD0EEA27}"/>
                  </a:ext>
                </a:extLst>
              </p:cNvPr>
              <p:cNvSpPr/>
              <p:nvPr/>
            </p:nvSpPr>
            <p:spPr>
              <a:xfrm>
                <a:off x="9352745" y="5167344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4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15" name="Freeform: Shape 6014">
                <a:extLst>
                  <a:ext uri="{FF2B5EF4-FFF2-40B4-BE49-F238E27FC236}">
                    <a16:creationId xmlns:a16="http://schemas.microsoft.com/office/drawing/2014/main" id="{3F13AE9E-408B-1477-F401-2BE88CD6A368}"/>
                  </a:ext>
                </a:extLst>
              </p:cNvPr>
              <p:cNvSpPr/>
              <p:nvPr/>
            </p:nvSpPr>
            <p:spPr>
              <a:xfrm>
                <a:off x="9354077" y="5167559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16" name="Freeform: Shape 6015">
                <a:extLst>
                  <a:ext uri="{FF2B5EF4-FFF2-40B4-BE49-F238E27FC236}">
                    <a16:creationId xmlns:a16="http://schemas.microsoft.com/office/drawing/2014/main" id="{EA3A0FC7-A012-7767-C931-A8C678FD9091}"/>
                  </a:ext>
                </a:extLst>
              </p:cNvPr>
              <p:cNvSpPr/>
              <p:nvPr/>
            </p:nvSpPr>
            <p:spPr>
              <a:xfrm>
                <a:off x="9355266" y="5167592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17" name="Freeform: Shape 6016">
                <a:extLst>
                  <a:ext uri="{FF2B5EF4-FFF2-40B4-BE49-F238E27FC236}">
                    <a16:creationId xmlns:a16="http://schemas.microsoft.com/office/drawing/2014/main" id="{88640160-3070-EBFE-3565-A97F8B45E43F}"/>
                  </a:ext>
                </a:extLst>
              </p:cNvPr>
              <p:cNvSpPr/>
              <p:nvPr/>
            </p:nvSpPr>
            <p:spPr>
              <a:xfrm>
                <a:off x="9356383" y="5167536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5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2" y="2464"/>
                      <a:pt x="232" y="3306"/>
                    </a:cubicBezTo>
                    <a:cubicBezTo>
                      <a:pt x="232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18" name="Freeform: Shape 6017">
                <a:extLst>
                  <a:ext uri="{FF2B5EF4-FFF2-40B4-BE49-F238E27FC236}">
                    <a16:creationId xmlns:a16="http://schemas.microsoft.com/office/drawing/2014/main" id="{F391B1AB-7ECA-9FB6-F5C3-D8B1FFF963A8}"/>
                  </a:ext>
                </a:extLst>
              </p:cNvPr>
              <p:cNvSpPr/>
              <p:nvPr/>
            </p:nvSpPr>
            <p:spPr>
              <a:xfrm>
                <a:off x="9357464" y="5167440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6" y="4147"/>
                      <a:pt x="6576" y="3306"/>
                    </a:cubicBezTo>
                    <a:cubicBezTo>
                      <a:pt x="6576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2" y="2464"/>
                      <a:pt x="232" y="3306"/>
                    </a:cubicBezTo>
                    <a:cubicBezTo>
                      <a:pt x="232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19" name="Freeform: Shape 6018">
                <a:extLst>
                  <a:ext uri="{FF2B5EF4-FFF2-40B4-BE49-F238E27FC236}">
                    <a16:creationId xmlns:a16="http://schemas.microsoft.com/office/drawing/2014/main" id="{3F964E5A-EE6C-19D8-55F3-02C1453E9969}"/>
                  </a:ext>
                </a:extLst>
              </p:cNvPr>
              <p:cNvSpPr/>
              <p:nvPr/>
            </p:nvSpPr>
            <p:spPr>
              <a:xfrm>
                <a:off x="9358609" y="5167452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3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6" y="4147"/>
                      <a:pt x="6576" y="3306"/>
                    </a:cubicBezTo>
                    <a:cubicBezTo>
                      <a:pt x="6576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20" name="Freeform: Shape 6019">
                <a:extLst>
                  <a:ext uri="{FF2B5EF4-FFF2-40B4-BE49-F238E27FC236}">
                    <a16:creationId xmlns:a16="http://schemas.microsoft.com/office/drawing/2014/main" id="{CA0C2362-D834-C946-9497-982B95727D58}"/>
                  </a:ext>
                </a:extLst>
              </p:cNvPr>
              <p:cNvSpPr/>
              <p:nvPr/>
            </p:nvSpPr>
            <p:spPr>
              <a:xfrm>
                <a:off x="9359751" y="5167472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21" name="Freeform: Shape 6020">
                <a:extLst>
                  <a:ext uri="{FF2B5EF4-FFF2-40B4-BE49-F238E27FC236}">
                    <a16:creationId xmlns:a16="http://schemas.microsoft.com/office/drawing/2014/main" id="{2A712226-EFE3-0469-3371-4501C07FDC18}"/>
                  </a:ext>
                </a:extLst>
              </p:cNvPr>
              <p:cNvSpPr/>
              <p:nvPr/>
            </p:nvSpPr>
            <p:spPr>
              <a:xfrm>
                <a:off x="9360922" y="5167552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22" name="Freeform: Shape 6021">
                <a:extLst>
                  <a:ext uri="{FF2B5EF4-FFF2-40B4-BE49-F238E27FC236}">
                    <a16:creationId xmlns:a16="http://schemas.microsoft.com/office/drawing/2014/main" id="{E36A1BD6-CA32-6BF8-FC57-2D5A093AFBF2}"/>
                  </a:ext>
                </a:extLst>
              </p:cNvPr>
              <p:cNvSpPr/>
              <p:nvPr/>
            </p:nvSpPr>
            <p:spPr>
              <a:xfrm>
                <a:off x="9362121" y="5167691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23" name="Freeform: Shape 6022">
                <a:extLst>
                  <a:ext uri="{FF2B5EF4-FFF2-40B4-BE49-F238E27FC236}">
                    <a16:creationId xmlns:a16="http://schemas.microsoft.com/office/drawing/2014/main" id="{1EA72EA1-437D-BCA1-0A99-F47CA09DB6E1}"/>
                  </a:ext>
                </a:extLst>
              </p:cNvPr>
              <p:cNvSpPr/>
              <p:nvPr/>
            </p:nvSpPr>
            <p:spPr>
              <a:xfrm>
                <a:off x="9363348" y="5167890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4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24" name="Freeform: Shape 6023">
                <a:extLst>
                  <a:ext uri="{FF2B5EF4-FFF2-40B4-BE49-F238E27FC236}">
                    <a16:creationId xmlns:a16="http://schemas.microsoft.com/office/drawing/2014/main" id="{3EC786C7-FAC9-56C7-5516-7A997629F71D}"/>
                  </a:ext>
                </a:extLst>
              </p:cNvPr>
              <p:cNvSpPr/>
              <p:nvPr/>
            </p:nvSpPr>
            <p:spPr>
              <a:xfrm>
                <a:off x="9364505" y="5167999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5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25" name="Freeform: Shape 6024">
                <a:extLst>
                  <a:ext uri="{FF2B5EF4-FFF2-40B4-BE49-F238E27FC236}">
                    <a16:creationId xmlns:a16="http://schemas.microsoft.com/office/drawing/2014/main" id="{7EEE20A7-CCBD-9ACC-CD5C-4AF1D1707F33}"/>
                  </a:ext>
                </a:extLst>
              </p:cNvPr>
              <p:cNvSpPr/>
              <p:nvPr/>
            </p:nvSpPr>
            <p:spPr>
              <a:xfrm>
                <a:off x="9365627" y="5168067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26" name="Freeform: Shape 6025">
                <a:extLst>
                  <a:ext uri="{FF2B5EF4-FFF2-40B4-BE49-F238E27FC236}">
                    <a16:creationId xmlns:a16="http://schemas.microsoft.com/office/drawing/2014/main" id="{CB124FB8-FD09-B668-B156-4BF4B87E796F}"/>
                  </a:ext>
                </a:extLst>
              </p:cNvPr>
              <p:cNvSpPr/>
              <p:nvPr/>
            </p:nvSpPr>
            <p:spPr>
              <a:xfrm>
                <a:off x="9366713" y="5168093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27" name="Freeform: Shape 6026">
                <a:extLst>
                  <a:ext uri="{FF2B5EF4-FFF2-40B4-BE49-F238E27FC236}">
                    <a16:creationId xmlns:a16="http://schemas.microsoft.com/office/drawing/2014/main" id="{40C764E0-814E-24FC-49E7-FB637ADC1231}"/>
                  </a:ext>
                </a:extLst>
              </p:cNvPr>
              <p:cNvSpPr/>
              <p:nvPr/>
            </p:nvSpPr>
            <p:spPr>
              <a:xfrm>
                <a:off x="9367734" y="5168026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28" name="Freeform: Shape 6027">
                <a:extLst>
                  <a:ext uri="{FF2B5EF4-FFF2-40B4-BE49-F238E27FC236}">
                    <a16:creationId xmlns:a16="http://schemas.microsoft.com/office/drawing/2014/main" id="{F468A68C-1510-740C-2235-CD36BC49C4F7}"/>
                  </a:ext>
                </a:extLst>
              </p:cNvPr>
              <p:cNvSpPr/>
              <p:nvPr/>
            </p:nvSpPr>
            <p:spPr>
              <a:xfrm>
                <a:off x="9368814" y="5168069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29" name="Freeform: Shape 6028">
                <a:extLst>
                  <a:ext uri="{FF2B5EF4-FFF2-40B4-BE49-F238E27FC236}">
                    <a16:creationId xmlns:a16="http://schemas.microsoft.com/office/drawing/2014/main" id="{0C210464-2B1C-0995-F568-87C2849A88BC}"/>
                  </a:ext>
                </a:extLst>
              </p:cNvPr>
              <p:cNvSpPr/>
              <p:nvPr/>
            </p:nvSpPr>
            <p:spPr>
              <a:xfrm>
                <a:off x="9369861" y="5168069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30" name="Freeform: Shape 6029">
                <a:extLst>
                  <a:ext uri="{FF2B5EF4-FFF2-40B4-BE49-F238E27FC236}">
                    <a16:creationId xmlns:a16="http://schemas.microsoft.com/office/drawing/2014/main" id="{3D255187-9E40-C2F3-162C-8196A066A6D4}"/>
                  </a:ext>
                </a:extLst>
              </p:cNvPr>
              <p:cNvSpPr/>
              <p:nvPr/>
            </p:nvSpPr>
            <p:spPr>
              <a:xfrm>
                <a:off x="9370875" y="5168025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31" name="Freeform: Shape 6030">
                <a:extLst>
                  <a:ext uri="{FF2B5EF4-FFF2-40B4-BE49-F238E27FC236}">
                    <a16:creationId xmlns:a16="http://schemas.microsoft.com/office/drawing/2014/main" id="{4B7F1D49-C6C2-1A61-A758-21EF15C61591}"/>
                  </a:ext>
                </a:extLst>
              </p:cNvPr>
              <p:cNvSpPr/>
              <p:nvPr/>
            </p:nvSpPr>
            <p:spPr>
              <a:xfrm>
                <a:off x="9371857" y="5167938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4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32" name="Freeform: Shape 6031">
                <a:extLst>
                  <a:ext uri="{FF2B5EF4-FFF2-40B4-BE49-F238E27FC236}">
                    <a16:creationId xmlns:a16="http://schemas.microsoft.com/office/drawing/2014/main" id="{EE0E4A65-FF16-079C-C607-6F5A2D529A3C}"/>
                  </a:ext>
                </a:extLst>
              </p:cNvPr>
              <p:cNvSpPr/>
              <p:nvPr/>
            </p:nvSpPr>
            <p:spPr>
              <a:xfrm>
                <a:off x="9372895" y="5167961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33" name="Freeform: Shape 6032">
                <a:extLst>
                  <a:ext uri="{FF2B5EF4-FFF2-40B4-BE49-F238E27FC236}">
                    <a16:creationId xmlns:a16="http://schemas.microsoft.com/office/drawing/2014/main" id="{29B1BFA1-4CFB-E671-2BE0-4D0A80AA10C7}"/>
                  </a:ext>
                </a:extLst>
              </p:cNvPr>
              <p:cNvSpPr/>
              <p:nvPr/>
            </p:nvSpPr>
            <p:spPr>
              <a:xfrm>
                <a:off x="9374018" y="5168149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34" name="Freeform: Shape 6033">
                <a:extLst>
                  <a:ext uri="{FF2B5EF4-FFF2-40B4-BE49-F238E27FC236}">
                    <a16:creationId xmlns:a16="http://schemas.microsoft.com/office/drawing/2014/main" id="{D4C6280E-861E-BD3E-F419-E963ABEED003}"/>
                  </a:ext>
                </a:extLst>
              </p:cNvPr>
              <p:cNvSpPr/>
              <p:nvPr/>
            </p:nvSpPr>
            <p:spPr>
              <a:xfrm>
                <a:off x="9375050" y="5168189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35" name="Freeform: Shape 6034">
                <a:extLst>
                  <a:ext uri="{FF2B5EF4-FFF2-40B4-BE49-F238E27FC236}">
                    <a16:creationId xmlns:a16="http://schemas.microsoft.com/office/drawing/2014/main" id="{7DEDD9AB-81DA-063F-475E-4B9CC02D4E71}"/>
                  </a:ext>
                </a:extLst>
              </p:cNvPr>
              <p:cNvSpPr/>
              <p:nvPr/>
            </p:nvSpPr>
            <p:spPr>
              <a:xfrm>
                <a:off x="9376022" y="5168132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7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5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36" name="Freeform: Shape 6035">
                <a:extLst>
                  <a:ext uri="{FF2B5EF4-FFF2-40B4-BE49-F238E27FC236}">
                    <a16:creationId xmlns:a16="http://schemas.microsoft.com/office/drawing/2014/main" id="{12F44216-8030-C22B-3FFF-F1227EBB9539}"/>
                  </a:ext>
                </a:extLst>
              </p:cNvPr>
              <p:cNvSpPr/>
              <p:nvPr/>
            </p:nvSpPr>
            <p:spPr>
              <a:xfrm>
                <a:off x="9377020" y="5168135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6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37" name="Freeform: Shape 6036">
                <a:extLst>
                  <a:ext uri="{FF2B5EF4-FFF2-40B4-BE49-F238E27FC236}">
                    <a16:creationId xmlns:a16="http://schemas.microsoft.com/office/drawing/2014/main" id="{7F709769-D6A0-5DE4-007E-B2CBBF5A7D0F}"/>
                  </a:ext>
                </a:extLst>
              </p:cNvPr>
              <p:cNvSpPr/>
              <p:nvPr/>
            </p:nvSpPr>
            <p:spPr>
              <a:xfrm>
                <a:off x="9378015" y="5168146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6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38" name="Freeform: Shape 6037">
                <a:extLst>
                  <a:ext uri="{FF2B5EF4-FFF2-40B4-BE49-F238E27FC236}">
                    <a16:creationId xmlns:a16="http://schemas.microsoft.com/office/drawing/2014/main" id="{28732B7B-7138-AE6E-6A7D-ED63971137E4}"/>
                  </a:ext>
                </a:extLst>
              </p:cNvPr>
              <p:cNvSpPr/>
              <p:nvPr/>
            </p:nvSpPr>
            <p:spPr>
              <a:xfrm>
                <a:off x="9379008" y="5168164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39" name="Freeform: Shape 6038">
                <a:extLst>
                  <a:ext uri="{FF2B5EF4-FFF2-40B4-BE49-F238E27FC236}">
                    <a16:creationId xmlns:a16="http://schemas.microsoft.com/office/drawing/2014/main" id="{E9F9FAD0-83FF-BF46-1597-AB64538970F8}"/>
                  </a:ext>
                </a:extLst>
              </p:cNvPr>
              <p:cNvSpPr/>
              <p:nvPr/>
            </p:nvSpPr>
            <p:spPr>
              <a:xfrm>
                <a:off x="9379889" y="5167977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40" name="Freeform: Shape 6039">
                <a:extLst>
                  <a:ext uri="{FF2B5EF4-FFF2-40B4-BE49-F238E27FC236}">
                    <a16:creationId xmlns:a16="http://schemas.microsoft.com/office/drawing/2014/main" id="{F0E6FAEF-A3C9-437C-E497-1DA6705542FC}"/>
                  </a:ext>
                </a:extLst>
              </p:cNvPr>
              <p:cNvSpPr/>
              <p:nvPr/>
            </p:nvSpPr>
            <p:spPr>
              <a:xfrm>
                <a:off x="9380824" y="5167903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41" name="Freeform: Shape 6040">
                <a:extLst>
                  <a:ext uri="{FF2B5EF4-FFF2-40B4-BE49-F238E27FC236}">
                    <a16:creationId xmlns:a16="http://schemas.microsoft.com/office/drawing/2014/main" id="{B1789EF2-D594-25BD-1068-1F9757116FE3}"/>
                  </a:ext>
                </a:extLst>
              </p:cNvPr>
              <p:cNvSpPr/>
              <p:nvPr/>
            </p:nvSpPr>
            <p:spPr>
              <a:xfrm>
                <a:off x="9381837" y="5167995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7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4" y="2464"/>
                      <a:pt x="234" y="3306"/>
                    </a:cubicBezTo>
                    <a:cubicBezTo>
                      <a:pt x="234" y="4147"/>
                      <a:pt x="569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42" name="Freeform: Shape 6041">
                <a:extLst>
                  <a:ext uri="{FF2B5EF4-FFF2-40B4-BE49-F238E27FC236}">
                    <a16:creationId xmlns:a16="http://schemas.microsoft.com/office/drawing/2014/main" id="{6D14556B-0EA8-E692-F874-56970B9845A1}"/>
                  </a:ext>
                </a:extLst>
              </p:cNvPr>
              <p:cNvSpPr/>
              <p:nvPr/>
            </p:nvSpPr>
            <p:spPr>
              <a:xfrm>
                <a:off x="9382767" y="5167935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4" y="2464"/>
                      <a:pt x="234" y="3306"/>
                    </a:cubicBezTo>
                    <a:cubicBezTo>
                      <a:pt x="234" y="4147"/>
                      <a:pt x="569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43" name="Freeform: Shape 6042">
                <a:extLst>
                  <a:ext uri="{FF2B5EF4-FFF2-40B4-BE49-F238E27FC236}">
                    <a16:creationId xmlns:a16="http://schemas.microsoft.com/office/drawing/2014/main" id="{239ED9E5-94AE-82B5-A8CB-F8B210A9CC79}"/>
                  </a:ext>
                </a:extLst>
              </p:cNvPr>
              <p:cNvSpPr/>
              <p:nvPr/>
            </p:nvSpPr>
            <p:spPr>
              <a:xfrm>
                <a:off x="9383774" y="5168042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4" y="2464"/>
                      <a:pt x="234" y="3306"/>
                    </a:cubicBezTo>
                    <a:cubicBezTo>
                      <a:pt x="234" y="4147"/>
                      <a:pt x="569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44" name="Freeform: Shape 6043">
                <a:extLst>
                  <a:ext uri="{FF2B5EF4-FFF2-40B4-BE49-F238E27FC236}">
                    <a16:creationId xmlns:a16="http://schemas.microsoft.com/office/drawing/2014/main" id="{038580E1-7FDF-BC05-929B-DBA62BF96D49}"/>
                  </a:ext>
                </a:extLst>
              </p:cNvPr>
              <p:cNvSpPr/>
              <p:nvPr/>
            </p:nvSpPr>
            <p:spPr>
              <a:xfrm>
                <a:off x="9384726" y="5168050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5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45" name="Freeform: Shape 6044">
                <a:extLst>
                  <a:ext uri="{FF2B5EF4-FFF2-40B4-BE49-F238E27FC236}">
                    <a16:creationId xmlns:a16="http://schemas.microsoft.com/office/drawing/2014/main" id="{B837C4B9-A9A2-7D55-AC90-B359B2B0A800}"/>
                  </a:ext>
                </a:extLst>
              </p:cNvPr>
              <p:cNvSpPr/>
              <p:nvPr/>
            </p:nvSpPr>
            <p:spPr>
              <a:xfrm>
                <a:off x="9385701" y="5168118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46" name="Freeform: Shape 6045">
                <a:extLst>
                  <a:ext uri="{FF2B5EF4-FFF2-40B4-BE49-F238E27FC236}">
                    <a16:creationId xmlns:a16="http://schemas.microsoft.com/office/drawing/2014/main" id="{9CE9AB09-5D85-CA09-6E39-2AB5B1F0A2C7}"/>
                  </a:ext>
                </a:extLst>
              </p:cNvPr>
              <p:cNvSpPr/>
              <p:nvPr/>
            </p:nvSpPr>
            <p:spPr>
              <a:xfrm>
                <a:off x="9386722" y="5168302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47" name="Freeform: Shape 6046">
                <a:extLst>
                  <a:ext uri="{FF2B5EF4-FFF2-40B4-BE49-F238E27FC236}">
                    <a16:creationId xmlns:a16="http://schemas.microsoft.com/office/drawing/2014/main" id="{F2DA0E24-9BAB-38D9-C86C-3E236A9D38A7}"/>
                  </a:ext>
                </a:extLst>
              </p:cNvPr>
              <p:cNvSpPr/>
              <p:nvPr/>
            </p:nvSpPr>
            <p:spPr>
              <a:xfrm>
                <a:off x="9387665" y="5168330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48" name="Freeform: Shape 6047">
                <a:extLst>
                  <a:ext uri="{FF2B5EF4-FFF2-40B4-BE49-F238E27FC236}">
                    <a16:creationId xmlns:a16="http://schemas.microsoft.com/office/drawing/2014/main" id="{792DF9AA-16D0-608B-5EB1-48E23AAFEE33}"/>
                  </a:ext>
                </a:extLst>
              </p:cNvPr>
              <p:cNvSpPr/>
              <p:nvPr/>
            </p:nvSpPr>
            <p:spPr>
              <a:xfrm>
                <a:off x="9388558" y="5168257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8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6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49" name="Freeform: Shape 6048">
                <a:extLst>
                  <a:ext uri="{FF2B5EF4-FFF2-40B4-BE49-F238E27FC236}">
                    <a16:creationId xmlns:a16="http://schemas.microsoft.com/office/drawing/2014/main" id="{3EFED183-911E-D99F-885B-F43C4E531DC1}"/>
                  </a:ext>
                </a:extLst>
              </p:cNvPr>
              <p:cNvSpPr/>
              <p:nvPr/>
            </p:nvSpPr>
            <p:spPr>
              <a:xfrm>
                <a:off x="9389497" y="5168299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8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6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50" name="Freeform: Shape 6049">
                <a:extLst>
                  <a:ext uri="{FF2B5EF4-FFF2-40B4-BE49-F238E27FC236}">
                    <a16:creationId xmlns:a16="http://schemas.microsoft.com/office/drawing/2014/main" id="{E93B14BC-6734-E5E6-4FB3-30889DF9E9FC}"/>
                  </a:ext>
                </a:extLst>
              </p:cNvPr>
              <p:cNvSpPr/>
              <p:nvPr/>
            </p:nvSpPr>
            <p:spPr>
              <a:xfrm>
                <a:off x="9390410" y="5168293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7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51" name="Freeform: Shape 6050">
                <a:extLst>
                  <a:ext uri="{FF2B5EF4-FFF2-40B4-BE49-F238E27FC236}">
                    <a16:creationId xmlns:a16="http://schemas.microsoft.com/office/drawing/2014/main" id="{CF1E0333-4395-BA0E-E768-A8273E202145}"/>
                  </a:ext>
                </a:extLst>
              </p:cNvPr>
              <p:cNvSpPr/>
              <p:nvPr/>
            </p:nvSpPr>
            <p:spPr>
              <a:xfrm>
                <a:off x="9391205" y="5168019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52" name="Freeform: Shape 6051">
                <a:extLst>
                  <a:ext uri="{FF2B5EF4-FFF2-40B4-BE49-F238E27FC236}">
                    <a16:creationId xmlns:a16="http://schemas.microsoft.com/office/drawing/2014/main" id="{DAC02943-4AF0-BA65-ADB5-F6C0B0B36A9B}"/>
                  </a:ext>
                </a:extLst>
              </p:cNvPr>
              <p:cNvSpPr/>
              <p:nvPr/>
            </p:nvSpPr>
            <p:spPr>
              <a:xfrm>
                <a:off x="9392184" y="5168190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53" name="Freeform: Shape 6052">
                <a:extLst>
                  <a:ext uri="{FF2B5EF4-FFF2-40B4-BE49-F238E27FC236}">
                    <a16:creationId xmlns:a16="http://schemas.microsoft.com/office/drawing/2014/main" id="{03C6B0FA-057F-4005-7A5F-90F14F686B01}"/>
                  </a:ext>
                </a:extLst>
              </p:cNvPr>
              <p:cNvSpPr/>
              <p:nvPr/>
            </p:nvSpPr>
            <p:spPr>
              <a:xfrm>
                <a:off x="9393136" y="5168313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54" name="Freeform: Shape 6053">
                <a:extLst>
                  <a:ext uri="{FF2B5EF4-FFF2-40B4-BE49-F238E27FC236}">
                    <a16:creationId xmlns:a16="http://schemas.microsoft.com/office/drawing/2014/main" id="{6D6C783E-A92C-E3C6-6D32-CE447041D5E2}"/>
                  </a:ext>
                </a:extLst>
              </p:cNvPr>
              <p:cNvSpPr/>
              <p:nvPr/>
            </p:nvSpPr>
            <p:spPr>
              <a:xfrm>
                <a:off x="9394063" y="5168388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55" name="Freeform: Shape 6054">
                <a:extLst>
                  <a:ext uri="{FF2B5EF4-FFF2-40B4-BE49-F238E27FC236}">
                    <a16:creationId xmlns:a16="http://schemas.microsoft.com/office/drawing/2014/main" id="{36411377-82F8-379D-4148-37FF1A80AB79}"/>
                  </a:ext>
                </a:extLst>
              </p:cNvPr>
              <p:cNvSpPr/>
              <p:nvPr/>
            </p:nvSpPr>
            <p:spPr>
              <a:xfrm>
                <a:off x="9394965" y="5168414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56" name="Freeform: Shape 6055">
                <a:extLst>
                  <a:ext uri="{FF2B5EF4-FFF2-40B4-BE49-F238E27FC236}">
                    <a16:creationId xmlns:a16="http://schemas.microsoft.com/office/drawing/2014/main" id="{D56A0FE7-C8C1-C33B-DE17-86A1AA8B5360}"/>
                  </a:ext>
                </a:extLst>
              </p:cNvPr>
              <p:cNvSpPr/>
              <p:nvPr/>
            </p:nvSpPr>
            <p:spPr>
              <a:xfrm>
                <a:off x="9395908" y="516855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57" name="Freeform: Shape 6056">
                <a:extLst>
                  <a:ext uri="{FF2B5EF4-FFF2-40B4-BE49-F238E27FC236}">
                    <a16:creationId xmlns:a16="http://schemas.microsoft.com/office/drawing/2014/main" id="{03FF32AC-BF88-87A9-3F4E-EE6ACEF4297B}"/>
                  </a:ext>
                </a:extLst>
              </p:cNvPr>
              <p:cNvSpPr/>
              <p:nvPr/>
            </p:nvSpPr>
            <p:spPr>
              <a:xfrm>
                <a:off x="9396826" y="516865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58" name="Freeform: Shape 6057">
                <a:extLst>
                  <a:ext uri="{FF2B5EF4-FFF2-40B4-BE49-F238E27FC236}">
                    <a16:creationId xmlns:a16="http://schemas.microsoft.com/office/drawing/2014/main" id="{28C77DE0-945A-1C9B-8D30-CF385E71CA0F}"/>
                  </a:ext>
                </a:extLst>
              </p:cNvPr>
              <p:cNvSpPr/>
              <p:nvPr/>
            </p:nvSpPr>
            <p:spPr>
              <a:xfrm>
                <a:off x="9397782" y="516886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59" name="Freeform: Shape 6058">
                <a:extLst>
                  <a:ext uri="{FF2B5EF4-FFF2-40B4-BE49-F238E27FC236}">
                    <a16:creationId xmlns:a16="http://schemas.microsoft.com/office/drawing/2014/main" id="{14EC0CF7-ADA4-7C28-4FE1-F7C14FCE55E6}"/>
                  </a:ext>
                </a:extLst>
              </p:cNvPr>
              <p:cNvSpPr/>
              <p:nvPr/>
            </p:nvSpPr>
            <p:spPr>
              <a:xfrm>
                <a:off x="9398673" y="516891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60" name="Freeform: Shape 6059">
                <a:extLst>
                  <a:ext uri="{FF2B5EF4-FFF2-40B4-BE49-F238E27FC236}">
                    <a16:creationId xmlns:a16="http://schemas.microsoft.com/office/drawing/2014/main" id="{D5110E1A-3BF6-9DBE-0CD1-18C37268926C}"/>
                  </a:ext>
                </a:extLst>
              </p:cNvPr>
              <p:cNvSpPr/>
              <p:nvPr/>
            </p:nvSpPr>
            <p:spPr>
              <a:xfrm>
                <a:off x="9399501" y="516880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61" name="Freeform: Shape 6060">
                <a:extLst>
                  <a:ext uri="{FF2B5EF4-FFF2-40B4-BE49-F238E27FC236}">
                    <a16:creationId xmlns:a16="http://schemas.microsoft.com/office/drawing/2014/main" id="{98593B1C-4A15-0479-378A-6707DBCA5338}"/>
                  </a:ext>
                </a:extLst>
              </p:cNvPr>
              <p:cNvSpPr/>
              <p:nvPr/>
            </p:nvSpPr>
            <p:spPr>
              <a:xfrm>
                <a:off x="9400487" y="516915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62" name="Freeform: Shape 6061">
                <a:extLst>
                  <a:ext uri="{FF2B5EF4-FFF2-40B4-BE49-F238E27FC236}">
                    <a16:creationId xmlns:a16="http://schemas.microsoft.com/office/drawing/2014/main" id="{D55F8638-7447-7EB1-6705-B65EB4E4ADAC}"/>
                  </a:ext>
                </a:extLst>
              </p:cNvPr>
              <p:cNvSpPr/>
              <p:nvPr/>
            </p:nvSpPr>
            <p:spPr>
              <a:xfrm>
                <a:off x="9401428" y="516939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7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63" name="Freeform: Shape 6062">
                <a:extLst>
                  <a:ext uri="{FF2B5EF4-FFF2-40B4-BE49-F238E27FC236}">
                    <a16:creationId xmlns:a16="http://schemas.microsoft.com/office/drawing/2014/main" id="{44E30A14-6D6C-30C1-8324-EBBC53C0BBD5}"/>
                  </a:ext>
                </a:extLst>
              </p:cNvPr>
              <p:cNvSpPr/>
              <p:nvPr/>
            </p:nvSpPr>
            <p:spPr>
              <a:xfrm>
                <a:off x="9402326" y="516952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8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64" name="Freeform: Shape 6063">
                <a:extLst>
                  <a:ext uri="{FF2B5EF4-FFF2-40B4-BE49-F238E27FC236}">
                    <a16:creationId xmlns:a16="http://schemas.microsoft.com/office/drawing/2014/main" id="{74334A2B-DE8D-D4F2-BEC1-DABA4A6FBA66}"/>
                  </a:ext>
                </a:extLst>
              </p:cNvPr>
              <p:cNvSpPr/>
              <p:nvPr/>
            </p:nvSpPr>
            <p:spPr>
              <a:xfrm>
                <a:off x="9403203" y="516961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8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65" name="Freeform: Shape 6064">
                <a:extLst>
                  <a:ext uri="{FF2B5EF4-FFF2-40B4-BE49-F238E27FC236}">
                    <a16:creationId xmlns:a16="http://schemas.microsoft.com/office/drawing/2014/main" id="{7BB294C9-B578-847B-9D78-AAEC07BDB2F3}"/>
                  </a:ext>
                </a:extLst>
              </p:cNvPr>
              <p:cNvSpPr/>
              <p:nvPr/>
            </p:nvSpPr>
            <p:spPr>
              <a:xfrm>
                <a:off x="9404058" y="516964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66" name="Freeform: Shape 6065">
                <a:extLst>
                  <a:ext uri="{FF2B5EF4-FFF2-40B4-BE49-F238E27FC236}">
                    <a16:creationId xmlns:a16="http://schemas.microsoft.com/office/drawing/2014/main" id="{C0F8977D-74DF-44BC-930C-16FB789F9578}"/>
                  </a:ext>
                </a:extLst>
              </p:cNvPr>
              <p:cNvSpPr/>
              <p:nvPr/>
            </p:nvSpPr>
            <p:spPr>
              <a:xfrm>
                <a:off x="9404984" y="516990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67" name="Freeform: Shape 6066">
                <a:extLst>
                  <a:ext uri="{FF2B5EF4-FFF2-40B4-BE49-F238E27FC236}">
                    <a16:creationId xmlns:a16="http://schemas.microsoft.com/office/drawing/2014/main" id="{64F4FD71-A2D4-E61A-F0A9-7C33C3CCC9E1}"/>
                  </a:ext>
                </a:extLst>
              </p:cNvPr>
              <p:cNvSpPr/>
              <p:nvPr/>
            </p:nvSpPr>
            <p:spPr>
              <a:xfrm>
                <a:off x="9405781" y="516978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68" name="Freeform: Shape 6067">
                <a:extLst>
                  <a:ext uri="{FF2B5EF4-FFF2-40B4-BE49-F238E27FC236}">
                    <a16:creationId xmlns:a16="http://schemas.microsoft.com/office/drawing/2014/main" id="{5A048E25-4350-11DC-E5F6-951C2F9E3778}"/>
                  </a:ext>
                </a:extLst>
              </p:cNvPr>
              <p:cNvSpPr/>
              <p:nvPr/>
            </p:nvSpPr>
            <p:spPr>
              <a:xfrm>
                <a:off x="9406595" y="516972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69" name="Freeform: Shape 6068">
                <a:extLst>
                  <a:ext uri="{FF2B5EF4-FFF2-40B4-BE49-F238E27FC236}">
                    <a16:creationId xmlns:a16="http://schemas.microsoft.com/office/drawing/2014/main" id="{BBE21317-5636-91B9-F433-6F1073F7055A}"/>
                  </a:ext>
                </a:extLst>
              </p:cNvPr>
              <p:cNvSpPr/>
              <p:nvPr/>
            </p:nvSpPr>
            <p:spPr>
              <a:xfrm>
                <a:off x="9407392" y="516960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79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70" name="Freeform: Shape 6069">
                <a:extLst>
                  <a:ext uri="{FF2B5EF4-FFF2-40B4-BE49-F238E27FC236}">
                    <a16:creationId xmlns:a16="http://schemas.microsoft.com/office/drawing/2014/main" id="{4C7C1576-AAE9-808D-9ACB-94580CB0EB67}"/>
                  </a:ext>
                </a:extLst>
              </p:cNvPr>
              <p:cNvSpPr/>
              <p:nvPr/>
            </p:nvSpPr>
            <p:spPr>
              <a:xfrm>
                <a:off x="9408272" y="516978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71" name="Freeform: Shape 6070">
                <a:extLst>
                  <a:ext uri="{FF2B5EF4-FFF2-40B4-BE49-F238E27FC236}">
                    <a16:creationId xmlns:a16="http://schemas.microsoft.com/office/drawing/2014/main" id="{4AAB3118-737F-C611-742D-92E1350EF4EC}"/>
                  </a:ext>
                </a:extLst>
              </p:cNvPr>
              <p:cNvSpPr/>
              <p:nvPr/>
            </p:nvSpPr>
            <p:spPr>
              <a:xfrm>
                <a:off x="9409165" y="517001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5"/>
                      <a:pt x="6245" y="1657"/>
                      <a:pt x="5651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2"/>
                    </a:cubicBezTo>
                    <a:cubicBezTo>
                      <a:pt x="571" y="1657"/>
                      <a:pt x="236" y="2465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72" name="Freeform: Shape 6071">
                <a:extLst>
                  <a:ext uri="{FF2B5EF4-FFF2-40B4-BE49-F238E27FC236}">
                    <a16:creationId xmlns:a16="http://schemas.microsoft.com/office/drawing/2014/main" id="{EAD2241E-7D0B-64CA-18CA-AE12861B0CEF}"/>
                  </a:ext>
                </a:extLst>
              </p:cNvPr>
              <p:cNvSpPr/>
              <p:nvPr/>
            </p:nvSpPr>
            <p:spPr>
              <a:xfrm>
                <a:off x="9409973" y="516997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7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73" name="Freeform: Shape 6072">
                <a:extLst>
                  <a:ext uri="{FF2B5EF4-FFF2-40B4-BE49-F238E27FC236}">
                    <a16:creationId xmlns:a16="http://schemas.microsoft.com/office/drawing/2014/main" id="{76F80CE7-CA58-CF64-4EE1-09BEF6A5B76B}"/>
                  </a:ext>
                </a:extLst>
              </p:cNvPr>
              <p:cNvSpPr/>
              <p:nvPr/>
            </p:nvSpPr>
            <p:spPr>
              <a:xfrm>
                <a:off x="9410781" y="516994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74" name="Freeform: Shape 6073">
                <a:extLst>
                  <a:ext uri="{FF2B5EF4-FFF2-40B4-BE49-F238E27FC236}">
                    <a16:creationId xmlns:a16="http://schemas.microsoft.com/office/drawing/2014/main" id="{662D0EC4-0EEC-3C36-861B-B7F5F9B8F60B}"/>
                  </a:ext>
                </a:extLst>
              </p:cNvPr>
              <p:cNvSpPr/>
              <p:nvPr/>
            </p:nvSpPr>
            <p:spPr>
              <a:xfrm>
                <a:off x="9411634" y="517008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1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2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75" name="Freeform: Shape 6074">
                <a:extLst>
                  <a:ext uri="{FF2B5EF4-FFF2-40B4-BE49-F238E27FC236}">
                    <a16:creationId xmlns:a16="http://schemas.microsoft.com/office/drawing/2014/main" id="{55ACA764-EA4B-34F2-54A1-175EF2CEC076}"/>
                  </a:ext>
                </a:extLst>
              </p:cNvPr>
              <p:cNvSpPr/>
              <p:nvPr/>
            </p:nvSpPr>
            <p:spPr>
              <a:xfrm>
                <a:off x="9412439" y="517005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1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2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76" name="Freeform: Shape 6075">
                <a:extLst>
                  <a:ext uri="{FF2B5EF4-FFF2-40B4-BE49-F238E27FC236}">
                    <a16:creationId xmlns:a16="http://schemas.microsoft.com/office/drawing/2014/main" id="{9EBF3D6D-4442-EE2A-5903-561DAB47D85B}"/>
                  </a:ext>
                </a:extLst>
              </p:cNvPr>
              <p:cNvSpPr/>
              <p:nvPr/>
            </p:nvSpPr>
            <p:spPr>
              <a:xfrm>
                <a:off x="9413287" y="517021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1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2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77" name="Freeform: Shape 6076">
                <a:extLst>
                  <a:ext uri="{FF2B5EF4-FFF2-40B4-BE49-F238E27FC236}">
                    <a16:creationId xmlns:a16="http://schemas.microsoft.com/office/drawing/2014/main" id="{C9A64A6A-E188-F581-40AB-85F9D3D8F18F}"/>
                  </a:ext>
                </a:extLst>
              </p:cNvPr>
              <p:cNvSpPr/>
              <p:nvPr/>
            </p:nvSpPr>
            <p:spPr>
              <a:xfrm>
                <a:off x="9414047" y="517002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1" y="1062"/>
                    </a:cubicBezTo>
                    <a:cubicBezTo>
                      <a:pt x="5056" y="468"/>
                      <a:pt x="4250" y="133"/>
                      <a:pt x="3408" y="133"/>
                    </a:cubicBezTo>
                    <a:cubicBezTo>
                      <a:pt x="2567" y="133"/>
                      <a:pt x="1761" y="468"/>
                      <a:pt x="1166" y="1062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78" name="Freeform: Shape 6077">
                <a:extLst>
                  <a:ext uri="{FF2B5EF4-FFF2-40B4-BE49-F238E27FC236}">
                    <a16:creationId xmlns:a16="http://schemas.microsoft.com/office/drawing/2014/main" id="{CE34B0F2-DD37-DD33-A11E-999E5DDBB665}"/>
                  </a:ext>
                </a:extLst>
              </p:cNvPr>
              <p:cNvSpPr/>
              <p:nvPr/>
            </p:nvSpPr>
            <p:spPr>
              <a:xfrm>
                <a:off x="9414808" y="516983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8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79" name="Freeform: Shape 6078">
                <a:extLst>
                  <a:ext uri="{FF2B5EF4-FFF2-40B4-BE49-F238E27FC236}">
                    <a16:creationId xmlns:a16="http://schemas.microsoft.com/office/drawing/2014/main" id="{5E756E86-B232-5FB6-9353-D0FF26BB268D}"/>
                  </a:ext>
                </a:extLst>
              </p:cNvPr>
              <p:cNvSpPr/>
              <p:nvPr/>
            </p:nvSpPr>
            <p:spPr>
              <a:xfrm>
                <a:off x="9415637" y="5169949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8"/>
                      <a:pt x="4250" y="133"/>
                      <a:pt x="3409" y="133"/>
                    </a:cubicBezTo>
                    <a:cubicBezTo>
                      <a:pt x="2567" y="133"/>
                      <a:pt x="1761" y="468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80" name="Freeform: Shape 6079">
                <a:extLst>
                  <a:ext uri="{FF2B5EF4-FFF2-40B4-BE49-F238E27FC236}">
                    <a16:creationId xmlns:a16="http://schemas.microsoft.com/office/drawing/2014/main" id="{F3356D2B-40AE-CD9D-56D5-E38B02EE5F44}"/>
                  </a:ext>
                </a:extLst>
              </p:cNvPr>
              <p:cNvSpPr/>
              <p:nvPr/>
            </p:nvSpPr>
            <p:spPr>
              <a:xfrm>
                <a:off x="9416464" y="5170065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1" y="1062"/>
                    </a:cubicBezTo>
                    <a:cubicBezTo>
                      <a:pt x="5056" y="468"/>
                      <a:pt x="4250" y="133"/>
                      <a:pt x="3409" y="133"/>
                    </a:cubicBezTo>
                    <a:cubicBezTo>
                      <a:pt x="2568" y="133"/>
                      <a:pt x="1761" y="468"/>
                      <a:pt x="1166" y="1062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81" name="Freeform: Shape 6080">
                <a:extLst>
                  <a:ext uri="{FF2B5EF4-FFF2-40B4-BE49-F238E27FC236}">
                    <a16:creationId xmlns:a16="http://schemas.microsoft.com/office/drawing/2014/main" id="{9DB3173B-B756-ED05-9322-BCD0BBC7FB51}"/>
                  </a:ext>
                </a:extLst>
              </p:cNvPr>
              <p:cNvSpPr/>
              <p:nvPr/>
            </p:nvSpPr>
            <p:spPr>
              <a:xfrm>
                <a:off x="9417313" y="5170304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1" y="1062"/>
                    </a:cubicBezTo>
                    <a:cubicBezTo>
                      <a:pt x="5057" y="468"/>
                      <a:pt x="4250" y="133"/>
                      <a:pt x="3409" y="133"/>
                    </a:cubicBezTo>
                    <a:cubicBezTo>
                      <a:pt x="2568" y="133"/>
                      <a:pt x="1761" y="468"/>
                      <a:pt x="1166" y="1062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82" name="Freeform: Shape 6081">
                <a:extLst>
                  <a:ext uri="{FF2B5EF4-FFF2-40B4-BE49-F238E27FC236}">
                    <a16:creationId xmlns:a16="http://schemas.microsoft.com/office/drawing/2014/main" id="{D645CACA-135C-C4FA-1863-FCD29CB4F13B}"/>
                  </a:ext>
                </a:extLst>
              </p:cNvPr>
              <p:cNvSpPr/>
              <p:nvPr/>
            </p:nvSpPr>
            <p:spPr>
              <a:xfrm>
                <a:off x="9418085" y="5170198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1" y="1062"/>
                    </a:cubicBezTo>
                    <a:cubicBezTo>
                      <a:pt x="5057" y="468"/>
                      <a:pt x="4250" y="133"/>
                      <a:pt x="3409" y="133"/>
                    </a:cubicBezTo>
                    <a:cubicBezTo>
                      <a:pt x="2568" y="133"/>
                      <a:pt x="1761" y="468"/>
                      <a:pt x="1166" y="1062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83" name="Freeform: Shape 6082">
                <a:extLst>
                  <a:ext uri="{FF2B5EF4-FFF2-40B4-BE49-F238E27FC236}">
                    <a16:creationId xmlns:a16="http://schemas.microsoft.com/office/drawing/2014/main" id="{ACA0A02C-7631-EDF3-8951-EAF01F363E5B}"/>
                  </a:ext>
                </a:extLst>
              </p:cNvPr>
              <p:cNvSpPr/>
              <p:nvPr/>
            </p:nvSpPr>
            <p:spPr>
              <a:xfrm>
                <a:off x="9418893" y="5170272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1" y="1062"/>
                    </a:cubicBezTo>
                    <a:cubicBezTo>
                      <a:pt x="5057" y="468"/>
                      <a:pt x="4250" y="133"/>
                      <a:pt x="3409" y="133"/>
                    </a:cubicBezTo>
                    <a:cubicBezTo>
                      <a:pt x="2568" y="133"/>
                      <a:pt x="1761" y="468"/>
                      <a:pt x="1166" y="1062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84" name="Freeform: Shape 6083">
                <a:extLst>
                  <a:ext uri="{FF2B5EF4-FFF2-40B4-BE49-F238E27FC236}">
                    <a16:creationId xmlns:a16="http://schemas.microsoft.com/office/drawing/2014/main" id="{BF124DF5-C2CB-14BD-AD0D-F537B153131A}"/>
                  </a:ext>
                </a:extLst>
              </p:cNvPr>
              <p:cNvSpPr/>
              <p:nvPr/>
            </p:nvSpPr>
            <p:spPr>
              <a:xfrm>
                <a:off x="9419710" y="5170410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0 w 6343"/>
                  <a:gd name="connsiteY2" fmla="*/ 3306 h 6345"/>
                  <a:gd name="connsiteX3" fmla="*/ 5652 w 6343"/>
                  <a:gd name="connsiteY3" fmla="*/ 1063 h 6345"/>
                  <a:gd name="connsiteX4" fmla="*/ 3409 w 6343"/>
                  <a:gd name="connsiteY4" fmla="*/ 133 h 6345"/>
                  <a:gd name="connsiteX5" fmla="*/ 1166 w 6343"/>
                  <a:gd name="connsiteY5" fmla="*/ 1063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2" y="1063"/>
                    </a:cubicBezTo>
                    <a:cubicBezTo>
                      <a:pt x="5057" y="468"/>
                      <a:pt x="4250" y="133"/>
                      <a:pt x="3409" y="133"/>
                    </a:cubicBezTo>
                    <a:cubicBezTo>
                      <a:pt x="2568" y="133"/>
                      <a:pt x="1761" y="468"/>
                      <a:pt x="1166" y="1063"/>
                    </a:cubicBezTo>
                    <a:cubicBezTo>
                      <a:pt x="572" y="1657"/>
                      <a:pt x="237" y="2465"/>
                      <a:pt x="237" y="3306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85" name="Freeform: Shape 6084">
                <a:extLst>
                  <a:ext uri="{FF2B5EF4-FFF2-40B4-BE49-F238E27FC236}">
                    <a16:creationId xmlns:a16="http://schemas.microsoft.com/office/drawing/2014/main" id="{2B2D64C8-7E97-32FE-60CA-33BD0BA91D69}"/>
                  </a:ext>
                </a:extLst>
              </p:cNvPr>
              <p:cNvSpPr/>
              <p:nvPr/>
            </p:nvSpPr>
            <p:spPr>
              <a:xfrm>
                <a:off x="9467304" y="5170317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5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86" name="Freeform: Shape 6085">
                <a:extLst>
                  <a:ext uri="{FF2B5EF4-FFF2-40B4-BE49-F238E27FC236}">
                    <a16:creationId xmlns:a16="http://schemas.microsoft.com/office/drawing/2014/main" id="{4AB0E8E3-DAB2-9C96-34C0-863BF3ADEDA7}"/>
                  </a:ext>
                </a:extLst>
              </p:cNvPr>
              <p:cNvSpPr/>
              <p:nvPr/>
            </p:nvSpPr>
            <p:spPr>
              <a:xfrm>
                <a:off x="9468866" y="517037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5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87" name="Freeform: Shape 6086">
                <a:extLst>
                  <a:ext uri="{FF2B5EF4-FFF2-40B4-BE49-F238E27FC236}">
                    <a16:creationId xmlns:a16="http://schemas.microsoft.com/office/drawing/2014/main" id="{D7BC5279-34B0-431F-DC56-4EA656518FAD}"/>
                  </a:ext>
                </a:extLst>
              </p:cNvPr>
              <p:cNvSpPr/>
              <p:nvPr/>
            </p:nvSpPr>
            <p:spPr>
              <a:xfrm>
                <a:off x="9470369" y="5170743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4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88" name="Freeform: Shape 6087">
                <a:extLst>
                  <a:ext uri="{FF2B5EF4-FFF2-40B4-BE49-F238E27FC236}">
                    <a16:creationId xmlns:a16="http://schemas.microsoft.com/office/drawing/2014/main" id="{6BC03FE3-070C-6593-A5F1-75B1AF29E2D9}"/>
                  </a:ext>
                </a:extLst>
              </p:cNvPr>
              <p:cNvSpPr/>
              <p:nvPr/>
            </p:nvSpPr>
            <p:spPr>
              <a:xfrm>
                <a:off x="9471251" y="517032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4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6" y="1657"/>
                      <a:pt x="241" y="2465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89" name="Freeform: Shape 6088">
                <a:extLst>
                  <a:ext uri="{FF2B5EF4-FFF2-40B4-BE49-F238E27FC236}">
                    <a16:creationId xmlns:a16="http://schemas.microsoft.com/office/drawing/2014/main" id="{EEE1F779-F5FF-1DAC-1B47-0ED91609CE80}"/>
                  </a:ext>
                </a:extLst>
              </p:cNvPr>
              <p:cNvSpPr/>
              <p:nvPr/>
            </p:nvSpPr>
            <p:spPr>
              <a:xfrm>
                <a:off x="9472022" y="517043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5"/>
                      <a:pt x="6250" y="1657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7"/>
                      <a:pt x="241" y="2465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90" name="Freeform: Shape 6089">
                <a:extLst>
                  <a:ext uri="{FF2B5EF4-FFF2-40B4-BE49-F238E27FC236}">
                    <a16:creationId xmlns:a16="http://schemas.microsoft.com/office/drawing/2014/main" id="{C3096B46-B8F5-E9A9-0EC3-90BA1A10979C}"/>
                  </a:ext>
                </a:extLst>
              </p:cNvPr>
              <p:cNvSpPr/>
              <p:nvPr/>
            </p:nvSpPr>
            <p:spPr>
              <a:xfrm>
                <a:off x="9472847" y="5170313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2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5"/>
                      <a:pt x="6250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91" name="Freeform: Shape 6090">
                <a:extLst>
                  <a:ext uri="{FF2B5EF4-FFF2-40B4-BE49-F238E27FC236}">
                    <a16:creationId xmlns:a16="http://schemas.microsoft.com/office/drawing/2014/main" id="{50274C5B-49B3-B2A2-229F-CFFFA55E33DE}"/>
                  </a:ext>
                </a:extLst>
              </p:cNvPr>
              <p:cNvSpPr/>
              <p:nvPr/>
            </p:nvSpPr>
            <p:spPr>
              <a:xfrm>
                <a:off x="9473618" y="5170433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2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92" name="Freeform: Shape 6091">
                <a:extLst>
                  <a:ext uri="{FF2B5EF4-FFF2-40B4-BE49-F238E27FC236}">
                    <a16:creationId xmlns:a16="http://schemas.microsoft.com/office/drawing/2014/main" id="{E65DF50E-8A0E-9466-04AF-2C1010AD909F}"/>
                  </a:ext>
                </a:extLst>
              </p:cNvPr>
              <p:cNvSpPr/>
              <p:nvPr/>
            </p:nvSpPr>
            <p:spPr>
              <a:xfrm>
                <a:off x="9474404" y="5170499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3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93" name="Freeform: Shape 6092">
                <a:extLst>
                  <a:ext uri="{FF2B5EF4-FFF2-40B4-BE49-F238E27FC236}">
                    <a16:creationId xmlns:a16="http://schemas.microsoft.com/office/drawing/2014/main" id="{BE8A63F1-A938-F0E5-8122-93AF025FD2B7}"/>
                  </a:ext>
                </a:extLst>
              </p:cNvPr>
              <p:cNvSpPr/>
              <p:nvPr/>
            </p:nvSpPr>
            <p:spPr>
              <a:xfrm>
                <a:off x="9475204" y="517051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3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94" name="Freeform: Shape 6093">
                <a:extLst>
                  <a:ext uri="{FF2B5EF4-FFF2-40B4-BE49-F238E27FC236}">
                    <a16:creationId xmlns:a16="http://schemas.microsoft.com/office/drawing/2014/main" id="{3AD829A8-2785-F930-42B6-CDF9547F30A8}"/>
                  </a:ext>
                </a:extLst>
              </p:cNvPr>
              <p:cNvSpPr/>
              <p:nvPr/>
            </p:nvSpPr>
            <p:spPr>
              <a:xfrm>
                <a:off x="9476035" y="5170415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3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95" name="Freeform: Shape 6094">
                <a:extLst>
                  <a:ext uri="{FF2B5EF4-FFF2-40B4-BE49-F238E27FC236}">
                    <a16:creationId xmlns:a16="http://schemas.microsoft.com/office/drawing/2014/main" id="{994AE5B4-A0C6-2C25-A3E6-44790588F700}"/>
                  </a:ext>
                </a:extLst>
              </p:cNvPr>
              <p:cNvSpPr/>
              <p:nvPr/>
            </p:nvSpPr>
            <p:spPr>
              <a:xfrm>
                <a:off x="9476793" y="517061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3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96" name="Freeform: Shape 6095">
                <a:extLst>
                  <a:ext uri="{FF2B5EF4-FFF2-40B4-BE49-F238E27FC236}">
                    <a16:creationId xmlns:a16="http://schemas.microsoft.com/office/drawing/2014/main" id="{4C6D9475-094F-3EC3-35DE-5BB8AD702793}"/>
                  </a:ext>
                </a:extLst>
              </p:cNvPr>
              <p:cNvSpPr/>
              <p:nvPr/>
            </p:nvSpPr>
            <p:spPr>
              <a:xfrm>
                <a:off x="9477611" y="5170583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3"/>
                    </a:cubicBezTo>
                    <a:cubicBezTo>
                      <a:pt x="5061" y="468"/>
                      <a:pt x="4255" y="133"/>
                      <a:pt x="3413" y="133"/>
                    </a:cubicBezTo>
                    <a:cubicBezTo>
                      <a:pt x="2572" y="133"/>
                      <a:pt x="1766" y="468"/>
                      <a:pt x="1171" y="1063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97" name="Freeform: Shape 6096">
                <a:extLst>
                  <a:ext uri="{FF2B5EF4-FFF2-40B4-BE49-F238E27FC236}">
                    <a16:creationId xmlns:a16="http://schemas.microsoft.com/office/drawing/2014/main" id="{EDC1C0B6-1CB4-B9DC-B9C3-C8E812A3132B}"/>
                  </a:ext>
                </a:extLst>
              </p:cNvPr>
              <p:cNvSpPr/>
              <p:nvPr/>
            </p:nvSpPr>
            <p:spPr>
              <a:xfrm>
                <a:off x="9478415" y="5170617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4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3"/>
                    </a:cubicBezTo>
                    <a:cubicBezTo>
                      <a:pt x="5061" y="468"/>
                      <a:pt x="4255" y="133"/>
                      <a:pt x="3414" y="133"/>
                    </a:cubicBezTo>
                    <a:cubicBezTo>
                      <a:pt x="2572" y="133"/>
                      <a:pt x="1766" y="468"/>
                      <a:pt x="1171" y="1063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98" name="Freeform: Shape 6097">
                <a:extLst>
                  <a:ext uri="{FF2B5EF4-FFF2-40B4-BE49-F238E27FC236}">
                    <a16:creationId xmlns:a16="http://schemas.microsoft.com/office/drawing/2014/main" id="{07991891-E395-900B-979A-8B4705B1FCC2}"/>
                  </a:ext>
                </a:extLst>
              </p:cNvPr>
              <p:cNvSpPr/>
              <p:nvPr/>
            </p:nvSpPr>
            <p:spPr>
              <a:xfrm>
                <a:off x="9479220" y="5170656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4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3"/>
                    </a:cubicBezTo>
                    <a:cubicBezTo>
                      <a:pt x="5061" y="468"/>
                      <a:pt x="4255" y="133"/>
                      <a:pt x="3414" y="133"/>
                    </a:cubicBezTo>
                    <a:cubicBezTo>
                      <a:pt x="2572" y="133"/>
                      <a:pt x="1766" y="468"/>
                      <a:pt x="1171" y="1063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99" name="Freeform: Shape 6098">
                <a:extLst>
                  <a:ext uri="{FF2B5EF4-FFF2-40B4-BE49-F238E27FC236}">
                    <a16:creationId xmlns:a16="http://schemas.microsoft.com/office/drawing/2014/main" id="{5083D994-2B62-19F6-E9A7-02DE9FCAB0F0}"/>
                  </a:ext>
                </a:extLst>
              </p:cNvPr>
              <p:cNvSpPr/>
              <p:nvPr/>
            </p:nvSpPr>
            <p:spPr>
              <a:xfrm>
                <a:off x="9480125" y="5170358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2"/>
                    </a:cubicBezTo>
                    <a:cubicBezTo>
                      <a:pt x="5062" y="468"/>
                      <a:pt x="4255" y="133"/>
                      <a:pt x="3414" y="133"/>
                    </a:cubicBezTo>
                    <a:cubicBezTo>
                      <a:pt x="2573" y="133"/>
                      <a:pt x="1766" y="468"/>
                      <a:pt x="1171" y="1062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00" name="Freeform: Shape 6099">
                <a:extLst>
                  <a:ext uri="{FF2B5EF4-FFF2-40B4-BE49-F238E27FC236}">
                    <a16:creationId xmlns:a16="http://schemas.microsoft.com/office/drawing/2014/main" id="{05A9A91A-E0BA-8000-19C0-0E07807FB67B}"/>
                  </a:ext>
                </a:extLst>
              </p:cNvPr>
              <p:cNvSpPr/>
              <p:nvPr/>
            </p:nvSpPr>
            <p:spPr>
              <a:xfrm>
                <a:off x="9480883" y="5170579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4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3"/>
                    </a:cubicBezTo>
                    <a:cubicBezTo>
                      <a:pt x="5062" y="468"/>
                      <a:pt x="4255" y="133"/>
                      <a:pt x="3414" y="133"/>
                    </a:cubicBezTo>
                    <a:cubicBezTo>
                      <a:pt x="2573" y="133"/>
                      <a:pt x="1766" y="468"/>
                      <a:pt x="1171" y="1063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01" name="Freeform: Shape 6100">
                <a:extLst>
                  <a:ext uri="{FF2B5EF4-FFF2-40B4-BE49-F238E27FC236}">
                    <a16:creationId xmlns:a16="http://schemas.microsoft.com/office/drawing/2014/main" id="{1CA6186E-6DD0-FF5E-1CF7-31A99946B7F6}"/>
                  </a:ext>
                </a:extLst>
              </p:cNvPr>
              <p:cNvSpPr/>
              <p:nvPr/>
            </p:nvSpPr>
            <p:spPr>
              <a:xfrm>
                <a:off x="9481691" y="5170635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4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3"/>
                    </a:cubicBezTo>
                    <a:cubicBezTo>
                      <a:pt x="5062" y="468"/>
                      <a:pt x="4255" y="133"/>
                      <a:pt x="3414" y="133"/>
                    </a:cubicBezTo>
                    <a:cubicBezTo>
                      <a:pt x="2573" y="133"/>
                      <a:pt x="1766" y="468"/>
                      <a:pt x="1171" y="1063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02" name="Freeform: Shape 6101">
                <a:extLst>
                  <a:ext uri="{FF2B5EF4-FFF2-40B4-BE49-F238E27FC236}">
                    <a16:creationId xmlns:a16="http://schemas.microsoft.com/office/drawing/2014/main" id="{6F0AAE13-7E4D-41DE-6288-D9D5145EB294}"/>
                  </a:ext>
                </a:extLst>
              </p:cNvPr>
              <p:cNvSpPr/>
              <p:nvPr/>
            </p:nvSpPr>
            <p:spPr>
              <a:xfrm>
                <a:off x="9482570" y="5170468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4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3"/>
                    </a:cubicBezTo>
                    <a:cubicBezTo>
                      <a:pt x="5062" y="468"/>
                      <a:pt x="4255" y="133"/>
                      <a:pt x="3414" y="133"/>
                    </a:cubicBezTo>
                    <a:cubicBezTo>
                      <a:pt x="2573" y="133"/>
                      <a:pt x="1766" y="468"/>
                      <a:pt x="1171" y="1063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03" name="Freeform: Shape 6102">
                <a:extLst>
                  <a:ext uri="{FF2B5EF4-FFF2-40B4-BE49-F238E27FC236}">
                    <a16:creationId xmlns:a16="http://schemas.microsoft.com/office/drawing/2014/main" id="{2F884CD1-36E1-9679-0522-45CDD6486121}"/>
                  </a:ext>
                </a:extLst>
              </p:cNvPr>
              <p:cNvSpPr/>
              <p:nvPr/>
            </p:nvSpPr>
            <p:spPr>
              <a:xfrm>
                <a:off x="9483417" y="5170421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5 w 6343"/>
                  <a:gd name="connsiteY2" fmla="*/ 3306 h 6345"/>
                  <a:gd name="connsiteX3" fmla="*/ 5657 w 6343"/>
                  <a:gd name="connsiteY3" fmla="*/ 1063 h 6345"/>
                  <a:gd name="connsiteX4" fmla="*/ 3414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7" y="1063"/>
                    </a:cubicBezTo>
                    <a:cubicBezTo>
                      <a:pt x="5062" y="468"/>
                      <a:pt x="4255" y="133"/>
                      <a:pt x="3414" y="133"/>
                    </a:cubicBezTo>
                    <a:cubicBezTo>
                      <a:pt x="2573" y="133"/>
                      <a:pt x="1766" y="468"/>
                      <a:pt x="1171" y="1063"/>
                    </a:cubicBezTo>
                    <a:cubicBezTo>
                      <a:pt x="577" y="1657"/>
                      <a:pt x="242" y="2465"/>
                      <a:pt x="242" y="3306"/>
                    </a:cubicBezTo>
                    <a:cubicBezTo>
                      <a:pt x="242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04" name="Freeform: Shape 6103">
                <a:extLst>
                  <a:ext uri="{FF2B5EF4-FFF2-40B4-BE49-F238E27FC236}">
                    <a16:creationId xmlns:a16="http://schemas.microsoft.com/office/drawing/2014/main" id="{A14ADD23-2B82-326F-8ED2-C34EB87A713D}"/>
                  </a:ext>
                </a:extLst>
              </p:cNvPr>
              <p:cNvSpPr/>
              <p:nvPr/>
            </p:nvSpPr>
            <p:spPr>
              <a:xfrm>
                <a:off x="9484357" y="5170096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5"/>
                      <a:pt x="6251" y="1657"/>
                      <a:pt x="5657" y="1062"/>
                    </a:cubicBezTo>
                    <a:cubicBezTo>
                      <a:pt x="5062" y="468"/>
                      <a:pt x="4255" y="133"/>
                      <a:pt x="3414" y="133"/>
                    </a:cubicBezTo>
                    <a:cubicBezTo>
                      <a:pt x="2573" y="133"/>
                      <a:pt x="1766" y="468"/>
                      <a:pt x="1171" y="1062"/>
                    </a:cubicBezTo>
                    <a:cubicBezTo>
                      <a:pt x="577" y="1657"/>
                      <a:pt x="242" y="2465"/>
                      <a:pt x="242" y="3306"/>
                    </a:cubicBezTo>
                    <a:cubicBezTo>
                      <a:pt x="242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05" name="Freeform: Shape 6104">
                <a:extLst>
                  <a:ext uri="{FF2B5EF4-FFF2-40B4-BE49-F238E27FC236}">
                    <a16:creationId xmlns:a16="http://schemas.microsoft.com/office/drawing/2014/main" id="{E8A91524-3114-83F2-8092-390CA16EA68D}"/>
                  </a:ext>
                </a:extLst>
              </p:cNvPr>
              <p:cNvSpPr/>
              <p:nvPr/>
            </p:nvSpPr>
            <p:spPr>
              <a:xfrm>
                <a:off x="9485285" y="5169834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2" y="2464"/>
                      <a:pt x="242" y="3306"/>
                    </a:cubicBezTo>
                    <a:cubicBezTo>
                      <a:pt x="242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06" name="Freeform: Shape 6105">
                <a:extLst>
                  <a:ext uri="{FF2B5EF4-FFF2-40B4-BE49-F238E27FC236}">
                    <a16:creationId xmlns:a16="http://schemas.microsoft.com/office/drawing/2014/main" id="{EBA61265-AC32-98C6-842E-D3514100FDF8}"/>
                  </a:ext>
                </a:extLst>
              </p:cNvPr>
              <p:cNvSpPr/>
              <p:nvPr/>
            </p:nvSpPr>
            <p:spPr>
              <a:xfrm>
                <a:off x="9486083" y="5169975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3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8"/>
                      <a:pt x="4255" y="133"/>
                      <a:pt x="3414" y="133"/>
                    </a:cubicBezTo>
                    <a:cubicBezTo>
                      <a:pt x="2573" y="133"/>
                      <a:pt x="1766" y="468"/>
                      <a:pt x="1171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07" name="Freeform: Shape 6106">
                <a:extLst>
                  <a:ext uri="{FF2B5EF4-FFF2-40B4-BE49-F238E27FC236}">
                    <a16:creationId xmlns:a16="http://schemas.microsoft.com/office/drawing/2014/main" id="{8AA240BF-88E2-E686-724C-F7D061B50A01}"/>
                  </a:ext>
                </a:extLst>
              </p:cNvPr>
              <p:cNvSpPr/>
              <p:nvPr/>
            </p:nvSpPr>
            <p:spPr>
              <a:xfrm>
                <a:off x="9486998" y="5169783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08" name="Freeform: Shape 6107">
                <a:extLst>
                  <a:ext uri="{FF2B5EF4-FFF2-40B4-BE49-F238E27FC236}">
                    <a16:creationId xmlns:a16="http://schemas.microsoft.com/office/drawing/2014/main" id="{4FE7D13F-C1FA-0289-D659-01663B5B9DDC}"/>
                  </a:ext>
                </a:extLst>
              </p:cNvPr>
              <p:cNvSpPr/>
              <p:nvPr/>
            </p:nvSpPr>
            <p:spPr>
              <a:xfrm>
                <a:off x="9487838" y="5169822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09" name="Freeform: Shape 6108">
                <a:extLst>
                  <a:ext uri="{FF2B5EF4-FFF2-40B4-BE49-F238E27FC236}">
                    <a16:creationId xmlns:a16="http://schemas.microsoft.com/office/drawing/2014/main" id="{36A2EF97-73C0-DAF2-CFE5-625300B7B6A6}"/>
                  </a:ext>
                </a:extLst>
              </p:cNvPr>
              <p:cNvSpPr/>
              <p:nvPr/>
            </p:nvSpPr>
            <p:spPr>
              <a:xfrm>
                <a:off x="9488599" y="5170091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5"/>
                      <a:pt x="6252" y="1657"/>
                      <a:pt x="5657" y="1062"/>
                    </a:cubicBezTo>
                    <a:cubicBezTo>
                      <a:pt x="5062" y="468"/>
                      <a:pt x="4255" y="133"/>
                      <a:pt x="3414" y="133"/>
                    </a:cubicBezTo>
                    <a:cubicBezTo>
                      <a:pt x="2573" y="133"/>
                      <a:pt x="1766" y="468"/>
                      <a:pt x="1172" y="1062"/>
                    </a:cubicBezTo>
                    <a:cubicBezTo>
                      <a:pt x="577" y="1657"/>
                      <a:pt x="243" y="2465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10" name="Freeform: Shape 6109">
                <a:extLst>
                  <a:ext uri="{FF2B5EF4-FFF2-40B4-BE49-F238E27FC236}">
                    <a16:creationId xmlns:a16="http://schemas.microsoft.com/office/drawing/2014/main" id="{0D8818FF-4201-2D29-64E4-27DDC8F0C313}"/>
                  </a:ext>
                </a:extLst>
              </p:cNvPr>
              <p:cNvSpPr/>
              <p:nvPr/>
            </p:nvSpPr>
            <p:spPr>
              <a:xfrm>
                <a:off x="9489440" y="5170141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5"/>
                      <a:pt x="6252" y="1657"/>
                      <a:pt x="5657" y="1062"/>
                    </a:cubicBezTo>
                    <a:cubicBezTo>
                      <a:pt x="5062" y="468"/>
                      <a:pt x="4255" y="133"/>
                      <a:pt x="3414" y="133"/>
                    </a:cubicBezTo>
                    <a:cubicBezTo>
                      <a:pt x="2573" y="133"/>
                      <a:pt x="1766" y="468"/>
                      <a:pt x="1172" y="1062"/>
                    </a:cubicBezTo>
                    <a:cubicBezTo>
                      <a:pt x="577" y="1657"/>
                      <a:pt x="243" y="2465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11" name="Freeform: Shape 6110">
                <a:extLst>
                  <a:ext uri="{FF2B5EF4-FFF2-40B4-BE49-F238E27FC236}">
                    <a16:creationId xmlns:a16="http://schemas.microsoft.com/office/drawing/2014/main" id="{E298EDD4-2C5E-B692-5352-31BF27E4E1F5}"/>
                  </a:ext>
                </a:extLst>
              </p:cNvPr>
              <p:cNvSpPr/>
              <p:nvPr/>
            </p:nvSpPr>
            <p:spPr>
              <a:xfrm>
                <a:off x="9490199" y="5170420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3 h 6345"/>
                  <a:gd name="connsiteX4" fmla="*/ 3414 w 6343"/>
                  <a:gd name="connsiteY4" fmla="*/ 133 h 6345"/>
                  <a:gd name="connsiteX5" fmla="*/ 1172 w 6343"/>
                  <a:gd name="connsiteY5" fmla="*/ 1063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5"/>
                      <a:pt x="6252" y="1657"/>
                      <a:pt x="5657" y="1063"/>
                    </a:cubicBezTo>
                    <a:cubicBezTo>
                      <a:pt x="5062" y="468"/>
                      <a:pt x="4256" y="133"/>
                      <a:pt x="3414" y="133"/>
                    </a:cubicBezTo>
                    <a:cubicBezTo>
                      <a:pt x="2573" y="133"/>
                      <a:pt x="1767" y="468"/>
                      <a:pt x="1172" y="1063"/>
                    </a:cubicBezTo>
                    <a:cubicBezTo>
                      <a:pt x="577" y="1657"/>
                      <a:pt x="243" y="2465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12" name="Freeform: Shape 6111">
                <a:extLst>
                  <a:ext uri="{FF2B5EF4-FFF2-40B4-BE49-F238E27FC236}">
                    <a16:creationId xmlns:a16="http://schemas.microsoft.com/office/drawing/2014/main" id="{9C2B73EA-D9E7-C52F-90B1-E21DFB2C5DDC}"/>
                  </a:ext>
                </a:extLst>
              </p:cNvPr>
              <p:cNvSpPr/>
              <p:nvPr/>
            </p:nvSpPr>
            <p:spPr>
              <a:xfrm>
                <a:off x="9491019" y="5170536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3 h 6345"/>
                  <a:gd name="connsiteX4" fmla="*/ 3414 w 6343"/>
                  <a:gd name="connsiteY4" fmla="*/ 133 h 6345"/>
                  <a:gd name="connsiteX5" fmla="*/ 1172 w 6343"/>
                  <a:gd name="connsiteY5" fmla="*/ 1063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5"/>
                      <a:pt x="6252" y="1657"/>
                      <a:pt x="5657" y="1063"/>
                    </a:cubicBezTo>
                    <a:cubicBezTo>
                      <a:pt x="5062" y="468"/>
                      <a:pt x="4256" y="133"/>
                      <a:pt x="3414" y="133"/>
                    </a:cubicBezTo>
                    <a:cubicBezTo>
                      <a:pt x="2573" y="133"/>
                      <a:pt x="1767" y="468"/>
                      <a:pt x="1172" y="1063"/>
                    </a:cubicBezTo>
                    <a:cubicBezTo>
                      <a:pt x="577" y="1657"/>
                      <a:pt x="243" y="2465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13" name="Freeform: Shape 6112">
                <a:extLst>
                  <a:ext uri="{FF2B5EF4-FFF2-40B4-BE49-F238E27FC236}">
                    <a16:creationId xmlns:a16="http://schemas.microsoft.com/office/drawing/2014/main" id="{958F31A0-BAC9-D6DE-00BD-3F83D1547DAE}"/>
                  </a:ext>
                </a:extLst>
              </p:cNvPr>
              <p:cNvSpPr/>
              <p:nvPr/>
            </p:nvSpPr>
            <p:spPr>
              <a:xfrm>
                <a:off x="9491904" y="5170491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3 h 6345"/>
                  <a:gd name="connsiteX4" fmla="*/ 3415 w 6343"/>
                  <a:gd name="connsiteY4" fmla="*/ 133 h 6345"/>
                  <a:gd name="connsiteX5" fmla="*/ 1172 w 6343"/>
                  <a:gd name="connsiteY5" fmla="*/ 1063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5"/>
                      <a:pt x="6252" y="1657"/>
                      <a:pt x="5657" y="1063"/>
                    </a:cubicBezTo>
                    <a:cubicBezTo>
                      <a:pt x="5062" y="468"/>
                      <a:pt x="4256" y="133"/>
                      <a:pt x="3415" y="133"/>
                    </a:cubicBezTo>
                    <a:cubicBezTo>
                      <a:pt x="2573" y="133"/>
                      <a:pt x="1767" y="468"/>
                      <a:pt x="1172" y="1063"/>
                    </a:cubicBezTo>
                    <a:cubicBezTo>
                      <a:pt x="577" y="1657"/>
                      <a:pt x="243" y="2465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14" name="Freeform: Shape 6113">
                <a:extLst>
                  <a:ext uri="{FF2B5EF4-FFF2-40B4-BE49-F238E27FC236}">
                    <a16:creationId xmlns:a16="http://schemas.microsoft.com/office/drawing/2014/main" id="{09501534-1A7D-A687-C9AA-08D9B229CB84}"/>
                  </a:ext>
                </a:extLst>
              </p:cNvPr>
              <p:cNvSpPr/>
              <p:nvPr/>
            </p:nvSpPr>
            <p:spPr>
              <a:xfrm>
                <a:off x="9492900" y="5170175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5"/>
                      <a:pt x="6252" y="1657"/>
                      <a:pt x="5657" y="1062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2" y="1062"/>
                    </a:cubicBezTo>
                    <a:cubicBezTo>
                      <a:pt x="577" y="1657"/>
                      <a:pt x="243" y="2465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15" name="Freeform: Shape 6114">
                <a:extLst>
                  <a:ext uri="{FF2B5EF4-FFF2-40B4-BE49-F238E27FC236}">
                    <a16:creationId xmlns:a16="http://schemas.microsoft.com/office/drawing/2014/main" id="{FEB1680B-62E4-A736-1EF8-4134BAE4E822}"/>
                  </a:ext>
                </a:extLst>
              </p:cNvPr>
              <p:cNvSpPr/>
              <p:nvPr/>
            </p:nvSpPr>
            <p:spPr>
              <a:xfrm>
                <a:off x="9493924" y="5169812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16" name="Freeform: Shape 6115">
                <a:extLst>
                  <a:ext uri="{FF2B5EF4-FFF2-40B4-BE49-F238E27FC236}">
                    <a16:creationId xmlns:a16="http://schemas.microsoft.com/office/drawing/2014/main" id="{A83FC931-753A-37CB-3E91-46AE53F2CF7F}"/>
                  </a:ext>
                </a:extLst>
              </p:cNvPr>
              <p:cNvSpPr/>
              <p:nvPr/>
            </p:nvSpPr>
            <p:spPr>
              <a:xfrm>
                <a:off x="9495089" y="5169125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17" name="Freeform: Shape 6116">
                <a:extLst>
                  <a:ext uri="{FF2B5EF4-FFF2-40B4-BE49-F238E27FC236}">
                    <a16:creationId xmlns:a16="http://schemas.microsoft.com/office/drawing/2014/main" id="{95B219A1-BD08-E0F4-CE69-89DA9772FC9B}"/>
                  </a:ext>
                </a:extLst>
              </p:cNvPr>
              <p:cNvSpPr/>
              <p:nvPr/>
            </p:nvSpPr>
            <p:spPr>
              <a:xfrm>
                <a:off x="9495785" y="5169604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6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18" name="Freeform: Shape 6117">
                <a:extLst>
                  <a:ext uri="{FF2B5EF4-FFF2-40B4-BE49-F238E27FC236}">
                    <a16:creationId xmlns:a16="http://schemas.microsoft.com/office/drawing/2014/main" id="{2119817C-EEE1-032F-4036-EC3D82BBF00D}"/>
                  </a:ext>
                </a:extLst>
              </p:cNvPr>
              <p:cNvSpPr/>
              <p:nvPr/>
            </p:nvSpPr>
            <p:spPr>
              <a:xfrm>
                <a:off x="9496801" y="5169318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7" y="4147"/>
                      <a:pt x="6587" y="3306"/>
                    </a:cubicBezTo>
                    <a:cubicBezTo>
                      <a:pt x="6587" y="2464"/>
                      <a:pt x="6252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8" y="1657"/>
                      <a:pt x="243" y="2464"/>
                      <a:pt x="243" y="3306"/>
                    </a:cubicBezTo>
                    <a:cubicBezTo>
                      <a:pt x="243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19" name="Freeform: Shape 6118">
                <a:extLst>
                  <a:ext uri="{FF2B5EF4-FFF2-40B4-BE49-F238E27FC236}">
                    <a16:creationId xmlns:a16="http://schemas.microsoft.com/office/drawing/2014/main" id="{6331E429-AB5C-1814-3D2D-40BA7563193A}"/>
                  </a:ext>
                </a:extLst>
              </p:cNvPr>
              <p:cNvSpPr/>
              <p:nvPr/>
            </p:nvSpPr>
            <p:spPr>
              <a:xfrm>
                <a:off x="9497706" y="5169314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7" y="4147"/>
                      <a:pt x="6587" y="3306"/>
                    </a:cubicBezTo>
                    <a:cubicBezTo>
                      <a:pt x="6587" y="2464"/>
                      <a:pt x="6252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8" y="1657"/>
                      <a:pt x="243" y="2464"/>
                      <a:pt x="243" y="3306"/>
                    </a:cubicBezTo>
                    <a:cubicBezTo>
                      <a:pt x="243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20" name="Freeform: Shape 6119">
                <a:extLst>
                  <a:ext uri="{FF2B5EF4-FFF2-40B4-BE49-F238E27FC236}">
                    <a16:creationId xmlns:a16="http://schemas.microsoft.com/office/drawing/2014/main" id="{58BF3196-ED27-B11D-82FC-659B04B95A14}"/>
                  </a:ext>
                </a:extLst>
              </p:cNvPr>
              <p:cNvSpPr/>
              <p:nvPr/>
            </p:nvSpPr>
            <p:spPr>
              <a:xfrm>
                <a:off x="9498612" y="5169316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4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7" y="4147"/>
                      <a:pt x="6587" y="3306"/>
                    </a:cubicBezTo>
                    <a:cubicBezTo>
                      <a:pt x="6587" y="2464"/>
                      <a:pt x="6252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21" name="Freeform: Shape 6120">
                <a:extLst>
                  <a:ext uri="{FF2B5EF4-FFF2-40B4-BE49-F238E27FC236}">
                    <a16:creationId xmlns:a16="http://schemas.microsoft.com/office/drawing/2014/main" id="{C599D44E-8E22-5A64-E05B-B00B1691AFB9}"/>
                  </a:ext>
                </a:extLst>
              </p:cNvPr>
              <p:cNvSpPr/>
              <p:nvPr/>
            </p:nvSpPr>
            <p:spPr>
              <a:xfrm>
                <a:off x="9499449" y="5169488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22" name="Freeform: Shape 6121">
                <a:extLst>
                  <a:ext uri="{FF2B5EF4-FFF2-40B4-BE49-F238E27FC236}">
                    <a16:creationId xmlns:a16="http://schemas.microsoft.com/office/drawing/2014/main" id="{A65EB56D-ACF9-78F4-04F0-790584E9967F}"/>
                  </a:ext>
                </a:extLst>
              </p:cNvPr>
              <p:cNvSpPr/>
              <p:nvPr/>
            </p:nvSpPr>
            <p:spPr>
              <a:xfrm>
                <a:off x="9500382" y="5169448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23" name="Freeform: Shape 6122">
                <a:extLst>
                  <a:ext uri="{FF2B5EF4-FFF2-40B4-BE49-F238E27FC236}">
                    <a16:creationId xmlns:a16="http://schemas.microsoft.com/office/drawing/2014/main" id="{B7766D7B-2A78-F8C5-E2E7-658143BE1393}"/>
                  </a:ext>
                </a:extLst>
              </p:cNvPr>
              <p:cNvSpPr/>
              <p:nvPr/>
            </p:nvSpPr>
            <p:spPr>
              <a:xfrm>
                <a:off x="9501145" y="5169794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24" name="Freeform: Shape 6123">
                <a:extLst>
                  <a:ext uri="{FF2B5EF4-FFF2-40B4-BE49-F238E27FC236}">
                    <a16:creationId xmlns:a16="http://schemas.microsoft.com/office/drawing/2014/main" id="{0ED61943-CEED-CA3C-38B4-F0931D65E52F}"/>
                  </a:ext>
                </a:extLst>
              </p:cNvPr>
              <p:cNvSpPr/>
              <p:nvPr/>
            </p:nvSpPr>
            <p:spPr>
              <a:xfrm>
                <a:off x="9502182" y="5169551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25" name="Freeform: Shape 6124">
                <a:extLst>
                  <a:ext uri="{FF2B5EF4-FFF2-40B4-BE49-F238E27FC236}">
                    <a16:creationId xmlns:a16="http://schemas.microsoft.com/office/drawing/2014/main" id="{FE62239A-C0DB-3313-317F-08D6C4DA7228}"/>
                  </a:ext>
                </a:extLst>
              </p:cNvPr>
              <p:cNvSpPr/>
              <p:nvPr/>
            </p:nvSpPr>
            <p:spPr>
              <a:xfrm>
                <a:off x="9503148" y="5169477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7" y="133"/>
                      <a:pt x="3415" y="133"/>
                    </a:cubicBezTo>
                    <a:cubicBezTo>
                      <a:pt x="2574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26" name="Freeform: Shape 6125">
                <a:extLst>
                  <a:ext uri="{FF2B5EF4-FFF2-40B4-BE49-F238E27FC236}">
                    <a16:creationId xmlns:a16="http://schemas.microsoft.com/office/drawing/2014/main" id="{C82B73F1-D03F-E884-CDE6-BCE2A6E19393}"/>
                  </a:ext>
                </a:extLst>
              </p:cNvPr>
              <p:cNvSpPr/>
              <p:nvPr/>
            </p:nvSpPr>
            <p:spPr>
              <a:xfrm>
                <a:off x="9504066" y="5169518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7" y="133"/>
                      <a:pt x="3416" y="133"/>
                    </a:cubicBezTo>
                    <a:cubicBezTo>
                      <a:pt x="2574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27" name="Freeform: Shape 6126">
                <a:extLst>
                  <a:ext uri="{FF2B5EF4-FFF2-40B4-BE49-F238E27FC236}">
                    <a16:creationId xmlns:a16="http://schemas.microsoft.com/office/drawing/2014/main" id="{A366BE1B-8559-09B8-2A99-15A78091B105}"/>
                  </a:ext>
                </a:extLst>
              </p:cNvPr>
              <p:cNvSpPr/>
              <p:nvPr/>
            </p:nvSpPr>
            <p:spPr>
              <a:xfrm>
                <a:off x="9505089" y="5169351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7" y="133"/>
                      <a:pt x="3416" y="133"/>
                    </a:cubicBezTo>
                    <a:cubicBezTo>
                      <a:pt x="2574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28" name="Freeform: Shape 6127">
                <a:extLst>
                  <a:ext uri="{FF2B5EF4-FFF2-40B4-BE49-F238E27FC236}">
                    <a16:creationId xmlns:a16="http://schemas.microsoft.com/office/drawing/2014/main" id="{8EA3E812-B572-A731-8413-B17635ABBC97}"/>
                  </a:ext>
                </a:extLst>
              </p:cNvPr>
              <p:cNvSpPr/>
              <p:nvPr/>
            </p:nvSpPr>
            <p:spPr>
              <a:xfrm>
                <a:off x="9506090" y="5169246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29" name="Freeform: Shape 6128">
                <a:extLst>
                  <a:ext uri="{FF2B5EF4-FFF2-40B4-BE49-F238E27FC236}">
                    <a16:creationId xmlns:a16="http://schemas.microsoft.com/office/drawing/2014/main" id="{E81B714A-3191-5013-C17C-30AFFBC834E7}"/>
                  </a:ext>
                </a:extLst>
              </p:cNvPr>
              <p:cNvSpPr/>
              <p:nvPr/>
            </p:nvSpPr>
            <p:spPr>
              <a:xfrm>
                <a:off x="9507095" y="5169148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30" name="Freeform: Shape 6129">
                <a:extLst>
                  <a:ext uri="{FF2B5EF4-FFF2-40B4-BE49-F238E27FC236}">
                    <a16:creationId xmlns:a16="http://schemas.microsoft.com/office/drawing/2014/main" id="{1C192CA8-AC75-B6F3-EB3C-17D021231C20}"/>
                  </a:ext>
                </a:extLst>
              </p:cNvPr>
              <p:cNvSpPr/>
              <p:nvPr/>
            </p:nvSpPr>
            <p:spPr>
              <a:xfrm>
                <a:off x="9508131" y="5169005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31" name="Freeform: Shape 6130">
                <a:extLst>
                  <a:ext uri="{FF2B5EF4-FFF2-40B4-BE49-F238E27FC236}">
                    <a16:creationId xmlns:a16="http://schemas.microsoft.com/office/drawing/2014/main" id="{B6B0CD01-97A2-3D79-26EB-A42759AF342C}"/>
                  </a:ext>
                </a:extLst>
              </p:cNvPr>
              <p:cNvSpPr/>
              <p:nvPr/>
            </p:nvSpPr>
            <p:spPr>
              <a:xfrm>
                <a:off x="9509088" y="5169029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7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9" y="1657"/>
                      <a:pt x="244" y="2464"/>
                      <a:pt x="244" y="3306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32" name="Freeform: Shape 6131">
                <a:extLst>
                  <a:ext uri="{FF2B5EF4-FFF2-40B4-BE49-F238E27FC236}">
                    <a16:creationId xmlns:a16="http://schemas.microsoft.com/office/drawing/2014/main" id="{AB5388A5-B426-F7DD-7E48-720BB8FBD12B}"/>
                  </a:ext>
                </a:extLst>
              </p:cNvPr>
              <p:cNvSpPr/>
              <p:nvPr/>
            </p:nvSpPr>
            <p:spPr>
              <a:xfrm>
                <a:off x="9509965" y="5169217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6"/>
                    </a:cubicBezTo>
                    <a:cubicBezTo>
                      <a:pt x="6588" y="2464"/>
                      <a:pt x="6253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9" y="1657"/>
                      <a:pt x="244" y="2464"/>
                      <a:pt x="244" y="3306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33" name="Freeform: Shape 6132">
                <a:extLst>
                  <a:ext uri="{FF2B5EF4-FFF2-40B4-BE49-F238E27FC236}">
                    <a16:creationId xmlns:a16="http://schemas.microsoft.com/office/drawing/2014/main" id="{03F54F52-49F0-6CC8-BBD6-CF5743737F02}"/>
                  </a:ext>
                </a:extLst>
              </p:cNvPr>
              <p:cNvSpPr/>
              <p:nvPr/>
            </p:nvSpPr>
            <p:spPr>
              <a:xfrm>
                <a:off x="9510953" y="5169202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5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6"/>
                    </a:cubicBezTo>
                    <a:cubicBezTo>
                      <a:pt x="6588" y="2464"/>
                      <a:pt x="6253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34" name="Freeform: Shape 6133">
                <a:extLst>
                  <a:ext uri="{FF2B5EF4-FFF2-40B4-BE49-F238E27FC236}">
                    <a16:creationId xmlns:a16="http://schemas.microsoft.com/office/drawing/2014/main" id="{80862AE7-319D-CD1D-50D6-E1B4ECD5CF29}"/>
                  </a:ext>
                </a:extLst>
              </p:cNvPr>
              <p:cNvSpPr/>
              <p:nvPr/>
            </p:nvSpPr>
            <p:spPr>
              <a:xfrm>
                <a:off x="9511831" y="5169403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35" name="Freeform: Shape 6134">
                <a:extLst>
                  <a:ext uri="{FF2B5EF4-FFF2-40B4-BE49-F238E27FC236}">
                    <a16:creationId xmlns:a16="http://schemas.microsoft.com/office/drawing/2014/main" id="{FF737129-6036-8494-8EE2-1276B761E8C3}"/>
                  </a:ext>
                </a:extLst>
              </p:cNvPr>
              <p:cNvSpPr/>
              <p:nvPr/>
            </p:nvSpPr>
            <p:spPr>
              <a:xfrm>
                <a:off x="9512852" y="5169350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36" name="Freeform: Shape 6135">
                <a:extLst>
                  <a:ext uri="{FF2B5EF4-FFF2-40B4-BE49-F238E27FC236}">
                    <a16:creationId xmlns:a16="http://schemas.microsoft.com/office/drawing/2014/main" id="{0AF127FD-3A45-9DD1-5909-05F98CD5BAD3}"/>
                  </a:ext>
                </a:extLst>
              </p:cNvPr>
              <p:cNvSpPr/>
              <p:nvPr/>
            </p:nvSpPr>
            <p:spPr>
              <a:xfrm>
                <a:off x="9513877" y="5169305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37" name="Freeform: Shape 6136">
                <a:extLst>
                  <a:ext uri="{FF2B5EF4-FFF2-40B4-BE49-F238E27FC236}">
                    <a16:creationId xmlns:a16="http://schemas.microsoft.com/office/drawing/2014/main" id="{D5B14982-7787-E41F-6739-C3D3539C6166}"/>
                  </a:ext>
                </a:extLst>
              </p:cNvPr>
              <p:cNvSpPr/>
              <p:nvPr/>
            </p:nvSpPr>
            <p:spPr>
              <a:xfrm>
                <a:off x="9514846" y="5169371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38" name="Freeform: Shape 6137">
                <a:extLst>
                  <a:ext uri="{FF2B5EF4-FFF2-40B4-BE49-F238E27FC236}">
                    <a16:creationId xmlns:a16="http://schemas.microsoft.com/office/drawing/2014/main" id="{3810EEA4-44F3-4EDB-BC31-29529F226A22}"/>
                  </a:ext>
                </a:extLst>
              </p:cNvPr>
              <p:cNvSpPr/>
              <p:nvPr/>
            </p:nvSpPr>
            <p:spPr>
              <a:xfrm>
                <a:off x="9515876" y="5169341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3"/>
                      <a:pt x="3416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39" name="Freeform: Shape 6138">
                <a:extLst>
                  <a:ext uri="{FF2B5EF4-FFF2-40B4-BE49-F238E27FC236}">
                    <a16:creationId xmlns:a16="http://schemas.microsoft.com/office/drawing/2014/main" id="{3B2FF337-07C2-BF74-3D95-58C59B6FAA29}"/>
                  </a:ext>
                </a:extLst>
              </p:cNvPr>
              <p:cNvSpPr/>
              <p:nvPr/>
            </p:nvSpPr>
            <p:spPr>
              <a:xfrm>
                <a:off x="9516819" y="5169473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3"/>
                      <a:pt x="3417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40" name="Freeform: Shape 6139">
                <a:extLst>
                  <a:ext uri="{FF2B5EF4-FFF2-40B4-BE49-F238E27FC236}">
                    <a16:creationId xmlns:a16="http://schemas.microsoft.com/office/drawing/2014/main" id="{FFCBEF49-CE3C-F7EC-05EF-8318BA643B33}"/>
                  </a:ext>
                </a:extLst>
              </p:cNvPr>
              <p:cNvSpPr/>
              <p:nvPr/>
            </p:nvSpPr>
            <p:spPr>
              <a:xfrm>
                <a:off x="9517945" y="5169305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41" name="Freeform: Shape 6140">
                <a:extLst>
                  <a:ext uri="{FF2B5EF4-FFF2-40B4-BE49-F238E27FC236}">
                    <a16:creationId xmlns:a16="http://schemas.microsoft.com/office/drawing/2014/main" id="{68CBBE69-BF4A-04A0-D27A-373978063CD0}"/>
                  </a:ext>
                </a:extLst>
              </p:cNvPr>
              <p:cNvSpPr/>
              <p:nvPr/>
            </p:nvSpPr>
            <p:spPr>
              <a:xfrm>
                <a:off x="9519045" y="5169197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42" name="Freeform: Shape 6141">
                <a:extLst>
                  <a:ext uri="{FF2B5EF4-FFF2-40B4-BE49-F238E27FC236}">
                    <a16:creationId xmlns:a16="http://schemas.microsoft.com/office/drawing/2014/main" id="{A473A02F-EA0D-79E5-3F50-00186CAE1792}"/>
                  </a:ext>
                </a:extLst>
              </p:cNvPr>
              <p:cNvSpPr/>
              <p:nvPr/>
            </p:nvSpPr>
            <p:spPr>
              <a:xfrm>
                <a:off x="9519994" y="5169352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43" name="Freeform: Shape 6142">
                <a:extLst>
                  <a:ext uri="{FF2B5EF4-FFF2-40B4-BE49-F238E27FC236}">
                    <a16:creationId xmlns:a16="http://schemas.microsoft.com/office/drawing/2014/main" id="{126F5E80-CD48-992E-0E0E-167B040979A5}"/>
                  </a:ext>
                </a:extLst>
              </p:cNvPr>
              <p:cNvSpPr/>
              <p:nvPr/>
            </p:nvSpPr>
            <p:spPr>
              <a:xfrm>
                <a:off x="9521132" y="5169210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8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44" name="Freeform: Shape 6143">
                <a:extLst>
                  <a:ext uri="{FF2B5EF4-FFF2-40B4-BE49-F238E27FC236}">
                    <a16:creationId xmlns:a16="http://schemas.microsoft.com/office/drawing/2014/main" id="{B492DC56-64DE-2E77-4874-D960A1AC2B7A}"/>
                  </a:ext>
                </a:extLst>
              </p:cNvPr>
              <p:cNvSpPr/>
              <p:nvPr/>
            </p:nvSpPr>
            <p:spPr>
              <a:xfrm>
                <a:off x="9522180" y="5169229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45" name="Freeform: Shape 6144">
                <a:extLst>
                  <a:ext uri="{FF2B5EF4-FFF2-40B4-BE49-F238E27FC236}">
                    <a16:creationId xmlns:a16="http://schemas.microsoft.com/office/drawing/2014/main" id="{6D5732B8-C0A0-046E-DC19-A5C1D075EA45}"/>
                  </a:ext>
                </a:extLst>
              </p:cNvPr>
              <p:cNvSpPr/>
              <p:nvPr/>
            </p:nvSpPr>
            <p:spPr>
              <a:xfrm>
                <a:off x="9523453" y="5168903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46" name="Freeform: Shape 6145">
                <a:extLst>
                  <a:ext uri="{FF2B5EF4-FFF2-40B4-BE49-F238E27FC236}">
                    <a16:creationId xmlns:a16="http://schemas.microsoft.com/office/drawing/2014/main" id="{8FBA0CF1-73FF-538C-5A92-EE39CE866052}"/>
                  </a:ext>
                </a:extLst>
              </p:cNvPr>
              <p:cNvSpPr/>
              <p:nvPr/>
            </p:nvSpPr>
            <p:spPr>
              <a:xfrm>
                <a:off x="9524669" y="5168689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47" name="Freeform: Shape 6146">
                <a:extLst>
                  <a:ext uri="{FF2B5EF4-FFF2-40B4-BE49-F238E27FC236}">
                    <a16:creationId xmlns:a16="http://schemas.microsoft.com/office/drawing/2014/main" id="{920C60F3-ADDB-3D33-20F6-DCC8BD27B528}"/>
                  </a:ext>
                </a:extLst>
              </p:cNvPr>
              <p:cNvSpPr/>
              <p:nvPr/>
            </p:nvSpPr>
            <p:spPr>
              <a:xfrm>
                <a:off x="9525729" y="5168735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48" name="Freeform: Shape 6147">
                <a:extLst>
                  <a:ext uri="{FF2B5EF4-FFF2-40B4-BE49-F238E27FC236}">
                    <a16:creationId xmlns:a16="http://schemas.microsoft.com/office/drawing/2014/main" id="{08DF8FCC-2A16-D968-2CA4-BCD8BA713538}"/>
                  </a:ext>
                </a:extLst>
              </p:cNvPr>
              <p:cNvSpPr/>
              <p:nvPr/>
            </p:nvSpPr>
            <p:spPr>
              <a:xfrm>
                <a:off x="9526790" y="5168789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49" name="Freeform: Shape 6148">
                <a:extLst>
                  <a:ext uri="{FF2B5EF4-FFF2-40B4-BE49-F238E27FC236}">
                    <a16:creationId xmlns:a16="http://schemas.microsoft.com/office/drawing/2014/main" id="{249E5650-5E1A-5645-E06B-5506B6E3C375}"/>
                  </a:ext>
                </a:extLst>
              </p:cNvPr>
              <p:cNvSpPr/>
              <p:nvPr/>
            </p:nvSpPr>
            <p:spPr>
              <a:xfrm>
                <a:off x="9527821" y="5168901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50" name="Freeform: Shape 6149">
                <a:extLst>
                  <a:ext uri="{FF2B5EF4-FFF2-40B4-BE49-F238E27FC236}">
                    <a16:creationId xmlns:a16="http://schemas.microsoft.com/office/drawing/2014/main" id="{AE266BF3-3A5D-4FDB-7E7D-B2149C5BE4C0}"/>
                  </a:ext>
                </a:extLst>
              </p:cNvPr>
              <p:cNvSpPr/>
              <p:nvPr/>
            </p:nvSpPr>
            <p:spPr>
              <a:xfrm>
                <a:off x="9528921" y="5168922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51" name="Freeform: Shape 6150">
                <a:extLst>
                  <a:ext uri="{FF2B5EF4-FFF2-40B4-BE49-F238E27FC236}">
                    <a16:creationId xmlns:a16="http://schemas.microsoft.com/office/drawing/2014/main" id="{57AFC900-C174-4F47-FA2E-EBF15A53D353}"/>
                  </a:ext>
                </a:extLst>
              </p:cNvPr>
              <p:cNvSpPr/>
              <p:nvPr/>
            </p:nvSpPr>
            <p:spPr>
              <a:xfrm>
                <a:off x="9529889" y="516914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52" name="Freeform: Shape 6151">
                <a:extLst>
                  <a:ext uri="{FF2B5EF4-FFF2-40B4-BE49-F238E27FC236}">
                    <a16:creationId xmlns:a16="http://schemas.microsoft.com/office/drawing/2014/main" id="{0A0286B7-88BF-4E38-8AAF-7D9A244A9F6B}"/>
                  </a:ext>
                </a:extLst>
              </p:cNvPr>
              <p:cNvSpPr/>
              <p:nvPr/>
            </p:nvSpPr>
            <p:spPr>
              <a:xfrm>
                <a:off x="9530823" y="516943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53" name="Freeform: Shape 6152">
                <a:extLst>
                  <a:ext uri="{FF2B5EF4-FFF2-40B4-BE49-F238E27FC236}">
                    <a16:creationId xmlns:a16="http://schemas.microsoft.com/office/drawing/2014/main" id="{2AC9E413-8D94-03BE-1DE8-525F1808C3B7}"/>
                  </a:ext>
                </a:extLst>
              </p:cNvPr>
              <p:cNvSpPr/>
              <p:nvPr/>
            </p:nvSpPr>
            <p:spPr>
              <a:xfrm>
                <a:off x="9531859" y="516957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54" name="Freeform: Shape 6153">
                <a:extLst>
                  <a:ext uri="{FF2B5EF4-FFF2-40B4-BE49-F238E27FC236}">
                    <a16:creationId xmlns:a16="http://schemas.microsoft.com/office/drawing/2014/main" id="{817F0CA4-F8B8-FDDE-4075-201C32C979A4}"/>
                  </a:ext>
                </a:extLst>
              </p:cNvPr>
              <p:cNvSpPr/>
              <p:nvPr/>
            </p:nvSpPr>
            <p:spPr>
              <a:xfrm>
                <a:off x="9532897" y="516972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55" name="Freeform: Shape 6154">
                <a:extLst>
                  <a:ext uri="{FF2B5EF4-FFF2-40B4-BE49-F238E27FC236}">
                    <a16:creationId xmlns:a16="http://schemas.microsoft.com/office/drawing/2014/main" id="{28E15391-FA84-1545-125D-B361CD3775CB}"/>
                  </a:ext>
                </a:extLst>
              </p:cNvPr>
              <p:cNvSpPr/>
              <p:nvPr/>
            </p:nvSpPr>
            <p:spPr>
              <a:xfrm>
                <a:off x="9534042" y="516974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89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6" y="2464"/>
                      <a:pt x="246" y="3306"/>
                    </a:cubicBezTo>
                    <a:cubicBezTo>
                      <a:pt x="246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56" name="Freeform: Shape 6155">
                <a:extLst>
                  <a:ext uri="{FF2B5EF4-FFF2-40B4-BE49-F238E27FC236}">
                    <a16:creationId xmlns:a16="http://schemas.microsoft.com/office/drawing/2014/main" id="{556F8808-53D5-017C-3E34-512289CBB0C5}"/>
                  </a:ext>
                </a:extLst>
              </p:cNvPr>
              <p:cNvSpPr/>
              <p:nvPr/>
            </p:nvSpPr>
            <p:spPr>
              <a:xfrm>
                <a:off x="9535259" y="516966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6" y="2464"/>
                      <a:pt x="246" y="3306"/>
                    </a:cubicBezTo>
                    <a:cubicBezTo>
                      <a:pt x="246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57" name="Freeform: Shape 6156">
                <a:extLst>
                  <a:ext uri="{FF2B5EF4-FFF2-40B4-BE49-F238E27FC236}">
                    <a16:creationId xmlns:a16="http://schemas.microsoft.com/office/drawing/2014/main" id="{7E99DFA5-2597-B3AC-47BD-086DB7DCB9C6}"/>
                  </a:ext>
                </a:extLst>
              </p:cNvPr>
              <p:cNvSpPr/>
              <p:nvPr/>
            </p:nvSpPr>
            <p:spPr>
              <a:xfrm>
                <a:off x="9536481" y="516960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7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58" name="Freeform: Shape 6157">
                <a:extLst>
                  <a:ext uri="{FF2B5EF4-FFF2-40B4-BE49-F238E27FC236}">
                    <a16:creationId xmlns:a16="http://schemas.microsoft.com/office/drawing/2014/main" id="{50DDF4DA-CD21-181E-8A9F-A160DC09714B}"/>
                  </a:ext>
                </a:extLst>
              </p:cNvPr>
              <p:cNvSpPr/>
              <p:nvPr/>
            </p:nvSpPr>
            <p:spPr>
              <a:xfrm>
                <a:off x="9537707" y="516955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59" name="Freeform: Shape 6158">
                <a:extLst>
                  <a:ext uri="{FF2B5EF4-FFF2-40B4-BE49-F238E27FC236}">
                    <a16:creationId xmlns:a16="http://schemas.microsoft.com/office/drawing/2014/main" id="{88B39F7F-3996-9747-87E3-ED0D73176EED}"/>
                  </a:ext>
                </a:extLst>
              </p:cNvPr>
              <p:cNvSpPr/>
              <p:nvPr/>
            </p:nvSpPr>
            <p:spPr>
              <a:xfrm>
                <a:off x="9538901" y="516956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60" name="Freeform: Shape 6159">
                <a:extLst>
                  <a:ext uri="{FF2B5EF4-FFF2-40B4-BE49-F238E27FC236}">
                    <a16:creationId xmlns:a16="http://schemas.microsoft.com/office/drawing/2014/main" id="{AE0215B8-2859-03BB-0B1E-C4E1915D2498}"/>
                  </a:ext>
                </a:extLst>
              </p:cNvPr>
              <p:cNvSpPr/>
              <p:nvPr/>
            </p:nvSpPr>
            <p:spPr>
              <a:xfrm>
                <a:off x="9540099" y="5169578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61" name="Freeform: Shape 6160">
                <a:extLst>
                  <a:ext uri="{FF2B5EF4-FFF2-40B4-BE49-F238E27FC236}">
                    <a16:creationId xmlns:a16="http://schemas.microsoft.com/office/drawing/2014/main" id="{9E877894-081F-EE27-107E-DCE4E48E6E21}"/>
                  </a:ext>
                </a:extLst>
              </p:cNvPr>
              <p:cNvSpPr/>
              <p:nvPr/>
            </p:nvSpPr>
            <p:spPr>
              <a:xfrm>
                <a:off x="9541336" y="516955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60" y="133"/>
                      <a:pt x="3418" y="133"/>
                    </a:cubicBezTo>
                    <a:cubicBezTo>
                      <a:pt x="2577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62" name="Freeform: Shape 6161">
                <a:extLst>
                  <a:ext uri="{FF2B5EF4-FFF2-40B4-BE49-F238E27FC236}">
                    <a16:creationId xmlns:a16="http://schemas.microsoft.com/office/drawing/2014/main" id="{D46A3E79-B7F8-1EF9-DC80-7C35C1E4858A}"/>
                  </a:ext>
                </a:extLst>
              </p:cNvPr>
              <p:cNvSpPr/>
              <p:nvPr/>
            </p:nvSpPr>
            <p:spPr>
              <a:xfrm>
                <a:off x="9542688" y="516940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60" y="133"/>
                      <a:pt x="3419" y="133"/>
                    </a:cubicBezTo>
                    <a:cubicBezTo>
                      <a:pt x="2577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63" name="Freeform: Shape 6162">
                <a:extLst>
                  <a:ext uri="{FF2B5EF4-FFF2-40B4-BE49-F238E27FC236}">
                    <a16:creationId xmlns:a16="http://schemas.microsoft.com/office/drawing/2014/main" id="{E389A44C-6086-2493-9A83-E2C3CDE7EED4}"/>
                  </a:ext>
                </a:extLst>
              </p:cNvPr>
              <p:cNvSpPr/>
              <p:nvPr/>
            </p:nvSpPr>
            <p:spPr>
              <a:xfrm>
                <a:off x="9543823" y="516954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64" name="Freeform: Shape 6163">
                <a:extLst>
                  <a:ext uri="{FF2B5EF4-FFF2-40B4-BE49-F238E27FC236}">
                    <a16:creationId xmlns:a16="http://schemas.microsoft.com/office/drawing/2014/main" id="{C7F94617-0D1A-3DBD-837E-C6F0890B4D90}"/>
                  </a:ext>
                </a:extLst>
              </p:cNvPr>
              <p:cNvSpPr/>
              <p:nvPr/>
            </p:nvSpPr>
            <p:spPr>
              <a:xfrm>
                <a:off x="9544922" y="516974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65" name="Freeform: Shape 6164">
                <a:extLst>
                  <a:ext uri="{FF2B5EF4-FFF2-40B4-BE49-F238E27FC236}">
                    <a16:creationId xmlns:a16="http://schemas.microsoft.com/office/drawing/2014/main" id="{18CFEAA7-F19F-B0E3-CFE1-E62E00EC1BFA}"/>
                  </a:ext>
                </a:extLst>
              </p:cNvPr>
              <p:cNvSpPr/>
              <p:nvPr/>
            </p:nvSpPr>
            <p:spPr>
              <a:xfrm>
                <a:off x="9545984" y="516999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2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66" name="Freeform: Shape 6165">
                <a:extLst>
                  <a:ext uri="{FF2B5EF4-FFF2-40B4-BE49-F238E27FC236}">
                    <a16:creationId xmlns:a16="http://schemas.microsoft.com/office/drawing/2014/main" id="{F016D056-2203-19AF-1747-43C06CEA1756}"/>
                  </a:ext>
                </a:extLst>
              </p:cNvPr>
              <p:cNvSpPr/>
              <p:nvPr/>
            </p:nvSpPr>
            <p:spPr>
              <a:xfrm>
                <a:off x="9548151" y="516892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4"/>
                      <a:pt x="6256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2" y="1657"/>
                      <a:pt x="247" y="2464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67" name="Freeform: Shape 6166">
                <a:extLst>
                  <a:ext uri="{FF2B5EF4-FFF2-40B4-BE49-F238E27FC236}">
                    <a16:creationId xmlns:a16="http://schemas.microsoft.com/office/drawing/2014/main" id="{E9417E9C-B9F8-A014-1334-B2DD5D7D9A35}"/>
                  </a:ext>
                </a:extLst>
              </p:cNvPr>
              <p:cNvSpPr/>
              <p:nvPr/>
            </p:nvSpPr>
            <p:spPr>
              <a:xfrm>
                <a:off x="9549606" y="516874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8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4"/>
                      <a:pt x="6256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68" name="Freeform: Shape 6167">
                <a:extLst>
                  <a:ext uri="{FF2B5EF4-FFF2-40B4-BE49-F238E27FC236}">
                    <a16:creationId xmlns:a16="http://schemas.microsoft.com/office/drawing/2014/main" id="{508DEC18-A220-317F-7406-D9360A563D7D}"/>
                  </a:ext>
                </a:extLst>
              </p:cNvPr>
              <p:cNvSpPr/>
              <p:nvPr/>
            </p:nvSpPr>
            <p:spPr>
              <a:xfrm>
                <a:off x="9550604" y="516912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69" name="Freeform: Shape 6168">
                <a:extLst>
                  <a:ext uri="{FF2B5EF4-FFF2-40B4-BE49-F238E27FC236}">
                    <a16:creationId xmlns:a16="http://schemas.microsoft.com/office/drawing/2014/main" id="{18C7D36F-E326-0352-A3BC-031355CCAFDD}"/>
                  </a:ext>
                </a:extLst>
              </p:cNvPr>
              <p:cNvSpPr/>
              <p:nvPr/>
            </p:nvSpPr>
            <p:spPr>
              <a:xfrm>
                <a:off x="9552223" y="516878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70" name="Freeform: Shape 6169">
                <a:extLst>
                  <a:ext uri="{FF2B5EF4-FFF2-40B4-BE49-F238E27FC236}">
                    <a16:creationId xmlns:a16="http://schemas.microsoft.com/office/drawing/2014/main" id="{86D4069B-9BE9-5C94-2781-3946470B2349}"/>
                  </a:ext>
                </a:extLst>
              </p:cNvPr>
              <p:cNvSpPr/>
              <p:nvPr/>
            </p:nvSpPr>
            <p:spPr>
              <a:xfrm>
                <a:off x="9553655" y="516868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1" y="133"/>
                      <a:pt x="3419" y="133"/>
                    </a:cubicBezTo>
                    <a:cubicBezTo>
                      <a:pt x="2578" y="133"/>
                      <a:pt x="1772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71" name="Freeform: Shape 6170">
                <a:extLst>
                  <a:ext uri="{FF2B5EF4-FFF2-40B4-BE49-F238E27FC236}">
                    <a16:creationId xmlns:a16="http://schemas.microsoft.com/office/drawing/2014/main" id="{A9F1C215-C38F-11D6-F4CE-17CE79576590}"/>
                  </a:ext>
                </a:extLst>
              </p:cNvPr>
              <p:cNvSpPr/>
              <p:nvPr/>
            </p:nvSpPr>
            <p:spPr>
              <a:xfrm>
                <a:off x="9554579" y="516917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1" y="133"/>
                      <a:pt x="3420" y="133"/>
                    </a:cubicBezTo>
                    <a:cubicBezTo>
                      <a:pt x="2578" y="133"/>
                      <a:pt x="1772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72" name="Freeform: Shape 6171">
                <a:extLst>
                  <a:ext uri="{FF2B5EF4-FFF2-40B4-BE49-F238E27FC236}">
                    <a16:creationId xmlns:a16="http://schemas.microsoft.com/office/drawing/2014/main" id="{2ED7E74C-4EA0-0FFB-FAF7-E372F17AADF3}"/>
                  </a:ext>
                </a:extLst>
              </p:cNvPr>
              <p:cNvSpPr/>
              <p:nvPr/>
            </p:nvSpPr>
            <p:spPr>
              <a:xfrm>
                <a:off x="9556097" y="516901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8" y="467"/>
                      <a:pt x="4261" y="133"/>
                      <a:pt x="3420" y="133"/>
                    </a:cubicBezTo>
                    <a:cubicBezTo>
                      <a:pt x="2579" y="133"/>
                      <a:pt x="1772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73" name="Freeform: Shape 6172">
                <a:extLst>
                  <a:ext uri="{FF2B5EF4-FFF2-40B4-BE49-F238E27FC236}">
                    <a16:creationId xmlns:a16="http://schemas.microsoft.com/office/drawing/2014/main" id="{5ED15974-4247-0064-BA34-A59166D74297}"/>
                  </a:ext>
                </a:extLst>
              </p:cNvPr>
              <p:cNvSpPr/>
              <p:nvPr/>
            </p:nvSpPr>
            <p:spPr>
              <a:xfrm>
                <a:off x="9556982" y="516957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8" y="467"/>
                      <a:pt x="4261" y="133"/>
                      <a:pt x="3420" y="133"/>
                    </a:cubicBezTo>
                    <a:cubicBezTo>
                      <a:pt x="2579" y="133"/>
                      <a:pt x="1772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74" name="Freeform: Shape 6173">
                <a:extLst>
                  <a:ext uri="{FF2B5EF4-FFF2-40B4-BE49-F238E27FC236}">
                    <a16:creationId xmlns:a16="http://schemas.microsoft.com/office/drawing/2014/main" id="{11DF4AEC-F27D-070B-7B1E-9E9BAE90A829}"/>
                  </a:ext>
                </a:extLst>
              </p:cNvPr>
              <p:cNvSpPr/>
              <p:nvPr/>
            </p:nvSpPr>
            <p:spPr>
              <a:xfrm>
                <a:off x="9556897" y="517118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75" name="Freeform: Shape 6174">
                <a:extLst>
                  <a:ext uri="{FF2B5EF4-FFF2-40B4-BE49-F238E27FC236}">
                    <a16:creationId xmlns:a16="http://schemas.microsoft.com/office/drawing/2014/main" id="{E333129E-5ED6-4F08-87BC-2FF6F4E435B3}"/>
                  </a:ext>
                </a:extLst>
              </p:cNvPr>
              <p:cNvSpPr/>
              <p:nvPr/>
            </p:nvSpPr>
            <p:spPr>
              <a:xfrm>
                <a:off x="9556960" y="517262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76" name="Freeform: Shape 6175">
                <a:extLst>
                  <a:ext uri="{FF2B5EF4-FFF2-40B4-BE49-F238E27FC236}">
                    <a16:creationId xmlns:a16="http://schemas.microsoft.com/office/drawing/2014/main" id="{95E511AC-9DA1-1A37-592C-C456C1402BD6}"/>
                  </a:ext>
                </a:extLst>
              </p:cNvPr>
              <p:cNvSpPr/>
              <p:nvPr/>
            </p:nvSpPr>
            <p:spPr>
              <a:xfrm>
                <a:off x="9556886" y="517418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77" name="Freeform: Shape 6176">
                <a:extLst>
                  <a:ext uri="{FF2B5EF4-FFF2-40B4-BE49-F238E27FC236}">
                    <a16:creationId xmlns:a16="http://schemas.microsoft.com/office/drawing/2014/main" id="{25FB03D0-53C3-06A9-D91D-96A85A2E0C34}"/>
                  </a:ext>
                </a:extLst>
              </p:cNvPr>
              <p:cNvSpPr/>
              <p:nvPr/>
            </p:nvSpPr>
            <p:spPr>
              <a:xfrm>
                <a:off x="9557701" y="517478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78" name="Freeform: Shape 6177">
                <a:extLst>
                  <a:ext uri="{FF2B5EF4-FFF2-40B4-BE49-F238E27FC236}">
                    <a16:creationId xmlns:a16="http://schemas.microsoft.com/office/drawing/2014/main" id="{950F7F00-AC18-B9C1-06D3-25636564ABB0}"/>
                  </a:ext>
                </a:extLst>
              </p:cNvPr>
              <p:cNvSpPr/>
              <p:nvPr/>
            </p:nvSpPr>
            <p:spPr>
              <a:xfrm>
                <a:off x="9558678" y="517522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79" name="Freeform: Shape 6178">
                <a:extLst>
                  <a:ext uri="{FF2B5EF4-FFF2-40B4-BE49-F238E27FC236}">
                    <a16:creationId xmlns:a16="http://schemas.microsoft.com/office/drawing/2014/main" id="{2B7603D1-C5F6-BE17-071B-F52461A11B54}"/>
                  </a:ext>
                </a:extLst>
              </p:cNvPr>
              <p:cNvSpPr/>
              <p:nvPr/>
            </p:nvSpPr>
            <p:spPr>
              <a:xfrm>
                <a:off x="9559613" y="517571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1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80" name="Freeform: Shape 6179">
                <a:extLst>
                  <a:ext uri="{FF2B5EF4-FFF2-40B4-BE49-F238E27FC236}">
                    <a16:creationId xmlns:a16="http://schemas.microsoft.com/office/drawing/2014/main" id="{91BF0548-6D19-F7B4-4144-DE90F13B4DDB}"/>
                  </a:ext>
                </a:extLst>
              </p:cNvPr>
              <p:cNvSpPr/>
              <p:nvPr/>
            </p:nvSpPr>
            <p:spPr>
              <a:xfrm>
                <a:off x="9561758" y="517498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9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81" name="Freeform: Shape 6180">
                <a:extLst>
                  <a:ext uri="{FF2B5EF4-FFF2-40B4-BE49-F238E27FC236}">
                    <a16:creationId xmlns:a16="http://schemas.microsoft.com/office/drawing/2014/main" id="{85AAA049-4303-608D-AE88-B4D0731F8204}"/>
                  </a:ext>
                </a:extLst>
              </p:cNvPr>
              <p:cNvSpPr/>
              <p:nvPr/>
            </p:nvSpPr>
            <p:spPr>
              <a:xfrm>
                <a:off x="9564717" y="517347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82" name="Freeform: Shape 6181">
                <a:extLst>
                  <a:ext uri="{FF2B5EF4-FFF2-40B4-BE49-F238E27FC236}">
                    <a16:creationId xmlns:a16="http://schemas.microsoft.com/office/drawing/2014/main" id="{AD4A2C99-1304-697B-5415-649341B0521F}"/>
                  </a:ext>
                </a:extLst>
              </p:cNvPr>
              <p:cNvSpPr/>
              <p:nvPr/>
            </p:nvSpPr>
            <p:spPr>
              <a:xfrm>
                <a:off x="9567614" y="5172083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8" y="6144"/>
                      <a:pt x="5663" y="5550"/>
                    </a:cubicBezTo>
                    <a:cubicBezTo>
                      <a:pt x="6258" y="4955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1" y="133"/>
                    </a:cubicBezTo>
                    <a:cubicBezTo>
                      <a:pt x="2579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5"/>
                      <a:pt x="1178" y="5550"/>
                    </a:cubicBezTo>
                    <a:cubicBezTo>
                      <a:pt x="1773" y="6144"/>
                      <a:pt x="2579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83" name="Freeform: Shape 6182">
                <a:extLst>
                  <a:ext uri="{FF2B5EF4-FFF2-40B4-BE49-F238E27FC236}">
                    <a16:creationId xmlns:a16="http://schemas.microsoft.com/office/drawing/2014/main" id="{AECEA53F-117D-301B-6ADD-00BFBE9612FD}"/>
                  </a:ext>
                </a:extLst>
              </p:cNvPr>
              <p:cNvSpPr/>
              <p:nvPr/>
            </p:nvSpPr>
            <p:spPr>
              <a:xfrm>
                <a:off x="9571598" y="5169680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84" name="Freeform: Shape 6183">
                <a:extLst>
                  <a:ext uri="{FF2B5EF4-FFF2-40B4-BE49-F238E27FC236}">
                    <a16:creationId xmlns:a16="http://schemas.microsoft.com/office/drawing/2014/main" id="{C945E373-EFBC-6BE8-1A4F-7A5DF5438D6C}"/>
                  </a:ext>
                </a:extLst>
              </p:cNvPr>
              <p:cNvSpPr/>
              <p:nvPr/>
            </p:nvSpPr>
            <p:spPr>
              <a:xfrm>
                <a:off x="9574244" y="5168644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50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4" y="5549"/>
                    </a:cubicBezTo>
                    <a:cubicBezTo>
                      <a:pt x="6258" y="4954"/>
                      <a:pt x="6593" y="4147"/>
                      <a:pt x="6593" y="3306"/>
                    </a:cubicBezTo>
                    <a:cubicBezTo>
                      <a:pt x="6593" y="2464"/>
                      <a:pt x="6258" y="1657"/>
                      <a:pt x="5664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85" name="Freeform: Shape 6184">
                <a:extLst>
                  <a:ext uri="{FF2B5EF4-FFF2-40B4-BE49-F238E27FC236}">
                    <a16:creationId xmlns:a16="http://schemas.microsoft.com/office/drawing/2014/main" id="{499FE890-DEC7-012D-565A-579877D95D90}"/>
                  </a:ext>
                </a:extLst>
              </p:cNvPr>
              <p:cNvSpPr/>
              <p:nvPr/>
            </p:nvSpPr>
            <p:spPr>
              <a:xfrm>
                <a:off x="9299197" y="5164074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86" name="Freeform: Shape 6185">
                <a:extLst>
                  <a:ext uri="{FF2B5EF4-FFF2-40B4-BE49-F238E27FC236}">
                    <a16:creationId xmlns:a16="http://schemas.microsoft.com/office/drawing/2014/main" id="{743D1C9A-E1C2-9AC1-1EA4-352F443F0EC1}"/>
                  </a:ext>
                </a:extLst>
              </p:cNvPr>
              <p:cNvSpPr/>
              <p:nvPr/>
            </p:nvSpPr>
            <p:spPr>
              <a:xfrm>
                <a:off x="9300797" y="5163911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1" y="133"/>
                      <a:pt x="3400" y="133"/>
                    </a:cubicBezTo>
                    <a:cubicBezTo>
                      <a:pt x="2558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8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87" name="Freeform: Shape 6186">
                <a:extLst>
                  <a:ext uri="{FF2B5EF4-FFF2-40B4-BE49-F238E27FC236}">
                    <a16:creationId xmlns:a16="http://schemas.microsoft.com/office/drawing/2014/main" id="{EAFE112F-4403-373E-C9DD-8451C7CA4B06}"/>
                  </a:ext>
                </a:extLst>
              </p:cNvPr>
              <p:cNvSpPr/>
              <p:nvPr/>
            </p:nvSpPr>
            <p:spPr>
              <a:xfrm>
                <a:off x="9302393" y="5163762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88" name="Freeform: Shape 6187">
                <a:extLst>
                  <a:ext uri="{FF2B5EF4-FFF2-40B4-BE49-F238E27FC236}">
                    <a16:creationId xmlns:a16="http://schemas.microsoft.com/office/drawing/2014/main" id="{BE48BD7A-3E92-DA20-D624-E6F2F0EDFC9A}"/>
                  </a:ext>
                </a:extLst>
              </p:cNvPr>
              <p:cNvSpPr/>
              <p:nvPr/>
            </p:nvSpPr>
            <p:spPr>
              <a:xfrm>
                <a:off x="9304249" y="5163873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89" name="Freeform: Shape 6188">
                <a:extLst>
                  <a:ext uri="{FF2B5EF4-FFF2-40B4-BE49-F238E27FC236}">
                    <a16:creationId xmlns:a16="http://schemas.microsoft.com/office/drawing/2014/main" id="{A992FA22-F46B-9D9D-2A2B-C5CB43F2DF6F}"/>
                  </a:ext>
                </a:extLst>
              </p:cNvPr>
              <p:cNvSpPr/>
              <p:nvPr/>
            </p:nvSpPr>
            <p:spPr>
              <a:xfrm>
                <a:off x="9305924" y="5163837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1 w 6343"/>
                  <a:gd name="connsiteY2" fmla="*/ 3305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3" y="1657"/>
                      <a:pt x="228" y="2464"/>
                      <a:pt x="228" y="3305"/>
                    </a:cubicBezTo>
                    <a:cubicBezTo>
                      <a:pt x="228" y="4147"/>
                      <a:pt x="563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90" name="Freeform: Shape 6189">
                <a:extLst>
                  <a:ext uri="{FF2B5EF4-FFF2-40B4-BE49-F238E27FC236}">
                    <a16:creationId xmlns:a16="http://schemas.microsoft.com/office/drawing/2014/main" id="{9AF56F41-3754-A658-8C1F-C3530F079A6D}"/>
                  </a:ext>
                </a:extLst>
              </p:cNvPr>
              <p:cNvSpPr/>
              <p:nvPr/>
            </p:nvSpPr>
            <p:spPr>
              <a:xfrm>
                <a:off x="9307767" y="5163983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5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7" y="4954"/>
                      <a:pt x="6572" y="4147"/>
                      <a:pt x="6572" y="3305"/>
                    </a:cubicBezTo>
                    <a:cubicBezTo>
                      <a:pt x="6572" y="2464"/>
                      <a:pt x="6237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3" y="1657"/>
                      <a:pt x="228" y="2464"/>
                      <a:pt x="228" y="3305"/>
                    </a:cubicBezTo>
                    <a:cubicBezTo>
                      <a:pt x="228" y="4147"/>
                      <a:pt x="563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91" name="Freeform: Shape 6190">
                <a:extLst>
                  <a:ext uri="{FF2B5EF4-FFF2-40B4-BE49-F238E27FC236}">
                    <a16:creationId xmlns:a16="http://schemas.microsoft.com/office/drawing/2014/main" id="{4F68017B-0FD0-7A9F-8FD4-D0B08596CC6E}"/>
                  </a:ext>
                </a:extLst>
              </p:cNvPr>
              <p:cNvSpPr/>
              <p:nvPr/>
            </p:nvSpPr>
            <p:spPr>
              <a:xfrm>
                <a:off x="9309992" y="5164521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5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5 h 6345"/>
                  <a:gd name="connsiteX7" fmla="*/ 1158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5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8" y="1062"/>
                    </a:cubicBezTo>
                    <a:cubicBezTo>
                      <a:pt x="563" y="1657"/>
                      <a:pt x="229" y="2464"/>
                      <a:pt x="229" y="3305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92" name="Freeform: Shape 6191">
                <a:extLst>
                  <a:ext uri="{FF2B5EF4-FFF2-40B4-BE49-F238E27FC236}">
                    <a16:creationId xmlns:a16="http://schemas.microsoft.com/office/drawing/2014/main" id="{6CDEF442-255C-E9ED-FBF6-A03BDBDC148D}"/>
                  </a:ext>
                </a:extLst>
              </p:cNvPr>
              <p:cNvSpPr/>
              <p:nvPr/>
            </p:nvSpPr>
            <p:spPr>
              <a:xfrm>
                <a:off x="9311046" y="5163950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5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5 h 6345"/>
                  <a:gd name="connsiteX7" fmla="*/ 1158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5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8" y="1062"/>
                    </a:cubicBezTo>
                    <a:cubicBezTo>
                      <a:pt x="563" y="1657"/>
                      <a:pt x="229" y="2464"/>
                      <a:pt x="229" y="3305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93" name="Freeform: Shape 6192">
                <a:extLst>
                  <a:ext uri="{FF2B5EF4-FFF2-40B4-BE49-F238E27FC236}">
                    <a16:creationId xmlns:a16="http://schemas.microsoft.com/office/drawing/2014/main" id="{CCF366FB-2C3B-C95F-9252-337B295998F6}"/>
                  </a:ext>
                </a:extLst>
              </p:cNvPr>
              <p:cNvSpPr/>
              <p:nvPr/>
            </p:nvSpPr>
            <p:spPr>
              <a:xfrm>
                <a:off x="9313340" y="5164610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5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5 h 6345"/>
                  <a:gd name="connsiteX7" fmla="*/ 1158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2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5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2" y="133"/>
                      <a:pt x="3400" y="133"/>
                    </a:cubicBezTo>
                    <a:cubicBezTo>
                      <a:pt x="2559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5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94" name="Freeform: Shape 6193">
                <a:extLst>
                  <a:ext uri="{FF2B5EF4-FFF2-40B4-BE49-F238E27FC236}">
                    <a16:creationId xmlns:a16="http://schemas.microsoft.com/office/drawing/2014/main" id="{601C1062-0F17-08DE-A112-53FABD1226BB}"/>
                  </a:ext>
                </a:extLst>
              </p:cNvPr>
              <p:cNvSpPr/>
              <p:nvPr/>
            </p:nvSpPr>
            <p:spPr>
              <a:xfrm>
                <a:off x="9314857" y="5164529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5 h 6345"/>
                  <a:gd name="connsiteX3" fmla="*/ 5643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5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5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5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95" name="Freeform: Shape 6194">
                <a:extLst>
                  <a:ext uri="{FF2B5EF4-FFF2-40B4-BE49-F238E27FC236}">
                    <a16:creationId xmlns:a16="http://schemas.microsoft.com/office/drawing/2014/main" id="{E502811C-C45E-1652-437F-B95E788C0140}"/>
                  </a:ext>
                </a:extLst>
              </p:cNvPr>
              <p:cNvSpPr/>
              <p:nvPr/>
            </p:nvSpPr>
            <p:spPr>
              <a:xfrm>
                <a:off x="9316708" y="5164804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96" name="Freeform: Shape 6195">
                <a:extLst>
                  <a:ext uri="{FF2B5EF4-FFF2-40B4-BE49-F238E27FC236}">
                    <a16:creationId xmlns:a16="http://schemas.microsoft.com/office/drawing/2014/main" id="{A5ADDE83-2CF3-391D-93C7-895F6EB4D6AF}"/>
                  </a:ext>
                </a:extLst>
              </p:cNvPr>
              <p:cNvSpPr/>
              <p:nvPr/>
            </p:nvSpPr>
            <p:spPr>
              <a:xfrm>
                <a:off x="9318675" y="5165225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2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4" y="1657"/>
                      <a:pt x="229" y="2464"/>
                      <a:pt x="229" y="3306"/>
                    </a:cubicBezTo>
                    <a:cubicBezTo>
                      <a:pt x="229" y="4147"/>
                      <a:pt x="564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97" name="Freeform: Shape 6196">
                <a:extLst>
                  <a:ext uri="{FF2B5EF4-FFF2-40B4-BE49-F238E27FC236}">
                    <a16:creationId xmlns:a16="http://schemas.microsoft.com/office/drawing/2014/main" id="{78EA6CD1-E3F4-1504-C65E-873CA02BC46A}"/>
                  </a:ext>
                </a:extLst>
              </p:cNvPr>
              <p:cNvSpPr/>
              <p:nvPr/>
            </p:nvSpPr>
            <p:spPr>
              <a:xfrm>
                <a:off x="9320466" y="5165493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8" y="4954"/>
                      <a:pt x="6573" y="4147"/>
                      <a:pt x="6573" y="3306"/>
                    </a:cubicBezTo>
                    <a:cubicBezTo>
                      <a:pt x="6573" y="2464"/>
                      <a:pt x="6238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4" y="1657"/>
                      <a:pt x="229" y="2464"/>
                      <a:pt x="229" y="3306"/>
                    </a:cubicBezTo>
                    <a:cubicBezTo>
                      <a:pt x="229" y="4147"/>
                      <a:pt x="564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98" name="Freeform: Shape 6197">
                <a:extLst>
                  <a:ext uri="{FF2B5EF4-FFF2-40B4-BE49-F238E27FC236}">
                    <a16:creationId xmlns:a16="http://schemas.microsoft.com/office/drawing/2014/main" id="{1CACCC7A-B6B6-F78F-BEE1-FFEEDE09F35F}"/>
                  </a:ext>
                </a:extLst>
              </p:cNvPr>
              <p:cNvSpPr/>
              <p:nvPr/>
            </p:nvSpPr>
            <p:spPr>
              <a:xfrm>
                <a:off x="9322084" y="5165604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99" name="Freeform: Shape 6198">
                <a:extLst>
                  <a:ext uri="{FF2B5EF4-FFF2-40B4-BE49-F238E27FC236}">
                    <a16:creationId xmlns:a16="http://schemas.microsoft.com/office/drawing/2014/main" id="{E722EE0E-6816-E597-99B7-69682B6EA606}"/>
                  </a:ext>
                </a:extLst>
              </p:cNvPr>
              <p:cNvSpPr/>
              <p:nvPr/>
            </p:nvSpPr>
            <p:spPr>
              <a:xfrm>
                <a:off x="9324025" y="5166080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00" name="Freeform: Shape 6199">
                <a:extLst>
                  <a:ext uri="{FF2B5EF4-FFF2-40B4-BE49-F238E27FC236}">
                    <a16:creationId xmlns:a16="http://schemas.microsoft.com/office/drawing/2014/main" id="{5FFD6DE1-8D1E-FEB1-0F83-FDD4B139BE63}"/>
                  </a:ext>
                </a:extLst>
              </p:cNvPr>
              <p:cNvSpPr/>
              <p:nvPr/>
            </p:nvSpPr>
            <p:spPr>
              <a:xfrm>
                <a:off x="9325587" y="5166178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3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3" y="133"/>
                      <a:pt x="3401" y="133"/>
                    </a:cubicBezTo>
                    <a:cubicBezTo>
                      <a:pt x="2560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01" name="Freeform: Shape 6200">
                <a:extLst>
                  <a:ext uri="{FF2B5EF4-FFF2-40B4-BE49-F238E27FC236}">
                    <a16:creationId xmlns:a16="http://schemas.microsoft.com/office/drawing/2014/main" id="{8D552646-F8E9-0DB7-CC6C-A9800DBCB07D}"/>
                  </a:ext>
                </a:extLst>
              </p:cNvPr>
              <p:cNvSpPr/>
              <p:nvPr/>
            </p:nvSpPr>
            <p:spPr>
              <a:xfrm>
                <a:off x="9327184" y="5166336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3" y="133"/>
                      <a:pt x="3402" y="133"/>
                    </a:cubicBezTo>
                    <a:cubicBezTo>
                      <a:pt x="2560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0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02" name="Freeform: Shape 6201">
                <a:extLst>
                  <a:ext uri="{FF2B5EF4-FFF2-40B4-BE49-F238E27FC236}">
                    <a16:creationId xmlns:a16="http://schemas.microsoft.com/office/drawing/2014/main" id="{C68C9AD6-A154-463E-32D4-0F1409C1E437}"/>
                  </a:ext>
                </a:extLst>
              </p:cNvPr>
              <p:cNvSpPr/>
              <p:nvPr/>
            </p:nvSpPr>
            <p:spPr>
              <a:xfrm>
                <a:off x="9328654" y="5166375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03" name="Freeform: Shape 6202">
                <a:extLst>
                  <a:ext uri="{FF2B5EF4-FFF2-40B4-BE49-F238E27FC236}">
                    <a16:creationId xmlns:a16="http://schemas.microsoft.com/office/drawing/2014/main" id="{EF93C6F9-76D6-83F0-6E44-76EF3C4A1106}"/>
                  </a:ext>
                </a:extLst>
              </p:cNvPr>
              <p:cNvSpPr/>
              <p:nvPr/>
            </p:nvSpPr>
            <p:spPr>
              <a:xfrm>
                <a:off x="9330079" y="5166382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04" name="Freeform: Shape 6203">
                <a:extLst>
                  <a:ext uri="{FF2B5EF4-FFF2-40B4-BE49-F238E27FC236}">
                    <a16:creationId xmlns:a16="http://schemas.microsoft.com/office/drawing/2014/main" id="{958145F4-FC91-160F-5920-9479B5FE4C38}"/>
                  </a:ext>
                </a:extLst>
              </p:cNvPr>
              <p:cNvSpPr/>
              <p:nvPr/>
            </p:nvSpPr>
            <p:spPr>
              <a:xfrm>
                <a:off x="9331659" y="5166582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3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05" name="Freeform: Shape 6204">
                <a:extLst>
                  <a:ext uri="{FF2B5EF4-FFF2-40B4-BE49-F238E27FC236}">
                    <a16:creationId xmlns:a16="http://schemas.microsoft.com/office/drawing/2014/main" id="{6EF3FFD8-79B1-8D94-B82C-CCA8794AB8CE}"/>
                  </a:ext>
                </a:extLst>
              </p:cNvPr>
              <p:cNvSpPr/>
              <p:nvPr/>
            </p:nvSpPr>
            <p:spPr>
              <a:xfrm>
                <a:off x="9333074" y="5166616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06" name="Freeform: Shape 6205">
                <a:extLst>
                  <a:ext uri="{FF2B5EF4-FFF2-40B4-BE49-F238E27FC236}">
                    <a16:creationId xmlns:a16="http://schemas.microsoft.com/office/drawing/2014/main" id="{398D1386-7EB0-0E47-0DA1-01DECA5215B6}"/>
                  </a:ext>
                </a:extLst>
              </p:cNvPr>
              <p:cNvSpPr/>
              <p:nvPr/>
            </p:nvSpPr>
            <p:spPr>
              <a:xfrm>
                <a:off x="9334719" y="5166934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07" name="Freeform: Shape 6206">
                <a:extLst>
                  <a:ext uri="{FF2B5EF4-FFF2-40B4-BE49-F238E27FC236}">
                    <a16:creationId xmlns:a16="http://schemas.microsoft.com/office/drawing/2014/main" id="{54E299AB-3480-26A8-D0A0-622C1113E0E1}"/>
                  </a:ext>
                </a:extLst>
              </p:cNvPr>
              <p:cNvSpPr/>
              <p:nvPr/>
            </p:nvSpPr>
            <p:spPr>
              <a:xfrm>
                <a:off x="9336201" y="5167086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08" name="Freeform: Shape 6207">
                <a:extLst>
                  <a:ext uri="{FF2B5EF4-FFF2-40B4-BE49-F238E27FC236}">
                    <a16:creationId xmlns:a16="http://schemas.microsoft.com/office/drawing/2014/main" id="{2E4232B0-4B0B-37E6-F3C9-94346321A7D7}"/>
                  </a:ext>
                </a:extLst>
              </p:cNvPr>
              <p:cNvSpPr/>
              <p:nvPr/>
            </p:nvSpPr>
            <p:spPr>
              <a:xfrm>
                <a:off x="9337676" y="5167251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4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4" y="133"/>
                      <a:pt x="3402" y="133"/>
                    </a:cubicBezTo>
                    <a:cubicBezTo>
                      <a:pt x="2561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09" name="Freeform: Shape 6208">
                <a:extLst>
                  <a:ext uri="{FF2B5EF4-FFF2-40B4-BE49-F238E27FC236}">
                    <a16:creationId xmlns:a16="http://schemas.microsoft.com/office/drawing/2014/main" id="{520B6294-199C-3CCA-02FA-DE7340FB4A83}"/>
                  </a:ext>
                </a:extLst>
              </p:cNvPr>
              <p:cNvSpPr/>
              <p:nvPr/>
            </p:nvSpPr>
            <p:spPr>
              <a:xfrm>
                <a:off x="9339031" y="5167290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4" y="133"/>
                      <a:pt x="3403" y="133"/>
                    </a:cubicBezTo>
                    <a:cubicBezTo>
                      <a:pt x="2561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1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10" name="Freeform: Shape 6209">
                <a:extLst>
                  <a:ext uri="{FF2B5EF4-FFF2-40B4-BE49-F238E27FC236}">
                    <a16:creationId xmlns:a16="http://schemas.microsoft.com/office/drawing/2014/main" id="{C80310AC-2DC1-0D04-E105-C13B41054662}"/>
                  </a:ext>
                </a:extLst>
              </p:cNvPr>
              <p:cNvSpPr/>
              <p:nvPr/>
            </p:nvSpPr>
            <p:spPr>
              <a:xfrm>
                <a:off x="9340190" y="5167110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4" y="133"/>
                      <a:pt x="3403" y="133"/>
                    </a:cubicBezTo>
                    <a:cubicBezTo>
                      <a:pt x="2561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1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11" name="Freeform: Shape 6210">
                <a:extLst>
                  <a:ext uri="{FF2B5EF4-FFF2-40B4-BE49-F238E27FC236}">
                    <a16:creationId xmlns:a16="http://schemas.microsoft.com/office/drawing/2014/main" id="{DA71EFC0-8EBF-E1D7-F901-50394A6D58A8}"/>
                  </a:ext>
                </a:extLst>
              </p:cNvPr>
              <p:cNvSpPr/>
              <p:nvPr/>
            </p:nvSpPr>
            <p:spPr>
              <a:xfrm>
                <a:off x="9341386" y="5166986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12" name="Freeform: Shape 6211">
                <a:extLst>
                  <a:ext uri="{FF2B5EF4-FFF2-40B4-BE49-F238E27FC236}">
                    <a16:creationId xmlns:a16="http://schemas.microsoft.com/office/drawing/2014/main" id="{2EDE6BCE-42C4-121B-0C0A-05F416719A8B}"/>
                  </a:ext>
                </a:extLst>
              </p:cNvPr>
              <p:cNvSpPr/>
              <p:nvPr/>
            </p:nvSpPr>
            <p:spPr>
              <a:xfrm>
                <a:off x="9342542" y="5166824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13" name="Freeform: Shape 6212">
                <a:extLst>
                  <a:ext uri="{FF2B5EF4-FFF2-40B4-BE49-F238E27FC236}">
                    <a16:creationId xmlns:a16="http://schemas.microsoft.com/office/drawing/2014/main" id="{0F3097FC-53DE-12AE-BA98-1D70BF1D556D}"/>
                  </a:ext>
                </a:extLst>
              </p:cNvPr>
              <p:cNvSpPr/>
              <p:nvPr/>
            </p:nvSpPr>
            <p:spPr>
              <a:xfrm>
                <a:off x="9343919" y="5166955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4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14" name="Freeform: Shape 6213">
                <a:extLst>
                  <a:ext uri="{FF2B5EF4-FFF2-40B4-BE49-F238E27FC236}">
                    <a16:creationId xmlns:a16="http://schemas.microsoft.com/office/drawing/2014/main" id="{E57A6371-1C63-E8C0-0FE3-CD9624FFE93C}"/>
                  </a:ext>
                </a:extLst>
              </p:cNvPr>
              <p:cNvSpPr/>
              <p:nvPr/>
            </p:nvSpPr>
            <p:spPr>
              <a:xfrm>
                <a:off x="9345180" y="5166955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15" name="Freeform: Shape 6214">
                <a:extLst>
                  <a:ext uri="{FF2B5EF4-FFF2-40B4-BE49-F238E27FC236}">
                    <a16:creationId xmlns:a16="http://schemas.microsoft.com/office/drawing/2014/main" id="{A3E4D46D-3F0C-D82A-204E-9495657BDB01}"/>
                  </a:ext>
                </a:extLst>
              </p:cNvPr>
              <p:cNvSpPr/>
              <p:nvPr/>
            </p:nvSpPr>
            <p:spPr>
              <a:xfrm>
                <a:off x="9346473" y="5167014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2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16" name="Freeform: Shape 6215">
                <a:extLst>
                  <a:ext uri="{FF2B5EF4-FFF2-40B4-BE49-F238E27FC236}">
                    <a16:creationId xmlns:a16="http://schemas.microsoft.com/office/drawing/2014/main" id="{D3D88925-0EED-E1BF-73EF-2775045B325A}"/>
                  </a:ext>
                </a:extLst>
              </p:cNvPr>
              <p:cNvSpPr/>
              <p:nvPr/>
            </p:nvSpPr>
            <p:spPr>
              <a:xfrm>
                <a:off x="9347835" y="5167180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17" name="Freeform: Shape 6216">
                <a:extLst>
                  <a:ext uri="{FF2B5EF4-FFF2-40B4-BE49-F238E27FC236}">
                    <a16:creationId xmlns:a16="http://schemas.microsoft.com/office/drawing/2014/main" id="{962F6635-A808-BD0F-22AC-B00C5961FCD6}"/>
                  </a:ext>
                </a:extLst>
              </p:cNvPr>
              <p:cNvSpPr/>
              <p:nvPr/>
            </p:nvSpPr>
            <p:spPr>
              <a:xfrm>
                <a:off x="9349155" y="5167309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18" name="Freeform: Shape 6217">
                <a:extLst>
                  <a:ext uri="{FF2B5EF4-FFF2-40B4-BE49-F238E27FC236}">
                    <a16:creationId xmlns:a16="http://schemas.microsoft.com/office/drawing/2014/main" id="{567F25B4-E3C9-758F-15FB-00282D194EC8}"/>
                  </a:ext>
                </a:extLst>
              </p:cNvPr>
              <p:cNvSpPr/>
              <p:nvPr/>
            </p:nvSpPr>
            <p:spPr>
              <a:xfrm>
                <a:off x="9350363" y="5167305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3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19" name="Freeform: Shape 6218">
                <a:extLst>
                  <a:ext uri="{FF2B5EF4-FFF2-40B4-BE49-F238E27FC236}">
                    <a16:creationId xmlns:a16="http://schemas.microsoft.com/office/drawing/2014/main" id="{491B4EA2-3FEC-EB93-9C10-743B7BFE174F}"/>
                  </a:ext>
                </a:extLst>
              </p:cNvPr>
              <p:cNvSpPr/>
              <p:nvPr/>
            </p:nvSpPr>
            <p:spPr>
              <a:xfrm>
                <a:off x="9351673" y="5167457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4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20" name="Freeform: Shape 6219">
                <a:extLst>
                  <a:ext uri="{FF2B5EF4-FFF2-40B4-BE49-F238E27FC236}">
                    <a16:creationId xmlns:a16="http://schemas.microsoft.com/office/drawing/2014/main" id="{5FBC38EE-6010-0675-CC76-41BDE9B0269B}"/>
                  </a:ext>
                </a:extLst>
              </p:cNvPr>
              <p:cNvSpPr/>
              <p:nvPr/>
            </p:nvSpPr>
            <p:spPr>
              <a:xfrm>
                <a:off x="9352803" y="5167377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4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21" name="Freeform: Shape 6220">
                <a:extLst>
                  <a:ext uri="{FF2B5EF4-FFF2-40B4-BE49-F238E27FC236}">
                    <a16:creationId xmlns:a16="http://schemas.microsoft.com/office/drawing/2014/main" id="{2C66604E-660B-7B5C-A126-152972E7C6E2}"/>
                  </a:ext>
                </a:extLst>
              </p:cNvPr>
              <p:cNvSpPr/>
              <p:nvPr/>
            </p:nvSpPr>
            <p:spPr>
              <a:xfrm>
                <a:off x="9353964" y="5167354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22" name="Freeform: Shape 6221">
                <a:extLst>
                  <a:ext uri="{FF2B5EF4-FFF2-40B4-BE49-F238E27FC236}">
                    <a16:creationId xmlns:a16="http://schemas.microsoft.com/office/drawing/2014/main" id="{A969EBE0-49A3-C49E-0A05-2E48BDF581F7}"/>
                  </a:ext>
                </a:extLst>
              </p:cNvPr>
              <p:cNvSpPr/>
              <p:nvPr/>
            </p:nvSpPr>
            <p:spPr>
              <a:xfrm>
                <a:off x="9355157" y="5167390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23" name="Freeform: Shape 6222">
                <a:extLst>
                  <a:ext uri="{FF2B5EF4-FFF2-40B4-BE49-F238E27FC236}">
                    <a16:creationId xmlns:a16="http://schemas.microsoft.com/office/drawing/2014/main" id="{01834788-F966-B023-5B77-814505632AAF}"/>
                  </a:ext>
                </a:extLst>
              </p:cNvPr>
              <p:cNvSpPr/>
              <p:nvPr/>
            </p:nvSpPr>
            <p:spPr>
              <a:xfrm>
                <a:off x="9356243" y="5167288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5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24" name="Freeform: Shape 6223">
                <a:extLst>
                  <a:ext uri="{FF2B5EF4-FFF2-40B4-BE49-F238E27FC236}">
                    <a16:creationId xmlns:a16="http://schemas.microsoft.com/office/drawing/2014/main" id="{43974AB4-C92C-D66E-64A9-25FD48F95E6B}"/>
                  </a:ext>
                </a:extLst>
              </p:cNvPr>
              <p:cNvSpPr/>
              <p:nvPr/>
            </p:nvSpPr>
            <p:spPr>
              <a:xfrm>
                <a:off x="9357429" y="5167344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6" y="4147"/>
                      <a:pt x="6576" y="3306"/>
                    </a:cubicBezTo>
                    <a:cubicBezTo>
                      <a:pt x="6576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2" y="2464"/>
                      <a:pt x="232" y="3306"/>
                    </a:cubicBezTo>
                    <a:cubicBezTo>
                      <a:pt x="232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25" name="Freeform: Shape 6224">
                <a:extLst>
                  <a:ext uri="{FF2B5EF4-FFF2-40B4-BE49-F238E27FC236}">
                    <a16:creationId xmlns:a16="http://schemas.microsoft.com/office/drawing/2014/main" id="{3F24035E-6359-DB6E-EE41-B4B012C8BCB9}"/>
                  </a:ext>
                </a:extLst>
              </p:cNvPr>
              <p:cNvSpPr/>
              <p:nvPr/>
            </p:nvSpPr>
            <p:spPr>
              <a:xfrm>
                <a:off x="9358544" y="5167309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6" y="4147"/>
                      <a:pt x="6576" y="3306"/>
                    </a:cubicBezTo>
                    <a:cubicBezTo>
                      <a:pt x="6576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2" y="2464"/>
                      <a:pt x="232" y="3306"/>
                    </a:cubicBezTo>
                    <a:cubicBezTo>
                      <a:pt x="232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26" name="Freeform: Shape 6225">
                <a:extLst>
                  <a:ext uri="{FF2B5EF4-FFF2-40B4-BE49-F238E27FC236}">
                    <a16:creationId xmlns:a16="http://schemas.microsoft.com/office/drawing/2014/main" id="{257E6531-FC7D-D171-CE3F-D528440B1D8B}"/>
                  </a:ext>
                </a:extLst>
              </p:cNvPr>
              <p:cNvSpPr/>
              <p:nvPr/>
            </p:nvSpPr>
            <p:spPr>
              <a:xfrm>
                <a:off x="9359556" y="5167134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27" name="Freeform: Shape 6226">
                <a:extLst>
                  <a:ext uri="{FF2B5EF4-FFF2-40B4-BE49-F238E27FC236}">
                    <a16:creationId xmlns:a16="http://schemas.microsoft.com/office/drawing/2014/main" id="{CA3E0344-D7B9-4520-11D9-B28AC48B3DCA}"/>
                  </a:ext>
                </a:extLst>
              </p:cNvPr>
              <p:cNvSpPr/>
              <p:nvPr/>
            </p:nvSpPr>
            <p:spPr>
              <a:xfrm>
                <a:off x="9360600" y="5167016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28" name="Freeform: Shape 6227">
                <a:extLst>
                  <a:ext uri="{FF2B5EF4-FFF2-40B4-BE49-F238E27FC236}">
                    <a16:creationId xmlns:a16="http://schemas.microsoft.com/office/drawing/2014/main" id="{EDC9A547-17C0-6150-45FB-49B2B38C4089}"/>
                  </a:ext>
                </a:extLst>
              </p:cNvPr>
              <p:cNvSpPr/>
              <p:nvPr/>
            </p:nvSpPr>
            <p:spPr>
              <a:xfrm>
                <a:off x="9361773" y="5167108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29" name="Freeform: Shape 6228">
                <a:extLst>
                  <a:ext uri="{FF2B5EF4-FFF2-40B4-BE49-F238E27FC236}">
                    <a16:creationId xmlns:a16="http://schemas.microsoft.com/office/drawing/2014/main" id="{340AF710-5ABC-0042-C2F2-9533102205B1}"/>
                  </a:ext>
                </a:extLst>
              </p:cNvPr>
              <p:cNvSpPr/>
              <p:nvPr/>
            </p:nvSpPr>
            <p:spPr>
              <a:xfrm>
                <a:off x="9362877" y="5167108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4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30" name="Freeform: Shape 6229">
                <a:extLst>
                  <a:ext uri="{FF2B5EF4-FFF2-40B4-BE49-F238E27FC236}">
                    <a16:creationId xmlns:a16="http://schemas.microsoft.com/office/drawing/2014/main" id="{8AD701BB-CE32-2EAE-042A-F343CA1BCF94}"/>
                  </a:ext>
                </a:extLst>
              </p:cNvPr>
              <p:cNvSpPr/>
              <p:nvPr/>
            </p:nvSpPr>
            <p:spPr>
              <a:xfrm>
                <a:off x="9364010" y="5167168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4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31" name="Freeform: Shape 6230">
                <a:extLst>
                  <a:ext uri="{FF2B5EF4-FFF2-40B4-BE49-F238E27FC236}">
                    <a16:creationId xmlns:a16="http://schemas.microsoft.com/office/drawing/2014/main" id="{020D9447-98FD-A804-1F58-6437DBFA3EB8}"/>
                  </a:ext>
                </a:extLst>
              </p:cNvPr>
              <p:cNvSpPr/>
              <p:nvPr/>
            </p:nvSpPr>
            <p:spPr>
              <a:xfrm>
                <a:off x="9365170" y="5167288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5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32" name="Freeform: Shape 6231">
                <a:extLst>
                  <a:ext uri="{FF2B5EF4-FFF2-40B4-BE49-F238E27FC236}">
                    <a16:creationId xmlns:a16="http://schemas.microsoft.com/office/drawing/2014/main" id="{67A942D2-5697-878F-CF85-956D06CF5F21}"/>
                  </a:ext>
                </a:extLst>
              </p:cNvPr>
              <p:cNvSpPr/>
              <p:nvPr/>
            </p:nvSpPr>
            <p:spPr>
              <a:xfrm>
                <a:off x="9366327" y="5167417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33" name="Freeform: Shape 6232">
                <a:extLst>
                  <a:ext uri="{FF2B5EF4-FFF2-40B4-BE49-F238E27FC236}">
                    <a16:creationId xmlns:a16="http://schemas.microsoft.com/office/drawing/2014/main" id="{422BDD88-EA92-D18B-7DD9-59253B501347}"/>
                  </a:ext>
                </a:extLst>
              </p:cNvPr>
              <p:cNvSpPr/>
              <p:nvPr/>
            </p:nvSpPr>
            <p:spPr>
              <a:xfrm>
                <a:off x="9367603" y="5167761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34" name="Freeform: Shape 6233">
                <a:extLst>
                  <a:ext uri="{FF2B5EF4-FFF2-40B4-BE49-F238E27FC236}">
                    <a16:creationId xmlns:a16="http://schemas.microsoft.com/office/drawing/2014/main" id="{3C7C6655-06CD-BB32-1120-90EC51F297AA}"/>
                  </a:ext>
                </a:extLst>
              </p:cNvPr>
              <p:cNvSpPr/>
              <p:nvPr/>
            </p:nvSpPr>
            <p:spPr>
              <a:xfrm>
                <a:off x="9368749" y="5167909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35" name="Freeform: Shape 6234">
                <a:extLst>
                  <a:ext uri="{FF2B5EF4-FFF2-40B4-BE49-F238E27FC236}">
                    <a16:creationId xmlns:a16="http://schemas.microsoft.com/office/drawing/2014/main" id="{C6028402-DD8D-6350-8F14-86B6CC65C7B4}"/>
                  </a:ext>
                </a:extLst>
              </p:cNvPr>
              <p:cNvSpPr/>
              <p:nvPr/>
            </p:nvSpPr>
            <p:spPr>
              <a:xfrm>
                <a:off x="9369890" y="5168067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36" name="Freeform: Shape 6235">
                <a:extLst>
                  <a:ext uri="{FF2B5EF4-FFF2-40B4-BE49-F238E27FC236}">
                    <a16:creationId xmlns:a16="http://schemas.microsoft.com/office/drawing/2014/main" id="{4625C1A4-B7C6-36A9-2306-89D4EB422504}"/>
                  </a:ext>
                </a:extLst>
              </p:cNvPr>
              <p:cNvSpPr/>
              <p:nvPr/>
            </p:nvSpPr>
            <p:spPr>
              <a:xfrm>
                <a:off x="9371086" y="5168338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37" name="Freeform: Shape 6236">
                <a:extLst>
                  <a:ext uri="{FF2B5EF4-FFF2-40B4-BE49-F238E27FC236}">
                    <a16:creationId xmlns:a16="http://schemas.microsoft.com/office/drawing/2014/main" id="{1817C162-BF3B-9111-8A71-426A3E7564E0}"/>
                  </a:ext>
                </a:extLst>
              </p:cNvPr>
              <p:cNvSpPr/>
              <p:nvPr/>
            </p:nvSpPr>
            <p:spPr>
              <a:xfrm>
                <a:off x="9372157" y="5168411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4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38" name="Freeform: Shape 6237">
                <a:extLst>
                  <a:ext uri="{FF2B5EF4-FFF2-40B4-BE49-F238E27FC236}">
                    <a16:creationId xmlns:a16="http://schemas.microsoft.com/office/drawing/2014/main" id="{A5645E5A-4B85-52D4-A603-7862D8E27AA8}"/>
                  </a:ext>
                </a:extLst>
              </p:cNvPr>
              <p:cNvSpPr/>
              <p:nvPr/>
            </p:nvSpPr>
            <p:spPr>
              <a:xfrm>
                <a:off x="9373136" y="5168336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39" name="Freeform: Shape 6238">
                <a:extLst>
                  <a:ext uri="{FF2B5EF4-FFF2-40B4-BE49-F238E27FC236}">
                    <a16:creationId xmlns:a16="http://schemas.microsoft.com/office/drawing/2014/main" id="{C4A83F0C-17D2-131E-DF6E-CF08272A0E3A}"/>
                  </a:ext>
                </a:extLst>
              </p:cNvPr>
              <p:cNvSpPr/>
              <p:nvPr/>
            </p:nvSpPr>
            <p:spPr>
              <a:xfrm>
                <a:off x="9374201" y="5168425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40" name="Freeform: Shape 6239">
                <a:extLst>
                  <a:ext uri="{FF2B5EF4-FFF2-40B4-BE49-F238E27FC236}">
                    <a16:creationId xmlns:a16="http://schemas.microsoft.com/office/drawing/2014/main" id="{BD202B7E-A0D6-E55B-3489-1423EF59B2A9}"/>
                  </a:ext>
                </a:extLst>
              </p:cNvPr>
              <p:cNvSpPr/>
              <p:nvPr/>
            </p:nvSpPr>
            <p:spPr>
              <a:xfrm>
                <a:off x="9375175" y="5168364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41" name="Freeform: Shape 6240">
                <a:extLst>
                  <a:ext uri="{FF2B5EF4-FFF2-40B4-BE49-F238E27FC236}">
                    <a16:creationId xmlns:a16="http://schemas.microsoft.com/office/drawing/2014/main" id="{A84F52CE-7780-6109-8A15-12523FF43BF7}"/>
                  </a:ext>
                </a:extLst>
              </p:cNvPr>
              <p:cNvSpPr/>
              <p:nvPr/>
            </p:nvSpPr>
            <p:spPr>
              <a:xfrm>
                <a:off x="9376175" y="5168364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7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5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42" name="Freeform: Shape 6241">
                <a:extLst>
                  <a:ext uri="{FF2B5EF4-FFF2-40B4-BE49-F238E27FC236}">
                    <a16:creationId xmlns:a16="http://schemas.microsoft.com/office/drawing/2014/main" id="{76958712-2534-559F-D71B-9FDA9ACFE296}"/>
                  </a:ext>
                </a:extLst>
              </p:cNvPr>
              <p:cNvSpPr/>
              <p:nvPr/>
            </p:nvSpPr>
            <p:spPr>
              <a:xfrm>
                <a:off x="9377145" y="5168318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6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43" name="Freeform: Shape 6242">
                <a:extLst>
                  <a:ext uri="{FF2B5EF4-FFF2-40B4-BE49-F238E27FC236}">
                    <a16:creationId xmlns:a16="http://schemas.microsoft.com/office/drawing/2014/main" id="{5E2EFB84-3AB2-46AB-F161-871421271791}"/>
                  </a:ext>
                </a:extLst>
              </p:cNvPr>
              <p:cNvSpPr/>
              <p:nvPr/>
            </p:nvSpPr>
            <p:spPr>
              <a:xfrm>
                <a:off x="9378169" y="5168385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6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44" name="Freeform: Shape 6243">
                <a:extLst>
                  <a:ext uri="{FF2B5EF4-FFF2-40B4-BE49-F238E27FC236}">
                    <a16:creationId xmlns:a16="http://schemas.microsoft.com/office/drawing/2014/main" id="{D46C8B79-3EFF-A2D8-1AC7-ADC41D9E6E7D}"/>
                  </a:ext>
                </a:extLst>
              </p:cNvPr>
              <p:cNvSpPr/>
              <p:nvPr/>
            </p:nvSpPr>
            <p:spPr>
              <a:xfrm>
                <a:off x="9379244" y="5168567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45" name="Freeform: Shape 6244">
                <a:extLst>
                  <a:ext uri="{FF2B5EF4-FFF2-40B4-BE49-F238E27FC236}">
                    <a16:creationId xmlns:a16="http://schemas.microsoft.com/office/drawing/2014/main" id="{C668338B-071D-593D-4287-4B4614A3FE3B}"/>
                  </a:ext>
                </a:extLst>
              </p:cNvPr>
              <p:cNvSpPr/>
              <p:nvPr/>
            </p:nvSpPr>
            <p:spPr>
              <a:xfrm>
                <a:off x="9380315" y="5168757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46" name="Freeform: Shape 6245">
                <a:extLst>
                  <a:ext uri="{FF2B5EF4-FFF2-40B4-BE49-F238E27FC236}">
                    <a16:creationId xmlns:a16="http://schemas.microsoft.com/office/drawing/2014/main" id="{6D269B07-4E8C-E69C-1F4A-C009F523900B}"/>
                  </a:ext>
                </a:extLst>
              </p:cNvPr>
              <p:cNvSpPr/>
              <p:nvPr/>
            </p:nvSpPr>
            <p:spPr>
              <a:xfrm>
                <a:off x="9381435" y="5169063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47" name="Freeform: Shape 6246">
                <a:extLst>
                  <a:ext uri="{FF2B5EF4-FFF2-40B4-BE49-F238E27FC236}">
                    <a16:creationId xmlns:a16="http://schemas.microsoft.com/office/drawing/2014/main" id="{3489A930-6F8F-E2BF-8332-46F84D3E2D90}"/>
                  </a:ext>
                </a:extLst>
              </p:cNvPr>
              <p:cNvSpPr/>
              <p:nvPr/>
            </p:nvSpPr>
            <p:spPr>
              <a:xfrm>
                <a:off x="9382416" y="5169109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7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4" y="2464"/>
                      <a:pt x="234" y="3306"/>
                    </a:cubicBezTo>
                    <a:cubicBezTo>
                      <a:pt x="234" y="4147"/>
                      <a:pt x="569" y="4954"/>
                      <a:pt x="1163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48" name="Freeform: Shape 6247">
                <a:extLst>
                  <a:ext uri="{FF2B5EF4-FFF2-40B4-BE49-F238E27FC236}">
                    <a16:creationId xmlns:a16="http://schemas.microsoft.com/office/drawing/2014/main" id="{805DEBBB-D7CD-30D3-27E0-737F07A55325}"/>
                  </a:ext>
                </a:extLst>
              </p:cNvPr>
              <p:cNvSpPr/>
              <p:nvPr/>
            </p:nvSpPr>
            <p:spPr>
              <a:xfrm>
                <a:off x="9383393" y="5169163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4" y="2464"/>
                      <a:pt x="234" y="3306"/>
                    </a:cubicBezTo>
                    <a:cubicBezTo>
                      <a:pt x="234" y="4147"/>
                      <a:pt x="569" y="4954"/>
                      <a:pt x="1163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49" name="Freeform: Shape 6248">
                <a:extLst>
                  <a:ext uri="{FF2B5EF4-FFF2-40B4-BE49-F238E27FC236}">
                    <a16:creationId xmlns:a16="http://schemas.microsoft.com/office/drawing/2014/main" id="{93914F36-AF1E-608D-8535-125395F97DEB}"/>
                  </a:ext>
                </a:extLst>
              </p:cNvPr>
              <p:cNvSpPr/>
              <p:nvPr/>
            </p:nvSpPr>
            <p:spPr>
              <a:xfrm>
                <a:off x="9384316" y="5169115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5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3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50" name="Freeform: Shape 6249">
                <a:extLst>
                  <a:ext uri="{FF2B5EF4-FFF2-40B4-BE49-F238E27FC236}">
                    <a16:creationId xmlns:a16="http://schemas.microsoft.com/office/drawing/2014/main" id="{18ECFF44-901A-8CC0-B420-0AA8F79FD614}"/>
                  </a:ext>
                </a:extLst>
              </p:cNvPr>
              <p:cNvSpPr/>
              <p:nvPr/>
            </p:nvSpPr>
            <p:spPr>
              <a:xfrm>
                <a:off x="9385211" y="5169020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51" name="Freeform: Shape 6250">
                <a:extLst>
                  <a:ext uri="{FF2B5EF4-FFF2-40B4-BE49-F238E27FC236}">
                    <a16:creationId xmlns:a16="http://schemas.microsoft.com/office/drawing/2014/main" id="{F45AAD1A-B6CC-C647-494C-9981C7362497}"/>
                  </a:ext>
                </a:extLst>
              </p:cNvPr>
              <p:cNvSpPr/>
              <p:nvPr/>
            </p:nvSpPr>
            <p:spPr>
              <a:xfrm>
                <a:off x="9386131" y="5168986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52" name="Freeform: Shape 6251">
                <a:extLst>
                  <a:ext uri="{FF2B5EF4-FFF2-40B4-BE49-F238E27FC236}">
                    <a16:creationId xmlns:a16="http://schemas.microsoft.com/office/drawing/2014/main" id="{6374737D-2204-F228-964A-00214D354FCD}"/>
                  </a:ext>
                </a:extLst>
              </p:cNvPr>
              <p:cNvSpPr/>
              <p:nvPr/>
            </p:nvSpPr>
            <p:spPr>
              <a:xfrm>
                <a:off x="9387049" y="5168958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53" name="Freeform: Shape 6252">
                <a:extLst>
                  <a:ext uri="{FF2B5EF4-FFF2-40B4-BE49-F238E27FC236}">
                    <a16:creationId xmlns:a16="http://schemas.microsoft.com/office/drawing/2014/main" id="{52CCE512-C168-F0AA-92A9-60071C1054E0}"/>
                  </a:ext>
                </a:extLst>
              </p:cNvPr>
              <p:cNvSpPr/>
              <p:nvPr/>
            </p:nvSpPr>
            <p:spPr>
              <a:xfrm>
                <a:off x="9388014" y="5169046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54" name="Freeform: Shape 6253">
                <a:extLst>
                  <a:ext uri="{FF2B5EF4-FFF2-40B4-BE49-F238E27FC236}">
                    <a16:creationId xmlns:a16="http://schemas.microsoft.com/office/drawing/2014/main" id="{9CBAC171-1A89-18AB-C5C2-F3FB5CC87096}"/>
                  </a:ext>
                </a:extLst>
              </p:cNvPr>
              <p:cNvSpPr/>
              <p:nvPr/>
            </p:nvSpPr>
            <p:spPr>
              <a:xfrm>
                <a:off x="9388879" y="5168922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6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55" name="Freeform: Shape 6254">
                <a:extLst>
                  <a:ext uri="{FF2B5EF4-FFF2-40B4-BE49-F238E27FC236}">
                    <a16:creationId xmlns:a16="http://schemas.microsoft.com/office/drawing/2014/main" id="{1039731E-A1A3-7226-572F-2C4B4AAFCD28}"/>
                  </a:ext>
                </a:extLst>
              </p:cNvPr>
              <p:cNvSpPr/>
              <p:nvPr/>
            </p:nvSpPr>
            <p:spPr>
              <a:xfrm>
                <a:off x="9389839" y="516902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7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56" name="Freeform: Shape 6255">
                <a:extLst>
                  <a:ext uri="{FF2B5EF4-FFF2-40B4-BE49-F238E27FC236}">
                    <a16:creationId xmlns:a16="http://schemas.microsoft.com/office/drawing/2014/main" id="{6F6F7B19-A20F-1F8C-FB54-45633655263A}"/>
                  </a:ext>
                </a:extLst>
              </p:cNvPr>
              <p:cNvSpPr/>
              <p:nvPr/>
            </p:nvSpPr>
            <p:spPr>
              <a:xfrm>
                <a:off x="9390795" y="516913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7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57" name="Freeform: Shape 6256">
                <a:extLst>
                  <a:ext uri="{FF2B5EF4-FFF2-40B4-BE49-F238E27FC236}">
                    <a16:creationId xmlns:a16="http://schemas.microsoft.com/office/drawing/2014/main" id="{DD02859A-42BE-D99C-488C-0C0013DC0666}"/>
                  </a:ext>
                </a:extLst>
              </p:cNvPr>
              <p:cNvSpPr/>
              <p:nvPr/>
            </p:nvSpPr>
            <p:spPr>
              <a:xfrm>
                <a:off x="9391679" y="516908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58" name="Freeform: Shape 6257">
                <a:extLst>
                  <a:ext uri="{FF2B5EF4-FFF2-40B4-BE49-F238E27FC236}">
                    <a16:creationId xmlns:a16="http://schemas.microsoft.com/office/drawing/2014/main" id="{E77D5A98-2725-5FF7-7B24-061D6680BDB4}"/>
                  </a:ext>
                </a:extLst>
              </p:cNvPr>
              <p:cNvSpPr/>
              <p:nvPr/>
            </p:nvSpPr>
            <p:spPr>
              <a:xfrm>
                <a:off x="9392584" y="516909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59" name="Freeform: Shape 6258">
                <a:extLst>
                  <a:ext uri="{FF2B5EF4-FFF2-40B4-BE49-F238E27FC236}">
                    <a16:creationId xmlns:a16="http://schemas.microsoft.com/office/drawing/2014/main" id="{114C9F77-3523-4F78-9E9A-DFB4BA41368A}"/>
                  </a:ext>
                </a:extLst>
              </p:cNvPr>
              <p:cNvSpPr/>
              <p:nvPr/>
            </p:nvSpPr>
            <p:spPr>
              <a:xfrm>
                <a:off x="9393509" y="516916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60" name="Freeform: Shape 6259">
                <a:extLst>
                  <a:ext uri="{FF2B5EF4-FFF2-40B4-BE49-F238E27FC236}">
                    <a16:creationId xmlns:a16="http://schemas.microsoft.com/office/drawing/2014/main" id="{54E42C3A-8167-275F-0DA2-FF46F4A3E1CD}"/>
                  </a:ext>
                </a:extLst>
              </p:cNvPr>
              <p:cNvSpPr/>
              <p:nvPr/>
            </p:nvSpPr>
            <p:spPr>
              <a:xfrm>
                <a:off x="9394454" y="516930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61" name="Freeform: Shape 6260">
                <a:extLst>
                  <a:ext uri="{FF2B5EF4-FFF2-40B4-BE49-F238E27FC236}">
                    <a16:creationId xmlns:a16="http://schemas.microsoft.com/office/drawing/2014/main" id="{28495BAE-7295-24F1-D3BE-4D35F751E460}"/>
                  </a:ext>
                </a:extLst>
              </p:cNvPr>
              <p:cNvSpPr/>
              <p:nvPr/>
            </p:nvSpPr>
            <p:spPr>
              <a:xfrm>
                <a:off x="9395307" y="516922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62" name="Freeform: Shape 6261">
                <a:extLst>
                  <a:ext uri="{FF2B5EF4-FFF2-40B4-BE49-F238E27FC236}">
                    <a16:creationId xmlns:a16="http://schemas.microsoft.com/office/drawing/2014/main" id="{1DADD365-C56C-4F27-3104-3B3C49E28225}"/>
                  </a:ext>
                </a:extLst>
              </p:cNvPr>
              <p:cNvSpPr/>
              <p:nvPr/>
            </p:nvSpPr>
            <p:spPr>
              <a:xfrm>
                <a:off x="9396246" y="516937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63" name="Freeform: Shape 6262">
                <a:extLst>
                  <a:ext uri="{FF2B5EF4-FFF2-40B4-BE49-F238E27FC236}">
                    <a16:creationId xmlns:a16="http://schemas.microsoft.com/office/drawing/2014/main" id="{ADCD63B2-5DBF-D733-1ECC-822786E24E0A}"/>
                  </a:ext>
                </a:extLst>
              </p:cNvPr>
              <p:cNvSpPr/>
              <p:nvPr/>
            </p:nvSpPr>
            <p:spPr>
              <a:xfrm>
                <a:off x="9397075" y="516924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64" name="Freeform: Shape 6263">
                <a:extLst>
                  <a:ext uri="{FF2B5EF4-FFF2-40B4-BE49-F238E27FC236}">
                    <a16:creationId xmlns:a16="http://schemas.microsoft.com/office/drawing/2014/main" id="{CECCA6F6-3A36-6B74-4AF7-69FA5A42A590}"/>
                  </a:ext>
                </a:extLst>
              </p:cNvPr>
              <p:cNvSpPr/>
              <p:nvPr/>
            </p:nvSpPr>
            <p:spPr>
              <a:xfrm>
                <a:off x="9397988" y="516935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65" name="Freeform: Shape 6264">
                <a:extLst>
                  <a:ext uri="{FF2B5EF4-FFF2-40B4-BE49-F238E27FC236}">
                    <a16:creationId xmlns:a16="http://schemas.microsoft.com/office/drawing/2014/main" id="{F64CE9D1-1709-1A5F-8E71-A89AFECF3A17}"/>
                  </a:ext>
                </a:extLst>
              </p:cNvPr>
              <p:cNvSpPr/>
              <p:nvPr/>
            </p:nvSpPr>
            <p:spPr>
              <a:xfrm>
                <a:off x="9398815" y="516923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66" name="Freeform: Shape 6265">
                <a:extLst>
                  <a:ext uri="{FF2B5EF4-FFF2-40B4-BE49-F238E27FC236}">
                    <a16:creationId xmlns:a16="http://schemas.microsoft.com/office/drawing/2014/main" id="{879500C6-B621-6642-46A5-DC925224B3CE}"/>
                  </a:ext>
                </a:extLst>
              </p:cNvPr>
              <p:cNvSpPr/>
              <p:nvPr/>
            </p:nvSpPr>
            <p:spPr>
              <a:xfrm>
                <a:off x="9399662" y="516918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67" name="Freeform: Shape 6266">
                <a:extLst>
                  <a:ext uri="{FF2B5EF4-FFF2-40B4-BE49-F238E27FC236}">
                    <a16:creationId xmlns:a16="http://schemas.microsoft.com/office/drawing/2014/main" id="{FAB3319E-670C-CD60-2927-505139A26B93}"/>
                  </a:ext>
                </a:extLst>
              </p:cNvPr>
              <p:cNvSpPr/>
              <p:nvPr/>
            </p:nvSpPr>
            <p:spPr>
              <a:xfrm>
                <a:off x="9400448" y="516897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68" name="Freeform: Shape 6267">
                <a:extLst>
                  <a:ext uri="{FF2B5EF4-FFF2-40B4-BE49-F238E27FC236}">
                    <a16:creationId xmlns:a16="http://schemas.microsoft.com/office/drawing/2014/main" id="{219803A6-49A3-4FD4-6407-B2C8F5716E05}"/>
                  </a:ext>
                </a:extLst>
              </p:cNvPr>
              <p:cNvSpPr/>
              <p:nvPr/>
            </p:nvSpPr>
            <p:spPr>
              <a:xfrm>
                <a:off x="9401333" y="516904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7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69" name="Freeform: Shape 6268">
                <a:extLst>
                  <a:ext uri="{FF2B5EF4-FFF2-40B4-BE49-F238E27FC236}">
                    <a16:creationId xmlns:a16="http://schemas.microsoft.com/office/drawing/2014/main" id="{2AB80585-C331-3ADA-902B-D630B347A4D6}"/>
                  </a:ext>
                </a:extLst>
              </p:cNvPr>
              <p:cNvSpPr/>
              <p:nvPr/>
            </p:nvSpPr>
            <p:spPr>
              <a:xfrm>
                <a:off x="9402157" y="516895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7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70" name="Freeform: Shape 6269">
                <a:extLst>
                  <a:ext uri="{FF2B5EF4-FFF2-40B4-BE49-F238E27FC236}">
                    <a16:creationId xmlns:a16="http://schemas.microsoft.com/office/drawing/2014/main" id="{32FC1E38-B4E0-285A-58F2-7946346A40D4}"/>
                  </a:ext>
                </a:extLst>
              </p:cNvPr>
              <p:cNvSpPr/>
              <p:nvPr/>
            </p:nvSpPr>
            <p:spPr>
              <a:xfrm>
                <a:off x="9403038" y="516903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8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71" name="Freeform: Shape 6270">
                <a:extLst>
                  <a:ext uri="{FF2B5EF4-FFF2-40B4-BE49-F238E27FC236}">
                    <a16:creationId xmlns:a16="http://schemas.microsoft.com/office/drawing/2014/main" id="{DEA4F4E7-5F45-B836-AB1C-1A90382F184D}"/>
                  </a:ext>
                </a:extLst>
              </p:cNvPr>
              <p:cNvSpPr/>
              <p:nvPr/>
            </p:nvSpPr>
            <p:spPr>
              <a:xfrm>
                <a:off x="9403824" y="5168845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72" name="Freeform: Shape 6271">
                <a:extLst>
                  <a:ext uri="{FF2B5EF4-FFF2-40B4-BE49-F238E27FC236}">
                    <a16:creationId xmlns:a16="http://schemas.microsoft.com/office/drawing/2014/main" id="{4FC50448-011D-F880-7114-1DB1E0AA9167}"/>
                  </a:ext>
                </a:extLst>
              </p:cNvPr>
              <p:cNvSpPr/>
              <p:nvPr/>
            </p:nvSpPr>
            <p:spPr>
              <a:xfrm>
                <a:off x="9404683" y="516888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73" name="Freeform: Shape 6272">
                <a:extLst>
                  <a:ext uri="{FF2B5EF4-FFF2-40B4-BE49-F238E27FC236}">
                    <a16:creationId xmlns:a16="http://schemas.microsoft.com/office/drawing/2014/main" id="{F252C585-0FFD-6E7D-0EC6-A06E59233CDE}"/>
                  </a:ext>
                </a:extLst>
              </p:cNvPr>
              <p:cNvSpPr/>
              <p:nvPr/>
            </p:nvSpPr>
            <p:spPr>
              <a:xfrm>
                <a:off x="9405540" y="516892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74" name="Freeform: Shape 6273">
                <a:extLst>
                  <a:ext uri="{FF2B5EF4-FFF2-40B4-BE49-F238E27FC236}">
                    <a16:creationId xmlns:a16="http://schemas.microsoft.com/office/drawing/2014/main" id="{D8C1355D-5C93-240C-E5BD-AAEC4FA77B90}"/>
                  </a:ext>
                </a:extLst>
              </p:cNvPr>
              <p:cNvSpPr/>
              <p:nvPr/>
            </p:nvSpPr>
            <p:spPr>
              <a:xfrm>
                <a:off x="9406412" y="516903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75" name="Freeform: Shape 6274">
                <a:extLst>
                  <a:ext uri="{FF2B5EF4-FFF2-40B4-BE49-F238E27FC236}">
                    <a16:creationId xmlns:a16="http://schemas.microsoft.com/office/drawing/2014/main" id="{5C5F5824-6D98-811D-B389-D6C10F64D953}"/>
                  </a:ext>
                </a:extLst>
              </p:cNvPr>
              <p:cNvSpPr/>
              <p:nvPr/>
            </p:nvSpPr>
            <p:spPr>
              <a:xfrm>
                <a:off x="9407247" y="516903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79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76" name="Freeform: Shape 6275">
                <a:extLst>
                  <a:ext uri="{FF2B5EF4-FFF2-40B4-BE49-F238E27FC236}">
                    <a16:creationId xmlns:a16="http://schemas.microsoft.com/office/drawing/2014/main" id="{0AD3C3D1-B4C5-D990-08F3-F6009425AD68}"/>
                  </a:ext>
                </a:extLst>
              </p:cNvPr>
              <p:cNvSpPr/>
              <p:nvPr/>
            </p:nvSpPr>
            <p:spPr>
              <a:xfrm>
                <a:off x="9408065" y="516898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77" name="Freeform: Shape 6276">
                <a:extLst>
                  <a:ext uri="{FF2B5EF4-FFF2-40B4-BE49-F238E27FC236}">
                    <a16:creationId xmlns:a16="http://schemas.microsoft.com/office/drawing/2014/main" id="{34ACA6D1-0A0C-0611-BABD-1DAD0FBA9122}"/>
                  </a:ext>
                </a:extLst>
              </p:cNvPr>
              <p:cNvSpPr/>
              <p:nvPr/>
            </p:nvSpPr>
            <p:spPr>
              <a:xfrm>
                <a:off x="9408881" y="516893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78" name="Freeform: Shape 6277">
                <a:extLst>
                  <a:ext uri="{FF2B5EF4-FFF2-40B4-BE49-F238E27FC236}">
                    <a16:creationId xmlns:a16="http://schemas.microsoft.com/office/drawing/2014/main" id="{31173CDE-5F46-78E0-D658-24F5A8F6F373}"/>
                  </a:ext>
                </a:extLst>
              </p:cNvPr>
              <p:cNvSpPr/>
              <p:nvPr/>
            </p:nvSpPr>
            <p:spPr>
              <a:xfrm>
                <a:off x="9409649" y="516872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7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79" name="Freeform: Shape 6278">
                <a:extLst>
                  <a:ext uri="{FF2B5EF4-FFF2-40B4-BE49-F238E27FC236}">
                    <a16:creationId xmlns:a16="http://schemas.microsoft.com/office/drawing/2014/main" id="{206EEDD2-DD19-3D7E-0B67-AD4D968977B2}"/>
                  </a:ext>
                </a:extLst>
              </p:cNvPr>
              <p:cNvSpPr/>
              <p:nvPr/>
            </p:nvSpPr>
            <p:spPr>
              <a:xfrm>
                <a:off x="9410465" y="516868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80" name="Freeform: Shape 6279">
                <a:extLst>
                  <a:ext uri="{FF2B5EF4-FFF2-40B4-BE49-F238E27FC236}">
                    <a16:creationId xmlns:a16="http://schemas.microsoft.com/office/drawing/2014/main" id="{BF173A03-A7B6-0E69-7F3A-83E501398BEA}"/>
                  </a:ext>
                </a:extLst>
              </p:cNvPr>
              <p:cNvSpPr/>
              <p:nvPr/>
            </p:nvSpPr>
            <p:spPr>
              <a:xfrm>
                <a:off x="9411326" y="516882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81" name="Freeform: Shape 6280">
                <a:extLst>
                  <a:ext uri="{FF2B5EF4-FFF2-40B4-BE49-F238E27FC236}">
                    <a16:creationId xmlns:a16="http://schemas.microsoft.com/office/drawing/2014/main" id="{235BDFC8-AA0C-4EDC-4A80-24B1F644B593}"/>
                  </a:ext>
                </a:extLst>
              </p:cNvPr>
              <p:cNvSpPr/>
              <p:nvPr/>
            </p:nvSpPr>
            <p:spPr>
              <a:xfrm>
                <a:off x="9412169" y="516891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82" name="Freeform: Shape 6281">
                <a:extLst>
                  <a:ext uri="{FF2B5EF4-FFF2-40B4-BE49-F238E27FC236}">
                    <a16:creationId xmlns:a16="http://schemas.microsoft.com/office/drawing/2014/main" id="{75793F25-761B-57F1-8180-3CE84BD1EF26}"/>
                  </a:ext>
                </a:extLst>
              </p:cNvPr>
              <p:cNvSpPr/>
              <p:nvPr/>
            </p:nvSpPr>
            <p:spPr>
              <a:xfrm>
                <a:off x="9412922" y="516866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83" name="Freeform: Shape 6282">
                <a:extLst>
                  <a:ext uri="{FF2B5EF4-FFF2-40B4-BE49-F238E27FC236}">
                    <a16:creationId xmlns:a16="http://schemas.microsoft.com/office/drawing/2014/main" id="{DD27F475-B7EB-0805-0483-5CC8CDE8AD64}"/>
                  </a:ext>
                </a:extLst>
              </p:cNvPr>
              <p:cNvSpPr/>
              <p:nvPr/>
            </p:nvSpPr>
            <p:spPr>
              <a:xfrm>
                <a:off x="9413763" y="516876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8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84" name="Freeform: Shape 6283">
                <a:extLst>
                  <a:ext uri="{FF2B5EF4-FFF2-40B4-BE49-F238E27FC236}">
                    <a16:creationId xmlns:a16="http://schemas.microsoft.com/office/drawing/2014/main" id="{BF1A6706-8FA4-32C7-9C1B-446685AA9650}"/>
                  </a:ext>
                </a:extLst>
              </p:cNvPr>
              <p:cNvSpPr/>
              <p:nvPr/>
            </p:nvSpPr>
            <p:spPr>
              <a:xfrm>
                <a:off x="9414601" y="516887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8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85" name="Freeform: Shape 6284">
                <a:extLst>
                  <a:ext uri="{FF2B5EF4-FFF2-40B4-BE49-F238E27FC236}">
                    <a16:creationId xmlns:a16="http://schemas.microsoft.com/office/drawing/2014/main" id="{BCF00ECB-08BF-E79D-D3F6-3E986C0E59CB}"/>
                  </a:ext>
                </a:extLst>
              </p:cNvPr>
              <p:cNvSpPr/>
              <p:nvPr/>
            </p:nvSpPr>
            <p:spPr>
              <a:xfrm>
                <a:off x="9415423" y="5168924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9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86" name="Freeform: Shape 6285">
                <a:extLst>
                  <a:ext uri="{FF2B5EF4-FFF2-40B4-BE49-F238E27FC236}">
                    <a16:creationId xmlns:a16="http://schemas.microsoft.com/office/drawing/2014/main" id="{014B8E90-CB2A-D212-0C37-D1B4724A33BC}"/>
                  </a:ext>
                </a:extLst>
              </p:cNvPr>
              <p:cNvSpPr/>
              <p:nvPr/>
            </p:nvSpPr>
            <p:spPr>
              <a:xfrm>
                <a:off x="9416191" y="5168748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9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87" name="Freeform: Shape 6286">
                <a:extLst>
                  <a:ext uri="{FF2B5EF4-FFF2-40B4-BE49-F238E27FC236}">
                    <a16:creationId xmlns:a16="http://schemas.microsoft.com/office/drawing/2014/main" id="{8E3AF988-AD94-931A-C78E-6881CCB27160}"/>
                  </a:ext>
                </a:extLst>
              </p:cNvPr>
              <p:cNvSpPr/>
              <p:nvPr/>
            </p:nvSpPr>
            <p:spPr>
              <a:xfrm>
                <a:off x="9416959" y="5168578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88" name="Freeform: Shape 6287">
                <a:extLst>
                  <a:ext uri="{FF2B5EF4-FFF2-40B4-BE49-F238E27FC236}">
                    <a16:creationId xmlns:a16="http://schemas.microsoft.com/office/drawing/2014/main" id="{34E93046-83A0-73B0-8E2C-018F727AED2B}"/>
                  </a:ext>
                </a:extLst>
              </p:cNvPr>
              <p:cNvSpPr/>
              <p:nvPr/>
            </p:nvSpPr>
            <p:spPr>
              <a:xfrm>
                <a:off x="9417766" y="5168588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89" name="Freeform: Shape 6288">
                <a:extLst>
                  <a:ext uri="{FF2B5EF4-FFF2-40B4-BE49-F238E27FC236}">
                    <a16:creationId xmlns:a16="http://schemas.microsoft.com/office/drawing/2014/main" id="{95342BFB-D1EA-4E34-319F-9D709886ECFB}"/>
                  </a:ext>
                </a:extLst>
              </p:cNvPr>
              <p:cNvSpPr/>
              <p:nvPr/>
            </p:nvSpPr>
            <p:spPr>
              <a:xfrm>
                <a:off x="9418621" y="5168838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90" name="Freeform: Shape 6289">
                <a:extLst>
                  <a:ext uri="{FF2B5EF4-FFF2-40B4-BE49-F238E27FC236}">
                    <a16:creationId xmlns:a16="http://schemas.microsoft.com/office/drawing/2014/main" id="{C388E933-BB68-58C3-53B8-8971E24211BB}"/>
                  </a:ext>
                </a:extLst>
              </p:cNvPr>
              <p:cNvSpPr/>
              <p:nvPr/>
            </p:nvSpPr>
            <p:spPr>
              <a:xfrm>
                <a:off x="9419471" y="5169095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91" name="Freeform: Shape 6290">
                <a:extLst>
                  <a:ext uri="{FF2B5EF4-FFF2-40B4-BE49-F238E27FC236}">
                    <a16:creationId xmlns:a16="http://schemas.microsoft.com/office/drawing/2014/main" id="{BF18E6A2-7CC3-BCCE-2F5A-81339FFC520F}"/>
                  </a:ext>
                </a:extLst>
              </p:cNvPr>
              <p:cNvSpPr/>
              <p:nvPr/>
            </p:nvSpPr>
            <p:spPr>
              <a:xfrm>
                <a:off x="9420294" y="5169239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0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7" y="2464"/>
                      <a:pt x="237" y="3306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92" name="Freeform: Shape 6291">
                <a:extLst>
                  <a:ext uri="{FF2B5EF4-FFF2-40B4-BE49-F238E27FC236}">
                    <a16:creationId xmlns:a16="http://schemas.microsoft.com/office/drawing/2014/main" id="{39A01A1C-8272-3F53-C558-449852ED19B6}"/>
                  </a:ext>
                </a:extLst>
              </p:cNvPr>
              <p:cNvSpPr/>
              <p:nvPr/>
            </p:nvSpPr>
            <p:spPr>
              <a:xfrm>
                <a:off x="9421082" y="5169211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6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7" y="2464"/>
                      <a:pt x="237" y="3306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93" name="Freeform: Shape 6292">
                <a:extLst>
                  <a:ext uri="{FF2B5EF4-FFF2-40B4-BE49-F238E27FC236}">
                    <a16:creationId xmlns:a16="http://schemas.microsoft.com/office/drawing/2014/main" id="{F04F420D-E20C-D22D-2629-803134BBA317}"/>
                  </a:ext>
                </a:extLst>
              </p:cNvPr>
              <p:cNvSpPr/>
              <p:nvPr/>
            </p:nvSpPr>
            <p:spPr>
              <a:xfrm>
                <a:off x="9421911" y="5169425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6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7" y="2464"/>
                      <a:pt x="237" y="3306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94" name="Freeform: Shape 6293">
                <a:extLst>
                  <a:ext uri="{FF2B5EF4-FFF2-40B4-BE49-F238E27FC236}">
                    <a16:creationId xmlns:a16="http://schemas.microsoft.com/office/drawing/2014/main" id="{0D262D1D-7C10-6DB0-8A4C-3AE4C827A667}"/>
                  </a:ext>
                </a:extLst>
              </p:cNvPr>
              <p:cNvSpPr/>
              <p:nvPr/>
            </p:nvSpPr>
            <p:spPr>
              <a:xfrm>
                <a:off x="9422737" y="5169644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8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6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95" name="Freeform: Shape 6294">
                <a:extLst>
                  <a:ext uri="{FF2B5EF4-FFF2-40B4-BE49-F238E27FC236}">
                    <a16:creationId xmlns:a16="http://schemas.microsoft.com/office/drawing/2014/main" id="{6E54F559-2722-35C3-62D7-E49D904F58AE}"/>
                  </a:ext>
                </a:extLst>
              </p:cNvPr>
              <p:cNvSpPr/>
              <p:nvPr/>
            </p:nvSpPr>
            <p:spPr>
              <a:xfrm>
                <a:off x="9423471" y="5169336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96" name="Freeform: Shape 6295">
                <a:extLst>
                  <a:ext uri="{FF2B5EF4-FFF2-40B4-BE49-F238E27FC236}">
                    <a16:creationId xmlns:a16="http://schemas.microsoft.com/office/drawing/2014/main" id="{D381AE7B-2D16-AB5D-9CC5-0E08AAE5BF72}"/>
                  </a:ext>
                </a:extLst>
              </p:cNvPr>
              <p:cNvSpPr/>
              <p:nvPr/>
            </p:nvSpPr>
            <p:spPr>
              <a:xfrm>
                <a:off x="9424236" y="5169210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97" name="Freeform: Shape 6296">
                <a:extLst>
                  <a:ext uri="{FF2B5EF4-FFF2-40B4-BE49-F238E27FC236}">
                    <a16:creationId xmlns:a16="http://schemas.microsoft.com/office/drawing/2014/main" id="{0B6B7F5B-E8EE-89C0-D136-80621A3CCA9F}"/>
                  </a:ext>
                </a:extLst>
              </p:cNvPr>
              <p:cNvSpPr/>
              <p:nvPr/>
            </p:nvSpPr>
            <p:spPr>
              <a:xfrm>
                <a:off x="9425002" y="5169089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98" name="Freeform: Shape 6297">
                <a:extLst>
                  <a:ext uri="{FF2B5EF4-FFF2-40B4-BE49-F238E27FC236}">
                    <a16:creationId xmlns:a16="http://schemas.microsoft.com/office/drawing/2014/main" id="{BB7DCCF4-15B3-0542-FB84-A6400E79BBE9}"/>
                  </a:ext>
                </a:extLst>
              </p:cNvPr>
              <p:cNvSpPr/>
              <p:nvPr/>
            </p:nvSpPr>
            <p:spPr>
              <a:xfrm>
                <a:off x="9425786" y="5169091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299" name="Freeform: Shape 6298">
                <a:extLst>
                  <a:ext uri="{FF2B5EF4-FFF2-40B4-BE49-F238E27FC236}">
                    <a16:creationId xmlns:a16="http://schemas.microsoft.com/office/drawing/2014/main" id="{6D692A24-4392-8BE0-BFA9-BBF2541CC398}"/>
                  </a:ext>
                </a:extLst>
              </p:cNvPr>
              <p:cNvSpPr/>
              <p:nvPr/>
            </p:nvSpPr>
            <p:spPr>
              <a:xfrm>
                <a:off x="9426586" y="5169217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1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00" name="Freeform: Shape 6299">
                <a:extLst>
                  <a:ext uri="{FF2B5EF4-FFF2-40B4-BE49-F238E27FC236}">
                    <a16:creationId xmlns:a16="http://schemas.microsoft.com/office/drawing/2014/main" id="{687C89F8-A8B1-16F3-E42B-EE75180EC809}"/>
                  </a:ext>
                </a:extLst>
              </p:cNvPr>
              <p:cNvSpPr/>
              <p:nvPr/>
            </p:nvSpPr>
            <p:spPr>
              <a:xfrm>
                <a:off x="9427344" y="5169050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1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01" name="Freeform: Shape 6300">
                <a:extLst>
                  <a:ext uri="{FF2B5EF4-FFF2-40B4-BE49-F238E27FC236}">
                    <a16:creationId xmlns:a16="http://schemas.microsoft.com/office/drawing/2014/main" id="{5225E047-1C2A-4D0D-CF3F-F9E6A6FEC37F}"/>
                  </a:ext>
                </a:extLst>
              </p:cNvPr>
              <p:cNvSpPr/>
              <p:nvPr/>
            </p:nvSpPr>
            <p:spPr>
              <a:xfrm>
                <a:off x="9428126" y="5169067"/>
                <a:ext cx="6343" cy="6345"/>
              </a:xfrm>
              <a:custGeom>
                <a:avLst/>
                <a:gdLst>
                  <a:gd name="connsiteX0" fmla="*/ 3410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9"/>
                    </a:moveTo>
                    <a:cubicBezTo>
                      <a:pt x="4251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10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9"/>
                      <a:pt x="341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02" name="Freeform: Shape 6301">
                <a:extLst>
                  <a:ext uri="{FF2B5EF4-FFF2-40B4-BE49-F238E27FC236}">
                    <a16:creationId xmlns:a16="http://schemas.microsoft.com/office/drawing/2014/main" id="{BFB945C0-E8AD-E881-16FB-06D892D1466F}"/>
                  </a:ext>
                </a:extLst>
              </p:cNvPr>
              <p:cNvSpPr/>
              <p:nvPr/>
            </p:nvSpPr>
            <p:spPr>
              <a:xfrm>
                <a:off x="9428922" y="5169208"/>
                <a:ext cx="6343" cy="6345"/>
              </a:xfrm>
              <a:custGeom>
                <a:avLst/>
                <a:gdLst>
                  <a:gd name="connsiteX0" fmla="*/ 3410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9"/>
                    </a:moveTo>
                    <a:cubicBezTo>
                      <a:pt x="4251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10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9"/>
                      <a:pt x="341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03" name="Freeform: Shape 6302">
                <a:extLst>
                  <a:ext uri="{FF2B5EF4-FFF2-40B4-BE49-F238E27FC236}">
                    <a16:creationId xmlns:a16="http://schemas.microsoft.com/office/drawing/2014/main" id="{794AC330-E45B-4AA8-32A1-34B2600A5530}"/>
                  </a:ext>
                </a:extLst>
              </p:cNvPr>
              <p:cNvSpPr/>
              <p:nvPr/>
            </p:nvSpPr>
            <p:spPr>
              <a:xfrm>
                <a:off x="9463534" y="5169601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04" name="Freeform: Shape 6303">
                <a:extLst>
                  <a:ext uri="{FF2B5EF4-FFF2-40B4-BE49-F238E27FC236}">
                    <a16:creationId xmlns:a16="http://schemas.microsoft.com/office/drawing/2014/main" id="{84A66805-E658-5D23-F972-792C94B07B13}"/>
                  </a:ext>
                </a:extLst>
              </p:cNvPr>
              <p:cNvSpPr/>
              <p:nvPr/>
            </p:nvSpPr>
            <p:spPr>
              <a:xfrm>
                <a:off x="9464335" y="5169484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4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2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05" name="Freeform: Shape 6304">
                <a:extLst>
                  <a:ext uri="{FF2B5EF4-FFF2-40B4-BE49-F238E27FC236}">
                    <a16:creationId xmlns:a16="http://schemas.microsoft.com/office/drawing/2014/main" id="{4874ABD2-2177-D2DB-59B8-F011B9D9A101}"/>
                  </a:ext>
                </a:extLst>
              </p:cNvPr>
              <p:cNvSpPr/>
              <p:nvPr/>
            </p:nvSpPr>
            <p:spPr>
              <a:xfrm>
                <a:off x="9465158" y="5169253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4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2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06" name="Freeform: Shape 6305">
                <a:extLst>
                  <a:ext uri="{FF2B5EF4-FFF2-40B4-BE49-F238E27FC236}">
                    <a16:creationId xmlns:a16="http://schemas.microsoft.com/office/drawing/2014/main" id="{2F6E87C3-5660-3D42-515A-FF9EC74FAECA}"/>
                  </a:ext>
                </a:extLst>
              </p:cNvPr>
              <p:cNvSpPr/>
              <p:nvPr/>
            </p:nvSpPr>
            <p:spPr>
              <a:xfrm>
                <a:off x="9465974" y="5169088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3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07" name="Freeform: Shape 6306">
                <a:extLst>
                  <a:ext uri="{FF2B5EF4-FFF2-40B4-BE49-F238E27FC236}">
                    <a16:creationId xmlns:a16="http://schemas.microsoft.com/office/drawing/2014/main" id="{5DDABE3C-3093-4944-F13D-56DAD50D6CA7}"/>
                  </a:ext>
                </a:extLst>
              </p:cNvPr>
              <p:cNvSpPr/>
              <p:nvPr/>
            </p:nvSpPr>
            <p:spPr>
              <a:xfrm>
                <a:off x="9466739" y="5169223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3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08" name="Freeform: Shape 6307">
                <a:extLst>
                  <a:ext uri="{FF2B5EF4-FFF2-40B4-BE49-F238E27FC236}">
                    <a16:creationId xmlns:a16="http://schemas.microsoft.com/office/drawing/2014/main" id="{B767F4F9-4A38-D600-EDD6-AC30FE6A5028}"/>
                  </a:ext>
                </a:extLst>
              </p:cNvPr>
              <p:cNvSpPr/>
              <p:nvPr/>
            </p:nvSpPr>
            <p:spPr>
              <a:xfrm>
                <a:off x="9467526" y="516924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09" name="Freeform: Shape 6308">
                <a:extLst>
                  <a:ext uri="{FF2B5EF4-FFF2-40B4-BE49-F238E27FC236}">
                    <a16:creationId xmlns:a16="http://schemas.microsoft.com/office/drawing/2014/main" id="{0F61F65C-E089-D8E5-6FE3-534FEE0E92B0}"/>
                  </a:ext>
                </a:extLst>
              </p:cNvPr>
              <p:cNvSpPr/>
              <p:nvPr/>
            </p:nvSpPr>
            <p:spPr>
              <a:xfrm>
                <a:off x="9468280" y="5169448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10" name="Freeform: Shape 6309">
                <a:extLst>
                  <a:ext uri="{FF2B5EF4-FFF2-40B4-BE49-F238E27FC236}">
                    <a16:creationId xmlns:a16="http://schemas.microsoft.com/office/drawing/2014/main" id="{8A64C762-77A6-E9A3-2E9B-752F4135F950}"/>
                  </a:ext>
                </a:extLst>
              </p:cNvPr>
              <p:cNvSpPr/>
              <p:nvPr/>
            </p:nvSpPr>
            <p:spPr>
              <a:xfrm>
                <a:off x="9469043" y="5169597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11" name="Freeform: Shape 6310">
                <a:extLst>
                  <a:ext uri="{FF2B5EF4-FFF2-40B4-BE49-F238E27FC236}">
                    <a16:creationId xmlns:a16="http://schemas.microsoft.com/office/drawing/2014/main" id="{C4B6B372-BAA5-5C99-5831-C3627F3FF577}"/>
                  </a:ext>
                </a:extLst>
              </p:cNvPr>
              <p:cNvSpPr/>
              <p:nvPr/>
            </p:nvSpPr>
            <p:spPr>
              <a:xfrm>
                <a:off x="9469842" y="516957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12" name="Freeform: Shape 6311">
                <a:extLst>
                  <a:ext uri="{FF2B5EF4-FFF2-40B4-BE49-F238E27FC236}">
                    <a16:creationId xmlns:a16="http://schemas.microsoft.com/office/drawing/2014/main" id="{38F6125C-A056-5CBF-4070-771E7F48E65A}"/>
                  </a:ext>
                </a:extLst>
              </p:cNvPr>
              <p:cNvSpPr/>
              <p:nvPr/>
            </p:nvSpPr>
            <p:spPr>
              <a:xfrm>
                <a:off x="9470617" y="516967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4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6" y="1657"/>
                      <a:pt x="241" y="2464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13" name="Freeform: Shape 6312">
                <a:extLst>
                  <a:ext uri="{FF2B5EF4-FFF2-40B4-BE49-F238E27FC236}">
                    <a16:creationId xmlns:a16="http://schemas.microsoft.com/office/drawing/2014/main" id="{FEE462DB-66D7-0672-0F2E-098797878FDA}"/>
                  </a:ext>
                </a:extLst>
              </p:cNvPr>
              <p:cNvSpPr/>
              <p:nvPr/>
            </p:nvSpPr>
            <p:spPr>
              <a:xfrm>
                <a:off x="9471392" y="5169779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4"/>
                      <a:pt x="6250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6" y="1657"/>
                      <a:pt x="241" y="2464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14" name="Freeform: Shape 6313">
                <a:extLst>
                  <a:ext uri="{FF2B5EF4-FFF2-40B4-BE49-F238E27FC236}">
                    <a16:creationId xmlns:a16="http://schemas.microsoft.com/office/drawing/2014/main" id="{3C75FD2B-50B8-10C7-06DA-3B3A26977505}"/>
                  </a:ext>
                </a:extLst>
              </p:cNvPr>
              <p:cNvSpPr/>
              <p:nvPr/>
            </p:nvSpPr>
            <p:spPr>
              <a:xfrm>
                <a:off x="9472232" y="516959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4"/>
                      <a:pt x="6250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6" y="1657"/>
                      <a:pt x="241" y="2464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15" name="Freeform: Shape 6314">
                <a:extLst>
                  <a:ext uri="{FF2B5EF4-FFF2-40B4-BE49-F238E27FC236}">
                    <a16:creationId xmlns:a16="http://schemas.microsoft.com/office/drawing/2014/main" id="{3DFFC4D4-549F-DEFE-9816-55613609D87D}"/>
                  </a:ext>
                </a:extLst>
              </p:cNvPr>
              <p:cNvSpPr/>
              <p:nvPr/>
            </p:nvSpPr>
            <p:spPr>
              <a:xfrm>
                <a:off x="9473022" y="516965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2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4"/>
                      <a:pt x="6250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16" name="Freeform: Shape 6315">
                <a:extLst>
                  <a:ext uri="{FF2B5EF4-FFF2-40B4-BE49-F238E27FC236}">
                    <a16:creationId xmlns:a16="http://schemas.microsoft.com/office/drawing/2014/main" id="{36D4177C-C04F-33DC-64F3-FB1B10CEE28B}"/>
                  </a:ext>
                </a:extLst>
              </p:cNvPr>
              <p:cNvSpPr/>
              <p:nvPr/>
            </p:nvSpPr>
            <p:spPr>
              <a:xfrm>
                <a:off x="9473853" y="5169538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17" name="Freeform: Shape 6316">
                <a:extLst>
                  <a:ext uri="{FF2B5EF4-FFF2-40B4-BE49-F238E27FC236}">
                    <a16:creationId xmlns:a16="http://schemas.microsoft.com/office/drawing/2014/main" id="{D65A01B4-00F8-ABED-F76E-5C5301E7D642}"/>
                  </a:ext>
                </a:extLst>
              </p:cNvPr>
              <p:cNvSpPr/>
              <p:nvPr/>
            </p:nvSpPr>
            <p:spPr>
              <a:xfrm>
                <a:off x="9474730" y="5169255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18" name="Freeform: Shape 6317">
                <a:extLst>
                  <a:ext uri="{FF2B5EF4-FFF2-40B4-BE49-F238E27FC236}">
                    <a16:creationId xmlns:a16="http://schemas.microsoft.com/office/drawing/2014/main" id="{8B384F89-AAB1-0624-66F6-F707A7232054}"/>
                  </a:ext>
                </a:extLst>
              </p:cNvPr>
              <p:cNvSpPr/>
              <p:nvPr/>
            </p:nvSpPr>
            <p:spPr>
              <a:xfrm>
                <a:off x="9475509" y="516938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19" name="Freeform: Shape 6318">
                <a:extLst>
                  <a:ext uri="{FF2B5EF4-FFF2-40B4-BE49-F238E27FC236}">
                    <a16:creationId xmlns:a16="http://schemas.microsoft.com/office/drawing/2014/main" id="{22E5112B-D9B2-0C21-F836-721092295864}"/>
                  </a:ext>
                </a:extLst>
              </p:cNvPr>
              <p:cNvSpPr/>
              <p:nvPr/>
            </p:nvSpPr>
            <p:spPr>
              <a:xfrm>
                <a:off x="9476377" y="516917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20" name="Freeform: Shape 6319">
                <a:extLst>
                  <a:ext uri="{FF2B5EF4-FFF2-40B4-BE49-F238E27FC236}">
                    <a16:creationId xmlns:a16="http://schemas.microsoft.com/office/drawing/2014/main" id="{1232C83E-C86D-B583-FA06-3EB11862CFBE}"/>
                  </a:ext>
                </a:extLst>
              </p:cNvPr>
              <p:cNvSpPr/>
              <p:nvPr/>
            </p:nvSpPr>
            <p:spPr>
              <a:xfrm>
                <a:off x="9477173" y="5169255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5" y="133"/>
                      <a:pt x="3413" y="133"/>
                    </a:cubicBezTo>
                    <a:cubicBezTo>
                      <a:pt x="2572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21" name="Freeform: Shape 6320">
                <a:extLst>
                  <a:ext uri="{FF2B5EF4-FFF2-40B4-BE49-F238E27FC236}">
                    <a16:creationId xmlns:a16="http://schemas.microsoft.com/office/drawing/2014/main" id="{90311D06-F96E-C68F-3299-3A7142842334}"/>
                  </a:ext>
                </a:extLst>
              </p:cNvPr>
              <p:cNvSpPr/>
              <p:nvPr/>
            </p:nvSpPr>
            <p:spPr>
              <a:xfrm>
                <a:off x="9477969" y="5169343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5" y="133"/>
                      <a:pt x="3413" y="133"/>
                    </a:cubicBezTo>
                    <a:cubicBezTo>
                      <a:pt x="2572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22" name="Freeform: Shape 6321">
                <a:extLst>
                  <a:ext uri="{FF2B5EF4-FFF2-40B4-BE49-F238E27FC236}">
                    <a16:creationId xmlns:a16="http://schemas.microsoft.com/office/drawing/2014/main" id="{9FD586AD-E04E-8A6B-9DA4-23B297CF340D}"/>
                  </a:ext>
                </a:extLst>
              </p:cNvPr>
              <p:cNvSpPr/>
              <p:nvPr/>
            </p:nvSpPr>
            <p:spPr>
              <a:xfrm>
                <a:off x="9478733" y="5169551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5" y="133"/>
                      <a:pt x="3414" y="133"/>
                    </a:cubicBezTo>
                    <a:cubicBezTo>
                      <a:pt x="2572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23" name="Freeform: Shape 6322">
                <a:extLst>
                  <a:ext uri="{FF2B5EF4-FFF2-40B4-BE49-F238E27FC236}">
                    <a16:creationId xmlns:a16="http://schemas.microsoft.com/office/drawing/2014/main" id="{24457F8B-62B8-9A6E-D7C6-117D400575EC}"/>
                  </a:ext>
                </a:extLst>
              </p:cNvPr>
              <p:cNvSpPr/>
              <p:nvPr/>
            </p:nvSpPr>
            <p:spPr>
              <a:xfrm>
                <a:off x="9479512" y="5169707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5" y="133"/>
                      <a:pt x="3414" y="133"/>
                    </a:cubicBezTo>
                    <a:cubicBezTo>
                      <a:pt x="2572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24" name="Freeform: Shape 6323">
                <a:extLst>
                  <a:ext uri="{FF2B5EF4-FFF2-40B4-BE49-F238E27FC236}">
                    <a16:creationId xmlns:a16="http://schemas.microsoft.com/office/drawing/2014/main" id="{3B7E5BB1-E77C-334D-8E45-EDA2CB2BF2F3}"/>
                  </a:ext>
                </a:extLst>
              </p:cNvPr>
              <p:cNvSpPr/>
              <p:nvPr/>
            </p:nvSpPr>
            <p:spPr>
              <a:xfrm>
                <a:off x="9480324" y="5169752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25" name="Freeform: Shape 6324">
                <a:extLst>
                  <a:ext uri="{FF2B5EF4-FFF2-40B4-BE49-F238E27FC236}">
                    <a16:creationId xmlns:a16="http://schemas.microsoft.com/office/drawing/2014/main" id="{423A53DE-CDC3-835A-D62A-9069ABF282ED}"/>
                  </a:ext>
                </a:extLst>
              </p:cNvPr>
              <p:cNvSpPr/>
              <p:nvPr/>
            </p:nvSpPr>
            <p:spPr>
              <a:xfrm>
                <a:off x="9481153" y="5169745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26" name="Freeform: Shape 6325">
                <a:extLst>
                  <a:ext uri="{FF2B5EF4-FFF2-40B4-BE49-F238E27FC236}">
                    <a16:creationId xmlns:a16="http://schemas.microsoft.com/office/drawing/2014/main" id="{C0186BF9-A227-CAD6-03E7-6548BA7C8E94}"/>
                  </a:ext>
                </a:extLst>
              </p:cNvPr>
              <p:cNvSpPr/>
              <p:nvPr/>
            </p:nvSpPr>
            <p:spPr>
              <a:xfrm>
                <a:off x="9481967" y="5169801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27" name="Freeform: Shape 6326">
                <a:extLst>
                  <a:ext uri="{FF2B5EF4-FFF2-40B4-BE49-F238E27FC236}">
                    <a16:creationId xmlns:a16="http://schemas.microsoft.com/office/drawing/2014/main" id="{77FDC35D-1911-3598-C654-EDD6ECF434A6}"/>
                  </a:ext>
                </a:extLst>
              </p:cNvPr>
              <p:cNvSpPr/>
              <p:nvPr/>
            </p:nvSpPr>
            <p:spPr>
              <a:xfrm>
                <a:off x="9482817" y="5169747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28" name="Freeform: Shape 6327">
                <a:extLst>
                  <a:ext uri="{FF2B5EF4-FFF2-40B4-BE49-F238E27FC236}">
                    <a16:creationId xmlns:a16="http://schemas.microsoft.com/office/drawing/2014/main" id="{4E62E595-1CE8-C176-02A1-ED17102ED6A9}"/>
                  </a:ext>
                </a:extLst>
              </p:cNvPr>
              <p:cNvSpPr/>
              <p:nvPr/>
            </p:nvSpPr>
            <p:spPr>
              <a:xfrm>
                <a:off x="9483723" y="5169528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5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2" y="2464"/>
                      <a:pt x="242" y="3306"/>
                    </a:cubicBezTo>
                    <a:cubicBezTo>
                      <a:pt x="242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29" name="Freeform: Shape 6328">
                <a:extLst>
                  <a:ext uri="{FF2B5EF4-FFF2-40B4-BE49-F238E27FC236}">
                    <a16:creationId xmlns:a16="http://schemas.microsoft.com/office/drawing/2014/main" id="{8194E82B-2D9C-7F0F-E330-26E35D6A0523}"/>
                  </a:ext>
                </a:extLst>
              </p:cNvPr>
              <p:cNvSpPr/>
              <p:nvPr/>
            </p:nvSpPr>
            <p:spPr>
              <a:xfrm>
                <a:off x="9484652" y="5169258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2" y="2464"/>
                      <a:pt x="242" y="3306"/>
                    </a:cubicBezTo>
                    <a:cubicBezTo>
                      <a:pt x="242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30" name="Freeform: Shape 6329">
                <a:extLst>
                  <a:ext uri="{FF2B5EF4-FFF2-40B4-BE49-F238E27FC236}">
                    <a16:creationId xmlns:a16="http://schemas.microsoft.com/office/drawing/2014/main" id="{69A0234A-8B9A-289E-A708-FB5D73A9F402}"/>
                  </a:ext>
                </a:extLst>
              </p:cNvPr>
              <p:cNvSpPr/>
              <p:nvPr/>
            </p:nvSpPr>
            <p:spPr>
              <a:xfrm>
                <a:off x="9485529" y="5169166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3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31" name="Freeform: Shape 6330">
                <a:extLst>
                  <a:ext uri="{FF2B5EF4-FFF2-40B4-BE49-F238E27FC236}">
                    <a16:creationId xmlns:a16="http://schemas.microsoft.com/office/drawing/2014/main" id="{98FA7DF4-D2CE-B659-EF83-DE66664C27E9}"/>
                  </a:ext>
                </a:extLst>
              </p:cNvPr>
              <p:cNvSpPr/>
              <p:nvPr/>
            </p:nvSpPr>
            <p:spPr>
              <a:xfrm>
                <a:off x="9486409" y="5169079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32" name="Freeform: Shape 6331">
                <a:extLst>
                  <a:ext uri="{FF2B5EF4-FFF2-40B4-BE49-F238E27FC236}">
                    <a16:creationId xmlns:a16="http://schemas.microsoft.com/office/drawing/2014/main" id="{79610A56-AB9A-28BD-5CBF-2853DDAA2138}"/>
                  </a:ext>
                </a:extLst>
              </p:cNvPr>
              <p:cNvSpPr/>
              <p:nvPr/>
            </p:nvSpPr>
            <p:spPr>
              <a:xfrm>
                <a:off x="9487292" y="5168999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33" name="Freeform: Shape 6332">
                <a:extLst>
                  <a:ext uri="{FF2B5EF4-FFF2-40B4-BE49-F238E27FC236}">
                    <a16:creationId xmlns:a16="http://schemas.microsoft.com/office/drawing/2014/main" id="{9F7DE68D-43BE-6794-3D3F-31E2C1BCC87B}"/>
                  </a:ext>
                </a:extLst>
              </p:cNvPr>
              <p:cNvSpPr/>
              <p:nvPr/>
            </p:nvSpPr>
            <p:spPr>
              <a:xfrm>
                <a:off x="9488097" y="5169152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34" name="Freeform: Shape 6333">
                <a:extLst>
                  <a:ext uri="{FF2B5EF4-FFF2-40B4-BE49-F238E27FC236}">
                    <a16:creationId xmlns:a16="http://schemas.microsoft.com/office/drawing/2014/main" id="{B2BEB0BE-D8ED-60F6-68B4-8A4E0462046F}"/>
                  </a:ext>
                </a:extLst>
              </p:cNvPr>
              <p:cNvSpPr/>
              <p:nvPr/>
            </p:nvSpPr>
            <p:spPr>
              <a:xfrm>
                <a:off x="9488963" y="5169140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35" name="Freeform: Shape 6334">
                <a:extLst>
                  <a:ext uri="{FF2B5EF4-FFF2-40B4-BE49-F238E27FC236}">
                    <a16:creationId xmlns:a16="http://schemas.microsoft.com/office/drawing/2014/main" id="{D0E694D5-8B6C-10F5-E024-26779604AD39}"/>
                  </a:ext>
                </a:extLst>
              </p:cNvPr>
              <p:cNvSpPr/>
              <p:nvPr/>
            </p:nvSpPr>
            <p:spPr>
              <a:xfrm>
                <a:off x="9489708" y="5169473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4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36" name="Freeform: Shape 6335">
                <a:extLst>
                  <a:ext uri="{FF2B5EF4-FFF2-40B4-BE49-F238E27FC236}">
                    <a16:creationId xmlns:a16="http://schemas.microsoft.com/office/drawing/2014/main" id="{916A2994-5B22-ADC2-50C6-E0BC79D902EA}"/>
                  </a:ext>
                </a:extLst>
              </p:cNvPr>
              <p:cNvSpPr/>
              <p:nvPr/>
            </p:nvSpPr>
            <p:spPr>
              <a:xfrm>
                <a:off x="9490554" y="5169528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4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37" name="Freeform: Shape 6336">
                <a:extLst>
                  <a:ext uri="{FF2B5EF4-FFF2-40B4-BE49-F238E27FC236}">
                    <a16:creationId xmlns:a16="http://schemas.microsoft.com/office/drawing/2014/main" id="{57BD5597-D59B-B5C7-8E37-CDE5076A5C90}"/>
                  </a:ext>
                </a:extLst>
              </p:cNvPr>
              <p:cNvSpPr/>
              <p:nvPr/>
            </p:nvSpPr>
            <p:spPr>
              <a:xfrm>
                <a:off x="9491402" y="5169589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5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38" name="Freeform: Shape 6337">
                <a:extLst>
                  <a:ext uri="{FF2B5EF4-FFF2-40B4-BE49-F238E27FC236}">
                    <a16:creationId xmlns:a16="http://schemas.microsoft.com/office/drawing/2014/main" id="{928B0E16-1CA8-56C2-2CBE-F19ACEC4579C}"/>
                  </a:ext>
                </a:extLst>
              </p:cNvPr>
              <p:cNvSpPr/>
              <p:nvPr/>
            </p:nvSpPr>
            <p:spPr>
              <a:xfrm>
                <a:off x="9492186" y="5169824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5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39" name="Freeform: Shape 6338">
                <a:extLst>
                  <a:ext uri="{FF2B5EF4-FFF2-40B4-BE49-F238E27FC236}">
                    <a16:creationId xmlns:a16="http://schemas.microsoft.com/office/drawing/2014/main" id="{22B25F87-62CB-8945-6072-C61E8DC1D69D}"/>
                  </a:ext>
                </a:extLst>
              </p:cNvPr>
              <p:cNvSpPr/>
              <p:nvPr/>
            </p:nvSpPr>
            <p:spPr>
              <a:xfrm>
                <a:off x="9493144" y="5169618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40" name="Freeform: Shape 6339">
                <a:extLst>
                  <a:ext uri="{FF2B5EF4-FFF2-40B4-BE49-F238E27FC236}">
                    <a16:creationId xmlns:a16="http://schemas.microsoft.com/office/drawing/2014/main" id="{A5E80966-3163-0D1E-876B-F4671B3E9D84}"/>
                  </a:ext>
                </a:extLst>
              </p:cNvPr>
              <p:cNvSpPr/>
              <p:nvPr/>
            </p:nvSpPr>
            <p:spPr>
              <a:xfrm>
                <a:off x="9494017" y="5169641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41" name="Freeform: Shape 6340">
                <a:extLst>
                  <a:ext uri="{FF2B5EF4-FFF2-40B4-BE49-F238E27FC236}">
                    <a16:creationId xmlns:a16="http://schemas.microsoft.com/office/drawing/2014/main" id="{9CAA7C68-E85F-121E-C8AC-5EB1FA4C22EF}"/>
                  </a:ext>
                </a:extLst>
              </p:cNvPr>
              <p:cNvSpPr/>
              <p:nvPr/>
            </p:nvSpPr>
            <p:spPr>
              <a:xfrm>
                <a:off x="9494915" y="5169614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42" name="Freeform: Shape 6341">
                <a:extLst>
                  <a:ext uri="{FF2B5EF4-FFF2-40B4-BE49-F238E27FC236}">
                    <a16:creationId xmlns:a16="http://schemas.microsoft.com/office/drawing/2014/main" id="{09671E53-2D29-AB41-061E-445883A9D93C}"/>
                  </a:ext>
                </a:extLst>
              </p:cNvPr>
              <p:cNvSpPr/>
              <p:nvPr/>
            </p:nvSpPr>
            <p:spPr>
              <a:xfrm>
                <a:off x="9495860" y="5169483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6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8" y="1657"/>
                      <a:pt x="243" y="2464"/>
                      <a:pt x="243" y="3306"/>
                    </a:cubicBezTo>
                    <a:cubicBezTo>
                      <a:pt x="243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43" name="Freeform: Shape 6342">
                <a:extLst>
                  <a:ext uri="{FF2B5EF4-FFF2-40B4-BE49-F238E27FC236}">
                    <a16:creationId xmlns:a16="http://schemas.microsoft.com/office/drawing/2014/main" id="{23C01866-2267-10CD-C392-110CE99234A5}"/>
                  </a:ext>
                </a:extLst>
              </p:cNvPr>
              <p:cNvSpPr/>
              <p:nvPr/>
            </p:nvSpPr>
            <p:spPr>
              <a:xfrm>
                <a:off x="9496786" y="5169415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7" y="4147"/>
                      <a:pt x="6587" y="3306"/>
                    </a:cubicBezTo>
                    <a:cubicBezTo>
                      <a:pt x="6587" y="2464"/>
                      <a:pt x="6252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8" y="1657"/>
                      <a:pt x="243" y="2464"/>
                      <a:pt x="243" y="3306"/>
                    </a:cubicBezTo>
                    <a:cubicBezTo>
                      <a:pt x="243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44" name="Freeform: Shape 6343">
                <a:extLst>
                  <a:ext uri="{FF2B5EF4-FFF2-40B4-BE49-F238E27FC236}">
                    <a16:creationId xmlns:a16="http://schemas.microsoft.com/office/drawing/2014/main" id="{C6CBAB24-E392-3438-A8F0-E4F3420B87A6}"/>
                  </a:ext>
                </a:extLst>
              </p:cNvPr>
              <p:cNvSpPr/>
              <p:nvPr/>
            </p:nvSpPr>
            <p:spPr>
              <a:xfrm>
                <a:off x="9497715" y="5169353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7" y="4147"/>
                      <a:pt x="6587" y="3306"/>
                    </a:cubicBezTo>
                    <a:cubicBezTo>
                      <a:pt x="6587" y="2464"/>
                      <a:pt x="6252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8" y="1657"/>
                      <a:pt x="243" y="2464"/>
                      <a:pt x="243" y="3306"/>
                    </a:cubicBezTo>
                    <a:cubicBezTo>
                      <a:pt x="243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45" name="Freeform: Shape 6344">
                <a:extLst>
                  <a:ext uri="{FF2B5EF4-FFF2-40B4-BE49-F238E27FC236}">
                    <a16:creationId xmlns:a16="http://schemas.microsoft.com/office/drawing/2014/main" id="{3630461C-06C4-A791-E2E2-9EB698AECB0D}"/>
                  </a:ext>
                </a:extLst>
              </p:cNvPr>
              <p:cNvSpPr/>
              <p:nvPr/>
            </p:nvSpPr>
            <p:spPr>
              <a:xfrm>
                <a:off x="9498670" y="5169242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4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7" y="4147"/>
                      <a:pt x="6587" y="3306"/>
                    </a:cubicBezTo>
                    <a:cubicBezTo>
                      <a:pt x="6587" y="2464"/>
                      <a:pt x="6252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46" name="Freeform: Shape 6345">
                <a:extLst>
                  <a:ext uri="{FF2B5EF4-FFF2-40B4-BE49-F238E27FC236}">
                    <a16:creationId xmlns:a16="http://schemas.microsoft.com/office/drawing/2014/main" id="{BF6D3617-3097-EFB9-EAC7-17E3AD95905F}"/>
                  </a:ext>
                </a:extLst>
              </p:cNvPr>
              <p:cNvSpPr/>
              <p:nvPr/>
            </p:nvSpPr>
            <p:spPr>
              <a:xfrm>
                <a:off x="9499434" y="5169578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47" name="Freeform: Shape 6346">
                <a:extLst>
                  <a:ext uri="{FF2B5EF4-FFF2-40B4-BE49-F238E27FC236}">
                    <a16:creationId xmlns:a16="http://schemas.microsoft.com/office/drawing/2014/main" id="{96AB2B05-D241-3E1D-B5FF-35AB738EA78C}"/>
                  </a:ext>
                </a:extLst>
              </p:cNvPr>
              <p:cNvSpPr/>
              <p:nvPr/>
            </p:nvSpPr>
            <p:spPr>
              <a:xfrm>
                <a:off x="9500369" y="5169535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48" name="Freeform: Shape 6347">
                <a:extLst>
                  <a:ext uri="{FF2B5EF4-FFF2-40B4-BE49-F238E27FC236}">
                    <a16:creationId xmlns:a16="http://schemas.microsoft.com/office/drawing/2014/main" id="{098BB76D-C32F-9EC7-F52B-343D5C0943FA}"/>
                  </a:ext>
                </a:extLst>
              </p:cNvPr>
              <p:cNvSpPr/>
              <p:nvPr/>
            </p:nvSpPr>
            <p:spPr>
              <a:xfrm>
                <a:off x="9501206" y="5169718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49" name="Freeform: Shape 6348">
                <a:extLst>
                  <a:ext uri="{FF2B5EF4-FFF2-40B4-BE49-F238E27FC236}">
                    <a16:creationId xmlns:a16="http://schemas.microsoft.com/office/drawing/2014/main" id="{9A999AB8-8C0F-CB3B-0199-ADC57E93C9D5}"/>
                  </a:ext>
                </a:extLst>
              </p:cNvPr>
              <p:cNvSpPr/>
              <p:nvPr/>
            </p:nvSpPr>
            <p:spPr>
              <a:xfrm>
                <a:off x="9501942" y="5170123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2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3" y="1062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50" name="Freeform: Shape 6349">
                <a:extLst>
                  <a:ext uri="{FF2B5EF4-FFF2-40B4-BE49-F238E27FC236}">
                    <a16:creationId xmlns:a16="http://schemas.microsoft.com/office/drawing/2014/main" id="{DCE60F73-8B54-2E06-2593-A52477CCC9D3}"/>
                  </a:ext>
                </a:extLst>
              </p:cNvPr>
              <p:cNvSpPr/>
              <p:nvPr/>
            </p:nvSpPr>
            <p:spPr>
              <a:xfrm>
                <a:off x="9502752" y="5170370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2"/>
                    </a:cubicBezTo>
                    <a:cubicBezTo>
                      <a:pt x="5063" y="468"/>
                      <a:pt x="4257" y="133"/>
                      <a:pt x="3415" y="133"/>
                    </a:cubicBezTo>
                    <a:cubicBezTo>
                      <a:pt x="2574" y="133"/>
                      <a:pt x="1768" y="468"/>
                      <a:pt x="1173" y="1062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51" name="Freeform: Shape 6350">
                <a:extLst>
                  <a:ext uri="{FF2B5EF4-FFF2-40B4-BE49-F238E27FC236}">
                    <a16:creationId xmlns:a16="http://schemas.microsoft.com/office/drawing/2014/main" id="{998B6FD2-ABB5-E2C6-71DE-2231E40C07A2}"/>
                  </a:ext>
                </a:extLst>
              </p:cNvPr>
              <p:cNvSpPr/>
              <p:nvPr/>
            </p:nvSpPr>
            <p:spPr>
              <a:xfrm>
                <a:off x="9503717" y="5170298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2"/>
                    </a:cubicBezTo>
                    <a:cubicBezTo>
                      <a:pt x="5063" y="468"/>
                      <a:pt x="4257" y="133"/>
                      <a:pt x="3415" y="133"/>
                    </a:cubicBezTo>
                    <a:cubicBezTo>
                      <a:pt x="2574" y="133"/>
                      <a:pt x="1768" y="468"/>
                      <a:pt x="1173" y="1062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52" name="Freeform: Shape 6351">
                <a:extLst>
                  <a:ext uri="{FF2B5EF4-FFF2-40B4-BE49-F238E27FC236}">
                    <a16:creationId xmlns:a16="http://schemas.microsoft.com/office/drawing/2014/main" id="{DABAD622-1BE0-5A88-5AF4-2AFF1AE0E9D6}"/>
                  </a:ext>
                </a:extLst>
              </p:cNvPr>
              <p:cNvSpPr/>
              <p:nvPr/>
            </p:nvSpPr>
            <p:spPr>
              <a:xfrm>
                <a:off x="9504554" y="5170503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3 h 6345"/>
                  <a:gd name="connsiteX4" fmla="*/ 3416 w 6343"/>
                  <a:gd name="connsiteY4" fmla="*/ 133 h 6345"/>
                  <a:gd name="connsiteX5" fmla="*/ 1173 w 6343"/>
                  <a:gd name="connsiteY5" fmla="*/ 1063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3"/>
                    </a:cubicBezTo>
                    <a:cubicBezTo>
                      <a:pt x="5063" y="468"/>
                      <a:pt x="4257" y="133"/>
                      <a:pt x="3416" y="133"/>
                    </a:cubicBezTo>
                    <a:cubicBezTo>
                      <a:pt x="2574" y="133"/>
                      <a:pt x="1768" y="468"/>
                      <a:pt x="1173" y="1063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53" name="Freeform: Shape 6352">
                <a:extLst>
                  <a:ext uri="{FF2B5EF4-FFF2-40B4-BE49-F238E27FC236}">
                    <a16:creationId xmlns:a16="http://schemas.microsoft.com/office/drawing/2014/main" id="{BBE069D8-AF39-21D2-F7DF-0CA0CBF0A72D}"/>
                  </a:ext>
                </a:extLst>
              </p:cNvPr>
              <p:cNvSpPr/>
              <p:nvPr/>
            </p:nvSpPr>
            <p:spPr>
              <a:xfrm>
                <a:off x="9505523" y="5170445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3 h 6345"/>
                  <a:gd name="connsiteX4" fmla="*/ 3416 w 6343"/>
                  <a:gd name="connsiteY4" fmla="*/ 133 h 6345"/>
                  <a:gd name="connsiteX5" fmla="*/ 1173 w 6343"/>
                  <a:gd name="connsiteY5" fmla="*/ 1063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3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3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54" name="Freeform: Shape 6353">
                <a:extLst>
                  <a:ext uri="{FF2B5EF4-FFF2-40B4-BE49-F238E27FC236}">
                    <a16:creationId xmlns:a16="http://schemas.microsoft.com/office/drawing/2014/main" id="{F6B7A843-ED32-85C6-01B5-2D1B50925AD7}"/>
                  </a:ext>
                </a:extLst>
              </p:cNvPr>
              <p:cNvSpPr/>
              <p:nvPr/>
            </p:nvSpPr>
            <p:spPr>
              <a:xfrm>
                <a:off x="9506496" y="5170394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3 h 6345"/>
                  <a:gd name="connsiteX4" fmla="*/ 3416 w 6343"/>
                  <a:gd name="connsiteY4" fmla="*/ 133 h 6345"/>
                  <a:gd name="connsiteX5" fmla="*/ 1173 w 6343"/>
                  <a:gd name="connsiteY5" fmla="*/ 1063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3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3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55" name="Freeform: Shape 6354">
                <a:extLst>
                  <a:ext uri="{FF2B5EF4-FFF2-40B4-BE49-F238E27FC236}">
                    <a16:creationId xmlns:a16="http://schemas.microsoft.com/office/drawing/2014/main" id="{DB0CA11F-33BC-B4BF-FC6F-0BEA23045D7B}"/>
                  </a:ext>
                </a:extLst>
              </p:cNvPr>
              <p:cNvSpPr/>
              <p:nvPr/>
            </p:nvSpPr>
            <p:spPr>
              <a:xfrm>
                <a:off x="9507444" y="5170403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3 h 6345"/>
                  <a:gd name="connsiteX4" fmla="*/ 3416 w 6343"/>
                  <a:gd name="connsiteY4" fmla="*/ 133 h 6345"/>
                  <a:gd name="connsiteX5" fmla="*/ 1173 w 6343"/>
                  <a:gd name="connsiteY5" fmla="*/ 1063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3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3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56" name="Freeform: Shape 6355">
                <a:extLst>
                  <a:ext uri="{FF2B5EF4-FFF2-40B4-BE49-F238E27FC236}">
                    <a16:creationId xmlns:a16="http://schemas.microsoft.com/office/drawing/2014/main" id="{9FBC047A-6E66-9745-B501-9689E51BBFF7}"/>
                  </a:ext>
                </a:extLst>
              </p:cNvPr>
              <p:cNvSpPr/>
              <p:nvPr/>
            </p:nvSpPr>
            <p:spPr>
              <a:xfrm>
                <a:off x="9508394" y="5170420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7 w 6343"/>
                  <a:gd name="connsiteY2" fmla="*/ 3306 h 6345"/>
                  <a:gd name="connsiteX3" fmla="*/ 5659 w 6343"/>
                  <a:gd name="connsiteY3" fmla="*/ 1063 h 6345"/>
                  <a:gd name="connsiteX4" fmla="*/ 3416 w 6343"/>
                  <a:gd name="connsiteY4" fmla="*/ 133 h 6345"/>
                  <a:gd name="connsiteX5" fmla="*/ 1173 w 6343"/>
                  <a:gd name="connsiteY5" fmla="*/ 1063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9" y="1063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3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57" name="Freeform: Shape 6356">
                <a:extLst>
                  <a:ext uri="{FF2B5EF4-FFF2-40B4-BE49-F238E27FC236}">
                    <a16:creationId xmlns:a16="http://schemas.microsoft.com/office/drawing/2014/main" id="{7E4A5D60-A393-5220-34E0-B5FE0A2AC614}"/>
                  </a:ext>
                </a:extLst>
              </p:cNvPr>
              <p:cNvSpPr/>
              <p:nvPr/>
            </p:nvSpPr>
            <p:spPr>
              <a:xfrm>
                <a:off x="9509346" y="5170444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7 w 6343"/>
                  <a:gd name="connsiteY2" fmla="*/ 3306 h 6345"/>
                  <a:gd name="connsiteX3" fmla="*/ 5659 w 6343"/>
                  <a:gd name="connsiteY3" fmla="*/ 1063 h 6345"/>
                  <a:gd name="connsiteX4" fmla="*/ 3416 w 6343"/>
                  <a:gd name="connsiteY4" fmla="*/ 133 h 6345"/>
                  <a:gd name="connsiteX5" fmla="*/ 1173 w 6343"/>
                  <a:gd name="connsiteY5" fmla="*/ 1063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9" y="1063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3"/>
                    </a:cubicBezTo>
                    <a:cubicBezTo>
                      <a:pt x="579" y="1657"/>
                      <a:pt x="244" y="2465"/>
                      <a:pt x="244" y="3306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58" name="Freeform: Shape 6357">
                <a:extLst>
                  <a:ext uri="{FF2B5EF4-FFF2-40B4-BE49-F238E27FC236}">
                    <a16:creationId xmlns:a16="http://schemas.microsoft.com/office/drawing/2014/main" id="{2B9C1276-B0B9-8F36-39ED-46E64C521FC5}"/>
                  </a:ext>
                </a:extLst>
              </p:cNvPr>
              <p:cNvSpPr/>
              <p:nvPr/>
            </p:nvSpPr>
            <p:spPr>
              <a:xfrm>
                <a:off x="9510273" y="5170527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3 h 6345"/>
                  <a:gd name="connsiteX4" fmla="*/ 3416 w 6343"/>
                  <a:gd name="connsiteY4" fmla="*/ 133 h 6345"/>
                  <a:gd name="connsiteX5" fmla="*/ 1173 w 6343"/>
                  <a:gd name="connsiteY5" fmla="*/ 1063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6"/>
                    </a:cubicBezTo>
                    <a:cubicBezTo>
                      <a:pt x="6588" y="2465"/>
                      <a:pt x="6253" y="1657"/>
                      <a:pt x="5659" y="1063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3"/>
                    </a:cubicBezTo>
                    <a:cubicBezTo>
                      <a:pt x="579" y="1657"/>
                      <a:pt x="244" y="2465"/>
                      <a:pt x="244" y="3306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59" name="Freeform: Shape 6358">
                <a:extLst>
                  <a:ext uri="{FF2B5EF4-FFF2-40B4-BE49-F238E27FC236}">
                    <a16:creationId xmlns:a16="http://schemas.microsoft.com/office/drawing/2014/main" id="{DEADF85D-25E7-CCA4-6687-9FA6025742FE}"/>
                  </a:ext>
                </a:extLst>
              </p:cNvPr>
              <p:cNvSpPr/>
              <p:nvPr/>
            </p:nvSpPr>
            <p:spPr>
              <a:xfrm>
                <a:off x="9511172" y="5170670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3 h 6345"/>
                  <a:gd name="connsiteX4" fmla="*/ 3416 w 6343"/>
                  <a:gd name="connsiteY4" fmla="*/ 133 h 6345"/>
                  <a:gd name="connsiteX5" fmla="*/ 1173 w 6343"/>
                  <a:gd name="connsiteY5" fmla="*/ 1063 h 6345"/>
                  <a:gd name="connsiteX6" fmla="*/ 245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6"/>
                    </a:cubicBezTo>
                    <a:cubicBezTo>
                      <a:pt x="6588" y="2465"/>
                      <a:pt x="6253" y="1657"/>
                      <a:pt x="5659" y="1063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3"/>
                    </a:cubicBezTo>
                    <a:cubicBezTo>
                      <a:pt x="579" y="1657"/>
                      <a:pt x="245" y="2465"/>
                      <a:pt x="245" y="3306"/>
                    </a:cubicBezTo>
                    <a:cubicBezTo>
                      <a:pt x="245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60" name="Freeform: Shape 6359">
                <a:extLst>
                  <a:ext uri="{FF2B5EF4-FFF2-40B4-BE49-F238E27FC236}">
                    <a16:creationId xmlns:a16="http://schemas.microsoft.com/office/drawing/2014/main" id="{AC0E159F-5455-335E-9FCF-4687ED1A34E3}"/>
                  </a:ext>
                </a:extLst>
              </p:cNvPr>
              <p:cNvSpPr/>
              <p:nvPr/>
            </p:nvSpPr>
            <p:spPr>
              <a:xfrm>
                <a:off x="9512245" y="5170504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3 h 6345"/>
                  <a:gd name="connsiteX4" fmla="*/ 3416 w 6343"/>
                  <a:gd name="connsiteY4" fmla="*/ 133 h 6345"/>
                  <a:gd name="connsiteX5" fmla="*/ 1174 w 6343"/>
                  <a:gd name="connsiteY5" fmla="*/ 1063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5"/>
                      <a:pt x="6254" y="1657"/>
                      <a:pt x="5659" y="1063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4" y="1063"/>
                    </a:cubicBezTo>
                    <a:cubicBezTo>
                      <a:pt x="579" y="1657"/>
                      <a:pt x="245" y="2465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61" name="Freeform: Shape 6360">
                <a:extLst>
                  <a:ext uri="{FF2B5EF4-FFF2-40B4-BE49-F238E27FC236}">
                    <a16:creationId xmlns:a16="http://schemas.microsoft.com/office/drawing/2014/main" id="{E4E183E3-A1E7-1591-5B41-DE266613CDDD}"/>
                  </a:ext>
                </a:extLst>
              </p:cNvPr>
              <p:cNvSpPr/>
              <p:nvPr/>
            </p:nvSpPr>
            <p:spPr>
              <a:xfrm>
                <a:off x="9513294" y="5170399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3 h 6345"/>
                  <a:gd name="connsiteX4" fmla="*/ 3416 w 6343"/>
                  <a:gd name="connsiteY4" fmla="*/ 133 h 6345"/>
                  <a:gd name="connsiteX5" fmla="*/ 1174 w 6343"/>
                  <a:gd name="connsiteY5" fmla="*/ 1063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5"/>
                      <a:pt x="6254" y="1657"/>
                      <a:pt x="5659" y="1063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4" y="1063"/>
                    </a:cubicBezTo>
                    <a:cubicBezTo>
                      <a:pt x="579" y="1657"/>
                      <a:pt x="245" y="2465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62" name="Freeform: Shape 6361">
                <a:extLst>
                  <a:ext uri="{FF2B5EF4-FFF2-40B4-BE49-F238E27FC236}">
                    <a16:creationId xmlns:a16="http://schemas.microsoft.com/office/drawing/2014/main" id="{C93E3723-4F5D-D05D-8531-59DF93AB7EA2}"/>
                  </a:ext>
                </a:extLst>
              </p:cNvPr>
              <p:cNvSpPr/>
              <p:nvPr/>
            </p:nvSpPr>
            <p:spPr>
              <a:xfrm>
                <a:off x="9514287" y="5170407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3 h 6345"/>
                  <a:gd name="connsiteX4" fmla="*/ 3416 w 6343"/>
                  <a:gd name="connsiteY4" fmla="*/ 133 h 6345"/>
                  <a:gd name="connsiteX5" fmla="*/ 1174 w 6343"/>
                  <a:gd name="connsiteY5" fmla="*/ 1063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5"/>
                      <a:pt x="6254" y="1657"/>
                      <a:pt x="5659" y="1063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4" y="1063"/>
                    </a:cubicBezTo>
                    <a:cubicBezTo>
                      <a:pt x="579" y="1657"/>
                      <a:pt x="245" y="2465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63" name="Freeform: Shape 6362">
                <a:extLst>
                  <a:ext uri="{FF2B5EF4-FFF2-40B4-BE49-F238E27FC236}">
                    <a16:creationId xmlns:a16="http://schemas.microsoft.com/office/drawing/2014/main" id="{A3EACBB9-EB57-720E-910B-60E4DF588FBA}"/>
                  </a:ext>
                </a:extLst>
              </p:cNvPr>
              <p:cNvSpPr/>
              <p:nvPr/>
            </p:nvSpPr>
            <p:spPr>
              <a:xfrm>
                <a:off x="9515462" y="5170110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5"/>
                      <a:pt x="6254" y="1657"/>
                      <a:pt x="5659" y="1062"/>
                    </a:cubicBezTo>
                    <a:cubicBezTo>
                      <a:pt x="5064" y="468"/>
                      <a:pt x="4258" y="133"/>
                      <a:pt x="3416" y="133"/>
                    </a:cubicBezTo>
                    <a:cubicBezTo>
                      <a:pt x="2575" y="133"/>
                      <a:pt x="1769" y="468"/>
                      <a:pt x="1174" y="1062"/>
                    </a:cubicBezTo>
                    <a:cubicBezTo>
                      <a:pt x="579" y="1657"/>
                      <a:pt x="245" y="2465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64" name="Freeform: Shape 6363">
                <a:extLst>
                  <a:ext uri="{FF2B5EF4-FFF2-40B4-BE49-F238E27FC236}">
                    <a16:creationId xmlns:a16="http://schemas.microsoft.com/office/drawing/2014/main" id="{1F062D47-AA8B-5733-EAE9-B4019D1AB982}"/>
                  </a:ext>
                </a:extLst>
              </p:cNvPr>
              <p:cNvSpPr/>
              <p:nvPr/>
            </p:nvSpPr>
            <p:spPr>
              <a:xfrm>
                <a:off x="9516402" y="5170238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5"/>
                      <a:pt x="6254" y="1657"/>
                      <a:pt x="5659" y="1062"/>
                    </a:cubicBezTo>
                    <a:cubicBezTo>
                      <a:pt x="5064" y="468"/>
                      <a:pt x="4258" y="133"/>
                      <a:pt x="3416" y="133"/>
                    </a:cubicBezTo>
                    <a:cubicBezTo>
                      <a:pt x="2575" y="133"/>
                      <a:pt x="1769" y="468"/>
                      <a:pt x="1174" y="1062"/>
                    </a:cubicBezTo>
                    <a:cubicBezTo>
                      <a:pt x="579" y="1657"/>
                      <a:pt x="245" y="2465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65" name="Freeform: Shape 6364">
                <a:extLst>
                  <a:ext uri="{FF2B5EF4-FFF2-40B4-BE49-F238E27FC236}">
                    <a16:creationId xmlns:a16="http://schemas.microsoft.com/office/drawing/2014/main" id="{8931A639-23A0-8EB3-4198-9F1D49C0742E}"/>
                  </a:ext>
                </a:extLst>
              </p:cNvPr>
              <p:cNvSpPr/>
              <p:nvPr/>
            </p:nvSpPr>
            <p:spPr>
              <a:xfrm>
                <a:off x="9517496" y="5170114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5"/>
                      <a:pt x="6254" y="1657"/>
                      <a:pt x="5659" y="1062"/>
                    </a:cubicBezTo>
                    <a:cubicBezTo>
                      <a:pt x="5064" y="468"/>
                      <a:pt x="4258" y="133"/>
                      <a:pt x="3417" y="133"/>
                    </a:cubicBezTo>
                    <a:cubicBezTo>
                      <a:pt x="2575" y="133"/>
                      <a:pt x="1769" y="468"/>
                      <a:pt x="1174" y="1062"/>
                    </a:cubicBezTo>
                    <a:cubicBezTo>
                      <a:pt x="579" y="1657"/>
                      <a:pt x="245" y="2465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66" name="Freeform: Shape 6365">
                <a:extLst>
                  <a:ext uri="{FF2B5EF4-FFF2-40B4-BE49-F238E27FC236}">
                    <a16:creationId xmlns:a16="http://schemas.microsoft.com/office/drawing/2014/main" id="{6733ED50-083D-4973-9913-017B2591876E}"/>
                  </a:ext>
                </a:extLst>
              </p:cNvPr>
              <p:cNvSpPr/>
              <p:nvPr/>
            </p:nvSpPr>
            <p:spPr>
              <a:xfrm>
                <a:off x="9518717" y="5169793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67" name="Freeform: Shape 6366">
                <a:extLst>
                  <a:ext uri="{FF2B5EF4-FFF2-40B4-BE49-F238E27FC236}">
                    <a16:creationId xmlns:a16="http://schemas.microsoft.com/office/drawing/2014/main" id="{6E063808-09B0-2CA2-46AA-D6604D5CC25C}"/>
                  </a:ext>
                </a:extLst>
              </p:cNvPr>
              <p:cNvSpPr/>
              <p:nvPr/>
            </p:nvSpPr>
            <p:spPr>
              <a:xfrm>
                <a:off x="9519633" y="5169995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5"/>
                      <a:pt x="6254" y="1657"/>
                      <a:pt x="5659" y="1062"/>
                    </a:cubicBezTo>
                    <a:cubicBezTo>
                      <a:pt x="5065" y="468"/>
                      <a:pt x="4258" y="133"/>
                      <a:pt x="3417" y="133"/>
                    </a:cubicBezTo>
                    <a:cubicBezTo>
                      <a:pt x="2576" y="133"/>
                      <a:pt x="1769" y="468"/>
                      <a:pt x="1174" y="1062"/>
                    </a:cubicBezTo>
                    <a:cubicBezTo>
                      <a:pt x="579" y="1657"/>
                      <a:pt x="245" y="2465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68" name="Freeform: Shape 6367">
                <a:extLst>
                  <a:ext uri="{FF2B5EF4-FFF2-40B4-BE49-F238E27FC236}">
                    <a16:creationId xmlns:a16="http://schemas.microsoft.com/office/drawing/2014/main" id="{20C5B41C-BF8A-557C-0FFC-F4D228F13CA0}"/>
                  </a:ext>
                </a:extLst>
              </p:cNvPr>
              <p:cNvSpPr/>
              <p:nvPr/>
            </p:nvSpPr>
            <p:spPr>
              <a:xfrm>
                <a:off x="9520770" y="5169847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69" name="Freeform: Shape 6368">
                <a:extLst>
                  <a:ext uri="{FF2B5EF4-FFF2-40B4-BE49-F238E27FC236}">
                    <a16:creationId xmlns:a16="http://schemas.microsoft.com/office/drawing/2014/main" id="{D7F8B036-A1D5-4C04-9841-D9B28365EE85}"/>
                  </a:ext>
                </a:extLst>
              </p:cNvPr>
              <p:cNvSpPr/>
              <p:nvPr/>
            </p:nvSpPr>
            <p:spPr>
              <a:xfrm>
                <a:off x="9521911" y="5169707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8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70" name="Freeform: Shape 6369">
                <a:extLst>
                  <a:ext uri="{FF2B5EF4-FFF2-40B4-BE49-F238E27FC236}">
                    <a16:creationId xmlns:a16="http://schemas.microsoft.com/office/drawing/2014/main" id="{0228726F-6945-7C17-BC4D-C39A0BF48975}"/>
                  </a:ext>
                </a:extLst>
              </p:cNvPr>
              <p:cNvSpPr/>
              <p:nvPr/>
            </p:nvSpPr>
            <p:spPr>
              <a:xfrm>
                <a:off x="9522961" y="5169729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71" name="Freeform: Shape 6370">
                <a:extLst>
                  <a:ext uri="{FF2B5EF4-FFF2-40B4-BE49-F238E27FC236}">
                    <a16:creationId xmlns:a16="http://schemas.microsoft.com/office/drawing/2014/main" id="{7802AC62-C428-1EB7-C41F-59FC4A281DFC}"/>
                  </a:ext>
                </a:extLst>
              </p:cNvPr>
              <p:cNvSpPr/>
              <p:nvPr/>
            </p:nvSpPr>
            <p:spPr>
              <a:xfrm>
                <a:off x="9524240" y="5169406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6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72" name="Freeform: Shape 6371">
                <a:extLst>
                  <a:ext uri="{FF2B5EF4-FFF2-40B4-BE49-F238E27FC236}">
                    <a16:creationId xmlns:a16="http://schemas.microsoft.com/office/drawing/2014/main" id="{9BD73EDB-21A3-45FF-1130-C44EFE9CF5ED}"/>
                  </a:ext>
                </a:extLst>
              </p:cNvPr>
              <p:cNvSpPr/>
              <p:nvPr/>
            </p:nvSpPr>
            <p:spPr>
              <a:xfrm>
                <a:off x="9525330" y="5169396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73" name="Freeform: Shape 6372">
                <a:extLst>
                  <a:ext uri="{FF2B5EF4-FFF2-40B4-BE49-F238E27FC236}">
                    <a16:creationId xmlns:a16="http://schemas.microsoft.com/office/drawing/2014/main" id="{2FC4D72A-4754-BD10-A845-9CFAFB68F4FC}"/>
                  </a:ext>
                </a:extLst>
              </p:cNvPr>
              <p:cNvSpPr/>
              <p:nvPr/>
            </p:nvSpPr>
            <p:spPr>
              <a:xfrm>
                <a:off x="9526423" y="5169394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74" name="Freeform: Shape 6373">
                <a:extLst>
                  <a:ext uri="{FF2B5EF4-FFF2-40B4-BE49-F238E27FC236}">
                    <a16:creationId xmlns:a16="http://schemas.microsoft.com/office/drawing/2014/main" id="{B5F6170D-8132-CB88-AEEF-45E45DCCA6B6}"/>
                  </a:ext>
                </a:extLst>
              </p:cNvPr>
              <p:cNvSpPr/>
              <p:nvPr/>
            </p:nvSpPr>
            <p:spPr>
              <a:xfrm>
                <a:off x="9527485" y="5169451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75" name="Freeform: Shape 6374">
                <a:extLst>
                  <a:ext uri="{FF2B5EF4-FFF2-40B4-BE49-F238E27FC236}">
                    <a16:creationId xmlns:a16="http://schemas.microsoft.com/office/drawing/2014/main" id="{F3A8D86B-F7D3-AD4A-3322-B5CEA1C92430}"/>
                  </a:ext>
                </a:extLst>
              </p:cNvPr>
              <p:cNvSpPr/>
              <p:nvPr/>
            </p:nvSpPr>
            <p:spPr>
              <a:xfrm>
                <a:off x="9528584" y="5169467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76" name="Freeform: Shape 6375">
                <a:extLst>
                  <a:ext uri="{FF2B5EF4-FFF2-40B4-BE49-F238E27FC236}">
                    <a16:creationId xmlns:a16="http://schemas.microsoft.com/office/drawing/2014/main" id="{EBE8886C-E1E3-FBB3-C5BF-82402155B3E6}"/>
                  </a:ext>
                </a:extLst>
              </p:cNvPr>
              <p:cNvSpPr/>
              <p:nvPr/>
            </p:nvSpPr>
            <p:spPr>
              <a:xfrm>
                <a:off x="9529754" y="5169392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77" name="Freeform: Shape 6376">
                <a:extLst>
                  <a:ext uri="{FF2B5EF4-FFF2-40B4-BE49-F238E27FC236}">
                    <a16:creationId xmlns:a16="http://schemas.microsoft.com/office/drawing/2014/main" id="{C33BE7D7-E21C-22E5-07FD-652DE4A38E60}"/>
                  </a:ext>
                </a:extLst>
              </p:cNvPr>
              <p:cNvSpPr/>
              <p:nvPr/>
            </p:nvSpPr>
            <p:spPr>
              <a:xfrm>
                <a:off x="9530961" y="5169278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78" name="Freeform: Shape 6377">
                <a:extLst>
                  <a:ext uri="{FF2B5EF4-FFF2-40B4-BE49-F238E27FC236}">
                    <a16:creationId xmlns:a16="http://schemas.microsoft.com/office/drawing/2014/main" id="{1D85A823-F011-E0C6-8596-20FD9E58A4D2}"/>
                  </a:ext>
                </a:extLst>
              </p:cNvPr>
              <p:cNvSpPr/>
              <p:nvPr/>
            </p:nvSpPr>
            <p:spPr>
              <a:xfrm>
                <a:off x="9532001" y="516941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79" name="Freeform: Shape 6378">
                <a:extLst>
                  <a:ext uri="{FF2B5EF4-FFF2-40B4-BE49-F238E27FC236}">
                    <a16:creationId xmlns:a16="http://schemas.microsoft.com/office/drawing/2014/main" id="{A00DE721-BFEB-D27C-D40A-4253BBE70821}"/>
                  </a:ext>
                </a:extLst>
              </p:cNvPr>
              <p:cNvSpPr/>
              <p:nvPr/>
            </p:nvSpPr>
            <p:spPr>
              <a:xfrm>
                <a:off x="9533425" y="5169032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80" name="Freeform: Shape 6379">
                <a:extLst>
                  <a:ext uri="{FF2B5EF4-FFF2-40B4-BE49-F238E27FC236}">
                    <a16:creationId xmlns:a16="http://schemas.microsoft.com/office/drawing/2014/main" id="{25CD8CB8-7894-2FD8-C483-49014ADF47E5}"/>
                  </a:ext>
                </a:extLst>
              </p:cNvPr>
              <p:cNvSpPr/>
              <p:nvPr/>
            </p:nvSpPr>
            <p:spPr>
              <a:xfrm>
                <a:off x="9534788" y="516875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6" y="2464"/>
                      <a:pt x="246" y="3306"/>
                    </a:cubicBezTo>
                    <a:cubicBezTo>
                      <a:pt x="246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81" name="Freeform: Shape 6380">
                <a:extLst>
                  <a:ext uri="{FF2B5EF4-FFF2-40B4-BE49-F238E27FC236}">
                    <a16:creationId xmlns:a16="http://schemas.microsoft.com/office/drawing/2014/main" id="{FD68C107-9EAA-6497-97C9-7916DAD208BE}"/>
                  </a:ext>
                </a:extLst>
              </p:cNvPr>
              <p:cNvSpPr/>
              <p:nvPr/>
            </p:nvSpPr>
            <p:spPr>
              <a:xfrm>
                <a:off x="9536227" y="5168391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7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5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82" name="Freeform: Shape 6381">
                <a:extLst>
                  <a:ext uri="{FF2B5EF4-FFF2-40B4-BE49-F238E27FC236}">
                    <a16:creationId xmlns:a16="http://schemas.microsoft.com/office/drawing/2014/main" id="{057E8147-DFB3-BDA5-38BC-798727672EC4}"/>
                  </a:ext>
                </a:extLst>
              </p:cNvPr>
              <p:cNvSpPr/>
              <p:nvPr/>
            </p:nvSpPr>
            <p:spPr>
              <a:xfrm>
                <a:off x="9537246" y="5168620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83" name="Freeform: Shape 6382">
                <a:extLst>
                  <a:ext uri="{FF2B5EF4-FFF2-40B4-BE49-F238E27FC236}">
                    <a16:creationId xmlns:a16="http://schemas.microsoft.com/office/drawing/2014/main" id="{F8BC7430-5027-F032-74BB-AB7A036123C2}"/>
                  </a:ext>
                </a:extLst>
              </p:cNvPr>
              <p:cNvSpPr/>
              <p:nvPr/>
            </p:nvSpPr>
            <p:spPr>
              <a:xfrm>
                <a:off x="9538482" y="516856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84" name="Freeform: Shape 6383">
                <a:extLst>
                  <a:ext uri="{FF2B5EF4-FFF2-40B4-BE49-F238E27FC236}">
                    <a16:creationId xmlns:a16="http://schemas.microsoft.com/office/drawing/2014/main" id="{5DD49C0D-12E3-5806-BBBA-714E3A9FD2F7}"/>
                  </a:ext>
                </a:extLst>
              </p:cNvPr>
              <p:cNvSpPr/>
              <p:nvPr/>
            </p:nvSpPr>
            <p:spPr>
              <a:xfrm>
                <a:off x="9539358" y="516900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85" name="Freeform: Shape 6384">
                <a:extLst>
                  <a:ext uri="{FF2B5EF4-FFF2-40B4-BE49-F238E27FC236}">
                    <a16:creationId xmlns:a16="http://schemas.microsoft.com/office/drawing/2014/main" id="{EFDA7750-DC79-AB72-4322-434E6F05B1FF}"/>
                  </a:ext>
                </a:extLst>
              </p:cNvPr>
              <p:cNvSpPr/>
              <p:nvPr/>
            </p:nvSpPr>
            <p:spPr>
              <a:xfrm>
                <a:off x="9540453" y="5169163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60" y="133"/>
                      <a:pt x="3418" y="133"/>
                    </a:cubicBezTo>
                    <a:cubicBezTo>
                      <a:pt x="2577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86" name="Freeform: Shape 6385">
                <a:extLst>
                  <a:ext uri="{FF2B5EF4-FFF2-40B4-BE49-F238E27FC236}">
                    <a16:creationId xmlns:a16="http://schemas.microsoft.com/office/drawing/2014/main" id="{D142550E-BDF5-BC89-E641-430830E7F9B3}"/>
                  </a:ext>
                </a:extLst>
              </p:cNvPr>
              <p:cNvSpPr/>
              <p:nvPr/>
            </p:nvSpPr>
            <p:spPr>
              <a:xfrm>
                <a:off x="9541623" y="516923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60" y="133"/>
                      <a:pt x="3418" y="133"/>
                    </a:cubicBezTo>
                    <a:cubicBezTo>
                      <a:pt x="2577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87" name="Freeform: Shape 6386">
                <a:extLst>
                  <a:ext uri="{FF2B5EF4-FFF2-40B4-BE49-F238E27FC236}">
                    <a16:creationId xmlns:a16="http://schemas.microsoft.com/office/drawing/2014/main" id="{FD5E441C-1D55-31FB-A2DC-38C55EF08119}"/>
                  </a:ext>
                </a:extLst>
              </p:cNvPr>
              <p:cNvSpPr/>
              <p:nvPr/>
            </p:nvSpPr>
            <p:spPr>
              <a:xfrm>
                <a:off x="9542684" y="516945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60" y="133"/>
                      <a:pt x="3419" y="133"/>
                    </a:cubicBezTo>
                    <a:cubicBezTo>
                      <a:pt x="2577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88" name="Freeform: Shape 6387">
                <a:extLst>
                  <a:ext uri="{FF2B5EF4-FFF2-40B4-BE49-F238E27FC236}">
                    <a16:creationId xmlns:a16="http://schemas.microsoft.com/office/drawing/2014/main" id="{C5513FB9-A658-A9AA-BCDF-739548CFA328}"/>
                  </a:ext>
                </a:extLst>
              </p:cNvPr>
              <p:cNvSpPr/>
              <p:nvPr/>
            </p:nvSpPr>
            <p:spPr>
              <a:xfrm>
                <a:off x="9544045" y="516931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89" name="Freeform: Shape 6388">
                <a:extLst>
                  <a:ext uri="{FF2B5EF4-FFF2-40B4-BE49-F238E27FC236}">
                    <a16:creationId xmlns:a16="http://schemas.microsoft.com/office/drawing/2014/main" id="{7E2D4BAF-3531-32E4-03E8-3DB1F7218959}"/>
                  </a:ext>
                </a:extLst>
              </p:cNvPr>
              <p:cNvSpPr/>
              <p:nvPr/>
            </p:nvSpPr>
            <p:spPr>
              <a:xfrm>
                <a:off x="9545375" y="516922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90" name="Freeform: Shape 6389">
                <a:extLst>
                  <a:ext uri="{FF2B5EF4-FFF2-40B4-BE49-F238E27FC236}">
                    <a16:creationId xmlns:a16="http://schemas.microsoft.com/office/drawing/2014/main" id="{64E555D6-4D9D-03C4-6109-370A94BB0ADD}"/>
                  </a:ext>
                </a:extLst>
              </p:cNvPr>
              <p:cNvSpPr/>
              <p:nvPr/>
            </p:nvSpPr>
            <p:spPr>
              <a:xfrm>
                <a:off x="9546671" y="516920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0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2" y="1657"/>
                      <a:pt x="247" y="2464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91" name="Freeform: Shape 6390">
                <a:extLst>
                  <a:ext uri="{FF2B5EF4-FFF2-40B4-BE49-F238E27FC236}">
                    <a16:creationId xmlns:a16="http://schemas.microsoft.com/office/drawing/2014/main" id="{F34A970A-0AD5-5263-3B5F-A27B9F5789F5}"/>
                  </a:ext>
                </a:extLst>
              </p:cNvPr>
              <p:cNvSpPr/>
              <p:nvPr/>
            </p:nvSpPr>
            <p:spPr>
              <a:xfrm>
                <a:off x="9548048" y="516909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4"/>
                      <a:pt x="6256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2" y="1657"/>
                      <a:pt x="247" y="2464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92" name="Freeform: Shape 6391">
                <a:extLst>
                  <a:ext uri="{FF2B5EF4-FFF2-40B4-BE49-F238E27FC236}">
                    <a16:creationId xmlns:a16="http://schemas.microsoft.com/office/drawing/2014/main" id="{E757EDD3-0F79-2196-BB0E-2277BA9AA844}"/>
                  </a:ext>
                </a:extLst>
              </p:cNvPr>
              <p:cNvSpPr/>
              <p:nvPr/>
            </p:nvSpPr>
            <p:spPr>
              <a:xfrm>
                <a:off x="9549546" y="516886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8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4"/>
                      <a:pt x="6256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93" name="Freeform: Shape 6392">
                <a:extLst>
                  <a:ext uri="{FF2B5EF4-FFF2-40B4-BE49-F238E27FC236}">
                    <a16:creationId xmlns:a16="http://schemas.microsoft.com/office/drawing/2014/main" id="{723F3EA6-930D-BDE2-E6A9-1BC7D90A3559}"/>
                  </a:ext>
                </a:extLst>
              </p:cNvPr>
              <p:cNvSpPr/>
              <p:nvPr/>
            </p:nvSpPr>
            <p:spPr>
              <a:xfrm>
                <a:off x="9550817" y="516891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94" name="Freeform: Shape 6393">
                <a:extLst>
                  <a:ext uri="{FF2B5EF4-FFF2-40B4-BE49-F238E27FC236}">
                    <a16:creationId xmlns:a16="http://schemas.microsoft.com/office/drawing/2014/main" id="{5D7865F6-CF2B-E721-7029-1CBA093519EE}"/>
                  </a:ext>
                </a:extLst>
              </p:cNvPr>
              <p:cNvSpPr/>
              <p:nvPr/>
            </p:nvSpPr>
            <p:spPr>
              <a:xfrm>
                <a:off x="9552013" y="516907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95" name="Freeform: Shape 6394">
                <a:extLst>
                  <a:ext uri="{FF2B5EF4-FFF2-40B4-BE49-F238E27FC236}">
                    <a16:creationId xmlns:a16="http://schemas.microsoft.com/office/drawing/2014/main" id="{A572BAAC-8843-604A-D0BC-6F09CFDB165B}"/>
                  </a:ext>
                </a:extLst>
              </p:cNvPr>
              <p:cNvSpPr/>
              <p:nvPr/>
            </p:nvSpPr>
            <p:spPr>
              <a:xfrm>
                <a:off x="9553132" y="516932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1" y="133"/>
                      <a:pt x="3419" y="133"/>
                    </a:cubicBezTo>
                    <a:cubicBezTo>
                      <a:pt x="2578" y="133"/>
                      <a:pt x="1772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96" name="Freeform: Shape 6395">
                <a:extLst>
                  <a:ext uri="{FF2B5EF4-FFF2-40B4-BE49-F238E27FC236}">
                    <a16:creationId xmlns:a16="http://schemas.microsoft.com/office/drawing/2014/main" id="{264A9FEB-189A-A5F8-7F38-5F3850027810}"/>
                  </a:ext>
                </a:extLst>
              </p:cNvPr>
              <p:cNvSpPr/>
              <p:nvPr/>
            </p:nvSpPr>
            <p:spPr>
              <a:xfrm>
                <a:off x="9554213" y="516963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1" y="133"/>
                      <a:pt x="3419" y="133"/>
                    </a:cubicBezTo>
                    <a:cubicBezTo>
                      <a:pt x="2578" y="133"/>
                      <a:pt x="1772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97" name="Freeform: Shape 6396">
                <a:extLst>
                  <a:ext uri="{FF2B5EF4-FFF2-40B4-BE49-F238E27FC236}">
                    <a16:creationId xmlns:a16="http://schemas.microsoft.com/office/drawing/2014/main" id="{D72378F7-02DE-FF90-6546-189D0481B862}"/>
                  </a:ext>
                </a:extLst>
              </p:cNvPr>
              <p:cNvSpPr/>
              <p:nvPr/>
            </p:nvSpPr>
            <p:spPr>
              <a:xfrm>
                <a:off x="9555932" y="517077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98" name="Freeform: Shape 6397">
                <a:extLst>
                  <a:ext uri="{FF2B5EF4-FFF2-40B4-BE49-F238E27FC236}">
                    <a16:creationId xmlns:a16="http://schemas.microsoft.com/office/drawing/2014/main" id="{2426DA40-E8CD-CF92-10F6-5244B0D52DD8}"/>
                  </a:ext>
                </a:extLst>
              </p:cNvPr>
              <p:cNvSpPr/>
              <p:nvPr/>
            </p:nvSpPr>
            <p:spPr>
              <a:xfrm>
                <a:off x="9556929" y="517119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399" name="Freeform: Shape 6398">
                <a:extLst>
                  <a:ext uri="{FF2B5EF4-FFF2-40B4-BE49-F238E27FC236}">
                    <a16:creationId xmlns:a16="http://schemas.microsoft.com/office/drawing/2014/main" id="{A21D08CA-162F-D91E-9248-E25BCC998286}"/>
                  </a:ext>
                </a:extLst>
              </p:cNvPr>
              <p:cNvSpPr/>
              <p:nvPr/>
            </p:nvSpPr>
            <p:spPr>
              <a:xfrm>
                <a:off x="9557435" y="517215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50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00" name="Freeform: Shape 6399">
                <a:extLst>
                  <a:ext uri="{FF2B5EF4-FFF2-40B4-BE49-F238E27FC236}">
                    <a16:creationId xmlns:a16="http://schemas.microsoft.com/office/drawing/2014/main" id="{ACEAAD43-3B26-335C-5ABE-F7432660E7B2}"/>
                  </a:ext>
                </a:extLst>
              </p:cNvPr>
              <p:cNvSpPr/>
              <p:nvPr/>
            </p:nvSpPr>
            <p:spPr>
              <a:xfrm>
                <a:off x="9559331" y="517162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1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7"/>
                      <a:pt x="583" y="4955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01" name="Freeform: Shape 6400">
                <a:extLst>
                  <a:ext uri="{FF2B5EF4-FFF2-40B4-BE49-F238E27FC236}">
                    <a16:creationId xmlns:a16="http://schemas.microsoft.com/office/drawing/2014/main" id="{B1CD0438-CA34-8A07-18D9-595590D1C4B0}"/>
                  </a:ext>
                </a:extLst>
              </p:cNvPr>
              <p:cNvSpPr/>
              <p:nvPr/>
            </p:nvSpPr>
            <p:spPr>
              <a:xfrm>
                <a:off x="9559872" y="517254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1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02" name="Freeform: Shape 6401">
                <a:extLst>
                  <a:ext uri="{FF2B5EF4-FFF2-40B4-BE49-F238E27FC236}">
                    <a16:creationId xmlns:a16="http://schemas.microsoft.com/office/drawing/2014/main" id="{A790BDE0-BA5A-93F9-508F-D387785C0DDF}"/>
                  </a:ext>
                </a:extLst>
              </p:cNvPr>
              <p:cNvSpPr/>
              <p:nvPr/>
            </p:nvSpPr>
            <p:spPr>
              <a:xfrm>
                <a:off x="9559033" y="517490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03" name="Freeform: Shape 6402">
                <a:extLst>
                  <a:ext uri="{FF2B5EF4-FFF2-40B4-BE49-F238E27FC236}">
                    <a16:creationId xmlns:a16="http://schemas.microsoft.com/office/drawing/2014/main" id="{47E5842E-AF94-8C0C-40A7-34C4C2A39DB0}"/>
                  </a:ext>
                </a:extLst>
              </p:cNvPr>
              <p:cNvSpPr/>
              <p:nvPr/>
            </p:nvSpPr>
            <p:spPr>
              <a:xfrm>
                <a:off x="9559846" y="517552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1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04" name="Freeform: Shape 6403">
                <a:extLst>
                  <a:ext uri="{FF2B5EF4-FFF2-40B4-BE49-F238E27FC236}">
                    <a16:creationId xmlns:a16="http://schemas.microsoft.com/office/drawing/2014/main" id="{8F658B2E-C628-5132-5E27-E50C68C7E2F7}"/>
                  </a:ext>
                </a:extLst>
              </p:cNvPr>
              <p:cNvSpPr/>
              <p:nvPr/>
            </p:nvSpPr>
            <p:spPr>
              <a:xfrm>
                <a:off x="9560781" y="517601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05" name="Freeform: Shape 6404">
                <a:extLst>
                  <a:ext uri="{FF2B5EF4-FFF2-40B4-BE49-F238E27FC236}">
                    <a16:creationId xmlns:a16="http://schemas.microsoft.com/office/drawing/2014/main" id="{F6EAA1CF-9263-ECC8-E6C5-4D45B92ADD52}"/>
                  </a:ext>
                </a:extLst>
              </p:cNvPr>
              <p:cNvSpPr/>
              <p:nvPr/>
            </p:nvSpPr>
            <p:spPr>
              <a:xfrm>
                <a:off x="9561842" y="517639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9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06" name="Freeform: Shape 6405">
                <a:extLst>
                  <a:ext uri="{FF2B5EF4-FFF2-40B4-BE49-F238E27FC236}">
                    <a16:creationId xmlns:a16="http://schemas.microsoft.com/office/drawing/2014/main" id="{CB48402B-BDFF-3CF6-D1CB-AFF371361712}"/>
                  </a:ext>
                </a:extLst>
              </p:cNvPr>
              <p:cNvSpPr/>
              <p:nvPr/>
            </p:nvSpPr>
            <p:spPr>
              <a:xfrm>
                <a:off x="9563414" y="517627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07" name="Freeform: Shape 6406">
                <a:extLst>
                  <a:ext uri="{FF2B5EF4-FFF2-40B4-BE49-F238E27FC236}">
                    <a16:creationId xmlns:a16="http://schemas.microsoft.com/office/drawing/2014/main" id="{923DBD3A-4E8B-7CBE-880E-BB15F5E4031B}"/>
                  </a:ext>
                </a:extLst>
              </p:cNvPr>
              <p:cNvSpPr/>
              <p:nvPr/>
            </p:nvSpPr>
            <p:spPr>
              <a:xfrm>
                <a:off x="9565379" y="517579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08" name="Freeform: Shape 6407">
                <a:extLst>
                  <a:ext uri="{FF2B5EF4-FFF2-40B4-BE49-F238E27FC236}">
                    <a16:creationId xmlns:a16="http://schemas.microsoft.com/office/drawing/2014/main" id="{F8636E78-D725-931B-C369-0708EF499053}"/>
                  </a:ext>
                </a:extLst>
              </p:cNvPr>
              <p:cNvSpPr/>
              <p:nvPr/>
            </p:nvSpPr>
            <p:spPr>
              <a:xfrm>
                <a:off x="9567441" y="5175248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4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4"/>
                      <a:pt x="3421" y="134"/>
                    </a:cubicBezTo>
                    <a:cubicBezTo>
                      <a:pt x="2579" y="134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79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09" name="Freeform: Shape 6408">
                <a:extLst>
                  <a:ext uri="{FF2B5EF4-FFF2-40B4-BE49-F238E27FC236}">
                    <a16:creationId xmlns:a16="http://schemas.microsoft.com/office/drawing/2014/main" id="{7E2C0842-2763-C368-953F-004006FDB2A3}"/>
                  </a:ext>
                </a:extLst>
              </p:cNvPr>
              <p:cNvSpPr/>
              <p:nvPr/>
            </p:nvSpPr>
            <p:spPr>
              <a:xfrm>
                <a:off x="9569948" y="5174309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4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9" y="468"/>
                      <a:pt x="4262" y="134"/>
                      <a:pt x="3421" y="134"/>
                    </a:cubicBezTo>
                    <a:cubicBezTo>
                      <a:pt x="2580" y="134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10" name="Freeform: Shape 6409">
                <a:extLst>
                  <a:ext uri="{FF2B5EF4-FFF2-40B4-BE49-F238E27FC236}">
                    <a16:creationId xmlns:a16="http://schemas.microsoft.com/office/drawing/2014/main" id="{CC46149F-A70A-B170-D321-DEB24DB8A48A}"/>
                  </a:ext>
                </a:extLst>
              </p:cNvPr>
              <p:cNvSpPr/>
              <p:nvPr/>
            </p:nvSpPr>
            <p:spPr>
              <a:xfrm>
                <a:off x="9570505" y="5175246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4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9" y="468"/>
                      <a:pt x="4262" y="134"/>
                      <a:pt x="3421" y="134"/>
                    </a:cubicBezTo>
                    <a:cubicBezTo>
                      <a:pt x="2580" y="134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11" name="Freeform: Shape 6410">
                <a:extLst>
                  <a:ext uri="{FF2B5EF4-FFF2-40B4-BE49-F238E27FC236}">
                    <a16:creationId xmlns:a16="http://schemas.microsoft.com/office/drawing/2014/main" id="{1493D9B8-B644-0A5A-6842-79848E133767}"/>
                  </a:ext>
                </a:extLst>
              </p:cNvPr>
              <p:cNvSpPr/>
              <p:nvPr/>
            </p:nvSpPr>
            <p:spPr>
              <a:xfrm>
                <a:off x="9581162" y="5166794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69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69" y="467"/>
                      <a:pt x="4263" y="133"/>
                      <a:pt x="3422" y="133"/>
                    </a:cubicBezTo>
                    <a:cubicBezTo>
                      <a:pt x="2580" y="133"/>
                      <a:pt x="1774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4" y="6144"/>
                      <a:pt x="2580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12" name="Freeform: Shape 6411">
                <a:extLst>
                  <a:ext uri="{FF2B5EF4-FFF2-40B4-BE49-F238E27FC236}">
                    <a16:creationId xmlns:a16="http://schemas.microsoft.com/office/drawing/2014/main" id="{2ED0F0E3-83B2-0135-2474-06BD61E92F73}"/>
                  </a:ext>
                </a:extLst>
              </p:cNvPr>
              <p:cNvSpPr/>
              <p:nvPr/>
            </p:nvSpPr>
            <p:spPr>
              <a:xfrm>
                <a:off x="9582426" y="5167190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13" name="Freeform: Shape 6412">
                <a:extLst>
                  <a:ext uri="{FF2B5EF4-FFF2-40B4-BE49-F238E27FC236}">
                    <a16:creationId xmlns:a16="http://schemas.microsoft.com/office/drawing/2014/main" id="{F532109B-6851-5A9A-A0E2-C5BE2EE89351}"/>
                  </a:ext>
                </a:extLst>
              </p:cNvPr>
              <p:cNvSpPr/>
              <p:nvPr/>
            </p:nvSpPr>
            <p:spPr>
              <a:xfrm>
                <a:off x="9584001" y="5167314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14" name="Freeform: Shape 6413">
                <a:extLst>
                  <a:ext uri="{FF2B5EF4-FFF2-40B4-BE49-F238E27FC236}">
                    <a16:creationId xmlns:a16="http://schemas.microsoft.com/office/drawing/2014/main" id="{394A00D9-0E72-4247-96EE-BD6197751AF9}"/>
                  </a:ext>
                </a:extLst>
              </p:cNvPr>
              <p:cNvSpPr/>
              <p:nvPr/>
            </p:nvSpPr>
            <p:spPr>
              <a:xfrm>
                <a:off x="9585536" y="5167493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59" y="4954"/>
                      <a:pt x="6594" y="4147"/>
                      <a:pt x="6594" y="3306"/>
                    </a:cubicBezTo>
                    <a:cubicBezTo>
                      <a:pt x="6594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0" y="2464"/>
                      <a:pt x="250" y="3306"/>
                    </a:cubicBezTo>
                    <a:cubicBezTo>
                      <a:pt x="250" y="4147"/>
                      <a:pt x="585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15" name="Freeform: Shape 6414">
                <a:extLst>
                  <a:ext uri="{FF2B5EF4-FFF2-40B4-BE49-F238E27FC236}">
                    <a16:creationId xmlns:a16="http://schemas.microsoft.com/office/drawing/2014/main" id="{344277A0-FD42-513E-E8FD-3D4F610A2491}"/>
                  </a:ext>
                </a:extLst>
              </p:cNvPr>
              <p:cNvSpPr/>
              <p:nvPr/>
            </p:nvSpPr>
            <p:spPr>
              <a:xfrm>
                <a:off x="9587253" y="5167527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1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59" y="4954"/>
                      <a:pt x="6594" y="4147"/>
                      <a:pt x="6594" y="3306"/>
                    </a:cubicBezTo>
                    <a:cubicBezTo>
                      <a:pt x="6594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16" name="Freeform: Shape 6415">
                <a:extLst>
                  <a:ext uri="{FF2B5EF4-FFF2-40B4-BE49-F238E27FC236}">
                    <a16:creationId xmlns:a16="http://schemas.microsoft.com/office/drawing/2014/main" id="{F1FCE09C-463B-B3CD-3F92-B0C373FA21B5}"/>
                  </a:ext>
                </a:extLst>
              </p:cNvPr>
              <p:cNvSpPr/>
              <p:nvPr/>
            </p:nvSpPr>
            <p:spPr>
              <a:xfrm>
                <a:off x="9588839" y="5167696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17" name="Freeform: Shape 6416">
                <a:extLst>
                  <a:ext uri="{FF2B5EF4-FFF2-40B4-BE49-F238E27FC236}">
                    <a16:creationId xmlns:a16="http://schemas.microsoft.com/office/drawing/2014/main" id="{AFB16B3A-3C66-0D7E-1ADF-6783BB1011C3}"/>
                  </a:ext>
                </a:extLst>
              </p:cNvPr>
              <p:cNvSpPr/>
              <p:nvPr/>
            </p:nvSpPr>
            <p:spPr>
              <a:xfrm>
                <a:off x="9591019" y="5167370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18" name="Freeform: Shape 6417">
                <a:extLst>
                  <a:ext uri="{FF2B5EF4-FFF2-40B4-BE49-F238E27FC236}">
                    <a16:creationId xmlns:a16="http://schemas.microsoft.com/office/drawing/2014/main" id="{6AC2F8E5-494A-6B98-7B75-B887AD65D1C6}"/>
                  </a:ext>
                </a:extLst>
              </p:cNvPr>
              <p:cNvSpPr/>
              <p:nvPr/>
            </p:nvSpPr>
            <p:spPr>
              <a:xfrm>
                <a:off x="9279248" y="5163532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5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5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0" y="5549"/>
                    </a:cubicBezTo>
                    <a:cubicBezTo>
                      <a:pt x="6235" y="4954"/>
                      <a:pt x="6569" y="4147"/>
                      <a:pt x="6569" y="3305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5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19" name="Freeform: Shape 6418">
                <a:extLst>
                  <a:ext uri="{FF2B5EF4-FFF2-40B4-BE49-F238E27FC236}">
                    <a16:creationId xmlns:a16="http://schemas.microsoft.com/office/drawing/2014/main" id="{42C5904A-20FA-152E-2A32-74626E902BEC}"/>
                  </a:ext>
                </a:extLst>
              </p:cNvPr>
              <p:cNvSpPr/>
              <p:nvPr/>
            </p:nvSpPr>
            <p:spPr>
              <a:xfrm>
                <a:off x="9281277" y="5163503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5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5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5" y="4954"/>
                      <a:pt x="6570" y="4147"/>
                      <a:pt x="6570" y="3305"/>
                    </a:cubicBezTo>
                    <a:cubicBezTo>
                      <a:pt x="6570" y="2464"/>
                      <a:pt x="6235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1" y="1657"/>
                      <a:pt x="226" y="2464"/>
                      <a:pt x="226" y="3305"/>
                    </a:cubicBezTo>
                    <a:cubicBezTo>
                      <a:pt x="226" y="4147"/>
                      <a:pt x="561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20" name="Freeform: Shape 6419">
                <a:extLst>
                  <a:ext uri="{FF2B5EF4-FFF2-40B4-BE49-F238E27FC236}">
                    <a16:creationId xmlns:a16="http://schemas.microsoft.com/office/drawing/2014/main" id="{165D3B51-C213-4841-DB8E-7432D889BFC5}"/>
                  </a:ext>
                </a:extLst>
              </p:cNvPr>
              <p:cNvSpPr/>
              <p:nvPr/>
            </p:nvSpPr>
            <p:spPr>
              <a:xfrm>
                <a:off x="9283253" y="5163455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5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7 w 6343"/>
                  <a:gd name="connsiteY6" fmla="*/ 3305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5" y="4954"/>
                      <a:pt x="6570" y="4147"/>
                      <a:pt x="6570" y="3305"/>
                    </a:cubicBezTo>
                    <a:cubicBezTo>
                      <a:pt x="6570" y="2464"/>
                      <a:pt x="6235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1" y="1657"/>
                      <a:pt x="227" y="2464"/>
                      <a:pt x="227" y="3305"/>
                    </a:cubicBezTo>
                    <a:cubicBezTo>
                      <a:pt x="227" y="4147"/>
                      <a:pt x="561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21" name="Freeform: Shape 6420">
                <a:extLst>
                  <a:ext uri="{FF2B5EF4-FFF2-40B4-BE49-F238E27FC236}">
                    <a16:creationId xmlns:a16="http://schemas.microsoft.com/office/drawing/2014/main" id="{8EC7BCA9-4E55-C216-B49C-081A7048AE21}"/>
                  </a:ext>
                </a:extLst>
              </p:cNvPr>
              <p:cNvSpPr/>
              <p:nvPr/>
            </p:nvSpPr>
            <p:spPr>
              <a:xfrm>
                <a:off x="9285177" y="5163388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5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5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5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5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22" name="Freeform: Shape 6421">
                <a:extLst>
                  <a:ext uri="{FF2B5EF4-FFF2-40B4-BE49-F238E27FC236}">
                    <a16:creationId xmlns:a16="http://schemas.microsoft.com/office/drawing/2014/main" id="{5DFD3988-A426-A011-D436-362F78A97051}"/>
                  </a:ext>
                </a:extLst>
              </p:cNvPr>
              <p:cNvSpPr/>
              <p:nvPr/>
            </p:nvSpPr>
            <p:spPr>
              <a:xfrm>
                <a:off x="9287235" y="5163456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5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5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5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5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23" name="Freeform: Shape 6422">
                <a:extLst>
                  <a:ext uri="{FF2B5EF4-FFF2-40B4-BE49-F238E27FC236}">
                    <a16:creationId xmlns:a16="http://schemas.microsoft.com/office/drawing/2014/main" id="{01916AB1-E1F2-5D7C-93BC-BF530DB63D84}"/>
                  </a:ext>
                </a:extLst>
              </p:cNvPr>
              <p:cNvSpPr/>
              <p:nvPr/>
            </p:nvSpPr>
            <p:spPr>
              <a:xfrm>
                <a:off x="9288778" y="5163116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5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5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5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5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24" name="Freeform: Shape 6423">
                <a:extLst>
                  <a:ext uri="{FF2B5EF4-FFF2-40B4-BE49-F238E27FC236}">
                    <a16:creationId xmlns:a16="http://schemas.microsoft.com/office/drawing/2014/main" id="{00B8D021-30C0-61EA-AEA6-90AE55F986FD}"/>
                  </a:ext>
                </a:extLst>
              </p:cNvPr>
              <p:cNvSpPr/>
              <p:nvPr/>
            </p:nvSpPr>
            <p:spPr>
              <a:xfrm>
                <a:off x="9291468" y="5163770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5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5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5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5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25" name="Freeform: Shape 6424">
                <a:extLst>
                  <a:ext uri="{FF2B5EF4-FFF2-40B4-BE49-F238E27FC236}">
                    <a16:creationId xmlns:a16="http://schemas.microsoft.com/office/drawing/2014/main" id="{C7287603-407F-D36B-6C8F-47136861FB4A}"/>
                  </a:ext>
                </a:extLst>
              </p:cNvPr>
              <p:cNvSpPr/>
              <p:nvPr/>
            </p:nvSpPr>
            <p:spPr>
              <a:xfrm>
                <a:off x="9293413" y="5163820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0 w 6343"/>
                  <a:gd name="connsiteY2" fmla="*/ 3305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5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6" y="4954"/>
                      <a:pt x="6570" y="4147"/>
                      <a:pt x="6570" y="3305"/>
                    </a:cubicBezTo>
                    <a:cubicBezTo>
                      <a:pt x="6570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7" y="2464"/>
                      <a:pt x="227" y="3305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26" name="Freeform: Shape 6425">
                <a:extLst>
                  <a:ext uri="{FF2B5EF4-FFF2-40B4-BE49-F238E27FC236}">
                    <a16:creationId xmlns:a16="http://schemas.microsoft.com/office/drawing/2014/main" id="{F5D0AC3F-EC0B-6C66-73A6-4A54AFDA49C3}"/>
                  </a:ext>
                </a:extLst>
              </p:cNvPr>
              <p:cNvSpPr/>
              <p:nvPr/>
            </p:nvSpPr>
            <p:spPr>
              <a:xfrm>
                <a:off x="9295579" y="5164088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8 w 6343"/>
                  <a:gd name="connsiteY6" fmla="*/ 3305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5"/>
                    </a:cubicBezTo>
                    <a:cubicBezTo>
                      <a:pt x="6571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27" name="Freeform: Shape 6426">
                <a:extLst>
                  <a:ext uri="{FF2B5EF4-FFF2-40B4-BE49-F238E27FC236}">
                    <a16:creationId xmlns:a16="http://schemas.microsoft.com/office/drawing/2014/main" id="{09EF813D-793B-0208-E624-AB6AD66F861B}"/>
                  </a:ext>
                </a:extLst>
              </p:cNvPr>
              <p:cNvSpPr/>
              <p:nvPr/>
            </p:nvSpPr>
            <p:spPr>
              <a:xfrm>
                <a:off x="9298324" y="5164898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28" name="Freeform: Shape 6427">
                <a:extLst>
                  <a:ext uri="{FF2B5EF4-FFF2-40B4-BE49-F238E27FC236}">
                    <a16:creationId xmlns:a16="http://schemas.microsoft.com/office/drawing/2014/main" id="{E2FCB90C-9FAB-A5D9-C3E0-A243B338BF01}"/>
                  </a:ext>
                </a:extLst>
              </p:cNvPr>
              <p:cNvSpPr/>
              <p:nvPr/>
            </p:nvSpPr>
            <p:spPr>
              <a:xfrm>
                <a:off x="9299928" y="5164729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1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1" y="133"/>
                      <a:pt x="3399" y="133"/>
                    </a:cubicBezTo>
                    <a:cubicBezTo>
                      <a:pt x="2558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29" name="Freeform: Shape 6428">
                <a:extLst>
                  <a:ext uri="{FF2B5EF4-FFF2-40B4-BE49-F238E27FC236}">
                    <a16:creationId xmlns:a16="http://schemas.microsoft.com/office/drawing/2014/main" id="{33026401-3B8F-C338-3EB2-5A2210135A42}"/>
                  </a:ext>
                </a:extLst>
              </p:cNvPr>
              <p:cNvSpPr/>
              <p:nvPr/>
            </p:nvSpPr>
            <p:spPr>
              <a:xfrm>
                <a:off x="9302021" y="5165021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1" y="133"/>
                      <a:pt x="3400" y="133"/>
                    </a:cubicBezTo>
                    <a:cubicBezTo>
                      <a:pt x="2558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8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30" name="Freeform: Shape 6429">
                <a:extLst>
                  <a:ext uri="{FF2B5EF4-FFF2-40B4-BE49-F238E27FC236}">
                    <a16:creationId xmlns:a16="http://schemas.microsoft.com/office/drawing/2014/main" id="{ADCD1400-4F3C-1985-0960-8A820EAECE92}"/>
                  </a:ext>
                </a:extLst>
              </p:cNvPr>
              <p:cNvSpPr/>
              <p:nvPr/>
            </p:nvSpPr>
            <p:spPr>
              <a:xfrm>
                <a:off x="9304239" y="5165457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31" name="Freeform: Shape 6430">
                <a:extLst>
                  <a:ext uri="{FF2B5EF4-FFF2-40B4-BE49-F238E27FC236}">
                    <a16:creationId xmlns:a16="http://schemas.microsoft.com/office/drawing/2014/main" id="{638595BF-C15C-0968-7527-C8D52EF93A04}"/>
                  </a:ext>
                </a:extLst>
              </p:cNvPr>
              <p:cNvSpPr/>
              <p:nvPr/>
            </p:nvSpPr>
            <p:spPr>
              <a:xfrm>
                <a:off x="9305915" y="5165421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1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3" y="1657"/>
                      <a:pt x="228" y="2464"/>
                      <a:pt x="228" y="3306"/>
                    </a:cubicBezTo>
                    <a:cubicBezTo>
                      <a:pt x="228" y="4147"/>
                      <a:pt x="563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32" name="Freeform: Shape 6431">
                <a:extLst>
                  <a:ext uri="{FF2B5EF4-FFF2-40B4-BE49-F238E27FC236}">
                    <a16:creationId xmlns:a16="http://schemas.microsoft.com/office/drawing/2014/main" id="{8E715D48-F91A-A59D-030E-F36E61E2A620}"/>
                  </a:ext>
                </a:extLst>
              </p:cNvPr>
              <p:cNvSpPr/>
              <p:nvPr/>
            </p:nvSpPr>
            <p:spPr>
              <a:xfrm>
                <a:off x="9307850" y="5165650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9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7" y="4954"/>
                      <a:pt x="6572" y="4147"/>
                      <a:pt x="6572" y="3306"/>
                    </a:cubicBezTo>
                    <a:cubicBezTo>
                      <a:pt x="6572" y="2464"/>
                      <a:pt x="6237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33" name="Freeform: Shape 6432">
                <a:extLst>
                  <a:ext uri="{FF2B5EF4-FFF2-40B4-BE49-F238E27FC236}">
                    <a16:creationId xmlns:a16="http://schemas.microsoft.com/office/drawing/2014/main" id="{61FFF00D-D37F-44D0-12CC-EBEDD6CE297B}"/>
                  </a:ext>
                </a:extLst>
              </p:cNvPr>
              <p:cNvSpPr/>
              <p:nvPr/>
            </p:nvSpPr>
            <p:spPr>
              <a:xfrm>
                <a:off x="9309733" y="5165856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34" name="Freeform: Shape 6433">
                <a:extLst>
                  <a:ext uri="{FF2B5EF4-FFF2-40B4-BE49-F238E27FC236}">
                    <a16:creationId xmlns:a16="http://schemas.microsoft.com/office/drawing/2014/main" id="{C5CBC521-FD41-FEF6-0C2C-40B4EEF1DFAF}"/>
                  </a:ext>
                </a:extLst>
              </p:cNvPr>
              <p:cNvSpPr/>
              <p:nvPr/>
            </p:nvSpPr>
            <p:spPr>
              <a:xfrm>
                <a:off x="9311522" y="5165996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35" name="Freeform: Shape 6434">
                <a:extLst>
                  <a:ext uri="{FF2B5EF4-FFF2-40B4-BE49-F238E27FC236}">
                    <a16:creationId xmlns:a16="http://schemas.microsoft.com/office/drawing/2014/main" id="{111AAA38-B993-1E4C-83E1-61E0E1CD293A}"/>
                  </a:ext>
                </a:extLst>
              </p:cNvPr>
              <p:cNvSpPr/>
              <p:nvPr/>
            </p:nvSpPr>
            <p:spPr>
              <a:xfrm>
                <a:off x="9313217" y="5166069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2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2" y="133"/>
                      <a:pt x="3400" y="133"/>
                    </a:cubicBezTo>
                    <a:cubicBezTo>
                      <a:pt x="2559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36" name="Freeform: Shape 6435">
                <a:extLst>
                  <a:ext uri="{FF2B5EF4-FFF2-40B4-BE49-F238E27FC236}">
                    <a16:creationId xmlns:a16="http://schemas.microsoft.com/office/drawing/2014/main" id="{68753C8E-0735-D8F1-4108-6029E784FF38}"/>
                  </a:ext>
                </a:extLst>
              </p:cNvPr>
              <p:cNvSpPr/>
              <p:nvPr/>
            </p:nvSpPr>
            <p:spPr>
              <a:xfrm>
                <a:off x="9314863" y="5166115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37" name="Freeform: Shape 6436">
                <a:extLst>
                  <a:ext uri="{FF2B5EF4-FFF2-40B4-BE49-F238E27FC236}">
                    <a16:creationId xmlns:a16="http://schemas.microsoft.com/office/drawing/2014/main" id="{0ADCF30E-6EC3-7696-14DA-C82BCA2FA327}"/>
                  </a:ext>
                </a:extLst>
              </p:cNvPr>
              <p:cNvSpPr/>
              <p:nvPr/>
            </p:nvSpPr>
            <p:spPr>
              <a:xfrm>
                <a:off x="9316589" y="5166262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38" name="Freeform: Shape 6437">
                <a:extLst>
                  <a:ext uri="{FF2B5EF4-FFF2-40B4-BE49-F238E27FC236}">
                    <a16:creationId xmlns:a16="http://schemas.microsoft.com/office/drawing/2014/main" id="{15178E2F-1FC2-AF0C-AAD9-CFB53CAD86EA}"/>
                  </a:ext>
                </a:extLst>
              </p:cNvPr>
              <p:cNvSpPr/>
              <p:nvPr/>
            </p:nvSpPr>
            <p:spPr>
              <a:xfrm>
                <a:off x="9318266" y="5166383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2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4" y="1657"/>
                      <a:pt x="229" y="2464"/>
                      <a:pt x="229" y="3306"/>
                    </a:cubicBezTo>
                    <a:cubicBezTo>
                      <a:pt x="229" y="4147"/>
                      <a:pt x="564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39" name="Freeform: Shape 6438">
                <a:extLst>
                  <a:ext uri="{FF2B5EF4-FFF2-40B4-BE49-F238E27FC236}">
                    <a16:creationId xmlns:a16="http://schemas.microsoft.com/office/drawing/2014/main" id="{DFC0D91A-58BA-030B-F4F6-A8A65FE5B74E}"/>
                  </a:ext>
                </a:extLst>
              </p:cNvPr>
              <p:cNvSpPr/>
              <p:nvPr/>
            </p:nvSpPr>
            <p:spPr>
              <a:xfrm>
                <a:off x="9319979" y="5166562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8" y="4954"/>
                      <a:pt x="6573" y="4147"/>
                      <a:pt x="6573" y="3306"/>
                    </a:cubicBezTo>
                    <a:cubicBezTo>
                      <a:pt x="6573" y="2464"/>
                      <a:pt x="6238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4" y="1657"/>
                      <a:pt x="229" y="2464"/>
                      <a:pt x="229" y="3306"/>
                    </a:cubicBezTo>
                    <a:cubicBezTo>
                      <a:pt x="229" y="4147"/>
                      <a:pt x="564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40" name="Freeform: Shape 6439">
                <a:extLst>
                  <a:ext uri="{FF2B5EF4-FFF2-40B4-BE49-F238E27FC236}">
                    <a16:creationId xmlns:a16="http://schemas.microsoft.com/office/drawing/2014/main" id="{E510D781-1C56-8854-BC9D-221EF41E997D}"/>
                  </a:ext>
                </a:extLst>
              </p:cNvPr>
              <p:cNvSpPr/>
              <p:nvPr/>
            </p:nvSpPr>
            <p:spPr>
              <a:xfrm>
                <a:off x="9321601" y="5166671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41" name="Freeform: Shape 6440">
                <a:extLst>
                  <a:ext uri="{FF2B5EF4-FFF2-40B4-BE49-F238E27FC236}">
                    <a16:creationId xmlns:a16="http://schemas.microsoft.com/office/drawing/2014/main" id="{9AFB5E7D-F6ED-6E19-2788-9B4BDEA1F5A8}"/>
                  </a:ext>
                </a:extLst>
              </p:cNvPr>
              <p:cNvSpPr/>
              <p:nvPr/>
            </p:nvSpPr>
            <p:spPr>
              <a:xfrm>
                <a:off x="9323176" y="5166751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42" name="Freeform: Shape 6441">
                <a:extLst>
                  <a:ext uri="{FF2B5EF4-FFF2-40B4-BE49-F238E27FC236}">
                    <a16:creationId xmlns:a16="http://schemas.microsoft.com/office/drawing/2014/main" id="{3EDF9236-BA96-D0A5-0004-6D4A4527EEB9}"/>
                  </a:ext>
                </a:extLst>
              </p:cNvPr>
              <p:cNvSpPr/>
              <p:nvPr/>
            </p:nvSpPr>
            <p:spPr>
              <a:xfrm>
                <a:off x="9324786" y="5166890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3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3" y="133"/>
                      <a:pt x="3401" y="133"/>
                    </a:cubicBezTo>
                    <a:cubicBezTo>
                      <a:pt x="2560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43" name="Freeform: Shape 6442">
                <a:extLst>
                  <a:ext uri="{FF2B5EF4-FFF2-40B4-BE49-F238E27FC236}">
                    <a16:creationId xmlns:a16="http://schemas.microsoft.com/office/drawing/2014/main" id="{ECF5BD9C-E974-8F7B-2BC4-28A24C04B425}"/>
                  </a:ext>
                </a:extLst>
              </p:cNvPr>
              <p:cNvSpPr/>
              <p:nvPr/>
            </p:nvSpPr>
            <p:spPr>
              <a:xfrm>
                <a:off x="9326226" y="5166866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3" y="133"/>
                      <a:pt x="3402" y="133"/>
                    </a:cubicBezTo>
                    <a:cubicBezTo>
                      <a:pt x="2560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0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44" name="Freeform: Shape 6443">
                <a:extLst>
                  <a:ext uri="{FF2B5EF4-FFF2-40B4-BE49-F238E27FC236}">
                    <a16:creationId xmlns:a16="http://schemas.microsoft.com/office/drawing/2014/main" id="{F99E82B9-96A0-D9E0-C2BC-2A3EA0F13EE8}"/>
                  </a:ext>
                </a:extLst>
              </p:cNvPr>
              <p:cNvSpPr/>
              <p:nvPr/>
            </p:nvSpPr>
            <p:spPr>
              <a:xfrm>
                <a:off x="9327579" y="5166766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45" name="Freeform: Shape 6444">
                <a:extLst>
                  <a:ext uri="{FF2B5EF4-FFF2-40B4-BE49-F238E27FC236}">
                    <a16:creationId xmlns:a16="http://schemas.microsoft.com/office/drawing/2014/main" id="{AD94583A-8131-DF61-F9AC-F718BFC45660}"/>
                  </a:ext>
                </a:extLst>
              </p:cNvPr>
              <p:cNvSpPr/>
              <p:nvPr/>
            </p:nvSpPr>
            <p:spPr>
              <a:xfrm>
                <a:off x="9328970" y="5166723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46" name="Freeform: Shape 6445">
                <a:extLst>
                  <a:ext uri="{FF2B5EF4-FFF2-40B4-BE49-F238E27FC236}">
                    <a16:creationId xmlns:a16="http://schemas.microsoft.com/office/drawing/2014/main" id="{B19AC6CA-F9A8-B5CF-445B-CF8538063F56}"/>
                  </a:ext>
                </a:extLst>
              </p:cNvPr>
              <p:cNvSpPr/>
              <p:nvPr/>
            </p:nvSpPr>
            <p:spPr>
              <a:xfrm>
                <a:off x="9330317" y="5166647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47" name="Freeform: Shape 6446">
                <a:extLst>
                  <a:ext uri="{FF2B5EF4-FFF2-40B4-BE49-F238E27FC236}">
                    <a16:creationId xmlns:a16="http://schemas.microsoft.com/office/drawing/2014/main" id="{AF285583-0F95-767D-D974-FBBC85244C2B}"/>
                  </a:ext>
                </a:extLst>
              </p:cNvPr>
              <p:cNvSpPr/>
              <p:nvPr/>
            </p:nvSpPr>
            <p:spPr>
              <a:xfrm>
                <a:off x="9331740" y="5166674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3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48" name="Freeform: Shape 6447">
                <a:extLst>
                  <a:ext uri="{FF2B5EF4-FFF2-40B4-BE49-F238E27FC236}">
                    <a16:creationId xmlns:a16="http://schemas.microsoft.com/office/drawing/2014/main" id="{E4F603F6-F4F8-0151-2F9E-579216D7DD36}"/>
                  </a:ext>
                </a:extLst>
              </p:cNvPr>
              <p:cNvSpPr/>
              <p:nvPr/>
            </p:nvSpPr>
            <p:spPr>
              <a:xfrm>
                <a:off x="9332960" y="5166485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49" name="Freeform: Shape 6448">
                <a:extLst>
                  <a:ext uri="{FF2B5EF4-FFF2-40B4-BE49-F238E27FC236}">
                    <a16:creationId xmlns:a16="http://schemas.microsoft.com/office/drawing/2014/main" id="{E76A3A84-8418-1162-0478-A73A8108108F}"/>
                  </a:ext>
                </a:extLst>
              </p:cNvPr>
              <p:cNvSpPr/>
              <p:nvPr/>
            </p:nvSpPr>
            <p:spPr>
              <a:xfrm>
                <a:off x="9334375" y="5166536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50" name="Freeform: Shape 6449">
                <a:extLst>
                  <a:ext uri="{FF2B5EF4-FFF2-40B4-BE49-F238E27FC236}">
                    <a16:creationId xmlns:a16="http://schemas.microsoft.com/office/drawing/2014/main" id="{42712C87-F4EB-8A8C-C211-DED96587F801}"/>
                  </a:ext>
                </a:extLst>
              </p:cNvPr>
              <p:cNvSpPr/>
              <p:nvPr/>
            </p:nvSpPr>
            <p:spPr>
              <a:xfrm>
                <a:off x="9335707" y="5166507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51" name="Freeform: Shape 6450">
                <a:extLst>
                  <a:ext uri="{FF2B5EF4-FFF2-40B4-BE49-F238E27FC236}">
                    <a16:creationId xmlns:a16="http://schemas.microsoft.com/office/drawing/2014/main" id="{FB80D3C3-150A-EC4E-8B2C-E708AFC1B485}"/>
                  </a:ext>
                </a:extLst>
              </p:cNvPr>
              <p:cNvSpPr/>
              <p:nvPr/>
            </p:nvSpPr>
            <p:spPr>
              <a:xfrm>
                <a:off x="9337075" y="5166535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52" name="Freeform: Shape 6451">
                <a:extLst>
                  <a:ext uri="{FF2B5EF4-FFF2-40B4-BE49-F238E27FC236}">
                    <a16:creationId xmlns:a16="http://schemas.microsoft.com/office/drawing/2014/main" id="{FC8BDB22-2273-649F-516A-93563EF0B6DD}"/>
                  </a:ext>
                </a:extLst>
              </p:cNvPr>
              <p:cNvSpPr/>
              <p:nvPr/>
            </p:nvSpPr>
            <p:spPr>
              <a:xfrm>
                <a:off x="9338437" y="5166576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4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4" y="133"/>
                      <a:pt x="3402" y="133"/>
                    </a:cubicBezTo>
                    <a:cubicBezTo>
                      <a:pt x="2561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53" name="Freeform: Shape 6452">
                <a:extLst>
                  <a:ext uri="{FF2B5EF4-FFF2-40B4-BE49-F238E27FC236}">
                    <a16:creationId xmlns:a16="http://schemas.microsoft.com/office/drawing/2014/main" id="{D3F5C3AC-19FD-20F0-5889-2BED92FE4530}"/>
                  </a:ext>
                </a:extLst>
              </p:cNvPr>
              <p:cNvSpPr/>
              <p:nvPr/>
            </p:nvSpPr>
            <p:spPr>
              <a:xfrm>
                <a:off x="9339681" y="5166488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4" y="133"/>
                      <a:pt x="3403" y="133"/>
                    </a:cubicBezTo>
                    <a:cubicBezTo>
                      <a:pt x="2561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1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54" name="Freeform: Shape 6453">
                <a:extLst>
                  <a:ext uri="{FF2B5EF4-FFF2-40B4-BE49-F238E27FC236}">
                    <a16:creationId xmlns:a16="http://schemas.microsoft.com/office/drawing/2014/main" id="{BEDF5C95-EDA4-44C8-4926-4A7D8764C635}"/>
                  </a:ext>
                </a:extLst>
              </p:cNvPr>
              <p:cNvSpPr/>
              <p:nvPr/>
            </p:nvSpPr>
            <p:spPr>
              <a:xfrm>
                <a:off x="9341073" y="5166599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55" name="Freeform: Shape 6454">
                <a:extLst>
                  <a:ext uri="{FF2B5EF4-FFF2-40B4-BE49-F238E27FC236}">
                    <a16:creationId xmlns:a16="http://schemas.microsoft.com/office/drawing/2014/main" id="{F0248FE5-5CB9-5B05-BF45-96D90DC5A168}"/>
                  </a:ext>
                </a:extLst>
              </p:cNvPr>
              <p:cNvSpPr/>
              <p:nvPr/>
            </p:nvSpPr>
            <p:spPr>
              <a:xfrm>
                <a:off x="9342498" y="5166769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56" name="Freeform: Shape 6455">
                <a:extLst>
                  <a:ext uri="{FF2B5EF4-FFF2-40B4-BE49-F238E27FC236}">
                    <a16:creationId xmlns:a16="http://schemas.microsoft.com/office/drawing/2014/main" id="{7A9BEAFB-2A27-ED11-AF28-3F0355B525A0}"/>
                  </a:ext>
                </a:extLst>
              </p:cNvPr>
              <p:cNvSpPr/>
              <p:nvPr/>
            </p:nvSpPr>
            <p:spPr>
              <a:xfrm>
                <a:off x="9343917" y="5166952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4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57" name="Freeform: Shape 6456">
                <a:extLst>
                  <a:ext uri="{FF2B5EF4-FFF2-40B4-BE49-F238E27FC236}">
                    <a16:creationId xmlns:a16="http://schemas.microsoft.com/office/drawing/2014/main" id="{A7FA51D1-ADC2-0364-82DA-FC066507BCE7}"/>
                  </a:ext>
                </a:extLst>
              </p:cNvPr>
              <p:cNvSpPr/>
              <p:nvPr/>
            </p:nvSpPr>
            <p:spPr>
              <a:xfrm>
                <a:off x="9345292" y="5167100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58" name="Freeform: Shape 6457">
                <a:extLst>
                  <a:ext uri="{FF2B5EF4-FFF2-40B4-BE49-F238E27FC236}">
                    <a16:creationId xmlns:a16="http://schemas.microsoft.com/office/drawing/2014/main" id="{D459A5A1-B6CD-5DF5-1279-5EB61AC68A83}"/>
                  </a:ext>
                </a:extLst>
              </p:cNvPr>
              <p:cNvSpPr/>
              <p:nvPr/>
            </p:nvSpPr>
            <p:spPr>
              <a:xfrm>
                <a:off x="9346552" y="5167116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2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59" name="Freeform: Shape 6458">
                <a:extLst>
                  <a:ext uri="{FF2B5EF4-FFF2-40B4-BE49-F238E27FC236}">
                    <a16:creationId xmlns:a16="http://schemas.microsoft.com/office/drawing/2014/main" id="{42E2A683-C318-7914-2508-0AACBB9B917A}"/>
                  </a:ext>
                </a:extLst>
              </p:cNvPr>
              <p:cNvSpPr/>
              <p:nvPr/>
            </p:nvSpPr>
            <p:spPr>
              <a:xfrm>
                <a:off x="9347990" y="5167383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60" name="Freeform: Shape 6459">
                <a:extLst>
                  <a:ext uri="{FF2B5EF4-FFF2-40B4-BE49-F238E27FC236}">
                    <a16:creationId xmlns:a16="http://schemas.microsoft.com/office/drawing/2014/main" id="{0564C40D-A004-6378-AA93-116BAA106172}"/>
                  </a:ext>
                </a:extLst>
              </p:cNvPr>
              <p:cNvSpPr/>
              <p:nvPr/>
            </p:nvSpPr>
            <p:spPr>
              <a:xfrm>
                <a:off x="9348768" y="5166794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61" name="Freeform: Shape 6460">
                <a:extLst>
                  <a:ext uri="{FF2B5EF4-FFF2-40B4-BE49-F238E27FC236}">
                    <a16:creationId xmlns:a16="http://schemas.microsoft.com/office/drawing/2014/main" id="{C17B31BE-6446-0F2F-9DE2-F8364783CB23}"/>
                  </a:ext>
                </a:extLst>
              </p:cNvPr>
              <p:cNvSpPr/>
              <p:nvPr/>
            </p:nvSpPr>
            <p:spPr>
              <a:xfrm>
                <a:off x="9350737" y="5167811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3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62" name="Freeform: Shape 6461">
                <a:extLst>
                  <a:ext uri="{FF2B5EF4-FFF2-40B4-BE49-F238E27FC236}">
                    <a16:creationId xmlns:a16="http://schemas.microsoft.com/office/drawing/2014/main" id="{CC04CDEC-614C-8D35-41E1-FA3DFBAC6598}"/>
                  </a:ext>
                </a:extLst>
              </p:cNvPr>
              <p:cNvSpPr/>
              <p:nvPr/>
            </p:nvSpPr>
            <p:spPr>
              <a:xfrm>
                <a:off x="9352013" y="5167921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4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63" name="Freeform: Shape 6462">
                <a:extLst>
                  <a:ext uri="{FF2B5EF4-FFF2-40B4-BE49-F238E27FC236}">
                    <a16:creationId xmlns:a16="http://schemas.microsoft.com/office/drawing/2014/main" id="{245F497B-9701-808C-0C42-7DB545B1261D}"/>
                  </a:ext>
                </a:extLst>
              </p:cNvPr>
              <p:cNvSpPr/>
              <p:nvPr/>
            </p:nvSpPr>
            <p:spPr>
              <a:xfrm>
                <a:off x="9353212" y="5167944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64" name="Freeform: Shape 6463">
                <a:extLst>
                  <a:ext uri="{FF2B5EF4-FFF2-40B4-BE49-F238E27FC236}">
                    <a16:creationId xmlns:a16="http://schemas.microsoft.com/office/drawing/2014/main" id="{44AA922E-FD72-A2CD-2F81-CF0D13423F99}"/>
                  </a:ext>
                </a:extLst>
              </p:cNvPr>
              <p:cNvSpPr/>
              <p:nvPr/>
            </p:nvSpPr>
            <p:spPr>
              <a:xfrm>
                <a:off x="9354548" y="5168173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65" name="Freeform: Shape 6464">
                <a:extLst>
                  <a:ext uri="{FF2B5EF4-FFF2-40B4-BE49-F238E27FC236}">
                    <a16:creationId xmlns:a16="http://schemas.microsoft.com/office/drawing/2014/main" id="{9BB39542-5D36-713A-6D97-6CF82B9BFF3C}"/>
                  </a:ext>
                </a:extLst>
              </p:cNvPr>
              <p:cNvSpPr/>
              <p:nvPr/>
            </p:nvSpPr>
            <p:spPr>
              <a:xfrm>
                <a:off x="9355739" y="5168217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66" name="Freeform: Shape 6465">
                <a:extLst>
                  <a:ext uri="{FF2B5EF4-FFF2-40B4-BE49-F238E27FC236}">
                    <a16:creationId xmlns:a16="http://schemas.microsoft.com/office/drawing/2014/main" id="{AAC8DFCF-22F8-36CE-49B8-A0C1C8D6EBF8}"/>
                  </a:ext>
                </a:extLst>
              </p:cNvPr>
              <p:cNvSpPr/>
              <p:nvPr/>
            </p:nvSpPr>
            <p:spPr>
              <a:xfrm>
                <a:off x="9356995" y="5168370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5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2" y="2464"/>
                      <a:pt x="232" y="3306"/>
                    </a:cubicBezTo>
                    <a:cubicBezTo>
                      <a:pt x="232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67" name="Freeform: Shape 6466">
                <a:extLst>
                  <a:ext uri="{FF2B5EF4-FFF2-40B4-BE49-F238E27FC236}">
                    <a16:creationId xmlns:a16="http://schemas.microsoft.com/office/drawing/2014/main" id="{A940AC02-87F5-9EF2-86E8-A20EE2705A45}"/>
                  </a:ext>
                </a:extLst>
              </p:cNvPr>
              <p:cNvSpPr/>
              <p:nvPr/>
            </p:nvSpPr>
            <p:spPr>
              <a:xfrm>
                <a:off x="9358211" y="5168483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5" y="6479"/>
                      <a:pt x="5052" y="6144"/>
                      <a:pt x="5647" y="5549"/>
                    </a:cubicBezTo>
                    <a:cubicBezTo>
                      <a:pt x="6241" y="4954"/>
                      <a:pt x="6576" y="4147"/>
                      <a:pt x="6576" y="3306"/>
                    </a:cubicBezTo>
                    <a:cubicBezTo>
                      <a:pt x="6576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2" y="2464"/>
                      <a:pt x="232" y="3306"/>
                    </a:cubicBezTo>
                    <a:cubicBezTo>
                      <a:pt x="232" y="4147"/>
                      <a:pt x="567" y="4954"/>
                      <a:pt x="1161" y="5549"/>
                    </a:cubicBezTo>
                    <a:cubicBezTo>
                      <a:pt x="1756" y="6144"/>
                      <a:pt x="2563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68" name="Freeform: Shape 6467">
                <a:extLst>
                  <a:ext uri="{FF2B5EF4-FFF2-40B4-BE49-F238E27FC236}">
                    <a16:creationId xmlns:a16="http://schemas.microsoft.com/office/drawing/2014/main" id="{FC503201-F41C-CBA4-3A93-B1FD27D13B7C}"/>
                  </a:ext>
                </a:extLst>
              </p:cNvPr>
              <p:cNvSpPr/>
              <p:nvPr/>
            </p:nvSpPr>
            <p:spPr>
              <a:xfrm>
                <a:off x="9359355" y="5168507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3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5" y="6479"/>
                      <a:pt x="5052" y="6144"/>
                      <a:pt x="5647" y="5549"/>
                    </a:cubicBezTo>
                    <a:cubicBezTo>
                      <a:pt x="6241" y="4954"/>
                      <a:pt x="6576" y="4147"/>
                      <a:pt x="6576" y="3306"/>
                    </a:cubicBezTo>
                    <a:cubicBezTo>
                      <a:pt x="6576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1" y="5549"/>
                    </a:cubicBezTo>
                    <a:cubicBezTo>
                      <a:pt x="1756" y="6144"/>
                      <a:pt x="2563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69" name="Freeform: Shape 6468">
                <a:extLst>
                  <a:ext uri="{FF2B5EF4-FFF2-40B4-BE49-F238E27FC236}">
                    <a16:creationId xmlns:a16="http://schemas.microsoft.com/office/drawing/2014/main" id="{F72BDFC8-7923-C7BA-353E-6DD877BD6A25}"/>
                  </a:ext>
                </a:extLst>
              </p:cNvPr>
              <p:cNvSpPr/>
              <p:nvPr/>
            </p:nvSpPr>
            <p:spPr>
              <a:xfrm>
                <a:off x="9360529" y="5168590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5" y="6479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70" name="Freeform: Shape 6469">
                <a:extLst>
                  <a:ext uri="{FF2B5EF4-FFF2-40B4-BE49-F238E27FC236}">
                    <a16:creationId xmlns:a16="http://schemas.microsoft.com/office/drawing/2014/main" id="{AD2CD1DD-C019-97E4-DEBB-DBB3204D6B1E}"/>
                  </a:ext>
                </a:extLst>
              </p:cNvPr>
              <p:cNvSpPr/>
              <p:nvPr/>
            </p:nvSpPr>
            <p:spPr>
              <a:xfrm>
                <a:off x="9361665" y="5168632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5" y="6479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71" name="Freeform: Shape 6470">
                <a:extLst>
                  <a:ext uri="{FF2B5EF4-FFF2-40B4-BE49-F238E27FC236}">
                    <a16:creationId xmlns:a16="http://schemas.microsoft.com/office/drawing/2014/main" id="{1A942D62-E859-229E-AE1E-43BFDCC6AE53}"/>
                  </a:ext>
                </a:extLst>
              </p:cNvPr>
              <p:cNvSpPr/>
              <p:nvPr/>
            </p:nvSpPr>
            <p:spPr>
              <a:xfrm>
                <a:off x="9362732" y="5168583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5" y="6479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72" name="Freeform: Shape 6471">
                <a:extLst>
                  <a:ext uri="{FF2B5EF4-FFF2-40B4-BE49-F238E27FC236}">
                    <a16:creationId xmlns:a16="http://schemas.microsoft.com/office/drawing/2014/main" id="{1560948A-509F-C6CC-D938-1298FD0247A2}"/>
                  </a:ext>
                </a:extLst>
              </p:cNvPr>
              <p:cNvSpPr/>
              <p:nvPr/>
            </p:nvSpPr>
            <p:spPr>
              <a:xfrm>
                <a:off x="9363960" y="5168796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6" y="6479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4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73" name="Freeform: Shape 6472">
                <a:extLst>
                  <a:ext uri="{FF2B5EF4-FFF2-40B4-BE49-F238E27FC236}">
                    <a16:creationId xmlns:a16="http://schemas.microsoft.com/office/drawing/2014/main" id="{0B89E538-26E5-FA08-A32A-7CDC5A71C0D2}"/>
                  </a:ext>
                </a:extLst>
              </p:cNvPr>
              <p:cNvSpPr/>
              <p:nvPr/>
            </p:nvSpPr>
            <p:spPr>
              <a:xfrm>
                <a:off x="9364987" y="5168713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5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74" name="Freeform: Shape 6473">
                <a:extLst>
                  <a:ext uri="{FF2B5EF4-FFF2-40B4-BE49-F238E27FC236}">
                    <a16:creationId xmlns:a16="http://schemas.microsoft.com/office/drawing/2014/main" id="{0FB07C7B-AD4C-F3C2-4E5A-B305AB4B4978}"/>
                  </a:ext>
                </a:extLst>
              </p:cNvPr>
              <p:cNvSpPr/>
              <p:nvPr/>
            </p:nvSpPr>
            <p:spPr>
              <a:xfrm>
                <a:off x="9366141" y="5168843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75" name="Freeform: Shape 6474">
                <a:extLst>
                  <a:ext uri="{FF2B5EF4-FFF2-40B4-BE49-F238E27FC236}">
                    <a16:creationId xmlns:a16="http://schemas.microsoft.com/office/drawing/2014/main" id="{FFCA6E62-452A-AA05-85F1-6BB52BA58113}"/>
                  </a:ext>
                </a:extLst>
              </p:cNvPr>
              <p:cNvSpPr/>
              <p:nvPr/>
            </p:nvSpPr>
            <p:spPr>
              <a:xfrm>
                <a:off x="9367196" y="5168828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76" name="Freeform: Shape 6475">
                <a:extLst>
                  <a:ext uri="{FF2B5EF4-FFF2-40B4-BE49-F238E27FC236}">
                    <a16:creationId xmlns:a16="http://schemas.microsoft.com/office/drawing/2014/main" id="{7C8AF69F-D3F7-43D3-FD46-F6254CF15B51}"/>
                  </a:ext>
                </a:extLst>
              </p:cNvPr>
              <p:cNvSpPr/>
              <p:nvPr/>
            </p:nvSpPr>
            <p:spPr>
              <a:xfrm>
                <a:off x="9368341" y="5168976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77" name="Freeform: Shape 6476">
                <a:extLst>
                  <a:ext uri="{FF2B5EF4-FFF2-40B4-BE49-F238E27FC236}">
                    <a16:creationId xmlns:a16="http://schemas.microsoft.com/office/drawing/2014/main" id="{E19265BF-87C3-176A-B41F-08B1559EA01C}"/>
                  </a:ext>
                </a:extLst>
              </p:cNvPr>
              <p:cNvSpPr/>
              <p:nvPr/>
            </p:nvSpPr>
            <p:spPr>
              <a:xfrm>
                <a:off x="9369358" y="5168926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6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78" name="Freeform: Shape 6477">
                <a:extLst>
                  <a:ext uri="{FF2B5EF4-FFF2-40B4-BE49-F238E27FC236}">
                    <a16:creationId xmlns:a16="http://schemas.microsoft.com/office/drawing/2014/main" id="{F411A63B-D42A-989F-ADA4-5318D3ACDB17}"/>
                  </a:ext>
                </a:extLst>
              </p:cNvPr>
              <p:cNvSpPr/>
              <p:nvPr/>
            </p:nvSpPr>
            <p:spPr>
              <a:xfrm>
                <a:off x="9370495" y="5169092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79" name="Freeform: Shape 6478">
                <a:extLst>
                  <a:ext uri="{FF2B5EF4-FFF2-40B4-BE49-F238E27FC236}">
                    <a16:creationId xmlns:a16="http://schemas.microsoft.com/office/drawing/2014/main" id="{DB139C06-00D8-4410-37FC-06FE6E1E77EB}"/>
                  </a:ext>
                </a:extLst>
              </p:cNvPr>
              <p:cNvSpPr/>
              <p:nvPr/>
            </p:nvSpPr>
            <p:spPr>
              <a:xfrm>
                <a:off x="9371567" y="5169163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4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80" name="Freeform: Shape 6479">
                <a:extLst>
                  <a:ext uri="{FF2B5EF4-FFF2-40B4-BE49-F238E27FC236}">
                    <a16:creationId xmlns:a16="http://schemas.microsoft.com/office/drawing/2014/main" id="{EAB7D91A-EF37-D93B-67B9-63BFD84154B1}"/>
                  </a:ext>
                </a:extLst>
              </p:cNvPr>
              <p:cNvSpPr/>
              <p:nvPr/>
            </p:nvSpPr>
            <p:spPr>
              <a:xfrm>
                <a:off x="9372574" y="5169137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81" name="Freeform: Shape 6480">
                <a:extLst>
                  <a:ext uri="{FF2B5EF4-FFF2-40B4-BE49-F238E27FC236}">
                    <a16:creationId xmlns:a16="http://schemas.microsoft.com/office/drawing/2014/main" id="{C5BA96BE-9CE2-8367-22DF-3EC0E645AC43}"/>
                  </a:ext>
                </a:extLst>
              </p:cNvPr>
              <p:cNvSpPr/>
              <p:nvPr/>
            </p:nvSpPr>
            <p:spPr>
              <a:xfrm>
                <a:off x="9373580" y="5169119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82" name="Freeform: Shape 6481">
                <a:extLst>
                  <a:ext uri="{FF2B5EF4-FFF2-40B4-BE49-F238E27FC236}">
                    <a16:creationId xmlns:a16="http://schemas.microsoft.com/office/drawing/2014/main" id="{C133E1FA-5640-BE16-DC67-1EAE225FC365}"/>
                  </a:ext>
                </a:extLst>
              </p:cNvPr>
              <p:cNvSpPr/>
              <p:nvPr/>
            </p:nvSpPr>
            <p:spPr>
              <a:xfrm>
                <a:off x="9374494" y="5168951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83" name="Freeform: Shape 6482">
                <a:extLst>
                  <a:ext uri="{FF2B5EF4-FFF2-40B4-BE49-F238E27FC236}">
                    <a16:creationId xmlns:a16="http://schemas.microsoft.com/office/drawing/2014/main" id="{248FB780-9172-736B-5235-1B084F57897F}"/>
                  </a:ext>
                </a:extLst>
              </p:cNvPr>
              <p:cNvSpPr/>
              <p:nvPr/>
            </p:nvSpPr>
            <p:spPr>
              <a:xfrm>
                <a:off x="9374971" y="5167995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84" name="Freeform: Shape 6483">
                <a:extLst>
                  <a:ext uri="{FF2B5EF4-FFF2-40B4-BE49-F238E27FC236}">
                    <a16:creationId xmlns:a16="http://schemas.microsoft.com/office/drawing/2014/main" id="{FEACAF85-A202-820D-0E95-68B193A4CB7A}"/>
                  </a:ext>
                </a:extLst>
              </p:cNvPr>
              <p:cNvSpPr/>
              <p:nvPr/>
            </p:nvSpPr>
            <p:spPr>
              <a:xfrm>
                <a:off x="9376005" y="5168049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7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5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85" name="Freeform: Shape 6484">
                <a:extLst>
                  <a:ext uri="{FF2B5EF4-FFF2-40B4-BE49-F238E27FC236}">
                    <a16:creationId xmlns:a16="http://schemas.microsoft.com/office/drawing/2014/main" id="{F2415005-1A81-D9E9-81B5-50489F0E39D8}"/>
                  </a:ext>
                </a:extLst>
              </p:cNvPr>
              <p:cNvSpPr/>
              <p:nvPr/>
            </p:nvSpPr>
            <p:spPr>
              <a:xfrm>
                <a:off x="9377035" y="5168111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6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86" name="Freeform: Shape 6485">
                <a:extLst>
                  <a:ext uri="{FF2B5EF4-FFF2-40B4-BE49-F238E27FC236}">
                    <a16:creationId xmlns:a16="http://schemas.microsoft.com/office/drawing/2014/main" id="{4CB46FC2-EB13-BA6E-3E29-08476170758C}"/>
                  </a:ext>
                </a:extLst>
              </p:cNvPr>
              <p:cNvSpPr/>
              <p:nvPr/>
            </p:nvSpPr>
            <p:spPr>
              <a:xfrm>
                <a:off x="9377921" y="5167914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6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87" name="Freeform: Shape 6486">
                <a:extLst>
                  <a:ext uri="{FF2B5EF4-FFF2-40B4-BE49-F238E27FC236}">
                    <a16:creationId xmlns:a16="http://schemas.microsoft.com/office/drawing/2014/main" id="{E32B7670-A451-46A7-740B-7D7E125DE9E1}"/>
                  </a:ext>
                </a:extLst>
              </p:cNvPr>
              <p:cNvSpPr/>
              <p:nvPr/>
            </p:nvSpPr>
            <p:spPr>
              <a:xfrm>
                <a:off x="9378973" y="5168045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88" name="Freeform: Shape 6487">
                <a:extLst>
                  <a:ext uri="{FF2B5EF4-FFF2-40B4-BE49-F238E27FC236}">
                    <a16:creationId xmlns:a16="http://schemas.microsoft.com/office/drawing/2014/main" id="{28AE8192-E389-6331-973A-F6C06457394C}"/>
                  </a:ext>
                </a:extLst>
              </p:cNvPr>
              <p:cNvSpPr/>
              <p:nvPr/>
            </p:nvSpPr>
            <p:spPr>
              <a:xfrm>
                <a:off x="9379995" y="5168130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89" name="Freeform: Shape 6488">
                <a:extLst>
                  <a:ext uri="{FF2B5EF4-FFF2-40B4-BE49-F238E27FC236}">
                    <a16:creationId xmlns:a16="http://schemas.microsoft.com/office/drawing/2014/main" id="{E38F7C35-7D3A-4D07-40A9-0B921F692A81}"/>
                  </a:ext>
                </a:extLst>
              </p:cNvPr>
              <p:cNvSpPr/>
              <p:nvPr/>
            </p:nvSpPr>
            <p:spPr>
              <a:xfrm>
                <a:off x="9381039" y="5168276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90" name="Freeform: Shape 6489">
                <a:extLst>
                  <a:ext uri="{FF2B5EF4-FFF2-40B4-BE49-F238E27FC236}">
                    <a16:creationId xmlns:a16="http://schemas.microsoft.com/office/drawing/2014/main" id="{ED43DB4B-F3D8-929A-2499-B74F78C6BCE3}"/>
                  </a:ext>
                </a:extLst>
              </p:cNvPr>
              <p:cNvSpPr/>
              <p:nvPr/>
            </p:nvSpPr>
            <p:spPr>
              <a:xfrm>
                <a:off x="9381919" y="5168107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7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4" y="2464"/>
                      <a:pt x="234" y="3306"/>
                    </a:cubicBezTo>
                    <a:cubicBezTo>
                      <a:pt x="234" y="4147"/>
                      <a:pt x="569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91" name="Freeform: Shape 6490">
                <a:extLst>
                  <a:ext uri="{FF2B5EF4-FFF2-40B4-BE49-F238E27FC236}">
                    <a16:creationId xmlns:a16="http://schemas.microsoft.com/office/drawing/2014/main" id="{B9ED9814-A073-735E-855B-42C02359CFDD}"/>
                  </a:ext>
                </a:extLst>
              </p:cNvPr>
              <p:cNvSpPr/>
              <p:nvPr/>
            </p:nvSpPr>
            <p:spPr>
              <a:xfrm>
                <a:off x="9382957" y="5168268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4" y="2464"/>
                      <a:pt x="234" y="3306"/>
                    </a:cubicBezTo>
                    <a:cubicBezTo>
                      <a:pt x="234" y="4147"/>
                      <a:pt x="569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92" name="Freeform: Shape 6491">
                <a:extLst>
                  <a:ext uri="{FF2B5EF4-FFF2-40B4-BE49-F238E27FC236}">
                    <a16:creationId xmlns:a16="http://schemas.microsoft.com/office/drawing/2014/main" id="{E21B3294-D41F-10FE-42F7-40678B88EF84}"/>
                  </a:ext>
                </a:extLst>
              </p:cNvPr>
              <p:cNvSpPr/>
              <p:nvPr/>
            </p:nvSpPr>
            <p:spPr>
              <a:xfrm>
                <a:off x="9383886" y="5168220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4" y="2464"/>
                      <a:pt x="234" y="3306"/>
                    </a:cubicBezTo>
                    <a:cubicBezTo>
                      <a:pt x="234" y="4147"/>
                      <a:pt x="569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93" name="Freeform: Shape 6492">
                <a:extLst>
                  <a:ext uri="{FF2B5EF4-FFF2-40B4-BE49-F238E27FC236}">
                    <a16:creationId xmlns:a16="http://schemas.microsoft.com/office/drawing/2014/main" id="{D3694F83-445D-79E9-A82D-AECF70226A15}"/>
                  </a:ext>
                </a:extLst>
              </p:cNvPr>
              <p:cNvSpPr/>
              <p:nvPr/>
            </p:nvSpPr>
            <p:spPr>
              <a:xfrm>
                <a:off x="9384814" y="5168179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5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94" name="Freeform: Shape 6493">
                <a:extLst>
                  <a:ext uri="{FF2B5EF4-FFF2-40B4-BE49-F238E27FC236}">
                    <a16:creationId xmlns:a16="http://schemas.microsoft.com/office/drawing/2014/main" id="{96801934-8219-F728-A1D9-521F7C2D1F1D}"/>
                  </a:ext>
                </a:extLst>
              </p:cNvPr>
              <p:cNvSpPr/>
              <p:nvPr/>
            </p:nvSpPr>
            <p:spPr>
              <a:xfrm>
                <a:off x="9385816" y="5168309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95" name="Freeform: Shape 6494">
                <a:extLst>
                  <a:ext uri="{FF2B5EF4-FFF2-40B4-BE49-F238E27FC236}">
                    <a16:creationId xmlns:a16="http://schemas.microsoft.com/office/drawing/2014/main" id="{A6C0BB2A-CF70-794C-EFEA-238320ACBB03}"/>
                  </a:ext>
                </a:extLst>
              </p:cNvPr>
              <p:cNvSpPr/>
              <p:nvPr/>
            </p:nvSpPr>
            <p:spPr>
              <a:xfrm>
                <a:off x="9386739" y="5168281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96" name="Freeform: Shape 6495">
                <a:extLst>
                  <a:ext uri="{FF2B5EF4-FFF2-40B4-BE49-F238E27FC236}">
                    <a16:creationId xmlns:a16="http://schemas.microsoft.com/office/drawing/2014/main" id="{13A5B4A8-1C93-0802-1DBE-CA302997B0FB}"/>
                  </a:ext>
                </a:extLst>
              </p:cNvPr>
              <p:cNvSpPr/>
              <p:nvPr/>
            </p:nvSpPr>
            <p:spPr>
              <a:xfrm>
                <a:off x="9387784" y="5168536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97" name="Freeform: Shape 6496">
                <a:extLst>
                  <a:ext uri="{FF2B5EF4-FFF2-40B4-BE49-F238E27FC236}">
                    <a16:creationId xmlns:a16="http://schemas.microsoft.com/office/drawing/2014/main" id="{75525678-8EE1-7429-94A7-86427CCBB8E9}"/>
                  </a:ext>
                </a:extLst>
              </p:cNvPr>
              <p:cNvSpPr/>
              <p:nvPr/>
            </p:nvSpPr>
            <p:spPr>
              <a:xfrm>
                <a:off x="9388799" y="5168743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6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98" name="Freeform: Shape 6497">
                <a:extLst>
                  <a:ext uri="{FF2B5EF4-FFF2-40B4-BE49-F238E27FC236}">
                    <a16:creationId xmlns:a16="http://schemas.microsoft.com/office/drawing/2014/main" id="{AB9AB725-A267-AC86-A4B6-C06DE73AF602}"/>
                  </a:ext>
                </a:extLst>
              </p:cNvPr>
              <p:cNvSpPr/>
              <p:nvPr/>
            </p:nvSpPr>
            <p:spPr>
              <a:xfrm>
                <a:off x="9389762" y="516884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7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499" name="Freeform: Shape 6498">
                <a:extLst>
                  <a:ext uri="{FF2B5EF4-FFF2-40B4-BE49-F238E27FC236}">
                    <a16:creationId xmlns:a16="http://schemas.microsoft.com/office/drawing/2014/main" id="{EDFD212B-F175-BB5A-5A80-5F0DAD54D8BE}"/>
                  </a:ext>
                </a:extLst>
              </p:cNvPr>
              <p:cNvSpPr/>
              <p:nvPr/>
            </p:nvSpPr>
            <p:spPr>
              <a:xfrm>
                <a:off x="9390721" y="516895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7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00" name="Freeform: Shape 6499">
                <a:extLst>
                  <a:ext uri="{FF2B5EF4-FFF2-40B4-BE49-F238E27FC236}">
                    <a16:creationId xmlns:a16="http://schemas.microsoft.com/office/drawing/2014/main" id="{383D2B1B-840E-6095-36D5-89C5114103B1}"/>
                  </a:ext>
                </a:extLst>
              </p:cNvPr>
              <p:cNvSpPr/>
              <p:nvPr/>
            </p:nvSpPr>
            <p:spPr>
              <a:xfrm>
                <a:off x="9391653" y="516902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01" name="Freeform: Shape 6500">
                <a:extLst>
                  <a:ext uri="{FF2B5EF4-FFF2-40B4-BE49-F238E27FC236}">
                    <a16:creationId xmlns:a16="http://schemas.microsoft.com/office/drawing/2014/main" id="{F3822A21-7BAF-57F1-3DF3-18E4E0B2278F}"/>
                  </a:ext>
                </a:extLst>
              </p:cNvPr>
              <p:cNvSpPr/>
              <p:nvPr/>
            </p:nvSpPr>
            <p:spPr>
              <a:xfrm>
                <a:off x="9392513" y="516892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02" name="Freeform: Shape 6501">
                <a:extLst>
                  <a:ext uri="{FF2B5EF4-FFF2-40B4-BE49-F238E27FC236}">
                    <a16:creationId xmlns:a16="http://schemas.microsoft.com/office/drawing/2014/main" id="{25AF2298-88B1-C904-963C-43532B9B323E}"/>
                  </a:ext>
                </a:extLst>
              </p:cNvPr>
              <p:cNvSpPr/>
              <p:nvPr/>
            </p:nvSpPr>
            <p:spPr>
              <a:xfrm>
                <a:off x="9393372" y="516883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03" name="Freeform: Shape 6502">
                <a:extLst>
                  <a:ext uri="{FF2B5EF4-FFF2-40B4-BE49-F238E27FC236}">
                    <a16:creationId xmlns:a16="http://schemas.microsoft.com/office/drawing/2014/main" id="{18B6C344-16ED-214B-3980-FA96EF319BD5}"/>
                  </a:ext>
                </a:extLst>
              </p:cNvPr>
              <p:cNvSpPr/>
              <p:nvPr/>
            </p:nvSpPr>
            <p:spPr>
              <a:xfrm>
                <a:off x="9394253" y="516880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04" name="Freeform: Shape 6503">
                <a:extLst>
                  <a:ext uri="{FF2B5EF4-FFF2-40B4-BE49-F238E27FC236}">
                    <a16:creationId xmlns:a16="http://schemas.microsoft.com/office/drawing/2014/main" id="{AF98D7C9-897E-10FF-5A7A-1899ACC6920B}"/>
                  </a:ext>
                </a:extLst>
              </p:cNvPr>
              <p:cNvSpPr/>
              <p:nvPr/>
            </p:nvSpPr>
            <p:spPr>
              <a:xfrm>
                <a:off x="9395088" y="516866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05" name="Freeform: Shape 6504">
                <a:extLst>
                  <a:ext uri="{FF2B5EF4-FFF2-40B4-BE49-F238E27FC236}">
                    <a16:creationId xmlns:a16="http://schemas.microsoft.com/office/drawing/2014/main" id="{E8A25A3E-11B1-14B2-2182-A2526752EE7A}"/>
                  </a:ext>
                </a:extLst>
              </p:cNvPr>
              <p:cNvSpPr/>
              <p:nvPr/>
            </p:nvSpPr>
            <p:spPr>
              <a:xfrm>
                <a:off x="9395923" y="516853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06" name="Freeform: Shape 6505">
                <a:extLst>
                  <a:ext uri="{FF2B5EF4-FFF2-40B4-BE49-F238E27FC236}">
                    <a16:creationId xmlns:a16="http://schemas.microsoft.com/office/drawing/2014/main" id="{C002061B-2300-D20F-BBCF-76A9C761DE6B}"/>
                  </a:ext>
                </a:extLst>
              </p:cNvPr>
              <p:cNvSpPr/>
              <p:nvPr/>
            </p:nvSpPr>
            <p:spPr>
              <a:xfrm>
                <a:off x="9396822" y="516857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07" name="Freeform: Shape 6506">
                <a:extLst>
                  <a:ext uri="{FF2B5EF4-FFF2-40B4-BE49-F238E27FC236}">
                    <a16:creationId xmlns:a16="http://schemas.microsoft.com/office/drawing/2014/main" id="{4DAB1F1D-0E0F-762E-5BE7-008722732970}"/>
                  </a:ext>
                </a:extLst>
              </p:cNvPr>
              <p:cNvSpPr/>
              <p:nvPr/>
            </p:nvSpPr>
            <p:spPr>
              <a:xfrm>
                <a:off x="9397781" y="516879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08" name="Freeform: Shape 6507">
                <a:extLst>
                  <a:ext uri="{FF2B5EF4-FFF2-40B4-BE49-F238E27FC236}">
                    <a16:creationId xmlns:a16="http://schemas.microsoft.com/office/drawing/2014/main" id="{2E444BAF-75DA-1B50-71A7-5F3001F71545}"/>
                  </a:ext>
                </a:extLst>
              </p:cNvPr>
              <p:cNvSpPr/>
              <p:nvPr/>
            </p:nvSpPr>
            <p:spPr>
              <a:xfrm>
                <a:off x="9398571" y="516857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09" name="Freeform: Shape 6508">
                <a:extLst>
                  <a:ext uri="{FF2B5EF4-FFF2-40B4-BE49-F238E27FC236}">
                    <a16:creationId xmlns:a16="http://schemas.microsoft.com/office/drawing/2014/main" id="{A8ADABCD-8F9D-5546-9741-255CE8FBFF56}"/>
                  </a:ext>
                </a:extLst>
              </p:cNvPr>
              <p:cNvSpPr/>
              <p:nvPr/>
            </p:nvSpPr>
            <p:spPr>
              <a:xfrm>
                <a:off x="9399443" y="516857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10" name="Freeform: Shape 6509">
                <a:extLst>
                  <a:ext uri="{FF2B5EF4-FFF2-40B4-BE49-F238E27FC236}">
                    <a16:creationId xmlns:a16="http://schemas.microsoft.com/office/drawing/2014/main" id="{5E22D9A7-5B47-284A-DA02-A8C9CEA5B942}"/>
                  </a:ext>
                </a:extLst>
              </p:cNvPr>
              <p:cNvSpPr/>
              <p:nvPr/>
            </p:nvSpPr>
            <p:spPr>
              <a:xfrm>
                <a:off x="9400353" y="516870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11" name="Freeform: Shape 6510">
                <a:extLst>
                  <a:ext uri="{FF2B5EF4-FFF2-40B4-BE49-F238E27FC236}">
                    <a16:creationId xmlns:a16="http://schemas.microsoft.com/office/drawing/2014/main" id="{3347B047-77B7-20E4-384A-35FD667874C6}"/>
                  </a:ext>
                </a:extLst>
              </p:cNvPr>
              <p:cNvSpPr/>
              <p:nvPr/>
            </p:nvSpPr>
            <p:spPr>
              <a:xfrm>
                <a:off x="9401220" y="516871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7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12" name="Freeform: Shape 6511">
                <a:extLst>
                  <a:ext uri="{FF2B5EF4-FFF2-40B4-BE49-F238E27FC236}">
                    <a16:creationId xmlns:a16="http://schemas.microsoft.com/office/drawing/2014/main" id="{98EB7ED8-296E-A535-CCF7-8C59BEC6721B}"/>
                  </a:ext>
                </a:extLst>
              </p:cNvPr>
              <p:cNvSpPr/>
              <p:nvPr/>
            </p:nvSpPr>
            <p:spPr>
              <a:xfrm>
                <a:off x="9402028" y="516857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7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13" name="Freeform: Shape 6512">
                <a:extLst>
                  <a:ext uri="{FF2B5EF4-FFF2-40B4-BE49-F238E27FC236}">
                    <a16:creationId xmlns:a16="http://schemas.microsoft.com/office/drawing/2014/main" id="{13A3B3F6-BC5D-AF5D-6610-47FCA01C0875}"/>
                  </a:ext>
                </a:extLst>
              </p:cNvPr>
              <p:cNvSpPr/>
              <p:nvPr/>
            </p:nvSpPr>
            <p:spPr>
              <a:xfrm>
                <a:off x="9402874" y="516854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8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14" name="Freeform: Shape 6513">
                <a:extLst>
                  <a:ext uri="{FF2B5EF4-FFF2-40B4-BE49-F238E27FC236}">
                    <a16:creationId xmlns:a16="http://schemas.microsoft.com/office/drawing/2014/main" id="{CD7795BD-03E5-09C8-7AD3-035315F0389E}"/>
                  </a:ext>
                </a:extLst>
              </p:cNvPr>
              <p:cNvSpPr/>
              <p:nvPr/>
            </p:nvSpPr>
            <p:spPr>
              <a:xfrm>
                <a:off x="9403719" y="516852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15" name="Freeform: Shape 6514">
                <a:extLst>
                  <a:ext uri="{FF2B5EF4-FFF2-40B4-BE49-F238E27FC236}">
                    <a16:creationId xmlns:a16="http://schemas.microsoft.com/office/drawing/2014/main" id="{76A700AD-61FD-78E0-FA33-CD855758C989}"/>
                  </a:ext>
                </a:extLst>
              </p:cNvPr>
              <p:cNvSpPr/>
              <p:nvPr/>
            </p:nvSpPr>
            <p:spPr>
              <a:xfrm>
                <a:off x="9404635" y="516873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16" name="Freeform: Shape 6515">
                <a:extLst>
                  <a:ext uri="{FF2B5EF4-FFF2-40B4-BE49-F238E27FC236}">
                    <a16:creationId xmlns:a16="http://schemas.microsoft.com/office/drawing/2014/main" id="{62B9887A-013C-C397-65F3-C40AD58BF337}"/>
                  </a:ext>
                </a:extLst>
              </p:cNvPr>
              <p:cNvSpPr/>
              <p:nvPr/>
            </p:nvSpPr>
            <p:spPr>
              <a:xfrm>
                <a:off x="9405511" y="516883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17" name="Freeform: Shape 6516">
                <a:extLst>
                  <a:ext uri="{FF2B5EF4-FFF2-40B4-BE49-F238E27FC236}">
                    <a16:creationId xmlns:a16="http://schemas.microsoft.com/office/drawing/2014/main" id="{86D7B121-0EED-B9D1-B353-E2758D4342AD}"/>
                  </a:ext>
                </a:extLst>
              </p:cNvPr>
              <p:cNvSpPr/>
              <p:nvPr/>
            </p:nvSpPr>
            <p:spPr>
              <a:xfrm>
                <a:off x="9406332" y="5168775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18" name="Freeform: Shape 6517">
                <a:extLst>
                  <a:ext uri="{FF2B5EF4-FFF2-40B4-BE49-F238E27FC236}">
                    <a16:creationId xmlns:a16="http://schemas.microsoft.com/office/drawing/2014/main" id="{3BE85481-8A19-085F-DED8-0116FD56BA6E}"/>
                  </a:ext>
                </a:extLst>
              </p:cNvPr>
              <p:cNvSpPr/>
              <p:nvPr/>
            </p:nvSpPr>
            <p:spPr>
              <a:xfrm>
                <a:off x="9407222" y="516895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79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19" name="Freeform: Shape 6518">
                <a:extLst>
                  <a:ext uri="{FF2B5EF4-FFF2-40B4-BE49-F238E27FC236}">
                    <a16:creationId xmlns:a16="http://schemas.microsoft.com/office/drawing/2014/main" id="{8F8B00B4-9FC8-8250-2E23-08E7C943755A}"/>
                  </a:ext>
                </a:extLst>
              </p:cNvPr>
              <p:cNvSpPr/>
              <p:nvPr/>
            </p:nvSpPr>
            <p:spPr>
              <a:xfrm>
                <a:off x="9408124" y="516918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20" name="Freeform: Shape 6519">
                <a:extLst>
                  <a:ext uri="{FF2B5EF4-FFF2-40B4-BE49-F238E27FC236}">
                    <a16:creationId xmlns:a16="http://schemas.microsoft.com/office/drawing/2014/main" id="{D2C4A332-2614-EE8D-3372-FE43FC492100}"/>
                  </a:ext>
                </a:extLst>
              </p:cNvPr>
              <p:cNvSpPr/>
              <p:nvPr/>
            </p:nvSpPr>
            <p:spPr>
              <a:xfrm>
                <a:off x="9408989" y="516931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21" name="Freeform: Shape 6520">
                <a:extLst>
                  <a:ext uri="{FF2B5EF4-FFF2-40B4-BE49-F238E27FC236}">
                    <a16:creationId xmlns:a16="http://schemas.microsoft.com/office/drawing/2014/main" id="{B3F5F80B-A7ED-BC98-AF1C-89FCB0B7A68D}"/>
                  </a:ext>
                </a:extLst>
              </p:cNvPr>
              <p:cNvSpPr/>
              <p:nvPr/>
            </p:nvSpPr>
            <p:spPr>
              <a:xfrm>
                <a:off x="9409819" y="5169335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7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22" name="Freeform: Shape 6521">
                <a:extLst>
                  <a:ext uri="{FF2B5EF4-FFF2-40B4-BE49-F238E27FC236}">
                    <a16:creationId xmlns:a16="http://schemas.microsoft.com/office/drawing/2014/main" id="{4CF8023E-4C63-8422-B56E-C3C197482277}"/>
                  </a:ext>
                </a:extLst>
              </p:cNvPr>
              <p:cNvSpPr/>
              <p:nvPr/>
            </p:nvSpPr>
            <p:spPr>
              <a:xfrm>
                <a:off x="9410615" y="516924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23" name="Freeform: Shape 6522">
                <a:extLst>
                  <a:ext uri="{FF2B5EF4-FFF2-40B4-BE49-F238E27FC236}">
                    <a16:creationId xmlns:a16="http://schemas.microsoft.com/office/drawing/2014/main" id="{AC425953-1037-A33A-594F-6987CC7240BD}"/>
                  </a:ext>
                </a:extLst>
              </p:cNvPr>
              <p:cNvSpPr/>
              <p:nvPr/>
            </p:nvSpPr>
            <p:spPr>
              <a:xfrm>
                <a:off x="9411427" y="516921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24" name="Freeform: Shape 6523">
                <a:extLst>
                  <a:ext uri="{FF2B5EF4-FFF2-40B4-BE49-F238E27FC236}">
                    <a16:creationId xmlns:a16="http://schemas.microsoft.com/office/drawing/2014/main" id="{4CC6F1E5-F2DC-77B5-F26A-18DF779F9B02}"/>
                  </a:ext>
                </a:extLst>
              </p:cNvPr>
              <p:cNvSpPr/>
              <p:nvPr/>
            </p:nvSpPr>
            <p:spPr>
              <a:xfrm>
                <a:off x="9412269" y="516930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25" name="Freeform: Shape 6524">
                <a:extLst>
                  <a:ext uri="{FF2B5EF4-FFF2-40B4-BE49-F238E27FC236}">
                    <a16:creationId xmlns:a16="http://schemas.microsoft.com/office/drawing/2014/main" id="{BA414160-42CE-4508-B160-52F9D35BBEB8}"/>
                  </a:ext>
                </a:extLst>
              </p:cNvPr>
              <p:cNvSpPr/>
              <p:nvPr/>
            </p:nvSpPr>
            <p:spPr>
              <a:xfrm>
                <a:off x="9413093" y="516934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26" name="Freeform: Shape 6525">
                <a:extLst>
                  <a:ext uri="{FF2B5EF4-FFF2-40B4-BE49-F238E27FC236}">
                    <a16:creationId xmlns:a16="http://schemas.microsoft.com/office/drawing/2014/main" id="{4D81A53C-3F1B-E97F-03D6-36E5BBB0D914}"/>
                  </a:ext>
                </a:extLst>
              </p:cNvPr>
              <p:cNvSpPr/>
              <p:nvPr/>
            </p:nvSpPr>
            <p:spPr>
              <a:xfrm>
                <a:off x="9413743" y="5168685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8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27" name="Freeform: Shape 6526">
                <a:extLst>
                  <a:ext uri="{FF2B5EF4-FFF2-40B4-BE49-F238E27FC236}">
                    <a16:creationId xmlns:a16="http://schemas.microsoft.com/office/drawing/2014/main" id="{D09E4102-302B-34B9-08DD-64E5CF971786}"/>
                  </a:ext>
                </a:extLst>
              </p:cNvPr>
              <p:cNvSpPr/>
              <p:nvPr/>
            </p:nvSpPr>
            <p:spPr>
              <a:xfrm>
                <a:off x="9414541" y="516861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8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28" name="Freeform: Shape 6527">
                <a:extLst>
                  <a:ext uri="{FF2B5EF4-FFF2-40B4-BE49-F238E27FC236}">
                    <a16:creationId xmlns:a16="http://schemas.microsoft.com/office/drawing/2014/main" id="{212889FB-E911-BA28-9A76-F5E737C4A482}"/>
                  </a:ext>
                </a:extLst>
              </p:cNvPr>
              <p:cNvSpPr/>
              <p:nvPr/>
            </p:nvSpPr>
            <p:spPr>
              <a:xfrm>
                <a:off x="9415365" y="5168671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9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29" name="Freeform: Shape 6528">
                <a:extLst>
                  <a:ext uri="{FF2B5EF4-FFF2-40B4-BE49-F238E27FC236}">
                    <a16:creationId xmlns:a16="http://schemas.microsoft.com/office/drawing/2014/main" id="{023082A1-8C65-12EC-B545-541FD2B6510F}"/>
                  </a:ext>
                </a:extLst>
              </p:cNvPr>
              <p:cNvSpPr/>
              <p:nvPr/>
            </p:nvSpPr>
            <p:spPr>
              <a:xfrm>
                <a:off x="9416200" y="5168790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9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30" name="Freeform: Shape 6529">
                <a:extLst>
                  <a:ext uri="{FF2B5EF4-FFF2-40B4-BE49-F238E27FC236}">
                    <a16:creationId xmlns:a16="http://schemas.microsoft.com/office/drawing/2014/main" id="{4DBB4C50-16E4-8E9A-845A-6F7D2FC1F812}"/>
                  </a:ext>
                </a:extLst>
              </p:cNvPr>
              <p:cNvSpPr/>
              <p:nvPr/>
            </p:nvSpPr>
            <p:spPr>
              <a:xfrm>
                <a:off x="9417007" y="5168797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31" name="Freeform: Shape 6530">
                <a:extLst>
                  <a:ext uri="{FF2B5EF4-FFF2-40B4-BE49-F238E27FC236}">
                    <a16:creationId xmlns:a16="http://schemas.microsoft.com/office/drawing/2014/main" id="{46C05FC6-64DA-84FB-5F8D-506ED6A65097}"/>
                  </a:ext>
                </a:extLst>
              </p:cNvPr>
              <p:cNvSpPr/>
              <p:nvPr/>
            </p:nvSpPr>
            <p:spPr>
              <a:xfrm>
                <a:off x="9417801" y="5168749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32" name="Freeform: Shape 6531">
                <a:extLst>
                  <a:ext uri="{FF2B5EF4-FFF2-40B4-BE49-F238E27FC236}">
                    <a16:creationId xmlns:a16="http://schemas.microsoft.com/office/drawing/2014/main" id="{AFD89920-F046-9B28-76F6-567D25118F6D}"/>
                  </a:ext>
                </a:extLst>
              </p:cNvPr>
              <p:cNvSpPr/>
              <p:nvPr/>
            </p:nvSpPr>
            <p:spPr>
              <a:xfrm>
                <a:off x="9418654" y="5169003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33" name="Freeform: Shape 6532">
                <a:extLst>
                  <a:ext uri="{FF2B5EF4-FFF2-40B4-BE49-F238E27FC236}">
                    <a16:creationId xmlns:a16="http://schemas.microsoft.com/office/drawing/2014/main" id="{F7A86DBE-E73C-9E16-50FE-54F92DB0EA63}"/>
                  </a:ext>
                </a:extLst>
              </p:cNvPr>
              <p:cNvSpPr/>
              <p:nvPr/>
            </p:nvSpPr>
            <p:spPr>
              <a:xfrm>
                <a:off x="9419516" y="5169321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34" name="Freeform: Shape 6533">
                <a:extLst>
                  <a:ext uri="{FF2B5EF4-FFF2-40B4-BE49-F238E27FC236}">
                    <a16:creationId xmlns:a16="http://schemas.microsoft.com/office/drawing/2014/main" id="{84E46D3F-2359-1792-93D3-B7974505A597}"/>
                  </a:ext>
                </a:extLst>
              </p:cNvPr>
              <p:cNvSpPr/>
              <p:nvPr/>
            </p:nvSpPr>
            <p:spPr>
              <a:xfrm>
                <a:off x="9420338" y="5169467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0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7" y="2464"/>
                      <a:pt x="237" y="3306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35" name="Freeform: Shape 6534">
                <a:extLst>
                  <a:ext uri="{FF2B5EF4-FFF2-40B4-BE49-F238E27FC236}">
                    <a16:creationId xmlns:a16="http://schemas.microsoft.com/office/drawing/2014/main" id="{E2F2A283-74B6-3C49-C0AD-866FB962A39E}"/>
                  </a:ext>
                </a:extLst>
              </p:cNvPr>
              <p:cNvSpPr/>
              <p:nvPr/>
            </p:nvSpPr>
            <p:spPr>
              <a:xfrm>
                <a:off x="9421124" y="5169441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6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7" y="2464"/>
                      <a:pt x="237" y="3306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36" name="Freeform: Shape 6535">
                <a:extLst>
                  <a:ext uri="{FF2B5EF4-FFF2-40B4-BE49-F238E27FC236}">
                    <a16:creationId xmlns:a16="http://schemas.microsoft.com/office/drawing/2014/main" id="{F2179B8C-2E4C-8F28-470A-4F8B5F8C2C12}"/>
                  </a:ext>
                </a:extLst>
              </p:cNvPr>
              <p:cNvSpPr/>
              <p:nvPr/>
            </p:nvSpPr>
            <p:spPr>
              <a:xfrm>
                <a:off x="9421878" y="5169241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6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7" y="2464"/>
                      <a:pt x="237" y="3306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37" name="Freeform: Shape 6536">
                <a:extLst>
                  <a:ext uri="{FF2B5EF4-FFF2-40B4-BE49-F238E27FC236}">
                    <a16:creationId xmlns:a16="http://schemas.microsoft.com/office/drawing/2014/main" id="{6827B477-E1BC-24B3-5574-40687C8BA86E}"/>
                  </a:ext>
                </a:extLst>
              </p:cNvPr>
              <p:cNvSpPr/>
              <p:nvPr/>
            </p:nvSpPr>
            <p:spPr>
              <a:xfrm>
                <a:off x="9422654" y="5169165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8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6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38" name="Freeform: Shape 6537">
                <a:extLst>
                  <a:ext uri="{FF2B5EF4-FFF2-40B4-BE49-F238E27FC236}">
                    <a16:creationId xmlns:a16="http://schemas.microsoft.com/office/drawing/2014/main" id="{787137DA-D73F-FE64-FB96-F5B6C3723295}"/>
                  </a:ext>
                </a:extLst>
              </p:cNvPr>
              <p:cNvSpPr/>
              <p:nvPr/>
            </p:nvSpPr>
            <p:spPr>
              <a:xfrm>
                <a:off x="9423430" y="5169094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39" name="Freeform: Shape 6538">
                <a:extLst>
                  <a:ext uri="{FF2B5EF4-FFF2-40B4-BE49-F238E27FC236}">
                    <a16:creationId xmlns:a16="http://schemas.microsoft.com/office/drawing/2014/main" id="{9D9D3F10-B796-F383-D3BD-0DF87F7A1DD3}"/>
                  </a:ext>
                </a:extLst>
              </p:cNvPr>
              <p:cNvSpPr/>
              <p:nvPr/>
            </p:nvSpPr>
            <p:spPr>
              <a:xfrm>
                <a:off x="9424206" y="5169027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40" name="Freeform: Shape 6539">
                <a:extLst>
                  <a:ext uri="{FF2B5EF4-FFF2-40B4-BE49-F238E27FC236}">
                    <a16:creationId xmlns:a16="http://schemas.microsoft.com/office/drawing/2014/main" id="{EE5E8F2C-84E5-1B4E-6D7A-A8B86BE6A6C0}"/>
                  </a:ext>
                </a:extLst>
              </p:cNvPr>
              <p:cNvSpPr/>
              <p:nvPr/>
            </p:nvSpPr>
            <p:spPr>
              <a:xfrm>
                <a:off x="9424982" y="5168965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41" name="Freeform: Shape 6540">
                <a:extLst>
                  <a:ext uri="{FF2B5EF4-FFF2-40B4-BE49-F238E27FC236}">
                    <a16:creationId xmlns:a16="http://schemas.microsoft.com/office/drawing/2014/main" id="{75BC398F-D9AD-977E-4BE5-5C6FAF73E7E1}"/>
                  </a:ext>
                </a:extLst>
              </p:cNvPr>
              <p:cNvSpPr/>
              <p:nvPr/>
            </p:nvSpPr>
            <p:spPr>
              <a:xfrm>
                <a:off x="9425785" y="5169087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42" name="Freeform: Shape 6541">
                <a:extLst>
                  <a:ext uri="{FF2B5EF4-FFF2-40B4-BE49-F238E27FC236}">
                    <a16:creationId xmlns:a16="http://schemas.microsoft.com/office/drawing/2014/main" id="{ABD245B5-CFD4-EB47-ADD7-93A2FD9B3C80}"/>
                  </a:ext>
                </a:extLst>
              </p:cNvPr>
              <p:cNvSpPr/>
              <p:nvPr/>
            </p:nvSpPr>
            <p:spPr>
              <a:xfrm>
                <a:off x="9426577" y="5169155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1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43" name="Freeform: Shape 6542">
                <a:extLst>
                  <a:ext uri="{FF2B5EF4-FFF2-40B4-BE49-F238E27FC236}">
                    <a16:creationId xmlns:a16="http://schemas.microsoft.com/office/drawing/2014/main" id="{E1DCCF7E-BB52-3593-85F1-E41403809F66}"/>
                  </a:ext>
                </a:extLst>
              </p:cNvPr>
              <p:cNvSpPr/>
              <p:nvPr/>
            </p:nvSpPr>
            <p:spPr>
              <a:xfrm>
                <a:off x="9427360" y="5169168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1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44" name="Freeform: Shape 6543">
                <a:extLst>
                  <a:ext uri="{FF2B5EF4-FFF2-40B4-BE49-F238E27FC236}">
                    <a16:creationId xmlns:a16="http://schemas.microsoft.com/office/drawing/2014/main" id="{79B95CDD-B53D-AFEE-7EF7-0960963DE4A8}"/>
                  </a:ext>
                </a:extLst>
              </p:cNvPr>
              <p:cNvSpPr/>
              <p:nvPr/>
            </p:nvSpPr>
            <p:spPr>
              <a:xfrm>
                <a:off x="9466570" y="5170168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5" y="1062"/>
                    </a:cubicBezTo>
                    <a:cubicBezTo>
                      <a:pt x="5060" y="468"/>
                      <a:pt x="4254" y="133"/>
                      <a:pt x="3413" y="133"/>
                    </a:cubicBezTo>
                    <a:cubicBezTo>
                      <a:pt x="2571" y="133"/>
                      <a:pt x="1765" y="468"/>
                      <a:pt x="1170" y="1062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45" name="Freeform: Shape 6544">
                <a:extLst>
                  <a:ext uri="{FF2B5EF4-FFF2-40B4-BE49-F238E27FC236}">
                    <a16:creationId xmlns:a16="http://schemas.microsoft.com/office/drawing/2014/main" id="{657103BC-078C-A5FD-ACB3-6F0E4E46C3D8}"/>
                  </a:ext>
                </a:extLst>
              </p:cNvPr>
              <p:cNvSpPr/>
              <p:nvPr/>
            </p:nvSpPr>
            <p:spPr>
              <a:xfrm>
                <a:off x="9467329" y="517030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5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46" name="Freeform: Shape 6545">
                <a:extLst>
                  <a:ext uri="{FF2B5EF4-FFF2-40B4-BE49-F238E27FC236}">
                    <a16:creationId xmlns:a16="http://schemas.microsoft.com/office/drawing/2014/main" id="{584ABEC4-B6F2-1834-E7BB-F08075B17644}"/>
                  </a:ext>
                </a:extLst>
              </p:cNvPr>
              <p:cNvSpPr/>
              <p:nvPr/>
            </p:nvSpPr>
            <p:spPr>
              <a:xfrm>
                <a:off x="9468178" y="5169975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47" name="Freeform: Shape 6546">
                <a:extLst>
                  <a:ext uri="{FF2B5EF4-FFF2-40B4-BE49-F238E27FC236}">
                    <a16:creationId xmlns:a16="http://schemas.microsoft.com/office/drawing/2014/main" id="{9804BBCF-ABD7-398E-C0DB-3B83209E3F82}"/>
                  </a:ext>
                </a:extLst>
              </p:cNvPr>
              <p:cNvSpPr/>
              <p:nvPr/>
            </p:nvSpPr>
            <p:spPr>
              <a:xfrm>
                <a:off x="9468974" y="5169945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48" name="Freeform: Shape 6547">
                <a:extLst>
                  <a:ext uri="{FF2B5EF4-FFF2-40B4-BE49-F238E27FC236}">
                    <a16:creationId xmlns:a16="http://schemas.microsoft.com/office/drawing/2014/main" id="{72936B8B-260F-7099-3024-632796DCEA2B}"/>
                  </a:ext>
                </a:extLst>
              </p:cNvPr>
              <p:cNvSpPr/>
              <p:nvPr/>
            </p:nvSpPr>
            <p:spPr>
              <a:xfrm>
                <a:off x="9469734" y="5170099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5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49" name="Freeform: Shape 6548">
                <a:extLst>
                  <a:ext uri="{FF2B5EF4-FFF2-40B4-BE49-F238E27FC236}">
                    <a16:creationId xmlns:a16="http://schemas.microsoft.com/office/drawing/2014/main" id="{441224CC-168B-AD4E-5F4D-6B3461B9E6BA}"/>
                  </a:ext>
                </a:extLst>
              </p:cNvPr>
              <p:cNvSpPr/>
              <p:nvPr/>
            </p:nvSpPr>
            <p:spPr>
              <a:xfrm>
                <a:off x="9470581" y="5169843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4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6" y="1657"/>
                      <a:pt x="241" y="2464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50" name="Freeform: Shape 6549">
                <a:extLst>
                  <a:ext uri="{FF2B5EF4-FFF2-40B4-BE49-F238E27FC236}">
                    <a16:creationId xmlns:a16="http://schemas.microsoft.com/office/drawing/2014/main" id="{93C7D18F-E642-ADDE-1F0D-42211AD2F98A}"/>
                  </a:ext>
                </a:extLst>
              </p:cNvPr>
              <p:cNvSpPr/>
              <p:nvPr/>
            </p:nvSpPr>
            <p:spPr>
              <a:xfrm>
                <a:off x="9471368" y="5169888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4"/>
                      <a:pt x="6250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6" y="1657"/>
                      <a:pt x="241" y="2464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51" name="Freeform: Shape 6550">
                <a:extLst>
                  <a:ext uri="{FF2B5EF4-FFF2-40B4-BE49-F238E27FC236}">
                    <a16:creationId xmlns:a16="http://schemas.microsoft.com/office/drawing/2014/main" id="{DE54AFAE-1BF0-2189-D71D-F6454CD6CE72}"/>
                  </a:ext>
                </a:extLst>
              </p:cNvPr>
              <p:cNvSpPr/>
              <p:nvPr/>
            </p:nvSpPr>
            <p:spPr>
              <a:xfrm>
                <a:off x="9472155" y="5169938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4"/>
                      <a:pt x="6250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6" y="1657"/>
                      <a:pt x="241" y="2464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52" name="Freeform: Shape 6551">
                <a:extLst>
                  <a:ext uri="{FF2B5EF4-FFF2-40B4-BE49-F238E27FC236}">
                    <a16:creationId xmlns:a16="http://schemas.microsoft.com/office/drawing/2014/main" id="{9E2C60B7-B00E-F7A3-2A55-024E9E19935E}"/>
                  </a:ext>
                </a:extLst>
              </p:cNvPr>
              <p:cNvSpPr/>
              <p:nvPr/>
            </p:nvSpPr>
            <p:spPr>
              <a:xfrm>
                <a:off x="9472970" y="516987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2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4"/>
                      <a:pt x="6250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53" name="Freeform: Shape 6552">
                <a:extLst>
                  <a:ext uri="{FF2B5EF4-FFF2-40B4-BE49-F238E27FC236}">
                    <a16:creationId xmlns:a16="http://schemas.microsoft.com/office/drawing/2014/main" id="{BD051840-BAAB-EC8E-B18C-7443E86BD0E2}"/>
                  </a:ext>
                </a:extLst>
              </p:cNvPr>
              <p:cNvSpPr/>
              <p:nvPr/>
            </p:nvSpPr>
            <p:spPr>
              <a:xfrm>
                <a:off x="9473661" y="5170347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2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54" name="Freeform: Shape 6553">
                <a:extLst>
                  <a:ext uri="{FF2B5EF4-FFF2-40B4-BE49-F238E27FC236}">
                    <a16:creationId xmlns:a16="http://schemas.microsoft.com/office/drawing/2014/main" id="{EE582F02-80E0-9AA5-2DD8-2BC33747A53E}"/>
                  </a:ext>
                </a:extLst>
              </p:cNvPr>
              <p:cNvSpPr/>
              <p:nvPr/>
            </p:nvSpPr>
            <p:spPr>
              <a:xfrm>
                <a:off x="9474476" y="5170295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2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55" name="Freeform: Shape 6554">
                <a:extLst>
                  <a:ext uri="{FF2B5EF4-FFF2-40B4-BE49-F238E27FC236}">
                    <a16:creationId xmlns:a16="http://schemas.microsoft.com/office/drawing/2014/main" id="{D55AFDFB-91C6-25BD-B700-E08E23B90E43}"/>
                  </a:ext>
                </a:extLst>
              </p:cNvPr>
              <p:cNvSpPr/>
              <p:nvPr/>
            </p:nvSpPr>
            <p:spPr>
              <a:xfrm>
                <a:off x="9475279" y="517030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2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56" name="Freeform: Shape 6555">
                <a:extLst>
                  <a:ext uri="{FF2B5EF4-FFF2-40B4-BE49-F238E27FC236}">
                    <a16:creationId xmlns:a16="http://schemas.microsoft.com/office/drawing/2014/main" id="{261D860C-F3D2-F97F-7C25-593E613E4BFD}"/>
                  </a:ext>
                </a:extLst>
              </p:cNvPr>
              <p:cNvSpPr/>
              <p:nvPr/>
            </p:nvSpPr>
            <p:spPr>
              <a:xfrm>
                <a:off x="9476097" y="517026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2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57" name="Freeform: Shape 6556">
                <a:extLst>
                  <a:ext uri="{FF2B5EF4-FFF2-40B4-BE49-F238E27FC236}">
                    <a16:creationId xmlns:a16="http://schemas.microsoft.com/office/drawing/2014/main" id="{C65E2F7C-50B6-55E5-B58E-C568D627E46F}"/>
                  </a:ext>
                </a:extLst>
              </p:cNvPr>
              <p:cNvSpPr/>
              <p:nvPr/>
            </p:nvSpPr>
            <p:spPr>
              <a:xfrm>
                <a:off x="9476901" y="517028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6" y="468"/>
                      <a:pt x="1171" y="1062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58" name="Freeform: Shape 6557">
                <a:extLst>
                  <a:ext uri="{FF2B5EF4-FFF2-40B4-BE49-F238E27FC236}">
                    <a16:creationId xmlns:a16="http://schemas.microsoft.com/office/drawing/2014/main" id="{E14498A9-EA82-3968-9177-202E03845BAB}"/>
                  </a:ext>
                </a:extLst>
              </p:cNvPr>
              <p:cNvSpPr/>
              <p:nvPr/>
            </p:nvSpPr>
            <p:spPr>
              <a:xfrm>
                <a:off x="9477723" y="517025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2"/>
                    </a:cubicBezTo>
                    <a:cubicBezTo>
                      <a:pt x="5061" y="468"/>
                      <a:pt x="4255" y="133"/>
                      <a:pt x="3413" y="133"/>
                    </a:cubicBezTo>
                    <a:cubicBezTo>
                      <a:pt x="2572" y="133"/>
                      <a:pt x="1766" y="468"/>
                      <a:pt x="1171" y="1062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59" name="Freeform: Shape 6558">
                <a:extLst>
                  <a:ext uri="{FF2B5EF4-FFF2-40B4-BE49-F238E27FC236}">
                    <a16:creationId xmlns:a16="http://schemas.microsoft.com/office/drawing/2014/main" id="{E6A3E043-183E-17A7-E932-B845B4FB77F2}"/>
                  </a:ext>
                </a:extLst>
              </p:cNvPr>
              <p:cNvSpPr/>
              <p:nvPr/>
            </p:nvSpPr>
            <p:spPr>
              <a:xfrm>
                <a:off x="9478642" y="5169879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8"/>
                      <a:pt x="4255" y="133"/>
                      <a:pt x="3414" y="133"/>
                    </a:cubicBezTo>
                    <a:cubicBezTo>
                      <a:pt x="2572" y="133"/>
                      <a:pt x="1766" y="468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60" name="Freeform: Shape 6559">
                <a:extLst>
                  <a:ext uri="{FF2B5EF4-FFF2-40B4-BE49-F238E27FC236}">
                    <a16:creationId xmlns:a16="http://schemas.microsoft.com/office/drawing/2014/main" id="{81E3958C-9703-F64D-E741-E5C9171D662A}"/>
                  </a:ext>
                </a:extLst>
              </p:cNvPr>
              <p:cNvSpPr/>
              <p:nvPr/>
            </p:nvSpPr>
            <p:spPr>
              <a:xfrm>
                <a:off x="9479485" y="5169801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5" y="133"/>
                      <a:pt x="3414" y="133"/>
                    </a:cubicBezTo>
                    <a:cubicBezTo>
                      <a:pt x="2572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61" name="Freeform: Shape 6560">
                <a:extLst>
                  <a:ext uri="{FF2B5EF4-FFF2-40B4-BE49-F238E27FC236}">
                    <a16:creationId xmlns:a16="http://schemas.microsoft.com/office/drawing/2014/main" id="{8FC07184-3BB7-7E67-9C5F-4D2CFF5C0996}"/>
                  </a:ext>
                </a:extLst>
              </p:cNvPr>
              <p:cNvSpPr/>
              <p:nvPr/>
            </p:nvSpPr>
            <p:spPr>
              <a:xfrm>
                <a:off x="9480347" y="5169671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62" name="Freeform: Shape 6561">
                <a:extLst>
                  <a:ext uri="{FF2B5EF4-FFF2-40B4-BE49-F238E27FC236}">
                    <a16:creationId xmlns:a16="http://schemas.microsoft.com/office/drawing/2014/main" id="{10A10E5B-027A-5446-B515-3CE2602AB043}"/>
                  </a:ext>
                </a:extLst>
              </p:cNvPr>
              <p:cNvSpPr/>
              <p:nvPr/>
            </p:nvSpPr>
            <p:spPr>
              <a:xfrm>
                <a:off x="9481178" y="5169662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63" name="Freeform: Shape 6562">
                <a:extLst>
                  <a:ext uri="{FF2B5EF4-FFF2-40B4-BE49-F238E27FC236}">
                    <a16:creationId xmlns:a16="http://schemas.microsoft.com/office/drawing/2014/main" id="{3359EFFB-F8F9-B91F-393A-F5368228224C}"/>
                  </a:ext>
                </a:extLst>
              </p:cNvPr>
              <p:cNvSpPr/>
              <p:nvPr/>
            </p:nvSpPr>
            <p:spPr>
              <a:xfrm>
                <a:off x="9482010" y="5169659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64" name="Freeform: Shape 6563">
                <a:extLst>
                  <a:ext uri="{FF2B5EF4-FFF2-40B4-BE49-F238E27FC236}">
                    <a16:creationId xmlns:a16="http://schemas.microsoft.com/office/drawing/2014/main" id="{CEC56C6D-BC2B-054F-33B2-3E27475EF78C}"/>
                  </a:ext>
                </a:extLst>
              </p:cNvPr>
              <p:cNvSpPr/>
              <p:nvPr/>
            </p:nvSpPr>
            <p:spPr>
              <a:xfrm>
                <a:off x="9482843" y="5169662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65" name="Freeform: Shape 6564">
                <a:extLst>
                  <a:ext uri="{FF2B5EF4-FFF2-40B4-BE49-F238E27FC236}">
                    <a16:creationId xmlns:a16="http://schemas.microsoft.com/office/drawing/2014/main" id="{8D72E0B1-8E80-2DB8-BDD3-00883A107030}"/>
                  </a:ext>
                </a:extLst>
              </p:cNvPr>
              <p:cNvSpPr/>
              <p:nvPr/>
            </p:nvSpPr>
            <p:spPr>
              <a:xfrm>
                <a:off x="9483623" y="5169843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5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2" y="2464"/>
                      <a:pt x="242" y="3306"/>
                    </a:cubicBezTo>
                    <a:cubicBezTo>
                      <a:pt x="242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66" name="Freeform: Shape 6565">
                <a:extLst>
                  <a:ext uri="{FF2B5EF4-FFF2-40B4-BE49-F238E27FC236}">
                    <a16:creationId xmlns:a16="http://schemas.microsoft.com/office/drawing/2014/main" id="{5D5CED60-84A3-E755-4D1D-0860E28D78E2}"/>
                  </a:ext>
                </a:extLst>
              </p:cNvPr>
              <p:cNvSpPr/>
              <p:nvPr/>
            </p:nvSpPr>
            <p:spPr>
              <a:xfrm>
                <a:off x="9484477" y="5169799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2" y="2464"/>
                      <a:pt x="242" y="3306"/>
                    </a:cubicBezTo>
                    <a:cubicBezTo>
                      <a:pt x="242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67" name="Freeform: Shape 6566">
                <a:extLst>
                  <a:ext uri="{FF2B5EF4-FFF2-40B4-BE49-F238E27FC236}">
                    <a16:creationId xmlns:a16="http://schemas.microsoft.com/office/drawing/2014/main" id="{490F4626-1461-3392-8787-8D416AA41C1D}"/>
                  </a:ext>
                </a:extLst>
              </p:cNvPr>
              <p:cNvSpPr/>
              <p:nvPr/>
            </p:nvSpPr>
            <p:spPr>
              <a:xfrm>
                <a:off x="9485371" y="5169646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2" y="2464"/>
                      <a:pt x="242" y="3306"/>
                    </a:cubicBezTo>
                    <a:cubicBezTo>
                      <a:pt x="242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68" name="Freeform: Shape 6567">
                <a:extLst>
                  <a:ext uri="{FF2B5EF4-FFF2-40B4-BE49-F238E27FC236}">
                    <a16:creationId xmlns:a16="http://schemas.microsoft.com/office/drawing/2014/main" id="{2FCAA5D7-485F-239C-BA93-99292B816008}"/>
                  </a:ext>
                </a:extLst>
              </p:cNvPr>
              <p:cNvSpPr/>
              <p:nvPr/>
            </p:nvSpPr>
            <p:spPr>
              <a:xfrm>
                <a:off x="9486268" y="5169499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3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69" name="Freeform: Shape 6568">
                <a:extLst>
                  <a:ext uri="{FF2B5EF4-FFF2-40B4-BE49-F238E27FC236}">
                    <a16:creationId xmlns:a16="http://schemas.microsoft.com/office/drawing/2014/main" id="{3DA910B2-857A-E129-8F3C-823F169A1E76}"/>
                  </a:ext>
                </a:extLst>
              </p:cNvPr>
              <p:cNvSpPr/>
              <p:nvPr/>
            </p:nvSpPr>
            <p:spPr>
              <a:xfrm>
                <a:off x="9487129" y="5169473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70" name="Freeform: Shape 6569">
                <a:extLst>
                  <a:ext uri="{FF2B5EF4-FFF2-40B4-BE49-F238E27FC236}">
                    <a16:creationId xmlns:a16="http://schemas.microsoft.com/office/drawing/2014/main" id="{F818AD50-00D0-998D-2A24-661FB92D8006}"/>
                  </a:ext>
                </a:extLst>
              </p:cNvPr>
              <p:cNvSpPr/>
              <p:nvPr/>
            </p:nvSpPr>
            <p:spPr>
              <a:xfrm>
                <a:off x="9487932" y="5169623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71" name="Freeform: Shape 6570">
                <a:extLst>
                  <a:ext uri="{FF2B5EF4-FFF2-40B4-BE49-F238E27FC236}">
                    <a16:creationId xmlns:a16="http://schemas.microsoft.com/office/drawing/2014/main" id="{AF7D0401-96DD-627D-C3D3-4346ED34BDCF}"/>
                  </a:ext>
                </a:extLst>
              </p:cNvPr>
              <p:cNvSpPr/>
              <p:nvPr/>
            </p:nvSpPr>
            <p:spPr>
              <a:xfrm>
                <a:off x="9488775" y="5169666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72" name="Freeform: Shape 6571">
                <a:extLst>
                  <a:ext uri="{FF2B5EF4-FFF2-40B4-BE49-F238E27FC236}">
                    <a16:creationId xmlns:a16="http://schemas.microsoft.com/office/drawing/2014/main" id="{5A5A98E3-F2E1-509A-784E-9C20D87ACDF9}"/>
                  </a:ext>
                </a:extLst>
              </p:cNvPr>
              <p:cNvSpPr/>
              <p:nvPr/>
            </p:nvSpPr>
            <p:spPr>
              <a:xfrm>
                <a:off x="9489703" y="5169487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4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73" name="Freeform: Shape 6572">
                <a:extLst>
                  <a:ext uri="{FF2B5EF4-FFF2-40B4-BE49-F238E27FC236}">
                    <a16:creationId xmlns:a16="http://schemas.microsoft.com/office/drawing/2014/main" id="{A0049B5D-BC9E-9E83-945E-40110BCA84AD}"/>
                  </a:ext>
                </a:extLst>
              </p:cNvPr>
              <p:cNvSpPr/>
              <p:nvPr/>
            </p:nvSpPr>
            <p:spPr>
              <a:xfrm>
                <a:off x="9490508" y="5169654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4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74" name="Freeform: Shape 6573">
                <a:extLst>
                  <a:ext uri="{FF2B5EF4-FFF2-40B4-BE49-F238E27FC236}">
                    <a16:creationId xmlns:a16="http://schemas.microsoft.com/office/drawing/2014/main" id="{BB3CEBF6-AEB4-5BD4-C511-E6E1121EADAB}"/>
                  </a:ext>
                </a:extLst>
              </p:cNvPr>
              <p:cNvSpPr/>
              <p:nvPr/>
            </p:nvSpPr>
            <p:spPr>
              <a:xfrm>
                <a:off x="9491419" y="5169544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5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75" name="Freeform: Shape 6574">
                <a:extLst>
                  <a:ext uri="{FF2B5EF4-FFF2-40B4-BE49-F238E27FC236}">
                    <a16:creationId xmlns:a16="http://schemas.microsoft.com/office/drawing/2014/main" id="{54F1BF21-3782-2996-161F-74CE030AEAAD}"/>
                  </a:ext>
                </a:extLst>
              </p:cNvPr>
              <p:cNvSpPr/>
              <p:nvPr/>
            </p:nvSpPr>
            <p:spPr>
              <a:xfrm>
                <a:off x="9492269" y="5169609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5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76" name="Freeform: Shape 6575">
                <a:extLst>
                  <a:ext uri="{FF2B5EF4-FFF2-40B4-BE49-F238E27FC236}">
                    <a16:creationId xmlns:a16="http://schemas.microsoft.com/office/drawing/2014/main" id="{9F028C12-DDEF-68D6-C4C9-C9D4810B918C}"/>
                  </a:ext>
                </a:extLst>
              </p:cNvPr>
              <p:cNvSpPr/>
              <p:nvPr/>
            </p:nvSpPr>
            <p:spPr>
              <a:xfrm>
                <a:off x="9493119" y="5169681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77" name="Freeform: Shape 6576">
                <a:extLst>
                  <a:ext uri="{FF2B5EF4-FFF2-40B4-BE49-F238E27FC236}">
                    <a16:creationId xmlns:a16="http://schemas.microsoft.com/office/drawing/2014/main" id="{59F7CB78-5AB2-6E04-CD4C-BCC264C25A85}"/>
                  </a:ext>
                </a:extLst>
              </p:cNvPr>
              <p:cNvSpPr/>
              <p:nvPr/>
            </p:nvSpPr>
            <p:spPr>
              <a:xfrm>
                <a:off x="9494172" y="5169253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78" name="Freeform: Shape 6577">
                <a:extLst>
                  <a:ext uri="{FF2B5EF4-FFF2-40B4-BE49-F238E27FC236}">
                    <a16:creationId xmlns:a16="http://schemas.microsoft.com/office/drawing/2014/main" id="{5EF10B29-D39A-3FF3-5478-47DDBD96A5F3}"/>
                  </a:ext>
                </a:extLst>
              </p:cNvPr>
              <p:cNvSpPr/>
              <p:nvPr/>
            </p:nvSpPr>
            <p:spPr>
              <a:xfrm>
                <a:off x="9494936" y="5169561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79" name="Freeform: Shape 6578">
                <a:extLst>
                  <a:ext uri="{FF2B5EF4-FFF2-40B4-BE49-F238E27FC236}">
                    <a16:creationId xmlns:a16="http://schemas.microsoft.com/office/drawing/2014/main" id="{D3645645-F3DD-B3AB-C5E3-9BB320F0DCF0}"/>
                  </a:ext>
                </a:extLst>
              </p:cNvPr>
              <p:cNvSpPr/>
              <p:nvPr/>
            </p:nvSpPr>
            <p:spPr>
              <a:xfrm>
                <a:off x="9495722" y="5169818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6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80" name="Freeform: Shape 6579">
                <a:extLst>
                  <a:ext uri="{FF2B5EF4-FFF2-40B4-BE49-F238E27FC236}">
                    <a16:creationId xmlns:a16="http://schemas.microsoft.com/office/drawing/2014/main" id="{BF706EAC-E1E2-A992-FA08-C54DD197C774}"/>
                  </a:ext>
                </a:extLst>
              </p:cNvPr>
              <p:cNvSpPr/>
              <p:nvPr/>
            </p:nvSpPr>
            <p:spPr>
              <a:xfrm>
                <a:off x="9496600" y="5169857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6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8" y="1657"/>
                      <a:pt x="243" y="2464"/>
                      <a:pt x="243" y="3306"/>
                    </a:cubicBezTo>
                    <a:cubicBezTo>
                      <a:pt x="243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81" name="Freeform: Shape 6580">
                <a:extLst>
                  <a:ext uri="{FF2B5EF4-FFF2-40B4-BE49-F238E27FC236}">
                    <a16:creationId xmlns:a16="http://schemas.microsoft.com/office/drawing/2014/main" id="{28E08986-C0B1-ACE9-62AB-600D69DEDF75}"/>
                  </a:ext>
                </a:extLst>
              </p:cNvPr>
              <p:cNvSpPr/>
              <p:nvPr/>
            </p:nvSpPr>
            <p:spPr>
              <a:xfrm>
                <a:off x="9497479" y="5169903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7" y="4147"/>
                      <a:pt x="6587" y="3306"/>
                    </a:cubicBezTo>
                    <a:cubicBezTo>
                      <a:pt x="6587" y="2464"/>
                      <a:pt x="6252" y="1657"/>
                      <a:pt x="5658" y="1062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2" y="1062"/>
                    </a:cubicBezTo>
                    <a:cubicBezTo>
                      <a:pt x="578" y="1657"/>
                      <a:pt x="243" y="2464"/>
                      <a:pt x="243" y="3306"/>
                    </a:cubicBezTo>
                    <a:cubicBezTo>
                      <a:pt x="243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82" name="Freeform: Shape 6581">
                <a:extLst>
                  <a:ext uri="{FF2B5EF4-FFF2-40B4-BE49-F238E27FC236}">
                    <a16:creationId xmlns:a16="http://schemas.microsoft.com/office/drawing/2014/main" id="{0D2CD24E-02C5-BFB1-61BA-59130C1A707B}"/>
                  </a:ext>
                </a:extLst>
              </p:cNvPr>
              <p:cNvSpPr/>
              <p:nvPr/>
            </p:nvSpPr>
            <p:spPr>
              <a:xfrm>
                <a:off x="9498384" y="5169899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4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7" y="4147"/>
                      <a:pt x="6587" y="3306"/>
                    </a:cubicBezTo>
                    <a:cubicBezTo>
                      <a:pt x="6587" y="2464"/>
                      <a:pt x="6252" y="1657"/>
                      <a:pt x="5658" y="1062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2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83" name="Freeform: Shape 6582">
                <a:extLst>
                  <a:ext uri="{FF2B5EF4-FFF2-40B4-BE49-F238E27FC236}">
                    <a16:creationId xmlns:a16="http://schemas.microsoft.com/office/drawing/2014/main" id="{EF4F216A-6178-9368-BD52-92F82448B16B}"/>
                  </a:ext>
                </a:extLst>
              </p:cNvPr>
              <p:cNvSpPr/>
              <p:nvPr/>
            </p:nvSpPr>
            <p:spPr>
              <a:xfrm>
                <a:off x="9499462" y="5169514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84" name="Freeform: Shape 6583">
                <a:extLst>
                  <a:ext uri="{FF2B5EF4-FFF2-40B4-BE49-F238E27FC236}">
                    <a16:creationId xmlns:a16="http://schemas.microsoft.com/office/drawing/2014/main" id="{D97D6293-CD00-6450-CF83-11B9FAE9D9A9}"/>
                  </a:ext>
                </a:extLst>
              </p:cNvPr>
              <p:cNvSpPr/>
              <p:nvPr/>
            </p:nvSpPr>
            <p:spPr>
              <a:xfrm>
                <a:off x="9500423" y="5169414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85" name="Freeform: Shape 6584">
                <a:extLst>
                  <a:ext uri="{FF2B5EF4-FFF2-40B4-BE49-F238E27FC236}">
                    <a16:creationId xmlns:a16="http://schemas.microsoft.com/office/drawing/2014/main" id="{9CC8DE5D-37F0-6257-B07A-238D5844A3FC}"/>
                  </a:ext>
                </a:extLst>
              </p:cNvPr>
              <p:cNvSpPr/>
              <p:nvPr/>
            </p:nvSpPr>
            <p:spPr>
              <a:xfrm>
                <a:off x="9501363" y="5169376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86" name="Freeform: Shape 6585">
                <a:extLst>
                  <a:ext uri="{FF2B5EF4-FFF2-40B4-BE49-F238E27FC236}">
                    <a16:creationId xmlns:a16="http://schemas.microsoft.com/office/drawing/2014/main" id="{68672193-71D1-7BA7-94AC-1F6FBCD6D874}"/>
                  </a:ext>
                </a:extLst>
              </p:cNvPr>
              <p:cNvSpPr/>
              <p:nvPr/>
            </p:nvSpPr>
            <p:spPr>
              <a:xfrm>
                <a:off x="9502304" y="5169345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87" name="Freeform: Shape 6586">
                <a:extLst>
                  <a:ext uri="{FF2B5EF4-FFF2-40B4-BE49-F238E27FC236}">
                    <a16:creationId xmlns:a16="http://schemas.microsoft.com/office/drawing/2014/main" id="{A64B7D61-0359-9683-995D-E1DD03314DFB}"/>
                  </a:ext>
                </a:extLst>
              </p:cNvPr>
              <p:cNvSpPr/>
              <p:nvPr/>
            </p:nvSpPr>
            <p:spPr>
              <a:xfrm>
                <a:off x="9503223" y="5169375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7" y="133"/>
                      <a:pt x="3415" y="133"/>
                    </a:cubicBezTo>
                    <a:cubicBezTo>
                      <a:pt x="2574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88" name="Freeform: Shape 6587">
                <a:extLst>
                  <a:ext uri="{FF2B5EF4-FFF2-40B4-BE49-F238E27FC236}">
                    <a16:creationId xmlns:a16="http://schemas.microsoft.com/office/drawing/2014/main" id="{55FCD8A8-2820-C82E-3A11-0003269A42AF}"/>
                  </a:ext>
                </a:extLst>
              </p:cNvPr>
              <p:cNvSpPr/>
              <p:nvPr/>
            </p:nvSpPr>
            <p:spPr>
              <a:xfrm>
                <a:off x="9504117" y="5169467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7" y="133"/>
                      <a:pt x="3416" y="133"/>
                    </a:cubicBezTo>
                    <a:cubicBezTo>
                      <a:pt x="2574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89" name="Freeform: Shape 6588">
                <a:extLst>
                  <a:ext uri="{FF2B5EF4-FFF2-40B4-BE49-F238E27FC236}">
                    <a16:creationId xmlns:a16="http://schemas.microsoft.com/office/drawing/2014/main" id="{E140B8F9-E134-DE8C-35BA-5755CFF5EC33}"/>
                  </a:ext>
                </a:extLst>
              </p:cNvPr>
              <p:cNvSpPr/>
              <p:nvPr/>
            </p:nvSpPr>
            <p:spPr>
              <a:xfrm>
                <a:off x="9505038" y="5169510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7" y="133"/>
                      <a:pt x="3416" y="133"/>
                    </a:cubicBezTo>
                    <a:cubicBezTo>
                      <a:pt x="2574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90" name="Freeform: Shape 6589">
                <a:extLst>
                  <a:ext uri="{FF2B5EF4-FFF2-40B4-BE49-F238E27FC236}">
                    <a16:creationId xmlns:a16="http://schemas.microsoft.com/office/drawing/2014/main" id="{DD8E216D-D03C-1060-A0C6-220C16A3829E}"/>
                  </a:ext>
                </a:extLst>
              </p:cNvPr>
              <p:cNvSpPr/>
              <p:nvPr/>
            </p:nvSpPr>
            <p:spPr>
              <a:xfrm>
                <a:off x="9505935" y="5169614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91" name="Freeform: Shape 6590">
                <a:extLst>
                  <a:ext uri="{FF2B5EF4-FFF2-40B4-BE49-F238E27FC236}">
                    <a16:creationId xmlns:a16="http://schemas.microsoft.com/office/drawing/2014/main" id="{66C8A3D4-27D1-352A-1480-695AEA43A9AE}"/>
                  </a:ext>
                </a:extLst>
              </p:cNvPr>
              <p:cNvSpPr/>
              <p:nvPr/>
            </p:nvSpPr>
            <p:spPr>
              <a:xfrm>
                <a:off x="9506887" y="5169616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92" name="Freeform: Shape 6591">
                <a:extLst>
                  <a:ext uri="{FF2B5EF4-FFF2-40B4-BE49-F238E27FC236}">
                    <a16:creationId xmlns:a16="http://schemas.microsoft.com/office/drawing/2014/main" id="{2A5BB227-6080-CCFA-C9E2-CBD3E79470E6}"/>
                  </a:ext>
                </a:extLst>
              </p:cNvPr>
              <p:cNvSpPr/>
              <p:nvPr/>
            </p:nvSpPr>
            <p:spPr>
              <a:xfrm>
                <a:off x="9507868" y="5169572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93" name="Freeform: Shape 6592">
                <a:extLst>
                  <a:ext uri="{FF2B5EF4-FFF2-40B4-BE49-F238E27FC236}">
                    <a16:creationId xmlns:a16="http://schemas.microsoft.com/office/drawing/2014/main" id="{A813180B-4239-E271-B901-1E3C1B421DA2}"/>
                  </a:ext>
                </a:extLst>
              </p:cNvPr>
              <p:cNvSpPr/>
              <p:nvPr/>
            </p:nvSpPr>
            <p:spPr>
              <a:xfrm>
                <a:off x="9508770" y="5169696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7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9" y="1657"/>
                      <a:pt x="244" y="2464"/>
                      <a:pt x="244" y="3306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94" name="Freeform: Shape 6593">
                <a:extLst>
                  <a:ext uri="{FF2B5EF4-FFF2-40B4-BE49-F238E27FC236}">
                    <a16:creationId xmlns:a16="http://schemas.microsoft.com/office/drawing/2014/main" id="{17CC219A-4153-01B6-138D-BD40F0235963}"/>
                  </a:ext>
                </a:extLst>
              </p:cNvPr>
              <p:cNvSpPr/>
              <p:nvPr/>
            </p:nvSpPr>
            <p:spPr>
              <a:xfrm>
                <a:off x="9509643" y="5169880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6"/>
                    </a:cubicBezTo>
                    <a:cubicBezTo>
                      <a:pt x="6588" y="2464"/>
                      <a:pt x="6253" y="1657"/>
                      <a:pt x="5659" y="1062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2"/>
                    </a:cubicBezTo>
                    <a:cubicBezTo>
                      <a:pt x="579" y="1657"/>
                      <a:pt x="244" y="2464"/>
                      <a:pt x="244" y="3306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95" name="Freeform: Shape 6594">
                <a:extLst>
                  <a:ext uri="{FF2B5EF4-FFF2-40B4-BE49-F238E27FC236}">
                    <a16:creationId xmlns:a16="http://schemas.microsoft.com/office/drawing/2014/main" id="{6A6700C9-2FBA-8650-F6C4-B1D9C9390280}"/>
                  </a:ext>
                </a:extLst>
              </p:cNvPr>
              <p:cNvSpPr/>
              <p:nvPr/>
            </p:nvSpPr>
            <p:spPr>
              <a:xfrm>
                <a:off x="9510574" y="5169963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6"/>
                    </a:cubicBezTo>
                    <a:cubicBezTo>
                      <a:pt x="6588" y="2464"/>
                      <a:pt x="6253" y="1657"/>
                      <a:pt x="5659" y="1062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2"/>
                    </a:cubicBezTo>
                    <a:cubicBezTo>
                      <a:pt x="579" y="1657"/>
                      <a:pt x="244" y="2464"/>
                      <a:pt x="244" y="3306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96" name="Freeform: Shape 6595">
                <a:extLst>
                  <a:ext uri="{FF2B5EF4-FFF2-40B4-BE49-F238E27FC236}">
                    <a16:creationId xmlns:a16="http://schemas.microsoft.com/office/drawing/2014/main" id="{D37C9344-4922-6CDA-53E0-95D714B293B1}"/>
                  </a:ext>
                </a:extLst>
              </p:cNvPr>
              <p:cNvSpPr/>
              <p:nvPr/>
            </p:nvSpPr>
            <p:spPr>
              <a:xfrm>
                <a:off x="9511391" y="5170266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5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6"/>
                    </a:cubicBezTo>
                    <a:cubicBezTo>
                      <a:pt x="6588" y="2465"/>
                      <a:pt x="6253" y="1657"/>
                      <a:pt x="5659" y="1062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2"/>
                    </a:cubicBezTo>
                    <a:cubicBezTo>
                      <a:pt x="579" y="1657"/>
                      <a:pt x="245" y="2465"/>
                      <a:pt x="245" y="3306"/>
                    </a:cubicBezTo>
                    <a:cubicBezTo>
                      <a:pt x="245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97" name="Freeform: Shape 6596">
                <a:extLst>
                  <a:ext uri="{FF2B5EF4-FFF2-40B4-BE49-F238E27FC236}">
                    <a16:creationId xmlns:a16="http://schemas.microsoft.com/office/drawing/2014/main" id="{FB6E99E5-7D68-D285-1D72-FB181BCE6B29}"/>
                  </a:ext>
                </a:extLst>
              </p:cNvPr>
              <p:cNvSpPr/>
              <p:nvPr/>
            </p:nvSpPr>
            <p:spPr>
              <a:xfrm>
                <a:off x="9512295" y="5170415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3 h 6345"/>
                  <a:gd name="connsiteX4" fmla="*/ 3416 w 6343"/>
                  <a:gd name="connsiteY4" fmla="*/ 133 h 6345"/>
                  <a:gd name="connsiteX5" fmla="*/ 1174 w 6343"/>
                  <a:gd name="connsiteY5" fmla="*/ 1063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5"/>
                      <a:pt x="6254" y="1657"/>
                      <a:pt x="5659" y="1063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4" y="1063"/>
                    </a:cubicBezTo>
                    <a:cubicBezTo>
                      <a:pt x="579" y="1657"/>
                      <a:pt x="245" y="2465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98" name="Freeform: Shape 6597">
                <a:extLst>
                  <a:ext uri="{FF2B5EF4-FFF2-40B4-BE49-F238E27FC236}">
                    <a16:creationId xmlns:a16="http://schemas.microsoft.com/office/drawing/2014/main" id="{A631229E-ABC4-455B-3A55-833C4C081E75}"/>
                  </a:ext>
                </a:extLst>
              </p:cNvPr>
              <p:cNvSpPr/>
              <p:nvPr/>
            </p:nvSpPr>
            <p:spPr>
              <a:xfrm>
                <a:off x="9513257" y="5170465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3 h 6345"/>
                  <a:gd name="connsiteX4" fmla="*/ 3416 w 6343"/>
                  <a:gd name="connsiteY4" fmla="*/ 133 h 6345"/>
                  <a:gd name="connsiteX5" fmla="*/ 1174 w 6343"/>
                  <a:gd name="connsiteY5" fmla="*/ 1063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5"/>
                      <a:pt x="6254" y="1657"/>
                      <a:pt x="5659" y="1063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4" y="1063"/>
                    </a:cubicBezTo>
                    <a:cubicBezTo>
                      <a:pt x="579" y="1657"/>
                      <a:pt x="245" y="2465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99" name="Freeform: Shape 6598">
                <a:extLst>
                  <a:ext uri="{FF2B5EF4-FFF2-40B4-BE49-F238E27FC236}">
                    <a16:creationId xmlns:a16="http://schemas.microsoft.com/office/drawing/2014/main" id="{FE9EEF7C-FADA-7301-8790-6986D5C9905B}"/>
                  </a:ext>
                </a:extLst>
              </p:cNvPr>
              <p:cNvSpPr/>
              <p:nvPr/>
            </p:nvSpPr>
            <p:spPr>
              <a:xfrm>
                <a:off x="9514312" y="5170364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5"/>
                      <a:pt x="6254" y="1657"/>
                      <a:pt x="5659" y="1062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4" y="1062"/>
                    </a:cubicBezTo>
                    <a:cubicBezTo>
                      <a:pt x="579" y="1657"/>
                      <a:pt x="245" y="2465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00" name="Freeform: Shape 6599">
                <a:extLst>
                  <a:ext uri="{FF2B5EF4-FFF2-40B4-BE49-F238E27FC236}">
                    <a16:creationId xmlns:a16="http://schemas.microsoft.com/office/drawing/2014/main" id="{150310C5-B20A-1AF0-AADD-CD22BBDE5817}"/>
                  </a:ext>
                </a:extLst>
              </p:cNvPr>
              <p:cNvSpPr/>
              <p:nvPr/>
            </p:nvSpPr>
            <p:spPr>
              <a:xfrm>
                <a:off x="9515430" y="5170167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5"/>
                      <a:pt x="6254" y="1657"/>
                      <a:pt x="5659" y="1062"/>
                    </a:cubicBezTo>
                    <a:cubicBezTo>
                      <a:pt x="5064" y="468"/>
                      <a:pt x="4258" y="133"/>
                      <a:pt x="3416" y="133"/>
                    </a:cubicBezTo>
                    <a:cubicBezTo>
                      <a:pt x="2575" y="133"/>
                      <a:pt x="1769" y="468"/>
                      <a:pt x="1174" y="1062"/>
                    </a:cubicBezTo>
                    <a:cubicBezTo>
                      <a:pt x="579" y="1657"/>
                      <a:pt x="245" y="2465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01" name="Freeform: Shape 6600">
                <a:extLst>
                  <a:ext uri="{FF2B5EF4-FFF2-40B4-BE49-F238E27FC236}">
                    <a16:creationId xmlns:a16="http://schemas.microsoft.com/office/drawing/2014/main" id="{99984D67-5A69-9FB6-AE75-3F75567370BE}"/>
                  </a:ext>
                </a:extLst>
              </p:cNvPr>
              <p:cNvSpPr/>
              <p:nvPr/>
            </p:nvSpPr>
            <p:spPr>
              <a:xfrm>
                <a:off x="9516614" y="5169875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8"/>
                      <a:pt x="4258" y="133"/>
                      <a:pt x="3417" y="133"/>
                    </a:cubicBezTo>
                    <a:cubicBezTo>
                      <a:pt x="2575" y="133"/>
                      <a:pt x="1769" y="468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02" name="Freeform: Shape 6601">
                <a:extLst>
                  <a:ext uri="{FF2B5EF4-FFF2-40B4-BE49-F238E27FC236}">
                    <a16:creationId xmlns:a16="http://schemas.microsoft.com/office/drawing/2014/main" id="{BDCA9AA2-DEEF-144E-F5FD-8BA8A499124B}"/>
                  </a:ext>
                </a:extLst>
              </p:cNvPr>
              <p:cNvSpPr/>
              <p:nvPr/>
            </p:nvSpPr>
            <p:spPr>
              <a:xfrm>
                <a:off x="9517712" y="5169749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3"/>
                      <a:pt x="3417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03" name="Freeform: Shape 6602">
                <a:extLst>
                  <a:ext uri="{FF2B5EF4-FFF2-40B4-BE49-F238E27FC236}">
                    <a16:creationId xmlns:a16="http://schemas.microsoft.com/office/drawing/2014/main" id="{9EE767D5-B1E8-44E5-2E5F-038258EF66E9}"/>
                  </a:ext>
                </a:extLst>
              </p:cNvPr>
              <p:cNvSpPr/>
              <p:nvPr/>
            </p:nvSpPr>
            <p:spPr>
              <a:xfrm>
                <a:off x="9518845" y="5169579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04" name="Freeform: Shape 6603">
                <a:extLst>
                  <a:ext uri="{FF2B5EF4-FFF2-40B4-BE49-F238E27FC236}">
                    <a16:creationId xmlns:a16="http://schemas.microsoft.com/office/drawing/2014/main" id="{14672223-BA55-E9BD-FF3B-AF917D2B0D87}"/>
                  </a:ext>
                </a:extLst>
              </p:cNvPr>
              <p:cNvSpPr/>
              <p:nvPr/>
            </p:nvSpPr>
            <p:spPr>
              <a:xfrm>
                <a:off x="9519857" y="5169626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05" name="Freeform: Shape 6604">
                <a:extLst>
                  <a:ext uri="{FF2B5EF4-FFF2-40B4-BE49-F238E27FC236}">
                    <a16:creationId xmlns:a16="http://schemas.microsoft.com/office/drawing/2014/main" id="{AEB6D65A-0734-4D8F-85F6-0BA7BAAE0FEC}"/>
                  </a:ext>
                </a:extLst>
              </p:cNvPr>
              <p:cNvSpPr/>
              <p:nvPr/>
            </p:nvSpPr>
            <p:spPr>
              <a:xfrm>
                <a:off x="9520999" y="5169474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06" name="Freeform: Shape 6605">
                <a:extLst>
                  <a:ext uri="{FF2B5EF4-FFF2-40B4-BE49-F238E27FC236}">
                    <a16:creationId xmlns:a16="http://schemas.microsoft.com/office/drawing/2014/main" id="{3AC70234-2D25-782D-8FC3-7B70733D7892}"/>
                  </a:ext>
                </a:extLst>
              </p:cNvPr>
              <p:cNvSpPr/>
              <p:nvPr/>
            </p:nvSpPr>
            <p:spPr>
              <a:xfrm>
                <a:off x="9522017" y="5169537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8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07" name="Freeform: Shape 6606">
                <a:extLst>
                  <a:ext uri="{FF2B5EF4-FFF2-40B4-BE49-F238E27FC236}">
                    <a16:creationId xmlns:a16="http://schemas.microsoft.com/office/drawing/2014/main" id="{99D8401F-CA62-0E1B-94D0-F703AE48A26E}"/>
                  </a:ext>
                </a:extLst>
              </p:cNvPr>
              <p:cNvSpPr/>
              <p:nvPr/>
            </p:nvSpPr>
            <p:spPr>
              <a:xfrm>
                <a:off x="9522779" y="5170016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5"/>
                      <a:pt x="6254" y="1657"/>
                      <a:pt x="5660" y="1062"/>
                    </a:cubicBezTo>
                    <a:cubicBezTo>
                      <a:pt x="5065" y="468"/>
                      <a:pt x="4258" y="133"/>
                      <a:pt x="3417" y="133"/>
                    </a:cubicBezTo>
                    <a:cubicBezTo>
                      <a:pt x="2576" y="133"/>
                      <a:pt x="1769" y="468"/>
                      <a:pt x="1174" y="1062"/>
                    </a:cubicBezTo>
                    <a:cubicBezTo>
                      <a:pt x="580" y="1657"/>
                      <a:pt x="245" y="2465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08" name="Freeform: Shape 6607">
                <a:extLst>
                  <a:ext uri="{FF2B5EF4-FFF2-40B4-BE49-F238E27FC236}">
                    <a16:creationId xmlns:a16="http://schemas.microsoft.com/office/drawing/2014/main" id="{EE39B3A1-93E0-7745-9415-CE63BA406DAA}"/>
                  </a:ext>
                </a:extLst>
              </p:cNvPr>
              <p:cNvSpPr/>
              <p:nvPr/>
            </p:nvSpPr>
            <p:spPr>
              <a:xfrm>
                <a:off x="9524158" y="5169534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6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09" name="Freeform: Shape 6608">
                <a:extLst>
                  <a:ext uri="{FF2B5EF4-FFF2-40B4-BE49-F238E27FC236}">
                    <a16:creationId xmlns:a16="http://schemas.microsoft.com/office/drawing/2014/main" id="{59BD2AC6-C16B-5A30-3BB0-908F093FAF79}"/>
                  </a:ext>
                </a:extLst>
              </p:cNvPr>
              <p:cNvSpPr/>
              <p:nvPr/>
            </p:nvSpPr>
            <p:spPr>
              <a:xfrm>
                <a:off x="9525118" y="5169722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10" name="Freeform: Shape 6609">
                <a:extLst>
                  <a:ext uri="{FF2B5EF4-FFF2-40B4-BE49-F238E27FC236}">
                    <a16:creationId xmlns:a16="http://schemas.microsoft.com/office/drawing/2014/main" id="{5953BE43-35AD-909F-D280-46A119F8EA78}"/>
                  </a:ext>
                </a:extLst>
              </p:cNvPr>
              <p:cNvSpPr/>
              <p:nvPr/>
            </p:nvSpPr>
            <p:spPr>
              <a:xfrm>
                <a:off x="9526078" y="5169917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8"/>
                      <a:pt x="4258" y="133"/>
                      <a:pt x="3417" y="133"/>
                    </a:cubicBezTo>
                    <a:cubicBezTo>
                      <a:pt x="2576" y="133"/>
                      <a:pt x="1769" y="468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11" name="Freeform: Shape 6610">
                <a:extLst>
                  <a:ext uri="{FF2B5EF4-FFF2-40B4-BE49-F238E27FC236}">
                    <a16:creationId xmlns:a16="http://schemas.microsoft.com/office/drawing/2014/main" id="{C1EBAE4A-6E13-438F-4881-C4B89E40C7F7}"/>
                  </a:ext>
                </a:extLst>
              </p:cNvPr>
              <p:cNvSpPr/>
              <p:nvPr/>
            </p:nvSpPr>
            <p:spPr>
              <a:xfrm>
                <a:off x="9527039" y="5170120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7"/>
                      <a:pt x="5660" y="1062"/>
                    </a:cubicBezTo>
                    <a:cubicBezTo>
                      <a:pt x="5065" y="468"/>
                      <a:pt x="4258" y="133"/>
                      <a:pt x="3417" y="133"/>
                    </a:cubicBezTo>
                    <a:cubicBezTo>
                      <a:pt x="2576" y="133"/>
                      <a:pt x="1769" y="468"/>
                      <a:pt x="1175" y="1062"/>
                    </a:cubicBezTo>
                    <a:cubicBezTo>
                      <a:pt x="580" y="1657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12" name="Freeform: Shape 6611">
                <a:extLst>
                  <a:ext uri="{FF2B5EF4-FFF2-40B4-BE49-F238E27FC236}">
                    <a16:creationId xmlns:a16="http://schemas.microsoft.com/office/drawing/2014/main" id="{175CBD13-DFD9-8721-0C14-3155AFADDADB}"/>
                  </a:ext>
                </a:extLst>
              </p:cNvPr>
              <p:cNvSpPr/>
              <p:nvPr/>
            </p:nvSpPr>
            <p:spPr>
              <a:xfrm>
                <a:off x="9528203" y="5170029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7"/>
                      <a:pt x="5660" y="1062"/>
                    </a:cubicBezTo>
                    <a:cubicBezTo>
                      <a:pt x="5065" y="468"/>
                      <a:pt x="4259" y="133"/>
                      <a:pt x="3417" y="133"/>
                    </a:cubicBezTo>
                    <a:cubicBezTo>
                      <a:pt x="2576" y="133"/>
                      <a:pt x="1770" y="468"/>
                      <a:pt x="1175" y="1062"/>
                    </a:cubicBezTo>
                    <a:cubicBezTo>
                      <a:pt x="580" y="1657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13" name="Freeform: Shape 6612">
                <a:extLst>
                  <a:ext uri="{FF2B5EF4-FFF2-40B4-BE49-F238E27FC236}">
                    <a16:creationId xmlns:a16="http://schemas.microsoft.com/office/drawing/2014/main" id="{AF3A65E9-04F7-EF26-DC32-57CD75582949}"/>
                  </a:ext>
                </a:extLst>
              </p:cNvPr>
              <p:cNvSpPr/>
              <p:nvPr/>
            </p:nvSpPr>
            <p:spPr>
              <a:xfrm>
                <a:off x="9529372" y="5169948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8"/>
                      <a:pt x="4259" y="133"/>
                      <a:pt x="3418" y="133"/>
                    </a:cubicBezTo>
                    <a:cubicBezTo>
                      <a:pt x="2576" y="133"/>
                      <a:pt x="1770" y="468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14" name="Freeform: Shape 6613">
                <a:extLst>
                  <a:ext uri="{FF2B5EF4-FFF2-40B4-BE49-F238E27FC236}">
                    <a16:creationId xmlns:a16="http://schemas.microsoft.com/office/drawing/2014/main" id="{6294A038-B60A-1ABD-F9EA-AD2D9FDA53CB}"/>
                  </a:ext>
                </a:extLst>
              </p:cNvPr>
              <p:cNvSpPr/>
              <p:nvPr/>
            </p:nvSpPr>
            <p:spPr>
              <a:xfrm>
                <a:off x="9530235" y="517032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7"/>
                      <a:pt x="5660" y="1062"/>
                    </a:cubicBezTo>
                    <a:cubicBezTo>
                      <a:pt x="5065" y="468"/>
                      <a:pt x="4259" y="133"/>
                      <a:pt x="3418" y="133"/>
                    </a:cubicBezTo>
                    <a:cubicBezTo>
                      <a:pt x="2576" y="133"/>
                      <a:pt x="1770" y="468"/>
                      <a:pt x="1175" y="1062"/>
                    </a:cubicBezTo>
                    <a:cubicBezTo>
                      <a:pt x="580" y="1657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15" name="Freeform: Shape 6614">
                <a:extLst>
                  <a:ext uri="{FF2B5EF4-FFF2-40B4-BE49-F238E27FC236}">
                    <a16:creationId xmlns:a16="http://schemas.microsoft.com/office/drawing/2014/main" id="{BB9B6343-6C81-CDA4-4D49-62F86232096B}"/>
                  </a:ext>
                </a:extLst>
              </p:cNvPr>
              <p:cNvSpPr/>
              <p:nvPr/>
            </p:nvSpPr>
            <p:spPr>
              <a:xfrm>
                <a:off x="9531618" y="516996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16" name="Freeform: Shape 6615">
                <a:extLst>
                  <a:ext uri="{FF2B5EF4-FFF2-40B4-BE49-F238E27FC236}">
                    <a16:creationId xmlns:a16="http://schemas.microsoft.com/office/drawing/2014/main" id="{5234C532-4E2C-2B2F-B46D-77B78B4F77DD}"/>
                  </a:ext>
                </a:extLst>
              </p:cNvPr>
              <p:cNvSpPr/>
              <p:nvPr/>
            </p:nvSpPr>
            <p:spPr>
              <a:xfrm>
                <a:off x="9532727" y="5170010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7"/>
                      <a:pt x="5660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2"/>
                    </a:cubicBezTo>
                    <a:cubicBezTo>
                      <a:pt x="580" y="1657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17" name="Freeform: Shape 6616">
                <a:extLst>
                  <a:ext uri="{FF2B5EF4-FFF2-40B4-BE49-F238E27FC236}">
                    <a16:creationId xmlns:a16="http://schemas.microsoft.com/office/drawing/2014/main" id="{D4209A49-B063-6805-DB57-E3C73168368D}"/>
                  </a:ext>
                </a:extLst>
              </p:cNvPr>
              <p:cNvSpPr/>
              <p:nvPr/>
            </p:nvSpPr>
            <p:spPr>
              <a:xfrm>
                <a:off x="9533734" y="5170212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7"/>
                      <a:pt x="5660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2"/>
                    </a:cubicBezTo>
                    <a:cubicBezTo>
                      <a:pt x="580" y="1657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18" name="Freeform: Shape 6617">
                <a:extLst>
                  <a:ext uri="{FF2B5EF4-FFF2-40B4-BE49-F238E27FC236}">
                    <a16:creationId xmlns:a16="http://schemas.microsoft.com/office/drawing/2014/main" id="{F1D0A824-3AD8-90DC-E490-333FA192AF60}"/>
                  </a:ext>
                </a:extLst>
              </p:cNvPr>
              <p:cNvSpPr/>
              <p:nvPr/>
            </p:nvSpPr>
            <p:spPr>
              <a:xfrm>
                <a:off x="9534991" y="5170080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5"/>
                      <a:pt x="6255" y="1657"/>
                      <a:pt x="5661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2"/>
                    </a:cubicBezTo>
                    <a:cubicBezTo>
                      <a:pt x="581" y="1657"/>
                      <a:pt x="246" y="2465"/>
                      <a:pt x="246" y="3306"/>
                    </a:cubicBezTo>
                    <a:cubicBezTo>
                      <a:pt x="246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19" name="Freeform: Shape 6618">
                <a:extLst>
                  <a:ext uri="{FF2B5EF4-FFF2-40B4-BE49-F238E27FC236}">
                    <a16:creationId xmlns:a16="http://schemas.microsoft.com/office/drawing/2014/main" id="{A7AC13AA-93D9-678E-B85C-13DB4AFBF6D7}"/>
                  </a:ext>
                </a:extLst>
              </p:cNvPr>
              <p:cNvSpPr/>
              <p:nvPr/>
            </p:nvSpPr>
            <p:spPr>
              <a:xfrm>
                <a:off x="9536109" y="517015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5"/>
                      <a:pt x="6255" y="1657"/>
                      <a:pt x="5661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2"/>
                    </a:cubicBezTo>
                    <a:cubicBezTo>
                      <a:pt x="581" y="1657"/>
                      <a:pt x="246" y="2465"/>
                      <a:pt x="246" y="3306"/>
                    </a:cubicBezTo>
                    <a:cubicBezTo>
                      <a:pt x="246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20" name="Freeform: Shape 6619">
                <a:extLst>
                  <a:ext uri="{FF2B5EF4-FFF2-40B4-BE49-F238E27FC236}">
                    <a16:creationId xmlns:a16="http://schemas.microsoft.com/office/drawing/2014/main" id="{14AEAD7C-7095-9B64-57E8-B6D6B61CC38D}"/>
                  </a:ext>
                </a:extLst>
              </p:cNvPr>
              <p:cNvSpPr/>
              <p:nvPr/>
            </p:nvSpPr>
            <p:spPr>
              <a:xfrm>
                <a:off x="9537266" y="5170188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2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21" name="Freeform: Shape 6620">
                <a:extLst>
                  <a:ext uri="{FF2B5EF4-FFF2-40B4-BE49-F238E27FC236}">
                    <a16:creationId xmlns:a16="http://schemas.microsoft.com/office/drawing/2014/main" id="{E6344C15-E3F6-5EA1-BDBF-C69E64B14310}"/>
                  </a:ext>
                </a:extLst>
              </p:cNvPr>
              <p:cNvSpPr/>
              <p:nvPr/>
            </p:nvSpPr>
            <p:spPr>
              <a:xfrm>
                <a:off x="9538499" y="517013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2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22" name="Freeform: Shape 6621">
                <a:extLst>
                  <a:ext uri="{FF2B5EF4-FFF2-40B4-BE49-F238E27FC236}">
                    <a16:creationId xmlns:a16="http://schemas.microsoft.com/office/drawing/2014/main" id="{AEE7FC20-A770-D491-45B2-6F4640ECC170}"/>
                  </a:ext>
                </a:extLst>
              </p:cNvPr>
              <p:cNvSpPr/>
              <p:nvPr/>
            </p:nvSpPr>
            <p:spPr>
              <a:xfrm>
                <a:off x="9539810" y="5169998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2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23" name="Freeform: Shape 6622">
                <a:extLst>
                  <a:ext uri="{FF2B5EF4-FFF2-40B4-BE49-F238E27FC236}">
                    <a16:creationId xmlns:a16="http://schemas.microsoft.com/office/drawing/2014/main" id="{238C7EA8-1BEE-225D-94B2-74F878AC111B}"/>
                  </a:ext>
                </a:extLst>
              </p:cNvPr>
              <p:cNvSpPr/>
              <p:nvPr/>
            </p:nvSpPr>
            <p:spPr>
              <a:xfrm>
                <a:off x="9541015" y="517001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2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2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24" name="Freeform: Shape 6623">
                <a:extLst>
                  <a:ext uri="{FF2B5EF4-FFF2-40B4-BE49-F238E27FC236}">
                    <a16:creationId xmlns:a16="http://schemas.microsoft.com/office/drawing/2014/main" id="{89BE8D0E-4921-CA23-6521-61B7278075F3}"/>
                  </a:ext>
                </a:extLst>
              </p:cNvPr>
              <p:cNvSpPr/>
              <p:nvPr/>
            </p:nvSpPr>
            <p:spPr>
              <a:xfrm>
                <a:off x="9542447" y="516975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60" y="133"/>
                      <a:pt x="3419" y="133"/>
                    </a:cubicBezTo>
                    <a:cubicBezTo>
                      <a:pt x="2577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25" name="Freeform: Shape 6624">
                <a:extLst>
                  <a:ext uri="{FF2B5EF4-FFF2-40B4-BE49-F238E27FC236}">
                    <a16:creationId xmlns:a16="http://schemas.microsoft.com/office/drawing/2014/main" id="{29D10498-29DF-5268-C778-D2F81ACBDCA3}"/>
                  </a:ext>
                </a:extLst>
              </p:cNvPr>
              <p:cNvSpPr/>
              <p:nvPr/>
            </p:nvSpPr>
            <p:spPr>
              <a:xfrm>
                <a:off x="9543698" y="516974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26" name="Freeform: Shape 6625">
                <a:extLst>
                  <a:ext uri="{FF2B5EF4-FFF2-40B4-BE49-F238E27FC236}">
                    <a16:creationId xmlns:a16="http://schemas.microsoft.com/office/drawing/2014/main" id="{73F87935-A03A-9628-D388-427EAE4FD667}"/>
                  </a:ext>
                </a:extLst>
              </p:cNvPr>
              <p:cNvSpPr/>
              <p:nvPr/>
            </p:nvSpPr>
            <p:spPr>
              <a:xfrm>
                <a:off x="9544990" y="516970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27" name="Freeform: Shape 6626">
                <a:extLst>
                  <a:ext uri="{FF2B5EF4-FFF2-40B4-BE49-F238E27FC236}">
                    <a16:creationId xmlns:a16="http://schemas.microsoft.com/office/drawing/2014/main" id="{32C69265-2FF1-FA82-F46C-407190322BB3}"/>
                  </a:ext>
                </a:extLst>
              </p:cNvPr>
              <p:cNvSpPr/>
              <p:nvPr/>
            </p:nvSpPr>
            <p:spPr>
              <a:xfrm>
                <a:off x="9546479" y="516943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0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28" name="Freeform: Shape 6627">
                <a:extLst>
                  <a:ext uri="{FF2B5EF4-FFF2-40B4-BE49-F238E27FC236}">
                    <a16:creationId xmlns:a16="http://schemas.microsoft.com/office/drawing/2014/main" id="{398E8558-1E62-1E7F-3E2A-DEFB024AF645}"/>
                  </a:ext>
                </a:extLst>
              </p:cNvPr>
              <p:cNvSpPr/>
              <p:nvPr/>
            </p:nvSpPr>
            <p:spPr>
              <a:xfrm>
                <a:off x="9547781" y="516941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4"/>
                      <a:pt x="6256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2" y="1657"/>
                      <a:pt x="247" y="2464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29" name="Freeform: Shape 6628">
                <a:extLst>
                  <a:ext uri="{FF2B5EF4-FFF2-40B4-BE49-F238E27FC236}">
                    <a16:creationId xmlns:a16="http://schemas.microsoft.com/office/drawing/2014/main" id="{6EB25F41-B543-EAED-F9E2-BC1D79D63AAA}"/>
                  </a:ext>
                </a:extLst>
              </p:cNvPr>
              <p:cNvSpPr/>
              <p:nvPr/>
            </p:nvSpPr>
            <p:spPr>
              <a:xfrm>
                <a:off x="9549205" y="516926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8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4"/>
                      <a:pt x="6256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30" name="Freeform: Shape 6629">
                <a:extLst>
                  <a:ext uri="{FF2B5EF4-FFF2-40B4-BE49-F238E27FC236}">
                    <a16:creationId xmlns:a16="http://schemas.microsoft.com/office/drawing/2014/main" id="{5E921ACE-74AE-4947-EBBC-C7CE731E7277}"/>
                  </a:ext>
                </a:extLst>
              </p:cNvPr>
              <p:cNvSpPr/>
              <p:nvPr/>
            </p:nvSpPr>
            <p:spPr>
              <a:xfrm>
                <a:off x="9550594" y="516917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31" name="Freeform: Shape 6630">
                <a:extLst>
                  <a:ext uri="{FF2B5EF4-FFF2-40B4-BE49-F238E27FC236}">
                    <a16:creationId xmlns:a16="http://schemas.microsoft.com/office/drawing/2014/main" id="{5F65926C-22FC-B354-8BA7-1B36FBCBA5D1}"/>
                  </a:ext>
                </a:extLst>
              </p:cNvPr>
              <p:cNvSpPr/>
              <p:nvPr/>
            </p:nvSpPr>
            <p:spPr>
              <a:xfrm>
                <a:off x="9551831" y="516928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32" name="Freeform: Shape 6631">
                <a:extLst>
                  <a:ext uri="{FF2B5EF4-FFF2-40B4-BE49-F238E27FC236}">
                    <a16:creationId xmlns:a16="http://schemas.microsoft.com/office/drawing/2014/main" id="{41C76B13-46AC-9F28-780C-4603A782C5B7}"/>
                  </a:ext>
                </a:extLst>
              </p:cNvPr>
              <p:cNvSpPr/>
              <p:nvPr/>
            </p:nvSpPr>
            <p:spPr>
              <a:xfrm>
                <a:off x="9552952" y="516953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2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33" name="Freeform: Shape 6632">
                <a:extLst>
                  <a:ext uri="{FF2B5EF4-FFF2-40B4-BE49-F238E27FC236}">
                    <a16:creationId xmlns:a16="http://schemas.microsoft.com/office/drawing/2014/main" id="{7DDD29CB-42A8-46CC-703C-D810815C0A01}"/>
                  </a:ext>
                </a:extLst>
              </p:cNvPr>
              <p:cNvSpPr/>
              <p:nvPr/>
            </p:nvSpPr>
            <p:spPr>
              <a:xfrm>
                <a:off x="9554113" y="516975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1" y="133"/>
                      <a:pt x="3419" y="133"/>
                    </a:cubicBezTo>
                    <a:cubicBezTo>
                      <a:pt x="2578" y="133"/>
                      <a:pt x="1772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34" name="Freeform: Shape 6633">
                <a:extLst>
                  <a:ext uri="{FF2B5EF4-FFF2-40B4-BE49-F238E27FC236}">
                    <a16:creationId xmlns:a16="http://schemas.microsoft.com/office/drawing/2014/main" id="{F7718B99-EA0D-A7BA-BAC0-6B59E6FDC39E}"/>
                  </a:ext>
                </a:extLst>
              </p:cNvPr>
              <p:cNvSpPr/>
              <p:nvPr/>
            </p:nvSpPr>
            <p:spPr>
              <a:xfrm>
                <a:off x="9555034" y="517024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2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2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35" name="Freeform: Shape 6634">
                <a:extLst>
                  <a:ext uri="{FF2B5EF4-FFF2-40B4-BE49-F238E27FC236}">
                    <a16:creationId xmlns:a16="http://schemas.microsoft.com/office/drawing/2014/main" id="{E038A6F5-7359-4984-6D96-B6A63FF3A02F}"/>
                  </a:ext>
                </a:extLst>
              </p:cNvPr>
              <p:cNvSpPr/>
              <p:nvPr/>
            </p:nvSpPr>
            <p:spPr>
              <a:xfrm>
                <a:off x="9563091" y="5162870"/>
                <a:ext cx="6343" cy="6345"/>
              </a:xfrm>
              <a:custGeom>
                <a:avLst/>
                <a:gdLst>
                  <a:gd name="connsiteX0" fmla="*/ 3420 w 6343"/>
                  <a:gd name="connsiteY0" fmla="*/ 6478 h 6345"/>
                  <a:gd name="connsiteX1" fmla="*/ 5663 w 6343"/>
                  <a:gd name="connsiteY1" fmla="*/ 5549 h 6345"/>
                  <a:gd name="connsiteX2" fmla="*/ 6592 w 6343"/>
                  <a:gd name="connsiteY2" fmla="*/ 3305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5 h 6345"/>
                  <a:gd name="connsiteX7" fmla="*/ 1178 w 6343"/>
                  <a:gd name="connsiteY7" fmla="*/ 5549 h 6345"/>
                  <a:gd name="connsiteX8" fmla="*/ 342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8"/>
                    </a:moveTo>
                    <a:cubicBezTo>
                      <a:pt x="4261" y="6478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5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8" y="467"/>
                      <a:pt x="4261" y="133"/>
                      <a:pt x="3420" y="133"/>
                    </a:cubicBezTo>
                    <a:cubicBezTo>
                      <a:pt x="2579" y="133"/>
                      <a:pt x="1772" y="467"/>
                      <a:pt x="1178" y="1062"/>
                    </a:cubicBezTo>
                    <a:cubicBezTo>
                      <a:pt x="583" y="1657"/>
                      <a:pt x="249" y="2464"/>
                      <a:pt x="249" y="3305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8"/>
                      <a:pt x="342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36" name="Freeform: Shape 6635">
                <a:extLst>
                  <a:ext uri="{FF2B5EF4-FFF2-40B4-BE49-F238E27FC236}">
                    <a16:creationId xmlns:a16="http://schemas.microsoft.com/office/drawing/2014/main" id="{92FFD862-FF78-1671-DB5B-146FCC2901D1}"/>
                  </a:ext>
                </a:extLst>
              </p:cNvPr>
              <p:cNvSpPr/>
              <p:nvPr/>
            </p:nvSpPr>
            <p:spPr>
              <a:xfrm>
                <a:off x="9557606" y="517045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37" name="Freeform: Shape 6636">
                <a:extLst>
                  <a:ext uri="{FF2B5EF4-FFF2-40B4-BE49-F238E27FC236}">
                    <a16:creationId xmlns:a16="http://schemas.microsoft.com/office/drawing/2014/main" id="{6D4CF149-E07D-E052-C801-A704EB209BDE}"/>
                  </a:ext>
                </a:extLst>
              </p:cNvPr>
              <p:cNvSpPr/>
              <p:nvPr/>
            </p:nvSpPr>
            <p:spPr>
              <a:xfrm>
                <a:off x="9558690" y="517079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38" name="Freeform: Shape 6637">
                <a:extLst>
                  <a:ext uri="{FF2B5EF4-FFF2-40B4-BE49-F238E27FC236}">
                    <a16:creationId xmlns:a16="http://schemas.microsoft.com/office/drawing/2014/main" id="{224837E3-A854-BC49-CF72-21BC6210E034}"/>
                  </a:ext>
                </a:extLst>
              </p:cNvPr>
              <p:cNvSpPr/>
              <p:nvPr/>
            </p:nvSpPr>
            <p:spPr>
              <a:xfrm>
                <a:off x="9559195" y="517176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1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39" name="Freeform: Shape 6638">
                <a:extLst>
                  <a:ext uri="{FF2B5EF4-FFF2-40B4-BE49-F238E27FC236}">
                    <a16:creationId xmlns:a16="http://schemas.microsoft.com/office/drawing/2014/main" id="{224795B6-A028-405E-32A5-63DA1506E0F5}"/>
                  </a:ext>
                </a:extLst>
              </p:cNvPr>
              <p:cNvSpPr/>
              <p:nvPr/>
            </p:nvSpPr>
            <p:spPr>
              <a:xfrm>
                <a:off x="9560526" y="517186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7" y="4955"/>
                      <a:pt x="6592" y="4147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7"/>
                      <a:pt x="583" y="4955"/>
                      <a:pt x="1177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40" name="Freeform: Shape 6639">
                <a:extLst>
                  <a:ext uri="{FF2B5EF4-FFF2-40B4-BE49-F238E27FC236}">
                    <a16:creationId xmlns:a16="http://schemas.microsoft.com/office/drawing/2014/main" id="{3AE44ED0-85B8-937D-87C7-1C259DD7B767}"/>
                  </a:ext>
                </a:extLst>
              </p:cNvPr>
              <p:cNvSpPr/>
              <p:nvPr/>
            </p:nvSpPr>
            <p:spPr>
              <a:xfrm>
                <a:off x="9560560" y="517331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41" name="Freeform: Shape 6640">
                <a:extLst>
                  <a:ext uri="{FF2B5EF4-FFF2-40B4-BE49-F238E27FC236}">
                    <a16:creationId xmlns:a16="http://schemas.microsoft.com/office/drawing/2014/main" id="{AE5B3342-82E0-AB5A-FAE4-D64CFE9C365A}"/>
                  </a:ext>
                </a:extLst>
              </p:cNvPr>
              <p:cNvSpPr/>
              <p:nvPr/>
            </p:nvSpPr>
            <p:spPr>
              <a:xfrm>
                <a:off x="9561298" y="517403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42" name="Freeform: Shape 6641">
                <a:extLst>
                  <a:ext uri="{FF2B5EF4-FFF2-40B4-BE49-F238E27FC236}">
                    <a16:creationId xmlns:a16="http://schemas.microsoft.com/office/drawing/2014/main" id="{A07526CE-1416-2EA0-A5BE-DC68BC8C967D}"/>
                  </a:ext>
                </a:extLst>
              </p:cNvPr>
              <p:cNvSpPr/>
              <p:nvPr/>
            </p:nvSpPr>
            <p:spPr>
              <a:xfrm>
                <a:off x="9562244" y="517453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9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43" name="Freeform: Shape 6642">
                <a:extLst>
                  <a:ext uri="{FF2B5EF4-FFF2-40B4-BE49-F238E27FC236}">
                    <a16:creationId xmlns:a16="http://schemas.microsoft.com/office/drawing/2014/main" id="{7A0F2755-5A58-F286-BE4B-B525E7239AC5}"/>
                  </a:ext>
                </a:extLst>
              </p:cNvPr>
              <p:cNvSpPr/>
              <p:nvPr/>
            </p:nvSpPr>
            <p:spPr>
              <a:xfrm>
                <a:off x="9563530" y="517470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44" name="Freeform: Shape 6643">
                <a:extLst>
                  <a:ext uri="{FF2B5EF4-FFF2-40B4-BE49-F238E27FC236}">
                    <a16:creationId xmlns:a16="http://schemas.microsoft.com/office/drawing/2014/main" id="{0A55B180-E2B7-D779-6F12-F7EEFE8E0E28}"/>
                  </a:ext>
                </a:extLst>
              </p:cNvPr>
              <p:cNvSpPr/>
              <p:nvPr/>
            </p:nvSpPr>
            <p:spPr>
              <a:xfrm>
                <a:off x="9564388" y="517531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45" name="Freeform: Shape 6644">
                <a:extLst>
                  <a:ext uri="{FF2B5EF4-FFF2-40B4-BE49-F238E27FC236}">
                    <a16:creationId xmlns:a16="http://schemas.microsoft.com/office/drawing/2014/main" id="{2DC31E01-5BE5-4B81-39A8-686F9337EA48}"/>
                  </a:ext>
                </a:extLst>
              </p:cNvPr>
              <p:cNvSpPr/>
              <p:nvPr/>
            </p:nvSpPr>
            <p:spPr>
              <a:xfrm>
                <a:off x="9565589" y="517558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46" name="Freeform: Shape 6645">
                <a:extLst>
                  <a:ext uri="{FF2B5EF4-FFF2-40B4-BE49-F238E27FC236}">
                    <a16:creationId xmlns:a16="http://schemas.microsoft.com/office/drawing/2014/main" id="{D68632F1-1C8A-F29C-9410-0B689EC7693A}"/>
                  </a:ext>
                </a:extLst>
              </p:cNvPr>
              <p:cNvSpPr/>
              <p:nvPr/>
            </p:nvSpPr>
            <p:spPr>
              <a:xfrm>
                <a:off x="9567313" y="5175370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4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4"/>
                      <a:pt x="3421" y="134"/>
                    </a:cubicBezTo>
                    <a:cubicBezTo>
                      <a:pt x="2579" y="134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79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47" name="Freeform: Shape 6646">
                <a:extLst>
                  <a:ext uri="{FF2B5EF4-FFF2-40B4-BE49-F238E27FC236}">
                    <a16:creationId xmlns:a16="http://schemas.microsoft.com/office/drawing/2014/main" id="{B6025D98-3DC3-5E7F-9F05-AAB22913959B}"/>
                  </a:ext>
                </a:extLst>
              </p:cNvPr>
              <p:cNvSpPr/>
              <p:nvPr/>
            </p:nvSpPr>
            <p:spPr>
              <a:xfrm>
                <a:off x="9571406" y="5172920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48" name="Freeform: Shape 6647">
                <a:extLst>
                  <a:ext uri="{FF2B5EF4-FFF2-40B4-BE49-F238E27FC236}">
                    <a16:creationId xmlns:a16="http://schemas.microsoft.com/office/drawing/2014/main" id="{F7A7448B-EBCE-8A14-2CF3-9924558C8D41}"/>
                  </a:ext>
                </a:extLst>
              </p:cNvPr>
              <p:cNvSpPr/>
              <p:nvPr/>
            </p:nvSpPr>
            <p:spPr>
              <a:xfrm>
                <a:off x="9573554" y="5172378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8" y="4955"/>
                      <a:pt x="6593" y="4148"/>
                      <a:pt x="6593" y="3306"/>
                    </a:cubicBezTo>
                    <a:cubicBezTo>
                      <a:pt x="6593" y="2465"/>
                      <a:pt x="6258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4" y="1658"/>
                      <a:pt x="249" y="2465"/>
                      <a:pt x="249" y="3306"/>
                    </a:cubicBezTo>
                    <a:cubicBezTo>
                      <a:pt x="249" y="4148"/>
                      <a:pt x="584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49" name="Freeform: Shape 6648">
                <a:extLst>
                  <a:ext uri="{FF2B5EF4-FFF2-40B4-BE49-F238E27FC236}">
                    <a16:creationId xmlns:a16="http://schemas.microsoft.com/office/drawing/2014/main" id="{D14F4713-F93B-7B72-BA56-6CABC7E0E9CE}"/>
                  </a:ext>
                </a:extLst>
              </p:cNvPr>
              <p:cNvSpPr/>
              <p:nvPr/>
            </p:nvSpPr>
            <p:spPr>
              <a:xfrm>
                <a:off x="9578943" y="5168856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3" y="6479"/>
                      <a:pt x="5069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69" y="467"/>
                      <a:pt x="4263" y="133"/>
                      <a:pt x="3421" y="133"/>
                    </a:cubicBezTo>
                    <a:cubicBezTo>
                      <a:pt x="2580" y="133"/>
                      <a:pt x="1774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4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50" name="Freeform: Shape 6649">
                <a:extLst>
                  <a:ext uri="{FF2B5EF4-FFF2-40B4-BE49-F238E27FC236}">
                    <a16:creationId xmlns:a16="http://schemas.microsoft.com/office/drawing/2014/main" id="{1B177D9E-CBA7-1545-E4ED-C19F9910B9BC}"/>
                  </a:ext>
                </a:extLst>
              </p:cNvPr>
              <p:cNvSpPr/>
              <p:nvPr/>
            </p:nvSpPr>
            <p:spPr>
              <a:xfrm>
                <a:off x="9580509" y="5168949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69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69" y="467"/>
                      <a:pt x="4263" y="133"/>
                      <a:pt x="3422" y="133"/>
                    </a:cubicBezTo>
                    <a:cubicBezTo>
                      <a:pt x="2580" y="133"/>
                      <a:pt x="1774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4" y="6144"/>
                      <a:pt x="2580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51" name="Freeform: Shape 6650">
                <a:extLst>
                  <a:ext uri="{FF2B5EF4-FFF2-40B4-BE49-F238E27FC236}">
                    <a16:creationId xmlns:a16="http://schemas.microsoft.com/office/drawing/2014/main" id="{FA5BD1BA-D46E-62BF-C480-CEF954EFFC2D}"/>
                  </a:ext>
                </a:extLst>
              </p:cNvPr>
              <p:cNvSpPr/>
              <p:nvPr/>
            </p:nvSpPr>
            <p:spPr>
              <a:xfrm>
                <a:off x="9583287" y="5167962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52" name="Freeform: Shape 6651">
                <a:extLst>
                  <a:ext uri="{FF2B5EF4-FFF2-40B4-BE49-F238E27FC236}">
                    <a16:creationId xmlns:a16="http://schemas.microsoft.com/office/drawing/2014/main" id="{69911635-D9F9-FF5C-5A7E-F301A137EFC7}"/>
                  </a:ext>
                </a:extLst>
              </p:cNvPr>
              <p:cNvSpPr/>
              <p:nvPr/>
            </p:nvSpPr>
            <p:spPr>
              <a:xfrm>
                <a:off x="9585228" y="5167769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3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0" y="2464"/>
                      <a:pt x="250" y="3306"/>
                    </a:cubicBezTo>
                    <a:cubicBezTo>
                      <a:pt x="250" y="4147"/>
                      <a:pt x="585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53" name="Freeform: Shape 6652">
                <a:extLst>
                  <a:ext uri="{FF2B5EF4-FFF2-40B4-BE49-F238E27FC236}">
                    <a16:creationId xmlns:a16="http://schemas.microsoft.com/office/drawing/2014/main" id="{4048C851-1B8C-8BD8-ACB8-69DF0D22A6D4}"/>
                  </a:ext>
                </a:extLst>
              </p:cNvPr>
              <p:cNvSpPr/>
              <p:nvPr/>
            </p:nvSpPr>
            <p:spPr>
              <a:xfrm>
                <a:off x="9586814" y="5167916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59" y="4954"/>
                      <a:pt x="6594" y="4147"/>
                      <a:pt x="6594" y="3306"/>
                    </a:cubicBezTo>
                    <a:cubicBezTo>
                      <a:pt x="6594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0" y="2464"/>
                      <a:pt x="250" y="3306"/>
                    </a:cubicBezTo>
                    <a:cubicBezTo>
                      <a:pt x="250" y="4147"/>
                      <a:pt x="585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54" name="Freeform: Shape 6653">
                <a:extLst>
                  <a:ext uri="{FF2B5EF4-FFF2-40B4-BE49-F238E27FC236}">
                    <a16:creationId xmlns:a16="http://schemas.microsoft.com/office/drawing/2014/main" id="{26131BF3-A2CC-FE74-E300-23AC7C4F4B00}"/>
                  </a:ext>
                </a:extLst>
              </p:cNvPr>
              <p:cNvSpPr/>
              <p:nvPr/>
            </p:nvSpPr>
            <p:spPr>
              <a:xfrm>
                <a:off x="9588812" y="5167719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55" name="Freeform: Shape 6654">
                <a:extLst>
                  <a:ext uri="{FF2B5EF4-FFF2-40B4-BE49-F238E27FC236}">
                    <a16:creationId xmlns:a16="http://schemas.microsoft.com/office/drawing/2014/main" id="{90A5ABC0-4B5C-163C-D2B9-B8408371319F}"/>
                  </a:ext>
                </a:extLst>
              </p:cNvPr>
              <p:cNvSpPr/>
              <p:nvPr/>
            </p:nvSpPr>
            <p:spPr>
              <a:xfrm>
                <a:off x="9590453" y="5167859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56" name="Freeform: Shape 6655">
                <a:extLst>
                  <a:ext uri="{FF2B5EF4-FFF2-40B4-BE49-F238E27FC236}">
                    <a16:creationId xmlns:a16="http://schemas.microsoft.com/office/drawing/2014/main" id="{672B0F8A-4137-B56C-C86B-5CDB24C5659C}"/>
                  </a:ext>
                </a:extLst>
              </p:cNvPr>
              <p:cNvSpPr/>
              <p:nvPr/>
            </p:nvSpPr>
            <p:spPr>
              <a:xfrm>
                <a:off x="9592235" y="5167896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4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3"/>
                      <a:pt x="3422" y="133"/>
                    </a:cubicBezTo>
                    <a:cubicBezTo>
                      <a:pt x="2581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57" name="Freeform: Shape 6656">
                <a:extLst>
                  <a:ext uri="{FF2B5EF4-FFF2-40B4-BE49-F238E27FC236}">
                    <a16:creationId xmlns:a16="http://schemas.microsoft.com/office/drawing/2014/main" id="{87A1F594-0089-1BF4-ECBE-C35B934D366C}"/>
                  </a:ext>
                </a:extLst>
              </p:cNvPr>
              <p:cNvSpPr/>
              <p:nvPr/>
            </p:nvSpPr>
            <p:spPr>
              <a:xfrm>
                <a:off x="9594069" y="5167911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58" name="Freeform: Shape 6657">
                <a:extLst>
                  <a:ext uri="{FF2B5EF4-FFF2-40B4-BE49-F238E27FC236}">
                    <a16:creationId xmlns:a16="http://schemas.microsoft.com/office/drawing/2014/main" id="{A150ED83-EC91-081C-A96A-D306750AAACB}"/>
                  </a:ext>
                </a:extLst>
              </p:cNvPr>
              <p:cNvSpPr/>
              <p:nvPr/>
            </p:nvSpPr>
            <p:spPr>
              <a:xfrm>
                <a:off x="9596140" y="5167751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59" name="Freeform: Shape 6658">
                <a:extLst>
                  <a:ext uri="{FF2B5EF4-FFF2-40B4-BE49-F238E27FC236}">
                    <a16:creationId xmlns:a16="http://schemas.microsoft.com/office/drawing/2014/main" id="{15EB5BE5-FC12-4840-CFEE-1DA967821DDA}"/>
                  </a:ext>
                </a:extLst>
              </p:cNvPr>
              <p:cNvSpPr/>
              <p:nvPr/>
            </p:nvSpPr>
            <p:spPr>
              <a:xfrm>
                <a:off x="9598311" y="5167536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60" name="Freeform: Shape 6659">
                <a:extLst>
                  <a:ext uri="{FF2B5EF4-FFF2-40B4-BE49-F238E27FC236}">
                    <a16:creationId xmlns:a16="http://schemas.microsoft.com/office/drawing/2014/main" id="{8ED7A6A6-1073-DC0F-437E-27833B9568DE}"/>
                  </a:ext>
                </a:extLst>
              </p:cNvPr>
              <p:cNvSpPr/>
              <p:nvPr/>
            </p:nvSpPr>
            <p:spPr>
              <a:xfrm>
                <a:off x="9600445" y="5167380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2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61" name="Freeform: Shape 6660">
                <a:extLst>
                  <a:ext uri="{FF2B5EF4-FFF2-40B4-BE49-F238E27FC236}">
                    <a16:creationId xmlns:a16="http://schemas.microsoft.com/office/drawing/2014/main" id="{56C8680A-F1AF-AFBE-5895-CD1EC20BD5B1}"/>
                  </a:ext>
                </a:extLst>
              </p:cNvPr>
              <p:cNvSpPr/>
              <p:nvPr/>
            </p:nvSpPr>
            <p:spPr>
              <a:xfrm>
                <a:off x="9602633" y="5167208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62" name="Freeform: Shape 6661">
                <a:extLst>
                  <a:ext uri="{FF2B5EF4-FFF2-40B4-BE49-F238E27FC236}">
                    <a16:creationId xmlns:a16="http://schemas.microsoft.com/office/drawing/2014/main" id="{D392AA11-A8EE-C246-879F-C34AA474CF82}"/>
                  </a:ext>
                </a:extLst>
              </p:cNvPr>
              <p:cNvSpPr/>
              <p:nvPr/>
            </p:nvSpPr>
            <p:spPr>
              <a:xfrm>
                <a:off x="9604782" y="5167095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5" y="6478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5" y="133"/>
                      <a:pt x="3423" y="133"/>
                    </a:cubicBezTo>
                    <a:cubicBezTo>
                      <a:pt x="2582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63" name="Freeform: Shape 6662">
                <a:extLst>
                  <a:ext uri="{FF2B5EF4-FFF2-40B4-BE49-F238E27FC236}">
                    <a16:creationId xmlns:a16="http://schemas.microsoft.com/office/drawing/2014/main" id="{804DC5F2-4DCE-B686-D029-04E73C1D421F}"/>
                  </a:ext>
                </a:extLst>
              </p:cNvPr>
              <p:cNvSpPr/>
              <p:nvPr/>
            </p:nvSpPr>
            <p:spPr>
              <a:xfrm>
                <a:off x="9606747" y="5167153"/>
                <a:ext cx="6343" cy="6345"/>
              </a:xfrm>
              <a:custGeom>
                <a:avLst/>
                <a:gdLst>
                  <a:gd name="connsiteX0" fmla="*/ 3424 w 6343"/>
                  <a:gd name="connsiteY0" fmla="*/ 6478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8"/>
                    </a:moveTo>
                    <a:cubicBezTo>
                      <a:pt x="4265" y="6478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8"/>
                      <a:pt x="342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64" name="Freeform: Shape 6663">
                <a:extLst>
                  <a:ext uri="{FF2B5EF4-FFF2-40B4-BE49-F238E27FC236}">
                    <a16:creationId xmlns:a16="http://schemas.microsoft.com/office/drawing/2014/main" id="{1AA277BE-A5CD-B33A-F729-D04FABBF5953}"/>
                  </a:ext>
                </a:extLst>
              </p:cNvPr>
              <p:cNvSpPr/>
              <p:nvPr/>
            </p:nvSpPr>
            <p:spPr>
              <a:xfrm>
                <a:off x="9609005" y="5167009"/>
                <a:ext cx="6343" cy="6345"/>
              </a:xfrm>
              <a:custGeom>
                <a:avLst/>
                <a:gdLst>
                  <a:gd name="connsiteX0" fmla="*/ 3424 w 6343"/>
                  <a:gd name="connsiteY0" fmla="*/ 6478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8"/>
                    </a:moveTo>
                    <a:cubicBezTo>
                      <a:pt x="4265" y="6478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8"/>
                      <a:pt x="342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65" name="Freeform: Shape 6664">
                <a:extLst>
                  <a:ext uri="{FF2B5EF4-FFF2-40B4-BE49-F238E27FC236}">
                    <a16:creationId xmlns:a16="http://schemas.microsoft.com/office/drawing/2014/main" id="{95872481-D491-F96D-676C-40B304609610}"/>
                  </a:ext>
                </a:extLst>
              </p:cNvPr>
              <p:cNvSpPr/>
              <p:nvPr/>
            </p:nvSpPr>
            <p:spPr>
              <a:xfrm>
                <a:off x="9611415" y="5166779"/>
                <a:ext cx="6343" cy="6345"/>
              </a:xfrm>
              <a:custGeom>
                <a:avLst/>
                <a:gdLst>
                  <a:gd name="connsiteX0" fmla="*/ 3424 w 6343"/>
                  <a:gd name="connsiteY0" fmla="*/ 6478 h 6345"/>
                  <a:gd name="connsiteX1" fmla="*/ 5667 w 6343"/>
                  <a:gd name="connsiteY1" fmla="*/ 5549 h 6345"/>
                  <a:gd name="connsiteX2" fmla="*/ 6596 w 6343"/>
                  <a:gd name="connsiteY2" fmla="*/ 3306 h 6345"/>
                  <a:gd name="connsiteX3" fmla="*/ 5667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8"/>
                    </a:moveTo>
                    <a:cubicBezTo>
                      <a:pt x="4265" y="6478"/>
                      <a:pt x="5072" y="6144"/>
                      <a:pt x="5667" y="5549"/>
                    </a:cubicBezTo>
                    <a:cubicBezTo>
                      <a:pt x="6261" y="4954"/>
                      <a:pt x="6596" y="4147"/>
                      <a:pt x="6596" y="3306"/>
                    </a:cubicBezTo>
                    <a:cubicBezTo>
                      <a:pt x="6596" y="2464"/>
                      <a:pt x="6261" y="1657"/>
                      <a:pt x="5667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7" y="1657"/>
                      <a:pt x="252" y="2464"/>
                      <a:pt x="252" y="3306"/>
                    </a:cubicBezTo>
                    <a:cubicBezTo>
                      <a:pt x="252" y="4147"/>
                      <a:pt x="587" y="4954"/>
                      <a:pt x="1181" y="5549"/>
                    </a:cubicBezTo>
                    <a:cubicBezTo>
                      <a:pt x="1776" y="6144"/>
                      <a:pt x="2583" y="6478"/>
                      <a:pt x="342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66" name="Freeform: Shape 6665">
                <a:extLst>
                  <a:ext uri="{FF2B5EF4-FFF2-40B4-BE49-F238E27FC236}">
                    <a16:creationId xmlns:a16="http://schemas.microsoft.com/office/drawing/2014/main" id="{9F7DDC52-AD74-714C-E6D3-97215658225A}"/>
                  </a:ext>
                </a:extLst>
              </p:cNvPr>
              <p:cNvSpPr/>
              <p:nvPr/>
            </p:nvSpPr>
            <p:spPr>
              <a:xfrm>
                <a:off x="9253936" y="5163376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5 h 6345"/>
                  <a:gd name="connsiteX3" fmla="*/ 5638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5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8" y="5549"/>
                    </a:cubicBezTo>
                    <a:cubicBezTo>
                      <a:pt x="6233" y="4954"/>
                      <a:pt x="6567" y="4147"/>
                      <a:pt x="6567" y="3305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5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67" name="Freeform: Shape 6666">
                <a:extLst>
                  <a:ext uri="{FF2B5EF4-FFF2-40B4-BE49-F238E27FC236}">
                    <a16:creationId xmlns:a16="http://schemas.microsoft.com/office/drawing/2014/main" id="{B430C088-DAB7-30C8-DA02-E15FB959C709}"/>
                  </a:ext>
                </a:extLst>
              </p:cNvPr>
              <p:cNvSpPr/>
              <p:nvPr/>
            </p:nvSpPr>
            <p:spPr>
              <a:xfrm>
                <a:off x="9256836" y="5163667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5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5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9" y="5549"/>
                    </a:cubicBezTo>
                    <a:cubicBezTo>
                      <a:pt x="6233" y="4954"/>
                      <a:pt x="6568" y="4147"/>
                      <a:pt x="6568" y="3305"/>
                    </a:cubicBezTo>
                    <a:cubicBezTo>
                      <a:pt x="6568" y="2464"/>
                      <a:pt x="6233" y="1657"/>
                      <a:pt x="5639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9" y="1657"/>
                      <a:pt x="224" y="2464"/>
                      <a:pt x="224" y="3305"/>
                    </a:cubicBezTo>
                    <a:cubicBezTo>
                      <a:pt x="224" y="4147"/>
                      <a:pt x="559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68" name="Freeform: Shape 6667">
                <a:extLst>
                  <a:ext uri="{FF2B5EF4-FFF2-40B4-BE49-F238E27FC236}">
                    <a16:creationId xmlns:a16="http://schemas.microsoft.com/office/drawing/2014/main" id="{BB48B36B-70FD-91E7-72AD-F561295C62E4}"/>
                  </a:ext>
                </a:extLst>
              </p:cNvPr>
              <p:cNvSpPr/>
              <p:nvPr/>
            </p:nvSpPr>
            <p:spPr>
              <a:xfrm>
                <a:off x="9259577" y="5163884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5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5 h 6345"/>
                  <a:gd name="connsiteX7" fmla="*/ 1154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5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4" y="1062"/>
                    </a:cubicBezTo>
                    <a:cubicBezTo>
                      <a:pt x="559" y="1657"/>
                      <a:pt x="225" y="2464"/>
                      <a:pt x="225" y="3305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69" name="Freeform: Shape 6668">
                <a:extLst>
                  <a:ext uri="{FF2B5EF4-FFF2-40B4-BE49-F238E27FC236}">
                    <a16:creationId xmlns:a16="http://schemas.microsoft.com/office/drawing/2014/main" id="{0F931439-7672-336C-A745-AA11F467847D}"/>
                  </a:ext>
                </a:extLst>
              </p:cNvPr>
              <p:cNvSpPr/>
              <p:nvPr/>
            </p:nvSpPr>
            <p:spPr>
              <a:xfrm>
                <a:off x="9262357" y="5164165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5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5 h 6345"/>
                  <a:gd name="connsiteX7" fmla="*/ 1154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8" y="6478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5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4" y="467"/>
                      <a:pt x="4238" y="133"/>
                      <a:pt x="3396" y="133"/>
                    </a:cubicBezTo>
                    <a:cubicBezTo>
                      <a:pt x="2555" y="133"/>
                      <a:pt x="1749" y="467"/>
                      <a:pt x="1154" y="1062"/>
                    </a:cubicBezTo>
                    <a:cubicBezTo>
                      <a:pt x="559" y="1657"/>
                      <a:pt x="225" y="2464"/>
                      <a:pt x="225" y="3305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70" name="Freeform: Shape 6669">
                <a:extLst>
                  <a:ext uri="{FF2B5EF4-FFF2-40B4-BE49-F238E27FC236}">
                    <a16:creationId xmlns:a16="http://schemas.microsoft.com/office/drawing/2014/main" id="{491EC52F-1E5A-B2A7-FB6D-27E8BFE55DBC}"/>
                  </a:ext>
                </a:extLst>
              </p:cNvPr>
              <p:cNvSpPr/>
              <p:nvPr/>
            </p:nvSpPr>
            <p:spPr>
              <a:xfrm>
                <a:off x="9264388" y="5163940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5 h 6345"/>
                  <a:gd name="connsiteX3" fmla="*/ 5639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5 h 6345"/>
                  <a:gd name="connsiteX7" fmla="*/ 1154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39" y="5549"/>
                    </a:cubicBezTo>
                    <a:cubicBezTo>
                      <a:pt x="6234" y="4954"/>
                      <a:pt x="6568" y="4147"/>
                      <a:pt x="6568" y="3305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4" y="1062"/>
                    </a:cubicBezTo>
                    <a:cubicBezTo>
                      <a:pt x="559" y="1657"/>
                      <a:pt x="225" y="2464"/>
                      <a:pt x="225" y="3305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71" name="Freeform: Shape 6670">
                <a:extLst>
                  <a:ext uri="{FF2B5EF4-FFF2-40B4-BE49-F238E27FC236}">
                    <a16:creationId xmlns:a16="http://schemas.microsoft.com/office/drawing/2014/main" id="{042EA22D-A970-D402-6BCD-57FD461C3AE5}"/>
                  </a:ext>
                </a:extLst>
              </p:cNvPr>
              <p:cNvSpPr/>
              <p:nvPr/>
            </p:nvSpPr>
            <p:spPr>
              <a:xfrm>
                <a:off x="9266366" y="5163700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5 h 6345"/>
                  <a:gd name="connsiteX3" fmla="*/ 5639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5 h 6345"/>
                  <a:gd name="connsiteX7" fmla="*/ 1154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39" y="5549"/>
                    </a:cubicBezTo>
                    <a:cubicBezTo>
                      <a:pt x="6234" y="4954"/>
                      <a:pt x="6568" y="4147"/>
                      <a:pt x="6568" y="3305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4" y="1062"/>
                    </a:cubicBezTo>
                    <a:cubicBezTo>
                      <a:pt x="559" y="1657"/>
                      <a:pt x="225" y="2464"/>
                      <a:pt x="225" y="3305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72" name="Freeform: Shape 6671">
                <a:extLst>
                  <a:ext uri="{FF2B5EF4-FFF2-40B4-BE49-F238E27FC236}">
                    <a16:creationId xmlns:a16="http://schemas.microsoft.com/office/drawing/2014/main" id="{5BAA72BC-5E3A-6FD3-8C5B-3FA478E3BB9B}"/>
                  </a:ext>
                </a:extLst>
              </p:cNvPr>
              <p:cNvSpPr/>
              <p:nvPr/>
            </p:nvSpPr>
            <p:spPr>
              <a:xfrm>
                <a:off x="9268487" y="5163587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5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5 h 6345"/>
                  <a:gd name="connsiteX7" fmla="*/ 1154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4" y="4954"/>
                      <a:pt x="6569" y="4147"/>
                      <a:pt x="6569" y="3305"/>
                    </a:cubicBezTo>
                    <a:cubicBezTo>
                      <a:pt x="6569" y="2464"/>
                      <a:pt x="6234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4" y="1062"/>
                    </a:cubicBezTo>
                    <a:cubicBezTo>
                      <a:pt x="560" y="1657"/>
                      <a:pt x="225" y="2464"/>
                      <a:pt x="225" y="3305"/>
                    </a:cubicBezTo>
                    <a:cubicBezTo>
                      <a:pt x="225" y="4147"/>
                      <a:pt x="560" y="4954"/>
                      <a:pt x="1154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73" name="Freeform: Shape 6672">
                <a:extLst>
                  <a:ext uri="{FF2B5EF4-FFF2-40B4-BE49-F238E27FC236}">
                    <a16:creationId xmlns:a16="http://schemas.microsoft.com/office/drawing/2014/main" id="{7F472E85-32C0-A764-C1A7-339CE1889BFB}"/>
                  </a:ext>
                </a:extLst>
              </p:cNvPr>
              <p:cNvSpPr/>
              <p:nvPr/>
            </p:nvSpPr>
            <p:spPr>
              <a:xfrm>
                <a:off x="9270796" y="5163642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5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5 h 6345"/>
                  <a:gd name="connsiteX7" fmla="*/ 1155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5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5" y="1062"/>
                    </a:cubicBezTo>
                    <a:cubicBezTo>
                      <a:pt x="560" y="1657"/>
                      <a:pt x="226" y="2464"/>
                      <a:pt x="226" y="3305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74" name="Freeform: Shape 6673">
                <a:extLst>
                  <a:ext uri="{FF2B5EF4-FFF2-40B4-BE49-F238E27FC236}">
                    <a16:creationId xmlns:a16="http://schemas.microsoft.com/office/drawing/2014/main" id="{71A4CA8E-667A-7EAC-622D-F182CBF78A72}"/>
                  </a:ext>
                </a:extLst>
              </p:cNvPr>
              <p:cNvSpPr/>
              <p:nvPr/>
            </p:nvSpPr>
            <p:spPr>
              <a:xfrm>
                <a:off x="9273340" y="5163905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5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5 h 6345"/>
                  <a:gd name="connsiteX7" fmla="*/ 1155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5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5" y="1062"/>
                    </a:cubicBezTo>
                    <a:cubicBezTo>
                      <a:pt x="560" y="1657"/>
                      <a:pt x="226" y="2464"/>
                      <a:pt x="226" y="3305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75" name="Freeform: Shape 6674">
                <a:extLst>
                  <a:ext uri="{FF2B5EF4-FFF2-40B4-BE49-F238E27FC236}">
                    <a16:creationId xmlns:a16="http://schemas.microsoft.com/office/drawing/2014/main" id="{667B75E0-91EE-0CC3-983F-9DD8E27FF640}"/>
                  </a:ext>
                </a:extLst>
              </p:cNvPr>
              <p:cNvSpPr/>
              <p:nvPr/>
            </p:nvSpPr>
            <p:spPr>
              <a:xfrm>
                <a:off x="9276163" y="5164416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5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5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5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9" y="133"/>
                      <a:pt x="3398" y="133"/>
                    </a:cubicBezTo>
                    <a:cubicBezTo>
                      <a:pt x="2556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5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6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76" name="Freeform: Shape 6675">
                <a:extLst>
                  <a:ext uri="{FF2B5EF4-FFF2-40B4-BE49-F238E27FC236}">
                    <a16:creationId xmlns:a16="http://schemas.microsoft.com/office/drawing/2014/main" id="{AFE99D02-D710-B21D-50DF-D2C16D47BD41}"/>
                  </a:ext>
                </a:extLst>
              </p:cNvPr>
              <p:cNvSpPr/>
              <p:nvPr/>
            </p:nvSpPr>
            <p:spPr>
              <a:xfrm>
                <a:off x="9278255" y="5164396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5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5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0" y="5549"/>
                    </a:cubicBezTo>
                    <a:cubicBezTo>
                      <a:pt x="6235" y="4954"/>
                      <a:pt x="6569" y="4147"/>
                      <a:pt x="6569" y="3305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5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77" name="Freeform: Shape 6676">
                <a:extLst>
                  <a:ext uri="{FF2B5EF4-FFF2-40B4-BE49-F238E27FC236}">
                    <a16:creationId xmlns:a16="http://schemas.microsoft.com/office/drawing/2014/main" id="{15328904-8245-637B-7664-8A831D56B818}"/>
                  </a:ext>
                </a:extLst>
              </p:cNvPr>
              <p:cNvSpPr/>
              <p:nvPr/>
            </p:nvSpPr>
            <p:spPr>
              <a:xfrm>
                <a:off x="9280722" y="5164698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69 w 6343"/>
                  <a:gd name="connsiteY2" fmla="*/ 3305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5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5" y="4954"/>
                      <a:pt x="6569" y="4147"/>
                      <a:pt x="6569" y="3305"/>
                    </a:cubicBezTo>
                    <a:cubicBezTo>
                      <a:pt x="6569" y="2464"/>
                      <a:pt x="6235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1" y="1657"/>
                      <a:pt x="226" y="2464"/>
                      <a:pt x="226" y="3305"/>
                    </a:cubicBezTo>
                    <a:cubicBezTo>
                      <a:pt x="226" y="4147"/>
                      <a:pt x="561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78" name="Freeform: Shape 6677">
                <a:extLst>
                  <a:ext uri="{FF2B5EF4-FFF2-40B4-BE49-F238E27FC236}">
                    <a16:creationId xmlns:a16="http://schemas.microsoft.com/office/drawing/2014/main" id="{1B589103-802A-5EE9-ABB8-67E122C4CFE7}"/>
                  </a:ext>
                </a:extLst>
              </p:cNvPr>
              <p:cNvSpPr/>
              <p:nvPr/>
            </p:nvSpPr>
            <p:spPr>
              <a:xfrm>
                <a:off x="9282799" y="5164721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5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7 w 6343"/>
                  <a:gd name="connsiteY6" fmla="*/ 3305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5" y="4954"/>
                      <a:pt x="6570" y="4147"/>
                      <a:pt x="6570" y="3305"/>
                    </a:cubicBezTo>
                    <a:cubicBezTo>
                      <a:pt x="6570" y="2464"/>
                      <a:pt x="6235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1" y="1657"/>
                      <a:pt x="227" y="2464"/>
                      <a:pt x="227" y="3305"/>
                    </a:cubicBezTo>
                    <a:cubicBezTo>
                      <a:pt x="227" y="4147"/>
                      <a:pt x="561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79" name="Freeform: Shape 6678">
                <a:extLst>
                  <a:ext uri="{FF2B5EF4-FFF2-40B4-BE49-F238E27FC236}">
                    <a16:creationId xmlns:a16="http://schemas.microsoft.com/office/drawing/2014/main" id="{F8D16299-FEBB-B59F-C336-CDAC16D6750B}"/>
                  </a:ext>
                </a:extLst>
              </p:cNvPr>
              <p:cNvSpPr/>
              <p:nvPr/>
            </p:nvSpPr>
            <p:spPr>
              <a:xfrm>
                <a:off x="9284917" y="5164804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80" name="Freeform: Shape 6679">
                <a:extLst>
                  <a:ext uri="{FF2B5EF4-FFF2-40B4-BE49-F238E27FC236}">
                    <a16:creationId xmlns:a16="http://schemas.microsoft.com/office/drawing/2014/main" id="{AB768D7E-34D4-3D06-865F-4F79D0565B5C}"/>
                  </a:ext>
                </a:extLst>
              </p:cNvPr>
              <p:cNvSpPr/>
              <p:nvPr/>
            </p:nvSpPr>
            <p:spPr>
              <a:xfrm>
                <a:off x="9286981" y="5164869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81" name="Freeform: Shape 6680">
                <a:extLst>
                  <a:ext uri="{FF2B5EF4-FFF2-40B4-BE49-F238E27FC236}">
                    <a16:creationId xmlns:a16="http://schemas.microsoft.com/office/drawing/2014/main" id="{6990E537-427E-6923-80EA-D235FAC60D8E}"/>
                  </a:ext>
                </a:extLst>
              </p:cNvPr>
              <p:cNvSpPr/>
              <p:nvPr/>
            </p:nvSpPr>
            <p:spPr>
              <a:xfrm>
                <a:off x="9288991" y="5164915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82" name="Freeform: Shape 6681">
                <a:extLst>
                  <a:ext uri="{FF2B5EF4-FFF2-40B4-BE49-F238E27FC236}">
                    <a16:creationId xmlns:a16="http://schemas.microsoft.com/office/drawing/2014/main" id="{04F03E5B-A526-8D4D-2B9A-A58767622223}"/>
                  </a:ext>
                </a:extLst>
              </p:cNvPr>
              <p:cNvSpPr/>
              <p:nvPr/>
            </p:nvSpPr>
            <p:spPr>
              <a:xfrm>
                <a:off x="9291274" y="5165217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83" name="Freeform: Shape 6682">
                <a:extLst>
                  <a:ext uri="{FF2B5EF4-FFF2-40B4-BE49-F238E27FC236}">
                    <a16:creationId xmlns:a16="http://schemas.microsoft.com/office/drawing/2014/main" id="{659C0803-9ADE-4042-C78D-30CDC41724DF}"/>
                  </a:ext>
                </a:extLst>
              </p:cNvPr>
              <p:cNvSpPr/>
              <p:nvPr/>
            </p:nvSpPr>
            <p:spPr>
              <a:xfrm>
                <a:off x="9293871" y="5165817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6"/>
                    </a:cubicBezTo>
                    <a:cubicBezTo>
                      <a:pt x="6571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7" y="2464"/>
                      <a:pt x="227" y="3306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84" name="Freeform: Shape 6683">
                <a:extLst>
                  <a:ext uri="{FF2B5EF4-FFF2-40B4-BE49-F238E27FC236}">
                    <a16:creationId xmlns:a16="http://schemas.microsoft.com/office/drawing/2014/main" id="{E9517381-8392-6283-CC7C-149257B83515}"/>
                  </a:ext>
                </a:extLst>
              </p:cNvPr>
              <p:cNvSpPr/>
              <p:nvPr/>
            </p:nvSpPr>
            <p:spPr>
              <a:xfrm>
                <a:off x="9295672" y="5165769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8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6"/>
                    </a:cubicBezTo>
                    <a:cubicBezTo>
                      <a:pt x="6571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85" name="Freeform: Shape 6684">
                <a:extLst>
                  <a:ext uri="{FF2B5EF4-FFF2-40B4-BE49-F238E27FC236}">
                    <a16:creationId xmlns:a16="http://schemas.microsoft.com/office/drawing/2014/main" id="{5B68CD0E-8023-74A2-D383-944F2187A6DC}"/>
                  </a:ext>
                </a:extLst>
              </p:cNvPr>
              <p:cNvSpPr/>
              <p:nvPr/>
            </p:nvSpPr>
            <p:spPr>
              <a:xfrm>
                <a:off x="9297697" y="5165939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86" name="Freeform: Shape 6685">
                <a:extLst>
                  <a:ext uri="{FF2B5EF4-FFF2-40B4-BE49-F238E27FC236}">
                    <a16:creationId xmlns:a16="http://schemas.microsoft.com/office/drawing/2014/main" id="{1F042132-4E9B-6F5C-39E2-E195E716B0D8}"/>
                  </a:ext>
                </a:extLst>
              </p:cNvPr>
              <p:cNvSpPr/>
              <p:nvPr/>
            </p:nvSpPr>
            <p:spPr>
              <a:xfrm>
                <a:off x="9299715" y="5166128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1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1" y="133"/>
                      <a:pt x="3399" y="133"/>
                    </a:cubicBezTo>
                    <a:cubicBezTo>
                      <a:pt x="2558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87" name="Freeform: Shape 6686">
                <a:extLst>
                  <a:ext uri="{FF2B5EF4-FFF2-40B4-BE49-F238E27FC236}">
                    <a16:creationId xmlns:a16="http://schemas.microsoft.com/office/drawing/2014/main" id="{22187669-9A98-FA70-08DA-E5F72C637082}"/>
                  </a:ext>
                </a:extLst>
              </p:cNvPr>
              <p:cNvSpPr/>
              <p:nvPr/>
            </p:nvSpPr>
            <p:spPr>
              <a:xfrm>
                <a:off x="9301317" y="5165972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1" y="133"/>
                      <a:pt x="3400" y="133"/>
                    </a:cubicBezTo>
                    <a:cubicBezTo>
                      <a:pt x="2558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8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88" name="Freeform: Shape 6687">
                <a:extLst>
                  <a:ext uri="{FF2B5EF4-FFF2-40B4-BE49-F238E27FC236}">
                    <a16:creationId xmlns:a16="http://schemas.microsoft.com/office/drawing/2014/main" id="{51AC0915-0192-7887-6AD0-C537CE3728CA}"/>
                  </a:ext>
                </a:extLst>
              </p:cNvPr>
              <p:cNvSpPr/>
              <p:nvPr/>
            </p:nvSpPr>
            <p:spPr>
              <a:xfrm>
                <a:off x="9303050" y="5165954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89" name="Freeform: Shape 6688">
                <a:extLst>
                  <a:ext uri="{FF2B5EF4-FFF2-40B4-BE49-F238E27FC236}">
                    <a16:creationId xmlns:a16="http://schemas.microsoft.com/office/drawing/2014/main" id="{8903C30D-DEAB-B716-A39F-D2CA1A11483F}"/>
                  </a:ext>
                </a:extLst>
              </p:cNvPr>
              <p:cNvSpPr/>
              <p:nvPr/>
            </p:nvSpPr>
            <p:spPr>
              <a:xfrm>
                <a:off x="9304779" y="5165952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90" name="Freeform: Shape 6689">
                <a:extLst>
                  <a:ext uri="{FF2B5EF4-FFF2-40B4-BE49-F238E27FC236}">
                    <a16:creationId xmlns:a16="http://schemas.microsoft.com/office/drawing/2014/main" id="{2D883B30-696E-F590-3C82-60A950E7EED5}"/>
                  </a:ext>
                </a:extLst>
              </p:cNvPr>
              <p:cNvSpPr/>
              <p:nvPr/>
            </p:nvSpPr>
            <p:spPr>
              <a:xfrm>
                <a:off x="9306368" y="5165843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1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3" y="1657"/>
                      <a:pt x="228" y="2464"/>
                      <a:pt x="228" y="3306"/>
                    </a:cubicBezTo>
                    <a:cubicBezTo>
                      <a:pt x="228" y="4147"/>
                      <a:pt x="563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91" name="Freeform: Shape 6690">
                <a:extLst>
                  <a:ext uri="{FF2B5EF4-FFF2-40B4-BE49-F238E27FC236}">
                    <a16:creationId xmlns:a16="http://schemas.microsoft.com/office/drawing/2014/main" id="{9A852D32-2F41-B76C-BB1A-E22ACEF06900}"/>
                  </a:ext>
                </a:extLst>
              </p:cNvPr>
              <p:cNvSpPr/>
              <p:nvPr/>
            </p:nvSpPr>
            <p:spPr>
              <a:xfrm>
                <a:off x="9308175" y="5165956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9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7" y="4954"/>
                      <a:pt x="6572" y="4147"/>
                      <a:pt x="6572" y="3306"/>
                    </a:cubicBezTo>
                    <a:cubicBezTo>
                      <a:pt x="6572" y="2464"/>
                      <a:pt x="6237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92" name="Freeform: Shape 6691">
                <a:extLst>
                  <a:ext uri="{FF2B5EF4-FFF2-40B4-BE49-F238E27FC236}">
                    <a16:creationId xmlns:a16="http://schemas.microsoft.com/office/drawing/2014/main" id="{44E8BD8A-4E51-B573-A1BE-33D8577AB463}"/>
                  </a:ext>
                </a:extLst>
              </p:cNvPr>
              <p:cNvSpPr/>
              <p:nvPr/>
            </p:nvSpPr>
            <p:spPr>
              <a:xfrm>
                <a:off x="9309887" y="5166003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93" name="Freeform: Shape 6692">
                <a:extLst>
                  <a:ext uri="{FF2B5EF4-FFF2-40B4-BE49-F238E27FC236}">
                    <a16:creationId xmlns:a16="http://schemas.microsoft.com/office/drawing/2014/main" id="{DB1000DA-0847-E5C1-1703-EABAE55EC50A}"/>
                  </a:ext>
                </a:extLst>
              </p:cNvPr>
              <p:cNvSpPr/>
              <p:nvPr/>
            </p:nvSpPr>
            <p:spPr>
              <a:xfrm>
                <a:off x="9311594" y="5166066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94" name="Freeform: Shape 6693">
                <a:extLst>
                  <a:ext uri="{FF2B5EF4-FFF2-40B4-BE49-F238E27FC236}">
                    <a16:creationId xmlns:a16="http://schemas.microsoft.com/office/drawing/2014/main" id="{107211C0-A5C8-9EB0-D745-315C4C142350}"/>
                  </a:ext>
                </a:extLst>
              </p:cNvPr>
              <p:cNvSpPr/>
              <p:nvPr/>
            </p:nvSpPr>
            <p:spPr>
              <a:xfrm>
                <a:off x="9313338" y="5166187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2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2" y="133"/>
                      <a:pt x="3400" y="133"/>
                    </a:cubicBezTo>
                    <a:cubicBezTo>
                      <a:pt x="2559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95" name="Freeform: Shape 6694">
                <a:extLst>
                  <a:ext uri="{FF2B5EF4-FFF2-40B4-BE49-F238E27FC236}">
                    <a16:creationId xmlns:a16="http://schemas.microsoft.com/office/drawing/2014/main" id="{A4A9A7C9-20F0-5794-7F9D-592739EFC96A}"/>
                  </a:ext>
                </a:extLst>
              </p:cNvPr>
              <p:cNvSpPr/>
              <p:nvPr/>
            </p:nvSpPr>
            <p:spPr>
              <a:xfrm>
                <a:off x="9314989" y="5166240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96" name="Freeform: Shape 6695">
                <a:extLst>
                  <a:ext uri="{FF2B5EF4-FFF2-40B4-BE49-F238E27FC236}">
                    <a16:creationId xmlns:a16="http://schemas.microsoft.com/office/drawing/2014/main" id="{4B3DDB33-0B17-4264-F89F-0258ACE9E3D1}"/>
                  </a:ext>
                </a:extLst>
              </p:cNvPr>
              <p:cNvSpPr/>
              <p:nvPr/>
            </p:nvSpPr>
            <p:spPr>
              <a:xfrm>
                <a:off x="9316764" y="5166437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97" name="Freeform: Shape 6696">
                <a:extLst>
                  <a:ext uri="{FF2B5EF4-FFF2-40B4-BE49-F238E27FC236}">
                    <a16:creationId xmlns:a16="http://schemas.microsoft.com/office/drawing/2014/main" id="{A8E96BBB-1AEF-6161-A13F-EEF21C5CC0AE}"/>
                  </a:ext>
                </a:extLst>
              </p:cNvPr>
              <p:cNvSpPr/>
              <p:nvPr/>
            </p:nvSpPr>
            <p:spPr>
              <a:xfrm>
                <a:off x="9318360" y="5166477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2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4" y="1657"/>
                      <a:pt x="229" y="2464"/>
                      <a:pt x="229" y="3306"/>
                    </a:cubicBezTo>
                    <a:cubicBezTo>
                      <a:pt x="229" y="4147"/>
                      <a:pt x="564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98" name="Freeform: Shape 6697">
                <a:extLst>
                  <a:ext uri="{FF2B5EF4-FFF2-40B4-BE49-F238E27FC236}">
                    <a16:creationId xmlns:a16="http://schemas.microsoft.com/office/drawing/2014/main" id="{55C85928-B5B2-68C2-75CB-5DE7F80C6DDA}"/>
                  </a:ext>
                </a:extLst>
              </p:cNvPr>
              <p:cNvSpPr/>
              <p:nvPr/>
            </p:nvSpPr>
            <p:spPr>
              <a:xfrm>
                <a:off x="9319908" y="5166490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8" y="4954"/>
                      <a:pt x="6573" y="4147"/>
                      <a:pt x="6573" y="3306"/>
                    </a:cubicBezTo>
                    <a:cubicBezTo>
                      <a:pt x="6573" y="2464"/>
                      <a:pt x="6238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4" y="1657"/>
                      <a:pt x="229" y="2464"/>
                      <a:pt x="229" y="3306"/>
                    </a:cubicBezTo>
                    <a:cubicBezTo>
                      <a:pt x="229" y="4147"/>
                      <a:pt x="564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99" name="Freeform: Shape 6698">
                <a:extLst>
                  <a:ext uri="{FF2B5EF4-FFF2-40B4-BE49-F238E27FC236}">
                    <a16:creationId xmlns:a16="http://schemas.microsoft.com/office/drawing/2014/main" id="{69EDEF8D-D8C2-F3BC-898A-B643E7E184EE}"/>
                  </a:ext>
                </a:extLst>
              </p:cNvPr>
              <p:cNvSpPr/>
              <p:nvPr/>
            </p:nvSpPr>
            <p:spPr>
              <a:xfrm>
                <a:off x="9321452" y="5166516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30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00" name="Freeform: Shape 6699">
                <a:extLst>
                  <a:ext uri="{FF2B5EF4-FFF2-40B4-BE49-F238E27FC236}">
                    <a16:creationId xmlns:a16="http://schemas.microsoft.com/office/drawing/2014/main" id="{DFC08852-9707-8DE1-8C5D-9A2E2003D6FF}"/>
                  </a:ext>
                </a:extLst>
              </p:cNvPr>
              <p:cNvSpPr/>
              <p:nvPr/>
            </p:nvSpPr>
            <p:spPr>
              <a:xfrm>
                <a:off x="9322991" y="5166556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01" name="Freeform: Shape 6700">
                <a:extLst>
                  <a:ext uri="{FF2B5EF4-FFF2-40B4-BE49-F238E27FC236}">
                    <a16:creationId xmlns:a16="http://schemas.microsoft.com/office/drawing/2014/main" id="{A9CA5F4E-DE03-EC12-5E82-108E71B18E95}"/>
                  </a:ext>
                </a:extLst>
              </p:cNvPr>
              <p:cNvSpPr/>
              <p:nvPr/>
            </p:nvSpPr>
            <p:spPr>
              <a:xfrm>
                <a:off x="9324524" y="5166611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02" name="Freeform: Shape 6701">
                <a:extLst>
                  <a:ext uri="{FF2B5EF4-FFF2-40B4-BE49-F238E27FC236}">
                    <a16:creationId xmlns:a16="http://schemas.microsoft.com/office/drawing/2014/main" id="{AD01EBD3-AAFE-527E-F6DE-AEFA9742F2CF}"/>
                  </a:ext>
                </a:extLst>
              </p:cNvPr>
              <p:cNvSpPr/>
              <p:nvPr/>
            </p:nvSpPr>
            <p:spPr>
              <a:xfrm>
                <a:off x="9326052" y="5166679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3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3" y="133"/>
                      <a:pt x="3401" y="133"/>
                    </a:cubicBezTo>
                    <a:cubicBezTo>
                      <a:pt x="2560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03" name="Freeform: Shape 6702">
                <a:extLst>
                  <a:ext uri="{FF2B5EF4-FFF2-40B4-BE49-F238E27FC236}">
                    <a16:creationId xmlns:a16="http://schemas.microsoft.com/office/drawing/2014/main" id="{BD3E85E5-7EE5-63F8-6C85-28E550F37BC9}"/>
                  </a:ext>
                </a:extLst>
              </p:cNvPr>
              <p:cNvSpPr/>
              <p:nvPr/>
            </p:nvSpPr>
            <p:spPr>
              <a:xfrm>
                <a:off x="9327534" y="5166717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04" name="Freeform: Shape 6703">
                <a:extLst>
                  <a:ext uri="{FF2B5EF4-FFF2-40B4-BE49-F238E27FC236}">
                    <a16:creationId xmlns:a16="http://schemas.microsoft.com/office/drawing/2014/main" id="{33614A53-FC74-EE7F-DCF1-A80BD2DF8BD4}"/>
                  </a:ext>
                </a:extLst>
              </p:cNvPr>
              <p:cNvSpPr/>
              <p:nvPr/>
            </p:nvSpPr>
            <p:spPr>
              <a:xfrm>
                <a:off x="9329010" y="5166768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05" name="Freeform: Shape 6704">
                <a:extLst>
                  <a:ext uri="{FF2B5EF4-FFF2-40B4-BE49-F238E27FC236}">
                    <a16:creationId xmlns:a16="http://schemas.microsoft.com/office/drawing/2014/main" id="{5B0A064B-B18C-F121-AE88-EC2E42E511C1}"/>
                  </a:ext>
                </a:extLst>
              </p:cNvPr>
              <p:cNvSpPr/>
              <p:nvPr/>
            </p:nvSpPr>
            <p:spPr>
              <a:xfrm>
                <a:off x="9330563" y="5166923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06" name="Freeform: Shape 6705">
                <a:extLst>
                  <a:ext uri="{FF2B5EF4-FFF2-40B4-BE49-F238E27FC236}">
                    <a16:creationId xmlns:a16="http://schemas.microsoft.com/office/drawing/2014/main" id="{C543405E-8208-867F-889C-8AA8FEC18ADA}"/>
                  </a:ext>
                </a:extLst>
              </p:cNvPr>
              <p:cNvSpPr/>
              <p:nvPr/>
            </p:nvSpPr>
            <p:spPr>
              <a:xfrm>
                <a:off x="9332110" y="5167092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07" name="Freeform: Shape 6706">
                <a:extLst>
                  <a:ext uri="{FF2B5EF4-FFF2-40B4-BE49-F238E27FC236}">
                    <a16:creationId xmlns:a16="http://schemas.microsoft.com/office/drawing/2014/main" id="{D32E6256-0004-3B62-3A87-7057EC22122B}"/>
                  </a:ext>
                </a:extLst>
              </p:cNvPr>
              <p:cNvSpPr/>
              <p:nvPr/>
            </p:nvSpPr>
            <p:spPr>
              <a:xfrm>
                <a:off x="9333730" y="5167367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1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08" name="Freeform: Shape 6707">
                <a:extLst>
                  <a:ext uri="{FF2B5EF4-FFF2-40B4-BE49-F238E27FC236}">
                    <a16:creationId xmlns:a16="http://schemas.microsoft.com/office/drawing/2014/main" id="{FE6F4465-9F54-0A96-1FA0-1043192C2E01}"/>
                  </a:ext>
                </a:extLst>
              </p:cNvPr>
              <p:cNvSpPr/>
              <p:nvPr/>
            </p:nvSpPr>
            <p:spPr>
              <a:xfrm>
                <a:off x="9335183" y="5167473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09" name="Freeform: Shape 6708">
                <a:extLst>
                  <a:ext uri="{FF2B5EF4-FFF2-40B4-BE49-F238E27FC236}">
                    <a16:creationId xmlns:a16="http://schemas.microsoft.com/office/drawing/2014/main" id="{76915BFF-5DEB-52E0-5718-FAFCCD7390C1}"/>
                  </a:ext>
                </a:extLst>
              </p:cNvPr>
              <p:cNvSpPr/>
              <p:nvPr/>
            </p:nvSpPr>
            <p:spPr>
              <a:xfrm>
                <a:off x="9336750" y="5167730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10" name="Freeform: Shape 6709">
                <a:extLst>
                  <a:ext uri="{FF2B5EF4-FFF2-40B4-BE49-F238E27FC236}">
                    <a16:creationId xmlns:a16="http://schemas.microsoft.com/office/drawing/2014/main" id="{24EFCBB8-D65E-6271-C25B-23965DCCC6DD}"/>
                  </a:ext>
                </a:extLst>
              </p:cNvPr>
              <p:cNvSpPr/>
              <p:nvPr/>
            </p:nvSpPr>
            <p:spPr>
              <a:xfrm>
                <a:off x="9338230" y="5167909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4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4" y="133"/>
                      <a:pt x="3402" y="133"/>
                    </a:cubicBezTo>
                    <a:cubicBezTo>
                      <a:pt x="2561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11" name="Freeform: Shape 6710">
                <a:extLst>
                  <a:ext uri="{FF2B5EF4-FFF2-40B4-BE49-F238E27FC236}">
                    <a16:creationId xmlns:a16="http://schemas.microsoft.com/office/drawing/2014/main" id="{631CDD12-178E-5E48-E0F7-C219654739E7}"/>
                  </a:ext>
                </a:extLst>
              </p:cNvPr>
              <p:cNvSpPr/>
              <p:nvPr/>
            </p:nvSpPr>
            <p:spPr>
              <a:xfrm>
                <a:off x="9339627" y="5168008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4" y="133"/>
                      <a:pt x="3403" y="133"/>
                    </a:cubicBezTo>
                    <a:cubicBezTo>
                      <a:pt x="2561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1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12" name="Freeform: Shape 6711">
                <a:extLst>
                  <a:ext uri="{FF2B5EF4-FFF2-40B4-BE49-F238E27FC236}">
                    <a16:creationId xmlns:a16="http://schemas.microsoft.com/office/drawing/2014/main" id="{ED24A26F-1A97-6908-DEC9-B3B6195FF038}"/>
                  </a:ext>
                </a:extLst>
              </p:cNvPr>
              <p:cNvSpPr/>
              <p:nvPr/>
            </p:nvSpPr>
            <p:spPr>
              <a:xfrm>
                <a:off x="9340980" y="5168073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13" name="Freeform: Shape 6712">
                <a:extLst>
                  <a:ext uri="{FF2B5EF4-FFF2-40B4-BE49-F238E27FC236}">
                    <a16:creationId xmlns:a16="http://schemas.microsoft.com/office/drawing/2014/main" id="{C9699BCB-8367-C642-221E-F4943959191A}"/>
                  </a:ext>
                </a:extLst>
              </p:cNvPr>
              <p:cNvSpPr/>
              <p:nvPr/>
            </p:nvSpPr>
            <p:spPr>
              <a:xfrm>
                <a:off x="9342367" y="5168196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14" name="Freeform: Shape 6713">
                <a:extLst>
                  <a:ext uri="{FF2B5EF4-FFF2-40B4-BE49-F238E27FC236}">
                    <a16:creationId xmlns:a16="http://schemas.microsoft.com/office/drawing/2014/main" id="{F4B48022-BE91-92F5-6028-3AD90A454664}"/>
                  </a:ext>
                </a:extLst>
              </p:cNvPr>
              <p:cNvSpPr/>
              <p:nvPr/>
            </p:nvSpPr>
            <p:spPr>
              <a:xfrm>
                <a:off x="9343672" y="5168237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4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15" name="Freeform: Shape 6714">
                <a:extLst>
                  <a:ext uri="{FF2B5EF4-FFF2-40B4-BE49-F238E27FC236}">
                    <a16:creationId xmlns:a16="http://schemas.microsoft.com/office/drawing/2014/main" id="{28701C83-40A1-044D-DEA0-8F060C625C3D}"/>
                  </a:ext>
                </a:extLst>
              </p:cNvPr>
              <p:cNvSpPr/>
              <p:nvPr/>
            </p:nvSpPr>
            <p:spPr>
              <a:xfrm>
                <a:off x="9344935" y="5168241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16" name="Freeform: Shape 6715">
                <a:extLst>
                  <a:ext uri="{FF2B5EF4-FFF2-40B4-BE49-F238E27FC236}">
                    <a16:creationId xmlns:a16="http://schemas.microsoft.com/office/drawing/2014/main" id="{3578B9B9-885C-8276-FB89-7BB2C170E8BC}"/>
                  </a:ext>
                </a:extLst>
              </p:cNvPr>
              <p:cNvSpPr/>
              <p:nvPr/>
            </p:nvSpPr>
            <p:spPr>
              <a:xfrm>
                <a:off x="9346307" y="5168400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2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17" name="Freeform: Shape 6716">
                <a:extLst>
                  <a:ext uri="{FF2B5EF4-FFF2-40B4-BE49-F238E27FC236}">
                    <a16:creationId xmlns:a16="http://schemas.microsoft.com/office/drawing/2014/main" id="{3084F0D4-ADFA-8E21-6413-8E0613763CC7}"/>
                  </a:ext>
                </a:extLst>
              </p:cNvPr>
              <p:cNvSpPr/>
              <p:nvPr/>
            </p:nvSpPr>
            <p:spPr>
              <a:xfrm>
                <a:off x="9347598" y="5168475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18" name="Freeform: Shape 6717">
                <a:extLst>
                  <a:ext uri="{FF2B5EF4-FFF2-40B4-BE49-F238E27FC236}">
                    <a16:creationId xmlns:a16="http://schemas.microsoft.com/office/drawing/2014/main" id="{097B7046-CF93-F984-17D0-E1BB27EB5181}"/>
                  </a:ext>
                </a:extLst>
              </p:cNvPr>
              <p:cNvSpPr/>
              <p:nvPr/>
            </p:nvSpPr>
            <p:spPr>
              <a:xfrm>
                <a:off x="9348738" y="5168367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19" name="Freeform: Shape 6718">
                <a:extLst>
                  <a:ext uri="{FF2B5EF4-FFF2-40B4-BE49-F238E27FC236}">
                    <a16:creationId xmlns:a16="http://schemas.microsoft.com/office/drawing/2014/main" id="{1F6EB4CE-F687-C597-B82D-832B51ED084E}"/>
                  </a:ext>
                </a:extLst>
              </p:cNvPr>
              <p:cNvSpPr/>
              <p:nvPr/>
            </p:nvSpPr>
            <p:spPr>
              <a:xfrm>
                <a:off x="9350021" y="5168463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20" name="Freeform: Shape 6719">
                <a:extLst>
                  <a:ext uri="{FF2B5EF4-FFF2-40B4-BE49-F238E27FC236}">
                    <a16:creationId xmlns:a16="http://schemas.microsoft.com/office/drawing/2014/main" id="{7F124F25-C7D8-1F4E-8EB2-479C3BB666F5}"/>
                  </a:ext>
                </a:extLst>
              </p:cNvPr>
              <p:cNvSpPr/>
              <p:nvPr/>
            </p:nvSpPr>
            <p:spPr>
              <a:xfrm>
                <a:off x="9350974" y="5168130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3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21" name="Freeform: Shape 6720">
                <a:extLst>
                  <a:ext uri="{FF2B5EF4-FFF2-40B4-BE49-F238E27FC236}">
                    <a16:creationId xmlns:a16="http://schemas.microsoft.com/office/drawing/2014/main" id="{362AA259-DD4A-6757-3EC1-748F76FEEC11}"/>
                  </a:ext>
                </a:extLst>
              </p:cNvPr>
              <p:cNvSpPr/>
              <p:nvPr/>
            </p:nvSpPr>
            <p:spPr>
              <a:xfrm>
                <a:off x="9352071" y="5168001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4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22" name="Freeform: Shape 6721">
                <a:extLst>
                  <a:ext uri="{FF2B5EF4-FFF2-40B4-BE49-F238E27FC236}">
                    <a16:creationId xmlns:a16="http://schemas.microsoft.com/office/drawing/2014/main" id="{FD3841B5-9CB0-67EC-C0FB-84422A6C61B1}"/>
                  </a:ext>
                </a:extLst>
              </p:cNvPr>
              <p:cNvSpPr/>
              <p:nvPr/>
            </p:nvSpPr>
            <p:spPr>
              <a:xfrm>
                <a:off x="9352632" y="5167141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4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23" name="Freeform: Shape 6722">
                <a:extLst>
                  <a:ext uri="{FF2B5EF4-FFF2-40B4-BE49-F238E27FC236}">
                    <a16:creationId xmlns:a16="http://schemas.microsoft.com/office/drawing/2014/main" id="{D0564E13-1877-390B-CF99-4D3AAEDD142F}"/>
                  </a:ext>
                </a:extLst>
              </p:cNvPr>
              <p:cNvSpPr/>
              <p:nvPr/>
            </p:nvSpPr>
            <p:spPr>
              <a:xfrm>
                <a:off x="9353835" y="5167174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24" name="Freeform: Shape 6723">
                <a:extLst>
                  <a:ext uri="{FF2B5EF4-FFF2-40B4-BE49-F238E27FC236}">
                    <a16:creationId xmlns:a16="http://schemas.microsoft.com/office/drawing/2014/main" id="{E2D8FF56-1766-7D2C-E414-96023939B86E}"/>
                  </a:ext>
                </a:extLst>
              </p:cNvPr>
              <p:cNvSpPr/>
              <p:nvPr/>
            </p:nvSpPr>
            <p:spPr>
              <a:xfrm>
                <a:off x="9355140" y="5167366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25" name="Freeform: Shape 6724">
                <a:extLst>
                  <a:ext uri="{FF2B5EF4-FFF2-40B4-BE49-F238E27FC236}">
                    <a16:creationId xmlns:a16="http://schemas.microsoft.com/office/drawing/2014/main" id="{84C3C43E-5085-E894-C780-9F4E5136DD51}"/>
                  </a:ext>
                </a:extLst>
              </p:cNvPr>
              <p:cNvSpPr/>
              <p:nvPr/>
            </p:nvSpPr>
            <p:spPr>
              <a:xfrm>
                <a:off x="9356300" y="5167370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5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2" y="2464"/>
                      <a:pt x="232" y="3306"/>
                    </a:cubicBezTo>
                    <a:cubicBezTo>
                      <a:pt x="232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26" name="Freeform: Shape 6725">
                <a:extLst>
                  <a:ext uri="{FF2B5EF4-FFF2-40B4-BE49-F238E27FC236}">
                    <a16:creationId xmlns:a16="http://schemas.microsoft.com/office/drawing/2014/main" id="{3CB824E1-B7C1-185C-6563-4BA5AA7D7FC2}"/>
                  </a:ext>
                </a:extLst>
              </p:cNvPr>
              <p:cNvSpPr/>
              <p:nvPr/>
            </p:nvSpPr>
            <p:spPr>
              <a:xfrm>
                <a:off x="9357560" y="5167533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6" y="4147"/>
                      <a:pt x="6576" y="3306"/>
                    </a:cubicBezTo>
                    <a:cubicBezTo>
                      <a:pt x="6576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2" y="2464"/>
                      <a:pt x="232" y="3306"/>
                    </a:cubicBezTo>
                    <a:cubicBezTo>
                      <a:pt x="232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27" name="Freeform: Shape 6726">
                <a:extLst>
                  <a:ext uri="{FF2B5EF4-FFF2-40B4-BE49-F238E27FC236}">
                    <a16:creationId xmlns:a16="http://schemas.microsoft.com/office/drawing/2014/main" id="{F24E09BD-BC58-01A3-1D98-162119EB4AAB}"/>
                  </a:ext>
                </a:extLst>
              </p:cNvPr>
              <p:cNvSpPr/>
              <p:nvPr/>
            </p:nvSpPr>
            <p:spPr>
              <a:xfrm>
                <a:off x="9358746" y="5167607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3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6" y="4147"/>
                      <a:pt x="6576" y="3306"/>
                    </a:cubicBezTo>
                    <a:cubicBezTo>
                      <a:pt x="6576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28" name="Freeform: Shape 6727">
                <a:extLst>
                  <a:ext uri="{FF2B5EF4-FFF2-40B4-BE49-F238E27FC236}">
                    <a16:creationId xmlns:a16="http://schemas.microsoft.com/office/drawing/2014/main" id="{BA994F60-A438-AD68-B037-49AD36C5E3A6}"/>
                  </a:ext>
                </a:extLst>
              </p:cNvPr>
              <p:cNvSpPr/>
              <p:nvPr/>
            </p:nvSpPr>
            <p:spPr>
              <a:xfrm>
                <a:off x="9359860" y="5167589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29" name="Freeform: Shape 6728">
                <a:extLst>
                  <a:ext uri="{FF2B5EF4-FFF2-40B4-BE49-F238E27FC236}">
                    <a16:creationId xmlns:a16="http://schemas.microsoft.com/office/drawing/2014/main" id="{46860FA8-7E6D-0A01-607D-623DF7702027}"/>
                  </a:ext>
                </a:extLst>
              </p:cNvPr>
              <p:cNvSpPr/>
              <p:nvPr/>
            </p:nvSpPr>
            <p:spPr>
              <a:xfrm>
                <a:off x="9361039" y="5167682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30" name="Freeform: Shape 6729">
                <a:extLst>
                  <a:ext uri="{FF2B5EF4-FFF2-40B4-BE49-F238E27FC236}">
                    <a16:creationId xmlns:a16="http://schemas.microsoft.com/office/drawing/2014/main" id="{D314EC00-BF8F-C28E-798C-FCED8380139D}"/>
                  </a:ext>
                </a:extLst>
              </p:cNvPr>
              <p:cNvSpPr/>
              <p:nvPr/>
            </p:nvSpPr>
            <p:spPr>
              <a:xfrm>
                <a:off x="9362180" y="5167733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31" name="Freeform: Shape 6730">
                <a:extLst>
                  <a:ext uri="{FF2B5EF4-FFF2-40B4-BE49-F238E27FC236}">
                    <a16:creationId xmlns:a16="http://schemas.microsoft.com/office/drawing/2014/main" id="{DDD6E0E7-8C45-720D-D378-F905A703D759}"/>
                  </a:ext>
                </a:extLst>
              </p:cNvPr>
              <p:cNvSpPr/>
              <p:nvPr/>
            </p:nvSpPr>
            <p:spPr>
              <a:xfrm>
                <a:off x="9363382" y="5167896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4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32" name="Freeform: Shape 6731">
                <a:extLst>
                  <a:ext uri="{FF2B5EF4-FFF2-40B4-BE49-F238E27FC236}">
                    <a16:creationId xmlns:a16="http://schemas.microsoft.com/office/drawing/2014/main" id="{17E76682-7A8C-BEE8-DA3A-5C4F2EBF28D7}"/>
                  </a:ext>
                </a:extLst>
              </p:cNvPr>
              <p:cNvSpPr/>
              <p:nvPr/>
            </p:nvSpPr>
            <p:spPr>
              <a:xfrm>
                <a:off x="9364450" y="5167864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5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33" name="Freeform: Shape 6732">
                <a:extLst>
                  <a:ext uri="{FF2B5EF4-FFF2-40B4-BE49-F238E27FC236}">
                    <a16:creationId xmlns:a16="http://schemas.microsoft.com/office/drawing/2014/main" id="{91134209-CF07-A41A-712D-16A0DCA01BC0}"/>
                  </a:ext>
                </a:extLst>
              </p:cNvPr>
              <p:cNvSpPr/>
              <p:nvPr/>
            </p:nvSpPr>
            <p:spPr>
              <a:xfrm>
                <a:off x="9365579" y="5167943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34" name="Freeform: Shape 6733">
                <a:extLst>
                  <a:ext uri="{FF2B5EF4-FFF2-40B4-BE49-F238E27FC236}">
                    <a16:creationId xmlns:a16="http://schemas.microsoft.com/office/drawing/2014/main" id="{1BA0BF6F-8D57-F415-BC07-3FC336B6DC3C}"/>
                  </a:ext>
                </a:extLst>
              </p:cNvPr>
              <p:cNvSpPr/>
              <p:nvPr/>
            </p:nvSpPr>
            <p:spPr>
              <a:xfrm>
                <a:off x="9366705" y="5168031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35" name="Freeform: Shape 6734">
                <a:extLst>
                  <a:ext uri="{FF2B5EF4-FFF2-40B4-BE49-F238E27FC236}">
                    <a16:creationId xmlns:a16="http://schemas.microsoft.com/office/drawing/2014/main" id="{4F912860-D1E8-9DB5-4F61-0F00E9C366F6}"/>
                  </a:ext>
                </a:extLst>
              </p:cNvPr>
              <p:cNvSpPr/>
              <p:nvPr/>
            </p:nvSpPr>
            <p:spPr>
              <a:xfrm>
                <a:off x="9367952" y="5168336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36" name="Freeform: Shape 6735">
                <a:extLst>
                  <a:ext uri="{FF2B5EF4-FFF2-40B4-BE49-F238E27FC236}">
                    <a16:creationId xmlns:a16="http://schemas.microsoft.com/office/drawing/2014/main" id="{BEAF978A-47CF-217B-906C-53B91029E939}"/>
                  </a:ext>
                </a:extLst>
              </p:cNvPr>
              <p:cNvSpPr/>
              <p:nvPr/>
            </p:nvSpPr>
            <p:spPr>
              <a:xfrm>
                <a:off x="9369068" y="5168442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6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37" name="Freeform: Shape 6736">
                <a:extLst>
                  <a:ext uri="{FF2B5EF4-FFF2-40B4-BE49-F238E27FC236}">
                    <a16:creationId xmlns:a16="http://schemas.microsoft.com/office/drawing/2014/main" id="{649F696B-5298-BC6B-B29C-56082CC302CF}"/>
                  </a:ext>
                </a:extLst>
              </p:cNvPr>
              <p:cNvSpPr/>
              <p:nvPr/>
            </p:nvSpPr>
            <p:spPr>
              <a:xfrm>
                <a:off x="9370025" y="5168297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38" name="Freeform: Shape 6737">
                <a:extLst>
                  <a:ext uri="{FF2B5EF4-FFF2-40B4-BE49-F238E27FC236}">
                    <a16:creationId xmlns:a16="http://schemas.microsoft.com/office/drawing/2014/main" id="{E35B1361-6321-305D-46E8-65D4F6BCE486}"/>
                  </a:ext>
                </a:extLst>
              </p:cNvPr>
              <p:cNvSpPr/>
              <p:nvPr/>
            </p:nvSpPr>
            <p:spPr>
              <a:xfrm>
                <a:off x="9371042" y="5168263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39" name="Freeform: Shape 6738">
                <a:extLst>
                  <a:ext uri="{FF2B5EF4-FFF2-40B4-BE49-F238E27FC236}">
                    <a16:creationId xmlns:a16="http://schemas.microsoft.com/office/drawing/2014/main" id="{E0D774E6-28DD-EF93-1B39-202C3E500087}"/>
                  </a:ext>
                </a:extLst>
              </p:cNvPr>
              <p:cNvSpPr/>
              <p:nvPr/>
            </p:nvSpPr>
            <p:spPr>
              <a:xfrm>
                <a:off x="9372027" y="5168184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4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40" name="Freeform: Shape 6739">
                <a:extLst>
                  <a:ext uri="{FF2B5EF4-FFF2-40B4-BE49-F238E27FC236}">
                    <a16:creationId xmlns:a16="http://schemas.microsoft.com/office/drawing/2014/main" id="{3857A0AB-CB38-7904-513C-1CD3BFF69DC1}"/>
                  </a:ext>
                </a:extLst>
              </p:cNvPr>
              <p:cNvSpPr/>
              <p:nvPr/>
            </p:nvSpPr>
            <p:spPr>
              <a:xfrm>
                <a:off x="9373040" y="5168165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41" name="Freeform: Shape 6740">
                <a:extLst>
                  <a:ext uri="{FF2B5EF4-FFF2-40B4-BE49-F238E27FC236}">
                    <a16:creationId xmlns:a16="http://schemas.microsoft.com/office/drawing/2014/main" id="{305CEBA4-5A22-CE70-503C-B27D17466459}"/>
                  </a:ext>
                </a:extLst>
              </p:cNvPr>
              <p:cNvSpPr/>
              <p:nvPr/>
            </p:nvSpPr>
            <p:spPr>
              <a:xfrm>
                <a:off x="9374020" y="5168102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42" name="Freeform: Shape 6741">
                <a:extLst>
                  <a:ext uri="{FF2B5EF4-FFF2-40B4-BE49-F238E27FC236}">
                    <a16:creationId xmlns:a16="http://schemas.microsoft.com/office/drawing/2014/main" id="{16B515DE-EF3B-0C7B-C348-8155B14D128A}"/>
                  </a:ext>
                </a:extLst>
              </p:cNvPr>
              <p:cNvSpPr/>
              <p:nvPr/>
            </p:nvSpPr>
            <p:spPr>
              <a:xfrm>
                <a:off x="9374970" y="5167992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43" name="Freeform: Shape 6742">
                <a:extLst>
                  <a:ext uri="{FF2B5EF4-FFF2-40B4-BE49-F238E27FC236}">
                    <a16:creationId xmlns:a16="http://schemas.microsoft.com/office/drawing/2014/main" id="{2E92D21B-A52F-C1CB-406B-BBE281B8B981}"/>
                  </a:ext>
                </a:extLst>
              </p:cNvPr>
              <p:cNvSpPr/>
              <p:nvPr/>
            </p:nvSpPr>
            <p:spPr>
              <a:xfrm>
                <a:off x="9376150" y="5168316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7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5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44" name="Freeform: Shape 6743">
                <a:extLst>
                  <a:ext uri="{FF2B5EF4-FFF2-40B4-BE49-F238E27FC236}">
                    <a16:creationId xmlns:a16="http://schemas.microsoft.com/office/drawing/2014/main" id="{C0E0AC94-B312-2B26-615F-D976E45485CA}"/>
                  </a:ext>
                </a:extLst>
              </p:cNvPr>
              <p:cNvSpPr/>
              <p:nvPr/>
            </p:nvSpPr>
            <p:spPr>
              <a:xfrm>
                <a:off x="9377208" y="5168436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6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45" name="Freeform: Shape 6744">
                <a:extLst>
                  <a:ext uri="{FF2B5EF4-FFF2-40B4-BE49-F238E27FC236}">
                    <a16:creationId xmlns:a16="http://schemas.microsoft.com/office/drawing/2014/main" id="{6427FAC4-A343-D5AF-46A4-E0A4968E6197}"/>
                  </a:ext>
                </a:extLst>
              </p:cNvPr>
              <p:cNvSpPr/>
              <p:nvPr/>
            </p:nvSpPr>
            <p:spPr>
              <a:xfrm>
                <a:off x="9378150" y="5168349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6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46" name="Freeform: Shape 6745">
                <a:extLst>
                  <a:ext uri="{FF2B5EF4-FFF2-40B4-BE49-F238E27FC236}">
                    <a16:creationId xmlns:a16="http://schemas.microsoft.com/office/drawing/2014/main" id="{368393FC-ADC4-70CE-430B-DBC5982E818C}"/>
                  </a:ext>
                </a:extLst>
              </p:cNvPr>
              <p:cNvSpPr/>
              <p:nvPr/>
            </p:nvSpPr>
            <p:spPr>
              <a:xfrm>
                <a:off x="9379229" y="5168538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47" name="Freeform: Shape 6746">
                <a:extLst>
                  <a:ext uri="{FF2B5EF4-FFF2-40B4-BE49-F238E27FC236}">
                    <a16:creationId xmlns:a16="http://schemas.microsoft.com/office/drawing/2014/main" id="{ABC38275-9AFF-C7F2-47EE-03E20D90C62D}"/>
                  </a:ext>
                </a:extLst>
              </p:cNvPr>
              <p:cNvSpPr/>
              <p:nvPr/>
            </p:nvSpPr>
            <p:spPr>
              <a:xfrm>
                <a:off x="9380194" y="5168520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48" name="Freeform: Shape 6747">
                <a:extLst>
                  <a:ext uri="{FF2B5EF4-FFF2-40B4-BE49-F238E27FC236}">
                    <a16:creationId xmlns:a16="http://schemas.microsoft.com/office/drawing/2014/main" id="{7C01719C-8122-C779-6AAA-77B11D20B0E0}"/>
                  </a:ext>
                </a:extLst>
              </p:cNvPr>
              <p:cNvSpPr/>
              <p:nvPr/>
            </p:nvSpPr>
            <p:spPr>
              <a:xfrm>
                <a:off x="9381210" y="5168617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49" name="Freeform: Shape 6748">
                <a:extLst>
                  <a:ext uri="{FF2B5EF4-FFF2-40B4-BE49-F238E27FC236}">
                    <a16:creationId xmlns:a16="http://schemas.microsoft.com/office/drawing/2014/main" id="{4A349222-86D8-D5DB-D30C-D5EA3C178B9C}"/>
                  </a:ext>
                </a:extLst>
              </p:cNvPr>
              <p:cNvSpPr/>
              <p:nvPr/>
            </p:nvSpPr>
            <p:spPr>
              <a:xfrm>
                <a:off x="9382197" y="5168667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7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4" y="2464"/>
                      <a:pt x="234" y="3306"/>
                    </a:cubicBezTo>
                    <a:cubicBezTo>
                      <a:pt x="234" y="4147"/>
                      <a:pt x="569" y="4954"/>
                      <a:pt x="1163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50" name="Freeform: Shape 6749">
                <a:extLst>
                  <a:ext uri="{FF2B5EF4-FFF2-40B4-BE49-F238E27FC236}">
                    <a16:creationId xmlns:a16="http://schemas.microsoft.com/office/drawing/2014/main" id="{FD449B67-D6D0-0AE1-8A6E-7431458FD355}"/>
                  </a:ext>
                </a:extLst>
              </p:cNvPr>
              <p:cNvSpPr/>
              <p:nvPr/>
            </p:nvSpPr>
            <p:spPr>
              <a:xfrm>
                <a:off x="9383046" y="5168452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4" y="2464"/>
                      <a:pt x="234" y="3306"/>
                    </a:cubicBezTo>
                    <a:cubicBezTo>
                      <a:pt x="234" y="4147"/>
                      <a:pt x="569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51" name="Freeform: Shape 6750">
                <a:extLst>
                  <a:ext uri="{FF2B5EF4-FFF2-40B4-BE49-F238E27FC236}">
                    <a16:creationId xmlns:a16="http://schemas.microsoft.com/office/drawing/2014/main" id="{E9D4F73B-864C-CAE9-B1A1-36732DA85AA2}"/>
                  </a:ext>
                </a:extLst>
              </p:cNvPr>
              <p:cNvSpPr/>
              <p:nvPr/>
            </p:nvSpPr>
            <p:spPr>
              <a:xfrm>
                <a:off x="9384028" y="5168516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5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3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52" name="Freeform: Shape 6751">
                <a:extLst>
                  <a:ext uri="{FF2B5EF4-FFF2-40B4-BE49-F238E27FC236}">
                    <a16:creationId xmlns:a16="http://schemas.microsoft.com/office/drawing/2014/main" id="{562A4C87-57D9-F4FC-C514-D44F666F6F47}"/>
                  </a:ext>
                </a:extLst>
              </p:cNvPr>
              <p:cNvSpPr/>
              <p:nvPr/>
            </p:nvSpPr>
            <p:spPr>
              <a:xfrm>
                <a:off x="9385137" y="5168862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53" name="Freeform: Shape 6752">
                <a:extLst>
                  <a:ext uri="{FF2B5EF4-FFF2-40B4-BE49-F238E27FC236}">
                    <a16:creationId xmlns:a16="http://schemas.microsoft.com/office/drawing/2014/main" id="{CA6737EB-1F89-9622-D822-670B7C4DE228}"/>
                  </a:ext>
                </a:extLst>
              </p:cNvPr>
              <p:cNvSpPr/>
              <p:nvPr/>
            </p:nvSpPr>
            <p:spPr>
              <a:xfrm>
                <a:off x="9385982" y="5168666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54" name="Freeform: Shape 6753">
                <a:extLst>
                  <a:ext uri="{FF2B5EF4-FFF2-40B4-BE49-F238E27FC236}">
                    <a16:creationId xmlns:a16="http://schemas.microsoft.com/office/drawing/2014/main" id="{C7D6B58D-A2E8-60C4-E9BF-E8E944C5C06F}"/>
                  </a:ext>
                </a:extLst>
              </p:cNvPr>
              <p:cNvSpPr/>
              <p:nvPr/>
            </p:nvSpPr>
            <p:spPr>
              <a:xfrm>
                <a:off x="9387031" y="5168918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55" name="Freeform: Shape 6754">
                <a:extLst>
                  <a:ext uri="{FF2B5EF4-FFF2-40B4-BE49-F238E27FC236}">
                    <a16:creationId xmlns:a16="http://schemas.microsoft.com/office/drawing/2014/main" id="{97D4920D-0135-F0EE-7D6E-A790AF517B29}"/>
                  </a:ext>
                </a:extLst>
              </p:cNvPr>
              <p:cNvSpPr/>
              <p:nvPr/>
            </p:nvSpPr>
            <p:spPr>
              <a:xfrm>
                <a:off x="9388074" y="5169178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56" name="Freeform: Shape 6755">
                <a:extLst>
                  <a:ext uri="{FF2B5EF4-FFF2-40B4-BE49-F238E27FC236}">
                    <a16:creationId xmlns:a16="http://schemas.microsoft.com/office/drawing/2014/main" id="{DE3474C7-B81A-3E66-0D5D-99410919D9E7}"/>
                  </a:ext>
                </a:extLst>
              </p:cNvPr>
              <p:cNvSpPr/>
              <p:nvPr/>
            </p:nvSpPr>
            <p:spPr>
              <a:xfrm>
                <a:off x="9389037" y="5169280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6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57" name="Freeform: Shape 6756">
                <a:extLst>
                  <a:ext uri="{FF2B5EF4-FFF2-40B4-BE49-F238E27FC236}">
                    <a16:creationId xmlns:a16="http://schemas.microsoft.com/office/drawing/2014/main" id="{385D9557-64F2-0088-8DB0-34CF982A7D5A}"/>
                  </a:ext>
                </a:extLst>
              </p:cNvPr>
              <p:cNvSpPr/>
              <p:nvPr/>
            </p:nvSpPr>
            <p:spPr>
              <a:xfrm>
                <a:off x="9389973" y="516933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7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58" name="Freeform: Shape 6757">
                <a:extLst>
                  <a:ext uri="{FF2B5EF4-FFF2-40B4-BE49-F238E27FC236}">
                    <a16:creationId xmlns:a16="http://schemas.microsoft.com/office/drawing/2014/main" id="{43BBC04D-3B7D-1F2D-9155-F136F78B1B6F}"/>
                  </a:ext>
                </a:extLst>
              </p:cNvPr>
              <p:cNvSpPr/>
              <p:nvPr/>
            </p:nvSpPr>
            <p:spPr>
              <a:xfrm>
                <a:off x="9390835" y="516922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7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59" name="Freeform: Shape 6758">
                <a:extLst>
                  <a:ext uri="{FF2B5EF4-FFF2-40B4-BE49-F238E27FC236}">
                    <a16:creationId xmlns:a16="http://schemas.microsoft.com/office/drawing/2014/main" id="{C10E33F8-A1EA-3181-A134-BE3908783528}"/>
                  </a:ext>
                </a:extLst>
              </p:cNvPr>
              <p:cNvSpPr/>
              <p:nvPr/>
            </p:nvSpPr>
            <p:spPr>
              <a:xfrm>
                <a:off x="9391672" y="516906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60" name="Freeform: Shape 6759">
                <a:extLst>
                  <a:ext uri="{FF2B5EF4-FFF2-40B4-BE49-F238E27FC236}">
                    <a16:creationId xmlns:a16="http://schemas.microsoft.com/office/drawing/2014/main" id="{FCD7021F-FC0F-D177-9266-5EC4562DDB86}"/>
                  </a:ext>
                </a:extLst>
              </p:cNvPr>
              <p:cNvSpPr/>
              <p:nvPr/>
            </p:nvSpPr>
            <p:spPr>
              <a:xfrm>
                <a:off x="9392579" y="516908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61" name="Freeform: Shape 6760">
                <a:extLst>
                  <a:ext uri="{FF2B5EF4-FFF2-40B4-BE49-F238E27FC236}">
                    <a16:creationId xmlns:a16="http://schemas.microsoft.com/office/drawing/2014/main" id="{86F9C4C0-E5F7-CBCA-CE22-842470E7AC55}"/>
                  </a:ext>
                </a:extLst>
              </p:cNvPr>
              <p:cNvSpPr/>
              <p:nvPr/>
            </p:nvSpPr>
            <p:spPr>
              <a:xfrm>
                <a:off x="9393438" y="516899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62" name="Freeform: Shape 6761">
                <a:extLst>
                  <a:ext uri="{FF2B5EF4-FFF2-40B4-BE49-F238E27FC236}">
                    <a16:creationId xmlns:a16="http://schemas.microsoft.com/office/drawing/2014/main" id="{7CA53010-DA40-3779-D78A-E2E986102037}"/>
                  </a:ext>
                </a:extLst>
              </p:cNvPr>
              <p:cNvSpPr/>
              <p:nvPr/>
            </p:nvSpPr>
            <p:spPr>
              <a:xfrm>
                <a:off x="9394341" y="516902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63" name="Freeform: Shape 6762">
                <a:extLst>
                  <a:ext uri="{FF2B5EF4-FFF2-40B4-BE49-F238E27FC236}">
                    <a16:creationId xmlns:a16="http://schemas.microsoft.com/office/drawing/2014/main" id="{1A3D335F-94A9-5DF0-341D-310DA4D744DB}"/>
                  </a:ext>
                </a:extLst>
              </p:cNvPr>
              <p:cNvSpPr/>
              <p:nvPr/>
            </p:nvSpPr>
            <p:spPr>
              <a:xfrm>
                <a:off x="9395197" y="516894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64" name="Freeform: Shape 6763">
                <a:extLst>
                  <a:ext uri="{FF2B5EF4-FFF2-40B4-BE49-F238E27FC236}">
                    <a16:creationId xmlns:a16="http://schemas.microsoft.com/office/drawing/2014/main" id="{219EE6B7-5B31-463B-0163-DD85EBDFD8FD}"/>
                  </a:ext>
                </a:extLst>
              </p:cNvPr>
              <p:cNvSpPr/>
              <p:nvPr/>
            </p:nvSpPr>
            <p:spPr>
              <a:xfrm>
                <a:off x="9396184" y="516920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65" name="Freeform: Shape 6764">
                <a:extLst>
                  <a:ext uri="{FF2B5EF4-FFF2-40B4-BE49-F238E27FC236}">
                    <a16:creationId xmlns:a16="http://schemas.microsoft.com/office/drawing/2014/main" id="{98AEAB33-FF37-AA98-2B18-D11A097E12DC}"/>
                  </a:ext>
                </a:extLst>
              </p:cNvPr>
              <p:cNvSpPr/>
              <p:nvPr/>
            </p:nvSpPr>
            <p:spPr>
              <a:xfrm>
                <a:off x="9396843" y="516863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66" name="Freeform: Shape 6765">
                <a:extLst>
                  <a:ext uri="{FF2B5EF4-FFF2-40B4-BE49-F238E27FC236}">
                    <a16:creationId xmlns:a16="http://schemas.microsoft.com/office/drawing/2014/main" id="{15B3AC21-2194-DDCD-95A8-F617B5669FB7}"/>
                  </a:ext>
                </a:extLst>
              </p:cNvPr>
              <p:cNvSpPr/>
              <p:nvPr/>
            </p:nvSpPr>
            <p:spPr>
              <a:xfrm>
                <a:off x="9398057" y="516953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67" name="Freeform: Shape 6766">
                <a:extLst>
                  <a:ext uri="{FF2B5EF4-FFF2-40B4-BE49-F238E27FC236}">
                    <a16:creationId xmlns:a16="http://schemas.microsoft.com/office/drawing/2014/main" id="{55DDACE8-F241-1EC9-22D7-417130422CB7}"/>
                  </a:ext>
                </a:extLst>
              </p:cNvPr>
              <p:cNvSpPr/>
              <p:nvPr/>
            </p:nvSpPr>
            <p:spPr>
              <a:xfrm>
                <a:off x="9398863" y="516937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68" name="Freeform: Shape 6767">
                <a:extLst>
                  <a:ext uri="{FF2B5EF4-FFF2-40B4-BE49-F238E27FC236}">
                    <a16:creationId xmlns:a16="http://schemas.microsoft.com/office/drawing/2014/main" id="{854BDC26-5C18-B1B0-2CC5-F3D821ED45C9}"/>
                  </a:ext>
                </a:extLst>
              </p:cNvPr>
              <p:cNvSpPr/>
              <p:nvPr/>
            </p:nvSpPr>
            <p:spPr>
              <a:xfrm>
                <a:off x="9399628" y="516909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69" name="Freeform: Shape 6768">
                <a:extLst>
                  <a:ext uri="{FF2B5EF4-FFF2-40B4-BE49-F238E27FC236}">
                    <a16:creationId xmlns:a16="http://schemas.microsoft.com/office/drawing/2014/main" id="{39B73C59-2303-9668-CC05-443F70B4F1CC}"/>
                  </a:ext>
                </a:extLst>
              </p:cNvPr>
              <p:cNvSpPr/>
              <p:nvPr/>
            </p:nvSpPr>
            <p:spPr>
              <a:xfrm>
                <a:off x="9400456" y="516899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70" name="Freeform: Shape 6769">
                <a:extLst>
                  <a:ext uri="{FF2B5EF4-FFF2-40B4-BE49-F238E27FC236}">
                    <a16:creationId xmlns:a16="http://schemas.microsoft.com/office/drawing/2014/main" id="{D73E581E-6D43-D797-ECDF-6D8827CA7182}"/>
                  </a:ext>
                </a:extLst>
              </p:cNvPr>
              <p:cNvSpPr/>
              <p:nvPr/>
            </p:nvSpPr>
            <p:spPr>
              <a:xfrm>
                <a:off x="9401243" y="516878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7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71" name="Freeform: Shape 6770">
                <a:extLst>
                  <a:ext uri="{FF2B5EF4-FFF2-40B4-BE49-F238E27FC236}">
                    <a16:creationId xmlns:a16="http://schemas.microsoft.com/office/drawing/2014/main" id="{77FA9195-4AFC-571B-BF72-4E7602C21F16}"/>
                  </a:ext>
                </a:extLst>
              </p:cNvPr>
              <p:cNvSpPr/>
              <p:nvPr/>
            </p:nvSpPr>
            <p:spPr>
              <a:xfrm>
                <a:off x="9402089" y="516875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7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72" name="Freeform: Shape 6771">
                <a:extLst>
                  <a:ext uri="{FF2B5EF4-FFF2-40B4-BE49-F238E27FC236}">
                    <a16:creationId xmlns:a16="http://schemas.microsoft.com/office/drawing/2014/main" id="{4E96B45D-FB94-0C77-04EB-78B5520E6125}"/>
                  </a:ext>
                </a:extLst>
              </p:cNvPr>
              <p:cNvSpPr/>
              <p:nvPr/>
            </p:nvSpPr>
            <p:spPr>
              <a:xfrm>
                <a:off x="9402935" y="516872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8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73" name="Freeform: Shape 6772">
                <a:extLst>
                  <a:ext uri="{FF2B5EF4-FFF2-40B4-BE49-F238E27FC236}">
                    <a16:creationId xmlns:a16="http://schemas.microsoft.com/office/drawing/2014/main" id="{E3EBB0B7-F2FA-72DF-2756-75328ADF9656}"/>
                  </a:ext>
                </a:extLst>
              </p:cNvPr>
              <p:cNvSpPr/>
              <p:nvPr/>
            </p:nvSpPr>
            <p:spPr>
              <a:xfrm>
                <a:off x="9403816" y="516882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74" name="Freeform: Shape 6773">
                <a:extLst>
                  <a:ext uri="{FF2B5EF4-FFF2-40B4-BE49-F238E27FC236}">
                    <a16:creationId xmlns:a16="http://schemas.microsoft.com/office/drawing/2014/main" id="{EFB18BD7-983F-F336-A827-869A1B056CA8}"/>
                  </a:ext>
                </a:extLst>
              </p:cNvPr>
              <p:cNvSpPr/>
              <p:nvPr/>
            </p:nvSpPr>
            <p:spPr>
              <a:xfrm>
                <a:off x="9404695" y="516892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75" name="Freeform: Shape 6774">
                <a:extLst>
                  <a:ext uri="{FF2B5EF4-FFF2-40B4-BE49-F238E27FC236}">
                    <a16:creationId xmlns:a16="http://schemas.microsoft.com/office/drawing/2014/main" id="{CB251FD9-3424-4130-5D1C-635903086126}"/>
                  </a:ext>
                </a:extLst>
              </p:cNvPr>
              <p:cNvSpPr/>
              <p:nvPr/>
            </p:nvSpPr>
            <p:spPr>
              <a:xfrm>
                <a:off x="9405589" y="516908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76" name="Freeform: Shape 6775">
                <a:extLst>
                  <a:ext uri="{FF2B5EF4-FFF2-40B4-BE49-F238E27FC236}">
                    <a16:creationId xmlns:a16="http://schemas.microsoft.com/office/drawing/2014/main" id="{1FF55768-1F84-6F97-892A-091F4C6AF446}"/>
                  </a:ext>
                </a:extLst>
              </p:cNvPr>
              <p:cNvSpPr/>
              <p:nvPr/>
            </p:nvSpPr>
            <p:spPr>
              <a:xfrm>
                <a:off x="9406479" y="516925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77" name="Freeform: Shape 6776">
                <a:extLst>
                  <a:ext uri="{FF2B5EF4-FFF2-40B4-BE49-F238E27FC236}">
                    <a16:creationId xmlns:a16="http://schemas.microsoft.com/office/drawing/2014/main" id="{499D29B8-4A2C-9EED-3F90-E55329C88D1A}"/>
                  </a:ext>
                </a:extLst>
              </p:cNvPr>
              <p:cNvSpPr/>
              <p:nvPr/>
            </p:nvSpPr>
            <p:spPr>
              <a:xfrm>
                <a:off x="9407366" y="516943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79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78" name="Freeform: Shape 6777">
                <a:extLst>
                  <a:ext uri="{FF2B5EF4-FFF2-40B4-BE49-F238E27FC236}">
                    <a16:creationId xmlns:a16="http://schemas.microsoft.com/office/drawing/2014/main" id="{9210D150-FC8C-DA85-E67C-A45C6DEBC14D}"/>
                  </a:ext>
                </a:extLst>
              </p:cNvPr>
              <p:cNvSpPr/>
              <p:nvPr/>
            </p:nvSpPr>
            <p:spPr>
              <a:xfrm>
                <a:off x="9408164" y="516932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79" name="Freeform: Shape 6778">
                <a:extLst>
                  <a:ext uri="{FF2B5EF4-FFF2-40B4-BE49-F238E27FC236}">
                    <a16:creationId xmlns:a16="http://schemas.microsoft.com/office/drawing/2014/main" id="{BA1A1AD2-D1FE-5B6D-142E-58C9A3AD70AF}"/>
                  </a:ext>
                </a:extLst>
              </p:cNvPr>
              <p:cNvSpPr/>
              <p:nvPr/>
            </p:nvSpPr>
            <p:spPr>
              <a:xfrm>
                <a:off x="9409013" y="516940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80" name="Freeform: Shape 6779">
                <a:extLst>
                  <a:ext uri="{FF2B5EF4-FFF2-40B4-BE49-F238E27FC236}">
                    <a16:creationId xmlns:a16="http://schemas.microsoft.com/office/drawing/2014/main" id="{9A2A15FA-4379-D0BC-5856-4C38CC9F2DA2}"/>
                  </a:ext>
                </a:extLst>
              </p:cNvPr>
              <p:cNvSpPr/>
              <p:nvPr/>
            </p:nvSpPr>
            <p:spPr>
              <a:xfrm>
                <a:off x="9409875" y="516953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7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81" name="Freeform: Shape 6780">
                <a:extLst>
                  <a:ext uri="{FF2B5EF4-FFF2-40B4-BE49-F238E27FC236}">
                    <a16:creationId xmlns:a16="http://schemas.microsoft.com/office/drawing/2014/main" id="{86E04806-9F67-C5DB-D4CA-6D24BA0637D7}"/>
                  </a:ext>
                </a:extLst>
              </p:cNvPr>
              <p:cNvSpPr/>
              <p:nvPr/>
            </p:nvSpPr>
            <p:spPr>
              <a:xfrm>
                <a:off x="9410686" y="516950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82" name="Freeform: Shape 6781">
                <a:extLst>
                  <a:ext uri="{FF2B5EF4-FFF2-40B4-BE49-F238E27FC236}">
                    <a16:creationId xmlns:a16="http://schemas.microsoft.com/office/drawing/2014/main" id="{BE72BCFE-88B8-D431-4531-13C9E282ACCB}"/>
                  </a:ext>
                </a:extLst>
              </p:cNvPr>
              <p:cNvSpPr/>
              <p:nvPr/>
            </p:nvSpPr>
            <p:spPr>
              <a:xfrm>
                <a:off x="9411482" y="516941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83" name="Freeform: Shape 6782">
                <a:extLst>
                  <a:ext uri="{FF2B5EF4-FFF2-40B4-BE49-F238E27FC236}">
                    <a16:creationId xmlns:a16="http://schemas.microsoft.com/office/drawing/2014/main" id="{28C81539-3AD4-975A-D728-DBA8E174AA46}"/>
                  </a:ext>
                </a:extLst>
              </p:cNvPr>
              <p:cNvSpPr/>
              <p:nvPr/>
            </p:nvSpPr>
            <p:spPr>
              <a:xfrm>
                <a:off x="9412246" y="516921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84" name="Freeform: Shape 6783">
                <a:extLst>
                  <a:ext uri="{FF2B5EF4-FFF2-40B4-BE49-F238E27FC236}">
                    <a16:creationId xmlns:a16="http://schemas.microsoft.com/office/drawing/2014/main" id="{16B590CE-F887-EF66-849F-8C43A50C06F0}"/>
                  </a:ext>
                </a:extLst>
              </p:cNvPr>
              <p:cNvSpPr/>
              <p:nvPr/>
            </p:nvSpPr>
            <p:spPr>
              <a:xfrm>
                <a:off x="9413071" y="516925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85" name="Freeform: Shape 6784">
                <a:extLst>
                  <a:ext uri="{FF2B5EF4-FFF2-40B4-BE49-F238E27FC236}">
                    <a16:creationId xmlns:a16="http://schemas.microsoft.com/office/drawing/2014/main" id="{2823C5B2-3664-08AA-38A5-77BC9F03205A}"/>
                  </a:ext>
                </a:extLst>
              </p:cNvPr>
              <p:cNvSpPr/>
              <p:nvPr/>
            </p:nvSpPr>
            <p:spPr>
              <a:xfrm>
                <a:off x="9413880" y="516924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8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86" name="Freeform: Shape 6785">
                <a:extLst>
                  <a:ext uri="{FF2B5EF4-FFF2-40B4-BE49-F238E27FC236}">
                    <a16:creationId xmlns:a16="http://schemas.microsoft.com/office/drawing/2014/main" id="{5494B67A-A640-5607-F63C-3C9DC03B0E34}"/>
                  </a:ext>
                </a:extLst>
              </p:cNvPr>
              <p:cNvSpPr/>
              <p:nvPr/>
            </p:nvSpPr>
            <p:spPr>
              <a:xfrm>
                <a:off x="9414688" y="516923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8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87" name="Freeform: Shape 6786">
                <a:extLst>
                  <a:ext uri="{FF2B5EF4-FFF2-40B4-BE49-F238E27FC236}">
                    <a16:creationId xmlns:a16="http://schemas.microsoft.com/office/drawing/2014/main" id="{83A02FED-34A4-8879-61B2-795F9C16F2EF}"/>
                  </a:ext>
                </a:extLst>
              </p:cNvPr>
              <p:cNvSpPr/>
              <p:nvPr/>
            </p:nvSpPr>
            <p:spPr>
              <a:xfrm>
                <a:off x="9415481" y="5169177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9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88" name="Freeform: Shape 6787">
                <a:extLst>
                  <a:ext uri="{FF2B5EF4-FFF2-40B4-BE49-F238E27FC236}">
                    <a16:creationId xmlns:a16="http://schemas.microsoft.com/office/drawing/2014/main" id="{3869EDE3-4D55-C5A2-81F6-DF21BA9D27E6}"/>
                  </a:ext>
                </a:extLst>
              </p:cNvPr>
              <p:cNvSpPr/>
              <p:nvPr/>
            </p:nvSpPr>
            <p:spPr>
              <a:xfrm>
                <a:off x="9416301" y="5169240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9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89" name="Freeform: Shape 6788">
                <a:extLst>
                  <a:ext uri="{FF2B5EF4-FFF2-40B4-BE49-F238E27FC236}">
                    <a16:creationId xmlns:a16="http://schemas.microsoft.com/office/drawing/2014/main" id="{6E999BA5-B0FD-278B-23FD-1F2083DD426B}"/>
                  </a:ext>
                </a:extLst>
              </p:cNvPr>
              <p:cNvSpPr/>
              <p:nvPr/>
            </p:nvSpPr>
            <p:spPr>
              <a:xfrm>
                <a:off x="9417118" y="5169307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90" name="Freeform: Shape 6789">
                <a:extLst>
                  <a:ext uri="{FF2B5EF4-FFF2-40B4-BE49-F238E27FC236}">
                    <a16:creationId xmlns:a16="http://schemas.microsoft.com/office/drawing/2014/main" id="{09B576EE-F64F-EB6C-3DE6-6D328981C407}"/>
                  </a:ext>
                </a:extLst>
              </p:cNvPr>
              <p:cNvSpPr/>
              <p:nvPr/>
            </p:nvSpPr>
            <p:spPr>
              <a:xfrm>
                <a:off x="9417947" y="5169440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91" name="Freeform: Shape 6790">
                <a:extLst>
                  <a:ext uri="{FF2B5EF4-FFF2-40B4-BE49-F238E27FC236}">
                    <a16:creationId xmlns:a16="http://schemas.microsoft.com/office/drawing/2014/main" id="{7962F261-3436-C588-4A31-21974D463A0F}"/>
                  </a:ext>
                </a:extLst>
              </p:cNvPr>
              <p:cNvSpPr/>
              <p:nvPr/>
            </p:nvSpPr>
            <p:spPr>
              <a:xfrm>
                <a:off x="9418711" y="5169280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92" name="Freeform: Shape 6791">
                <a:extLst>
                  <a:ext uri="{FF2B5EF4-FFF2-40B4-BE49-F238E27FC236}">
                    <a16:creationId xmlns:a16="http://schemas.microsoft.com/office/drawing/2014/main" id="{61638BA3-D35F-BF93-4138-6DA90B95D9BB}"/>
                  </a:ext>
                </a:extLst>
              </p:cNvPr>
              <p:cNvSpPr/>
              <p:nvPr/>
            </p:nvSpPr>
            <p:spPr>
              <a:xfrm>
                <a:off x="9419536" y="5169423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93" name="Freeform: Shape 6792">
                <a:extLst>
                  <a:ext uri="{FF2B5EF4-FFF2-40B4-BE49-F238E27FC236}">
                    <a16:creationId xmlns:a16="http://schemas.microsoft.com/office/drawing/2014/main" id="{1676F256-A8D5-3DDA-409B-E38DB4B9C453}"/>
                  </a:ext>
                </a:extLst>
              </p:cNvPr>
              <p:cNvSpPr/>
              <p:nvPr/>
            </p:nvSpPr>
            <p:spPr>
              <a:xfrm>
                <a:off x="9420301" y="5169273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0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7" y="2464"/>
                      <a:pt x="237" y="3306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94" name="Freeform: Shape 6793">
                <a:extLst>
                  <a:ext uri="{FF2B5EF4-FFF2-40B4-BE49-F238E27FC236}">
                    <a16:creationId xmlns:a16="http://schemas.microsoft.com/office/drawing/2014/main" id="{1D594A22-193F-2D2F-C2E3-BB6D7FBBFA3C}"/>
                  </a:ext>
                </a:extLst>
              </p:cNvPr>
              <p:cNvSpPr/>
              <p:nvPr/>
            </p:nvSpPr>
            <p:spPr>
              <a:xfrm>
                <a:off x="9421077" y="5169187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6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7" y="2464"/>
                      <a:pt x="237" y="3306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95" name="Freeform: Shape 6794">
                <a:extLst>
                  <a:ext uri="{FF2B5EF4-FFF2-40B4-BE49-F238E27FC236}">
                    <a16:creationId xmlns:a16="http://schemas.microsoft.com/office/drawing/2014/main" id="{2585CB3F-2DA4-3E57-BC8F-9B7036AB50A6}"/>
                  </a:ext>
                </a:extLst>
              </p:cNvPr>
              <p:cNvSpPr/>
              <p:nvPr/>
            </p:nvSpPr>
            <p:spPr>
              <a:xfrm>
                <a:off x="9421854" y="5169106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6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7" y="2464"/>
                      <a:pt x="237" y="3306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96" name="Freeform: Shape 6795">
                <a:extLst>
                  <a:ext uri="{FF2B5EF4-FFF2-40B4-BE49-F238E27FC236}">
                    <a16:creationId xmlns:a16="http://schemas.microsoft.com/office/drawing/2014/main" id="{F7006F18-8283-7AD9-ED48-6A3A22EE6D30}"/>
                  </a:ext>
                </a:extLst>
              </p:cNvPr>
              <p:cNvSpPr/>
              <p:nvPr/>
            </p:nvSpPr>
            <p:spPr>
              <a:xfrm>
                <a:off x="9422683" y="5169330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8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6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97" name="Freeform: Shape 6796">
                <a:extLst>
                  <a:ext uri="{FF2B5EF4-FFF2-40B4-BE49-F238E27FC236}">
                    <a16:creationId xmlns:a16="http://schemas.microsoft.com/office/drawing/2014/main" id="{B6F1F626-8B82-7717-FC98-16A177C024C7}"/>
                  </a:ext>
                </a:extLst>
              </p:cNvPr>
              <p:cNvSpPr/>
              <p:nvPr/>
            </p:nvSpPr>
            <p:spPr>
              <a:xfrm>
                <a:off x="9423468" y="5169319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98" name="Freeform: Shape 6797">
                <a:extLst>
                  <a:ext uri="{FF2B5EF4-FFF2-40B4-BE49-F238E27FC236}">
                    <a16:creationId xmlns:a16="http://schemas.microsoft.com/office/drawing/2014/main" id="{BA7CAA76-0D67-14FB-1D85-256B96B87771}"/>
                  </a:ext>
                </a:extLst>
              </p:cNvPr>
              <p:cNvSpPr/>
              <p:nvPr/>
            </p:nvSpPr>
            <p:spPr>
              <a:xfrm>
                <a:off x="9424281" y="5169493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799" name="Freeform: Shape 6798">
                <a:extLst>
                  <a:ext uri="{FF2B5EF4-FFF2-40B4-BE49-F238E27FC236}">
                    <a16:creationId xmlns:a16="http://schemas.microsoft.com/office/drawing/2014/main" id="{8F8FDF52-B8F0-623E-28D3-A0A567F296FA}"/>
                  </a:ext>
                </a:extLst>
              </p:cNvPr>
              <p:cNvSpPr/>
              <p:nvPr/>
            </p:nvSpPr>
            <p:spPr>
              <a:xfrm>
                <a:off x="9425082" y="5169612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00" name="Freeform: Shape 6799">
                <a:extLst>
                  <a:ext uri="{FF2B5EF4-FFF2-40B4-BE49-F238E27FC236}">
                    <a16:creationId xmlns:a16="http://schemas.microsoft.com/office/drawing/2014/main" id="{111707E0-7533-1996-C7A5-A4DCA90452E8}"/>
                  </a:ext>
                </a:extLst>
              </p:cNvPr>
              <p:cNvSpPr/>
              <p:nvPr/>
            </p:nvSpPr>
            <p:spPr>
              <a:xfrm>
                <a:off x="9463545" y="5169531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01" name="Freeform: Shape 6800">
                <a:extLst>
                  <a:ext uri="{FF2B5EF4-FFF2-40B4-BE49-F238E27FC236}">
                    <a16:creationId xmlns:a16="http://schemas.microsoft.com/office/drawing/2014/main" id="{AF5DF9E8-E35A-3E87-5F1E-6E1B74F17712}"/>
                  </a:ext>
                </a:extLst>
              </p:cNvPr>
              <p:cNvSpPr/>
              <p:nvPr/>
            </p:nvSpPr>
            <p:spPr>
              <a:xfrm>
                <a:off x="9464327" y="5169530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4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2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02" name="Freeform: Shape 6801">
                <a:extLst>
                  <a:ext uri="{FF2B5EF4-FFF2-40B4-BE49-F238E27FC236}">
                    <a16:creationId xmlns:a16="http://schemas.microsoft.com/office/drawing/2014/main" id="{CFBC6EB5-DF5B-C1F9-3721-B4B47EB0F7C2}"/>
                  </a:ext>
                </a:extLst>
              </p:cNvPr>
              <p:cNvSpPr/>
              <p:nvPr/>
            </p:nvSpPr>
            <p:spPr>
              <a:xfrm>
                <a:off x="9468846" y="5170588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5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03" name="Freeform: Shape 6802">
                <a:extLst>
                  <a:ext uri="{FF2B5EF4-FFF2-40B4-BE49-F238E27FC236}">
                    <a16:creationId xmlns:a16="http://schemas.microsoft.com/office/drawing/2014/main" id="{C164560F-5577-A1C1-1385-8BDD3DE9DEC1}"/>
                  </a:ext>
                </a:extLst>
              </p:cNvPr>
              <p:cNvSpPr/>
              <p:nvPr/>
            </p:nvSpPr>
            <p:spPr>
              <a:xfrm>
                <a:off x="9469688" y="5170323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5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04" name="Freeform: Shape 6803">
                <a:extLst>
                  <a:ext uri="{FF2B5EF4-FFF2-40B4-BE49-F238E27FC236}">
                    <a16:creationId xmlns:a16="http://schemas.microsoft.com/office/drawing/2014/main" id="{016E328D-7A5A-F1A4-ECA1-56ADD3530988}"/>
                  </a:ext>
                </a:extLst>
              </p:cNvPr>
              <p:cNvSpPr/>
              <p:nvPr/>
            </p:nvSpPr>
            <p:spPr>
              <a:xfrm>
                <a:off x="9470560" y="516994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4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6" y="1657"/>
                      <a:pt x="241" y="2464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05" name="Freeform: Shape 6804">
                <a:extLst>
                  <a:ext uri="{FF2B5EF4-FFF2-40B4-BE49-F238E27FC236}">
                    <a16:creationId xmlns:a16="http://schemas.microsoft.com/office/drawing/2014/main" id="{4C02733D-F73D-5935-8983-BE3870C09712}"/>
                  </a:ext>
                </a:extLst>
              </p:cNvPr>
              <p:cNvSpPr/>
              <p:nvPr/>
            </p:nvSpPr>
            <p:spPr>
              <a:xfrm>
                <a:off x="9471372" y="516987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4"/>
                      <a:pt x="6250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6" y="1657"/>
                      <a:pt x="241" y="2464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06" name="Freeform: Shape 6805">
                <a:extLst>
                  <a:ext uri="{FF2B5EF4-FFF2-40B4-BE49-F238E27FC236}">
                    <a16:creationId xmlns:a16="http://schemas.microsoft.com/office/drawing/2014/main" id="{0179EB08-8C48-4551-BE1C-6497345D2B27}"/>
                  </a:ext>
                </a:extLst>
              </p:cNvPr>
              <p:cNvSpPr/>
              <p:nvPr/>
            </p:nvSpPr>
            <p:spPr>
              <a:xfrm>
                <a:off x="9472186" y="516980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4"/>
                      <a:pt x="6250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6" y="1657"/>
                      <a:pt x="241" y="2464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07" name="Freeform: Shape 6806">
                <a:extLst>
                  <a:ext uri="{FF2B5EF4-FFF2-40B4-BE49-F238E27FC236}">
                    <a16:creationId xmlns:a16="http://schemas.microsoft.com/office/drawing/2014/main" id="{2CCE5A6A-0259-086C-63B6-69E2AB23CA5D}"/>
                  </a:ext>
                </a:extLst>
              </p:cNvPr>
              <p:cNvSpPr/>
              <p:nvPr/>
            </p:nvSpPr>
            <p:spPr>
              <a:xfrm>
                <a:off x="9472975" y="5169857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2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4"/>
                      <a:pt x="6250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08" name="Freeform: Shape 6807">
                <a:extLst>
                  <a:ext uri="{FF2B5EF4-FFF2-40B4-BE49-F238E27FC236}">
                    <a16:creationId xmlns:a16="http://schemas.microsoft.com/office/drawing/2014/main" id="{AF4FE24C-22F4-DE0A-E65B-BC0ACDBD2EC1}"/>
                  </a:ext>
                </a:extLst>
              </p:cNvPr>
              <p:cNvSpPr/>
              <p:nvPr/>
            </p:nvSpPr>
            <p:spPr>
              <a:xfrm>
                <a:off x="9473764" y="516991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09" name="Freeform: Shape 6808">
                <a:extLst>
                  <a:ext uri="{FF2B5EF4-FFF2-40B4-BE49-F238E27FC236}">
                    <a16:creationId xmlns:a16="http://schemas.microsoft.com/office/drawing/2014/main" id="{0C8BDB54-8250-40EE-EFE8-F87C4F4D1740}"/>
                  </a:ext>
                </a:extLst>
              </p:cNvPr>
              <p:cNvSpPr/>
              <p:nvPr/>
            </p:nvSpPr>
            <p:spPr>
              <a:xfrm>
                <a:off x="9474567" y="516992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10" name="Freeform: Shape 6809">
                <a:extLst>
                  <a:ext uri="{FF2B5EF4-FFF2-40B4-BE49-F238E27FC236}">
                    <a16:creationId xmlns:a16="http://schemas.microsoft.com/office/drawing/2014/main" id="{D7CE51A8-3F08-EA78-2EC3-E5FE92929DF3}"/>
                  </a:ext>
                </a:extLst>
              </p:cNvPr>
              <p:cNvSpPr/>
              <p:nvPr/>
            </p:nvSpPr>
            <p:spPr>
              <a:xfrm>
                <a:off x="9475284" y="517028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2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11" name="Freeform: Shape 6810">
                <a:extLst>
                  <a:ext uri="{FF2B5EF4-FFF2-40B4-BE49-F238E27FC236}">
                    <a16:creationId xmlns:a16="http://schemas.microsoft.com/office/drawing/2014/main" id="{77A394D8-C347-7E90-FF5E-6950B80B811C}"/>
                  </a:ext>
                </a:extLst>
              </p:cNvPr>
              <p:cNvSpPr/>
              <p:nvPr/>
            </p:nvSpPr>
            <p:spPr>
              <a:xfrm>
                <a:off x="9476133" y="5170125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2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12" name="Freeform: Shape 6811">
                <a:extLst>
                  <a:ext uri="{FF2B5EF4-FFF2-40B4-BE49-F238E27FC236}">
                    <a16:creationId xmlns:a16="http://schemas.microsoft.com/office/drawing/2014/main" id="{75750B5B-3D17-1CBD-8CA7-E8ABB5D99E03}"/>
                  </a:ext>
                </a:extLst>
              </p:cNvPr>
              <p:cNvSpPr/>
              <p:nvPr/>
            </p:nvSpPr>
            <p:spPr>
              <a:xfrm>
                <a:off x="9476938" y="517014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6" y="468"/>
                      <a:pt x="1171" y="1062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13" name="Freeform: Shape 6812">
                <a:extLst>
                  <a:ext uri="{FF2B5EF4-FFF2-40B4-BE49-F238E27FC236}">
                    <a16:creationId xmlns:a16="http://schemas.microsoft.com/office/drawing/2014/main" id="{6ACBD497-1369-4B3C-80A4-67B812BEB587}"/>
                  </a:ext>
                </a:extLst>
              </p:cNvPr>
              <p:cNvSpPr/>
              <p:nvPr/>
            </p:nvSpPr>
            <p:spPr>
              <a:xfrm>
                <a:off x="9477729" y="517023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2"/>
                    </a:cubicBezTo>
                    <a:cubicBezTo>
                      <a:pt x="5061" y="468"/>
                      <a:pt x="4255" y="133"/>
                      <a:pt x="3413" y="133"/>
                    </a:cubicBezTo>
                    <a:cubicBezTo>
                      <a:pt x="2572" y="133"/>
                      <a:pt x="1766" y="468"/>
                      <a:pt x="1171" y="1062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14" name="Freeform: Shape 6813">
                <a:extLst>
                  <a:ext uri="{FF2B5EF4-FFF2-40B4-BE49-F238E27FC236}">
                    <a16:creationId xmlns:a16="http://schemas.microsoft.com/office/drawing/2014/main" id="{42CDD32C-6E2C-B0D1-279F-518C7E0E54AB}"/>
                  </a:ext>
                </a:extLst>
              </p:cNvPr>
              <p:cNvSpPr/>
              <p:nvPr/>
            </p:nvSpPr>
            <p:spPr>
              <a:xfrm>
                <a:off x="9478650" y="5169852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5" y="133"/>
                      <a:pt x="3414" y="133"/>
                    </a:cubicBezTo>
                    <a:cubicBezTo>
                      <a:pt x="2572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15" name="Freeform: Shape 6814">
                <a:extLst>
                  <a:ext uri="{FF2B5EF4-FFF2-40B4-BE49-F238E27FC236}">
                    <a16:creationId xmlns:a16="http://schemas.microsoft.com/office/drawing/2014/main" id="{8A8BD887-964C-F9E0-3C37-8218CD04C92F}"/>
                  </a:ext>
                </a:extLst>
              </p:cNvPr>
              <p:cNvSpPr/>
              <p:nvPr/>
            </p:nvSpPr>
            <p:spPr>
              <a:xfrm>
                <a:off x="9479510" y="5169714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5" y="133"/>
                      <a:pt x="3414" y="133"/>
                    </a:cubicBezTo>
                    <a:cubicBezTo>
                      <a:pt x="2572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16" name="Freeform: Shape 6815">
                <a:extLst>
                  <a:ext uri="{FF2B5EF4-FFF2-40B4-BE49-F238E27FC236}">
                    <a16:creationId xmlns:a16="http://schemas.microsoft.com/office/drawing/2014/main" id="{AD9937F7-992F-0636-2F8D-A995295F8704}"/>
                  </a:ext>
                </a:extLst>
              </p:cNvPr>
              <p:cNvSpPr/>
              <p:nvPr/>
            </p:nvSpPr>
            <p:spPr>
              <a:xfrm>
                <a:off x="9480339" y="5169698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17" name="Freeform: Shape 6816">
                <a:extLst>
                  <a:ext uri="{FF2B5EF4-FFF2-40B4-BE49-F238E27FC236}">
                    <a16:creationId xmlns:a16="http://schemas.microsoft.com/office/drawing/2014/main" id="{D36CD6B5-DB17-0B20-2B6F-BF1691A67928}"/>
                  </a:ext>
                </a:extLst>
              </p:cNvPr>
              <p:cNvSpPr/>
              <p:nvPr/>
            </p:nvSpPr>
            <p:spPr>
              <a:xfrm>
                <a:off x="9481205" y="5169571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18" name="Freeform: Shape 6817">
                <a:extLst>
                  <a:ext uri="{FF2B5EF4-FFF2-40B4-BE49-F238E27FC236}">
                    <a16:creationId xmlns:a16="http://schemas.microsoft.com/office/drawing/2014/main" id="{D5017143-173A-54D5-0E1E-4BFADD6D2C24}"/>
                  </a:ext>
                </a:extLst>
              </p:cNvPr>
              <p:cNvSpPr/>
              <p:nvPr/>
            </p:nvSpPr>
            <p:spPr>
              <a:xfrm>
                <a:off x="9482038" y="5169567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19" name="Freeform: Shape 6818">
                <a:extLst>
                  <a:ext uri="{FF2B5EF4-FFF2-40B4-BE49-F238E27FC236}">
                    <a16:creationId xmlns:a16="http://schemas.microsoft.com/office/drawing/2014/main" id="{BECDAC19-EFA9-4A31-90E0-AED94D82146A}"/>
                  </a:ext>
                </a:extLst>
              </p:cNvPr>
              <p:cNvSpPr/>
              <p:nvPr/>
            </p:nvSpPr>
            <p:spPr>
              <a:xfrm>
                <a:off x="9482872" y="5169568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20" name="Freeform: Shape 6819">
                <a:extLst>
                  <a:ext uri="{FF2B5EF4-FFF2-40B4-BE49-F238E27FC236}">
                    <a16:creationId xmlns:a16="http://schemas.microsoft.com/office/drawing/2014/main" id="{A6BA6815-8CDB-9081-3982-4507B70C3BED}"/>
                  </a:ext>
                </a:extLst>
              </p:cNvPr>
              <p:cNvSpPr/>
              <p:nvPr/>
            </p:nvSpPr>
            <p:spPr>
              <a:xfrm>
                <a:off x="9483708" y="5169575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5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2" y="2464"/>
                      <a:pt x="242" y="3306"/>
                    </a:cubicBezTo>
                    <a:cubicBezTo>
                      <a:pt x="242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21" name="Freeform: Shape 6820">
                <a:extLst>
                  <a:ext uri="{FF2B5EF4-FFF2-40B4-BE49-F238E27FC236}">
                    <a16:creationId xmlns:a16="http://schemas.microsoft.com/office/drawing/2014/main" id="{F3FF6CC4-5775-082E-2053-C8D23958C7A7}"/>
                  </a:ext>
                </a:extLst>
              </p:cNvPr>
              <p:cNvSpPr/>
              <p:nvPr/>
            </p:nvSpPr>
            <p:spPr>
              <a:xfrm>
                <a:off x="9484489" y="5169761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2" y="2464"/>
                      <a:pt x="242" y="3306"/>
                    </a:cubicBezTo>
                    <a:cubicBezTo>
                      <a:pt x="242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22" name="Freeform: Shape 6821">
                <a:extLst>
                  <a:ext uri="{FF2B5EF4-FFF2-40B4-BE49-F238E27FC236}">
                    <a16:creationId xmlns:a16="http://schemas.microsoft.com/office/drawing/2014/main" id="{90351EA1-85AF-B96A-4BCB-FC68BD89855A}"/>
                  </a:ext>
                </a:extLst>
              </p:cNvPr>
              <p:cNvSpPr/>
              <p:nvPr/>
            </p:nvSpPr>
            <p:spPr>
              <a:xfrm>
                <a:off x="9485327" y="5169779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2" y="2464"/>
                      <a:pt x="242" y="3306"/>
                    </a:cubicBezTo>
                    <a:cubicBezTo>
                      <a:pt x="242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23" name="Freeform: Shape 6822">
                <a:extLst>
                  <a:ext uri="{FF2B5EF4-FFF2-40B4-BE49-F238E27FC236}">
                    <a16:creationId xmlns:a16="http://schemas.microsoft.com/office/drawing/2014/main" id="{125F6CD1-A4CD-D121-F8A1-0401AA2E06FF}"/>
                  </a:ext>
                </a:extLst>
              </p:cNvPr>
              <p:cNvSpPr/>
              <p:nvPr/>
            </p:nvSpPr>
            <p:spPr>
              <a:xfrm>
                <a:off x="9486127" y="5169917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3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8"/>
                      <a:pt x="4255" y="133"/>
                      <a:pt x="3414" y="133"/>
                    </a:cubicBezTo>
                    <a:cubicBezTo>
                      <a:pt x="2573" y="133"/>
                      <a:pt x="1766" y="468"/>
                      <a:pt x="1171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24" name="Freeform: Shape 6823">
                <a:extLst>
                  <a:ext uri="{FF2B5EF4-FFF2-40B4-BE49-F238E27FC236}">
                    <a16:creationId xmlns:a16="http://schemas.microsoft.com/office/drawing/2014/main" id="{3BB0DCE1-9BF9-D7B6-52D2-6D551393A006}"/>
                  </a:ext>
                </a:extLst>
              </p:cNvPr>
              <p:cNvSpPr/>
              <p:nvPr/>
            </p:nvSpPr>
            <p:spPr>
              <a:xfrm>
                <a:off x="9487006" y="5169831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25" name="Freeform: Shape 6824">
                <a:extLst>
                  <a:ext uri="{FF2B5EF4-FFF2-40B4-BE49-F238E27FC236}">
                    <a16:creationId xmlns:a16="http://schemas.microsoft.com/office/drawing/2014/main" id="{335873BB-40BF-4069-50C4-3EA5A93B4437}"/>
                  </a:ext>
                </a:extLst>
              </p:cNvPr>
              <p:cNvSpPr/>
              <p:nvPr/>
            </p:nvSpPr>
            <p:spPr>
              <a:xfrm>
                <a:off x="9487847" y="5169865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8"/>
                      <a:pt x="4255" y="133"/>
                      <a:pt x="3414" y="133"/>
                    </a:cubicBezTo>
                    <a:cubicBezTo>
                      <a:pt x="2573" y="133"/>
                      <a:pt x="1766" y="468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26" name="Freeform: Shape 6825">
                <a:extLst>
                  <a:ext uri="{FF2B5EF4-FFF2-40B4-BE49-F238E27FC236}">
                    <a16:creationId xmlns:a16="http://schemas.microsoft.com/office/drawing/2014/main" id="{547A07EC-95A0-0936-21DF-E9C874FF03EF}"/>
                  </a:ext>
                </a:extLst>
              </p:cNvPr>
              <p:cNvSpPr/>
              <p:nvPr/>
            </p:nvSpPr>
            <p:spPr>
              <a:xfrm>
                <a:off x="9488731" y="5169791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27" name="Freeform: Shape 6826">
                <a:extLst>
                  <a:ext uri="{FF2B5EF4-FFF2-40B4-BE49-F238E27FC236}">
                    <a16:creationId xmlns:a16="http://schemas.microsoft.com/office/drawing/2014/main" id="{2A7241EF-9108-5633-2FCB-257A4DA7B2E1}"/>
                  </a:ext>
                </a:extLst>
              </p:cNvPr>
              <p:cNvSpPr/>
              <p:nvPr/>
            </p:nvSpPr>
            <p:spPr>
              <a:xfrm>
                <a:off x="9489596" y="5169780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28" name="Freeform: Shape 6827">
                <a:extLst>
                  <a:ext uri="{FF2B5EF4-FFF2-40B4-BE49-F238E27FC236}">
                    <a16:creationId xmlns:a16="http://schemas.microsoft.com/office/drawing/2014/main" id="{D24C9B85-3F89-23B5-7CAC-E7F7FD9EB07D}"/>
                  </a:ext>
                </a:extLst>
              </p:cNvPr>
              <p:cNvSpPr/>
              <p:nvPr/>
            </p:nvSpPr>
            <p:spPr>
              <a:xfrm>
                <a:off x="9490463" y="5169775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4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29" name="Freeform: Shape 6828">
                <a:extLst>
                  <a:ext uri="{FF2B5EF4-FFF2-40B4-BE49-F238E27FC236}">
                    <a16:creationId xmlns:a16="http://schemas.microsoft.com/office/drawing/2014/main" id="{FF02717E-06E7-DF49-75E9-C2D3AC84129A}"/>
                  </a:ext>
                </a:extLst>
              </p:cNvPr>
              <p:cNvSpPr/>
              <p:nvPr/>
            </p:nvSpPr>
            <p:spPr>
              <a:xfrm>
                <a:off x="9491353" y="5169719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5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30" name="Freeform: Shape 6829">
                <a:extLst>
                  <a:ext uri="{FF2B5EF4-FFF2-40B4-BE49-F238E27FC236}">
                    <a16:creationId xmlns:a16="http://schemas.microsoft.com/office/drawing/2014/main" id="{E0B3BB51-348D-D786-E9AE-47B95286A658}"/>
                  </a:ext>
                </a:extLst>
              </p:cNvPr>
              <p:cNvSpPr/>
              <p:nvPr/>
            </p:nvSpPr>
            <p:spPr>
              <a:xfrm>
                <a:off x="9492202" y="5169783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5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31" name="Freeform: Shape 6830">
                <a:extLst>
                  <a:ext uri="{FF2B5EF4-FFF2-40B4-BE49-F238E27FC236}">
                    <a16:creationId xmlns:a16="http://schemas.microsoft.com/office/drawing/2014/main" id="{80D55E11-BB6F-940F-B27B-16598AF29067}"/>
                  </a:ext>
                </a:extLst>
              </p:cNvPr>
              <p:cNvSpPr/>
              <p:nvPr/>
            </p:nvSpPr>
            <p:spPr>
              <a:xfrm>
                <a:off x="9493052" y="5169852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32" name="Freeform: Shape 6831">
                <a:extLst>
                  <a:ext uri="{FF2B5EF4-FFF2-40B4-BE49-F238E27FC236}">
                    <a16:creationId xmlns:a16="http://schemas.microsoft.com/office/drawing/2014/main" id="{BE186C41-75D1-DBCD-FE15-BA87EA01A766}"/>
                  </a:ext>
                </a:extLst>
              </p:cNvPr>
              <p:cNvSpPr/>
              <p:nvPr/>
            </p:nvSpPr>
            <p:spPr>
              <a:xfrm>
                <a:off x="9493835" y="5170097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5"/>
                      <a:pt x="6252" y="1657"/>
                      <a:pt x="5657" y="1062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2" y="1062"/>
                    </a:cubicBezTo>
                    <a:cubicBezTo>
                      <a:pt x="577" y="1657"/>
                      <a:pt x="243" y="2465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33" name="Freeform: Shape 6832">
                <a:extLst>
                  <a:ext uri="{FF2B5EF4-FFF2-40B4-BE49-F238E27FC236}">
                    <a16:creationId xmlns:a16="http://schemas.microsoft.com/office/drawing/2014/main" id="{450B60A9-1F70-34F9-84D2-4CE82FBCDBAA}"/>
                  </a:ext>
                </a:extLst>
              </p:cNvPr>
              <p:cNvSpPr/>
              <p:nvPr/>
            </p:nvSpPr>
            <p:spPr>
              <a:xfrm>
                <a:off x="9494708" y="5170121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5"/>
                      <a:pt x="6252" y="1657"/>
                      <a:pt x="5657" y="1062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2" y="1062"/>
                    </a:cubicBezTo>
                    <a:cubicBezTo>
                      <a:pt x="577" y="1657"/>
                      <a:pt x="243" y="2465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34" name="Freeform: Shape 6833">
                <a:extLst>
                  <a:ext uri="{FF2B5EF4-FFF2-40B4-BE49-F238E27FC236}">
                    <a16:creationId xmlns:a16="http://schemas.microsoft.com/office/drawing/2014/main" id="{04EFADEE-7157-68F3-F815-746C7074A759}"/>
                  </a:ext>
                </a:extLst>
              </p:cNvPr>
              <p:cNvSpPr/>
              <p:nvPr/>
            </p:nvSpPr>
            <p:spPr>
              <a:xfrm>
                <a:off x="9495537" y="5170264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5"/>
                      <a:pt x="6252" y="1657"/>
                      <a:pt x="5657" y="1062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2" y="1062"/>
                    </a:cubicBezTo>
                    <a:cubicBezTo>
                      <a:pt x="577" y="1657"/>
                      <a:pt x="243" y="2465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35" name="Freeform: Shape 6834">
                <a:extLst>
                  <a:ext uri="{FF2B5EF4-FFF2-40B4-BE49-F238E27FC236}">
                    <a16:creationId xmlns:a16="http://schemas.microsoft.com/office/drawing/2014/main" id="{E4C2FDD6-4A03-11F9-640E-2A6654C1B574}"/>
                  </a:ext>
                </a:extLst>
              </p:cNvPr>
              <p:cNvSpPr/>
              <p:nvPr/>
            </p:nvSpPr>
            <p:spPr>
              <a:xfrm>
                <a:off x="9496413" y="5170300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6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5"/>
                      <a:pt x="6252" y="1657"/>
                      <a:pt x="5658" y="1062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2" y="1062"/>
                    </a:cubicBezTo>
                    <a:cubicBezTo>
                      <a:pt x="578" y="1657"/>
                      <a:pt x="243" y="2465"/>
                      <a:pt x="243" y="3306"/>
                    </a:cubicBezTo>
                    <a:cubicBezTo>
                      <a:pt x="243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36" name="Freeform: Shape 6835">
                <a:extLst>
                  <a:ext uri="{FF2B5EF4-FFF2-40B4-BE49-F238E27FC236}">
                    <a16:creationId xmlns:a16="http://schemas.microsoft.com/office/drawing/2014/main" id="{211FB139-68FF-62A6-D50B-D1B1E38DFD82}"/>
                  </a:ext>
                </a:extLst>
              </p:cNvPr>
              <p:cNvSpPr/>
              <p:nvPr/>
            </p:nvSpPr>
            <p:spPr>
              <a:xfrm>
                <a:off x="9497243" y="5170454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3 h 6345"/>
                  <a:gd name="connsiteX4" fmla="*/ 3415 w 6343"/>
                  <a:gd name="connsiteY4" fmla="*/ 133 h 6345"/>
                  <a:gd name="connsiteX5" fmla="*/ 1172 w 6343"/>
                  <a:gd name="connsiteY5" fmla="*/ 1063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7" y="4147"/>
                      <a:pt x="6587" y="3306"/>
                    </a:cubicBezTo>
                    <a:cubicBezTo>
                      <a:pt x="6587" y="2465"/>
                      <a:pt x="6252" y="1657"/>
                      <a:pt x="5658" y="1063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2" y="1063"/>
                    </a:cubicBezTo>
                    <a:cubicBezTo>
                      <a:pt x="578" y="1657"/>
                      <a:pt x="243" y="2465"/>
                      <a:pt x="243" y="3306"/>
                    </a:cubicBezTo>
                    <a:cubicBezTo>
                      <a:pt x="243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37" name="Freeform: Shape 6836">
                <a:extLst>
                  <a:ext uri="{FF2B5EF4-FFF2-40B4-BE49-F238E27FC236}">
                    <a16:creationId xmlns:a16="http://schemas.microsoft.com/office/drawing/2014/main" id="{9271AD65-F8E1-5D1E-5DCC-F72E1FAEBE6F}"/>
                  </a:ext>
                </a:extLst>
              </p:cNvPr>
              <p:cNvSpPr/>
              <p:nvPr/>
            </p:nvSpPr>
            <p:spPr>
              <a:xfrm>
                <a:off x="9498170" y="5170391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3 h 6345"/>
                  <a:gd name="connsiteX4" fmla="*/ 3415 w 6343"/>
                  <a:gd name="connsiteY4" fmla="*/ 133 h 6345"/>
                  <a:gd name="connsiteX5" fmla="*/ 1172 w 6343"/>
                  <a:gd name="connsiteY5" fmla="*/ 1063 h 6345"/>
                  <a:gd name="connsiteX6" fmla="*/ 244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7" y="4147"/>
                      <a:pt x="6587" y="3306"/>
                    </a:cubicBezTo>
                    <a:cubicBezTo>
                      <a:pt x="6587" y="2465"/>
                      <a:pt x="6252" y="1657"/>
                      <a:pt x="5658" y="1063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2" y="1063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38" name="Freeform: Shape 6837">
                <a:extLst>
                  <a:ext uri="{FF2B5EF4-FFF2-40B4-BE49-F238E27FC236}">
                    <a16:creationId xmlns:a16="http://schemas.microsoft.com/office/drawing/2014/main" id="{63C33CF1-C0AE-AA7F-4FB0-FE0240581C3B}"/>
                  </a:ext>
                </a:extLst>
              </p:cNvPr>
              <p:cNvSpPr/>
              <p:nvPr/>
            </p:nvSpPr>
            <p:spPr>
              <a:xfrm>
                <a:off x="9499074" y="5170390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3 h 6345"/>
                  <a:gd name="connsiteX4" fmla="*/ 3415 w 6343"/>
                  <a:gd name="connsiteY4" fmla="*/ 133 h 6345"/>
                  <a:gd name="connsiteX5" fmla="*/ 1172 w 6343"/>
                  <a:gd name="connsiteY5" fmla="*/ 1063 h 6345"/>
                  <a:gd name="connsiteX6" fmla="*/ 244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3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2" y="1063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39" name="Freeform: Shape 6838">
                <a:extLst>
                  <a:ext uri="{FF2B5EF4-FFF2-40B4-BE49-F238E27FC236}">
                    <a16:creationId xmlns:a16="http://schemas.microsoft.com/office/drawing/2014/main" id="{D674376B-ECEB-F907-61E1-F42E0E58B180}"/>
                  </a:ext>
                </a:extLst>
              </p:cNvPr>
              <p:cNvSpPr/>
              <p:nvPr/>
            </p:nvSpPr>
            <p:spPr>
              <a:xfrm>
                <a:off x="9500006" y="5170340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2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3" y="1062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40" name="Freeform: Shape 6839">
                <a:extLst>
                  <a:ext uri="{FF2B5EF4-FFF2-40B4-BE49-F238E27FC236}">
                    <a16:creationId xmlns:a16="http://schemas.microsoft.com/office/drawing/2014/main" id="{8BFB7A13-F127-90C9-D9F9-E7B73D97D361}"/>
                  </a:ext>
                </a:extLst>
              </p:cNvPr>
              <p:cNvSpPr/>
              <p:nvPr/>
            </p:nvSpPr>
            <p:spPr>
              <a:xfrm>
                <a:off x="9500941" y="5170297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2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3" y="1062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41" name="Freeform: Shape 6840">
                <a:extLst>
                  <a:ext uri="{FF2B5EF4-FFF2-40B4-BE49-F238E27FC236}">
                    <a16:creationId xmlns:a16="http://schemas.microsoft.com/office/drawing/2014/main" id="{36F8FE5A-F38E-21DD-BE3F-5A74E44195A2}"/>
                  </a:ext>
                </a:extLst>
              </p:cNvPr>
              <p:cNvSpPr/>
              <p:nvPr/>
            </p:nvSpPr>
            <p:spPr>
              <a:xfrm>
                <a:off x="9501878" y="5170261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2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3" y="1062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42" name="Freeform: Shape 6841">
                <a:extLst>
                  <a:ext uri="{FF2B5EF4-FFF2-40B4-BE49-F238E27FC236}">
                    <a16:creationId xmlns:a16="http://schemas.microsoft.com/office/drawing/2014/main" id="{8044A7BB-B6BD-CD19-2C79-ACEB19E1C2F5}"/>
                  </a:ext>
                </a:extLst>
              </p:cNvPr>
              <p:cNvSpPr/>
              <p:nvPr/>
            </p:nvSpPr>
            <p:spPr>
              <a:xfrm>
                <a:off x="9502766" y="5170341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2"/>
                    </a:cubicBezTo>
                    <a:cubicBezTo>
                      <a:pt x="5063" y="468"/>
                      <a:pt x="4257" y="133"/>
                      <a:pt x="3415" y="133"/>
                    </a:cubicBezTo>
                    <a:cubicBezTo>
                      <a:pt x="2574" y="133"/>
                      <a:pt x="1768" y="468"/>
                      <a:pt x="1173" y="1062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43" name="Freeform: Shape 6842">
                <a:extLst>
                  <a:ext uri="{FF2B5EF4-FFF2-40B4-BE49-F238E27FC236}">
                    <a16:creationId xmlns:a16="http://schemas.microsoft.com/office/drawing/2014/main" id="{4F77CB63-05BF-F55C-8E14-BE048036A4C2}"/>
                  </a:ext>
                </a:extLst>
              </p:cNvPr>
              <p:cNvSpPr/>
              <p:nvPr/>
            </p:nvSpPr>
            <p:spPr>
              <a:xfrm>
                <a:off x="9503734" y="5170264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2"/>
                    </a:cubicBezTo>
                    <a:cubicBezTo>
                      <a:pt x="5063" y="468"/>
                      <a:pt x="4257" y="133"/>
                      <a:pt x="3415" y="133"/>
                    </a:cubicBezTo>
                    <a:cubicBezTo>
                      <a:pt x="2574" y="133"/>
                      <a:pt x="1768" y="468"/>
                      <a:pt x="1173" y="1062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44" name="Freeform: Shape 6843">
                <a:extLst>
                  <a:ext uri="{FF2B5EF4-FFF2-40B4-BE49-F238E27FC236}">
                    <a16:creationId xmlns:a16="http://schemas.microsoft.com/office/drawing/2014/main" id="{F47DC2B6-0F1F-688B-F07F-5801DB92B370}"/>
                  </a:ext>
                </a:extLst>
              </p:cNvPr>
              <p:cNvSpPr/>
              <p:nvPr/>
            </p:nvSpPr>
            <p:spPr>
              <a:xfrm>
                <a:off x="9504785" y="5170029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2"/>
                    </a:cubicBezTo>
                    <a:cubicBezTo>
                      <a:pt x="5063" y="468"/>
                      <a:pt x="4257" y="133"/>
                      <a:pt x="3416" y="133"/>
                    </a:cubicBezTo>
                    <a:cubicBezTo>
                      <a:pt x="2574" y="133"/>
                      <a:pt x="1768" y="468"/>
                      <a:pt x="1173" y="1062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45" name="Freeform: Shape 6844">
                <a:extLst>
                  <a:ext uri="{FF2B5EF4-FFF2-40B4-BE49-F238E27FC236}">
                    <a16:creationId xmlns:a16="http://schemas.microsoft.com/office/drawing/2014/main" id="{4535F933-7E86-3E34-918F-7AE40350E4CB}"/>
                  </a:ext>
                </a:extLst>
              </p:cNvPr>
              <p:cNvSpPr/>
              <p:nvPr/>
            </p:nvSpPr>
            <p:spPr>
              <a:xfrm>
                <a:off x="9505868" y="5169749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46" name="Freeform: Shape 6845">
                <a:extLst>
                  <a:ext uri="{FF2B5EF4-FFF2-40B4-BE49-F238E27FC236}">
                    <a16:creationId xmlns:a16="http://schemas.microsoft.com/office/drawing/2014/main" id="{A3567904-7716-E836-D9B5-B9DE6737BE3B}"/>
                  </a:ext>
                </a:extLst>
              </p:cNvPr>
              <p:cNvSpPr/>
              <p:nvPr/>
            </p:nvSpPr>
            <p:spPr>
              <a:xfrm>
                <a:off x="9506820" y="5169748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47" name="Freeform: Shape 6846">
                <a:extLst>
                  <a:ext uri="{FF2B5EF4-FFF2-40B4-BE49-F238E27FC236}">
                    <a16:creationId xmlns:a16="http://schemas.microsoft.com/office/drawing/2014/main" id="{55795335-363C-9141-0BD3-2CA7A0F751C6}"/>
                  </a:ext>
                </a:extLst>
              </p:cNvPr>
              <p:cNvSpPr/>
              <p:nvPr/>
            </p:nvSpPr>
            <p:spPr>
              <a:xfrm>
                <a:off x="9507941" y="5169430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48" name="Freeform: Shape 6847">
                <a:extLst>
                  <a:ext uri="{FF2B5EF4-FFF2-40B4-BE49-F238E27FC236}">
                    <a16:creationId xmlns:a16="http://schemas.microsoft.com/office/drawing/2014/main" id="{45024BE9-53B0-C74E-9317-F06C17DE06E0}"/>
                  </a:ext>
                </a:extLst>
              </p:cNvPr>
              <p:cNvSpPr/>
              <p:nvPr/>
            </p:nvSpPr>
            <p:spPr>
              <a:xfrm>
                <a:off x="9508676" y="5169877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7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9" y="1062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2"/>
                    </a:cubicBezTo>
                    <a:cubicBezTo>
                      <a:pt x="579" y="1657"/>
                      <a:pt x="244" y="2464"/>
                      <a:pt x="244" y="3306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49" name="Freeform: Shape 6848">
                <a:extLst>
                  <a:ext uri="{FF2B5EF4-FFF2-40B4-BE49-F238E27FC236}">
                    <a16:creationId xmlns:a16="http://schemas.microsoft.com/office/drawing/2014/main" id="{ADB9BE3B-8C50-CB2A-1985-AFA704DCB432}"/>
                  </a:ext>
                </a:extLst>
              </p:cNvPr>
              <p:cNvSpPr/>
              <p:nvPr/>
            </p:nvSpPr>
            <p:spPr>
              <a:xfrm>
                <a:off x="9509776" y="5169628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6"/>
                    </a:cubicBezTo>
                    <a:cubicBezTo>
                      <a:pt x="6588" y="2464"/>
                      <a:pt x="6253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9" y="1657"/>
                      <a:pt x="244" y="2464"/>
                      <a:pt x="244" y="3306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50" name="Freeform: Shape 6849">
                <a:extLst>
                  <a:ext uri="{FF2B5EF4-FFF2-40B4-BE49-F238E27FC236}">
                    <a16:creationId xmlns:a16="http://schemas.microsoft.com/office/drawing/2014/main" id="{9F40E27C-02E6-29BE-9B97-8685D44228AD}"/>
                  </a:ext>
                </a:extLst>
              </p:cNvPr>
              <p:cNvSpPr/>
              <p:nvPr/>
            </p:nvSpPr>
            <p:spPr>
              <a:xfrm>
                <a:off x="9510623" y="5169871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6"/>
                    </a:cubicBezTo>
                    <a:cubicBezTo>
                      <a:pt x="6588" y="2464"/>
                      <a:pt x="6253" y="1657"/>
                      <a:pt x="5659" y="1062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2"/>
                    </a:cubicBezTo>
                    <a:cubicBezTo>
                      <a:pt x="579" y="1657"/>
                      <a:pt x="244" y="2464"/>
                      <a:pt x="244" y="3306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51" name="Freeform: Shape 6850">
                <a:extLst>
                  <a:ext uri="{FF2B5EF4-FFF2-40B4-BE49-F238E27FC236}">
                    <a16:creationId xmlns:a16="http://schemas.microsoft.com/office/drawing/2014/main" id="{444B117A-57C5-CF45-90F3-2E9FDE483194}"/>
                  </a:ext>
                </a:extLst>
              </p:cNvPr>
              <p:cNvSpPr/>
              <p:nvPr/>
            </p:nvSpPr>
            <p:spPr>
              <a:xfrm>
                <a:off x="9511673" y="5169746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5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52" name="Freeform: Shape 6851">
                <a:extLst>
                  <a:ext uri="{FF2B5EF4-FFF2-40B4-BE49-F238E27FC236}">
                    <a16:creationId xmlns:a16="http://schemas.microsoft.com/office/drawing/2014/main" id="{B746FDB1-8169-19B9-4A73-B5B5B308B90B}"/>
                  </a:ext>
                </a:extLst>
              </p:cNvPr>
              <p:cNvSpPr/>
              <p:nvPr/>
            </p:nvSpPr>
            <p:spPr>
              <a:xfrm>
                <a:off x="9512698" y="5169682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53" name="Freeform: Shape 6852">
                <a:extLst>
                  <a:ext uri="{FF2B5EF4-FFF2-40B4-BE49-F238E27FC236}">
                    <a16:creationId xmlns:a16="http://schemas.microsoft.com/office/drawing/2014/main" id="{2A3C808F-4AB5-EDE5-8D5E-3449B542BC3A}"/>
                  </a:ext>
                </a:extLst>
              </p:cNvPr>
              <p:cNvSpPr/>
              <p:nvPr/>
            </p:nvSpPr>
            <p:spPr>
              <a:xfrm>
                <a:off x="9513607" y="5169838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54" name="Freeform: Shape 6853">
                <a:extLst>
                  <a:ext uri="{FF2B5EF4-FFF2-40B4-BE49-F238E27FC236}">
                    <a16:creationId xmlns:a16="http://schemas.microsoft.com/office/drawing/2014/main" id="{7D4A4C66-BBF9-8F28-D2E8-7533A9835FF6}"/>
                  </a:ext>
                </a:extLst>
              </p:cNvPr>
              <p:cNvSpPr/>
              <p:nvPr/>
            </p:nvSpPr>
            <p:spPr>
              <a:xfrm>
                <a:off x="9514787" y="5169525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55" name="Freeform: Shape 6854">
                <a:extLst>
                  <a:ext uri="{FF2B5EF4-FFF2-40B4-BE49-F238E27FC236}">
                    <a16:creationId xmlns:a16="http://schemas.microsoft.com/office/drawing/2014/main" id="{102F24FB-51AC-DE51-4A8E-D14139B35D8C}"/>
                  </a:ext>
                </a:extLst>
              </p:cNvPr>
              <p:cNvSpPr/>
              <p:nvPr/>
            </p:nvSpPr>
            <p:spPr>
              <a:xfrm>
                <a:off x="9515700" y="5169696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3"/>
                      <a:pt x="3416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56" name="Freeform: Shape 6855">
                <a:extLst>
                  <a:ext uri="{FF2B5EF4-FFF2-40B4-BE49-F238E27FC236}">
                    <a16:creationId xmlns:a16="http://schemas.microsoft.com/office/drawing/2014/main" id="{EF30DF43-4B93-EDC4-E14C-F2B308BED0B1}"/>
                  </a:ext>
                </a:extLst>
              </p:cNvPr>
              <p:cNvSpPr/>
              <p:nvPr/>
            </p:nvSpPr>
            <p:spPr>
              <a:xfrm>
                <a:off x="9516706" y="5169716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3"/>
                      <a:pt x="3417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57" name="Freeform: Shape 6856">
                <a:extLst>
                  <a:ext uri="{FF2B5EF4-FFF2-40B4-BE49-F238E27FC236}">
                    <a16:creationId xmlns:a16="http://schemas.microsoft.com/office/drawing/2014/main" id="{108096A6-5439-C5CB-20E9-C1802348FE55}"/>
                  </a:ext>
                </a:extLst>
              </p:cNvPr>
              <p:cNvSpPr/>
              <p:nvPr/>
            </p:nvSpPr>
            <p:spPr>
              <a:xfrm>
                <a:off x="9517808" y="5169586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3"/>
                      <a:pt x="3417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58" name="Freeform: Shape 6857">
                <a:extLst>
                  <a:ext uri="{FF2B5EF4-FFF2-40B4-BE49-F238E27FC236}">
                    <a16:creationId xmlns:a16="http://schemas.microsoft.com/office/drawing/2014/main" id="{BFFC8800-CE1F-0D59-5724-D8CB6E0E8791}"/>
                  </a:ext>
                </a:extLst>
              </p:cNvPr>
              <p:cNvSpPr/>
              <p:nvPr/>
            </p:nvSpPr>
            <p:spPr>
              <a:xfrm>
                <a:off x="9518694" y="5169831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59" name="Freeform: Shape 6858">
                <a:extLst>
                  <a:ext uri="{FF2B5EF4-FFF2-40B4-BE49-F238E27FC236}">
                    <a16:creationId xmlns:a16="http://schemas.microsoft.com/office/drawing/2014/main" id="{B524EB97-096E-F9EC-721A-E7BDD36D3599}"/>
                  </a:ext>
                </a:extLst>
              </p:cNvPr>
              <p:cNvSpPr/>
              <p:nvPr/>
            </p:nvSpPr>
            <p:spPr>
              <a:xfrm>
                <a:off x="9519739" y="5169822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60" name="Freeform: Shape 6859">
                <a:extLst>
                  <a:ext uri="{FF2B5EF4-FFF2-40B4-BE49-F238E27FC236}">
                    <a16:creationId xmlns:a16="http://schemas.microsoft.com/office/drawing/2014/main" id="{84C9D244-07BF-B5C5-4E9F-0ACA49C14125}"/>
                  </a:ext>
                </a:extLst>
              </p:cNvPr>
              <p:cNvSpPr/>
              <p:nvPr/>
            </p:nvSpPr>
            <p:spPr>
              <a:xfrm>
                <a:off x="9520786" y="5169821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61" name="Freeform: Shape 6860">
                <a:extLst>
                  <a:ext uri="{FF2B5EF4-FFF2-40B4-BE49-F238E27FC236}">
                    <a16:creationId xmlns:a16="http://schemas.microsoft.com/office/drawing/2014/main" id="{5FCCACE7-5CDE-FA57-5C07-9EAFA3179300}"/>
                  </a:ext>
                </a:extLst>
              </p:cNvPr>
              <p:cNvSpPr/>
              <p:nvPr/>
            </p:nvSpPr>
            <p:spPr>
              <a:xfrm>
                <a:off x="9521771" y="5169931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8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60" y="1062"/>
                    </a:cubicBezTo>
                    <a:cubicBezTo>
                      <a:pt x="5065" y="468"/>
                      <a:pt x="4258" y="133"/>
                      <a:pt x="3417" y="133"/>
                    </a:cubicBezTo>
                    <a:cubicBezTo>
                      <a:pt x="2576" y="133"/>
                      <a:pt x="1769" y="468"/>
                      <a:pt x="1174" y="1062"/>
                    </a:cubicBezTo>
                    <a:cubicBezTo>
                      <a:pt x="580" y="1657"/>
                      <a:pt x="245" y="2464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62" name="Freeform: Shape 6861">
                <a:extLst>
                  <a:ext uri="{FF2B5EF4-FFF2-40B4-BE49-F238E27FC236}">
                    <a16:creationId xmlns:a16="http://schemas.microsoft.com/office/drawing/2014/main" id="{ACE3C649-117E-E9C1-97FD-867198D9EC84}"/>
                  </a:ext>
                </a:extLst>
              </p:cNvPr>
              <p:cNvSpPr/>
              <p:nvPr/>
            </p:nvSpPr>
            <p:spPr>
              <a:xfrm>
                <a:off x="9522758" y="5170049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5"/>
                      <a:pt x="6254" y="1657"/>
                      <a:pt x="5660" y="1062"/>
                    </a:cubicBezTo>
                    <a:cubicBezTo>
                      <a:pt x="5065" y="468"/>
                      <a:pt x="4258" y="133"/>
                      <a:pt x="3417" y="133"/>
                    </a:cubicBezTo>
                    <a:cubicBezTo>
                      <a:pt x="2576" y="133"/>
                      <a:pt x="1769" y="468"/>
                      <a:pt x="1174" y="1062"/>
                    </a:cubicBezTo>
                    <a:cubicBezTo>
                      <a:pt x="580" y="1657"/>
                      <a:pt x="245" y="2465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63" name="Freeform: Shape 6862">
                <a:extLst>
                  <a:ext uri="{FF2B5EF4-FFF2-40B4-BE49-F238E27FC236}">
                    <a16:creationId xmlns:a16="http://schemas.microsoft.com/office/drawing/2014/main" id="{27DC2E9B-B1C5-E279-0E1B-FB3A01CD0438}"/>
                  </a:ext>
                </a:extLst>
              </p:cNvPr>
              <p:cNvSpPr/>
              <p:nvPr/>
            </p:nvSpPr>
            <p:spPr>
              <a:xfrm>
                <a:off x="9523911" y="5169918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6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8"/>
                      <a:pt x="4258" y="133"/>
                      <a:pt x="3417" y="133"/>
                    </a:cubicBezTo>
                    <a:cubicBezTo>
                      <a:pt x="2576" y="133"/>
                      <a:pt x="1769" y="468"/>
                      <a:pt x="1174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64" name="Freeform: Shape 6863">
                <a:extLst>
                  <a:ext uri="{FF2B5EF4-FFF2-40B4-BE49-F238E27FC236}">
                    <a16:creationId xmlns:a16="http://schemas.microsoft.com/office/drawing/2014/main" id="{7EF19C5D-5CBA-1E86-3E16-093C80B917C9}"/>
                  </a:ext>
                </a:extLst>
              </p:cNvPr>
              <p:cNvSpPr/>
              <p:nvPr/>
            </p:nvSpPr>
            <p:spPr>
              <a:xfrm>
                <a:off x="9524936" y="5170001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7"/>
                      <a:pt x="5660" y="1062"/>
                    </a:cubicBezTo>
                    <a:cubicBezTo>
                      <a:pt x="5065" y="468"/>
                      <a:pt x="4258" y="133"/>
                      <a:pt x="3417" y="133"/>
                    </a:cubicBezTo>
                    <a:cubicBezTo>
                      <a:pt x="2576" y="133"/>
                      <a:pt x="1769" y="468"/>
                      <a:pt x="1175" y="1062"/>
                    </a:cubicBezTo>
                    <a:cubicBezTo>
                      <a:pt x="580" y="1657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65" name="Freeform: Shape 6864">
                <a:extLst>
                  <a:ext uri="{FF2B5EF4-FFF2-40B4-BE49-F238E27FC236}">
                    <a16:creationId xmlns:a16="http://schemas.microsoft.com/office/drawing/2014/main" id="{6AA10188-9F8F-DEE6-481F-EED65EE8236A}"/>
                  </a:ext>
                </a:extLst>
              </p:cNvPr>
              <p:cNvSpPr/>
              <p:nvPr/>
            </p:nvSpPr>
            <p:spPr>
              <a:xfrm>
                <a:off x="9526096" y="5169889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8"/>
                      <a:pt x="4258" y="133"/>
                      <a:pt x="3417" y="133"/>
                    </a:cubicBezTo>
                    <a:cubicBezTo>
                      <a:pt x="2576" y="133"/>
                      <a:pt x="1769" y="468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66" name="Freeform: Shape 6865">
                <a:extLst>
                  <a:ext uri="{FF2B5EF4-FFF2-40B4-BE49-F238E27FC236}">
                    <a16:creationId xmlns:a16="http://schemas.microsoft.com/office/drawing/2014/main" id="{B8171E1A-222E-AEBD-01DE-F36451F7BEF7}"/>
                  </a:ext>
                </a:extLst>
              </p:cNvPr>
              <p:cNvSpPr/>
              <p:nvPr/>
            </p:nvSpPr>
            <p:spPr>
              <a:xfrm>
                <a:off x="9527160" y="5169938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8"/>
                      <a:pt x="4258" y="133"/>
                      <a:pt x="3417" y="133"/>
                    </a:cubicBezTo>
                    <a:cubicBezTo>
                      <a:pt x="2576" y="133"/>
                      <a:pt x="1769" y="468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67" name="Freeform: Shape 6866">
                <a:extLst>
                  <a:ext uri="{FF2B5EF4-FFF2-40B4-BE49-F238E27FC236}">
                    <a16:creationId xmlns:a16="http://schemas.microsoft.com/office/drawing/2014/main" id="{2734F448-0041-5666-FAFB-A9724376C798}"/>
                  </a:ext>
                </a:extLst>
              </p:cNvPr>
              <p:cNvSpPr/>
              <p:nvPr/>
            </p:nvSpPr>
            <p:spPr>
              <a:xfrm>
                <a:off x="9528362" y="5169794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68" name="Freeform: Shape 6867">
                <a:extLst>
                  <a:ext uri="{FF2B5EF4-FFF2-40B4-BE49-F238E27FC236}">
                    <a16:creationId xmlns:a16="http://schemas.microsoft.com/office/drawing/2014/main" id="{622436D7-91BE-F284-D3D0-AC767039B587}"/>
                  </a:ext>
                </a:extLst>
              </p:cNvPr>
              <p:cNvSpPr/>
              <p:nvPr/>
            </p:nvSpPr>
            <p:spPr>
              <a:xfrm>
                <a:off x="9529398" y="516991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8"/>
                      <a:pt x="4259" y="133"/>
                      <a:pt x="3418" y="133"/>
                    </a:cubicBezTo>
                    <a:cubicBezTo>
                      <a:pt x="2576" y="133"/>
                      <a:pt x="1770" y="468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69" name="Freeform: Shape 6868">
                <a:extLst>
                  <a:ext uri="{FF2B5EF4-FFF2-40B4-BE49-F238E27FC236}">
                    <a16:creationId xmlns:a16="http://schemas.microsoft.com/office/drawing/2014/main" id="{CE2E38A3-30A9-2DF8-8EA7-F019A6EFEE65}"/>
                  </a:ext>
                </a:extLst>
              </p:cNvPr>
              <p:cNvSpPr/>
              <p:nvPr/>
            </p:nvSpPr>
            <p:spPr>
              <a:xfrm>
                <a:off x="9530539" y="516988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70" name="Freeform: Shape 6869">
                <a:extLst>
                  <a:ext uri="{FF2B5EF4-FFF2-40B4-BE49-F238E27FC236}">
                    <a16:creationId xmlns:a16="http://schemas.microsoft.com/office/drawing/2014/main" id="{D7A74DC7-2300-551B-F6BE-CFA2E23C84E5}"/>
                  </a:ext>
                </a:extLst>
              </p:cNvPr>
              <p:cNvSpPr/>
              <p:nvPr/>
            </p:nvSpPr>
            <p:spPr>
              <a:xfrm>
                <a:off x="9531648" y="5169920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71" name="Freeform: Shape 6870">
                <a:extLst>
                  <a:ext uri="{FF2B5EF4-FFF2-40B4-BE49-F238E27FC236}">
                    <a16:creationId xmlns:a16="http://schemas.microsoft.com/office/drawing/2014/main" id="{F82EABFB-B93F-0061-FD40-484058675DF7}"/>
                  </a:ext>
                </a:extLst>
              </p:cNvPr>
              <p:cNvSpPr/>
              <p:nvPr/>
            </p:nvSpPr>
            <p:spPr>
              <a:xfrm>
                <a:off x="9532726" y="5170013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7"/>
                      <a:pt x="5660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2"/>
                    </a:cubicBezTo>
                    <a:cubicBezTo>
                      <a:pt x="580" y="1657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72" name="Freeform: Shape 6871">
                <a:extLst>
                  <a:ext uri="{FF2B5EF4-FFF2-40B4-BE49-F238E27FC236}">
                    <a16:creationId xmlns:a16="http://schemas.microsoft.com/office/drawing/2014/main" id="{D145BC20-4B10-7802-1673-ABDDCAA14EDB}"/>
                  </a:ext>
                </a:extLst>
              </p:cNvPr>
              <p:cNvSpPr/>
              <p:nvPr/>
            </p:nvSpPr>
            <p:spPr>
              <a:xfrm>
                <a:off x="9534125" y="5169670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89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6" y="2464"/>
                      <a:pt x="246" y="3306"/>
                    </a:cubicBezTo>
                    <a:cubicBezTo>
                      <a:pt x="246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73" name="Freeform: Shape 6872">
                <a:extLst>
                  <a:ext uri="{FF2B5EF4-FFF2-40B4-BE49-F238E27FC236}">
                    <a16:creationId xmlns:a16="http://schemas.microsoft.com/office/drawing/2014/main" id="{3CF248E0-69F4-2897-A842-68F7489D062D}"/>
                  </a:ext>
                </a:extLst>
              </p:cNvPr>
              <p:cNvSpPr/>
              <p:nvPr/>
            </p:nvSpPr>
            <p:spPr>
              <a:xfrm>
                <a:off x="9535317" y="516963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6" y="2464"/>
                      <a:pt x="246" y="3306"/>
                    </a:cubicBezTo>
                    <a:cubicBezTo>
                      <a:pt x="246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74" name="Freeform: Shape 6873">
                <a:extLst>
                  <a:ext uri="{FF2B5EF4-FFF2-40B4-BE49-F238E27FC236}">
                    <a16:creationId xmlns:a16="http://schemas.microsoft.com/office/drawing/2014/main" id="{C5164D5C-DB70-8E62-91E9-87DD91D6663A}"/>
                  </a:ext>
                </a:extLst>
              </p:cNvPr>
              <p:cNvSpPr/>
              <p:nvPr/>
            </p:nvSpPr>
            <p:spPr>
              <a:xfrm>
                <a:off x="9536621" y="5169463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7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75" name="Freeform: Shape 6874">
                <a:extLst>
                  <a:ext uri="{FF2B5EF4-FFF2-40B4-BE49-F238E27FC236}">
                    <a16:creationId xmlns:a16="http://schemas.microsoft.com/office/drawing/2014/main" id="{18A547DB-8514-748D-0D78-6D2D874877ED}"/>
                  </a:ext>
                </a:extLst>
              </p:cNvPr>
              <p:cNvSpPr/>
              <p:nvPr/>
            </p:nvSpPr>
            <p:spPr>
              <a:xfrm>
                <a:off x="9537931" y="5169302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76" name="Freeform: Shape 6875">
                <a:extLst>
                  <a:ext uri="{FF2B5EF4-FFF2-40B4-BE49-F238E27FC236}">
                    <a16:creationId xmlns:a16="http://schemas.microsoft.com/office/drawing/2014/main" id="{3459EEEA-A14A-D02D-E174-33123F643F24}"/>
                  </a:ext>
                </a:extLst>
              </p:cNvPr>
              <p:cNvSpPr/>
              <p:nvPr/>
            </p:nvSpPr>
            <p:spPr>
              <a:xfrm>
                <a:off x="9539209" y="5169202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77" name="Freeform: Shape 6876">
                <a:extLst>
                  <a:ext uri="{FF2B5EF4-FFF2-40B4-BE49-F238E27FC236}">
                    <a16:creationId xmlns:a16="http://schemas.microsoft.com/office/drawing/2014/main" id="{CB24F006-483C-A948-4D8D-32F5C0567DFC}"/>
                  </a:ext>
                </a:extLst>
              </p:cNvPr>
              <p:cNvSpPr/>
              <p:nvPr/>
            </p:nvSpPr>
            <p:spPr>
              <a:xfrm>
                <a:off x="9540307" y="5169353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78" name="Freeform: Shape 6877">
                <a:extLst>
                  <a:ext uri="{FF2B5EF4-FFF2-40B4-BE49-F238E27FC236}">
                    <a16:creationId xmlns:a16="http://schemas.microsoft.com/office/drawing/2014/main" id="{A7E9BEC8-7347-86F7-0BF6-47D51F93DE90}"/>
                  </a:ext>
                </a:extLst>
              </p:cNvPr>
              <p:cNvSpPr/>
              <p:nvPr/>
            </p:nvSpPr>
            <p:spPr>
              <a:xfrm>
                <a:off x="9541518" y="516936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60" y="133"/>
                      <a:pt x="3418" y="133"/>
                    </a:cubicBezTo>
                    <a:cubicBezTo>
                      <a:pt x="2577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79" name="Freeform: Shape 6878">
                <a:extLst>
                  <a:ext uri="{FF2B5EF4-FFF2-40B4-BE49-F238E27FC236}">
                    <a16:creationId xmlns:a16="http://schemas.microsoft.com/office/drawing/2014/main" id="{CBCE766E-A047-6F6D-CBB8-95443B52610E}"/>
                  </a:ext>
                </a:extLst>
              </p:cNvPr>
              <p:cNvSpPr/>
              <p:nvPr/>
            </p:nvSpPr>
            <p:spPr>
              <a:xfrm>
                <a:off x="9542733" y="516939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60" y="133"/>
                      <a:pt x="3419" y="133"/>
                    </a:cubicBezTo>
                    <a:cubicBezTo>
                      <a:pt x="2577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80" name="Freeform: Shape 6879">
                <a:extLst>
                  <a:ext uri="{FF2B5EF4-FFF2-40B4-BE49-F238E27FC236}">
                    <a16:creationId xmlns:a16="http://schemas.microsoft.com/office/drawing/2014/main" id="{450CD58B-796E-715C-5A14-8AF144C36E7D}"/>
                  </a:ext>
                </a:extLst>
              </p:cNvPr>
              <p:cNvSpPr/>
              <p:nvPr/>
            </p:nvSpPr>
            <p:spPr>
              <a:xfrm>
                <a:off x="9543951" y="516943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81" name="Freeform: Shape 6880">
                <a:extLst>
                  <a:ext uri="{FF2B5EF4-FFF2-40B4-BE49-F238E27FC236}">
                    <a16:creationId xmlns:a16="http://schemas.microsoft.com/office/drawing/2014/main" id="{C29E75DA-3B55-C03F-ED1A-1E0DC4C5DE01}"/>
                  </a:ext>
                </a:extLst>
              </p:cNvPr>
              <p:cNvSpPr/>
              <p:nvPr/>
            </p:nvSpPr>
            <p:spPr>
              <a:xfrm>
                <a:off x="9545019" y="516966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82" name="Freeform: Shape 6881">
                <a:extLst>
                  <a:ext uri="{FF2B5EF4-FFF2-40B4-BE49-F238E27FC236}">
                    <a16:creationId xmlns:a16="http://schemas.microsoft.com/office/drawing/2014/main" id="{74037903-12A4-C8F5-DFBC-EB9D9A5B21FB}"/>
                  </a:ext>
                </a:extLst>
              </p:cNvPr>
              <p:cNvSpPr/>
              <p:nvPr/>
            </p:nvSpPr>
            <p:spPr>
              <a:xfrm>
                <a:off x="9545857" y="517019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2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83" name="Freeform: Shape 6882">
                <a:extLst>
                  <a:ext uri="{FF2B5EF4-FFF2-40B4-BE49-F238E27FC236}">
                    <a16:creationId xmlns:a16="http://schemas.microsoft.com/office/drawing/2014/main" id="{F62BD458-C552-FCAB-53B0-9B188A4D40CF}"/>
                  </a:ext>
                </a:extLst>
              </p:cNvPr>
              <p:cNvSpPr/>
              <p:nvPr/>
            </p:nvSpPr>
            <p:spPr>
              <a:xfrm>
                <a:off x="9547392" y="516988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0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2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2"/>
                    </a:cubicBezTo>
                    <a:cubicBezTo>
                      <a:pt x="582" y="1657"/>
                      <a:pt x="247" y="2464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84" name="Freeform: Shape 6883">
                <a:extLst>
                  <a:ext uri="{FF2B5EF4-FFF2-40B4-BE49-F238E27FC236}">
                    <a16:creationId xmlns:a16="http://schemas.microsoft.com/office/drawing/2014/main" id="{2818A4D2-1D27-A05A-6908-4778BFE657D5}"/>
                  </a:ext>
                </a:extLst>
              </p:cNvPr>
              <p:cNvSpPr/>
              <p:nvPr/>
            </p:nvSpPr>
            <p:spPr>
              <a:xfrm>
                <a:off x="9548620" y="516996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4"/>
                      <a:pt x="6256" y="1657"/>
                      <a:pt x="5662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2"/>
                    </a:cubicBezTo>
                    <a:cubicBezTo>
                      <a:pt x="582" y="1657"/>
                      <a:pt x="247" y="2464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85" name="Freeform: Shape 6884">
                <a:extLst>
                  <a:ext uri="{FF2B5EF4-FFF2-40B4-BE49-F238E27FC236}">
                    <a16:creationId xmlns:a16="http://schemas.microsoft.com/office/drawing/2014/main" id="{3CD0AC75-E5B6-761F-9E9E-B99A38A762C8}"/>
                  </a:ext>
                </a:extLst>
              </p:cNvPr>
              <p:cNvSpPr/>
              <p:nvPr/>
            </p:nvSpPr>
            <p:spPr>
              <a:xfrm>
                <a:off x="9549892" y="517000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2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86" name="Freeform: Shape 6885">
                <a:extLst>
                  <a:ext uri="{FF2B5EF4-FFF2-40B4-BE49-F238E27FC236}">
                    <a16:creationId xmlns:a16="http://schemas.microsoft.com/office/drawing/2014/main" id="{1C801BFB-06E7-A861-A7A5-924598E77C61}"/>
                  </a:ext>
                </a:extLst>
              </p:cNvPr>
              <p:cNvSpPr/>
              <p:nvPr/>
            </p:nvSpPr>
            <p:spPr>
              <a:xfrm>
                <a:off x="9551285" y="516991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87" name="Freeform: Shape 6886">
                <a:extLst>
                  <a:ext uri="{FF2B5EF4-FFF2-40B4-BE49-F238E27FC236}">
                    <a16:creationId xmlns:a16="http://schemas.microsoft.com/office/drawing/2014/main" id="{868B2E9E-5A1A-D101-D365-FEE6F29C69C2}"/>
                  </a:ext>
                </a:extLst>
              </p:cNvPr>
              <p:cNvSpPr/>
              <p:nvPr/>
            </p:nvSpPr>
            <p:spPr>
              <a:xfrm>
                <a:off x="9552644" y="516988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88" name="Freeform: Shape 6887">
                <a:extLst>
                  <a:ext uri="{FF2B5EF4-FFF2-40B4-BE49-F238E27FC236}">
                    <a16:creationId xmlns:a16="http://schemas.microsoft.com/office/drawing/2014/main" id="{B61E1DBE-5E75-3C9C-B02C-6A58DC2E1357}"/>
                  </a:ext>
                </a:extLst>
              </p:cNvPr>
              <p:cNvSpPr/>
              <p:nvPr/>
            </p:nvSpPr>
            <p:spPr>
              <a:xfrm>
                <a:off x="9553806" y="517009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2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2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89" name="Freeform: Shape 6888">
                <a:extLst>
                  <a:ext uri="{FF2B5EF4-FFF2-40B4-BE49-F238E27FC236}">
                    <a16:creationId xmlns:a16="http://schemas.microsoft.com/office/drawing/2014/main" id="{7EBBAE6F-78EC-8279-121F-2D38E6786DB7}"/>
                  </a:ext>
                </a:extLst>
              </p:cNvPr>
              <p:cNvSpPr/>
              <p:nvPr/>
            </p:nvSpPr>
            <p:spPr>
              <a:xfrm>
                <a:off x="9555172" y="517009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2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2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90" name="Freeform: Shape 6889">
                <a:extLst>
                  <a:ext uri="{FF2B5EF4-FFF2-40B4-BE49-F238E27FC236}">
                    <a16:creationId xmlns:a16="http://schemas.microsoft.com/office/drawing/2014/main" id="{06C72706-04A3-C1D8-57FB-3383C9B51D42}"/>
                  </a:ext>
                </a:extLst>
              </p:cNvPr>
              <p:cNvSpPr/>
              <p:nvPr/>
            </p:nvSpPr>
            <p:spPr>
              <a:xfrm>
                <a:off x="9556379" y="517027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2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2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91" name="Freeform: Shape 6890">
                <a:extLst>
                  <a:ext uri="{FF2B5EF4-FFF2-40B4-BE49-F238E27FC236}">
                    <a16:creationId xmlns:a16="http://schemas.microsoft.com/office/drawing/2014/main" id="{E0D499E6-BDB1-1B4A-1F3C-0ABF0BE6E77F}"/>
                  </a:ext>
                </a:extLst>
              </p:cNvPr>
              <p:cNvSpPr/>
              <p:nvPr/>
            </p:nvSpPr>
            <p:spPr>
              <a:xfrm>
                <a:off x="9557793" y="517025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2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2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92" name="Freeform: Shape 6891">
                <a:extLst>
                  <a:ext uri="{FF2B5EF4-FFF2-40B4-BE49-F238E27FC236}">
                    <a16:creationId xmlns:a16="http://schemas.microsoft.com/office/drawing/2014/main" id="{9C66835B-4FEA-5C9A-7CC2-4C8D6A563829}"/>
                  </a:ext>
                </a:extLst>
              </p:cNvPr>
              <p:cNvSpPr/>
              <p:nvPr/>
            </p:nvSpPr>
            <p:spPr>
              <a:xfrm>
                <a:off x="9559170" y="517028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1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3" y="1062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2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93" name="Freeform: Shape 6892">
                <a:extLst>
                  <a:ext uri="{FF2B5EF4-FFF2-40B4-BE49-F238E27FC236}">
                    <a16:creationId xmlns:a16="http://schemas.microsoft.com/office/drawing/2014/main" id="{439FB931-6DD4-C77E-0DE4-ACBD6A9542FB}"/>
                  </a:ext>
                </a:extLst>
              </p:cNvPr>
              <p:cNvSpPr/>
              <p:nvPr/>
            </p:nvSpPr>
            <p:spPr>
              <a:xfrm>
                <a:off x="9560801" y="517005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2" y="4147"/>
                      <a:pt x="6592" y="3306"/>
                    </a:cubicBezTo>
                    <a:cubicBezTo>
                      <a:pt x="6592" y="2465"/>
                      <a:pt x="6257" y="1657"/>
                      <a:pt x="5663" y="1062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2"/>
                    </a:cubicBezTo>
                    <a:cubicBezTo>
                      <a:pt x="583" y="1657"/>
                      <a:pt x="248" y="2465"/>
                      <a:pt x="248" y="3306"/>
                    </a:cubicBezTo>
                    <a:cubicBezTo>
                      <a:pt x="248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94" name="Freeform: Shape 6893">
                <a:extLst>
                  <a:ext uri="{FF2B5EF4-FFF2-40B4-BE49-F238E27FC236}">
                    <a16:creationId xmlns:a16="http://schemas.microsoft.com/office/drawing/2014/main" id="{F5A33587-11B6-95B5-1C02-FF2C2B440065}"/>
                  </a:ext>
                </a:extLst>
              </p:cNvPr>
              <p:cNvSpPr/>
              <p:nvPr/>
            </p:nvSpPr>
            <p:spPr>
              <a:xfrm>
                <a:off x="9562607" y="516967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8" y="467"/>
                      <a:pt x="4261" y="133"/>
                      <a:pt x="3420" y="133"/>
                    </a:cubicBezTo>
                    <a:cubicBezTo>
                      <a:pt x="2579" y="133"/>
                      <a:pt x="1772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95" name="Freeform: Shape 6894">
                <a:extLst>
                  <a:ext uri="{FF2B5EF4-FFF2-40B4-BE49-F238E27FC236}">
                    <a16:creationId xmlns:a16="http://schemas.microsoft.com/office/drawing/2014/main" id="{A1DAB55F-3355-CE37-E89A-1341708F9BC3}"/>
                  </a:ext>
                </a:extLst>
              </p:cNvPr>
              <p:cNvSpPr/>
              <p:nvPr/>
            </p:nvSpPr>
            <p:spPr>
              <a:xfrm>
                <a:off x="9564337" y="516939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8" y="467"/>
                      <a:pt x="4261" y="133"/>
                      <a:pt x="3420" y="133"/>
                    </a:cubicBezTo>
                    <a:cubicBezTo>
                      <a:pt x="2579" y="133"/>
                      <a:pt x="1772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96" name="Freeform: Shape 6895">
                <a:extLst>
                  <a:ext uri="{FF2B5EF4-FFF2-40B4-BE49-F238E27FC236}">
                    <a16:creationId xmlns:a16="http://schemas.microsoft.com/office/drawing/2014/main" id="{46EC5217-A243-02A2-9937-009B15F4AF99}"/>
                  </a:ext>
                </a:extLst>
              </p:cNvPr>
              <p:cNvSpPr/>
              <p:nvPr/>
            </p:nvSpPr>
            <p:spPr>
              <a:xfrm>
                <a:off x="9566245" y="516896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2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8" y="467"/>
                      <a:pt x="4262" y="133"/>
                      <a:pt x="3420" y="133"/>
                    </a:cubicBezTo>
                    <a:cubicBezTo>
                      <a:pt x="2579" y="133"/>
                      <a:pt x="1773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97" name="Freeform: Shape 6896">
                <a:extLst>
                  <a:ext uri="{FF2B5EF4-FFF2-40B4-BE49-F238E27FC236}">
                    <a16:creationId xmlns:a16="http://schemas.microsoft.com/office/drawing/2014/main" id="{596AA767-6D07-E1E1-5BF9-4749FB714BA6}"/>
                  </a:ext>
                </a:extLst>
              </p:cNvPr>
              <p:cNvSpPr/>
              <p:nvPr/>
            </p:nvSpPr>
            <p:spPr>
              <a:xfrm>
                <a:off x="9567992" y="5168716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8" y="467"/>
                      <a:pt x="4262" y="133"/>
                      <a:pt x="3421" y="133"/>
                    </a:cubicBezTo>
                    <a:cubicBezTo>
                      <a:pt x="2579" y="133"/>
                      <a:pt x="1773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79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98" name="Freeform: Shape 6897">
                <a:extLst>
                  <a:ext uri="{FF2B5EF4-FFF2-40B4-BE49-F238E27FC236}">
                    <a16:creationId xmlns:a16="http://schemas.microsoft.com/office/drawing/2014/main" id="{124C9E3A-C038-1466-4C95-79863116E9C2}"/>
                  </a:ext>
                </a:extLst>
              </p:cNvPr>
              <p:cNvSpPr/>
              <p:nvPr/>
            </p:nvSpPr>
            <p:spPr>
              <a:xfrm>
                <a:off x="9569661" y="5168574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899" name="Freeform: Shape 6898">
                <a:extLst>
                  <a:ext uri="{FF2B5EF4-FFF2-40B4-BE49-F238E27FC236}">
                    <a16:creationId xmlns:a16="http://schemas.microsoft.com/office/drawing/2014/main" id="{2E64B4B0-CAF4-BC6E-E3E1-785885517B0C}"/>
                  </a:ext>
                </a:extLst>
              </p:cNvPr>
              <p:cNvSpPr/>
              <p:nvPr/>
            </p:nvSpPr>
            <p:spPr>
              <a:xfrm>
                <a:off x="9570947" y="5168833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00" name="Freeform: Shape 6899">
                <a:extLst>
                  <a:ext uri="{FF2B5EF4-FFF2-40B4-BE49-F238E27FC236}">
                    <a16:creationId xmlns:a16="http://schemas.microsoft.com/office/drawing/2014/main" id="{6ADBD27E-FE47-EF3C-6654-15E6CFE3A9DE}"/>
                  </a:ext>
                </a:extLst>
              </p:cNvPr>
              <p:cNvSpPr/>
              <p:nvPr/>
            </p:nvSpPr>
            <p:spPr>
              <a:xfrm>
                <a:off x="9571973" y="5169357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49 h 6345"/>
                  <a:gd name="connsiteX2" fmla="*/ 6592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4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4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4" y="1657"/>
                      <a:pt x="249" y="2464"/>
                      <a:pt x="249" y="3306"/>
                    </a:cubicBezTo>
                    <a:cubicBezTo>
                      <a:pt x="249" y="4147"/>
                      <a:pt x="584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01" name="Freeform: Shape 6900">
                <a:extLst>
                  <a:ext uri="{FF2B5EF4-FFF2-40B4-BE49-F238E27FC236}">
                    <a16:creationId xmlns:a16="http://schemas.microsoft.com/office/drawing/2014/main" id="{67532593-B0B9-E929-FF45-74EEAD2CBE76}"/>
                  </a:ext>
                </a:extLst>
              </p:cNvPr>
              <p:cNvSpPr/>
              <p:nvPr/>
            </p:nvSpPr>
            <p:spPr>
              <a:xfrm>
                <a:off x="9573523" y="5169383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4" y="5549"/>
                    </a:cubicBezTo>
                    <a:cubicBezTo>
                      <a:pt x="6258" y="4954"/>
                      <a:pt x="6593" y="4147"/>
                      <a:pt x="6593" y="3306"/>
                    </a:cubicBezTo>
                    <a:cubicBezTo>
                      <a:pt x="6593" y="2464"/>
                      <a:pt x="6258" y="1657"/>
                      <a:pt x="5664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4" y="1657"/>
                      <a:pt x="249" y="2464"/>
                      <a:pt x="249" y="3306"/>
                    </a:cubicBezTo>
                    <a:cubicBezTo>
                      <a:pt x="249" y="4147"/>
                      <a:pt x="584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02" name="Freeform: Shape 6901">
                <a:extLst>
                  <a:ext uri="{FF2B5EF4-FFF2-40B4-BE49-F238E27FC236}">
                    <a16:creationId xmlns:a16="http://schemas.microsoft.com/office/drawing/2014/main" id="{D4E94E02-3FCD-35AF-A83F-D51F8638DD60}"/>
                  </a:ext>
                </a:extLst>
              </p:cNvPr>
              <p:cNvSpPr/>
              <p:nvPr/>
            </p:nvSpPr>
            <p:spPr>
              <a:xfrm>
                <a:off x="9574857" y="5169633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50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4" y="5549"/>
                    </a:cubicBezTo>
                    <a:cubicBezTo>
                      <a:pt x="6258" y="4954"/>
                      <a:pt x="6593" y="4147"/>
                      <a:pt x="6593" y="3306"/>
                    </a:cubicBezTo>
                    <a:cubicBezTo>
                      <a:pt x="6593" y="2464"/>
                      <a:pt x="6258" y="1657"/>
                      <a:pt x="5664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03" name="Freeform: Shape 6902">
                <a:extLst>
                  <a:ext uri="{FF2B5EF4-FFF2-40B4-BE49-F238E27FC236}">
                    <a16:creationId xmlns:a16="http://schemas.microsoft.com/office/drawing/2014/main" id="{3032B9DC-E7AC-5AD4-B44E-EBF19807E2EC}"/>
                  </a:ext>
                </a:extLst>
              </p:cNvPr>
              <p:cNvSpPr/>
              <p:nvPr/>
            </p:nvSpPr>
            <p:spPr>
              <a:xfrm>
                <a:off x="9576281" y="5169812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04" name="Freeform: Shape 6903">
                <a:extLst>
                  <a:ext uri="{FF2B5EF4-FFF2-40B4-BE49-F238E27FC236}">
                    <a16:creationId xmlns:a16="http://schemas.microsoft.com/office/drawing/2014/main" id="{4BDF26D0-4FC5-31A1-1778-BC052CAD0820}"/>
                  </a:ext>
                </a:extLst>
              </p:cNvPr>
              <p:cNvSpPr/>
              <p:nvPr/>
            </p:nvSpPr>
            <p:spPr>
              <a:xfrm>
                <a:off x="9578287" y="5169465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05" name="Freeform: Shape 6904">
                <a:extLst>
                  <a:ext uri="{FF2B5EF4-FFF2-40B4-BE49-F238E27FC236}">
                    <a16:creationId xmlns:a16="http://schemas.microsoft.com/office/drawing/2014/main" id="{8F4B61DB-9EB0-6DDE-C256-A85947971BC9}"/>
                  </a:ext>
                </a:extLst>
              </p:cNvPr>
              <p:cNvSpPr/>
              <p:nvPr/>
            </p:nvSpPr>
            <p:spPr>
              <a:xfrm>
                <a:off x="9580168" y="5169262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69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69" y="467"/>
                      <a:pt x="4263" y="133"/>
                      <a:pt x="3422" y="133"/>
                    </a:cubicBezTo>
                    <a:cubicBezTo>
                      <a:pt x="2580" y="133"/>
                      <a:pt x="1774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4" y="6144"/>
                      <a:pt x="2580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06" name="Freeform: Shape 6905">
                <a:extLst>
                  <a:ext uri="{FF2B5EF4-FFF2-40B4-BE49-F238E27FC236}">
                    <a16:creationId xmlns:a16="http://schemas.microsoft.com/office/drawing/2014/main" id="{04EDC8F6-05C7-859B-6D8E-0F62A6EAC26E}"/>
                  </a:ext>
                </a:extLst>
              </p:cNvPr>
              <p:cNvSpPr/>
              <p:nvPr/>
            </p:nvSpPr>
            <p:spPr>
              <a:xfrm>
                <a:off x="9582147" y="5168996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07" name="Freeform: Shape 6906">
                <a:extLst>
                  <a:ext uri="{FF2B5EF4-FFF2-40B4-BE49-F238E27FC236}">
                    <a16:creationId xmlns:a16="http://schemas.microsoft.com/office/drawing/2014/main" id="{657A4ABB-4943-B93D-584D-B83FB12A77C7}"/>
                  </a:ext>
                </a:extLst>
              </p:cNvPr>
              <p:cNvSpPr/>
              <p:nvPr/>
            </p:nvSpPr>
            <p:spPr>
              <a:xfrm>
                <a:off x="9584586" y="5168343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3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08" name="Freeform: Shape 6907">
                <a:extLst>
                  <a:ext uri="{FF2B5EF4-FFF2-40B4-BE49-F238E27FC236}">
                    <a16:creationId xmlns:a16="http://schemas.microsoft.com/office/drawing/2014/main" id="{44A64E2F-86B7-1978-4277-D1941B1F2969}"/>
                  </a:ext>
                </a:extLst>
              </p:cNvPr>
              <p:cNvSpPr/>
              <p:nvPr/>
            </p:nvSpPr>
            <p:spPr>
              <a:xfrm>
                <a:off x="9586310" y="5168361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59" y="4954"/>
                      <a:pt x="6594" y="4147"/>
                      <a:pt x="6594" y="3306"/>
                    </a:cubicBezTo>
                    <a:cubicBezTo>
                      <a:pt x="6594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0" y="2464"/>
                      <a:pt x="250" y="3306"/>
                    </a:cubicBezTo>
                    <a:cubicBezTo>
                      <a:pt x="250" y="4147"/>
                      <a:pt x="585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09" name="Freeform: Shape 6908">
                <a:extLst>
                  <a:ext uri="{FF2B5EF4-FFF2-40B4-BE49-F238E27FC236}">
                    <a16:creationId xmlns:a16="http://schemas.microsoft.com/office/drawing/2014/main" id="{B53F3AC7-050C-7216-5A0C-7A46A324B239}"/>
                  </a:ext>
                </a:extLst>
              </p:cNvPr>
              <p:cNvSpPr/>
              <p:nvPr/>
            </p:nvSpPr>
            <p:spPr>
              <a:xfrm>
                <a:off x="9588223" y="5168234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10" name="Freeform: Shape 6909">
                <a:extLst>
                  <a:ext uri="{FF2B5EF4-FFF2-40B4-BE49-F238E27FC236}">
                    <a16:creationId xmlns:a16="http://schemas.microsoft.com/office/drawing/2014/main" id="{2F94D20F-4572-CC42-3F9B-1C42782D8083}"/>
                  </a:ext>
                </a:extLst>
              </p:cNvPr>
              <p:cNvSpPr/>
              <p:nvPr/>
            </p:nvSpPr>
            <p:spPr>
              <a:xfrm>
                <a:off x="9590188" y="5168087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11" name="Freeform: Shape 6910">
                <a:extLst>
                  <a:ext uri="{FF2B5EF4-FFF2-40B4-BE49-F238E27FC236}">
                    <a16:creationId xmlns:a16="http://schemas.microsoft.com/office/drawing/2014/main" id="{0AB4F02D-025B-DE6E-21A1-03882EF018F0}"/>
                  </a:ext>
                </a:extLst>
              </p:cNvPr>
              <p:cNvSpPr/>
              <p:nvPr/>
            </p:nvSpPr>
            <p:spPr>
              <a:xfrm>
                <a:off x="9592160" y="5167960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4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3"/>
                      <a:pt x="3422" y="133"/>
                    </a:cubicBezTo>
                    <a:cubicBezTo>
                      <a:pt x="2581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12" name="Freeform: Shape 6911">
                <a:extLst>
                  <a:ext uri="{FF2B5EF4-FFF2-40B4-BE49-F238E27FC236}">
                    <a16:creationId xmlns:a16="http://schemas.microsoft.com/office/drawing/2014/main" id="{F32FD8B3-8FE6-2D37-D802-7F5A380C401A}"/>
                  </a:ext>
                </a:extLst>
              </p:cNvPr>
              <p:cNvSpPr/>
              <p:nvPr/>
            </p:nvSpPr>
            <p:spPr>
              <a:xfrm>
                <a:off x="9593907" y="5168047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3"/>
                      <a:pt x="3423" y="133"/>
                    </a:cubicBezTo>
                    <a:cubicBezTo>
                      <a:pt x="2581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13" name="Freeform: Shape 6912">
                <a:extLst>
                  <a:ext uri="{FF2B5EF4-FFF2-40B4-BE49-F238E27FC236}">
                    <a16:creationId xmlns:a16="http://schemas.microsoft.com/office/drawing/2014/main" id="{7C1D0BD4-D52E-9414-FA9A-EE3EA83B97B6}"/>
                  </a:ext>
                </a:extLst>
              </p:cNvPr>
              <p:cNvSpPr/>
              <p:nvPr/>
            </p:nvSpPr>
            <p:spPr>
              <a:xfrm>
                <a:off x="9595705" y="5168112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14" name="Freeform: Shape 6913">
                <a:extLst>
                  <a:ext uri="{FF2B5EF4-FFF2-40B4-BE49-F238E27FC236}">
                    <a16:creationId xmlns:a16="http://schemas.microsoft.com/office/drawing/2014/main" id="{1BD7433D-EC47-0065-0B76-4EDF616CED4C}"/>
                  </a:ext>
                </a:extLst>
              </p:cNvPr>
              <p:cNvSpPr/>
              <p:nvPr/>
            </p:nvSpPr>
            <p:spPr>
              <a:xfrm>
                <a:off x="9597884" y="5167887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9 h 6345"/>
                  <a:gd name="connsiteX2" fmla="*/ 6594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6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15" name="Freeform: Shape 6914">
                <a:extLst>
                  <a:ext uri="{FF2B5EF4-FFF2-40B4-BE49-F238E27FC236}">
                    <a16:creationId xmlns:a16="http://schemas.microsoft.com/office/drawing/2014/main" id="{59C6AFE7-6847-3403-962C-7A5863D29D5B}"/>
                  </a:ext>
                </a:extLst>
              </p:cNvPr>
              <p:cNvSpPr/>
              <p:nvPr/>
            </p:nvSpPr>
            <p:spPr>
              <a:xfrm>
                <a:off x="9599740" y="5167951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2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16" name="Freeform: Shape 6915">
                <a:extLst>
                  <a:ext uri="{FF2B5EF4-FFF2-40B4-BE49-F238E27FC236}">
                    <a16:creationId xmlns:a16="http://schemas.microsoft.com/office/drawing/2014/main" id="{01FB71E7-AA74-1D85-8EAA-EBA3D4C93D56}"/>
                  </a:ext>
                </a:extLst>
              </p:cNvPr>
              <p:cNvSpPr/>
              <p:nvPr/>
            </p:nvSpPr>
            <p:spPr>
              <a:xfrm>
                <a:off x="9601887" y="5167805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17" name="Freeform: Shape 6916">
                <a:extLst>
                  <a:ext uri="{FF2B5EF4-FFF2-40B4-BE49-F238E27FC236}">
                    <a16:creationId xmlns:a16="http://schemas.microsoft.com/office/drawing/2014/main" id="{068431B0-611A-A24C-35F5-3169BB0B79A8}"/>
                  </a:ext>
                </a:extLst>
              </p:cNvPr>
              <p:cNvSpPr/>
              <p:nvPr/>
            </p:nvSpPr>
            <p:spPr>
              <a:xfrm>
                <a:off x="9604184" y="5167568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5" y="6478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5" y="133"/>
                      <a:pt x="3423" y="133"/>
                    </a:cubicBezTo>
                    <a:cubicBezTo>
                      <a:pt x="2582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18" name="Freeform: Shape 6917">
                <a:extLst>
                  <a:ext uri="{FF2B5EF4-FFF2-40B4-BE49-F238E27FC236}">
                    <a16:creationId xmlns:a16="http://schemas.microsoft.com/office/drawing/2014/main" id="{F395E45B-9BB4-BE32-CE10-699A77BBB90B}"/>
                  </a:ext>
                </a:extLst>
              </p:cNvPr>
              <p:cNvSpPr/>
              <p:nvPr/>
            </p:nvSpPr>
            <p:spPr>
              <a:xfrm>
                <a:off x="9606250" y="5167542"/>
                <a:ext cx="6343" cy="6345"/>
              </a:xfrm>
              <a:custGeom>
                <a:avLst/>
                <a:gdLst>
                  <a:gd name="connsiteX0" fmla="*/ 3424 w 6343"/>
                  <a:gd name="connsiteY0" fmla="*/ 6478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8"/>
                    </a:moveTo>
                    <a:cubicBezTo>
                      <a:pt x="4265" y="6478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5" y="133"/>
                      <a:pt x="3424" y="133"/>
                    </a:cubicBezTo>
                    <a:cubicBezTo>
                      <a:pt x="2582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8"/>
                      <a:pt x="342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19" name="Freeform: Shape 6918">
                <a:extLst>
                  <a:ext uri="{FF2B5EF4-FFF2-40B4-BE49-F238E27FC236}">
                    <a16:creationId xmlns:a16="http://schemas.microsoft.com/office/drawing/2014/main" id="{F0A2FFEB-39BA-6593-19E4-177D471C0AFF}"/>
                  </a:ext>
                </a:extLst>
              </p:cNvPr>
              <p:cNvSpPr/>
              <p:nvPr/>
            </p:nvSpPr>
            <p:spPr>
              <a:xfrm>
                <a:off x="9607889" y="5167870"/>
                <a:ext cx="6343" cy="6345"/>
              </a:xfrm>
              <a:custGeom>
                <a:avLst/>
                <a:gdLst>
                  <a:gd name="connsiteX0" fmla="*/ 3424 w 6343"/>
                  <a:gd name="connsiteY0" fmla="*/ 6478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8"/>
                    </a:moveTo>
                    <a:cubicBezTo>
                      <a:pt x="4265" y="6478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8"/>
                      <a:pt x="342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20" name="Freeform: Shape 6919">
                <a:extLst>
                  <a:ext uri="{FF2B5EF4-FFF2-40B4-BE49-F238E27FC236}">
                    <a16:creationId xmlns:a16="http://schemas.microsoft.com/office/drawing/2014/main" id="{7F4A6658-0FE5-5CFA-A76E-178AFAAB5832}"/>
                  </a:ext>
                </a:extLst>
              </p:cNvPr>
              <p:cNvSpPr/>
              <p:nvPr/>
            </p:nvSpPr>
            <p:spPr>
              <a:xfrm>
                <a:off x="9609675" y="5168103"/>
                <a:ext cx="6343" cy="6345"/>
              </a:xfrm>
              <a:custGeom>
                <a:avLst/>
                <a:gdLst>
                  <a:gd name="connsiteX0" fmla="*/ 3424 w 6343"/>
                  <a:gd name="connsiteY0" fmla="*/ 6478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8"/>
                    </a:moveTo>
                    <a:cubicBezTo>
                      <a:pt x="4265" y="6478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8"/>
                      <a:pt x="342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21" name="Freeform: Shape 6920">
                <a:extLst>
                  <a:ext uri="{FF2B5EF4-FFF2-40B4-BE49-F238E27FC236}">
                    <a16:creationId xmlns:a16="http://schemas.microsoft.com/office/drawing/2014/main" id="{4A390F90-8AC8-E51F-761D-B8FCA4344E0C}"/>
                  </a:ext>
                </a:extLst>
              </p:cNvPr>
              <p:cNvSpPr/>
              <p:nvPr/>
            </p:nvSpPr>
            <p:spPr>
              <a:xfrm>
                <a:off x="9610639" y="5168973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5 w 6343"/>
                  <a:gd name="connsiteY2" fmla="*/ 3306 h 6345"/>
                  <a:gd name="connsiteX3" fmla="*/ 5667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7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7" y="1657"/>
                      <a:pt x="252" y="2464"/>
                      <a:pt x="252" y="3306"/>
                    </a:cubicBezTo>
                    <a:cubicBezTo>
                      <a:pt x="252" y="4147"/>
                      <a:pt x="587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22" name="Freeform: Shape 6921">
                <a:extLst>
                  <a:ext uri="{FF2B5EF4-FFF2-40B4-BE49-F238E27FC236}">
                    <a16:creationId xmlns:a16="http://schemas.microsoft.com/office/drawing/2014/main" id="{99787A42-8A88-A13D-6216-A10BFA21F77D}"/>
                  </a:ext>
                </a:extLst>
              </p:cNvPr>
              <p:cNvSpPr/>
              <p:nvPr/>
            </p:nvSpPr>
            <p:spPr>
              <a:xfrm>
                <a:off x="9630396" y="5164562"/>
                <a:ext cx="6343" cy="6345"/>
              </a:xfrm>
              <a:custGeom>
                <a:avLst/>
                <a:gdLst>
                  <a:gd name="connsiteX0" fmla="*/ 3425 w 6343"/>
                  <a:gd name="connsiteY0" fmla="*/ 6478 h 6345"/>
                  <a:gd name="connsiteX1" fmla="*/ 5668 w 6343"/>
                  <a:gd name="connsiteY1" fmla="*/ 5549 h 6345"/>
                  <a:gd name="connsiteX2" fmla="*/ 6597 w 6343"/>
                  <a:gd name="connsiteY2" fmla="*/ 3305 h 6345"/>
                  <a:gd name="connsiteX3" fmla="*/ 5668 w 6343"/>
                  <a:gd name="connsiteY3" fmla="*/ 1062 h 6345"/>
                  <a:gd name="connsiteX4" fmla="*/ 3425 w 6343"/>
                  <a:gd name="connsiteY4" fmla="*/ 133 h 6345"/>
                  <a:gd name="connsiteX5" fmla="*/ 1183 w 6343"/>
                  <a:gd name="connsiteY5" fmla="*/ 1062 h 6345"/>
                  <a:gd name="connsiteX6" fmla="*/ 254 w 6343"/>
                  <a:gd name="connsiteY6" fmla="*/ 3305 h 6345"/>
                  <a:gd name="connsiteX7" fmla="*/ 1183 w 6343"/>
                  <a:gd name="connsiteY7" fmla="*/ 5549 h 6345"/>
                  <a:gd name="connsiteX8" fmla="*/ 342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8"/>
                    </a:moveTo>
                    <a:cubicBezTo>
                      <a:pt x="4267" y="6478"/>
                      <a:pt x="5073" y="6144"/>
                      <a:pt x="5668" y="5549"/>
                    </a:cubicBezTo>
                    <a:cubicBezTo>
                      <a:pt x="6263" y="4954"/>
                      <a:pt x="6597" y="4147"/>
                      <a:pt x="6597" y="3305"/>
                    </a:cubicBezTo>
                    <a:cubicBezTo>
                      <a:pt x="6597" y="2464"/>
                      <a:pt x="6263" y="1657"/>
                      <a:pt x="5668" y="1062"/>
                    </a:cubicBezTo>
                    <a:cubicBezTo>
                      <a:pt x="5073" y="467"/>
                      <a:pt x="4267" y="133"/>
                      <a:pt x="3425" y="133"/>
                    </a:cubicBezTo>
                    <a:cubicBezTo>
                      <a:pt x="2584" y="133"/>
                      <a:pt x="1778" y="467"/>
                      <a:pt x="1183" y="1062"/>
                    </a:cubicBezTo>
                    <a:cubicBezTo>
                      <a:pt x="588" y="1657"/>
                      <a:pt x="254" y="2464"/>
                      <a:pt x="254" y="3305"/>
                    </a:cubicBezTo>
                    <a:cubicBezTo>
                      <a:pt x="254" y="4147"/>
                      <a:pt x="588" y="4954"/>
                      <a:pt x="1183" y="5549"/>
                    </a:cubicBezTo>
                    <a:cubicBezTo>
                      <a:pt x="1778" y="6144"/>
                      <a:pt x="2584" y="6478"/>
                      <a:pt x="342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23" name="Freeform: Shape 6922">
                <a:extLst>
                  <a:ext uri="{FF2B5EF4-FFF2-40B4-BE49-F238E27FC236}">
                    <a16:creationId xmlns:a16="http://schemas.microsoft.com/office/drawing/2014/main" id="{7BAF802E-2DDE-4641-D68E-C7DA1DA768D1}"/>
                  </a:ext>
                </a:extLst>
              </p:cNvPr>
              <p:cNvSpPr/>
              <p:nvPr/>
            </p:nvSpPr>
            <p:spPr>
              <a:xfrm>
                <a:off x="9631788" y="5165293"/>
                <a:ext cx="6343" cy="6345"/>
              </a:xfrm>
              <a:custGeom>
                <a:avLst/>
                <a:gdLst>
                  <a:gd name="connsiteX0" fmla="*/ 3426 w 6343"/>
                  <a:gd name="connsiteY0" fmla="*/ 6478 h 6345"/>
                  <a:gd name="connsiteX1" fmla="*/ 5668 w 6343"/>
                  <a:gd name="connsiteY1" fmla="*/ 5549 h 6345"/>
                  <a:gd name="connsiteX2" fmla="*/ 6597 w 6343"/>
                  <a:gd name="connsiteY2" fmla="*/ 3306 h 6345"/>
                  <a:gd name="connsiteX3" fmla="*/ 5668 w 6343"/>
                  <a:gd name="connsiteY3" fmla="*/ 1062 h 6345"/>
                  <a:gd name="connsiteX4" fmla="*/ 3426 w 6343"/>
                  <a:gd name="connsiteY4" fmla="*/ 133 h 6345"/>
                  <a:gd name="connsiteX5" fmla="*/ 1183 w 6343"/>
                  <a:gd name="connsiteY5" fmla="*/ 1062 h 6345"/>
                  <a:gd name="connsiteX6" fmla="*/ 254 w 6343"/>
                  <a:gd name="connsiteY6" fmla="*/ 3306 h 6345"/>
                  <a:gd name="connsiteX7" fmla="*/ 1183 w 6343"/>
                  <a:gd name="connsiteY7" fmla="*/ 5549 h 6345"/>
                  <a:gd name="connsiteX8" fmla="*/ 342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8"/>
                    </a:moveTo>
                    <a:cubicBezTo>
                      <a:pt x="4267" y="6478"/>
                      <a:pt x="5073" y="6144"/>
                      <a:pt x="5668" y="5549"/>
                    </a:cubicBezTo>
                    <a:cubicBezTo>
                      <a:pt x="6263" y="4954"/>
                      <a:pt x="6597" y="4147"/>
                      <a:pt x="6597" y="3306"/>
                    </a:cubicBezTo>
                    <a:cubicBezTo>
                      <a:pt x="6597" y="2464"/>
                      <a:pt x="6263" y="1657"/>
                      <a:pt x="5668" y="1062"/>
                    </a:cubicBezTo>
                    <a:cubicBezTo>
                      <a:pt x="5073" y="467"/>
                      <a:pt x="4267" y="133"/>
                      <a:pt x="3426" y="133"/>
                    </a:cubicBezTo>
                    <a:cubicBezTo>
                      <a:pt x="2584" y="133"/>
                      <a:pt x="1778" y="467"/>
                      <a:pt x="1183" y="1062"/>
                    </a:cubicBezTo>
                    <a:cubicBezTo>
                      <a:pt x="588" y="1657"/>
                      <a:pt x="254" y="2464"/>
                      <a:pt x="254" y="3306"/>
                    </a:cubicBezTo>
                    <a:cubicBezTo>
                      <a:pt x="254" y="4147"/>
                      <a:pt x="588" y="4954"/>
                      <a:pt x="1183" y="5549"/>
                    </a:cubicBezTo>
                    <a:cubicBezTo>
                      <a:pt x="1778" y="6144"/>
                      <a:pt x="2584" y="6478"/>
                      <a:pt x="342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24" name="Freeform: Shape 6923">
                <a:extLst>
                  <a:ext uri="{FF2B5EF4-FFF2-40B4-BE49-F238E27FC236}">
                    <a16:creationId xmlns:a16="http://schemas.microsoft.com/office/drawing/2014/main" id="{A154453D-AD52-06FB-3D7B-6ECAD2ADDC32}"/>
                  </a:ext>
                </a:extLst>
              </p:cNvPr>
              <p:cNvSpPr/>
              <p:nvPr/>
            </p:nvSpPr>
            <p:spPr>
              <a:xfrm>
                <a:off x="9633178" y="5166037"/>
                <a:ext cx="6343" cy="6345"/>
              </a:xfrm>
              <a:custGeom>
                <a:avLst/>
                <a:gdLst>
                  <a:gd name="connsiteX0" fmla="*/ 3426 w 6343"/>
                  <a:gd name="connsiteY0" fmla="*/ 6478 h 6345"/>
                  <a:gd name="connsiteX1" fmla="*/ 5668 w 6343"/>
                  <a:gd name="connsiteY1" fmla="*/ 5549 h 6345"/>
                  <a:gd name="connsiteX2" fmla="*/ 6597 w 6343"/>
                  <a:gd name="connsiteY2" fmla="*/ 3306 h 6345"/>
                  <a:gd name="connsiteX3" fmla="*/ 5668 w 6343"/>
                  <a:gd name="connsiteY3" fmla="*/ 1062 h 6345"/>
                  <a:gd name="connsiteX4" fmla="*/ 3426 w 6343"/>
                  <a:gd name="connsiteY4" fmla="*/ 133 h 6345"/>
                  <a:gd name="connsiteX5" fmla="*/ 1183 w 6343"/>
                  <a:gd name="connsiteY5" fmla="*/ 1062 h 6345"/>
                  <a:gd name="connsiteX6" fmla="*/ 254 w 6343"/>
                  <a:gd name="connsiteY6" fmla="*/ 3306 h 6345"/>
                  <a:gd name="connsiteX7" fmla="*/ 1183 w 6343"/>
                  <a:gd name="connsiteY7" fmla="*/ 5549 h 6345"/>
                  <a:gd name="connsiteX8" fmla="*/ 342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8"/>
                    </a:moveTo>
                    <a:cubicBezTo>
                      <a:pt x="4267" y="6478"/>
                      <a:pt x="5074" y="6144"/>
                      <a:pt x="5668" y="5549"/>
                    </a:cubicBezTo>
                    <a:cubicBezTo>
                      <a:pt x="6263" y="4954"/>
                      <a:pt x="6597" y="4147"/>
                      <a:pt x="6597" y="3306"/>
                    </a:cubicBezTo>
                    <a:cubicBezTo>
                      <a:pt x="6597" y="2464"/>
                      <a:pt x="6263" y="1657"/>
                      <a:pt x="5668" y="1062"/>
                    </a:cubicBezTo>
                    <a:cubicBezTo>
                      <a:pt x="5074" y="467"/>
                      <a:pt x="4267" y="133"/>
                      <a:pt x="3426" y="133"/>
                    </a:cubicBezTo>
                    <a:cubicBezTo>
                      <a:pt x="2585" y="133"/>
                      <a:pt x="1778" y="467"/>
                      <a:pt x="1183" y="1062"/>
                    </a:cubicBezTo>
                    <a:cubicBezTo>
                      <a:pt x="588" y="1657"/>
                      <a:pt x="254" y="2464"/>
                      <a:pt x="254" y="3306"/>
                    </a:cubicBezTo>
                    <a:cubicBezTo>
                      <a:pt x="254" y="4147"/>
                      <a:pt x="588" y="4954"/>
                      <a:pt x="1183" y="5549"/>
                    </a:cubicBezTo>
                    <a:cubicBezTo>
                      <a:pt x="1778" y="6144"/>
                      <a:pt x="2585" y="6478"/>
                      <a:pt x="342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25" name="Freeform: Shape 6924">
                <a:extLst>
                  <a:ext uri="{FF2B5EF4-FFF2-40B4-BE49-F238E27FC236}">
                    <a16:creationId xmlns:a16="http://schemas.microsoft.com/office/drawing/2014/main" id="{DC1850D6-4958-7FE0-8A1C-5302CEAD3218}"/>
                  </a:ext>
                </a:extLst>
              </p:cNvPr>
              <p:cNvSpPr/>
              <p:nvPr/>
            </p:nvSpPr>
            <p:spPr>
              <a:xfrm>
                <a:off x="9635980" y="5165847"/>
                <a:ext cx="6343" cy="6345"/>
              </a:xfrm>
              <a:custGeom>
                <a:avLst/>
                <a:gdLst>
                  <a:gd name="connsiteX0" fmla="*/ 3426 w 6343"/>
                  <a:gd name="connsiteY0" fmla="*/ 6478 h 6345"/>
                  <a:gd name="connsiteX1" fmla="*/ 5669 w 6343"/>
                  <a:gd name="connsiteY1" fmla="*/ 5549 h 6345"/>
                  <a:gd name="connsiteX2" fmla="*/ 6597 w 6343"/>
                  <a:gd name="connsiteY2" fmla="*/ 3306 h 6345"/>
                  <a:gd name="connsiteX3" fmla="*/ 5669 w 6343"/>
                  <a:gd name="connsiteY3" fmla="*/ 1062 h 6345"/>
                  <a:gd name="connsiteX4" fmla="*/ 3426 w 6343"/>
                  <a:gd name="connsiteY4" fmla="*/ 133 h 6345"/>
                  <a:gd name="connsiteX5" fmla="*/ 1183 w 6343"/>
                  <a:gd name="connsiteY5" fmla="*/ 1062 h 6345"/>
                  <a:gd name="connsiteX6" fmla="*/ 254 w 6343"/>
                  <a:gd name="connsiteY6" fmla="*/ 3306 h 6345"/>
                  <a:gd name="connsiteX7" fmla="*/ 1183 w 6343"/>
                  <a:gd name="connsiteY7" fmla="*/ 5549 h 6345"/>
                  <a:gd name="connsiteX8" fmla="*/ 342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8"/>
                    </a:moveTo>
                    <a:cubicBezTo>
                      <a:pt x="4267" y="6478"/>
                      <a:pt x="5074" y="6144"/>
                      <a:pt x="5669" y="5549"/>
                    </a:cubicBezTo>
                    <a:cubicBezTo>
                      <a:pt x="6263" y="4954"/>
                      <a:pt x="6597" y="4147"/>
                      <a:pt x="6597" y="3306"/>
                    </a:cubicBezTo>
                    <a:cubicBezTo>
                      <a:pt x="6597" y="2464"/>
                      <a:pt x="6263" y="1657"/>
                      <a:pt x="5669" y="1062"/>
                    </a:cubicBezTo>
                    <a:cubicBezTo>
                      <a:pt x="5074" y="467"/>
                      <a:pt x="4267" y="133"/>
                      <a:pt x="3426" y="133"/>
                    </a:cubicBezTo>
                    <a:cubicBezTo>
                      <a:pt x="2585" y="133"/>
                      <a:pt x="1778" y="467"/>
                      <a:pt x="1183" y="1062"/>
                    </a:cubicBezTo>
                    <a:cubicBezTo>
                      <a:pt x="589" y="1657"/>
                      <a:pt x="254" y="2464"/>
                      <a:pt x="254" y="3306"/>
                    </a:cubicBezTo>
                    <a:cubicBezTo>
                      <a:pt x="254" y="4147"/>
                      <a:pt x="589" y="4954"/>
                      <a:pt x="1183" y="5549"/>
                    </a:cubicBezTo>
                    <a:cubicBezTo>
                      <a:pt x="1778" y="6144"/>
                      <a:pt x="2585" y="6478"/>
                      <a:pt x="342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26" name="Freeform: Shape 6925">
                <a:extLst>
                  <a:ext uri="{FF2B5EF4-FFF2-40B4-BE49-F238E27FC236}">
                    <a16:creationId xmlns:a16="http://schemas.microsoft.com/office/drawing/2014/main" id="{400850A2-5689-2B0A-4102-44279C8642B0}"/>
                  </a:ext>
                </a:extLst>
              </p:cNvPr>
              <p:cNvSpPr/>
              <p:nvPr/>
            </p:nvSpPr>
            <p:spPr>
              <a:xfrm>
                <a:off x="9228508" y="5162888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5 h 6345"/>
                  <a:gd name="connsiteX3" fmla="*/ 5636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5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6" y="5549"/>
                    </a:cubicBezTo>
                    <a:cubicBezTo>
                      <a:pt x="6231" y="4954"/>
                      <a:pt x="6565" y="4147"/>
                      <a:pt x="6565" y="3305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5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27" name="Freeform: Shape 6926">
                <a:extLst>
                  <a:ext uri="{FF2B5EF4-FFF2-40B4-BE49-F238E27FC236}">
                    <a16:creationId xmlns:a16="http://schemas.microsoft.com/office/drawing/2014/main" id="{92CEB022-0AFD-64CA-55CF-01A909BA9CDF}"/>
                  </a:ext>
                </a:extLst>
              </p:cNvPr>
              <p:cNvSpPr/>
              <p:nvPr/>
            </p:nvSpPr>
            <p:spPr>
              <a:xfrm>
                <a:off x="9231711" y="5163041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5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3 w 6343"/>
                  <a:gd name="connsiteY6" fmla="*/ 3305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7" y="5549"/>
                    </a:cubicBezTo>
                    <a:cubicBezTo>
                      <a:pt x="6231" y="4954"/>
                      <a:pt x="6566" y="4147"/>
                      <a:pt x="6566" y="3305"/>
                    </a:cubicBezTo>
                    <a:cubicBezTo>
                      <a:pt x="6566" y="2464"/>
                      <a:pt x="6231" y="1657"/>
                      <a:pt x="5637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7" y="1657"/>
                      <a:pt x="223" y="2464"/>
                      <a:pt x="223" y="3305"/>
                    </a:cubicBezTo>
                    <a:cubicBezTo>
                      <a:pt x="223" y="4147"/>
                      <a:pt x="557" y="4954"/>
                      <a:pt x="1151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28" name="Freeform: Shape 6927">
                <a:extLst>
                  <a:ext uri="{FF2B5EF4-FFF2-40B4-BE49-F238E27FC236}">
                    <a16:creationId xmlns:a16="http://schemas.microsoft.com/office/drawing/2014/main" id="{1844DA41-EF51-1C26-179B-935F44222249}"/>
                  </a:ext>
                </a:extLst>
              </p:cNvPr>
              <p:cNvSpPr/>
              <p:nvPr/>
            </p:nvSpPr>
            <p:spPr>
              <a:xfrm>
                <a:off x="9235266" y="5163454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5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5 h 6345"/>
                  <a:gd name="connsiteX7" fmla="*/ 1152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5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2" y="1062"/>
                    </a:cubicBezTo>
                    <a:cubicBezTo>
                      <a:pt x="557" y="1657"/>
                      <a:pt x="223" y="2464"/>
                      <a:pt x="223" y="3305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29" name="Freeform: Shape 6928">
                <a:extLst>
                  <a:ext uri="{FF2B5EF4-FFF2-40B4-BE49-F238E27FC236}">
                    <a16:creationId xmlns:a16="http://schemas.microsoft.com/office/drawing/2014/main" id="{BEC1CEFD-9E1C-20CA-1977-44C48B7C1AD2}"/>
                  </a:ext>
                </a:extLst>
              </p:cNvPr>
              <p:cNvSpPr/>
              <p:nvPr/>
            </p:nvSpPr>
            <p:spPr>
              <a:xfrm>
                <a:off x="9237517" y="5163089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5 h 6345"/>
                  <a:gd name="connsiteX3" fmla="*/ 5637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5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5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7"/>
                      <a:pt x="4236" y="133"/>
                      <a:pt x="3395" y="133"/>
                    </a:cubicBezTo>
                    <a:cubicBezTo>
                      <a:pt x="2553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5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3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30" name="Freeform: Shape 6929">
                <a:extLst>
                  <a:ext uri="{FF2B5EF4-FFF2-40B4-BE49-F238E27FC236}">
                    <a16:creationId xmlns:a16="http://schemas.microsoft.com/office/drawing/2014/main" id="{1C16B871-9F66-591E-17FD-23DE1A048727}"/>
                  </a:ext>
                </a:extLst>
              </p:cNvPr>
              <p:cNvSpPr/>
              <p:nvPr/>
            </p:nvSpPr>
            <p:spPr>
              <a:xfrm>
                <a:off x="9240742" y="5163374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5 h 6345"/>
                  <a:gd name="connsiteX3" fmla="*/ 5637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5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7" y="5549"/>
                    </a:cubicBezTo>
                    <a:cubicBezTo>
                      <a:pt x="6232" y="4954"/>
                      <a:pt x="6566" y="4147"/>
                      <a:pt x="6566" y="3305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5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31" name="Freeform: Shape 6930">
                <a:extLst>
                  <a:ext uri="{FF2B5EF4-FFF2-40B4-BE49-F238E27FC236}">
                    <a16:creationId xmlns:a16="http://schemas.microsoft.com/office/drawing/2014/main" id="{AECABFA9-86A3-FF77-7A6D-20E54CF07E48}"/>
                  </a:ext>
                </a:extLst>
              </p:cNvPr>
              <p:cNvSpPr/>
              <p:nvPr/>
            </p:nvSpPr>
            <p:spPr>
              <a:xfrm>
                <a:off x="9242571" y="5162793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6 w 6343"/>
                  <a:gd name="connsiteY2" fmla="*/ 3305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5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8" y="5549"/>
                    </a:cubicBezTo>
                    <a:cubicBezTo>
                      <a:pt x="6232" y="4954"/>
                      <a:pt x="6566" y="4147"/>
                      <a:pt x="6566" y="3305"/>
                    </a:cubicBezTo>
                    <a:cubicBezTo>
                      <a:pt x="6566" y="2464"/>
                      <a:pt x="6232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8" y="1657"/>
                      <a:pt x="223" y="2464"/>
                      <a:pt x="223" y="3305"/>
                    </a:cubicBezTo>
                    <a:cubicBezTo>
                      <a:pt x="223" y="4147"/>
                      <a:pt x="558" y="4954"/>
                      <a:pt x="1152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32" name="Freeform: Shape 6931">
                <a:extLst>
                  <a:ext uri="{FF2B5EF4-FFF2-40B4-BE49-F238E27FC236}">
                    <a16:creationId xmlns:a16="http://schemas.microsoft.com/office/drawing/2014/main" id="{D801EE15-AB5F-2C29-D313-BF4AED97E1FC}"/>
                  </a:ext>
                </a:extLst>
              </p:cNvPr>
              <p:cNvSpPr/>
              <p:nvPr/>
            </p:nvSpPr>
            <p:spPr>
              <a:xfrm>
                <a:off x="9248127" y="5164687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5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5 h 6345"/>
                  <a:gd name="connsiteX7" fmla="*/ 1153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5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3" y="1062"/>
                    </a:cubicBezTo>
                    <a:cubicBezTo>
                      <a:pt x="558" y="1657"/>
                      <a:pt x="224" y="2464"/>
                      <a:pt x="224" y="3305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33" name="Freeform: Shape 6932">
                <a:extLst>
                  <a:ext uri="{FF2B5EF4-FFF2-40B4-BE49-F238E27FC236}">
                    <a16:creationId xmlns:a16="http://schemas.microsoft.com/office/drawing/2014/main" id="{75BA1E33-90D8-DED6-9AD1-5B1B000548DF}"/>
                  </a:ext>
                </a:extLst>
              </p:cNvPr>
              <p:cNvSpPr/>
              <p:nvPr/>
            </p:nvSpPr>
            <p:spPr>
              <a:xfrm>
                <a:off x="9249584" y="5163926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5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5 h 6345"/>
                  <a:gd name="connsiteX7" fmla="*/ 1153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7" y="6478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5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7"/>
                      <a:pt x="4237" y="133"/>
                      <a:pt x="3395" y="133"/>
                    </a:cubicBezTo>
                    <a:cubicBezTo>
                      <a:pt x="2554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5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34" name="Freeform: Shape 6933">
                <a:extLst>
                  <a:ext uri="{FF2B5EF4-FFF2-40B4-BE49-F238E27FC236}">
                    <a16:creationId xmlns:a16="http://schemas.microsoft.com/office/drawing/2014/main" id="{BE7679BE-1987-C307-7845-EEF0CF3D6D45}"/>
                  </a:ext>
                </a:extLst>
              </p:cNvPr>
              <p:cNvSpPr/>
              <p:nvPr/>
            </p:nvSpPr>
            <p:spPr>
              <a:xfrm>
                <a:off x="9252208" y="5163967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5 h 6345"/>
                  <a:gd name="connsiteX3" fmla="*/ 5638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5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8" y="5549"/>
                    </a:cubicBezTo>
                    <a:cubicBezTo>
                      <a:pt x="6233" y="4954"/>
                      <a:pt x="6567" y="4147"/>
                      <a:pt x="6567" y="3305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5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35" name="Freeform: Shape 6934">
                <a:extLst>
                  <a:ext uri="{FF2B5EF4-FFF2-40B4-BE49-F238E27FC236}">
                    <a16:creationId xmlns:a16="http://schemas.microsoft.com/office/drawing/2014/main" id="{8A6FA2EC-B749-692E-EE00-56A80D54CC19}"/>
                  </a:ext>
                </a:extLst>
              </p:cNvPr>
              <p:cNvSpPr/>
              <p:nvPr/>
            </p:nvSpPr>
            <p:spPr>
              <a:xfrm>
                <a:off x="9255681" y="5164623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5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5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9" y="5549"/>
                    </a:cubicBezTo>
                    <a:cubicBezTo>
                      <a:pt x="6233" y="4954"/>
                      <a:pt x="6568" y="4147"/>
                      <a:pt x="6568" y="3305"/>
                    </a:cubicBezTo>
                    <a:cubicBezTo>
                      <a:pt x="6568" y="2464"/>
                      <a:pt x="6233" y="1657"/>
                      <a:pt x="5639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9" y="1657"/>
                      <a:pt x="224" y="2464"/>
                      <a:pt x="224" y="3305"/>
                    </a:cubicBezTo>
                    <a:cubicBezTo>
                      <a:pt x="224" y="4147"/>
                      <a:pt x="559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36" name="Freeform: Shape 6935">
                <a:extLst>
                  <a:ext uri="{FF2B5EF4-FFF2-40B4-BE49-F238E27FC236}">
                    <a16:creationId xmlns:a16="http://schemas.microsoft.com/office/drawing/2014/main" id="{9C82E50B-27F9-35A5-1B61-30B4C12FBBAA}"/>
                  </a:ext>
                </a:extLst>
              </p:cNvPr>
              <p:cNvSpPr/>
              <p:nvPr/>
            </p:nvSpPr>
            <p:spPr>
              <a:xfrm>
                <a:off x="9258285" y="5164723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5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5 h 6345"/>
                  <a:gd name="connsiteX7" fmla="*/ 1154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5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4" y="1062"/>
                    </a:cubicBezTo>
                    <a:cubicBezTo>
                      <a:pt x="559" y="1657"/>
                      <a:pt x="225" y="2464"/>
                      <a:pt x="225" y="3305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37" name="Freeform: Shape 6936">
                <a:extLst>
                  <a:ext uri="{FF2B5EF4-FFF2-40B4-BE49-F238E27FC236}">
                    <a16:creationId xmlns:a16="http://schemas.microsoft.com/office/drawing/2014/main" id="{45BAECC5-8962-97FF-049B-C02CA3F6E66E}"/>
                  </a:ext>
                </a:extLst>
              </p:cNvPr>
              <p:cNvSpPr/>
              <p:nvPr/>
            </p:nvSpPr>
            <p:spPr>
              <a:xfrm>
                <a:off x="9260781" y="5164780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38" name="Freeform: Shape 6937">
                <a:extLst>
                  <a:ext uri="{FF2B5EF4-FFF2-40B4-BE49-F238E27FC236}">
                    <a16:creationId xmlns:a16="http://schemas.microsoft.com/office/drawing/2014/main" id="{55A64588-3581-2FEA-E0EC-E2C96184A44A}"/>
                  </a:ext>
                </a:extLst>
              </p:cNvPr>
              <p:cNvSpPr/>
              <p:nvPr/>
            </p:nvSpPr>
            <p:spPr>
              <a:xfrm>
                <a:off x="9263618" y="5165112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4" y="467"/>
                      <a:pt x="4238" y="133"/>
                      <a:pt x="3397" y="133"/>
                    </a:cubicBezTo>
                    <a:cubicBezTo>
                      <a:pt x="2555" y="133"/>
                      <a:pt x="1749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5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39" name="Freeform: Shape 6938">
                <a:extLst>
                  <a:ext uri="{FF2B5EF4-FFF2-40B4-BE49-F238E27FC236}">
                    <a16:creationId xmlns:a16="http://schemas.microsoft.com/office/drawing/2014/main" id="{58BA0276-AC1A-AEA7-7849-5E9A58D214EA}"/>
                  </a:ext>
                </a:extLst>
              </p:cNvPr>
              <p:cNvSpPr/>
              <p:nvPr/>
            </p:nvSpPr>
            <p:spPr>
              <a:xfrm>
                <a:off x="9265799" y="5165007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40" name="Freeform: Shape 6939">
                <a:extLst>
                  <a:ext uri="{FF2B5EF4-FFF2-40B4-BE49-F238E27FC236}">
                    <a16:creationId xmlns:a16="http://schemas.microsoft.com/office/drawing/2014/main" id="{9A5E4F97-F6D2-C8BC-E199-96CE1EAA248A}"/>
                  </a:ext>
                </a:extLst>
              </p:cNvPr>
              <p:cNvSpPr/>
              <p:nvPr/>
            </p:nvSpPr>
            <p:spPr>
              <a:xfrm>
                <a:off x="9268221" y="5165105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8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4" y="1062"/>
                    </a:cubicBezTo>
                    <a:cubicBezTo>
                      <a:pt x="560" y="1657"/>
                      <a:pt x="225" y="2464"/>
                      <a:pt x="225" y="3306"/>
                    </a:cubicBezTo>
                    <a:cubicBezTo>
                      <a:pt x="225" y="4147"/>
                      <a:pt x="560" y="4954"/>
                      <a:pt x="1154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41" name="Freeform: Shape 6940">
                <a:extLst>
                  <a:ext uri="{FF2B5EF4-FFF2-40B4-BE49-F238E27FC236}">
                    <a16:creationId xmlns:a16="http://schemas.microsoft.com/office/drawing/2014/main" id="{809044AA-671B-6D3E-E6FF-94291AF5F0C4}"/>
                  </a:ext>
                </a:extLst>
              </p:cNvPr>
              <p:cNvSpPr/>
              <p:nvPr/>
            </p:nvSpPr>
            <p:spPr>
              <a:xfrm>
                <a:off x="9270734" y="5165301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42" name="Freeform: Shape 6941">
                <a:extLst>
                  <a:ext uri="{FF2B5EF4-FFF2-40B4-BE49-F238E27FC236}">
                    <a16:creationId xmlns:a16="http://schemas.microsoft.com/office/drawing/2014/main" id="{2FCC5151-A6AD-B569-4269-A987C45555AF}"/>
                  </a:ext>
                </a:extLst>
              </p:cNvPr>
              <p:cNvSpPr/>
              <p:nvPr/>
            </p:nvSpPr>
            <p:spPr>
              <a:xfrm>
                <a:off x="9273286" y="5165560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43" name="Freeform: Shape 6942">
                <a:extLst>
                  <a:ext uri="{FF2B5EF4-FFF2-40B4-BE49-F238E27FC236}">
                    <a16:creationId xmlns:a16="http://schemas.microsoft.com/office/drawing/2014/main" id="{77C4BB50-9BF0-7EDE-257A-2F054AA97945}"/>
                  </a:ext>
                </a:extLst>
              </p:cNvPr>
              <p:cNvSpPr/>
              <p:nvPr/>
            </p:nvSpPr>
            <p:spPr>
              <a:xfrm>
                <a:off x="9275537" y="5165623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9" y="133"/>
                      <a:pt x="3398" y="133"/>
                    </a:cubicBezTo>
                    <a:cubicBezTo>
                      <a:pt x="2556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6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44" name="Freeform: Shape 6943">
                <a:extLst>
                  <a:ext uri="{FF2B5EF4-FFF2-40B4-BE49-F238E27FC236}">
                    <a16:creationId xmlns:a16="http://schemas.microsoft.com/office/drawing/2014/main" id="{0E4239F7-B790-240B-173A-11D2C60C2AD5}"/>
                  </a:ext>
                </a:extLst>
              </p:cNvPr>
              <p:cNvSpPr/>
              <p:nvPr/>
            </p:nvSpPr>
            <p:spPr>
              <a:xfrm>
                <a:off x="9277780" y="5165708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45" name="Freeform: Shape 6944">
                <a:extLst>
                  <a:ext uri="{FF2B5EF4-FFF2-40B4-BE49-F238E27FC236}">
                    <a16:creationId xmlns:a16="http://schemas.microsoft.com/office/drawing/2014/main" id="{4F98AAA6-F97F-4B36-078D-BE0CB3E01B44}"/>
                  </a:ext>
                </a:extLst>
              </p:cNvPr>
              <p:cNvSpPr/>
              <p:nvPr/>
            </p:nvSpPr>
            <p:spPr>
              <a:xfrm>
                <a:off x="9279871" y="5165704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46" name="Freeform: Shape 6945">
                <a:extLst>
                  <a:ext uri="{FF2B5EF4-FFF2-40B4-BE49-F238E27FC236}">
                    <a16:creationId xmlns:a16="http://schemas.microsoft.com/office/drawing/2014/main" id="{B91589F7-751D-72A7-5117-775E6635D3E5}"/>
                  </a:ext>
                </a:extLst>
              </p:cNvPr>
              <p:cNvSpPr/>
              <p:nvPr/>
            </p:nvSpPr>
            <p:spPr>
              <a:xfrm>
                <a:off x="9281908" y="5165682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5" y="4954"/>
                      <a:pt x="6570" y="4147"/>
                      <a:pt x="6570" y="3306"/>
                    </a:cubicBezTo>
                    <a:cubicBezTo>
                      <a:pt x="6570" y="2464"/>
                      <a:pt x="6235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1" y="1657"/>
                      <a:pt x="226" y="2464"/>
                      <a:pt x="226" y="3306"/>
                    </a:cubicBezTo>
                    <a:cubicBezTo>
                      <a:pt x="226" y="4147"/>
                      <a:pt x="561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47" name="Freeform: Shape 6946">
                <a:extLst>
                  <a:ext uri="{FF2B5EF4-FFF2-40B4-BE49-F238E27FC236}">
                    <a16:creationId xmlns:a16="http://schemas.microsoft.com/office/drawing/2014/main" id="{6301CCC2-0AEF-6A0F-89E7-5874EE867082}"/>
                  </a:ext>
                </a:extLst>
              </p:cNvPr>
              <p:cNvSpPr/>
              <p:nvPr/>
            </p:nvSpPr>
            <p:spPr>
              <a:xfrm>
                <a:off x="9283892" y="5165642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48" name="Freeform: Shape 6947">
                <a:extLst>
                  <a:ext uri="{FF2B5EF4-FFF2-40B4-BE49-F238E27FC236}">
                    <a16:creationId xmlns:a16="http://schemas.microsoft.com/office/drawing/2014/main" id="{83347E7B-E31D-97B7-6A89-079A36D30B4E}"/>
                  </a:ext>
                </a:extLst>
              </p:cNvPr>
              <p:cNvSpPr/>
              <p:nvPr/>
            </p:nvSpPr>
            <p:spPr>
              <a:xfrm>
                <a:off x="9285727" y="5165506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49" name="Freeform: Shape 6948">
                <a:extLst>
                  <a:ext uri="{FF2B5EF4-FFF2-40B4-BE49-F238E27FC236}">
                    <a16:creationId xmlns:a16="http://schemas.microsoft.com/office/drawing/2014/main" id="{1802A890-C356-9AF9-DE6D-545B3D58EDBF}"/>
                  </a:ext>
                </a:extLst>
              </p:cNvPr>
              <p:cNvSpPr/>
              <p:nvPr/>
            </p:nvSpPr>
            <p:spPr>
              <a:xfrm>
                <a:off x="9287841" y="5165621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50" name="Freeform: Shape 6949">
                <a:extLst>
                  <a:ext uri="{FF2B5EF4-FFF2-40B4-BE49-F238E27FC236}">
                    <a16:creationId xmlns:a16="http://schemas.microsoft.com/office/drawing/2014/main" id="{E66FBEE5-88F3-EAEB-676E-94F8FD18F156}"/>
                  </a:ext>
                </a:extLst>
              </p:cNvPr>
              <p:cNvSpPr/>
              <p:nvPr/>
            </p:nvSpPr>
            <p:spPr>
              <a:xfrm>
                <a:off x="9289666" y="5165522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51" name="Freeform: Shape 6950">
                <a:extLst>
                  <a:ext uri="{FF2B5EF4-FFF2-40B4-BE49-F238E27FC236}">
                    <a16:creationId xmlns:a16="http://schemas.microsoft.com/office/drawing/2014/main" id="{6D78B87F-2031-1E1C-F5EE-AFA90E541A50}"/>
                  </a:ext>
                </a:extLst>
              </p:cNvPr>
              <p:cNvSpPr/>
              <p:nvPr/>
            </p:nvSpPr>
            <p:spPr>
              <a:xfrm>
                <a:off x="9291814" y="5165716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52" name="Freeform: Shape 6951">
                <a:extLst>
                  <a:ext uri="{FF2B5EF4-FFF2-40B4-BE49-F238E27FC236}">
                    <a16:creationId xmlns:a16="http://schemas.microsoft.com/office/drawing/2014/main" id="{17D4E95E-4545-5C23-2CD6-C30819FB17DC}"/>
                  </a:ext>
                </a:extLst>
              </p:cNvPr>
              <p:cNvSpPr/>
              <p:nvPr/>
            </p:nvSpPr>
            <p:spPr>
              <a:xfrm>
                <a:off x="9293860" y="5165853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6"/>
                    </a:cubicBezTo>
                    <a:cubicBezTo>
                      <a:pt x="6571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7" y="2464"/>
                      <a:pt x="227" y="3306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53" name="Freeform: Shape 6952">
                <a:extLst>
                  <a:ext uri="{FF2B5EF4-FFF2-40B4-BE49-F238E27FC236}">
                    <a16:creationId xmlns:a16="http://schemas.microsoft.com/office/drawing/2014/main" id="{AC84F817-EA0C-A7B1-2D87-6116F77CCA83}"/>
                  </a:ext>
                </a:extLst>
              </p:cNvPr>
              <p:cNvSpPr/>
              <p:nvPr/>
            </p:nvSpPr>
            <p:spPr>
              <a:xfrm>
                <a:off x="9295945" y="5166050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8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6"/>
                    </a:cubicBezTo>
                    <a:cubicBezTo>
                      <a:pt x="6571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54" name="Freeform: Shape 6953">
                <a:extLst>
                  <a:ext uri="{FF2B5EF4-FFF2-40B4-BE49-F238E27FC236}">
                    <a16:creationId xmlns:a16="http://schemas.microsoft.com/office/drawing/2014/main" id="{9A152814-AD61-7F35-4766-20EEAB00F603}"/>
                  </a:ext>
                </a:extLst>
              </p:cNvPr>
              <p:cNvSpPr/>
              <p:nvPr/>
            </p:nvSpPr>
            <p:spPr>
              <a:xfrm>
                <a:off x="9297838" y="5166106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55" name="Freeform: Shape 6954">
                <a:extLst>
                  <a:ext uri="{FF2B5EF4-FFF2-40B4-BE49-F238E27FC236}">
                    <a16:creationId xmlns:a16="http://schemas.microsoft.com/office/drawing/2014/main" id="{D284B4E6-6132-5B34-EBE3-7AC26F169B1B}"/>
                  </a:ext>
                </a:extLst>
              </p:cNvPr>
              <p:cNvSpPr/>
              <p:nvPr/>
            </p:nvSpPr>
            <p:spPr>
              <a:xfrm>
                <a:off x="9299541" y="5166019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1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1" y="133"/>
                      <a:pt x="3399" y="133"/>
                    </a:cubicBezTo>
                    <a:cubicBezTo>
                      <a:pt x="2558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56" name="Freeform: Shape 6955">
                <a:extLst>
                  <a:ext uri="{FF2B5EF4-FFF2-40B4-BE49-F238E27FC236}">
                    <a16:creationId xmlns:a16="http://schemas.microsoft.com/office/drawing/2014/main" id="{9D3BA21E-BD2A-1CAA-189F-51257C7F687C}"/>
                  </a:ext>
                </a:extLst>
              </p:cNvPr>
              <p:cNvSpPr/>
              <p:nvPr/>
            </p:nvSpPr>
            <p:spPr>
              <a:xfrm>
                <a:off x="9301194" y="5165907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1" y="133"/>
                      <a:pt x="3400" y="133"/>
                    </a:cubicBezTo>
                    <a:cubicBezTo>
                      <a:pt x="2558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8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57" name="Freeform: Shape 6956">
                <a:extLst>
                  <a:ext uri="{FF2B5EF4-FFF2-40B4-BE49-F238E27FC236}">
                    <a16:creationId xmlns:a16="http://schemas.microsoft.com/office/drawing/2014/main" id="{4C3D601C-CEEA-3728-252C-DE345723A6E3}"/>
                  </a:ext>
                </a:extLst>
              </p:cNvPr>
              <p:cNvSpPr/>
              <p:nvPr/>
            </p:nvSpPr>
            <p:spPr>
              <a:xfrm>
                <a:off x="9302979" y="5165934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58" name="Freeform: Shape 6957">
                <a:extLst>
                  <a:ext uri="{FF2B5EF4-FFF2-40B4-BE49-F238E27FC236}">
                    <a16:creationId xmlns:a16="http://schemas.microsoft.com/office/drawing/2014/main" id="{419287D5-43B2-D112-975E-87372CB7BA1D}"/>
                  </a:ext>
                </a:extLst>
              </p:cNvPr>
              <p:cNvSpPr/>
              <p:nvPr/>
            </p:nvSpPr>
            <p:spPr>
              <a:xfrm>
                <a:off x="9304713" y="5165937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59" name="Freeform: Shape 6958">
                <a:extLst>
                  <a:ext uri="{FF2B5EF4-FFF2-40B4-BE49-F238E27FC236}">
                    <a16:creationId xmlns:a16="http://schemas.microsoft.com/office/drawing/2014/main" id="{0FB59DA3-513A-A91E-B5BD-F47E72117D16}"/>
                  </a:ext>
                </a:extLst>
              </p:cNvPr>
              <p:cNvSpPr/>
              <p:nvPr/>
            </p:nvSpPr>
            <p:spPr>
              <a:xfrm>
                <a:off x="9306576" y="5166080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7" y="4954"/>
                      <a:pt x="6572" y="4147"/>
                      <a:pt x="6572" y="3306"/>
                    </a:cubicBezTo>
                    <a:cubicBezTo>
                      <a:pt x="6572" y="2464"/>
                      <a:pt x="6237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3" y="1657"/>
                      <a:pt x="228" y="2464"/>
                      <a:pt x="228" y="3306"/>
                    </a:cubicBezTo>
                    <a:cubicBezTo>
                      <a:pt x="228" y="4147"/>
                      <a:pt x="563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60" name="Freeform: Shape 6959">
                <a:extLst>
                  <a:ext uri="{FF2B5EF4-FFF2-40B4-BE49-F238E27FC236}">
                    <a16:creationId xmlns:a16="http://schemas.microsoft.com/office/drawing/2014/main" id="{807FD586-ED75-40F6-5068-834F13B52E96}"/>
                  </a:ext>
                </a:extLst>
              </p:cNvPr>
              <p:cNvSpPr/>
              <p:nvPr/>
            </p:nvSpPr>
            <p:spPr>
              <a:xfrm>
                <a:off x="9308521" y="5166326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9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7" y="4954"/>
                      <a:pt x="6572" y="4147"/>
                      <a:pt x="6572" y="3306"/>
                    </a:cubicBezTo>
                    <a:cubicBezTo>
                      <a:pt x="6572" y="2464"/>
                      <a:pt x="6237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61" name="Freeform: Shape 6960">
                <a:extLst>
                  <a:ext uri="{FF2B5EF4-FFF2-40B4-BE49-F238E27FC236}">
                    <a16:creationId xmlns:a16="http://schemas.microsoft.com/office/drawing/2014/main" id="{5A3B1F27-549C-B518-7064-95AC53AEF597}"/>
                  </a:ext>
                </a:extLst>
              </p:cNvPr>
              <p:cNvSpPr/>
              <p:nvPr/>
            </p:nvSpPr>
            <p:spPr>
              <a:xfrm>
                <a:off x="9310547" y="5166675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62" name="Freeform: Shape 6961">
                <a:extLst>
                  <a:ext uri="{FF2B5EF4-FFF2-40B4-BE49-F238E27FC236}">
                    <a16:creationId xmlns:a16="http://schemas.microsoft.com/office/drawing/2014/main" id="{C847944A-71AE-0604-A142-6207838CF943}"/>
                  </a:ext>
                </a:extLst>
              </p:cNvPr>
              <p:cNvSpPr/>
              <p:nvPr/>
            </p:nvSpPr>
            <p:spPr>
              <a:xfrm>
                <a:off x="9312915" y="5167383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2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2" y="133"/>
                      <a:pt x="3400" y="133"/>
                    </a:cubicBezTo>
                    <a:cubicBezTo>
                      <a:pt x="2559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63" name="Freeform: Shape 6962">
                <a:extLst>
                  <a:ext uri="{FF2B5EF4-FFF2-40B4-BE49-F238E27FC236}">
                    <a16:creationId xmlns:a16="http://schemas.microsoft.com/office/drawing/2014/main" id="{51D6200A-97F9-0D90-CCA4-B4DA61519E72}"/>
                  </a:ext>
                </a:extLst>
              </p:cNvPr>
              <p:cNvSpPr/>
              <p:nvPr/>
            </p:nvSpPr>
            <p:spPr>
              <a:xfrm>
                <a:off x="9314482" y="5167347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2" y="133"/>
                      <a:pt x="3401" y="133"/>
                    </a:cubicBezTo>
                    <a:cubicBezTo>
                      <a:pt x="2559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59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64" name="Freeform: Shape 6963">
                <a:extLst>
                  <a:ext uri="{FF2B5EF4-FFF2-40B4-BE49-F238E27FC236}">
                    <a16:creationId xmlns:a16="http://schemas.microsoft.com/office/drawing/2014/main" id="{76933DF1-CE7C-C874-05DA-4448E411DC7D}"/>
                  </a:ext>
                </a:extLst>
              </p:cNvPr>
              <p:cNvSpPr/>
              <p:nvPr/>
            </p:nvSpPr>
            <p:spPr>
              <a:xfrm>
                <a:off x="9316305" y="5167584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65" name="Freeform: Shape 6964">
                <a:extLst>
                  <a:ext uri="{FF2B5EF4-FFF2-40B4-BE49-F238E27FC236}">
                    <a16:creationId xmlns:a16="http://schemas.microsoft.com/office/drawing/2014/main" id="{AF6F109B-341C-CEE8-75C1-2BDC49D4AA78}"/>
                  </a:ext>
                </a:extLst>
              </p:cNvPr>
              <p:cNvSpPr/>
              <p:nvPr/>
            </p:nvSpPr>
            <p:spPr>
              <a:xfrm>
                <a:off x="9317861" y="5167578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66" name="Freeform: Shape 6965">
                <a:extLst>
                  <a:ext uri="{FF2B5EF4-FFF2-40B4-BE49-F238E27FC236}">
                    <a16:creationId xmlns:a16="http://schemas.microsoft.com/office/drawing/2014/main" id="{58644720-A312-AAF5-61C5-DA88664774F5}"/>
                  </a:ext>
                </a:extLst>
              </p:cNvPr>
              <p:cNvSpPr/>
              <p:nvPr/>
            </p:nvSpPr>
            <p:spPr>
              <a:xfrm>
                <a:off x="9319412" y="5167587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8" y="4954"/>
                      <a:pt x="6573" y="4147"/>
                      <a:pt x="6573" y="3306"/>
                    </a:cubicBezTo>
                    <a:cubicBezTo>
                      <a:pt x="6573" y="2464"/>
                      <a:pt x="6238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4" y="1657"/>
                      <a:pt x="229" y="2464"/>
                      <a:pt x="229" y="3306"/>
                    </a:cubicBezTo>
                    <a:cubicBezTo>
                      <a:pt x="229" y="4147"/>
                      <a:pt x="564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67" name="Freeform: Shape 6966">
                <a:extLst>
                  <a:ext uri="{FF2B5EF4-FFF2-40B4-BE49-F238E27FC236}">
                    <a16:creationId xmlns:a16="http://schemas.microsoft.com/office/drawing/2014/main" id="{8B366A42-2016-6445-1171-A2BE8D524BC8}"/>
                  </a:ext>
                </a:extLst>
              </p:cNvPr>
              <p:cNvSpPr/>
              <p:nvPr/>
            </p:nvSpPr>
            <p:spPr>
              <a:xfrm>
                <a:off x="9320958" y="5167610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30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8" y="4954"/>
                      <a:pt x="6573" y="4147"/>
                      <a:pt x="6573" y="3306"/>
                    </a:cubicBezTo>
                    <a:cubicBezTo>
                      <a:pt x="6573" y="2464"/>
                      <a:pt x="6238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68" name="Freeform: Shape 6967">
                <a:extLst>
                  <a:ext uri="{FF2B5EF4-FFF2-40B4-BE49-F238E27FC236}">
                    <a16:creationId xmlns:a16="http://schemas.microsoft.com/office/drawing/2014/main" id="{0101C330-E6BD-1B4F-2C6A-C4089D5EFEEC}"/>
                  </a:ext>
                </a:extLst>
              </p:cNvPr>
              <p:cNvSpPr/>
              <p:nvPr/>
            </p:nvSpPr>
            <p:spPr>
              <a:xfrm>
                <a:off x="9322669" y="5167823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69" name="Freeform: Shape 6968">
                <a:extLst>
                  <a:ext uri="{FF2B5EF4-FFF2-40B4-BE49-F238E27FC236}">
                    <a16:creationId xmlns:a16="http://schemas.microsoft.com/office/drawing/2014/main" id="{1DB74FD8-0EFC-9937-ED30-9D875A303C39}"/>
                  </a:ext>
                </a:extLst>
              </p:cNvPr>
              <p:cNvSpPr/>
              <p:nvPr/>
            </p:nvSpPr>
            <p:spPr>
              <a:xfrm>
                <a:off x="9324036" y="5167698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70" name="Freeform: Shape 6969">
                <a:extLst>
                  <a:ext uri="{FF2B5EF4-FFF2-40B4-BE49-F238E27FC236}">
                    <a16:creationId xmlns:a16="http://schemas.microsoft.com/office/drawing/2014/main" id="{3833FE67-6442-989E-0E64-873D9C288B80}"/>
                  </a:ext>
                </a:extLst>
              </p:cNvPr>
              <p:cNvSpPr/>
              <p:nvPr/>
            </p:nvSpPr>
            <p:spPr>
              <a:xfrm>
                <a:off x="9325692" y="5167897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3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3" y="133"/>
                      <a:pt x="3401" y="133"/>
                    </a:cubicBezTo>
                    <a:cubicBezTo>
                      <a:pt x="2560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71" name="Freeform: Shape 6970">
                <a:extLst>
                  <a:ext uri="{FF2B5EF4-FFF2-40B4-BE49-F238E27FC236}">
                    <a16:creationId xmlns:a16="http://schemas.microsoft.com/office/drawing/2014/main" id="{18F2EAEA-AD06-02B5-C310-8208EBE8BDE4}"/>
                  </a:ext>
                </a:extLst>
              </p:cNvPr>
              <p:cNvSpPr/>
              <p:nvPr/>
            </p:nvSpPr>
            <p:spPr>
              <a:xfrm>
                <a:off x="9326967" y="5167709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3" y="133"/>
                      <a:pt x="3402" y="133"/>
                    </a:cubicBezTo>
                    <a:cubicBezTo>
                      <a:pt x="2560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0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72" name="Freeform: Shape 6971">
                <a:extLst>
                  <a:ext uri="{FF2B5EF4-FFF2-40B4-BE49-F238E27FC236}">
                    <a16:creationId xmlns:a16="http://schemas.microsoft.com/office/drawing/2014/main" id="{3AFE9934-24CE-B607-9FE1-1FF660548E3C}"/>
                  </a:ext>
                </a:extLst>
              </p:cNvPr>
              <p:cNvSpPr/>
              <p:nvPr/>
            </p:nvSpPr>
            <p:spPr>
              <a:xfrm>
                <a:off x="9328447" y="5167756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73" name="Freeform: Shape 6972">
                <a:extLst>
                  <a:ext uri="{FF2B5EF4-FFF2-40B4-BE49-F238E27FC236}">
                    <a16:creationId xmlns:a16="http://schemas.microsoft.com/office/drawing/2014/main" id="{D202AE38-0F91-7A07-50CB-FAB10156C23F}"/>
                  </a:ext>
                </a:extLst>
              </p:cNvPr>
              <p:cNvSpPr/>
              <p:nvPr/>
            </p:nvSpPr>
            <p:spPr>
              <a:xfrm>
                <a:off x="9329757" y="5167636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74" name="Freeform: Shape 6973">
                <a:extLst>
                  <a:ext uri="{FF2B5EF4-FFF2-40B4-BE49-F238E27FC236}">
                    <a16:creationId xmlns:a16="http://schemas.microsoft.com/office/drawing/2014/main" id="{BB4BF55E-D517-58AF-A43F-540A3B727C0A}"/>
                  </a:ext>
                </a:extLst>
              </p:cNvPr>
              <p:cNvSpPr/>
              <p:nvPr/>
            </p:nvSpPr>
            <p:spPr>
              <a:xfrm>
                <a:off x="9331105" y="5167573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3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75" name="Freeform: Shape 6974">
                <a:extLst>
                  <a:ext uri="{FF2B5EF4-FFF2-40B4-BE49-F238E27FC236}">
                    <a16:creationId xmlns:a16="http://schemas.microsoft.com/office/drawing/2014/main" id="{59F8A60A-711D-BA8B-AF9B-63D7C0A08542}"/>
                  </a:ext>
                </a:extLst>
              </p:cNvPr>
              <p:cNvSpPr/>
              <p:nvPr/>
            </p:nvSpPr>
            <p:spPr>
              <a:xfrm>
                <a:off x="9332612" y="5167704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76" name="Freeform: Shape 6975">
                <a:extLst>
                  <a:ext uri="{FF2B5EF4-FFF2-40B4-BE49-F238E27FC236}">
                    <a16:creationId xmlns:a16="http://schemas.microsoft.com/office/drawing/2014/main" id="{7E4488FE-D867-6E0A-BE00-5430850D5689}"/>
                  </a:ext>
                </a:extLst>
              </p:cNvPr>
              <p:cNvSpPr/>
              <p:nvPr/>
            </p:nvSpPr>
            <p:spPr>
              <a:xfrm>
                <a:off x="9333992" y="5167711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1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77" name="Freeform: Shape 6976">
                <a:extLst>
                  <a:ext uri="{FF2B5EF4-FFF2-40B4-BE49-F238E27FC236}">
                    <a16:creationId xmlns:a16="http://schemas.microsoft.com/office/drawing/2014/main" id="{668691D9-F8CE-3FC5-D4FB-CC059771F85C}"/>
                  </a:ext>
                </a:extLst>
              </p:cNvPr>
              <p:cNvSpPr/>
              <p:nvPr/>
            </p:nvSpPr>
            <p:spPr>
              <a:xfrm>
                <a:off x="9335168" y="5167499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78" name="Freeform: Shape 6977">
                <a:extLst>
                  <a:ext uri="{FF2B5EF4-FFF2-40B4-BE49-F238E27FC236}">
                    <a16:creationId xmlns:a16="http://schemas.microsoft.com/office/drawing/2014/main" id="{3440F37E-EEBF-E5BA-9765-9CDAA5C9DB1B}"/>
                  </a:ext>
                </a:extLst>
              </p:cNvPr>
              <p:cNvSpPr/>
              <p:nvPr/>
            </p:nvSpPr>
            <p:spPr>
              <a:xfrm>
                <a:off x="9336342" y="5167297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79" name="Freeform: Shape 6978">
                <a:extLst>
                  <a:ext uri="{FF2B5EF4-FFF2-40B4-BE49-F238E27FC236}">
                    <a16:creationId xmlns:a16="http://schemas.microsoft.com/office/drawing/2014/main" id="{0DB2D62D-D5DF-0DDB-9D66-AF1FE111F896}"/>
                  </a:ext>
                </a:extLst>
              </p:cNvPr>
              <p:cNvSpPr/>
              <p:nvPr/>
            </p:nvSpPr>
            <p:spPr>
              <a:xfrm>
                <a:off x="9337476" y="5167057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4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4" y="133"/>
                      <a:pt x="3402" y="133"/>
                    </a:cubicBezTo>
                    <a:cubicBezTo>
                      <a:pt x="2561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80" name="Freeform: Shape 6979">
                <a:extLst>
                  <a:ext uri="{FF2B5EF4-FFF2-40B4-BE49-F238E27FC236}">
                    <a16:creationId xmlns:a16="http://schemas.microsoft.com/office/drawing/2014/main" id="{9D73E9CA-613E-01CE-07DB-DA037B60F4DD}"/>
                  </a:ext>
                </a:extLst>
              </p:cNvPr>
              <p:cNvSpPr/>
              <p:nvPr/>
            </p:nvSpPr>
            <p:spPr>
              <a:xfrm>
                <a:off x="9338647" y="5166873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4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4" y="133"/>
                      <a:pt x="3402" y="133"/>
                    </a:cubicBezTo>
                    <a:cubicBezTo>
                      <a:pt x="2561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81" name="Freeform: Shape 6980">
                <a:extLst>
                  <a:ext uri="{FF2B5EF4-FFF2-40B4-BE49-F238E27FC236}">
                    <a16:creationId xmlns:a16="http://schemas.microsoft.com/office/drawing/2014/main" id="{CF32CFC5-8892-5617-B385-B1E043C79B04}"/>
                  </a:ext>
                </a:extLst>
              </p:cNvPr>
              <p:cNvSpPr/>
              <p:nvPr/>
            </p:nvSpPr>
            <p:spPr>
              <a:xfrm>
                <a:off x="9340127" y="5167077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4" y="133"/>
                      <a:pt x="3403" y="133"/>
                    </a:cubicBezTo>
                    <a:cubicBezTo>
                      <a:pt x="2561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1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82" name="Freeform: Shape 6981">
                <a:extLst>
                  <a:ext uri="{FF2B5EF4-FFF2-40B4-BE49-F238E27FC236}">
                    <a16:creationId xmlns:a16="http://schemas.microsoft.com/office/drawing/2014/main" id="{2979F988-6561-2343-D7B1-1DC2FA414CDF}"/>
                  </a:ext>
                </a:extLst>
              </p:cNvPr>
              <p:cNvSpPr/>
              <p:nvPr/>
            </p:nvSpPr>
            <p:spPr>
              <a:xfrm>
                <a:off x="9341292" y="5166915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83" name="Freeform: Shape 6982">
                <a:extLst>
                  <a:ext uri="{FF2B5EF4-FFF2-40B4-BE49-F238E27FC236}">
                    <a16:creationId xmlns:a16="http://schemas.microsoft.com/office/drawing/2014/main" id="{D6D9AB00-5AA2-CB3C-4A63-61A2FD484319}"/>
                  </a:ext>
                </a:extLst>
              </p:cNvPr>
              <p:cNvSpPr/>
              <p:nvPr/>
            </p:nvSpPr>
            <p:spPr>
              <a:xfrm>
                <a:off x="9342838" y="5167239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84" name="Freeform: Shape 6983">
                <a:extLst>
                  <a:ext uri="{FF2B5EF4-FFF2-40B4-BE49-F238E27FC236}">
                    <a16:creationId xmlns:a16="http://schemas.microsoft.com/office/drawing/2014/main" id="{ACF22091-1F13-3D23-4A3B-A1F0443DDD13}"/>
                  </a:ext>
                </a:extLst>
              </p:cNvPr>
              <p:cNvSpPr/>
              <p:nvPr/>
            </p:nvSpPr>
            <p:spPr>
              <a:xfrm>
                <a:off x="9344186" y="5167338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4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85" name="Freeform: Shape 6984">
                <a:extLst>
                  <a:ext uri="{FF2B5EF4-FFF2-40B4-BE49-F238E27FC236}">
                    <a16:creationId xmlns:a16="http://schemas.microsoft.com/office/drawing/2014/main" id="{D3625850-4A51-67B0-28EF-A3B2AC04F80E}"/>
                  </a:ext>
                </a:extLst>
              </p:cNvPr>
              <p:cNvSpPr/>
              <p:nvPr/>
            </p:nvSpPr>
            <p:spPr>
              <a:xfrm>
                <a:off x="9345642" y="5167593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86" name="Freeform: Shape 6985">
                <a:extLst>
                  <a:ext uri="{FF2B5EF4-FFF2-40B4-BE49-F238E27FC236}">
                    <a16:creationId xmlns:a16="http://schemas.microsoft.com/office/drawing/2014/main" id="{E797A0B3-3780-3EFD-A8D2-DA8F56079F87}"/>
                  </a:ext>
                </a:extLst>
              </p:cNvPr>
              <p:cNvSpPr/>
              <p:nvPr/>
            </p:nvSpPr>
            <p:spPr>
              <a:xfrm>
                <a:off x="9346867" y="5167571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87" name="Freeform: Shape 6986">
                <a:extLst>
                  <a:ext uri="{FF2B5EF4-FFF2-40B4-BE49-F238E27FC236}">
                    <a16:creationId xmlns:a16="http://schemas.microsoft.com/office/drawing/2014/main" id="{9ACB626C-2BC4-58D8-F7C5-7EA92FA1DF11}"/>
                  </a:ext>
                </a:extLst>
              </p:cNvPr>
              <p:cNvSpPr/>
              <p:nvPr/>
            </p:nvSpPr>
            <p:spPr>
              <a:xfrm>
                <a:off x="9348162" y="5167656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88" name="Freeform: Shape 6987">
                <a:extLst>
                  <a:ext uri="{FF2B5EF4-FFF2-40B4-BE49-F238E27FC236}">
                    <a16:creationId xmlns:a16="http://schemas.microsoft.com/office/drawing/2014/main" id="{22D3DE36-AC0A-95DC-B5FE-B9022C2A1943}"/>
                  </a:ext>
                </a:extLst>
              </p:cNvPr>
              <p:cNvSpPr/>
              <p:nvPr/>
            </p:nvSpPr>
            <p:spPr>
              <a:xfrm>
                <a:off x="9349380" y="5167654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89" name="Freeform: Shape 6988">
                <a:extLst>
                  <a:ext uri="{FF2B5EF4-FFF2-40B4-BE49-F238E27FC236}">
                    <a16:creationId xmlns:a16="http://schemas.microsoft.com/office/drawing/2014/main" id="{E0A61956-9455-1504-8B92-49E7748DBE7E}"/>
                  </a:ext>
                </a:extLst>
              </p:cNvPr>
              <p:cNvSpPr/>
              <p:nvPr/>
            </p:nvSpPr>
            <p:spPr>
              <a:xfrm>
                <a:off x="9350521" y="5167564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3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90" name="Freeform: Shape 6989">
                <a:extLst>
                  <a:ext uri="{FF2B5EF4-FFF2-40B4-BE49-F238E27FC236}">
                    <a16:creationId xmlns:a16="http://schemas.microsoft.com/office/drawing/2014/main" id="{B08C17F0-4BDB-2648-0C26-FC20112FC996}"/>
                  </a:ext>
                </a:extLst>
              </p:cNvPr>
              <p:cNvSpPr/>
              <p:nvPr/>
            </p:nvSpPr>
            <p:spPr>
              <a:xfrm>
                <a:off x="9351876" y="5167780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4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91" name="Freeform: Shape 6990">
                <a:extLst>
                  <a:ext uri="{FF2B5EF4-FFF2-40B4-BE49-F238E27FC236}">
                    <a16:creationId xmlns:a16="http://schemas.microsoft.com/office/drawing/2014/main" id="{1D07E564-3741-CB1D-C6EC-A6CD265398D5}"/>
                  </a:ext>
                </a:extLst>
              </p:cNvPr>
              <p:cNvSpPr/>
              <p:nvPr/>
            </p:nvSpPr>
            <p:spPr>
              <a:xfrm>
                <a:off x="9353297" y="5168107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92" name="Freeform: Shape 6991">
                <a:extLst>
                  <a:ext uri="{FF2B5EF4-FFF2-40B4-BE49-F238E27FC236}">
                    <a16:creationId xmlns:a16="http://schemas.microsoft.com/office/drawing/2014/main" id="{74DB181E-5E68-2D22-00C9-2DFD0DD2D2E6}"/>
                  </a:ext>
                </a:extLst>
              </p:cNvPr>
              <p:cNvSpPr/>
              <p:nvPr/>
            </p:nvSpPr>
            <p:spPr>
              <a:xfrm>
                <a:off x="9354532" y="5168197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93" name="Freeform: Shape 6992">
                <a:extLst>
                  <a:ext uri="{FF2B5EF4-FFF2-40B4-BE49-F238E27FC236}">
                    <a16:creationId xmlns:a16="http://schemas.microsoft.com/office/drawing/2014/main" id="{BDFD7927-1E8F-3736-C879-BED418D75814}"/>
                  </a:ext>
                </a:extLst>
              </p:cNvPr>
              <p:cNvSpPr/>
              <p:nvPr/>
            </p:nvSpPr>
            <p:spPr>
              <a:xfrm>
                <a:off x="9355798" y="5168348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94" name="Freeform: Shape 6993">
                <a:extLst>
                  <a:ext uri="{FF2B5EF4-FFF2-40B4-BE49-F238E27FC236}">
                    <a16:creationId xmlns:a16="http://schemas.microsoft.com/office/drawing/2014/main" id="{836C43BD-7B22-0146-35C9-2C1D4AED316D}"/>
                  </a:ext>
                </a:extLst>
              </p:cNvPr>
              <p:cNvSpPr/>
              <p:nvPr/>
            </p:nvSpPr>
            <p:spPr>
              <a:xfrm>
                <a:off x="9356990" y="5168409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5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2" y="2464"/>
                      <a:pt x="232" y="3306"/>
                    </a:cubicBezTo>
                    <a:cubicBezTo>
                      <a:pt x="232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95" name="Freeform: Shape 6994">
                <a:extLst>
                  <a:ext uri="{FF2B5EF4-FFF2-40B4-BE49-F238E27FC236}">
                    <a16:creationId xmlns:a16="http://schemas.microsoft.com/office/drawing/2014/main" id="{C755C026-0C87-5F0E-690B-AA0D63DF7FD4}"/>
                  </a:ext>
                </a:extLst>
              </p:cNvPr>
              <p:cNvSpPr/>
              <p:nvPr/>
            </p:nvSpPr>
            <p:spPr>
              <a:xfrm>
                <a:off x="9358107" y="5168379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6" y="4147"/>
                      <a:pt x="6576" y="3306"/>
                    </a:cubicBezTo>
                    <a:cubicBezTo>
                      <a:pt x="6576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2" y="2464"/>
                      <a:pt x="232" y="3306"/>
                    </a:cubicBezTo>
                    <a:cubicBezTo>
                      <a:pt x="232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96" name="Freeform: Shape 6995">
                <a:extLst>
                  <a:ext uri="{FF2B5EF4-FFF2-40B4-BE49-F238E27FC236}">
                    <a16:creationId xmlns:a16="http://schemas.microsoft.com/office/drawing/2014/main" id="{518367E9-13A4-D21F-93B9-93081A185253}"/>
                  </a:ext>
                </a:extLst>
              </p:cNvPr>
              <p:cNvSpPr/>
              <p:nvPr/>
            </p:nvSpPr>
            <p:spPr>
              <a:xfrm>
                <a:off x="9359120" y="5168206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3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6" y="4147"/>
                      <a:pt x="6576" y="3306"/>
                    </a:cubicBezTo>
                    <a:cubicBezTo>
                      <a:pt x="6576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97" name="Freeform: Shape 6996">
                <a:extLst>
                  <a:ext uri="{FF2B5EF4-FFF2-40B4-BE49-F238E27FC236}">
                    <a16:creationId xmlns:a16="http://schemas.microsoft.com/office/drawing/2014/main" id="{CBD2C579-5CDE-1C07-532D-E1B6867F4300}"/>
                  </a:ext>
                </a:extLst>
              </p:cNvPr>
              <p:cNvSpPr/>
              <p:nvPr/>
            </p:nvSpPr>
            <p:spPr>
              <a:xfrm>
                <a:off x="9360164" y="5168092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98" name="Freeform: Shape 6997">
                <a:extLst>
                  <a:ext uri="{FF2B5EF4-FFF2-40B4-BE49-F238E27FC236}">
                    <a16:creationId xmlns:a16="http://schemas.microsoft.com/office/drawing/2014/main" id="{2E4BB145-FE6F-F838-1A62-FE27FB665463}"/>
                  </a:ext>
                </a:extLst>
              </p:cNvPr>
              <p:cNvSpPr/>
              <p:nvPr/>
            </p:nvSpPr>
            <p:spPr>
              <a:xfrm>
                <a:off x="9361275" y="5168088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999" name="Freeform: Shape 6998">
                <a:extLst>
                  <a:ext uri="{FF2B5EF4-FFF2-40B4-BE49-F238E27FC236}">
                    <a16:creationId xmlns:a16="http://schemas.microsoft.com/office/drawing/2014/main" id="{0CC7347E-91F4-4185-7D97-43920AAA1786}"/>
                  </a:ext>
                </a:extLst>
              </p:cNvPr>
              <p:cNvSpPr/>
              <p:nvPr/>
            </p:nvSpPr>
            <p:spPr>
              <a:xfrm>
                <a:off x="9362382" y="5168093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00" name="Freeform: Shape 6999">
                <a:extLst>
                  <a:ext uri="{FF2B5EF4-FFF2-40B4-BE49-F238E27FC236}">
                    <a16:creationId xmlns:a16="http://schemas.microsoft.com/office/drawing/2014/main" id="{77F894BD-3B01-2EDF-B04C-585A81AC4FDF}"/>
                  </a:ext>
                </a:extLst>
              </p:cNvPr>
              <p:cNvSpPr/>
              <p:nvPr/>
            </p:nvSpPr>
            <p:spPr>
              <a:xfrm>
                <a:off x="9363585" y="5168261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4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01" name="Freeform: Shape 7000">
                <a:extLst>
                  <a:ext uri="{FF2B5EF4-FFF2-40B4-BE49-F238E27FC236}">
                    <a16:creationId xmlns:a16="http://schemas.microsoft.com/office/drawing/2014/main" id="{0B5F4849-B2ED-E8CB-4739-F65D038569FD}"/>
                  </a:ext>
                </a:extLst>
              </p:cNvPr>
              <p:cNvSpPr/>
              <p:nvPr/>
            </p:nvSpPr>
            <p:spPr>
              <a:xfrm>
                <a:off x="9364653" y="5168232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5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02" name="Freeform: Shape 7001">
                <a:extLst>
                  <a:ext uri="{FF2B5EF4-FFF2-40B4-BE49-F238E27FC236}">
                    <a16:creationId xmlns:a16="http://schemas.microsoft.com/office/drawing/2014/main" id="{F67447A7-8AE7-7625-2013-6A8DB9A2432E}"/>
                  </a:ext>
                </a:extLst>
              </p:cNvPr>
              <p:cNvSpPr/>
              <p:nvPr/>
            </p:nvSpPr>
            <p:spPr>
              <a:xfrm>
                <a:off x="9365685" y="5168160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03" name="Freeform: Shape 7002">
                <a:extLst>
                  <a:ext uri="{FF2B5EF4-FFF2-40B4-BE49-F238E27FC236}">
                    <a16:creationId xmlns:a16="http://schemas.microsoft.com/office/drawing/2014/main" id="{C2A07440-75EC-3984-84B0-DD2344C140A3}"/>
                  </a:ext>
                </a:extLst>
              </p:cNvPr>
              <p:cNvSpPr/>
              <p:nvPr/>
            </p:nvSpPr>
            <p:spPr>
              <a:xfrm>
                <a:off x="9366779" y="5168200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04" name="Freeform: Shape 7003">
                <a:extLst>
                  <a:ext uri="{FF2B5EF4-FFF2-40B4-BE49-F238E27FC236}">
                    <a16:creationId xmlns:a16="http://schemas.microsoft.com/office/drawing/2014/main" id="{EF481D24-E7FB-749D-933E-253C9D45FC09}"/>
                  </a:ext>
                </a:extLst>
              </p:cNvPr>
              <p:cNvSpPr/>
              <p:nvPr/>
            </p:nvSpPr>
            <p:spPr>
              <a:xfrm>
                <a:off x="9367838" y="5168196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05" name="Freeform: Shape 7004">
                <a:extLst>
                  <a:ext uri="{FF2B5EF4-FFF2-40B4-BE49-F238E27FC236}">
                    <a16:creationId xmlns:a16="http://schemas.microsoft.com/office/drawing/2014/main" id="{2E1AA319-4DAC-BFE1-89BF-C6C109CCF50E}"/>
                  </a:ext>
                </a:extLst>
              </p:cNvPr>
              <p:cNvSpPr/>
              <p:nvPr/>
            </p:nvSpPr>
            <p:spPr>
              <a:xfrm>
                <a:off x="9368831" y="5168096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06" name="Freeform: Shape 7005">
                <a:extLst>
                  <a:ext uri="{FF2B5EF4-FFF2-40B4-BE49-F238E27FC236}">
                    <a16:creationId xmlns:a16="http://schemas.microsoft.com/office/drawing/2014/main" id="{9CC6025D-7CDD-EFE3-67F9-389E39BEE26F}"/>
                  </a:ext>
                </a:extLst>
              </p:cNvPr>
              <p:cNvSpPr/>
              <p:nvPr/>
            </p:nvSpPr>
            <p:spPr>
              <a:xfrm>
                <a:off x="9369884" y="5168108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07" name="Freeform: Shape 7006">
                <a:extLst>
                  <a:ext uri="{FF2B5EF4-FFF2-40B4-BE49-F238E27FC236}">
                    <a16:creationId xmlns:a16="http://schemas.microsoft.com/office/drawing/2014/main" id="{B89049B0-27FE-8C78-450E-6C97667EA15B}"/>
                  </a:ext>
                </a:extLst>
              </p:cNvPr>
              <p:cNvSpPr/>
              <p:nvPr/>
            </p:nvSpPr>
            <p:spPr>
              <a:xfrm>
                <a:off x="9370904" y="5168076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08" name="Freeform: Shape 7007">
                <a:extLst>
                  <a:ext uri="{FF2B5EF4-FFF2-40B4-BE49-F238E27FC236}">
                    <a16:creationId xmlns:a16="http://schemas.microsoft.com/office/drawing/2014/main" id="{093C6D8E-EF29-B4AA-20FD-51D3223AE9D7}"/>
                  </a:ext>
                </a:extLst>
              </p:cNvPr>
              <p:cNvSpPr/>
              <p:nvPr/>
            </p:nvSpPr>
            <p:spPr>
              <a:xfrm>
                <a:off x="9371952" y="5168104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4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09" name="Freeform: Shape 7008">
                <a:extLst>
                  <a:ext uri="{FF2B5EF4-FFF2-40B4-BE49-F238E27FC236}">
                    <a16:creationId xmlns:a16="http://schemas.microsoft.com/office/drawing/2014/main" id="{F09BE949-AD46-0017-AD7E-45EB59166CC0}"/>
                  </a:ext>
                </a:extLst>
              </p:cNvPr>
              <p:cNvSpPr/>
              <p:nvPr/>
            </p:nvSpPr>
            <p:spPr>
              <a:xfrm>
                <a:off x="9373027" y="5168194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10" name="Freeform: Shape 7009">
                <a:extLst>
                  <a:ext uri="{FF2B5EF4-FFF2-40B4-BE49-F238E27FC236}">
                    <a16:creationId xmlns:a16="http://schemas.microsoft.com/office/drawing/2014/main" id="{AD8D558A-7699-5B5F-02EB-91E70EF391A1}"/>
                  </a:ext>
                </a:extLst>
              </p:cNvPr>
              <p:cNvSpPr/>
              <p:nvPr/>
            </p:nvSpPr>
            <p:spPr>
              <a:xfrm>
                <a:off x="9374098" y="5168292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11" name="Freeform: Shape 7010">
                <a:extLst>
                  <a:ext uri="{FF2B5EF4-FFF2-40B4-BE49-F238E27FC236}">
                    <a16:creationId xmlns:a16="http://schemas.microsoft.com/office/drawing/2014/main" id="{B48C690F-48F7-2D59-59F7-8CF54621B726}"/>
                  </a:ext>
                </a:extLst>
              </p:cNvPr>
              <p:cNvSpPr/>
              <p:nvPr/>
            </p:nvSpPr>
            <p:spPr>
              <a:xfrm>
                <a:off x="9375224" y="5168506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12" name="Freeform: Shape 7011">
                <a:extLst>
                  <a:ext uri="{FF2B5EF4-FFF2-40B4-BE49-F238E27FC236}">
                    <a16:creationId xmlns:a16="http://schemas.microsoft.com/office/drawing/2014/main" id="{D6188A63-2EFE-9C51-9382-B5651C87E463}"/>
                  </a:ext>
                </a:extLst>
              </p:cNvPr>
              <p:cNvSpPr/>
              <p:nvPr/>
            </p:nvSpPr>
            <p:spPr>
              <a:xfrm>
                <a:off x="9376287" y="5168622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7" y="6479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5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13" name="Freeform: Shape 7012">
                <a:extLst>
                  <a:ext uri="{FF2B5EF4-FFF2-40B4-BE49-F238E27FC236}">
                    <a16:creationId xmlns:a16="http://schemas.microsoft.com/office/drawing/2014/main" id="{F41A95A5-5DF3-D131-B813-8BDECCE9C326}"/>
                  </a:ext>
                </a:extLst>
              </p:cNvPr>
              <p:cNvSpPr/>
              <p:nvPr/>
            </p:nvSpPr>
            <p:spPr>
              <a:xfrm>
                <a:off x="9377259" y="5168583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6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14" name="Freeform: Shape 7013">
                <a:extLst>
                  <a:ext uri="{FF2B5EF4-FFF2-40B4-BE49-F238E27FC236}">
                    <a16:creationId xmlns:a16="http://schemas.microsoft.com/office/drawing/2014/main" id="{00B4710A-F510-DB4C-EFC0-0367F947C256}"/>
                  </a:ext>
                </a:extLst>
              </p:cNvPr>
              <p:cNvSpPr/>
              <p:nvPr/>
            </p:nvSpPr>
            <p:spPr>
              <a:xfrm>
                <a:off x="9378485" y="5169039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15" name="Freeform: Shape 7014">
                <a:extLst>
                  <a:ext uri="{FF2B5EF4-FFF2-40B4-BE49-F238E27FC236}">
                    <a16:creationId xmlns:a16="http://schemas.microsoft.com/office/drawing/2014/main" id="{90EDC113-81C8-24CA-82AF-72189A6D91F3}"/>
                  </a:ext>
                </a:extLst>
              </p:cNvPr>
              <p:cNvSpPr/>
              <p:nvPr/>
            </p:nvSpPr>
            <p:spPr>
              <a:xfrm>
                <a:off x="9379507" y="5169126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16" name="Freeform: Shape 7015">
                <a:extLst>
                  <a:ext uri="{FF2B5EF4-FFF2-40B4-BE49-F238E27FC236}">
                    <a16:creationId xmlns:a16="http://schemas.microsoft.com/office/drawing/2014/main" id="{ED6DBBF5-74ED-0955-ADB1-B94C66687101}"/>
                  </a:ext>
                </a:extLst>
              </p:cNvPr>
              <p:cNvSpPr/>
              <p:nvPr/>
            </p:nvSpPr>
            <p:spPr>
              <a:xfrm>
                <a:off x="9380524" y="5169220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17" name="Freeform: Shape 7016">
                <a:extLst>
                  <a:ext uri="{FF2B5EF4-FFF2-40B4-BE49-F238E27FC236}">
                    <a16:creationId xmlns:a16="http://schemas.microsoft.com/office/drawing/2014/main" id="{F616D3D8-166E-678F-5E94-5CBD20603177}"/>
                  </a:ext>
                </a:extLst>
              </p:cNvPr>
              <p:cNvSpPr/>
              <p:nvPr/>
            </p:nvSpPr>
            <p:spPr>
              <a:xfrm>
                <a:off x="9381538" y="5169322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7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18" name="Freeform: Shape 7017">
                <a:extLst>
                  <a:ext uri="{FF2B5EF4-FFF2-40B4-BE49-F238E27FC236}">
                    <a16:creationId xmlns:a16="http://schemas.microsoft.com/office/drawing/2014/main" id="{FEEF5998-7FED-B8A8-92F6-68B52E6A6F7E}"/>
                  </a:ext>
                </a:extLst>
              </p:cNvPr>
              <p:cNvSpPr/>
              <p:nvPr/>
            </p:nvSpPr>
            <p:spPr>
              <a:xfrm>
                <a:off x="9382386" y="5169103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7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4" y="2464"/>
                      <a:pt x="234" y="3306"/>
                    </a:cubicBezTo>
                    <a:cubicBezTo>
                      <a:pt x="234" y="4147"/>
                      <a:pt x="569" y="4954"/>
                      <a:pt x="1163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19" name="Freeform: Shape 7018">
                <a:extLst>
                  <a:ext uri="{FF2B5EF4-FFF2-40B4-BE49-F238E27FC236}">
                    <a16:creationId xmlns:a16="http://schemas.microsoft.com/office/drawing/2014/main" id="{56403AEB-E7AD-2E35-396C-A6F5F71B7863}"/>
                  </a:ext>
                </a:extLst>
              </p:cNvPr>
              <p:cNvSpPr/>
              <p:nvPr/>
            </p:nvSpPr>
            <p:spPr>
              <a:xfrm>
                <a:off x="9383367" y="5169164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4" y="2464"/>
                      <a:pt x="234" y="3306"/>
                    </a:cubicBezTo>
                    <a:cubicBezTo>
                      <a:pt x="234" y="4147"/>
                      <a:pt x="569" y="4954"/>
                      <a:pt x="1163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20" name="Freeform: Shape 7019">
                <a:extLst>
                  <a:ext uri="{FF2B5EF4-FFF2-40B4-BE49-F238E27FC236}">
                    <a16:creationId xmlns:a16="http://schemas.microsoft.com/office/drawing/2014/main" id="{01B80A89-A9F1-D150-5867-E2587CDF6283}"/>
                  </a:ext>
                </a:extLst>
              </p:cNvPr>
              <p:cNvSpPr/>
              <p:nvPr/>
            </p:nvSpPr>
            <p:spPr>
              <a:xfrm>
                <a:off x="9384240" y="5169013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5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3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21" name="Freeform: Shape 7020">
                <a:extLst>
                  <a:ext uri="{FF2B5EF4-FFF2-40B4-BE49-F238E27FC236}">
                    <a16:creationId xmlns:a16="http://schemas.microsoft.com/office/drawing/2014/main" id="{3FCC442B-DA80-D394-8503-2BF402759907}"/>
                  </a:ext>
                </a:extLst>
              </p:cNvPr>
              <p:cNvSpPr/>
              <p:nvPr/>
            </p:nvSpPr>
            <p:spPr>
              <a:xfrm>
                <a:off x="9385139" y="5168922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22" name="Freeform: Shape 7021">
                <a:extLst>
                  <a:ext uri="{FF2B5EF4-FFF2-40B4-BE49-F238E27FC236}">
                    <a16:creationId xmlns:a16="http://schemas.microsoft.com/office/drawing/2014/main" id="{F5AA2C24-91FD-3C67-C06E-4447E0608D92}"/>
                  </a:ext>
                </a:extLst>
              </p:cNvPr>
              <p:cNvSpPr/>
              <p:nvPr/>
            </p:nvSpPr>
            <p:spPr>
              <a:xfrm>
                <a:off x="9386010" y="5168783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23" name="Freeform: Shape 7022">
                <a:extLst>
                  <a:ext uri="{FF2B5EF4-FFF2-40B4-BE49-F238E27FC236}">
                    <a16:creationId xmlns:a16="http://schemas.microsoft.com/office/drawing/2014/main" id="{A86CA55D-A414-CDFB-EF44-75F955D9BCE9}"/>
                  </a:ext>
                </a:extLst>
              </p:cNvPr>
              <p:cNvSpPr/>
              <p:nvPr/>
            </p:nvSpPr>
            <p:spPr>
              <a:xfrm>
                <a:off x="9386576" y="5167982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24" name="Freeform: Shape 7023">
                <a:extLst>
                  <a:ext uri="{FF2B5EF4-FFF2-40B4-BE49-F238E27FC236}">
                    <a16:creationId xmlns:a16="http://schemas.microsoft.com/office/drawing/2014/main" id="{F47C7FA9-256C-C156-81C7-E91D2BE06D31}"/>
                  </a:ext>
                </a:extLst>
              </p:cNvPr>
              <p:cNvSpPr/>
              <p:nvPr/>
            </p:nvSpPr>
            <p:spPr>
              <a:xfrm>
                <a:off x="9388003" y="5169079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25" name="Freeform: Shape 7024">
                <a:extLst>
                  <a:ext uri="{FF2B5EF4-FFF2-40B4-BE49-F238E27FC236}">
                    <a16:creationId xmlns:a16="http://schemas.microsoft.com/office/drawing/2014/main" id="{898620BC-565F-737C-89B6-4945BEBAEAA1}"/>
                  </a:ext>
                </a:extLst>
              </p:cNvPr>
              <p:cNvSpPr/>
              <p:nvPr/>
            </p:nvSpPr>
            <p:spPr>
              <a:xfrm>
                <a:off x="9389365" y="5170077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2"/>
                    </a:cubicBezTo>
                    <a:cubicBezTo>
                      <a:pt x="5054" y="468"/>
                      <a:pt x="4248" y="133"/>
                      <a:pt x="3406" y="133"/>
                    </a:cubicBezTo>
                    <a:cubicBezTo>
                      <a:pt x="2565" y="133"/>
                      <a:pt x="1759" y="468"/>
                      <a:pt x="1164" y="1062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26" name="Freeform: Shape 7025">
                <a:extLst>
                  <a:ext uri="{FF2B5EF4-FFF2-40B4-BE49-F238E27FC236}">
                    <a16:creationId xmlns:a16="http://schemas.microsoft.com/office/drawing/2014/main" id="{3E4793A8-9EB7-05A1-1553-BFAF5B9B99B2}"/>
                  </a:ext>
                </a:extLst>
              </p:cNvPr>
              <p:cNvSpPr/>
              <p:nvPr/>
            </p:nvSpPr>
            <p:spPr>
              <a:xfrm>
                <a:off x="9390419" y="517041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27" name="Freeform: Shape 7026">
                <a:extLst>
                  <a:ext uri="{FF2B5EF4-FFF2-40B4-BE49-F238E27FC236}">
                    <a16:creationId xmlns:a16="http://schemas.microsoft.com/office/drawing/2014/main" id="{A552C99D-3EFB-77E3-49D6-4BEE5EA2F2B2}"/>
                  </a:ext>
                </a:extLst>
              </p:cNvPr>
              <p:cNvSpPr/>
              <p:nvPr/>
            </p:nvSpPr>
            <p:spPr>
              <a:xfrm>
                <a:off x="9391154" y="517002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28" name="Freeform: Shape 7027">
                <a:extLst>
                  <a:ext uri="{FF2B5EF4-FFF2-40B4-BE49-F238E27FC236}">
                    <a16:creationId xmlns:a16="http://schemas.microsoft.com/office/drawing/2014/main" id="{D1D93C9B-E61B-2297-E4E4-694177BBD00A}"/>
                  </a:ext>
                </a:extLst>
              </p:cNvPr>
              <p:cNvSpPr/>
              <p:nvPr/>
            </p:nvSpPr>
            <p:spPr>
              <a:xfrm>
                <a:off x="9391987" y="516987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29" name="Freeform: Shape 7028">
                <a:extLst>
                  <a:ext uri="{FF2B5EF4-FFF2-40B4-BE49-F238E27FC236}">
                    <a16:creationId xmlns:a16="http://schemas.microsoft.com/office/drawing/2014/main" id="{16F723F5-3BF8-63E1-85BA-9FE74505C062}"/>
                  </a:ext>
                </a:extLst>
              </p:cNvPr>
              <p:cNvSpPr/>
              <p:nvPr/>
            </p:nvSpPr>
            <p:spPr>
              <a:xfrm>
                <a:off x="9392562" y="516910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30" name="Freeform: Shape 7029">
                <a:extLst>
                  <a:ext uri="{FF2B5EF4-FFF2-40B4-BE49-F238E27FC236}">
                    <a16:creationId xmlns:a16="http://schemas.microsoft.com/office/drawing/2014/main" id="{29323453-D4BA-A60A-DD81-51188181BF86}"/>
                  </a:ext>
                </a:extLst>
              </p:cNvPr>
              <p:cNvSpPr/>
              <p:nvPr/>
            </p:nvSpPr>
            <p:spPr>
              <a:xfrm>
                <a:off x="9393398" y="516895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31" name="Freeform: Shape 7030">
                <a:extLst>
                  <a:ext uri="{FF2B5EF4-FFF2-40B4-BE49-F238E27FC236}">
                    <a16:creationId xmlns:a16="http://schemas.microsoft.com/office/drawing/2014/main" id="{18B73E94-D502-9FD4-68E3-79D20563AE37}"/>
                  </a:ext>
                </a:extLst>
              </p:cNvPr>
              <p:cNvSpPr/>
              <p:nvPr/>
            </p:nvSpPr>
            <p:spPr>
              <a:xfrm>
                <a:off x="9394348" y="516910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32" name="Freeform: Shape 7031">
                <a:extLst>
                  <a:ext uri="{FF2B5EF4-FFF2-40B4-BE49-F238E27FC236}">
                    <a16:creationId xmlns:a16="http://schemas.microsoft.com/office/drawing/2014/main" id="{C85C2EF1-4021-0C00-2476-43FFB704F178}"/>
                  </a:ext>
                </a:extLst>
              </p:cNvPr>
              <p:cNvSpPr/>
              <p:nvPr/>
            </p:nvSpPr>
            <p:spPr>
              <a:xfrm>
                <a:off x="9395159" y="516890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33" name="Freeform: Shape 7032">
                <a:extLst>
                  <a:ext uri="{FF2B5EF4-FFF2-40B4-BE49-F238E27FC236}">
                    <a16:creationId xmlns:a16="http://schemas.microsoft.com/office/drawing/2014/main" id="{1A03C513-89A1-EAA7-A712-9CD121CF4693}"/>
                  </a:ext>
                </a:extLst>
              </p:cNvPr>
              <p:cNvSpPr/>
              <p:nvPr/>
            </p:nvSpPr>
            <p:spPr>
              <a:xfrm>
                <a:off x="9396060" y="516895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34" name="Freeform: Shape 7033">
                <a:extLst>
                  <a:ext uri="{FF2B5EF4-FFF2-40B4-BE49-F238E27FC236}">
                    <a16:creationId xmlns:a16="http://schemas.microsoft.com/office/drawing/2014/main" id="{41E25B23-ACA7-CCF7-167D-57D4E9F9B925}"/>
                  </a:ext>
                </a:extLst>
              </p:cNvPr>
              <p:cNvSpPr/>
              <p:nvPr/>
            </p:nvSpPr>
            <p:spPr>
              <a:xfrm>
                <a:off x="9396871" y="516877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35" name="Freeform: Shape 7034">
                <a:extLst>
                  <a:ext uri="{FF2B5EF4-FFF2-40B4-BE49-F238E27FC236}">
                    <a16:creationId xmlns:a16="http://schemas.microsoft.com/office/drawing/2014/main" id="{6E66C897-28CB-0BF5-80E7-C042B248CF1B}"/>
                  </a:ext>
                </a:extLst>
              </p:cNvPr>
              <p:cNvSpPr/>
              <p:nvPr/>
            </p:nvSpPr>
            <p:spPr>
              <a:xfrm>
                <a:off x="9397768" y="516882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36" name="Freeform: Shape 7035">
                <a:extLst>
                  <a:ext uri="{FF2B5EF4-FFF2-40B4-BE49-F238E27FC236}">
                    <a16:creationId xmlns:a16="http://schemas.microsoft.com/office/drawing/2014/main" id="{A104F79F-242B-201B-538E-99F40BC5BF5D}"/>
                  </a:ext>
                </a:extLst>
              </p:cNvPr>
              <p:cNvSpPr/>
              <p:nvPr/>
            </p:nvSpPr>
            <p:spPr>
              <a:xfrm>
                <a:off x="9398725" y="516906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37" name="Freeform: Shape 7036">
                <a:extLst>
                  <a:ext uri="{FF2B5EF4-FFF2-40B4-BE49-F238E27FC236}">
                    <a16:creationId xmlns:a16="http://schemas.microsoft.com/office/drawing/2014/main" id="{9CD223D9-5C09-BA38-930C-731ADB5F3A75}"/>
                  </a:ext>
                </a:extLst>
              </p:cNvPr>
              <p:cNvSpPr/>
              <p:nvPr/>
            </p:nvSpPr>
            <p:spPr>
              <a:xfrm>
                <a:off x="9399575" y="516901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38" name="Freeform: Shape 7037">
                <a:extLst>
                  <a:ext uri="{FF2B5EF4-FFF2-40B4-BE49-F238E27FC236}">
                    <a16:creationId xmlns:a16="http://schemas.microsoft.com/office/drawing/2014/main" id="{A0E0A702-BE97-C08C-0966-E6A043978688}"/>
                  </a:ext>
                </a:extLst>
              </p:cNvPr>
              <p:cNvSpPr/>
              <p:nvPr/>
            </p:nvSpPr>
            <p:spPr>
              <a:xfrm>
                <a:off x="9400383" y="516885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39" name="Freeform: Shape 7038">
                <a:extLst>
                  <a:ext uri="{FF2B5EF4-FFF2-40B4-BE49-F238E27FC236}">
                    <a16:creationId xmlns:a16="http://schemas.microsoft.com/office/drawing/2014/main" id="{6BEC80B8-9568-371B-60DE-245D3DD846BD}"/>
                  </a:ext>
                </a:extLst>
              </p:cNvPr>
              <p:cNvSpPr/>
              <p:nvPr/>
            </p:nvSpPr>
            <p:spPr>
              <a:xfrm>
                <a:off x="9401290" y="516899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7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40" name="Freeform: Shape 7039">
                <a:extLst>
                  <a:ext uri="{FF2B5EF4-FFF2-40B4-BE49-F238E27FC236}">
                    <a16:creationId xmlns:a16="http://schemas.microsoft.com/office/drawing/2014/main" id="{932BDEC1-770E-444F-59B2-A3812CEFB929}"/>
                  </a:ext>
                </a:extLst>
              </p:cNvPr>
              <p:cNvSpPr/>
              <p:nvPr/>
            </p:nvSpPr>
            <p:spPr>
              <a:xfrm>
                <a:off x="9402097" y="516884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7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41" name="Freeform: Shape 7040">
                <a:extLst>
                  <a:ext uri="{FF2B5EF4-FFF2-40B4-BE49-F238E27FC236}">
                    <a16:creationId xmlns:a16="http://schemas.microsoft.com/office/drawing/2014/main" id="{AFB809B3-D28B-9671-BCC6-56EDB5348173}"/>
                  </a:ext>
                </a:extLst>
              </p:cNvPr>
              <p:cNvSpPr/>
              <p:nvPr/>
            </p:nvSpPr>
            <p:spPr>
              <a:xfrm>
                <a:off x="9403038" y="516911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8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42" name="Freeform: Shape 7041">
                <a:extLst>
                  <a:ext uri="{FF2B5EF4-FFF2-40B4-BE49-F238E27FC236}">
                    <a16:creationId xmlns:a16="http://schemas.microsoft.com/office/drawing/2014/main" id="{CF7BB6B5-D28D-36BD-14EC-A0DA325E34E2}"/>
                  </a:ext>
                </a:extLst>
              </p:cNvPr>
              <p:cNvSpPr/>
              <p:nvPr/>
            </p:nvSpPr>
            <p:spPr>
              <a:xfrm>
                <a:off x="9403955" y="5169325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43" name="Freeform: Shape 7042">
                <a:extLst>
                  <a:ext uri="{FF2B5EF4-FFF2-40B4-BE49-F238E27FC236}">
                    <a16:creationId xmlns:a16="http://schemas.microsoft.com/office/drawing/2014/main" id="{FD5CB52F-FDFF-3EC1-E802-241CBC613711}"/>
                  </a:ext>
                </a:extLst>
              </p:cNvPr>
              <p:cNvSpPr/>
              <p:nvPr/>
            </p:nvSpPr>
            <p:spPr>
              <a:xfrm>
                <a:off x="9404795" y="516931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44" name="Freeform: Shape 7043">
                <a:extLst>
                  <a:ext uri="{FF2B5EF4-FFF2-40B4-BE49-F238E27FC236}">
                    <a16:creationId xmlns:a16="http://schemas.microsoft.com/office/drawing/2014/main" id="{4908B063-826D-B886-D15B-BA5D0F3D6F3B}"/>
                  </a:ext>
                </a:extLst>
              </p:cNvPr>
              <p:cNvSpPr/>
              <p:nvPr/>
            </p:nvSpPr>
            <p:spPr>
              <a:xfrm>
                <a:off x="9406049" y="517064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45" name="Freeform: Shape 7044">
                <a:extLst>
                  <a:ext uri="{FF2B5EF4-FFF2-40B4-BE49-F238E27FC236}">
                    <a16:creationId xmlns:a16="http://schemas.microsoft.com/office/drawing/2014/main" id="{405B252E-FB06-40BD-76E5-7202C9FDF17F}"/>
                  </a:ext>
                </a:extLst>
              </p:cNvPr>
              <p:cNvSpPr/>
              <p:nvPr/>
            </p:nvSpPr>
            <p:spPr>
              <a:xfrm>
                <a:off x="9406931" y="517082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79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46" name="Freeform: Shape 7045">
                <a:extLst>
                  <a:ext uri="{FF2B5EF4-FFF2-40B4-BE49-F238E27FC236}">
                    <a16:creationId xmlns:a16="http://schemas.microsoft.com/office/drawing/2014/main" id="{456B8787-33DB-F584-BACD-9FE65F1CEC26}"/>
                  </a:ext>
                </a:extLst>
              </p:cNvPr>
              <p:cNvSpPr/>
              <p:nvPr/>
            </p:nvSpPr>
            <p:spPr>
              <a:xfrm>
                <a:off x="9407826" y="517106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79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1" y="1658"/>
                      <a:pt x="236" y="2465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47" name="Freeform: Shape 7046">
                <a:extLst>
                  <a:ext uri="{FF2B5EF4-FFF2-40B4-BE49-F238E27FC236}">
                    <a16:creationId xmlns:a16="http://schemas.microsoft.com/office/drawing/2014/main" id="{40F59B1F-A06B-5497-A465-B3DFAEDEA992}"/>
                  </a:ext>
                </a:extLst>
              </p:cNvPr>
              <p:cNvSpPr/>
              <p:nvPr/>
            </p:nvSpPr>
            <p:spPr>
              <a:xfrm>
                <a:off x="9408888" y="517190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50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50"/>
                    </a:cubicBezTo>
                    <a:cubicBezTo>
                      <a:pt x="6245" y="4955"/>
                      <a:pt x="6580" y="4147"/>
                      <a:pt x="6580" y="3306"/>
                    </a:cubicBezTo>
                    <a:cubicBezTo>
                      <a:pt x="6580" y="2465"/>
                      <a:pt x="6245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1" y="1658"/>
                      <a:pt x="236" y="2465"/>
                      <a:pt x="236" y="3306"/>
                    </a:cubicBezTo>
                    <a:cubicBezTo>
                      <a:pt x="236" y="4147"/>
                      <a:pt x="571" y="4955"/>
                      <a:pt x="1165" y="5550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48" name="Freeform: Shape 7047">
                <a:extLst>
                  <a:ext uri="{FF2B5EF4-FFF2-40B4-BE49-F238E27FC236}">
                    <a16:creationId xmlns:a16="http://schemas.microsoft.com/office/drawing/2014/main" id="{2F837F7F-4209-2FB9-28D6-651ABB9BAB98}"/>
                  </a:ext>
                </a:extLst>
              </p:cNvPr>
              <p:cNvSpPr/>
              <p:nvPr/>
            </p:nvSpPr>
            <p:spPr>
              <a:xfrm>
                <a:off x="9409587" y="517151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7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5"/>
                      <a:pt x="6580" y="4147"/>
                      <a:pt x="6580" y="3306"/>
                    </a:cubicBezTo>
                    <a:cubicBezTo>
                      <a:pt x="6580" y="2465"/>
                      <a:pt x="6245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1" y="1658"/>
                      <a:pt x="237" y="2465"/>
                      <a:pt x="237" y="3306"/>
                    </a:cubicBezTo>
                    <a:cubicBezTo>
                      <a:pt x="237" y="4147"/>
                      <a:pt x="571" y="4955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49" name="Freeform: Shape 7048">
                <a:extLst>
                  <a:ext uri="{FF2B5EF4-FFF2-40B4-BE49-F238E27FC236}">
                    <a16:creationId xmlns:a16="http://schemas.microsoft.com/office/drawing/2014/main" id="{C843EA26-079C-7863-7E2C-5D3C73DBF6DC}"/>
                  </a:ext>
                </a:extLst>
              </p:cNvPr>
              <p:cNvSpPr/>
              <p:nvPr/>
            </p:nvSpPr>
            <p:spPr>
              <a:xfrm>
                <a:off x="9410437" y="517165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6 w 6343"/>
                  <a:gd name="connsiteY5" fmla="*/ 1063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5"/>
                      <a:pt x="6580" y="4147"/>
                      <a:pt x="6580" y="3306"/>
                    </a:cubicBezTo>
                    <a:cubicBezTo>
                      <a:pt x="6580" y="2465"/>
                      <a:pt x="6246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3"/>
                    </a:cubicBezTo>
                    <a:cubicBezTo>
                      <a:pt x="571" y="1658"/>
                      <a:pt x="237" y="2465"/>
                      <a:pt x="237" y="3306"/>
                    </a:cubicBezTo>
                    <a:cubicBezTo>
                      <a:pt x="237" y="4147"/>
                      <a:pt x="571" y="4955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50" name="Freeform: Shape 7049">
                <a:extLst>
                  <a:ext uri="{FF2B5EF4-FFF2-40B4-BE49-F238E27FC236}">
                    <a16:creationId xmlns:a16="http://schemas.microsoft.com/office/drawing/2014/main" id="{8AC8BF12-C22E-C982-7DB2-7779255CF527}"/>
                  </a:ext>
                </a:extLst>
              </p:cNvPr>
              <p:cNvSpPr/>
              <p:nvPr/>
            </p:nvSpPr>
            <p:spPr>
              <a:xfrm>
                <a:off x="9411188" y="517144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6 w 6343"/>
                  <a:gd name="connsiteY5" fmla="*/ 1063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5"/>
                      <a:pt x="6580" y="4147"/>
                      <a:pt x="6580" y="3306"/>
                    </a:cubicBezTo>
                    <a:cubicBezTo>
                      <a:pt x="6580" y="2465"/>
                      <a:pt x="6246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3"/>
                    </a:cubicBezTo>
                    <a:cubicBezTo>
                      <a:pt x="571" y="1658"/>
                      <a:pt x="237" y="2465"/>
                      <a:pt x="237" y="3306"/>
                    </a:cubicBezTo>
                    <a:cubicBezTo>
                      <a:pt x="237" y="4147"/>
                      <a:pt x="571" y="4955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51" name="Freeform: Shape 7050">
                <a:extLst>
                  <a:ext uri="{FF2B5EF4-FFF2-40B4-BE49-F238E27FC236}">
                    <a16:creationId xmlns:a16="http://schemas.microsoft.com/office/drawing/2014/main" id="{1BC4CF6C-FFDF-3018-EF67-E8D57467395D}"/>
                  </a:ext>
                </a:extLst>
              </p:cNvPr>
              <p:cNvSpPr/>
              <p:nvPr/>
            </p:nvSpPr>
            <p:spPr>
              <a:xfrm>
                <a:off x="9411644" y="517012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1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2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52" name="Freeform: Shape 7051">
                <a:extLst>
                  <a:ext uri="{FF2B5EF4-FFF2-40B4-BE49-F238E27FC236}">
                    <a16:creationId xmlns:a16="http://schemas.microsoft.com/office/drawing/2014/main" id="{43045A2C-4E04-1EBC-7A95-7694695731DD}"/>
                  </a:ext>
                </a:extLst>
              </p:cNvPr>
              <p:cNvSpPr/>
              <p:nvPr/>
            </p:nvSpPr>
            <p:spPr>
              <a:xfrm>
                <a:off x="9413255" y="5170085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1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2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53" name="Freeform: Shape 7052">
                <a:extLst>
                  <a:ext uri="{FF2B5EF4-FFF2-40B4-BE49-F238E27FC236}">
                    <a16:creationId xmlns:a16="http://schemas.microsoft.com/office/drawing/2014/main" id="{394B1A5E-B3B3-C8ED-51D8-04836C61011B}"/>
                  </a:ext>
                </a:extLst>
              </p:cNvPr>
              <p:cNvSpPr/>
              <p:nvPr/>
            </p:nvSpPr>
            <p:spPr>
              <a:xfrm>
                <a:off x="9415031" y="5167328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9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54" name="Freeform: Shape 7053">
                <a:extLst>
                  <a:ext uri="{FF2B5EF4-FFF2-40B4-BE49-F238E27FC236}">
                    <a16:creationId xmlns:a16="http://schemas.microsoft.com/office/drawing/2014/main" id="{4E7C2514-19ED-DD72-E55E-B159FDE10A73}"/>
                  </a:ext>
                </a:extLst>
              </p:cNvPr>
              <p:cNvSpPr/>
              <p:nvPr/>
            </p:nvSpPr>
            <p:spPr>
              <a:xfrm>
                <a:off x="9417291" y="5166451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55" name="Freeform: Shape 7054">
                <a:extLst>
                  <a:ext uri="{FF2B5EF4-FFF2-40B4-BE49-F238E27FC236}">
                    <a16:creationId xmlns:a16="http://schemas.microsoft.com/office/drawing/2014/main" id="{46C9B363-FB66-A8A9-2BFF-F428AECFE778}"/>
                  </a:ext>
                </a:extLst>
              </p:cNvPr>
              <p:cNvSpPr/>
              <p:nvPr/>
            </p:nvSpPr>
            <p:spPr>
              <a:xfrm>
                <a:off x="9435003" y="5168111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9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2" y="4147"/>
                      <a:pt x="6582" y="3306"/>
                    </a:cubicBezTo>
                    <a:cubicBezTo>
                      <a:pt x="6582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56" name="Freeform: Shape 7055">
                <a:extLst>
                  <a:ext uri="{FF2B5EF4-FFF2-40B4-BE49-F238E27FC236}">
                    <a16:creationId xmlns:a16="http://schemas.microsoft.com/office/drawing/2014/main" id="{B0472FEE-D895-2317-5A33-1C713686109A}"/>
                  </a:ext>
                </a:extLst>
              </p:cNvPr>
              <p:cNvSpPr/>
              <p:nvPr/>
            </p:nvSpPr>
            <p:spPr>
              <a:xfrm>
                <a:off x="9464732" y="5166875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4" y="6478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2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57" name="Freeform: Shape 7056">
                <a:extLst>
                  <a:ext uri="{FF2B5EF4-FFF2-40B4-BE49-F238E27FC236}">
                    <a16:creationId xmlns:a16="http://schemas.microsoft.com/office/drawing/2014/main" id="{27B4D8DC-A141-BF0E-A2DE-19795B074DD6}"/>
                  </a:ext>
                </a:extLst>
              </p:cNvPr>
              <p:cNvSpPr/>
              <p:nvPr/>
            </p:nvSpPr>
            <p:spPr>
              <a:xfrm>
                <a:off x="9466797" y="516877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3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58" name="Freeform: Shape 7057">
                <a:extLst>
                  <a:ext uri="{FF2B5EF4-FFF2-40B4-BE49-F238E27FC236}">
                    <a16:creationId xmlns:a16="http://schemas.microsoft.com/office/drawing/2014/main" id="{8E6F60E6-FBE4-5F0F-D464-E6A26B445BEE}"/>
                  </a:ext>
                </a:extLst>
              </p:cNvPr>
              <p:cNvSpPr/>
              <p:nvPr/>
            </p:nvSpPr>
            <p:spPr>
              <a:xfrm>
                <a:off x="9467341" y="5170119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5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59" name="Freeform: Shape 7058">
                <a:extLst>
                  <a:ext uri="{FF2B5EF4-FFF2-40B4-BE49-F238E27FC236}">
                    <a16:creationId xmlns:a16="http://schemas.microsoft.com/office/drawing/2014/main" id="{40BD6C98-C37F-B3CA-B537-9AC5024D950D}"/>
                  </a:ext>
                </a:extLst>
              </p:cNvPr>
              <p:cNvSpPr/>
              <p:nvPr/>
            </p:nvSpPr>
            <p:spPr>
              <a:xfrm>
                <a:off x="9468251" y="516948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60" name="Freeform: Shape 7059">
                <a:extLst>
                  <a:ext uri="{FF2B5EF4-FFF2-40B4-BE49-F238E27FC236}">
                    <a16:creationId xmlns:a16="http://schemas.microsoft.com/office/drawing/2014/main" id="{6904DEC1-FCCD-E909-4607-D441A9E71054}"/>
                  </a:ext>
                </a:extLst>
              </p:cNvPr>
              <p:cNvSpPr/>
              <p:nvPr/>
            </p:nvSpPr>
            <p:spPr>
              <a:xfrm>
                <a:off x="9469002" y="5169690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61" name="Freeform: Shape 7060">
                <a:extLst>
                  <a:ext uri="{FF2B5EF4-FFF2-40B4-BE49-F238E27FC236}">
                    <a16:creationId xmlns:a16="http://schemas.microsoft.com/office/drawing/2014/main" id="{5634BF3C-FCC9-F8E0-5A4C-0EB86E7B288B}"/>
                  </a:ext>
                </a:extLst>
              </p:cNvPr>
              <p:cNvSpPr/>
              <p:nvPr/>
            </p:nvSpPr>
            <p:spPr>
              <a:xfrm>
                <a:off x="9469740" y="5169963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62" name="Freeform: Shape 7061">
                <a:extLst>
                  <a:ext uri="{FF2B5EF4-FFF2-40B4-BE49-F238E27FC236}">
                    <a16:creationId xmlns:a16="http://schemas.microsoft.com/office/drawing/2014/main" id="{1BA10A35-40F6-2043-3FD5-EE5E3A72E300}"/>
                  </a:ext>
                </a:extLst>
              </p:cNvPr>
              <p:cNvSpPr/>
              <p:nvPr/>
            </p:nvSpPr>
            <p:spPr>
              <a:xfrm>
                <a:off x="9470500" y="517012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4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6" y="1657"/>
                      <a:pt x="241" y="2465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63" name="Freeform: Shape 7062">
                <a:extLst>
                  <a:ext uri="{FF2B5EF4-FFF2-40B4-BE49-F238E27FC236}">
                    <a16:creationId xmlns:a16="http://schemas.microsoft.com/office/drawing/2014/main" id="{E8986B10-5B70-B23D-6F15-87DF511A70DD}"/>
                  </a:ext>
                </a:extLst>
              </p:cNvPr>
              <p:cNvSpPr/>
              <p:nvPr/>
            </p:nvSpPr>
            <p:spPr>
              <a:xfrm>
                <a:off x="9471233" y="517040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4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7"/>
                      <a:pt x="241" y="2465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64" name="Freeform: Shape 7063">
                <a:extLst>
                  <a:ext uri="{FF2B5EF4-FFF2-40B4-BE49-F238E27FC236}">
                    <a16:creationId xmlns:a16="http://schemas.microsoft.com/office/drawing/2014/main" id="{8A628244-10E3-C520-4BFE-38CB26D3F43F}"/>
                  </a:ext>
                </a:extLst>
              </p:cNvPr>
              <p:cNvSpPr/>
              <p:nvPr/>
            </p:nvSpPr>
            <p:spPr>
              <a:xfrm>
                <a:off x="9471951" y="5170750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5"/>
                      <a:pt x="6250" y="1657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7"/>
                      <a:pt x="241" y="2465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65" name="Freeform: Shape 7064">
                <a:extLst>
                  <a:ext uri="{FF2B5EF4-FFF2-40B4-BE49-F238E27FC236}">
                    <a16:creationId xmlns:a16="http://schemas.microsoft.com/office/drawing/2014/main" id="{5894ECC9-10CC-D34C-06A8-A02591C53F27}"/>
                  </a:ext>
                </a:extLst>
              </p:cNvPr>
              <p:cNvSpPr/>
              <p:nvPr/>
            </p:nvSpPr>
            <p:spPr>
              <a:xfrm>
                <a:off x="9473435" y="5167763"/>
                <a:ext cx="6343" cy="6345"/>
              </a:xfrm>
              <a:custGeom>
                <a:avLst/>
                <a:gdLst>
                  <a:gd name="connsiteX0" fmla="*/ 3413 w 6343"/>
                  <a:gd name="connsiteY0" fmla="*/ 6478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2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8"/>
                    </a:moveTo>
                    <a:cubicBezTo>
                      <a:pt x="4254" y="6478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4"/>
                      <a:pt x="6250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0" y="5549"/>
                    </a:cubicBezTo>
                    <a:cubicBezTo>
                      <a:pt x="1765" y="6144"/>
                      <a:pt x="2572" y="6478"/>
                      <a:pt x="341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66" name="Freeform: Shape 7065">
                <a:extLst>
                  <a:ext uri="{FF2B5EF4-FFF2-40B4-BE49-F238E27FC236}">
                    <a16:creationId xmlns:a16="http://schemas.microsoft.com/office/drawing/2014/main" id="{552F4AC6-B485-5993-ABB9-38E011CF68C8}"/>
                  </a:ext>
                </a:extLst>
              </p:cNvPr>
              <p:cNvSpPr/>
              <p:nvPr/>
            </p:nvSpPr>
            <p:spPr>
              <a:xfrm>
                <a:off x="9474632" y="5166159"/>
                <a:ext cx="6343" cy="6345"/>
              </a:xfrm>
              <a:custGeom>
                <a:avLst/>
                <a:gdLst>
                  <a:gd name="connsiteX0" fmla="*/ 3413 w 6343"/>
                  <a:gd name="connsiteY0" fmla="*/ 6478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8"/>
                    </a:moveTo>
                    <a:cubicBezTo>
                      <a:pt x="4254" y="6478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8"/>
                      <a:pt x="341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67" name="Freeform: Shape 7066">
                <a:extLst>
                  <a:ext uri="{FF2B5EF4-FFF2-40B4-BE49-F238E27FC236}">
                    <a16:creationId xmlns:a16="http://schemas.microsoft.com/office/drawing/2014/main" id="{40AFB595-5147-AF16-DAD1-FC182F3AAB8F}"/>
                  </a:ext>
                </a:extLst>
              </p:cNvPr>
              <p:cNvSpPr/>
              <p:nvPr/>
            </p:nvSpPr>
            <p:spPr>
              <a:xfrm>
                <a:off x="9484033" y="5165746"/>
                <a:ext cx="6343" cy="6345"/>
              </a:xfrm>
              <a:custGeom>
                <a:avLst/>
                <a:gdLst>
                  <a:gd name="connsiteX0" fmla="*/ 3414 w 6343"/>
                  <a:gd name="connsiteY0" fmla="*/ 6478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8"/>
                    </a:moveTo>
                    <a:cubicBezTo>
                      <a:pt x="4255" y="6478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2" y="2464"/>
                      <a:pt x="242" y="3306"/>
                    </a:cubicBezTo>
                    <a:cubicBezTo>
                      <a:pt x="242" y="4147"/>
                      <a:pt x="577" y="4954"/>
                      <a:pt x="1171" y="5549"/>
                    </a:cubicBezTo>
                    <a:cubicBezTo>
                      <a:pt x="1766" y="6144"/>
                      <a:pt x="2573" y="6478"/>
                      <a:pt x="341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68" name="Freeform: Shape 7067">
                <a:extLst>
                  <a:ext uri="{FF2B5EF4-FFF2-40B4-BE49-F238E27FC236}">
                    <a16:creationId xmlns:a16="http://schemas.microsoft.com/office/drawing/2014/main" id="{982C7D19-CAB2-1C4A-C62C-95B5CC3D961E}"/>
                  </a:ext>
                </a:extLst>
              </p:cNvPr>
              <p:cNvSpPr/>
              <p:nvPr/>
            </p:nvSpPr>
            <p:spPr>
              <a:xfrm>
                <a:off x="9489796" y="5175960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50 h 6345"/>
                  <a:gd name="connsiteX2" fmla="*/ 6586 w 6343"/>
                  <a:gd name="connsiteY2" fmla="*/ 3306 h 6345"/>
                  <a:gd name="connsiteX3" fmla="*/ 5657 w 6343"/>
                  <a:gd name="connsiteY3" fmla="*/ 1063 h 6345"/>
                  <a:gd name="connsiteX4" fmla="*/ 3414 w 6343"/>
                  <a:gd name="connsiteY4" fmla="*/ 134 h 6345"/>
                  <a:gd name="connsiteX5" fmla="*/ 1172 w 6343"/>
                  <a:gd name="connsiteY5" fmla="*/ 1063 h 6345"/>
                  <a:gd name="connsiteX6" fmla="*/ 243 w 6343"/>
                  <a:gd name="connsiteY6" fmla="*/ 3306 h 6345"/>
                  <a:gd name="connsiteX7" fmla="*/ 1172 w 6343"/>
                  <a:gd name="connsiteY7" fmla="*/ 5550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6" y="6479"/>
                      <a:pt x="5062" y="6145"/>
                      <a:pt x="5657" y="5550"/>
                    </a:cubicBezTo>
                    <a:cubicBezTo>
                      <a:pt x="6252" y="4955"/>
                      <a:pt x="6586" y="4148"/>
                      <a:pt x="6586" y="3306"/>
                    </a:cubicBezTo>
                    <a:cubicBezTo>
                      <a:pt x="6586" y="2465"/>
                      <a:pt x="6252" y="1658"/>
                      <a:pt x="5657" y="1063"/>
                    </a:cubicBezTo>
                    <a:cubicBezTo>
                      <a:pt x="5062" y="468"/>
                      <a:pt x="4256" y="134"/>
                      <a:pt x="3414" y="134"/>
                    </a:cubicBezTo>
                    <a:cubicBezTo>
                      <a:pt x="2573" y="134"/>
                      <a:pt x="1767" y="468"/>
                      <a:pt x="1172" y="1063"/>
                    </a:cubicBezTo>
                    <a:cubicBezTo>
                      <a:pt x="577" y="1658"/>
                      <a:pt x="243" y="2465"/>
                      <a:pt x="243" y="3306"/>
                    </a:cubicBezTo>
                    <a:cubicBezTo>
                      <a:pt x="243" y="4148"/>
                      <a:pt x="577" y="4955"/>
                      <a:pt x="1172" y="5550"/>
                    </a:cubicBezTo>
                    <a:cubicBezTo>
                      <a:pt x="1767" y="6145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69" name="Freeform: Shape 7068">
                <a:extLst>
                  <a:ext uri="{FF2B5EF4-FFF2-40B4-BE49-F238E27FC236}">
                    <a16:creationId xmlns:a16="http://schemas.microsoft.com/office/drawing/2014/main" id="{7174D8F6-D8C3-5DA7-7500-6D8F78545E8C}"/>
                  </a:ext>
                </a:extLst>
              </p:cNvPr>
              <p:cNvSpPr/>
              <p:nvPr/>
            </p:nvSpPr>
            <p:spPr>
              <a:xfrm>
                <a:off x="9491838" y="5172882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50 h 6345"/>
                  <a:gd name="connsiteX2" fmla="*/ 6586 w 6343"/>
                  <a:gd name="connsiteY2" fmla="*/ 3306 h 6345"/>
                  <a:gd name="connsiteX3" fmla="*/ 5657 w 6343"/>
                  <a:gd name="connsiteY3" fmla="*/ 1063 h 6345"/>
                  <a:gd name="connsiteX4" fmla="*/ 3415 w 6343"/>
                  <a:gd name="connsiteY4" fmla="*/ 133 h 6345"/>
                  <a:gd name="connsiteX5" fmla="*/ 1172 w 6343"/>
                  <a:gd name="connsiteY5" fmla="*/ 1063 h 6345"/>
                  <a:gd name="connsiteX6" fmla="*/ 243 w 6343"/>
                  <a:gd name="connsiteY6" fmla="*/ 3306 h 6345"/>
                  <a:gd name="connsiteX7" fmla="*/ 1172 w 6343"/>
                  <a:gd name="connsiteY7" fmla="*/ 5550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2" y="6145"/>
                      <a:pt x="5657" y="5550"/>
                    </a:cubicBezTo>
                    <a:cubicBezTo>
                      <a:pt x="6252" y="4955"/>
                      <a:pt x="6586" y="4148"/>
                      <a:pt x="6586" y="3306"/>
                    </a:cubicBezTo>
                    <a:cubicBezTo>
                      <a:pt x="6586" y="2465"/>
                      <a:pt x="6252" y="1658"/>
                      <a:pt x="5657" y="1063"/>
                    </a:cubicBezTo>
                    <a:cubicBezTo>
                      <a:pt x="5062" y="468"/>
                      <a:pt x="4256" y="133"/>
                      <a:pt x="3415" y="133"/>
                    </a:cubicBezTo>
                    <a:cubicBezTo>
                      <a:pt x="2573" y="133"/>
                      <a:pt x="1767" y="468"/>
                      <a:pt x="1172" y="1063"/>
                    </a:cubicBezTo>
                    <a:cubicBezTo>
                      <a:pt x="577" y="1658"/>
                      <a:pt x="243" y="2465"/>
                      <a:pt x="243" y="3306"/>
                    </a:cubicBezTo>
                    <a:cubicBezTo>
                      <a:pt x="243" y="4148"/>
                      <a:pt x="577" y="4955"/>
                      <a:pt x="1172" y="5550"/>
                    </a:cubicBezTo>
                    <a:cubicBezTo>
                      <a:pt x="1767" y="6145"/>
                      <a:pt x="2573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70" name="Freeform: Shape 7069">
                <a:extLst>
                  <a:ext uri="{FF2B5EF4-FFF2-40B4-BE49-F238E27FC236}">
                    <a16:creationId xmlns:a16="http://schemas.microsoft.com/office/drawing/2014/main" id="{2D5F5B80-96B5-32BC-D138-200C32DAA8FD}"/>
                  </a:ext>
                </a:extLst>
              </p:cNvPr>
              <p:cNvSpPr/>
              <p:nvPr/>
            </p:nvSpPr>
            <p:spPr>
              <a:xfrm>
                <a:off x="9493182" y="5173814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50 h 6345"/>
                  <a:gd name="connsiteX2" fmla="*/ 6586 w 6343"/>
                  <a:gd name="connsiteY2" fmla="*/ 3306 h 6345"/>
                  <a:gd name="connsiteX3" fmla="*/ 5657 w 6343"/>
                  <a:gd name="connsiteY3" fmla="*/ 1063 h 6345"/>
                  <a:gd name="connsiteX4" fmla="*/ 3415 w 6343"/>
                  <a:gd name="connsiteY4" fmla="*/ 134 h 6345"/>
                  <a:gd name="connsiteX5" fmla="*/ 1172 w 6343"/>
                  <a:gd name="connsiteY5" fmla="*/ 1063 h 6345"/>
                  <a:gd name="connsiteX6" fmla="*/ 243 w 6343"/>
                  <a:gd name="connsiteY6" fmla="*/ 3306 h 6345"/>
                  <a:gd name="connsiteX7" fmla="*/ 1172 w 6343"/>
                  <a:gd name="connsiteY7" fmla="*/ 5550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5"/>
                      <a:pt x="5657" y="5550"/>
                    </a:cubicBezTo>
                    <a:cubicBezTo>
                      <a:pt x="6252" y="4955"/>
                      <a:pt x="6586" y="4148"/>
                      <a:pt x="6586" y="3306"/>
                    </a:cubicBezTo>
                    <a:cubicBezTo>
                      <a:pt x="6586" y="2465"/>
                      <a:pt x="6252" y="1658"/>
                      <a:pt x="5657" y="1063"/>
                    </a:cubicBezTo>
                    <a:cubicBezTo>
                      <a:pt x="5063" y="468"/>
                      <a:pt x="4256" y="134"/>
                      <a:pt x="3415" y="134"/>
                    </a:cubicBezTo>
                    <a:cubicBezTo>
                      <a:pt x="2574" y="134"/>
                      <a:pt x="1767" y="468"/>
                      <a:pt x="1172" y="1063"/>
                    </a:cubicBezTo>
                    <a:cubicBezTo>
                      <a:pt x="577" y="1658"/>
                      <a:pt x="243" y="2465"/>
                      <a:pt x="243" y="3306"/>
                    </a:cubicBezTo>
                    <a:cubicBezTo>
                      <a:pt x="243" y="4148"/>
                      <a:pt x="577" y="4955"/>
                      <a:pt x="1172" y="5550"/>
                    </a:cubicBezTo>
                    <a:cubicBezTo>
                      <a:pt x="1767" y="6145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71" name="Freeform: Shape 7070">
                <a:extLst>
                  <a:ext uri="{FF2B5EF4-FFF2-40B4-BE49-F238E27FC236}">
                    <a16:creationId xmlns:a16="http://schemas.microsoft.com/office/drawing/2014/main" id="{E10A3C62-FFF8-BAAE-7DE4-7E0EF5D444F7}"/>
                  </a:ext>
                </a:extLst>
              </p:cNvPr>
              <p:cNvSpPr/>
              <p:nvPr/>
            </p:nvSpPr>
            <p:spPr>
              <a:xfrm>
                <a:off x="9495649" y="5172055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50 h 6345"/>
                  <a:gd name="connsiteX2" fmla="*/ 6586 w 6343"/>
                  <a:gd name="connsiteY2" fmla="*/ 3306 h 6345"/>
                  <a:gd name="connsiteX3" fmla="*/ 5657 w 6343"/>
                  <a:gd name="connsiteY3" fmla="*/ 1063 h 6345"/>
                  <a:gd name="connsiteX4" fmla="*/ 3415 w 6343"/>
                  <a:gd name="connsiteY4" fmla="*/ 133 h 6345"/>
                  <a:gd name="connsiteX5" fmla="*/ 1172 w 6343"/>
                  <a:gd name="connsiteY5" fmla="*/ 1063 h 6345"/>
                  <a:gd name="connsiteX6" fmla="*/ 243 w 6343"/>
                  <a:gd name="connsiteY6" fmla="*/ 3306 h 6345"/>
                  <a:gd name="connsiteX7" fmla="*/ 1172 w 6343"/>
                  <a:gd name="connsiteY7" fmla="*/ 5550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50"/>
                    </a:cubicBezTo>
                    <a:cubicBezTo>
                      <a:pt x="6252" y="4955"/>
                      <a:pt x="6586" y="4147"/>
                      <a:pt x="6586" y="3306"/>
                    </a:cubicBezTo>
                    <a:cubicBezTo>
                      <a:pt x="6586" y="2465"/>
                      <a:pt x="6252" y="1658"/>
                      <a:pt x="5657" y="1063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2" y="1063"/>
                    </a:cubicBezTo>
                    <a:cubicBezTo>
                      <a:pt x="577" y="1658"/>
                      <a:pt x="243" y="2465"/>
                      <a:pt x="243" y="3306"/>
                    </a:cubicBezTo>
                    <a:cubicBezTo>
                      <a:pt x="243" y="4147"/>
                      <a:pt x="577" y="4955"/>
                      <a:pt x="1172" y="5550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72" name="Freeform: Shape 7071">
                <a:extLst>
                  <a:ext uri="{FF2B5EF4-FFF2-40B4-BE49-F238E27FC236}">
                    <a16:creationId xmlns:a16="http://schemas.microsoft.com/office/drawing/2014/main" id="{4B00362A-F7ED-0FD8-0429-B1A5A1F7657E}"/>
                  </a:ext>
                </a:extLst>
              </p:cNvPr>
              <p:cNvSpPr/>
              <p:nvPr/>
            </p:nvSpPr>
            <p:spPr>
              <a:xfrm>
                <a:off x="9497022" y="5170911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3 h 6345"/>
                  <a:gd name="connsiteX4" fmla="*/ 3415 w 6343"/>
                  <a:gd name="connsiteY4" fmla="*/ 133 h 6345"/>
                  <a:gd name="connsiteX5" fmla="*/ 1172 w 6343"/>
                  <a:gd name="connsiteY5" fmla="*/ 1063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7" y="4147"/>
                      <a:pt x="6587" y="3306"/>
                    </a:cubicBezTo>
                    <a:cubicBezTo>
                      <a:pt x="6587" y="2465"/>
                      <a:pt x="6252" y="1658"/>
                      <a:pt x="5658" y="1063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2" y="1063"/>
                    </a:cubicBezTo>
                    <a:cubicBezTo>
                      <a:pt x="578" y="1658"/>
                      <a:pt x="243" y="2465"/>
                      <a:pt x="243" y="3306"/>
                    </a:cubicBezTo>
                    <a:cubicBezTo>
                      <a:pt x="243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73" name="Freeform: Shape 7072">
                <a:extLst>
                  <a:ext uri="{FF2B5EF4-FFF2-40B4-BE49-F238E27FC236}">
                    <a16:creationId xmlns:a16="http://schemas.microsoft.com/office/drawing/2014/main" id="{5288ECEA-F746-74E5-ACA0-6A5AD4EE5639}"/>
                  </a:ext>
                </a:extLst>
              </p:cNvPr>
              <p:cNvSpPr/>
              <p:nvPr/>
            </p:nvSpPr>
            <p:spPr>
              <a:xfrm>
                <a:off x="9498924" y="5170672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3 h 6345"/>
                  <a:gd name="connsiteX4" fmla="*/ 3415 w 6343"/>
                  <a:gd name="connsiteY4" fmla="*/ 133 h 6345"/>
                  <a:gd name="connsiteX5" fmla="*/ 1172 w 6343"/>
                  <a:gd name="connsiteY5" fmla="*/ 1063 h 6345"/>
                  <a:gd name="connsiteX6" fmla="*/ 244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2" y="4954"/>
                      <a:pt x="6587" y="4147"/>
                      <a:pt x="6587" y="3306"/>
                    </a:cubicBezTo>
                    <a:cubicBezTo>
                      <a:pt x="6587" y="2465"/>
                      <a:pt x="6252" y="1657"/>
                      <a:pt x="5658" y="1063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2" y="1063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74" name="Freeform: Shape 7073">
                <a:extLst>
                  <a:ext uri="{FF2B5EF4-FFF2-40B4-BE49-F238E27FC236}">
                    <a16:creationId xmlns:a16="http://schemas.microsoft.com/office/drawing/2014/main" id="{D04A3D5C-453E-F187-0208-0AC73939B9E2}"/>
                  </a:ext>
                </a:extLst>
              </p:cNvPr>
              <p:cNvSpPr/>
              <p:nvPr/>
            </p:nvSpPr>
            <p:spPr>
              <a:xfrm>
                <a:off x="9501035" y="5167998"/>
                <a:ext cx="6343" cy="6345"/>
              </a:xfrm>
              <a:custGeom>
                <a:avLst/>
                <a:gdLst>
                  <a:gd name="connsiteX0" fmla="*/ 3415 w 6343"/>
                  <a:gd name="connsiteY0" fmla="*/ 6478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8"/>
                    </a:moveTo>
                    <a:cubicBezTo>
                      <a:pt x="4256" y="6478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8"/>
                      <a:pt x="341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75" name="Freeform: Shape 7074">
                <a:extLst>
                  <a:ext uri="{FF2B5EF4-FFF2-40B4-BE49-F238E27FC236}">
                    <a16:creationId xmlns:a16="http://schemas.microsoft.com/office/drawing/2014/main" id="{70CA798F-28B1-A876-5A83-D74DE2BB6534}"/>
                  </a:ext>
                </a:extLst>
              </p:cNvPr>
              <p:cNvSpPr/>
              <p:nvPr/>
            </p:nvSpPr>
            <p:spPr>
              <a:xfrm>
                <a:off x="9501960" y="5168015"/>
                <a:ext cx="6343" cy="6345"/>
              </a:xfrm>
              <a:custGeom>
                <a:avLst/>
                <a:gdLst>
                  <a:gd name="connsiteX0" fmla="*/ 3415 w 6343"/>
                  <a:gd name="connsiteY0" fmla="*/ 6478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8"/>
                    </a:moveTo>
                    <a:cubicBezTo>
                      <a:pt x="4256" y="6478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8"/>
                      <a:pt x="341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76" name="Freeform: Shape 7075">
                <a:extLst>
                  <a:ext uri="{FF2B5EF4-FFF2-40B4-BE49-F238E27FC236}">
                    <a16:creationId xmlns:a16="http://schemas.microsoft.com/office/drawing/2014/main" id="{278CB3CC-3A36-73B0-130F-78A6734A23F3}"/>
                  </a:ext>
                </a:extLst>
              </p:cNvPr>
              <p:cNvSpPr/>
              <p:nvPr/>
            </p:nvSpPr>
            <p:spPr>
              <a:xfrm>
                <a:off x="9502061" y="5169812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5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3" y="467"/>
                      <a:pt x="4256" y="133"/>
                      <a:pt x="3415" y="133"/>
                    </a:cubicBezTo>
                    <a:cubicBezTo>
                      <a:pt x="2574" y="133"/>
                      <a:pt x="1767" y="467"/>
                      <a:pt x="1173" y="1062"/>
                    </a:cubicBezTo>
                    <a:cubicBezTo>
                      <a:pt x="578" y="1657"/>
                      <a:pt x="244" y="2464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77" name="Freeform: Shape 7076">
                <a:extLst>
                  <a:ext uri="{FF2B5EF4-FFF2-40B4-BE49-F238E27FC236}">
                    <a16:creationId xmlns:a16="http://schemas.microsoft.com/office/drawing/2014/main" id="{DE59D464-DF75-B081-2625-342666C8BA89}"/>
                  </a:ext>
                </a:extLst>
              </p:cNvPr>
              <p:cNvSpPr/>
              <p:nvPr/>
            </p:nvSpPr>
            <p:spPr>
              <a:xfrm>
                <a:off x="9502560" y="5170721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3 h 6345"/>
                  <a:gd name="connsiteX4" fmla="*/ 3415 w 6343"/>
                  <a:gd name="connsiteY4" fmla="*/ 133 h 6345"/>
                  <a:gd name="connsiteX5" fmla="*/ 1173 w 6343"/>
                  <a:gd name="connsiteY5" fmla="*/ 1063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3"/>
                    </a:cubicBezTo>
                    <a:cubicBezTo>
                      <a:pt x="5063" y="468"/>
                      <a:pt x="4257" y="133"/>
                      <a:pt x="3415" y="133"/>
                    </a:cubicBezTo>
                    <a:cubicBezTo>
                      <a:pt x="2574" y="133"/>
                      <a:pt x="1768" y="468"/>
                      <a:pt x="1173" y="1063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78" name="Freeform: Shape 7077">
                <a:extLst>
                  <a:ext uri="{FF2B5EF4-FFF2-40B4-BE49-F238E27FC236}">
                    <a16:creationId xmlns:a16="http://schemas.microsoft.com/office/drawing/2014/main" id="{57ECAB6A-ACFD-AECB-B790-A6C9C7D27A2A}"/>
                  </a:ext>
                </a:extLst>
              </p:cNvPr>
              <p:cNvSpPr/>
              <p:nvPr/>
            </p:nvSpPr>
            <p:spPr>
              <a:xfrm>
                <a:off x="9503448" y="5170805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3 h 6345"/>
                  <a:gd name="connsiteX4" fmla="*/ 3415 w 6343"/>
                  <a:gd name="connsiteY4" fmla="*/ 133 h 6345"/>
                  <a:gd name="connsiteX5" fmla="*/ 1173 w 6343"/>
                  <a:gd name="connsiteY5" fmla="*/ 1063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8"/>
                      <a:pt x="5658" y="1063"/>
                    </a:cubicBezTo>
                    <a:cubicBezTo>
                      <a:pt x="5063" y="468"/>
                      <a:pt x="4257" y="133"/>
                      <a:pt x="3415" y="133"/>
                    </a:cubicBezTo>
                    <a:cubicBezTo>
                      <a:pt x="2574" y="133"/>
                      <a:pt x="1768" y="468"/>
                      <a:pt x="1173" y="1063"/>
                    </a:cubicBezTo>
                    <a:cubicBezTo>
                      <a:pt x="578" y="1658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79" name="Freeform: Shape 7078">
                <a:extLst>
                  <a:ext uri="{FF2B5EF4-FFF2-40B4-BE49-F238E27FC236}">
                    <a16:creationId xmlns:a16="http://schemas.microsoft.com/office/drawing/2014/main" id="{16A65D3A-3890-8E51-BD8D-C0D4DF7B2582}"/>
                  </a:ext>
                </a:extLst>
              </p:cNvPr>
              <p:cNvSpPr/>
              <p:nvPr/>
            </p:nvSpPr>
            <p:spPr>
              <a:xfrm>
                <a:off x="9504470" y="5170620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3 h 6345"/>
                  <a:gd name="connsiteX4" fmla="*/ 3416 w 6343"/>
                  <a:gd name="connsiteY4" fmla="*/ 133 h 6345"/>
                  <a:gd name="connsiteX5" fmla="*/ 1173 w 6343"/>
                  <a:gd name="connsiteY5" fmla="*/ 1063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3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3"/>
                    </a:cubicBezTo>
                    <a:cubicBezTo>
                      <a:pt x="5063" y="468"/>
                      <a:pt x="4257" y="133"/>
                      <a:pt x="3416" y="133"/>
                    </a:cubicBezTo>
                    <a:cubicBezTo>
                      <a:pt x="2574" y="133"/>
                      <a:pt x="1768" y="468"/>
                      <a:pt x="1173" y="1063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4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80" name="Freeform: Shape 7079">
                <a:extLst>
                  <a:ext uri="{FF2B5EF4-FFF2-40B4-BE49-F238E27FC236}">
                    <a16:creationId xmlns:a16="http://schemas.microsoft.com/office/drawing/2014/main" id="{FFF37662-A6C2-0BDA-9780-4C0B7A45EF70}"/>
                  </a:ext>
                </a:extLst>
              </p:cNvPr>
              <p:cNvSpPr/>
              <p:nvPr/>
            </p:nvSpPr>
            <p:spPr>
              <a:xfrm>
                <a:off x="9505307" y="5170827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3 h 6345"/>
                  <a:gd name="connsiteX4" fmla="*/ 3416 w 6343"/>
                  <a:gd name="connsiteY4" fmla="*/ 133 h 6345"/>
                  <a:gd name="connsiteX5" fmla="*/ 1173 w 6343"/>
                  <a:gd name="connsiteY5" fmla="*/ 1063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8"/>
                      <a:pt x="5658" y="1063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3"/>
                    </a:cubicBezTo>
                    <a:cubicBezTo>
                      <a:pt x="578" y="1658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81" name="Freeform: Shape 7080">
                <a:extLst>
                  <a:ext uri="{FF2B5EF4-FFF2-40B4-BE49-F238E27FC236}">
                    <a16:creationId xmlns:a16="http://schemas.microsoft.com/office/drawing/2014/main" id="{A652EF0A-CAA9-B686-5C7A-FF7D564044D2}"/>
                  </a:ext>
                </a:extLst>
              </p:cNvPr>
              <p:cNvSpPr/>
              <p:nvPr/>
            </p:nvSpPr>
            <p:spPr>
              <a:xfrm>
                <a:off x="9506309" y="5170712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3 h 6345"/>
                  <a:gd name="connsiteX4" fmla="*/ 3416 w 6343"/>
                  <a:gd name="connsiteY4" fmla="*/ 133 h 6345"/>
                  <a:gd name="connsiteX5" fmla="*/ 1173 w 6343"/>
                  <a:gd name="connsiteY5" fmla="*/ 1063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3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3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82" name="Freeform: Shape 7081">
                <a:extLst>
                  <a:ext uri="{FF2B5EF4-FFF2-40B4-BE49-F238E27FC236}">
                    <a16:creationId xmlns:a16="http://schemas.microsoft.com/office/drawing/2014/main" id="{63866A28-7782-E61D-E3B3-8121BB6EB4AD}"/>
                  </a:ext>
                </a:extLst>
              </p:cNvPr>
              <p:cNvSpPr/>
              <p:nvPr/>
            </p:nvSpPr>
            <p:spPr>
              <a:xfrm>
                <a:off x="9507342" y="5170550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3 h 6345"/>
                  <a:gd name="connsiteX4" fmla="*/ 3416 w 6343"/>
                  <a:gd name="connsiteY4" fmla="*/ 133 h 6345"/>
                  <a:gd name="connsiteX5" fmla="*/ 1173 w 6343"/>
                  <a:gd name="connsiteY5" fmla="*/ 1063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3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3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83" name="Freeform: Shape 7082">
                <a:extLst>
                  <a:ext uri="{FF2B5EF4-FFF2-40B4-BE49-F238E27FC236}">
                    <a16:creationId xmlns:a16="http://schemas.microsoft.com/office/drawing/2014/main" id="{62F83A3D-80E1-41DF-E4C9-6D9CDCC333A7}"/>
                  </a:ext>
                </a:extLst>
              </p:cNvPr>
              <p:cNvSpPr/>
              <p:nvPr/>
            </p:nvSpPr>
            <p:spPr>
              <a:xfrm>
                <a:off x="9508323" y="5170504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3 h 6345"/>
                  <a:gd name="connsiteX4" fmla="*/ 3416 w 6343"/>
                  <a:gd name="connsiteY4" fmla="*/ 133 h 6345"/>
                  <a:gd name="connsiteX5" fmla="*/ 1173 w 6343"/>
                  <a:gd name="connsiteY5" fmla="*/ 1063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3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3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84" name="Freeform: Shape 7083">
                <a:extLst>
                  <a:ext uri="{FF2B5EF4-FFF2-40B4-BE49-F238E27FC236}">
                    <a16:creationId xmlns:a16="http://schemas.microsoft.com/office/drawing/2014/main" id="{E540D324-7B18-35CC-51DA-F4443A9EDF22}"/>
                  </a:ext>
                </a:extLst>
              </p:cNvPr>
              <p:cNvSpPr/>
              <p:nvPr/>
            </p:nvSpPr>
            <p:spPr>
              <a:xfrm>
                <a:off x="9509364" y="5170358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6"/>
                    </a:cubicBezTo>
                    <a:cubicBezTo>
                      <a:pt x="6588" y="2465"/>
                      <a:pt x="6253" y="1657"/>
                      <a:pt x="5659" y="1062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2"/>
                    </a:cubicBezTo>
                    <a:cubicBezTo>
                      <a:pt x="579" y="1657"/>
                      <a:pt x="244" y="2465"/>
                      <a:pt x="244" y="3306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85" name="Freeform: Shape 7084">
                <a:extLst>
                  <a:ext uri="{FF2B5EF4-FFF2-40B4-BE49-F238E27FC236}">
                    <a16:creationId xmlns:a16="http://schemas.microsoft.com/office/drawing/2014/main" id="{590E798D-EAA8-178D-0781-3827C84FB6C0}"/>
                  </a:ext>
                </a:extLst>
              </p:cNvPr>
              <p:cNvSpPr/>
              <p:nvPr/>
            </p:nvSpPr>
            <p:spPr>
              <a:xfrm>
                <a:off x="9510496" y="5170058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6"/>
                    </a:cubicBezTo>
                    <a:cubicBezTo>
                      <a:pt x="6588" y="2465"/>
                      <a:pt x="6253" y="1657"/>
                      <a:pt x="5659" y="1062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2"/>
                    </a:cubicBezTo>
                    <a:cubicBezTo>
                      <a:pt x="579" y="1657"/>
                      <a:pt x="244" y="2465"/>
                      <a:pt x="244" y="3306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86" name="Freeform: Shape 7085">
                <a:extLst>
                  <a:ext uri="{FF2B5EF4-FFF2-40B4-BE49-F238E27FC236}">
                    <a16:creationId xmlns:a16="http://schemas.microsoft.com/office/drawing/2014/main" id="{C0F1323E-26DB-8D46-EEA0-29F548E801D2}"/>
                  </a:ext>
                </a:extLst>
              </p:cNvPr>
              <p:cNvSpPr/>
              <p:nvPr/>
            </p:nvSpPr>
            <p:spPr>
              <a:xfrm>
                <a:off x="9511517" y="5169983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5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6"/>
                    </a:cubicBezTo>
                    <a:cubicBezTo>
                      <a:pt x="6588" y="2464"/>
                      <a:pt x="6253" y="1657"/>
                      <a:pt x="5659" y="1062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87" name="Freeform: Shape 7086">
                <a:extLst>
                  <a:ext uri="{FF2B5EF4-FFF2-40B4-BE49-F238E27FC236}">
                    <a16:creationId xmlns:a16="http://schemas.microsoft.com/office/drawing/2014/main" id="{E0AFE0EA-EC39-E0DD-0F9C-902675140921}"/>
                  </a:ext>
                </a:extLst>
              </p:cNvPr>
              <p:cNvSpPr/>
              <p:nvPr/>
            </p:nvSpPr>
            <p:spPr>
              <a:xfrm>
                <a:off x="9512483" y="5170022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5"/>
                      <a:pt x="6254" y="1657"/>
                      <a:pt x="5659" y="1062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4" y="1062"/>
                    </a:cubicBezTo>
                    <a:cubicBezTo>
                      <a:pt x="579" y="1657"/>
                      <a:pt x="245" y="2465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88" name="Freeform: Shape 7087">
                <a:extLst>
                  <a:ext uri="{FF2B5EF4-FFF2-40B4-BE49-F238E27FC236}">
                    <a16:creationId xmlns:a16="http://schemas.microsoft.com/office/drawing/2014/main" id="{45B60E5F-F9C1-BB54-BDF0-A0FA472D048C}"/>
                  </a:ext>
                </a:extLst>
              </p:cNvPr>
              <p:cNvSpPr/>
              <p:nvPr/>
            </p:nvSpPr>
            <p:spPr>
              <a:xfrm>
                <a:off x="9513719" y="5169588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89" name="Freeform: Shape 7088">
                <a:extLst>
                  <a:ext uri="{FF2B5EF4-FFF2-40B4-BE49-F238E27FC236}">
                    <a16:creationId xmlns:a16="http://schemas.microsoft.com/office/drawing/2014/main" id="{8EEB9B59-9928-5EA6-C7EE-5BADA5201147}"/>
                  </a:ext>
                </a:extLst>
              </p:cNvPr>
              <p:cNvSpPr/>
              <p:nvPr/>
            </p:nvSpPr>
            <p:spPr>
              <a:xfrm>
                <a:off x="9514661" y="5169697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90" name="Freeform: Shape 7089">
                <a:extLst>
                  <a:ext uri="{FF2B5EF4-FFF2-40B4-BE49-F238E27FC236}">
                    <a16:creationId xmlns:a16="http://schemas.microsoft.com/office/drawing/2014/main" id="{2ACB7810-2211-17EE-055B-4BF65704FD1C}"/>
                  </a:ext>
                </a:extLst>
              </p:cNvPr>
              <p:cNvSpPr/>
              <p:nvPr/>
            </p:nvSpPr>
            <p:spPr>
              <a:xfrm>
                <a:off x="9515635" y="5169759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3"/>
                      <a:pt x="3416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91" name="Freeform: Shape 7090">
                <a:extLst>
                  <a:ext uri="{FF2B5EF4-FFF2-40B4-BE49-F238E27FC236}">
                    <a16:creationId xmlns:a16="http://schemas.microsoft.com/office/drawing/2014/main" id="{1A1B17AF-2F90-FA76-5821-5F35AE934C40}"/>
                  </a:ext>
                </a:extLst>
              </p:cNvPr>
              <p:cNvSpPr/>
              <p:nvPr/>
            </p:nvSpPr>
            <p:spPr>
              <a:xfrm>
                <a:off x="9516673" y="5169723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3"/>
                      <a:pt x="3417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92" name="Freeform: Shape 7091">
                <a:extLst>
                  <a:ext uri="{FF2B5EF4-FFF2-40B4-BE49-F238E27FC236}">
                    <a16:creationId xmlns:a16="http://schemas.microsoft.com/office/drawing/2014/main" id="{B37B58AA-E11A-E9CE-3AA6-FB1757D7C69A}"/>
                  </a:ext>
                </a:extLst>
              </p:cNvPr>
              <p:cNvSpPr/>
              <p:nvPr/>
            </p:nvSpPr>
            <p:spPr>
              <a:xfrm>
                <a:off x="9517558" y="5169959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8"/>
                      <a:pt x="4258" y="133"/>
                      <a:pt x="3417" y="133"/>
                    </a:cubicBezTo>
                    <a:cubicBezTo>
                      <a:pt x="2575" y="133"/>
                      <a:pt x="1769" y="468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93" name="Freeform: Shape 7092">
                <a:extLst>
                  <a:ext uri="{FF2B5EF4-FFF2-40B4-BE49-F238E27FC236}">
                    <a16:creationId xmlns:a16="http://schemas.microsoft.com/office/drawing/2014/main" id="{0E53847D-3659-82B3-FB97-FD75BF114065}"/>
                  </a:ext>
                </a:extLst>
              </p:cNvPr>
              <p:cNvSpPr/>
              <p:nvPr/>
            </p:nvSpPr>
            <p:spPr>
              <a:xfrm>
                <a:off x="9518600" y="5169938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8"/>
                      <a:pt x="4258" y="133"/>
                      <a:pt x="3417" y="133"/>
                    </a:cubicBezTo>
                    <a:cubicBezTo>
                      <a:pt x="2576" y="133"/>
                      <a:pt x="1769" y="468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94" name="Freeform: Shape 7093">
                <a:extLst>
                  <a:ext uri="{FF2B5EF4-FFF2-40B4-BE49-F238E27FC236}">
                    <a16:creationId xmlns:a16="http://schemas.microsoft.com/office/drawing/2014/main" id="{4DEB9A41-4F40-EFB5-0F9D-BE01C65F6B96}"/>
                  </a:ext>
                </a:extLst>
              </p:cNvPr>
              <p:cNvSpPr/>
              <p:nvPr/>
            </p:nvSpPr>
            <p:spPr>
              <a:xfrm>
                <a:off x="9519582" y="5170031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5"/>
                      <a:pt x="6254" y="1657"/>
                      <a:pt x="5659" y="1062"/>
                    </a:cubicBezTo>
                    <a:cubicBezTo>
                      <a:pt x="5065" y="468"/>
                      <a:pt x="4258" y="133"/>
                      <a:pt x="3417" y="133"/>
                    </a:cubicBezTo>
                    <a:cubicBezTo>
                      <a:pt x="2576" y="133"/>
                      <a:pt x="1769" y="468"/>
                      <a:pt x="1174" y="1062"/>
                    </a:cubicBezTo>
                    <a:cubicBezTo>
                      <a:pt x="579" y="1657"/>
                      <a:pt x="245" y="2465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95" name="Freeform: Shape 7094">
                <a:extLst>
                  <a:ext uri="{FF2B5EF4-FFF2-40B4-BE49-F238E27FC236}">
                    <a16:creationId xmlns:a16="http://schemas.microsoft.com/office/drawing/2014/main" id="{A29C56AF-A201-6C22-1AB7-0A65C7B56355}"/>
                  </a:ext>
                </a:extLst>
              </p:cNvPr>
              <p:cNvSpPr/>
              <p:nvPr/>
            </p:nvSpPr>
            <p:spPr>
              <a:xfrm>
                <a:off x="9520726" y="5169870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8"/>
                      <a:pt x="4258" y="133"/>
                      <a:pt x="3417" y="133"/>
                    </a:cubicBezTo>
                    <a:cubicBezTo>
                      <a:pt x="2576" y="133"/>
                      <a:pt x="1769" y="468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96" name="Freeform: Shape 7095">
                <a:extLst>
                  <a:ext uri="{FF2B5EF4-FFF2-40B4-BE49-F238E27FC236}">
                    <a16:creationId xmlns:a16="http://schemas.microsoft.com/office/drawing/2014/main" id="{CF148594-FEA2-68D3-7A6F-C3A4CEA04D20}"/>
                  </a:ext>
                </a:extLst>
              </p:cNvPr>
              <p:cNvSpPr/>
              <p:nvPr/>
            </p:nvSpPr>
            <p:spPr>
              <a:xfrm>
                <a:off x="9521874" y="5169718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8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97" name="Freeform: Shape 7096">
                <a:extLst>
                  <a:ext uri="{FF2B5EF4-FFF2-40B4-BE49-F238E27FC236}">
                    <a16:creationId xmlns:a16="http://schemas.microsoft.com/office/drawing/2014/main" id="{2D68EBB3-0FE3-988D-5435-6A70DA494E7D}"/>
                  </a:ext>
                </a:extLst>
              </p:cNvPr>
              <p:cNvSpPr/>
              <p:nvPr/>
            </p:nvSpPr>
            <p:spPr>
              <a:xfrm>
                <a:off x="9522864" y="5169835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98" name="Freeform: Shape 7097">
                <a:extLst>
                  <a:ext uri="{FF2B5EF4-FFF2-40B4-BE49-F238E27FC236}">
                    <a16:creationId xmlns:a16="http://schemas.microsoft.com/office/drawing/2014/main" id="{D70A4CB3-AE27-EA20-D758-B6F40EDD0FD6}"/>
                  </a:ext>
                </a:extLst>
              </p:cNvPr>
              <p:cNvSpPr/>
              <p:nvPr/>
            </p:nvSpPr>
            <p:spPr>
              <a:xfrm>
                <a:off x="9524053" y="5169650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6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4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099" name="Freeform: Shape 7098">
                <a:extLst>
                  <a:ext uri="{FF2B5EF4-FFF2-40B4-BE49-F238E27FC236}">
                    <a16:creationId xmlns:a16="http://schemas.microsoft.com/office/drawing/2014/main" id="{A927050F-B9B7-D4ED-4046-4F7A2A7F6204}"/>
                  </a:ext>
                </a:extLst>
              </p:cNvPr>
              <p:cNvSpPr/>
              <p:nvPr/>
            </p:nvSpPr>
            <p:spPr>
              <a:xfrm>
                <a:off x="9525081" y="5169731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00" name="Freeform: Shape 7099">
                <a:extLst>
                  <a:ext uri="{FF2B5EF4-FFF2-40B4-BE49-F238E27FC236}">
                    <a16:creationId xmlns:a16="http://schemas.microsoft.com/office/drawing/2014/main" id="{A9131304-694E-D9C4-FDAF-25824BAF6C1B}"/>
                  </a:ext>
                </a:extLst>
              </p:cNvPr>
              <p:cNvSpPr/>
              <p:nvPr/>
            </p:nvSpPr>
            <p:spPr>
              <a:xfrm>
                <a:off x="9525976" y="5170024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7"/>
                      <a:pt x="5660" y="1062"/>
                    </a:cubicBezTo>
                    <a:cubicBezTo>
                      <a:pt x="5065" y="468"/>
                      <a:pt x="4258" y="133"/>
                      <a:pt x="3417" y="133"/>
                    </a:cubicBezTo>
                    <a:cubicBezTo>
                      <a:pt x="2576" y="133"/>
                      <a:pt x="1769" y="468"/>
                      <a:pt x="1175" y="1062"/>
                    </a:cubicBezTo>
                    <a:cubicBezTo>
                      <a:pt x="580" y="1657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01" name="Freeform: Shape 7100">
                <a:extLst>
                  <a:ext uri="{FF2B5EF4-FFF2-40B4-BE49-F238E27FC236}">
                    <a16:creationId xmlns:a16="http://schemas.microsoft.com/office/drawing/2014/main" id="{9555AA61-7E41-907B-A059-252195FD9F31}"/>
                  </a:ext>
                </a:extLst>
              </p:cNvPr>
              <p:cNvSpPr/>
              <p:nvPr/>
            </p:nvSpPr>
            <p:spPr>
              <a:xfrm>
                <a:off x="9527109" y="5169968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8"/>
                      <a:pt x="4258" y="133"/>
                      <a:pt x="3417" y="133"/>
                    </a:cubicBezTo>
                    <a:cubicBezTo>
                      <a:pt x="2576" y="133"/>
                      <a:pt x="1769" y="468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02" name="Freeform: Shape 7101">
                <a:extLst>
                  <a:ext uri="{FF2B5EF4-FFF2-40B4-BE49-F238E27FC236}">
                    <a16:creationId xmlns:a16="http://schemas.microsoft.com/office/drawing/2014/main" id="{DA4DCCCB-4C45-0048-BA77-0C93B799F8B4}"/>
                  </a:ext>
                </a:extLst>
              </p:cNvPr>
              <p:cNvSpPr/>
              <p:nvPr/>
            </p:nvSpPr>
            <p:spPr>
              <a:xfrm>
                <a:off x="9528039" y="5170225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7"/>
                      <a:pt x="5660" y="1062"/>
                    </a:cubicBezTo>
                    <a:cubicBezTo>
                      <a:pt x="5065" y="468"/>
                      <a:pt x="4259" y="133"/>
                      <a:pt x="3417" y="133"/>
                    </a:cubicBezTo>
                    <a:cubicBezTo>
                      <a:pt x="2576" y="133"/>
                      <a:pt x="1770" y="468"/>
                      <a:pt x="1175" y="1062"/>
                    </a:cubicBezTo>
                    <a:cubicBezTo>
                      <a:pt x="580" y="1657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03" name="Freeform: Shape 7102">
                <a:extLst>
                  <a:ext uri="{FF2B5EF4-FFF2-40B4-BE49-F238E27FC236}">
                    <a16:creationId xmlns:a16="http://schemas.microsoft.com/office/drawing/2014/main" id="{68C4EB62-7A88-8016-8DC5-1CD84CB6F97F}"/>
                  </a:ext>
                </a:extLst>
              </p:cNvPr>
              <p:cNvSpPr/>
              <p:nvPr/>
            </p:nvSpPr>
            <p:spPr>
              <a:xfrm>
                <a:off x="9529108" y="517028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7"/>
                      <a:pt x="5660" y="1062"/>
                    </a:cubicBezTo>
                    <a:cubicBezTo>
                      <a:pt x="5065" y="468"/>
                      <a:pt x="4259" y="133"/>
                      <a:pt x="3418" y="133"/>
                    </a:cubicBezTo>
                    <a:cubicBezTo>
                      <a:pt x="2576" y="133"/>
                      <a:pt x="1770" y="468"/>
                      <a:pt x="1175" y="1062"/>
                    </a:cubicBezTo>
                    <a:cubicBezTo>
                      <a:pt x="580" y="1657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04" name="Freeform: Shape 7103">
                <a:extLst>
                  <a:ext uri="{FF2B5EF4-FFF2-40B4-BE49-F238E27FC236}">
                    <a16:creationId xmlns:a16="http://schemas.microsoft.com/office/drawing/2014/main" id="{034A14C2-A20F-99DE-9771-A23401BC107B}"/>
                  </a:ext>
                </a:extLst>
              </p:cNvPr>
              <p:cNvSpPr/>
              <p:nvPr/>
            </p:nvSpPr>
            <p:spPr>
              <a:xfrm>
                <a:off x="9530319" y="517015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7"/>
                      <a:pt x="5660" y="1062"/>
                    </a:cubicBezTo>
                    <a:cubicBezTo>
                      <a:pt x="5065" y="468"/>
                      <a:pt x="4259" y="133"/>
                      <a:pt x="3418" y="133"/>
                    </a:cubicBezTo>
                    <a:cubicBezTo>
                      <a:pt x="2576" y="133"/>
                      <a:pt x="1770" y="468"/>
                      <a:pt x="1175" y="1062"/>
                    </a:cubicBezTo>
                    <a:cubicBezTo>
                      <a:pt x="580" y="1657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05" name="Freeform: Shape 7104">
                <a:extLst>
                  <a:ext uri="{FF2B5EF4-FFF2-40B4-BE49-F238E27FC236}">
                    <a16:creationId xmlns:a16="http://schemas.microsoft.com/office/drawing/2014/main" id="{58B21970-F6F3-26AD-1BBF-274C2588F841}"/>
                  </a:ext>
                </a:extLst>
              </p:cNvPr>
              <p:cNvSpPr/>
              <p:nvPr/>
            </p:nvSpPr>
            <p:spPr>
              <a:xfrm>
                <a:off x="9531464" y="517013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7"/>
                      <a:pt x="5660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2"/>
                    </a:cubicBezTo>
                    <a:cubicBezTo>
                      <a:pt x="580" y="1657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06" name="Freeform: Shape 7105">
                <a:extLst>
                  <a:ext uri="{FF2B5EF4-FFF2-40B4-BE49-F238E27FC236}">
                    <a16:creationId xmlns:a16="http://schemas.microsoft.com/office/drawing/2014/main" id="{6C56D61A-530B-418B-0335-724CFE2B7230}"/>
                  </a:ext>
                </a:extLst>
              </p:cNvPr>
              <p:cNvSpPr/>
              <p:nvPr/>
            </p:nvSpPr>
            <p:spPr>
              <a:xfrm>
                <a:off x="9532506" y="517027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7"/>
                      <a:pt x="5660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2"/>
                    </a:cubicBezTo>
                    <a:cubicBezTo>
                      <a:pt x="580" y="1657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07" name="Freeform: Shape 7106">
                <a:extLst>
                  <a:ext uri="{FF2B5EF4-FFF2-40B4-BE49-F238E27FC236}">
                    <a16:creationId xmlns:a16="http://schemas.microsoft.com/office/drawing/2014/main" id="{3F95BEE9-0E65-153E-3B22-88DD9D9AB51A}"/>
                  </a:ext>
                </a:extLst>
              </p:cNvPr>
              <p:cNvSpPr/>
              <p:nvPr/>
            </p:nvSpPr>
            <p:spPr>
              <a:xfrm>
                <a:off x="9533729" y="517017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7"/>
                      <a:pt x="5660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2"/>
                    </a:cubicBezTo>
                    <a:cubicBezTo>
                      <a:pt x="580" y="1657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08" name="Freeform: Shape 7107">
                <a:extLst>
                  <a:ext uri="{FF2B5EF4-FFF2-40B4-BE49-F238E27FC236}">
                    <a16:creationId xmlns:a16="http://schemas.microsoft.com/office/drawing/2014/main" id="{85F2CE6E-292F-B9CC-6597-D511E1FDD26E}"/>
                  </a:ext>
                </a:extLst>
              </p:cNvPr>
              <p:cNvSpPr/>
              <p:nvPr/>
            </p:nvSpPr>
            <p:spPr>
              <a:xfrm>
                <a:off x="9534703" y="517042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89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7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3"/>
                    </a:cubicBezTo>
                    <a:cubicBezTo>
                      <a:pt x="581" y="1657"/>
                      <a:pt x="246" y="2465"/>
                      <a:pt x="246" y="3306"/>
                    </a:cubicBezTo>
                    <a:cubicBezTo>
                      <a:pt x="246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09" name="Freeform: Shape 7108">
                <a:extLst>
                  <a:ext uri="{FF2B5EF4-FFF2-40B4-BE49-F238E27FC236}">
                    <a16:creationId xmlns:a16="http://schemas.microsoft.com/office/drawing/2014/main" id="{023E013E-8690-DA44-CBAF-DBF05B8CFAA4}"/>
                  </a:ext>
                </a:extLst>
              </p:cNvPr>
              <p:cNvSpPr/>
              <p:nvPr/>
            </p:nvSpPr>
            <p:spPr>
              <a:xfrm>
                <a:off x="9535933" y="517034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5"/>
                      <a:pt x="6255" y="1657"/>
                      <a:pt x="5661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2"/>
                    </a:cubicBezTo>
                    <a:cubicBezTo>
                      <a:pt x="581" y="1657"/>
                      <a:pt x="246" y="2465"/>
                      <a:pt x="246" y="3306"/>
                    </a:cubicBezTo>
                    <a:cubicBezTo>
                      <a:pt x="246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10" name="Freeform: Shape 7109">
                <a:extLst>
                  <a:ext uri="{FF2B5EF4-FFF2-40B4-BE49-F238E27FC236}">
                    <a16:creationId xmlns:a16="http://schemas.microsoft.com/office/drawing/2014/main" id="{D1AE0832-8AF5-D0D4-A86E-B39C062AF38B}"/>
                  </a:ext>
                </a:extLst>
              </p:cNvPr>
              <p:cNvSpPr/>
              <p:nvPr/>
            </p:nvSpPr>
            <p:spPr>
              <a:xfrm>
                <a:off x="9537020" y="517047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7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5"/>
                      <a:pt x="6255" y="1657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11" name="Freeform: Shape 7110">
                <a:extLst>
                  <a:ext uri="{FF2B5EF4-FFF2-40B4-BE49-F238E27FC236}">
                    <a16:creationId xmlns:a16="http://schemas.microsoft.com/office/drawing/2014/main" id="{E8377CC6-6EE2-21C8-63AB-12065ACD8C44}"/>
                  </a:ext>
                </a:extLst>
              </p:cNvPr>
              <p:cNvSpPr/>
              <p:nvPr/>
            </p:nvSpPr>
            <p:spPr>
              <a:xfrm>
                <a:off x="9538220" y="5170458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12" name="Freeform: Shape 7111">
                <a:extLst>
                  <a:ext uri="{FF2B5EF4-FFF2-40B4-BE49-F238E27FC236}">
                    <a16:creationId xmlns:a16="http://schemas.microsoft.com/office/drawing/2014/main" id="{437257CC-2FA4-7D66-4D4F-909E37D4096C}"/>
                  </a:ext>
                </a:extLst>
              </p:cNvPr>
              <p:cNvSpPr/>
              <p:nvPr/>
            </p:nvSpPr>
            <p:spPr>
              <a:xfrm>
                <a:off x="9539647" y="517016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2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13" name="Freeform: Shape 7112">
                <a:extLst>
                  <a:ext uri="{FF2B5EF4-FFF2-40B4-BE49-F238E27FC236}">
                    <a16:creationId xmlns:a16="http://schemas.microsoft.com/office/drawing/2014/main" id="{08D8F5DD-F048-69AE-EDB0-2C2F5BA65EBC}"/>
                  </a:ext>
                </a:extLst>
              </p:cNvPr>
              <p:cNvSpPr/>
              <p:nvPr/>
            </p:nvSpPr>
            <p:spPr>
              <a:xfrm>
                <a:off x="9540931" y="517007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2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2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14" name="Freeform: Shape 7113">
                <a:extLst>
                  <a:ext uri="{FF2B5EF4-FFF2-40B4-BE49-F238E27FC236}">
                    <a16:creationId xmlns:a16="http://schemas.microsoft.com/office/drawing/2014/main" id="{5405BB72-F306-52E8-CADD-2704067E17D4}"/>
                  </a:ext>
                </a:extLst>
              </p:cNvPr>
              <p:cNvSpPr/>
              <p:nvPr/>
            </p:nvSpPr>
            <p:spPr>
              <a:xfrm>
                <a:off x="9542296" y="516990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15" name="Freeform: Shape 7114">
                <a:extLst>
                  <a:ext uri="{FF2B5EF4-FFF2-40B4-BE49-F238E27FC236}">
                    <a16:creationId xmlns:a16="http://schemas.microsoft.com/office/drawing/2014/main" id="{E83B97B6-8E80-7190-362D-687357A0DFA9}"/>
                  </a:ext>
                </a:extLst>
              </p:cNvPr>
              <p:cNvSpPr/>
              <p:nvPr/>
            </p:nvSpPr>
            <p:spPr>
              <a:xfrm>
                <a:off x="9543552" y="516988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16" name="Freeform: Shape 7115">
                <a:extLst>
                  <a:ext uri="{FF2B5EF4-FFF2-40B4-BE49-F238E27FC236}">
                    <a16:creationId xmlns:a16="http://schemas.microsoft.com/office/drawing/2014/main" id="{B5FB8DCD-72AE-A4C2-4792-C36F8236A2CA}"/>
                  </a:ext>
                </a:extLst>
              </p:cNvPr>
              <p:cNvSpPr/>
              <p:nvPr/>
            </p:nvSpPr>
            <p:spPr>
              <a:xfrm>
                <a:off x="9544696" y="517002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2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17" name="Freeform: Shape 7116">
                <a:extLst>
                  <a:ext uri="{FF2B5EF4-FFF2-40B4-BE49-F238E27FC236}">
                    <a16:creationId xmlns:a16="http://schemas.microsoft.com/office/drawing/2014/main" id="{48B81F06-C5BF-5E42-3347-366E6BA62378}"/>
                  </a:ext>
                </a:extLst>
              </p:cNvPr>
              <p:cNvSpPr/>
              <p:nvPr/>
            </p:nvSpPr>
            <p:spPr>
              <a:xfrm>
                <a:off x="9546036" y="516993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18" name="Freeform: Shape 7117">
                <a:extLst>
                  <a:ext uri="{FF2B5EF4-FFF2-40B4-BE49-F238E27FC236}">
                    <a16:creationId xmlns:a16="http://schemas.microsoft.com/office/drawing/2014/main" id="{B00ED134-66FE-EF50-E5B7-AAE288221293}"/>
                  </a:ext>
                </a:extLst>
              </p:cNvPr>
              <p:cNvSpPr/>
              <p:nvPr/>
            </p:nvSpPr>
            <p:spPr>
              <a:xfrm>
                <a:off x="9547615" y="516957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4"/>
                      <a:pt x="6256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2" y="1657"/>
                      <a:pt x="247" y="2464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19" name="Freeform: Shape 7118">
                <a:extLst>
                  <a:ext uri="{FF2B5EF4-FFF2-40B4-BE49-F238E27FC236}">
                    <a16:creationId xmlns:a16="http://schemas.microsoft.com/office/drawing/2014/main" id="{78CED717-DAEB-5DEF-9E0B-4F745F047F5F}"/>
                  </a:ext>
                </a:extLst>
              </p:cNvPr>
              <p:cNvSpPr/>
              <p:nvPr/>
            </p:nvSpPr>
            <p:spPr>
              <a:xfrm>
                <a:off x="9548849" y="516964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4"/>
                      <a:pt x="6256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2" y="1657"/>
                      <a:pt x="247" y="2464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20" name="Freeform: Shape 7119">
                <a:extLst>
                  <a:ext uri="{FF2B5EF4-FFF2-40B4-BE49-F238E27FC236}">
                    <a16:creationId xmlns:a16="http://schemas.microsoft.com/office/drawing/2014/main" id="{6B940AB8-8C45-51E9-EFD2-E2942BB2A136}"/>
                  </a:ext>
                </a:extLst>
              </p:cNvPr>
              <p:cNvSpPr/>
              <p:nvPr/>
            </p:nvSpPr>
            <p:spPr>
              <a:xfrm>
                <a:off x="9550085" y="516972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21" name="Freeform: Shape 7120">
                <a:extLst>
                  <a:ext uri="{FF2B5EF4-FFF2-40B4-BE49-F238E27FC236}">
                    <a16:creationId xmlns:a16="http://schemas.microsoft.com/office/drawing/2014/main" id="{1A04AE62-D743-2884-F706-FCBA3AF743F9}"/>
                  </a:ext>
                </a:extLst>
              </p:cNvPr>
              <p:cNvSpPr/>
              <p:nvPr/>
            </p:nvSpPr>
            <p:spPr>
              <a:xfrm>
                <a:off x="9551364" y="516977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22" name="Freeform: Shape 7121">
                <a:extLst>
                  <a:ext uri="{FF2B5EF4-FFF2-40B4-BE49-F238E27FC236}">
                    <a16:creationId xmlns:a16="http://schemas.microsoft.com/office/drawing/2014/main" id="{B3CC4D21-9B1F-D8C5-4DD1-D6A976E1CEB2}"/>
                  </a:ext>
                </a:extLst>
              </p:cNvPr>
              <p:cNvSpPr/>
              <p:nvPr/>
            </p:nvSpPr>
            <p:spPr>
              <a:xfrm>
                <a:off x="9552808" y="516965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23" name="Freeform: Shape 7122">
                <a:extLst>
                  <a:ext uri="{FF2B5EF4-FFF2-40B4-BE49-F238E27FC236}">
                    <a16:creationId xmlns:a16="http://schemas.microsoft.com/office/drawing/2014/main" id="{71BF8CBA-A441-3D66-A151-50983610DFBE}"/>
                  </a:ext>
                </a:extLst>
              </p:cNvPr>
              <p:cNvSpPr/>
              <p:nvPr/>
            </p:nvSpPr>
            <p:spPr>
              <a:xfrm>
                <a:off x="9554176" y="516963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1" y="133"/>
                      <a:pt x="3419" y="133"/>
                    </a:cubicBezTo>
                    <a:cubicBezTo>
                      <a:pt x="2578" y="133"/>
                      <a:pt x="1772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24" name="Freeform: Shape 7123">
                <a:extLst>
                  <a:ext uri="{FF2B5EF4-FFF2-40B4-BE49-F238E27FC236}">
                    <a16:creationId xmlns:a16="http://schemas.microsoft.com/office/drawing/2014/main" id="{CA03A132-8743-6703-A213-A945806DD8D6}"/>
                  </a:ext>
                </a:extLst>
              </p:cNvPr>
              <p:cNvSpPr/>
              <p:nvPr/>
            </p:nvSpPr>
            <p:spPr>
              <a:xfrm>
                <a:off x="9555548" y="516962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1" y="133"/>
                      <a:pt x="3420" y="133"/>
                    </a:cubicBezTo>
                    <a:cubicBezTo>
                      <a:pt x="2578" y="133"/>
                      <a:pt x="1772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25" name="Freeform: Shape 7124">
                <a:extLst>
                  <a:ext uri="{FF2B5EF4-FFF2-40B4-BE49-F238E27FC236}">
                    <a16:creationId xmlns:a16="http://schemas.microsoft.com/office/drawing/2014/main" id="{D224E21A-A8EE-811E-5EA0-0BE4511AA8C6}"/>
                  </a:ext>
                </a:extLst>
              </p:cNvPr>
              <p:cNvSpPr/>
              <p:nvPr/>
            </p:nvSpPr>
            <p:spPr>
              <a:xfrm>
                <a:off x="9556883" y="516967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8" y="467"/>
                      <a:pt x="4261" y="133"/>
                      <a:pt x="3420" y="133"/>
                    </a:cubicBezTo>
                    <a:cubicBezTo>
                      <a:pt x="2579" y="133"/>
                      <a:pt x="1772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26" name="Freeform: Shape 7125">
                <a:extLst>
                  <a:ext uri="{FF2B5EF4-FFF2-40B4-BE49-F238E27FC236}">
                    <a16:creationId xmlns:a16="http://schemas.microsoft.com/office/drawing/2014/main" id="{E69375C1-D3E7-7FC2-9CCA-5E4F97B4D500}"/>
                  </a:ext>
                </a:extLst>
              </p:cNvPr>
              <p:cNvSpPr/>
              <p:nvPr/>
            </p:nvSpPr>
            <p:spPr>
              <a:xfrm>
                <a:off x="9558305" y="516965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8" y="467"/>
                      <a:pt x="4261" y="133"/>
                      <a:pt x="3420" y="133"/>
                    </a:cubicBezTo>
                    <a:cubicBezTo>
                      <a:pt x="2579" y="133"/>
                      <a:pt x="1772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27" name="Freeform: Shape 7126">
                <a:extLst>
                  <a:ext uri="{FF2B5EF4-FFF2-40B4-BE49-F238E27FC236}">
                    <a16:creationId xmlns:a16="http://schemas.microsoft.com/office/drawing/2014/main" id="{051EDF4D-C600-9965-18CA-7A25372165BE}"/>
                  </a:ext>
                </a:extLst>
              </p:cNvPr>
              <p:cNvSpPr/>
              <p:nvPr/>
            </p:nvSpPr>
            <p:spPr>
              <a:xfrm>
                <a:off x="9559689" y="516968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1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3" y="1062"/>
                    </a:cubicBezTo>
                    <a:cubicBezTo>
                      <a:pt x="5068" y="467"/>
                      <a:pt x="4261" y="133"/>
                      <a:pt x="3420" y="133"/>
                    </a:cubicBezTo>
                    <a:cubicBezTo>
                      <a:pt x="2579" y="133"/>
                      <a:pt x="1772" y="467"/>
                      <a:pt x="1177" y="1062"/>
                    </a:cubicBezTo>
                    <a:cubicBezTo>
                      <a:pt x="583" y="1657"/>
                      <a:pt x="248" y="2464"/>
                      <a:pt x="248" y="3306"/>
                    </a:cubicBezTo>
                    <a:cubicBezTo>
                      <a:pt x="248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28" name="Freeform: Shape 7127">
                <a:extLst>
                  <a:ext uri="{FF2B5EF4-FFF2-40B4-BE49-F238E27FC236}">
                    <a16:creationId xmlns:a16="http://schemas.microsoft.com/office/drawing/2014/main" id="{7D58F582-06A8-26FC-0BA1-0F1EA4C8E67C}"/>
                  </a:ext>
                </a:extLst>
              </p:cNvPr>
              <p:cNvSpPr/>
              <p:nvPr/>
            </p:nvSpPr>
            <p:spPr>
              <a:xfrm>
                <a:off x="9561036" y="516976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2" y="4147"/>
                      <a:pt x="6592" y="3306"/>
                    </a:cubicBezTo>
                    <a:cubicBezTo>
                      <a:pt x="6592" y="2464"/>
                      <a:pt x="6257" y="1657"/>
                      <a:pt x="5663" y="1062"/>
                    </a:cubicBezTo>
                    <a:cubicBezTo>
                      <a:pt x="5068" y="467"/>
                      <a:pt x="4261" y="133"/>
                      <a:pt x="3420" y="133"/>
                    </a:cubicBezTo>
                    <a:cubicBezTo>
                      <a:pt x="2579" y="133"/>
                      <a:pt x="1772" y="467"/>
                      <a:pt x="1177" y="1062"/>
                    </a:cubicBezTo>
                    <a:cubicBezTo>
                      <a:pt x="583" y="1657"/>
                      <a:pt x="248" y="2464"/>
                      <a:pt x="248" y="3306"/>
                    </a:cubicBezTo>
                    <a:cubicBezTo>
                      <a:pt x="248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29" name="Freeform: Shape 7128">
                <a:extLst>
                  <a:ext uri="{FF2B5EF4-FFF2-40B4-BE49-F238E27FC236}">
                    <a16:creationId xmlns:a16="http://schemas.microsoft.com/office/drawing/2014/main" id="{55A42FE1-33AB-AF36-BC47-FEFB1E11A83A}"/>
                  </a:ext>
                </a:extLst>
              </p:cNvPr>
              <p:cNvSpPr/>
              <p:nvPr/>
            </p:nvSpPr>
            <p:spPr>
              <a:xfrm>
                <a:off x="9562639" y="516959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8" y="467"/>
                      <a:pt x="4261" y="133"/>
                      <a:pt x="3420" y="133"/>
                    </a:cubicBezTo>
                    <a:cubicBezTo>
                      <a:pt x="2579" y="133"/>
                      <a:pt x="1772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30" name="Freeform: Shape 7129">
                <a:extLst>
                  <a:ext uri="{FF2B5EF4-FFF2-40B4-BE49-F238E27FC236}">
                    <a16:creationId xmlns:a16="http://schemas.microsoft.com/office/drawing/2014/main" id="{4A623DA4-E4E7-DA48-45B3-C4179B15AF59}"/>
                  </a:ext>
                </a:extLst>
              </p:cNvPr>
              <p:cNvSpPr/>
              <p:nvPr/>
            </p:nvSpPr>
            <p:spPr>
              <a:xfrm>
                <a:off x="9564333" y="516935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8" y="467"/>
                      <a:pt x="4261" y="133"/>
                      <a:pt x="3420" y="133"/>
                    </a:cubicBezTo>
                    <a:cubicBezTo>
                      <a:pt x="2579" y="133"/>
                      <a:pt x="1772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31" name="Freeform: Shape 7130">
                <a:extLst>
                  <a:ext uri="{FF2B5EF4-FFF2-40B4-BE49-F238E27FC236}">
                    <a16:creationId xmlns:a16="http://schemas.microsoft.com/office/drawing/2014/main" id="{EC6B5D06-B077-EB55-250A-CFD4FD876E05}"/>
                  </a:ext>
                </a:extLst>
              </p:cNvPr>
              <p:cNvSpPr/>
              <p:nvPr/>
            </p:nvSpPr>
            <p:spPr>
              <a:xfrm>
                <a:off x="9566247" y="516891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2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8" y="467"/>
                      <a:pt x="4262" y="133"/>
                      <a:pt x="3420" y="133"/>
                    </a:cubicBezTo>
                    <a:cubicBezTo>
                      <a:pt x="2579" y="133"/>
                      <a:pt x="1773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32" name="Freeform: Shape 7131">
                <a:extLst>
                  <a:ext uri="{FF2B5EF4-FFF2-40B4-BE49-F238E27FC236}">
                    <a16:creationId xmlns:a16="http://schemas.microsoft.com/office/drawing/2014/main" id="{C739565D-C923-9271-7D33-05951A8D7C3D}"/>
                  </a:ext>
                </a:extLst>
              </p:cNvPr>
              <p:cNvSpPr/>
              <p:nvPr/>
            </p:nvSpPr>
            <p:spPr>
              <a:xfrm>
                <a:off x="9569976" y="5166663"/>
                <a:ext cx="6343" cy="6345"/>
              </a:xfrm>
              <a:custGeom>
                <a:avLst/>
                <a:gdLst>
                  <a:gd name="connsiteX0" fmla="*/ 3421 w 6343"/>
                  <a:gd name="connsiteY0" fmla="*/ 6478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8"/>
                    </a:moveTo>
                    <a:cubicBezTo>
                      <a:pt x="4262" y="6478"/>
                      <a:pt x="5069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80" y="6478"/>
                      <a:pt x="342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33" name="Freeform: Shape 7132">
                <a:extLst>
                  <a:ext uri="{FF2B5EF4-FFF2-40B4-BE49-F238E27FC236}">
                    <a16:creationId xmlns:a16="http://schemas.microsoft.com/office/drawing/2014/main" id="{62840EEC-FE29-03F0-A0D3-CBF1EB458C7F}"/>
                  </a:ext>
                </a:extLst>
              </p:cNvPr>
              <p:cNvSpPr/>
              <p:nvPr/>
            </p:nvSpPr>
            <p:spPr>
              <a:xfrm>
                <a:off x="9568853" y="5169339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34" name="Freeform: Shape 7133">
                <a:extLst>
                  <a:ext uri="{FF2B5EF4-FFF2-40B4-BE49-F238E27FC236}">
                    <a16:creationId xmlns:a16="http://schemas.microsoft.com/office/drawing/2014/main" id="{CF9B0BBD-5EB3-F681-B5A3-C8F1AAE0D12A}"/>
                  </a:ext>
                </a:extLst>
              </p:cNvPr>
              <p:cNvSpPr/>
              <p:nvPr/>
            </p:nvSpPr>
            <p:spPr>
              <a:xfrm>
                <a:off x="9570311" y="5169418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35" name="Freeform: Shape 7134">
                <a:extLst>
                  <a:ext uri="{FF2B5EF4-FFF2-40B4-BE49-F238E27FC236}">
                    <a16:creationId xmlns:a16="http://schemas.microsoft.com/office/drawing/2014/main" id="{3DA79218-E63D-86BB-0AEF-6FB3FC5D48B4}"/>
                  </a:ext>
                </a:extLst>
              </p:cNvPr>
              <p:cNvSpPr/>
              <p:nvPr/>
            </p:nvSpPr>
            <p:spPr>
              <a:xfrm>
                <a:off x="9572254" y="5169040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49 h 6345"/>
                  <a:gd name="connsiteX2" fmla="*/ 6592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4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4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4" y="1657"/>
                      <a:pt x="249" y="2464"/>
                      <a:pt x="249" y="3306"/>
                    </a:cubicBezTo>
                    <a:cubicBezTo>
                      <a:pt x="249" y="4147"/>
                      <a:pt x="584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36" name="Freeform: Shape 7135">
                <a:extLst>
                  <a:ext uri="{FF2B5EF4-FFF2-40B4-BE49-F238E27FC236}">
                    <a16:creationId xmlns:a16="http://schemas.microsoft.com/office/drawing/2014/main" id="{CA335ECF-6497-16DF-4697-CC01D0BE7EED}"/>
                  </a:ext>
                </a:extLst>
              </p:cNvPr>
              <p:cNvSpPr/>
              <p:nvPr/>
            </p:nvSpPr>
            <p:spPr>
              <a:xfrm>
                <a:off x="9573590" y="5169275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4" y="5549"/>
                    </a:cubicBezTo>
                    <a:cubicBezTo>
                      <a:pt x="6258" y="4954"/>
                      <a:pt x="6593" y="4147"/>
                      <a:pt x="6593" y="3306"/>
                    </a:cubicBezTo>
                    <a:cubicBezTo>
                      <a:pt x="6593" y="2464"/>
                      <a:pt x="6258" y="1657"/>
                      <a:pt x="5664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4" y="1657"/>
                      <a:pt x="249" y="2464"/>
                      <a:pt x="249" y="3306"/>
                    </a:cubicBezTo>
                    <a:cubicBezTo>
                      <a:pt x="249" y="4147"/>
                      <a:pt x="584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37" name="Freeform: Shape 7136">
                <a:extLst>
                  <a:ext uri="{FF2B5EF4-FFF2-40B4-BE49-F238E27FC236}">
                    <a16:creationId xmlns:a16="http://schemas.microsoft.com/office/drawing/2014/main" id="{C7BDA9C4-E35D-E2A8-1E4A-89201B62A626}"/>
                  </a:ext>
                </a:extLst>
              </p:cNvPr>
              <p:cNvSpPr/>
              <p:nvPr/>
            </p:nvSpPr>
            <p:spPr>
              <a:xfrm>
                <a:off x="9575326" y="5169143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38" name="Freeform: Shape 7137">
                <a:extLst>
                  <a:ext uri="{FF2B5EF4-FFF2-40B4-BE49-F238E27FC236}">
                    <a16:creationId xmlns:a16="http://schemas.microsoft.com/office/drawing/2014/main" id="{AC6D7398-1A0A-0F13-38A6-0C3123B4CCBB}"/>
                  </a:ext>
                </a:extLst>
              </p:cNvPr>
              <p:cNvSpPr/>
              <p:nvPr/>
            </p:nvSpPr>
            <p:spPr>
              <a:xfrm>
                <a:off x="9576713" y="5169363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39" name="Freeform: Shape 7138">
                <a:extLst>
                  <a:ext uri="{FF2B5EF4-FFF2-40B4-BE49-F238E27FC236}">
                    <a16:creationId xmlns:a16="http://schemas.microsoft.com/office/drawing/2014/main" id="{F7E3A2DD-C061-4E14-962F-253E3F00DEA6}"/>
                  </a:ext>
                </a:extLst>
              </p:cNvPr>
              <p:cNvSpPr/>
              <p:nvPr/>
            </p:nvSpPr>
            <p:spPr>
              <a:xfrm>
                <a:off x="9578102" y="5169595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40" name="Freeform: Shape 7139">
                <a:extLst>
                  <a:ext uri="{FF2B5EF4-FFF2-40B4-BE49-F238E27FC236}">
                    <a16:creationId xmlns:a16="http://schemas.microsoft.com/office/drawing/2014/main" id="{F0A12B87-72CB-AED2-FC29-9A41281248FC}"/>
                  </a:ext>
                </a:extLst>
              </p:cNvPr>
              <p:cNvSpPr/>
              <p:nvPr/>
            </p:nvSpPr>
            <p:spPr>
              <a:xfrm>
                <a:off x="9579853" y="5169508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69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69" y="467"/>
                      <a:pt x="4263" y="133"/>
                      <a:pt x="3422" y="133"/>
                    </a:cubicBezTo>
                    <a:cubicBezTo>
                      <a:pt x="2580" y="133"/>
                      <a:pt x="1774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4" y="6144"/>
                      <a:pt x="2580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41" name="Freeform: Shape 7140">
                <a:extLst>
                  <a:ext uri="{FF2B5EF4-FFF2-40B4-BE49-F238E27FC236}">
                    <a16:creationId xmlns:a16="http://schemas.microsoft.com/office/drawing/2014/main" id="{2DF4A7C0-9022-E555-AFF0-C50B9EEAFA3F}"/>
                  </a:ext>
                </a:extLst>
              </p:cNvPr>
              <p:cNvSpPr/>
              <p:nvPr/>
            </p:nvSpPr>
            <p:spPr>
              <a:xfrm>
                <a:off x="9581475" y="5169562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42" name="Freeform: Shape 7141">
                <a:extLst>
                  <a:ext uri="{FF2B5EF4-FFF2-40B4-BE49-F238E27FC236}">
                    <a16:creationId xmlns:a16="http://schemas.microsoft.com/office/drawing/2014/main" id="{DF5F74D9-7557-6AD3-18B5-AEA625BEBBFD}"/>
                  </a:ext>
                </a:extLst>
              </p:cNvPr>
              <p:cNvSpPr/>
              <p:nvPr/>
            </p:nvSpPr>
            <p:spPr>
              <a:xfrm>
                <a:off x="9583875" y="5168937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43" name="Freeform: Shape 7142">
                <a:extLst>
                  <a:ext uri="{FF2B5EF4-FFF2-40B4-BE49-F238E27FC236}">
                    <a16:creationId xmlns:a16="http://schemas.microsoft.com/office/drawing/2014/main" id="{6A64D0D0-4036-9F13-7A1F-B0076E82A6E7}"/>
                  </a:ext>
                </a:extLst>
              </p:cNvPr>
              <p:cNvSpPr/>
              <p:nvPr/>
            </p:nvSpPr>
            <p:spPr>
              <a:xfrm>
                <a:off x="9585418" y="5169107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3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0" y="2464"/>
                      <a:pt x="250" y="3306"/>
                    </a:cubicBezTo>
                    <a:cubicBezTo>
                      <a:pt x="250" y="4147"/>
                      <a:pt x="585" y="4954"/>
                      <a:pt x="1179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44" name="Freeform: Shape 7143">
                <a:extLst>
                  <a:ext uri="{FF2B5EF4-FFF2-40B4-BE49-F238E27FC236}">
                    <a16:creationId xmlns:a16="http://schemas.microsoft.com/office/drawing/2014/main" id="{D578E321-1ECC-DDE3-C7B3-3711D05E3E5A}"/>
                  </a:ext>
                </a:extLst>
              </p:cNvPr>
              <p:cNvSpPr/>
              <p:nvPr/>
            </p:nvSpPr>
            <p:spPr>
              <a:xfrm>
                <a:off x="9587378" y="5168929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1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59" y="4954"/>
                      <a:pt x="6594" y="4147"/>
                      <a:pt x="6594" y="3306"/>
                    </a:cubicBezTo>
                    <a:cubicBezTo>
                      <a:pt x="6594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79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45" name="Freeform: Shape 7144">
                <a:extLst>
                  <a:ext uri="{FF2B5EF4-FFF2-40B4-BE49-F238E27FC236}">
                    <a16:creationId xmlns:a16="http://schemas.microsoft.com/office/drawing/2014/main" id="{F9EA077B-13E5-A611-D3FC-13776E67472B}"/>
                  </a:ext>
                </a:extLst>
              </p:cNvPr>
              <p:cNvSpPr/>
              <p:nvPr/>
            </p:nvSpPr>
            <p:spPr>
              <a:xfrm>
                <a:off x="9589022" y="5169050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46" name="Freeform: Shape 7145">
                <a:extLst>
                  <a:ext uri="{FF2B5EF4-FFF2-40B4-BE49-F238E27FC236}">
                    <a16:creationId xmlns:a16="http://schemas.microsoft.com/office/drawing/2014/main" id="{F4A4AADE-FEE0-495E-0757-E14E398E7E3E}"/>
                  </a:ext>
                </a:extLst>
              </p:cNvPr>
              <p:cNvSpPr/>
              <p:nvPr/>
            </p:nvSpPr>
            <p:spPr>
              <a:xfrm>
                <a:off x="9590902" y="5168988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47" name="Freeform: Shape 7146">
                <a:extLst>
                  <a:ext uri="{FF2B5EF4-FFF2-40B4-BE49-F238E27FC236}">
                    <a16:creationId xmlns:a16="http://schemas.microsoft.com/office/drawing/2014/main" id="{5507C256-4EA7-698B-BE16-B604B2DCBF26}"/>
                  </a:ext>
                </a:extLst>
              </p:cNvPr>
              <p:cNvSpPr/>
              <p:nvPr/>
            </p:nvSpPr>
            <p:spPr>
              <a:xfrm>
                <a:off x="9592929" y="5168827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3"/>
                      <a:pt x="3423" y="133"/>
                    </a:cubicBezTo>
                    <a:cubicBezTo>
                      <a:pt x="2581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48" name="Freeform: Shape 7147">
                <a:extLst>
                  <a:ext uri="{FF2B5EF4-FFF2-40B4-BE49-F238E27FC236}">
                    <a16:creationId xmlns:a16="http://schemas.microsoft.com/office/drawing/2014/main" id="{0DD79321-909C-D62F-9F1F-3538396A6813}"/>
                  </a:ext>
                </a:extLst>
              </p:cNvPr>
              <p:cNvSpPr/>
              <p:nvPr/>
            </p:nvSpPr>
            <p:spPr>
              <a:xfrm>
                <a:off x="9594587" y="516899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49" name="Freeform: Shape 7148">
                <a:extLst>
                  <a:ext uri="{FF2B5EF4-FFF2-40B4-BE49-F238E27FC236}">
                    <a16:creationId xmlns:a16="http://schemas.microsoft.com/office/drawing/2014/main" id="{346E6BF9-58A8-960F-53B3-37FDFA70981C}"/>
                  </a:ext>
                </a:extLst>
              </p:cNvPr>
              <p:cNvSpPr/>
              <p:nvPr/>
            </p:nvSpPr>
            <p:spPr>
              <a:xfrm>
                <a:off x="9596957" y="5168603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50" name="Freeform: Shape 7149">
                <a:extLst>
                  <a:ext uri="{FF2B5EF4-FFF2-40B4-BE49-F238E27FC236}">
                    <a16:creationId xmlns:a16="http://schemas.microsoft.com/office/drawing/2014/main" id="{155CEBD4-0424-B9EE-E3BA-6B2EA1B2F0AC}"/>
                  </a:ext>
                </a:extLst>
              </p:cNvPr>
              <p:cNvSpPr/>
              <p:nvPr/>
            </p:nvSpPr>
            <p:spPr>
              <a:xfrm>
                <a:off x="9599433" y="5168156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51" name="Freeform: Shape 7150">
                <a:extLst>
                  <a:ext uri="{FF2B5EF4-FFF2-40B4-BE49-F238E27FC236}">
                    <a16:creationId xmlns:a16="http://schemas.microsoft.com/office/drawing/2014/main" id="{98C6B230-2169-4B61-D634-A9947696AF37}"/>
                  </a:ext>
                </a:extLst>
              </p:cNvPr>
              <p:cNvSpPr/>
              <p:nvPr/>
            </p:nvSpPr>
            <p:spPr>
              <a:xfrm>
                <a:off x="9601395" y="5168154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52" name="Freeform: Shape 7151">
                <a:extLst>
                  <a:ext uri="{FF2B5EF4-FFF2-40B4-BE49-F238E27FC236}">
                    <a16:creationId xmlns:a16="http://schemas.microsoft.com/office/drawing/2014/main" id="{8E657DC9-0BB3-DFB9-F195-14ED8B654200}"/>
                  </a:ext>
                </a:extLst>
              </p:cNvPr>
              <p:cNvSpPr/>
              <p:nvPr/>
            </p:nvSpPr>
            <p:spPr>
              <a:xfrm>
                <a:off x="9603506" y="5168059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53" name="Freeform: Shape 7152">
                <a:extLst>
                  <a:ext uri="{FF2B5EF4-FFF2-40B4-BE49-F238E27FC236}">
                    <a16:creationId xmlns:a16="http://schemas.microsoft.com/office/drawing/2014/main" id="{AAD70C1A-22BF-12AD-DC22-2149DA6667DB}"/>
                  </a:ext>
                </a:extLst>
              </p:cNvPr>
              <p:cNvSpPr/>
              <p:nvPr/>
            </p:nvSpPr>
            <p:spPr>
              <a:xfrm>
                <a:off x="9605577" y="5168022"/>
                <a:ext cx="6343" cy="6345"/>
              </a:xfrm>
              <a:custGeom>
                <a:avLst/>
                <a:gdLst>
                  <a:gd name="connsiteX0" fmla="*/ 3424 w 6343"/>
                  <a:gd name="connsiteY0" fmla="*/ 6478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8"/>
                    </a:moveTo>
                    <a:cubicBezTo>
                      <a:pt x="4265" y="6478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5" y="133"/>
                      <a:pt x="3424" y="133"/>
                    </a:cubicBezTo>
                    <a:cubicBezTo>
                      <a:pt x="2582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8"/>
                      <a:pt x="342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54" name="Freeform: Shape 7153">
                <a:extLst>
                  <a:ext uri="{FF2B5EF4-FFF2-40B4-BE49-F238E27FC236}">
                    <a16:creationId xmlns:a16="http://schemas.microsoft.com/office/drawing/2014/main" id="{AB54EF67-97D8-9582-BAA2-B307D0F8F5F0}"/>
                  </a:ext>
                </a:extLst>
              </p:cNvPr>
              <p:cNvSpPr/>
              <p:nvPr/>
            </p:nvSpPr>
            <p:spPr>
              <a:xfrm>
                <a:off x="9607024" y="5168491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55" name="Freeform: Shape 7154">
                <a:extLst>
                  <a:ext uri="{FF2B5EF4-FFF2-40B4-BE49-F238E27FC236}">
                    <a16:creationId xmlns:a16="http://schemas.microsoft.com/office/drawing/2014/main" id="{6916C9D4-0D2D-8AB3-DA8E-A2D551B7A958}"/>
                  </a:ext>
                </a:extLst>
              </p:cNvPr>
              <p:cNvSpPr/>
              <p:nvPr/>
            </p:nvSpPr>
            <p:spPr>
              <a:xfrm>
                <a:off x="9608423" y="5169010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56" name="Freeform: Shape 7155">
                <a:extLst>
                  <a:ext uri="{FF2B5EF4-FFF2-40B4-BE49-F238E27FC236}">
                    <a16:creationId xmlns:a16="http://schemas.microsoft.com/office/drawing/2014/main" id="{A78C3723-84C4-C91B-5F03-4391862B001C}"/>
                  </a:ext>
                </a:extLst>
              </p:cNvPr>
              <p:cNvSpPr/>
              <p:nvPr/>
            </p:nvSpPr>
            <p:spPr>
              <a:xfrm>
                <a:off x="9610066" y="5169358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5 w 6343"/>
                  <a:gd name="connsiteY2" fmla="*/ 3306 h 6345"/>
                  <a:gd name="connsiteX3" fmla="*/ 5667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7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7" y="1657"/>
                      <a:pt x="252" y="2464"/>
                      <a:pt x="252" y="3306"/>
                    </a:cubicBezTo>
                    <a:cubicBezTo>
                      <a:pt x="252" y="4147"/>
                      <a:pt x="587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57" name="Freeform: Shape 7156">
                <a:extLst>
                  <a:ext uri="{FF2B5EF4-FFF2-40B4-BE49-F238E27FC236}">
                    <a16:creationId xmlns:a16="http://schemas.microsoft.com/office/drawing/2014/main" id="{D367DF7D-CB14-FC25-11FB-F23ADD35BF5B}"/>
                  </a:ext>
                </a:extLst>
              </p:cNvPr>
              <p:cNvSpPr/>
              <p:nvPr/>
            </p:nvSpPr>
            <p:spPr>
              <a:xfrm>
                <a:off x="9637238" y="5161504"/>
                <a:ext cx="6343" cy="6345"/>
              </a:xfrm>
              <a:custGeom>
                <a:avLst/>
                <a:gdLst>
                  <a:gd name="connsiteX0" fmla="*/ 3426 w 6343"/>
                  <a:gd name="connsiteY0" fmla="*/ 6478 h 6345"/>
                  <a:gd name="connsiteX1" fmla="*/ 5669 w 6343"/>
                  <a:gd name="connsiteY1" fmla="*/ 5549 h 6345"/>
                  <a:gd name="connsiteX2" fmla="*/ 6598 w 6343"/>
                  <a:gd name="connsiteY2" fmla="*/ 3305 h 6345"/>
                  <a:gd name="connsiteX3" fmla="*/ 5669 w 6343"/>
                  <a:gd name="connsiteY3" fmla="*/ 1062 h 6345"/>
                  <a:gd name="connsiteX4" fmla="*/ 3426 w 6343"/>
                  <a:gd name="connsiteY4" fmla="*/ 133 h 6345"/>
                  <a:gd name="connsiteX5" fmla="*/ 1183 w 6343"/>
                  <a:gd name="connsiteY5" fmla="*/ 1062 h 6345"/>
                  <a:gd name="connsiteX6" fmla="*/ 254 w 6343"/>
                  <a:gd name="connsiteY6" fmla="*/ 3305 h 6345"/>
                  <a:gd name="connsiteX7" fmla="*/ 1183 w 6343"/>
                  <a:gd name="connsiteY7" fmla="*/ 5549 h 6345"/>
                  <a:gd name="connsiteX8" fmla="*/ 342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8"/>
                    </a:moveTo>
                    <a:cubicBezTo>
                      <a:pt x="4267" y="6478"/>
                      <a:pt x="5074" y="6144"/>
                      <a:pt x="5669" y="5549"/>
                    </a:cubicBezTo>
                    <a:cubicBezTo>
                      <a:pt x="6263" y="4954"/>
                      <a:pt x="6598" y="4147"/>
                      <a:pt x="6598" y="3305"/>
                    </a:cubicBezTo>
                    <a:cubicBezTo>
                      <a:pt x="6598" y="2464"/>
                      <a:pt x="6263" y="1657"/>
                      <a:pt x="5669" y="1062"/>
                    </a:cubicBezTo>
                    <a:cubicBezTo>
                      <a:pt x="5074" y="467"/>
                      <a:pt x="4267" y="133"/>
                      <a:pt x="3426" y="133"/>
                    </a:cubicBezTo>
                    <a:cubicBezTo>
                      <a:pt x="2585" y="133"/>
                      <a:pt x="1778" y="467"/>
                      <a:pt x="1183" y="1062"/>
                    </a:cubicBezTo>
                    <a:cubicBezTo>
                      <a:pt x="589" y="1657"/>
                      <a:pt x="254" y="2464"/>
                      <a:pt x="254" y="3305"/>
                    </a:cubicBezTo>
                    <a:cubicBezTo>
                      <a:pt x="254" y="4147"/>
                      <a:pt x="589" y="4954"/>
                      <a:pt x="1183" y="5549"/>
                    </a:cubicBezTo>
                    <a:cubicBezTo>
                      <a:pt x="1778" y="6144"/>
                      <a:pt x="2585" y="6478"/>
                      <a:pt x="342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58" name="Freeform: Shape 7157">
                <a:extLst>
                  <a:ext uri="{FF2B5EF4-FFF2-40B4-BE49-F238E27FC236}">
                    <a16:creationId xmlns:a16="http://schemas.microsoft.com/office/drawing/2014/main" id="{D757CEE3-5C88-3F02-CF00-65FFBF682AD7}"/>
                  </a:ext>
                </a:extLst>
              </p:cNvPr>
              <p:cNvSpPr/>
              <p:nvPr/>
            </p:nvSpPr>
            <p:spPr>
              <a:xfrm>
                <a:off x="9638442" y="5164153"/>
                <a:ext cx="6343" cy="6345"/>
              </a:xfrm>
              <a:custGeom>
                <a:avLst/>
                <a:gdLst>
                  <a:gd name="connsiteX0" fmla="*/ 3426 w 6343"/>
                  <a:gd name="connsiteY0" fmla="*/ 6478 h 6345"/>
                  <a:gd name="connsiteX1" fmla="*/ 5669 w 6343"/>
                  <a:gd name="connsiteY1" fmla="*/ 5549 h 6345"/>
                  <a:gd name="connsiteX2" fmla="*/ 6598 w 6343"/>
                  <a:gd name="connsiteY2" fmla="*/ 3305 h 6345"/>
                  <a:gd name="connsiteX3" fmla="*/ 5669 w 6343"/>
                  <a:gd name="connsiteY3" fmla="*/ 1062 h 6345"/>
                  <a:gd name="connsiteX4" fmla="*/ 3426 w 6343"/>
                  <a:gd name="connsiteY4" fmla="*/ 133 h 6345"/>
                  <a:gd name="connsiteX5" fmla="*/ 1183 w 6343"/>
                  <a:gd name="connsiteY5" fmla="*/ 1062 h 6345"/>
                  <a:gd name="connsiteX6" fmla="*/ 255 w 6343"/>
                  <a:gd name="connsiteY6" fmla="*/ 3305 h 6345"/>
                  <a:gd name="connsiteX7" fmla="*/ 1183 w 6343"/>
                  <a:gd name="connsiteY7" fmla="*/ 5549 h 6345"/>
                  <a:gd name="connsiteX8" fmla="*/ 342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8"/>
                    </a:moveTo>
                    <a:cubicBezTo>
                      <a:pt x="4267" y="6478"/>
                      <a:pt x="5074" y="6144"/>
                      <a:pt x="5669" y="5549"/>
                    </a:cubicBezTo>
                    <a:cubicBezTo>
                      <a:pt x="6263" y="4954"/>
                      <a:pt x="6598" y="4147"/>
                      <a:pt x="6598" y="3305"/>
                    </a:cubicBezTo>
                    <a:cubicBezTo>
                      <a:pt x="6598" y="2464"/>
                      <a:pt x="6263" y="1657"/>
                      <a:pt x="5669" y="1062"/>
                    </a:cubicBezTo>
                    <a:cubicBezTo>
                      <a:pt x="5074" y="467"/>
                      <a:pt x="4267" y="133"/>
                      <a:pt x="3426" y="133"/>
                    </a:cubicBezTo>
                    <a:cubicBezTo>
                      <a:pt x="2585" y="133"/>
                      <a:pt x="1778" y="467"/>
                      <a:pt x="1183" y="1062"/>
                    </a:cubicBezTo>
                    <a:cubicBezTo>
                      <a:pt x="589" y="1657"/>
                      <a:pt x="255" y="2464"/>
                      <a:pt x="255" y="3305"/>
                    </a:cubicBezTo>
                    <a:cubicBezTo>
                      <a:pt x="255" y="4147"/>
                      <a:pt x="589" y="4954"/>
                      <a:pt x="1183" y="5549"/>
                    </a:cubicBezTo>
                    <a:cubicBezTo>
                      <a:pt x="1778" y="6144"/>
                      <a:pt x="2585" y="6478"/>
                      <a:pt x="342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59" name="Freeform: Shape 7158">
                <a:extLst>
                  <a:ext uri="{FF2B5EF4-FFF2-40B4-BE49-F238E27FC236}">
                    <a16:creationId xmlns:a16="http://schemas.microsoft.com/office/drawing/2014/main" id="{C4F60FC3-6152-829A-9FB6-5A7FA96E1AB4}"/>
                  </a:ext>
                </a:extLst>
              </p:cNvPr>
              <p:cNvSpPr/>
              <p:nvPr/>
            </p:nvSpPr>
            <p:spPr>
              <a:xfrm>
                <a:off x="9639847" y="5164943"/>
                <a:ext cx="6343" cy="6345"/>
              </a:xfrm>
              <a:custGeom>
                <a:avLst/>
                <a:gdLst>
                  <a:gd name="connsiteX0" fmla="*/ 3426 w 6343"/>
                  <a:gd name="connsiteY0" fmla="*/ 6478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2 h 6345"/>
                  <a:gd name="connsiteX4" fmla="*/ 3426 w 6343"/>
                  <a:gd name="connsiteY4" fmla="*/ 133 h 6345"/>
                  <a:gd name="connsiteX5" fmla="*/ 1184 w 6343"/>
                  <a:gd name="connsiteY5" fmla="*/ 1062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8"/>
                    </a:moveTo>
                    <a:cubicBezTo>
                      <a:pt x="4267" y="6478"/>
                      <a:pt x="5074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4"/>
                      <a:pt x="6264" y="1657"/>
                      <a:pt x="5669" y="1062"/>
                    </a:cubicBezTo>
                    <a:cubicBezTo>
                      <a:pt x="5074" y="467"/>
                      <a:pt x="4267" y="133"/>
                      <a:pt x="3426" y="133"/>
                    </a:cubicBezTo>
                    <a:cubicBezTo>
                      <a:pt x="2585" y="133"/>
                      <a:pt x="1778" y="467"/>
                      <a:pt x="1184" y="1062"/>
                    </a:cubicBezTo>
                    <a:cubicBezTo>
                      <a:pt x="589" y="1657"/>
                      <a:pt x="255" y="2464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8" y="6144"/>
                      <a:pt x="2585" y="6478"/>
                      <a:pt x="342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60" name="Freeform: Shape 7159">
                <a:extLst>
                  <a:ext uri="{FF2B5EF4-FFF2-40B4-BE49-F238E27FC236}">
                    <a16:creationId xmlns:a16="http://schemas.microsoft.com/office/drawing/2014/main" id="{FF9D4B0C-1CD9-4AA9-AD6B-A80C53929094}"/>
                  </a:ext>
                </a:extLst>
              </p:cNvPr>
              <p:cNvSpPr/>
              <p:nvPr/>
            </p:nvSpPr>
            <p:spPr>
              <a:xfrm>
                <a:off x="9641404" y="5165645"/>
                <a:ext cx="6343" cy="6345"/>
              </a:xfrm>
              <a:custGeom>
                <a:avLst/>
                <a:gdLst>
                  <a:gd name="connsiteX0" fmla="*/ 3426 w 6343"/>
                  <a:gd name="connsiteY0" fmla="*/ 6478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2 h 6345"/>
                  <a:gd name="connsiteX4" fmla="*/ 3426 w 6343"/>
                  <a:gd name="connsiteY4" fmla="*/ 133 h 6345"/>
                  <a:gd name="connsiteX5" fmla="*/ 1184 w 6343"/>
                  <a:gd name="connsiteY5" fmla="*/ 1062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8"/>
                    </a:moveTo>
                    <a:cubicBezTo>
                      <a:pt x="4267" y="6478"/>
                      <a:pt x="5074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4"/>
                      <a:pt x="6264" y="1657"/>
                      <a:pt x="5669" y="1062"/>
                    </a:cubicBezTo>
                    <a:cubicBezTo>
                      <a:pt x="5074" y="467"/>
                      <a:pt x="4267" y="133"/>
                      <a:pt x="3426" y="133"/>
                    </a:cubicBezTo>
                    <a:cubicBezTo>
                      <a:pt x="2585" y="133"/>
                      <a:pt x="1778" y="467"/>
                      <a:pt x="1184" y="1062"/>
                    </a:cubicBezTo>
                    <a:cubicBezTo>
                      <a:pt x="589" y="1657"/>
                      <a:pt x="255" y="2464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8" y="6144"/>
                      <a:pt x="2585" y="6478"/>
                      <a:pt x="342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61" name="Freeform: Shape 7160">
                <a:extLst>
                  <a:ext uri="{FF2B5EF4-FFF2-40B4-BE49-F238E27FC236}">
                    <a16:creationId xmlns:a16="http://schemas.microsoft.com/office/drawing/2014/main" id="{D6A1F88D-5EF4-1B87-51AC-BF19CB122C39}"/>
                  </a:ext>
                </a:extLst>
              </p:cNvPr>
              <p:cNvSpPr/>
              <p:nvPr/>
            </p:nvSpPr>
            <p:spPr>
              <a:xfrm>
                <a:off x="9195407" y="5162907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62" name="Freeform: Shape 7161">
                <a:extLst>
                  <a:ext uri="{FF2B5EF4-FFF2-40B4-BE49-F238E27FC236}">
                    <a16:creationId xmlns:a16="http://schemas.microsoft.com/office/drawing/2014/main" id="{BC1C1E63-0E59-2191-D77A-D289F77139D8}"/>
                  </a:ext>
                </a:extLst>
              </p:cNvPr>
              <p:cNvSpPr/>
              <p:nvPr/>
            </p:nvSpPr>
            <p:spPr>
              <a:xfrm>
                <a:off x="9198329" y="5162512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3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3" y="133"/>
                      <a:pt x="3391" y="133"/>
                    </a:cubicBezTo>
                    <a:cubicBezTo>
                      <a:pt x="2550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63" name="Freeform: Shape 7162">
                <a:extLst>
                  <a:ext uri="{FF2B5EF4-FFF2-40B4-BE49-F238E27FC236}">
                    <a16:creationId xmlns:a16="http://schemas.microsoft.com/office/drawing/2014/main" id="{837F0769-3A8C-B4FD-AD8E-498A8FCC6DB8}"/>
                  </a:ext>
                </a:extLst>
              </p:cNvPr>
              <p:cNvSpPr/>
              <p:nvPr/>
            </p:nvSpPr>
            <p:spPr>
              <a:xfrm>
                <a:off x="9201949" y="5162528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40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1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64" name="Freeform: Shape 7163">
                <a:extLst>
                  <a:ext uri="{FF2B5EF4-FFF2-40B4-BE49-F238E27FC236}">
                    <a16:creationId xmlns:a16="http://schemas.microsoft.com/office/drawing/2014/main" id="{666B9C03-829A-0397-762C-D3E6DBA71AED}"/>
                  </a:ext>
                </a:extLst>
              </p:cNvPr>
              <p:cNvSpPr/>
              <p:nvPr/>
            </p:nvSpPr>
            <p:spPr>
              <a:xfrm>
                <a:off x="9205883" y="5162762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5 w 6343"/>
                  <a:gd name="connsiteY1" fmla="*/ 5549 h 6345"/>
                  <a:gd name="connsiteX2" fmla="*/ 6564 w 6343"/>
                  <a:gd name="connsiteY2" fmla="*/ 3305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40" y="6144"/>
                      <a:pt x="5635" y="5549"/>
                    </a:cubicBezTo>
                    <a:cubicBezTo>
                      <a:pt x="6229" y="4954"/>
                      <a:pt x="6564" y="4147"/>
                      <a:pt x="6564" y="3305"/>
                    </a:cubicBezTo>
                    <a:cubicBezTo>
                      <a:pt x="6564" y="2464"/>
                      <a:pt x="6229" y="1657"/>
                      <a:pt x="5635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49" y="1062"/>
                    </a:cubicBezTo>
                    <a:cubicBezTo>
                      <a:pt x="555" y="1657"/>
                      <a:pt x="220" y="2464"/>
                      <a:pt x="220" y="3305"/>
                    </a:cubicBezTo>
                    <a:cubicBezTo>
                      <a:pt x="220" y="4147"/>
                      <a:pt x="555" y="4954"/>
                      <a:pt x="1149" y="5549"/>
                    </a:cubicBezTo>
                    <a:cubicBezTo>
                      <a:pt x="1744" y="6144"/>
                      <a:pt x="2551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65" name="Freeform: Shape 7164">
                <a:extLst>
                  <a:ext uri="{FF2B5EF4-FFF2-40B4-BE49-F238E27FC236}">
                    <a16:creationId xmlns:a16="http://schemas.microsoft.com/office/drawing/2014/main" id="{778B2D5E-7ACC-DC68-6557-EC545B3D285D}"/>
                  </a:ext>
                </a:extLst>
              </p:cNvPr>
              <p:cNvSpPr/>
              <p:nvPr/>
            </p:nvSpPr>
            <p:spPr>
              <a:xfrm>
                <a:off x="9209643" y="5162949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5 w 6343"/>
                  <a:gd name="connsiteY1" fmla="*/ 5549 h 6345"/>
                  <a:gd name="connsiteX2" fmla="*/ 6564 w 6343"/>
                  <a:gd name="connsiteY2" fmla="*/ 3305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5 h 6345"/>
                  <a:gd name="connsiteX7" fmla="*/ 1150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40" y="6144"/>
                      <a:pt x="5635" y="5549"/>
                    </a:cubicBezTo>
                    <a:cubicBezTo>
                      <a:pt x="6230" y="4954"/>
                      <a:pt x="6564" y="4147"/>
                      <a:pt x="6564" y="3305"/>
                    </a:cubicBezTo>
                    <a:cubicBezTo>
                      <a:pt x="6564" y="2464"/>
                      <a:pt x="6230" y="1657"/>
                      <a:pt x="5635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50" y="1062"/>
                    </a:cubicBezTo>
                    <a:cubicBezTo>
                      <a:pt x="555" y="1657"/>
                      <a:pt x="221" y="2464"/>
                      <a:pt x="221" y="3305"/>
                    </a:cubicBezTo>
                    <a:cubicBezTo>
                      <a:pt x="221" y="4147"/>
                      <a:pt x="555" y="4954"/>
                      <a:pt x="1150" y="5549"/>
                    </a:cubicBezTo>
                    <a:cubicBezTo>
                      <a:pt x="1744" y="6144"/>
                      <a:pt x="2551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66" name="Freeform: Shape 7165">
                <a:extLst>
                  <a:ext uri="{FF2B5EF4-FFF2-40B4-BE49-F238E27FC236}">
                    <a16:creationId xmlns:a16="http://schemas.microsoft.com/office/drawing/2014/main" id="{372B7061-D317-8EA2-E51D-7C9851E3D0EA}"/>
                  </a:ext>
                </a:extLst>
              </p:cNvPr>
              <p:cNvSpPr/>
              <p:nvPr/>
            </p:nvSpPr>
            <p:spPr>
              <a:xfrm>
                <a:off x="9210772" y="5161693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5 w 6343"/>
                  <a:gd name="connsiteY1" fmla="*/ 5549 h 6345"/>
                  <a:gd name="connsiteX2" fmla="*/ 6564 w 6343"/>
                  <a:gd name="connsiteY2" fmla="*/ 3305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5 h 6345"/>
                  <a:gd name="connsiteX7" fmla="*/ 1150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4" y="6478"/>
                      <a:pt x="5040" y="6144"/>
                      <a:pt x="5635" y="5549"/>
                    </a:cubicBezTo>
                    <a:cubicBezTo>
                      <a:pt x="6230" y="4954"/>
                      <a:pt x="6564" y="4147"/>
                      <a:pt x="6564" y="3305"/>
                    </a:cubicBezTo>
                    <a:cubicBezTo>
                      <a:pt x="6564" y="2464"/>
                      <a:pt x="6230" y="1657"/>
                      <a:pt x="5635" y="1062"/>
                    </a:cubicBezTo>
                    <a:cubicBezTo>
                      <a:pt x="5040" y="467"/>
                      <a:pt x="4234" y="133"/>
                      <a:pt x="3392" y="133"/>
                    </a:cubicBezTo>
                    <a:cubicBezTo>
                      <a:pt x="2551" y="133"/>
                      <a:pt x="1745" y="467"/>
                      <a:pt x="1150" y="1062"/>
                    </a:cubicBezTo>
                    <a:cubicBezTo>
                      <a:pt x="555" y="1657"/>
                      <a:pt x="221" y="2464"/>
                      <a:pt x="221" y="3305"/>
                    </a:cubicBezTo>
                    <a:cubicBezTo>
                      <a:pt x="221" y="4147"/>
                      <a:pt x="555" y="4954"/>
                      <a:pt x="1150" y="5549"/>
                    </a:cubicBezTo>
                    <a:cubicBezTo>
                      <a:pt x="1745" y="6144"/>
                      <a:pt x="2551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67" name="Freeform: Shape 7166">
                <a:extLst>
                  <a:ext uri="{FF2B5EF4-FFF2-40B4-BE49-F238E27FC236}">
                    <a16:creationId xmlns:a16="http://schemas.microsoft.com/office/drawing/2014/main" id="{790DC74F-F5FB-9B8D-9054-E193F4F48220}"/>
                  </a:ext>
                </a:extLst>
              </p:cNvPr>
              <p:cNvSpPr/>
              <p:nvPr/>
            </p:nvSpPr>
            <p:spPr>
              <a:xfrm>
                <a:off x="9217236" y="5163508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4 w 6343"/>
                  <a:gd name="connsiteY2" fmla="*/ 3305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5 h 6345"/>
                  <a:gd name="connsiteX7" fmla="*/ 1150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0" y="4954"/>
                      <a:pt x="6564" y="4147"/>
                      <a:pt x="6564" y="3305"/>
                    </a:cubicBezTo>
                    <a:cubicBezTo>
                      <a:pt x="6564" y="2464"/>
                      <a:pt x="6230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0" y="1062"/>
                    </a:cubicBezTo>
                    <a:cubicBezTo>
                      <a:pt x="556" y="1657"/>
                      <a:pt x="221" y="2464"/>
                      <a:pt x="221" y="3305"/>
                    </a:cubicBezTo>
                    <a:cubicBezTo>
                      <a:pt x="221" y="4147"/>
                      <a:pt x="556" y="4954"/>
                      <a:pt x="1150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68" name="Freeform: Shape 7167">
                <a:extLst>
                  <a:ext uri="{FF2B5EF4-FFF2-40B4-BE49-F238E27FC236}">
                    <a16:creationId xmlns:a16="http://schemas.microsoft.com/office/drawing/2014/main" id="{6CACF586-CAB2-C05B-5772-249D9B783083}"/>
                  </a:ext>
                </a:extLst>
              </p:cNvPr>
              <p:cNvSpPr/>
              <p:nvPr/>
            </p:nvSpPr>
            <p:spPr>
              <a:xfrm>
                <a:off x="9220271" y="5163417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5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5 h 6345"/>
                  <a:gd name="connsiteX7" fmla="*/ 1151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5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1" y="1062"/>
                    </a:cubicBezTo>
                    <a:cubicBezTo>
                      <a:pt x="556" y="1657"/>
                      <a:pt x="222" y="2464"/>
                      <a:pt x="222" y="3305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69" name="Freeform: Shape 7168">
                <a:extLst>
                  <a:ext uri="{FF2B5EF4-FFF2-40B4-BE49-F238E27FC236}">
                    <a16:creationId xmlns:a16="http://schemas.microsoft.com/office/drawing/2014/main" id="{79AA6866-8392-88F7-EAA4-14C2BBFEDF79}"/>
                  </a:ext>
                </a:extLst>
              </p:cNvPr>
              <p:cNvSpPr/>
              <p:nvPr/>
            </p:nvSpPr>
            <p:spPr>
              <a:xfrm>
                <a:off x="9224144" y="5163858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5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5 h 6345"/>
                  <a:gd name="connsiteX7" fmla="*/ 1151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5" y="6478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5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5" y="133"/>
                      <a:pt x="3393" y="133"/>
                    </a:cubicBezTo>
                    <a:cubicBezTo>
                      <a:pt x="2552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5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70" name="Freeform: Shape 7169">
                <a:extLst>
                  <a:ext uri="{FF2B5EF4-FFF2-40B4-BE49-F238E27FC236}">
                    <a16:creationId xmlns:a16="http://schemas.microsoft.com/office/drawing/2014/main" id="{BC2E4F7F-1554-56FA-E6FC-7804E544DE27}"/>
                  </a:ext>
                </a:extLst>
              </p:cNvPr>
              <p:cNvSpPr/>
              <p:nvPr/>
            </p:nvSpPr>
            <p:spPr>
              <a:xfrm>
                <a:off x="9227582" y="5164089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5 h 6345"/>
                  <a:gd name="connsiteX3" fmla="*/ 5636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5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6" y="5549"/>
                    </a:cubicBezTo>
                    <a:cubicBezTo>
                      <a:pt x="6231" y="4954"/>
                      <a:pt x="6565" y="4147"/>
                      <a:pt x="6565" y="3305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5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71" name="Freeform: Shape 7170">
                <a:extLst>
                  <a:ext uri="{FF2B5EF4-FFF2-40B4-BE49-F238E27FC236}">
                    <a16:creationId xmlns:a16="http://schemas.microsoft.com/office/drawing/2014/main" id="{B8FBD647-71B8-0BF1-D181-B6FC3C61E1E1}"/>
                  </a:ext>
                </a:extLst>
              </p:cNvPr>
              <p:cNvSpPr/>
              <p:nvPr/>
            </p:nvSpPr>
            <p:spPr>
              <a:xfrm>
                <a:off x="9230431" y="5164006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5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5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7" y="5549"/>
                    </a:cubicBezTo>
                    <a:cubicBezTo>
                      <a:pt x="6231" y="4954"/>
                      <a:pt x="6566" y="4147"/>
                      <a:pt x="6566" y="3305"/>
                    </a:cubicBezTo>
                    <a:cubicBezTo>
                      <a:pt x="6566" y="2464"/>
                      <a:pt x="6231" y="1657"/>
                      <a:pt x="5637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7" y="1657"/>
                      <a:pt x="222" y="2464"/>
                      <a:pt x="222" y="3305"/>
                    </a:cubicBezTo>
                    <a:cubicBezTo>
                      <a:pt x="222" y="4147"/>
                      <a:pt x="557" y="4954"/>
                      <a:pt x="1151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72" name="Freeform: Shape 7171">
                <a:extLst>
                  <a:ext uri="{FF2B5EF4-FFF2-40B4-BE49-F238E27FC236}">
                    <a16:creationId xmlns:a16="http://schemas.microsoft.com/office/drawing/2014/main" id="{B9F689CF-598F-638F-DA0C-8EEA06101913}"/>
                  </a:ext>
                </a:extLst>
              </p:cNvPr>
              <p:cNvSpPr/>
              <p:nvPr/>
            </p:nvSpPr>
            <p:spPr>
              <a:xfrm>
                <a:off x="9233901" y="5164340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5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5 h 6345"/>
                  <a:gd name="connsiteX7" fmla="*/ 1152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5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2" y="1062"/>
                    </a:cubicBezTo>
                    <a:cubicBezTo>
                      <a:pt x="557" y="1657"/>
                      <a:pt x="223" y="2464"/>
                      <a:pt x="223" y="3305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73" name="Freeform: Shape 7172">
                <a:extLst>
                  <a:ext uri="{FF2B5EF4-FFF2-40B4-BE49-F238E27FC236}">
                    <a16:creationId xmlns:a16="http://schemas.microsoft.com/office/drawing/2014/main" id="{E27CFEAA-3540-4964-FE1E-5C698816D2C0}"/>
                  </a:ext>
                </a:extLst>
              </p:cNvPr>
              <p:cNvSpPr/>
              <p:nvPr/>
            </p:nvSpPr>
            <p:spPr>
              <a:xfrm>
                <a:off x="9237618" y="5164874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7"/>
                      <a:pt x="4236" y="133"/>
                      <a:pt x="3395" y="133"/>
                    </a:cubicBezTo>
                    <a:cubicBezTo>
                      <a:pt x="2553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3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74" name="Freeform: Shape 7173">
                <a:extLst>
                  <a:ext uri="{FF2B5EF4-FFF2-40B4-BE49-F238E27FC236}">
                    <a16:creationId xmlns:a16="http://schemas.microsoft.com/office/drawing/2014/main" id="{D839346D-6FB7-A83E-1C68-1A4488A9F75C}"/>
                  </a:ext>
                </a:extLst>
              </p:cNvPr>
              <p:cNvSpPr/>
              <p:nvPr/>
            </p:nvSpPr>
            <p:spPr>
              <a:xfrm>
                <a:off x="9240906" y="5165186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75" name="Freeform: Shape 7174">
                <a:extLst>
                  <a:ext uri="{FF2B5EF4-FFF2-40B4-BE49-F238E27FC236}">
                    <a16:creationId xmlns:a16="http://schemas.microsoft.com/office/drawing/2014/main" id="{B0554F3F-EBCD-0917-9412-53AE612B605D}"/>
                  </a:ext>
                </a:extLst>
              </p:cNvPr>
              <p:cNvSpPr/>
              <p:nvPr/>
            </p:nvSpPr>
            <p:spPr>
              <a:xfrm>
                <a:off x="9243407" y="5165036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8" y="5549"/>
                    </a:cubicBezTo>
                    <a:cubicBezTo>
                      <a:pt x="6232" y="4954"/>
                      <a:pt x="6567" y="4147"/>
                      <a:pt x="6567" y="3306"/>
                    </a:cubicBezTo>
                    <a:cubicBezTo>
                      <a:pt x="6567" y="2464"/>
                      <a:pt x="6232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8" y="1657"/>
                      <a:pt x="223" y="2464"/>
                      <a:pt x="223" y="3306"/>
                    </a:cubicBezTo>
                    <a:cubicBezTo>
                      <a:pt x="223" y="4147"/>
                      <a:pt x="558" y="4954"/>
                      <a:pt x="1152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76" name="Freeform: Shape 7175">
                <a:extLst>
                  <a:ext uri="{FF2B5EF4-FFF2-40B4-BE49-F238E27FC236}">
                    <a16:creationId xmlns:a16="http://schemas.microsoft.com/office/drawing/2014/main" id="{CA920A2F-58C4-CD8C-EF1A-BB27D4714152}"/>
                  </a:ext>
                </a:extLst>
              </p:cNvPr>
              <p:cNvSpPr/>
              <p:nvPr/>
            </p:nvSpPr>
            <p:spPr>
              <a:xfrm>
                <a:off x="9245850" y="5164877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77" name="Freeform: Shape 7176">
                <a:extLst>
                  <a:ext uri="{FF2B5EF4-FFF2-40B4-BE49-F238E27FC236}">
                    <a16:creationId xmlns:a16="http://schemas.microsoft.com/office/drawing/2014/main" id="{4F7ECF73-CF15-8FEE-81FA-7107B8111BC4}"/>
                  </a:ext>
                </a:extLst>
              </p:cNvPr>
              <p:cNvSpPr/>
              <p:nvPr/>
            </p:nvSpPr>
            <p:spPr>
              <a:xfrm>
                <a:off x="9248134" y="5164642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5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5 h 6345"/>
                  <a:gd name="connsiteX7" fmla="*/ 1153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5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3" y="1062"/>
                    </a:cubicBezTo>
                    <a:cubicBezTo>
                      <a:pt x="558" y="1657"/>
                      <a:pt x="224" y="2464"/>
                      <a:pt x="224" y="3305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78" name="Freeform: Shape 7177">
                <a:extLst>
                  <a:ext uri="{FF2B5EF4-FFF2-40B4-BE49-F238E27FC236}">
                    <a16:creationId xmlns:a16="http://schemas.microsoft.com/office/drawing/2014/main" id="{36EA13DD-B489-97F6-B2AB-BAA816184099}"/>
                  </a:ext>
                </a:extLst>
              </p:cNvPr>
              <p:cNvSpPr/>
              <p:nvPr/>
            </p:nvSpPr>
            <p:spPr>
              <a:xfrm>
                <a:off x="9250821" y="5164704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5 h 6345"/>
                  <a:gd name="connsiteX3" fmla="*/ 5638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5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5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7"/>
                      <a:pt x="4237" y="133"/>
                      <a:pt x="3396" y="133"/>
                    </a:cubicBezTo>
                    <a:cubicBezTo>
                      <a:pt x="2554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5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4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79" name="Freeform: Shape 7178">
                <a:extLst>
                  <a:ext uri="{FF2B5EF4-FFF2-40B4-BE49-F238E27FC236}">
                    <a16:creationId xmlns:a16="http://schemas.microsoft.com/office/drawing/2014/main" id="{17F794E6-505F-EE09-097A-F3D7EB739990}"/>
                  </a:ext>
                </a:extLst>
              </p:cNvPr>
              <p:cNvSpPr/>
              <p:nvPr/>
            </p:nvSpPr>
            <p:spPr>
              <a:xfrm>
                <a:off x="9253654" y="5164897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80" name="Freeform: Shape 7179">
                <a:extLst>
                  <a:ext uri="{FF2B5EF4-FFF2-40B4-BE49-F238E27FC236}">
                    <a16:creationId xmlns:a16="http://schemas.microsoft.com/office/drawing/2014/main" id="{03D17A5B-C788-56A6-DCBC-5D41CE1608C3}"/>
                  </a:ext>
                </a:extLst>
              </p:cNvPr>
              <p:cNvSpPr/>
              <p:nvPr/>
            </p:nvSpPr>
            <p:spPr>
              <a:xfrm>
                <a:off x="9256881" y="5165398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9" y="5549"/>
                    </a:cubicBezTo>
                    <a:cubicBezTo>
                      <a:pt x="6233" y="4954"/>
                      <a:pt x="6568" y="4147"/>
                      <a:pt x="6568" y="3306"/>
                    </a:cubicBezTo>
                    <a:cubicBezTo>
                      <a:pt x="6568" y="2464"/>
                      <a:pt x="6233" y="1657"/>
                      <a:pt x="5639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9" y="1657"/>
                      <a:pt x="224" y="2464"/>
                      <a:pt x="224" y="3306"/>
                    </a:cubicBezTo>
                    <a:cubicBezTo>
                      <a:pt x="224" y="4147"/>
                      <a:pt x="559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81" name="Freeform: Shape 7180">
                <a:extLst>
                  <a:ext uri="{FF2B5EF4-FFF2-40B4-BE49-F238E27FC236}">
                    <a16:creationId xmlns:a16="http://schemas.microsoft.com/office/drawing/2014/main" id="{EEC8A522-C241-8368-10F9-3F5ABE50178F}"/>
                  </a:ext>
                </a:extLst>
              </p:cNvPr>
              <p:cNvSpPr/>
              <p:nvPr/>
            </p:nvSpPr>
            <p:spPr>
              <a:xfrm>
                <a:off x="9259187" y="5165303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82" name="Freeform: Shape 7181">
                <a:extLst>
                  <a:ext uri="{FF2B5EF4-FFF2-40B4-BE49-F238E27FC236}">
                    <a16:creationId xmlns:a16="http://schemas.microsoft.com/office/drawing/2014/main" id="{A96FB7ED-7777-8EF5-BA2A-7A0D486A010E}"/>
                  </a:ext>
                </a:extLst>
              </p:cNvPr>
              <p:cNvSpPr/>
              <p:nvPr/>
            </p:nvSpPr>
            <p:spPr>
              <a:xfrm>
                <a:off x="9262040" y="5165620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8" y="6478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4" y="467"/>
                      <a:pt x="4238" y="133"/>
                      <a:pt x="3396" y="133"/>
                    </a:cubicBezTo>
                    <a:cubicBezTo>
                      <a:pt x="2555" y="133"/>
                      <a:pt x="1749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83" name="Freeform: Shape 7182">
                <a:extLst>
                  <a:ext uri="{FF2B5EF4-FFF2-40B4-BE49-F238E27FC236}">
                    <a16:creationId xmlns:a16="http://schemas.microsoft.com/office/drawing/2014/main" id="{2B600C70-0A60-AEB5-9D19-FCFC9E99C442}"/>
                  </a:ext>
                </a:extLst>
              </p:cNvPr>
              <p:cNvSpPr/>
              <p:nvPr/>
            </p:nvSpPr>
            <p:spPr>
              <a:xfrm>
                <a:off x="9264332" y="5165574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84" name="Freeform: Shape 7183">
                <a:extLst>
                  <a:ext uri="{FF2B5EF4-FFF2-40B4-BE49-F238E27FC236}">
                    <a16:creationId xmlns:a16="http://schemas.microsoft.com/office/drawing/2014/main" id="{63F33E7C-C789-FDA7-6F18-B6404904AFA4}"/>
                  </a:ext>
                </a:extLst>
              </p:cNvPr>
              <p:cNvSpPr/>
              <p:nvPr/>
            </p:nvSpPr>
            <p:spPr>
              <a:xfrm>
                <a:off x="9266717" y="5165624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85" name="Freeform: Shape 7184">
                <a:extLst>
                  <a:ext uri="{FF2B5EF4-FFF2-40B4-BE49-F238E27FC236}">
                    <a16:creationId xmlns:a16="http://schemas.microsoft.com/office/drawing/2014/main" id="{836A5F86-379B-1B62-CCBD-A48980281AE6}"/>
                  </a:ext>
                </a:extLst>
              </p:cNvPr>
              <p:cNvSpPr/>
              <p:nvPr/>
            </p:nvSpPr>
            <p:spPr>
              <a:xfrm>
                <a:off x="9269045" y="5165662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4" y="4954"/>
                      <a:pt x="6569" y="4147"/>
                      <a:pt x="6569" y="3306"/>
                    </a:cubicBezTo>
                    <a:cubicBezTo>
                      <a:pt x="6569" y="2464"/>
                      <a:pt x="6234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4" y="1062"/>
                    </a:cubicBezTo>
                    <a:cubicBezTo>
                      <a:pt x="560" y="1657"/>
                      <a:pt x="225" y="2464"/>
                      <a:pt x="225" y="3306"/>
                    </a:cubicBezTo>
                    <a:cubicBezTo>
                      <a:pt x="225" y="4147"/>
                      <a:pt x="560" y="4954"/>
                      <a:pt x="1154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86" name="Freeform: Shape 7185">
                <a:extLst>
                  <a:ext uri="{FF2B5EF4-FFF2-40B4-BE49-F238E27FC236}">
                    <a16:creationId xmlns:a16="http://schemas.microsoft.com/office/drawing/2014/main" id="{905D825C-4C3D-E0C8-57A6-F24081C9FF19}"/>
                  </a:ext>
                </a:extLst>
              </p:cNvPr>
              <p:cNvSpPr/>
              <p:nvPr/>
            </p:nvSpPr>
            <p:spPr>
              <a:xfrm>
                <a:off x="9271563" y="5165870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87" name="Freeform: Shape 7186">
                <a:extLst>
                  <a:ext uri="{FF2B5EF4-FFF2-40B4-BE49-F238E27FC236}">
                    <a16:creationId xmlns:a16="http://schemas.microsoft.com/office/drawing/2014/main" id="{6B93EEAA-BBE5-040F-5A94-4AE46E0ACD8E}"/>
                  </a:ext>
                </a:extLst>
              </p:cNvPr>
              <p:cNvSpPr/>
              <p:nvPr/>
            </p:nvSpPr>
            <p:spPr>
              <a:xfrm>
                <a:off x="9273728" y="5165845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88" name="Freeform: Shape 7187">
                <a:extLst>
                  <a:ext uri="{FF2B5EF4-FFF2-40B4-BE49-F238E27FC236}">
                    <a16:creationId xmlns:a16="http://schemas.microsoft.com/office/drawing/2014/main" id="{41FA6AC8-FD39-8B0F-080A-B4A816068124}"/>
                  </a:ext>
                </a:extLst>
              </p:cNvPr>
              <p:cNvSpPr/>
              <p:nvPr/>
            </p:nvSpPr>
            <p:spPr>
              <a:xfrm>
                <a:off x="9275837" y="5165805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9" y="133"/>
                      <a:pt x="3398" y="133"/>
                    </a:cubicBezTo>
                    <a:cubicBezTo>
                      <a:pt x="2556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6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89" name="Freeform: Shape 7188">
                <a:extLst>
                  <a:ext uri="{FF2B5EF4-FFF2-40B4-BE49-F238E27FC236}">
                    <a16:creationId xmlns:a16="http://schemas.microsoft.com/office/drawing/2014/main" id="{003898BA-F7AA-DFD0-59E4-1549CEF0C923}"/>
                  </a:ext>
                </a:extLst>
              </p:cNvPr>
              <p:cNvSpPr/>
              <p:nvPr/>
            </p:nvSpPr>
            <p:spPr>
              <a:xfrm>
                <a:off x="9277990" y="5165824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90" name="Freeform: Shape 7189">
                <a:extLst>
                  <a:ext uri="{FF2B5EF4-FFF2-40B4-BE49-F238E27FC236}">
                    <a16:creationId xmlns:a16="http://schemas.microsoft.com/office/drawing/2014/main" id="{C06FAFF9-7427-B6BB-39D6-68F5C5BA3B7F}"/>
                  </a:ext>
                </a:extLst>
              </p:cNvPr>
              <p:cNvSpPr/>
              <p:nvPr/>
            </p:nvSpPr>
            <p:spPr>
              <a:xfrm>
                <a:off x="9280039" y="5165788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69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91" name="Freeform: Shape 7190">
                <a:extLst>
                  <a:ext uri="{FF2B5EF4-FFF2-40B4-BE49-F238E27FC236}">
                    <a16:creationId xmlns:a16="http://schemas.microsoft.com/office/drawing/2014/main" id="{E8324686-6B1E-E78D-392A-782F79FE84A4}"/>
                  </a:ext>
                </a:extLst>
              </p:cNvPr>
              <p:cNvSpPr/>
              <p:nvPr/>
            </p:nvSpPr>
            <p:spPr>
              <a:xfrm>
                <a:off x="9282033" y="5165735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5" y="4954"/>
                      <a:pt x="6570" y="4147"/>
                      <a:pt x="6570" y="3306"/>
                    </a:cubicBezTo>
                    <a:cubicBezTo>
                      <a:pt x="6570" y="2464"/>
                      <a:pt x="6235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1" y="1657"/>
                      <a:pt x="226" y="2464"/>
                      <a:pt x="226" y="3306"/>
                    </a:cubicBezTo>
                    <a:cubicBezTo>
                      <a:pt x="226" y="4147"/>
                      <a:pt x="561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92" name="Freeform: Shape 7191">
                <a:extLst>
                  <a:ext uri="{FF2B5EF4-FFF2-40B4-BE49-F238E27FC236}">
                    <a16:creationId xmlns:a16="http://schemas.microsoft.com/office/drawing/2014/main" id="{97D447A2-8DA5-BADC-45AA-F0F485205E54}"/>
                  </a:ext>
                </a:extLst>
              </p:cNvPr>
              <p:cNvSpPr/>
              <p:nvPr/>
            </p:nvSpPr>
            <p:spPr>
              <a:xfrm>
                <a:off x="9284406" y="5166008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93" name="Freeform: Shape 7192">
                <a:extLst>
                  <a:ext uri="{FF2B5EF4-FFF2-40B4-BE49-F238E27FC236}">
                    <a16:creationId xmlns:a16="http://schemas.microsoft.com/office/drawing/2014/main" id="{7286252A-A62C-D01A-A644-356E0315FC4C}"/>
                  </a:ext>
                </a:extLst>
              </p:cNvPr>
              <p:cNvSpPr/>
              <p:nvPr/>
            </p:nvSpPr>
            <p:spPr>
              <a:xfrm>
                <a:off x="9286579" y="5166151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94" name="Freeform: Shape 7193">
                <a:extLst>
                  <a:ext uri="{FF2B5EF4-FFF2-40B4-BE49-F238E27FC236}">
                    <a16:creationId xmlns:a16="http://schemas.microsoft.com/office/drawing/2014/main" id="{61848636-28D5-05A3-6424-5DC0F5327350}"/>
                  </a:ext>
                </a:extLst>
              </p:cNvPr>
              <p:cNvSpPr/>
              <p:nvPr/>
            </p:nvSpPr>
            <p:spPr>
              <a:xfrm>
                <a:off x="9288601" y="5166199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95" name="Freeform: Shape 7194">
                <a:extLst>
                  <a:ext uri="{FF2B5EF4-FFF2-40B4-BE49-F238E27FC236}">
                    <a16:creationId xmlns:a16="http://schemas.microsoft.com/office/drawing/2014/main" id="{1109A6F4-2260-EFE9-BBC2-6B182BF30212}"/>
                  </a:ext>
                </a:extLst>
              </p:cNvPr>
              <p:cNvSpPr/>
              <p:nvPr/>
            </p:nvSpPr>
            <p:spPr>
              <a:xfrm>
                <a:off x="9290711" y="5166346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96" name="Freeform: Shape 7195">
                <a:extLst>
                  <a:ext uri="{FF2B5EF4-FFF2-40B4-BE49-F238E27FC236}">
                    <a16:creationId xmlns:a16="http://schemas.microsoft.com/office/drawing/2014/main" id="{DEAE1D9F-E3E6-AC34-7793-F8A1F93AE04F}"/>
                  </a:ext>
                </a:extLst>
              </p:cNvPr>
              <p:cNvSpPr/>
              <p:nvPr/>
            </p:nvSpPr>
            <p:spPr>
              <a:xfrm>
                <a:off x="9292532" y="5166276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97" name="Freeform: Shape 7196">
                <a:extLst>
                  <a:ext uri="{FF2B5EF4-FFF2-40B4-BE49-F238E27FC236}">
                    <a16:creationId xmlns:a16="http://schemas.microsoft.com/office/drawing/2014/main" id="{C481D896-5BE9-006D-9FE1-2BB541094AE0}"/>
                  </a:ext>
                </a:extLst>
              </p:cNvPr>
              <p:cNvSpPr/>
              <p:nvPr/>
            </p:nvSpPr>
            <p:spPr>
              <a:xfrm>
                <a:off x="9294394" y="5166263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6"/>
                    </a:cubicBezTo>
                    <a:cubicBezTo>
                      <a:pt x="6571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7" y="2464"/>
                      <a:pt x="227" y="3306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98" name="Freeform: Shape 7197">
                <a:extLst>
                  <a:ext uri="{FF2B5EF4-FFF2-40B4-BE49-F238E27FC236}">
                    <a16:creationId xmlns:a16="http://schemas.microsoft.com/office/drawing/2014/main" id="{CF1E2249-145A-A57F-F801-626B6B8120BF}"/>
                  </a:ext>
                </a:extLst>
              </p:cNvPr>
              <p:cNvSpPr/>
              <p:nvPr/>
            </p:nvSpPr>
            <p:spPr>
              <a:xfrm>
                <a:off x="9296530" y="5166509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99" name="Freeform: Shape 7198">
                <a:extLst>
                  <a:ext uri="{FF2B5EF4-FFF2-40B4-BE49-F238E27FC236}">
                    <a16:creationId xmlns:a16="http://schemas.microsoft.com/office/drawing/2014/main" id="{BA208398-2640-A2BA-7FBD-ED89732FA941}"/>
                  </a:ext>
                </a:extLst>
              </p:cNvPr>
              <p:cNvSpPr/>
              <p:nvPr/>
            </p:nvSpPr>
            <p:spPr>
              <a:xfrm>
                <a:off x="9298657" y="5166777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00" name="Freeform: Shape 7199">
                <a:extLst>
                  <a:ext uri="{FF2B5EF4-FFF2-40B4-BE49-F238E27FC236}">
                    <a16:creationId xmlns:a16="http://schemas.microsoft.com/office/drawing/2014/main" id="{0E195C59-1A64-AB75-24FE-98761C5E9DB9}"/>
                  </a:ext>
                </a:extLst>
              </p:cNvPr>
              <p:cNvSpPr/>
              <p:nvPr/>
            </p:nvSpPr>
            <p:spPr>
              <a:xfrm>
                <a:off x="9300729" y="5167025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1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1" y="133"/>
                      <a:pt x="3399" y="133"/>
                    </a:cubicBezTo>
                    <a:cubicBezTo>
                      <a:pt x="2558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01" name="Freeform: Shape 7200">
                <a:extLst>
                  <a:ext uri="{FF2B5EF4-FFF2-40B4-BE49-F238E27FC236}">
                    <a16:creationId xmlns:a16="http://schemas.microsoft.com/office/drawing/2014/main" id="{5C8FBDF5-1913-A60F-9070-980F47491DC1}"/>
                  </a:ext>
                </a:extLst>
              </p:cNvPr>
              <p:cNvSpPr/>
              <p:nvPr/>
            </p:nvSpPr>
            <p:spPr>
              <a:xfrm>
                <a:off x="9302518" y="5167048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02" name="Freeform: Shape 7201">
                <a:extLst>
                  <a:ext uri="{FF2B5EF4-FFF2-40B4-BE49-F238E27FC236}">
                    <a16:creationId xmlns:a16="http://schemas.microsoft.com/office/drawing/2014/main" id="{11D1D0F9-9634-531D-7479-DC65AD995811}"/>
                  </a:ext>
                </a:extLst>
              </p:cNvPr>
              <p:cNvSpPr/>
              <p:nvPr/>
            </p:nvSpPr>
            <p:spPr>
              <a:xfrm>
                <a:off x="9303436" y="5166303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03" name="Freeform: Shape 7202">
                <a:extLst>
                  <a:ext uri="{FF2B5EF4-FFF2-40B4-BE49-F238E27FC236}">
                    <a16:creationId xmlns:a16="http://schemas.microsoft.com/office/drawing/2014/main" id="{23316F32-FF1F-0C25-1316-BD6B3940676F}"/>
                  </a:ext>
                </a:extLst>
              </p:cNvPr>
              <p:cNvSpPr/>
              <p:nvPr/>
            </p:nvSpPr>
            <p:spPr>
              <a:xfrm>
                <a:off x="9305625" y="5166729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1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3" y="1657"/>
                      <a:pt x="228" y="2464"/>
                      <a:pt x="228" y="3306"/>
                    </a:cubicBezTo>
                    <a:cubicBezTo>
                      <a:pt x="228" y="4147"/>
                      <a:pt x="563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04" name="Freeform: Shape 7203">
                <a:extLst>
                  <a:ext uri="{FF2B5EF4-FFF2-40B4-BE49-F238E27FC236}">
                    <a16:creationId xmlns:a16="http://schemas.microsoft.com/office/drawing/2014/main" id="{A1172183-F86F-2F54-2124-B49541FB1261}"/>
                  </a:ext>
                </a:extLst>
              </p:cNvPr>
              <p:cNvSpPr/>
              <p:nvPr/>
            </p:nvSpPr>
            <p:spPr>
              <a:xfrm>
                <a:off x="9307399" y="5166800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7" y="4954"/>
                      <a:pt x="6572" y="4147"/>
                      <a:pt x="6572" y="3306"/>
                    </a:cubicBezTo>
                    <a:cubicBezTo>
                      <a:pt x="6572" y="2464"/>
                      <a:pt x="6237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3" y="1657"/>
                      <a:pt x="228" y="2464"/>
                      <a:pt x="228" y="3306"/>
                    </a:cubicBezTo>
                    <a:cubicBezTo>
                      <a:pt x="228" y="4147"/>
                      <a:pt x="563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05" name="Freeform: Shape 7204">
                <a:extLst>
                  <a:ext uri="{FF2B5EF4-FFF2-40B4-BE49-F238E27FC236}">
                    <a16:creationId xmlns:a16="http://schemas.microsoft.com/office/drawing/2014/main" id="{16AD4957-1638-6CBD-7A2E-D0A948C8E8A6}"/>
                  </a:ext>
                </a:extLst>
              </p:cNvPr>
              <p:cNvSpPr/>
              <p:nvPr/>
            </p:nvSpPr>
            <p:spPr>
              <a:xfrm>
                <a:off x="9309301" y="5167015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06" name="Freeform: Shape 7205">
                <a:extLst>
                  <a:ext uri="{FF2B5EF4-FFF2-40B4-BE49-F238E27FC236}">
                    <a16:creationId xmlns:a16="http://schemas.microsoft.com/office/drawing/2014/main" id="{E7D7CE04-1A1B-B808-DA1D-6C9D9A0CEC48}"/>
                  </a:ext>
                </a:extLst>
              </p:cNvPr>
              <p:cNvSpPr/>
              <p:nvPr/>
            </p:nvSpPr>
            <p:spPr>
              <a:xfrm>
                <a:off x="9311195" y="5167248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07" name="Freeform: Shape 7206">
                <a:extLst>
                  <a:ext uri="{FF2B5EF4-FFF2-40B4-BE49-F238E27FC236}">
                    <a16:creationId xmlns:a16="http://schemas.microsoft.com/office/drawing/2014/main" id="{BCA6B4D8-B246-EBA1-C4C5-6AB71CB5D439}"/>
                  </a:ext>
                </a:extLst>
              </p:cNvPr>
              <p:cNvSpPr/>
              <p:nvPr/>
            </p:nvSpPr>
            <p:spPr>
              <a:xfrm>
                <a:off x="9312860" y="5167286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2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2" y="133"/>
                      <a:pt x="3400" y="133"/>
                    </a:cubicBezTo>
                    <a:cubicBezTo>
                      <a:pt x="2559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08" name="Freeform: Shape 7207">
                <a:extLst>
                  <a:ext uri="{FF2B5EF4-FFF2-40B4-BE49-F238E27FC236}">
                    <a16:creationId xmlns:a16="http://schemas.microsoft.com/office/drawing/2014/main" id="{974293EA-D9AD-BF30-EE5C-5543B18E1966}"/>
                  </a:ext>
                </a:extLst>
              </p:cNvPr>
              <p:cNvSpPr/>
              <p:nvPr/>
            </p:nvSpPr>
            <p:spPr>
              <a:xfrm>
                <a:off x="9314783" y="5167598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2" y="133"/>
                      <a:pt x="3401" y="133"/>
                    </a:cubicBezTo>
                    <a:cubicBezTo>
                      <a:pt x="2559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59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09" name="Freeform: Shape 7208">
                <a:extLst>
                  <a:ext uri="{FF2B5EF4-FFF2-40B4-BE49-F238E27FC236}">
                    <a16:creationId xmlns:a16="http://schemas.microsoft.com/office/drawing/2014/main" id="{811B1A28-0334-87E7-BE04-D8F9C3490621}"/>
                  </a:ext>
                </a:extLst>
              </p:cNvPr>
              <p:cNvSpPr/>
              <p:nvPr/>
            </p:nvSpPr>
            <p:spPr>
              <a:xfrm>
                <a:off x="9316173" y="5167409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10" name="Freeform: Shape 7209">
                <a:extLst>
                  <a:ext uri="{FF2B5EF4-FFF2-40B4-BE49-F238E27FC236}">
                    <a16:creationId xmlns:a16="http://schemas.microsoft.com/office/drawing/2014/main" id="{96289CB6-7F07-35A6-1059-4F8E961CF706}"/>
                  </a:ext>
                </a:extLst>
              </p:cNvPr>
              <p:cNvSpPr/>
              <p:nvPr/>
            </p:nvSpPr>
            <p:spPr>
              <a:xfrm>
                <a:off x="9317647" y="5167320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11" name="Freeform: Shape 7210">
                <a:extLst>
                  <a:ext uri="{FF2B5EF4-FFF2-40B4-BE49-F238E27FC236}">
                    <a16:creationId xmlns:a16="http://schemas.microsoft.com/office/drawing/2014/main" id="{0EAC769C-4C21-CEF0-2B65-14304E62DCFE}"/>
                  </a:ext>
                </a:extLst>
              </p:cNvPr>
              <p:cNvSpPr/>
              <p:nvPr/>
            </p:nvSpPr>
            <p:spPr>
              <a:xfrm>
                <a:off x="9319074" y="5167201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8" y="4954"/>
                      <a:pt x="6573" y="4147"/>
                      <a:pt x="6573" y="3306"/>
                    </a:cubicBezTo>
                    <a:cubicBezTo>
                      <a:pt x="6573" y="2464"/>
                      <a:pt x="6238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4" y="1657"/>
                      <a:pt x="229" y="2464"/>
                      <a:pt x="229" y="3306"/>
                    </a:cubicBezTo>
                    <a:cubicBezTo>
                      <a:pt x="229" y="4147"/>
                      <a:pt x="564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12" name="Freeform: Shape 7211">
                <a:extLst>
                  <a:ext uri="{FF2B5EF4-FFF2-40B4-BE49-F238E27FC236}">
                    <a16:creationId xmlns:a16="http://schemas.microsoft.com/office/drawing/2014/main" id="{08F4B65A-62CB-E817-20F1-4F799CB9B5DD}"/>
                  </a:ext>
                </a:extLst>
              </p:cNvPr>
              <p:cNvSpPr/>
              <p:nvPr/>
            </p:nvSpPr>
            <p:spPr>
              <a:xfrm>
                <a:off x="9320627" y="5167226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30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8" y="4954"/>
                      <a:pt x="6573" y="4147"/>
                      <a:pt x="6573" y="3306"/>
                    </a:cubicBezTo>
                    <a:cubicBezTo>
                      <a:pt x="6573" y="2464"/>
                      <a:pt x="6238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13" name="Freeform: Shape 7212">
                <a:extLst>
                  <a:ext uri="{FF2B5EF4-FFF2-40B4-BE49-F238E27FC236}">
                    <a16:creationId xmlns:a16="http://schemas.microsoft.com/office/drawing/2014/main" id="{89D7E34A-CAF6-F7C5-4DD3-6474B9928496}"/>
                  </a:ext>
                </a:extLst>
              </p:cNvPr>
              <p:cNvSpPr/>
              <p:nvPr/>
            </p:nvSpPr>
            <p:spPr>
              <a:xfrm>
                <a:off x="9322132" y="5167221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14" name="Freeform: Shape 7213">
                <a:extLst>
                  <a:ext uri="{FF2B5EF4-FFF2-40B4-BE49-F238E27FC236}">
                    <a16:creationId xmlns:a16="http://schemas.microsoft.com/office/drawing/2014/main" id="{54DE9F3A-ADF7-FBBD-66D8-1DBAC3E1E971}"/>
                  </a:ext>
                </a:extLst>
              </p:cNvPr>
              <p:cNvSpPr/>
              <p:nvPr/>
            </p:nvSpPr>
            <p:spPr>
              <a:xfrm>
                <a:off x="9323717" y="5167319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15" name="Freeform: Shape 7214">
                <a:extLst>
                  <a:ext uri="{FF2B5EF4-FFF2-40B4-BE49-F238E27FC236}">
                    <a16:creationId xmlns:a16="http://schemas.microsoft.com/office/drawing/2014/main" id="{D7B60969-DBE3-3869-488B-7AA251250EFD}"/>
                  </a:ext>
                </a:extLst>
              </p:cNvPr>
              <p:cNvSpPr/>
              <p:nvPr/>
            </p:nvSpPr>
            <p:spPr>
              <a:xfrm>
                <a:off x="9325296" y="5167432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3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3" y="133"/>
                      <a:pt x="3401" y="133"/>
                    </a:cubicBezTo>
                    <a:cubicBezTo>
                      <a:pt x="2560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16" name="Freeform: Shape 7215">
                <a:extLst>
                  <a:ext uri="{FF2B5EF4-FFF2-40B4-BE49-F238E27FC236}">
                    <a16:creationId xmlns:a16="http://schemas.microsoft.com/office/drawing/2014/main" id="{D8FAFCBE-459E-FC66-367C-D734181FAFDB}"/>
                  </a:ext>
                </a:extLst>
              </p:cNvPr>
              <p:cNvSpPr/>
              <p:nvPr/>
            </p:nvSpPr>
            <p:spPr>
              <a:xfrm>
                <a:off x="9326618" y="5167289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3" y="133"/>
                      <a:pt x="3402" y="133"/>
                    </a:cubicBezTo>
                    <a:cubicBezTo>
                      <a:pt x="2560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0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17" name="Freeform: Shape 7216">
                <a:extLst>
                  <a:ext uri="{FF2B5EF4-FFF2-40B4-BE49-F238E27FC236}">
                    <a16:creationId xmlns:a16="http://schemas.microsoft.com/office/drawing/2014/main" id="{0D5A5DA1-6C04-A893-483F-2C4830F71FEF}"/>
                  </a:ext>
                </a:extLst>
              </p:cNvPr>
              <p:cNvSpPr/>
              <p:nvPr/>
            </p:nvSpPr>
            <p:spPr>
              <a:xfrm>
                <a:off x="9328270" y="5167520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18" name="Freeform: Shape 7217">
                <a:extLst>
                  <a:ext uri="{FF2B5EF4-FFF2-40B4-BE49-F238E27FC236}">
                    <a16:creationId xmlns:a16="http://schemas.microsoft.com/office/drawing/2014/main" id="{B263BF16-108A-98E8-3AD1-8472280C498E}"/>
                  </a:ext>
                </a:extLst>
              </p:cNvPr>
              <p:cNvSpPr/>
              <p:nvPr/>
            </p:nvSpPr>
            <p:spPr>
              <a:xfrm>
                <a:off x="9329543" y="5167356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19" name="Freeform: Shape 7218">
                <a:extLst>
                  <a:ext uri="{FF2B5EF4-FFF2-40B4-BE49-F238E27FC236}">
                    <a16:creationId xmlns:a16="http://schemas.microsoft.com/office/drawing/2014/main" id="{AB8E81CB-4287-19DF-1B7B-748FC1E90B09}"/>
                  </a:ext>
                </a:extLst>
              </p:cNvPr>
              <p:cNvSpPr/>
              <p:nvPr/>
            </p:nvSpPr>
            <p:spPr>
              <a:xfrm>
                <a:off x="9330896" y="5167295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3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20" name="Freeform: Shape 7219">
                <a:extLst>
                  <a:ext uri="{FF2B5EF4-FFF2-40B4-BE49-F238E27FC236}">
                    <a16:creationId xmlns:a16="http://schemas.microsoft.com/office/drawing/2014/main" id="{770C7941-2E58-E6B8-7C03-2601E86926A0}"/>
                  </a:ext>
                </a:extLst>
              </p:cNvPr>
              <p:cNvSpPr/>
              <p:nvPr/>
            </p:nvSpPr>
            <p:spPr>
              <a:xfrm>
                <a:off x="9332367" y="5167384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21" name="Freeform: Shape 7220">
                <a:extLst>
                  <a:ext uri="{FF2B5EF4-FFF2-40B4-BE49-F238E27FC236}">
                    <a16:creationId xmlns:a16="http://schemas.microsoft.com/office/drawing/2014/main" id="{743085A1-23A6-3FAD-1785-233A9429232F}"/>
                  </a:ext>
                </a:extLst>
              </p:cNvPr>
              <p:cNvSpPr/>
              <p:nvPr/>
            </p:nvSpPr>
            <p:spPr>
              <a:xfrm>
                <a:off x="9333631" y="5167254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1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22" name="Freeform: Shape 7221">
                <a:extLst>
                  <a:ext uri="{FF2B5EF4-FFF2-40B4-BE49-F238E27FC236}">
                    <a16:creationId xmlns:a16="http://schemas.microsoft.com/office/drawing/2014/main" id="{8769E005-2331-07EA-5896-57C370F37ED4}"/>
                  </a:ext>
                </a:extLst>
              </p:cNvPr>
              <p:cNvSpPr/>
              <p:nvPr/>
            </p:nvSpPr>
            <p:spPr>
              <a:xfrm>
                <a:off x="9334973" y="5167228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23" name="Freeform: Shape 7222">
                <a:extLst>
                  <a:ext uri="{FF2B5EF4-FFF2-40B4-BE49-F238E27FC236}">
                    <a16:creationId xmlns:a16="http://schemas.microsoft.com/office/drawing/2014/main" id="{ABFEDBA6-5E28-8D33-093B-B33FB50F507C}"/>
                  </a:ext>
                </a:extLst>
              </p:cNvPr>
              <p:cNvSpPr/>
              <p:nvPr/>
            </p:nvSpPr>
            <p:spPr>
              <a:xfrm>
                <a:off x="9336510" y="5167448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24" name="Freeform: Shape 7223">
                <a:extLst>
                  <a:ext uri="{FF2B5EF4-FFF2-40B4-BE49-F238E27FC236}">
                    <a16:creationId xmlns:a16="http://schemas.microsoft.com/office/drawing/2014/main" id="{04D0EABC-9D09-E038-D4D1-4FB5825DF315}"/>
                  </a:ext>
                </a:extLst>
              </p:cNvPr>
              <p:cNvSpPr/>
              <p:nvPr/>
            </p:nvSpPr>
            <p:spPr>
              <a:xfrm>
                <a:off x="9337802" y="5167400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4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4" y="133"/>
                      <a:pt x="3402" y="133"/>
                    </a:cubicBezTo>
                    <a:cubicBezTo>
                      <a:pt x="2561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25" name="Freeform: Shape 7224">
                <a:extLst>
                  <a:ext uri="{FF2B5EF4-FFF2-40B4-BE49-F238E27FC236}">
                    <a16:creationId xmlns:a16="http://schemas.microsoft.com/office/drawing/2014/main" id="{4189485C-C00F-4700-BE71-15FC9DB90C30}"/>
                  </a:ext>
                </a:extLst>
              </p:cNvPr>
              <p:cNvSpPr/>
              <p:nvPr/>
            </p:nvSpPr>
            <p:spPr>
              <a:xfrm>
                <a:off x="9339170" y="5167458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4" y="133"/>
                      <a:pt x="3403" y="133"/>
                    </a:cubicBezTo>
                    <a:cubicBezTo>
                      <a:pt x="2561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1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26" name="Freeform: Shape 7225">
                <a:extLst>
                  <a:ext uri="{FF2B5EF4-FFF2-40B4-BE49-F238E27FC236}">
                    <a16:creationId xmlns:a16="http://schemas.microsoft.com/office/drawing/2014/main" id="{F0EC42A3-5DE6-2A2D-130D-CBAB0D357B06}"/>
                  </a:ext>
                </a:extLst>
              </p:cNvPr>
              <p:cNvSpPr/>
              <p:nvPr/>
            </p:nvSpPr>
            <p:spPr>
              <a:xfrm>
                <a:off x="9340533" y="5167527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27" name="Freeform: Shape 7226">
                <a:extLst>
                  <a:ext uri="{FF2B5EF4-FFF2-40B4-BE49-F238E27FC236}">
                    <a16:creationId xmlns:a16="http://schemas.microsoft.com/office/drawing/2014/main" id="{2B150E17-6D9A-C75C-4F21-17975C1D5CC6}"/>
                  </a:ext>
                </a:extLst>
              </p:cNvPr>
              <p:cNvSpPr/>
              <p:nvPr/>
            </p:nvSpPr>
            <p:spPr>
              <a:xfrm>
                <a:off x="9341813" y="5167513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28" name="Freeform: Shape 7227">
                <a:extLst>
                  <a:ext uri="{FF2B5EF4-FFF2-40B4-BE49-F238E27FC236}">
                    <a16:creationId xmlns:a16="http://schemas.microsoft.com/office/drawing/2014/main" id="{B5C2660A-4F0A-0D98-C32E-FC0327AFBCEF}"/>
                  </a:ext>
                </a:extLst>
              </p:cNvPr>
              <p:cNvSpPr/>
              <p:nvPr/>
            </p:nvSpPr>
            <p:spPr>
              <a:xfrm>
                <a:off x="9343244" y="5167702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29" name="Freeform: Shape 7228">
                <a:extLst>
                  <a:ext uri="{FF2B5EF4-FFF2-40B4-BE49-F238E27FC236}">
                    <a16:creationId xmlns:a16="http://schemas.microsoft.com/office/drawing/2014/main" id="{20539C79-21AC-E0AF-EC46-7084B6708296}"/>
                  </a:ext>
                </a:extLst>
              </p:cNvPr>
              <p:cNvSpPr/>
              <p:nvPr/>
            </p:nvSpPr>
            <p:spPr>
              <a:xfrm>
                <a:off x="9344554" y="5167759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30" name="Freeform: Shape 7229">
                <a:extLst>
                  <a:ext uri="{FF2B5EF4-FFF2-40B4-BE49-F238E27FC236}">
                    <a16:creationId xmlns:a16="http://schemas.microsoft.com/office/drawing/2014/main" id="{3DED9343-6B15-3006-4667-DA507879E280}"/>
                  </a:ext>
                </a:extLst>
              </p:cNvPr>
              <p:cNvSpPr/>
              <p:nvPr/>
            </p:nvSpPr>
            <p:spPr>
              <a:xfrm>
                <a:off x="9345822" y="5167778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31" name="Freeform: Shape 7230">
                <a:extLst>
                  <a:ext uri="{FF2B5EF4-FFF2-40B4-BE49-F238E27FC236}">
                    <a16:creationId xmlns:a16="http://schemas.microsoft.com/office/drawing/2014/main" id="{9617F822-77CC-D1FB-47FF-306BFD332C33}"/>
                  </a:ext>
                </a:extLst>
              </p:cNvPr>
              <p:cNvSpPr/>
              <p:nvPr/>
            </p:nvSpPr>
            <p:spPr>
              <a:xfrm>
                <a:off x="9347010" y="5167711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32" name="Freeform: Shape 7231">
                <a:extLst>
                  <a:ext uri="{FF2B5EF4-FFF2-40B4-BE49-F238E27FC236}">
                    <a16:creationId xmlns:a16="http://schemas.microsoft.com/office/drawing/2014/main" id="{63911702-9E35-6C6D-001C-975A8B9FA0B6}"/>
                  </a:ext>
                </a:extLst>
              </p:cNvPr>
              <p:cNvSpPr/>
              <p:nvPr/>
            </p:nvSpPr>
            <p:spPr>
              <a:xfrm>
                <a:off x="9348233" y="5167703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33" name="Freeform: Shape 7232">
                <a:extLst>
                  <a:ext uri="{FF2B5EF4-FFF2-40B4-BE49-F238E27FC236}">
                    <a16:creationId xmlns:a16="http://schemas.microsoft.com/office/drawing/2014/main" id="{8A109B8F-370A-5D14-CC0F-B7F257093D75}"/>
                  </a:ext>
                </a:extLst>
              </p:cNvPr>
              <p:cNvSpPr/>
              <p:nvPr/>
            </p:nvSpPr>
            <p:spPr>
              <a:xfrm>
                <a:off x="9349490" y="5167754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34" name="Freeform: Shape 7233">
                <a:extLst>
                  <a:ext uri="{FF2B5EF4-FFF2-40B4-BE49-F238E27FC236}">
                    <a16:creationId xmlns:a16="http://schemas.microsoft.com/office/drawing/2014/main" id="{5F3C063D-395B-30E9-6078-3508AB7CDFE6}"/>
                  </a:ext>
                </a:extLst>
              </p:cNvPr>
              <p:cNvSpPr/>
              <p:nvPr/>
            </p:nvSpPr>
            <p:spPr>
              <a:xfrm>
                <a:off x="9350632" y="5167668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3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35" name="Freeform: Shape 7234">
                <a:extLst>
                  <a:ext uri="{FF2B5EF4-FFF2-40B4-BE49-F238E27FC236}">
                    <a16:creationId xmlns:a16="http://schemas.microsoft.com/office/drawing/2014/main" id="{4ED4F75A-069E-531E-3319-A73A317470C0}"/>
                  </a:ext>
                </a:extLst>
              </p:cNvPr>
              <p:cNvSpPr/>
              <p:nvPr/>
            </p:nvSpPr>
            <p:spPr>
              <a:xfrm>
                <a:off x="9351917" y="5167789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4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36" name="Freeform: Shape 7235">
                <a:extLst>
                  <a:ext uri="{FF2B5EF4-FFF2-40B4-BE49-F238E27FC236}">
                    <a16:creationId xmlns:a16="http://schemas.microsoft.com/office/drawing/2014/main" id="{0A60CB4E-74DE-0FD6-AA0A-FEE9D0813003}"/>
                  </a:ext>
                </a:extLst>
              </p:cNvPr>
              <p:cNvSpPr/>
              <p:nvPr/>
            </p:nvSpPr>
            <p:spPr>
              <a:xfrm>
                <a:off x="9353196" y="5167922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37" name="Freeform: Shape 7236">
                <a:extLst>
                  <a:ext uri="{FF2B5EF4-FFF2-40B4-BE49-F238E27FC236}">
                    <a16:creationId xmlns:a16="http://schemas.microsoft.com/office/drawing/2014/main" id="{0168C654-3050-8270-3028-1DE1DCB81D5A}"/>
                  </a:ext>
                </a:extLst>
              </p:cNvPr>
              <p:cNvSpPr/>
              <p:nvPr/>
            </p:nvSpPr>
            <p:spPr>
              <a:xfrm>
                <a:off x="9354293" y="5167815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38" name="Freeform: Shape 7237">
                <a:extLst>
                  <a:ext uri="{FF2B5EF4-FFF2-40B4-BE49-F238E27FC236}">
                    <a16:creationId xmlns:a16="http://schemas.microsoft.com/office/drawing/2014/main" id="{A20CE317-EE9D-E0C0-DABA-C7A226EA3D7A}"/>
                  </a:ext>
                </a:extLst>
              </p:cNvPr>
              <p:cNvSpPr/>
              <p:nvPr/>
            </p:nvSpPr>
            <p:spPr>
              <a:xfrm>
                <a:off x="9355599" y="5168018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39" name="Freeform: Shape 7238">
                <a:extLst>
                  <a:ext uri="{FF2B5EF4-FFF2-40B4-BE49-F238E27FC236}">
                    <a16:creationId xmlns:a16="http://schemas.microsoft.com/office/drawing/2014/main" id="{2AE1E92F-9E40-71B8-3C81-D87CBD5319EC}"/>
                  </a:ext>
                </a:extLst>
              </p:cNvPr>
              <p:cNvSpPr/>
              <p:nvPr/>
            </p:nvSpPr>
            <p:spPr>
              <a:xfrm>
                <a:off x="9357110" y="5168536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7 w 6343"/>
                  <a:gd name="connsiteY1" fmla="*/ 5549 h 6345"/>
                  <a:gd name="connsiteX2" fmla="*/ 6575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5" y="6479"/>
                      <a:pt x="5052" y="6144"/>
                      <a:pt x="5647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2" y="2464"/>
                      <a:pt x="232" y="3306"/>
                    </a:cubicBezTo>
                    <a:cubicBezTo>
                      <a:pt x="232" y="4147"/>
                      <a:pt x="567" y="4954"/>
                      <a:pt x="1161" y="5549"/>
                    </a:cubicBezTo>
                    <a:cubicBezTo>
                      <a:pt x="1756" y="6144"/>
                      <a:pt x="2563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40" name="Freeform: Shape 7239">
                <a:extLst>
                  <a:ext uri="{FF2B5EF4-FFF2-40B4-BE49-F238E27FC236}">
                    <a16:creationId xmlns:a16="http://schemas.microsoft.com/office/drawing/2014/main" id="{0E7D2C9D-75AB-B16E-AFB7-FF167A9D97AC}"/>
                  </a:ext>
                </a:extLst>
              </p:cNvPr>
              <p:cNvSpPr/>
              <p:nvPr/>
            </p:nvSpPr>
            <p:spPr>
              <a:xfrm>
                <a:off x="9359307" y="5170081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3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5" y="6479"/>
                      <a:pt x="5052" y="6144"/>
                      <a:pt x="5647" y="5549"/>
                    </a:cubicBezTo>
                    <a:cubicBezTo>
                      <a:pt x="6241" y="4954"/>
                      <a:pt x="6576" y="4147"/>
                      <a:pt x="6576" y="3306"/>
                    </a:cubicBezTo>
                    <a:cubicBezTo>
                      <a:pt x="6576" y="2465"/>
                      <a:pt x="6241" y="1657"/>
                      <a:pt x="5647" y="1062"/>
                    </a:cubicBezTo>
                    <a:cubicBezTo>
                      <a:pt x="5052" y="468"/>
                      <a:pt x="4245" y="133"/>
                      <a:pt x="3404" y="133"/>
                    </a:cubicBezTo>
                    <a:cubicBezTo>
                      <a:pt x="2563" y="133"/>
                      <a:pt x="1756" y="468"/>
                      <a:pt x="1161" y="1062"/>
                    </a:cubicBezTo>
                    <a:cubicBezTo>
                      <a:pt x="567" y="1657"/>
                      <a:pt x="233" y="2465"/>
                      <a:pt x="233" y="3306"/>
                    </a:cubicBezTo>
                    <a:cubicBezTo>
                      <a:pt x="233" y="4147"/>
                      <a:pt x="567" y="4954"/>
                      <a:pt x="1161" y="5549"/>
                    </a:cubicBezTo>
                    <a:cubicBezTo>
                      <a:pt x="1756" y="6144"/>
                      <a:pt x="2563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41" name="Freeform: Shape 7240">
                <a:extLst>
                  <a:ext uri="{FF2B5EF4-FFF2-40B4-BE49-F238E27FC236}">
                    <a16:creationId xmlns:a16="http://schemas.microsoft.com/office/drawing/2014/main" id="{25240956-410A-9E5C-C6D9-2C8990F6542E}"/>
                  </a:ext>
                </a:extLst>
              </p:cNvPr>
              <p:cNvSpPr/>
              <p:nvPr/>
            </p:nvSpPr>
            <p:spPr>
              <a:xfrm>
                <a:off x="9359689" y="5169001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5" y="6479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42" name="Freeform: Shape 7241">
                <a:extLst>
                  <a:ext uri="{FF2B5EF4-FFF2-40B4-BE49-F238E27FC236}">
                    <a16:creationId xmlns:a16="http://schemas.microsoft.com/office/drawing/2014/main" id="{18E71D83-775F-4008-06F8-2ED7BE03B070}"/>
                  </a:ext>
                </a:extLst>
              </p:cNvPr>
              <p:cNvSpPr/>
              <p:nvPr/>
            </p:nvSpPr>
            <p:spPr>
              <a:xfrm>
                <a:off x="9362131" y="5170988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3 h 6345"/>
                  <a:gd name="connsiteX4" fmla="*/ 3404 w 6343"/>
                  <a:gd name="connsiteY4" fmla="*/ 133 h 6345"/>
                  <a:gd name="connsiteX5" fmla="*/ 1162 w 6343"/>
                  <a:gd name="connsiteY5" fmla="*/ 1063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5" y="6479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5"/>
                      <a:pt x="6242" y="1658"/>
                      <a:pt x="5647" y="1063"/>
                    </a:cubicBezTo>
                    <a:cubicBezTo>
                      <a:pt x="5052" y="468"/>
                      <a:pt x="4245" y="133"/>
                      <a:pt x="3404" y="133"/>
                    </a:cubicBezTo>
                    <a:cubicBezTo>
                      <a:pt x="2563" y="133"/>
                      <a:pt x="1756" y="468"/>
                      <a:pt x="1162" y="1063"/>
                    </a:cubicBezTo>
                    <a:cubicBezTo>
                      <a:pt x="567" y="1658"/>
                      <a:pt x="233" y="2465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43" name="Freeform: Shape 7242">
                <a:extLst>
                  <a:ext uri="{FF2B5EF4-FFF2-40B4-BE49-F238E27FC236}">
                    <a16:creationId xmlns:a16="http://schemas.microsoft.com/office/drawing/2014/main" id="{23597D4F-0D52-3EAC-7503-57DE3B655B66}"/>
                  </a:ext>
                </a:extLst>
              </p:cNvPr>
              <p:cNvSpPr/>
              <p:nvPr/>
            </p:nvSpPr>
            <p:spPr>
              <a:xfrm>
                <a:off x="9363713" y="5170091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6" y="6479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5"/>
                      <a:pt x="6242" y="1657"/>
                      <a:pt x="5647" y="1062"/>
                    </a:cubicBezTo>
                    <a:cubicBezTo>
                      <a:pt x="5052" y="468"/>
                      <a:pt x="4246" y="133"/>
                      <a:pt x="3404" y="133"/>
                    </a:cubicBezTo>
                    <a:cubicBezTo>
                      <a:pt x="2563" y="133"/>
                      <a:pt x="1757" y="468"/>
                      <a:pt x="1162" y="1062"/>
                    </a:cubicBezTo>
                    <a:cubicBezTo>
                      <a:pt x="567" y="1657"/>
                      <a:pt x="233" y="2465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44" name="Freeform: Shape 7243">
                <a:extLst>
                  <a:ext uri="{FF2B5EF4-FFF2-40B4-BE49-F238E27FC236}">
                    <a16:creationId xmlns:a16="http://schemas.microsoft.com/office/drawing/2014/main" id="{01F3F0C3-F94A-C5F4-F0FB-721B8CF034A0}"/>
                  </a:ext>
                </a:extLst>
              </p:cNvPr>
              <p:cNvSpPr/>
              <p:nvPr/>
            </p:nvSpPr>
            <p:spPr>
              <a:xfrm>
                <a:off x="9366599" y="5172909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7 w 6343"/>
                  <a:gd name="connsiteY1" fmla="*/ 5550 h 6345"/>
                  <a:gd name="connsiteX2" fmla="*/ 6576 w 6343"/>
                  <a:gd name="connsiteY2" fmla="*/ 3306 h 6345"/>
                  <a:gd name="connsiteX3" fmla="*/ 5647 w 6343"/>
                  <a:gd name="connsiteY3" fmla="*/ 1063 h 6345"/>
                  <a:gd name="connsiteX4" fmla="*/ 3405 w 6343"/>
                  <a:gd name="connsiteY4" fmla="*/ 133 h 6345"/>
                  <a:gd name="connsiteX5" fmla="*/ 1162 w 6343"/>
                  <a:gd name="connsiteY5" fmla="*/ 1063 h 6345"/>
                  <a:gd name="connsiteX6" fmla="*/ 233 w 6343"/>
                  <a:gd name="connsiteY6" fmla="*/ 3306 h 6345"/>
                  <a:gd name="connsiteX7" fmla="*/ 1162 w 6343"/>
                  <a:gd name="connsiteY7" fmla="*/ 5550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5"/>
                      <a:pt x="5647" y="5550"/>
                    </a:cubicBezTo>
                    <a:cubicBezTo>
                      <a:pt x="6242" y="4955"/>
                      <a:pt x="6576" y="4148"/>
                      <a:pt x="6576" y="3306"/>
                    </a:cubicBezTo>
                    <a:cubicBezTo>
                      <a:pt x="6576" y="2465"/>
                      <a:pt x="6242" y="1658"/>
                      <a:pt x="5647" y="1063"/>
                    </a:cubicBezTo>
                    <a:cubicBezTo>
                      <a:pt x="5053" y="468"/>
                      <a:pt x="4246" y="133"/>
                      <a:pt x="3405" y="133"/>
                    </a:cubicBezTo>
                    <a:cubicBezTo>
                      <a:pt x="2564" y="133"/>
                      <a:pt x="1757" y="468"/>
                      <a:pt x="1162" y="1063"/>
                    </a:cubicBezTo>
                    <a:cubicBezTo>
                      <a:pt x="567" y="1658"/>
                      <a:pt x="233" y="2465"/>
                      <a:pt x="233" y="3306"/>
                    </a:cubicBezTo>
                    <a:cubicBezTo>
                      <a:pt x="233" y="4148"/>
                      <a:pt x="567" y="4955"/>
                      <a:pt x="1162" y="5550"/>
                    </a:cubicBezTo>
                    <a:cubicBezTo>
                      <a:pt x="1757" y="6145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45" name="Freeform: Shape 7244">
                <a:extLst>
                  <a:ext uri="{FF2B5EF4-FFF2-40B4-BE49-F238E27FC236}">
                    <a16:creationId xmlns:a16="http://schemas.microsoft.com/office/drawing/2014/main" id="{42945522-DD9A-F6AD-9F99-0017BB5599DD}"/>
                  </a:ext>
                </a:extLst>
              </p:cNvPr>
              <p:cNvSpPr/>
              <p:nvPr/>
            </p:nvSpPr>
            <p:spPr>
              <a:xfrm>
                <a:off x="9366357" y="5170876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3 h 6345"/>
                  <a:gd name="connsiteX4" fmla="*/ 3405 w 6343"/>
                  <a:gd name="connsiteY4" fmla="*/ 133 h 6345"/>
                  <a:gd name="connsiteX5" fmla="*/ 1162 w 6343"/>
                  <a:gd name="connsiteY5" fmla="*/ 1063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5"/>
                      <a:pt x="6242" y="1658"/>
                      <a:pt x="5647" y="1063"/>
                    </a:cubicBezTo>
                    <a:cubicBezTo>
                      <a:pt x="5053" y="468"/>
                      <a:pt x="4246" y="133"/>
                      <a:pt x="3405" y="133"/>
                    </a:cubicBezTo>
                    <a:cubicBezTo>
                      <a:pt x="2564" y="133"/>
                      <a:pt x="1757" y="468"/>
                      <a:pt x="1162" y="1063"/>
                    </a:cubicBezTo>
                    <a:cubicBezTo>
                      <a:pt x="567" y="1658"/>
                      <a:pt x="233" y="2465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46" name="Freeform: Shape 7245">
                <a:extLst>
                  <a:ext uri="{FF2B5EF4-FFF2-40B4-BE49-F238E27FC236}">
                    <a16:creationId xmlns:a16="http://schemas.microsoft.com/office/drawing/2014/main" id="{EE0ED53B-4523-C4DF-F82B-E96132F857FA}"/>
                  </a:ext>
                </a:extLst>
              </p:cNvPr>
              <p:cNvSpPr/>
              <p:nvPr/>
            </p:nvSpPr>
            <p:spPr>
              <a:xfrm>
                <a:off x="9371806" y="5169574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4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47" name="Freeform: Shape 7246">
                <a:extLst>
                  <a:ext uri="{FF2B5EF4-FFF2-40B4-BE49-F238E27FC236}">
                    <a16:creationId xmlns:a16="http://schemas.microsoft.com/office/drawing/2014/main" id="{771C2DC8-F719-9E91-6BFA-4B72F355F510}"/>
                  </a:ext>
                </a:extLst>
              </p:cNvPr>
              <p:cNvSpPr/>
              <p:nvPr/>
            </p:nvSpPr>
            <p:spPr>
              <a:xfrm>
                <a:off x="9372938" y="5169770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48" name="Freeform: Shape 7247">
                <a:extLst>
                  <a:ext uri="{FF2B5EF4-FFF2-40B4-BE49-F238E27FC236}">
                    <a16:creationId xmlns:a16="http://schemas.microsoft.com/office/drawing/2014/main" id="{87CDA692-1250-7C96-E5C0-C135A030C79E}"/>
                  </a:ext>
                </a:extLst>
              </p:cNvPr>
              <p:cNvSpPr/>
              <p:nvPr/>
            </p:nvSpPr>
            <p:spPr>
              <a:xfrm>
                <a:off x="9375034" y="5171688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3 h 6345"/>
                  <a:gd name="connsiteX4" fmla="*/ 3405 w 6343"/>
                  <a:gd name="connsiteY4" fmla="*/ 133 h 6345"/>
                  <a:gd name="connsiteX5" fmla="*/ 1163 w 6343"/>
                  <a:gd name="connsiteY5" fmla="*/ 1063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3" y="4955"/>
                      <a:pt x="6577" y="4147"/>
                      <a:pt x="6577" y="3306"/>
                    </a:cubicBezTo>
                    <a:cubicBezTo>
                      <a:pt x="6577" y="2465"/>
                      <a:pt x="6243" y="1658"/>
                      <a:pt x="5648" y="1063"/>
                    </a:cubicBezTo>
                    <a:cubicBezTo>
                      <a:pt x="5053" y="468"/>
                      <a:pt x="4246" y="133"/>
                      <a:pt x="3405" y="133"/>
                    </a:cubicBezTo>
                    <a:cubicBezTo>
                      <a:pt x="2564" y="133"/>
                      <a:pt x="1757" y="468"/>
                      <a:pt x="1163" y="1063"/>
                    </a:cubicBezTo>
                    <a:cubicBezTo>
                      <a:pt x="568" y="1658"/>
                      <a:pt x="234" y="2465"/>
                      <a:pt x="234" y="3306"/>
                    </a:cubicBezTo>
                    <a:cubicBezTo>
                      <a:pt x="234" y="4147"/>
                      <a:pt x="568" y="4955"/>
                      <a:pt x="1163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49" name="Freeform: Shape 7248">
                <a:extLst>
                  <a:ext uri="{FF2B5EF4-FFF2-40B4-BE49-F238E27FC236}">
                    <a16:creationId xmlns:a16="http://schemas.microsoft.com/office/drawing/2014/main" id="{3DA6FE9D-D473-E496-5A12-7CAEB5D15C68}"/>
                  </a:ext>
                </a:extLst>
              </p:cNvPr>
              <p:cNvSpPr/>
              <p:nvPr/>
            </p:nvSpPr>
            <p:spPr>
              <a:xfrm>
                <a:off x="9377384" y="5170594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3 h 6345"/>
                  <a:gd name="connsiteX4" fmla="*/ 3406 w 6343"/>
                  <a:gd name="connsiteY4" fmla="*/ 133 h 6345"/>
                  <a:gd name="connsiteX5" fmla="*/ 1163 w 6343"/>
                  <a:gd name="connsiteY5" fmla="*/ 1063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5"/>
                      <a:pt x="6243" y="1657"/>
                      <a:pt x="5648" y="1063"/>
                    </a:cubicBezTo>
                    <a:cubicBezTo>
                      <a:pt x="5053" y="468"/>
                      <a:pt x="4247" y="133"/>
                      <a:pt x="3406" y="133"/>
                    </a:cubicBezTo>
                    <a:cubicBezTo>
                      <a:pt x="2564" y="133"/>
                      <a:pt x="1758" y="468"/>
                      <a:pt x="1163" y="1063"/>
                    </a:cubicBezTo>
                    <a:cubicBezTo>
                      <a:pt x="568" y="1657"/>
                      <a:pt x="234" y="2465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50" name="Freeform: Shape 7249">
                <a:extLst>
                  <a:ext uri="{FF2B5EF4-FFF2-40B4-BE49-F238E27FC236}">
                    <a16:creationId xmlns:a16="http://schemas.microsoft.com/office/drawing/2014/main" id="{E7C9F7B7-9BA9-8C6F-7B57-AE4C336F13D2}"/>
                  </a:ext>
                </a:extLst>
              </p:cNvPr>
              <p:cNvSpPr/>
              <p:nvPr/>
            </p:nvSpPr>
            <p:spPr>
              <a:xfrm>
                <a:off x="9383704" y="5167842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4" y="2464"/>
                      <a:pt x="234" y="3306"/>
                    </a:cubicBezTo>
                    <a:cubicBezTo>
                      <a:pt x="234" y="4147"/>
                      <a:pt x="569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51" name="Freeform: Shape 7250">
                <a:extLst>
                  <a:ext uri="{FF2B5EF4-FFF2-40B4-BE49-F238E27FC236}">
                    <a16:creationId xmlns:a16="http://schemas.microsoft.com/office/drawing/2014/main" id="{EE79C54B-3C65-B167-BAAF-D93ABC8BB844}"/>
                  </a:ext>
                </a:extLst>
              </p:cNvPr>
              <p:cNvSpPr/>
              <p:nvPr/>
            </p:nvSpPr>
            <p:spPr>
              <a:xfrm>
                <a:off x="9384322" y="5167138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5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52" name="Freeform: Shape 7251">
                <a:extLst>
                  <a:ext uri="{FF2B5EF4-FFF2-40B4-BE49-F238E27FC236}">
                    <a16:creationId xmlns:a16="http://schemas.microsoft.com/office/drawing/2014/main" id="{A9E9EE76-A539-26BC-D00D-98C8A422FFD5}"/>
                  </a:ext>
                </a:extLst>
              </p:cNvPr>
              <p:cNvSpPr/>
              <p:nvPr/>
            </p:nvSpPr>
            <p:spPr>
              <a:xfrm>
                <a:off x="9385620" y="5167887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53" name="Freeform: Shape 7252">
                <a:extLst>
                  <a:ext uri="{FF2B5EF4-FFF2-40B4-BE49-F238E27FC236}">
                    <a16:creationId xmlns:a16="http://schemas.microsoft.com/office/drawing/2014/main" id="{DD04E4F2-983F-B9B5-DE14-4107D3D68659}"/>
                  </a:ext>
                </a:extLst>
              </p:cNvPr>
              <p:cNvSpPr/>
              <p:nvPr/>
            </p:nvSpPr>
            <p:spPr>
              <a:xfrm>
                <a:off x="9386701" y="5168199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54" name="Freeform: Shape 7253">
                <a:extLst>
                  <a:ext uri="{FF2B5EF4-FFF2-40B4-BE49-F238E27FC236}">
                    <a16:creationId xmlns:a16="http://schemas.microsoft.com/office/drawing/2014/main" id="{F30F7D9E-140D-A522-C55F-D0D36632910C}"/>
                  </a:ext>
                </a:extLst>
              </p:cNvPr>
              <p:cNvSpPr/>
              <p:nvPr/>
            </p:nvSpPr>
            <p:spPr>
              <a:xfrm>
                <a:off x="9387676" y="5168296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55" name="Freeform: Shape 7254">
                <a:extLst>
                  <a:ext uri="{FF2B5EF4-FFF2-40B4-BE49-F238E27FC236}">
                    <a16:creationId xmlns:a16="http://schemas.microsoft.com/office/drawing/2014/main" id="{B9EECFA0-084C-7828-2EE4-27211745C024}"/>
                  </a:ext>
                </a:extLst>
              </p:cNvPr>
              <p:cNvSpPr/>
              <p:nvPr/>
            </p:nvSpPr>
            <p:spPr>
              <a:xfrm>
                <a:off x="9391088" y="516981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56" name="Freeform: Shape 7255">
                <a:extLst>
                  <a:ext uri="{FF2B5EF4-FFF2-40B4-BE49-F238E27FC236}">
                    <a16:creationId xmlns:a16="http://schemas.microsoft.com/office/drawing/2014/main" id="{BED07108-7D02-E48C-3750-D6FFFA582196}"/>
                  </a:ext>
                </a:extLst>
              </p:cNvPr>
              <p:cNvSpPr/>
              <p:nvPr/>
            </p:nvSpPr>
            <p:spPr>
              <a:xfrm>
                <a:off x="9392567" y="517119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57" name="Freeform: Shape 7256">
                <a:extLst>
                  <a:ext uri="{FF2B5EF4-FFF2-40B4-BE49-F238E27FC236}">
                    <a16:creationId xmlns:a16="http://schemas.microsoft.com/office/drawing/2014/main" id="{517D7C70-03A1-5B6D-D56B-67C27F6BEB1F}"/>
                  </a:ext>
                </a:extLst>
              </p:cNvPr>
              <p:cNvSpPr/>
              <p:nvPr/>
            </p:nvSpPr>
            <p:spPr>
              <a:xfrm>
                <a:off x="9392592" y="516911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58" name="Freeform: Shape 7257">
                <a:extLst>
                  <a:ext uri="{FF2B5EF4-FFF2-40B4-BE49-F238E27FC236}">
                    <a16:creationId xmlns:a16="http://schemas.microsoft.com/office/drawing/2014/main" id="{CFC6E431-A9B1-F142-E4AA-54277C910770}"/>
                  </a:ext>
                </a:extLst>
              </p:cNvPr>
              <p:cNvSpPr/>
              <p:nvPr/>
            </p:nvSpPr>
            <p:spPr>
              <a:xfrm>
                <a:off x="9393776" y="516982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59" name="Freeform: Shape 7258">
                <a:extLst>
                  <a:ext uri="{FF2B5EF4-FFF2-40B4-BE49-F238E27FC236}">
                    <a16:creationId xmlns:a16="http://schemas.microsoft.com/office/drawing/2014/main" id="{AFD88A55-3541-0695-9C95-2AB3B907863C}"/>
                  </a:ext>
                </a:extLst>
              </p:cNvPr>
              <p:cNvSpPr/>
              <p:nvPr/>
            </p:nvSpPr>
            <p:spPr>
              <a:xfrm>
                <a:off x="9394607" y="516968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60" name="Freeform: Shape 7259">
                <a:extLst>
                  <a:ext uri="{FF2B5EF4-FFF2-40B4-BE49-F238E27FC236}">
                    <a16:creationId xmlns:a16="http://schemas.microsoft.com/office/drawing/2014/main" id="{C20FF916-CB72-156C-2550-3E22156ED854}"/>
                  </a:ext>
                </a:extLst>
              </p:cNvPr>
              <p:cNvSpPr/>
              <p:nvPr/>
            </p:nvSpPr>
            <p:spPr>
              <a:xfrm>
                <a:off x="9395393" y="516944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61" name="Freeform: Shape 7260">
                <a:extLst>
                  <a:ext uri="{FF2B5EF4-FFF2-40B4-BE49-F238E27FC236}">
                    <a16:creationId xmlns:a16="http://schemas.microsoft.com/office/drawing/2014/main" id="{420D2BD8-7CDD-210D-6174-6E9693A6F930}"/>
                  </a:ext>
                </a:extLst>
              </p:cNvPr>
              <p:cNvSpPr/>
              <p:nvPr/>
            </p:nvSpPr>
            <p:spPr>
              <a:xfrm>
                <a:off x="9396268" y="516942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62" name="Freeform: Shape 7261">
                <a:extLst>
                  <a:ext uri="{FF2B5EF4-FFF2-40B4-BE49-F238E27FC236}">
                    <a16:creationId xmlns:a16="http://schemas.microsoft.com/office/drawing/2014/main" id="{B15CDA4B-DF4D-4EC8-921A-342AE5007F53}"/>
                  </a:ext>
                </a:extLst>
              </p:cNvPr>
              <p:cNvSpPr/>
              <p:nvPr/>
            </p:nvSpPr>
            <p:spPr>
              <a:xfrm>
                <a:off x="9397120" y="516936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63" name="Freeform: Shape 7262">
                <a:extLst>
                  <a:ext uri="{FF2B5EF4-FFF2-40B4-BE49-F238E27FC236}">
                    <a16:creationId xmlns:a16="http://schemas.microsoft.com/office/drawing/2014/main" id="{576316E0-EAAD-025E-DBA9-8078319EFFA5}"/>
                  </a:ext>
                </a:extLst>
              </p:cNvPr>
              <p:cNvSpPr/>
              <p:nvPr/>
            </p:nvSpPr>
            <p:spPr>
              <a:xfrm>
                <a:off x="9397971" y="516930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64" name="Freeform: Shape 7263">
                <a:extLst>
                  <a:ext uri="{FF2B5EF4-FFF2-40B4-BE49-F238E27FC236}">
                    <a16:creationId xmlns:a16="http://schemas.microsoft.com/office/drawing/2014/main" id="{510D5704-44B6-1CC0-7677-8F55D4C548A2}"/>
                  </a:ext>
                </a:extLst>
              </p:cNvPr>
              <p:cNvSpPr/>
              <p:nvPr/>
            </p:nvSpPr>
            <p:spPr>
              <a:xfrm>
                <a:off x="9398864" y="516937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65" name="Freeform: Shape 7264">
                <a:extLst>
                  <a:ext uri="{FF2B5EF4-FFF2-40B4-BE49-F238E27FC236}">
                    <a16:creationId xmlns:a16="http://schemas.microsoft.com/office/drawing/2014/main" id="{4A0AC296-3CBD-7DDA-F447-80E399366EB0}"/>
                  </a:ext>
                </a:extLst>
              </p:cNvPr>
              <p:cNvSpPr/>
              <p:nvPr/>
            </p:nvSpPr>
            <p:spPr>
              <a:xfrm>
                <a:off x="9399608" y="516903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66" name="Freeform: Shape 7265">
                <a:extLst>
                  <a:ext uri="{FF2B5EF4-FFF2-40B4-BE49-F238E27FC236}">
                    <a16:creationId xmlns:a16="http://schemas.microsoft.com/office/drawing/2014/main" id="{99B26C8E-0E7F-548D-FDFE-C347E0867C30}"/>
                  </a:ext>
                </a:extLst>
              </p:cNvPr>
              <p:cNvSpPr/>
              <p:nvPr/>
            </p:nvSpPr>
            <p:spPr>
              <a:xfrm>
                <a:off x="9400477" y="516905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67" name="Freeform: Shape 7266">
                <a:extLst>
                  <a:ext uri="{FF2B5EF4-FFF2-40B4-BE49-F238E27FC236}">
                    <a16:creationId xmlns:a16="http://schemas.microsoft.com/office/drawing/2014/main" id="{D0A05798-A290-386A-EAF7-5B075CC34B9C}"/>
                  </a:ext>
                </a:extLst>
              </p:cNvPr>
              <p:cNvSpPr/>
              <p:nvPr/>
            </p:nvSpPr>
            <p:spPr>
              <a:xfrm>
                <a:off x="9401224" y="516873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7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68" name="Freeform: Shape 7267">
                <a:extLst>
                  <a:ext uri="{FF2B5EF4-FFF2-40B4-BE49-F238E27FC236}">
                    <a16:creationId xmlns:a16="http://schemas.microsoft.com/office/drawing/2014/main" id="{CDBD89D1-CA8F-7BDF-3931-D8C7650A1924}"/>
                  </a:ext>
                </a:extLst>
              </p:cNvPr>
              <p:cNvSpPr/>
              <p:nvPr/>
            </p:nvSpPr>
            <p:spPr>
              <a:xfrm>
                <a:off x="9402013" y="516852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7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69" name="Freeform: Shape 7268">
                <a:extLst>
                  <a:ext uri="{FF2B5EF4-FFF2-40B4-BE49-F238E27FC236}">
                    <a16:creationId xmlns:a16="http://schemas.microsoft.com/office/drawing/2014/main" id="{E858D797-4D4E-B81E-A285-9AC8FBB9F892}"/>
                  </a:ext>
                </a:extLst>
              </p:cNvPr>
              <p:cNvSpPr/>
              <p:nvPr/>
            </p:nvSpPr>
            <p:spPr>
              <a:xfrm>
                <a:off x="9402957" y="516879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8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70" name="Freeform: Shape 7269">
                <a:extLst>
                  <a:ext uri="{FF2B5EF4-FFF2-40B4-BE49-F238E27FC236}">
                    <a16:creationId xmlns:a16="http://schemas.microsoft.com/office/drawing/2014/main" id="{75FC19BB-6AEF-2D32-E989-9515A0970877}"/>
                  </a:ext>
                </a:extLst>
              </p:cNvPr>
              <p:cNvSpPr/>
              <p:nvPr/>
            </p:nvSpPr>
            <p:spPr>
              <a:xfrm>
                <a:off x="9404123" y="516977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71" name="Freeform: Shape 7270">
                <a:extLst>
                  <a:ext uri="{FF2B5EF4-FFF2-40B4-BE49-F238E27FC236}">
                    <a16:creationId xmlns:a16="http://schemas.microsoft.com/office/drawing/2014/main" id="{715C81E6-BBD2-0561-814D-2DC2A9A9B892}"/>
                  </a:ext>
                </a:extLst>
              </p:cNvPr>
              <p:cNvSpPr/>
              <p:nvPr/>
            </p:nvSpPr>
            <p:spPr>
              <a:xfrm>
                <a:off x="9405331" y="517093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72" name="Freeform: Shape 7271">
                <a:extLst>
                  <a:ext uri="{FF2B5EF4-FFF2-40B4-BE49-F238E27FC236}">
                    <a16:creationId xmlns:a16="http://schemas.microsoft.com/office/drawing/2014/main" id="{AB7D6F71-4DB8-6737-2D70-0B68FA080923}"/>
                  </a:ext>
                </a:extLst>
              </p:cNvPr>
              <p:cNvSpPr/>
              <p:nvPr/>
            </p:nvSpPr>
            <p:spPr>
              <a:xfrm>
                <a:off x="9412089" y="516860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73" name="Freeform: Shape 7272">
                <a:extLst>
                  <a:ext uri="{FF2B5EF4-FFF2-40B4-BE49-F238E27FC236}">
                    <a16:creationId xmlns:a16="http://schemas.microsoft.com/office/drawing/2014/main" id="{317B7375-B6DF-037D-9F5A-98345178EF18}"/>
                  </a:ext>
                </a:extLst>
              </p:cNvPr>
              <p:cNvSpPr/>
              <p:nvPr/>
            </p:nvSpPr>
            <p:spPr>
              <a:xfrm>
                <a:off x="9444308" y="5165988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74" name="Freeform: Shape 7273">
                <a:extLst>
                  <a:ext uri="{FF2B5EF4-FFF2-40B4-BE49-F238E27FC236}">
                    <a16:creationId xmlns:a16="http://schemas.microsoft.com/office/drawing/2014/main" id="{2ACC6A27-3F08-EBAD-990F-34DE1E495320}"/>
                  </a:ext>
                </a:extLst>
              </p:cNvPr>
              <p:cNvSpPr/>
              <p:nvPr/>
            </p:nvSpPr>
            <p:spPr>
              <a:xfrm>
                <a:off x="9445857" y="5167718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2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39" y="2464"/>
                      <a:pt x="239" y="3306"/>
                    </a:cubicBezTo>
                    <a:cubicBezTo>
                      <a:pt x="239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75" name="Freeform: Shape 7274">
                <a:extLst>
                  <a:ext uri="{FF2B5EF4-FFF2-40B4-BE49-F238E27FC236}">
                    <a16:creationId xmlns:a16="http://schemas.microsoft.com/office/drawing/2014/main" id="{9D089FBB-990D-6F00-445B-4D398627889B}"/>
                  </a:ext>
                </a:extLst>
              </p:cNvPr>
              <p:cNvSpPr/>
              <p:nvPr/>
            </p:nvSpPr>
            <p:spPr>
              <a:xfrm>
                <a:off x="9467058" y="5167452"/>
                <a:ext cx="6343" cy="6345"/>
              </a:xfrm>
              <a:custGeom>
                <a:avLst/>
                <a:gdLst>
                  <a:gd name="connsiteX0" fmla="*/ 3413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8"/>
                    </a:moveTo>
                    <a:cubicBezTo>
                      <a:pt x="4254" y="6478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3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8"/>
                      <a:pt x="341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76" name="Freeform: Shape 7275">
                <a:extLst>
                  <a:ext uri="{FF2B5EF4-FFF2-40B4-BE49-F238E27FC236}">
                    <a16:creationId xmlns:a16="http://schemas.microsoft.com/office/drawing/2014/main" id="{58010268-720A-7655-6E55-6C7ACD264FC6}"/>
                  </a:ext>
                </a:extLst>
              </p:cNvPr>
              <p:cNvSpPr/>
              <p:nvPr/>
            </p:nvSpPr>
            <p:spPr>
              <a:xfrm>
                <a:off x="9468867" y="517048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5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77" name="Freeform: Shape 7276">
                <a:extLst>
                  <a:ext uri="{FF2B5EF4-FFF2-40B4-BE49-F238E27FC236}">
                    <a16:creationId xmlns:a16="http://schemas.microsoft.com/office/drawing/2014/main" id="{D6C2D34F-5DC1-245E-8DCA-504EFFACC4F5}"/>
                  </a:ext>
                </a:extLst>
              </p:cNvPr>
              <p:cNvSpPr/>
              <p:nvPr/>
            </p:nvSpPr>
            <p:spPr>
              <a:xfrm>
                <a:off x="9469624" y="5170637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5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78" name="Freeform: Shape 7277">
                <a:extLst>
                  <a:ext uri="{FF2B5EF4-FFF2-40B4-BE49-F238E27FC236}">
                    <a16:creationId xmlns:a16="http://schemas.microsoft.com/office/drawing/2014/main" id="{19108498-CB08-69EC-8A23-786E614D4B4B}"/>
                  </a:ext>
                </a:extLst>
              </p:cNvPr>
              <p:cNvSpPr/>
              <p:nvPr/>
            </p:nvSpPr>
            <p:spPr>
              <a:xfrm>
                <a:off x="9470393" y="517073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4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79" name="Freeform: Shape 7278">
                <a:extLst>
                  <a:ext uri="{FF2B5EF4-FFF2-40B4-BE49-F238E27FC236}">
                    <a16:creationId xmlns:a16="http://schemas.microsoft.com/office/drawing/2014/main" id="{DAEFD164-C99B-21C1-C90D-A4E66F543E22}"/>
                  </a:ext>
                </a:extLst>
              </p:cNvPr>
              <p:cNvSpPr/>
              <p:nvPr/>
            </p:nvSpPr>
            <p:spPr>
              <a:xfrm>
                <a:off x="9471188" y="517071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4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7"/>
                      <a:pt x="241" y="2465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80" name="Freeform: Shape 7279">
                <a:extLst>
                  <a:ext uri="{FF2B5EF4-FFF2-40B4-BE49-F238E27FC236}">
                    <a16:creationId xmlns:a16="http://schemas.microsoft.com/office/drawing/2014/main" id="{F0148B23-AC3B-7C58-B6E1-89E6EEC348DF}"/>
                  </a:ext>
                </a:extLst>
              </p:cNvPr>
              <p:cNvSpPr/>
              <p:nvPr/>
            </p:nvSpPr>
            <p:spPr>
              <a:xfrm>
                <a:off x="9471984" y="5170703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5"/>
                      <a:pt x="6250" y="1657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7"/>
                      <a:pt x="241" y="2465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81" name="Freeform: Shape 7280">
                <a:extLst>
                  <a:ext uri="{FF2B5EF4-FFF2-40B4-BE49-F238E27FC236}">
                    <a16:creationId xmlns:a16="http://schemas.microsoft.com/office/drawing/2014/main" id="{C21B1394-6661-C0EC-950C-30063405B88B}"/>
                  </a:ext>
                </a:extLst>
              </p:cNvPr>
              <p:cNvSpPr/>
              <p:nvPr/>
            </p:nvSpPr>
            <p:spPr>
              <a:xfrm>
                <a:off x="9491810" y="5168511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5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6" y="133"/>
                      <a:pt x="3415" y="133"/>
                    </a:cubicBezTo>
                    <a:cubicBezTo>
                      <a:pt x="2573" y="133"/>
                      <a:pt x="1767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82" name="Freeform: Shape 7281">
                <a:extLst>
                  <a:ext uri="{FF2B5EF4-FFF2-40B4-BE49-F238E27FC236}">
                    <a16:creationId xmlns:a16="http://schemas.microsoft.com/office/drawing/2014/main" id="{DA4E55E7-FA67-5EF9-4DE1-D969E6FD5B21}"/>
                  </a:ext>
                </a:extLst>
              </p:cNvPr>
              <p:cNvSpPr/>
              <p:nvPr/>
            </p:nvSpPr>
            <p:spPr>
              <a:xfrm>
                <a:off x="9526667" y="5169023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83" name="Freeform: Shape 7282">
                <a:extLst>
                  <a:ext uri="{FF2B5EF4-FFF2-40B4-BE49-F238E27FC236}">
                    <a16:creationId xmlns:a16="http://schemas.microsoft.com/office/drawing/2014/main" id="{6AA314E8-084B-F55E-7D40-27345FA5A4E9}"/>
                  </a:ext>
                </a:extLst>
              </p:cNvPr>
              <p:cNvSpPr/>
              <p:nvPr/>
            </p:nvSpPr>
            <p:spPr>
              <a:xfrm>
                <a:off x="9525713" y="5173708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50 h 6345"/>
                  <a:gd name="connsiteX2" fmla="*/ 6589 w 6343"/>
                  <a:gd name="connsiteY2" fmla="*/ 3306 h 6345"/>
                  <a:gd name="connsiteX3" fmla="*/ 5660 w 6343"/>
                  <a:gd name="connsiteY3" fmla="*/ 1063 h 6345"/>
                  <a:gd name="connsiteX4" fmla="*/ 3417 w 6343"/>
                  <a:gd name="connsiteY4" fmla="*/ 134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50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5"/>
                      <a:pt x="5660" y="5550"/>
                    </a:cubicBezTo>
                    <a:cubicBezTo>
                      <a:pt x="6255" y="4955"/>
                      <a:pt x="6589" y="4148"/>
                      <a:pt x="6589" y="3306"/>
                    </a:cubicBezTo>
                    <a:cubicBezTo>
                      <a:pt x="6589" y="2465"/>
                      <a:pt x="6255" y="1658"/>
                      <a:pt x="5660" y="1063"/>
                    </a:cubicBezTo>
                    <a:cubicBezTo>
                      <a:pt x="5065" y="468"/>
                      <a:pt x="4258" y="134"/>
                      <a:pt x="3417" y="134"/>
                    </a:cubicBezTo>
                    <a:cubicBezTo>
                      <a:pt x="2576" y="134"/>
                      <a:pt x="1769" y="468"/>
                      <a:pt x="1175" y="1063"/>
                    </a:cubicBezTo>
                    <a:cubicBezTo>
                      <a:pt x="580" y="1658"/>
                      <a:pt x="246" y="2465"/>
                      <a:pt x="246" y="3306"/>
                    </a:cubicBezTo>
                    <a:cubicBezTo>
                      <a:pt x="246" y="4148"/>
                      <a:pt x="580" y="4955"/>
                      <a:pt x="1175" y="5550"/>
                    </a:cubicBezTo>
                    <a:cubicBezTo>
                      <a:pt x="1769" y="6145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84" name="Freeform: Shape 7283">
                <a:extLst>
                  <a:ext uri="{FF2B5EF4-FFF2-40B4-BE49-F238E27FC236}">
                    <a16:creationId xmlns:a16="http://schemas.microsoft.com/office/drawing/2014/main" id="{0DC3F95C-84C1-9C75-D254-E878A367711A}"/>
                  </a:ext>
                </a:extLst>
              </p:cNvPr>
              <p:cNvSpPr/>
              <p:nvPr/>
            </p:nvSpPr>
            <p:spPr>
              <a:xfrm>
                <a:off x="9527771" y="5172283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50 h 6345"/>
                  <a:gd name="connsiteX2" fmla="*/ 6589 w 6343"/>
                  <a:gd name="connsiteY2" fmla="*/ 3306 h 6345"/>
                  <a:gd name="connsiteX3" fmla="*/ 5660 w 6343"/>
                  <a:gd name="connsiteY3" fmla="*/ 1063 h 6345"/>
                  <a:gd name="connsiteX4" fmla="*/ 3417 w 6343"/>
                  <a:gd name="connsiteY4" fmla="*/ 133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50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9" y="6479"/>
                      <a:pt x="5065" y="6144"/>
                      <a:pt x="5660" y="5550"/>
                    </a:cubicBezTo>
                    <a:cubicBezTo>
                      <a:pt x="6255" y="4955"/>
                      <a:pt x="6589" y="4148"/>
                      <a:pt x="6589" y="3306"/>
                    </a:cubicBezTo>
                    <a:cubicBezTo>
                      <a:pt x="6589" y="2465"/>
                      <a:pt x="6255" y="1658"/>
                      <a:pt x="5660" y="1063"/>
                    </a:cubicBezTo>
                    <a:cubicBezTo>
                      <a:pt x="5065" y="468"/>
                      <a:pt x="4259" y="133"/>
                      <a:pt x="3417" y="133"/>
                    </a:cubicBezTo>
                    <a:cubicBezTo>
                      <a:pt x="2576" y="133"/>
                      <a:pt x="1770" y="468"/>
                      <a:pt x="1175" y="1063"/>
                    </a:cubicBezTo>
                    <a:cubicBezTo>
                      <a:pt x="580" y="1658"/>
                      <a:pt x="246" y="2465"/>
                      <a:pt x="246" y="3306"/>
                    </a:cubicBezTo>
                    <a:cubicBezTo>
                      <a:pt x="246" y="4148"/>
                      <a:pt x="580" y="4955"/>
                      <a:pt x="1175" y="5550"/>
                    </a:cubicBezTo>
                    <a:cubicBezTo>
                      <a:pt x="1770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85" name="Freeform: Shape 7284">
                <a:extLst>
                  <a:ext uri="{FF2B5EF4-FFF2-40B4-BE49-F238E27FC236}">
                    <a16:creationId xmlns:a16="http://schemas.microsoft.com/office/drawing/2014/main" id="{A76DF2E7-E010-BAC3-0245-1501D1453987}"/>
                  </a:ext>
                </a:extLst>
              </p:cNvPr>
              <p:cNvSpPr/>
              <p:nvPr/>
            </p:nvSpPr>
            <p:spPr>
              <a:xfrm>
                <a:off x="9530638" y="517135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8"/>
                      <a:pt x="5660" y="1063"/>
                    </a:cubicBezTo>
                    <a:cubicBezTo>
                      <a:pt x="5065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3"/>
                    </a:cubicBezTo>
                    <a:cubicBezTo>
                      <a:pt x="580" y="1658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86" name="Freeform: Shape 7285">
                <a:extLst>
                  <a:ext uri="{FF2B5EF4-FFF2-40B4-BE49-F238E27FC236}">
                    <a16:creationId xmlns:a16="http://schemas.microsoft.com/office/drawing/2014/main" id="{9D7AA6B0-C96E-5046-2788-B28B9A13855E}"/>
                  </a:ext>
                </a:extLst>
              </p:cNvPr>
              <p:cNvSpPr/>
              <p:nvPr/>
            </p:nvSpPr>
            <p:spPr>
              <a:xfrm>
                <a:off x="9535016" y="5168438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6" y="2464"/>
                      <a:pt x="246" y="3306"/>
                    </a:cubicBezTo>
                    <a:cubicBezTo>
                      <a:pt x="246" y="4147"/>
                      <a:pt x="581" y="4954"/>
                      <a:pt x="1175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87" name="Freeform: Shape 7286">
                <a:extLst>
                  <a:ext uri="{FF2B5EF4-FFF2-40B4-BE49-F238E27FC236}">
                    <a16:creationId xmlns:a16="http://schemas.microsoft.com/office/drawing/2014/main" id="{56DF3A7F-F367-4B92-CD73-A4A646BB381D}"/>
                  </a:ext>
                </a:extLst>
              </p:cNvPr>
              <p:cNvSpPr/>
              <p:nvPr/>
            </p:nvSpPr>
            <p:spPr>
              <a:xfrm>
                <a:off x="9535857" y="5168898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6" y="2464"/>
                      <a:pt x="246" y="3306"/>
                    </a:cubicBezTo>
                    <a:cubicBezTo>
                      <a:pt x="246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88" name="Freeform: Shape 7287">
                <a:extLst>
                  <a:ext uri="{FF2B5EF4-FFF2-40B4-BE49-F238E27FC236}">
                    <a16:creationId xmlns:a16="http://schemas.microsoft.com/office/drawing/2014/main" id="{2E7A90A7-CA70-3CCA-6167-CA217E8FCFAA}"/>
                  </a:ext>
                </a:extLst>
              </p:cNvPr>
              <p:cNvSpPr/>
              <p:nvPr/>
            </p:nvSpPr>
            <p:spPr>
              <a:xfrm>
                <a:off x="9536586" y="516951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7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89" name="Freeform: Shape 7288">
                <a:extLst>
                  <a:ext uri="{FF2B5EF4-FFF2-40B4-BE49-F238E27FC236}">
                    <a16:creationId xmlns:a16="http://schemas.microsoft.com/office/drawing/2014/main" id="{D2C2B364-6A18-3C57-95AF-DB0348136990}"/>
                  </a:ext>
                </a:extLst>
              </p:cNvPr>
              <p:cNvSpPr/>
              <p:nvPr/>
            </p:nvSpPr>
            <p:spPr>
              <a:xfrm>
                <a:off x="9537643" y="516968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90" name="Freeform: Shape 7289">
                <a:extLst>
                  <a:ext uri="{FF2B5EF4-FFF2-40B4-BE49-F238E27FC236}">
                    <a16:creationId xmlns:a16="http://schemas.microsoft.com/office/drawing/2014/main" id="{632D5ABB-6E46-A68B-B6BC-A38163C310E8}"/>
                  </a:ext>
                </a:extLst>
              </p:cNvPr>
              <p:cNvSpPr/>
              <p:nvPr/>
            </p:nvSpPr>
            <p:spPr>
              <a:xfrm>
                <a:off x="9538813" y="5169723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91" name="Freeform: Shape 7290">
                <a:extLst>
                  <a:ext uri="{FF2B5EF4-FFF2-40B4-BE49-F238E27FC236}">
                    <a16:creationId xmlns:a16="http://schemas.microsoft.com/office/drawing/2014/main" id="{287A87E5-5480-8E56-2C9E-FB5518D12D5D}"/>
                  </a:ext>
                </a:extLst>
              </p:cNvPr>
              <p:cNvSpPr/>
              <p:nvPr/>
            </p:nvSpPr>
            <p:spPr>
              <a:xfrm>
                <a:off x="9540024" y="5169720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92" name="Freeform: Shape 7291">
                <a:extLst>
                  <a:ext uri="{FF2B5EF4-FFF2-40B4-BE49-F238E27FC236}">
                    <a16:creationId xmlns:a16="http://schemas.microsoft.com/office/drawing/2014/main" id="{BB49144D-7765-F728-B104-36A64752CE28}"/>
                  </a:ext>
                </a:extLst>
              </p:cNvPr>
              <p:cNvSpPr/>
              <p:nvPr/>
            </p:nvSpPr>
            <p:spPr>
              <a:xfrm>
                <a:off x="9541124" y="5169873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93" name="Freeform: Shape 7292">
                <a:extLst>
                  <a:ext uri="{FF2B5EF4-FFF2-40B4-BE49-F238E27FC236}">
                    <a16:creationId xmlns:a16="http://schemas.microsoft.com/office/drawing/2014/main" id="{D49E0933-558B-332B-AE33-7950282183BA}"/>
                  </a:ext>
                </a:extLst>
              </p:cNvPr>
              <p:cNvSpPr/>
              <p:nvPr/>
            </p:nvSpPr>
            <p:spPr>
              <a:xfrm>
                <a:off x="9542417" y="516979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60" y="133"/>
                      <a:pt x="3419" y="133"/>
                    </a:cubicBezTo>
                    <a:cubicBezTo>
                      <a:pt x="2577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94" name="Freeform: Shape 7293">
                <a:extLst>
                  <a:ext uri="{FF2B5EF4-FFF2-40B4-BE49-F238E27FC236}">
                    <a16:creationId xmlns:a16="http://schemas.microsoft.com/office/drawing/2014/main" id="{BAF9C04D-0294-0111-102F-654D6C8A1C82}"/>
                  </a:ext>
                </a:extLst>
              </p:cNvPr>
              <p:cNvSpPr/>
              <p:nvPr/>
            </p:nvSpPr>
            <p:spPr>
              <a:xfrm>
                <a:off x="9543638" y="516982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95" name="Freeform: Shape 7294">
                <a:extLst>
                  <a:ext uri="{FF2B5EF4-FFF2-40B4-BE49-F238E27FC236}">
                    <a16:creationId xmlns:a16="http://schemas.microsoft.com/office/drawing/2014/main" id="{54C9BB77-9815-ECA5-AA72-4283A3B04653}"/>
                  </a:ext>
                </a:extLst>
              </p:cNvPr>
              <p:cNvSpPr/>
              <p:nvPr/>
            </p:nvSpPr>
            <p:spPr>
              <a:xfrm>
                <a:off x="9544862" y="516986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96" name="Freeform: Shape 7295">
                <a:extLst>
                  <a:ext uri="{FF2B5EF4-FFF2-40B4-BE49-F238E27FC236}">
                    <a16:creationId xmlns:a16="http://schemas.microsoft.com/office/drawing/2014/main" id="{71C4CAEB-CA0D-87A4-9538-9A938B75FDC7}"/>
                  </a:ext>
                </a:extLst>
              </p:cNvPr>
              <p:cNvSpPr/>
              <p:nvPr/>
            </p:nvSpPr>
            <p:spPr>
              <a:xfrm>
                <a:off x="9546090" y="516991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97" name="Freeform: Shape 7296">
                <a:extLst>
                  <a:ext uri="{FF2B5EF4-FFF2-40B4-BE49-F238E27FC236}">
                    <a16:creationId xmlns:a16="http://schemas.microsoft.com/office/drawing/2014/main" id="{D2C43251-1AF5-E097-22B4-888CBF6134EA}"/>
                  </a:ext>
                </a:extLst>
              </p:cNvPr>
              <p:cNvSpPr/>
              <p:nvPr/>
            </p:nvSpPr>
            <p:spPr>
              <a:xfrm>
                <a:off x="9547242" y="517006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0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2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2"/>
                    </a:cubicBezTo>
                    <a:cubicBezTo>
                      <a:pt x="582" y="1657"/>
                      <a:pt x="247" y="2465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98" name="Freeform: Shape 7297">
                <a:extLst>
                  <a:ext uri="{FF2B5EF4-FFF2-40B4-BE49-F238E27FC236}">
                    <a16:creationId xmlns:a16="http://schemas.microsoft.com/office/drawing/2014/main" id="{F1A7013D-E348-0515-81C7-00EF05134543}"/>
                  </a:ext>
                </a:extLst>
              </p:cNvPr>
              <p:cNvSpPr/>
              <p:nvPr/>
            </p:nvSpPr>
            <p:spPr>
              <a:xfrm>
                <a:off x="9548554" y="517003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5"/>
                      <a:pt x="6256" y="1657"/>
                      <a:pt x="5662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2"/>
                    </a:cubicBezTo>
                    <a:cubicBezTo>
                      <a:pt x="582" y="1657"/>
                      <a:pt x="247" y="2465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99" name="Freeform: Shape 7298">
                <a:extLst>
                  <a:ext uri="{FF2B5EF4-FFF2-40B4-BE49-F238E27FC236}">
                    <a16:creationId xmlns:a16="http://schemas.microsoft.com/office/drawing/2014/main" id="{96A5AB0A-631F-DA46-BEB4-306941054AD6}"/>
                  </a:ext>
                </a:extLst>
              </p:cNvPr>
              <p:cNvSpPr/>
              <p:nvPr/>
            </p:nvSpPr>
            <p:spPr>
              <a:xfrm>
                <a:off x="9549870" y="517002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2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00" name="Freeform: Shape 7299">
                <a:extLst>
                  <a:ext uri="{FF2B5EF4-FFF2-40B4-BE49-F238E27FC236}">
                    <a16:creationId xmlns:a16="http://schemas.microsoft.com/office/drawing/2014/main" id="{EA2454F9-9266-84C2-9527-61C7E7C1AC07}"/>
                  </a:ext>
                </a:extLst>
              </p:cNvPr>
              <p:cNvSpPr/>
              <p:nvPr/>
            </p:nvSpPr>
            <p:spPr>
              <a:xfrm>
                <a:off x="9551431" y="516974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01" name="Freeform: Shape 7300">
                <a:extLst>
                  <a:ext uri="{FF2B5EF4-FFF2-40B4-BE49-F238E27FC236}">
                    <a16:creationId xmlns:a16="http://schemas.microsoft.com/office/drawing/2014/main" id="{99BD9629-B89B-0530-DE9E-DB2CA2149057}"/>
                  </a:ext>
                </a:extLst>
              </p:cNvPr>
              <p:cNvSpPr/>
              <p:nvPr/>
            </p:nvSpPr>
            <p:spPr>
              <a:xfrm>
                <a:off x="9552798" y="516970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02" name="Freeform: Shape 7301">
                <a:extLst>
                  <a:ext uri="{FF2B5EF4-FFF2-40B4-BE49-F238E27FC236}">
                    <a16:creationId xmlns:a16="http://schemas.microsoft.com/office/drawing/2014/main" id="{17B076A7-3A65-16D0-157D-B39B79EBB2E0}"/>
                  </a:ext>
                </a:extLst>
              </p:cNvPr>
              <p:cNvSpPr/>
              <p:nvPr/>
            </p:nvSpPr>
            <p:spPr>
              <a:xfrm>
                <a:off x="9554087" y="516977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1" y="133"/>
                      <a:pt x="3419" y="133"/>
                    </a:cubicBezTo>
                    <a:cubicBezTo>
                      <a:pt x="2578" y="133"/>
                      <a:pt x="1772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03" name="Freeform: Shape 7302">
                <a:extLst>
                  <a:ext uri="{FF2B5EF4-FFF2-40B4-BE49-F238E27FC236}">
                    <a16:creationId xmlns:a16="http://schemas.microsoft.com/office/drawing/2014/main" id="{9E055B79-179E-C043-F470-77B33A3BA5AA}"/>
                  </a:ext>
                </a:extLst>
              </p:cNvPr>
              <p:cNvSpPr/>
              <p:nvPr/>
            </p:nvSpPr>
            <p:spPr>
              <a:xfrm>
                <a:off x="9555421" y="516981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1" y="133"/>
                      <a:pt x="3420" y="133"/>
                    </a:cubicBezTo>
                    <a:cubicBezTo>
                      <a:pt x="2578" y="133"/>
                      <a:pt x="1772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04" name="Freeform: Shape 7303">
                <a:extLst>
                  <a:ext uri="{FF2B5EF4-FFF2-40B4-BE49-F238E27FC236}">
                    <a16:creationId xmlns:a16="http://schemas.microsoft.com/office/drawing/2014/main" id="{6E3EB057-BFD6-CDD7-082C-2C6AC254C789}"/>
                  </a:ext>
                </a:extLst>
              </p:cNvPr>
              <p:cNvSpPr/>
              <p:nvPr/>
            </p:nvSpPr>
            <p:spPr>
              <a:xfrm>
                <a:off x="9556759" y="516985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05" name="Freeform: Shape 7304">
                <a:extLst>
                  <a:ext uri="{FF2B5EF4-FFF2-40B4-BE49-F238E27FC236}">
                    <a16:creationId xmlns:a16="http://schemas.microsoft.com/office/drawing/2014/main" id="{063751F4-08DC-CD30-C7F2-29431F8E2093}"/>
                  </a:ext>
                </a:extLst>
              </p:cNvPr>
              <p:cNvSpPr/>
              <p:nvPr/>
            </p:nvSpPr>
            <p:spPr>
              <a:xfrm>
                <a:off x="9558141" y="516987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06" name="Freeform: Shape 7305">
                <a:extLst>
                  <a:ext uri="{FF2B5EF4-FFF2-40B4-BE49-F238E27FC236}">
                    <a16:creationId xmlns:a16="http://schemas.microsoft.com/office/drawing/2014/main" id="{5A5323B7-A676-027B-B333-C0C3A1D3A432}"/>
                  </a:ext>
                </a:extLst>
              </p:cNvPr>
              <p:cNvSpPr/>
              <p:nvPr/>
            </p:nvSpPr>
            <p:spPr>
              <a:xfrm>
                <a:off x="9559444" y="516998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1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3" y="1062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2"/>
                    </a:cubicBezTo>
                    <a:cubicBezTo>
                      <a:pt x="583" y="1657"/>
                      <a:pt x="248" y="2465"/>
                      <a:pt x="248" y="3306"/>
                    </a:cubicBezTo>
                    <a:cubicBezTo>
                      <a:pt x="248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07" name="Freeform: Shape 7306">
                <a:extLst>
                  <a:ext uri="{FF2B5EF4-FFF2-40B4-BE49-F238E27FC236}">
                    <a16:creationId xmlns:a16="http://schemas.microsoft.com/office/drawing/2014/main" id="{3E67C3D2-3767-E157-F0DD-EFE2560F30C9}"/>
                  </a:ext>
                </a:extLst>
              </p:cNvPr>
              <p:cNvSpPr/>
              <p:nvPr/>
            </p:nvSpPr>
            <p:spPr>
              <a:xfrm>
                <a:off x="9561045" y="516980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2" y="4147"/>
                      <a:pt x="6592" y="3306"/>
                    </a:cubicBezTo>
                    <a:cubicBezTo>
                      <a:pt x="6592" y="2464"/>
                      <a:pt x="6257" y="1657"/>
                      <a:pt x="5663" y="1062"/>
                    </a:cubicBezTo>
                    <a:cubicBezTo>
                      <a:pt x="5068" y="467"/>
                      <a:pt x="4261" y="133"/>
                      <a:pt x="3420" y="133"/>
                    </a:cubicBezTo>
                    <a:cubicBezTo>
                      <a:pt x="2579" y="133"/>
                      <a:pt x="1772" y="467"/>
                      <a:pt x="1177" y="1062"/>
                    </a:cubicBezTo>
                    <a:cubicBezTo>
                      <a:pt x="583" y="1657"/>
                      <a:pt x="248" y="2464"/>
                      <a:pt x="248" y="3306"/>
                    </a:cubicBezTo>
                    <a:cubicBezTo>
                      <a:pt x="248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08" name="Freeform: Shape 7307">
                <a:extLst>
                  <a:ext uri="{FF2B5EF4-FFF2-40B4-BE49-F238E27FC236}">
                    <a16:creationId xmlns:a16="http://schemas.microsoft.com/office/drawing/2014/main" id="{B4B800DC-766D-BADC-99BA-77577C63339A}"/>
                  </a:ext>
                </a:extLst>
              </p:cNvPr>
              <p:cNvSpPr/>
              <p:nvPr/>
            </p:nvSpPr>
            <p:spPr>
              <a:xfrm>
                <a:off x="9562609" y="516967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8" y="467"/>
                      <a:pt x="4261" y="133"/>
                      <a:pt x="3420" y="133"/>
                    </a:cubicBezTo>
                    <a:cubicBezTo>
                      <a:pt x="2579" y="133"/>
                      <a:pt x="1772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09" name="Freeform: Shape 7308">
                <a:extLst>
                  <a:ext uri="{FF2B5EF4-FFF2-40B4-BE49-F238E27FC236}">
                    <a16:creationId xmlns:a16="http://schemas.microsoft.com/office/drawing/2014/main" id="{EFFFC536-FFB7-2026-5A46-9436F4872993}"/>
                  </a:ext>
                </a:extLst>
              </p:cNvPr>
              <p:cNvSpPr/>
              <p:nvPr/>
            </p:nvSpPr>
            <p:spPr>
              <a:xfrm>
                <a:off x="9564052" y="516969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8" y="467"/>
                      <a:pt x="4261" y="133"/>
                      <a:pt x="3420" y="133"/>
                    </a:cubicBezTo>
                    <a:cubicBezTo>
                      <a:pt x="2579" y="133"/>
                      <a:pt x="1772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10" name="Freeform: Shape 7309">
                <a:extLst>
                  <a:ext uri="{FF2B5EF4-FFF2-40B4-BE49-F238E27FC236}">
                    <a16:creationId xmlns:a16="http://schemas.microsoft.com/office/drawing/2014/main" id="{6E1D1DA2-7FA4-35CD-913B-BC5493C170A4}"/>
                  </a:ext>
                </a:extLst>
              </p:cNvPr>
              <p:cNvSpPr/>
              <p:nvPr/>
            </p:nvSpPr>
            <p:spPr>
              <a:xfrm>
                <a:off x="9565799" y="516941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2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8" y="467"/>
                      <a:pt x="4262" y="133"/>
                      <a:pt x="3420" y="133"/>
                    </a:cubicBezTo>
                    <a:cubicBezTo>
                      <a:pt x="2579" y="133"/>
                      <a:pt x="1773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11" name="Freeform: Shape 7310">
                <a:extLst>
                  <a:ext uri="{FF2B5EF4-FFF2-40B4-BE49-F238E27FC236}">
                    <a16:creationId xmlns:a16="http://schemas.microsoft.com/office/drawing/2014/main" id="{4620776B-48FA-E841-BD8F-C2FCB750766D}"/>
                  </a:ext>
                </a:extLst>
              </p:cNvPr>
              <p:cNvSpPr/>
              <p:nvPr/>
            </p:nvSpPr>
            <p:spPr>
              <a:xfrm>
                <a:off x="9567468" y="5169247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8" y="467"/>
                      <a:pt x="4262" y="133"/>
                      <a:pt x="3421" y="133"/>
                    </a:cubicBezTo>
                    <a:cubicBezTo>
                      <a:pt x="2579" y="133"/>
                      <a:pt x="1773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79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12" name="Freeform: Shape 7311">
                <a:extLst>
                  <a:ext uri="{FF2B5EF4-FFF2-40B4-BE49-F238E27FC236}">
                    <a16:creationId xmlns:a16="http://schemas.microsoft.com/office/drawing/2014/main" id="{A032439C-8BC6-2429-54AC-944DA99A6ECB}"/>
                  </a:ext>
                </a:extLst>
              </p:cNvPr>
              <p:cNvSpPr/>
              <p:nvPr/>
            </p:nvSpPr>
            <p:spPr>
              <a:xfrm>
                <a:off x="9569317" y="5168918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13" name="Freeform: Shape 7312">
                <a:extLst>
                  <a:ext uri="{FF2B5EF4-FFF2-40B4-BE49-F238E27FC236}">
                    <a16:creationId xmlns:a16="http://schemas.microsoft.com/office/drawing/2014/main" id="{80C11B76-1FF1-E3C6-450C-340AE69A59BF}"/>
                  </a:ext>
                </a:extLst>
              </p:cNvPr>
              <p:cNvSpPr/>
              <p:nvPr/>
            </p:nvSpPr>
            <p:spPr>
              <a:xfrm>
                <a:off x="9570738" y="5169039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14" name="Freeform: Shape 7313">
                <a:extLst>
                  <a:ext uri="{FF2B5EF4-FFF2-40B4-BE49-F238E27FC236}">
                    <a16:creationId xmlns:a16="http://schemas.microsoft.com/office/drawing/2014/main" id="{47988157-82AE-AE59-C3AC-0C0AC823B8E9}"/>
                  </a:ext>
                </a:extLst>
              </p:cNvPr>
              <p:cNvSpPr/>
              <p:nvPr/>
            </p:nvSpPr>
            <p:spPr>
              <a:xfrm>
                <a:off x="9572866" y="5168486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4" y="5549"/>
                    </a:cubicBezTo>
                    <a:cubicBezTo>
                      <a:pt x="6258" y="4954"/>
                      <a:pt x="6593" y="4147"/>
                      <a:pt x="6593" y="3306"/>
                    </a:cubicBezTo>
                    <a:cubicBezTo>
                      <a:pt x="6593" y="2464"/>
                      <a:pt x="6258" y="1657"/>
                      <a:pt x="5664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4" y="1657"/>
                      <a:pt x="249" y="2464"/>
                      <a:pt x="249" y="3306"/>
                    </a:cubicBezTo>
                    <a:cubicBezTo>
                      <a:pt x="249" y="4147"/>
                      <a:pt x="584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15" name="Freeform: Shape 7314">
                <a:extLst>
                  <a:ext uri="{FF2B5EF4-FFF2-40B4-BE49-F238E27FC236}">
                    <a16:creationId xmlns:a16="http://schemas.microsoft.com/office/drawing/2014/main" id="{1F8B885A-45C9-2C54-EA67-921972737698}"/>
                  </a:ext>
                </a:extLst>
              </p:cNvPr>
              <p:cNvSpPr/>
              <p:nvPr/>
            </p:nvSpPr>
            <p:spPr>
              <a:xfrm>
                <a:off x="9574562" y="5168381"/>
                <a:ext cx="6343" cy="6345"/>
              </a:xfrm>
              <a:custGeom>
                <a:avLst/>
                <a:gdLst>
                  <a:gd name="connsiteX0" fmla="*/ 3421 w 6343"/>
                  <a:gd name="connsiteY0" fmla="*/ 6478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50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8"/>
                    </a:moveTo>
                    <a:cubicBezTo>
                      <a:pt x="4262" y="6478"/>
                      <a:pt x="5069" y="6144"/>
                      <a:pt x="5664" y="5549"/>
                    </a:cubicBezTo>
                    <a:cubicBezTo>
                      <a:pt x="6258" y="4954"/>
                      <a:pt x="6593" y="4147"/>
                      <a:pt x="6593" y="3306"/>
                    </a:cubicBezTo>
                    <a:cubicBezTo>
                      <a:pt x="6593" y="2464"/>
                      <a:pt x="6258" y="1657"/>
                      <a:pt x="5664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8" y="5549"/>
                    </a:cubicBezTo>
                    <a:cubicBezTo>
                      <a:pt x="1773" y="6144"/>
                      <a:pt x="2580" y="6478"/>
                      <a:pt x="342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16" name="Freeform: Shape 7315">
                <a:extLst>
                  <a:ext uri="{FF2B5EF4-FFF2-40B4-BE49-F238E27FC236}">
                    <a16:creationId xmlns:a16="http://schemas.microsoft.com/office/drawing/2014/main" id="{55D0A379-CB7F-2B2A-37D5-D41C4DE33E67}"/>
                  </a:ext>
                </a:extLst>
              </p:cNvPr>
              <p:cNvSpPr/>
              <p:nvPr/>
            </p:nvSpPr>
            <p:spPr>
              <a:xfrm>
                <a:off x="9576221" y="5168335"/>
                <a:ext cx="6343" cy="6345"/>
              </a:xfrm>
              <a:custGeom>
                <a:avLst/>
                <a:gdLst>
                  <a:gd name="connsiteX0" fmla="*/ 3421 w 6343"/>
                  <a:gd name="connsiteY0" fmla="*/ 6478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8"/>
                    </a:moveTo>
                    <a:cubicBezTo>
                      <a:pt x="4262" y="6478"/>
                      <a:pt x="5069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3" y="6144"/>
                      <a:pt x="2580" y="6478"/>
                      <a:pt x="342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17" name="Freeform: Shape 7316">
                <a:extLst>
                  <a:ext uri="{FF2B5EF4-FFF2-40B4-BE49-F238E27FC236}">
                    <a16:creationId xmlns:a16="http://schemas.microsoft.com/office/drawing/2014/main" id="{2536B6D7-D2BF-F783-3877-2869474F54D8}"/>
                  </a:ext>
                </a:extLst>
              </p:cNvPr>
              <p:cNvSpPr/>
              <p:nvPr/>
            </p:nvSpPr>
            <p:spPr>
              <a:xfrm>
                <a:off x="9577884" y="5168304"/>
                <a:ext cx="6343" cy="6345"/>
              </a:xfrm>
              <a:custGeom>
                <a:avLst/>
                <a:gdLst>
                  <a:gd name="connsiteX0" fmla="*/ 3421 w 6343"/>
                  <a:gd name="connsiteY0" fmla="*/ 6478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8"/>
                    </a:moveTo>
                    <a:cubicBezTo>
                      <a:pt x="4262" y="6478"/>
                      <a:pt x="5069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3" y="6144"/>
                      <a:pt x="2580" y="6478"/>
                      <a:pt x="342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18" name="Freeform: Shape 7317">
                <a:extLst>
                  <a:ext uri="{FF2B5EF4-FFF2-40B4-BE49-F238E27FC236}">
                    <a16:creationId xmlns:a16="http://schemas.microsoft.com/office/drawing/2014/main" id="{712C7A89-AFDE-A58D-115A-2F7E3EE0E2BF}"/>
                  </a:ext>
                </a:extLst>
              </p:cNvPr>
              <p:cNvSpPr/>
              <p:nvPr/>
            </p:nvSpPr>
            <p:spPr>
              <a:xfrm>
                <a:off x="9579553" y="5168289"/>
                <a:ext cx="6343" cy="6345"/>
              </a:xfrm>
              <a:custGeom>
                <a:avLst/>
                <a:gdLst>
                  <a:gd name="connsiteX0" fmla="*/ 3421 w 6343"/>
                  <a:gd name="connsiteY0" fmla="*/ 6478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8"/>
                    </a:moveTo>
                    <a:cubicBezTo>
                      <a:pt x="4263" y="6478"/>
                      <a:pt x="5069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69" y="467"/>
                      <a:pt x="4263" y="133"/>
                      <a:pt x="3421" y="133"/>
                    </a:cubicBezTo>
                    <a:cubicBezTo>
                      <a:pt x="2580" y="133"/>
                      <a:pt x="1774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4" y="6144"/>
                      <a:pt x="2580" y="6478"/>
                      <a:pt x="342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19" name="Freeform: Shape 7318">
                <a:extLst>
                  <a:ext uri="{FF2B5EF4-FFF2-40B4-BE49-F238E27FC236}">
                    <a16:creationId xmlns:a16="http://schemas.microsoft.com/office/drawing/2014/main" id="{16BF95F0-3013-66C9-2B4F-3F8065BB4002}"/>
                  </a:ext>
                </a:extLst>
              </p:cNvPr>
              <p:cNvSpPr/>
              <p:nvPr/>
            </p:nvSpPr>
            <p:spPr>
              <a:xfrm>
                <a:off x="9581137" y="5168373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69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69" y="467"/>
                      <a:pt x="4263" y="133"/>
                      <a:pt x="3422" y="133"/>
                    </a:cubicBezTo>
                    <a:cubicBezTo>
                      <a:pt x="2580" y="133"/>
                      <a:pt x="1774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4" y="6144"/>
                      <a:pt x="2580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20" name="Freeform: Shape 7319">
                <a:extLst>
                  <a:ext uri="{FF2B5EF4-FFF2-40B4-BE49-F238E27FC236}">
                    <a16:creationId xmlns:a16="http://schemas.microsoft.com/office/drawing/2014/main" id="{AA892CEF-5CEC-EA94-A6F3-5176928EAD78}"/>
                  </a:ext>
                </a:extLst>
              </p:cNvPr>
              <p:cNvSpPr/>
              <p:nvPr/>
            </p:nvSpPr>
            <p:spPr>
              <a:xfrm>
                <a:off x="9583134" y="5168100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21" name="Freeform: Shape 7320">
                <a:extLst>
                  <a:ext uri="{FF2B5EF4-FFF2-40B4-BE49-F238E27FC236}">
                    <a16:creationId xmlns:a16="http://schemas.microsoft.com/office/drawing/2014/main" id="{02DE46ED-5D4C-3408-2726-A09709F41092}"/>
                  </a:ext>
                </a:extLst>
              </p:cNvPr>
              <p:cNvSpPr/>
              <p:nvPr/>
            </p:nvSpPr>
            <p:spPr>
              <a:xfrm>
                <a:off x="9584728" y="5168216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3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0" y="2464"/>
                      <a:pt x="250" y="3306"/>
                    </a:cubicBezTo>
                    <a:cubicBezTo>
                      <a:pt x="250" y="4147"/>
                      <a:pt x="585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22" name="Freeform: Shape 7321">
                <a:extLst>
                  <a:ext uri="{FF2B5EF4-FFF2-40B4-BE49-F238E27FC236}">
                    <a16:creationId xmlns:a16="http://schemas.microsoft.com/office/drawing/2014/main" id="{047E039A-BE67-CCBA-69B0-A7FBC74A4DAA}"/>
                  </a:ext>
                </a:extLst>
              </p:cNvPr>
              <p:cNvSpPr/>
              <p:nvPr/>
            </p:nvSpPr>
            <p:spPr>
              <a:xfrm>
                <a:off x="9586372" y="5168306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59" y="4954"/>
                      <a:pt x="6594" y="4147"/>
                      <a:pt x="6594" y="3306"/>
                    </a:cubicBezTo>
                    <a:cubicBezTo>
                      <a:pt x="6594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0" y="2464"/>
                      <a:pt x="250" y="3306"/>
                    </a:cubicBezTo>
                    <a:cubicBezTo>
                      <a:pt x="250" y="4147"/>
                      <a:pt x="585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23" name="Freeform: Shape 7322">
                <a:extLst>
                  <a:ext uri="{FF2B5EF4-FFF2-40B4-BE49-F238E27FC236}">
                    <a16:creationId xmlns:a16="http://schemas.microsoft.com/office/drawing/2014/main" id="{24727A2E-33B6-C6EE-6DDC-5760DDEDB263}"/>
                  </a:ext>
                </a:extLst>
              </p:cNvPr>
              <p:cNvSpPr/>
              <p:nvPr/>
            </p:nvSpPr>
            <p:spPr>
              <a:xfrm>
                <a:off x="9588297" y="5168169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24" name="Freeform: Shape 7323">
                <a:extLst>
                  <a:ext uri="{FF2B5EF4-FFF2-40B4-BE49-F238E27FC236}">
                    <a16:creationId xmlns:a16="http://schemas.microsoft.com/office/drawing/2014/main" id="{7FEE07CB-82F7-995B-6995-9957CB65212B}"/>
                  </a:ext>
                </a:extLst>
              </p:cNvPr>
              <p:cNvSpPr/>
              <p:nvPr/>
            </p:nvSpPr>
            <p:spPr>
              <a:xfrm>
                <a:off x="9590043" y="5168212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25" name="Freeform: Shape 7324">
                <a:extLst>
                  <a:ext uri="{FF2B5EF4-FFF2-40B4-BE49-F238E27FC236}">
                    <a16:creationId xmlns:a16="http://schemas.microsoft.com/office/drawing/2014/main" id="{FF198898-C87C-2CE9-A0AA-F58F8144E486}"/>
                  </a:ext>
                </a:extLst>
              </p:cNvPr>
              <p:cNvSpPr/>
              <p:nvPr/>
            </p:nvSpPr>
            <p:spPr>
              <a:xfrm>
                <a:off x="9591561" y="5168471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3"/>
                      <a:pt x="3422" y="133"/>
                    </a:cubicBezTo>
                    <a:cubicBezTo>
                      <a:pt x="2581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26" name="Freeform: Shape 7325">
                <a:extLst>
                  <a:ext uri="{FF2B5EF4-FFF2-40B4-BE49-F238E27FC236}">
                    <a16:creationId xmlns:a16="http://schemas.microsoft.com/office/drawing/2014/main" id="{EDA93200-0BF9-75E6-9A48-56B9F5CB15A2}"/>
                  </a:ext>
                </a:extLst>
              </p:cNvPr>
              <p:cNvSpPr/>
              <p:nvPr/>
            </p:nvSpPr>
            <p:spPr>
              <a:xfrm>
                <a:off x="9592704" y="5169060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3"/>
                      <a:pt x="3423" y="133"/>
                    </a:cubicBezTo>
                    <a:cubicBezTo>
                      <a:pt x="2581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27" name="Freeform: Shape 7326">
                <a:extLst>
                  <a:ext uri="{FF2B5EF4-FFF2-40B4-BE49-F238E27FC236}">
                    <a16:creationId xmlns:a16="http://schemas.microsoft.com/office/drawing/2014/main" id="{8D4113C8-1181-8F94-A57F-8B936594E7FC}"/>
                  </a:ext>
                </a:extLst>
              </p:cNvPr>
              <p:cNvSpPr/>
              <p:nvPr/>
            </p:nvSpPr>
            <p:spPr>
              <a:xfrm>
                <a:off x="9594838" y="5168833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28" name="Freeform: Shape 7327">
                <a:extLst>
                  <a:ext uri="{FF2B5EF4-FFF2-40B4-BE49-F238E27FC236}">
                    <a16:creationId xmlns:a16="http://schemas.microsoft.com/office/drawing/2014/main" id="{5AFAFE38-6E1F-6665-AEFF-61A8A1220B3E}"/>
                  </a:ext>
                </a:extLst>
              </p:cNvPr>
              <p:cNvSpPr/>
              <p:nvPr/>
            </p:nvSpPr>
            <p:spPr>
              <a:xfrm>
                <a:off x="9596506" y="516901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29" name="Freeform: Shape 7328">
                <a:extLst>
                  <a:ext uri="{FF2B5EF4-FFF2-40B4-BE49-F238E27FC236}">
                    <a16:creationId xmlns:a16="http://schemas.microsoft.com/office/drawing/2014/main" id="{95810D93-E68B-57F0-C491-6C8951D20F1F}"/>
                  </a:ext>
                </a:extLst>
              </p:cNvPr>
              <p:cNvSpPr/>
              <p:nvPr/>
            </p:nvSpPr>
            <p:spPr>
              <a:xfrm>
                <a:off x="9598272" y="5169141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30" name="Freeform: Shape 7329">
                <a:extLst>
                  <a:ext uri="{FF2B5EF4-FFF2-40B4-BE49-F238E27FC236}">
                    <a16:creationId xmlns:a16="http://schemas.microsoft.com/office/drawing/2014/main" id="{1CC69264-461E-6F7A-91A3-F49A0521642A}"/>
                  </a:ext>
                </a:extLst>
              </p:cNvPr>
              <p:cNvSpPr/>
              <p:nvPr/>
            </p:nvSpPr>
            <p:spPr>
              <a:xfrm>
                <a:off x="9600427" y="516897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2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31" name="Freeform: Shape 7330">
                <a:extLst>
                  <a:ext uri="{FF2B5EF4-FFF2-40B4-BE49-F238E27FC236}">
                    <a16:creationId xmlns:a16="http://schemas.microsoft.com/office/drawing/2014/main" id="{AB736303-6CEF-538E-683B-5A4FAF5B7818}"/>
                  </a:ext>
                </a:extLst>
              </p:cNvPr>
              <p:cNvSpPr/>
              <p:nvPr/>
            </p:nvSpPr>
            <p:spPr>
              <a:xfrm>
                <a:off x="9602830" y="516863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32" name="Freeform: Shape 7331">
                <a:extLst>
                  <a:ext uri="{FF2B5EF4-FFF2-40B4-BE49-F238E27FC236}">
                    <a16:creationId xmlns:a16="http://schemas.microsoft.com/office/drawing/2014/main" id="{15F8CBD5-6BBC-1BDD-8335-5C3AF40BDCD1}"/>
                  </a:ext>
                </a:extLst>
              </p:cNvPr>
              <p:cNvSpPr/>
              <p:nvPr/>
            </p:nvSpPr>
            <p:spPr>
              <a:xfrm>
                <a:off x="9605098" y="5168441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5" y="6478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5" y="133"/>
                      <a:pt x="3423" y="133"/>
                    </a:cubicBezTo>
                    <a:cubicBezTo>
                      <a:pt x="2582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33" name="Freeform: Shape 7332">
                <a:extLst>
                  <a:ext uri="{FF2B5EF4-FFF2-40B4-BE49-F238E27FC236}">
                    <a16:creationId xmlns:a16="http://schemas.microsoft.com/office/drawing/2014/main" id="{4F9CA3B0-2BF7-7D36-B4BB-F3D0E15AA8F2}"/>
                  </a:ext>
                </a:extLst>
              </p:cNvPr>
              <p:cNvSpPr/>
              <p:nvPr/>
            </p:nvSpPr>
            <p:spPr>
              <a:xfrm>
                <a:off x="9607033" y="5168529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34" name="Freeform: Shape 7333">
                <a:extLst>
                  <a:ext uri="{FF2B5EF4-FFF2-40B4-BE49-F238E27FC236}">
                    <a16:creationId xmlns:a16="http://schemas.microsoft.com/office/drawing/2014/main" id="{2020F099-08D0-71E7-DB36-48B5F0066A87}"/>
                  </a:ext>
                </a:extLst>
              </p:cNvPr>
              <p:cNvSpPr/>
              <p:nvPr/>
            </p:nvSpPr>
            <p:spPr>
              <a:xfrm>
                <a:off x="9608582" y="5168934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35" name="Freeform: Shape 7334">
                <a:extLst>
                  <a:ext uri="{FF2B5EF4-FFF2-40B4-BE49-F238E27FC236}">
                    <a16:creationId xmlns:a16="http://schemas.microsoft.com/office/drawing/2014/main" id="{953F9156-2726-EAD2-6103-2C02CB874637}"/>
                  </a:ext>
                </a:extLst>
              </p:cNvPr>
              <p:cNvSpPr/>
              <p:nvPr/>
            </p:nvSpPr>
            <p:spPr>
              <a:xfrm>
                <a:off x="9610230" y="5169280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5 w 6343"/>
                  <a:gd name="connsiteY2" fmla="*/ 3306 h 6345"/>
                  <a:gd name="connsiteX3" fmla="*/ 5667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7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7" y="1657"/>
                      <a:pt x="252" y="2464"/>
                      <a:pt x="252" y="3306"/>
                    </a:cubicBezTo>
                    <a:cubicBezTo>
                      <a:pt x="252" y="4147"/>
                      <a:pt x="587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36" name="Freeform: Shape 7335">
                <a:extLst>
                  <a:ext uri="{FF2B5EF4-FFF2-40B4-BE49-F238E27FC236}">
                    <a16:creationId xmlns:a16="http://schemas.microsoft.com/office/drawing/2014/main" id="{04DE2ADC-0E82-3D55-94B4-DD67A001458B}"/>
                  </a:ext>
                </a:extLst>
              </p:cNvPr>
              <p:cNvSpPr/>
              <p:nvPr/>
            </p:nvSpPr>
            <p:spPr>
              <a:xfrm>
                <a:off x="9608031" y="5172498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37" name="Freeform: Shape 7336">
                <a:extLst>
                  <a:ext uri="{FF2B5EF4-FFF2-40B4-BE49-F238E27FC236}">
                    <a16:creationId xmlns:a16="http://schemas.microsoft.com/office/drawing/2014/main" id="{FB2DF6E8-A731-CB00-CF87-6E399249C151}"/>
                  </a:ext>
                </a:extLst>
              </p:cNvPr>
              <p:cNvSpPr/>
              <p:nvPr/>
            </p:nvSpPr>
            <p:spPr>
              <a:xfrm>
                <a:off x="9642703" y="5163108"/>
                <a:ext cx="6343" cy="6345"/>
              </a:xfrm>
              <a:custGeom>
                <a:avLst/>
                <a:gdLst>
                  <a:gd name="connsiteX0" fmla="*/ 3426 w 6343"/>
                  <a:gd name="connsiteY0" fmla="*/ 6478 h 6345"/>
                  <a:gd name="connsiteX1" fmla="*/ 5669 w 6343"/>
                  <a:gd name="connsiteY1" fmla="*/ 5549 h 6345"/>
                  <a:gd name="connsiteX2" fmla="*/ 6598 w 6343"/>
                  <a:gd name="connsiteY2" fmla="*/ 3305 h 6345"/>
                  <a:gd name="connsiteX3" fmla="*/ 5669 w 6343"/>
                  <a:gd name="connsiteY3" fmla="*/ 1062 h 6345"/>
                  <a:gd name="connsiteX4" fmla="*/ 3426 w 6343"/>
                  <a:gd name="connsiteY4" fmla="*/ 133 h 6345"/>
                  <a:gd name="connsiteX5" fmla="*/ 1184 w 6343"/>
                  <a:gd name="connsiteY5" fmla="*/ 1062 h 6345"/>
                  <a:gd name="connsiteX6" fmla="*/ 255 w 6343"/>
                  <a:gd name="connsiteY6" fmla="*/ 3305 h 6345"/>
                  <a:gd name="connsiteX7" fmla="*/ 1184 w 6343"/>
                  <a:gd name="connsiteY7" fmla="*/ 5549 h 6345"/>
                  <a:gd name="connsiteX8" fmla="*/ 342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8"/>
                    </a:moveTo>
                    <a:cubicBezTo>
                      <a:pt x="4268" y="6478"/>
                      <a:pt x="5074" y="6144"/>
                      <a:pt x="5669" y="5549"/>
                    </a:cubicBezTo>
                    <a:cubicBezTo>
                      <a:pt x="6264" y="4954"/>
                      <a:pt x="6598" y="4147"/>
                      <a:pt x="6598" y="3305"/>
                    </a:cubicBezTo>
                    <a:cubicBezTo>
                      <a:pt x="6598" y="2464"/>
                      <a:pt x="6264" y="1657"/>
                      <a:pt x="5669" y="1062"/>
                    </a:cubicBezTo>
                    <a:cubicBezTo>
                      <a:pt x="5074" y="467"/>
                      <a:pt x="4268" y="133"/>
                      <a:pt x="3426" y="133"/>
                    </a:cubicBezTo>
                    <a:cubicBezTo>
                      <a:pt x="2585" y="133"/>
                      <a:pt x="1779" y="467"/>
                      <a:pt x="1184" y="1062"/>
                    </a:cubicBezTo>
                    <a:cubicBezTo>
                      <a:pt x="589" y="1657"/>
                      <a:pt x="255" y="2464"/>
                      <a:pt x="255" y="3305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5" y="6478"/>
                      <a:pt x="342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38" name="Freeform: Shape 7337">
                <a:extLst>
                  <a:ext uri="{FF2B5EF4-FFF2-40B4-BE49-F238E27FC236}">
                    <a16:creationId xmlns:a16="http://schemas.microsoft.com/office/drawing/2014/main" id="{B3BFF657-9E99-4071-268D-EDFF472CEB39}"/>
                  </a:ext>
                </a:extLst>
              </p:cNvPr>
              <p:cNvSpPr/>
              <p:nvPr/>
            </p:nvSpPr>
            <p:spPr>
              <a:xfrm>
                <a:off x="9643193" y="5164529"/>
                <a:ext cx="6343" cy="6345"/>
              </a:xfrm>
              <a:custGeom>
                <a:avLst/>
                <a:gdLst>
                  <a:gd name="connsiteX0" fmla="*/ 3426 w 6343"/>
                  <a:gd name="connsiteY0" fmla="*/ 6478 h 6345"/>
                  <a:gd name="connsiteX1" fmla="*/ 5669 w 6343"/>
                  <a:gd name="connsiteY1" fmla="*/ 5549 h 6345"/>
                  <a:gd name="connsiteX2" fmla="*/ 6598 w 6343"/>
                  <a:gd name="connsiteY2" fmla="*/ 3305 h 6345"/>
                  <a:gd name="connsiteX3" fmla="*/ 5669 w 6343"/>
                  <a:gd name="connsiteY3" fmla="*/ 1062 h 6345"/>
                  <a:gd name="connsiteX4" fmla="*/ 3426 w 6343"/>
                  <a:gd name="connsiteY4" fmla="*/ 133 h 6345"/>
                  <a:gd name="connsiteX5" fmla="*/ 1184 w 6343"/>
                  <a:gd name="connsiteY5" fmla="*/ 1062 h 6345"/>
                  <a:gd name="connsiteX6" fmla="*/ 255 w 6343"/>
                  <a:gd name="connsiteY6" fmla="*/ 3305 h 6345"/>
                  <a:gd name="connsiteX7" fmla="*/ 1184 w 6343"/>
                  <a:gd name="connsiteY7" fmla="*/ 5549 h 6345"/>
                  <a:gd name="connsiteX8" fmla="*/ 342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8"/>
                    </a:moveTo>
                    <a:cubicBezTo>
                      <a:pt x="4268" y="6478"/>
                      <a:pt x="5074" y="6144"/>
                      <a:pt x="5669" y="5549"/>
                    </a:cubicBezTo>
                    <a:cubicBezTo>
                      <a:pt x="6264" y="4954"/>
                      <a:pt x="6598" y="4147"/>
                      <a:pt x="6598" y="3305"/>
                    </a:cubicBezTo>
                    <a:cubicBezTo>
                      <a:pt x="6598" y="2464"/>
                      <a:pt x="6264" y="1657"/>
                      <a:pt x="5669" y="1062"/>
                    </a:cubicBezTo>
                    <a:cubicBezTo>
                      <a:pt x="5074" y="467"/>
                      <a:pt x="4268" y="133"/>
                      <a:pt x="3426" y="133"/>
                    </a:cubicBezTo>
                    <a:cubicBezTo>
                      <a:pt x="2585" y="133"/>
                      <a:pt x="1779" y="467"/>
                      <a:pt x="1184" y="1062"/>
                    </a:cubicBezTo>
                    <a:cubicBezTo>
                      <a:pt x="589" y="1657"/>
                      <a:pt x="255" y="2464"/>
                      <a:pt x="255" y="3305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5" y="6478"/>
                      <a:pt x="342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39" name="Freeform: Shape 7338">
                <a:extLst>
                  <a:ext uri="{FF2B5EF4-FFF2-40B4-BE49-F238E27FC236}">
                    <a16:creationId xmlns:a16="http://schemas.microsoft.com/office/drawing/2014/main" id="{8BDF3554-9884-1FFF-B868-DA959010C60C}"/>
                  </a:ext>
                </a:extLst>
              </p:cNvPr>
              <p:cNvSpPr/>
              <p:nvPr/>
            </p:nvSpPr>
            <p:spPr>
              <a:xfrm>
                <a:off x="9637881" y="5169670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2 h 6345"/>
                  <a:gd name="connsiteX4" fmla="*/ 3426 w 6343"/>
                  <a:gd name="connsiteY4" fmla="*/ 133 h 6345"/>
                  <a:gd name="connsiteX5" fmla="*/ 1183 w 6343"/>
                  <a:gd name="connsiteY5" fmla="*/ 1062 h 6345"/>
                  <a:gd name="connsiteX6" fmla="*/ 255 w 6343"/>
                  <a:gd name="connsiteY6" fmla="*/ 3306 h 6345"/>
                  <a:gd name="connsiteX7" fmla="*/ 1183 w 6343"/>
                  <a:gd name="connsiteY7" fmla="*/ 5549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9" y="5549"/>
                    </a:cubicBezTo>
                    <a:cubicBezTo>
                      <a:pt x="6263" y="4954"/>
                      <a:pt x="6598" y="4147"/>
                      <a:pt x="6598" y="3306"/>
                    </a:cubicBezTo>
                    <a:cubicBezTo>
                      <a:pt x="6598" y="2464"/>
                      <a:pt x="6263" y="1657"/>
                      <a:pt x="5669" y="1062"/>
                    </a:cubicBezTo>
                    <a:cubicBezTo>
                      <a:pt x="5074" y="467"/>
                      <a:pt x="4267" y="133"/>
                      <a:pt x="3426" y="133"/>
                    </a:cubicBezTo>
                    <a:cubicBezTo>
                      <a:pt x="2585" y="133"/>
                      <a:pt x="1778" y="467"/>
                      <a:pt x="1183" y="1062"/>
                    </a:cubicBezTo>
                    <a:cubicBezTo>
                      <a:pt x="589" y="1657"/>
                      <a:pt x="255" y="2464"/>
                      <a:pt x="255" y="3306"/>
                    </a:cubicBezTo>
                    <a:cubicBezTo>
                      <a:pt x="255" y="4147"/>
                      <a:pt x="589" y="4954"/>
                      <a:pt x="1183" y="5549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40" name="Freeform: Shape 7339">
                <a:extLst>
                  <a:ext uri="{FF2B5EF4-FFF2-40B4-BE49-F238E27FC236}">
                    <a16:creationId xmlns:a16="http://schemas.microsoft.com/office/drawing/2014/main" id="{C3E054E5-390C-50F3-7652-91F1968D31DD}"/>
                  </a:ext>
                </a:extLst>
              </p:cNvPr>
              <p:cNvSpPr/>
              <p:nvPr/>
            </p:nvSpPr>
            <p:spPr>
              <a:xfrm>
                <a:off x="9155153" y="5161489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5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5 h 6345"/>
                  <a:gd name="connsiteX7" fmla="*/ 1145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6" y="6144"/>
                      <a:pt x="5631" y="5549"/>
                    </a:cubicBezTo>
                    <a:cubicBezTo>
                      <a:pt x="6225" y="4954"/>
                      <a:pt x="6560" y="4147"/>
                      <a:pt x="6560" y="3305"/>
                    </a:cubicBezTo>
                    <a:cubicBezTo>
                      <a:pt x="6560" y="2464"/>
                      <a:pt x="6225" y="1657"/>
                      <a:pt x="5631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5" y="1062"/>
                    </a:cubicBezTo>
                    <a:cubicBezTo>
                      <a:pt x="551" y="1657"/>
                      <a:pt x="216" y="2464"/>
                      <a:pt x="216" y="3305"/>
                    </a:cubicBezTo>
                    <a:cubicBezTo>
                      <a:pt x="216" y="4147"/>
                      <a:pt x="551" y="4954"/>
                      <a:pt x="1145" y="5549"/>
                    </a:cubicBezTo>
                    <a:cubicBezTo>
                      <a:pt x="1740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41" name="Freeform: Shape 7340">
                <a:extLst>
                  <a:ext uri="{FF2B5EF4-FFF2-40B4-BE49-F238E27FC236}">
                    <a16:creationId xmlns:a16="http://schemas.microsoft.com/office/drawing/2014/main" id="{EBE37F0F-C2A4-2677-67F7-7947C69507DA}"/>
                  </a:ext>
                </a:extLst>
              </p:cNvPr>
              <p:cNvSpPr/>
              <p:nvPr/>
            </p:nvSpPr>
            <p:spPr>
              <a:xfrm>
                <a:off x="9160001" y="5161594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5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30" y="6478"/>
                      <a:pt x="5036" y="6144"/>
                      <a:pt x="5631" y="5549"/>
                    </a:cubicBezTo>
                    <a:cubicBezTo>
                      <a:pt x="6226" y="4954"/>
                      <a:pt x="6560" y="4147"/>
                      <a:pt x="6560" y="3305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6" y="467"/>
                      <a:pt x="4230" y="133"/>
                      <a:pt x="3388" y="133"/>
                    </a:cubicBezTo>
                    <a:cubicBezTo>
                      <a:pt x="2547" y="133"/>
                      <a:pt x="1741" y="467"/>
                      <a:pt x="1146" y="1062"/>
                    </a:cubicBezTo>
                    <a:cubicBezTo>
                      <a:pt x="551" y="1657"/>
                      <a:pt x="217" y="2464"/>
                      <a:pt x="217" y="3305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1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42" name="Freeform: Shape 7341">
                <a:extLst>
                  <a:ext uri="{FF2B5EF4-FFF2-40B4-BE49-F238E27FC236}">
                    <a16:creationId xmlns:a16="http://schemas.microsoft.com/office/drawing/2014/main" id="{A58037B0-CAB5-F946-BC28-7DE4DE12DE58}"/>
                  </a:ext>
                </a:extLst>
              </p:cNvPr>
              <p:cNvSpPr/>
              <p:nvPr/>
            </p:nvSpPr>
            <p:spPr>
              <a:xfrm>
                <a:off x="9164726" y="5161700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5 h 6345"/>
                  <a:gd name="connsiteX3" fmla="*/ 5631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1" y="5549"/>
                    </a:cubicBezTo>
                    <a:cubicBezTo>
                      <a:pt x="6226" y="4954"/>
                      <a:pt x="6560" y="4147"/>
                      <a:pt x="6560" y="3305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6" y="1062"/>
                    </a:cubicBezTo>
                    <a:cubicBezTo>
                      <a:pt x="551" y="1657"/>
                      <a:pt x="217" y="2464"/>
                      <a:pt x="217" y="3305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43" name="Freeform: Shape 7342">
                <a:extLst>
                  <a:ext uri="{FF2B5EF4-FFF2-40B4-BE49-F238E27FC236}">
                    <a16:creationId xmlns:a16="http://schemas.microsoft.com/office/drawing/2014/main" id="{FD9D5731-F8B4-DDCE-3456-080A818E2819}"/>
                  </a:ext>
                </a:extLst>
              </p:cNvPr>
              <p:cNvSpPr/>
              <p:nvPr/>
            </p:nvSpPr>
            <p:spPr>
              <a:xfrm>
                <a:off x="9170662" y="5162448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5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5 h 6345"/>
                  <a:gd name="connsiteX7" fmla="*/ 1147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2" y="5549"/>
                    </a:cubicBezTo>
                    <a:cubicBezTo>
                      <a:pt x="6227" y="4954"/>
                      <a:pt x="6561" y="4147"/>
                      <a:pt x="6561" y="3305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7" y="1062"/>
                    </a:cubicBezTo>
                    <a:cubicBezTo>
                      <a:pt x="552" y="1657"/>
                      <a:pt x="218" y="2464"/>
                      <a:pt x="218" y="3305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44" name="Freeform: Shape 7343">
                <a:extLst>
                  <a:ext uri="{FF2B5EF4-FFF2-40B4-BE49-F238E27FC236}">
                    <a16:creationId xmlns:a16="http://schemas.microsoft.com/office/drawing/2014/main" id="{19485984-7C16-9B25-8DDF-AF0C3E790897}"/>
                  </a:ext>
                </a:extLst>
              </p:cNvPr>
              <p:cNvSpPr/>
              <p:nvPr/>
            </p:nvSpPr>
            <p:spPr>
              <a:xfrm>
                <a:off x="9172417" y="5161231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5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5 h 6345"/>
                  <a:gd name="connsiteX7" fmla="*/ 1147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2" y="5549"/>
                    </a:cubicBezTo>
                    <a:cubicBezTo>
                      <a:pt x="6227" y="4954"/>
                      <a:pt x="6561" y="4147"/>
                      <a:pt x="6561" y="3305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2" y="467"/>
                      <a:pt x="1147" y="1062"/>
                    </a:cubicBezTo>
                    <a:cubicBezTo>
                      <a:pt x="552" y="1657"/>
                      <a:pt x="218" y="2464"/>
                      <a:pt x="218" y="3305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2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45" name="Freeform: Shape 7344">
                <a:extLst>
                  <a:ext uri="{FF2B5EF4-FFF2-40B4-BE49-F238E27FC236}">
                    <a16:creationId xmlns:a16="http://schemas.microsoft.com/office/drawing/2014/main" id="{A37E18D3-3050-710A-DF98-EFC900466952}"/>
                  </a:ext>
                </a:extLst>
              </p:cNvPr>
              <p:cNvSpPr/>
              <p:nvPr/>
            </p:nvSpPr>
            <p:spPr>
              <a:xfrm>
                <a:off x="9180372" y="5163104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5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5 h 6345"/>
                  <a:gd name="connsiteX7" fmla="*/ 1147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3" y="5549"/>
                    </a:cubicBezTo>
                    <a:cubicBezTo>
                      <a:pt x="6227" y="4954"/>
                      <a:pt x="6562" y="4147"/>
                      <a:pt x="6562" y="3305"/>
                    </a:cubicBezTo>
                    <a:cubicBezTo>
                      <a:pt x="6562" y="2464"/>
                      <a:pt x="6227" y="1657"/>
                      <a:pt x="5633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3" y="1657"/>
                      <a:pt x="218" y="2464"/>
                      <a:pt x="218" y="3305"/>
                    </a:cubicBezTo>
                    <a:cubicBezTo>
                      <a:pt x="218" y="4147"/>
                      <a:pt x="553" y="4954"/>
                      <a:pt x="1147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46" name="Freeform: Shape 7345">
                <a:extLst>
                  <a:ext uri="{FF2B5EF4-FFF2-40B4-BE49-F238E27FC236}">
                    <a16:creationId xmlns:a16="http://schemas.microsoft.com/office/drawing/2014/main" id="{D223C746-B87F-5EC1-08DF-A48C47654B40}"/>
                  </a:ext>
                </a:extLst>
              </p:cNvPr>
              <p:cNvSpPr/>
              <p:nvPr/>
            </p:nvSpPr>
            <p:spPr>
              <a:xfrm>
                <a:off x="9184489" y="5163153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5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5 h 6345"/>
                  <a:gd name="connsiteX7" fmla="*/ 1148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5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8" y="1062"/>
                    </a:cubicBezTo>
                    <a:cubicBezTo>
                      <a:pt x="553" y="1657"/>
                      <a:pt x="219" y="2464"/>
                      <a:pt x="219" y="3305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47" name="Freeform: Shape 7346">
                <a:extLst>
                  <a:ext uri="{FF2B5EF4-FFF2-40B4-BE49-F238E27FC236}">
                    <a16:creationId xmlns:a16="http://schemas.microsoft.com/office/drawing/2014/main" id="{CD1FFF63-36F9-D2C5-CACF-8965BCD0A785}"/>
                  </a:ext>
                </a:extLst>
              </p:cNvPr>
              <p:cNvSpPr/>
              <p:nvPr/>
            </p:nvSpPr>
            <p:spPr>
              <a:xfrm>
                <a:off x="9189419" y="5163669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5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5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3" y="5549"/>
                    </a:cubicBezTo>
                    <a:cubicBezTo>
                      <a:pt x="6228" y="4954"/>
                      <a:pt x="6562" y="4147"/>
                      <a:pt x="6562" y="3305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5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48" name="Freeform: Shape 7347">
                <a:extLst>
                  <a:ext uri="{FF2B5EF4-FFF2-40B4-BE49-F238E27FC236}">
                    <a16:creationId xmlns:a16="http://schemas.microsoft.com/office/drawing/2014/main" id="{DDA03296-8647-F28E-7EAD-59416A6429F8}"/>
                  </a:ext>
                </a:extLst>
              </p:cNvPr>
              <p:cNvSpPr/>
              <p:nvPr/>
            </p:nvSpPr>
            <p:spPr>
              <a:xfrm>
                <a:off x="9193347" y="5163729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5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8" y="4954"/>
                      <a:pt x="6563" y="4147"/>
                      <a:pt x="6563" y="3305"/>
                    </a:cubicBezTo>
                    <a:cubicBezTo>
                      <a:pt x="6563" y="2464"/>
                      <a:pt x="6228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4" y="1657"/>
                      <a:pt x="219" y="2464"/>
                      <a:pt x="219" y="3305"/>
                    </a:cubicBezTo>
                    <a:cubicBezTo>
                      <a:pt x="219" y="4147"/>
                      <a:pt x="554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49" name="Freeform: Shape 7348">
                <a:extLst>
                  <a:ext uri="{FF2B5EF4-FFF2-40B4-BE49-F238E27FC236}">
                    <a16:creationId xmlns:a16="http://schemas.microsoft.com/office/drawing/2014/main" id="{F25D0692-EB06-C2C1-25A2-99AF4D213383}"/>
                  </a:ext>
                </a:extLst>
              </p:cNvPr>
              <p:cNvSpPr/>
              <p:nvPr/>
            </p:nvSpPr>
            <p:spPr>
              <a:xfrm>
                <a:off x="9197210" y="5163803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50" name="Freeform: Shape 7349">
                <a:extLst>
                  <a:ext uri="{FF2B5EF4-FFF2-40B4-BE49-F238E27FC236}">
                    <a16:creationId xmlns:a16="http://schemas.microsoft.com/office/drawing/2014/main" id="{76D3A42F-7769-4A04-5D3B-291E3BA2F08C}"/>
                  </a:ext>
                </a:extLst>
              </p:cNvPr>
              <p:cNvSpPr/>
              <p:nvPr/>
            </p:nvSpPr>
            <p:spPr>
              <a:xfrm>
                <a:off x="9201607" y="5164210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40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1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51" name="Freeform: Shape 7350">
                <a:extLst>
                  <a:ext uri="{FF2B5EF4-FFF2-40B4-BE49-F238E27FC236}">
                    <a16:creationId xmlns:a16="http://schemas.microsoft.com/office/drawing/2014/main" id="{1AFFCEA2-42A4-33CE-B88F-83DCDF212DCD}"/>
                  </a:ext>
                </a:extLst>
              </p:cNvPr>
              <p:cNvSpPr/>
              <p:nvPr/>
            </p:nvSpPr>
            <p:spPr>
              <a:xfrm>
                <a:off x="9204578" y="5163901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5 w 6343"/>
                  <a:gd name="connsiteY1" fmla="*/ 5549 h 6345"/>
                  <a:gd name="connsiteX2" fmla="*/ 6563 w 6343"/>
                  <a:gd name="connsiteY2" fmla="*/ 3305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40" y="6144"/>
                      <a:pt x="5635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5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49" y="1062"/>
                    </a:cubicBezTo>
                    <a:cubicBezTo>
                      <a:pt x="555" y="1657"/>
                      <a:pt x="220" y="2464"/>
                      <a:pt x="220" y="3305"/>
                    </a:cubicBezTo>
                    <a:cubicBezTo>
                      <a:pt x="220" y="4147"/>
                      <a:pt x="555" y="4954"/>
                      <a:pt x="1149" y="5549"/>
                    </a:cubicBezTo>
                    <a:cubicBezTo>
                      <a:pt x="1744" y="6144"/>
                      <a:pt x="2551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52" name="Freeform: Shape 7351">
                <a:extLst>
                  <a:ext uri="{FF2B5EF4-FFF2-40B4-BE49-F238E27FC236}">
                    <a16:creationId xmlns:a16="http://schemas.microsoft.com/office/drawing/2014/main" id="{BB7AC14A-35A0-E5DE-8677-F2F032AA000B}"/>
                  </a:ext>
                </a:extLst>
              </p:cNvPr>
              <p:cNvSpPr/>
              <p:nvPr/>
            </p:nvSpPr>
            <p:spPr>
              <a:xfrm>
                <a:off x="9209815" y="5164875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40" y="6144"/>
                      <a:pt x="5635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5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50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50" y="5549"/>
                    </a:cubicBezTo>
                    <a:cubicBezTo>
                      <a:pt x="1744" y="6144"/>
                      <a:pt x="2551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53" name="Freeform: Shape 7352">
                <a:extLst>
                  <a:ext uri="{FF2B5EF4-FFF2-40B4-BE49-F238E27FC236}">
                    <a16:creationId xmlns:a16="http://schemas.microsoft.com/office/drawing/2014/main" id="{D0DA1274-86BB-F669-DF6E-6DB4531395D9}"/>
                  </a:ext>
                </a:extLst>
              </p:cNvPr>
              <p:cNvSpPr/>
              <p:nvPr/>
            </p:nvSpPr>
            <p:spPr>
              <a:xfrm>
                <a:off x="9213253" y="5164913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0" y="6144"/>
                      <a:pt x="5635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5" y="1062"/>
                    </a:cubicBezTo>
                    <a:cubicBezTo>
                      <a:pt x="5040" y="467"/>
                      <a:pt x="4234" y="133"/>
                      <a:pt x="3393" y="133"/>
                    </a:cubicBezTo>
                    <a:cubicBezTo>
                      <a:pt x="2551" y="133"/>
                      <a:pt x="1745" y="467"/>
                      <a:pt x="1150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50" y="5549"/>
                    </a:cubicBezTo>
                    <a:cubicBezTo>
                      <a:pt x="1745" y="6144"/>
                      <a:pt x="2551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54" name="Freeform: Shape 7353">
                <a:extLst>
                  <a:ext uri="{FF2B5EF4-FFF2-40B4-BE49-F238E27FC236}">
                    <a16:creationId xmlns:a16="http://schemas.microsoft.com/office/drawing/2014/main" id="{257E7EB2-4748-ECB1-5D4E-E37F55DC9019}"/>
                  </a:ext>
                </a:extLst>
              </p:cNvPr>
              <p:cNvSpPr/>
              <p:nvPr/>
            </p:nvSpPr>
            <p:spPr>
              <a:xfrm>
                <a:off x="9216896" y="5165111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4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0" y="1062"/>
                    </a:cubicBezTo>
                    <a:cubicBezTo>
                      <a:pt x="556" y="1657"/>
                      <a:pt x="221" y="2464"/>
                      <a:pt x="221" y="3306"/>
                    </a:cubicBezTo>
                    <a:cubicBezTo>
                      <a:pt x="221" y="4147"/>
                      <a:pt x="556" y="4954"/>
                      <a:pt x="1150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55" name="Freeform: Shape 7354">
                <a:extLst>
                  <a:ext uri="{FF2B5EF4-FFF2-40B4-BE49-F238E27FC236}">
                    <a16:creationId xmlns:a16="http://schemas.microsoft.com/office/drawing/2014/main" id="{AB518A84-7CAB-2B6D-53FB-1A2269C8E381}"/>
                  </a:ext>
                </a:extLst>
              </p:cNvPr>
              <p:cNvSpPr/>
              <p:nvPr/>
            </p:nvSpPr>
            <p:spPr>
              <a:xfrm>
                <a:off x="9219243" y="5164610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5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2 w 6343"/>
                  <a:gd name="connsiteY6" fmla="*/ 3305 h 6345"/>
                  <a:gd name="connsiteX7" fmla="*/ 1150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0" y="4954"/>
                      <a:pt x="6565" y="4147"/>
                      <a:pt x="6565" y="3305"/>
                    </a:cubicBezTo>
                    <a:cubicBezTo>
                      <a:pt x="6565" y="2464"/>
                      <a:pt x="6230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0" y="1062"/>
                    </a:cubicBezTo>
                    <a:cubicBezTo>
                      <a:pt x="556" y="1657"/>
                      <a:pt x="222" y="2464"/>
                      <a:pt x="222" y="3305"/>
                    </a:cubicBezTo>
                    <a:cubicBezTo>
                      <a:pt x="222" y="4147"/>
                      <a:pt x="556" y="4954"/>
                      <a:pt x="1150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56" name="Freeform: Shape 7355">
                <a:extLst>
                  <a:ext uri="{FF2B5EF4-FFF2-40B4-BE49-F238E27FC236}">
                    <a16:creationId xmlns:a16="http://schemas.microsoft.com/office/drawing/2014/main" id="{387C5566-8DCE-FE43-0DE7-ED478B2790F6}"/>
                  </a:ext>
                </a:extLst>
              </p:cNvPr>
              <p:cNvSpPr/>
              <p:nvPr/>
            </p:nvSpPr>
            <p:spPr>
              <a:xfrm>
                <a:off x="9222708" y="5164786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57" name="Freeform: Shape 7356">
                <a:extLst>
                  <a:ext uri="{FF2B5EF4-FFF2-40B4-BE49-F238E27FC236}">
                    <a16:creationId xmlns:a16="http://schemas.microsoft.com/office/drawing/2014/main" id="{5E296DF7-5B84-59F3-C340-15CCF6C11C3C}"/>
                  </a:ext>
                </a:extLst>
              </p:cNvPr>
              <p:cNvSpPr/>
              <p:nvPr/>
            </p:nvSpPr>
            <p:spPr>
              <a:xfrm>
                <a:off x="9226162" y="5165000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58" name="Freeform: Shape 7357">
                <a:extLst>
                  <a:ext uri="{FF2B5EF4-FFF2-40B4-BE49-F238E27FC236}">
                    <a16:creationId xmlns:a16="http://schemas.microsoft.com/office/drawing/2014/main" id="{0438F6F2-4EE7-C92B-AB5E-BF05D8F4CEB8}"/>
                  </a:ext>
                </a:extLst>
              </p:cNvPr>
              <p:cNvSpPr/>
              <p:nvPr/>
            </p:nvSpPr>
            <p:spPr>
              <a:xfrm>
                <a:off x="9230188" y="5165600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7 w 6343"/>
                  <a:gd name="connsiteY1" fmla="*/ 5549 h 6345"/>
                  <a:gd name="connsiteX2" fmla="*/ 6565 w 6343"/>
                  <a:gd name="connsiteY2" fmla="*/ 3306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7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7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7" y="1657"/>
                      <a:pt x="222" y="2464"/>
                      <a:pt x="222" y="3306"/>
                    </a:cubicBezTo>
                    <a:cubicBezTo>
                      <a:pt x="222" y="4147"/>
                      <a:pt x="557" y="4954"/>
                      <a:pt x="1151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59" name="Freeform: Shape 7358">
                <a:extLst>
                  <a:ext uri="{FF2B5EF4-FFF2-40B4-BE49-F238E27FC236}">
                    <a16:creationId xmlns:a16="http://schemas.microsoft.com/office/drawing/2014/main" id="{96E9D1AB-35D6-88E2-C3F1-F8A5BF3472E4}"/>
                  </a:ext>
                </a:extLst>
              </p:cNvPr>
              <p:cNvSpPr/>
              <p:nvPr/>
            </p:nvSpPr>
            <p:spPr>
              <a:xfrm>
                <a:off x="9231823" y="5164802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3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7" y="5549"/>
                    </a:cubicBezTo>
                    <a:cubicBezTo>
                      <a:pt x="6231" y="4954"/>
                      <a:pt x="6566" y="4147"/>
                      <a:pt x="6566" y="3306"/>
                    </a:cubicBezTo>
                    <a:cubicBezTo>
                      <a:pt x="6566" y="2464"/>
                      <a:pt x="6231" y="1657"/>
                      <a:pt x="5637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1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60" name="Freeform: Shape 7359">
                <a:extLst>
                  <a:ext uri="{FF2B5EF4-FFF2-40B4-BE49-F238E27FC236}">
                    <a16:creationId xmlns:a16="http://schemas.microsoft.com/office/drawing/2014/main" id="{226574CB-7AF9-33BC-E3BF-D62B05601799}"/>
                  </a:ext>
                </a:extLst>
              </p:cNvPr>
              <p:cNvSpPr/>
              <p:nvPr/>
            </p:nvSpPr>
            <p:spPr>
              <a:xfrm>
                <a:off x="9234617" y="5164731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61" name="Freeform: Shape 7360">
                <a:extLst>
                  <a:ext uri="{FF2B5EF4-FFF2-40B4-BE49-F238E27FC236}">
                    <a16:creationId xmlns:a16="http://schemas.microsoft.com/office/drawing/2014/main" id="{064FB8CD-A55C-9903-D9E8-E330D6EC9A8C}"/>
                  </a:ext>
                </a:extLst>
              </p:cNvPr>
              <p:cNvSpPr/>
              <p:nvPr/>
            </p:nvSpPr>
            <p:spPr>
              <a:xfrm>
                <a:off x="9237770" y="5164919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7"/>
                      <a:pt x="4236" y="133"/>
                      <a:pt x="3395" y="133"/>
                    </a:cubicBezTo>
                    <a:cubicBezTo>
                      <a:pt x="2553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3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62" name="Freeform: Shape 7361">
                <a:extLst>
                  <a:ext uri="{FF2B5EF4-FFF2-40B4-BE49-F238E27FC236}">
                    <a16:creationId xmlns:a16="http://schemas.microsoft.com/office/drawing/2014/main" id="{666A17A0-EB47-3B6D-3E03-87859BCC33FC}"/>
                  </a:ext>
                </a:extLst>
              </p:cNvPr>
              <p:cNvSpPr/>
              <p:nvPr/>
            </p:nvSpPr>
            <p:spPr>
              <a:xfrm>
                <a:off x="9240652" y="5164975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63" name="Freeform: Shape 7362">
                <a:extLst>
                  <a:ext uri="{FF2B5EF4-FFF2-40B4-BE49-F238E27FC236}">
                    <a16:creationId xmlns:a16="http://schemas.microsoft.com/office/drawing/2014/main" id="{3711B6F0-9A91-6FAB-016A-78BC6905223E}"/>
                  </a:ext>
                </a:extLst>
              </p:cNvPr>
              <p:cNvSpPr/>
              <p:nvPr/>
            </p:nvSpPr>
            <p:spPr>
              <a:xfrm>
                <a:off x="9244460" y="5165663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4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8" y="5549"/>
                    </a:cubicBezTo>
                    <a:cubicBezTo>
                      <a:pt x="6232" y="4954"/>
                      <a:pt x="6567" y="4147"/>
                      <a:pt x="6567" y="3306"/>
                    </a:cubicBezTo>
                    <a:cubicBezTo>
                      <a:pt x="6567" y="2464"/>
                      <a:pt x="6232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2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64" name="Freeform: Shape 7363">
                <a:extLst>
                  <a:ext uri="{FF2B5EF4-FFF2-40B4-BE49-F238E27FC236}">
                    <a16:creationId xmlns:a16="http://schemas.microsoft.com/office/drawing/2014/main" id="{F7D0C493-7CF5-3BE8-9DDC-E93D7F16AFC1}"/>
                  </a:ext>
                </a:extLst>
              </p:cNvPr>
              <p:cNvSpPr/>
              <p:nvPr/>
            </p:nvSpPr>
            <p:spPr>
              <a:xfrm>
                <a:off x="9246390" y="5165179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65" name="Freeform: Shape 7364">
                <a:extLst>
                  <a:ext uri="{FF2B5EF4-FFF2-40B4-BE49-F238E27FC236}">
                    <a16:creationId xmlns:a16="http://schemas.microsoft.com/office/drawing/2014/main" id="{DB82924D-E2F8-0DE1-F37F-E5743476E595}"/>
                  </a:ext>
                </a:extLst>
              </p:cNvPr>
              <p:cNvSpPr/>
              <p:nvPr/>
            </p:nvSpPr>
            <p:spPr>
              <a:xfrm>
                <a:off x="9249555" y="5165531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7" y="6478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7"/>
                      <a:pt x="4237" y="133"/>
                      <a:pt x="3395" y="133"/>
                    </a:cubicBezTo>
                    <a:cubicBezTo>
                      <a:pt x="2554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66" name="Freeform: Shape 7365">
                <a:extLst>
                  <a:ext uri="{FF2B5EF4-FFF2-40B4-BE49-F238E27FC236}">
                    <a16:creationId xmlns:a16="http://schemas.microsoft.com/office/drawing/2014/main" id="{B48B89F9-9469-CD00-6403-1277F2457738}"/>
                  </a:ext>
                </a:extLst>
              </p:cNvPr>
              <p:cNvSpPr/>
              <p:nvPr/>
            </p:nvSpPr>
            <p:spPr>
              <a:xfrm>
                <a:off x="9252194" y="5165573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67" name="Freeform: Shape 7366">
                <a:extLst>
                  <a:ext uri="{FF2B5EF4-FFF2-40B4-BE49-F238E27FC236}">
                    <a16:creationId xmlns:a16="http://schemas.microsoft.com/office/drawing/2014/main" id="{1E8B5C7D-3034-6162-97E2-79484AAA16F2}"/>
                  </a:ext>
                </a:extLst>
              </p:cNvPr>
              <p:cNvSpPr/>
              <p:nvPr/>
            </p:nvSpPr>
            <p:spPr>
              <a:xfrm>
                <a:off x="9255184" y="5165886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7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9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9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9" y="1657"/>
                      <a:pt x="224" y="2464"/>
                      <a:pt x="224" y="3306"/>
                    </a:cubicBezTo>
                    <a:cubicBezTo>
                      <a:pt x="224" y="4147"/>
                      <a:pt x="559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68" name="Freeform: Shape 7367">
                <a:extLst>
                  <a:ext uri="{FF2B5EF4-FFF2-40B4-BE49-F238E27FC236}">
                    <a16:creationId xmlns:a16="http://schemas.microsoft.com/office/drawing/2014/main" id="{087CF7CD-C085-B58A-FB8F-41E0772F7DC7}"/>
                  </a:ext>
                </a:extLst>
              </p:cNvPr>
              <p:cNvSpPr/>
              <p:nvPr/>
            </p:nvSpPr>
            <p:spPr>
              <a:xfrm>
                <a:off x="9257857" y="5166020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5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9" y="5549"/>
                    </a:cubicBezTo>
                    <a:cubicBezTo>
                      <a:pt x="6233" y="4954"/>
                      <a:pt x="6568" y="4147"/>
                      <a:pt x="6568" y="3306"/>
                    </a:cubicBezTo>
                    <a:cubicBezTo>
                      <a:pt x="6568" y="2464"/>
                      <a:pt x="6233" y="1657"/>
                      <a:pt x="5639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69" name="Freeform: Shape 7368">
                <a:extLst>
                  <a:ext uri="{FF2B5EF4-FFF2-40B4-BE49-F238E27FC236}">
                    <a16:creationId xmlns:a16="http://schemas.microsoft.com/office/drawing/2014/main" id="{1DA52989-4860-D2F2-7E64-5E7B3EE93EF1}"/>
                  </a:ext>
                </a:extLst>
              </p:cNvPr>
              <p:cNvSpPr/>
              <p:nvPr/>
            </p:nvSpPr>
            <p:spPr>
              <a:xfrm>
                <a:off x="9261027" y="5166535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70" name="Freeform: Shape 7369">
                <a:extLst>
                  <a:ext uri="{FF2B5EF4-FFF2-40B4-BE49-F238E27FC236}">
                    <a16:creationId xmlns:a16="http://schemas.microsoft.com/office/drawing/2014/main" id="{AFFD4DA1-2A8F-E631-475B-D65A0B98AA0F}"/>
                  </a:ext>
                </a:extLst>
              </p:cNvPr>
              <p:cNvSpPr/>
              <p:nvPr/>
            </p:nvSpPr>
            <p:spPr>
              <a:xfrm>
                <a:off x="9262570" y="5165946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8" y="6478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4" y="467"/>
                      <a:pt x="4238" y="133"/>
                      <a:pt x="3396" y="133"/>
                    </a:cubicBezTo>
                    <a:cubicBezTo>
                      <a:pt x="2555" y="133"/>
                      <a:pt x="1749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71" name="Freeform: Shape 7370">
                <a:extLst>
                  <a:ext uri="{FF2B5EF4-FFF2-40B4-BE49-F238E27FC236}">
                    <a16:creationId xmlns:a16="http://schemas.microsoft.com/office/drawing/2014/main" id="{76BD6328-5334-6AB7-E51E-929EBFDCEC9E}"/>
                  </a:ext>
                </a:extLst>
              </p:cNvPr>
              <p:cNvSpPr/>
              <p:nvPr/>
            </p:nvSpPr>
            <p:spPr>
              <a:xfrm>
                <a:off x="9264917" y="5165944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72" name="Freeform: Shape 7371">
                <a:extLst>
                  <a:ext uri="{FF2B5EF4-FFF2-40B4-BE49-F238E27FC236}">
                    <a16:creationId xmlns:a16="http://schemas.microsoft.com/office/drawing/2014/main" id="{9C7D1792-4C30-21CE-3826-D70366203777}"/>
                  </a:ext>
                </a:extLst>
              </p:cNvPr>
              <p:cNvSpPr/>
              <p:nvPr/>
            </p:nvSpPr>
            <p:spPr>
              <a:xfrm>
                <a:off x="9267006" y="5165786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73" name="Freeform: Shape 7372">
                <a:extLst>
                  <a:ext uri="{FF2B5EF4-FFF2-40B4-BE49-F238E27FC236}">
                    <a16:creationId xmlns:a16="http://schemas.microsoft.com/office/drawing/2014/main" id="{10219EE1-36F6-EF70-4736-FE2D1DC2A071}"/>
                  </a:ext>
                </a:extLst>
              </p:cNvPr>
              <p:cNvSpPr/>
              <p:nvPr/>
            </p:nvSpPr>
            <p:spPr>
              <a:xfrm>
                <a:off x="9269241" y="5165758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4" y="4954"/>
                      <a:pt x="6569" y="4147"/>
                      <a:pt x="6569" y="3306"/>
                    </a:cubicBezTo>
                    <a:cubicBezTo>
                      <a:pt x="6569" y="2464"/>
                      <a:pt x="6234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4" y="1062"/>
                    </a:cubicBezTo>
                    <a:cubicBezTo>
                      <a:pt x="560" y="1657"/>
                      <a:pt x="225" y="2464"/>
                      <a:pt x="225" y="3306"/>
                    </a:cubicBezTo>
                    <a:cubicBezTo>
                      <a:pt x="225" y="4147"/>
                      <a:pt x="560" y="4954"/>
                      <a:pt x="1154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74" name="Freeform: Shape 7373">
                <a:extLst>
                  <a:ext uri="{FF2B5EF4-FFF2-40B4-BE49-F238E27FC236}">
                    <a16:creationId xmlns:a16="http://schemas.microsoft.com/office/drawing/2014/main" id="{DC45EB19-27B6-76FD-4166-6CD5EB91CDAB}"/>
                  </a:ext>
                </a:extLst>
              </p:cNvPr>
              <p:cNvSpPr/>
              <p:nvPr/>
            </p:nvSpPr>
            <p:spPr>
              <a:xfrm>
                <a:off x="9271468" y="5165753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75" name="Freeform: Shape 7374">
                <a:extLst>
                  <a:ext uri="{FF2B5EF4-FFF2-40B4-BE49-F238E27FC236}">
                    <a16:creationId xmlns:a16="http://schemas.microsoft.com/office/drawing/2014/main" id="{36C4A637-37E5-2D19-5BAE-BF4C9618EB9E}"/>
                  </a:ext>
                </a:extLst>
              </p:cNvPr>
              <p:cNvSpPr/>
              <p:nvPr/>
            </p:nvSpPr>
            <p:spPr>
              <a:xfrm>
                <a:off x="9273394" y="5165548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76" name="Freeform: Shape 7375">
                <a:extLst>
                  <a:ext uri="{FF2B5EF4-FFF2-40B4-BE49-F238E27FC236}">
                    <a16:creationId xmlns:a16="http://schemas.microsoft.com/office/drawing/2014/main" id="{289EB777-6B76-D3B3-D005-D253EFF3E886}"/>
                  </a:ext>
                </a:extLst>
              </p:cNvPr>
              <p:cNvSpPr/>
              <p:nvPr/>
            </p:nvSpPr>
            <p:spPr>
              <a:xfrm>
                <a:off x="9275904" y="5165810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9" y="133"/>
                      <a:pt x="3398" y="133"/>
                    </a:cubicBezTo>
                    <a:cubicBezTo>
                      <a:pt x="2556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6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77" name="Freeform: Shape 7376">
                <a:extLst>
                  <a:ext uri="{FF2B5EF4-FFF2-40B4-BE49-F238E27FC236}">
                    <a16:creationId xmlns:a16="http://schemas.microsoft.com/office/drawing/2014/main" id="{9D821CD2-FF68-512C-71CC-EC88286F2EB2}"/>
                  </a:ext>
                </a:extLst>
              </p:cNvPr>
              <p:cNvSpPr/>
              <p:nvPr/>
            </p:nvSpPr>
            <p:spPr>
              <a:xfrm>
                <a:off x="9277916" y="5165721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78" name="Freeform: Shape 7377">
                <a:extLst>
                  <a:ext uri="{FF2B5EF4-FFF2-40B4-BE49-F238E27FC236}">
                    <a16:creationId xmlns:a16="http://schemas.microsoft.com/office/drawing/2014/main" id="{43B872C2-82BA-77F8-70B8-954AB9E70BB7}"/>
                  </a:ext>
                </a:extLst>
              </p:cNvPr>
              <p:cNvSpPr/>
              <p:nvPr/>
            </p:nvSpPr>
            <p:spPr>
              <a:xfrm>
                <a:off x="9280215" y="5165880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69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1" y="1657"/>
                      <a:pt x="226" y="2464"/>
                      <a:pt x="226" y="3306"/>
                    </a:cubicBezTo>
                    <a:cubicBezTo>
                      <a:pt x="226" y="4147"/>
                      <a:pt x="561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79" name="Freeform: Shape 7378">
                <a:extLst>
                  <a:ext uri="{FF2B5EF4-FFF2-40B4-BE49-F238E27FC236}">
                    <a16:creationId xmlns:a16="http://schemas.microsoft.com/office/drawing/2014/main" id="{7B6A5488-BC9D-9055-42F3-DF7CBE268E21}"/>
                  </a:ext>
                </a:extLst>
              </p:cNvPr>
              <p:cNvSpPr/>
              <p:nvPr/>
            </p:nvSpPr>
            <p:spPr>
              <a:xfrm>
                <a:off x="9282457" y="5166024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7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5" y="4954"/>
                      <a:pt x="6570" y="4147"/>
                      <a:pt x="6570" y="3306"/>
                    </a:cubicBezTo>
                    <a:cubicBezTo>
                      <a:pt x="6570" y="2464"/>
                      <a:pt x="6235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80" name="Freeform: Shape 7379">
                <a:extLst>
                  <a:ext uri="{FF2B5EF4-FFF2-40B4-BE49-F238E27FC236}">
                    <a16:creationId xmlns:a16="http://schemas.microsoft.com/office/drawing/2014/main" id="{39039E66-1B15-80A6-AFE5-2D2A3767FC25}"/>
                  </a:ext>
                </a:extLst>
              </p:cNvPr>
              <p:cNvSpPr/>
              <p:nvPr/>
            </p:nvSpPr>
            <p:spPr>
              <a:xfrm>
                <a:off x="9284642" y="5166152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81" name="Freeform: Shape 7380">
                <a:extLst>
                  <a:ext uri="{FF2B5EF4-FFF2-40B4-BE49-F238E27FC236}">
                    <a16:creationId xmlns:a16="http://schemas.microsoft.com/office/drawing/2014/main" id="{124FFB2D-78E7-1476-428D-66D7B2A20127}"/>
                  </a:ext>
                </a:extLst>
              </p:cNvPr>
              <p:cNvSpPr/>
              <p:nvPr/>
            </p:nvSpPr>
            <p:spPr>
              <a:xfrm>
                <a:off x="9286485" y="5166030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82" name="Freeform: Shape 7381">
                <a:extLst>
                  <a:ext uri="{FF2B5EF4-FFF2-40B4-BE49-F238E27FC236}">
                    <a16:creationId xmlns:a16="http://schemas.microsoft.com/office/drawing/2014/main" id="{349E3DF6-BB87-B766-F298-A8AC5B0A11B8}"/>
                  </a:ext>
                </a:extLst>
              </p:cNvPr>
              <p:cNvSpPr/>
              <p:nvPr/>
            </p:nvSpPr>
            <p:spPr>
              <a:xfrm>
                <a:off x="9288657" y="5166199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83" name="Freeform: Shape 7382">
                <a:extLst>
                  <a:ext uri="{FF2B5EF4-FFF2-40B4-BE49-F238E27FC236}">
                    <a16:creationId xmlns:a16="http://schemas.microsoft.com/office/drawing/2014/main" id="{4667834A-36C4-DF1E-07FA-225D6012F3BA}"/>
                  </a:ext>
                </a:extLst>
              </p:cNvPr>
              <p:cNvSpPr/>
              <p:nvPr/>
            </p:nvSpPr>
            <p:spPr>
              <a:xfrm>
                <a:off x="9290773" y="5166352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84" name="Freeform: Shape 7383">
                <a:extLst>
                  <a:ext uri="{FF2B5EF4-FFF2-40B4-BE49-F238E27FC236}">
                    <a16:creationId xmlns:a16="http://schemas.microsoft.com/office/drawing/2014/main" id="{97630A74-1274-B1DB-0C71-5D619B6E9CEB}"/>
                  </a:ext>
                </a:extLst>
              </p:cNvPr>
              <p:cNvSpPr/>
              <p:nvPr/>
            </p:nvSpPr>
            <p:spPr>
              <a:xfrm>
                <a:off x="9292598" y="5166286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85" name="Freeform: Shape 7384">
                <a:extLst>
                  <a:ext uri="{FF2B5EF4-FFF2-40B4-BE49-F238E27FC236}">
                    <a16:creationId xmlns:a16="http://schemas.microsoft.com/office/drawing/2014/main" id="{39E4F55C-B1DC-5D18-A54A-3AA168EADD85}"/>
                  </a:ext>
                </a:extLst>
              </p:cNvPr>
              <p:cNvSpPr/>
              <p:nvPr/>
            </p:nvSpPr>
            <p:spPr>
              <a:xfrm>
                <a:off x="9294512" y="5166319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6"/>
                    </a:cubicBezTo>
                    <a:cubicBezTo>
                      <a:pt x="6571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7" y="2464"/>
                      <a:pt x="227" y="3306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86" name="Freeform: Shape 7385">
                <a:extLst>
                  <a:ext uri="{FF2B5EF4-FFF2-40B4-BE49-F238E27FC236}">
                    <a16:creationId xmlns:a16="http://schemas.microsoft.com/office/drawing/2014/main" id="{D116C993-A9EE-7B14-98A2-3284DC43A6FB}"/>
                  </a:ext>
                </a:extLst>
              </p:cNvPr>
              <p:cNvSpPr/>
              <p:nvPr/>
            </p:nvSpPr>
            <p:spPr>
              <a:xfrm>
                <a:off x="9296279" y="5166248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87" name="Freeform: Shape 7386">
                <a:extLst>
                  <a:ext uri="{FF2B5EF4-FFF2-40B4-BE49-F238E27FC236}">
                    <a16:creationId xmlns:a16="http://schemas.microsoft.com/office/drawing/2014/main" id="{0B636CE7-45AE-583D-57DC-473595BD1746}"/>
                  </a:ext>
                </a:extLst>
              </p:cNvPr>
              <p:cNvSpPr/>
              <p:nvPr/>
            </p:nvSpPr>
            <p:spPr>
              <a:xfrm>
                <a:off x="9298321" y="5166439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88" name="Freeform: Shape 7387">
                <a:extLst>
                  <a:ext uri="{FF2B5EF4-FFF2-40B4-BE49-F238E27FC236}">
                    <a16:creationId xmlns:a16="http://schemas.microsoft.com/office/drawing/2014/main" id="{AD280FB7-9463-4640-4DA3-64518259E437}"/>
                  </a:ext>
                </a:extLst>
              </p:cNvPr>
              <p:cNvSpPr/>
              <p:nvPr/>
            </p:nvSpPr>
            <p:spPr>
              <a:xfrm>
                <a:off x="9300309" y="5166609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1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1" y="133"/>
                      <a:pt x="3399" y="133"/>
                    </a:cubicBezTo>
                    <a:cubicBezTo>
                      <a:pt x="2558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89" name="Freeform: Shape 7388">
                <a:extLst>
                  <a:ext uri="{FF2B5EF4-FFF2-40B4-BE49-F238E27FC236}">
                    <a16:creationId xmlns:a16="http://schemas.microsoft.com/office/drawing/2014/main" id="{A1E4FDD7-D7DC-5C9E-30A0-CA73DC2B8D28}"/>
                  </a:ext>
                </a:extLst>
              </p:cNvPr>
              <p:cNvSpPr/>
              <p:nvPr/>
            </p:nvSpPr>
            <p:spPr>
              <a:xfrm>
                <a:off x="9302059" y="5166592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1" y="133"/>
                      <a:pt x="3400" y="133"/>
                    </a:cubicBezTo>
                    <a:cubicBezTo>
                      <a:pt x="2558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8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90" name="Freeform: Shape 7389">
                <a:extLst>
                  <a:ext uri="{FF2B5EF4-FFF2-40B4-BE49-F238E27FC236}">
                    <a16:creationId xmlns:a16="http://schemas.microsoft.com/office/drawing/2014/main" id="{CDD3EBF9-B686-F7E2-7CD3-B3BCC6FE2DB4}"/>
                  </a:ext>
                </a:extLst>
              </p:cNvPr>
              <p:cNvSpPr/>
              <p:nvPr/>
            </p:nvSpPr>
            <p:spPr>
              <a:xfrm>
                <a:off x="9303941" y="5166717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91" name="Freeform: Shape 7390">
                <a:extLst>
                  <a:ext uri="{FF2B5EF4-FFF2-40B4-BE49-F238E27FC236}">
                    <a16:creationId xmlns:a16="http://schemas.microsoft.com/office/drawing/2014/main" id="{CB391420-BA02-9C76-2340-18DCA122067A}"/>
                  </a:ext>
                </a:extLst>
              </p:cNvPr>
              <p:cNvSpPr/>
              <p:nvPr/>
            </p:nvSpPr>
            <p:spPr>
              <a:xfrm>
                <a:off x="9305543" y="5166609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1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3" y="1657"/>
                      <a:pt x="228" y="2464"/>
                      <a:pt x="228" y="3306"/>
                    </a:cubicBezTo>
                    <a:cubicBezTo>
                      <a:pt x="228" y="4147"/>
                      <a:pt x="563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92" name="Freeform: Shape 7391">
                <a:extLst>
                  <a:ext uri="{FF2B5EF4-FFF2-40B4-BE49-F238E27FC236}">
                    <a16:creationId xmlns:a16="http://schemas.microsoft.com/office/drawing/2014/main" id="{EDFE9410-4FAA-2B24-2A10-EBAC73D4A3C9}"/>
                  </a:ext>
                </a:extLst>
              </p:cNvPr>
              <p:cNvSpPr/>
              <p:nvPr/>
            </p:nvSpPr>
            <p:spPr>
              <a:xfrm>
                <a:off x="9307141" y="5166516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7" y="4954"/>
                      <a:pt x="6572" y="4147"/>
                      <a:pt x="6572" y="3306"/>
                    </a:cubicBezTo>
                    <a:cubicBezTo>
                      <a:pt x="6572" y="2464"/>
                      <a:pt x="6237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3" y="1657"/>
                      <a:pt x="228" y="2464"/>
                      <a:pt x="228" y="3306"/>
                    </a:cubicBezTo>
                    <a:cubicBezTo>
                      <a:pt x="228" y="4147"/>
                      <a:pt x="563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93" name="Freeform: Shape 7392">
                <a:extLst>
                  <a:ext uri="{FF2B5EF4-FFF2-40B4-BE49-F238E27FC236}">
                    <a16:creationId xmlns:a16="http://schemas.microsoft.com/office/drawing/2014/main" id="{80F53A2C-471B-FBAE-3C36-7A82BDDB0A31}"/>
                  </a:ext>
                </a:extLst>
              </p:cNvPr>
              <p:cNvSpPr/>
              <p:nvPr/>
            </p:nvSpPr>
            <p:spPr>
              <a:xfrm>
                <a:off x="9308870" y="5166565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94" name="Freeform: Shape 7393">
                <a:extLst>
                  <a:ext uri="{FF2B5EF4-FFF2-40B4-BE49-F238E27FC236}">
                    <a16:creationId xmlns:a16="http://schemas.microsoft.com/office/drawing/2014/main" id="{EE99FF16-8E51-E015-CC3B-CAF37AE62ECA}"/>
                  </a:ext>
                </a:extLst>
              </p:cNvPr>
              <p:cNvSpPr/>
              <p:nvPr/>
            </p:nvSpPr>
            <p:spPr>
              <a:xfrm>
                <a:off x="9310816" y="5166843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95" name="Freeform: Shape 7394">
                <a:extLst>
                  <a:ext uri="{FF2B5EF4-FFF2-40B4-BE49-F238E27FC236}">
                    <a16:creationId xmlns:a16="http://schemas.microsoft.com/office/drawing/2014/main" id="{04582D53-9571-395D-2BF0-5CF290BF9B84}"/>
                  </a:ext>
                </a:extLst>
              </p:cNvPr>
              <p:cNvSpPr/>
              <p:nvPr/>
            </p:nvSpPr>
            <p:spPr>
              <a:xfrm>
                <a:off x="9312577" y="5166969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2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2" y="133"/>
                      <a:pt x="3400" y="133"/>
                    </a:cubicBezTo>
                    <a:cubicBezTo>
                      <a:pt x="2559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96" name="Freeform: Shape 7395">
                <a:extLst>
                  <a:ext uri="{FF2B5EF4-FFF2-40B4-BE49-F238E27FC236}">
                    <a16:creationId xmlns:a16="http://schemas.microsoft.com/office/drawing/2014/main" id="{E6B3610F-8F75-740A-8673-1EF896204C05}"/>
                  </a:ext>
                </a:extLst>
              </p:cNvPr>
              <p:cNvSpPr/>
              <p:nvPr/>
            </p:nvSpPr>
            <p:spPr>
              <a:xfrm>
                <a:off x="9314551" y="5167327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2" y="133"/>
                      <a:pt x="3401" y="133"/>
                    </a:cubicBezTo>
                    <a:cubicBezTo>
                      <a:pt x="2559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59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97" name="Freeform: Shape 7396">
                <a:extLst>
                  <a:ext uri="{FF2B5EF4-FFF2-40B4-BE49-F238E27FC236}">
                    <a16:creationId xmlns:a16="http://schemas.microsoft.com/office/drawing/2014/main" id="{F19890D7-548F-DFF5-B45A-7A0E8783A5F5}"/>
                  </a:ext>
                </a:extLst>
              </p:cNvPr>
              <p:cNvSpPr/>
              <p:nvPr/>
            </p:nvSpPr>
            <p:spPr>
              <a:xfrm>
                <a:off x="9316341" y="5167531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98" name="Freeform: Shape 7397">
                <a:extLst>
                  <a:ext uri="{FF2B5EF4-FFF2-40B4-BE49-F238E27FC236}">
                    <a16:creationId xmlns:a16="http://schemas.microsoft.com/office/drawing/2014/main" id="{9F1D5422-85BB-BF49-70EE-D0B77A40A1CB}"/>
                  </a:ext>
                </a:extLst>
              </p:cNvPr>
              <p:cNvSpPr/>
              <p:nvPr/>
            </p:nvSpPr>
            <p:spPr>
              <a:xfrm>
                <a:off x="9317817" y="5167447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399" name="Freeform: Shape 7398">
                <a:extLst>
                  <a:ext uri="{FF2B5EF4-FFF2-40B4-BE49-F238E27FC236}">
                    <a16:creationId xmlns:a16="http://schemas.microsoft.com/office/drawing/2014/main" id="{47FF381B-8BA0-8D84-3E0C-A893C43377E8}"/>
                  </a:ext>
                </a:extLst>
              </p:cNvPr>
              <p:cNvSpPr/>
              <p:nvPr/>
            </p:nvSpPr>
            <p:spPr>
              <a:xfrm>
                <a:off x="9319247" y="5167331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8" y="4954"/>
                      <a:pt x="6573" y="4147"/>
                      <a:pt x="6573" y="3306"/>
                    </a:cubicBezTo>
                    <a:cubicBezTo>
                      <a:pt x="6573" y="2464"/>
                      <a:pt x="6238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4" y="1657"/>
                      <a:pt x="229" y="2464"/>
                      <a:pt x="229" y="3306"/>
                    </a:cubicBezTo>
                    <a:cubicBezTo>
                      <a:pt x="229" y="4147"/>
                      <a:pt x="564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00" name="Freeform: Shape 7399">
                <a:extLst>
                  <a:ext uri="{FF2B5EF4-FFF2-40B4-BE49-F238E27FC236}">
                    <a16:creationId xmlns:a16="http://schemas.microsoft.com/office/drawing/2014/main" id="{38F83EA2-3F87-BFC9-EC55-28A47265D91C}"/>
                  </a:ext>
                </a:extLst>
              </p:cNvPr>
              <p:cNvSpPr/>
              <p:nvPr/>
            </p:nvSpPr>
            <p:spPr>
              <a:xfrm>
                <a:off x="9320673" y="5167229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30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8" y="4954"/>
                      <a:pt x="6573" y="4147"/>
                      <a:pt x="6573" y="3306"/>
                    </a:cubicBezTo>
                    <a:cubicBezTo>
                      <a:pt x="6573" y="2464"/>
                      <a:pt x="6238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8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8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01" name="Freeform: Shape 7400">
                <a:extLst>
                  <a:ext uri="{FF2B5EF4-FFF2-40B4-BE49-F238E27FC236}">
                    <a16:creationId xmlns:a16="http://schemas.microsoft.com/office/drawing/2014/main" id="{5CA55384-1491-2E49-9A13-CF1126F60D13}"/>
                  </a:ext>
                </a:extLst>
              </p:cNvPr>
              <p:cNvSpPr/>
              <p:nvPr/>
            </p:nvSpPr>
            <p:spPr>
              <a:xfrm>
                <a:off x="9321838" y="5166872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02" name="Freeform: Shape 7401">
                <a:extLst>
                  <a:ext uri="{FF2B5EF4-FFF2-40B4-BE49-F238E27FC236}">
                    <a16:creationId xmlns:a16="http://schemas.microsoft.com/office/drawing/2014/main" id="{FADBE8CC-9B06-D0D1-AD7B-97648945A2C5}"/>
                  </a:ext>
                </a:extLst>
              </p:cNvPr>
              <p:cNvSpPr/>
              <p:nvPr/>
            </p:nvSpPr>
            <p:spPr>
              <a:xfrm>
                <a:off x="9323344" y="5166883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03" name="Freeform: Shape 7402">
                <a:extLst>
                  <a:ext uri="{FF2B5EF4-FFF2-40B4-BE49-F238E27FC236}">
                    <a16:creationId xmlns:a16="http://schemas.microsoft.com/office/drawing/2014/main" id="{56CECEA4-1109-F245-5436-0D8751B34EFC}"/>
                  </a:ext>
                </a:extLst>
              </p:cNvPr>
              <p:cNvSpPr/>
              <p:nvPr/>
            </p:nvSpPr>
            <p:spPr>
              <a:xfrm>
                <a:off x="9324802" y="5166863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3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3" y="133"/>
                      <a:pt x="3401" y="133"/>
                    </a:cubicBezTo>
                    <a:cubicBezTo>
                      <a:pt x="2560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04" name="Freeform: Shape 7403">
                <a:extLst>
                  <a:ext uri="{FF2B5EF4-FFF2-40B4-BE49-F238E27FC236}">
                    <a16:creationId xmlns:a16="http://schemas.microsoft.com/office/drawing/2014/main" id="{091D66DB-892D-79B6-F6EC-290189B8F031}"/>
                  </a:ext>
                </a:extLst>
              </p:cNvPr>
              <p:cNvSpPr/>
              <p:nvPr/>
            </p:nvSpPr>
            <p:spPr>
              <a:xfrm>
                <a:off x="9326467" y="5167082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3" y="133"/>
                      <a:pt x="3402" y="133"/>
                    </a:cubicBezTo>
                    <a:cubicBezTo>
                      <a:pt x="2560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0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05" name="Freeform: Shape 7404">
                <a:extLst>
                  <a:ext uri="{FF2B5EF4-FFF2-40B4-BE49-F238E27FC236}">
                    <a16:creationId xmlns:a16="http://schemas.microsoft.com/office/drawing/2014/main" id="{B2694B69-F7C3-1A06-E4A2-044B4E1D88E9}"/>
                  </a:ext>
                </a:extLst>
              </p:cNvPr>
              <p:cNvSpPr/>
              <p:nvPr/>
            </p:nvSpPr>
            <p:spPr>
              <a:xfrm>
                <a:off x="9327832" y="5166998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06" name="Freeform: Shape 7405">
                <a:extLst>
                  <a:ext uri="{FF2B5EF4-FFF2-40B4-BE49-F238E27FC236}">
                    <a16:creationId xmlns:a16="http://schemas.microsoft.com/office/drawing/2014/main" id="{5F1CA73C-7746-54AA-85CD-6F829AB3DA69}"/>
                  </a:ext>
                </a:extLst>
              </p:cNvPr>
              <p:cNvSpPr/>
              <p:nvPr/>
            </p:nvSpPr>
            <p:spPr>
              <a:xfrm>
                <a:off x="9329732" y="5167520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07" name="Freeform: Shape 7406">
                <a:extLst>
                  <a:ext uri="{FF2B5EF4-FFF2-40B4-BE49-F238E27FC236}">
                    <a16:creationId xmlns:a16="http://schemas.microsoft.com/office/drawing/2014/main" id="{D5A209AF-AA03-FBA6-CD07-788C12049273}"/>
                  </a:ext>
                </a:extLst>
              </p:cNvPr>
              <p:cNvSpPr/>
              <p:nvPr/>
            </p:nvSpPr>
            <p:spPr>
              <a:xfrm>
                <a:off x="9335652" y="5169525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08" name="Freeform: Shape 7407">
                <a:extLst>
                  <a:ext uri="{FF2B5EF4-FFF2-40B4-BE49-F238E27FC236}">
                    <a16:creationId xmlns:a16="http://schemas.microsoft.com/office/drawing/2014/main" id="{95719823-9990-E860-FF81-215A05218F1D}"/>
                  </a:ext>
                </a:extLst>
              </p:cNvPr>
              <p:cNvSpPr/>
              <p:nvPr/>
            </p:nvSpPr>
            <p:spPr>
              <a:xfrm>
                <a:off x="9337708" y="5170357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4" y="6479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5"/>
                      <a:pt x="6240" y="1657"/>
                      <a:pt x="5645" y="1062"/>
                    </a:cubicBezTo>
                    <a:cubicBezTo>
                      <a:pt x="5050" y="468"/>
                      <a:pt x="4244" y="133"/>
                      <a:pt x="3402" y="133"/>
                    </a:cubicBezTo>
                    <a:cubicBezTo>
                      <a:pt x="2561" y="133"/>
                      <a:pt x="1755" y="468"/>
                      <a:pt x="1160" y="1062"/>
                    </a:cubicBezTo>
                    <a:cubicBezTo>
                      <a:pt x="565" y="1657"/>
                      <a:pt x="231" y="2465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09" name="Freeform: Shape 7408">
                <a:extLst>
                  <a:ext uri="{FF2B5EF4-FFF2-40B4-BE49-F238E27FC236}">
                    <a16:creationId xmlns:a16="http://schemas.microsoft.com/office/drawing/2014/main" id="{50EDA240-E512-8AF5-B61B-D997ED5459B1}"/>
                  </a:ext>
                </a:extLst>
              </p:cNvPr>
              <p:cNvSpPr/>
              <p:nvPr/>
            </p:nvSpPr>
            <p:spPr>
              <a:xfrm>
                <a:off x="9340783" y="5170901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3 h 6345"/>
                  <a:gd name="connsiteX4" fmla="*/ 3403 w 6343"/>
                  <a:gd name="connsiteY4" fmla="*/ 133 h 6345"/>
                  <a:gd name="connsiteX5" fmla="*/ 1160 w 6343"/>
                  <a:gd name="connsiteY5" fmla="*/ 1063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5"/>
                      <a:pt x="6240" y="1658"/>
                      <a:pt x="5645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0" y="1063"/>
                    </a:cubicBezTo>
                    <a:cubicBezTo>
                      <a:pt x="565" y="1658"/>
                      <a:pt x="231" y="2465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10" name="Freeform: Shape 7409">
                <a:extLst>
                  <a:ext uri="{FF2B5EF4-FFF2-40B4-BE49-F238E27FC236}">
                    <a16:creationId xmlns:a16="http://schemas.microsoft.com/office/drawing/2014/main" id="{B352C16F-3CE8-D2A2-F0E9-F4A0BB159AC3}"/>
                  </a:ext>
                </a:extLst>
              </p:cNvPr>
              <p:cNvSpPr/>
              <p:nvPr/>
            </p:nvSpPr>
            <p:spPr>
              <a:xfrm>
                <a:off x="9343959" y="5170118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4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5"/>
                      <a:pt x="6240" y="1657"/>
                      <a:pt x="5646" y="1062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0" y="1062"/>
                    </a:cubicBezTo>
                    <a:cubicBezTo>
                      <a:pt x="566" y="1657"/>
                      <a:pt x="231" y="2465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11" name="Freeform: Shape 7410">
                <a:extLst>
                  <a:ext uri="{FF2B5EF4-FFF2-40B4-BE49-F238E27FC236}">
                    <a16:creationId xmlns:a16="http://schemas.microsoft.com/office/drawing/2014/main" id="{57842DD2-C477-C44B-62D7-A0DF2EEC225E}"/>
                  </a:ext>
                </a:extLst>
              </p:cNvPr>
              <p:cNvSpPr/>
              <p:nvPr/>
            </p:nvSpPr>
            <p:spPr>
              <a:xfrm>
                <a:off x="9344989" y="5168264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12" name="Freeform: Shape 7411">
                <a:extLst>
                  <a:ext uri="{FF2B5EF4-FFF2-40B4-BE49-F238E27FC236}">
                    <a16:creationId xmlns:a16="http://schemas.microsoft.com/office/drawing/2014/main" id="{35324C32-CCE4-A1A7-3964-D0456F6DBD0E}"/>
                  </a:ext>
                </a:extLst>
              </p:cNvPr>
              <p:cNvSpPr/>
              <p:nvPr/>
            </p:nvSpPr>
            <p:spPr>
              <a:xfrm>
                <a:off x="9346646" y="5165570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2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13" name="Freeform: Shape 7412">
                <a:extLst>
                  <a:ext uri="{FF2B5EF4-FFF2-40B4-BE49-F238E27FC236}">
                    <a16:creationId xmlns:a16="http://schemas.microsoft.com/office/drawing/2014/main" id="{5D557277-E951-88F5-456A-E751859E4D12}"/>
                  </a:ext>
                </a:extLst>
              </p:cNvPr>
              <p:cNvSpPr/>
              <p:nvPr/>
            </p:nvSpPr>
            <p:spPr>
              <a:xfrm>
                <a:off x="9346398" y="5163590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5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2 w 6343"/>
                  <a:gd name="connsiteY6" fmla="*/ 3305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5"/>
                    </a:cubicBezTo>
                    <a:cubicBezTo>
                      <a:pt x="6575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2" y="2464"/>
                      <a:pt x="232" y="3305"/>
                    </a:cubicBezTo>
                    <a:cubicBezTo>
                      <a:pt x="232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14" name="Freeform: Shape 7413">
                <a:extLst>
                  <a:ext uri="{FF2B5EF4-FFF2-40B4-BE49-F238E27FC236}">
                    <a16:creationId xmlns:a16="http://schemas.microsoft.com/office/drawing/2014/main" id="{CB942C66-D45E-E632-7F35-0C3815ADC05F}"/>
                  </a:ext>
                </a:extLst>
              </p:cNvPr>
              <p:cNvSpPr/>
              <p:nvPr/>
            </p:nvSpPr>
            <p:spPr>
              <a:xfrm>
                <a:off x="9387129" y="5167022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15" name="Freeform: Shape 7414">
                <a:extLst>
                  <a:ext uri="{FF2B5EF4-FFF2-40B4-BE49-F238E27FC236}">
                    <a16:creationId xmlns:a16="http://schemas.microsoft.com/office/drawing/2014/main" id="{E27AFD5A-7A09-037A-E330-5D5DB7021C2D}"/>
                  </a:ext>
                </a:extLst>
              </p:cNvPr>
              <p:cNvSpPr/>
              <p:nvPr/>
            </p:nvSpPr>
            <p:spPr>
              <a:xfrm>
                <a:off x="9388784" y="5168649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6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16" name="Freeform: Shape 7415">
                <a:extLst>
                  <a:ext uri="{FF2B5EF4-FFF2-40B4-BE49-F238E27FC236}">
                    <a16:creationId xmlns:a16="http://schemas.microsoft.com/office/drawing/2014/main" id="{9BDB7419-ADFA-252C-0839-B100DFD12449}"/>
                  </a:ext>
                </a:extLst>
              </p:cNvPr>
              <p:cNvSpPr/>
              <p:nvPr/>
            </p:nvSpPr>
            <p:spPr>
              <a:xfrm>
                <a:off x="9389529" y="5168254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8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6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17" name="Freeform: Shape 7416">
                <a:extLst>
                  <a:ext uri="{FF2B5EF4-FFF2-40B4-BE49-F238E27FC236}">
                    <a16:creationId xmlns:a16="http://schemas.microsoft.com/office/drawing/2014/main" id="{542915F2-3609-50C1-E8A3-5A7BA3469007}"/>
                  </a:ext>
                </a:extLst>
              </p:cNvPr>
              <p:cNvSpPr/>
              <p:nvPr/>
            </p:nvSpPr>
            <p:spPr>
              <a:xfrm>
                <a:off x="9391867" y="516946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18" name="Freeform: Shape 7417">
                <a:extLst>
                  <a:ext uri="{FF2B5EF4-FFF2-40B4-BE49-F238E27FC236}">
                    <a16:creationId xmlns:a16="http://schemas.microsoft.com/office/drawing/2014/main" id="{4BAE525D-170D-C220-A763-0CB0D9846964}"/>
                  </a:ext>
                </a:extLst>
              </p:cNvPr>
              <p:cNvSpPr/>
              <p:nvPr/>
            </p:nvSpPr>
            <p:spPr>
              <a:xfrm>
                <a:off x="9392915" y="516983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19" name="Freeform: Shape 7418">
                <a:extLst>
                  <a:ext uri="{FF2B5EF4-FFF2-40B4-BE49-F238E27FC236}">
                    <a16:creationId xmlns:a16="http://schemas.microsoft.com/office/drawing/2014/main" id="{5900A4E7-9C5D-549B-3D2F-6DFDEBF78A3B}"/>
                  </a:ext>
                </a:extLst>
              </p:cNvPr>
              <p:cNvSpPr/>
              <p:nvPr/>
            </p:nvSpPr>
            <p:spPr>
              <a:xfrm>
                <a:off x="9393840" y="516992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20" name="Freeform: Shape 7419">
                <a:extLst>
                  <a:ext uri="{FF2B5EF4-FFF2-40B4-BE49-F238E27FC236}">
                    <a16:creationId xmlns:a16="http://schemas.microsoft.com/office/drawing/2014/main" id="{0BF0D3B7-A0D8-021A-E23D-328712BB5C2D}"/>
                  </a:ext>
                </a:extLst>
              </p:cNvPr>
              <p:cNvSpPr/>
              <p:nvPr/>
            </p:nvSpPr>
            <p:spPr>
              <a:xfrm>
                <a:off x="9394602" y="516961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21" name="Freeform: Shape 7420">
                <a:extLst>
                  <a:ext uri="{FF2B5EF4-FFF2-40B4-BE49-F238E27FC236}">
                    <a16:creationId xmlns:a16="http://schemas.microsoft.com/office/drawing/2014/main" id="{2BA0FCD7-1514-005F-6355-F3AB073AF335}"/>
                  </a:ext>
                </a:extLst>
              </p:cNvPr>
              <p:cNvSpPr/>
              <p:nvPr/>
            </p:nvSpPr>
            <p:spPr>
              <a:xfrm>
                <a:off x="9395434" y="516948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22" name="Freeform: Shape 7421">
                <a:extLst>
                  <a:ext uri="{FF2B5EF4-FFF2-40B4-BE49-F238E27FC236}">
                    <a16:creationId xmlns:a16="http://schemas.microsoft.com/office/drawing/2014/main" id="{CB7C8DB9-2C30-3787-606A-2E05637BB29A}"/>
                  </a:ext>
                </a:extLst>
              </p:cNvPr>
              <p:cNvSpPr/>
              <p:nvPr/>
            </p:nvSpPr>
            <p:spPr>
              <a:xfrm>
                <a:off x="9396176" y="516912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23" name="Freeform: Shape 7422">
                <a:extLst>
                  <a:ext uri="{FF2B5EF4-FFF2-40B4-BE49-F238E27FC236}">
                    <a16:creationId xmlns:a16="http://schemas.microsoft.com/office/drawing/2014/main" id="{7BDDDEE3-ADA1-AC07-61DC-A17A124F9ED3}"/>
                  </a:ext>
                </a:extLst>
              </p:cNvPr>
              <p:cNvSpPr/>
              <p:nvPr/>
            </p:nvSpPr>
            <p:spPr>
              <a:xfrm>
                <a:off x="9397074" y="516917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24" name="Freeform: Shape 7423">
                <a:extLst>
                  <a:ext uri="{FF2B5EF4-FFF2-40B4-BE49-F238E27FC236}">
                    <a16:creationId xmlns:a16="http://schemas.microsoft.com/office/drawing/2014/main" id="{D2233B4E-51AE-825B-C5E9-526D19C0C9AD}"/>
                  </a:ext>
                </a:extLst>
              </p:cNvPr>
              <p:cNvSpPr/>
              <p:nvPr/>
            </p:nvSpPr>
            <p:spPr>
              <a:xfrm>
                <a:off x="9397991" y="516929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25" name="Freeform: Shape 7424">
                <a:extLst>
                  <a:ext uri="{FF2B5EF4-FFF2-40B4-BE49-F238E27FC236}">
                    <a16:creationId xmlns:a16="http://schemas.microsoft.com/office/drawing/2014/main" id="{16419324-C087-E88F-42EC-19BB21F29BEC}"/>
                  </a:ext>
                </a:extLst>
              </p:cNvPr>
              <p:cNvSpPr/>
              <p:nvPr/>
            </p:nvSpPr>
            <p:spPr>
              <a:xfrm>
                <a:off x="9398842" y="516924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26" name="Freeform: Shape 7425">
                <a:extLst>
                  <a:ext uri="{FF2B5EF4-FFF2-40B4-BE49-F238E27FC236}">
                    <a16:creationId xmlns:a16="http://schemas.microsoft.com/office/drawing/2014/main" id="{0E487E39-1726-8F39-CAFF-55EAD0FB3BFA}"/>
                  </a:ext>
                </a:extLst>
              </p:cNvPr>
              <p:cNvSpPr/>
              <p:nvPr/>
            </p:nvSpPr>
            <p:spPr>
              <a:xfrm>
                <a:off x="9399712" y="516925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27" name="Freeform: Shape 7426">
                <a:extLst>
                  <a:ext uri="{FF2B5EF4-FFF2-40B4-BE49-F238E27FC236}">
                    <a16:creationId xmlns:a16="http://schemas.microsoft.com/office/drawing/2014/main" id="{8B78923B-583F-0453-C8E8-9FCC6D59A85B}"/>
                  </a:ext>
                </a:extLst>
              </p:cNvPr>
              <p:cNvSpPr/>
              <p:nvPr/>
            </p:nvSpPr>
            <p:spPr>
              <a:xfrm>
                <a:off x="9400600" y="516933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28" name="Freeform: Shape 7427">
                <a:extLst>
                  <a:ext uri="{FF2B5EF4-FFF2-40B4-BE49-F238E27FC236}">
                    <a16:creationId xmlns:a16="http://schemas.microsoft.com/office/drawing/2014/main" id="{AE03BCC4-CCBF-AF6A-4F01-7E6BC378CADF}"/>
                  </a:ext>
                </a:extLst>
              </p:cNvPr>
              <p:cNvSpPr/>
              <p:nvPr/>
            </p:nvSpPr>
            <p:spPr>
              <a:xfrm>
                <a:off x="9401466" y="516936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7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29" name="Freeform: Shape 7428">
                <a:extLst>
                  <a:ext uri="{FF2B5EF4-FFF2-40B4-BE49-F238E27FC236}">
                    <a16:creationId xmlns:a16="http://schemas.microsoft.com/office/drawing/2014/main" id="{AF87F342-617B-80A1-9E21-32FDFEED1A08}"/>
                  </a:ext>
                </a:extLst>
              </p:cNvPr>
              <p:cNvSpPr/>
              <p:nvPr/>
            </p:nvSpPr>
            <p:spPr>
              <a:xfrm>
                <a:off x="9402310" y="516933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8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30" name="Freeform: Shape 7429">
                <a:extLst>
                  <a:ext uri="{FF2B5EF4-FFF2-40B4-BE49-F238E27FC236}">
                    <a16:creationId xmlns:a16="http://schemas.microsoft.com/office/drawing/2014/main" id="{355034E6-4794-49E2-A740-CA47ED79FA50}"/>
                  </a:ext>
                </a:extLst>
              </p:cNvPr>
              <p:cNvSpPr/>
              <p:nvPr/>
            </p:nvSpPr>
            <p:spPr>
              <a:xfrm>
                <a:off x="9403018" y="516890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8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31" name="Freeform: Shape 7430">
                <a:extLst>
                  <a:ext uri="{FF2B5EF4-FFF2-40B4-BE49-F238E27FC236}">
                    <a16:creationId xmlns:a16="http://schemas.microsoft.com/office/drawing/2014/main" id="{C58F2907-4F5E-0E11-142B-27BBF2954642}"/>
                  </a:ext>
                </a:extLst>
              </p:cNvPr>
              <p:cNvSpPr/>
              <p:nvPr/>
            </p:nvSpPr>
            <p:spPr>
              <a:xfrm>
                <a:off x="9404052" y="516947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32" name="Freeform: Shape 7431">
                <a:extLst>
                  <a:ext uri="{FF2B5EF4-FFF2-40B4-BE49-F238E27FC236}">
                    <a16:creationId xmlns:a16="http://schemas.microsoft.com/office/drawing/2014/main" id="{EB974178-3149-7066-284C-CEC9B11B2271}"/>
                  </a:ext>
                </a:extLst>
              </p:cNvPr>
              <p:cNvSpPr/>
              <p:nvPr/>
            </p:nvSpPr>
            <p:spPr>
              <a:xfrm>
                <a:off x="9404742" y="5168995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33" name="Freeform: Shape 7432">
                <a:extLst>
                  <a:ext uri="{FF2B5EF4-FFF2-40B4-BE49-F238E27FC236}">
                    <a16:creationId xmlns:a16="http://schemas.microsoft.com/office/drawing/2014/main" id="{0C4559D0-0248-4A5C-8319-DEC89FA5FD00}"/>
                  </a:ext>
                </a:extLst>
              </p:cNvPr>
              <p:cNvSpPr/>
              <p:nvPr/>
            </p:nvSpPr>
            <p:spPr>
              <a:xfrm>
                <a:off x="9405162" y="5167633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34" name="Freeform: Shape 7433">
                <a:extLst>
                  <a:ext uri="{FF2B5EF4-FFF2-40B4-BE49-F238E27FC236}">
                    <a16:creationId xmlns:a16="http://schemas.microsoft.com/office/drawing/2014/main" id="{0F9AD96F-4AB5-3000-87F6-74687B27F911}"/>
                  </a:ext>
                </a:extLst>
              </p:cNvPr>
              <p:cNvSpPr/>
              <p:nvPr/>
            </p:nvSpPr>
            <p:spPr>
              <a:xfrm>
                <a:off x="9410723" y="516955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35" name="Freeform: Shape 7434">
                <a:extLst>
                  <a:ext uri="{FF2B5EF4-FFF2-40B4-BE49-F238E27FC236}">
                    <a16:creationId xmlns:a16="http://schemas.microsoft.com/office/drawing/2014/main" id="{EB5F8A7B-9D2B-35AA-FC09-DF73FB0C62C3}"/>
                  </a:ext>
                </a:extLst>
              </p:cNvPr>
              <p:cNvSpPr/>
              <p:nvPr/>
            </p:nvSpPr>
            <p:spPr>
              <a:xfrm>
                <a:off x="9412605" y="517052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6 w 6343"/>
                  <a:gd name="connsiteY5" fmla="*/ 1063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3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36" name="Freeform: Shape 7435">
                <a:extLst>
                  <a:ext uri="{FF2B5EF4-FFF2-40B4-BE49-F238E27FC236}">
                    <a16:creationId xmlns:a16="http://schemas.microsoft.com/office/drawing/2014/main" id="{1A1CD780-EA71-FFB3-20A1-3BC6F1706D39}"/>
                  </a:ext>
                </a:extLst>
              </p:cNvPr>
              <p:cNvSpPr/>
              <p:nvPr/>
            </p:nvSpPr>
            <p:spPr>
              <a:xfrm>
                <a:off x="9416082" y="5168163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9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37" name="Freeform: Shape 7436">
                <a:extLst>
                  <a:ext uri="{FF2B5EF4-FFF2-40B4-BE49-F238E27FC236}">
                    <a16:creationId xmlns:a16="http://schemas.microsoft.com/office/drawing/2014/main" id="{A14C161E-0EB4-4DC0-A54F-634805A0DBF0}"/>
                  </a:ext>
                </a:extLst>
              </p:cNvPr>
              <p:cNvSpPr/>
              <p:nvPr/>
            </p:nvSpPr>
            <p:spPr>
              <a:xfrm>
                <a:off x="9442772" y="5166944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38" name="Freeform: Shape 7437">
                <a:extLst>
                  <a:ext uri="{FF2B5EF4-FFF2-40B4-BE49-F238E27FC236}">
                    <a16:creationId xmlns:a16="http://schemas.microsoft.com/office/drawing/2014/main" id="{DC671237-21FF-3B77-C2EF-1B9867FA6EC5}"/>
                  </a:ext>
                </a:extLst>
              </p:cNvPr>
              <p:cNvSpPr/>
              <p:nvPr/>
            </p:nvSpPr>
            <p:spPr>
              <a:xfrm>
                <a:off x="9443554" y="5167492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39" name="Freeform: Shape 7438">
                <a:extLst>
                  <a:ext uri="{FF2B5EF4-FFF2-40B4-BE49-F238E27FC236}">
                    <a16:creationId xmlns:a16="http://schemas.microsoft.com/office/drawing/2014/main" id="{8F60668D-7DF6-64ED-1FA0-315616EA25FC}"/>
                  </a:ext>
                </a:extLst>
              </p:cNvPr>
              <p:cNvSpPr/>
              <p:nvPr/>
            </p:nvSpPr>
            <p:spPr>
              <a:xfrm>
                <a:off x="9467434" y="516986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40" name="Freeform: Shape 7439">
                <a:extLst>
                  <a:ext uri="{FF2B5EF4-FFF2-40B4-BE49-F238E27FC236}">
                    <a16:creationId xmlns:a16="http://schemas.microsoft.com/office/drawing/2014/main" id="{D90A6528-7CBF-A176-FA55-99EB4ACEA625}"/>
                  </a:ext>
                </a:extLst>
              </p:cNvPr>
              <p:cNvSpPr/>
              <p:nvPr/>
            </p:nvSpPr>
            <p:spPr>
              <a:xfrm>
                <a:off x="9468171" y="517012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5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41" name="Freeform: Shape 7440">
                <a:extLst>
                  <a:ext uri="{FF2B5EF4-FFF2-40B4-BE49-F238E27FC236}">
                    <a16:creationId xmlns:a16="http://schemas.microsoft.com/office/drawing/2014/main" id="{FAD12C98-5777-BA29-10FF-40D7CBA8D2DB}"/>
                  </a:ext>
                </a:extLst>
              </p:cNvPr>
              <p:cNvSpPr/>
              <p:nvPr/>
            </p:nvSpPr>
            <p:spPr>
              <a:xfrm>
                <a:off x="9468967" y="517009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5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42" name="Freeform: Shape 7441">
                <a:extLst>
                  <a:ext uri="{FF2B5EF4-FFF2-40B4-BE49-F238E27FC236}">
                    <a16:creationId xmlns:a16="http://schemas.microsoft.com/office/drawing/2014/main" id="{6E3C5F55-6F92-98CE-E261-2E0118A8715F}"/>
                  </a:ext>
                </a:extLst>
              </p:cNvPr>
              <p:cNvSpPr/>
              <p:nvPr/>
            </p:nvSpPr>
            <p:spPr>
              <a:xfrm>
                <a:off x="9469714" y="517030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5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43" name="Freeform: Shape 7442">
                <a:extLst>
                  <a:ext uri="{FF2B5EF4-FFF2-40B4-BE49-F238E27FC236}">
                    <a16:creationId xmlns:a16="http://schemas.microsoft.com/office/drawing/2014/main" id="{EE68C44D-D369-6208-DEC1-718052EA23BC}"/>
                  </a:ext>
                </a:extLst>
              </p:cNvPr>
              <p:cNvSpPr/>
              <p:nvPr/>
            </p:nvSpPr>
            <p:spPr>
              <a:xfrm>
                <a:off x="9470498" y="5170343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4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6" y="1657"/>
                      <a:pt x="241" y="2465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44" name="Freeform: Shape 7443">
                <a:extLst>
                  <a:ext uri="{FF2B5EF4-FFF2-40B4-BE49-F238E27FC236}">
                    <a16:creationId xmlns:a16="http://schemas.microsoft.com/office/drawing/2014/main" id="{E0F879A1-DB37-26BE-8499-7C8CF94EC998}"/>
                  </a:ext>
                </a:extLst>
              </p:cNvPr>
              <p:cNvSpPr/>
              <p:nvPr/>
            </p:nvSpPr>
            <p:spPr>
              <a:xfrm>
                <a:off x="9471256" y="517050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4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7"/>
                      <a:pt x="241" y="2465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45" name="Freeform: Shape 7444">
                <a:extLst>
                  <a:ext uri="{FF2B5EF4-FFF2-40B4-BE49-F238E27FC236}">
                    <a16:creationId xmlns:a16="http://schemas.microsoft.com/office/drawing/2014/main" id="{0B2B81BF-F6E8-8425-AFDF-44BF61F7B0FF}"/>
                  </a:ext>
                </a:extLst>
              </p:cNvPr>
              <p:cNvSpPr/>
              <p:nvPr/>
            </p:nvSpPr>
            <p:spPr>
              <a:xfrm>
                <a:off x="9472081" y="517037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5"/>
                      <a:pt x="6250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6" y="1657"/>
                      <a:pt x="241" y="2465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46" name="Freeform: Shape 7445">
                <a:extLst>
                  <a:ext uri="{FF2B5EF4-FFF2-40B4-BE49-F238E27FC236}">
                    <a16:creationId xmlns:a16="http://schemas.microsoft.com/office/drawing/2014/main" id="{673FAB28-6A32-13C0-A7C4-B6DD0F90B565}"/>
                  </a:ext>
                </a:extLst>
              </p:cNvPr>
              <p:cNvSpPr/>
              <p:nvPr/>
            </p:nvSpPr>
            <p:spPr>
              <a:xfrm>
                <a:off x="9472783" y="5170785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2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5"/>
                      <a:pt x="6250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47" name="Freeform: Shape 7446">
                <a:extLst>
                  <a:ext uri="{FF2B5EF4-FFF2-40B4-BE49-F238E27FC236}">
                    <a16:creationId xmlns:a16="http://schemas.microsoft.com/office/drawing/2014/main" id="{366C6AAF-FA19-C23A-3346-A1CD5D5DCE88}"/>
                  </a:ext>
                </a:extLst>
              </p:cNvPr>
              <p:cNvSpPr/>
              <p:nvPr/>
            </p:nvSpPr>
            <p:spPr>
              <a:xfrm>
                <a:off x="9473524" y="517102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2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5"/>
                      <a:pt x="6250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48" name="Freeform: Shape 7447">
                <a:extLst>
                  <a:ext uri="{FF2B5EF4-FFF2-40B4-BE49-F238E27FC236}">
                    <a16:creationId xmlns:a16="http://schemas.microsoft.com/office/drawing/2014/main" id="{F97D8AEB-CC33-7FF5-FC91-097AC5AC46F2}"/>
                  </a:ext>
                </a:extLst>
              </p:cNvPr>
              <p:cNvSpPr/>
              <p:nvPr/>
            </p:nvSpPr>
            <p:spPr>
              <a:xfrm>
                <a:off x="9476626" y="517141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5"/>
                      <a:pt x="6585" y="4147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5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49" name="Freeform: Shape 7448">
                <a:extLst>
                  <a:ext uri="{FF2B5EF4-FFF2-40B4-BE49-F238E27FC236}">
                    <a16:creationId xmlns:a16="http://schemas.microsoft.com/office/drawing/2014/main" id="{1F1EC52A-6922-1E3F-D08A-9187DDEC2047}"/>
                  </a:ext>
                </a:extLst>
              </p:cNvPr>
              <p:cNvSpPr/>
              <p:nvPr/>
            </p:nvSpPr>
            <p:spPr>
              <a:xfrm>
                <a:off x="9536125" y="516857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6" y="2464"/>
                      <a:pt x="246" y="3306"/>
                    </a:cubicBezTo>
                    <a:cubicBezTo>
                      <a:pt x="246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50" name="Freeform: Shape 7449">
                <a:extLst>
                  <a:ext uri="{FF2B5EF4-FFF2-40B4-BE49-F238E27FC236}">
                    <a16:creationId xmlns:a16="http://schemas.microsoft.com/office/drawing/2014/main" id="{1A01B8C4-9EC5-7D25-37F7-39F911A08E0D}"/>
                  </a:ext>
                </a:extLst>
              </p:cNvPr>
              <p:cNvSpPr/>
              <p:nvPr/>
            </p:nvSpPr>
            <p:spPr>
              <a:xfrm>
                <a:off x="9536561" y="516958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7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51" name="Freeform: Shape 7450">
                <a:extLst>
                  <a:ext uri="{FF2B5EF4-FFF2-40B4-BE49-F238E27FC236}">
                    <a16:creationId xmlns:a16="http://schemas.microsoft.com/office/drawing/2014/main" id="{14674A5D-1F03-A797-1B78-55BAEAF366C3}"/>
                  </a:ext>
                </a:extLst>
              </p:cNvPr>
              <p:cNvSpPr/>
              <p:nvPr/>
            </p:nvSpPr>
            <p:spPr>
              <a:xfrm>
                <a:off x="9537471" y="516995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52" name="Freeform: Shape 7451">
                <a:extLst>
                  <a:ext uri="{FF2B5EF4-FFF2-40B4-BE49-F238E27FC236}">
                    <a16:creationId xmlns:a16="http://schemas.microsoft.com/office/drawing/2014/main" id="{E30C82DE-8F77-251D-08CF-D9B2A01638FD}"/>
                  </a:ext>
                </a:extLst>
              </p:cNvPr>
              <p:cNvSpPr/>
              <p:nvPr/>
            </p:nvSpPr>
            <p:spPr>
              <a:xfrm>
                <a:off x="9538679" y="5169943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53" name="Freeform: Shape 7452">
                <a:extLst>
                  <a:ext uri="{FF2B5EF4-FFF2-40B4-BE49-F238E27FC236}">
                    <a16:creationId xmlns:a16="http://schemas.microsoft.com/office/drawing/2014/main" id="{7FCD1C31-13BF-B8BF-EA70-BB8A61DC76D4}"/>
                  </a:ext>
                </a:extLst>
              </p:cNvPr>
              <p:cNvSpPr/>
              <p:nvPr/>
            </p:nvSpPr>
            <p:spPr>
              <a:xfrm>
                <a:off x="9539589" y="517032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2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54" name="Freeform: Shape 7453">
                <a:extLst>
                  <a:ext uri="{FF2B5EF4-FFF2-40B4-BE49-F238E27FC236}">
                    <a16:creationId xmlns:a16="http://schemas.microsoft.com/office/drawing/2014/main" id="{5FEFCEEF-8473-F651-347A-ED9AECD469D4}"/>
                  </a:ext>
                </a:extLst>
              </p:cNvPr>
              <p:cNvSpPr/>
              <p:nvPr/>
            </p:nvSpPr>
            <p:spPr>
              <a:xfrm>
                <a:off x="9540726" y="517042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55" name="Freeform: Shape 7454">
                <a:extLst>
                  <a:ext uri="{FF2B5EF4-FFF2-40B4-BE49-F238E27FC236}">
                    <a16:creationId xmlns:a16="http://schemas.microsoft.com/office/drawing/2014/main" id="{2EDB0BBE-C6E5-E94C-E656-12619D2CCD57}"/>
                  </a:ext>
                </a:extLst>
              </p:cNvPr>
              <p:cNvSpPr/>
              <p:nvPr/>
            </p:nvSpPr>
            <p:spPr>
              <a:xfrm>
                <a:off x="9541941" y="517044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56" name="Freeform: Shape 7455">
                <a:extLst>
                  <a:ext uri="{FF2B5EF4-FFF2-40B4-BE49-F238E27FC236}">
                    <a16:creationId xmlns:a16="http://schemas.microsoft.com/office/drawing/2014/main" id="{C7D3398A-19F1-B3C5-0DFF-A8461C06CE61}"/>
                  </a:ext>
                </a:extLst>
              </p:cNvPr>
              <p:cNvSpPr/>
              <p:nvPr/>
            </p:nvSpPr>
            <p:spPr>
              <a:xfrm>
                <a:off x="9543237" y="517036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2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2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57" name="Freeform: Shape 7456">
                <a:extLst>
                  <a:ext uri="{FF2B5EF4-FFF2-40B4-BE49-F238E27FC236}">
                    <a16:creationId xmlns:a16="http://schemas.microsoft.com/office/drawing/2014/main" id="{51240524-F940-E81F-E907-7F7DDA32E74C}"/>
                  </a:ext>
                </a:extLst>
              </p:cNvPr>
              <p:cNvSpPr/>
              <p:nvPr/>
            </p:nvSpPr>
            <p:spPr>
              <a:xfrm>
                <a:off x="9544577" y="517025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2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58" name="Freeform: Shape 7457">
                <a:extLst>
                  <a:ext uri="{FF2B5EF4-FFF2-40B4-BE49-F238E27FC236}">
                    <a16:creationId xmlns:a16="http://schemas.microsoft.com/office/drawing/2014/main" id="{0582E4B3-FE40-98C1-9695-3DFA23AB124D}"/>
                  </a:ext>
                </a:extLst>
              </p:cNvPr>
              <p:cNvSpPr/>
              <p:nvPr/>
            </p:nvSpPr>
            <p:spPr>
              <a:xfrm>
                <a:off x="9546157" y="516987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59" name="Freeform: Shape 7458">
                <a:extLst>
                  <a:ext uri="{FF2B5EF4-FFF2-40B4-BE49-F238E27FC236}">
                    <a16:creationId xmlns:a16="http://schemas.microsoft.com/office/drawing/2014/main" id="{CED7D35B-93D3-B1D8-E854-D5B5FBDF6C8D}"/>
                  </a:ext>
                </a:extLst>
              </p:cNvPr>
              <p:cNvSpPr/>
              <p:nvPr/>
            </p:nvSpPr>
            <p:spPr>
              <a:xfrm>
                <a:off x="9547430" y="516988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4"/>
                      <a:pt x="6256" y="1657"/>
                      <a:pt x="5662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2"/>
                    </a:cubicBezTo>
                    <a:cubicBezTo>
                      <a:pt x="582" y="1657"/>
                      <a:pt x="247" y="2464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60" name="Freeform: Shape 7459">
                <a:extLst>
                  <a:ext uri="{FF2B5EF4-FFF2-40B4-BE49-F238E27FC236}">
                    <a16:creationId xmlns:a16="http://schemas.microsoft.com/office/drawing/2014/main" id="{A062C476-E856-6DCC-FF99-E443B71D80F1}"/>
                  </a:ext>
                </a:extLst>
              </p:cNvPr>
              <p:cNvSpPr/>
              <p:nvPr/>
            </p:nvSpPr>
            <p:spPr>
              <a:xfrm>
                <a:off x="9548825" y="516976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4"/>
                      <a:pt x="6256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6" y="1062"/>
                    </a:cubicBezTo>
                    <a:cubicBezTo>
                      <a:pt x="582" y="1657"/>
                      <a:pt x="247" y="2464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61" name="Freeform: Shape 7460">
                <a:extLst>
                  <a:ext uri="{FF2B5EF4-FFF2-40B4-BE49-F238E27FC236}">
                    <a16:creationId xmlns:a16="http://schemas.microsoft.com/office/drawing/2014/main" id="{B9C0E97E-6054-D72C-FCD5-A4B9E7187A5A}"/>
                  </a:ext>
                </a:extLst>
              </p:cNvPr>
              <p:cNvSpPr/>
              <p:nvPr/>
            </p:nvSpPr>
            <p:spPr>
              <a:xfrm>
                <a:off x="9550346" y="516951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62" name="Freeform: Shape 7461">
                <a:extLst>
                  <a:ext uri="{FF2B5EF4-FFF2-40B4-BE49-F238E27FC236}">
                    <a16:creationId xmlns:a16="http://schemas.microsoft.com/office/drawing/2014/main" id="{F27D3C63-87FD-D621-78B6-5C0787336022}"/>
                  </a:ext>
                </a:extLst>
              </p:cNvPr>
              <p:cNvSpPr/>
              <p:nvPr/>
            </p:nvSpPr>
            <p:spPr>
              <a:xfrm>
                <a:off x="9551592" y="516960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63" name="Freeform: Shape 7462">
                <a:extLst>
                  <a:ext uri="{FF2B5EF4-FFF2-40B4-BE49-F238E27FC236}">
                    <a16:creationId xmlns:a16="http://schemas.microsoft.com/office/drawing/2014/main" id="{3954360A-2511-295A-6DF8-06790FE22348}"/>
                  </a:ext>
                </a:extLst>
              </p:cNvPr>
              <p:cNvSpPr/>
              <p:nvPr/>
            </p:nvSpPr>
            <p:spPr>
              <a:xfrm>
                <a:off x="9552840" y="516970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0" y="133"/>
                      <a:pt x="3419" y="133"/>
                    </a:cubicBezTo>
                    <a:cubicBezTo>
                      <a:pt x="2578" y="133"/>
                      <a:pt x="1771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64" name="Freeform: Shape 7463">
                <a:extLst>
                  <a:ext uri="{FF2B5EF4-FFF2-40B4-BE49-F238E27FC236}">
                    <a16:creationId xmlns:a16="http://schemas.microsoft.com/office/drawing/2014/main" id="{EE81BAFA-D15F-EEB5-A143-3466B26378EC}"/>
                  </a:ext>
                </a:extLst>
              </p:cNvPr>
              <p:cNvSpPr/>
              <p:nvPr/>
            </p:nvSpPr>
            <p:spPr>
              <a:xfrm>
                <a:off x="9554092" y="516981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4"/>
                      <a:pt x="6257" y="1657"/>
                      <a:pt x="5662" y="1062"/>
                    </a:cubicBezTo>
                    <a:cubicBezTo>
                      <a:pt x="5067" y="467"/>
                      <a:pt x="4261" y="133"/>
                      <a:pt x="3419" y="133"/>
                    </a:cubicBezTo>
                    <a:cubicBezTo>
                      <a:pt x="2578" y="133"/>
                      <a:pt x="1772" y="467"/>
                      <a:pt x="1177" y="1062"/>
                    </a:cubicBezTo>
                    <a:cubicBezTo>
                      <a:pt x="582" y="1657"/>
                      <a:pt x="248" y="2464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65" name="Freeform: Shape 7464">
                <a:extLst>
                  <a:ext uri="{FF2B5EF4-FFF2-40B4-BE49-F238E27FC236}">
                    <a16:creationId xmlns:a16="http://schemas.microsoft.com/office/drawing/2014/main" id="{785C5B53-5A28-F412-A8E8-C38D1E5C4738}"/>
                  </a:ext>
                </a:extLst>
              </p:cNvPr>
              <p:cNvSpPr/>
              <p:nvPr/>
            </p:nvSpPr>
            <p:spPr>
              <a:xfrm>
                <a:off x="9555263" y="517003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2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2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66" name="Freeform: Shape 7465">
                <a:extLst>
                  <a:ext uri="{FF2B5EF4-FFF2-40B4-BE49-F238E27FC236}">
                    <a16:creationId xmlns:a16="http://schemas.microsoft.com/office/drawing/2014/main" id="{6844C8DE-1BF8-4BA5-91B9-45E869893A83}"/>
                  </a:ext>
                </a:extLst>
              </p:cNvPr>
              <p:cNvSpPr/>
              <p:nvPr/>
            </p:nvSpPr>
            <p:spPr>
              <a:xfrm>
                <a:off x="9556519" y="517016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2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2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67" name="Freeform: Shape 7466">
                <a:extLst>
                  <a:ext uri="{FF2B5EF4-FFF2-40B4-BE49-F238E27FC236}">
                    <a16:creationId xmlns:a16="http://schemas.microsoft.com/office/drawing/2014/main" id="{9AFCEEC3-4634-7EE0-2E1F-C646EDC94DF1}"/>
                  </a:ext>
                </a:extLst>
              </p:cNvPr>
              <p:cNvSpPr/>
              <p:nvPr/>
            </p:nvSpPr>
            <p:spPr>
              <a:xfrm>
                <a:off x="9557986" y="517008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2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2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68" name="Freeform: Shape 7467">
                <a:extLst>
                  <a:ext uri="{FF2B5EF4-FFF2-40B4-BE49-F238E27FC236}">
                    <a16:creationId xmlns:a16="http://schemas.microsoft.com/office/drawing/2014/main" id="{8EC98CFC-A581-47D8-CA1A-87AD0E1CA19D}"/>
                  </a:ext>
                </a:extLst>
              </p:cNvPr>
              <p:cNvSpPr/>
              <p:nvPr/>
            </p:nvSpPr>
            <p:spPr>
              <a:xfrm>
                <a:off x="9559417" y="517006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1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3" y="1062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2"/>
                    </a:cubicBezTo>
                    <a:cubicBezTo>
                      <a:pt x="583" y="1657"/>
                      <a:pt x="248" y="2465"/>
                      <a:pt x="248" y="3306"/>
                    </a:cubicBezTo>
                    <a:cubicBezTo>
                      <a:pt x="248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69" name="Freeform: Shape 7468">
                <a:extLst>
                  <a:ext uri="{FF2B5EF4-FFF2-40B4-BE49-F238E27FC236}">
                    <a16:creationId xmlns:a16="http://schemas.microsoft.com/office/drawing/2014/main" id="{0C9FDA6E-3C86-42F9-F22E-CA2712177136}"/>
                  </a:ext>
                </a:extLst>
              </p:cNvPr>
              <p:cNvSpPr/>
              <p:nvPr/>
            </p:nvSpPr>
            <p:spPr>
              <a:xfrm>
                <a:off x="9560894" y="517000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2" y="4147"/>
                      <a:pt x="6592" y="3306"/>
                    </a:cubicBezTo>
                    <a:cubicBezTo>
                      <a:pt x="6592" y="2465"/>
                      <a:pt x="6257" y="1657"/>
                      <a:pt x="5663" y="1062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2"/>
                    </a:cubicBezTo>
                    <a:cubicBezTo>
                      <a:pt x="583" y="1657"/>
                      <a:pt x="248" y="2465"/>
                      <a:pt x="248" y="3306"/>
                    </a:cubicBezTo>
                    <a:cubicBezTo>
                      <a:pt x="248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70" name="Freeform: Shape 7469">
                <a:extLst>
                  <a:ext uri="{FF2B5EF4-FFF2-40B4-BE49-F238E27FC236}">
                    <a16:creationId xmlns:a16="http://schemas.microsoft.com/office/drawing/2014/main" id="{F72E3E40-F1C8-3811-E722-C5A861BC70D8}"/>
                  </a:ext>
                </a:extLst>
              </p:cNvPr>
              <p:cNvSpPr/>
              <p:nvPr/>
            </p:nvSpPr>
            <p:spPr>
              <a:xfrm>
                <a:off x="9562547" y="516978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8" y="467"/>
                      <a:pt x="4261" y="133"/>
                      <a:pt x="3420" y="133"/>
                    </a:cubicBezTo>
                    <a:cubicBezTo>
                      <a:pt x="2579" y="133"/>
                      <a:pt x="1772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71" name="Freeform: Shape 7470">
                <a:extLst>
                  <a:ext uri="{FF2B5EF4-FFF2-40B4-BE49-F238E27FC236}">
                    <a16:creationId xmlns:a16="http://schemas.microsoft.com/office/drawing/2014/main" id="{069035DB-665F-0D42-DDEB-F7C0E5513FFA}"/>
                  </a:ext>
                </a:extLst>
              </p:cNvPr>
              <p:cNvSpPr/>
              <p:nvPr/>
            </p:nvSpPr>
            <p:spPr>
              <a:xfrm>
                <a:off x="9564035" y="516975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8" y="467"/>
                      <a:pt x="4261" y="133"/>
                      <a:pt x="3420" y="133"/>
                    </a:cubicBezTo>
                    <a:cubicBezTo>
                      <a:pt x="2579" y="133"/>
                      <a:pt x="1772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72" name="Freeform: Shape 7471">
                <a:extLst>
                  <a:ext uri="{FF2B5EF4-FFF2-40B4-BE49-F238E27FC236}">
                    <a16:creationId xmlns:a16="http://schemas.microsoft.com/office/drawing/2014/main" id="{F5AA5068-6DAA-DD90-849B-227BF67F8F8A}"/>
                  </a:ext>
                </a:extLst>
              </p:cNvPr>
              <p:cNvSpPr/>
              <p:nvPr/>
            </p:nvSpPr>
            <p:spPr>
              <a:xfrm>
                <a:off x="9565571" y="516969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8" y="467"/>
                      <a:pt x="4261" y="133"/>
                      <a:pt x="3420" y="133"/>
                    </a:cubicBezTo>
                    <a:cubicBezTo>
                      <a:pt x="2579" y="133"/>
                      <a:pt x="1772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73" name="Freeform: Shape 7472">
                <a:extLst>
                  <a:ext uri="{FF2B5EF4-FFF2-40B4-BE49-F238E27FC236}">
                    <a16:creationId xmlns:a16="http://schemas.microsoft.com/office/drawing/2014/main" id="{011A9E95-01DB-4EFE-622F-D4BF2DECA41C}"/>
                  </a:ext>
                </a:extLst>
              </p:cNvPr>
              <p:cNvSpPr/>
              <p:nvPr/>
            </p:nvSpPr>
            <p:spPr>
              <a:xfrm>
                <a:off x="9567069" y="516969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2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8" y="467"/>
                      <a:pt x="4262" y="133"/>
                      <a:pt x="3420" y="133"/>
                    </a:cubicBezTo>
                    <a:cubicBezTo>
                      <a:pt x="2579" y="133"/>
                      <a:pt x="1773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74" name="Freeform: Shape 7473">
                <a:extLst>
                  <a:ext uri="{FF2B5EF4-FFF2-40B4-BE49-F238E27FC236}">
                    <a16:creationId xmlns:a16="http://schemas.microsoft.com/office/drawing/2014/main" id="{D263CC9E-3CDA-DD20-9267-C005A31C7DD2}"/>
                  </a:ext>
                </a:extLst>
              </p:cNvPr>
              <p:cNvSpPr/>
              <p:nvPr/>
            </p:nvSpPr>
            <p:spPr>
              <a:xfrm>
                <a:off x="9568877" y="5169401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75" name="Freeform: Shape 7474">
                <a:extLst>
                  <a:ext uri="{FF2B5EF4-FFF2-40B4-BE49-F238E27FC236}">
                    <a16:creationId xmlns:a16="http://schemas.microsoft.com/office/drawing/2014/main" id="{97683CF9-FB9F-66CA-AEBA-DC7823D7BB27}"/>
                  </a:ext>
                </a:extLst>
              </p:cNvPr>
              <p:cNvSpPr/>
              <p:nvPr/>
            </p:nvSpPr>
            <p:spPr>
              <a:xfrm>
                <a:off x="9570474" y="5169343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76" name="Freeform: Shape 7475">
                <a:extLst>
                  <a:ext uri="{FF2B5EF4-FFF2-40B4-BE49-F238E27FC236}">
                    <a16:creationId xmlns:a16="http://schemas.microsoft.com/office/drawing/2014/main" id="{425330CC-831F-4DA6-F362-33A38868021B}"/>
                  </a:ext>
                </a:extLst>
              </p:cNvPr>
              <p:cNvSpPr/>
              <p:nvPr/>
            </p:nvSpPr>
            <p:spPr>
              <a:xfrm>
                <a:off x="9572209" y="5169171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49 h 6345"/>
                  <a:gd name="connsiteX2" fmla="*/ 6592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4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4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4" y="1657"/>
                      <a:pt x="249" y="2464"/>
                      <a:pt x="249" y="3306"/>
                    </a:cubicBezTo>
                    <a:cubicBezTo>
                      <a:pt x="249" y="4147"/>
                      <a:pt x="584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77" name="Freeform: Shape 7476">
                <a:extLst>
                  <a:ext uri="{FF2B5EF4-FFF2-40B4-BE49-F238E27FC236}">
                    <a16:creationId xmlns:a16="http://schemas.microsoft.com/office/drawing/2014/main" id="{AE2F2A51-1CE8-D64A-C8E7-A749C7C2D019}"/>
                  </a:ext>
                </a:extLst>
              </p:cNvPr>
              <p:cNvSpPr/>
              <p:nvPr/>
            </p:nvSpPr>
            <p:spPr>
              <a:xfrm>
                <a:off x="9573861" y="5169101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4" y="5549"/>
                    </a:cubicBezTo>
                    <a:cubicBezTo>
                      <a:pt x="6258" y="4954"/>
                      <a:pt x="6593" y="4147"/>
                      <a:pt x="6593" y="3306"/>
                    </a:cubicBezTo>
                    <a:cubicBezTo>
                      <a:pt x="6593" y="2464"/>
                      <a:pt x="6258" y="1657"/>
                      <a:pt x="5664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4" y="1657"/>
                      <a:pt x="249" y="2464"/>
                      <a:pt x="249" y="3306"/>
                    </a:cubicBezTo>
                    <a:cubicBezTo>
                      <a:pt x="249" y="4147"/>
                      <a:pt x="584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78" name="Freeform: Shape 7477">
                <a:extLst>
                  <a:ext uri="{FF2B5EF4-FFF2-40B4-BE49-F238E27FC236}">
                    <a16:creationId xmlns:a16="http://schemas.microsoft.com/office/drawing/2014/main" id="{5F8BEF85-9C19-61D1-5032-2441DC92AE9D}"/>
                  </a:ext>
                </a:extLst>
              </p:cNvPr>
              <p:cNvSpPr/>
              <p:nvPr/>
            </p:nvSpPr>
            <p:spPr>
              <a:xfrm>
                <a:off x="9575430" y="5169131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79" name="Freeform: Shape 7478">
                <a:extLst>
                  <a:ext uri="{FF2B5EF4-FFF2-40B4-BE49-F238E27FC236}">
                    <a16:creationId xmlns:a16="http://schemas.microsoft.com/office/drawing/2014/main" id="{EFAB3D1C-62A2-1CF2-7B30-5EBDA0125A87}"/>
                  </a:ext>
                </a:extLst>
              </p:cNvPr>
              <p:cNvSpPr/>
              <p:nvPr/>
            </p:nvSpPr>
            <p:spPr>
              <a:xfrm>
                <a:off x="9577048" y="5169134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80" name="Freeform: Shape 7479">
                <a:extLst>
                  <a:ext uri="{FF2B5EF4-FFF2-40B4-BE49-F238E27FC236}">
                    <a16:creationId xmlns:a16="http://schemas.microsoft.com/office/drawing/2014/main" id="{C89A5862-2DE3-3C65-A416-7952EF80A8F3}"/>
                  </a:ext>
                </a:extLst>
              </p:cNvPr>
              <p:cNvSpPr/>
              <p:nvPr/>
            </p:nvSpPr>
            <p:spPr>
              <a:xfrm>
                <a:off x="9578716" y="5169111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1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3" y="6479"/>
                      <a:pt x="5069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69" y="467"/>
                      <a:pt x="4263" y="133"/>
                      <a:pt x="3421" y="133"/>
                    </a:cubicBezTo>
                    <a:cubicBezTo>
                      <a:pt x="2580" y="133"/>
                      <a:pt x="1774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4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81" name="Freeform: Shape 7480">
                <a:extLst>
                  <a:ext uri="{FF2B5EF4-FFF2-40B4-BE49-F238E27FC236}">
                    <a16:creationId xmlns:a16="http://schemas.microsoft.com/office/drawing/2014/main" id="{1A9D35D0-ADC6-BEA5-8FCD-1CAFB581F318}"/>
                  </a:ext>
                </a:extLst>
              </p:cNvPr>
              <p:cNvSpPr/>
              <p:nvPr/>
            </p:nvSpPr>
            <p:spPr>
              <a:xfrm>
                <a:off x="9580526" y="5168977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69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69" y="467"/>
                      <a:pt x="4263" y="133"/>
                      <a:pt x="3422" y="133"/>
                    </a:cubicBezTo>
                    <a:cubicBezTo>
                      <a:pt x="2580" y="133"/>
                      <a:pt x="1774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4" y="6144"/>
                      <a:pt x="2580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82" name="Freeform: Shape 7481">
                <a:extLst>
                  <a:ext uri="{FF2B5EF4-FFF2-40B4-BE49-F238E27FC236}">
                    <a16:creationId xmlns:a16="http://schemas.microsoft.com/office/drawing/2014/main" id="{D1D66AFF-2926-8F8A-33F2-35DD52843FB0}"/>
                  </a:ext>
                </a:extLst>
              </p:cNvPr>
              <p:cNvSpPr/>
              <p:nvPr/>
            </p:nvSpPr>
            <p:spPr>
              <a:xfrm>
                <a:off x="9582343" y="5168861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83" name="Freeform: Shape 7482">
                <a:extLst>
                  <a:ext uri="{FF2B5EF4-FFF2-40B4-BE49-F238E27FC236}">
                    <a16:creationId xmlns:a16="http://schemas.microsoft.com/office/drawing/2014/main" id="{7EDFA4A6-3A43-8DCB-943C-F8E39E36C603}"/>
                  </a:ext>
                </a:extLst>
              </p:cNvPr>
              <p:cNvSpPr/>
              <p:nvPr/>
            </p:nvSpPr>
            <p:spPr>
              <a:xfrm>
                <a:off x="9584166" y="5168763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49 h 6345"/>
                  <a:gd name="connsiteX2" fmla="*/ 6593 w 6343"/>
                  <a:gd name="connsiteY2" fmla="*/ 3306 h 6345"/>
                  <a:gd name="connsiteX3" fmla="*/ 5664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4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4"/>
                      <a:pt x="6259" y="1657"/>
                      <a:pt x="5664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4" y="1657"/>
                      <a:pt x="250" y="2464"/>
                      <a:pt x="250" y="3306"/>
                    </a:cubicBezTo>
                    <a:cubicBezTo>
                      <a:pt x="250" y="4147"/>
                      <a:pt x="584" y="4954"/>
                      <a:pt x="1179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84" name="Freeform: Shape 7483">
                <a:extLst>
                  <a:ext uri="{FF2B5EF4-FFF2-40B4-BE49-F238E27FC236}">
                    <a16:creationId xmlns:a16="http://schemas.microsoft.com/office/drawing/2014/main" id="{1ECE58F1-DB77-687C-AEAA-9C37C2095842}"/>
                  </a:ext>
                </a:extLst>
              </p:cNvPr>
              <p:cNvSpPr/>
              <p:nvPr/>
            </p:nvSpPr>
            <p:spPr>
              <a:xfrm>
                <a:off x="9585903" y="5168765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59" y="4954"/>
                      <a:pt x="6594" y="4147"/>
                      <a:pt x="6594" y="3306"/>
                    </a:cubicBezTo>
                    <a:cubicBezTo>
                      <a:pt x="6594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0" y="2464"/>
                      <a:pt x="250" y="3306"/>
                    </a:cubicBezTo>
                    <a:cubicBezTo>
                      <a:pt x="250" y="4147"/>
                      <a:pt x="585" y="4954"/>
                      <a:pt x="1179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85" name="Freeform: Shape 7484">
                <a:extLst>
                  <a:ext uri="{FF2B5EF4-FFF2-40B4-BE49-F238E27FC236}">
                    <a16:creationId xmlns:a16="http://schemas.microsoft.com/office/drawing/2014/main" id="{12AB5EC3-20BE-564F-4A65-FADD09C128E7}"/>
                  </a:ext>
                </a:extLst>
              </p:cNvPr>
              <p:cNvSpPr/>
              <p:nvPr/>
            </p:nvSpPr>
            <p:spPr>
              <a:xfrm>
                <a:off x="9587692" y="5168742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1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59" y="4954"/>
                      <a:pt x="6594" y="4147"/>
                      <a:pt x="6594" y="3306"/>
                    </a:cubicBezTo>
                    <a:cubicBezTo>
                      <a:pt x="6594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79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86" name="Freeform: Shape 7485">
                <a:extLst>
                  <a:ext uri="{FF2B5EF4-FFF2-40B4-BE49-F238E27FC236}">
                    <a16:creationId xmlns:a16="http://schemas.microsoft.com/office/drawing/2014/main" id="{BB9764EC-49BF-B3C4-A6B7-1D057A899C27}"/>
                  </a:ext>
                </a:extLst>
              </p:cNvPr>
              <p:cNvSpPr/>
              <p:nvPr/>
            </p:nvSpPr>
            <p:spPr>
              <a:xfrm>
                <a:off x="9589439" y="5168777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87" name="Freeform: Shape 7486">
                <a:extLst>
                  <a:ext uri="{FF2B5EF4-FFF2-40B4-BE49-F238E27FC236}">
                    <a16:creationId xmlns:a16="http://schemas.microsoft.com/office/drawing/2014/main" id="{552295D1-C626-266D-B542-FFB5BF8E74CD}"/>
                  </a:ext>
                </a:extLst>
              </p:cNvPr>
              <p:cNvSpPr/>
              <p:nvPr/>
            </p:nvSpPr>
            <p:spPr>
              <a:xfrm>
                <a:off x="9591333" y="5168709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3"/>
                      <a:pt x="3422" y="133"/>
                    </a:cubicBezTo>
                    <a:cubicBezTo>
                      <a:pt x="2581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88" name="Freeform: Shape 7487">
                <a:extLst>
                  <a:ext uri="{FF2B5EF4-FFF2-40B4-BE49-F238E27FC236}">
                    <a16:creationId xmlns:a16="http://schemas.microsoft.com/office/drawing/2014/main" id="{94BEE710-8975-C9C5-B60F-5278966AF718}"/>
                  </a:ext>
                </a:extLst>
              </p:cNvPr>
              <p:cNvSpPr/>
              <p:nvPr/>
            </p:nvSpPr>
            <p:spPr>
              <a:xfrm>
                <a:off x="9593280" y="516861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3"/>
                      <a:pt x="3423" y="133"/>
                    </a:cubicBezTo>
                    <a:cubicBezTo>
                      <a:pt x="2581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89" name="Freeform: Shape 7488">
                <a:extLst>
                  <a:ext uri="{FF2B5EF4-FFF2-40B4-BE49-F238E27FC236}">
                    <a16:creationId xmlns:a16="http://schemas.microsoft.com/office/drawing/2014/main" id="{0B86C624-E3AC-B155-10E5-00BD80B8C68B}"/>
                  </a:ext>
                </a:extLst>
              </p:cNvPr>
              <p:cNvSpPr/>
              <p:nvPr/>
            </p:nvSpPr>
            <p:spPr>
              <a:xfrm>
                <a:off x="9594616" y="5169062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90" name="Freeform: Shape 7489">
                <a:extLst>
                  <a:ext uri="{FF2B5EF4-FFF2-40B4-BE49-F238E27FC236}">
                    <a16:creationId xmlns:a16="http://schemas.microsoft.com/office/drawing/2014/main" id="{C3762393-57B0-1F76-3987-9E1800C146FB}"/>
                  </a:ext>
                </a:extLst>
              </p:cNvPr>
              <p:cNvSpPr/>
              <p:nvPr/>
            </p:nvSpPr>
            <p:spPr>
              <a:xfrm>
                <a:off x="9596812" y="5168811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91" name="Freeform: Shape 7490">
                <a:extLst>
                  <a:ext uri="{FF2B5EF4-FFF2-40B4-BE49-F238E27FC236}">
                    <a16:creationId xmlns:a16="http://schemas.microsoft.com/office/drawing/2014/main" id="{058B55A2-58BD-3B93-5C9B-368538C592F7}"/>
                  </a:ext>
                </a:extLst>
              </p:cNvPr>
              <p:cNvSpPr/>
              <p:nvPr/>
            </p:nvSpPr>
            <p:spPr>
              <a:xfrm>
                <a:off x="9598632" y="516889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92" name="Freeform: Shape 7491">
                <a:extLst>
                  <a:ext uri="{FF2B5EF4-FFF2-40B4-BE49-F238E27FC236}">
                    <a16:creationId xmlns:a16="http://schemas.microsoft.com/office/drawing/2014/main" id="{81FE1347-4303-DFFE-A8DC-25CB0723F065}"/>
                  </a:ext>
                </a:extLst>
              </p:cNvPr>
              <p:cNvSpPr/>
              <p:nvPr/>
            </p:nvSpPr>
            <p:spPr>
              <a:xfrm>
                <a:off x="9600361" y="5169071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2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93" name="Freeform: Shape 7492">
                <a:extLst>
                  <a:ext uri="{FF2B5EF4-FFF2-40B4-BE49-F238E27FC236}">
                    <a16:creationId xmlns:a16="http://schemas.microsoft.com/office/drawing/2014/main" id="{CFA3B759-76A2-7C4E-1D28-D6D4FB315FB0}"/>
                  </a:ext>
                </a:extLst>
              </p:cNvPr>
              <p:cNvSpPr/>
              <p:nvPr/>
            </p:nvSpPr>
            <p:spPr>
              <a:xfrm>
                <a:off x="9602190" y="516918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94" name="Freeform: Shape 7493">
                <a:extLst>
                  <a:ext uri="{FF2B5EF4-FFF2-40B4-BE49-F238E27FC236}">
                    <a16:creationId xmlns:a16="http://schemas.microsoft.com/office/drawing/2014/main" id="{0990A839-93CA-E086-3E83-81CF1D444F77}"/>
                  </a:ext>
                </a:extLst>
              </p:cNvPr>
              <p:cNvSpPr/>
              <p:nvPr/>
            </p:nvSpPr>
            <p:spPr>
              <a:xfrm>
                <a:off x="9604462" y="5168982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5" y="133"/>
                      <a:pt x="3423" y="133"/>
                    </a:cubicBezTo>
                    <a:cubicBezTo>
                      <a:pt x="2582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95" name="Freeform: Shape 7494">
                <a:extLst>
                  <a:ext uri="{FF2B5EF4-FFF2-40B4-BE49-F238E27FC236}">
                    <a16:creationId xmlns:a16="http://schemas.microsoft.com/office/drawing/2014/main" id="{8D2B2247-C955-BFA2-4DED-E8A50E745A6B}"/>
                  </a:ext>
                </a:extLst>
              </p:cNvPr>
              <p:cNvSpPr/>
              <p:nvPr/>
            </p:nvSpPr>
            <p:spPr>
              <a:xfrm>
                <a:off x="9606449" y="5169025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5" y="133"/>
                      <a:pt x="3424" y="133"/>
                    </a:cubicBezTo>
                    <a:cubicBezTo>
                      <a:pt x="2582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96" name="Freeform: Shape 7495">
                <a:extLst>
                  <a:ext uri="{FF2B5EF4-FFF2-40B4-BE49-F238E27FC236}">
                    <a16:creationId xmlns:a16="http://schemas.microsoft.com/office/drawing/2014/main" id="{88526C7E-D5AE-5852-2B5B-81F9E21FAB9B}"/>
                  </a:ext>
                </a:extLst>
              </p:cNvPr>
              <p:cNvSpPr/>
              <p:nvPr/>
            </p:nvSpPr>
            <p:spPr>
              <a:xfrm>
                <a:off x="9608293" y="5169199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97" name="Freeform: Shape 7496">
                <a:extLst>
                  <a:ext uri="{FF2B5EF4-FFF2-40B4-BE49-F238E27FC236}">
                    <a16:creationId xmlns:a16="http://schemas.microsoft.com/office/drawing/2014/main" id="{400E7E8C-6AEA-0F4A-DAF3-749023DB1D22}"/>
                  </a:ext>
                </a:extLst>
              </p:cNvPr>
              <p:cNvSpPr/>
              <p:nvPr/>
            </p:nvSpPr>
            <p:spPr>
              <a:xfrm>
                <a:off x="9609895" y="5169577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5 w 6343"/>
                  <a:gd name="connsiteY2" fmla="*/ 3306 h 6345"/>
                  <a:gd name="connsiteX3" fmla="*/ 5667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7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98" name="Freeform: Shape 7497">
                <a:extLst>
                  <a:ext uri="{FF2B5EF4-FFF2-40B4-BE49-F238E27FC236}">
                    <a16:creationId xmlns:a16="http://schemas.microsoft.com/office/drawing/2014/main" id="{6BF2D327-8ECE-6CCF-F7F7-1C4B6932B326}"/>
                  </a:ext>
                </a:extLst>
              </p:cNvPr>
              <p:cNvSpPr/>
              <p:nvPr/>
            </p:nvSpPr>
            <p:spPr>
              <a:xfrm>
                <a:off x="9614375" y="5167837"/>
                <a:ext cx="6343" cy="6345"/>
              </a:xfrm>
              <a:custGeom>
                <a:avLst/>
                <a:gdLst>
                  <a:gd name="connsiteX0" fmla="*/ 3424 w 6343"/>
                  <a:gd name="connsiteY0" fmla="*/ 6478 h 6345"/>
                  <a:gd name="connsiteX1" fmla="*/ 5667 w 6343"/>
                  <a:gd name="connsiteY1" fmla="*/ 5549 h 6345"/>
                  <a:gd name="connsiteX2" fmla="*/ 6596 w 6343"/>
                  <a:gd name="connsiteY2" fmla="*/ 3306 h 6345"/>
                  <a:gd name="connsiteX3" fmla="*/ 5667 w 6343"/>
                  <a:gd name="connsiteY3" fmla="*/ 1062 h 6345"/>
                  <a:gd name="connsiteX4" fmla="*/ 3424 w 6343"/>
                  <a:gd name="connsiteY4" fmla="*/ 133 h 6345"/>
                  <a:gd name="connsiteX5" fmla="*/ 1182 w 6343"/>
                  <a:gd name="connsiteY5" fmla="*/ 1062 h 6345"/>
                  <a:gd name="connsiteX6" fmla="*/ 253 w 6343"/>
                  <a:gd name="connsiteY6" fmla="*/ 3306 h 6345"/>
                  <a:gd name="connsiteX7" fmla="*/ 1182 w 6343"/>
                  <a:gd name="connsiteY7" fmla="*/ 5549 h 6345"/>
                  <a:gd name="connsiteX8" fmla="*/ 342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8"/>
                    </a:moveTo>
                    <a:cubicBezTo>
                      <a:pt x="4265" y="6478"/>
                      <a:pt x="5072" y="6144"/>
                      <a:pt x="5667" y="5549"/>
                    </a:cubicBezTo>
                    <a:cubicBezTo>
                      <a:pt x="6262" y="4954"/>
                      <a:pt x="6596" y="4147"/>
                      <a:pt x="6596" y="3306"/>
                    </a:cubicBezTo>
                    <a:cubicBezTo>
                      <a:pt x="6596" y="2464"/>
                      <a:pt x="6262" y="1657"/>
                      <a:pt x="5667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2" y="1062"/>
                    </a:cubicBezTo>
                    <a:cubicBezTo>
                      <a:pt x="587" y="1657"/>
                      <a:pt x="253" y="2464"/>
                      <a:pt x="253" y="3306"/>
                    </a:cubicBezTo>
                    <a:cubicBezTo>
                      <a:pt x="253" y="4147"/>
                      <a:pt x="587" y="4954"/>
                      <a:pt x="1182" y="5549"/>
                    </a:cubicBezTo>
                    <a:cubicBezTo>
                      <a:pt x="1776" y="6144"/>
                      <a:pt x="2583" y="6478"/>
                      <a:pt x="342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499" name="Freeform: Shape 7498">
                <a:extLst>
                  <a:ext uri="{FF2B5EF4-FFF2-40B4-BE49-F238E27FC236}">
                    <a16:creationId xmlns:a16="http://schemas.microsoft.com/office/drawing/2014/main" id="{D501BBCC-49B9-244E-FF14-F0A6B9E62069}"/>
                  </a:ext>
                </a:extLst>
              </p:cNvPr>
              <p:cNvSpPr/>
              <p:nvPr/>
            </p:nvSpPr>
            <p:spPr>
              <a:xfrm>
                <a:off x="9645806" y="5162878"/>
                <a:ext cx="6343" cy="6345"/>
              </a:xfrm>
              <a:custGeom>
                <a:avLst/>
                <a:gdLst>
                  <a:gd name="connsiteX0" fmla="*/ 3427 w 6343"/>
                  <a:gd name="connsiteY0" fmla="*/ 6478 h 6345"/>
                  <a:gd name="connsiteX1" fmla="*/ 5669 w 6343"/>
                  <a:gd name="connsiteY1" fmla="*/ 5549 h 6345"/>
                  <a:gd name="connsiteX2" fmla="*/ 6598 w 6343"/>
                  <a:gd name="connsiteY2" fmla="*/ 3305 h 6345"/>
                  <a:gd name="connsiteX3" fmla="*/ 5669 w 6343"/>
                  <a:gd name="connsiteY3" fmla="*/ 1062 h 6345"/>
                  <a:gd name="connsiteX4" fmla="*/ 3427 w 6343"/>
                  <a:gd name="connsiteY4" fmla="*/ 133 h 6345"/>
                  <a:gd name="connsiteX5" fmla="*/ 1184 w 6343"/>
                  <a:gd name="connsiteY5" fmla="*/ 1062 h 6345"/>
                  <a:gd name="connsiteX6" fmla="*/ 255 w 6343"/>
                  <a:gd name="connsiteY6" fmla="*/ 3305 h 6345"/>
                  <a:gd name="connsiteX7" fmla="*/ 1184 w 6343"/>
                  <a:gd name="connsiteY7" fmla="*/ 5549 h 6345"/>
                  <a:gd name="connsiteX8" fmla="*/ 342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8"/>
                    </a:moveTo>
                    <a:cubicBezTo>
                      <a:pt x="4268" y="6478"/>
                      <a:pt x="5075" y="6144"/>
                      <a:pt x="5669" y="5549"/>
                    </a:cubicBezTo>
                    <a:cubicBezTo>
                      <a:pt x="6264" y="4954"/>
                      <a:pt x="6598" y="4147"/>
                      <a:pt x="6598" y="3305"/>
                    </a:cubicBezTo>
                    <a:cubicBezTo>
                      <a:pt x="6598" y="2464"/>
                      <a:pt x="6264" y="1657"/>
                      <a:pt x="5669" y="1062"/>
                    </a:cubicBezTo>
                    <a:cubicBezTo>
                      <a:pt x="5075" y="467"/>
                      <a:pt x="4268" y="133"/>
                      <a:pt x="3427" y="133"/>
                    </a:cubicBezTo>
                    <a:cubicBezTo>
                      <a:pt x="2586" y="133"/>
                      <a:pt x="1779" y="467"/>
                      <a:pt x="1184" y="1062"/>
                    </a:cubicBezTo>
                    <a:cubicBezTo>
                      <a:pt x="589" y="1657"/>
                      <a:pt x="255" y="2464"/>
                      <a:pt x="255" y="3305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6" y="6478"/>
                      <a:pt x="342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00" name="Freeform: Shape 7499">
                <a:extLst>
                  <a:ext uri="{FF2B5EF4-FFF2-40B4-BE49-F238E27FC236}">
                    <a16:creationId xmlns:a16="http://schemas.microsoft.com/office/drawing/2014/main" id="{BDB6A3A2-330D-A2CD-3FA2-7DB0D3874E59}"/>
                  </a:ext>
                </a:extLst>
              </p:cNvPr>
              <p:cNvSpPr/>
              <p:nvPr/>
            </p:nvSpPr>
            <p:spPr>
              <a:xfrm>
                <a:off x="9645255" y="5164984"/>
                <a:ext cx="6343" cy="6345"/>
              </a:xfrm>
              <a:custGeom>
                <a:avLst/>
                <a:gdLst>
                  <a:gd name="connsiteX0" fmla="*/ 3427 w 6343"/>
                  <a:gd name="connsiteY0" fmla="*/ 6478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2 h 6345"/>
                  <a:gd name="connsiteX4" fmla="*/ 3427 w 6343"/>
                  <a:gd name="connsiteY4" fmla="*/ 133 h 6345"/>
                  <a:gd name="connsiteX5" fmla="*/ 1184 w 6343"/>
                  <a:gd name="connsiteY5" fmla="*/ 1062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8"/>
                    </a:moveTo>
                    <a:cubicBezTo>
                      <a:pt x="4268" y="6478"/>
                      <a:pt x="5075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4"/>
                      <a:pt x="6264" y="1657"/>
                      <a:pt x="5669" y="1062"/>
                    </a:cubicBezTo>
                    <a:cubicBezTo>
                      <a:pt x="5075" y="467"/>
                      <a:pt x="4268" y="133"/>
                      <a:pt x="3427" y="133"/>
                    </a:cubicBezTo>
                    <a:cubicBezTo>
                      <a:pt x="2586" y="133"/>
                      <a:pt x="1779" y="467"/>
                      <a:pt x="1184" y="1062"/>
                    </a:cubicBezTo>
                    <a:cubicBezTo>
                      <a:pt x="589" y="1657"/>
                      <a:pt x="255" y="2464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6" y="6478"/>
                      <a:pt x="342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01" name="Freeform: Shape 7500">
                <a:extLst>
                  <a:ext uri="{FF2B5EF4-FFF2-40B4-BE49-F238E27FC236}">
                    <a16:creationId xmlns:a16="http://schemas.microsoft.com/office/drawing/2014/main" id="{5E0AF397-8D3D-987A-7811-BA5DA1E028F3}"/>
                  </a:ext>
                </a:extLst>
              </p:cNvPr>
              <p:cNvSpPr/>
              <p:nvPr/>
            </p:nvSpPr>
            <p:spPr>
              <a:xfrm>
                <a:off x="9647504" y="5165295"/>
                <a:ext cx="6343" cy="6345"/>
              </a:xfrm>
              <a:custGeom>
                <a:avLst/>
                <a:gdLst>
                  <a:gd name="connsiteX0" fmla="*/ 3427 w 6343"/>
                  <a:gd name="connsiteY0" fmla="*/ 6478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2 h 6345"/>
                  <a:gd name="connsiteX4" fmla="*/ 3427 w 6343"/>
                  <a:gd name="connsiteY4" fmla="*/ 133 h 6345"/>
                  <a:gd name="connsiteX5" fmla="*/ 1184 w 6343"/>
                  <a:gd name="connsiteY5" fmla="*/ 1062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8"/>
                    </a:moveTo>
                    <a:cubicBezTo>
                      <a:pt x="4268" y="6478"/>
                      <a:pt x="5075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4"/>
                      <a:pt x="6264" y="1657"/>
                      <a:pt x="5669" y="1062"/>
                    </a:cubicBezTo>
                    <a:cubicBezTo>
                      <a:pt x="5075" y="467"/>
                      <a:pt x="4268" y="133"/>
                      <a:pt x="3427" y="133"/>
                    </a:cubicBezTo>
                    <a:cubicBezTo>
                      <a:pt x="2586" y="133"/>
                      <a:pt x="1779" y="467"/>
                      <a:pt x="1184" y="1062"/>
                    </a:cubicBezTo>
                    <a:cubicBezTo>
                      <a:pt x="589" y="1657"/>
                      <a:pt x="255" y="2464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6" y="6478"/>
                      <a:pt x="342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02" name="Freeform: Shape 7501">
                <a:extLst>
                  <a:ext uri="{FF2B5EF4-FFF2-40B4-BE49-F238E27FC236}">
                    <a16:creationId xmlns:a16="http://schemas.microsoft.com/office/drawing/2014/main" id="{0571FAEE-21BA-6E0A-C214-C13E9EF6B5D3}"/>
                  </a:ext>
                </a:extLst>
              </p:cNvPr>
              <p:cNvSpPr/>
              <p:nvPr/>
            </p:nvSpPr>
            <p:spPr>
              <a:xfrm>
                <a:off x="9107033" y="5161442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5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5 h 6345"/>
                  <a:gd name="connsiteX7" fmla="*/ 1142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7" y="5549"/>
                    </a:cubicBezTo>
                    <a:cubicBezTo>
                      <a:pt x="6222" y="4954"/>
                      <a:pt x="6556" y="4147"/>
                      <a:pt x="6556" y="3305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2" y="1062"/>
                    </a:cubicBezTo>
                    <a:cubicBezTo>
                      <a:pt x="547" y="1657"/>
                      <a:pt x="213" y="2464"/>
                      <a:pt x="213" y="3305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03" name="Freeform: Shape 7502">
                <a:extLst>
                  <a:ext uri="{FF2B5EF4-FFF2-40B4-BE49-F238E27FC236}">
                    <a16:creationId xmlns:a16="http://schemas.microsoft.com/office/drawing/2014/main" id="{8E98693C-1C89-2587-D320-1D97A4EA0FC6}"/>
                  </a:ext>
                </a:extLst>
              </p:cNvPr>
              <p:cNvSpPr/>
              <p:nvPr/>
            </p:nvSpPr>
            <p:spPr>
              <a:xfrm>
                <a:off x="9112400" y="5161194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5 h 6345"/>
                  <a:gd name="connsiteX3" fmla="*/ 5627 w 6343"/>
                  <a:gd name="connsiteY3" fmla="*/ 1062 h 6345"/>
                  <a:gd name="connsiteX4" fmla="*/ 3385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5 h 6345"/>
                  <a:gd name="connsiteX7" fmla="*/ 1142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7" y="5549"/>
                    </a:cubicBezTo>
                    <a:cubicBezTo>
                      <a:pt x="6222" y="4954"/>
                      <a:pt x="6556" y="4147"/>
                      <a:pt x="6556" y="3305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2" y="1062"/>
                    </a:cubicBezTo>
                    <a:cubicBezTo>
                      <a:pt x="547" y="1657"/>
                      <a:pt x="213" y="2464"/>
                      <a:pt x="213" y="3305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04" name="Freeform: Shape 7503">
                <a:extLst>
                  <a:ext uri="{FF2B5EF4-FFF2-40B4-BE49-F238E27FC236}">
                    <a16:creationId xmlns:a16="http://schemas.microsoft.com/office/drawing/2014/main" id="{72B7EEE1-5228-2B12-DB0E-081A82564AD3}"/>
                  </a:ext>
                </a:extLst>
              </p:cNvPr>
              <p:cNvSpPr/>
              <p:nvPr/>
            </p:nvSpPr>
            <p:spPr>
              <a:xfrm>
                <a:off x="9120112" y="5161967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5 h 6345"/>
                  <a:gd name="connsiteX3" fmla="*/ 5628 w 6343"/>
                  <a:gd name="connsiteY3" fmla="*/ 1062 h 6345"/>
                  <a:gd name="connsiteX4" fmla="*/ 3385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5 h 6345"/>
                  <a:gd name="connsiteX7" fmla="*/ 1143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8" y="5549"/>
                    </a:cubicBezTo>
                    <a:cubicBezTo>
                      <a:pt x="6223" y="4954"/>
                      <a:pt x="6557" y="4147"/>
                      <a:pt x="6557" y="3305"/>
                    </a:cubicBezTo>
                    <a:cubicBezTo>
                      <a:pt x="6557" y="2464"/>
                      <a:pt x="6223" y="1657"/>
                      <a:pt x="5628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3" y="1062"/>
                    </a:cubicBezTo>
                    <a:cubicBezTo>
                      <a:pt x="548" y="1657"/>
                      <a:pt x="214" y="2464"/>
                      <a:pt x="214" y="3305"/>
                    </a:cubicBezTo>
                    <a:cubicBezTo>
                      <a:pt x="214" y="4147"/>
                      <a:pt x="548" y="4954"/>
                      <a:pt x="1143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05" name="Freeform: Shape 7504">
                <a:extLst>
                  <a:ext uri="{FF2B5EF4-FFF2-40B4-BE49-F238E27FC236}">
                    <a16:creationId xmlns:a16="http://schemas.microsoft.com/office/drawing/2014/main" id="{F3B601C3-3E8B-85F4-69C5-E85270D9BFB3}"/>
                  </a:ext>
                </a:extLst>
              </p:cNvPr>
              <p:cNvSpPr/>
              <p:nvPr/>
            </p:nvSpPr>
            <p:spPr>
              <a:xfrm>
                <a:off x="9122876" y="5160786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5 h 6345"/>
                  <a:gd name="connsiteX3" fmla="*/ 5628 w 6343"/>
                  <a:gd name="connsiteY3" fmla="*/ 1062 h 6345"/>
                  <a:gd name="connsiteX4" fmla="*/ 3385 w 6343"/>
                  <a:gd name="connsiteY4" fmla="*/ 132 h 6345"/>
                  <a:gd name="connsiteX5" fmla="*/ 1143 w 6343"/>
                  <a:gd name="connsiteY5" fmla="*/ 1062 h 6345"/>
                  <a:gd name="connsiteX6" fmla="*/ 214 w 6343"/>
                  <a:gd name="connsiteY6" fmla="*/ 3305 h 6345"/>
                  <a:gd name="connsiteX7" fmla="*/ 1143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7" y="6478"/>
                      <a:pt x="5033" y="6144"/>
                      <a:pt x="5628" y="5549"/>
                    </a:cubicBezTo>
                    <a:cubicBezTo>
                      <a:pt x="6223" y="4954"/>
                      <a:pt x="6557" y="4147"/>
                      <a:pt x="6557" y="3305"/>
                    </a:cubicBezTo>
                    <a:cubicBezTo>
                      <a:pt x="6557" y="2464"/>
                      <a:pt x="6223" y="1657"/>
                      <a:pt x="5628" y="1062"/>
                    </a:cubicBezTo>
                    <a:cubicBezTo>
                      <a:pt x="5033" y="467"/>
                      <a:pt x="4227" y="132"/>
                      <a:pt x="3385" y="132"/>
                    </a:cubicBezTo>
                    <a:cubicBezTo>
                      <a:pt x="2544" y="132"/>
                      <a:pt x="1738" y="467"/>
                      <a:pt x="1143" y="1062"/>
                    </a:cubicBezTo>
                    <a:cubicBezTo>
                      <a:pt x="548" y="1657"/>
                      <a:pt x="214" y="2464"/>
                      <a:pt x="214" y="3305"/>
                    </a:cubicBezTo>
                    <a:cubicBezTo>
                      <a:pt x="214" y="4147"/>
                      <a:pt x="548" y="4954"/>
                      <a:pt x="1143" y="5549"/>
                    </a:cubicBezTo>
                    <a:cubicBezTo>
                      <a:pt x="1738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06" name="Freeform: Shape 7505">
                <a:extLst>
                  <a:ext uri="{FF2B5EF4-FFF2-40B4-BE49-F238E27FC236}">
                    <a16:creationId xmlns:a16="http://schemas.microsoft.com/office/drawing/2014/main" id="{EE04DF6C-4A9A-3A62-EE50-7C32E6C42389}"/>
                  </a:ext>
                </a:extLst>
              </p:cNvPr>
              <p:cNvSpPr/>
              <p:nvPr/>
            </p:nvSpPr>
            <p:spPr>
              <a:xfrm>
                <a:off x="9129641" y="5161322"/>
                <a:ext cx="6343" cy="6345"/>
              </a:xfrm>
              <a:custGeom>
                <a:avLst/>
                <a:gdLst>
                  <a:gd name="connsiteX0" fmla="*/ 3386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5 h 6345"/>
                  <a:gd name="connsiteX3" fmla="*/ 5629 w 6343"/>
                  <a:gd name="connsiteY3" fmla="*/ 1062 h 6345"/>
                  <a:gd name="connsiteX4" fmla="*/ 3386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5 h 6345"/>
                  <a:gd name="connsiteX7" fmla="*/ 1143 w 6343"/>
                  <a:gd name="connsiteY7" fmla="*/ 5549 h 6345"/>
                  <a:gd name="connsiteX8" fmla="*/ 338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8"/>
                    </a:moveTo>
                    <a:cubicBezTo>
                      <a:pt x="4227" y="6478"/>
                      <a:pt x="5034" y="6144"/>
                      <a:pt x="5629" y="5549"/>
                    </a:cubicBezTo>
                    <a:cubicBezTo>
                      <a:pt x="6223" y="4954"/>
                      <a:pt x="6558" y="4147"/>
                      <a:pt x="6558" y="3305"/>
                    </a:cubicBezTo>
                    <a:cubicBezTo>
                      <a:pt x="6558" y="2464"/>
                      <a:pt x="6223" y="1657"/>
                      <a:pt x="5629" y="1062"/>
                    </a:cubicBezTo>
                    <a:cubicBezTo>
                      <a:pt x="5034" y="467"/>
                      <a:pt x="4227" y="133"/>
                      <a:pt x="3386" y="133"/>
                    </a:cubicBezTo>
                    <a:cubicBezTo>
                      <a:pt x="2545" y="133"/>
                      <a:pt x="1738" y="467"/>
                      <a:pt x="1143" y="1062"/>
                    </a:cubicBezTo>
                    <a:cubicBezTo>
                      <a:pt x="549" y="1657"/>
                      <a:pt x="214" y="2464"/>
                      <a:pt x="214" y="3305"/>
                    </a:cubicBezTo>
                    <a:cubicBezTo>
                      <a:pt x="214" y="4147"/>
                      <a:pt x="549" y="4954"/>
                      <a:pt x="1143" y="5549"/>
                    </a:cubicBezTo>
                    <a:cubicBezTo>
                      <a:pt x="1738" y="6144"/>
                      <a:pt x="2545" y="6478"/>
                      <a:pt x="338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07" name="Freeform: Shape 7506">
                <a:extLst>
                  <a:ext uri="{FF2B5EF4-FFF2-40B4-BE49-F238E27FC236}">
                    <a16:creationId xmlns:a16="http://schemas.microsoft.com/office/drawing/2014/main" id="{F58380AD-CD87-842A-C0B0-C7908B5FAACF}"/>
                  </a:ext>
                </a:extLst>
              </p:cNvPr>
              <p:cNvSpPr/>
              <p:nvPr/>
            </p:nvSpPr>
            <p:spPr>
              <a:xfrm>
                <a:off x="9136843" y="5162131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5 h 6345"/>
                  <a:gd name="connsiteX3" fmla="*/ 5629 w 6343"/>
                  <a:gd name="connsiteY3" fmla="*/ 1062 h 6345"/>
                  <a:gd name="connsiteX4" fmla="*/ 3387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5 h 6345"/>
                  <a:gd name="connsiteX7" fmla="*/ 1144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4" y="6144"/>
                      <a:pt x="5629" y="5549"/>
                    </a:cubicBezTo>
                    <a:cubicBezTo>
                      <a:pt x="6224" y="4954"/>
                      <a:pt x="6558" y="4147"/>
                      <a:pt x="6558" y="3305"/>
                    </a:cubicBezTo>
                    <a:cubicBezTo>
                      <a:pt x="6558" y="2464"/>
                      <a:pt x="6224" y="1657"/>
                      <a:pt x="5629" y="1062"/>
                    </a:cubicBezTo>
                    <a:cubicBezTo>
                      <a:pt x="5034" y="467"/>
                      <a:pt x="4228" y="133"/>
                      <a:pt x="3387" y="133"/>
                    </a:cubicBezTo>
                    <a:cubicBezTo>
                      <a:pt x="2545" y="133"/>
                      <a:pt x="1739" y="467"/>
                      <a:pt x="1144" y="1062"/>
                    </a:cubicBezTo>
                    <a:cubicBezTo>
                      <a:pt x="549" y="1657"/>
                      <a:pt x="215" y="2464"/>
                      <a:pt x="215" y="3305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9" y="6144"/>
                      <a:pt x="2545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08" name="Freeform: Shape 7507">
                <a:extLst>
                  <a:ext uri="{FF2B5EF4-FFF2-40B4-BE49-F238E27FC236}">
                    <a16:creationId xmlns:a16="http://schemas.microsoft.com/office/drawing/2014/main" id="{24142F10-AC2A-CE24-2BAE-1D33A65693FB}"/>
                  </a:ext>
                </a:extLst>
              </p:cNvPr>
              <p:cNvSpPr/>
              <p:nvPr/>
            </p:nvSpPr>
            <p:spPr>
              <a:xfrm>
                <a:off x="9144592" y="5163271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5 h 6345"/>
                  <a:gd name="connsiteX3" fmla="*/ 5630 w 6343"/>
                  <a:gd name="connsiteY3" fmla="*/ 1062 h 6345"/>
                  <a:gd name="connsiteX4" fmla="*/ 3387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5 h 6345"/>
                  <a:gd name="connsiteX7" fmla="*/ 1145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30" y="5549"/>
                    </a:cubicBezTo>
                    <a:cubicBezTo>
                      <a:pt x="6225" y="4954"/>
                      <a:pt x="6559" y="4147"/>
                      <a:pt x="6559" y="3305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5" y="1062"/>
                    </a:cubicBezTo>
                    <a:cubicBezTo>
                      <a:pt x="550" y="1657"/>
                      <a:pt x="216" y="2464"/>
                      <a:pt x="216" y="3305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09" name="Freeform: Shape 7508">
                <a:extLst>
                  <a:ext uri="{FF2B5EF4-FFF2-40B4-BE49-F238E27FC236}">
                    <a16:creationId xmlns:a16="http://schemas.microsoft.com/office/drawing/2014/main" id="{91BC4FA4-90C5-67B8-0382-7D0B3C27736A}"/>
                  </a:ext>
                </a:extLst>
              </p:cNvPr>
              <p:cNvSpPr/>
              <p:nvPr/>
            </p:nvSpPr>
            <p:spPr>
              <a:xfrm>
                <a:off x="9149820" y="5163395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5 h 6345"/>
                  <a:gd name="connsiteX3" fmla="*/ 5630 w 6343"/>
                  <a:gd name="connsiteY3" fmla="*/ 1062 h 6345"/>
                  <a:gd name="connsiteX4" fmla="*/ 3388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5 h 6345"/>
                  <a:gd name="connsiteX7" fmla="*/ 1145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5" y="6144"/>
                      <a:pt x="5630" y="5549"/>
                    </a:cubicBezTo>
                    <a:cubicBezTo>
                      <a:pt x="6225" y="4954"/>
                      <a:pt x="6559" y="4147"/>
                      <a:pt x="6559" y="3305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5" y="467"/>
                      <a:pt x="4229" y="133"/>
                      <a:pt x="3388" y="133"/>
                    </a:cubicBezTo>
                    <a:cubicBezTo>
                      <a:pt x="2546" y="133"/>
                      <a:pt x="1740" y="467"/>
                      <a:pt x="1145" y="1062"/>
                    </a:cubicBezTo>
                    <a:cubicBezTo>
                      <a:pt x="550" y="1657"/>
                      <a:pt x="216" y="2464"/>
                      <a:pt x="216" y="3305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40" y="6144"/>
                      <a:pt x="2546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10" name="Freeform: Shape 7509">
                <a:extLst>
                  <a:ext uri="{FF2B5EF4-FFF2-40B4-BE49-F238E27FC236}">
                    <a16:creationId xmlns:a16="http://schemas.microsoft.com/office/drawing/2014/main" id="{EA180C10-1702-280F-2262-E6C7E559CCA7}"/>
                  </a:ext>
                </a:extLst>
              </p:cNvPr>
              <p:cNvSpPr/>
              <p:nvPr/>
            </p:nvSpPr>
            <p:spPr>
              <a:xfrm>
                <a:off x="9155036" y="5163578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5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5 h 6345"/>
                  <a:gd name="connsiteX7" fmla="*/ 1145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6" y="6144"/>
                      <a:pt x="5631" y="5549"/>
                    </a:cubicBezTo>
                    <a:cubicBezTo>
                      <a:pt x="6225" y="4954"/>
                      <a:pt x="6560" y="4147"/>
                      <a:pt x="6560" y="3305"/>
                    </a:cubicBezTo>
                    <a:cubicBezTo>
                      <a:pt x="6560" y="2464"/>
                      <a:pt x="6225" y="1657"/>
                      <a:pt x="5631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5" y="1062"/>
                    </a:cubicBezTo>
                    <a:cubicBezTo>
                      <a:pt x="551" y="1657"/>
                      <a:pt x="216" y="2464"/>
                      <a:pt x="216" y="3305"/>
                    </a:cubicBezTo>
                    <a:cubicBezTo>
                      <a:pt x="216" y="4147"/>
                      <a:pt x="551" y="4954"/>
                      <a:pt x="1145" y="5549"/>
                    </a:cubicBezTo>
                    <a:cubicBezTo>
                      <a:pt x="1740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11" name="Freeform: Shape 7510">
                <a:extLst>
                  <a:ext uri="{FF2B5EF4-FFF2-40B4-BE49-F238E27FC236}">
                    <a16:creationId xmlns:a16="http://schemas.microsoft.com/office/drawing/2014/main" id="{73B83E13-2EAE-BFDA-B90B-506BD43C2378}"/>
                  </a:ext>
                </a:extLst>
              </p:cNvPr>
              <p:cNvSpPr/>
              <p:nvPr/>
            </p:nvSpPr>
            <p:spPr>
              <a:xfrm>
                <a:off x="9158998" y="5163251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5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6" y="6144"/>
                      <a:pt x="5631" y="5549"/>
                    </a:cubicBezTo>
                    <a:cubicBezTo>
                      <a:pt x="6226" y="4954"/>
                      <a:pt x="6560" y="4147"/>
                      <a:pt x="6560" y="3305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6" y="1062"/>
                    </a:cubicBezTo>
                    <a:cubicBezTo>
                      <a:pt x="551" y="1657"/>
                      <a:pt x="217" y="2464"/>
                      <a:pt x="217" y="3305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0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12" name="Freeform: Shape 7511">
                <a:extLst>
                  <a:ext uri="{FF2B5EF4-FFF2-40B4-BE49-F238E27FC236}">
                    <a16:creationId xmlns:a16="http://schemas.microsoft.com/office/drawing/2014/main" id="{6D70372C-267A-27ED-55D2-4D79EF61F69F}"/>
                  </a:ext>
                </a:extLst>
              </p:cNvPr>
              <p:cNvSpPr/>
              <p:nvPr/>
            </p:nvSpPr>
            <p:spPr>
              <a:xfrm>
                <a:off x="9163684" y="5163309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5 h 6345"/>
                  <a:gd name="connsiteX3" fmla="*/ 5631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1" y="5549"/>
                    </a:cubicBezTo>
                    <a:cubicBezTo>
                      <a:pt x="6226" y="4954"/>
                      <a:pt x="6560" y="4147"/>
                      <a:pt x="6560" y="3305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6" y="1062"/>
                    </a:cubicBezTo>
                    <a:cubicBezTo>
                      <a:pt x="551" y="1657"/>
                      <a:pt x="217" y="2464"/>
                      <a:pt x="217" y="3305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13" name="Freeform: Shape 7512">
                <a:extLst>
                  <a:ext uri="{FF2B5EF4-FFF2-40B4-BE49-F238E27FC236}">
                    <a16:creationId xmlns:a16="http://schemas.microsoft.com/office/drawing/2014/main" id="{88D048A7-FED5-6EE7-C77D-34C6A2F6A63B}"/>
                  </a:ext>
                </a:extLst>
              </p:cNvPr>
              <p:cNvSpPr/>
              <p:nvPr/>
            </p:nvSpPr>
            <p:spPr>
              <a:xfrm>
                <a:off x="9168078" y="5163287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5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2" y="5549"/>
                    </a:cubicBezTo>
                    <a:cubicBezTo>
                      <a:pt x="6226" y="4954"/>
                      <a:pt x="6561" y="4147"/>
                      <a:pt x="6561" y="3305"/>
                    </a:cubicBezTo>
                    <a:cubicBezTo>
                      <a:pt x="6561" y="2464"/>
                      <a:pt x="6226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6" y="1062"/>
                    </a:cubicBezTo>
                    <a:cubicBezTo>
                      <a:pt x="552" y="1657"/>
                      <a:pt x="217" y="2464"/>
                      <a:pt x="217" y="3305"/>
                    </a:cubicBezTo>
                    <a:cubicBezTo>
                      <a:pt x="217" y="4147"/>
                      <a:pt x="552" y="4954"/>
                      <a:pt x="1146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14" name="Freeform: Shape 7513">
                <a:extLst>
                  <a:ext uri="{FF2B5EF4-FFF2-40B4-BE49-F238E27FC236}">
                    <a16:creationId xmlns:a16="http://schemas.microsoft.com/office/drawing/2014/main" id="{ED6C19A0-8636-D954-3109-AFE3E0645309}"/>
                  </a:ext>
                </a:extLst>
              </p:cNvPr>
              <p:cNvSpPr/>
              <p:nvPr/>
            </p:nvSpPr>
            <p:spPr>
              <a:xfrm>
                <a:off x="9173635" y="5163878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5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5 h 6345"/>
                  <a:gd name="connsiteX7" fmla="*/ 1147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1" y="6478"/>
                      <a:pt x="5037" y="6144"/>
                      <a:pt x="5632" y="5549"/>
                    </a:cubicBezTo>
                    <a:cubicBezTo>
                      <a:pt x="6227" y="4954"/>
                      <a:pt x="6561" y="4147"/>
                      <a:pt x="6561" y="3305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7" y="467"/>
                      <a:pt x="4231" y="133"/>
                      <a:pt x="3389" y="133"/>
                    </a:cubicBezTo>
                    <a:cubicBezTo>
                      <a:pt x="2548" y="133"/>
                      <a:pt x="1742" y="467"/>
                      <a:pt x="1147" y="1062"/>
                    </a:cubicBezTo>
                    <a:cubicBezTo>
                      <a:pt x="552" y="1657"/>
                      <a:pt x="218" y="2464"/>
                      <a:pt x="218" y="3305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2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15" name="Freeform: Shape 7514">
                <a:extLst>
                  <a:ext uri="{FF2B5EF4-FFF2-40B4-BE49-F238E27FC236}">
                    <a16:creationId xmlns:a16="http://schemas.microsoft.com/office/drawing/2014/main" id="{79634180-FA1A-B3F2-068B-4F0E27B4AF0E}"/>
                  </a:ext>
                </a:extLst>
              </p:cNvPr>
              <p:cNvSpPr/>
              <p:nvPr/>
            </p:nvSpPr>
            <p:spPr>
              <a:xfrm>
                <a:off x="9177447" y="5163688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5 h 6345"/>
                  <a:gd name="connsiteX3" fmla="*/ 5632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5 h 6345"/>
                  <a:gd name="connsiteX7" fmla="*/ 1147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2" y="5549"/>
                    </a:cubicBezTo>
                    <a:cubicBezTo>
                      <a:pt x="6227" y="4954"/>
                      <a:pt x="6561" y="4147"/>
                      <a:pt x="6561" y="3305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2" y="1657"/>
                      <a:pt x="218" y="2464"/>
                      <a:pt x="218" y="3305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16" name="Freeform: Shape 7515">
                <a:extLst>
                  <a:ext uri="{FF2B5EF4-FFF2-40B4-BE49-F238E27FC236}">
                    <a16:creationId xmlns:a16="http://schemas.microsoft.com/office/drawing/2014/main" id="{E0E2809F-3C7B-F745-3416-75BE4E71347C}"/>
                  </a:ext>
                </a:extLst>
              </p:cNvPr>
              <p:cNvSpPr/>
              <p:nvPr/>
            </p:nvSpPr>
            <p:spPr>
              <a:xfrm>
                <a:off x="9182584" y="5164202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5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5 h 6345"/>
                  <a:gd name="connsiteX7" fmla="*/ 1148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5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8" y="1062"/>
                    </a:cubicBezTo>
                    <a:cubicBezTo>
                      <a:pt x="553" y="1657"/>
                      <a:pt x="219" y="2464"/>
                      <a:pt x="219" y="3305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17" name="Freeform: Shape 7516">
                <a:extLst>
                  <a:ext uri="{FF2B5EF4-FFF2-40B4-BE49-F238E27FC236}">
                    <a16:creationId xmlns:a16="http://schemas.microsoft.com/office/drawing/2014/main" id="{91D71223-0FA0-F8FD-E322-411E503DD3E2}"/>
                  </a:ext>
                </a:extLst>
              </p:cNvPr>
              <p:cNvSpPr/>
              <p:nvPr/>
            </p:nvSpPr>
            <p:spPr>
              <a:xfrm>
                <a:off x="9186930" y="5164383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5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5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5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2" y="133"/>
                      <a:pt x="3391" y="133"/>
                    </a:cubicBezTo>
                    <a:cubicBezTo>
                      <a:pt x="2549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5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49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18" name="Freeform: Shape 7517">
                <a:extLst>
                  <a:ext uri="{FF2B5EF4-FFF2-40B4-BE49-F238E27FC236}">
                    <a16:creationId xmlns:a16="http://schemas.microsoft.com/office/drawing/2014/main" id="{3120E594-07F4-2145-5D69-203D8D0BCCFA}"/>
                  </a:ext>
                </a:extLst>
              </p:cNvPr>
              <p:cNvSpPr/>
              <p:nvPr/>
            </p:nvSpPr>
            <p:spPr>
              <a:xfrm>
                <a:off x="9190766" y="5164358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5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5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3" y="5549"/>
                    </a:cubicBezTo>
                    <a:cubicBezTo>
                      <a:pt x="6228" y="4954"/>
                      <a:pt x="6562" y="4147"/>
                      <a:pt x="6562" y="3305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5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19" name="Freeform: Shape 7518">
                <a:extLst>
                  <a:ext uri="{FF2B5EF4-FFF2-40B4-BE49-F238E27FC236}">
                    <a16:creationId xmlns:a16="http://schemas.microsoft.com/office/drawing/2014/main" id="{68C9BE53-4624-FA48-A334-E6373BBB612B}"/>
                  </a:ext>
                </a:extLst>
              </p:cNvPr>
              <p:cNvSpPr/>
              <p:nvPr/>
            </p:nvSpPr>
            <p:spPr>
              <a:xfrm>
                <a:off x="9194923" y="5164547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20" name="Freeform: Shape 7519">
                <a:extLst>
                  <a:ext uri="{FF2B5EF4-FFF2-40B4-BE49-F238E27FC236}">
                    <a16:creationId xmlns:a16="http://schemas.microsoft.com/office/drawing/2014/main" id="{CD9FCAA8-9ACC-2EAB-D8DD-96443D99DC2D}"/>
                  </a:ext>
                </a:extLst>
              </p:cNvPr>
              <p:cNvSpPr/>
              <p:nvPr/>
            </p:nvSpPr>
            <p:spPr>
              <a:xfrm>
                <a:off x="9198684" y="5164580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3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3" y="133"/>
                      <a:pt x="3391" y="133"/>
                    </a:cubicBezTo>
                    <a:cubicBezTo>
                      <a:pt x="2550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21" name="Freeform: Shape 7520">
                <a:extLst>
                  <a:ext uri="{FF2B5EF4-FFF2-40B4-BE49-F238E27FC236}">
                    <a16:creationId xmlns:a16="http://schemas.microsoft.com/office/drawing/2014/main" id="{45673465-2B05-AE8C-A0FF-56BA1B4D1366}"/>
                  </a:ext>
                </a:extLst>
              </p:cNvPr>
              <p:cNvSpPr/>
              <p:nvPr/>
            </p:nvSpPr>
            <p:spPr>
              <a:xfrm>
                <a:off x="9202545" y="5164712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40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1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22" name="Freeform: Shape 7521">
                <a:extLst>
                  <a:ext uri="{FF2B5EF4-FFF2-40B4-BE49-F238E27FC236}">
                    <a16:creationId xmlns:a16="http://schemas.microsoft.com/office/drawing/2014/main" id="{ABC9014D-6F02-5527-0C13-E09A32931CB2}"/>
                  </a:ext>
                </a:extLst>
              </p:cNvPr>
              <p:cNvSpPr/>
              <p:nvPr/>
            </p:nvSpPr>
            <p:spPr>
              <a:xfrm>
                <a:off x="9206776" y="5165094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1 w 6343"/>
                  <a:gd name="connsiteY6" fmla="*/ 3306 h 6345"/>
                  <a:gd name="connsiteX7" fmla="*/ 1149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40" y="6144"/>
                      <a:pt x="5635" y="5549"/>
                    </a:cubicBezTo>
                    <a:cubicBezTo>
                      <a:pt x="6229" y="4954"/>
                      <a:pt x="6564" y="4147"/>
                      <a:pt x="6564" y="3306"/>
                    </a:cubicBezTo>
                    <a:cubicBezTo>
                      <a:pt x="6564" y="2464"/>
                      <a:pt x="6229" y="1657"/>
                      <a:pt x="5635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49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49" y="5549"/>
                    </a:cubicBezTo>
                    <a:cubicBezTo>
                      <a:pt x="1744" y="6144"/>
                      <a:pt x="2551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23" name="Freeform: Shape 7522">
                <a:extLst>
                  <a:ext uri="{FF2B5EF4-FFF2-40B4-BE49-F238E27FC236}">
                    <a16:creationId xmlns:a16="http://schemas.microsoft.com/office/drawing/2014/main" id="{A1FE6DEF-0FAC-27DC-EB09-E67E52BD8C72}"/>
                  </a:ext>
                </a:extLst>
              </p:cNvPr>
              <p:cNvSpPr/>
              <p:nvPr/>
            </p:nvSpPr>
            <p:spPr>
              <a:xfrm>
                <a:off x="9210178" y="5165074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40" y="6144"/>
                      <a:pt x="5635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5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50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50" y="5549"/>
                    </a:cubicBezTo>
                    <a:cubicBezTo>
                      <a:pt x="1744" y="6144"/>
                      <a:pt x="2551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24" name="Freeform: Shape 7523">
                <a:extLst>
                  <a:ext uri="{FF2B5EF4-FFF2-40B4-BE49-F238E27FC236}">
                    <a16:creationId xmlns:a16="http://schemas.microsoft.com/office/drawing/2014/main" id="{E0123014-3954-C841-DFB5-3F9AC291FADD}"/>
                  </a:ext>
                </a:extLst>
              </p:cNvPr>
              <p:cNvSpPr/>
              <p:nvPr/>
            </p:nvSpPr>
            <p:spPr>
              <a:xfrm>
                <a:off x="9213030" y="5164789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0" y="6144"/>
                      <a:pt x="5635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5" y="1062"/>
                    </a:cubicBezTo>
                    <a:cubicBezTo>
                      <a:pt x="5040" y="467"/>
                      <a:pt x="4234" y="133"/>
                      <a:pt x="3393" y="133"/>
                    </a:cubicBezTo>
                    <a:cubicBezTo>
                      <a:pt x="2551" y="133"/>
                      <a:pt x="1745" y="467"/>
                      <a:pt x="1150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50" y="5549"/>
                    </a:cubicBezTo>
                    <a:cubicBezTo>
                      <a:pt x="1745" y="6144"/>
                      <a:pt x="2551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25" name="Freeform: Shape 7524">
                <a:extLst>
                  <a:ext uri="{FF2B5EF4-FFF2-40B4-BE49-F238E27FC236}">
                    <a16:creationId xmlns:a16="http://schemas.microsoft.com/office/drawing/2014/main" id="{23F83C19-4455-971B-9DAB-94BFBECFDFAD}"/>
                  </a:ext>
                </a:extLst>
              </p:cNvPr>
              <p:cNvSpPr/>
              <p:nvPr/>
            </p:nvSpPr>
            <p:spPr>
              <a:xfrm>
                <a:off x="9217225" y="5165298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4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0" y="1062"/>
                    </a:cubicBezTo>
                    <a:cubicBezTo>
                      <a:pt x="556" y="1657"/>
                      <a:pt x="221" y="2464"/>
                      <a:pt x="221" y="3306"/>
                    </a:cubicBezTo>
                    <a:cubicBezTo>
                      <a:pt x="221" y="4147"/>
                      <a:pt x="556" y="4954"/>
                      <a:pt x="1150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26" name="Freeform: Shape 7525">
                <a:extLst>
                  <a:ext uri="{FF2B5EF4-FFF2-40B4-BE49-F238E27FC236}">
                    <a16:creationId xmlns:a16="http://schemas.microsoft.com/office/drawing/2014/main" id="{2E50AD33-9252-CE83-9843-763E8378588C}"/>
                  </a:ext>
                </a:extLst>
              </p:cNvPr>
              <p:cNvSpPr/>
              <p:nvPr/>
            </p:nvSpPr>
            <p:spPr>
              <a:xfrm>
                <a:off x="9221460" y="5165885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27" name="Freeform: Shape 7526">
                <a:extLst>
                  <a:ext uri="{FF2B5EF4-FFF2-40B4-BE49-F238E27FC236}">
                    <a16:creationId xmlns:a16="http://schemas.microsoft.com/office/drawing/2014/main" id="{3CD343CD-D561-66EE-547D-8863BD572589}"/>
                  </a:ext>
                </a:extLst>
              </p:cNvPr>
              <p:cNvSpPr/>
              <p:nvPr/>
            </p:nvSpPr>
            <p:spPr>
              <a:xfrm>
                <a:off x="9224392" y="5165768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5" y="6478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5" y="133"/>
                      <a:pt x="3393" y="133"/>
                    </a:cubicBezTo>
                    <a:cubicBezTo>
                      <a:pt x="2552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28" name="Freeform: Shape 7527">
                <a:extLst>
                  <a:ext uri="{FF2B5EF4-FFF2-40B4-BE49-F238E27FC236}">
                    <a16:creationId xmlns:a16="http://schemas.microsoft.com/office/drawing/2014/main" id="{F8C98569-0890-D556-664B-665FC2017C5C}"/>
                  </a:ext>
                </a:extLst>
              </p:cNvPr>
              <p:cNvSpPr/>
              <p:nvPr/>
            </p:nvSpPr>
            <p:spPr>
              <a:xfrm>
                <a:off x="9227318" y="5165683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29" name="Freeform: Shape 7528">
                <a:extLst>
                  <a:ext uri="{FF2B5EF4-FFF2-40B4-BE49-F238E27FC236}">
                    <a16:creationId xmlns:a16="http://schemas.microsoft.com/office/drawing/2014/main" id="{AAB83856-9FC9-9D7F-D520-ABE7B0CD8FDD}"/>
                  </a:ext>
                </a:extLst>
              </p:cNvPr>
              <p:cNvSpPr/>
              <p:nvPr/>
            </p:nvSpPr>
            <p:spPr>
              <a:xfrm>
                <a:off x="9231140" y="5166172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7" y="5549"/>
                    </a:cubicBezTo>
                    <a:cubicBezTo>
                      <a:pt x="6231" y="4954"/>
                      <a:pt x="6566" y="4147"/>
                      <a:pt x="6566" y="3306"/>
                    </a:cubicBezTo>
                    <a:cubicBezTo>
                      <a:pt x="6566" y="2464"/>
                      <a:pt x="6231" y="1657"/>
                      <a:pt x="5637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7" y="1657"/>
                      <a:pt x="222" y="2464"/>
                      <a:pt x="222" y="3306"/>
                    </a:cubicBezTo>
                    <a:cubicBezTo>
                      <a:pt x="222" y="4147"/>
                      <a:pt x="557" y="4954"/>
                      <a:pt x="1151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30" name="Freeform: Shape 7529">
                <a:extLst>
                  <a:ext uri="{FF2B5EF4-FFF2-40B4-BE49-F238E27FC236}">
                    <a16:creationId xmlns:a16="http://schemas.microsoft.com/office/drawing/2014/main" id="{755DEEB9-D2B4-6290-01DF-88C95D76EE7C}"/>
                  </a:ext>
                </a:extLst>
              </p:cNvPr>
              <p:cNvSpPr/>
              <p:nvPr/>
            </p:nvSpPr>
            <p:spPr>
              <a:xfrm>
                <a:off x="9233571" y="5165864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31" name="Freeform: Shape 7530">
                <a:extLst>
                  <a:ext uri="{FF2B5EF4-FFF2-40B4-BE49-F238E27FC236}">
                    <a16:creationId xmlns:a16="http://schemas.microsoft.com/office/drawing/2014/main" id="{FD5943AC-F019-68FA-08EA-802A46B26627}"/>
                  </a:ext>
                </a:extLst>
              </p:cNvPr>
              <p:cNvSpPr/>
              <p:nvPr/>
            </p:nvSpPr>
            <p:spPr>
              <a:xfrm>
                <a:off x="9236630" y="5165972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6" y="6478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7"/>
                      <a:pt x="4236" y="133"/>
                      <a:pt x="3394" y="133"/>
                    </a:cubicBezTo>
                    <a:cubicBezTo>
                      <a:pt x="2553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32" name="Freeform: Shape 7531">
                <a:extLst>
                  <a:ext uri="{FF2B5EF4-FFF2-40B4-BE49-F238E27FC236}">
                    <a16:creationId xmlns:a16="http://schemas.microsoft.com/office/drawing/2014/main" id="{8DB4636C-F46B-D96E-2790-A0F004E78695}"/>
                  </a:ext>
                </a:extLst>
              </p:cNvPr>
              <p:cNvSpPr/>
              <p:nvPr/>
            </p:nvSpPr>
            <p:spPr>
              <a:xfrm>
                <a:off x="9238629" y="5165456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7"/>
                      <a:pt x="4236" y="133"/>
                      <a:pt x="3395" y="133"/>
                    </a:cubicBezTo>
                    <a:cubicBezTo>
                      <a:pt x="2553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3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33" name="Freeform: Shape 7532">
                <a:extLst>
                  <a:ext uri="{FF2B5EF4-FFF2-40B4-BE49-F238E27FC236}">
                    <a16:creationId xmlns:a16="http://schemas.microsoft.com/office/drawing/2014/main" id="{FCDC4909-AB5E-6C40-03D7-03604227DBDD}"/>
                  </a:ext>
                </a:extLst>
              </p:cNvPr>
              <p:cNvSpPr/>
              <p:nvPr/>
            </p:nvSpPr>
            <p:spPr>
              <a:xfrm>
                <a:off x="9242092" y="5165888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6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8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34" name="Freeform: Shape 7533">
                <a:extLst>
                  <a:ext uri="{FF2B5EF4-FFF2-40B4-BE49-F238E27FC236}">
                    <a16:creationId xmlns:a16="http://schemas.microsoft.com/office/drawing/2014/main" id="{3B09BCE2-6509-0D86-C95D-669B0C8BC581}"/>
                  </a:ext>
                </a:extLst>
              </p:cNvPr>
              <p:cNvSpPr/>
              <p:nvPr/>
            </p:nvSpPr>
            <p:spPr>
              <a:xfrm>
                <a:off x="9244134" y="5165453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8" y="5549"/>
                    </a:cubicBezTo>
                    <a:cubicBezTo>
                      <a:pt x="6232" y="4954"/>
                      <a:pt x="6567" y="4147"/>
                      <a:pt x="6567" y="3306"/>
                    </a:cubicBezTo>
                    <a:cubicBezTo>
                      <a:pt x="6567" y="2464"/>
                      <a:pt x="6232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8" y="1657"/>
                      <a:pt x="223" y="2464"/>
                      <a:pt x="223" y="3306"/>
                    </a:cubicBezTo>
                    <a:cubicBezTo>
                      <a:pt x="223" y="4147"/>
                      <a:pt x="558" y="4954"/>
                      <a:pt x="1152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35" name="Freeform: Shape 7534">
                <a:extLst>
                  <a:ext uri="{FF2B5EF4-FFF2-40B4-BE49-F238E27FC236}">
                    <a16:creationId xmlns:a16="http://schemas.microsoft.com/office/drawing/2014/main" id="{E1E98646-E5A2-9407-8213-2D5B8B202AC3}"/>
                  </a:ext>
                </a:extLst>
              </p:cNvPr>
              <p:cNvSpPr/>
              <p:nvPr/>
            </p:nvSpPr>
            <p:spPr>
              <a:xfrm>
                <a:off x="9246641" y="5165343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36" name="Freeform: Shape 7535">
                <a:extLst>
                  <a:ext uri="{FF2B5EF4-FFF2-40B4-BE49-F238E27FC236}">
                    <a16:creationId xmlns:a16="http://schemas.microsoft.com/office/drawing/2014/main" id="{D9064025-00C2-82FC-C76A-13B006616B5F}"/>
                  </a:ext>
                </a:extLst>
              </p:cNvPr>
              <p:cNvSpPr/>
              <p:nvPr/>
            </p:nvSpPr>
            <p:spPr>
              <a:xfrm>
                <a:off x="9249712" y="5165635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7" y="6478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7"/>
                      <a:pt x="4237" y="133"/>
                      <a:pt x="3395" y="133"/>
                    </a:cubicBezTo>
                    <a:cubicBezTo>
                      <a:pt x="2554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37" name="Freeform: Shape 7536">
                <a:extLst>
                  <a:ext uri="{FF2B5EF4-FFF2-40B4-BE49-F238E27FC236}">
                    <a16:creationId xmlns:a16="http://schemas.microsoft.com/office/drawing/2014/main" id="{2D481538-27E1-5EA5-24CE-2A28DF08F264}"/>
                  </a:ext>
                </a:extLst>
              </p:cNvPr>
              <p:cNvSpPr/>
              <p:nvPr/>
            </p:nvSpPr>
            <p:spPr>
              <a:xfrm>
                <a:off x="9252307" y="5165649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38" name="Freeform: Shape 7537">
                <a:extLst>
                  <a:ext uri="{FF2B5EF4-FFF2-40B4-BE49-F238E27FC236}">
                    <a16:creationId xmlns:a16="http://schemas.microsoft.com/office/drawing/2014/main" id="{16E3FB5B-9BB7-C1E7-8902-9DF1A7FFBE78}"/>
                  </a:ext>
                </a:extLst>
              </p:cNvPr>
              <p:cNvSpPr/>
              <p:nvPr/>
            </p:nvSpPr>
            <p:spPr>
              <a:xfrm>
                <a:off x="9255049" y="5165794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7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9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9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9" y="1657"/>
                      <a:pt x="224" y="2464"/>
                      <a:pt x="224" y="3306"/>
                    </a:cubicBezTo>
                    <a:cubicBezTo>
                      <a:pt x="224" y="4147"/>
                      <a:pt x="559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39" name="Freeform: Shape 7538">
                <a:extLst>
                  <a:ext uri="{FF2B5EF4-FFF2-40B4-BE49-F238E27FC236}">
                    <a16:creationId xmlns:a16="http://schemas.microsoft.com/office/drawing/2014/main" id="{BEBAD4D3-BD64-01D8-9B8B-17D09384D8D1}"/>
                  </a:ext>
                </a:extLst>
              </p:cNvPr>
              <p:cNvSpPr/>
              <p:nvPr/>
            </p:nvSpPr>
            <p:spPr>
              <a:xfrm>
                <a:off x="9257832" y="5166003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5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9" y="5549"/>
                    </a:cubicBezTo>
                    <a:cubicBezTo>
                      <a:pt x="6233" y="4954"/>
                      <a:pt x="6568" y="4147"/>
                      <a:pt x="6568" y="3306"/>
                    </a:cubicBezTo>
                    <a:cubicBezTo>
                      <a:pt x="6568" y="2464"/>
                      <a:pt x="6233" y="1657"/>
                      <a:pt x="5639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40" name="Freeform: Shape 7539">
                <a:extLst>
                  <a:ext uri="{FF2B5EF4-FFF2-40B4-BE49-F238E27FC236}">
                    <a16:creationId xmlns:a16="http://schemas.microsoft.com/office/drawing/2014/main" id="{1FEF151D-C70D-C78B-B0A6-3EEB38D1AD9D}"/>
                  </a:ext>
                </a:extLst>
              </p:cNvPr>
              <p:cNvSpPr/>
              <p:nvPr/>
            </p:nvSpPr>
            <p:spPr>
              <a:xfrm>
                <a:off x="9259945" y="5165782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41" name="Freeform: Shape 7540">
                <a:extLst>
                  <a:ext uri="{FF2B5EF4-FFF2-40B4-BE49-F238E27FC236}">
                    <a16:creationId xmlns:a16="http://schemas.microsoft.com/office/drawing/2014/main" id="{FB5A2630-ABCE-EA0A-CD7C-BF586EB92627}"/>
                  </a:ext>
                </a:extLst>
              </p:cNvPr>
              <p:cNvSpPr/>
              <p:nvPr/>
            </p:nvSpPr>
            <p:spPr>
              <a:xfrm>
                <a:off x="9262407" y="5165831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8" y="6478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4" y="467"/>
                      <a:pt x="4238" y="133"/>
                      <a:pt x="3396" y="133"/>
                    </a:cubicBezTo>
                    <a:cubicBezTo>
                      <a:pt x="2555" y="133"/>
                      <a:pt x="1749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42" name="Freeform: Shape 7541">
                <a:extLst>
                  <a:ext uri="{FF2B5EF4-FFF2-40B4-BE49-F238E27FC236}">
                    <a16:creationId xmlns:a16="http://schemas.microsoft.com/office/drawing/2014/main" id="{CCB8E295-19CA-594C-00C1-454C2F7225DF}"/>
                  </a:ext>
                </a:extLst>
              </p:cNvPr>
              <p:cNvSpPr/>
              <p:nvPr/>
            </p:nvSpPr>
            <p:spPr>
              <a:xfrm>
                <a:off x="9264307" y="5165509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43" name="Freeform: Shape 7542">
                <a:extLst>
                  <a:ext uri="{FF2B5EF4-FFF2-40B4-BE49-F238E27FC236}">
                    <a16:creationId xmlns:a16="http://schemas.microsoft.com/office/drawing/2014/main" id="{0472BEDB-2715-58F0-AEBC-4A89E0A7BE17}"/>
                  </a:ext>
                </a:extLst>
              </p:cNvPr>
              <p:cNvSpPr/>
              <p:nvPr/>
            </p:nvSpPr>
            <p:spPr>
              <a:xfrm>
                <a:off x="9266706" y="5165569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44" name="Freeform: Shape 7543">
                <a:extLst>
                  <a:ext uri="{FF2B5EF4-FFF2-40B4-BE49-F238E27FC236}">
                    <a16:creationId xmlns:a16="http://schemas.microsoft.com/office/drawing/2014/main" id="{5AF7EB9A-360F-5F4A-469A-870254C44442}"/>
                  </a:ext>
                </a:extLst>
              </p:cNvPr>
              <p:cNvSpPr/>
              <p:nvPr/>
            </p:nvSpPr>
            <p:spPr>
              <a:xfrm>
                <a:off x="9269298" y="5165801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4" y="4954"/>
                      <a:pt x="6569" y="4147"/>
                      <a:pt x="6569" y="3306"/>
                    </a:cubicBezTo>
                    <a:cubicBezTo>
                      <a:pt x="6569" y="2464"/>
                      <a:pt x="6234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4" y="1062"/>
                    </a:cubicBezTo>
                    <a:cubicBezTo>
                      <a:pt x="560" y="1657"/>
                      <a:pt x="225" y="2464"/>
                      <a:pt x="225" y="3306"/>
                    </a:cubicBezTo>
                    <a:cubicBezTo>
                      <a:pt x="225" y="4147"/>
                      <a:pt x="560" y="4954"/>
                      <a:pt x="1154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45" name="Freeform: Shape 7544">
                <a:extLst>
                  <a:ext uri="{FF2B5EF4-FFF2-40B4-BE49-F238E27FC236}">
                    <a16:creationId xmlns:a16="http://schemas.microsoft.com/office/drawing/2014/main" id="{778DA296-FE05-6123-9EC9-9FDA76C1745C}"/>
                  </a:ext>
                </a:extLst>
              </p:cNvPr>
              <p:cNvSpPr/>
              <p:nvPr/>
            </p:nvSpPr>
            <p:spPr>
              <a:xfrm>
                <a:off x="9271283" y="5165615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46" name="Freeform: Shape 7545">
                <a:extLst>
                  <a:ext uri="{FF2B5EF4-FFF2-40B4-BE49-F238E27FC236}">
                    <a16:creationId xmlns:a16="http://schemas.microsoft.com/office/drawing/2014/main" id="{9FEE5B3E-F3BC-DCAE-C2A1-0E455C7665DD}"/>
                  </a:ext>
                </a:extLst>
              </p:cNvPr>
              <p:cNvSpPr/>
              <p:nvPr/>
            </p:nvSpPr>
            <p:spPr>
              <a:xfrm>
                <a:off x="9273561" y="5165673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47" name="Freeform: Shape 7546">
                <a:extLst>
                  <a:ext uri="{FF2B5EF4-FFF2-40B4-BE49-F238E27FC236}">
                    <a16:creationId xmlns:a16="http://schemas.microsoft.com/office/drawing/2014/main" id="{B549C401-CB6F-A880-BD86-33DFD0F7C753}"/>
                  </a:ext>
                </a:extLst>
              </p:cNvPr>
              <p:cNvSpPr/>
              <p:nvPr/>
            </p:nvSpPr>
            <p:spPr>
              <a:xfrm>
                <a:off x="9275683" y="5165642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9" y="133"/>
                      <a:pt x="3398" y="133"/>
                    </a:cubicBezTo>
                    <a:cubicBezTo>
                      <a:pt x="2556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6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48" name="Freeform: Shape 7547">
                <a:extLst>
                  <a:ext uri="{FF2B5EF4-FFF2-40B4-BE49-F238E27FC236}">
                    <a16:creationId xmlns:a16="http://schemas.microsoft.com/office/drawing/2014/main" id="{20326661-6FEC-C04E-F996-B03AF84A42A1}"/>
                  </a:ext>
                </a:extLst>
              </p:cNvPr>
              <p:cNvSpPr/>
              <p:nvPr/>
            </p:nvSpPr>
            <p:spPr>
              <a:xfrm>
                <a:off x="9277800" y="5165631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49" name="Freeform: Shape 7548">
                <a:extLst>
                  <a:ext uri="{FF2B5EF4-FFF2-40B4-BE49-F238E27FC236}">
                    <a16:creationId xmlns:a16="http://schemas.microsoft.com/office/drawing/2014/main" id="{B21C4324-587C-1FF5-5D38-CF8C9FF67FE7}"/>
                  </a:ext>
                </a:extLst>
              </p:cNvPr>
              <p:cNvSpPr/>
              <p:nvPr/>
            </p:nvSpPr>
            <p:spPr>
              <a:xfrm>
                <a:off x="9280057" y="5165756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69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50" name="Freeform: Shape 7549">
                <a:extLst>
                  <a:ext uri="{FF2B5EF4-FFF2-40B4-BE49-F238E27FC236}">
                    <a16:creationId xmlns:a16="http://schemas.microsoft.com/office/drawing/2014/main" id="{9883AFC7-3ED6-F119-244A-084761C5B2C5}"/>
                  </a:ext>
                </a:extLst>
              </p:cNvPr>
              <p:cNvSpPr/>
              <p:nvPr/>
            </p:nvSpPr>
            <p:spPr>
              <a:xfrm>
                <a:off x="9282354" y="5165943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5" y="4954"/>
                      <a:pt x="6570" y="4147"/>
                      <a:pt x="6570" y="3306"/>
                    </a:cubicBezTo>
                    <a:cubicBezTo>
                      <a:pt x="6570" y="2464"/>
                      <a:pt x="6235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1" y="1657"/>
                      <a:pt x="226" y="2464"/>
                      <a:pt x="226" y="3306"/>
                    </a:cubicBezTo>
                    <a:cubicBezTo>
                      <a:pt x="226" y="4147"/>
                      <a:pt x="561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51" name="Freeform: Shape 7550">
                <a:extLst>
                  <a:ext uri="{FF2B5EF4-FFF2-40B4-BE49-F238E27FC236}">
                    <a16:creationId xmlns:a16="http://schemas.microsoft.com/office/drawing/2014/main" id="{439AD027-3CBE-648F-CBF4-96440B33B9C5}"/>
                  </a:ext>
                </a:extLst>
              </p:cNvPr>
              <p:cNvSpPr/>
              <p:nvPr/>
            </p:nvSpPr>
            <p:spPr>
              <a:xfrm>
                <a:off x="9284353" y="5165920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52" name="Freeform: Shape 7551">
                <a:extLst>
                  <a:ext uri="{FF2B5EF4-FFF2-40B4-BE49-F238E27FC236}">
                    <a16:creationId xmlns:a16="http://schemas.microsoft.com/office/drawing/2014/main" id="{62BCF86B-4BD5-25E9-881C-92DF13E8328A}"/>
                  </a:ext>
                </a:extLst>
              </p:cNvPr>
              <p:cNvSpPr/>
              <p:nvPr/>
            </p:nvSpPr>
            <p:spPr>
              <a:xfrm>
                <a:off x="9286731" y="5166229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53" name="Freeform: Shape 7552">
                <a:extLst>
                  <a:ext uri="{FF2B5EF4-FFF2-40B4-BE49-F238E27FC236}">
                    <a16:creationId xmlns:a16="http://schemas.microsoft.com/office/drawing/2014/main" id="{16C38370-D0FC-11C3-BE9C-23DEBB1FDD2A}"/>
                  </a:ext>
                </a:extLst>
              </p:cNvPr>
              <p:cNvSpPr/>
              <p:nvPr/>
            </p:nvSpPr>
            <p:spPr>
              <a:xfrm>
                <a:off x="9288955" y="5166445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54" name="Freeform: Shape 7553">
                <a:extLst>
                  <a:ext uri="{FF2B5EF4-FFF2-40B4-BE49-F238E27FC236}">
                    <a16:creationId xmlns:a16="http://schemas.microsoft.com/office/drawing/2014/main" id="{1E7564DA-6B8F-4C79-4D3B-A3C9E59D86FB}"/>
                  </a:ext>
                </a:extLst>
              </p:cNvPr>
              <p:cNvSpPr/>
              <p:nvPr/>
            </p:nvSpPr>
            <p:spPr>
              <a:xfrm>
                <a:off x="9290980" y="5166524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55" name="Freeform: Shape 7554">
                <a:extLst>
                  <a:ext uri="{FF2B5EF4-FFF2-40B4-BE49-F238E27FC236}">
                    <a16:creationId xmlns:a16="http://schemas.microsoft.com/office/drawing/2014/main" id="{D5847AE7-E959-00E1-7376-3350611826B9}"/>
                  </a:ext>
                </a:extLst>
              </p:cNvPr>
              <p:cNvSpPr/>
              <p:nvPr/>
            </p:nvSpPr>
            <p:spPr>
              <a:xfrm>
                <a:off x="9292856" y="5166504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0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7" y="2464"/>
                      <a:pt x="227" y="3306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56" name="Freeform: Shape 7555">
                <a:extLst>
                  <a:ext uri="{FF2B5EF4-FFF2-40B4-BE49-F238E27FC236}">
                    <a16:creationId xmlns:a16="http://schemas.microsoft.com/office/drawing/2014/main" id="{F89E1B45-EB13-CC39-A0E0-C4FCE095603E}"/>
                  </a:ext>
                </a:extLst>
              </p:cNvPr>
              <p:cNvSpPr/>
              <p:nvPr/>
            </p:nvSpPr>
            <p:spPr>
              <a:xfrm>
                <a:off x="9294585" y="5166381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6"/>
                    </a:cubicBezTo>
                    <a:cubicBezTo>
                      <a:pt x="6571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7" y="2464"/>
                      <a:pt x="227" y="3306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57" name="Freeform: Shape 7556">
                <a:extLst>
                  <a:ext uri="{FF2B5EF4-FFF2-40B4-BE49-F238E27FC236}">
                    <a16:creationId xmlns:a16="http://schemas.microsoft.com/office/drawing/2014/main" id="{E2E0F3C5-3D71-5BB9-47B3-AFAB599828F1}"/>
                  </a:ext>
                </a:extLst>
              </p:cNvPr>
              <p:cNvSpPr/>
              <p:nvPr/>
            </p:nvSpPr>
            <p:spPr>
              <a:xfrm>
                <a:off x="9296356" y="5166315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58" name="Freeform: Shape 7557">
                <a:extLst>
                  <a:ext uri="{FF2B5EF4-FFF2-40B4-BE49-F238E27FC236}">
                    <a16:creationId xmlns:a16="http://schemas.microsoft.com/office/drawing/2014/main" id="{07D17627-4313-5CED-3A12-EBAC5EF36B54}"/>
                  </a:ext>
                </a:extLst>
              </p:cNvPr>
              <p:cNvSpPr/>
              <p:nvPr/>
            </p:nvSpPr>
            <p:spPr>
              <a:xfrm>
                <a:off x="9301111" y="5168877"/>
                <a:ext cx="6343" cy="6345"/>
              </a:xfrm>
              <a:custGeom>
                <a:avLst/>
                <a:gdLst>
                  <a:gd name="connsiteX0" fmla="*/ 3400 w 6343"/>
                  <a:gd name="connsiteY0" fmla="*/ 6479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9"/>
                    </a:moveTo>
                    <a:cubicBezTo>
                      <a:pt x="4241" y="6479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1" y="133"/>
                      <a:pt x="3400" y="133"/>
                    </a:cubicBezTo>
                    <a:cubicBezTo>
                      <a:pt x="2558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8" y="6479"/>
                      <a:pt x="340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59" name="Freeform: Shape 7558">
                <a:extLst>
                  <a:ext uri="{FF2B5EF4-FFF2-40B4-BE49-F238E27FC236}">
                    <a16:creationId xmlns:a16="http://schemas.microsoft.com/office/drawing/2014/main" id="{6224B5C8-5F80-A4A3-BD5D-CD0D4A7DE107}"/>
                  </a:ext>
                </a:extLst>
              </p:cNvPr>
              <p:cNvSpPr/>
              <p:nvPr/>
            </p:nvSpPr>
            <p:spPr>
              <a:xfrm>
                <a:off x="9301092" y="5167302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1" y="133"/>
                      <a:pt x="3400" y="133"/>
                    </a:cubicBezTo>
                    <a:cubicBezTo>
                      <a:pt x="2558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8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60" name="Freeform: Shape 7559">
                <a:extLst>
                  <a:ext uri="{FF2B5EF4-FFF2-40B4-BE49-F238E27FC236}">
                    <a16:creationId xmlns:a16="http://schemas.microsoft.com/office/drawing/2014/main" id="{01E3C944-4268-20F4-B893-BF19A4CD4D24}"/>
                  </a:ext>
                </a:extLst>
              </p:cNvPr>
              <p:cNvSpPr/>
              <p:nvPr/>
            </p:nvSpPr>
            <p:spPr>
              <a:xfrm>
                <a:off x="9306286" y="5168844"/>
                <a:ext cx="6343" cy="6345"/>
              </a:xfrm>
              <a:custGeom>
                <a:avLst/>
                <a:gdLst>
                  <a:gd name="connsiteX0" fmla="*/ 3400 w 6343"/>
                  <a:gd name="connsiteY0" fmla="*/ 6479 h 6345"/>
                  <a:gd name="connsiteX1" fmla="*/ 5643 w 6343"/>
                  <a:gd name="connsiteY1" fmla="*/ 5549 h 6345"/>
                  <a:gd name="connsiteX2" fmla="*/ 6571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9"/>
                    </a:moveTo>
                    <a:cubicBezTo>
                      <a:pt x="4241" y="6479"/>
                      <a:pt x="5048" y="6144"/>
                      <a:pt x="5643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3" y="1657"/>
                      <a:pt x="228" y="2464"/>
                      <a:pt x="228" y="3306"/>
                    </a:cubicBezTo>
                    <a:cubicBezTo>
                      <a:pt x="228" y="4147"/>
                      <a:pt x="563" y="4954"/>
                      <a:pt x="1157" y="5549"/>
                    </a:cubicBezTo>
                    <a:cubicBezTo>
                      <a:pt x="1752" y="6144"/>
                      <a:pt x="2559" y="6479"/>
                      <a:pt x="340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61" name="Freeform: Shape 7560">
                <a:extLst>
                  <a:ext uri="{FF2B5EF4-FFF2-40B4-BE49-F238E27FC236}">
                    <a16:creationId xmlns:a16="http://schemas.microsoft.com/office/drawing/2014/main" id="{C4015898-018C-E951-566D-8F802C83DF54}"/>
                  </a:ext>
                </a:extLst>
              </p:cNvPr>
              <p:cNvSpPr/>
              <p:nvPr/>
            </p:nvSpPr>
            <p:spPr>
              <a:xfrm>
                <a:off x="9390660" y="517084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62" name="Freeform: Shape 7561">
                <a:extLst>
                  <a:ext uri="{FF2B5EF4-FFF2-40B4-BE49-F238E27FC236}">
                    <a16:creationId xmlns:a16="http://schemas.microsoft.com/office/drawing/2014/main" id="{4AFF37DB-19DA-71F4-7BE2-D456C1972536}"/>
                  </a:ext>
                </a:extLst>
              </p:cNvPr>
              <p:cNvSpPr/>
              <p:nvPr/>
            </p:nvSpPr>
            <p:spPr>
              <a:xfrm>
                <a:off x="9391123" y="516983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63" name="Freeform: Shape 7562">
                <a:extLst>
                  <a:ext uri="{FF2B5EF4-FFF2-40B4-BE49-F238E27FC236}">
                    <a16:creationId xmlns:a16="http://schemas.microsoft.com/office/drawing/2014/main" id="{A0C876FD-FEF1-6F02-B572-1D00648E1913}"/>
                  </a:ext>
                </a:extLst>
              </p:cNvPr>
              <p:cNvSpPr/>
              <p:nvPr/>
            </p:nvSpPr>
            <p:spPr>
              <a:xfrm>
                <a:off x="9391741" y="516917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64" name="Freeform: Shape 7563">
                <a:extLst>
                  <a:ext uri="{FF2B5EF4-FFF2-40B4-BE49-F238E27FC236}">
                    <a16:creationId xmlns:a16="http://schemas.microsoft.com/office/drawing/2014/main" id="{FD842147-F78D-3B22-E072-FD034EB9FF37}"/>
                  </a:ext>
                </a:extLst>
              </p:cNvPr>
              <p:cNvSpPr/>
              <p:nvPr/>
            </p:nvSpPr>
            <p:spPr>
              <a:xfrm>
                <a:off x="9392650" y="516919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65" name="Freeform: Shape 7564">
                <a:extLst>
                  <a:ext uri="{FF2B5EF4-FFF2-40B4-BE49-F238E27FC236}">
                    <a16:creationId xmlns:a16="http://schemas.microsoft.com/office/drawing/2014/main" id="{E23D05A1-ED5C-32A4-D059-121024236C46}"/>
                  </a:ext>
                </a:extLst>
              </p:cNvPr>
              <p:cNvSpPr/>
              <p:nvPr/>
            </p:nvSpPr>
            <p:spPr>
              <a:xfrm>
                <a:off x="9393861" y="516997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66" name="Freeform: Shape 7565">
                <a:extLst>
                  <a:ext uri="{FF2B5EF4-FFF2-40B4-BE49-F238E27FC236}">
                    <a16:creationId xmlns:a16="http://schemas.microsoft.com/office/drawing/2014/main" id="{688E010E-6A6B-89D1-F03B-667057C1D8E6}"/>
                  </a:ext>
                </a:extLst>
              </p:cNvPr>
              <p:cNvSpPr/>
              <p:nvPr/>
            </p:nvSpPr>
            <p:spPr>
              <a:xfrm>
                <a:off x="9394645" y="516972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67" name="Freeform: Shape 7566">
                <a:extLst>
                  <a:ext uri="{FF2B5EF4-FFF2-40B4-BE49-F238E27FC236}">
                    <a16:creationId xmlns:a16="http://schemas.microsoft.com/office/drawing/2014/main" id="{1C97433E-669D-3D21-F1B0-36B7CB94CE7A}"/>
                  </a:ext>
                </a:extLst>
              </p:cNvPr>
              <p:cNvSpPr/>
              <p:nvPr/>
            </p:nvSpPr>
            <p:spPr>
              <a:xfrm>
                <a:off x="9395431" y="516947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68" name="Freeform: Shape 7567">
                <a:extLst>
                  <a:ext uri="{FF2B5EF4-FFF2-40B4-BE49-F238E27FC236}">
                    <a16:creationId xmlns:a16="http://schemas.microsoft.com/office/drawing/2014/main" id="{B27FB122-32D3-F074-A68A-3A97CCF18267}"/>
                  </a:ext>
                </a:extLst>
              </p:cNvPr>
              <p:cNvSpPr/>
              <p:nvPr/>
            </p:nvSpPr>
            <p:spPr>
              <a:xfrm>
                <a:off x="9396174" y="516911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69" name="Freeform: Shape 7568">
                <a:extLst>
                  <a:ext uri="{FF2B5EF4-FFF2-40B4-BE49-F238E27FC236}">
                    <a16:creationId xmlns:a16="http://schemas.microsoft.com/office/drawing/2014/main" id="{C74C0BF8-72D0-80DF-813E-8B14E7D0B362}"/>
                  </a:ext>
                </a:extLst>
              </p:cNvPr>
              <p:cNvSpPr/>
              <p:nvPr/>
            </p:nvSpPr>
            <p:spPr>
              <a:xfrm>
                <a:off x="9397094" y="516923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70" name="Freeform: Shape 7569">
                <a:extLst>
                  <a:ext uri="{FF2B5EF4-FFF2-40B4-BE49-F238E27FC236}">
                    <a16:creationId xmlns:a16="http://schemas.microsoft.com/office/drawing/2014/main" id="{CD8DF539-D036-93D5-C10B-BAD10B2103B3}"/>
                  </a:ext>
                </a:extLst>
              </p:cNvPr>
              <p:cNvSpPr/>
              <p:nvPr/>
            </p:nvSpPr>
            <p:spPr>
              <a:xfrm>
                <a:off x="9397947" y="516917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71" name="Freeform: Shape 7570">
                <a:extLst>
                  <a:ext uri="{FF2B5EF4-FFF2-40B4-BE49-F238E27FC236}">
                    <a16:creationId xmlns:a16="http://schemas.microsoft.com/office/drawing/2014/main" id="{6FEB52A2-0ECB-B9E1-2026-7B16D56E5E0D}"/>
                  </a:ext>
                </a:extLst>
              </p:cNvPr>
              <p:cNvSpPr/>
              <p:nvPr/>
            </p:nvSpPr>
            <p:spPr>
              <a:xfrm>
                <a:off x="9398947" y="516953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72" name="Freeform: Shape 7571">
                <a:extLst>
                  <a:ext uri="{FF2B5EF4-FFF2-40B4-BE49-F238E27FC236}">
                    <a16:creationId xmlns:a16="http://schemas.microsoft.com/office/drawing/2014/main" id="{908780BF-8FCB-FBF9-DE97-DBE62CF16D94}"/>
                  </a:ext>
                </a:extLst>
              </p:cNvPr>
              <p:cNvSpPr/>
              <p:nvPr/>
            </p:nvSpPr>
            <p:spPr>
              <a:xfrm>
                <a:off x="9399774" y="516943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73" name="Freeform: Shape 7572">
                <a:extLst>
                  <a:ext uri="{FF2B5EF4-FFF2-40B4-BE49-F238E27FC236}">
                    <a16:creationId xmlns:a16="http://schemas.microsoft.com/office/drawing/2014/main" id="{C7D14B6A-4556-51FE-C86B-1CC0B460C223}"/>
                  </a:ext>
                </a:extLst>
              </p:cNvPr>
              <p:cNvSpPr/>
              <p:nvPr/>
            </p:nvSpPr>
            <p:spPr>
              <a:xfrm>
                <a:off x="9400662" y="516951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74" name="Freeform: Shape 7573">
                <a:extLst>
                  <a:ext uri="{FF2B5EF4-FFF2-40B4-BE49-F238E27FC236}">
                    <a16:creationId xmlns:a16="http://schemas.microsoft.com/office/drawing/2014/main" id="{8F12B7E3-E6BC-EDDB-374B-9732282AAF52}"/>
                  </a:ext>
                </a:extLst>
              </p:cNvPr>
              <p:cNvSpPr/>
              <p:nvPr/>
            </p:nvSpPr>
            <p:spPr>
              <a:xfrm>
                <a:off x="9401426" y="516924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7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75" name="Freeform: Shape 7574">
                <a:extLst>
                  <a:ext uri="{FF2B5EF4-FFF2-40B4-BE49-F238E27FC236}">
                    <a16:creationId xmlns:a16="http://schemas.microsoft.com/office/drawing/2014/main" id="{CC9C1F87-C1A6-9874-3844-86503D473587}"/>
                  </a:ext>
                </a:extLst>
              </p:cNvPr>
              <p:cNvSpPr/>
              <p:nvPr/>
            </p:nvSpPr>
            <p:spPr>
              <a:xfrm>
                <a:off x="9402311" y="516933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8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76" name="Freeform: Shape 7575">
                <a:extLst>
                  <a:ext uri="{FF2B5EF4-FFF2-40B4-BE49-F238E27FC236}">
                    <a16:creationId xmlns:a16="http://schemas.microsoft.com/office/drawing/2014/main" id="{6130A22F-121E-6891-AFF0-4A9C54F8A9E2}"/>
                  </a:ext>
                </a:extLst>
              </p:cNvPr>
              <p:cNvSpPr/>
              <p:nvPr/>
            </p:nvSpPr>
            <p:spPr>
              <a:xfrm>
                <a:off x="9403076" y="516908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8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77" name="Freeform: Shape 7576">
                <a:extLst>
                  <a:ext uri="{FF2B5EF4-FFF2-40B4-BE49-F238E27FC236}">
                    <a16:creationId xmlns:a16="http://schemas.microsoft.com/office/drawing/2014/main" id="{1A452F6D-194D-C259-ED8B-4ECF8496ACA6}"/>
                  </a:ext>
                </a:extLst>
              </p:cNvPr>
              <p:cNvSpPr/>
              <p:nvPr/>
            </p:nvSpPr>
            <p:spPr>
              <a:xfrm>
                <a:off x="9404187" y="516989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78" name="Freeform: Shape 7577">
                <a:extLst>
                  <a:ext uri="{FF2B5EF4-FFF2-40B4-BE49-F238E27FC236}">
                    <a16:creationId xmlns:a16="http://schemas.microsoft.com/office/drawing/2014/main" id="{139B6FA8-1CFE-1B24-E729-094F3F42B93A}"/>
                  </a:ext>
                </a:extLst>
              </p:cNvPr>
              <p:cNvSpPr/>
              <p:nvPr/>
            </p:nvSpPr>
            <p:spPr>
              <a:xfrm>
                <a:off x="9405398" y="517106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79" name="Freeform: Shape 7578">
                <a:extLst>
                  <a:ext uri="{FF2B5EF4-FFF2-40B4-BE49-F238E27FC236}">
                    <a16:creationId xmlns:a16="http://schemas.microsoft.com/office/drawing/2014/main" id="{4C68C7E0-5D5F-180A-E5E1-06A72C225808}"/>
                  </a:ext>
                </a:extLst>
              </p:cNvPr>
              <p:cNvSpPr/>
              <p:nvPr/>
            </p:nvSpPr>
            <p:spPr>
              <a:xfrm>
                <a:off x="9445102" y="5168197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2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39" y="2464"/>
                      <a:pt x="239" y="3306"/>
                    </a:cubicBezTo>
                    <a:cubicBezTo>
                      <a:pt x="239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80" name="Freeform: Shape 7579">
                <a:extLst>
                  <a:ext uri="{FF2B5EF4-FFF2-40B4-BE49-F238E27FC236}">
                    <a16:creationId xmlns:a16="http://schemas.microsoft.com/office/drawing/2014/main" id="{24D3A466-3677-0A80-F86E-FAD52AF03134}"/>
                  </a:ext>
                </a:extLst>
              </p:cNvPr>
              <p:cNvSpPr/>
              <p:nvPr/>
            </p:nvSpPr>
            <p:spPr>
              <a:xfrm>
                <a:off x="9446646" y="5168153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8" y="4954"/>
                      <a:pt x="6583" y="4147"/>
                      <a:pt x="6583" y="3306"/>
                    </a:cubicBezTo>
                    <a:cubicBezTo>
                      <a:pt x="6583" y="2464"/>
                      <a:pt x="6248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39" y="2464"/>
                      <a:pt x="239" y="3306"/>
                    </a:cubicBezTo>
                    <a:cubicBezTo>
                      <a:pt x="239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81" name="Freeform: Shape 7580">
                <a:extLst>
                  <a:ext uri="{FF2B5EF4-FFF2-40B4-BE49-F238E27FC236}">
                    <a16:creationId xmlns:a16="http://schemas.microsoft.com/office/drawing/2014/main" id="{4689E714-FC1A-9C4F-DD52-3F1ECA1E1DFA}"/>
                  </a:ext>
                </a:extLst>
              </p:cNvPr>
              <p:cNvSpPr/>
              <p:nvPr/>
            </p:nvSpPr>
            <p:spPr>
              <a:xfrm>
                <a:off x="9448190" y="5168191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40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8" y="4954"/>
                      <a:pt x="6583" y="4147"/>
                      <a:pt x="6583" y="3306"/>
                    </a:cubicBezTo>
                    <a:cubicBezTo>
                      <a:pt x="6583" y="2464"/>
                      <a:pt x="6248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82" name="Freeform: Shape 7581">
                <a:extLst>
                  <a:ext uri="{FF2B5EF4-FFF2-40B4-BE49-F238E27FC236}">
                    <a16:creationId xmlns:a16="http://schemas.microsoft.com/office/drawing/2014/main" id="{34166510-1317-6A26-740C-B1C7A35C5A79}"/>
                  </a:ext>
                </a:extLst>
              </p:cNvPr>
              <p:cNvSpPr/>
              <p:nvPr/>
            </p:nvSpPr>
            <p:spPr>
              <a:xfrm>
                <a:off x="9452084" y="5167748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3"/>
                      <a:pt x="3411" y="133"/>
                    </a:cubicBezTo>
                    <a:cubicBezTo>
                      <a:pt x="2570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83" name="Freeform: Shape 7582">
                <a:extLst>
                  <a:ext uri="{FF2B5EF4-FFF2-40B4-BE49-F238E27FC236}">
                    <a16:creationId xmlns:a16="http://schemas.microsoft.com/office/drawing/2014/main" id="{886CCA32-B2C0-0EA9-FCFC-0BF0233967CA}"/>
                  </a:ext>
                </a:extLst>
              </p:cNvPr>
              <p:cNvSpPr/>
              <p:nvPr/>
            </p:nvSpPr>
            <p:spPr>
              <a:xfrm>
                <a:off x="9456014" y="5167364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84" name="Freeform: Shape 7583">
                <a:extLst>
                  <a:ext uri="{FF2B5EF4-FFF2-40B4-BE49-F238E27FC236}">
                    <a16:creationId xmlns:a16="http://schemas.microsoft.com/office/drawing/2014/main" id="{3C9D1897-7F7A-728E-E967-FC241D0A2DFB}"/>
                  </a:ext>
                </a:extLst>
              </p:cNvPr>
              <p:cNvSpPr/>
              <p:nvPr/>
            </p:nvSpPr>
            <p:spPr>
              <a:xfrm>
                <a:off x="9477822" y="5008189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6 w 6343"/>
                  <a:gd name="connsiteY1" fmla="*/ 5537 h 6345"/>
                  <a:gd name="connsiteX2" fmla="*/ 6585 w 6343"/>
                  <a:gd name="connsiteY2" fmla="*/ 3293 h 6345"/>
                  <a:gd name="connsiteX3" fmla="*/ 5656 w 6343"/>
                  <a:gd name="connsiteY3" fmla="*/ 1050 h 6345"/>
                  <a:gd name="connsiteX4" fmla="*/ 3413 w 6343"/>
                  <a:gd name="connsiteY4" fmla="*/ 120 h 6345"/>
                  <a:gd name="connsiteX5" fmla="*/ 1171 w 6343"/>
                  <a:gd name="connsiteY5" fmla="*/ 1050 h 6345"/>
                  <a:gd name="connsiteX6" fmla="*/ 242 w 6343"/>
                  <a:gd name="connsiteY6" fmla="*/ 3293 h 6345"/>
                  <a:gd name="connsiteX7" fmla="*/ 1171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5" y="6466"/>
                      <a:pt x="5061" y="6132"/>
                      <a:pt x="5656" y="5537"/>
                    </a:cubicBezTo>
                    <a:cubicBezTo>
                      <a:pt x="6251" y="4942"/>
                      <a:pt x="6585" y="4135"/>
                      <a:pt x="6585" y="3293"/>
                    </a:cubicBezTo>
                    <a:cubicBezTo>
                      <a:pt x="6585" y="2452"/>
                      <a:pt x="6251" y="1645"/>
                      <a:pt x="5656" y="1050"/>
                    </a:cubicBezTo>
                    <a:cubicBezTo>
                      <a:pt x="5061" y="455"/>
                      <a:pt x="4255" y="120"/>
                      <a:pt x="3413" y="120"/>
                    </a:cubicBezTo>
                    <a:cubicBezTo>
                      <a:pt x="2572" y="120"/>
                      <a:pt x="1766" y="455"/>
                      <a:pt x="1171" y="1050"/>
                    </a:cubicBezTo>
                    <a:cubicBezTo>
                      <a:pt x="576" y="1645"/>
                      <a:pt x="242" y="2452"/>
                      <a:pt x="242" y="3293"/>
                    </a:cubicBezTo>
                    <a:cubicBezTo>
                      <a:pt x="242" y="4135"/>
                      <a:pt x="576" y="4942"/>
                      <a:pt x="1171" y="5537"/>
                    </a:cubicBezTo>
                    <a:cubicBezTo>
                      <a:pt x="1766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85" name="Freeform: Shape 7584">
                <a:extLst>
                  <a:ext uri="{FF2B5EF4-FFF2-40B4-BE49-F238E27FC236}">
                    <a16:creationId xmlns:a16="http://schemas.microsoft.com/office/drawing/2014/main" id="{AC4C120D-A625-B176-E0DF-452F6254C741}"/>
                  </a:ext>
                </a:extLst>
              </p:cNvPr>
              <p:cNvSpPr/>
              <p:nvPr/>
            </p:nvSpPr>
            <p:spPr>
              <a:xfrm>
                <a:off x="9465142" y="5169481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4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2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86" name="Freeform: Shape 7585">
                <a:extLst>
                  <a:ext uri="{FF2B5EF4-FFF2-40B4-BE49-F238E27FC236}">
                    <a16:creationId xmlns:a16="http://schemas.microsoft.com/office/drawing/2014/main" id="{691C4969-4267-830E-6297-2EEDDA7BAF6A}"/>
                  </a:ext>
                </a:extLst>
              </p:cNvPr>
              <p:cNvSpPr/>
              <p:nvPr/>
            </p:nvSpPr>
            <p:spPr>
              <a:xfrm>
                <a:off x="9468120" y="517039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5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87" name="Freeform: Shape 7586">
                <a:extLst>
                  <a:ext uri="{FF2B5EF4-FFF2-40B4-BE49-F238E27FC236}">
                    <a16:creationId xmlns:a16="http://schemas.microsoft.com/office/drawing/2014/main" id="{F33E81D0-5B87-B443-068C-4F2FCF4B57F4}"/>
                  </a:ext>
                </a:extLst>
              </p:cNvPr>
              <p:cNvSpPr/>
              <p:nvPr/>
            </p:nvSpPr>
            <p:spPr>
              <a:xfrm>
                <a:off x="9468877" y="517054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5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88" name="Freeform: Shape 7587">
                <a:extLst>
                  <a:ext uri="{FF2B5EF4-FFF2-40B4-BE49-F238E27FC236}">
                    <a16:creationId xmlns:a16="http://schemas.microsoft.com/office/drawing/2014/main" id="{B8B5E7AA-CBCC-6EC6-A125-FD1487510829}"/>
                  </a:ext>
                </a:extLst>
              </p:cNvPr>
              <p:cNvSpPr/>
              <p:nvPr/>
            </p:nvSpPr>
            <p:spPr>
              <a:xfrm>
                <a:off x="9469609" y="517081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8"/>
                      <a:pt x="5655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5" y="1658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89" name="Freeform: Shape 7588">
                <a:extLst>
                  <a:ext uri="{FF2B5EF4-FFF2-40B4-BE49-F238E27FC236}">
                    <a16:creationId xmlns:a16="http://schemas.microsoft.com/office/drawing/2014/main" id="{83D121DE-4A24-BCBA-75EC-7ADAB22B110B}"/>
                  </a:ext>
                </a:extLst>
              </p:cNvPr>
              <p:cNvSpPr/>
              <p:nvPr/>
            </p:nvSpPr>
            <p:spPr>
              <a:xfrm>
                <a:off x="9473015" y="516978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2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4"/>
                      <a:pt x="6250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90" name="Freeform: Shape 7589">
                <a:extLst>
                  <a:ext uri="{FF2B5EF4-FFF2-40B4-BE49-F238E27FC236}">
                    <a16:creationId xmlns:a16="http://schemas.microsoft.com/office/drawing/2014/main" id="{20C5C1AF-112F-C3C9-A117-1962D8FC739F}"/>
                  </a:ext>
                </a:extLst>
              </p:cNvPr>
              <p:cNvSpPr/>
              <p:nvPr/>
            </p:nvSpPr>
            <p:spPr>
              <a:xfrm>
                <a:off x="9474895" y="5165252"/>
                <a:ext cx="6343" cy="6345"/>
              </a:xfrm>
              <a:custGeom>
                <a:avLst/>
                <a:gdLst>
                  <a:gd name="connsiteX0" fmla="*/ 3413 w 6343"/>
                  <a:gd name="connsiteY0" fmla="*/ 6478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8"/>
                    </a:moveTo>
                    <a:cubicBezTo>
                      <a:pt x="4254" y="6478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8"/>
                      <a:pt x="341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91" name="Freeform: Shape 7590">
                <a:extLst>
                  <a:ext uri="{FF2B5EF4-FFF2-40B4-BE49-F238E27FC236}">
                    <a16:creationId xmlns:a16="http://schemas.microsoft.com/office/drawing/2014/main" id="{7052CE2C-6DD9-5201-B5D6-BCAB1196F08E}"/>
                  </a:ext>
                </a:extLst>
              </p:cNvPr>
              <p:cNvSpPr/>
              <p:nvPr/>
            </p:nvSpPr>
            <p:spPr>
              <a:xfrm>
                <a:off x="9536435" y="5169760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7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92" name="Freeform: Shape 7591">
                <a:extLst>
                  <a:ext uri="{FF2B5EF4-FFF2-40B4-BE49-F238E27FC236}">
                    <a16:creationId xmlns:a16="http://schemas.microsoft.com/office/drawing/2014/main" id="{9F21BA95-00AA-E964-C692-EF065956F570}"/>
                  </a:ext>
                </a:extLst>
              </p:cNvPr>
              <p:cNvSpPr/>
              <p:nvPr/>
            </p:nvSpPr>
            <p:spPr>
              <a:xfrm>
                <a:off x="9537530" y="516988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93" name="Freeform: Shape 7592">
                <a:extLst>
                  <a:ext uri="{FF2B5EF4-FFF2-40B4-BE49-F238E27FC236}">
                    <a16:creationId xmlns:a16="http://schemas.microsoft.com/office/drawing/2014/main" id="{FB5E6CF9-42E8-8897-9A02-45C9BB3C2405}"/>
                  </a:ext>
                </a:extLst>
              </p:cNvPr>
              <p:cNvSpPr/>
              <p:nvPr/>
            </p:nvSpPr>
            <p:spPr>
              <a:xfrm>
                <a:off x="9538553" y="517010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2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94" name="Freeform: Shape 7593">
                <a:extLst>
                  <a:ext uri="{FF2B5EF4-FFF2-40B4-BE49-F238E27FC236}">
                    <a16:creationId xmlns:a16="http://schemas.microsoft.com/office/drawing/2014/main" id="{861EA7CF-08A3-1594-2E72-DDBC6CA957F1}"/>
                  </a:ext>
                </a:extLst>
              </p:cNvPr>
              <p:cNvSpPr/>
              <p:nvPr/>
            </p:nvSpPr>
            <p:spPr>
              <a:xfrm>
                <a:off x="9539614" y="517029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2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95" name="Freeform: Shape 7594">
                <a:extLst>
                  <a:ext uri="{FF2B5EF4-FFF2-40B4-BE49-F238E27FC236}">
                    <a16:creationId xmlns:a16="http://schemas.microsoft.com/office/drawing/2014/main" id="{00927050-45F4-B785-B628-731FB61F7B12}"/>
                  </a:ext>
                </a:extLst>
              </p:cNvPr>
              <p:cNvSpPr/>
              <p:nvPr/>
            </p:nvSpPr>
            <p:spPr>
              <a:xfrm>
                <a:off x="9540714" y="517044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96" name="Freeform: Shape 7595">
                <a:extLst>
                  <a:ext uri="{FF2B5EF4-FFF2-40B4-BE49-F238E27FC236}">
                    <a16:creationId xmlns:a16="http://schemas.microsoft.com/office/drawing/2014/main" id="{511861AE-901D-4589-AF15-14B9B3E8E73A}"/>
                  </a:ext>
                </a:extLst>
              </p:cNvPr>
              <p:cNvSpPr/>
              <p:nvPr/>
            </p:nvSpPr>
            <p:spPr>
              <a:xfrm>
                <a:off x="9541893" y="517050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97" name="Freeform: Shape 7596">
                <a:extLst>
                  <a:ext uri="{FF2B5EF4-FFF2-40B4-BE49-F238E27FC236}">
                    <a16:creationId xmlns:a16="http://schemas.microsoft.com/office/drawing/2014/main" id="{44CDFCCB-6736-C6C0-9705-485B928AE236}"/>
                  </a:ext>
                </a:extLst>
              </p:cNvPr>
              <p:cNvSpPr/>
              <p:nvPr/>
            </p:nvSpPr>
            <p:spPr>
              <a:xfrm>
                <a:off x="9543269" y="517032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2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2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98" name="Freeform: Shape 7597">
                <a:extLst>
                  <a:ext uri="{FF2B5EF4-FFF2-40B4-BE49-F238E27FC236}">
                    <a16:creationId xmlns:a16="http://schemas.microsoft.com/office/drawing/2014/main" id="{3BB8B67B-46B4-2CBD-72AB-49DDEF64E50A}"/>
                  </a:ext>
                </a:extLst>
              </p:cNvPr>
              <p:cNvSpPr/>
              <p:nvPr/>
            </p:nvSpPr>
            <p:spPr>
              <a:xfrm>
                <a:off x="9544416" y="517045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599" name="Freeform: Shape 7598">
                <a:extLst>
                  <a:ext uri="{FF2B5EF4-FFF2-40B4-BE49-F238E27FC236}">
                    <a16:creationId xmlns:a16="http://schemas.microsoft.com/office/drawing/2014/main" id="{C126B742-5B1D-904D-7F44-1D20DC5F6178}"/>
                  </a:ext>
                </a:extLst>
              </p:cNvPr>
              <p:cNvSpPr/>
              <p:nvPr/>
            </p:nvSpPr>
            <p:spPr>
              <a:xfrm>
                <a:off x="9545801" y="517030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2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00" name="Freeform: Shape 7599">
                <a:extLst>
                  <a:ext uri="{FF2B5EF4-FFF2-40B4-BE49-F238E27FC236}">
                    <a16:creationId xmlns:a16="http://schemas.microsoft.com/office/drawing/2014/main" id="{140E2843-F334-6BBF-1F99-5FF96E7B0436}"/>
                  </a:ext>
                </a:extLst>
              </p:cNvPr>
              <p:cNvSpPr/>
              <p:nvPr/>
            </p:nvSpPr>
            <p:spPr>
              <a:xfrm>
                <a:off x="9546994" y="517040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0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7"/>
                      <a:pt x="247" y="2465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01" name="Freeform: Shape 7600">
                <a:extLst>
                  <a:ext uri="{FF2B5EF4-FFF2-40B4-BE49-F238E27FC236}">
                    <a16:creationId xmlns:a16="http://schemas.microsoft.com/office/drawing/2014/main" id="{E955965D-E4D6-C049-E8A9-F8DA675DD45C}"/>
                  </a:ext>
                </a:extLst>
              </p:cNvPr>
              <p:cNvSpPr/>
              <p:nvPr/>
            </p:nvSpPr>
            <p:spPr>
              <a:xfrm>
                <a:off x="9548709" y="516989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2 h 6345"/>
                  <a:gd name="connsiteX4" fmla="*/ 3419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4"/>
                      <a:pt x="6256" y="1657"/>
                      <a:pt x="5662" y="1062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2"/>
                    </a:cubicBezTo>
                    <a:cubicBezTo>
                      <a:pt x="582" y="1657"/>
                      <a:pt x="247" y="2464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02" name="Freeform: Shape 7601">
                <a:extLst>
                  <a:ext uri="{FF2B5EF4-FFF2-40B4-BE49-F238E27FC236}">
                    <a16:creationId xmlns:a16="http://schemas.microsoft.com/office/drawing/2014/main" id="{0DD38792-2B18-C91A-FE01-27F8FF0B737E}"/>
                  </a:ext>
                </a:extLst>
              </p:cNvPr>
              <p:cNvSpPr/>
              <p:nvPr/>
            </p:nvSpPr>
            <p:spPr>
              <a:xfrm>
                <a:off x="9549589" y="517040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5"/>
                      <a:pt x="6256" y="1657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03" name="Freeform: Shape 7602">
                <a:extLst>
                  <a:ext uri="{FF2B5EF4-FFF2-40B4-BE49-F238E27FC236}">
                    <a16:creationId xmlns:a16="http://schemas.microsoft.com/office/drawing/2014/main" id="{2D49173E-9EFF-2613-07E1-14A55A5855A4}"/>
                  </a:ext>
                </a:extLst>
              </p:cNvPr>
              <p:cNvSpPr/>
              <p:nvPr/>
            </p:nvSpPr>
            <p:spPr>
              <a:xfrm>
                <a:off x="9550831" y="517048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04" name="Freeform: Shape 7603">
                <a:extLst>
                  <a:ext uri="{FF2B5EF4-FFF2-40B4-BE49-F238E27FC236}">
                    <a16:creationId xmlns:a16="http://schemas.microsoft.com/office/drawing/2014/main" id="{077BF2C3-34B0-580B-9567-BD62A59227DF}"/>
                  </a:ext>
                </a:extLst>
              </p:cNvPr>
              <p:cNvSpPr/>
              <p:nvPr/>
            </p:nvSpPr>
            <p:spPr>
              <a:xfrm>
                <a:off x="9551954" y="517072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05" name="Freeform: Shape 7604">
                <a:extLst>
                  <a:ext uri="{FF2B5EF4-FFF2-40B4-BE49-F238E27FC236}">
                    <a16:creationId xmlns:a16="http://schemas.microsoft.com/office/drawing/2014/main" id="{26E9450C-CF21-82B2-E8C0-AAB6BA857495}"/>
                  </a:ext>
                </a:extLst>
              </p:cNvPr>
              <p:cNvSpPr/>
              <p:nvPr/>
            </p:nvSpPr>
            <p:spPr>
              <a:xfrm>
                <a:off x="9553201" y="517082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06" name="Freeform: Shape 7605">
                <a:extLst>
                  <a:ext uri="{FF2B5EF4-FFF2-40B4-BE49-F238E27FC236}">
                    <a16:creationId xmlns:a16="http://schemas.microsoft.com/office/drawing/2014/main" id="{95A32D44-B42F-07F0-FB1C-7FCE0C8ACFAB}"/>
                  </a:ext>
                </a:extLst>
              </p:cNvPr>
              <p:cNvSpPr/>
              <p:nvPr/>
            </p:nvSpPr>
            <p:spPr>
              <a:xfrm>
                <a:off x="9554533" y="517084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07" name="Freeform: Shape 7606">
                <a:extLst>
                  <a:ext uri="{FF2B5EF4-FFF2-40B4-BE49-F238E27FC236}">
                    <a16:creationId xmlns:a16="http://schemas.microsoft.com/office/drawing/2014/main" id="{01407CF9-9626-2115-2DEF-9669D594DBC0}"/>
                  </a:ext>
                </a:extLst>
              </p:cNvPr>
              <p:cNvSpPr/>
              <p:nvPr/>
            </p:nvSpPr>
            <p:spPr>
              <a:xfrm>
                <a:off x="9556161" y="517056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08" name="Freeform: Shape 7607">
                <a:extLst>
                  <a:ext uri="{FF2B5EF4-FFF2-40B4-BE49-F238E27FC236}">
                    <a16:creationId xmlns:a16="http://schemas.microsoft.com/office/drawing/2014/main" id="{10AA3C10-6643-BC25-9467-3A4B31A9F6BA}"/>
                  </a:ext>
                </a:extLst>
              </p:cNvPr>
              <p:cNvSpPr/>
              <p:nvPr/>
            </p:nvSpPr>
            <p:spPr>
              <a:xfrm>
                <a:off x="9557503" y="517061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09" name="Freeform: Shape 7608">
                <a:extLst>
                  <a:ext uri="{FF2B5EF4-FFF2-40B4-BE49-F238E27FC236}">
                    <a16:creationId xmlns:a16="http://schemas.microsoft.com/office/drawing/2014/main" id="{C1D86E48-01FA-5874-3FE0-0CDADBA8E146}"/>
                  </a:ext>
                </a:extLst>
              </p:cNvPr>
              <p:cNvSpPr/>
              <p:nvPr/>
            </p:nvSpPr>
            <p:spPr>
              <a:xfrm>
                <a:off x="9559398" y="517008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1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3" y="1062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2"/>
                    </a:cubicBezTo>
                    <a:cubicBezTo>
                      <a:pt x="583" y="1657"/>
                      <a:pt x="248" y="2465"/>
                      <a:pt x="248" y="3306"/>
                    </a:cubicBezTo>
                    <a:cubicBezTo>
                      <a:pt x="248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10" name="Freeform: Shape 7609">
                <a:extLst>
                  <a:ext uri="{FF2B5EF4-FFF2-40B4-BE49-F238E27FC236}">
                    <a16:creationId xmlns:a16="http://schemas.microsoft.com/office/drawing/2014/main" id="{48786082-2B99-37E5-E1A6-D17ED4B1BDC9}"/>
                  </a:ext>
                </a:extLst>
              </p:cNvPr>
              <p:cNvSpPr/>
              <p:nvPr/>
            </p:nvSpPr>
            <p:spPr>
              <a:xfrm>
                <a:off x="9561048" y="516984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2" y="4147"/>
                      <a:pt x="6592" y="3306"/>
                    </a:cubicBezTo>
                    <a:cubicBezTo>
                      <a:pt x="6592" y="2464"/>
                      <a:pt x="6257" y="1657"/>
                      <a:pt x="5663" y="1062"/>
                    </a:cubicBezTo>
                    <a:cubicBezTo>
                      <a:pt x="5068" y="467"/>
                      <a:pt x="4261" y="133"/>
                      <a:pt x="3420" y="133"/>
                    </a:cubicBezTo>
                    <a:cubicBezTo>
                      <a:pt x="2579" y="133"/>
                      <a:pt x="1772" y="467"/>
                      <a:pt x="1177" y="1062"/>
                    </a:cubicBezTo>
                    <a:cubicBezTo>
                      <a:pt x="583" y="1657"/>
                      <a:pt x="248" y="2464"/>
                      <a:pt x="248" y="3306"/>
                    </a:cubicBezTo>
                    <a:cubicBezTo>
                      <a:pt x="248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11" name="Freeform: Shape 7610">
                <a:extLst>
                  <a:ext uri="{FF2B5EF4-FFF2-40B4-BE49-F238E27FC236}">
                    <a16:creationId xmlns:a16="http://schemas.microsoft.com/office/drawing/2014/main" id="{292CB583-0ADB-D1DE-AF5A-E60EFF86699F}"/>
                  </a:ext>
                </a:extLst>
              </p:cNvPr>
              <p:cNvSpPr/>
              <p:nvPr/>
            </p:nvSpPr>
            <p:spPr>
              <a:xfrm>
                <a:off x="9562064" y="517028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9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2" y="4147"/>
                      <a:pt x="6592" y="3306"/>
                    </a:cubicBezTo>
                    <a:cubicBezTo>
                      <a:pt x="6592" y="2465"/>
                      <a:pt x="6257" y="1657"/>
                      <a:pt x="5663" y="1062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2"/>
                    </a:cubicBezTo>
                    <a:cubicBezTo>
                      <a:pt x="583" y="1657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12" name="Freeform: Shape 7611">
                <a:extLst>
                  <a:ext uri="{FF2B5EF4-FFF2-40B4-BE49-F238E27FC236}">
                    <a16:creationId xmlns:a16="http://schemas.microsoft.com/office/drawing/2014/main" id="{D34EB006-6C07-9F30-BB7F-F0DD4ED2A4CA}"/>
                  </a:ext>
                </a:extLst>
              </p:cNvPr>
              <p:cNvSpPr/>
              <p:nvPr/>
            </p:nvSpPr>
            <p:spPr>
              <a:xfrm>
                <a:off x="9563294" y="517052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5"/>
                      <a:pt x="6258" y="1657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7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13" name="Freeform: Shape 7612">
                <a:extLst>
                  <a:ext uri="{FF2B5EF4-FFF2-40B4-BE49-F238E27FC236}">
                    <a16:creationId xmlns:a16="http://schemas.microsoft.com/office/drawing/2014/main" id="{3CD77836-B602-27FB-45E4-CA5386233C13}"/>
                  </a:ext>
                </a:extLst>
              </p:cNvPr>
              <p:cNvSpPr/>
              <p:nvPr/>
            </p:nvSpPr>
            <p:spPr>
              <a:xfrm>
                <a:off x="9564179" y="517112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14" name="Freeform: Shape 7613">
                <a:extLst>
                  <a:ext uri="{FF2B5EF4-FFF2-40B4-BE49-F238E27FC236}">
                    <a16:creationId xmlns:a16="http://schemas.microsoft.com/office/drawing/2014/main" id="{9AF74C16-6619-1967-D5CC-5971EA738829}"/>
                  </a:ext>
                </a:extLst>
              </p:cNvPr>
              <p:cNvSpPr/>
              <p:nvPr/>
            </p:nvSpPr>
            <p:spPr>
              <a:xfrm>
                <a:off x="9564669" y="517212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8" y="4955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5"/>
                      <a:pt x="1178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15" name="Freeform: Shape 7614">
                <a:extLst>
                  <a:ext uri="{FF2B5EF4-FFF2-40B4-BE49-F238E27FC236}">
                    <a16:creationId xmlns:a16="http://schemas.microsoft.com/office/drawing/2014/main" id="{EF53E405-0EF0-94A5-379E-8E43F840E9E6}"/>
                  </a:ext>
                </a:extLst>
              </p:cNvPr>
              <p:cNvSpPr/>
              <p:nvPr/>
            </p:nvSpPr>
            <p:spPr>
              <a:xfrm>
                <a:off x="9592013" y="5169685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3"/>
                      <a:pt x="3422" y="133"/>
                    </a:cubicBezTo>
                    <a:cubicBezTo>
                      <a:pt x="2581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16" name="Freeform: Shape 7615">
                <a:extLst>
                  <a:ext uri="{FF2B5EF4-FFF2-40B4-BE49-F238E27FC236}">
                    <a16:creationId xmlns:a16="http://schemas.microsoft.com/office/drawing/2014/main" id="{FFE25AAC-1D5B-AE8A-F67D-A2B1E9D8BA3C}"/>
                  </a:ext>
                </a:extLst>
              </p:cNvPr>
              <p:cNvSpPr/>
              <p:nvPr/>
            </p:nvSpPr>
            <p:spPr>
              <a:xfrm>
                <a:off x="9596350" y="5167621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17" name="Freeform: Shape 7616">
                <a:extLst>
                  <a:ext uri="{FF2B5EF4-FFF2-40B4-BE49-F238E27FC236}">
                    <a16:creationId xmlns:a16="http://schemas.microsoft.com/office/drawing/2014/main" id="{0D6491CF-6F87-800A-B4B2-29F7505EC8AC}"/>
                  </a:ext>
                </a:extLst>
              </p:cNvPr>
              <p:cNvSpPr/>
              <p:nvPr/>
            </p:nvSpPr>
            <p:spPr>
              <a:xfrm>
                <a:off x="9597746" y="5168045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9 h 6345"/>
                  <a:gd name="connsiteX2" fmla="*/ 6594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6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18" name="Freeform: Shape 7617">
                <a:extLst>
                  <a:ext uri="{FF2B5EF4-FFF2-40B4-BE49-F238E27FC236}">
                    <a16:creationId xmlns:a16="http://schemas.microsoft.com/office/drawing/2014/main" id="{4D2B3314-D91E-F6D5-2484-E7ED2A335637}"/>
                  </a:ext>
                </a:extLst>
              </p:cNvPr>
              <p:cNvSpPr/>
              <p:nvPr/>
            </p:nvSpPr>
            <p:spPr>
              <a:xfrm>
                <a:off x="9599045" y="516855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19" name="Freeform: Shape 7618">
                <a:extLst>
                  <a:ext uri="{FF2B5EF4-FFF2-40B4-BE49-F238E27FC236}">
                    <a16:creationId xmlns:a16="http://schemas.microsoft.com/office/drawing/2014/main" id="{53AA3A28-3D4B-C6AF-4107-484B64952760}"/>
                  </a:ext>
                </a:extLst>
              </p:cNvPr>
              <p:cNvSpPr/>
              <p:nvPr/>
            </p:nvSpPr>
            <p:spPr>
              <a:xfrm>
                <a:off x="9600877" y="516865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20" name="Freeform: Shape 7619">
                <a:extLst>
                  <a:ext uri="{FF2B5EF4-FFF2-40B4-BE49-F238E27FC236}">
                    <a16:creationId xmlns:a16="http://schemas.microsoft.com/office/drawing/2014/main" id="{F2B910BB-43E3-F493-B604-8F8E121CD2F7}"/>
                  </a:ext>
                </a:extLst>
              </p:cNvPr>
              <p:cNvSpPr/>
              <p:nvPr/>
            </p:nvSpPr>
            <p:spPr>
              <a:xfrm>
                <a:off x="9602373" y="516904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21" name="Freeform: Shape 7620">
                <a:extLst>
                  <a:ext uri="{FF2B5EF4-FFF2-40B4-BE49-F238E27FC236}">
                    <a16:creationId xmlns:a16="http://schemas.microsoft.com/office/drawing/2014/main" id="{8CAAF382-7F97-D004-C103-6F9C803D8BBB}"/>
                  </a:ext>
                </a:extLst>
              </p:cNvPr>
              <p:cNvSpPr/>
              <p:nvPr/>
            </p:nvSpPr>
            <p:spPr>
              <a:xfrm>
                <a:off x="9604603" y="5168872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5" y="133"/>
                      <a:pt x="3423" y="133"/>
                    </a:cubicBezTo>
                    <a:cubicBezTo>
                      <a:pt x="2582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22" name="Freeform: Shape 7621">
                <a:extLst>
                  <a:ext uri="{FF2B5EF4-FFF2-40B4-BE49-F238E27FC236}">
                    <a16:creationId xmlns:a16="http://schemas.microsoft.com/office/drawing/2014/main" id="{119590AF-8D59-C72E-1383-2B9372FB16A2}"/>
                  </a:ext>
                </a:extLst>
              </p:cNvPr>
              <p:cNvSpPr/>
              <p:nvPr/>
            </p:nvSpPr>
            <p:spPr>
              <a:xfrm>
                <a:off x="9606596" y="5168911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5" y="133"/>
                      <a:pt x="3424" y="133"/>
                    </a:cubicBezTo>
                    <a:cubicBezTo>
                      <a:pt x="2582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23" name="Freeform: Shape 7622">
                <a:extLst>
                  <a:ext uri="{FF2B5EF4-FFF2-40B4-BE49-F238E27FC236}">
                    <a16:creationId xmlns:a16="http://schemas.microsoft.com/office/drawing/2014/main" id="{A1B804C4-15EB-274F-EED5-5453B3CC3A8D}"/>
                  </a:ext>
                </a:extLst>
              </p:cNvPr>
              <p:cNvSpPr/>
              <p:nvPr/>
            </p:nvSpPr>
            <p:spPr>
              <a:xfrm>
                <a:off x="9608297" y="516919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24" name="Freeform: Shape 7623">
                <a:extLst>
                  <a:ext uri="{FF2B5EF4-FFF2-40B4-BE49-F238E27FC236}">
                    <a16:creationId xmlns:a16="http://schemas.microsoft.com/office/drawing/2014/main" id="{A0F813F9-3AE9-0D33-B551-7034483AF492}"/>
                  </a:ext>
                </a:extLst>
              </p:cNvPr>
              <p:cNvSpPr/>
              <p:nvPr/>
            </p:nvSpPr>
            <p:spPr>
              <a:xfrm>
                <a:off x="9609556" y="5169832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25" name="Freeform: Shape 7624">
                <a:extLst>
                  <a:ext uri="{FF2B5EF4-FFF2-40B4-BE49-F238E27FC236}">
                    <a16:creationId xmlns:a16="http://schemas.microsoft.com/office/drawing/2014/main" id="{8FCDBF4B-9743-D8E1-BE53-7A89BBFDB3C9}"/>
                  </a:ext>
                </a:extLst>
              </p:cNvPr>
              <p:cNvSpPr/>
              <p:nvPr/>
            </p:nvSpPr>
            <p:spPr>
              <a:xfrm>
                <a:off x="9610613" y="5170627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5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7"/>
                      <a:pt x="252" y="2465"/>
                      <a:pt x="252" y="3306"/>
                    </a:cubicBezTo>
                    <a:cubicBezTo>
                      <a:pt x="252" y="4147"/>
                      <a:pt x="587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26" name="Freeform: Shape 7625">
                <a:extLst>
                  <a:ext uri="{FF2B5EF4-FFF2-40B4-BE49-F238E27FC236}">
                    <a16:creationId xmlns:a16="http://schemas.microsoft.com/office/drawing/2014/main" id="{D5F730CE-1E73-634F-CF7D-E634C482AFC0}"/>
                  </a:ext>
                </a:extLst>
              </p:cNvPr>
              <p:cNvSpPr/>
              <p:nvPr/>
            </p:nvSpPr>
            <p:spPr>
              <a:xfrm>
                <a:off x="9613168" y="5170331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6 w 6343"/>
                  <a:gd name="connsiteY2" fmla="*/ 3306 h 6345"/>
                  <a:gd name="connsiteX3" fmla="*/ 5667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3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2" y="4954"/>
                      <a:pt x="6596" y="4147"/>
                      <a:pt x="6596" y="3306"/>
                    </a:cubicBezTo>
                    <a:cubicBezTo>
                      <a:pt x="6596" y="2465"/>
                      <a:pt x="6262" y="1657"/>
                      <a:pt x="5667" y="1062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2"/>
                    </a:cubicBezTo>
                    <a:cubicBezTo>
                      <a:pt x="587" y="1657"/>
                      <a:pt x="253" y="2465"/>
                      <a:pt x="253" y="3306"/>
                    </a:cubicBezTo>
                    <a:cubicBezTo>
                      <a:pt x="253" y="4147"/>
                      <a:pt x="587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27" name="Freeform: Shape 7626">
                <a:extLst>
                  <a:ext uri="{FF2B5EF4-FFF2-40B4-BE49-F238E27FC236}">
                    <a16:creationId xmlns:a16="http://schemas.microsoft.com/office/drawing/2014/main" id="{4045404B-00EF-4D23-757B-A96F938D698D}"/>
                  </a:ext>
                </a:extLst>
              </p:cNvPr>
              <p:cNvSpPr/>
              <p:nvPr/>
            </p:nvSpPr>
            <p:spPr>
              <a:xfrm>
                <a:off x="9648769" y="5162729"/>
                <a:ext cx="6343" cy="6345"/>
              </a:xfrm>
              <a:custGeom>
                <a:avLst/>
                <a:gdLst>
                  <a:gd name="connsiteX0" fmla="*/ 3427 w 6343"/>
                  <a:gd name="connsiteY0" fmla="*/ 6478 h 6345"/>
                  <a:gd name="connsiteX1" fmla="*/ 5670 w 6343"/>
                  <a:gd name="connsiteY1" fmla="*/ 5549 h 6345"/>
                  <a:gd name="connsiteX2" fmla="*/ 6598 w 6343"/>
                  <a:gd name="connsiteY2" fmla="*/ 3305 h 6345"/>
                  <a:gd name="connsiteX3" fmla="*/ 5670 w 6343"/>
                  <a:gd name="connsiteY3" fmla="*/ 1062 h 6345"/>
                  <a:gd name="connsiteX4" fmla="*/ 3427 w 6343"/>
                  <a:gd name="connsiteY4" fmla="*/ 133 h 6345"/>
                  <a:gd name="connsiteX5" fmla="*/ 1184 w 6343"/>
                  <a:gd name="connsiteY5" fmla="*/ 1062 h 6345"/>
                  <a:gd name="connsiteX6" fmla="*/ 255 w 6343"/>
                  <a:gd name="connsiteY6" fmla="*/ 3305 h 6345"/>
                  <a:gd name="connsiteX7" fmla="*/ 1184 w 6343"/>
                  <a:gd name="connsiteY7" fmla="*/ 5549 h 6345"/>
                  <a:gd name="connsiteX8" fmla="*/ 342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8"/>
                    </a:moveTo>
                    <a:cubicBezTo>
                      <a:pt x="4268" y="6478"/>
                      <a:pt x="5075" y="6144"/>
                      <a:pt x="5670" y="5549"/>
                    </a:cubicBezTo>
                    <a:cubicBezTo>
                      <a:pt x="6264" y="4954"/>
                      <a:pt x="6598" y="4147"/>
                      <a:pt x="6598" y="3305"/>
                    </a:cubicBezTo>
                    <a:cubicBezTo>
                      <a:pt x="6598" y="2464"/>
                      <a:pt x="6264" y="1657"/>
                      <a:pt x="5670" y="1062"/>
                    </a:cubicBezTo>
                    <a:cubicBezTo>
                      <a:pt x="5075" y="467"/>
                      <a:pt x="4268" y="133"/>
                      <a:pt x="3427" y="133"/>
                    </a:cubicBezTo>
                    <a:cubicBezTo>
                      <a:pt x="2586" y="133"/>
                      <a:pt x="1779" y="467"/>
                      <a:pt x="1184" y="1062"/>
                    </a:cubicBezTo>
                    <a:cubicBezTo>
                      <a:pt x="590" y="1657"/>
                      <a:pt x="255" y="2464"/>
                      <a:pt x="255" y="3305"/>
                    </a:cubicBezTo>
                    <a:cubicBezTo>
                      <a:pt x="255" y="4147"/>
                      <a:pt x="590" y="4954"/>
                      <a:pt x="1184" y="5549"/>
                    </a:cubicBezTo>
                    <a:cubicBezTo>
                      <a:pt x="1779" y="6144"/>
                      <a:pt x="2586" y="6478"/>
                      <a:pt x="342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28" name="Freeform: Shape 7627">
                <a:extLst>
                  <a:ext uri="{FF2B5EF4-FFF2-40B4-BE49-F238E27FC236}">
                    <a16:creationId xmlns:a16="http://schemas.microsoft.com/office/drawing/2014/main" id="{6ED9439E-20A8-ADE0-41C9-7F23DE470284}"/>
                  </a:ext>
                </a:extLst>
              </p:cNvPr>
              <p:cNvSpPr/>
              <p:nvPr/>
            </p:nvSpPr>
            <p:spPr>
              <a:xfrm>
                <a:off x="9648470" y="5164683"/>
                <a:ext cx="6343" cy="6345"/>
              </a:xfrm>
              <a:custGeom>
                <a:avLst/>
                <a:gdLst>
                  <a:gd name="connsiteX0" fmla="*/ 3427 w 6343"/>
                  <a:gd name="connsiteY0" fmla="*/ 6478 h 6345"/>
                  <a:gd name="connsiteX1" fmla="*/ 5670 w 6343"/>
                  <a:gd name="connsiteY1" fmla="*/ 5549 h 6345"/>
                  <a:gd name="connsiteX2" fmla="*/ 6598 w 6343"/>
                  <a:gd name="connsiteY2" fmla="*/ 3305 h 6345"/>
                  <a:gd name="connsiteX3" fmla="*/ 5670 w 6343"/>
                  <a:gd name="connsiteY3" fmla="*/ 1062 h 6345"/>
                  <a:gd name="connsiteX4" fmla="*/ 3427 w 6343"/>
                  <a:gd name="connsiteY4" fmla="*/ 133 h 6345"/>
                  <a:gd name="connsiteX5" fmla="*/ 1184 w 6343"/>
                  <a:gd name="connsiteY5" fmla="*/ 1062 h 6345"/>
                  <a:gd name="connsiteX6" fmla="*/ 255 w 6343"/>
                  <a:gd name="connsiteY6" fmla="*/ 3305 h 6345"/>
                  <a:gd name="connsiteX7" fmla="*/ 1184 w 6343"/>
                  <a:gd name="connsiteY7" fmla="*/ 5549 h 6345"/>
                  <a:gd name="connsiteX8" fmla="*/ 342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8"/>
                    </a:moveTo>
                    <a:cubicBezTo>
                      <a:pt x="4268" y="6478"/>
                      <a:pt x="5075" y="6144"/>
                      <a:pt x="5670" y="5549"/>
                    </a:cubicBezTo>
                    <a:cubicBezTo>
                      <a:pt x="6264" y="4954"/>
                      <a:pt x="6598" y="4147"/>
                      <a:pt x="6598" y="3305"/>
                    </a:cubicBezTo>
                    <a:cubicBezTo>
                      <a:pt x="6598" y="2464"/>
                      <a:pt x="6264" y="1657"/>
                      <a:pt x="5670" y="1062"/>
                    </a:cubicBezTo>
                    <a:cubicBezTo>
                      <a:pt x="5075" y="467"/>
                      <a:pt x="4268" y="133"/>
                      <a:pt x="3427" y="133"/>
                    </a:cubicBezTo>
                    <a:cubicBezTo>
                      <a:pt x="2586" y="133"/>
                      <a:pt x="1779" y="467"/>
                      <a:pt x="1184" y="1062"/>
                    </a:cubicBezTo>
                    <a:cubicBezTo>
                      <a:pt x="590" y="1657"/>
                      <a:pt x="255" y="2464"/>
                      <a:pt x="255" y="3305"/>
                    </a:cubicBezTo>
                    <a:cubicBezTo>
                      <a:pt x="255" y="4147"/>
                      <a:pt x="590" y="4954"/>
                      <a:pt x="1184" y="5549"/>
                    </a:cubicBezTo>
                    <a:cubicBezTo>
                      <a:pt x="1779" y="6144"/>
                      <a:pt x="2586" y="6478"/>
                      <a:pt x="342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29" name="Freeform: Shape 7628">
                <a:extLst>
                  <a:ext uri="{FF2B5EF4-FFF2-40B4-BE49-F238E27FC236}">
                    <a16:creationId xmlns:a16="http://schemas.microsoft.com/office/drawing/2014/main" id="{6325E54D-17BF-79EE-98F5-4454FD13FC03}"/>
                  </a:ext>
                </a:extLst>
              </p:cNvPr>
              <p:cNvSpPr/>
              <p:nvPr/>
            </p:nvSpPr>
            <p:spPr>
              <a:xfrm>
                <a:off x="9038249" y="5154299"/>
                <a:ext cx="6343" cy="6345"/>
              </a:xfrm>
              <a:custGeom>
                <a:avLst/>
                <a:gdLst>
                  <a:gd name="connsiteX0" fmla="*/ 3379 w 6343"/>
                  <a:gd name="connsiteY0" fmla="*/ 6477 h 6345"/>
                  <a:gd name="connsiteX1" fmla="*/ 5621 w 6343"/>
                  <a:gd name="connsiteY1" fmla="*/ 5548 h 6345"/>
                  <a:gd name="connsiteX2" fmla="*/ 6550 w 6343"/>
                  <a:gd name="connsiteY2" fmla="*/ 3305 h 6345"/>
                  <a:gd name="connsiteX3" fmla="*/ 5621 w 6343"/>
                  <a:gd name="connsiteY3" fmla="*/ 1061 h 6345"/>
                  <a:gd name="connsiteX4" fmla="*/ 3379 w 6343"/>
                  <a:gd name="connsiteY4" fmla="*/ 132 h 6345"/>
                  <a:gd name="connsiteX5" fmla="*/ 1136 w 6343"/>
                  <a:gd name="connsiteY5" fmla="*/ 1061 h 6345"/>
                  <a:gd name="connsiteX6" fmla="*/ 207 w 6343"/>
                  <a:gd name="connsiteY6" fmla="*/ 3305 h 6345"/>
                  <a:gd name="connsiteX7" fmla="*/ 1136 w 6343"/>
                  <a:gd name="connsiteY7" fmla="*/ 5548 h 6345"/>
                  <a:gd name="connsiteX8" fmla="*/ 337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7"/>
                    </a:moveTo>
                    <a:cubicBezTo>
                      <a:pt x="4220" y="6477"/>
                      <a:pt x="5027" y="6143"/>
                      <a:pt x="5621" y="5548"/>
                    </a:cubicBezTo>
                    <a:cubicBezTo>
                      <a:pt x="6216" y="4953"/>
                      <a:pt x="6550" y="4146"/>
                      <a:pt x="6550" y="3305"/>
                    </a:cubicBezTo>
                    <a:cubicBezTo>
                      <a:pt x="6550" y="2463"/>
                      <a:pt x="6216" y="1656"/>
                      <a:pt x="5621" y="1061"/>
                    </a:cubicBezTo>
                    <a:cubicBezTo>
                      <a:pt x="5027" y="466"/>
                      <a:pt x="4220" y="132"/>
                      <a:pt x="3379" y="132"/>
                    </a:cubicBezTo>
                    <a:cubicBezTo>
                      <a:pt x="2538" y="132"/>
                      <a:pt x="1731" y="466"/>
                      <a:pt x="1136" y="1061"/>
                    </a:cubicBezTo>
                    <a:cubicBezTo>
                      <a:pt x="541" y="1656"/>
                      <a:pt x="207" y="2463"/>
                      <a:pt x="207" y="3305"/>
                    </a:cubicBezTo>
                    <a:cubicBezTo>
                      <a:pt x="207" y="4146"/>
                      <a:pt x="541" y="4953"/>
                      <a:pt x="1136" y="5548"/>
                    </a:cubicBezTo>
                    <a:cubicBezTo>
                      <a:pt x="1731" y="6143"/>
                      <a:pt x="2538" y="6477"/>
                      <a:pt x="337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30" name="Freeform: Shape 7629">
                <a:extLst>
                  <a:ext uri="{FF2B5EF4-FFF2-40B4-BE49-F238E27FC236}">
                    <a16:creationId xmlns:a16="http://schemas.microsoft.com/office/drawing/2014/main" id="{A0947444-065E-70E5-E6D1-46400E154256}"/>
                  </a:ext>
                </a:extLst>
              </p:cNvPr>
              <p:cNvSpPr/>
              <p:nvPr/>
            </p:nvSpPr>
            <p:spPr>
              <a:xfrm>
                <a:off x="9048215" y="5155004"/>
                <a:ext cx="6343" cy="6345"/>
              </a:xfrm>
              <a:custGeom>
                <a:avLst/>
                <a:gdLst>
                  <a:gd name="connsiteX0" fmla="*/ 3380 w 6343"/>
                  <a:gd name="connsiteY0" fmla="*/ 6477 h 6345"/>
                  <a:gd name="connsiteX1" fmla="*/ 5622 w 6343"/>
                  <a:gd name="connsiteY1" fmla="*/ 5548 h 6345"/>
                  <a:gd name="connsiteX2" fmla="*/ 6551 w 6343"/>
                  <a:gd name="connsiteY2" fmla="*/ 3305 h 6345"/>
                  <a:gd name="connsiteX3" fmla="*/ 5622 w 6343"/>
                  <a:gd name="connsiteY3" fmla="*/ 1061 h 6345"/>
                  <a:gd name="connsiteX4" fmla="*/ 3380 w 6343"/>
                  <a:gd name="connsiteY4" fmla="*/ 132 h 6345"/>
                  <a:gd name="connsiteX5" fmla="*/ 1137 w 6343"/>
                  <a:gd name="connsiteY5" fmla="*/ 1061 h 6345"/>
                  <a:gd name="connsiteX6" fmla="*/ 208 w 6343"/>
                  <a:gd name="connsiteY6" fmla="*/ 3305 h 6345"/>
                  <a:gd name="connsiteX7" fmla="*/ 1137 w 6343"/>
                  <a:gd name="connsiteY7" fmla="*/ 5548 h 6345"/>
                  <a:gd name="connsiteX8" fmla="*/ 338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77"/>
                    </a:moveTo>
                    <a:cubicBezTo>
                      <a:pt x="4221" y="6477"/>
                      <a:pt x="5027" y="6143"/>
                      <a:pt x="5622" y="5548"/>
                    </a:cubicBezTo>
                    <a:cubicBezTo>
                      <a:pt x="6217" y="4953"/>
                      <a:pt x="6551" y="4146"/>
                      <a:pt x="6551" y="3305"/>
                    </a:cubicBezTo>
                    <a:cubicBezTo>
                      <a:pt x="6551" y="2463"/>
                      <a:pt x="6217" y="1656"/>
                      <a:pt x="5622" y="1061"/>
                    </a:cubicBezTo>
                    <a:cubicBezTo>
                      <a:pt x="5027" y="466"/>
                      <a:pt x="4221" y="132"/>
                      <a:pt x="3380" y="132"/>
                    </a:cubicBezTo>
                    <a:cubicBezTo>
                      <a:pt x="2538" y="132"/>
                      <a:pt x="1732" y="466"/>
                      <a:pt x="1137" y="1061"/>
                    </a:cubicBezTo>
                    <a:cubicBezTo>
                      <a:pt x="542" y="1656"/>
                      <a:pt x="208" y="2463"/>
                      <a:pt x="208" y="3305"/>
                    </a:cubicBezTo>
                    <a:cubicBezTo>
                      <a:pt x="208" y="4146"/>
                      <a:pt x="542" y="4953"/>
                      <a:pt x="1137" y="5548"/>
                    </a:cubicBezTo>
                    <a:cubicBezTo>
                      <a:pt x="1732" y="6143"/>
                      <a:pt x="2538" y="6477"/>
                      <a:pt x="338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31" name="Freeform: Shape 7630">
                <a:extLst>
                  <a:ext uri="{FF2B5EF4-FFF2-40B4-BE49-F238E27FC236}">
                    <a16:creationId xmlns:a16="http://schemas.microsoft.com/office/drawing/2014/main" id="{B93021F6-CCDB-8F22-7174-7438CCFEF971}"/>
                  </a:ext>
                </a:extLst>
              </p:cNvPr>
              <p:cNvSpPr/>
              <p:nvPr/>
            </p:nvSpPr>
            <p:spPr>
              <a:xfrm>
                <a:off x="9070169" y="5160125"/>
                <a:ext cx="6343" cy="6345"/>
              </a:xfrm>
              <a:custGeom>
                <a:avLst/>
                <a:gdLst>
                  <a:gd name="connsiteX0" fmla="*/ 3381 w 6343"/>
                  <a:gd name="connsiteY0" fmla="*/ 6478 h 6345"/>
                  <a:gd name="connsiteX1" fmla="*/ 5624 w 6343"/>
                  <a:gd name="connsiteY1" fmla="*/ 5549 h 6345"/>
                  <a:gd name="connsiteX2" fmla="*/ 6553 w 6343"/>
                  <a:gd name="connsiteY2" fmla="*/ 3305 h 6345"/>
                  <a:gd name="connsiteX3" fmla="*/ 5624 w 6343"/>
                  <a:gd name="connsiteY3" fmla="*/ 1062 h 6345"/>
                  <a:gd name="connsiteX4" fmla="*/ 3381 w 6343"/>
                  <a:gd name="connsiteY4" fmla="*/ 132 h 6345"/>
                  <a:gd name="connsiteX5" fmla="*/ 1139 w 6343"/>
                  <a:gd name="connsiteY5" fmla="*/ 1062 h 6345"/>
                  <a:gd name="connsiteX6" fmla="*/ 210 w 6343"/>
                  <a:gd name="connsiteY6" fmla="*/ 3305 h 6345"/>
                  <a:gd name="connsiteX7" fmla="*/ 1139 w 6343"/>
                  <a:gd name="connsiteY7" fmla="*/ 5549 h 6345"/>
                  <a:gd name="connsiteX8" fmla="*/ 338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78"/>
                    </a:moveTo>
                    <a:cubicBezTo>
                      <a:pt x="4222" y="6478"/>
                      <a:pt x="5029" y="6144"/>
                      <a:pt x="5624" y="5549"/>
                    </a:cubicBezTo>
                    <a:cubicBezTo>
                      <a:pt x="6219" y="4954"/>
                      <a:pt x="6553" y="4147"/>
                      <a:pt x="6553" y="3305"/>
                    </a:cubicBezTo>
                    <a:cubicBezTo>
                      <a:pt x="6553" y="2464"/>
                      <a:pt x="6219" y="1657"/>
                      <a:pt x="5624" y="1062"/>
                    </a:cubicBezTo>
                    <a:cubicBezTo>
                      <a:pt x="5029" y="467"/>
                      <a:pt x="4222" y="132"/>
                      <a:pt x="3381" y="132"/>
                    </a:cubicBezTo>
                    <a:cubicBezTo>
                      <a:pt x="2540" y="132"/>
                      <a:pt x="1733" y="467"/>
                      <a:pt x="1139" y="1062"/>
                    </a:cubicBezTo>
                    <a:cubicBezTo>
                      <a:pt x="544" y="1657"/>
                      <a:pt x="210" y="2464"/>
                      <a:pt x="210" y="3305"/>
                    </a:cubicBezTo>
                    <a:cubicBezTo>
                      <a:pt x="210" y="4147"/>
                      <a:pt x="544" y="4954"/>
                      <a:pt x="1139" y="5549"/>
                    </a:cubicBezTo>
                    <a:cubicBezTo>
                      <a:pt x="1733" y="6144"/>
                      <a:pt x="2540" y="6478"/>
                      <a:pt x="338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32" name="Freeform: Shape 7631">
                <a:extLst>
                  <a:ext uri="{FF2B5EF4-FFF2-40B4-BE49-F238E27FC236}">
                    <a16:creationId xmlns:a16="http://schemas.microsoft.com/office/drawing/2014/main" id="{0365EB26-417D-5854-C4B2-DA92D5AB0711}"/>
                  </a:ext>
                </a:extLst>
              </p:cNvPr>
              <p:cNvSpPr/>
              <p:nvPr/>
            </p:nvSpPr>
            <p:spPr>
              <a:xfrm>
                <a:off x="9082280" y="5161948"/>
                <a:ext cx="6343" cy="6345"/>
              </a:xfrm>
              <a:custGeom>
                <a:avLst/>
                <a:gdLst>
                  <a:gd name="connsiteX0" fmla="*/ 3382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5 h 6345"/>
                  <a:gd name="connsiteX3" fmla="*/ 5625 w 6343"/>
                  <a:gd name="connsiteY3" fmla="*/ 1062 h 6345"/>
                  <a:gd name="connsiteX4" fmla="*/ 3382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5 h 6345"/>
                  <a:gd name="connsiteX7" fmla="*/ 1140 w 6343"/>
                  <a:gd name="connsiteY7" fmla="*/ 5549 h 6345"/>
                  <a:gd name="connsiteX8" fmla="*/ 338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8"/>
                    </a:moveTo>
                    <a:cubicBezTo>
                      <a:pt x="4223" y="6478"/>
                      <a:pt x="5030" y="6144"/>
                      <a:pt x="5625" y="5549"/>
                    </a:cubicBezTo>
                    <a:cubicBezTo>
                      <a:pt x="6220" y="4954"/>
                      <a:pt x="6554" y="4147"/>
                      <a:pt x="6554" y="3305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0" y="467"/>
                      <a:pt x="4223" y="133"/>
                      <a:pt x="3382" y="133"/>
                    </a:cubicBezTo>
                    <a:cubicBezTo>
                      <a:pt x="2541" y="133"/>
                      <a:pt x="1734" y="467"/>
                      <a:pt x="1140" y="1062"/>
                    </a:cubicBezTo>
                    <a:cubicBezTo>
                      <a:pt x="545" y="1657"/>
                      <a:pt x="211" y="2464"/>
                      <a:pt x="211" y="3305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4" y="6144"/>
                      <a:pt x="2541" y="6478"/>
                      <a:pt x="338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33" name="Freeform: Shape 7632">
                <a:extLst>
                  <a:ext uri="{FF2B5EF4-FFF2-40B4-BE49-F238E27FC236}">
                    <a16:creationId xmlns:a16="http://schemas.microsoft.com/office/drawing/2014/main" id="{8C8B6444-2C65-A6DA-42CB-B9030735CE17}"/>
                  </a:ext>
                </a:extLst>
              </p:cNvPr>
              <p:cNvSpPr/>
              <p:nvPr/>
            </p:nvSpPr>
            <p:spPr>
              <a:xfrm>
                <a:off x="9089572" y="5162136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5 h 6345"/>
                  <a:gd name="connsiteX3" fmla="*/ 5625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5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1" y="6144"/>
                      <a:pt x="5625" y="5549"/>
                    </a:cubicBezTo>
                    <a:cubicBezTo>
                      <a:pt x="6220" y="4954"/>
                      <a:pt x="6554" y="4147"/>
                      <a:pt x="6554" y="3305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1" y="467"/>
                      <a:pt x="4224" y="133"/>
                      <a:pt x="3383" y="133"/>
                    </a:cubicBezTo>
                    <a:cubicBezTo>
                      <a:pt x="2542" y="133"/>
                      <a:pt x="1735" y="467"/>
                      <a:pt x="1140" y="1062"/>
                    </a:cubicBezTo>
                    <a:cubicBezTo>
                      <a:pt x="545" y="1657"/>
                      <a:pt x="211" y="2464"/>
                      <a:pt x="211" y="3305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5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34" name="Freeform: Shape 7633">
                <a:extLst>
                  <a:ext uri="{FF2B5EF4-FFF2-40B4-BE49-F238E27FC236}">
                    <a16:creationId xmlns:a16="http://schemas.microsoft.com/office/drawing/2014/main" id="{A2347991-4BFC-CB76-3103-2635A100D0E5}"/>
                  </a:ext>
                </a:extLst>
              </p:cNvPr>
              <p:cNvSpPr/>
              <p:nvPr/>
            </p:nvSpPr>
            <p:spPr>
              <a:xfrm>
                <a:off x="9097080" y="5162496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5 h 6345"/>
                  <a:gd name="connsiteX3" fmla="*/ 5626 w 6343"/>
                  <a:gd name="connsiteY3" fmla="*/ 1062 h 6345"/>
                  <a:gd name="connsiteX4" fmla="*/ 3383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5 h 6345"/>
                  <a:gd name="connsiteX7" fmla="*/ 1141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5" y="6478"/>
                      <a:pt x="5031" y="6144"/>
                      <a:pt x="5626" y="5549"/>
                    </a:cubicBezTo>
                    <a:cubicBezTo>
                      <a:pt x="6221" y="4954"/>
                      <a:pt x="6555" y="4147"/>
                      <a:pt x="6555" y="3305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1" y="467"/>
                      <a:pt x="4225" y="133"/>
                      <a:pt x="3383" y="133"/>
                    </a:cubicBezTo>
                    <a:cubicBezTo>
                      <a:pt x="2542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5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35" name="Freeform: Shape 7634">
                <a:extLst>
                  <a:ext uri="{FF2B5EF4-FFF2-40B4-BE49-F238E27FC236}">
                    <a16:creationId xmlns:a16="http://schemas.microsoft.com/office/drawing/2014/main" id="{88798D5E-680F-694D-718D-74BF3BFC6BBB}"/>
                  </a:ext>
                </a:extLst>
              </p:cNvPr>
              <p:cNvSpPr/>
              <p:nvPr/>
            </p:nvSpPr>
            <p:spPr>
              <a:xfrm>
                <a:off x="9104280" y="5162832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5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5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7" y="5549"/>
                    </a:cubicBezTo>
                    <a:cubicBezTo>
                      <a:pt x="6221" y="4954"/>
                      <a:pt x="6556" y="4147"/>
                      <a:pt x="6556" y="3305"/>
                    </a:cubicBezTo>
                    <a:cubicBezTo>
                      <a:pt x="6556" y="2464"/>
                      <a:pt x="6221" y="1657"/>
                      <a:pt x="5627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7" y="1657"/>
                      <a:pt x="212" y="2464"/>
                      <a:pt x="212" y="3305"/>
                    </a:cubicBezTo>
                    <a:cubicBezTo>
                      <a:pt x="212" y="4147"/>
                      <a:pt x="547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36" name="Freeform: Shape 7635">
                <a:extLst>
                  <a:ext uri="{FF2B5EF4-FFF2-40B4-BE49-F238E27FC236}">
                    <a16:creationId xmlns:a16="http://schemas.microsoft.com/office/drawing/2014/main" id="{F65A71CE-A36E-88E0-578E-DBDE8D419A6C}"/>
                  </a:ext>
                </a:extLst>
              </p:cNvPr>
              <p:cNvSpPr/>
              <p:nvPr/>
            </p:nvSpPr>
            <p:spPr>
              <a:xfrm>
                <a:off x="9110652" y="5162932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5 h 6345"/>
                  <a:gd name="connsiteX3" fmla="*/ 5627 w 6343"/>
                  <a:gd name="connsiteY3" fmla="*/ 1062 h 6345"/>
                  <a:gd name="connsiteX4" fmla="*/ 3385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5 h 6345"/>
                  <a:gd name="connsiteX7" fmla="*/ 1142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2" y="6144"/>
                      <a:pt x="5627" y="5549"/>
                    </a:cubicBezTo>
                    <a:cubicBezTo>
                      <a:pt x="6222" y="4954"/>
                      <a:pt x="6556" y="4147"/>
                      <a:pt x="6556" y="3305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2" y="467"/>
                      <a:pt x="4226" y="133"/>
                      <a:pt x="3385" y="133"/>
                    </a:cubicBezTo>
                    <a:cubicBezTo>
                      <a:pt x="2543" y="133"/>
                      <a:pt x="1737" y="467"/>
                      <a:pt x="1142" y="1062"/>
                    </a:cubicBezTo>
                    <a:cubicBezTo>
                      <a:pt x="547" y="1657"/>
                      <a:pt x="213" y="2464"/>
                      <a:pt x="213" y="3305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7" y="6144"/>
                      <a:pt x="2543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37" name="Freeform: Shape 7636">
                <a:extLst>
                  <a:ext uri="{FF2B5EF4-FFF2-40B4-BE49-F238E27FC236}">
                    <a16:creationId xmlns:a16="http://schemas.microsoft.com/office/drawing/2014/main" id="{3F10BC71-404F-BF81-B017-A9C42700C056}"/>
                  </a:ext>
                </a:extLst>
              </p:cNvPr>
              <p:cNvSpPr/>
              <p:nvPr/>
            </p:nvSpPr>
            <p:spPr>
              <a:xfrm>
                <a:off x="9116316" y="5162828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5 h 6345"/>
                  <a:gd name="connsiteX3" fmla="*/ 5628 w 6343"/>
                  <a:gd name="connsiteY3" fmla="*/ 1062 h 6345"/>
                  <a:gd name="connsiteX4" fmla="*/ 3385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5 h 6345"/>
                  <a:gd name="connsiteX7" fmla="*/ 1142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8" y="5549"/>
                    </a:cubicBezTo>
                    <a:cubicBezTo>
                      <a:pt x="6222" y="4954"/>
                      <a:pt x="6557" y="4147"/>
                      <a:pt x="6557" y="3305"/>
                    </a:cubicBezTo>
                    <a:cubicBezTo>
                      <a:pt x="6557" y="2464"/>
                      <a:pt x="6222" y="1657"/>
                      <a:pt x="5628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2" y="1062"/>
                    </a:cubicBezTo>
                    <a:cubicBezTo>
                      <a:pt x="548" y="1657"/>
                      <a:pt x="213" y="2464"/>
                      <a:pt x="213" y="3305"/>
                    </a:cubicBezTo>
                    <a:cubicBezTo>
                      <a:pt x="213" y="4147"/>
                      <a:pt x="548" y="4954"/>
                      <a:pt x="1142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38" name="Freeform: Shape 7637">
                <a:extLst>
                  <a:ext uri="{FF2B5EF4-FFF2-40B4-BE49-F238E27FC236}">
                    <a16:creationId xmlns:a16="http://schemas.microsoft.com/office/drawing/2014/main" id="{5D2E87B6-3B46-A4F5-E57B-7C2B46FD54FD}"/>
                  </a:ext>
                </a:extLst>
              </p:cNvPr>
              <p:cNvSpPr/>
              <p:nvPr/>
            </p:nvSpPr>
            <p:spPr>
              <a:xfrm>
                <a:off x="9122083" y="5162835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5 h 6345"/>
                  <a:gd name="connsiteX3" fmla="*/ 5628 w 6343"/>
                  <a:gd name="connsiteY3" fmla="*/ 1062 h 6345"/>
                  <a:gd name="connsiteX4" fmla="*/ 3385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5 h 6345"/>
                  <a:gd name="connsiteX7" fmla="*/ 1143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7" y="6478"/>
                      <a:pt x="5033" y="6144"/>
                      <a:pt x="5628" y="5549"/>
                    </a:cubicBezTo>
                    <a:cubicBezTo>
                      <a:pt x="6223" y="4954"/>
                      <a:pt x="6557" y="4147"/>
                      <a:pt x="6557" y="3305"/>
                    </a:cubicBezTo>
                    <a:cubicBezTo>
                      <a:pt x="6557" y="2464"/>
                      <a:pt x="6223" y="1657"/>
                      <a:pt x="5628" y="1062"/>
                    </a:cubicBezTo>
                    <a:cubicBezTo>
                      <a:pt x="5033" y="467"/>
                      <a:pt x="4227" y="133"/>
                      <a:pt x="3385" y="133"/>
                    </a:cubicBezTo>
                    <a:cubicBezTo>
                      <a:pt x="2544" y="133"/>
                      <a:pt x="1738" y="467"/>
                      <a:pt x="1143" y="1062"/>
                    </a:cubicBezTo>
                    <a:cubicBezTo>
                      <a:pt x="548" y="1657"/>
                      <a:pt x="214" y="2464"/>
                      <a:pt x="214" y="3305"/>
                    </a:cubicBezTo>
                    <a:cubicBezTo>
                      <a:pt x="214" y="4147"/>
                      <a:pt x="548" y="4954"/>
                      <a:pt x="1143" y="5549"/>
                    </a:cubicBezTo>
                    <a:cubicBezTo>
                      <a:pt x="1738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39" name="Freeform: Shape 7638">
                <a:extLst>
                  <a:ext uri="{FF2B5EF4-FFF2-40B4-BE49-F238E27FC236}">
                    <a16:creationId xmlns:a16="http://schemas.microsoft.com/office/drawing/2014/main" id="{4BC02B21-9006-7CB8-2FA0-392E3386FDDC}"/>
                  </a:ext>
                </a:extLst>
              </p:cNvPr>
              <p:cNvSpPr/>
              <p:nvPr/>
            </p:nvSpPr>
            <p:spPr>
              <a:xfrm>
                <a:off x="9127378" y="5162718"/>
                <a:ext cx="6343" cy="6345"/>
              </a:xfrm>
              <a:custGeom>
                <a:avLst/>
                <a:gdLst>
                  <a:gd name="connsiteX0" fmla="*/ 3386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5 h 6345"/>
                  <a:gd name="connsiteX3" fmla="*/ 5628 w 6343"/>
                  <a:gd name="connsiteY3" fmla="*/ 1062 h 6345"/>
                  <a:gd name="connsiteX4" fmla="*/ 3386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5 h 6345"/>
                  <a:gd name="connsiteX7" fmla="*/ 1143 w 6343"/>
                  <a:gd name="connsiteY7" fmla="*/ 5549 h 6345"/>
                  <a:gd name="connsiteX8" fmla="*/ 338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8"/>
                    </a:moveTo>
                    <a:cubicBezTo>
                      <a:pt x="4227" y="6478"/>
                      <a:pt x="5034" y="6144"/>
                      <a:pt x="5628" y="5549"/>
                    </a:cubicBezTo>
                    <a:cubicBezTo>
                      <a:pt x="6223" y="4954"/>
                      <a:pt x="6557" y="4147"/>
                      <a:pt x="6557" y="3305"/>
                    </a:cubicBezTo>
                    <a:cubicBezTo>
                      <a:pt x="6557" y="2464"/>
                      <a:pt x="6223" y="1657"/>
                      <a:pt x="5628" y="1062"/>
                    </a:cubicBezTo>
                    <a:cubicBezTo>
                      <a:pt x="5034" y="467"/>
                      <a:pt x="4227" y="133"/>
                      <a:pt x="3386" y="133"/>
                    </a:cubicBezTo>
                    <a:cubicBezTo>
                      <a:pt x="2545" y="133"/>
                      <a:pt x="1738" y="467"/>
                      <a:pt x="1143" y="1062"/>
                    </a:cubicBezTo>
                    <a:cubicBezTo>
                      <a:pt x="548" y="1657"/>
                      <a:pt x="214" y="2464"/>
                      <a:pt x="214" y="3305"/>
                    </a:cubicBezTo>
                    <a:cubicBezTo>
                      <a:pt x="214" y="4147"/>
                      <a:pt x="548" y="4954"/>
                      <a:pt x="1143" y="5549"/>
                    </a:cubicBezTo>
                    <a:cubicBezTo>
                      <a:pt x="1738" y="6144"/>
                      <a:pt x="2545" y="6478"/>
                      <a:pt x="338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40" name="Freeform: Shape 7639">
                <a:extLst>
                  <a:ext uri="{FF2B5EF4-FFF2-40B4-BE49-F238E27FC236}">
                    <a16:creationId xmlns:a16="http://schemas.microsoft.com/office/drawing/2014/main" id="{00030263-C97F-0720-DC19-81BAA6286109}"/>
                  </a:ext>
                </a:extLst>
              </p:cNvPr>
              <p:cNvSpPr/>
              <p:nvPr/>
            </p:nvSpPr>
            <p:spPr>
              <a:xfrm>
                <a:off x="9134555" y="5163458"/>
                <a:ext cx="6343" cy="6345"/>
              </a:xfrm>
              <a:custGeom>
                <a:avLst/>
                <a:gdLst>
                  <a:gd name="connsiteX0" fmla="*/ 3386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5 h 6345"/>
                  <a:gd name="connsiteX3" fmla="*/ 5629 w 6343"/>
                  <a:gd name="connsiteY3" fmla="*/ 1062 h 6345"/>
                  <a:gd name="connsiteX4" fmla="*/ 3386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5 h 6345"/>
                  <a:gd name="connsiteX7" fmla="*/ 1144 w 6343"/>
                  <a:gd name="connsiteY7" fmla="*/ 5549 h 6345"/>
                  <a:gd name="connsiteX8" fmla="*/ 338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8"/>
                    </a:moveTo>
                    <a:cubicBezTo>
                      <a:pt x="4228" y="6478"/>
                      <a:pt x="5034" y="6144"/>
                      <a:pt x="5629" y="5549"/>
                    </a:cubicBezTo>
                    <a:cubicBezTo>
                      <a:pt x="6224" y="4954"/>
                      <a:pt x="6558" y="4147"/>
                      <a:pt x="6558" y="3305"/>
                    </a:cubicBezTo>
                    <a:cubicBezTo>
                      <a:pt x="6558" y="2464"/>
                      <a:pt x="6224" y="1657"/>
                      <a:pt x="5629" y="1062"/>
                    </a:cubicBezTo>
                    <a:cubicBezTo>
                      <a:pt x="5034" y="467"/>
                      <a:pt x="4228" y="133"/>
                      <a:pt x="3386" y="133"/>
                    </a:cubicBezTo>
                    <a:cubicBezTo>
                      <a:pt x="2545" y="133"/>
                      <a:pt x="1739" y="467"/>
                      <a:pt x="1144" y="1062"/>
                    </a:cubicBezTo>
                    <a:cubicBezTo>
                      <a:pt x="549" y="1657"/>
                      <a:pt x="215" y="2464"/>
                      <a:pt x="215" y="3305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9" y="6144"/>
                      <a:pt x="2545" y="6478"/>
                      <a:pt x="338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41" name="Freeform: Shape 7640">
                <a:extLst>
                  <a:ext uri="{FF2B5EF4-FFF2-40B4-BE49-F238E27FC236}">
                    <a16:creationId xmlns:a16="http://schemas.microsoft.com/office/drawing/2014/main" id="{361B7EC5-4906-BC7D-F79F-066EB28C2905}"/>
                  </a:ext>
                </a:extLst>
              </p:cNvPr>
              <p:cNvSpPr/>
              <p:nvPr/>
            </p:nvSpPr>
            <p:spPr>
              <a:xfrm>
                <a:off x="9140109" y="5163595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5 h 6345"/>
                  <a:gd name="connsiteX3" fmla="*/ 5629 w 6343"/>
                  <a:gd name="connsiteY3" fmla="*/ 1062 h 6345"/>
                  <a:gd name="connsiteX4" fmla="*/ 3387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5 h 6345"/>
                  <a:gd name="connsiteX7" fmla="*/ 1144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29" y="5549"/>
                    </a:cubicBezTo>
                    <a:cubicBezTo>
                      <a:pt x="6224" y="4954"/>
                      <a:pt x="6558" y="4147"/>
                      <a:pt x="6558" y="3305"/>
                    </a:cubicBezTo>
                    <a:cubicBezTo>
                      <a:pt x="6558" y="2464"/>
                      <a:pt x="6224" y="1657"/>
                      <a:pt x="5629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4" y="1062"/>
                    </a:cubicBezTo>
                    <a:cubicBezTo>
                      <a:pt x="549" y="1657"/>
                      <a:pt x="215" y="2464"/>
                      <a:pt x="215" y="3305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42" name="Freeform: Shape 7641">
                <a:extLst>
                  <a:ext uri="{FF2B5EF4-FFF2-40B4-BE49-F238E27FC236}">
                    <a16:creationId xmlns:a16="http://schemas.microsoft.com/office/drawing/2014/main" id="{AD29B84B-8708-8E60-D13A-BDB5608B3B09}"/>
                  </a:ext>
                </a:extLst>
              </p:cNvPr>
              <p:cNvSpPr/>
              <p:nvPr/>
            </p:nvSpPr>
            <p:spPr>
              <a:xfrm>
                <a:off x="9145193" y="5163595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5 h 6345"/>
                  <a:gd name="connsiteX3" fmla="*/ 5630 w 6343"/>
                  <a:gd name="connsiteY3" fmla="*/ 1062 h 6345"/>
                  <a:gd name="connsiteX4" fmla="*/ 3387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5 h 6345"/>
                  <a:gd name="connsiteX7" fmla="*/ 1145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30" y="5549"/>
                    </a:cubicBezTo>
                    <a:cubicBezTo>
                      <a:pt x="6225" y="4954"/>
                      <a:pt x="6559" y="4147"/>
                      <a:pt x="6559" y="3305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5" y="1062"/>
                    </a:cubicBezTo>
                    <a:cubicBezTo>
                      <a:pt x="550" y="1657"/>
                      <a:pt x="216" y="2464"/>
                      <a:pt x="216" y="3305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43" name="Freeform: Shape 7642">
                <a:extLst>
                  <a:ext uri="{FF2B5EF4-FFF2-40B4-BE49-F238E27FC236}">
                    <a16:creationId xmlns:a16="http://schemas.microsoft.com/office/drawing/2014/main" id="{D066D935-C101-015C-6172-8B7698873FA3}"/>
                  </a:ext>
                </a:extLst>
              </p:cNvPr>
              <p:cNvSpPr/>
              <p:nvPr/>
            </p:nvSpPr>
            <p:spPr>
              <a:xfrm>
                <a:off x="9150038" y="5163553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5 h 6345"/>
                  <a:gd name="connsiteX3" fmla="*/ 5630 w 6343"/>
                  <a:gd name="connsiteY3" fmla="*/ 1062 h 6345"/>
                  <a:gd name="connsiteX4" fmla="*/ 3388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5 h 6345"/>
                  <a:gd name="connsiteX7" fmla="*/ 1145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5" y="6144"/>
                      <a:pt x="5630" y="5549"/>
                    </a:cubicBezTo>
                    <a:cubicBezTo>
                      <a:pt x="6225" y="4954"/>
                      <a:pt x="6559" y="4147"/>
                      <a:pt x="6559" y="3305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5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5" y="1062"/>
                    </a:cubicBezTo>
                    <a:cubicBezTo>
                      <a:pt x="550" y="1657"/>
                      <a:pt x="216" y="2464"/>
                      <a:pt x="216" y="3305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40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44" name="Freeform: Shape 7643">
                <a:extLst>
                  <a:ext uri="{FF2B5EF4-FFF2-40B4-BE49-F238E27FC236}">
                    <a16:creationId xmlns:a16="http://schemas.microsoft.com/office/drawing/2014/main" id="{02F093A1-45AF-33FB-31B5-5D9099208702}"/>
                  </a:ext>
                </a:extLst>
              </p:cNvPr>
              <p:cNvSpPr/>
              <p:nvPr/>
            </p:nvSpPr>
            <p:spPr>
              <a:xfrm>
                <a:off x="9155893" y="5164025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5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5 w 6343"/>
                  <a:gd name="connsiteY5" fmla="*/ 1062 h 6345"/>
                  <a:gd name="connsiteX6" fmla="*/ 217 w 6343"/>
                  <a:gd name="connsiteY6" fmla="*/ 3305 h 6345"/>
                  <a:gd name="connsiteX7" fmla="*/ 1145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6" y="6144"/>
                      <a:pt x="5631" y="5549"/>
                    </a:cubicBezTo>
                    <a:cubicBezTo>
                      <a:pt x="6225" y="4954"/>
                      <a:pt x="6560" y="4147"/>
                      <a:pt x="6560" y="3305"/>
                    </a:cubicBezTo>
                    <a:cubicBezTo>
                      <a:pt x="6560" y="2464"/>
                      <a:pt x="6225" y="1657"/>
                      <a:pt x="5631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5" y="1062"/>
                    </a:cubicBezTo>
                    <a:cubicBezTo>
                      <a:pt x="551" y="1657"/>
                      <a:pt x="217" y="2464"/>
                      <a:pt x="217" y="3305"/>
                    </a:cubicBezTo>
                    <a:cubicBezTo>
                      <a:pt x="217" y="4147"/>
                      <a:pt x="551" y="4954"/>
                      <a:pt x="1145" y="5549"/>
                    </a:cubicBezTo>
                    <a:cubicBezTo>
                      <a:pt x="1740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45" name="Freeform: Shape 7644">
                <a:extLst>
                  <a:ext uri="{FF2B5EF4-FFF2-40B4-BE49-F238E27FC236}">
                    <a16:creationId xmlns:a16="http://schemas.microsoft.com/office/drawing/2014/main" id="{290566BC-E4B4-E6A3-4981-FDEC885A1CF0}"/>
                  </a:ext>
                </a:extLst>
              </p:cNvPr>
              <p:cNvSpPr/>
              <p:nvPr/>
            </p:nvSpPr>
            <p:spPr>
              <a:xfrm>
                <a:off x="9160317" y="5163916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5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30" y="6478"/>
                      <a:pt x="5036" y="6144"/>
                      <a:pt x="5631" y="5549"/>
                    </a:cubicBezTo>
                    <a:cubicBezTo>
                      <a:pt x="6226" y="4954"/>
                      <a:pt x="6560" y="4147"/>
                      <a:pt x="6560" y="3305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6" y="467"/>
                      <a:pt x="4230" y="133"/>
                      <a:pt x="3388" y="133"/>
                    </a:cubicBezTo>
                    <a:cubicBezTo>
                      <a:pt x="2547" y="133"/>
                      <a:pt x="1741" y="467"/>
                      <a:pt x="1146" y="1062"/>
                    </a:cubicBezTo>
                    <a:cubicBezTo>
                      <a:pt x="551" y="1657"/>
                      <a:pt x="217" y="2464"/>
                      <a:pt x="217" y="3305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1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46" name="Freeform: Shape 7645">
                <a:extLst>
                  <a:ext uri="{FF2B5EF4-FFF2-40B4-BE49-F238E27FC236}">
                    <a16:creationId xmlns:a16="http://schemas.microsoft.com/office/drawing/2014/main" id="{3F908872-A8DB-7F57-2185-3825F37F3B0C}"/>
                  </a:ext>
                </a:extLst>
              </p:cNvPr>
              <p:cNvSpPr/>
              <p:nvPr/>
            </p:nvSpPr>
            <p:spPr>
              <a:xfrm>
                <a:off x="9166311" y="5164592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2 w 6343"/>
                  <a:gd name="connsiteY1" fmla="*/ 5549 h 6345"/>
                  <a:gd name="connsiteX2" fmla="*/ 6560 w 6343"/>
                  <a:gd name="connsiteY2" fmla="*/ 3305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2" y="5549"/>
                    </a:cubicBezTo>
                    <a:cubicBezTo>
                      <a:pt x="6226" y="4954"/>
                      <a:pt x="6560" y="4147"/>
                      <a:pt x="6560" y="3305"/>
                    </a:cubicBezTo>
                    <a:cubicBezTo>
                      <a:pt x="6560" y="2464"/>
                      <a:pt x="6226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6" y="1062"/>
                    </a:cubicBezTo>
                    <a:cubicBezTo>
                      <a:pt x="552" y="1657"/>
                      <a:pt x="217" y="2464"/>
                      <a:pt x="217" y="3305"/>
                    </a:cubicBezTo>
                    <a:cubicBezTo>
                      <a:pt x="217" y="4147"/>
                      <a:pt x="552" y="4954"/>
                      <a:pt x="1146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47" name="Freeform: Shape 7646">
                <a:extLst>
                  <a:ext uri="{FF2B5EF4-FFF2-40B4-BE49-F238E27FC236}">
                    <a16:creationId xmlns:a16="http://schemas.microsoft.com/office/drawing/2014/main" id="{E83AF61C-36B1-5EAC-8B0C-BC212E0419B4}"/>
                  </a:ext>
                </a:extLst>
              </p:cNvPr>
              <p:cNvSpPr/>
              <p:nvPr/>
            </p:nvSpPr>
            <p:spPr>
              <a:xfrm>
                <a:off x="9171441" y="5164937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2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7" y="1062"/>
                    </a:cubicBezTo>
                    <a:cubicBezTo>
                      <a:pt x="552" y="1657"/>
                      <a:pt x="218" y="2464"/>
                      <a:pt x="218" y="3306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48" name="Freeform: Shape 7647">
                <a:extLst>
                  <a:ext uri="{FF2B5EF4-FFF2-40B4-BE49-F238E27FC236}">
                    <a16:creationId xmlns:a16="http://schemas.microsoft.com/office/drawing/2014/main" id="{CB3D0F36-E5E1-4F5D-38C3-8838073E3C03}"/>
                  </a:ext>
                </a:extLst>
              </p:cNvPr>
              <p:cNvSpPr/>
              <p:nvPr/>
            </p:nvSpPr>
            <p:spPr>
              <a:xfrm>
                <a:off x="9176557" y="5165340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2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2" y="1657"/>
                      <a:pt x="218" y="2464"/>
                      <a:pt x="218" y="3306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49" name="Freeform: Shape 7648">
                <a:extLst>
                  <a:ext uri="{FF2B5EF4-FFF2-40B4-BE49-F238E27FC236}">
                    <a16:creationId xmlns:a16="http://schemas.microsoft.com/office/drawing/2014/main" id="{08375C19-4BAC-A69A-1C79-D6085DB8B48A}"/>
                  </a:ext>
                </a:extLst>
              </p:cNvPr>
              <p:cNvSpPr/>
              <p:nvPr/>
            </p:nvSpPr>
            <p:spPr>
              <a:xfrm>
                <a:off x="9179197" y="5164600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3 w 6343"/>
                  <a:gd name="connsiteY1" fmla="*/ 5549 h 6345"/>
                  <a:gd name="connsiteX2" fmla="*/ 6561 w 6343"/>
                  <a:gd name="connsiteY2" fmla="*/ 3305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5 h 6345"/>
                  <a:gd name="connsiteX7" fmla="*/ 1147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3" y="5549"/>
                    </a:cubicBezTo>
                    <a:cubicBezTo>
                      <a:pt x="6227" y="4954"/>
                      <a:pt x="6561" y="4147"/>
                      <a:pt x="6561" y="3305"/>
                    </a:cubicBezTo>
                    <a:cubicBezTo>
                      <a:pt x="6561" y="2464"/>
                      <a:pt x="6227" y="1657"/>
                      <a:pt x="5633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3" y="1657"/>
                      <a:pt x="218" y="2464"/>
                      <a:pt x="218" y="3305"/>
                    </a:cubicBezTo>
                    <a:cubicBezTo>
                      <a:pt x="218" y="4147"/>
                      <a:pt x="553" y="4954"/>
                      <a:pt x="1147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50" name="Freeform: Shape 7649">
                <a:extLst>
                  <a:ext uri="{FF2B5EF4-FFF2-40B4-BE49-F238E27FC236}">
                    <a16:creationId xmlns:a16="http://schemas.microsoft.com/office/drawing/2014/main" id="{C31CE58E-A594-2B05-F185-9FA5F83901C9}"/>
                  </a:ext>
                </a:extLst>
              </p:cNvPr>
              <p:cNvSpPr/>
              <p:nvPr/>
            </p:nvSpPr>
            <p:spPr>
              <a:xfrm>
                <a:off x="9184791" y="5165353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51" name="Freeform: Shape 7650">
                <a:extLst>
                  <a:ext uri="{FF2B5EF4-FFF2-40B4-BE49-F238E27FC236}">
                    <a16:creationId xmlns:a16="http://schemas.microsoft.com/office/drawing/2014/main" id="{D1BB5036-E3D8-A5BE-4584-0996E103FBC1}"/>
                  </a:ext>
                </a:extLst>
              </p:cNvPr>
              <p:cNvSpPr/>
              <p:nvPr/>
            </p:nvSpPr>
            <p:spPr>
              <a:xfrm>
                <a:off x="9188531" y="5165245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52" name="Freeform: Shape 7651">
                <a:extLst>
                  <a:ext uri="{FF2B5EF4-FFF2-40B4-BE49-F238E27FC236}">
                    <a16:creationId xmlns:a16="http://schemas.microsoft.com/office/drawing/2014/main" id="{B2F312C9-A57E-0809-0573-BCD3AED1B0EB}"/>
                  </a:ext>
                </a:extLst>
              </p:cNvPr>
              <p:cNvSpPr/>
              <p:nvPr/>
            </p:nvSpPr>
            <p:spPr>
              <a:xfrm>
                <a:off x="9191431" y="5164754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2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4" y="1657"/>
                      <a:pt x="219" y="2464"/>
                      <a:pt x="219" y="3306"/>
                    </a:cubicBezTo>
                    <a:cubicBezTo>
                      <a:pt x="219" y="4147"/>
                      <a:pt x="554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53" name="Freeform: Shape 7652">
                <a:extLst>
                  <a:ext uri="{FF2B5EF4-FFF2-40B4-BE49-F238E27FC236}">
                    <a16:creationId xmlns:a16="http://schemas.microsoft.com/office/drawing/2014/main" id="{C098C31E-8393-FFB1-793E-1F001AB1DF41}"/>
                  </a:ext>
                </a:extLst>
              </p:cNvPr>
              <p:cNvSpPr/>
              <p:nvPr/>
            </p:nvSpPr>
            <p:spPr>
              <a:xfrm>
                <a:off x="9194659" y="5164465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54" name="Freeform: Shape 7653">
                <a:extLst>
                  <a:ext uri="{FF2B5EF4-FFF2-40B4-BE49-F238E27FC236}">
                    <a16:creationId xmlns:a16="http://schemas.microsoft.com/office/drawing/2014/main" id="{29F5A24C-FFC1-63E9-FB9E-6B25F8780115}"/>
                  </a:ext>
                </a:extLst>
              </p:cNvPr>
              <p:cNvSpPr/>
              <p:nvPr/>
            </p:nvSpPr>
            <p:spPr>
              <a:xfrm>
                <a:off x="9198652" y="5164617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3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3" y="133"/>
                      <a:pt x="3391" y="133"/>
                    </a:cubicBezTo>
                    <a:cubicBezTo>
                      <a:pt x="2550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55" name="Freeform: Shape 7654">
                <a:extLst>
                  <a:ext uri="{FF2B5EF4-FFF2-40B4-BE49-F238E27FC236}">
                    <a16:creationId xmlns:a16="http://schemas.microsoft.com/office/drawing/2014/main" id="{F259025A-0C20-2772-7273-CFAA91B9C093}"/>
                  </a:ext>
                </a:extLst>
              </p:cNvPr>
              <p:cNvSpPr/>
              <p:nvPr/>
            </p:nvSpPr>
            <p:spPr>
              <a:xfrm>
                <a:off x="9202414" y="5164696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40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1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56" name="Freeform: Shape 7655">
                <a:extLst>
                  <a:ext uri="{FF2B5EF4-FFF2-40B4-BE49-F238E27FC236}">
                    <a16:creationId xmlns:a16="http://schemas.microsoft.com/office/drawing/2014/main" id="{74F22F2D-B634-3958-914C-2F761FF11016}"/>
                  </a:ext>
                </a:extLst>
              </p:cNvPr>
              <p:cNvSpPr/>
              <p:nvPr/>
            </p:nvSpPr>
            <p:spPr>
              <a:xfrm>
                <a:off x="9207150" y="5165351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1 w 6343"/>
                  <a:gd name="connsiteY6" fmla="*/ 3306 h 6345"/>
                  <a:gd name="connsiteX7" fmla="*/ 1149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40" y="6144"/>
                      <a:pt x="5635" y="5549"/>
                    </a:cubicBezTo>
                    <a:cubicBezTo>
                      <a:pt x="6229" y="4954"/>
                      <a:pt x="6564" y="4147"/>
                      <a:pt x="6564" y="3306"/>
                    </a:cubicBezTo>
                    <a:cubicBezTo>
                      <a:pt x="6564" y="2464"/>
                      <a:pt x="6229" y="1657"/>
                      <a:pt x="5635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49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49" y="5549"/>
                    </a:cubicBezTo>
                    <a:cubicBezTo>
                      <a:pt x="1744" y="6144"/>
                      <a:pt x="2551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57" name="Freeform: Shape 7656">
                <a:extLst>
                  <a:ext uri="{FF2B5EF4-FFF2-40B4-BE49-F238E27FC236}">
                    <a16:creationId xmlns:a16="http://schemas.microsoft.com/office/drawing/2014/main" id="{47E6E3D8-E4AF-F688-2B35-DE3CFE0A45FD}"/>
                  </a:ext>
                </a:extLst>
              </p:cNvPr>
              <p:cNvSpPr/>
              <p:nvPr/>
            </p:nvSpPr>
            <p:spPr>
              <a:xfrm>
                <a:off x="9209906" y="5164978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40" y="6144"/>
                      <a:pt x="5635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5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50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50" y="5549"/>
                    </a:cubicBezTo>
                    <a:cubicBezTo>
                      <a:pt x="1744" y="6144"/>
                      <a:pt x="2551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58" name="Freeform: Shape 7657">
                <a:extLst>
                  <a:ext uri="{FF2B5EF4-FFF2-40B4-BE49-F238E27FC236}">
                    <a16:creationId xmlns:a16="http://schemas.microsoft.com/office/drawing/2014/main" id="{078E2D1E-DC50-0768-B406-F4CC91D77E48}"/>
                  </a:ext>
                </a:extLst>
              </p:cNvPr>
              <p:cNvSpPr/>
              <p:nvPr/>
            </p:nvSpPr>
            <p:spPr>
              <a:xfrm>
                <a:off x="9214397" y="5165605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5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5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0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50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59" name="Freeform: Shape 7658">
                <a:extLst>
                  <a:ext uri="{FF2B5EF4-FFF2-40B4-BE49-F238E27FC236}">
                    <a16:creationId xmlns:a16="http://schemas.microsoft.com/office/drawing/2014/main" id="{26E9C4A8-285E-FCAF-862F-822DAB9FFF5C}"/>
                  </a:ext>
                </a:extLst>
              </p:cNvPr>
              <p:cNvSpPr/>
              <p:nvPr/>
            </p:nvSpPr>
            <p:spPr>
              <a:xfrm>
                <a:off x="9217842" y="5165699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0" y="4954"/>
                      <a:pt x="6565" y="4147"/>
                      <a:pt x="6565" y="3306"/>
                    </a:cubicBezTo>
                    <a:cubicBezTo>
                      <a:pt x="6565" y="2464"/>
                      <a:pt x="6230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0" y="1062"/>
                    </a:cubicBezTo>
                    <a:cubicBezTo>
                      <a:pt x="556" y="1657"/>
                      <a:pt x="221" y="2464"/>
                      <a:pt x="221" y="3306"/>
                    </a:cubicBezTo>
                    <a:cubicBezTo>
                      <a:pt x="221" y="4147"/>
                      <a:pt x="556" y="4954"/>
                      <a:pt x="1150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60" name="Freeform: Shape 7659">
                <a:extLst>
                  <a:ext uri="{FF2B5EF4-FFF2-40B4-BE49-F238E27FC236}">
                    <a16:creationId xmlns:a16="http://schemas.microsoft.com/office/drawing/2014/main" id="{D100FEBB-4BB4-BC5E-D20B-AEF3EF654467}"/>
                  </a:ext>
                </a:extLst>
              </p:cNvPr>
              <p:cNvSpPr/>
              <p:nvPr/>
            </p:nvSpPr>
            <p:spPr>
              <a:xfrm>
                <a:off x="9221007" y="5165676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61" name="Freeform: Shape 7660">
                <a:extLst>
                  <a:ext uri="{FF2B5EF4-FFF2-40B4-BE49-F238E27FC236}">
                    <a16:creationId xmlns:a16="http://schemas.microsoft.com/office/drawing/2014/main" id="{9367C78D-455E-FB2A-D513-988DF32049D0}"/>
                  </a:ext>
                </a:extLst>
              </p:cNvPr>
              <p:cNvSpPr/>
              <p:nvPr/>
            </p:nvSpPr>
            <p:spPr>
              <a:xfrm>
                <a:off x="9223842" y="5165499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5" y="6478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5" y="133"/>
                      <a:pt x="3393" y="133"/>
                    </a:cubicBezTo>
                    <a:cubicBezTo>
                      <a:pt x="2552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62" name="Freeform: Shape 7661">
                <a:extLst>
                  <a:ext uri="{FF2B5EF4-FFF2-40B4-BE49-F238E27FC236}">
                    <a16:creationId xmlns:a16="http://schemas.microsoft.com/office/drawing/2014/main" id="{E01C322C-C952-6552-DBB1-97775BE5B1B8}"/>
                  </a:ext>
                </a:extLst>
              </p:cNvPr>
              <p:cNvSpPr/>
              <p:nvPr/>
            </p:nvSpPr>
            <p:spPr>
              <a:xfrm>
                <a:off x="9226777" y="5165415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63" name="Freeform: Shape 7662">
                <a:extLst>
                  <a:ext uri="{FF2B5EF4-FFF2-40B4-BE49-F238E27FC236}">
                    <a16:creationId xmlns:a16="http://schemas.microsoft.com/office/drawing/2014/main" id="{9643DEC6-8B03-669D-D700-23228571FEDE}"/>
                  </a:ext>
                </a:extLst>
              </p:cNvPr>
              <p:cNvSpPr/>
              <p:nvPr/>
            </p:nvSpPr>
            <p:spPr>
              <a:xfrm>
                <a:off x="9230185" y="5165650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7 w 6343"/>
                  <a:gd name="connsiteY1" fmla="*/ 5549 h 6345"/>
                  <a:gd name="connsiteX2" fmla="*/ 6565 w 6343"/>
                  <a:gd name="connsiteY2" fmla="*/ 3306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7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7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7" y="1657"/>
                      <a:pt x="222" y="2464"/>
                      <a:pt x="222" y="3306"/>
                    </a:cubicBezTo>
                    <a:cubicBezTo>
                      <a:pt x="222" y="4147"/>
                      <a:pt x="557" y="4954"/>
                      <a:pt x="1151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64" name="Freeform: Shape 7663">
                <a:extLst>
                  <a:ext uri="{FF2B5EF4-FFF2-40B4-BE49-F238E27FC236}">
                    <a16:creationId xmlns:a16="http://schemas.microsoft.com/office/drawing/2014/main" id="{C9CB2B36-ECFB-BD77-CB4C-50E4F79629BA}"/>
                  </a:ext>
                </a:extLst>
              </p:cNvPr>
              <p:cNvSpPr/>
              <p:nvPr/>
            </p:nvSpPr>
            <p:spPr>
              <a:xfrm>
                <a:off x="9232678" y="5165372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65" name="Freeform: Shape 7664">
                <a:extLst>
                  <a:ext uri="{FF2B5EF4-FFF2-40B4-BE49-F238E27FC236}">
                    <a16:creationId xmlns:a16="http://schemas.microsoft.com/office/drawing/2014/main" id="{B9629802-95B7-95B9-9FDA-38F11C3F3230}"/>
                  </a:ext>
                </a:extLst>
              </p:cNvPr>
              <p:cNvSpPr/>
              <p:nvPr/>
            </p:nvSpPr>
            <p:spPr>
              <a:xfrm>
                <a:off x="9235961" y="5165610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6" y="6478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7"/>
                      <a:pt x="4236" y="133"/>
                      <a:pt x="3394" y="133"/>
                    </a:cubicBezTo>
                    <a:cubicBezTo>
                      <a:pt x="2553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66" name="Freeform: Shape 7665">
                <a:extLst>
                  <a:ext uri="{FF2B5EF4-FFF2-40B4-BE49-F238E27FC236}">
                    <a16:creationId xmlns:a16="http://schemas.microsoft.com/office/drawing/2014/main" id="{19851F90-B073-D19C-DD60-5AE42746C151}"/>
                  </a:ext>
                </a:extLst>
              </p:cNvPr>
              <p:cNvSpPr/>
              <p:nvPr/>
            </p:nvSpPr>
            <p:spPr>
              <a:xfrm>
                <a:off x="9238917" y="5165685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67" name="Freeform: Shape 7666">
                <a:extLst>
                  <a:ext uri="{FF2B5EF4-FFF2-40B4-BE49-F238E27FC236}">
                    <a16:creationId xmlns:a16="http://schemas.microsoft.com/office/drawing/2014/main" id="{577AAA7E-05DB-BE79-1195-DF63B9F2C77C}"/>
                  </a:ext>
                </a:extLst>
              </p:cNvPr>
              <p:cNvSpPr/>
              <p:nvPr/>
            </p:nvSpPr>
            <p:spPr>
              <a:xfrm>
                <a:off x="9241916" y="5165826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68" name="Freeform: Shape 7667">
                <a:extLst>
                  <a:ext uri="{FF2B5EF4-FFF2-40B4-BE49-F238E27FC236}">
                    <a16:creationId xmlns:a16="http://schemas.microsoft.com/office/drawing/2014/main" id="{060D021A-24A9-7CA7-AA55-0A4147CE6382}"/>
                  </a:ext>
                </a:extLst>
              </p:cNvPr>
              <p:cNvSpPr/>
              <p:nvPr/>
            </p:nvSpPr>
            <p:spPr>
              <a:xfrm>
                <a:off x="9244172" y="5165527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8" y="5549"/>
                    </a:cubicBezTo>
                    <a:cubicBezTo>
                      <a:pt x="6232" y="4954"/>
                      <a:pt x="6567" y="4147"/>
                      <a:pt x="6567" y="3306"/>
                    </a:cubicBezTo>
                    <a:cubicBezTo>
                      <a:pt x="6567" y="2464"/>
                      <a:pt x="6232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8" y="1657"/>
                      <a:pt x="223" y="2464"/>
                      <a:pt x="223" y="3306"/>
                    </a:cubicBezTo>
                    <a:cubicBezTo>
                      <a:pt x="223" y="4147"/>
                      <a:pt x="558" y="4954"/>
                      <a:pt x="1152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69" name="Freeform: Shape 7668">
                <a:extLst>
                  <a:ext uri="{FF2B5EF4-FFF2-40B4-BE49-F238E27FC236}">
                    <a16:creationId xmlns:a16="http://schemas.microsoft.com/office/drawing/2014/main" id="{9637CDD5-C2E7-769E-1F41-C8F9D7FD2F1C}"/>
                  </a:ext>
                </a:extLst>
              </p:cNvPr>
              <p:cNvSpPr/>
              <p:nvPr/>
            </p:nvSpPr>
            <p:spPr>
              <a:xfrm>
                <a:off x="9246529" y="5165319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70" name="Freeform: Shape 7669">
                <a:extLst>
                  <a:ext uri="{FF2B5EF4-FFF2-40B4-BE49-F238E27FC236}">
                    <a16:creationId xmlns:a16="http://schemas.microsoft.com/office/drawing/2014/main" id="{68754C8D-82FB-A0ED-F59C-151B8CE120A5}"/>
                  </a:ext>
                </a:extLst>
              </p:cNvPr>
              <p:cNvSpPr/>
              <p:nvPr/>
            </p:nvSpPr>
            <p:spPr>
              <a:xfrm>
                <a:off x="9249088" y="5165272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7" y="6478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7"/>
                      <a:pt x="4237" y="133"/>
                      <a:pt x="3395" y="133"/>
                    </a:cubicBezTo>
                    <a:cubicBezTo>
                      <a:pt x="2554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71" name="Freeform: Shape 7670">
                <a:extLst>
                  <a:ext uri="{FF2B5EF4-FFF2-40B4-BE49-F238E27FC236}">
                    <a16:creationId xmlns:a16="http://schemas.microsoft.com/office/drawing/2014/main" id="{BA24C0C3-B848-D046-3320-C9C53D9951D8}"/>
                  </a:ext>
                </a:extLst>
              </p:cNvPr>
              <p:cNvSpPr/>
              <p:nvPr/>
            </p:nvSpPr>
            <p:spPr>
              <a:xfrm>
                <a:off x="9251692" y="5165286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72" name="Freeform: Shape 7671">
                <a:extLst>
                  <a:ext uri="{FF2B5EF4-FFF2-40B4-BE49-F238E27FC236}">
                    <a16:creationId xmlns:a16="http://schemas.microsoft.com/office/drawing/2014/main" id="{25B739E6-76CE-2B95-3EE5-7A85A1297D26}"/>
                  </a:ext>
                </a:extLst>
              </p:cNvPr>
              <p:cNvSpPr/>
              <p:nvPr/>
            </p:nvSpPr>
            <p:spPr>
              <a:xfrm>
                <a:off x="9254238" y="5165293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73" name="Freeform: Shape 7672">
                <a:extLst>
                  <a:ext uri="{FF2B5EF4-FFF2-40B4-BE49-F238E27FC236}">
                    <a16:creationId xmlns:a16="http://schemas.microsoft.com/office/drawing/2014/main" id="{608D9A75-849B-B814-2236-770E22A6235D}"/>
                  </a:ext>
                </a:extLst>
              </p:cNvPr>
              <p:cNvSpPr/>
              <p:nvPr/>
            </p:nvSpPr>
            <p:spPr>
              <a:xfrm>
                <a:off x="9256929" y="5165431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9" y="5549"/>
                    </a:cubicBezTo>
                    <a:cubicBezTo>
                      <a:pt x="6233" y="4954"/>
                      <a:pt x="6568" y="4147"/>
                      <a:pt x="6568" y="3306"/>
                    </a:cubicBezTo>
                    <a:cubicBezTo>
                      <a:pt x="6568" y="2464"/>
                      <a:pt x="6233" y="1657"/>
                      <a:pt x="5639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9" y="1657"/>
                      <a:pt x="224" y="2464"/>
                      <a:pt x="224" y="3306"/>
                    </a:cubicBezTo>
                    <a:cubicBezTo>
                      <a:pt x="224" y="4147"/>
                      <a:pt x="559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74" name="Freeform: Shape 7673">
                <a:extLst>
                  <a:ext uri="{FF2B5EF4-FFF2-40B4-BE49-F238E27FC236}">
                    <a16:creationId xmlns:a16="http://schemas.microsoft.com/office/drawing/2014/main" id="{09B43BA9-CBE0-161E-C9CE-0F4D41D03CA1}"/>
                  </a:ext>
                </a:extLst>
              </p:cNvPr>
              <p:cNvSpPr/>
              <p:nvPr/>
            </p:nvSpPr>
            <p:spPr>
              <a:xfrm>
                <a:off x="9259408" y="5165456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75" name="Freeform: Shape 7674">
                <a:extLst>
                  <a:ext uri="{FF2B5EF4-FFF2-40B4-BE49-F238E27FC236}">
                    <a16:creationId xmlns:a16="http://schemas.microsoft.com/office/drawing/2014/main" id="{D9D1A27E-51D6-1119-F21E-F5E07ADDEF4A}"/>
                  </a:ext>
                </a:extLst>
              </p:cNvPr>
              <p:cNvSpPr/>
              <p:nvPr/>
            </p:nvSpPr>
            <p:spPr>
              <a:xfrm>
                <a:off x="9261777" y="5165434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8" y="6478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4" y="467"/>
                      <a:pt x="4238" y="133"/>
                      <a:pt x="3396" y="133"/>
                    </a:cubicBezTo>
                    <a:cubicBezTo>
                      <a:pt x="2555" y="133"/>
                      <a:pt x="1749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76" name="Freeform: Shape 7675">
                <a:extLst>
                  <a:ext uri="{FF2B5EF4-FFF2-40B4-BE49-F238E27FC236}">
                    <a16:creationId xmlns:a16="http://schemas.microsoft.com/office/drawing/2014/main" id="{EC27D441-CA95-4EE5-1AC0-CACEC779D04E}"/>
                  </a:ext>
                </a:extLst>
              </p:cNvPr>
              <p:cNvSpPr/>
              <p:nvPr/>
            </p:nvSpPr>
            <p:spPr>
              <a:xfrm>
                <a:off x="9264089" y="5165400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4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77" name="Freeform: Shape 7676">
                <a:extLst>
                  <a:ext uri="{FF2B5EF4-FFF2-40B4-BE49-F238E27FC236}">
                    <a16:creationId xmlns:a16="http://schemas.microsoft.com/office/drawing/2014/main" id="{8D57FA34-582A-EC71-2961-B606C17A2084}"/>
                  </a:ext>
                </a:extLst>
              </p:cNvPr>
              <p:cNvSpPr/>
              <p:nvPr/>
            </p:nvSpPr>
            <p:spPr>
              <a:xfrm>
                <a:off x="9270176" y="5168126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6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4" y="4954"/>
                      <a:pt x="6569" y="4147"/>
                      <a:pt x="6569" y="3306"/>
                    </a:cubicBezTo>
                    <a:cubicBezTo>
                      <a:pt x="6569" y="2464"/>
                      <a:pt x="6234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4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4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78" name="Freeform: Shape 7677">
                <a:extLst>
                  <a:ext uri="{FF2B5EF4-FFF2-40B4-BE49-F238E27FC236}">
                    <a16:creationId xmlns:a16="http://schemas.microsoft.com/office/drawing/2014/main" id="{414039FC-CA4A-2FF6-0F5D-844F71C6AFB0}"/>
                  </a:ext>
                </a:extLst>
              </p:cNvPr>
              <p:cNvSpPr/>
              <p:nvPr/>
            </p:nvSpPr>
            <p:spPr>
              <a:xfrm>
                <a:off x="9272207" y="5167978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79" name="Freeform: Shape 7678">
                <a:extLst>
                  <a:ext uri="{FF2B5EF4-FFF2-40B4-BE49-F238E27FC236}">
                    <a16:creationId xmlns:a16="http://schemas.microsoft.com/office/drawing/2014/main" id="{1F5C8CEF-9B39-EB84-D8A2-526D37C7CA8D}"/>
                  </a:ext>
                </a:extLst>
              </p:cNvPr>
              <p:cNvSpPr/>
              <p:nvPr/>
            </p:nvSpPr>
            <p:spPr>
              <a:xfrm>
                <a:off x="9273633" y="5167406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80" name="Freeform: Shape 7679">
                <a:extLst>
                  <a:ext uri="{FF2B5EF4-FFF2-40B4-BE49-F238E27FC236}">
                    <a16:creationId xmlns:a16="http://schemas.microsoft.com/office/drawing/2014/main" id="{B896EF0C-283C-560C-5909-FC505E6CF117}"/>
                  </a:ext>
                </a:extLst>
              </p:cNvPr>
              <p:cNvSpPr/>
              <p:nvPr/>
            </p:nvSpPr>
            <p:spPr>
              <a:xfrm>
                <a:off x="9277547" y="5168716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81" name="Freeform: Shape 7680">
                <a:extLst>
                  <a:ext uri="{FF2B5EF4-FFF2-40B4-BE49-F238E27FC236}">
                    <a16:creationId xmlns:a16="http://schemas.microsoft.com/office/drawing/2014/main" id="{2B043239-146D-500F-FC5A-47EB714EACF7}"/>
                  </a:ext>
                </a:extLst>
              </p:cNvPr>
              <p:cNvSpPr/>
              <p:nvPr/>
            </p:nvSpPr>
            <p:spPr>
              <a:xfrm>
                <a:off x="9283942" y="5167244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82" name="Freeform: Shape 7681">
                <a:extLst>
                  <a:ext uri="{FF2B5EF4-FFF2-40B4-BE49-F238E27FC236}">
                    <a16:creationId xmlns:a16="http://schemas.microsoft.com/office/drawing/2014/main" id="{6D97D484-4E02-FAB4-398D-F87C8195D817}"/>
                  </a:ext>
                </a:extLst>
              </p:cNvPr>
              <p:cNvSpPr/>
              <p:nvPr/>
            </p:nvSpPr>
            <p:spPr>
              <a:xfrm>
                <a:off x="9285597" y="5166962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83" name="Freeform: Shape 7682">
                <a:extLst>
                  <a:ext uri="{FF2B5EF4-FFF2-40B4-BE49-F238E27FC236}">
                    <a16:creationId xmlns:a16="http://schemas.microsoft.com/office/drawing/2014/main" id="{0D325FF4-48C0-066E-C757-7264B9E5AC56}"/>
                  </a:ext>
                </a:extLst>
              </p:cNvPr>
              <p:cNvSpPr/>
              <p:nvPr/>
            </p:nvSpPr>
            <p:spPr>
              <a:xfrm>
                <a:off x="9286525" y="5166107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84" name="Freeform: Shape 7683">
                <a:extLst>
                  <a:ext uri="{FF2B5EF4-FFF2-40B4-BE49-F238E27FC236}">
                    <a16:creationId xmlns:a16="http://schemas.microsoft.com/office/drawing/2014/main" id="{5B9B55B5-0A5E-E070-5A56-9580524934E8}"/>
                  </a:ext>
                </a:extLst>
              </p:cNvPr>
              <p:cNvSpPr/>
              <p:nvPr/>
            </p:nvSpPr>
            <p:spPr>
              <a:xfrm>
                <a:off x="9289092" y="5166602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85" name="Freeform: Shape 7684">
                <a:extLst>
                  <a:ext uri="{FF2B5EF4-FFF2-40B4-BE49-F238E27FC236}">
                    <a16:creationId xmlns:a16="http://schemas.microsoft.com/office/drawing/2014/main" id="{8C666C09-3944-9F0A-F1AA-0A7854CB2CD9}"/>
                  </a:ext>
                </a:extLst>
              </p:cNvPr>
              <p:cNvSpPr/>
              <p:nvPr/>
            </p:nvSpPr>
            <p:spPr>
              <a:xfrm>
                <a:off x="9290929" y="5166527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86" name="Freeform: Shape 7685">
                <a:extLst>
                  <a:ext uri="{FF2B5EF4-FFF2-40B4-BE49-F238E27FC236}">
                    <a16:creationId xmlns:a16="http://schemas.microsoft.com/office/drawing/2014/main" id="{20C60C4C-3F39-07FF-730A-67B1C9853E04}"/>
                  </a:ext>
                </a:extLst>
              </p:cNvPr>
              <p:cNvSpPr/>
              <p:nvPr/>
            </p:nvSpPr>
            <p:spPr>
              <a:xfrm>
                <a:off x="9292381" y="5166148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87" name="Freeform: Shape 7686">
                <a:extLst>
                  <a:ext uri="{FF2B5EF4-FFF2-40B4-BE49-F238E27FC236}">
                    <a16:creationId xmlns:a16="http://schemas.microsoft.com/office/drawing/2014/main" id="{1D12395E-FBA6-7D49-6536-1A265FBBA4B3}"/>
                  </a:ext>
                </a:extLst>
              </p:cNvPr>
              <p:cNvSpPr/>
              <p:nvPr/>
            </p:nvSpPr>
            <p:spPr>
              <a:xfrm>
                <a:off x="9345041" y="5166778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88" name="Freeform: Shape 7687">
                <a:extLst>
                  <a:ext uri="{FF2B5EF4-FFF2-40B4-BE49-F238E27FC236}">
                    <a16:creationId xmlns:a16="http://schemas.microsoft.com/office/drawing/2014/main" id="{F6DC8A9B-647D-179C-C7AB-2AA0551D1071}"/>
                  </a:ext>
                </a:extLst>
              </p:cNvPr>
              <p:cNvSpPr/>
              <p:nvPr/>
            </p:nvSpPr>
            <p:spPr>
              <a:xfrm>
                <a:off x="9390368" y="517228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89" name="Freeform: Shape 7688">
                <a:extLst>
                  <a:ext uri="{FF2B5EF4-FFF2-40B4-BE49-F238E27FC236}">
                    <a16:creationId xmlns:a16="http://schemas.microsoft.com/office/drawing/2014/main" id="{BD390848-E359-BD18-531A-1C5676DC6EAB}"/>
                  </a:ext>
                </a:extLst>
              </p:cNvPr>
              <p:cNvSpPr/>
              <p:nvPr/>
            </p:nvSpPr>
            <p:spPr>
              <a:xfrm>
                <a:off x="9390967" y="517161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90" name="Freeform: Shape 7689">
                <a:extLst>
                  <a:ext uri="{FF2B5EF4-FFF2-40B4-BE49-F238E27FC236}">
                    <a16:creationId xmlns:a16="http://schemas.microsoft.com/office/drawing/2014/main" id="{C2033BC5-3468-B309-8C88-61684484BD2C}"/>
                  </a:ext>
                </a:extLst>
              </p:cNvPr>
              <p:cNvSpPr/>
              <p:nvPr/>
            </p:nvSpPr>
            <p:spPr>
              <a:xfrm>
                <a:off x="9391694" y="517122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91" name="Freeform: Shape 7690">
                <a:extLst>
                  <a:ext uri="{FF2B5EF4-FFF2-40B4-BE49-F238E27FC236}">
                    <a16:creationId xmlns:a16="http://schemas.microsoft.com/office/drawing/2014/main" id="{81DDC3E5-454D-EC02-A162-C507483AF881}"/>
                  </a:ext>
                </a:extLst>
              </p:cNvPr>
              <p:cNvSpPr/>
              <p:nvPr/>
            </p:nvSpPr>
            <p:spPr>
              <a:xfrm>
                <a:off x="9392255" y="517044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92" name="Freeform: Shape 7691">
                <a:extLst>
                  <a:ext uri="{FF2B5EF4-FFF2-40B4-BE49-F238E27FC236}">
                    <a16:creationId xmlns:a16="http://schemas.microsoft.com/office/drawing/2014/main" id="{AA31D6EB-3375-BC85-63B6-AA35EABC0429}"/>
                  </a:ext>
                </a:extLst>
              </p:cNvPr>
              <p:cNvSpPr/>
              <p:nvPr/>
            </p:nvSpPr>
            <p:spPr>
              <a:xfrm>
                <a:off x="9392609" y="516915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93" name="Freeform: Shape 7692">
                <a:extLst>
                  <a:ext uri="{FF2B5EF4-FFF2-40B4-BE49-F238E27FC236}">
                    <a16:creationId xmlns:a16="http://schemas.microsoft.com/office/drawing/2014/main" id="{E05F9A69-1982-D2DB-FAC1-52A5C1F0BA2A}"/>
                  </a:ext>
                </a:extLst>
              </p:cNvPr>
              <p:cNvSpPr/>
              <p:nvPr/>
            </p:nvSpPr>
            <p:spPr>
              <a:xfrm>
                <a:off x="9394056" y="517051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94" name="Freeform: Shape 7693">
                <a:extLst>
                  <a:ext uri="{FF2B5EF4-FFF2-40B4-BE49-F238E27FC236}">
                    <a16:creationId xmlns:a16="http://schemas.microsoft.com/office/drawing/2014/main" id="{7B06FBFF-83A2-F260-1FE0-408DEEA39A31}"/>
                  </a:ext>
                </a:extLst>
              </p:cNvPr>
              <p:cNvSpPr/>
              <p:nvPr/>
            </p:nvSpPr>
            <p:spPr>
              <a:xfrm>
                <a:off x="9394814" y="517020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70" y="1657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95" name="Freeform: Shape 7694">
                <a:extLst>
                  <a:ext uri="{FF2B5EF4-FFF2-40B4-BE49-F238E27FC236}">
                    <a16:creationId xmlns:a16="http://schemas.microsoft.com/office/drawing/2014/main" id="{5C09A0E3-EE80-8AAC-FB30-25EEC1AA9E8D}"/>
                  </a:ext>
                </a:extLst>
              </p:cNvPr>
              <p:cNvSpPr/>
              <p:nvPr/>
            </p:nvSpPr>
            <p:spPr>
              <a:xfrm>
                <a:off x="9395620" y="517001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70" y="1657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96" name="Freeform: Shape 7695">
                <a:extLst>
                  <a:ext uri="{FF2B5EF4-FFF2-40B4-BE49-F238E27FC236}">
                    <a16:creationId xmlns:a16="http://schemas.microsoft.com/office/drawing/2014/main" id="{DBBAB0AD-5727-A604-D73E-3A8766113F18}"/>
                  </a:ext>
                </a:extLst>
              </p:cNvPr>
              <p:cNvSpPr/>
              <p:nvPr/>
            </p:nvSpPr>
            <p:spPr>
              <a:xfrm>
                <a:off x="9396381" y="516972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97" name="Freeform: Shape 7696">
                <a:extLst>
                  <a:ext uri="{FF2B5EF4-FFF2-40B4-BE49-F238E27FC236}">
                    <a16:creationId xmlns:a16="http://schemas.microsoft.com/office/drawing/2014/main" id="{5C9BA00C-C299-52ED-F518-514252219D42}"/>
                  </a:ext>
                </a:extLst>
              </p:cNvPr>
              <p:cNvSpPr/>
              <p:nvPr/>
            </p:nvSpPr>
            <p:spPr>
              <a:xfrm>
                <a:off x="9397166" y="516948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98" name="Freeform: Shape 7697">
                <a:extLst>
                  <a:ext uri="{FF2B5EF4-FFF2-40B4-BE49-F238E27FC236}">
                    <a16:creationId xmlns:a16="http://schemas.microsoft.com/office/drawing/2014/main" id="{3F0FD9AA-042B-CF48-6A18-5735294CDFF3}"/>
                  </a:ext>
                </a:extLst>
              </p:cNvPr>
              <p:cNvSpPr/>
              <p:nvPr/>
            </p:nvSpPr>
            <p:spPr>
              <a:xfrm>
                <a:off x="9398083" y="516960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699" name="Freeform: Shape 7698">
                <a:extLst>
                  <a:ext uri="{FF2B5EF4-FFF2-40B4-BE49-F238E27FC236}">
                    <a16:creationId xmlns:a16="http://schemas.microsoft.com/office/drawing/2014/main" id="{F99C21C3-3BB9-150F-3BC3-1C428F6CA481}"/>
                  </a:ext>
                </a:extLst>
              </p:cNvPr>
              <p:cNvSpPr/>
              <p:nvPr/>
            </p:nvSpPr>
            <p:spPr>
              <a:xfrm>
                <a:off x="9398953" y="516961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00" name="Freeform: Shape 7699">
                <a:extLst>
                  <a:ext uri="{FF2B5EF4-FFF2-40B4-BE49-F238E27FC236}">
                    <a16:creationId xmlns:a16="http://schemas.microsoft.com/office/drawing/2014/main" id="{D2008D50-85C6-34CC-D691-D6EABF14A561}"/>
                  </a:ext>
                </a:extLst>
              </p:cNvPr>
              <p:cNvSpPr/>
              <p:nvPr/>
            </p:nvSpPr>
            <p:spPr>
              <a:xfrm>
                <a:off x="9399801" y="516957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01" name="Freeform: Shape 7700">
                <a:extLst>
                  <a:ext uri="{FF2B5EF4-FFF2-40B4-BE49-F238E27FC236}">
                    <a16:creationId xmlns:a16="http://schemas.microsoft.com/office/drawing/2014/main" id="{8C1AB2F5-B7B2-A049-4022-223757EB8ACE}"/>
                  </a:ext>
                </a:extLst>
              </p:cNvPr>
              <p:cNvSpPr/>
              <p:nvPr/>
            </p:nvSpPr>
            <p:spPr>
              <a:xfrm>
                <a:off x="9400709" y="516971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02" name="Freeform: Shape 7701">
                <a:extLst>
                  <a:ext uri="{FF2B5EF4-FFF2-40B4-BE49-F238E27FC236}">
                    <a16:creationId xmlns:a16="http://schemas.microsoft.com/office/drawing/2014/main" id="{C2A7A219-8FF6-E815-3766-55C5AA934F75}"/>
                  </a:ext>
                </a:extLst>
              </p:cNvPr>
              <p:cNvSpPr/>
              <p:nvPr/>
            </p:nvSpPr>
            <p:spPr>
              <a:xfrm>
                <a:off x="9401573" y="516974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7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03" name="Freeform: Shape 7702">
                <a:extLst>
                  <a:ext uri="{FF2B5EF4-FFF2-40B4-BE49-F238E27FC236}">
                    <a16:creationId xmlns:a16="http://schemas.microsoft.com/office/drawing/2014/main" id="{D45B2E2D-7369-B72C-D6B8-ADB984F439D0}"/>
                  </a:ext>
                </a:extLst>
              </p:cNvPr>
              <p:cNvSpPr/>
              <p:nvPr/>
            </p:nvSpPr>
            <p:spPr>
              <a:xfrm>
                <a:off x="9402416" y="516972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8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04" name="Freeform: Shape 7703">
                <a:extLst>
                  <a:ext uri="{FF2B5EF4-FFF2-40B4-BE49-F238E27FC236}">
                    <a16:creationId xmlns:a16="http://schemas.microsoft.com/office/drawing/2014/main" id="{4678D96F-255E-5CAB-4BB9-FE3A2A3E5A8F}"/>
                  </a:ext>
                </a:extLst>
              </p:cNvPr>
              <p:cNvSpPr/>
              <p:nvPr/>
            </p:nvSpPr>
            <p:spPr>
              <a:xfrm>
                <a:off x="9403238" y="516964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8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05" name="Freeform: Shape 7704">
                <a:extLst>
                  <a:ext uri="{FF2B5EF4-FFF2-40B4-BE49-F238E27FC236}">
                    <a16:creationId xmlns:a16="http://schemas.microsoft.com/office/drawing/2014/main" id="{85388362-107E-92FC-BFAA-5283CA6E5AD7}"/>
                  </a:ext>
                </a:extLst>
              </p:cNvPr>
              <p:cNvSpPr/>
              <p:nvPr/>
            </p:nvSpPr>
            <p:spPr>
              <a:xfrm>
                <a:off x="9404423" y="517069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06" name="Freeform: Shape 7705">
                <a:extLst>
                  <a:ext uri="{FF2B5EF4-FFF2-40B4-BE49-F238E27FC236}">
                    <a16:creationId xmlns:a16="http://schemas.microsoft.com/office/drawing/2014/main" id="{2AC8DDF1-C6AA-5C44-8628-4FEF837E5F73}"/>
                  </a:ext>
                </a:extLst>
              </p:cNvPr>
              <p:cNvSpPr/>
              <p:nvPr/>
            </p:nvSpPr>
            <p:spPr>
              <a:xfrm>
                <a:off x="9405743" y="517223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07" name="Freeform: Shape 7706">
                <a:extLst>
                  <a:ext uri="{FF2B5EF4-FFF2-40B4-BE49-F238E27FC236}">
                    <a16:creationId xmlns:a16="http://schemas.microsoft.com/office/drawing/2014/main" id="{E9C5658C-32CD-5055-7500-C302DCC97216}"/>
                  </a:ext>
                </a:extLst>
              </p:cNvPr>
              <p:cNvSpPr/>
              <p:nvPr/>
            </p:nvSpPr>
            <p:spPr>
              <a:xfrm>
                <a:off x="9405809" y="516979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08" name="Freeform: Shape 7707">
                <a:extLst>
                  <a:ext uri="{FF2B5EF4-FFF2-40B4-BE49-F238E27FC236}">
                    <a16:creationId xmlns:a16="http://schemas.microsoft.com/office/drawing/2014/main" id="{2AB3C539-A83A-EF5D-67D3-A3DA8232F0E5}"/>
                  </a:ext>
                </a:extLst>
              </p:cNvPr>
              <p:cNvSpPr/>
              <p:nvPr/>
            </p:nvSpPr>
            <p:spPr>
              <a:xfrm>
                <a:off x="9407806" y="5168093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79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09" name="Freeform: Shape 7708">
                <a:extLst>
                  <a:ext uri="{FF2B5EF4-FFF2-40B4-BE49-F238E27FC236}">
                    <a16:creationId xmlns:a16="http://schemas.microsoft.com/office/drawing/2014/main" id="{C52748AB-0258-0444-32C3-DAD1FA9ACF53}"/>
                  </a:ext>
                </a:extLst>
              </p:cNvPr>
              <p:cNvSpPr/>
              <p:nvPr/>
            </p:nvSpPr>
            <p:spPr>
              <a:xfrm>
                <a:off x="9412625" y="5164098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5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5 h 6345"/>
                  <a:gd name="connsiteX7" fmla="*/ 1166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5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5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10" name="Freeform: Shape 7709">
                <a:extLst>
                  <a:ext uri="{FF2B5EF4-FFF2-40B4-BE49-F238E27FC236}">
                    <a16:creationId xmlns:a16="http://schemas.microsoft.com/office/drawing/2014/main" id="{0E0583ED-247A-803F-3140-348EAA462449}"/>
                  </a:ext>
                </a:extLst>
              </p:cNvPr>
              <p:cNvSpPr/>
              <p:nvPr/>
            </p:nvSpPr>
            <p:spPr>
              <a:xfrm>
                <a:off x="9413264" y="5163239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5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5 h 6345"/>
                  <a:gd name="connsiteX7" fmla="*/ 1166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5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5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11" name="Freeform: Shape 7710">
                <a:extLst>
                  <a:ext uri="{FF2B5EF4-FFF2-40B4-BE49-F238E27FC236}">
                    <a16:creationId xmlns:a16="http://schemas.microsoft.com/office/drawing/2014/main" id="{74CC37BF-6C60-C14D-0492-067FD75180C2}"/>
                  </a:ext>
                </a:extLst>
              </p:cNvPr>
              <p:cNvSpPr/>
              <p:nvPr/>
            </p:nvSpPr>
            <p:spPr>
              <a:xfrm>
                <a:off x="9414571" y="5165234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50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8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12" name="Freeform: Shape 7711">
                <a:extLst>
                  <a:ext uri="{FF2B5EF4-FFF2-40B4-BE49-F238E27FC236}">
                    <a16:creationId xmlns:a16="http://schemas.microsoft.com/office/drawing/2014/main" id="{A88764A5-C311-0A5D-107A-06EBAC8125EE}"/>
                  </a:ext>
                </a:extLst>
              </p:cNvPr>
              <p:cNvSpPr/>
              <p:nvPr/>
            </p:nvSpPr>
            <p:spPr>
              <a:xfrm>
                <a:off x="9415130" y="5164021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5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5 h 6345"/>
                  <a:gd name="connsiteX7" fmla="*/ 1166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5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9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5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13" name="Freeform: Shape 7712">
                <a:extLst>
                  <a:ext uri="{FF2B5EF4-FFF2-40B4-BE49-F238E27FC236}">
                    <a16:creationId xmlns:a16="http://schemas.microsoft.com/office/drawing/2014/main" id="{7C9B140A-5397-1FDB-1B9E-37BBCA1954C5}"/>
                  </a:ext>
                </a:extLst>
              </p:cNvPr>
              <p:cNvSpPr/>
              <p:nvPr/>
            </p:nvSpPr>
            <p:spPr>
              <a:xfrm>
                <a:off x="9416020" y="5164270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5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5 h 6345"/>
                  <a:gd name="connsiteX7" fmla="*/ 1166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5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9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5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14" name="Freeform: Shape 7713">
                <a:extLst>
                  <a:ext uri="{FF2B5EF4-FFF2-40B4-BE49-F238E27FC236}">
                    <a16:creationId xmlns:a16="http://schemas.microsoft.com/office/drawing/2014/main" id="{ECE3250C-EEA6-2ABE-2E8D-303CA402B750}"/>
                  </a:ext>
                </a:extLst>
              </p:cNvPr>
              <p:cNvSpPr/>
              <p:nvPr/>
            </p:nvSpPr>
            <p:spPr>
              <a:xfrm>
                <a:off x="9423228" y="5167885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15" name="Freeform: Shape 7714">
                <a:extLst>
                  <a:ext uri="{FF2B5EF4-FFF2-40B4-BE49-F238E27FC236}">
                    <a16:creationId xmlns:a16="http://schemas.microsoft.com/office/drawing/2014/main" id="{53D70893-B651-26D7-90DD-A3BC437E0A73}"/>
                  </a:ext>
                </a:extLst>
              </p:cNvPr>
              <p:cNvSpPr/>
              <p:nvPr/>
            </p:nvSpPr>
            <p:spPr>
              <a:xfrm>
                <a:off x="9426980" y="5166370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16" name="Freeform: Shape 7715">
                <a:extLst>
                  <a:ext uri="{FF2B5EF4-FFF2-40B4-BE49-F238E27FC236}">
                    <a16:creationId xmlns:a16="http://schemas.microsoft.com/office/drawing/2014/main" id="{988170FA-AE38-233E-5C0D-E6E0F81571D9}"/>
                  </a:ext>
                </a:extLst>
              </p:cNvPr>
              <p:cNvSpPr/>
              <p:nvPr/>
            </p:nvSpPr>
            <p:spPr>
              <a:xfrm>
                <a:off x="9430006" y="5164991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17" name="Freeform: Shape 7716">
                <a:extLst>
                  <a:ext uri="{FF2B5EF4-FFF2-40B4-BE49-F238E27FC236}">
                    <a16:creationId xmlns:a16="http://schemas.microsoft.com/office/drawing/2014/main" id="{51048947-4E62-F780-65FC-101963D2BD3F}"/>
                  </a:ext>
                </a:extLst>
              </p:cNvPr>
              <p:cNvSpPr/>
              <p:nvPr/>
            </p:nvSpPr>
            <p:spPr>
              <a:xfrm>
                <a:off x="9431572" y="5164639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18" name="Freeform: Shape 7717">
                <a:extLst>
                  <a:ext uri="{FF2B5EF4-FFF2-40B4-BE49-F238E27FC236}">
                    <a16:creationId xmlns:a16="http://schemas.microsoft.com/office/drawing/2014/main" id="{3D9C8B2A-EA1D-24DE-4AC7-64CDB7815790}"/>
                  </a:ext>
                </a:extLst>
              </p:cNvPr>
              <p:cNvSpPr/>
              <p:nvPr/>
            </p:nvSpPr>
            <p:spPr>
              <a:xfrm>
                <a:off x="9434653" y="5163059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2" y="4147"/>
                      <a:pt x="6582" y="3305"/>
                    </a:cubicBezTo>
                    <a:cubicBezTo>
                      <a:pt x="6582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8" y="2464"/>
                      <a:pt x="238" y="3305"/>
                    </a:cubicBezTo>
                    <a:cubicBezTo>
                      <a:pt x="238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19" name="Freeform: Shape 7718">
                <a:extLst>
                  <a:ext uri="{FF2B5EF4-FFF2-40B4-BE49-F238E27FC236}">
                    <a16:creationId xmlns:a16="http://schemas.microsoft.com/office/drawing/2014/main" id="{764F90C1-C9F5-AB6B-8EA4-10298D00B09F}"/>
                  </a:ext>
                </a:extLst>
              </p:cNvPr>
              <p:cNvSpPr/>
              <p:nvPr/>
            </p:nvSpPr>
            <p:spPr>
              <a:xfrm>
                <a:off x="9436916" y="5160230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2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2"/>
                      <a:pt x="3410" y="132"/>
                    </a:cubicBezTo>
                    <a:cubicBezTo>
                      <a:pt x="2569" y="132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20" name="Freeform: Shape 7719">
                <a:extLst>
                  <a:ext uri="{FF2B5EF4-FFF2-40B4-BE49-F238E27FC236}">
                    <a16:creationId xmlns:a16="http://schemas.microsoft.com/office/drawing/2014/main" id="{F2A9CFA0-0392-FAAA-4D0E-FCF410F54AC1}"/>
                  </a:ext>
                </a:extLst>
              </p:cNvPr>
              <p:cNvSpPr/>
              <p:nvPr/>
            </p:nvSpPr>
            <p:spPr>
              <a:xfrm>
                <a:off x="9437712" y="5159689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2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2"/>
                      <a:pt x="3410" y="132"/>
                    </a:cubicBezTo>
                    <a:cubicBezTo>
                      <a:pt x="2569" y="132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21" name="Freeform: Shape 7720">
                <a:extLst>
                  <a:ext uri="{FF2B5EF4-FFF2-40B4-BE49-F238E27FC236}">
                    <a16:creationId xmlns:a16="http://schemas.microsoft.com/office/drawing/2014/main" id="{3D10C67E-61FC-E173-7A4D-B811EC86C670}"/>
                  </a:ext>
                </a:extLst>
              </p:cNvPr>
              <p:cNvSpPr/>
              <p:nvPr/>
            </p:nvSpPr>
            <p:spPr>
              <a:xfrm>
                <a:off x="9438611" y="5161392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22" name="Freeform: Shape 7721">
                <a:extLst>
                  <a:ext uri="{FF2B5EF4-FFF2-40B4-BE49-F238E27FC236}">
                    <a16:creationId xmlns:a16="http://schemas.microsoft.com/office/drawing/2014/main" id="{0539C1F4-AF1D-871D-661A-FB362251144E}"/>
                  </a:ext>
                </a:extLst>
              </p:cNvPr>
              <p:cNvSpPr/>
              <p:nvPr/>
            </p:nvSpPr>
            <p:spPr>
              <a:xfrm>
                <a:off x="9439420" y="5161235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0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23" name="Freeform: Shape 7722">
                <a:extLst>
                  <a:ext uri="{FF2B5EF4-FFF2-40B4-BE49-F238E27FC236}">
                    <a16:creationId xmlns:a16="http://schemas.microsoft.com/office/drawing/2014/main" id="{9486CE96-B4EA-2973-8DAE-3B8A8BC91ABF}"/>
                  </a:ext>
                </a:extLst>
              </p:cNvPr>
              <p:cNvSpPr/>
              <p:nvPr/>
            </p:nvSpPr>
            <p:spPr>
              <a:xfrm>
                <a:off x="9440133" y="5157909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8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2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8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2" y="6478"/>
                      <a:pt x="5058" y="6143"/>
                      <a:pt x="5653" y="5548"/>
                    </a:cubicBezTo>
                    <a:cubicBezTo>
                      <a:pt x="6248" y="4953"/>
                      <a:pt x="6582" y="4146"/>
                      <a:pt x="6582" y="3305"/>
                    </a:cubicBezTo>
                    <a:cubicBezTo>
                      <a:pt x="6582" y="2464"/>
                      <a:pt x="6248" y="1656"/>
                      <a:pt x="5653" y="1062"/>
                    </a:cubicBezTo>
                    <a:cubicBezTo>
                      <a:pt x="5058" y="467"/>
                      <a:pt x="4252" y="132"/>
                      <a:pt x="3410" y="132"/>
                    </a:cubicBezTo>
                    <a:cubicBezTo>
                      <a:pt x="2569" y="132"/>
                      <a:pt x="1763" y="467"/>
                      <a:pt x="1168" y="1062"/>
                    </a:cubicBezTo>
                    <a:cubicBezTo>
                      <a:pt x="573" y="1656"/>
                      <a:pt x="239" y="2464"/>
                      <a:pt x="239" y="3305"/>
                    </a:cubicBezTo>
                    <a:cubicBezTo>
                      <a:pt x="239" y="4146"/>
                      <a:pt x="573" y="4953"/>
                      <a:pt x="1168" y="5548"/>
                    </a:cubicBezTo>
                    <a:cubicBezTo>
                      <a:pt x="1763" y="6143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24" name="Freeform: Shape 7723">
                <a:extLst>
                  <a:ext uri="{FF2B5EF4-FFF2-40B4-BE49-F238E27FC236}">
                    <a16:creationId xmlns:a16="http://schemas.microsoft.com/office/drawing/2014/main" id="{ABE774D7-9C6B-D9F6-EBCF-80652B59E3D4}"/>
                  </a:ext>
                </a:extLst>
              </p:cNvPr>
              <p:cNvSpPr/>
              <p:nvPr/>
            </p:nvSpPr>
            <p:spPr>
              <a:xfrm>
                <a:off x="9441038" y="5160748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1 w 6343"/>
                  <a:gd name="connsiteY4" fmla="*/ 132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2"/>
                      <a:pt x="3411" y="132"/>
                    </a:cubicBezTo>
                    <a:cubicBezTo>
                      <a:pt x="2569" y="132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25" name="Freeform: Shape 7724">
                <a:extLst>
                  <a:ext uri="{FF2B5EF4-FFF2-40B4-BE49-F238E27FC236}">
                    <a16:creationId xmlns:a16="http://schemas.microsoft.com/office/drawing/2014/main" id="{83B6B89C-6751-B459-333F-BF76EFF19E6E}"/>
                  </a:ext>
                </a:extLst>
              </p:cNvPr>
              <p:cNvSpPr/>
              <p:nvPr/>
            </p:nvSpPr>
            <p:spPr>
              <a:xfrm>
                <a:off x="9441908" y="5163593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26" name="Freeform: Shape 7725">
                <a:extLst>
                  <a:ext uri="{FF2B5EF4-FFF2-40B4-BE49-F238E27FC236}">
                    <a16:creationId xmlns:a16="http://schemas.microsoft.com/office/drawing/2014/main" id="{3FEF5841-4666-6D60-0A14-EBA17628CE98}"/>
                  </a:ext>
                </a:extLst>
              </p:cNvPr>
              <p:cNvSpPr/>
              <p:nvPr/>
            </p:nvSpPr>
            <p:spPr>
              <a:xfrm>
                <a:off x="9442676" y="5160966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1 w 6343"/>
                  <a:gd name="connsiteY4" fmla="*/ 132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2"/>
                      <a:pt x="3411" y="132"/>
                    </a:cubicBezTo>
                    <a:cubicBezTo>
                      <a:pt x="2570" y="132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27" name="Freeform: Shape 7726">
                <a:extLst>
                  <a:ext uri="{FF2B5EF4-FFF2-40B4-BE49-F238E27FC236}">
                    <a16:creationId xmlns:a16="http://schemas.microsoft.com/office/drawing/2014/main" id="{49656FAC-A300-C5C7-1822-91EFFF522892}"/>
                  </a:ext>
                </a:extLst>
              </p:cNvPr>
              <p:cNvSpPr/>
              <p:nvPr/>
            </p:nvSpPr>
            <p:spPr>
              <a:xfrm>
                <a:off x="9443512" y="5164195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28" name="Freeform: Shape 7727">
                <a:extLst>
                  <a:ext uri="{FF2B5EF4-FFF2-40B4-BE49-F238E27FC236}">
                    <a16:creationId xmlns:a16="http://schemas.microsoft.com/office/drawing/2014/main" id="{62578D90-1D21-EDB0-0FC2-0A324CB13416}"/>
                  </a:ext>
                </a:extLst>
              </p:cNvPr>
              <p:cNvSpPr/>
              <p:nvPr/>
            </p:nvSpPr>
            <p:spPr>
              <a:xfrm>
                <a:off x="9444308" y="5164379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29" name="Freeform: Shape 7728">
                <a:extLst>
                  <a:ext uri="{FF2B5EF4-FFF2-40B4-BE49-F238E27FC236}">
                    <a16:creationId xmlns:a16="http://schemas.microsoft.com/office/drawing/2014/main" id="{8CBE087B-DF08-E452-D9A2-2DD01DBFD6BB}"/>
                  </a:ext>
                </a:extLst>
              </p:cNvPr>
              <p:cNvSpPr/>
              <p:nvPr/>
            </p:nvSpPr>
            <p:spPr>
              <a:xfrm>
                <a:off x="9445094" y="5165938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2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39" y="2464"/>
                      <a:pt x="239" y="3306"/>
                    </a:cubicBezTo>
                    <a:cubicBezTo>
                      <a:pt x="239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30" name="Freeform: Shape 7729">
                <a:extLst>
                  <a:ext uri="{FF2B5EF4-FFF2-40B4-BE49-F238E27FC236}">
                    <a16:creationId xmlns:a16="http://schemas.microsoft.com/office/drawing/2014/main" id="{64348DDB-E758-5EC9-4408-5751B987DCC3}"/>
                  </a:ext>
                </a:extLst>
              </p:cNvPr>
              <p:cNvSpPr/>
              <p:nvPr/>
            </p:nvSpPr>
            <p:spPr>
              <a:xfrm>
                <a:off x="9446676" y="5165334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8" y="4954"/>
                      <a:pt x="6583" y="4147"/>
                      <a:pt x="6583" y="3306"/>
                    </a:cubicBezTo>
                    <a:cubicBezTo>
                      <a:pt x="6583" y="2464"/>
                      <a:pt x="6248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39" y="2464"/>
                      <a:pt x="239" y="3306"/>
                    </a:cubicBezTo>
                    <a:cubicBezTo>
                      <a:pt x="239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31" name="Freeform: Shape 7730">
                <a:extLst>
                  <a:ext uri="{FF2B5EF4-FFF2-40B4-BE49-F238E27FC236}">
                    <a16:creationId xmlns:a16="http://schemas.microsoft.com/office/drawing/2014/main" id="{05579961-41B6-6D95-5BF1-CF69CC82889C}"/>
                  </a:ext>
                </a:extLst>
              </p:cNvPr>
              <p:cNvSpPr/>
              <p:nvPr/>
            </p:nvSpPr>
            <p:spPr>
              <a:xfrm>
                <a:off x="9447465" y="5165350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40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8" y="4954"/>
                      <a:pt x="6583" y="4147"/>
                      <a:pt x="6583" y="3306"/>
                    </a:cubicBezTo>
                    <a:cubicBezTo>
                      <a:pt x="6583" y="2464"/>
                      <a:pt x="6248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32" name="Freeform: Shape 7731">
                <a:extLst>
                  <a:ext uri="{FF2B5EF4-FFF2-40B4-BE49-F238E27FC236}">
                    <a16:creationId xmlns:a16="http://schemas.microsoft.com/office/drawing/2014/main" id="{50C36900-808E-0FD0-FE25-29A3E4E1A354}"/>
                  </a:ext>
                </a:extLst>
              </p:cNvPr>
              <p:cNvSpPr/>
              <p:nvPr/>
            </p:nvSpPr>
            <p:spPr>
              <a:xfrm>
                <a:off x="9448357" y="5162011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33" name="Freeform: Shape 7732">
                <a:extLst>
                  <a:ext uri="{FF2B5EF4-FFF2-40B4-BE49-F238E27FC236}">
                    <a16:creationId xmlns:a16="http://schemas.microsoft.com/office/drawing/2014/main" id="{B3E358EB-5269-061D-0401-38664EAD47FE}"/>
                  </a:ext>
                </a:extLst>
              </p:cNvPr>
              <p:cNvSpPr/>
              <p:nvPr/>
            </p:nvSpPr>
            <p:spPr>
              <a:xfrm>
                <a:off x="9450862" y="5160552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2"/>
                      <a:pt x="3411" y="132"/>
                    </a:cubicBezTo>
                    <a:cubicBezTo>
                      <a:pt x="2570" y="132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34" name="Freeform: Shape 7733">
                <a:extLst>
                  <a:ext uri="{FF2B5EF4-FFF2-40B4-BE49-F238E27FC236}">
                    <a16:creationId xmlns:a16="http://schemas.microsoft.com/office/drawing/2014/main" id="{53346FC4-82D8-5637-D06E-A1343B33B995}"/>
                  </a:ext>
                </a:extLst>
              </p:cNvPr>
              <p:cNvSpPr/>
              <p:nvPr/>
            </p:nvSpPr>
            <p:spPr>
              <a:xfrm>
                <a:off x="9452437" y="5161636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3"/>
                      <a:pt x="3411" y="133"/>
                    </a:cubicBezTo>
                    <a:cubicBezTo>
                      <a:pt x="2570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35" name="Freeform: Shape 7734">
                <a:extLst>
                  <a:ext uri="{FF2B5EF4-FFF2-40B4-BE49-F238E27FC236}">
                    <a16:creationId xmlns:a16="http://schemas.microsoft.com/office/drawing/2014/main" id="{44907F49-DB05-04C4-E229-A81652CA7066}"/>
                  </a:ext>
                </a:extLst>
              </p:cNvPr>
              <p:cNvSpPr/>
              <p:nvPr/>
            </p:nvSpPr>
            <p:spPr>
              <a:xfrm>
                <a:off x="9453320" y="5160632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2"/>
                      <a:pt x="3412" y="132"/>
                    </a:cubicBezTo>
                    <a:cubicBezTo>
                      <a:pt x="2570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36" name="Freeform: Shape 7735">
                <a:extLst>
                  <a:ext uri="{FF2B5EF4-FFF2-40B4-BE49-F238E27FC236}">
                    <a16:creationId xmlns:a16="http://schemas.microsoft.com/office/drawing/2014/main" id="{353D2BEB-735C-E6DD-DF42-5F72ABC46900}"/>
                  </a:ext>
                </a:extLst>
              </p:cNvPr>
              <p:cNvSpPr/>
              <p:nvPr/>
            </p:nvSpPr>
            <p:spPr>
              <a:xfrm>
                <a:off x="9454990" y="5160318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37" name="Freeform: Shape 7736">
                <a:extLst>
                  <a:ext uri="{FF2B5EF4-FFF2-40B4-BE49-F238E27FC236}">
                    <a16:creationId xmlns:a16="http://schemas.microsoft.com/office/drawing/2014/main" id="{7C15B6D3-9B55-91CB-DDBA-40DBE9F7C5E5}"/>
                  </a:ext>
                </a:extLst>
              </p:cNvPr>
              <p:cNvSpPr/>
              <p:nvPr/>
            </p:nvSpPr>
            <p:spPr>
              <a:xfrm>
                <a:off x="9456002" y="5158153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8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4" y="5548"/>
                    </a:cubicBezTo>
                    <a:cubicBezTo>
                      <a:pt x="6249" y="4953"/>
                      <a:pt x="6583" y="4146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6"/>
                      <a:pt x="574" y="4953"/>
                      <a:pt x="1169" y="5548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38" name="Freeform: Shape 7737">
                <a:extLst>
                  <a:ext uri="{FF2B5EF4-FFF2-40B4-BE49-F238E27FC236}">
                    <a16:creationId xmlns:a16="http://schemas.microsoft.com/office/drawing/2014/main" id="{75CD5CCF-AD67-7A45-AA62-144A7B195EEA}"/>
                  </a:ext>
                </a:extLst>
              </p:cNvPr>
              <p:cNvSpPr/>
              <p:nvPr/>
            </p:nvSpPr>
            <p:spPr>
              <a:xfrm>
                <a:off x="9456956" y="5156925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8 h 6345"/>
                  <a:gd name="connsiteX2" fmla="*/ 6583 w 6343"/>
                  <a:gd name="connsiteY2" fmla="*/ 3305 h 6345"/>
                  <a:gd name="connsiteX3" fmla="*/ 5654 w 6343"/>
                  <a:gd name="connsiteY3" fmla="*/ 1061 h 6345"/>
                  <a:gd name="connsiteX4" fmla="*/ 3412 w 6343"/>
                  <a:gd name="connsiteY4" fmla="*/ 132 h 6345"/>
                  <a:gd name="connsiteX5" fmla="*/ 1169 w 6343"/>
                  <a:gd name="connsiteY5" fmla="*/ 1061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4" y="5548"/>
                    </a:cubicBezTo>
                    <a:cubicBezTo>
                      <a:pt x="6249" y="4953"/>
                      <a:pt x="6583" y="4146"/>
                      <a:pt x="6583" y="3305"/>
                    </a:cubicBezTo>
                    <a:cubicBezTo>
                      <a:pt x="6583" y="2463"/>
                      <a:pt x="6249" y="1656"/>
                      <a:pt x="5654" y="1061"/>
                    </a:cubicBezTo>
                    <a:cubicBezTo>
                      <a:pt x="5060" y="466"/>
                      <a:pt x="4253" y="132"/>
                      <a:pt x="3412" y="132"/>
                    </a:cubicBezTo>
                    <a:cubicBezTo>
                      <a:pt x="2571" y="132"/>
                      <a:pt x="1764" y="466"/>
                      <a:pt x="1169" y="1061"/>
                    </a:cubicBezTo>
                    <a:cubicBezTo>
                      <a:pt x="574" y="1656"/>
                      <a:pt x="240" y="2463"/>
                      <a:pt x="240" y="3305"/>
                    </a:cubicBezTo>
                    <a:cubicBezTo>
                      <a:pt x="240" y="4146"/>
                      <a:pt x="574" y="4953"/>
                      <a:pt x="1169" y="5548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39" name="Freeform: Shape 7738">
                <a:extLst>
                  <a:ext uri="{FF2B5EF4-FFF2-40B4-BE49-F238E27FC236}">
                    <a16:creationId xmlns:a16="http://schemas.microsoft.com/office/drawing/2014/main" id="{5E0CECC8-C3AB-BBF1-A397-543F31623778}"/>
                  </a:ext>
                </a:extLst>
              </p:cNvPr>
              <p:cNvSpPr/>
              <p:nvPr/>
            </p:nvSpPr>
            <p:spPr>
              <a:xfrm>
                <a:off x="9478067" y="5005663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6 w 6343"/>
                  <a:gd name="connsiteY1" fmla="*/ 5536 h 6345"/>
                  <a:gd name="connsiteX2" fmla="*/ 6585 w 6343"/>
                  <a:gd name="connsiteY2" fmla="*/ 3293 h 6345"/>
                  <a:gd name="connsiteX3" fmla="*/ 5656 w 6343"/>
                  <a:gd name="connsiteY3" fmla="*/ 1050 h 6345"/>
                  <a:gd name="connsiteX4" fmla="*/ 3413 w 6343"/>
                  <a:gd name="connsiteY4" fmla="*/ 120 h 6345"/>
                  <a:gd name="connsiteX5" fmla="*/ 1171 w 6343"/>
                  <a:gd name="connsiteY5" fmla="*/ 1050 h 6345"/>
                  <a:gd name="connsiteX6" fmla="*/ 242 w 6343"/>
                  <a:gd name="connsiteY6" fmla="*/ 3293 h 6345"/>
                  <a:gd name="connsiteX7" fmla="*/ 1171 w 6343"/>
                  <a:gd name="connsiteY7" fmla="*/ 5536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5" y="6466"/>
                      <a:pt x="5061" y="6131"/>
                      <a:pt x="5656" y="5536"/>
                    </a:cubicBezTo>
                    <a:cubicBezTo>
                      <a:pt x="6251" y="4941"/>
                      <a:pt x="6585" y="4134"/>
                      <a:pt x="6585" y="3293"/>
                    </a:cubicBezTo>
                    <a:cubicBezTo>
                      <a:pt x="6585" y="2452"/>
                      <a:pt x="6251" y="1644"/>
                      <a:pt x="5656" y="1050"/>
                    </a:cubicBezTo>
                    <a:cubicBezTo>
                      <a:pt x="5061" y="455"/>
                      <a:pt x="4255" y="120"/>
                      <a:pt x="3413" y="120"/>
                    </a:cubicBezTo>
                    <a:cubicBezTo>
                      <a:pt x="2572" y="120"/>
                      <a:pt x="1766" y="455"/>
                      <a:pt x="1171" y="1050"/>
                    </a:cubicBezTo>
                    <a:cubicBezTo>
                      <a:pt x="576" y="1644"/>
                      <a:pt x="242" y="2452"/>
                      <a:pt x="242" y="3293"/>
                    </a:cubicBezTo>
                    <a:cubicBezTo>
                      <a:pt x="242" y="4134"/>
                      <a:pt x="576" y="4941"/>
                      <a:pt x="1171" y="5536"/>
                    </a:cubicBezTo>
                    <a:cubicBezTo>
                      <a:pt x="1766" y="6131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40" name="Freeform: Shape 7739">
                <a:extLst>
                  <a:ext uri="{FF2B5EF4-FFF2-40B4-BE49-F238E27FC236}">
                    <a16:creationId xmlns:a16="http://schemas.microsoft.com/office/drawing/2014/main" id="{84054302-337C-67A7-0146-0945E1FD229B}"/>
                  </a:ext>
                </a:extLst>
              </p:cNvPr>
              <p:cNvSpPr/>
              <p:nvPr/>
            </p:nvSpPr>
            <p:spPr>
              <a:xfrm>
                <a:off x="9460178" y="5165284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1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6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41" name="Freeform: Shape 7740">
                <a:extLst>
                  <a:ext uri="{FF2B5EF4-FFF2-40B4-BE49-F238E27FC236}">
                    <a16:creationId xmlns:a16="http://schemas.microsoft.com/office/drawing/2014/main" id="{E11C1CF0-F88C-E6D2-4B66-82D213402378}"/>
                  </a:ext>
                </a:extLst>
              </p:cNvPr>
              <p:cNvSpPr/>
              <p:nvPr/>
            </p:nvSpPr>
            <p:spPr>
              <a:xfrm>
                <a:off x="9464745" y="5166936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4" y="6478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2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42" name="Freeform: Shape 7741">
                <a:extLst>
                  <a:ext uri="{FF2B5EF4-FFF2-40B4-BE49-F238E27FC236}">
                    <a16:creationId xmlns:a16="http://schemas.microsoft.com/office/drawing/2014/main" id="{5C02E6FE-F16F-C4D2-AA4D-6FBA82B06086}"/>
                  </a:ext>
                </a:extLst>
              </p:cNvPr>
              <p:cNvSpPr/>
              <p:nvPr/>
            </p:nvSpPr>
            <p:spPr>
              <a:xfrm>
                <a:off x="9466958" y="5168007"/>
                <a:ext cx="6343" cy="6345"/>
              </a:xfrm>
              <a:custGeom>
                <a:avLst/>
                <a:gdLst>
                  <a:gd name="connsiteX0" fmla="*/ 3413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8"/>
                    </a:moveTo>
                    <a:cubicBezTo>
                      <a:pt x="4254" y="6478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3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8"/>
                      <a:pt x="341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43" name="Freeform: Shape 7742">
                <a:extLst>
                  <a:ext uri="{FF2B5EF4-FFF2-40B4-BE49-F238E27FC236}">
                    <a16:creationId xmlns:a16="http://schemas.microsoft.com/office/drawing/2014/main" id="{0AAF54F9-853F-2DFF-F3A8-969231CE9442}"/>
                  </a:ext>
                </a:extLst>
              </p:cNvPr>
              <p:cNvSpPr/>
              <p:nvPr/>
            </p:nvSpPr>
            <p:spPr>
              <a:xfrm>
                <a:off x="9467742" y="5168086"/>
                <a:ext cx="6343" cy="6345"/>
              </a:xfrm>
              <a:custGeom>
                <a:avLst/>
                <a:gdLst>
                  <a:gd name="connsiteX0" fmla="*/ 3413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8"/>
                    </a:moveTo>
                    <a:cubicBezTo>
                      <a:pt x="4254" y="6478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8"/>
                      <a:pt x="341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44" name="Freeform: Shape 7743">
                <a:extLst>
                  <a:ext uri="{FF2B5EF4-FFF2-40B4-BE49-F238E27FC236}">
                    <a16:creationId xmlns:a16="http://schemas.microsoft.com/office/drawing/2014/main" id="{DF36DE42-71EB-B468-808E-D5F1EE0BEEEC}"/>
                  </a:ext>
                </a:extLst>
              </p:cNvPr>
              <p:cNvSpPr/>
              <p:nvPr/>
            </p:nvSpPr>
            <p:spPr>
              <a:xfrm>
                <a:off x="9469592" y="517079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8"/>
                      <a:pt x="5655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5" y="1658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45" name="Freeform: Shape 7744">
                <a:extLst>
                  <a:ext uri="{FF2B5EF4-FFF2-40B4-BE49-F238E27FC236}">
                    <a16:creationId xmlns:a16="http://schemas.microsoft.com/office/drawing/2014/main" id="{05C83A4F-C43A-04D9-5AA7-28A9DCD1A852}"/>
                  </a:ext>
                </a:extLst>
              </p:cNvPr>
              <p:cNvSpPr/>
              <p:nvPr/>
            </p:nvSpPr>
            <p:spPr>
              <a:xfrm>
                <a:off x="9470373" y="5170829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4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5" y="1658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46" name="Freeform: Shape 7745">
                <a:extLst>
                  <a:ext uri="{FF2B5EF4-FFF2-40B4-BE49-F238E27FC236}">
                    <a16:creationId xmlns:a16="http://schemas.microsoft.com/office/drawing/2014/main" id="{967AB19D-B797-4624-DDC6-6F48F08AD0E4}"/>
                  </a:ext>
                </a:extLst>
              </p:cNvPr>
              <p:cNvSpPr/>
              <p:nvPr/>
            </p:nvSpPr>
            <p:spPr>
              <a:xfrm>
                <a:off x="9471141" y="517093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4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8"/>
                      <a:pt x="241" y="2465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47" name="Freeform: Shape 7746">
                <a:extLst>
                  <a:ext uri="{FF2B5EF4-FFF2-40B4-BE49-F238E27FC236}">
                    <a16:creationId xmlns:a16="http://schemas.microsoft.com/office/drawing/2014/main" id="{1C0933FA-AAB2-2C5D-3C2D-12F9148E3096}"/>
                  </a:ext>
                </a:extLst>
              </p:cNvPr>
              <p:cNvSpPr/>
              <p:nvPr/>
            </p:nvSpPr>
            <p:spPr>
              <a:xfrm>
                <a:off x="9471882" y="5171158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5"/>
                      <a:pt x="6250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8"/>
                      <a:pt x="241" y="2465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48" name="Freeform: Shape 7747">
                <a:extLst>
                  <a:ext uri="{FF2B5EF4-FFF2-40B4-BE49-F238E27FC236}">
                    <a16:creationId xmlns:a16="http://schemas.microsoft.com/office/drawing/2014/main" id="{9A6CE680-CB89-1114-8D72-03A3C4C22D1E}"/>
                  </a:ext>
                </a:extLst>
              </p:cNvPr>
              <p:cNvSpPr/>
              <p:nvPr/>
            </p:nvSpPr>
            <p:spPr>
              <a:xfrm>
                <a:off x="9472733" y="517090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5"/>
                      <a:pt x="6250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8"/>
                      <a:pt x="241" y="2465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49" name="Freeform: Shape 7748">
                <a:extLst>
                  <a:ext uri="{FF2B5EF4-FFF2-40B4-BE49-F238E27FC236}">
                    <a16:creationId xmlns:a16="http://schemas.microsoft.com/office/drawing/2014/main" id="{417F120E-98D7-4905-84FF-DE0004B0CB96}"/>
                  </a:ext>
                </a:extLst>
              </p:cNvPr>
              <p:cNvSpPr/>
              <p:nvPr/>
            </p:nvSpPr>
            <p:spPr>
              <a:xfrm>
                <a:off x="9484215" y="5165238"/>
                <a:ext cx="6343" cy="6345"/>
              </a:xfrm>
              <a:custGeom>
                <a:avLst/>
                <a:gdLst>
                  <a:gd name="connsiteX0" fmla="*/ 3414 w 6343"/>
                  <a:gd name="connsiteY0" fmla="*/ 6478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8"/>
                    </a:moveTo>
                    <a:cubicBezTo>
                      <a:pt x="4255" y="6478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2" y="2464"/>
                      <a:pt x="242" y="3306"/>
                    </a:cubicBezTo>
                    <a:cubicBezTo>
                      <a:pt x="242" y="4147"/>
                      <a:pt x="577" y="4954"/>
                      <a:pt x="1171" y="5549"/>
                    </a:cubicBezTo>
                    <a:cubicBezTo>
                      <a:pt x="1766" y="6144"/>
                      <a:pt x="2573" y="6478"/>
                      <a:pt x="341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50" name="Freeform: Shape 7749">
                <a:extLst>
                  <a:ext uri="{FF2B5EF4-FFF2-40B4-BE49-F238E27FC236}">
                    <a16:creationId xmlns:a16="http://schemas.microsoft.com/office/drawing/2014/main" id="{BA402022-B050-D027-A798-227B9280D2EB}"/>
                  </a:ext>
                </a:extLst>
              </p:cNvPr>
              <p:cNvSpPr/>
              <p:nvPr/>
            </p:nvSpPr>
            <p:spPr>
              <a:xfrm>
                <a:off x="9485586" y="5163645"/>
                <a:ext cx="6343" cy="6345"/>
              </a:xfrm>
              <a:custGeom>
                <a:avLst/>
                <a:gdLst>
                  <a:gd name="connsiteX0" fmla="*/ 3414 w 6343"/>
                  <a:gd name="connsiteY0" fmla="*/ 6478 h 6345"/>
                  <a:gd name="connsiteX1" fmla="*/ 5657 w 6343"/>
                  <a:gd name="connsiteY1" fmla="*/ 5549 h 6345"/>
                  <a:gd name="connsiteX2" fmla="*/ 6586 w 6343"/>
                  <a:gd name="connsiteY2" fmla="*/ 3305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3 w 6343"/>
                  <a:gd name="connsiteY6" fmla="*/ 3305 h 6345"/>
                  <a:gd name="connsiteX7" fmla="*/ 1171 w 6343"/>
                  <a:gd name="connsiteY7" fmla="*/ 5549 h 6345"/>
                  <a:gd name="connsiteX8" fmla="*/ 341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8"/>
                    </a:moveTo>
                    <a:cubicBezTo>
                      <a:pt x="4255" y="6478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5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3" y="2464"/>
                      <a:pt x="243" y="3305"/>
                    </a:cubicBezTo>
                    <a:cubicBezTo>
                      <a:pt x="243" y="4147"/>
                      <a:pt x="577" y="4954"/>
                      <a:pt x="1171" y="5549"/>
                    </a:cubicBezTo>
                    <a:cubicBezTo>
                      <a:pt x="1766" y="6144"/>
                      <a:pt x="2573" y="6478"/>
                      <a:pt x="341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51" name="Freeform: Shape 7750">
                <a:extLst>
                  <a:ext uri="{FF2B5EF4-FFF2-40B4-BE49-F238E27FC236}">
                    <a16:creationId xmlns:a16="http://schemas.microsoft.com/office/drawing/2014/main" id="{F6B30B33-BDE7-1A8F-3FC0-5C02773E52A1}"/>
                  </a:ext>
                </a:extLst>
              </p:cNvPr>
              <p:cNvSpPr/>
              <p:nvPr/>
            </p:nvSpPr>
            <p:spPr>
              <a:xfrm>
                <a:off x="9537818" y="5166219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52" name="Freeform: Shape 7751">
                <a:extLst>
                  <a:ext uri="{FF2B5EF4-FFF2-40B4-BE49-F238E27FC236}">
                    <a16:creationId xmlns:a16="http://schemas.microsoft.com/office/drawing/2014/main" id="{250DCC8C-03AD-E912-AA65-75F418E46C5A}"/>
                  </a:ext>
                </a:extLst>
              </p:cNvPr>
              <p:cNvSpPr/>
              <p:nvPr/>
            </p:nvSpPr>
            <p:spPr>
              <a:xfrm>
                <a:off x="9539638" y="5165395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53" name="Freeform: Shape 7752">
                <a:extLst>
                  <a:ext uri="{FF2B5EF4-FFF2-40B4-BE49-F238E27FC236}">
                    <a16:creationId xmlns:a16="http://schemas.microsoft.com/office/drawing/2014/main" id="{2942081F-61FF-5365-F6EE-97AD8D5AB4D4}"/>
                  </a:ext>
                </a:extLst>
              </p:cNvPr>
              <p:cNvSpPr/>
              <p:nvPr/>
            </p:nvSpPr>
            <p:spPr>
              <a:xfrm>
                <a:off x="9537247" y="5170212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2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54" name="Freeform: Shape 7753">
                <a:extLst>
                  <a:ext uri="{FF2B5EF4-FFF2-40B4-BE49-F238E27FC236}">
                    <a16:creationId xmlns:a16="http://schemas.microsoft.com/office/drawing/2014/main" id="{F30F4A8B-3745-0B82-D422-062C0BE19649}"/>
                  </a:ext>
                </a:extLst>
              </p:cNvPr>
              <p:cNvSpPr/>
              <p:nvPr/>
            </p:nvSpPr>
            <p:spPr>
              <a:xfrm>
                <a:off x="9538193" y="517053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55" name="Freeform: Shape 7754">
                <a:extLst>
                  <a:ext uri="{FF2B5EF4-FFF2-40B4-BE49-F238E27FC236}">
                    <a16:creationId xmlns:a16="http://schemas.microsoft.com/office/drawing/2014/main" id="{40600B27-EB91-6422-1B1A-2DF67360738C}"/>
                  </a:ext>
                </a:extLst>
              </p:cNvPr>
              <p:cNvSpPr/>
              <p:nvPr/>
            </p:nvSpPr>
            <p:spPr>
              <a:xfrm>
                <a:off x="9539329" y="5170622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56" name="Freeform: Shape 7755">
                <a:extLst>
                  <a:ext uri="{FF2B5EF4-FFF2-40B4-BE49-F238E27FC236}">
                    <a16:creationId xmlns:a16="http://schemas.microsoft.com/office/drawing/2014/main" id="{947B6A52-DBDF-9692-7088-5D3566BD2E62}"/>
                  </a:ext>
                </a:extLst>
              </p:cNvPr>
              <p:cNvSpPr/>
              <p:nvPr/>
            </p:nvSpPr>
            <p:spPr>
              <a:xfrm>
                <a:off x="9540390" y="517081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57" name="Freeform: Shape 7756">
                <a:extLst>
                  <a:ext uri="{FF2B5EF4-FFF2-40B4-BE49-F238E27FC236}">
                    <a16:creationId xmlns:a16="http://schemas.microsoft.com/office/drawing/2014/main" id="{7C4D2524-93BF-BFF4-45A8-DF611EC829F0}"/>
                  </a:ext>
                </a:extLst>
              </p:cNvPr>
              <p:cNvSpPr/>
              <p:nvPr/>
            </p:nvSpPr>
            <p:spPr>
              <a:xfrm>
                <a:off x="9541761" y="517062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58" name="Freeform: Shape 7757">
                <a:extLst>
                  <a:ext uri="{FF2B5EF4-FFF2-40B4-BE49-F238E27FC236}">
                    <a16:creationId xmlns:a16="http://schemas.microsoft.com/office/drawing/2014/main" id="{97C68B84-F59B-FAE8-296C-224C8B90021F}"/>
                  </a:ext>
                </a:extLst>
              </p:cNvPr>
              <p:cNvSpPr/>
              <p:nvPr/>
            </p:nvSpPr>
            <p:spPr>
              <a:xfrm>
                <a:off x="9542983" y="517064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59" name="Freeform: Shape 7758">
                <a:extLst>
                  <a:ext uri="{FF2B5EF4-FFF2-40B4-BE49-F238E27FC236}">
                    <a16:creationId xmlns:a16="http://schemas.microsoft.com/office/drawing/2014/main" id="{6C5445F4-067C-00B1-3965-79C050CBB9B3}"/>
                  </a:ext>
                </a:extLst>
              </p:cNvPr>
              <p:cNvSpPr/>
              <p:nvPr/>
            </p:nvSpPr>
            <p:spPr>
              <a:xfrm>
                <a:off x="9544247" y="517062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60" name="Freeform: Shape 7759">
                <a:extLst>
                  <a:ext uri="{FF2B5EF4-FFF2-40B4-BE49-F238E27FC236}">
                    <a16:creationId xmlns:a16="http://schemas.microsoft.com/office/drawing/2014/main" id="{82B99026-9DA9-060C-6F89-7B7ABA1BEFED}"/>
                  </a:ext>
                </a:extLst>
              </p:cNvPr>
              <p:cNvSpPr/>
              <p:nvPr/>
            </p:nvSpPr>
            <p:spPr>
              <a:xfrm>
                <a:off x="9545515" y="517061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61" name="Freeform: Shape 7760">
                <a:extLst>
                  <a:ext uri="{FF2B5EF4-FFF2-40B4-BE49-F238E27FC236}">
                    <a16:creationId xmlns:a16="http://schemas.microsoft.com/office/drawing/2014/main" id="{94AF19D5-01A3-F558-1A4C-E1D541495BBE}"/>
                  </a:ext>
                </a:extLst>
              </p:cNvPr>
              <p:cNvSpPr/>
              <p:nvPr/>
            </p:nvSpPr>
            <p:spPr>
              <a:xfrm>
                <a:off x="9546827" y="517056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0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7"/>
                      <a:pt x="247" y="2465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62" name="Freeform: Shape 7761">
                <a:extLst>
                  <a:ext uri="{FF2B5EF4-FFF2-40B4-BE49-F238E27FC236}">
                    <a16:creationId xmlns:a16="http://schemas.microsoft.com/office/drawing/2014/main" id="{D1685094-34EE-7AD2-B92A-051E6F12B670}"/>
                  </a:ext>
                </a:extLst>
              </p:cNvPr>
              <p:cNvSpPr/>
              <p:nvPr/>
            </p:nvSpPr>
            <p:spPr>
              <a:xfrm>
                <a:off x="9547863" y="517086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63" name="Freeform: Shape 7762">
                <a:extLst>
                  <a:ext uri="{FF2B5EF4-FFF2-40B4-BE49-F238E27FC236}">
                    <a16:creationId xmlns:a16="http://schemas.microsoft.com/office/drawing/2014/main" id="{2BB60031-48F0-F030-F9D4-819EF39E5CD6}"/>
                  </a:ext>
                </a:extLst>
              </p:cNvPr>
              <p:cNvSpPr/>
              <p:nvPr/>
            </p:nvSpPr>
            <p:spPr>
              <a:xfrm>
                <a:off x="9549423" y="517055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5"/>
                      <a:pt x="6256" y="1657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64" name="Freeform: Shape 7763">
                <a:extLst>
                  <a:ext uri="{FF2B5EF4-FFF2-40B4-BE49-F238E27FC236}">
                    <a16:creationId xmlns:a16="http://schemas.microsoft.com/office/drawing/2014/main" id="{69F8704F-9FED-168A-281F-48D71D1EDB5C}"/>
                  </a:ext>
                </a:extLst>
              </p:cNvPr>
              <p:cNvSpPr/>
              <p:nvPr/>
            </p:nvSpPr>
            <p:spPr>
              <a:xfrm>
                <a:off x="9550666" y="517063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65" name="Freeform: Shape 7764">
                <a:extLst>
                  <a:ext uri="{FF2B5EF4-FFF2-40B4-BE49-F238E27FC236}">
                    <a16:creationId xmlns:a16="http://schemas.microsoft.com/office/drawing/2014/main" id="{6F01CBBD-1E63-86CE-892A-4F8801AB4E32}"/>
                  </a:ext>
                </a:extLst>
              </p:cNvPr>
              <p:cNvSpPr/>
              <p:nvPr/>
            </p:nvSpPr>
            <p:spPr>
              <a:xfrm>
                <a:off x="9551871" y="517077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66" name="Freeform: Shape 7765">
                <a:extLst>
                  <a:ext uri="{FF2B5EF4-FFF2-40B4-BE49-F238E27FC236}">
                    <a16:creationId xmlns:a16="http://schemas.microsoft.com/office/drawing/2014/main" id="{60A966D2-289C-4D99-6616-9010FB3B50F4}"/>
                  </a:ext>
                </a:extLst>
              </p:cNvPr>
              <p:cNvSpPr/>
              <p:nvPr/>
            </p:nvSpPr>
            <p:spPr>
              <a:xfrm>
                <a:off x="9553202" y="517078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67" name="Freeform: Shape 7766">
                <a:extLst>
                  <a:ext uri="{FF2B5EF4-FFF2-40B4-BE49-F238E27FC236}">
                    <a16:creationId xmlns:a16="http://schemas.microsoft.com/office/drawing/2014/main" id="{BD745C2E-AA6B-1F09-BF22-7A4552C4C7B4}"/>
                  </a:ext>
                </a:extLst>
              </p:cNvPr>
              <p:cNvSpPr/>
              <p:nvPr/>
            </p:nvSpPr>
            <p:spPr>
              <a:xfrm>
                <a:off x="9554454" y="517089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68" name="Freeform: Shape 7767">
                <a:extLst>
                  <a:ext uri="{FF2B5EF4-FFF2-40B4-BE49-F238E27FC236}">
                    <a16:creationId xmlns:a16="http://schemas.microsoft.com/office/drawing/2014/main" id="{F44A3E32-C5C2-1308-3E01-F6BC8FEE30F0}"/>
                  </a:ext>
                </a:extLst>
              </p:cNvPr>
              <p:cNvSpPr/>
              <p:nvPr/>
            </p:nvSpPr>
            <p:spPr>
              <a:xfrm>
                <a:off x="9555917" y="517078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69" name="Freeform: Shape 7768">
                <a:extLst>
                  <a:ext uri="{FF2B5EF4-FFF2-40B4-BE49-F238E27FC236}">
                    <a16:creationId xmlns:a16="http://schemas.microsoft.com/office/drawing/2014/main" id="{4EF08C94-8C4D-D4FC-9E3D-530BDDB410D5}"/>
                  </a:ext>
                </a:extLst>
              </p:cNvPr>
              <p:cNvSpPr/>
              <p:nvPr/>
            </p:nvSpPr>
            <p:spPr>
              <a:xfrm>
                <a:off x="9557302" y="517078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70" name="Freeform: Shape 7769">
                <a:extLst>
                  <a:ext uri="{FF2B5EF4-FFF2-40B4-BE49-F238E27FC236}">
                    <a16:creationId xmlns:a16="http://schemas.microsoft.com/office/drawing/2014/main" id="{88CF26D2-C119-7E61-BFEA-E4C7C21B03BD}"/>
                  </a:ext>
                </a:extLst>
              </p:cNvPr>
              <p:cNvSpPr/>
              <p:nvPr/>
            </p:nvSpPr>
            <p:spPr>
              <a:xfrm>
                <a:off x="9558733" y="517075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71" name="Freeform: Shape 7770">
                <a:extLst>
                  <a:ext uri="{FF2B5EF4-FFF2-40B4-BE49-F238E27FC236}">
                    <a16:creationId xmlns:a16="http://schemas.microsoft.com/office/drawing/2014/main" id="{C3157DA2-E617-0E54-9711-CA08297D718B}"/>
                  </a:ext>
                </a:extLst>
              </p:cNvPr>
              <p:cNvSpPr/>
              <p:nvPr/>
            </p:nvSpPr>
            <p:spPr>
              <a:xfrm>
                <a:off x="9560511" y="517036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2" y="4147"/>
                      <a:pt x="6592" y="3306"/>
                    </a:cubicBezTo>
                    <a:cubicBezTo>
                      <a:pt x="6592" y="2465"/>
                      <a:pt x="6257" y="1657"/>
                      <a:pt x="5663" y="1062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2"/>
                    </a:cubicBezTo>
                    <a:cubicBezTo>
                      <a:pt x="583" y="1657"/>
                      <a:pt x="248" y="2465"/>
                      <a:pt x="248" y="3306"/>
                    </a:cubicBezTo>
                    <a:cubicBezTo>
                      <a:pt x="248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72" name="Freeform: Shape 7771">
                <a:extLst>
                  <a:ext uri="{FF2B5EF4-FFF2-40B4-BE49-F238E27FC236}">
                    <a16:creationId xmlns:a16="http://schemas.microsoft.com/office/drawing/2014/main" id="{402E2E26-F3AB-BF84-7AC2-EF2E0C543CAA}"/>
                  </a:ext>
                </a:extLst>
              </p:cNvPr>
              <p:cNvSpPr/>
              <p:nvPr/>
            </p:nvSpPr>
            <p:spPr>
              <a:xfrm>
                <a:off x="9561996" y="517031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9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2" y="4147"/>
                      <a:pt x="6592" y="3306"/>
                    </a:cubicBezTo>
                    <a:cubicBezTo>
                      <a:pt x="6592" y="2465"/>
                      <a:pt x="6257" y="1657"/>
                      <a:pt x="5663" y="1062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2"/>
                    </a:cubicBezTo>
                    <a:cubicBezTo>
                      <a:pt x="583" y="1657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73" name="Freeform: Shape 7772">
                <a:extLst>
                  <a:ext uri="{FF2B5EF4-FFF2-40B4-BE49-F238E27FC236}">
                    <a16:creationId xmlns:a16="http://schemas.microsoft.com/office/drawing/2014/main" id="{31E85BEB-4EA8-9A24-3C72-5E21907BD9FF}"/>
                  </a:ext>
                </a:extLst>
              </p:cNvPr>
              <p:cNvSpPr/>
              <p:nvPr/>
            </p:nvSpPr>
            <p:spPr>
              <a:xfrm>
                <a:off x="9562968" y="517081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74" name="Freeform: Shape 7773">
                <a:extLst>
                  <a:ext uri="{FF2B5EF4-FFF2-40B4-BE49-F238E27FC236}">
                    <a16:creationId xmlns:a16="http://schemas.microsoft.com/office/drawing/2014/main" id="{DC6438E2-E825-CA8A-A254-F369DC25CA48}"/>
                  </a:ext>
                </a:extLst>
              </p:cNvPr>
              <p:cNvSpPr/>
              <p:nvPr/>
            </p:nvSpPr>
            <p:spPr>
              <a:xfrm>
                <a:off x="9564070" y="517119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75" name="Freeform: Shape 7774">
                <a:extLst>
                  <a:ext uri="{FF2B5EF4-FFF2-40B4-BE49-F238E27FC236}">
                    <a16:creationId xmlns:a16="http://schemas.microsoft.com/office/drawing/2014/main" id="{CD09429B-94E7-1E96-4377-D0EC3A61A92B}"/>
                  </a:ext>
                </a:extLst>
              </p:cNvPr>
              <p:cNvSpPr/>
              <p:nvPr/>
            </p:nvSpPr>
            <p:spPr>
              <a:xfrm>
                <a:off x="9567007" y="516971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2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8" y="467"/>
                      <a:pt x="4262" y="133"/>
                      <a:pt x="3420" y="133"/>
                    </a:cubicBezTo>
                    <a:cubicBezTo>
                      <a:pt x="2579" y="133"/>
                      <a:pt x="1773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76" name="Freeform: Shape 7775">
                <a:extLst>
                  <a:ext uri="{FF2B5EF4-FFF2-40B4-BE49-F238E27FC236}">
                    <a16:creationId xmlns:a16="http://schemas.microsoft.com/office/drawing/2014/main" id="{704A384E-08AC-BAFF-024D-3B8B352657FA}"/>
                  </a:ext>
                </a:extLst>
              </p:cNvPr>
              <p:cNvSpPr/>
              <p:nvPr/>
            </p:nvSpPr>
            <p:spPr>
              <a:xfrm>
                <a:off x="9566139" y="517209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2" y="6479"/>
                      <a:pt x="5068" y="6144"/>
                      <a:pt x="5663" y="5550"/>
                    </a:cubicBezTo>
                    <a:cubicBezTo>
                      <a:pt x="6258" y="4955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0" y="133"/>
                    </a:cubicBezTo>
                    <a:cubicBezTo>
                      <a:pt x="2579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5"/>
                      <a:pt x="1178" y="5550"/>
                    </a:cubicBezTo>
                    <a:cubicBezTo>
                      <a:pt x="1773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77" name="Freeform: Shape 7776">
                <a:extLst>
                  <a:ext uri="{FF2B5EF4-FFF2-40B4-BE49-F238E27FC236}">
                    <a16:creationId xmlns:a16="http://schemas.microsoft.com/office/drawing/2014/main" id="{19043425-E887-7DF9-FA65-D535B8C0ECAE}"/>
                  </a:ext>
                </a:extLst>
              </p:cNvPr>
              <p:cNvSpPr/>
              <p:nvPr/>
            </p:nvSpPr>
            <p:spPr>
              <a:xfrm>
                <a:off x="9648202" y="5094953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3 h 6345"/>
                  <a:gd name="connsiteX2" fmla="*/ 6598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7 h 6345"/>
                  <a:gd name="connsiteX5" fmla="*/ 1184 w 6343"/>
                  <a:gd name="connsiteY5" fmla="*/ 1057 h 6345"/>
                  <a:gd name="connsiteX6" fmla="*/ 255 w 6343"/>
                  <a:gd name="connsiteY6" fmla="*/ 3300 h 6345"/>
                  <a:gd name="connsiteX7" fmla="*/ 1184 w 6343"/>
                  <a:gd name="connsiteY7" fmla="*/ 5543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8"/>
                      <a:pt x="5670" y="5543"/>
                    </a:cubicBezTo>
                    <a:cubicBezTo>
                      <a:pt x="6264" y="4948"/>
                      <a:pt x="6598" y="4141"/>
                      <a:pt x="6598" y="3300"/>
                    </a:cubicBezTo>
                    <a:cubicBezTo>
                      <a:pt x="6598" y="2459"/>
                      <a:pt x="6264" y="1652"/>
                      <a:pt x="5670" y="1057"/>
                    </a:cubicBezTo>
                    <a:cubicBezTo>
                      <a:pt x="5075" y="462"/>
                      <a:pt x="4268" y="127"/>
                      <a:pt x="3427" y="127"/>
                    </a:cubicBezTo>
                    <a:cubicBezTo>
                      <a:pt x="2586" y="127"/>
                      <a:pt x="1779" y="462"/>
                      <a:pt x="1184" y="1057"/>
                    </a:cubicBezTo>
                    <a:cubicBezTo>
                      <a:pt x="590" y="1652"/>
                      <a:pt x="255" y="2459"/>
                      <a:pt x="255" y="3300"/>
                    </a:cubicBezTo>
                    <a:cubicBezTo>
                      <a:pt x="255" y="4141"/>
                      <a:pt x="590" y="4948"/>
                      <a:pt x="1184" y="5543"/>
                    </a:cubicBezTo>
                    <a:cubicBezTo>
                      <a:pt x="1779" y="6138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78" name="Freeform: Shape 7777">
                <a:extLst>
                  <a:ext uri="{FF2B5EF4-FFF2-40B4-BE49-F238E27FC236}">
                    <a16:creationId xmlns:a16="http://schemas.microsoft.com/office/drawing/2014/main" id="{E0D00C25-13D3-211F-5E7C-29C0BE806A59}"/>
                  </a:ext>
                </a:extLst>
              </p:cNvPr>
              <p:cNvSpPr/>
              <p:nvPr/>
            </p:nvSpPr>
            <p:spPr>
              <a:xfrm>
                <a:off x="9648030" y="5097547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8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4 w 6343"/>
                  <a:gd name="connsiteY5" fmla="*/ 1057 h 6345"/>
                  <a:gd name="connsiteX6" fmla="*/ 255 w 6343"/>
                  <a:gd name="connsiteY6" fmla="*/ 3300 h 6345"/>
                  <a:gd name="connsiteX7" fmla="*/ 1184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9"/>
                      <a:pt x="5670" y="5544"/>
                    </a:cubicBezTo>
                    <a:cubicBezTo>
                      <a:pt x="6264" y="4949"/>
                      <a:pt x="6598" y="4142"/>
                      <a:pt x="6598" y="3300"/>
                    </a:cubicBezTo>
                    <a:cubicBezTo>
                      <a:pt x="6598" y="2459"/>
                      <a:pt x="6264" y="1652"/>
                      <a:pt x="5670" y="1057"/>
                    </a:cubicBezTo>
                    <a:cubicBezTo>
                      <a:pt x="5075" y="462"/>
                      <a:pt x="4268" y="128"/>
                      <a:pt x="3427" y="128"/>
                    </a:cubicBezTo>
                    <a:cubicBezTo>
                      <a:pt x="2586" y="128"/>
                      <a:pt x="1779" y="462"/>
                      <a:pt x="1184" y="1057"/>
                    </a:cubicBezTo>
                    <a:cubicBezTo>
                      <a:pt x="589" y="1652"/>
                      <a:pt x="255" y="2459"/>
                      <a:pt x="255" y="3300"/>
                    </a:cubicBezTo>
                    <a:cubicBezTo>
                      <a:pt x="255" y="4142"/>
                      <a:pt x="589" y="4949"/>
                      <a:pt x="1184" y="5544"/>
                    </a:cubicBezTo>
                    <a:cubicBezTo>
                      <a:pt x="1779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79" name="Freeform: Shape 7778">
                <a:extLst>
                  <a:ext uri="{FF2B5EF4-FFF2-40B4-BE49-F238E27FC236}">
                    <a16:creationId xmlns:a16="http://schemas.microsoft.com/office/drawing/2014/main" id="{352A6B91-B798-FE36-1F9D-E2B3EB221573}"/>
                  </a:ext>
                </a:extLst>
              </p:cNvPr>
              <p:cNvSpPr/>
              <p:nvPr/>
            </p:nvSpPr>
            <p:spPr>
              <a:xfrm>
                <a:off x="9648420" y="5099573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8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4 w 6343"/>
                  <a:gd name="connsiteY5" fmla="*/ 1057 h 6345"/>
                  <a:gd name="connsiteX6" fmla="*/ 255 w 6343"/>
                  <a:gd name="connsiteY6" fmla="*/ 3300 h 6345"/>
                  <a:gd name="connsiteX7" fmla="*/ 1184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9"/>
                      <a:pt x="5670" y="5544"/>
                    </a:cubicBezTo>
                    <a:cubicBezTo>
                      <a:pt x="6264" y="4949"/>
                      <a:pt x="6598" y="4142"/>
                      <a:pt x="6598" y="3300"/>
                    </a:cubicBezTo>
                    <a:cubicBezTo>
                      <a:pt x="6598" y="2459"/>
                      <a:pt x="6264" y="1652"/>
                      <a:pt x="5670" y="1057"/>
                    </a:cubicBezTo>
                    <a:cubicBezTo>
                      <a:pt x="5075" y="462"/>
                      <a:pt x="4268" y="128"/>
                      <a:pt x="3427" y="128"/>
                    </a:cubicBezTo>
                    <a:cubicBezTo>
                      <a:pt x="2586" y="128"/>
                      <a:pt x="1779" y="462"/>
                      <a:pt x="1184" y="1057"/>
                    </a:cubicBezTo>
                    <a:cubicBezTo>
                      <a:pt x="590" y="1652"/>
                      <a:pt x="255" y="2459"/>
                      <a:pt x="255" y="3300"/>
                    </a:cubicBezTo>
                    <a:cubicBezTo>
                      <a:pt x="255" y="4142"/>
                      <a:pt x="590" y="4949"/>
                      <a:pt x="1184" y="5544"/>
                    </a:cubicBezTo>
                    <a:cubicBezTo>
                      <a:pt x="1779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80" name="Freeform: Shape 7779">
                <a:extLst>
                  <a:ext uri="{FF2B5EF4-FFF2-40B4-BE49-F238E27FC236}">
                    <a16:creationId xmlns:a16="http://schemas.microsoft.com/office/drawing/2014/main" id="{45E106F4-47AA-7481-26A2-062082227BB5}"/>
                  </a:ext>
                </a:extLst>
              </p:cNvPr>
              <p:cNvSpPr/>
              <p:nvPr/>
            </p:nvSpPr>
            <p:spPr>
              <a:xfrm>
                <a:off x="9648747" y="5101640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8 w 6343"/>
                  <a:gd name="connsiteY2" fmla="*/ 3301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4 w 6343"/>
                  <a:gd name="connsiteY5" fmla="*/ 1057 h 6345"/>
                  <a:gd name="connsiteX6" fmla="*/ 255 w 6343"/>
                  <a:gd name="connsiteY6" fmla="*/ 3301 h 6345"/>
                  <a:gd name="connsiteX7" fmla="*/ 1184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9"/>
                      <a:pt x="5670" y="5544"/>
                    </a:cubicBezTo>
                    <a:cubicBezTo>
                      <a:pt x="6264" y="4949"/>
                      <a:pt x="6598" y="4142"/>
                      <a:pt x="6598" y="3301"/>
                    </a:cubicBezTo>
                    <a:cubicBezTo>
                      <a:pt x="6598" y="2459"/>
                      <a:pt x="6264" y="1652"/>
                      <a:pt x="5670" y="1057"/>
                    </a:cubicBezTo>
                    <a:cubicBezTo>
                      <a:pt x="5075" y="462"/>
                      <a:pt x="4268" y="128"/>
                      <a:pt x="3427" y="128"/>
                    </a:cubicBezTo>
                    <a:cubicBezTo>
                      <a:pt x="2586" y="128"/>
                      <a:pt x="1779" y="462"/>
                      <a:pt x="1184" y="1057"/>
                    </a:cubicBezTo>
                    <a:cubicBezTo>
                      <a:pt x="590" y="1652"/>
                      <a:pt x="255" y="2459"/>
                      <a:pt x="255" y="3301"/>
                    </a:cubicBezTo>
                    <a:cubicBezTo>
                      <a:pt x="255" y="4142"/>
                      <a:pt x="590" y="4949"/>
                      <a:pt x="1184" y="5544"/>
                    </a:cubicBezTo>
                    <a:cubicBezTo>
                      <a:pt x="1779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81" name="Freeform: Shape 7780">
                <a:extLst>
                  <a:ext uri="{FF2B5EF4-FFF2-40B4-BE49-F238E27FC236}">
                    <a16:creationId xmlns:a16="http://schemas.microsoft.com/office/drawing/2014/main" id="{EC654226-F3D0-4BD9-7A02-0B9C664E2A03}"/>
                  </a:ext>
                </a:extLst>
              </p:cNvPr>
              <p:cNvSpPr/>
              <p:nvPr/>
            </p:nvSpPr>
            <p:spPr>
              <a:xfrm>
                <a:off x="9649012" y="5103745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1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4 w 6343"/>
                  <a:gd name="connsiteY5" fmla="*/ 1057 h 6345"/>
                  <a:gd name="connsiteX6" fmla="*/ 255 w 6343"/>
                  <a:gd name="connsiteY6" fmla="*/ 3301 h 6345"/>
                  <a:gd name="connsiteX7" fmla="*/ 1184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9"/>
                      <a:pt x="5670" y="5544"/>
                    </a:cubicBezTo>
                    <a:cubicBezTo>
                      <a:pt x="6264" y="4949"/>
                      <a:pt x="6599" y="4142"/>
                      <a:pt x="6599" y="3301"/>
                    </a:cubicBezTo>
                    <a:cubicBezTo>
                      <a:pt x="6599" y="2459"/>
                      <a:pt x="6264" y="1652"/>
                      <a:pt x="5670" y="1057"/>
                    </a:cubicBezTo>
                    <a:cubicBezTo>
                      <a:pt x="5075" y="462"/>
                      <a:pt x="4268" y="128"/>
                      <a:pt x="3427" y="128"/>
                    </a:cubicBezTo>
                    <a:cubicBezTo>
                      <a:pt x="2586" y="128"/>
                      <a:pt x="1779" y="462"/>
                      <a:pt x="1184" y="1057"/>
                    </a:cubicBezTo>
                    <a:cubicBezTo>
                      <a:pt x="590" y="1652"/>
                      <a:pt x="255" y="2459"/>
                      <a:pt x="255" y="3301"/>
                    </a:cubicBezTo>
                    <a:cubicBezTo>
                      <a:pt x="255" y="4142"/>
                      <a:pt x="590" y="4949"/>
                      <a:pt x="1184" y="5544"/>
                    </a:cubicBezTo>
                    <a:cubicBezTo>
                      <a:pt x="1779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82" name="Freeform: Shape 7781">
                <a:extLst>
                  <a:ext uri="{FF2B5EF4-FFF2-40B4-BE49-F238E27FC236}">
                    <a16:creationId xmlns:a16="http://schemas.microsoft.com/office/drawing/2014/main" id="{C05D0144-5D6C-5CD4-3E2D-BDE1A2787BBF}"/>
                  </a:ext>
                </a:extLst>
              </p:cNvPr>
              <p:cNvSpPr/>
              <p:nvPr/>
            </p:nvSpPr>
            <p:spPr>
              <a:xfrm>
                <a:off x="9648203" y="5106815"/>
                <a:ext cx="6343" cy="6345"/>
              </a:xfrm>
              <a:custGeom>
                <a:avLst/>
                <a:gdLst>
                  <a:gd name="connsiteX0" fmla="*/ 3427 w 6343"/>
                  <a:gd name="connsiteY0" fmla="*/ 6474 h 6345"/>
                  <a:gd name="connsiteX1" fmla="*/ 5670 w 6343"/>
                  <a:gd name="connsiteY1" fmla="*/ 5544 h 6345"/>
                  <a:gd name="connsiteX2" fmla="*/ 6598 w 6343"/>
                  <a:gd name="connsiteY2" fmla="*/ 3301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4 w 6343"/>
                  <a:gd name="connsiteY5" fmla="*/ 1057 h 6345"/>
                  <a:gd name="connsiteX6" fmla="*/ 255 w 6343"/>
                  <a:gd name="connsiteY6" fmla="*/ 3301 h 6345"/>
                  <a:gd name="connsiteX7" fmla="*/ 1184 w 6343"/>
                  <a:gd name="connsiteY7" fmla="*/ 5544 h 6345"/>
                  <a:gd name="connsiteX8" fmla="*/ 3427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4"/>
                    </a:moveTo>
                    <a:cubicBezTo>
                      <a:pt x="4268" y="6474"/>
                      <a:pt x="5075" y="6139"/>
                      <a:pt x="5670" y="5544"/>
                    </a:cubicBezTo>
                    <a:cubicBezTo>
                      <a:pt x="6264" y="4949"/>
                      <a:pt x="6598" y="4142"/>
                      <a:pt x="6598" y="3301"/>
                    </a:cubicBezTo>
                    <a:cubicBezTo>
                      <a:pt x="6598" y="2460"/>
                      <a:pt x="6264" y="1652"/>
                      <a:pt x="5670" y="1057"/>
                    </a:cubicBezTo>
                    <a:cubicBezTo>
                      <a:pt x="5075" y="463"/>
                      <a:pt x="4268" y="128"/>
                      <a:pt x="3427" y="128"/>
                    </a:cubicBezTo>
                    <a:cubicBezTo>
                      <a:pt x="2586" y="128"/>
                      <a:pt x="1779" y="463"/>
                      <a:pt x="1184" y="1057"/>
                    </a:cubicBezTo>
                    <a:cubicBezTo>
                      <a:pt x="590" y="1652"/>
                      <a:pt x="255" y="2460"/>
                      <a:pt x="255" y="3301"/>
                    </a:cubicBezTo>
                    <a:cubicBezTo>
                      <a:pt x="255" y="4142"/>
                      <a:pt x="590" y="4949"/>
                      <a:pt x="1184" y="5544"/>
                    </a:cubicBezTo>
                    <a:cubicBezTo>
                      <a:pt x="1779" y="6139"/>
                      <a:pt x="2586" y="6474"/>
                      <a:pt x="3427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83" name="Freeform: Shape 7782">
                <a:extLst>
                  <a:ext uri="{FF2B5EF4-FFF2-40B4-BE49-F238E27FC236}">
                    <a16:creationId xmlns:a16="http://schemas.microsoft.com/office/drawing/2014/main" id="{4CAC688A-0E5E-F3AE-B84C-7AE7582B13FD}"/>
                  </a:ext>
                </a:extLst>
              </p:cNvPr>
              <p:cNvSpPr/>
              <p:nvPr/>
            </p:nvSpPr>
            <p:spPr>
              <a:xfrm>
                <a:off x="9598486" y="5154182"/>
                <a:ext cx="6343" cy="6345"/>
              </a:xfrm>
              <a:custGeom>
                <a:avLst/>
                <a:gdLst>
                  <a:gd name="connsiteX0" fmla="*/ 3423 w 6343"/>
                  <a:gd name="connsiteY0" fmla="*/ 6477 h 6345"/>
                  <a:gd name="connsiteX1" fmla="*/ 5666 w 6343"/>
                  <a:gd name="connsiteY1" fmla="*/ 5548 h 6345"/>
                  <a:gd name="connsiteX2" fmla="*/ 6595 w 6343"/>
                  <a:gd name="connsiteY2" fmla="*/ 3305 h 6345"/>
                  <a:gd name="connsiteX3" fmla="*/ 5666 w 6343"/>
                  <a:gd name="connsiteY3" fmla="*/ 1061 h 6345"/>
                  <a:gd name="connsiteX4" fmla="*/ 3423 w 6343"/>
                  <a:gd name="connsiteY4" fmla="*/ 132 h 6345"/>
                  <a:gd name="connsiteX5" fmla="*/ 1180 w 6343"/>
                  <a:gd name="connsiteY5" fmla="*/ 1061 h 6345"/>
                  <a:gd name="connsiteX6" fmla="*/ 251 w 6343"/>
                  <a:gd name="connsiteY6" fmla="*/ 3305 h 6345"/>
                  <a:gd name="connsiteX7" fmla="*/ 1180 w 6343"/>
                  <a:gd name="connsiteY7" fmla="*/ 5548 h 6345"/>
                  <a:gd name="connsiteX8" fmla="*/ 342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7"/>
                    </a:moveTo>
                    <a:cubicBezTo>
                      <a:pt x="4264" y="6477"/>
                      <a:pt x="5071" y="6143"/>
                      <a:pt x="5666" y="5548"/>
                    </a:cubicBezTo>
                    <a:cubicBezTo>
                      <a:pt x="6260" y="4953"/>
                      <a:pt x="6595" y="4146"/>
                      <a:pt x="6595" y="3305"/>
                    </a:cubicBezTo>
                    <a:cubicBezTo>
                      <a:pt x="6595" y="2463"/>
                      <a:pt x="6260" y="1656"/>
                      <a:pt x="5666" y="1061"/>
                    </a:cubicBezTo>
                    <a:cubicBezTo>
                      <a:pt x="5071" y="466"/>
                      <a:pt x="4264" y="132"/>
                      <a:pt x="3423" y="132"/>
                    </a:cubicBezTo>
                    <a:cubicBezTo>
                      <a:pt x="2582" y="132"/>
                      <a:pt x="1775" y="466"/>
                      <a:pt x="1180" y="1061"/>
                    </a:cubicBezTo>
                    <a:cubicBezTo>
                      <a:pt x="586" y="1656"/>
                      <a:pt x="251" y="2463"/>
                      <a:pt x="251" y="3305"/>
                    </a:cubicBezTo>
                    <a:cubicBezTo>
                      <a:pt x="251" y="4146"/>
                      <a:pt x="586" y="4953"/>
                      <a:pt x="1180" y="5548"/>
                    </a:cubicBezTo>
                    <a:cubicBezTo>
                      <a:pt x="1775" y="6143"/>
                      <a:pt x="2582" y="6477"/>
                      <a:pt x="342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84" name="Freeform: Shape 7783">
                <a:extLst>
                  <a:ext uri="{FF2B5EF4-FFF2-40B4-BE49-F238E27FC236}">
                    <a16:creationId xmlns:a16="http://schemas.microsoft.com/office/drawing/2014/main" id="{BFC4867A-2E58-F028-5490-0EE31E7FC8AD}"/>
                  </a:ext>
                </a:extLst>
              </p:cNvPr>
              <p:cNvSpPr/>
              <p:nvPr/>
            </p:nvSpPr>
            <p:spPr>
              <a:xfrm>
                <a:off x="9597208" y="5157040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8 h 6345"/>
                  <a:gd name="connsiteX2" fmla="*/ 6594 w 6343"/>
                  <a:gd name="connsiteY2" fmla="*/ 3305 h 6345"/>
                  <a:gd name="connsiteX3" fmla="*/ 5666 w 6343"/>
                  <a:gd name="connsiteY3" fmla="*/ 1061 h 6345"/>
                  <a:gd name="connsiteX4" fmla="*/ 3423 w 6343"/>
                  <a:gd name="connsiteY4" fmla="*/ 132 h 6345"/>
                  <a:gd name="connsiteX5" fmla="*/ 1180 w 6343"/>
                  <a:gd name="connsiteY5" fmla="*/ 1061 h 6345"/>
                  <a:gd name="connsiteX6" fmla="*/ 251 w 6343"/>
                  <a:gd name="connsiteY6" fmla="*/ 3305 h 6345"/>
                  <a:gd name="connsiteX7" fmla="*/ 1180 w 6343"/>
                  <a:gd name="connsiteY7" fmla="*/ 5548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3"/>
                      <a:pt x="5666" y="5548"/>
                    </a:cubicBezTo>
                    <a:cubicBezTo>
                      <a:pt x="6260" y="4953"/>
                      <a:pt x="6594" y="4146"/>
                      <a:pt x="6594" y="3305"/>
                    </a:cubicBezTo>
                    <a:cubicBezTo>
                      <a:pt x="6594" y="2463"/>
                      <a:pt x="6260" y="1656"/>
                      <a:pt x="5666" y="1061"/>
                    </a:cubicBezTo>
                    <a:cubicBezTo>
                      <a:pt x="5071" y="466"/>
                      <a:pt x="4264" y="132"/>
                      <a:pt x="3423" y="132"/>
                    </a:cubicBezTo>
                    <a:cubicBezTo>
                      <a:pt x="2582" y="132"/>
                      <a:pt x="1775" y="466"/>
                      <a:pt x="1180" y="1061"/>
                    </a:cubicBezTo>
                    <a:cubicBezTo>
                      <a:pt x="585" y="1656"/>
                      <a:pt x="251" y="2463"/>
                      <a:pt x="251" y="3305"/>
                    </a:cubicBezTo>
                    <a:cubicBezTo>
                      <a:pt x="251" y="4146"/>
                      <a:pt x="585" y="4953"/>
                      <a:pt x="1180" y="5548"/>
                    </a:cubicBezTo>
                    <a:cubicBezTo>
                      <a:pt x="1775" y="6143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85" name="Freeform: Shape 7784">
                <a:extLst>
                  <a:ext uri="{FF2B5EF4-FFF2-40B4-BE49-F238E27FC236}">
                    <a16:creationId xmlns:a16="http://schemas.microsoft.com/office/drawing/2014/main" id="{66B8FA06-D379-7CEA-7142-4BBDD5230B07}"/>
                  </a:ext>
                </a:extLst>
              </p:cNvPr>
              <p:cNvSpPr/>
              <p:nvPr/>
            </p:nvSpPr>
            <p:spPr>
              <a:xfrm>
                <a:off x="9646344" y="5115259"/>
                <a:ext cx="6343" cy="6345"/>
              </a:xfrm>
              <a:custGeom>
                <a:avLst/>
                <a:gdLst>
                  <a:gd name="connsiteX0" fmla="*/ 3427 w 6343"/>
                  <a:gd name="connsiteY0" fmla="*/ 6474 h 6345"/>
                  <a:gd name="connsiteX1" fmla="*/ 5669 w 6343"/>
                  <a:gd name="connsiteY1" fmla="*/ 5545 h 6345"/>
                  <a:gd name="connsiteX2" fmla="*/ 6598 w 6343"/>
                  <a:gd name="connsiteY2" fmla="*/ 3302 h 6345"/>
                  <a:gd name="connsiteX3" fmla="*/ 5669 w 6343"/>
                  <a:gd name="connsiteY3" fmla="*/ 1058 h 6345"/>
                  <a:gd name="connsiteX4" fmla="*/ 3427 w 6343"/>
                  <a:gd name="connsiteY4" fmla="*/ 129 h 6345"/>
                  <a:gd name="connsiteX5" fmla="*/ 1184 w 6343"/>
                  <a:gd name="connsiteY5" fmla="*/ 1058 h 6345"/>
                  <a:gd name="connsiteX6" fmla="*/ 255 w 6343"/>
                  <a:gd name="connsiteY6" fmla="*/ 3302 h 6345"/>
                  <a:gd name="connsiteX7" fmla="*/ 1184 w 6343"/>
                  <a:gd name="connsiteY7" fmla="*/ 5545 h 6345"/>
                  <a:gd name="connsiteX8" fmla="*/ 3427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4"/>
                    </a:moveTo>
                    <a:cubicBezTo>
                      <a:pt x="4268" y="6474"/>
                      <a:pt x="5075" y="6140"/>
                      <a:pt x="5669" y="5545"/>
                    </a:cubicBezTo>
                    <a:cubicBezTo>
                      <a:pt x="6264" y="4950"/>
                      <a:pt x="6598" y="4143"/>
                      <a:pt x="6598" y="3302"/>
                    </a:cubicBezTo>
                    <a:cubicBezTo>
                      <a:pt x="6598" y="2460"/>
                      <a:pt x="6264" y="1653"/>
                      <a:pt x="5669" y="1058"/>
                    </a:cubicBezTo>
                    <a:cubicBezTo>
                      <a:pt x="5075" y="463"/>
                      <a:pt x="4268" y="129"/>
                      <a:pt x="3427" y="129"/>
                    </a:cubicBezTo>
                    <a:cubicBezTo>
                      <a:pt x="2586" y="129"/>
                      <a:pt x="1779" y="463"/>
                      <a:pt x="1184" y="1058"/>
                    </a:cubicBezTo>
                    <a:cubicBezTo>
                      <a:pt x="589" y="1653"/>
                      <a:pt x="255" y="2460"/>
                      <a:pt x="255" y="3302"/>
                    </a:cubicBezTo>
                    <a:cubicBezTo>
                      <a:pt x="255" y="4143"/>
                      <a:pt x="589" y="4950"/>
                      <a:pt x="1184" y="5545"/>
                    </a:cubicBezTo>
                    <a:cubicBezTo>
                      <a:pt x="1779" y="6140"/>
                      <a:pt x="2586" y="6474"/>
                      <a:pt x="3427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86" name="Freeform: Shape 7785">
                <a:extLst>
                  <a:ext uri="{FF2B5EF4-FFF2-40B4-BE49-F238E27FC236}">
                    <a16:creationId xmlns:a16="http://schemas.microsoft.com/office/drawing/2014/main" id="{B10741FB-BDE9-85BA-3762-57063BC02342}"/>
                  </a:ext>
                </a:extLst>
              </p:cNvPr>
              <p:cNvSpPr/>
              <p:nvPr/>
            </p:nvSpPr>
            <p:spPr>
              <a:xfrm>
                <a:off x="9596345" y="5161138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5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5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5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5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87" name="Freeform: Shape 7786">
                <a:extLst>
                  <a:ext uri="{FF2B5EF4-FFF2-40B4-BE49-F238E27FC236}">
                    <a16:creationId xmlns:a16="http://schemas.microsoft.com/office/drawing/2014/main" id="{D2D4CD1E-F186-5A10-C7B1-B836F22B8791}"/>
                  </a:ext>
                </a:extLst>
              </p:cNvPr>
              <p:cNvSpPr/>
              <p:nvPr/>
            </p:nvSpPr>
            <p:spPr>
              <a:xfrm>
                <a:off x="9596121" y="5162968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5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5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5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5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88" name="Freeform: Shape 7787">
                <a:extLst>
                  <a:ext uri="{FF2B5EF4-FFF2-40B4-BE49-F238E27FC236}">
                    <a16:creationId xmlns:a16="http://schemas.microsoft.com/office/drawing/2014/main" id="{D25FA544-7540-38C2-B32F-1DD69F5348B4}"/>
                  </a:ext>
                </a:extLst>
              </p:cNvPr>
              <p:cNvSpPr/>
              <p:nvPr/>
            </p:nvSpPr>
            <p:spPr>
              <a:xfrm>
                <a:off x="9595785" y="5164871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89" name="Freeform: Shape 7788">
                <a:extLst>
                  <a:ext uri="{FF2B5EF4-FFF2-40B4-BE49-F238E27FC236}">
                    <a16:creationId xmlns:a16="http://schemas.microsoft.com/office/drawing/2014/main" id="{1EF80DF7-C468-B4DB-19CF-4E97714BA566}"/>
                  </a:ext>
                </a:extLst>
              </p:cNvPr>
              <p:cNvSpPr/>
              <p:nvPr/>
            </p:nvSpPr>
            <p:spPr>
              <a:xfrm>
                <a:off x="9596496" y="5167455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90" name="Freeform: Shape 7789">
                <a:extLst>
                  <a:ext uri="{FF2B5EF4-FFF2-40B4-BE49-F238E27FC236}">
                    <a16:creationId xmlns:a16="http://schemas.microsoft.com/office/drawing/2014/main" id="{3FB0321E-9ADF-4032-43C1-DB20EDC23F94}"/>
                  </a:ext>
                </a:extLst>
              </p:cNvPr>
              <p:cNvSpPr/>
              <p:nvPr/>
            </p:nvSpPr>
            <p:spPr>
              <a:xfrm>
                <a:off x="9597654" y="5168076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9 h 6345"/>
                  <a:gd name="connsiteX2" fmla="*/ 6594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6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91" name="Freeform: Shape 7790">
                <a:extLst>
                  <a:ext uri="{FF2B5EF4-FFF2-40B4-BE49-F238E27FC236}">
                    <a16:creationId xmlns:a16="http://schemas.microsoft.com/office/drawing/2014/main" id="{99931B0C-5A62-7ED0-B320-D2B973985A0D}"/>
                  </a:ext>
                </a:extLst>
              </p:cNvPr>
              <p:cNvSpPr/>
              <p:nvPr/>
            </p:nvSpPr>
            <p:spPr>
              <a:xfrm>
                <a:off x="9599003" y="516854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92" name="Freeform: Shape 7791">
                <a:extLst>
                  <a:ext uri="{FF2B5EF4-FFF2-40B4-BE49-F238E27FC236}">
                    <a16:creationId xmlns:a16="http://schemas.microsoft.com/office/drawing/2014/main" id="{F22CC3EC-2CB4-D976-A416-8D9AF85ADF6B}"/>
                  </a:ext>
                </a:extLst>
              </p:cNvPr>
              <p:cNvSpPr/>
              <p:nvPr/>
            </p:nvSpPr>
            <p:spPr>
              <a:xfrm>
                <a:off x="9600499" y="5168916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2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93" name="Freeform: Shape 7792">
                <a:extLst>
                  <a:ext uri="{FF2B5EF4-FFF2-40B4-BE49-F238E27FC236}">
                    <a16:creationId xmlns:a16="http://schemas.microsoft.com/office/drawing/2014/main" id="{1D82F81B-7F06-9556-98CE-EBA316B20EA0}"/>
                  </a:ext>
                </a:extLst>
              </p:cNvPr>
              <p:cNvSpPr/>
              <p:nvPr/>
            </p:nvSpPr>
            <p:spPr>
              <a:xfrm>
                <a:off x="9602288" y="5169066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94" name="Freeform: Shape 7793">
                <a:extLst>
                  <a:ext uri="{FF2B5EF4-FFF2-40B4-BE49-F238E27FC236}">
                    <a16:creationId xmlns:a16="http://schemas.microsoft.com/office/drawing/2014/main" id="{2FB1C9DD-4742-4FBD-6AAC-5FAA5C78028C}"/>
                  </a:ext>
                </a:extLst>
              </p:cNvPr>
              <p:cNvSpPr/>
              <p:nvPr/>
            </p:nvSpPr>
            <p:spPr>
              <a:xfrm>
                <a:off x="9604131" y="5169195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5" y="133"/>
                      <a:pt x="3423" y="133"/>
                    </a:cubicBezTo>
                    <a:cubicBezTo>
                      <a:pt x="2582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95" name="Freeform: Shape 7794">
                <a:extLst>
                  <a:ext uri="{FF2B5EF4-FFF2-40B4-BE49-F238E27FC236}">
                    <a16:creationId xmlns:a16="http://schemas.microsoft.com/office/drawing/2014/main" id="{1BD034A0-458B-6AB7-A7C9-663FFCBFAAD6}"/>
                  </a:ext>
                </a:extLst>
              </p:cNvPr>
              <p:cNvSpPr/>
              <p:nvPr/>
            </p:nvSpPr>
            <p:spPr>
              <a:xfrm>
                <a:off x="9606027" y="5169304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5" y="133"/>
                      <a:pt x="3424" y="133"/>
                    </a:cubicBezTo>
                    <a:cubicBezTo>
                      <a:pt x="2582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96" name="Freeform: Shape 7795">
                <a:extLst>
                  <a:ext uri="{FF2B5EF4-FFF2-40B4-BE49-F238E27FC236}">
                    <a16:creationId xmlns:a16="http://schemas.microsoft.com/office/drawing/2014/main" id="{9DF79C51-7EF0-3742-79B2-077778902654}"/>
                  </a:ext>
                </a:extLst>
              </p:cNvPr>
              <p:cNvSpPr/>
              <p:nvPr/>
            </p:nvSpPr>
            <p:spPr>
              <a:xfrm>
                <a:off x="9607978" y="5169394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97" name="Freeform: Shape 7796">
                <a:extLst>
                  <a:ext uri="{FF2B5EF4-FFF2-40B4-BE49-F238E27FC236}">
                    <a16:creationId xmlns:a16="http://schemas.microsoft.com/office/drawing/2014/main" id="{9F1A6FC4-79BD-36AB-569B-944DDF63087D}"/>
                  </a:ext>
                </a:extLst>
              </p:cNvPr>
              <p:cNvSpPr/>
              <p:nvPr/>
            </p:nvSpPr>
            <p:spPr>
              <a:xfrm>
                <a:off x="9609834" y="5169578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98" name="Freeform: Shape 7797">
                <a:extLst>
                  <a:ext uri="{FF2B5EF4-FFF2-40B4-BE49-F238E27FC236}">
                    <a16:creationId xmlns:a16="http://schemas.microsoft.com/office/drawing/2014/main" id="{59077C2F-2399-B0BB-EE80-753909445D4A}"/>
                  </a:ext>
                </a:extLst>
              </p:cNvPr>
              <p:cNvSpPr/>
              <p:nvPr/>
            </p:nvSpPr>
            <p:spPr>
              <a:xfrm>
                <a:off x="9612593" y="5169113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6 w 6343"/>
                  <a:gd name="connsiteY2" fmla="*/ 3306 h 6345"/>
                  <a:gd name="connsiteX3" fmla="*/ 5667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3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1" y="4954"/>
                      <a:pt x="6596" y="4147"/>
                      <a:pt x="6596" y="3306"/>
                    </a:cubicBezTo>
                    <a:cubicBezTo>
                      <a:pt x="6596" y="2464"/>
                      <a:pt x="6261" y="1657"/>
                      <a:pt x="5667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7" y="1657"/>
                      <a:pt x="253" y="2464"/>
                      <a:pt x="253" y="3306"/>
                    </a:cubicBezTo>
                    <a:cubicBezTo>
                      <a:pt x="253" y="4147"/>
                      <a:pt x="587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99" name="Freeform: Shape 7798">
                <a:extLst>
                  <a:ext uri="{FF2B5EF4-FFF2-40B4-BE49-F238E27FC236}">
                    <a16:creationId xmlns:a16="http://schemas.microsoft.com/office/drawing/2014/main" id="{6BC35297-7C47-F2AD-BEDF-5FD7B0034BC7}"/>
                  </a:ext>
                </a:extLst>
              </p:cNvPr>
              <p:cNvSpPr/>
              <p:nvPr/>
            </p:nvSpPr>
            <p:spPr>
              <a:xfrm>
                <a:off x="9651921" y="5162447"/>
                <a:ext cx="6343" cy="6345"/>
              </a:xfrm>
              <a:custGeom>
                <a:avLst/>
                <a:gdLst>
                  <a:gd name="connsiteX0" fmla="*/ 3427 w 6343"/>
                  <a:gd name="connsiteY0" fmla="*/ 6478 h 6345"/>
                  <a:gd name="connsiteX1" fmla="*/ 5670 w 6343"/>
                  <a:gd name="connsiteY1" fmla="*/ 5549 h 6345"/>
                  <a:gd name="connsiteX2" fmla="*/ 6599 w 6343"/>
                  <a:gd name="connsiteY2" fmla="*/ 3305 h 6345"/>
                  <a:gd name="connsiteX3" fmla="*/ 5670 w 6343"/>
                  <a:gd name="connsiteY3" fmla="*/ 1062 h 6345"/>
                  <a:gd name="connsiteX4" fmla="*/ 3427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9 h 6345"/>
                  <a:gd name="connsiteX8" fmla="*/ 342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8"/>
                    </a:moveTo>
                    <a:cubicBezTo>
                      <a:pt x="4268" y="6478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5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5" y="467"/>
                      <a:pt x="4268" y="133"/>
                      <a:pt x="3427" y="133"/>
                    </a:cubicBezTo>
                    <a:cubicBezTo>
                      <a:pt x="2586" y="133"/>
                      <a:pt x="1779" y="467"/>
                      <a:pt x="1185" y="1062"/>
                    </a:cubicBezTo>
                    <a:cubicBezTo>
                      <a:pt x="590" y="1657"/>
                      <a:pt x="256" y="2464"/>
                      <a:pt x="256" y="3305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79" y="6144"/>
                      <a:pt x="2586" y="6478"/>
                      <a:pt x="342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00" name="Freeform: Shape 7799">
                <a:extLst>
                  <a:ext uri="{FF2B5EF4-FFF2-40B4-BE49-F238E27FC236}">
                    <a16:creationId xmlns:a16="http://schemas.microsoft.com/office/drawing/2014/main" id="{ABB8FC17-6A5E-ABC9-78EC-5BE9005F9A79}"/>
                  </a:ext>
                </a:extLst>
              </p:cNvPr>
              <p:cNvSpPr/>
              <p:nvPr/>
            </p:nvSpPr>
            <p:spPr>
              <a:xfrm>
                <a:off x="9652091" y="5164119"/>
                <a:ext cx="6343" cy="6345"/>
              </a:xfrm>
              <a:custGeom>
                <a:avLst/>
                <a:gdLst>
                  <a:gd name="connsiteX0" fmla="*/ 3427 w 6343"/>
                  <a:gd name="connsiteY0" fmla="*/ 6478 h 6345"/>
                  <a:gd name="connsiteX1" fmla="*/ 5670 w 6343"/>
                  <a:gd name="connsiteY1" fmla="*/ 5549 h 6345"/>
                  <a:gd name="connsiteX2" fmla="*/ 6599 w 6343"/>
                  <a:gd name="connsiteY2" fmla="*/ 3305 h 6345"/>
                  <a:gd name="connsiteX3" fmla="*/ 5670 w 6343"/>
                  <a:gd name="connsiteY3" fmla="*/ 1062 h 6345"/>
                  <a:gd name="connsiteX4" fmla="*/ 3427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9 h 6345"/>
                  <a:gd name="connsiteX8" fmla="*/ 342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8"/>
                    </a:moveTo>
                    <a:cubicBezTo>
                      <a:pt x="4268" y="6478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5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5" y="467"/>
                      <a:pt x="4268" y="133"/>
                      <a:pt x="3427" y="133"/>
                    </a:cubicBezTo>
                    <a:cubicBezTo>
                      <a:pt x="2586" y="133"/>
                      <a:pt x="1779" y="467"/>
                      <a:pt x="1185" y="1062"/>
                    </a:cubicBezTo>
                    <a:cubicBezTo>
                      <a:pt x="590" y="1657"/>
                      <a:pt x="256" y="2464"/>
                      <a:pt x="256" y="3305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79" y="6144"/>
                      <a:pt x="2586" y="6478"/>
                      <a:pt x="342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01" name="Freeform: Shape 7800">
                <a:extLst>
                  <a:ext uri="{FF2B5EF4-FFF2-40B4-BE49-F238E27FC236}">
                    <a16:creationId xmlns:a16="http://schemas.microsoft.com/office/drawing/2014/main" id="{87897FB7-8072-6F31-A741-E9C20DAD9FCD}"/>
                  </a:ext>
                </a:extLst>
              </p:cNvPr>
              <p:cNvSpPr/>
              <p:nvPr/>
            </p:nvSpPr>
            <p:spPr>
              <a:xfrm>
                <a:off x="8943892" y="5158906"/>
                <a:ext cx="6343" cy="6345"/>
              </a:xfrm>
              <a:custGeom>
                <a:avLst/>
                <a:gdLst>
                  <a:gd name="connsiteX0" fmla="*/ 3371 w 6343"/>
                  <a:gd name="connsiteY0" fmla="*/ 6478 h 6345"/>
                  <a:gd name="connsiteX1" fmla="*/ 5614 w 6343"/>
                  <a:gd name="connsiteY1" fmla="*/ 5548 h 6345"/>
                  <a:gd name="connsiteX2" fmla="*/ 6543 w 6343"/>
                  <a:gd name="connsiteY2" fmla="*/ 3305 h 6345"/>
                  <a:gd name="connsiteX3" fmla="*/ 5614 w 6343"/>
                  <a:gd name="connsiteY3" fmla="*/ 1062 h 6345"/>
                  <a:gd name="connsiteX4" fmla="*/ 3371 w 6343"/>
                  <a:gd name="connsiteY4" fmla="*/ 132 h 6345"/>
                  <a:gd name="connsiteX5" fmla="*/ 1129 w 6343"/>
                  <a:gd name="connsiteY5" fmla="*/ 1062 h 6345"/>
                  <a:gd name="connsiteX6" fmla="*/ 200 w 6343"/>
                  <a:gd name="connsiteY6" fmla="*/ 3305 h 6345"/>
                  <a:gd name="connsiteX7" fmla="*/ 1129 w 6343"/>
                  <a:gd name="connsiteY7" fmla="*/ 5548 h 6345"/>
                  <a:gd name="connsiteX8" fmla="*/ 337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78"/>
                    </a:moveTo>
                    <a:cubicBezTo>
                      <a:pt x="4212" y="6478"/>
                      <a:pt x="5019" y="6143"/>
                      <a:pt x="5614" y="5548"/>
                    </a:cubicBezTo>
                    <a:cubicBezTo>
                      <a:pt x="6209" y="4954"/>
                      <a:pt x="6543" y="4146"/>
                      <a:pt x="6543" y="3305"/>
                    </a:cubicBezTo>
                    <a:cubicBezTo>
                      <a:pt x="6543" y="2464"/>
                      <a:pt x="6209" y="1657"/>
                      <a:pt x="5614" y="1062"/>
                    </a:cubicBezTo>
                    <a:cubicBezTo>
                      <a:pt x="5019" y="467"/>
                      <a:pt x="4212" y="132"/>
                      <a:pt x="3371" y="132"/>
                    </a:cubicBezTo>
                    <a:cubicBezTo>
                      <a:pt x="2530" y="132"/>
                      <a:pt x="1723" y="467"/>
                      <a:pt x="1129" y="1062"/>
                    </a:cubicBezTo>
                    <a:cubicBezTo>
                      <a:pt x="534" y="1657"/>
                      <a:pt x="200" y="2464"/>
                      <a:pt x="200" y="3305"/>
                    </a:cubicBezTo>
                    <a:cubicBezTo>
                      <a:pt x="200" y="4146"/>
                      <a:pt x="534" y="4954"/>
                      <a:pt x="1129" y="5548"/>
                    </a:cubicBezTo>
                    <a:cubicBezTo>
                      <a:pt x="1723" y="6143"/>
                      <a:pt x="2530" y="6478"/>
                      <a:pt x="337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02" name="Freeform: Shape 7801">
                <a:extLst>
                  <a:ext uri="{FF2B5EF4-FFF2-40B4-BE49-F238E27FC236}">
                    <a16:creationId xmlns:a16="http://schemas.microsoft.com/office/drawing/2014/main" id="{26B3973F-C46F-BCA7-6D55-A83F88E0F315}"/>
                  </a:ext>
                </a:extLst>
              </p:cNvPr>
              <p:cNvSpPr/>
              <p:nvPr/>
            </p:nvSpPr>
            <p:spPr>
              <a:xfrm>
                <a:off x="8957906" y="5159482"/>
                <a:ext cx="6343" cy="6345"/>
              </a:xfrm>
              <a:custGeom>
                <a:avLst/>
                <a:gdLst>
                  <a:gd name="connsiteX0" fmla="*/ 3372 w 6343"/>
                  <a:gd name="connsiteY0" fmla="*/ 6478 h 6345"/>
                  <a:gd name="connsiteX1" fmla="*/ 5615 w 6343"/>
                  <a:gd name="connsiteY1" fmla="*/ 5549 h 6345"/>
                  <a:gd name="connsiteX2" fmla="*/ 6544 w 6343"/>
                  <a:gd name="connsiteY2" fmla="*/ 3305 h 6345"/>
                  <a:gd name="connsiteX3" fmla="*/ 5615 w 6343"/>
                  <a:gd name="connsiteY3" fmla="*/ 1062 h 6345"/>
                  <a:gd name="connsiteX4" fmla="*/ 3372 w 6343"/>
                  <a:gd name="connsiteY4" fmla="*/ 132 h 6345"/>
                  <a:gd name="connsiteX5" fmla="*/ 1130 w 6343"/>
                  <a:gd name="connsiteY5" fmla="*/ 1062 h 6345"/>
                  <a:gd name="connsiteX6" fmla="*/ 201 w 6343"/>
                  <a:gd name="connsiteY6" fmla="*/ 3305 h 6345"/>
                  <a:gd name="connsiteX7" fmla="*/ 1130 w 6343"/>
                  <a:gd name="connsiteY7" fmla="*/ 5549 h 6345"/>
                  <a:gd name="connsiteX8" fmla="*/ 337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78"/>
                    </a:moveTo>
                    <a:cubicBezTo>
                      <a:pt x="4214" y="6478"/>
                      <a:pt x="5020" y="6143"/>
                      <a:pt x="5615" y="5549"/>
                    </a:cubicBezTo>
                    <a:cubicBezTo>
                      <a:pt x="6210" y="4954"/>
                      <a:pt x="6544" y="4147"/>
                      <a:pt x="6544" y="3305"/>
                    </a:cubicBezTo>
                    <a:cubicBezTo>
                      <a:pt x="6544" y="2464"/>
                      <a:pt x="6210" y="1657"/>
                      <a:pt x="5615" y="1062"/>
                    </a:cubicBezTo>
                    <a:cubicBezTo>
                      <a:pt x="5020" y="467"/>
                      <a:pt x="4214" y="132"/>
                      <a:pt x="3372" y="132"/>
                    </a:cubicBezTo>
                    <a:cubicBezTo>
                      <a:pt x="2531" y="132"/>
                      <a:pt x="1725" y="467"/>
                      <a:pt x="1130" y="1062"/>
                    </a:cubicBezTo>
                    <a:cubicBezTo>
                      <a:pt x="535" y="1657"/>
                      <a:pt x="201" y="2464"/>
                      <a:pt x="201" y="3305"/>
                    </a:cubicBezTo>
                    <a:cubicBezTo>
                      <a:pt x="201" y="4147"/>
                      <a:pt x="535" y="4954"/>
                      <a:pt x="1130" y="5549"/>
                    </a:cubicBezTo>
                    <a:cubicBezTo>
                      <a:pt x="1725" y="6143"/>
                      <a:pt x="2531" y="6478"/>
                      <a:pt x="337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03" name="Freeform: Shape 7802">
                <a:extLst>
                  <a:ext uri="{FF2B5EF4-FFF2-40B4-BE49-F238E27FC236}">
                    <a16:creationId xmlns:a16="http://schemas.microsoft.com/office/drawing/2014/main" id="{7CB1BA81-A43B-77BC-860A-BE924E4B685A}"/>
                  </a:ext>
                </a:extLst>
              </p:cNvPr>
              <p:cNvSpPr/>
              <p:nvPr/>
            </p:nvSpPr>
            <p:spPr>
              <a:xfrm>
                <a:off x="8969131" y="5159442"/>
                <a:ext cx="6343" cy="6345"/>
              </a:xfrm>
              <a:custGeom>
                <a:avLst/>
                <a:gdLst>
                  <a:gd name="connsiteX0" fmla="*/ 3373 w 6343"/>
                  <a:gd name="connsiteY0" fmla="*/ 6478 h 6345"/>
                  <a:gd name="connsiteX1" fmla="*/ 5616 w 6343"/>
                  <a:gd name="connsiteY1" fmla="*/ 5549 h 6345"/>
                  <a:gd name="connsiteX2" fmla="*/ 6545 w 6343"/>
                  <a:gd name="connsiteY2" fmla="*/ 3305 h 6345"/>
                  <a:gd name="connsiteX3" fmla="*/ 5616 w 6343"/>
                  <a:gd name="connsiteY3" fmla="*/ 1062 h 6345"/>
                  <a:gd name="connsiteX4" fmla="*/ 3373 w 6343"/>
                  <a:gd name="connsiteY4" fmla="*/ 132 h 6345"/>
                  <a:gd name="connsiteX5" fmla="*/ 1131 w 6343"/>
                  <a:gd name="connsiteY5" fmla="*/ 1062 h 6345"/>
                  <a:gd name="connsiteX6" fmla="*/ 202 w 6343"/>
                  <a:gd name="connsiteY6" fmla="*/ 3305 h 6345"/>
                  <a:gd name="connsiteX7" fmla="*/ 1131 w 6343"/>
                  <a:gd name="connsiteY7" fmla="*/ 5549 h 6345"/>
                  <a:gd name="connsiteX8" fmla="*/ 337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78"/>
                    </a:moveTo>
                    <a:cubicBezTo>
                      <a:pt x="4214" y="6478"/>
                      <a:pt x="5021" y="6143"/>
                      <a:pt x="5616" y="5549"/>
                    </a:cubicBezTo>
                    <a:cubicBezTo>
                      <a:pt x="6211" y="4954"/>
                      <a:pt x="6545" y="4146"/>
                      <a:pt x="6545" y="3305"/>
                    </a:cubicBezTo>
                    <a:cubicBezTo>
                      <a:pt x="6545" y="2464"/>
                      <a:pt x="6211" y="1657"/>
                      <a:pt x="5616" y="1062"/>
                    </a:cubicBezTo>
                    <a:cubicBezTo>
                      <a:pt x="5021" y="467"/>
                      <a:pt x="4214" y="132"/>
                      <a:pt x="3373" y="132"/>
                    </a:cubicBezTo>
                    <a:cubicBezTo>
                      <a:pt x="2532" y="132"/>
                      <a:pt x="1725" y="467"/>
                      <a:pt x="1131" y="1062"/>
                    </a:cubicBezTo>
                    <a:cubicBezTo>
                      <a:pt x="536" y="1657"/>
                      <a:pt x="202" y="2464"/>
                      <a:pt x="202" y="3305"/>
                    </a:cubicBezTo>
                    <a:cubicBezTo>
                      <a:pt x="202" y="4146"/>
                      <a:pt x="536" y="4954"/>
                      <a:pt x="1131" y="5549"/>
                    </a:cubicBezTo>
                    <a:cubicBezTo>
                      <a:pt x="1725" y="6143"/>
                      <a:pt x="2532" y="6478"/>
                      <a:pt x="337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04" name="Freeform: Shape 7803">
                <a:extLst>
                  <a:ext uri="{FF2B5EF4-FFF2-40B4-BE49-F238E27FC236}">
                    <a16:creationId xmlns:a16="http://schemas.microsoft.com/office/drawing/2014/main" id="{7FFC1418-B5F7-73A9-6669-47D89526D92B}"/>
                  </a:ext>
                </a:extLst>
              </p:cNvPr>
              <p:cNvSpPr/>
              <p:nvPr/>
            </p:nvSpPr>
            <p:spPr>
              <a:xfrm>
                <a:off x="8983576" y="5160473"/>
                <a:ext cx="6343" cy="6345"/>
              </a:xfrm>
              <a:custGeom>
                <a:avLst/>
                <a:gdLst>
                  <a:gd name="connsiteX0" fmla="*/ 3374 w 6343"/>
                  <a:gd name="connsiteY0" fmla="*/ 6478 h 6345"/>
                  <a:gd name="connsiteX1" fmla="*/ 5617 w 6343"/>
                  <a:gd name="connsiteY1" fmla="*/ 5549 h 6345"/>
                  <a:gd name="connsiteX2" fmla="*/ 6546 w 6343"/>
                  <a:gd name="connsiteY2" fmla="*/ 3305 h 6345"/>
                  <a:gd name="connsiteX3" fmla="*/ 5617 w 6343"/>
                  <a:gd name="connsiteY3" fmla="*/ 1062 h 6345"/>
                  <a:gd name="connsiteX4" fmla="*/ 3374 w 6343"/>
                  <a:gd name="connsiteY4" fmla="*/ 132 h 6345"/>
                  <a:gd name="connsiteX5" fmla="*/ 1132 w 6343"/>
                  <a:gd name="connsiteY5" fmla="*/ 1062 h 6345"/>
                  <a:gd name="connsiteX6" fmla="*/ 203 w 6343"/>
                  <a:gd name="connsiteY6" fmla="*/ 3305 h 6345"/>
                  <a:gd name="connsiteX7" fmla="*/ 1132 w 6343"/>
                  <a:gd name="connsiteY7" fmla="*/ 5549 h 6345"/>
                  <a:gd name="connsiteX8" fmla="*/ 337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78"/>
                    </a:moveTo>
                    <a:cubicBezTo>
                      <a:pt x="4216" y="6478"/>
                      <a:pt x="5022" y="6144"/>
                      <a:pt x="5617" y="5549"/>
                    </a:cubicBezTo>
                    <a:cubicBezTo>
                      <a:pt x="6212" y="4954"/>
                      <a:pt x="6546" y="4147"/>
                      <a:pt x="6546" y="3305"/>
                    </a:cubicBezTo>
                    <a:cubicBezTo>
                      <a:pt x="6546" y="2464"/>
                      <a:pt x="6212" y="1657"/>
                      <a:pt x="5617" y="1062"/>
                    </a:cubicBezTo>
                    <a:cubicBezTo>
                      <a:pt x="5022" y="467"/>
                      <a:pt x="4216" y="132"/>
                      <a:pt x="3374" y="132"/>
                    </a:cubicBezTo>
                    <a:cubicBezTo>
                      <a:pt x="2533" y="132"/>
                      <a:pt x="1727" y="467"/>
                      <a:pt x="1132" y="1062"/>
                    </a:cubicBezTo>
                    <a:cubicBezTo>
                      <a:pt x="537" y="1657"/>
                      <a:pt x="203" y="2464"/>
                      <a:pt x="203" y="3305"/>
                    </a:cubicBezTo>
                    <a:cubicBezTo>
                      <a:pt x="203" y="4147"/>
                      <a:pt x="537" y="4954"/>
                      <a:pt x="1132" y="5549"/>
                    </a:cubicBezTo>
                    <a:cubicBezTo>
                      <a:pt x="1727" y="6144"/>
                      <a:pt x="2533" y="6478"/>
                      <a:pt x="337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05" name="Freeform: Shape 7804">
                <a:extLst>
                  <a:ext uri="{FF2B5EF4-FFF2-40B4-BE49-F238E27FC236}">
                    <a16:creationId xmlns:a16="http://schemas.microsoft.com/office/drawing/2014/main" id="{E5281E99-84B9-D2B0-9840-FCB02D683D96}"/>
                  </a:ext>
                </a:extLst>
              </p:cNvPr>
              <p:cNvSpPr/>
              <p:nvPr/>
            </p:nvSpPr>
            <p:spPr>
              <a:xfrm>
                <a:off x="8996554" y="5161251"/>
                <a:ext cx="6343" cy="6345"/>
              </a:xfrm>
              <a:custGeom>
                <a:avLst/>
                <a:gdLst>
                  <a:gd name="connsiteX0" fmla="*/ 3376 w 6343"/>
                  <a:gd name="connsiteY0" fmla="*/ 6478 h 6345"/>
                  <a:gd name="connsiteX1" fmla="*/ 5618 w 6343"/>
                  <a:gd name="connsiteY1" fmla="*/ 5549 h 6345"/>
                  <a:gd name="connsiteX2" fmla="*/ 6547 w 6343"/>
                  <a:gd name="connsiteY2" fmla="*/ 3305 h 6345"/>
                  <a:gd name="connsiteX3" fmla="*/ 5618 w 6343"/>
                  <a:gd name="connsiteY3" fmla="*/ 1062 h 6345"/>
                  <a:gd name="connsiteX4" fmla="*/ 3376 w 6343"/>
                  <a:gd name="connsiteY4" fmla="*/ 133 h 6345"/>
                  <a:gd name="connsiteX5" fmla="*/ 1133 w 6343"/>
                  <a:gd name="connsiteY5" fmla="*/ 1062 h 6345"/>
                  <a:gd name="connsiteX6" fmla="*/ 204 w 6343"/>
                  <a:gd name="connsiteY6" fmla="*/ 3305 h 6345"/>
                  <a:gd name="connsiteX7" fmla="*/ 1133 w 6343"/>
                  <a:gd name="connsiteY7" fmla="*/ 5549 h 6345"/>
                  <a:gd name="connsiteX8" fmla="*/ 337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78"/>
                    </a:moveTo>
                    <a:cubicBezTo>
                      <a:pt x="4217" y="6478"/>
                      <a:pt x="5023" y="6144"/>
                      <a:pt x="5618" y="5549"/>
                    </a:cubicBezTo>
                    <a:cubicBezTo>
                      <a:pt x="6213" y="4954"/>
                      <a:pt x="6547" y="4147"/>
                      <a:pt x="6547" y="3305"/>
                    </a:cubicBezTo>
                    <a:cubicBezTo>
                      <a:pt x="6547" y="2464"/>
                      <a:pt x="6213" y="1657"/>
                      <a:pt x="5618" y="1062"/>
                    </a:cubicBezTo>
                    <a:cubicBezTo>
                      <a:pt x="5023" y="467"/>
                      <a:pt x="4217" y="133"/>
                      <a:pt x="3376" y="133"/>
                    </a:cubicBezTo>
                    <a:cubicBezTo>
                      <a:pt x="2534" y="133"/>
                      <a:pt x="1728" y="467"/>
                      <a:pt x="1133" y="1062"/>
                    </a:cubicBezTo>
                    <a:cubicBezTo>
                      <a:pt x="538" y="1657"/>
                      <a:pt x="204" y="2464"/>
                      <a:pt x="204" y="3305"/>
                    </a:cubicBezTo>
                    <a:cubicBezTo>
                      <a:pt x="204" y="4147"/>
                      <a:pt x="538" y="4954"/>
                      <a:pt x="1133" y="5549"/>
                    </a:cubicBezTo>
                    <a:cubicBezTo>
                      <a:pt x="1728" y="6144"/>
                      <a:pt x="2534" y="6478"/>
                      <a:pt x="337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06" name="Freeform: Shape 7805">
                <a:extLst>
                  <a:ext uri="{FF2B5EF4-FFF2-40B4-BE49-F238E27FC236}">
                    <a16:creationId xmlns:a16="http://schemas.microsoft.com/office/drawing/2014/main" id="{731FED17-18C0-A7B4-1D2B-8889FAF2DB93}"/>
                  </a:ext>
                </a:extLst>
              </p:cNvPr>
              <p:cNvSpPr/>
              <p:nvPr/>
            </p:nvSpPr>
            <p:spPr>
              <a:xfrm>
                <a:off x="9005979" y="5161114"/>
                <a:ext cx="6343" cy="6345"/>
              </a:xfrm>
              <a:custGeom>
                <a:avLst/>
                <a:gdLst>
                  <a:gd name="connsiteX0" fmla="*/ 3376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5 h 6345"/>
                  <a:gd name="connsiteX3" fmla="*/ 5619 w 6343"/>
                  <a:gd name="connsiteY3" fmla="*/ 1062 h 6345"/>
                  <a:gd name="connsiteX4" fmla="*/ 3376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78"/>
                    </a:moveTo>
                    <a:cubicBezTo>
                      <a:pt x="4217" y="6478"/>
                      <a:pt x="5024" y="6144"/>
                      <a:pt x="5619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4" y="467"/>
                      <a:pt x="4217" y="133"/>
                      <a:pt x="3376" y="133"/>
                    </a:cubicBezTo>
                    <a:cubicBezTo>
                      <a:pt x="2535" y="133"/>
                      <a:pt x="1728" y="467"/>
                      <a:pt x="1134" y="1062"/>
                    </a:cubicBezTo>
                    <a:cubicBezTo>
                      <a:pt x="539" y="1657"/>
                      <a:pt x="205" y="2464"/>
                      <a:pt x="205" y="3305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8" y="6144"/>
                      <a:pt x="2535" y="6478"/>
                      <a:pt x="337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07" name="Freeform: Shape 7806">
                <a:extLst>
                  <a:ext uri="{FF2B5EF4-FFF2-40B4-BE49-F238E27FC236}">
                    <a16:creationId xmlns:a16="http://schemas.microsoft.com/office/drawing/2014/main" id="{F11C4DDA-8095-65DB-2B0E-D7D254CBDB4A}"/>
                  </a:ext>
                </a:extLst>
              </p:cNvPr>
              <p:cNvSpPr/>
              <p:nvPr/>
            </p:nvSpPr>
            <p:spPr>
              <a:xfrm>
                <a:off x="9011215" y="5159793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5 h 6345"/>
                  <a:gd name="connsiteX3" fmla="*/ 5619 w 6343"/>
                  <a:gd name="connsiteY3" fmla="*/ 1062 h 6345"/>
                  <a:gd name="connsiteX4" fmla="*/ 3377 w 6343"/>
                  <a:gd name="connsiteY4" fmla="*/ 132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19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5" y="467"/>
                      <a:pt x="4218" y="132"/>
                      <a:pt x="3377" y="132"/>
                    </a:cubicBezTo>
                    <a:cubicBezTo>
                      <a:pt x="2536" y="132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5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08" name="Freeform: Shape 7807">
                <a:extLst>
                  <a:ext uri="{FF2B5EF4-FFF2-40B4-BE49-F238E27FC236}">
                    <a16:creationId xmlns:a16="http://schemas.microsoft.com/office/drawing/2014/main" id="{C6B17D4D-C9E5-AA3C-F055-CBCF33D068C6}"/>
                  </a:ext>
                </a:extLst>
              </p:cNvPr>
              <p:cNvSpPr/>
              <p:nvPr/>
            </p:nvSpPr>
            <p:spPr>
              <a:xfrm>
                <a:off x="9012046" y="5157137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8 h 6345"/>
                  <a:gd name="connsiteX2" fmla="*/ 6548 w 6343"/>
                  <a:gd name="connsiteY2" fmla="*/ 3305 h 6345"/>
                  <a:gd name="connsiteX3" fmla="*/ 5619 w 6343"/>
                  <a:gd name="connsiteY3" fmla="*/ 1061 h 6345"/>
                  <a:gd name="connsiteX4" fmla="*/ 3377 w 6343"/>
                  <a:gd name="connsiteY4" fmla="*/ 132 h 6345"/>
                  <a:gd name="connsiteX5" fmla="*/ 1134 w 6343"/>
                  <a:gd name="connsiteY5" fmla="*/ 1061 h 6345"/>
                  <a:gd name="connsiteX6" fmla="*/ 205 w 6343"/>
                  <a:gd name="connsiteY6" fmla="*/ 3305 h 6345"/>
                  <a:gd name="connsiteX7" fmla="*/ 1134 w 6343"/>
                  <a:gd name="connsiteY7" fmla="*/ 5548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3"/>
                      <a:pt x="5619" y="5548"/>
                    </a:cubicBezTo>
                    <a:cubicBezTo>
                      <a:pt x="6214" y="4953"/>
                      <a:pt x="6548" y="4146"/>
                      <a:pt x="6548" y="3305"/>
                    </a:cubicBezTo>
                    <a:cubicBezTo>
                      <a:pt x="6548" y="2463"/>
                      <a:pt x="6214" y="1656"/>
                      <a:pt x="5619" y="1061"/>
                    </a:cubicBezTo>
                    <a:cubicBezTo>
                      <a:pt x="5025" y="466"/>
                      <a:pt x="4218" y="132"/>
                      <a:pt x="3377" y="132"/>
                    </a:cubicBezTo>
                    <a:cubicBezTo>
                      <a:pt x="2536" y="132"/>
                      <a:pt x="1729" y="466"/>
                      <a:pt x="1134" y="1061"/>
                    </a:cubicBezTo>
                    <a:cubicBezTo>
                      <a:pt x="539" y="1656"/>
                      <a:pt x="205" y="2463"/>
                      <a:pt x="205" y="3305"/>
                    </a:cubicBezTo>
                    <a:cubicBezTo>
                      <a:pt x="205" y="4146"/>
                      <a:pt x="539" y="4953"/>
                      <a:pt x="1134" y="5548"/>
                    </a:cubicBezTo>
                    <a:cubicBezTo>
                      <a:pt x="1729" y="6143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09" name="Freeform: Shape 7808">
                <a:extLst>
                  <a:ext uri="{FF2B5EF4-FFF2-40B4-BE49-F238E27FC236}">
                    <a16:creationId xmlns:a16="http://schemas.microsoft.com/office/drawing/2014/main" id="{15345CDC-901A-8B25-3B10-A96D8BBFF381}"/>
                  </a:ext>
                </a:extLst>
              </p:cNvPr>
              <p:cNvSpPr/>
              <p:nvPr/>
            </p:nvSpPr>
            <p:spPr>
              <a:xfrm>
                <a:off x="9014854" y="5155120"/>
                <a:ext cx="6343" cy="6345"/>
              </a:xfrm>
              <a:custGeom>
                <a:avLst/>
                <a:gdLst>
                  <a:gd name="connsiteX0" fmla="*/ 3377 w 6343"/>
                  <a:gd name="connsiteY0" fmla="*/ 6477 h 6345"/>
                  <a:gd name="connsiteX1" fmla="*/ 5620 w 6343"/>
                  <a:gd name="connsiteY1" fmla="*/ 5548 h 6345"/>
                  <a:gd name="connsiteX2" fmla="*/ 6549 w 6343"/>
                  <a:gd name="connsiteY2" fmla="*/ 3305 h 6345"/>
                  <a:gd name="connsiteX3" fmla="*/ 5620 w 6343"/>
                  <a:gd name="connsiteY3" fmla="*/ 1061 h 6345"/>
                  <a:gd name="connsiteX4" fmla="*/ 3377 w 6343"/>
                  <a:gd name="connsiteY4" fmla="*/ 132 h 6345"/>
                  <a:gd name="connsiteX5" fmla="*/ 1134 w 6343"/>
                  <a:gd name="connsiteY5" fmla="*/ 1061 h 6345"/>
                  <a:gd name="connsiteX6" fmla="*/ 205 w 6343"/>
                  <a:gd name="connsiteY6" fmla="*/ 3305 h 6345"/>
                  <a:gd name="connsiteX7" fmla="*/ 1134 w 6343"/>
                  <a:gd name="connsiteY7" fmla="*/ 5548 h 6345"/>
                  <a:gd name="connsiteX8" fmla="*/ 337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7"/>
                    </a:moveTo>
                    <a:cubicBezTo>
                      <a:pt x="4218" y="6477"/>
                      <a:pt x="5025" y="6143"/>
                      <a:pt x="5620" y="5548"/>
                    </a:cubicBezTo>
                    <a:cubicBezTo>
                      <a:pt x="6214" y="4953"/>
                      <a:pt x="6549" y="4146"/>
                      <a:pt x="6549" y="3305"/>
                    </a:cubicBezTo>
                    <a:cubicBezTo>
                      <a:pt x="6549" y="2463"/>
                      <a:pt x="6214" y="1656"/>
                      <a:pt x="5620" y="1061"/>
                    </a:cubicBezTo>
                    <a:cubicBezTo>
                      <a:pt x="5025" y="466"/>
                      <a:pt x="4218" y="132"/>
                      <a:pt x="3377" y="132"/>
                    </a:cubicBezTo>
                    <a:cubicBezTo>
                      <a:pt x="2536" y="132"/>
                      <a:pt x="1729" y="466"/>
                      <a:pt x="1134" y="1061"/>
                    </a:cubicBezTo>
                    <a:cubicBezTo>
                      <a:pt x="540" y="1656"/>
                      <a:pt x="205" y="2463"/>
                      <a:pt x="205" y="3305"/>
                    </a:cubicBezTo>
                    <a:cubicBezTo>
                      <a:pt x="205" y="4146"/>
                      <a:pt x="540" y="4953"/>
                      <a:pt x="1134" y="5548"/>
                    </a:cubicBezTo>
                    <a:cubicBezTo>
                      <a:pt x="1729" y="6143"/>
                      <a:pt x="2536" y="6477"/>
                      <a:pt x="337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10" name="Freeform: Shape 7809">
                <a:extLst>
                  <a:ext uri="{FF2B5EF4-FFF2-40B4-BE49-F238E27FC236}">
                    <a16:creationId xmlns:a16="http://schemas.microsoft.com/office/drawing/2014/main" id="{722ACA2C-82CB-E4EE-49F9-4F9D1F8A6229}"/>
                  </a:ext>
                </a:extLst>
              </p:cNvPr>
              <p:cNvSpPr/>
              <p:nvPr/>
            </p:nvSpPr>
            <p:spPr>
              <a:xfrm>
                <a:off x="9025613" y="5155756"/>
                <a:ext cx="6343" cy="6345"/>
              </a:xfrm>
              <a:custGeom>
                <a:avLst/>
                <a:gdLst>
                  <a:gd name="connsiteX0" fmla="*/ 3378 w 6343"/>
                  <a:gd name="connsiteY0" fmla="*/ 6477 h 6345"/>
                  <a:gd name="connsiteX1" fmla="*/ 5620 w 6343"/>
                  <a:gd name="connsiteY1" fmla="*/ 5548 h 6345"/>
                  <a:gd name="connsiteX2" fmla="*/ 6549 w 6343"/>
                  <a:gd name="connsiteY2" fmla="*/ 3305 h 6345"/>
                  <a:gd name="connsiteX3" fmla="*/ 5620 w 6343"/>
                  <a:gd name="connsiteY3" fmla="*/ 1061 h 6345"/>
                  <a:gd name="connsiteX4" fmla="*/ 3378 w 6343"/>
                  <a:gd name="connsiteY4" fmla="*/ 132 h 6345"/>
                  <a:gd name="connsiteX5" fmla="*/ 1135 w 6343"/>
                  <a:gd name="connsiteY5" fmla="*/ 1061 h 6345"/>
                  <a:gd name="connsiteX6" fmla="*/ 206 w 6343"/>
                  <a:gd name="connsiteY6" fmla="*/ 3305 h 6345"/>
                  <a:gd name="connsiteX7" fmla="*/ 1135 w 6343"/>
                  <a:gd name="connsiteY7" fmla="*/ 5548 h 6345"/>
                  <a:gd name="connsiteX8" fmla="*/ 3378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7"/>
                    </a:moveTo>
                    <a:cubicBezTo>
                      <a:pt x="4219" y="6477"/>
                      <a:pt x="5026" y="6143"/>
                      <a:pt x="5620" y="5548"/>
                    </a:cubicBezTo>
                    <a:cubicBezTo>
                      <a:pt x="6215" y="4953"/>
                      <a:pt x="6549" y="4146"/>
                      <a:pt x="6549" y="3305"/>
                    </a:cubicBezTo>
                    <a:cubicBezTo>
                      <a:pt x="6549" y="2463"/>
                      <a:pt x="6215" y="1656"/>
                      <a:pt x="5620" y="1061"/>
                    </a:cubicBezTo>
                    <a:cubicBezTo>
                      <a:pt x="5026" y="466"/>
                      <a:pt x="4219" y="132"/>
                      <a:pt x="3378" y="132"/>
                    </a:cubicBezTo>
                    <a:cubicBezTo>
                      <a:pt x="2537" y="132"/>
                      <a:pt x="1730" y="466"/>
                      <a:pt x="1135" y="1061"/>
                    </a:cubicBezTo>
                    <a:cubicBezTo>
                      <a:pt x="540" y="1656"/>
                      <a:pt x="206" y="2463"/>
                      <a:pt x="206" y="3305"/>
                    </a:cubicBezTo>
                    <a:cubicBezTo>
                      <a:pt x="206" y="4146"/>
                      <a:pt x="540" y="4953"/>
                      <a:pt x="1135" y="5548"/>
                    </a:cubicBezTo>
                    <a:cubicBezTo>
                      <a:pt x="1730" y="6143"/>
                      <a:pt x="2537" y="6477"/>
                      <a:pt x="3378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11" name="Freeform: Shape 7810">
                <a:extLst>
                  <a:ext uri="{FF2B5EF4-FFF2-40B4-BE49-F238E27FC236}">
                    <a16:creationId xmlns:a16="http://schemas.microsoft.com/office/drawing/2014/main" id="{29E21F8E-9C61-20AB-12A9-B024DF3572C0}"/>
                  </a:ext>
                </a:extLst>
              </p:cNvPr>
              <p:cNvSpPr/>
              <p:nvPr/>
            </p:nvSpPr>
            <p:spPr>
              <a:xfrm>
                <a:off x="9034455" y="5155881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1 w 6343"/>
                  <a:gd name="connsiteY1" fmla="*/ 5548 h 6345"/>
                  <a:gd name="connsiteX2" fmla="*/ 6550 w 6343"/>
                  <a:gd name="connsiteY2" fmla="*/ 3305 h 6345"/>
                  <a:gd name="connsiteX3" fmla="*/ 5621 w 6343"/>
                  <a:gd name="connsiteY3" fmla="*/ 1061 h 6345"/>
                  <a:gd name="connsiteX4" fmla="*/ 3379 w 6343"/>
                  <a:gd name="connsiteY4" fmla="*/ 132 h 6345"/>
                  <a:gd name="connsiteX5" fmla="*/ 1136 w 6343"/>
                  <a:gd name="connsiteY5" fmla="*/ 1061 h 6345"/>
                  <a:gd name="connsiteX6" fmla="*/ 207 w 6343"/>
                  <a:gd name="connsiteY6" fmla="*/ 3305 h 6345"/>
                  <a:gd name="connsiteX7" fmla="*/ 1136 w 6343"/>
                  <a:gd name="connsiteY7" fmla="*/ 5548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0" y="6478"/>
                      <a:pt x="5026" y="6143"/>
                      <a:pt x="5621" y="5548"/>
                    </a:cubicBezTo>
                    <a:cubicBezTo>
                      <a:pt x="6216" y="4953"/>
                      <a:pt x="6550" y="4146"/>
                      <a:pt x="6550" y="3305"/>
                    </a:cubicBezTo>
                    <a:cubicBezTo>
                      <a:pt x="6550" y="2463"/>
                      <a:pt x="6216" y="1656"/>
                      <a:pt x="5621" y="1061"/>
                    </a:cubicBezTo>
                    <a:cubicBezTo>
                      <a:pt x="5026" y="466"/>
                      <a:pt x="4220" y="132"/>
                      <a:pt x="3379" y="132"/>
                    </a:cubicBezTo>
                    <a:cubicBezTo>
                      <a:pt x="2537" y="132"/>
                      <a:pt x="1731" y="466"/>
                      <a:pt x="1136" y="1061"/>
                    </a:cubicBezTo>
                    <a:cubicBezTo>
                      <a:pt x="541" y="1656"/>
                      <a:pt x="207" y="2463"/>
                      <a:pt x="207" y="3305"/>
                    </a:cubicBezTo>
                    <a:cubicBezTo>
                      <a:pt x="207" y="4146"/>
                      <a:pt x="541" y="4953"/>
                      <a:pt x="1136" y="5548"/>
                    </a:cubicBezTo>
                    <a:cubicBezTo>
                      <a:pt x="1731" y="6143"/>
                      <a:pt x="2537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12" name="Freeform: Shape 7811">
                <a:extLst>
                  <a:ext uri="{FF2B5EF4-FFF2-40B4-BE49-F238E27FC236}">
                    <a16:creationId xmlns:a16="http://schemas.microsoft.com/office/drawing/2014/main" id="{FB0CDDE9-0D7D-3385-73F7-F6FBA87E7BC4}"/>
                  </a:ext>
                </a:extLst>
              </p:cNvPr>
              <p:cNvSpPr/>
              <p:nvPr/>
            </p:nvSpPr>
            <p:spPr>
              <a:xfrm>
                <a:off x="9043102" y="5156047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2 w 6343"/>
                  <a:gd name="connsiteY1" fmla="*/ 5548 h 6345"/>
                  <a:gd name="connsiteX2" fmla="*/ 6551 w 6343"/>
                  <a:gd name="connsiteY2" fmla="*/ 3305 h 6345"/>
                  <a:gd name="connsiteX3" fmla="*/ 5622 w 6343"/>
                  <a:gd name="connsiteY3" fmla="*/ 1061 h 6345"/>
                  <a:gd name="connsiteX4" fmla="*/ 3379 w 6343"/>
                  <a:gd name="connsiteY4" fmla="*/ 132 h 6345"/>
                  <a:gd name="connsiteX5" fmla="*/ 1137 w 6343"/>
                  <a:gd name="connsiteY5" fmla="*/ 1061 h 6345"/>
                  <a:gd name="connsiteX6" fmla="*/ 208 w 6343"/>
                  <a:gd name="connsiteY6" fmla="*/ 3305 h 6345"/>
                  <a:gd name="connsiteX7" fmla="*/ 1137 w 6343"/>
                  <a:gd name="connsiteY7" fmla="*/ 5548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0" y="6478"/>
                      <a:pt x="5027" y="6143"/>
                      <a:pt x="5622" y="5548"/>
                    </a:cubicBezTo>
                    <a:cubicBezTo>
                      <a:pt x="6217" y="4953"/>
                      <a:pt x="6551" y="4146"/>
                      <a:pt x="6551" y="3305"/>
                    </a:cubicBezTo>
                    <a:cubicBezTo>
                      <a:pt x="6551" y="2463"/>
                      <a:pt x="6217" y="1656"/>
                      <a:pt x="5622" y="1061"/>
                    </a:cubicBezTo>
                    <a:cubicBezTo>
                      <a:pt x="5027" y="466"/>
                      <a:pt x="4220" y="132"/>
                      <a:pt x="3379" y="132"/>
                    </a:cubicBezTo>
                    <a:cubicBezTo>
                      <a:pt x="2538" y="132"/>
                      <a:pt x="1731" y="466"/>
                      <a:pt x="1137" y="1061"/>
                    </a:cubicBezTo>
                    <a:cubicBezTo>
                      <a:pt x="542" y="1656"/>
                      <a:pt x="208" y="2463"/>
                      <a:pt x="208" y="3305"/>
                    </a:cubicBezTo>
                    <a:cubicBezTo>
                      <a:pt x="208" y="4146"/>
                      <a:pt x="542" y="4953"/>
                      <a:pt x="1137" y="5548"/>
                    </a:cubicBezTo>
                    <a:cubicBezTo>
                      <a:pt x="1731" y="6143"/>
                      <a:pt x="2538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13" name="Freeform: Shape 7812">
                <a:extLst>
                  <a:ext uri="{FF2B5EF4-FFF2-40B4-BE49-F238E27FC236}">
                    <a16:creationId xmlns:a16="http://schemas.microsoft.com/office/drawing/2014/main" id="{A59FF3FA-98E0-2E6A-106E-40FFD4B947F7}"/>
                  </a:ext>
                </a:extLst>
              </p:cNvPr>
              <p:cNvSpPr/>
              <p:nvPr/>
            </p:nvSpPr>
            <p:spPr>
              <a:xfrm>
                <a:off x="9049317" y="5155468"/>
                <a:ext cx="6343" cy="6345"/>
              </a:xfrm>
              <a:custGeom>
                <a:avLst/>
                <a:gdLst>
                  <a:gd name="connsiteX0" fmla="*/ 3380 w 6343"/>
                  <a:gd name="connsiteY0" fmla="*/ 6477 h 6345"/>
                  <a:gd name="connsiteX1" fmla="*/ 5622 w 6343"/>
                  <a:gd name="connsiteY1" fmla="*/ 5548 h 6345"/>
                  <a:gd name="connsiteX2" fmla="*/ 6551 w 6343"/>
                  <a:gd name="connsiteY2" fmla="*/ 3305 h 6345"/>
                  <a:gd name="connsiteX3" fmla="*/ 5622 w 6343"/>
                  <a:gd name="connsiteY3" fmla="*/ 1061 h 6345"/>
                  <a:gd name="connsiteX4" fmla="*/ 3380 w 6343"/>
                  <a:gd name="connsiteY4" fmla="*/ 132 h 6345"/>
                  <a:gd name="connsiteX5" fmla="*/ 1137 w 6343"/>
                  <a:gd name="connsiteY5" fmla="*/ 1061 h 6345"/>
                  <a:gd name="connsiteX6" fmla="*/ 208 w 6343"/>
                  <a:gd name="connsiteY6" fmla="*/ 3305 h 6345"/>
                  <a:gd name="connsiteX7" fmla="*/ 1137 w 6343"/>
                  <a:gd name="connsiteY7" fmla="*/ 5548 h 6345"/>
                  <a:gd name="connsiteX8" fmla="*/ 338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77"/>
                    </a:moveTo>
                    <a:cubicBezTo>
                      <a:pt x="4221" y="6477"/>
                      <a:pt x="5028" y="6143"/>
                      <a:pt x="5622" y="5548"/>
                    </a:cubicBezTo>
                    <a:cubicBezTo>
                      <a:pt x="6217" y="4953"/>
                      <a:pt x="6551" y="4146"/>
                      <a:pt x="6551" y="3305"/>
                    </a:cubicBezTo>
                    <a:cubicBezTo>
                      <a:pt x="6551" y="2463"/>
                      <a:pt x="6217" y="1656"/>
                      <a:pt x="5622" y="1061"/>
                    </a:cubicBezTo>
                    <a:cubicBezTo>
                      <a:pt x="5028" y="466"/>
                      <a:pt x="4221" y="132"/>
                      <a:pt x="3380" y="132"/>
                    </a:cubicBezTo>
                    <a:cubicBezTo>
                      <a:pt x="2539" y="132"/>
                      <a:pt x="1732" y="466"/>
                      <a:pt x="1137" y="1061"/>
                    </a:cubicBezTo>
                    <a:cubicBezTo>
                      <a:pt x="542" y="1656"/>
                      <a:pt x="208" y="2463"/>
                      <a:pt x="208" y="3305"/>
                    </a:cubicBezTo>
                    <a:cubicBezTo>
                      <a:pt x="208" y="4146"/>
                      <a:pt x="542" y="4953"/>
                      <a:pt x="1137" y="5548"/>
                    </a:cubicBezTo>
                    <a:cubicBezTo>
                      <a:pt x="1732" y="6143"/>
                      <a:pt x="2539" y="6477"/>
                      <a:pt x="338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14" name="Freeform: Shape 7813">
                <a:extLst>
                  <a:ext uri="{FF2B5EF4-FFF2-40B4-BE49-F238E27FC236}">
                    <a16:creationId xmlns:a16="http://schemas.microsoft.com/office/drawing/2014/main" id="{8D6412B6-0A44-5920-85CF-8B9A9CEDA330}"/>
                  </a:ext>
                </a:extLst>
              </p:cNvPr>
              <p:cNvSpPr/>
              <p:nvPr/>
            </p:nvSpPr>
            <p:spPr>
              <a:xfrm>
                <a:off x="9077271" y="5162740"/>
                <a:ext cx="6343" cy="6345"/>
              </a:xfrm>
              <a:custGeom>
                <a:avLst/>
                <a:gdLst>
                  <a:gd name="connsiteX0" fmla="*/ 3382 w 6343"/>
                  <a:gd name="connsiteY0" fmla="*/ 6478 h 6345"/>
                  <a:gd name="connsiteX1" fmla="*/ 5625 w 6343"/>
                  <a:gd name="connsiteY1" fmla="*/ 5549 h 6345"/>
                  <a:gd name="connsiteX2" fmla="*/ 6553 w 6343"/>
                  <a:gd name="connsiteY2" fmla="*/ 3305 h 6345"/>
                  <a:gd name="connsiteX3" fmla="*/ 5625 w 6343"/>
                  <a:gd name="connsiteY3" fmla="*/ 1062 h 6345"/>
                  <a:gd name="connsiteX4" fmla="*/ 3382 w 6343"/>
                  <a:gd name="connsiteY4" fmla="*/ 133 h 6345"/>
                  <a:gd name="connsiteX5" fmla="*/ 1139 w 6343"/>
                  <a:gd name="connsiteY5" fmla="*/ 1062 h 6345"/>
                  <a:gd name="connsiteX6" fmla="*/ 210 w 6343"/>
                  <a:gd name="connsiteY6" fmla="*/ 3305 h 6345"/>
                  <a:gd name="connsiteX7" fmla="*/ 1139 w 6343"/>
                  <a:gd name="connsiteY7" fmla="*/ 5549 h 6345"/>
                  <a:gd name="connsiteX8" fmla="*/ 338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8"/>
                    </a:moveTo>
                    <a:cubicBezTo>
                      <a:pt x="4223" y="6478"/>
                      <a:pt x="5030" y="6144"/>
                      <a:pt x="5625" y="5549"/>
                    </a:cubicBezTo>
                    <a:cubicBezTo>
                      <a:pt x="6219" y="4954"/>
                      <a:pt x="6553" y="4147"/>
                      <a:pt x="6553" y="3305"/>
                    </a:cubicBezTo>
                    <a:cubicBezTo>
                      <a:pt x="6553" y="2464"/>
                      <a:pt x="6219" y="1657"/>
                      <a:pt x="5625" y="1062"/>
                    </a:cubicBezTo>
                    <a:cubicBezTo>
                      <a:pt x="5030" y="467"/>
                      <a:pt x="4223" y="133"/>
                      <a:pt x="3382" y="133"/>
                    </a:cubicBezTo>
                    <a:cubicBezTo>
                      <a:pt x="2541" y="133"/>
                      <a:pt x="1734" y="467"/>
                      <a:pt x="1139" y="1062"/>
                    </a:cubicBezTo>
                    <a:cubicBezTo>
                      <a:pt x="545" y="1657"/>
                      <a:pt x="210" y="2464"/>
                      <a:pt x="210" y="3305"/>
                    </a:cubicBezTo>
                    <a:cubicBezTo>
                      <a:pt x="210" y="4147"/>
                      <a:pt x="545" y="4954"/>
                      <a:pt x="1139" y="5549"/>
                    </a:cubicBezTo>
                    <a:cubicBezTo>
                      <a:pt x="1734" y="6144"/>
                      <a:pt x="2541" y="6478"/>
                      <a:pt x="338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15" name="Freeform: Shape 7814">
                <a:extLst>
                  <a:ext uri="{FF2B5EF4-FFF2-40B4-BE49-F238E27FC236}">
                    <a16:creationId xmlns:a16="http://schemas.microsoft.com/office/drawing/2014/main" id="{C9C25A53-7E8F-B4A6-C3CF-EC41099C53B6}"/>
                  </a:ext>
                </a:extLst>
              </p:cNvPr>
              <p:cNvSpPr/>
              <p:nvPr/>
            </p:nvSpPr>
            <p:spPr>
              <a:xfrm>
                <a:off x="9086001" y="5163377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5 h 6345"/>
                  <a:gd name="connsiteX3" fmla="*/ 5625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5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0" y="6144"/>
                      <a:pt x="5625" y="5549"/>
                    </a:cubicBezTo>
                    <a:cubicBezTo>
                      <a:pt x="6220" y="4954"/>
                      <a:pt x="6554" y="4147"/>
                      <a:pt x="6554" y="3305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0" y="467"/>
                      <a:pt x="4224" y="133"/>
                      <a:pt x="3383" y="133"/>
                    </a:cubicBezTo>
                    <a:cubicBezTo>
                      <a:pt x="2541" y="133"/>
                      <a:pt x="1735" y="467"/>
                      <a:pt x="1140" y="1062"/>
                    </a:cubicBezTo>
                    <a:cubicBezTo>
                      <a:pt x="545" y="1657"/>
                      <a:pt x="211" y="2464"/>
                      <a:pt x="211" y="3305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5" y="6144"/>
                      <a:pt x="2541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16" name="Freeform: Shape 7815">
                <a:extLst>
                  <a:ext uri="{FF2B5EF4-FFF2-40B4-BE49-F238E27FC236}">
                    <a16:creationId xmlns:a16="http://schemas.microsoft.com/office/drawing/2014/main" id="{2FB1EA82-A792-EC75-E084-F560F9FEBA9A}"/>
                  </a:ext>
                </a:extLst>
              </p:cNvPr>
              <p:cNvSpPr/>
              <p:nvPr/>
            </p:nvSpPr>
            <p:spPr>
              <a:xfrm>
                <a:off x="9092134" y="5163158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5 h 6345"/>
                  <a:gd name="connsiteX3" fmla="*/ 5626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5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1" y="6144"/>
                      <a:pt x="5626" y="5549"/>
                    </a:cubicBezTo>
                    <a:cubicBezTo>
                      <a:pt x="6220" y="4954"/>
                      <a:pt x="6555" y="4147"/>
                      <a:pt x="6555" y="3305"/>
                    </a:cubicBezTo>
                    <a:cubicBezTo>
                      <a:pt x="6555" y="2464"/>
                      <a:pt x="6220" y="1657"/>
                      <a:pt x="5626" y="1062"/>
                    </a:cubicBezTo>
                    <a:cubicBezTo>
                      <a:pt x="5031" y="467"/>
                      <a:pt x="4224" y="133"/>
                      <a:pt x="3383" y="133"/>
                    </a:cubicBezTo>
                    <a:cubicBezTo>
                      <a:pt x="2542" y="133"/>
                      <a:pt x="1735" y="467"/>
                      <a:pt x="1140" y="1062"/>
                    </a:cubicBezTo>
                    <a:cubicBezTo>
                      <a:pt x="546" y="1657"/>
                      <a:pt x="211" y="2464"/>
                      <a:pt x="211" y="3305"/>
                    </a:cubicBezTo>
                    <a:cubicBezTo>
                      <a:pt x="211" y="4147"/>
                      <a:pt x="546" y="4954"/>
                      <a:pt x="1140" y="5549"/>
                    </a:cubicBezTo>
                    <a:cubicBezTo>
                      <a:pt x="1735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17" name="Freeform: Shape 7816">
                <a:extLst>
                  <a:ext uri="{FF2B5EF4-FFF2-40B4-BE49-F238E27FC236}">
                    <a16:creationId xmlns:a16="http://schemas.microsoft.com/office/drawing/2014/main" id="{833FCEB5-213D-C651-0347-CD2DB152169E}"/>
                  </a:ext>
                </a:extLst>
              </p:cNvPr>
              <p:cNvSpPr/>
              <p:nvPr/>
            </p:nvSpPr>
            <p:spPr>
              <a:xfrm>
                <a:off x="9099657" y="5163541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5 h 6345"/>
                  <a:gd name="connsiteX3" fmla="*/ 5626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5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6" y="5549"/>
                    </a:cubicBezTo>
                    <a:cubicBezTo>
                      <a:pt x="6221" y="4954"/>
                      <a:pt x="6555" y="4147"/>
                      <a:pt x="6555" y="3305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5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18" name="Freeform: Shape 7817">
                <a:extLst>
                  <a:ext uri="{FF2B5EF4-FFF2-40B4-BE49-F238E27FC236}">
                    <a16:creationId xmlns:a16="http://schemas.microsoft.com/office/drawing/2014/main" id="{ECCC9576-838E-4808-21E2-01E520B18F49}"/>
                  </a:ext>
                </a:extLst>
              </p:cNvPr>
              <p:cNvSpPr/>
              <p:nvPr/>
            </p:nvSpPr>
            <p:spPr>
              <a:xfrm>
                <a:off x="9107745" y="5164236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5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5 h 6345"/>
                  <a:gd name="connsiteX7" fmla="*/ 1142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7" y="5549"/>
                    </a:cubicBezTo>
                    <a:cubicBezTo>
                      <a:pt x="6222" y="4954"/>
                      <a:pt x="6556" y="4147"/>
                      <a:pt x="6556" y="3305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2" y="1062"/>
                    </a:cubicBezTo>
                    <a:cubicBezTo>
                      <a:pt x="547" y="1657"/>
                      <a:pt x="213" y="2464"/>
                      <a:pt x="213" y="3305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19" name="Freeform: Shape 7818">
                <a:extLst>
                  <a:ext uri="{FF2B5EF4-FFF2-40B4-BE49-F238E27FC236}">
                    <a16:creationId xmlns:a16="http://schemas.microsoft.com/office/drawing/2014/main" id="{35ED31B4-A860-A15F-BA4C-846126931D4A}"/>
                  </a:ext>
                </a:extLst>
              </p:cNvPr>
              <p:cNvSpPr/>
              <p:nvPr/>
            </p:nvSpPr>
            <p:spPr>
              <a:xfrm>
                <a:off x="9112266" y="5163633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5 h 6345"/>
                  <a:gd name="connsiteX3" fmla="*/ 5627 w 6343"/>
                  <a:gd name="connsiteY3" fmla="*/ 1062 h 6345"/>
                  <a:gd name="connsiteX4" fmla="*/ 3385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5 h 6345"/>
                  <a:gd name="connsiteX7" fmla="*/ 1142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7" y="5549"/>
                    </a:cubicBezTo>
                    <a:cubicBezTo>
                      <a:pt x="6222" y="4954"/>
                      <a:pt x="6556" y="4147"/>
                      <a:pt x="6556" y="3305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2" y="1062"/>
                    </a:cubicBezTo>
                    <a:cubicBezTo>
                      <a:pt x="547" y="1657"/>
                      <a:pt x="213" y="2464"/>
                      <a:pt x="213" y="3305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20" name="Freeform: Shape 7819">
                <a:extLst>
                  <a:ext uri="{FF2B5EF4-FFF2-40B4-BE49-F238E27FC236}">
                    <a16:creationId xmlns:a16="http://schemas.microsoft.com/office/drawing/2014/main" id="{28232F3E-9263-A3F4-3239-81B17037E374}"/>
                  </a:ext>
                </a:extLst>
              </p:cNvPr>
              <p:cNvSpPr/>
              <p:nvPr/>
            </p:nvSpPr>
            <p:spPr>
              <a:xfrm>
                <a:off x="9119912" y="5164332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5 h 6345"/>
                  <a:gd name="connsiteX3" fmla="*/ 5628 w 6343"/>
                  <a:gd name="connsiteY3" fmla="*/ 1062 h 6345"/>
                  <a:gd name="connsiteX4" fmla="*/ 3385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5 h 6345"/>
                  <a:gd name="connsiteX7" fmla="*/ 1143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8" y="5549"/>
                    </a:cubicBezTo>
                    <a:cubicBezTo>
                      <a:pt x="6223" y="4954"/>
                      <a:pt x="6557" y="4147"/>
                      <a:pt x="6557" y="3305"/>
                    </a:cubicBezTo>
                    <a:cubicBezTo>
                      <a:pt x="6557" y="2464"/>
                      <a:pt x="6223" y="1657"/>
                      <a:pt x="5628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3" y="1062"/>
                    </a:cubicBezTo>
                    <a:cubicBezTo>
                      <a:pt x="548" y="1657"/>
                      <a:pt x="214" y="2464"/>
                      <a:pt x="214" y="3305"/>
                    </a:cubicBezTo>
                    <a:cubicBezTo>
                      <a:pt x="214" y="4147"/>
                      <a:pt x="548" y="4954"/>
                      <a:pt x="1143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21" name="Freeform: Shape 7820">
                <a:extLst>
                  <a:ext uri="{FF2B5EF4-FFF2-40B4-BE49-F238E27FC236}">
                    <a16:creationId xmlns:a16="http://schemas.microsoft.com/office/drawing/2014/main" id="{D876AD0A-03BA-D268-741A-D73C4CD2165D}"/>
                  </a:ext>
                </a:extLst>
              </p:cNvPr>
              <p:cNvSpPr/>
              <p:nvPr/>
            </p:nvSpPr>
            <p:spPr>
              <a:xfrm>
                <a:off x="9124876" y="5164037"/>
                <a:ext cx="6343" cy="6345"/>
              </a:xfrm>
              <a:custGeom>
                <a:avLst/>
                <a:gdLst>
                  <a:gd name="connsiteX0" fmla="*/ 3386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5 h 6345"/>
                  <a:gd name="connsiteX3" fmla="*/ 5628 w 6343"/>
                  <a:gd name="connsiteY3" fmla="*/ 1062 h 6345"/>
                  <a:gd name="connsiteX4" fmla="*/ 3386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5 h 6345"/>
                  <a:gd name="connsiteX7" fmla="*/ 1143 w 6343"/>
                  <a:gd name="connsiteY7" fmla="*/ 5549 h 6345"/>
                  <a:gd name="connsiteX8" fmla="*/ 338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8"/>
                    </a:moveTo>
                    <a:cubicBezTo>
                      <a:pt x="4227" y="6478"/>
                      <a:pt x="5034" y="6144"/>
                      <a:pt x="5628" y="5549"/>
                    </a:cubicBezTo>
                    <a:cubicBezTo>
                      <a:pt x="6223" y="4954"/>
                      <a:pt x="6557" y="4147"/>
                      <a:pt x="6557" y="3305"/>
                    </a:cubicBezTo>
                    <a:cubicBezTo>
                      <a:pt x="6557" y="2464"/>
                      <a:pt x="6223" y="1657"/>
                      <a:pt x="5628" y="1062"/>
                    </a:cubicBezTo>
                    <a:cubicBezTo>
                      <a:pt x="5034" y="467"/>
                      <a:pt x="4227" y="133"/>
                      <a:pt x="3386" y="133"/>
                    </a:cubicBezTo>
                    <a:cubicBezTo>
                      <a:pt x="2545" y="133"/>
                      <a:pt x="1738" y="467"/>
                      <a:pt x="1143" y="1062"/>
                    </a:cubicBezTo>
                    <a:cubicBezTo>
                      <a:pt x="548" y="1657"/>
                      <a:pt x="214" y="2464"/>
                      <a:pt x="214" y="3305"/>
                    </a:cubicBezTo>
                    <a:cubicBezTo>
                      <a:pt x="214" y="4147"/>
                      <a:pt x="548" y="4954"/>
                      <a:pt x="1143" y="5549"/>
                    </a:cubicBezTo>
                    <a:cubicBezTo>
                      <a:pt x="1738" y="6144"/>
                      <a:pt x="2545" y="6478"/>
                      <a:pt x="338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22" name="Freeform: Shape 7821">
                <a:extLst>
                  <a:ext uri="{FF2B5EF4-FFF2-40B4-BE49-F238E27FC236}">
                    <a16:creationId xmlns:a16="http://schemas.microsoft.com/office/drawing/2014/main" id="{D809AB94-EBF4-0BE5-EDC7-E6D7634BDC2A}"/>
                  </a:ext>
                </a:extLst>
              </p:cNvPr>
              <p:cNvSpPr/>
              <p:nvPr/>
            </p:nvSpPr>
            <p:spPr>
              <a:xfrm>
                <a:off x="9129428" y="5163631"/>
                <a:ext cx="6343" cy="6345"/>
              </a:xfrm>
              <a:custGeom>
                <a:avLst/>
                <a:gdLst>
                  <a:gd name="connsiteX0" fmla="*/ 3386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5 h 6345"/>
                  <a:gd name="connsiteX3" fmla="*/ 5629 w 6343"/>
                  <a:gd name="connsiteY3" fmla="*/ 1062 h 6345"/>
                  <a:gd name="connsiteX4" fmla="*/ 3386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5 h 6345"/>
                  <a:gd name="connsiteX7" fmla="*/ 1143 w 6343"/>
                  <a:gd name="connsiteY7" fmla="*/ 5549 h 6345"/>
                  <a:gd name="connsiteX8" fmla="*/ 338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8"/>
                    </a:moveTo>
                    <a:cubicBezTo>
                      <a:pt x="4227" y="6478"/>
                      <a:pt x="5034" y="6144"/>
                      <a:pt x="5629" y="5549"/>
                    </a:cubicBezTo>
                    <a:cubicBezTo>
                      <a:pt x="6223" y="4954"/>
                      <a:pt x="6558" y="4147"/>
                      <a:pt x="6558" y="3305"/>
                    </a:cubicBezTo>
                    <a:cubicBezTo>
                      <a:pt x="6558" y="2464"/>
                      <a:pt x="6223" y="1657"/>
                      <a:pt x="5629" y="1062"/>
                    </a:cubicBezTo>
                    <a:cubicBezTo>
                      <a:pt x="5034" y="467"/>
                      <a:pt x="4227" y="133"/>
                      <a:pt x="3386" y="133"/>
                    </a:cubicBezTo>
                    <a:cubicBezTo>
                      <a:pt x="2545" y="133"/>
                      <a:pt x="1738" y="467"/>
                      <a:pt x="1143" y="1062"/>
                    </a:cubicBezTo>
                    <a:cubicBezTo>
                      <a:pt x="549" y="1657"/>
                      <a:pt x="214" y="2464"/>
                      <a:pt x="214" y="3305"/>
                    </a:cubicBezTo>
                    <a:cubicBezTo>
                      <a:pt x="214" y="4147"/>
                      <a:pt x="549" y="4954"/>
                      <a:pt x="1143" y="5549"/>
                    </a:cubicBezTo>
                    <a:cubicBezTo>
                      <a:pt x="1738" y="6144"/>
                      <a:pt x="2545" y="6478"/>
                      <a:pt x="338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23" name="Freeform: Shape 7822">
                <a:extLst>
                  <a:ext uri="{FF2B5EF4-FFF2-40B4-BE49-F238E27FC236}">
                    <a16:creationId xmlns:a16="http://schemas.microsoft.com/office/drawing/2014/main" id="{8962D595-D8DD-2F7C-1516-DA413C42C4F8}"/>
                  </a:ext>
                </a:extLst>
              </p:cNvPr>
              <p:cNvSpPr/>
              <p:nvPr/>
            </p:nvSpPr>
            <p:spPr>
              <a:xfrm>
                <a:off x="9136275" y="5164246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5 h 6345"/>
                  <a:gd name="connsiteX3" fmla="*/ 5629 w 6343"/>
                  <a:gd name="connsiteY3" fmla="*/ 1062 h 6345"/>
                  <a:gd name="connsiteX4" fmla="*/ 3387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5 h 6345"/>
                  <a:gd name="connsiteX7" fmla="*/ 1144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4" y="6144"/>
                      <a:pt x="5629" y="5549"/>
                    </a:cubicBezTo>
                    <a:cubicBezTo>
                      <a:pt x="6224" y="4954"/>
                      <a:pt x="6558" y="4147"/>
                      <a:pt x="6558" y="3305"/>
                    </a:cubicBezTo>
                    <a:cubicBezTo>
                      <a:pt x="6558" y="2464"/>
                      <a:pt x="6224" y="1657"/>
                      <a:pt x="5629" y="1062"/>
                    </a:cubicBezTo>
                    <a:cubicBezTo>
                      <a:pt x="5034" y="467"/>
                      <a:pt x="4228" y="133"/>
                      <a:pt x="3387" y="133"/>
                    </a:cubicBezTo>
                    <a:cubicBezTo>
                      <a:pt x="2545" y="133"/>
                      <a:pt x="1739" y="467"/>
                      <a:pt x="1144" y="1062"/>
                    </a:cubicBezTo>
                    <a:cubicBezTo>
                      <a:pt x="549" y="1657"/>
                      <a:pt x="215" y="2464"/>
                      <a:pt x="215" y="3305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9" y="6144"/>
                      <a:pt x="2545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24" name="Freeform: Shape 7823">
                <a:extLst>
                  <a:ext uri="{FF2B5EF4-FFF2-40B4-BE49-F238E27FC236}">
                    <a16:creationId xmlns:a16="http://schemas.microsoft.com/office/drawing/2014/main" id="{D103AFFE-AC5D-DAA2-5D6D-068AED4C473D}"/>
                  </a:ext>
                </a:extLst>
              </p:cNvPr>
              <p:cNvSpPr/>
              <p:nvPr/>
            </p:nvSpPr>
            <p:spPr>
              <a:xfrm>
                <a:off x="9140691" y="5163907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30 w 6343"/>
                  <a:gd name="connsiteY1" fmla="*/ 5549 h 6345"/>
                  <a:gd name="connsiteX2" fmla="*/ 6558 w 6343"/>
                  <a:gd name="connsiteY2" fmla="*/ 3305 h 6345"/>
                  <a:gd name="connsiteX3" fmla="*/ 5630 w 6343"/>
                  <a:gd name="connsiteY3" fmla="*/ 1062 h 6345"/>
                  <a:gd name="connsiteX4" fmla="*/ 3387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5 h 6345"/>
                  <a:gd name="connsiteX7" fmla="*/ 1144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30" y="5549"/>
                    </a:cubicBezTo>
                    <a:cubicBezTo>
                      <a:pt x="6224" y="4954"/>
                      <a:pt x="6558" y="4147"/>
                      <a:pt x="6558" y="3305"/>
                    </a:cubicBezTo>
                    <a:cubicBezTo>
                      <a:pt x="6558" y="2464"/>
                      <a:pt x="6224" y="1657"/>
                      <a:pt x="5630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4" y="1062"/>
                    </a:cubicBezTo>
                    <a:cubicBezTo>
                      <a:pt x="550" y="1657"/>
                      <a:pt x="215" y="2464"/>
                      <a:pt x="215" y="3305"/>
                    </a:cubicBezTo>
                    <a:cubicBezTo>
                      <a:pt x="215" y="4147"/>
                      <a:pt x="550" y="4954"/>
                      <a:pt x="1144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25" name="Freeform: Shape 7824">
                <a:extLst>
                  <a:ext uri="{FF2B5EF4-FFF2-40B4-BE49-F238E27FC236}">
                    <a16:creationId xmlns:a16="http://schemas.microsoft.com/office/drawing/2014/main" id="{ABE3F684-219B-D4C8-4179-69B422AC6A04}"/>
                  </a:ext>
                </a:extLst>
              </p:cNvPr>
              <p:cNvSpPr/>
              <p:nvPr/>
            </p:nvSpPr>
            <p:spPr>
              <a:xfrm>
                <a:off x="9145959" y="5163991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5 h 6345"/>
                  <a:gd name="connsiteX3" fmla="*/ 5630 w 6343"/>
                  <a:gd name="connsiteY3" fmla="*/ 1062 h 6345"/>
                  <a:gd name="connsiteX4" fmla="*/ 3387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5 h 6345"/>
                  <a:gd name="connsiteX7" fmla="*/ 1145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30" y="5549"/>
                    </a:cubicBezTo>
                    <a:cubicBezTo>
                      <a:pt x="6225" y="4954"/>
                      <a:pt x="6559" y="4147"/>
                      <a:pt x="6559" y="3305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5" y="1062"/>
                    </a:cubicBezTo>
                    <a:cubicBezTo>
                      <a:pt x="550" y="1657"/>
                      <a:pt x="216" y="2464"/>
                      <a:pt x="216" y="3305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26" name="Freeform: Shape 7825">
                <a:extLst>
                  <a:ext uri="{FF2B5EF4-FFF2-40B4-BE49-F238E27FC236}">
                    <a16:creationId xmlns:a16="http://schemas.microsoft.com/office/drawing/2014/main" id="{753A741A-8788-B21E-69A2-0A68696AA50B}"/>
                  </a:ext>
                </a:extLst>
              </p:cNvPr>
              <p:cNvSpPr/>
              <p:nvPr/>
            </p:nvSpPr>
            <p:spPr>
              <a:xfrm>
                <a:off x="9151613" y="5164312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5 h 6345"/>
                  <a:gd name="connsiteX3" fmla="*/ 5630 w 6343"/>
                  <a:gd name="connsiteY3" fmla="*/ 1062 h 6345"/>
                  <a:gd name="connsiteX4" fmla="*/ 3388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5 h 6345"/>
                  <a:gd name="connsiteX7" fmla="*/ 1145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6" y="6144"/>
                      <a:pt x="5630" y="5549"/>
                    </a:cubicBezTo>
                    <a:cubicBezTo>
                      <a:pt x="6225" y="4954"/>
                      <a:pt x="6559" y="4147"/>
                      <a:pt x="6559" y="3305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5" y="1062"/>
                    </a:cubicBezTo>
                    <a:cubicBezTo>
                      <a:pt x="550" y="1657"/>
                      <a:pt x="216" y="2464"/>
                      <a:pt x="216" y="3305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40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27" name="Freeform: Shape 7826">
                <a:extLst>
                  <a:ext uri="{FF2B5EF4-FFF2-40B4-BE49-F238E27FC236}">
                    <a16:creationId xmlns:a16="http://schemas.microsoft.com/office/drawing/2014/main" id="{4A2AD052-7864-CC0A-3605-DA5FAB448AC9}"/>
                  </a:ext>
                </a:extLst>
              </p:cNvPr>
              <p:cNvSpPr/>
              <p:nvPr/>
            </p:nvSpPr>
            <p:spPr>
              <a:xfrm>
                <a:off x="9156683" y="5164441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5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6" y="6144"/>
                      <a:pt x="5631" y="5549"/>
                    </a:cubicBezTo>
                    <a:cubicBezTo>
                      <a:pt x="6226" y="4954"/>
                      <a:pt x="6560" y="4147"/>
                      <a:pt x="6560" y="3305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6" y="1062"/>
                    </a:cubicBezTo>
                    <a:cubicBezTo>
                      <a:pt x="551" y="1657"/>
                      <a:pt x="217" y="2464"/>
                      <a:pt x="217" y="3305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0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28" name="Freeform: Shape 7827">
                <a:extLst>
                  <a:ext uri="{FF2B5EF4-FFF2-40B4-BE49-F238E27FC236}">
                    <a16:creationId xmlns:a16="http://schemas.microsoft.com/office/drawing/2014/main" id="{6D8651FE-B180-C5B0-056C-B51D8744EA99}"/>
                  </a:ext>
                </a:extLst>
              </p:cNvPr>
              <p:cNvSpPr/>
              <p:nvPr/>
            </p:nvSpPr>
            <p:spPr>
              <a:xfrm>
                <a:off x="9161570" y="5164549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5 h 6345"/>
                  <a:gd name="connsiteX3" fmla="*/ 5631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6" y="6144"/>
                      <a:pt x="5631" y="5549"/>
                    </a:cubicBezTo>
                    <a:cubicBezTo>
                      <a:pt x="6226" y="4954"/>
                      <a:pt x="6560" y="4147"/>
                      <a:pt x="6560" y="3305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6" y="467"/>
                      <a:pt x="4230" y="133"/>
                      <a:pt x="3389" y="133"/>
                    </a:cubicBezTo>
                    <a:cubicBezTo>
                      <a:pt x="2547" y="133"/>
                      <a:pt x="1741" y="467"/>
                      <a:pt x="1146" y="1062"/>
                    </a:cubicBezTo>
                    <a:cubicBezTo>
                      <a:pt x="551" y="1657"/>
                      <a:pt x="217" y="2464"/>
                      <a:pt x="217" y="3305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1" y="6144"/>
                      <a:pt x="2547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29" name="Freeform: Shape 7828">
                <a:extLst>
                  <a:ext uri="{FF2B5EF4-FFF2-40B4-BE49-F238E27FC236}">
                    <a16:creationId xmlns:a16="http://schemas.microsoft.com/office/drawing/2014/main" id="{D9795816-A4A3-E048-3689-FEF53DE6F0B0}"/>
                  </a:ext>
                </a:extLst>
              </p:cNvPr>
              <p:cNvSpPr/>
              <p:nvPr/>
            </p:nvSpPr>
            <p:spPr>
              <a:xfrm>
                <a:off x="9165652" y="5164344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5 h 6345"/>
                  <a:gd name="connsiteX3" fmla="*/ 5631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1" y="5549"/>
                    </a:cubicBezTo>
                    <a:cubicBezTo>
                      <a:pt x="6226" y="4954"/>
                      <a:pt x="6560" y="4147"/>
                      <a:pt x="6560" y="3305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6" y="1062"/>
                    </a:cubicBezTo>
                    <a:cubicBezTo>
                      <a:pt x="551" y="1657"/>
                      <a:pt x="217" y="2464"/>
                      <a:pt x="217" y="3305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30" name="Freeform: Shape 7829">
                <a:extLst>
                  <a:ext uri="{FF2B5EF4-FFF2-40B4-BE49-F238E27FC236}">
                    <a16:creationId xmlns:a16="http://schemas.microsoft.com/office/drawing/2014/main" id="{203A40B3-1124-11FF-73F4-B55F773DAE0D}"/>
                  </a:ext>
                </a:extLst>
              </p:cNvPr>
              <p:cNvSpPr/>
              <p:nvPr/>
            </p:nvSpPr>
            <p:spPr>
              <a:xfrm>
                <a:off x="9170403" y="5164504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5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5 h 6345"/>
                  <a:gd name="connsiteX7" fmla="*/ 1147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2" y="5549"/>
                    </a:cubicBezTo>
                    <a:cubicBezTo>
                      <a:pt x="6227" y="4954"/>
                      <a:pt x="6561" y="4147"/>
                      <a:pt x="6561" y="3305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7" y="1062"/>
                    </a:cubicBezTo>
                    <a:cubicBezTo>
                      <a:pt x="552" y="1657"/>
                      <a:pt x="218" y="2464"/>
                      <a:pt x="218" y="3305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31" name="Freeform: Shape 7830">
                <a:extLst>
                  <a:ext uri="{FF2B5EF4-FFF2-40B4-BE49-F238E27FC236}">
                    <a16:creationId xmlns:a16="http://schemas.microsoft.com/office/drawing/2014/main" id="{06F3088C-27F0-78FE-41C0-F7F083B69448}"/>
                  </a:ext>
                </a:extLst>
              </p:cNvPr>
              <p:cNvSpPr/>
              <p:nvPr/>
            </p:nvSpPr>
            <p:spPr>
              <a:xfrm>
                <a:off x="9174466" y="5164393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5 h 6345"/>
                  <a:gd name="connsiteX3" fmla="*/ 5632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5 h 6345"/>
                  <a:gd name="connsiteX7" fmla="*/ 1147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7" y="6144"/>
                      <a:pt x="5632" y="5549"/>
                    </a:cubicBezTo>
                    <a:cubicBezTo>
                      <a:pt x="6227" y="4954"/>
                      <a:pt x="6561" y="4147"/>
                      <a:pt x="6561" y="3305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7" y="467"/>
                      <a:pt x="4231" y="133"/>
                      <a:pt x="3390" y="133"/>
                    </a:cubicBezTo>
                    <a:cubicBezTo>
                      <a:pt x="2548" y="133"/>
                      <a:pt x="1742" y="467"/>
                      <a:pt x="1147" y="1062"/>
                    </a:cubicBezTo>
                    <a:cubicBezTo>
                      <a:pt x="552" y="1657"/>
                      <a:pt x="218" y="2464"/>
                      <a:pt x="218" y="3305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2" y="6144"/>
                      <a:pt x="2548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32" name="Freeform: Shape 7831">
                <a:extLst>
                  <a:ext uri="{FF2B5EF4-FFF2-40B4-BE49-F238E27FC236}">
                    <a16:creationId xmlns:a16="http://schemas.microsoft.com/office/drawing/2014/main" id="{C163B863-8E3B-B675-6C8F-B4C87CD458CC}"/>
                  </a:ext>
                </a:extLst>
              </p:cNvPr>
              <p:cNvSpPr/>
              <p:nvPr/>
            </p:nvSpPr>
            <p:spPr>
              <a:xfrm>
                <a:off x="9178520" y="5164327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5 h 6345"/>
                  <a:gd name="connsiteX3" fmla="*/ 5632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5 h 6345"/>
                  <a:gd name="connsiteX7" fmla="*/ 1147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2" y="5549"/>
                    </a:cubicBezTo>
                    <a:cubicBezTo>
                      <a:pt x="6227" y="4954"/>
                      <a:pt x="6561" y="4147"/>
                      <a:pt x="6561" y="3305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2" y="1657"/>
                      <a:pt x="218" y="2464"/>
                      <a:pt x="218" y="3305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33" name="Freeform: Shape 7832">
                <a:extLst>
                  <a:ext uri="{FF2B5EF4-FFF2-40B4-BE49-F238E27FC236}">
                    <a16:creationId xmlns:a16="http://schemas.microsoft.com/office/drawing/2014/main" id="{EC75340B-86B0-247F-0E60-62A942503173}"/>
                  </a:ext>
                </a:extLst>
              </p:cNvPr>
              <p:cNvSpPr/>
              <p:nvPr/>
            </p:nvSpPr>
            <p:spPr>
              <a:xfrm>
                <a:off x="9184466" y="5165248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34" name="Freeform: Shape 7833">
                <a:extLst>
                  <a:ext uri="{FF2B5EF4-FFF2-40B4-BE49-F238E27FC236}">
                    <a16:creationId xmlns:a16="http://schemas.microsoft.com/office/drawing/2014/main" id="{AE7534B9-BFFB-4D14-8E4C-BB0A6F7B66A7}"/>
                  </a:ext>
                </a:extLst>
              </p:cNvPr>
              <p:cNvSpPr/>
              <p:nvPr/>
            </p:nvSpPr>
            <p:spPr>
              <a:xfrm>
                <a:off x="9188049" y="5165058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35" name="Freeform: Shape 7834">
                <a:extLst>
                  <a:ext uri="{FF2B5EF4-FFF2-40B4-BE49-F238E27FC236}">
                    <a16:creationId xmlns:a16="http://schemas.microsoft.com/office/drawing/2014/main" id="{CB13AE3C-9AD5-AB0C-5687-B046844EEA9D}"/>
                  </a:ext>
                </a:extLst>
              </p:cNvPr>
              <p:cNvSpPr/>
              <p:nvPr/>
            </p:nvSpPr>
            <p:spPr>
              <a:xfrm>
                <a:off x="9191069" y="5164624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5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5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3" y="5549"/>
                    </a:cubicBezTo>
                    <a:cubicBezTo>
                      <a:pt x="6228" y="4954"/>
                      <a:pt x="6562" y="4147"/>
                      <a:pt x="6562" y="3305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5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36" name="Freeform: Shape 7835">
                <a:extLst>
                  <a:ext uri="{FF2B5EF4-FFF2-40B4-BE49-F238E27FC236}">
                    <a16:creationId xmlns:a16="http://schemas.microsoft.com/office/drawing/2014/main" id="{742F7B1E-9977-90B6-E3DF-1B90EFE6C29A}"/>
                  </a:ext>
                </a:extLst>
              </p:cNvPr>
              <p:cNvSpPr/>
              <p:nvPr/>
            </p:nvSpPr>
            <p:spPr>
              <a:xfrm>
                <a:off x="9194915" y="5164653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37" name="Freeform: Shape 7836">
                <a:extLst>
                  <a:ext uri="{FF2B5EF4-FFF2-40B4-BE49-F238E27FC236}">
                    <a16:creationId xmlns:a16="http://schemas.microsoft.com/office/drawing/2014/main" id="{0779763B-330E-2853-CBB4-EC28A5E1D37D}"/>
                  </a:ext>
                </a:extLst>
              </p:cNvPr>
              <p:cNvSpPr/>
              <p:nvPr/>
            </p:nvSpPr>
            <p:spPr>
              <a:xfrm>
                <a:off x="9198861" y="5164782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3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3" y="133"/>
                      <a:pt x="3391" y="133"/>
                    </a:cubicBezTo>
                    <a:cubicBezTo>
                      <a:pt x="2550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38" name="Freeform: Shape 7837">
                <a:extLst>
                  <a:ext uri="{FF2B5EF4-FFF2-40B4-BE49-F238E27FC236}">
                    <a16:creationId xmlns:a16="http://schemas.microsoft.com/office/drawing/2014/main" id="{46B4AF40-FB50-8C94-28D7-C20759CB86AB}"/>
                  </a:ext>
                </a:extLst>
              </p:cNvPr>
              <p:cNvSpPr/>
              <p:nvPr/>
            </p:nvSpPr>
            <p:spPr>
              <a:xfrm>
                <a:off x="9202136" y="5164602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40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1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39" name="Freeform: Shape 7838">
                <a:extLst>
                  <a:ext uri="{FF2B5EF4-FFF2-40B4-BE49-F238E27FC236}">
                    <a16:creationId xmlns:a16="http://schemas.microsoft.com/office/drawing/2014/main" id="{4E52C996-993C-C4E6-8F65-F4E8A6984122}"/>
                  </a:ext>
                </a:extLst>
              </p:cNvPr>
              <p:cNvSpPr/>
              <p:nvPr/>
            </p:nvSpPr>
            <p:spPr>
              <a:xfrm>
                <a:off x="9206392" y="5164993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1 w 6343"/>
                  <a:gd name="connsiteY6" fmla="*/ 3306 h 6345"/>
                  <a:gd name="connsiteX7" fmla="*/ 1149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40" y="6144"/>
                      <a:pt x="5635" y="5549"/>
                    </a:cubicBezTo>
                    <a:cubicBezTo>
                      <a:pt x="6229" y="4954"/>
                      <a:pt x="6564" y="4147"/>
                      <a:pt x="6564" y="3306"/>
                    </a:cubicBezTo>
                    <a:cubicBezTo>
                      <a:pt x="6564" y="2464"/>
                      <a:pt x="6229" y="1657"/>
                      <a:pt x="5635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49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49" y="5549"/>
                    </a:cubicBezTo>
                    <a:cubicBezTo>
                      <a:pt x="1744" y="6144"/>
                      <a:pt x="2551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40" name="Freeform: Shape 7839">
                <a:extLst>
                  <a:ext uri="{FF2B5EF4-FFF2-40B4-BE49-F238E27FC236}">
                    <a16:creationId xmlns:a16="http://schemas.microsoft.com/office/drawing/2014/main" id="{AA621D25-6623-0912-12E4-4DB2997802DA}"/>
                  </a:ext>
                </a:extLst>
              </p:cNvPr>
              <p:cNvSpPr/>
              <p:nvPr/>
            </p:nvSpPr>
            <p:spPr>
              <a:xfrm>
                <a:off x="9210305" y="5165250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40" y="6144"/>
                      <a:pt x="5635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5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50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50" y="5549"/>
                    </a:cubicBezTo>
                    <a:cubicBezTo>
                      <a:pt x="1744" y="6144"/>
                      <a:pt x="2551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41" name="Freeform: Shape 7840">
                <a:extLst>
                  <a:ext uri="{FF2B5EF4-FFF2-40B4-BE49-F238E27FC236}">
                    <a16:creationId xmlns:a16="http://schemas.microsoft.com/office/drawing/2014/main" id="{E6A47615-BCD8-52DD-EEDC-C9DEC7993B40}"/>
                  </a:ext>
                </a:extLst>
              </p:cNvPr>
              <p:cNvSpPr/>
              <p:nvPr/>
            </p:nvSpPr>
            <p:spPr>
              <a:xfrm>
                <a:off x="9213171" y="5164973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0" y="6144"/>
                      <a:pt x="5635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5" y="1062"/>
                    </a:cubicBezTo>
                    <a:cubicBezTo>
                      <a:pt x="5040" y="467"/>
                      <a:pt x="4234" y="133"/>
                      <a:pt x="3393" y="133"/>
                    </a:cubicBezTo>
                    <a:cubicBezTo>
                      <a:pt x="2551" y="133"/>
                      <a:pt x="1745" y="467"/>
                      <a:pt x="1150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50" y="5549"/>
                    </a:cubicBezTo>
                    <a:cubicBezTo>
                      <a:pt x="1745" y="6144"/>
                      <a:pt x="2551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42" name="Freeform: Shape 7841">
                <a:extLst>
                  <a:ext uri="{FF2B5EF4-FFF2-40B4-BE49-F238E27FC236}">
                    <a16:creationId xmlns:a16="http://schemas.microsoft.com/office/drawing/2014/main" id="{C052FB7F-F103-5A34-5A34-6C042A3C615B}"/>
                  </a:ext>
                </a:extLst>
              </p:cNvPr>
              <p:cNvSpPr/>
              <p:nvPr/>
            </p:nvSpPr>
            <p:spPr>
              <a:xfrm>
                <a:off x="9219072" y="5166449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2 w 6343"/>
                  <a:gd name="connsiteY6" fmla="*/ 3306 h 6345"/>
                  <a:gd name="connsiteX7" fmla="*/ 1150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0" y="4954"/>
                      <a:pt x="6565" y="4147"/>
                      <a:pt x="6565" y="3306"/>
                    </a:cubicBezTo>
                    <a:cubicBezTo>
                      <a:pt x="6565" y="2464"/>
                      <a:pt x="6230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0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0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43" name="Freeform: Shape 7842">
                <a:extLst>
                  <a:ext uri="{FF2B5EF4-FFF2-40B4-BE49-F238E27FC236}">
                    <a16:creationId xmlns:a16="http://schemas.microsoft.com/office/drawing/2014/main" id="{1B123D9C-228C-F46E-C619-C5AFC765B7C5}"/>
                  </a:ext>
                </a:extLst>
              </p:cNvPr>
              <p:cNvSpPr/>
              <p:nvPr/>
            </p:nvSpPr>
            <p:spPr>
              <a:xfrm>
                <a:off x="9219534" y="5164881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2 w 6343"/>
                  <a:gd name="connsiteY6" fmla="*/ 3306 h 6345"/>
                  <a:gd name="connsiteX7" fmla="*/ 1150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0" y="4954"/>
                      <a:pt x="6565" y="4147"/>
                      <a:pt x="6565" y="3306"/>
                    </a:cubicBezTo>
                    <a:cubicBezTo>
                      <a:pt x="6565" y="2464"/>
                      <a:pt x="6230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0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0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44" name="Freeform: Shape 7843">
                <a:extLst>
                  <a:ext uri="{FF2B5EF4-FFF2-40B4-BE49-F238E27FC236}">
                    <a16:creationId xmlns:a16="http://schemas.microsoft.com/office/drawing/2014/main" id="{64ED20AD-DCC7-3564-B91C-272F2A56B295}"/>
                  </a:ext>
                </a:extLst>
              </p:cNvPr>
              <p:cNvSpPr/>
              <p:nvPr/>
            </p:nvSpPr>
            <p:spPr>
              <a:xfrm>
                <a:off x="9224106" y="5165704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5" y="6478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5" y="133"/>
                      <a:pt x="3393" y="133"/>
                    </a:cubicBezTo>
                    <a:cubicBezTo>
                      <a:pt x="2552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45" name="Freeform: Shape 7844">
                <a:extLst>
                  <a:ext uri="{FF2B5EF4-FFF2-40B4-BE49-F238E27FC236}">
                    <a16:creationId xmlns:a16="http://schemas.microsoft.com/office/drawing/2014/main" id="{0EF115B0-D500-89CF-A72C-6A8A26D5B1C0}"/>
                  </a:ext>
                </a:extLst>
              </p:cNvPr>
              <p:cNvSpPr/>
              <p:nvPr/>
            </p:nvSpPr>
            <p:spPr>
              <a:xfrm>
                <a:off x="9228856" y="5164904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46" name="Freeform: Shape 7845">
                <a:extLst>
                  <a:ext uri="{FF2B5EF4-FFF2-40B4-BE49-F238E27FC236}">
                    <a16:creationId xmlns:a16="http://schemas.microsoft.com/office/drawing/2014/main" id="{F5316E1C-4DCF-0435-2787-E705BB6F848B}"/>
                  </a:ext>
                </a:extLst>
              </p:cNvPr>
              <p:cNvSpPr/>
              <p:nvPr/>
            </p:nvSpPr>
            <p:spPr>
              <a:xfrm>
                <a:off x="9284468" y="5169291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47" name="Freeform: Shape 7846">
                <a:extLst>
                  <a:ext uri="{FF2B5EF4-FFF2-40B4-BE49-F238E27FC236}">
                    <a16:creationId xmlns:a16="http://schemas.microsoft.com/office/drawing/2014/main" id="{2F866439-F861-C816-0986-A0409856ACEA}"/>
                  </a:ext>
                </a:extLst>
              </p:cNvPr>
              <p:cNvSpPr/>
              <p:nvPr/>
            </p:nvSpPr>
            <p:spPr>
              <a:xfrm>
                <a:off x="9285285" y="5168350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48" name="Freeform: Shape 7847">
                <a:extLst>
                  <a:ext uri="{FF2B5EF4-FFF2-40B4-BE49-F238E27FC236}">
                    <a16:creationId xmlns:a16="http://schemas.microsoft.com/office/drawing/2014/main" id="{79ABA71C-9C71-F19F-DA87-B44ED96291C5}"/>
                  </a:ext>
                </a:extLst>
              </p:cNvPr>
              <p:cNvSpPr/>
              <p:nvPr/>
            </p:nvSpPr>
            <p:spPr>
              <a:xfrm>
                <a:off x="9286595" y="5167805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49" name="Freeform: Shape 7848">
                <a:extLst>
                  <a:ext uri="{FF2B5EF4-FFF2-40B4-BE49-F238E27FC236}">
                    <a16:creationId xmlns:a16="http://schemas.microsoft.com/office/drawing/2014/main" id="{2B112829-BBDB-FE13-37C4-B08C0E6CB85D}"/>
                  </a:ext>
                </a:extLst>
              </p:cNvPr>
              <p:cNvSpPr/>
              <p:nvPr/>
            </p:nvSpPr>
            <p:spPr>
              <a:xfrm>
                <a:off x="9288002" y="5167350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50" name="Freeform: Shape 7849">
                <a:extLst>
                  <a:ext uri="{FF2B5EF4-FFF2-40B4-BE49-F238E27FC236}">
                    <a16:creationId xmlns:a16="http://schemas.microsoft.com/office/drawing/2014/main" id="{1D4F7ED4-5F0F-6742-7135-8BD32F9FEEF6}"/>
                  </a:ext>
                </a:extLst>
              </p:cNvPr>
              <p:cNvSpPr/>
              <p:nvPr/>
            </p:nvSpPr>
            <p:spPr>
              <a:xfrm>
                <a:off x="9289409" y="5166908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51" name="Freeform: Shape 7850">
                <a:extLst>
                  <a:ext uri="{FF2B5EF4-FFF2-40B4-BE49-F238E27FC236}">
                    <a16:creationId xmlns:a16="http://schemas.microsoft.com/office/drawing/2014/main" id="{A50B53B1-F408-9842-F0A3-36215C198652}"/>
                  </a:ext>
                </a:extLst>
              </p:cNvPr>
              <p:cNvSpPr/>
              <p:nvPr/>
            </p:nvSpPr>
            <p:spPr>
              <a:xfrm>
                <a:off x="9290816" y="5166478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52" name="Freeform: Shape 7851">
                <a:extLst>
                  <a:ext uri="{FF2B5EF4-FFF2-40B4-BE49-F238E27FC236}">
                    <a16:creationId xmlns:a16="http://schemas.microsoft.com/office/drawing/2014/main" id="{6BB0D22F-3549-5529-F665-F812CD4C5D6C}"/>
                  </a:ext>
                </a:extLst>
              </p:cNvPr>
              <p:cNvSpPr/>
              <p:nvPr/>
            </p:nvSpPr>
            <p:spPr>
              <a:xfrm>
                <a:off x="9293751" y="5167346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6"/>
                    </a:cubicBezTo>
                    <a:cubicBezTo>
                      <a:pt x="6571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7" y="2464"/>
                      <a:pt x="227" y="3306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53" name="Freeform: Shape 7852">
                <a:extLst>
                  <a:ext uri="{FF2B5EF4-FFF2-40B4-BE49-F238E27FC236}">
                    <a16:creationId xmlns:a16="http://schemas.microsoft.com/office/drawing/2014/main" id="{C1B07A74-1DF7-7734-0156-7CA2D106D165}"/>
                  </a:ext>
                </a:extLst>
              </p:cNvPr>
              <p:cNvSpPr/>
              <p:nvPr/>
            </p:nvSpPr>
            <p:spPr>
              <a:xfrm>
                <a:off x="9294748" y="5165017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6"/>
                    </a:cubicBezTo>
                    <a:cubicBezTo>
                      <a:pt x="6571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7" y="2464"/>
                      <a:pt x="227" y="3306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54" name="Freeform: Shape 7853">
                <a:extLst>
                  <a:ext uri="{FF2B5EF4-FFF2-40B4-BE49-F238E27FC236}">
                    <a16:creationId xmlns:a16="http://schemas.microsoft.com/office/drawing/2014/main" id="{1D924B82-A2B1-DA23-E8E0-0D8FFB758324}"/>
                  </a:ext>
                </a:extLst>
              </p:cNvPr>
              <p:cNvSpPr/>
              <p:nvPr/>
            </p:nvSpPr>
            <p:spPr>
              <a:xfrm>
                <a:off x="9342881" y="5167293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55" name="Freeform: Shape 7854">
                <a:extLst>
                  <a:ext uri="{FF2B5EF4-FFF2-40B4-BE49-F238E27FC236}">
                    <a16:creationId xmlns:a16="http://schemas.microsoft.com/office/drawing/2014/main" id="{5B6AAC32-CCF7-4967-A3CA-E9AA480B138C}"/>
                  </a:ext>
                </a:extLst>
              </p:cNvPr>
              <p:cNvSpPr/>
              <p:nvPr/>
            </p:nvSpPr>
            <p:spPr>
              <a:xfrm>
                <a:off x="9343815" y="5166869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4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56" name="Freeform: Shape 7855">
                <a:extLst>
                  <a:ext uri="{FF2B5EF4-FFF2-40B4-BE49-F238E27FC236}">
                    <a16:creationId xmlns:a16="http://schemas.microsoft.com/office/drawing/2014/main" id="{9D98C2CA-7D6C-B519-BD76-C772CDB14EB2}"/>
                  </a:ext>
                </a:extLst>
              </p:cNvPr>
              <p:cNvSpPr/>
              <p:nvPr/>
            </p:nvSpPr>
            <p:spPr>
              <a:xfrm>
                <a:off x="9360211" y="5164755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57" name="Freeform: Shape 7856">
                <a:extLst>
                  <a:ext uri="{FF2B5EF4-FFF2-40B4-BE49-F238E27FC236}">
                    <a16:creationId xmlns:a16="http://schemas.microsoft.com/office/drawing/2014/main" id="{37431249-0503-BD38-7F6D-925295E003D0}"/>
                  </a:ext>
                </a:extLst>
              </p:cNvPr>
              <p:cNvSpPr/>
              <p:nvPr/>
            </p:nvSpPr>
            <p:spPr>
              <a:xfrm>
                <a:off x="9361714" y="5165345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58" name="Freeform: Shape 7857">
                <a:extLst>
                  <a:ext uri="{FF2B5EF4-FFF2-40B4-BE49-F238E27FC236}">
                    <a16:creationId xmlns:a16="http://schemas.microsoft.com/office/drawing/2014/main" id="{24D4E8DD-2987-43F0-FC4F-7DD194DA63E7}"/>
                  </a:ext>
                </a:extLst>
              </p:cNvPr>
              <p:cNvSpPr/>
              <p:nvPr/>
            </p:nvSpPr>
            <p:spPr>
              <a:xfrm>
                <a:off x="9363604" y="5163047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5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5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5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4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5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59" name="Freeform: Shape 7858">
                <a:extLst>
                  <a:ext uri="{FF2B5EF4-FFF2-40B4-BE49-F238E27FC236}">
                    <a16:creationId xmlns:a16="http://schemas.microsoft.com/office/drawing/2014/main" id="{5FE5D640-C8CA-39FD-8DC5-F77E0B36B675}"/>
                  </a:ext>
                </a:extLst>
              </p:cNvPr>
              <p:cNvSpPr/>
              <p:nvPr/>
            </p:nvSpPr>
            <p:spPr>
              <a:xfrm>
                <a:off x="9364603" y="5162874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5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5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5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5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5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60" name="Freeform: Shape 7859">
                <a:extLst>
                  <a:ext uri="{FF2B5EF4-FFF2-40B4-BE49-F238E27FC236}">
                    <a16:creationId xmlns:a16="http://schemas.microsoft.com/office/drawing/2014/main" id="{1DE372B4-B2CE-49DB-4266-FD19B702D88A}"/>
                  </a:ext>
                </a:extLst>
              </p:cNvPr>
              <p:cNvSpPr/>
              <p:nvPr/>
            </p:nvSpPr>
            <p:spPr>
              <a:xfrm>
                <a:off x="9365794" y="5163029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5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5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5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5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61" name="Freeform: Shape 7860">
                <a:extLst>
                  <a:ext uri="{FF2B5EF4-FFF2-40B4-BE49-F238E27FC236}">
                    <a16:creationId xmlns:a16="http://schemas.microsoft.com/office/drawing/2014/main" id="{D06F7BEF-F087-91E1-48BB-5D88EED6B171}"/>
                  </a:ext>
                </a:extLst>
              </p:cNvPr>
              <p:cNvSpPr/>
              <p:nvPr/>
            </p:nvSpPr>
            <p:spPr>
              <a:xfrm>
                <a:off x="9366027" y="5161582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5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5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5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5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62" name="Freeform: Shape 7861">
                <a:extLst>
                  <a:ext uri="{FF2B5EF4-FFF2-40B4-BE49-F238E27FC236}">
                    <a16:creationId xmlns:a16="http://schemas.microsoft.com/office/drawing/2014/main" id="{46B408BB-792B-C634-BA8A-6960591BDEFE}"/>
                  </a:ext>
                </a:extLst>
              </p:cNvPr>
              <p:cNvSpPr/>
              <p:nvPr/>
            </p:nvSpPr>
            <p:spPr>
              <a:xfrm>
                <a:off x="9367470" y="5162182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5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5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5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5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63" name="Freeform: Shape 7862">
                <a:extLst>
                  <a:ext uri="{FF2B5EF4-FFF2-40B4-BE49-F238E27FC236}">
                    <a16:creationId xmlns:a16="http://schemas.microsoft.com/office/drawing/2014/main" id="{C20430AA-E2AA-2EE8-6F37-B404F1C5E68B}"/>
                  </a:ext>
                </a:extLst>
              </p:cNvPr>
              <p:cNvSpPr/>
              <p:nvPr/>
            </p:nvSpPr>
            <p:spPr>
              <a:xfrm>
                <a:off x="9369182" y="5163283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6 w 6343"/>
                  <a:gd name="connsiteY2" fmla="*/ 3305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5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6" y="4147"/>
                      <a:pt x="6576" y="3305"/>
                    </a:cubicBezTo>
                    <a:cubicBezTo>
                      <a:pt x="6576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5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64" name="Freeform: Shape 7863">
                <a:extLst>
                  <a:ext uri="{FF2B5EF4-FFF2-40B4-BE49-F238E27FC236}">
                    <a16:creationId xmlns:a16="http://schemas.microsoft.com/office/drawing/2014/main" id="{1017A9E9-269A-A85B-86D6-021385258C72}"/>
                  </a:ext>
                </a:extLst>
              </p:cNvPr>
              <p:cNvSpPr/>
              <p:nvPr/>
            </p:nvSpPr>
            <p:spPr>
              <a:xfrm>
                <a:off x="9370293" y="5163367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5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5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5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5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65" name="Freeform: Shape 7864">
                <a:extLst>
                  <a:ext uri="{FF2B5EF4-FFF2-40B4-BE49-F238E27FC236}">
                    <a16:creationId xmlns:a16="http://schemas.microsoft.com/office/drawing/2014/main" id="{2072BE6B-67D4-042C-7C13-7457303ABA80}"/>
                  </a:ext>
                </a:extLst>
              </p:cNvPr>
              <p:cNvSpPr/>
              <p:nvPr/>
            </p:nvSpPr>
            <p:spPr>
              <a:xfrm>
                <a:off x="9370760" y="5162315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5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5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5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5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66" name="Freeform: Shape 7865">
                <a:extLst>
                  <a:ext uri="{FF2B5EF4-FFF2-40B4-BE49-F238E27FC236}">
                    <a16:creationId xmlns:a16="http://schemas.microsoft.com/office/drawing/2014/main" id="{867677A2-9105-65FB-FDD3-4C54CE0DCD42}"/>
                  </a:ext>
                </a:extLst>
              </p:cNvPr>
              <p:cNvSpPr/>
              <p:nvPr/>
            </p:nvSpPr>
            <p:spPr>
              <a:xfrm>
                <a:off x="9372441" y="5161531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5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5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5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5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67" name="Freeform: Shape 7866">
                <a:extLst>
                  <a:ext uri="{FF2B5EF4-FFF2-40B4-BE49-F238E27FC236}">
                    <a16:creationId xmlns:a16="http://schemas.microsoft.com/office/drawing/2014/main" id="{9606FA79-663D-DB9B-234D-B9CE2E7EF92A}"/>
                  </a:ext>
                </a:extLst>
              </p:cNvPr>
              <p:cNvSpPr/>
              <p:nvPr/>
            </p:nvSpPr>
            <p:spPr>
              <a:xfrm>
                <a:off x="9373520" y="5161588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5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5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5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5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68" name="Freeform: Shape 7867">
                <a:extLst>
                  <a:ext uri="{FF2B5EF4-FFF2-40B4-BE49-F238E27FC236}">
                    <a16:creationId xmlns:a16="http://schemas.microsoft.com/office/drawing/2014/main" id="{17AFB2E9-BDA4-AC46-1A9C-E51EF1F33088}"/>
                  </a:ext>
                </a:extLst>
              </p:cNvPr>
              <p:cNvSpPr/>
              <p:nvPr/>
            </p:nvSpPr>
            <p:spPr>
              <a:xfrm>
                <a:off x="9374508" y="5161487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5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5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5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5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69" name="Freeform: Shape 7868">
                <a:extLst>
                  <a:ext uri="{FF2B5EF4-FFF2-40B4-BE49-F238E27FC236}">
                    <a16:creationId xmlns:a16="http://schemas.microsoft.com/office/drawing/2014/main" id="{2EA8D8C0-710C-5FFC-4A1E-6F08E0C00975}"/>
                  </a:ext>
                </a:extLst>
              </p:cNvPr>
              <p:cNvSpPr/>
              <p:nvPr/>
            </p:nvSpPr>
            <p:spPr>
              <a:xfrm>
                <a:off x="9377076" y="5162474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5 h 6345"/>
                  <a:gd name="connsiteX3" fmla="*/ 5648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5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5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6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5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70" name="Freeform: Shape 7869">
                <a:extLst>
                  <a:ext uri="{FF2B5EF4-FFF2-40B4-BE49-F238E27FC236}">
                    <a16:creationId xmlns:a16="http://schemas.microsoft.com/office/drawing/2014/main" id="{33E5DB48-8298-D40C-FB2B-964CFB241FE0}"/>
                  </a:ext>
                </a:extLst>
              </p:cNvPr>
              <p:cNvSpPr/>
              <p:nvPr/>
            </p:nvSpPr>
            <p:spPr>
              <a:xfrm>
                <a:off x="9388406" y="5169975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8"/>
                      <a:pt x="4248" y="133"/>
                      <a:pt x="3406" y="133"/>
                    </a:cubicBezTo>
                    <a:cubicBezTo>
                      <a:pt x="2565" y="133"/>
                      <a:pt x="1759" y="468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71" name="Freeform: Shape 7870">
                <a:extLst>
                  <a:ext uri="{FF2B5EF4-FFF2-40B4-BE49-F238E27FC236}">
                    <a16:creationId xmlns:a16="http://schemas.microsoft.com/office/drawing/2014/main" id="{2257DAC6-C80B-BB50-53B2-C77619C0C0CF}"/>
                  </a:ext>
                </a:extLst>
              </p:cNvPr>
              <p:cNvSpPr/>
              <p:nvPr/>
            </p:nvSpPr>
            <p:spPr>
              <a:xfrm>
                <a:off x="9389042" y="5169348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6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72" name="Freeform: Shape 7871">
                <a:extLst>
                  <a:ext uri="{FF2B5EF4-FFF2-40B4-BE49-F238E27FC236}">
                    <a16:creationId xmlns:a16="http://schemas.microsoft.com/office/drawing/2014/main" id="{A9EA1C68-AB6B-344C-FED5-3A60EE181DEB}"/>
                  </a:ext>
                </a:extLst>
              </p:cNvPr>
              <p:cNvSpPr/>
              <p:nvPr/>
            </p:nvSpPr>
            <p:spPr>
              <a:xfrm>
                <a:off x="9390007" y="516946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7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73" name="Freeform: Shape 7872">
                <a:extLst>
                  <a:ext uri="{FF2B5EF4-FFF2-40B4-BE49-F238E27FC236}">
                    <a16:creationId xmlns:a16="http://schemas.microsoft.com/office/drawing/2014/main" id="{4A2C967C-3267-0B53-F2A3-8586ECBA41AF}"/>
                  </a:ext>
                </a:extLst>
              </p:cNvPr>
              <p:cNvSpPr/>
              <p:nvPr/>
            </p:nvSpPr>
            <p:spPr>
              <a:xfrm>
                <a:off x="9391042" y="516976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74" name="Freeform: Shape 7873">
                <a:extLst>
                  <a:ext uri="{FF2B5EF4-FFF2-40B4-BE49-F238E27FC236}">
                    <a16:creationId xmlns:a16="http://schemas.microsoft.com/office/drawing/2014/main" id="{40B251E6-2C56-94DB-F7BE-CD1800F68E3D}"/>
                  </a:ext>
                </a:extLst>
              </p:cNvPr>
              <p:cNvSpPr/>
              <p:nvPr/>
            </p:nvSpPr>
            <p:spPr>
              <a:xfrm>
                <a:off x="9391854" y="516955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75" name="Freeform: Shape 7874">
                <a:extLst>
                  <a:ext uri="{FF2B5EF4-FFF2-40B4-BE49-F238E27FC236}">
                    <a16:creationId xmlns:a16="http://schemas.microsoft.com/office/drawing/2014/main" id="{7CABC3CE-8D9F-CCFC-640F-9BF3C556D4E5}"/>
                  </a:ext>
                </a:extLst>
              </p:cNvPr>
              <p:cNvSpPr/>
              <p:nvPr/>
            </p:nvSpPr>
            <p:spPr>
              <a:xfrm>
                <a:off x="9392475" y="516889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76" name="Freeform: Shape 7875">
                <a:extLst>
                  <a:ext uri="{FF2B5EF4-FFF2-40B4-BE49-F238E27FC236}">
                    <a16:creationId xmlns:a16="http://schemas.microsoft.com/office/drawing/2014/main" id="{7EFB5225-0802-6DC0-E91B-0006419836D5}"/>
                  </a:ext>
                </a:extLst>
              </p:cNvPr>
              <p:cNvSpPr/>
              <p:nvPr/>
            </p:nvSpPr>
            <p:spPr>
              <a:xfrm>
                <a:off x="9393949" y="517031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77" name="Freeform: Shape 7876">
                <a:extLst>
                  <a:ext uri="{FF2B5EF4-FFF2-40B4-BE49-F238E27FC236}">
                    <a16:creationId xmlns:a16="http://schemas.microsoft.com/office/drawing/2014/main" id="{1A0AB338-ED64-CEBF-BA3B-A6F27B5EBA7E}"/>
                  </a:ext>
                </a:extLst>
              </p:cNvPr>
              <p:cNvSpPr/>
              <p:nvPr/>
            </p:nvSpPr>
            <p:spPr>
              <a:xfrm>
                <a:off x="9394755" y="517012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70" y="1657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78" name="Freeform: Shape 7877">
                <a:extLst>
                  <a:ext uri="{FF2B5EF4-FFF2-40B4-BE49-F238E27FC236}">
                    <a16:creationId xmlns:a16="http://schemas.microsoft.com/office/drawing/2014/main" id="{ACB95A4A-825B-E449-D3EB-4C300F802D7D}"/>
                  </a:ext>
                </a:extLst>
              </p:cNvPr>
              <p:cNvSpPr/>
              <p:nvPr/>
            </p:nvSpPr>
            <p:spPr>
              <a:xfrm>
                <a:off x="9395539" y="516987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79" name="Freeform: Shape 7878">
                <a:extLst>
                  <a:ext uri="{FF2B5EF4-FFF2-40B4-BE49-F238E27FC236}">
                    <a16:creationId xmlns:a16="http://schemas.microsoft.com/office/drawing/2014/main" id="{8FC12D8E-CA07-E6C7-FAF0-B00EB4929719}"/>
                  </a:ext>
                </a:extLst>
              </p:cNvPr>
              <p:cNvSpPr/>
              <p:nvPr/>
            </p:nvSpPr>
            <p:spPr>
              <a:xfrm>
                <a:off x="9396391" y="516981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80" name="Freeform: Shape 7879">
                <a:extLst>
                  <a:ext uri="{FF2B5EF4-FFF2-40B4-BE49-F238E27FC236}">
                    <a16:creationId xmlns:a16="http://schemas.microsoft.com/office/drawing/2014/main" id="{3854E9F1-9241-6DCE-86CF-8AA87C74A1C2}"/>
                  </a:ext>
                </a:extLst>
              </p:cNvPr>
              <p:cNvSpPr/>
              <p:nvPr/>
            </p:nvSpPr>
            <p:spPr>
              <a:xfrm>
                <a:off x="9397264" y="516981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81" name="Freeform: Shape 7880">
                <a:extLst>
                  <a:ext uri="{FF2B5EF4-FFF2-40B4-BE49-F238E27FC236}">
                    <a16:creationId xmlns:a16="http://schemas.microsoft.com/office/drawing/2014/main" id="{529306DF-F1AA-E5E0-B52D-F3FC7802CEFB}"/>
                  </a:ext>
                </a:extLst>
              </p:cNvPr>
              <p:cNvSpPr/>
              <p:nvPr/>
            </p:nvSpPr>
            <p:spPr>
              <a:xfrm>
                <a:off x="9398245" y="517011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82" name="Freeform: Shape 7881">
                <a:extLst>
                  <a:ext uri="{FF2B5EF4-FFF2-40B4-BE49-F238E27FC236}">
                    <a16:creationId xmlns:a16="http://schemas.microsoft.com/office/drawing/2014/main" id="{58C20BBB-11AC-9AA2-7288-76BC853B977A}"/>
                  </a:ext>
                </a:extLst>
              </p:cNvPr>
              <p:cNvSpPr/>
              <p:nvPr/>
            </p:nvSpPr>
            <p:spPr>
              <a:xfrm>
                <a:off x="9399048" y="516994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83" name="Freeform: Shape 7882">
                <a:extLst>
                  <a:ext uri="{FF2B5EF4-FFF2-40B4-BE49-F238E27FC236}">
                    <a16:creationId xmlns:a16="http://schemas.microsoft.com/office/drawing/2014/main" id="{165A497A-69F9-9D00-0D2F-FB5954DB7E20}"/>
                  </a:ext>
                </a:extLst>
              </p:cNvPr>
              <p:cNvSpPr/>
              <p:nvPr/>
            </p:nvSpPr>
            <p:spPr>
              <a:xfrm>
                <a:off x="9399978" y="517014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84" name="Freeform: Shape 7883">
                <a:extLst>
                  <a:ext uri="{FF2B5EF4-FFF2-40B4-BE49-F238E27FC236}">
                    <a16:creationId xmlns:a16="http://schemas.microsoft.com/office/drawing/2014/main" id="{D5FB80D6-53F4-BE0D-EB4B-DC6E1C904CC8}"/>
                  </a:ext>
                </a:extLst>
              </p:cNvPr>
              <p:cNvSpPr/>
              <p:nvPr/>
            </p:nvSpPr>
            <p:spPr>
              <a:xfrm>
                <a:off x="9400822" y="517010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60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85" name="Freeform: Shape 7884">
                <a:extLst>
                  <a:ext uri="{FF2B5EF4-FFF2-40B4-BE49-F238E27FC236}">
                    <a16:creationId xmlns:a16="http://schemas.microsoft.com/office/drawing/2014/main" id="{895E4C32-22B8-0410-910B-65478FA53223}"/>
                  </a:ext>
                </a:extLst>
              </p:cNvPr>
              <p:cNvSpPr/>
              <p:nvPr/>
            </p:nvSpPr>
            <p:spPr>
              <a:xfrm>
                <a:off x="9401623" y="516995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86" name="Freeform: Shape 7885">
                <a:extLst>
                  <a:ext uri="{FF2B5EF4-FFF2-40B4-BE49-F238E27FC236}">
                    <a16:creationId xmlns:a16="http://schemas.microsoft.com/office/drawing/2014/main" id="{9418AC70-224C-A726-09A2-7F224AA03D0D}"/>
                  </a:ext>
                </a:extLst>
              </p:cNvPr>
              <p:cNvSpPr/>
              <p:nvPr/>
            </p:nvSpPr>
            <p:spPr>
              <a:xfrm>
                <a:off x="9402444" y="516987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87" name="Freeform: Shape 7886">
                <a:extLst>
                  <a:ext uri="{FF2B5EF4-FFF2-40B4-BE49-F238E27FC236}">
                    <a16:creationId xmlns:a16="http://schemas.microsoft.com/office/drawing/2014/main" id="{183C82DC-40B2-8F0A-47F6-D91EC7DEF50F}"/>
                  </a:ext>
                </a:extLst>
              </p:cNvPr>
              <p:cNvSpPr/>
              <p:nvPr/>
            </p:nvSpPr>
            <p:spPr>
              <a:xfrm>
                <a:off x="9403226" y="516968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7"/>
                      <a:pt x="4249" y="133"/>
                      <a:pt x="3408" y="133"/>
                    </a:cubicBezTo>
                    <a:cubicBezTo>
                      <a:pt x="2566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88" name="Freeform: Shape 7887">
                <a:extLst>
                  <a:ext uri="{FF2B5EF4-FFF2-40B4-BE49-F238E27FC236}">
                    <a16:creationId xmlns:a16="http://schemas.microsoft.com/office/drawing/2014/main" id="{83F6EFE1-EB2F-1884-20C8-5C61B5FFD885}"/>
                  </a:ext>
                </a:extLst>
              </p:cNvPr>
              <p:cNvSpPr/>
              <p:nvPr/>
            </p:nvSpPr>
            <p:spPr>
              <a:xfrm>
                <a:off x="9404124" y="516984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89" name="Freeform: Shape 7888">
                <a:extLst>
                  <a:ext uri="{FF2B5EF4-FFF2-40B4-BE49-F238E27FC236}">
                    <a16:creationId xmlns:a16="http://schemas.microsoft.com/office/drawing/2014/main" id="{8B0C6A8A-8C74-4A9C-1DDF-BB510848DDAB}"/>
                  </a:ext>
                </a:extLst>
              </p:cNvPr>
              <p:cNvSpPr/>
              <p:nvPr/>
            </p:nvSpPr>
            <p:spPr>
              <a:xfrm>
                <a:off x="9404981" y="516989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90" name="Freeform: Shape 7889">
                <a:extLst>
                  <a:ext uri="{FF2B5EF4-FFF2-40B4-BE49-F238E27FC236}">
                    <a16:creationId xmlns:a16="http://schemas.microsoft.com/office/drawing/2014/main" id="{8BBDF737-CE34-DE3E-9923-5820707D57E9}"/>
                  </a:ext>
                </a:extLst>
              </p:cNvPr>
              <p:cNvSpPr/>
              <p:nvPr/>
            </p:nvSpPr>
            <p:spPr>
              <a:xfrm>
                <a:off x="9382479" y="5040670"/>
                <a:ext cx="6343" cy="6345"/>
              </a:xfrm>
              <a:custGeom>
                <a:avLst/>
                <a:gdLst>
                  <a:gd name="connsiteX0" fmla="*/ 3406 w 6343"/>
                  <a:gd name="connsiteY0" fmla="*/ 6468 h 6345"/>
                  <a:gd name="connsiteX1" fmla="*/ 5649 w 6343"/>
                  <a:gd name="connsiteY1" fmla="*/ 5539 h 6345"/>
                  <a:gd name="connsiteX2" fmla="*/ 6577 w 6343"/>
                  <a:gd name="connsiteY2" fmla="*/ 3296 h 6345"/>
                  <a:gd name="connsiteX3" fmla="*/ 5649 w 6343"/>
                  <a:gd name="connsiteY3" fmla="*/ 1052 h 6345"/>
                  <a:gd name="connsiteX4" fmla="*/ 3406 w 6343"/>
                  <a:gd name="connsiteY4" fmla="*/ 123 h 6345"/>
                  <a:gd name="connsiteX5" fmla="*/ 1163 w 6343"/>
                  <a:gd name="connsiteY5" fmla="*/ 1052 h 6345"/>
                  <a:gd name="connsiteX6" fmla="*/ 234 w 6343"/>
                  <a:gd name="connsiteY6" fmla="*/ 3296 h 6345"/>
                  <a:gd name="connsiteX7" fmla="*/ 1163 w 6343"/>
                  <a:gd name="connsiteY7" fmla="*/ 5539 h 6345"/>
                  <a:gd name="connsiteX8" fmla="*/ 340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8"/>
                    </a:moveTo>
                    <a:cubicBezTo>
                      <a:pt x="4247" y="6468"/>
                      <a:pt x="5054" y="6134"/>
                      <a:pt x="5649" y="5539"/>
                    </a:cubicBezTo>
                    <a:cubicBezTo>
                      <a:pt x="6243" y="4944"/>
                      <a:pt x="6577" y="4137"/>
                      <a:pt x="6577" y="3296"/>
                    </a:cubicBezTo>
                    <a:cubicBezTo>
                      <a:pt x="6577" y="2454"/>
                      <a:pt x="6243" y="1647"/>
                      <a:pt x="5649" y="1052"/>
                    </a:cubicBezTo>
                    <a:cubicBezTo>
                      <a:pt x="5054" y="457"/>
                      <a:pt x="4247" y="123"/>
                      <a:pt x="3406" y="123"/>
                    </a:cubicBezTo>
                    <a:cubicBezTo>
                      <a:pt x="2565" y="123"/>
                      <a:pt x="1758" y="457"/>
                      <a:pt x="1163" y="1052"/>
                    </a:cubicBezTo>
                    <a:cubicBezTo>
                      <a:pt x="569" y="1647"/>
                      <a:pt x="234" y="2454"/>
                      <a:pt x="234" y="3296"/>
                    </a:cubicBezTo>
                    <a:cubicBezTo>
                      <a:pt x="234" y="4137"/>
                      <a:pt x="569" y="4944"/>
                      <a:pt x="1163" y="5539"/>
                    </a:cubicBezTo>
                    <a:cubicBezTo>
                      <a:pt x="1758" y="6134"/>
                      <a:pt x="2565" y="6468"/>
                      <a:pt x="340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91" name="Freeform: Shape 7890">
                <a:extLst>
                  <a:ext uri="{FF2B5EF4-FFF2-40B4-BE49-F238E27FC236}">
                    <a16:creationId xmlns:a16="http://schemas.microsoft.com/office/drawing/2014/main" id="{9D294C2C-33A2-AEEA-3FBE-A9089FCEA9AA}"/>
                  </a:ext>
                </a:extLst>
              </p:cNvPr>
              <p:cNvSpPr/>
              <p:nvPr/>
            </p:nvSpPr>
            <p:spPr>
              <a:xfrm>
                <a:off x="9384380" y="5041753"/>
                <a:ext cx="6343" cy="6345"/>
              </a:xfrm>
              <a:custGeom>
                <a:avLst/>
                <a:gdLst>
                  <a:gd name="connsiteX0" fmla="*/ 3406 w 6343"/>
                  <a:gd name="connsiteY0" fmla="*/ 6469 h 6345"/>
                  <a:gd name="connsiteX1" fmla="*/ 5649 w 6343"/>
                  <a:gd name="connsiteY1" fmla="*/ 5539 h 6345"/>
                  <a:gd name="connsiteX2" fmla="*/ 6578 w 6343"/>
                  <a:gd name="connsiteY2" fmla="*/ 3296 h 6345"/>
                  <a:gd name="connsiteX3" fmla="*/ 5649 w 6343"/>
                  <a:gd name="connsiteY3" fmla="*/ 1052 h 6345"/>
                  <a:gd name="connsiteX4" fmla="*/ 3406 w 6343"/>
                  <a:gd name="connsiteY4" fmla="*/ 123 h 6345"/>
                  <a:gd name="connsiteX5" fmla="*/ 1163 w 6343"/>
                  <a:gd name="connsiteY5" fmla="*/ 1052 h 6345"/>
                  <a:gd name="connsiteX6" fmla="*/ 235 w 6343"/>
                  <a:gd name="connsiteY6" fmla="*/ 3296 h 6345"/>
                  <a:gd name="connsiteX7" fmla="*/ 1163 w 6343"/>
                  <a:gd name="connsiteY7" fmla="*/ 5539 h 6345"/>
                  <a:gd name="connsiteX8" fmla="*/ 3406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9"/>
                    </a:moveTo>
                    <a:cubicBezTo>
                      <a:pt x="4247" y="6469"/>
                      <a:pt x="5054" y="6134"/>
                      <a:pt x="5649" y="5539"/>
                    </a:cubicBezTo>
                    <a:cubicBezTo>
                      <a:pt x="6243" y="4944"/>
                      <a:pt x="6578" y="4137"/>
                      <a:pt x="6578" y="3296"/>
                    </a:cubicBezTo>
                    <a:cubicBezTo>
                      <a:pt x="6578" y="2454"/>
                      <a:pt x="6243" y="1647"/>
                      <a:pt x="5649" y="1052"/>
                    </a:cubicBezTo>
                    <a:cubicBezTo>
                      <a:pt x="5054" y="457"/>
                      <a:pt x="4247" y="123"/>
                      <a:pt x="3406" y="123"/>
                    </a:cubicBezTo>
                    <a:cubicBezTo>
                      <a:pt x="2565" y="123"/>
                      <a:pt x="1758" y="457"/>
                      <a:pt x="1163" y="1052"/>
                    </a:cubicBezTo>
                    <a:cubicBezTo>
                      <a:pt x="569" y="1647"/>
                      <a:pt x="235" y="2454"/>
                      <a:pt x="235" y="3296"/>
                    </a:cubicBezTo>
                    <a:cubicBezTo>
                      <a:pt x="235" y="4137"/>
                      <a:pt x="569" y="4944"/>
                      <a:pt x="1163" y="5539"/>
                    </a:cubicBezTo>
                    <a:cubicBezTo>
                      <a:pt x="1758" y="6134"/>
                      <a:pt x="2565" y="6469"/>
                      <a:pt x="3406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92" name="Freeform: Shape 7891">
                <a:extLst>
                  <a:ext uri="{FF2B5EF4-FFF2-40B4-BE49-F238E27FC236}">
                    <a16:creationId xmlns:a16="http://schemas.microsoft.com/office/drawing/2014/main" id="{9497C4D9-1F79-6C09-9B3B-587CC2755624}"/>
                  </a:ext>
                </a:extLst>
              </p:cNvPr>
              <p:cNvSpPr/>
              <p:nvPr/>
            </p:nvSpPr>
            <p:spPr>
              <a:xfrm>
                <a:off x="9386786" y="5045101"/>
                <a:ext cx="6343" cy="6345"/>
              </a:xfrm>
              <a:custGeom>
                <a:avLst/>
                <a:gdLst>
                  <a:gd name="connsiteX0" fmla="*/ 3406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6 h 6345"/>
                  <a:gd name="connsiteX3" fmla="*/ 5649 w 6343"/>
                  <a:gd name="connsiteY3" fmla="*/ 1053 h 6345"/>
                  <a:gd name="connsiteX4" fmla="*/ 3406 w 6343"/>
                  <a:gd name="connsiteY4" fmla="*/ 123 h 6345"/>
                  <a:gd name="connsiteX5" fmla="*/ 1164 w 6343"/>
                  <a:gd name="connsiteY5" fmla="*/ 1053 h 6345"/>
                  <a:gd name="connsiteX6" fmla="*/ 235 w 6343"/>
                  <a:gd name="connsiteY6" fmla="*/ 3296 h 6345"/>
                  <a:gd name="connsiteX7" fmla="*/ 1164 w 6343"/>
                  <a:gd name="connsiteY7" fmla="*/ 5540 h 6345"/>
                  <a:gd name="connsiteX8" fmla="*/ 3406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9"/>
                    </a:moveTo>
                    <a:cubicBezTo>
                      <a:pt x="4247" y="6469"/>
                      <a:pt x="5054" y="6134"/>
                      <a:pt x="5649" y="5540"/>
                    </a:cubicBezTo>
                    <a:cubicBezTo>
                      <a:pt x="6244" y="4945"/>
                      <a:pt x="6578" y="4137"/>
                      <a:pt x="6578" y="3296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7" y="123"/>
                      <a:pt x="3406" y="123"/>
                    </a:cubicBezTo>
                    <a:cubicBezTo>
                      <a:pt x="2565" y="123"/>
                      <a:pt x="1758" y="458"/>
                      <a:pt x="1164" y="1053"/>
                    </a:cubicBezTo>
                    <a:cubicBezTo>
                      <a:pt x="569" y="1648"/>
                      <a:pt x="235" y="2455"/>
                      <a:pt x="235" y="3296"/>
                    </a:cubicBezTo>
                    <a:cubicBezTo>
                      <a:pt x="235" y="4137"/>
                      <a:pt x="569" y="4945"/>
                      <a:pt x="1164" y="5540"/>
                    </a:cubicBezTo>
                    <a:cubicBezTo>
                      <a:pt x="1758" y="6134"/>
                      <a:pt x="2565" y="6469"/>
                      <a:pt x="3406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93" name="Freeform: Shape 7892">
                <a:extLst>
                  <a:ext uri="{FF2B5EF4-FFF2-40B4-BE49-F238E27FC236}">
                    <a16:creationId xmlns:a16="http://schemas.microsoft.com/office/drawing/2014/main" id="{3E961D8B-FC6E-09A0-25F1-09BC791BBA85}"/>
                  </a:ext>
                </a:extLst>
              </p:cNvPr>
              <p:cNvSpPr/>
              <p:nvPr/>
            </p:nvSpPr>
            <p:spPr>
              <a:xfrm>
                <a:off x="9389929" y="5051942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4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8" y="124"/>
                      <a:pt x="3407" y="124"/>
                    </a:cubicBezTo>
                    <a:cubicBezTo>
                      <a:pt x="2565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5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94" name="Freeform: Shape 7893">
                <a:extLst>
                  <a:ext uri="{FF2B5EF4-FFF2-40B4-BE49-F238E27FC236}">
                    <a16:creationId xmlns:a16="http://schemas.microsoft.com/office/drawing/2014/main" id="{8148A0EA-CDC0-E74E-BF53-4521BF6AD233}"/>
                  </a:ext>
                </a:extLst>
              </p:cNvPr>
              <p:cNvSpPr/>
              <p:nvPr/>
            </p:nvSpPr>
            <p:spPr>
              <a:xfrm>
                <a:off x="9392040" y="5054480"/>
                <a:ext cx="6343" cy="6345"/>
              </a:xfrm>
              <a:custGeom>
                <a:avLst/>
                <a:gdLst>
                  <a:gd name="connsiteX0" fmla="*/ 3407 w 6343"/>
                  <a:gd name="connsiteY0" fmla="*/ 6470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0"/>
                    </a:moveTo>
                    <a:cubicBezTo>
                      <a:pt x="4248" y="6470"/>
                      <a:pt x="5055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5" y="458"/>
                      <a:pt x="4248" y="124"/>
                      <a:pt x="3407" y="124"/>
                    </a:cubicBezTo>
                    <a:cubicBezTo>
                      <a:pt x="2566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6" y="6470"/>
                      <a:pt x="3407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95" name="Freeform: Shape 7894">
                <a:extLst>
                  <a:ext uri="{FF2B5EF4-FFF2-40B4-BE49-F238E27FC236}">
                    <a16:creationId xmlns:a16="http://schemas.microsoft.com/office/drawing/2014/main" id="{089C2667-44F6-FC3F-3527-FCFEB29FA712}"/>
                  </a:ext>
                </a:extLst>
              </p:cNvPr>
              <p:cNvSpPr/>
              <p:nvPr/>
            </p:nvSpPr>
            <p:spPr>
              <a:xfrm>
                <a:off x="9393588" y="5054530"/>
                <a:ext cx="6343" cy="6345"/>
              </a:xfrm>
              <a:custGeom>
                <a:avLst/>
                <a:gdLst>
                  <a:gd name="connsiteX0" fmla="*/ 3407 w 6343"/>
                  <a:gd name="connsiteY0" fmla="*/ 6470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0"/>
                    </a:moveTo>
                    <a:cubicBezTo>
                      <a:pt x="4248" y="6470"/>
                      <a:pt x="5055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5" y="458"/>
                      <a:pt x="4248" y="124"/>
                      <a:pt x="3407" y="124"/>
                    </a:cubicBezTo>
                    <a:cubicBezTo>
                      <a:pt x="2566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6" y="6470"/>
                      <a:pt x="3407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96" name="Freeform: Shape 7895">
                <a:extLst>
                  <a:ext uri="{FF2B5EF4-FFF2-40B4-BE49-F238E27FC236}">
                    <a16:creationId xmlns:a16="http://schemas.microsoft.com/office/drawing/2014/main" id="{DB4CCE3D-F2BC-8329-1557-404951A11708}"/>
                  </a:ext>
                </a:extLst>
              </p:cNvPr>
              <p:cNvSpPr/>
              <p:nvPr/>
            </p:nvSpPr>
            <p:spPr>
              <a:xfrm>
                <a:off x="9395786" y="5057770"/>
                <a:ext cx="6343" cy="6345"/>
              </a:xfrm>
              <a:custGeom>
                <a:avLst/>
                <a:gdLst>
                  <a:gd name="connsiteX0" fmla="*/ 3407 w 6343"/>
                  <a:gd name="connsiteY0" fmla="*/ 6470 h 6345"/>
                  <a:gd name="connsiteX1" fmla="*/ 5650 w 6343"/>
                  <a:gd name="connsiteY1" fmla="*/ 5541 h 6345"/>
                  <a:gd name="connsiteX2" fmla="*/ 6579 w 6343"/>
                  <a:gd name="connsiteY2" fmla="*/ 3297 h 6345"/>
                  <a:gd name="connsiteX3" fmla="*/ 5650 w 6343"/>
                  <a:gd name="connsiteY3" fmla="*/ 1054 h 6345"/>
                  <a:gd name="connsiteX4" fmla="*/ 3407 w 6343"/>
                  <a:gd name="connsiteY4" fmla="*/ 124 h 6345"/>
                  <a:gd name="connsiteX5" fmla="*/ 1164 w 6343"/>
                  <a:gd name="connsiteY5" fmla="*/ 1054 h 6345"/>
                  <a:gd name="connsiteX6" fmla="*/ 235 w 6343"/>
                  <a:gd name="connsiteY6" fmla="*/ 3297 h 6345"/>
                  <a:gd name="connsiteX7" fmla="*/ 1164 w 6343"/>
                  <a:gd name="connsiteY7" fmla="*/ 5541 h 6345"/>
                  <a:gd name="connsiteX8" fmla="*/ 3407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0"/>
                    </a:moveTo>
                    <a:cubicBezTo>
                      <a:pt x="4248" y="6470"/>
                      <a:pt x="5055" y="6135"/>
                      <a:pt x="5650" y="5541"/>
                    </a:cubicBezTo>
                    <a:cubicBezTo>
                      <a:pt x="6244" y="4946"/>
                      <a:pt x="6579" y="4138"/>
                      <a:pt x="6579" y="3297"/>
                    </a:cubicBezTo>
                    <a:cubicBezTo>
                      <a:pt x="6579" y="2456"/>
                      <a:pt x="6244" y="1649"/>
                      <a:pt x="5650" y="1054"/>
                    </a:cubicBezTo>
                    <a:cubicBezTo>
                      <a:pt x="5055" y="459"/>
                      <a:pt x="4248" y="124"/>
                      <a:pt x="3407" y="124"/>
                    </a:cubicBezTo>
                    <a:cubicBezTo>
                      <a:pt x="2566" y="124"/>
                      <a:pt x="1759" y="459"/>
                      <a:pt x="1164" y="1054"/>
                    </a:cubicBezTo>
                    <a:cubicBezTo>
                      <a:pt x="570" y="1649"/>
                      <a:pt x="235" y="2456"/>
                      <a:pt x="235" y="3297"/>
                    </a:cubicBezTo>
                    <a:cubicBezTo>
                      <a:pt x="235" y="4138"/>
                      <a:pt x="570" y="4946"/>
                      <a:pt x="1164" y="5541"/>
                    </a:cubicBezTo>
                    <a:cubicBezTo>
                      <a:pt x="1759" y="6135"/>
                      <a:pt x="2566" y="6470"/>
                      <a:pt x="3407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97" name="Freeform: Shape 7896">
                <a:extLst>
                  <a:ext uri="{FF2B5EF4-FFF2-40B4-BE49-F238E27FC236}">
                    <a16:creationId xmlns:a16="http://schemas.microsoft.com/office/drawing/2014/main" id="{C0300EA2-5059-93F3-208C-81EC28B254DD}"/>
                  </a:ext>
                </a:extLst>
              </p:cNvPr>
              <p:cNvSpPr/>
              <p:nvPr/>
            </p:nvSpPr>
            <p:spPr>
              <a:xfrm>
                <a:off x="9396663" y="5054598"/>
                <a:ext cx="6343" cy="6345"/>
              </a:xfrm>
              <a:custGeom>
                <a:avLst/>
                <a:gdLst>
                  <a:gd name="connsiteX0" fmla="*/ 3407 w 6343"/>
                  <a:gd name="connsiteY0" fmla="*/ 6470 h 6345"/>
                  <a:gd name="connsiteX1" fmla="*/ 5650 w 6343"/>
                  <a:gd name="connsiteY1" fmla="*/ 5540 h 6345"/>
                  <a:gd name="connsiteX2" fmla="*/ 6579 w 6343"/>
                  <a:gd name="connsiteY2" fmla="*/ 3297 h 6345"/>
                  <a:gd name="connsiteX3" fmla="*/ 5650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6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0"/>
                    </a:moveTo>
                    <a:cubicBezTo>
                      <a:pt x="4248" y="6470"/>
                      <a:pt x="5055" y="6135"/>
                      <a:pt x="5650" y="5540"/>
                    </a:cubicBezTo>
                    <a:cubicBezTo>
                      <a:pt x="6244" y="4945"/>
                      <a:pt x="6579" y="4138"/>
                      <a:pt x="6579" y="3297"/>
                    </a:cubicBezTo>
                    <a:cubicBezTo>
                      <a:pt x="6579" y="2455"/>
                      <a:pt x="6244" y="1648"/>
                      <a:pt x="5650" y="1053"/>
                    </a:cubicBezTo>
                    <a:cubicBezTo>
                      <a:pt x="5055" y="458"/>
                      <a:pt x="4248" y="124"/>
                      <a:pt x="3407" y="124"/>
                    </a:cubicBezTo>
                    <a:cubicBezTo>
                      <a:pt x="2566" y="124"/>
                      <a:pt x="1759" y="458"/>
                      <a:pt x="1164" y="1053"/>
                    </a:cubicBezTo>
                    <a:cubicBezTo>
                      <a:pt x="570" y="1648"/>
                      <a:pt x="236" y="2455"/>
                      <a:pt x="236" y="3297"/>
                    </a:cubicBezTo>
                    <a:cubicBezTo>
                      <a:pt x="236" y="4138"/>
                      <a:pt x="570" y="4945"/>
                      <a:pt x="1164" y="5540"/>
                    </a:cubicBezTo>
                    <a:cubicBezTo>
                      <a:pt x="1759" y="6135"/>
                      <a:pt x="2566" y="6470"/>
                      <a:pt x="3407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98" name="Freeform: Shape 7897">
                <a:extLst>
                  <a:ext uri="{FF2B5EF4-FFF2-40B4-BE49-F238E27FC236}">
                    <a16:creationId xmlns:a16="http://schemas.microsoft.com/office/drawing/2014/main" id="{8265B46F-11BC-2F9A-5383-431287093326}"/>
                  </a:ext>
                </a:extLst>
              </p:cNvPr>
              <p:cNvSpPr/>
              <p:nvPr/>
            </p:nvSpPr>
            <p:spPr>
              <a:xfrm>
                <a:off x="9396515" y="5045909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50 w 6343"/>
                  <a:gd name="connsiteY1" fmla="*/ 5540 h 6345"/>
                  <a:gd name="connsiteX2" fmla="*/ 6579 w 6343"/>
                  <a:gd name="connsiteY2" fmla="*/ 3296 h 6345"/>
                  <a:gd name="connsiteX3" fmla="*/ 5650 w 6343"/>
                  <a:gd name="connsiteY3" fmla="*/ 1053 h 6345"/>
                  <a:gd name="connsiteX4" fmla="*/ 3407 w 6343"/>
                  <a:gd name="connsiteY4" fmla="*/ 123 h 6345"/>
                  <a:gd name="connsiteX5" fmla="*/ 1164 w 6343"/>
                  <a:gd name="connsiteY5" fmla="*/ 1053 h 6345"/>
                  <a:gd name="connsiteX6" fmla="*/ 235 w 6343"/>
                  <a:gd name="connsiteY6" fmla="*/ 3296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5" y="6135"/>
                      <a:pt x="5650" y="5540"/>
                    </a:cubicBezTo>
                    <a:cubicBezTo>
                      <a:pt x="6244" y="4945"/>
                      <a:pt x="6579" y="4138"/>
                      <a:pt x="6579" y="3296"/>
                    </a:cubicBezTo>
                    <a:cubicBezTo>
                      <a:pt x="6579" y="2455"/>
                      <a:pt x="6244" y="1648"/>
                      <a:pt x="5650" y="1053"/>
                    </a:cubicBezTo>
                    <a:cubicBezTo>
                      <a:pt x="5055" y="458"/>
                      <a:pt x="4248" y="123"/>
                      <a:pt x="3407" y="123"/>
                    </a:cubicBezTo>
                    <a:cubicBezTo>
                      <a:pt x="2566" y="123"/>
                      <a:pt x="1759" y="458"/>
                      <a:pt x="1164" y="1053"/>
                    </a:cubicBezTo>
                    <a:cubicBezTo>
                      <a:pt x="570" y="1648"/>
                      <a:pt x="235" y="2455"/>
                      <a:pt x="235" y="3296"/>
                    </a:cubicBezTo>
                    <a:cubicBezTo>
                      <a:pt x="235" y="4138"/>
                      <a:pt x="570" y="4945"/>
                      <a:pt x="1164" y="5540"/>
                    </a:cubicBezTo>
                    <a:cubicBezTo>
                      <a:pt x="1759" y="6135"/>
                      <a:pt x="2566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99" name="Freeform: Shape 7898">
                <a:extLst>
                  <a:ext uri="{FF2B5EF4-FFF2-40B4-BE49-F238E27FC236}">
                    <a16:creationId xmlns:a16="http://schemas.microsoft.com/office/drawing/2014/main" id="{07B8EB55-E80A-69ED-0B68-114999D9028E}"/>
                  </a:ext>
                </a:extLst>
              </p:cNvPr>
              <p:cNvSpPr/>
              <p:nvPr/>
            </p:nvSpPr>
            <p:spPr>
              <a:xfrm>
                <a:off x="9398860" y="5050040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50 w 6343"/>
                  <a:gd name="connsiteY1" fmla="*/ 5540 h 6345"/>
                  <a:gd name="connsiteX2" fmla="*/ 6579 w 6343"/>
                  <a:gd name="connsiteY2" fmla="*/ 3296 h 6345"/>
                  <a:gd name="connsiteX3" fmla="*/ 5650 w 6343"/>
                  <a:gd name="connsiteY3" fmla="*/ 1053 h 6345"/>
                  <a:gd name="connsiteX4" fmla="*/ 3407 w 6343"/>
                  <a:gd name="connsiteY4" fmla="*/ 124 h 6345"/>
                  <a:gd name="connsiteX5" fmla="*/ 1165 w 6343"/>
                  <a:gd name="connsiteY5" fmla="*/ 1053 h 6345"/>
                  <a:gd name="connsiteX6" fmla="*/ 236 w 6343"/>
                  <a:gd name="connsiteY6" fmla="*/ 3296 h 6345"/>
                  <a:gd name="connsiteX7" fmla="*/ 1165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5" y="6135"/>
                      <a:pt x="5650" y="5540"/>
                    </a:cubicBezTo>
                    <a:cubicBezTo>
                      <a:pt x="6245" y="4945"/>
                      <a:pt x="6579" y="4138"/>
                      <a:pt x="6579" y="3296"/>
                    </a:cubicBezTo>
                    <a:cubicBezTo>
                      <a:pt x="6579" y="2455"/>
                      <a:pt x="6245" y="1648"/>
                      <a:pt x="5650" y="1053"/>
                    </a:cubicBezTo>
                    <a:cubicBezTo>
                      <a:pt x="5055" y="458"/>
                      <a:pt x="4248" y="124"/>
                      <a:pt x="3407" y="124"/>
                    </a:cubicBezTo>
                    <a:cubicBezTo>
                      <a:pt x="2566" y="124"/>
                      <a:pt x="1759" y="458"/>
                      <a:pt x="1165" y="1053"/>
                    </a:cubicBezTo>
                    <a:cubicBezTo>
                      <a:pt x="570" y="1648"/>
                      <a:pt x="236" y="2455"/>
                      <a:pt x="236" y="3296"/>
                    </a:cubicBezTo>
                    <a:cubicBezTo>
                      <a:pt x="236" y="4138"/>
                      <a:pt x="570" y="4945"/>
                      <a:pt x="1165" y="5540"/>
                    </a:cubicBezTo>
                    <a:cubicBezTo>
                      <a:pt x="1759" y="6135"/>
                      <a:pt x="2566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00" name="Freeform: Shape 7899">
                <a:extLst>
                  <a:ext uri="{FF2B5EF4-FFF2-40B4-BE49-F238E27FC236}">
                    <a16:creationId xmlns:a16="http://schemas.microsoft.com/office/drawing/2014/main" id="{4FE24502-DF0B-53C6-2B70-FE715B7F759C}"/>
                  </a:ext>
                </a:extLst>
              </p:cNvPr>
              <p:cNvSpPr/>
              <p:nvPr/>
            </p:nvSpPr>
            <p:spPr>
              <a:xfrm>
                <a:off x="9399937" y="5047429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50 w 6343"/>
                  <a:gd name="connsiteY1" fmla="*/ 5540 h 6345"/>
                  <a:gd name="connsiteX2" fmla="*/ 6579 w 6343"/>
                  <a:gd name="connsiteY2" fmla="*/ 3296 h 6345"/>
                  <a:gd name="connsiteX3" fmla="*/ 5650 w 6343"/>
                  <a:gd name="connsiteY3" fmla="*/ 1053 h 6345"/>
                  <a:gd name="connsiteX4" fmla="*/ 3407 w 6343"/>
                  <a:gd name="connsiteY4" fmla="*/ 124 h 6345"/>
                  <a:gd name="connsiteX5" fmla="*/ 1165 w 6343"/>
                  <a:gd name="connsiteY5" fmla="*/ 1053 h 6345"/>
                  <a:gd name="connsiteX6" fmla="*/ 236 w 6343"/>
                  <a:gd name="connsiteY6" fmla="*/ 3296 h 6345"/>
                  <a:gd name="connsiteX7" fmla="*/ 1165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5" y="6135"/>
                      <a:pt x="5650" y="5540"/>
                    </a:cubicBezTo>
                    <a:cubicBezTo>
                      <a:pt x="6245" y="4945"/>
                      <a:pt x="6579" y="4138"/>
                      <a:pt x="6579" y="3296"/>
                    </a:cubicBezTo>
                    <a:cubicBezTo>
                      <a:pt x="6579" y="2455"/>
                      <a:pt x="6245" y="1648"/>
                      <a:pt x="5650" y="1053"/>
                    </a:cubicBezTo>
                    <a:cubicBezTo>
                      <a:pt x="5055" y="458"/>
                      <a:pt x="4248" y="124"/>
                      <a:pt x="3407" y="124"/>
                    </a:cubicBezTo>
                    <a:cubicBezTo>
                      <a:pt x="2566" y="124"/>
                      <a:pt x="1759" y="458"/>
                      <a:pt x="1165" y="1053"/>
                    </a:cubicBezTo>
                    <a:cubicBezTo>
                      <a:pt x="570" y="1648"/>
                      <a:pt x="236" y="2455"/>
                      <a:pt x="236" y="3296"/>
                    </a:cubicBezTo>
                    <a:cubicBezTo>
                      <a:pt x="236" y="4138"/>
                      <a:pt x="570" y="4945"/>
                      <a:pt x="1165" y="5540"/>
                    </a:cubicBezTo>
                    <a:cubicBezTo>
                      <a:pt x="1759" y="6135"/>
                      <a:pt x="2566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01" name="Freeform: Shape 7900">
                <a:extLst>
                  <a:ext uri="{FF2B5EF4-FFF2-40B4-BE49-F238E27FC236}">
                    <a16:creationId xmlns:a16="http://schemas.microsoft.com/office/drawing/2014/main" id="{99B0D177-7687-F4AE-123D-800E03716102}"/>
                  </a:ext>
                </a:extLst>
              </p:cNvPr>
              <p:cNvSpPr/>
              <p:nvPr/>
            </p:nvSpPr>
            <p:spPr>
              <a:xfrm>
                <a:off x="9400959" y="5044331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50 w 6343"/>
                  <a:gd name="connsiteY1" fmla="*/ 5539 h 6345"/>
                  <a:gd name="connsiteX2" fmla="*/ 6579 w 6343"/>
                  <a:gd name="connsiteY2" fmla="*/ 3296 h 6345"/>
                  <a:gd name="connsiteX3" fmla="*/ 5650 w 6343"/>
                  <a:gd name="connsiteY3" fmla="*/ 1053 h 6345"/>
                  <a:gd name="connsiteX4" fmla="*/ 3407 w 6343"/>
                  <a:gd name="connsiteY4" fmla="*/ 123 h 6345"/>
                  <a:gd name="connsiteX5" fmla="*/ 1165 w 6343"/>
                  <a:gd name="connsiteY5" fmla="*/ 1053 h 6345"/>
                  <a:gd name="connsiteX6" fmla="*/ 236 w 6343"/>
                  <a:gd name="connsiteY6" fmla="*/ 3296 h 6345"/>
                  <a:gd name="connsiteX7" fmla="*/ 1165 w 6343"/>
                  <a:gd name="connsiteY7" fmla="*/ 5539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9" y="6469"/>
                      <a:pt x="5055" y="6134"/>
                      <a:pt x="5650" y="5539"/>
                    </a:cubicBezTo>
                    <a:cubicBezTo>
                      <a:pt x="6245" y="4944"/>
                      <a:pt x="6579" y="4137"/>
                      <a:pt x="6579" y="3296"/>
                    </a:cubicBezTo>
                    <a:cubicBezTo>
                      <a:pt x="6579" y="2455"/>
                      <a:pt x="6245" y="1648"/>
                      <a:pt x="5650" y="1053"/>
                    </a:cubicBezTo>
                    <a:cubicBezTo>
                      <a:pt x="5055" y="458"/>
                      <a:pt x="4249" y="123"/>
                      <a:pt x="3407" y="123"/>
                    </a:cubicBezTo>
                    <a:cubicBezTo>
                      <a:pt x="2566" y="123"/>
                      <a:pt x="1760" y="458"/>
                      <a:pt x="1165" y="1053"/>
                    </a:cubicBezTo>
                    <a:cubicBezTo>
                      <a:pt x="570" y="1648"/>
                      <a:pt x="236" y="2455"/>
                      <a:pt x="236" y="3296"/>
                    </a:cubicBezTo>
                    <a:cubicBezTo>
                      <a:pt x="236" y="4137"/>
                      <a:pt x="570" y="4944"/>
                      <a:pt x="1165" y="5539"/>
                    </a:cubicBezTo>
                    <a:cubicBezTo>
                      <a:pt x="1760" y="6134"/>
                      <a:pt x="2566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02" name="Freeform: Shape 7901">
                <a:extLst>
                  <a:ext uri="{FF2B5EF4-FFF2-40B4-BE49-F238E27FC236}">
                    <a16:creationId xmlns:a16="http://schemas.microsoft.com/office/drawing/2014/main" id="{34CF106C-F348-A09E-E3D3-796823091429}"/>
                  </a:ext>
                </a:extLst>
              </p:cNvPr>
              <p:cNvSpPr/>
              <p:nvPr/>
            </p:nvSpPr>
            <p:spPr>
              <a:xfrm>
                <a:off x="9402409" y="5043576"/>
                <a:ext cx="6343" cy="6345"/>
              </a:xfrm>
              <a:custGeom>
                <a:avLst/>
                <a:gdLst>
                  <a:gd name="connsiteX0" fmla="*/ 3408 w 6343"/>
                  <a:gd name="connsiteY0" fmla="*/ 6469 h 6345"/>
                  <a:gd name="connsiteX1" fmla="*/ 5650 w 6343"/>
                  <a:gd name="connsiteY1" fmla="*/ 5539 h 6345"/>
                  <a:gd name="connsiteX2" fmla="*/ 6579 w 6343"/>
                  <a:gd name="connsiteY2" fmla="*/ 3296 h 6345"/>
                  <a:gd name="connsiteX3" fmla="*/ 5650 w 6343"/>
                  <a:gd name="connsiteY3" fmla="*/ 1053 h 6345"/>
                  <a:gd name="connsiteX4" fmla="*/ 3408 w 6343"/>
                  <a:gd name="connsiteY4" fmla="*/ 123 h 6345"/>
                  <a:gd name="connsiteX5" fmla="*/ 1165 w 6343"/>
                  <a:gd name="connsiteY5" fmla="*/ 1053 h 6345"/>
                  <a:gd name="connsiteX6" fmla="*/ 236 w 6343"/>
                  <a:gd name="connsiteY6" fmla="*/ 3296 h 6345"/>
                  <a:gd name="connsiteX7" fmla="*/ 1165 w 6343"/>
                  <a:gd name="connsiteY7" fmla="*/ 5539 h 6345"/>
                  <a:gd name="connsiteX8" fmla="*/ 340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9"/>
                    </a:moveTo>
                    <a:cubicBezTo>
                      <a:pt x="4249" y="6469"/>
                      <a:pt x="5055" y="6134"/>
                      <a:pt x="5650" y="5539"/>
                    </a:cubicBezTo>
                    <a:cubicBezTo>
                      <a:pt x="6245" y="4944"/>
                      <a:pt x="6579" y="4137"/>
                      <a:pt x="6579" y="3296"/>
                    </a:cubicBezTo>
                    <a:cubicBezTo>
                      <a:pt x="6579" y="2455"/>
                      <a:pt x="6245" y="1647"/>
                      <a:pt x="5650" y="1053"/>
                    </a:cubicBezTo>
                    <a:cubicBezTo>
                      <a:pt x="5055" y="458"/>
                      <a:pt x="4249" y="123"/>
                      <a:pt x="3408" y="123"/>
                    </a:cubicBezTo>
                    <a:cubicBezTo>
                      <a:pt x="2566" y="123"/>
                      <a:pt x="1760" y="458"/>
                      <a:pt x="1165" y="1053"/>
                    </a:cubicBezTo>
                    <a:cubicBezTo>
                      <a:pt x="570" y="1647"/>
                      <a:pt x="236" y="2455"/>
                      <a:pt x="236" y="3296"/>
                    </a:cubicBezTo>
                    <a:cubicBezTo>
                      <a:pt x="236" y="4137"/>
                      <a:pt x="570" y="4944"/>
                      <a:pt x="1165" y="5539"/>
                    </a:cubicBezTo>
                    <a:cubicBezTo>
                      <a:pt x="1760" y="6134"/>
                      <a:pt x="2566" y="6469"/>
                      <a:pt x="340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03" name="Freeform: Shape 7902">
                <a:extLst>
                  <a:ext uri="{FF2B5EF4-FFF2-40B4-BE49-F238E27FC236}">
                    <a16:creationId xmlns:a16="http://schemas.microsoft.com/office/drawing/2014/main" id="{EE56508E-DF3D-FBFA-F645-211E7207C5BD}"/>
                  </a:ext>
                </a:extLst>
              </p:cNvPr>
              <p:cNvSpPr/>
              <p:nvPr/>
            </p:nvSpPr>
            <p:spPr>
              <a:xfrm>
                <a:off x="9404105" y="5044310"/>
                <a:ext cx="6343" cy="6345"/>
              </a:xfrm>
              <a:custGeom>
                <a:avLst/>
                <a:gdLst>
                  <a:gd name="connsiteX0" fmla="*/ 3408 w 6343"/>
                  <a:gd name="connsiteY0" fmla="*/ 6469 h 6345"/>
                  <a:gd name="connsiteX1" fmla="*/ 5650 w 6343"/>
                  <a:gd name="connsiteY1" fmla="*/ 5539 h 6345"/>
                  <a:gd name="connsiteX2" fmla="*/ 6579 w 6343"/>
                  <a:gd name="connsiteY2" fmla="*/ 3296 h 6345"/>
                  <a:gd name="connsiteX3" fmla="*/ 5650 w 6343"/>
                  <a:gd name="connsiteY3" fmla="*/ 1053 h 6345"/>
                  <a:gd name="connsiteX4" fmla="*/ 3408 w 6343"/>
                  <a:gd name="connsiteY4" fmla="*/ 123 h 6345"/>
                  <a:gd name="connsiteX5" fmla="*/ 1165 w 6343"/>
                  <a:gd name="connsiteY5" fmla="*/ 1053 h 6345"/>
                  <a:gd name="connsiteX6" fmla="*/ 236 w 6343"/>
                  <a:gd name="connsiteY6" fmla="*/ 3296 h 6345"/>
                  <a:gd name="connsiteX7" fmla="*/ 1165 w 6343"/>
                  <a:gd name="connsiteY7" fmla="*/ 5539 h 6345"/>
                  <a:gd name="connsiteX8" fmla="*/ 340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9"/>
                    </a:moveTo>
                    <a:cubicBezTo>
                      <a:pt x="4249" y="6469"/>
                      <a:pt x="5056" y="6134"/>
                      <a:pt x="5650" y="5539"/>
                    </a:cubicBezTo>
                    <a:cubicBezTo>
                      <a:pt x="6245" y="4944"/>
                      <a:pt x="6579" y="4137"/>
                      <a:pt x="6579" y="3296"/>
                    </a:cubicBezTo>
                    <a:cubicBezTo>
                      <a:pt x="6579" y="2455"/>
                      <a:pt x="6245" y="1648"/>
                      <a:pt x="5650" y="1053"/>
                    </a:cubicBezTo>
                    <a:cubicBezTo>
                      <a:pt x="5056" y="458"/>
                      <a:pt x="4249" y="123"/>
                      <a:pt x="3408" y="123"/>
                    </a:cubicBezTo>
                    <a:cubicBezTo>
                      <a:pt x="2567" y="123"/>
                      <a:pt x="1760" y="458"/>
                      <a:pt x="1165" y="1053"/>
                    </a:cubicBezTo>
                    <a:cubicBezTo>
                      <a:pt x="570" y="1648"/>
                      <a:pt x="236" y="2455"/>
                      <a:pt x="236" y="3296"/>
                    </a:cubicBezTo>
                    <a:cubicBezTo>
                      <a:pt x="236" y="4137"/>
                      <a:pt x="570" y="4944"/>
                      <a:pt x="1165" y="5539"/>
                    </a:cubicBezTo>
                    <a:cubicBezTo>
                      <a:pt x="1760" y="6134"/>
                      <a:pt x="2567" y="6469"/>
                      <a:pt x="340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04" name="Freeform: Shape 7903">
                <a:extLst>
                  <a:ext uri="{FF2B5EF4-FFF2-40B4-BE49-F238E27FC236}">
                    <a16:creationId xmlns:a16="http://schemas.microsoft.com/office/drawing/2014/main" id="{436A4638-63D6-424B-6BC8-CB87A59B2306}"/>
                  </a:ext>
                </a:extLst>
              </p:cNvPr>
              <p:cNvSpPr/>
              <p:nvPr/>
            </p:nvSpPr>
            <p:spPr>
              <a:xfrm>
                <a:off x="9405398" y="5042525"/>
                <a:ext cx="6343" cy="6345"/>
              </a:xfrm>
              <a:custGeom>
                <a:avLst/>
                <a:gdLst>
                  <a:gd name="connsiteX0" fmla="*/ 3408 w 6343"/>
                  <a:gd name="connsiteY0" fmla="*/ 6469 h 6345"/>
                  <a:gd name="connsiteX1" fmla="*/ 5650 w 6343"/>
                  <a:gd name="connsiteY1" fmla="*/ 5539 h 6345"/>
                  <a:gd name="connsiteX2" fmla="*/ 6579 w 6343"/>
                  <a:gd name="connsiteY2" fmla="*/ 3296 h 6345"/>
                  <a:gd name="connsiteX3" fmla="*/ 5650 w 6343"/>
                  <a:gd name="connsiteY3" fmla="*/ 1052 h 6345"/>
                  <a:gd name="connsiteX4" fmla="*/ 3408 w 6343"/>
                  <a:gd name="connsiteY4" fmla="*/ 123 h 6345"/>
                  <a:gd name="connsiteX5" fmla="*/ 1165 w 6343"/>
                  <a:gd name="connsiteY5" fmla="*/ 1052 h 6345"/>
                  <a:gd name="connsiteX6" fmla="*/ 236 w 6343"/>
                  <a:gd name="connsiteY6" fmla="*/ 3296 h 6345"/>
                  <a:gd name="connsiteX7" fmla="*/ 1165 w 6343"/>
                  <a:gd name="connsiteY7" fmla="*/ 5539 h 6345"/>
                  <a:gd name="connsiteX8" fmla="*/ 340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9"/>
                    </a:moveTo>
                    <a:cubicBezTo>
                      <a:pt x="4249" y="6469"/>
                      <a:pt x="5056" y="6134"/>
                      <a:pt x="5650" y="5539"/>
                    </a:cubicBezTo>
                    <a:cubicBezTo>
                      <a:pt x="6245" y="4944"/>
                      <a:pt x="6579" y="4137"/>
                      <a:pt x="6579" y="3296"/>
                    </a:cubicBezTo>
                    <a:cubicBezTo>
                      <a:pt x="6579" y="2454"/>
                      <a:pt x="6245" y="1647"/>
                      <a:pt x="5650" y="1052"/>
                    </a:cubicBezTo>
                    <a:cubicBezTo>
                      <a:pt x="5056" y="457"/>
                      <a:pt x="4249" y="123"/>
                      <a:pt x="3408" y="123"/>
                    </a:cubicBezTo>
                    <a:cubicBezTo>
                      <a:pt x="2567" y="123"/>
                      <a:pt x="1760" y="457"/>
                      <a:pt x="1165" y="1052"/>
                    </a:cubicBezTo>
                    <a:cubicBezTo>
                      <a:pt x="570" y="1647"/>
                      <a:pt x="236" y="2454"/>
                      <a:pt x="236" y="3296"/>
                    </a:cubicBezTo>
                    <a:cubicBezTo>
                      <a:pt x="236" y="4137"/>
                      <a:pt x="570" y="4944"/>
                      <a:pt x="1165" y="5539"/>
                    </a:cubicBezTo>
                    <a:cubicBezTo>
                      <a:pt x="1760" y="6134"/>
                      <a:pt x="2567" y="6469"/>
                      <a:pt x="340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05" name="Freeform: Shape 7904">
                <a:extLst>
                  <a:ext uri="{FF2B5EF4-FFF2-40B4-BE49-F238E27FC236}">
                    <a16:creationId xmlns:a16="http://schemas.microsoft.com/office/drawing/2014/main" id="{119F2C99-47D6-68BC-DB37-8634AAAFBAEC}"/>
                  </a:ext>
                </a:extLst>
              </p:cNvPr>
              <p:cNvSpPr/>
              <p:nvPr/>
            </p:nvSpPr>
            <p:spPr>
              <a:xfrm>
                <a:off x="9407281" y="5044576"/>
                <a:ext cx="6343" cy="6345"/>
              </a:xfrm>
              <a:custGeom>
                <a:avLst/>
                <a:gdLst>
                  <a:gd name="connsiteX0" fmla="*/ 3408 w 6343"/>
                  <a:gd name="connsiteY0" fmla="*/ 6469 h 6345"/>
                  <a:gd name="connsiteX1" fmla="*/ 5651 w 6343"/>
                  <a:gd name="connsiteY1" fmla="*/ 5539 h 6345"/>
                  <a:gd name="connsiteX2" fmla="*/ 6579 w 6343"/>
                  <a:gd name="connsiteY2" fmla="*/ 3296 h 6345"/>
                  <a:gd name="connsiteX3" fmla="*/ 5651 w 6343"/>
                  <a:gd name="connsiteY3" fmla="*/ 1053 h 6345"/>
                  <a:gd name="connsiteX4" fmla="*/ 3408 w 6343"/>
                  <a:gd name="connsiteY4" fmla="*/ 123 h 6345"/>
                  <a:gd name="connsiteX5" fmla="*/ 1165 w 6343"/>
                  <a:gd name="connsiteY5" fmla="*/ 1053 h 6345"/>
                  <a:gd name="connsiteX6" fmla="*/ 236 w 6343"/>
                  <a:gd name="connsiteY6" fmla="*/ 3296 h 6345"/>
                  <a:gd name="connsiteX7" fmla="*/ 1165 w 6343"/>
                  <a:gd name="connsiteY7" fmla="*/ 5539 h 6345"/>
                  <a:gd name="connsiteX8" fmla="*/ 340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9"/>
                    </a:moveTo>
                    <a:cubicBezTo>
                      <a:pt x="4249" y="6469"/>
                      <a:pt x="5056" y="6134"/>
                      <a:pt x="5651" y="5539"/>
                    </a:cubicBezTo>
                    <a:cubicBezTo>
                      <a:pt x="6245" y="4945"/>
                      <a:pt x="6579" y="4137"/>
                      <a:pt x="6579" y="3296"/>
                    </a:cubicBezTo>
                    <a:cubicBezTo>
                      <a:pt x="6579" y="2455"/>
                      <a:pt x="6245" y="1648"/>
                      <a:pt x="5651" y="1053"/>
                    </a:cubicBezTo>
                    <a:cubicBezTo>
                      <a:pt x="5056" y="458"/>
                      <a:pt x="4249" y="123"/>
                      <a:pt x="3408" y="123"/>
                    </a:cubicBezTo>
                    <a:cubicBezTo>
                      <a:pt x="2567" y="123"/>
                      <a:pt x="1760" y="458"/>
                      <a:pt x="1165" y="1053"/>
                    </a:cubicBezTo>
                    <a:cubicBezTo>
                      <a:pt x="571" y="1648"/>
                      <a:pt x="236" y="2455"/>
                      <a:pt x="236" y="3296"/>
                    </a:cubicBezTo>
                    <a:cubicBezTo>
                      <a:pt x="236" y="4137"/>
                      <a:pt x="571" y="4945"/>
                      <a:pt x="1165" y="5539"/>
                    </a:cubicBezTo>
                    <a:cubicBezTo>
                      <a:pt x="1760" y="6134"/>
                      <a:pt x="2567" y="6469"/>
                      <a:pt x="340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06" name="Freeform: Shape 7905">
                <a:extLst>
                  <a:ext uri="{FF2B5EF4-FFF2-40B4-BE49-F238E27FC236}">
                    <a16:creationId xmlns:a16="http://schemas.microsoft.com/office/drawing/2014/main" id="{D086506C-9EF0-96E4-0CFB-894A5482DAE9}"/>
                  </a:ext>
                </a:extLst>
              </p:cNvPr>
              <p:cNvSpPr/>
              <p:nvPr/>
            </p:nvSpPr>
            <p:spPr>
              <a:xfrm>
                <a:off x="9408592" y="5042807"/>
                <a:ext cx="6343" cy="6345"/>
              </a:xfrm>
              <a:custGeom>
                <a:avLst/>
                <a:gdLst>
                  <a:gd name="connsiteX0" fmla="*/ 3408 w 6343"/>
                  <a:gd name="connsiteY0" fmla="*/ 6469 h 6345"/>
                  <a:gd name="connsiteX1" fmla="*/ 5651 w 6343"/>
                  <a:gd name="connsiteY1" fmla="*/ 5539 h 6345"/>
                  <a:gd name="connsiteX2" fmla="*/ 6580 w 6343"/>
                  <a:gd name="connsiteY2" fmla="*/ 3296 h 6345"/>
                  <a:gd name="connsiteX3" fmla="*/ 5651 w 6343"/>
                  <a:gd name="connsiteY3" fmla="*/ 1052 h 6345"/>
                  <a:gd name="connsiteX4" fmla="*/ 3408 w 6343"/>
                  <a:gd name="connsiteY4" fmla="*/ 123 h 6345"/>
                  <a:gd name="connsiteX5" fmla="*/ 1165 w 6343"/>
                  <a:gd name="connsiteY5" fmla="*/ 1052 h 6345"/>
                  <a:gd name="connsiteX6" fmla="*/ 236 w 6343"/>
                  <a:gd name="connsiteY6" fmla="*/ 3296 h 6345"/>
                  <a:gd name="connsiteX7" fmla="*/ 1165 w 6343"/>
                  <a:gd name="connsiteY7" fmla="*/ 5539 h 6345"/>
                  <a:gd name="connsiteX8" fmla="*/ 340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9"/>
                    </a:moveTo>
                    <a:cubicBezTo>
                      <a:pt x="4249" y="6469"/>
                      <a:pt x="5056" y="6134"/>
                      <a:pt x="5651" y="5539"/>
                    </a:cubicBezTo>
                    <a:cubicBezTo>
                      <a:pt x="6245" y="4944"/>
                      <a:pt x="6580" y="4137"/>
                      <a:pt x="6580" y="3296"/>
                    </a:cubicBezTo>
                    <a:cubicBezTo>
                      <a:pt x="6580" y="2454"/>
                      <a:pt x="6245" y="1647"/>
                      <a:pt x="5651" y="1052"/>
                    </a:cubicBezTo>
                    <a:cubicBezTo>
                      <a:pt x="5056" y="457"/>
                      <a:pt x="4249" y="123"/>
                      <a:pt x="3408" y="123"/>
                    </a:cubicBezTo>
                    <a:cubicBezTo>
                      <a:pt x="2567" y="123"/>
                      <a:pt x="1760" y="457"/>
                      <a:pt x="1165" y="1052"/>
                    </a:cubicBezTo>
                    <a:cubicBezTo>
                      <a:pt x="571" y="1647"/>
                      <a:pt x="236" y="2454"/>
                      <a:pt x="236" y="3296"/>
                    </a:cubicBezTo>
                    <a:cubicBezTo>
                      <a:pt x="236" y="4137"/>
                      <a:pt x="571" y="4944"/>
                      <a:pt x="1165" y="5539"/>
                    </a:cubicBezTo>
                    <a:cubicBezTo>
                      <a:pt x="1760" y="6134"/>
                      <a:pt x="2567" y="6469"/>
                      <a:pt x="340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07" name="Freeform: Shape 7906">
                <a:extLst>
                  <a:ext uri="{FF2B5EF4-FFF2-40B4-BE49-F238E27FC236}">
                    <a16:creationId xmlns:a16="http://schemas.microsoft.com/office/drawing/2014/main" id="{DD6062ED-40F5-CD66-A023-FEEA5331946D}"/>
                  </a:ext>
                </a:extLst>
              </p:cNvPr>
              <p:cNvSpPr/>
              <p:nvPr/>
            </p:nvSpPr>
            <p:spPr>
              <a:xfrm>
                <a:off x="9410158" y="5042778"/>
                <a:ext cx="6343" cy="6345"/>
              </a:xfrm>
              <a:custGeom>
                <a:avLst/>
                <a:gdLst>
                  <a:gd name="connsiteX0" fmla="*/ 3408 w 6343"/>
                  <a:gd name="connsiteY0" fmla="*/ 6469 h 6345"/>
                  <a:gd name="connsiteX1" fmla="*/ 5651 w 6343"/>
                  <a:gd name="connsiteY1" fmla="*/ 5539 h 6345"/>
                  <a:gd name="connsiteX2" fmla="*/ 6580 w 6343"/>
                  <a:gd name="connsiteY2" fmla="*/ 3296 h 6345"/>
                  <a:gd name="connsiteX3" fmla="*/ 5651 w 6343"/>
                  <a:gd name="connsiteY3" fmla="*/ 1052 h 6345"/>
                  <a:gd name="connsiteX4" fmla="*/ 3408 w 6343"/>
                  <a:gd name="connsiteY4" fmla="*/ 123 h 6345"/>
                  <a:gd name="connsiteX5" fmla="*/ 1165 w 6343"/>
                  <a:gd name="connsiteY5" fmla="*/ 1052 h 6345"/>
                  <a:gd name="connsiteX6" fmla="*/ 237 w 6343"/>
                  <a:gd name="connsiteY6" fmla="*/ 3296 h 6345"/>
                  <a:gd name="connsiteX7" fmla="*/ 1165 w 6343"/>
                  <a:gd name="connsiteY7" fmla="*/ 5539 h 6345"/>
                  <a:gd name="connsiteX8" fmla="*/ 340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9"/>
                    </a:moveTo>
                    <a:cubicBezTo>
                      <a:pt x="4249" y="6469"/>
                      <a:pt x="5056" y="6134"/>
                      <a:pt x="5651" y="5539"/>
                    </a:cubicBezTo>
                    <a:cubicBezTo>
                      <a:pt x="6245" y="4944"/>
                      <a:pt x="6580" y="4137"/>
                      <a:pt x="6580" y="3296"/>
                    </a:cubicBezTo>
                    <a:cubicBezTo>
                      <a:pt x="6580" y="2454"/>
                      <a:pt x="6245" y="1647"/>
                      <a:pt x="5651" y="1052"/>
                    </a:cubicBezTo>
                    <a:cubicBezTo>
                      <a:pt x="5056" y="457"/>
                      <a:pt x="4249" y="123"/>
                      <a:pt x="3408" y="123"/>
                    </a:cubicBezTo>
                    <a:cubicBezTo>
                      <a:pt x="2567" y="123"/>
                      <a:pt x="1760" y="457"/>
                      <a:pt x="1165" y="1052"/>
                    </a:cubicBezTo>
                    <a:cubicBezTo>
                      <a:pt x="571" y="1647"/>
                      <a:pt x="237" y="2454"/>
                      <a:pt x="237" y="3296"/>
                    </a:cubicBezTo>
                    <a:cubicBezTo>
                      <a:pt x="237" y="4137"/>
                      <a:pt x="571" y="4944"/>
                      <a:pt x="1165" y="5539"/>
                    </a:cubicBezTo>
                    <a:cubicBezTo>
                      <a:pt x="1760" y="6134"/>
                      <a:pt x="2567" y="6469"/>
                      <a:pt x="340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08" name="Freeform: Shape 7907">
                <a:extLst>
                  <a:ext uri="{FF2B5EF4-FFF2-40B4-BE49-F238E27FC236}">
                    <a16:creationId xmlns:a16="http://schemas.microsoft.com/office/drawing/2014/main" id="{434B9ED1-AF08-502E-E087-B2DA90C6DA34}"/>
                  </a:ext>
                </a:extLst>
              </p:cNvPr>
              <p:cNvSpPr/>
              <p:nvPr/>
            </p:nvSpPr>
            <p:spPr>
              <a:xfrm>
                <a:off x="9411668" y="5042325"/>
                <a:ext cx="6343" cy="6345"/>
              </a:xfrm>
              <a:custGeom>
                <a:avLst/>
                <a:gdLst>
                  <a:gd name="connsiteX0" fmla="*/ 3408 w 6343"/>
                  <a:gd name="connsiteY0" fmla="*/ 6469 h 6345"/>
                  <a:gd name="connsiteX1" fmla="*/ 5651 w 6343"/>
                  <a:gd name="connsiteY1" fmla="*/ 5539 h 6345"/>
                  <a:gd name="connsiteX2" fmla="*/ 6580 w 6343"/>
                  <a:gd name="connsiteY2" fmla="*/ 3296 h 6345"/>
                  <a:gd name="connsiteX3" fmla="*/ 5651 w 6343"/>
                  <a:gd name="connsiteY3" fmla="*/ 1052 h 6345"/>
                  <a:gd name="connsiteX4" fmla="*/ 3408 w 6343"/>
                  <a:gd name="connsiteY4" fmla="*/ 123 h 6345"/>
                  <a:gd name="connsiteX5" fmla="*/ 1166 w 6343"/>
                  <a:gd name="connsiteY5" fmla="*/ 1052 h 6345"/>
                  <a:gd name="connsiteX6" fmla="*/ 237 w 6343"/>
                  <a:gd name="connsiteY6" fmla="*/ 3296 h 6345"/>
                  <a:gd name="connsiteX7" fmla="*/ 1166 w 6343"/>
                  <a:gd name="connsiteY7" fmla="*/ 5539 h 6345"/>
                  <a:gd name="connsiteX8" fmla="*/ 340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9"/>
                    </a:moveTo>
                    <a:cubicBezTo>
                      <a:pt x="4249" y="6469"/>
                      <a:pt x="5056" y="6134"/>
                      <a:pt x="5651" y="5539"/>
                    </a:cubicBezTo>
                    <a:cubicBezTo>
                      <a:pt x="6246" y="4944"/>
                      <a:pt x="6580" y="4137"/>
                      <a:pt x="6580" y="3296"/>
                    </a:cubicBezTo>
                    <a:cubicBezTo>
                      <a:pt x="6580" y="2454"/>
                      <a:pt x="6246" y="1647"/>
                      <a:pt x="5651" y="1052"/>
                    </a:cubicBezTo>
                    <a:cubicBezTo>
                      <a:pt x="5056" y="457"/>
                      <a:pt x="4249" y="123"/>
                      <a:pt x="3408" y="123"/>
                    </a:cubicBezTo>
                    <a:cubicBezTo>
                      <a:pt x="2567" y="123"/>
                      <a:pt x="1760" y="457"/>
                      <a:pt x="1166" y="1052"/>
                    </a:cubicBezTo>
                    <a:cubicBezTo>
                      <a:pt x="571" y="1647"/>
                      <a:pt x="237" y="2454"/>
                      <a:pt x="237" y="3296"/>
                    </a:cubicBezTo>
                    <a:cubicBezTo>
                      <a:pt x="237" y="4137"/>
                      <a:pt x="571" y="4944"/>
                      <a:pt x="1166" y="5539"/>
                    </a:cubicBezTo>
                    <a:cubicBezTo>
                      <a:pt x="1760" y="6134"/>
                      <a:pt x="2567" y="6469"/>
                      <a:pt x="340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09" name="Freeform: Shape 7908">
                <a:extLst>
                  <a:ext uri="{FF2B5EF4-FFF2-40B4-BE49-F238E27FC236}">
                    <a16:creationId xmlns:a16="http://schemas.microsoft.com/office/drawing/2014/main" id="{F4E9C7E9-F7DB-B304-FCBF-27A47EE21BEC}"/>
                  </a:ext>
                </a:extLst>
              </p:cNvPr>
              <p:cNvSpPr/>
              <p:nvPr/>
            </p:nvSpPr>
            <p:spPr>
              <a:xfrm>
                <a:off x="9413311" y="5042934"/>
                <a:ext cx="6343" cy="6345"/>
              </a:xfrm>
              <a:custGeom>
                <a:avLst/>
                <a:gdLst>
                  <a:gd name="connsiteX0" fmla="*/ 3408 w 6343"/>
                  <a:gd name="connsiteY0" fmla="*/ 6469 h 6345"/>
                  <a:gd name="connsiteX1" fmla="*/ 5651 w 6343"/>
                  <a:gd name="connsiteY1" fmla="*/ 5539 h 6345"/>
                  <a:gd name="connsiteX2" fmla="*/ 6580 w 6343"/>
                  <a:gd name="connsiteY2" fmla="*/ 3296 h 6345"/>
                  <a:gd name="connsiteX3" fmla="*/ 5651 w 6343"/>
                  <a:gd name="connsiteY3" fmla="*/ 1052 h 6345"/>
                  <a:gd name="connsiteX4" fmla="*/ 3408 w 6343"/>
                  <a:gd name="connsiteY4" fmla="*/ 123 h 6345"/>
                  <a:gd name="connsiteX5" fmla="*/ 1166 w 6343"/>
                  <a:gd name="connsiteY5" fmla="*/ 1052 h 6345"/>
                  <a:gd name="connsiteX6" fmla="*/ 237 w 6343"/>
                  <a:gd name="connsiteY6" fmla="*/ 3296 h 6345"/>
                  <a:gd name="connsiteX7" fmla="*/ 1166 w 6343"/>
                  <a:gd name="connsiteY7" fmla="*/ 5539 h 6345"/>
                  <a:gd name="connsiteX8" fmla="*/ 340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9"/>
                    </a:moveTo>
                    <a:cubicBezTo>
                      <a:pt x="4249" y="6469"/>
                      <a:pt x="5056" y="6134"/>
                      <a:pt x="5651" y="5539"/>
                    </a:cubicBezTo>
                    <a:cubicBezTo>
                      <a:pt x="6246" y="4944"/>
                      <a:pt x="6580" y="4137"/>
                      <a:pt x="6580" y="3296"/>
                    </a:cubicBezTo>
                    <a:cubicBezTo>
                      <a:pt x="6580" y="2454"/>
                      <a:pt x="6246" y="1647"/>
                      <a:pt x="5651" y="1052"/>
                    </a:cubicBezTo>
                    <a:cubicBezTo>
                      <a:pt x="5056" y="457"/>
                      <a:pt x="4249" y="123"/>
                      <a:pt x="3408" y="123"/>
                    </a:cubicBezTo>
                    <a:cubicBezTo>
                      <a:pt x="2567" y="123"/>
                      <a:pt x="1760" y="457"/>
                      <a:pt x="1166" y="1052"/>
                    </a:cubicBezTo>
                    <a:cubicBezTo>
                      <a:pt x="571" y="1647"/>
                      <a:pt x="237" y="2454"/>
                      <a:pt x="237" y="3296"/>
                    </a:cubicBezTo>
                    <a:cubicBezTo>
                      <a:pt x="237" y="4137"/>
                      <a:pt x="571" y="4944"/>
                      <a:pt x="1166" y="5539"/>
                    </a:cubicBezTo>
                    <a:cubicBezTo>
                      <a:pt x="1760" y="6134"/>
                      <a:pt x="2567" y="6469"/>
                      <a:pt x="340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10" name="Freeform: Shape 7909">
                <a:extLst>
                  <a:ext uri="{FF2B5EF4-FFF2-40B4-BE49-F238E27FC236}">
                    <a16:creationId xmlns:a16="http://schemas.microsoft.com/office/drawing/2014/main" id="{8B1F5313-4591-4FFA-4980-A37AC4A5DC68}"/>
                  </a:ext>
                </a:extLst>
              </p:cNvPr>
              <p:cNvSpPr/>
              <p:nvPr/>
            </p:nvSpPr>
            <p:spPr>
              <a:xfrm>
                <a:off x="9414867" y="5042872"/>
                <a:ext cx="6343" cy="6345"/>
              </a:xfrm>
              <a:custGeom>
                <a:avLst/>
                <a:gdLst>
                  <a:gd name="connsiteX0" fmla="*/ 3408 w 6343"/>
                  <a:gd name="connsiteY0" fmla="*/ 6469 h 6345"/>
                  <a:gd name="connsiteX1" fmla="*/ 5651 w 6343"/>
                  <a:gd name="connsiteY1" fmla="*/ 5539 h 6345"/>
                  <a:gd name="connsiteX2" fmla="*/ 6580 w 6343"/>
                  <a:gd name="connsiteY2" fmla="*/ 3296 h 6345"/>
                  <a:gd name="connsiteX3" fmla="*/ 5651 w 6343"/>
                  <a:gd name="connsiteY3" fmla="*/ 1052 h 6345"/>
                  <a:gd name="connsiteX4" fmla="*/ 3408 w 6343"/>
                  <a:gd name="connsiteY4" fmla="*/ 123 h 6345"/>
                  <a:gd name="connsiteX5" fmla="*/ 1166 w 6343"/>
                  <a:gd name="connsiteY5" fmla="*/ 1052 h 6345"/>
                  <a:gd name="connsiteX6" fmla="*/ 237 w 6343"/>
                  <a:gd name="connsiteY6" fmla="*/ 3296 h 6345"/>
                  <a:gd name="connsiteX7" fmla="*/ 1166 w 6343"/>
                  <a:gd name="connsiteY7" fmla="*/ 5539 h 6345"/>
                  <a:gd name="connsiteX8" fmla="*/ 340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9"/>
                    </a:moveTo>
                    <a:cubicBezTo>
                      <a:pt x="4250" y="6469"/>
                      <a:pt x="5056" y="6134"/>
                      <a:pt x="5651" y="5539"/>
                    </a:cubicBezTo>
                    <a:cubicBezTo>
                      <a:pt x="6246" y="4944"/>
                      <a:pt x="6580" y="4137"/>
                      <a:pt x="6580" y="3296"/>
                    </a:cubicBezTo>
                    <a:cubicBezTo>
                      <a:pt x="6580" y="2454"/>
                      <a:pt x="6246" y="1647"/>
                      <a:pt x="5651" y="1052"/>
                    </a:cubicBezTo>
                    <a:cubicBezTo>
                      <a:pt x="5056" y="457"/>
                      <a:pt x="4250" y="123"/>
                      <a:pt x="3408" y="123"/>
                    </a:cubicBezTo>
                    <a:cubicBezTo>
                      <a:pt x="2567" y="123"/>
                      <a:pt x="1761" y="457"/>
                      <a:pt x="1166" y="1052"/>
                    </a:cubicBezTo>
                    <a:cubicBezTo>
                      <a:pt x="571" y="1647"/>
                      <a:pt x="237" y="2454"/>
                      <a:pt x="237" y="3296"/>
                    </a:cubicBezTo>
                    <a:cubicBezTo>
                      <a:pt x="237" y="4137"/>
                      <a:pt x="571" y="4944"/>
                      <a:pt x="1166" y="5539"/>
                    </a:cubicBezTo>
                    <a:cubicBezTo>
                      <a:pt x="1761" y="6134"/>
                      <a:pt x="2567" y="6469"/>
                      <a:pt x="340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11" name="Freeform: Shape 7910">
                <a:extLst>
                  <a:ext uri="{FF2B5EF4-FFF2-40B4-BE49-F238E27FC236}">
                    <a16:creationId xmlns:a16="http://schemas.microsoft.com/office/drawing/2014/main" id="{13AC77B3-90D0-3E1B-892E-7FDD0797B986}"/>
                  </a:ext>
                </a:extLst>
              </p:cNvPr>
              <p:cNvSpPr/>
              <p:nvPr/>
            </p:nvSpPr>
            <p:spPr>
              <a:xfrm>
                <a:off x="9416401" y="5042634"/>
                <a:ext cx="6343" cy="6345"/>
              </a:xfrm>
              <a:custGeom>
                <a:avLst/>
                <a:gdLst>
                  <a:gd name="connsiteX0" fmla="*/ 3409 w 6343"/>
                  <a:gd name="connsiteY0" fmla="*/ 6469 h 6345"/>
                  <a:gd name="connsiteX1" fmla="*/ 5651 w 6343"/>
                  <a:gd name="connsiteY1" fmla="*/ 5539 h 6345"/>
                  <a:gd name="connsiteX2" fmla="*/ 6580 w 6343"/>
                  <a:gd name="connsiteY2" fmla="*/ 3296 h 6345"/>
                  <a:gd name="connsiteX3" fmla="*/ 5651 w 6343"/>
                  <a:gd name="connsiteY3" fmla="*/ 1052 h 6345"/>
                  <a:gd name="connsiteX4" fmla="*/ 3409 w 6343"/>
                  <a:gd name="connsiteY4" fmla="*/ 123 h 6345"/>
                  <a:gd name="connsiteX5" fmla="*/ 1166 w 6343"/>
                  <a:gd name="connsiteY5" fmla="*/ 1052 h 6345"/>
                  <a:gd name="connsiteX6" fmla="*/ 237 w 6343"/>
                  <a:gd name="connsiteY6" fmla="*/ 3296 h 6345"/>
                  <a:gd name="connsiteX7" fmla="*/ 1166 w 6343"/>
                  <a:gd name="connsiteY7" fmla="*/ 5539 h 6345"/>
                  <a:gd name="connsiteX8" fmla="*/ 340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9"/>
                    </a:moveTo>
                    <a:cubicBezTo>
                      <a:pt x="4250" y="6469"/>
                      <a:pt x="5056" y="6134"/>
                      <a:pt x="5651" y="5539"/>
                    </a:cubicBezTo>
                    <a:cubicBezTo>
                      <a:pt x="6246" y="4944"/>
                      <a:pt x="6580" y="4137"/>
                      <a:pt x="6580" y="3296"/>
                    </a:cubicBezTo>
                    <a:cubicBezTo>
                      <a:pt x="6580" y="2454"/>
                      <a:pt x="6246" y="1647"/>
                      <a:pt x="5651" y="1052"/>
                    </a:cubicBezTo>
                    <a:cubicBezTo>
                      <a:pt x="5056" y="457"/>
                      <a:pt x="4250" y="123"/>
                      <a:pt x="3409" y="123"/>
                    </a:cubicBezTo>
                    <a:cubicBezTo>
                      <a:pt x="2568" y="123"/>
                      <a:pt x="1761" y="457"/>
                      <a:pt x="1166" y="1052"/>
                    </a:cubicBezTo>
                    <a:cubicBezTo>
                      <a:pt x="571" y="1647"/>
                      <a:pt x="237" y="2454"/>
                      <a:pt x="237" y="3296"/>
                    </a:cubicBezTo>
                    <a:cubicBezTo>
                      <a:pt x="237" y="4137"/>
                      <a:pt x="571" y="4944"/>
                      <a:pt x="1166" y="5539"/>
                    </a:cubicBezTo>
                    <a:cubicBezTo>
                      <a:pt x="1761" y="6134"/>
                      <a:pt x="2568" y="6469"/>
                      <a:pt x="340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12" name="Freeform: Shape 7911">
                <a:extLst>
                  <a:ext uri="{FF2B5EF4-FFF2-40B4-BE49-F238E27FC236}">
                    <a16:creationId xmlns:a16="http://schemas.microsoft.com/office/drawing/2014/main" id="{71670DB4-47EF-8298-DD8B-2490F91C99CE}"/>
                  </a:ext>
                </a:extLst>
              </p:cNvPr>
              <p:cNvSpPr/>
              <p:nvPr/>
            </p:nvSpPr>
            <p:spPr>
              <a:xfrm>
                <a:off x="9417917" y="5042218"/>
                <a:ext cx="6343" cy="6345"/>
              </a:xfrm>
              <a:custGeom>
                <a:avLst/>
                <a:gdLst>
                  <a:gd name="connsiteX0" fmla="*/ 3409 w 6343"/>
                  <a:gd name="connsiteY0" fmla="*/ 6469 h 6345"/>
                  <a:gd name="connsiteX1" fmla="*/ 5651 w 6343"/>
                  <a:gd name="connsiteY1" fmla="*/ 5539 h 6345"/>
                  <a:gd name="connsiteX2" fmla="*/ 6580 w 6343"/>
                  <a:gd name="connsiteY2" fmla="*/ 3296 h 6345"/>
                  <a:gd name="connsiteX3" fmla="*/ 5651 w 6343"/>
                  <a:gd name="connsiteY3" fmla="*/ 1052 h 6345"/>
                  <a:gd name="connsiteX4" fmla="*/ 3409 w 6343"/>
                  <a:gd name="connsiteY4" fmla="*/ 123 h 6345"/>
                  <a:gd name="connsiteX5" fmla="*/ 1166 w 6343"/>
                  <a:gd name="connsiteY5" fmla="*/ 1052 h 6345"/>
                  <a:gd name="connsiteX6" fmla="*/ 237 w 6343"/>
                  <a:gd name="connsiteY6" fmla="*/ 3296 h 6345"/>
                  <a:gd name="connsiteX7" fmla="*/ 1166 w 6343"/>
                  <a:gd name="connsiteY7" fmla="*/ 5539 h 6345"/>
                  <a:gd name="connsiteX8" fmla="*/ 340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9"/>
                    </a:moveTo>
                    <a:cubicBezTo>
                      <a:pt x="4250" y="6469"/>
                      <a:pt x="5057" y="6134"/>
                      <a:pt x="5651" y="5539"/>
                    </a:cubicBezTo>
                    <a:cubicBezTo>
                      <a:pt x="6246" y="4944"/>
                      <a:pt x="6580" y="4137"/>
                      <a:pt x="6580" y="3296"/>
                    </a:cubicBezTo>
                    <a:cubicBezTo>
                      <a:pt x="6580" y="2454"/>
                      <a:pt x="6246" y="1647"/>
                      <a:pt x="5651" y="1052"/>
                    </a:cubicBezTo>
                    <a:cubicBezTo>
                      <a:pt x="5057" y="457"/>
                      <a:pt x="4250" y="123"/>
                      <a:pt x="3409" y="123"/>
                    </a:cubicBezTo>
                    <a:cubicBezTo>
                      <a:pt x="2568" y="123"/>
                      <a:pt x="1761" y="457"/>
                      <a:pt x="1166" y="1052"/>
                    </a:cubicBezTo>
                    <a:cubicBezTo>
                      <a:pt x="571" y="1647"/>
                      <a:pt x="237" y="2454"/>
                      <a:pt x="237" y="3296"/>
                    </a:cubicBezTo>
                    <a:cubicBezTo>
                      <a:pt x="237" y="4137"/>
                      <a:pt x="571" y="4944"/>
                      <a:pt x="1166" y="5539"/>
                    </a:cubicBezTo>
                    <a:cubicBezTo>
                      <a:pt x="1761" y="6134"/>
                      <a:pt x="2568" y="6469"/>
                      <a:pt x="340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13" name="Freeform: Shape 7912">
                <a:extLst>
                  <a:ext uri="{FF2B5EF4-FFF2-40B4-BE49-F238E27FC236}">
                    <a16:creationId xmlns:a16="http://schemas.microsoft.com/office/drawing/2014/main" id="{F7512395-5670-237F-5A85-464FA72913B2}"/>
                  </a:ext>
                </a:extLst>
              </p:cNvPr>
              <p:cNvSpPr/>
              <p:nvPr/>
            </p:nvSpPr>
            <p:spPr>
              <a:xfrm>
                <a:off x="9419419" y="5041626"/>
                <a:ext cx="6343" cy="6345"/>
              </a:xfrm>
              <a:custGeom>
                <a:avLst/>
                <a:gdLst>
                  <a:gd name="connsiteX0" fmla="*/ 3409 w 6343"/>
                  <a:gd name="connsiteY0" fmla="*/ 6469 h 6345"/>
                  <a:gd name="connsiteX1" fmla="*/ 5651 w 6343"/>
                  <a:gd name="connsiteY1" fmla="*/ 5539 h 6345"/>
                  <a:gd name="connsiteX2" fmla="*/ 6580 w 6343"/>
                  <a:gd name="connsiteY2" fmla="*/ 3296 h 6345"/>
                  <a:gd name="connsiteX3" fmla="*/ 5651 w 6343"/>
                  <a:gd name="connsiteY3" fmla="*/ 1052 h 6345"/>
                  <a:gd name="connsiteX4" fmla="*/ 3409 w 6343"/>
                  <a:gd name="connsiteY4" fmla="*/ 123 h 6345"/>
                  <a:gd name="connsiteX5" fmla="*/ 1166 w 6343"/>
                  <a:gd name="connsiteY5" fmla="*/ 1052 h 6345"/>
                  <a:gd name="connsiteX6" fmla="*/ 237 w 6343"/>
                  <a:gd name="connsiteY6" fmla="*/ 3296 h 6345"/>
                  <a:gd name="connsiteX7" fmla="*/ 1166 w 6343"/>
                  <a:gd name="connsiteY7" fmla="*/ 5539 h 6345"/>
                  <a:gd name="connsiteX8" fmla="*/ 340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9"/>
                    </a:moveTo>
                    <a:cubicBezTo>
                      <a:pt x="4250" y="6469"/>
                      <a:pt x="5057" y="6134"/>
                      <a:pt x="5651" y="5539"/>
                    </a:cubicBezTo>
                    <a:cubicBezTo>
                      <a:pt x="6246" y="4944"/>
                      <a:pt x="6580" y="4137"/>
                      <a:pt x="6580" y="3296"/>
                    </a:cubicBezTo>
                    <a:cubicBezTo>
                      <a:pt x="6580" y="2454"/>
                      <a:pt x="6246" y="1647"/>
                      <a:pt x="5651" y="1052"/>
                    </a:cubicBezTo>
                    <a:cubicBezTo>
                      <a:pt x="5057" y="457"/>
                      <a:pt x="4250" y="123"/>
                      <a:pt x="3409" y="123"/>
                    </a:cubicBezTo>
                    <a:cubicBezTo>
                      <a:pt x="2568" y="123"/>
                      <a:pt x="1761" y="457"/>
                      <a:pt x="1166" y="1052"/>
                    </a:cubicBezTo>
                    <a:cubicBezTo>
                      <a:pt x="571" y="1647"/>
                      <a:pt x="237" y="2454"/>
                      <a:pt x="237" y="3296"/>
                    </a:cubicBezTo>
                    <a:cubicBezTo>
                      <a:pt x="237" y="4137"/>
                      <a:pt x="571" y="4944"/>
                      <a:pt x="1166" y="5539"/>
                    </a:cubicBezTo>
                    <a:cubicBezTo>
                      <a:pt x="1761" y="6134"/>
                      <a:pt x="2568" y="6469"/>
                      <a:pt x="340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14" name="Freeform: Shape 7913">
                <a:extLst>
                  <a:ext uri="{FF2B5EF4-FFF2-40B4-BE49-F238E27FC236}">
                    <a16:creationId xmlns:a16="http://schemas.microsoft.com/office/drawing/2014/main" id="{A9E81F75-C486-A904-2A0C-8C3B4AB10B97}"/>
                  </a:ext>
                </a:extLst>
              </p:cNvPr>
              <p:cNvSpPr/>
              <p:nvPr/>
            </p:nvSpPr>
            <p:spPr>
              <a:xfrm>
                <a:off x="9420933" y="5041104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2 w 6343"/>
                  <a:gd name="connsiteY1" fmla="*/ 5539 h 6345"/>
                  <a:gd name="connsiteX2" fmla="*/ 6581 w 6343"/>
                  <a:gd name="connsiteY2" fmla="*/ 3296 h 6345"/>
                  <a:gd name="connsiteX3" fmla="*/ 5652 w 6343"/>
                  <a:gd name="connsiteY3" fmla="*/ 1052 h 6345"/>
                  <a:gd name="connsiteX4" fmla="*/ 3409 w 6343"/>
                  <a:gd name="connsiteY4" fmla="*/ 123 h 6345"/>
                  <a:gd name="connsiteX5" fmla="*/ 1166 w 6343"/>
                  <a:gd name="connsiteY5" fmla="*/ 1052 h 6345"/>
                  <a:gd name="connsiteX6" fmla="*/ 237 w 6343"/>
                  <a:gd name="connsiteY6" fmla="*/ 3296 h 6345"/>
                  <a:gd name="connsiteX7" fmla="*/ 1166 w 6343"/>
                  <a:gd name="connsiteY7" fmla="*/ 5539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0" y="6468"/>
                      <a:pt x="5057" y="6134"/>
                      <a:pt x="5652" y="5539"/>
                    </a:cubicBezTo>
                    <a:cubicBezTo>
                      <a:pt x="6246" y="4944"/>
                      <a:pt x="6581" y="4137"/>
                      <a:pt x="6581" y="3296"/>
                    </a:cubicBezTo>
                    <a:cubicBezTo>
                      <a:pt x="6581" y="2454"/>
                      <a:pt x="6246" y="1647"/>
                      <a:pt x="5652" y="1052"/>
                    </a:cubicBezTo>
                    <a:cubicBezTo>
                      <a:pt x="5057" y="457"/>
                      <a:pt x="4250" y="123"/>
                      <a:pt x="3409" y="123"/>
                    </a:cubicBezTo>
                    <a:cubicBezTo>
                      <a:pt x="2568" y="123"/>
                      <a:pt x="1761" y="457"/>
                      <a:pt x="1166" y="1052"/>
                    </a:cubicBezTo>
                    <a:cubicBezTo>
                      <a:pt x="572" y="1647"/>
                      <a:pt x="237" y="2454"/>
                      <a:pt x="237" y="3296"/>
                    </a:cubicBezTo>
                    <a:cubicBezTo>
                      <a:pt x="237" y="4137"/>
                      <a:pt x="572" y="4944"/>
                      <a:pt x="1166" y="5539"/>
                    </a:cubicBezTo>
                    <a:cubicBezTo>
                      <a:pt x="1761" y="6134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15" name="Freeform: Shape 7914">
                <a:extLst>
                  <a:ext uri="{FF2B5EF4-FFF2-40B4-BE49-F238E27FC236}">
                    <a16:creationId xmlns:a16="http://schemas.microsoft.com/office/drawing/2014/main" id="{14E0F67B-03A0-321A-2DE9-0E873A84682F}"/>
                  </a:ext>
                </a:extLst>
              </p:cNvPr>
              <p:cNvSpPr/>
              <p:nvPr/>
            </p:nvSpPr>
            <p:spPr>
              <a:xfrm>
                <a:off x="9422468" y="5040778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2 w 6343"/>
                  <a:gd name="connsiteY1" fmla="*/ 5539 h 6345"/>
                  <a:gd name="connsiteX2" fmla="*/ 6581 w 6343"/>
                  <a:gd name="connsiteY2" fmla="*/ 3296 h 6345"/>
                  <a:gd name="connsiteX3" fmla="*/ 5652 w 6343"/>
                  <a:gd name="connsiteY3" fmla="*/ 1052 h 6345"/>
                  <a:gd name="connsiteX4" fmla="*/ 3409 w 6343"/>
                  <a:gd name="connsiteY4" fmla="*/ 123 h 6345"/>
                  <a:gd name="connsiteX5" fmla="*/ 1166 w 6343"/>
                  <a:gd name="connsiteY5" fmla="*/ 1052 h 6345"/>
                  <a:gd name="connsiteX6" fmla="*/ 238 w 6343"/>
                  <a:gd name="connsiteY6" fmla="*/ 3296 h 6345"/>
                  <a:gd name="connsiteX7" fmla="*/ 1166 w 6343"/>
                  <a:gd name="connsiteY7" fmla="*/ 5539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0" y="6468"/>
                      <a:pt x="5057" y="6134"/>
                      <a:pt x="5652" y="5539"/>
                    </a:cubicBezTo>
                    <a:cubicBezTo>
                      <a:pt x="6246" y="4944"/>
                      <a:pt x="6581" y="4137"/>
                      <a:pt x="6581" y="3296"/>
                    </a:cubicBezTo>
                    <a:cubicBezTo>
                      <a:pt x="6581" y="2454"/>
                      <a:pt x="6246" y="1647"/>
                      <a:pt x="5652" y="1052"/>
                    </a:cubicBezTo>
                    <a:cubicBezTo>
                      <a:pt x="5057" y="457"/>
                      <a:pt x="4250" y="123"/>
                      <a:pt x="3409" y="123"/>
                    </a:cubicBezTo>
                    <a:cubicBezTo>
                      <a:pt x="2568" y="123"/>
                      <a:pt x="1761" y="457"/>
                      <a:pt x="1166" y="1052"/>
                    </a:cubicBezTo>
                    <a:cubicBezTo>
                      <a:pt x="572" y="1647"/>
                      <a:pt x="238" y="2454"/>
                      <a:pt x="238" y="3296"/>
                    </a:cubicBezTo>
                    <a:cubicBezTo>
                      <a:pt x="238" y="4137"/>
                      <a:pt x="572" y="4944"/>
                      <a:pt x="1166" y="5539"/>
                    </a:cubicBezTo>
                    <a:cubicBezTo>
                      <a:pt x="1761" y="6134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16" name="Freeform: Shape 7915">
                <a:extLst>
                  <a:ext uri="{FF2B5EF4-FFF2-40B4-BE49-F238E27FC236}">
                    <a16:creationId xmlns:a16="http://schemas.microsoft.com/office/drawing/2014/main" id="{D4BF53CD-85CF-67C0-61A1-311DAF6E54CA}"/>
                  </a:ext>
                </a:extLst>
              </p:cNvPr>
              <p:cNvSpPr/>
              <p:nvPr/>
            </p:nvSpPr>
            <p:spPr>
              <a:xfrm>
                <a:off x="9423977" y="5040088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2 w 6343"/>
                  <a:gd name="connsiteY1" fmla="*/ 5539 h 6345"/>
                  <a:gd name="connsiteX2" fmla="*/ 6581 w 6343"/>
                  <a:gd name="connsiteY2" fmla="*/ 3296 h 6345"/>
                  <a:gd name="connsiteX3" fmla="*/ 5652 w 6343"/>
                  <a:gd name="connsiteY3" fmla="*/ 1052 h 6345"/>
                  <a:gd name="connsiteX4" fmla="*/ 3409 w 6343"/>
                  <a:gd name="connsiteY4" fmla="*/ 123 h 6345"/>
                  <a:gd name="connsiteX5" fmla="*/ 1167 w 6343"/>
                  <a:gd name="connsiteY5" fmla="*/ 1052 h 6345"/>
                  <a:gd name="connsiteX6" fmla="*/ 238 w 6343"/>
                  <a:gd name="connsiteY6" fmla="*/ 3296 h 6345"/>
                  <a:gd name="connsiteX7" fmla="*/ 1167 w 6343"/>
                  <a:gd name="connsiteY7" fmla="*/ 5539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0" y="6468"/>
                      <a:pt x="5057" y="6134"/>
                      <a:pt x="5652" y="5539"/>
                    </a:cubicBezTo>
                    <a:cubicBezTo>
                      <a:pt x="6247" y="4944"/>
                      <a:pt x="6581" y="4137"/>
                      <a:pt x="6581" y="3296"/>
                    </a:cubicBezTo>
                    <a:cubicBezTo>
                      <a:pt x="6581" y="2454"/>
                      <a:pt x="6247" y="1647"/>
                      <a:pt x="5652" y="1052"/>
                    </a:cubicBezTo>
                    <a:cubicBezTo>
                      <a:pt x="5057" y="457"/>
                      <a:pt x="4250" y="123"/>
                      <a:pt x="3409" y="123"/>
                    </a:cubicBezTo>
                    <a:cubicBezTo>
                      <a:pt x="2568" y="123"/>
                      <a:pt x="1761" y="457"/>
                      <a:pt x="1167" y="1052"/>
                    </a:cubicBezTo>
                    <a:cubicBezTo>
                      <a:pt x="572" y="1647"/>
                      <a:pt x="238" y="2454"/>
                      <a:pt x="238" y="3296"/>
                    </a:cubicBezTo>
                    <a:cubicBezTo>
                      <a:pt x="238" y="4137"/>
                      <a:pt x="572" y="4944"/>
                      <a:pt x="1167" y="5539"/>
                    </a:cubicBezTo>
                    <a:cubicBezTo>
                      <a:pt x="1761" y="6134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17" name="Freeform: Shape 7916">
                <a:extLst>
                  <a:ext uri="{FF2B5EF4-FFF2-40B4-BE49-F238E27FC236}">
                    <a16:creationId xmlns:a16="http://schemas.microsoft.com/office/drawing/2014/main" id="{092EF065-13B0-4E0F-01E2-B1971D75CB62}"/>
                  </a:ext>
                </a:extLst>
              </p:cNvPr>
              <p:cNvSpPr/>
              <p:nvPr/>
            </p:nvSpPr>
            <p:spPr>
              <a:xfrm>
                <a:off x="9425549" y="5040155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2 w 6343"/>
                  <a:gd name="connsiteY1" fmla="*/ 5539 h 6345"/>
                  <a:gd name="connsiteX2" fmla="*/ 6581 w 6343"/>
                  <a:gd name="connsiteY2" fmla="*/ 3296 h 6345"/>
                  <a:gd name="connsiteX3" fmla="*/ 5652 w 6343"/>
                  <a:gd name="connsiteY3" fmla="*/ 1052 h 6345"/>
                  <a:gd name="connsiteX4" fmla="*/ 3409 w 6343"/>
                  <a:gd name="connsiteY4" fmla="*/ 123 h 6345"/>
                  <a:gd name="connsiteX5" fmla="*/ 1167 w 6343"/>
                  <a:gd name="connsiteY5" fmla="*/ 1052 h 6345"/>
                  <a:gd name="connsiteX6" fmla="*/ 238 w 6343"/>
                  <a:gd name="connsiteY6" fmla="*/ 3296 h 6345"/>
                  <a:gd name="connsiteX7" fmla="*/ 1167 w 6343"/>
                  <a:gd name="connsiteY7" fmla="*/ 5539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0" y="6468"/>
                      <a:pt x="5057" y="6134"/>
                      <a:pt x="5652" y="5539"/>
                    </a:cubicBezTo>
                    <a:cubicBezTo>
                      <a:pt x="6247" y="4944"/>
                      <a:pt x="6581" y="4137"/>
                      <a:pt x="6581" y="3296"/>
                    </a:cubicBezTo>
                    <a:cubicBezTo>
                      <a:pt x="6581" y="2454"/>
                      <a:pt x="6247" y="1647"/>
                      <a:pt x="5652" y="1052"/>
                    </a:cubicBezTo>
                    <a:cubicBezTo>
                      <a:pt x="5057" y="457"/>
                      <a:pt x="4250" y="123"/>
                      <a:pt x="3409" y="123"/>
                    </a:cubicBezTo>
                    <a:cubicBezTo>
                      <a:pt x="2568" y="123"/>
                      <a:pt x="1761" y="457"/>
                      <a:pt x="1167" y="1052"/>
                    </a:cubicBezTo>
                    <a:cubicBezTo>
                      <a:pt x="572" y="1647"/>
                      <a:pt x="238" y="2454"/>
                      <a:pt x="238" y="3296"/>
                    </a:cubicBezTo>
                    <a:cubicBezTo>
                      <a:pt x="238" y="4137"/>
                      <a:pt x="572" y="4944"/>
                      <a:pt x="1167" y="5539"/>
                    </a:cubicBezTo>
                    <a:cubicBezTo>
                      <a:pt x="1761" y="6134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18" name="Freeform: Shape 7917">
                <a:extLst>
                  <a:ext uri="{FF2B5EF4-FFF2-40B4-BE49-F238E27FC236}">
                    <a16:creationId xmlns:a16="http://schemas.microsoft.com/office/drawing/2014/main" id="{34B1E101-1A3F-D3BC-BD86-C4567FD0586D}"/>
                  </a:ext>
                </a:extLst>
              </p:cNvPr>
              <p:cNvSpPr/>
              <p:nvPr/>
            </p:nvSpPr>
            <p:spPr>
              <a:xfrm>
                <a:off x="9427131" y="5040418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2 w 6343"/>
                  <a:gd name="connsiteY1" fmla="*/ 5539 h 6345"/>
                  <a:gd name="connsiteX2" fmla="*/ 6581 w 6343"/>
                  <a:gd name="connsiteY2" fmla="*/ 3296 h 6345"/>
                  <a:gd name="connsiteX3" fmla="*/ 5652 w 6343"/>
                  <a:gd name="connsiteY3" fmla="*/ 1052 h 6345"/>
                  <a:gd name="connsiteX4" fmla="*/ 3409 w 6343"/>
                  <a:gd name="connsiteY4" fmla="*/ 123 h 6345"/>
                  <a:gd name="connsiteX5" fmla="*/ 1167 w 6343"/>
                  <a:gd name="connsiteY5" fmla="*/ 1052 h 6345"/>
                  <a:gd name="connsiteX6" fmla="*/ 238 w 6343"/>
                  <a:gd name="connsiteY6" fmla="*/ 3296 h 6345"/>
                  <a:gd name="connsiteX7" fmla="*/ 1167 w 6343"/>
                  <a:gd name="connsiteY7" fmla="*/ 5539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1" y="6468"/>
                      <a:pt x="5057" y="6134"/>
                      <a:pt x="5652" y="5539"/>
                    </a:cubicBezTo>
                    <a:cubicBezTo>
                      <a:pt x="6247" y="4944"/>
                      <a:pt x="6581" y="4137"/>
                      <a:pt x="6581" y="3296"/>
                    </a:cubicBezTo>
                    <a:cubicBezTo>
                      <a:pt x="6581" y="2454"/>
                      <a:pt x="6247" y="1647"/>
                      <a:pt x="5652" y="1052"/>
                    </a:cubicBezTo>
                    <a:cubicBezTo>
                      <a:pt x="5057" y="457"/>
                      <a:pt x="4251" y="123"/>
                      <a:pt x="3409" y="123"/>
                    </a:cubicBezTo>
                    <a:cubicBezTo>
                      <a:pt x="2568" y="123"/>
                      <a:pt x="1762" y="457"/>
                      <a:pt x="1167" y="1052"/>
                    </a:cubicBezTo>
                    <a:cubicBezTo>
                      <a:pt x="572" y="1647"/>
                      <a:pt x="238" y="2454"/>
                      <a:pt x="238" y="3296"/>
                    </a:cubicBezTo>
                    <a:cubicBezTo>
                      <a:pt x="238" y="4137"/>
                      <a:pt x="572" y="4944"/>
                      <a:pt x="1167" y="5539"/>
                    </a:cubicBezTo>
                    <a:cubicBezTo>
                      <a:pt x="1762" y="6134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19" name="Freeform: Shape 7918">
                <a:extLst>
                  <a:ext uri="{FF2B5EF4-FFF2-40B4-BE49-F238E27FC236}">
                    <a16:creationId xmlns:a16="http://schemas.microsoft.com/office/drawing/2014/main" id="{F7271DE1-C935-4B44-0798-034A1646DDF9}"/>
                  </a:ext>
                </a:extLst>
              </p:cNvPr>
              <p:cNvSpPr/>
              <p:nvPr/>
            </p:nvSpPr>
            <p:spPr>
              <a:xfrm>
                <a:off x="9428729" y="5041002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2 w 6343"/>
                  <a:gd name="connsiteY1" fmla="*/ 5539 h 6345"/>
                  <a:gd name="connsiteX2" fmla="*/ 6581 w 6343"/>
                  <a:gd name="connsiteY2" fmla="*/ 3296 h 6345"/>
                  <a:gd name="connsiteX3" fmla="*/ 5652 w 6343"/>
                  <a:gd name="connsiteY3" fmla="*/ 1052 h 6345"/>
                  <a:gd name="connsiteX4" fmla="*/ 3410 w 6343"/>
                  <a:gd name="connsiteY4" fmla="*/ 123 h 6345"/>
                  <a:gd name="connsiteX5" fmla="*/ 1167 w 6343"/>
                  <a:gd name="connsiteY5" fmla="*/ 1052 h 6345"/>
                  <a:gd name="connsiteX6" fmla="*/ 238 w 6343"/>
                  <a:gd name="connsiteY6" fmla="*/ 3296 h 6345"/>
                  <a:gd name="connsiteX7" fmla="*/ 1167 w 6343"/>
                  <a:gd name="connsiteY7" fmla="*/ 5539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1" y="6468"/>
                      <a:pt x="5057" y="6134"/>
                      <a:pt x="5652" y="5539"/>
                    </a:cubicBezTo>
                    <a:cubicBezTo>
                      <a:pt x="6247" y="4944"/>
                      <a:pt x="6581" y="4137"/>
                      <a:pt x="6581" y="3296"/>
                    </a:cubicBezTo>
                    <a:cubicBezTo>
                      <a:pt x="6581" y="2454"/>
                      <a:pt x="6247" y="1647"/>
                      <a:pt x="5652" y="1052"/>
                    </a:cubicBezTo>
                    <a:cubicBezTo>
                      <a:pt x="5057" y="457"/>
                      <a:pt x="4251" y="123"/>
                      <a:pt x="3410" y="123"/>
                    </a:cubicBezTo>
                    <a:cubicBezTo>
                      <a:pt x="2568" y="123"/>
                      <a:pt x="1762" y="457"/>
                      <a:pt x="1167" y="1052"/>
                    </a:cubicBezTo>
                    <a:cubicBezTo>
                      <a:pt x="572" y="1647"/>
                      <a:pt x="238" y="2454"/>
                      <a:pt x="238" y="3296"/>
                    </a:cubicBezTo>
                    <a:cubicBezTo>
                      <a:pt x="238" y="4137"/>
                      <a:pt x="572" y="4944"/>
                      <a:pt x="1167" y="5539"/>
                    </a:cubicBezTo>
                    <a:cubicBezTo>
                      <a:pt x="1762" y="6134"/>
                      <a:pt x="2568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20" name="Freeform: Shape 7919">
                <a:extLst>
                  <a:ext uri="{FF2B5EF4-FFF2-40B4-BE49-F238E27FC236}">
                    <a16:creationId xmlns:a16="http://schemas.microsoft.com/office/drawing/2014/main" id="{2B5339BA-CEA4-6217-4A05-45521959B2AE}"/>
                  </a:ext>
                </a:extLst>
              </p:cNvPr>
              <p:cNvSpPr/>
              <p:nvPr/>
            </p:nvSpPr>
            <p:spPr>
              <a:xfrm>
                <a:off x="9430323" y="5041659"/>
                <a:ext cx="6343" cy="6345"/>
              </a:xfrm>
              <a:custGeom>
                <a:avLst/>
                <a:gdLst>
                  <a:gd name="connsiteX0" fmla="*/ 3410 w 6343"/>
                  <a:gd name="connsiteY0" fmla="*/ 6469 h 6345"/>
                  <a:gd name="connsiteX1" fmla="*/ 5652 w 6343"/>
                  <a:gd name="connsiteY1" fmla="*/ 5539 h 6345"/>
                  <a:gd name="connsiteX2" fmla="*/ 6581 w 6343"/>
                  <a:gd name="connsiteY2" fmla="*/ 3296 h 6345"/>
                  <a:gd name="connsiteX3" fmla="*/ 5652 w 6343"/>
                  <a:gd name="connsiteY3" fmla="*/ 1052 h 6345"/>
                  <a:gd name="connsiteX4" fmla="*/ 3410 w 6343"/>
                  <a:gd name="connsiteY4" fmla="*/ 123 h 6345"/>
                  <a:gd name="connsiteX5" fmla="*/ 1167 w 6343"/>
                  <a:gd name="connsiteY5" fmla="*/ 1052 h 6345"/>
                  <a:gd name="connsiteX6" fmla="*/ 238 w 6343"/>
                  <a:gd name="connsiteY6" fmla="*/ 3296 h 6345"/>
                  <a:gd name="connsiteX7" fmla="*/ 1167 w 6343"/>
                  <a:gd name="connsiteY7" fmla="*/ 5539 h 6345"/>
                  <a:gd name="connsiteX8" fmla="*/ 3410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9"/>
                    </a:moveTo>
                    <a:cubicBezTo>
                      <a:pt x="4251" y="6469"/>
                      <a:pt x="5058" y="6134"/>
                      <a:pt x="5652" y="5539"/>
                    </a:cubicBezTo>
                    <a:cubicBezTo>
                      <a:pt x="6247" y="4944"/>
                      <a:pt x="6581" y="4137"/>
                      <a:pt x="6581" y="3296"/>
                    </a:cubicBezTo>
                    <a:cubicBezTo>
                      <a:pt x="6581" y="2454"/>
                      <a:pt x="6247" y="1647"/>
                      <a:pt x="5652" y="1052"/>
                    </a:cubicBezTo>
                    <a:cubicBezTo>
                      <a:pt x="5058" y="457"/>
                      <a:pt x="4251" y="123"/>
                      <a:pt x="3410" y="123"/>
                    </a:cubicBezTo>
                    <a:cubicBezTo>
                      <a:pt x="2569" y="123"/>
                      <a:pt x="1762" y="457"/>
                      <a:pt x="1167" y="1052"/>
                    </a:cubicBezTo>
                    <a:cubicBezTo>
                      <a:pt x="572" y="1647"/>
                      <a:pt x="238" y="2454"/>
                      <a:pt x="238" y="3296"/>
                    </a:cubicBezTo>
                    <a:cubicBezTo>
                      <a:pt x="238" y="4137"/>
                      <a:pt x="572" y="4944"/>
                      <a:pt x="1167" y="5539"/>
                    </a:cubicBezTo>
                    <a:cubicBezTo>
                      <a:pt x="1762" y="6134"/>
                      <a:pt x="2569" y="6469"/>
                      <a:pt x="3410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21" name="Freeform: Shape 7920">
                <a:extLst>
                  <a:ext uri="{FF2B5EF4-FFF2-40B4-BE49-F238E27FC236}">
                    <a16:creationId xmlns:a16="http://schemas.microsoft.com/office/drawing/2014/main" id="{CFE879BB-4617-52AD-98E3-A536F4876C61}"/>
                  </a:ext>
                </a:extLst>
              </p:cNvPr>
              <p:cNvSpPr/>
              <p:nvPr/>
            </p:nvSpPr>
            <p:spPr>
              <a:xfrm>
                <a:off x="9431901" y="5042202"/>
                <a:ext cx="6343" cy="6345"/>
              </a:xfrm>
              <a:custGeom>
                <a:avLst/>
                <a:gdLst>
                  <a:gd name="connsiteX0" fmla="*/ 3410 w 6343"/>
                  <a:gd name="connsiteY0" fmla="*/ 6469 h 6345"/>
                  <a:gd name="connsiteX1" fmla="*/ 5652 w 6343"/>
                  <a:gd name="connsiteY1" fmla="*/ 5539 h 6345"/>
                  <a:gd name="connsiteX2" fmla="*/ 6581 w 6343"/>
                  <a:gd name="connsiteY2" fmla="*/ 3296 h 6345"/>
                  <a:gd name="connsiteX3" fmla="*/ 5652 w 6343"/>
                  <a:gd name="connsiteY3" fmla="*/ 1052 h 6345"/>
                  <a:gd name="connsiteX4" fmla="*/ 3410 w 6343"/>
                  <a:gd name="connsiteY4" fmla="*/ 123 h 6345"/>
                  <a:gd name="connsiteX5" fmla="*/ 1167 w 6343"/>
                  <a:gd name="connsiteY5" fmla="*/ 1052 h 6345"/>
                  <a:gd name="connsiteX6" fmla="*/ 238 w 6343"/>
                  <a:gd name="connsiteY6" fmla="*/ 3296 h 6345"/>
                  <a:gd name="connsiteX7" fmla="*/ 1167 w 6343"/>
                  <a:gd name="connsiteY7" fmla="*/ 5539 h 6345"/>
                  <a:gd name="connsiteX8" fmla="*/ 3410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9"/>
                    </a:moveTo>
                    <a:cubicBezTo>
                      <a:pt x="4251" y="6469"/>
                      <a:pt x="5058" y="6134"/>
                      <a:pt x="5652" y="5539"/>
                    </a:cubicBezTo>
                    <a:cubicBezTo>
                      <a:pt x="6247" y="4944"/>
                      <a:pt x="6581" y="4137"/>
                      <a:pt x="6581" y="3296"/>
                    </a:cubicBezTo>
                    <a:cubicBezTo>
                      <a:pt x="6581" y="2454"/>
                      <a:pt x="6247" y="1647"/>
                      <a:pt x="5652" y="1052"/>
                    </a:cubicBezTo>
                    <a:cubicBezTo>
                      <a:pt x="5058" y="457"/>
                      <a:pt x="4251" y="123"/>
                      <a:pt x="3410" y="123"/>
                    </a:cubicBezTo>
                    <a:cubicBezTo>
                      <a:pt x="2569" y="123"/>
                      <a:pt x="1762" y="457"/>
                      <a:pt x="1167" y="1052"/>
                    </a:cubicBezTo>
                    <a:cubicBezTo>
                      <a:pt x="572" y="1647"/>
                      <a:pt x="238" y="2454"/>
                      <a:pt x="238" y="3296"/>
                    </a:cubicBezTo>
                    <a:cubicBezTo>
                      <a:pt x="238" y="4137"/>
                      <a:pt x="572" y="4944"/>
                      <a:pt x="1167" y="5539"/>
                    </a:cubicBezTo>
                    <a:cubicBezTo>
                      <a:pt x="1762" y="6134"/>
                      <a:pt x="2569" y="6469"/>
                      <a:pt x="3410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22" name="Freeform: Shape 7921">
                <a:extLst>
                  <a:ext uri="{FF2B5EF4-FFF2-40B4-BE49-F238E27FC236}">
                    <a16:creationId xmlns:a16="http://schemas.microsoft.com/office/drawing/2014/main" id="{0884FB29-BBF6-0549-734B-8988C84C00AB}"/>
                  </a:ext>
                </a:extLst>
              </p:cNvPr>
              <p:cNvSpPr/>
              <p:nvPr/>
            </p:nvSpPr>
            <p:spPr>
              <a:xfrm>
                <a:off x="9433446" y="5042130"/>
                <a:ext cx="6343" cy="6345"/>
              </a:xfrm>
              <a:custGeom>
                <a:avLst/>
                <a:gdLst>
                  <a:gd name="connsiteX0" fmla="*/ 3410 w 6343"/>
                  <a:gd name="connsiteY0" fmla="*/ 6469 h 6345"/>
                  <a:gd name="connsiteX1" fmla="*/ 5653 w 6343"/>
                  <a:gd name="connsiteY1" fmla="*/ 5539 h 6345"/>
                  <a:gd name="connsiteX2" fmla="*/ 6582 w 6343"/>
                  <a:gd name="connsiteY2" fmla="*/ 3296 h 6345"/>
                  <a:gd name="connsiteX3" fmla="*/ 5653 w 6343"/>
                  <a:gd name="connsiteY3" fmla="*/ 1052 h 6345"/>
                  <a:gd name="connsiteX4" fmla="*/ 3410 w 6343"/>
                  <a:gd name="connsiteY4" fmla="*/ 123 h 6345"/>
                  <a:gd name="connsiteX5" fmla="*/ 1167 w 6343"/>
                  <a:gd name="connsiteY5" fmla="*/ 1052 h 6345"/>
                  <a:gd name="connsiteX6" fmla="*/ 238 w 6343"/>
                  <a:gd name="connsiteY6" fmla="*/ 3296 h 6345"/>
                  <a:gd name="connsiteX7" fmla="*/ 1167 w 6343"/>
                  <a:gd name="connsiteY7" fmla="*/ 5539 h 6345"/>
                  <a:gd name="connsiteX8" fmla="*/ 3410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9"/>
                    </a:moveTo>
                    <a:cubicBezTo>
                      <a:pt x="4251" y="6469"/>
                      <a:pt x="5058" y="6134"/>
                      <a:pt x="5653" y="5539"/>
                    </a:cubicBezTo>
                    <a:cubicBezTo>
                      <a:pt x="6247" y="4944"/>
                      <a:pt x="6582" y="4137"/>
                      <a:pt x="6582" y="3296"/>
                    </a:cubicBezTo>
                    <a:cubicBezTo>
                      <a:pt x="6582" y="2454"/>
                      <a:pt x="6247" y="1647"/>
                      <a:pt x="5653" y="1052"/>
                    </a:cubicBezTo>
                    <a:cubicBezTo>
                      <a:pt x="5058" y="457"/>
                      <a:pt x="4251" y="123"/>
                      <a:pt x="3410" y="123"/>
                    </a:cubicBezTo>
                    <a:cubicBezTo>
                      <a:pt x="2569" y="123"/>
                      <a:pt x="1762" y="457"/>
                      <a:pt x="1167" y="1052"/>
                    </a:cubicBezTo>
                    <a:cubicBezTo>
                      <a:pt x="573" y="1647"/>
                      <a:pt x="238" y="2454"/>
                      <a:pt x="238" y="3296"/>
                    </a:cubicBezTo>
                    <a:cubicBezTo>
                      <a:pt x="238" y="4137"/>
                      <a:pt x="573" y="4944"/>
                      <a:pt x="1167" y="5539"/>
                    </a:cubicBezTo>
                    <a:cubicBezTo>
                      <a:pt x="1762" y="6134"/>
                      <a:pt x="2569" y="6469"/>
                      <a:pt x="3410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23" name="Freeform: Shape 7922">
                <a:extLst>
                  <a:ext uri="{FF2B5EF4-FFF2-40B4-BE49-F238E27FC236}">
                    <a16:creationId xmlns:a16="http://schemas.microsoft.com/office/drawing/2014/main" id="{302C99B8-D0BB-43CB-2ED7-B4323F023319}"/>
                  </a:ext>
                </a:extLst>
              </p:cNvPr>
              <p:cNvSpPr/>
              <p:nvPr/>
            </p:nvSpPr>
            <p:spPr>
              <a:xfrm>
                <a:off x="9434984" y="5041880"/>
                <a:ext cx="6343" cy="6345"/>
              </a:xfrm>
              <a:custGeom>
                <a:avLst/>
                <a:gdLst>
                  <a:gd name="connsiteX0" fmla="*/ 3410 w 6343"/>
                  <a:gd name="connsiteY0" fmla="*/ 6469 h 6345"/>
                  <a:gd name="connsiteX1" fmla="*/ 5653 w 6343"/>
                  <a:gd name="connsiteY1" fmla="*/ 5539 h 6345"/>
                  <a:gd name="connsiteX2" fmla="*/ 6582 w 6343"/>
                  <a:gd name="connsiteY2" fmla="*/ 3296 h 6345"/>
                  <a:gd name="connsiteX3" fmla="*/ 5653 w 6343"/>
                  <a:gd name="connsiteY3" fmla="*/ 1052 h 6345"/>
                  <a:gd name="connsiteX4" fmla="*/ 3410 w 6343"/>
                  <a:gd name="connsiteY4" fmla="*/ 123 h 6345"/>
                  <a:gd name="connsiteX5" fmla="*/ 1167 w 6343"/>
                  <a:gd name="connsiteY5" fmla="*/ 1052 h 6345"/>
                  <a:gd name="connsiteX6" fmla="*/ 239 w 6343"/>
                  <a:gd name="connsiteY6" fmla="*/ 3296 h 6345"/>
                  <a:gd name="connsiteX7" fmla="*/ 1167 w 6343"/>
                  <a:gd name="connsiteY7" fmla="*/ 5539 h 6345"/>
                  <a:gd name="connsiteX8" fmla="*/ 3410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9"/>
                    </a:moveTo>
                    <a:cubicBezTo>
                      <a:pt x="4251" y="6469"/>
                      <a:pt x="5058" y="6134"/>
                      <a:pt x="5653" y="5539"/>
                    </a:cubicBezTo>
                    <a:cubicBezTo>
                      <a:pt x="6247" y="4944"/>
                      <a:pt x="6582" y="4137"/>
                      <a:pt x="6582" y="3296"/>
                    </a:cubicBezTo>
                    <a:cubicBezTo>
                      <a:pt x="6582" y="2454"/>
                      <a:pt x="6247" y="1647"/>
                      <a:pt x="5653" y="1052"/>
                    </a:cubicBezTo>
                    <a:cubicBezTo>
                      <a:pt x="5058" y="457"/>
                      <a:pt x="4251" y="123"/>
                      <a:pt x="3410" y="123"/>
                    </a:cubicBezTo>
                    <a:cubicBezTo>
                      <a:pt x="2569" y="123"/>
                      <a:pt x="1762" y="457"/>
                      <a:pt x="1167" y="1052"/>
                    </a:cubicBezTo>
                    <a:cubicBezTo>
                      <a:pt x="573" y="1647"/>
                      <a:pt x="239" y="2454"/>
                      <a:pt x="239" y="3296"/>
                    </a:cubicBezTo>
                    <a:cubicBezTo>
                      <a:pt x="239" y="4137"/>
                      <a:pt x="573" y="4944"/>
                      <a:pt x="1167" y="5539"/>
                    </a:cubicBezTo>
                    <a:cubicBezTo>
                      <a:pt x="1762" y="6134"/>
                      <a:pt x="2569" y="6469"/>
                      <a:pt x="3410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24" name="Freeform: Shape 7923">
                <a:extLst>
                  <a:ext uri="{FF2B5EF4-FFF2-40B4-BE49-F238E27FC236}">
                    <a16:creationId xmlns:a16="http://schemas.microsoft.com/office/drawing/2014/main" id="{FEC897B4-E282-D84D-DEBB-CF4FFAADF1F8}"/>
                  </a:ext>
                </a:extLst>
              </p:cNvPr>
              <p:cNvSpPr/>
              <p:nvPr/>
            </p:nvSpPr>
            <p:spPr>
              <a:xfrm>
                <a:off x="9436519" y="5041453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3 w 6343"/>
                  <a:gd name="connsiteY1" fmla="*/ 5539 h 6345"/>
                  <a:gd name="connsiteX2" fmla="*/ 6582 w 6343"/>
                  <a:gd name="connsiteY2" fmla="*/ 3296 h 6345"/>
                  <a:gd name="connsiteX3" fmla="*/ 5653 w 6343"/>
                  <a:gd name="connsiteY3" fmla="*/ 1052 h 6345"/>
                  <a:gd name="connsiteX4" fmla="*/ 3410 w 6343"/>
                  <a:gd name="connsiteY4" fmla="*/ 123 h 6345"/>
                  <a:gd name="connsiteX5" fmla="*/ 1168 w 6343"/>
                  <a:gd name="connsiteY5" fmla="*/ 1052 h 6345"/>
                  <a:gd name="connsiteX6" fmla="*/ 239 w 6343"/>
                  <a:gd name="connsiteY6" fmla="*/ 3296 h 6345"/>
                  <a:gd name="connsiteX7" fmla="*/ 1168 w 6343"/>
                  <a:gd name="connsiteY7" fmla="*/ 5539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1" y="6468"/>
                      <a:pt x="5058" y="6134"/>
                      <a:pt x="5653" y="5539"/>
                    </a:cubicBezTo>
                    <a:cubicBezTo>
                      <a:pt x="6248" y="4944"/>
                      <a:pt x="6582" y="4137"/>
                      <a:pt x="6582" y="3296"/>
                    </a:cubicBezTo>
                    <a:cubicBezTo>
                      <a:pt x="6582" y="2454"/>
                      <a:pt x="6248" y="1647"/>
                      <a:pt x="5653" y="1052"/>
                    </a:cubicBezTo>
                    <a:cubicBezTo>
                      <a:pt x="5058" y="457"/>
                      <a:pt x="4251" y="123"/>
                      <a:pt x="3410" y="123"/>
                    </a:cubicBezTo>
                    <a:cubicBezTo>
                      <a:pt x="2569" y="123"/>
                      <a:pt x="1762" y="457"/>
                      <a:pt x="1168" y="1052"/>
                    </a:cubicBezTo>
                    <a:cubicBezTo>
                      <a:pt x="573" y="1647"/>
                      <a:pt x="239" y="2454"/>
                      <a:pt x="239" y="3296"/>
                    </a:cubicBezTo>
                    <a:cubicBezTo>
                      <a:pt x="239" y="4137"/>
                      <a:pt x="573" y="4944"/>
                      <a:pt x="1168" y="5539"/>
                    </a:cubicBezTo>
                    <a:cubicBezTo>
                      <a:pt x="1762" y="6134"/>
                      <a:pt x="2569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25" name="Freeform: Shape 7924">
                <a:extLst>
                  <a:ext uri="{FF2B5EF4-FFF2-40B4-BE49-F238E27FC236}">
                    <a16:creationId xmlns:a16="http://schemas.microsoft.com/office/drawing/2014/main" id="{E6EB2913-7B2F-0BEF-B022-030255AA83F3}"/>
                  </a:ext>
                </a:extLst>
              </p:cNvPr>
              <p:cNvSpPr/>
              <p:nvPr/>
            </p:nvSpPr>
            <p:spPr>
              <a:xfrm>
                <a:off x="9438053" y="5040785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3 w 6343"/>
                  <a:gd name="connsiteY1" fmla="*/ 5539 h 6345"/>
                  <a:gd name="connsiteX2" fmla="*/ 6582 w 6343"/>
                  <a:gd name="connsiteY2" fmla="*/ 3296 h 6345"/>
                  <a:gd name="connsiteX3" fmla="*/ 5653 w 6343"/>
                  <a:gd name="connsiteY3" fmla="*/ 1052 h 6345"/>
                  <a:gd name="connsiteX4" fmla="*/ 3410 w 6343"/>
                  <a:gd name="connsiteY4" fmla="*/ 123 h 6345"/>
                  <a:gd name="connsiteX5" fmla="*/ 1168 w 6343"/>
                  <a:gd name="connsiteY5" fmla="*/ 1052 h 6345"/>
                  <a:gd name="connsiteX6" fmla="*/ 239 w 6343"/>
                  <a:gd name="connsiteY6" fmla="*/ 3296 h 6345"/>
                  <a:gd name="connsiteX7" fmla="*/ 1168 w 6343"/>
                  <a:gd name="connsiteY7" fmla="*/ 5539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1" y="6468"/>
                      <a:pt x="5058" y="6134"/>
                      <a:pt x="5653" y="5539"/>
                    </a:cubicBezTo>
                    <a:cubicBezTo>
                      <a:pt x="6248" y="4944"/>
                      <a:pt x="6582" y="4137"/>
                      <a:pt x="6582" y="3296"/>
                    </a:cubicBezTo>
                    <a:cubicBezTo>
                      <a:pt x="6582" y="2454"/>
                      <a:pt x="6248" y="1647"/>
                      <a:pt x="5653" y="1052"/>
                    </a:cubicBezTo>
                    <a:cubicBezTo>
                      <a:pt x="5058" y="457"/>
                      <a:pt x="4251" y="123"/>
                      <a:pt x="3410" y="123"/>
                    </a:cubicBezTo>
                    <a:cubicBezTo>
                      <a:pt x="2569" y="123"/>
                      <a:pt x="1762" y="457"/>
                      <a:pt x="1168" y="1052"/>
                    </a:cubicBezTo>
                    <a:cubicBezTo>
                      <a:pt x="573" y="1647"/>
                      <a:pt x="239" y="2454"/>
                      <a:pt x="239" y="3296"/>
                    </a:cubicBezTo>
                    <a:cubicBezTo>
                      <a:pt x="239" y="4137"/>
                      <a:pt x="573" y="4944"/>
                      <a:pt x="1168" y="5539"/>
                    </a:cubicBezTo>
                    <a:cubicBezTo>
                      <a:pt x="1762" y="6134"/>
                      <a:pt x="2569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26" name="Freeform: Shape 7925">
                <a:extLst>
                  <a:ext uri="{FF2B5EF4-FFF2-40B4-BE49-F238E27FC236}">
                    <a16:creationId xmlns:a16="http://schemas.microsoft.com/office/drawing/2014/main" id="{9DE3DD0E-7960-5487-C205-D62DEEA27916}"/>
                  </a:ext>
                </a:extLst>
              </p:cNvPr>
              <p:cNvSpPr/>
              <p:nvPr/>
            </p:nvSpPr>
            <p:spPr>
              <a:xfrm>
                <a:off x="9439598" y="5040314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3 w 6343"/>
                  <a:gd name="connsiteY1" fmla="*/ 5539 h 6345"/>
                  <a:gd name="connsiteX2" fmla="*/ 6582 w 6343"/>
                  <a:gd name="connsiteY2" fmla="*/ 3296 h 6345"/>
                  <a:gd name="connsiteX3" fmla="*/ 5653 w 6343"/>
                  <a:gd name="connsiteY3" fmla="*/ 1052 h 6345"/>
                  <a:gd name="connsiteX4" fmla="*/ 3410 w 6343"/>
                  <a:gd name="connsiteY4" fmla="*/ 123 h 6345"/>
                  <a:gd name="connsiteX5" fmla="*/ 1168 w 6343"/>
                  <a:gd name="connsiteY5" fmla="*/ 1052 h 6345"/>
                  <a:gd name="connsiteX6" fmla="*/ 239 w 6343"/>
                  <a:gd name="connsiteY6" fmla="*/ 3296 h 6345"/>
                  <a:gd name="connsiteX7" fmla="*/ 1168 w 6343"/>
                  <a:gd name="connsiteY7" fmla="*/ 5539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2" y="6468"/>
                      <a:pt x="5058" y="6134"/>
                      <a:pt x="5653" y="5539"/>
                    </a:cubicBezTo>
                    <a:cubicBezTo>
                      <a:pt x="6248" y="4944"/>
                      <a:pt x="6582" y="4137"/>
                      <a:pt x="6582" y="3296"/>
                    </a:cubicBezTo>
                    <a:cubicBezTo>
                      <a:pt x="6582" y="2454"/>
                      <a:pt x="6248" y="1647"/>
                      <a:pt x="5653" y="1052"/>
                    </a:cubicBezTo>
                    <a:cubicBezTo>
                      <a:pt x="5058" y="457"/>
                      <a:pt x="4252" y="123"/>
                      <a:pt x="3410" y="123"/>
                    </a:cubicBezTo>
                    <a:cubicBezTo>
                      <a:pt x="2569" y="123"/>
                      <a:pt x="1763" y="457"/>
                      <a:pt x="1168" y="1052"/>
                    </a:cubicBezTo>
                    <a:cubicBezTo>
                      <a:pt x="573" y="1647"/>
                      <a:pt x="239" y="2454"/>
                      <a:pt x="239" y="3296"/>
                    </a:cubicBezTo>
                    <a:cubicBezTo>
                      <a:pt x="239" y="4137"/>
                      <a:pt x="573" y="4944"/>
                      <a:pt x="1168" y="5539"/>
                    </a:cubicBezTo>
                    <a:cubicBezTo>
                      <a:pt x="1763" y="6134"/>
                      <a:pt x="2569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27" name="Freeform: Shape 7926">
                <a:extLst>
                  <a:ext uri="{FF2B5EF4-FFF2-40B4-BE49-F238E27FC236}">
                    <a16:creationId xmlns:a16="http://schemas.microsoft.com/office/drawing/2014/main" id="{101749AE-5428-3442-E4D6-C7DC108974FA}"/>
                  </a:ext>
                </a:extLst>
              </p:cNvPr>
              <p:cNvSpPr/>
              <p:nvPr/>
            </p:nvSpPr>
            <p:spPr>
              <a:xfrm>
                <a:off x="9441161" y="5040789"/>
                <a:ext cx="6343" cy="6345"/>
              </a:xfrm>
              <a:custGeom>
                <a:avLst/>
                <a:gdLst>
                  <a:gd name="connsiteX0" fmla="*/ 3411 w 6343"/>
                  <a:gd name="connsiteY0" fmla="*/ 6468 h 6345"/>
                  <a:gd name="connsiteX1" fmla="*/ 5653 w 6343"/>
                  <a:gd name="connsiteY1" fmla="*/ 5539 h 6345"/>
                  <a:gd name="connsiteX2" fmla="*/ 6582 w 6343"/>
                  <a:gd name="connsiteY2" fmla="*/ 3296 h 6345"/>
                  <a:gd name="connsiteX3" fmla="*/ 5653 w 6343"/>
                  <a:gd name="connsiteY3" fmla="*/ 1052 h 6345"/>
                  <a:gd name="connsiteX4" fmla="*/ 3411 w 6343"/>
                  <a:gd name="connsiteY4" fmla="*/ 123 h 6345"/>
                  <a:gd name="connsiteX5" fmla="*/ 1168 w 6343"/>
                  <a:gd name="connsiteY5" fmla="*/ 1052 h 6345"/>
                  <a:gd name="connsiteX6" fmla="*/ 239 w 6343"/>
                  <a:gd name="connsiteY6" fmla="*/ 3296 h 6345"/>
                  <a:gd name="connsiteX7" fmla="*/ 1168 w 6343"/>
                  <a:gd name="connsiteY7" fmla="*/ 5539 h 6345"/>
                  <a:gd name="connsiteX8" fmla="*/ 3411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68"/>
                    </a:moveTo>
                    <a:cubicBezTo>
                      <a:pt x="4252" y="6468"/>
                      <a:pt x="5058" y="6134"/>
                      <a:pt x="5653" y="5539"/>
                    </a:cubicBezTo>
                    <a:cubicBezTo>
                      <a:pt x="6248" y="4944"/>
                      <a:pt x="6582" y="4137"/>
                      <a:pt x="6582" y="3296"/>
                    </a:cubicBezTo>
                    <a:cubicBezTo>
                      <a:pt x="6582" y="2454"/>
                      <a:pt x="6248" y="1647"/>
                      <a:pt x="5653" y="1052"/>
                    </a:cubicBezTo>
                    <a:cubicBezTo>
                      <a:pt x="5058" y="457"/>
                      <a:pt x="4252" y="123"/>
                      <a:pt x="3411" y="123"/>
                    </a:cubicBezTo>
                    <a:cubicBezTo>
                      <a:pt x="2569" y="123"/>
                      <a:pt x="1763" y="457"/>
                      <a:pt x="1168" y="1052"/>
                    </a:cubicBezTo>
                    <a:cubicBezTo>
                      <a:pt x="573" y="1647"/>
                      <a:pt x="239" y="2454"/>
                      <a:pt x="239" y="3296"/>
                    </a:cubicBezTo>
                    <a:cubicBezTo>
                      <a:pt x="239" y="4137"/>
                      <a:pt x="573" y="4944"/>
                      <a:pt x="1168" y="5539"/>
                    </a:cubicBezTo>
                    <a:cubicBezTo>
                      <a:pt x="1763" y="6134"/>
                      <a:pt x="2569" y="6468"/>
                      <a:pt x="3411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28" name="Freeform: Shape 7927">
                <a:extLst>
                  <a:ext uri="{FF2B5EF4-FFF2-40B4-BE49-F238E27FC236}">
                    <a16:creationId xmlns:a16="http://schemas.microsoft.com/office/drawing/2014/main" id="{866E6C1C-4E1A-B8AA-F61C-E236158D8F62}"/>
                  </a:ext>
                </a:extLst>
              </p:cNvPr>
              <p:cNvSpPr/>
              <p:nvPr/>
            </p:nvSpPr>
            <p:spPr>
              <a:xfrm>
                <a:off x="9442715" y="5040899"/>
                <a:ext cx="6343" cy="6345"/>
              </a:xfrm>
              <a:custGeom>
                <a:avLst/>
                <a:gdLst>
                  <a:gd name="connsiteX0" fmla="*/ 3411 w 6343"/>
                  <a:gd name="connsiteY0" fmla="*/ 6468 h 6345"/>
                  <a:gd name="connsiteX1" fmla="*/ 5653 w 6343"/>
                  <a:gd name="connsiteY1" fmla="*/ 5539 h 6345"/>
                  <a:gd name="connsiteX2" fmla="*/ 6582 w 6343"/>
                  <a:gd name="connsiteY2" fmla="*/ 3296 h 6345"/>
                  <a:gd name="connsiteX3" fmla="*/ 5653 w 6343"/>
                  <a:gd name="connsiteY3" fmla="*/ 1052 h 6345"/>
                  <a:gd name="connsiteX4" fmla="*/ 3411 w 6343"/>
                  <a:gd name="connsiteY4" fmla="*/ 123 h 6345"/>
                  <a:gd name="connsiteX5" fmla="*/ 1168 w 6343"/>
                  <a:gd name="connsiteY5" fmla="*/ 1052 h 6345"/>
                  <a:gd name="connsiteX6" fmla="*/ 239 w 6343"/>
                  <a:gd name="connsiteY6" fmla="*/ 3296 h 6345"/>
                  <a:gd name="connsiteX7" fmla="*/ 1168 w 6343"/>
                  <a:gd name="connsiteY7" fmla="*/ 5539 h 6345"/>
                  <a:gd name="connsiteX8" fmla="*/ 3411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68"/>
                    </a:moveTo>
                    <a:cubicBezTo>
                      <a:pt x="4252" y="6468"/>
                      <a:pt x="5059" y="6134"/>
                      <a:pt x="5653" y="5539"/>
                    </a:cubicBezTo>
                    <a:cubicBezTo>
                      <a:pt x="6248" y="4944"/>
                      <a:pt x="6582" y="4137"/>
                      <a:pt x="6582" y="3296"/>
                    </a:cubicBezTo>
                    <a:cubicBezTo>
                      <a:pt x="6582" y="2454"/>
                      <a:pt x="6248" y="1647"/>
                      <a:pt x="5653" y="1052"/>
                    </a:cubicBezTo>
                    <a:cubicBezTo>
                      <a:pt x="5059" y="457"/>
                      <a:pt x="4252" y="123"/>
                      <a:pt x="3411" y="123"/>
                    </a:cubicBezTo>
                    <a:cubicBezTo>
                      <a:pt x="2570" y="123"/>
                      <a:pt x="1763" y="457"/>
                      <a:pt x="1168" y="1052"/>
                    </a:cubicBezTo>
                    <a:cubicBezTo>
                      <a:pt x="573" y="1647"/>
                      <a:pt x="239" y="2454"/>
                      <a:pt x="239" y="3296"/>
                    </a:cubicBezTo>
                    <a:cubicBezTo>
                      <a:pt x="239" y="4137"/>
                      <a:pt x="573" y="4944"/>
                      <a:pt x="1168" y="5539"/>
                    </a:cubicBezTo>
                    <a:cubicBezTo>
                      <a:pt x="1763" y="6134"/>
                      <a:pt x="2570" y="6468"/>
                      <a:pt x="3411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29" name="Freeform: Shape 7928">
                <a:extLst>
                  <a:ext uri="{FF2B5EF4-FFF2-40B4-BE49-F238E27FC236}">
                    <a16:creationId xmlns:a16="http://schemas.microsoft.com/office/drawing/2014/main" id="{3FD3B4A1-22BC-45D6-9848-6D2CC24F521A}"/>
                  </a:ext>
                </a:extLst>
              </p:cNvPr>
              <p:cNvSpPr/>
              <p:nvPr/>
            </p:nvSpPr>
            <p:spPr>
              <a:xfrm>
                <a:off x="9444267" y="5041143"/>
                <a:ext cx="6343" cy="6345"/>
              </a:xfrm>
              <a:custGeom>
                <a:avLst/>
                <a:gdLst>
                  <a:gd name="connsiteX0" fmla="*/ 3411 w 6343"/>
                  <a:gd name="connsiteY0" fmla="*/ 6468 h 6345"/>
                  <a:gd name="connsiteX1" fmla="*/ 5653 w 6343"/>
                  <a:gd name="connsiteY1" fmla="*/ 5539 h 6345"/>
                  <a:gd name="connsiteX2" fmla="*/ 6582 w 6343"/>
                  <a:gd name="connsiteY2" fmla="*/ 3296 h 6345"/>
                  <a:gd name="connsiteX3" fmla="*/ 5653 w 6343"/>
                  <a:gd name="connsiteY3" fmla="*/ 1052 h 6345"/>
                  <a:gd name="connsiteX4" fmla="*/ 3411 w 6343"/>
                  <a:gd name="connsiteY4" fmla="*/ 123 h 6345"/>
                  <a:gd name="connsiteX5" fmla="*/ 1168 w 6343"/>
                  <a:gd name="connsiteY5" fmla="*/ 1052 h 6345"/>
                  <a:gd name="connsiteX6" fmla="*/ 239 w 6343"/>
                  <a:gd name="connsiteY6" fmla="*/ 3296 h 6345"/>
                  <a:gd name="connsiteX7" fmla="*/ 1168 w 6343"/>
                  <a:gd name="connsiteY7" fmla="*/ 5539 h 6345"/>
                  <a:gd name="connsiteX8" fmla="*/ 3411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68"/>
                    </a:moveTo>
                    <a:cubicBezTo>
                      <a:pt x="4252" y="6468"/>
                      <a:pt x="5059" y="6134"/>
                      <a:pt x="5653" y="5539"/>
                    </a:cubicBezTo>
                    <a:cubicBezTo>
                      <a:pt x="6248" y="4944"/>
                      <a:pt x="6582" y="4137"/>
                      <a:pt x="6582" y="3296"/>
                    </a:cubicBezTo>
                    <a:cubicBezTo>
                      <a:pt x="6582" y="2454"/>
                      <a:pt x="6248" y="1647"/>
                      <a:pt x="5653" y="1052"/>
                    </a:cubicBezTo>
                    <a:cubicBezTo>
                      <a:pt x="5059" y="457"/>
                      <a:pt x="4252" y="123"/>
                      <a:pt x="3411" y="123"/>
                    </a:cubicBezTo>
                    <a:cubicBezTo>
                      <a:pt x="2570" y="123"/>
                      <a:pt x="1763" y="457"/>
                      <a:pt x="1168" y="1052"/>
                    </a:cubicBezTo>
                    <a:cubicBezTo>
                      <a:pt x="573" y="1647"/>
                      <a:pt x="239" y="2454"/>
                      <a:pt x="239" y="3296"/>
                    </a:cubicBezTo>
                    <a:cubicBezTo>
                      <a:pt x="239" y="4137"/>
                      <a:pt x="573" y="4944"/>
                      <a:pt x="1168" y="5539"/>
                    </a:cubicBezTo>
                    <a:cubicBezTo>
                      <a:pt x="1763" y="6134"/>
                      <a:pt x="2570" y="6468"/>
                      <a:pt x="3411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30" name="Freeform: Shape 7929">
                <a:extLst>
                  <a:ext uri="{FF2B5EF4-FFF2-40B4-BE49-F238E27FC236}">
                    <a16:creationId xmlns:a16="http://schemas.microsoft.com/office/drawing/2014/main" id="{BBBBB75E-821E-C817-DDD1-EAC3B168F526}"/>
                  </a:ext>
                </a:extLst>
              </p:cNvPr>
              <p:cNvSpPr/>
              <p:nvPr/>
            </p:nvSpPr>
            <p:spPr>
              <a:xfrm>
                <a:off x="9448923" y="5040996"/>
                <a:ext cx="6343" cy="6345"/>
              </a:xfrm>
              <a:custGeom>
                <a:avLst/>
                <a:gdLst>
                  <a:gd name="connsiteX0" fmla="*/ 3411 w 6343"/>
                  <a:gd name="connsiteY0" fmla="*/ 6468 h 6345"/>
                  <a:gd name="connsiteX1" fmla="*/ 5654 w 6343"/>
                  <a:gd name="connsiteY1" fmla="*/ 5539 h 6345"/>
                  <a:gd name="connsiteX2" fmla="*/ 6583 w 6343"/>
                  <a:gd name="connsiteY2" fmla="*/ 3296 h 6345"/>
                  <a:gd name="connsiteX3" fmla="*/ 5654 w 6343"/>
                  <a:gd name="connsiteY3" fmla="*/ 1052 h 6345"/>
                  <a:gd name="connsiteX4" fmla="*/ 3411 w 6343"/>
                  <a:gd name="connsiteY4" fmla="*/ 123 h 6345"/>
                  <a:gd name="connsiteX5" fmla="*/ 1169 w 6343"/>
                  <a:gd name="connsiteY5" fmla="*/ 1052 h 6345"/>
                  <a:gd name="connsiteX6" fmla="*/ 240 w 6343"/>
                  <a:gd name="connsiteY6" fmla="*/ 3296 h 6345"/>
                  <a:gd name="connsiteX7" fmla="*/ 1169 w 6343"/>
                  <a:gd name="connsiteY7" fmla="*/ 5539 h 6345"/>
                  <a:gd name="connsiteX8" fmla="*/ 3411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68"/>
                    </a:moveTo>
                    <a:cubicBezTo>
                      <a:pt x="4252" y="6468"/>
                      <a:pt x="5059" y="6134"/>
                      <a:pt x="5654" y="5539"/>
                    </a:cubicBezTo>
                    <a:cubicBezTo>
                      <a:pt x="6249" y="4944"/>
                      <a:pt x="6583" y="4137"/>
                      <a:pt x="6583" y="3296"/>
                    </a:cubicBezTo>
                    <a:cubicBezTo>
                      <a:pt x="6583" y="2454"/>
                      <a:pt x="6249" y="1647"/>
                      <a:pt x="5654" y="1052"/>
                    </a:cubicBezTo>
                    <a:cubicBezTo>
                      <a:pt x="5059" y="457"/>
                      <a:pt x="4252" y="123"/>
                      <a:pt x="3411" y="123"/>
                    </a:cubicBezTo>
                    <a:cubicBezTo>
                      <a:pt x="2570" y="123"/>
                      <a:pt x="1763" y="457"/>
                      <a:pt x="1169" y="1052"/>
                    </a:cubicBezTo>
                    <a:cubicBezTo>
                      <a:pt x="574" y="1647"/>
                      <a:pt x="240" y="2454"/>
                      <a:pt x="240" y="3296"/>
                    </a:cubicBezTo>
                    <a:cubicBezTo>
                      <a:pt x="240" y="4137"/>
                      <a:pt x="574" y="4944"/>
                      <a:pt x="1169" y="5539"/>
                    </a:cubicBezTo>
                    <a:cubicBezTo>
                      <a:pt x="1763" y="6134"/>
                      <a:pt x="2570" y="6468"/>
                      <a:pt x="3411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31" name="Freeform: Shape 7930">
                <a:extLst>
                  <a:ext uri="{FF2B5EF4-FFF2-40B4-BE49-F238E27FC236}">
                    <a16:creationId xmlns:a16="http://schemas.microsoft.com/office/drawing/2014/main" id="{2FDCC512-102C-A048-E912-D900F1EB22B3}"/>
                  </a:ext>
                </a:extLst>
              </p:cNvPr>
              <p:cNvSpPr/>
              <p:nvPr/>
            </p:nvSpPr>
            <p:spPr>
              <a:xfrm>
                <a:off x="9450479" y="5040842"/>
                <a:ext cx="6343" cy="6345"/>
              </a:xfrm>
              <a:custGeom>
                <a:avLst/>
                <a:gdLst>
                  <a:gd name="connsiteX0" fmla="*/ 3411 w 6343"/>
                  <a:gd name="connsiteY0" fmla="*/ 6468 h 6345"/>
                  <a:gd name="connsiteX1" fmla="*/ 5654 w 6343"/>
                  <a:gd name="connsiteY1" fmla="*/ 5539 h 6345"/>
                  <a:gd name="connsiteX2" fmla="*/ 6583 w 6343"/>
                  <a:gd name="connsiteY2" fmla="*/ 3296 h 6345"/>
                  <a:gd name="connsiteX3" fmla="*/ 5654 w 6343"/>
                  <a:gd name="connsiteY3" fmla="*/ 1052 h 6345"/>
                  <a:gd name="connsiteX4" fmla="*/ 3411 w 6343"/>
                  <a:gd name="connsiteY4" fmla="*/ 123 h 6345"/>
                  <a:gd name="connsiteX5" fmla="*/ 1169 w 6343"/>
                  <a:gd name="connsiteY5" fmla="*/ 1052 h 6345"/>
                  <a:gd name="connsiteX6" fmla="*/ 240 w 6343"/>
                  <a:gd name="connsiteY6" fmla="*/ 3296 h 6345"/>
                  <a:gd name="connsiteX7" fmla="*/ 1169 w 6343"/>
                  <a:gd name="connsiteY7" fmla="*/ 5539 h 6345"/>
                  <a:gd name="connsiteX8" fmla="*/ 3411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68"/>
                    </a:moveTo>
                    <a:cubicBezTo>
                      <a:pt x="4252" y="6468"/>
                      <a:pt x="5059" y="6134"/>
                      <a:pt x="5654" y="5539"/>
                    </a:cubicBezTo>
                    <a:cubicBezTo>
                      <a:pt x="6249" y="4944"/>
                      <a:pt x="6583" y="4137"/>
                      <a:pt x="6583" y="3296"/>
                    </a:cubicBezTo>
                    <a:cubicBezTo>
                      <a:pt x="6583" y="2454"/>
                      <a:pt x="6249" y="1647"/>
                      <a:pt x="5654" y="1052"/>
                    </a:cubicBezTo>
                    <a:cubicBezTo>
                      <a:pt x="5059" y="457"/>
                      <a:pt x="4252" y="123"/>
                      <a:pt x="3411" y="123"/>
                    </a:cubicBezTo>
                    <a:cubicBezTo>
                      <a:pt x="2570" y="123"/>
                      <a:pt x="1763" y="457"/>
                      <a:pt x="1169" y="1052"/>
                    </a:cubicBezTo>
                    <a:cubicBezTo>
                      <a:pt x="574" y="1647"/>
                      <a:pt x="240" y="2454"/>
                      <a:pt x="240" y="3296"/>
                    </a:cubicBezTo>
                    <a:cubicBezTo>
                      <a:pt x="240" y="4137"/>
                      <a:pt x="574" y="4944"/>
                      <a:pt x="1169" y="5539"/>
                    </a:cubicBezTo>
                    <a:cubicBezTo>
                      <a:pt x="1763" y="6134"/>
                      <a:pt x="2570" y="6468"/>
                      <a:pt x="3411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32" name="Freeform: Shape 7931">
                <a:extLst>
                  <a:ext uri="{FF2B5EF4-FFF2-40B4-BE49-F238E27FC236}">
                    <a16:creationId xmlns:a16="http://schemas.microsoft.com/office/drawing/2014/main" id="{EC398FB7-6BBE-23EF-0412-9B927DB87641}"/>
                  </a:ext>
                </a:extLst>
              </p:cNvPr>
              <p:cNvSpPr/>
              <p:nvPr/>
            </p:nvSpPr>
            <p:spPr>
              <a:xfrm>
                <a:off x="9452040" y="5040634"/>
                <a:ext cx="6343" cy="6345"/>
              </a:xfrm>
              <a:custGeom>
                <a:avLst/>
                <a:gdLst>
                  <a:gd name="connsiteX0" fmla="*/ 3411 w 6343"/>
                  <a:gd name="connsiteY0" fmla="*/ 6468 h 6345"/>
                  <a:gd name="connsiteX1" fmla="*/ 5654 w 6343"/>
                  <a:gd name="connsiteY1" fmla="*/ 5539 h 6345"/>
                  <a:gd name="connsiteX2" fmla="*/ 6583 w 6343"/>
                  <a:gd name="connsiteY2" fmla="*/ 3296 h 6345"/>
                  <a:gd name="connsiteX3" fmla="*/ 5654 w 6343"/>
                  <a:gd name="connsiteY3" fmla="*/ 1052 h 6345"/>
                  <a:gd name="connsiteX4" fmla="*/ 3411 w 6343"/>
                  <a:gd name="connsiteY4" fmla="*/ 123 h 6345"/>
                  <a:gd name="connsiteX5" fmla="*/ 1169 w 6343"/>
                  <a:gd name="connsiteY5" fmla="*/ 1052 h 6345"/>
                  <a:gd name="connsiteX6" fmla="*/ 240 w 6343"/>
                  <a:gd name="connsiteY6" fmla="*/ 3296 h 6345"/>
                  <a:gd name="connsiteX7" fmla="*/ 1169 w 6343"/>
                  <a:gd name="connsiteY7" fmla="*/ 5539 h 6345"/>
                  <a:gd name="connsiteX8" fmla="*/ 3411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68"/>
                    </a:moveTo>
                    <a:cubicBezTo>
                      <a:pt x="4253" y="6468"/>
                      <a:pt x="5059" y="6134"/>
                      <a:pt x="5654" y="5539"/>
                    </a:cubicBezTo>
                    <a:cubicBezTo>
                      <a:pt x="6249" y="4944"/>
                      <a:pt x="6583" y="4137"/>
                      <a:pt x="6583" y="3296"/>
                    </a:cubicBezTo>
                    <a:cubicBezTo>
                      <a:pt x="6583" y="2454"/>
                      <a:pt x="6249" y="1647"/>
                      <a:pt x="5654" y="1052"/>
                    </a:cubicBezTo>
                    <a:cubicBezTo>
                      <a:pt x="5059" y="457"/>
                      <a:pt x="4253" y="123"/>
                      <a:pt x="3411" y="123"/>
                    </a:cubicBezTo>
                    <a:cubicBezTo>
                      <a:pt x="2570" y="123"/>
                      <a:pt x="1764" y="457"/>
                      <a:pt x="1169" y="1052"/>
                    </a:cubicBezTo>
                    <a:cubicBezTo>
                      <a:pt x="574" y="1647"/>
                      <a:pt x="240" y="2454"/>
                      <a:pt x="240" y="3296"/>
                    </a:cubicBezTo>
                    <a:cubicBezTo>
                      <a:pt x="240" y="4137"/>
                      <a:pt x="574" y="4944"/>
                      <a:pt x="1169" y="5539"/>
                    </a:cubicBezTo>
                    <a:cubicBezTo>
                      <a:pt x="1764" y="6134"/>
                      <a:pt x="2570" y="6468"/>
                      <a:pt x="3411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33" name="Freeform: Shape 7932">
                <a:extLst>
                  <a:ext uri="{FF2B5EF4-FFF2-40B4-BE49-F238E27FC236}">
                    <a16:creationId xmlns:a16="http://schemas.microsoft.com/office/drawing/2014/main" id="{7B1EA453-98A3-CF03-8F15-97BE7C2361BF}"/>
                  </a:ext>
                </a:extLst>
              </p:cNvPr>
              <p:cNvSpPr/>
              <p:nvPr/>
            </p:nvSpPr>
            <p:spPr>
              <a:xfrm>
                <a:off x="9453594" y="5040686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4 w 6343"/>
                  <a:gd name="connsiteY1" fmla="*/ 5539 h 6345"/>
                  <a:gd name="connsiteX2" fmla="*/ 6583 w 6343"/>
                  <a:gd name="connsiteY2" fmla="*/ 3296 h 6345"/>
                  <a:gd name="connsiteX3" fmla="*/ 5654 w 6343"/>
                  <a:gd name="connsiteY3" fmla="*/ 1052 h 6345"/>
                  <a:gd name="connsiteX4" fmla="*/ 3412 w 6343"/>
                  <a:gd name="connsiteY4" fmla="*/ 123 h 6345"/>
                  <a:gd name="connsiteX5" fmla="*/ 1169 w 6343"/>
                  <a:gd name="connsiteY5" fmla="*/ 1052 h 6345"/>
                  <a:gd name="connsiteX6" fmla="*/ 240 w 6343"/>
                  <a:gd name="connsiteY6" fmla="*/ 3296 h 6345"/>
                  <a:gd name="connsiteX7" fmla="*/ 1169 w 6343"/>
                  <a:gd name="connsiteY7" fmla="*/ 5539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3" y="6468"/>
                      <a:pt x="5059" y="6134"/>
                      <a:pt x="5654" y="5539"/>
                    </a:cubicBezTo>
                    <a:cubicBezTo>
                      <a:pt x="6249" y="4944"/>
                      <a:pt x="6583" y="4137"/>
                      <a:pt x="6583" y="3296"/>
                    </a:cubicBezTo>
                    <a:cubicBezTo>
                      <a:pt x="6583" y="2454"/>
                      <a:pt x="6249" y="1647"/>
                      <a:pt x="5654" y="1052"/>
                    </a:cubicBezTo>
                    <a:cubicBezTo>
                      <a:pt x="5059" y="457"/>
                      <a:pt x="4253" y="123"/>
                      <a:pt x="3412" y="123"/>
                    </a:cubicBezTo>
                    <a:cubicBezTo>
                      <a:pt x="2570" y="123"/>
                      <a:pt x="1764" y="457"/>
                      <a:pt x="1169" y="1052"/>
                    </a:cubicBezTo>
                    <a:cubicBezTo>
                      <a:pt x="574" y="1647"/>
                      <a:pt x="240" y="2454"/>
                      <a:pt x="240" y="3296"/>
                    </a:cubicBezTo>
                    <a:cubicBezTo>
                      <a:pt x="240" y="4137"/>
                      <a:pt x="574" y="4944"/>
                      <a:pt x="1169" y="5539"/>
                    </a:cubicBezTo>
                    <a:cubicBezTo>
                      <a:pt x="1764" y="6134"/>
                      <a:pt x="2570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34" name="Freeform: Shape 7933">
                <a:extLst>
                  <a:ext uri="{FF2B5EF4-FFF2-40B4-BE49-F238E27FC236}">
                    <a16:creationId xmlns:a16="http://schemas.microsoft.com/office/drawing/2014/main" id="{8B1C6E29-46C8-33BB-CB0E-5BCE1EE4D362}"/>
                  </a:ext>
                </a:extLst>
              </p:cNvPr>
              <p:cNvSpPr/>
              <p:nvPr/>
            </p:nvSpPr>
            <p:spPr>
              <a:xfrm>
                <a:off x="9455144" y="5040810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4 w 6343"/>
                  <a:gd name="connsiteY1" fmla="*/ 5539 h 6345"/>
                  <a:gd name="connsiteX2" fmla="*/ 6583 w 6343"/>
                  <a:gd name="connsiteY2" fmla="*/ 3296 h 6345"/>
                  <a:gd name="connsiteX3" fmla="*/ 5654 w 6343"/>
                  <a:gd name="connsiteY3" fmla="*/ 1052 h 6345"/>
                  <a:gd name="connsiteX4" fmla="*/ 3412 w 6343"/>
                  <a:gd name="connsiteY4" fmla="*/ 123 h 6345"/>
                  <a:gd name="connsiteX5" fmla="*/ 1169 w 6343"/>
                  <a:gd name="connsiteY5" fmla="*/ 1052 h 6345"/>
                  <a:gd name="connsiteX6" fmla="*/ 240 w 6343"/>
                  <a:gd name="connsiteY6" fmla="*/ 3296 h 6345"/>
                  <a:gd name="connsiteX7" fmla="*/ 1169 w 6343"/>
                  <a:gd name="connsiteY7" fmla="*/ 5539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3" y="6468"/>
                      <a:pt x="5060" y="6134"/>
                      <a:pt x="5654" y="5539"/>
                    </a:cubicBezTo>
                    <a:cubicBezTo>
                      <a:pt x="6249" y="4944"/>
                      <a:pt x="6583" y="4137"/>
                      <a:pt x="6583" y="3296"/>
                    </a:cubicBezTo>
                    <a:cubicBezTo>
                      <a:pt x="6583" y="2454"/>
                      <a:pt x="6249" y="1647"/>
                      <a:pt x="5654" y="1052"/>
                    </a:cubicBezTo>
                    <a:cubicBezTo>
                      <a:pt x="5060" y="457"/>
                      <a:pt x="4253" y="123"/>
                      <a:pt x="3412" y="123"/>
                    </a:cubicBezTo>
                    <a:cubicBezTo>
                      <a:pt x="2571" y="123"/>
                      <a:pt x="1764" y="457"/>
                      <a:pt x="1169" y="1052"/>
                    </a:cubicBezTo>
                    <a:cubicBezTo>
                      <a:pt x="574" y="1647"/>
                      <a:pt x="240" y="2454"/>
                      <a:pt x="240" y="3296"/>
                    </a:cubicBezTo>
                    <a:cubicBezTo>
                      <a:pt x="240" y="4137"/>
                      <a:pt x="574" y="4944"/>
                      <a:pt x="1169" y="5539"/>
                    </a:cubicBezTo>
                    <a:cubicBezTo>
                      <a:pt x="1764" y="6134"/>
                      <a:pt x="2571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35" name="Freeform: Shape 7934">
                <a:extLst>
                  <a:ext uri="{FF2B5EF4-FFF2-40B4-BE49-F238E27FC236}">
                    <a16:creationId xmlns:a16="http://schemas.microsoft.com/office/drawing/2014/main" id="{30CC7AEA-7651-43B5-8137-625805518DD5}"/>
                  </a:ext>
                </a:extLst>
              </p:cNvPr>
              <p:cNvSpPr/>
              <p:nvPr/>
            </p:nvSpPr>
            <p:spPr>
              <a:xfrm>
                <a:off x="9456703" y="5040756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4 w 6343"/>
                  <a:gd name="connsiteY1" fmla="*/ 5539 h 6345"/>
                  <a:gd name="connsiteX2" fmla="*/ 6583 w 6343"/>
                  <a:gd name="connsiteY2" fmla="*/ 3296 h 6345"/>
                  <a:gd name="connsiteX3" fmla="*/ 5654 w 6343"/>
                  <a:gd name="connsiteY3" fmla="*/ 1052 h 6345"/>
                  <a:gd name="connsiteX4" fmla="*/ 3412 w 6343"/>
                  <a:gd name="connsiteY4" fmla="*/ 123 h 6345"/>
                  <a:gd name="connsiteX5" fmla="*/ 1169 w 6343"/>
                  <a:gd name="connsiteY5" fmla="*/ 1052 h 6345"/>
                  <a:gd name="connsiteX6" fmla="*/ 240 w 6343"/>
                  <a:gd name="connsiteY6" fmla="*/ 3296 h 6345"/>
                  <a:gd name="connsiteX7" fmla="*/ 1169 w 6343"/>
                  <a:gd name="connsiteY7" fmla="*/ 5539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3" y="6468"/>
                      <a:pt x="5060" y="6134"/>
                      <a:pt x="5654" y="5539"/>
                    </a:cubicBezTo>
                    <a:cubicBezTo>
                      <a:pt x="6249" y="4944"/>
                      <a:pt x="6583" y="4137"/>
                      <a:pt x="6583" y="3296"/>
                    </a:cubicBezTo>
                    <a:cubicBezTo>
                      <a:pt x="6583" y="2454"/>
                      <a:pt x="6249" y="1647"/>
                      <a:pt x="5654" y="1052"/>
                    </a:cubicBezTo>
                    <a:cubicBezTo>
                      <a:pt x="5060" y="457"/>
                      <a:pt x="4253" y="123"/>
                      <a:pt x="3412" y="123"/>
                    </a:cubicBezTo>
                    <a:cubicBezTo>
                      <a:pt x="2571" y="123"/>
                      <a:pt x="1764" y="457"/>
                      <a:pt x="1169" y="1052"/>
                    </a:cubicBezTo>
                    <a:cubicBezTo>
                      <a:pt x="574" y="1647"/>
                      <a:pt x="240" y="2454"/>
                      <a:pt x="240" y="3296"/>
                    </a:cubicBezTo>
                    <a:cubicBezTo>
                      <a:pt x="240" y="4137"/>
                      <a:pt x="574" y="4944"/>
                      <a:pt x="1169" y="5539"/>
                    </a:cubicBezTo>
                    <a:cubicBezTo>
                      <a:pt x="1764" y="6134"/>
                      <a:pt x="2571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36" name="Freeform: Shape 7935">
                <a:extLst>
                  <a:ext uri="{FF2B5EF4-FFF2-40B4-BE49-F238E27FC236}">
                    <a16:creationId xmlns:a16="http://schemas.microsoft.com/office/drawing/2014/main" id="{A01E924B-E81C-7A59-96BF-D236BA34AA44}"/>
                  </a:ext>
                </a:extLst>
              </p:cNvPr>
              <p:cNvSpPr/>
              <p:nvPr/>
            </p:nvSpPr>
            <p:spPr>
              <a:xfrm>
                <a:off x="9458260" y="5040774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5 w 6343"/>
                  <a:gd name="connsiteY1" fmla="*/ 5539 h 6345"/>
                  <a:gd name="connsiteX2" fmla="*/ 6583 w 6343"/>
                  <a:gd name="connsiteY2" fmla="*/ 3296 h 6345"/>
                  <a:gd name="connsiteX3" fmla="*/ 5655 w 6343"/>
                  <a:gd name="connsiteY3" fmla="*/ 1052 h 6345"/>
                  <a:gd name="connsiteX4" fmla="*/ 3412 w 6343"/>
                  <a:gd name="connsiteY4" fmla="*/ 123 h 6345"/>
                  <a:gd name="connsiteX5" fmla="*/ 1169 w 6343"/>
                  <a:gd name="connsiteY5" fmla="*/ 1052 h 6345"/>
                  <a:gd name="connsiteX6" fmla="*/ 240 w 6343"/>
                  <a:gd name="connsiteY6" fmla="*/ 3296 h 6345"/>
                  <a:gd name="connsiteX7" fmla="*/ 1169 w 6343"/>
                  <a:gd name="connsiteY7" fmla="*/ 5539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3" y="6468"/>
                      <a:pt x="5060" y="6134"/>
                      <a:pt x="5655" y="5539"/>
                    </a:cubicBezTo>
                    <a:cubicBezTo>
                      <a:pt x="6249" y="4944"/>
                      <a:pt x="6583" y="4137"/>
                      <a:pt x="6583" y="3296"/>
                    </a:cubicBezTo>
                    <a:cubicBezTo>
                      <a:pt x="6583" y="2454"/>
                      <a:pt x="6249" y="1647"/>
                      <a:pt x="5655" y="1052"/>
                    </a:cubicBezTo>
                    <a:cubicBezTo>
                      <a:pt x="5060" y="457"/>
                      <a:pt x="4253" y="123"/>
                      <a:pt x="3412" y="123"/>
                    </a:cubicBezTo>
                    <a:cubicBezTo>
                      <a:pt x="2571" y="123"/>
                      <a:pt x="1764" y="457"/>
                      <a:pt x="1169" y="1052"/>
                    </a:cubicBezTo>
                    <a:cubicBezTo>
                      <a:pt x="575" y="1647"/>
                      <a:pt x="240" y="2454"/>
                      <a:pt x="240" y="3296"/>
                    </a:cubicBezTo>
                    <a:cubicBezTo>
                      <a:pt x="240" y="4137"/>
                      <a:pt x="575" y="4944"/>
                      <a:pt x="1169" y="5539"/>
                    </a:cubicBezTo>
                    <a:cubicBezTo>
                      <a:pt x="1764" y="6134"/>
                      <a:pt x="2571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37" name="Freeform: Shape 7936">
                <a:extLst>
                  <a:ext uri="{FF2B5EF4-FFF2-40B4-BE49-F238E27FC236}">
                    <a16:creationId xmlns:a16="http://schemas.microsoft.com/office/drawing/2014/main" id="{56C914B0-6A91-7A96-08FD-10D0F7FB3BF1}"/>
                  </a:ext>
                </a:extLst>
              </p:cNvPr>
              <p:cNvSpPr/>
              <p:nvPr/>
            </p:nvSpPr>
            <p:spPr>
              <a:xfrm>
                <a:off x="9459801" y="5041051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5 w 6343"/>
                  <a:gd name="connsiteY1" fmla="*/ 5539 h 6345"/>
                  <a:gd name="connsiteX2" fmla="*/ 6584 w 6343"/>
                  <a:gd name="connsiteY2" fmla="*/ 3296 h 6345"/>
                  <a:gd name="connsiteX3" fmla="*/ 5655 w 6343"/>
                  <a:gd name="connsiteY3" fmla="*/ 1052 h 6345"/>
                  <a:gd name="connsiteX4" fmla="*/ 3412 w 6343"/>
                  <a:gd name="connsiteY4" fmla="*/ 123 h 6345"/>
                  <a:gd name="connsiteX5" fmla="*/ 1169 w 6343"/>
                  <a:gd name="connsiteY5" fmla="*/ 1052 h 6345"/>
                  <a:gd name="connsiteX6" fmla="*/ 240 w 6343"/>
                  <a:gd name="connsiteY6" fmla="*/ 3296 h 6345"/>
                  <a:gd name="connsiteX7" fmla="*/ 1169 w 6343"/>
                  <a:gd name="connsiteY7" fmla="*/ 5539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3" y="6468"/>
                      <a:pt x="5060" y="6134"/>
                      <a:pt x="5655" y="5539"/>
                    </a:cubicBezTo>
                    <a:cubicBezTo>
                      <a:pt x="6249" y="4944"/>
                      <a:pt x="6584" y="4137"/>
                      <a:pt x="6584" y="3296"/>
                    </a:cubicBezTo>
                    <a:cubicBezTo>
                      <a:pt x="6584" y="2454"/>
                      <a:pt x="6249" y="1647"/>
                      <a:pt x="5655" y="1052"/>
                    </a:cubicBezTo>
                    <a:cubicBezTo>
                      <a:pt x="5060" y="457"/>
                      <a:pt x="4253" y="123"/>
                      <a:pt x="3412" y="123"/>
                    </a:cubicBezTo>
                    <a:cubicBezTo>
                      <a:pt x="2571" y="123"/>
                      <a:pt x="1764" y="457"/>
                      <a:pt x="1169" y="1052"/>
                    </a:cubicBezTo>
                    <a:cubicBezTo>
                      <a:pt x="575" y="1647"/>
                      <a:pt x="240" y="2454"/>
                      <a:pt x="240" y="3296"/>
                    </a:cubicBezTo>
                    <a:cubicBezTo>
                      <a:pt x="240" y="4137"/>
                      <a:pt x="575" y="4944"/>
                      <a:pt x="1169" y="5539"/>
                    </a:cubicBezTo>
                    <a:cubicBezTo>
                      <a:pt x="1764" y="6134"/>
                      <a:pt x="2571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38" name="Freeform: Shape 7937">
                <a:extLst>
                  <a:ext uri="{FF2B5EF4-FFF2-40B4-BE49-F238E27FC236}">
                    <a16:creationId xmlns:a16="http://schemas.microsoft.com/office/drawing/2014/main" id="{8ED1B899-31EE-E440-6601-C0BF749DE8E9}"/>
                  </a:ext>
                </a:extLst>
              </p:cNvPr>
              <p:cNvSpPr/>
              <p:nvPr/>
            </p:nvSpPr>
            <p:spPr>
              <a:xfrm>
                <a:off x="9461353" y="5041150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5 w 6343"/>
                  <a:gd name="connsiteY1" fmla="*/ 5539 h 6345"/>
                  <a:gd name="connsiteX2" fmla="*/ 6584 w 6343"/>
                  <a:gd name="connsiteY2" fmla="*/ 3296 h 6345"/>
                  <a:gd name="connsiteX3" fmla="*/ 5655 w 6343"/>
                  <a:gd name="connsiteY3" fmla="*/ 1052 h 6345"/>
                  <a:gd name="connsiteX4" fmla="*/ 3412 w 6343"/>
                  <a:gd name="connsiteY4" fmla="*/ 123 h 6345"/>
                  <a:gd name="connsiteX5" fmla="*/ 1170 w 6343"/>
                  <a:gd name="connsiteY5" fmla="*/ 1052 h 6345"/>
                  <a:gd name="connsiteX6" fmla="*/ 241 w 6343"/>
                  <a:gd name="connsiteY6" fmla="*/ 3296 h 6345"/>
                  <a:gd name="connsiteX7" fmla="*/ 1170 w 6343"/>
                  <a:gd name="connsiteY7" fmla="*/ 5539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3" y="6468"/>
                      <a:pt x="5060" y="6134"/>
                      <a:pt x="5655" y="5539"/>
                    </a:cubicBezTo>
                    <a:cubicBezTo>
                      <a:pt x="6250" y="4944"/>
                      <a:pt x="6584" y="4137"/>
                      <a:pt x="6584" y="3296"/>
                    </a:cubicBezTo>
                    <a:cubicBezTo>
                      <a:pt x="6584" y="2454"/>
                      <a:pt x="6250" y="1647"/>
                      <a:pt x="5655" y="1052"/>
                    </a:cubicBezTo>
                    <a:cubicBezTo>
                      <a:pt x="5060" y="457"/>
                      <a:pt x="4253" y="123"/>
                      <a:pt x="3412" y="123"/>
                    </a:cubicBezTo>
                    <a:cubicBezTo>
                      <a:pt x="2571" y="123"/>
                      <a:pt x="1764" y="457"/>
                      <a:pt x="1170" y="1052"/>
                    </a:cubicBezTo>
                    <a:cubicBezTo>
                      <a:pt x="575" y="1647"/>
                      <a:pt x="241" y="2454"/>
                      <a:pt x="241" y="3296"/>
                    </a:cubicBezTo>
                    <a:cubicBezTo>
                      <a:pt x="241" y="4137"/>
                      <a:pt x="575" y="4944"/>
                      <a:pt x="1170" y="5539"/>
                    </a:cubicBezTo>
                    <a:cubicBezTo>
                      <a:pt x="1764" y="6134"/>
                      <a:pt x="2571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39" name="Freeform: Shape 7938">
                <a:extLst>
                  <a:ext uri="{FF2B5EF4-FFF2-40B4-BE49-F238E27FC236}">
                    <a16:creationId xmlns:a16="http://schemas.microsoft.com/office/drawing/2014/main" id="{1A95A812-35DE-25C2-57B9-42E7A0CD4BAE}"/>
                  </a:ext>
                </a:extLst>
              </p:cNvPr>
              <p:cNvSpPr/>
              <p:nvPr/>
            </p:nvSpPr>
            <p:spPr>
              <a:xfrm>
                <a:off x="9462899" y="5041322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5 w 6343"/>
                  <a:gd name="connsiteY1" fmla="*/ 5539 h 6345"/>
                  <a:gd name="connsiteX2" fmla="*/ 6584 w 6343"/>
                  <a:gd name="connsiteY2" fmla="*/ 3296 h 6345"/>
                  <a:gd name="connsiteX3" fmla="*/ 5655 w 6343"/>
                  <a:gd name="connsiteY3" fmla="*/ 1052 h 6345"/>
                  <a:gd name="connsiteX4" fmla="*/ 3412 w 6343"/>
                  <a:gd name="connsiteY4" fmla="*/ 123 h 6345"/>
                  <a:gd name="connsiteX5" fmla="*/ 1170 w 6343"/>
                  <a:gd name="connsiteY5" fmla="*/ 1052 h 6345"/>
                  <a:gd name="connsiteX6" fmla="*/ 241 w 6343"/>
                  <a:gd name="connsiteY6" fmla="*/ 3296 h 6345"/>
                  <a:gd name="connsiteX7" fmla="*/ 1170 w 6343"/>
                  <a:gd name="connsiteY7" fmla="*/ 5539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3" y="6468"/>
                      <a:pt x="5060" y="6134"/>
                      <a:pt x="5655" y="5539"/>
                    </a:cubicBezTo>
                    <a:cubicBezTo>
                      <a:pt x="6250" y="4944"/>
                      <a:pt x="6584" y="4137"/>
                      <a:pt x="6584" y="3296"/>
                    </a:cubicBezTo>
                    <a:cubicBezTo>
                      <a:pt x="6584" y="2454"/>
                      <a:pt x="6250" y="1647"/>
                      <a:pt x="5655" y="1052"/>
                    </a:cubicBezTo>
                    <a:cubicBezTo>
                      <a:pt x="5060" y="457"/>
                      <a:pt x="4253" y="123"/>
                      <a:pt x="3412" y="123"/>
                    </a:cubicBezTo>
                    <a:cubicBezTo>
                      <a:pt x="2571" y="123"/>
                      <a:pt x="1764" y="457"/>
                      <a:pt x="1170" y="1052"/>
                    </a:cubicBezTo>
                    <a:cubicBezTo>
                      <a:pt x="575" y="1647"/>
                      <a:pt x="241" y="2454"/>
                      <a:pt x="241" y="3296"/>
                    </a:cubicBezTo>
                    <a:cubicBezTo>
                      <a:pt x="241" y="4137"/>
                      <a:pt x="575" y="4944"/>
                      <a:pt x="1170" y="5539"/>
                    </a:cubicBezTo>
                    <a:cubicBezTo>
                      <a:pt x="1764" y="6134"/>
                      <a:pt x="2571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40" name="Freeform: Shape 7939">
                <a:extLst>
                  <a:ext uri="{FF2B5EF4-FFF2-40B4-BE49-F238E27FC236}">
                    <a16:creationId xmlns:a16="http://schemas.microsoft.com/office/drawing/2014/main" id="{0F1F4400-1404-C1DC-321B-17412750A8E3}"/>
                  </a:ext>
                </a:extLst>
              </p:cNvPr>
              <p:cNvSpPr/>
              <p:nvPr/>
            </p:nvSpPr>
            <p:spPr>
              <a:xfrm>
                <a:off x="9464448" y="5041440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5 w 6343"/>
                  <a:gd name="connsiteY1" fmla="*/ 5539 h 6345"/>
                  <a:gd name="connsiteX2" fmla="*/ 6584 w 6343"/>
                  <a:gd name="connsiteY2" fmla="*/ 3296 h 6345"/>
                  <a:gd name="connsiteX3" fmla="*/ 5655 w 6343"/>
                  <a:gd name="connsiteY3" fmla="*/ 1052 h 6345"/>
                  <a:gd name="connsiteX4" fmla="*/ 3412 w 6343"/>
                  <a:gd name="connsiteY4" fmla="*/ 123 h 6345"/>
                  <a:gd name="connsiteX5" fmla="*/ 1170 w 6343"/>
                  <a:gd name="connsiteY5" fmla="*/ 1052 h 6345"/>
                  <a:gd name="connsiteX6" fmla="*/ 241 w 6343"/>
                  <a:gd name="connsiteY6" fmla="*/ 3296 h 6345"/>
                  <a:gd name="connsiteX7" fmla="*/ 1170 w 6343"/>
                  <a:gd name="connsiteY7" fmla="*/ 5539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4" y="6468"/>
                      <a:pt x="5060" y="6134"/>
                      <a:pt x="5655" y="5539"/>
                    </a:cubicBezTo>
                    <a:cubicBezTo>
                      <a:pt x="6250" y="4944"/>
                      <a:pt x="6584" y="4137"/>
                      <a:pt x="6584" y="3296"/>
                    </a:cubicBezTo>
                    <a:cubicBezTo>
                      <a:pt x="6584" y="2454"/>
                      <a:pt x="6250" y="1647"/>
                      <a:pt x="5655" y="1052"/>
                    </a:cubicBezTo>
                    <a:cubicBezTo>
                      <a:pt x="5060" y="457"/>
                      <a:pt x="4254" y="123"/>
                      <a:pt x="3412" y="123"/>
                    </a:cubicBezTo>
                    <a:cubicBezTo>
                      <a:pt x="2571" y="123"/>
                      <a:pt x="1765" y="457"/>
                      <a:pt x="1170" y="1052"/>
                    </a:cubicBezTo>
                    <a:cubicBezTo>
                      <a:pt x="575" y="1647"/>
                      <a:pt x="241" y="2454"/>
                      <a:pt x="241" y="3296"/>
                    </a:cubicBezTo>
                    <a:cubicBezTo>
                      <a:pt x="241" y="4137"/>
                      <a:pt x="575" y="4944"/>
                      <a:pt x="1170" y="5539"/>
                    </a:cubicBezTo>
                    <a:cubicBezTo>
                      <a:pt x="1765" y="6134"/>
                      <a:pt x="2571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41" name="Freeform: Shape 7940">
                <a:extLst>
                  <a:ext uri="{FF2B5EF4-FFF2-40B4-BE49-F238E27FC236}">
                    <a16:creationId xmlns:a16="http://schemas.microsoft.com/office/drawing/2014/main" id="{D397C35F-9063-9FF3-886F-D407476D5B32}"/>
                  </a:ext>
                </a:extLst>
              </p:cNvPr>
              <p:cNvSpPr/>
              <p:nvPr/>
            </p:nvSpPr>
            <p:spPr>
              <a:xfrm>
                <a:off x="9466002" y="5041506"/>
                <a:ext cx="6343" cy="6345"/>
              </a:xfrm>
              <a:custGeom>
                <a:avLst/>
                <a:gdLst>
                  <a:gd name="connsiteX0" fmla="*/ 3413 w 6343"/>
                  <a:gd name="connsiteY0" fmla="*/ 6468 h 6345"/>
                  <a:gd name="connsiteX1" fmla="*/ 5655 w 6343"/>
                  <a:gd name="connsiteY1" fmla="*/ 5539 h 6345"/>
                  <a:gd name="connsiteX2" fmla="*/ 6584 w 6343"/>
                  <a:gd name="connsiteY2" fmla="*/ 3296 h 6345"/>
                  <a:gd name="connsiteX3" fmla="*/ 5655 w 6343"/>
                  <a:gd name="connsiteY3" fmla="*/ 1052 h 6345"/>
                  <a:gd name="connsiteX4" fmla="*/ 3413 w 6343"/>
                  <a:gd name="connsiteY4" fmla="*/ 123 h 6345"/>
                  <a:gd name="connsiteX5" fmla="*/ 1170 w 6343"/>
                  <a:gd name="connsiteY5" fmla="*/ 1052 h 6345"/>
                  <a:gd name="connsiteX6" fmla="*/ 241 w 6343"/>
                  <a:gd name="connsiteY6" fmla="*/ 3296 h 6345"/>
                  <a:gd name="connsiteX7" fmla="*/ 1170 w 6343"/>
                  <a:gd name="connsiteY7" fmla="*/ 5539 h 6345"/>
                  <a:gd name="connsiteX8" fmla="*/ 341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8"/>
                    </a:moveTo>
                    <a:cubicBezTo>
                      <a:pt x="4254" y="6468"/>
                      <a:pt x="5060" y="6134"/>
                      <a:pt x="5655" y="5539"/>
                    </a:cubicBezTo>
                    <a:cubicBezTo>
                      <a:pt x="6250" y="4944"/>
                      <a:pt x="6584" y="4137"/>
                      <a:pt x="6584" y="3296"/>
                    </a:cubicBezTo>
                    <a:cubicBezTo>
                      <a:pt x="6584" y="2454"/>
                      <a:pt x="6250" y="1647"/>
                      <a:pt x="5655" y="1052"/>
                    </a:cubicBezTo>
                    <a:cubicBezTo>
                      <a:pt x="5060" y="457"/>
                      <a:pt x="4254" y="123"/>
                      <a:pt x="3413" y="123"/>
                    </a:cubicBezTo>
                    <a:cubicBezTo>
                      <a:pt x="2571" y="123"/>
                      <a:pt x="1765" y="457"/>
                      <a:pt x="1170" y="1052"/>
                    </a:cubicBezTo>
                    <a:cubicBezTo>
                      <a:pt x="575" y="1647"/>
                      <a:pt x="241" y="2454"/>
                      <a:pt x="241" y="3296"/>
                    </a:cubicBezTo>
                    <a:cubicBezTo>
                      <a:pt x="241" y="4137"/>
                      <a:pt x="575" y="4944"/>
                      <a:pt x="1170" y="5539"/>
                    </a:cubicBezTo>
                    <a:cubicBezTo>
                      <a:pt x="1765" y="6134"/>
                      <a:pt x="2571" y="6468"/>
                      <a:pt x="341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42" name="Freeform: Shape 7941">
                <a:extLst>
                  <a:ext uri="{FF2B5EF4-FFF2-40B4-BE49-F238E27FC236}">
                    <a16:creationId xmlns:a16="http://schemas.microsoft.com/office/drawing/2014/main" id="{8D54259A-2ACD-A6AD-33F8-A88A8895239E}"/>
                  </a:ext>
                </a:extLst>
              </p:cNvPr>
              <p:cNvSpPr/>
              <p:nvPr/>
            </p:nvSpPr>
            <p:spPr>
              <a:xfrm>
                <a:off x="9467585" y="5041270"/>
                <a:ext cx="6343" cy="6345"/>
              </a:xfrm>
              <a:custGeom>
                <a:avLst/>
                <a:gdLst>
                  <a:gd name="connsiteX0" fmla="*/ 3413 w 6343"/>
                  <a:gd name="connsiteY0" fmla="*/ 6468 h 6345"/>
                  <a:gd name="connsiteX1" fmla="*/ 5655 w 6343"/>
                  <a:gd name="connsiteY1" fmla="*/ 5539 h 6345"/>
                  <a:gd name="connsiteX2" fmla="*/ 6584 w 6343"/>
                  <a:gd name="connsiteY2" fmla="*/ 3296 h 6345"/>
                  <a:gd name="connsiteX3" fmla="*/ 5655 w 6343"/>
                  <a:gd name="connsiteY3" fmla="*/ 1052 h 6345"/>
                  <a:gd name="connsiteX4" fmla="*/ 3413 w 6343"/>
                  <a:gd name="connsiteY4" fmla="*/ 123 h 6345"/>
                  <a:gd name="connsiteX5" fmla="*/ 1170 w 6343"/>
                  <a:gd name="connsiteY5" fmla="*/ 1052 h 6345"/>
                  <a:gd name="connsiteX6" fmla="*/ 241 w 6343"/>
                  <a:gd name="connsiteY6" fmla="*/ 3296 h 6345"/>
                  <a:gd name="connsiteX7" fmla="*/ 1170 w 6343"/>
                  <a:gd name="connsiteY7" fmla="*/ 5539 h 6345"/>
                  <a:gd name="connsiteX8" fmla="*/ 341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8"/>
                    </a:moveTo>
                    <a:cubicBezTo>
                      <a:pt x="4254" y="6468"/>
                      <a:pt x="5061" y="6134"/>
                      <a:pt x="5655" y="5539"/>
                    </a:cubicBezTo>
                    <a:cubicBezTo>
                      <a:pt x="6250" y="4944"/>
                      <a:pt x="6584" y="4137"/>
                      <a:pt x="6584" y="3296"/>
                    </a:cubicBezTo>
                    <a:cubicBezTo>
                      <a:pt x="6584" y="2454"/>
                      <a:pt x="6250" y="1647"/>
                      <a:pt x="5655" y="1052"/>
                    </a:cubicBezTo>
                    <a:cubicBezTo>
                      <a:pt x="5061" y="457"/>
                      <a:pt x="4254" y="123"/>
                      <a:pt x="3413" y="123"/>
                    </a:cubicBezTo>
                    <a:cubicBezTo>
                      <a:pt x="2572" y="123"/>
                      <a:pt x="1765" y="457"/>
                      <a:pt x="1170" y="1052"/>
                    </a:cubicBezTo>
                    <a:cubicBezTo>
                      <a:pt x="575" y="1647"/>
                      <a:pt x="241" y="2454"/>
                      <a:pt x="241" y="3296"/>
                    </a:cubicBezTo>
                    <a:cubicBezTo>
                      <a:pt x="241" y="4137"/>
                      <a:pt x="575" y="4944"/>
                      <a:pt x="1170" y="5539"/>
                    </a:cubicBezTo>
                    <a:cubicBezTo>
                      <a:pt x="1765" y="6134"/>
                      <a:pt x="2572" y="6468"/>
                      <a:pt x="341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43" name="Freeform: Shape 7942">
                <a:extLst>
                  <a:ext uri="{FF2B5EF4-FFF2-40B4-BE49-F238E27FC236}">
                    <a16:creationId xmlns:a16="http://schemas.microsoft.com/office/drawing/2014/main" id="{556E48C7-F348-54A3-A1BD-E4155B1BCAB9}"/>
                  </a:ext>
                </a:extLst>
              </p:cNvPr>
              <p:cNvSpPr/>
              <p:nvPr/>
            </p:nvSpPr>
            <p:spPr>
              <a:xfrm>
                <a:off x="9469092" y="5041852"/>
                <a:ext cx="6343" cy="6345"/>
              </a:xfrm>
              <a:custGeom>
                <a:avLst/>
                <a:gdLst>
                  <a:gd name="connsiteX0" fmla="*/ 3413 w 6343"/>
                  <a:gd name="connsiteY0" fmla="*/ 6469 h 6345"/>
                  <a:gd name="connsiteX1" fmla="*/ 5655 w 6343"/>
                  <a:gd name="connsiteY1" fmla="*/ 5539 h 6345"/>
                  <a:gd name="connsiteX2" fmla="*/ 6584 w 6343"/>
                  <a:gd name="connsiteY2" fmla="*/ 3296 h 6345"/>
                  <a:gd name="connsiteX3" fmla="*/ 5655 w 6343"/>
                  <a:gd name="connsiteY3" fmla="*/ 1052 h 6345"/>
                  <a:gd name="connsiteX4" fmla="*/ 3413 w 6343"/>
                  <a:gd name="connsiteY4" fmla="*/ 123 h 6345"/>
                  <a:gd name="connsiteX5" fmla="*/ 1170 w 6343"/>
                  <a:gd name="connsiteY5" fmla="*/ 1052 h 6345"/>
                  <a:gd name="connsiteX6" fmla="*/ 241 w 6343"/>
                  <a:gd name="connsiteY6" fmla="*/ 3296 h 6345"/>
                  <a:gd name="connsiteX7" fmla="*/ 1170 w 6343"/>
                  <a:gd name="connsiteY7" fmla="*/ 5539 h 6345"/>
                  <a:gd name="connsiteX8" fmla="*/ 3413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9"/>
                    </a:moveTo>
                    <a:cubicBezTo>
                      <a:pt x="4254" y="6469"/>
                      <a:pt x="5061" y="6134"/>
                      <a:pt x="5655" y="5539"/>
                    </a:cubicBezTo>
                    <a:cubicBezTo>
                      <a:pt x="6250" y="4944"/>
                      <a:pt x="6584" y="4137"/>
                      <a:pt x="6584" y="3296"/>
                    </a:cubicBezTo>
                    <a:cubicBezTo>
                      <a:pt x="6584" y="2454"/>
                      <a:pt x="6250" y="1647"/>
                      <a:pt x="5655" y="1052"/>
                    </a:cubicBezTo>
                    <a:cubicBezTo>
                      <a:pt x="5061" y="457"/>
                      <a:pt x="4254" y="123"/>
                      <a:pt x="3413" y="123"/>
                    </a:cubicBezTo>
                    <a:cubicBezTo>
                      <a:pt x="2572" y="123"/>
                      <a:pt x="1765" y="457"/>
                      <a:pt x="1170" y="1052"/>
                    </a:cubicBezTo>
                    <a:cubicBezTo>
                      <a:pt x="575" y="1647"/>
                      <a:pt x="241" y="2454"/>
                      <a:pt x="241" y="3296"/>
                    </a:cubicBezTo>
                    <a:cubicBezTo>
                      <a:pt x="241" y="4137"/>
                      <a:pt x="575" y="4944"/>
                      <a:pt x="1170" y="5539"/>
                    </a:cubicBezTo>
                    <a:cubicBezTo>
                      <a:pt x="1765" y="6134"/>
                      <a:pt x="2572" y="6469"/>
                      <a:pt x="3413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44" name="Freeform: Shape 7943">
                <a:extLst>
                  <a:ext uri="{FF2B5EF4-FFF2-40B4-BE49-F238E27FC236}">
                    <a16:creationId xmlns:a16="http://schemas.microsoft.com/office/drawing/2014/main" id="{B1E9AE23-EBCC-CAFC-64E9-F64496AA77D9}"/>
                  </a:ext>
                </a:extLst>
              </p:cNvPr>
              <p:cNvSpPr/>
              <p:nvPr/>
            </p:nvSpPr>
            <p:spPr>
              <a:xfrm>
                <a:off x="9470631" y="5042071"/>
                <a:ext cx="6343" cy="6345"/>
              </a:xfrm>
              <a:custGeom>
                <a:avLst/>
                <a:gdLst>
                  <a:gd name="connsiteX0" fmla="*/ 3413 w 6343"/>
                  <a:gd name="connsiteY0" fmla="*/ 6469 h 6345"/>
                  <a:gd name="connsiteX1" fmla="*/ 5656 w 6343"/>
                  <a:gd name="connsiteY1" fmla="*/ 5539 h 6345"/>
                  <a:gd name="connsiteX2" fmla="*/ 6584 w 6343"/>
                  <a:gd name="connsiteY2" fmla="*/ 3296 h 6345"/>
                  <a:gd name="connsiteX3" fmla="*/ 5656 w 6343"/>
                  <a:gd name="connsiteY3" fmla="*/ 1052 h 6345"/>
                  <a:gd name="connsiteX4" fmla="*/ 3413 w 6343"/>
                  <a:gd name="connsiteY4" fmla="*/ 123 h 6345"/>
                  <a:gd name="connsiteX5" fmla="*/ 1170 w 6343"/>
                  <a:gd name="connsiteY5" fmla="*/ 1052 h 6345"/>
                  <a:gd name="connsiteX6" fmla="*/ 241 w 6343"/>
                  <a:gd name="connsiteY6" fmla="*/ 3296 h 6345"/>
                  <a:gd name="connsiteX7" fmla="*/ 1170 w 6343"/>
                  <a:gd name="connsiteY7" fmla="*/ 5539 h 6345"/>
                  <a:gd name="connsiteX8" fmla="*/ 3413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9"/>
                    </a:moveTo>
                    <a:cubicBezTo>
                      <a:pt x="4254" y="6469"/>
                      <a:pt x="5061" y="6134"/>
                      <a:pt x="5656" y="5539"/>
                    </a:cubicBezTo>
                    <a:cubicBezTo>
                      <a:pt x="6250" y="4944"/>
                      <a:pt x="6584" y="4137"/>
                      <a:pt x="6584" y="3296"/>
                    </a:cubicBezTo>
                    <a:cubicBezTo>
                      <a:pt x="6584" y="2454"/>
                      <a:pt x="6250" y="1647"/>
                      <a:pt x="5656" y="1052"/>
                    </a:cubicBezTo>
                    <a:cubicBezTo>
                      <a:pt x="5061" y="457"/>
                      <a:pt x="4254" y="123"/>
                      <a:pt x="3413" y="123"/>
                    </a:cubicBezTo>
                    <a:cubicBezTo>
                      <a:pt x="2572" y="123"/>
                      <a:pt x="1765" y="457"/>
                      <a:pt x="1170" y="1052"/>
                    </a:cubicBezTo>
                    <a:cubicBezTo>
                      <a:pt x="576" y="1647"/>
                      <a:pt x="241" y="2454"/>
                      <a:pt x="241" y="3296"/>
                    </a:cubicBezTo>
                    <a:cubicBezTo>
                      <a:pt x="241" y="4137"/>
                      <a:pt x="576" y="4944"/>
                      <a:pt x="1170" y="5539"/>
                    </a:cubicBezTo>
                    <a:cubicBezTo>
                      <a:pt x="1765" y="6134"/>
                      <a:pt x="2572" y="6469"/>
                      <a:pt x="3413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45" name="Freeform: Shape 7944">
                <a:extLst>
                  <a:ext uri="{FF2B5EF4-FFF2-40B4-BE49-F238E27FC236}">
                    <a16:creationId xmlns:a16="http://schemas.microsoft.com/office/drawing/2014/main" id="{98EE1A16-540B-0D9F-09B0-A9DF8F89DEB0}"/>
                  </a:ext>
                </a:extLst>
              </p:cNvPr>
              <p:cNvSpPr/>
              <p:nvPr/>
            </p:nvSpPr>
            <p:spPr>
              <a:xfrm>
                <a:off x="9472190" y="5042113"/>
                <a:ext cx="6343" cy="6345"/>
              </a:xfrm>
              <a:custGeom>
                <a:avLst/>
                <a:gdLst>
                  <a:gd name="connsiteX0" fmla="*/ 3413 w 6343"/>
                  <a:gd name="connsiteY0" fmla="*/ 6469 h 6345"/>
                  <a:gd name="connsiteX1" fmla="*/ 5656 w 6343"/>
                  <a:gd name="connsiteY1" fmla="*/ 5539 h 6345"/>
                  <a:gd name="connsiteX2" fmla="*/ 6585 w 6343"/>
                  <a:gd name="connsiteY2" fmla="*/ 3296 h 6345"/>
                  <a:gd name="connsiteX3" fmla="*/ 5656 w 6343"/>
                  <a:gd name="connsiteY3" fmla="*/ 1052 h 6345"/>
                  <a:gd name="connsiteX4" fmla="*/ 3413 w 6343"/>
                  <a:gd name="connsiteY4" fmla="*/ 123 h 6345"/>
                  <a:gd name="connsiteX5" fmla="*/ 1170 w 6343"/>
                  <a:gd name="connsiteY5" fmla="*/ 1052 h 6345"/>
                  <a:gd name="connsiteX6" fmla="*/ 241 w 6343"/>
                  <a:gd name="connsiteY6" fmla="*/ 3296 h 6345"/>
                  <a:gd name="connsiteX7" fmla="*/ 1170 w 6343"/>
                  <a:gd name="connsiteY7" fmla="*/ 5539 h 6345"/>
                  <a:gd name="connsiteX8" fmla="*/ 3413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9"/>
                    </a:moveTo>
                    <a:cubicBezTo>
                      <a:pt x="4254" y="6469"/>
                      <a:pt x="5061" y="6134"/>
                      <a:pt x="5656" y="5539"/>
                    </a:cubicBezTo>
                    <a:cubicBezTo>
                      <a:pt x="6250" y="4944"/>
                      <a:pt x="6585" y="4137"/>
                      <a:pt x="6585" y="3296"/>
                    </a:cubicBezTo>
                    <a:cubicBezTo>
                      <a:pt x="6585" y="2454"/>
                      <a:pt x="6250" y="1647"/>
                      <a:pt x="5656" y="1052"/>
                    </a:cubicBezTo>
                    <a:cubicBezTo>
                      <a:pt x="5061" y="457"/>
                      <a:pt x="4254" y="123"/>
                      <a:pt x="3413" y="123"/>
                    </a:cubicBezTo>
                    <a:cubicBezTo>
                      <a:pt x="2572" y="123"/>
                      <a:pt x="1765" y="457"/>
                      <a:pt x="1170" y="1052"/>
                    </a:cubicBezTo>
                    <a:cubicBezTo>
                      <a:pt x="576" y="1647"/>
                      <a:pt x="241" y="2454"/>
                      <a:pt x="241" y="3296"/>
                    </a:cubicBezTo>
                    <a:cubicBezTo>
                      <a:pt x="241" y="4137"/>
                      <a:pt x="576" y="4944"/>
                      <a:pt x="1170" y="5539"/>
                    </a:cubicBezTo>
                    <a:cubicBezTo>
                      <a:pt x="1765" y="6134"/>
                      <a:pt x="2572" y="6469"/>
                      <a:pt x="3413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46" name="Freeform: Shape 7945">
                <a:extLst>
                  <a:ext uri="{FF2B5EF4-FFF2-40B4-BE49-F238E27FC236}">
                    <a16:creationId xmlns:a16="http://schemas.microsoft.com/office/drawing/2014/main" id="{E5A9C404-7338-D182-D3FA-CC5F2E1D50F2}"/>
                  </a:ext>
                </a:extLst>
              </p:cNvPr>
              <p:cNvSpPr/>
              <p:nvPr/>
            </p:nvSpPr>
            <p:spPr>
              <a:xfrm>
                <a:off x="9473734" y="5042288"/>
                <a:ext cx="6343" cy="6345"/>
              </a:xfrm>
              <a:custGeom>
                <a:avLst/>
                <a:gdLst>
                  <a:gd name="connsiteX0" fmla="*/ 3413 w 6343"/>
                  <a:gd name="connsiteY0" fmla="*/ 6469 h 6345"/>
                  <a:gd name="connsiteX1" fmla="*/ 5656 w 6343"/>
                  <a:gd name="connsiteY1" fmla="*/ 5539 h 6345"/>
                  <a:gd name="connsiteX2" fmla="*/ 6585 w 6343"/>
                  <a:gd name="connsiteY2" fmla="*/ 3296 h 6345"/>
                  <a:gd name="connsiteX3" fmla="*/ 5656 w 6343"/>
                  <a:gd name="connsiteY3" fmla="*/ 1052 h 6345"/>
                  <a:gd name="connsiteX4" fmla="*/ 3413 w 6343"/>
                  <a:gd name="connsiteY4" fmla="*/ 123 h 6345"/>
                  <a:gd name="connsiteX5" fmla="*/ 1171 w 6343"/>
                  <a:gd name="connsiteY5" fmla="*/ 1052 h 6345"/>
                  <a:gd name="connsiteX6" fmla="*/ 242 w 6343"/>
                  <a:gd name="connsiteY6" fmla="*/ 3296 h 6345"/>
                  <a:gd name="connsiteX7" fmla="*/ 1171 w 6343"/>
                  <a:gd name="connsiteY7" fmla="*/ 5539 h 6345"/>
                  <a:gd name="connsiteX8" fmla="*/ 3413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9"/>
                    </a:moveTo>
                    <a:cubicBezTo>
                      <a:pt x="4254" y="6469"/>
                      <a:pt x="5061" y="6134"/>
                      <a:pt x="5656" y="5539"/>
                    </a:cubicBezTo>
                    <a:cubicBezTo>
                      <a:pt x="6251" y="4944"/>
                      <a:pt x="6585" y="4137"/>
                      <a:pt x="6585" y="3296"/>
                    </a:cubicBezTo>
                    <a:cubicBezTo>
                      <a:pt x="6585" y="2454"/>
                      <a:pt x="6251" y="1647"/>
                      <a:pt x="5656" y="1052"/>
                    </a:cubicBezTo>
                    <a:cubicBezTo>
                      <a:pt x="5061" y="457"/>
                      <a:pt x="4254" y="123"/>
                      <a:pt x="3413" y="123"/>
                    </a:cubicBezTo>
                    <a:cubicBezTo>
                      <a:pt x="2572" y="123"/>
                      <a:pt x="1765" y="457"/>
                      <a:pt x="1171" y="1052"/>
                    </a:cubicBezTo>
                    <a:cubicBezTo>
                      <a:pt x="576" y="1647"/>
                      <a:pt x="242" y="2454"/>
                      <a:pt x="242" y="3296"/>
                    </a:cubicBezTo>
                    <a:cubicBezTo>
                      <a:pt x="242" y="4137"/>
                      <a:pt x="576" y="4944"/>
                      <a:pt x="1171" y="5539"/>
                    </a:cubicBezTo>
                    <a:cubicBezTo>
                      <a:pt x="1765" y="6134"/>
                      <a:pt x="2572" y="6469"/>
                      <a:pt x="3413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47" name="Freeform: Shape 7946">
                <a:extLst>
                  <a:ext uri="{FF2B5EF4-FFF2-40B4-BE49-F238E27FC236}">
                    <a16:creationId xmlns:a16="http://schemas.microsoft.com/office/drawing/2014/main" id="{4D349337-7502-84C9-281E-E457D043CE2D}"/>
                  </a:ext>
                </a:extLst>
              </p:cNvPr>
              <p:cNvSpPr/>
              <p:nvPr/>
            </p:nvSpPr>
            <p:spPr>
              <a:xfrm>
                <a:off x="9471863" y="5171139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5"/>
                      <a:pt x="6250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8"/>
                      <a:pt x="241" y="2465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48" name="Freeform: Shape 7947">
                <a:extLst>
                  <a:ext uri="{FF2B5EF4-FFF2-40B4-BE49-F238E27FC236}">
                    <a16:creationId xmlns:a16="http://schemas.microsoft.com/office/drawing/2014/main" id="{C36A95E4-B9FC-4CF3-82F5-66D1DF5D7D3A}"/>
                  </a:ext>
                </a:extLst>
              </p:cNvPr>
              <p:cNvSpPr/>
              <p:nvPr/>
            </p:nvSpPr>
            <p:spPr>
              <a:xfrm>
                <a:off x="9472588" y="517143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5"/>
                      <a:pt x="6585" y="4147"/>
                      <a:pt x="6585" y="3306"/>
                    </a:cubicBezTo>
                    <a:cubicBezTo>
                      <a:pt x="6585" y="2465"/>
                      <a:pt x="6250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8"/>
                      <a:pt x="241" y="2465"/>
                      <a:pt x="241" y="3306"/>
                    </a:cubicBezTo>
                    <a:cubicBezTo>
                      <a:pt x="241" y="4147"/>
                      <a:pt x="576" y="4955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49" name="Freeform: Shape 7948">
                <a:extLst>
                  <a:ext uri="{FF2B5EF4-FFF2-40B4-BE49-F238E27FC236}">
                    <a16:creationId xmlns:a16="http://schemas.microsoft.com/office/drawing/2014/main" id="{4FC63146-439F-6DB1-664E-4DCD5591D82B}"/>
                  </a:ext>
                </a:extLst>
              </p:cNvPr>
              <p:cNvSpPr/>
              <p:nvPr/>
            </p:nvSpPr>
            <p:spPr>
              <a:xfrm>
                <a:off x="9519964" y="5044349"/>
                <a:ext cx="6343" cy="6345"/>
              </a:xfrm>
              <a:custGeom>
                <a:avLst/>
                <a:gdLst>
                  <a:gd name="connsiteX0" fmla="*/ 3417 w 6343"/>
                  <a:gd name="connsiteY0" fmla="*/ 6469 h 6345"/>
                  <a:gd name="connsiteX1" fmla="*/ 5659 w 6343"/>
                  <a:gd name="connsiteY1" fmla="*/ 5539 h 6345"/>
                  <a:gd name="connsiteX2" fmla="*/ 6588 w 6343"/>
                  <a:gd name="connsiteY2" fmla="*/ 3296 h 6345"/>
                  <a:gd name="connsiteX3" fmla="*/ 5659 w 6343"/>
                  <a:gd name="connsiteY3" fmla="*/ 1053 h 6345"/>
                  <a:gd name="connsiteX4" fmla="*/ 3417 w 6343"/>
                  <a:gd name="connsiteY4" fmla="*/ 123 h 6345"/>
                  <a:gd name="connsiteX5" fmla="*/ 1174 w 6343"/>
                  <a:gd name="connsiteY5" fmla="*/ 1053 h 6345"/>
                  <a:gd name="connsiteX6" fmla="*/ 245 w 6343"/>
                  <a:gd name="connsiteY6" fmla="*/ 3296 h 6345"/>
                  <a:gd name="connsiteX7" fmla="*/ 1174 w 6343"/>
                  <a:gd name="connsiteY7" fmla="*/ 5539 h 6345"/>
                  <a:gd name="connsiteX8" fmla="*/ 341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9"/>
                    </a:moveTo>
                    <a:cubicBezTo>
                      <a:pt x="4258" y="6469"/>
                      <a:pt x="5065" y="6134"/>
                      <a:pt x="5659" y="5539"/>
                    </a:cubicBezTo>
                    <a:cubicBezTo>
                      <a:pt x="6254" y="4944"/>
                      <a:pt x="6588" y="4137"/>
                      <a:pt x="6588" y="3296"/>
                    </a:cubicBezTo>
                    <a:cubicBezTo>
                      <a:pt x="6588" y="2455"/>
                      <a:pt x="6254" y="1648"/>
                      <a:pt x="5659" y="1053"/>
                    </a:cubicBezTo>
                    <a:cubicBezTo>
                      <a:pt x="5065" y="458"/>
                      <a:pt x="4258" y="123"/>
                      <a:pt x="3417" y="123"/>
                    </a:cubicBezTo>
                    <a:cubicBezTo>
                      <a:pt x="2576" y="123"/>
                      <a:pt x="1769" y="458"/>
                      <a:pt x="1174" y="1053"/>
                    </a:cubicBezTo>
                    <a:cubicBezTo>
                      <a:pt x="579" y="1648"/>
                      <a:pt x="245" y="2455"/>
                      <a:pt x="245" y="3296"/>
                    </a:cubicBezTo>
                    <a:cubicBezTo>
                      <a:pt x="245" y="4137"/>
                      <a:pt x="579" y="4944"/>
                      <a:pt x="1174" y="5539"/>
                    </a:cubicBezTo>
                    <a:cubicBezTo>
                      <a:pt x="1769" y="6134"/>
                      <a:pt x="2576" y="6469"/>
                      <a:pt x="341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50" name="Freeform: Shape 7949">
                <a:extLst>
                  <a:ext uri="{FF2B5EF4-FFF2-40B4-BE49-F238E27FC236}">
                    <a16:creationId xmlns:a16="http://schemas.microsoft.com/office/drawing/2014/main" id="{D42DB83F-F850-CDD1-5A15-6BA8DBA8C53B}"/>
                  </a:ext>
                </a:extLst>
              </p:cNvPr>
              <p:cNvSpPr/>
              <p:nvPr/>
            </p:nvSpPr>
            <p:spPr>
              <a:xfrm>
                <a:off x="9521919" y="5043446"/>
                <a:ext cx="6343" cy="6345"/>
              </a:xfrm>
              <a:custGeom>
                <a:avLst/>
                <a:gdLst>
                  <a:gd name="connsiteX0" fmla="*/ 3417 w 6343"/>
                  <a:gd name="connsiteY0" fmla="*/ 6469 h 6345"/>
                  <a:gd name="connsiteX1" fmla="*/ 5660 w 6343"/>
                  <a:gd name="connsiteY1" fmla="*/ 5539 h 6345"/>
                  <a:gd name="connsiteX2" fmla="*/ 6588 w 6343"/>
                  <a:gd name="connsiteY2" fmla="*/ 3296 h 6345"/>
                  <a:gd name="connsiteX3" fmla="*/ 5660 w 6343"/>
                  <a:gd name="connsiteY3" fmla="*/ 1052 h 6345"/>
                  <a:gd name="connsiteX4" fmla="*/ 3417 w 6343"/>
                  <a:gd name="connsiteY4" fmla="*/ 123 h 6345"/>
                  <a:gd name="connsiteX5" fmla="*/ 1174 w 6343"/>
                  <a:gd name="connsiteY5" fmla="*/ 1052 h 6345"/>
                  <a:gd name="connsiteX6" fmla="*/ 245 w 6343"/>
                  <a:gd name="connsiteY6" fmla="*/ 3296 h 6345"/>
                  <a:gd name="connsiteX7" fmla="*/ 1174 w 6343"/>
                  <a:gd name="connsiteY7" fmla="*/ 5539 h 6345"/>
                  <a:gd name="connsiteX8" fmla="*/ 341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9"/>
                    </a:moveTo>
                    <a:cubicBezTo>
                      <a:pt x="4258" y="6469"/>
                      <a:pt x="5065" y="6134"/>
                      <a:pt x="5660" y="5539"/>
                    </a:cubicBezTo>
                    <a:cubicBezTo>
                      <a:pt x="6254" y="4944"/>
                      <a:pt x="6588" y="4137"/>
                      <a:pt x="6588" y="3296"/>
                    </a:cubicBezTo>
                    <a:cubicBezTo>
                      <a:pt x="6588" y="2455"/>
                      <a:pt x="6254" y="1647"/>
                      <a:pt x="5660" y="1052"/>
                    </a:cubicBezTo>
                    <a:cubicBezTo>
                      <a:pt x="5065" y="458"/>
                      <a:pt x="4258" y="123"/>
                      <a:pt x="3417" y="123"/>
                    </a:cubicBezTo>
                    <a:cubicBezTo>
                      <a:pt x="2576" y="123"/>
                      <a:pt x="1769" y="458"/>
                      <a:pt x="1174" y="1052"/>
                    </a:cubicBezTo>
                    <a:cubicBezTo>
                      <a:pt x="580" y="1647"/>
                      <a:pt x="245" y="2455"/>
                      <a:pt x="245" y="3296"/>
                    </a:cubicBezTo>
                    <a:cubicBezTo>
                      <a:pt x="245" y="4137"/>
                      <a:pt x="580" y="4944"/>
                      <a:pt x="1174" y="5539"/>
                    </a:cubicBezTo>
                    <a:cubicBezTo>
                      <a:pt x="1769" y="6134"/>
                      <a:pt x="2576" y="6469"/>
                      <a:pt x="341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51" name="Freeform: Shape 7950">
                <a:extLst>
                  <a:ext uri="{FF2B5EF4-FFF2-40B4-BE49-F238E27FC236}">
                    <a16:creationId xmlns:a16="http://schemas.microsoft.com/office/drawing/2014/main" id="{6F389FCD-CE70-3D37-3BC9-25B4CAD82F24}"/>
                  </a:ext>
                </a:extLst>
              </p:cNvPr>
              <p:cNvSpPr/>
              <p:nvPr/>
            </p:nvSpPr>
            <p:spPr>
              <a:xfrm>
                <a:off x="9523982" y="5042259"/>
                <a:ext cx="6343" cy="6345"/>
              </a:xfrm>
              <a:custGeom>
                <a:avLst/>
                <a:gdLst>
                  <a:gd name="connsiteX0" fmla="*/ 3417 w 6343"/>
                  <a:gd name="connsiteY0" fmla="*/ 6469 h 6345"/>
                  <a:gd name="connsiteX1" fmla="*/ 5660 w 6343"/>
                  <a:gd name="connsiteY1" fmla="*/ 5539 h 6345"/>
                  <a:gd name="connsiteX2" fmla="*/ 6589 w 6343"/>
                  <a:gd name="connsiteY2" fmla="*/ 3296 h 6345"/>
                  <a:gd name="connsiteX3" fmla="*/ 5660 w 6343"/>
                  <a:gd name="connsiteY3" fmla="*/ 1052 h 6345"/>
                  <a:gd name="connsiteX4" fmla="*/ 3417 w 6343"/>
                  <a:gd name="connsiteY4" fmla="*/ 123 h 6345"/>
                  <a:gd name="connsiteX5" fmla="*/ 1174 w 6343"/>
                  <a:gd name="connsiteY5" fmla="*/ 1052 h 6345"/>
                  <a:gd name="connsiteX6" fmla="*/ 246 w 6343"/>
                  <a:gd name="connsiteY6" fmla="*/ 3296 h 6345"/>
                  <a:gd name="connsiteX7" fmla="*/ 1174 w 6343"/>
                  <a:gd name="connsiteY7" fmla="*/ 5539 h 6345"/>
                  <a:gd name="connsiteX8" fmla="*/ 341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9"/>
                    </a:moveTo>
                    <a:cubicBezTo>
                      <a:pt x="4258" y="6469"/>
                      <a:pt x="5065" y="6134"/>
                      <a:pt x="5660" y="5539"/>
                    </a:cubicBezTo>
                    <a:cubicBezTo>
                      <a:pt x="6254" y="4944"/>
                      <a:pt x="6589" y="4137"/>
                      <a:pt x="6589" y="3296"/>
                    </a:cubicBezTo>
                    <a:cubicBezTo>
                      <a:pt x="6589" y="2454"/>
                      <a:pt x="6254" y="1647"/>
                      <a:pt x="5660" y="1052"/>
                    </a:cubicBezTo>
                    <a:cubicBezTo>
                      <a:pt x="5065" y="457"/>
                      <a:pt x="4258" y="123"/>
                      <a:pt x="3417" y="123"/>
                    </a:cubicBezTo>
                    <a:cubicBezTo>
                      <a:pt x="2576" y="123"/>
                      <a:pt x="1769" y="457"/>
                      <a:pt x="1174" y="1052"/>
                    </a:cubicBezTo>
                    <a:cubicBezTo>
                      <a:pt x="580" y="1647"/>
                      <a:pt x="246" y="2454"/>
                      <a:pt x="246" y="3296"/>
                    </a:cubicBezTo>
                    <a:cubicBezTo>
                      <a:pt x="246" y="4137"/>
                      <a:pt x="580" y="4944"/>
                      <a:pt x="1174" y="5539"/>
                    </a:cubicBezTo>
                    <a:cubicBezTo>
                      <a:pt x="1769" y="6134"/>
                      <a:pt x="2576" y="6469"/>
                      <a:pt x="341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52" name="Freeform: Shape 7951">
                <a:extLst>
                  <a:ext uri="{FF2B5EF4-FFF2-40B4-BE49-F238E27FC236}">
                    <a16:creationId xmlns:a16="http://schemas.microsoft.com/office/drawing/2014/main" id="{D46FA4D4-79A3-C3E4-4394-034339514890}"/>
                  </a:ext>
                </a:extLst>
              </p:cNvPr>
              <p:cNvSpPr/>
              <p:nvPr/>
            </p:nvSpPr>
            <p:spPr>
              <a:xfrm>
                <a:off x="9525390" y="5043169"/>
                <a:ext cx="6343" cy="6345"/>
              </a:xfrm>
              <a:custGeom>
                <a:avLst/>
                <a:gdLst>
                  <a:gd name="connsiteX0" fmla="*/ 3417 w 6343"/>
                  <a:gd name="connsiteY0" fmla="*/ 6469 h 6345"/>
                  <a:gd name="connsiteX1" fmla="*/ 5660 w 6343"/>
                  <a:gd name="connsiteY1" fmla="*/ 5539 h 6345"/>
                  <a:gd name="connsiteX2" fmla="*/ 6589 w 6343"/>
                  <a:gd name="connsiteY2" fmla="*/ 3296 h 6345"/>
                  <a:gd name="connsiteX3" fmla="*/ 5660 w 6343"/>
                  <a:gd name="connsiteY3" fmla="*/ 1052 h 6345"/>
                  <a:gd name="connsiteX4" fmla="*/ 3417 w 6343"/>
                  <a:gd name="connsiteY4" fmla="*/ 123 h 6345"/>
                  <a:gd name="connsiteX5" fmla="*/ 1175 w 6343"/>
                  <a:gd name="connsiteY5" fmla="*/ 1052 h 6345"/>
                  <a:gd name="connsiteX6" fmla="*/ 246 w 6343"/>
                  <a:gd name="connsiteY6" fmla="*/ 3296 h 6345"/>
                  <a:gd name="connsiteX7" fmla="*/ 1175 w 6343"/>
                  <a:gd name="connsiteY7" fmla="*/ 5539 h 6345"/>
                  <a:gd name="connsiteX8" fmla="*/ 341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9"/>
                    </a:moveTo>
                    <a:cubicBezTo>
                      <a:pt x="4258" y="6469"/>
                      <a:pt x="5065" y="6134"/>
                      <a:pt x="5660" y="5539"/>
                    </a:cubicBezTo>
                    <a:cubicBezTo>
                      <a:pt x="6255" y="4944"/>
                      <a:pt x="6589" y="4137"/>
                      <a:pt x="6589" y="3296"/>
                    </a:cubicBezTo>
                    <a:cubicBezTo>
                      <a:pt x="6589" y="2455"/>
                      <a:pt x="6255" y="1647"/>
                      <a:pt x="5660" y="1052"/>
                    </a:cubicBezTo>
                    <a:cubicBezTo>
                      <a:pt x="5065" y="458"/>
                      <a:pt x="4258" y="123"/>
                      <a:pt x="3417" y="123"/>
                    </a:cubicBezTo>
                    <a:cubicBezTo>
                      <a:pt x="2576" y="123"/>
                      <a:pt x="1769" y="458"/>
                      <a:pt x="1175" y="1052"/>
                    </a:cubicBezTo>
                    <a:cubicBezTo>
                      <a:pt x="580" y="1647"/>
                      <a:pt x="246" y="2455"/>
                      <a:pt x="246" y="3296"/>
                    </a:cubicBezTo>
                    <a:cubicBezTo>
                      <a:pt x="246" y="4137"/>
                      <a:pt x="580" y="4944"/>
                      <a:pt x="1175" y="5539"/>
                    </a:cubicBezTo>
                    <a:cubicBezTo>
                      <a:pt x="1769" y="6134"/>
                      <a:pt x="2576" y="6469"/>
                      <a:pt x="341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53" name="Freeform: Shape 7952">
                <a:extLst>
                  <a:ext uri="{FF2B5EF4-FFF2-40B4-BE49-F238E27FC236}">
                    <a16:creationId xmlns:a16="http://schemas.microsoft.com/office/drawing/2014/main" id="{C4D9169E-8D95-F6AD-E353-B651613252C0}"/>
                  </a:ext>
                </a:extLst>
              </p:cNvPr>
              <p:cNvSpPr/>
              <p:nvPr/>
            </p:nvSpPr>
            <p:spPr>
              <a:xfrm>
                <a:off x="9526438" y="5045153"/>
                <a:ext cx="6343" cy="6345"/>
              </a:xfrm>
              <a:custGeom>
                <a:avLst/>
                <a:gdLst>
                  <a:gd name="connsiteX0" fmla="*/ 3417 w 6343"/>
                  <a:gd name="connsiteY0" fmla="*/ 6469 h 6345"/>
                  <a:gd name="connsiteX1" fmla="*/ 5660 w 6343"/>
                  <a:gd name="connsiteY1" fmla="*/ 5540 h 6345"/>
                  <a:gd name="connsiteX2" fmla="*/ 6589 w 6343"/>
                  <a:gd name="connsiteY2" fmla="*/ 3296 h 6345"/>
                  <a:gd name="connsiteX3" fmla="*/ 5660 w 6343"/>
                  <a:gd name="connsiteY3" fmla="*/ 1053 h 6345"/>
                  <a:gd name="connsiteX4" fmla="*/ 3417 w 6343"/>
                  <a:gd name="connsiteY4" fmla="*/ 123 h 6345"/>
                  <a:gd name="connsiteX5" fmla="*/ 1175 w 6343"/>
                  <a:gd name="connsiteY5" fmla="*/ 1053 h 6345"/>
                  <a:gd name="connsiteX6" fmla="*/ 246 w 6343"/>
                  <a:gd name="connsiteY6" fmla="*/ 3296 h 6345"/>
                  <a:gd name="connsiteX7" fmla="*/ 1175 w 6343"/>
                  <a:gd name="connsiteY7" fmla="*/ 5540 h 6345"/>
                  <a:gd name="connsiteX8" fmla="*/ 341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9"/>
                    </a:moveTo>
                    <a:cubicBezTo>
                      <a:pt x="4258" y="6469"/>
                      <a:pt x="5065" y="6134"/>
                      <a:pt x="5660" y="5540"/>
                    </a:cubicBezTo>
                    <a:cubicBezTo>
                      <a:pt x="6255" y="4945"/>
                      <a:pt x="6589" y="4137"/>
                      <a:pt x="6589" y="3296"/>
                    </a:cubicBezTo>
                    <a:cubicBezTo>
                      <a:pt x="6589" y="2455"/>
                      <a:pt x="6255" y="1648"/>
                      <a:pt x="5660" y="1053"/>
                    </a:cubicBezTo>
                    <a:cubicBezTo>
                      <a:pt x="5065" y="458"/>
                      <a:pt x="4258" y="123"/>
                      <a:pt x="3417" y="123"/>
                    </a:cubicBezTo>
                    <a:cubicBezTo>
                      <a:pt x="2576" y="123"/>
                      <a:pt x="1769" y="458"/>
                      <a:pt x="1175" y="1053"/>
                    </a:cubicBezTo>
                    <a:cubicBezTo>
                      <a:pt x="580" y="1648"/>
                      <a:pt x="246" y="2455"/>
                      <a:pt x="246" y="3296"/>
                    </a:cubicBezTo>
                    <a:cubicBezTo>
                      <a:pt x="246" y="4137"/>
                      <a:pt x="580" y="4945"/>
                      <a:pt x="1175" y="5540"/>
                    </a:cubicBezTo>
                    <a:cubicBezTo>
                      <a:pt x="1769" y="6134"/>
                      <a:pt x="2576" y="6469"/>
                      <a:pt x="341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54" name="Freeform: Shape 7953">
                <a:extLst>
                  <a:ext uri="{FF2B5EF4-FFF2-40B4-BE49-F238E27FC236}">
                    <a16:creationId xmlns:a16="http://schemas.microsoft.com/office/drawing/2014/main" id="{9117E318-C637-3CA9-A7EF-B76D06A0AB5B}"/>
                  </a:ext>
                </a:extLst>
              </p:cNvPr>
              <p:cNvSpPr/>
              <p:nvPr/>
            </p:nvSpPr>
            <p:spPr>
              <a:xfrm>
                <a:off x="9528341" y="5044537"/>
                <a:ext cx="6343" cy="6345"/>
              </a:xfrm>
              <a:custGeom>
                <a:avLst/>
                <a:gdLst>
                  <a:gd name="connsiteX0" fmla="*/ 3417 w 6343"/>
                  <a:gd name="connsiteY0" fmla="*/ 6469 h 6345"/>
                  <a:gd name="connsiteX1" fmla="*/ 5660 w 6343"/>
                  <a:gd name="connsiteY1" fmla="*/ 5539 h 6345"/>
                  <a:gd name="connsiteX2" fmla="*/ 6589 w 6343"/>
                  <a:gd name="connsiteY2" fmla="*/ 3296 h 6345"/>
                  <a:gd name="connsiteX3" fmla="*/ 5660 w 6343"/>
                  <a:gd name="connsiteY3" fmla="*/ 1053 h 6345"/>
                  <a:gd name="connsiteX4" fmla="*/ 3417 w 6343"/>
                  <a:gd name="connsiteY4" fmla="*/ 123 h 6345"/>
                  <a:gd name="connsiteX5" fmla="*/ 1175 w 6343"/>
                  <a:gd name="connsiteY5" fmla="*/ 1053 h 6345"/>
                  <a:gd name="connsiteX6" fmla="*/ 246 w 6343"/>
                  <a:gd name="connsiteY6" fmla="*/ 3296 h 6345"/>
                  <a:gd name="connsiteX7" fmla="*/ 1175 w 6343"/>
                  <a:gd name="connsiteY7" fmla="*/ 5539 h 6345"/>
                  <a:gd name="connsiteX8" fmla="*/ 341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9"/>
                    </a:moveTo>
                    <a:cubicBezTo>
                      <a:pt x="4259" y="6469"/>
                      <a:pt x="5065" y="6134"/>
                      <a:pt x="5660" y="5539"/>
                    </a:cubicBezTo>
                    <a:cubicBezTo>
                      <a:pt x="6255" y="4945"/>
                      <a:pt x="6589" y="4137"/>
                      <a:pt x="6589" y="3296"/>
                    </a:cubicBezTo>
                    <a:cubicBezTo>
                      <a:pt x="6589" y="2455"/>
                      <a:pt x="6255" y="1648"/>
                      <a:pt x="5660" y="1053"/>
                    </a:cubicBezTo>
                    <a:cubicBezTo>
                      <a:pt x="5065" y="458"/>
                      <a:pt x="4259" y="123"/>
                      <a:pt x="3417" y="123"/>
                    </a:cubicBezTo>
                    <a:cubicBezTo>
                      <a:pt x="2576" y="123"/>
                      <a:pt x="1770" y="458"/>
                      <a:pt x="1175" y="1053"/>
                    </a:cubicBezTo>
                    <a:cubicBezTo>
                      <a:pt x="580" y="1648"/>
                      <a:pt x="246" y="2455"/>
                      <a:pt x="246" y="3296"/>
                    </a:cubicBezTo>
                    <a:cubicBezTo>
                      <a:pt x="246" y="4137"/>
                      <a:pt x="580" y="4945"/>
                      <a:pt x="1175" y="5539"/>
                    </a:cubicBezTo>
                    <a:cubicBezTo>
                      <a:pt x="1770" y="6134"/>
                      <a:pt x="2576" y="6469"/>
                      <a:pt x="341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55" name="Freeform: Shape 7954">
                <a:extLst>
                  <a:ext uri="{FF2B5EF4-FFF2-40B4-BE49-F238E27FC236}">
                    <a16:creationId xmlns:a16="http://schemas.microsoft.com/office/drawing/2014/main" id="{0F9B3E12-00DA-B227-13A1-23CFF1B4A452}"/>
                  </a:ext>
                </a:extLst>
              </p:cNvPr>
              <p:cNvSpPr/>
              <p:nvPr/>
            </p:nvSpPr>
            <p:spPr>
              <a:xfrm>
                <a:off x="9529301" y="5046711"/>
                <a:ext cx="6343" cy="6345"/>
              </a:xfrm>
              <a:custGeom>
                <a:avLst/>
                <a:gdLst>
                  <a:gd name="connsiteX0" fmla="*/ 3418 w 6343"/>
                  <a:gd name="connsiteY0" fmla="*/ 6469 h 6345"/>
                  <a:gd name="connsiteX1" fmla="*/ 5660 w 6343"/>
                  <a:gd name="connsiteY1" fmla="*/ 5540 h 6345"/>
                  <a:gd name="connsiteX2" fmla="*/ 6589 w 6343"/>
                  <a:gd name="connsiteY2" fmla="*/ 3296 h 6345"/>
                  <a:gd name="connsiteX3" fmla="*/ 5660 w 6343"/>
                  <a:gd name="connsiteY3" fmla="*/ 1053 h 6345"/>
                  <a:gd name="connsiteX4" fmla="*/ 3418 w 6343"/>
                  <a:gd name="connsiteY4" fmla="*/ 123 h 6345"/>
                  <a:gd name="connsiteX5" fmla="*/ 1175 w 6343"/>
                  <a:gd name="connsiteY5" fmla="*/ 1053 h 6345"/>
                  <a:gd name="connsiteX6" fmla="*/ 246 w 6343"/>
                  <a:gd name="connsiteY6" fmla="*/ 3296 h 6345"/>
                  <a:gd name="connsiteX7" fmla="*/ 1175 w 6343"/>
                  <a:gd name="connsiteY7" fmla="*/ 5540 h 6345"/>
                  <a:gd name="connsiteX8" fmla="*/ 341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9"/>
                    </a:moveTo>
                    <a:cubicBezTo>
                      <a:pt x="4259" y="6469"/>
                      <a:pt x="5065" y="6135"/>
                      <a:pt x="5660" y="5540"/>
                    </a:cubicBezTo>
                    <a:cubicBezTo>
                      <a:pt x="6255" y="4945"/>
                      <a:pt x="6589" y="4138"/>
                      <a:pt x="6589" y="3296"/>
                    </a:cubicBezTo>
                    <a:cubicBezTo>
                      <a:pt x="6589" y="2455"/>
                      <a:pt x="6255" y="1648"/>
                      <a:pt x="5660" y="1053"/>
                    </a:cubicBezTo>
                    <a:cubicBezTo>
                      <a:pt x="5065" y="458"/>
                      <a:pt x="4259" y="123"/>
                      <a:pt x="3418" y="123"/>
                    </a:cubicBezTo>
                    <a:cubicBezTo>
                      <a:pt x="2576" y="123"/>
                      <a:pt x="1770" y="458"/>
                      <a:pt x="1175" y="1053"/>
                    </a:cubicBezTo>
                    <a:cubicBezTo>
                      <a:pt x="580" y="1648"/>
                      <a:pt x="246" y="2455"/>
                      <a:pt x="246" y="3296"/>
                    </a:cubicBezTo>
                    <a:cubicBezTo>
                      <a:pt x="246" y="4138"/>
                      <a:pt x="580" y="4945"/>
                      <a:pt x="1175" y="5540"/>
                    </a:cubicBezTo>
                    <a:cubicBezTo>
                      <a:pt x="1770" y="6135"/>
                      <a:pt x="2576" y="6469"/>
                      <a:pt x="341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56" name="Freeform: Shape 7955">
                <a:extLst>
                  <a:ext uri="{FF2B5EF4-FFF2-40B4-BE49-F238E27FC236}">
                    <a16:creationId xmlns:a16="http://schemas.microsoft.com/office/drawing/2014/main" id="{37233761-00E6-E127-D180-B993BC1ED7DA}"/>
                  </a:ext>
                </a:extLst>
              </p:cNvPr>
              <p:cNvSpPr/>
              <p:nvPr/>
            </p:nvSpPr>
            <p:spPr>
              <a:xfrm>
                <a:off x="9531147" y="5046294"/>
                <a:ext cx="6343" cy="6345"/>
              </a:xfrm>
              <a:custGeom>
                <a:avLst/>
                <a:gdLst>
                  <a:gd name="connsiteX0" fmla="*/ 3418 w 6343"/>
                  <a:gd name="connsiteY0" fmla="*/ 6469 h 6345"/>
                  <a:gd name="connsiteX1" fmla="*/ 5660 w 6343"/>
                  <a:gd name="connsiteY1" fmla="*/ 5540 h 6345"/>
                  <a:gd name="connsiteX2" fmla="*/ 6589 w 6343"/>
                  <a:gd name="connsiteY2" fmla="*/ 3296 h 6345"/>
                  <a:gd name="connsiteX3" fmla="*/ 5660 w 6343"/>
                  <a:gd name="connsiteY3" fmla="*/ 1053 h 6345"/>
                  <a:gd name="connsiteX4" fmla="*/ 3418 w 6343"/>
                  <a:gd name="connsiteY4" fmla="*/ 123 h 6345"/>
                  <a:gd name="connsiteX5" fmla="*/ 1175 w 6343"/>
                  <a:gd name="connsiteY5" fmla="*/ 1053 h 6345"/>
                  <a:gd name="connsiteX6" fmla="*/ 246 w 6343"/>
                  <a:gd name="connsiteY6" fmla="*/ 3296 h 6345"/>
                  <a:gd name="connsiteX7" fmla="*/ 1175 w 6343"/>
                  <a:gd name="connsiteY7" fmla="*/ 5540 h 6345"/>
                  <a:gd name="connsiteX8" fmla="*/ 341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9"/>
                    </a:moveTo>
                    <a:cubicBezTo>
                      <a:pt x="4259" y="6469"/>
                      <a:pt x="5066" y="6135"/>
                      <a:pt x="5660" y="5540"/>
                    </a:cubicBezTo>
                    <a:cubicBezTo>
                      <a:pt x="6255" y="4945"/>
                      <a:pt x="6589" y="4138"/>
                      <a:pt x="6589" y="3296"/>
                    </a:cubicBezTo>
                    <a:cubicBezTo>
                      <a:pt x="6589" y="2455"/>
                      <a:pt x="6255" y="1648"/>
                      <a:pt x="5660" y="1053"/>
                    </a:cubicBezTo>
                    <a:cubicBezTo>
                      <a:pt x="5066" y="458"/>
                      <a:pt x="4259" y="123"/>
                      <a:pt x="3418" y="123"/>
                    </a:cubicBezTo>
                    <a:cubicBezTo>
                      <a:pt x="2577" y="123"/>
                      <a:pt x="1770" y="458"/>
                      <a:pt x="1175" y="1053"/>
                    </a:cubicBezTo>
                    <a:cubicBezTo>
                      <a:pt x="580" y="1648"/>
                      <a:pt x="246" y="2455"/>
                      <a:pt x="246" y="3296"/>
                    </a:cubicBezTo>
                    <a:cubicBezTo>
                      <a:pt x="246" y="4138"/>
                      <a:pt x="580" y="4945"/>
                      <a:pt x="1175" y="5540"/>
                    </a:cubicBezTo>
                    <a:cubicBezTo>
                      <a:pt x="1770" y="6135"/>
                      <a:pt x="2577" y="6469"/>
                      <a:pt x="341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57" name="Freeform: Shape 7956">
                <a:extLst>
                  <a:ext uri="{FF2B5EF4-FFF2-40B4-BE49-F238E27FC236}">
                    <a16:creationId xmlns:a16="http://schemas.microsoft.com/office/drawing/2014/main" id="{BBDF246A-EACB-83EA-332E-3E0A0D8C9209}"/>
                  </a:ext>
                </a:extLst>
              </p:cNvPr>
              <p:cNvSpPr/>
              <p:nvPr/>
            </p:nvSpPr>
            <p:spPr>
              <a:xfrm>
                <a:off x="9532518" y="5047243"/>
                <a:ext cx="6343" cy="6345"/>
              </a:xfrm>
              <a:custGeom>
                <a:avLst/>
                <a:gdLst>
                  <a:gd name="connsiteX0" fmla="*/ 3418 w 6343"/>
                  <a:gd name="connsiteY0" fmla="*/ 6469 h 6345"/>
                  <a:gd name="connsiteX1" fmla="*/ 5660 w 6343"/>
                  <a:gd name="connsiteY1" fmla="*/ 5540 h 6345"/>
                  <a:gd name="connsiteX2" fmla="*/ 6589 w 6343"/>
                  <a:gd name="connsiteY2" fmla="*/ 3296 h 6345"/>
                  <a:gd name="connsiteX3" fmla="*/ 5660 w 6343"/>
                  <a:gd name="connsiteY3" fmla="*/ 1053 h 6345"/>
                  <a:gd name="connsiteX4" fmla="*/ 3418 w 6343"/>
                  <a:gd name="connsiteY4" fmla="*/ 124 h 6345"/>
                  <a:gd name="connsiteX5" fmla="*/ 1175 w 6343"/>
                  <a:gd name="connsiteY5" fmla="*/ 1053 h 6345"/>
                  <a:gd name="connsiteX6" fmla="*/ 246 w 6343"/>
                  <a:gd name="connsiteY6" fmla="*/ 3296 h 6345"/>
                  <a:gd name="connsiteX7" fmla="*/ 1175 w 6343"/>
                  <a:gd name="connsiteY7" fmla="*/ 5540 h 6345"/>
                  <a:gd name="connsiteX8" fmla="*/ 341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9"/>
                    </a:moveTo>
                    <a:cubicBezTo>
                      <a:pt x="4259" y="6469"/>
                      <a:pt x="5066" y="6135"/>
                      <a:pt x="5660" y="5540"/>
                    </a:cubicBezTo>
                    <a:cubicBezTo>
                      <a:pt x="6255" y="4945"/>
                      <a:pt x="6589" y="4138"/>
                      <a:pt x="6589" y="3296"/>
                    </a:cubicBezTo>
                    <a:cubicBezTo>
                      <a:pt x="6589" y="2455"/>
                      <a:pt x="6255" y="1648"/>
                      <a:pt x="5660" y="1053"/>
                    </a:cubicBezTo>
                    <a:cubicBezTo>
                      <a:pt x="5066" y="458"/>
                      <a:pt x="4259" y="124"/>
                      <a:pt x="3418" y="124"/>
                    </a:cubicBezTo>
                    <a:cubicBezTo>
                      <a:pt x="2577" y="124"/>
                      <a:pt x="1770" y="458"/>
                      <a:pt x="1175" y="1053"/>
                    </a:cubicBezTo>
                    <a:cubicBezTo>
                      <a:pt x="580" y="1648"/>
                      <a:pt x="246" y="2455"/>
                      <a:pt x="246" y="3296"/>
                    </a:cubicBezTo>
                    <a:cubicBezTo>
                      <a:pt x="246" y="4138"/>
                      <a:pt x="580" y="4945"/>
                      <a:pt x="1175" y="5540"/>
                    </a:cubicBezTo>
                    <a:cubicBezTo>
                      <a:pt x="1770" y="6135"/>
                      <a:pt x="2577" y="6469"/>
                      <a:pt x="341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58" name="Freeform: Shape 7957">
                <a:extLst>
                  <a:ext uri="{FF2B5EF4-FFF2-40B4-BE49-F238E27FC236}">
                    <a16:creationId xmlns:a16="http://schemas.microsoft.com/office/drawing/2014/main" id="{63278B84-74E7-E032-44B0-352227EAEEAA}"/>
                  </a:ext>
                </a:extLst>
              </p:cNvPr>
              <p:cNvSpPr/>
              <p:nvPr/>
            </p:nvSpPr>
            <p:spPr>
              <a:xfrm>
                <a:off x="9534308" y="5047026"/>
                <a:ext cx="6343" cy="6345"/>
              </a:xfrm>
              <a:custGeom>
                <a:avLst/>
                <a:gdLst>
                  <a:gd name="connsiteX0" fmla="*/ 3418 w 6343"/>
                  <a:gd name="connsiteY0" fmla="*/ 6469 h 6345"/>
                  <a:gd name="connsiteX1" fmla="*/ 5661 w 6343"/>
                  <a:gd name="connsiteY1" fmla="*/ 5540 h 6345"/>
                  <a:gd name="connsiteX2" fmla="*/ 6589 w 6343"/>
                  <a:gd name="connsiteY2" fmla="*/ 3296 h 6345"/>
                  <a:gd name="connsiteX3" fmla="*/ 5661 w 6343"/>
                  <a:gd name="connsiteY3" fmla="*/ 1053 h 6345"/>
                  <a:gd name="connsiteX4" fmla="*/ 3418 w 6343"/>
                  <a:gd name="connsiteY4" fmla="*/ 124 h 6345"/>
                  <a:gd name="connsiteX5" fmla="*/ 1175 w 6343"/>
                  <a:gd name="connsiteY5" fmla="*/ 1053 h 6345"/>
                  <a:gd name="connsiteX6" fmla="*/ 246 w 6343"/>
                  <a:gd name="connsiteY6" fmla="*/ 3296 h 6345"/>
                  <a:gd name="connsiteX7" fmla="*/ 1175 w 6343"/>
                  <a:gd name="connsiteY7" fmla="*/ 5540 h 6345"/>
                  <a:gd name="connsiteX8" fmla="*/ 341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9"/>
                    </a:moveTo>
                    <a:cubicBezTo>
                      <a:pt x="4259" y="6469"/>
                      <a:pt x="5066" y="6135"/>
                      <a:pt x="5661" y="5540"/>
                    </a:cubicBezTo>
                    <a:cubicBezTo>
                      <a:pt x="6255" y="4945"/>
                      <a:pt x="6589" y="4138"/>
                      <a:pt x="6589" y="3296"/>
                    </a:cubicBezTo>
                    <a:cubicBezTo>
                      <a:pt x="6589" y="2455"/>
                      <a:pt x="6255" y="1648"/>
                      <a:pt x="5661" y="1053"/>
                    </a:cubicBezTo>
                    <a:cubicBezTo>
                      <a:pt x="5066" y="458"/>
                      <a:pt x="4259" y="124"/>
                      <a:pt x="3418" y="124"/>
                    </a:cubicBezTo>
                    <a:cubicBezTo>
                      <a:pt x="2577" y="124"/>
                      <a:pt x="1770" y="458"/>
                      <a:pt x="1175" y="1053"/>
                    </a:cubicBezTo>
                    <a:cubicBezTo>
                      <a:pt x="581" y="1648"/>
                      <a:pt x="246" y="2455"/>
                      <a:pt x="246" y="3296"/>
                    </a:cubicBezTo>
                    <a:cubicBezTo>
                      <a:pt x="246" y="4138"/>
                      <a:pt x="581" y="4945"/>
                      <a:pt x="1175" y="5540"/>
                    </a:cubicBezTo>
                    <a:cubicBezTo>
                      <a:pt x="1770" y="6135"/>
                      <a:pt x="2577" y="6469"/>
                      <a:pt x="341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59" name="Freeform: Shape 7958">
                <a:extLst>
                  <a:ext uri="{FF2B5EF4-FFF2-40B4-BE49-F238E27FC236}">
                    <a16:creationId xmlns:a16="http://schemas.microsoft.com/office/drawing/2014/main" id="{D4B705D7-3CDD-87FC-A6BE-22343072C17C}"/>
                  </a:ext>
                </a:extLst>
              </p:cNvPr>
              <p:cNvSpPr/>
              <p:nvPr/>
            </p:nvSpPr>
            <p:spPr>
              <a:xfrm>
                <a:off x="9536103" y="5046821"/>
                <a:ext cx="6343" cy="6345"/>
              </a:xfrm>
              <a:custGeom>
                <a:avLst/>
                <a:gdLst>
                  <a:gd name="connsiteX0" fmla="*/ 3418 w 6343"/>
                  <a:gd name="connsiteY0" fmla="*/ 6469 h 6345"/>
                  <a:gd name="connsiteX1" fmla="*/ 5661 w 6343"/>
                  <a:gd name="connsiteY1" fmla="*/ 5540 h 6345"/>
                  <a:gd name="connsiteX2" fmla="*/ 6590 w 6343"/>
                  <a:gd name="connsiteY2" fmla="*/ 3296 h 6345"/>
                  <a:gd name="connsiteX3" fmla="*/ 5661 w 6343"/>
                  <a:gd name="connsiteY3" fmla="*/ 1053 h 6345"/>
                  <a:gd name="connsiteX4" fmla="*/ 3418 w 6343"/>
                  <a:gd name="connsiteY4" fmla="*/ 124 h 6345"/>
                  <a:gd name="connsiteX5" fmla="*/ 1175 w 6343"/>
                  <a:gd name="connsiteY5" fmla="*/ 1053 h 6345"/>
                  <a:gd name="connsiteX6" fmla="*/ 246 w 6343"/>
                  <a:gd name="connsiteY6" fmla="*/ 3296 h 6345"/>
                  <a:gd name="connsiteX7" fmla="*/ 1175 w 6343"/>
                  <a:gd name="connsiteY7" fmla="*/ 5540 h 6345"/>
                  <a:gd name="connsiteX8" fmla="*/ 341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9"/>
                    </a:moveTo>
                    <a:cubicBezTo>
                      <a:pt x="4259" y="6469"/>
                      <a:pt x="5066" y="6135"/>
                      <a:pt x="5661" y="5540"/>
                    </a:cubicBezTo>
                    <a:cubicBezTo>
                      <a:pt x="6255" y="4945"/>
                      <a:pt x="6590" y="4138"/>
                      <a:pt x="6590" y="3296"/>
                    </a:cubicBezTo>
                    <a:cubicBezTo>
                      <a:pt x="6590" y="2455"/>
                      <a:pt x="6255" y="1648"/>
                      <a:pt x="5661" y="1053"/>
                    </a:cubicBezTo>
                    <a:cubicBezTo>
                      <a:pt x="5066" y="458"/>
                      <a:pt x="4259" y="124"/>
                      <a:pt x="3418" y="124"/>
                    </a:cubicBezTo>
                    <a:cubicBezTo>
                      <a:pt x="2577" y="124"/>
                      <a:pt x="1770" y="458"/>
                      <a:pt x="1175" y="1053"/>
                    </a:cubicBezTo>
                    <a:cubicBezTo>
                      <a:pt x="581" y="1648"/>
                      <a:pt x="246" y="2455"/>
                      <a:pt x="246" y="3296"/>
                    </a:cubicBezTo>
                    <a:cubicBezTo>
                      <a:pt x="246" y="4138"/>
                      <a:pt x="581" y="4945"/>
                      <a:pt x="1175" y="5540"/>
                    </a:cubicBezTo>
                    <a:cubicBezTo>
                      <a:pt x="1770" y="6135"/>
                      <a:pt x="2577" y="6469"/>
                      <a:pt x="341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60" name="Freeform: Shape 7959">
                <a:extLst>
                  <a:ext uri="{FF2B5EF4-FFF2-40B4-BE49-F238E27FC236}">
                    <a16:creationId xmlns:a16="http://schemas.microsoft.com/office/drawing/2014/main" id="{227A5F3E-0D36-7369-5AD2-40DBFD0EC23C}"/>
                  </a:ext>
                </a:extLst>
              </p:cNvPr>
              <p:cNvSpPr/>
              <p:nvPr/>
            </p:nvSpPr>
            <p:spPr>
              <a:xfrm>
                <a:off x="9537927" y="5046571"/>
                <a:ext cx="6343" cy="6345"/>
              </a:xfrm>
              <a:custGeom>
                <a:avLst/>
                <a:gdLst>
                  <a:gd name="connsiteX0" fmla="*/ 3418 w 6343"/>
                  <a:gd name="connsiteY0" fmla="*/ 6469 h 6345"/>
                  <a:gd name="connsiteX1" fmla="*/ 5661 w 6343"/>
                  <a:gd name="connsiteY1" fmla="*/ 5540 h 6345"/>
                  <a:gd name="connsiteX2" fmla="*/ 6590 w 6343"/>
                  <a:gd name="connsiteY2" fmla="*/ 3296 h 6345"/>
                  <a:gd name="connsiteX3" fmla="*/ 5661 w 6343"/>
                  <a:gd name="connsiteY3" fmla="*/ 1053 h 6345"/>
                  <a:gd name="connsiteX4" fmla="*/ 3418 w 6343"/>
                  <a:gd name="connsiteY4" fmla="*/ 123 h 6345"/>
                  <a:gd name="connsiteX5" fmla="*/ 1176 w 6343"/>
                  <a:gd name="connsiteY5" fmla="*/ 1053 h 6345"/>
                  <a:gd name="connsiteX6" fmla="*/ 247 w 6343"/>
                  <a:gd name="connsiteY6" fmla="*/ 3296 h 6345"/>
                  <a:gd name="connsiteX7" fmla="*/ 1176 w 6343"/>
                  <a:gd name="connsiteY7" fmla="*/ 5540 h 6345"/>
                  <a:gd name="connsiteX8" fmla="*/ 341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9"/>
                    </a:moveTo>
                    <a:cubicBezTo>
                      <a:pt x="4259" y="6469"/>
                      <a:pt x="5066" y="6135"/>
                      <a:pt x="5661" y="5540"/>
                    </a:cubicBezTo>
                    <a:cubicBezTo>
                      <a:pt x="6256" y="4945"/>
                      <a:pt x="6590" y="4138"/>
                      <a:pt x="6590" y="3296"/>
                    </a:cubicBezTo>
                    <a:cubicBezTo>
                      <a:pt x="6590" y="2455"/>
                      <a:pt x="6256" y="1648"/>
                      <a:pt x="5661" y="1053"/>
                    </a:cubicBezTo>
                    <a:cubicBezTo>
                      <a:pt x="5066" y="458"/>
                      <a:pt x="4259" y="123"/>
                      <a:pt x="3418" y="123"/>
                    </a:cubicBezTo>
                    <a:cubicBezTo>
                      <a:pt x="2577" y="123"/>
                      <a:pt x="1770" y="458"/>
                      <a:pt x="1176" y="1053"/>
                    </a:cubicBezTo>
                    <a:cubicBezTo>
                      <a:pt x="581" y="1648"/>
                      <a:pt x="247" y="2455"/>
                      <a:pt x="247" y="3296"/>
                    </a:cubicBezTo>
                    <a:cubicBezTo>
                      <a:pt x="247" y="4138"/>
                      <a:pt x="581" y="4945"/>
                      <a:pt x="1176" y="5540"/>
                    </a:cubicBezTo>
                    <a:cubicBezTo>
                      <a:pt x="1770" y="6135"/>
                      <a:pt x="2577" y="6469"/>
                      <a:pt x="341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61" name="Freeform: Shape 7960">
                <a:extLst>
                  <a:ext uri="{FF2B5EF4-FFF2-40B4-BE49-F238E27FC236}">
                    <a16:creationId xmlns:a16="http://schemas.microsoft.com/office/drawing/2014/main" id="{9F1A0B0B-7266-6824-70A8-4700085D318F}"/>
                  </a:ext>
                </a:extLst>
              </p:cNvPr>
              <p:cNvSpPr/>
              <p:nvPr/>
            </p:nvSpPr>
            <p:spPr>
              <a:xfrm>
                <a:off x="9540005" y="5045693"/>
                <a:ext cx="6343" cy="6345"/>
              </a:xfrm>
              <a:custGeom>
                <a:avLst/>
                <a:gdLst>
                  <a:gd name="connsiteX0" fmla="*/ 3418 w 6343"/>
                  <a:gd name="connsiteY0" fmla="*/ 6469 h 6345"/>
                  <a:gd name="connsiteX1" fmla="*/ 5661 w 6343"/>
                  <a:gd name="connsiteY1" fmla="*/ 5540 h 6345"/>
                  <a:gd name="connsiteX2" fmla="*/ 6590 w 6343"/>
                  <a:gd name="connsiteY2" fmla="*/ 3296 h 6345"/>
                  <a:gd name="connsiteX3" fmla="*/ 5661 w 6343"/>
                  <a:gd name="connsiteY3" fmla="*/ 1053 h 6345"/>
                  <a:gd name="connsiteX4" fmla="*/ 3418 w 6343"/>
                  <a:gd name="connsiteY4" fmla="*/ 123 h 6345"/>
                  <a:gd name="connsiteX5" fmla="*/ 1176 w 6343"/>
                  <a:gd name="connsiteY5" fmla="*/ 1053 h 6345"/>
                  <a:gd name="connsiteX6" fmla="*/ 247 w 6343"/>
                  <a:gd name="connsiteY6" fmla="*/ 3296 h 6345"/>
                  <a:gd name="connsiteX7" fmla="*/ 1176 w 6343"/>
                  <a:gd name="connsiteY7" fmla="*/ 5540 h 6345"/>
                  <a:gd name="connsiteX8" fmla="*/ 341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9"/>
                    </a:moveTo>
                    <a:cubicBezTo>
                      <a:pt x="4259" y="6469"/>
                      <a:pt x="5066" y="6135"/>
                      <a:pt x="5661" y="5540"/>
                    </a:cubicBezTo>
                    <a:cubicBezTo>
                      <a:pt x="6256" y="4945"/>
                      <a:pt x="6590" y="4138"/>
                      <a:pt x="6590" y="3296"/>
                    </a:cubicBezTo>
                    <a:cubicBezTo>
                      <a:pt x="6590" y="2455"/>
                      <a:pt x="6256" y="1648"/>
                      <a:pt x="5661" y="1053"/>
                    </a:cubicBezTo>
                    <a:cubicBezTo>
                      <a:pt x="5066" y="458"/>
                      <a:pt x="4259" y="123"/>
                      <a:pt x="3418" y="123"/>
                    </a:cubicBezTo>
                    <a:cubicBezTo>
                      <a:pt x="2577" y="123"/>
                      <a:pt x="1770" y="458"/>
                      <a:pt x="1176" y="1053"/>
                    </a:cubicBezTo>
                    <a:cubicBezTo>
                      <a:pt x="581" y="1648"/>
                      <a:pt x="247" y="2455"/>
                      <a:pt x="247" y="3296"/>
                    </a:cubicBezTo>
                    <a:cubicBezTo>
                      <a:pt x="247" y="4138"/>
                      <a:pt x="581" y="4945"/>
                      <a:pt x="1176" y="5540"/>
                    </a:cubicBezTo>
                    <a:cubicBezTo>
                      <a:pt x="1770" y="6135"/>
                      <a:pt x="2577" y="6469"/>
                      <a:pt x="341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62" name="Freeform: Shape 7961">
                <a:extLst>
                  <a:ext uri="{FF2B5EF4-FFF2-40B4-BE49-F238E27FC236}">
                    <a16:creationId xmlns:a16="http://schemas.microsoft.com/office/drawing/2014/main" id="{66668EB2-6290-5E06-B23A-57021F0755E0}"/>
                  </a:ext>
                </a:extLst>
              </p:cNvPr>
              <p:cNvSpPr/>
              <p:nvPr/>
            </p:nvSpPr>
            <p:spPr>
              <a:xfrm>
                <a:off x="9541435" y="5046518"/>
                <a:ext cx="6343" cy="6345"/>
              </a:xfrm>
              <a:custGeom>
                <a:avLst/>
                <a:gdLst>
                  <a:gd name="connsiteX0" fmla="*/ 3418 w 6343"/>
                  <a:gd name="connsiteY0" fmla="*/ 6469 h 6345"/>
                  <a:gd name="connsiteX1" fmla="*/ 5661 w 6343"/>
                  <a:gd name="connsiteY1" fmla="*/ 5540 h 6345"/>
                  <a:gd name="connsiteX2" fmla="*/ 6590 w 6343"/>
                  <a:gd name="connsiteY2" fmla="*/ 3296 h 6345"/>
                  <a:gd name="connsiteX3" fmla="*/ 5661 w 6343"/>
                  <a:gd name="connsiteY3" fmla="*/ 1053 h 6345"/>
                  <a:gd name="connsiteX4" fmla="*/ 3418 w 6343"/>
                  <a:gd name="connsiteY4" fmla="*/ 123 h 6345"/>
                  <a:gd name="connsiteX5" fmla="*/ 1176 w 6343"/>
                  <a:gd name="connsiteY5" fmla="*/ 1053 h 6345"/>
                  <a:gd name="connsiteX6" fmla="*/ 247 w 6343"/>
                  <a:gd name="connsiteY6" fmla="*/ 3296 h 6345"/>
                  <a:gd name="connsiteX7" fmla="*/ 1176 w 6343"/>
                  <a:gd name="connsiteY7" fmla="*/ 5540 h 6345"/>
                  <a:gd name="connsiteX8" fmla="*/ 341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9"/>
                    </a:moveTo>
                    <a:cubicBezTo>
                      <a:pt x="4260" y="6469"/>
                      <a:pt x="5066" y="6135"/>
                      <a:pt x="5661" y="5540"/>
                    </a:cubicBezTo>
                    <a:cubicBezTo>
                      <a:pt x="6256" y="4945"/>
                      <a:pt x="6590" y="4138"/>
                      <a:pt x="6590" y="3296"/>
                    </a:cubicBezTo>
                    <a:cubicBezTo>
                      <a:pt x="6590" y="2455"/>
                      <a:pt x="6256" y="1648"/>
                      <a:pt x="5661" y="1053"/>
                    </a:cubicBezTo>
                    <a:cubicBezTo>
                      <a:pt x="5066" y="458"/>
                      <a:pt x="4260" y="123"/>
                      <a:pt x="3418" y="123"/>
                    </a:cubicBezTo>
                    <a:cubicBezTo>
                      <a:pt x="2577" y="123"/>
                      <a:pt x="1771" y="458"/>
                      <a:pt x="1176" y="1053"/>
                    </a:cubicBezTo>
                    <a:cubicBezTo>
                      <a:pt x="581" y="1648"/>
                      <a:pt x="247" y="2455"/>
                      <a:pt x="247" y="3296"/>
                    </a:cubicBezTo>
                    <a:cubicBezTo>
                      <a:pt x="247" y="4138"/>
                      <a:pt x="581" y="4945"/>
                      <a:pt x="1176" y="5540"/>
                    </a:cubicBezTo>
                    <a:cubicBezTo>
                      <a:pt x="1771" y="6135"/>
                      <a:pt x="2577" y="6469"/>
                      <a:pt x="341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63" name="Freeform: Shape 7962">
                <a:extLst>
                  <a:ext uri="{FF2B5EF4-FFF2-40B4-BE49-F238E27FC236}">
                    <a16:creationId xmlns:a16="http://schemas.microsoft.com/office/drawing/2014/main" id="{CC4AB81F-64C8-0D70-5559-255BC5590C55}"/>
                  </a:ext>
                </a:extLst>
              </p:cNvPr>
              <p:cNvSpPr/>
              <p:nvPr/>
            </p:nvSpPr>
            <p:spPr>
              <a:xfrm>
                <a:off x="9542997" y="5047002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1 w 6343"/>
                  <a:gd name="connsiteY1" fmla="*/ 5540 h 6345"/>
                  <a:gd name="connsiteX2" fmla="*/ 6590 w 6343"/>
                  <a:gd name="connsiteY2" fmla="*/ 3296 h 6345"/>
                  <a:gd name="connsiteX3" fmla="*/ 5661 w 6343"/>
                  <a:gd name="connsiteY3" fmla="*/ 1053 h 6345"/>
                  <a:gd name="connsiteX4" fmla="*/ 3419 w 6343"/>
                  <a:gd name="connsiteY4" fmla="*/ 124 h 6345"/>
                  <a:gd name="connsiteX5" fmla="*/ 1176 w 6343"/>
                  <a:gd name="connsiteY5" fmla="*/ 1053 h 6345"/>
                  <a:gd name="connsiteX6" fmla="*/ 247 w 6343"/>
                  <a:gd name="connsiteY6" fmla="*/ 3296 h 6345"/>
                  <a:gd name="connsiteX7" fmla="*/ 1176 w 6343"/>
                  <a:gd name="connsiteY7" fmla="*/ 5540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6" y="6135"/>
                      <a:pt x="5661" y="5540"/>
                    </a:cubicBezTo>
                    <a:cubicBezTo>
                      <a:pt x="6256" y="4945"/>
                      <a:pt x="6590" y="4138"/>
                      <a:pt x="6590" y="3296"/>
                    </a:cubicBezTo>
                    <a:cubicBezTo>
                      <a:pt x="6590" y="2455"/>
                      <a:pt x="6256" y="1648"/>
                      <a:pt x="5661" y="1053"/>
                    </a:cubicBezTo>
                    <a:cubicBezTo>
                      <a:pt x="5066" y="458"/>
                      <a:pt x="4260" y="124"/>
                      <a:pt x="3419" y="124"/>
                    </a:cubicBezTo>
                    <a:cubicBezTo>
                      <a:pt x="2577" y="124"/>
                      <a:pt x="1771" y="458"/>
                      <a:pt x="1176" y="1053"/>
                    </a:cubicBezTo>
                    <a:cubicBezTo>
                      <a:pt x="581" y="1648"/>
                      <a:pt x="247" y="2455"/>
                      <a:pt x="247" y="3296"/>
                    </a:cubicBezTo>
                    <a:cubicBezTo>
                      <a:pt x="247" y="4138"/>
                      <a:pt x="581" y="4945"/>
                      <a:pt x="1176" y="5540"/>
                    </a:cubicBezTo>
                    <a:cubicBezTo>
                      <a:pt x="1771" y="6135"/>
                      <a:pt x="2577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64" name="Freeform: Shape 7963">
                <a:extLst>
                  <a:ext uri="{FF2B5EF4-FFF2-40B4-BE49-F238E27FC236}">
                    <a16:creationId xmlns:a16="http://schemas.microsoft.com/office/drawing/2014/main" id="{67877A2D-3C73-2A6D-F705-29AA6B292E13}"/>
                  </a:ext>
                </a:extLst>
              </p:cNvPr>
              <p:cNvSpPr/>
              <p:nvPr/>
            </p:nvSpPr>
            <p:spPr>
              <a:xfrm>
                <a:off x="9544604" y="5047381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1 w 6343"/>
                  <a:gd name="connsiteY1" fmla="*/ 5540 h 6345"/>
                  <a:gd name="connsiteX2" fmla="*/ 6590 w 6343"/>
                  <a:gd name="connsiteY2" fmla="*/ 3296 h 6345"/>
                  <a:gd name="connsiteX3" fmla="*/ 5661 w 6343"/>
                  <a:gd name="connsiteY3" fmla="*/ 1053 h 6345"/>
                  <a:gd name="connsiteX4" fmla="*/ 3419 w 6343"/>
                  <a:gd name="connsiteY4" fmla="*/ 124 h 6345"/>
                  <a:gd name="connsiteX5" fmla="*/ 1176 w 6343"/>
                  <a:gd name="connsiteY5" fmla="*/ 1053 h 6345"/>
                  <a:gd name="connsiteX6" fmla="*/ 247 w 6343"/>
                  <a:gd name="connsiteY6" fmla="*/ 3296 h 6345"/>
                  <a:gd name="connsiteX7" fmla="*/ 1176 w 6343"/>
                  <a:gd name="connsiteY7" fmla="*/ 5540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7" y="6135"/>
                      <a:pt x="5661" y="5540"/>
                    </a:cubicBezTo>
                    <a:cubicBezTo>
                      <a:pt x="6256" y="4945"/>
                      <a:pt x="6590" y="4138"/>
                      <a:pt x="6590" y="3296"/>
                    </a:cubicBezTo>
                    <a:cubicBezTo>
                      <a:pt x="6590" y="2455"/>
                      <a:pt x="6256" y="1648"/>
                      <a:pt x="5661" y="1053"/>
                    </a:cubicBezTo>
                    <a:cubicBezTo>
                      <a:pt x="5067" y="458"/>
                      <a:pt x="4260" y="124"/>
                      <a:pt x="3419" y="124"/>
                    </a:cubicBezTo>
                    <a:cubicBezTo>
                      <a:pt x="2578" y="124"/>
                      <a:pt x="1771" y="458"/>
                      <a:pt x="1176" y="1053"/>
                    </a:cubicBezTo>
                    <a:cubicBezTo>
                      <a:pt x="581" y="1648"/>
                      <a:pt x="247" y="2455"/>
                      <a:pt x="247" y="3296"/>
                    </a:cubicBezTo>
                    <a:cubicBezTo>
                      <a:pt x="247" y="4138"/>
                      <a:pt x="581" y="4945"/>
                      <a:pt x="1176" y="5540"/>
                    </a:cubicBezTo>
                    <a:cubicBezTo>
                      <a:pt x="1771" y="6135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65" name="Freeform: Shape 7964">
                <a:extLst>
                  <a:ext uri="{FF2B5EF4-FFF2-40B4-BE49-F238E27FC236}">
                    <a16:creationId xmlns:a16="http://schemas.microsoft.com/office/drawing/2014/main" id="{56D0B382-336E-2BF8-9ED9-1E86E222FC3F}"/>
                  </a:ext>
                </a:extLst>
              </p:cNvPr>
              <p:cNvSpPr/>
              <p:nvPr/>
            </p:nvSpPr>
            <p:spPr>
              <a:xfrm>
                <a:off x="9546617" y="5046789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2 w 6343"/>
                  <a:gd name="connsiteY1" fmla="*/ 5540 h 6345"/>
                  <a:gd name="connsiteX2" fmla="*/ 6590 w 6343"/>
                  <a:gd name="connsiteY2" fmla="*/ 3296 h 6345"/>
                  <a:gd name="connsiteX3" fmla="*/ 5662 w 6343"/>
                  <a:gd name="connsiteY3" fmla="*/ 1053 h 6345"/>
                  <a:gd name="connsiteX4" fmla="*/ 3419 w 6343"/>
                  <a:gd name="connsiteY4" fmla="*/ 124 h 6345"/>
                  <a:gd name="connsiteX5" fmla="*/ 1176 w 6343"/>
                  <a:gd name="connsiteY5" fmla="*/ 1053 h 6345"/>
                  <a:gd name="connsiteX6" fmla="*/ 247 w 6343"/>
                  <a:gd name="connsiteY6" fmla="*/ 3296 h 6345"/>
                  <a:gd name="connsiteX7" fmla="*/ 1176 w 6343"/>
                  <a:gd name="connsiteY7" fmla="*/ 5540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7" y="6135"/>
                      <a:pt x="5662" y="5540"/>
                    </a:cubicBezTo>
                    <a:cubicBezTo>
                      <a:pt x="6256" y="4945"/>
                      <a:pt x="6590" y="4138"/>
                      <a:pt x="6590" y="3296"/>
                    </a:cubicBezTo>
                    <a:cubicBezTo>
                      <a:pt x="6590" y="2455"/>
                      <a:pt x="6256" y="1648"/>
                      <a:pt x="5662" y="1053"/>
                    </a:cubicBezTo>
                    <a:cubicBezTo>
                      <a:pt x="5067" y="458"/>
                      <a:pt x="4260" y="124"/>
                      <a:pt x="3419" y="124"/>
                    </a:cubicBezTo>
                    <a:cubicBezTo>
                      <a:pt x="2578" y="124"/>
                      <a:pt x="1771" y="458"/>
                      <a:pt x="1176" y="1053"/>
                    </a:cubicBezTo>
                    <a:cubicBezTo>
                      <a:pt x="582" y="1648"/>
                      <a:pt x="247" y="2455"/>
                      <a:pt x="247" y="3296"/>
                    </a:cubicBezTo>
                    <a:cubicBezTo>
                      <a:pt x="247" y="4138"/>
                      <a:pt x="582" y="4945"/>
                      <a:pt x="1176" y="5540"/>
                    </a:cubicBezTo>
                    <a:cubicBezTo>
                      <a:pt x="1771" y="6135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66" name="Freeform: Shape 7965">
                <a:extLst>
                  <a:ext uri="{FF2B5EF4-FFF2-40B4-BE49-F238E27FC236}">
                    <a16:creationId xmlns:a16="http://schemas.microsoft.com/office/drawing/2014/main" id="{FD3E9FAB-DC0B-1C5E-3B0D-299DD326F919}"/>
                  </a:ext>
                </a:extLst>
              </p:cNvPr>
              <p:cNvSpPr/>
              <p:nvPr/>
            </p:nvSpPr>
            <p:spPr>
              <a:xfrm>
                <a:off x="9548301" y="5047018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2 w 6343"/>
                  <a:gd name="connsiteY1" fmla="*/ 5540 h 6345"/>
                  <a:gd name="connsiteX2" fmla="*/ 6591 w 6343"/>
                  <a:gd name="connsiteY2" fmla="*/ 3296 h 6345"/>
                  <a:gd name="connsiteX3" fmla="*/ 5662 w 6343"/>
                  <a:gd name="connsiteY3" fmla="*/ 1053 h 6345"/>
                  <a:gd name="connsiteX4" fmla="*/ 3419 w 6343"/>
                  <a:gd name="connsiteY4" fmla="*/ 124 h 6345"/>
                  <a:gd name="connsiteX5" fmla="*/ 1176 w 6343"/>
                  <a:gd name="connsiteY5" fmla="*/ 1053 h 6345"/>
                  <a:gd name="connsiteX6" fmla="*/ 247 w 6343"/>
                  <a:gd name="connsiteY6" fmla="*/ 3296 h 6345"/>
                  <a:gd name="connsiteX7" fmla="*/ 1176 w 6343"/>
                  <a:gd name="connsiteY7" fmla="*/ 5540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7" y="6135"/>
                      <a:pt x="5662" y="5540"/>
                    </a:cubicBezTo>
                    <a:cubicBezTo>
                      <a:pt x="6256" y="4945"/>
                      <a:pt x="6591" y="4138"/>
                      <a:pt x="6591" y="3296"/>
                    </a:cubicBezTo>
                    <a:cubicBezTo>
                      <a:pt x="6591" y="2455"/>
                      <a:pt x="6256" y="1648"/>
                      <a:pt x="5662" y="1053"/>
                    </a:cubicBezTo>
                    <a:cubicBezTo>
                      <a:pt x="5067" y="458"/>
                      <a:pt x="4260" y="124"/>
                      <a:pt x="3419" y="124"/>
                    </a:cubicBezTo>
                    <a:cubicBezTo>
                      <a:pt x="2578" y="124"/>
                      <a:pt x="1771" y="458"/>
                      <a:pt x="1176" y="1053"/>
                    </a:cubicBezTo>
                    <a:cubicBezTo>
                      <a:pt x="582" y="1648"/>
                      <a:pt x="247" y="2455"/>
                      <a:pt x="247" y="3296"/>
                    </a:cubicBezTo>
                    <a:cubicBezTo>
                      <a:pt x="247" y="4138"/>
                      <a:pt x="582" y="4945"/>
                      <a:pt x="1176" y="5540"/>
                    </a:cubicBezTo>
                    <a:cubicBezTo>
                      <a:pt x="1771" y="6135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67" name="Freeform: Shape 7966">
                <a:extLst>
                  <a:ext uri="{FF2B5EF4-FFF2-40B4-BE49-F238E27FC236}">
                    <a16:creationId xmlns:a16="http://schemas.microsoft.com/office/drawing/2014/main" id="{BC03040D-B71C-2DD6-B83D-5B8C36743BC8}"/>
                  </a:ext>
                </a:extLst>
              </p:cNvPr>
              <p:cNvSpPr/>
              <p:nvPr/>
            </p:nvSpPr>
            <p:spPr>
              <a:xfrm>
                <a:off x="9549986" y="5047259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2 w 6343"/>
                  <a:gd name="connsiteY1" fmla="*/ 5540 h 6345"/>
                  <a:gd name="connsiteX2" fmla="*/ 6591 w 6343"/>
                  <a:gd name="connsiteY2" fmla="*/ 3296 h 6345"/>
                  <a:gd name="connsiteX3" fmla="*/ 5662 w 6343"/>
                  <a:gd name="connsiteY3" fmla="*/ 1053 h 6345"/>
                  <a:gd name="connsiteX4" fmla="*/ 3419 w 6343"/>
                  <a:gd name="connsiteY4" fmla="*/ 124 h 6345"/>
                  <a:gd name="connsiteX5" fmla="*/ 1177 w 6343"/>
                  <a:gd name="connsiteY5" fmla="*/ 1053 h 6345"/>
                  <a:gd name="connsiteX6" fmla="*/ 248 w 6343"/>
                  <a:gd name="connsiteY6" fmla="*/ 3296 h 6345"/>
                  <a:gd name="connsiteX7" fmla="*/ 1177 w 6343"/>
                  <a:gd name="connsiteY7" fmla="*/ 5540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7" y="6135"/>
                      <a:pt x="5662" y="5540"/>
                    </a:cubicBezTo>
                    <a:cubicBezTo>
                      <a:pt x="6257" y="4945"/>
                      <a:pt x="6591" y="4138"/>
                      <a:pt x="6591" y="3296"/>
                    </a:cubicBezTo>
                    <a:cubicBezTo>
                      <a:pt x="6591" y="2455"/>
                      <a:pt x="6257" y="1648"/>
                      <a:pt x="5662" y="1053"/>
                    </a:cubicBezTo>
                    <a:cubicBezTo>
                      <a:pt x="5067" y="458"/>
                      <a:pt x="4260" y="124"/>
                      <a:pt x="3419" y="124"/>
                    </a:cubicBezTo>
                    <a:cubicBezTo>
                      <a:pt x="2578" y="124"/>
                      <a:pt x="1771" y="458"/>
                      <a:pt x="1177" y="1053"/>
                    </a:cubicBezTo>
                    <a:cubicBezTo>
                      <a:pt x="582" y="1648"/>
                      <a:pt x="248" y="2455"/>
                      <a:pt x="248" y="3296"/>
                    </a:cubicBezTo>
                    <a:cubicBezTo>
                      <a:pt x="248" y="4138"/>
                      <a:pt x="582" y="4945"/>
                      <a:pt x="1177" y="5540"/>
                    </a:cubicBezTo>
                    <a:cubicBezTo>
                      <a:pt x="1771" y="6135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68" name="Freeform: Shape 7967">
                <a:extLst>
                  <a:ext uri="{FF2B5EF4-FFF2-40B4-BE49-F238E27FC236}">
                    <a16:creationId xmlns:a16="http://schemas.microsoft.com/office/drawing/2014/main" id="{4DF8EB2B-59D5-CB7E-08A4-DFC08EC2E30B}"/>
                  </a:ext>
                </a:extLst>
              </p:cNvPr>
              <p:cNvSpPr/>
              <p:nvPr/>
            </p:nvSpPr>
            <p:spPr>
              <a:xfrm>
                <a:off x="9551397" y="5048141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2 w 6343"/>
                  <a:gd name="connsiteY1" fmla="*/ 5540 h 6345"/>
                  <a:gd name="connsiteX2" fmla="*/ 6591 w 6343"/>
                  <a:gd name="connsiteY2" fmla="*/ 3296 h 6345"/>
                  <a:gd name="connsiteX3" fmla="*/ 5662 w 6343"/>
                  <a:gd name="connsiteY3" fmla="*/ 1053 h 6345"/>
                  <a:gd name="connsiteX4" fmla="*/ 3419 w 6343"/>
                  <a:gd name="connsiteY4" fmla="*/ 124 h 6345"/>
                  <a:gd name="connsiteX5" fmla="*/ 1177 w 6343"/>
                  <a:gd name="connsiteY5" fmla="*/ 1053 h 6345"/>
                  <a:gd name="connsiteX6" fmla="*/ 248 w 6343"/>
                  <a:gd name="connsiteY6" fmla="*/ 3296 h 6345"/>
                  <a:gd name="connsiteX7" fmla="*/ 1177 w 6343"/>
                  <a:gd name="connsiteY7" fmla="*/ 5540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7" y="6135"/>
                      <a:pt x="5662" y="5540"/>
                    </a:cubicBezTo>
                    <a:cubicBezTo>
                      <a:pt x="6257" y="4945"/>
                      <a:pt x="6591" y="4138"/>
                      <a:pt x="6591" y="3296"/>
                    </a:cubicBezTo>
                    <a:cubicBezTo>
                      <a:pt x="6591" y="2455"/>
                      <a:pt x="6257" y="1648"/>
                      <a:pt x="5662" y="1053"/>
                    </a:cubicBezTo>
                    <a:cubicBezTo>
                      <a:pt x="5067" y="458"/>
                      <a:pt x="4260" y="124"/>
                      <a:pt x="3419" y="124"/>
                    </a:cubicBezTo>
                    <a:cubicBezTo>
                      <a:pt x="2578" y="124"/>
                      <a:pt x="1771" y="458"/>
                      <a:pt x="1177" y="1053"/>
                    </a:cubicBezTo>
                    <a:cubicBezTo>
                      <a:pt x="582" y="1648"/>
                      <a:pt x="248" y="2455"/>
                      <a:pt x="248" y="3296"/>
                    </a:cubicBezTo>
                    <a:cubicBezTo>
                      <a:pt x="248" y="4138"/>
                      <a:pt x="582" y="4945"/>
                      <a:pt x="1177" y="5540"/>
                    </a:cubicBezTo>
                    <a:cubicBezTo>
                      <a:pt x="1771" y="6135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69" name="Freeform: Shape 7968">
                <a:extLst>
                  <a:ext uri="{FF2B5EF4-FFF2-40B4-BE49-F238E27FC236}">
                    <a16:creationId xmlns:a16="http://schemas.microsoft.com/office/drawing/2014/main" id="{90E69225-B6C7-4230-62BB-5816A057710A}"/>
                  </a:ext>
                </a:extLst>
              </p:cNvPr>
              <p:cNvSpPr/>
              <p:nvPr/>
            </p:nvSpPr>
            <p:spPr>
              <a:xfrm>
                <a:off x="9553106" y="5048345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2 w 6343"/>
                  <a:gd name="connsiteY1" fmla="*/ 5540 h 6345"/>
                  <a:gd name="connsiteX2" fmla="*/ 6591 w 6343"/>
                  <a:gd name="connsiteY2" fmla="*/ 3296 h 6345"/>
                  <a:gd name="connsiteX3" fmla="*/ 5662 w 6343"/>
                  <a:gd name="connsiteY3" fmla="*/ 1053 h 6345"/>
                  <a:gd name="connsiteX4" fmla="*/ 3419 w 6343"/>
                  <a:gd name="connsiteY4" fmla="*/ 124 h 6345"/>
                  <a:gd name="connsiteX5" fmla="*/ 1177 w 6343"/>
                  <a:gd name="connsiteY5" fmla="*/ 1053 h 6345"/>
                  <a:gd name="connsiteX6" fmla="*/ 248 w 6343"/>
                  <a:gd name="connsiteY6" fmla="*/ 3296 h 6345"/>
                  <a:gd name="connsiteX7" fmla="*/ 1177 w 6343"/>
                  <a:gd name="connsiteY7" fmla="*/ 5540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1" y="6469"/>
                      <a:pt x="5067" y="6135"/>
                      <a:pt x="5662" y="5540"/>
                    </a:cubicBezTo>
                    <a:cubicBezTo>
                      <a:pt x="6257" y="4945"/>
                      <a:pt x="6591" y="4138"/>
                      <a:pt x="6591" y="3296"/>
                    </a:cubicBezTo>
                    <a:cubicBezTo>
                      <a:pt x="6591" y="2455"/>
                      <a:pt x="6257" y="1648"/>
                      <a:pt x="5662" y="1053"/>
                    </a:cubicBezTo>
                    <a:cubicBezTo>
                      <a:pt x="5067" y="458"/>
                      <a:pt x="4261" y="124"/>
                      <a:pt x="3419" y="124"/>
                    </a:cubicBezTo>
                    <a:cubicBezTo>
                      <a:pt x="2578" y="124"/>
                      <a:pt x="1772" y="458"/>
                      <a:pt x="1177" y="1053"/>
                    </a:cubicBezTo>
                    <a:cubicBezTo>
                      <a:pt x="582" y="1648"/>
                      <a:pt x="248" y="2455"/>
                      <a:pt x="248" y="3296"/>
                    </a:cubicBezTo>
                    <a:cubicBezTo>
                      <a:pt x="248" y="4138"/>
                      <a:pt x="582" y="4945"/>
                      <a:pt x="1177" y="5540"/>
                    </a:cubicBezTo>
                    <a:cubicBezTo>
                      <a:pt x="1772" y="6135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70" name="Freeform: Shape 7969">
                <a:extLst>
                  <a:ext uri="{FF2B5EF4-FFF2-40B4-BE49-F238E27FC236}">
                    <a16:creationId xmlns:a16="http://schemas.microsoft.com/office/drawing/2014/main" id="{E82990BB-35F9-FC72-BA85-191A08596008}"/>
                  </a:ext>
                </a:extLst>
              </p:cNvPr>
              <p:cNvSpPr/>
              <p:nvPr/>
            </p:nvSpPr>
            <p:spPr>
              <a:xfrm>
                <a:off x="9525870" y="5166818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71" name="Freeform: Shape 7970">
                <a:extLst>
                  <a:ext uri="{FF2B5EF4-FFF2-40B4-BE49-F238E27FC236}">
                    <a16:creationId xmlns:a16="http://schemas.microsoft.com/office/drawing/2014/main" id="{C3F2CED6-0E11-9928-799A-D18139B18C9A}"/>
                  </a:ext>
                </a:extLst>
              </p:cNvPr>
              <p:cNvSpPr/>
              <p:nvPr/>
            </p:nvSpPr>
            <p:spPr>
              <a:xfrm>
                <a:off x="9526614" y="5167372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72" name="Freeform: Shape 7971">
                <a:extLst>
                  <a:ext uri="{FF2B5EF4-FFF2-40B4-BE49-F238E27FC236}">
                    <a16:creationId xmlns:a16="http://schemas.microsoft.com/office/drawing/2014/main" id="{C96DF1E6-FE04-FE4A-61E2-4BD6F6CE6BEA}"/>
                  </a:ext>
                </a:extLst>
              </p:cNvPr>
              <p:cNvSpPr/>
              <p:nvPr/>
            </p:nvSpPr>
            <p:spPr>
              <a:xfrm>
                <a:off x="9527884" y="5168807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73" name="Freeform: Shape 7972">
                <a:extLst>
                  <a:ext uri="{FF2B5EF4-FFF2-40B4-BE49-F238E27FC236}">
                    <a16:creationId xmlns:a16="http://schemas.microsoft.com/office/drawing/2014/main" id="{6DC418B7-E6BA-6931-52B7-EE6F4DA96ADC}"/>
                  </a:ext>
                </a:extLst>
              </p:cNvPr>
              <p:cNvSpPr/>
              <p:nvPr/>
            </p:nvSpPr>
            <p:spPr>
              <a:xfrm>
                <a:off x="9537865" y="5167739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74" name="Freeform: Shape 7973">
                <a:extLst>
                  <a:ext uri="{FF2B5EF4-FFF2-40B4-BE49-F238E27FC236}">
                    <a16:creationId xmlns:a16="http://schemas.microsoft.com/office/drawing/2014/main" id="{6756FF49-1CF2-71AF-FE59-89E5F8353C11}"/>
                  </a:ext>
                </a:extLst>
              </p:cNvPr>
              <p:cNvSpPr/>
              <p:nvPr/>
            </p:nvSpPr>
            <p:spPr>
              <a:xfrm>
                <a:off x="9536951" y="5170563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7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5"/>
                      <a:pt x="6255" y="1657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75" name="Freeform: Shape 7974">
                <a:extLst>
                  <a:ext uri="{FF2B5EF4-FFF2-40B4-BE49-F238E27FC236}">
                    <a16:creationId xmlns:a16="http://schemas.microsoft.com/office/drawing/2014/main" id="{FCBA5949-A874-1455-D10A-61EAA86212A5}"/>
                  </a:ext>
                </a:extLst>
              </p:cNvPr>
              <p:cNvSpPr/>
              <p:nvPr/>
            </p:nvSpPr>
            <p:spPr>
              <a:xfrm>
                <a:off x="9537933" y="517083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76" name="Freeform: Shape 7975">
                <a:extLst>
                  <a:ext uri="{FF2B5EF4-FFF2-40B4-BE49-F238E27FC236}">
                    <a16:creationId xmlns:a16="http://schemas.microsoft.com/office/drawing/2014/main" id="{BE204435-E988-5B69-A1B9-39860E0D0670}"/>
                  </a:ext>
                </a:extLst>
              </p:cNvPr>
              <p:cNvSpPr/>
              <p:nvPr/>
            </p:nvSpPr>
            <p:spPr>
              <a:xfrm>
                <a:off x="9539220" y="517071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77" name="Freeform: Shape 7976">
                <a:extLst>
                  <a:ext uri="{FF2B5EF4-FFF2-40B4-BE49-F238E27FC236}">
                    <a16:creationId xmlns:a16="http://schemas.microsoft.com/office/drawing/2014/main" id="{85397714-D576-291A-1F79-34B27599F728}"/>
                  </a:ext>
                </a:extLst>
              </p:cNvPr>
              <p:cNvSpPr/>
              <p:nvPr/>
            </p:nvSpPr>
            <p:spPr>
              <a:xfrm>
                <a:off x="9540282" y="517090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78" name="Freeform: Shape 7977">
                <a:extLst>
                  <a:ext uri="{FF2B5EF4-FFF2-40B4-BE49-F238E27FC236}">
                    <a16:creationId xmlns:a16="http://schemas.microsoft.com/office/drawing/2014/main" id="{1696BA22-077F-BF95-AC80-E8BDC5AC7841}"/>
                  </a:ext>
                </a:extLst>
              </p:cNvPr>
              <p:cNvSpPr/>
              <p:nvPr/>
            </p:nvSpPr>
            <p:spPr>
              <a:xfrm>
                <a:off x="9541461" y="517096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79" name="Freeform: Shape 7978">
                <a:extLst>
                  <a:ext uri="{FF2B5EF4-FFF2-40B4-BE49-F238E27FC236}">
                    <a16:creationId xmlns:a16="http://schemas.microsoft.com/office/drawing/2014/main" id="{8248C6BA-E748-C778-FAA7-AE65645F897B}"/>
                  </a:ext>
                </a:extLst>
              </p:cNvPr>
              <p:cNvSpPr/>
              <p:nvPr/>
            </p:nvSpPr>
            <p:spPr>
              <a:xfrm>
                <a:off x="9542838" y="517077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80" name="Freeform: Shape 7979">
                <a:extLst>
                  <a:ext uri="{FF2B5EF4-FFF2-40B4-BE49-F238E27FC236}">
                    <a16:creationId xmlns:a16="http://schemas.microsoft.com/office/drawing/2014/main" id="{9332A202-B262-34FF-5FB9-A1D20074275D}"/>
                  </a:ext>
                </a:extLst>
              </p:cNvPr>
              <p:cNvSpPr/>
              <p:nvPr/>
            </p:nvSpPr>
            <p:spPr>
              <a:xfrm>
                <a:off x="9544024" y="517085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81" name="Freeform: Shape 7980">
                <a:extLst>
                  <a:ext uri="{FF2B5EF4-FFF2-40B4-BE49-F238E27FC236}">
                    <a16:creationId xmlns:a16="http://schemas.microsoft.com/office/drawing/2014/main" id="{B9E7BC19-3DFE-2CEF-E6CC-0F45AA2F4524}"/>
                  </a:ext>
                </a:extLst>
              </p:cNvPr>
              <p:cNvSpPr/>
              <p:nvPr/>
            </p:nvSpPr>
            <p:spPr>
              <a:xfrm>
                <a:off x="9545371" y="517074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82" name="Freeform: Shape 7981">
                <a:extLst>
                  <a:ext uri="{FF2B5EF4-FFF2-40B4-BE49-F238E27FC236}">
                    <a16:creationId xmlns:a16="http://schemas.microsoft.com/office/drawing/2014/main" id="{73A3881F-F6C5-E129-2875-2A7CBBBDBD1E}"/>
                  </a:ext>
                </a:extLst>
              </p:cNvPr>
              <p:cNvSpPr/>
              <p:nvPr/>
            </p:nvSpPr>
            <p:spPr>
              <a:xfrm>
                <a:off x="9546564" y="517083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0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83" name="Freeform: Shape 7982">
                <a:extLst>
                  <a:ext uri="{FF2B5EF4-FFF2-40B4-BE49-F238E27FC236}">
                    <a16:creationId xmlns:a16="http://schemas.microsoft.com/office/drawing/2014/main" id="{0D06109F-95C3-D31C-DCC5-11D82E44A053}"/>
                  </a:ext>
                </a:extLst>
              </p:cNvPr>
              <p:cNvSpPr/>
              <p:nvPr/>
            </p:nvSpPr>
            <p:spPr>
              <a:xfrm>
                <a:off x="9548161" y="517046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5"/>
                      <a:pt x="6256" y="1657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7"/>
                      <a:pt x="247" y="2465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84" name="Freeform: Shape 7983">
                <a:extLst>
                  <a:ext uri="{FF2B5EF4-FFF2-40B4-BE49-F238E27FC236}">
                    <a16:creationId xmlns:a16="http://schemas.microsoft.com/office/drawing/2014/main" id="{B306E2E4-DC29-B665-D75E-D3DA3D97AE91}"/>
                  </a:ext>
                </a:extLst>
              </p:cNvPr>
              <p:cNvSpPr/>
              <p:nvPr/>
            </p:nvSpPr>
            <p:spPr>
              <a:xfrm>
                <a:off x="9549160" y="517081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85" name="Freeform: Shape 7984">
                <a:extLst>
                  <a:ext uri="{FF2B5EF4-FFF2-40B4-BE49-F238E27FC236}">
                    <a16:creationId xmlns:a16="http://schemas.microsoft.com/office/drawing/2014/main" id="{E92437BE-C1AB-A8CF-C156-14781DCD77F9}"/>
                  </a:ext>
                </a:extLst>
              </p:cNvPr>
              <p:cNvSpPr/>
              <p:nvPr/>
            </p:nvSpPr>
            <p:spPr>
              <a:xfrm>
                <a:off x="9550403" y="517089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86" name="Freeform: Shape 7985">
                <a:extLst>
                  <a:ext uri="{FF2B5EF4-FFF2-40B4-BE49-F238E27FC236}">
                    <a16:creationId xmlns:a16="http://schemas.microsoft.com/office/drawing/2014/main" id="{E842C1A8-58E3-C766-381D-86203A2BF307}"/>
                  </a:ext>
                </a:extLst>
              </p:cNvPr>
              <p:cNvSpPr/>
              <p:nvPr/>
            </p:nvSpPr>
            <p:spPr>
              <a:xfrm>
                <a:off x="9551895" y="517070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87" name="Freeform: Shape 7986">
                <a:extLst>
                  <a:ext uri="{FF2B5EF4-FFF2-40B4-BE49-F238E27FC236}">
                    <a16:creationId xmlns:a16="http://schemas.microsoft.com/office/drawing/2014/main" id="{420A4613-9155-5617-4338-6B879D361701}"/>
                  </a:ext>
                </a:extLst>
              </p:cNvPr>
              <p:cNvSpPr/>
              <p:nvPr/>
            </p:nvSpPr>
            <p:spPr>
              <a:xfrm>
                <a:off x="9553269" y="517066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88" name="Freeform: Shape 7987">
                <a:extLst>
                  <a:ext uri="{FF2B5EF4-FFF2-40B4-BE49-F238E27FC236}">
                    <a16:creationId xmlns:a16="http://schemas.microsoft.com/office/drawing/2014/main" id="{6E8635E3-A221-4BBE-37B0-BF18A10E1411}"/>
                  </a:ext>
                </a:extLst>
              </p:cNvPr>
              <p:cNvSpPr/>
              <p:nvPr/>
            </p:nvSpPr>
            <p:spPr>
              <a:xfrm>
                <a:off x="9554648" y="517063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89" name="Freeform: Shape 7988">
                <a:extLst>
                  <a:ext uri="{FF2B5EF4-FFF2-40B4-BE49-F238E27FC236}">
                    <a16:creationId xmlns:a16="http://schemas.microsoft.com/office/drawing/2014/main" id="{22955F57-4BAD-8577-62CB-88DBE7F4F380}"/>
                  </a:ext>
                </a:extLst>
              </p:cNvPr>
              <p:cNvSpPr/>
              <p:nvPr/>
            </p:nvSpPr>
            <p:spPr>
              <a:xfrm>
                <a:off x="9555990" y="517066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90" name="Freeform: Shape 7989">
                <a:extLst>
                  <a:ext uri="{FF2B5EF4-FFF2-40B4-BE49-F238E27FC236}">
                    <a16:creationId xmlns:a16="http://schemas.microsoft.com/office/drawing/2014/main" id="{D2C5D551-34D1-CF5C-CB9C-77D556F53685}"/>
                  </a:ext>
                </a:extLst>
              </p:cNvPr>
              <p:cNvSpPr/>
              <p:nvPr/>
            </p:nvSpPr>
            <p:spPr>
              <a:xfrm>
                <a:off x="9557419" y="517061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91" name="Freeform: Shape 7990">
                <a:extLst>
                  <a:ext uri="{FF2B5EF4-FFF2-40B4-BE49-F238E27FC236}">
                    <a16:creationId xmlns:a16="http://schemas.microsoft.com/office/drawing/2014/main" id="{2192B8AC-EC0A-6C14-12C8-194CD3546BA0}"/>
                  </a:ext>
                </a:extLst>
              </p:cNvPr>
              <p:cNvSpPr/>
              <p:nvPr/>
            </p:nvSpPr>
            <p:spPr>
              <a:xfrm>
                <a:off x="9558854" y="517058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92" name="Freeform: Shape 7991">
                <a:extLst>
                  <a:ext uri="{FF2B5EF4-FFF2-40B4-BE49-F238E27FC236}">
                    <a16:creationId xmlns:a16="http://schemas.microsoft.com/office/drawing/2014/main" id="{B471E543-9C95-AA56-A643-690A7BEE8AB3}"/>
                  </a:ext>
                </a:extLst>
              </p:cNvPr>
              <p:cNvSpPr/>
              <p:nvPr/>
            </p:nvSpPr>
            <p:spPr>
              <a:xfrm>
                <a:off x="9560592" y="517023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0 w 6343"/>
                  <a:gd name="connsiteY4" fmla="*/ 133 h 6345"/>
                  <a:gd name="connsiteX5" fmla="*/ 1177 w 6343"/>
                  <a:gd name="connsiteY5" fmla="*/ 1062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2" y="4147"/>
                      <a:pt x="6592" y="3306"/>
                    </a:cubicBezTo>
                    <a:cubicBezTo>
                      <a:pt x="6592" y="2465"/>
                      <a:pt x="6257" y="1657"/>
                      <a:pt x="5663" y="1062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2"/>
                    </a:cubicBezTo>
                    <a:cubicBezTo>
                      <a:pt x="583" y="1657"/>
                      <a:pt x="248" y="2465"/>
                      <a:pt x="248" y="3306"/>
                    </a:cubicBezTo>
                    <a:cubicBezTo>
                      <a:pt x="248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93" name="Freeform: Shape 7992">
                <a:extLst>
                  <a:ext uri="{FF2B5EF4-FFF2-40B4-BE49-F238E27FC236}">
                    <a16:creationId xmlns:a16="http://schemas.microsoft.com/office/drawing/2014/main" id="{121178C2-7E71-9E8E-7DBF-5F3431B50488}"/>
                  </a:ext>
                </a:extLst>
              </p:cNvPr>
              <p:cNvSpPr/>
              <p:nvPr/>
            </p:nvSpPr>
            <p:spPr>
              <a:xfrm>
                <a:off x="9561865" y="517041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9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2" y="4147"/>
                      <a:pt x="6592" y="3306"/>
                    </a:cubicBezTo>
                    <a:cubicBezTo>
                      <a:pt x="6592" y="2465"/>
                      <a:pt x="6257" y="1657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7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94" name="Freeform: Shape 7993">
                <a:extLst>
                  <a:ext uri="{FF2B5EF4-FFF2-40B4-BE49-F238E27FC236}">
                    <a16:creationId xmlns:a16="http://schemas.microsoft.com/office/drawing/2014/main" id="{75FC5DA4-E50E-004E-4326-F25E7328B1CF}"/>
                  </a:ext>
                </a:extLst>
              </p:cNvPr>
              <p:cNvSpPr/>
              <p:nvPr/>
            </p:nvSpPr>
            <p:spPr>
              <a:xfrm>
                <a:off x="9563228" y="517050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5"/>
                      <a:pt x="6258" y="1657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7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95" name="Freeform: Shape 7994">
                <a:extLst>
                  <a:ext uri="{FF2B5EF4-FFF2-40B4-BE49-F238E27FC236}">
                    <a16:creationId xmlns:a16="http://schemas.microsoft.com/office/drawing/2014/main" id="{CCDA2614-8DB0-3E38-D997-6FCBD323454B}"/>
                  </a:ext>
                </a:extLst>
              </p:cNvPr>
              <p:cNvSpPr/>
              <p:nvPr/>
            </p:nvSpPr>
            <p:spPr>
              <a:xfrm>
                <a:off x="9564550" y="517065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5"/>
                      <a:pt x="6258" y="1657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7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96" name="Freeform: Shape 7995">
                <a:extLst>
                  <a:ext uri="{FF2B5EF4-FFF2-40B4-BE49-F238E27FC236}">
                    <a16:creationId xmlns:a16="http://schemas.microsoft.com/office/drawing/2014/main" id="{80238037-29CE-40FA-9E7C-96A631E55F94}"/>
                  </a:ext>
                </a:extLst>
              </p:cNvPr>
              <p:cNvSpPr/>
              <p:nvPr/>
            </p:nvSpPr>
            <p:spPr>
              <a:xfrm>
                <a:off x="9565786" y="517090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2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0" y="133"/>
                    </a:cubicBezTo>
                    <a:cubicBezTo>
                      <a:pt x="2579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97" name="Freeform: Shape 7996">
                <a:extLst>
                  <a:ext uri="{FF2B5EF4-FFF2-40B4-BE49-F238E27FC236}">
                    <a16:creationId xmlns:a16="http://schemas.microsoft.com/office/drawing/2014/main" id="{9A4E53AC-84F8-A574-BD2A-95DE61757121}"/>
                  </a:ext>
                </a:extLst>
              </p:cNvPr>
              <p:cNvSpPr/>
              <p:nvPr/>
            </p:nvSpPr>
            <p:spPr>
              <a:xfrm>
                <a:off x="9648309" y="5094780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3 h 6345"/>
                  <a:gd name="connsiteX2" fmla="*/ 6598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7 h 6345"/>
                  <a:gd name="connsiteX5" fmla="*/ 1184 w 6343"/>
                  <a:gd name="connsiteY5" fmla="*/ 1057 h 6345"/>
                  <a:gd name="connsiteX6" fmla="*/ 255 w 6343"/>
                  <a:gd name="connsiteY6" fmla="*/ 3300 h 6345"/>
                  <a:gd name="connsiteX7" fmla="*/ 1184 w 6343"/>
                  <a:gd name="connsiteY7" fmla="*/ 5543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8"/>
                      <a:pt x="5670" y="5543"/>
                    </a:cubicBezTo>
                    <a:cubicBezTo>
                      <a:pt x="6264" y="4948"/>
                      <a:pt x="6598" y="4141"/>
                      <a:pt x="6598" y="3300"/>
                    </a:cubicBezTo>
                    <a:cubicBezTo>
                      <a:pt x="6598" y="2459"/>
                      <a:pt x="6264" y="1652"/>
                      <a:pt x="5670" y="1057"/>
                    </a:cubicBezTo>
                    <a:cubicBezTo>
                      <a:pt x="5075" y="462"/>
                      <a:pt x="4268" y="127"/>
                      <a:pt x="3427" y="127"/>
                    </a:cubicBezTo>
                    <a:cubicBezTo>
                      <a:pt x="2586" y="127"/>
                      <a:pt x="1779" y="462"/>
                      <a:pt x="1184" y="1057"/>
                    </a:cubicBezTo>
                    <a:cubicBezTo>
                      <a:pt x="590" y="1652"/>
                      <a:pt x="255" y="2459"/>
                      <a:pt x="255" y="3300"/>
                    </a:cubicBezTo>
                    <a:cubicBezTo>
                      <a:pt x="255" y="4141"/>
                      <a:pt x="590" y="4948"/>
                      <a:pt x="1184" y="5543"/>
                    </a:cubicBezTo>
                    <a:cubicBezTo>
                      <a:pt x="1779" y="6138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98" name="Freeform: Shape 7997">
                <a:extLst>
                  <a:ext uri="{FF2B5EF4-FFF2-40B4-BE49-F238E27FC236}">
                    <a16:creationId xmlns:a16="http://schemas.microsoft.com/office/drawing/2014/main" id="{339F945F-8021-F0E0-2C55-C12CF510CE91}"/>
                  </a:ext>
                </a:extLst>
              </p:cNvPr>
              <p:cNvSpPr/>
              <p:nvPr/>
            </p:nvSpPr>
            <p:spPr>
              <a:xfrm>
                <a:off x="9649122" y="5096425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7 h 6345"/>
                  <a:gd name="connsiteX5" fmla="*/ 1184 w 6343"/>
                  <a:gd name="connsiteY5" fmla="*/ 1057 h 6345"/>
                  <a:gd name="connsiteX6" fmla="*/ 255 w 6343"/>
                  <a:gd name="connsiteY6" fmla="*/ 3300 h 6345"/>
                  <a:gd name="connsiteX7" fmla="*/ 1184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9"/>
                      <a:pt x="5670" y="5544"/>
                    </a:cubicBezTo>
                    <a:cubicBezTo>
                      <a:pt x="6264" y="4949"/>
                      <a:pt x="6599" y="4142"/>
                      <a:pt x="6599" y="3300"/>
                    </a:cubicBezTo>
                    <a:cubicBezTo>
                      <a:pt x="6599" y="2459"/>
                      <a:pt x="6264" y="1652"/>
                      <a:pt x="5670" y="1057"/>
                    </a:cubicBezTo>
                    <a:cubicBezTo>
                      <a:pt x="5075" y="462"/>
                      <a:pt x="4268" y="127"/>
                      <a:pt x="3427" y="127"/>
                    </a:cubicBezTo>
                    <a:cubicBezTo>
                      <a:pt x="2586" y="127"/>
                      <a:pt x="1779" y="462"/>
                      <a:pt x="1184" y="1057"/>
                    </a:cubicBezTo>
                    <a:cubicBezTo>
                      <a:pt x="590" y="1652"/>
                      <a:pt x="255" y="2459"/>
                      <a:pt x="255" y="3300"/>
                    </a:cubicBezTo>
                    <a:cubicBezTo>
                      <a:pt x="255" y="4142"/>
                      <a:pt x="590" y="4949"/>
                      <a:pt x="1184" y="5544"/>
                    </a:cubicBezTo>
                    <a:cubicBezTo>
                      <a:pt x="1779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999" name="Freeform: Shape 7998">
                <a:extLst>
                  <a:ext uri="{FF2B5EF4-FFF2-40B4-BE49-F238E27FC236}">
                    <a16:creationId xmlns:a16="http://schemas.microsoft.com/office/drawing/2014/main" id="{04AA0D35-716B-0D16-DE99-44AFBF4313F7}"/>
                  </a:ext>
                </a:extLst>
              </p:cNvPr>
              <p:cNvSpPr/>
              <p:nvPr/>
            </p:nvSpPr>
            <p:spPr>
              <a:xfrm>
                <a:off x="9650014" y="5097987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4 w 6343"/>
                  <a:gd name="connsiteY5" fmla="*/ 1057 h 6345"/>
                  <a:gd name="connsiteX6" fmla="*/ 255 w 6343"/>
                  <a:gd name="connsiteY6" fmla="*/ 3300 h 6345"/>
                  <a:gd name="connsiteX7" fmla="*/ 1184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9"/>
                      <a:pt x="5670" y="5544"/>
                    </a:cubicBezTo>
                    <a:cubicBezTo>
                      <a:pt x="6264" y="4949"/>
                      <a:pt x="6599" y="4142"/>
                      <a:pt x="6599" y="3300"/>
                    </a:cubicBezTo>
                    <a:cubicBezTo>
                      <a:pt x="6599" y="2459"/>
                      <a:pt x="6264" y="1652"/>
                      <a:pt x="5670" y="1057"/>
                    </a:cubicBezTo>
                    <a:cubicBezTo>
                      <a:pt x="5075" y="462"/>
                      <a:pt x="4268" y="128"/>
                      <a:pt x="3427" y="128"/>
                    </a:cubicBezTo>
                    <a:cubicBezTo>
                      <a:pt x="2586" y="128"/>
                      <a:pt x="1779" y="462"/>
                      <a:pt x="1184" y="1057"/>
                    </a:cubicBezTo>
                    <a:cubicBezTo>
                      <a:pt x="590" y="1652"/>
                      <a:pt x="255" y="2459"/>
                      <a:pt x="255" y="3300"/>
                    </a:cubicBezTo>
                    <a:cubicBezTo>
                      <a:pt x="255" y="4142"/>
                      <a:pt x="590" y="4949"/>
                      <a:pt x="1184" y="5544"/>
                    </a:cubicBezTo>
                    <a:cubicBezTo>
                      <a:pt x="1779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00" name="Freeform: Shape 7999">
                <a:extLst>
                  <a:ext uri="{FF2B5EF4-FFF2-40B4-BE49-F238E27FC236}">
                    <a16:creationId xmlns:a16="http://schemas.microsoft.com/office/drawing/2014/main" id="{E204D47C-206A-ECFE-2292-3A49B342A5D8}"/>
                  </a:ext>
                </a:extLst>
              </p:cNvPr>
              <p:cNvSpPr/>
              <p:nvPr/>
            </p:nvSpPr>
            <p:spPr>
              <a:xfrm>
                <a:off x="9650894" y="5099553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4 w 6343"/>
                  <a:gd name="connsiteY5" fmla="*/ 1057 h 6345"/>
                  <a:gd name="connsiteX6" fmla="*/ 256 w 6343"/>
                  <a:gd name="connsiteY6" fmla="*/ 3300 h 6345"/>
                  <a:gd name="connsiteX7" fmla="*/ 1184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9"/>
                      <a:pt x="5670" y="5544"/>
                    </a:cubicBezTo>
                    <a:cubicBezTo>
                      <a:pt x="6264" y="4949"/>
                      <a:pt x="6599" y="4142"/>
                      <a:pt x="6599" y="3300"/>
                    </a:cubicBezTo>
                    <a:cubicBezTo>
                      <a:pt x="6599" y="2459"/>
                      <a:pt x="6264" y="1652"/>
                      <a:pt x="5670" y="1057"/>
                    </a:cubicBezTo>
                    <a:cubicBezTo>
                      <a:pt x="5075" y="462"/>
                      <a:pt x="4268" y="128"/>
                      <a:pt x="3427" y="128"/>
                    </a:cubicBezTo>
                    <a:cubicBezTo>
                      <a:pt x="2586" y="128"/>
                      <a:pt x="1779" y="462"/>
                      <a:pt x="1184" y="1057"/>
                    </a:cubicBezTo>
                    <a:cubicBezTo>
                      <a:pt x="590" y="1652"/>
                      <a:pt x="256" y="2459"/>
                      <a:pt x="256" y="3300"/>
                    </a:cubicBezTo>
                    <a:cubicBezTo>
                      <a:pt x="256" y="4142"/>
                      <a:pt x="590" y="4949"/>
                      <a:pt x="1184" y="5544"/>
                    </a:cubicBezTo>
                    <a:cubicBezTo>
                      <a:pt x="1779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01" name="Freeform: Shape 8000">
                <a:extLst>
                  <a:ext uri="{FF2B5EF4-FFF2-40B4-BE49-F238E27FC236}">
                    <a16:creationId xmlns:a16="http://schemas.microsoft.com/office/drawing/2014/main" id="{EAA5547C-7B9B-91B2-05DA-F0C9DE72D4D1}"/>
                  </a:ext>
                </a:extLst>
              </p:cNvPr>
              <p:cNvSpPr/>
              <p:nvPr/>
            </p:nvSpPr>
            <p:spPr>
              <a:xfrm>
                <a:off x="9652311" y="5100611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5 w 6343"/>
                  <a:gd name="connsiteY5" fmla="*/ 1057 h 6345"/>
                  <a:gd name="connsiteX6" fmla="*/ 256 w 6343"/>
                  <a:gd name="connsiteY6" fmla="*/ 3300 h 6345"/>
                  <a:gd name="connsiteX7" fmla="*/ 1185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9"/>
                      <a:pt x="5670" y="5544"/>
                    </a:cubicBezTo>
                    <a:cubicBezTo>
                      <a:pt x="6265" y="4949"/>
                      <a:pt x="6599" y="4142"/>
                      <a:pt x="6599" y="3300"/>
                    </a:cubicBezTo>
                    <a:cubicBezTo>
                      <a:pt x="6599" y="2459"/>
                      <a:pt x="6265" y="1652"/>
                      <a:pt x="5670" y="1057"/>
                    </a:cubicBezTo>
                    <a:cubicBezTo>
                      <a:pt x="5075" y="462"/>
                      <a:pt x="4268" y="128"/>
                      <a:pt x="3427" y="128"/>
                    </a:cubicBezTo>
                    <a:cubicBezTo>
                      <a:pt x="2586" y="128"/>
                      <a:pt x="1779" y="462"/>
                      <a:pt x="1185" y="1057"/>
                    </a:cubicBezTo>
                    <a:cubicBezTo>
                      <a:pt x="590" y="1652"/>
                      <a:pt x="256" y="2459"/>
                      <a:pt x="256" y="3300"/>
                    </a:cubicBezTo>
                    <a:cubicBezTo>
                      <a:pt x="256" y="4142"/>
                      <a:pt x="590" y="4949"/>
                      <a:pt x="1185" y="5544"/>
                    </a:cubicBezTo>
                    <a:cubicBezTo>
                      <a:pt x="1779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02" name="Freeform: Shape 8001">
                <a:extLst>
                  <a:ext uri="{FF2B5EF4-FFF2-40B4-BE49-F238E27FC236}">
                    <a16:creationId xmlns:a16="http://schemas.microsoft.com/office/drawing/2014/main" id="{D1E2D8E9-BB99-FBC2-C95A-189A818B20A8}"/>
                  </a:ext>
                </a:extLst>
              </p:cNvPr>
              <p:cNvSpPr/>
              <p:nvPr/>
            </p:nvSpPr>
            <p:spPr>
              <a:xfrm>
                <a:off x="9651838" y="5103411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1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5 w 6343"/>
                  <a:gd name="connsiteY5" fmla="*/ 1057 h 6345"/>
                  <a:gd name="connsiteX6" fmla="*/ 256 w 6343"/>
                  <a:gd name="connsiteY6" fmla="*/ 3301 h 6345"/>
                  <a:gd name="connsiteX7" fmla="*/ 1185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9"/>
                      <a:pt x="5670" y="5544"/>
                    </a:cubicBezTo>
                    <a:cubicBezTo>
                      <a:pt x="6265" y="4949"/>
                      <a:pt x="6599" y="4142"/>
                      <a:pt x="6599" y="3301"/>
                    </a:cubicBezTo>
                    <a:cubicBezTo>
                      <a:pt x="6599" y="2459"/>
                      <a:pt x="6265" y="1652"/>
                      <a:pt x="5670" y="1057"/>
                    </a:cubicBezTo>
                    <a:cubicBezTo>
                      <a:pt x="5075" y="462"/>
                      <a:pt x="4268" y="128"/>
                      <a:pt x="3427" y="128"/>
                    </a:cubicBezTo>
                    <a:cubicBezTo>
                      <a:pt x="2586" y="128"/>
                      <a:pt x="1779" y="462"/>
                      <a:pt x="1185" y="1057"/>
                    </a:cubicBezTo>
                    <a:cubicBezTo>
                      <a:pt x="590" y="1652"/>
                      <a:pt x="256" y="2459"/>
                      <a:pt x="256" y="3301"/>
                    </a:cubicBezTo>
                    <a:cubicBezTo>
                      <a:pt x="256" y="4142"/>
                      <a:pt x="590" y="4949"/>
                      <a:pt x="1185" y="5544"/>
                    </a:cubicBezTo>
                    <a:cubicBezTo>
                      <a:pt x="1779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03" name="Freeform: Shape 8002">
                <a:extLst>
                  <a:ext uri="{FF2B5EF4-FFF2-40B4-BE49-F238E27FC236}">
                    <a16:creationId xmlns:a16="http://schemas.microsoft.com/office/drawing/2014/main" id="{1C28FD60-04EF-0875-6729-3EC2552476A9}"/>
                  </a:ext>
                </a:extLst>
              </p:cNvPr>
              <p:cNvSpPr/>
              <p:nvPr/>
            </p:nvSpPr>
            <p:spPr>
              <a:xfrm>
                <a:off x="9597459" y="5155064"/>
                <a:ext cx="6343" cy="6345"/>
              </a:xfrm>
              <a:custGeom>
                <a:avLst/>
                <a:gdLst>
                  <a:gd name="connsiteX0" fmla="*/ 3423 w 6343"/>
                  <a:gd name="connsiteY0" fmla="*/ 6477 h 6345"/>
                  <a:gd name="connsiteX1" fmla="*/ 5666 w 6343"/>
                  <a:gd name="connsiteY1" fmla="*/ 5548 h 6345"/>
                  <a:gd name="connsiteX2" fmla="*/ 6594 w 6343"/>
                  <a:gd name="connsiteY2" fmla="*/ 3305 h 6345"/>
                  <a:gd name="connsiteX3" fmla="*/ 5666 w 6343"/>
                  <a:gd name="connsiteY3" fmla="*/ 1061 h 6345"/>
                  <a:gd name="connsiteX4" fmla="*/ 3423 w 6343"/>
                  <a:gd name="connsiteY4" fmla="*/ 132 h 6345"/>
                  <a:gd name="connsiteX5" fmla="*/ 1180 w 6343"/>
                  <a:gd name="connsiteY5" fmla="*/ 1061 h 6345"/>
                  <a:gd name="connsiteX6" fmla="*/ 251 w 6343"/>
                  <a:gd name="connsiteY6" fmla="*/ 3305 h 6345"/>
                  <a:gd name="connsiteX7" fmla="*/ 1180 w 6343"/>
                  <a:gd name="connsiteY7" fmla="*/ 5548 h 6345"/>
                  <a:gd name="connsiteX8" fmla="*/ 342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7"/>
                    </a:moveTo>
                    <a:cubicBezTo>
                      <a:pt x="4264" y="6477"/>
                      <a:pt x="5071" y="6143"/>
                      <a:pt x="5666" y="5548"/>
                    </a:cubicBezTo>
                    <a:cubicBezTo>
                      <a:pt x="6260" y="4953"/>
                      <a:pt x="6594" y="4146"/>
                      <a:pt x="6594" y="3305"/>
                    </a:cubicBezTo>
                    <a:cubicBezTo>
                      <a:pt x="6594" y="2463"/>
                      <a:pt x="6260" y="1656"/>
                      <a:pt x="5666" y="1061"/>
                    </a:cubicBezTo>
                    <a:cubicBezTo>
                      <a:pt x="5071" y="466"/>
                      <a:pt x="4264" y="132"/>
                      <a:pt x="3423" y="132"/>
                    </a:cubicBezTo>
                    <a:cubicBezTo>
                      <a:pt x="2582" y="132"/>
                      <a:pt x="1775" y="466"/>
                      <a:pt x="1180" y="1061"/>
                    </a:cubicBezTo>
                    <a:cubicBezTo>
                      <a:pt x="586" y="1656"/>
                      <a:pt x="251" y="2463"/>
                      <a:pt x="251" y="3305"/>
                    </a:cubicBezTo>
                    <a:cubicBezTo>
                      <a:pt x="251" y="4146"/>
                      <a:pt x="586" y="4953"/>
                      <a:pt x="1180" y="5548"/>
                    </a:cubicBezTo>
                    <a:cubicBezTo>
                      <a:pt x="1775" y="6143"/>
                      <a:pt x="2582" y="6477"/>
                      <a:pt x="342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04" name="Freeform: Shape 8003">
                <a:extLst>
                  <a:ext uri="{FF2B5EF4-FFF2-40B4-BE49-F238E27FC236}">
                    <a16:creationId xmlns:a16="http://schemas.microsoft.com/office/drawing/2014/main" id="{5DF7CDA5-9393-602F-52FB-C465487FF071}"/>
                  </a:ext>
                </a:extLst>
              </p:cNvPr>
              <p:cNvSpPr/>
              <p:nvPr/>
            </p:nvSpPr>
            <p:spPr>
              <a:xfrm>
                <a:off x="9593705" y="5160131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5 h 6345"/>
                  <a:gd name="connsiteX3" fmla="*/ 5665 w 6343"/>
                  <a:gd name="connsiteY3" fmla="*/ 1062 h 6345"/>
                  <a:gd name="connsiteX4" fmla="*/ 3423 w 6343"/>
                  <a:gd name="connsiteY4" fmla="*/ 132 h 6345"/>
                  <a:gd name="connsiteX5" fmla="*/ 1180 w 6343"/>
                  <a:gd name="connsiteY5" fmla="*/ 1062 h 6345"/>
                  <a:gd name="connsiteX6" fmla="*/ 251 w 6343"/>
                  <a:gd name="connsiteY6" fmla="*/ 3305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5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2"/>
                      <a:pt x="3423" y="132"/>
                    </a:cubicBezTo>
                    <a:cubicBezTo>
                      <a:pt x="2581" y="132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5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05" name="Freeform: Shape 8004">
                <a:extLst>
                  <a:ext uri="{FF2B5EF4-FFF2-40B4-BE49-F238E27FC236}">
                    <a16:creationId xmlns:a16="http://schemas.microsoft.com/office/drawing/2014/main" id="{EAA81E4D-DAE6-A89B-4E83-0E7A00C3847F}"/>
                  </a:ext>
                </a:extLst>
              </p:cNvPr>
              <p:cNvSpPr/>
              <p:nvPr/>
            </p:nvSpPr>
            <p:spPr>
              <a:xfrm>
                <a:off x="9596323" y="5161111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5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5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5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5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06" name="Freeform: Shape 8005">
                <a:extLst>
                  <a:ext uri="{FF2B5EF4-FFF2-40B4-BE49-F238E27FC236}">
                    <a16:creationId xmlns:a16="http://schemas.microsoft.com/office/drawing/2014/main" id="{BB3AA09E-F752-6EE0-4AD9-997A78C77D0F}"/>
                  </a:ext>
                </a:extLst>
              </p:cNvPr>
              <p:cNvSpPr/>
              <p:nvPr/>
            </p:nvSpPr>
            <p:spPr>
              <a:xfrm>
                <a:off x="9593638" y="5165065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3"/>
                      <a:pt x="3423" y="133"/>
                    </a:cubicBezTo>
                    <a:cubicBezTo>
                      <a:pt x="2581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07" name="Freeform: Shape 8006">
                <a:extLst>
                  <a:ext uri="{FF2B5EF4-FFF2-40B4-BE49-F238E27FC236}">
                    <a16:creationId xmlns:a16="http://schemas.microsoft.com/office/drawing/2014/main" id="{720085A4-03F1-210A-AAB6-ECCA92789288}"/>
                  </a:ext>
                </a:extLst>
              </p:cNvPr>
              <p:cNvSpPr/>
              <p:nvPr/>
            </p:nvSpPr>
            <p:spPr>
              <a:xfrm>
                <a:off x="9593633" y="5169792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3"/>
                      <a:pt x="3423" y="133"/>
                    </a:cubicBezTo>
                    <a:cubicBezTo>
                      <a:pt x="2581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08" name="Freeform: Shape 8007">
                <a:extLst>
                  <a:ext uri="{FF2B5EF4-FFF2-40B4-BE49-F238E27FC236}">
                    <a16:creationId xmlns:a16="http://schemas.microsoft.com/office/drawing/2014/main" id="{BD111B8D-3AF3-EB06-F43A-A43BB6106643}"/>
                  </a:ext>
                </a:extLst>
              </p:cNvPr>
              <p:cNvSpPr/>
              <p:nvPr/>
            </p:nvSpPr>
            <p:spPr>
              <a:xfrm>
                <a:off x="9597238" y="5168372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9 h 6345"/>
                  <a:gd name="connsiteX2" fmla="*/ 6594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6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09" name="Freeform: Shape 8008">
                <a:extLst>
                  <a:ext uri="{FF2B5EF4-FFF2-40B4-BE49-F238E27FC236}">
                    <a16:creationId xmlns:a16="http://schemas.microsoft.com/office/drawing/2014/main" id="{35BCA478-001B-33DB-5E8A-92BC803FEF7D}"/>
                  </a:ext>
                </a:extLst>
              </p:cNvPr>
              <p:cNvSpPr/>
              <p:nvPr/>
            </p:nvSpPr>
            <p:spPr>
              <a:xfrm>
                <a:off x="9599121" y="5168408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10" name="Freeform: Shape 8009">
                <a:extLst>
                  <a:ext uri="{FF2B5EF4-FFF2-40B4-BE49-F238E27FC236}">
                    <a16:creationId xmlns:a16="http://schemas.microsoft.com/office/drawing/2014/main" id="{CB43EB81-E410-DBB1-6DE3-3511AD304EEB}"/>
                  </a:ext>
                </a:extLst>
              </p:cNvPr>
              <p:cNvSpPr/>
              <p:nvPr/>
            </p:nvSpPr>
            <p:spPr>
              <a:xfrm>
                <a:off x="9598378" y="5170570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5"/>
                      <a:pt x="6260" y="1657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7"/>
                      <a:pt x="251" y="2465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11" name="Freeform: Shape 8010">
                <a:extLst>
                  <a:ext uri="{FF2B5EF4-FFF2-40B4-BE49-F238E27FC236}">
                    <a16:creationId xmlns:a16="http://schemas.microsoft.com/office/drawing/2014/main" id="{E0378F4E-2901-2692-9437-F8FC2338FE3C}"/>
                  </a:ext>
                </a:extLst>
              </p:cNvPr>
              <p:cNvSpPr/>
              <p:nvPr/>
            </p:nvSpPr>
            <p:spPr>
              <a:xfrm>
                <a:off x="9602217" y="516907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12" name="Freeform: Shape 8011">
                <a:extLst>
                  <a:ext uri="{FF2B5EF4-FFF2-40B4-BE49-F238E27FC236}">
                    <a16:creationId xmlns:a16="http://schemas.microsoft.com/office/drawing/2014/main" id="{29460982-1D1A-431A-7B72-96F5891A418D}"/>
                  </a:ext>
                </a:extLst>
              </p:cNvPr>
              <p:cNvSpPr/>
              <p:nvPr/>
            </p:nvSpPr>
            <p:spPr>
              <a:xfrm>
                <a:off x="9604309" y="5169012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5" y="133"/>
                      <a:pt x="3423" y="133"/>
                    </a:cubicBezTo>
                    <a:cubicBezTo>
                      <a:pt x="2582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13" name="Freeform: Shape 8012">
                <a:extLst>
                  <a:ext uri="{FF2B5EF4-FFF2-40B4-BE49-F238E27FC236}">
                    <a16:creationId xmlns:a16="http://schemas.microsoft.com/office/drawing/2014/main" id="{0FD7D7D0-D841-687D-78B8-90B00353C203}"/>
                  </a:ext>
                </a:extLst>
              </p:cNvPr>
              <p:cNvSpPr/>
              <p:nvPr/>
            </p:nvSpPr>
            <p:spPr>
              <a:xfrm>
                <a:off x="9606161" y="5169157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5" y="133"/>
                      <a:pt x="3424" y="133"/>
                    </a:cubicBezTo>
                    <a:cubicBezTo>
                      <a:pt x="2582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14" name="Freeform: Shape 8013">
                <a:extLst>
                  <a:ext uri="{FF2B5EF4-FFF2-40B4-BE49-F238E27FC236}">
                    <a16:creationId xmlns:a16="http://schemas.microsoft.com/office/drawing/2014/main" id="{6895AFB7-484A-FDD1-5468-96D1D8278BBA}"/>
                  </a:ext>
                </a:extLst>
              </p:cNvPr>
              <p:cNvSpPr/>
              <p:nvPr/>
            </p:nvSpPr>
            <p:spPr>
              <a:xfrm>
                <a:off x="9608215" y="5169169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15" name="Freeform: Shape 8014">
                <a:extLst>
                  <a:ext uri="{FF2B5EF4-FFF2-40B4-BE49-F238E27FC236}">
                    <a16:creationId xmlns:a16="http://schemas.microsoft.com/office/drawing/2014/main" id="{37555218-8E29-5E6C-3E2E-5F2F6D252073}"/>
                  </a:ext>
                </a:extLst>
              </p:cNvPr>
              <p:cNvSpPr/>
              <p:nvPr/>
            </p:nvSpPr>
            <p:spPr>
              <a:xfrm>
                <a:off x="9609576" y="5169727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16" name="Freeform: Shape 8015">
                <a:extLst>
                  <a:ext uri="{FF2B5EF4-FFF2-40B4-BE49-F238E27FC236}">
                    <a16:creationId xmlns:a16="http://schemas.microsoft.com/office/drawing/2014/main" id="{82733BDA-25C3-0EE1-B8CA-19AF18751D98}"/>
                  </a:ext>
                </a:extLst>
              </p:cNvPr>
              <p:cNvSpPr/>
              <p:nvPr/>
            </p:nvSpPr>
            <p:spPr>
              <a:xfrm>
                <a:off x="9612842" y="5168883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6 w 6343"/>
                  <a:gd name="connsiteY2" fmla="*/ 3306 h 6345"/>
                  <a:gd name="connsiteX3" fmla="*/ 5667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3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1" y="4954"/>
                      <a:pt x="6596" y="4147"/>
                      <a:pt x="6596" y="3306"/>
                    </a:cubicBezTo>
                    <a:cubicBezTo>
                      <a:pt x="6596" y="2464"/>
                      <a:pt x="6261" y="1657"/>
                      <a:pt x="5667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7" y="1657"/>
                      <a:pt x="253" y="2464"/>
                      <a:pt x="253" y="3306"/>
                    </a:cubicBezTo>
                    <a:cubicBezTo>
                      <a:pt x="253" y="4147"/>
                      <a:pt x="587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17" name="Freeform: Shape 8016">
                <a:extLst>
                  <a:ext uri="{FF2B5EF4-FFF2-40B4-BE49-F238E27FC236}">
                    <a16:creationId xmlns:a16="http://schemas.microsoft.com/office/drawing/2014/main" id="{3E6A1C83-3459-4919-8461-1EFA5B827108}"/>
                  </a:ext>
                </a:extLst>
              </p:cNvPr>
              <p:cNvSpPr/>
              <p:nvPr/>
            </p:nvSpPr>
            <p:spPr>
              <a:xfrm>
                <a:off x="9645492" y="5161218"/>
                <a:ext cx="6343" cy="6345"/>
              </a:xfrm>
              <a:custGeom>
                <a:avLst/>
                <a:gdLst>
                  <a:gd name="connsiteX0" fmla="*/ 3427 w 6343"/>
                  <a:gd name="connsiteY0" fmla="*/ 6478 h 6345"/>
                  <a:gd name="connsiteX1" fmla="*/ 5669 w 6343"/>
                  <a:gd name="connsiteY1" fmla="*/ 5549 h 6345"/>
                  <a:gd name="connsiteX2" fmla="*/ 6598 w 6343"/>
                  <a:gd name="connsiteY2" fmla="*/ 3305 h 6345"/>
                  <a:gd name="connsiteX3" fmla="*/ 5669 w 6343"/>
                  <a:gd name="connsiteY3" fmla="*/ 1062 h 6345"/>
                  <a:gd name="connsiteX4" fmla="*/ 3427 w 6343"/>
                  <a:gd name="connsiteY4" fmla="*/ 133 h 6345"/>
                  <a:gd name="connsiteX5" fmla="*/ 1184 w 6343"/>
                  <a:gd name="connsiteY5" fmla="*/ 1062 h 6345"/>
                  <a:gd name="connsiteX6" fmla="*/ 255 w 6343"/>
                  <a:gd name="connsiteY6" fmla="*/ 3305 h 6345"/>
                  <a:gd name="connsiteX7" fmla="*/ 1184 w 6343"/>
                  <a:gd name="connsiteY7" fmla="*/ 5549 h 6345"/>
                  <a:gd name="connsiteX8" fmla="*/ 342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8"/>
                    </a:moveTo>
                    <a:cubicBezTo>
                      <a:pt x="4268" y="6478"/>
                      <a:pt x="5075" y="6144"/>
                      <a:pt x="5669" y="5549"/>
                    </a:cubicBezTo>
                    <a:cubicBezTo>
                      <a:pt x="6264" y="4954"/>
                      <a:pt x="6598" y="4147"/>
                      <a:pt x="6598" y="3305"/>
                    </a:cubicBezTo>
                    <a:cubicBezTo>
                      <a:pt x="6598" y="2464"/>
                      <a:pt x="6264" y="1657"/>
                      <a:pt x="5669" y="1062"/>
                    </a:cubicBezTo>
                    <a:cubicBezTo>
                      <a:pt x="5075" y="467"/>
                      <a:pt x="4268" y="133"/>
                      <a:pt x="3427" y="133"/>
                    </a:cubicBezTo>
                    <a:cubicBezTo>
                      <a:pt x="2586" y="133"/>
                      <a:pt x="1779" y="467"/>
                      <a:pt x="1184" y="1062"/>
                    </a:cubicBezTo>
                    <a:cubicBezTo>
                      <a:pt x="589" y="1657"/>
                      <a:pt x="255" y="2464"/>
                      <a:pt x="255" y="3305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6" y="6478"/>
                      <a:pt x="342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18" name="Freeform: Shape 8017">
                <a:extLst>
                  <a:ext uri="{FF2B5EF4-FFF2-40B4-BE49-F238E27FC236}">
                    <a16:creationId xmlns:a16="http://schemas.microsoft.com/office/drawing/2014/main" id="{B3F1E867-740C-5CDD-3144-34AA1997C7F2}"/>
                  </a:ext>
                </a:extLst>
              </p:cNvPr>
              <p:cNvSpPr/>
              <p:nvPr/>
            </p:nvSpPr>
            <p:spPr>
              <a:xfrm>
                <a:off x="9648291" y="5161161"/>
                <a:ext cx="6343" cy="6345"/>
              </a:xfrm>
              <a:custGeom>
                <a:avLst/>
                <a:gdLst>
                  <a:gd name="connsiteX0" fmla="*/ 3427 w 6343"/>
                  <a:gd name="connsiteY0" fmla="*/ 6478 h 6345"/>
                  <a:gd name="connsiteX1" fmla="*/ 5670 w 6343"/>
                  <a:gd name="connsiteY1" fmla="*/ 5549 h 6345"/>
                  <a:gd name="connsiteX2" fmla="*/ 6598 w 6343"/>
                  <a:gd name="connsiteY2" fmla="*/ 3305 h 6345"/>
                  <a:gd name="connsiteX3" fmla="*/ 5670 w 6343"/>
                  <a:gd name="connsiteY3" fmla="*/ 1062 h 6345"/>
                  <a:gd name="connsiteX4" fmla="*/ 3427 w 6343"/>
                  <a:gd name="connsiteY4" fmla="*/ 133 h 6345"/>
                  <a:gd name="connsiteX5" fmla="*/ 1184 w 6343"/>
                  <a:gd name="connsiteY5" fmla="*/ 1062 h 6345"/>
                  <a:gd name="connsiteX6" fmla="*/ 255 w 6343"/>
                  <a:gd name="connsiteY6" fmla="*/ 3305 h 6345"/>
                  <a:gd name="connsiteX7" fmla="*/ 1184 w 6343"/>
                  <a:gd name="connsiteY7" fmla="*/ 5549 h 6345"/>
                  <a:gd name="connsiteX8" fmla="*/ 342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8"/>
                    </a:moveTo>
                    <a:cubicBezTo>
                      <a:pt x="4268" y="6478"/>
                      <a:pt x="5075" y="6144"/>
                      <a:pt x="5670" y="5549"/>
                    </a:cubicBezTo>
                    <a:cubicBezTo>
                      <a:pt x="6264" y="4954"/>
                      <a:pt x="6598" y="4147"/>
                      <a:pt x="6598" y="3305"/>
                    </a:cubicBezTo>
                    <a:cubicBezTo>
                      <a:pt x="6598" y="2464"/>
                      <a:pt x="6264" y="1657"/>
                      <a:pt x="5670" y="1062"/>
                    </a:cubicBezTo>
                    <a:cubicBezTo>
                      <a:pt x="5075" y="467"/>
                      <a:pt x="4268" y="133"/>
                      <a:pt x="3427" y="133"/>
                    </a:cubicBezTo>
                    <a:cubicBezTo>
                      <a:pt x="2586" y="133"/>
                      <a:pt x="1779" y="467"/>
                      <a:pt x="1184" y="1062"/>
                    </a:cubicBezTo>
                    <a:cubicBezTo>
                      <a:pt x="590" y="1657"/>
                      <a:pt x="255" y="2464"/>
                      <a:pt x="255" y="3305"/>
                    </a:cubicBezTo>
                    <a:cubicBezTo>
                      <a:pt x="255" y="4147"/>
                      <a:pt x="590" y="4954"/>
                      <a:pt x="1184" y="5549"/>
                    </a:cubicBezTo>
                    <a:cubicBezTo>
                      <a:pt x="1779" y="6144"/>
                      <a:pt x="2586" y="6478"/>
                      <a:pt x="342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19" name="Freeform: Shape 8018">
                <a:extLst>
                  <a:ext uri="{FF2B5EF4-FFF2-40B4-BE49-F238E27FC236}">
                    <a16:creationId xmlns:a16="http://schemas.microsoft.com/office/drawing/2014/main" id="{757FED7D-B57C-7F7A-4269-832086433199}"/>
                  </a:ext>
                </a:extLst>
              </p:cNvPr>
              <p:cNvSpPr/>
              <p:nvPr/>
            </p:nvSpPr>
            <p:spPr>
              <a:xfrm>
                <a:off x="9649733" y="5162010"/>
                <a:ext cx="6343" cy="6345"/>
              </a:xfrm>
              <a:custGeom>
                <a:avLst/>
                <a:gdLst>
                  <a:gd name="connsiteX0" fmla="*/ 3427 w 6343"/>
                  <a:gd name="connsiteY0" fmla="*/ 6478 h 6345"/>
                  <a:gd name="connsiteX1" fmla="*/ 5670 w 6343"/>
                  <a:gd name="connsiteY1" fmla="*/ 5549 h 6345"/>
                  <a:gd name="connsiteX2" fmla="*/ 6599 w 6343"/>
                  <a:gd name="connsiteY2" fmla="*/ 3305 h 6345"/>
                  <a:gd name="connsiteX3" fmla="*/ 5670 w 6343"/>
                  <a:gd name="connsiteY3" fmla="*/ 1062 h 6345"/>
                  <a:gd name="connsiteX4" fmla="*/ 3427 w 6343"/>
                  <a:gd name="connsiteY4" fmla="*/ 133 h 6345"/>
                  <a:gd name="connsiteX5" fmla="*/ 1184 w 6343"/>
                  <a:gd name="connsiteY5" fmla="*/ 1062 h 6345"/>
                  <a:gd name="connsiteX6" fmla="*/ 255 w 6343"/>
                  <a:gd name="connsiteY6" fmla="*/ 3305 h 6345"/>
                  <a:gd name="connsiteX7" fmla="*/ 1184 w 6343"/>
                  <a:gd name="connsiteY7" fmla="*/ 5549 h 6345"/>
                  <a:gd name="connsiteX8" fmla="*/ 342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8"/>
                    </a:moveTo>
                    <a:cubicBezTo>
                      <a:pt x="4268" y="6478"/>
                      <a:pt x="5075" y="6144"/>
                      <a:pt x="5670" y="5549"/>
                    </a:cubicBezTo>
                    <a:cubicBezTo>
                      <a:pt x="6264" y="4954"/>
                      <a:pt x="6599" y="4147"/>
                      <a:pt x="6599" y="3305"/>
                    </a:cubicBezTo>
                    <a:cubicBezTo>
                      <a:pt x="6599" y="2464"/>
                      <a:pt x="6264" y="1657"/>
                      <a:pt x="5670" y="1062"/>
                    </a:cubicBezTo>
                    <a:cubicBezTo>
                      <a:pt x="5075" y="467"/>
                      <a:pt x="4268" y="133"/>
                      <a:pt x="3427" y="133"/>
                    </a:cubicBezTo>
                    <a:cubicBezTo>
                      <a:pt x="2586" y="133"/>
                      <a:pt x="1779" y="467"/>
                      <a:pt x="1184" y="1062"/>
                    </a:cubicBezTo>
                    <a:cubicBezTo>
                      <a:pt x="590" y="1657"/>
                      <a:pt x="255" y="2464"/>
                      <a:pt x="255" y="3305"/>
                    </a:cubicBezTo>
                    <a:cubicBezTo>
                      <a:pt x="255" y="4147"/>
                      <a:pt x="590" y="4954"/>
                      <a:pt x="1184" y="5549"/>
                    </a:cubicBezTo>
                    <a:cubicBezTo>
                      <a:pt x="1779" y="6144"/>
                      <a:pt x="2586" y="6478"/>
                      <a:pt x="342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20" name="Freeform: Shape 8019">
                <a:extLst>
                  <a:ext uri="{FF2B5EF4-FFF2-40B4-BE49-F238E27FC236}">
                    <a16:creationId xmlns:a16="http://schemas.microsoft.com/office/drawing/2014/main" id="{23F572DF-7935-94EF-3012-6F57C4CC067D}"/>
                  </a:ext>
                </a:extLst>
              </p:cNvPr>
              <p:cNvSpPr/>
              <p:nvPr/>
            </p:nvSpPr>
            <p:spPr>
              <a:xfrm>
                <a:off x="9650960" y="5163006"/>
                <a:ext cx="6343" cy="6345"/>
              </a:xfrm>
              <a:custGeom>
                <a:avLst/>
                <a:gdLst>
                  <a:gd name="connsiteX0" fmla="*/ 3427 w 6343"/>
                  <a:gd name="connsiteY0" fmla="*/ 6478 h 6345"/>
                  <a:gd name="connsiteX1" fmla="*/ 5670 w 6343"/>
                  <a:gd name="connsiteY1" fmla="*/ 5549 h 6345"/>
                  <a:gd name="connsiteX2" fmla="*/ 6599 w 6343"/>
                  <a:gd name="connsiteY2" fmla="*/ 3305 h 6345"/>
                  <a:gd name="connsiteX3" fmla="*/ 5670 w 6343"/>
                  <a:gd name="connsiteY3" fmla="*/ 1062 h 6345"/>
                  <a:gd name="connsiteX4" fmla="*/ 3427 w 6343"/>
                  <a:gd name="connsiteY4" fmla="*/ 133 h 6345"/>
                  <a:gd name="connsiteX5" fmla="*/ 1184 w 6343"/>
                  <a:gd name="connsiteY5" fmla="*/ 1062 h 6345"/>
                  <a:gd name="connsiteX6" fmla="*/ 256 w 6343"/>
                  <a:gd name="connsiteY6" fmla="*/ 3305 h 6345"/>
                  <a:gd name="connsiteX7" fmla="*/ 1184 w 6343"/>
                  <a:gd name="connsiteY7" fmla="*/ 5549 h 6345"/>
                  <a:gd name="connsiteX8" fmla="*/ 342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8"/>
                    </a:moveTo>
                    <a:cubicBezTo>
                      <a:pt x="4268" y="6478"/>
                      <a:pt x="5075" y="6144"/>
                      <a:pt x="5670" y="5549"/>
                    </a:cubicBezTo>
                    <a:cubicBezTo>
                      <a:pt x="6264" y="4954"/>
                      <a:pt x="6599" y="4147"/>
                      <a:pt x="6599" y="3305"/>
                    </a:cubicBezTo>
                    <a:cubicBezTo>
                      <a:pt x="6599" y="2464"/>
                      <a:pt x="6264" y="1657"/>
                      <a:pt x="5670" y="1062"/>
                    </a:cubicBezTo>
                    <a:cubicBezTo>
                      <a:pt x="5075" y="467"/>
                      <a:pt x="4268" y="133"/>
                      <a:pt x="3427" y="133"/>
                    </a:cubicBezTo>
                    <a:cubicBezTo>
                      <a:pt x="2586" y="133"/>
                      <a:pt x="1779" y="467"/>
                      <a:pt x="1184" y="1062"/>
                    </a:cubicBezTo>
                    <a:cubicBezTo>
                      <a:pt x="590" y="1657"/>
                      <a:pt x="256" y="2464"/>
                      <a:pt x="256" y="3305"/>
                    </a:cubicBezTo>
                    <a:cubicBezTo>
                      <a:pt x="256" y="4147"/>
                      <a:pt x="590" y="4954"/>
                      <a:pt x="1184" y="5549"/>
                    </a:cubicBezTo>
                    <a:cubicBezTo>
                      <a:pt x="1779" y="6144"/>
                      <a:pt x="2586" y="6478"/>
                      <a:pt x="342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21" name="Freeform: Shape 8020">
                <a:extLst>
                  <a:ext uri="{FF2B5EF4-FFF2-40B4-BE49-F238E27FC236}">
                    <a16:creationId xmlns:a16="http://schemas.microsoft.com/office/drawing/2014/main" id="{969DAF4F-AF8E-953B-B72A-D70941131DF8}"/>
                  </a:ext>
                </a:extLst>
              </p:cNvPr>
              <p:cNvSpPr/>
              <p:nvPr/>
            </p:nvSpPr>
            <p:spPr>
              <a:xfrm>
                <a:off x="9654301" y="5162688"/>
                <a:ext cx="6343" cy="6345"/>
              </a:xfrm>
              <a:custGeom>
                <a:avLst/>
                <a:gdLst>
                  <a:gd name="connsiteX0" fmla="*/ 3427 w 6343"/>
                  <a:gd name="connsiteY0" fmla="*/ 6478 h 6345"/>
                  <a:gd name="connsiteX1" fmla="*/ 5670 w 6343"/>
                  <a:gd name="connsiteY1" fmla="*/ 5549 h 6345"/>
                  <a:gd name="connsiteX2" fmla="*/ 6599 w 6343"/>
                  <a:gd name="connsiteY2" fmla="*/ 3305 h 6345"/>
                  <a:gd name="connsiteX3" fmla="*/ 5670 w 6343"/>
                  <a:gd name="connsiteY3" fmla="*/ 1062 h 6345"/>
                  <a:gd name="connsiteX4" fmla="*/ 3427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9 h 6345"/>
                  <a:gd name="connsiteX8" fmla="*/ 342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8"/>
                    </a:moveTo>
                    <a:cubicBezTo>
                      <a:pt x="4268" y="6478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5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5" y="467"/>
                      <a:pt x="4268" y="133"/>
                      <a:pt x="3427" y="133"/>
                    </a:cubicBezTo>
                    <a:cubicBezTo>
                      <a:pt x="2586" y="133"/>
                      <a:pt x="1779" y="467"/>
                      <a:pt x="1185" y="1062"/>
                    </a:cubicBezTo>
                    <a:cubicBezTo>
                      <a:pt x="590" y="1657"/>
                      <a:pt x="256" y="2464"/>
                      <a:pt x="256" y="3305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79" y="6144"/>
                      <a:pt x="2586" y="6478"/>
                      <a:pt x="342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22" name="Freeform: Shape 8021">
                <a:extLst>
                  <a:ext uri="{FF2B5EF4-FFF2-40B4-BE49-F238E27FC236}">
                    <a16:creationId xmlns:a16="http://schemas.microsoft.com/office/drawing/2014/main" id="{71C400D7-9661-17F7-AB4D-DDA2E582058F}"/>
                  </a:ext>
                </a:extLst>
              </p:cNvPr>
              <p:cNvSpPr/>
              <p:nvPr/>
            </p:nvSpPr>
            <p:spPr>
              <a:xfrm>
                <a:off x="9654199" y="5164536"/>
                <a:ext cx="6343" cy="6345"/>
              </a:xfrm>
              <a:custGeom>
                <a:avLst/>
                <a:gdLst>
                  <a:gd name="connsiteX0" fmla="*/ 3427 w 6343"/>
                  <a:gd name="connsiteY0" fmla="*/ 6478 h 6345"/>
                  <a:gd name="connsiteX1" fmla="*/ 5670 w 6343"/>
                  <a:gd name="connsiteY1" fmla="*/ 5549 h 6345"/>
                  <a:gd name="connsiteX2" fmla="*/ 6599 w 6343"/>
                  <a:gd name="connsiteY2" fmla="*/ 3305 h 6345"/>
                  <a:gd name="connsiteX3" fmla="*/ 5670 w 6343"/>
                  <a:gd name="connsiteY3" fmla="*/ 1062 h 6345"/>
                  <a:gd name="connsiteX4" fmla="*/ 3427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9 h 6345"/>
                  <a:gd name="connsiteX8" fmla="*/ 342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8"/>
                    </a:moveTo>
                    <a:cubicBezTo>
                      <a:pt x="4268" y="6478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5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5" y="467"/>
                      <a:pt x="4268" y="133"/>
                      <a:pt x="3427" y="133"/>
                    </a:cubicBezTo>
                    <a:cubicBezTo>
                      <a:pt x="2586" y="133"/>
                      <a:pt x="1779" y="467"/>
                      <a:pt x="1185" y="1062"/>
                    </a:cubicBezTo>
                    <a:cubicBezTo>
                      <a:pt x="590" y="1657"/>
                      <a:pt x="256" y="2464"/>
                      <a:pt x="256" y="3305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79" y="6144"/>
                      <a:pt x="2586" y="6478"/>
                      <a:pt x="342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23" name="Freeform: Shape 8022">
                <a:extLst>
                  <a:ext uri="{FF2B5EF4-FFF2-40B4-BE49-F238E27FC236}">
                    <a16:creationId xmlns:a16="http://schemas.microsoft.com/office/drawing/2014/main" id="{B6A49581-2663-ABDC-8E8F-DB922800C1C0}"/>
                  </a:ext>
                </a:extLst>
              </p:cNvPr>
              <p:cNvSpPr/>
              <p:nvPr/>
            </p:nvSpPr>
            <p:spPr>
              <a:xfrm>
                <a:off x="9532097" y="5748985"/>
                <a:ext cx="6343" cy="6345"/>
              </a:xfrm>
              <a:custGeom>
                <a:avLst/>
                <a:gdLst>
                  <a:gd name="connsiteX0" fmla="*/ 3418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8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2 h 6345"/>
                  <a:gd name="connsiteX7" fmla="*/ 1175 w 6343"/>
                  <a:gd name="connsiteY7" fmla="*/ 5595 h 6345"/>
                  <a:gd name="connsiteX8" fmla="*/ 341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24"/>
                    </a:moveTo>
                    <a:cubicBezTo>
                      <a:pt x="4259" y="6524"/>
                      <a:pt x="5066" y="6190"/>
                      <a:pt x="5660" y="5595"/>
                    </a:cubicBezTo>
                    <a:cubicBezTo>
                      <a:pt x="6255" y="5000"/>
                      <a:pt x="6589" y="4193"/>
                      <a:pt x="6589" y="3352"/>
                    </a:cubicBezTo>
                    <a:cubicBezTo>
                      <a:pt x="6589" y="2510"/>
                      <a:pt x="6255" y="1703"/>
                      <a:pt x="5660" y="1108"/>
                    </a:cubicBezTo>
                    <a:cubicBezTo>
                      <a:pt x="5066" y="513"/>
                      <a:pt x="4259" y="179"/>
                      <a:pt x="3418" y="179"/>
                    </a:cubicBezTo>
                    <a:cubicBezTo>
                      <a:pt x="2577" y="179"/>
                      <a:pt x="1770" y="513"/>
                      <a:pt x="1175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70" y="6190"/>
                      <a:pt x="2577" y="6524"/>
                      <a:pt x="341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24" name="Freeform: Shape 8023">
                <a:extLst>
                  <a:ext uri="{FF2B5EF4-FFF2-40B4-BE49-F238E27FC236}">
                    <a16:creationId xmlns:a16="http://schemas.microsoft.com/office/drawing/2014/main" id="{BA0C1897-3E27-F5AE-8BE8-65BF0560C963}"/>
                  </a:ext>
                </a:extLst>
              </p:cNvPr>
              <p:cNvSpPr/>
              <p:nvPr/>
            </p:nvSpPr>
            <p:spPr>
              <a:xfrm>
                <a:off x="9528893" y="5747305"/>
                <a:ext cx="6343" cy="6345"/>
              </a:xfrm>
              <a:custGeom>
                <a:avLst/>
                <a:gdLst>
                  <a:gd name="connsiteX0" fmla="*/ 3417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1 h 6345"/>
                  <a:gd name="connsiteX3" fmla="*/ 5660 w 6343"/>
                  <a:gd name="connsiteY3" fmla="*/ 1108 h 6345"/>
                  <a:gd name="connsiteX4" fmla="*/ 3417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1 h 6345"/>
                  <a:gd name="connsiteX7" fmla="*/ 1175 w 6343"/>
                  <a:gd name="connsiteY7" fmla="*/ 5595 h 6345"/>
                  <a:gd name="connsiteX8" fmla="*/ 3417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24"/>
                    </a:moveTo>
                    <a:cubicBezTo>
                      <a:pt x="4259" y="6524"/>
                      <a:pt x="5065" y="6190"/>
                      <a:pt x="5660" y="5595"/>
                    </a:cubicBezTo>
                    <a:cubicBezTo>
                      <a:pt x="6255" y="5000"/>
                      <a:pt x="6589" y="4193"/>
                      <a:pt x="6589" y="3351"/>
                    </a:cubicBezTo>
                    <a:cubicBezTo>
                      <a:pt x="6589" y="2510"/>
                      <a:pt x="6255" y="1703"/>
                      <a:pt x="5660" y="1108"/>
                    </a:cubicBezTo>
                    <a:cubicBezTo>
                      <a:pt x="5065" y="513"/>
                      <a:pt x="4259" y="179"/>
                      <a:pt x="3417" y="179"/>
                    </a:cubicBezTo>
                    <a:cubicBezTo>
                      <a:pt x="2576" y="179"/>
                      <a:pt x="1770" y="513"/>
                      <a:pt x="1175" y="1108"/>
                    </a:cubicBezTo>
                    <a:cubicBezTo>
                      <a:pt x="580" y="1703"/>
                      <a:pt x="246" y="2510"/>
                      <a:pt x="246" y="3351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70" y="6190"/>
                      <a:pt x="2576" y="6524"/>
                      <a:pt x="3417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25" name="Freeform: Shape 8024">
                <a:extLst>
                  <a:ext uri="{FF2B5EF4-FFF2-40B4-BE49-F238E27FC236}">
                    <a16:creationId xmlns:a16="http://schemas.microsoft.com/office/drawing/2014/main" id="{F3F2A63E-0896-D866-1544-7A28EFC2967A}"/>
                  </a:ext>
                </a:extLst>
              </p:cNvPr>
              <p:cNvSpPr/>
              <p:nvPr/>
            </p:nvSpPr>
            <p:spPr>
              <a:xfrm>
                <a:off x="9526144" y="5748000"/>
                <a:ext cx="6343" cy="6345"/>
              </a:xfrm>
              <a:custGeom>
                <a:avLst/>
                <a:gdLst>
                  <a:gd name="connsiteX0" fmla="*/ 3417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1 h 6345"/>
                  <a:gd name="connsiteX3" fmla="*/ 5660 w 6343"/>
                  <a:gd name="connsiteY3" fmla="*/ 1108 h 6345"/>
                  <a:gd name="connsiteX4" fmla="*/ 3417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1 h 6345"/>
                  <a:gd name="connsiteX7" fmla="*/ 1175 w 6343"/>
                  <a:gd name="connsiteY7" fmla="*/ 5595 h 6345"/>
                  <a:gd name="connsiteX8" fmla="*/ 3417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24"/>
                    </a:moveTo>
                    <a:cubicBezTo>
                      <a:pt x="4258" y="6524"/>
                      <a:pt x="5065" y="6190"/>
                      <a:pt x="5660" y="5595"/>
                    </a:cubicBezTo>
                    <a:cubicBezTo>
                      <a:pt x="6255" y="5000"/>
                      <a:pt x="6589" y="4193"/>
                      <a:pt x="6589" y="3351"/>
                    </a:cubicBezTo>
                    <a:cubicBezTo>
                      <a:pt x="6589" y="2510"/>
                      <a:pt x="6255" y="1703"/>
                      <a:pt x="5660" y="1108"/>
                    </a:cubicBezTo>
                    <a:cubicBezTo>
                      <a:pt x="5065" y="513"/>
                      <a:pt x="4258" y="179"/>
                      <a:pt x="3417" y="179"/>
                    </a:cubicBezTo>
                    <a:cubicBezTo>
                      <a:pt x="2576" y="179"/>
                      <a:pt x="1769" y="513"/>
                      <a:pt x="1175" y="1108"/>
                    </a:cubicBezTo>
                    <a:cubicBezTo>
                      <a:pt x="580" y="1703"/>
                      <a:pt x="246" y="2510"/>
                      <a:pt x="246" y="3351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69" y="6190"/>
                      <a:pt x="2576" y="6524"/>
                      <a:pt x="3417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26" name="Freeform: Shape 8025">
                <a:extLst>
                  <a:ext uri="{FF2B5EF4-FFF2-40B4-BE49-F238E27FC236}">
                    <a16:creationId xmlns:a16="http://schemas.microsoft.com/office/drawing/2014/main" id="{73293D1D-FD6E-BC0C-8F3C-B590B12870E5}"/>
                  </a:ext>
                </a:extLst>
              </p:cNvPr>
              <p:cNvSpPr/>
              <p:nvPr/>
            </p:nvSpPr>
            <p:spPr>
              <a:xfrm>
                <a:off x="9523358" y="5748493"/>
                <a:ext cx="6343" cy="6345"/>
              </a:xfrm>
              <a:custGeom>
                <a:avLst/>
                <a:gdLst>
                  <a:gd name="connsiteX0" fmla="*/ 3417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1 h 6345"/>
                  <a:gd name="connsiteX3" fmla="*/ 5660 w 6343"/>
                  <a:gd name="connsiteY3" fmla="*/ 1108 h 6345"/>
                  <a:gd name="connsiteX4" fmla="*/ 3417 w 6343"/>
                  <a:gd name="connsiteY4" fmla="*/ 179 h 6345"/>
                  <a:gd name="connsiteX5" fmla="*/ 1174 w 6343"/>
                  <a:gd name="connsiteY5" fmla="*/ 1108 h 6345"/>
                  <a:gd name="connsiteX6" fmla="*/ 245 w 6343"/>
                  <a:gd name="connsiteY6" fmla="*/ 3351 h 6345"/>
                  <a:gd name="connsiteX7" fmla="*/ 1174 w 6343"/>
                  <a:gd name="connsiteY7" fmla="*/ 5595 h 6345"/>
                  <a:gd name="connsiteX8" fmla="*/ 3417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24"/>
                    </a:moveTo>
                    <a:cubicBezTo>
                      <a:pt x="4258" y="6524"/>
                      <a:pt x="5065" y="6190"/>
                      <a:pt x="5660" y="5595"/>
                    </a:cubicBezTo>
                    <a:cubicBezTo>
                      <a:pt x="6254" y="5000"/>
                      <a:pt x="6589" y="4193"/>
                      <a:pt x="6589" y="3351"/>
                    </a:cubicBezTo>
                    <a:cubicBezTo>
                      <a:pt x="6589" y="2510"/>
                      <a:pt x="6254" y="1703"/>
                      <a:pt x="5660" y="1108"/>
                    </a:cubicBezTo>
                    <a:cubicBezTo>
                      <a:pt x="5065" y="513"/>
                      <a:pt x="4258" y="179"/>
                      <a:pt x="3417" y="179"/>
                    </a:cubicBezTo>
                    <a:cubicBezTo>
                      <a:pt x="2576" y="179"/>
                      <a:pt x="1769" y="513"/>
                      <a:pt x="1174" y="1108"/>
                    </a:cubicBezTo>
                    <a:cubicBezTo>
                      <a:pt x="580" y="1703"/>
                      <a:pt x="245" y="2510"/>
                      <a:pt x="245" y="3351"/>
                    </a:cubicBezTo>
                    <a:cubicBezTo>
                      <a:pt x="245" y="4193"/>
                      <a:pt x="580" y="5000"/>
                      <a:pt x="1174" y="5595"/>
                    </a:cubicBezTo>
                    <a:cubicBezTo>
                      <a:pt x="1769" y="6190"/>
                      <a:pt x="2576" y="6524"/>
                      <a:pt x="3417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27" name="Freeform: Shape 8026">
                <a:extLst>
                  <a:ext uri="{FF2B5EF4-FFF2-40B4-BE49-F238E27FC236}">
                    <a16:creationId xmlns:a16="http://schemas.microsoft.com/office/drawing/2014/main" id="{4E83CBA9-D682-B1E0-B45E-8F8A41858A68}"/>
                  </a:ext>
                </a:extLst>
              </p:cNvPr>
              <p:cNvSpPr/>
              <p:nvPr/>
            </p:nvSpPr>
            <p:spPr>
              <a:xfrm>
                <a:off x="9463239" y="5802170"/>
                <a:ext cx="6343" cy="6345"/>
              </a:xfrm>
              <a:custGeom>
                <a:avLst/>
                <a:gdLst>
                  <a:gd name="connsiteX0" fmla="*/ 3412 w 6343"/>
                  <a:gd name="connsiteY0" fmla="*/ 6528 h 6345"/>
                  <a:gd name="connsiteX1" fmla="*/ 5655 w 6343"/>
                  <a:gd name="connsiteY1" fmla="*/ 5599 h 6345"/>
                  <a:gd name="connsiteX2" fmla="*/ 6584 w 6343"/>
                  <a:gd name="connsiteY2" fmla="*/ 3356 h 6345"/>
                  <a:gd name="connsiteX3" fmla="*/ 5655 w 6343"/>
                  <a:gd name="connsiteY3" fmla="*/ 1112 h 6345"/>
                  <a:gd name="connsiteX4" fmla="*/ 3412 w 6343"/>
                  <a:gd name="connsiteY4" fmla="*/ 183 h 6345"/>
                  <a:gd name="connsiteX5" fmla="*/ 1170 w 6343"/>
                  <a:gd name="connsiteY5" fmla="*/ 1112 h 6345"/>
                  <a:gd name="connsiteX6" fmla="*/ 241 w 6343"/>
                  <a:gd name="connsiteY6" fmla="*/ 3356 h 6345"/>
                  <a:gd name="connsiteX7" fmla="*/ 1170 w 6343"/>
                  <a:gd name="connsiteY7" fmla="*/ 5599 h 6345"/>
                  <a:gd name="connsiteX8" fmla="*/ 3412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28"/>
                    </a:moveTo>
                    <a:cubicBezTo>
                      <a:pt x="4253" y="6528"/>
                      <a:pt x="5060" y="6194"/>
                      <a:pt x="5655" y="5599"/>
                    </a:cubicBezTo>
                    <a:cubicBezTo>
                      <a:pt x="6250" y="5004"/>
                      <a:pt x="6584" y="4197"/>
                      <a:pt x="6584" y="3356"/>
                    </a:cubicBezTo>
                    <a:cubicBezTo>
                      <a:pt x="6584" y="2514"/>
                      <a:pt x="6250" y="1707"/>
                      <a:pt x="5655" y="1112"/>
                    </a:cubicBezTo>
                    <a:cubicBezTo>
                      <a:pt x="5060" y="517"/>
                      <a:pt x="4253" y="183"/>
                      <a:pt x="3412" y="183"/>
                    </a:cubicBezTo>
                    <a:cubicBezTo>
                      <a:pt x="2571" y="183"/>
                      <a:pt x="1764" y="517"/>
                      <a:pt x="1170" y="1112"/>
                    </a:cubicBezTo>
                    <a:cubicBezTo>
                      <a:pt x="575" y="1707"/>
                      <a:pt x="241" y="2514"/>
                      <a:pt x="241" y="3356"/>
                    </a:cubicBezTo>
                    <a:cubicBezTo>
                      <a:pt x="241" y="4197"/>
                      <a:pt x="575" y="5004"/>
                      <a:pt x="1170" y="5599"/>
                    </a:cubicBezTo>
                    <a:cubicBezTo>
                      <a:pt x="1764" y="6194"/>
                      <a:pt x="2571" y="6528"/>
                      <a:pt x="3412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28" name="Freeform: Shape 8027">
                <a:extLst>
                  <a:ext uri="{FF2B5EF4-FFF2-40B4-BE49-F238E27FC236}">
                    <a16:creationId xmlns:a16="http://schemas.microsoft.com/office/drawing/2014/main" id="{94690D9A-86A0-4A68-F169-5E4683F91A24}"/>
                  </a:ext>
                </a:extLst>
              </p:cNvPr>
              <p:cNvSpPr/>
              <p:nvPr/>
            </p:nvSpPr>
            <p:spPr>
              <a:xfrm>
                <a:off x="9212097" y="5710414"/>
                <a:ext cx="6343" cy="6345"/>
              </a:xfrm>
              <a:custGeom>
                <a:avLst/>
                <a:gdLst>
                  <a:gd name="connsiteX0" fmla="*/ 3393 w 6343"/>
                  <a:gd name="connsiteY0" fmla="*/ 6521 h 6345"/>
                  <a:gd name="connsiteX1" fmla="*/ 5635 w 6343"/>
                  <a:gd name="connsiteY1" fmla="*/ 5592 h 6345"/>
                  <a:gd name="connsiteX2" fmla="*/ 6564 w 6343"/>
                  <a:gd name="connsiteY2" fmla="*/ 3348 h 6345"/>
                  <a:gd name="connsiteX3" fmla="*/ 5635 w 6343"/>
                  <a:gd name="connsiteY3" fmla="*/ 1105 h 6345"/>
                  <a:gd name="connsiteX4" fmla="*/ 3393 w 6343"/>
                  <a:gd name="connsiteY4" fmla="*/ 176 h 6345"/>
                  <a:gd name="connsiteX5" fmla="*/ 1150 w 6343"/>
                  <a:gd name="connsiteY5" fmla="*/ 1105 h 6345"/>
                  <a:gd name="connsiteX6" fmla="*/ 221 w 6343"/>
                  <a:gd name="connsiteY6" fmla="*/ 3348 h 6345"/>
                  <a:gd name="connsiteX7" fmla="*/ 1150 w 6343"/>
                  <a:gd name="connsiteY7" fmla="*/ 5592 h 6345"/>
                  <a:gd name="connsiteX8" fmla="*/ 3393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21"/>
                    </a:moveTo>
                    <a:cubicBezTo>
                      <a:pt x="4234" y="6521"/>
                      <a:pt x="5040" y="6187"/>
                      <a:pt x="5635" y="5592"/>
                    </a:cubicBezTo>
                    <a:cubicBezTo>
                      <a:pt x="6230" y="4997"/>
                      <a:pt x="6564" y="4190"/>
                      <a:pt x="6564" y="3348"/>
                    </a:cubicBezTo>
                    <a:cubicBezTo>
                      <a:pt x="6564" y="2507"/>
                      <a:pt x="6230" y="1700"/>
                      <a:pt x="5635" y="1105"/>
                    </a:cubicBezTo>
                    <a:cubicBezTo>
                      <a:pt x="5040" y="510"/>
                      <a:pt x="4234" y="176"/>
                      <a:pt x="3393" y="176"/>
                    </a:cubicBezTo>
                    <a:cubicBezTo>
                      <a:pt x="2551" y="176"/>
                      <a:pt x="1745" y="510"/>
                      <a:pt x="1150" y="1105"/>
                    </a:cubicBezTo>
                    <a:cubicBezTo>
                      <a:pt x="555" y="1700"/>
                      <a:pt x="221" y="2507"/>
                      <a:pt x="221" y="3348"/>
                    </a:cubicBezTo>
                    <a:cubicBezTo>
                      <a:pt x="221" y="4190"/>
                      <a:pt x="555" y="4997"/>
                      <a:pt x="1150" y="5592"/>
                    </a:cubicBezTo>
                    <a:cubicBezTo>
                      <a:pt x="1745" y="6187"/>
                      <a:pt x="2551" y="6521"/>
                      <a:pt x="3393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29" name="Freeform: Shape 8028">
                <a:extLst>
                  <a:ext uri="{FF2B5EF4-FFF2-40B4-BE49-F238E27FC236}">
                    <a16:creationId xmlns:a16="http://schemas.microsoft.com/office/drawing/2014/main" id="{75E27A1C-5C9D-750E-DBED-CFE4121DAFFB}"/>
                  </a:ext>
                </a:extLst>
              </p:cNvPr>
              <p:cNvSpPr/>
              <p:nvPr/>
            </p:nvSpPr>
            <p:spPr>
              <a:xfrm>
                <a:off x="9194108" y="5717866"/>
                <a:ext cx="6343" cy="6345"/>
              </a:xfrm>
              <a:custGeom>
                <a:avLst/>
                <a:gdLst>
                  <a:gd name="connsiteX0" fmla="*/ 3391 w 6343"/>
                  <a:gd name="connsiteY0" fmla="*/ 6522 h 6345"/>
                  <a:gd name="connsiteX1" fmla="*/ 5634 w 6343"/>
                  <a:gd name="connsiteY1" fmla="*/ 5593 h 6345"/>
                  <a:gd name="connsiteX2" fmla="*/ 6563 w 6343"/>
                  <a:gd name="connsiteY2" fmla="*/ 3349 h 6345"/>
                  <a:gd name="connsiteX3" fmla="*/ 5634 w 6343"/>
                  <a:gd name="connsiteY3" fmla="*/ 1106 h 6345"/>
                  <a:gd name="connsiteX4" fmla="*/ 3391 w 6343"/>
                  <a:gd name="connsiteY4" fmla="*/ 176 h 6345"/>
                  <a:gd name="connsiteX5" fmla="*/ 1148 w 6343"/>
                  <a:gd name="connsiteY5" fmla="*/ 1106 h 6345"/>
                  <a:gd name="connsiteX6" fmla="*/ 220 w 6343"/>
                  <a:gd name="connsiteY6" fmla="*/ 3349 h 6345"/>
                  <a:gd name="connsiteX7" fmla="*/ 1148 w 6343"/>
                  <a:gd name="connsiteY7" fmla="*/ 5593 h 6345"/>
                  <a:gd name="connsiteX8" fmla="*/ 339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2"/>
                    </a:moveTo>
                    <a:cubicBezTo>
                      <a:pt x="4232" y="6522"/>
                      <a:pt x="5039" y="6187"/>
                      <a:pt x="5634" y="5593"/>
                    </a:cubicBezTo>
                    <a:cubicBezTo>
                      <a:pt x="6228" y="4998"/>
                      <a:pt x="6563" y="4191"/>
                      <a:pt x="6563" y="3349"/>
                    </a:cubicBezTo>
                    <a:cubicBezTo>
                      <a:pt x="6563" y="2508"/>
                      <a:pt x="6228" y="1701"/>
                      <a:pt x="5634" y="1106"/>
                    </a:cubicBezTo>
                    <a:cubicBezTo>
                      <a:pt x="5039" y="511"/>
                      <a:pt x="4232" y="176"/>
                      <a:pt x="3391" y="176"/>
                    </a:cubicBezTo>
                    <a:cubicBezTo>
                      <a:pt x="2550" y="176"/>
                      <a:pt x="1743" y="511"/>
                      <a:pt x="1148" y="1106"/>
                    </a:cubicBezTo>
                    <a:cubicBezTo>
                      <a:pt x="554" y="1701"/>
                      <a:pt x="220" y="2508"/>
                      <a:pt x="220" y="3349"/>
                    </a:cubicBezTo>
                    <a:cubicBezTo>
                      <a:pt x="220" y="4191"/>
                      <a:pt x="554" y="4998"/>
                      <a:pt x="1148" y="5593"/>
                    </a:cubicBezTo>
                    <a:cubicBezTo>
                      <a:pt x="1743" y="6187"/>
                      <a:pt x="2550" y="6522"/>
                      <a:pt x="339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30" name="Freeform: Shape 8029">
                <a:extLst>
                  <a:ext uri="{FF2B5EF4-FFF2-40B4-BE49-F238E27FC236}">
                    <a16:creationId xmlns:a16="http://schemas.microsoft.com/office/drawing/2014/main" id="{2A1CDF18-53FA-BE11-BD07-9B70668B529C}"/>
                  </a:ext>
                </a:extLst>
              </p:cNvPr>
              <p:cNvSpPr/>
              <p:nvPr/>
            </p:nvSpPr>
            <p:spPr>
              <a:xfrm>
                <a:off x="9168215" y="5718923"/>
                <a:ext cx="6343" cy="6345"/>
              </a:xfrm>
              <a:custGeom>
                <a:avLst/>
                <a:gdLst>
                  <a:gd name="connsiteX0" fmla="*/ 3389 w 6343"/>
                  <a:gd name="connsiteY0" fmla="*/ 6522 h 6345"/>
                  <a:gd name="connsiteX1" fmla="*/ 5632 w 6343"/>
                  <a:gd name="connsiteY1" fmla="*/ 5593 h 6345"/>
                  <a:gd name="connsiteX2" fmla="*/ 6561 w 6343"/>
                  <a:gd name="connsiteY2" fmla="*/ 3349 h 6345"/>
                  <a:gd name="connsiteX3" fmla="*/ 5632 w 6343"/>
                  <a:gd name="connsiteY3" fmla="*/ 1106 h 6345"/>
                  <a:gd name="connsiteX4" fmla="*/ 3389 w 6343"/>
                  <a:gd name="connsiteY4" fmla="*/ 176 h 6345"/>
                  <a:gd name="connsiteX5" fmla="*/ 1146 w 6343"/>
                  <a:gd name="connsiteY5" fmla="*/ 1106 h 6345"/>
                  <a:gd name="connsiteX6" fmla="*/ 217 w 6343"/>
                  <a:gd name="connsiteY6" fmla="*/ 3349 h 6345"/>
                  <a:gd name="connsiteX7" fmla="*/ 1146 w 6343"/>
                  <a:gd name="connsiteY7" fmla="*/ 5593 h 6345"/>
                  <a:gd name="connsiteX8" fmla="*/ 3389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2"/>
                    </a:moveTo>
                    <a:cubicBezTo>
                      <a:pt x="4230" y="6522"/>
                      <a:pt x="5037" y="6188"/>
                      <a:pt x="5632" y="5593"/>
                    </a:cubicBezTo>
                    <a:cubicBezTo>
                      <a:pt x="6226" y="4998"/>
                      <a:pt x="6561" y="4191"/>
                      <a:pt x="6561" y="3349"/>
                    </a:cubicBezTo>
                    <a:cubicBezTo>
                      <a:pt x="6561" y="2508"/>
                      <a:pt x="6226" y="1701"/>
                      <a:pt x="5632" y="1106"/>
                    </a:cubicBezTo>
                    <a:cubicBezTo>
                      <a:pt x="5037" y="511"/>
                      <a:pt x="4230" y="176"/>
                      <a:pt x="3389" y="176"/>
                    </a:cubicBezTo>
                    <a:cubicBezTo>
                      <a:pt x="2548" y="176"/>
                      <a:pt x="1741" y="511"/>
                      <a:pt x="1146" y="1106"/>
                    </a:cubicBezTo>
                    <a:cubicBezTo>
                      <a:pt x="552" y="1701"/>
                      <a:pt x="217" y="2508"/>
                      <a:pt x="217" y="3349"/>
                    </a:cubicBezTo>
                    <a:cubicBezTo>
                      <a:pt x="217" y="4191"/>
                      <a:pt x="552" y="4998"/>
                      <a:pt x="1146" y="5593"/>
                    </a:cubicBezTo>
                    <a:cubicBezTo>
                      <a:pt x="1741" y="6188"/>
                      <a:pt x="2548" y="6522"/>
                      <a:pt x="3389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31" name="Freeform: Shape 8030">
                <a:extLst>
                  <a:ext uri="{FF2B5EF4-FFF2-40B4-BE49-F238E27FC236}">
                    <a16:creationId xmlns:a16="http://schemas.microsoft.com/office/drawing/2014/main" id="{787584E6-E994-344A-78DC-A8238777566A}"/>
                  </a:ext>
                </a:extLst>
              </p:cNvPr>
              <p:cNvSpPr/>
              <p:nvPr/>
            </p:nvSpPr>
            <p:spPr>
              <a:xfrm>
                <a:off x="9164398" y="5707922"/>
                <a:ext cx="6343" cy="6345"/>
              </a:xfrm>
              <a:custGeom>
                <a:avLst/>
                <a:gdLst>
                  <a:gd name="connsiteX0" fmla="*/ 3389 w 6343"/>
                  <a:gd name="connsiteY0" fmla="*/ 6521 h 6345"/>
                  <a:gd name="connsiteX1" fmla="*/ 5631 w 6343"/>
                  <a:gd name="connsiteY1" fmla="*/ 5592 h 6345"/>
                  <a:gd name="connsiteX2" fmla="*/ 6560 w 6343"/>
                  <a:gd name="connsiteY2" fmla="*/ 3348 h 6345"/>
                  <a:gd name="connsiteX3" fmla="*/ 5631 w 6343"/>
                  <a:gd name="connsiteY3" fmla="*/ 1105 h 6345"/>
                  <a:gd name="connsiteX4" fmla="*/ 3389 w 6343"/>
                  <a:gd name="connsiteY4" fmla="*/ 176 h 6345"/>
                  <a:gd name="connsiteX5" fmla="*/ 1146 w 6343"/>
                  <a:gd name="connsiteY5" fmla="*/ 1105 h 6345"/>
                  <a:gd name="connsiteX6" fmla="*/ 217 w 6343"/>
                  <a:gd name="connsiteY6" fmla="*/ 3348 h 6345"/>
                  <a:gd name="connsiteX7" fmla="*/ 1146 w 6343"/>
                  <a:gd name="connsiteY7" fmla="*/ 5592 h 6345"/>
                  <a:gd name="connsiteX8" fmla="*/ 3389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1"/>
                    </a:moveTo>
                    <a:cubicBezTo>
                      <a:pt x="4230" y="6521"/>
                      <a:pt x="5037" y="6187"/>
                      <a:pt x="5631" y="5592"/>
                    </a:cubicBezTo>
                    <a:cubicBezTo>
                      <a:pt x="6226" y="4997"/>
                      <a:pt x="6560" y="4190"/>
                      <a:pt x="6560" y="3348"/>
                    </a:cubicBezTo>
                    <a:cubicBezTo>
                      <a:pt x="6560" y="2507"/>
                      <a:pt x="6226" y="1700"/>
                      <a:pt x="5631" y="1105"/>
                    </a:cubicBezTo>
                    <a:cubicBezTo>
                      <a:pt x="5037" y="510"/>
                      <a:pt x="4230" y="176"/>
                      <a:pt x="3389" y="176"/>
                    </a:cubicBezTo>
                    <a:cubicBezTo>
                      <a:pt x="2548" y="176"/>
                      <a:pt x="1741" y="510"/>
                      <a:pt x="1146" y="1105"/>
                    </a:cubicBezTo>
                    <a:cubicBezTo>
                      <a:pt x="551" y="1700"/>
                      <a:pt x="217" y="2507"/>
                      <a:pt x="217" y="3348"/>
                    </a:cubicBezTo>
                    <a:cubicBezTo>
                      <a:pt x="217" y="4190"/>
                      <a:pt x="551" y="4997"/>
                      <a:pt x="1146" y="5592"/>
                    </a:cubicBezTo>
                    <a:cubicBezTo>
                      <a:pt x="1741" y="6187"/>
                      <a:pt x="2548" y="6521"/>
                      <a:pt x="3389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32" name="Freeform: Shape 8031">
                <a:extLst>
                  <a:ext uri="{FF2B5EF4-FFF2-40B4-BE49-F238E27FC236}">
                    <a16:creationId xmlns:a16="http://schemas.microsoft.com/office/drawing/2014/main" id="{2AE8104A-5A47-B055-7BA7-AD2C6B543008}"/>
                  </a:ext>
                </a:extLst>
              </p:cNvPr>
              <p:cNvSpPr/>
              <p:nvPr/>
            </p:nvSpPr>
            <p:spPr>
              <a:xfrm>
                <a:off x="9148725" y="5719735"/>
                <a:ext cx="6343" cy="6345"/>
              </a:xfrm>
              <a:custGeom>
                <a:avLst/>
                <a:gdLst>
                  <a:gd name="connsiteX0" fmla="*/ 3388 w 6343"/>
                  <a:gd name="connsiteY0" fmla="*/ 6522 h 6345"/>
                  <a:gd name="connsiteX1" fmla="*/ 5630 w 6343"/>
                  <a:gd name="connsiteY1" fmla="*/ 5593 h 6345"/>
                  <a:gd name="connsiteX2" fmla="*/ 6559 w 6343"/>
                  <a:gd name="connsiteY2" fmla="*/ 3349 h 6345"/>
                  <a:gd name="connsiteX3" fmla="*/ 5630 w 6343"/>
                  <a:gd name="connsiteY3" fmla="*/ 1106 h 6345"/>
                  <a:gd name="connsiteX4" fmla="*/ 3388 w 6343"/>
                  <a:gd name="connsiteY4" fmla="*/ 177 h 6345"/>
                  <a:gd name="connsiteX5" fmla="*/ 1145 w 6343"/>
                  <a:gd name="connsiteY5" fmla="*/ 1106 h 6345"/>
                  <a:gd name="connsiteX6" fmla="*/ 216 w 6343"/>
                  <a:gd name="connsiteY6" fmla="*/ 3349 h 6345"/>
                  <a:gd name="connsiteX7" fmla="*/ 1145 w 6343"/>
                  <a:gd name="connsiteY7" fmla="*/ 5593 h 6345"/>
                  <a:gd name="connsiteX8" fmla="*/ 3388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2"/>
                    </a:moveTo>
                    <a:cubicBezTo>
                      <a:pt x="4229" y="6522"/>
                      <a:pt x="5035" y="6188"/>
                      <a:pt x="5630" y="5593"/>
                    </a:cubicBezTo>
                    <a:cubicBezTo>
                      <a:pt x="6225" y="4998"/>
                      <a:pt x="6559" y="4191"/>
                      <a:pt x="6559" y="3349"/>
                    </a:cubicBezTo>
                    <a:cubicBezTo>
                      <a:pt x="6559" y="2508"/>
                      <a:pt x="6225" y="1701"/>
                      <a:pt x="5630" y="1106"/>
                    </a:cubicBezTo>
                    <a:cubicBezTo>
                      <a:pt x="5035" y="511"/>
                      <a:pt x="4229" y="177"/>
                      <a:pt x="3388" y="177"/>
                    </a:cubicBezTo>
                    <a:cubicBezTo>
                      <a:pt x="2546" y="177"/>
                      <a:pt x="1740" y="511"/>
                      <a:pt x="1145" y="1106"/>
                    </a:cubicBezTo>
                    <a:cubicBezTo>
                      <a:pt x="550" y="1701"/>
                      <a:pt x="216" y="2508"/>
                      <a:pt x="216" y="3349"/>
                    </a:cubicBezTo>
                    <a:cubicBezTo>
                      <a:pt x="216" y="4191"/>
                      <a:pt x="550" y="4998"/>
                      <a:pt x="1145" y="5593"/>
                    </a:cubicBezTo>
                    <a:cubicBezTo>
                      <a:pt x="1740" y="6188"/>
                      <a:pt x="2546" y="6522"/>
                      <a:pt x="3388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33" name="Freeform: Shape 8032">
                <a:extLst>
                  <a:ext uri="{FF2B5EF4-FFF2-40B4-BE49-F238E27FC236}">
                    <a16:creationId xmlns:a16="http://schemas.microsoft.com/office/drawing/2014/main" id="{3F7E7B6E-7419-BC93-D347-8FC35980DE0B}"/>
                  </a:ext>
                </a:extLst>
              </p:cNvPr>
              <p:cNvSpPr/>
              <p:nvPr/>
            </p:nvSpPr>
            <p:spPr>
              <a:xfrm>
                <a:off x="9125158" y="5698299"/>
                <a:ext cx="6343" cy="6345"/>
              </a:xfrm>
              <a:custGeom>
                <a:avLst/>
                <a:gdLst>
                  <a:gd name="connsiteX0" fmla="*/ 3386 w 6343"/>
                  <a:gd name="connsiteY0" fmla="*/ 6520 h 6345"/>
                  <a:gd name="connsiteX1" fmla="*/ 5628 w 6343"/>
                  <a:gd name="connsiteY1" fmla="*/ 5591 h 6345"/>
                  <a:gd name="connsiteX2" fmla="*/ 6557 w 6343"/>
                  <a:gd name="connsiteY2" fmla="*/ 3348 h 6345"/>
                  <a:gd name="connsiteX3" fmla="*/ 5628 w 6343"/>
                  <a:gd name="connsiteY3" fmla="*/ 1104 h 6345"/>
                  <a:gd name="connsiteX4" fmla="*/ 3386 w 6343"/>
                  <a:gd name="connsiteY4" fmla="*/ 175 h 6345"/>
                  <a:gd name="connsiteX5" fmla="*/ 1143 w 6343"/>
                  <a:gd name="connsiteY5" fmla="*/ 1104 h 6345"/>
                  <a:gd name="connsiteX6" fmla="*/ 214 w 6343"/>
                  <a:gd name="connsiteY6" fmla="*/ 3348 h 6345"/>
                  <a:gd name="connsiteX7" fmla="*/ 1143 w 6343"/>
                  <a:gd name="connsiteY7" fmla="*/ 5591 h 6345"/>
                  <a:gd name="connsiteX8" fmla="*/ 3386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0"/>
                    </a:moveTo>
                    <a:cubicBezTo>
                      <a:pt x="4227" y="6520"/>
                      <a:pt x="5034" y="6186"/>
                      <a:pt x="5628" y="5591"/>
                    </a:cubicBezTo>
                    <a:cubicBezTo>
                      <a:pt x="6223" y="4996"/>
                      <a:pt x="6557" y="4189"/>
                      <a:pt x="6557" y="3348"/>
                    </a:cubicBezTo>
                    <a:cubicBezTo>
                      <a:pt x="6557" y="2506"/>
                      <a:pt x="6223" y="1699"/>
                      <a:pt x="5628" y="1104"/>
                    </a:cubicBezTo>
                    <a:cubicBezTo>
                      <a:pt x="5034" y="509"/>
                      <a:pt x="4227" y="175"/>
                      <a:pt x="3386" y="175"/>
                    </a:cubicBezTo>
                    <a:cubicBezTo>
                      <a:pt x="2545" y="175"/>
                      <a:pt x="1738" y="509"/>
                      <a:pt x="1143" y="1104"/>
                    </a:cubicBezTo>
                    <a:cubicBezTo>
                      <a:pt x="548" y="1699"/>
                      <a:pt x="214" y="2506"/>
                      <a:pt x="214" y="3348"/>
                    </a:cubicBezTo>
                    <a:cubicBezTo>
                      <a:pt x="214" y="4189"/>
                      <a:pt x="548" y="4996"/>
                      <a:pt x="1143" y="5591"/>
                    </a:cubicBezTo>
                    <a:cubicBezTo>
                      <a:pt x="1738" y="6186"/>
                      <a:pt x="2545" y="6520"/>
                      <a:pt x="3386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34" name="Freeform: Shape 8033">
                <a:extLst>
                  <a:ext uri="{FF2B5EF4-FFF2-40B4-BE49-F238E27FC236}">
                    <a16:creationId xmlns:a16="http://schemas.microsoft.com/office/drawing/2014/main" id="{78D9BB07-8041-7EDE-A9C3-FD7C6DFDC89D}"/>
                  </a:ext>
                </a:extLst>
              </p:cNvPr>
              <p:cNvSpPr/>
              <p:nvPr/>
            </p:nvSpPr>
            <p:spPr>
              <a:xfrm>
                <a:off x="9119793" y="5689890"/>
                <a:ext cx="6343" cy="6345"/>
              </a:xfrm>
              <a:custGeom>
                <a:avLst/>
                <a:gdLst>
                  <a:gd name="connsiteX0" fmla="*/ 3385 w 6343"/>
                  <a:gd name="connsiteY0" fmla="*/ 6520 h 6345"/>
                  <a:gd name="connsiteX1" fmla="*/ 5628 w 6343"/>
                  <a:gd name="connsiteY1" fmla="*/ 5590 h 6345"/>
                  <a:gd name="connsiteX2" fmla="*/ 6557 w 6343"/>
                  <a:gd name="connsiteY2" fmla="*/ 3347 h 6345"/>
                  <a:gd name="connsiteX3" fmla="*/ 5628 w 6343"/>
                  <a:gd name="connsiteY3" fmla="*/ 1103 h 6345"/>
                  <a:gd name="connsiteX4" fmla="*/ 3385 w 6343"/>
                  <a:gd name="connsiteY4" fmla="*/ 174 h 6345"/>
                  <a:gd name="connsiteX5" fmla="*/ 1143 w 6343"/>
                  <a:gd name="connsiteY5" fmla="*/ 1103 h 6345"/>
                  <a:gd name="connsiteX6" fmla="*/ 214 w 6343"/>
                  <a:gd name="connsiteY6" fmla="*/ 3347 h 6345"/>
                  <a:gd name="connsiteX7" fmla="*/ 1143 w 6343"/>
                  <a:gd name="connsiteY7" fmla="*/ 5590 h 6345"/>
                  <a:gd name="connsiteX8" fmla="*/ 3385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20"/>
                    </a:moveTo>
                    <a:cubicBezTo>
                      <a:pt x="4226" y="6520"/>
                      <a:pt x="5033" y="6185"/>
                      <a:pt x="5628" y="5590"/>
                    </a:cubicBezTo>
                    <a:cubicBezTo>
                      <a:pt x="6223" y="4995"/>
                      <a:pt x="6557" y="4188"/>
                      <a:pt x="6557" y="3347"/>
                    </a:cubicBezTo>
                    <a:cubicBezTo>
                      <a:pt x="6557" y="2505"/>
                      <a:pt x="6223" y="1698"/>
                      <a:pt x="5628" y="1103"/>
                    </a:cubicBezTo>
                    <a:cubicBezTo>
                      <a:pt x="5033" y="508"/>
                      <a:pt x="4226" y="174"/>
                      <a:pt x="3385" y="174"/>
                    </a:cubicBezTo>
                    <a:cubicBezTo>
                      <a:pt x="2544" y="174"/>
                      <a:pt x="1737" y="508"/>
                      <a:pt x="1143" y="1103"/>
                    </a:cubicBezTo>
                    <a:cubicBezTo>
                      <a:pt x="548" y="1698"/>
                      <a:pt x="214" y="2505"/>
                      <a:pt x="214" y="3347"/>
                    </a:cubicBezTo>
                    <a:cubicBezTo>
                      <a:pt x="214" y="4188"/>
                      <a:pt x="548" y="4995"/>
                      <a:pt x="1143" y="5590"/>
                    </a:cubicBezTo>
                    <a:cubicBezTo>
                      <a:pt x="1737" y="6185"/>
                      <a:pt x="2544" y="6520"/>
                      <a:pt x="3385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35" name="Freeform: Shape 8034">
                <a:extLst>
                  <a:ext uri="{FF2B5EF4-FFF2-40B4-BE49-F238E27FC236}">
                    <a16:creationId xmlns:a16="http://schemas.microsoft.com/office/drawing/2014/main" id="{9441B5B9-14B3-E0C5-DCF9-88647E2E3FBA}"/>
                  </a:ext>
                </a:extLst>
              </p:cNvPr>
              <p:cNvSpPr/>
              <p:nvPr/>
            </p:nvSpPr>
            <p:spPr>
              <a:xfrm>
                <a:off x="9086663" y="5679439"/>
                <a:ext cx="6343" cy="6345"/>
              </a:xfrm>
              <a:custGeom>
                <a:avLst/>
                <a:gdLst>
                  <a:gd name="connsiteX0" fmla="*/ 3383 w 6343"/>
                  <a:gd name="connsiteY0" fmla="*/ 6519 h 6345"/>
                  <a:gd name="connsiteX1" fmla="*/ 5625 w 6343"/>
                  <a:gd name="connsiteY1" fmla="*/ 5590 h 6345"/>
                  <a:gd name="connsiteX2" fmla="*/ 6554 w 6343"/>
                  <a:gd name="connsiteY2" fmla="*/ 3346 h 6345"/>
                  <a:gd name="connsiteX3" fmla="*/ 5625 w 6343"/>
                  <a:gd name="connsiteY3" fmla="*/ 1103 h 6345"/>
                  <a:gd name="connsiteX4" fmla="*/ 3383 w 6343"/>
                  <a:gd name="connsiteY4" fmla="*/ 173 h 6345"/>
                  <a:gd name="connsiteX5" fmla="*/ 1140 w 6343"/>
                  <a:gd name="connsiteY5" fmla="*/ 1103 h 6345"/>
                  <a:gd name="connsiteX6" fmla="*/ 211 w 6343"/>
                  <a:gd name="connsiteY6" fmla="*/ 3346 h 6345"/>
                  <a:gd name="connsiteX7" fmla="*/ 1140 w 6343"/>
                  <a:gd name="connsiteY7" fmla="*/ 5590 h 6345"/>
                  <a:gd name="connsiteX8" fmla="*/ 3383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19"/>
                    </a:moveTo>
                    <a:cubicBezTo>
                      <a:pt x="4224" y="6519"/>
                      <a:pt x="5031" y="6184"/>
                      <a:pt x="5625" y="5590"/>
                    </a:cubicBezTo>
                    <a:cubicBezTo>
                      <a:pt x="6220" y="4995"/>
                      <a:pt x="6554" y="4187"/>
                      <a:pt x="6554" y="3346"/>
                    </a:cubicBezTo>
                    <a:cubicBezTo>
                      <a:pt x="6554" y="2505"/>
                      <a:pt x="6220" y="1698"/>
                      <a:pt x="5625" y="1103"/>
                    </a:cubicBezTo>
                    <a:cubicBezTo>
                      <a:pt x="5031" y="508"/>
                      <a:pt x="4224" y="173"/>
                      <a:pt x="3383" y="173"/>
                    </a:cubicBezTo>
                    <a:cubicBezTo>
                      <a:pt x="2542" y="173"/>
                      <a:pt x="1735" y="508"/>
                      <a:pt x="1140" y="1103"/>
                    </a:cubicBezTo>
                    <a:cubicBezTo>
                      <a:pt x="545" y="1698"/>
                      <a:pt x="211" y="2505"/>
                      <a:pt x="211" y="3346"/>
                    </a:cubicBezTo>
                    <a:cubicBezTo>
                      <a:pt x="211" y="4187"/>
                      <a:pt x="545" y="4995"/>
                      <a:pt x="1140" y="5590"/>
                    </a:cubicBezTo>
                    <a:cubicBezTo>
                      <a:pt x="1735" y="6184"/>
                      <a:pt x="2542" y="6519"/>
                      <a:pt x="3383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36" name="Freeform: Shape 8035">
                <a:extLst>
                  <a:ext uri="{FF2B5EF4-FFF2-40B4-BE49-F238E27FC236}">
                    <a16:creationId xmlns:a16="http://schemas.microsoft.com/office/drawing/2014/main" id="{6A1D75A3-9785-6FB9-572F-8E864F533372}"/>
                  </a:ext>
                </a:extLst>
              </p:cNvPr>
              <p:cNvSpPr/>
              <p:nvPr/>
            </p:nvSpPr>
            <p:spPr>
              <a:xfrm>
                <a:off x="8793885" y="5156418"/>
                <a:ext cx="6343" cy="6345"/>
              </a:xfrm>
              <a:custGeom>
                <a:avLst/>
                <a:gdLst>
                  <a:gd name="connsiteX0" fmla="*/ 3360 w 6343"/>
                  <a:gd name="connsiteY0" fmla="*/ 6478 h 6345"/>
                  <a:gd name="connsiteX1" fmla="*/ 5602 w 6343"/>
                  <a:gd name="connsiteY1" fmla="*/ 5548 h 6345"/>
                  <a:gd name="connsiteX2" fmla="*/ 6531 w 6343"/>
                  <a:gd name="connsiteY2" fmla="*/ 3305 h 6345"/>
                  <a:gd name="connsiteX3" fmla="*/ 5602 w 6343"/>
                  <a:gd name="connsiteY3" fmla="*/ 1061 h 6345"/>
                  <a:gd name="connsiteX4" fmla="*/ 3360 w 6343"/>
                  <a:gd name="connsiteY4" fmla="*/ 132 h 6345"/>
                  <a:gd name="connsiteX5" fmla="*/ 1117 w 6343"/>
                  <a:gd name="connsiteY5" fmla="*/ 1061 h 6345"/>
                  <a:gd name="connsiteX6" fmla="*/ 188 w 6343"/>
                  <a:gd name="connsiteY6" fmla="*/ 3305 h 6345"/>
                  <a:gd name="connsiteX7" fmla="*/ 1117 w 6343"/>
                  <a:gd name="connsiteY7" fmla="*/ 5548 h 6345"/>
                  <a:gd name="connsiteX8" fmla="*/ 336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478"/>
                    </a:moveTo>
                    <a:cubicBezTo>
                      <a:pt x="4201" y="6478"/>
                      <a:pt x="5007" y="6143"/>
                      <a:pt x="5602" y="5548"/>
                    </a:cubicBezTo>
                    <a:cubicBezTo>
                      <a:pt x="6197" y="4953"/>
                      <a:pt x="6531" y="4146"/>
                      <a:pt x="6531" y="3305"/>
                    </a:cubicBezTo>
                    <a:cubicBezTo>
                      <a:pt x="6531" y="2463"/>
                      <a:pt x="6197" y="1656"/>
                      <a:pt x="5602" y="1061"/>
                    </a:cubicBezTo>
                    <a:cubicBezTo>
                      <a:pt x="5007" y="466"/>
                      <a:pt x="4201" y="132"/>
                      <a:pt x="3360" y="132"/>
                    </a:cubicBezTo>
                    <a:cubicBezTo>
                      <a:pt x="2518" y="132"/>
                      <a:pt x="1712" y="466"/>
                      <a:pt x="1117" y="1061"/>
                    </a:cubicBezTo>
                    <a:cubicBezTo>
                      <a:pt x="522" y="1656"/>
                      <a:pt x="188" y="2463"/>
                      <a:pt x="188" y="3305"/>
                    </a:cubicBezTo>
                    <a:cubicBezTo>
                      <a:pt x="188" y="4146"/>
                      <a:pt x="522" y="4953"/>
                      <a:pt x="1117" y="5548"/>
                    </a:cubicBezTo>
                    <a:cubicBezTo>
                      <a:pt x="1712" y="6143"/>
                      <a:pt x="2518" y="6478"/>
                      <a:pt x="336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37" name="Freeform: Shape 8036">
                <a:extLst>
                  <a:ext uri="{FF2B5EF4-FFF2-40B4-BE49-F238E27FC236}">
                    <a16:creationId xmlns:a16="http://schemas.microsoft.com/office/drawing/2014/main" id="{CC03E428-CEE7-D5ED-EA8C-0E1A093426BA}"/>
                  </a:ext>
                </a:extLst>
              </p:cNvPr>
              <p:cNvSpPr/>
              <p:nvPr/>
            </p:nvSpPr>
            <p:spPr>
              <a:xfrm>
                <a:off x="8817671" y="5157427"/>
                <a:ext cx="6343" cy="6345"/>
              </a:xfrm>
              <a:custGeom>
                <a:avLst/>
                <a:gdLst>
                  <a:gd name="connsiteX0" fmla="*/ 3361 w 6343"/>
                  <a:gd name="connsiteY0" fmla="*/ 6478 h 6345"/>
                  <a:gd name="connsiteX1" fmla="*/ 5604 w 6343"/>
                  <a:gd name="connsiteY1" fmla="*/ 5548 h 6345"/>
                  <a:gd name="connsiteX2" fmla="*/ 6533 w 6343"/>
                  <a:gd name="connsiteY2" fmla="*/ 3305 h 6345"/>
                  <a:gd name="connsiteX3" fmla="*/ 5604 w 6343"/>
                  <a:gd name="connsiteY3" fmla="*/ 1061 h 6345"/>
                  <a:gd name="connsiteX4" fmla="*/ 3361 w 6343"/>
                  <a:gd name="connsiteY4" fmla="*/ 132 h 6345"/>
                  <a:gd name="connsiteX5" fmla="*/ 1119 w 6343"/>
                  <a:gd name="connsiteY5" fmla="*/ 1061 h 6345"/>
                  <a:gd name="connsiteX6" fmla="*/ 190 w 6343"/>
                  <a:gd name="connsiteY6" fmla="*/ 3305 h 6345"/>
                  <a:gd name="connsiteX7" fmla="*/ 1119 w 6343"/>
                  <a:gd name="connsiteY7" fmla="*/ 5548 h 6345"/>
                  <a:gd name="connsiteX8" fmla="*/ 336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78"/>
                    </a:moveTo>
                    <a:cubicBezTo>
                      <a:pt x="4203" y="6478"/>
                      <a:pt x="5009" y="6143"/>
                      <a:pt x="5604" y="5548"/>
                    </a:cubicBezTo>
                    <a:cubicBezTo>
                      <a:pt x="6199" y="4953"/>
                      <a:pt x="6533" y="4146"/>
                      <a:pt x="6533" y="3305"/>
                    </a:cubicBezTo>
                    <a:cubicBezTo>
                      <a:pt x="6533" y="2464"/>
                      <a:pt x="6199" y="1656"/>
                      <a:pt x="5604" y="1061"/>
                    </a:cubicBezTo>
                    <a:cubicBezTo>
                      <a:pt x="5009" y="467"/>
                      <a:pt x="4203" y="132"/>
                      <a:pt x="3361" y="132"/>
                    </a:cubicBezTo>
                    <a:cubicBezTo>
                      <a:pt x="2520" y="132"/>
                      <a:pt x="1714" y="467"/>
                      <a:pt x="1119" y="1061"/>
                    </a:cubicBezTo>
                    <a:cubicBezTo>
                      <a:pt x="524" y="1656"/>
                      <a:pt x="190" y="2464"/>
                      <a:pt x="190" y="3305"/>
                    </a:cubicBezTo>
                    <a:cubicBezTo>
                      <a:pt x="190" y="4146"/>
                      <a:pt x="524" y="4953"/>
                      <a:pt x="1119" y="5548"/>
                    </a:cubicBezTo>
                    <a:cubicBezTo>
                      <a:pt x="1714" y="6143"/>
                      <a:pt x="2520" y="6478"/>
                      <a:pt x="336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38" name="Freeform: Shape 8037">
                <a:extLst>
                  <a:ext uri="{FF2B5EF4-FFF2-40B4-BE49-F238E27FC236}">
                    <a16:creationId xmlns:a16="http://schemas.microsoft.com/office/drawing/2014/main" id="{14EFE689-0E74-E7C5-B6E9-8D25425BD2B0}"/>
                  </a:ext>
                </a:extLst>
              </p:cNvPr>
              <p:cNvSpPr/>
              <p:nvPr/>
            </p:nvSpPr>
            <p:spPr>
              <a:xfrm>
                <a:off x="8835985" y="5157503"/>
                <a:ext cx="6343" cy="6345"/>
              </a:xfrm>
              <a:custGeom>
                <a:avLst/>
                <a:gdLst>
                  <a:gd name="connsiteX0" fmla="*/ 3363 w 6343"/>
                  <a:gd name="connsiteY0" fmla="*/ 6478 h 6345"/>
                  <a:gd name="connsiteX1" fmla="*/ 5605 w 6343"/>
                  <a:gd name="connsiteY1" fmla="*/ 5548 h 6345"/>
                  <a:gd name="connsiteX2" fmla="*/ 6534 w 6343"/>
                  <a:gd name="connsiteY2" fmla="*/ 3305 h 6345"/>
                  <a:gd name="connsiteX3" fmla="*/ 5605 w 6343"/>
                  <a:gd name="connsiteY3" fmla="*/ 1061 h 6345"/>
                  <a:gd name="connsiteX4" fmla="*/ 3363 w 6343"/>
                  <a:gd name="connsiteY4" fmla="*/ 132 h 6345"/>
                  <a:gd name="connsiteX5" fmla="*/ 1120 w 6343"/>
                  <a:gd name="connsiteY5" fmla="*/ 1061 h 6345"/>
                  <a:gd name="connsiteX6" fmla="*/ 191 w 6343"/>
                  <a:gd name="connsiteY6" fmla="*/ 3305 h 6345"/>
                  <a:gd name="connsiteX7" fmla="*/ 1120 w 6343"/>
                  <a:gd name="connsiteY7" fmla="*/ 5548 h 6345"/>
                  <a:gd name="connsiteX8" fmla="*/ 336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478"/>
                    </a:moveTo>
                    <a:cubicBezTo>
                      <a:pt x="4204" y="6478"/>
                      <a:pt x="5011" y="6143"/>
                      <a:pt x="5605" y="5548"/>
                    </a:cubicBezTo>
                    <a:cubicBezTo>
                      <a:pt x="6200" y="4953"/>
                      <a:pt x="6534" y="4146"/>
                      <a:pt x="6534" y="3305"/>
                    </a:cubicBezTo>
                    <a:cubicBezTo>
                      <a:pt x="6534" y="2464"/>
                      <a:pt x="6200" y="1656"/>
                      <a:pt x="5605" y="1061"/>
                    </a:cubicBezTo>
                    <a:cubicBezTo>
                      <a:pt x="5011" y="467"/>
                      <a:pt x="4204" y="132"/>
                      <a:pt x="3363" y="132"/>
                    </a:cubicBezTo>
                    <a:cubicBezTo>
                      <a:pt x="2522" y="132"/>
                      <a:pt x="1715" y="467"/>
                      <a:pt x="1120" y="1061"/>
                    </a:cubicBezTo>
                    <a:cubicBezTo>
                      <a:pt x="525" y="1656"/>
                      <a:pt x="191" y="2464"/>
                      <a:pt x="191" y="3305"/>
                    </a:cubicBezTo>
                    <a:cubicBezTo>
                      <a:pt x="191" y="4146"/>
                      <a:pt x="525" y="4953"/>
                      <a:pt x="1120" y="5548"/>
                    </a:cubicBezTo>
                    <a:cubicBezTo>
                      <a:pt x="1715" y="6143"/>
                      <a:pt x="2522" y="6478"/>
                      <a:pt x="336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39" name="Freeform: Shape 8038">
                <a:extLst>
                  <a:ext uri="{FF2B5EF4-FFF2-40B4-BE49-F238E27FC236}">
                    <a16:creationId xmlns:a16="http://schemas.microsoft.com/office/drawing/2014/main" id="{854300D0-37DB-5874-C07E-A8E76C7002F9}"/>
                  </a:ext>
                </a:extLst>
              </p:cNvPr>
              <p:cNvSpPr/>
              <p:nvPr/>
            </p:nvSpPr>
            <p:spPr>
              <a:xfrm>
                <a:off x="8858724" y="5158827"/>
                <a:ext cx="6343" cy="6345"/>
              </a:xfrm>
              <a:custGeom>
                <a:avLst/>
                <a:gdLst>
                  <a:gd name="connsiteX0" fmla="*/ 3365 w 6343"/>
                  <a:gd name="connsiteY0" fmla="*/ 6478 h 6345"/>
                  <a:gd name="connsiteX1" fmla="*/ 5607 w 6343"/>
                  <a:gd name="connsiteY1" fmla="*/ 5548 h 6345"/>
                  <a:gd name="connsiteX2" fmla="*/ 6536 w 6343"/>
                  <a:gd name="connsiteY2" fmla="*/ 3305 h 6345"/>
                  <a:gd name="connsiteX3" fmla="*/ 5607 w 6343"/>
                  <a:gd name="connsiteY3" fmla="*/ 1062 h 6345"/>
                  <a:gd name="connsiteX4" fmla="*/ 3365 w 6343"/>
                  <a:gd name="connsiteY4" fmla="*/ 132 h 6345"/>
                  <a:gd name="connsiteX5" fmla="*/ 1122 w 6343"/>
                  <a:gd name="connsiteY5" fmla="*/ 1062 h 6345"/>
                  <a:gd name="connsiteX6" fmla="*/ 193 w 6343"/>
                  <a:gd name="connsiteY6" fmla="*/ 3305 h 6345"/>
                  <a:gd name="connsiteX7" fmla="*/ 1122 w 6343"/>
                  <a:gd name="connsiteY7" fmla="*/ 5548 h 6345"/>
                  <a:gd name="connsiteX8" fmla="*/ 336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478"/>
                    </a:moveTo>
                    <a:cubicBezTo>
                      <a:pt x="4206" y="6478"/>
                      <a:pt x="5013" y="6143"/>
                      <a:pt x="5607" y="5548"/>
                    </a:cubicBezTo>
                    <a:cubicBezTo>
                      <a:pt x="6202" y="4954"/>
                      <a:pt x="6536" y="4146"/>
                      <a:pt x="6536" y="3305"/>
                    </a:cubicBezTo>
                    <a:cubicBezTo>
                      <a:pt x="6536" y="2464"/>
                      <a:pt x="6202" y="1657"/>
                      <a:pt x="5607" y="1062"/>
                    </a:cubicBezTo>
                    <a:cubicBezTo>
                      <a:pt x="5013" y="467"/>
                      <a:pt x="4206" y="132"/>
                      <a:pt x="3365" y="132"/>
                    </a:cubicBezTo>
                    <a:cubicBezTo>
                      <a:pt x="2524" y="132"/>
                      <a:pt x="1717" y="467"/>
                      <a:pt x="1122" y="1062"/>
                    </a:cubicBezTo>
                    <a:cubicBezTo>
                      <a:pt x="527" y="1657"/>
                      <a:pt x="193" y="2464"/>
                      <a:pt x="193" y="3305"/>
                    </a:cubicBezTo>
                    <a:cubicBezTo>
                      <a:pt x="193" y="4146"/>
                      <a:pt x="527" y="4954"/>
                      <a:pt x="1122" y="5548"/>
                    </a:cubicBezTo>
                    <a:cubicBezTo>
                      <a:pt x="1717" y="6143"/>
                      <a:pt x="2524" y="6478"/>
                      <a:pt x="336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40" name="Freeform: Shape 8039">
                <a:extLst>
                  <a:ext uri="{FF2B5EF4-FFF2-40B4-BE49-F238E27FC236}">
                    <a16:creationId xmlns:a16="http://schemas.microsoft.com/office/drawing/2014/main" id="{325F720D-B312-19D6-C499-FDA4AD093946}"/>
                  </a:ext>
                </a:extLst>
              </p:cNvPr>
              <p:cNvSpPr/>
              <p:nvPr/>
            </p:nvSpPr>
            <p:spPr>
              <a:xfrm>
                <a:off x="8878319" y="5159687"/>
                <a:ext cx="6343" cy="6345"/>
              </a:xfrm>
              <a:custGeom>
                <a:avLst/>
                <a:gdLst>
                  <a:gd name="connsiteX0" fmla="*/ 3366 w 6343"/>
                  <a:gd name="connsiteY0" fmla="*/ 6478 h 6345"/>
                  <a:gd name="connsiteX1" fmla="*/ 5609 w 6343"/>
                  <a:gd name="connsiteY1" fmla="*/ 5549 h 6345"/>
                  <a:gd name="connsiteX2" fmla="*/ 6538 w 6343"/>
                  <a:gd name="connsiteY2" fmla="*/ 3305 h 6345"/>
                  <a:gd name="connsiteX3" fmla="*/ 5609 w 6343"/>
                  <a:gd name="connsiteY3" fmla="*/ 1062 h 6345"/>
                  <a:gd name="connsiteX4" fmla="*/ 3366 w 6343"/>
                  <a:gd name="connsiteY4" fmla="*/ 132 h 6345"/>
                  <a:gd name="connsiteX5" fmla="*/ 1124 w 6343"/>
                  <a:gd name="connsiteY5" fmla="*/ 1062 h 6345"/>
                  <a:gd name="connsiteX6" fmla="*/ 195 w 6343"/>
                  <a:gd name="connsiteY6" fmla="*/ 3305 h 6345"/>
                  <a:gd name="connsiteX7" fmla="*/ 1124 w 6343"/>
                  <a:gd name="connsiteY7" fmla="*/ 5549 h 6345"/>
                  <a:gd name="connsiteX8" fmla="*/ 336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6" y="6478"/>
                    </a:moveTo>
                    <a:cubicBezTo>
                      <a:pt x="4207" y="6478"/>
                      <a:pt x="5014" y="6144"/>
                      <a:pt x="5609" y="5549"/>
                    </a:cubicBezTo>
                    <a:cubicBezTo>
                      <a:pt x="6204" y="4954"/>
                      <a:pt x="6538" y="4147"/>
                      <a:pt x="6538" y="3305"/>
                    </a:cubicBezTo>
                    <a:cubicBezTo>
                      <a:pt x="6538" y="2464"/>
                      <a:pt x="6204" y="1657"/>
                      <a:pt x="5609" y="1062"/>
                    </a:cubicBezTo>
                    <a:cubicBezTo>
                      <a:pt x="5014" y="467"/>
                      <a:pt x="4207" y="132"/>
                      <a:pt x="3366" y="132"/>
                    </a:cubicBezTo>
                    <a:cubicBezTo>
                      <a:pt x="2525" y="132"/>
                      <a:pt x="1718" y="467"/>
                      <a:pt x="1124" y="1062"/>
                    </a:cubicBezTo>
                    <a:cubicBezTo>
                      <a:pt x="529" y="1657"/>
                      <a:pt x="195" y="2464"/>
                      <a:pt x="195" y="3305"/>
                    </a:cubicBezTo>
                    <a:cubicBezTo>
                      <a:pt x="195" y="4147"/>
                      <a:pt x="529" y="4954"/>
                      <a:pt x="1124" y="5549"/>
                    </a:cubicBezTo>
                    <a:cubicBezTo>
                      <a:pt x="1718" y="6144"/>
                      <a:pt x="2525" y="6478"/>
                      <a:pt x="336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41" name="Freeform: Shape 8040">
                <a:extLst>
                  <a:ext uri="{FF2B5EF4-FFF2-40B4-BE49-F238E27FC236}">
                    <a16:creationId xmlns:a16="http://schemas.microsoft.com/office/drawing/2014/main" id="{14745127-DB84-AB22-92C0-BE23F78B808E}"/>
                  </a:ext>
                </a:extLst>
              </p:cNvPr>
              <p:cNvSpPr/>
              <p:nvPr/>
            </p:nvSpPr>
            <p:spPr>
              <a:xfrm>
                <a:off x="8894293" y="5159908"/>
                <a:ext cx="6343" cy="6345"/>
              </a:xfrm>
              <a:custGeom>
                <a:avLst/>
                <a:gdLst>
                  <a:gd name="connsiteX0" fmla="*/ 3367 w 6343"/>
                  <a:gd name="connsiteY0" fmla="*/ 6478 h 6345"/>
                  <a:gd name="connsiteX1" fmla="*/ 5610 w 6343"/>
                  <a:gd name="connsiteY1" fmla="*/ 5549 h 6345"/>
                  <a:gd name="connsiteX2" fmla="*/ 6539 w 6343"/>
                  <a:gd name="connsiteY2" fmla="*/ 3305 h 6345"/>
                  <a:gd name="connsiteX3" fmla="*/ 5610 w 6343"/>
                  <a:gd name="connsiteY3" fmla="*/ 1062 h 6345"/>
                  <a:gd name="connsiteX4" fmla="*/ 3367 w 6343"/>
                  <a:gd name="connsiteY4" fmla="*/ 132 h 6345"/>
                  <a:gd name="connsiteX5" fmla="*/ 1125 w 6343"/>
                  <a:gd name="connsiteY5" fmla="*/ 1062 h 6345"/>
                  <a:gd name="connsiteX6" fmla="*/ 196 w 6343"/>
                  <a:gd name="connsiteY6" fmla="*/ 3305 h 6345"/>
                  <a:gd name="connsiteX7" fmla="*/ 1125 w 6343"/>
                  <a:gd name="connsiteY7" fmla="*/ 5549 h 6345"/>
                  <a:gd name="connsiteX8" fmla="*/ 336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7" y="6478"/>
                    </a:moveTo>
                    <a:cubicBezTo>
                      <a:pt x="4209" y="6478"/>
                      <a:pt x="5015" y="6144"/>
                      <a:pt x="5610" y="5549"/>
                    </a:cubicBezTo>
                    <a:cubicBezTo>
                      <a:pt x="6205" y="4954"/>
                      <a:pt x="6539" y="4147"/>
                      <a:pt x="6539" y="3305"/>
                    </a:cubicBezTo>
                    <a:cubicBezTo>
                      <a:pt x="6539" y="2464"/>
                      <a:pt x="6205" y="1657"/>
                      <a:pt x="5610" y="1062"/>
                    </a:cubicBezTo>
                    <a:cubicBezTo>
                      <a:pt x="5015" y="467"/>
                      <a:pt x="4209" y="132"/>
                      <a:pt x="3367" y="132"/>
                    </a:cubicBezTo>
                    <a:cubicBezTo>
                      <a:pt x="2526" y="132"/>
                      <a:pt x="1720" y="467"/>
                      <a:pt x="1125" y="1062"/>
                    </a:cubicBezTo>
                    <a:cubicBezTo>
                      <a:pt x="530" y="1657"/>
                      <a:pt x="196" y="2464"/>
                      <a:pt x="196" y="3305"/>
                    </a:cubicBezTo>
                    <a:cubicBezTo>
                      <a:pt x="196" y="4147"/>
                      <a:pt x="530" y="4954"/>
                      <a:pt x="1125" y="5549"/>
                    </a:cubicBezTo>
                    <a:cubicBezTo>
                      <a:pt x="1720" y="6144"/>
                      <a:pt x="2526" y="6478"/>
                      <a:pt x="336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42" name="Freeform: Shape 8041">
                <a:extLst>
                  <a:ext uri="{FF2B5EF4-FFF2-40B4-BE49-F238E27FC236}">
                    <a16:creationId xmlns:a16="http://schemas.microsoft.com/office/drawing/2014/main" id="{41F2C8E9-DE04-020E-7232-083C0F6B87B3}"/>
                  </a:ext>
                </a:extLst>
              </p:cNvPr>
              <p:cNvSpPr/>
              <p:nvPr/>
            </p:nvSpPr>
            <p:spPr>
              <a:xfrm>
                <a:off x="8911578" y="5160654"/>
                <a:ext cx="6343" cy="6345"/>
              </a:xfrm>
              <a:custGeom>
                <a:avLst/>
                <a:gdLst>
                  <a:gd name="connsiteX0" fmla="*/ 3369 w 6343"/>
                  <a:gd name="connsiteY0" fmla="*/ 6478 h 6345"/>
                  <a:gd name="connsiteX1" fmla="*/ 5611 w 6343"/>
                  <a:gd name="connsiteY1" fmla="*/ 5549 h 6345"/>
                  <a:gd name="connsiteX2" fmla="*/ 6540 w 6343"/>
                  <a:gd name="connsiteY2" fmla="*/ 3305 h 6345"/>
                  <a:gd name="connsiteX3" fmla="*/ 5611 w 6343"/>
                  <a:gd name="connsiteY3" fmla="*/ 1062 h 6345"/>
                  <a:gd name="connsiteX4" fmla="*/ 3369 w 6343"/>
                  <a:gd name="connsiteY4" fmla="*/ 132 h 6345"/>
                  <a:gd name="connsiteX5" fmla="*/ 1126 w 6343"/>
                  <a:gd name="connsiteY5" fmla="*/ 1062 h 6345"/>
                  <a:gd name="connsiteX6" fmla="*/ 197 w 6343"/>
                  <a:gd name="connsiteY6" fmla="*/ 3305 h 6345"/>
                  <a:gd name="connsiteX7" fmla="*/ 1126 w 6343"/>
                  <a:gd name="connsiteY7" fmla="*/ 5549 h 6345"/>
                  <a:gd name="connsiteX8" fmla="*/ 336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78"/>
                    </a:moveTo>
                    <a:cubicBezTo>
                      <a:pt x="4210" y="6478"/>
                      <a:pt x="5017" y="6144"/>
                      <a:pt x="5611" y="5549"/>
                    </a:cubicBezTo>
                    <a:cubicBezTo>
                      <a:pt x="6206" y="4954"/>
                      <a:pt x="6540" y="4147"/>
                      <a:pt x="6540" y="3305"/>
                    </a:cubicBezTo>
                    <a:cubicBezTo>
                      <a:pt x="6540" y="2464"/>
                      <a:pt x="6206" y="1657"/>
                      <a:pt x="5611" y="1062"/>
                    </a:cubicBezTo>
                    <a:cubicBezTo>
                      <a:pt x="5017" y="467"/>
                      <a:pt x="4210" y="132"/>
                      <a:pt x="3369" y="132"/>
                    </a:cubicBezTo>
                    <a:cubicBezTo>
                      <a:pt x="2528" y="132"/>
                      <a:pt x="1721" y="467"/>
                      <a:pt x="1126" y="1062"/>
                    </a:cubicBezTo>
                    <a:cubicBezTo>
                      <a:pt x="531" y="1657"/>
                      <a:pt x="197" y="2464"/>
                      <a:pt x="197" y="3305"/>
                    </a:cubicBezTo>
                    <a:cubicBezTo>
                      <a:pt x="197" y="4147"/>
                      <a:pt x="531" y="4954"/>
                      <a:pt x="1126" y="5549"/>
                    </a:cubicBezTo>
                    <a:cubicBezTo>
                      <a:pt x="1721" y="6144"/>
                      <a:pt x="2528" y="6478"/>
                      <a:pt x="336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43" name="Freeform: Shape 8042">
                <a:extLst>
                  <a:ext uri="{FF2B5EF4-FFF2-40B4-BE49-F238E27FC236}">
                    <a16:creationId xmlns:a16="http://schemas.microsoft.com/office/drawing/2014/main" id="{AE68AFEE-B18A-1B20-2082-9A196AABCA2A}"/>
                  </a:ext>
                </a:extLst>
              </p:cNvPr>
              <p:cNvSpPr/>
              <p:nvPr/>
            </p:nvSpPr>
            <p:spPr>
              <a:xfrm>
                <a:off x="8925802" y="5160828"/>
                <a:ext cx="6343" cy="6345"/>
              </a:xfrm>
              <a:custGeom>
                <a:avLst/>
                <a:gdLst>
                  <a:gd name="connsiteX0" fmla="*/ 3370 w 6343"/>
                  <a:gd name="connsiteY0" fmla="*/ 6478 h 6345"/>
                  <a:gd name="connsiteX1" fmla="*/ 5613 w 6343"/>
                  <a:gd name="connsiteY1" fmla="*/ 5549 h 6345"/>
                  <a:gd name="connsiteX2" fmla="*/ 6542 w 6343"/>
                  <a:gd name="connsiteY2" fmla="*/ 3305 h 6345"/>
                  <a:gd name="connsiteX3" fmla="*/ 5613 w 6343"/>
                  <a:gd name="connsiteY3" fmla="*/ 1062 h 6345"/>
                  <a:gd name="connsiteX4" fmla="*/ 3370 w 6343"/>
                  <a:gd name="connsiteY4" fmla="*/ 132 h 6345"/>
                  <a:gd name="connsiteX5" fmla="*/ 1127 w 6343"/>
                  <a:gd name="connsiteY5" fmla="*/ 1062 h 6345"/>
                  <a:gd name="connsiteX6" fmla="*/ 198 w 6343"/>
                  <a:gd name="connsiteY6" fmla="*/ 3305 h 6345"/>
                  <a:gd name="connsiteX7" fmla="*/ 1127 w 6343"/>
                  <a:gd name="connsiteY7" fmla="*/ 5549 h 6345"/>
                  <a:gd name="connsiteX8" fmla="*/ 337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78"/>
                    </a:moveTo>
                    <a:cubicBezTo>
                      <a:pt x="4211" y="6478"/>
                      <a:pt x="5018" y="6144"/>
                      <a:pt x="5613" y="5549"/>
                    </a:cubicBezTo>
                    <a:cubicBezTo>
                      <a:pt x="6207" y="4954"/>
                      <a:pt x="6542" y="4147"/>
                      <a:pt x="6542" y="3305"/>
                    </a:cubicBezTo>
                    <a:cubicBezTo>
                      <a:pt x="6542" y="2464"/>
                      <a:pt x="6207" y="1657"/>
                      <a:pt x="5613" y="1062"/>
                    </a:cubicBezTo>
                    <a:cubicBezTo>
                      <a:pt x="5018" y="467"/>
                      <a:pt x="4211" y="132"/>
                      <a:pt x="3370" y="132"/>
                    </a:cubicBezTo>
                    <a:cubicBezTo>
                      <a:pt x="2529" y="132"/>
                      <a:pt x="1722" y="467"/>
                      <a:pt x="1127" y="1062"/>
                    </a:cubicBezTo>
                    <a:cubicBezTo>
                      <a:pt x="533" y="1657"/>
                      <a:pt x="198" y="2464"/>
                      <a:pt x="198" y="3305"/>
                    </a:cubicBezTo>
                    <a:cubicBezTo>
                      <a:pt x="198" y="4147"/>
                      <a:pt x="533" y="4954"/>
                      <a:pt x="1127" y="5549"/>
                    </a:cubicBezTo>
                    <a:cubicBezTo>
                      <a:pt x="1722" y="6144"/>
                      <a:pt x="2529" y="6478"/>
                      <a:pt x="337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44" name="Freeform: Shape 8043">
                <a:extLst>
                  <a:ext uri="{FF2B5EF4-FFF2-40B4-BE49-F238E27FC236}">
                    <a16:creationId xmlns:a16="http://schemas.microsoft.com/office/drawing/2014/main" id="{E9397D5E-BC28-628A-EF79-BC90EB0536C6}"/>
                  </a:ext>
                </a:extLst>
              </p:cNvPr>
              <p:cNvSpPr/>
              <p:nvPr/>
            </p:nvSpPr>
            <p:spPr>
              <a:xfrm>
                <a:off x="8940184" y="5161219"/>
                <a:ext cx="6343" cy="6345"/>
              </a:xfrm>
              <a:custGeom>
                <a:avLst/>
                <a:gdLst>
                  <a:gd name="connsiteX0" fmla="*/ 3371 w 6343"/>
                  <a:gd name="connsiteY0" fmla="*/ 6478 h 6345"/>
                  <a:gd name="connsiteX1" fmla="*/ 5614 w 6343"/>
                  <a:gd name="connsiteY1" fmla="*/ 5549 h 6345"/>
                  <a:gd name="connsiteX2" fmla="*/ 6543 w 6343"/>
                  <a:gd name="connsiteY2" fmla="*/ 3305 h 6345"/>
                  <a:gd name="connsiteX3" fmla="*/ 5614 w 6343"/>
                  <a:gd name="connsiteY3" fmla="*/ 1062 h 6345"/>
                  <a:gd name="connsiteX4" fmla="*/ 3371 w 6343"/>
                  <a:gd name="connsiteY4" fmla="*/ 133 h 6345"/>
                  <a:gd name="connsiteX5" fmla="*/ 1128 w 6343"/>
                  <a:gd name="connsiteY5" fmla="*/ 1062 h 6345"/>
                  <a:gd name="connsiteX6" fmla="*/ 200 w 6343"/>
                  <a:gd name="connsiteY6" fmla="*/ 3305 h 6345"/>
                  <a:gd name="connsiteX7" fmla="*/ 1128 w 6343"/>
                  <a:gd name="connsiteY7" fmla="*/ 5549 h 6345"/>
                  <a:gd name="connsiteX8" fmla="*/ 337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78"/>
                    </a:moveTo>
                    <a:cubicBezTo>
                      <a:pt x="4212" y="6478"/>
                      <a:pt x="5019" y="6144"/>
                      <a:pt x="5614" y="5549"/>
                    </a:cubicBezTo>
                    <a:cubicBezTo>
                      <a:pt x="6208" y="4954"/>
                      <a:pt x="6543" y="4147"/>
                      <a:pt x="6543" y="3305"/>
                    </a:cubicBezTo>
                    <a:cubicBezTo>
                      <a:pt x="6543" y="2464"/>
                      <a:pt x="6208" y="1657"/>
                      <a:pt x="5614" y="1062"/>
                    </a:cubicBezTo>
                    <a:cubicBezTo>
                      <a:pt x="5019" y="467"/>
                      <a:pt x="4212" y="133"/>
                      <a:pt x="3371" y="133"/>
                    </a:cubicBezTo>
                    <a:cubicBezTo>
                      <a:pt x="2530" y="133"/>
                      <a:pt x="1723" y="467"/>
                      <a:pt x="1128" y="1062"/>
                    </a:cubicBezTo>
                    <a:cubicBezTo>
                      <a:pt x="534" y="1657"/>
                      <a:pt x="200" y="2464"/>
                      <a:pt x="200" y="3305"/>
                    </a:cubicBezTo>
                    <a:cubicBezTo>
                      <a:pt x="200" y="4147"/>
                      <a:pt x="534" y="4954"/>
                      <a:pt x="1128" y="5549"/>
                    </a:cubicBezTo>
                    <a:cubicBezTo>
                      <a:pt x="1723" y="6144"/>
                      <a:pt x="2530" y="6478"/>
                      <a:pt x="337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45" name="Freeform: Shape 8044">
                <a:extLst>
                  <a:ext uri="{FF2B5EF4-FFF2-40B4-BE49-F238E27FC236}">
                    <a16:creationId xmlns:a16="http://schemas.microsoft.com/office/drawing/2014/main" id="{6A6334AB-026A-46B4-ABD4-E01865DE47E5}"/>
                  </a:ext>
                </a:extLst>
              </p:cNvPr>
              <p:cNvSpPr/>
              <p:nvPr/>
            </p:nvSpPr>
            <p:spPr>
              <a:xfrm>
                <a:off x="8953092" y="5161390"/>
                <a:ext cx="6343" cy="6345"/>
              </a:xfrm>
              <a:custGeom>
                <a:avLst/>
                <a:gdLst>
                  <a:gd name="connsiteX0" fmla="*/ 3372 w 6343"/>
                  <a:gd name="connsiteY0" fmla="*/ 6478 h 6345"/>
                  <a:gd name="connsiteX1" fmla="*/ 5615 w 6343"/>
                  <a:gd name="connsiteY1" fmla="*/ 5549 h 6345"/>
                  <a:gd name="connsiteX2" fmla="*/ 6544 w 6343"/>
                  <a:gd name="connsiteY2" fmla="*/ 3305 h 6345"/>
                  <a:gd name="connsiteX3" fmla="*/ 5615 w 6343"/>
                  <a:gd name="connsiteY3" fmla="*/ 1062 h 6345"/>
                  <a:gd name="connsiteX4" fmla="*/ 3372 w 6343"/>
                  <a:gd name="connsiteY4" fmla="*/ 133 h 6345"/>
                  <a:gd name="connsiteX5" fmla="*/ 1129 w 6343"/>
                  <a:gd name="connsiteY5" fmla="*/ 1062 h 6345"/>
                  <a:gd name="connsiteX6" fmla="*/ 201 w 6343"/>
                  <a:gd name="connsiteY6" fmla="*/ 3305 h 6345"/>
                  <a:gd name="connsiteX7" fmla="*/ 1129 w 6343"/>
                  <a:gd name="connsiteY7" fmla="*/ 5549 h 6345"/>
                  <a:gd name="connsiteX8" fmla="*/ 337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78"/>
                    </a:moveTo>
                    <a:cubicBezTo>
                      <a:pt x="4213" y="6478"/>
                      <a:pt x="5020" y="6144"/>
                      <a:pt x="5615" y="5549"/>
                    </a:cubicBezTo>
                    <a:cubicBezTo>
                      <a:pt x="6209" y="4954"/>
                      <a:pt x="6544" y="4147"/>
                      <a:pt x="6544" y="3305"/>
                    </a:cubicBezTo>
                    <a:cubicBezTo>
                      <a:pt x="6544" y="2464"/>
                      <a:pt x="6209" y="1657"/>
                      <a:pt x="5615" y="1062"/>
                    </a:cubicBezTo>
                    <a:cubicBezTo>
                      <a:pt x="5020" y="467"/>
                      <a:pt x="4213" y="133"/>
                      <a:pt x="3372" y="133"/>
                    </a:cubicBezTo>
                    <a:cubicBezTo>
                      <a:pt x="2531" y="133"/>
                      <a:pt x="1724" y="467"/>
                      <a:pt x="1129" y="1062"/>
                    </a:cubicBezTo>
                    <a:cubicBezTo>
                      <a:pt x="535" y="1657"/>
                      <a:pt x="201" y="2464"/>
                      <a:pt x="201" y="3305"/>
                    </a:cubicBezTo>
                    <a:cubicBezTo>
                      <a:pt x="201" y="4147"/>
                      <a:pt x="535" y="4954"/>
                      <a:pt x="1129" y="5549"/>
                    </a:cubicBezTo>
                    <a:cubicBezTo>
                      <a:pt x="1724" y="6144"/>
                      <a:pt x="2531" y="6478"/>
                      <a:pt x="337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46" name="Freeform: Shape 8045">
                <a:extLst>
                  <a:ext uri="{FF2B5EF4-FFF2-40B4-BE49-F238E27FC236}">
                    <a16:creationId xmlns:a16="http://schemas.microsoft.com/office/drawing/2014/main" id="{A9560410-86D6-17B7-917A-0A5533CFF06F}"/>
                  </a:ext>
                </a:extLst>
              </p:cNvPr>
              <p:cNvSpPr/>
              <p:nvPr/>
            </p:nvSpPr>
            <p:spPr>
              <a:xfrm>
                <a:off x="8966823" y="5161949"/>
                <a:ext cx="6343" cy="6345"/>
              </a:xfrm>
              <a:custGeom>
                <a:avLst/>
                <a:gdLst>
                  <a:gd name="connsiteX0" fmla="*/ 3373 w 6343"/>
                  <a:gd name="connsiteY0" fmla="*/ 6478 h 6345"/>
                  <a:gd name="connsiteX1" fmla="*/ 5616 w 6343"/>
                  <a:gd name="connsiteY1" fmla="*/ 5549 h 6345"/>
                  <a:gd name="connsiteX2" fmla="*/ 6545 w 6343"/>
                  <a:gd name="connsiteY2" fmla="*/ 3305 h 6345"/>
                  <a:gd name="connsiteX3" fmla="*/ 5616 w 6343"/>
                  <a:gd name="connsiteY3" fmla="*/ 1062 h 6345"/>
                  <a:gd name="connsiteX4" fmla="*/ 3373 w 6343"/>
                  <a:gd name="connsiteY4" fmla="*/ 133 h 6345"/>
                  <a:gd name="connsiteX5" fmla="*/ 1131 w 6343"/>
                  <a:gd name="connsiteY5" fmla="*/ 1062 h 6345"/>
                  <a:gd name="connsiteX6" fmla="*/ 202 w 6343"/>
                  <a:gd name="connsiteY6" fmla="*/ 3305 h 6345"/>
                  <a:gd name="connsiteX7" fmla="*/ 1131 w 6343"/>
                  <a:gd name="connsiteY7" fmla="*/ 5549 h 6345"/>
                  <a:gd name="connsiteX8" fmla="*/ 337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78"/>
                    </a:moveTo>
                    <a:cubicBezTo>
                      <a:pt x="4214" y="6478"/>
                      <a:pt x="5021" y="6144"/>
                      <a:pt x="5616" y="5549"/>
                    </a:cubicBezTo>
                    <a:cubicBezTo>
                      <a:pt x="6211" y="4954"/>
                      <a:pt x="6545" y="4147"/>
                      <a:pt x="6545" y="3305"/>
                    </a:cubicBezTo>
                    <a:cubicBezTo>
                      <a:pt x="6545" y="2464"/>
                      <a:pt x="6211" y="1657"/>
                      <a:pt x="5616" y="1062"/>
                    </a:cubicBezTo>
                    <a:cubicBezTo>
                      <a:pt x="5021" y="467"/>
                      <a:pt x="4214" y="133"/>
                      <a:pt x="3373" y="133"/>
                    </a:cubicBezTo>
                    <a:cubicBezTo>
                      <a:pt x="2532" y="133"/>
                      <a:pt x="1725" y="467"/>
                      <a:pt x="1131" y="1062"/>
                    </a:cubicBezTo>
                    <a:cubicBezTo>
                      <a:pt x="536" y="1657"/>
                      <a:pt x="202" y="2464"/>
                      <a:pt x="202" y="3305"/>
                    </a:cubicBezTo>
                    <a:cubicBezTo>
                      <a:pt x="202" y="4147"/>
                      <a:pt x="536" y="4954"/>
                      <a:pt x="1131" y="5549"/>
                    </a:cubicBezTo>
                    <a:cubicBezTo>
                      <a:pt x="1725" y="6144"/>
                      <a:pt x="2532" y="6478"/>
                      <a:pt x="337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47" name="Freeform: Shape 8046">
                <a:extLst>
                  <a:ext uri="{FF2B5EF4-FFF2-40B4-BE49-F238E27FC236}">
                    <a16:creationId xmlns:a16="http://schemas.microsoft.com/office/drawing/2014/main" id="{F066215F-A90A-F048-39FC-3173C0575BA3}"/>
                  </a:ext>
                </a:extLst>
              </p:cNvPr>
              <p:cNvSpPr/>
              <p:nvPr/>
            </p:nvSpPr>
            <p:spPr>
              <a:xfrm>
                <a:off x="8978360" y="5162056"/>
                <a:ext cx="6343" cy="6345"/>
              </a:xfrm>
              <a:custGeom>
                <a:avLst/>
                <a:gdLst>
                  <a:gd name="connsiteX0" fmla="*/ 3374 w 6343"/>
                  <a:gd name="connsiteY0" fmla="*/ 6478 h 6345"/>
                  <a:gd name="connsiteX1" fmla="*/ 5617 w 6343"/>
                  <a:gd name="connsiteY1" fmla="*/ 5549 h 6345"/>
                  <a:gd name="connsiteX2" fmla="*/ 6546 w 6343"/>
                  <a:gd name="connsiteY2" fmla="*/ 3305 h 6345"/>
                  <a:gd name="connsiteX3" fmla="*/ 5617 w 6343"/>
                  <a:gd name="connsiteY3" fmla="*/ 1062 h 6345"/>
                  <a:gd name="connsiteX4" fmla="*/ 3374 w 6343"/>
                  <a:gd name="connsiteY4" fmla="*/ 133 h 6345"/>
                  <a:gd name="connsiteX5" fmla="*/ 1131 w 6343"/>
                  <a:gd name="connsiteY5" fmla="*/ 1062 h 6345"/>
                  <a:gd name="connsiteX6" fmla="*/ 203 w 6343"/>
                  <a:gd name="connsiteY6" fmla="*/ 3305 h 6345"/>
                  <a:gd name="connsiteX7" fmla="*/ 1131 w 6343"/>
                  <a:gd name="connsiteY7" fmla="*/ 5549 h 6345"/>
                  <a:gd name="connsiteX8" fmla="*/ 337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78"/>
                    </a:moveTo>
                    <a:cubicBezTo>
                      <a:pt x="4215" y="6478"/>
                      <a:pt x="5022" y="6144"/>
                      <a:pt x="5617" y="5549"/>
                    </a:cubicBezTo>
                    <a:cubicBezTo>
                      <a:pt x="6211" y="4954"/>
                      <a:pt x="6546" y="4147"/>
                      <a:pt x="6546" y="3305"/>
                    </a:cubicBezTo>
                    <a:cubicBezTo>
                      <a:pt x="6546" y="2464"/>
                      <a:pt x="6211" y="1657"/>
                      <a:pt x="5617" y="1062"/>
                    </a:cubicBezTo>
                    <a:cubicBezTo>
                      <a:pt x="5022" y="467"/>
                      <a:pt x="4215" y="133"/>
                      <a:pt x="3374" y="133"/>
                    </a:cubicBezTo>
                    <a:cubicBezTo>
                      <a:pt x="2533" y="133"/>
                      <a:pt x="1726" y="467"/>
                      <a:pt x="1131" y="1062"/>
                    </a:cubicBezTo>
                    <a:cubicBezTo>
                      <a:pt x="537" y="1657"/>
                      <a:pt x="203" y="2464"/>
                      <a:pt x="203" y="3305"/>
                    </a:cubicBezTo>
                    <a:cubicBezTo>
                      <a:pt x="203" y="4147"/>
                      <a:pt x="537" y="4954"/>
                      <a:pt x="1131" y="5549"/>
                    </a:cubicBezTo>
                    <a:cubicBezTo>
                      <a:pt x="1726" y="6144"/>
                      <a:pt x="2533" y="6478"/>
                      <a:pt x="337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48" name="Freeform: Shape 8047">
                <a:extLst>
                  <a:ext uri="{FF2B5EF4-FFF2-40B4-BE49-F238E27FC236}">
                    <a16:creationId xmlns:a16="http://schemas.microsoft.com/office/drawing/2014/main" id="{A247D6FD-7C12-8617-7D76-4CAA706B6242}"/>
                  </a:ext>
                </a:extLst>
              </p:cNvPr>
              <p:cNvSpPr/>
              <p:nvPr/>
            </p:nvSpPr>
            <p:spPr>
              <a:xfrm>
                <a:off x="8991800" y="5162858"/>
                <a:ext cx="6343" cy="6345"/>
              </a:xfrm>
              <a:custGeom>
                <a:avLst/>
                <a:gdLst>
                  <a:gd name="connsiteX0" fmla="*/ 3375 w 6343"/>
                  <a:gd name="connsiteY0" fmla="*/ 6478 h 6345"/>
                  <a:gd name="connsiteX1" fmla="*/ 5618 w 6343"/>
                  <a:gd name="connsiteY1" fmla="*/ 5549 h 6345"/>
                  <a:gd name="connsiteX2" fmla="*/ 6547 w 6343"/>
                  <a:gd name="connsiteY2" fmla="*/ 3305 h 6345"/>
                  <a:gd name="connsiteX3" fmla="*/ 5618 w 6343"/>
                  <a:gd name="connsiteY3" fmla="*/ 1062 h 6345"/>
                  <a:gd name="connsiteX4" fmla="*/ 3375 w 6343"/>
                  <a:gd name="connsiteY4" fmla="*/ 133 h 6345"/>
                  <a:gd name="connsiteX5" fmla="*/ 1133 w 6343"/>
                  <a:gd name="connsiteY5" fmla="*/ 1062 h 6345"/>
                  <a:gd name="connsiteX6" fmla="*/ 204 w 6343"/>
                  <a:gd name="connsiteY6" fmla="*/ 3305 h 6345"/>
                  <a:gd name="connsiteX7" fmla="*/ 1133 w 6343"/>
                  <a:gd name="connsiteY7" fmla="*/ 5549 h 6345"/>
                  <a:gd name="connsiteX8" fmla="*/ 337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478"/>
                    </a:moveTo>
                    <a:cubicBezTo>
                      <a:pt x="4216" y="6478"/>
                      <a:pt x="5023" y="6144"/>
                      <a:pt x="5618" y="5549"/>
                    </a:cubicBezTo>
                    <a:cubicBezTo>
                      <a:pt x="6213" y="4954"/>
                      <a:pt x="6547" y="4147"/>
                      <a:pt x="6547" y="3305"/>
                    </a:cubicBezTo>
                    <a:cubicBezTo>
                      <a:pt x="6547" y="2464"/>
                      <a:pt x="6213" y="1657"/>
                      <a:pt x="5618" y="1062"/>
                    </a:cubicBezTo>
                    <a:cubicBezTo>
                      <a:pt x="5023" y="467"/>
                      <a:pt x="4216" y="133"/>
                      <a:pt x="3375" y="133"/>
                    </a:cubicBezTo>
                    <a:cubicBezTo>
                      <a:pt x="2534" y="133"/>
                      <a:pt x="1727" y="467"/>
                      <a:pt x="1133" y="1062"/>
                    </a:cubicBezTo>
                    <a:cubicBezTo>
                      <a:pt x="538" y="1657"/>
                      <a:pt x="204" y="2464"/>
                      <a:pt x="204" y="3305"/>
                    </a:cubicBezTo>
                    <a:cubicBezTo>
                      <a:pt x="204" y="4147"/>
                      <a:pt x="538" y="4954"/>
                      <a:pt x="1133" y="5549"/>
                    </a:cubicBezTo>
                    <a:cubicBezTo>
                      <a:pt x="1727" y="6144"/>
                      <a:pt x="2534" y="6478"/>
                      <a:pt x="337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49" name="Freeform: Shape 8048">
                <a:extLst>
                  <a:ext uri="{FF2B5EF4-FFF2-40B4-BE49-F238E27FC236}">
                    <a16:creationId xmlns:a16="http://schemas.microsoft.com/office/drawing/2014/main" id="{01331981-BBD8-8375-9C3F-1CA548B750BE}"/>
                  </a:ext>
                </a:extLst>
              </p:cNvPr>
              <p:cNvSpPr/>
              <p:nvPr/>
            </p:nvSpPr>
            <p:spPr>
              <a:xfrm>
                <a:off x="9000593" y="5162449"/>
                <a:ext cx="6343" cy="6345"/>
              </a:xfrm>
              <a:custGeom>
                <a:avLst/>
                <a:gdLst>
                  <a:gd name="connsiteX0" fmla="*/ 3376 w 6343"/>
                  <a:gd name="connsiteY0" fmla="*/ 6478 h 6345"/>
                  <a:gd name="connsiteX1" fmla="*/ 5618 w 6343"/>
                  <a:gd name="connsiteY1" fmla="*/ 5549 h 6345"/>
                  <a:gd name="connsiteX2" fmla="*/ 6547 w 6343"/>
                  <a:gd name="connsiteY2" fmla="*/ 3305 h 6345"/>
                  <a:gd name="connsiteX3" fmla="*/ 5618 w 6343"/>
                  <a:gd name="connsiteY3" fmla="*/ 1062 h 6345"/>
                  <a:gd name="connsiteX4" fmla="*/ 3376 w 6343"/>
                  <a:gd name="connsiteY4" fmla="*/ 133 h 6345"/>
                  <a:gd name="connsiteX5" fmla="*/ 1133 w 6343"/>
                  <a:gd name="connsiteY5" fmla="*/ 1062 h 6345"/>
                  <a:gd name="connsiteX6" fmla="*/ 204 w 6343"/>
                  <a:gd name="connsiteY6" fmla="*/ 3305 h 6345"/>
                  <a:gd name="connsiteX7" fmla="*/ 1133 w 6343"/>
                  <a:gd name="connsiteY7" fmla="*/ 5549 h 6345"/>
                  <a:gd name="connsiteX8" fmla="*/ 337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78"/>
                    </a:moveTo>
                    <a:cubicBezTo>
                      <a:pt x="4217" y="6478"/>
                      <a:pt x="5024" y="6144"/>
                      <a:pt x="5618" y="5549"/>
                    </a:cubicBezTo>
                    <a:cubicBezTo>
                      <a:pt x="6213" y="4954"/>
                      <a:pt x="6547" y="4147"/>
                      <a:pt x="6547" y="3305"/>
                    </a:cubicBezTo>
                    <a:cubicBezTo>
                      <a:pt x="6547" y="2464"/>
                      <a:pt x="6213" y="1657"/>
                      <a:pt x="5618" y="1062"/>
                    </a:cubicBezTo>
                    <a:cubicBezTo>
                      <a:pt x="5024" y="467"/>
                      <a:pt x="4217" y="133"/>
                      <a:pt x="3376" y="133"/>
                    </a:cubicBezTo>
                    <a:cubicBezTo>
                      <a:pt x="2535" y="133"/>
                      <a:pt x="1728" y="467"/>
                      <a:pt x="1133" y="1062"/>
                    </a:cubicBezTo>
                    <a:cubicBezTo>
                      <a:pt x="538" y="1657"/>
                      <a:pt x="204" y="2464"/>
                      <a:pt x="204" y="3305"/>
                    </a:cubicBezTo>
                    <a:cubicBezTo>
                      <a:pt x="204" y="4147"/>
                      <a:pt x="538" y="4954"/>
                      <a:pt x="1133" y="5549"/>
                    </a:cubicBezTo>
                    <a:cubicBezTo>
                      <a:pt x="1728" y="6144"/>
                      <a:pt x="2535" y="6478"/>
                      <a:pt x="337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50" name="Freeform: Shape 8049">
                <a:extLst>
                  <a:ext uri="{FF2B5EF4-FFF2-40B4-BE49-F238E27FC236}">
                    <a16:creationId xmlns:a16="http://schemas.microsoft.com/office/drawing/2014/main" id="{8F6B2E43-48AE-5DF5-E9E8-58C8B2DEEF29}"/>
                  </a:ext>
                </a:extLst>
              </p:cNvPr>
              <p:cNvSpPr/>
              <p:nvPr/>
            </p:nvSpPr>
            <p:spPr>
              <a:xfrm>
                <a:off x="9011470" y="5162779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5 h 6345"/>
                  <a:gd name="connsiteX3" fmla="*/ 5619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19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5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51" name="Freeform: Shape 8050">
                <a:extLst>
                  <a:ext uri="{FF2B5EF4-FFF2-40B4-BE49-F238E27FC236}">
                    <a16:creationId xmlns:a16="http://schemas.microsoft.com/office/drawing/2014/main" id="{7BF47574-B2C1-A088-103C-CB1290E7B6A1}"/>
                  </a:ext>
                </a:extLst>
              </p:cNvPr>
              <p:cNvSpPr/>
              <p:nvPr/>
            </p:nvSpPr>
            <p:spPr>
              <a:xfrm>
                <a:off x="9012044" y="5160050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5 h 6345"/>
                  <a:gd name="connsiteX3" fmla="*/ 5619 w 6343"/>
                  <a:gd name="connsiteY3" fmla="*/ 1062 h 6345"/>
                  <a:gd name="connsiteX4" fmla="*/ 3377 w 6343"/>
                  <a:gd name="connsiteY4" fmla="*/ 132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19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5" y="467"/>
                      <a:pt x="4218" y="132"/>
                      <a:pt x="3377" y="132"/>
                    </a:cubicBezTo>
                    <a:cubicBezTo>
                      <a:pt x="2536" y="132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5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52" name="Freeform: Shape 8051">
                <a:extLst>
                  <a:ext uri="{FF2B5EF4-FFF2-40B4-BE49-F238E27FC236}">
                    <a16:creationId xmlns:a16="http://schemas.microsoft.com/office/drawing/2014/main" id="{AF79F08A-35CE-265A-91CB-968A99E596D8}"/>
                  </a:ext>
                </a:extLst>
              </p:cNvPr>
              <p:cNvSpPr/>
              <p:nvPr/>
            </p:nvSpPr>
            <p:spPr>
              <a:xfrm>
                <a:off x="9012874" y="5157399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8 h 6345"/>
                  <a:gd name="connsiteX2" fmla="*/ 6548 w 6343"/>
                  <a:gd name="connsiteY2" fmla="*/ 3305 h 6345"/>
                  <a:gd name="connsiteX3" fmla="*/ 5619 w 6343"/>
                  <a:gd name="connsiteY3" fmla="*/ 1061 h 6345"/>
                  <a:gd name="connsiteX4" fmla="*/ 3377 w 6343"/>
                  <a:gd name="connsiteY4" fmla="*/ 132 h 6345"/>
                  <a:gd name="connsiteX5" fmla="*/ 1134 w 6343"/>
                  <a:gd name="connsiteY5" fmla="*/ 1061 h 6345"/>
                  <a:gd name="connsiteX6" fmla="*/ 205 w 6343"/>
                  <a:gd name="connsiteY6" fmla="*/ 3305 h 6345"/>
                  <a:gd name="connsiteX7" fmla="*/ 1134 w 6343"/>
                  <a:gd name="connsiteY7" fmla="*/ 5548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3"/>
                      <a:pt x="5619" y="5548"/>
                    </a:cubicBezTo>
                    <a:cubicBezTo>
                      <a:pt x="6214" y="4953"/>
                      <a:pt x="6548" y="4146"/>
                      <a:pt x="6548" y="3305"/>
                    </a:cubicBezTo>
                    <a:cubicBezTo>
                      <a:pt x="6548" y="2464"/>
                      <a:pt x="6214" y="1656"/>
                      <a:pt x="5619" y="1061"/>
                    </a:cubicBezTo>
                    <a:cubicBezTo>
                      <a:pt x="5025" y="467"/>
                      <a:pt x="4218" y="132"/>
                      <a:pt x="3377" y="132"/>
                    </a:cubicBezTo>
                    <a:cubicBezTo>
                      <a:pt x="2536" y="132"/>
                      <a:pt x="1729" y="467"/>
                      <a:pt x="1134" y="1061"/>
                    </a:cubicBezTo>
                    <a:cubicBezTo>
                      <a:pt x="539" y="1656"/>
                      <a:pt x="205" y="2464"/>
                      <a:pt x="205" y="3305"/>
                    </a:cubicBezTo>
                    <a:cubicBezTo>
                      <a:pt x="205" y="4146"/>
                      <a:pt x="539" y="4953"/>
                      <a:pt x="1134" y="5548"/>
                    </a:cubicBezTo>
                    <a:cubicBezTo>
                      <a:pt x="1729" y="6143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53" name="Freeform: Shape 8052">
                <a:extLst>
                  <a:ext uri="{FF2B5EF4-FFF2-40B4-BE49-F238E27FC236}">
                    <a16:creationId xmlns:a16="http://schemas.microsoft.com/office/drawing/2014/main" id="{BA37B3AD-EE59-C9E8-DFEF-1F79F03066A5}"/>
                  </a:ext>
                </a:extLst>
              </p:cNvPr>
              <p:cNvSpPr/>
              <p:nvPr/>
            </p:nvSpPr>
            <p:spPr>
              <a:xfrm>
                <a:off x="9014673" y="5155061"/>
                <a:ext cx="6343" cy="6345"/>
              </a:xfrm>
              <a:custGeom>
                <a:avLst/>
                <a:gdLst>
                  <a:gd name="connsiteX0" fmla="*/ 3377 w 6343"/>
                  <a:gd name="connsiteY0" fmla="*/ 6477 h 6345"/>
                  <a:gd name="connsiteX1" fmla="*/ 5620 w 6343"/>
                  <a:gd name="connsiteY1" fmla="*/ 5548 h 6345"/>
                  <a:gd name="connsiteX2" fmla="*/ 6549 w 6343"/>
                  <a:gd name="connsiteY2" fmla="*/ 3305 h 6345"/>
                  <a:gd name="connsiteX3" fmla="*/ 5620 w 6343"/>
                  <a:gd name="connsiteY3" fmla="*/ 1061 h 6345"/>
                  <a:gd name="connsiteX4" fmla="*/ 3377 w 6343"/>
                  <a:gd name="connsiteY4" fmla="*/ 132 h 6345"/>
                  <a:gd name="connsiteX5" fmla="*/ 1134 w 6343"/>
                  <a:gd name="connsiteY5" fmla="*/ 1061 h 6345"/>
                  <a:gd name="connsiteX6" fmla="*/ 205 w 6343"/>
                  <a:gd name="connsiteY6" fmla="*/ 3305 h 6345"/>
                  <a:gd name="connsiteX7" fmla="*/ 1134 w 6343"/>
                  <a:gd name="connsiteY7" fmla="*/ 5548 h 6345"/>
                  <a:gd name="connsiteX8" fmla="*/ 337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7"/>
                    </a:moveTo>
                    <a:cubicBezTo>
                      <a:pt x="4218" y="6477"/>
                      <a:pt x="5025" y="6143"/>
                      <a:pt x="5620" y="5548"/>
                    </a:cubicBezTo>
                    <a:cubicBezTo>
                      <a:pt x="6214" y="4953"/>
                      <a:pt x="6549" y="4146"/>
                      <a:pt x="6549" y="3305"/>
                    </a:cubicBezTo>
                    <a:cubicBezTo>
                      <a:pt x="6549" y="2463"/>
                      <a:pt x="6214" y="1656"/>
                      <a:pt x="5620" y="1061"/>
                    </a:cubicBezTo>
                    <a:cubicBezTo>
                      <a:pt x="5025" y="466"/>
                      <a:pt x="4218" y="132"/>
                      <a:pt x="3377" y="132"/>
                    </a:cubicBezTo>
                    <a:cubicBezTo>
                      <a:pt x="2536" y="132"/>
                      <a:pt x="1729" y="466"/>
                      <a:pt x="1134" y="1061"/>
                    </a:cubicBezTo>
                    <a:cubicBezTo>
                      <a:pt x="540" y="1656"/>
                      <a:pt x="205" y="2463"/>
                      <a:pt x="205" y="3305"/>
                    </a:cubicBezTo>
                    <a:cubicBezTo>
                      <a:pt x="205" y="4146"/>
                      <a:pt x="540" y="4953"/>
                      <a:pt x="1134" y="5548"/>
                    </a:cubicBezTo>
                    <a:cubicBezTo>
                      <a:pt x="1729" y="6143"/>
                      <a:pt x="2536" y="6477"/>
                      <a:pt x="337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54" name="Freeform: Shape 8053">
                <a:extLst>
                  <a:ext uri="{FF2B5EF4-FFF2-40B4-BE49-F238E27FC236}">
                    <a16:creationId xmlns:a16="http://schemas.microsoft.com/office/drawing/2014/main" id="{1A3E66B1-882D-71D8-9C19-FD7CE7CAAC40}"/>
                  </a:ext>
                </a:extLst>
              </p:cNvPr>
              <p:cNvSpPr/>
              <p:nvPr/>
            </p:nvSpPr>
            <p:spPr>
              <a:xfrm>
                <a:off x="9026289" y="5155979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0 w 6343"/>
                  <a:gd name="connsiteY1" fmla="*/ 5548 h 6345"/>
                  <a:gd name="connsiteX2" fmla="*/ 6549 w 6343"/>
                  <a:gd name="connsiteY2" fmla="*/ 3305 h 6345"/>
                  <a:gd name="connsiteX3" fmla="*/ 5620 w 6343"/>
                  <a:gd name="connsiteY3" fmla="*/ 1061 h 6345"/>
                  <a:gd name="connsiteX4" fmla="*/ 3378 w 6343"/>
                  <a:gd name="connsiteY4" fmla="*/ 132 h 6345"/>
                  <a:gd name="connsiteX5" fmla="*/ 1135 w 6343"/>
                  <a:gd name="connsiteY5" fmla="*/ 1061 h 6345"/>
                  <a:gd name="connsiteX6" fmla="*/ 206 w 6343"/>
                  <a:gd name="connsiteY6" fmla="*/ 3305 h 6345"/>
                  <a:gd name="connsiteX7" fmla="*/ 1135 w 6343"/>
                  <a:gd name="connsiteY7" fmla="*/ 5548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19" y="6478"/>
                      <a:pt x="5026" y="6143"/>
                      <a:pt x="5620" y="5548"/>
                    </a:cubicBezTo>
                    <a:cubicBezTo>
                      <a:pt x="6215" y="4953"/>
                      <a:pt x="6549" y="4146"/>
                      <a:pt x="6549" y="3305"/>
                    </a:cubicBezTo>
                    <a:cubicBezTo>
                      <a:pt x="6549" y="2463"/>
                      <a:pt x="6215" y="1656"/>
                      <a:pt x="5620" y="1061"/>
                    </a:cubicBezTo>
                    <a:cubicBezTo>
                      <a:pt x="5026" y="466"/>
                      <a:pt x="4219" y="132"/>
                      <a:pt x="3378" y="132"/>
                    </a:cubicBezTo>
                    <a:cubicBezTo>
                      <a:pt x="2537" y="132"/>
                      <a:pt x="1730" y="466"/>
                      <a:pt x="1135" y="1061"/>
                    </a:cubicBezTo>
                    <a:cubicBezTo>
                      <a:pt x="540" y="1656"/>
                      <a:pt x="206" y="2463"/>
                      <a:pt x="206" y="3305"/>
                    </a:cubicBezTo>
                    <a:cubicBezTo>
                      <a:pt x="206" y="4146"/>
                      <a:pt x="540" y="4953"/>
                      <a:pt x="1135" y="5548"/>
                    </a:cubicBezTo>
                    <a:cubicBezTo>
                      <a:pt x="1730" y="6143"/>
                      <a:pt x="2537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55" name="Freeform: Shape 8054">
                <a:extLst>
                  <a:ext uri="{FF2B5EF4-FFF2-40B4-BE49-F238E27FC236}">
                    <a16:creationId xmlns:a16="http://schemas.microsoft.com/office/drawing/2014/main" id="{8D04FA75-93CF-187B-0AE7-1D3CB1465E9B}"/>
                  </a:ext>
                </a:extLst>
              </p:cNvPr>
              <p:cNvSpPr/>
              <p:nvPr/>
            </p:nvSpPr>
            <p:spPr>
              <a:xfrm>
                <a:off x="9034141" y="5155775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1 w 6343"/>
                  <a:gd name="connsiteY1" fmla="*/ 5548 h 6345"/>
                  <a:gd name="connsiteX2" fmla="*/ 6550 w 6343"/>
                  <a:gd name="connsiteY2" fmla="*/ 3305 h 6345"/>
                  <a:gd name="connsiteX3" fmla="*/ 5621 w 6343"/>
                  <a:gd name="connsiteY3" fmla="*/ 1061 h 6345"/>
                  <a:gd name="connsiteX4" fmla="*/ 3378 w 6343"/>
                  <a:gd name="connsiteY4" fmla="*/ 132 h 6345"/>
                  <a:gd name="connsiteX5" fmla="*/ 1136 w 6343"/>
                  <a:gd name="connsiteY5" fmla="*/ 1061 h 6345"/>
                  <a:gd name="connsiteX6" fmla="*/ 207 w 6343"/>
                  <a:gd name="connsiteY6" fmla="*/ 3305 h 6345"/>
                  <a:gd name="connsiteX7" fmla="*/ 1136 w 6343"/>
                  <a:gd name="connsiteY7" fmla="*/ 5548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20" y="6478"/>
                      <a:pt x="5026" y="6143"/>
                      <a:pt x="5621" y="5548"/>
                    </a:cubicBezTo>
                    <a:cubicBezTo>
                      <a:pt x="6216" y="4953"/>
                      <a:pt x="6550" y="4146"/>
                      <a:pt x="6550" y="3305"/>
                    </a:cubicBezTo>
                    <a:cubicBezTo>
                      <a:pt x="6550" y="2463"/>
                      <a:pt x="6216" y="1656"/>
                      <a:pt x="5621" y="1061"/>
                    </a:cubicBezTo>
                    <a:cubicBezTo>
                      <a:pt x="5026" y="466"/>
                      <a:pt x="4220" y="132"/>
                      <a:pt x="3378" y="132"/>
                    </a:cubicBezTo>
                    <a:cubicBezTo>
                      <a:pt x="2537" y="132"/>
                      <a:pt x="1731" y="466"/>
                      <a:pt x="1136" y="1061"/>
                    </a:cubicBezTo>
                    <a:cubicBezTo>
                      <a:pt x="541" y="1656"/>
                      <a:pt x="207" y="2463"/>
                      <a:pt x="207" y="3305"/>
                    </a:cubicBezTo>
                    <a:cubicBezTo>
                      <a:pt x="207" y="4146"/>
                      <a:pt x="541" y="4953"/>
                      <a:pt x="1136" y="5548"/>
                    </a:cubicBezTo>
                    <a:cubicBezTo>
                      <a:pt x="1731" y="6143"/>
                      <a:pt x="2537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56" name="Freeform: Shape 8055">
                <a:extLst>
                  <a:ext uri="{FF2B5EF4-FFF2-40B4-BE49-F238E27FC236}">
                    <a16:creationId xmlns:a16="http://schemas.microsoft.com/office/drawing/2014/main" id="{EBA4807D-1931-7D35-D380-FE123FE79E3D}"/>
                  </a:ext>
                </a:extLst>
              </p:cNvPr>
              <p:cNvSpPr/>
              <p:nvPr/>
            </p:nvSpPr>
            <p:spPr>
              <a:xfrm>
                <a:off x="9043105" y="5156048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2 w 6343"/>
                  <a:gd name="connsiteY1" fmla="*/ 5548 h 6345"/>
                  <a:gd name="connsiteX2" fmla="*/ 6551 w 6343"/>
                  <a:gd name="connsiteY2" fmla="*/ 3305 h 6345"/>
                  <a:gd name="connsiteX3" fmla="*/ 5622 w 6343"/>
                  <a:gd name="connsiteY3" fmla="*/ 1061 h 6345"/>
                  <a:gd name="connsiteX4" fmla="*/ 3379 w 6343"/>
                  <a:gd name="connsiteY4" fmla="*/ 132 h 6345"/>
                  <a:gd name="connsiteX5" fmla="*/ 1137 w 6343"/>
                  <a:gd name="connsiteY5" fmla="*/ 1061 h 6345"/>
                  <a:gd name="connsiteX6" fmla="*/ 208 w 6343"/>
                  <a:gd name="connsiteY6" fmla="*/ 3305 h 6345"/>
                  <a:gd name="connsiteX7" fmla="*/ 1137 w 6343"/>
                  <a:gd name="connsiteY7" fmla="*/ 5548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0" y="6478"/>
                      <a:pt x="5027" y="6143"/>
                      <a:pt x="5622" y="5548"/>
                    </a:cubicBezTo>
                    <a:cubicBezTo>
                      <a:pt x="6217" y="4953"/>
                      <a:pt x="6551" y="4146"/>
                      <a:pt x="6551" y="3305"/>
                    </a:cubicBezTo>
                    <a:cubicBezTo>
                      <a:pt x="6551" y="2463"/>
                      <a:pt x="6217" y="1656"/>
                      <a:pt x="5622" y="1061"/>
                    </a:cubicBezTo>
                    <a:cubicBezTo>
                      <a:pt x="5027" y="466"/>
                      <a:pt x="4220" y="132"/>
                      <a:pt x="3379" y="132"/>
                    </a:cubicBezTo>
                    <a:cubicBezTo>
                      <a:pt x="2538" y="132"/>
                      <a:pt x="1731" y="466"/>
                      <a:pt x="1137" y="1061"/>
                    </a:cubicBezTo>
                    <a:cubicBezTo>
                      <a:pt x="542" y="1656"/>
                      <a:pt x="208" y="2463"/>
                      <a:pt x="208" y="3305"/>
                    </a:cubicBezTo>
                    <a:cubicBezTo>
                      <a:pt x="208" y="4146"/>
                      <a:pt x="542" y="4953"/>
                      <a:pt x="1137" y="5548"/>
                    </a:cubicBezTo>
                    <a:cubicBezTo>
                      <a:pt x="1731" y="6143"/>
                      <a:pt x="2538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57" name="Freeform: Shape 8056">
                <a:extLst>
                  <a:ext uri="{FF2B5EF4-FFF2-40B4-BE49-F238E27FC236}">
                    <a16:creationId xmlns:a16="http://schemas.microsoft.com/office/drawing/2014/main" id="{C12F2EB5-0C3E-6A05-D810-F303E650C8D4}"/>
                  </a:ext>
                </a:extLst>
              </p:cNvPr>
              <p:cNvSpPr/>
              <p:nvPr/>
            </p:nvSpPr>
            <p:spPr>
              <a:xfrm>
                <a:off x="9050750" y="5155971"/>
                <a:ext cx="6343" cy="6345"/>
              </a:xfrm>
              <a:custGeom>
                <a:avLst/>
                <a:gdLst>
                  <a:gd name="connsiteX0" fmla="*/ 3380 w 6343"/>
                  <a:gd name="connsiteY0" fmla="*/ 6478 h 6345"/>
                  <a:gd name="connsiteX1" fmla="*/ 5622 w 6343"/>
                  <a:gd name="connsiteY1" fmla="*/ 5548 h 6345"/>
                  <a:gd name="connsiteX2" fmla="*/ 6551 w 6343"/>
                  <a:gd name="connsiteY2" fmla="*/ 3305 h 6345"/>
                  <a:gd name="connsiteX3" fmla="*/ 5622 w 6343"/>
                  <a:gd name="connsiteY3" fmla="*/ 1061 h 6345"/>
                  <a:gd name="connsiteX4" fmla="*/ 3380 w 6343"/>
                  <a:gd name="connsiteY4" fmla="*/ 132 h 6345"/>
                  <a:gd name="connsiteX5" fmla="*/ 1137 w 6343"/>
                  <a:gd name="connsiteY5" fmla="*/ 1061 h 6345"/>
                  <a:gd name="connsiteX6" fmla="*/ 208 w 6343"/>
                  <a:gd name="connsiteY6" fmla="*/ 3305 h 6345"/>
                  <a:gd name="connsiteX7" fmla="*/ 1137 w 6343"/>
                  <a:gd name="connsiteY7" fmla="*/ 5548 h 6345"/>
                  <a:gd name="connsiteX8" fmla="*/ 338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78"/>
                    </a:moveTo>
                    <a:cubicBezTo>
                      <a:pt x="4221" y="6478"/>
                      <a:pt x="5028" y="6143"/>
                      <a:pt x="5622" y="5548"/>
                    </a:cubicBezTo>
                    <a:cubicBezTo>
                      <a:pt x="6217" y="4953"/>
                      <a:pt x="6551" y="4146"/>
                      <a:pt x="6551" y="3305"/>
                    </a:cubicBezTo>
                    <a:cubicBezTo>
                      <a:pt x="6551" y="2463"/>
                      <a:pt x="6217" y="1656"/>
                      <a:pt x="5622" y="1061"/>
                    </a:cubicBezTo>
                    <a:cubicBezTo>
                      <a:pt x="5028" y="466"/>
                      <a:pt x="4221" y="132"/>
                      <a:pt x="3380" y="132"/>
                    </a:cubicBezTo>
                    <a:cubicBezTo>
                      <a:pt x="2539" y="132"/>
                      <a:pt x="1732" y="466"/>
                      <a:pt x="1137" y="1061"/>
                    </a:cubicBezTo>
                    <a:cubicBezTo>
                      <a:pt x="542" y="1656"/>
                      <a:pt x="208" y="2463"/>
                      <a:pt x="208" y="3305"/>
                    </a:cubicBezTo>
                    <a:cubicBezTo>
                      <a:pt x="208" y="4146"/>
                      <a:pt x="542" y="4953"/>
                      <a:pt x="1137" y="5548"/>
                    </a:cubicBezTo>
                    <a:cubicBezTo>
                      <a:pt x="1732" y="6143"/>
                      <a:pt x="2539" y="6478"/>
                      <a:pt x="338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58" name="Freeform: Shape 8057">
                <a:extLst>
                  <a:ext uri="{FF2B5EF4-FFF2-40B4-BE49-F238E27FC236}">
                    <a16:creationId xmlns:a16="http://schemas.microsoft.com/office/drawing/2014/main" id="{8461BD90-C0A6-A12E-571B-CEA2AB3DA3A9}"/>
                  </a:ext>
                </a:extLst>
              </p:cNvPr>
              <p:cNvSpPr/>
              <p:nvPr/>
            </p:nvSpPr>
            <p:spPr>
              <a:xfrm>
                <a:off x="9079005" y="5163360"/>
                <a:ext cx="6343" cy="6345"/>
              </a:xfrm>
              <a:custGeom>
                <a:avLst/>
                <a:gdLst>
                  <a:gd name="connsiteX0" fmla="*/ 3382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5 h 6345"/>
                  <a:gd name="connsiteX3" fmla="*/ 5625 w 6343"/>
                  <a:gd name="connsiteY3" fmla="*/ 1062 h 6345"/>
                  <a:gd name="connsiteX4" fmla="*/ 3382 w 6343"/>
                  <a:gd name="connsiteY4" fmla="*/ 133 h 6345"/>
                  <a:gd name="connsiteX5" fmla="*/ 1139 w 6343"/>
                  <a:gd name="connsiteY5" fmla="*/ 1062 h 6345"/>
                  <a:gd name="connsiteX6" fmla="*/ 210 w 6343"/>
                  <a:gd name="connsiteY6" fmla="*/ 3305 h 6345"/>
                  <a:gd name="connsiteX7" fmla="*/ 1139 w 6343"/>
                  <a:gd name="connsiteY7" fmla="*/ 5549 h 6345"/>
                  <a:gd name="connsiteX8" fmla="*/ 338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8"/>
                    </a:moveTo>
                    <a:cubicBezTo>
                      <a:pt x="4223" y="6478"/>
                      <a:pt x="5030" y="6144"/>
                      <a:pt x="5625" y="5549"/>
                    </a:cubicBezTo>
                    <a:cubicBezTo>
                      <a:pt x="6219" y="4954"/>
                      <a:pt x="6554" y="4147"/>
                      <a:pt x="6554" y="3305"/>
                    </a:cubicBezTo>
                    <a:cubicBezTo>
                      <a:pt x="6554" y="2464"/>
                      <a:pt x="6219" y="1657"/>
                      <a:pt x="5625" y="1062"/>
                    </a:cubicBezTo>
                    <a:cubicBezTo>
                      <a:pt x="5030" y="467"/>
                      <a:pt x="4223" y="133"/>
                      <a:pt x="3382" y="133"/>
                    </a:cubicBezTo>
                    <a:cubicBezTo>
                      <a:pt x="2541" y="133"/>
                      <a:pt x="1734" y="467"/>
                      <a:pt x="1139" y="1062"/>
                    </a:cubicBezTo>
                    <a:cubicBezTo>
                      <a:pt x="545" y="1657"/>
                      <a:pt x="210" y="2464"/>
                      <a:pt x="210" y="3305"/>
                    </a:cubicBezTo>
                    <a:cubicBezTo>
                      <a:pt x="210" y="4147"/>
                      <a:pt x="545" y="4954"/>
                      <a:pt x="1139" y="5549"/>
                    </a:cubicBezTo>
                    <a:cubicBezTo>
                      <a:pt x="1734" y="6144"/>
                      <a:pt x="2541" y="6478"/>
                      <a:pt x="338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59" name="Freeform: Shape 8058">
                <a:extLst>
                  <a:ext uri="{FF2B5EF4-FFF2-40B4-BE49-F238E27FC236}">
                    <a16:creationId xmlns:a16="http://schemas.microsoft.com/office/drawing/2014/main" id="{6B830D20-1781-EAB9-388D-D821296576CE}"/>
                  </a:ext>
                </a:extLst>
              </p:cNvPr>
              <p:cNvSpPr/>
              <p:nvPr/>
            </p:nvSpPr>
            <p:spPr>
              <a:xfrm>
                <a:off x="9086928" y="5163715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5 h 6345"/>
                  <a:gd name="connsiteX3" fmla="*/ 5625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5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1" y="6144"/>
                      <a:pt x="5625" y="5549"/>
                    </a:cubicBezTo>
                    <a:cubicBezTo>
                      <a:pt x="6220" y="4954"/>
                      <a:pt x="6554" y="4147"/>
                      <a:pt x="6554" y="3305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1" y="467"/>
                      <a:pt x="4224" y="133"/>
                      <a:pt x="3383" y="133"/>
                    </a:cubicBezTo>
                    <a:cubicBezTo>
                      <a:pt x="2542" y="133"/>
                      <a:pt x="1735" y="467"/>
                      <a:pt x="1140" y="1062"/>
                    </a:cubicBezTo>
                    <a:cubicBezTo>
                      <a:pt x="545" y="1657"/>
                      <a:pt x="211" y="2464"/>
                      <a:pt x="211" y="3305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5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60" name="Freeform: Shape 8059">
                <a:extLst>
                  <a:ext uri="{FF2B5EF4-FFF2-40B4-BE49-F238E27FC236}">
                    <a16:creationId xmlns:a16="http://schemas.microsoft.com/office/drawing/2014/main" id="{508D1E29-C50A-13F9-EAF9-2B168491A2D7}"/>
                  </a:ext>
                </a:extLst>
              </p:cNvPr>
              <p:cNvSpPr/>
              <p:nvPr/>
            </p:nvSpPr>
            <p:spPr>
              <a:xfrm>
                <a:off x="9092661" y="5163354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5 h 6345"/>
                  <a:gd name="connsiteX3" fmla="*/ 5626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2 w 6343"/>
                  <a:gd name="connsiteY6" fmla="*/ 3305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1" y="6144"/>
                      <a:pt x="5626" y="5549"/>
                    </a:cubicBezTo>
                    <a:cubicBezTo>
                      <a:pt x="6220" y="4954"/>
                      <a:pt x="6555" y="4147"/>
                      <a:pt x="6555" y="3305"/>
                    </a:cubicBezTo>
                    <a:cubicBezTo>
                      <a:pt x="6555" y="2464"/>
                      <a:pt x="6220" y="1657"/>
                      <a:pt x="5626" y="1062"/>
                    </a:cubicBezTo>
                    <a:cubicBezTo>
                      <a:pt x="5031" y="467"/>
                      <a:pt x="4224" y="133"/>
                      <a:pt x="3383" y="133"/>
                    </a:cubicBezTo>
                    <a:cubicBezTo>
                      <a:pt x="2542" y="133"/>
                      <a:pt x="1735" y="467"/>
                      <a:pt x="1140" y="1062"/>
                    </a:cubicBezTo>
                    <a:cubicBezTo>
                      <a:pt x="546" y="1657"/>
                      <a:pt x="212" y="2464"/>
                      <a:pt x="212" y="3305"/>
                    </a:cubicBezTo>
                    <a:cubicBezTo>
                      <a:pt x="212" y="4147"/>
                      <a:pt x="546" y="4954"/>
                      <a:pt x="1140" y="5549"/>
                    </a:cubicBezTo>
                    <a:cubicBezTo>
                      <a:pt x="1735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61" name="Freeform: Shape 8060">
                <a:extLst>
                  <a:ext uri="{FF2B5EF4-FFF2-40B4-BE49-F238E27FC236}">
                    <a16:creationId xmlns:a16="http://schemas.microsoft.com/office/drawing/2014/main" id="{6AEEEC50-67EC-7922-B95C-B60FCE6C7121}"/>
                  </a:ext>
                </a:extLst>
              </p:cNvPr>
              <p:cNvSpPr/>
              <p:nvPr/>
            </p:nvSpPr>
            <p:spPr>
              <a:xfrm>
                <a:off x="9099849" y="5163614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5 h 6345"/>
                  <a:gd name="connsiteX3" fmla="*/ 5626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5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6" y="5549"/>
                    </a:cubicBezTo>
                    <a:cubicBezTo>
                      <a:pt x="6221" y="4954"/>
                      <a:pt x="6555" y="4147"/>
                      <a:pt x="6555" y="3305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5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62" name="Freeform: Shape 8061">
                <a:extLst>
                  <a:ext uri="{FF2B5EF4-FFF2-40B4-BE49-F238E27FC236}">
                    <a16:creationId xmlns:a16="http://schemas.microsoft.com/office/drawing/2014/main" id="{30DAD13A-F2A8-39DA-5898-8C5317CDCC2A}"/>
                  </a:ext>
                </a:extLst>
              </p:cNvPr>
              <p:cNvSpPr/>
              <p:nvPr/>
            </p:nvSpPr>
            <p:spPr>
              <a:xfrm>
                <a:off x="9105560" y="5163393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5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3 w 6343"/>
                  <a:gd name="connsiteY6" fmla="*/ 3305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7" y="5549"/>
                    </a:cubicBezTo>
                    <a:cubicBezTo>
                      <a:pt x="6221" y="4954"/>
                      <a:pt x="6556" y="4147"/>
                      <a:pt x="6556" y="3305"/>
                    </a:cubicBezTo>
                    <a:cubicBezTo>
                      <a:pt x="6556" y="2464"/>
                      <a:pt x="6221" y="1657"/>
                      <a:pt x="5627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7" y="1657"/>
                      <a:pt x="213" y="2464"/>
                      <a:pt x="213" y="3305"/>
                    </a:cubicBezTo>
                    <a:cubicBezTo>
                      <a:pt x="213" y="4147"/>
                      <a:pt x="547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63" name="Freeform: Shape 8062">
                <a:extLst>
                  <a:ext uri="{FF2B5EF4-FFF2-40B4-BE49-F238E27FC236}">
                    <a16:creationId xmlns:a16="http://schemas.microsoft.com/office/drawing/2014/main" id="{8D3356B7-3271-1334-2BF5-8D31B888B5A5}"/>
                  </a:ext>
                </a:extLst>
              </p:cNvPr>
              <p:cNvSpPr/>
              <p:nvPr/>
            </p:nvSpPr>
            <p:spPr>
              <a:xfrm>
                <a:off x="9113416" y="5164085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5 h 6345"/>
                  <a:gd name="connsiteX3" fmla="*/ 5627 w 6343"/>
                  <a:gd name="connsiteY3" fmla="*/ 1062 h 6345"/>
                  <a:gd name="connsiteX4" fmla="*/ 3385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5 h 6345"/>
                  <a:gd name="connsiteX7" fmla="*/ 1142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7" y="5549"/>
                    </a:cubicBezTo>
                    <a:cubicBezTo>
                      <a:pt x="6222" y="4954"/>
                      <a:pt x="6556" y="4147"/>
                      <a:pt x="6556" y="3305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2" y="1062"/>
                    </a:cubicBezTo>
                    <a:cubicBezTo>
                      <a:pt x="547" y="1657"/>
                      <a:pt x="213" y="2464"/>
                      <a:pt x="213" y="3305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64" name="Freeform: Shape 8063">
                <a:extLst>
                  <a:ext uri="{FF2B5EF4-FFF2-40B4-BE49-F238E27FC236}">
                    <a16:creationId xmlns:a16="http://schemas.microsoft.com/office/drawing/2014/main" id="{38551C57-CB15-DAA4-5F1B-A4A93E8CB715}"/>
                  </a:ext>
                </a:extLst>
              </p:cNvPr>
              <p:cNvSpPr/>
              <p:nvPr/>
            </p:nvSpPr>
            <p:spPr>
              <a:xfrm>
                <a:off x="9118752" y="5163868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5 h 6345"/>
                  <a:gd name="connsiteX3" fmla="*/ 5628 w 6343"/>
                  <a:gd name="connsiteY3" fmla="*/ 1062 h 6345"/>
                  <a:gd name="connsiteX4" fmla="*/ 3385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5 h 6345"/>
                  <a:gd name="connsiteX7" fmla="*/ 1143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8" y="5549"/>
                    </a:cubicBezTo>
                    <a:cubicBezTo>
                      <a:pt x="6223" y="4954"/>
                      <a:pt x="6557" y="4147"/>
                      <a:pt x="6557" y="3305"/>
                    </a:cubicBezTo>
                    <a:cubicBezTo>
                      <a:pt x="6557" y="2464"/>
                      <a:pt x="6223" y="1657"/>
                      <a:pt x="5628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3" y="1062"/>
                    </a:cubicBezTo>
                    <a:cubicBezTo>
                      <a:pt x="548" y="1657"/>
                      <a:pt x="214" y="2464"/>
                      <a:pt x="214" y="3305"/>
                    </a:cubicBezTo>
                    <a:cubicBezTo>
                      <a:pt x="214" y="4147"/>
                      <a:pt x="548" y="4954"/>
                      <a:pt x="1143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65" name="Freeform: Shape 8064">
                <a:extLst>
                  <a:ext uri="{FF2B5EF4-FFF2-40B4-BE49-F238E27FC236}">
                    <a16:creationId xmlns:a16="http://schemas.microsoft.com/office/drawing/2014/main" id="{2C027706-F315-8094-1AD7-D06491C96A51}"/>
                  </a:ext>
                </a:extLst>
              </p:cNvPr>
              <p:cNvSpPr/>
              <p:nvPr/>
            </p:nvSpPr>
            <p:spPr>
              <a:xfrm>
                <a:off x="9123962" y="5163665"/>
                <a:ext cx="6343" cy="6345"/>
              </a:xfrm>
              <a:custGeom>
                <a:avLst/>
                <a:gdLst>
                  <a:gd name="connsiteX0" fmla="*/ 3386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5 h 6345"/>
                  <a:gd name="connsiteX3" fmla="*/ 5628 w 6343"/>
                  <a:gd name="connsiteY3" fmla="*/ 1062 h 6345"/>
                  <a:gd name="connsiteX4" fmla="*/ 3386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5 h 6345"/>
                  <a:gd name="connsiteX7" fmla="*/ 1143 w 6343"/>
                  <a:gd name="connsiteY7" fmla="*/ 5549 h 6345"/>
                  <a:gd name="connsiteX8" fmla="*/ 338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8"/>
                    </a:moveTo>
                    <a:cubicBezTo>
                      <a:pt x="4227" y="6478"/>
                      <a:pt x="5033" y="6144"/>
                      <a:pt x="5628" y="5549"/>
                    </a:cubicBezTo>
                    <a:cubicBezTo>
                      <a:pt x="6223" y="4954"/>
                      <a:pt x="6557" y="4147"/>
                      <a:pt x="6557" y="3305"/>
                    </a:cubicBezTo>
                    <a:cubicBezTo>
                      <a:pt x="6557" y="2464"/>
                      <a:pt x="6223" y="1657"/>
                      <a:pt x="5628" y="1062"/>
                    </a:cubicBezTo>
                    <a:cubicBezTo>
                      <a:pt x="5033" y="467"/>
                      <a:pt x="4227" y="133"/>
                      <a:pt x="3386" y="133"/>
                    </a:cubicBezTo>
                    <a:cubicBezTo>
                      <a:pt x="2544" y="133"/>
                      <a:pt x="1738" y="467"/>
                      <a:pt x="1143" y="1062"/>
                    </a:cubicBezTo>
                    <a:cubicBezTo>
                      <a:pt x="548" y="1657"/>
                      <a:pt x="214" y="2464"/>
                      <a:pt x="214" y="3305"/>
                    </a:cubicBezTo>
                    <a:cubicBezTo>
                      <a:pt x="214" y="4147"/>
                      <a:pt x="548" y="4954"/>
                      <a:pt x="1143" y="5549"/>
                    </a:cubicBezTo>
                    <a:cubicBezTo>
                      <a:pt x="1738" y="6144"/>
                      <a:pt x="2544" y="6478"/>
                      <a:pt x="338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66" name="Freeform: Shape 8065">
                <a:extLst>
                  <a:ext uri="{FF2B5EF4-FFF2-40B4-BE49-F238E27FC236}">
                    <a16:creationId xmlns:a16="http://schemas.microsoft.com/office/drawing/2014/main" id="{3873CFFA-25B8-CDE9-7D51-4E1488CBDFEC}"/>
                  </a:ext>
                </a:extLst>
              </p:cNvPr>
              <p:cNvSpPr/>
              <p:nvPr/>
            </p:nvSpPr>
            <p:spPr>
              <a:xfrm>
                <a:off x="9130145" y="5163928"/>
                <a:ext cx="6343" cy="6345"/>
              </a:xfrm>
              <a:custGeom>
                <a:avLst/>
                <a:gdLst>
                  <a:gd name="connsiteX0" fmla="*/ 3386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5 h 6345"/>
                  <a:gd name="connsiteX3" fmla="*/ 5629 w 6343"/>
                  <a:gd name="connsiteY3" fmla="*/ 1062 h 6345"/>
                  <a:gd name="connsiteX4" fmla="*/ 3386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5 h 6345"/>
                  <a:gd name="connsiteX7" fmla="*/ 1143 w 6343"/>
                  <a:gd name="connsiteY7" fmla="*/ 5549 h 6345"/>
                  <a:gd name="connsiteX8" fmla="*/ 338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8"/>
                    </a:moveTo>
                    <a:cubicBezTo>
                      <a:pt x="4227" y="6478"/>
                      <a:pt x="5034" y="6144"/>
                      <a:pt x="5629" y="5549"/>
                    </a:cubicBezTo>
                    <a:cubicBezTo>
                      <a:pt x="6223" y="4954"/>
                      <a:pt x="6558" y="4147"/>
                      <a:pt x="6558" y="3305"/>
                    </a:cubicBezTo>
                    <a:cubicBezTo>
                      <a:pt x="6558" y="2464"/>
                      <a:pt x="6223" y="1657"/>
                      <a:pt x="5629" y="1062"/>
                    </a:cubicBezTo>
                    <a:cubicBezTo>
                      <a:pt x="5034" y="467"/>
                      <a:pt x="4227" y="133"/>
                      <a:pt x="3386" y="133"/>
                    </a:cubicBezTo>
                    <a:cubicBezTo>
                      <a:pt x="2545" y="133"/>
                      <a:pt x="1738" y="467"/>
                      <a:pt x="1143" y="1062"/>
                    </a:cubicBezTo>
                    <a:cubicBezTo>
                      <a:pt x="549" y="1657"/>
                      <a:pt x="214" y="2464"/>
                      <a:pt x="214" y="3305"/>
                    </a:cubicBezTo>
                    <a:cubicBezTo>
                      <a:pt x="214" y="4147"/>
                      <a:pt x="549" y="4954"/>
                      <a:pt x="1143" y="5549"/>
                    </a:cubicBezTo>
                    <a:cubicBezTo>
                      <a:pt x="1738" y="6144"/>
                      <a:pt x="2545" y="6478"/>
                      <a:pt x="338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67" name="Freeform: Shape 8066">
                <a:extLst>
                  <a:ext uri="{FF2B5EF4-FFF2-40B4-BE49-F238E27FC236}">
                    <a16:creationId xmlns:a16="http://schemas.microsoft.com/office/drawing/2014/main" id="{78030005-E415-17F6-6F1D-8B93AD11F696}"/>
                  </a:ext>
                </a:extLst>
              </p:cNvPr>
              <p:cNvSpPr/>
              <p:nvPr/>
            </p:nvSpPr>
            <p:spPr>
              <a:xfrm>
                <a:off x="9135966" y="5164116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5 h 6345"/>
                  <a:gd name="connsiteX3" fmla="*/ 5629 w 6343"/>
                  <a:gd name="connsiteY3" fmla="*/ 1062 h 6345"/>
                  <a:gd name="connsiteX4" fmla="*/ 3387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5 h 6345"/>
                  <a:gd name="connsiteX7" fmla="*/ 1144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4" y="6144"/>
                      <a:pt x="5629" y="5549"/>
                    </a:cubicBezTo>
                    <a:cubicBezTo>
                      <a:pt x="6224" y="4954"/>
                      <a:pt x="6558" y="4147"/>
                      <a:pt x="6558" y="3305"/>
                    </a:cubicBezTo>
                    <a:cubicBezTo>
                      <a:pt x="6558" y="2464"/>
                      <a:pt x="6224" y="1657"/>
                      <a:pt x="5629" y="1062"/>
                    </a:cubicBezTo>
                    <a:cubicBezTo>
                      <a:pt x="5034" y="467"/>
                      <a:pt x="4228" y="133"/>
                      <a:pt x="3387" y="133"/>
                    </a:cubicBezTo>
                    <a:cubicBezTo>
                      <a:pt x="2545" y="133"/>
                      <a:pt x="1739" y="467"/>
                      <a:pt x="1144" y="1062"/>
                    </a:cubicBezTo>
                    <a:cubicBezTo>
                      <a:pt x="549" y="1657"/>
                      <a:pt x="215" y="2464"/>
                      <a:pt x="215" y="3305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9" y="6144"/>
                      <a:pt x="2545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68" name="Freeform: Shape 8067">
                <a:extLst>
                  <a:ext uri="{FF2B5EF4-FFF2-40B4-BE49-F238E27FC236}">
                    <a16:creationId xmlns:a16="http://schemas.microsoft.com/office/drawing/2014/main" id="{4BFBEB98-68B6-1F11-70FF-1DCC30421EB3}"/>
                  </a:ext>
                </a:extLst>
              </p:cNvPr>
              <p:cNvSpPr/>
              <p:nvPr/>
            </p:nvSpPr>
            <p:spPr>
              <a:xfrm>
                <a:off x="9141198" y="5164124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30 w 6343"/>
                  <a:gd name="connsiteY1" fmla="*/ 5549 h 6345"/>
                  <a:gd name="connsiteX2" fmla="*/ 6558 w 6343"/>
                  <a:gd name="connsiteY2" fmla="*/ 3305 h 6345"/>
                  <a:gd name="connsiteX3" fmla="*/ 5630 w 6343"/>
                  <a:gd name="connsiteY3" fmla="*/ 1062 h 6345"/>
                  <a:gd name="connsiteX4" fmla="*/ 3387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5 h 6345"/>
                  <a:gd name="connsiteX7" fmla="*/ 1144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30" y="5549"/>
                    </a:cubicBezTo>
                    <a:cubicBezTo>
                      <a:pt x="6224" y="4954"/>
                      <a:pt x="6558" y="4147"/>
                      <a:pt x="6558" y="3305"/>
                    </a:cubicBezTo>
                    <a:cubicBezTo>
                      <a:pt x="6558" y="2464"/>
                      <a:pt x="6224" y="1657"/>
                      <a:pt x="5630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4" y="1062"/>
                    </a:cubicBezTo>
                    <a:cubicBezTo>
                      <a:pt x="550" y="1657"/>
                      <a:pt x="215" y="2464"/>
                      <a:pt x="215" y="3305"/>
                    </a:cubicBezTo>
                    <a:cubicBezTo>
                      <a:pt x="215" y="4147"/>
                      <a:pt x="550" y="4954"/>
                      <a:pt x="1144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69" name="Freeform: Shape 8068">
                <a:extLst>
                  <a:ext uri="{FF2B5EF4-FFF2-40B4-BE49-F238E27FC236}">
                    <a16:creationId xmlns:a16="http://schemas.microsoft.com/office/drawing/2014/main" id="{D5A07EC4-336C-84E5-2FB2-675B2E353E87}"/>
                  </a:ext>
                </a:extLst>
              </p:cNvPr>
              <p:cNvSpPr/>
              <p:nvPr/>
            </p:nvSpPr>
            <p:spPr>
              <a:xfrm>
                <a:off x="9144524" y="5163366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5 h 6345"/>
                  <a:gd name="connsiteX3" fmla="*/ 5630 w 6343"/>
                  <a:gd name="connsiteY3" fmla="*/ 1062 h 6345"/>
                  <a:gd name="connsiteX4" fmla="*/ 3387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5 h 6345"/>
                  <a:gd name="connsiteX7" fmla="*/ 1145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30" y="5549"/>
                    </a:cubicBezTo>
                    <a:cubicBezTo>
                      <a:pt x="6225" y="4954"/>
                      <a:pt x="6559" y="4147"/>
                      <a:pt x="6559" y="3305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5" y="1062"/>
                    </a:cubicBezTo>
                    <a:cubicBezTo>
                      <a:pt x="550" y="1657"/>
                      <a:pt x="216" y="2464"/>
                      <a:pt x="216" y="3305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70" name="Freeform: Shape 8069">
                <a:extLst>
                  <a:ext uri="{FF2B5EF4-FFF2-40B4-BE49-F238E27FC236}">
                    <a16:creationId xmlns:a16="http://schemas.microsoft.com/office/drawing/2014/main" id="{751AFA08-F299-6B44-8CC1-883461115668}"/>
                  </a:ext>
                </a:extLst>
              </p:cNvPr>
              <p:cNvSpPr/>
              <p:nvPr/>
            </p:nvSpPr>
            <p:spPr>
              <a:xfrm>
                <a:off x="9153513" y="5165154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59 w 6343"/>
                  <a:gd name="connsiteY2" fmla="*/ 3306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6 h 6345"/>
                  <a:gd name="connsiteX7" fmla="*/ 1145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6" y="6144"/>
                      <a:pt x="5631" y="5549"/>
                    </a:cubicBezTo>
                    <a:cubicBezTo>
                      <a:pt x="6225" y="4954"/>
                      <a:pt x="6559" y="4147"/>
                      <a:pt x="6559" y="3306"/>
                    </a:cubicBezTo>
                    <a:cubicBezTo>
                      <a:pt x="6559" y="2464"/>
                      <a:pt x="6225" y="1657"/>
                      <a:pt x="5631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5" y="1062"/>
                    </a:cubicBezTo>
                    <a:cubicBezTo>
                      <a:pt x="551" y="1657"/>
                      <a:pt x="216" y="2464"/>
                      <a:pt x="216" y="3306"/>
                    </a:cubicBezTo>
                    <a:cubicBezTo>
                      <a:pt x="216" y="4147"/>
                      <a:pt x="551" y="4954"/>
                      <a:pt x="1145" y="5549"/>
                    </a:cubicBezTo>
                    <a:cubicBezTo>
                      <a:pt x="1740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71" name="Freeform: Shape 8070">
                <a:extLst>
                  <a:ext uri="{FF2B5EF4-FFF2-40B4-BE49-F238E27FC236}">
                    <a16:creationId xmlns:a16="http://schemas.microsoft.com/office/drawing/2014/main" id="{00751517-B690-BA23-E399-B8EF106F8314}"/>
                  </a:ext>
                </a:extLst>
              </p:cNvPr>
              <p:cNvSpPr/>
              <p:nvPr/>
            </p:nvSpPr>
            <p:spPr>
              <a:xfrm>
                <a:off x="9157048" y="5164606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5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6" y="6144"/>
                      <a:pt x="5631" y="5549"/>
                    </a:cubicBezTo>
                    <a:cubicBezTo>
                      <a:pt x="6226" y="4954"/>
                      <a:pt x="6560" y="4147"/>
                      <a:pt x="6560" y="3305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6" y="1062"/>
                    </a:cubicBezTo>
                    <a:cubicBezTo>
                      <a:pt x="551" y="1657"/>
                      <a:pt x="217" y="2464"/>
                      <a:pt x="217" y="3305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0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72" name="Freeform: Shape 8071">
                <a:extLst>
                  <a:ext uri="{FF2B5EF4-FFF2-40B4-BE49-F238E27FC236}">
                    <a16:creationId xmlns:a16="http://schemas.microsoft.com/office/drawing/2014/main" id="{52D1E330-AB10-19E9-DFCE-AF6F13AEA263}"/>
                  </a:ext>
                </a:extLst>
              </p:cNvPr>
              <p:cNvSpPr/>
              <p:nvPr/>
            </p:nvSpPr>
            <p:spPr>
              <a:xfrm>
                <a:off x="9160749" y="5164174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5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30" y="6478"/>
                      <a:pt x="5036" y="6144"/>
                      <a:pt x="5631" y="5549"/>
                    </a:cubicBezTo>
                    <a:cubicBezTo>
                      <a:pt x="6226" y="4954"/>
                      <a:pt x="6560" y="4147"/>
                      <a:pt x="6560" y="3305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6" y="467"/>
                      <a:pt x="4230" y="133"/>
                      <a:pt x="3388" y="133"/>
                    </a:cubicBezTo>
                    <a:cubicBezTo>
                      <a:pt x="2547" y="133"/>
                      <a:pt x="1741" y="467"/>
                      <a:pt x="1146" y="1062"/>
                    </a:cubicBezTo>
                    <a:cubicBezTo>
                      <a:pt x="551" y="1657"/>
                      <a:pt x="217" y="2464"/>
                      <a:pt x="217" y="3305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1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73" name="Freeform: Shape 8072">
                <a:extLst>
                  <a:ext uri="{FF2B5EF4-FFF2-40B4-BE49-F238E27FC236}">
                    <a16:creationId xmlns:a16="http://schemas.microsoft.com/office/drawing/2014/main" id="{F0D7294B-C502-5E45-C0EA-54A5BCA01F20}"/>
                  </a:ext>
                </a:extLst>
              </p:cNvPr>
              <p:cNvSpPr/>
              <p:nvPr/>
            </p:nvSpPr>
            <p:spPr>
              <a:xfrm>
                <a:off x="9165125" y="5164099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5 h 6345"/>
                  <a:gd name="connsiteX3" fmla="*/ 5631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1" y="5549"/>
                    </a:cubicBezTo>
                    <a:cubicBezTo>
                      <a:pt x="6226" y="4954"/>
                      <a:pt x="6560" y="4147"/>
                      <a:pt x="6560" y="3305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6" y="1062"/>
                    </a:cubicBezTo>
                    <a:cubicBezTo>
                      <a:pt x="551" y="1657"/>
                      <a:pt x="217" y="2464"/>
                      <a:pt x="217" y="3305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74" name="Freeform: Shape 8073">
                <a:extLst>
                  <a:ext uri="{FF2B5EF4-FFF2-40B4-BE49-F238E27FC236}">
                    <a16:creationId xmlns:a16="http://schemas.microsoft.com/office/drawing/2014/main" id="{F2340E26-4D90-2A89-6933-D2491FCF6B1B}"/>
                  </a:ext>
                </a:extLst>
              </p:cNvPr>
              <p:cNvSpPr/>
              <p:nvPr/>
            </p:nvSpPr>
            <p:spPr>
              <a:xfrm>
                <a:off x="9167795" y="5163270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5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2" y="5549"/>
                    </a:cubicBezTo>
                    <a:cubicBezTo>
                      <a:pt x="6226" y="4954"/>
                      <a:pt x="6561" y="4147"/>
                      <a:pt x="6561" y="3305"/>
                    </a:cubicBezTo>
                    <a:cubicBezTo>
                      <a:pt x="6561" y="2464"/>
                      <a:pt x="6226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6" y="1062"/>
                    </a:cubicBezTo>
                    <a:cubicBezTo>
                      <a:pt x="552" y="1657"/>
                      <a:pt x="217" y="2464"/>
                      <a:pt x="217" y="3305"/>
                    </a:cubicBezTo>
                    <a:cubicBezTo>
                      <a:pt x="217" y="4147"/>
                      <a:pt x="552" y="4954"/>
                      <a:pt x="1146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75" name="Freeform: Shape 8074">
                <a:extLst>
                  <a:ext uri="{FF2B5EF4-FFF2-40B4-BE49-F238E27FC236}">
                    <a16:creationId xmlns:a16="http://schemas.microsoft.com/office/drawing/2014/main" id="{C48B1C70-36DE-41CF-24C4-853798D82D00}"/>
                  </a:ext>
                </a:extLst>
              </p:cNvPr>
              <p:cNvSpPr/>
              <p:nvPr/>
            </p:nvSpPr>
            <p:spPr>
              <a:xfrm>
                <a:off x="9171930" y="5163174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5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5 h 6345"/>
                  <a:gd name="connsiteX7" fmla="*/ 1147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2" y="5549"/>
                    </a:cubicBezTo>
                    <a:cubicBezTo>
                      <a:pt x="6227" y="4954"/>
                      <a:pt x="6561" y="4147"/>
                      <a:pt x="6561" y="3305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7" y="1062"/>
                    </a:cubicBezTo>
                    <a:cubicBezTo>
                      <a:pt x="552" y="1657"/>
                      <a:pt x="218" y="2464"/>
                      <a:pt x="218" y="3305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76" name="Freeform: Shape 8075">
                <a:extLst>
                  <a:ext uri="{FF2B5EF4-FFF2-40B4-BE49-F238E27FC236}">
                    <a16:creationId xmlns:a16="http://schemas.microsoft.com/office/drawing/2014/main" id="{350927C8-C4AA-79C6-2E8A-9627AE6F25D5}"/>
                  </a:ext>
                </a:extLst>
              </p:cNvPr>
              <p:cNvSpPr/>
              <p:nvPr/>
            </p:nvSpPr>
            <p:spPr>
              <a:xfrm>
                <a:off x="9176281" y="5163234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5 h 6345"/>
                  <a:gd name="connsiteX3" fmla="*/ 5632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5 h 6345"/>
                  <a:gd name="connsiteX7" fmla="*/ 1147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2" y="5549"/>
                    </a:cubicBezTo>
                    <a:cubicBezTo>
                      <a:pt x="6227" y="4954"/>
                      <a:pt x="6561" y="4147"/>
                      <a:pt x="6561" y="3305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2" y="1657"/>
                      <a:pt x="218" y="2464"/>
                      <a:pt x="218" y="3305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77" name="Freeform: Shape 8076">
                <a:extLst>
                  <a:ext uri="{FF2B5EF4-FFF2-40B4-BE49-F238E27FC236}">
                    <a16:creationId xmlns:a16="http://schemas.microsoft.com/office/drawing/2014/main" id="{E95257D8-909D-B0AD-55C4-3D44FF86BAC3}"/>
                  </a:ext>
                </a:extLst>
              </p:cNvPr>
              <p:cNvSpPr/>
              <p:nvPr/>
            </p:nvSpPr>
            <p:spPr>
              <a:xfrm>
                <a:off x="9185668" y="5165843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2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2" y="133"/>
                      <a:pt x="3390" y="133"/>
                    </a:cubicBezTo>
                    <a:cubicBezTo>
                      <a:pt x="2549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78" name="Freeform: Shape 8077">
                <a:extLst>
                  <a:ext uri="{FF2B5EF4-FFF2-40B4-BE49-F238E27FC236}">
                    <a16:creationId xmlns:a16="http://schemas.microsoft.com/office/drawing/2014/main" id="{1F54CB49-B257-C353-552F-5289427441F9}"/>
                  </a:ext>
                </a:extLst>
              </p:cNvPr>
              <p:cNvSpPr/>
              <p:nvPr/>
            </p:nvSpPr>
            <p:spPr>
              <a:xfrm>
                <a:off x="9187912" y="5164989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2" y="133"/>
                      <a:pt x="3391" y="133"/>
                    </a:cubicBezTo>
                    <a:cubicBezTo>
                      <a:pt x="2549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49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79" name="Freeform: Shape 8078">
                <a:extLst>
                  <a:ext uri="{FF2B5EF4-FFF2-40B4-BE49-F238E27FC236}">
                    <a16:creationId xmlns:a16="http://schemas.microsoft.com/office/drawing/2014/main" id="{33BB8CC8-47C9-9DA8-F46D-C388B7317666}"/>
                  </a:ext>
                </a:extLst>
              </p:cNvPr>
              <p:cNvSpPr/>
              <p:nvPr/>
            </p:nvSpPr>
            <p:spPr>
              <a:xfrm>
                <a:off x="9284760" y="5169519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80" name="Freeform: Shape 8079">
                <a:extLst>
                  <a:ext uri="{FF2B5EF4-FFF2-40B4-BE49-F238E27FC236}">
                    <a16:creationId xmlns:a16="http://schemas.microsoft.com/office/drawing/2014/main" id="{9CEFD28A-CA4C-65F1-0AE6-2DD9A7ED1B83}"/>
                  </a:ext>
                </a:extLst>
              </p:cNvPr>
              <p:cNvSpPr/>
              <p:nvPr/>
            </p:nvSpPr>
            <p:spPr>
              <a:xfrm>
                <a:off x="9284888" y="5168037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81" name="Freeform: Shape 8080">
                <a:extLst>
                  <a:ext uri="{FF2B5EF4-FFF2-40B4-BE49-F238E27FC236}">
                    <a16:creationId xmlns:a16="http://schemas.microsoft.com/office/drawing/2014/main" id="{6E4672A0-277B-15F3-F357-EEDCB529698A}"/>
                  </a:ext>
                </a:extLst>
              </p:cNvPr>
              <p:cNvSpPr/>
              <p:nvPr/>
            </p:nvSpPr>
            <p:spPr>
              <a:xfrm>
                <a:off x="9286299" y="5167569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82" name="Freeform: Shape 8081">
                <a:extLst>
                  <a:ext uri="{FF2B5EF4-FFF2-40B4-BE49-F238E27FC236}">
                    <a16:creationId xmlns:a16="http://schemas.microsoft.com/office/drawing/2014/main" id="{9CB593A9-1CD8-BF8F-8EAF-6C9760E800C0}"/>
                  </a:ext>
                </a:extLst>
              </p:cNvPr>
              <p:cNvSpPr/>
              <p:nvPr/>
            </p:nvSpPr>
            <p:spPr>
              <a:xfrm>
                <a:off x="9288001" y="5167349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83" name="Freeform: Shape 8082">
                <a:extLst>
                  <a:ext uri="{FF2B5EF4-FFF2-40B4-BE49-F238E27FC236}">
                    <a16:creationId xmlns:a16="http://schemas.microsoft.com/office/drawing/2014/main" id="{7F7CE001-4696-DB1E-4CE9-FF0B0BDF5CC7}"/>
                  </a:ext>
                </a:extLst>
              </p:cNvPr>
              <p:cNvSpPr/>
              <p:nvPr/>
            </p:nvSpPr>
            <p:spPr>
              <a:xfrm>
                <a:off x="9289120" y="5166670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84" name="Freeform: Shape 8083">
                <a:extLst>
                  <a:ext uri="{FF2B5EF4-FFF2-40B4-BE49-F238E27FC236}">
                    <a16:creationId xmlns:a16="http://schemas.microsoft.com/office/drawing/2014/main" id="{85EF6451-48BC-148B-DF03-B43398770765}"/>
                  </a:ext>
                </a:extLst>
              </p:cNvPr>
              <p:cNvSpPr/>
              <p:nvPr/>
            </p:nvSpPr>
            <p:spPr>
              <a:xfrm>
                <a:off x="9290577" y="5166279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85" name="Freeform: Shape 8084">
                <a:extLst>
                  <a:ext uri="{FF2B5EF4-FFF2-40B4-BE49-F238E27FC236}">
                    <a16:creationId xmlns:a16="http://schemas.microsoft.com/office/drawing/2014/main" id="{105EB60A-8278-79DB-6621-5C69CA845933}"/>
                  </a:ext>
                </a:extLst>
              </p:cNvPr>
              <p:cNvSpPr/>
              <p:nvPr/>
            </p:nvSpPr>
            <p:spPr>
              <a:xfrm>
                <a:off x="9294908" y="5168320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6"/>
                    </a:cubicBezTo>
                    <a:cubicBezTo>
                      <a:pt x="6571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7" y="2464"/>
                      <a:pt x="227" y="3306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86" name="Freeform: Shape 8085">
                <a:extLst>
                  <a:ext uri="{FF2B5EF4-FFF2-40B4-BE49-F238E27FC236}">
                    <a16:creationId xmlns:a16="http://schemas.microsoft.com/office/drawing/2014/main" id="{C3AB5936-8528-BC3A-B27F-449160D2A0F4}"/>
                  </a:ext>
                </a:extLst>
              </p:cNvPr>
              <p:cNvSpPr/>
              <p:nvPr/>
            </p:nvSpPr>
            <p:spPr>
              <a:xfrm>
                <a:off x="9299620" y="5154569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399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1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2"/>
                      <a:pt x="3399" y="132"/>
                    </a:cubicBezTo>
                    <a:cubicBezTo>
                      <a:pt x="2558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87" name="Freeform: Shape 8086">
                <a:extLst>
                  <a:ext uri="{FF2B5EF4-FFF2-40B4-BE49-F238E27FC236}">
                    <a16:creationId xmlns:a16="http://schemas.microsoft.com/office/drawing/2014/main" id="{F25EA52B-CA10-53A5-FE99-EAD29FF795FE}"/>
                  </a:ext>
                </a:extLst>
              </p:cNvPr>
              <p:cNvSpPr/>
              <p:nvPr/>
            </p:nvSpPr>
            <p:spPr>
              <a:xfrm>
                <a:off x="9302181" y="5155344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2"/>
                      <a:pt x="3400" y="132"/>
                    </a:cubicBezTo>
                    <a:cubicBezTo>
                      <a:pt x="2559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88" name="Freeform: Shape 8087">
                <a:extLst>
                  <a:ext uri="{FF2B5EF4-FFF2-40B4-BE49-F238E27FC236}">
                    <a16:creationId xmlns:a16="http://schemas.microsoft.com/office/drawing/2014/main" id="{344DD505-24C1-FEC7-1783-E26B3A2ABB7C}"/>
                  </a:ext>
                </a:extLst>
              </p:cNvPr>
              <p:cNvSpPr/>
              <p:nvPr/>
            </p:nvSpPr>
            <p:spPr>
              <a:xfrm>
                <a:off x="9302588" y="5154034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8" y="466"/>
                      <a:pt x="4241" y="132"/>
                      <a:pt x="3400" y="132"/>
                    </a:cubicBezTo>
                    <a:cubicBezTo>
                      <a:pt x="2559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89" name="Freeform: Shape 8088">
                <a:extLst>
                  <a:ext uri="{FF2B5EF4-FFF2-40B4-BE49-F238E27FC236}">
                    <a16:creationId xmlns:a16="http://schemas.microsoft.com/office/drawing/2014/main" id="{DDFA3204-F37D-9C1E-FD46-77D324C93CE1}"/>
                  </a:ext>
                </a:extLst>
              </p:cNvPr>
              <p:cNvSpPr/>
              <p:nvPr/>
            </p:nvSpPr>
            <p:spPr>
              <a:xfrm>
                <a:off x="9308319" y="5156356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8 h 6345"/>
                  <a:gd name="connsiteX2" fmla="*/ 6572 w 6343"/>
                  <a:gd name="connsiteY2" fmla="*/ 3305 h 6345"/>
                  <a:gd name="connsiteX3" fmla="*/ 5643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9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3" y="5548"/>
                    </a:cubicBezTo>
                    <a:cubicBezTo>
                      <a:pt x="6237" y="4953"/>
                      <a:pt x="6572" y="4146"/>
                      <a:pt x="6572" y="3305"/>
                    </a:cubicBezTo>
                    <a:cubicBezTo>
                      <a:pt x="6572" y="2463"/>
                      <a:pt x="6237" y="1656"/>
                      <a:pt x="5643" y="1061"/>
                    </a:cubicBezTo>
                    <a:cubicBezTo>
                      <a:pt x="5048" y="466"/>
                      <a:pt x="4241" y="132"/>
                      <a:pt x="3400" y="132"/>
                    </a:cubicBezTo>
                    <a:cubicBezTo>
                      <a:pt x="2559" y="132"/>
                      <a:pt x="1752" y="466"/>
                      <a:pt x="1157" y="1061"/>
                    </a:cubicBezTo>
                    <a:cubicBezTo>
                      <a:pt x="563" y="1656"/>
                      <a:pt x="229" y="2463"/>
                      <a:pt x="229" y="3305"/>
                    </a:cubicBezTo>
                    <a:cubicBezTo>
                      <a:pt x="229" y="4146"/>
                      <a:pt x="563" y="4953"/>
                      <a:pt x="1157" y="5548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90" name="Freeform: Shape 8089">
                <a:extLst>
                  <a:ext uri="{FF2B5EF4-FFF2-40B4-BE49-F238E27FC236}">
                    <a16:creationId xmlns:a16="http://schemas.microsoft.com/office/drawing/2014/main" id="{4F813389-7184-8BEA-B1B1-63DE575C3790}"/>
                  </a:ext>
                </a:extLst>
              </p:cNvPr>
              <p:cNvSpPr/>
              <p:nvPr/>
            </p:nvSpPr>
            <p:spPr>
              <a:xfrm>
                <a:off x="9311220" y="5157629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8 h 6345"/>
                  <a:gd name="connsiteX2" fmla="*/ 6572 w 6343"/>
                  <a:gd name="connsiteY2" fmla="*/ 3305 h 6345"/>
                  <a:gd name="connsiteX3" fmla="*/ 5643 w 6343"/>
                  <a:gd name="connsiteY3" fmla="*/ 1061 h 6345"/>
                  <a:gd name="connsiteX4" fmla="*/ 3400 w 6343"/>
                  <a:gd name="connsiteY4" fmla="*/ 132 h 6345"/>
                  <a:gd name="connsiteX5" fmla="*/ 1158 w 6343"/>
                  <a:gd name="connsiteY5" fmla="*/ 1061 h 6345"/>
                  <a:gd name="connsiteX6" fmla="*/ 229 w 6343"/>
                  <a:gd name="connsiteY6" fmla="*/ 3305 h 6345"/>
                  <a:gd name="connsiteX7" fmla="*/ 1158 w 6343"/>
                  <a:gd name="connsiteY7" fmla="*/ 5548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3" y="5548"/>
                    </a:cubicBezTo>
                    <a:cubicBezTo>
                      <a:pt x="6238" y="4953"/>
                      <a:pt x="6572" y="4146"/>
                      <a:pt x="6572" y="3305"/>
                    </a:cubicBezTo>
                    <a:cubicBezTo>
                      <a:pt x="6572" y="2464"/>
                      <a:pt x="6238" y="1656"/>
                      <a:pt x="5643" y="1061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8" y="1061"/>
                    </a:cubicBezTo>
                    <a:cubicBezTo>
                      <a:pt x="563" y="1656"/>
                      <a:pt x="229" y="2464"/>
                      <a:pt x="229" y="3305"/>
                    </a:cubicBezTo>
                    <a:cubicBezTo>
                      <a:pt x="229" y="4146"/>
                      <a:pt x="563" y="4953"/>
                      <a:pt x="1158" y="5548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91" name="Freeform: Shape 8090">
                <a:extLst>
                  <a:ext uri="{FF2B5EF4-FFF2-40B4-BE49-F238E27FC236}">
                    <a16:creationId xmlns:a16="http://schemas.microsoft.com/office/drawing/2014/main" id="{3A9AFE14-3B3D-9F05-D8C2-A7BDDD855904}"/>
                  </a:ext>
                </a:extLst>
              </p:cNvPr>
              <p:cNvSpPr/>
              <p:nvPr/>
            </p:nvSpPr>
            <p:spPr>
              <a:xfrm>
                <a:off x="9312667" y="5157445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8 h 6345"/>
                  <a:gd name="connsiteX2" fmla="*/ 6572 w 6343"/>
                  <a:gd name="connsiteY2" fmla="*/ 3305 h 6345"/>
                  <a:gd name="connsiteX3" fmla="*/ 5643 w 6343"/>
                  <a:gd name="connsiteY3" fmla="*/ 1061 h 6345"/>
                  <a:gd name="connsiteX4" fmla="*/ 3400 w 6343"/>
                  <a:gd name="connsiteY4" fmla="*/ 132 h 6345"/>
                  <a:gd name="connsiteX5" fmla="*/ 1158 w 6343"/>
                  <a:gd name="connsiteY5" fmla="*/ 1061 h 6345"/>
                  <a:gd name="connsiteX6" fmla="*/ 229 w 6343"/>
                  <a:gd name="connsiteY6" fmla="*/ 3305 h 6345"/>
                  <a:gd name="connsiteX7" fmla="*/ 1158 w 6343"/>
                  <a:gd name="connsiteY7" fmla="*/ 5548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2" y="6478"/>
                      <a:pt x="5048" y="6143"/>
                      <a:pt x="5643" y="5548"/>
                    </a:cubicBezTo>
                    <a:cubicBezTo>
                      <a:pt x="6238" y="4953"/>
                      <a:pt x="6572" y="4146"/>
                      <a:pt x="6572" y="3305"/>
                    </a:cubicBezTo>
                    <a:cubicBezTo>
                      <a:pt x="6572" y="2464"/>
                      <a:pt x="6238" y="1656"/>
                      <a:pt x="5643" y="1061"/>
                    </a:cubicBezTo>
                    <a:cubicBezTo>
                      <a:pt x="5048" y="467"/>
                      <a:pt x="4242" y="132"/>
                      <a:pt x="3400" y="132"/>
                    </a:cubicBezTo>
                    <a:cubicBezTo>
                      <a:pt x="2559" y="132"/>
                      <a:pt x="1753" y="467"/>
                      <a:pt x="1158" y="1061"/>
                    </a:cubicBezTo>
                    <a:cubicBezTo>
                      <a:pt x="563" y="1656"/>
                      <a:pt x="229" y="2464"/>
                      <a:pt x="229" y="3305"/>
                    </a:cubicBezTo>
                    <a:cubicBezTo>
                      <a:pt x="229" y="4146"/>
                      <a:pt x="563" y="4953"/>
                      <a:pt x="1158" y="5548"/>
                    </a:cubicBezTo>
                    <a:cubicBezTo>
                      <a:pt x="1753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92" name="Freeform: Shape 8091">
                <a:extLst>
                  <a:ext uri="{FF2B5EF4-FFF2-40B4-BE49-F238E27FC236}">
                    <a16:creationId xmlns:a16="http://schemas.microsoft.com/office/drawing/2014/main" id="{62452396-97DD-819D-F288-5F80752C9EA1}"/>
                  </a:ext>
                </a:extLst>
              </p:cNvPr>
              <p:cNvSpPr/>
              <p:nvPr/>
            </p:nvSpPr>
            <p:spPr>
              <a:xfrm>
                <a:off x="9315406" y="5158634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3 w 6343"/>
                  <a:gd name="connsiteY1" fmla="*/ 5548 h 6345"/>
                  <a:gd name="connsiteX2" fmla="*/ 6572 w 6343"/>
                  <a:gd name="connsiteY2" fmla="*/ 3305 h 6345"/>
                  <a:gd name="connsiteX3" fmla="*/ 5643 w 6343"/>
                  <a:gd name="connsiteY3" fmla="*/ 1062 h 6345"/>
                  <a:gd name="connsiteX4" fmla="*/ 3401 w 6343"/>
                  <a:gd name="connsiteY4" fmla="*/ 132 h 6345"/>
                  <a:gd name="connsiteX5" fmla="*/ 1158 w 6343"/>
                  <a:gd name="connsiteY5" fmla="*/ 1062 h 6345"/>
                  <a:gd name="connsiteX6" fmla="*/ 229 w 6343"/>
                  <a:gd name="connsiteY6" fmla="*/ 3305 h 6345"/>
                  <a:gd name="connsiteX7" fmla="*/ 1158 w 6343"/>
                  <a:gd name="connsiteY7" fmla="*/ 5548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3"/>
                      <a:pt x="5643" y="5548"/>
                    </a:cubicBezTo>
                    <a:cubicBezTo>
                      <a:pt x="6238" y="4953"/>
                      <a:pt x="6572" y="4146"/>
                      <a:pt x="6572" y="3305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9" y="467"/>
                      <a:pt x="4242" y="132"/>
                      <a:pt x="3401" y="132"/>
                    </a:cubicBezTo>
                    <a:cubicBezTo>
                      <a:pt x="2560" y="132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5"/>
                    </a:cubicBezTo>
                    <a:cubicBezTo>
                      <a:pt x="229" y="4146"/>
                      <a:pt x="563" y="4953"/>
                      <a:pt x="1158" y="5548"/>
                    </a:cubicBezTo>
                    <a:cubicBezTo>
                      <a:pt x="1753" y="6143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93" name="Freeform: Shape 8092">
                <a:extLst>
                  <a:ext uri="{FF2B5EF4-FFF2-40B4-BE49-F238E27FC236}">
                    <a16:creationId xmlns:a16="http://schemas.microsoft.com/office/drawing/2014/main" id="{94BD97F5-5F33-F322-4301-DF15F8FB478A}"/>
                  </a:ext>
                </a:extLst>
              </p:cNvPr>
              <p:cNvSpPr/>
              <p:nvPr/>
            </p:nvSpPr>
            <p:spPr>
              <a:xfrm>
                <a:off x="9315939" y="5157526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3 w 6343"/>
                  <a:gd name="connsiteY1" fmla="*/ 5548 h 6345"/>
                  <a:gd name="connsiteX2" fmla="*/ 6572 w 6343"/>
                  <a:gd name="connsiteY2" fmla="*/ 3305 h 6345"/>
                  <a:gd name="connsiteX3" fmla="*/ 5643 w 6343"/>
                  <a:gd name="connsiteY3" fmla="*/ 1061 h 6345"/>
                  <a:gd name="connsiteX4" fmla="*/ 3401 w 6343"/>
                  <a:gd name="connsiteY4" fmla="*/ 132 h 6345"/>
                  <a:gd name="connsiteX5" fmla="*/ 1158 w 6343"/>
                  <a:gd name="connsiteY5" fmla="*/ 1061 h 6345"/>
                  <a:gd name="connsiteX6" fmla="*/ 229 w 6343"/>
                  <a:gd name="connsiteY6" fmla="*/ 3305 h 6345"/>
                  <a:gd name="connsiteX7" fmla="*/ 1158 w 6343"/>
                  <a:gd name="connsiteY7" fmla="*/ 5548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3"/>
                      <a:pt x="5643" y="5548"/>
                    </a:cubicBezTo>
                    <a:cubicBezTo>
                      <a:pt x="6238" y="4953"/>
                      <a:pt x="6572" y="4146"/>
                      <a:pt x="6572" y="3305"/>
                    </a:cubicBezTo>
                    <a:cubicBezTo>
                      <a:pt x="6572" y="2464"/>
                      <a:pt x="6238" y="1656"/>
                      <a:pt x="5643" y="1061"/>
                    </a:cubicBezTo>
                    <a:cubicBezTo>
                      <a:pt x="5049" y="467"/>
                      <a:pt x="4242" y="132"/>
                      <a:pt x="3401" y="132"/>
                    </a:cubicBezTo>
                    <a:cubicBezTo>
                      <a:pt x="2560" y="132"/>
                      <a:pt x="1753" y="467"/>
                      <a:pt x="1158" y="1061"/>
                    </a:cubicBezTo>
                    <a:cubicBezTo>
                      <a:pt x="563" y="1656"/>
                      <a:pt x="229" y="2464"/>
                      <a:pt x="229" y="3305"/>
                    </a:cubicBezTo>
                    <a:cubicBezTo>
                      <a:pt x="229" y="4146"/>
                      <a:pt x="563" y="4953"/>
                      <a:pt x="1158" y="5548"/>
                    </a:cubicBezTo>
                    <a:cubicBezTo>
                      <a:pt x="1753" y="6143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94" name="Freeform: Shape 8093">
                <a:extLst>
                  <a:ext uri="{FF2B5EF4-FFF2-40B4-BE49-F238E27FC236}">
                    <a16:creationId xmlns:a16="http://schemas.microsoft.com/office/drawing/2014/main" id="{EBB83DEE-8F5E-D6C2-282A-85D8DF1ABED1}"/>
                  </a:ext>
                </a:extLst>
              </p:cNvPr>
              <p:cNvSpPr/>
              <p:nvPr/>
            </p:nvSpPr>
            <p:spPr>
              <a:xfrm>
                <a:off x="9316864" y="5156832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3 w 6343"/>
                  <a:gd name="connsiteY1" fmla="*/ 5548 h 6345"/>
                  <a:gd name="connsiteX2" fmla="*/ 6572 w 6343"/>
                  <a:gd name="connsiteY2" fmla="*/ 3305 h 6345"/>
                  <a:gd name="connsiteX3" fmla="*/ 5643 w 6343"/>
                  <a:gd name="connsiteY3" fmla="*/ 1061 h 6345"/>
                  <a:gd name="connsiteX4" fmla="*/ 3401 w 6343"/>
                  <a:gd name="connsiteY4" fmla="*/ 132 h 6345"/>
                  <a:gd name="connsiteX5" fmla="*/ 1158 w 6343"/>
                  <a:gd name="connsiteY5" fmla="*/ 1061 h 6345"/>
                  <a:gd name="connsiteX6" fmla="*/ 229 w 6343"/>
                  <a:gd name="connsiteY6" fmla="*/ 3305 h 6345"/>
                  <a:gd name="connsiteX7" fmla="*/ 1158 w 6343"/>
                  <a:gd name="connsiteY7" fmla="*/ 5548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3"/>
                      <a:pt x="5643" y="5548"/>
                    </a:cubicBezTo>
                    <a:cubicBezTo>
                      <a:pt x="6238" y="4953"/>
                      <a:pt x="6572" y="4146"/>
                      <a:pt x="6572" y="3305"/>
                    </a:cubicBezTo>
                    <a:cubicBezTo>
                      <a:pt x="6572" y="2463"/>
                      <a:pt x="6238" y="1656"/>
                      <a:pt x="5643" y="1061"/>
                    </a:cubicBezTo>
                    <a:cubicBezTo>
                      <a:pt x="5049" y="466"/>
                      <a:pt x="4242" y="132"/>
                      <a:pt x="3401" y="132"/>
                    </a:cubicBezTo>
                    <a:cubicBezTo>
                      <a:pt x="2560" y="132"/>
                      <a:pt x="1753" y="466"/>
                      <a:pt x="1158" y="1061"/>
                    </a:cubicBezTo>
                    <a:cubicBezTo>
                      <a:pt x="563" y="1656"/>
                      <a:pt x="229" y="2463"/>
                      <a:pt x="229" y="3305"/>
                    </a:cubicBezTo>
                    <a:cubicBezTo>
                      <a:pt x="229" y="4146"/>
                      <a:pt x="563" y="4953"/>
                      <a:pt x="1158" y="5548"/>
                    </a:cubicBezTo>
                    <a:cubicBezTo>
                      <a:pt x="1753" y="6143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95" name="Freeform: Shape 8094">
                <a:extLst>
                  <a:ext uri="{FF2B5EF4-FFF2-40B4-BE49-F238E27FC236}">
                    <a16:creationId xmlns:a16="http://schemas.microsoft.com/office/drawing/2014/main" id="{F18C3D4B-B23A-B9A5-96BC-5C11EF8E4E81}"/>
                  </a:ext>
                </a:extLst>
              </p:cNvPr>
              <p:cNvSpPr/>
              <p:nvPr/>
            </p:nvSpPr>
            <p:spPr>
              <a:xfrm>
                <a:off x="9320237" y="5157132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8 h 6345"/>
                  <a:gd name="connsiteX2" fmla="*/ 6573 w 6343"/>
                  <a:gd name="connsiteY2" fmla="*/ 3305 h 6345"/>
                  <a:gd name="connsiteX3" fmla="*/ 5644 w 6343"/>
                  <a:gd name="connsiteY3" fmla="*/ 1061 h 6345"/>
                  <a:gd name="connsiteX4" fmla="*/ 3401 w 6343"/>
                  <a:gd name="connsiteY4" fmla="*/ 132 h 6345"/>
                  <a:gd name="connsiteX5" fmla="*/ 1158 w 6343"/>
                  <a:gd name="connsiteY5" fmla="*/ 1061 h 6345"/>
                  <a:gd name="connsiteX6" fmla="*/ 229 w 6343"/>
                  <a:gd name="connsiteY6" fmla="*/ 3305 h 6345"/>
                  <a:gd name="connsiteX7" fmla="*/ 1158 w 6343"/>
                  <a:gd name="connsiteY7" fmla="*/ 5548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3"/>
                      <a:pt x="5644" y="5548"/>
                    </a:cubicBezTo>
                    <a:cubicBezTo>
                      <a:pt x="6238" y="4953"/>
                      <a:pt x="6573" y="4146"/>
                      <a:pt x="6573" y="3305"/>
                    </a:cubicBezTo>
                    <a:cubicBezTo>
                      <a:pt x="6573" y="2463"/>
                      <a:pt x="6238" y="1656"/>
                      <a:pt x="5644" y="1061"/>
                    </a:cubicBezTo>
                    <a:cubicBezTo>
                      <a:pt x="5049" y="466"/>
                      <a:pt x="4242" y="132"/>
                      <a:pt x="3401" y="132"/>
                    </a:cubicBezTo>
                    <a:cubicBezTo>
                      <a:pt x="2560" y="132"/>
                      <a:pt x="1753" y="466"/>
                      <a:pt x="1158" y="1061"/>
                    </a:cubicBezTo>
                    <a:cubicBezTo>
                      <a:pt x="564" y="1656"/>
                      <a:pt x="229" y="2463"/>
                      <a:pt x="229" y="3305"/>
                    </a:cubicBezTo>
                    <a:cubicBezTo>
                      <a:pt x="229" y="4146"/>
                      <a:pt x="564" y="4953"/>
                      <a:pt x="1158" y="5548"/>
                    </a:cubicBezTo>
                    <a:cubicBezTo>
                      <a:pt x="1753" y="6143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96" name="Freeform: Shape 8095">
                <a:extLst>
                  <a:ext uri="{FF2B5EF4-FFF2-40B4-BE49-F238E27FC236}">
                    <a16:creationId xmlns:a16="http://schemas.microsoft.com/office/drawing/2014/main" id="{68CE6207-ED6A-CA73-D449-7718A870556D}"/>
                  </a:ext>
                </a:extLst>
              </p:cNvPr>
              <p:cNvSpPr/>
              <p:nvPr/>
            </p:nvSpPr>
            <p:spPr>
              <a:xfrm>
                <a:off x="9339946" y="5169993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5"/>
                      <a:pt x="6240" y="1657"/>
                      <a:pt x="5645" y="1062"/>
                    </a:cubicBezTo>
                    <a:cubicBezTo>
                      <a:pt x="5050" y="468"/>
                      <a:pt x="4244" y="133"/>
                      <a:pt x="3403" y="133"/>
                    </a:cubicBezTo>
                    <a:cubicBezTo>
                      <a:pt x="2561" y="133"/>
                      <a:pt x="1755" y="468"/>
                      <a:pt x="1160" y="1062"/>
                    </a:cubicBezTo>
                    <a:cubicBezTo>
                      <a:pt x="565" y="1657"/>
                      <a:pt x="231" y="2465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1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97" name="Freeform: Shape 8096">
                <a:extLst>
                  <a:ext uri="{FF2B5EF4-FFF2-40B4-BE49-F238E27FC236}">
                    <a16:creationId xmlns:a16="http://schemas.microsoft.com/office/drawing/2014/main" id="{931BF1C5-ACEF-CC47-0C7B-B45672C5484E}"/>
                  </a:ext>
                </a:extLst>
              </p:cNvPr>
              <p:cNvSpPr/>
              <p:nvPr/>
            </p:nvSpPr>
            <p:spPr>
              <a:xfrm>
                <a:off x="9340788" y="5169450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98" name="Freeform: Shape 8097">
                <a:extLst>
                  <a:ext uri="{FF2B5EF4-FFF2-40B4-BE49-F238E27FC236}">
                    <a16:creationId xmlns:a16="http://schemas.microsoft.com/office/drawing/2014/main" id="{61035B82-0274-4264-8AC6-83650F11766A}"/>
                  </a:ext>
                </a:extLst>
              </p:cNvPr>
              <p:cNvSpPr/>
              <p:nvPr/>
            </p:nvSpPr>
            <p:spPr>
              <a:xfrm>
                <a:off x="9342229" y="5169639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099" name="Freeform: Shape 8098">
                <a:extLst>
                  <a:ext uri="{FF2B5EF4-FFF2-40B4-BE49-F238E27FC236}">
                    <a16:creationId xmlns:a16="http://schemas.microsoft.com/office/drawing/2014/main" id="{DE97C1E7-9A7F-E54F-1774-D62DDCCAED98}"/>
                  </a:ext>
                </a:extLst>
              </p:cNvPr>
              <p:cNvSpPr/>
              <p:nvPr/>
            </p:nvSpPr>
            <p:spPr>
              <a:xfrm>
                <a:off x="9343606" y="5168199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4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00" name="Freeform: Shape 8099">
                <a:extLst>
                  <a:ext uri="{FF2B5EF4-FFF2-40B4-BE49-F238E27FC236}">
                    <a16:creationId xmlns:a16="http://schemas.microsoft.com/office/drawing/2014/main" id="{1A2124A3-1D89-18A3-A98D-791D838D15EC}"/>
                  </a:ext>
                </a:extLst>
              </p:cNvPr>
              <p:cNvSpPr/>
              <p:nvPr/>
            </p:nvSpPr>
            <p:spPr>
              <a:xfrm>
                <a:off x="9344535" y="5167779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01" name="Freeform: Shape 8100">
                <a:extLst>
                  <a:ext uri="{FF2B5EF4-FFF2-40B4-BE49-F238E27FC236}">
                    <a16:creationId xmlns:a16="http://schemas.microsoft.com/office/drawing/2014/main" id="{3CE8BA0E-1FC3-1C05-0616-7B6D7CCA678E}"/>
                  </a:ext>
                </a:extLst>
              </p:cNvPr>
              <p:cNvSpPr/>
              <p:nvPr/>
            </p:nvSpPr>
            <p:spPr>
              <a:xfrm>
                <a:off x="9260061" y="5039109"/>
                <a:ext cx="6343" cy="6345"/>
              </a:xfrm>
              <a:custGeom>
                <a:avLst/>
                <a:gdLst>
                  <a:gd name="connsiteX0" fmla="*/ 3396 w 6343"/>
                  <a:gd name="connsiteY0" fmla="*/ 6468 h 6345"/>
                  <a:gd name="connsiteX1" fmla="*/ 5639 w 6343"/>
                  <a:gd name="connsiteY1" fmla="*/ 5539 h 6345"/>
                  <a:gd name="connsiteX2" fmla="*/ 6568 w 6343"/>
                  <a:gd name="connsiteY2" fmla="*/ 3296 h 6345"/>
                  <a:gd name="connsiteX3" fmla="*/ 5639 w 6343"/>
                  <a:gd name="connsiteY3" fmla="*/ 1052 h 6345"/>
                  <a:gd name="connsiteX4" fmla="*/ 3396 w 6343"/>
                  <a:gd name="connsiteY4" fmla="*/ 123 h 6345"/>
                  <a:gd name="connsiteX5" fmla="*/ 1154 w 6343"/>
                  <a:gd name="connsiteY5" fmla="*/ 1052 h 6345"/>
                  <a:gd name="connsiteX6" fmla="*/ 225 w 6343"/>
                  <a:gd name="connsiteY6" fmla="*/ 3296 h 6345"/>
                  <a:gd name="connsiteX7" fmla="*/ 1154 w 6343"/>
                  <a:gd name="connsiteY7" fmla="*/ 5539 h 6345"/>
                  <a:gd name="connsiteX8" fmla="*/ 339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68"/>
                    </a:moveTo>
                    <a:cubicBezTo>
                      <a:pt x="4237" y="6468"/>
                      <a:pt x="5044" y="6134"/>
                      <a:pt x="5639" y="5539"/>
                    </a:cubicBezTo>
                    <a:cubicBezTo>
                      <a:pt x="6234" y="4944"/>
                      <a:pt x="6568" y="4137"/>
                      <a:pt x="6568" y="3296"/>
                    </a:cubicBezTo>
                    <a:cubicBezTo>
                      <a:pt x="6568" y="2454"/>
                      <a:pt x="6234" y="1647"/>
                      <a:pt x="5639" y="1052"/>
                    </a:cubicBezTo>
                    <a:cubicBezTo>
                      <a:pt x="5044" y="457"/>
                      <a:pt x="4237" y="123"/>
                      <a:pt x="3396" y="123"/>
                    </a:cubicBezTo>
                    <a:cubicBezTo>
                      <a:pt x="2555" y="123"/>
                      <a:pt x="1748" y="457"/>
                      <a:pt x="1154" y="1052"/>
                    </a:cubicBezTo>
                    <a:cubicBezTo>
                      <a:pt x="559" y="1647"/>
                      <a:pt x="225" y="2454"/>
                      <a:pt x="225" y="3296"/>
                    </a:cubicBezTo>
                    <a:cubicBezTo>
                      <a:pt x="225" y="4137"/>
                      <a:pt x="559" y="4944"/>
                      <a:pt x="1154" y="5539"/>
                    </a:cubicBezTo>
                    <a:cubicBezTo>
                      <a:pt x="1748" y="6134"/>
                      <a:pt x="2555" y="6468"/>
                      <a:pt x="339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02" name="Freeform: Shape 8101">
                <a:extLst>
                  <a:ext uri="{FF2B5EF4-FFF2-40B4-BE49-F238E27FC236}">
                    <a16:creationId xmlns:a16="http://schemas.microsoft.com/office/drawing/2014/main" id="{8FC14BDF-D2AD-2ED4-4772-791869BF563B}"/>
                  </a:ext>
                </a:extLst>
              </p:cNvPr>
              <p:cNvSpPr/>
              <p:nvPr/>
            </p:nvSpPr>
            <p:spPr>
              <a:xfrm>
                <a:off x="9262573" y="5039307"/>
                <a:ext cx="6343" cy="6345"/>
              </a:xfrm>
              <a:custGeom>
                <a:avLst/>
                <a:gdLst>
                  <a:gd name="connsiteX0" fmla="*/ 3396 w 6343"/>
                  <a:gd name="connsiteY0" fmla="*/ 6468 h 6345"/>
                  <a:gd name="connsiteX1" fmla="*/ 5639 w 6343"/>
                  <a:gd name="connsiteY1" fmla="*/ 5539 h 6345"/>
                  <a:gd name="connsiteX2" fmla="*/ 6568 w 6343"/>
                  <a:gd name="connsiteY2" fmla="*/ 3296 h 6345"/>
                  <a:gd name="connsiteX3" fmla="*/ 5639 w 6343"/>
                  <a:gd name="connsiteY3" fmla="*/ 1052 h 6345"/>
                  <a:gd name="connsiteX4" fmla="*/ 3396 w 6343"/>
                  <a:gd name="connsiteY4" fmla="*/ 123 h 6345"/>
                  <a:gd name="connsiteX5" fmla="*/ 1154 w 6343"/>
                  <a:gd name="connsiteY5" fmla="*/ 1052 h 6345"/>
                  <a:gd name="connsiteX6" fmla="*/ 225 w 6343"/>
                  <a:gd name="connsiteY6" fmla="*/ 3296 h 6345"/>
                  <a:gd name="connsiteX7" fmla="*/ 1154 w 6343"/>
                  <a:gd name="connsiteY7" fmla="*/ 5539 h 6345"/>
                  <a:gd name="connsiteX8" fmla="*/ 339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68"/>
                    </a:moveTo>
                    <a:cubicBezTo>
                      <a:pt x="4238" y="6468"/>
                      <a:pt x="5044" y="6134"/>
                      <a:pt x="5639" y="5539"/>
                    </a:cubicBezTo>
                    <a:cubicBezTo>
                      <a:pt x="6234" y="4944"/>
                      <a:pt x="6568" y="4137"/>
                      <a:pt x="6568" y="3296"/>
                    </a:cubicBezTo>
                    <a:cubicBezTo>
                      <a:pt x="6568" y="2454"/>
                      <a:pt x="6234" y="1647"/>
                      <a:pt x="5639" y="1052"/>
                    </a:cubicBezTo>
                    <a:cubicBezTo>
                      <a:pt x="5044" y="457"/>
                      <a:pt x="4238" y="123"/>
                      <a:pt x="3396" y="123"/>
                    </a:cubicBezTo>
                    <a:cubicBezTo>
                      <a:pt x="2555" y="123"/>
                      <a:pt x="1749" y="457"/>
                      <a:pt x="1154" y="1052"/>
                    </a:cubicBezTo>
                    <a:cubicBezTo>
                      <a:pt x="559" y="1647"/>
                      <a:pt x="225" y="2454"/>
                      <a:pt x="225" y="3296"/>
                    </a:cubicBezTo>
                    <a:cubicBezTo>
                      <a:pt x="225" y="4137"/>
                      <a:pt x="559" y="4944"/>
                      <a:pt x="1154" y="5539"/>
                    </a:cubicBezTo>
                    <a:cubicBezTo>
                      <a:pt x="1749" y="6134"/>
                      <a:pt x="2555" y="6468"/>
                      <a:pt x="339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03" name="Freeform: Shape 8102">
                <a:extLst>
                  <a:ext uri="{FF2B5EF4-FFF2-40B4-BE49-F238E27FC236}">
                    <a16:creationId xmlns:a16="http://schemas.microsoft.com/office/drawing/2014/main" id="{9E63A11B-AE37-5D38-194B-ED0A0C2278CB}"/>
                  </a:ext>
                </a:extLst>
              </p:cNvPr>
              <p:cNvSpPr/>
              <p:nvPr/>
            </p:nvSpPr>
            <p:spPr>
              <a:xfrm>
                <a:off x="9264896" y="5039271"/>
                <a:ext cx="6343" cy="6345"/>
              </a:xfrm>
              <a:custGeom>
                <a:avLst/>
                <a:gdLst>
                  <a:gd name="connsiteX0" fmla="*/ 3397 w 6343"/>
                  <a:gd name="connsiteY0" fmla="*/ 6468 h 6345"/>
                  <a:gd name="connsiteX1" fmla="*/ 5639 w 6343"/>
                  <a:gd name="connsiteY1" fmla="*/ 5539 h 6345"/>
                  <a:gd name="connsiteX2" fmla="*/ 6568 w 6343"/>
                  <a:gd name="connsiteY2" fmla="*/ 3296 h 6345"/>
                  <a:gd name="connsiteX3" fmla="*/ 5639 w 6343"/>
                  <a:gd name="connsiteY3" fmla="*/ 1052 h 6345"/>
                  <a:gd name="connsiteX4" fmla="*/ 3397 w 6343"/>
                  <a:gd name="connsiteY4" fmla="*/ 123 h 6345"/>
                  <a:gd name="connsiteX5" fmla="*/ 1154 w 6343"/>
                  <a:gd name="connsiteY5" fmla="*/ 1052 h 6345"/>
                  <a:gd name="connsiteX6" fmla="*/ 225 w 6343"/>
                  <a:gd name="connsiteY6" fmla="*/ 3296 h 6345"/>
                  <a:gd name="connsiteX7" fmla="*/ 1154 w 6343"/>
                  <a:gd name="connsiteY7" fmla="*/ 5539 h 6345"/>
                  <a:gd name="connsiteX8" fmla="*/ 339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68"/>
                    </a:moveTo>
                    <a:cubicBezTo>
                      <a:pt x="4238" y="6468"/>
                      <a:pt x="5045" y="6134"/>
                      <a:pt x="5639" y="5539"/>
                    </a:cubicBezTo>
                    <a:cubicBezTo>
                      <a:pt x="6234" y="4944"/>
                      <a:pt x="6568" y="4137"/>
                      <a:pt x="6568" y="3296"/>
                    </a:cubicBezTo>
                    <a:cubicBezTo>
                      <a:pt x="6568" y="2454"/>
                      <a:pt x="6234" y="1647"/>
                      <a:pt x="5639" y="1052"/>
                    </a:cubicBezTo>
                    <a:cubicBezTo>
                      <a:pt x="5045" y="457"/>
                      <a:pt x="4238" y="123"/>
                      <a:pt x="3397" y="123"/>
                    </a:cubicBezTo>
                    <a:cubicBezTo>
                      <a:pt x="2556" y="123"/>
                      <a:pt x="1749" y="457"/>
                      <a:pt x="1154" y="1052"/>
                    </a:cubicBezTo>
                    <a:cubicBezTo>
                      <a:pt x="559" y="1647"/>
                      <a:pt x="225" y="2454"/>
                      <a:pt x="225" y="3296"/>
                    </a:cubicBezTo>
                    <a:cubicBezTo>
                      <a:pt x="225" y="4137"/>
                      <a:pt x="559" y="4944"/>
                      <a:pt x="1154" y="5539"/>
                    </a:cubicBezTo>
                    <a:cubicBezTo>
                      <a:pt x="1749" y="6134"/>
                      <a:pt x="2556" y="6468"/>
                      <a:pt x="339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04" name="Freeform: Shape 8103">
                <a:extLst>
                  <a:ext uri="{FF2B5EF4-FFF2-40B4-BE49-F238E27FC236}">
                    <a16:creationId xmlns:a16="http://schemas.microsoft.com/office/drawing/2014/main" id="{49209F6E-9005-6EFD-0E40-0F7E66EBC96C}"/>
                  </a:ext>
                </a:extLst>
              </p:cNvPr>
              <p:cNvSpPr/>
              <p:nvPr/>
            </p:nvSpPr>
            <p:spPr>
              <a:xfrm>
                <a:off x="9266926" y="5038842"/>
                <a:ext cx="6343" cy="6345"/>
              </a:xfrm>
              <a:custGeom>
                <a:avLst/>
                <a:gdLst>
                  <a:gd name="connsiteX0" fmla="*/ 3397 w 6343"/>
                  <a:gd name="connsiteY0" fmla="*/ 6468 h 6345"/>
                  <a:gd name="connsiteX1" fmla="*/ 5639 w 6343"/>
                  <a:gd name="connsiteY1" fmla="*/ 5539 h 6345"/>
                  <a:gd name="connsiteX2" fmla="*/ 6568 w 6343"/>
                  <a:gd name="connsiteY2" fmla="*/ 3296 h 6345"/>
                  <a:gd name="connsiteX3" fmla="*/ 5639 w 6343"/>
                  <a:gd name="connsiteY3" fmla="*/ 1052 h 6345"/>
                  <a:gd name="connsiteX4" fmla="*/ 3397 w 6343"/>
                  <a:gd name="connsiteY4" fmla="*/ 123 h 6345"/>
                  <a:gd name="connsiteX5" fmla="*/ 1154 w 6343"/>
                  <a:gd name="connsiteY5" fmla="*/ 1052 h 6345"/>
                  <a:gd name="connsiteX6" fmla="*/ 225 w 6343"/>
                  <a:gd name="connsiteY6" fmla="*/ 3296 h 6345"/>
                  <a:gd name="connsiteX7" fmla="*/ 1154 w 6343"/>
                  <a:gd name="connsiteY7" fmla="*/ 5539 h 6345"/>
                  <a:gd name="connsiteX8" fmla="*/ 339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68"/>
                    </a:moveTo>
                    <a:cubicBezTo>
                      <a:pt x="4238" y="6468"/>
                      <a:pt x="5045" y="6134"/>
                      <a:pt x="5639" y="5539"/>
                    </a:cubicBezTo>
                    <a:cubicBezTo>
                      <a:pt x="6234" y="4944"/>
                      <a:pt x="6568" y="4137"/>
                      <a:pt x="6568" y="3296"/>
                    </a:cubicBezTo>
                    <a:cubicBezTo>
                      <a:pt x="6568" y="2454"/>
                      <a:pt x="6234" y="1647"/>
                      <a:pt x="5639" y="1052"/>
                    </a:cubicBezTo>
                    <a:cubicBezTo>
                      <a:pt x="5045" y="457"/>
                      <a:pt x="4238" y="123"/>
                      <a:pt x="3397" y="123"/>
                    </a:cubicBezTo>
                    <a:cubicBezTo>
                      <a:pt x="2556" y="123"/>
                      <a:pt x="1749" y="457"/>
                      <a:pt x="1154" y="1052"/>
                    </a:cubicBezTo>
                    <a:cubicBezTo>
                      <a:pt x="559" y="1647"/>
                      <a:pt x="225" y="2454"/>
                      <a:pt x="225" y="3296"/>
                    </a:cubicBezTo>
                    <a:cubicBezTo>
                      <a:pt x="225" y="4137"/>
                      <a:pt x="559" y="4944"/>
                      <a:pt x="1154" y="5539"/>
                    </a:cubicBezTo>
                    <a:cubicBezTo>
                      <a:pt x="1749" y="6134"/>
                      <a:pt x="2556" y="6468"/>
                      <a:pt x="339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05" name="Freeform: Shape 8104">
                <a:extLst>
                  <a:ext uri="{FF2B5EF4-FFF2-40B4-BE49-F238E27FC236}">
                    <a16:creationId xmlns:a16="http://schemas.microsoft.com/office/drawing/2014/main" id="{EFA1709A-1037-5D0E-557B-C7B8F3298D6B}"/>
                  </a:ext>
                </a:extLst>
              </p:cNvPr>
              <p:cNvSpPr/>
              <p:nvPr/>
            </p:nvSpPr>
            <p:spPr>
              <a:xfrm>
                <a:off x="9269096" y="5038635"/>
                <a:ext cx="6343" cy="6345"/>
              </a:xfrm>
              <a:custGeom>
                <a:avLst/>
                <a:gdLst>
                  <a:gd name="connsiteX0" fmla="*/ 3397 w 6343"/>
                  <a:gd name="connsiteY0" fmla="*/ 6468 h 6345"/>
                  <a:gd name="connsiteX1" fmla="*/ 5640 w 6343"/>
                  <a:gd name="connsiteY1" fmla="*/ 5539 h 6345"/>
                  <a:gd name="connsiteX2" fmla="*/ 6569 w 6343"/>
                  <a:gd name="connsiteY2" fmla="*/ 3296 h 6345"/>
                  <a:gd name="connsiteX3" fmla="*/ 5640 w 6343"/>
                  <a:gd name="connsiteY3" fmla="*/ 1052 h 6345"/>
                  <a:gd name="connsiteX4" fmla="*/ 3397 w 6343"/>
                  <a:gd name="connsiteY4" fmla="*/ 123 h 6345"/>
                  <a:gd name="connsiteX5" fmla="*/ 1154 w 6343"/>
                  <a:gd name="connsiteY5" fmla="*/ 1052 h 6345"/>
                  <a:gd name="connsiteX6" fmla="*/ 225 w 6343"/>
                  <a:gd name="connsiteY6" fmla="*/ 3296 h 6345"/>
                  <a:gd name="connsiteX7" fmla="*/ 1154 w 6343"/>
                  <a:gd name="connsiteY7" fmla="*/ 5539 h 6345"/>
                  <a:gd name="connsiteX8" fmla="*/ 339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68"/>
                    </a:moveTo>
                    <a:cubicBezTo>
                      <a:pt x="4238" y="6468"/>
                      <a:pt x="5045" y="6134"/>
                      <a:pt x="5640" y="5539"/>
                    </a:cubicBezTo>
                    <a:cubicBezTo>
                      <a:pt x="6234" y="4944"/>
                      <a:pt x="6569" y="4137"/>
                      <a:pt x="6569" y="3296"/>
                    </a:cubicBezTo>
                    <a:cubicBezTo>
                      <a:pt x="6569" y="2454"/>
                      <a:pt x="6234" y="1647"/>
                      <a:pt x="5640" y="1052"/>
                    </a:cubicBezTo>
                    <a:cubicBezTo>
                      <a:pt x="5045" y="457"/>
                      <a:pt x="4238" y="123"/>
                      <a:pt x="3397" y="123"/>
                    </a:cubicBezTo>
                    <a:cubicBezTo>
                      <a:pt x="2556" y="123"/>
                      <a:pt x="1749" y="457"/>
                      <a:pt x="1154" y="1052"/>
                    </a:cubicBezTo>
                    <a:cubicBezTo>
                      <a:pt x="560" y="1647"/>
                      <a:pt x="225" y="2454"/>
                      <a:pt x="225" y="3296"/>
                    </a:cubicBezTo>
                    <a:cubicBezTo>
                      <a:pt x="225" y="4137"/>
                      <a:pt x="560" y="4944"/>
                      <a:pt x="1154" y="5539"/>
                    </a:cubicBezTo>
                    <a:cubicBezTo>
                      <a:pt x="1749" y="6134"/>
                      <a:pt x="2556" y="6468"/>
                      <a:pt x="339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06" name="Freeform: Shape 8105">
                <a:extLst>
                  <a:ext uri="{FF2B5EF4-FFF2-40B4-BE49-F238E27FC236}">
                    <a16:creationId xmlns:a16="http://schemas.microsoft.com/office/drawing/2014/main" id="{F1E6E443-646A-C353-4CFB-C15352F318A9}"/>
                  </a:ext>
                </a:extLst>
              </p:cNvPr>
              <p:cNvSpPr/>
              <p:nvPr/>
            </p:nvSpPr>
            <p:spPr>
              <a:xfrm>
                <a:off x="9271508" y="5038808"/>
                <a:ext cx="6343" cy="6345"/>
              </a:xfrm>
              <a:custGeom>
                <a:avLst/>
                <a:gdLst>
                  <a:gd name="connsiteX0" fmla="*/ 3397 w 6343"/>
                  <a:gd name="connsiteY0" fmla="*/ 6468 h 6345"/>
                  <a:gd name="connsiteX1" fmla="*/ 5640 w 6343"/>
                  <a:gd name="connsiteY1" fmla="*/ 5539 h 6345"/>
                  <a:gd name="connsiteX2" fmla="*/ 6569 w 6343"/>
                  <a:gd name="connsiteY2" fmla="*/ 3296 h 6345"/>
                  <a:gd name="connsiteX3" fmla="*/ 5640 w 6343"/>
                  <a:gd name="connsiteY3" fmla="*/ 1052 h 6345"/>
                  <a:gd name="connsiteX4" fmla="*/ 3397 w 6343"/>
                  <a:gd name="connsiteY4" fmla="*/ 123 h 6345"/>
                  <a:gd name="connsiteX5" fmla="*/ 1155 w 6343"/>
                  <a:gd name="connsiteY5" fmla="*/ 1052 h 6345"/>
                  <a:gd name="connsiteX6" fmla="*/ 226 w 6343"/>
                  <a:gd name="connsiteY6" fmla="*/ 3296 h 6345"/>
                  <a:gd name="connsiteX7" fmla="*/ 1155 w 6343"/>
                  <a:gd name="connsiteY7" fmla="*/ 5539 h 6345"/>
                  <a:gd name="connsiteX8" fmla="*/ 339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68"/>
                    </a:moveTo>
                    <a:cubicBezTo>
                      <a:pt x="4238" y="6468"/>
                      <a:pt x="5045" y="6134"/>
                      <a:pt x="5640" y="5539"/>
                    </a:cubicBezTo>
                    <a:cubicBezTo>
                      <a:pt x="6235" y="4944"/>
                      <a:pt x="6569" y="4137"/>
                      <a:pt x="6569" y="3296"/>
                    </a:cubicBezTo>
                    <a:cubicBezTo>
                      <a:pt x="6569" y="2454"/>
                      <a:pt x="6235" y="1647"/>
                      <a:pt x="5640" y="1052"/>
                    </a:cubicBezTo>
                    <a:cubicBezTo>
                      <a:pt x="5045" y="457"/>
                      <a:pt x="4238" y="123"/>
                      <a:pt x="3397" y="123"/>
                    </a:cubicBezTo>
                    <a:cubicBezTo>
                      <a:pt x="2556" y="123"/>
                      <a:pt x="1749" y="457"/>
                      <a:pt x="1155" y="1052"/>
                    </a:cubicBezTo>
                    <a:cubicBezTo>
                      <a:pt x="560" y="1647"/>
                      <a:pt x="226" y="2454"/>
                      <a:pt x="226" y="3296"/>
                    </a:cubicBezTo>
                    <a:cubicBezTo>
                      <a:pt x="226" y="4137"/>
                      <a:pt x="560" y="4944"/>
                      <a:pt x="1155" y="5539"/>
                    </a:cubicBezTo>
                    <a:cubicBezTo>
                      <a:pt x="1749" y="6134"/>
                      <a:pt x="2556" y="6468"/>
                      <a:pt x="339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07" name="Freeform: Shape 8106">
                <a:extLst>
                  <a:ext uri="{FF2B5EF4-FFF2-40B4-BE49-F238E27FC236}">
                    <a16:creationId xmlns:a16="http://schemas.microsoft.com/office/drawing/2014/main" id="{66880441-07F8-6253-AC12-242D2F03DF64}"/>
                  </a:ext>
                </a:extLst>
              </p:cNvPr>
              <p:cNvSpPr/>
              <p:nvPr/>
            </p:nvSpPr>
            <p:spPr>
              <a:xfrm>
                <a:off x="9360088" y="5167977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08" name="Freeform: Shape 8107">
                <a:extLst>
                  <a:ext uri="{FF2B5EF4-FFF2-40B4-BE49-F238E27FC236}">
                    <a16:creationId xmlns:a16="http://schemas.microsoft.com/office/drawing/2014/main" id="{27F4B2CC-B790-BC83-7D6C-987C875B8D21}"/>
                  </a:ext>
                </a:extLst>
              </p:cNvPr>
              <p:cNvSpPr/>
              <p:nvPr/>
            </p:nvSpPr>
            <p:spPr>
              <a:xfrm>
                <a:off x="9361000" y="5167671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09" name="Freeform: Shape 8108">
                <a:extLst>
                  <a:ext uri="{FF2B5EF4-FFF2-40B4-BE49-F238E27FC236}">
                    <a16:creationId xmlns:a16="http://schemas.microsoft.com/office/drawing/2014/main" id="{AB19242F-CF22-3533-DD12-9D69353FF24C}"/>
                  </a:ext>
                </a:extLst>
              </p:cNvPr>
              <p:cNvSpPr/>
              <p:nvPr/>
            </p:nvSpPr>
            <p:spPr>
              <a:xfrm>
                <a:off x="9361811" y="5167214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10" name="Freeform: Shape 8109">
                <a:extLst>
                  <a:ext uri="{FF2B5EF4-FFF2-40B4-BE49-F238E27FC236}">
                    <a16:creationId xmlns:a16="http://schemas.microsoft.com/office/drawing/2014/main" id="{CA422024-F3CB-BDD9-1BAF-81AAFD5BA09C}"/>
                  </a:ext>
                </a:extLst>
              </p:cNvPr>
              <p:cNvSpPr/>
              <p:nvPr/>
            </p:nvSpPr>
            <p:spPr>
              <a:xfrm>
                <a:off x="9362793" y="5167026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11" name="Freeform: Shape 8110">
                <a:extLst>
                  <a:ext uri="{FF2B5EF4-FFF2-40B4-BE49-F238E27FC236}">
                    <a16:creationId xmlns:a16="http://schemas.microsoft.com/office/drawing/2014/main" id="{94885AE1-1A37-B533-7BDE-6460EDE99C2C}"/>
                  </a:ext>
                </a:extLst>
              </p:cNvPr>
              <p:cNvSpPr/>
              <p:nvPr/>
            </p:nvSpPr>
            <p:spPr>
              <a:xfrm>
                <a:off x="9363875" y="5167004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4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12" name="Freeform: Shape 8111">
                <a:extLst>
                  <a:ext uri="{FF2B5EF4-FFF2-40B4-BE49-F238E27FC236}">
                    <a16:creationId xmlns:a16="http://schemas.microsoft.com/office/drawing/2014/main" id="{CC80731D-DAD0-79A7-F163-98FA34AA5F3C}"/>
                  </a:ext>
                </a:extLst>
              </p:cNvPr>
              <p:cNvSpPr/>
              <p:nvPr/>
            </p:nvSpPr>
            <p:spPr>
              <a:xfrm>
                <a:off x="9365186" y="5167361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5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13" name="Freeform: Shape 8112">
                <a:extLst>
                  <a:ext uri="{FF2B5EF4-FFF2-40B4-BE49-F238E27FC236}">
                    <a16:creationId xmlns:a16="http://schemas.microsoft.com/office/drawing/2014/main" id="{1B34C8E5-DF32-7277-9A74-219C0CC55B53}"/>
                  </a:ext>
                </a:extLst>
              </p:cNvPr>
              <p:cNvSpPr/>
              <p:nvPr/>
            </p:nvSpPr>
            <p:spPr>
              <a:xfrm>
                <a:off x="9366325" y="5167464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14" name="Freeform: Shape 8113">
                <a:extLst>
                  <a:ext uri="{FF2B5EF4-FFF2-40B4-BE49-F238E27FC236}">
                    <a16:creationId xmlns:a16="http://schemas.microsoft.com/office/drawing/2014/main" id="{7C2A54EB-039E-95F4-76D1-B08D3AD75684}"/>
                  </a:ext>
                </a:extLst>
              </p:cNvPr>
              <p:cNvSpPr/>
              <p:nvPr/>
            </p:nvSpPr>
            <p:spPr>
              <a:xfrm>
                <a:off x="9367591" y="5167790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15" name="Freeform: Shape 8114">
                <a:extLst>
                  <a:ext uri="{FF2B5EF4-FFF2-40B4-BE49-F238E27FC236}">
                    <a16:creationId xmlns:a16="http://schemas.microsoft.com/office/drawing/2014/main" id="{A2CA5E15-B9EB-45BF-9C2A-065481FB80E4}"/>
                  </a:ext>
                </a:extLst>
              </p:cNvPr>
              <p:cNvSpPr/>
              <p:nvPr/>
            </p:nvSpPr>
            <p:spPr>
              <a:xfrm>
                <a:off x="9368752" y="5167965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16" name="Freeform: Shape 8115">
                <a:extLst>
                  <a:ext uri="{FF2B5EF4-FFF2-40B4-BE49-F238E27FC236}">
                    <a16:creationId xmlns:a16="http://schemas.microsoft.com/office/drawing/2014/main" id="{1287FD7D-FA96-8382-3CBB-BF42C1066B07}"/>
                  </a:ext>
                </a:extLst>
              </p:cNvPr>
              <p:cNvSpPr/>
              <p:nvPr/>
            </p:nvSpPr>
            <p:spPr>
              <a:xfrm>
                <a:off x="9370100" y="5168473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17" name="Freeform: Shape 8116">
                <a:extLst>
                  <a:ext uri="{FF2B5EF4-FFF2-40B4-BE49-F238E27FC236}">
                    <a16:creationId xmlns:a16="http://schemas.microsoft.com/office/drawing/2014/main" id="{961A151E-2F8B-577B-AB38-7A6744D33E34}"/>
                  </a:ext>
                </a:extLst>
              </p:cNvPr>
              <p:cNvSpPr/>
              <p:nvPr/>
            </p:nvSpPr>
            <p:spPr>
              <a:xfrm>
                <a:off x="9371313" y="5168777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4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18" name="Freeform: Shape 8117">
                <a:extLst>
                  <a:ext uri="{FF2B5EF4-FFF2-40B4-BE49-F238E27FC236}">
                    <a16:creationId xmlns:a16="http://schemas.microsoft.com/office/drawing/2014/main" id="{3BA01BDA-ABFD-19FD-1041-FB8EAAF3E9F1}"/>
                  </a:ext>
                </a:extLst>
              </p:cNvPr>
              <p:cNvSpPr/>
              <p:nvPr/>
            </p:nvSpPr>
            <p:spPr>
              <a:xfrm>
                <a:off x="9372207" y="5168548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4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19" name="Freeform: Shape 8118">
                <a:extLst>
                  <a:ext uri="{FF2B5EF4-FFF2-40B4-BE49-F238E27FC236}">
                    <a16:creationId xmlns:a16="http://schemas.microsoft.com/office/drawing/2014/main" id="{6D17BDC1-5D3A-40E3-F0E5-3B243EBBB916}"/>
                  </a:ext>
                </a:extLst>
              </p:cNvPr>
              <p:cNvSpPr/>
              <p:nvPr/>
            </p:nvSpPr>
            <p:spPr>
              <a:xfrm>
                <a:off x="9373410" y="5168870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20" name="Freeform: Shape 8119">
                <a:extLst>
                  <a:ext uri="{FF2B5EF4-FFF2-40B4-BE49-F238E27FC236}">
                    <a16:creationId xmlns:a16="http://schemas.microsoft.com/office/drawing/2014/main" id="{558E6091-F1DB-ACB6-A7FB-30765D689F3D}"/>
                  </a:ext>
                </a:extLst>
              </p:cNvPr>
              <p:cNvSpPr/>
              <p:nvPr/>
            </p:nvSpPr>
            <p:spPr>
              <a:xfrm>
                <a:off x="9374179" y="5168436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21" name="Freeform: Shape 8120">
                <a:extLst>
                  <a:ext uri="{FF2B5EF4-FFF2-40B4-BE49-F238E27FC236}">
                    <a16:creationId xmlns:a16="http://schemas.microsoft.com/office/drawing/2014/main" id="{82689CF4-30FC-D215-42C1-0301FFDADA61}"/>
                  </a:ext>
                </a:extLst>
              </p:cNvPr>
              <p:cNvSpPr/>
              <p:nvPr/>
            </p:nvSpPr>
            <p:spPr>
              <a:xfrm>
                <a:off x="9375041" y="5168172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22" name="Freeform: Shape 8121">
                <a:extLst>
                  <a:ext uri="{FF2B5EF4-FFF2-40B4-BE49-F238E27FC236}">
                    <a16:creationId xmlns:a16="http://schemas.microsoft.com/office/drawing/2014/main" id="{1C8643AB-9D9E-F5AB-B755-BDE95928C209}"/>
                  </a:ext>
                </a:extLst>
              </p:cNvPr>
              <p:cNvSpPr/>
              <p:nvPr/>
            </p:nvSpPr>
            <p:spPr>
              <a:xfrm>
                <a:off x="9376679" y="5169345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7" y="6479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7" y="133"/>
                      <a:pt x="3405" y="133"/>
                    </a:cubicBezTo>
                    <a:cubicBezTo>
                      <a:pt x="2564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23" name="Freeform: Shape 8122">
                <a:extLst>
                  <a:ext uri="{FF2B5EF4-FFF2-40B4-BE49-F238E27FC236}">
                    <a16:creationId xmlns:a16="http://schemas.microsoft.com/office/drawing/2014/main" id="{D0CCCAFD-6EBC-22B7-8A5C-68FD4BEF83F3}"/>
                  </a:ext>
                </a:extLst>
              </p:cNvPr>
              <p:cNvSpPr/>
              <p:nvPr/>
            </p:nvSpPr>
            <p:spPr>
              <a:xfrm>
                <a:off x="9308452" y="5039855"/>
                <a:ext cx="6343" cy="6345"/>
              </a:xfrm>
              <a:custGeom>
                <a:avLst/>
                <a:gdLst>
                  <a:gd name="connsiteX0" fmla="*/ 3400 w 6343"/>
                  <a:gd name="connsiteY0" fmla="*/ 6468 h 6345"/>
                  <a:gd name="connsiteX1" fmla="*/ 5643 w 6343"/>
                  <a:gd name="connsiteY1" fmla="*/ 5539 h 6345"/>
                  <a:gd name="connsiteX2" fmla="*/ 6572 w 6343"/>
                  <a:gd name="connsiteY2" fmla="*/ 3296 h 6345"/>
                  <a:gd name="connsiteX3" fmla="*/ 5643 w 6343"/>
                  <a:gd name="connsiteY3" fmla="*/ 1052 h 6345"/>
                  <a:gd name="connsiteX4" fmla="*/ 3400 w 6343"/>
                  <a:gd name="connsiteY4" fmla="*/ 123 h 6345"/>
                  <a:gd name="connsiteX5" fmla="*/ 1157 w 6343"/>
                  <a:gd name="connsiteY5" fmla="*/ 1052 h 6345"/>
                  <a:gd name="connsiteX6" fmla="*/ 229 w 6343"/>
                  <a:gd name="connsiteY6" fmla="*/ 3296 h 6345"/>
                  <a:gd name="connsiteX7" fmla="*/ 1157 w 6343"/>
                  <a:gd name="connsiteY7" fmla="*/ 5539 h 6345"/>
                  <a:gd name="connsiteX8" fmla="*/ 340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8"/>
                    </a:moveTo>
                    <a:cubicBezTo>
                      <a:pt x="4241" y="6468"/>
                      <a:pt x="5048" y="6134"/>
                      <a:pt x="5643" y="5539"/>
                    </a:cubicBezTo>
                    <a:cubicBezTo>
                      <a:pt x="6237" y="4944"/>
                      <a:pt x="6572" y="4137"/>
                      <a:pt x="6572" y="3296"/>
                    </a:cubicBezTo>
                    <a:cubicBezTo>
                      <a:pt x="6572" y="2454"/>
                      <a:pt x="6237" y="1647"/>
                      <a:pt x="5643" y="1052"/>
                    </a:cubicBezTo>
                    <a:cubicBezTo>
                      <a:pt x="5048" y="457"/>
                      <a:pt x="4241" y="123"/>
                      <a:pt x="3400" y="123"/>
                    </a:cubicBezTo>
                    <a:cubicBezTo>
                      <a:pt x="2559" y="123"/>
                      <a:pt x="1752" y="457"/>
                      <a:pt x="1157" y="1052"/>
                    </a:cubicBezTo>
                    <a:cubicBezTo>
                      <a:pt x="563" y="1647"/>
                      <a:pt x="229" y="2454"/>
                      <a:pt x="229" y="3296"/>
                    </a:cubicBezTo>
                    <a:cubicBezTo>
                      <a:pt x="229" y="4137"/>
                      <a:pt x="563" y="4944"/>
                      <a:pt x="1157" y="5539"/>
                    </a:cubicBezTo>
                    <a:cubicBezTo>
                      <a:pt x="1752" y="6134"/>
                      <a:pt x="2559" y="6468"/>
                      <a:pt x="340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24" name="Freeform: Shape 8123">
                <a:extLst>
                  <a:ext uri="{FF2B5EF4-FFF2-40B4-BE49-F238E27FC236}">
                    <a16:creationId xmlns:a16="http://schemas.microsoft.com/office/drawing/2014/main" id="{9C766799-1A81-0C8F-40B3-AB16A04E1978}"/>
                  </a:ext>
                </a:extLst>
              </p:cNvPr>
              <p:cNvSpPr/>
              <p:nvPr/>
            </p:nvSpPr>
            <p:spPr>
              <a:xfrm>
                <a:off x="9310247" y="5039469"/>
                <a:ext cx="6343" cy="6345"/>
              </a:xfrm>
              <a:custGeom>
                <a:avLst/>
                <a:gdLst>
                  <a:gd name="connsiteX0" fmla="*/ 3400 w 6343"/>
                  <a:gd name="connsiteY0" fmla="*/ 6468 h 6345"/>
                  <a:gd name="connsiteX1" fmla="*/ 5643 w 6343"/>
                  <a:gd name="connsiteY1" fmla="*/ 5539 h 6345"/>
                  <a:gd name="connsiteX2" fmla="*/ 6572 w 6343"/>
                  <a:gd name="connsiteY2" fmla="*/ 3296 h 6345"/>
                  <a:gd name="connsiteX3" fmla="*/ 5643 w 6343"/>
                  <a:gd name="connsiteY3" fmla="*/ 1052 h 6345"/>
                  <a:gd name="connsiteX4" fmla="*/ 3400 w 6343"/>
                  <a:gd name="connsiteY4" fmla="*/ 123 h 6345"/>
                  <a:gd name="connsiteX5" fmla="*/ 1158 w 6343"/>
                  <a:gd name="connsiteY5" fmla="*/ 1052 h 6345"/>
                  <a:gd name="connsiteX6" fmla="*/ 229 w 6343"/>
                  <a:gd name="connsiteY6" fmla="*/ 3296 h 6345"/>
                  <a:gd name="connsiteX7" fmla="*/ 1158 w 6343"/>
                  <a:gd name="connsiteY7" fmla="*/ 5539 h 6345"/>
                  <a:gd name="connsiteX8" fmla="*/ 340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8"/>
                    </a:moveTo>
                    <a:cubicBezTo>
                      <a:pt x="4241" y="6468"/>
                      <a:pt x="5048" y="6134"/>
                      <a:pt x="5643" y="5539"/>
                    </a:cubicBezTo>
                    <a:cubicBezTo>
                      <a:pt x="6238" y="4944"/>
                      <a:pt x="6572" y="4137"/>
                      <a:pt x="6572" y="3296"/>
                    </a:cubicBezTo>
                    <a:cubicBezTo>
                      <a:pt x="6572" y="2454"/>
                      <a:pt x="6238" y="1647"/>
                      <a:pt x="5643" y="1052"/>
                    </a:cubicBezTo>
                    <a:cubicBezTo>
                      <a:pt x="5048" y="457"/>
                      <a:pt x="4241" y="123"/>
                      <a:pt x="3400" y="123"/>
                    </a:cubicBezTo>
                    <a:cubicBezTo>
                      <a:pt x="2559" y="123"/>
                      <a:pt x="1752" y="457"/>
                      <a:pt x="1158" y="1052"/>
                    </a:cubicBezTo>
                    <a:cubicBezTo>
                      <a:pt x="563" y="1647"/>
                      <a:pt x="229" y="2454"/>
                      <a:pt x="229" y="3296"/>
                    </a:cubicBezTo>
                    <a:cubicBezTo>
                      <a:pt x="229" y="4137"/>
                      <a:pt x="563" y="4944"/>
                      <a:pt x="1158" y="5539"/>
                    </a:cubicBezTo>
                    <a:cubicBezTo>
                      <a:pt x="1752" y="6134"/>
                      <a:pt x="2559" y="6468"/>
                      <a:pt x="340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25" name="Freeform: Shape 8124">
                <a:extLst>
                  <a:ext uri="{FF2B5EF4-FFF2-40B4-BE49-F238E27FC236}">
                    <a16:creationId xmlns:a16="http://schemas.microsoft.com/office/drawing/2014/main" id="{17910D2D-97B9-07E8-B058-E84D86DA80E8}"/>
                  </a:ext>
                </a:extLst>
              </p:cNvPr>
              <p:cNvSpPr/>
              <p:nvPr/>
            </p:nvSpPr>
            <p:spPr>
              <a:xfrm>
                <a:off x="9312157" y="5039317"/>
                <a:ext cx="6343" cy="6345"/>
              </a:xfrm>
              <a:custGeom>
                <a:avLst/>
                <a:gdLst>
                  <a:gd name="connsiteX0" fmla="*/ 3400 w 6343"/>
                  <a:gd name="connsiteY0" fmla="*/ 6468 h 6345"/>
                  <a:gd name="connsiteX1" fmla="*/ 5643 w 6343"/>
                  <a:gd name="connsiteY1" fmla="*/ 5539 h 6345"/>
                  <a:gd name="connsiteX2" fmla="*/ 6572 w 6343"/>
                  <a:gd name="connsiteY2" fmla="*/ 3296 h 6345"/>
                  <a:gd name="connsiteX3" fmla="*/ 5643 w 6343"/>
                  <a:gd name="connsiteY3" fmla="*/ 1052 h 6345"/>
                  <a:gd name="connsiteX4" fmla="*/ 3400 w 6343"/>
                  <a:gd name="connsiteY4" fmla="*/ 123 h 6345"/>
                  <a:gd name="connsiteX5" fmla="*/ 1158 w 6343"/>
                  <a:gd name="connsiteY5" fmla="*/ 1052 h 6345"/>
                  <a:gd name="connsiteX6" fmla="*/ 229 w 6343"/>
                  <a:gd name="connsiteY6" fmla="*/ 3296 h 6345"/>
                  <a:gd name="connsiteX7" fmla="*/ 1158 w 6343"/>
                  <a:gd name="connsiteY7" fmla="*/ 5539 h 6345"/>
                  <a:gd name="connsiteX8" fmla="*/ 340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8"/>
                    </a:moveTo>
                    <a:cubicBezTo>
                      <a:pt x="4242" y="6468"/>
                      <a:pt x="5048" y="6134"/>
                      <a:pt x="5643" y="5539"/>
                    </a:cubicBezTo>
                    <a:cubicBezTo>
                      <a:pt x="6238" y="4944"/>
                      <a:pt x="6572" y="4137"/>
                      <a:pt x="6572" y="3296"/>
                    </a:cubicBezTo>
                    <a:cubicBezTo>
                      <a:pt x="6572" y="2454"/>
                      <a:pt x="6238" y="1647"/>
                      <a:pt x="5643" y="1052"/>
                    </a:cubicBezTo>
                    <a:cubicBezTo>
                      <a:pt x="5048" y="457"/>
                      <a:pt x="4242" y="123"/>
                      <a:pt x="3400" y="123"/>
                    </a:cubicBezTo>
                    <a:cubicBezTo>
                      <a:pt x="2559" y="123"/>
                      <a:pt x="1753" y="457"/>
                      <a:pt x="1158" y="1052"/>
                    </a:cubicBezTo>
                    <a:cubicBezTo>
                      <a:pt x="563" y="1647"/>
                      <a:pt x="229" y="2454"/>
                      <a:pt x="229" y="3296"/>
                    </a:cubicBezTo>
                    <a:cubicBezTo>
                      <a:pt x="229" y="4137"/>
                      <a:pt x="563" y="4944"/>
                      <a:pt x="1158" y="5539"/>
                    </a:cubicBezTo>
                    <a:cubicBezTo>
                      <a:pt x="1753" y="6134"/>
                      <a:pt x="2559" y="6468"/>
                      <a:pt x="340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26" name="Freeform: Shape 8125">
                <a:extLst>
                  <a:ext uri="{FF2B5EF4-FFF2-40B4-BE49-F238E27FC236}">
                    <a16:creationId xmlns:a16="http://schemas.microsoft.com/office/drawing/2014/main" id="{6E6CC268-51B0-4574-B0CD-EA927BD80DD7}"/>
                  </a:ext>
                </a:extLst>
              </p:cNvPr>
              <p:cNvSpPr/>
              <p:nvPr/>
            </p:nvSpPr>
            <p:spPr>
              <a:xfrm>
                <a:off x="9314006" y="5039068"/>
                <a:ext cx="6343" cy="6345"/>
              </a:xfrm>
              <a:custGeom>
                <a:avLst/>
                <a:gdLst>
                  <a:gd name="connsiteX0" fmla="*/ 3401 w 6343"/>
                  <a:gd name="connsiteY0" fmla="*/ 6468 h 6345"/>
                  <a:gd name="connsiteX1" fmla="*/ 5643 w 6343"/>
                  <a:gd name="connsiteY1" fmla="*/ 5539 h 6345"/>
                  <a:gd name="connsiteX2" fmla="*/ 6572 w 6343"/>
                  <a:gd name="connsiteY2" fmla="*/ 3296 h 6345"/>
                  <a:gd name="connsiteX3" fmla="*/ 5643 w 6343"/>
                  <a:gd name="connsiteY3" fmla="*/ 1052 h 6345"/>
                  <a:gd name="connsiteX4" fmla="*/ 3401 w 6343"/>
                  <a:gd name="connsiteY4" fmla="*/ 123 h 6345"/>
                  <a:gd name="connsiteX5" fmla="*/ 1158 w 6343"/>
                  <a:gd name="connsiteY5" fmla="*/ 1052 h 6345"/>
                  <a:gd name="connsiteX6" fmla="*/ 229 w 6343"/>
                  <a:gd name="connsiteY6" fmla="*/ 3296 h 6345"/>
                  <a:gd name="connsiteX7" fmla="*/ 1158 w 6343"/>
                  <a:gd name="connsiteY7" fmla="*/ 5539 h 6345"/>
                  <a:gd name="connsiteX8" fmla="*/ 3401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68"/>
                    </a:moveTo>
                    <a:cubicBezTo>
                      <a:pt x="4242" y="6468"/>
                      <a:pt x="5048" y="6134"/>
                      <a:pt x="5643" y="5539"/>
                    </a:cubicBezTo>
                    <a:cubicBezTo>
                      <a:pt x="6238" y="4944"/>
                      <a:pt x="6572" y="4137"/>
                      <a:pt x="6572" y="3296"/>
                    </a:cubicBezTo>
                    <a:cubicBezTo>
                      <a:pt x="6572" y="2454"/>
                      <a:pt x="6238" y="1647"/>
                      <a:pt x="5643" y="1052"/>
                    </a:cubicBezTo>
                    <a:cubicBezTo>
                      <a:pt x="5048" y="457"/>
                      <a:pt x="4242" y="123"/>
                      <a:pt x="3401" y="123"/>
                    </a:cubicBezTo>
                    <a:cubicBezTo>
                      <a:pt x="2559" y="123"/>
                      <a:pt x="1753" y="457"/>
                      <a:pt x="1158" y="1052"/>
                    </a:cubicBezTo>
                    <a:cubicBezTo>
                      <a:pt x="563" y="1647"/>
                      <a:pt x="229" y="2454"/>
                      <a:pt x="229" y="3296"/>
                    </a:cubicBezTo>
                    <a:cubicBezTo>
                      <a:pt x="229" y="4137"/>
                      <a:pt x="563" y="4944"/>
                      <a:pt x="1158" y="5539"/>
                    </a:cubicBezTo>
                    <a:cubicBezTo>
                      <a:pt x="1753" y="6134"/>
                      <a:pt x="2559" y="6468"/>
                      <a:pt x="3401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27" name="Freeform: Shape 8126">
                <a:extLst>
                  <a:ext uri="{FF2B5EF4-FFF2-40B4-BE49-F238E27FC236}">
                    <a16:creationId xmlns:a16="http://schemas.microsoft.com/office/drawing/2014/main" id="{E3AFFC2E-C7F4-7201-C5CA-DEA0DBBEE8FF}"/>
                  </a:ext>
                </a:extLst>
              </p:cNvPr>
              <p:cNvSpPr/>
              <p:nvPr/>
            </p:nvSpPr>
            <p:spPr>
              <a:xfrm>
                <a:off x="9316248" y="5039614"/>
                <a:ext cx="6343" cy="6345"/>
              </a:xfrm>
              <a:custGeom>
                <a:avLst/>
                <a:gdLst>
                  <a:gd name="connsiteX0" fmla="*/ 3401 w 6343"/>
                  <a:gd name="connsiteY0" fmla="*/ 6468 h 6345"/>
                  <a:gd name="connsiteX1" fmla="*/ 5643 w 6343"/>
                  <a:gd name="connsiteY1" fmla="*/ 5539 h 6345"/>
                  <a:gd name="connsiteX2" fmla="*/ 6572 w 6343"/>
                  <a:gd name="connsiteY2" fmla="*/ 3296 h 6345"/>
                  <a:gd name="connsiteX3" fmla="*/ 5643 w 6343"/>
                  <a:gd name="connsiteY3" fmla="*/ 1052 h 6345"/>
                  <a:gd name="connsiteX4" fmla="*/ 3401 w 6343"/>
                  <a:gd name="connsiteY4" fmla="*/ 123 h 6345"/>
                  <a:gd name="connsiteX5" fmla="*/ 1158 w 6343"/>
                  <a:gd name="connsiteY5" fmla="*/ 1052 h 6345"/>
                  <a:gd name="connsiteX6" fmla="*/ 229 w 6343"/>
                  <a:gd name="connsiteY6" fmla="*/ 3296 h 6345"/>
                  <a:gd name="connsiteX7" fmla="*/ 1158 w 6343"/>
                  <a:gd name="connsiteY7" fmla="*/ 5539 h 6345"/>
                  <a:gd name="connsiteX8" fmla="*/ 3401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68"/>
                    </a:moveTo>
                    <a:cubicBezTo>
                      <a:pt x="4242" y="6468"/>
                      <a:pt x="5049" y="6134"/>
                      <a:pt x="5643" y="5539"/>
                    </a:cubicBezTo>
                    <a:cubicBezTo>
                      <a:pt x="6238" y="4944"/>
                      <a:pt x="6572" y="4137"/>
                      <a:pt x="6572" y="3296"/>
                    </a:cubicBezTo>
                    <a:cubicBezTo>
                      <a:pt x="6572" y="2454"/>
                      <a:pt x="6238" y="1647"/>
                      <a:pt x="5643" y="1052"/>
                    </a:cubicBezTo>
                    <a:cubicBezTo>
                      <a:pt x="5049" y="457"/>
                      <a:pt x="4242" y="123"/>
                      <a:pt x="3401" y="123"/>
                    </a:cubicBezTo>
                    <a:cubicBezTo>
                      <a:pt x="2560" y="123"/>
                      <a:pt x="1753" y="457"/>
                      <a:pt x="1158" y="1052"/>
                    </a:cubicBezTo>
                    <a:cubicBezTo>
                      <a:pt x="563" y="1647"/>
                      <a:pt x="229" y="2454"/>
                      <a:pt x="229" y="3296"/>
                    </a:cubicBezTo>
                    <a:cubicBezTo>
                      <a:pt x="229" y="4137"/>
                      <a:pt x="563" y="4944"/>
                      <a:pt x="1158" y="5539"/>
                    </a:cubicBezTo>
                    <a:cubicBezTo>
                      <a:pt x="1753" y="6134"/>
                      <a:pt x="2560" y="6468"/>
                      <a:pt x="3401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28" name="Freeform: Shape 8127">
                <a:extLst>
                  <a:ext uri="{FF2B5EF4-FFF2-40B4-BE49-F238E27FC236}">
                    <a16:creationId xmlns:a16="http://schemas.microsoft.com/office/drawing/2014/main" id="{BE56F771-8D33-766C-0274-0235754E007E}"/>
                  </a:ext>
                </a:extLst>
              </p:cNvPr>
              <p:cNvSpPr/>
              <p:nvPr/>
            </p:nvSpPr>
            <p:spPr>
              <a:xfrm>
                <a:off x="9389630" y="517269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29" name="Freeform: Shape 8128">
                <a:extLst>
                  <a:ext uri="{FF2B5EF4-FFF2-40B4-BE49-F238E27FC236}">
                    <a16:creationId xmlns:a16="http://schemas.microsoft.com/office/drawing/2014/main" id="{74D70DFF-E09F-76BC-4289-22F6672ECD5A}"/>
                  </a:ext>
                </a:extLst>
              </p:cNvPr>
              <p:cNvSpPr/>
              <p:nvPr/>
            </p:nvSpPr>
            <p:spPr>
              <a:xfrm>
                <a:off x="9390122" y="517178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50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50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30" name="Freeform: Shape 8129">
                <a:extLst>
                  <a:ext uri="{FF2B5EF4-FFF2-40B4-BE49-F238E27FC236}">
                    <a16:creationId xmlns:a16="http://schemas.microsoft.com/office/drawing/2014/main" id="{3EBAF4A3-0E5F-E456-3A5A-3C34FB23853F}"/>
                  </a:ext>
                </a:extLst>
              </p:cNvPr>
              <p:cNvSpPr/>
              <p:nvPr/>
            </p:nvSpPr>
            <p:spPr>
              <a:xfrm>
                <a:off x="9390898" y="517151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31" name="Freeform: Shape 8130">
                <a:extLst>
                  <a:ext uri="{FF2B5EF4-FFF2-40B4-BE49-F238E27FC236}">
                    <a16:creationId xmlns:a16="http://schemas.microsoft.com/office/drawing/2014/main" id="{889B7E00-0F5B-6EA0-B846-7B1D6D797DA8}"/>
                  </a:ext>
                </a:extLst>
              </p:cNvPr>
              <p:cNvSpPr/>
              <p:nvPr/>
            </p:nvSpPr>
            <p:spPr>
              <a:xfrm>
                <a:off x="9391403" y="517061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32" name="Freeform: Shape 8131">
                <a:extLst>
                  <a:ext uri="{FF2B5EF4-FFF2-40B4-BE49-F238E27FC236}">
                    <a16:creationId xmlns:a16="http://schemas.microsoft.com/office/drawing/2014/main" id="{81D7038C-D51C-9008-BDC7-2071E2295590}"/>
                  </a:ext>
                </a:extLst>
              </p:cNvPr>
              <p:cNvSpPr/>
              <p:nvPr/>
            </p:nvSpPr>
            <p:spPr>
              <a:xfrm>
                <a:off x="9392088" y="517011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33" name="Freeform: Shape 8132">
                <a:extLst>
                  <a:ext uri="{FF2B5EF4-FFF2-40B4-BE49-F238E27FC236}">
                    <a16:creationId xmlns:a16="http://schemas.microsoft.com/office/drawing/2014/main" id="{4DCF3D80-84E6-DA3A-A683-35BD4DB8523D}"/>
                  </a:ext>
                </a:extLst>
              </p:cNvPr>
              <p:cNvSpPr/>
              <p:nvPr/>
            </p:nvSpPr>
            <p:spPr>
              <a:xfrm>
                <a:off x="9392322" y="516852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34" name="Freeform: Shape 8133">
                <a:extLst>
                  <a:ext uri="{FF2B5EF4-FFF2-40B4-BE49-F238E27FC236}">
                    <a16:creationId xmlns:a16="http://schemas.microsoft.com/office/drawing/2014/main" id="{313D1803-C3B7-50B5-E502-312D8B7A43E8}"/>
                  </a:ext>
                </a:extLst>
              </p:cNvPr>
              <p:cNvSpPr/>
              <p:nvPr/>
            </p:nvSpPr>
            <p:spPr>
              <a:xfrm>
                <a:off x="9394107" y="517069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35" name="Freeform: Shape 8134">
                <a:extLst>
                  <a:ext uri="{FF2B5EF4-FFF2-40B4-BE49-F238E27FC236}">
                    <a16:creationId xmlns:a16="http://schemas.microsoft.com/office/drawing/2014/main" id="{C1C380BA-BBAF-0F10-224E-7B1AFDAD3742}"/>
                  </a:ext>
                </a:extLst>
              </p:cNvPr>
              <p:cNvSpPr/>
              <p:nvPr/>
            </p:nvSpPr>
            <p:spPr>
              <a:xfrm>
                <a:off x="9394888" y="517045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7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36" name="Freeform: Shape 8135">
                <a:extLst>
                  <a:ext uri="{FF2B5EF4-FFF2-40B4-BE49-F238E27FC236}">
                    <a16:creationId xmlns:a16="http://schemas.microsoft.com/office/drawing/2014/main" id="{E504721C-EE64-7912-27AD-62EA468DD6E3}"/>
                  </a:ext>
                </a:extLst>
              </p:cNvPr>
              <p:cNvSpPr/>
              <p:nvPr/>
            </p:nvSpPr>
            <p:spPr>
              <a:xfrm>
                <a:off x="9395692" y="517026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70" y="1657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37" name="Freeform: Shape 8136">
                <a:extLst>
                  <a:ext uri="{FF2B5EF4-FFF2-40B4-BE49-F238E27FC236}">
                    <a16:creationId xmlns:a16="http://schemas.microsoft.com/office/drawing/2014/main" id="{A6D9D2DB-A8CB-026C-9537-ACD47FD25FEE}"/>
                  </a:ext>
                </a:extLst>
              </p:cNvPr>
              <p:cNvSpPr/>
              <p:nvPr/>
            </p:nvSpPr>
            <p:spPr>
              <a:xfrm>
                <a:off x="9396475" y="517002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70" y="1657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38" name="Freeform: Shape 8137">
                <a:extLst>
                  <a:ext uri="{FF2B5EF4-FFF2-40B4-BE49-F238E27FC236}">
                    <a16:creationId xmlns:a16="http://schemas.microsoft.com/office/drawing/2014/main" id="{3C087B67-885D-5874-BB37-6B3089EB5974}"/>
                  </a:ext>
                </a:extLst>
              </p:cNvPr>
              <p:cNvSpPr/>
              <p:nvPr/>
            </p:nvSpPr>
            <p:spPr>
              <a:xfrm>
                <a:off x="9397280" y="516985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39" name="Freeform: Shape 8138">
                <a:extLst>
                  <a:ext uri="{FF2B5EF4-FFF2-40B4-BE49-F238E27FC236}">
                    <a16:creationId xmlns:a16="http://schemas.microsoft.com/office/drawing/2014/main" id="{0A251B2D-44AB-2589-F1E7-C279C32A5507}"/>
                  </a:ext>
                </a:extLst>
              </p:cNvPr>
              <p:cNvSpPr/>
              <p:nvPr/>
            </p:nvSpPr>
            <p:spPr>
              <a:xfrm>
                <a:off x="9398239" y="517009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40" name="Freeform: Shape 8139">
                <a:extLst>
                  <a:ext uri="{FF2B5EF4-FFF2-40B4-BE49-F238E27FC236}">
                    <a16:creationId xmlns:a16="http://schemas.microsoft.com/office/drawing/2014/main" id="{AC818204-A702-42BC-DE78-0C098626AA41}"/>
                  </a:ext>
                </a:extLst>
              </p:cNvPr>
              <p:cNvSpPr/>
              <p:nvPr/>
            </p:nvSpPr>
            <p:spPr>
              <a:xfrm>
                <a:off x="9399150" y="517022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41" name="Freeform: Shape 8140">
                <a:extLst>
                  <a:ext uri="{FF2B5EF4-FFF2-40B4-BE49-F238E27FC236}">
                    <a16:creationId xmlns:a16="http://schemas.microsoft.com/office/drawing/2014/main" id="{6C0C6CB3-8105-0DC0-AD9D-731CC25C42F7}"/>
                  </a:ext>
                </a:extLst>
              </p:cNvPr>
              <p:cNvSpPr/>
              <p:nvPr/>
            </p:nvSpPr>
            <p:spPr>
              <a:xfrm>
                <a:off x="9400016" y="517024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42" name="Freeform: Shape 8141">
                <a:extLst>
                  <a:ext uri="{FF2B5EF4-FFF2-40B4-BE49-F238E27FC236}">
                    <a16:creationId xmlns:a16="http://schemas.microsoft.com/office/drawing/2014/main" id="{7B229FF7-32CF-567F-5904-4FC43EF93E74}"/>
                  </a:ext>
                </a:extLst>
              </p:cNvPr>
              <p:cNvSpPr/>
              <p:nvPr/>
            </p:nvSpPr>
            <p:spPr>
              <a:xfrm>
                <a:off x="9400900" y="517032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43" name="Freeform: Shape 8142">
                <a:extLst>
                  <a:ext uri="{FF2B5EF4-FFF2-40B4-BE49-F238E27FC236}">
                    <a16:creationId xmlns:a16="http://schemas.microsoft.com/office/drawing/2014/main" id="{CA373ADA-8BA2-F4FF-BB54-2685BA2D4B9E}"/>
                  </a:ext>
                </a:extLst>
              </p:cNvPr>
              <p:cNvSpPr/>
              <p:nvPr/>
            </p:nvSpPr>
            <p:spPr>
              <a:xfrm>
                <a:off x="9401720" y="517024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44" name="Freeform: Shape 8143">
                <a:extLst>
                  <a:ext uri="{FF2B5EF4-FFF2-40B4-BE49-F238E27FC236}">
                    <a16:creationId xmlns:a16="http://schemas.microsoft.com/office/drawing/2014/main" id="{4E9B3ABE-388B-DCF1-7A03-11F79CA191C0}"/>
                  </a:ext>
                </a:extLst>
              </p:cNvPr>
              <p:cNvSpPr/>
              <p:nvPr/>
            </p:nvSpPr>
            <p:spPr>
              <a:xfrm>
                <a:off x="9402540" y="517016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45" name="Freeform: Shape 8144">
                <a:extLst>
                  <a:ext uri="{FF2B5EF4-FFF2-40B4-BE49-F238E27FC236}">
                    <a16:creationId xmlns:a16="http://schemas.microsoft.com/office/drawing/2014/main" id="{2AAA941A-1446-98D2-6CE8-FBA7ED90C613}"/>
                  </a:ext>
                </a:extLst>
              </p:cNvPr>
              <p:cNvSpPr/>
              <p:nvPr/>
            </p:nvSpPr>
            <p:spPr>
              <a:xfrm>
                <a:off x="9403360" y="5170085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46" name="Freeform: Shape 8145">
                <a:extLst>
                  <a:ext uri="{FF2B5EF4-FFF2-40B4-BE49-F238E27FC236}">
                    <a16:creationId xmlns:a16="http://schemas.microsoft.com/office/drawing/2014/main" id="{51202421-DD37-89A8-FAAB-77467DA3B2A4}"/>
                  </a:ext>
                </a:extLst>
              </p:cNvPr>
              <p:cNvSpPr/>
              <p:nvPr/>
            </p:nvSpPr>
            <p:spPr>
              <a:xfrm>
                <a:off x="9404178" y="517001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47" name="Freeform: Shape 8146">
                <a:extLst>
                  <a:ext uri="{FF2B5EF4-FFF2-40B4-BE49-F238E27FC236}">
                    <a16:creationId xmlns:a16="http://schemas.microsoft.com/office/drawing/2014/main" id="{A0458688-63E1-3FC5-980F-C4EF0027D012}"/>
                  </a:ext>
                </a:extLst>
              </p:cNvPr>
              <p:cNvSpPr/>
              <p:nvPr/>
            </p:nvSpPr>
            <p:spPr>
              <a:xfrm>
                <a:off x="9404694" y="516899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48" name="Freeform: Shape 8147">
                <a:extLst>
                  <a:ext uri="{FF2B5EF4-FFF2-40B4-BE49-F238E27FC236}">
                    <a16:creationId xmlns:a16="http://schemas.microsoft.com/office/drawing/2014/main" id="{46A3E91A-31F3-573B-F929-0D228140DA64}"/>
                  </a:ext>
                </a:extLst>
              </p:cNvPr>
              <p:cNvSpPr/>
              <p:nvPr/>
            </p:nvSpPr>
            <p:spPr>
              <a:xfrm>
                <a:off x="9406388" y="517174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49" name="Freeform: Shape 8148">
                <a:extLst>
                  <a:ext uri="{FF2B5EF4-FFF2-40B4-BE49-F238E27FC236}">
                    <a16:creationId xmlns:a16="http://schemas.microsoft.com/office/drawing/2014/main" id="{C2DF60A5-6877-72E5-1047-228F60E3A720}"/>
                  </a:ext>
                </a:extLst>
              </p:cNvPr>
              <p:cNvSpPr/>
              <p:nvPr/>
            </p:nvSpPr>
            <p:spPr>
              <a:xfrm>
                <a:off x="9406466" y="5169295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50" name="Freeform: Shape 8149">
                <a:extLst>
                  <a:ext uri="{FF2B5EF4-FFF2-40B4-BE49-F238E27FC236}">
                    <a16:creationId xmlns:a16="http://schemas.microsoft.com/office/drawing/2014/main" id="{28C86222-FA8A-81DD-6230-4EF2CB3DED21}"/>
                  </a:ext>
                </a:extLst>
              </p:cNvPr>
              <p:cNvSpPr/>
              <p:nvPr/>
            </p:nvSpPr>
            <p:spPr>
              <a:xfrm>
                <a:off x="9408226" y="516962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51" name="Freeform: Shape 8150">
                <a:extLst>
                  <a:ext uri="{FF2B5EF4-FFF2-40B4-BE49-F238E27FC236}">
                    <a16:creationId xmlns:a16="http://schemas.microsoft.com/office/drawing/2014/main" id="{A9EB93A8-BE4F-8D35-9DF4-968A8D11AE21}"/>
                  </a:ext>
                </a:extLst>
              </p:cNvPr>
              <p:cNvSpPr/>
              <p:nvPr/>
            </p:nvSpPr>
            <p:spPr>
              <a:xfrm>
                <a:off x="9408819" y="516879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52" name="Freeform: Shape 8151">
                <a:extLst>
                  <a:ext uri="{FF2B5EF4-FFF2-40B4-BE49-F238E27FC236}">
                    <a16:creationId xmlns:a16="http://schemas.microsoft.com/office/drawing/2014/main" id="{C0B4DCA3-7575-8D2B-3F88-6EA5EF5B2BC5}"/>
                  </a:ext>
                </a:extLst>
              </p:cNvPr>
              <p:cNvSpPr/>
              <p:nvPr/>
            </p:nvSpPr>
            <p:spPr>
              <a:xfrm>
                <a:off x="9410272" y="517105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7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1" y="1658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53" name="Freeform: Shape 8152">
                <a:extLst>
                  <a:ext uri="{FF2B5EF4-FFF2-40B4-BE49-F238E27FC236}">
                    <a16:creationId xmlns:a16="http://schemas.microsoft.com/office/drawing/2014/main" id="{09BFC8C1-F785-D414-B704-2A3029EE3704}"/>
                  </a:ext>
                </a:extLst>
              </p:cNvPr>
              <p:cNvSpPr/>
              <p:nvPr/>
            </p:nvSpPr>
            <p:spPr>
              <a:xfrm>
                <a:off x="9411783" y="517064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6 w 6343"/>
                  <a:gd name="connsiteY5" fmla="*/ 1063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3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54" name="Freeform: Shape 8153">
                <a:extLst>
                  <a:ext uri="{FF2B5EF4-FFF2-40B4-BE49-F238E27FC236}">
                    <a16:creationId xmlns:a16="http://schemas.microsoft.com/office/drawing/2014/main" id="{A0C3D685-0E80-A381-FA84-B0F987B75203}"/>
                  </a:ext>
                </a:extLst>
              </p:cNvPr>
              <p:cNvSpPr/>
              <p:nvPr/>
            </p:nvSpPr>
            <p:spPr>
              <a:xfrm>
                <a:off x="9382205" y="5039551"/>
                <a:ext cx="6343" cy="6345"/>
              </a:xfrm>
              <a:custGeom>
                <a:avLst/>
                <a:gdLst>
                  <a:gd name="connsiteX0" fmla="*/ 3406 w 6343"/>
                  <a:gd name="connsiteY0" fmla="*/ 6468 h 6345"/>
                  <a:gd name="connsiteX1" fmla="*/ 5649 w 6343"/>
                  <a:gd name="connsiteY1" fmla="*/ 5539 h 6345"/>
                  <a:gd name="connsiteX2" fmla="*/ 6577 w 6343"/>
                  <a:gd name="connsiteY2" fmla="*/ 3296 h 6345"/>
                  <a:gd name="connsiteX3" fmla="*/ 5649 w 6343"/>
                  <a:gd name="connsiteY3" fmla="*/ 1052 h 6345"/>
                  <a:gd name="connsiteX4" fmla="*/ 3406 w 6343"/>
                  <a:gd name="connsiteY4" fmla="*/ 123 h 6345"/>
                  <a:gd name="connsiteX5" fmla="*/ 1163 w 6343"/>
                  <a:gd name="connsiteY5" fmla="*/ 1052 h 6345"/>
                  <a:gd name="connsiteX6" fmla="*/ 234 w 6343"/>
                  <a:gd name="connsiteY6" fmla="*/ 3296 h 6345"/>
                  <a:gd name="connsiteX7" fmla="*/ 1163 w 6343"/>
                  <a:gd name="connsiteY7" fmla="*/ 5539 h 6345"/>
                  <a:gd name="connsiteX8" fmla="*/ 340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8"/>
                    </a:moveTo>
                    <a:cubicBezTo>
                      <a:pt x="4247" y="6468"/>
                      <a:pt x="5054" y="6134"/>
                      <a:pt x="5649" y="5539"/>
                    </a:cubicBezTo>
                    <a:cubicBezTo>
                      <a:pt x="6243" y="4944"/>
                      <a:pt x="6577" y="4137"/>
                      <a:pt x="6577" y="3296"/>
                    </a:cubicBezTo>
                    <a:cubicBezTo>
                      <a:pt x="6577" y="2454"/>
                      <a:pt x="6243" y="1647"/>
                      <a:pt x="5649" y="1052"/>
                    </a:cubicBezTo>
                    <a:cubicBezTo>
                      <a:pt x="5054" y="457"/>
                      <a:pt x="4247" y="123"/>
                      <a:pt x="3406" y="123"/>
                    </a:cubicBezTo>
                    <a:cubicBezTo>
                      <a:pt x="2565" y="123"/>
                      <a:pt x="1758" y="457"/>
                      <a:pt x="1163" y="1052"/>
                    </a:cubicBezTo>
                    <a:cubicBezTo>
                      <a:pt x="569" y="1647"/>
                      <a:pt x="234" y="2454"/>
                      <a:pt x="234" y="3296"/>
                    </a:cubicBezTo>
                    <a:cubicBezTo>
                      <a:pt x="234" y="4137"/>
                      <a:pt x="569" y="4944"/>
                      <a:pt x="1163" y="5539"/>
                    </a:cubicBezTo>
                    <a:cubicBezTo>
                      <a:pt x="1758" y="6134"/>
                      <a:pt x="2565" y="6468"/>
                      <a:pt x="340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55" name="Freeform: Shape 8154">
                <a:extLst>
                  <a:ext uri="{FF2B5EF4-FFF2-40B4-BE49-F238E27FC236}">
                    <a16:creationId xmlns:a16="http://schemas.microsoft.com/office/drawing/2014/main" id="{0BDD72C5-FB30-7E28-20A8-AD2C7342CB59}"/>
                  </a:ext>
                </a:extLst>
              </p:cNvPr>
              <p:cNvSpPr/>
              <p:nvPr/>
            </p:nvSpPr>
            <p:spPr>
              <a:xfrm>
                <a:off x="9383883" y="5039661"/>
                <a:ext cx="6343" cy="6345"/>
              </a:xfrm>
              <a:custGeom>
                <a:avLst/>
                <a:gdLst>
                  <a:gd name="connsiteX0" fmla="*/ 3406 w 6343"/>
                  <a:gd name="connsiteY0" fmla="*/ 6468 h 6345"/>
                  <a:gd name="connsiteX1" fmla="*/ 5649 w 6343"/>
                  <a:gd name="connsiteY1" fmla="*/ 5539 h 6345"/>
                  <a:gd name="connsiteX2" fmla="*/ 6578 w 6343"/>
                  <a:gd name="connsiteY2" fmla="*/ 3296 h 6345"/>
                  <a:gd name="connsiteX3" fmla="*/ 5649 w 6343"/>
                  <a:gd name="connsiteY3" fmla="*/ 1052 h 6345"/>
                  <a:gd name="connsiteX4" fmla="*/ 3406 w 6343"/>
                  <a:gd name="connsiteY4" fmla="*/ 123 h 6345"/>
                  <a:gd name="connsiteX5" fmla="*/ 1163 w 6343"/>
                  <a:gd name="connsiteY5" fmla="*/ 1052 h 6345"/>
                  <a:gd name="connsiteX6" fmla="*/ 234 w 6343"/>
                  <a:gd name="connsiteY6" fmla="*/ 3296 h 6345"/>
                  <a:gd name="connsiteX7" fmla="*/ 1163 w 6343"/>
                  <a:gd name="connsiteY7" fmla="*/ 5539 h 6345"/>
                  <a:gd name="connsiteX8" fmla="*/ 340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8"/>
                    </a:moveTo>
                    <a:cubicBezTo>
                      <a:pt x="4247" y="6468"/>
                      <a:pt x="5054" y="6134"/>
                      <a:pt x="5649" y="5539"/>
                    </a:cubicBezTo>
                    <a:cubicBezTo>
                      <a:pt x="6243" y="4944"/>
                      <a:pt x="6578" y="4137"/>
                      <a:pt x="6578" y="3296"/>
                    </a:cubicBezTo>
                    <a:cubicBezTo>
                      <a:pt x="6578" y="2454"/>
                      <a:pt x="6243" y="1647"/>
                      <a:pt x="5649" y="1052"/>
                    </a:cubicBezTo>
                    <a:cubicBezTo>
                      <a:pt x="5054" y="457"/>
                      <a:pt x="4247" y="123"/>
                      <a:pt x="3406" y="123"/>
                    </a:cubicBezTo>
                    <a:cubicBezTo>
                      <a:pt x="2565" y="123"/>
                      <a:pt x="1758" y="457"/>
                      <a:pt x="1163" y="1052"/>
                    </a:cubicBezTo>
                    <a:cubicBezTo>
                      <a:pt x="569" y="1647"/>
                      <a:pt x="234" y="2454"/>
                      <a:pt x="234" y="3296"/>
                    </a:cubicBezTo>
                    <a:cubicBezTo>
                      <a:pt x="234" y="4137"/>
                      <a:pt x="569" y="4944"/>
                      <a:pt x="1163" y="5539"/>
                    </a:cubicBezTo>
                    <a:cubicBezTo>
                      <a:pt x="1758" y="6134"/>
                      <a:pt x="2565" y="6468"/>
                      <a:pt x="340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56" name="Freeform: Shape 8155">
                <a:extLst>
                  <a:ext uri="{FF2B5EF4-FFF2-40B4-BE49-F238E27FC236}">
                    <a16:creationId xmlns:a16="http://schemas.microsoft.com/office/drawing/2014/main" id="{9C2A457F-AABA-F92A-9E67-EDEFBAD09C5D}"/>
                  </a:ext>
                </a:extLst>
              </p:cNvPr>
              <p:cNvSpPr/>
              <p:nvPr/>
            </p:nvSpPr>
            <p:spPr>
              <a:xfrm>
                <a:off x="9385726" y="5040515"/>
                <a:ext cx="6343" cy="6345"/>
              </a:xfrm>
              <a:custGeom>
                <a:avLst/>
                <a:gdLst>
                  <a:gd name="connsiteX0" fmla="*/ 3406 w 6343"/>
                  <a:gd name="connsiteY0" fmla="*/ 6468 h 6345"/>
                  <a:gd name="connsiteX1" fmla="*/ 5649 w 6343"/>
                  <a:gd name="connsiteY1" fmla="*/ 5539 h 6345"/>
                  <a:gd name="connsiteX2" fmla="*/ 6578 w 6343"/>
                  <a:gd name="connsiteY2" fmla="*/ 3296 h 6345"/>
                  <a:gd name="connsiteX3" fmla="*/ 5649 w 6343"/>
                  <a:gd name="connsiteY3" fmla="*/ 1052 h 6345"/>
                  <a:gd name="connsiteX4" fmla="*/ 3406 w 6343"/>
                  <a:gd name="connsiteY4" fmla="*/ 123 h 6345"/>
                  <a:gd name="connsiteX5" fmla="*/ 1164 w 6343"/>
                  <a:gd name="connsiteY5" fmla="*/ 1052 h 6345"/>
                  <a:gd name="connsiteX6" fmla="*/ 235 w 6343"/>
                  <a:gd name="connsiteY6" fmla="*/ 3296 h 6345"/>
                  <a:gd name="connsiteX7" fmla="*/ 1164 w 6343"/>
                  <a:gd name="connsiteY7" fmla="*/ 5539 h 6345"/>
                  <a:gd name="connsiteX8" fmla="*/ 340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8"/>
                    </a:moveTo>
                    <a:cubicBezTo>
                      <a:pt x="4247" y="6468"/>
                      <a:pt x="5054" y="6134"/>
                      <a:pt x="5649" y="5539"/>
                    </a:cubicBezTo>
                    <a:cubicBezTo>
                      <a:pt x="6244" y="4944"/>
                      <a:pt x="6578" y="4137"/>
                      <a:pt x="6578" y="3296"/>
                    </a:cubicBezTo>
                    <a:cubicBezTo>
                      <a:pt x="6578" y="2454"/>
                      <a:pt x="6244" y="1647"/>
                      <a:pt x="5649" y="1052"/>
                    </a:cubicBezTo>
                    <a:cubicBezTo>
                      <a:pt x="5054" y="457"/>
                      <a:pt x="4247" y="123"/>
                      <a:pt x="3406" y="123"/>
                    </a:cubicBezTo>
                    <a:cubicBezTo>
                      <a:pt x="2565" y="123"/>
                      <a:pt x="1758" y="457"/>
                      <a:pt x="1164" y="1052"/>
                    </a:cubicBezTo>
                    <a:cubicBezTo>
                      <a:pt x="569" y="1647"/>
                      <a:pt x="235" y="2454"/>
                      <a:pt x="235" y="3296"/>
                    </a:cubicBezTo>
                    <a:cubicBezTo>
                      <a:pt x="235" y="4137"/>
                      <a:pt x="569" y="4944"/>
                      <a:pt x="1164" y="5539"/>
                    </a:cubicBezTo>
                    <a:cubicBezTo>
                      <a:pt x="1758" y="6134"/>
                      <a:pt x="2565" y="6468"/>
                      <a:pt x="340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57" name="Freeform: Shape 8156">
                <a:extLst>
                  <a:ext uri="{FF2B5EF4-FFF2-40B4-BE49-F238E27FC236}">
                    <a16:creationId xmlns:a16="http://schemas.microsoft.com/office/drawing/2014/main" id="{D901137C-CCBB-11A3-5EA0-E7DD5EC61C51}"/>
                  </a:ext>
                </a:extLst>
              </p:cNvPr>
              <p:cNvSpPr/>
              <p:nvPr/>
            </p:nvSpPr>
            <p:spPr>
              <a:xfrm>
                <a:off x="9388174" y="5044130"/>
                <a:ext cx="6343" cy="6345"/>
              </a:xfrm>
              <a:custGeom>
                <a:avLst/>
                <a:gdLst>
                  <a:gd name="connsiteX0" fmla="*/ 3406 w 6343"/>
                  <a:gd name="connsiteY0" fmla="*/ 6469 h 6345"/>
                  <a:gd name="connsiteX1" fmla="*/ 5649 w 6343"/>
                  <a:gd name="connsiteY1" fmla="*/ 5539 h 6345"/>
                  <a:gd name="connsiteX2" fmla="*/ 6578 w 6343"/>
                  <a:gd name="connsiteY2" fmla="*/ 3296 h 6345"/>
                  <a:gd name="connsiteX3" fmla="*/ 5649 w 6343"/>
                  <a:gd name="connsiteY3" fmla="*/ 1053 h 6345"/>
                  <a:gd name="connsiteX4" fmla="*/ 3406 w 6343"/>
                  <a:gd name="connsiteY4" fmla="*/ 123 h 6345"/>
                  <a:gd name="connsiteX5" fmla="*/ 1164 w 6343"/>
                  <a:gd name="connsiteY5" fmla="*/ 1053 h 6345"/>
                  <a:gd name="connsiteX6" fmla="*/ 235 w 6343"/>
                  <a:gd name="connsiteY6" fmla="*/ 3296 h 6345"/>
                  <a:gd name="connsiteX7" fmla="*/ 1164 w 6343"/>
                  <a:gd name="connsiteY7" fmla="*/ 5539 h 6345"/>
                  <a:gd name="connsiteX8" fmla="*/ 3406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9"/>
                    </a:moveTo>
                    <a:cubicBezTo>
                      <a:pt x="4248" y="6469"/>
                      <a:pt x="5054" y="6134"/>
                      <a:pt x="5649" y="5539"/>
                    </a:cubicBezTo>
                    <a:cubicBezTo>
                      <a:pt x="6244" y="4944"/>
                      <a:pt x="6578" y="4137"/>
                      <a:pt x="6578" y="3296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8" y="123"/>
                      <a:pt x="3406" y="123"/>
                    </a:cubicBezTo>
                    <a:cubicBezTo>
                      <a:pt x="2565" y="123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6"/>
                    </a:cubicBezTo>
                    <a:cubicBezTo>
                      <a:pt x="235" y="4137"/>
                      <a:pt x="569" y="4944"/>
                      <a:pt x="1164" y="5539"/>
                    </a:cubicBezTo>
                    <a:cubicBezTo>
                      <a:pt x="1759" y="6134"/>
                      <a:pt x="2565" y="6469"/>
                      <a:pt x="3406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58" name="Freeform: Shape 8157">
                <a:extLst>
                  <a:ext uri="{FF2B5EF4-FFF2-40B4-BE49-F238E27FC236}">
                    <a16:creationId xmlns:a16="http://schemas.microsoft.com/office/drawing/2014/main" id="{ECFB8AE8-A527-DAA6-82F6-EE9CD7ACDB2D}"/>
                  </a:ext>
                </a:extLst>
              </p:cNvPr>
              <p:cNvSpPr/>
              <p:nvPr/>
            </p:nvSpPr>
            <p:spPr>
              <a:xfrm>
                <a:off x="9389281" y="5041832"/>
                <a:ext cx="6343" cy="6345"/>
              </a:xfrm>
              <a:custGeom>
                <a:avLst/>
                <a:gdLst>
                  <a:gd name="connsiteX0" fmla="*/ 3406 w 6343"/>
                  <a:gd name="connsiteY0" fmla="*/ 6469 h 6345"/>
                  <a:gd name="connsiteX1" fmla="*/ 5649 w 6343"/>
                  <a:gd name="connsiteY1" fmla="*/ 5539 h 6345"/>
                  <a:gd name="connsiteX2" fmla="*/ 6578 w 6343"/>
                  <a:gd name="connsiteY2" fmla="*/ 3296 h 6345"/>
                  <a:gd name="connsiteX3" fmla="*/ 5649 w 6343"/>
                  <a:gd name="connsiteY3" fmla="*/ 1052 h 6345"/>
                  <a:gd name="connsiteX4" fmla="*/ 3406 w 6343"/>
                  <a:gd name="connsiteY4" fmla="*/ 123 h 6345"/>
                  <a:gd name="connsiteX5" fmla="*/ 1164 w 6343"/>
                  <a:gd name="connsiteY5" fmla="*/ 1052 h 6345"/>
                  <a:gd name="connsiteX6" fmla="*/ 235 w 6343"/>
                  <a:gd name="connsiteY6" fmla="*/ 3296 h 6345"/>
                  <a:gd name="connsiteX7" fmla="*/ 1164 w 6343"/>
                  <a:gd name="connsiteY7" fmla="*/ 5539 h 6345"/>
                  <a:gd name="connsiteX8" fmla="*/ 3406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9"/>
                    </a:moveTo>
                    <a:cubicBezTo>
                      <a:pt x="4248" y="6469"/>
                      <a:pt x="5054" y="6134"/>
                      <a:pt x="5649" y="5539"/>
                    </a:cubicBezTo>
                    <a:cubicBezTo>
                      <a:pt x="6244" y="4944"/>
                      <a:pt x="6578" y="4137"/>
                      <a:pt x="6578" y="3296"/>
                    </a:cubicBezTo>
                    <a:cubicBezTo>
                      <a:pt x="6578" y="2454"/>
                      <a:pt x="6244" y="1647"/>
                      <a:pt x="5649" y="1052"/>
                    </a:cubicBezTo>
                    <a:cubicBezTo>
                      <a:pt x="5054" y="457"/>
                      <a:pt x="4248" y="123"/>
                      <a:pt x="3406" y="123"/>
                    </a:cubicBezTo>
                    <a:cubicBezTo>
                      <a:pt x="2565" y="123"/>
                      <a:pt x="1759" y="457"/>
                      <a:pt x="1164" y="1052"/>
                    </a:cubicBezTo>
                    <a:cubicBezTo>
                      <a:pt x="569" y="1647"/>
                      <a:pt x="235" y="2454"/>
                      <a:pt x="235" y="3296"/>
                    </a:cubicBezTo>
                    <a:cubicBezTo>
                      <a:pt x="235" y="4137"/>
                      <a:pt x="569" y="4944"/>
                      <a:pt x="1164" y="5539"/>
                    </a:cubicBezTo>
                    <a:cubicBezTo>
                      <a:pt x="1759" y="6134"/>
                      <a:pt x="2565" y="6469"/>
                      <a:pt x="3406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59" name="Freeform: Shape 8158">
                <a:extLst>
                  <a:ext uri="{FF2B5EF4-FFF2-40B4-BE49-F238E27FC236}">
                    <a16:creationId xmlns:a16="http://schemas.microsoft.com/office/drawing/2014/main" id="{563DD3AA-7FF6-B3B9-2A53-64F83407A470}"/>
                  </a:ext>
                </a:extLst>
              </p:cNvPr>
              <p:cNvSpPr/>
              <p:nvPr/>
            </p:nvSpPr>
            <p:spPr>
              <a:xfrm>
                <a:off x="9390673" y="5040764"/>
                <a:ext cx="6343" cy="6345"/>
              </a:xfrm>
              <a:custGeom>
                <a:avLst/>
                <a:gdLst>
                  <a:gd name="connsiteX0" fmla="*/ 3407 w 6343"/>
                  <a:gd name="connsiteY0" fmla="*/ 6468 h 6345"/>
                  <a:gd name="connsiteX1" fmla="*/ 5649 w 6343"/>
                  <a:gd name="connsiteY1" fmla="*/ 5539 h 6345"/>
                  <a:gd name="connsiteX2" fmla="*/ 6578 w 6343"/>
                  <a:gd name="connsiteY2" fmla="*/ 3296 h 6345"/>
                  <a:gd name="connsiteX3" fmla="*/ 5649 w 6343"/>
                  <a:gd name="connsiteY3" fmla="*/ 1052 h 6345"/>
                  <a:gd name="connsiteX4" fmla="*/ 3407 w 6343"/>
                  <a:gd name="connsiteY4" fmla="*/ 123 h 6345"/>
                  <a:gd name="connsiteX5" fmla="*/ 1164 w 6343"/>
                  <a:gd name="connsiteY5" fmla="*/ 1052 h 6345"/>
                  <a:gd name="connsiteX6" fmla="*/ 235 w 6343"/>
                  <a:gd name="connsiteY6" fmla="*/ 3296 h 6345"/>
                  <a:gd name="connsiteX7" fmla="*/ 1164 w 6343"/>
                  <a:gd name="connsiteY7" fmla="*/ 5539 h 6345"/>
                  <a:gd name="connsiteX8" fmla="*/ 340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8"/>
                    </a:moveTo>
                    <a:cubicBezTo>
                      <a:pt x="4248" y="6468"/>
                      <a:pt x="5054" y="6134"/>
                      <a:pt x="5649" y="5539"/>
                    </a:cubicBezTo>
                    <a:cubicBezTo>
                      <a:pt x="6244" y="4944"/>
                      <a:pt x="6578" y="4137"/>
                      <a:pt x="6578" y="3296"/>
                    </a:cubicBezTo>
                    <a:cubicBezTo>
                      <a:pt x="6578" y="2454"/>
                      <a:pt x="6244" y="1647"/>
                      <a:pt x="5649" y="1052"/>
                    </a:cubicBezTo>
                    <a:cubicBezTo>
                      <a:pt x="5054" y="457"/>
                      <a:pt x="4248" y="123"/>
                      <a:pt x="3407" y="123"/>
                    </a:cubicBezTo>
                    <a:cubicBezTo>
                      <a:pt x="2565" y="123"/>
                      <a:pt x="1759" y="457"/>
                      <a:pt x="1164" y="1052"/>
                    </a:cubicBezTo>
                    <a:cubicBezTo>
                      <a:pt x="569" y="1647"/>
                      <a:pt x="235" y="2454"/>
                      <a:pt x="235" y="3296"/>
                    </a:cubicBezTo>
                    <a:cubicBezTo>
                      <a:pt x="235" y="4137"/>
                      <a:pt x="569" y="4944"/>
                      <a:pt x="1164" y="5539"/>
                    </a:cubicBezTo>
                    <a:cubicBezTo>
                      <a:pt x="1759" y="6134"/>
                      <a:pt x="2565" y="6468"/>
                      <a:pt x="340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60" name="Freeform: Shape 8159">
                <a:extLst>
                  <a:ext uri="{FF2B5EF4-FFF2-40B4-BE49-F238E27FC236}">
                    <a16:creationId xmlns:a16="http://schemas.microsoft.com/office/drawing/2014/main" id="{A95BB088-C499-2D55-8C18-C09D4F0BA802}"/>
                  </a:ext>
                </a:extLst>
              </p:cNvPr>
              <p:cNvSpPr/>
              <p:nvPr/>
            </p:nvSpPr>
            <p:spPr>
              <a:xfrm>
                <a:off x="9392038" y="5039519"/>
                <a:ext cx="6343" cy="6345"/>
              </a:xfrm>
              <a:custGeom>
                <a:avLst/>
                <a:gdLst>
                  <a:gd name="connsiteX0" fmla="*/ 3407 w 6343"/>
                  <a:gd name="connsiteY0" fmla="*/ 6468 h 6345"/>
                  <a:gd name="connsiteX1" fmla="*/ 5649 w 6343"/>
                  <a:gd name="connsiteY1" fmla="*/ 5539 h 6345"/>
                  <a:gd name="connsiteX2" fmla="*/ 6578 w 6343"/>
                  <a:gd name="connsiteY2" fmla="*/ 3296 h 6345"/>
                  <a:gd name="connsiteX3" fmla="*/ 5649 w 6343"/>
                  <a:gd name="connsiteY3" fmla="*/ 1052 h 6345"/>
                  <a:gd name="connsiteX4" fmla="*/ 3407 w 6343"/>
                  <a:gd name="connsiteY4" fmla="*/ 123 h 6345"/>
                  <a:gd name="connsiteX5" fmla="*/ 1164 w 6343"/>
                  <a:gd name="connsiteY5" fmla="*/ 1052 h 6345"/>
                  <a:gd name="connsiteX6" fmla="*/ 235 w 6343"/>
                  <a:gd name="connsiteY6" fmla="*/ 3296 h 6345"/>
                  <a:gd name="connsiteX7" fmla="*/ 1164 w 6343"/>
                  <a:gd name="connsiteY7" fmla="*/ 5539 h 6345"/>
                  <a:gd name="connsiteX8" fmla="*/ 340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8"/>
                    </a:moveTo>
                    <a:cubicBezTo>
                      <a:pt x="4248" y="6468"/>
                      <a:pt x="5055" y="6134"/>
                      <a:pt x="5649" y="5539"/>
                    </a:cubicBezTo>
                    <a:cubicBezTo>
                      <a:pt x="6244" y="4944"/>
                      <a:pt x="6578" y="4137"/>
                      <a:pt x="6578" y="3296"/>
                    </a:cubicBezTo>
                    <a:cubicBezTo>
                      <a:pt x="6578" y="2454"/>
                      <a:pt x="6244" y="1647"/>
                      <a:pt x="5649" y="1052"/>
                    </a:cubicBezTo>
                    <a:cubicBezTo>
                      <a:pt x="5055" y="457"/>
                      <a:pt x="4248" y="123"/>
                      <a:pt x="3407" y="123"/>
                    </a:cubicBezTo>
                    <a:cubicBezTo>
                      <a:pt x="2566" y="123"/>
                      <a:pt x="1759" y="457"/>
                      <a:pt x="1164" y="1052"/>
                    </a:cubicBezTo>
                    <a:cubicBezTo>
                      <a:pt x="569" y="1647"/>
                      <a:pt x="235" y="2454"/>
                      <a:pt x="235" y="3296"/>
                    </a:cubicBezTo>
                    <a:cubicBezTo>
                      <a:pt x="235" y="4137"/>
                      <a:pt x="569" y="4944"/>
                      <a:pt x="1164" y="5539"/>
                    </a:cubicBezTo>
                    <a:cubicBezTo>
                      <a:pt x="1759" y="6134"/>
                      <a:pt x="2566" y="6468"/>
                      <a:pt x="340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61" name="Freeform: Shape 8160">
                <a:extLst>
                  <a:ext uri="{FF2B5EF4-FFF2-40B4-BE49-F238E27FC236}">
                    <a16:creationId xmlns:a16="http://schemas.microsoft.com/office/drawing/2014/main" id="{2A753A39-47E5-02C9-C790-52110BB3B183}"/>
                  </a:ext>
                </a:extLst>
              </p:cNvPr>
              <p:cNvSpPr/>
              <p:nvPr/>
            </p:nvSpPr>
            <p:spPr>
              <a:xfrm>
                <a:off x="9393307" y="5037729"/>
                <a:ext cx="6343" cy="6345"/>
              </a:xfrm>
              <a:custGeom>
                <a:avLst/>
                <a:gdLst>
                  <a:gd name="connsiteX0" fmla="*/ 3407 w 6343"/>
                  <a:gd name="connsiteY0" fmla="*/ 6468 h 6345"/>
                  <a:gd name="connsiteX1" fmla="*/ 5649 w 6343"/>
                  <a:gd name="connsiteY1" fmla="*/ 5539 h 6345"/>
                  <a:gd name="connsiteX2" fmla="*/ 6578 w 6343"/>
                  <a:gd name="connsiteY2" fmla="*/ 3295 h 6345"/>
                  <a:gd name="connsiteX3" fmla="*/ 5649 w 6343"/>
                  <a:gd name="connsiteY3" fmla="*/ 1052 h 6345"/>
                  <a:gd name="connsiteX4" fmla="*/ 3407 w 6343"/>
                  <a:gd name="connsiteY4" fmla="*/ 123 h 6345"/>
                  <a:gd name="connsiteX5" fmla="*/ 1164 w 6343"/>
                  <a:gd name="connsiteY5" fmla="*/ 1052 h 6345"/>
                  <a:gd name="connsiteX6" fmla="*/ 235 w 6343"/>
                  <a:gd name="connsiteY6" fmla="*/ 3295 h 6345"/>
                  <a:gd name="connsiteX7" fmla="*/ 1164 w 6343"/>
                  <a:gd name="connsiteY7" fmla="*/ 5539 h 6345"/>
                  <a:gd name="connsiteX8" fmla="*/ 340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8"/>
                    </a:moveTo>
                    <a:cubicBezTo>
                      <a:pt x="4248" y="6468"/>
                      <a:pt x="5055" y="6134"/>
                      <a:pt x="5649" y="5539"/>
                    </a:cubicBezTo>
                    <a:cubicBezTo>
                      <a:pt x="6244" y="4944"/>
                      <a:pt x="6578" y="4137"/>
                      <a:pt x="6578" y="3295"/>
                    </a:cubicBezTo>
                    <a:cubicBezTo>
                      <a:pt x="6578" y="2454"/>
                      <a:pt x="6244" y="1647"/>
                      <a:pt x="5649" y="1052"/>
                    </a:cubicBezTo>
                    <a:cubicBezTo>
                      <a:pt x="5055" y="457"/>
                      <a:pt x="4248" y="123"/>
                      <a:pt x="3407" y="123"/>
                    </a:cubicBezTo>
                    <a:cubicBezTo>
                      <a:pt x="2566" y="123"/>
                      <a:pt x="1759" y="457"/>
                      <a:pt x="1164" y="1052"/>
                    </a:cubicBezTo>
                    <a:cubicBezTo>
                      <a:pt x="569" y="1647"/>
                      <a:pt x="235" y="2454"/>
                      <a:pt x="235" y="3295"/>
                    </a:cubicBezTo>
                    <a:cubicBezTo>
                      <a:pt x="235" y="4137"/>
                      <a:pt x="569" y="4944"/>
                      <a:pt x="1164" y="5539"/>
                    </a:cubicBezTo>
                    <a:cubicBezTo>
                      <a:pt x="1759" y="6134"/>
                      <a:pt x="2566" y="6468"/>
                      <a:pt x="340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62" name="Freeform: Shape 8161">
                <a:extLst>
                  <a:ext uri="{FF2B5EF4-FFF2-40B4-BE49-F238E27FC236}">
                    <a16:creationId xmlns:a16="http://schemas.microsoft.com/office/drawing/2014/main" id="{D10940B2-55C1-127A-E6D3-E838BAB185D3}"/>
                  </a:ext>
                </a:extLst>
              </p:cNvPr>
              <p:cNvSpPr/>
              <p:nvPr/>
            </p:nvSpPr>
            <p:spPr>
              <a:xfrm>
                <a:off x="9394737" y="5036683"/>
                <a:ext cx="6343" cy="6345"/>
              </a:xfrm>
              <a:custGeom>
                <a:avLst/>
                <a:gdLst>
                  <a:gd name="connsiteX0" fmla="*/ 3407 w 6343"/>
                  <a:gd name="connsiteY0" fmla="*/ 6468 h 6345"/>
                  <a:gd name="connsiteX1" fmla="*/ 5650 w 6343"/>
                  <a:gd name="connsiteY1" fmla="*/ 5539 h 6345"/>
                  <a:gd name="connsiteX2" fmla="*/ 6578 w 6343"/>
                  <a:gd name="connsiteY2" fmla="*/ 3295 h 6345"/>
                  <a:gd name="connsiteX3" fmla="*/ 5650 w 6343"/>
                  <a:gd name="connsiteY3" fmla="*/ 1052 h 6345"/>
                  <a:gd name="connsiteX4" fmla="*/ 3407 w 6343"/>
                  <a:gd name="connsiteY4" fmla="*/ 123 h 6345"/>
                  <a:gd name="connsiteX5" fmla="*/ 1164 w 6343"/>
                  <a:gd name="connsiteY5" fmla="*/ 1052 h 6345"/>
                  <a:gd name="connsiteX6" fmla="*/ 235 w 6343"/>
                  <a:gd name="connsiteY6" fmla="*/ 3295 h 6345"/>
                  <a:gd name="connsiteX7" fmla="*/ 1164 w 6343"/>
                  <a:gd name="connsiteY7" fmla="*/ 5539 h 6345"/>
                  <a:gd name="connsiteX8" fmla="*/ 340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8"/>
                    </a:moveTo>
                    <a:cubicBezTo>
                      <a:pt x="4248" y="6468"/>
                      <a:pt x="5055" y="6134"/>
                      <a:pt x="5650" y="5539"/>
                    </a:cubicBezTo>
                    <a:cubicBezTo>
                      <a:pt x="6244" y="4944"/>
                      <a:pt x="6578" y="4137"/>
                      <a:pt x="6578" y="3295"/>
                    </a:cubicBezTo>
                    <a:cubicBezTo>
                      <a:pt x="6578" y="2454"/>
                      <a:pt x="6244" y="1647"/>
                      <a:pt x="5650" y="1052"/>
                    </a:cubicBezTo>
                    <a:cubicBezTo>
                      <a:pt x="5055" y="457"/>
                      <a:pt x="4248" y="123"/>
                      <a:pt x="3407" y="123"/>
                    </a:cubicBezTo>
                    <a:cubicBezTo>
                      <a:pt x="2566" y="123"/>
                      <a:pt x="1759" y="457"/>
                      <a:pt x="1164" y="1052"/>
                    </a:cubicBezTo>
                    <a:cubicBezTo>
                      <a:pt x="570" y="1647"/>
                      <a:pt x="235" y="2454"/>
                      <a:pt x="235" y="3295"/>
                    </a:cubicBezTo>
                    <a:cubicBezTo>
                      <a:pt x="235" y="4137"/>
                      <a:pt x="570" y="4944"/>
                      <a:pt x="1164" y="5539"/>
                    </a:cubicBezTo>
                    <a:cubicBezTo>
                      <a:pt x="1759" y="6134"/>
                      <a:pt x="2566" y="6468"/>
                      <a:pt x="340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63" name="Freeform: Shape 8162">
                <a:extLst>
                  <a:ext uri="{FF2B5EF4-FFF2-40B4-BE49-F238E27FC236}">
                    <a16:creationId xmlns:a16="http://schemas.microsoft.com/office/drawing/2014/main" id="{206E7D3B-E3C4-D07F-28ED-EBC3037F8BA6}"/>
                  </a:ext>
                </a:extLst>
              </p:cNvPr>
              <p:cNvSpPr/>
              <p:nvPr/>
            </p:nvSpPr>
            <p:spPr>
              <a:xfrm>
                <a:off x="9396317" y="5036383"/>
                <a:ext cx="6343" cy="6345"/>
              </a:xfrm>
              <a:custGeom>
                <a:avLst/>
                <a:gdLst>
                  <a:gd name="connsiteX0" fmla="*/ 3407 w 6343"/>
                  <a:gd name="connsiteY0" fmla="*/ 6468 h 6345"/>
                  <a:gd name="connsiteX1" fmla="*/ 5650 w 6343"/>
                  <a:gd name="connsiteY1" fmla="*/ 5539 h 6345"/>
                  <a:gd name="connsiteX2" fmla="*/ 6579 w 6343"/>
                  <a:gd name="connsiteY2" fmla="*/ 3295 h 6345"/>
                  <a:gd name="connsiteX3" fmla="*/ 5650 w 6343"/>
                  <a:gd name="connsiteY3" fmla="*/ 1052 h 6345"/>
                  <a:gd name="connsiteX4" fmla="*/ 3407 w 6343"/>
                  <a:gd name="connsiteY4" fmla="*/ 123 h 6345"/>
                  <a:gd name="connsiteX5" fmla="*/ 1164 w 6343"/>
                  <a:gd name="connsiteY5" fmla="*/ 1052 h 6345"/>
                  <a:gd name="connsiteX6" fmla="*/ 235 w 6343"/>
                  <a:gd name="connsiteY6" fmla="*/ 3295 h 6345"/>
                  <a:gd name="connsiteX7" fmla="*/ 1164 w 6343"/>
                  <a:gd name="connsiteY7" fmla="*/ 5539 h 6345"/>
                  <a:gd name="connsiteX8" fmla="*/ 340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8"/>
                    </a:moveTo>
                    <a:cubicBezTo>
                      <a:pt x="4248" y="6468"/>
                      <a:pt x="5055" y="6134"/>
                      <a:pt x="5650" y="5539"/>
                    </a:cubicBezTo>
                    <a:cubicBezTo>
                      <a:pt x="6244" y="4944"/>
                      <a:pt x="6579" y="4137"/>
                      <a:pt x="6579" y="3295"/>
                    </a:cubicBezTo>
                    <a:cubicBezTo>
                      <a:pt x="6579" y="2454"/>
                      <a:pt x="6244" y="1647"/>
                      <a:pt x="5650" y="1052"/>
                    </a:cubicBezTo>
                    <a:cubicBezTo>
                      <a:pt x="5055" y="457"/>
                      <a:pt x="4248" y="123"/>
                      <a:pt x="3407" y="123"/>
                    </a:cubicBezTo>
                    <a:cubicBezTo>
                      <a:pt x="2566" y="123"/>
                      <a:pt x="1759" y="457"/>
                      <a:pt x="1164" y="1052"/>
                    </a:cubicBezTo>
                    <a:cubicBezTo>
                      <a:pt x="570" y="1647"/>
                      <a:pt x="235" y="2454"/>
                      <a:pt x="235" y="3295"/>
                    </a:cubicBezTo>
                    <a:cubicBezTo>
                      <a:pt x="235" y="4137"/>
                      <a:pt x="570" y="4944"/>
                      <a:pt x="1164" y="5539"/>
                    </a:cubicBezTo>
                    <a:cubicBezTo>
                      <a:pt x="1759" y="6134"/>
                      <a:pt x="2566" y="6468"/>
                      <a:pt x="340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64" name="Freeform: Shape 8163">
                <a:extLst>
                  <a:ext uri="{FF2B5EF4-FFF2-40B4-BE49-F238E27FC236}">
                    <a16:creationId xmlns:a16="http://schemas.microsoft.com/office/drawing/2014/main" id="{F2C94668-6590-33E0-E9FF-59412E1F88A8}"/>
                  </a:ext>
                </a:extLst>
              </p:cNvPr>
              <p:cNvSpPr/>
              <p:nvPr/>
            </p:nvSpPr>
            <p:spPr>
              <a:xfrm>
                <a:off x="9397875" y="5035970"/>
                <a:ext cx="6343" cy="6345"/>
              </a:xfrm>
              <a:custGeom>
                <a:avLst/>
                <a:gdLst>
                  <a:gd name="connsiteX0" fmla="*/ 3407 w 6343"/>
                  <a:gd name="connsiteY0" fmla="*/ 6468 h 6345"/>
                  <a:gd name="connsiteX1" fmla="*/ 5650 w 6343"/>
                  <a:gd name="connsiteY1" fmla="*/ 5539 h 6345"/>
                  <a:gd name="connsiteX2" fmla="*/ 6579 w 6343"/>
                  <a:gd name="connsiteY2" fmla="*/ 3295 h 6345"/>
                  <a:gd name="connsiteX3" fmla="*/ 5650 w 6343"/>
                  <a:gd name="connsiteY3" fmla="*/ 1052 h 6345"/>
                  <a:gd name="connsiteX4" fmla="*/ 3407 w 6343"/>
                  <a:gd name="connsiteY4" fmla="*/ 123 h 6345"/>
                  <a:gd name="connsiteX5" fmla="*/ 1165 w 6343"/>
                  <a:gd name="connsiteY5" fmla="*/ 1052 h 6345"/>
                  <a:gd name="connsiteX6" fmla="*/ 236 w 6343"/>
                  <a:gd name="connsiteY6" fmla="*/ 3295 h 6345"/>
                  <a:gd name="connsiteX7" fmla="*/ 1165 w 6343"/>
                  <a:gd name="connsiteY7" fmla="*/ 5539 h 6345"/>
                  <a:gd name="connsiteX8" fmla="*/ 340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8"/>
                    </a:moveTo>
                    <a:cubicBezTo>
                      <a:pt x="4248" y="6468"/>
                      <a:pt x="5055" y="6134"/>
                      <a:pt x="5650" y="5539"/>
                    </a:cubicBezTo>
                    <a:cubicBezTo>
                      <a:pt x="6245" y="4944"/>
                      <a:pt x="6579" y="4137"/>
                      <a:pt x="6579" y="3295"/>
                    </a:cubicBezTo>
                    <a:cubicBezTo>
                      <a:pt x="6579" y="2454"/>
                      <a:pt x="6245" y="1647"/>
                      <a:pt x="5650" y="1052"/>
                    </a:cubicBezTo>
                    <a:cubicBezTo>
                      <a:pt x="5055" y="457"/>
                      <a:pt x="4248" y="123"/>
                      <a:pt x="3407" y="123"/>
                    </a:cubicBezTo>
                    <a:cubicBezTo>
                      <a:pt x="2566" y="123"/>
                      <a:pt x="1759" y="457"/>
                      <a:pt x="1165" y="1052"/>
                    </a:cubicBezTo>
                    <a:cubicBezTo>
                      <a:pt x="570" y="1647"/>
                      <a:pt x="236" y="2454"/>
                      <a:pt x="236" y="3295"/>
                    </a:cubicBezTo>
                    <a:cubicBezTo>
                      <a:pt x="236" y="4137"/>
                      <a:pt x="570" y="4944"/>
                      <a:pt x="1165" y="5539"/>
                    </a:cubicBezTo>
                    <a:cubicBezTo>
                      <a:pt x="1759" y="6134"/>
                      <a:pt x="2566" y="6468"/>
                      <a:pt x="340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65" name="Freeform: Shape 8164">
                <a:extLst>
                  <a:ext uri="{FF2B5EF4-FFF2-40B4-BE49-F238E27FC236}">
                    <a16:creationId xmlns:a16="http://schemas.microsoft.com/office/drawing/2014/main" id="{BBEFD8A5-161D-817B-A7B1-8D5AB8F883BC}"/>
                  </a:ext>
                </a:extLst>
              </p:cNvPr>
              <p:cNvSpPr/>
              <p:nvPr/>
            </p:nvSpPr>
            <p:spPr>
              <a:xfrm>
                <a:off x="9399534" y="5036121"/>
                <a:ext cx="6343" cy="6345"/>
              </a:xfrm>
              <a:custGeom>
                <a:avLst/>
                <a:gdLst>
                  <a:gd name="connsiteX0" fmla="*/ 3407 w 6343"/>
                  <a:gd name="connsiteY0" fmla="*/ 6468 h 6345"/>
                  <a:gd name="connsiteX1" fmla="*/ 5650 w 6343"/>
                  <a:gd name="connsiteY1" fmla="*/ 5539 h 6345"/>
                  <a:gd name="connsiteX2" fmla="*/ 6579 w 6343"/>
                  <a:gd name="connsiteY2" fmla="*/ 3295 h 6345"/>
                  <a:gd name="connsiteX3" fmla="*/ 5650 w 6343"/>
                  <a:gd name="connsiteY3" fmla="*/ 1052 h 6345"/>
                  <a:gd name="connsiteX4" fmla="*/ 3407 w 6343"/>
                  <a:gd name="connsiteY4" fmla="*/ 123 h 6345"/>
                  <a:gd name="connsiteX5" fmla="*/ 1165 w 6343"/>
                  <a:gd name="connsiteY5" fmla="*/ 1052 h 6345"/>
                  <a:gd name="connsiteX6" fmla="*/ 236 w 6343"/>
                  <a:gd name="connsiteY6" fmla="*/ 3295 h 6345"/>
                  <a:gd name="connsiteX7" fmla="*/ 1165 w 6343"/>
                  <a:gd name="connsiteY7" fmla="*/ 5539 h 6345"/>
                  <a:gd name="connsiteX8" fmla="*/ 340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8"/>
                    </a:moveTo>
                    <a:cubicBezTo>
                      <a:pt x="4248" y="6468"/>
                      <a:pt x="5055" y="6134"/>
                      <a:pt x="5650" y="5539"/>
                    </a:cubicBezTo>
                    <a:cubicBezTo>
                      <a:pt x="6245" y="4944"/>
                      <a:pt x="6579" y="4137"/>
                      <a:pt x="6579" y="3295"/>
                    </a:cubicBezTo>
                    <a:cubicBezTo>
                      <a:pt x="6579" y="2454"/>
                      <a:pt x="6245" y="1647"/>
                      <a:pt x="5650" y="1052"/>
                    </a:cubicBezTo>
                    <a:cubicBezTo>
                      <a:pt x="5055" y="457"/>
                      <a:pt x="4248" y="123"/>
                      <a:pt x="3407" y="123"/>
                    </a:cubicBezTo>
                    <a:cubicBezTo>
                      <a:pt x="2566" y="123"/>
                      <a:pt x="1759" y="457"/>
                      <a:pt x="1165" y="1052"/>
                    </a:cubicBezTo>
                    <a:cubicBezTo>
                      <a:pt x="570" y="1647"/>
                      <a:pt x="236" y="2454"/>
                      <a:pt x="236" y="3295"/>
                    </a:cubicBezTo>
                    <a:cubicBezTo>
                      <a:pt x="236" y="4137"/>
                      <a:pt x="570" y="4944"/>
                      <a:pt x="1165" y="5539"/>
                    </a:cubicBezTo>
                    <a:cubicBezTo>
                      <a:pt x="1759" y="6134"/>
                      <a:pt x="2566" y="6468"/>
                      <a:pt x="340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66" name="Freeform: Shape 8165">
                <a:extLst>
                  <a:ext uri="{FF2B5EF4-FFF2-40B4-BE49-F238E27FC236}">
                    <a16:creationId xmlns:a16="http://schemas.microsoft.com/office/drawing/2014/main" id="{D33A8151-731C-C327-0F1C-33701589B8EE}"/>
                  </a:ext>
                </a:extLst>
              </p:cNvPr>
              <p:cNvSpPr/>
              <p:nvPr/>
            </p:nvSpPr>
            <p:spPr>
              <a:xfrm>
                <a:off x="9401271" y="5036776"/>
                <a:ext cx="6343" cy="6345"/>
              </a:xfrm>
              <a:custGeom>
                <a:avLst/>
                <a:gdLst>
                  <a:gd name="connsiteX0" fmla="*/ 3407 w 6343"/>
                  <a:gd name="connsiteY0" fmla="*/ 6468 h 6345"/>
                  <a:gd name="connsiteX1" fmla="*/ 5650 w 6343"/>
                  <a:gd name="connsiteY1" fmla="*/ 5539 h 6345"/>
                  <a:gd name="connsiteX2" fmla="*/ 6579 w 6343"/>
                  <a:gd name="connsiteY2" fmla="*/ 3295 h 6345"/>
                  <a:gd name="connsiteX3" fmla="*/ 5650 w 6343"/>
                  <a:gd name="connsiteY3" fmla="*/ 1052 h 6345"/>
                  <a:gd name="connsiteX4" fmla="*/ 3407 w 6343"/>
                  <a:gd name="connsiteY4" fmla="*/ 123 h 6345"/>
                  <a:gd name="connsiteX5" fmla="*/ 1165 w 6343"/>
                  <a:gd name="connsiteY5" fmla="*/ 1052 h 6345"/>
                  <a:gd name="connsiteX6" fmla="*/ 236 w 6343"/>
                  <a:gd name="connsiteY6" fmla="*/ 3295 h 6345"/>
                  <a:gd name="connsiteX7" fmla="*/ 1165 w 6343"/>
                  <a:gd name="connsiteY7" fmla="*/ 5539 h 6345"/>
                  <a:gd name="connsiteX8" fmla="*/ 340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8"/>
                    </a:moveTo>
                    <a:cubicBezTo>
                      <a:pt x="4249" y="6468"/>
                      <a:pt x="5055" y="6134"/>
                      <a:pt x="5650" y="5539"/>
                    </a:cubicBezTo>
                    <a:cubicBezTo>
                      <a:pt x="6245" y="4944"/>
                      <a:pt x="6579" y="4137"/>
                      <a:pt x="6579" y="3295"/>
                    </a:cubicBezTo>
                    <a:cubicBezTo>
                      <a:pt x="6579" y="2454"/>
                      <a:pt x="6245" y="1647"/>
                      <a:pt x="5650" y="1052"/>
                    </a:cubicBezTo>
                    <a:cubicBezTo>
                      <a:pt x="5055" y="457"/>
                      <a:pt x="4249" y="123"/>
                      <a:pt x="3407" y="123"/>
                    </a:cubicBezTo>
                    <a:cubicBezTo>
                      <a:pt x="2566" y="123"/>
                      <a:pt x="1760" y="457"/>
                      <a:pt x="1165" y="1052"/>
                    </a:cubicBezTo>
                    <a:cubicBezTo>
                      <a:pt x="570" y="1647"/>
                      <a:pt x="236" y="2454"/>
                      <a:pt x="236" y="3295"/>
                    </a:cubicBezTo>
                    <a:cubicBezTo>
                      <a:pt x="236" y="4137"/>
                      <a:pt x="570" y="4944"/>
                      <a:pt x="1165" y="5539"/>
                    </a:cubicBezTo>
                    <a:cubicBezTo>
                      <a:pt x="1760" y="6134"/>
                      <a:pt x="2566" y="6468"/>
                      <a:pt x="340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67" name="Freeform: Shape 8166">
                <a:extLst>
                  <a:ext uri="{FF2B5EF4-FFF2-40B4-BE49-F238E27FC236}">
                    <a16:creationId xmlns:a16="http://schemas.microsoft.com/office/drawing/2014/main" id="{D643A11F-A32B-4E7E-2F21-899EF7997939}"/>
                  </a:ext>
                </a:extLst>
              </p:cNvPr>
              <p:cNvSpPr/>
              <p:nvPr/>
            </p:nvSpPr>
            <p:spPr>
              <a:xfrm>
                <a:off x="9402969" y="5037258"/>
                <a:ext cx="6343" cy="6345"/>
              </a:xfrm>
              <a:custGeom>
                <a:avLst/>
                <a:gdLst>
                  <a:gd name="connsiteX0" fmla="*/ 3408 w 6343"/>
                  <a:gd name="connsiteY0" fmla="*/ 6468 h 6345"/>
                  <a:gd name="connsiteX1" fmla="*/ 5650 w 6343"/>
                  <a:gd name="connsiteY1" fmla="*/ 5539 h 6345"/>
                  <a:gd name="connsiteX2" fmla="*/ 6579 w 6343"/>
                  <a:gd name="connsiteY2" fmla="*/ 3295 h 6345"/>
                  <a:gd name="connsiteX3" fmla="*/ 5650 w 6343"/>
                  <a:gd name="connsiteY3" fmla="*/ 1052 h 6345"/>
                  <a:gd name="connsiteX4" fmla="*/ 3408 w 6343"/>
                  <a:gd name="connsiteY4" fmla="*/ 123 h 6345"/>
                  <a:gd name="connsiteX5" fmla="*/ 1165 w 6343"/>
                  <a:gd name="connsiteY5" fmla="*/ 1052 h 6345"/>
                  <a:gd name="connsiteX6" fmla="*/ 236 w 6343"/>
                  <a:gd name="connsiteY6" fmla="*/ 3295 h 6345"/>
                  <a:gd name="connsiteX7" fmla="*/ 1165 w 6343"/>
                  <a:gd name="connsiteY7" fmla="*/ 5539 h 6345"/>
                  <a:gd name="connsiteX8" fmla="*/ 340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8"/>
                    </a:moveTo>
                    <a:cubicBezTo>
                      <a:pt x="4249" y="6468"/>
                      <a:pt x="5055" y="6134"/>
                      <a:pt x="5650" y="5539"/>
                    </a:cubicBezTo>
                    <a:cubicBezTo>
                      <a:pt x="6245" y="4944"/>
                      <a:pt x="6579" y="4137"/>
                      <a:pt x="6579" y="3295"/>
                    </a:cubicBezTo>
                    <a:cubicBezTo>
                      <a:pt x="6579" y="2454"/>
                      <a:pt x="6245" y="1647"/>
                      <a:pt x="5650" y="1052"/>
                    </a:cubicBezTo>
                    <a:cubicBezTo>
                      <a:pt x="5055" y="457"/>
                      <a:pt x="4249" y="123"/>
                      <a:pt x="3408" y="123"/>
                    </a:cubicBezTo>
                    <a:cubicBezTo>
                      <a:pt x="2566" y="123"/>
                      <a:pt x="1760" y="457"/>
                      <a:pt x="1165" y="1052"/>
                    </a:cubicBezTo>
                    <a:cubicBezTo>
                      <a:pt x="570" y="1647"/>
                      <a:pt x="236" y="2454"/>
                      <a:pt x="236" y="3295"/>
                    </a:cubicBezTo>
                    <a:cubicBezTo>
                      <a:pt x="236" y="4137"/>
                      <a:pt x="570" y="4944"/>
                      <a:pt x="1165" y="5539"/>
                    </a:cubicBezTo>
                    <a:cubicBezTo>
                      <a:pt x="1760" y="6134"/>
                      <a:pt x="2566" y="6468"/>
                      <a:pt x="340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68" name="Freeform: Shape 8167">
                <a:extLst>
                  <a:ext uri="{FF2B5EF4-FFF2-40B4-BE49-F238E27FC236}">
                    <a16:creationId xmlns:a16="http://schemas.microsoft.com/office/drawing/2014/main" id="{7A9DF7F9-5E1C-1219-BD6A-8EDA5475671E}"/>
                  </a:ext>
                </a:extLst>
              </p:cNvPr>
              <p:cNvSpPr/>
              <p:nvPr/>
            </p:nvSpPr>
            <p:spPr>
              <a:xfrm>
                <a:off x="9404564" y="5037133"/>
                <a:ext cx="6343" cy="6345"/>
              </a:xfrm>
              <a:custGeom>
                <a:avLst/>
                <a:gdLst>
                  <a:gd name="connsiteX0" fmla="*/ 3408 w 6343"/>
                  <a:gd name="connsiteY0" fmla="*/ 6468 h 6345"/>
                  <a:gd name="connsiteX1" fmla="*/ 5650 w 6343"/>
                  <a:gd name="connsiteY1" fmla="*/ 5539 h 6345"/>
                  <a:gd name="connsiteX2" fmla="*/ 6579 w 6343"/>
                  <a:gd name="connsiteY2" fmla="*/ 3295 h 6345"/>
                  <a:gd name="connsiteX3" fmla="*/ 5650 w 6343"/>
                  <a:gd name="connsiteY3" fmla="*/ 1052 h 6345"/>
                  <a:gd name="connsiteX4" fmla="*/ 3408 w 6343"/>
                  <a:gd name="connsiteY4" fmla="*/ 123 h 6345"/>
                  <a:gd name="connsiteX5" fmla="*/ 1165 w 6343"/>
                  <a:gd name="connsiteY5" fmla="*/ 1052 h 6345"/>
                  <a:gd name="connsiteX6" fmla="*/ 236 w 6343"/>
                  <a:gd name="connsiteY6" fmla="*/ 3295 h 6345"/>
                  <a:gd name="connsiteX7" fmla="*/ 1165 w 6343"/>
                  <a:gd name="connsiteY7" fmla="*/ 5539 h 6345"/>
                  <a:gd name="connsiteX8" fmla="*/ 340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8"/>
                    </a:moveTo>
                    <a:cubicBezTo>
                      <a:pt x="4249" y="6468"/>
                      <a:pt x="5056" y="6134"/>
                      <a:pt x="5650" y="5539"/>
                    </a:cubicBezTo>
                    <a:cubicBezTo>
                      <a:pt x="6245" y="4944"/>
                      <a:pt x="6579" y="4137"/>
                      <a:pt x="6579" y="3295"/>
                    </a:cubicBezTo>
                    <a:cubicBezTo>
                      <a:pt x="6579" y="2454"/>
                      <a:pt x="6245" y="1647"/>
                      <a:pt x="5650" y="1052"/>
                    </a:cubicBezTo>
                    <a:cubicBezTo>
                      <a:pt x="5056" y="457"/>
                      <a:pt x="4249" y="123"/>
                      <a:pt x="3408" y="123"/>
                    </a:cubicBezTo>
                    <a:cubicBezTo>
                      <a:pt x="2567" y="123"/>
                      <a:pt x="1760" y="457"/>
                      <a:pt x="1165" y="1052"/>
                    </a:cubicBezTo>
                    <a:cubicBezTo>
                      <a:pt x="570" y="1647"/>
                      <a:pt x="236" y="2454"/>
                      <a:pt x="236" y="3295"/>
                    </a:cubicBezTo>
                    <a:cubicBezTo>
                      <a:pt x="236" y="4137"/>
                      <a:pt x="570" y="4944"/>
                      <a:pt x="1165" y="5539"/>
                    </a:cubicBezTo>
                    <a:cubicBezTo>
                      <a:pt x="1760" y="6134"/>
                      <a:pt x="2567" y="6468"/>
                      <a:pt x="340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69" name="Freeform: Shape 8168">
                <a:extLst>
                  <a:ext uri="{FF2B5EF4-FFF2-40B4-BE49-F238E27FC236}">
                    <a16:creationId xmlns:a16="http://schemas.microsoft.com/office/drawing/2014/main" id="{95E9801B-8990-AEEE-8608-06C9582E8FF7}"/>
                  </a:ext>
                </a:extLst>
              </p:cNvPr>
              <p:cNvSpPr/>
              <p:nvPr/>
            </p:nvSpPr>
            <p:spPr>
              <a:xfrm>
                <a:off x="9406214" y="5037389"/>
                <a:ext cx="6343" cy="6345"/>
              </a:xfrm>
              <a:custGeom>
                <a:avLst/>
                <a:gdLst>
                  <a:gd name="connsiteX0" fmla="*/ 3408 w 6343"/>
                  <a:gd name="connsiteY0" fmla="*/ 6468 h 6345"/>
                  <a:gd name="connsiteX1" fmla="*/ 5650 w 6343"/>
                  <a:gd name="connsiteY1" fmla="*/ 5539 h 6345"/>
                  <a:gd name="connsiteX2" fmla="*/ 6579 w 6343"/>
                  <a:gd name="connsiteY2" fmla="*/ 3295 h 6345"/>
                  <a:gd name="connsiteX3" fmla="*/ 5650 w 6343"/>
                  <a:gd name="connsiteY3" fmla="*/ 1052 h 6345"/>
                  <a:gd name="connsiteX4" fmla="*/ 3408 w 6343"/>
                  <a:gd name="connsiteY4" fmla="*/ 123 h 6345"/>
                  <a:gd name="connsiteX5" fmla="*/ 1165 w 6343"/>
                  <a:gd name="connsiteY5" fmla="*/ 1052 h 6345"/>
                  <a:gd name="connsiteX6" fmla="*/ 236 w 6343"/>
                  <a:gd name="connsiteY6" fmla="*/ 3295 h 6345"/>
                  <a:gd name="connsiteX7" fmla="*/ 1165 w 6343"/>
                  <a:gd name="connsiteY7" fmla="*/ 5539 h 6345"/>
                  <a:gd name="connsiteX8" fmla="*/ 340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8"/>
                    </a:moveTo>
                    <a:cubicBezTo>
                      <a:pt x="4249" y="6468"/>
                      <a:pt x="5056" y="6134"/>
                      <a:pt x="5650" y="5539"/>
                    </a:cubicBezTo>
                    <a:cubicBezTo>
                      <a:pt x="6245" y="4944"/>
                      <a:pt x="6579" y="4137"/>
                      <a:pt x="6579" y="3295"/>
                    </a:cubicBezTo>
                    <a:cubicBezTo>
                      <a:pt x="6579" y="2454"/>
                      <a:pt x="6245" y="1647"/>
                      <a:pt x="5650" y="1052"/>
                    </a:cubicBezTo>
                    <a:cubicBezTo>
                      <a:pt x="5056" y="457"/>
                      <a:pt x="4249" y="123"/>
                      <a:pt x="3408" y="123"/>
                    </a:cubicBezTo>
                    <a:cubicBezTo>
                      <a:pt x="2567" y="123"/>
                      <a:pt x="1760" y="457"/>
                      <a:pt x="1165" y="1052"/>
                    </a:cubicBezTo>
                    <a:cubicBezTo>
                      <a:pt x="570" y="1647"/>
                      <a:pt x="236" y="2454"/>
                      <a:pt x="236" y="3295"/>
                    </a:cubicBezTo>
                    <a:cubicBezTo>
                      <a:pt x="236" y="4137"/>
                      <a:pt x="570" y="4944"/>
                      <a:pt x="1165" y="5539"/>
                    </a:cubicBezTo>
                    <a:cubicBezTo>
                      <a:pt x="1760" y="6134"/>
                      <a:pt x="2567" y="6468"/>
                      <a:pt x="340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70" name="Freeform: Shape 8169">
                <a:extLst>
                  <a:ext uri="{FF2B5EF4-FFF2-40B4-BE49-F238E27FC236}">
                    <a16:creationId xmlns:a16="http://schemas.microsoft.com/office/drawing/2014/main" id="{5A87ADB9-8BE0-5F4C-73D4-776ACA1EA8D8}"/>
                  </a:ext>
                </a:extLst>
              </p:cNvPr>
              <p:cNvSpPr/>
              <p:nvPr/>
            </p:nvSpPr>
            <p:spPr>
              <a:xfrm>
                <a:off x="9407797" y="5037221"/>
                <a:ext cx="6343" cy="6345"/>
              </a:xfrm>
              <a:custGeom>
                <a:avLst/>
                <a:gdLst>
                  <a:gd name="connsiteX0" fmla="*/ 3408 w 6343"/>
                  <a:gd name="connsiteY0" fmla="*/ 6468 h 6345"/>
                  <a:gd name="connsiteX1" fmla="*/ 5651 w 6343"/>
                  <a:gd name="connsiteY1" fmla="*/ 5539 h 6345"/>
                  <a:gd name="connsiteX2" fmla="*/ 6579 w 6343"/>
                  <a:gd name="connsiteY2" fmla="*/ 3295 h 6345"/>
                  <a:gd name="connsiteX3" fmla="*/ 5651 w 6343"/>
                  <a:gd name="connsiteY3" fmla="*/ 1052 h 6345"/>
                  <a:gd name="connsiteX4" fmla="*/ 3408 w 6343"/>
                  <a:gd name="connsiteY4" fmla="*/ 123 h 6345"/>
                  <a:gd name="connsiteX5" fmla="*/ 1165 w 6343"/>
                  <a:gd name="connsiteY5" fmla="*/ 1052 h 6345"/>
                  <a:gd name="connsiteX6" fmla="*/ 236 w 6343"/>
                  <a:gd name="connsiteY6" fmla="*/ 3295 h 6345"/>
                  <a:gd name="connsiteX7" fmla="*/ 1165 w 6343"/>
                  <a:gd name="connsiteY7" fmla="*/ 5539 h 6345"/>
                  <a:gd name="connsiteX8" fmla="*/ 340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8"/>
                    </a:moveTo>
                    <a:cubicBezTo>
                      <a:pt x="4249" y="6468"/>
                      <a:pt x="5056" y="6134"/>
                      <a:pt x="5651" y="5539"/>
                    </a:cubicBezTo>
                    <a:cubicBezTo>
                      <a:pt x="6245" y="4944"/>
                      <a:pt x="6579" y="4137"/>
                      <a:pt x="6579" y="3295"/>
                    </a:cubicBezTo>
                    <a:cubicBezTo>
                      <a:pt x="6579" y="2454"/>
                      <a:pt x="6245" y="1647"/>
                      <a:pt x="5651" y="1052"/>
                    </a:cubicBezTo>
                    <a:cubicBezTo>
                      <a:pt x="5056" y="457"/>
                      <a:pt x="4249" y="123"/>
                      <a:pt x="3408" y="123"/>
                    </a:cubicBezTo>
                    <a:cubicBezTo>
                      <a:pt x="2567" y="123"/>
                      <a:pt x="1760" y="457"/>
                      <a:pt x="1165" y="1052"/>
                    </a:cubicBezTo>
                    <a:cubicBezTo>
                      <a:pt x="571" y="1647"/>
                      <a:pt x="236" y="2454"/>
                      <a:pt x="236" y="3295"/>
                    </a:cubicBezTo>
                    <a:cubicBezTo>
                      <a:pt x="236" y="4137"/>
                      <a:pt x="571" y="4944"/>
                      <a:pt x="1165" y="5539"/>
                    </a:cubicBezTo>
                    <a:cubicBezTo>
                      <a:pt x="1760" y="6134"/>
                      <a:pt x="2567" y="6468"/>
                      <a:pt x="340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71" name="Freeform: Shape 8170">
                <a:extLst>
                  <a:ext uri="{FF2B5EF4-FFF2-40B4-BE49-F238E27FC236}">
                    <a16:creationId xmlns:a16="http://schemas.microsoft.com/office/drawing/2014/main" id="{484CC359-7737-B5E5-1C9C-0966763A09E6}"/>
                  </a:ext>
                </a:extLst>
              </p:cNvPr>
              <p:cNvSpPr/>
              <p:nvPr/>
            </p:nvSpPr>
            <p:spPr>
              <a:xfrm>
                <a:off x="9409491" y="5037870"/>
                <a:ext cx="6343" cy="6345"/>
              </a:xfrm>
              <a:custGeom>
                <a:avLst/>
                <a:gdLst>
                  <a:gd name="connsiteX0" fmla="*/ 3408 w 6343"/>
                  <a:gd name="connsiteY0" fmla="*/ 6468 h 6345"/>
                  <a:gd name="connsiteX1" fmla="*/ 5651 w 6343"/>
                  <a:gd name="connsiteY1" fmla="*/ 5539 h 6345"/>
                  <a:gd name="connsiteX2" fmla="*/ 6580 w 6343"/>
                  <a:gd name="connsiteY2" fmla="*/ 3296 h 6345"/>
                  <a:gd name="connsiteX3" fmla="*/ 5651 w 6343"/>
                  <a:gd name="connsiteY3" fmla="*/ 1052 h 6345"/>
                  <a:gd name="connsiteX4" fmla="*/ 3408 w 6343"/>
                  <a:gd name="connsiteY4" fmla="*/ 123 h 6345"/>
                  <a:gd name="connsiteX5" fmla="*/ 1165 w 6343"/>
                  <a:gd name="connsiteY5" fmla="*/ 1052 h 6345"/>
                  <a:gd name="connsiteX6" fmla="*/ 237 w 6343"/>
                  <a:gd name="connsiteY6" fmla="*/ 3296 h 6345"/>
                  <a:gd name="connsiteX7" fmla="*/ 1165 w 6343"/>
                  <a:gd name="connsiteY7" fmla="*/ 5539 h 6345"/>
                  <a:gd name="connsiteX8" fmla="*/ 340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8"/>
                    </a:moveTo>
                    <a:cubicBezTo>
                      <a:pt x="4249" y="6468"/>
                      <a:pt x="5056" y="6134"/>
                      <a:pt x="5651" y="5539"/>
                    </a:cubicBezTo>
                    <a:cubicBezTo>
                      <a:pt x="6245" y="4944"/>
                      <a:pt x="6580" y="4137"/>
                      <a:pt x="6580" y="3296"/>
                    </a:cubicBezTo>
                    <a:cubicBezTo>
                      <a:pt x="6580" y="2454"/>
                      <a:pt x="6245" y="1647"/>
                      <a:pt x="5651" y="1052"/>
                    </a:cubicBezTo>
                    <a:cubicBezTo>
                      <a:pt x="5056" y="457"/>
                      <a:pt x="4249" y="123"/>
                      <a:pt x="3408" y="123"/>
                    </a:cubicBezTo>
                    <a:cubicBezTo>
                      <a:pt x="2567" y="123"/>
                      <a:pt x="1760" y="457"/>
                      <a:pt x="1165" y="1052"/>
                    </a:cubicBezTo>
                    <a:cubicBezTo>
                      <a:pt x="571" y="1647"/>
                      <a:pt x="237" y="2454"/>
                      <a:pt x="237" y="3296"/>
                    </a:cubicBezTo>
                    <a:cubicBezTo>
                      <a:pt x="237" y="4137"/>
                      <a:pt x="571" y="4944"/>
                      <a:pt x="1165" y="5539"/>
                    </a:cubicBezTo>
                    <a:cubicBezTo>
                      <a:pt x="1760" y="6134"/>
                      <a:pt x="2567" y="6468"/>
                      <a:pt x="340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72" name="Freeform: Shape 8171">
                <a:extLst>
                  <a:ext uri="{FF2B5EF4-FFF2-40B4-BE49-F238E27FC236}">
                    <a16:creationId xmlns:a16="http://schemas.microsoft.com/office/drawing/2014/main" id="{9DF92CA7-B8DD-2D44-4E66-7567BDB4AB8D}"/>
                  </a:ext>
                </a:extLst>
              </p:cNvPr>
              <p:cNvSpPr/>
              <p:nvPr/>
            </p:nvSpPr>
            <p:spPr>
              <a:xfrm>
                <a:off x="9411039" y="5037474"/>
                <a:ext cx="6343" cy="6345"/>
              </a:xfrm>
              <a:custGeom>
                <a:avLst/>
                <a:gdLst>
                  <a:gd name="connsiteX0" fmla="*/ 3408 w 6343"/>
                  <a:gd name="connsiteY0" fmla="*/ 6468 h 6345"/>
                  <a:gd name="connsiteX1" fmla="*/ 5651 w 6343"/>
                  <a:gd name="connsiteY1" fmla="*/ 5539 h 6345"/>
                  <a:gd name="connsiteX2" fmla="*/ 6580 w 6343"/>
                  <a:gd name="connsiteY2" fmla="*/ 3295 h 6345"/>
                  <a:gd name="connsiteX3" fmla="*/ 5651 w 6343"/>
                  <a:gd name="connsiteY3" fmla="*/ 1052 h 6345"/>
                  <a:gd name="connsiteX4" fmla="*/ 3408 w 6343"/>
                  <a:gd name="connsiteY4" fmla="*/ 123 h 6345"/>
                  <a:gd name="connsiteX5" fmla="*/ 1166 w 6343"/>
                  <a:gd name="connsiteY5" fmla="*/ 1052 h 6345"/>
                  <a:gd name="connsiteX6" fmla="*/ 237 w 6343"/>
                  <a:gd name="connsiteY6" fmla="*/ 3295 h 6345"/>
                  <a:gd name="connsiteX7" fmla="*/ 1166 w 6343"/>
                  <a:gd name="connsiteY7" fmla="*/ 5539 h 6345"/>
                  <a:gd name="connsiteX8" fmla="*/ 340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8"/>
                    </a:moveTo>
                    <a:cubicBezTo>
                      <a:pt x="4249" y="6468"/>
                      <a:pt x="5056" y="6134"/>
                      <a:pt x="5651" y="5539"/>
                    </a:cubicBezTo>
                    <a:cubicBezTo>
                      <a:pt x="6246" y="4944"/>
                      <a:pt x="6580" y="4137"/>
                      <a:pt x="6580" y="3295"/>
                    </a:cubicBezTo>
                    <a:cubicBezTo>
                      <a:pt x="6580" y="2454"/>
                      <a:pt x="6246" y="1647"/>
                      <a:pt x="5651" y="1052"/>
                    </a:cubicBezTo>
                    <a:cubicBezTo>
                      <a:pt x="5056" y="457"/>
                      <a:pt x="4249" y="123"/>
                      <a:pt x="3408" y="123"/>
                    </a:cubicBezTo>
                    <a:cubicBezTo>
                      <a:pt x="2567" y="123"/>
                      <a:pt x="1760" y="457"/>
                      <a:pt x="1166" y="1052"/>
                    </a:cubicBezTo>
                    <a:cubicBezTo>
                      <a:pt x="571" y="1647"/>
                      <a:pt x="237" y="2454"/>
                      <a:pt x="237" y="3295"/>
                    </a:cubicBezTo>
                    <a:cubicBezTo>
                      <a:pt x="237" y="4137"/>
                      <a:pt x="571" y="4944"/>
                      <a:pt x="1166" y="5539"/>
                    </a:cubicBezTo>
                    <a:cubicBezTo>
                      <a:pt x="1760" y="6134"/>
                      <a:pt x="2567" y="6468"/>
                      <a:pt x="340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73" name="Freeform: Shape 8172">
                <a:extLst>
                  <a:ext uri="{FF2B5EF4-FFF2-40B4-BE49-F238E27FC236}">
                    <a16:creationId xmlns:a16="http://schemas.microsoft.com/office/drawing/2014/main" id="{C2A50D6A-615E-8988-961A-CBE5A856E866}"/>
                  </a:ext>
                </a:extLst>
              </p:cNvPr>
              <p:cNvSpPr/>
              <p:nvPr/>
            </p:nvSpPr>
            <p:spPr>
              <a:xfrm>
                <a:off x="9412651" y="5037585"/>
                <a:ext cx="6343" cy="6345"/>
              </a:xfrm>
              <a:custGeom>
                <a:avLst/>
                <a:gdLst>
                  <a:gd name="connsiteX0" fmla="*/ 3408 w 6343"/>
                  <a:gd name="connsiteY0" fmla="*/ 6468 h 6345"/>
                  <a:gd name="connsiteX1" fmla="*/ 5651 w 6343"/>
                  <a:gd name="connsiteY1" fmla="*/ 5539 h 6345"/>
                  <a:gd name="connsiteX2" fmla="*/ 6580 w 6343"/>
                  <a:gd name="connsiteY2" fmla="*/ 3295 h 6345"/>
                  <a:gd name="connsiteX3" fmla="*/ 5651 w 6343"/>
                  <a:gd name="connsiteY3" fmla="*/ 1052 h 6345"/>
                  <a:gd name="connsiteX4" fmla="*/ 3408 w 6343"/>
                  <a:gd name="connsiteY4" fmla="*/ 123 h 6345"/>
                  <a:gd name="connsiteX5" fmla="*/ 1166 w 6343"/>
                  <a:gd name="connsiteY5" fmla="*/ 1052 h 6345"/>
                  <a:gd name="connsiteX6" fmla="*/ 237 w 6343"/>
                  <a:gd name="connsiteY6" fmla="*/ 3295 h 6345"/>
                  <a:gd name="connsiteX7" fmla="*/ 1166 w 6343"/>
                  <a:gd name="connsiteY7" fmla="*/ 5539 h 6345"/>
                  <a:gd name="connsiteX8" fmla="*/ 340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8"/>
                    </a:moveTo>
                    <a:cubicBezTo>
                      <a:pt x="4249" y="6468"/>
                      <a:pt x="5056" y="6134"/>
                      <a:pt x="5651" y="5539"/>
                    </a:cubicBezTo>
                    <a:cubicBezTo>
                      <a:pt x="6246" y="4944"/>
                      <a:pt x="6580" y="4137"/>
                      <a:pt x="6580" y="3295"/>
                    </a:cubicBezTo>
                    <a:cubicBezTo>
                      <a:pt x="6580" y="2454"/>
                      <a:pt x="6246" y="1647"/>
                      <a:pt x="5651" y="1052"/>
                    </a:cubicBezTo>
                    <a:cubicBezTo>
                      <a:pt x="5056" y="457"/>
                      <a:pt x="4249" y="123"/>
                      <a:pt x="3408" y="123"/>
                    </a:cubicBezTo>
                    <a:cubicBezTo>
                      <a:pt x="2567" y="123"/>
                      <a:pt x="1760" y="457"/>
                      <a:pt x="1166" y="1052"/>
                    </a:cubicBezTo>
                    <a:cubicBezTo>
                      <a:pt x="571" y="1647"/>
                      <a:pt x="237" y="2454"/>
                      <a:pt x="237" y="3295"/>
                    </a:cubicBezTo>
                    <a:cubicBezTo>
                      <a:pt x="237" y="4137"/>
                      <a:pt x="571" y="4944"/>
                      <a:pt x="1166" y="5539"/>
                    </a:cubicBezTo>
                    <a:cubicBezTo>
                      <a:pt x="1760" y="6134"/>
                      <a:pt x="2567" y="6468"/>
                      <a:pt x="340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74" name="Freeform: Shape 8173">
                <a:extLst>
                  <a:ext uri="{FF2B5EF4-FFF2-40B4-BE49-F238E27FC236}">
                    <a16:creationId xmlns:a16="http://schemas.microsoft.com/office/drawing/2014/main" id="{E013AE4E-A2D4-D206-6E89-07252C39D1B5}"/>
                  </a:ext>
                </a:extLst>
              </p:cNvPr>
              <p:cNvSpPr/>
              <p:nvPr/>
            </p:nvSpPr>
            <p:spPr>
              <a:xfrm>
                <a:off x="9414239" y="5037520"/>
                <a:ext cx="6343" cy="6345"/>
              </a:xfrm>
              <a:custGeom>
                <a:avLst/>
                <a:gdLst>
                  <a:gd name="connsiteX0" fmla="*/ 3408 w 6343"/>
                  <a:gd name="connsiteY0" fmla="*/ 6468 h 6345"/>
                  <a:gd name="connsiteX1" fmla="*/ 5651 w 6343"/>
                  <a:gd name="connsiteY1" fmla="*/ 5539 h 6345"/>
                  <a:gd name="connsiteX2" fmla="*/ 6580 w 6343"/>
                  <a:gd name="connsiteY2" fmla="*/ 3295 h 6345"/>
                  <a:gd name="connsiteX3" fmla="*/ 5651 w 6343"/>
                  <a:gd name="connsiteY3" fmla="*/ 1052 h 6345"/>
                  <a:gd name="connsiteX4" fmla="*/ 3408 w 6343"/>
                  <a:gd name="connsiteY4" fmla="*/ 123 h 6345"/>
                  <a:gd name="connsiteX5" fmla="*/ 1166 w 6343"/>
                  <a:gd name="connsiteY5" fmla="*/ 1052 h 6345"/>
                  <a:gd name="connsiteX6" fmla="*/ 237 w 6343"/>
                  <a:gd name="connsiteY6" fmla="*/ 3295 h 6345"/>
                  <a:gd name="connsiteX7" fmla="*/ 1166 w 6343"/>
                  <a:gd name="connsiteY7" fmla="*/ 5539 h 6345"/>
                  <a:gd name="connsiteX8" fmla="*/ 340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8"/>
                    </a:moveTo>
                    <a:cubicBezTo>
                      <a:pt x="4250" y="6468"/>
                      <a:pt x="5056" y="6134"/>
                      <a:pt x="5651" y="5539"/>
                    </a:cubicBezTo>
                    <a:cubicBezTo>
                      <a:pt x="6246" y="4944"/>
                      <a:pt x="6580" y="4137"/>
                      <a:pt x="6580" y="3295"/>
                    </a:cubicBezTo>
                    <a:cubicBezTo>
                      <a:pt x="6580" y="2454"/>
                      <a:pt x="6246" y="1647"/>
                      <a:pt x="5651" y="1052"/>
                    </a:cubicBezTo>
                    <a:cubicBezTo>
                      <a:pt x="5056" y="457"/>
                      <a:pt x="4250" y="123"/>
                      <a:pt x="3408" y="123"/>
                    </a:cubicBezTo>
                    <a:cubicBezTo>
                      <a:pt x="2567" y="123"/>
                      <a:pt x="1761" y="457"/>
                      <a:pt x="1166" y="1052"/>
                    </a:cubicBezTo>
                    <a:cubicBezTo>
                      <a:pt x="571" y="1647"/>
                      <a:pt x="237" y="2454"/>
                      <a:pt x="237" y="3295"/>
                    </a:cubicBezTo>
                    <a:cubicBezTo>
                      <a:pt x="237" y="4137"/>
                      <a:pt x="571" y="4944"/>
                      <a:pt x="1166" y="5539"/>
                    </a:cubicBezTo>
                    <a:cubicBezTo>
                      <a:pt x="1761" y="6134"/>
                      <a:pt x="2567" y="6468"/>
                      <a:pt x="340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75" name="Freeform: Shape 8174">
                <a:extLst>
                  <a:ext uri="{FF2B5EF4-FFF2-40B4-BE49-F238E27FC236}">
                    <a16:creationId xmlns:a16="http://schemas.microsoft.com/office/drawing/2014/main" id="{AF38FD45-935D-7181-A6A6-D4134EEB7C58}"/>
                  </a:ext>
                </a:extLst>
              </p:cNvPr>
              <p:cNvSpPr/>
              <p:nvPr/>
            </p:nvSpPr>
            <p:spPr>
              <a:xfrm>
                <a:off x="9415882" y="5037962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1 w 6343"/>
                  <a:gd name="connsiteY1" fmla="*/ 5539 h 6345"/>
                  <a:gd name="connsiteX2" fmla="*/ 6580 w 6343"/>
                  <a:gd name="connsiteY2" fmla="*/ 3296 h 6345"/>
                  <a:gd name="connsiteX3" fmla="*/ 5651 w 6343"/>
                  <a:gd name="connsiteY3" fmla="*/ 1052 h 6345"/>
                  <a:gd name="connsiteX4" fmla="*/ 3409 w 6343"/>
                  <a:gd name="connsiteY4" fmla="*/ 123 h 6345"/>
                  <a:gd name="connsiteX5" fmla="*/ 1166 w 6343"/>
                  <a:gd name="connsiteY5" fmla="*/ 1052 h 6345"/>
                  <a:gd name="connsiteX6" fmla="*/ 237 w 6343"/>
                  <a:gd name="connsiteY6" fmla="*/ 3296 h 6345"/>
                  <a:gd name="connsiteX7" fmla="*/ 1166 w 6343"/>
                  <a:gd name="connsiteY7" fmla="*/ 5539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0" y="6468"/>
                      <a:pt x="5056" y="6134"/>
                      <a:pt x="5651" y="5539"/>
                    </a:cubicBezTo>
                    <a:cubicBezTo>
                      <a:pt x="6246" y="4944"/>
                      <a:pt x="6580" y="4137"/>
                      <a:pt x="6580" y="3296"/>
                    </a:cubicBezTo>
                    <a:cubicBezTo>
                      <a:pt x="6580" y="2454"/>
                      <a:pt x="6246" y="1647"/>
                      <a:pt x="5651" y="1052"/>
                    </a:cubicBezTo>
                    <a:cubicBezTo>
                      <a:pt x="5056" y="457"/>
                      <a:pt x="4250" y="123"/>
                      <a:pt x="3409" y="123"/>
                    </a:cubicBezTo>
                    <a:cubicBezTo>
                      <a:pt x="2567" y="123"/>
                      <a:pt x="1761" y="457"/>
                      <a:pt x="1166" y="1052"/>
                    </a:cubicBezTo>
                    <a:cubicBezTo>
                      <a:pt x="571" y="1647"/>
                      <a:pt x="237" y="2454"/>
                      <a:pt x="237" y="3296"/>
                    </a:cubicBezTo>
                    <a:cubicBezTo>
                      <a:pt x="237" y="4137"/>
                      <a:pt x="571" y="4944"/>
                      <a:pt x="1166" y="5539"/>
                    </a:cubicBezTo>
                    <a:cubicBezTo>
                      <a:pt x="1761" y="6134"/>
                      <a:pt x="2567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76" name="Freeform: Shape 8175">
                <a:extLst>
                  <a:ext uri="{FF2B5EF4-FFF2-40B4-BE49-F238E27FC236}">
                    <a16:creationId xmlns:a16="http://schemas.microsoft.com/office/drawing/2014/main" id="{BD48223B-B7CE-7099-1271-9CE46D0DFB25}"/>
                  </a:ext>
                </a:extLst>
              </p:cNvPr>
              <p:cNvSpPr/>
              <p:nvPr/>
            </p:nvSpPr>
            <p:spPr>
              <a:xfrm>
                <a:off x="9417472" y="5037978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1 w 6343"/>
                  <a:gd name="connsiteY1" fmla="*/ 5539 h 6345"/>
                  <a:gd name="connsiteX2" fmla="*/ 6580 w 6343"/>
                  <a:gd name="connsiteY2" fmla="*/ 3296 h 6345"/>
                  <a:gd name="connsiteX3" fmla="*/ 5651 w 6343"/>
                  <a:gd name="connsiteY3" fmla="*/ 1052 h 6345"/>
                  <a:gd name="connsiteX4" fmla="*/ 3409 w 6343"/>
                  <a:gd name="connsiteY4" fmla="*/ 123 h 6345"/>
                  <a:gd name="connsiteX5" fmla="*/ 1166 w 6343"/>
                  <a:gd name="connsiteY5" fmla="*/ 1052 h 6345"/>
                  <a:gd name="connsiteX6" fmla="*/ 237 w 6343"/>
                  <a:gd name="connsiteY6" fmla="*/ 3296 h 6345"/>
                  <a:gd name="connsiteX7" fmla="*/ 1166 w 6343"/>
                  <a:gd name="connsiteY7" fmla="*/ 5539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0" y="6468"/>
                      <a:pt x="5057" y="6134"/>
                      <a:pt x="5651" y="5539"/>
                    </a:cubicBezTo>
                    <a:cubicBezTo>
                      <a:pt x="6246" y="4944"/>
                      <a:pt x="6580" y="4137"/>
                      <a:pt x="6580" y="3296"/>
                    </a:cubicBezTo>
                    <a:cubicBezTo>
                      <a:pt x="6580" y="2454"/>
                      <a:pt x="6246" y="1647"/>
                      <a:pt x="5651" y="1052"/>
                    </a:cubicBezTo>
                    <a:cubicBezTo>
                      <a:pt x="5057" y="457"/>
                      <a:pt x="4250" y="123"/>
                      <a:pt x="3409" y="123"/>
                    </a:cubicBezTo>
                    <a:cubicBezTo>
                      <a:pt x="2568" y="123"/>
                      <a:pt x="1761" y="457"/>
                      <a:pt x="1166" y="1052"/>
                    </a:cubicBezTo>
                    <a:cubicBezTo>
                      <a:pt x="571" y="1647"/>
                      <a:pt x="237" y="2454"/>
                      <a:pt x="237" y="3296"/>
                    </a:cubicBezTo>
                    <a:cubicBezTo>
                      <a:pt x="237" y="4137"/>
                      <a:pt x="571" y="4944"/>
                      <a:pt x="1166" y="5539"/>
                    </a:cubicBezTo>
                    <a:cubicBezTo>
                      <a:pt x="1761" y="6134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77" name="Freeform: Shape 8176">
                <a:extLst>
                  <a:ext uri="{FF2B5EF4-FFF2-40B4-BE49-F238E27FC236}">
                    <a16:creationId xmlns:a16="http://schemas.microsoft.com/office/drawing/2014/main" id="{CB2E9460-9BF7-C460-A1D8-A8291A1DDF1A}"/>
                  </a:ext>
                </a:extLst>
              </p:cNvPr>
              <p:cNvSpPr/>
              <p:nvPr/>
            </p:nvSpPr>
            <p:spPr>
              <a:xfrm>
                <a:off x="9419031" y="5037694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1 w 6343"/>
                  <a:gd name="connsiteY1" fmla="*/ 5539 h 6345"/>
                  <a:gd name="connsiteX2" fmla="*/ 6580 w 6343"/>
                  <a:gd name="connsiteY2" fmla="*/ 3295 h 6345"/>
                  <a:gd name="connsiteX3" fmla="*/ 5651 w 6343"/>
                  <a:gd name="connsiteY3" fmla="*/ 1052 h 6345"/>
                  <a:gd name="connsiteX4" fmla="*/ 3409 w 6343"/>
                  <a:gd name="connsiteY4" fmla="*/ 123 h 6345"/>
                  <a:gd name="connsiteX5" fmla="*/ 1166 w 6343"/>
                  <a:gd name="connsiteY5" fmla="*/ 1052 h 6345"/>
                  <a:gd name="connsiteX6" fmla="*/ 237 w 6343"/>
                  <a:gd name="connsiteY6" fmla="*/ 3295 h 6345"/>
                  <a:gd name="connsiteX7" fmla="*/ 1166 w 6343"/>
                  <a:gd name="connsiteY7" fmla="*/ 5539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0" y="6468"/>
                      <a:pt x="5057" y="6134"/>
                      <a:pt x="5651" y="5539"/>
                    </a:cubicBezTo>
                    <a:cubicBezTo>
                      <a:pt x="6246" y="4944"/>
                      <a:pt x="6580" y="4137"/>
                      <a:pt x="6580" y="3295"/>
                    </a:cubicBezTo>
                    <a:cubicBezTo>
                      <a:pt x="6580" y="2454"/>
                      <a:pt x="6246" y="1647"/>
                      <a:pt x="5651" y="1052"/>
                    </a:cubicBezTo>
                    <a:cubicBezTo>
                      <a:pt x="5057" y="457"/>
                      <a:pt x="4250" y="123"/>
                      <a:pt x="3409" y="123"/>
                    </a:cubicBezTo>
                    <a:cubicBezTo>
                      <a:pt x="2568" y="123"/>
                      <a:pt x="1761" y="457"/>
                      <a:pt x="1166" y="1052"/>
                    </a:cubicBezTo>
                    <a:cubicBezTo>
                      <a:pt x="571" y="1647"/>
                      <a:pt x="237" y="2454"/>
                      <a:pt x="237" y="3295"/>
                    </a:cubicBezTo>
                    <a:cubicBezTo>
                      <a:pt x="237" y="4137"/>
                      <a:pt x="571" y="4944"/>
                      <a:pt x="1166" y="5539"/>
                    </a:cubicBezTo>
                    <a:cubicBezTo>
                      <a:pt x="1761" y="6134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78" name="Freeform: Shape 8177">
                <a:extLst>
                  <a:ext uri="{FF2B5EF4-FFF2-40B4-BE49-F238E27FC236}">
                    <a16:creationId xmlns:a16="http://schemas.microsoft.com/office/drawing/2014/main" id="{295CBA7D-4A7C-E66F-FB50-8ED8BE4975BA}"/>
                  </a:ext>
                </a:extLst>
              </p:cNvPr>
              <p:cNvSpPr/>
              <p:nvPr/>
            </p:nvSpPr>
            <p:spPr>
              <a:xfrm>
                <a:off x="9420592" y="5037418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2 w 6343"/>
                  <a:gd name="connsiteY1" fmla="*/ 5539 h 6345"/>
                  <a:gd name="connsiteX2" fmla="*/ 6581 w 6343"/>
                  <a:gd name="connsiteY2" fmla="*/ 3295 h 6345"/>
                  <a:gd name="connsiteX3" fmla="*/ 5652 w 6343"/>
                  <a:gd name="connsiteY3" fmla="*/ 1052 h 6345"/>
                  <a:gd name="connsiteX4" fmla="*/ 3409 w 6343"/>
                  <a:gd name="connsiteY4" fmla="*/ 123 h 6345"/>
                  <a:gd name="connsiteX5" fmla="*/ 1166 w 6343"/>
                  <a:gd name="connsiteY5" fmla="*/ 1052 h 6345"/>
                  <a:gd name="connsiteX6" fmla="*/ 237 w 6343"/>
                  <a:gd name="connsiteY6" fmla="*/ 3295 h 6345"/>
                  <a:gd name="connsiteX7" fmla="*/ 1166 w 6343"/>
                  <a:gd name="connsiteY7" fmla="*/ 5539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0" y="6468"/>
                      <a:pt x="5057" y="6134"/>
                      <a:pt x="5652" y="5539"/>
                    </a:cubicBezTo>
                    <a:cubicBezTo>
                      <a:pt x="6246" y="4944"/>
                      <a:pt x="6581" y="4137"/>
                      <a:pt x="6581" y="3295"/>
                    </a:cubicBezTo>
                    <a:cubicBezTo>
                      <a:pt x="6581" y="2454"/>
                      <a:pt x="6246" y="1647"/>
                      <a:pt x="5652" y="1052"/>
                    </a:cubicBezTo>
                    <a:cubicBezTo>
                      <a:pt x="5057" y="457"/>
                      <a:pt x="4250" y="123"/>
                      <a:pt x="3409" y="123"/>
                    </a:cubicBezTo>
                    <a:cubicBezTo>
                      <a:pt x="2568" y="123"/>
                      <a:pt x="1761" y="457"/>
                      <a:pt x="1166" y="1052"/>
                    </a:cubicBezTo>
                    <a:cubicBezTo>
                      <a:pt x="572" y="1647"/>
                      <a:pt x="237" y="2454"/>
                      <a:pt x="237" y="3295"/>
                    </a:cubicBezTo>
                    <a:cubicBezTo>
                      <a:pt x="237" y="4137"/>
                      <a:pt x="572" y="4944"/>
                      <a:pt x="1166" y="5539"/>
                    </a:cubicBezTo>
                    <a:cubicBezTo>
                      <a:pt x="1761" y="6134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79" name="Freeform: Shape 8178">
                <a:extLst>
                  <a:ext uri="{FF2B5EF4-FFF2-40B4-BE49-F238E27FC236}">
                    <a16:creationId xmlns:a16="http://schemas.microsoft.com/office/drawing/2014/main" id="{E139F857-A5BA-9FFC-E4F9-A79445A25C0A}"/>
                  </a:ext>
                </a:extLst>
              </p:cNvPr>
              <p:cNvSpPr/>
              <p:nvPr/>
            </p:nvSpPr>
            <p:spPr>
              <a:xfrm>
                <a:off x="9422177" y="5037402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2 w 6343"/>
                  <a:gd name="connsiteY1" fmla="*/ 5539 h 6345"/>
                  <a:gd name="connsiteX2" fmla="*/ 6581 w 6343"/>
                  <a:gd name="connsiteY2" fmla="*/ 3295 h 6345"/>
                  <a:gd name="connsiteX3" fmla="*/ 5652 w 6343"/>
                  <a:gd name="connsiteY3" fmla="*/ 1052 h 6345"/>
                  <a:gd name="connsiteX4" fmla="*/ 3409 w 6343"/>
                  <a:gd name="connsiteY4" fmla="*/ 123 h 6345"/>
                  <a:gd name="connsiteX5" fmla="*/ 1166 w 6343"/>
                  <a:gd name="connsiteY5" fmla="*/ 1052 h 6345"/>
                  <a:gd name="connsiteX6" fmla="*/ 238 w 6343"/>
                  <a:gd name="connsiteY6" fmla="*/ 3295 h 6345"/>
                  <a:gd name="connsiteX7" fmla="*/ 1166 w 6343"/>
                  <a:gd name="connsiteY7" fmla="*/ 5539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0" y="6468"/>
                      <a:pt x="5057" y="6134"/>
                      <a:pt x="5652" y="5539"/>
                    </a:cubicBezTo>
                    <a:cubicBezTo>
                      <a:pt x="6246" y="4944"/>
                      <a:pt x="6581" y="4137"/>
                      <a:pt x="6581" y="3295"/>
                    </a:cubicBezTo>
                    <a:cubicBezTo>
                      <a:pt x="6581" y="2454"/>
                      <a:pt x="6246" y="1647"/>
                      <a:pt x="5652" y="1052"/>
                    </a:cubicBezTo>
                    <a:cubicBezTo>
                      <a:pt x="5057" y="457"/>
                      <a:pt x="4250" y="123"/>
                      <a:pt x="3409" y="123"/>
                    </a:cubicBezTo>
                    <a:cubicBezTo>
                      <a:pt x="2568" y="123"/>
                      <a:pt x="1761" y="457"/>
                      <a:pt x="1166" y="1052"/>
                    </a:cubicBezTo>
                    <a:cubicBezTo>
                      <a:pt x="572" y="1647"/>
                      <a:pt x="238" y="2454"/>
                      <a:pt x="238" y="3295"/>
                    </a:cubicBezTo>
                    <a:cubicBezTo>
                      <a:pt x="238" y="4137"/>
                      <a:pt x="572" y="4944"/>
                      <a:pt x="1166" y="5539"/>
                    </a:cubicBezTo>
                    <a:cubicBezTo>
                      <a:pt x="1761" y="6134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80" name="Freeform: Shape 8179">
                <a:extLst>
                  <a:ext uri="{FF2B5EF4-FFF2-40B4-BE49-F238E27FC236}">
                    <a16:creationId xmlns:a16="http://schemas.microsoft.com/office/drawing/2014/main" id="{E8768AFA-4710-D990-2B86-54200B0ED64A}"/>
                  </a:ext>
                </a:extLst>
              </p:cNvPr>
              <p:cNvSpPr/>
              <p:nvPr/>
            </p:nvSpPr>
            <p:spPr>
              <a:xfrm>
                <a:off x="9423731" y="5037021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2 w 6343"/>
                  <a:gd name="connsiteY1" fmla="*/ 5539 h 6345"/>
                  <a:gd name="connsiteX2" fmla="*/ 6581 w 6343"/>
                  <a:gd name="connsiteY2" fmla="*/ 3295 h 6345"/>
                  <a:gd name="connsiteX3" fmla="*/ 5652 w 6343"/>
                  <a:gd name="connsiteY3" fmla="*/ 1052 h 6345"/>
                  <a:gd name="connsiteX4" fmla="*/ 3409 w 6343"/>
                  <a:gd name="connsiteY4" fmla="*/ 123 h 6345"/>
                  <a:gd name="connsiteX5" fmla="*/ 1167 w 6343"/>
                  <a:gd name="connsiteY5" fmla="*/ 1052 h 6345"/>
                  <a:gd name="connsiteX6" fmla="*/ 238 w 6343"/>
                  <a:gd name="connsiteY6" fmla="*/ 3295 h 6345"/>
                  <a:gd name="connsiteX7" fmla="*/ 1167 w 6343"/>
                  <a:gd name="connsiteY7" fmla="*/ 5539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0" y="6468"/>
                      <a:pt x="5057" y="6134"/>
                      <a:pt x="5652" y="5539"/>
                    </a:cubicBezTo>
                    <a:cubicBezTo>
                      <a:pt x="6247" y="4944"/>
                      <a:pt x="6581" y="4137"/>
                      <a:pt x="6581" y="3295"/>
                    </a:cubicBezTo>
                    <a:cubicBezTo>
                      <a:pt x="6581" y="2454"/>
                      <a:pt x="6247" y="1647"/>
                      <a:pt x="5652" y="1052"/>
                    </a:cubicBezTo>
                    <a:cubicBezTo>
                      <a:pt x="5057" y="457"/>
                      <a:pt x="4250" y="123"/>
                      <a:pt x="3409" y="123"/>
                    </a:cubicBezTo>
                    <a:cubicBezTo>
                      <a:pt x="2568" y="123"/>
                      <a:pt x="1761" y="457"/>
                      <a:pt x="1167" y="1052"/>
                    </a:cubicBezTo>
                    <a:cubicBezTo>
                      <a:pt x="572" y="1647"/>
                      <a:pt x="238" y="2454"/>
                      <a:pt x="238" y="3295"/>
                    </a:cubicBezTo>
                    <a:cubicBezTo>
                      <a:pt x="238" y="4137"/>
                      <a:pt x="572" y="4944"/>
                      <a:pt x="1167" y="5539"/>
                    </a:cubicBezTo>
                    <a:cubicBezTo>
                      <a:pt x="1761" y="6134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81" name="Freeform: Shape 8180">
                <a:extLst>
                  <a:ext uri="{FF2B5EF4-FFF2-40B4-BE49-F238E27FC236}">
                    <a16:creationId xmlns:a16="http://schemas.microsoft.com/office/drawing/2014/main" id="{48D2A0A4-1CD3-A855-D41E-F2ED40C1E9E1}"/>
                  </a:ext>
                </a:extLst>
              </p:cNvPr>
              <p:cNvSpPr/>
              <p:nvPr/>
            </p:nvSpPr>
            <p:spPr>
              <a:xfrm>
                <a:off x="9425303" y="5036836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2 w 6343"/>
                  <a:gd name="connsiteY1" fmla="*/ 5539 h 6345"/>
                  <a:gd name="connsiteX2" fmla="*/ 6581 w 6343"/>
                  <a:gd name="connsiteY2" fmla="*/ 3295 h 6345"/>
                  <a:gd name="connsiteX3" fmla="*/ 5652 w 6343"/>
                  <a:gd name="connsiteY3" fmla="*/ 1052 h 6345"/>
                  <a:gd name="connsiteX4" fmla="*/ 3409 w 6343"/>
                  <a:gd name="connsiteY4" fmla="*/ 123 h 6345"/>
                  <a:gd name="connsiteX5" fmla="*/ 1167 w 6343"/>
                  <a:gd name="connsiteY5" fmla="*/ 1052 h 6345"/>
                  <a:gd name="connsiteX6" fmla="*/ 238 w 6343"/>
                  <a:gd name="connsiteY6" fmla="*/ 3295 h 6345"/>
                  <a:gd name="connsiteX7" fmla="*/ 1167 w 6343"/>
                  <a:gd name="connsiteY7" fmla="*/ 5539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0" y="6468"/>
                      <a:pt x="5057" y="6134"/>
                      <a:pt x="5652" y="5539"/>
                    </a:cubicBezTo>
                    <a:cubicBezTo>
                      <a:pt x="6247" y="4944"/>
                      <a:pt x="6581" y="4137"/>
                      <a:pt x="6581" y="3295"/>
                    </a:cubicBezTo>
                    <a:cubicBezTo>
                      <a:pt x="6581" y="2454"/>
                      <a:pt x="6247" y="1647"/>
                      <a:pt x="5652" y="1052"/>
                    </a:cubicBezTo>
                    <a:cubicBezTo>
                      <a:pt x="5057" y="457"/>
                      <a:pt x="4250" y="123"/>
                      <a:pt x="3409" y="123"/>
                    </a:cubicBezTo>
                    <a:cubicBezTo>
                      <a:pt x="2568" y="123"/>
                      <a:pt x="1761" y="457"/>
                      <a:pt x="1167" y="1052"/>
                    </a:cubicBezTo>
                    <a:cubicBezTo>
                      <a:pt x="572" y="1647"/>
                      <a:pt x="238" y="2454"/>
                      <a:pt x="238" y="3295"/>
                    </a:cubicBezTo>
                    <a:cubicBezTo>
                      <a:pt x="238" y="4137"/>
                      <a:pt x="572" y="4944"/>
                      <a:pt x="1167" y="5539"/>
                    </a:cubicBezTo>
                    <a:cubicBezTo>
                      <a:pt x="1761" y="6134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82" name="Freeform: Shape 8181">
                <a:extLst>
                  <a:ext uri="{FF2B5EF4-FFF2-40B4-BE49-F238E27FC236}">
                    <a16:creationId xmlns:a16="http://schemas.microsoft.com/office/drawing/2014/main" id="{8056DA13-7B0E-6C2E-0B77-4E1D96C917B7}"/>
                  </a:ext>
                </a:extLst>
              </p:cNvPr>
              <p:cNvSpPr/>
              <p:nvPr/>
            </p:nvSpPr>
            <p:spPr>
              <a:xfrm>
                <a:off x="9426885" y="5036786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2 w 6343"/>
                  <a:gd name="connsiteY1" fmla="*/ 5539 h 6345"/>
                  <a:gd name="connsiteX2" fmla="*/ 6581 w 6343"/>
                  <a:gd name="connsiteY2" fmla="*/ 3295 h 6345"/>
                  <a:gd name="connsiteX3" fmla="*/ 5652 w 6343"/>
                  <a:gd name="connsiteY3" fmla="*/ 1052 h 6345"/>
                  <a:gd name="connsiteX4" fmla="*/ 3409 w 6343"/>
                  <a:gd name="connsiteY4" fmla="*/ 123 h 6345"/>
                  <a:gd name="connsiteX5" fmla="*/ 1167 w 6343"/>
                  <a:gd name="connsiteY5" fmla="*/ 1052 h 6345"/>
                  <a:gd name="connsiteX6" fmla="*/ 238 w 6343"/>
                  <a:gd name="connsiteY6" fmla="*/ 3295 h 6345"/>
                  <a:gd name="connsiteX7" fmla="*/ 1167 w 6343"/>
                  <a:gd name="connsiteY7" fmla="*/ 5539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1" y="6468"/>
                      <a:pt x="5057" y="6134"/>
                      <a:pt x="5652" y="5539"/>
                    </a:cubicBezTo>
                    <a:cubicBezTo>
                      <a:pt x="6247" y="4944"/>
                      <a:pt x="6581" y="4137"/>
                      <a:pt x="6581" y="3295"/>
                    </a:cubicBezTo>
                    <a:cubicBezTo>
                      <a:pt x="6581" y="2454"/>
                      <a:pt x="6247" y="1647"/>
                      <a:pt x="5652" y="1052"/>
                    </a:cubicBezTo>
                    <a:cubicBezTo>
                      <a:pt x="5057" y="457"/>
                      <a:pt x="4251" y="123"/>
                      <a:pt x="3409" y="123"/>
                    </a:cubicBezTo>
                    <a:cubicBezTo>
                      <a:pt x="2568" y="123"/>
                      <a:pt x="1762" y="457"/>
                      <a:pt x="1167" y="1052"/>
                    </a:cubicBezTo>
                    <a:cubicBezTo>
                      <a:pt x="572" y="1647"/>
                      <a:pt x="238" y="2454"/>
                      <a:pt x="238" y="3295"/>
                    </a:cubicBezTo>
                    <a:cubicBezTo>
                      <a:pt x="238" y="4137"/>
                      <a:pt x="572" y="4944"/>
                      <a:pt x="1167" y="5539"/>
                    </a:cubicBezTo>
                    <a:cubicBezTo>
                      <a:pt x="1762" y="6134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83" name="Freeform: Shape 8182">
                <a:extLst>
                  <a:ext uri="{FF2B5EF4-FFF2-40B4-BE49-F238E27FC236}">
                    <a16:creationId xmlns:a16="http://schemas.microsoft.com/office/drawing/2014/main" id="{F2E9882B-05CD-EB12-8E7E-67270CD00295}"/>
                  </a:ext>
                </a:extLst>
              </p:cNvPr>
              <p:cNvSpPr/>
              <p:nvPr/>
            </p:nvSpPr>
            <p:spPr>
              <a:xfrm>
                <a:off x="9428471" y="5036809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2 w 6343"/>
                  <a:gd name="connsiteY1" fmla="*/ 5539 h 6345"/>
                  <a:gd name="connsiteX2" fmla="*/ 6581 w 6343"/>
                  <a:gd name="connsiteY2" fmla="*/ 3295 h 6345"/>
                  <a:gd name="connsiteX3" fmla="*/ 5652 w 6343"/>
                  <a:gd name="connsiteY3" fmla="*/ 1052 h 6345"/>
                  <a:gd name="connsiteX4" fmla="*/ 3410 w 6343"/>
                  <a:gd name="connsiteY4" fmla="*/ 123 h 6345"/>
                  <a:gd name="connsiteX5" fmla="*/ 1167 w 6343"/>
                  <a:gd name="connsiteY5" fmla="*/ 1052 h 6345"/>
                  <a:gd name="connsiteX6" fmla="*/ 238 w 6343"/>
                  <a:gd name="connsiteY6" fmla="*/ 3295 h 6345"/>
                  <a:gd name="connsiteX7" fmla="*/ 1167 w 6343"/>
                  <a:gd name="connsiteY7" fmla="*/ 5539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1" y="6468"/>
                      <a:pt x="5057" y="6134"/>
                      <a:pt x="5652" y="5539"/>
                    </a:cubicBezTo>
                    <a:cubicBezTo>
                      <a:pt x="6247" y="4944"/>
                      <a:pt x="6581" y="4137"/>
                      <a:pt x="6581" y="3295"/>
                    </a:cubicBezTo>
                    <a:cubicBezTo>
                      <a:pt x="6581" y="2454"/>
                      <a:pt x="6247" y="1647"/>
                      <a:pt x="5652" y="1052"/>
                    </a:cubicBezTo>
                    <a:cubicBezTo>
                      <a:pt x="5057" y="457"/>
                      <a:pt x="4251" y="123"/>
                      <a:pt x="3410" y="123"/>
                    </a:cubicBezTo>
                    <a:cubicBezTo>
                      <a:pt x="2568" y="123"/>
                      <a:pt x="1762" y="457"/>
                      <a:pt x="1167" y="1052"/>
                    </a:cubicBezTo>
                    <a:cubicBezTo>
                      <a:pt x="572" y="1647"/>
                      <a:pt x="238" y="2454"/>
                      <a:pt x="238" y="3295"/>
                    </a:cubicBezTo>
                    <a:cubicBezTo>
                      <a:pt x="238" y="4137"/>
                      <a:pt x="572" y="4944"/>
                      <a:pt x="1167" y="5539"/>
                    </a:cubicBezTo>
                    <a:cubicBezTo>
                      <a:pt x="1762" y="6134"/>
                      <a:pt x="2568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84" name="Freeform: Shape 8183">
                <a:extLst>
                  <a:ext uri="{FF2B5EF4-FFF2-40B4-BE49-F238E27FC236}">
                    <a16:creationId xmlns:a16="http://schemas.microsoft.com/office/drawing/2014/main" id="{6690AF94-935F-6C00-7E49-BB1B9599AF97}"/>
                  </a:ext>
                </a:extLst>
              </p:cNvPr>
              <p:cNvSpPr/>
              <p:nvPr/>
            </p:nvSpPr>
            <p:spPr>
              <a:xfrm>
                <a:off x="9430056" y="5036841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2 w 6343"/>
                  <a:gd name="connsiteY1" fmla="*/ 5539 h 6345"/>
                  <a:gd name="connsiteX2" fmla="*/ 6581 w 6343"/>
                  <a:gd name="connsiteY2" fmla="*/ 3295 h 6345"/>
                  <a:gd name="connsiteX3" fmla="*/ 5652 w 6343"/>
                  <a:gd name="connsiteY3" fmla="*/ 1052 h 6345"/>
                  <a:gd name="connsiteX4" fmla="*/ 3410 w 6343"/>
                  <a:gd name="connsiteY4" fmla="*/ 123 h 6345"/>
                  <a:gd name="connsiteX5" fmla="*/ 1167 w 6343"/>
                  <a:gd name="connsiteY5" fmla="*/ 1052 h 6345"/>
                  <a:gd name="connsiteX6" fmla="*/ 238 w 6343"/>
                  <a:gd name="connsiteY6" fmla="*/ 3295 h 6345"/>
                  <a:gd name="connsiteX7" fmla="*/ 1167 w 6343"/>
                  <a:gd name="connsiteY7" fmla="*/ 5539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1" y="6468"/>
                      <a:pt x="5058" y="6134"/>
                      <a:pt x="5652" y="5539"/>
                    </a:cubicBezTo>
                    <a:cubicBezTo>
                      <a:pt x="6247" y="4944"/>
                      <a:pt x="6581" y="4137"/>
                      <a:pt x="6581" y="3295"/>
                    </a:cubicBezTo>
                    <a:cubicBezTo>
                      <a:pt x="6581" y="2454"/>
                      <a:pt x="6247" y="1647"/>
                      <a:pt x="5652" y="1052"/>
                    </a:cubicBezTo>
                    <a:cubicBezTo>
                      <a:pt x="5058" y="457"/>
                      <a:pt x="4251" y="123"/>
                      <a:pt x="3410" y="123"/>
                    </a:cubicBezTo>
                    <a:cubicBezTo>
                      <a:pt x="2569" y="123"/>
                      <a:pt x="1762" y="457"/>
                      <a:pt x="1167" y="1052"/>
                    </a:cubicBezTo>
                    <a:cubicBezTo>
                      <a:pt x="572" y="1647"/>
                      <a:pt x="238" y="2454"/>
                      <a:pt x="238" y="3295"/>
                    </a:cubicBezTo>
                    <a:cubicBezTo>
                      <a:pt x="238" y="4137"/>
                      <a:pt x="572" y="4944"/>
                      <a:pt x="1167" y="5539"/>
                    </a:cubicBezTo>
                    <a:cubicBezTo>
                      <a:pt x="1762" y="6134"/>
                      <a:pt x="2569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85" name="Freeform: Shape 8184">
                <a:extLst>
                  <a:ext uri="{FF2B5EF4-FFF2-40B4-BE49-F238E27FC236}">
                    <a16:creationId xmlns:a16="http://schemas.microsoft.com/office/drawing/2014/main" id="{C4D15EE4-9B98-188A-0225-6D26617E7B3D}"/>
                  </a:ext>
                </a:extLst>
              </p:cNvPr>
              <p:cNvSpPr/>
              <p:nvPr/>
            </p:nvSpPr>
            <p:spPr>
              <a:xfrm>
                <a:off x="9431615" y="5036383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2 w 6343"/>
                  <a:gd name="connsiteY1" fmla="*/ 5539 h 6345"/>
                  <a:gd name="connsiteX2" fmla="*/ 6581 w 6343"/>
                  <a:gd name="connsiteY2" fmla="*/ 3295 h 6345"/>
                  <a:gd name="connsiteX3" fmla="*/ 5652 w 6343"/>
                  <a:gd name="connsiteY3" fmla="*/ 1052 h 6345"/>
                  <a:gd name="connsiteX4" fmla="*/ 3410 w 6343"/>
                  <a:gd name="connsiteY4" fmla="*/ 123 h 6345"/>
                  <a:gd name="connsiteX5" fmla="*/ 1167 w 6343"/>
                  <a:gd name="connsiteY5" fmla="*/ 1052 h 6345"/>
                  <a:gd name="connsiteX6" fmla="*/ 238 w 6343"/>
                  <a:gd name="connsiteY6" fmla="*/ 3295 h 6345"/>
                  <a:gd name="connsiteX7" fmla="*/ 1167 w 6343"/>
                  <a:gd name="connsiteY7" fmla="*/ 5539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1" y="6468"/>
                      <a:pt x="5058" y="6134"/>
                      <a:pt x="5652" y="5539"/>
                    </a:cubicBezTo>
                    <a:cubicBezTo>
                      <a:pt x="6247" y="4944"/>
                      <a:pt x="6581" y="4137"/>
                      <a:pt x="6581" y="3295"/>
                    </a:cubicBezTo>
                    <a:cubicBezTo>
                      <a:pt x="6581" y="2454"/>
                      <a:pt x="6247" y="1647"/>
                      <a:pt x="5652" y="1052"/>
                    </a:cubicBezTo>
                    <a:cubicBezTo>
                      <a:pt x="5058" y="457"/>
                      <a:pt x="4251" y="123"/>
                      <a:pt x="3410" y="123"/>
                    </a:cubicBezTo>
                    <a:cubicBezTo>
                      <a:pt x="2569" y="123"/>
                      <a:pt x="1762" y="457"/>
                      <a:pt x="1167" y="1052"/>
                    </a:cubicBezTo>
                    <a:cubicBezTo>
                      <a:pt x="572" y="1647"/>
                      <a:pt x="238" y="2454"/>
                      <a:pt x="238" y="3295"/>
                    </a:cubicBezTo>
                    <a:cubicBezTo>
                      <a:pt x="238" y="4137"/>
                      <a:pt x="572" y="4944"/>
                      <a:pt x="1167" y="5539"/>
                    </a:cubicBezTo>
                    <a:cubicBezTo>
                      <a:pt x="1762" y="6134"/>
                      <a:pt x="2569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86" name="Freeform: Shape 8185">
                <a:extLst>
                  <a:ext uri="{FF2B5EF4-FFF2-40B4-BE49-F238E27FC236}">
                    <a16:creationId xmlns:a16="http://schemas.microsoft.com/office/drawing/2014/main" id="{5DCDA6FB-836D-BEC0-D233-226A17940ED5}"/>
                  </a:ext>
                </a:extLst>
              </p:cNvPr>
              <p:cNvSpPr/>
              <p:nvPr/>
            </p:nvSpPr>
            <p:spPr>
              <a:xfrm>
                <a:off x="9433176" y="5035872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3 w 6343"/>
                  <a:gd name="connsiteY1" fmla="*/ 5539 h 6345"/>
                  <a:gd name="connsiteX2" fmla="*/ 6581 w 6343"/>
                  <a:gd name="connsiteY2" fmla="*/ 3295 h 6345"/>
                  <a:gd name="connsiteX3" fmla="*/ 5653 w 6343"/>
                  <a:gd name="connsiteY3" fmla="*/ 1052 h 6345"/>
                  <a:gd name="connsiteX4" fmla="*/ 3410 w 6343"/>
                  <a:gd name="connsiteY4" fmla="*/ 123 h 6345"/>
                  <a:gd name="connsiteX5" fmla="*/ 1167 w 6343"/>
                  <a:gd name="connsiteY5" fmla="*/ 1052 h 6345"/>
                  <a:gd name="connsiteX6" fmla="*/ 238 w 6343"/>
                  <a:gd name="connsiteY6" fmla="*/ 3295 h 6345"/>
                  <a:gd name="connsiteX7" fmla="*/ 1167 w 6343"/>
                  <a:gd name="connsiteY7" fmla="*/ 5539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1" y="6468"/>
                      <a:pt x="5058" y="6134"/>
                      <a:pt x="5653" y="5539"/>
                    </a:cubicBezTo>
                    <a:cubicBezTo>
                      <a:pt x="6247" y="4944"/>
                      <a:pt x="6581" y="4137"/>
                      <a:pt x="6581" y="3295"/>
                    </a:cubicBezTo>
                    <a:cubicBezTo>
                      <a:pt x="6581" y="2454"/>
                      <a:pt x="6247" y="1647"/>
                      <a:pt x="5653" y="1052"/>
                    </a:cubicBezTo>
                    <a:cubicBezTo>
                      <a:pt x="5058" y="457"/>
                      <a:pt x="4251" y="123"/>
                      <a:pt x="3410" y="123"/>
                    </a:cubicBezTo>
                    <a:cubicBezTo>
                      <a:pt x="2569" y="123"/>
                      <a:pt x="1762" y="457"/>
                      <a:pt x="1167" y="1052"/>
                    </a:cubicBezTo>
                    <a:cubicBezTo>
                      <a:pt x="573" y="1647"/>
                      <a:pt x="238" y="2454"/>
                      <a:pt x="238" y="3295"/>
                    </a:cubicBezTo>
                    <a:cubicBezTo>
                      <a:pt x="238" y="4137"/>
                      <a:pt x="573" y="4944"/>
                      <a:pt x="1167" y="5539"/>
                    </a:cubicBezTo>
                    <a:cubicBezTo>
                      <a:pt x="1762" y="6134"/>
                      <a:pt x="2569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87" name="Freeform: Shape 8186">
                <a:extLst>
                  <a:ext uri="{FF2B5EF4-FFF2-40B4-BE49-F238E27FC236}">
                    <a16:creationId xmlns:a16="http://schemas.microsoft.com/office/drawing/2014/main" id="{0568D21F-D7BB-8345-245A-6325A0811B77}"/>
                  </a:ext>
                </a:extLst>
              </p:cNvPr>
              <p:cNvSpPr/>
              <p:nvPr/>
            </p:nvSpPr>
            <p:spPr>
              <a:xfrm>
                <a:off x="9434762" y="5035870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3 w 6343"/>
                  <a:gd name="connsiteY1" fmla="*/ 5539 h 6345"/>
                  <a:gd name="connsiteX2" fmla="*/ 6582 w 6343"/>
                  <a:gd name="connsiteY2" fmla="*/ 3295 h 6345"/>
                  <a:gd name="connsiteX3" fmla="*/ 5653 w 6343"/>
                  <a:gd name="connsiteY3" fmla="*/ 1052 h 6345"/>
                  <a:gd name="connsiteX4" fmla="*/ 3410 w 6343"/>
                  <a:gd name="connsiteY4" fmla="*/ 123 h 6345"/>
                  <a:gd name="connsiteX5" fmla="*/ 1167 w 6343"/>
                  <a:gd name="connsiteY5" fmla="*/ 1052 h 6345"/>
                  <a:gd name="connsiteX6" fmla="*/ 239 w 6343"/>
                  <a:gd name="connsiteY6" fmla="*/ 3295 h 6345"/>
                  <a:gd name="connsiteX7" fmla="*/ 1167 w 6343"/>
                  <a:gd name="connsiteY7" fmla="*/ 5539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1" y="6468"/>
                      <a:pt x="5058" y="6134"/>
                      <a:pt x="5653" y="5539"/>
                    </a:cubicBezTo>
                    <a:cubicBezTo>
                      <a:pt x="6247" y="4944"/>
                      <a:pt x="6582" y="4137"/>
                      <a:pt x="6582" y="3295"/>
                    </a:cubicBezTo>
                    <a:cubicBezTo>
                      <a:pt x="6582" y="2454"/>
                      <a:pt x="6247" y="1647"/>
                      <a:pt x="5653" y="1052"/>
                    </a:cubicBezTo>
                    <a:cubicBezTo>
                      <a:pt x="5058" y="457"/>
                      <a:pt x="4251" y="123"/>
                      <a:pt x="3410" y="123"/>
                    </a:cubicBezTo>
                    <a:cubicBezTo>
                      <a:pt x="2569" y="123"/>
                      <a:pt x="1762" y="457"/>
                      <a:pt x="1167" y="1052"/>
                    </a:cubicBezTo>
                    <a:cubicBezTo>
                      <a:pt x="573" y="1647"/>
                      <a:pt x="239" y="2454"/>
                      <a:pt x="239" y="3295"/>
                    </a:cubicBezTo>
                    <a:cubicBezTo>
                      <a:pt x="239" y="4137"/>
                      <a:pt x="573" y="4944"/>
                      <a:pt x="1167" y="5539"/>
                    </a:cubicBezTo>
                    <a:cubicBezTo>
                      <a:pt x="1762" y="6134"/>
                      <a:pt x="2569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88" name="Freeform: Shape 8187">
                <a:extLst>
                  <a:ext uri="{FF2B5EF4-FFF2-40B4-BE49-F238E27FC236}">
                    <a16:creationId xmlns:a16="http://schemas.microsoft.com/office/drawing/2014/main" id="{71B3982C-F95C-F8B3-D8F4-C180B70439CB}"/>
                  </a:ext>
                </a:extLst>
              </p:cNvPr>
              <p:cNvSpPr/>
              <p:nvPr/>
            </p:nvSpPr>
            <p:spPr>
              <a:xfrm>
                <a:off x="9436340" y="5035628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3 w 6343"/>
                  <a:gd name="connsiteY1" fmla="*/ 5539 h 6345"/>
                  <a:gd name="connsiteX2" fmla="*/ 6582 w 6343"/>
                  <a:gd name="connsiteY2" fmla="*/ 3295 h 6345"/>
                  <a:gd name="connsiteX3" fmla="*/ 5653 w 6343"/>
                  <a:gd name="connsiteY3" fmla="*/ 1052 h 6345"/>
                  <a:gd name="connsiteX4" fmla="*/ 3410 w 6343"/>
                  <a:gd name="connsiteY4" fmla="*/ 123 h 6345"/>
                  <a:gd name="connsiteX5" fmla="*/ 1168 w 6343"/>
                  <a:gd name="connsiteY5" fmla="*/ 1052 h 6345"/>
                  <a:gd name="connsiteX6" fmla="*/ 239 w 6343"/>
                  <a:gd name="connsiteY6" fmla="*/ 3295 h 6345"/>
                  <a:gd name="connsiteX7" fmla="*/ 1168 w 6343"/>
                  <a:gd name="connsiteY7" fmla="*/ 5539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1" y="6468"/>
                      <a:pt x="5058" y="6134"/>
                      <a:pt x="5653" y="5539"/>
                    </a:cubicBezTo>
                    <a:cubicBezTo>
                      <a:pt x="6248" y="4944"/>
                      <a:pt x="6582" y="4137"/>
                      <a:pt x="6582" y="3295"/>
                    </a:cubicBezTo>
                    <a:cubicBezTo>
                      <a:pt x="6582" y="2454"/>
                      <a:pt x="6248" y="1647"/>
                      <a:pt x="5653" y="1052"/>
                    </a:cubicBezTo>
                    <a:cubicBezTo>
                      <a:pt x="5058" y="457"/>
                      <a:pt x="4251" y="123"/>
                      <a:pt x="3410" y="123"/>
                    </a:cubicBezTo>
                    <a:cubicBezTo>
                      <a:pt x="2569" y="123"/>
                      <a:pt x="1762" y="457"/>
                      <a:pt x="1168" y="1052"/>
                    </a:cubicBezTo>
                    <a:cubicBezTo>
                      <a:pt x="573" y="1647"/>
                      <a:pt x="239" y="2454"/>
                      <a:pt x="239" y="3295"/>
                    </a:cubicBezTo>
                    <a:cubicBezTo>
                      <a:pt x="239" y="4137"/>
                      <a:pt x="573" y="4944"/>
                      <a:pt x="1168" y="5539"/>
                    </a:cubicBezTo>
                    <a:cubicBezTo>
                      <a:pt x="1762" y="6134"/>
                      <a:pt x="2569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89" name="Freeform: Shape 8188">
                <a:extLst>
                  <a:ext uri="{FF2B5EF4-FFF2-40B4-BE49-F238E27FC236}">
                    <a16:creationId xmlns:a16="http://schemas.microsoft.com/office/drawing/2014/main" id="{FD5098D7-D2A9-DBEA-CC42-C120DD1873A4}"/>
                  </a:ext>
                </a:extLst>
              </p:cNvPr>
              <p:cNvSpPr/>
              <p:nvPr/>
            </p:nvSpPr>
            <p:spPr>
              <a:xfrm>
                <a:off x="9437909" y="5034958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3 w 6343"/>
                  <a:gd name="connsiteY1" fmla="*/ 5539 h 6345"/>
                  <a:gd name="connsiteX2" fmla="*/ 6582 w 6343"/>
                  <a:gd name="connsiteY2" fmla="*/ 3295 h 6345"/>
                  <a:gd name="connsiteX3" fmla="*/ 5653 w 6343"/>
                  <a:gd name="connsiteY3" fmla="*/ 1052 h 6345"/>
                  <a:gd name="connsiteX4" fmla="*/ 3410 w 6343"/>
                  <a:gd name="connsiteY4" fmla="*/ 123 h 6345"/>
                  <a:gd name="connsiteX5" fmla="*/ 1168 w 6343"/>
                  <a:gd name="connsiteY5" fmla="*/ 1052 h 6345"/>
                  <a:gd name="connsiteX6" fmla="*/ 239 w 6343"/>
                  <a:gd name="connsiteY6" fmla="*/ 3295 h 6345"/>
                  <a:gd name="connsiteX7" fmla="*/ 1168 w 6343"/>
                  <a:gd name="connsiteY7" fmla="*/ 5539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1" y="6468"/>
                      <a:pt x="5058" y="6134"/>
                      <a:pt x="5653" y="5539"/>
                    </a:cubicBezTo>
                    <a:cubicBezTo>
                      <a:pt x="6248" y="4944"/>
                      <a:pt x="6582" y="4137"/>
                      <a:pt x="6582" y="3295"/>
                    </a:cubicBezTo>
                    <a:cubicBezTo>
                      <a:pt x="6582" y="2454"/>
                      <a:pt x="6248" y="1647"/>
                      <a:pt x="5653" y="1052"/>
                    </a:cubicBezTo>
                    <a:cubicBezTo>
                      <a:pt x="5058" y="457"/>
                      <a:pt x="4251" y="123"/>
                      <a:pt x="3410" y="123"/>
                    </a:cubicBezTo>
                    <a:cubicBezTo>
                      <a:pt x="2569" y="123"/>
                      <a:pt x="1762" y="457"/>
                      <a:pt x="1168" y="1052"/>
                    </a:cubicBezTo>
                    <a:cubicBezTo>
                      <a:pt x="573" y="1647"/>
                      <a:pt x="239" y="2454"/>
                      <a:pt x="239" y="3295"/>
                    </a:cubicBezTo>
                    <a:cubicBezTo>
                      <a:pt x="239" y="4137"/>
                      <a:pt x="573" y="4944"/>
                      <a:pt x="1168" y="5539"/>
                    </a:cubicBezTo>
                    <a:cubicBezTo>
                      <a:pt x="1762" y="6134"/>
                      <a:pt x="2569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90" name="Freeform: Shape 8189">
                <a:extLst>
                  <a:ext uri="{FF2B5EF4-FFF2-40B4-BE49-F238E27FC236}">
                    <a16:creationId xmlns:a16="http://schemas.microsoft.com/office/drawing/2014/main" id="{B961427F-1E7A-B7A9-053C-5D4594EB088E}"/>
                  </a:ext>
                </a:extLst>
              </p:cNvPr>
              <p:cNvSpPr/>
              <p:nvPr/>
            </p:nvSpPr>
            <p:spPr>
              <a:xfrm>
                <a:off x="9439517" y="5035925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3 w 6343"/>
                  <a:gd name="connsiteY1" fmla="*/ 5539 h 6345"/>
                  <a:gd name="connsiteX2" fmla="*/ 6582 w 6343"/>
                  <a:gd name="connsiteY2" fmla="*/ 3295 h 6345"/>
                  <a:gd name="connsiteX3" fmla="*/ 5653 w 6343"/>
                  <a:gd name="connsiteY3" fmla="*/ 1052 h 6345"/>
                  <a:gd name="connsiteX4" fmla="*/ 3410 w 6343"/>
                  <a:gd name="connsiteY4" fmla="*/ 123 h 6345"/>
                  <a:gd name="connsiteX5" fmla="*/ 1168 w 6343"/>
                  <a:gd name="connsiteY5" fmla="*/ 1052 h 6345"/>
                  <a:gd name="connsiteX6" fmla="*/ 239 w 6343"/>
                  <a:gd name="connsiteY6" fmla="*/ 3295 h 6345"/>
                  <a:gd name="connsiteX7" fmla="*/ 1168 w 6343"/>
                  <a:gd name="connsiteY7" fmla="*/ 5539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2" y="6468"/>
                      <a:pt x="5058" y="6134"/>
                      <a:pt x="5653" y="5539"/>
                    </a:cubicBezTo>
                    <a:cubicBezTo>
                      <a:pt x="6248" y="4944"/>
                      <a:pt x="6582" y="4137"/>
                      <a:pt x="6582" y="3295"/>
                    </a:cubicBezTo>
                    <a:cubicBezTo>
                      <a:pt x="6582" y="2454"/>
                      <a:pt x="6248" y="1647"/>
                      <a:pt x="5653" y="1052"/>
                    </a:cubicBezTo>
                    <a:cubicBezTo>
                      <a:pt x="5058" y="457"/>
                      <a:pt x="4252" y="123"/>
                      <a:pt x="3410" y="123"/>
                    </a:cubicBezTo>
                    <a:cubicBezTo>
                      <a:pt x="2569" y="123"/>
                      <a:pt x="1763" y="457"/>
                      <a:pt x="1168" y="1052"/>
                    </a:cubicBezTo>
                    <a:cubicBezTo>
                      <a:pt x="573" y="1647"/>
                      <a:pt x="239" y="2454"/>
                      <a:pt x="239" y="3295"/>
                    </a:cubicBezTo>
                    <a:cubicBezTo>
                      <a:pt x="239" y="4137"/>
                      <a:pt x="573" y="4944"/>
                      <a:pt x="1168" y="5539"/>
                    </a:cubicBezTo>
                    <a:cubicBezTo>
                      <a:pt x="1763" y="6134"/>
                      <a:pt x="2569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91" name="Freeform: Shape 8190">
                <a:extLst>
                  <a:ext uri="{FF2B5EF4-FFF2-40B4-BE49-F238E27FC236}">
                    <a16:creationId xmlns:a16="http://schemas.microsoft.com/office/drawing/2014/main" id="{A08ECC66-994F-22C4-946D-47974CADE767}"/>
                  </a:ext>
                </a:extLst>
              </p:cNvPr>
              <p:cNvSpPr/>
              <p:nvPr/>
            </p:nvSpPr>
            <p:spPr>
              <a:xfrm>
                <a:off x="9450592" y="5036204"/>
                <a:ext cx="6343" cy="6345"/>
              </a:xfrm>
              <a:custGeom>
                <a:avLst/>
                <a:gdLst>
                  <a:gd name="connsiteX0" fmla="*/ 3411 w 6343"/>
                  <a:gd name="connsiteY0" fmla="*/ 6468 h 6345"/>
                  <a:gd name="connsiteX1" fmla="*/ 5654 w 6343"/>
                  <a:gd name="connsiteY1" fmla="*/ 5539 h 6345"/>
                  <a:gd name="connsiteX2" fmla="*/ 6583 w 6343"/>
                  <a:gd name="connsiteY2" fmla="*/ 3295 h 6345"/>
                  <a:gd name="connsiteX3" fmla="*/ 5654 w 6343"/>
                  <a:gd name="connsiteY3" fmla="*/ 1052 h 6345"/>
                  <a:gd name="connsiteX4" fmla="*/ 3411 w 6343"/>
                  <a:gd name="connsiteY4" fmla="*/ 123 h 6345"/>
                  <a:gd name="connsiteX5" fmla="*/ 1169 w 6343"/>
                  <a:gd name="connsiteY5" fmla="*/ 1052 h 6345"/>
                  <a:gd name="connsiteX6" fmla="*/ 240 w 6343"/>
                  <a:gd name="connsiteY6" fmla="*/ 3295 h 6345"/>
                  <a:gd name="connsiteX7" fmla="*/ 1169 w 6343"/>
                  <a:gd name="connsiteY7" fmla="*/ 5539 h 6345"/>
                  <a:gd name="connsiteX8" fmla="*/ 3411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68"/>
                    </a:moveTo>
                    <a:cubicBezTo>
                      <a:pt x="4252" y="6468"/>
                      <a:pt x="5059" y="6134"/>
                      <a:pt x="5654" y="5539"/>
                    </a:cubicBezTo>
                    <a:cubicBezTo>
                      <a:pt x="6249" y="4944"/>
                      <a:pt x="6583" y="4137"/>
                      <a:pt x="6583" y="3295"/>
                    </a:cubicBezTo>
                    <a:cubicBezTo>
                      <a:pt x="6583" y="2454"/>
                      <a:pt x="6249" y="1647"/>
                      <a:pt x="5654" y="1052"/>
                    </a:cubicBezTo>
                    <a:cubicBezTo>
                      <a:pt x="5059" y="457"/>
                      <a:pt x="4252" y="123"/>
                      <a:pt x="3411" y="123"/>
                    </a:cubicBezTo>
                    <a:cubicBezTo>
                      <a:pt x="2570" y="123"/>
                      <a:pt x="1763" y="457"/>
                      <a:pt x="1169" y="1052"/>
                    </a:cubicBezTo>
                    <a:cubicBezTo>
                      <a:pt x="574" y="1647"/>
                      <a:pt x="240" y="2454"/>
                      <a:pt x="240" y="3295"/>
                    </a:cubicBezTo>
                    <a:cubicBezTo>
                      <a:pt x="240" y="4137"/>
                      <a:pt x="574" y="4944"/>
                      <a:pt x="1169" y="5539"/>
                    </a:cubicBezTo>
                    <a:cubicBezTo>
                      <a:pt x="1763" y="6134"/>
                      <a:pt x="2570" y="6468"/>
                      <a:pt x="3411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92" name="Freeform: Shape 8191">
                <a:extLst>
                  <a:ext uri="{FF2B5EF4-FFF2-40B4-BE49-F238E27FC236}">
                    <a16:creationId xmlns:a16="http://schemas.microsoft.com/office/drawing/2014/main" id="{17BD3126-365E-B59E-07B0-42D6BC4EFDF1}"/>
                  </a:ext>
                </a:extLst>
              </p:cNvPr>
              <p:cNvSpPr/>
              <p:nvPr/>
            </p:nvSpPr>
            <p:spPr>
              <a:xfrm>
                <a:off x="9452174" y="5036247"/>
                <a:ext cx="6343" cy="6345"/>
              </a:xfrm>
              <a:custGeom>
                <a:avLst/>
                <a:gdLst>
                  <a:gd name="connsiteX0" fmla="*/ 3411 w 6343"/>
                  <a:gd name="connsiteY0" fmla="*/ 6468 h 6345"/>
                  <a:gd name="connsiteX1" fmla="*/ 5654 w 6343"/>
                  <a:gd name="connsiteY1" fmla="*/ 5539 h 6345"/>
                  <a:gd name="connsiteX2" fmla="*/ 6583 w 6343"/>
                  <a:gd name="connsiteY2" fmla="*/ 3295 h 6345"/>
                  <a:gd name="connsiteX3" fmla="*/ 5654 w 6343"/>
                  <a:gd name="connsiteY3" fmla="*/ 1052 h 6345"/>
                  <a:gd name="connsiteX4" fmla="*/ 3411 w 6343"/>
                  <a:gd name="connsiteY4" fmla="*/ 123 h 6345"/>
                  <a:gd name="connsiteX5" fmla="*/ 1169 w 6343"/>
                  <a:gd name="connsiteY5" fmla="*/ 1052 h 6345"/>
                  <a:gd name="connsiteX6" fmla="*/ 240 w 6343"/>
                  <a:gd name="connsiteY6" fmla="*/ 3295 h 6345"/>
                  <a:gd name="connsiteX7" fmla="*/ 1169 w 6343"/>
                  <a:gd name="connsiteY7" fmla="*/ 5539 h 6345"/>
                  <a:gd name="connsiteX8" fmla="*/ 3411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68"/>
                    </a:moveTo>
                    <a:cubicBezTo>
                      <a:pt x="4253" y="6468"/>
                      <a:pt x="5059" y="6134"/>
                      <a:pt x="5654" y="5539"/>
                    </a:cubicBezTo>
                    <a:cubicBezTo>
                      <a:pt x="6249" y="4944"/>
                      <a:pt x="6583" y="4137"/>
                      <a:pt x="6583" y="3295"/>
                    </a:cubicBezTo>
                    <a:cubicBezTo>
                      <a:pt x="6583" y="2454"/>
                      <a:pt x="6249" y="1647"/>
                      <a:pt x="5654" y="1052"/>
                    </a:cubicBezTo>
                    <a:cubicBezTo>
                      <a:pt x="5059" y="457"/>
                      <a:pt x="4253" y="123"/>
                      <a:pt x="3411" y="123"/>
                    </a:cubicBezTo>
                    <a:cubicBezTo>
                      <a:pt x="2570" y="123"/>
                      <a:pt x="1764" y="457"/>
                      <a:pt x="1169" y="1052"/>
                    </a:cubicBezTo>
                    <a:cubicBezTo>
                      <a:pt x="574" y="1647"/>
                      <a:pt x="240" y="2454"/>
                      <a:pt x="240" y="3295"/>
                    </a:cubicBezTo>
                    <a:cubicBezTo>
                      <a:pt x="240" y="4137"/>
                      <a:pt x="574" y="4944"/>
                      <a:pt x="1169" y="5539"/>
                    </a:cubicBezTo>
                    <a:cubicBezTo>
                      <a:pt x="1764" y="6134"/>
                      <a:pt x="2570" y="6468"/>
                      <a:pt x="3411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93" name="Freeform: Shape 8192">
                <a:extLst>
                  <a:ext uri="{FF2B5EF4-FFF2-40B4-BE49-F238E27FC236}">
                    <a16:creationId xmlns:a16="http://schemas.microsoft.com/office/drawing/2014/main" id="{0476E5A2-2B83-816D-0052-76E3DF0C62A7}"/>
                  </a:ext>
                </a:extLst>
              </p:cNvPr>
              <p:cNvSpPr/>
              <p:nvPr/>
            </p:nvSpPr>
            <p:spPr>
              <a:xfrm>
                <a:off x="9453743" y="5036613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4 w 6343"/>
                  <a:gd name="connsiteY1" fmla="*/ 5539 h 6345"/>
                  <a:gd name="connsiteX2" fmla="*/ 6583 w 6343"/>
                  <a:gd name="connsiteY2" fmla="*/ 3295 h 6345"/>
                  <a:gd name="connsiteX3" fmla="*/ 5654 w 6343"/>
                  <a:gd name="connsiteY3" fmla="*/ 1052 h 6345"/>
                  <a:gd name="connsiteX4" fmla="*/ 3412 w 6343"/>
                  <a:gd name="connsiteY4" fmla="*/ 123 h 6345"/>
                  <a:gd name="connsiteX5" fmla="*/ 1169 w 6343"/>
                  <a:gd name="connsiteY5" fmla="*/ 1052 h 6345"/>
                  <a:gd name="connsiteX6" fmla="*/ 240 w 6343"/>
                  <a:gd name="connsiteY6" fmla="*/ 3295 h 6345"/>
                  <a:gd name="connsiteX7" fmla="*/ 1169 w 6343"/>
                  <a:gd name="connsiteY7" fmla="*/ 5539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3" y="6468"/>
                      <a:pt x="5059" y="6134"/>
                      <a:pt x="5654" y="5539"/>
                    </a:cubicBezTo>
                    <a:cubicBezTo>
                      <a:pt x="6249" y="4944"/>
                      <a:pt x="6583" y="4137"/>
                      <a:pt x="6583" y="3295"/>
                    </a:cubicBezTo>
                    <a:cubicBezTo>
                      <a:pt x="6583" y="2454"/>
                      <a:pt x="6249" y="1647"/>
                      <a:pt x="5654" y="1052"/>
                    </a:cubicBezTo>
                    <a:cubicBezTo>
                      <a:pt x="5059" y="457"/>
                      <a:pt x="4253" y="123"/>
                      <a:pt x="3412" y="123"/>
                    </a:cubicBezTo>
                    <a:cubicBezTo>
                      <a:pt x="2570" y="123"/>
                      <a:pt x="1764" y="457"/>
                      <a:pt x="1169" y="1052"/>
                    </a:cubicBezTo>
                    <a:cubicBezTo>
                      <a:pt x="574" y="1647"/>
                      <a:pt x="240" y="2454"/>
                      <a:pt x="240" y="3295"/>
                    </a:cubicBezTo>
                    <a:cubicBezTo>
                      <a:pt x="240" y="4137"/>
                      <a:pt x="574" y="4944"/>
                      <a:pt x="1169" y="5539"/>
                    </a:cubicBezTo>
                    <a:cubicBezTo>
                      <a:pt x="1764" y="6134"/>
                      <a:pt x="2570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94" name="Freeform: Shape 8193">
                <a:extLst>
                  <a:ext uri="{FF2B5EF4-FFF2-40B4-BE49-F238E27FC236}">
                    <a16:creationId xmlns:a16="http://schemas.microsoft.com/office/drawing/2014/main" id="{19516454-0C82-47D9-992F-70AA17557F2D}"/>
                  </a:ext>
                </a:extLst>
              </p:cNvPr>
              <p:cNvSpPr/>
              <p:nvPr/>
            </p:nvSpPr>
            <p:spPr>
              <a:xfrm>
                <a:off x="9456903" y="5036685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4 w 6343"/>
                  <a:gd name="connsiteY1" fmla="*/ 5539 h 6345"/>
                  <a:gd name="connsiteX2" fmla="*/ 6583 w 6343"/>
                  <a:gd name="connsiteY2" fmla="*/ 3295 h 6345"/>
                  <a:gd name="connsiteX3" fmla="*/ 5654 w 6343"/>
                  <a:gd name="connsiteY3" fmla="*/ 1052 h 6345"/>
                  <a:gd name="connsiteX4" fmla="*/ 3412 w 6343"/>
                  <a:gd name="connsiteY4" fmla="*/ 123 h 6345"/>
                  <a:gd name="connsiteX5" fmla="*/ 1169 w 6343"/>
                  <a:gd name="connsiteY5" fmla="*/ 1052 h 6345"/>
                  <a:gd name="connsiteX6" fmla="*/ 240 w 6343"/>
                  <a:gd name="connsiteY6" fmla="*/ 3295 h 6345"/>
                  <a:gd name="connsiteX7" fmla="*/ 1169 w 6343"/>
                  <a:gd name="connsiteY7" fmla="*/ 5539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3" y="6468"/>
                      <a:pt x="5060" y="6134"/>
                      <a:pt x="5654" y="5539"/>
                    </a:cubicBezTo>
                    <a:cubicBezTo>
                      <a:pt x="6249" y="4944"/>
                      <a:pt x="6583" y="4137"/>
                      <a:pt x="6583" y="3295"/>
                    </a:cubicBezTo>
                    <a:cubicBezTo>
                      <a:pt x="6583" y="2454"/>
                      <a:pt x="6249" y="1647"/>
                      <a:pt x="5654" y="1052"/>
                    </a:cubicBezTo>
                    <a:cubicBezTo>
                      <a:pt x="5060" y="457"/>
                      <a:pt x="4253" y="123"/>
                      <a:pt x="3412" y="123"/>
                    </a:cubicBezTo>
                    <a:cubicBezTo>
                      <a:pt x="2571" y="123"/>
                      <a:pt x="1764" y="457"/>
                      <a:pt x="1169" y="1052"/>
                    </a:cubicBezTo>
                    <a:cubicBezTo>
                      <a:pt x="574" y="1647"/>
                      <a:pt x="240" y="2454"/>
                      <a:pt x="240" y="3295"/>
                    </a:cubicBezTo>
                    <a:cubicBezTo>
                      <a:pt x="240" y="4137"/>
                      <a:pt x="574" y="4944"/>
                      <a:pt x="1169" y="5539"/>
                    </a:cubicBezTo>
                    <a:cubicBezTo>
                      <a:pt x="1764" y="6134"/>
                      <a:pt x="2571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95" name="Freeform: Shape 8194">
                <a:extLst>
                  <a:ext uri="{FF2B5EF4-FFF2-40B4-BE49-F238E27FC236}">
                    <a16:creationId xmlns:a16="http://schemas.microsoft.com/office/drawing/2014/main" id="{FD86B4A7-1B31-6B5C-0AD1-9C23E78692EB}"/>
                  </a:ext>
                </a:extLst>
              </p:cNvPr>
              <p:cNvSpPr/>
              <p:nvPr/>
            </p:nvSpPr>
            <p:spPr>
              <a:xfrm>
                <a:off x="9458505" y="5036329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5 w 6343"/>
                  <a:gd name="connsiteY1" fmla="*/ 5539 h 6345"/>
                  <a:gd name="connsiteX2" fmla="*/ 6583 w 6343"/>
                  <a:gd name="connsiteY2" fmla="*/ 3295 h 6345"/>
                  <a:gd name="connsiteX3" fmla="*/ 5655 w 6343"/>
                  <a:gd name="connsiteY3" fmla="*/ 1052 h 6345"/>
                  <a:gd name="connsiteX4" fmla="*/ 3412 w 6343"/>
                  <a:gd name="connsiteY4" fmla="*/ 123 h 6345"/>
                  <a:gd name="connsiteX5" fmla="*/ 1169 w 6343"/>
                  <a:gd name="connsiteY5" fmla="*/ 1052 h 6345"/>
                  <a:gd name="connsiteX6" fmla="*/ 240 w 6343"/>
                  <a:gd name="connsiteY6" fmla="*/ 3295 h 6345"/>
                  <a:gd name="connsiteX7" fmla="*/ 1169 w 6343"/>
                  <a:gd name="connsiteY7" fmla="*/ 5539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3" y="6468"/>
                      <a:pt x="5060" y="6134"/>
                      <a:pt x="5655" y="5539"/>
                    </a:cubicBezTo>
                    <a:cubicBezTo>
                      <a:pt x="6249" y="4944"/>
                      <a:pt x="6583" y="4137"/>
                      <a:pt x="6583" y="3295"/>
                    </a:cubicBezTo>
                    <a:cubicBezTo>
                      <a:pt x="6583" y="2454"/>
                      <a:pt x="6249" y="1647"/>
                      <a:pt x="5655" y="1052"/>
                    </a:cubicBezTo>
                    <a:cubicBezTo>
                      <a:pt x="5060" y="457"/>
                      <a:pt x="4253" y="123"/>
                      <a:pt x="3412" y="123"/>
                    </a:cubicBezTo>
                    <a:cubicBezTo>
                      <a:pt x="2571" y="123"/>
                      <a:pt x="1764" y="457"/>
                      <a:pt x="1169" y="1052"/>
                    </a:cubicBezTo>
                    <a:cubicBezTo>
                      <a:pt x="575" y="1647"/>
                      <a:pt x="240" y="2454"/>
                      <a:pt x="240" y="3295"/>
                    </a:cubicBezTo>
                    <a:cubicBezTo>
                      <a:pt x="240" y="4137"/>
                      <a:pt x="575" y="4944"/>
                      <a:pt x="1169" y="5539"/>
                    </a:cubicBezTo>
                    <a:cubicBezTo>
                      <a:pt x="1764" y="6134"/>
                      <a:pt x="2571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96" name="Freeform: Shape 8195">
                <a:extLst>
                  <a:ext uri="{FF2B5EF4-FFF2-40B4-BE49-F238E27FC236}">
                    <a16:creationId xmlns:a16="http://schemas.microsoft.com/office/drawing/2014/main" id="{6B9AEEA4-D413-61D6-C643-F1ACFA95DACF}"/>
                  </a:ext>
                </a:extLst>
              </p:cNvPr>
              <p:cNvSpPr/>
              <p:nvPr/>
            </p:nvSpPr>
            <p:spPr>
              <a:xfrm>
                <a:off x="9460100" y="5036170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5 w 6343"/>
                  <a:gd name="connsiteY1" fmla="*/ 5539 h 6345"/>
                  <a:gd name="connsiteX2" fmla="*/ 6584 w 6343"/>
                  <a:gd name="connsiteY2" fmla="*/ 3295 h 6345"/>
                  <a:gd name="connsiteX3" fmla="*/ 5655 w 6343"/>
                  <a:gd name="connsiteY3" fmla="*/ 1052 h 6345"/>
                  <a:gd name="connsiteX4" fmla="*/ 3412 w 6343"/>
                  <a:gd name="connsiteY4" fmla="*/ 123 h 6345"/>
                  <a:gd name="connsiteX5" fmla="*/ 1169 w 6343"/>
                  <a:gd name="connsiteY5" fmla="*/ 1052 h 6345"/>
                  <a:gd name="connsiteX6" fmla="*/ 241 w 6343"/>
                  <a:gd name="connsiteY6" fmla="*/ 3295 h 6345"/>
                  <a:gd name="connsiteX7" fmla="*/ 1169 w 6343"/>
                  <a:gd name="connsiteY7" fmla="*/ 5539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3" y="6468"/>
                      <a:pt x="5060" y="6134"/>
                      <a:pt x="5655" y="5539"/>
                    </a:cubicBezTo>
                    <a:cubicBezTo>
                      <a:pt x="6249" y="4944"/>
                      <a:pt x="6584" y="4137"/>
                      <a:pt x="6584" y="3295"/>
                    </a:cubicBezTo>
                    <a:cubicBezTo>
                      <a:pt x="6584" y="2454"/>
                      <a:pt x="6249" y="1647"/>
                      <a:pt x="5655" y="1052"/>
                    </a:cubicBezTo>
                    <a:cubicBezTo>
                      <a:pt x="5060" y="457"/>
                      <a:pt x="4253" y="123"/>
                      <a:pt x="3412" y="123"/>
                    </a:cubicBezTo>
                    <a:cubicBezTo>
                      <a:pt x="2571" y="123"/>
                      <a:pt x="1764" y="457"/>
                      <a:pt x="1169" y="1052"/>
                    </a:cubicBezTo>
                    <a:cubicBezTo>
                      <a:pt x="575" y="1647"/>
                      <a:pt x="241" y="2454"/>
                      <a:pt x="241" y="3295"/>
                    </a:cubicBezTo>
                    <a:cubicBezTo>
                      <a:pt x="241" y="4137"/>
                      <a:pt x="575" y="4944"/>
                      <a:pt x="1169" y="5539"/>
                    </a:cubicBezTo>
                    <a:cubicBezTo>
                      <a:pt x="1764" y="6134"/>
                      <a:pt x="2571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97" name="Freeform: Shape 8196">
                <a:extLst>
                  <a:ext uri="{FF2B5EF4-FFF2-40B4-BE49-F238E27FC236}">
                    <a16:creationId xmlns:a16="http://schemas.microsoft.com/office/drawing/2014/main" id="{644F0554-D087-8DF9-A625-BCEF74ED2073}"/>
                  </a:ext>
                </a:extLst>
              </p:cNvPr>
              <p:cNvSpPr/>
              <p:nvPr/>
            </p:nvSpPr>
            <p:spPr>
              <a:xfrm>
                <a:off x="9463322" y="5035571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5 w 6343"/>
                  <a:gd name="connsiteY1" fmla="*/ 5539 h 6345"/>
                  <a:gd name="connsiteX2" fmla="*/ 6584 w 6343"/>
                  <a:gd name="connsiteY2" fmla="*/ 3295 h 6345"/>
                  <a:gd name="connsiteX3" fmla="*/ 5655 w 6343"/>
                  <a:gd name="connsiteY3" fmla="*/ 1052 h 6345"/>
                  <a:gd name="connsiteX4" fmla="*/ 3412 w 6343"/>
                  <a:gd name="connsiteY4" fmla="*/ 123 h 6345"/>
                  <a:gd name="connsiteX5" fmla="*/ 1170 w 6343"/>
                  <a:gd name="connsiteY5" fmla="*/ 1052 h 6345"/>
                  <a:gd name="connsiteX6" fmla="*/ 241 w 6343"/>
                  <a:gd name="connsiteY6" fmla="*/ 3295 h 6345"/>
                  <a:gd name="connsiteX7" fmla="*/ 1170 w 6343"/>
                  <a:gd name="connsiteY7" fmla="*/ 5539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3" y="6468"/>
                      <a:pt x="5060" y="6134"/>
                      <a:pt x="5655" y="5539"/>
                    </a:cubicBezTo>
                    <a:cubicBezTo>
                      <a:pt x="6250" y="4944"/>
                      <a:pt x="6584" y="4137"/>
                      <a:pt x="6584" y="3295"/>
                    </a:cubicBezTo>
                    <a:cubicBezTo>
                      <a:pt x="6584" y="2454"/>
                      <a:pt x="6250" y="1647"/>
                      <a:pt x="5655" y="1052"/>
                    </a:cubicBezTo>
                    <a:cubicBezTo>
                      <a:pt x="5060" y="457"/>
                      <a:pt x="4253" y="123"/>
                      <a:pt x="3412" y="123"/>
                    </a:cubicBezTo>
                    <a:cubicBezTo>
                      <a:pt x="2571" y="123"/>
                      <a:pt x="1764" y="457"/>
                      <a:pt x="1170" y="1052"/>
                    </a:cubicBezTo>
                    <a:cubicBezTo>
                      <a:pt x="575" y="1647"/>
                      <a:pt x="241" y="2454"/>
                      <a:pt x="241" y="3295"/>
                    </a:cubicBezTo>
                    <a:cubicBezTo>
                      <a:pt x="241" y="4137"/>
                      <a:pt x="575" y="4944"/>
                      <a:pt x="1170" y="5539"/>
                    </a:cubicBezTo>
                    <a:cubicBezTo>
                      <a:pt x="1764" y="6134"/>
                      <a:pt x="2571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98" name="Freeform: Shape 8197">
                <a:extLst>
                  <a:ext uri="{FF2B5EF4-FFF2-40B4-BE49-F238E27FC236}">
                    <a16:creationId xmlns:a16="http://schemas.microsoft.com/office/drawing/2014/main" id="{3698CF3F-CEEC-BB5D-B43B-15A370455C00}"/>
                  </a:ext>
                </a:extLst>
              </p:cNvPr>
              <p:cNvSpPr/>
              <p:nvPr/>
            </p:nvSpPr>
            <p:spPr>
              <a:xfrm>
                <a:off x="9466517" y="5035511"/>
                <a:ext cx="6343" cy="6345"/>
              </a:xfrm>
              <a:custGeom>
                <a:avLst/>
                <a:gdLst>
                  <a:gd name="connsiteX0" fmla="*/ 3413 w 6343"/>
                  <a:gd name="connsiteY0" fmla="*/ 6468 h 6345"/>
                  <a:gd name="connsiteX1" fmla="*/ 5655 w 6343"/>
                  <a:gd name="connsiteY1" fmla="*/ 5539 h 6345"/>
                  <a:gd name="connsiteX2" fmla="*/ 6584 w 6343"/>
                  <a:gd name="connsiteY2" fmla="*/ 3295 h 6345"/>
                  <a:gd name="connsiteX3" fmla="*/ 5655 w 6343"/>
                  <a:gd name="connsiteY3" fmla="*/ 1052 h 6345"/>
                  <a:gd name="connsiteX4" fmla="*/ 3413 w 6343"/>
                  <a:gd name="connsiteY4" fmla="*/ 123 h 6345"/>
                  <a:gd name="connsiteX5" fmla="*/ 1170 w 6343"/>
                  <a:gd name="connsiteY5" fmla="*/ 1052 h 6345"/>
                  <a:gd name="connsiteX6" fmla="*/ 241 w 6343"/>
                  <a:gd name="connsiteY6" fmla="*/ 3295 h 6345"/>
                  <a:gd name="connsiteX7" fmla="*/ 1170 w 6343"/>
                  <a:gd name="connsiteY7" fmla="*/ 5539 h 6345"/>
                  <a:gd name="connsiteX8" fmla="*/ 341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8"/>
                    </a:moveTo>
                    <a:cubicBezTo>
                      <a:pt x="4254" y="6468"/>
                      <a:pt x="5060" y="6134"/>
                      <a:pt x="5655" y="5539"/>
                    </a:cubicBezTo>
                    <a:cubicBezTo>
                      <a:pt x="6250" y="4944"/>
                      <a:pt x="6584" y="4137"/>
                      <a:pt x="6584" y="3295"/>
                    </a:cubicBezTo>
                    <a:cubicBezTo>
                      <a:pt x="6584" y="2454"/>
                      <a:pt x="6250" y="1647"/>
                      <a:pt x="5655" y="1052"/>
                    </a:cubicBezTo>
                    <a:cubicBezTo>
                      <a:pt x="5060" y="457"/>
                      <a:pt x="4254" y="123"/>
                      <a:pt x="3413" y="123"/>
                    </a:cubicBezTo>
                    <a:cubicBezTo>
                      <a:pt x="2571" y="123"/>
                      <a:pt x="1765" y="457"/>
                      <a:pt x="1170" y="1052"/>
                    </a:cubicBezTo>
                    <a:cubicBezTo>
                      <a:pt x="575" y="1647"/>
                      <a:pt x="241" y="2454"/>
                      <a:pt x="241" y="3295"/>
                    </a:cubicBezTo>
                    <a:cubicBezTo>
                      <a:pt x="241" y="4137"/>
                      <a:pt x="575" y="4944"/>
                      <a:pt x="1170" y="5539"/>
                    </a:cubicBezTo>
                    <a:cubicBezTo>
                      <a:pt x="1765" y="6134"/>
                      <a:pt x="2571" y="6468"/>
                      <a:pt x="341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199" name="Freeform: Shape 8198">
                <a:extLst>
                  <a:ext uri="{FF2B5EF4-FFF2-40B4-BE49-F238E27FC236}">
                    <a16:creationId xmlns:a16="http://schemas.microsoft.com/office/drawing/2014/main" id="{DD273B72-6F2F-96A2-B3E7-EF56029B9B41}"/>
                  </a:ext>
                </a:extLst>
              </p:cNvPr>
              <p:cNvSpPr/>
              <p:nvPr/>
            </p:nvSpPr>
            <p:spPr>
              <a:xfrm>
                <a:off x="9468051" y="5036213"/>
                <a:ext cx="6343" cy="6345"/>
              </a:xfrm>
              <a:custGeom>
                <a:avLst/>
                <a:gdLst>
                  <a:gd name="connsiteX0" fmla="*/ 3413 w 6343"/>
                  <a:gd name="connsiteY0" fmla="*/ 6468 h 6345"/>
                  <a:gd name="connsiteX1" fmla="*/ 5655 w 6343"/>
                  <a:gd name="connsiteY1" fmla="*/ 5539 h 6345"/>
                  <a:gd name="connsiteX2" fmla="*/ 6584 w 6343"/>
                  <a:gd name="connsiteY2" fmla="*/ 3295 h 6345"/>
                  <a:gd name="connsiteX3" fmla="*/ 5655 w 6343"/>
                  <a:gd name="connsiteY3" fmla="*/ 1052 h 6345"/>
                  <a:gd name="connsiteX4" fmla="*/ 3413 w 6343"/>
                  <a:gd name="connsiteY4" fmla="*/ 123 h 6345"/>
                  <a:gd name="connsiteX5" fmla="*/ 1170 w 6343"/>
                  <a:gd name="connsiteY5" fmla="*/ 1052 h 6345"/>
                  <a:gd name="connsiteX6" fmla="*/ 241 w 6343"/>
                  <a:gd name="connsiteY6" fmla="*/ 3295 h 6345"/>
                  <a:gd name="connsiteX7" fmla="*/ 1170 w 6343"/>
                  <a:gd name="connsiteY7" fmla="*/ 5539 h 6345"/>
                  <a:gd name="connsiteX8" fmla="*/ 341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8"/>
                    </a:moveTo>
                    <a:cubicBezTo>
                      <a:pt x="4254" y="6468"/>
                      <a:pt x="5061" y="6134"/>
                      <a:pt x="5655" y="5539"/>
                    </a:cubicBezTo>
                    <a:cubicBezTo>
                      <a:pt x="6250" y="4944"/>
                      <a:pt x="6584" y="4137"/>
                      <a:pt x="6584" y="3295"/>
                    </a:cubicBezTo>
                    <a:cubicBezTo>
                      <a:pt x="6584" y="2454"/>
                      <a:pt x="6250" y="1647"/>
                      <a:pt x="5655" y="1052"/>
                    </a:cubicBezTo>
                    <a:cubicBezTo>
                      <a:pt x="5061" y="457"/>
                      <a:pt x="4254" y="123"/>
                      <a:pt x="3413" y="123"/>
                    </a:cubicBezTo>
                    <a:cubicBezTo>
                      <a:pt x="2572" y="123"/>
                      <a:pt x="1765" y="457"/>
                      <a:pt x="1170" y="1052"/>
                    </a:cubicBezTo>
                    <a:cubicBezTo>
                      <a:pt x="575" y="1647"/>
                      <a:pt x="241" y="2454"/>
                      <a:pt x="241" y="3295"/>
                    </a:cubicBezTo>
                    <a:cubicBezTo>
                      <a:pt x="241" y="4137"/>
                      <a:pt x="575" y="4944"/>
                      <a:pt x="1170" y="5539"/>
                    </a:cubicBezTo>
                    <a:cubicBezTo>
                      <a:pt x="1765" y="6134"/>
                      <a:pt x="2572" y="6468"/>
                      <a:pt x="341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00" name="Freeform: Shape 8199">
                <a:extLst>
                  <a:ext uri="{FF2B5EF4-FFF2-40B4-BE49-F238E27FC236}">
                    <a16:creationId xmlns:a16="http://schemas.microsoft.com/office/drawing/2014/main" id="{6BB7C6C4-9A2A-0F87-BFC5-DC940D755BE4}"/>
                  </a:ext>
                </a:extLst>
              </p:cNvPr>
              <p:cNvSpPr/>
              <p:nvPr/>
            </p:nvSpPr>
            <p:spPr>
              <a:xfrm>
                <a:off x="9469656" y="5036114"/>
                <a:ext cx="6343" cy="6345"/>
              </a:xfrm>
              <a:custGeom>
                <a:avLst/>
                <a:gdLst>
                  <a:gd name="connsiteX0" fmla="*/ 3413 w 6343"/>
                  <a:gd name="connsiteY0" fmla="*/ 6468 h 6345"/>
                  <a:gd name="connsiteX1" fmla="*/ 5655 w 6343"/>
                  <a:gd name="connsiteY1" fmla="*/ 5539 h 6345"/>
                  <a:gd name="connsiteX2" fmla="*/ 6584 w 6343"/>
                  <a:gd name="connsiteY2" fmla="*/ 3295 h 6345"/>
                  <a:gd name="connsiteX3" fmla="*/ 5655 w 6343"/>
                  <a:gd name="connsiteY3" fmla="*/ 1052 h 6345"/>
                  <a:gd name="connsiteX4" fmla="*/ 3413 w 6343"/>
                  <a:gd name="connsiteY4" fmla="*/ 123 h 6345"/>
                  <a:gd name="connsiteX5" fmla="*/ 1170 w 6343"/>
                  <a:gd name="connsiteY5" fmla="*/ 1052 h 6345"/>
                  <a:gd name="connsiteX6" fmla="*/ 241 w 6343"/>
                  <a:gd name="connsiteY6" fmla="*/ 3295 h 6345"/>
                  <a:gd name="connsiteX7" fmla="*/ 1170 w 6343"/>
                  <a:gd name="connsiteY7" fmla="*/ 5539 h 6345"/>
                  <a:gd name="connsiteX8" fmla="*/ 341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8"/>
                    </a:moveTo>
                    <a:cubicBezTo>
                      <a:pt x="4254" y="6468"/>
                      <a:pt x="5061" y="6134"/>
                      <a:pt x="5655" y="5539"/>
                    </a:cubicBezTo>
                    <a:cubicBezTo>
                      <a:pt x="6250" y="4944"/>
                      <a:pt x="6584" y="4137"/>
                      <a:pt x="6584" y="3295"/>
                    </a:cubicBezTo>
                    <a:cubicBezTo>
                      <a:pt x="6584" y="2454"/>
                      <a:pt x="6250" y="1647"/>
                      <a:pt x="5655" y="1052"/>
                    </a:cubicBezTo>
                    <a:cubicBezTo>
                      <a:pt x="5061" y="457"/>
                      <a:pt x="4254" y="123"/>
                      <a:pt x="3413" y="123"/>
                    </a:cubicBezTo>
                    <a:cubicBezTo>
                      <a:pt x="2572" y="123"/>
                      <a:pt x="1765" y="457"/>
                      <a:pt x="1170" y="1052"/>
                    </a:cubicBezTo>
                    <a:cubicBezTo>
                      <a:pt x="575" y="1647"/>
                      <a:pt x="241" y="2454"/>
                      <a:pt x="241" y="3295"/>
                    </a:cubicBezTo>
                    <a:cubicBezTo>
                      <a:pt x="241" y="4137"/>
                      <a:pt x="575" y="4944"/>
                      <a:pt x="1170" y="5539"/>
                    </a:cubicBezTo>
                    <a:cubicBezTo>
                      <a:pt x="1765" y="6134"/>
                      <a:pt x="2572" y="6468"/>
                      <a:pt x="341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01" name="Freeform: Shape 8200">
                <a:extLst>
                  <a:ext uri="{FF2B5EF4-FFF2-40B4-BE49-F238E27FC236}">
                    <a16:creationId xmlns:a16="http://schemas.microsoft.com/office/drawing/2014/main" id="{4F41989B-C5A1-24BD-0746-C8714C4DC620}"/>
                  </a:ext>
                </a:extLst>
              </p:cNvPr>
              <p:cNvSpPr/>
              <p:nvPr/>
            </p:nvSpPr>
            <p:spPr>
              <a:xfrm>
                <a:off x="9471250" y="5036149"/>
                <a:ext cx="6343" cy="6345"/>
              </a:xfrm>
              <a:custGeom>
                <a:avLst/>
                <a:gdLst>
                  <a:gd name="connsiteX0" fmla="*/ 3413 w 6343"/>
                  <a:gd name="connsiteY0" fmla="*/ 6468 h 6345"/>
                  <a:gd name="connsiteX1" fmla="*/ 5656 w 6343"/>
                  <a:gd name="connsiteY1" fmla="*/ 5539 h 6345"/>
                  <a:gd name="connsiteX2" fmla="*/ 6584 w 6343"/>
                  <a:gd name="connsiteY2" fmla="*/ 3295 h 6345"/>
                  <a:gd name="connsiteX3" fmla="*/ 5656 w 6343"/>
                  <a:gd name="connsiteY3" fmla="*/ 1052 h 6345"/>
                  <a:gd name="connsiteX4" fmla="*/ 3413 w 6343"/>
                  <a:gd name="connsiteY4" fmla="*/ 123 h 6345"/>
                  <a:gd name="connsiteX5" fmla="*/ 1170 w 6343"/>
                  <a:gd name="connsiteY5" fmla="*/ 1052 h 6345"/>
                  <a:gd name="connsiteX6" fmla="*/ 241 w 6343"/>
                  <a:gd name="connsiteY6" fmla="*/ 3295 h 6345"/>
                  <a:gd name="connsiteX7" fmla="*/ 1170 w 6343"/>
                  <a:gd name="connsiteY7" fmla="*/ 5539 h 6345"/>
                  <a:gd name="connsiteX8" fmla="*/ 341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8"/>
                    </a:moveTo>
                    <a:cubicBezTo>
                      <a:pt x="4254" y="6468"/>
                      <a:pt x="5061" y="6134"/>
                      <a:pt x="5656" y="5539"/>
                    </a:cubicBezTo>
                    <a:cubicBezTo>
                      <a:pt x="6250" y="4944"/>
                      <a:pt x="6584" y="4137"/>
                      <a:pt x="6584" y="3295"/>
                    </a:cubicBezTo>
                    <a:cubicBezTo>
                      <a:pt x="6584" y="2454"/>
                      <a:pt x="6250" y="1647"/>
                      <a:pt x="5656" y="1052"/>
                    </a:cubicBezTo>
                    <a:cubicBezTo>
                      <a:pt x="5061" y="457"/>
                      <a:pt x="4254" y="123"/>
                      <a:pt x="3413" y="123"/>
                    </a:cubicBezTo>
                    <a:cubicBezTo>
                      <a:pt x="2572" y="123"/>
                      <a:pt x="1765" y="457"/>
                      <a:pt x="1170" y="1052"/>
                    </a:cubicBezTo>
                    <a:cubicBezTo>
                      <a:pt x="576" y="1647"/>
                      <a:pt x="241" y="2454"/>
                      <a:pt x="241" y="3295"/>
                    </a:cubicBezTo>
                    <a:cubicBezTo>
                      <a:pt x="241" y="4137"/>
                      <a:pt x="576" y="4944"/>
                      <a:pt x="1170" y="5539"/>
                    </a:cubicBezTo>
                    <a:cubicBezTo>
                      <a:pt x="1765" y="6134"/>
                      <a:pt x="2572" y="6468"/>
                      <a:pt x="341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02" name="Freeform: Shape 8201">
                <a:extLst>
                  <a:ext uri="{FF2B5EF4-FFF2-40B4-BE49-F238E27FC236}">
                    <a16:creationId xmlns:a16="http://schemas.microsoft.com/office/drawing/2014/main" id="{C960B555-5123-D5BB-7094-DBEB9E6A91A1}"/>
                  </a:ext>
                </a:extLst>
              </p:cNvPr>
              <p:cNvSpPr/>
              <p:nvPr/>
            </p:nvSpPr>
            <p:spPr>
              <a:xfrm>
                <a:off x="9472852" y="5036133"/>
                <a:ext cx="6343" cy="6345"/>
              </a:xfrm>
              <a:custGeom>
                <a:avLst/>
                <a:gdLst>
                  <a:gd name="connsiteX0" fmla="*/ 3413 w 6343"/>
                  <a:gd name="connsiteY0" fmla="*/ 6468 h 6345"/>
                  <a:gd name="connsiteX1" fmla="*/ 5656 w 6343"/>
                  <a:gd name="connsiteY1" fmla="*/ 5539 h 6345"/>
                  <a:gd name="connsiteX2" fmla="*/ 6585 w 6343"/>
                  <a:gd name="connsiteY2" fmla="*/ 3295 h 6345"/>
                  <a:gd name="connsiteX3" fmla="*/ 5656 w 6343"/>
                  <a:gd name="connsiteY3" fmla="*/ 1052 h 6345"/>
                  <a:gd name="connsiteX4" fmla="*/ 3413 w 6343"/>
                  <a:gd name="connsiteY4" fmla="*/ 123 h 6345"/>
                  <a:gd name="connsiteX5" fmla="*/ 1170 w 6343"/>
                  <a:gd name="connsiteY5" fmla="*/ 1052 h 6345"/>
                  <a:gd name="connsiteX6" fmla="*/ 242 w 6343"/>
                  <a:gd name="connsiteY6" fmla="*/ 3295 h 6345"/>
                  <a:gd name="connsiteX7" fmla="*/ 1170 w 6343"/>
                  <a:gd name="connsiteY7" fmla="*/ 5539 h 6345"/>
                  <a:gd name="connsiteX8" fmla="*/ 341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8"/>
                    </a:moveTo>
                    <a:cubicBezTo>
                      <a:pt x="4254" y="6468"/>
                      <a:pt x="5061" y="6134"/>
                      <a:pt x="5656" y="5539"/>
                    </a:cubicBezTo>
                    <a:cubicBezTo>
                      <a:pt x="6250" y="4944"/>
                      <a:pt x="6585" y="4137"/>
                      <a:pt x="6585" y="3295"/>
                    </a:cubicBezTo>
                    <a:cubicBezTo>
                      <a:pt x="6585" y="2454"/>
                      <a:pt x="6250" y="1647"/>
                      <a:pt x="5656" y="1052"/>
                    </a:cubicBezTo>
                    <a:cubicBezTo>
                      <a:pt x="5061" y="457"/>
                      <a:pt x="4254" y="123"/>
                      <a:pt x="3413" y="123"/>
                    </a:cubicBezTo>
                    <a:cubicBezTo>
                      <a:pt x="2572" y="123"/>
                      <a:pt x="1765" y="457"/>
                      <a:pt x="1170" y="1052"/>
                    </a:cubicBezTo>
                    <a:cubicBezTo>
                      <a:pt x="576" y="1647"/>
                      <a:pt x="242" y="2454"/>
                      <a:pt x="242" y="3295"/>
                    </a:cubicBezTo>
                    <a:cubicBezTo>
                      <a:pt x="242" y="4137"/>
                      <a:pt x="576" y="4944"/>
                      <a:pt x="1170" y="5539"/>
                    </a:cubicBezTo>
                    <a:cubicBezTo>
                      <a:pt x="1765" y="6134"/>
                      <a:pt x="2572" y="6468"/>
                      <a:pt x="341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03" name="Freeform: Shape 8202">
                <a:extLst>
                  <a:ext uri="{FF2B5EF4-FFF2-40B4-BE49-F238E27FC236}">
                    <a16:creationId xmlns:a16="http://schemas.microsoft.com/office/drawing/2014/main" id="{9850ED63-63FD-FAE8-CF69-F0529512E7F4}"/>
                  </a:ext>
                </a:extLst>
              </p:cNvPr>
              <p:cNvSpPr/>
              <p:nvPr/>
            </p:nvSpPr>
            <p:spPr>
              <a:xfrm>
                <a:off x="9474477" y="5035939"/>
                <a:ext cx="6343" cy="6345"/>
              </a:xfrm>
              <a:custGeom>
                <a:avLst/>
                <a:gdLst>
                  <a:gd name="connsiteX0" fmla="*/ 3413 w 6343"/>
                  <a:gd name="connsiteY0" fmla="*/ 6468 h 6345"/>
                  <a:gd name="connsiteX1" fmla="*/ 5656 w 6343"/>
                  <a:gd name="connsiteY1" fmla="*/ 5539 h 6345"/>
                  <a:gd name="connsiteX2" fmla="*/ 6585 w 6343"/>
                  <a:gd name="connsiteY2" fmla="*/ 3295 h 6345"/>
                  <a:gd name="connsiteX3" fmla="*/ 5656 w 6343"/>
                  <a:gd name="connsiteY3" fmla="*/ 1052 h 6345"/>
                  <a:gd name="connsiteX4" fmla="*/ 3413 w 6343"/>
                  <a:gd name="connsiteY4" fmla="*/ 123 h 6345"/>
                  <a:gd name="connsiteX5" fmla="*/ 1171 w 6343"/>
                  <a:gd name="connsiteY5" fmla="*/ 1052 h 6345"/>
                  <a:gd name="connsiteX6" fmla="*/ 242 w 6343"/>
                  <a:gd name="connsiteY6" fmla="*/ 3295 h 6345"/>
                  <a:gd name="connsiteX7" fmla="*/ 1171 w 6343"/>
                  <a:gd name="connsiteY7" fmla="*/ 5539 h 6345"/>
                  <a:gd name="connsiteX8" fmla="*/ 341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8"/>
                    </a:moveTo>
                    <a:cubicBezTo>
                      <a:pt x="4254" y="6468"/>
                      <a:pt x="5061" y="6134"/>
                      <a:pt x="5656" y="5539"/>
                    </a:cubicBezTo>
                    <a:cubicBezTo>
                      <a:pt x="6251" y="4944"/>
                      <a:pt x="6585" y="4137"/>
                      <a:pt x="6585" y="3295"/>
                    </a:cubicBezTo>
                    <a:cubicBezTo>
                      <a:pt x="6585" y="2454"/>
                      <a:pt x="6251" y="1647"/>
                      <a:pt x="5656" y="1052"/>
                    </a:cubicBezTo>
                    <a:cubicBezTo>
                      <a:pt x="5061" y="457"/>
                      <a:pt x="4254" y="123"/>
                      <a:pt x="3413" y="123"/>
                    </a:cubicBezTo>
                    <a:cubicBezTo>
                      <a:pt x="2572" y="123"/>
                      <a:pt x="1765" y="457"/>
                      <a:pt x="1171" y="1052"/>
                    </a:cubicBezTo>
                    <a:cubicBezTo>
                      <a:pt x="576" y="1647"/>
                      <a:pt x="242" y="2454"/>
                      <a:pt x="242" y="3295"/>
                    </a:cubicBezTo>
                    <a:cubicBezTo>
                      <a:pt x="242" y="4137"/>
                      <a:pt x="576" y="4944"/>
                      <a:pt x="1171" y="5539"/>
                    </a:cubicBezTo>
                    <a:cubicBezTo>
                      <a:pt x="1765" y="6134"/>
                      <a:pt x="2572" y="6468"/>
                      <a:pt x="341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04" name="Freeform: Shape 8203">
                <a:extLst>
                  <a:ext uri="{FF2B5EF4-FFF2-40B4-BE49-F238E27FC236}">
                    <a16:creationId xmlns:a16="http://schemas.microsoft.com/office/drawing/2014/main" id="{375D1F09-FCE5-A4B8-6FAB-796A17C3DBAE}"/>
                  </a:ext>
                </a:extLst>
              </p:cNvPr>
              <p:cNvSpPr/>
              <p:nvPr/>
            </p:nvSpPr>
            <p:spPr>
              <a:xfrm>
                <a:off x="9465922" y="5169259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3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05" name="Freeform: Shape 8204">
                <a:extLst>
                  <a:ext uri="{FF2B5EF4-FFF2-40B4-BE49-F238E27FC236}">
                    <a16:creationId xmlns:a16="http://schemas.microsoft.com/office/drawing/2014/main" id="{4614AB81-C6B3-31D7-93D0-01128E031125}"/>
                  </a:ext>
                </a:extLst>
              </p:cNvPr>
              <p:cNvSpPr/>
              <p:nvPr/>
            </p:nvSpPr>
            <p:spPr>
              <a:xfrm>
                <a:off x="9466897" y="5168223"/>
                <a:ext cx="6343" cy="6345"/>
              </a:xfrm>
              <a:custGeom>
                <a:avLst/>
                <a:gdLst>
                  <a:gd name="connsiteX0" fmla="*/ 3413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8"/>
                    </a:moveTo>
                    <a:cubicBezTo>
                      <a:pt x="4254" y="6478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3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8"/>
                      <a:pt x="341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06" name="Freeform: Shape 8205">
                <a:extLst>
                  <a:ext uri="{FF2B5EF4-FFF2-40B4-BE49-F238E27FC236}">
                    <a16:creationId xmlns:a16="http://schemas.microsoft.com/office/drawing/2014/main" id="{94265B0A-2D33-2A7A-03D4-0DDCBA37E304}"/>
                  </a:ext>
                </a:extLst>
              </p:cNvPr>
              <p:cNvSpPr/>
              <p:nvPr/>
            </p:nvSpPr>
            <p:spPr>
              <a:xfrm>
                <a:off x="9467977" y="5166702"/>
                <a:ext cx="6343" cy="6345"/>
              </a:xfrm>
              <a:custGeom>
                <a:avLst/>
                <a:gdLst>
                  <a:gd name="connsiteX0" fmla="*/ 3413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8"/>
                    </a:moveTo>
                    <a:cubicBezTo>
                      <a:pt x="4254" y="6478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8"/>
                      <a:pt x="341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07" name="Freeform: Shape 8206">
                <a:extLst>
                  <a:ext uri="{FF2B5EF4-FFF2-40B4-BE49-F238E27FC236}">
                    <a16:creationId xmlns:a16="http://schemas.microsoft.com/office/drawing/2014/main" id="{B254231A-EA4C-3130-A439-6C7D40989F6D}"/>
                  </a:ext>
                </a:extLst>
              </p:cNvPr>
              <p:cNvSpPr/>
              <p:nvPr/>
            </p:nvSpPr>
            <p:spPr>
              <a:xfrm>
                <a:off x="9468083" y="517035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5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2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08" name="Freeform: Shape 8207">
                <a:extLst>
                  <a:ext uri="{FF2B5EF4-FFF2-40B4-BE49-F238E27FC236}">
                    <a16:creationId xmlns:a16="http://schemas.microsoft.com/office/drawing/2014/main" id="{37E4F669-8952-AEDA-71E9-137801CD63AA}"/>
                  </a:ext>
                </a:extLst>
              </p:cNvPr>
              <p:cNvSpPr/>
              <p:nvPr/>
            </p:nvSpPr>
            <p:spPr>
              <a:xfrm>
                <a:off x="9468841" y="517050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5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09" name="Freeform: Shape 8208">
                <a:extLst>
                  <a:ext uri="{FF2B5EF4-FFF2-40B4-BE49-F238E27FC236}">
                    <a16:creationId xmlns:a16="http://schemas.microsoft.com/office/drawing/2014/main" id="{669A335C-B6FB-F0FA-5080-9BCBCB30367C}"/>
                  </a:ext>
                </a:extLst>
              </p:cNvPr>
              <p:cNvSpPr/>
              <p:nvPr/>
            </p:nvSpPr>
            <p:spPr>
              <a:xfrm>
                <a:off x="9469598" y="517065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5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10" name="Freeform: Shape 8209">
                <a:extLst>
                  <a:ext uri="{FF2B5EF4-FFF2-40B4-BE49-F238E27FC236}">
                    <a16:creationId xmlns:a16="http://schemas.microsoft.com/office/drawing/2014/main" id="{709C84AE-4C41-213F-B053-1E52983ADAC4}"/>
                  </a:ext>
                </a:extLst>
              </p:cNvPr>
              <p:cNvSpPr/>
              <p:nvPr/>
            </p:nvSpPr>
            <p:spPr>
              <a:xfrm>
                <a:off x="9470354" y="517081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4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5" y="1658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11" name="Freeform: Shape 8210">
                <a:extLst>
                  <a:ext uri="{FF2B5EF4-FFF2-40B4-BE49-F238E27FC236}">
                    <a16:creationId xmlns:a16="http://schemas.microsoft.com/office/drawing/2014/main" id="{E048A115-A157-4B77-6354-F89B40B0D024}"/>
                  </a:ext>
                </a:extLst>
              </p:cNvPr>
              <p:cNvSpPr/>
              <p:nvPr/>
            </p:nvSpPr>
            <p:spPr>
              <a:xfrm>
                <a:off x="9471123" y="517091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4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8"/>
                      <a:pt x="241" y="2465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12" name="Freeform: Shape 8211">
                <a:extLst>
                  <a:ext uri="{FF2B5EF4-FFF2-40B4-BE49-F238E27FC236}">
                    <a16:creationId xmlns:a16="http://schemas.microsoft.com/office/drawing/2014/main" id="{5A6B8AD1-A593-136E-1C6A-29A50CD1DFF4}"/>
                  </a:ext>
                </a:extLst>
              </p:cNvPr>
              <p:cNvSpPr/>
              <p:nvPr/>
            </p:nvSpPr>
            <p:spPr>
              <a:xfrm>
                <a:off x="9471863" y="5171139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5"/>
                      <a:pt x="6250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8"/>
                      <a:pt x="241" y="2465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13" name="Freeform: Shape 8212">
                <a:extLst>
                  <a:ext uri="{FF2B5EF4-FFF2-40B4-BE49-F238E27FC236}">
                    <a16:creationId xmlns:a16="http://schemas.microsoft.com/office/drawing/2014/main" id="{B25DBF0B-014C-FAE5-5CFB-E5E7EE81E4A1}"/>
                  </a:ext>
                </a:extLst>
              </p:cNvPr>
              <p:cNvSpPr/>
              <p:nvPr/>
            </p:nvSpPr>
            <p:spPr>
              <a:xfrm>
                <a:off x="9522277" y="5036716"/>
                <a:ext cx="6343" cy="6345"/>
              </a:xfrm>
              <a:custGeom>
                <a:avLst/>
                <a:gdLst>
                  <a:gd name="connsiteX0" fmla="*/ 3417 w 6343"/>
                  <a:gd name="connsiteY0" fmla="*/ 6468 h 6345"/>
                  <a:gd name="connsiteX1" fmla="*/ 5660 w 6343"/>
                  <a:gd name="connsiteY1" fmla="*/ 5539 h 6345"/>
                  <a:gd name="connsiteX2" fmla="*/ 6589 w 6343"/>
                  <a:gd name="connsiteY2" fmla="*/ 3295 h 6345"/>
                  <a:gd name="connsiteX3" fmla="*/ 5660 w 6343"/>
                  <a:gd name="connsiteY3" fmla="*/ 1052 h 6345"/>
                  <a:gd name="connsiteX4" fmla="*/ 3417 w 6343"/>
                  <a:gd name="connsiteY4" fmla="*/ 123 h 6345"/>
                  <a:gd name="connsiteX5" fmla="*/ 1174 w 6343"/>
                  <a:gd name="connsiteY5" fmla="*/ 1052 h 6345"/>
                  <a:gd name="connsiteX6" fmla="*/ 245 w 6343"/>
                  <a:gd name="connsiteY6" fmla="*/ 3295 h 6345"/>
                  <a:gd name="connsiteX7" fmla="*/ 1174 w 6343"/>
                  <a:gd name="connsiteY7" fmla="*/ 5539 h 6345"/>
                  <a:gd name="connsiteX8" fmla="*/ 341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8"/>
                    </a:moveTo>
                    <a:cubicBezTo>
                      <a:pt x="4258" y="6468"/>
                      <a:pt x="5065" y="6134"/>
                      <a:pt x="5660" y="5539"/>
                    </a:cubicBezTo>
                    <a:cubicBezTo>
                      <a:pt x="6254" y="4944"/>
                      <a:pt x="6589" y="4137"/>
                      <a:pt x="6589" y="3295"/>
                    </a:cubicBezTo>
                    <a:cubicBezTo>
                      <a:pt x="6589" y="2454"/>
                      <a:pt x="6254" y="1647"/>
                      <a:pt x="5660" y="1052"/>
                    </a:cubicBezTo>
                    <a:cubicBezTo>
                      <a:pt x="5065" y="457"/>
                      <a:pt x="4258" y="123"/>
                      <a:pt x="3417" y="123"/>
                    </a:cubicBezTo>
                    <a:cubicBezTo>
                      <a:pt x="2576" y="123"/>
                      <a:pt x="1769" y="457"/>
                      <a:pt x="1174" y="1052"/>
                    </a:cubicBezTo>
                    <a:cubicBezTo>
                      <a:pt x="580" y="1647"/>
                      <a:pt x="245" y="2454"/>
                      <a:pt x="245" y="3295"/>
                    </a:cubicBezTo>
                    <a:cubicBezTo>
                      <a:pt x="245" y="4137"/>
                      <a:pt x="580" y="4944"/>
                      <a:pt x="1174" y="5539"/>
                    </a:cubicBezTo>
                    <a:cubicBezTo>
                      <a:pt x="1769" y="6134"/>
                      <a:pt x="2576" y="6468"/>
                      <a:pt x="341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14" name="Freeform: Shape 8213">
                <a:extLst>
                  <a:ext uri="{FF2B5EF4-FFF2-40B4-BE49-F238E27FC236}">
                    <a16:creationId xmlns:a16="http://schemas.microsoft.com/office/drawing/2014/main" id="{849CF96D-8F44-9283-A745-AB90C22366CB}"/>
                  </a:ext>
                </a:extLst>
              </p:cNvPr>
              <p:cNvSpPr/>
              <p:nvPr/>
            </p:nvSpPr>
            <p:spPr>
              <a:xfrm>
                <a:off x="9523910" y="5037020"/>
                <a:ext cx="6343" cy="6345"/>
              </a:xfrm>
              <a:custGeom>
                <a:avLst/>
                <a:gdLst>
                  <a:gd name="connsiteX0" fmla="*/ 3417 w 6343"/>
                  <a:gd name="connsiteY0" fmla="*/ 6468 h 6345"/>
                  <a:gd name="connsiteX1" fmla="*/ 5660 w 6343"/>
                  <a:gd name="connsiteY1" fmla="*/ 5539 h 6345"/>
                  <a:gd name="connsiteX2" fmla="*/ 6589 w 6343"/>
                  <a:gd name="connsiteY2" fmla="*/ 3295 h 6345"/>
                  <a:gd name="connsiteX3" fmla="*/ 5660 w 6343"/>
                  <a:gd name="connsiteY3" fmla="*/ 1052 h 6345"/>
                  <a:gd name="connsiteX4" fmla="*/ 3417 w 6343"/>
                  <a:gd name="connsiteY4" fmla="*/ 123 h 6345"/>
                  <a:gd name="connsiteX5" fmla="*/ 1174 w 6343"/>
                  <a:gd name="connsiteY5" fmla="*/ 1052 h 6345"/>
                  <a:gd name="connsiteX6" fmla="*/ 246 w 6343"/>
                  <a:gd name="connsiteY6" fmla="*/ 3295 h 6345"/>
                  <a:gd name="connsiteX7" fmla="*/ 1174 w 6343"/>
                  <a:gd name="connsiteY7" fmla="*/ 5539 h 6345"/>
                  <a:gd name="connsiteX8" fmla="*/ 341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8"/>
                    </a:moveTo>
                    <a:cubicBezTo>
                      <a:pt x="4258" y="6468"/>
                      <a:pt x="5065" y="6134"/>
                      <a:pt x="5660" y="5539"/>
                    </a:cubicBezTo>
                    <a:cubicBezTo>
                      <a:pt x="6254" y="4944"/>
                      <a:pt x="6589" y="4137"/>
                      <a:pt x="6589" y="3295"/>
                    </a:cubicBezTo>
                    <a:cubicBezTo>
                      <a:pt x="6589" y="2454"/>
                      <a:pt x="6254" y="1647"/>
                      <a:pt x="5660" y="1052"/>
                    </a:cubicBezTo>
                    <a:cubicBezTo>
                      <a:pt x="5065" y="457"/>
                      <a:pt x="4258" y="123"/>
                      <a:pt x="3417" y="123"/>
                    </a:cubicBezTo>
                    <a:cubicBezTo>
                      <a:pt x="2576" y="123"/>
                      <a:pt x="1769" y="457"/>
                      <a:pt x="1174" y="1052"/>
                    </a:cubicBezTo>
                    <a:cubicBezTo>
                      <a:pt x="580" y="1647"/>
                      <a:pt x="246" y="2454"/>
                      <a:pt x="246" y="3295"/>
                    </a:cubicBezTo>
                    <a:cubicBezTo>
                      <a:pt x="246" y="4137"/>
                      <a:pt x="580" y="4944"/>
                      <a:pt x="1174" y="5539"/>
                    </a:cubicBezTo>
                    <a:cubicBezTo>
                      <a:pt x="1769" y="6134"/>
                      <a:pt x="2576" y="6468"/>
                      <a:pt x="341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15" name="Freeform: Shape 8214">
                <a:extLst>
                  <a:ext uri="{FF2B5EF4-FFF2-40B4-BE49-F238E27FC236}">
                    <a16:creationId xmlns:a16="http://schemas.microsoft.com/office/drawing/2014/main" id="{0BB21DBE-B656-C04C-B3D1-C4338DFF7E86}"/>
                  </a:ext>
                </a:extLst>
              </p:cNvPr>
              <p:cNvSpPr/>
              <p:nvPr/>
            </p:nvSpPr>
            <p:spPr>
              <a:xfrm>
                <a:off x="9525598" y="5037154"/>
                <a:ext cx="6343" cy="6345"/>
              </a:xfrm>
              <a:custGeom>
                <a:avLst/>
                <a:gdLst>
                  <a:gd name="connsiteX0" fmla="*/ 3417 w 6343"/>
                  <a:gd name="connsiteY0" fmla="*/ 6468 h 6345"/>
                  <a:gd name="connsiteX1" fmla="*/ 5660 w 6343"/>
                  <a:gd name="connsiteY1" fmla="*/ 5539 h 6345"/>
                  <a:gd name="connsiteX2" fmla="*/ 6589 w 6343"/>
                  <a:gd name="connsiteY2" fmla="*/ 3295 h 6345"/>
                  <a:gd name="connsiteX3" fmla="*/ 5660 w 6343"/>
                  <a:gd name="connsiteY3" fmla="*/ 1052 h 6345"/>
                  <a:gd name="connsiteX4" fmla="*/ 3417 w 6343"/>
                  <a:gd name="connsiteY4" fmla="*/ 123 h 6345"/>
                  <a:gd name="connsiteX5" fmla="*/ 1175 w 6343"/>
                  <a:gd name="connsiteY5" fmla="*/ 1052 h 6345"/>
                  <a:gd name="connsiteX6" fmla="*/ 246 w 6343"/>
                  <a:gd name="connsiteY6" fmla="*/ 3295 h 6345"/>
                  <a:gd name="connsiteX7" fmla="*/ 1175 w 6343"/>
                  <a:gd name="connsiteY7" fmla="*/ 5539 h 6345"/>
                  <a:gd name="connsiteX8" fmla="*/ 341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8"/>
                    </a:moveTo>
                    <a:cubicBezTo>
                      <a:pt x="4258" y="6468"/>
                      <a:pt x="5065" y="6134"/>
                      <a:pt x="5660" y="5539"/>
                    </a:cubicBezTo>
                    <a:cubicBezTo>
                      <a:pt x="6255" y="4944"/>
                      <a:pt x="6589" y="4137"/>
                      <a:pt x="6589" y="3295"/>
                    </a:cubicBezTo>
                    <a:cubicBezTo>
                      <a:pt x="6589" y="2454"/>
                      <a:pt x="6255" y="1647"/>
                      <a:pt x="5660" y="1052"/>
                    </a:cubicBezTo>
                    <a:cubicBezTo>
                      <a:pt x="5065" y="457"/>
                      <a:pt x="4258" y="123"/>
                      <a:pt x="3417" y="123"/>
                    </a:cubicBezTo>
                    <a:cubicBezTo>
                      <a:pt x="2576" y="123"/>
                      <a:pt x="1769" y="457"/>
                      <a:pt x="1175" y="1052"/>
                    </a:cubicBezTo>
                    <a:cubicBezTo>
                      <a:pt x="580" y="1647"/>
                      <a:pt x="246" y="2454"/>
                      <a:pt x="246" y="3295"/>
                    </a:cubicBezTo>
                    <a:cubicBezTo>
                      <a:pt x="246" y="4137"/>
                      <a:pt x="580" y="4944"/>
                      <a:pt x="1175" y="5539"/>
                    </a:cubicBezTo>
                    <a:cubicBezTo>
                      <a:pt x="1769" y="6134"/>
                      <a:pt x="2576" y="6468"/>
                      <a:pt x="341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16" name="Freeform: Shape 8215">
                <a:extLst>
                  <a:ext uri="{FF2B5EF4-FFF2-40B4-BE49-F238E27FC236}">
                    <a16:creationId xmlns:a16="http://schemas.microsoft.com/office/drawing/2014/main" id="{A9C39471-7CED-03FC-CD40-A2094BA32DE3}"/>
                  </a:ext>
                </a:extLst>
              </p:cNvPr>
              <p:cNvSpPr/>
              <p:nvPr/>
            </p:nvSpPr>
            <p:spPr>
              <a:xfrm>
                <a:off x="9527306" y="5037241"/>
                <a:ext cx="6343" cy="6345"/>
              </a:xfrm>
              <a:custGeom>
                <a:avLst/>
                <a:gdLst>
                  <a:gd name="connsiteX0" fmla="*/ 3417 w 6343"/>
                  <a:gd name="connsiteY0" fmla="*/ 6468 h 6345"/>
                  <a:gd name="connsiteX1" fmla="*/ 5660 w 6343"/>
                  <a:gd name="connsiteY1" fmla="*/ 5539 h 6345"/>
                  <a:gd name="connsiteX2" fmla="*/ 6589 w 6343"/>
                  <a:gd name="connsiteY2" fmla="*/ 3295 h 6345"/>
                  <a:gd name="connsiteX3" fmla="*/ 5660 w 6343"/>
                  <a:gd name="connsiteY3" fmla="*/ 1052 h 6345"/>
                  <a:gd name="connsiteX4" fmla="*/ 3417 w 6343"/>
                  <a:gd name="connsiteY4" fmla="*/ 123 h 6345"/>
                  <a:gd name="connsiteX5" fmla="*/ 1175 w 6343"/>
                  <a:gd name="connsiteY5" fmla="*/ 1052 h 6345"/>
                  <a:gd name="connsiteX6" fmla="*/ 246 w 6343"/>
                  <a:gd name="connsiteY6" fmla="*/ 3295 h 6345"/>
                  <a:gd name="connsiteX7" fmla="*/ 1175 w 6343"/>
                  <a:gd name="connsiteY7" fmla="*/ 5539 h 6345"/>
                  <a:gd name="connsiteX8" fmla="*/ 341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8"/>
                    </a:moveTo>
                    <a:cubicBezTo>
                      <a:pt x="4258" y="6468"/>
                      <a:pt x="5065" y="6134"/>
                      <a:pt x="5660" y="5539"/>
                    </a:cubicBezTo>
                    <a:cubicBezTo>
                      <a:pt x="6255" y="4944"/>
                      <a:pt x="6589" y="4137"/>
                      <a:pt x="6589" y="3295"/>
                    </a:cubicBezTo>
                    <a:cubicBezTo>
                      <a:pt x="6589" y="2454"/>
                      <a:pt x="6255" y="1647"/>
                      <a:pt x="5660" y="1052"/>
                    </a:cubicBezTo>
                    <a:cubicBezTo>
                      <a:pt x="5065" y="457"/>
                      <a:pt x="4258" y="123"/>
                      <a:pt x="3417" y="123"/>
                    </a:cubicBezTo>
                    <a:cubicBezTo>
                      <a:pt x="2576" y="123"/>
                      <a:pt x="1769" y="457"/>
                      <a:pt x="1175" y="1052"/>
                    </a:cubicBezTo>
                    <a:cubicBezTo>
                      <a:pt x="580" y="1647"/>
                      <a:pt x="246" y="2454"/>
                      <a:pt x="246" y="3295"/>
                    </a:cubicBezTo>
                    <a:cubicBezTo>
                      <a:pt x="246" y="4137"/>
                      <a:pt x="580" y="4944"/>
                      <a:pt x="1175" y="5539"/>
                    </a:cubicBezTo>
                    <a:cubicBezTo>
                      <a:pt x="1769" y="6134"/>
                      <a:pt x="2576" y="6468"/>
                      <a:pt x="341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17" name="Freeform: Shape 8216">
                <a:extLst>
                  <a:ext uri="{FF2B5EF4-FFF2-40B4-BE49-F238E27FC236}">
                    <a16:creationId xmlns:a16="http://schemas.microsoft.com/office/drawing/2014/main" id="{255BAA83-1612-D459-DB4E-A8D9EDF059BA}"/>
                  </a:ext>
                </a:extLst>
              </p:cNvPr>
              <p:cNvSpPr/>
              <p:nvPr/>
            </p:nvSpPr>
            <p:spPr>
              <a:xfrm>
                <a:off x="9529017" y="5037339"/>
                <a:ext cx="6343" cy="6345"/>
              </a:xfrm>
              <a:custGeom>
                <a:avLst/>
                <a:gdLst>
                  <a:gd name="connsiteX0" fmla="*/ 3417 w 6343"/>
                  <a:gd name="connsiteY0" fmla="*/ 6468 h 6345"/>
                  <a:gd name="connsiteX1" fmla="*/ 5660 w 6343"/>
                  <a:gd name="connsiteY1" fmla="*/ 5539 h 6345"/>
                  <a:gd name="connsiteX2" fmla="*/ 6589 w 6343"/>
                  <a:gd name="connsiteY2" fmla="*/ 3295 h 6345"/>
                  <a:gd name="connsiteX3" fmla="*/ 5660 w 6343"/>
                  <a:gd name="connsiteY3" fmla="*/ 1052 h 6345"/>
                  <a:gd name="connsiteX4" fmla="*/ 3417 w 6343"/>
                  <a:gd name="connsiteY4" fmla="*/ 123 h 6345"/>
                  <a:gd name="connsiteX5" fmla="*/ 1175 w 6343"/>
                  <a:gd name="connsiteY5" fmla="*/ 1052 h 6345"/>
                  <a:gd name="connsiteX6" fmla="*/ 246 w 6343"/>
                  <a:gd name="connsiteY6" fmla="*/ 3295 h 6345"/>
                  <a:gd name="connsiteX7" fmla="*/ 1175 w 6343"/>
                  <a:gd name="connsiteY7" fmla="*/ 5539 h 6345"/>
                  <a:gd name="connsiteX8" fmla="*/ 341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8"/>
                    </a:moveTo>
                    <a:cubicBezTo>
                      <a:pt x="4259" y="6468"/>
                      <a:pt x="5065" y="6134"/>
                      <a:pt x="5660" y="5539"/>
                    </a:cubicBezTo>
                    <a:cubicBezTo>
                      <a:pt x="6255" y="4944"/>
                      <a:pt x="6589" y="4137"/>
                      <a:pt x="6589" y="3295"/>
                    </a:cubicBezTo>
                    <a:cubicBezTo>
                      <a:pt x="6589" y="2454"/>
                      <a:pt x="6255" y="1647"/>
                      <a:pt x="5660" y="1052"/>
                    </a:cubicBezTo>
                    <a:cubicBezTo>
                      <a:pt x="5065" y="457"/>
                      <a:pt x="4259" y="123"/>
                      <a:pt x="3417" y="123"/>
                    </a:cubicBezTo>
                    <a:cubicBezTo>
                      <a:pt x="2576" y="123"/>
                      <a:pt x="1770" y="457"/>
                      <a:pt x="1175" y="1052"/>
                    </a:cubicBezTo>
                    <a:cubicBezTo>
                      <a:pt x="580" y="1647"/>
                      <a:pt x="246" y="2454"/>
                      <a:pt x="246" y="3295"/>
                    </a:cubicBezTo>
                    <a:cubicBezTo>
                      <a:pt x="246" y="4137"/>
                      <a:pt x="580" y="4944"/>
                      <a:pt x="1175" y="5539"/>
                    </a:cubicBezTo>
                    <a:cubicBezTo>
                      <a:pt x="1770" y="6134"/>
                      <a:pt x="2576" y="6468"/>
                      <a:pt x="341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18" name="Freeform: Shape 8217">
                <a:extLst>
                  <a:ext uri="{FF2B5EF4-FFF2-40B4-BE49-F238E27FC236}">
                    <a16:creationId xmlns:a16="http://schemas.microsoft.com/office/drawing/2014/main" id="{BA246244-9216-CC17-D7FB-A5D227A9BA98}"/>
                  </a:ext>
                </a:extLst>
              </p:cNvPr>
              <p:cNvSpPr/>
              <p:nvPr/>
            </p:nvSpPr>
            <p:spPr>
              <a:xfrm>
                <a:off x="9530730" y="5037448"/>
                <a:ext cx="6343" cy="6345"/>
              </a:xfrm>
              <a:custGeom>
                <a:avLst/>
                <a:gdLst>
                  <a:gd name="connsiteX0" fmla="*/ 3418 w 6343"/>
                  <a:gd name="connsiteY0" fmla="*/ 6468 h 6345"/>
                  <a:gd name="connsiteX1" fmla="*/ 5660 w 6343"/>
                  <a:gd name="connsiteY1" fmla="*/ 5539 h 6345"/>
                  <a:gd name="connsiteX2" fmla="*/ 6589 w 6343"/>
                  <a:gd name="connsiteY2" fmla="*/ 3295 h 6345"/>
                  <a:gd name="connsiteX3" fmla="*/ 5660 w 6343"/>
                  <a:gd name="connsiteY3" fmla="*/ 1052 h 6345"/>
                  <a:gd name="connsiteX4" fmla="*/ 3418 w 6343"/>
                  <a:gd name="connsiteY4" fmla="*/ 123 h 6345"/>
                  <a:gd name="connsiteX5" fmla="*/ 1175 w 6343"/>
                  <a:gd name="connsiteY5" fmla="*/ 1052 h 6345"/>
                  <a:gd name="connsiteX6" fmla="*/ 246 w 6343"/>
                  <a:gd name="connsiteY6" fmla="*/ 3295 h 6345"/>
                  <a:gd name="connsiteX7" fmla="*/ 1175 w 6343"/>
                  <a:gd name="connsiteY7" fmla="*/ 5539 h 6345"/>
                  <a:gd name="connsiteX8" fmla="*/ 341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8"/>
                    </a:moveTo>
                    <a:cubicBezTo>
                      <a:pt x="4259" y="6468"/>
                      <a:pt x="5066" y="6134"/>
                      <a:pt x="5660" y="5539"/>
                    </a:cubicBezTo>
                    <a:cubicBezTo>
                      <a:pt x="6255" y="4944"/>
                      <a:pt x="6589" y="4137"/>
                      <a:pt x="6589" y="3295"/>
                    </a:cubicBezTo>
                    <a:cubicBezTo>
                      <a:pt x="6589" y="2454"/>
                      <a:pt x="6255" y="1647"/>
                      <a:pt x="5660" y="1052"/>
                    </a:cubicBezTo>
                    <a:cubicBezTo>
                      <a:pt x="5066" y="457"/>
                      <a:pt x="4259" y="123"/>
                      <a:pt x="3418" y="123"/>
                    </a:cubicBezTo>
                    <a:cubicBezTo>
                      <a:pt x="2577" y="123"/>
                      <a:pt x="1770" y="457"/>
                      <a:pt x="1175" y="1052"/>
                    </a:cubicBezTo>
                    <a:cubicBezTo>
                      <a:pt x="580" y="1647"/>
                      <a:pt x="246" y="2454"/>
                      <a:pt x="246" y="3295"/>
                    </a:cubicBezTo>
                    <a:cubicBezTo>
                      <a:pt x="246" y="4137"/>
                      <a:pt x="580" y="4944"/>
                      <a:pt x="1175" y="5539"/>
                    </a:cubicBezTo>
                    <a:cubicBezTo>
                      <a:pt x="1770" y="6134"/>
                      <a:pt x="2577" y="6468"/>
                      <a:pt x="341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19" name="Freeform: Shape 8218">
                <a:extLst>
                  <a:ext uri="{FF2B5EF4-FFF2-40B4-BE49-F238E27FC236}">
                    <a16:creationId xmlns:a16="http://schemas.microsoft.com/office/drawing/2014/main" id="{B591CEB0-2426-F5CF-FF0F-0C29D0F8D7C8}"/>
                  </a:ext>
                </a:extLst>
              </p:cNvPr>
              <p:cNvSpPr/>
              <p:nvPr/>
            </p:nvSpPr>
            <p:spPr>
              <a:xfrm>
                <a:off x="9532505" y="5037390"/>
                <a:ext cx="6343" cy="6345"/>
              </a:xfrm>
              <a:custGeom>
                <a:avLst/>
                <a:gdLst>
                  <a:gd name="connsiteX0" fmla="*/ 3418 w 6343"/>
                  <a:gd name="connsiteY0" fmla="*/ 6468 h 6345"/>
                  <a:gd name="connsiteX1" fmla="*/ 5660 w 6343"/>
                  <a:gd name="connsiteY1" fmla="*/ 5539 h 6345"/>
                  <a:gd name="connsiteX2" fmla="*/ 6589 w 6343"/>
                  <a:gd name="connsiteY2" fmla="*/ 3295 h 6345"/>
                  <a:gd name="connsiteX3" fmla="*/ 5660 w 6343"/>
                  <a:gd name="connsiteY3" fmla="*/ 1052 h 6345"/>
                  <a:gd name="connsiteX4" fmla="*/ 3418 w 6343"/>
                  <a:gd name="connsiteY4" fmla="*/ 123 h 6345"/>
                  <a:gd name="connsiteX5" fmla="*/ 1175 w 6343"/>
                  <a:gd name="connsiteY5" fmla="*/ 1052 h 6345"/>
                  <a:gd name="connsiteX6" fmla="*/ 246 w 6343"/>
                  <a:gd name="connsiteY6" fmla="*/ 3295 h 6345"/>
                  <a:gd name="connsiteX7" fmla="*/ 1175 w 6343"/>
                  <a:gd name="connsiteY7" fmla="*/ 5539 h 6345"/>
                  <a:gd name="connsiteX8" fmla="*/ 341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8"/>
                    </a:moveTo>
                    <a:cubicBezTo>
                      <a:pt x="4259" y="6468"/>
                      <a:pt x="5066" y="6134"/>
                      <a:pt x="5660" y="5539"/>
                    </a:cubicBezTo>
                    <a:cubicBezTo>
                      <a:pt x="6255" y="4944"/>
                      <a:pt x="6589" y="4137"/>
                      <a:pt x="6589" y="3295"/>
                    </a:cubicBezTo>
                    <a:cubicBezTo>
                      <a:pt x="6589" y="2454"/>
                      <a:pt x="6255" y="1647"/>
                      <a:pt x="5660" y="1052"/>
                    </a:cubicBezTo>
                    <a:cubicBezTo>
                      <a:pt x="5066" y="457"/>
                      <a:pt x="4259" y="123"/>
                      <a:pt x="3418" y="123"/>
                    </a:cubicBezTo>
                    <a:cubicBezTo>
                      <a:pt x="2577" y="123"/>
                      <a:pt x="1770" y="457"/>
                      <a:pt x="1175" y="1052"/>
                    </a:cubicBezTo>
                    <a:cubicBezTo>
                      <a:pt x="580" y="1647"/>
                      <a:pt x="246" y="2454"/>
                      <a:pt x="246" y="3295"/>
                    </a:cubicBezTo>
                    <a:cubicBezTo>
                      <a:pt x="246" y="4137"/>
                      <a:pt x="580" y="4944"/>
                      <a:pt x="1175" y="5539"/>
                    </a:cubicBezTo>
                    <a:cubicBezTo>
                      <a:pt x="1770" y="6134"/>
                      <a:pt x="2577" y="6468"/>
                      <a:pt x="341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20" name="Freeform: Shape 8219">
                <a:extLst>
                  <a:ext uri="{FF2B5EF4-FFF2-40B4-BE49-F238E27FC236}">
                    <a16:creationId xmlns:a16="http://schemas.microsoft.com/office/drawing/2014/main" id="{52770F3D-E2CE-8893-C14F-004A51582590}"/>
                  </a:ext>
                </a:extLst>
              </p:cNvPr>
              <p:cNvSpPr/>
              <p:nvPr/>
            </p:nvSpPr>
            <p:spPr>
              <a:xfrm>
                <a:off x="9534077" y="5037936"/>
                <a:ext cx="6343" cy="6345"/>
              </a:xfrm>
              <a:custGeom>
                <a:avLst/>
                <a:gdLst>
                  <a:gd name="connsiteX0" fmla="*/ 3418 w 6343"/>
                  <a:gd name="connsiteY0" fmla="*/ 6468 h 6345"/>
                  <a:gd name="connsiteX1" fmla="*/ 5661 w 6343"/>
                  <a:gd name="connsiteY1" fmla="*/ 5539 h 6345"/>
                  <a:gd name="connsiteX2" fmla="*/ 6589 w 6343"/>
                  <a:gd name="connsiteY2" fmla="*/ 3296 h 6345"/>
                  <a:gd name="connsiteX3" fmla="*/ 5661 w 6343"/>
                  <a:gd name="connsiteY3" fmla="*/ 1052 h 6345"/>
                  <a:gd name="connsiteX4" fmla="*/ 3418 w 6343"/>
                  <a:gd name="connsiteY4" fmla="*/ 123 h 6345"/>
                  <a:gd name="connsiteX5" fmla="*/ 1175 w 6343"/>
                  <a:gd name="connsiteY5" fmla="*/ 1052 h 6345"/>
                  <a:gd name="connsiteX6" fmla="*/ 246 w 6343"/>
                  <a:gd name="connsiteY6" fmla="*/ 3296 h 6345"/>
                  <a:gd name="connsiteX7" fmla="*/ 1175 w 6343"/>
                  <a:gd name="connsiteY7" fmla="*/ 5539 h 6345"/>
                  <a:gd name="connsiteX8" fmla="*/ 341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8"/>
                    </a:moveTo>
                    <a:cubicBezTo>
                      <a:pt x="4259" y="6468"/>
                      <a:pt x="5066" y="6134"/>
                      <a:pt x="5661" y="5539"/>
                    </a:cubicBezTo>
                    <a:cubicBezTo>
                      <a:pt x="6255" y="4944"/>
                      <a:pt x="6589" y="4137"/>
                      <a:pt x="6589" y="3296"/>
                    </a:cubicBezTo>
                    <a:cubicBezTo>
                      <a:pt x="6589" y="2454"/>
                      <a:pt x="6255" y="1647"/>
                      <a:pt x="5661" y="1052"/>
                    </a:cubicBezTo>
                    <a:cubicBezTo>
                      <a:pt x="5066" y="457"/>
                      <a:pt x="4259" y="123"/>
                      <a:pt x="3418" y="123"/>
                    </a:cubicBezTo>
                    <a:cubicBezTo>
                      <a:pt x="2577" y="123"/>
                      <a:pt x="1770" y="457"/>
                      <a:pt x="1175" y="1052"/>
                    </a:cubicBezTo>
                    <a:cubicBezTo>
                      <a:pt x="581" y="1647"/>
                      <a:pt x="246" y="2454"/>
                      <a:pt x="246" y="3296"/>
                    </a:cubicBezTo>
                    <a:cubicBezTo>
                      <a:pt x="246" y="4137"/>
                      <a:pt x="581" y="4944"/>
                      <a:pt x="1175" y="5539"/>
                    </a:cubicBezTo>
                    <a:cubicBezTo>
                      <a:pt x="1770" y="6134"/>
                      <a:pt x="2577" y="6468"/>
                      <a:pt x="341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21" name="Freeform: Shape 8220">
                <a:extLst>
                  <a:ext uri="{FF2B5EF4-FFF2-40B4-BE49-F238E27FC236}">
                    <a16:creationId xmlns:a16="http://schemas.microsoft.com/office/drawing/2014/main" id="{EBC0C7B2-7828-8DCC-B188-AB231FB6DB44}"/>
                  </a:ext>
                </a:extLst>
              </p:cNvPr>
              <p:cNvSpPr/>
              <p:nvPr/>
            </p:nvSpPr>
            <p:spPr>
              <a:xfrm>
                <a:off x="9535899" y="5037784"/>
                <a:ext cx="6343" cy="6345"/>
              </a:xfrm>
              <a:custGeom>
                <a:avLst/>
                <a:gdLst>
                  <a:gd name="connsiteX0" fmla="*/ 3418 w 6343"/>
                  <a:gd name="connsiteY0" fmla="*/ 6468 h 6345"/>
                  <a:gd name="connsiteX1" fmla="*/ 5661 w 6343"/>
                  <a:gd name="connsiteY1" fmla="*/ 5539 h 6345"/>
                  <a:gd name="connsiteX2" fmla="*/ 6590 w 6343"/>
                  <a:gd name="connsiteY2" fmla="*/ 3295 h 6345"/>
                  <a:gd name="connsiteX3" fmla="*/ 5661 w 6343"/>
                  <a:gd name="connsiteY3" fmla="*/ 1052 h 6345"/>
                  <a:gd name="connsiteX4" fmla="*/ 3418 w 6343"/>
                  <a:gd name="connsiteY4" fmla="*/ 123 h 6345"/>
                  <a:gd name="connsiteX5" fmla="*/ 1175 w 6343"/>
                  <a:gd name="connsiteY5" fmla="*/ 1052 h 6345"/>
                  <a:gd name="connsiteX6" fmla="*/ 246 w 6343"/>
                  <a:gd name="connsiteY6" fmla="*/ 3295 h 6345"/>
                  <a:gd name="connsiteX7" fmla="*/ 1175 w 6343"/>
                  <a:gd name="connsiteY7" fmla="*/ 5539 h 6345"/>
                  <a:gd name="connsiteX8" fmla="*/ 341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8"/>
                    </a:moveTo>
                    <a:cubicBezTo>
                      <a:pt x="4259" y="6468"/>
                      <a:pt x="5066" y="6134"/>
                      <a:pt x="5661" y="5539"/>
                    </a:cubicBezTo>
                    <a:cubicBezTo>
                      <a:pt x="6255" y="4944"/>
                      <a:pt x="6590" y="4137"/>
                      <a:pt x="6590" y="3295"/>
                    </a:cubicBezTo>
                    <a:cubicBezTo>
                      <a:pt x="6590" y="2454"/>
                      <a:pt x="6255" y="1647"/>
                      <a:pt x="5661" y="1052"/>
                    </a:cubicBezTo>
                    <a:cubicBezTo>
                      <a:pt x="5066" y="457"/>
                      <a:pt x="4259" y="123"/>
                      <a:pt x="3418" y="123"/>
                    </a:cubicBezTo>
                    <a:cubicBezTo>
                      <a:pt x="2577" y="123"/>
                      <a:pt x="1770" y="457"/>
                      <a:pt x="1175" y="1052"/>
                    </a:cubicBezTo>
                    <a:cubicBezTo>
                      <a:pt x="581" y="1647"/>
                      <a:pt x="246" y="2454"/>
                      <a:pt x="246" y="3295"/>
                    </a:cubicBezTo>
                    <a:cubicBezTo>
                      <a:pt x="246" y="4137"/>
                      <a:pt x="581" y="4944"/>
                      <a:pt x="1175" y="5539"/>
                    </a:cubicBezTo>
                    <a:cubicBezTo>
                      <a:pt x="1770" y="6134"/>
                      <a:pt x="2577" y="6468"/>
                      <a:pt x="341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22" name="Freeform: Shape 8221">
                <a:extLst>
                  <a:ext uri="{FF2B5EF4-FFF2-40B4-BE49-F238E27FC236}">
                    <a16:creationId xmlns:a16="http://schemas.microsoft.com/office/drawing/2014/main" id="{A840D453-9878-4268-65E2-5DC58ED340F0}"/>
                  </a:ext>
                </a:extLst>
              </p:cNvPr>
              <p:cNvSpPr/>
              <p:nvPr/>
            </p:nvSpPr>
            <p:spPr>
              <a:xfrm>
                <a:off x="9537748" y="5037586"/>
                <a:ext cx="6343" cy="6345"/>
              </a:xfrm>
              <a:custGeom>
                <a:avLst/>
                <a:gdLst>
                  <a:gd name="connsiteX0" fmla="*/ 3418 w 6343"/>
                  <a:gd name="connsiteY0" fmla="*/ 6468 h 6345"/>
                  <a:gd name="connsiteX1" fmla="*/ 5661 w 6343"/>
                  <a:gd name="connsiteY1" fmla="*/ 5539 h 6345"/>
                  <a:gd name="connsiteX2" fmla="*/ 6590 w 6343"/>
                  <a:gd name="connsiteY2" fmla="*/ 3295 h 6345"/>
                  <a:gd name="connsiteX3" fmla="*/ 5661 w 6343"/>
                  <a:gd name="connsiteY3" fmla="*/ 1052 h 6345"/>
                  <a:gd name="connsiteX4" fmla="*/ 3418 w 6343"/>
                  <a:gd name="connsiteY4" fmla="*/ 123 h 6345"/>
                  <a:gd name="connsiteX5" fmla="*/ 1176 w 6343"/>
                  <a:gd name="connsiteY5" fmla="*/ 1052 h 6345"/>
                  <a:gd name="connsiteX6" fmla="*/ 247 w 6343"/>
                  <a:gd name="connsiteY6" fmla="*/ 3295 h 6345"/>
                  <a:gd name="connsiteX7" fmla="*/ 1176 w 6343"/>
                  <a:gd name="connsiteY7" fmla="*/ 5539 h 6345"/>
                  <a:gd name="connsiteX8" fmla="*/ 341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8"/>
                    </a:moveTo>
                    <a:cubicBezTo>
                      <a:pt x="4259" y="6468"/>
                      <a:pt x="5066" y="6134"/>
                      <a:pt x="5661" y="5539"/>
                    </a:cubicBezTo>
                    <a:cubicBezTo>
                      <a:pt x="6256" y="4944"/>
                      <a:pt x="6590" y="4137"/>
                      <a:pt x="6590" y="3295"/>
                    </a:cubicBezTo>
                    <a:cubicBezTo>
                      <a:pt x="6590" y="2454"/>
                      <a:pt x="6256" y="1647"/>
                      <a:pt x="5661" y="1052"/>
                    </a:cubicBezTo>
                    <a:cubicBezTo>
                      <a:pt x="5066" y="457"/>
                      <a:pt x="4259" y="123"/>
                      <a:pt x="3418" y="123"/>
                    </a:cubicBezTo>
                    <a:cubicBezTo>
                      <a:pt x="2577" y="123"/>
                      <a:pt x="1770" y="457"/>
                      <a:pt x="1176" y="1052"/>
                    </a:cubicBezTo>
                    <a:cubicBezTo>
                      <a:pt x="581" y="1647"/>
                      <a:pt x="247" y="2454"/>
                      <a:pt x="247" y="3295"/>
                    </a:cubicBezTo>
                    <a:cubicBezTo>
                      <a:pt x="247" y="4137"/>
                      <a:pt x="581" y="4944"/>
                      <a:pt x="1176" y="5539"/>
                    </a:cubicBezTo>
                    <a:cubicBezTo>
                      <a:pt x="1770" y="6134"/>
                      <a:pt x="2577" y="6468"/>
                      <a:pt x="341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23" name="Freeform: Shape 8222">
                <a:extLst>
                  <a:ext uri="{FF2B5EF4-FFF2-40B4-BE49-F238E27FC236}">
                    <a16:creationId xmlns:a16="http://schemas.microsoft.com/office/drawing/2014/main" id="{8EE65001-CECF-5F1F-B887-DA448D2CA455}"/>
                  </a:ext>
                </a:extLst>
              </p:cNvPr>
              <p:cNvSpPr/>
              <p:nvPr/>
            </p:nvSpPr>
            <p:spPr>
              <a:xfrm>
                <a:off x="9539580" y="5037460"/>
                <a:ext cx="6343" cy="6345"/>
              </a:xfrm>
              <a:custGeom>
                <a:avLst/>
                <a:gdLst>
                  <a:gd name="connsiteX0" fmla="*/ 3418 w 6343"/>
                  <a:gd name="connsiteY0" fmla="*/ 6468 h 6345"/>
                  <a:gd name="connsiteX1" fmla="*/ 5661 w 6343"/>
                  <a:gd name="connsiteY1" fmla="*/ 5539 h 6345"/>
                  <a:gd name="connsiteX2" fmla="*/ 6590 w 6343"/>
                  <a:gd name="connsiteY2" fmla="*/ 3295 h 6345"/>
                  <a:gd name="connsiteX3" fmla="*/ 5661 w 6343"/>
                  <a:gd name="connsiteY3" fmla="*/ 1052 h 6345"/>
                  <a:gd name="connsiteX4" fmla="*/ 3418 w 6343"/>
                  <a:gd name="connsiteY4" fmla="*/ 123 h 6345"/>
                  <a:gd name="connsiteX5" fmla="*/ 1176 w 6343"/>
                  <a:gd name="connsiteY5" fmla="*/ 1052 h 6345"/>
                  <a:gd name="connsiteX6" fmla="*/ 247 w 6343"/>
                  <a:gd name="connsiteY6" fmla="*/ 3295 h 6345"/>
                  <a:gd name="connsiteX7" fmla="*/ 1176 w 6343"/>
                  <a:gd name="connsiteY7" fmla="*/ 5539 h 6345"/>
                  <a:gd name="connsiteX8" fmla="*/ 341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8"/>
                    </a:moveTo>
                    <a:cubicBezTo>
                      <a:pt x="4259" y="6468"/>
                      <a:pt x="5066" y="6134"/>
                      <a:pt x="5661" y="5539"/>
                    </a:cubicBezTo>
                    <a:cubicBezTo>
                      <a:pt x="6256" y="4944"/>
                      <a:pt x="6590" y="4137"/>
                      <a:pt x="6590" y="3295"/>
                    </a:cubicBezTo>
                    <a:cubicBezTo>
                      <a:pt x="6590" y="2454"/>
                      <a:pt x="6256" y="1647"/>
                      <a:pt x="5661" y="1052"/>
                    </a:cubicBezTo>
                    <a:cubicBezTo>
                      <a:pt x="5066" y="457"/>
                      <a:pt x="4259" y="123"/>
                      <a:pt x="3418" y="123"/>
                    </a:cubicBezTo>
                    <a:cubicBezTo>
                      <a:pt x="2577" y="123"/>
                      <a:pt x="1770" y="457"/>
                      <a:pt x="1176" y="1052"/>
                    </a:cubicBezTo>
                    <a:cubicBezTo>
                      <a:pt x="581" y="1647"/>
                      <a:pt x="247" y="2454"/>
                      <a:pt x="247" y="3295"/>
                    </a:cubicBezTo>
                    <a:cubicBezTo>
                      <a:pt x="247" y="4137"/>
                      <a:pt x="581" y="4944"/>
                      <a:pt x="1176" y="5539"/>
                    </a:cubicBezTo>
                    <a:cubicBezTo>
                      <a:pt x="1770" y="6134"/>
                      <a:pt x="2577" y="6468"/>
                      <a:pt x="341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24" name="Freeform: Shape 8223">
                <a:extLst>
                  <a:ext uri="{FF2B5EF4-FFF2-40B4-BE49-F238E27FC236}">
                    <a16:creationId xmlns:a16="http://schemas.microsoft.com/office/drawing/2014/main" id="{478F265D-09ED-B08B-0870-1E9B24056EC4}"/>
                  </a:ext>
                </a:extLst>
              </p:cNvPr>
              <p:cNvSpPr/>
              <p:nvPr/>
            </p:nvSpPr>
            <p:spPr>
              <a:xfrm>
                <a:off x="9541307" y="5037639"/>
                <a:ext cx="6343" cy="6345"/>
              </a:xfrm>
              <a:custGeom>
                <a:avLst/>
                <a:gdLst>
                  <a:gd name="connsiteX0" fmla="*/ 3418 w 6343"/>
                  <a:gd name="connsiteY0" fmla="*/ 6468 h 6345"/>
                  <a:gd name="connsiteX1" fmla="*/ 5661 w 6343"/>
                  <a:gd name="connsiteY1" fmla="*/ 5539 h 6345"/>
                  <a:gd name="connsiteX2" fmla="*/ 6590 w 6343"/>
                  <a:gd name="connsiteY2" fmla="*/ 3295 h 6345"/>
                  <a:gd name="connsiteX3" fmla="*/ 5661 w 6343"/>
                  <a:gd name="connsiteY3" fmla="*/ 1052 h 6345"/>
                  <a:gd name="connsiteX4" fmla="*/ 3418 w 6343"/>
                  <a:gd name="connsiteY4" fmla="*/ 123 h 6345"/>
                  <a:gd name="connsiteX5" fmla="*/ 1176 w 6343"/>
                  <a:gd name="connsiteY5" fmla="*/ 1052 h 6345"/>
                  <a:gd name="connsiteX6" fmla="*/ 247 w 6343"/>
                  <a:gd name="connsiteY6" fmla="*/ 3295 h 6345"/>
                  <a:gd name="connsiteX7" fmla="*/ 1176 w 6343"/>
                  <a:gd name="connsiteY7" fmla="*/ 5539 h 6345"/>
                  <a:gd name="connsiteX8" fmla="*/ 341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8"/>
                    </a:moveTo>
                    <a:cubicBezTo>
                      <a:pt x="4260" y="6468"/>
                      <a:pt x="5066" y="6134"/>
                      <a:pt x="5661" y="5539"/>
                    </a:cubicBezTo>
                    <a:cubicBezTo>
                      <a:pt x="6256" y="4944"/>
                      <a:pt x="6590" y="4137"/>
                      <a:pt x="6590" y="3295"/>
                    </a:cubicBezTo>
                    <a:cubicBezTo>
                      <a:pt x="6590" y="2454"/>
                      <a:pt x="6256" y="1647"/>
                      <a:pt x="5661" y="1052"/>
                    </a:cubicBezTo>
                    <a:cubicBezTo>
                      <a:pt x="5066" y="457"/>
                      <a:pt x="4260" y="123"/>
                      <a:pt x="3418" y="123"/>
                    </a:cubicBezTo>
                    <a:cubicBezTo>
                      <a:pt x="2577" y="123"/>
                      <a:pt x="1771" y="457"/>
                      <a:pt x="1176" y="1052"/>
                    </a:cubicBezTo>
                    <a:cubicBezTo>
                      <a:pt x="581" y="1647"/>
                      <a:pt x="247" y="2454"/>
                      <a:pt x="247" y="3295"/>
                    </a:cubicBezTo>
                    <a:cubicBezTo>
                      <a:pt x="247" y="4137"/>
                      <a:pt x="581" y="4944"/>
                      <a:pt x="1176" y="5539"/>
                    </a:cubicBezTo>
                    <a:cubicBezTo>
                      <a:pt x="1771" y="6134"/>
                      <a:pt x="2577" y="6468"/>
                      <a:pt x="341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25" name="Freeform: Shape 8224">
                <a:extLst>
                  <a:ext uri="{FF2B5EF4-FFF2-40B4-BE49-F238E27FC236}">
                    <a16:creationId xmlns:a16="http://schemas.microsoft.com/office/drawing/2014/main" id="{92DB9A55-7719-7993-CDC1-0974138817F5}"/>
                  </a:ext>
                </a:extLst>
              </p:cNvPr>
              <p:cNvSpPr/>
              <p:nvPr/>
            </p:nvSpPr>
            <p:spPr>
              <a:xfrm>
                <a:off x="9543035" y="5037830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1 w 6343"/>
                  <a:gd name="connsiteY1" fmla="*/ 5539 h 6345"/>
                  <a:gd name="connsiteX2" fmla="*/ 6590 w 6343"/>
                  <a:gd name="connsiteY2" fmla="*/ 3296 h 6345"/>
                  <a:gd name="connsiteX3" fmla="*/ 5661 w 6343"/>
                  <a:gd name="connsiteY3" fmla="*/ 1052 h 6345"/>
                  <a:gd name="connsiteX4" fmla="*/ 3419 w 6343"/>
                  <a:gd name="connsiteY4" fmla="*/ 123 h 6345"/>
                  <a:gd name="connsiteX5" fmla="*/ 1176 w 6343"/>
                  <a:gd name="connsiteY5" fmla="*/ 1052 h 6345"/>
                  <a:gd name="connsiteX6" fmla="*/ 247 w 6343"/>
                  <a:gd name="connsiteY6" fmla="*/ 3296 h 6345"/>
                  <a:gd name="connsiteX7" fmla="*/ 1176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6" y="6134"/>
                      <a:pt x="5661" y="5539"/>
                    </a:cubicBezTo>
                    <a:cubicBezTo>
                      <a:pt x="6256" y="4944"/>
                      <a:pt x="6590" y="4137"/>
                      <a:pt x="6590" y="3296"/>
                    </a:cubicBezTo>
                    <a:cubicBezTo>
                      <a:pt x="6590" y="2454"/>
                      <a:pt x="6256" y="1647"/>
                      <a:pt x="5661" y="1052"/>
                    </a:cubicBezTo>
                    <a:cubicBezTo>
                      <a:pt x="5066" y="457"/>
                      <a:pt x="4260" y="123"/>
                      <a:pt x="3419" y="123"/>
                    </a:cubicBezTo>
                    <a:cubicBezTo>
                      <a:pt x="2577" y="123"/>
                      <a:pt x="1771" y="457"/>
                      <a:pt x="1176" y="1052"/>
                    </a:cubicBezTo>
                    <a:cubicBezTo>
                      <a:pt x="581" y="1647"/>
                      <a:pt x="247" y="2454"/>
                      <a:pt x="247" y="3296"/>
                    </a:cubicBezTo>
                    <a:cubicBezTo>
                      <a:pt x="247" y="4137"/>
                      <a:pt x="581" y="4944"/>
                      <a:pt x="1176" y="5539"/>
                    </a:cubicBezTo>
                    <a:cubicBezTo>
                      <a:pt x="1771" y="6134"/>
                      <a:pt x="2577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26" name="Freeform: Shape 8225">
                <a:extLst>
                  <a:ext uri="{FF2B5EF4-FFF2-40B4-BE49-F238E27FC236}">
                    <a16:creationId xmlns:a16="http://schemas.microsoft.com/office/drawing/2014/main" id="{75EC9B37-BCA0-1EF1-263B-1887EEFD2793}"/>
                  </a:ext>
                </a:extLst>
              </p:cNvPr>
              <p:cNvSpPr/>
              <p:nvPr/>
            </p:nvSpPr>
            <p:spPr>
              <a:xfrm>
                <a:off x="9544788" y="5037974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1 w 6343"/>
                  <a:gd name="connsiteY1" fmla="*/ 5539 h 6345"/>
                  <a:gd name="connsiteX2" fmla="*/ 6590 w 6343"/>
                  <a:gd name="connsiteY2" fmla="*/ 3296 h 6345"/>
                  <a:gd name="connsiteX3" fmla="*/ 5661 w 6343"/>
                  <a:gd name="connsiteY3" fmla="*/ 1052 h 6345"/>
                  <a:gd name="connsiteX4" fmla="*/ 3419 w 6343"/>
                  <a:gd name="connsiteY4" fmla="*/ 123 h 6345"/>
                  <a:gd name="connsiteX5" fmla="*/ 1176 w 6343"/>
                  <a:gd name="connsiteY5" fmla="*/ 1052 h 6345"/>
                  <a:gd name="connsiteX6" fmla="*/ 247 w 6343"/>
                  <a:gd name="connsiteY6" fmla="*/ 3296 h 6345"/>
                  <a:gd name="connsiteX7" fmla="*/ 1176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4"/>
                      <a:pt x="5661" y="5539"/>
                    </a:cubicBezTo>
                    <a:cubicBezTo>
                      <a:pt x="6256" y="4944"/>
                      <a:pt x="6590" y="4137"/>
                      <a:pt x="6590" y="3296"/>
                    </a:cubicBezTo>
                    <a:cubicBezTo>
                      <a:pt x="6590" y="2454"/>
                      <a:pt x="6256" y="1647"/>
                      <a:pt x="5661" y="1052"/>
                    </a:cubicBezTo>
                    <a:cubicBezTo>
                      <a:pt x="5067" y="457"/>
                      <a:pt x="4260" y="123"/>
                      <a:pt x="3419" y="123"/>
                    </a:cubicBezTo>
                    <a:cubicBezTo>
                      <a:pt x="2578" y="123"/>
                      <a:pt x="1771" y="457"/>
                      <a:pt x="1176" y="1052"/>
                    </a:cubicBezTo>
                    <a:cubicBezTo>
                      <a:pt x="581" y="1647"/>
                      <a:pt x="247" y="2454"/>
                      <a:pt x="247" y="3296"/>
                    </a:cubicBezTo>
                    <a:cubicBezTo>
                      <a:pt x="247" y="4137"/>
                      <a:pt x="581" y="4944"/>
                      <a:pt x="1176" y="5539"/>
                    </a:cubicBezTo>
                    <a:cubicBezTo>
                      <a:pt x="1771" y="6134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27" name="Freeform: Shape 8226">
                <a:extLst>
                  <a:ext uri="{FF2B5EF4-FFF2-40B4-BE49-F238E27FC236}">
                    <a16:creationId xmlns:a16="http://schemas.microsoft.com/office/drawing/2014/main" id="{D7D8804C-0070-0A5E-1CEE-9E4056088F14}"/>
                  </a:ext>
                </a:extLst>
              </p:cNvPr>
              <p:cNvSpPr/>
              <p:nvPr/>
            </p:nvSpPr>
            <p:spPr>
              <a:xfrm>
                <a:off x="9546542" y="5038130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2 w 6343"/>
                  <a:gd name="connsiteY1" fmla="*/ 5539 h 6345"/>
                  <a:gd name="connsiteX2" fmla="*/ 6590 w 6343"/>
                  <a:gd name="connsiteY2" fmla="*/ 3296 h 6345"/>
                  <a:gd name="connsiteX3" fmla="*/ 5662 w 6343"/>
                  <a:gd name="connsiteY3" fmla="*/ 1052 h 6345"/>
                  <a:gd name="connsiteX4" fmla="*/ 3419 w 6343"/>
                  <a:gd name="connsiteY4" fmla="*/ 123 h 6345"/>
                  <a:gd name="connsiteX5" fmla="*/ 1176 w 6343"/>
                  <a:gd name="connsiteY5" fmla="*/ 1052 h 6345"/>
                  <a:gd name="connsiteX6" fmla="*/ 247 w 6343"/>
                  <a:gd name="connsiteY6" fmla="*/ 3296 h 6345"/>
                  <a:gd name="connsiteX7" fmla="*/ 1176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4"/>
                      <a:pt x="5662" y="5539"/>
                    </a:cubicBezTo>
                    <a:cubicBezTo>
                      <a:pt x="6256" y="4944"/>
                      <a:pt x="6590" y="4137"/>
                      <a:pt x="6590" y="3296"/>
                    </a:cubicBezTo>
                    <a:cubicBezTo>
                      <a:pt x="6590" y="2454"/>
                      <a:pt x="6256" y="1647"/>
                      <a:pt x="5662" y="1052"/>
                    </a:cubicBezTo>
                    <a:cubicBezTo>
                      <a:pt x="5067" y="457"/>
                      <a:pt x="4260" y="123"/>
                      <a:pt x="3419" y="123"/>
                    </a:cubicBezTo>
                    <a:cubicBezTo>
                      <a:pt x="2578" y="123"/>
                      <a:pt x="1771" y="457"/>
                      <a:pt x="1176" y="1052"/>
                    </a:cubicBezTo>
                    <a:cubicBezTo>
                      <a:pt x="581" y="1647"/>
                      <a:pt x="247" y="2454"/>
                      <a:pt x="247" y="3296"/>
                    </a:cubicBezTo>
                    <a:cubicBezTo>
                      <a:pt x="247" y="4137"/>
                      <a:pt x="581" y="4944"/>
                      <a:pt x="1176" y="5539"/>
                    </a:cubicBezTo>
                    <a:cubicBezTo>
                      <a:pt x="1771" y="6134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28" name="Freeform: Shape 8227">
                <a:extLst>
                  <a:ext uri="{FF2B5EF4-FFF2-40B4-BE49-F238E27FC236}">
                    <a16:creationId xmlns:a16="http://schemas.microsoft.com/office/drawing/2014/main" id="{5C9922F8-2353-2292-C8DB-B2D8050CAAC9}"/>
                  </a:ext>
                </a:extLst>
              </p:cNvPr>
              <p:cNvSpPr/>
              <p:nvPr/>
            </p:nvSpPr>
            <p:spPr>
              <a:xfrm>
                <a:off x="9548109" y="5038762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2 w 6343"/>
                  <a:gd name="connsiteY1" fmla="*/ 5539 h 6345"/>
                  <a:gd name="connsiteX2" fmla="*/ 6591 w 6343"/>
                  <a:gd name="connsiteY2" fmla="*/ 3296 h 6345"/>
                  <a:gd name="connsiteX3" fmla="*/ 5662 w 6343"/>
                  <a:gd name="connsiteY3" fmla="*/ 1052 h 6345"/>
                  <a:gd name="connsiteX4" fmla="*/ 3419 w 6343"/>
                  <a:gd name="connsiteY4" fmla="*/ 123 h 6345"/>
                  <a:gd name="connsiteX5" fmla="*/ 1176 w 6343"/>
                  <a:gd name="connsiteY5" fmla="*/ 1052 h 6345"/>
                  <a:gd name="connsiteX6" fmla="*/ 247 w 6343"/>
                  <a:gd name="connsiteY6" fmla="*/ 3296 h 6345"/>
                  <a:gd name="connsiteX7" fmla="*/ 1176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4"/>
                      <a:pt x="5662" y="5539"/>
                    </a:cubicBezTo>
                    <a:cubicBezTo>
                      <a:pt x="6256" y="4944"/>
                      <a:pt x="6591" y="4137"/>
                      <a:pt x="6591" y="3296"/>
                    </a:cubicBezTo>
                    <a:cubicBezTo>
                      <a:pt x="6591" y="2454"/>
                      <a:pt x="6256" y="1647"/>
                      <a:pt x="5662" y="1052"/>
                    </a:cubicBezTo>
                    <a:cubicBezTo>
                      <a:pt x="5067" y="457"/>
                      <a:pt x="4260" y="123"/>
                      <a:pt x="3419" y="123"/>
                    </a:cubicBezTo>
                    <a:cubicBezTo>
                      <a:pt x="2578" y="123"/>
                      <a:pt x="1771" y="457"/>
                      <a:pt x="1176" y="1052"/>
                    </a:cubicBezTo>
                    <a:cubicBezTo>
                      <a:pt x="582" y="1647"/>
                      <a:pt x="247" y="2454"/>
                      <a:pt x="247" y="3296"/>
                    </a:cubicBezTo>
                    <a:cubicBezTo>
                      <a:pt x="247" y="4137"/>
                      <a:pt x="582" y="4944"/>
                      <a:pt x="1176" y="5539"/>
                    </a:cubicBezTo>
                    <a:cubicBezTo>
                      <a:pt x="1771" y="6134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29" name="Freeform: Shape 8228">
                <a:extLst>
                  <a:ext uri="{FF2B5EF4-FFF2-40B4-BE49-F238E27FC236}">
                    <a16:creationId xmlns:a16="http://schemas.microsoft.com/office/drawing/2014/main" id="{00A6B8E5-4D85-FD72-2FF0-07F2C9818F0D}"/>
                  </a:ext>
                </a:extLst>
              </p:cNvPr>
              <p:cNvSpPr/>
              <p:nvPr/>
            </p:nvSpPr>
            <p:spPr>
              <a:xfrm>
                <a:off x="9549841" y="5038999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2 w 6343"/>
                  <a:gd name="connsiteY1" fmla="*/ 5539 h 6345"/>
                  <a:gd name="connsiteX2" fmla="*/ 6591 w 6343"/>
                  <a:gd name="connsiteY2" fmla="*/ 3296 h 6345"/>
                  <a:gd name="connsiteX3" fmla="*/ 5662 w 6343"/>
                  <a:gd name="connsiteY3" fmla="*/ 1052 h 6345"/>
                  <a:gd name="connsiteX4" fmla="*/ 3419 w 6343"/>
                  <a:gd name="connsiteY4" fmla="*/ 123 h 6345"/>
                  <a:gd name="connsiteX5" fmla="*/ 1177 w 6343"/>
                  <a:gd name="connsiteY5" fmla="*/ 1052 h 6345"/>
                  <a:gd name="connsiteX6" fmla="*/ 248 w 6343"/>
                  <a:gd name="connsiteY6" fmla="*/ 3296 h 6345"/>
                  <a:gd name="connsiteX7" fmla="*/ 1177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4"/>
                      <a:pt x="5662" y="5539"/>
                    </a:cubicBezTo>
                    <a:cubicBezTo>
                      <a:pt x="6257" y="4944"/>
                      <a:pt x="6591" y="4137"/>
                      <a:pt x="6591" y="3296"/>
                    </a:cubicBezTo>
                    <a:cubicBezTo>
                      <a:pt x="6591" y="2454"/>
                      <a:pt x="6257" y="1647"/>
                      <a:pt x="5662" y="1052"/>
                    </a:cubicBezTo>
                    <a:cubicBezTo>
                      <a:pt x="5067" y="457"/>
                      <a:pt x="4260" y="123"/>
                      <a:pt x="3419" y="123"/>
                    </a:cubicBezTo>
                    <a:cubicBezTo>
                      <a:pt x="2578" y="123"/>
                      <a:pt x="1771" y="457"/>
                      <a:pt x="1177" y="1052"/>
                    </a:cubicBezTo>
                    <a:cubicBezTo>
                      <a:pt x="582" y="1647"/>
                      <a:pt x="248" y="2454"/>
                      <a:pt x="248" y="3296"/>
                    </a:cubicBezTo>
                    <a:cubicBezTo>
                      <a:pt x="248" y="4137"/>
                      <a:pt x="582" y="4944"/>
                      <a:pt x="1177" y="5539"/>
                    </a:cubicBezTo>
                    <a:cubicBezTo>
                      <a:pt x="1771" y="6134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30" name="Freeform: Shape 8229">
                <a:extLst>
                  <a:ext uri="{FF2B5EF4-FFF2-40B4-BE49-F238E27FC236}">
                    <a16:creationId xmlns:a16="http://schemas.microsoft.com/office/drawing/2014/main" id="{63CC6396-1E2A-BE6D-1347-D6C1A9594F8E}"/>
                  </a:ext>
                </a:extLst>
              </p:cNvPr>
              <p:cNvSpPr/>
              <p:nvPr/>
            </p:nvSpPr>
            <p:spPr>
              <a:xfrm>
                <a:off x="9551621" y="5039132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2 w 6343"/>
                  <a:gd name="connsiteY1" fmla="*/ 5539 h 6345"/>
                  <a:gd name="connsiteX2" fmla="*/ 6591 w 6343"/>
                  <a:gd name="connsiteY2" fmla="*/ 3296 h 6345"/>
                  <a:gd name="connsiteX3" fmla="*/ 5662 w 6343"/>
                  <a:gd name="connsiteY3" fmla="*/ 1052 h 6345"/>
                  <a:gd name="connsiteX4" fmla="*/ 3419 w 6343"/>
                  <a:gd name="connsiteY4" fmla="*/ 123 h 6345"/>
                  <a:gd name="connsiteX5" fmla="*/ 1177 w 6343"/>
                  <a:gd name="connsiteY5" fmla="*/ 1052 h 6345"/>
                  <a:gd name="connsiteX6" fmla="*/ 248 w 6343"/>
                  <a:gd name="connsiteY6" fmla="*/ 3296 h 6345"/>
                  <a:gd name="connsiteX7" fmla="*/ 1177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4"/>
                      <a:pt x="5662" y="5539"/>
                    </a:cubicBezTo>
                    <a:cubicBezTo>
                      <a:pt x="6257" y="4944"/>
                      <a:pt x="6591" y="4137"/>
                      <a:pt x="6591" y="3296"/>
                    </a:cubicBezTo>
                    <a:cubicBezTo>
                      <a:pt x="6591" y="2454"/>
                      <a:pt x="6257" y="1647"/>
                      <a:pt x="5662" y="1052"/>
                    </a:cubicBezTo>
                    <a:cubicBezTo>
                      <a:pt x="5067" y="457"/>
                      <a:pt x="4260" y="123"/>
                      <a:pt x="3419" y="123"/>
                    </a:cubicBezTo>
                    <a:cubicBezTo>
                      <a:pt x="2578" y="123"/>
                      <a:pt x="1771" y="457"/>
                      <a:pt x="1177" y="1052"/>
                    </a:cubicBezTo>
                    <a:cubicBezTo>
                      <a:pt x="582" y="1647"/>
                      <a:pt x="248" y="2454"/>
                      <a:pt x="248" y="3296"/>
                    </a:cubicBezTo>
                    <a:cubicBezTo>
                      <a:pt x="248" y="4137"/>
                      <a:pt x="582" y="4944"/>
                      <a:pt x="1177" y="5539"/>
                    </a:cubicBezTo>
                    <a:cubicBezTo>
                      <a:pt x="1771" y="6134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31" name="Freeform: Shape 8230">
                <a:extLst>
                  <a:ext uri="{FF2B5EF4-FFF2-40B4-BE49-F238E27FC236}">
                    <a16:creationId xmlns:a16="http://schemas.microsoft.com/office/drawing/2014/main" id="{AA077CA0-E127-9930-55EC-0870FD3D3539}"/>
                  </a:ext>
                </a:extLst>
              </p:cNvPr>
              <p:cNvSpPr/>
              <p:nvPr/>
            </p:nvSpPr>
            <p:spPr>
              <a:xfrm>
                <a:off x="9553232" y="5039680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2 w 6343"/>
                  <a:gd name="connsiteY1" fmla="*/ 5539 h 6345"/>
                  <a:gd name="connsiteX2" fmla="*/ 6591 w 6343"/>
                  <a:gd name="connsiteY2" fmla="*/ 3296 h 6345"/>
                  <a:gd name="connsiteX3" fmla="*/ 5662 w 6343"/>
                  <a:gd name="connsiteY3" fmla="*/ 1052 h 6345"/>
                  <a:gd name="connsiteX4" fmla="*/ 3419 w 6343"/>
                  <a:gd name="connsiteY4" fmla="*/ 123 h 6345"/>
                  <a:gd name="connsiteX5" fmla="*/ 1177 w 6343"/>
                  <a:gd name="connsiteY5" fmla="*/ 1052 h 6345"/>
                  <a:gd name="connsiteX6" fmla="*/ 248 w 6343"/>
                  <a:gd name="connsiteY6" fmla="*/ 3296 h 6345"/>
                  <a:gd name="connsiteX7" fmla="*/ 1177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1" y="6468"/>
                      <a:pt x="5067" y="6134"/>
                      <a:pt x="5662" y="5539"/>
                    </a:cubicBezTo>
                    <a:cubicBezTo>
                      <a:pt x="6257" y="4944"/>
                      <a:pt x="6591" y="4137"/>
                      <a:pt x="6591" y="3296"/>
                    </a:cubicBezTo>
                    <a:cubicBezTo>
                      <a:pt x="6591" y="2454"/>
                      <a:pt x="6257" y="1647"/>
                      <a:pt x="5662" y="1052"/>
                    </a:cubicBezTo>
                    <a:cubicBezTo>
                      <a:pt x="5067" y="457"/>
                      <a:pt x="4261" y="123"/>
                      <a:pt x="3419" y="123"/>
                    </a:cubicBezTo>
                    <a:cubicBezTo>
                      <a:pt x="2578" y="123"/>
                      <a:pt x="1772" y="457"/>
                      <a:pt x="1177" y="1052"/>
                    </a:cubicBezTo>
                    <a:cubicBezTo>
                      <a:pt x="582" y="1647"/>
                      <a:pt x="248" y="2454"/>
                      <a:pt x="248" y="3296"/>
                    </a:cubicBezTo>
                    <a:cubicBezTo>
                      <a:pt x="248" y="4137"/>
                      <a:pt x="582" y="4944"/>
                      <a:pt x="1177" y="5539"/>
                    </a:cubicBezTo>
                    <a:cubicBezTo>
                      <a:pt x="1772" y="6134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32" name="Freeform: Shape 8231">
                <a:extLst>
                  <a:ext uri="{FF2B5EF4-FFF2-40B4-BE49-F238E27FC236}">
                    <a16:creationId xmlns:a16="http://schemas.microsoft.com/office/drawing/2014/main" id="{09E59768-289A-4D2D-828A-F2545E5EBE16}"/>
                  </a:ext>
                </a:extLst>
              </p:cNvPr>
              <p:cNvSpPr/>
              <p:nvPr/>
            </p:nvSpPr>
            <p:spPr>
              <a:xfrm>
                <a:off x="9552320" y="5061757"/>
                <a:ext cx="6343" cy="6345"/>
              </a:xfrm>
              <a:custGeom>
                <a:avLst/>
                <a:gdLst>
                  <a:gd name="connsiteX0" fmla="*/ 3419 w 6343"/>
                  <a:gd name="connsiteY0" fmla="*/ 6470 h 6345"/>
                  <a:gd name="connsiteX1" fmla="*/ 5662 w 6343"/>
                  <a:gd name="connsiteY1" fmla="*/ 5541 h 6345"/>
                  <a:gd name="connsiteX2" fmla="*/ 6591 w 6343"/>
                  <a:gd name="connsiteY2" fmla="*/ 3297 h 6345"/>
                  <a:gd name="connsiteX3" fmla="*/ 5662 w 6343"/>
                  <a:gd name="connsiteY3" fmla="*/ 1054 h 6345"/>
                  <a:gd name="connsiteX4" fmla="*/ 3419 w 6343"/>
                  <a:gd name="connsiteY4" fmla="*/ 125 h 6345"/>
                  <a:gd name="connsiteX5" fmla="*/ 1177 w 6343"/>
                  <a:gd name="connsiteY5" fmla="*/ 1054 h 6345"/>
                  <a:gd name="connsiteX6" fmla="*/ 248 w 6343"/>
                  <a:gd name="connsiteY6" fmla="*/ 3297 h 6345"/>
                  <a:gd name="connsiteX7" fmla="*/ 1177 w 6343"/>
                  <a:gd name="connsiteY7" fmla="*/ 5541 h 6345"/>
                  <a:gd name="connsiteX8" fmla="*/ 341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0"/>
                    </a:moveTo>
                    <a:cubicBezTo>
                      <a:pt x="4260" y="6470"/>
                      <a:pt x="5067" y="6136"/>
                      <a:pt x="5662" y="5541"/>
                    </a:cubicBezTo>
                    <a:cubicBezTo>
                      <a:pt x="6257" y="4946"/>
                      <a:pt x="6591" y="4139"/>
                      <a:pt x="6591" y="3297"/>
                    </a:cubicBezTo>
                    <a:cubicBezTo>
                      <a:pt x="6591" y="2456"/>
                      <a:pt x="6257" y="1649"/>
                      <a:pt x="5662" y="1054"/>
                    </a:cubicBezTo>
                    <a:cubicBezTo>
                      <a:pt x="5067" y="459"/>
                      <a:pt x="4260" y="125"/>
                      <a:pt x="3419" y="125"/>
                    </a:cubicBezTo>
                    <a:cubicBezTo>
                      <a:pt x="2578" y="125"/>
                      <a:pt x="1771" y="459"/>
                      <a:pt x="1177" y="1054"/>
                    </a:cubicBezTo>
                    <a:cubicBezTo>
                      <a:pt x="582" y="1649"/>
                      <a:pt x="248" y="2456"/>
                      <a:pt x="248" y="3297"/>
                    </a:cubicBezTo>
                    <a:cubicBezTo>
                      <a:pt x="248" y="4139"/>
                      <a:pt x="582" y="4946"/>
                      <a:pt x="1177" y="5541"/>
                    </a:cubicBezTo>
                    <a:cubicBezTo>
                      <a:pt x="1771" y="6136"/>
                      <a:pt x="2578" y="6470"/>
                      <a:pt x="341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33" name="Freeform: Shape 8232">
                <a:extLst>
                  <a:ext uri="{FF2B5EF4-FFF2-40B4-BE49-F238E27FC236}">
                    <a16:creationId xmlns:a16="http://schemas.microsoft.com/office/drawing/2014/main" id="{1AD03C1F-4864-B790-5EC0-B1D9C4E066D9}"/>
                  </a:ext>
                </a:extLst>
              </p:cNvPr>
              <p:cNvSpPr/>
              <p:nvPr/>
            </p:nvSpPr>
            <p:spPr>
              <a:xfrm>
                <a:off x="9537295" y="517010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2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34" name="Freeform: Shape 8233">
                <a:extLst>
                  <a:ext uri="{FF2B5EF4-FFF2-40B4-BE49-F238E27FC236}">
                    <a16:creationId xmlns:a16="http://schemas.microsoft.com/office/drawing/2014/main" id="{67D592F7-C109-9A02-C2B1-268192469660}"/>
                  </a:ext>
                </a:extLst>
              </p:cNvPr>
              <p:cNvSpPr/>
              <p:nvPr/>
            </p:nvSpPr>
            <p:spPr>
              <a:xfrm>
                <a:off x="9538204" y="5170478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35" name="Freeform: Shape 8234">
                <a:extLst>
                  <a:ext uri="{FF2B5EF4-FFF2-40B4-BE49-F238E27FC236}">
                    <a16:creationId xmlns:a16="http://schemas.microsoft.com/office/drawing/2014/main" id="{D451CD37-46C1-B038-C9B0-64C52F8EACB9}"/>
                  </a:ext>
                </a:extLst>
              </p:cNvPr>
              <p:cNvSpPr/>
              <p:nvPr/>
            </p:nvSpPr>
            <p:spPr>
              <a:xfrm>
                <a:off x="9539151" y="517080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36" name="Freeform: Shape 8235">
                <a:extLst>
                  <a:ext uri="{FF2B5EF4-FFF2-40B4-BE49-F238E27FC236}">
                    <a16:creationId xmlns:a16="http://schemas.microsoft.com/office/drawing/2014/main" id="{B7D0C17B-C986-C37D-60D4-709705B4CC56}"/>
                  </a:ext>
                </a:extLst>
              </p:cNvPr>
              <p:cNvSpPr/>
              <p:nvPr/>
            </p:nvSpPr>
            <p:spPr>
              <a:xfrm>
                <a:off x="9540136" y="517109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37" name="Freeform: Shape 8236">
                <a:extLst>
                  <a:ext uri="{FF2B5EF4-FFF2-40B4-BE49-F238E27FC236}">
                    <a16:creationId xmlns:a16="http://schemas.microsoft.com/office/drawing/2014/main" id="{58A2F513-EC74-BE98-8C71-1EB4E0AB9AE7}"/>
                  </a:ext>
                </a:extLst>
              </p:cNvPr>
              <p:cNvSpPr/>
              <p:nvPr/>
            </p:nvSpPr>
            <p:spPr>
              <a:xfrm>
                <a:off x="9541276" y="517119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38" name="Freeform: Shape 8237">
                <a:extLst>
                  <a:ext uri="{FF2B5EF4-FFF2-40B4-BE49-F238E27FC236}">
                    <a16:creationId xmlns:a16="http://schemas.microsoft.com/office/drawing/2014/main" id="{1AE52251-8362-372D-62DA-DACEEDA0574B}"/>
                  </a:ext>
                </a:extLst>
              </p:cNvPr>
              <p:cNvSpPr/>
              <p:nvPr/>
            </p:nvSpPr>
            <p:spPr>
              <a:xfrm>
                <a:off x="9542418" y="517130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39" name="Freeform: Shape 8238">
                <a:extLst>
                  <a:ext uri="{FF2B5EF4-FFF2-40B4-BE49-F238E27FC236}">
                    <a16:creationId xmlns:a16="http://schemas.microsoft.com/office/drawing/2014/main" id="{D72629FE-D48E-37D7-CB91-8A671579160C}"/>
                  </a:ext>
                </a:extLst>
              </p:cNvPr>
              <p:cNvSpPr/>
              <p:nvPr/>
            </p:nvSpPr>
            <p:spPr>
              <a:xfrm>
                <a:off x="9543681" y="517127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40" name="Freeform: Shape 8239">
                <a:extLst>
                  <a:ext uri="{FF2B5EF4-FFF2-40B4-BE49-F238E27FC236}">
                    <a16:creationId xmlns:a16="http://schemas.microsoft.com/office/drawing/2014/main" id="{8A02B514-F7C0-51CF-710A-7A8B6B51ECE4}"/>
                  </a:ext>
                </a:extLst>
              </p:cNvPr>
              <p:cNvSpPr/>
              <p:nvPr/>
            </p:nvSpPr>
            <p:spPr>
              <a:xfrm>
                <a:off x="9545107" y="517106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41" name="Freeform: Shape 8240">
                <a:extLst>
                  <a:ext uri="{FF2B5EF4-FFF2-40B4-BE49-F238E27FC236}">
                    <a16:creationId xmlns:a16="http://schemas.microsoft.com/office/drawing/2014/main" id="{B8CA4D4E-FAD2-4952-59FC-CC9D66531012}"/>
                  </a:ext>
                </a:extLst>
              </p:cNvPr>
              <p:cNvSpPr/>
              <p:nvPr/>
            </p:nvSpPr>
            <p:spPr>
              <a:xfrm>
                <a:off x="9546379" y="517105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42" name="Freeform: Shape 8241">
                <a:extLst>
                  <a:ext uri="{FF2B5EF4-FFF2-40B4-BE49-F238E27FC236}">
                    <a16:creationId xmlns:a16="http://schemas.microsoft.com/office/drawing/2014/main" id="{A25C727D-D379-4519-AD69-015BB32370AC}"/>
                  </a:ext>
                </a:extLst>
              </p:cNvPr>
              <p:cNvSpPr/>
              <p:nvPr/>
            </p:nvSpPr>
            <p:spPr>
              <a:xfrm>
                <a:off x="9548058" y="517058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5"/>
                      <a:pt x="6256" y="1657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7"/>
                      <a:pt x="247" y="2465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43" name="Freeform: Shape 8242">
                <a:extLst>
                  <a:ext uri="{FF2B5EF4-FFF2-40B4-BE49-F238E27FC236}">
                    <a16:creationId xmlns:a16="http://schemas.microsoft.com/office/drawing/2014/main" id="{65EB6D0C-7188-3788-1D3B-C37E73FC5852}"/>
                  </a:ext>
                </a:extLst>
              </p:cNvPr>
              <p:cNvSpPr/>
              <p:nvPr/>
            </p:nvSpPr>
            <p:spPr>
              <a:xfrm>
                <a:off x="9549462" y="517046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5"/>
                      <a:pt x="6256" y="1657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44" name="Freeform: Shape 8243">
                <a:extLst>
                  <a:ext uri="{FF2B5EF4-FFF2-40B4-BE49-F238E27FC236}">
                    <a16:creationId xmlns:a16="http://schemas.microsoft.com/office/drawing/2014/main" id="{0B20F78E-BBF9-7A62-75BA-9679929CCA61}"/>
                  </a:ext>
                </a:extLst>
              </p:cNvPr>
              <p:cNvSpPr/>
              <p:nvPr/>
            </p:nvSpPr>
            <p:spPr>
              <a:xfrm>
                <a:off x="9550708" y="517054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45" name="Freeform: Shape 8244">
                <a:extLst>
                  <a:ext uri="{FF2B5EF4-FFF2-40B4-BE49-F238E27FC236}">
                    <a16:creationId xmlns:a16="http://schemas.microsoft.com/office/drawing/2014/main" id="{AFBB67D0-5029-5960-3FF2-E9B52986101E}"/>
                  </a:ext>
                </a:extLst>
              </p:cNvPr>
              <p:cNvSpPr/>
              <p:nvPr/>
            </p:nvSpPr>
            <p:spPr>
              <a:xfrm>
                <a:off x="9551957" y="517062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46" name="Freeform: Shape 8245">
                <a:extLst>
                  <a:ext uri="{FF2B5EF4-FFF2-40B4-BE49-F238E27FC236}">
                    <a16:creationId xmlns:a16="http://schemas.microsoft.com/office/drawing/2014/main" id="{D687A7AA-1702-96D4-4709-ED6A353B9394}"/>
                  </a:ext>
                </a:extLst>
              </p:cNvPr>
              <p:cNvSpPr/>
              <p:nvPr/>
            </p:nvSpPr>
            <p:spPr>
              <a:xfrm>
                <a:off x="9553168" y="517077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47" name="Freeform: Shape 8246">
                <a:extLst>
                  <a:ext uri="{FF2B5EF4-FFF2-40B4-BE49-F238E27FC236}">
                    <a16:creationId xmlns:a16="http://schemas.microsoft.com/office/drawing/2014/main" id="{4B98A6D6-E178-A95B-CFF4-9D50D089C058}"/>
                  </a:ext>
                </a:extLst>
              </p:cNvPr>
              <p:cNvSpPr/>
              <p:nvPr/>
            </p:nvSpPr>
            <p:spPr>
              <a:xfrm>
                <a:off x="9554422" y="517088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48" name="Freeform: Shape 8247">
                <a:extLst>
                  <a:ext uri="{FF2B5EF4-FFF2-40B4-BE49-F238E27FC236}">
                    <a16:creationId xmlns:a16="http://schemas.microsoft.com/office/drawing/2014/main" id="{B1FAAF12-65B4-93A2-313F-DE46C4DA0E3E}"/>
                  </a:ext>
                </a:extLst>
              </p:cNvPr>
              <p:cNvSpPr/>
              <p:nvPr/>
            </p:nvSpPr>
            <p:spPr>
              <a:xfrm>
                <a:off x="9555680" y="517100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49" name="Freeform: Shape 8248">
                <a:extLst>
                  <a:ext uri="{FF2B5EF4-FFF2-40B4-BE49-F238E27FC236}">
                    <a16:creationId xmlns:a16="http://schemas.microsoft.com/office/drawing/2014/main" id="{382D8BDA-F133-D95E-B5E2-8E7AC031E25C}"/>
                  </a:ext>
                </a:extLst>
              </p:cNvPr>
              <p:cNvSpPr/>
              <p:nvPr/>
            </p:nvSpPr>
            <p:spPr>
              <a:xfrm>
                <a:off x="9557067" y="517100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50" name="Freeform: Shape 8249">
                <a:extLst>
                  <a:ext uri="{FF2B5EF4-FFF2-40B4-BE49-F238E27FC236}">
                    <a16:creationId xmlns:a16="http://schemas.microsoft.com/office/drawing/2014/main" id="{EE23A4D2-CC3E-FC61-3B0E-E2A46AF6F95D}"/>
                  </a:ext>
                </a:extLst>
              </p:cNvPr>
              <p:cNvSpPr/>
              <p:nvPr/>
            </p:nvSpPr>
            <p:spPr>
              <a:xfrm>
                <a:off x="9558458" y="517100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51" name="Freeform: Shape 8250">
                <a:extLst>
                  <a:ext uri="{FF2B5EF4-FFF2-40B4-BE49-F238E27FC236}">
                    <a16:creationId xmlns:a16="http://schemas.microsoft.com/office/drawing/2014/main" id="{7C200C7A-CF09-BE86-10CC-D85141AD5C24}"/>
                  </a:ext>
                </a:extLst>
              </p:cNvPr>
              <p:cNvSpPr/>
              <p:nvPr/>
            </p:nvSpPr>
            <p:spPr>
              <a:xfrm>
                <a:off x="9560153" y="517070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2" y="4147"/>
                      <a:pt x="6592" y="3306"/>
                    </a:cubicBezTo>
                    <a:cubicBezTo>
                      <a:pt x="6592" y="2465"/>
                      <a:pt x="6257" y="1657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7"/>
                      <a:pt x="248" y="2465"/>
                      <a:pt x="248" y="3306"/>
                    </a:cubicBezTo>
                    <a:cubicBezTo>
                      <a:pt x="248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52" name="Freeform: Shape 8251">
                <a:extLst>
                  <a:ext uri="{FF2B5EF4-FFF2-40B4-BE49-F238E27FC236}">
                    <a16:creationId xmlns:a16="http://schemas.microsoft.com/office/drawing/2014/main" id="{A318F196-A8AA-BA39-B2F6-4D3167CE9B3D}"/>
                  </a:ext>
                </a:extLst>
              </p:cNvPr>
              <p:cNvSpPr/>
              <p:nvPr/>
            </p:nvSpPr>
            <p:spPr>
              <a:xfrm>
                <a:off x="9561382" y="517092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2" y="4147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53" name="Freeform: Shape 8252">
                <a:extLst>
                  <a:ext uri="{FF2B5EF4-FFF2-40B4-BE49-F238E27FC236}">
                    <a16:creationId xmlns:a16="http://schemas.microsoft.com/office/drawing/2014/main" id="{3FD328B7-A82C-B72F-5DA6-F26CC5C6DC79}"/>
                  </a:ext>
                </a:extLst>
              </p:cNvPr>
              <p:cNvSpPr/>
              <p:nvPr/>
            </p:nvSpPr>
            <p:spPr>
              <a:xfrm>
                <a:off x="9562742" y="517100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54" name="Freeform: Shape 8253">
                <a:extLst>
                  <a:ext uri="{FF2B5EF4-FFF2-40B4-BE49-F238E27FC236}">
                    <a16:creationId xmlns:a16="http://schemas.microsoft.com/office/drawing/2014/main" id="{4A03712D-E074-422E-0E56-2C6424D69E58}"/>
                  </a:ext>
                </a:extLst>
              </p:cNvPr>
              <p:cNvSpPr/>
              <p:nvPr/>
            </p:nvSpPr>
            <p:spPr>
              <a:xfrm>
                <a:off x="9564194" y="517102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55" name="Freeform: Shape 8254">
                <a:extLst>
                  <a:ext uri="{FF2B5EF4-FFF2-40B4-BE49-F238E27FC236}">
                    <a16:creationId xmlns:a16="http://schemas.microsoft.com/office/drawing/2014/main" id="{D8FF53CB-9F87-DF0D-C4F8-B3FB7A9AB493}"/>
                  </a:ext>
                </a:extLst>
              </p:cNvPr>
              <p:cNvSpPr/>
              <p:nvPr/>
            </p:nvSpPr>
            <p:spPr>
              <a:xfrm>
                <a:off x="9564682" y="517202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8" y="4955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5"/>
                      <a:pt x="1178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56" name="Freeform: Shape 8255">
                <a:extLst>
                  <a:ext uri="{FF2B5EF4-FFF2-40B4-BE49-F238E27FC236}">
                    <a16:creationId xmlns:a16="http://schemas.microsoft.com/office/drawing/2014/main" id="{E0A5DCA3-0F82-D22F-CC15-9A13DF922548}"/>
                  </a:ext>
                </a:extLst>
              </p:cNvPr>
              <p:cNvSpPr/>
              <p:nvPr/>
            </p:nvSpPr>
            <p:spPr>
              <a:xfrm>
                <a:off x="9651550" y="5091615"/>
                <a:ext cx="6343" cy="6345"/>
              </a:xfrm>
              <a:custGeom>
                <a:avLst/>
                <a:gdLst>
                  <a:gd name="connsiteX0" fmla="*/ 3427 w 6343"/>
                  <a:gd name="connsiteY0" fmla="*/ 6472 h 6345"/>
                  <a:gd name="connsiteX1" fmla="*/ 5670 w 6343"/>
                  <a:gd name="connsiteY1" fmla="*/ 5543 h 6345"/>
                  <a:gd name="connsiteX2" fmla="*/ 6599 w 6343"/>
                  <a:gd name="connsiteY2" fmla="*/ 3300 h 6345"/>
                  <a:gd name="connsiteX3" fmla="*/ 5670 w 6343"/>
                  <a:gd name="connsiteY3" fmla="*/ 1056 h 6345"/>
                  <a:gd name="connsiteX4" fmla="*/ 3427 w 6343"/>
                  <a:gd name="connsiteY4" fmla="*/ 127 h 6345"/>
                  <a:gd name="connsiteX5" fmla="*/ 1185 w 6343"/>
                  <a:gd name="connsiteY5" fmla="*/ 1056 h 6345"/>
                  <a:gd name="connsiteX6" fmla="*/ 256 w 6343"/>
                  <a:gd name="connsiteY6" fmla="*/ 3300 h 6345"/>
                  <a:gd name="connsiteX7" fmla="*/ 1185 w 6343"/>
                  <a:gd name="connsiteY7" fmla="*/ 5543 h 6345"/>
                  <a:gd name="connsiteX8" fmla="*/ 3427 w 6343"/>
                  <a:gd name="connsiteY8" fmla="*/ 64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2"/>
                    </a:moveTo>
                    <a:cubicBezTo>
                      <a:pt x="4268" y="6472"/>
                      <a:pt x="5075" y="6138"/>
                      <a:pt x="5670" y="5543"/>
                    </a:cubicBezTo>
                    <a:cubicBezTo>
                      <a:pt x="6265" y="4948"/>
                      <a:pt x="6599" y="4141"/>
                      <a:pt x="6599" y="3300"/>
                    </a:cubicBezTo>
                    <a:cubicBezTo>
                      <a:pt x="6599" y="2458"/>
                      <a:pt x="6265" y="1651"/>
                      <a:pt x="5670" y="1056"/>
                    </a:cubicBezTo>
                    <a:cubicBezTo>
                      <a:pt x="5075" y="461"/>
                      <a:pt x="4268" y="127"/>
                      <a:pt x="3427" y="127"/>
                    </a:cubicBezTo>
                    <a:cubicBezTo>
                      <a:pt x="2586" y="127"/>
                      <a:pt x="1779" y="461"/>
                      <a:pt x="1185" y="1056"/>
                    </a:cubicBezTo>
                    <a:cubicBezTo>
                      <a:pt x="590" y="1651"/>
                      <a:pt x="256" y="2458"/>
                      <a:pt x="256" y="3300"/>
                    </a:cubicBezTo>
                    <a:cubicBezTo>
                      <a:pt x="256" y="4141"/>
                      <a:pt x="590" y="4948"/>
                      <a:pt x="1185" y="5543"/>
                    </a:cubicBezTo>
                    <a:cubicBezTo>
                      <a:pt x="1779" y="6138"/>
                      <a:pt x="2586" y="6472"/>
                      <a:pt x="3427" y="64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57" name="Freeform: Shape 8256">
                <a:extLst>
                  <a:ext uri="{FF2B5EF4-FFF2-40B4-BE49-F238E27FC236}">
                    <a16:creationId xmlns:a16="http://schemas.microsoft.com/office/drawing/2014/main" id="{A590BD9B-A781-318F-DA8A-4AAB34FB5342}"/>
                  </a:ext>
                </a:extLst>
              </p:cNvPr>
              <p:cNvSpPr/>
              <p:nvPr/>
            </p:nvSpPr>
            <p:spPr>
              <a:xfrm>
                <a:off x="9652427" y="5093238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3 h 6345"/>
                  <a:gd name="connsiteX2" fmla="*/ 6599 w 6343"/>
                  <a:gd name="connsiteY2" fmla="*/ 3300 h 6345"/>
                  <a:gd name="connsiteX3" fmla="*/ 5670 w 6343"/>
                  <a:gd name="connsiteY3" fmla="*/ 1056 h 6345"/>
                  <a:gd name="connsiteX4" fmla="*/ 3427 w 6343"/>
                  <a:gd name="connsiteY4" fmla="*/ 127 h 6345"/>
                  <a:gd name="connsiteX5" fmla="*/ 1185 w 6343"/>
                  <a:gd name="connsiteY5" fmla="*/ 1056 h 6345"/>
                  <a:gd name="connsiteX6" fmla="*/ 256 w 6343"/>
                  <a:gd name="connsiteY6" fmla="*/ 3300 h 6345"/>
                  <a:gd name="connsiteX7" fmla="*/ 1185 w 6343"/>
                  <a:gd name="connsiteY7" fmla="*/ 5543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8"/>
                      <a:pt x="5670" y="5543"/>
                    </a:cubicBezTo>
                    <a:cubicBezTo>
                      <a:pt x="6265" y="4948"/>
                      <a:pt x="6599" y="4141"/>
                      <a:pt x="6599" y="3300"/>
                    </a:cubicBezTo>
                    <a:cubicBezTo>
                      <a:pt x="6599" y="2458"/>
                      <a:pt x="6265" y="1651"/>
                      <a:pt x="5670" y="1056"/>
                    </a:cubicBezTo>
                    <a:cubicBezTo>
                      <a:pt x="5075" y="461"/>
                      <a:pt x="4268" y="127"/>
                      <a:pt x="3427" y="127"/>
                    </a:cubicBezTo>
                    <a:cubicBezTo>
                      <a:pt x="2586" y="127"/>
                      <a:pt x="1779" y="461"/>
                      <a:pt x="1185" y="1056"/>
                    </a:cubicBezTo>
                    <a:cubicBezTo>
                      <a:pt x="590" y="1651"/>
                      <a:pt x="256" y="2458"/>
                      <a:pt x="256" y="3300"/>
                    </a:cubicBezTo>
                    <a:cubicBezTo>
                      <a:pt x="256" y="4141"/>
                      <a:pt x="590" y="4948"/>
                      <a:pt x="1185" y="5543"/>
                    </a:cubicBezTo>
                    <a:cubicBezTo>
                      <a:pt x="1779" y="6138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58" name="Freeform: Shape 8257">
                <a:extLst>
                  <a:ext uri="{FF2B5EF4-FFF2-40B4-BE49-F238E27FC236}">
                    <a16:creationId xmlns:a16="http://schemas.microsoft.com/office/drawing/2014/main" id="{BD449A33-8BA7-678E-3F26-DAD4028DE0C5}"/>
                  </a:ext>
                </a:extLst>
              </p:cNvPr>
              <p:cNvSpPr/>
              <p:nvPr/>
            </p:nvSpPr>
            <p:spPr>
              <a:xfrm>
                <a:off x="9653156" y="5094993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3 h 6345"/>
                  <a:gd name="connsiteX2" fmla="*/ 6599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7 h 6345"/>
                  <a:gd name="connsiteX5" fmla="*/ 1185 w 6343"/>
                  <a:gd name="connsiteY5" fmla="*/ 1057 h 6345"/>
                  <a:gd name="connsiteX6" fmla="*/ 256 w 6343"/>
                  <a:gd name="connsiteY6" fmla="*/ 3300 h 6345"/>
                  <a:gd name="connsiteX7" fmla="*/ 1185 w 6343"/>
                  <a:gd name="connsiteY7" fmla="*/ 5543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8"/>
                      <a:pt x="5670" y="5543"/>
                    </a:cubicBezTo>
                    <a:cubicBezTo>
                      <a:pt x="6265" y="4948"/>
                      <a:pt x="6599" y="4141"/>
                      <a:pt x="6599" y="3300"/>
                    </a:cubicBezTo>
                    <a:cubicBezTo>
                      <a:pt x="6599" y="2459"/>
                      <a:pt x="6265" y="1652"/>
                      <a:pt x="5670" y="1057"/>
                    </a:cubicBezTo>
                    <a:cubicBezTo>
                      <a:pt x="5075" y="462"/>
                      <a:pt x="4268" y="127"/>
                      <a:pt x="3427" y="127"/>
                    </a:cubicBezTo>
                    <a:cubicBezTo>
                      <a:pt x="2586" y="127"/>
                      <a:pt x="1779" y="462"/>
                      <a:pt x="1185" y="1057"/>
                    </a:cubicBezTo>
                    <a:cubicBezTo>
                      <a:pt x="590" y="1652"/>
                      <a:pt x="256" y="2459"/>
                      <a:pt x="256" y="3300"/>
                    </a:cubicBezTo>
                    <a:cubicBezTo>
                      <a:pt x="256" y="4141"/>
                      <a:pt x="590" y="4948"/>
                      <a:pt x="1185" y="5543"/>
                    </a:cubicBezTo>
                    <a:cubicBezTo>
                      <a:pt x="1779" y="6138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59" name="Freeform: Shape 8258">
                <a:extLst>
                  <a:ext uri="{FF2B5EF4-FFF2-40B4-BE49-F238E27FC236}">
                    <a16:creationId xmlns:a16="http://schemas.microsoft.com/office/drawing/2014/main" id="{7DAD9E70-E0CC-22CE-10FE-BDFF7E244CC1}"/>
                  </a:ext>
                </a:extLst>
              </p:cNvPr>
              <p:cNvSpPr/>
              <p:nvPr/>
            </p:nvSpPr>
            <p:spPr>
              <a:xfrm>
                <a:off x="9654099" y="5096536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7 h 6345"/>
                  <a:gd name="connsiteX5" fmla="*/ 1185 w 6343"/>
                  <a:gd name="connsiteY5" fmla="*/ 1057 h 6345"/>
                  <a:gd name="connsiteX6" fmla="*/ 256 w 6343"/>
                  <a:gd name="connsiteY6" fmla="*/ 3300 h 6345"/>
                  <a:gd name="connsiteX7" fmla="*/ 1185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9"/>
                      <a:pt x="5670" y="5544"/>
                    </a:cubicBezTo>
                    <a:cubicBezTo>
                      <a:pt x="6265" y="4949"/>
                      <a:pt x="6599" y="4142"/>
                      <a:pt x="6599" y="3300"/>
                    </a:cubicBezTo>
                    <a:cubicBezTo>
                      <a:pt x="6599" y="2459"/>
                      <a:pt x="6265" y="1652"/>
                      <a:pt x="5670" y="1057"/>
                    </a:cubicBezTo>
                    <a:cubicBezTo>
                      <a:pt x="5075" y="462"/>
                      <a:pt x="4268" y="127"/>
                      <a:pt x="3427" y="127"/>
                    </a:cubicBezTo>
                    <a:cubicBezTo>
                      <a:pt x="2586" y="127"/>
                      <a:pt x="1779" y="462"/>
                      <a:pt x="1185" y="1057"/>
                    </a:cubicBezTo>
                    <a:cubicBezTo>
                      <a:pt x="590" y="1652"/>
                      <a:pt x="256" y="2459"/>
                      <a:pt x="256" y="3300"/>
                    </a:cubicBezTo>
                    <a:cubicBezTo>
                      <a:pt x="256" y="4142"/>
                      <a:pt x="590" y="4949"/>
                      <a:pt x="1185" y="5544"/>
                    </a:cubicBezTo>
                    <a:cubicBezTo>
                      <a:pt x="1779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60" name="Freeform: Shape 8259">
                <a:extLst>
                  <a:ext uri="{FF2B5EF4-FFF2-40B4-BE49-F238E27FC236}">
                    <a16:creationId xmlns:a16="http://schemas.microsoft.com/office/drawing/2014/main" id="{F36C2D26-C30C-8201-26CE-3F33E1DC8435}"/>
                  </a:ext>
                </a:extLst>
              </p:cNvPr>
              <p:cNvSpPr/>
              <p:nvPr/>
            </p:nvSpPr>
            <p:spPr>
              <a:xfrm>
                <a:off x="9654665" y="5098424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5 w 6343"/>
                  <a:gd name="connsiteY5" fmla="*/ 1057 h 6345"/>
                  <a:gd name="connsiteX6" fmla="*/ 256 w 6343"/>
                  <a:gd name="connsiteY6" fmla="*/ 3300 h 6345"/>
                  <a:gd name="connsiteX7" fmla="*/ 1185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9" y="6473"/>
                      <a:pt x="5075" y="6139"/>
                      <a:pt x="5670" y="5544"/>
                    </a:cubicBezTo>
                    <a:cubicBezTo>
                      <a:pt x="6265" y="4949"/>
                      <a:pt x="6599" y="4142"/>
                      <a:pt x="6599" y="3300"/>
                    </a:cubicBezTo>
                    <a:cubicBezTo>
                      <a:pt x="6599" y="2459"/>
                      <a:pt x="6265" y="1652"/>
                      <a:pt x="5670" y="1057"/>
                    </a:cubicBezTo>
                    <a:cubicBezTo>
                      <a:pt x="5075" y="462"/>
                      <a:pt x="4269" y="128"/>
                      <a:pt x="3427" y="128"/>
                    </a:cubicBezTo>
                    <a:cubicBezTo>
                      <a:pt x="2586" y="128"/>
                      <a:pt x="1780" y="462"/>
                      <a:pt x="1185" y="1057"/>
                    </a:cubicBezTo>
                    <a:cubicBezTo>
                      <a:pt x="590" y="1652"/>
                      <a:pt x="256" y="2459"/>
                      <a:pt x="256" y="3300"/>
                    </a:cubicBezTo>
                    <a:cubicBezTo>
                      <a:pt x="256" y="4142"/>
                      <a:pt x="590" y="4949"/>
                      <a:pt x="1185" y="5544"/>
                    </a:cubicBezTo>
                    <a:cubicBezTo>
                      <a:pt x="1780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61" name="Freeform: Shape 8260">
                <a:extLst>
                  <a:ext uri="{FF2B5EF4-FFF2-40B4-BE49-F238E27FC236}">
                    <a16:creationId xmlns:a16="http://schemas.microsoft.com/office/drawing/2014/main" id="{B72E0FC9-4C39-8C7C-3FCD-BAE86AE612A2}"/>
                  </a:ext>
                </a:extLst>
              </p:cNvPr>
              <p:cNvSpPr/>
              <p:nvPr/>
            </p:nvSpPr>
            <p:spPr>
              <a:xfrm>
                <a:off x="9655123" y="5100396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5 w 6343"/>
                  <a:gd name="connsiteY5" fmla="*/ 1057 h 6345"/>
                  <a:gd name="connsiteX6" fmla="*/ 256 w 6343"/>
                  <a:gd name="connsiteY6" fmla="*/ 3300 h 6345"/>
                  <a:gd name="connsiteX7" fmla="*/ 1185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9" y="6473"/>
                      <a:pt x="5075" y="6139"/>
                      <a:pt x="5670" y="5544"/>
                    </a:cubicBezTo>
                    <a:cubicBezTo>
                      <a:pt x="6265" y="4949"/>
                      <a:pt x="6599" y="4142"/>
                      <a:pt x="6599" y="3300"/>
                    </a:cubicBezTo>
                    <a:cubicBezTo>
                      <a:pt x="6599" y="2459"/>
                      <a:pt x="6265" y="1652"/>
                      <a:pt x="5670" y="1057"/>
                    </a:cubicBezTo>
                    <a:cubicBezTo>
                      <a:pt x="5075" y="462"/>
                      <a:pt x="4269" y="128"/>
                      <a:pt x="3427" y="128"/>
                    </a:cubicBezTo>
                    <a:cubicBezTo>
                      <a:pt x="2586" y="128"/>
                      <a:pt x="1780" y="462"/>
                      <a:pt x="1185" y="1057"/>
                    </a:cubicBezTo>
                    <a:cubicBezTo>
                      <a:pt x="590" y="1652"/>
                      <a:pt x="256" y="2459"/>
                      <a:pt x="256" y="3300"/>
                    </a:cubicBezTo>
                    <a:cubicBezTo>
                      <a:pt x="256" y="4142"/>
                      <a:pt x="590" y="4949"/>
                      <a:pt x="1185" y="5544"/>
                    </a:cubicBezTo>
                    <a:cubicBezTo>
                      <a:pt x="1780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62" name="Freeform: Shape 8261">
                <a:extLst>
                  <a:ext uri="{FF2B5EF4-FFF2-40B4-BE49-F238E27FC236}">
                    <a16:creationId xmlns:a16="http://schemas.microsoft.com/office/drawing/2014/main" id="{9EEF0D9F-343F-A296-EE30-52FE8736C745}"/>
                  </a:ext>
                </a:extLst>
              </p:cNvPr>
              <p:cNvSpPr/>
              <p:nvPr/>
            </p:nvSpPr>
            <p:spPr>
              <a:xfrm>
                <a:off x="9599464" y="5153246"/>
                <a:ext cx="6343" cy="6345"/>
              </a:xfrm>
              <a:custGeom>
                <a:avLst/>
                <a:gdLst>
                  <a:gd name="connsiteX0" fmla="*/ 3423 w 6343"/>
                  <a:gd name="connsiteY0" fmla="*/ 6477 h 6345"/>
                  <a:gd name="connsiteX1" fmla="*/ 5666 w 6343"/>
                  <a:gd name="connsiteY1" fmla="*/ 5548 h 6345"/>
                  <a:gd name="connsiteX2" fmla="*/ 6595 w 6343"/>
                  <a:gd name="connsiteY2" fmla="*/ 3305 h 6345"/>
                  <a:gd name="connsiteX3" fmla="*/ 5666 w 6343"/>
                  <a:gd name="connsiteY3" fmla="*/ 1061 h 6345"/>
                  <a:gd name="connsiteX4" fmla="*/ 3423 w 6343"/>
                  <a:gd name="connsiteY4" fmla="*/ 132 h 6345"/>
                  <a:gd name="connsiteX5" fmla="*/ 1180 w 6343"/>
                  <a:gd name="connsiteY5" fmla="*/ 1061 h 6345"/>
                  <a:gd name="connsiteX6" fmla="*/ 251 w 6343"/>
                  <a:gd name="connsiteY6" fmla="*/ 3305 h 6345"/>
                  <a:gd name="connsiteX7" fmla="*/ 1180 w 6343"/>
                  <a:gd name="connsiteY7" fmla="*/ 5548 h 6345"/>
                  <a:gd name="connsiteX8" fmla="*/ 342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7"/>
                    </a:moveTo>
                    <a:cubicBezTo>
                      <a:pt x="4264" y="6477"/>
                      <a:pt x="5071" y="6143"/>
                      <a:pt x="5666" y="5548"/>
                    </a:cubicBezTo>
                    <a:cubicBezTo>
                      <a:pt x="6260" y="4953"/>
                      <a:pt x="6595" y="4146"/>
                      <a:pt x="6595" y="3305"/>
                    </a:cubicBezTo>
                    <a:cubicBezTo>
                      <a:pt x="6595" y="2463"/>
                      <a:pt x="6260" y="1656"/>
                      <a:pt x="5666" y="1061"/>
                    </a:cubicBezTo>
                    <a:cubicBezTo>
                      <a:pt x="5071" y="466"/>
                      <a:pt x="4264" y="132"/>
                      <a:pt x="3423" y="132"/>
                    </a:cubicBezTo>
                    <a:cubicBezTo>
                      <a:pt x="2582" y="132"/>
                      <a:pt x="1775" y="466"/>
                      <a:pt x="1180" y="1061"/>
                    </a:cubicBezTo>
                    <a:cubicBezTo>
                      <a:pt x="586" y="1656"/>
                      <a:pt x="251" y="2463"/>
                      <a:pt x="251" y="3305"/>
                    </a:cubicBezTo>
                    <a:cubicBezTo>
                      <a:pt x="251" y="4146"/>
                      <a:pt x="586" y="4953"/>
                      <a:pt x="1180" y="5548"/>
                    </a:cubicBezTo>
                    <a:cubicBezTo>
                      <a:pt x="1775" y="6143"/>
                      <a:pt x="2582" y="6477"/>
                      <a:pt x="342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63" name="Freeform: Shape 8262">
                <a:extLst>
                  <a:ext uri="{FF2B5EF4-FFF2-40B4-BE49-F238E27FC236}">
                    <a16:creationId xmlns:a16="http://schemas.microsoft.com/office/drawing/2014/main" id="{6B95C963-C82A-ABDF-CA7A-4E7C7A753266}"/>
                  </a:ext>
                </a:extLst>
              </p:cNvPr>
              <p:cNvSpPr/>
              <p:nvPr/>
            </p:nvSpPr>
            <p:spPr>
              <a:xfrm>
                <a:off x="9600371" y="5154159"/>
                <a:ext cx="6343" cy="6345"/>
              </a:xfrm>
              <a:custGeom>
                <a:avLst/>
                <a:gdLst>
                  <a:gd name="connsiteX0" fmla="*/ 3423 w 6343"/>
                  <a:gd name="connsiteY0" fmla="*/ 6477 h 6345"/>
                  <a:gd name="connsiteX1" fmla="*/ 5666 w 6343"/>
                  <a:gd name="connsiteY1" fmla="*/ 5548 h 6345"/>
                  <a:gd name="connsiteX2" fmla="*/ 6595 w 6343"/>
                  <a:gd name="connsiteY2" fmla="*/ 3305 h 6345"/>
                  <a:gd name="connsiteX3" fmla="*/ 5666 w 6343"/>
                  <a:gd name="connsiteY3" fmla="*/ 1061 h 6345"/>
                  <a:gd name="connsiteX4" fmla="*/ 3423 w 6343"/>
                  <a:gd name="connsiteY4" fmla="*/ 132 h 6345"/>
                  <a:gd name="connsiteX5" fmla="*/ 1180 w 6343"/>
                  <a:gd name="connsiteY5" fmla="*/ 1061 h 6345"/>
                  <a:gd name="connsiteX6" fmla="*/ 252 w 6343"/>
                  <a:gd name="connsiteY6" fmla="*/ 3305 h 6345"/>
                  <a:gd name="connsiteX7" fmla="*/ 1180 w 6343"/>
                  <a:gd name="connsiteY7" fmla="*/ 5548 h 6345"/>
                  <a:gd name="connsiteX8" fmla="*/ 342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7"/>
                    </a:moveTo>
                    <a:cubicBezTo>
                      <a:pt x="4264" y="6477"/>
                      <a:pt x="5071" y="6143"/>
                      <a:pt x="5666" y="5548"/>
                    </a:cubicBezTo>
                    <a:cubicBezTo>
                      <a:pt x="6260" y="4953"/>
                      <a:pt x="6595" y="4146"/>
                      <a:pt x="6595" y="3305"/>
                    </a:cubicBezTo>
                    <a:cubicBezTo>
                      <a:pt x="6595" y="2463"/>
                      <a:pt x="6260" y="1656"/>
                      <a:pt x="5666" y="1061"/>
                    </a:cubicBezTo>
                    <a:cubicBezTo>
                      <a:pt x="5071" y="466"/>
                      <a:pt x="4264" y="132"/>
                      <a:pt x="3423" y="132"/>
                    </a:cubicBezTo>
                    <a:cubicBezTo>
                      <a:pt x="2582" y="132"/>
                      <a:pt x="1775" y="466"/>
                      <a:pt x="1180" y="1061"/>
                    </a:cubicBezTo>
                    <a:cubicBezTo>
                      <a:pt x="586" y="1656"/>
                      <a:pt x="252" y="2463"/>
                      <a:pt x="252" y="3305"/>
                    </a:cubicBezTo>
                    <a:cubicBezTo>
                      <a:pt x="252" y="4146"/>
                      <a:pt x="586" y="4953"/>
                      <a:pt x="1180" y="5548"/>
                    </a:cubicBezTo>
                    <a:cubicBezTo>
                      <a:pt x="1775" y="6143"/>
                      <a:pt x="2582" y="6477"/>
                      <a:pt x="342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64" name="Freeform: Shape 8263">
                <a:extLst>
                  <a:ext uri="{FF2B5EF4-FFF2-40B4-BE49-F238E27FC236}">
                    <a16:creationId xmlns:a16="http://schemas.microsoft.com/office/drawing/2014/main" id="{5F5D11A0-9F8C-6F07-EBA2-BDDF5FD45588}"/>
                  </a:ext>
                </a:extLst>
              </p:cNvPr>
              <p:cNvSpPr/>
              <p:nvPr/>
            </p:nvSpPr>
            <p:spPr>
              <a:xfrm>
                <a:off x="9654149" y="5108291"/>
                <a:ext cx="6343" cy="6345"/>
              </a:xfrm>
              <a:custGeom>
                <a:avLst/>
                <a:gdLst>
                  <a:gd name="connsiteX0" fmla="*/ 3427 w 6343"/>
                  <a:gd name="connsiteY0" fmla="*/ 6474 h 6345"/>
                  <a:gd name="connsiteX1" fmla="*/ 5670 w 6343"/>
                  <a:gd name="connsiteY1" fmla="*/ 5544 h 6345"/>
                  <a:gd name="connsiteX2" fmla="*/ 6599 w 6343"/>
                  <a:gd name="connsiteY2" fmla="*/ 3301 h 6345"/>
                  <a:gd name="connsiteX3" fmla="*/ 5670 w 6343"/>
                  <a:gd name="connsiteY3" fmla="*/ 1058 h 6345"/>
                  <a:gd name="connsiteX4" fmla="*/ 3427 w 6343"/>
                  <a:gd name="connsiteY4" fmla="*/ 128 h 6345"/>
                  <a:gd name="connsiteX5" fmla="*/ 1185 w 6343"/>
                  <a:gd name="connsiteY5" fmla="*/ 1058 h 6345"/>
                  <a:gd name="connsiteX6" fmla="*/ 256 w 6343"/>
                  <a:gd name="connsiteY6" fmla="*/ 3301 h 6345"/>
                  <a:gd name="connsiteX7" fmla="*/ 1185 w 6343"/>
                  <a:gd name="connsiteY7" fmla="*/ 5544 h 6345"/>
                  <a:gd name="connsiteX8" fmla="*/ 3427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4"/>
                    </a:moveTo>
                    <a:cubicBezTo>
                      <a:pt x="4268" y="6474"/>
                      <a:pt x="5075" y="6139"/>
                      <a:pt x="5670" y="5544"/>
                    </a:cubicBezTo>
                    <a:cubicBezTo>
                      <a:pt x="6265" y="4950"/>
                      <a:pt x="6599" y="4142"/>
                      <a:pt x="6599" y="3301"/>
                    </a:cubicBezTo>
                    <a:cubicBezTo>
                      <a:pt x="6599" y="2460"/>
                      <a:pt x="6265" y="1653"/>
                      <a:pt x="5670" y="1058"/>
                    </a:cubicBezTo>
                    <a:cubicBezTo>
                      <a:pt x="5075" y="463"/>
                      <a:pt x="4268" y="128"/>
                      <a:pt x="3427" y="128"/>
                    </a:cubicBezTo>
                    <a:cubicBezTo>
                      <a:pt x="2586" y="128"/>
                      <a:pt x="1779" y="463"/>
                      <a:pt x="1185" y="1058"/>
                    </a:cubicBezTo>
                    <a:cubicBezTo>
                      <a:pt x="590" y="1653"/>
                      <a:pt x="256" y="2460"/>
                      <a:pt x="256" y="3301"/>
                    </a:cubicBezTo>
                    <a:cubicBezTo>
                      <a:pt x="256" y="4142"/>
                      <a:pt x="590" y="4950"/>
                      <a:pt x="1185" y="5544"/>
                    </a:cubicBezTo>
                    <a:cubicBezTo>
                      <a:pt x="1779" y="6139"/>
                      <a:pt x="2586" y="6474"/>
                      <a:pt x="3427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65" name="Freeform: Shape 8264">
                <a:extLst>
                  <a:ext uri="{FF2B5EF4-FFF2-40B4-BE49-F238E27FC236}">
                    <a16:creationId xmlns:a16="http://schemas.microsoft.com/office/drawing/2014/main" id="{38E1963D-5C88-C830-929A-9E1EBF543842}"/>
                  </a:ext>
                </a:extLst>
              </p:cNvPr>
              <p:cNvSpPr/>
              <p:nvPr/>
            </p:nvSpPr>
            <p:spPr>
              <a:xfrm>
                <a:off x="9596891" y="5160615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5 h 6345"/>
                  <a:gd name="connsiteX3" fmla="*/ 5665 w 6343"/>
                  <a:gd name="connsiteY3" fmla="*/ 1062 h 6345"/>
                  <a:gd name="connsiteX4" fmla="*/ 3423 w 6343"/>
                  <a:gd name="connsiteY4" fmla="*/ 132 h 6345"/>
                  <a:gd name="connsiteX5" fmla="*/ 1180 w 6343"/>
                  <a:gd name="connsiteY5" fmla="*/ 1062 h 6345"/>
                  <a:gd name="connsiteX6" fmla="*/ 251 w 6343"/>
                  <a:gd name="connsiteY6" fmla="*/ 3305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5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2"/>
                      <a:pt x="3423" y="132"/>
                    </a:cubicBezTo>
                    <a:cubicBezTo>
                      <a:pt x="2582" y="132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5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66" name="Freeform: Shape 8265">
                <a:extLst>
                  <a:ext uri="{FF2B5EF4-FFF2-40B4-BE49-F238E27FC236}">
                    <a16:creationId xmlns:a16="http://schemas.microsoft.com/office/drawing/2014/main" id="{084A8695-9BEC-5542-24D6-DF5381C0A96D}"/>
                  </a:ext>
                </a:extLst>
              </p:cNvPr>
              <p:cNvSpPr/>
              <p:nvPr/>
            </p:nvSpPr>
            <p:spPr>
              <a:xfrm>
                <a:off x="9593442" y="5165235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3"/>
                      <a:pt x="3423" y="133"/>
                    </a:cubicBezTo>
                    <a:cubicBezTo>
                      <a:pt x="2581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67" name="Freeform: Shape 8266">
                <a:extLst>
                  <a:ext uri="{FF2B5EF4-FFF2-40B4-BE49-F238E27FC236}">
                    <a16:creationId xmlns:a16="http://schemas.microsoft.com/office/drawing/2014/main" id="{41B4BBB6-9E63-47EC-ECE8-E7D533B9769C}"/>
                  </a:ext>
                </a:extLst>
              </p:cNvPr>
              <p:cNvSpPr/>
              <p:nvPr/>
            </p:nvSpPr>
            <p:spPr>
              <a:xfrm>
                <a:off x="9596748" y="5167201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68" name="Freeform: Shape 8267">
                <a:extLst>
                  <a:ext uri="{FF2B5EF4-FFF2-40B4-BE49-F238E27FC236}">
                    <a16:creationId xmlns:a16="http://schemas.microsoft.com/office/drawing/2014/main" id="{A4E8BC4F-44C1-58BC-7B7C-B19ABE14FEAC}"/>
                  </a:ext>
                </a:extLst>
              </p:cNvPr>
              <p:cNvSpPr/>
              <p:nvPr/>
            </p:nvSpPr>
            <p:spPr>
              <a:xfrm>
                <a:off x="9597378" y="5168258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9 h 6345"/>
                  <a:gd name="connsiteX2" fmla="*/ 6594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6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69" name="Freeform: Shape 8268">
                <a:extLst>
                  <a:ext uri="{FF2B5EF4-FFF2-40B4-BE49-F238E27FC236}">
                    <a16:creationId xmlns:a16="http://schemas.microsoft.com/office/drawing/2014/main" id="{5F90049D-7B20-1E26-F290-55C5BC4E7EAE}"/>
                  </a:ext>
                </a:extLst>
              </p:cNvPr>
              <p:cNvSpPr/>
              <p:nvPr/>
            </p:nvSpPr>
            <p:spPr>
              <a:xfrm>
                <a:off x="9598875" y="516860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70" name="Freeform: Shape 8269">
                <a:extLst>
                  <a:ext uri="{FF2B5EF4-FFF2-40B4-BE49-F238E27FC236}">
                    <a16:creationId xmlns:a16="http://schemas.microsoft.com/office/drawing/2014/main" id="{6DCE603F-1740-8592-CD4E-EF9E56C6943F}"/>
                  </a:ext>
                </a:extLst>
              </p:cNvPr>
              <p:cNvSpPr/>
              <p:nvPr/>
            </p:nvSpPr>
            <p:spPr>
              <a:xfrm>
                <a:off x="9600081" y="5169206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2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71" name="Freeform: Shape 8270">
                <a:extLst>
                  <a:ext uri="{FF2B5EF4-FFF2-40B4-BE49-F238E27FC236}">
                    <a16:creationId xmlns:a16="http://schemas.microsoft.com/office/drawing/2014/main" id="{1A834A90-7710-2AFA-3C1D-7F31C9EA27CA}"/>
                  </a:ext>
                </a:extLst>
              </p:cNvPr>
              <p:cNvSpPr/>
              <p:nvPr/>
            </p:nvSpPr>
            <p:spPr>
              <a:xfrm>
                <a:off x="9601728" y="5169465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72" name="Freeform: Shape 8271">
                <a:extLst>
                  <a:ext uri="{FF2B5EF4-FFF2-40B4-BE49-F238E27FC236}">
                    <a16:creationId xmlns:a16="http://schemas.microsoft.com/office/drawing/2014/main" id="{C7809F53-D48A-FA11-B904-0E18BEA6AA48}"/>
                  </a:ext>
                </a:extLst>
              </p:cNvPr>
              <p:cNvSpPr/>
              <p:nvPr/>
            </p:nvSpPr>
            <p:spPr>
              <a:xfrm>
                <a:off x="9604264" y="5169047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5" y="133"/>
                      <a:pt x="3423" y="133"/>
                    </a:cubicBezTo>
                    <a:cubicBezTo>
                      <a:pt x="2582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73" name="Freeform: Shape 8272">
                <a:extLst>
                  <a:ext uri="{FF2B5EF4-FFF2-40B4-BE49-F238E27FC236}">
                    <a16:creationId xmlns:a16="http://schemas.microsoft.com/office/drawing/2014/main" id="{1A2B3736-5E50-16F4-8965-33CA5EFF63AB}"/>
                  </a:ext>
                </a:extLst>
              </p:cNvPr>
              <p:cNvSpPr/>
              <p:nvPr/>
            </p:nvSpPr>
            <p:spPr>
              <a:xfrm>
                <a:off x="9606069" y="5169228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5" y="133"/>
                      <a:pt x="3424" y="133"/>
                    </a:cubicBezTo>
                    <a:cubicBezTo>
                      <a:pt x="2582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74" name="Freeform: Shape 8273">
                <a:extLst>
                  <a:ext uri="{FF2B5EF4-FFF2-40B4-BE49-F238E27FC236}">
                    <a16:creationId xmlns:a16="http://schemas.microsoft.com/office/drawing/2014/main" id="{01C1B9FC-1F37-6769-F5A0-DE3182065A1A}"/>
                  </a:ext>
                </a:extLst>
              </p:cNvPr>
              <p:cNvSpPr/>
              <p:nvPr/>
            </p:nvSpPr>
            <p:spPr>
              <a:xfrm>
                <a:off x="9608026" y="5169313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75" name="Freeform: Shape 8274">
                <a:extLst>
                  <a:ext uri="{FF2B5EF4-FFF2-40B4-BE49-F238E27FC236}">
                    <a16:creationId xmlns:a16="http://schemas.microsoft.com/office/drawing/2014/main" id="{9CEF2A44-3E29-137D-40EA-ABF6142DF4AC}"/>
                  </a:ext>
                </a:extLst>
              </p:cNvPr>
              <p:cNvSpPr/>
              <p:nvPr/>
            </p:nvSpPr>
            <p:spPr>
              <a:xfrm>
                <a:off x="9609538" y="5169755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76" name="Freeform: Shape 8275">
                <a:extLst>
                  <a:ext uri="{FF2B5EF4-FFF2-40B4-BE49-F238E27FC236}">
                    <a16:creationId xmlns:a16="http://schemas.microsoft.com/office/drawing/2014/main" id="{FDF002A3-27EE-FDA2-6F6F-B8BAEE6E4E6A}"/>
                  </a:ext>
                </a:extLst>
              </p:cNvPr>
              <p:cNvSpPr/>
              <p:nvPr/>
            </p:nvSpPr>
            <p:spPr>
              <a:xfrm>
                <a:off x="9610750" y="517043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5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7"/>
                      <a:pt x="252" y="2465"/>
                      <a:pt x="252" y="3306"/>
                    </a:cubicBezTo>
                    <a:cubicBezTo>
                      <a:pt x="252" y="4147"/>
                      <a:pt x="587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77" name="Freeform: Shape 8276">
                <a:extLst>
                  <a:ext uri="{FF2B5EF4-FFF2-40B4-BE49-F238E27FC236}">
                    <a16:creationId xmlns:a16="http://schemas.microsoft.com/office/drawing/2014/main" id="{60FFB73D-7850-33B8-51FC-579E2C2117D7}"/>
                  </a:ext>
                </a:extLst>
              </p:cNvPr>
              <p:cNvSpPr/>
              <p:nvPr/>
            </p:nvSpPr>
            <p:spPr>
              <a:xfrm>
                <a:off x="9654975" y="5139609"/>
                <a:ext cx="6343" cy="6345"/>
              </a:xfrm>
              <a:custGeom>
                <a:avLst/>
                <a:gdLst>
                  <a:gd name="connsiteX0" fmla="*/ 3427 w 6343"/>
                  <a:gd name="connsiteY0" fmla="*/ 6476 h 6345"/>
                  <a:gd name="connsiteX1" fmla="*/ 5670 w 6343"/>
                  <a:gd name="connsiteY1" fmla="*/ 5547 h 6345"/>
                  <a:gd name="connsiteX2" fmla="*/ 6599 w 6343"/>
                  <a:gd name="connsiteY2" fmla="*/ 3304 h 6345"/>
                  <a:gd name="connsiteX3" fmla="*/ 5670 w 6343"/>
                  <a:gd name="connsiteY3" fmla="*/ 1060 h 6345"/>
                  <a:gd name="connsiteX4" fmla="*/ 3427 w 6343"/>
                  <a:gd name="connsiteY4" fmla="*/ 131 h 6345"/>
                  <a:gd name="connsiteX5" fmla="*/ 1185 w 6343"/>
                  <a:gd name="connsiteY5" fmla="*/ 1060 h 6345"/>
                  <a:gd name="connsiteX6" fmla="*/ 256 w 6343"/>
                  <a:gd name="connsiteY6" fmla="*/ 3304 h 6345"/>
                  <a:gd name="connsiteX7" fmla="*/ 1185 w 6343"/>
                  <a:gd name="connsiteY7" fmla="*/ 5547 h 6345"/>
                  <a:gd name="connsiteX8" fmla="*/ 3427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6"/>
                    </a:moveTo>
                    <a:cubicBezTo>
                      <a:pt x="4269" y="6476"/>
                      <a:pt x="5075" y="6142"/>
                      <a:pt x="5670" y="5547"/>
                    </a:cubicBezTo>
                    <a:cubicBezTo>
                      <a:pt x="6265" y="4952"/>
                      <a:pt x="6599" y="4145"/>
                      <a:pt x="6599" y="3304"/>
                    </a:cubicBezTo>
                    <a:cubicBezTo>
                      <a:pt x="6599" y="2462"/>
                      <a:pt x="6265" y="1655"/>
                      <a:pt x="5670" y="1060"/>
                    </a:cubicBezTo>
                    <a:cubicBezTo>
                      <a:pt x="5075" y="465"/>
                      <a:pt x="4269" y="131"/>
                      <a:pt x="3427" y="131"/>
                    </a:cubicBezTo>
                    <a:cubicBezTo>
                      <a:pt x="2586" y="131"/>
                      <a:pt x="1780" y="465"/>
                      <a:pt x="1185" y="1060"/>
                    </a:cubicBezTo>
                    <a:cubicBezTo>
                      <a:pt x="590" y="1655"/>
                      <a:pt x="256" y="2462"/>
                      <a:pt x="256" y="3304"/>
                    </a:cubicBezTo>
                    <a:cubicBezTo>
                      <a:pt x="256" y="4145"/>
                      <a:pt x="590" y="4952"/>
                      <a:pt x="1185" y="5547"/>
                    </a:cubicBezTo>
                    <a:cubicBezTo>
                      <a:pt x="1780" y="6142"/>
                      <a:pt x="2586" y="6476"/>
                      <a:pt x="3427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78" name="Freeform: Shape 8277">
                <a:extLst>
                  <a:ext uri="{FF2B5EF4-FFF2-40B4-BE49-F238E27FC236}">
                    <a16:creationId xmlns:a16="http://schemas.microsoft.com/office/drawing/2014/main" id="{FAFC0BD3-45B3-218F-24E9-30366DEEB493}"/>
                  </a:ext>
                </a:extLst>
              </p:cNvPr>
              <p:cNvSpPr/>
              <p:nvPr/>
            </p:nvSpPr>
            <p:spPr>
              <a:xfrm>
                <a:off x="9655817" y="5140978"/>
                <a:ext cx="6343" cy="6345"/>
              </a:xfrm>
              <a:custGeom>
                <a:avLst/>
                <a:gdLst>
                  <a:gd name="connsiteX0" fmla="*/ 3427 w 6343"/>
                  <a:gd name="connsiteY0" fmla="*/ 6476 h 6345"/>
                  <a:gd name="connsiteX1" fmla="*/ 5670 w 6343"/>
                  <a:gd name="connsiteY1" fmla="*/ 5547 h 6345"/>
                  <a:gd name="connsiteX2" fmla="*/ 6599 w 6343"/>
                  <a:gd name="connsiteY2" fmla="*/ 3304 h 6345"/>
                  <a:gd name="connsiteX3" fmla="*/ 5670 w 6343"/>
                  <a:gd name="connsiteY3" fmla="*/ 1060 h 6345"/>
                  <a:gd name="connsiteX4" fmla="*/ 3427 w 6343"/>
                  <a:gd name="connsiteY4" fmla="*/ 131 h 6345"/>
                  <a:gd name="connsiteX5" fmla="*/ 1185 w 6343"/>
                  <a:gd name="connsiteY5" fmla="*/ 1060 h 6345"/>
                  <a:gd name="connsiteX6" fmla="*/ 256 w 6343"/>
                  <a:gd name="connsiteY6" fmla="*/ 3304 h 6345"/>
                  <a:gd name="connsiteX7" fmla="*/ 1185 w 6343"/>
                  <a:gd name="connsiteY7" fmla="*/ 5547 h 6345"/>
                  <a:gd name="connsiteX8" fmla="*/ 3427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6"/>
                    </a:moveTo>
                    <a:cubicBezTo>
                      <a:pt x="4269" y="6476"/>
                      <a:pt x="5075" y="6142"/>
                      <a:pt x="5670" y="5547"/>
                    </a:cubicBezTo>
                    <a:cubicBezTo>
                      <a:pt x="6265" y="4952"/>
                      <a:pt x="6599" y="4145"/>
                      <a:pt x="6599" y="3304"/>
                    </a:cubicBezTo>
                    <a:cubicBezTo>
                      <a:pt x="6599" y="2462"/>
                      <a:pt x="6265" y="1655"/>
                      <a:pt x="5670" y="1060"/>
                    </a:cubicBezTo>
                    <a:cubicBezTo>
                      <a:pt x="5075" y="465"/>
                      <a:pt x="4269" y="131"/>
                      <a:pt x="3427" y="131"/>
                    </a:cubicBezTo>
                    <a:cubicBezTo>
                      <a:pt x="2586" y="131"/>
                      <a:pt x="1780" y="465"/>
                      <a:pt x="1185" y="1060"/>
                    </a:cubicBezTo>
                    <a:cubicBezTo>
                      <a:pt x="590" y="1655"/>
                      <a:pt x="256" y="2462"/>
                      <a:pt x="256" y="3304"/>
                    </a:cubicBezTo>
                    <a:cubicBezTo>
                      <a:pt x="256" y="4145"/>
                      <a:pt x="590" y="4952"/>
                      <a:pt x="1185" y="5547"/>
                    </a:cubicBezTo>
                    <a:cubicBezTo>
                      <a:pt x="1780" y="6142"/>
                      <a:pt x="2586" y="6476"/>
                      <a:pt x="3427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79" name="Freeform: Shape 8278">
                <a:extLst>
                  <a:ext uri="{FF2B5EF4-FFF2-40B4-BE49-F238E27FC236}">
                    <a16:creationId xmlns:a16="http://schemas.microsoft.com/office/drawing/2014/main" id="{809E46B5-DFB2-39E4-1944-837D7BA33008}"/>
                  </a:ext>
                </a:extLst>
              </p:cNvPr>
              <p:cNvSpPr/>
              <p:nvPr/>
            </p:nvSpPr>
            <p:spPr>
              <a:xfrm>
                <a:off x="9658343" y="5143116"/>
                <a:ext cx="6343" cy="6345"/>
              </a:xfrm>
              <a:custGeom>
                <a:avLst/>
                <a:gdLst>
                  <a:gd name="connsiteX0" fmla="*/ 3428 w 6343"/>
                  <a:gd name="connsiteY0" fmla="*/ 6477 h 6345"/>
                  <a:gd name="connsiteX1" fmla="*/ 5670 w 6343"/>
                  <a:gd name="connsiteY1" fmla="*/ 5547 h 6345"/>
                  <a:gd name="connsiteX2" fmla="*/ 6599 w 6343"/>
                  <a:gd name="connsiteY2" fmla="*/ 3304 h 6345"/>
                  <a:gd name="connsiteX3" fmla="*/ 5670 w 6343"/>
                  <a:gd name="connsiteY3" fmla="*/ 1060 h 6345"/>
                  <a:gd name="connsiteX4" fmla="*/ 3428 w 6343"/>
                  <a:gd name="connsiteY4" fmla="*/ 131 h 6345"/>
                  <a:gd name="connsiteX5" fmla="*/ 1185 w 6343"/>
                  <a:gd name="connsiteY5" fmla="*/ 1060 h 6345"/>
                  <a:gd name="connsiteX6" fmla="*/ 256 w 6343"/>
                  <a:gd name="connsiteY6" fmla="*/ 3304 h 6345"/>
                  <a:gd name="connsiteX7" fmla="*/ 1185 w 6343"/>
                  <a:gd name="connsiteY7" fmla="*/ 5547 h 6345"/>
                  <a:gd name="connsiteX8" fmla="*/ 3428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7"/>
                    </a:moveTo>
                    <a:cubicBezTo>
                      <a:pt x="4269" y="6477"/>
                      <a:pt x="5076" y="6142"/>
                      <a:pt x="5670" y="5547"/>
                    </a:cubicBezTo>
                    <a:cubicBezTo>
                      <a:pt x="6265" y="4952"/>
                      <a:pt x="6599" y="4145"/>
                      <a:pt x="6599" y="3304"/>
                    </a:cubicBezTo>
                    <a:cubicBezTo>
                      <a:pt x="6599" y="2462"/>
                      <a:pt x="6265" y="1655"/>
                      <a:pt x="5670" y="1060"/>
                    </a:cubicBezTo>
                    <a:cubicBezTo>
                      <a:pt x="5076" y="465"/>
                      <a:pt x="4269" y="131"/>
                      <a:pt x="3428" y="131"/>
                    </a:cubicBezTo>
                    <a:cubicBezTo>
                      <a:pt x="2587" y="131"/>
                      <a:pt x="1780" y="465"/>
                      <a:pt x="1185" y="1060"/>
                    </a:cubicBezTo>
                    <a:cubicBezTo>
                      <a:pt x="590" y="1655"/>
                      <a:pt x="256" y="2462"/>
                      <a:pt x="256" y="3304"/>
                    </a:cubicBezTo>
                    <a:cubicBezTo>
                      <a:pt x="256" y="4145"/>
                      <a:pt x="590" y="4952"/>
                      <a:pt x="1185" y="5547"/>
                    </a:cubicBezTo>
                    <a:cubicBezTo>
                      <a:pt x="1780" y="6142"/>
                      <a:pt x="2587" y="6477"/>
                      <a:pt x="3428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80" name="Freeform: Shape 8279">
                <a:extLst>
                  <a:ext uri="{FF2B5EF4-FFF2-40B4-BE49-F238E27FC236}">
                    <a16:creationId xmlns:a16="http://schemas.microsoft.com/office/drawing/2014/main" id="{EE2BC9F9-04D2-E8D4-9B8D-ABEA80A05A39}"/>
                  </a:ext>
                </a:extLst>
              </p:cNvPr>
              <p:cNvSpPr/>
              <p:nvPr/>
            </p:nvSpPr>
            <p:spPr>
              <a:xfrm>
                <a:off x="9654248" y="5159110"/>
                <a:ext cx="6343" cy="6345"/>
              </a:xfrm>
              <a:custGeom>
                <a:avLst/>
                <a:gdLst>
                  <a:gd name="connsiteX0" fmla="*/ 3427 w 6343"/>
                  <a:gd name="connsiteY0" fmla="*/ 6478 h 6345"/>
                  <a:gd name="connsiteX1" fmla="*/ 5670 w 6343"/>
                  <a:gd name="connsiteY1" fmla="*/ 5549 h 6345"/>
                  <a:gd name="connsiteX2" fmla="*/ 6599 w 6343"/>
                  <a:gd name="connsiteY2" fmla="*/ 3305 h 6345"/>
                  <a:gd name="connsiteX3" fmla="*/ 5670 w 6343"/>
                  <a:gd name="connsiteY3" fmla="*/ 1062 h 6345"/>
                  <a:gd name="connsiteX4" fmla="*/ 3427 w 6343"/>
                  <a:gd name="connsiteY4" fmla="*/ 132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9 h 6345"/>
                  <a:gd name="connsiteX8" fmla="*/ 342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8"/>
                    </a:moveTo>
                    <a:cubicBezTo>
                      <a:pt x="4268" y="6478"/>
                      <a:pt x="5075" y="6143"/>
                      <a:pt x="5670" y="5549"/>
                    </a:cubicBezTo>
                    <a:cubicBezTo>
                      <a:pt x="6265" y="4954"/>
                      <a:pt x="6599" y="4146"/>
                      <a:pt x="6599" y="3305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5" y="467"/>
                      <a:pt x="4268" y="132"/>
                      <a:pt x="3427" y="132"/>
                    </a:cubicBezTo>
                    <a:cubicBezTo>
                      <a:pt x="2586" y="132"/>
                      <a:pt x="1779" y="467"/>
                      <a:pt x="1185" y="1062"/>
                    </a:cubicBezTo>
                    <a:cubicBezTo>
                      <a:pt x="590" y="1657"/>
                      <a:pt x="256" y="2464"/>
                      <a:pt x="256" y="3305"/>
                    </a:cubicBezTo>
                    <a:cubicBezTo>
                      <a:pt x="256" y="4146"/>
                      <a:pt x="590" y="4954"/>
                      <a:pt x="1185" y="5549"/>
                    </a:cubicBezTo>
                    <a:cubicBezTo>
                      <a:pt x="1779" y="6143"/>
                      <a:pt x="2586" y="6478"/>
                      <a:pt x="342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81" name="Freeform: Shape 8280">
                <a:extLst>
                  <a:ext uri="{FF2B5EF4-FFF2-40B4-BE49-F238E27FC236}">
                    <a16:creationId xmlns:a16="http://schemas.microsoft.com/office/drawing/2014/main" id="{1508838C-91AA-71B9-DA12-56C2931F8F00}"/>
                  </a:ext>
                </a:extLst>
              </p:cNvPr>
              <p:cNvSpPr/>
              <p:nvPr/>
            </p:nvSpPr>
            <p:spPr>
              <a:xfrm>
                <a:off x="9654701" y="5160635"/>
                <a:ext cx="6343" cy="6345"/>
              </a:xfrm>
              <a:custGeom>
                <a:avLst/>
                <a:gdLst>
                  <a:gd name="connsiteX0" fmla="*/ 3427 w 6343"/>
                  <a:gd name="connsiteY0" fmla="*/ 6478 h 6345"/>
                  <a:gd name="connsiteX1" fmla="*/ 5670 w 6343"/>
                  <a:gd name="connsiteY1" fmla="*/ 5549 h 6345"/>
                  <a:gd name="connsiteX2" fmla="*/ 6599 w 6343"/>
                  <a:gd name="connsiteY2" fmla="*/ 3305 h 6345"/>
                  <a:gd name="connsiteX3" fmla="*/ 5670 w 6343"/>
                  <a:gd name="connsiteY3" fmla="*/ 1062 h 6345"/>
                  <a:gd name="connsiteX4" fmla="*/ 3427 w 6343"/>
                  <a:gd name="connsiteY4" fmla="*/ 132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9 h 6345"/>
                  <a:gd name="connsiteX8" fmla="*/ 342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8"/>
                    </a:moveTo>
                    <a:cubicBezTo>
                      <a:pt x="4269" y="6478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5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5" y="467"/>
                      <a:pt x="4269" y="132"/>
                      <a:pt x="3427" y="132"/>
                    </a:cubicBezTo>
                    <a:cubicBezTo>
                      <a:pt x="2586" y="132"/>
                      <a:pt x="1780" y="467"/>
                      <a:pt x="1185" y="1062"/>
                    </a:cubicBezTo>
                    <a:cubicBezTo>
                      <a:pt x="590" y="1657"/>
                      <a:pt x="256" y="2464"/>
                      <a:pt x="256" y="3305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6" y="6478"/>
                      <a:pt x="342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82" name="Freeform: Shape 8281">
                <a:extLst>
                  <a:ext uri="{FF2B5EF4-FFF2-40B4-BE49-F238E27FC236}">
                    <a16:creationId xmlns:a16="http://schemas.microsoft.com/office/drawing/2014/main" id="{09E53F8F-6571-2951-7406-4575F5AADB1C}"/>
                  </a:ext>
                </a:extLst>
              </p:cNvPr>
              <p:cNvSpPr/>
              <p:nvPr/>
            </p:nvSpPr>
            <p:spPr>
              <a:xfrm>
                <a:off x="9655250" y="5162094"/>
                <a:ext cx="6343" cy="6345"/>
              </a:xfrm>
              <a:custGeom>
                <a:avLst/>
                <a:gdLst>
                  <a:gd name="connsiteX0" fmla="*/ 3427 w 6343"/>
                  <a:gd name="connsiteY0" fmla="*/ 6478 h 6345"/>
                  <a:gd name="connsiteX1" fmla="*/ 5670 w 6343"/>
                  <a:gd name="connsiteY1" fmla="*/ 5549 h 6345"/>
                  <a:gd name="connsiteX2" fmla="*/ 6599 w 6343"/>
                  <a:gd name="connsiteY2" fmla="*/ 3305 h 6345"/>
                  <a:gd name="connsiteX3" fmla="*/ 5670 w 6343"/>
                  <a:gd name="connsiteY3" fmla="*/ 1062 h 6345"/>
                  <a:gd name="connsiteX4" fmla="*/ 3427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9 h 6345"/>
                  <a:gd name="connsiteX8" fmla="*/ 342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8"/>
                    </a:moveTo>
                    <a:cubicBezTo>
                      <a:pt x="4269" y="6478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5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5" y="467"/>
                      <a:pt x="4269" y="133"/>
                      <a:pt x="3427" y="133"/>
                    </a:cubicBezTo>
                    <a:cubicBezTo>
                      <a:pt x="2586" y="133"/>
                      <a:pt x="1780" y="467"/>
                      <a:pt x="1185" y="1062"/>
                    </a:cubicBezTo>
                    <a:cubicBezTo>
                      <a:pt x="590" y="1657"/>
                      <a:pt x="256" y="2464"/>
                      <a:pt x="256" y="3305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6" y="6478"/>
                      <a:pt x="342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83" name="Freeform: Shape 8282">
                <a:extLst>
                  <a:ext uri="{FF2B5EF4-FFF2-40B4-BE49-F238E27FC236}">
                    <a16:creationId xmlns:a16="http://schemas.microsoft.com/office/drawing/2014/main" id="{DF539A0C-5DF5-5D6B-6C62-9D0FE3C395E0}"/>
                  </a:ext>
                </a:extLst>
              </p:cNvPr>
              <p:cNvSpPr/>
              <p:nvPr/>
            </p:nvSpPr>
            <p:spPr>
              <a:xfrm>
                <a:off x="9657973" y="5162209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0 w 6343"/>
                  <a:gd name="connsiteY1" fmla="*/ 5549 h 6345"/>
                  <a:gd name="connsiteX2" fmla="*/ 6599 w 6343"/>
                  <a:gd name="connsiteY2" fmla="*/ 3305 h 6345"/>
                  <a:gd name="connsiteX3" fmla="*/ 5670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4"/>
                      <a:pt x="5670" y="5549"/>
                    </a:cubicBezTo>
                    <a:cubicBezTo>
                      <a:pt x="6265" y="4954"/>
                      <a:pt x="6599" y="4147"/>
                      <a:pt x="6599" y="3305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5" y="1062"/>
                    </a:cubicBezTo>
                    <a:cubicBezTo>
                      <a:pt x="590" y="1657"/>
                      <a:pt x="256" y="2464"/>
                      <a:pt x="256" y="3305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84" name="Freeform: Shape 8283">
                <a:extLst>
                  <a:ext uri="{FF2B5EF4-FFF2-40B4-BE49-F238E27FC236}">
                    <a16:creationId xmlns:a16="http://schemas.microsoft.com/office/drawing/2014/main" id="{6F4B1C65-B4D8-73D2-79D0-7F8803B6B61F}"/>
                  </a:ext>
                </a:extLst>
              </p:cNvPr>
              <p:cNvSpPr/>
              <p:nvPr/>
            </p:nvSpPr>
            <p:spPr>
              <a:xfrm>
                <a:off x="9656371" y="5164986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5" y="467"/>
                      <a:pt x="4269" y="133"/>
                      <a:pt x="3428" y="133"/>
                    </a:cubicBezTo>
                    <a:cubicBezTo>
                      <a:pt x="2586" y="133"/>
                      <a:pt x="1780" y="467"/>
                      <a:pt x="1185" y="1062"/>
                    </a:cubicBezTo>
                    <a:cubicBezTo>
                      <a:pt x="590" y="1657"/>
                      <a:pt x="256" y="2464"/>
                      <a:pt x="256" y="3306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6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85" name="Freeform: Shape 8284">
                <a:extLst>
                  <a:ext uri="{FF2B5EF4-FFF2-40B4-BE49-F238E27FC236}">
                    <a16:creationId xmlns:a16="http://schemas.microsoft.com/office/drawing/2014/main" id="{38E0C70E-5CE7-25B9-2852-18571240FA9F}"/>
                  </a:ext>
                </a:extLst>
              </p:cNvPr>
              <p:cNvSpPr/>
              <p:nvPr/>
            </p:nvSpPr>
            <p:spPr>
              <a:xfrm>
                <a:off x="9801391" y="5745630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2 w 6343"/>
                  <a:gd name="connsiteY1" fmla="*/ 5595 h 6345"/>
                  <a:gd name="connsiteX2" fmla="*/ 6611 w 6343"/>
                  <a:gd name="connsiteY2" fmla="*/ 3351 h 6345"/>
                  <a:gd name="connsiteX3" fmla="*/ 5682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1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7" y="6190"/>
                      <a:pt x="5682" y="5595"/>
                    </a:cubicBezTo>
                    <a:cubicBezTo>
                      <a:pt x="6276" y="5000"/>
                      <a:pt x="6611" y="4193"/>
                      <a:pt x="6611" y="3351"/>
                    </a:cubicBezTo>
                    <a:cubicBezTo>
                      <a:pt x="6611" y="2510"/>
                      <a:pt x="6276" y="1703"/>
                      <a:pt x="5682" y="1108"/>
                    </a:cubicBezTo>
                    <a:cubicBezTo>
                      <a:pt x="5087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6" y="1108"/>
                    </a:cubicBezTo>
                    <a:cubicBezTo>
                      <a:pt x="602" y="1703"/>
                      <a:pt x="267" y="2510"/>
                      <a:pt x="267" y="3351"/>
                    </a:cubicBezTo>
                    <a:cubicBezTo>
                      <a:pt x="267" y="4193"/>
                      <a:pt x="602" y="5000"/>
                      <a:pt x="1196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86" name="Freeform: Shape 8285">
                <a:extLst>
                  <a:ext uri="{FF2B5EF4-FFF2-40B4-BE49-F238E27FC236}">
                    <a16:creationId xmlns:a16="http://schemas.microsoft.com/office/drawing/2014/main" id="{49C76B67-727B-6D7A-C04C-648D6913F50C}"/>
                  </a:ext>
                </a:extLst>
              </p:cNvPr>
              <p:cNvSpPr/>
              <p:nvPr/>
            </p:nvSpPr>
            <p:spPr>
              <a:xfrm>
                <a:off x="9796958" y="5745691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1 h 6345"/>
                  <a:gd name="connsiteX3" fmla="*/ 5681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1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1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6" y="1108"/>
                    </a:cubicBezTo>
                    <a:cubicBezTo>
                      <a:pt x="601" y="1703"/>
                      <a:pt x="267" y="2510"/>
                      <a:pt x="267" y="3351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87" name="Freeform: Shape 8286">
                <a:extLst>
                  <a:ext uri="{FF2B5EF4-FFF2-40B4-BE49-F238E27FC236}">
                    <a16:creationId xmlns:a16="http://schemas.microsoft.com/office/drawing/2014/main" id="{FC8AA121-2B47-BCFF-4431-415B764A1E08}"/>
                  </a:ext>
                </a:extLst>
              </p:cNvPr>
              <p:cNvSpPr/>
              <p:nvPr/>
            </p:nvSpPr>
            <p:spPr>
              <a:xfrm>
                <a:off x="9793760" y="5747302"/>
                <a:ext cx="6343" cy="6345"/>
              </a:xfrm>
              <a:custGeom>
                <a:avLst/>
                <a:gdLst>
                  <a:gd name="connsiteX0" fmla="*/ 3438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1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1 h 6345"/>
                  <a:gd name="connsiteX7" fmla="*/ 1196 w 6343"/>
                  <a:gd name="connsiteY7" fmla="*/ 5595 h 6345"/>
                  <a:gd name="connsiteX8" fmla="*/ 343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4"/>
                    </a:moveTo>
                    <a:cubicBezTo>
                      <a:pt x="4279" y="6524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1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79" y="179"/>
                      <a:pt x="3438" y="179"/>
                    </a:cubicBezTo>
                    <a:cubicBezTo>
                      <a:pt x="2597" y="179"/>
                      <a:pt x="1790" y="513"/>
                      <a:pt x="1196" y="1108"/>
                    </a:cubicBezTo>
                    <a:cubicBezTo>
                      <a:pt x="601" y="1703"/>
                      <a:pt x="267" y="2510"/>
                      <a:pt x="267" y="3351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0" y="6190"/>
                      <a:pt x="2597" y="6524"/>
                      <a:pt x="343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88" name="Freeform: Shape 8287">
                <a:extLst>
                  <a:ext uri="{FF2B5EF4-FFF2-40B4-BE49-F238E27FC236}">
                    <a16:creationId xmlns:a16="http://schemas.microsoft.com/office/drawing/2014/main" id="{4FC6D3FF-213C-0CF3-E967-42E4E0327DCD}"/>
                  </a:ext>
                </a:extLst>
              </p:cNvPr>
              <p:cNvSpPr/>
              <p:nvPr/>
            </p:nvSpPr>
            <p:spPr>
              <a:xfrm>
                <a:off x="9790973" y="5749438"/>
                <a:ext cx="6343" cy="6345"/>
              </a:xfrm>
              <a:custGeom>
                <a:avLst/>
                <a:gdLst>
                  <a:gd name="connsiteX0" fmla="*/ 3438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4"/>
                    </a:moveTo>
                    <a:cubicBezTo>
                      <a:pt x="4279" y="6524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79" y="179"/>
                      <a:pt x="3438" y="179"/>
                    </a:cubicBezTo>
                    <a:cubicBezTo>
                      <a:pt x="2597" y="179"/>
                      <a:pt x="1790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0" y="6190"/>
                      <a:pt x="2597" y="6524"/>
                      <a:pt x="343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89" name="Freeform: Shape 8288">
                <a:extLst>
                  <a:ext uri="{FF2B5EF4-FFF2-40B4-BE49-F238E27FC236}">
                    <a16:creationId xmlns:a16="http://schemas.microsoft.com/office/drawing/2014/main" id="{AD93F56E-5BBD-A471-18C1-761549D1B371}"/>
                  </a:ext>
                </a:extLst>
              </p:cNvPr>
              <p:cNvSpPr/>
              <p:nvPr/>
            </p:nvSpPr>
            <p:spPr>
              <a:xfrm>
                <a:off x="9788437" y="5751907"/>
                <a:ext cx="6343" cy="6345"/>
              </a:xfrm>
              <a:custGeom>
                <a:avLst/>
                <a:gdLst>
                  <a:gd name="connsiteX0" fmla="*/ 3438 w 6343"/>
                  <a:gd name="connsiteY0" fmla="*/ 6524 h 6345"/>
                  <a:gd name="connsiteX1" fmla="*/ 5681 w 6343"/>
                  <a:gd name="connsiteY1" fmla="*/ 5595 h 6345"/>
                  <a:gd name="connsiteX2" fmla="*/ 6609 w 6343"/>
                  <a:gd name="connsiteY2" fmla="*/ 3352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5 w 6343"/>
                  <a:gd name="connsiteY5" fmla="*/ 1108 h 6345"/>
                  <a:gd name="connsiteX6" fmla="*/ 266 w 6343"/>
                  <a:gd name="connsiteY6" fmla="*/ 3352 h 6345"/>
                  <a:gd name="connsiteX7" fmla="*/ 1195 w 6343"/>
                  <a:gd name="connsiteY7" fmla="*/ 5595 h 6345"/>
                  <a:gd name="connsiteX8" fmla="*/ 343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4"/>
                    </a:moveTo>
                    <a:cubicBezTo>
                      <a:pt x="4279" y="6524"/>
                      <a:pt x="5086" y="6190"/>
                      <a:pt x="5681" y="5595"/>
                    </a:cubicBezTo>
                    <a:cubicBezTo>
                      <a:pt x="6275" y="5000"/>
                      <a:pt x="6609" y="4193"/>
                      <a:pt x="6609" y="3352"/>
                    </a:cubicBezTo>
                    <a:cubicBezTo>
                      <a:pt x="6609" y="2510"/>
                      <a:pt x="6275" y="1703"/>
                      <a:pt x="5681" y="1108"/>
                    </a:cubicBezTo>
                    <a:cubicBezTo>
                      <a:pt x="5086" y="513"/>
                      <a:pt x="4279" y="179"/>
                      <a:pt x="3438" y="179"/>
                    </a:cubicBezTo>
                    <a:cubicBezTo>
                      <a:pt x="2597" y="179"/>
                      <a:pt x="1790" y="513"/>
                      <a:pt x="1195" y="1108"/>
                    </a:cubicBezTo>
                    <a:cubicBezTo>
                      <a:pt x="601" y="1703"/>
                      <a:pt x="266" y="2510"/>
                      <a:pt x="266" y="3352"/>
                    </a:cubicBezTo>
                    <a:cubicBezTo>
                      <a:pt x="266" y="4193"/>
                      <a:pt x="601" y="5000"/>
                      <a:pt x="1195" y="5595"/>
                    </a:cubicBezTo>
                    <a:cubicBezTo>
                      <a:pt x="1790" y="6190"/>
                      <a:pt x="2597" y="6524"/>
                      <a:pt x="343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90" name="Freeform: Shape 8289">
                <a:extLst>
                  <a:ext uri="{FF2B5EF4-FFF2-40B4-BE49-F238E27FC236}">
                    <a16:creationId xmlns:a16="http://schemas.microsoft.com/office/drawing/2014/main" id="{DA65C0BA-B160-71AD-F643-CAC71AFD9B8E}"/>
                  </a:ext>
                </a:extLst>
              </p:cNvPr>
              <p:cNvSpPr/>
              <p:nvPr/>
            </p:nvSpPr>
            <p:spPr>
              <a:xfrm>
                <a:off x="9788493" y="5757882"/>
                <a:ext cx="6343" cy="6345"/>
              </a:xfrm>
              <a:custGeom>
                <a:avLst/>
                <a:gdLst>
                  <a:gd name="connsiteX0" fmla="*/ 3438 w 6343"/>
                  <a:gd name="connsiteY0" fmla="*/ 6525 h 6345"/>
                  <a:gd name="connsiteX1" fmla="*/ 5681 w 6343"/>
                  <a:gd name="connsiteY1" fmla="*/ 5596 h 6345"/>
                  <a:gd name="connsiteX2" fmla="*/ 6610 w 6343"/>
                  <a:gd name="connsiteY2" fmla="*/ 3352 h 6345"/>
                  <a:gd name="connsiteX3" fmla="*/ 5681 w 6343"/>
                  <a:gd name="connsiteY3" fmla="*/ 1109 h 6345"/>
                  <a:gd name="connsiteX4" fmla="*/ 3438 w 6343"/>
                  <a:gd name="connsiteY4" fmla="*/ 180 h 6345"/>
                  <a:gd name="connsiteX5" fmla="*/ 1195 w 6343"/>
                  <a:gd name="connsiteY5" fmla="*/ 1109 h 6345"/>
                  <a:gd name="connsiteX6" fmla="*/ 266 w 6343"/>
                  <a:gd name="connsiteY6" fmla="*/ 3352 h 6345"/>
                  <a:gd name="connsiteX7" fmla="*/ 1195 w 6343"/>
                  <a:gd name="connsiteY7" fmla="*/ 5596 h 6345"/>
                  <a:gd name="connsiteX8" fmla="*/ 343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5"/>
                    </a:moveTo>
                    <a:cubicBezTo>
                      <a:pt x="4279" y="6525"/>
                      <a:pt x="5086" y="6191"/>
                      <a:pt x="5681" y="5596"/>
                    </a:cubicBezTo>
                    <a:cubicBezTo>
                      <a:pt x="6275" y="5001"/>
                      <a:pt x="6610" y="4194"/>
                      <a:pt x="6610" y="3352"/>
                    </a:cubicBezTo>
                    <a:cubicBezTo>
                      <a:pt x="6610" y="2511"/>
                      <a:pt x="6275" y="1704"/>
                      <a:pt x="5681" y="1109"/>
                    </a:cubicBezTo>
                    <a:cubicBezTo>
                      <a:pt x="5086" y="514"/>
                      <a:pt x="4279" y="180"/>
                      <a:pt x="3438" y="180"/>
                    </a:cubicBezTo>
                    <a:cubicBezTo>
                      <a:pt x="2597" y="180"/>
                      <a:pt x="1790" y="514"/>
                      <a:pt x="1195" y="1109"/>
                    </a:cubicBezTo>
                    <a:cubicBezTo>
                      <a:pt x="601" y="1704"/>
                      <a:pt x="266" y="2511"/>
                      <a:pt x="266" y="3352"/>
                    </a:cubicBezTo>
                    <a:cubicBezTo>
                      <a:pt x="266" y="4194"/>
                      <a:pt x="601" y="5001"/>
                      <a:pt x="1195" y="5596"/>
                    </a:cubicBezTo>
                    <a:cubicBezTo>
                      <a:pt x="1790" y="6191"/>
                      <a:pt x="2597" y="6525"/>
                      <a:pt x="343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91" name="Freeform: Shape 8290">
                <a:extLst>
                  <a:ext uri="{FF2B5EF4-FFF2-40B4-BE49-F238E27FC236}">
                    <a16:creationId xmlns:a16="http://schemas.microsoft.com/office/drawing/2014/main" id="{28D9E1CD-16C8-BF21-16D2-E779FE506D89}"/>
                  </a:ext>
                </a:extLst>
              </p:cNvPr>
              <p:cNvSpPr/>
              <p:nvPr/>
            </p:nvSpPr>
            <p:spPr>
              <a:xfrm>
                <a:off x="9529138" y="5748624"/>
                <a:ext cx="6343" cy="6345"/>
              </a:xfrm>
              <a:custGeom>
                <a:avLst/>
                <a:gdLst>
                  <a:gd name="connsiteX0" fmla="*/ 3418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8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2 h 6345"/>
                  <a:gd name="connsiteX7" fmla="*/ 1175 w 6343"/>
                  <a:gd name="connsiteY7" fmla="*/ 5595 h 6345"/>
                  <a:gd name="connsiteX8" fmla="*/ 341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24"/>
                    </a:moveTo>
                    <a:cubicBezTo>
                      <a:pt x="4259" y="6524"/>
                      <a:pt x="5065" y="6190"/>
                      <a:pt x="5660" y="5595"/>
                    </a:cubicBezTo>
                    <a:cubicBezTo>
                      <a:pt x="6255" y="5000"/>
                      <a:pt x="6589" y="4193"/>
                      <a:pt x="6589" y="3352"/>
                    </a:cubicBezTo>
                    <a:cubicBezTo>
                      <a:pt x="6589" y="2510"/>
                      <a:pt x="6255" y="1703"/>
                      <a:pt x="5660" y="1108"/>
                    </a:cubicBezTo>
                    <a:cubicBezTo>
                      <a:pt x="5065" y="513"/>
                      <a:pt x="4259" y="179"/>
                      <a:pt x="3418" y="179"/>
                    </a:cubicBezTo>
                    <a:cubicBezTo>
                      <a:pt x="2576" y="179"/>
                      <a:pt x="1770" y="513"/>
                      <a:pt x="1175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70" y="6190"/>
                      <a:pt x="2576" y="6524"/>
                      <a:pt x="341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92" name="Freeform: Shape 8291">
                <a:extLst>
                  <a:ext uri="{FF2B5EF4-FFF2-40B4-BE49-F238E27FC236}">
                    <a16:creationId xmlns:a16="http://schemas.microsoft.com/office/drawing/2014/main" id="{23F1DF4B-B032-C521-0001-2750A411D81B}"/>
                  </a:ext>
                </a:extLst>
              </p:cNvPr>
              <p:cNvSpPr/>
              <p:nvPr/>
            </p:nvSpPr>
            <p:spPr>
              <a:xfrm>
                <a:off x="9526259" y="5748642"/>
                <a:ext cx="6343" cy="6345"/>
              </a:xfrm>
              <a:custGeom>
                <a:avLst/>
                <a:gdLst>
                  <a:gd name="connsiteX0" fmla="*/ 3417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7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2 h 6345"/>
                  <a:gd name="connsiteX7" fmla="*/ 1175 w 6343"/>
                  <a:gd name="connsiteY7" fmla="*/ 5595 h 6345"/>
                  <a:gd name="connsiteX8" fmla="*/ 3417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24"/>
                    </a:moveTo>
                    <a:cubicBezTo>
                      <a:pt x="4258" y="6524"/>
                      <a:pt x="5065" y="6190"/>
                      <a:pt x="5660" y="5595"/>
                    </a:cubicBezTo>
                    <a:cubicBezTo>
                      <a:pt x="6255" y="5000"/>
                      <a:pt x="6589" y="4193"/>
                      <a:pt x="6589" y="3352"/>
                    </a:cubicBezTo>
                    <a:cubicBezTo>
                      <a:pt x="6589" y="2510"/>
                      <a:pt x="6255" y="1703"/>
                      <a:pt x="5660" y="1108"/>
                    </a:cubicBezTo>
                    <a:cubicBezTo>
                      <a:pt x="5065" y="513"/>
                      <a:pt x="4258" y="179"/>
                      <a:pt x="3417" y="179"/>
                    </a:cubicBezTo>
                    <a:cubicBezTo>
                      <a:pt x="2576" y="179"/>
                      <a:pt x="1769" y="513"/>
                      <a:pt x="1175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69" y="6190"/>
                      <a:pt x="2576" y="6524"/>
                      <a:pt x="3417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93" name="Freeform: Shape 8292">
                <a:extLst>
                  <a:ext uri="{FF2B5EF4-FFF2-40B4-BE49-F238E27FC236}">
                    <a16:creationId xmlns:a16="http://schemas.microsoft.com/office/drawing/2014/main" id="{CFA3BD5C-F113-77DB-897B-C3762CFE6957}"/>
                  </a:ext>
                </a:extLst>
              </p:cNvPr>
              <p:cNvSpPr/>
              <p:nvPr/>
            </p:nvSpPr>
            <p:spPr>
              <a:xfrm>
                <a:off x="9523394" y="5748705"/>
                <a:ext cx="6343" cy="6345"/>
              </a:xfrm>
              <a:custGeom>
                <a:avLst/>
                <a:gdLst>
                  <a:gd name="connsiteX0" fmla="*/ 3417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7 w 6343"/>
                  <a:gd name="connsiteY4" fmla="*/ 179 h 6345"/>
                  <a:gd name="connsiteX5" fmla="*/ 1174 w 6343"/>
                  <a:gd name="connsiteY5" fmla="*/ 1108 h 6345"/>
                  <a:gd name="connsiteX6" fmla="*/ 245 w 6343"/>
                  <a:gd name="connsiteY6" fmla="*/ 3352 h 6345"/>
                  <a:gd name="connsiteX7" fmla="*/ 1174 w 6343"/>
                  <a:gd name="connsiteY7" fmla="*/ 5595 h 6345"/>
                  <a:gd name="connsiteX8" fmla="*/ 3417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24"/>
                    </a:moveTo>
                    <a:cubicBezTo>
                      <a:pt x="4258" y="6524"/>
                      <a:pt x="5065" y="6190"/>
                      <a:pt x="5660" y="5595"/>
                    </a:cubicBezTo>
                    <a:cubicBezTo>
                      <a:pt x="6254" y="5000"/>
                      <a:pt x="6589" y="4193"/>
                      <a:pt x="6589" y="3352"/>
                    </a:cubicBezTo>
                    <a:cubicBezTo>
                      <a:pt x="6589" y="2510"/>
                      <a:pt x="6254" y="1703"/>
                      <a:pt x="5660" y="1108"/>
                    </a:cubicBezTo>
                    <a:cubicBezTo>
                      <a:pt x="5065" y="513"/>
                      <a:pt x="4258" y="179"/>
                      <a:pt x="3417" y="179"/>
                    </a:cubicBezTo>
                    <a:cubicBezTo>
                      <a:pt x="2576" y="179"/>
                      <a:pt x="1769" y="513"/>
                      <a:pt x="1174" y="1108"/>
                    </a:cubicBezTo>
                    <a:cubicBezTo>
                      <a:pt x="580" y="1703"/>
                      <a:pt x="245" y="2510"/>
                      <a:pt x="245" y="3352"/>
                    </a:cubicBezTo>
                    <a:cubicBezTo>
                      <a:pt x="245" y="4193"/>
                      <a:pt x="580" y="5000"/>
                      <a:pt x="1174" y="5595"/>
                    </a:cubicBezTo>
                    <a:cubicBezTo>
                      <a:pt x="1769" y="6190"/>
                      <a:pt x="2576" y="6524"/>
                      <a:pt x="3417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94" name="Freeform: Shape 8293">
                <a:extLst>
                  <a:ext uri="{FF2B5EF4-FFF2-40B4-BE49-F238E27FC236}">
                    <a16:creationId xmlns:a16="http://schemas.microsoft.com/office/drawing/2014/main" id="{E9030C95-9A2E-1D8D-81D4-859FD5691670}"/>
                  </a:ext>
                </a:extLst>
              </p:cNvPr>
              <p:cNvSpPr/>
              <p:nvPr/>
            </p:nvSpPr>
            <p:spPr>
              <a:xfrm>
                <a:off x="9457318" y="5815088"/>
                <a:ext cx="6343" cy="6345"/>
              </a:xfrm>
              <a:custGeom>
                <a:avLst/>
                <a:gdLst>
                  <a:gd name="connsiteX0" fmla="*/ 3412 w 6343"/>
                  <a:gd name="connsiteY0" fmla="*/ 6529 h 6345"/>
                  <a:gd name="connsiteX1" fmla="*/ 5654 w 6343"/>
                  <a:gd name="connsiteY1" fmla="*/ 5600 h 6345"/>
                  <a:gd name="connsiteX2" fmla="*/ 6583 w 6343"/>
                  <a:gd name="connsiteY2" fmla="*/ 3357 h 6345"/>
                  <a:gd name="connsiteX3" fmla="*/ 5654 w 6343"/>
                  <a:gd name="connsiteY3" fmla="*/ 1113 h 6345"/>
                  <a:gd name="connsiteX4" fmla="*/ 3412 w 6343"/>
                  <a:gd name="connsiteY4" fmla="*/ 184 h 6345"/>
                  <a:gd name="connsiteX5" fmla="*/ 1169 w 6343"/>
                  <a:gd name="connsiteY5" fmla="*/ 1113 h 6345"/>
                  <a:gd name="connsiteX6" fmla="*/ 240 w 6343"/>
                  <a:gd name="connsiteY6" fmla="*/ 3357 h 6345"/>
                  <a:gd name="connsiteX7" fmla="*/ 1169 w 6343"/>
                  <a:gd name="connsiteY7" fmla="*/ 5600 h 6345"/>
                  <a:gd name="connsiteX8" fmla="*/ 3412 w 6343"/>
                  <a:gd name="connsiteY8" fmla="*/ 65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29"/>
                    </a:moveTo>
                    <a:cubicBezTo>
                      <a:pt x="4253" y="6529"/>
                      <a:pt x="5060" y="6195"/>
                      <a:pt x="5654" y="5600"/>
                    </a:cubicBezTo>
                    <a:cubicBezTo>
                      <a:pt x="6249" y="5005"/>
                      <a:pt x="6583" y="4198"/>
                      <a:pt x="6583" y="3357"/>
                    </a:cubicBezTo>
                    <a:cubicBezTo>
                      <a:pt x="6583" y="2515"/>
                      <a:pt x="6249" y="1708"/>
                      <a:pt x="5654" y="1113"/>
                    </a:cubicBezTo>
                    <a:cubicBezTo>
                      <a:pt x="5060" y="518"/>
                      <a:pt x="4253" y="184"/>
                      <a:pt x="3412" y="184"/>
                    </a:cubicBezTo>
                    <a:cubicBezTo>
                      <a:pt x="2571" y="184"/>
                      <a:pt x="1764" y="518"/>
                      <a:pt x="1169" y="1113"/>
                    </a:cubicBezTo>
                    <a:cubicBezTo>
                      <a:pt x="574" y="1708"/>
                      <a:pt x="240" y="2515"/>
                      <a:pt x="240" y="3357"/>
                    </a:cubicBezTo>
                    <a:cubicBezTo>
                      <a:pt x="240" y="4198"/>
                      <a:pt x="574" y="5005"/>
                      <a:pt x="1169" y="5600"/>
                    </a:cubicBezTo>
                    <a:cubicBezTo>
                      <a:pt x="1764" y="6195"/>
                      <a:pt x="2571" y="6529"/>
                      <a:pt x="3412" y="65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95" name="Freeform: Shape 8294">
                <a:extLst>
                  <a:ext uri="{FF2B5EF4-FFF2-40B4-BE49-F238E27FC236}">
                    <a16:creationId xmlns:a16="http://schemas.microsoft.com/office/drawing/2014/main" id="{252B83B2-3FA8-4E4E-6141-0CD3264D1644}"/>
                  </a:ext>
                </a:extLst>
              </p:cNvPr>
              <p:cNvSpPr/>
              <p:nvPr/>
            </p:nvSpPr>
            <p:spPr>
              <a:xfrm>
                <a:off x="9450584" y="5787726"/>
                <a:ext cx="6343" cy="6345"/>
              </a:xfrm>
              <a:custGeom>
                <a:avLst/>
                <a:gdLst>
                  <a:gd name="connsiteX0" fmla="*/ 3411 w 6343"/>
                  <a:gd name="connsiteY0" fmla="*/ 6527 h 6345"/>
                  <a:gd name="connsiteX1" fmla="*/ 5654 w 6343"/>
                  <a:gd name="connsiteY1" fmla="*/ 5598 h 6345"/>
                  <a:gd name="connsiteX2" fmla="*/ 6583 w 6343"/>
                  <a:gd name="connsiteY2" fmla="*/ 3355 h 6345"/>
                  <a:gd name="connsiteX3" fmla="*/ 5654 w 6343"/>
                  <a:gd name="connsiteY3" fmla="*/ 1111 h 6345"/>
                  <a:gd name="connsiteX4" fmla="*/ 3411 w 6343"/>
                  <a:gd name="connsiteY4" fmla="*/ 182 h 6345"/>
                  <a:gd name="connsiteX5" fmla="*/ 1169 w 6343"/>
                  <a:gd name="connsiteY5" fmla="*/ 1111 h 6345"/>
                  <a:gd name="connsiteX6" fmla="*/ 240 w 6343"/>
                  <a:gd name="connsiteY6" fmla="*/ 3355 h 6345"/>
                  <a:gd name="connsiteX7" fmla="*/ 1169 w 6343"/>
                  <a:gd name="connsiteY7" fmla="*/ 5598 h 6345"/>
                  <a:gd name="connsiteX8" fmla="*/ 3411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27"/>
                    </a:moveTo>
                    <a:cubicBezTo>
                      <a:pt x="4252" y="6527"/>
                      <a:pt x="5059" y="6193"/>
                      <a:pt x="5654" y="5598"/>
                    </a:cubicBezTo>
                    <a:cubicBezTo>
                      <a:pt x="6249" y="5003"/>
                      <a:pt x="6583" y="4196"/>
                      <a:pt x="6583" y="3355"/>
                    </a:cubicBezTo>
                    <a:cubicBezTo>
                      <a:pt x="6583" y="2513"/>
                      <a:pt x="6249" y="1706"/>
                      <a:pt x="5654" y="1111"/>
                    </a:cubicBezTo>
                    <a:cubicBezTo>
                      <a:pt x="5059" y="516"/>
                      <a:pt x="4252" y="182"/>
                      <a:pt x="3411" y="182"/>
                    </a:cubicBezTo>
                    <a:cubicBezTo>
                      <a:pt x="2570" y="182"/>
                      <a:pt x="1763" y="516"/>
                      <a:pt x="1169" y="1111"/>
                    </a:cubicBezTo>
                    <a:cubicBezTo>
                      <a:pt x="574" y="1706"/>
                      <a:pt x="240" y="2513"/>
                      <a:pt x="240" y="3355"/>
                    </a:cubicBezTo>
                    <a:cubicBezTo>
                      <a:pt x="240" y="4196"/>
                      <a:pt x="574" y="5003"/>
                      <a:pt x="1169" y="5598"/>
                    </a:cubicBezTo>
                    <a:cubicBezTo>
                      <a:pt x="1763" y="6193"/>
                      <a:pt x="2570" y="6527"/>
                      <a:pt x="3411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96" name="Freeform: Shape 8295">
                <a:extLst>
                  <a:ext uri="{FF2B5EF4-FFF2-40B4-BE49-F238E27FC236}">
                    <a16:creationId xmlns:a16="http://schemas.microsoft.com/office/drawing/2014/main" id="{75BAE0EA-DFAE-CD5F-67C7-5E46DE35E7BB}"/>
                  </a:ext>
                </a:extLst>
              </p:cNvPr>
              <p:cNvSpPr/>
              <p:nvPr/>
            </p:nvSpPr>
            <p:spPr>
              <a:xfrm>
                <a:off x="9444526" y="5782569"/>
                <a:ext cx="6343" cy="6345"/>
              </a:xfrm>
              <a:custGeom>
                <a:avLst/>
                <a:gdLst>
                  <a:gd name="connsiteX0" fmla="*/ 3411 w 6343"/>
                  <a:gd name="connsiteY0" fmla="*/ 6527 h 6345"/>
                  <a:gd name="connsiteX1" fmla="*/ 5653 w 6343"/>
                  <a:gd name="connsiteY1" fmla="*/ 5598 h 6345"/>
                  <a:gd name="connsiteX2" fmla="*/ 6582 w 6343"/>
                  <a:gd name="connsiteY2" fmla="*/ 3354 h 6345"/>
                  <a:gd name="connsiteX3" fmla="*/ 5653 w 6343"/>
                  <a:gd name="connsiteY3" fmla="*/ 1111 h 6345"/>
                  <a:gd name="connsiteX4" fmla="*/ 3411 w 6343"/>
                  <a:gd name="connsiteY4" fmla="*/ 181 h 6345"/>
                  <a:gd name="connsiteX5" fmla="*/ 1168 w 6343"/>
                  <a:gd name="connsiteY5" fmla="*/ 1111 h 6345"/>
                  <a:gd name="connsiteX6" fmla="*/ 239 w 6343"/>
                  <a:gd name="connsiteY6" fmla="*/ 3354 h 6345"/>
                  <a:gd name="connsiteX7" fmla="*/ 1168 w 6343"/>
                  <a:gd name="connsiteY7" fmla="*/ 5598 h 6345"/>
                  <a:gd name="connsiteX8" fmla="*/ 3411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27"/>
                    </a:moveTo>
                    <a:cubicBezTo>
                      <a:pt x="4252" y="6527"/>
                      <a:pt x="5059" y="6193"/>
                      <a:pt x="5653" y="5598"/>
                    </a:cubicBezTo>
                    <a:cubicBezTo>
                      <a:pt x="6248" y="5003"/>
                      <a:pt x="6582" y="4196"/>
                      <a:pt x="6582" y="3354"/>
                    </a:cubicBezTo>
                    <a:cubicBezTo>
                      <a:pt x="6582" y="2513"/>
                      <a:pt x="6248" y="1706"/>
                      <a:pt x="5653" y="1111"/>
                    </a:cubicBezTo>
                    <a:cubicBezTo>
                      <a:pt x="5059" y="516"/>
                      <a:pt x="4252" y="181"/>
                      <a:pt x="3411" y="181"/>
                    </a:cubicBezTo>
                    <a:cubicBezTo>
                      <a:pt x="2570" y="181"/>
                      <a:pt x="1763" y="516"/>
                      <a:pt x="1168" y="1111"/>
                    </a:cubicBezTo>
                    <a:cubicBezTo>
                      <a:pt x="573" y="1706"/>
                      <a:pt x="239" y="2513"/>
                      <a:pt x="239" y="3354"/>
                    </a:cubicBezTo>
                    <a:cubicBezTo>
                      <a:pt x="239" y="4196"/>
                      <a:pt x="573" y="5003"/>
                      <a:pt x="1168" y="5598"/>
                    </a:cubicBezTo>
                    <a:cubicBezTo>
                      <a:pt x="1763" y="6193"/>
                      <a:pt x="2570" y="6527"/>
                      <a:pt x="3411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97" name="Freeform: Shape 8296">
                <a:extLst>
                  <a:ext uri="{FF2B5EF4-FFF2-40B4-BE49-F238E27FC236}">
                    <a16:creationId xmlns:a16="http://schemas.microsoft.com/office/drawing/2014/main" id="{06BD3A14-492C-1205-3E0D-DF0D36F02FF9}"/>
                  </a:ext>
                </a:extLst>
              </p:cNvPr>
              <p:cNvSpPr/>
              <p:nvPr/>
            </p:nvSpPr>
            <p:spPr>
              <a:xfrm>
                <a:off x="9171420" y="5756278"/>
                <a:ext cx="6343" cy="6345"/>
              </a:xfrm>
              <a:custGeom>
                <a:avLst/>
                <a:gdLst>
                  <a:gd name="connsiteX0" fmla="*/ 3389 w 6343"/>
                  <a:gd name="connsiteY0" fmla="*/ 6525 h 6345"/>
                  <a:gd name="connsiteX1" fmla="*/ 5632 w 6343"/>
                  <a:gd name="connsiteY1" fmla="*/ 5596 h 6345"/>
                  <a:gd name="connsiteX2" fmla="*/ 6561 w 6343"/>
                  <a:gd name="connsiteY2" fmla="*/ 3352 h 6345"/>
                  <a:gd name="connsiteX3" fmla="*/ 5632 w 6343"/>
                  <a:gd name="connsiteY3" fmla="*/ 1109 h 6345"/>
                  <a:gd name="connsiteX4" fmla="*/ 3389 w 6343"/>
                  <a:gd name="connsiteY4" fmla="*/ 179 h 6345"/>
                  <a:gd name="connsiteX5" fmla="*/ 1147 w 6343"/>
                  <a:gd name="connsiteY5" fmla="*/ 1109 h 6345"/>
                  <a:gd name="connsiteX6" fmla="*/ 218 w 6343"/>
                  <a:gd name="connsiteY6" fmla="*/ 3352 h 6345"/>
                  <a:gd name="connsiteX7" fmla="*/ 1147 w 6343"/>
                  <a:gd name="connsiteY7" fmla="*/ 5596 h 6345"/>
                  <a:gd name="connsiteX8" fmla="*/ 3389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5"/>
                    </a:moveTo>
                    <a:cubicBezTo>
                      <a:pt x="4230" y="6525"/>
                      <a:pt x="5037" y="6191"/>
                      <a:pt x="5632" y="5596"/>
                    </a:cubicBezTo>
                    <a:cubicBezTo>
                      <a:pt x="6227" y="5001"/>
                      <a:pt x="6561" y="4194"/>
                      <a:pt x="6561" y="3352"/>
                    </a:cubicBezTo>
                    <a:cubicBezTo>
                      <a:pt x="6561" y="2511"/>
                      <a:pt x="6227" y="1704"/>
                      <a:pt x="5632" y="1109"/>
                    </a:cubicBezTo>
                    <a:cubicBezTo>
                      <a:pt x="5037" y="514"/>
                      <a:pt x="4230" y="179"/>
                      <a:pt x="3389" y="179"/>
                    </a:cubicBezTo>
                    <a:cubicBezTo>
                      <a:pt x="2548" y="179"/>
                      <a:pt x="1741" y="514"/>
                      <a:pt x="1147" y="1109"/>
                    </a:cubicBezTo>
                    <a:cubicBezTo>
                      <a:pt x="552" y="1704"/>
                      <a:pt x="218" y="2511"/>
                      <a:pt x="218" y="3352"/>
                    </a:cubicBezTo>
                    <a:cubicBezTo>
                      <a:pt x="218" y="4194"/>
                      <a:pt x="552" y="5001"/>
                      <a:pt x="1147" y="5596"/>
                    </a:cubicBezTo>
                    <a:cubicBezTo>
                      <a:pt x="1741" y="6191"/>
                      <a:pt x="2548" y="6525"/>
                      <a:pt x="3389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98" name="Freeform: Shape 8297">
                <a:extLst>
                  <a:ext uri="{FF2B5EF4-FFF2-40B4-BE49-F238E27FC236}">
                    <a16:creationId xmlns:a16="http://schemas.microsoft.com/office/drawing/2014/main" id="{E918D322-B30F-BC6D-4C92-FBFBAEE9564E}"/>
                  </a:ext>
                </a:extLst>
              </p:cNvPr>
              <p:cNvSpPr/>
              <p:nvPr/>
            </p:nvSpPr>
            <p:spPr>
              <a:xfrm>
                <a:off x="9174311" y="5720919"/>
                <a:ext cx="6343" cy="6345"/>
              </a:xfrm>
              <a:custGeom>
                <a:avLst/>
                <a:gdLst>
                  <a:gd name="connsiteX0" fmla="*/ 3390 w 6343"/>
                  <a:gd name="connsiteY0" fmla="*/ 6522 h 6345"/>
                  <a:gd name="connsiteX1" fmla="*/ 5632 w 6343"/>
                  <a:gd name="connsiteY1" fmla="*/ 5593 h 6345"/>
                  <a:gd name="connsiteX2" fmla="*/ 6561 w 6343"/>
                  <a:gd name="connsiteY2" fmla="*/ 3349 h 6345"/>
                  <a:gd name="connsiteX3" fmla="*/ 5632 w 6343"/>
                  <a:gd name="connsiteY3" fmla="*/ 1106 h 6345"/>
                  <a:gd name="connsiteX4" fmla="*/ 3390 w 6343"/>
                  <a:gd name="connsiteY4" fmla="*/ 177 h 6345"/>
                  <a:gd name="connsiteX5" fmla="*/ 1147 w 6343"/>
                  <a:gd name="connsiteY5" fmla="*/ 1106 h 6345"/>
                  <a:gd name="connsiteX6" fmla="*/ 218 w 6343"/>
                  <a:gd name="connsiteY6" fmla="*/ 3349 h 6345"/>
                  <a:gd name="connsiteX7" fmla="*/ 1147 w 6343"/>
                  <a:gd name="connsiteY7" fmla="*/ 5593 h 6345"/>
                  <a:gd name="connsiteX8" fmla="*/ 3390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2"/>
                    </a:moveTo>
                    <a:cubicBezTo>
                      <a:pt x="4231" y="6522"/>
                      <a:pt x="5037" y="6188"/>
                      <a:pt x="5632" y="5593"/>
                    </a:cubicBezTo>
                    <a:cubicBezTo>
                      <a:pt x="6227" y="4998"/>
                      <a:pt x="6561" y="4191"/>
                      <a:pt x="6561" y="3349"/>
                    </a:cubicBezTo>
                    <a:cubicBezTo>
                      <a:pt x="6561" y="2508"/>
                      <a:pt x="6227" y="1701"/>
                      <a:pt x="5632" y="1106"/>
                    </a:cubicBezTo>
                    <a:cubicBezTo>
                      <a:pt x="5037" y="511"/>
                      <a:pt x="4231" y="177"/>
                      <a:pt x="3390" y="177"/>
                    </a:cubicBezTo>
                    <a:cubicBezTo>
                      <a:pt x="2548" y="177"/>
                      <a:pt x="1742" y="511"/>
                      <a:pt x="1147" y="1106"/>
                    </a:cubicBezTo>
                    <a:cubicBezTo>
                      <a:pt x="552" y="1701"/>
                      <a:pt x="218" y="2508"/>
                      <a:pt x="218" y="3349"/>
                    </a:cubicBezTo>
                    <a:cubicBezTo>
                      <a:pt x="218" y="4191"/>
                      <a:pt x="552" y="4998"/>
                      <a:pt x="1147" y="5593"/>
                    </a:cubicBezTo>
                    <a:cubicBezTo>
                      <a:pt x="1742" y="6188"/>
                      <a:pt x="2548" y="6522"/>
                      <a:pt x="3390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299" name="Freeform: Shape 8298">
                <a:extLst>
                  <a:ext uri="{FF2B5EF4-FFF2-40B4-BE49-F238E27FC236}">
                    <a16:creationId xmlns:a16="http://schemas.microsoft.com/office/drawing/2014/main" id="{C59A41F9-FCF9-917F-FC45-EE89026AC248}"/>
                  </a:ext>
                </a:extLst>
              </p:cNvPr>
              <p:cNvSpPr/>
              <p:nvPr/>
            </p:nvSpPr>
            <p:spPr>
              <a:xfrm>
                <a:off x="9165102" y="5723712"/>
                <a:ext cx="6343" cy="6345"/>
              </a:xfrm>
              <a:custGeom>
                <a:avLst/>
                <a:gdLst>
                  <a:gd name="connsiteX0" fmla="*/ 3389 w 6343"/>
                  <a:gd name="connsiteY0" fmla="*/ 6522 h 6345"/>
                  <a:gd name="connsiteX1" fmla="*/ 5631 w 6343"/>
                  <a:gd name="connsiteY1" fmla="*/ 5593 h 6345"/>
                  <a:gd name="connsiteX2" fmla="*/ 6560 w 6343"/>
                  <a:gd name="connsiteY2" fmla="*/ 3350 h 6345"/>
                  <a:gd name="connsiteX3" fmla="*/ 5631 w 6343"/>
                  <a:gd name="connsiteY3" fmla="*/ 1106 h 6345"/>
                  <a:gd name="connsiteX4" fmla="*/ 3389 w 6343"/>
                  <a:gd name="connsiteY4" fmla="*/ 177 h 6345"/>
                  <a:gd name="connsiteX5" fmla="*/ 1146 w 6343"/>
                  <a:gd name="connsiteY5" fmla="*/ 1106 h 6345"/>
                  <a:gd name="connsiteX6" fmla="*/ 217 w 6343"/>
                  <a:gd name="connsiteY6" fmla="*/ 3350 h 6345"/>
                  <a:gd name="connsiteX7" fmla="*/ 1146 w 6343"/>
                  <a:gd name="connsiteY7" fmla="*/ 5593 h 6345"/>
                  <a:gd name="connsiteX8" fmla="*/ 3389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2"/>
                    </a:moveTo>
                    <a:cubicBezTo>
                      <a:pt x="4230" y="6522"/>
                      <a:pt x="5037" y="6188"/>
                      <a:pt x="5631" y="5593"/>
                    </a:cubicBezTo>
                    <a:cubicBezTo>
                      <a:pt x="6226" y="4998"/>
                      <a:pt x="6560" y="4191"/>
                      <a:pt x="6560" y="3350"/>
                    </a:cubicBezTo>
                    <a:cubicBezTo>
                      <a:pt x="6560" y="2508"/>
                      <a:pt x="6226" y="1701"/>
                      <a:pt x="5631" y="1106"/>
                    </a:cubicBezTo>
                    <a:cubicBezTo>
                      <a:pt x="5037" y="511"/>
                      <a:pt x="4230" y="177"/>
                      <a:pt x="3389" y="177"/>
                    </a:cubicBezTo>
                    <a:cubicBezTo>
                      <a:pt x="2548" y="177"/>
                      <a:pt x="1741" y="511"/>
                      <a:pt x="1146" y="1106"/>
                    </a:cubicBezTo>
                    <a:cubicBezTo>
                      <a:pt x="551" y="1701"/>
                      <a:pt x="217" y="2508"/>
                      <a:pt x="217" y="3350"/>
                    </a:cubicBezTo>
                    <a:cubicBezTo>
                      <a:pt x="217" y="4191"/>
                      <a:pt x="551" y="4998"/>
                      <a:pt x="1146" y="5593"/>
                    </a:cubicBezTo>
                    <a:cubicBezTo>
                      <a:pt x="1741" y="6188"/>
                      <a:pt x="2548" y="6522"/>
                      <a:pt x="3389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00" name="Freeform: Shape 8299">
                <a:extLst>
                  <a:ext uri="{FF2B5EF4-FFF2-40B4-BE49-F238E27FC236}">
                    <a16:creationId xmlns:a16="http://schemas.microsoft.com/office/drawing/2014/main" id="{7CBA79CB-7876-239B-5348-845E7F66FAA7}"/>
                  </a:ext>
                </a:extLst>
              </p:cNvPr>
              <p:cNvSpPr/>
              <p:nvPr/>
            </p:nvSpPr>
            <p:spPr>
              <a:xfrm>
                <a:off x="9165537" y="5717337"/>
                <a:ext cx="6343" cy="6345"/>
              </a:xfrm>
              <a:custGeom>
                <a:avLst/>
                <a:gdLst>
                  <a:gd name="connsiteX0" fmla="*/ 3389 w 6343"/>
                  <a:gd name="connsiteY0" fmla="*/ 6522 h 6345"/>
                  <a:gd name="connsiteX1" fmla="*/ 5631 w 6343"/>
                  <a:gd name="connsiteY1" fmla="*/ 5592 h 6345"/>
                  <a:gd name="connsiteX2" fmla="*/ 6560 w 6343"/>
                  <a:gd name="connsiteY2" fmla="*/ 3349 h 6345"/>
                  <a:gd name="connsiteX3" fmla="*/ 5631 w 6343"/>
                  <a:gd name="connsiteY3" fmla="*/ 1106 h 6345"/>
                  <a:gd name="connsiteX4" fmla="*/ 3389 w 6343"/>
                  <a:gd name="connsiteY4" fmla="*/ 176 h 6345"/>
                  <a:gd name="connsiteX5" fmla="*/ 1146 w 6343"/>
                  <a:gd name="connsiteY5" fmla="*/ 1106 h 6345"/>
                  <a:gd name="connsiteX6" fmla="*/ 217 w 6343"/>
                  <a:gd name="connsiteY6" fmla="*/ 3349 h 6345"/>
                  <a:gd name="connsiteX7" fmla="*/ 1146 w 6343"/>
                  <a:gd name="connsiteY7" fmla="*/ 5592 h 6345"/>
                  <a:gd name="connsiteX8" fmla="*/ 3389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2"/>
                    </a:moveTo>
                    <a:cubicBezTo>
                      <a:pt x="4230" y="6522"/>
                      <a:pt x="5037" y="6187"/>
                      <a:pt x="5631" y="5592"/>
                    </a:cubicBezTo>
                    <a:cubicBezTo>
                      <a:pt x="6226" y="4998"/>
                      <a:pt x="6560" y="4190"/>
                      <a:pt x="6560" y="3349"/>
                    </a:cubicBezTo>
                    <a:cubicBezTo>
                      <a:pt x="6560" y="2508"/>
                      <a:pt x="6226" y="1701"/>
                      <a:pt x="5631" y="1106"/>
                    </a:cubicBezTo>
                    <a:cubicBezTo>
                      <a:pt x="5037" y="511"/>
                      <a:pt x="4230" y="176"/>
                      <a:pt x="3389" y="176"/>
                    </a:cubicBezTo>
                    <a:cubicBezTo>
                      <a:pt x="2548" y="176"/>
                      <a:pt x="1741" y="511"/>
                      <a:pt x="1146" y="1106"/>
                    </a:cubicBezTo>
                    <a:cubicBezTo>
                      <a:pt x="551" y="1701"/>
                      <a:pt x="217" y="2508"/>
                      <a:pt x="217" y="3349"/>
                    </a:cubicBezTo>
                    <a:cubicBezTo>
                      <a:pt x="217" y="4190"/>
                      <a:pt x="551" y="4998"/>
                      <a:pt x="1146" y="5592"/>
                    </a:cubicBezTo>
                    <a:cubicBezTo>
                      <a:pt x="1741" y="6187"/>
                      <a:pt x="2548" y="6522"/>
                      <a:pt x="3389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01" name="Freeform: Shape 8300">
                <a:extLst>
                  <a:ext uri="{FF2B5EF4-FFF2-40B4-BE49-F238E27FC236}">
                    <a16:creationId xmlns:a16="http://schemas.microsoft.com/office/drawing/2014/main" id="{40F46E0A-B719-048D-C18A-0E21F330C75D}"/>
                  </a:ext>
                </a:extLst>
              </p:cNvPr>
              <p:cNvSpPr/>
              <p:nvPr/>
            </p:nvSpPr>
            <p:spPr>
              <a:xfrm>
                <a:off x="9171068" y="5692770"/>
                <a:ext cx="6343" cy="6345"/>
              </a:xfrm>
              <a:custGeom>
                <a:avLst/>
                <a:gdLst>
                  <a:gd name="connsiteX0" fmla="*/ 3389 w 6343"/>
                  <a:gd name="connsiteY0" fmla="*/ 6520 h 6345"/>
                  <a:gd name="connsiteX1" fmla="*/ 5632 w 6343"/>
                  <a:gd name="connsiteY1" fmla="*/ 5591 h 6345"/>
                  <a:gd name="connsiteX2" fmla="*/ 6561 w 6343"/>
                  <a:gd name="connsiteY2" fmla="*/ 3347 h 6345"/>
                  <a:gd name="connsiteX3" fmla="*/ 5632 w 6343"/>
                  <a:gd name="connsiteY3" fmla="*/ 1104 h 6345"/>
                  <a:gd name="connsiteX4" fmla="*/ 3389 w 6343"/>
                  <a:gd name="connsiteY4" fmla="*/ 174 h 6345"/>
                  <a:gd name="connsiteX5" fmla="*/ 1147 w 6343"/>
                  <a:gd name="connsiteY5" fmla="*/ 1104 h 6345"/>
                  <a:gd name="connsiteX6" fmla="*/ 218 w 6343"/>
                  <a:gd name="connsiteY6" fmla="*/ 3347 h 6345"/>
                  <a:gd name="connsiteX7" fmla="*/ 1147 w 6343"/>
                  <a:gd name="connsiteY7" fmla="*/ 5591 h 6345"/>
                  <a:gd name="connsiteX8" fmla="*/ 3389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0"/>
                    </a:moveTo>
                    <a:cubicBezTo>
                      <a:pt x="4230" y="6520"/>
                      <a:pt x="5037" y="6186"/>
                      <a:pt x="5632" y="5591"/>
                    </a:cubicBezTo>
                    <a:cubicBezTo>
                      <a:pt x="6227" y="4996"/>
                      <a:pt x="6561" y="4189"/>
                      <a:pt x="6561" y="3347"/>
                    </a:cubicBezTo>
                    <a:cubicBezTo>
                      <a:pt x="6561" y="2506"/>
                      <a:pt x="6227" y="1699"/>
                      <a:pt x="5632" y="1104"/>
                    </a:cubicBezTo>
                    <a:cubicBezTo>
                      <a:pt x="5037" y="509"/>
                      <a:pt x="4230" y="174"/>
                      <a:pt x="3389" y="174"/>
                    </a:cubicBezTo>
                    <a:cubicBezTo>
                      <a:pt x="2548" y="174"/>
                      <a:pt x="1741" y="509"/>
                      <a:pt x="1147" y="1104"/>
                    </a:cubicBezTo>
                    <a:cubicBezTo>
                      <a:pt x="552" y="1699"/>
                      <a:pt x="218" y="2506"/>
                      <a:pt x="218" y="3347"/>
                    </a:cubicBezTo>
                    <a:cubicBezTo>
                      <a:pt x="218" y="4189"/>
                      <a:pt x="552" y="4996"/>
                      <a:pt x="1147" y="5591"/>
                    </a:cubicBezTo>
                    <a:cubicBezTo>
                      <a:pt x="1741" y="6186"/>
                      <a:pt x="2548" y="6520"/>
                      <a:pt x="3389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02" name="Freeform: Shape 8301">
                <a:extLst>
                  <a:ext uri="{FF2B5EF4-FFF2-40B4-BE49-F238E27FC236}">
                    <a16:creationId xmlns:a16="http://schemas.microsoft.com/office/drawing/2014/main" id="{168894A7-40B1-4E42-F024-354BCD8EFE03}"/>
                  </a:ext>
                </a:extLst>
              </p:cNvPr>
              <p:cNvSpPr/>
              <p:nvPr/>
            </p:nvSpPr>
            <p:spPr>
              <a:xfrm>
                <a:off x="9170270" y="5688720"/>
                <a:ext cx="6343" cy="6345"/>
              </a:xfrm>
              <a:custGeom>
                <a:avLst/>
                <a:gdLst>
                  <a:gd name="connsiteX0" fmla="*/ 3389 w 6343"/>
                  <a:gd name="connsiteY0" fmla="*/ 6519 h 6345"/>
                  <a:gd name="connsiteX1" fmla="*/ 5632 w 6343"/>
                  <a:gd name="connsiteY1" fmla="*/ 5590 h 6345"/>
                  <a:gd name="connsiteX2" fmla="*/ 6561 w 6343"/>
                  <a:gd name="connsiteY2" fmla="*/ 3347 h 6345"/>
                  <a:gd name="connsiteX3" fmla="*/ 5632 w 6343"/>
                  <a:gd name="connsiteY3" fmla="*/ 1103 h 6345"/>
                  <a:gd name="connsiteX4" fmla="*/ 3389 w 6343"/>
                  <a:gd name="connsiteY4" fmla="*/ 174 h 6345"/>
                  <a:gd name="connsiteX5" fmla="*/ 1147 w 6343"/>
                  <a:gd name="connsiteY5" fmla="*/ 1103 h 6345"/>
                  <a:gd name="connsiteX6" fmla="*/ 218 w 6343"/>
                  <a:gd name="connsiteY6" fmla="*/ 3347 h 6345"/>
                  <a:gd name="connsiteX7" fmla="*/ 1147 w 6343"/>
                  <a:gd name="connsiteY7" fmla="*/ 5590 h 6345"/>
                  <a:gd name="connsiteX8" fmla="*/ 3389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19"/>
                    </a:moveTo>
                    <a:cubicBezTo>
                      <a:pt x="4230" y="6519"/>
                      <a:pt x="5037" y="6185"/>
                      <a:pt x="5632" y="5590"/>
                    </a:cubicBezTo>
                    <a:cubicBezTo>
                      <a:pt x="6227" y="4995"/>
                      <a:pt x="6561" y="4188"/>
                      <a:pt x="6561" y="3347"/>
                    </a:cubicBezTo>
                    <a:cubicBezTo>
                      <a:pt x="6561" y="2505"/>
                      <a:pt x="6227" y="1698"/>
                      <a:pt x="5632" y="1103"/>
                    </a:cubicBezTo>
                    <a:cubicBezTo>
                      <a:pt x="5037" y="508"/>
                      <a:pt x="4230" y="174"/>
                      <a:pt x="3389" y="174"/>
                    </a:cubicBezTo>
                    <a:cubicBezTo>
                      <a:pt x="2548" y="174"/>
                      <a:pt x="1741" y="508"/>
                      <a:pt x="1147" y="1103"/>
                    </a:cubicBezTo>
                    <a:cubicBezTo>
                      <a:pt x="552" y="1698"/>
                      <a:pt x="218" y="2505"/>
                      <a:pt x="218" y="3347"/>
                    </a:cubicBezTo>
                    <a:cubicBezTo>
                      <a:pt x="218" y="4188"/>
                      <a:pt x="552" y="4995"/>
                      <a:pt x="1147" y="5590"/>
                    </a:cubicBezTo>
                    <a:cubicBezTo>
                      <a:pt x="1741" y="6185"/>
                      <a:pt x="2548" y="6519"/>
                      <a:pt x="3389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03" name="Freeform: Shape 8302">
                <a:extLst>
                  <a:ext uri="{FF2B5EF4-FFF2-40B4-BE49-F238E27FC236}">
                    <a16:creationId xmlns:a16="http://schemas.microsoft.com/office/drawing/2014/main" id="{E3FC91A1-AD01-0945-F1DC-696E11E4BAB0}"/>
                  </a:ext>
                </a:extLst>
              </p:cNvPr>
              <p:cNvSpPr/>
              <p:nvPr/>
            </p:nvSpPr>
            <p:spPr>
              <a:xfrm>
                <a:off x="9168323" y="5686365"/>
                <a:ext cx="6343" cy="6345"/>
              </a:xfrm>
              <a:custGeom>
                <a:avLst/>
                <a:gdLst>
                  <a:gd name="connsiteX0" fmla="*/ 3389 w 6343"/>
                  <a:gd name="connsiteY0" fmla="*/ 6519 h 6345"/>
                  <a:gd name="connsiteX1" fmla="*/ 5632 w 6343"/>
                  <a:gd name="connsiteY1" fmla="*/ 5590 h 6345"/>
                  <a:gd name="connsiteX2" fmla="*/ 6561 w 6343"/>
                  <a:gd name="connsiteY2" fmla="*/ 3347 h 6345"/>
                  <a:gd name="connsiteX3" fmla="*/ 5632 w 6343"/>
                  <a:gd name="connsiteY3" fmla="*/ 1103 h 6345"/>
                  <a:gd name="connsiteX4" fmla="*/ 3389 w 6343"/>
                  <a:gd name="connsiteY4" fmla="*/ 174 h 6345"/>
                  <a:gd name="connsiteX5" fmla="*/ 1146 w 6343"/>
                  <a:gd name="connsiteY5" fmla="*/ 1103 h 6345"/>
                  <a:gd name="connsiteX6" fmla="*/ 218 w 6343"/>
                  <a:gd name="connsiteY6" fmla="*/ 3347 h 6345"/>
                  <a:gd name="connsiteX7" fmla="*/ 1146 w 6343"/>
                  <a:gd name="connsiteY7" fmla="*/ 5590 h 6345"/>
                  <a:gd name="connsiteX8" fmla="*/ 3389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19"/>
                    </a:moveTo>
                    <a:cubicBezTo>
                      <a:pt x="4230" y="6519"/>
                      <a:pt x="5037" y="6185"/>
                      <a:pt x="5632" y="5590"/>
                    </a:cubicBezTo>
                    <a:cubicBezTo>
                      <a:pt x="6226" y="4995"/>
                      <a:pt x="6561" y="4188"/>
                      <a:pt x="6561" y="3347"/>
                    </a:cubicBezTo>
                    <a:cubicBezTo>
                      <a:pt x="6561" y="2505"/>
                      <a:pt x="6226" y="1698"/>
                      <a:pt x="5632" y="1103"/>
                    </a:cubicBezTo>
                    <a:cubicBezTo>
                      <a:pt x="5037" y="508"/>
                      <a:pt x="4230" y="174"/>
                      <a:pt x="3389" y="174"/>
                    </a:cubicBezTo>
                    <a:cubicBezTo>
                      <a:pt x="2548" y="174"/>
                      <a:pt x="1741" y="508"/>
                      <a:pt x="1146" y="1103"/>
                    </a:cubicBezTo>
                    <a:cubicBezTo>
                      <a:pt x="552" y="1698"/>
                      <a:pt x="218" y="2505"/>
                      <a:pt x="218" y="3347"/>
                    </a:cubicBezTo>
                    <a:cubicBezTo>
                      <a:pt x="218" y="4188"/>
                      <a:pt x="552" y="4995"/>
                      <a:pt x="1146" y="5590"/>
                    </a:cubicBezTo>
                    <a:cubicBezTo>
                      <a:pt x="1741" y="6185"/>
                      <a:pt x="2548" y="6519"/>
                      <a:pt x="3389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04" name="Freeform: Shape 8303">
                <a:extLst>
                  <a:ext uri="{FF2B5EF4-FFF2-40B4-BE49-F238E27FC236}">
                    <a16:creationId xmlns:a16="http://schemas.microsoft.com/office/drawing/2014/main" id="{4114A88E-A31E-F913-42C7-17735D3BD1DF}"/>
                  </a:ext>
                </a:extLst>
              </p:cNvPr>
              <p:cNvSpPr/>
              <p:nvPr/>
            </p:nvSpPr>
            <p:spPr>
              <a:xfrm>
                <a:off x="9093417" y="5755711"/>
                <a:ext cx="6343" cy="6345"/>
              </a:xfrm>
              <a:custGeom>
                <a:avLst/>
                <a:gdLst>
                  <a:gd name="connsiteX0" fmla="*/ 3383 w 6343"/>
                  <a:gd name="connsiteY0" fmla="*/ 6525 h 6345"/>
                  <a:gd name="connsiteX1" fmla="*/ 5626 w 6343"/>
                  <a:gd name="connsiteY1" fmla="*/ 5596 h 6345"/>
                  <a:gd name="connsiteX2" fmla="*/ 6555 w 6343"/>
                  <a:gd name="connsiteY2" fmla="*/ 3352 h 6345"/>
                  <a:gd name="connsiteX3" fmla="*/ 5626 w 6343"/>
                  <a:gd name="connsiteY3" fmla="*/ 1109 h 6345"/>
                  <a:gd name="connsiteX4" fmla="*/ 3383 w 6343"/>
                  <a:gd name="connsiteY4" fmla="*/ 179 h 6345"/>
                  <a:gd name="connsiteX5" fmla="*/ 1141 w 6343"/>
                  <a:gd name="connsiteY5" fmla="*/ 1109 h 6345"/>
                  <a:gd name="connsiteX6" fmla="*/ 212 w 6343"/>
                  <a:gd name="connsiteY6" fmla="*/ 3352 h 6345"/>
                  <a:gd name="connsiteX7" fmla="*/ 1141 w 6343"/>
                  <a:gd name="connsiteY7" fmla="*/ 5596 h 6345"/>
                  <a:gd name="connsiteX8" fmla="*/ 338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5"/>
                    </a:moveTo>
                    <a:cubicBezTo>
                      <a:pt x="4224" y="6525"/>
                      <a:pt x="5031" y="6190"/>
                      <a:pt x="5626" y="5596"/>
                    </a:cubicBezTo>
                    <a:cubicBezTo>
                      <a:pt x="6221" y="5001"/>
                      <a:pt x="6555" y="4193"/>
                      <a:pt x="6555" y="3352"/>
                    </a:cubicBezTo>
                    <a:cubicBezTo>
                      <a:pt x="6555" y="2511"/>
                      <a:pt x="6221" y="1704"/>
                      <a:pt x="5626" y="1109"/>
                    </a:cubicBezTo>
                    <a:cubicBezTo>
                      <a:pt x="5031" y="514"/>
                      <a:pt x="4224" y="179"/>
                      <a:pt x="3383" y="179"/>
                    </a:cubicBezTo>
                    <a:cubicBezTo>
                      <a:pt x="2542" y="179"/>
                      <a:pt x="1735" y="514"/>
                      <a:pt x="1141" y="1109"/>
                    </a:cubicBezTo>
                    <a:cubicBezTo>
                      <a:pt x="546" y="1704"/>
                      <a:pt x="212" y="2511"/>
                      <a:pt x="212" y="3352"/>
                    </a:cubicBezTo>
                    <a:cubicBezTo>
                      <a:pt x="212" y="4193"/>
                      <a:pt x="546" y="5001"/>
                      <a:pt x="1141" y="5596"/>
                    </a:cubicBezTo>
                    <a:cubicBezTo>
                      <a:pt x="1735" y="6190"/>
                      <a:pt x="2542" y="6525"/>
                      <a:pt x="338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05" name="Freeform: Shape 8304">
                <a:extLst>
                  <a:ext uri="{FF2B5EF4-FFF2-40B4-BE49-F238E27FC236}">
                    <a16:creationId xmlns:a16="http://schemas.microsoft.com/office/drawing/2014/main" id="{80F1908F-CD96-B296-8303-70B5CC8F9003}"/>
                  </a:ext>
                </a:extLst>
              </p:cNvPr>
              <p:cNvSpPr/>
              <p:nvPr/>
            </p:nvSpPr>
            <p:spPr>
              <a:xfrm>
                <a:off x="9091011" y="5753002"/>
                <a:ext cx="6343" cy="6345"/>
              </a:xfrm>
              <a:custGeom>
                <a:avLst/>
                <a:gdLst>
                  <a:gd name="connsiteX0" fmla="*/ 3383 w 6343"/>
                  <a:gd name="connsiteY0" fmla="*/ 6525 h 6345"/>
                  <a:gd name="connsiteX1" fmla="*/ 5626 w 6343"/>
                  <a:gd name="connsiteY1" fmla="*/ 5595 h 6345"/>
                  <a:gd name="connsiteX2" fmla="*/ 6555 w 6343"/>
                  <a:gd name="connsiteY2" fmla="*/ 3352 h 6345"/>
                  <a:gd name="connsiteX3" fmla="*/ 5626 w 6343"/>
                  <a:gd name="connsiteY3" fmla="*/ 1108 h 6345"/>
                  <a:gd name="connsiteX4" fmla="*/ 3383 w 6343"/>
                  <a:gd name="connsiteY4" fmla="*/ 179 h 6345"/>
                  <a:gd name="connsiteX5" fmla="*/ 1140 w 6343"/>
                  <a:gd name="connsiteY5" fmla="*/ 1108 h 6345"/>
                  <a:gd name="connsiteX6" fmla="*/ 211 w 6343"/>
                  <a:gd name="connsiteY6" fmla="*/ 3352 h 6345"/>
                  <a:gd name="connsiteX7" fmla="*/ 1140 w 6343"/>
                  <a:gd name="connsiteY7" fmla="*/ 5595 h 6345"/>
                  <a:gd name="connsiteX8" fmla="*/ 338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5"/>
                    </a:moveTo>
                    <a:cubicBezTo>
                      <a:pt x="4224" y="6525"/>
                      <a:pt x="5031" y="6190"/>
                      <a:pt x="5626" y="5595"/>
                    </a:cubicBezTo>
                    <a:cubicBezTo>
                      <a:pt x="6220" y="5000"/>
                      <a:pt x="6555" y="4193"/>
                      <a:pt x="6555" y="3352"/>
                    </a:cubicBezTo>
                    <a:cubicBezTo>
                      <a:pt x="6555" y="2510"/>
                      <a:pt x="6220" y="1703"/>
                      <a:pt x="5626" y="1108"/>
                    </a:cubicBezTo>
                    <a:cubicBezTo>
                      <a:pt x="5031" y="513"/>
                      <a:pt x="4224" y="179"/>
                      <a:pt x="3383" y="179"/>
                    </a:cubicBezTo>
                    <a:cubicBezTo>
                      <a:pt x="2542" y="179"/>
                      <a:pt x="1735" y="513"/>
                      <a:pt x="1140" y="1108"/>
                    </a:cubicBezTo>
                    <a:cubicBezTo>
                      <a:pt x="546" y="1703"/>
                      <a:pt x="211" y="2510"/>
                      <a:pt x="211" y="3352"/>
                    </a:cubicBezTo>
                    <a:cubicBezTo>
                      <a:pt x="211" y="4193"/>
                      <a:pt x="546" y="5000"/>
                      <a:pt x="1140" y="5595"/>
                    </a:cubicBezTo>
                    <a:cubicBezTo>
                      <a:pt x="1735" y="6190"/>
                      <a:pt x="2542" y="6525"/>
                      <a:pt x="338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06" name="Freeform: Shape 8305">
                <a:extLst>
                  <a:ext uri="{FF2B5EF4-FFF2-40B4-BE49-F238E27FC236}">
                    <a16:creationId xmlns:a16="http://schemas.microsoft.com/office/drawing/2014/main" id="{747BA8A2-4399-462D-360F-7F48917BAE06}"/>
                  </a:ext>
                </a:extLst>
              </p:cNvPr>
              <p:cNvSpPr/>
              <p:nvPr/>
            </p:nvSpPr>
            <p:spPr>
              <a:xfrm>
                <a:off x="9088626" y="5750282"/>
                <a:ext cx="6343" cy="6345"/>
              </a:xfrm>
              <a:custGeom>
                <a:avLst/>
                <a:gdLst>
                  <a:gd name="connsiteX0" fmla="*/ 3383 w 6343"/>
                  <a:gd name="connsiteY0" fmla="*/ 6524 h 6345"/>
                  <a:gd name="connsiteX1" fmla="*/ 5625 w 6343"/>
                  <a:gd name="connsiteY1" fmla="*/ 5595 h 6345"/>
                  <a:gd name="connsiteX2" fmla="*/ 6554 w 6343"/>
                  <a:gd name="connsiteY2" fmla="*/ 3352 h 6345"/>
                  <a:gd name="connsiteX3" fmla="*/ 5625 w 6343"/>
                  <a:gd name="connsiteY3" fmla="*/ 1108 h 6345"/>
                  <a:gd name="connsiteX4" fmla="*/ 3383 w 6343"/>
                  <a:gd name="connsiteY4" fmla="*/ 179 h 6345"/>
                  <a:gd name="connsiteX5" fmla="*/ 1140 w 6343"/>
                  <a:gd name="connsiteY5" fmla="*/ 1108 h 6345"/>
                  <a:gd name="connsiteX6" fmla="*/ 211 w 6343"/>
                  <a:gd name="connsiteY6" fmla="*/ 3352 h 6345"/>
                  <a:gd name="connsiteX7" fmla="*/ 1140 w 6343"/>
                  <a:gd name="connsiteY7" fmla="*/ 5595 h 6345"/>
                  <a:gd name="connsiteX8" fmla="*/ 3383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4"/>
                    </a:moveTo>
                    <a:cubicBezTo>
                      <a:pt x="4224" y="6524"/>
                      <a:pt x="5031" y="6190"/>
                      <a:pt x="5625" y="5595"/>
                    </a:cubicBezTo>
                    <a:cubicBezTo>
                      <a:pt x="6220" y="5000"/>
                      <a:pt x="6554" y="4193"/>
                      <a:pt x="6554" y="3352"/>
                    </a:cubicBezTo>
                    <a:cubicBezTo>
                      <a:pt x="6554" y="2510"/>
                      <a:pt x="6220" y="1703"/>
                      <a:pt x="5625" y="1108"/>
                    </a:cubicBezTo>
                    <a:cubicBezTo>
                      <a:pt x="5031" y="513"/>
                      <a:pt x="4224" y="179"/>
                      <a:pt x="3383" y="179"/>
                    </a:cubicBezTo>
                    <a:cubicBezTo>
                      <a:pt x="2542" y="179"/>
                      <a:pt x="1735" y="513"/>
                      <a:pt x="1140" y="1108"/>
                    </a:cubicBezTo>
                    <a:cubicBezTo>
                      <a:pt x="545" y="1703"/>
                      <a:pt x="211" y="2510"/>
                      <a:pt x="211" y="3352"/>
                    </a:cubicBezTo>
                    <a:cubicBezTo>
                      <a:pt x="211" y="4193"/>
                      <a:pt x="545" y="5000"/>
                      <a:pt x="1140" y="5595"/>
                    </a:cubicBezTo>
                    <a:cubicBezTo>
                      <a:pt x="1735" y="6190"/>
                      <a:pt x="2542" y="6524"/>
                      <a:pt x="3383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07" name="Freeform: Shape 8306">
                <a:extLst>
                  <a:ext uri="{FF2B5EF4-FFF2-40B4-BE49-F238E27FC236}">
                    <a16:creationId xmlns:a16="http://schemas.microsoft.com/office/drawing/2014/main" id="{3C42A4E4-C3DC-6738-7770-C1A89BFBDD31}"/>
                  </a:ext>
                </a:extLst>
              </p:cNvPr>
              <p:cNvSpPr/>
              <p:nvPr/>
            </p:nvSpPr>
            <p:spPr>
              <a:xfrm>
                <a:off x="9126804" y="5696216"/>
                <a:ext cx="6343" cy="6345"/>
              </a:xfrm>
              <a:custGeom>
                <a:avLst/>
                <a:gdLst>
                  <a:gd name="connsiteX0" fmla="*/ 3386 w 6343"/>
                  <a:gd name="connsiteY0" fmla="*/ 6520 h 6345"/>
                  <a:gd name="connsiteX1" fmla="*/ 5628 w 6343"/>
                  <a:gd name="connsiteY1" fmla="*/ 5591 h 6345"/>
                  <a:gd name="connsiteX2" fmla="*/ 6557 w 6343"/>
                  <a:gd name="connsiteY2" fmla="*/ 3347 h 6345"/>
                  <a:gd name="connsiteX3" fmla="*/ 5628 w 6343"/>
                  <a:gd name="connsiteY3" fmla="*/ 1104 h 6345"/>
                  <a:gd name="connsiteX4" fmla="*/ 3386 w 6343"/>
                  <a:gd name="connsiteY4" fmla="*/ 175 h 6345"/>
                  <a:gd name="connsiteX5" fmla="*/ 1143 w 6343"/>
                  <a:gd name="connsiteY5" fmla="*/ 1104 h 6345"/>
                  <a:gd name="connsiteX6" fmla="*/ 214 w 6343"/>
                  <a:gd name="connsiteY6" fmla="*/ 3347 h 6345"/>
                  <a:gd name="connsiteX7" fmla="*/ 1143 w 6343"/>
                  <a:gd name="connsiteY7" fmla="*/ 5591 h 6345"/>
                  <a:gd name="connsiteX8" fmla="*/ 3386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20"/>
                    </a:moveTo>
                    <a:cubicBezTo>
                      <a:pt x="4227" y="6520"/>
                      <a:pt x="5034" y="6186"/>
                      <a:pt x="5628" y="5591"/>
                    </a:cubicBezTo>
                    <a:cubicBezTo>
                      <a:pt x="6223" y="4996"/>
                      <a:pt x="6557" y="4189"/>
                      <a:pt x="6557" y="3347"/>
                    </a:cubicBezTo>
                    <a:cubicBezTo>
                      <a:pt x="6557" y="2506"/>
                      <a:pt x="6223" y="1699"/>
                      <a:pt x="5628" y="1104"/>
                    </a:cubicBezTo>
                    <a:cubicBezTo>
                      <a:pt x="5034" y="509"/>
                      <a:pt x="4227" y="175"/>
                      <a:pt x="3386" y="175"/>
                    </a:cubicBezTo>
                    <a:cubicBezTo>
                      <a:pt x="2545" y="175"/>
                      <a:pt x="1738" y="509"/>
                      <a:pt x="1143" y="1104"/>
                    </a:cubicBezTo>
                    <a:cubicBezTo>
                      <a:pt x="548" y="1699"/>
                      <a:pt x="214" y="2506"/>
                      <a:pt x="214" y="3347"/>
                    </a:cubicBezTo>
                    <a:cubicBezTo>
                      <a:pt x="214" y="4189"/>
                      <a:pt x="548" y="4996"/>
                      <a:pt x="1143" y="5591"/>
                    </a:cubicBezTo>
                    <a:cubicBezTo>
                      <a:pt x="1738" y="6186"/>
                      <a:pt x="2545" y="6520"/>
                      <a:pt x="3386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08" name="Freeform: Shape 8307">
                <a:extLst>
                  <a:ext uri="{FF2B5EF4-FFF2-40B4-BE49-F238E27FC236}">
                    <a16:creationId xmlns:a16="http://schemas.microsoft.com/office/drawing/2014/main" id="{F354DA4A-73F9-A894-85A8-E5EBA8CA5AA1}"/>
                  </a:ext>
                </a:extLst>
              </p:cNvPr>
              <p:cNvSpPr/>
              <p:nvPr/>
            </p:nvSpPr>
            <p:spPr>
              <a:xfrm>
                <a:off x="9072929" y="5758541"/>
                <a:ext cx="6343" cy="6345"/>
              </a:xfrm>
              <a:custGeom>
                <a:avLst/>
                <a:gdLst>
                  <a:gd name="connsiteX0" fmla="*/ 3382 w 6343"/>
                  <a:gd name="connsiteY0" fmla="*/ 6525 h 6345"/>
                  <a:gd name="connsiteX1" fmla="*/ 5624 w 6343"/>
                  <a:gd name="connsiteY1" fmla="*/ 5596 h 6345"/>
                  <a:gd name="connsiteX2" fmla="*/ 6553 w 6343"/>
                  <a:gd name="connsiteY2" fmla="*/ 3352 h 6345"/>
                  <a:gd name="connsiteX3" fmla="*/ 5624 w 6343"/>
                  <a:gd name="connsiteY3" fmla="*/ 1109 h 6345"/>
                  <a:gd name="connsiteX4" fmla="*/ 3382 w 6343"/>
                  <a:gd name="connsiteY4" fmla="*/ 180 h 6345"/>
                  <a:gd name="connsiteX5" fmla="*/ 1139 w 6343"/>
                  <a:gd name="connsiteY5" fmla="*/ 1109 h 6345"/>
                  <a:gd name="connsiteX6" fmla="*/ 210 w 6343"/>
                  <a:gd name="connsiteY6" fmla="*/ 3352 h 6345"/>
                  <a:gd name="connsiteX7" fmla="*/ 1139 w 6343"/>
                  <a:gd name="connsiteY7" fmla="*/ 5596 h 6345"/>
                  <a:gd name="connsiteX8" fmla="*/ 3382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25"/>
                    </a:moveTo>
                    <a:cubicBezTo>
                      <a:pt x="4223" y="6525"/>
                      <a:pt x="5029" y="6191"/>
                      <a:pt x="5624" y="5596"/>
                    </a:cubicBezTo>
                    <a:cubicBezTo>
                      <a:pt x="6219" y="5001"/>
                      <a:pt x="6553" y="4194"/>
                      <a:pt x="6553" y="3352"/>
                    </a:cubicBezTo>
                    <a:cubicBezTo>
                      <a:pt x="6553" y="2511"/>
                      <a:pt x="6219" y="1704"/>
                      <a:pt x="5624" y="1109"/>
                    </a:cubicBezTo>
                    <a:cubicBezTo>
                      <a:pt x="5029" y="514"/>
                      <a:pt x="4223" y="180"/>
                      <a:pt x="3382" y="180"/>
                    </a:cubicBezTo>
                    <a:cubicBezTo>
                      <a:pt x="2540" y="180"/>
                      <a:pt x="1734" y="514"/>
                      <a:pt x="1139" y="1109"/>
                    </a:cubicBezTo>
                    <a:cubicBezTo>
                      <a:pt x="544" y="1704"/>
                      <a:pt x="210" y="2511"/>
                      <a:pt x="210" y="3352"/>
                    </a:cubicBezTo>
                    <a:cubicBezTo>
                      <a:pt x="210" y="4194"/>
                      <a:pt x="544" y="5001"/>
                      <a:pt x="1139" y="5596"/>
                    </a:cubicBezTo>
                    <a:cubicBezTo>
                      <a:pt x="1734" y="6191"/>
                      <a:pt x="2540" y="6525"/>
                      <a:pt x="3382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09" name="Freeform: Shape 8308">
                <a:extLst>
                  <a:ext uri="{FF2B5EF4-FFF2-40B4-BE49-F238E27FC236}">
                    <a16:creationId xmlns:a16="http://schemas.microsoft.com/office/drawing/2014/main" id="{08C8F6A4-025E-75B3-AA46-7081D296FF62}"/>
                  </a:ext>
                </a:extLst>
              </p:cNvPr>
              <p:cNvSpPr/>
              <p:nvPr/>
            </p:nvSpPr>
            <p:spPr>
              <a:xfrm>
                <a:off x="9062925" y="5753453"/>
                <a:ext cx="6343" cy="6345"/>
              </a:xfrm>
              <a:custGeom>
                <a:avLst/>
                <a:gdLst>
                  <a:gd name="connsiteX0" fmla="*/ 3381 w 6343"/>
                  <a:gd name="connsiteY0" fmla="*/ 6525 h 6345"/>
                  <a:gd name="connsiteX1" fmla="*/ 5623 w 6343"/>
                  <a:gd name="connsiteY1" fmla="*/ 5595 h 6345"/>
                  <a:gd name="connsiteX2" fmla="*/ 6552 w 6343"/>
                  <a:gd name="connsiteY2" fmla="*/ 3352 h 6345"/>
                  <a:gd name="connsiteX3" fmla="*/ 5623 w 6343"/>
                  <a:gd name="connsiteY3" fmla="*/ 1108 h 6345"/>
                  <a:gd name="connsiteX4" fmla="*/ 3381 w 6343"/>
                  <a:gd name="connsiteY4" fmla="*/ 179 h 6345"/>
                  <a:gd name="connsiteX5" fmla="*/ 1138 w 6343"/>
                  <a:gd name="connsiteY5" fmla="*/ 1108 h 6345"/>
                  <a:gd name="connsiteX6" fmla="*/ 209 w 6343"/>
                  <a:gd name="connsiteY6" fmla="*/ 3352 h 6345"/>
                  <a:gd name="connsiteX7" fmla="*/ 1138 w 6343"/>
                  <a:gd name="connsiteY7" fmla="*/ 5595 h 6345"/>
                  <a:gd name="connsiteX8" fmla="*/ 3381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525"/>
                    </a:moveTo>
                    <a:cubicBezTo>
                      <a:pt x="4222" y="6525"/>
                      <a:pt x="5029" y="6190"/>
                      <a:pt x="5623" y="5595"/>
                    </a:cubicBezTo>
                    <a:cubicBezTo>
                      <a:pt x="6218" y="5000"/>
                      <a:pt x="6552" y="4193"/>
                      <a:pt x="6552" y="3352"/>
                    </a:cubicBezTo>
                    <a:cubicBezTo>
                      <a:pt x="6552" y="2510"/>
                      <a:pt x="6218" y="1703"/>
                      <a:pt x="5623" y="1108"/>
                    </a:cubicBezTo>
                    <a:cubicBezTo>
                      <a:pt x="5029" y="513"/>
                      <a:pt x="4222" y="179"/>
                      <a:pt x="3381" y="179"/>
                    </a:cubicBezTo>
                    <a:cubicBezTo>
                      <a:pt x="2540" y="179"/>
                      <a:pt x="1733" y="513"/>
                      <a:pt x="1138" y="1108"/>
                    </a:cubicBezTo>
                    <a:cubicBezTo>
                      <a:pt x="543" y="1703"/>
                      <a:pt x="209" y="2510"/>
                      <a:pt x="209" y="3352"/>
                    </a:cubicBezTo>
                    <a:cubicBezTo>
                      <a:pt x="209" y="4193"/>
                      <a:pt x="543" y="5000"/>
                      <a:pt x="1138" y="5595"/>
                    </a:cubicBezTo>
                    <a:cubicBezTo>
                      <a:pt x="1733" y="6190"/>
                      <a:pt x="2540" y="6525"/>
                      <a:pt x="3381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10" name="Freeform: Shape 8309">
                <a:extLst>
                  <a:ext uri="{FF2B5EF4-FFF2-40B4-BE49-F238E27FC236}">
                    <a16:creationId xmlns:a16="http://schemas.microsoft.com/office/drawing/2014/main" id="{60CE29A4-9854-BF9E-1180-8D160C3AE23A}"/>
                  </a:ext>
                </a:extLst>
              </p:cNvPr>
              <p:cNvSpPr/>
              <p:nvPr/>
            </p:nvSpPr>
            <p:spPr>
              <a:xfrm>
                <a:off x="9077932" y="5688844"/>
                <a:ext cx="6343" cy="6345"/>
              </a:xfrm>
              <a:custGeom>
                <a:avLst/>
                <a:gdLst>
                  <a:gd name="connsiteX0" fmla="*/ 3382 w 6343"/>
                  <a:gd name="connsiteY0" fmla="*/ 6520 h 6345"/>
                  <a:gd name="connsiteX1" fmla="*/ 5625 w 6343"/>
                  <a:gd name="connsiteY1" fmla="*/ 5590 h 6345"/>
                  <a:gd name="connsiteX2" fmla="*/ 6553 w 6343"/>
                  <a:gd name="connsiteY2" fmla="*/ 3347 h 6345"/>
                  <a:gd name="connsiteX3" fmla="*/ 5625 w 6343"/>
                  <a:gd name="connsiteY3" fmla="*/ 1103 h 6345"/>
                  <a:gd name="connsiteX4" fmla="*/ 3382 w 6343"/>
                  <a:gd name="connsiteY4" fmla="*/ 174 h 6345"/>
                  <a:gd name="connsiteX5" fmla="*/ 1139 w 6343"/>
                  <a:gd name="connsiteY5" fmla="*/ 1103 h 6345"/>
                  <a:gd name="connsiteX6" fmla="*/ 210 w 6343"/>
                  <a:gd name="connsiteY6" fmla="*/ 3347 h 6345"/>
                  <a:gd name="connsiteX7" fmla="*/ 1139 w 6343"/>
                  <a:gd name="connsiteY7" fmla="*/ 5590 h 6345"/>
                  <a:gd name="connsiteX8" fmla="*/ 3382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20"/>
                    </a:moveTo>
                    <a:cubicBezTo>
                      <a:pt x="4223" y="6520"/>
                      <a:pt x="5030" y="6185"/>
                      <a:pt x="5625" y="5590"/>
                    </a:cubicBezTo>
                    <a:cubicBezTo>
                      <a:pt x="6219" y="4995"/>
                      <a:pt x="6553" y="4188"/>
                      <a:pt x="6553" y="3347"/>
                    </a:cubicBezTo>
                    <a:cubicBezTo>
                      <a:pt x="6553" y="2505"/>
                      <a:pt x="6219" y="1698"/>
                      <a:pt x="5625" y="1103"/>
                    </a:cubicBezTo>
                    <a:cubicBezTo>
                      <a:pt x="5030" y="508"/>
                      <a:pt x="4223" y="174"/>
                      <a:pt x="3382" y="174"/>
                    </a:cubicBezTo>
                    <a:cubicBezTo>
                      <a:pt x="2541" y="174"/>
                      <a:pt x="1734" y="508"/>
                      <a:pt x="1139" y="1103"/>
                    </a:cubicBezTo>
                    <a:cubicBezTo>
                      <a:pt x="545" y="1698"/>
                      <a:pt x="210" y="2505"/>
                      <a:pt x="210" y="3347"/>
                    </a:cubicBezTo>
                    <a:cubicBezTo>
                      <a:pt x="210" y="4188"/>
                      <a:pt x="545" y="4995"/>
                      <a:pt x="1139" y="5590"/>
                    </a:cubicBezTo>
                    <a:cubicBezTo>
                      <a:pt x="1734" y="6185"/>
                      <a:pt x="2541" y="6520"/>
                      <a:pt x="3382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11" name="Freeform: Shape 8310">
                <a:extLst>
                  <a:ext uri="{FF2B5EF4-FFF2-40B4-BE49-F238E27FC236}">
                    <a16:creationId xmlns:a16="http://schemas.microsoft.com/office/drawing/2014/main" id="{F8C67DC8-A6B2-566A-A804-C757435EC421}"/>
                  </a:ext>
                </a:extLst>
              </p:cNvPr>
              <p:cNvSpPr/>
              <p:nvPr/>
            </p:nvSpPr>
            <p:spPr>
              <a:xfrm>
                <a:off x="8578429" y="5154826"/>
                <a:ext cx="6343" cy="6345"/>
              </a:xfrm>
              <a:custGeom>
                <a:avLst/>
                <a:gdLst>
                  <a:gd name="connsiteX0" fmla="*/ 3343 w 6343"/>
                  <a:gd name="connsiteY0" fmla="*/ 6477 h 6345"/>
                  <a:gd name="connsiteX1" fmla="*/ 5585 w 6343"/>
                  <a:gd name="connsiteY1" fmla="*/ 5548 h 6345"/>
                  <a:gd name="connsiteX2" fmla="*/ 6514 w 6343"/>
                  <a:gd name="connsiteY2" fmla="*/ 3305 h 6345"/>
                  <a:gd name="connsiteX3" fmla="*/ 5585 w 6343"/>
                  <a:gd name="connsiteY3" fmla="*/ 1061 h 6345"/>
                  <a:gd name="connsiteX4" fmla="*/ 3343 w 6343"/>
                  <a:gd name="connsiteY4" fmla="*/ 132 h 6345"/>
                  <a:gd name="connsiteX5" fmla="*/ 1100 w 6343"/>
                  <a:gd name="connsiteY5" fmla="*/ 1061 h 6345"/>
                  <a:gd name="connsiteX6" fmla="*/ 171 w 6343"/>
                  <a:gd name="connsiteY6" fmla="*/ 3305 h 6345"/>
                  <a:gd name="connsiteX7" fmla="*/ 1100 w 6343"/>
                  <a:gd name="connsiteY7" fmla="*/ 5548 h 6345"/>
                  <a:gd name="connsiteX8" fmla="*/ 334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3" y="6477"/>
                    </a:moveTo>
                    <a:cubicBezTo>
                      <a:pt x="4184" y="6477"/>
                      <a:pt x="4990" y="6143"/>
                      <a:pt x="5585" y="5548"/>
                    </a:cubicBezTo>
                    <a:cubicBezTo>
                      <a:pt x="6180" y="4953"/>
                      <a:pt x="6514" y="4146"/>
                      <a:pt x="6514" y="3305"/>
                    </a:cubicBezTo>
                    <a:cubicBezTo>
                      <a:pt x="6514" y="2463"/>
                      <a:pt x="6180" y="1656"/>
                      <a:pt x="5585" y="1061"/>
                    </a:cubicBezTo>
                    <a:cubicBezTo>
                      <a:pt x="4990" y="466"/>
                      <a:pt x="4184" y="132"/>
                      <a:pt x="3343" y="132"/>
                    </a:cubicBezTo>
                    <a:cubicBezTo>
                      <a:pt x="2501" y="132"/>
                      <a:pt x="1695" y="466"/>
                      <a:pt x="1100" y="1061"/>
                    </a:cubicBezTo>
                    <a:cubicBezTo>
                      <a:pt x="505" y="1656"/>
                      <a:pt x="171" y="2463"/>
                      <a:pt x="171" y="3305"/>
                    </a:cubicBezTo>
                    <a:cubicBezTo>
                      <a:pt x="171" y="4146"/>
                      <a:pt x="505" y="4953"/>
                      <a:pt x="1100" y="5548"/>
                    </a:cubicBezTo>
                    <a:cubicBezTo>
                      <a:pt x="1695" y="6143"/>
                      <a:pt x="2501" y="6477"/>
                      <a:pt x="334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12" name="Freeform: Shape 8311">
                <a:extLst>
                  <a:ext uri="{FF2B5EF4-FFF2-40B4-BE49-F238E27FC236}">
                    <a16:creationId xmlns:a16="http://schemas.microsoft.com/office/drawing/2014/main" id="{76E19914-8F8F-3043-A345-317C6FDEC988}"/>
                  </a:ext>
                </a:extLst>
              </p:cNvPr>
              <p:cNvSpPr/>
              <p:nvPr/>
            </p:nvSpPr>
            <p:spPr>
              <a:xfrm>
                <a:off x="8607561" y="5154237"/>
                <a:ext cx="6343" cy="6345"/>
              </a:xfrm>
              <a:custGeom>
                <a:avLst/>
                <a:gdLst>
                  <a:gd name="connsiteX0" fmla="*/ 3345 w 6343"/>
                  <a:gd name="connsiteY0" fmla="*/ 6477 h 6345"/>
                  <a:gd name="connsiteX1" fmla="*/ 5587 w 6343"/>
                  <a:gd name="connsiteY1" fmla="*/ 5548 h 6345"/>
                  <a:gd name="connsiteX2" fmla="*/ 6516 w 6343"/>
                  <a:gd name="connsiteY2" fmla="*/ 3305 h 6345"/>
                  <a:gd name="connsiteX3" fmla="*/ 5587 w 6343"/>
                  <a:gd name="connsiteY3" fmla="*/ 1061 h 6345"/>
                  <a:gd name="connsiteX4" fmla="*/ 3345 w 6343"/>
                  <a:gd name="connsiteY4" fmla="*/ 132 h 6345"/>
                  <a:gd name="connsiteX5" fmla="*/ 1102 w 6343"/>
                  <a:gd name="connsiteY5" fmla="*/ 1061 h 6345"/>
                  <a:gd name="connsiteX6" fmla="*/ 173 w 6343"/>
                  <a:gd name="connsiteY6" fmla="*/ 3305 h 6345"/>
                  <a:gd name="connsiteX7" fmla="*/ 1102 w 6343"/>
                  <a:gd name="connsiteY7" fmla="*/ 5548 h 6345"/>
                  <a:gd name="connsiteX8" fmla="*/ 334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477"/>
                    </a:moveTo>
                    <a:cubicBezTo>
                      <a:pt x="4186" y="6477"/>
                      <a:pt x="4993" y="6143"/>
                      <a:pt x="5587" y="5548"/>
                    </a:cubicBezTo>
                    <a:cubicBezTo>
                      <a:pt x="6182" y="4953"/>
                      <a:pt x="6516" y="4146"/>
                      <a:pt x="6516" y="3305"/>
                    </a:cubicBezTo>
                    <a:cubicBezTo>
                      <a:pt x="6516" y="2463"/>
                      <a:pt x="6182" y="1656"/>
                      <a:pt x="5587" y="1061"/>
                    </a:cubicBezTo>
                    <a:cubicBezTo>
                      <a:pt x="4993" y="466"/>
                      <a:pt x="4186" y="132"/>
                      <a:pt x="3345" y="132"/>
                    </a:cubicBezTo>
                    <a:cubicBezTo>
                      <a:pt x="2504" y="132"/>
                      <a:pt x="1697" y="466"/>
                      <a:pt x="1102" y="1061"/>
                    </a:cubicBezTo>
                    <a:cubicBezTo>
                      <a:pt x="507" y="1656"/>
                      <a:pt x="173" y="2463"/>
                      <a:pt x="173" y="3305"/>
                    </a:cubicBezTo>
                    <a:cubicBezTo>
                      <a:pt x="173" y="4146"/>
                      <a:pt x="507" y="4953"/>
                      <a:pt x="1102" y="5548"/>
                    </a:cubicBezTo>
                    <a:cubicBezTo>
                      <a:pt x="1697" y="6143"/>
                      <a:pt x="2504" y="6477"/>
                      <a:pt x="334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13" name="Freeform: Shape 8312">
                <a:extLst>
                  <a:ext uri="{FF2B5EF4-FFF2-40B4-BE49-F238E27FC236}">
                    <a16:creationId xmlns:a16="http://schemas.microsoft.com/office/drawing/2014/main" id="{0058563A-26A0-C6A1-70C3-8BFCBED0B072}"/>
                  </a:ext>
                </a:extLst>
              </p:cNvPr>
              <p:cNvSpPr/>
              <p:nvPr/>
            </p:nvSpPr>
            <p:spPr>
              <a:xfrm>
                <a:off x="8658907" y="5157856"/>
                <a:ext cx="6343" cy="6345"/>
              </a:xfrm>
              <a:custGeom>
                <a:avLst/>
                <a:gdLst>
                  <a:gd name="connsiteX0" fmla="*/ 3349 w 6343"/>
                  <a:gd name="connsiteY0" fmla="*/ 6478 h 6345"/>
                  <a:gd name="connsiteX1" fmla="*/ 5592 w 6343"/>
                  <a:gd name="connsiteY1" fmla="*/ 5548 h 6345"/>
                  <a:gd name="connsiteX2" fmla="*/ 6520 w 6343"/>
                  <a:gd name="connsiteY2" fmla="*/ 3305 h 6345"/>
                  <a:gd name="connsiteX3" fmla="*/ 5592 w 6343"/>
                  <a:gd name="connsiteY3" fmla="*/ 1062 h 6345"/>
                  <a:gd name="connsiteX4" fmla="*/ 3349 w 6343"/>
                  <a:gd name="connsiteY4" fmla="*/ 132 h 6345"/>
                  <a:gd name="connsiteX5" fmla="*/ 1106 w 6343"/>
                  <a:gd name="connsiteY5" fmla="*/ 1062 h 6345"/>
                  <a:gd name="connsiteX6" fmla="*/ 177 w 6343"/>
                  <a:gd name="connsiteY6" fmla="*/ 3305 h 6345"/>
                  <a:gd name="connsiteX7" fmla="*/ 1106 w 6343"/>
                  <a:gd name="connsiteY7" fmla="*/ 5548 h 6345"/>
                  <a:gd name="connsiteX8" fmla="*/ 334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478"/>
                    </a:moveTo>
                    <a:cubicBezTo>
                      <a:pt x="4190" y="6478"/>
                      <a:pt x="4997" y="6143"/>
                      <a:pt x="5592" y="5548"/>
                    </a:cubicBezTo>
                    <a:cubicBezTo>
                      <a:pt x="6186" y="4953"/>
                      <a:pt x="6520" y="4146"/>
                      <a:pt x="6520" y="3305"/>
                    </a:cubicBezTo>
                    <a:cubicBezTo>
                      <a:pt x="6520" y="2464"/>
                      <a:pt x="6186" y="1656"/>
                      <a:pt x="5592" y="1062"/>
                    </a:cubicBezTo>
                    <a:cubicBezTo>
                      <a:pt x="4997" y="467"/>
                      <a:pt x="4190" y="132"/>
                      <a:pt x="3349" y="132"/>
                    </a:cubicBezTo>
                    <a:cubicBezTo>
                      <a:pt x="2508" y="132"/>
                      <a:pt x="1701" y="467"/>
                      <a:pt x="1106" y="1062"/>
                    </a:cubicBezTo>
                    <a:cubicBezTo>
                      <a:pt x="512" y="1656"/>
                      <a:pt x="177" y="2464"/>
                      <a:pt x="177" y="3305"/>
                    </a:cubicBezTo>
                    <a:cubicBezTo>
                      <a:pt x="177" y="4146"/>
                      <a:pt x="512" y="4953"/>
                      <a:pt x="1106" y="5548"/>
                    </a:cubicBezTo>
                    <a:cubicBezTo>
                      <a:pt x="1701" y="6143"/>
                      <a:pt x="2508" y="6478"/>
                      <a:pt x="334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14" name="Freeform: Shape 8313">
                <a:extLst>
                  <a:ext uri="{FF2B5EF4-FFF2-40B4-BE49-F238E27FC236}">
                    <a16:creationId xmlns:a16="http://schemas.microsoft.com/office/drawing/2014/main" id="{746E0D2C-0C77-4FD5-2076-54971147D6BF}"/>
                  </a:ext>
                </a:extLst>
              </p:cNvPr>
              <p:cNvSpPr/>
              <p:nvPr/>
            </p:nvSpPr>
            <p:spPr>
              <a:xfrm>
                <a:off x="8678209" y="5156354"/>
                <a:ext cx="6343" cy="6345"/>
              </a:xfrm>
              <a:custGeom>
                <a:avLst/>
                <a:gdLst>
                  <a:gd name="connsiteX0" fmla="*/ 3350 w 6343"/>
                  <a:gd name="connsiteY0" fmla="*/ 6478 h 6345"/>
                  <a:gd name="connsiteX1" fmla="*/ 5593 w 6343"/>
                  <a:gd name="connsiteY1" fmla="*/ 5548 h 6345"/>
                  <a:gd name="connsiteX2" fmla="*/ 6522 w 6343"/>
                  <a:gd name="connsiteY2" fmla="*/ 3305 h 6345"/>
                  <a:gd name="connsiteX3" fmla="*/ 5593 w 6343"/>
                  <a:gd name="connsiteY3" fmla="*/ 1061 h 6345"/>
                  <a:gd name="connsiteX4" fmla="*/ 3350 w 6343"/>
                  <a:gd name="connsiteY4" fmla="*/ 132 h 6345"/>
                  <a:gd name="connsiteX5" fmla="*/ 1108 w 6343"/>
                  <a:gd name="connsiteY5" fmla="*/ 1061 h 6345"/>
                  <a:gd name="connsiteX6" fmla="*/ 179 w 6343"/>
                  <a:gd name="connsiteY6" fmla="*/ 3305 h 6345"/>
                  <a:gd name="connsiteX7" fmla="*/ 1108 w 6343"/>
                  <a:gd name="connsiteY7" fmla="*/ 5548 h 6345"/>
                  <a:gd name="connsiteX8" fmla="*/ 335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478"/>
                    </a:moveTo>
                    <a:cubicBezTo>
                      <a:pt x="4192" y="6478"/>
                      <a:pt x="4998" y="6143"/>
                      <a:pt x="5593" y="5548"/>
                    </a:cubicBezTo>
                    <a:cubicBezTo>
                      <a:pt x="6188" y="4953"/>
                      <a:pt x="6522" y="4146"/>
                      <a:pt x="6522" y="3305"/>
                    </a:cubicBezTo>
                    <a:cubicBezTo>
                      <a:pt x="6522" y="2463"/>
                      <a:pt x="6188" y="1656"/>
                      <a:pt x="5593" y="1061"/>
                    </a:cubicBezTo>
                    <a:cubicBezTo>
                      <a:pt x="4998" y="466"/>
                      <a:pt x="4192" y="132"/>
                      <a:pt x="3350" y="132"/>
                    </a:cubicBezTo>
                    <a:cubicBezTo>
                      <a:pt x="2509" y="132"/>
                      <a:pt x="1703" y="466"/>
                      <a:pt x="1108" y="1061"/>
                    </a:cubicBezTo>
                    <a:cubicBezTo>
                      <a:pt x="513" y="1656"/>
                      <a:pt x="179" y="2463"/>
                      <a:pt x="179" y="3305"/>
                    </a:cubicBezTo>
                    <a:cubicBezTo>
                      <a:pt x="179" y="4146"/>
                      <a:pt x="513" y="4953"/>
                      <a:pt x="1108" y="5548"/>
                    </a:cubicBezTo>
                    <a:cubicBezTo>
                      <a:pt x="1703" y="6143"/>
                      <a:pt x="2509" y="6478"/>
                      <a:pt x="335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15" name="Freeform: Shape 8314">
                <a:extLst>
                  <a:ext uri="{FF2B5EF4-FFF2-40B4-BE49-F238E27FC236}">
                    <a16:creationId xmlns:a16="http://schemas.microsoft.com/office/drawing/2014/main" id="{DC09BEDF-2594-C096-BB6E-573E210EDDF6}"/>
                  </a:ext>
                </a:extLst>
              </p:cNvPr>
              <p:cNvSpPr/>
              <p:nvPr/>
            </p:nvSpPr>
            <p:spPr>
              <a:xfrm>
                <a:off x="8712910" y="5157952"/>
                <a:ext cx="6343" cy="6345"/>
              </a:xfrm>
              <a:custGeom>
                <a:avLst/>
                <a:gdLst>
                  <a:gd name="connsiteX0" fmla="*/ 3353 w 6343"/>
                  <a:gd name="connsiteY0" fmla="*/ 6478 h 6345"/>
                  <a:gd name="connsiteX1" fmla="*/ 5596 w 6343"/>
                  <a:gd name="connsiteY1" fmla="*/ 5548 h 6345"/>
                  <a:gd name="connsiteX2" fmla="*/ 6525 w 6343"/>
                  <a:gd name="connsiteY2" fmla="*/ 3305 h 6345"/>
                  <a:gd name="connsiteX3" fmla="*/ 5596 w 6343"/>
                  <a:gd name="connsiteY3" fmla="*/ 1062 h 6345"/>
                  <a:gd name="connsiteX4" fmla="*/ 3353 w 6343"/>
                  <a:gd name="connsiteY4" fmla="*/ 132 h 6345"/>
                  <a:gd name="connsiteX5" fmla="*/ 1111 w 6343"/>
                  <a:gd name="connsiteY5" fmla="*/ 1062 h 6345"/>
                  <a:gd name="connsiteX6" fmla="*/ 182 w 6343"/>
                  <a:gd name="connsiteY6" fmla="*/ 3305 h 6345"/>
                  <a:gd name="connsiteX7" fmla="*/ 1111 w 6343"/>
                  <a:gd name="connsiteY7" fmla="*/ 5548 h 6345"/>
                  <a:gd name="connsiteX8" fmla="*/ 335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478"/>
                    </a:moveTo>
                    <a:cubicBezTo>
                      <a:pt x="4194" y="6478"/>
                      <a:pt x="5001" y="6143"/>
                      <a:pt x="5596" y="5548"/>
                    </a:cubicBezTo>
                    <a:cubicBezTo>
                      <a:pt x="6191" y="4953"/>
                      <a:pt x="6525" y="4146"/>
                      <a:pt x="6525" y="3305"/>
                    </a:cubicBezTo>
                    <a:cubicBezTo>
                      <a:pt x="6525" y="2464"/>
                      <a:pt x="6191" y="1656"/>
                      <a:pt x="5596" y="1062"/>
                    </a:cubicBezTo>
                    <a:cubicBezTo>
                      <a:pt x="5001" y="467"/>
                      <a:pt x="4194" y="132"/>
                      <a:pt x="3353" y="132"/>
                    </a:cubicBezTo>
                    <a:cubicBezTo>
                      <a:pt x="2512" y="132"/>
                      <a:pt x="1705" y="467"/>
                      <a:pt x="1111" y="1062"/>
                    </a:cubicBezTo>
                    <a:cubicBezTo>
                      <a:pt x="516" y="1656"/>
                      <a:pt x="182" y="2464"/>
                      <a:pt x="182" y="3305"/>
                    </a:cubicBezTo>
                    <a:cubicBezTo>
                      <a:pt x="182" y="4146"/>
                      <a:pt x="516" y="4953"/>
                      <a:pt x="1111" y="5548"/>
                    </a:cubicBezTo>
                    <a:cubicBezTo>
                      <a:pt x="1705" y="6143"/>
                      <a:pt x="2512" y="6478"/>
                      <a:pt x="335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16" name="Freeform: Shape 8315">
                <a:extLst>
                  <a:ext uri="{FF2B5EF4-FFF2-40B4-BE49-F238E27FC236}">
                    <a16:creationId xmlns:a16="http://schemas.microsoft.com/office/drawing/2014/main" id="{51E0441A-B0D7-48D6-336F-26E09F20F1F5}"/>
                  </a:ext>
                </a:extLst>
              </p:cNvPr>
              <p:cNvSpPr/>
              <p:nvPr/>
            </p:nvSpPr>
            <p:spPr>
              <a:xfrm>
                <a:off x="8739988" y="5158512"/>
                <a:ext cx="6343" cy="6345"/>
              </a:xfrm>
              <a:custGeom>
                <a:avLst/>
                <a:gdLst>
                  <a:gd name="connsiteX0" fmla="*/ 3355 w 6343"/>
                  <a:gd name="connsiteY0" fmla="*/ 6478 h 6345"/>
                  <a:gd name="connsiteX1" fmla="*/ 5598 w 6343"/>
                  <a:gd name="connsiteY1" fmla="*/ 5548 h 6345"/>
                  <a:gd name="connsiteX2" fmla="*/ 6527 w 6343"/>
                  <a:gd name="connsiteY2" fmla="*/ 3305 h 6345"/>
                  <a:gd name="connsiteX3" fmla="*/ 5598 w 6343"/>
                  <a:gd name="connsiteY3" fmla="*/ 1062 h 6345"/>
                  <a:gd name="connsiteX4" fmla="*/ 3355 w 6343"/>
                  <a:gd name="connsiteY4" fmla="*/ 132 h 6345"/>
                  <a:gd name="connsiteX5" fmla="*/ 1113 w 6343"/>
                  <a:gd name="connsiteY5" fmla="*/ 1062 h 6345"/>
                  <a:gd name="connsiteX6" fmla="*/ 184 w 6343"/>
                  <a:gd name="connsiteY6" fmla="*/ 3305 h 6345"/>
                  <a:gd name="connsiteX7" fmla="*/ 1113 w 6343"/>
                  <a:gd name="connsiteY7" fmla="*/ 5548 h 6345"/>
                  <a:gd name="connsiteX8" fmla="*/ 335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478"/>
                    </a:moveTo>
                    <a:cubicBezTo>
                      <a:pt x="4196" y="6478"/>
                      <a:pt x="5003" y="6143"/>
                      <a:pt x="5598" y="5548"/>
                    </a:cubicBezTo>
                    <a:cubicBezTo>
                      <a:pt x="6193" y="4953"/>
                      <a:pt x="6527" y="4146"/>
                      <a:pt x="6527" y="3305"/>
                    </a:cubicBezTo>
                    <a:cubicBezTo>
                      <a:pt x="6527" y="2464"/>
                      <a:pt x="6193" y="1657"/>
                      <a:pt x="5598" y="1062"/>
                    </a:cubicBezTo>
                    <a:cubicBezTo>
                      <a:pt x="5003" y="467"/>
                      <a:pt x="4196" y="132"/>
                      <a:pt x="3355" y="132"/>
                    </a:cubicBezTo>
                    <a:cubicBezTo>
                      <a:pt x="2514" y="132"/>
                      <a:pt x="1707" y="467"/>
                      <a:pt x="1113" y="1062"/>
                    </a:cubicBezTo>
                    <a:cubicBezTo>
                      <a:pt x="518" y="1657"/>
                      <a:pt x="184" y="2464"/>
                      <a:pt x="184" y="3305"/>
                    </a:cubicBezTo>
                    <a:cubicBezTo>
                      <a:pt x="184" y="4146"/>
                      <a:pt x="518" y="4953"/>
                      <a:pt x="1113" y="5548"/>
                    </a:cubicBezTo>
                    <a:cubicBezTo>
                      <a:pt x="1707" y="6143"/>
                      <a:pt x="2514" y="6478"/>
                      <a:pt x="335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17" name="Freeform: Shape 8316">
                <a:extLst>
                  <a:ext uri="{FF2B5EF4-FFF2-40B4-BE49-F238E27FC236}">
                    <a16:creationId xmlns:a16="http://schemas.microsoft.com/office/drawing/2014/main" id="{732783B5-FEDE-9703-6FFC-E722EC7EF707}"/>
                  </a:ext>
                </a:extLst>
              </p:cNvPr>
              <p:cNvSpPr/>
              <p:nvPr/>
            </p:nvSpPr>
            <p:spPr>
              <a:xfrm>
                <a:off x="8765554" y="5159106"/>
                <a:ext cx="6343" cy="6345"/>
              </a:xfrm>
              <a:custGeom>
                <a:avLst/>
                <a:gdLst>
                  <a:gd name="connsiteX0" fmla="*/ 3357 w 6343"/>
                  <a:gd name="connsiteY0" fmla="*/ 6478 h 6345"/>
                  <a:gd name="connsiteX1" fmla="*/ 5600 w 6343"/>
                  <a:gd name="connsiteY1" fmla="*/ 5549 h 6345"/>
                  <a:gd name="connsiteX2" fmla="*/ 6529 w 6343"/>
                  <a:gd name="connsiteY2" fmla="*/ 3305 h 6345"/>
                  <a:gd name="connsiteX3" fmla="*/ 5600 w 6343"/>
                  <a:gd name="connsiteY3" fmla="*/ 1062 h 6345"/>
                  <a:gd name="connsiteX4" fmla="*/ 3357 w 6343"/>
                  <a:gd name="connsiteY4" fmla="*/ 132 h 6345"/>
                  <a:gd name="connsiteX5" fmla="*/ 1115 w 6343"/>
                  <a:gd name="connsiteY5" fmla="*/ 1062 h 6345"/>
                  <a:gd name="connsiteX6" fmla="*/ 186 w 6343"/>
                  <a:gd name="connsiteY6" fmla="*/ 3305 h 6345"/>
                  <a:gd name="connsiteX7" fmla="*/ 1115 w 6343"/>
                  <a:gd name="connsiteY7" fmla="*/ 5549 h 6345"/>
                  <a:gd name="connsiteX8" fmla="*/ 335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478"/>
                    </a:moveTo>
                    <a:cubicBezTo>
                      <a:pt x="4198" y="6478"/>
                      <a:pt x="5005" y="6143"/>
                      <a:pt x="5600" y="5549"/>
                    </a:cubicBezTo>
                    <a:cubicBezTo>
                      <a:pt x="6195" y="4954"/>
                      <a:pt x="6529" y="4146"/>
                      <a:pt x="6529" y="3305"/>
                    </a:cubicBezTo>
                    <a:cubicBezTo>
                      <a:pt x="6529" y="2464"/>
                      <a:pt x="6195" y="1657"/>
                      <a:pt x="5600" y="1062"/>
                    </a:cubicBezTo>
                    <a:cubicBezTo>
                      <a:pt x="5005" y="467"/>
                      <a:pt x="4198" y="132"/>
                      <a:pt x="3357" y="132"/>
                    </a:cubicBezTo>
                    <a:cubicBezTo>
                      <a:pt x="2516" y="132"/>
                      <a:pt x="1709" y="467"/>
                      <a:pt x="1115" y="1062"/>
                    </a:cubicBezTo>
                    <a:cubicBezTo>
                      <a:pt x="520" y="1657"/>
                      <a:pt x="186" y="2464"/>
                      <a:pt x="186" y="3305"/>
                    </a:cubicBezTo>
                    <a:cubicBezTo>
                      <a:pt x="186" y="4146"/>
                      <a:pt x="520" y="4954"/>
                      <a:pt x="1115" y="5549"/>
                    </a:cubicBezTo>
                    <a:cubicBezTo>
                      <a:pt x="1709" y="6143"/>
                      <a:pt x="2516" y="6478"/>
                      <a:pt x="335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18" name="Freeform: Shape 8317">
                <a:extLst>
                  <a:ext uri="{FF2B5EF4-FFF2-40B4-BE49-F238E27FC236}">
                    <a16:creationId xmlns:a16="http://schemas.microsoft.com/office/drawing/2014/main" id="{9A8E5E0D-42C3-4E53-E643-E5A92DFC0A97}"/>
                  </a:ext>
                </a:extLst>
              </p:cNvPr>
              <p:cNvSpPr/>
              <p:nvPr/>
            </p:nvSpPr>
            <p:spPr>
              <a:xfrm>
                <a:off x="8788690" y="5159518"/>
                <a:ext cx="6343" cy="6345"/>
              </a:xfrm>
              <a:custGeom>
                <a:avLst/>
                <a:gdLst>
                  <a:gd name="connsiteX0" fmla="*/ 3359 w 6343"/>
                  <a:gd name="connsiteY0" fmla="*/ 6478 h 6345"/>
                  <a:gd name="connsiteX1" fmla="*/ 5602 w 6343"/>
                  <a:gd name="connsiteY1" fmla="*/ 5549 h 6345"/>
                  <a:gd name="connsiteX2" fmla="*/ 6531 w 6343"/>
                  <a:gd name="connsiteY2" fmla="*/ 3305 h 6345"/>
                  <a:gd name="connsiteX3" fmla="*/ 5602 w 6343"/>
                  <a:gd name="connsiteY3" fmla="*/ 1062 h 6345"/>
                  <a:gd name="connsiteX4" fmla="*/ 3359 w 6343"/>
                  <a:gd name="connsiteY4" fmla="*/ 132 h 6345"/>
                  <a:gd name="connsiteX5" fmla="*/ 1117 w 6343"/>
                  <a:gd name="connsiteY5" fmla="*/ 1062 h 6345"/>
                  <a:gd name="connsiteX6" fmla="*/ 188 w 6343"/>
                  <a:gd name="connsiteY6" fmla="*/ 3305 h 6345"/>
                  <a:gd name="connsiteX7" fmla="*/ 1117 w 6343"/>
                  <a:gd name="connsiteY7" fmla="*/ 5549 h 6345"/>
                  <a:gd name="connsiteX8" fmla="*/ 335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478"/>
                    </a:moveTo>
                    <a:cubicBezTo>
                      <a:pt x="4200" y="6478"/>
                      <a:pt x="5007" y="6143"/>
                      <a:pt x="5602" y="5549"/>
                    </a:cubicBezTo>
                    <a:cubicBezTo>
                      <a:pt x="6197" y="4954"/>
                      <a:pt x="6531" y="4147"/>
                      <a:pt x="6531" y="3305"/>
                    </a:cubicBezTo>
                    <a:cubicBezTo>
                      <a:pt x="6531" y="2464"/>
                      <a:pt x="6197" y="1657"/>
                      <a:pt x="5602" y="1062"/>
                    </a:cubicBezTo>
                    <a:cubicBezTo>
                      <a:pt x="5007" y="467"/>
                      <a:pt x="4200" y="132"/>
                      <a:pt x="3359" y="132"/>
                    </a:cubicBezTo>
                    <a:cubicBezTo>
                      <a:pt x="2518" y="132"/>
                      <a:pt x="1711" y="467"/>
                      <a:pt x="1117" y="1062"/>
                    </a:cubicBezTo>
                    <a:cubicBezTo>
                      <a:pt x="522" y="1657"/>
                      <a:pt x="188" y="2464"/>
                      <a:pt x="188" y="3305"/>
                    </a:cubicBezTo>
                    <a:cubicBezTo>
                      <a:pt x="188" y="4147"/>
                      <a:pt x="522" y="4954"/>
                      <a:pt x="1117" y="5549"/>
                    </a:cubicBezTo>
                    <a:cubicBezTo>
                      <a:pt x="1711" y="6143"/>
                      <a:pt x="2518" y="6478"/>
                      <a:pt x="335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19" name="Freeform: Shape 8318">
                <a:extLst>
                  <a:ext uri="{FF2B5EF4-FFF2-40B4-BE49-F238E27FC236}">
                    <a16:creationId xmlns:a16="http://schemas.microsoft.com/office/drawing/2014/main" id="{74FD84DD-D22E-D7C3-9A04-B570E2998728}"/>
                  </a:ext>
                </a:extLst>
              </p:cNvPr>
              <p:cNvSpPr/>
              <p:nvPr/>
            </p:nvSpPr>
            <p:spPr>
              <a:xfrm>
                <a:off x="8810139" y="5159857"/>
                <a:ext cx="6343" cy="6345"/>
              </a:xfrm>
              <a:custGeom>
                <a:avLst/>
                <a:gdLst>
                  <a:gd name="connsiteX0" fmla="*/ 3361 w 6343"/>
                  <a:gd name="connsiteY0" fmla="*/ 6478 h 6345"/>
                  <a:gd name="connsiteX1" fmla="*/ 5603 w 6343"/>
                  <a:gd name="connsiteY1" fmla="*/ 5549 h 6345"/>
                  <a:gd name="connsiteX2" fmla="*/ 6532 w 6343"/>
                  <a:gd name="connsiteY2" fmla="*/ 3305 h 6345"/>
                  <a:gd name="connsiteX3" fmla="*/ 5603 w 6343"/>
                  <a:gd name="connsiteY3" fmla="*/ 1062 h 6345"/>
                  <a:gd name="connsiteX4" fmla="*/ 3361 w 6343"/>
                  <a:gd name="connsiteY4" fmla="*/ 132 h 6345"/>
                  <a:gd name="connsiteX5" fmla="*/ 1118 w 6343"/>
                  <a:gd name="connsiteY5" fmla="*/ 1062 h 6345"/>
                  <a:gd name="connsiteX6" fmla="*/ 189 w 6343"/>
                  <a:gd name="connsiteY6" fmla="*/ 3305 h 6345"/>
                  <a:gd name="connsiteX7" fmla="*/ 1118 w 6343"/>
                  <a:gd name="connsiteY7" fmla="*/ 5549 h 6345"/>
                  <a:gd name="connsiteX8" fmla="*/ 336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78"/>
                    </a:moveTo>
                    <a:cubicBezTo>
                      <a:pt x="4202" y="6478"/>
                      <a:pt x="5009" y="6144"/>
                      <a:pt x="5603" y="5549"/>
                    </a:cubicBezTo>
                    <a:cubicBezTo>
                      <a:pt x="6198" y="4954"/>
                      <a:pt x="6532" y="4147"/>
                      <a:pt x="6532" y="3305"/>
                    </a:cubicBezTo>
                    <a:cubicBezTo>
                      <a:pt x="6532" y="2464"/>
                      <a:pt x="6198" y="1657"/>
                      <a:pt x="5603" y="1062"/>
                    </a:cubicBezTo>
                    <a:cubicBezTo>
                      <a:pt x="5009" y="467"/>
                      <a:pt x="4202" y="132"/>
                      <a:pt x="3361" y="132"/>
                    </a:cubicBezTo>
                    <a:cubicBezTo>
                      <a:pt x="2520" y="132"/>
                      <a:pt x="1713" y="467"/>
                      <a:pt x="1118" y="1062"/>
                    </a:cubicBezTo>
                    <a:cubicBezTo>
                      <a:pt x="523" y="1657"/>
                      <a:pt x="189" y="2464"/>
                      <a:pt x="189" y="3305"/>
                    </a:cubicBezTo>
                    <a:cubicBezTo>
                      <a:pt x="189" y="4147"/>
                      <a:pt x="523" y="4954"/>
                      <a:pt x="1118" y="5549"/>
                    </a:cubicBezTo>
                    <a:cubicBezTo>
                      <a:pt x="1713" y="6144"/>
                      <a:pt x="2520" y="6478"/>
                      <a:pt x="336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20" name="Freeform: Shape 8319">
                <a:extLst>
                  <a:ext uri="{FF2B5EF4-FFF2-40B4-BE49-F238E27FC236}">
                    <a16:creationId xmlns:a16="http://schemas.microsoft.com/office/drawing/2014/main" id="{E9CA8688-3F7F-4F54-884F-46732CED1A73}"/>
                  </a:ext>
                </a:extLst>
              </p:cNvPr>
              <p:cNvSpPr/>
              <p:nvPr/>
            </p:nvSpPr>
            <p:spPr>
              <a:xfrm>
                <a:off x="8829046" y="5159907"/>
                <a:ext cx="6343" cy="6345"/>
              </a:xfrm>
              <a:custGeom>
                <a:avLst/>
                <a:gdLst>
                  <a:gd name="connsiteX0" fmla="*/ 3362 w 6343"/>
                  <a:gd name="connsiteY0" fmla="*/ 6478 h 6345"/>
                  <a:gd name="connsiteX1" fmla="*/ 5605 w 6343"/>
                  <a:gd name="connsiteY1" fmla="*/ 5549 h 6345"/>
                  <a:gd name="connsiteX2" fmla="*/ 6534 w 6343"/>
                  <a:gd name="connsiteY2" fmla="*/ 3305 h 6345"/>
                  <a:gd name="connsiteX3" fmla="*/ 5605 w 6343"/>
                  <a:gd name="connsiteY3" fmla="*/ 1062 h 6345"/>
                  <a:gd name="connsiteX4" fmla="*/ 3362 w 6343"/>
                  <a:gd name="connsiteY4" fmla="*/ 132 h 6345"/>
                  <a:gd name="connsiteX5" fmla="*/ 1120 w 6343"/>
                  <a:gd name="connsiteY5" fmla="*/ 1062 h 6345"/>
                  <a:gd name="connsiteX6" fmla="*/ 191 w 6343"/>
                  <a:gd name="connsiteY6" fmla="*/ 3305 h 6345"/>
                  <a:gd name="connsiteX7" fmla="*/ 1120 w 6343"/>
                  <a:gd name="connsiteY7" fmla="*/ 5549 h 6345"/>
                  <a:gd name="connsiteX8" fmla="*/ 336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2" y="6478"/>
                    </a:moveTo>
                    <a:cubicBezTo>
                      <a:pt x="4203" y="6478"/>
                      <a:pt x="5010" y="6144"/>
                      <a:pt x="5605" y="5549"/>
                    </a:cubicBezTo>
                    <a:cubicBezTo>
                      <a:pt x="6200" y="4954"/>
                      <a:pt x="6534" y="4147"/>
                      <a:pt x="6534" y="3305"/>
                    </a:cubicBezTo>
                    <a:cubicBezTo>
                      <a:pt x="6534" y="2464"/>
                      <a:pt x="6200" y="1657"/>
                      <a:pt x="5605" y="1062"/>
                    </a:cubicBezTo>
                    <a:cubicBezTo>
                      <a:pt x="5010" y="467"/>
                      <a:pt x="4203" y="132"/>
                      <a:pt x="3362" y="132"/>
                    </a:cubicBezTo>
                    <a:cubicBezTo>
                      <a:pt x="2521" y="132"/>
                      <a:pt x="1714" y="467"/>
                      <a:pt x="1120" y="1062"/>
                    </a:cubicBezTo>
                    <a:cubicBezTo>
                      <a:pt x="525" y="1657"/>
                      <a:pt x="191" y="2464"/>
                      <a:pt x="191" y="3305"/>
                    </a:cubicBezTo>
                    <a:cubicBezTo>
                      <a:pt x="191" y="4147"/>
                      <a:pt x="525" y="4954"/>
                      <a:pt x="1120" y="5549"/>
                    </a:cubicBezTo>
                    <a:cubicBezTo>
                      <a:pt x="1714" y="6144"/>
                      <a:pt x="2521" y="6478"/>
                      <a:pt x="336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21" name="Freeform: Shape 8320">
                <a:extLst>
                  <a:ext uri="{FF2B5EF4-FFF2-40B4-BE49-F238E27FC236}">
                    <a16:creationId xmlns:a16="http://schemas.microsoft.com/office/drawing/2014/main" id="{E6AC398B-431E-CE12-D401-E961255F7F5B}"/>
                  </a:ext>
                </a:extLst>
              </p:cNvPr>
              <p:cNvSpPr/>
              <p:nvPr/>
            </p:nvSpPr>
            <p:spPr>
              <a:xfrm>
                <a:off x="8852761" y="5161269"/>
                <a:ext cx="6343" cy="6345"/>
              </a:xfrm>
              <a:custGeom>
                <a:avLst/>
                <a:gdLst>
                  <a:gd name="connsiteX0" fmla="*/ 3364 w 6343"/>
                  <a:gd name="connsiteY0" fmla="*/ 6478 h 6345"/>
                  <a:gd name="connsiteX1" fmla="*/ 5607 w 6343"/>
                  <a:gd name="connsiteY1" fmla="*/ 5549 h 6345"/>
                  <a:gd name="connsiteX2" fmla="*/ 6536 w 6343"/>
                  <a:gd name="connsiteY2" fmla="*/ 3305 h 6345"/>
                  <a:gd name="connsiteX3" fmla="*/ 5607 w 6343"/>
                  <a:gd name="connsiteY3" fmla="*/ 1062 h 6345"/>
                  <a:gd name="connsiteX4" fmla="*/ 3364 w 6343"/>
                  <a:gd name="connsiteY4" fmla="*/ 133 h 6345"/>
                  <a:gd name="connsiteX5" fmla="*/ 1122 w 6343"/>
                  <a:gd name="connsiteY5" fmla="*/ 1062 h 6345"/>
                  <a:gd name="connsiteX6" fmla="*/ 193 w 6343"/>
                  <a:gd name="connsiteY6" fmla="*/ 3305 h 6345"/>
                  <a:gd name="connsiteX7" fmla="*/ 1122 w 6343"/>
                  <a:gd name="connsiteY7" fmla="*/ 5549 h 6345"/>
                  <a:gd name="connsiteX8" fmla="*/ 336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478"/>
                    </a:moveTo>
                    <a:cubicBezTo>
                      <a:pt x="4205" y="6478"/>
                      <a:pt x="5012" y="6144"/>
                      <a:pt x="5607" y="5549"/>
                    </a:cubicBezTo>
                    <a:cubicBezTo>
                      <a:pt x="6202" y="4954"/>
                      <a:pt x="6536" y="4147"/>
                      <a:pt x="6536" y="3305"/>
                    </a:cubicBezTo>
                    <a:cubicBezTo>
                      <a:pt x="6536" y="2464"/>
                      <a:pt x="6202" y="1657"/>
                      <a:pt x="5607" y="1062"/>
                    </a:cubicBezTo>
                    <a:cubicBezTo>
                      <a:pt x="5012" y="467"/>
                      <a:pt x="4205" y="133"/>
                      <a:pt x="3364" y="133"/>
                    </a:cubicBezTo>
                    <a:cubicBezTo>
                      <a:pt x="2523" y="133"/>
                      <a:pt x="1716" y="467"/>
                      <a:pt x="1122" y="1062"/>
                    </a:cubicBezTo>
                    <a:cubicBezTo>
                      <a:pt x="527" y="1657"/>
                      <a:pt x="193" y="2464"/>
                      <a:pt x="193" y="3305"/>
                    </a:cubicBezTo>
                    <a:cubicBezTo>
                      <a:pt x="193" y="4147"/>
                      <a:pt x="527" y="4954"/>
                      <a:pt x="1122" y="5549"/>
                    </a:cubicBezTo>
                    <a:cubicBezTo>
                      <a:pt x="1716" y="6144"/>
                      <a:pt x="2523" y="6478"/>
                      <a:pt x="336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22" name="Freeform: Shape 8321">
                <a:extLst>
                  <a:ext uri="{FF2B5EF4-FFF2-40B4-BE49-F238E27FC236}">
                    <a16:creationId xmlns:a16="http://schemas.microsoft.com/office/drawing/2014/main" id="{F4D6961F-29A5-B874-2CC4-4CBAA5547B00}"/>
                  </a:ext>
                </a:extLst>
              </p:cNvPr>
              <p:cNvSpPr/>
              <p:nvPr/>
            </p:nvSpPr>
            <p:spPr>
              <a:xfrm>
                <a:off x="8868126" y="5160998"/>
                <a:ext cx="6343" cy="6345"/>
              </a:xfrm>
              <a:custGeom>
                <a:avLst/>
                <a:gdLst>
                  <a:gd name="connsiteX0" fmla="*/ 3365 w 6343"/>
                  <a:gd name="connsiteY0" fmla="*/ 6478 h 6345"/>
                  <a:gd name="connsiteX1" fmla="*/ 5608 w 6343"/>
                  <a:gd name="connsiteY1" fmla="*/ 5549 h 6345"/>
                  <a:gd name="connsiteX2" fmla="*/ 6537 w 6343"/>
                  <a:gd name="connsiteY2" fmla="*/ 3305 h 6345"/>
                  <a:gd name="connsiteX3" fmla="*/ 5608 w 6343"/>
                  <a:gd name="connsiteY3" fmla="*/ 1062 h 6345"/>
                  <a:gd name="connsiteX4" fmla="*/ 3365 w 6343"/>
                  <a:gd name="connsiteY4" fmla="*/ 133 h 6345"/>
                  <a:gd name="connsiteX5" fmla="*/ 1123 w 6343"/>
                  <a:gd name="connsiteY5" fmla="*/ 1062 h 6345"/>
                  <a:gd name="connsiteX6" fmla="*/ 194 w 6343"/>
                  <a:gd name="connsiteY6" fmla="*/ 3305 h 6345"/>
                  <a:gd name="connsiteX7" fmla="*/ 1123 w 6343"/>
                  <a:gd name="connsiteY7" fmla="*/ 5549 h 6345"/>
                  <a:gd name="connsiteX8" fmla="*/ 336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478"/>
                    </a:moveTo>
                    <a:cubicBezTo>
                      <a:pt x="4207" y="6478"/>
                      <a:pt x="5013" y="6144"/>
                      <a:pt x="5608" y="5549"/>
                    </a:cubicBezTo>
                    <a:cubicBezTo>
                      <a:pt x="6203" y="4954"/>
                      <a:pt x="6537" y="4147"/>
                      <a:pt x="6537" y="3305"/>
                    </a:cubicBezTo>
                    <a:cubicBezTo>
                      <a:pt x="6537" y="2464"/>
                      <a:pt x="6203" y="1657"/>
                      <a:pt x="5608" y="1062"/>
                    </a:cubicBezTo>
                    <a:cubicBezTo>
                      <a:pt x="5013" y="467"/>
                      <a:pt x="4207" y="133"/>
                      <a:pt x="3365" y="133"/>
                    </a:cubicBezTo>
                    <a:cubicBezTo>
                      <a:pt x="2524" y="133"/>
                      <a:pt x="1718" y="467"/>
                      <a:pt x="1123" y="1062"/>
                    </a:cubicBezTo>
                    <a:cubicBezTo>
                      <a:pt x="528" y="1657"/>
                      <a:pt x="194" y="2464"/>
                      <a:pt x="194" y="3305"/>
                    </a:cubicBezTo>
                    <a:cubicBezTo>
                      <a:pt x="194" y="4147"/>
                      <a:pt x="528" y="4954"/>
                      <a:pt x="1123" y="5549"/>
                    </a:cubicBezTo>
                    <a:cubicBezTo>
                      <a:pt x="1718" y="6144"/>
                      <a:pt x="2524" y="6478"/>
                      <a:pt x="336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23" name="Freeform: Shape 8322">
                <a:extLst>
                  <a:ext uri="{FF2B5EF4-FFF2-40B4-BE49-F238E27FC236}">
                    <a16:creationId xmlns:a16="http://schemas.microsoft.com/office/drawing/2014/main" id="{B0760802-4950-3F0E-90D7-990854C213BD}"/>
                  </a:ext>
                </a:extLst>
              </p:cNvPr>
              <p:cNvSpPr/>
              <p:nvPr/>
            </p:nvSpPr>
            <p:spPr>
              <a:xfrm>
                <a:off x="8882008" y="5160563"/>
                <a:ext cx="6343" cy="6345"/>
              </a:xfrm>
              <a:custGeom>
                <a:avLst/>
                <a:gdLst>
                  <a:gd name="connsiteX0" fmla="*/ 3366 w 6343"/>
                  <a:gd name="connsiteY0" fmla="*/ 6478 h 6345"/>
                  <a:gd name="connsiteX1" fmla="*/ 5609 w 6343"/>
                  <a:gd name="connsiteY1" fmla="*/ 5549 h 6345"/>
                  <a:gd name="connsiteX2" fmla="*/ 6538 w 6343"/>
                  <a:gd name="connsiteY2" fmla="*/ 3305 h 6345"/>
                  <a:gd name="connsiteX3" fmla="*/ 5609 w 6343"/>
                  <a:gd name="connsiteY3" fmla="*/ 1062 h 6345"/>
                  <a:gd name="connsiteX4" fmla="*/ 3366 w 6343"/>
                  <a:gd name="connsiteY4" fmla="*/ 132 h 6345"/>
                  <a:gd name="connsiteX5" fmla="*/ 1124 w 6343"/>
                  <a:gd name="connsiteY5" fmla="*/ 1062 h 6345"/>
                  <a:gd name="connsiteX6" fmla="*/ 195 w 6343"/>
                  <a:gd name="connsiteY6" fmla="*/ 3305 h 6345"/>
                  <a:gd name="connsiteX7" fmla="*/ 1124 w 6343"/>
                  <a:gd name="connsiteY7" fmla="*/ 5549 h 6345"/>
                  <a:gd name="connsiteX8" fmla="*/ 336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6" y="6478"/>
                    </a:moveTo>
                    <a:cubicBezTo>
                      <a:pt x="4208" y="6478"/>
                      <a:pt x="5014" y="6144"/>
                      <a:pt x="5609" y="5549"/>
                    </a:cubicBezTo>
                    <a:cubicBezTo>
                      <a:pt x="6204" y="4954"/>
                      <a:pt x="6538" y="4147"/>
                      <a:pt x="6538" y="3305"/>
                    </a:cubicBezTo>
                    <a:cubicBezTo>
                      <a:pt x="6538" y="2464"/>
                      <a:pt x="6204" y="1657"/>
                      <a:pt x="5609" y="1062"/>
                    </a:cubicBezTo>
                    <a:cubicBezTo>
                      <a:pt x="5014" y="467"/>
                      <a:pt x="4208" y="132"/>
                      <a:pt x="3366" y="132"/>
                    </a:cubicBezTo>
                    <a:cubicBezTo>
                      <a:pt x="2525" y="132"/>
                      <a:pt x="1719" y="467"/>
                      <a:pt x="1124" y="1062"/>
                    </a:cubicBezTo>
                    <a:cubicBezTo>
                      <a:pt x="529" y="1657"/>
                      <a:pt x="195" y="2464"/>
                      <a:pt x="195" y="3305"/>
                    </a:cubicBezTo>
                    <a:cubicBezTo>
                      <a:pt x="195" y="4147"/>
                      <a:pt x="529" y="4954"/>
                      <a:pt x="1124" y="5549"/>
                    </a:cubicBezTo>
                    <a:cubicBezTo>
                      <a:pt x="1719" y="6144"/>
                      <a:pt x="2525" y="6478"/>
                      <a:pt x="336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24" name="Freeform: Shape 8323">
                <a:extLst>
                  <a:ext uri="{FF2B5EF4-FFF2-40B4-BE49-F238E27FC236}">
                    <a16:creationId xmlns:a16="http://schemas.microsoft.com/office/drawing/2014/main" id="{05E8275C-7266-FD59-A932-29CFD1F63B86}"/>
                  </a:ext>
                </a:extLst>
              </p:cNvPr>
              <p:cNvSpPr/>
              <p:nvPr/>
            </p:nvSpPr>
            <p:spPr>
              <a:xfrm>
                <a:off x="8901539" y="5161675"/>
                <a:ext cx="6343" cy="6345"/>
              </a:xfrm>
              <a:custGeom>
                <a:avLst/>
                <a:gdLst>
                  <a:gd name="connsiteX0" fmla="*/ 3368 w 6343"/>
                  <a:gd name="connsiteY0" fmla="*/ 6478 h 6345"/>
                  <a:gd name="connsiteX1" fmla="*/ 5611 w 6343"/>
                  <a:gd name="connsiteY1" fmla="*/ 5549 h 6345"/>
                  <a:gd name="connsiteX2" fmla="*/ 6540 w 6343"/>
                  <a:gd name="connsiteY2" fmla="*/ 3305 h 6345"/>
                  <a:gd name="connsiteX3" fmla="*/ 5611 w 6343"/>
                  <a:gd name="connsiteY3" fmla="*/ 1062 h 6345"/>
                  <a:gd name="connsiteX4" fmla="*/ 3368 w 6343"/>
                  <a:gd name="connsiteY4" fmla="*/ 133 h 6345"/>
                  <a:gd name="connsiteX5" fmla="*/ 1125 w 6343"/>
                  <a:gd name="connsiteY5" fmla="*/ 1062 h 6345"/>
                  <a:gd name="connsiteX6" fmla="*/ 196 w 6343"/>
                  <a:gd name="connsiteY6" fmla="*/ 3305 h 6345"/>
                  <a:gd name="connsiteX7" fmla="*/ 1125 w 6343"/>
                  <a:gd name="connsiteY7" fmla="*/ 5549 h 6345"/>
                  <a:gd name="connsiteX8" fmla="*/ 336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78"/>
                    </a:moveTo>
                    <a:cubicBezTo>
                      <a:pt x="4209" y="6478"/>
                      <a:pt x="5016" y="6144"/>
                      <a:pt x="5611" y="5549"/>
                    </a:cubicBezTo>
                    <a:cubicBezTo>
                      <a:pt x="6205" y="4954"/>
                      <a:pt x="6540" y="4147"/>
                      <a:pt x="6540" y="3305"/>
                    </a:cubicBezTo>
                    <a:cubicBezTo>
                      <a:pt x="6540" y="2464"/>
                      <a:pt x="6205" y="1657"/>
                      <a:pt x="5611" y="1062"/>
                    </a:cubicBezTo>
                    <a:cubicBezTo>
                      <a:pt x="5016" y="467"/>
                      <a:pt x="4209" y="133"/>
                      <a:pt x="3368" y="133"/>
                    </a:cubicBezTo>
                    <a:cubicBezTo>
                      <a:pt x="2527" y="133"/>
                      <a:pt x="1720" y="467"/>
                      <a:pt x="1125" y="1062"/>
                    </a:cubicBezTo>
                    <a:cubicBezTo>
                      <a:pt x="531" y="1657"/>
                      <a:pt x="196" y="2464"/>
                      <a:pt x="196" y="3305"/>
                    </a:cubicBezTo>
                    <a:cubicBezTo>
                      <a:pt x="196" y="4147"/>
                      <a:pt x="531" y="4954"/>
                      <a:pt x="1125" y="5549"/>
                    </a:cubicBezTo>
                    <a:cubicBezTo>
                      <a:pt x="1720" y="6144"/>
                      <a:pt x="2527" y="6478"/>
                      <a:pt x="336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25" name="Freeform: Shape 8324">
                <a:extLst>
                  <a:ext uri="{FF2B5EF4-FFF2-40B4-BE49-F238E27FC236}">
                    <a16:creationId xmlns:a16="http://schemas.microsoft.com/office/drawing/2014/main" id="{E1A310DA-F9AD-B062-3F6E-9F29B798320C}"/>
                  </a:ext>
                </a:extLst>
              </p:cNvPr>
              <p:cNvSpPr/>
              <p:nvPr/>
            </p:nvSpPr>
            <p:spPr>
              <a:xfrm>
                <a:off x="8915742" y="5161696"/>
                <a:ext cx="6343" cy="6345"/>
              </a:xfrm>
              <a:custGeom>
                <a:avLst/>
                <a:gdLst>
                  <a:gd name="connsiteX0" fmla="*/ 3369 w 6343"/>
                  <a:gd name="connsiteY0" fmla="*/ 6478 h 6345"/>
                  <a:gd name="connsiteX1" fmla="*/ 5612 w 6343"/>
                  <a:gd name="connsiteY1" fmla="*/ 5549 h 6345"/>
                  <a:gd name="connsiteX2" fmla="*/ 6541 w 6343"/>
                  <a:gd name="connsiteY2" fmla="*/ 3305 h 6345"/>
                  <a:gd name="connsiteX3" fmla="*/ 5612 w 6343"/>
                  <a:gd name="connsiteY3" fmla="*/ 1062 h 6345"/>
                  <a:gd name="connsiteX4" fmla="*/ 3369 w 6343"/>
                  <a:gd name="connsiteY4" fmla="*/ 133 h 6345"/>
                  <a:gd name="connsiteX5" fmla="*/ 1127 w 6343"/>
                  <a:gd name="connsiteY5" fmla="*/ 1062 h 6345"/>
                  <a:gd name="connsiteX6" fmla="*/ 198 w 6343"/>
                  <a:gd name="connsiteY6" fmla="*/ 3305 h 6345"/>
                  <a:gd name="connsiteX7" fmla="*/ 1127 w 6343"/>
                  <a:gd name="connsiteY7" fmla="*/ 5549 h 6345"/>
                  <a:gd name="connsiteX8" fmla="*/ 336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78"/>
                    </a:moveTo>
                    <a:cubicBezTo>
                      <a:pt x="4210" y="6478"/>
                      <a:pt x="5017" y="6144"/>
                      <a:pt x="5612" y="5549"/>
                    </a:cubicBezTo>
                    <a:cubicBezTo>
                      <a:pt x="6207" y="4954"/>
                      <a:pt x="6541" y="4147"/>
                      <a:pt x="6541" y="3305"/>
                    </a:cubicBezTo>
                    <a:cubicBezTo>
                      <a:pt x="6541" y="2464"/>
                      <a:pt x="6207" y="1657"/>
                      <a:pt x="5612" y="1062"/>
                    </a:cubicBezTo>
                    <a:cubicBezTo>
                      <a:pt x="5017" y="467"/>
                      <a:pt x="4210" y="133"/>
                      <a:pt x="3369" y="133"/>
                    </a:cubicBezTo>
                    <a:cubicBezTo>
                      <a:pt x="2528" y="133"/>
                      <a:pt x="1721" y="467"/>
                      <a:pt x="1127" y="1062"/>
                    </a:cubicBezTo>
                    <a:cubicBezTo>
                      <a:pt x="532" y="1657"/>
                      <a:pt x="198" y="2464"/>
                      <a:pt x="198" y="3305"/>
                    </a:cubicBezTo>
                    <a:cubicBezTo>
                      <a:pt x="198" y="4147"/>
                      <a:pt x="532" y="4954"/>
                      <a:pt x="1127" y="5549"/>
                    </a:cubicBezTo>
                    <a:cubicBezTo>
                      <a:pt x="1721" y="6144"/>
                      <a:pt x="2528" y="6478"/>
                      <a:pt x="336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26" name="Freeform: Shape 8325">
                <a:extLst>
                  <a:ext uri="{FF2B5EF4-FFF2-40B4-BE49-F238E27FC236}">
                    <a16:creationId xmlns:a16="http://schemas.microsoft.com/office/drawing/2014/main" id="{0B415481-C25E-8ECA-8C82-40733E87BE13}"/>
                  </a:ext>
                </a:extLst>
              </p:cNvPr>
              <p:cNvSpPr/>
              <p:nvPr/>
            </p:nvSpPr>
            <p:spPr>
              <a:xfrm>
                <a:off x="8928709" y="5161575"/>
                <a:ext cx="6343" cy="6345"/>
              </a:xfrm>
              <a:custGeom>
                <a:avLst/>
                <a:gdLst>
                  <a:gd name="connsiteX0" fmla="*/ 3370 w 6343"/>
                  <a:gd name="connsiteY0" fmla="*/ 6478 h 6345"/>
                  <a:gd name="connsiteX1" fmla="*/ 5613 w 6343"/>
                  <a:gd name="connsiteY1" fmla="*/ 5549 h 6345"/>
                  <a:gd name="connsiteX2" fmla="*/ 6542 w 6343"/>
                  <a:gd name="connsiteY2" fmla="*/ 3305 h 6345"/>
                  <a:gd name="connsiteX3" fmla="*/ 5613 w 6343"/>
                  <a:gd name="connsiteY3" fmla="*/ 1062 h 6345"/>
                  <a:gd name="connsiteX4" fmla="*/ 3370 w 6343"/>
                  <a:gd name="connsiteY4" fmla="*/ 133 h 6345"/>
                  <a:gd name="connsiteX5" fmla="*/ 1128 w 6343"/>
                  <a:gd name="connsiteY5" fmla="*/ 1062 h 6345"/>
                  <a:gd name="connsiteX6" fmla="*/ 199 w 6343"/>
                  <a:gd name="connsiteY6" fmla="*/ 3305 h 6345"/>
                  <a:gd name="connsiteX7" fmla="*/ 1128 w 6343"/>
                  <a:gd name="connsiteY7" fmla="*/ 5549 h 6345"/>
                  <a:gd name="connsiteX8" fmla="*/ 337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78"/>
                    </a:moveTo>
                    <a:cubicBezTo>
                      <a:pt x="4211" y="6478"/>
                      <a:pt x="5018" y="6144"/>
                      <a:pt x="5613" y="5549"/>
                    </a:cubicBezTo>
                    <a:cubicBezTo>
                      <a:pt x="6208" y="4954"/>
                      <a:pt x="6542" y="4147"/>
                      <a:pt x="6542" y="3305"/>
                    </a:cubicBezTo>
                    <a:cubicBezTo>
                      <a:pt x="6542" y="2464"/>
                      <a:pt x="6208" y="1657"/>
                      <a:pt x="5613" y="1062"/>
                    </a:cubicBezTo>
                    <a:cubicBezTo>
                      <a:pt x="5018" y="467"/>
                      <a:pt x="4211" y="133"/>
                      <a:pt x="3370" y="133"/>
                    </a:cubicBezTo>
                    <a:cubicBezTo>
                      <a:pt x="2529" y="133"/>
                      <a:pt x="1722" y="467"/>
                      <a:pt x="1128" y="1062"/>
                    </a:cubicBezTo>
                    <a:cubicBezTo>
                      <a:pt x="533" y="1657"/>
                      <a:pt x="199" y="2464"/>
                      <a:pt x="199" y="3305"/>
                    </a:cubicBezTo>
                    <a:cubicBezTo>
                      <a:pt x="199" y="4147"/>
                      <a:pt x="533" y="4954"/>
                      <a:pt x="1128" y="5549"/>
                    </a:cubicBezTo>
                    <a:cubicBezTo>
                      <a:pt x="1722" y="6144"/>
                      <a:pt x="2529" y="6478"/>
                      <a:pt x="337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27" name="Freeform: Shape 8326">
                <a:extLst>
                  <a:ext uri="{FF2B5EF4-FFF2-40B4-BE49-F238E27FC236}">
                    <a16:creationId xmlns:a16="http://schemas.microsoft.com/office/drawing/2014/main" id="{0266072A-BD90-2640-4507-2D89B6EAE773}"/>
                  </a:ext>
                </a:extLst>
              </p:cNvPr>
              <p:cNvSpPr/>
              <p:nvPr/>
            </p:nvSpPr>
            <p:spPr>
              <a:xfrm>
                <a:off x="8942021" y="5161703"/>
                <a:ext cx="6343" cy="6345"/>
              </a:xfrm>
              <a:custGeom>
                <a:avLst/>
                <a:gdLst>
                  <a:gd name="connsiteX0" fmla="*/ 3371 w 6343"/>
                  <a:gd name="connsiteY0" fmla="*/ 6478 h 6345"/>
                  <a:gd name="connsiteX1" fmla="*/ 5614 w 6343"/>
                  <a:gd name="connsiteY1" fmla="*/ 5549 h 6345"/>
                  <a:gd name="connsiteX2" fmla="*/ 6543 w 6343"/>
                  <a:gd name="connsiteY2" fmla="*/ 3305 h 6345"/>
                  <a:gd name="connsiteX3" fmla="*/ 5614 w 6343"/>
                  <a:gd name="connsiteY3" fmla="*/ 1062 h 6345"/>
                  <a:gd name="connsiteX4" fmla="*/ 3371 w 6343"/>
                  <a:gd name="connsiteY4" fmla="*/ 133 h 6345"/>
                  <a:gd name="connsiteX5" fmla="*/ 1129 w 6343"/>
                  <a:gd name="connsiteY5" fmla="*/ 1062 h 6345"/>
                  <a:gd name="connsiteX6" fmla="*/ 200 w 6343"/>
                  <a:gd name="connsiteY6" fmla="*/ 3305 h 6345"/>
                  <a:gd name="connsiteX7" fmla="*/ 1129 w 6343"/>
                  <a:gd name="connsiteY7" fmla="*/ 5549 h 6345"/>
                  <a:gd name="connsiteX8" fmla="*/ 337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78"/>
                    </a:moveTo>
                    <a:cubicBezTo>
                      <a:pt x="4212" y="6478"/>
                      <a:pt x="5019" y="6144"/>
                      <a:pt x="5614" y="5549"/>
                    </a:cubicBezTo>
                    <a:cubicBezTo>
                      <a:pt x="6209" y="4954"/>
                      <a:pt x="6543" y="4147"/>
                      <a:pt x="6543" y="3305"/>
                    </a:cubicBezTo>
                    <a:cubicBezTo>
                      <a:pt x="6543" y="2464"/>
                      <a:pt x="6209" y="1657"/>
                      <a:pt x="5614" y="1062"/>
                    </a:cubicBezTo>
                    <a:cubicBezTo>
                      <a:pt x="5019" y="467"/>
                      <a:pt x="4212" y="133"/>
                      <a:pt x="3371" y="133"/>
                    </a:cubicBezTo>
                    <a:cubicBezTo>
                      <a:pt x="2530" y="133"/>
                      <a:pt x="1723" y="467"/>
                      <a:pt x="1129" y="1062"/>
                    </a:cubicBezTo>
                    <a:cubicBezTo>
                      <a:pt x="534" y="1657"/>
                      <a:pt x="200" y="2464"/>
                      <a:pt x="200" y="3305"/>
                    </a:cubicBezTo>
                    <a:cubicBezTo>
                      <a:pt x="200" y="4147"/>
                      <a:pt x="534" y="4954"/>
                      <a:pt x="1129" y="5549"/>
                    </a:cubicBezTo>
                    <a:cubicBezTo>
                      <a:pt x="1723" y="6144"/>
                      <a:pt x="2530" y="6478"/>
                      <a:pt x="337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28" name="Freeform: Shape 8327">
                <a:extLst>
                  <a:ext uri="{FF2B5EF4-FFF2-40B4-BE49-F238E27FC236}">
                    <a16:creationId xmlns:a16="http://schemas.microsoft.com/office/drawing/2014/main" id="{B036E107-97DF-C997-4D74-C5B683770C4C}"/>
                  </a:ext>
                </a:extLst>
              </p:cNvPr>
              <p:cNvSpPr/>
              <p:nvPr/>
            </p:nvSpPr>
            <p:spPr>
              <a:xfrm>
                <a:off x="8955312" y="5161990"/>
                <a:ext cx="6343" cy="6345"/>
              </a:xfrm>
              <a:custGeom>
                <a:avLst/>
                <a:gdLst>
                  <a:gd name="connsiteX0" fmla="*/ 3372 w 6343"/>
                  <a:gd name="connsiteY0" fmla="*/ 6478 h 6345"/>
                  <a:gd name="connsiteX1" fmla="*/ 5615 w 6343"/>
                  <a:gd name="connsiteY1" fmla="*/ 5549 h 6345"/>
                  <a:gd name="connsiteX2" fmla="*/ 6544 w 6343"/>
                  <a:gd name="connsiteY2" fmla="*/ 3305 h 6345"/>
                  <a:gd name="connsiteX3" fmla="*/ 5615 w 6343"/>
                  <a:gd name="connsiteY3" fmla="*/ 1062 h 6345"/>
                  <a:gd name="connsiteX4" fmla="*/ 3372 w 6343"/>
                  <a:gd name="connsiteY4" fmla="*/ 133 h 6345"/>
                  <a:gd name="connsiteX5" fmla="*/ 1130 w 6343"/>
                  <a:gd name="connsiteY5" fmla="*/ 1062 h 6345"/>
                  <a:gd name="connsiteX6" fmla="*/ 201 w 6343"/>
                  <a:gd name="connsiteY6" fmla="*/ 3305 h 6345"/>
                  <a:gd name="connsiteX7" fmla="*/ 1130 w 6343"/>
                  <a:gd name="connsiteY7" fmla="*/ 5549 h 6345"/>
                  <a:gd name="connsiteX8" fmla="*/ 337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78"/>
                    </a:moveTo>
                    <a:cubicBezTo>
                      <a:pt x="4213" y="6478"/>
                      <a:pt x="5020" y="6144"/>
                      <a:pt x="5615" y="5549"/>
                    </a:cubicBezTo>
                    <a:cubicBezTo>
                      <a:pt x="6210" y="4954"/>
                      <a:pt x="6544" y="4147"/>
                      <a:pt x="6544" y="3305"/>
                    </a:cubicBezTo>
                    <a:cubicBezTo>
                      <a:pt x="6544" y="2464"/>
                      <a:pt x="6210" y="1657"/>
                      <a:pt x="5615" y="1062"/>
                    </a:cubicBezTo>
                    <a:cubicBezTo>
                      <a:pt x="5020" y="467"/>
                      <a:pt x="4213" y="133"/>
                      <a:pt x="3372" y="133"/>
                    </a:cubicBezTo>
                    <a:cubicBezTo>
                      <a:pt x="2531" y="133"/>
                      <a:pt x="1724" y="467"/>
                      <a:pt x="1130" y="1062"/>
                    </a:cubicBezTo>
                    <a:cubicBezTo>
                      <a:pt x="535" y="1657"/>
                      <a:pt x="201" y="2464"/>
                      <a:pt x="201" y="3305"/>
                    </a:cubicBezTo>
                    <a:cubicBezTo>
                      <a:pt x="201" y="4147"/>
                      <a:pt x="535" y="4954"/>
                      <a:pt x="1130" y="5549"/>
                    </a:cubicBezTo>
                    <a:cubicBezTo>
                      <a:pt x="1724" y="6144"/>
                      <a:pt x="2531" y="6478"/>
                      <a:pt x="337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29" name="Freeform: Shape 8328">
                <a:extLst>
                  <a:ext uri="{FF2B5EF4-FFF2-40B4-BE49-F238E27FC236}">
                    <a16:creationId xmlns:a16="http://schemas.microsoft.com/office/drawing/2014/main" id="{BED920C1-B95E-B4BB-58F8-B109FBABDA45}"/>
                  </a:ext>
                </a:extLst>
              </p:cNvPr>
              <p:cNvSpPr/>
              <p:nvPr/>
            </p:nvSpPr>
            <p:spPr>
              <a:xfrm>
                <a:off x="8967069" y="5162017"/>
                <a:ext cx="6343" cy="6345"/>
              </a:xfrm>
              <a:custGeom>
                <a:avLst/>
                <a:gdLst>
                  <a:gd name="connsiteX0" fmla="*/ 3373 w 6343"/>
                  <a:gd name="connsiteY0" fmla="*/ 6478 h 6345"/>
                  <a:gd name="connsiteX1" fmla="*/ 5616 w 6343"/>
                  <a:gd name="connsiteY1" fmla="*/ 5549 h 6345"/>
                  <a:gd name="connsiteX2" fmla="*/ 6545 w 6343"/>
                  <a:gd name="connsiteY2" fmla="*/ 3305 h 6345"/>
                  <a:gd name="connsiteX3" fmla="*/ 5616 w 6343"/>
                  <a:gd name="connsiteY3" fmla="*/ 1062 h 6345"/>
                  <a:gd name="connsiteX4" fmla="*/ 3373 w 6343"/>
                  <a:gd name="connsiteY4" fmla="*/ 133 h 6345"/>
                  <a:gd name="connsiteX5" fmla="*/ 1131 w 6343"/>
                  <a:gd name="connsiteY5" fmla="*/ 1062 h 6345"/>
                  <a:gd name="connsiteX6" fmla="*/ 202 w 6343"/>
                  <a:gd name="connsiteY6" fmla="*/ 3305 h 6345"/>
                  <a:gd name="connsiteX7" fmla="*/ 1131 w 6343"/>
                  <a:gd name="connsiteY7" fmla="*/ 5549 h 6345"/>
                  <a:gd name="connsiteX8" fmla="*/ 337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78"/>
                    </a:moveTo>
                    <a:cubicBezTo>
                      <a:pt x="4214" y="6478"/>
                      <a:pt x="5021" y="6144"/>
                      <a:pt x="5616" y="5549"/>
                    </a:cubicBezTo>
                    <a:cubicBezTo>
                      <a:pt x="6211" y="4954"/>
                      <a:pt x="6545" y="4147"/>
                      <a:pt x="6545" y="3305"/>
                    </a:cubicBezTo>
                    <a:cubicBezTo>
                      <a:pt x="6545" y="2464"/>
                      <a:pt x="6211" y="1657"/>
                      <a:pt x="5616" y="1062"/>
                    </a:cubicBezTo>
                    <a:cubicBezTo>
                      <a:pt x="5021" y="467"/>
                      <a:pt x="4214" y="133"/>
                      <a:pt x="3373" y="133"/>
                    </a:cubicBezTo>
                    <a:cubicBezTo>
                      <a:pt x="2532" y="133"/>
                      <a:pt x="1725" y="467"/>
                      <a:pt x="1131" y="1062"/>
                    </a:cubicBezTo>
                    <a:cubicBezTo>
                      <a:pt x="536" y="1657"/>
                      <a:pt x="202" y="2464"/>
                      <a:pt x="202" y="3305"/>
                    </a:cubicBezTo>
                    <a:cubicBezTo>
                      <a:pt x="202" y="4147"/>
                      <a:pt x="536" y="4954"/>
                      <a:pt x="1131" y="5549"/>
                    </a:cubicBezTo>
                    <a:cubicBezTo>
                      <a:pt x="1725" y="6144"/>
                      <a:pt x="2532" y="6478"/>
                      <a:pt x="337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30" name="Freeform: Shape 8329">
                <a:extLst>
                  <a:ext uri="{FF2B5EF4-FFF2-40B4-BE49-F238E27FC236}">
                    <a16:creationId xmlns:a16="http://schemas.microsoft.com/office/drawing/2014/main" id="{90CD6C3D-6C1E-0FCE-C021-77FE4282800C}"/>
                  </a:ext>
                </a:extLst>
              </p:cNvPr>
              <p:cNvSpPr/>
              <p:nvPr/>
            </p:nvSpPr>
            <p:spPr>
              <a:xfrm>
                <a:off x="8979290" y="5162320"/>
                <a:ext cx="6343" cy="6345"/>
              </a:xfrm>
              <a:custGeom>
                <a:avLst/>
                <a:gdLst>
                  <a:gd name="connsiteX0" fmla="*/ 3374 w 6343"/>
                  <a:gd name="connsiteY0" fmla="*/ 6478 h 6345"/>
                  <a:gd name="connsiteX1" fmla="*/ 5617 w 6343"/>
                  <a:gd name="connsiteY1" fmla="*/ 5549 h 6345"/>
                  <a:gd name="connsiteX2" fmla="*/ 6546 w 6343"/>
                  <a:gd name="connsiteY2" fmla="*/ 3305 h 6345"/>
                  <a:gd name="connsiteX3" fmla="*/ 5617 w 6343"/>
                  <a:gd name="connsiteY3" fmla="*/ 1062 h 6345"/>
                  <a:gd name="connsiteX4" fmla="*/ 3374 w 6343"/>
                  <a:gd name="connsiteY4" fmla="*/ 133 h 6345"/>
                  <a:gd name="connsiteX5" fmla="*/ 1132 w 6343"/>
                  <a:gd name="connsiteY5" fmla="*/ 1062 h 6345"/>
                  <a:gd name="connsiteX6" fmla="*/ 203 w 6343"/>
                  <a:gd name="connsiteY6" fmla="*/ 3305 h 6345"/>
                  <a:gd name="connsiteX7" fmla="*/ 1132 w 6343"/>
                  <a:gd name="connsiteY7" fmla="*/ 5549 h 6345"/>
                  <a:gd name="connsiteX8" fmla="*/ 337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78"/>
                    </a:moveTo>
                    <a:cubicBezTo>
                      <a:pt x="4215" y="6478"/>
                      <a:pt x="5022" y="6144"/>
                      <a:pt x="5617" y="5549"/>
                    </a:cubicBezTo>
                    <a:cubicBezTo>
                      <a:pt x="6212" y="4954"/>
                      <a:pt x="6546" y="4147"/>
                      <a:pt x="6546" y="3305"/>
                    </a:cubicBezTo>
                    <a:cubicBezTo>
                      <a:pt x="6546" y="2464"/>
                      <a:pt x="6212" y="1657"/>
                      <a:pt x="5617" y="1062"/>
                    </a:cubicBezTo>
                    <a:cubicBezTo>
                      <a:pt x="5022" y="467"/>
                      <a:pt x="4215" y="133"/>
                      <a:pt x="3374" y="133"/>
                    </a:cubicBezTo>
                    <a:cubicBezTo>
                      <a:pt x="2533" y="133"/>
                      <a:pt x="1726" y="467"/>
                      <a:pt x="1132" y="1062"/>
                    </a:cubicBezTo>
                    <a:cubicBezTo>
                      <a:pt x="537" y="1657"/>
                      <a:pt x="203" y="2464"/>
                      <a:pt x="203" y="3305"/>
                    </a:cubicBezTo>
                    <a:cubicBezTo>
                      <a:pt x="203" y="4147"/>
                      <a:pt x="537" y="4954"/>
                      <a:pt x="1132" y="5549"/>
                    </a:cubicBezTo>
                    <a:cubicBezTo>
                      <a:pt x="1726" y="6144"/>
                      <a:pt x="2533" y="6478"/>
                      <a:pt x="337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31" name="Freeform: Shape 8330">
                <a:extLst>
                  <a:ext uri="{FF2B5EF4-FFF2-40B4-BE49-F238E27FC236}">
                    <a16:creationId xmlns:a16="http://schemas.microsoft.com/office/drawing/2014/main" id="{A20EDB74-9709-D06D-A714-B1A65E6ABBCB}"/>
                  </a:ext>
                </a:extLst>
              </p:cNvPr>
              <p:cNvSpPr/>
              <p:nvPr/>
            </p:nvSpPr>
            <p:spPr>
              <a:xfrm>
                <a:off x="8990886" y="5162593"/>
                <a:ext cx="6343" cy="6345"/>
              </a:xfrm>
              <a:custGeom>
                <a:avLst/>
                <a:gdLst>
                  <a:gd name="connsiteX0" fmla="*/ 3375 w 6343"/>
                  <a:gd name="connsiteY0" fmla="*/ 6478 h 6345"/>
                  <a:gd name="connsiteX1" fmla="*/ 5618 w 6343"/>
                  <a:gd name="connsiteY1" fmla="*/ 5549 h 6345"/>
                  <a:gd name="connsiteX2" fmla="*/ 6547 w 6343"/>
                  <a:gd name="connsiteY2" fmla="*/ 3305 h 6345"/>
                  <a:gd name="connsiteX3" fmla="*/ 5618 w 6343"/>
                  <a:gd name="connsiteY3" fmla="*/ 1062 h 6345"/>
                  <a:gd name="connsiteX4" fmla="*/ 3375 w 6343"/>
                  <a:gd name="connsiteY4" fmla="*/ 133 h 6345"/>
                  <a:gd name="connsiteX5" fmla="*/ 1132 w 6343"/>
                  <a:gd name="connsiteY5" fmla="*/ 1062 h 6345"/>
                  <a:gd name="connsiteX6" fmla="*/ 204 w 6343"/>
                  <a:gd name="connsiteY6" fmla="*/ 3305 h 6345"/>
                  <a:gd name="connsiteX7" fmla="*/ 1132 w 6343"/>
                  <a:gd name="connsiteY7" fmla="*/ 5549 h 6345"/>
                  <a:gd name="connsiteX8" fmla="*/ 337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478"/>
                    </a:moveTo>
                    <a:cubicBezTo>
                      <a:pt x="4216" y="6478"/>
                      <a:pt x="5023" y="6144"/>
                      <a:pt x="5618" y="5549"/>
                    </a:cubicBezTo>
                    <a:cubicBezTo>
                      <a:pt x="6212" y="4954"/>
                      <a:pt x="6547" y="4147"/>
                      <a:pt x="6547" y="3305"/>
                    </a:cubicBezTo>
                    <a:cubicBezTo>
                      <a:pt x="6547" y="2464"/>
                      <a:pt x="6212" y="1657"/>
                      <a:pt x="5618" y="1062"/>
                    </a:cubicBezTo>
                    <a:cubicBezTo>
                      <a:pt x="5023" y="467"/>
                      <a:pt x="4216" y="133"/>
                      <a:pt x="3375" y="133"/>
                    </a:cubicBezTo>
                    <a:cubicBezTo>
                      <a:pt x="2534" y="133"/>
                      <a:pt x="1727" y="467"/>
                      <a:pt x="1132" y="1062"/>
                    </a:cubicBezTo>
                    <a:cubicBezTo>
                      <a:pt x="538" y="1657"/>
                      <a:pt x="204" y="2464"/>
                      <a:pt x="204" y="3305"/>
                    </a:cubicBezTo>
                    <a:cubicBezTo>
                      <a:pt x="204" y="4147"/>
                      <a:pt x="538" y="4954"/>
                      <a:pt x="1132" y="5549"/>
                    </a:cubicBezTo>
                    <a:cubicBezTo>
                      <a:pt x="1727" y="6144"/>
                      <a:pt x="2534" y="6478"/>
                      <a:pt x="337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32" name="Freeform: Shape 8331">
                <a:extLst>
                  <a:ext uri="{FF2B5EF4-FFF2-40B4-BE49-F238E27FC236}">
                    <a16:creationId xmlns:a16="http://schemas.microsoft.com/office/drawing/2014/main" id="{917E3FA1-4C49-EAB7-59D2-6861BAE2A00F}"/>
                  </a:ext>
                </a:extLst>
              </p:cNvPr>
              <p:cNvSpPr/>
              <p:nvPr/>
            </p:nvSpPr>
            <p:spPr>
              <a:xfrm>
                <a:off x="9000657" y="5162468"/>
                <a:ext cx="6343" cy="6345"/>
              </a:xfrm>
              <a:custGeom>
                <a:avLst/>
                <a:gdLst>
                  <a:gd name="connsiteX0" fmla="*/ 3376 w 6343"/>
                  <a:gd name="connsiteY0" fmla="*/ 6478 h 6345"/>
                  <a:gd name="connsiteX1" fmla="*/ 5618 w 6343"/>
                  <a:gd name="connsiteY1" fmla="*/ 5549 h 6345"/>
                  <a:gd name="connsiteX2" fmla="*/ 6547 w 6343"/>
                  <a:gd name="connsiteY2" fmla="*/ 3305 h 6345"/>
                  <a:gd name="connsiteX3" fmla="*/ 5618 w 6343"/>
                  <a:gd name="connsiteY3" fmla="*/ 1062 h 6345"/>
                  <a:gd name="connsiteX4" fmla="*/ 3376 w 6343"/>
                  <a:gd name="connsiteY4" fmla="*/ 133 h 6345"/>
                  <a:gd name="connsiteX5" fmla="*/ 1133 w 6343"/>
                  <a:gd name="connsiteY5" fmla="*/ 1062 h 6345"/>
                  <a:gd name="connsiteX6" fmla="*/ 204 w 6343"/>
                  <a:gd name="connsiteY6" fmla="*/ 3305 h 6345"/>
                  <a:gd name="connsiteX7" fmla="*/ 1133 w 6343"/>
                  <a:gd name="connsiteY7" fmla="*/ 5549 h 6345"/>
                  <a:gd name="connsiteX8" fmla="*/ 337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78"/>
                    </a:moveTo>
                    <a:cubicBezTo>
                      <a:pt x="4217" y="6478"/>
                      <a:pt x="5024" y="6144"/>
                      <a:pt x="5618" y="5549"/>
                    </a:cubicBezTo>
                    <a:cubicBezTo>
                      <a:pt x="6213" y="4954"/>
                      <a:pt x="6547" y="4147"/>
                      <a:pt x="6547" y="3305"/>
                    </a:cubicBezTo>
                    <a:cubicBezTo>
                      <a:pt x="6547" y="2464"/>
                      <a:pt x="6213" y="1657"/>
                      <a:pt x="5618" y="1062"/>
                    </a:cubicBezTo>
                    <a:cubicBezTo>
                      <a:pt x="5024" y="467"/>
                      <a:pt x="4217" y="133"/>
                      <a:pt x="3376" y="133"/>
                    </a:cubicBezTo>
                    <a:cubicBezTo>
                      <a:pt x="2535" y="133"/>
                      <a:pt x="1728" y="467"/>
                      <a:pt x="1133" y="1062"/>
                    </a:cubicBezTo>
                    <a:cubicBezTo>
                      <a:pt x="538" y="1657"/>
                      <a:pt x="204" y="2464"/>
                      <a:pt x="204" y="3305"/>
                    </a:cubicBezTo>
                    <a:cubicBezTo>
                      <a:pt x="204" y="4147"/>
                      <a:pt x="538" y="4954"/>
                      <a:pt x="1133" y="5549"/>
                    </a:cubicBezTo>
                    <a:cubicBezTo>
                      <a:pt x="1728" y="6144"/>
                      <a:pt x="2535" y="6478"/>
                      <a:pt x="337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33" name="Freeform: Shape 8332">
                <a:extLst>
                  <a:ext uri="{FF2B5EF4-FFF2-40B4-BE49-F238E27FC236}">
                    <a16:creationId xmlns:a16="http://schemas.microsoft.com/office/drawing/2014/main" id="{6DECB71D-A991-0DB6-5EAF-72C71FC24D8A}"/>
                  </a:ext>
                </a:extLst>
              </p:cNvPr>
              <p:cNvSpPr/>
              <p:nvPr/>
            </p:nvSpPr>
            <p:spPr>
              <a:xfrm>
                <a:off x="9011373" y="5162750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5 h 6345"/>
                  <a:gd name="connsiteX3" fmla="*/ 5619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19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5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34" name="Freeform: Shape 8333">
                <a:extLst>
                  <a:ext uri="{FF2B5EF4-FFF2-40B4-BE49-F238E27FC236}">
                    <a16:creationId xmlns:a16="http://schemas.microsoft.com/office/drawing/2014/main" id="{45BCD56A-071F-B6EA-0179-2CC8D38D9EA8}"/>
                  </a:ext>
                </a:extLst>
              </p:cNvPr>
              <p:cNvSpPr/>
              <p:nvPr/>
            </p:nvSpPr>
            <p:spPr>
              <a:xfrm>
                <a:off x="9013504" y="5160503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5 h 6345"/>
                  <a:gd name="connsiteX3" fmla="*/ 5619 w 6343"/>
                  <a:gd name="connsiteY3" fmla="*/ 1062 h 6345"/>
                  <a:gd name="connsiteX4" fmla="*/ 3377 w 6343"/>
                  <a:gd name="connsiteY4" fmla="*/ 132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19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5" y="467"/>
                      <a:pt x="4218" y="132"/>
                      <a:pt x="3377" y="132"/>
                    </a:cubicBezTo>
                    <a:cubicBezTo>
                      <a:pt x="2536" y="132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5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35" name="Freeform: Shape 8334">
                <a:extLst>
                  <a:ext uri="{FF2B5EF4-FFF2-40B4-BE49-F238E27FC236}">
                    <a16:creationId xmlns:a16="http://schemas.microsoft.com/office/drawing/2014/main" id="{FDB99DC5-CB19-FA1C-EB0E-6F6565D3C24F}"/>
                  </a:ext>
                </a:extLst>
              </p:cNvPr>
              <p:cNvSpPr/>
              <p:nvPr/>
            </p:nvSpPr>
            <p:spPr>
              <a:xfrm>
                <a:off x="9014092" y="5157785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8 h 6345"/>
                  <a:gd name="connsiteX2" fmla="*/ 6548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2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8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3"/>
                      <a:pt x="5620" y="5548"/>
                    </a:cubicBezTo>
                    <a:cubicBezTo>
                      <a:pt x="6214" y="4953"/>
                      <a:pt x="6548" y="4146"/>
                      <a:pt x="6548" y="3305"/>
                    </a:cubicBezTo>
                    <a:cubicBezTo>
                      <a:pt x="6548" y="2464"/>
                      <a:pt x="6214" y="1656"/>
                      <a:pt x="5620" y="1062"/>
                    </a:cubicBezTo>
                    <a:cubicBezTo>
                      <a:pt x="5025" y="467"/>
                      <a:pt x="4218" y="132"/>
                      <a:pt x="3377" y="132"/>
                    </a:cubicBezTo>
                    <a:cubicBezTo>
                      <a:pt x="2536" y="132"/>
                      <a:pt x="1729" y="467"/>
                      <a:pt x="1134" y="1062"/>
                    </a:cubicBezTo>
                    <a:cubicBezTo>
                      <a:pt x="540" y="1656"/>
                      <a:pt x="205" y="2464"/>
                      <a:pt x="205" y="3305"/>
                    </a:cubicBezTo>
                    <a:cubicBezTo>
                      <a:pt x="205" y="4146"/>
                      <a:pt x="540" y="4953"/>
                      <a:pt x="1134" y="5548"/>
                    </a:cubicBezTo>
                    <a:cubicBezTo>
                      <a:pt x="1729" y="6143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36" name="Freeform: Shape 8335">
                <a:extLst>
                  <a:ext uri="{FF2B5EF4-FFF2-40B4-BE49-F238E27FC236}">
                    <a16:creationId xmlns:a16="http://schemas.microsoft.com/office/drawing/2014/main" id="{CBEBA3A8-A43D-FF46-FB01-9DABAECBC722}"/>
                  </a:ext>
                </a:extLst>
              </p:cNvPr>
              <p:cNvSpPr/>
              <p:nvPr/>
            </p:nvSpPr>
            <p:spPr>
              <a:xfrm>
                <a:off x="9022571" y="5157617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0 w 6343"/>
                  <a:gd name="connsiteY1" fmla="*/ 5548 h 6345"/>
                  <a:gd name="connsiteX2" fmla="*/ 6549 w 6343"/>
                  <a:gd name="connsiteY2" fmla="*/ 3305 h 6345"/>
                  <a:gd name="connsiteX3" fmla="*/ 5620 w 6343"/>
                  <a:gd name="connsiteY3" fmla="*/ 1061 h 6345"/>
                  <a:gd name="connsiteX4" fmla="*/ 3378 w 6343"/>
                  <a:gd name="connsiteY4" fmla="*/ 132 h 6345"/>
                  <a:gd name="connsiteX5" fmla="*/ 1135 w 6343"/>
                  <a:gd name="connsiteY5" fmla="*/ 1061 h 6345"/>
                  <a:gd name="connsiteX6" fmla="*/ 206 w 6343"/>
                  <a:gd name="connsiteY6" fmla="*/ 3305 h 6345"/>
                  <a:gd name="connsiteX7" fmla="*/ 1135 w 6343"/>
                  <a:gd name="connsiteY7" fmla="*/ 5548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19" y="6478"/>
                      <a:pt x="5025" y="6143"/>
                      <a:pt x="5620" y="5548"/>
                    </a:cubicBezTo>
                    <a:cubicBezTo>
                      <a:pt x="6215" y="4953"/>
                      <a:pt x="6549" y="4146"/>
                      <a:pt x="6549" y="3305"/>
                    </a:cubicBezTo>
                    <a:cubicBezTo>
                      <a:pt x="6549" y="2464"/>
                      <a:pt x="6215" y="1656"/>
                      <a:pt x="5620" y="1061"/>
                    </a:cubicBezTo>
                    <a:cubicBezTo>
                      <a:pt x="5025" y="467"/>
                      <a:pt x="4219" y="132"/>
                      <a:pt x="3378" y="132"/>
                    </a:cubicBezTo>
                    <a:cubicBezTo>
                      <a:pt x="2536" y="132"/>
                      <a:pt x="1730" y="467"/>
                      <a:pt x="1135" y="1061"/>
                    </a:cubicBezTo>
                    <a:cubicBezTo>
                      <a:pt x="540" y="1656"/>
                      <a:pt x="206" y="2464"/>
                      <a:pt x="206" y="3305"/>
                    </a:cubicBezTo>
                    <a:cubicBezTo>
                      <a:pt x="206" y="4146"/>
                      <a:pt x="540" y="4953"/>
                      <a:pt x="1135" y="5548"/>
                    </a:cubicBezTo>
                    <a:cubicBezTo>
                      <a:pt x="1730" y="6143"/>
                      <a:pt x="2536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37" name="Freeform: Shape 8336">
                <a:extLst>
                  <a:ext uri="{FF2B5EF4-FFF2-40B4-BE49-F238E27FC236}">
                    <a16:creationId xmlns:a16="http://schemas.microsoft.com/office/drawing/2014/main" id="{B3D0F333-D8B8-E66D-03DA-E3676F443344}"/>
                  </a:ext>
                </a:extLst>
              </p:cNvPr>
              <p:cNvSpPr/>
              <p:nvPr/>
            </p:nvSpPr>
            <p:spPr>
              <a:xfrm>
                <a:off x="9028179" y="5156604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1 w 6343"/>
                  <a:gd name="connsiteY1" fmla="*/ 5548 h 6345"/>
                  <a:gd name="connsiteX2" fmla="*/ 6550 w 6343"/>
                  <a:gd name="connsiteY2" fmla="*/ 3305 h 6345"/>
                  <a:gd name="connsiteX3" fmla="*/ 5621 w 6343"/>
                  <a:gd name="connsiteY3" fmla="*/ 1061 h 6345"/>
                  <a:gd name="connsiteX4" fmla="*/ 3378 w 6343"/>
                  <a:gd name="connsiteY4" fmla="*/ 132 h 6345"/>
                  <a:gd name="connsiteX5" fmla="*/ 1135 w 6343"/>
                  <a:gd name="connsiteY5" fmla="*/ 1061 h 6345"/>
                  <a:gd name="connsiteX6" fmla="*/ 206 w 6343"/>
                  <a:gd name="connsiteY6" fmla="*/ 3305 h 6345"/>
                  <a:gd name="connsiteX7" fmla="*/ 1135 w 6343"/>
                  <a:gd name="connsiteY7" fmla="*/ 5548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19" y="6478"/>
                      <a:pt x="5026" y="6143"/>
                      <a:pt x="5621" y="5548"/>
                    </a:cubicBezTo>
                    <a:cubicBezTo>
                      <a:pt x="6215" y="4953"/>
                      <a:pt x="6550" y="4146"/>
                      <a:pt x="6550" y="3305"/>
                    </a:cubicBezTo>
                    <a:cubicBezTo>
                      <a:pt x="6550" y="2463"/>
                      <a:pt x="6215" y="1656"/>
                      <a:pt x="5621" y="1061"/>
                    </a:cubicBezTo>
                    <a:cubicBezTo>
                      <a:pt x="5026" y="466"/>
                      <a:pt x="4219" y="132"/>
                      <a:pt x="3378" y="132"/>
                    </a:cubicBezTo>
                    <a:cubicBezTo>
                      <a:pt x="2537" y="132"/>
                      <a:pt x="1730" y="466"/>
                      <a:pt x="1135" y="1061"/>
                    </a:cubicBezTo>
                    <a:cubicBezTo>
                      <a:pt x="541" y="1656"/>
                      <a:pt x="206" y="2463"/>
                      <a:pt x="206" y="3305"/>
                    </a:cubicBezTo>
                    <a:cubicBezTo>
                      <a:pt x="206" y="4146"/>
                      <a:pt x="541" y="4953"/>
                      <a:pt x="1135" y="5548"/>
                    </a:cubicBezTo>
                    <a:cubicBezTo>
                      <a:pt x="1730" y="6143"/>
                      <a:pt x="2537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38" name="Freeform: Shape 8337">
                <a:extLst>
                  <a:ext uri="{FF2B5EF4-FFF2-40B4-BE49-F238E27FC236}">
                    <a16:creationId xmlns:a16="http://schemas.microsoft.com/office/drawing/2014/main" id="{D91AAFB8-E595-28CA-0BA6-1C0CA686294D}"/>
                  </a:ext>
                </a:extLst>
              </p:cNvPr>
              <p:cNvSpPr/>
              <p:nvPr/>
            </p:nvSpPr>
            <p:spPr>
              <a:xfrm>
                <a:off x="9036932" y="5156716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1 w 6343"/>
                  <a:gd name="connsiteY1" fmla="*/ 5548 h 6345"/>
                  <a:gd name="connsiteX2" fmla="*/ 6550 w 6343"/>
                  <a:gd name="connsiteY2" fmla="*/ 3305 h 6345"/>
                  <a:gd name="connsiteX3" fmla="*/ 5621 w 6343"/>
                  <a:gd name="connsiteY3" fmla="*/ 1061 h 6345"/>
                  <a:gd name="connsiteX4" fmla="*/ 3379 w 6343"/>
                  <a:gd name="connsiteY4" fmla="*/ 132 h 6345"/>
                  <a:gd name="connsiteX5" fmla="*/ 1136 w 6343"/>
                  <a:gd name="connsiteY5" fmla="*/ 1061 h 6345"/>
                  <a:gd name="connsiteX6" fmla="*/ 207 w 6343"/>
                  <a:gd name="connsiteY6" fmla="*/ 3305 h 6345"/>
                  <a:gd name="connsiteX7" fmla="*/ 1136 w 6343"/>
                  <a:gd name="connsiteY7" fmla="*/ 5548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0" y="6478"/>
                      <a:pt x="5027" y="6143"/>
                      <a:pt x="5621" y="5548"/>
                    </a:cubicBezTo>
                    <a:cubicBezTo>
                      <a:pt x="6216" y="4953"/>
                      <a:pt x="6550" y="4146"/>
                      <a:pt x="6550" y="3305"/>
                    </a:cubicBezTo>
                    <a:cubicBezTo>
                      <a:pt x="6550" y="2463"/>
                      <a:pt x="6216" y="1656"/>
                      <a:pt x="5621" y="1061"/>
                    </a:cubicBezTo>
                    <a:cubicBezTo>
                      <a:pt x="5027" y="466"/>
                      <a:pt x="4220" y="132"/>
                      <a:pt x="3379" y="132"/>
                    </a:cubicBezTo>
                    <a:cubicBezTo>
                      <a:pt x="2538" y="132"/>
                      <a:pt x="1731" y="466"/>
                      <a:pt x="1136" y="1061"/>
                    </a:cubicBezTo>
                    <a:cubicBezTo>
                      <a:pt x="541" y="1656"/>
                      <a:pt x="207" y="2463"/>
                      <a:pt x="207" y="3305"/>
                    </a:cubicBezTo>
                    <a:cubicBezTo>
                      <a:pt x="207" y="4146"/>
                      <a:pt x="541" y="4953"/>
                      <a:pt x="1136" y="5548"/>
                    </a:cubicBezTo>
                    <a:cubicBezTo>
                      <a:pt x="1731" y="6143"/>
                      <a:pt x="2538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39" name="Freeform: Shape 8338">
                <a:extLst>
                  <a:ext uri="{FF2B5EF4-FFF2-40B4-BE49-F238E27FC236}">
                    <a16:creationId xmlns:a16="http://schemas.microsoft.com/office/drawing/2014/main" id="{D0C12679-813E-DC42-BB82-BFC016B5BE5A}"/>
                  </a:ext>
                </a:extLst>
              </p:cNvPr>
              <p:cNvSpPr/>
              <p:nvPr/>
            </p:nvSpPr>
            <p:spPr>
              <a:xfrm>
                <a:off x="9046972" y="5157379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2 w 6343"/>
                  <a:gd name="connsiteY1" fmla="*/ 5548 h 6345"/>
                  <a:gd name="connsiteX2" fmla="*/ 6551 w 6343"/>
                  <a:gd name="connsiteY2" fmla="*/ 3305 h 6345"/>
                  <a:gd name="connsiteX3" fmla="*/ 5622 w 6343"/>
                  <a:gd name="connsiteY3" fmla="*/ 1061 h 6345"/>
                  <a:gd name="connsiteX4" fmla="*/ 3379 w 6343"/>
                  <a:gd name="connsiteY4" fmla="*/ 132 h 6345"/>
                  <a:gd name="connsiteX5" fmla="*/ 1137 w 6343"/>
                  <a:gd name="connsiteY5" fmla="*/ 1061 h 6345"/>
                  <a:gd name="connsiteX6" fmla="*/ 208 w 6343"/>
                  <a:gd name="connsiteY6" fmla="*/ 3305 h 6345"/>
                  <a:gd name="connsiteX7" fmla="*/ 1137 w 6343"/>
                  <a:gd name="connsiteY7" fmla="*/ 5548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1" y="6478"/>
                      <a:pt x="5027" y="6143"/>
                      <a:pt x="5622" y="5548"/>
                    </a:cubicBezTo>
                    <a:cubicBezTo>
                      <a:pt x="6217" y="4953"/>
                      <a:pt x="6551" y="4146"/>
                      <a:pt x="6551" y="3305"/>
                    </a:cubicBezTo>
                    <a:cubicBezTo>
                      <a:pt x="6551" y="2464"/>
                      <a:pt x="6217" y="1656"/>
                      <a:pt x="5622" y="1061"/>
                    </a:cubicBezTo>
                    <a:cubicBezTo>
                      <a:pt x="5027" y="467"/>
                      <a:pt x="4221" y="132"/>
                      <a:pt x="3379" y="132"/>
                    </a:cubicBezTo>
                    <a:cubicBezTo>
                      <a:pt x="2538" y="132"/>
                      <a:pt x="1732" y="467"/>
                      <a:pt x="1137" y="1061"/>
                    </a:cubicBezTo>
                    <a:cubicBezTo>
                      <a:pt x="542" y="1656"/>
                      <a:pt x="208" y="2464"/>
                      <a:pt x="208" y="3305"/>
                    </a:cubicBezTo>
                    <a:cubicBezTo>
                      <a:pt x="208" y="4146"/>
                      <a:pt x="542" y="4953"/>
                      <a:pt x="1137" y="5548"/>
                    </a:cubicBezTo>
                    <a:cubicBezTo>
                      <a:pt x="1732" y="6143"/>
                      <a:pt x="2538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40" name="Freeform: Shape 8339">
                <a:extLst>
                  <a:ext uri="{FF2B5EF4-FFF2-40B4-BE49-F238E27FC236}">
                    <a16:creationId xmlns:a16="http://schemas.microsoft.com/office/drawing/2014/main" id="{5B3F7032-95EE-6915-D4DF-B5658A0285A2}"/>
                  </a:ext>
                </a:extLst>
              </p:cNvPr>
              <p:cNvSpPr/>
              <p:nvPr/>
            </p:nvSpPr>
            <p:spPr>
              <a:xfrm>
                <a:off x="9053912" y="5157080"/>
                <a:ext cx="6343" cy="6345"/>
              </a:xfrm>
              <a:custGeom>
                <a:avLst/>
                <a:gdLst>
                  <a:gd name="connsiteX0" fmla="*/ 3380 w 6343"/>
                  <a:gd name="connsiteY0" fmla="*/ 6478 h 6345"/>
                  <a:gd name="connsiteX1" fmla="*/ 5623 w 6343"/>
                  <a:gd name="connsiteY1" fmla="*/ 5548 h 6345"/>
                  <a:gd name="connsiteX2" fmla="*/ 6552 w 6343"/>
                  <a:gd name="connsiteY2" fmla="*/ 3305 h 6345"/>
                  <a:gd name="connsiteX3" fmla="*/ 5623 w 6343"/>
                  <a:gd name="connsiteY3" fmla="*/ 1061 h 6345"/>
                  <a:gd name="connsiteX4" fmla="*/ 3380 w 6343"/>
                  <a:gd name="connsiteY4" fmla="*/ 132 h 6345"/>
                  <a:gd name="connsiteX5" fmla="*/ 1137 w 6343"/>
                  <a:gd name="connsiteY5" fmla="*/ 1061 h 6345"/>
                  <a:gd name="connsiteX6" fmla="*/ 208 w 6343"/>
                  <a:gd name="connsiteY6" fmla="*/ 3305 h 6345"/>
                  <a:gd name="connsiteX7" fmla="*/ 1137 w 6343"/>
                  <a:gd name="connsiteY7" fmla="*/ 5548 h 6345"/>
                  <a:gd name="connsiteX8" fmla="*/ 338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78"/>
                    </a:moveTo>
                    <a:cubicBezTo>
                      <a:pt x="4221" y="6478"/>
                      <a:pt x="5028" y="6143"/>
                      <a:pt x="5623" y="5548"/>
                    </a:cubicBezTo>
                    <a:cubicBezTo>
                      <a:pt x="6217" y="4953"/>
                      <a:pt x="6552" y="4146"/>
                      <a:pt x="6552" y="3305"/>
                    </a:cubicBezTo>
                    <a:cubicBezTo>
                      <a:pt x="6552" y="2463"/>
                      <a:pt x="6217" y="1656"/>
                      <a:pt x="5623" y="1061"/>
                    </a:cubicBezTo>
                    <a:cubicBezTo>
                      <a:pt x="5028" y="466"/>
                      <a:pt x="4221" y="132"/>
                      <a:pt x="3380" y="132"/>
                    </a:cubicBezTo>
                    <a:cubicBezTo>
                      <a:pt x="2539" y="132"/>
                      <a:pt x="1732" y="466"/>
                      <a:pt x="1137" y="1061"/>
                    </a:cubicBezTo>
                    <a:cubicBezTo>
                      <a:pt x="543" y="1656"/>
                      <a:pt x="208" y="2463"/>
                      <a:pt x="208" y="3305"/>
                    </a:cubicBezTo>
                    <a:cubicBezTo>
                      <a:pt x="208" y="4146"/>
                      <a:pt x="543" y="4953"/>
                      <a:pt x="1137" y="5548"/>
                    </a:cubicBezTo>
                    <a:cubicBezTo>
                      <a:pt x="1732" y="6143"/>
                      <a:pt x="2539" y="6478"/>
                      <a:pt x="338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41" name="Freeform: Shape 8340">
                <a:extLst>
                  <a:ext uri="{FF2B5EF4-FFF2-40B4-BE49-F238E27FC236}">
                    <a16:creationId xmlns:a16="http://schemas.microsoft.com/office/drawing/2014/main" id="{E56FCB43-0835-3764-1393-BECFB453B268}"/>
                  </a:ext>
                </a:extLst>
              </p:cNvPr>
              <p:cNvSpPr/>
              <p:nvPr/>
            </p:nvSpPr>
            <p:spPr>
              <a:xfrm>
                <a:off x="9081208" y="5164148"/>
                <a:ext cx="6343" cy="6345"/>
              </a:xfrm>
              <a:custGeom>
                <a:avLst/>
                <a:gdLst>
                  <a:gd name="connsiteX0" fmla="*/ 3382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5 h 6345"/>
                  <a:gd name="connsiteX3" fmla="*/ 5625 w 6343"/>
                  <a:gd name="connsiteY3" fmla="*/ 1062 h 6345"/>
                  <a:gd name="connsiteX4" fmla="*/ 3382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5 h 6345"/>
                  <a:gd name="connsiteX7" fmla="*/ 1140 w 6343"/>
                  <a:gd name="connsiteY7" fmla="*/ 5549 h 6345"/>
                  <a:gd name="connsiteX8" fmla="*/ 338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8"/>
                    </a:moveTo>
                    <a:cubicBezTo>
                      <a:pt x="4223" y="6478"/>
                      <a:pt x="5030" y="6144"/>
                      <a:pt x="5625" y="5549"/>
                    </a:cubicBezTo>
                    <a:cubicBezTo>
                      <a:pt x="6220" y="4954"/>
                      <a:pt x="6554" y="4147"/>
                      <a:pt x="6554" y="3305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0" y="467"/>
                      <a:pt x="4223" y="133"/>
                      <a:pt x="3382" y="133"/>
                    </a:cubicBezTo>
                    <a:cubicBezTo>
                      <a:pt x="2541" y="133"/>
                      <a:pt x="1734" y="467"/>
                      <a:pt x="1140" y="1062"/>
                    </a:cubicBezTo>
                    <a:cubicBezTo>
                      <a:pt x="545" y="1657"/>
                      <a:pt x="211" y="2464"/>
                      <a:pt x="211" y="3305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4" y="6144"/>
                      <a:pt x="2541" y="6478"/>
                      <a:pt x="338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42" name="Freeform: Shape 8341">
                <a:extLst>
                  <a:ext uri="{FF2B5EF4-FFF2-40B4-BE49-F238E27FC236}">
                    <a16:creationId xmlns:a16="http://schemas.microsoft.com/office/drawing/2014/main" id="{6BE0DB8F-EB12-2445-BEB7-5718090F62CE}"/>
                  </a:ext>
                </a:extLst>
              </p:cNvPr>
              <p:cNvSpPr/>
              <p:nvPr/>
            </p:nvSpPr>
            <p:spPr>
              <a:xfrm>
                <a:off x="9086312" y="5163490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5 h 6345"/>
                  <a:gd name="connsiteX3" fmla="*/ 5625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5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0" y="6144"/>
                      <a:pt x="5625" y="5549"/>
                    </a:cubicBezTo>
                    <a:cubicBezTo>
                      <a:pt x="6220" y="4954"/>
                      <a:pt x="6554" y="4147"/>
                      <a:pt x="6554" y="3305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0" y="467"/>
                      <a:pt x="4224" y="133"/>
                      <a:pt x="3383" y="133"/>
                    </a:cubicBezTo>
                    <a:cubicBezTo>
                      <a:pt x="2541" y="133"/>
                      <a:pt x="1735" y="467"/>
                      <a:pt x="1140" y="1062"/>
                    </a:cubicBezTo>
                    <a:cubicBezTo>
                      <a:pt x="545" y="1657"/>
                      <a:pt x="211" y="2464"/>
                      <a:pt x="211" y="3305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5" y="6144"/>
                      <a:pt x="2541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43" name="Freeform: Shape 8342">
                <a:extLst>
                  <a:ext uri="{FF2B5EF4-FFF2-40B4-BE49-F238E27FC236}">
                    <a16:creationId xmlns:a16="http://schemas.microsoft.com/office/drawing/2014/main" id="{0E65E4E1-6A99-C4CF-A895-33AE037D260B}"/>
                  </a:ext>
                </a:extLst>
              </p:cNvPr>
              <p:cNvSpPr/>
              <p:nvPr/>
            </p:nvSpPr>
            <p:spPr>
              <a:xfrm>
                <a:off x="9093232" y="5163567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5 h 6345"/>
                  <a:gd name="connsiteX3" fmla="*/ 5626 w 6343"/>
                  <a:gd name="connsiteY3" fmla="*/ 1062 h 6345"/>
                  <a:gd name="connsiteX4" fmla="*/ 3383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5 h 6345"/>
                  <a:gd name="connsiteX7" fmla="*/ 1141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1" y="6144"/>
                      <a:pt x="5626" y="5549"/>
                    </a:cubicBezTo>
                    <a:cubicBezTo>
                      <a:pt x="6221" y="4954"/>
                      <a:pt x="6555" y="4147"/>
                      <a:pt x="6555" y="3305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1" y="467"/>
                      <a:pt x="4224" y="133"/>
                      <a:pt x="3383" y="133"/>
                    </a:cubicBezTo>
                    <a:cubicBezTo>
                      <a:pt x="2542" y="133"/>
                      <a:pt x="1735" y="467"/>
                      <a:pt x="1141" y="1062"/>
                    </a:cubicBezTo>
                    <a:cubicBezTo>
                      <a:pt x="546" y="1657"/>
                      <a:pt x="212" y="2464"/>
                      <a:pt x="212" y="3305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5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44" name="Freeform: Shape 8343">
                <a:extLst>
                  <a:ext uri="{FF2B5EF4-FFF2-40B4-BE49-F238E27FC236}">
                    <a16:creationId xmlns:a16="http://schemas.microsoft.com/office/drawing/2014/main" id="{657FDEE4-05AD-DF7A-7A31-6F397E24F474}"/>
                  </a:ext>
                </a:extLst>
              </p:cNvPr>
              <p:cNvSpPr/>
              <p:nvPr/>
            </p:nvSpPr>
            <p:spPr>
              <a:xfrm>
                <a:off x="9105239" y="5165655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6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3 w 6343"/>
                  <a:gd name="connsiteY6" fmla="*/ 3306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7" y="5549"/>
                    </a:cubicBezTo>
                    <a:cubicBezTo>
                      <a:pt x="6221" y="4954"/>
                      <a:pt x="6556" y="4147"/>
                      <a:pt x="6556" y="3306"/>
                    </a:cubicBezTo>
                    <a:cubicBezTo>
                      <a:pt x="6556" y="2464"/>
                      <a:pt x="6221" y="1657"/>
                      <a:pt x="5627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7" y="1657"/>
                      <a:pt x="213" y="2464"/>
                      <a:pt x="213" y="3306"/>
                    </a:cubicBezTo>
                    <a:cubicBezTo>
                      <a:pt x="213" y="4147"/>
                      <a:pt x="547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45" name="Freeform: Shape 8344">
                <a:extLst>
                  <a:ext uri="{FF2B5EF4-FFF2-40B4-BE49-F238E27FC236}">
                    <a16:creationId xmlns:a16="http://schemas.microsoft.com/office/drawing/2014/main" id="{6A15ACD6-00C2-7D5F-CB8A-DE5CEF4F7045}"/>
                  </a:ext>
                </a:extLst>
              </p:cNvPr>
              <p:cNvSpPr/>
              <p:nvPr/>
            </p:nvSpPr>
            <p:spPr>
              <a:xfrm>
                <a:off x="9108548" y="5164546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5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5 h 6345"/>
                  <a:gd name="connsiteX7" fmla="*/ 1142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7" y="5549"/>
                    </a:cubicBezTo>
                    <a:cubicBezTo>
                      <a:pt x="6222" y="4954"/>
                      <a:pt x="6556" y="4147"/>
                      <a:pt x="6556" y="3305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2" y="1062"/>
                    </a:cubicBezTo>
                    <a:cubicBezTo>
                      <a:pt x="547" y="1657"/>
                      <a:pt x="213" y="2464"/>
                      <a:pt x="213" y="3305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46" name="Freeform: Shape 8345">
                <a:extLst>
                  <a:ext uri="{FF2B5EF4-FFF2-40B4-BE49-F238E27FC236}">
                    <a16:creationId xmlns:a16="http://schemas.microsoft.com/office/drawing/2014/main" id="{04FE0F78-D687-D21E-CD2A-C6160BD64D22}"/>
                  </a:ext>
                </a:extLst>
              </p:cNvPr>
              <p:cNvSpPr/>
              <p:nvPr/>
            </p:nvSpPr>
            <p:spPr>
              <a:xfrm>
                <a:off x="9112383" y="5163679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5 h 6345"/>
                  <a:gd name="connsiteX3" fmla="*/ 5627 w 6343"/>
                  <a:gd name="connsiteY3" fmla="*/ 1062 h 6345"/>
                  <a:gd name="connsiteX4" fmla="*/ 3385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5 h 6345"/>
                  <a:gd name="connsiteX7" fmla="*/ 1142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7" y="5549"/>
                    </a:cubicBezTo>
                    <a:cubicBezTo>
                      <a:pt x="6222" y="4954"/>
                      <a:pt x="6556" y="4147"/>
                      <a:pt x="6556" y="3305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2" y="1062"/>
                    </a:cubicBezTo>
                    <a:cubicBezTo>
                      <a:pt x="547" y="1657"/>
                      <a:pt x="213" y="2464"/>
                      <a:pt x="213" y="3305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47" name="Freeform: Shape 8346">
                <a:extLst>
                  <a:ext uri="{FF2B5EF4-FFF2-40B4-BE49-F238E27FC236}">
                    <a16:creationId xmlns:a16="http://schemas.microsoft.com/office/drawing/2014/main" id="{168AEC2B-C8CD-B45C-4951-C9D356081DC7}"/>
                  </a:ext>
                </a:extLst>
              </p:cNvPr>
              <p:cNvSpPr/>
              <p:nvPr/>
            </p:nvSpPr>
            <p:spPr>
              <a:xfrm>
                <a:off x="9116682" y="5163040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5 h 6345"/>
                  <a:gd name="connsiteX3" fmla="*/ 5628 w 6343"/>
                  <a:gd name="connsiteY3" fmla="*/ 1062 h 6345"/>
                  <a:gd name="connsiteX4" fmla="*/ 3385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5 h 6345"/>
                  <a:gd name="connsiteX7" fmla="*/ 1142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8" y="5549"/>
                    </a:cubicBezTo>
                    <a:cubicBezTo>
                      <a:pt x="6222" y="4954"/>
                      <a:pt x="6557" y="4147"/>
                      <a:pt x="6557" y="3305"/>
                    </a:cubicBezTo>
                    <a:cubicBezTo>
                      <a:pt x="6557" y="2464"/>
                      <a:pt x="6222" y="1657"/>
                      <a:pt x="5628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2" y="1062"/>
                    </a:cubicBezTo>
                    <a:cubicBezTo>
                      <a:pt x="548" y="1657"/>
                      <a:pt x="213" y="2464"/>
                      <a:pt x="213" y="3305"/>
                    </a:cubicBezTo>
                    <a:cubicBezTo>
                      <a:pt x="213" y="4147"/>
                      <a:pt x="548" y="4954"/>
                      <a:pt x="1142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48" name="Freeform: Shape 8347">
                <a:extLst>
                  <a:ext uri="{FF2B5EF4-FFF2-40B4-BE49-F238E27FC236}">
                    <a16:creationId xmlns:a16="http://schemas.microsoft.com/office/drawing/2014/main" id="{9FB75881-19B4-DCDB-2B78-6E96859BD8A3}"/>
                  </a:ext>
                </a:extLst>
              </p:cNvPr>
              <p:cNvSpPr/>
              <p:nvPr/>
            </p:nvSpPr>
            <p:spPr>
              <a:xfrm>
                <a:off x="9122951" y="5163253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5 h 6345"/>
                  <a:gd name="connsiteX3" fmla="*/ 5628 w 6343"/>
                  <a:gd name="connsiteY3" fmla="*/ 1062 h 6345"/>
                  <a:gd name="connsiteX4" fmla="*/ 3385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5 h 6345"/>
                  <a:gd name="connsiteX7" fmla="*/ 1143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7" y="6478"/>
                      <a:pt x="5033" y="6144"/>
                      <a:pt x="5628" y="5549"/>
                    </a:cubicBezTo>
                    <a:cubicBezTo>
                      <a:pt x="6223" y="4954"/>
                      <a:pt x="6557" y="4147"/>
                      <a:pt x="6557" y="3305"/>
                    </a:cubicBezTo>
                    <a:cubicBezTo>
                      <a:pt x="6557" y="2464"/>
                      <a:pt x="6223" y="1657"/>
                      <a:pt x="5628" y="1062"/>
                    </a:cubicBezTo>
                    <a:cubicBezTo>
                      <a:pt x="5033" y="467"/>
                      <a:pt x="4227" y="133"/>
                      <a:pt x="3385" y="133"/>
                    </a:cubicBezTo>
                    <a:cubicBezTo>
                      <a:pt x="2544" y="133"/>
                      <a:pt x="1738" y="467"/>
                      <a:pt x="1143" y="1062"/>
                    </a:cubicBezTo>
                    <a:cubicBezTo>
                      <a:pt x="548" y="1657"/>
                      <a:pt x="214" y="2464"/>
                      <a:pt x="214" y="3305"/>
                    </a:cubicBezTo>
                    <a:cubicBezTo>
                      <a:pt x="214" y="4147"/>
                      <a:pt x="548" y="4954"/>
                      <a:pt x="1143" y="5549"/>
                    </a:cubicBezTo>
                    <a:cubicBezTo>
                      <a:pt x="1738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49" name="Freeform: Shape 8348">
                <a:extLst>
                  <a:ext uri="{FF2B5EF4-FFF2-40B4-BE49-F238E27FC236}">
                    <a16:creationId xmlns:a16="http://schemas.microsoft.com/office/drawing/2014/main" id="{E7421938-CE94-9178-854D-4825C2C32FCA}"/>
                  </a:ext>
                </a:extLst>
              </p:cNvPr>
              <p:cNvSpPr/>
              <p:nvPr/>
            </p:nvSpPr>
            <p:spPr>
              <a:xfrm>
                <a:off x="9129088" y="5163490"/>
                <a:ext cx="6343" cy="6345"/>
              </a:xfrm>
              <a:custGeom>
                <a:avLst/>
                <a:gdLst>
                  <a:gd name="connsiteX0" fmla="*/ 3386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5 h 6345"/>
                  <a:gd name="connsiteX3" fmla="*/ 5629 w 6343"/>
                  <a:gd name="connsiteY3" fmla="*/ 1062 h 6345"/>
                  <a:gd name="connsiteX4" fmla="*/ 3386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5 h 6345"/>
                  <a:gd name="connsiteX7" fmla="*/ 1143 w 6343"/>
                  <a:gd name="connsiteY7" fmla="*/ 5549 h 6345"/>
                  <a:gd name="connsiteX8" fmla="*/ 338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8"/>
                    </a:moveTo>
                    <a:cubicBezTo>
                      <a:pt x="4227" y="6478"/>
                      <a:pt x="5034" y="6144"/>
                      <a:pt x="5629" y="5549"/>
                    </a:cubicBezTo>
                    <a:cubicBezTo>
                      <a:pt x="6223" y="4954"/>
                      <a:pt x="6558" y="4147"/>
                      <a:pt x="6558" y="3305"/>
                    </a:cubicBezTo>
                    <a:cubicBezTo>
                      <a:pt x="6558" y="2464"/>
                      <a:pt x="6223" y="1657"/>
                      <a:pt x="5629" y="1062"/>
                    </a:cubicBezTo>
                    <a:cubicBezTo>
                      <a:pt x="5034" y="467"/>
                      <a:pt x="4227" y="133"/>
                      <a:pt x="3386" y="133"/>
                    </a:cubicBezTo>
                    <a:cubicBezTo>
                      <a:pt x="2545" y="133"/>
                      <a:pt x="1738" y="467"/>
                      <a:pt x="1143" y="1062"/>
                    </a:cubicBezTo>
                    <a:cubicBezTo>
                      <a:pt x="549" y="1657"/>
                      <a:pt x="214" y="2464"/>
                      <a:pt x="214" y="3305"/>
                    </a:cubicBezTo>
                    <a:cubicBezTo>
                      <a:pt x="214" y="4147"/>
                      <a:pt x="549" y="4954"/>
                      <a:pt x="1143" y="5549"/>
                    </a:cubicBezTo>
                    <a:cubicBezTo>
                      <a:pt x="1738" y="6144"/>
                      <a:pt x="2545" y="6478"/>
                      <a:pt x="338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50" name="Freeform: Shape 8349">
                <a:extLst>
                  <a:ext uri="{FF2B5EF4-FFF2-40B4-BE49-F238E27FC236}">
                    <a16:creationId xmlns:a16="http://schemas.microsoft.com/office/drawing/2014/main" id="{D61096E4-4E96-D2B4-C1F0-E2B4E0C70BB8}"/>
                  </a:ext>
                </a:extLst>
              </p:cNvPr>
              <p:cNvSpPr/>
              <p:nvPr/>
            </p:nvSpPr>
            <p:spPr>
              <a:xfrm>
                <a:off x="9134749" y="5163603"/>
                <a:ext cx="6343" cy="6345"/>
              </a:xfrm>
              <a:custGeom>
                <a:avLst/>
                <a:gdLst>
                  <a:gd name="connsiteX0" fmla="*/ 3386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5 h 6345"/>
                  <a:gd name="connsiteX3" fmla="*/ 5629 w 6343"/>
                  <a:gd name="connsiteY3" fmla="*/ 1062 h 6345"/>
                  <a:gd name="connsiteX4" fmla="*/ 3386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5 h 6345"/>
                  <a:gd name="connsiteX7" fmla="*/ 1144 w 6343"/>
                  <a:gd name="connsiteY7" fmla="*/ 5549 h 6345"/>
                  <a:gd name="connsiteX8" fmla="*/ 338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8"/>
                    </a:moveTo>
                    <a:cubicBezTo>
                      <a:pt x="4228" y="6478"/>
                      <a:pt x="5034" y="6144"/>
                      <a:pt x="5629" y="5549"/>
                    </a:cubicBezTo>
                    <a:cubicBezTo>
                      <a:pt x="6224" y="4954"/>
                      <a:pt x="6558" y="4147"/>
                      <a:pt x="6558" y="3305"/>
                    </a:cubicBezTo>
                    <a:cubicBezTo>
                      <a:pt x="6558" y="2464"/>
                      <a:pt x="6224" y="1657"/>
                      <a:pt x="5629" y="1062"/>
                    </a:cubicBezTo>
                    <a:cubicBezTo>
                      <a:pt x="5034" y="467"/>
                      <a:pt x="4228" y="133"/>
                      <a:pt x="3386" y="133"/>
                    </a:cubicBezTo>
                    <a:cubicBezTo>
                      <a:pt x="2545" y="133"/>
                      <a:pt x="1739" y="467"/>
                      <a:pt x="1144" y="1062"/>
                    </a:cubicBezTo>
                    <a:cubicBezTo>
                      <a:pt x="549" y="1657"/>
                      <a:pt x="215" y="2464"/>
                      <a:pt x="215" y="3305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9" y="6144"/>
                      <a:pt x="2545" y="6478"/>
                      <a:pt x="338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51" name="Freeform: Shape 8350">
                <a:extLst>
                  <a:ext uri="{FF2B5EF4-FFF2-40B4-BE49-F238E27FC236}">
                    <a16:creationId xmlns:a16="http://schemas.microsoft.com/office/drawing/2014/main" id="{CF91A8A2-A987-71F4-7D58-32723BE16FAA}"/>
                  </a:ext>
                </a:extLst>
              </p:cNvPr>
              <p:cNvSpPr/>
              <p:nvPr/>
            </p:nvSpPr>
            <p:spPr>
              <a:xfrm>
                <a:off x="9139358" y="5163335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5 h 6345"/>
                  <a:gd name="connsiteX3" fmla="*/ 5629 w 6343"/>
                  <a:gd name="connsiteY3" fmla="*/ 1062 h 6345"/>
                  <a:gd name="connsiteX4" fmla="*/ 3387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5 h 6345"/>
                  <a:gd name="connsiteX7" fmla="*/ 1144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29" y="5549"/>
                    </a:cubicBezTo>
                    <a:cubicBezTo>
                      <a:pt x="6224" y="4954"/>
                      <a:pt x="6558" y="4147"/>
                      <a:pt x="6558" y="3305"/>
                    </a:cubicBezTo>
                    <a:cubicBezTo>
                      <a:pt x="6558" y="2464"/>
                      <a:pt x="6224" y="1657"/>
                      <a:pt x="5629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4" y="1062"/>
                    </a:cubicBezTo>
                    <a:cubicBezTo>
                      <a:pt x="549" y="1657"/>
                      <a:pt x="215" y="2464"/>
                      <a:pt x="215" y="3305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52" name="Freeform: Shape 8351">
                <a:extLst>
                  <a:ext uri="{FF2B5EF4-FFF2-40B4-BE49-F238E27FC236}">
                    <a16:creationId xmlns:a16="http://schemas.microsoft.com/office/drawing/2014/main" id="{170B270E-83A6-1114-8573-AA784E32EA42}"/>
                  </a:ext>
                </a:extLst>
              </p:cNvPr>
              <p:cNvSpPr/>
              <p:nvPr/>
            </p:nvSpPr>
            <p:spPr>
              <a:xfrm>
                <a:off x="9145683" y="5163871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5 h 6345"/>
                  <a:gd name="connsiteX3" fmla="*/ 5630 w 6343"/>
                  <a:gd name="connsiteY3" fmla="*/ 1062 h 6345"/>
                  <a:gd name="connsiteX4" fmla="*/ 3387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5 h 6345"/>
                  <a:gd name="connsiteX7" fmla="*/ 1145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30" y="5549"/>
                    </a:cubicBezTo>
                    <a:cubicBezTo>
                      <a:pt x="6225" y="4954"/>
                      <a:pt x="6559" y="4147"/>
                      <a:pt x="6559" y="3305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5" y="1062"/>
                    </a:cubicBezTo>
                    <a:cubicBezTo>
                      <a:pt x="550" y="1657"/>
                      <a:pt x="216" y="2464"/>
                      <a:pt x="216" y="3305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53" name="Freeform: Shape 8352">
                <a:extLst>
                  <a:ext uri="{FF2B5EF4-FFF2-40B4-BE49-F238E27FC236}">
                    <a16:creationId xmlns:a16="http://schemas.microsoft.com/office/drawing/2014/main" id="{8A494156-6F97-54BD-E234-80552DEBE77D}"/>
                  </a:ext>
                </a:extLst>
              </p:cNvPr>
              <p:cNvSpPr/>
              <p:nvPr/>
            </p:nvSpPr>
            <p:spPr>
              <a:xfrm>
                <a:off x="9154048" y="5163254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59 w 6343"/>
                  <a:gd name="connsiteY2" fmla="*/ 3305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5 h 6345"/>
                  <a:gd name="connsiteX7" fmla="*/ 1145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6" y="6144"/>
                      <a:pt x="5631" y="5549"/>
                    </a:cubicBezTo>
                    <a:cubicBezTo>
                      <a:pt x="6225" y="4954"/>
                      <a:pt x="6559" y="4147"/>
                      <a:pt x="6559" y="3305"/>
                    </a:cubicBezTo>
                    <a:cubicBezTo>
                      <a:pt x="6559" y="2464"/>
                      <a:pt x="6225" y="1657"/>
                      <a:pt x="5631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5" y="1062"/>
                    </a:cubicBezTo>
                    <a:cubicBezTo>
                      <a:pt x="551" y="1657"/>
                      <a:pt x="216" y="2464"/>
                      <a:pt x="216" y="3305"/>
                    </a:cubicBezTo>
                    <a:cubicBezTo>
                      <a:pt x="216" y="4147"/>
                      <a:pt x="551" y="4954"/>
                      <a:pt x="1145" y="5549"/>
                    </a:cubicBezTo>
                    <a:cubicBezTo>
                      <a:pt x="1740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54" name="Freeform: Shape 8353">
                <a:extLst>
                  <a:ext uri="{FF2B5EF4-FFF2-40B4-BE49-F238E27FC236}">
                    <a16:creationId xmlns:a16="http://schemas.microsoft.com/office/drawing/2014/main" id="{FC83AF2C-4BEA-F38A-3661-D0EFF798AC71}"/>
                  </a:ext>
                </a:extLst>
              </p:cNvPr>
              <p:cNvSpPr/>
              <p:nvPr/>
            </p:nvSpPr>
            <p:spPr>
              <a:xfrm>
                <a:off x="9160670" y="5164138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5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30" y="6478"/>
                      <a:pt x="5036" y="6144"/>
                      <a:pt x="5631" y="5549"/>
                    </a:cubicBezTo>
                    <a:cubicBezTo>
                      <a:pt x="6226" y="4954"/>
                      <a:pt x="6560" y="4147"/>
                      <a:pt x="6560" y="3305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6" y="467"/>
                      <a:pt x="4230" y="133"/>
                      <a:pt x="3388" y="133"/>
                    </a:cubicBezTo>
                    <a:cubicBezTo>
                      <a:pt x="2547" y="133"/>
                      <a:pt x="1741" y="467"/>
                      <a:pt x="1146" y="1062"/>
                    </a:cubicBezTo>
                    <a:cubicBezTo>
                      <a:pt x="551" y="1657"/>
                      <a:pt x="217" y="2464"/>
                      <a:pt x="217" y="3305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1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55" name="Freeform: Shape 8354">
                <a:extLst>
                  <a:ext uri="{FF2B5EF4-FFF2-40B4-BE49-F238E27FC236}">
                    <a16:creationId xmlns:a16="http://schemas.microsoft.com/office/drawing/2014/main" id="{AE884921-D252-ED45-2CD6-79DB948820F8}"/>
                  </a:ext>
                </a:extLst>
              </p:cNvPr>
              <p:cNvSpPr/>
              <p:nvPr/>
            </p:nvSpPr>
            <p:spPr>
              <a:xfrm>
                <a:off x="9172264" y="5163335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5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5 h 6345"/>
                  <a:gd name="connsiteX7" fmla="*/ 1147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2" y="5549"/>
                    </a:cubicBezTo>
                    <a:cubicBezTo>
                      <a:pt x="6227" y="4954"/>
                      <a:pt x="6561" y="4147"/>
                      <a:pt x="6561" y="3305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7" y="1062"/>
                    </a:cubicBezTo>
                    <a:cubicBezTo>
                      <a:pt x="552" y="1657"/>
                      <a:pt x="218" y="2464"/>
                      <a:pt x="218" y="3305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56" name="Freeform: Shape 8355">
                <a:extLst>
                  <a:ext uri="{FF2B5EF4-FFF2-40B4-BE49-F238E27FC236}">
                    <a16:creationId xmlns:a16="http://schemas.microsoft.com/office/drawing/2014/main" id="{730E2F8B-C7D7-CE98-C2B6-A7CC7C0B8E2F}"/>
                  </a:ext>
                </a:extLst>
              </p:cNvPr>
              <p:cNvSpPr/>
              <p:nvPr/>
            </p:nvSpPr>
            <p:spPr>
              <a:xfrm>
                <a:off x="9185405" y="5165713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2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2" y="133"/>
                      <a:pt x="3390" y="133"/>
                    </a:cubicBezTo>
                    <a:cubicBezTo>
                      <a:pt x="2549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57" name="Freeform: Shape 8356">
                <a:extLst>
                  <a:ext uri="{FF2B5EF4-FFF2-40B4-BE49-F238E27FC236}">
                    <a16:creationId xmlns:a16="http://schemas.microsoft.com/office/drawing/2014/main" id="{DE4E8913-6F30-E95D-07DF-03706D001066}"/>
                  </a:ext>
                </a:extLst>
              </p:cNvPr>
              <p:cNvSpPr/>
              <p:nvPr/>
            </p:nvSpPr>
            <p:spPr>
              <a:xfrm>
                <a:off x="9187373" y="5164718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5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5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5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2" y="133"/>
                      <a:pt x="3391" y="133"/>
                    </a:cubicBezTo>
                    <a:cubicBezTo>
                      <a:pt x="2549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5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49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58" name="Freeform: Shape 8357">
                <a:extLst>
                  <a:ext uri="{FF2B5EF4-FFF2-40B4-BE49-F238E27FC236}">
                    <a16:creationId xmlns:a16="http://schemas.microsoft.com/office/drawing/2014/main" id="{D91B555A-5DDD-02C1-C5BC-7F1A1BD093B1}"/>
                  </a:ext>
                </a:extLst>
              </p:cNvPr>
              <p:cNvSpPr/>
              <p:nvPr/>
            </p:nvSpPr>
            <p:spPr>
              <a:xfrm>
                <a:off x="9191576" y="5164884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2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4" y="1657"/>
                      <a:pt x="219" y="2464"/>
                      <a:pt x="219" y="3306"/>
                    </a:cubicBezTo>
                    <a:cubicBezTo>
                      <a:pt x="219" y="4147"/>
                      <a:pt x="554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59" name="Freeform: Shape 8358">
                <a:extLst>
                  <a:ext uri="{FF2B5EF4-FFF2-40B4-BE49-F238E27FC236}">
                    <a16:creationId xmlns:a16="http://schemas.microsoft.com/office/drawing/2014/main" id="{31A036DB-F1A6-AB4C-3E63-E35EB77DCC4B}"/>
                  </a:ext>
                </a:extLst>
              </p:cNvPr>
              <p:cNvSpPr/>
              <p:nvPr/>
            </p:nvSpPr>
            <p:spPr>
              <a:xfrm>
                <a:off x="9217569" y="5163752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4 w 6343"/>
                  <a:gd name="connsiteY2" fmla="*/ 3305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5 h 6345"/>
                  <a:gd name="connsiteX7" fmla="*/ 1150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0" y="4954"/>
                      <a:pt x="6564" y="4147"/>
                      <a:pt x="6564" y="3305"/>
                    </a:cubicBezTo>
                    <a:cubicBezTo>
                      <a:pt x="6564" y="2464"/>
                      <a:pt x="6230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0" y="1062"/>
                    </a:cubicBezTo>
                    <a:cubicBezTo>
                      <a:pt x="556" y="1657"/>
                      <a:pt x="221" y="2464"/>
                      <a:pt x="221" y="3305"/>
                    </a:cubicBezTo>
                    <a:cubicBezTo>
                      <a:pt x="221" y="4147"/>
                      <a:pt x="556" y="4954"/>
                      <a:pt x="1150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60" name="Freeform: Shape 8359">
                <a:extLst>
                  <a:ext uri="{FF2B5EF4-FFF2-40B4-BE49-F238E27FC236}">
                    <a16:creationId xmlns:a16="http://schemas.microsoft.com/office/drawing/2014/main" id="{72DA95BB-608C-083C-F72A-01A54C104E4B}"/>
                  </a:ext>
                </a:extLst>
              </p:cNvPr>
              <p:cNvSpPr/>
              <p:nvPr/>
            </p:nvSpPr>
            <p:spPr>
              <a:xfrm>
                <a:off x="9238914" y="5167479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61" name="Freeform: Shape 8360">
                <a:extLst>
                  <a:ext uri="{FF2B5EF4-FFF2-40B4-BE49-F238E27FC236}">
                    <a16:creationId xmlns:a16="http://schemas.microsoft.com/office/drawing/2014/main" id="{991CD047-9F34-4B09-BA07-CFFC70C24489}"/>
                  </a:ext>
                </a:extLst>
              </p:cNvPr>
              <p:cNvSpPr/>
              <p:nvPr/>
            </p:nvSpPr>
            <p:spPr>
              <a:xfrm>
                <a:off x="9239853" y="5166320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62" name="Freeform: Shape 8361">
                <a:extLst>
                  <a:ext uri="{FF2B5EF4-FFF2-40B4-BE49-F238E27FC236}">
                    <a16:creationId xmlns:a16="http://schemas.microsoft.com/office/drawing/2014/main" id="{5599A22C-3171-ABCD-AFB1-4B00A280A8A8}"/>
                  </a:ext>
                </a:extLst>
              </p:cNvPr>
              <p:cNvSpPr/>
              <p:nvPr/>
            </p:nvSpPr>
            <p:spPr>
              <a:xfrm>
                <a:off x="9242070" y="5165973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6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8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63" name="Freeform: Shape 8362">
                <a:extLst>
                  <a:ext uri="{FF2B5EF4-FFF2-40B4-BE49-F238E27FC236}">
                    <a16:creationId xmlns:a16="http://schemas.microsoft.com/office/drawing/2014/main" id="{10541224-7D8C-92BC-2300-28256EC46AA2}"/>
                  </a:ext>
                </a:extLst>
              </p:cNvPr>
              <p:cNvSpPr/>
              <p:nvPr/>
            </p:nvSpPr>
            <p:spPr>
              <a:xfrm>
                <a:off x="9244337" y="5165682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8" y="5549"/>
                    </a:cubicBezTo>
                    <a:cubicBezTo>
                      <a:pt x="6232" y="4954"/>
                      <a:pt x="6567" y="4147"/>
                      <a:pt x="6567" y="3306"/>
                    </a:cubicBezTo>
                    <a:cubicBezTo>
                      <a:pt x="6567" y="2464"/>
                      <a:pt x="6232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8" y="1657"/>
                      <a:pt x="223" y="2464"/>
                      <a:pt x="223" y="3306"/>
                    </a:cubicBezTo>
                    <a:cubicBezTo>
                      <a:pt x="223" y="4147"/>
                      <a:pt x="558" y="4954"/>
                      <a:pt x="1152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64" name="Freeform: Shape 8363">
                <a:extLst>
                  <a:ext uri="{FF2B5EF4-FFF2-40B4-BE49-F238E27FC236}">
                    <a16:creationId xmlns:a16="http://schemas.microsoft.com/office/drawing/2014/main" id="{30C93AA3-9A93-42C5-47A0-CDD5DB27F2AD}"/>
                  </a:ext>
                </a:extLst>
              </p:cNvPr>
              <p:cNvSpPr/>
              <p:nvPr/>
            </p:nvSpPr>
            <p:spPr>
              <a:xfrm>
                <a:off x="9247125" y="5165756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65" name="Freeform: Shape 8364">
                <a:extLst>
                  <a:ext uri="{FF2B5EF4-FFF2-40B4-BE49-F238E27FC236}">
                    <a16:creationId xmlns:a16="http://schemas.microsoft.com/office/drawing/2014/main" id="{992356D1-4B13-7D72-2CCB-05E410446E4B}"/>
                  </a:ext>
                </a:extLst>
              </p:cNvPr>
              <p:cNvSpPr/>
              <p:nvPr/>
            </p:nvSpPr>
            <p:spPr>
              <a:xfrm>
                <a:off x="9072175" y="5035346"/>
                <a:ext cx="6343" cy="6345"/>
              </a:xfrm>
              <a:custGeom>
                <a:avLst/>
                <a:gdLst>
                  <a:gd name="connsiteX0" fmla="*/ 3381 w 6343"/>
                  <a:gd name="connsiteY0" fmla="*/ 6468 h 6345"/>
                  <a:gd name="connsiteX1" fmla="*/ 5624 w 6343"/>
                  <a:gd name="connsiteY1" fmla="*/ 5539 h 6345"/>
                  <a:gd name="connsiteX2" fmla="*/ 6553 w 6343"/>
                  <a:gd name="connsiteY2" fmla="*/ 3295 h 6345"/>
                  <a:gd name="connsiteX3" fmla="*/ 5624 w 6343"/>
                  <a:gd name="connsiteY3" fmla="*/ 1052 h 6345"/>
                  <a:gd name="connsiteX4" fmla="*/ 3381 w 6343"/>
                  <a:gd name="connsiteY4" fmla="*/ 123 h 6345"/>
                  <a:gd name="connsiteX5" fmla="*/ 1139 w 6343"/>
                  <a:gd name="connsiteY5" fmla="*/ 1052 h 6345"/>
                  <a:gd name="connsiteX6" fmla="*/ 210 w 6343"/>
                  <a:gd name="connsiteY6" fmla="*/ 3295 h 6345"/>
                  <a:gd name="connsiteX7" fmla="*/ 1139 w 6343"/>
                  <a:gd name="connsiteY7" fmla="*/ 5539 h 6345"/>
                  <a:gd name="connsiteX8" fmla="*/ 3381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68"/>
                    </a:moveTo>
                    <a:cubicBezTo>
                      <a:pt x="4223" y="6468"/>
                      <a:pt x="5029" y="6134"/>
                      <a:pt x="5624" y="5539"/>
                    </a:cubicBezTo>
                    <a:cubicBezTo>
                      <a:pt x="6219" y="4944"/>
                      <a:pt x="6553" y="4137"/>
                      <a:pt x="6553" y="3295"/>
                    </a:cubicBezTo>
                    <a:cubicBezTo>
                      <a:pt x="6553" y="2454"/>
                      <a:pt x="6219" y="1647"/>
                      <a:pt x="5624" y="1052"/>
                    </a:cubicBezTo>
                    <a:cubicBezTo>
                      <a:pt x="5029" y="457"/>
                      <a:pt x="4223" y="123"/>
                      <a:pt x="3381" y="123"/>
                    </a:cubicBezTo>
                    <a:cubicBezTo>
                      <a:pt x="2540" y="123"/>
                      <a:pt x="1734" y="457"/>
                      <a:pt x="1139" y="1052"/>
                    </a:cubicBezTo>
                    <a:cubicBezTo>
                      <a:pt x="544" y="1647"/>
                      <a:pt x="210" y="2454"/>
                      <a:pt x="210" y="3295"/>
                    </a:cubicBezTo>
                    <a:cubicBezTo>
                      <a:pt x="210" y="4137"/>
                      <a:pt x="544" y="4944"/>
                      <a:pt x="1139" y="5539"/>
                    </a:cubicBezTo>
                    <a:cubicBezTo>
                      <a:pt x="1734" y="6134"/>
                      <a:pt x="2540" y="6468"/>
                      <a:pt x="3381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66" name="Freeform: Shape 8365">
                <a:extLst>
                  <a:ext uri="{FF2B5EF4-FFF2-40B4-BE49-F238E27FC236}">
                    <a16:creationId xmlns:a16="http://schemas.microsoft.com/office/drawing/2014/main" id="{595DDF38-5283-B280-6847-1378BC7E8494}"/>
                  </a:ext>
                </a:extLst>
              </p:cNvPr>
              <p:cNvSpPr/>
              <p:nvPr/>
            </p:nvSpPr>
            <p:spPr>
              <a:xfrm>
                <a:off x="9080838" y="5034693"/>
                <a:ext cx="6343" cy="6345"/>
              </a:xfrm>
              <a:custGeom>
                <a:avLst/>
                <a:gdLst>
                  <a:gd name="connsiteX0" fmla="*/ 3382 w 6343"/>
                  <a:gd name="connsiteY0" fmla="*/ 6468 h 6345"/>
                  <a:gd name="connsiteX1" fmla="*/ 5625 w 6343"/>
                  <a:gd name="connsiteY1" fmla="*/ 5539 h 6345"/>
                  <a:gd name="connsiteX2" fmla="*/ 6554 w 6343"/>
                  <a:gd name="connsiteY2" fmla="*/ 3295 h 6345"/>
                  <a:gd name="connsiteX3" fmla="*/ 5625 w 6343"/>
                  <a:gd name="connsiteY3" fmla="*/ 1052 h 6345"/>
                  <a:gd name="connsiteX4" fmla="*/ 3382 w 6343"/>
                  <a:gd name="connsiteY4" fmla="*/ 123 h 6345"/>
                  <a:gd name="connsiteX5" fmla="*/ 1140 w 6343"/>
                  <a:gd name="connsiteY5" fmla="*/ 1052 h 6345"/>
                  <a:gd name="connsiteX6" fmla="*/ 211 w 6343"/>
                  <a:gd name="connsiteY6" fmla="*/ 3295 h 6345"/>
                  <a:gd name="connsiteX7" fmla="*/ 1140 w 6343"/>
                  <a:gd name="connsiteY7" fmla="*/ 5539 h 6345"/>
                  <a:gd name="connsiteX8" fmla="*/ 338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68"/>
                    </a:moveTo>
                    <a:cubicBezTo>
                      <a:pt x="4223" y="6468"/>
                      <a:pt x="5030" y="6134"/>
                      <a:pt x="5625" y="5539"/>
                    </a:cubicBezTo>
                    <a:cubicBezTo>
                      <a:pt x="6220" y="4944"/>
                      <a:pt x="6554" y="4137"/>
                      <a:pt x="6554" y="3295"/>
                    </a:cubicBezTo>
                    <a:cubicBezTo>
                      <a:pt x="6554" y="2454"/>
                      <a:pt x="6220" y="1647"/>
                      <a:pt x="5625" y="1052"/>
                    </a:cubicBezTo>
                    <a:cubicBezTo>
                      <a:pt x="5030" y="457"/>
                      <a:pt x="4223" y="123"/>
                      <a:pt x="3382" y="123"/>
                    </a:cubicBezTo>
                    <a:cubicBezTo>
                      <a:pt x="2541" y="123"/>
                      <a:pt x="1734" y="457"/>
                      <a:pt x="1140" y="1052"/>
                    </a:cubicBezTo>
                    <a:cubicBezTo>
                      <a:pt x="545" y="1647"/>
                      <a:pt x="211" y="2454"/>
                      <a:pt x="211" y="3295"/>
                    </a:cubicBezTo>
                    <a:cubicBezTo>
                      <a:pt x="211" y="4137"/>
                      <a:pt x="545" y="4944"/>
                      <a:pt x="1140" y="5539"/>
                    </a:cubicBezTo>
                    <a:cubicBezTo>
                      <a:pt x="1734" y="6134"/>
                      <a:pt x="2541" y="6468"/>
                      <a:pt x="338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67" name="Freeform: Shape 8366">
                <a:extLst>
                  <a:ext uri="{FF2B5EF4-FFF2-40B4-BE49-F238E27FC236}">
                    <a16:creationId xmlns:a16="http://schemas.microsoft.com/office/drawing/2014/main" id="{227CC151-BC2C-F49B-1AD8-802C796143D0}"/>
                  </a:ext>
                </a:extLst>
              </p:cNvPr>
              <p:cNvSpPr/>
              <p:nvPr/>
            </p:nvSpPr>
            <p:spPr>
              <a:xfrm>
                <a:off x="9087161" y="5035883"/>
                <a:ext cx="6343" cy="6345"/>
              </a:xfrm>
              <a:custGeom>
                <a:avLst/>
                <a:gdLst>
                  <a:gd name="connsiteX0" fmla="*/ 3383 w 6343"/>
                  <a:gd name="connsiteY0" fmla="*/ 6468 h 6345"/>
                  <a:gd name="connsiteX1" fmla="*/ 5625 w 6343"/>
                  <a:gd name="connsiteY1" fmla="*/ 5539 h 6345"/>
                  <a:gd name="connsiteX2" fmla="*/ 6554 w 6343"/>
                  <a:gd name="connsiteY2" fmla="*/ 3295 h 6345"/>
                  <a:gd name="connsiteX3" fmla="*/ 5625 w 6343"/>
                  <a:gd name="connsiteY3" fmla="*/ 1052 h 6345"/>
                  <a:gd name="connsiteX4" fmla="*/ 3383 w 6343"/>
                  <a:gd name="connsiteY4" fmla="*/ 123 h 6345"/>
                  <a:gd name="connsiteX5" fmla="*/ 1140 w 6343"/>
                  <a:gd name="connsiteY5" fmla="*/ 1052 h 6345"/>
                  <a:gd name="connsiteX6" fmla="*/ 211 w 6343"/>
                  <a:gd name="connsiteY6" fmla="*/ 3295 h 6345"/>
                  <a:gd name="connsiteX7" fmla="*/ 1140 w 6343"/>
                  <a:gd name="connsiteY7" fmla="*/ 5539 h 6345"/>
                  <a:gd name="connsiteX8" fmla="*/ 338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68"/>
                    </a:moveTo>
                    <a:cubicBezTo>
                      <a:pt x="4224" y="6468"/>
                      <a:pt x="5031" y="6134"/>
                      <a:pt x="5625" y="5539"/>
                    </a:cubicBezTo>
                    <a:cubicBezTo>
                      <a:pt x="6220" y="4944"/>
                      <a:pt x="6554" y="4137"/>
                      <a:pt x="6554" y="3295"/>
                    </a:cubicBezTo>
                    <a:cubicBezTo>
                      <a:pt x="6554" y="2454"/>
                      <a:pt x="6220" y="1647"/>
                      <a:pt x="5625" y="1052"/>
                    </a:cubicBezTo>
                    <a:cubicBezTo>
                      <a:pt x="5031" y="457"/>
                      <a:pt x="4224" y="123"/>
                      <a:pt x="3383" y="123"/>
                    </a:cubicBezTo>
                    <a:cubicBezTo>
                      <a:pt x="2542" y="123"/>
                      <a:pt x="1735" y="457"/>
                      <a:pt x="1140" y="1052"/>
                    </a:cubicBezTo>
                    <a:cubicBezTo>
                      <a:pt x="545" y="1647"/>
                      <a:pt x="211" y="2454"/>
                      <a:pt x="211" y="3295"/>
                    </a:cubicBezTo>
                    <a:cubicBezTo>
                      <a:pt x="211" y="4137"/>
                      <a:pt x="545" y="4944"/>
                      <a:pt x="1140" y="5539"/>
                    </a:cubicBezTo>
                    <a:cubicBezTo>
                      <a:pt x="1735" y="6134"/>
                      <a:pt x="2542" y="6468"/>
                      <a:pt x="338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68" name="Freeform: Shape 8367">
                <a:extLst>
                  <a:ext uri="{FF2B5EF4-FFF2-40B4-BE49-F238E27FC236}">
                    <a16:creationId xmlns:a16="http://schemas.microsoft.com/office/drawing/2014/main" id="{81774579-D302-3232-AFE6-CAC67D5B994D}"/>
                  </a:ext>
                </a:extLst>
              </p:cNvPr>
              <p:cNvSpPr/>
              <p:nvPr/>
            </p:nvSpPr>
            <p:spPr>
              <a:xfrm>
                <a:off x="9091736" y="5035881"/>
                <a:ext cx="6343" cy="6345"/>
              </a:xfrm>
              <a:custGeom>
                <a:avLst/>
                <a:gdLst>
                  <a:gd name="connsiteX0" fmla="*/ 3383 w 6343"/>
                  <a:gd name="connsiteY0" fmla="*/ 6468 h 6345"/>
                  <a:gd name="connsiteX1" fmla="*/ 5626 w 6343"/>
                  <a:gd name="connsiteY1" fmla="*/ 5539 h 6345"/>
                  <a:gd name="connsiteX2" fmla="*/ 6555 w 6343"/>
                  <a:gd name="connsiteY2" fmla="*/ 3295 h 6345"/>
                  <a:gd name="connsiteX3" fmla="*/ 5626 w 6343"/>
                  <a:gd name="connsiteY3" fmla="*/ 1052 h 6345"/>
                  <a:gd name="connsiteX4" fmla="*/ 3383 w 6343"/>
                  <a:gd name="connsiteY4" fmla="*/ 123 h 6345"/>
                  <a:gd name="connsiteX5" fmla="*/ 1140 w 6343"/>
                  <a:gd name="connsiteY5" fmla="*/ 1052 h 6345"/>
                  <a:gd name="connsiteX6" fmla="*/ 211 w 6343"/>
                  <a:gd name="connsiteY6" fmla="*/ 3295 h 6345"/>
                  <a:gd name="connsiteX7" fmla="*/ 1140 w 6343"/>
                  <a:gd name="connsiteY7" fmla="*/ 5539 h 6345"/>
                  <a:gd name="connsiteX8" fmla="*/ 338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68"/>
                    </a:moveTo>
                    <a:cubicBezTo>
                      <a:pt x="4224" y="6468"/>
                      <a:pt x="5031" y="6134"/>
                      <a:pt x="5626" y="5539"/>
                    </a:cubicBezTo>
                    <a:cubicBezTo>
                      <a:pt x="6220" y="4944"/>
                      <a:pt x="6555" y="4137"/>
                      <a:pt x="6555" y="3295"/>
                    </a:cubicBezTo>
                    <a:cubicBezTo>
                      <a:pt x="6555" y="2454"/>
                      <a:pt x="6220" y="1647"/>
                      <a:pt x="5626" y="1052"/>
                    </a:cubicBezTo>
                    <a:cubicBezTo>
                      <a:pt x="5031" y="457"/>
                      <a:pt x="4224" y="123"/>
                      <a:pt x="3383" y="123"/>
                    </a:cubicBezTo>
                    <a:cubicBezTo>
                      <a:pt x="2542" y="123"/>
                      <a:pt x="1735" y="457"/>
                      <a:pt x="1140" y="1052"/>
                    </a:cubicBezTo>
                    <a:cubicBezTo>
                      <a:pt x="546" y="1647"/>
                      <a:pt x="211" y="2454"/>
                      <a:pt x="211" y="3295"/>
                    </a:cubicBezTo>
                    <a:cubicBezTo>
                      <a:pt x="211" y="4137"/>
                      <a:pt x="546" y="4944"/>
                      <a:pt x="1140" y="5539"/>
                    </a:cubicBezTo>
                    <a:cubicBezTo>
                      <a:pt x="1735" y="6134"/>
                      <a:pt x="2542" y="6468"/>
                      <a:pt x="338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69" name="Freeform: Shape 8368">
                <a:extLst>
                  <a:ext uri="{FF2B5EF4-FFF2-40B4-BE49-F238E27FC236}">
                    <a16:creationId xmlns:a16="http://schemas.microsoft.com/office/drawing/2014/main" id="{F5C876E0-0711-3DE6-A9E5-9A57C5D99157}"/>
                  </a:ext>
                </a:extLst>
              </p:cNvPr>
              <p:cNvSpPr/>
              <p:nvPr/>
            </p:nvSpPr>
            <p:spPr>
              <a:xfrm>
                <a:off x="9093981" y="5034207"/>
                <a:ext cx="6343" cy="6345"/>
              </a:xfrm>
              <a:custGeom>
                <a:avLst/>
                <a:gdLst>
                  <a:gd name="connsiteX0" fmla="*/ 3383 w 6343"/>
                  <a:gd name="connsiteY0" fmla="*/ 6468 h 6345"/>
                  <a:gd name="connsiteX1" fmla="*/ 5626 w 6343"/>
                  <a:gd name="connsiteY1" fmla="*/ 5539 h 6345"/>
                  <a:gd name="connsiteX2" fmla="*/ 6555 w 6343"/>
                  <a:gd name="connsiteY2" fmla="*/ 3295 h 6345"/>
                  <a:gd name="connsiteX3" fmla="*/ 5626 w 6343"/>
                  <a:gd name="connsiteY3" fmla="*/ 1052 h 6345"/>
                  <a:gd name="connsiteX4" fmla="*/ 3383 w 6343"/>
                  <a:gd name="connsiteY4" fmla="*/ 123 h 6345"/>
                  <a:gd name="connsiteX5" fmla="*/ 1141 w 6343"/>
                  <a:gd name="connsiteY5" fmla="*/ 1052 h 6345"/>
                  <a:gd name="connsiteX6" fmla="*/ 212 w 6343"/>
                  <a:gd name="connsiteY6" fmla="*/ 3295 h 6345"/>
                  <a:gd name="connsiteX7" fmla="*/ 1141 w 6343"/>
                  <a:gd name="connsiteY7" fmla="*/ 5539 h 6345"/>
                  <a:gd name="connsiteX8" fmla="*/ 338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68"/>
                    </a:moveTo>
                    <a:cubicBezTo>
                      <a:pt x="4224" y="6468"/>
                      <a:pt x="5031" y="6134"/>
                      <a:pt x="5626" y="5539"/>
                    </a:cubicBezTo>
                    <a:cubicBezTo>
                      <a:pt x="6221" y="4944"/>
                      <a:pt x="6555" y="4137"/>
                      <a:pt x="6555" y="3295"/>
                    </a:cubicBezTo>
                    <a:cubicBezTo>
                      <a:pt x="6555" y="2454"/>
                      <a:pt x="6221" y="1647"/>
                      <a:pt x="5626" y="1052"/>
                    </a:cubicBezTo>
                    <a:cubicBezTo>
                      <a:pt x="5031" y="457"/>
                      <a:pt x="4224" y="123"/>
                      <a:pt x="3383" y="123"/>
                    </a:cubicBezTo>
                    <a:cubicBezTo>
                      <a:pt x="2542" y="123"/>
                      <a:pt x="1735" y="457"/>
                      <a:pt x="1141" y="1052"/>
                    </a:cubicBezTo>
                    <a:cubicBezTo>
                      <a:pt x="546" y="1647"/>
                      <a:pt x="212" y="2454"/>
                      <a:pt x="212" y="3295"/>
                    </a:cubicBezTo>
                    <a:cubicBezTo>
                      <a:pt x="212" y="4137"/>
                      <a:pt x="546" y="4944"/>
                      <a:pt x="1141" y="5539"/>
                    </a:cubicBezTo>
                    <a:cubicBezTo>
                      <a:pt x="1735" y="6134"/>
                      <a:pt x="2542" y="6468"/>
                      <a:pt x="338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70" name="Freeform: Shape 8369">
                <a:extLst>
                  <a:ext uri="{FF2B5EF4-FFF2-40B4-BE49-F238E27FC236}">
                    <a16:creationId xmlns:a16="http://schemas.microsoft.com/office/drawing/2014/main" id="{B7477858-26F9-6A3B-AA2E-335604CECB9D}"/>
                  </a:ext>
                </a:extLst>
              </p:cNvPr>
              <p:cNvSpPr/>
              <p:nvPr/>
            </p:nvSpPr>
            <p:spPr>
              <a:xfrm>
                <a:off x="9100845" y="5036016"/>
                <a:ext cx="6343" cy="6345"/>
              </a:xfrm>
              <a:custGeom>
                <a:avLst/>
                <a:gdLst>
                  <a:gd name="connsiteX0" fmla="*/ 3384 w 6343"/>
                  <a:gd name="connsiteY0" fmla="*/ 6468 h 6345"/>
                  <a:gd name="connsiteX1" fmla="*/ 5626 w 6343"/>
                  <a:gd name="connsiteY1" fmla="*/ 5539 h 6345"/>
                  <a:gd name="connsiteX2" fmla="*/ 6555 w 6343"/>
                  <a:gd name="connsiteY2" fmla="*/ 3295 h 6345"/>
                  <a:gd name="connsiteX3" fmla="*/ 5626 w 6343"/>
                  <a:gd name="connsiteY3" fmla="*/ 1052 h 6345"/>
                  <a:gd name="connsiteX4" fmla="*/ 3384 w 6343"/>
                  <a:gd name="connsiteY4" fmla="*/ 123 h 6345"/>
                  <a:gd name="connsiteX5" fmla="*/ 1141 w 6343"/>
                  <a:gd name="connsiteY5" fmla="*/ 1052 h 6345"/>
                  <a:gd name="connsiteX6" fmla="*/ 212 w 6343"/>
                  <a:gd name="connsiteY6" fmla="*/ 3295 h 6345"/>
                  <a:gd name="connsiteX7" fmla="*/ 1141 w 6343"/>
                  <a:gd name="connsiteY7" fmla="*/ 5539 h 6345"/>
                  <a:gd name="connsiteX8" fmla="*/ 3384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68"/>
                    </a:moveTo>
                    <a:cubicBezTo>
                      <a:pt x="4225" y="6468"/>
                      <a:pt x="5032" y="6134"/>
                      <a:pt x="5626" y="5539"/>
                    </a:cubicBezTo>
                    <a:cubicBezTo>
                      <a:pt x="6221" y="4944"/>
                      <a:pt x="6555" y="4137"/>
                      <a:pt x="6555" y="3295"/>
                    </a:cubicBezTo>
                    <a:cubicBezTo>
                      <a:pt x="6555" y="2454"/>
                      <a:pt x="6221" y="1647"/>
                      <a:pt x="5626" y="1052"/>
                    </a:cubicBezTo>
                    <a:cubicBezTo>
                      <a:pt x="5032" y="457"/>
                      <a:pt x="4225" y="123"/>
                      <a:pt x="3384" y="123"/>
                    </a:cubicBezTo>
                    <a:cubicBezTo>
                      <a:pt x="2543" y="123"/>
                      <a:pt x="1736" y="457"/>
                      <a:pt x="1141" y="1052"/>
                    </a:cubicBezTo>
                    <a:cubicBezTo>
                      <a:pt x="546" y="1647"/>
                      <a:pt x="212" y="2454"/>
                      <a:pt x="212" y="3295"/>
                    </a:cubicBezTo>
                    <a:cubicBezTo>
                      <a:pt x="212" y="4137"/>
                      <a:pt x="546" y="4944"/>
                      <a:pt x="1141" y="5539"/>
                    </a:cubicBezTo>
                    <a:cubicBezTo>
                      <a:pt x="1736" y="6134"/>
                      <a:pt x="2543" y="6468"/>
                      <a:pt x="3384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71" name="Freeform: Shape 8370">
                <a:extLst>
                  <a:ext uri="{FF2B5EF4-FFF2-40B4-BE49-F238E27FC236}">
                    <a16:creationId xmlns:a16="http://schemas.microsoft.com/office/drawing/2014/main" id="{B524729D-5571-40A4-B2B0-29F7EA14D281}"/>
                  </a:ext>
                </a:extLst>
              </p:cNvPr>
              <p:cNvSpPr/>
              <p:nvPr/>
            </p:nvSpPr>
            <p:spPr>
              <a:xfrm>
                <a:off x="9280752" y="5166391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69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1" y="1657"/>
                      <a:pt x="226" y="2464"/>
                      <a:pt x="226" y="3306"/>
                    </a:cubicBezTo>
                    <a:cubicBezTo>
                      <a:pt x="226" y="4147"/>
                      <a:pt x="561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72" name="Freeform: Shape 8371">
                <a:extLst>
                  <a:ext uri="{FF2B5EF4-FFF2-40B4-BE49-F238E27FC236}">
                    <a16:creationId xmlns:a16="http://schemas.microsoft.com/office/drawing/2014/main" id="{BFDE10B8-C6A9-06C1-F950-BE819124782E}"/>
                  </a:ext>
                </a:extLst>
              </p:cNvPr>
              <p:cNvSpPr/>
              <p:nvPr/>
            </p:nvSpPr>
            <p:spPr>
              <a:xfrm>
                <a:off x="9284735" y="5167916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73" name="Freeform: Shape 8372">
                <a:extLst>
                  <a:ext uri="{FF2B5EF4-FFF2-40B4-BE49-F238E27FC236}">
                    <a16:creationId xmlns:a16="http://schemas.microsoft.com/office/drawing/2014/main" id="{9F9A1F35-8666-88E5-1420-F5C09E660BF8}"/>
                  </a:ext>
                </a:extLst>
              </p:cNvPr>
              <p:cNvSpPr/>
              <p:nvPr/>
            </p:nvSpPr>
            <p:spPr>
              <a:xfrm>
                <a:off x="9286589" y="5167801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74" name="Freeform: Shape 8373">
                <a:extLst>
                  <a:ext uri="{FF2B5EF4-FFF2-40B4-BE49-F238E27FC236}">
                    <a16:creationId xmlns:a16="http://schemas.microsoft.com/office/drawing/2014/main" id="{90D50C6C-B3F2-1AD7-B273-7860F01276B7}"/>
                  </a:ext>
                </a:extLst>
              </p:cNvPr>
              <p:cNvSpPr/>
              <p:nvPr/>
            </p:nvSpPr>
            <p:spPr>
              <a:xfrm>
                <a:off x="9288194" y="5167506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75" name="Freeform: Shape 8374">
                <a:extLst>
                  <a:ext uri="{FF2B5EF4-FFF2-40B4-BE49-F238E27FC236}">
                    <a16:creationId xmlns:a16="http://schemas.microsoft.com/office/drawing/2014/main" id="{1D587727-5980-94C4-FD3D-7136C6724425}"/>
                  </a:ext>
                </a:extLst>
              </p:cNvPr>
              <p:cNvSpPr/>
              <p:nvPr/>
            </p:nvSpPr>
            <p:spPr>
              <a:xfrm>
                <a:off x="9289797" y="5167226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76" name="Freeform: Shape 8375">
                <a:extLst>
                  <a:ext uri="{FF2B5EF4-FFF2-40B4-BE49-F238E27FC236}">
                    <a16:creationId xmlns:a16="http://schemas.microsoft.com/office/drawing/2014/main" id="{FE254350-5C57-5463-55A0-1CFF734416E2}"/>
                  </a:ext>
                </a:extLst>
              </p:cNvPr>
              <p:cNvSpPr/>
              <p:nvPr/>
            </p:nvSpPr>
            <p:spPr>
              <a:xfrm>
                <a:off x="9291108" y="5166720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77" name="Freeform: Shape 8376">
                <a:extLst>
                  <a:ext uri="{FF2B5EF4-FFF2-40B4-BE49-F238E27FC236}">
                    <a16:creationId xmlns:a16="http://schemas.microsoft.com/office/drawing/2014/main" id="{0E3CA682-2786-877D-222D-3C1CCE4C2559}"/>
                  </a:ext>
                </a:extLst>
              </p:cNvPr>
              <p:cNvSpPr/>
              <p:nvPr/>
            </p:nvSpPr>
            <p:spPr>
              <a:xfrm>
                <a:off x="9294435" y="5167922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6"/>
                    </a:cubicBezTo>
                    <a:cubicBezTo>
                      <a:pt x="6571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7" y="2464"/>
                      <a:pt x="227" y="3306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78" name="Freeform: Shape 8377">
                <a:extLst>
                  <a:ext uri="{FF2B5EF4-FFF2-40B4-BE49-F238E27FC236}">
                    <a16:creationId xmlns:a16="http://schemas.microsoft.com/office/drawing/2014/main" id="{C7ACEA91-97B6-4D42-51D8-CD0D22475D77}"/>
                  </a:ext>
                </a:extLst>
              </p:cNvPr>
              <p:cNvSpPr/>
              <p:nvPr/>
            </p:nvSpPr>
            <p:spPr>
              <a:xfrm>
                <a:off x="9295211" y="5167004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8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6"/>
                    </a:cubicBezTo>
                    <a:cubicBezTo>
                      <a:pt x="6571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79" name="Freeform: Shape 8378">
                <a:extLst>
                  <a:ext uri="{FF2B5EF4-FFF2-40B4-BE49-F238E27FC236}">
                    <a16:creationId xmlns:a16="http://schemas.microsoft.com/office/drawing/2014/main" id="{8705D8BA-C6F9-2F91-DA4C-895B42E910FF}"/>
                  </a:ext>
                </a:extLst>
              </p:cNvPr>
              <p:cNvSpPr/>
              <p:nvPr/>
            </p:nvSpPr>
            <p:spPr>
              <a:xfrm>
                <a:off x="9301810" y="5161653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1" y="133"/>
                      <a:pt x="3400" y="133"/>
                    </a:cubicBezTo>
                    <a:cubicBezTo>
                      <a:pt x="2558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8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80" name="Freeform: Shape 8379">
                <a:extLst>
                  <a:ext uri="{FF2B5EF4-FFF2-40B4-BE49-F238E27FC236}">
                    <a16:creationId xmlns:a16="http://schemas.microsoft.com/office/drawing/2014/main" id="{483027AA-1D30-119C-F3E2-6A5C4B108C89}"/>
                  </a:ext>
                </a:extLst>
              </p:cNvPr>
              <p:cNvSpPr/>
              <p:nvPr/>
            </p:nvSpPr>
            <p:spPr>
              <a:xfrm>
                <a:off x="9302213" y="5160393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81" name="Freeform: Shape 8380">
                <a:extLst>
                  <a:ext uri="{FF2B5EF4-FFF2-40B4-BE49-F238E27FC236}">
                    <a16:creationId xmlns:a16="http://schemas.microsoft.com/office/drawing/2014/main" id="{A39319E1-8B48-710C-2101-0D4DC78B3B07}"/>
                  </a:ext>
                </a:extLst>
              </p:cNvPr>
              <p:cNvSpPr/>
              <p:nvPr/>
            </p:nvSpPr>
            <p:spPr>
              <a:xfrm>
                <a:off x="9303762" y="5160215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82" name="Freeform: Shape 8381">
                <a:extLst>
                  <a:ext uri="{FF2B5EF4-FFF2-40B4-BE49-F238E27FC236}">
                    <a16:creationId xmlns:a16="http://schemas.microsoft.com/office/drawing/2014/main" id="{FCB28A78-A3EB-6A86-CAAB-3A9934BF72F5}"/>
                  </a:ext>
                </a:extLst>
              </p:cNvPr>
              <p:cNvSpPr/>
              <p:nvPr/>
            </p:nvSpPr>
            <p:spPr>
              <a:xfrm>
                <a:off x="9304631" y="5159398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2" y="5549"/>
                    </a:cubicBezTo>
                    <a:cubicBezTo>
                      <a:pt x="6237" y="4954"/>
                      <a:pt x="6571" y="4146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6"/>
                      <a:pt x="562" y="4954"/>
                      <a:pt x="1157" y="5549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83" name="Freeform: Shape 8382">
                <a:extLst>
                  <a:ext uri="{FF2B5EF4-FFF2-40B4-BE49-F238E27FC236}">
                    <a16:creationId xmlns:a16="http://schemas.microsoft.com/office/drawing/2014/main" id="{4F05A909-E470-F3D2-B3E5-9F30DC7B6C0F}"/>
                  </a:ext>
                </a:extLst>
              </p:cNvPr>
              <p:cNvSpPr/>
              <p:nvPr/>
            </p:nvSpPr>
            <p:spPr>
              <a:xfrm>
                <a:off x="9302452" y="5155608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8" y="466"/>
                      <a:pt x="4241" y="132"/>
                      <a:pt x="3400" y="132"/>
                    </a:cubicBezTo>
                    <a:cubicBezTo>
                      <a:pt x="2559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84" name="Freeform: Shape 8383">
                <a:extLst>
                  <a:ext uri="{FF2B5EF4-FFF2-40B4-BE49-F238E27FC236}">
                    <a16:creationId xmlns:a16="http://schemas.microsoft.com/office/drawing/2014/main" id="{2E163384-2314-0AAE-24BE-F8D2BAE05311}"/>
                  </a:ext>
                </a:extLst>
              </p:cNvPr>
              <p:cNvSpPr/>
              <p:nvPr/>
            </p:nvSpPr>
            <p:spPr>
              <a:xfrm>
                <a:off x="9303259" y="5154696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8" y="466"/>
                      <a:pt x="4241" y="132"/>
                      <a:pt x="3400" y="132"/>
                    </a:cubicBezTo>
                    <a:cubicBezTo>
                      <a:pt x="2559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85" name="Freeform: Shape 8384">
                <a:extLst>
                  <a:ext uri="{FF2B5EF4-FFF2-40B4-BE49-F238E27FC236}">
                    <a16:creationId xmlns:a16="http://schemas.microsoft.com/office/drawing/2014/main" id="{740D5EAD-C226-46FD-AD57-759B0CE51A55}"/>
                  </a:ext>
                </a:extLst>
              </p:cNvPr>
              <p:cNvSpPr/>
              <p:nvPr/>
            </p:nvSpPr>
            <p:spPr>
              <a:xfrm>
                <a:off x="9193423" y="5036898"/>
                <a:ext cx="6343" cy="6345"/>
              </a:xfrm>
              <a:custGeom>
                <a:avLst/>
                <a:gdLst>
                  <a:gd name="connsiteX0" fmla="*/ 3391 w 6343"/>
                  <a:gd name="connsiteY0" fmla="*/ 6468 h 6345"/>
                  <a:gd name="connsiteX1" fmla="*/ 5634 w 6343"/>
                  <a:gd name="connsiteY1" fmla="*/ 5539 h 6345"/>
                  <a:gd name="connsiteX2" fmla="*/ 6563 w 6343"/>
                  <a:gd name="connsiteY2" fmla="*/ 3295 h 6345"/>
                  <a:gd name="connsiteX3" fmla="*/ 5634 w 6343"/>
                  <a:gd name="connsiteY3" fmla="*/ 1052 h 6345"/>
                  <a:gd name="connsiteX4" fmla="*/ 3391 w 6343"/>
                  <a:gd name="connsiteY4" fmla="*/ 123 h 6345"/>
                  <a:gd name="connsiteX5" fmla="*/ 1148 w 6343"/>
                  <a:gd name="connsiteY5" fmla="*/ 1052 h 6345"/>
                  <a:gd name="connsiteX6" fmla="*/ 219 w 6343"/>
                  <a:gd name="connsiteY6" fmla="*/ 3295 h 6345"/>
                  <a:gd name="connsiteX7" fmla="*/ 1148 w 6343"/>
                  <a:gd name="connsiteY7" fmla="*/ 5539 h 6345"/>
                  <a:gd name="connsiteX8" fmla="*/ 3391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68"/>
                    </a:moveTo>
                    <a:cubicBezTo>
                      <a:pt x="4232" y="6468"/>
                      <a:pt x="5039" y="6134"/>
                      <a:pt x="5634" y="5539"/>
                    </a:cubicBezTo>
                    <a:cubicBezTo>
                      <a:pt x="6228" y="4944"/>
                      <a:pt x="6563" y="4137"/>
                      <a:pt x="6563" y="3295"/>
                    </a:cubicBezTo>
                    <a:cubicBezTo>
                      <a:pt x="6563" y="2454"/>
                      <a:pt x="6228" y="1647"/>
                      <a:pt x="5634" y="1052"/>
                    </a:cubicBezTo>
                    <a:cubicBezTo>
                      <a:pt x="5039" y="457"/>
                      <a:pt x="4232" y="123"/>
                      <a:pt x="3391" y="123"/>
                    </a:cubicBezTo>
                    <a:cubicBezTo>
                      <a:pt x="2550" y="123"/>
                      <a:pt x="1743" y="457"/>
                      <a:pt x="1148" y="1052"/>
                    </a:cubicBezTo>
                    <a:cubicBezTo>
                      <a:pt x="554" y="1647"/>
                      <a:pt x="219" y="2454"/>
                      <a:pt x="219" y="3295"/>
                    </a:cubicBezTo>
                    <a:cubicBezTo>
                      <a:pt x="219" y="4137"/>
                      <a:pt x="554" y="4944"/>
                      <a:pt x="1148" y="5539"/>
                    </a:cubicBezTo>
                    <a:cubicBezTo>
                      <a:pt x="1743" y="6134"/>
                      <a:pt x="2550" y="6468"/>
                      <a:pt x="3391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86" name="Freeform: Shape 8385">
                <a:extLst>
                  <a:ext uri="{FF2B5EF4-FFF2-40B4-BE49-F238E27FC236}">
                    <a16:creationId xmlns:a16="http://schemas.microsoft.com/office/drawing/2014/main" id="{77A59CE0-DE12-F007-759D-276AC4F7B338}"/>
                  </a:ext>
                </a:extLst>
              </p:cNvPr>
              <p:cNvSpPr/>
              <p:nvPr/>
            </p:nvSpPr>
            <p:spPr>
              <a:xfrm>
                <a:off x="9195570" y="5035949"/>
                <a:ext cx="6343" cy="6345"/>
              </a:xfrm>
              <a:custGeom>
                <a:avLst/>
                <a:gdLst>
                  <a:gd name="connsiteX0" fmla="*/ 3391 w 6343"/>
                  <a:gd name="connsiteY0" fmla="*/ 6468 h 6345"/>
                  <a:gd name="connsiteX1" fmla="*/ 5634 w 6343"/>
                  <a:gd name="connsiteY1" fmla="*/ 5539 h 6345"/>
                  <a:gd name="connsiteX2" fmla="*/ 6563 w 6343"/>
                  <a:gd name="connsiteY2" fmla="*/ 3295 h 6345"/>
                  <a:gd name="connsiteX3" fmla="*/ 5634 w 6343"/>
                  <a:gd name="connsiteY3" fmla="*/ 1052 h 6345"/>
                  <a:gd name="connsiteX4" fmla="*/ 3391 w 6343"/>
                  <a:gd name="connsiteY4" fmla="*/ 123 h 6345"/>
                  <a:gd name="connsiteX5" fmla="*/ 1149 w 6343"/>
                  <a:gd name="connsiteY5" fmla="*/ 1052 h 6345"/>
                  <a:gd name="connsiteX6" fmla="*/ 220 w 6343"/>
                  <a:gd name="connsiteY6" fmla="*/ 3295 h 6345"/>
                  <a:gd name="connsiteX7" fmla="*/ 1149 w 6343"/>
                  <a:gd name="connsiteY7" fmla="*/ 5539 h 6345"/>
                  <a:gd name="connsiteX8" fmla="*/ 3391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68"/>
                    </a:moveTo>
                    <a:cubicBezTo>
                      <a:pt x="4232" y="6468"/>
                      <a:pt x="5039" y="6134"/>
                      <a:pt x="5634" y="5539"/>
                    </a:cubicBezTo>
                    <a:cubicBezTo>
                      <a:pt x="6229" y="4944"/>
                      <a:pt x="6563" y="4137"/>
                      <a:pt x="6563" y="3295"/>
                    </a:cubicBezTo>
                    <a:cubicBezTo>
                      <a:pt x="6563" y="2454"/>
                      <a:pt x="6229" y="1647"/>
                      <a:pt x="5634" y="1052"/>
                    </a:cubicBezTo>
                    <a:cubicBezTo>
                      <a:pt x="5039" y="457"/>
                      <a:pt x="4232" y="123"/>
                      <a:pt x="3391" y="123"/>
                    </a:cubicBezTo>
                    <a:cubicBezTo>
                      <a:pt x="2550" y="123"/>
                      <a:pt x="1743" y="457"/>
                      <a:pt x="1149" y="1052"/>
                    </a:cubicBezTo>
                    <a:cubicBezTo>
                      <a:pt x="554" y="1647"/>
                      <a:pt x="220" y="2454"/>
                      <a:pt x="220" y="3295"/>
                    </a:cubicBezTo>
                    <a:cubicBezTo>
                      <a:pt x="220" y="4137"/>
                      <a:pt x="554" y="4944"/>
                      <a:pt x="1149" y="5539"/>
                    </a:cubicBezTo>
                    <a:cubicBezTo>
                      <a:pt x="1743" y="6134"/>
                      <a:pt x="2550" y="6468"/>
                      <a:pt x="3391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87" name="Freeform: Shape 8386">
                <a:extLst>
                  <a:ext uri="{FF2B5EF4-FFF2-40B4-BE49-F238E27FC236}">
                    <a16:creationId xmlns:a16="http://schemas.microsoft.com/office/drawing/2014/main" id="{A8DBD0F0-4149-498F-7B17-F29ADD0F4861}"/>
                  </a:ext>
                </a:extLst>
              </p:cNvPr>
              <p:cNvSpPr/>
              <p:nvPr/>
            </p:nvSpPr>
            <p:spPr>
              <a:xfrm>
                <a:off x="9197763" y="5035063"/>
                <a:ext cx="6343" cy="6345"/>
              </a:xfrm>
              <a:custGeom>
                <a:avLst/>
                <a:gdLst>
                  <a:gd name="connsiteX0" fmla="*/ 3391 w 6343"/>
                  <a:gd name="connsiteY0" fmla="*/ 6468 h 6345"/>
                  <a:gd name="connsiteX1" fmla="*/ 5634 w 6343"/>
                  <a:gd name="connsiteY1" fmla="*/ 5539 h 6345"/>
                  <a:gd name="connsiteX2" fmla="*/ 6563 w 6343"/>
                  <a:gd name="connsiteY2" fmla="*/ 3295 h 6345"/>
                  <a:gd name="connsiteX3" fmla="*/ 5634 w 6343"/>
                  <a:gd name="connsiteY3" fmla="*/ 1052 h 6345"/>
                  <a:gd name="connsiteX4" fmla="*/ 3391 w 6343"/>
                  <a:gd name="connsiteY4" fmla="*/ 123 h 6345"/>
                  <a:gd name="connsiteX5" fmla="*/ 1149 w 6343"/>
                  <a:gd name="connsiteY5" fmla="*/ 1052 h 6345"/>
                  <a:gd name="connsiteX6" fmla="*/ 220 w 6343"/>
                  <a:gd name="connsiteY6" fmla="*/ 3295 h 6345"/>
                  <a:gd name="connsiteX7" fmla="*/ 1149 w 6343"/>
                  <a:gd name="connsiteY7" fmla="*/ 5539 h 6345"/>
                  <a:gd name="connsiteX8" fmla="*/ 3391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68"/>
                    </a:moveTo>
                    <a:cubicBezTo>
                      <a:pt x="4232" y="6468"/>
                      <a:pt x="5039" y="6134"/>
                      <a:pt x="5634" y="5539"/>
                    </a:cubicBezTo>
                    <a:cubicBezTo>
                      <a:pt x="6229" y="4944"/>
                      <a:pt x="6563" y="4137"/>
                      <a:pt x="6563" y="3295"/>
                    </a:cubicBezTo>
                    <a:cubicBezTo>
                      <a:pt x="6563" y="2454"/>
                      <a:pt x="6229" y="1647"/>
                      <a:pt x="5634" y="1052"/>
                    </a:cubicBezTo>
                    <a:cubicBezTo>
                      <a:pt x="5039" y="457"/>
                      <a:pt x="4232" y="123"/>
                      <a:pt x="3391" y="123"/>
                    </a:cubicBezTo>
                    <a:cubicBezTo>
                      <a:pt x="2550" y="123"/>
                      <a:pt x="1744" y="457"/>
                      <a:pt x="1149" y="1052"/>
                    </a:cubicBezTo>
                    <a:cubicBezTo>
                      <a:pt x="554" y="1647"/>
                      <a:pt x="220" y="2454"/>
                      <a:pt x="220" y="3295"/>
                    </a:cubicBezTo>
                    <a:cubicBezTo>
                      <a:pt x="220" y="4137"/>
                      <a:pt x="554" y="4944"/>
                      <a:pt x="1149" y="5539"/>
                    </a:cubicBezTo>
                    <a:cubicBezTo>
                      <a:pt x="1744" y="6134"/>
                      <a:pt x="2550" y="6468"/>
                      <a:pt x="3391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88" name="Freeform: Shape 8387">
                <a:extLst>
                  <a:ext uri="{FF2B5EF4-FFF2-40B4-BE49-F238E27FC236}">
                    <a16:creationId xmlns:a16="http://schemas.microsoft.com/office/drawing/2014/main" id="{0069B9C4-5900-4CDE-10C1-F75CBCC2CEB6}"/>
                  </a:ext>
                </a:extLst>
              </p:cNvPr>
              <p:cNvSpPr/>
              <p:nvPr/>
            </p:nvSpPr>
            <p:spPr>
              <a:xfrm>
                <a:off x="9201719" y="5036066"/>
                <a:ext cx="6343" cy="6345"/>
              </a:xfrm>
              <a:custGeom>
                <a:avLst/>
                <a:gdLst>
                  <a:gd name="connsiteX0" fmla="*/ 3392 w 6343"/>
                  <a:gd name="connsiteY0" fmla="*/ 6468 h 6345"/>
                  <a:gd name="connsiteX1" fmla="*/ 5634 w 6343"/>
                  <a:gd name="connsiteY1" fmla="*/ 5539 h 6345"/>
                  <a:gd name="connsiteX2" fmla="*/ 6563 w 6343"/>
                  <a:gd name="connsiteY2" fmla="*/ 3295 h 6345"/>
                  <a:gd name="connsiteX3" fmla="*/ 5634 w 6343"/>
                  <a:gd name="connsiteY3" fmla="*/ 1052 h 6345"/>
                  <a:gd name="connsiteX4" fmla="*/ 3392 w 6343"/>
                  <a:gd name="connsiteY4" fmla="*/ 123 h 6345"/>
                  <a:gd name="connsiteX5" fmla="*/ 1149 w 6343"/>
                  <a:gd name="connsiteY5" fmla="*/ 1052 h 6345"/>
                  <a:gd name="connsiteX6" fmla="*/ 220 w 6343"/>
                  <a:gd name="connsiteY6" fmla="*/ 3295 h 6345"/>
                  <a:gd name="connsiteX7" fmla="*/ 1149 w 6343"/>
                  <a:gd name="connsiteY7" fmla="*/ 5539 h 6345"/>
                  <a:gd name="connsiteX8" fmla="*/ 339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68"/>
                    </a:moveTo>
                    <a:cubicBezTo>
                      <a:pt x="4233" y="6468"/>
                      <a:pt x="5040" y="6134"/>
                      <a:pt x="5634" y="5539"/>
                    </a:cubicBezTo>
                    <a:cubicBezTo>
                      <a:pt x="6229" y="4944"/>
                      <a:pt x="6563" y="4137"/>
                      <a:pt x="6563" y="3295"/>
                    </a:cubicBezTo>
                    <a:cubicBezTo>
                      <a:pt x="6563" y="2454"/>
                      <a:pt x="6229" y="1647"/>
                      <a:pt x="5634" y="1052"/>
                    </a:cubicBezTo>
                    <a:cubicBezTo>
                      <a:pt x="5040" y="457"/>
                      <a:pt x="4233" y="123"/>
                      <a:pt x="3392" y="123"/>
                    </a:cubicBezTo>
                    <a:cubicBezTo>
                      <a:pt x="2551" y="123"/>
                      <a:pt x="1744" y="457"/>
                      <a:pt x="1149" y="1052"/>
                    </a:cubicBezTo>
                    <a:cubicBezTo>
                      <a:pt x="554" y="1647"/>
                      <a:pt x="220" y="2454"/>
                      <a:pt x="220" y="3295"/>
                    </a:cubicBezTo>
                    <a:cubicBezTo>
                      <a:pt x="220" y="4137"/>
                      <a:pt x="554" y="4944"/>
                      <a:pt x="1149" y="5539"/>
                    </a:cubicBezTo>
                    <a:cubicBezTo>
                      <a:pt x="1744" y="6134"/>
                      <a:pt x="2551" y="6468"/>
                      <a:pt x="339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89" name="Freeform: Shape 8388">
                <a:extLst>
                  <a:ext uri="{FF2B5EF4-FFF2-40B4-BE49-F238E27FC236}">
                    <a16:creationId xmlns:a16="http://schemas.microsoft.com/office/drawing/2014/main" id="{979B958B-0AD4-090B-A75A-8CD39C926B7E}"/>
                  </a:ext>
                </a:extLst>
              </p:cNvPr>
              <p:cNvSpPr/>
              <p:nvPr/>
            </p:nvSpPr>
            <p:spPr>
              <a:xfrm>
                <a:off x="9212183" y="5044139"/>
                <a:ext cx="6343" cy="6345"/>
              </a:xfrm>
              <a:custGeom>
                <a:avLst/>
                <a:gdLst>
                  <a:gd name="connsiteX0" fmla="*/ 3393 w 6343"/>
                  <a:gd name="connsiteY0" fmla="*/ 6469 h 6345"/>
                  <a:gd name="connsiteX1" fmla="*/ 5635 w 6343"/>
                  <a:gd name="connsiteY1" fmla="*/ 5539 h 6345"/>
                  <a:gd name="connsiteX2" fmla="*/ 6564 w 6343"/>
                  <a:gd name="connsiteY2" fmla="*/ 3296 h 6345"/>
                  <a:gd name="connsiteX3" fmla="*/ 5635 w 6343"/>
                  <a:gd name="connsiteY3" fmla="*/ 1053 h 6345"/>
                  <a:gd name="connsiteX4" fmla="*/ 3393 w 6343"/>
                  <a:gd name="connsiteY4" fmla="*/ 123 h 6345"/>
                  <a:gd name="connsiteX5" fmla="*/ 1150 w 6343"/>
                  <a:gd name="connsiteY5" fmla="*/ 1053 h 6345"/>
                  <a:gd name="connsiteX6" fmla="*/ 221 w 6343"/>
                  <a:gd name="connsiteY6" fmla="*/ 3296 h 6345"/>
                  <a:gd name="connsiteX7" fmla="*/ 1150 w 6343"/>
                  <a:gd name="connsiteY7" fmla="*/ 5539 h 6345"/>
                  <a:gd name="connsiteX8" fmla="*/ 3393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69"/>
                    </a:moveTo>
                    <a:cubicBezTo>
                      <a:pt x="4234" y="6469"/>
                      <a:pt x="5040" y="6134"/>
                      <a:pt x="5635" y="5539"/>
                    </a:cubicBezTo>
                    <a:cubicBezTo>
                      <a:pt x="6230" y="4944"/>
                      <a:pt x="6564" y="4137"/>
                      <a:pt x="6564" y="3296"/>
                    </a:cubicBezTo>
                    <a:cubicBezTo>
                      <a:pt x="6564" y="2455"/>
                      <a:pt x="6230" y="1648"/>
                      <a:pt x="5635" y="1053"/>
                    </a:cubicBezTo>
                    <a:cubicBezTo>
                      <a:pt x="5040" y="458"/>
                      <a:pt x="4234" y="123"/>
                      <a:pt x="3393" y="123"/>
                    </a:cubicBezTo>
                    <a:cubicBezTo>
                      <a:pt x="2551" y="123"/>
                      <a:pt x="1745" y="458"/>
                      <a:pt x="1150" y="1053"/>
                    </a:cubicBezTo>
                    <a:cubicBezTo>
                      <a:pt x="555" y="1648"/>
                      <a:pt x="221" y="2455"/>
                      <a:pt x="221" y="3296"/>
                    </a:cubicBezTo>
                    <a:cubicBezTo>
                      <a:pt x="221" y="4137"/>
                      <a:pt x="555" y="4944"/>
                      <a:pt x="1150" y="5539"/>
                    </a:cubicBezTo>
                    <a:cubicBezTo>
                      <a:pt x="1745" y="6134"/>
                      <a:pt x="2551" y="6469"/>
                      <a:pt x="3393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90" name="Freeform: Shape 8389">
                <a:extLst>
                  <a:ext uri="{FF2B5EF4-FFF2-40B4-BE49-F238E27FC236}">
                    <a16:creationId xmlns:a16="http://schemas.microsoft.com/office/drawing/2014/main" id="{9218029A-4F42-E74F-5CA9-8655536CCECB}"/>
                  </a:ext>
                </a:extLst>
              </p:cNvPr>
              <p:cNvSpPr/>
              <p:nvPr/>
            </p:nvSpPr>
            <p:spPr>
              <a:xfrm>
                <a:off x="9213932" y="5042950"/>
                <a:ext cx="6343" cy="6345"/>
              </a:xfrm>
              <a:custGeom>
                <a:avLst/>
                <a:gdLst>
                  <a:gd name="connsiteX0" fmla="*/ 3393 w 6343"/>
                  <a:gd name="connsiteY0" fmla="*/ 6469 h 6345"/>
                  <a:gd name="connsiteX1" fmla="*/ 5635 w 6343"/>
                  <a:gd name="connsiteY1" fmla="*/ 5539 h 6345"/>
                  <a:gd name="connsiteX2" fmla="*/ 6564 w 6343"/>
                  <a:gd name="connsiteY2" fmla="*/ 3296 h 6345"/>
                  <a:gd name="connsiteX3" fmla="*/ 5635 w 6343"/>
                  <a:gd name="connsiteY3" fmla="*/ 1052 h 6345"/>
                  <a:gd name="connsiteX4" fmla="*/ 3393 w 6343"/>
                  <a:gd name="connsiteY4" fmla="*/ 123 h 6345"/>
                  <a:gd name="connsiteX5" fmla="*/ 1150 w 6343"/>
                  <a:gd name="connsiteY5" fmla="*/ 1052 h 6345"/>
                  <a:gd name="connsiteX6" fmla="*/ 221 w 6343"/>
                  <a:gd name="connsiteY6" fmla="*/ 3296 h 6345"/>
                  <a:gd name="connsiteX7" fmla="*/ 1150 w 6343"/>
                  <a:gd name="connsiteY7" fmla="*/ 5539 h 6345"/>
                  <a:gd name="connsiteX8" fmla="*/ 3393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69"/>
                    </a:moveTo>
                    <a:cubicBezTo>
                      <a:pt x="4234" y="6469"/>
                      <a:pt x="5041" y="6134"/>
                      <a:pt x="5635" y="5539"/>
                    </a:cubicBezTo>
                    <a:cubicBezTo>
                      <a:pt x="6230" y="4944"/>
                      <a:pt x="6564" y="4137"/>
                      <a:pt x="6564" y="3296"/>
                    </a:cubicBezTo>
                    <a:cubicBezTo>
                      <a:pt x="6564" y="2454"/>
                      <a:pt x="6230" y="1647"/>
                      <a:pt x="5635" y="1052"/>
                    </a:cubicBezTo>
                    <a:cubicBezTo>
                      <a:pt x="5041" y="457"/>
                      <a:pt x="4234" y="123"/>
                      <a:pt x="3393" y="123"/>
                    </a:cubicBezTo>
                    <a:cubicBezTo>
                      <a:pt x="2552" y="123"/>
                      <a:pt x="1745" y="457"/>
                      <a:pt x="1150" y="1052"/>
                    </a:cubicBezTo>
                    <a:cubicBezTo>
                      <a:pt x="555" y="1647"/>
                      <a:pt x="221" y="2454"/>
                      <a:pt x="221" y="3296"/>
                    </a:cubicBezTo>
                    <a:cubicBezTo>
                      <a:pt x="221" y="4137"/>
                      <a:pt x="555" y="4944"/>
                      <a:pt x="1150" y="5539"/>
                    </a:cubicBezTo>
                    <a:cubicBezTo>
                      <a:pt x="1745" y="6134"/>
                      <a:pt x="2552" y="6469"/>
                      <a:pt x="3393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91" name="Freeform: Shape 8390">
                <a:extLst>
                  <a:ext uri="{FF2B5EF4-FFF2-40B4-BE49-F238E27FC236}">
                    <a16:creationId xmlns:a16="http://schemas.microsoft.com/office/drawing/2014/main" id="{88AE957D-7C42-27D8-676F-B77EC4365C30}"/>
                  </a:ext>
                </a:extLst>
              </p:cNvPr>
              <p:cNvSpPr/>
              <p:nvPr/>
            </p:nvSpPr>
            <p:spPr>
              <a:xfrm>
                <a:off x="9212318" y="5038055"/>
                <a:ext cx="6343" cy="6345"/>
              </a:xfrm>
              <a:custGeom>
                <a:avLst/>
                <a:gdLst>
                  <a:gd name="connsiteX0" fmla="*/ 3393 w 6343"/>
                  <a:gd name="connsiteY0" fmla="*/ 6468 h 6345"/>
                  <a:gd name="connsiteX1" fmla="*/ 5635 w 6343"/>
                  <a:gd name="connsiteY1" fmla="*/ 5539 h 6345"/>
                  <a:gd name="connsiteX2" fmla="*/ 6564 w 6343"/>
                  <a:gd name="connsiteY2" fmla="*/ 3296 h 6345"/>
                  <a:gd name="connsiteX3" fmla="*/ 5635 w 6343"/>
                  <a:gd name="connsiteY3" fmla="*/ 1052 h 6345"/>
                  <a:gd name="connsiteX4" fmla="*/ 3393 w 6343"/>
                  <a:gd name="connsiteY4" fmla="*/ 123 h 6345"/>
                  <a:gd name="connsiteX5" fmla="*/ 1150 w 6343"/>
                  <a:gd name="connsiteY5" fmla="*/ 1052 h 6345"/>
                  <a:gd name="connsiteX6" fmla="*/ 221 w 6343"/>
                  <a:gd name="connsiteY6" fmla="*/ 3296 h 6345"/>
                  <a:gd name="connsiteX7" fmla="*/ 1150 w 6343"/>
                  <a:gd name="connsiteY7" fmla="*/ 5539 h 6345"/>
                  <a:gd name="connsiteX8" fmla="*/ 339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68"/>
                    </a:moveTo>
                    <a:cubicBezTo>
                      <a:pt x="4234" y="6468"/>
                      <a:pt x="5040" y="6134"/>
                      <a:pt x="5635" y="5539"/>
                    </a:cubicBezTo>
                    <a:cubicBezTo>
                      <a:pt x="6230" y="4944"/>
                      <a:pt x="6564" y="4137"/>
                      <a:pt x="6564" y="3296"/>
                    </a:cubicBezTo>
                    <a:cubicBezTo>
                      <a:pt x="6564" y="2454"/>
                      <a:pt x="6230" y="1647"/>
                      <a:pt x="5635" y="1052"/>
                    </a:cubicBezTo>
                    <a:cubicBezTo>
                      <a:pt x="5040" y="457"/>
                      <a:pt x="4234" y="123"/>
                      <a:pt x="3393" y="123"/>
                    </a:cubicBezTo>
                    <a:cubicBezTo>
                      <a:pt x="2551" y="123"/>
                      <a:pt x="1745" y="457"/>
                      <a:pt x="1150" y="1052"/>
                    </a:cubicBezTo>
                    <a:cubicBezTo>
                      <a:pt x="555" y="1647"/>
                      <a:pt x="221" y="2454"/>
                      <a:pt x="221" y="3296"/>
                    </a:cubicBezTo>
                    <a:cubicBezTo>
                      <a:pt x="221" y="4137"/>
                      <a:pt x="555" y="4944"/>
                      <a:pt x="1150" y="5539"/>
                    </a:cubicBezTo>
                    <a:cubicBezTo>
                      <a:pt x="1745" y="6134"/>
                      <a:pt x="2551" y="6468"/>
                      <a:pt x="339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92" name="Freeform: Shape 8391">
                <a:extLst>
                  <a:ext uri="{FF2B5EF4-FFF2-40B4-BE49-F238E27FC236}">
                    <a16:creationId xmlns:a16="http://schemas.microsoft.com/office/drawing/2014/main" id="{38664597-D81E-1096-6D33-1F15D99FDF62}"/>
                  </a:ext>
                </a:extLst>
              </p:cNvPr>
              <p:cNvSpPr/>
              <p:nvPr/>
            </p:nvSpPr>
            <p:spPr>
              <a:xfrm>
                <a:off x="9214101" y="5036869"/>
                <a:ext cx="6343" cy="6345"/>
              </a:xfrm>
              <a:custGeom>
                <a:avLst/>
                <a:gdLst>
                  <a:gd name="connsiteX0" fmla="*/ 3393 w 6343"/>
                  <a:gd name="connsiteY0" fmla="*/ 6468 h 6345"/>
                  <a:gd name="connsiteX1" fmla="*/ 5635 w 6343"/>
                  <a:gd name="connsiteY1" fmla="*/ 5539 h 6345"/>
                  <a:gd name="connsiteX2" fmla="*/ 6564 w 6343"/>
                  <a:gd name="connsiteY2" fmla="*/ 3295 h 6345"/>
                  <a:gd name="connsiteX3" fmla="*/ 5635 w 6343"/>
                  <a:gd name="connsiteY3" fmla="*/ 1052 h 6345"/>
                  <a:gd name="connsiteX4" fmla="*/ 3393 w 6343"/>
                  <a:gd name="connsiteY4" fmla="*/ 123 h 6345"/>
                  <a:gd name="connsiteX5" fmla="*/ 1150 w 6343"/>
                  <a:gd name="connsiteY5" fmla="*/ 1052 h 6345"/>
                  <a:gd name="connsiteX6" fmla="*/ 221 w 6343"/>
                  <a:gd name="connsiteY6" fmla="*/ 3295 h 6345"/>
                  <a:gd name="connsiteX7" fmla="*/ 1150 w 6343"/>
                  <a:gd name="connsiteY7" fmla="*/ 5539 h 6345"/>
                  <a:gd name="connsiteX8" fmla="*/ 339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68"/>
                    </a:moveTo>
                    <a:cubicBezTo>
                      <a:pt x="4234" y="6468"/>
                      <a:pt x="5041" y="6134"/>
                      <a:pt x="5635" y="5539"/>
                    </a:cubicBezTo>
                    <a:cubicBezTo>
                      <a:pt x="6230" y="4944"/>
                      <a:pt x="6564" y="4137"/>
                      <a:pt x="6564" y="3295"/>
                    </a:cubicBezTo>
                    <a:cubicBezTo>
                      <a:pt x="6564" y="2454"/>
                      <a:pt x="6230" y="1647"/>
                      <a:pt x="5635" y="1052"/>
                    </a:cubicBezTo>
                    <a:cubicBezTo>
                      <a:pt x="5041" y="457"/>
                      <a:pt x="4234" y="123"/>
                      <a:pt x="3393" y="123"/>
                    </a:cubicBezTo>
                    <a:cubicBezTo>
                      <a:pt x="2552" y="123"/>
                      <a:pt x="1745" y="457"/>
                      <a:pt x="1150" y="1052"/>
                    </a:cubicBezTo>
                    <a:cubicBezTo>
                      <a:pt x="555" y="1647"/>
                      <a:pt x="221" y="2454"/>
                      <a:pt x="221" y="3295"/>
                    </a:cubicBezTo>
                    <a:cubicBezTo>
                      <a:pt x="221" y="4137"/>
                      <a:pt x="555" y="4944"/>
                      <a:pt x="1150" y="5539"/>
                    </a:cubicBezTo>
                    <a:cubicBezTo>
                      <a:pt x="1745" y="6134"/>
                      <a:pt x="2552" y="6468"/>
                      <a:pt x="339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93" name="Freeform: Shape 8392">
                <a:extLst>
                  <a:ext uri="{FF2B5EF4-FFF2-40B4-BE49-F238E27FC236}">
                    <a16:creationId xmlns:a16="http://schemas.microsoft.com/office/drawing/2014/main" id="{C5878A03-235F-C16C-4477-0905BCF31734}"/>
                  </a:ext>
                </a:extLst>
              </p:cNvPr>
              <p:cNvSpPr/>
              <p:nvPr/>
            </p:nvSpPr>
            <p:spPr>
              <a:xfrm>
                <a:off x="9215392" y="5035131"/>
                <a:ext cx="6343" cy="6345"/>
              </a:xfrm>
              <a:custGeom>
                <a:avLst/>
                <a:gdLst>
                  <a:gd name="connsiteX0" fmla="*/ 3393 w 6343"/>
                  <a:gd name="connsiteY0" fmla="*/ 6468 h 6345"/>
                  <a:gd name="connsiteX1" fmla="*/ 5635 w 6343"/>
                  <a:gd name="connsiteY1" fmla="*/ 5539 h 6345"/>
                  <a:gd name="connsiteX2" fmla="*/ 6564 w 6343"/>
                  <a:gd name="connsiteY2" fmla="*/ 3295 h 6345"/>
                  <a:gd name="connsiteX3" fmla="*/ 5635 w 6343"/>
                  <a:gd name="connsiteY3" fmla="*/ 1052 h 6345"/>
                  <a:gd name="connsiteX4" fmla="*/ 3393 w 6343"/>
                  <a:gd name="connsiteY4" fmla="*/ 123 h 6345"/>
                  <a:gd name="connsiteX5" fmla="*/ 1150 w 6343"/>
                  <a:gd name="connsiteY5" fmla="*/ 1052 h 6345"/>
                  <a:gd name="connsiteX6" fmla="*/ 221 w 6343"/>
                  <a:gd name="connsiteY6" fmla="*/ 3295 h 6345"/>
                  <a:gd name="connsiteX7" fmla="*/ 1150 w 6343"/>
                  <a:gd name="connsiteY7" fmla="*/ 5539 h 6345"/>
                  <a:gd name="connsiteX8" fmla="*/ 339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68"/>
                    </a:moveTo>
                    <a:cubicBezTo>
                      <a:pt x="4234" y="6468"/>
                      <a:pt x="5041" y="6134"/>
                      <a:pt x="5635" y="5539"/>
                    </a:cubicBezTo>
                    <a:cubicBezTo>
                      <a:pt x="6230" y="4944"/>
                      <a:pt x="6564" y="4137"/>
                      <a:pt x="6564" y="3295"/>
                    </a:cubicBezTo>
                    <a:cubicBezTo>
                      <a:pt x="6564" y="2454"/>
                      <a:pt x="6230" y="1647"/>
                      <a:pt x="5635" y="1052"/>
                    </a:cubicBezTo>
                    <a:cubicBezTo>
                      <a:pt x="5041" y="457"/>
                      <a:pt x="4234" y="123"/>
                      <a:pt x="3393" y="123"/>
                    </a:cubicBezTo>
                    <a:cubicBezTo>
                      <a:pt x="2552" y="123"/>
                      <a:pt x="1745" y="457"/>
                      <a:pt x="1150" y="1052"/>
                    </a:cubicBezTo>
                    <a:cubicBezTo>
                      <a:pt x="555" y="1647"/>
                      <a:pt x="221" y="2454"/>
                      <a:pt x="221" y="3295"/>
                    </a:cubicBezTo>
                    <a:cubicBezTo>
                      <a:pt x="221" y="4137"/>
                      <a:pt x="555" y="4944"/>
                      <a:pt x="1150" y="5539"/>
                    </a:cubicBezTo>
                    <a:cubicBezTo>
                      <a:pt x="1745" y="6134"/>
                      <a:pt x="2552" y="6468"/>
                      <a:pt x="339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94" name="Freeform: Shape 8393">
                <a:extLst>
                  <a:ext uri="{FF2B5EF4-FFF2-40B4-BE49-F238E27FC236}">
                    <a16:creationId xmlns:a16="http://schemas.microsoft.com/office/drawing/2014/main" id="{5A956C42-55BA-7A82-D379-1A4A8D693F18}"/>
                  </a:ext>
                </a:extLst>
              </p:cNvPr>
              <p:cNvSpPr/>
              <p:nvPr/>
            </p:nvSpPr>
            <p:spPr>
              <a:xfrm>
                <a:off x="9218387" y="5035336"/>
                <a:ext cx="6343" cy="6345"/>
              </a:xfrm>
              <a:custGeom>
                <a:avLst/>
                <a:gdLst>
                  <a:gd name="connsiteX0" fmla="*/ 3393 w 6343"/>
                  <a:gd name="connsiteY0" fmla="*/ 6468 h 6345"/>
                  <a:gd name="connsiteX1" fmla="*/ 5636 w 6343"/>
                  <a:gd name="connsiteY1" fmla="*/ 5539 h 6345"/>
                  <a:gd name="connsiteX2" fmla="*/ 6565 w 6343"/>
                  <a:gd name="connsiteY2" fmla="*/ 3295 h 6345"/>
                  <a:gd name="connsiteX3" fmla="*/ 5636 w 6343"/>
                  <a:gd name="connsiteY3" fmla="*/ 1052 h 6345"/>
                  <a:gd name="connsiteX4" fmla="*/ 3393 w 6343"/>
                  <a:gd name="connsiteY4" fmla="*/ 123 h 6345"/>
                  <a:gd name="connsiteX5" fmla="*/ 1150 w 6343"/>
                  <a:gd name="connsiteY5" fmla="*/ 1052 h 6345"/>
                  <a:gd name="connsiteX6" fmla="*/ 221 w 6343"/>
                  <a:gd name="connsiteY6" fmla="*/ 3295 h 6345"/>
                  <a:gd name="connsiteX7" fmla="*/ 1150 w 6343"/>
                  <a:gd name="connsiteY7" fmla="*/ 5539 h 6345"/>
                  <a:gd name="connsiteX8" fmla="*/ 339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68"/>
                    </a:moveTo>
                    <a:cubicBezTo>
                      <a:pt x="4234" y="6468"/>
                      <a:pt x="5041" y="6134"/>
                      <a:pt x="5636" y="5539"/>
                    </a:cubicBezTo>
                    <a:cubicBezTo>
                      <a:pt x="6230" y="4944"/>
                      <a:pt x="6565" y="4137"/>
                      <a:pt x="6565" y="3295"/>
                    </a:cubicBezTo>
                    <a:cubicBezTo>
                      <a:pt x="6565" y="2454"/>
                      <a:pt x="6230" y="1647"/>
                      <a:pt x="5636" y="1052"/>
                    </a:cubicBezTo>
                    <a:cubicBezTo>
                      <a:pt x="5041" y="457"/>
                      <a:pt x="4234" y="123"/>
                      <a:pt x="3393" y="123"/>
                    </a:cubicBezTo>
                    <a:cubicBezTo>
                      <a:pt x="2552" y="123"/>
                      <a:pt x="1745" y="457"/>
                      <a:pt x="1150" y="1052"/>
                    </a:cubicBezTo>
                    <a:cubicBezTo>
                      <a:pt x="556" y="1647"/>
                      <a:pt x="221" y="2454"/>
                      <a:pt x="221" y="3295"/>
                    </a:cubicBezTo>
                    <a:cubicBezTo>
                      <a:pt x="221" y="4137"/>
                      <a:pt x="556" y="4944"/>
                      <a:pt x="1150" y="5539"/>
                    </a:cubicBezTo>
                    <a:cubicBezTo>
                      <a:pt x="1745" y="6134"/>
                      <a:pt x="2552" y="6468"/>
                      <a:pt x="339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95" name="Freeform: Shape 8394">
                <a:extLst>
                  <a:ext uri="{FF2B5EF4-FFF2-40B4-BE49-F238E27FC236}">
                    <a16:creationId xmlns:a16="http://schemas.microsoft.com/office/drawing/2014/main" id="{A23B1CD2-D060-8116-52C0-87FA36E55718}"/>
                  </a:ext>
                </a:extLst>
              </p:cNvPr>
              <p:cNvSpPr/>
              <p:nvPr/>
            </p:nvSpPr>
            <p:spPr>
              <a:xfrm>
                <a:off x="9346317" y="5171586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0 w 6343"/>
                  <a:gd name="connsiteY5" fmla="*/ 1063 h 6345"/>
                  <a:gd name="connsiteX6" fmla="*/ 232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0" y="4955"/>
                      <a:pt x="6575" y="4147"/>
                      <a:pt x="6575" y="3306"/>
                    </a:cubicBezTo>
                    <a:cubicBezTo>
                      <a:pt x="6575" y="2465"/>
                      <a:pt x="6240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0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7"/>
                      <a:pt x="566" y="4955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96" name="Freeform: Shape 8395">
                <a:extLst>
                  <a:ext uri="{FF2B5EF4-FFF2-40B4-BE49-F238E27FC236}">
                    <a16:creationId xmlns:a16="http://schemas.microsoft.com/office/drawing/2014/main" id="{28BE8251-D403-0D2C-ACF9-CBB9523CC716}"/>
                  </a:ext>
                </a:extLst>
              </p:cNvPr>
              <p:cNvSpPr/>
              <p:nvPr/>
            </p:nvSpPr>
            <p:spPr>
              <a:xfrm>
                <a:off x="9350883" y="5166424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3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97" name="Freeform: Shape 8396">
                <a:extLst>
                  <a:ext uri="{FF2B5EF4-FFF2-40B4-BE49-F238E27FC236}">
                    <a16:creationId xmlns:a16="http://schemas.microsoft.com/office/drawing/2014/main" id="{90150DBB-0CB7-CDB2-FDA4-4F600D391FFA}"/>
                  </a:ext>
                </a:extLst>
              </p:cNvPr>
              <p:cNvSpPr/>
              <p:nvPr/>
            </p:nvSpPr>
            <p:spPr>
              <a:xfrm>
                <a:off x="9257729" y="5035883"/>
                <a:ext cx="6343" cy="6345"/>
              </a:xfrm>
              <a:custGeom>
                <a:avLst/>
                <a:gdLst>
                  <a:gd name="connsiteX0" fmla="*/ 3396 w 6343"/>
                  <a:gd name="connsiteY0" fmla="*/ 6468 h 6345"/>
                  <a:gd name="connsiteX1" fmla="*/ 5639 w 6343"/>
                  <a:gd name="connsiteY1" fmla="*/ 5539 h 6345"/>
                  <a:gd name="connsiteX2" fmla="*/ 6568 w 6343"/>
                  <a:gd name="connsiteY2" fmla="*/ 3295 h 6345"/>
                  <a:gd name="connsiteX3" fmla="*/ 5639 w 6343"/>
                  <a:gd name="connsiteY3" fmla="*/ 1052 h 6345"/>
                  <a:gd name="connsiteX4" fmla="*/ 3396 w 6343"/>
                  <a:gd name="connsiteY4" fmla="*/ 123 h 6345"/>
                  <a:gd name="connsiteX5" fmla="*/ 1153 w 6343"/>
                  <a:gd name="connsiteY5" fmla="*/ 1052 h 6345"/>
                  <a:gd name="connsiteX6" fmla="*/ 225 w 6343"/>
                  <a:gd name="connsiteY6" fmla="*/ 3295 h 6345"/>
                  <a:gd name="connsiteX7" fmla="*/ 1153 w 6343"/>
                  <a:gd name="connsiteY7" fmla="*/ 5539 h 6345"/>
                  <a:gd name="connsiteX8" fmla="*/ 339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68"/>
                    </a:moveTo>
                    <a:cubicBezTo>
                      <a:pt x="4237" y="6468"/>
                      <a:pt x="5044" y="6134"/>
                      <a:pt x="5639" y="5539"/>
                    </a:cubicBezTo>
                    <a:cubicBezTo>
                      <a:pt x="6233" y="4944"/>
                      <a:pt x="6568" y="4137"/>
                      <a:pt x="6568" y="3295"/>
                    </a:cubicBezTo>
                    <a:cubicBezTo>
                      <a:pt x="6568" y="2454"/>
                      <a:pt x="6233" y="1647"/>
                      <a:pt x="5639" y="1052"/>
                    </a:cubicBezTo>
                    <a:cubicBezTo>
                      <a:pt x="5044" y="457"/>
                      <a:pt x="4237" y="123"/>
                      <a:pt x="3396" y="123"/>
                    </a:cubicBezTo>
                    <a:cubicBezTo>
                      <a:pt x="2555" y="123"/>
                      <a:pt x="1748" y="457"/>
                      <a:pt x="1153" y="1052"/>
                    </a:cubicBezTo>
                    <a:cubicBezTo>
                      <a:pt x="559" y="1647"/>
                      <a:pt x="225" y="2454"/>
                      <a:pt x="225" y="3295"/>
                    </a:cubicBezTo>
                    <a:cubicBezTo>
                      <a:pt x="225" y="4137"/>
                      <a:pt x="559" y="4944"/>
                      <a:pt x="1153" y="5539"/>
                    </a:cubicBezTo>
                    <a:cubicBezTo>
                      <a:pt x="1748" y="6134"/>
                      <a:pt x="2555" y="6468"/>
                      <a:pt x="339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98" name="Freeform: Shape 8397">
                <a:extLst>
                  <a:ext uri="{FF2B5EF4-FFF2-40B4-BE49-F238E27FC236}">
                    <a16:creationId xmlns:a16="http://schemas.microsoft.com/office/drawing/2014/main" id="{AA645100-501D-3A3F-735B-A2C04A833144}"/>
                  </a:ext>
                </a:extLst>
              </p:cNvPr>
              <p:cNvSpPr/>
              <p:nvPr/>
            </p:nvSpPr>
            <p:spPr>
              <a:xfrm>
                <a:off x="9259389" y="5034844"/>
                <a:ext cx="6343" cy="6345"/>
              </a:xfrm>
              <a:custGeom>
                <a:avLst/>
                <a:gdLst>
                  <a:gd name="connsiteX0" fmla="*/ 3396 w 6343"/>
                  <a:gd name="connsiteY0" fmla="*/ 6468 h 6345"/>
                  <a:gd name="connsiteX1" fmla="*/ 5639 w 6343"/>
                  <a:gd name="connsiteY1" fmla="*/ 5539 h 6345"/>
                  <a:gd name="connsiteX2" fmla="*/ 6568 w 6343"/>
                  <a:gd name="connsiteY2" fmla="*/ 3295 h 6345"/>
                  <a:gd name="connsiteX3" fmla="*/ 5639 w 6343"/>
                  <a:gd name="connsiteY3" fmla="*/ 1052 h 6345"/>
                  <a:gd name="connsiteX4" fmla="*/ 3396 w 6343"/>
                  <a:gd name="connsiteY4" fmla="*/ 123 h 6345"/>
                  <a:gd name="connsiteX5" fmla="*/ 1154 w 6343"/>
                  <a:gd name="connsiteY5" fmla="*/ 1052 h 6345"/>
                  <a:gd name="connsiteX6" fmla="*/ 225 w 6343"/>
                  <a:gd name="connsiteY6" fmla="*/ 3295 h 6345"/>
                  <a:gd name="connsiteX7" fmla="*/ 1154 w 6343"/>
                  <a:gd name="connsiteY7" fmla="*/ 5539 h 6345"/>
                  <a:gd name="connsiteX8" fmla="*/ 339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68"/>
                    </a:moveTo>
                    <a:cubicBezTo>
                      <a:pt x="4237" y="6468"/>
                      <a:pt x="5044" y="6134"/>
                      <a:pt x="5639" y="5539"/>
                    </a:cubicBezTo>
                    <a:cubicBezTo>
                      <a:pt x="6234" y="4944"/>
                      <a:pt x="6568" y="4137"/>
                      <a:pt x="6568" y="3295"/>
                    </a:cubicBezTo>
                    <a:cubicBezTo>
                      <a:pt x="6568" y="2454"/>
                      <a:pt x="6234" y="1647"/>
                      <a:pt x="5639" y="1052"/>
                    </a:cubicBezTo>
                    <a:cubicBezTo>
                      <a:pt x="5044" y="457"/>
                      <a:pt x="4237" y="123"/>
                      <a:pt x="3396" y="123"/>
                    </a:cubicBezTo>
                    <a:cubicBezTo>
                      <a:pt x="2555" y="123"/>
                      <a:pt x="1748" y="457"/>
                      <a:pt x="1154" y="1052"/>
                    </a:cubicBezTo>
                    <a:cubicBezTo>
                      <a:pt x="559" y="1647"/>
                      <a:pt x="225" y="2454"/>
                      <a:pt x="225" y="3295"/>
                    </a:cubicBezTo>
                    <a:cubicBezTo>
                      <a:pt x="225" y="4137"/>
                      <a:pt x="559" y="4944"/>
                      <a:pt x="1154" y="5539"/>
                    </a:cubicBezTo>
                    <a:cubicBezTo>
                      <a:pt x="1748" y="6134"/>
                      <a:pt x="2555" y="6468"/>
                      <a:pt x="339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399" name="Freeform: Shape 8398">
                <a:extLst>
                  <a:ext uri="{FF2B5EF4-FFF2-40B4-BE49-F238E27FC236}">
                    <a16:creationId xmlns:a16="http://schemas.microsoft.com/office/drawing/2014/main" id="{CE494B54-BE60-B2E2-62BB-90D62C23A18D}"/>
                  </a:ext>
                </a:extLst>
              </p:cNvPr>
              <p:cNvSpPr/>
              <p:nvPr/>
            </p:nvSpPr>
            <p:spPr>
              <a:xfrm>
                <a:off x="9261560" y="5034534"/>
                <a:ext cx="6343" cy="6345"/>
              </a:xfrm>
              <a:custGeom>
                <a:avLst/>
                <a:gdLst>
                  <a:gd name="connsiteX0" fmla="*/ 3396 w 6343"/>
                  <a:gd name="connsiteY0" fmla="*/ 6468 h 6345"/>
                  <a:gd name="connsiteX1" fmla="*/ 5639 w 6343"/>
                  <a:gd name="connsiteY1" fmla="*/ 5539 h 6345"/>
                  <a:gd name="connsiteX2" fmla="*/ 6568 w 6343"/>
                  <a:gd name="connsiteY2" fmla="*/ 3295 h 6345"/>
                  <a:gd name="connsiteX3" fmla="*/ 5639 w 6343"/>
                  <a:gd name="connsiteY3" fmla="*/ 1052 h 6345"/>
                  <a:gd name="connsiteX4" fmla="*/ 3396 w 6343"/>
                  <a:gd name="connsiteY4" fmla="*/ 123 h 6345"/>
                  <a:gd name="connsiteX5" fmla="*/ 1154 w 6343"/>
                  <a:gd name="connsiteY5" fmla="*/ 1052 h 6345"/>
                  <a:gd name="connsiteX6" fmla="*/ 225 w 6343"/>
                  <a:gd name="connsiteY6" fmla="*/ 3295 h 6345"/>
                  <a:gd name="connsiteX7" fmla="*/ 1154 w 6343"/>
                  <a:gd name="connsiteY7" fmla="*/ 5539 h 6345"/>
                  <a:gd name="connsiteX8" fmla="*/ 339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68"/>
                    </a:moveTo>
                    <a:cubicBezTo>
                      <a:pt x="4238" y="6468"/>
                      <a:pt x="5044" y="6134"/>
                      <a:pt x="5639" y="5539"/>
                    </a:cubicBezTo>
                    <a:cubicBezTo>
                      <a:pt x="6234" y="4944"/>
                      <a:pt x="6568" y="4137"/>
                      <a:pt x="6568" y="3295"/>
                    </a:cubicBezTo>
                    <a:cubicBezTo>
                      <a:pt x="6568" y="2454"/>
                      <a:pt x="6234" y="1647"/>
                      <a:pt x="5639" y="1052"/>
                    </a:cubicBezTo>
                    <a:cubicBezTo>
                      <a:pt x="5044" y="457"/>
                      <a:pt x="4238" y="123"/>
                      <a:pt x="3396" y="123"/>
                    </a:cubicBezTo>
                    <a:cubicBezTo>
                      <a:pt x="2555" y="123"/>
                      <a:pt x="1749" y="457"/>
                      <a:pt x="1154" y="1052"/>
                    </a:cubicBezTo>
                    <a:cubicBezTo>
                      <a:pt x="559" y="1647"/>
                      <a:pt x="225" y="2454"/>
                      <a:pt x="225" y="3295"/>
                    </a:cubicBezTo>
                    <a:cubicBezTo>
                      <a:pt x="225" y="4137"/>
                      <a:pt x="559" y="4944"/>
                      <a:pt x="1154" y="5539"/>
                    </a:cubicBezTo>
                    <a:cubicBezTo>
                      <a:pt x="1749" y="6134"/>
                      <a:pt x="2555" y="6468"/>
                      <a:pt x="339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00" name="Freeform: Shape 8399">
                <a:extLst>
                  <a:ext uri="{FF2B5EF4-FFF2-40B4-BE49-F238E27FC236}">
                    <a16:creationId xmlns:a16="http://schemas.microsoft.com/office/drawing/2014/main" id="{14903E98-BA67-4AA4-D46E-262CB8EBAB44}"/>
                  </a:ext>
                </a:extLst>
              </p:cNvPr>
              <p:cNvSpPr/>
              <p:nvPr/>
            </p:nvSpPr>
            <p:spPr>
              <a:xfrm>
                <a:off x="9264157" y="5034859"/>
                <a:ext cx="6343" cy="6345"/>
              </a:xfrm>
              <a:custGeom>
                <a:avLst/>
                <a:gdLst>
                  <a:gd name="connsiteX0" fmla="*/ 3397 w 6343"/>
                  <a:gd name="connsiteY0" fmla="*/ 6468 h 6345"/>
                  <a:gd name="connsiteX1" fmla="*/ 5639 w 6343"/>
                  <a:gd name="connsiteY1" fmla="*/ 5539 h 6345"/>
                  <a:gd name="connsiteX2" fmla="*/ 6568 w 6343"/>
                  <a:gd name="connsiteY2" fmla="*/ 3295 h 6345"/>
                  <a:gd name="connsiteX3" fmla="*/ 5639 w 6343"/>
                  <a:gd name="connsiteY3" fmla="*/ 1052 h 6345"/>
                  <a:gd name="connsiteX4" fmla="*/ 3397 w 6343"/>
                  <a:gd name="connsiteY4" fmla="*/ 123 h 6345"/>
                  <a:gd name="connsiteX5" fmla="*/ 1154 w 6343"/>
                  <a:gd name="connsiteY5" fmla="*/ 1052 h 6345"/>
                  <a:gd name="connsiteX6" fmla="*/ 225 w 6343"/>
                  <a:gd name="connsiteY6" fmla="*/ 3295 h 6345"/>
                  <a:gd name="connsiteX7" fmla="*/ 1154 w 6343"/>
                  <a:gd name="connsiteY7" fmla="*/ 5539 h 6345"/>
                  <a:gd name="connsiteX8" fmla="*/ 339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68"/>
                    </a:moveTo>
                    <a:cubicBezTo>
                      <a:pt x="4238" y="6468"/>
                      <a:pt x="5044" y="6134"/>
                      <a:pt x="5639" y="5539"/>
                    </a:cubicBezTo>
                    <a:cubicBezTo>
                      <a:pt x="6234" y="4944"/>
                      <a:pt x="6568" y="4137"/>
                      <a:pt x="6568" y="3295"/>
                    </a:cubicBezTo>
                    <a:cubicBezTo>
                      <a:pt x="6568" y="2454"/>
                      <a:pt x="6234" y="1647"/>
                      <a:pt x="5639" y="1052"/>
                    </a:cubicBezTo>
                    <a:cubicBezTo>
                      <a:pt x="5044" y="457"/>
                      <a:pt x="4238" y="123"/>
                      <a:pt x="3397" y="123"/>
                    </a:cubicBezTo>
                    <a:cubicBezTo>
                      <a:pt x="2556" y="123"/>
                      <a:pt x="1749" y="457"/>
                      <a:pt x="1154" y="1052"/>
                    </a:cubicBezTo>
                    <a:cubicBezTo>
                      <a:pt x="559" y="1647"/>
                      <a:pt x="225" y="2454"/>
                      <a:pt x="225" y="3295"/>
                    </a:cubicBezTo>
                    <a:cubicBezTo>
                      <a:pt x="225" y="4137"/>
                      <a:pt x="559" y="4944"/>
                      <a:pt x="1154" y="5539"/>
                    </a:cubicBezTo>
                    <a:cubicBezTo>
                      <a:pt x="1749" y="6134"/>
                      <a:pt x="2556" y="6468"/>
                      <a:pt x="339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01" name="Freeform: Shape 8400">
                <a:extLst>
                  <a:ext uri="{FF2B5EF4-FFF2-40B4-BE49-F238E27FC236}">
                    <a16:creationId xmlns:a16="http://schemas.microsoft.com/office/drawing/2014/main" id="{91FE7D36-AF5C-2982-250E-676CAB838A46}"/>
                  </a:ext>
                </a:extLst>
              </p:cNvPr>
              <p:cNvSpPr/>
              <p:nvPr/>
            </p:nvSpPr>
            <p:spPr>
              <a:xfrm>
                <a:off x="9266318" y="5034585"/>
                <a:ext cx="6343" cy="6345"/>
              </a:xfrm>
              <a:custGeom>
                <a:avLst/>
                <a:gdLst>
                  <a:gd name="connsiteX0" fmla="*/ 3397 w 6343"/>
                  <a:gd name="connsiteY0" fmla="*/ 6468 h 6345"/>
                  <a:gd name="connsiteX1" fmla="*/ 5639 w 6343"/>
                  <a:gd name="connsiteY1" fmla="*/ 5539 h 6345"/>
                  <a:gd name="connsiteX2" fmla="*/ 6568 w 6343"/>
                  <a:gd name="connsiteY2" fmla="*/ 3295 h 6345"/>
                  <a:gd name="connsiteX3" fmla="*/ 5639 w 6343"/>
                  <a:gd name="connsiteY3" fmla="*/ 1052 h 6345"/>
                  <a:gd name="connsiteX4" fmla="*/ 3397 w 6343"/>
                  <a:gd name="connsiteY4" fmla="*/ 123 h 6345"/>
                  <a:gd name="connsiteX5" fmla="*/ 1154 w 6343"/>
                  <a:gd name="connsiteY5" fmla="*/ 1052 h 6345"/>
                  <a:gd name="connsiteX6" fmla="*/ 225 w 6343"/>
                  <a:gd name="connsiteY6" fmla="*/ 3295 h 6345"/>
                  <a:gd name="connsiteX7" fmla="*/ 1154 w 6343"/>
                  <a:gd name="connsiteY7" fmla="*/ 5539 h 6345"/>
                  <a:gd name="connsiteX8" fmla="*/ 339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68"/>
                    </a:moveTo>
                    <a:cubicBezTo>
                      <a:pt x="4238" y="6468"/>
                      <a:pt x="5045" y="6134"/>
                      <a:pt x="5639" y="5539"/>
                    </a:cubicBezTo>
                    <a:cubicBezTo>
                      <a:pt x="6234" y="4944"/>
                      <a:pt x="6568" y="4137"/>
                      <a:pt x="6568" y="3295"/>
                    </a:cubicBezTo>
                    <a:cubicBezTo>
                      <a:pt x="6568" y="2454"/>
                      <a:pt x="6234" y="1647"/>
                      <a:pt x="5639" y="1052"/>
                    </a:cubicBezTo>
                    <a:cubicBezTo>
                      <a:pt x="5045" y="457"/>
                      <a:pt x="4238" y="123"/>
                      <a:pt x="3397" y="123"/>
                    </a:cubicBezTo>
                    <a:cubicBezTo>
                      <a:pt x="2556" y="123"/>
                      <a:pt x="1749" y="457"/>
                      <a:pt x="1154" y="1052"/>
                    </a:cubicBezTo>
                    <a:cubicBezTo>
                      <a:pt x="559" y="1647"/>
                      <a:pt x="225" y="2454"/>
                      <a:pt x="225" y="3295"/>
                    </a:cubicBezTo>
                    <a:cubicBezTo>
                      <a:pt x="225" y="4137"/>
                      <a:pt x="559" y="4944"/>
                      <a:pt x="1154" y="5539"/>
                    </a:cubicBezTo>
                    <a:cubicBezTo>
                      <a:pt x="1749" y="6134"/>
                      <a:pt x="2556" y="6468"/>
                      <a:pt x="339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02" name="Freeform: Shape 8401">
                <a:extLst>
                  <a:ext uri="{FF2B5EF4-FFF2-40B4-BE49-F238E27FC236}">
                    <a16:creationId xmlns:a16="http://schemas.microsoft.com/office/drawing/2014/main" id="{89B35E39-E10B-726E-BE86-8324D762AAD6}"/>
                  </a:ext>
                </a:extLst>
              </p:cNvPr>
              <p:cNvSpPr/>
              <p:nvPr/>
            </p:nvSpPr>
            <p:spPr>
              <a:xfrm>
                <a:off x="9268440" y="5034276"/>
                <a:ext cx="6343" cy="6345"/>
              </a:xfrm>
              <a:custGeom>
                <a:avLst/>
                <a:gdLst>
                  <a:gd name="connsiteX0" fmla="*/ 3397 w 6343"/>
                  <a:gd name="connsiteY0" fmla="*/ 6468 h 6345"/>
                  <a:gd name="connsiteX1" fmla="*/ 5640 w 6343"/>
                  <a:gd name="connsiteY1" fmla="*/ 5539 h 6345"/>
                  <a:gd name="connsiteX2" fmla="*/ 6569 w 6343"/>
                  <a:gd name="connsiteY2" fmla="*/ 3295 h 6345"/>
                  <a:gd name="connsiteX3" fmla="*/ 5640 w 6343"/>
                  <a:gd name="connsiteY3" fmla="*/ 1052 h 6345"/>
                  <a:gd name="connsiteX4" fmla="*/ 3397 w 6343"/>
                  <a:gd name="connsiteY4" fmla="*/ 123 h 6345"/>
                  <a:gd name="connsiteX5" fmla="*/ 1154 w 6343"/>
                  <a:gd name="connsiteY5" fmla="*/ 1052 h 6345"/>
                  <a:gd name="connsiteX6" fmla="*/ 225 w 6343"/>
                  <a:gd name="connsiteY6" fmla="*/ 3295 h 6345"/>
                  <a:gd name="connsiteX7" fmla="*/ 1154 w 6343"/>
                  <a:gd name="connsiteY7" fmla="*/ 5539 h 6345"/>
                  <a:gd name="connsiteX8" fmla="*/ 339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68"/>
                    </a:moveTo>
                    <a:cubicBezTo>
                      <a:pt x="4238" y="6468"/>
                      <a:pt x="5045" y="6134"/>
                      <a:pt x="5640" y="5539"/>
                    </a:cubicBezTo>
                    <a:cubicBezTo>
                      <a:pt x="6234" y="4944"/>
                      <a:pt x="6569" y="4137"/>
                      <a:pt x="6569" y="3295"/>
                    </a:cubicBezTo>
                    <a:cubicBezTo>
                      <a:pt x="6569" y="2454"/>
                      <a:pt x="6234" y="1647"/>
                      <a:pt x="5640" y="1052"/>
                    </a:cubicBezTo>
                    <a:cubicBezTo>
                      <a:pt x="5045" y="457"/>
                      <a:pt x="4238" y="123"/>
                      <a:pt x="3397" y="123"/>
                    </a:cubicBezTo>
                    <a:cubicBezTo>
                      <a:pt x="2556" y="123"/>
                      <a:pt x="1749" y="457"/>
                      <a:pt x="1154" y="1052"/>
                    </a:cubicBezTo>
                    <a:cubicBezTo>
                      <a:pt x="560" y="1647"/>
                      <a:pt x="225" y="2454"/>
                      <a:pt x="225" y="3295"/>
                    </a:cubicBezTo>
                    <a:cubicBezTo>
                      <a:pt x="225" y="4137"/>
                      <a:pt x="560" y="4944"/>
                      <a:pt x="1154" y="5539"/>
                    </a:cubicBezTo>
                    <a:cubicBezTo>
                      <a:pt x="1749" y="6134"/>
                      <a:pt x="2556" y="6468"/>
                      <a:pt x="339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03" name="Freeform: Shape 8402">
                <a:extLst>
                  <a:ext uri="{FF2B5EF4-FFF2-40B4-BE49-F238E27FC236}">
                    <a16:creationId xmlns:a16="http://schemas.microsoft.com/office/drawing/2014/main" id="{0E886461-457A-2427-3AA2-696BB85155E5}"/>
                  </a:ext>
                </a:extLst>
              </p:cNvPr>
              <p:cNvSpPr/>
              <p:nvPr/>
            </p:nvSpPr>
            <p:spPr>
              <a:xfrm>
                <a:off x="9270977" y="5034609"/>
                <a:ext cx="6343" cy="6345"/>
              </a:xfrm>
              <a:custGeom>
                <a:avLst/>
                <a:gdLst>
                  <a:gd name="connsiteX0" fmla="*/ 3397 w 6343"/>
                  <a:gd name="connsiteY0" fmla="*/ 6468 h 6345"/>
                  <a:gd name="connsiteX1" fmla="*/ 5640 w 6343"/>
                  <a:gd name="connsiteY1" fmla="*/ 5539 h 6345"/>
                  <a:gd name="connsiteX2" fmla="*/ 6569 w 6343"/>
                  <a:gd name="connsiteY2" fmla="*/ 3295 h 6345"/>
                  <a:gd name="connsiteX3" fmla="*/ 5640 w 6343"/>
                  <a:gd name="connsiteY3" fmla="*/ 1052 h 6345"/>
                  <a:gd name="connsiteX4" fmla="*/ 3397 w 6343"/>
                  <a:gd name="connsiteY4" fmla="*/ 123 h 6345"/>
                  <a:gd name="connsiteX5" fmla="*/ 1155 w 6343"/>
                  <a:gd name="connsiteY5" fmla="*/ 1052 h 6345"/>
                  <a:gd name="connsiteX6" fmla="*/ 226 w 6343"/>
                  <a:gd name="connsiteY6" fmla="*/ 3295 h 6345"/>
                  <a:gd name="connsiteX7" fmla="*/ 1155 w 6343"/>
                  <a:gd name="connsiteY7" fmla="*/ 5539 h 6345"/>
                  <a:gd name="connsiteX8" fmla="*/ 339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68"/>
                    </a:moveTo>
                    <a:cubicBezTo>
                      <a:pt x="4238" y="6468"/>
                      <a:pt x="5045" y="6134"/>
                      <a:pt x="5640" y="5539"/>
                    </a:cubicBezTo>
                    <a:cubicBezTo>
                      <a:pt x="6235" y="4944"/>
                      <a:pt x="6569" y="4137"/>
                      <a:pt x="6569" y="3295"/>
                    </a:cubicBezTo>
                    <a:cubicBezTo>
                      <a:pt x="6569" y="2454"/>
                      <a:pt x="6235" y="1647"/>
                      <a:pt x="5640" y="1052"/>
                    </a:cubicBezTo>
                    <a:cubicBezTo>
                      <a:pt x="5045" y="457"/>
                      <a:pt x="4238" y="123"/>
                      <a:pt x="3397" y="123"/>
                    </a:cubicBezTo>
                    <a:cubicBezTo>
                      <a:pt x="2556" y="123"/>
                      <a:pt x="1749" y="457"/>
                      <a:pt x="1155" y="1052"/>
                    </a:cubicBezTo>
                    <a:cubicBezTo>
                      <a:pt x="560" y="1647"/>
                      <a:pt x="226" y="2454"/>
                      <a:pt x="226" y="3295"/>
                    </a:cubicBezTo>
                    <a:cubicBezTo>
                      <a:pt x="226" y="4137"/>
                      <a:pt x="560" y="4944"/>
                      <a:pt x="1155" y="5539"/>
                    </a:cubicBezTo>
                    <a:cubicBezTo>
                      <a:pt x="1749" y="6134"/>
                      <a:pt x="2556" y="6468"/>
                      <a:pt x="339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04" name="Freeform: Shape 8403">
                <a:extLst>
                  <a:ext uri="{FF2B5EF4-FFF2-40B4-BE49-F238E27FC236}">
                    <a16:creationId xmlns:a16="http://schemas.microsoft.com/office/drawing/2014/main" id="{1705A3ED-272F-DBF0-8241-79BDE7A1D525}"/>
                  </a:ext>
                </a:extLst>
              </p:cNvPr>
              <p:cNvSpPr/>
              <p:nvPr/>
            </p:nvSpPr>
            <p:spPr>
              <a:xfrm>
                <a:off x="9273469" y="5034911"/>
                <a:ext cx="6343" cy="6345"/>
              </a:xfrm>
              <a:custGeom>
                <a:avLst/>
                <a:gdLst>
                  <a:gd name="connsiteX0" fmla="*/ 3397 w 6343"/>
                  <a:gd name="connsiteY0" fmla="*/ 6468 h 6345"/>
                  <a:gd name="connsiteX1" fmla="*/ 5640 w 6343"/>
                  <a:gd name="connsiteY1" fmla="*/ 5539 h 6345"/>
                  <a:gd name="connsiteX2" fmla="*/ 6569 w 6343"/>
                  <a:gd name="connsiteY2" fmla="*/ 3295 h 6345"/>
                  <a:gd name="connsiteX3" fmla="*/ 5640 w 6343"/>
                  <a:gd name="connsiteY3" fmla="*/ 1052 h 6345"/>
                  <a:gd name="connsiteX4" fmla="*/ 3397 w 6343"/>
                  <a:gd name="connsiteY4" fmla="*/ 123 h 6345"/>
                  <a:gd name="connsiteX5" fmla="*/ 1155 w 6343"/>
                  <a:gd name="connsiteY5" fmla="*/ 1052 h 6345"/>
                  <a:gd name="connsiteX6" fmla="*/ 226 w 6343"/>
                  <a:gd name="connsiteY6" fmla="*/ 3295 h 6345"/>
                  <a:gd name="connsiteX7" fmla="*/ 1155 w 6343"/>
                  <a:gd name="connsiteY7" fmla="*/ 5539 h 6345"/>
                  <a:gd name="connsiteX8" fmla="*/ 339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68"/>
                    </a:moveTo>
                    <a:cubicBezTo>
                      <a:pt x="4238" y="6468"/>
                      <a:pt x="5045" y="6134"/>
                      <a:pt x="5640" y="5539"/>
                    </a:cubicBezTo>
                    <a:cubicBezTo>
                      <a:pt x="6235" y="4944"/>
                      <a:pt x="6569" y="4137"/>
                      <a:pt x="6569" y="3295"/>
                    </a:cubicBezTo>
                    <a:cubicBezTo>
                      <a:pt x="6569" y="2454"/>
                      <a:pt x="6235" y="1647"/>
                      <a:pt x="5640" y="1052"/>
                    </a:cubicBezTo>
                    <a:cubicBezTo>
                      <a:pt x="5045" y="457"/>
                      <a:pt x="4238" y="123"/>
                      <a:pt x="3397" y="123"/>
                    </a:cubicBezTo>
                    <a:cubicBezTo>
                      <a:pt x="2556" y="123"/>
                      <a:pt x="1749" y="457"/>
                      <a:pt x="1155" y="1052"/>
                    </a:cubicBezTo>
                    <a:cubicBezTo>
                      <a:pt x="560" y="1647"/>
                      <a:pt x="226" y="2454"/>
                      <a:pt x="226" y="3295"/>
                    </a:cubicBezTo>
                    <a:cubicBezTo>
                      <a:pt x="226" y="4137"/>
                      <a:pt x="560" y="4944"/>
                      <a:pt x="1155" y="5539"/>
                    </a:cubicBezTo>
                    <a:cubicBezTo>
                      <a:pt x="1749" y="6134"/>
                      <a:pt x="2556" y="6468"/>
                      <a:pt x="339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05" name="Freeform: Shape 8404">
                <a:extLst>
                  <a:ext uri="{FF2B5EF4-FFF2-40B4-BE49-F238E27FC236}">
                    <a16:creationId xmlns:a16="http://schemas.microsoft.com/office/drawing/2014/main" id="{6314BEF7-6A09-7641-2096-D74C4F757441}"/>
                  </a:ext>
                </a:extLst>
              </p:cNvPr>
              <p:cNvSpPr/>
              <p:nvPr/>
            </p:nvSpPr>
            <p:spPr>
              <a:xfrm>
                <a:off x="9275608" y="5034708"/>
                <a:ext cx="6343" cy="6345"/>
              </a:xfrm>
              <a:custGeom>
                <a:avLst/>
                <a:gdLst>
                  <a:gd name="connsiteX0" fmla="*/ 3398 w 6343"/>
                  <a:gd name="connsiteY0" fmla="*/ 6468 h 6345"/>
                  <a:gd name="connsiteX1" fmla="*/ 5640 w 6343"/>
                  <a:gd name="connsiteY1" fmla="*/ 5539 h 6345"/>
                  <a:gd name="connsiteX2" fmla="*/ 6569 w 6343"/>
                  <a:gd name="connsiteY2" fmla="*/ 3295 h 6345"/>
                  <a:gd name="connsiteX3" fmla="*/ 5640 w 6343"/>
                  <a:gd name="connsiteY3" fmla="*/ 1052 h 6345"/>
                  <a:gd name="connsiteX4" fmla="*/ 3398 w 6343"/>
                  <a:gd name="connsiteY4" fmla="*/ 123 h 6345"/>
                  <a:gd name="connsiteX5" fmla="*/ 1155 w 6343"/>
                  <a:gd name="connsiteY5" fmla="*/ 1052 h 6345"/>
                  <a:gd name="connsiteX6" fmla="*/ 226 w 6343"/>
                  <a:gd name="connsiteY6" fmla="*/ 3295 h 6345"/>
                  <a:gd name="connsiteX7" fmla="*/ 1155 w 6343"/>
                  <a:gd name="connsiteY7" fmla="*/ 5539 h 6345"/>
                  <a:gd name="connsiteX8" fmla="*/ 339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68"/>
                    </a:moveTo>
                    <a:cubicBezTo>
                      <a:pt x="4239" y="6468"/>
                      <a:pt x="5045" y="6134"/>
                      <a:pt x="5640" y="5539"/>
                    </a:cubicBezTo>
                    <a:cubicBezTo>
                      <a:pt x="6235" y="4944"/>
                      <a:pt x="6569" y="4137"/>
                      <a:pt x="6569" y="3295"/>
                    </a:cubicBezTo>
                    <a:cubicBezTo>
                      <a:pt x="6569" y="2454"/>
                      <a:pt x="6235" y="1647"/>
                      <a:pt x="5640" y="1052"/>
                    </a:cubicBezTo>
                    <a:cubicBezTo>
                      <a:pt x="5045" y="457"/>
                      <a:pt x="4239" y="123"/>
                      <a:pt x="3398" y="123"/>
                    </a:cubicBezTo>
                    <a:cubicBezTo>
                      <a:pt x="2556" y="123"/>
                      <a:pt x="1750" y="457"/>
                      <a:pt x="1155" y="1052"/>
                    </a:cubicBezTo>
                    <a:cubicBezTo>
                      <a:pt x="560" y="1647"/>
                      <a:pt x="226" y="2454"/>
                      <a:pt x="226" y="3295"/>
                    </a:cubicBezTo>
                    <a:cubicBezTo>
                      <a:pt x="226" y="4137"/>
                      <a:pt x="560" y="4944"/>
                      <a:pt x="1155" y="5539"/>
                    </a:cubicBezTo>
                    <a:cubicBezTo>
                      <a:pt x="1750" y="6134"/>
                      <a:pt x="2556" y="6468"/>
                      <a:pt x="339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06" name="Freeform: Shape 8405">
                <a:extLst>
                  <a:ext uri="{FF2B5EF4-FFF2-40B4-BE49-F238E27FC236}">
                    <a16:creationId xmlns:a16="http://schemas.microsoft.com/office/drawing/2014/main" id="{417BB355-AAE0-0F98-CCD4-6F617CFD46D5}"/>
                  </a:ext>
                </a:extLst>
              </p:cNvPr>
              <p:cNvSpPr/>
              <p:nvPr/>
            </p:nvSpPr>
            <p:spPr>
              <a:xfrm>
                <a:off x="9277710" y="5034468"/>
                <a:ext cx="6343" cy="6345"/>
              </a:xfrm>
              <a:custGeom>
                <a:avLst/>
                <a:gdLst>
                  <a:gd name="connsiteX0" fmla="*/ 3398 w 6343"/>
                  <a:gd name="connsiteY0" fmla="*/ 6468 h 6345"/>
                  <a:gd name="connsiteX1" fmla="*/ 5640 w 6343"/>
                  <a:gd name="connsiteY1" fmla="*/ 5539 h 6345"/>
                  <a:gd name="connsiteX2" fmla="*/ 6569 w 6343"/>
                  <a:gd name="connsiteY2" fmla="*/ 3295 h 6345"/>
                  <a:gd name="connsiteX3" fmla="*/ 5640 w 6343"/>
                  <a:gd name="connsiteY3" fmla="*/ 1052 h 6345"/>
                  <a:gd name="connsiteX4" fmla="*/ 3398 w 6343"/>
                  <a:gd name="connsiteY4" fmla="*/ 123 h 6345"/>
                  <a:gd name="connsiteX5" fmla="*/ 1155 w 6343"/>
                  <a:gd name="connsiteY5" fmla="*/ 1052 h 6345"/>
                  <a:gd name="connsiteX6" fmla="*/ 226 w 6343"/>
                  <a:gd name="connsiteY6" fmla="*/ 3295 h 6345"/>
                  <a:gd name="connsiteX7" fmla="*/ 1155 w 6343"/>
                  <a:gd name="connsiteY7" fmla="*/ 5539 h 6345"/>
                  <a:gd name="connsiteX8" fmla="*/ 339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68"/>
                    </a:moveTo>
                    <a:cubicBezTo>
                      <a:pt x="4239" y="6468"/>
                      <a:pt x="5046" y="6134"/>
                      <a:pt x="5640" y="5539"/>
                    </a:cubicBezTo>
                    <a:cubicBezTo>
                      <a:pt x="6235" y="4944"/>
                      <a:pt x="6569" y="4137"/>
                      <a:pt x="6569" y="3295"/>
                    </a:cubicBezTo>
                    <a:cubicBezTo>
                      <a:pt x="6569" y="2454"/>
                      <a:pt x="6235" y="1647"/>
                      <a:pt x="5640" y="1052"/>
                    </a:cubicBezTo>
                    <a:cubicBezTo>
                      <a:pt x="5046" y="457"/>
                      <a:pt x="4239" y="123"/>
                      <a:pt x="3398" y="123"/>
                    </a:cubicBezTo>
                    <a:cubicBezTo>
                      <a:pt x="2557" y="123"/>
                      <a:pt x="1750" y="457"/>
                      <a:pt x="1155" y="1052"/>
                    </a:cubicBezTo>
                    <a:cubicBezTo>
                      <a:pt x="560" y="1647"/>
                      <a:pt x="226" y="2454"/>
                      <a:pt x="226" y="3295"/>
                    </a:cubicBezTo>
                    <a:cubicBezTo>
                      <a:pt x="226" y="4137"/>
                      <a:pt x="560" y="4944"/>
                      <a:pt x="1155" y="5539"/>
                    </a:cubicBezTo>
                    <a:cubicBezTo>
                      <a:pt x="1750" y="6134"/>
                      <a:pt x="2557" y="6468"/>
                      <a:pt x="339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07" name="Freeform: Shape 8406">
                <a:extLst>
                  <a:ext uri="{FF2B5EF4-FFF2-40B4-BE49-F238E27FC236}">
                    <a16:creationId xmlns:a16="http://schemas.microsoft.com/office/drawing/2014/main" id="{D1419B63-3CC7-DC0E-32CE-58FEF3FD68CF}"/>
                  </a:ext>
                </a:extLst>
              </p:cNvPr>
              <p:cNvSpPr/>
              <p:nvPr/>
            </p:nvSpPr>
            <p:spPr>
              <a:xfrm>
                <a:off x="9279607" y="5033927"/>
                <a:ext cx="6343" cy="6345"/>
              </a:xfrm>
              <a:custGeom>
                <a:avLst/>
                <a:gdLst>
                  <a:gd name="connsiteX0" fmla="*/ 3398 w 6343"/>
                  <a:gd name="connsiteY0" fmla="*/ 6468 h 6345"/>
                  <a:gd name="connsiteX1" fmla="*/ 5640 w 6343"/>
                  <a:gd name="connsiteY1" fmla="*/ 5539 h 6345"/>
                  <a:gd name="connsiteX2" fmla="*/ 6569 w 6343"/>
                  <a:gd name="connsiteY2" fmla="*/ 3295 h 6345"/>
                  <a:gd name="connsiteX3" fmla="*/ 5640 w 6343"/>
                  <a:gd name="connsiteY3" fmla="*/ 1052 h 6345"/>
                  <a:gd name="connsiteX4" fmla="*/ 3398 w 6343"/>
                  <a:gd name="connsiteY4" fmla="*/ 122 h 6345"/>
                  <a:gd name="connsiteX5" fmla="*/ 1155 w 6343"/>
                  <a:gd name="connsiteY5" fmla="*/ 1052 h 6345"/>
                  <a:gd name="connsiteX6" fmla="*/ 226 w 6343"/>
                  <a:gd name="connsiteY6" fmla="*/ 3295 h 6345"/>
                  <a:gd name="connsiteX7" fmla="*/ 1155 w 6343"/>
                  <a:gd name="connsiteY7" fmla="*/ 5539 h 6345"/>
                  <a:gd name="connsiteX8" fmla="*/ 339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68"/>
                    </a:moveTo>
                    <a:cubicBezTo>
                      <a:pt x="4239" y="6468"/>
                      <a:pt x="5046" y="6134"/>
                      <a:pt x="5640" y="5539"/>
                    </a:cubicBezTo>
                    <a:cubicBezTo>
                      <a:pt x="6235" y="4944"/>
                      <a:pt x="6569" y="4137"/>
                      <a:pt x="6569" y="3295"/>
                    </a:cubicBezTo>
                    <a:cubicBezTo>
                      <a:pt x="6569" y="2454"/>
                      <a:pt x="6235" y="1647"/>
                      <a:pt x="5640" y="1052"/>
                    </a:cubicBezTo>
                    <a:cubicBezTo>
                      <a:pt x="5046" y="457"/>
                      <a:pt x="4239" y="122"/>
                      <a:pt x="3398" y="122"/>
                    </a:cubicBezTo>
                    <a:cubicBezTo>
                      <a:pt x="2557" y="122"/>
                      <a:pt x="1750" y="457"/>
                      <a:pt x="1155" y="1052"/>
                    </a:cubicBezTo>
                    <a:cubicBezTo>
                      <a:pt x="560" y="1647"/>
                      <a:pt x="226" y="2454"/>
                      <a:pt x="226" y="3295"/>
                    </a:cubicBezTo>
                    <a:cubicBezTo>
                      <a:pt x="226" y="4137"/>
                      <a:pt x="560" y="4944"/>
                      <a:pt x="1155" y="5539"/>
                    </a:cubicBezTo>
                    <a:cubicBezTo>
                      <a:pt x="1750" y="6134"/>
                      <a:pt x="2557" y="6468"/>
                      <a:pt x="339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08" name="Freeform: Shape 8407">
                <a:extLst>
                  <a:ext uri="{FF2B5EF4-FFF2-40B4-BE49-F238E27FC236}">
                    <a16:creationId xmlns:a16="http://schemas.microsoft.com/office/drawing/2014/main" id="{B8885967-3C08-5421-DBBE-D98CAF6E90F1}"/>
                  </a:ext>
                </a:extLst>
              </p:cNvPr>
              <p:cNvSpPr/>
              <p:nvPr/>
            </p:nvSpPr>
            <p:spPr>
              <a:xfrm>
                <a:off x="9281504" y="5033399"/>
                <a:ext cx="6343" cy="6345"/>
              </a:xfrm>
              <a:custGeom>
                <a:avLst/>
                <a:gdLst>
                  <a:gd name="connsiteX0" fmla="*/ 3398 w 6343"/>
                  <a:gd name="connsiteY0" fmla="*/ 6468 h 6345"/>
                  <a:gd name="connsiteX1" fmla="*/ 5641 w 6343"/>
                  <a:gd name="connsiteY1" fmla="*/ 5539 h 6345"/>
                  <a:gd name="connsiteX2" fmla="*/ 6570 w 6343"/>
                  <a:gd name="connsiteY2" fmla="*/ 3295 h 6345"/>
                  <a:gd name="connsiteX3" fmla="*/ 5641 w 6343"/>
                  <a:gd name="connsiteY3" fmla="*/ 1052 h 6345"/>
                  <a:gd name="connsiteX4" fmla="*/ 3398 w 6343"/>
                  <a:gd name="connsiteY4" fmla="*/ 122 h 6345"/>
                  <a:gd name="connsiteX5" fmla="*/ 1155 w 6343"/>
                  <a:gd name="connsiteY5" fmla="*/ 1052 h 6345"/>
                  <a:gd name="connsiteX6" fmla="*/ 226 w 6343"/>
                  <a:gd name="connsiteY6" fmla="*/ 3295 h 6345"/>
                  <a:gd name="connsiteX7" fmla="*/ 1155 w 6343"/>
                  <a:gd name="connsiteY7" fmla="*/ 5539 h 6345"/>
                  <a:gd name="connsiteX8" fmla="*/ 339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68"/>
                    </a:moveTo>
                    <a:cubicBezTo>
                      <a:pt x="4239" y="6468"/>
                      <a:pt x="5046" y="6134"/>
                      <a:pt x="5641" y="5539"/>
                    </a:cubicBezTo>
                    <a:cubicBezTo>
                      <a:pt x="6235" y="4944"/>
                      <a:pt x="6570" y="4137"/>
                      <a:pt x="6570" y="3295"/>
                    </a:cubicBezTo>
                    <a:cubicBezTo>
                      <a:pt x="6570" y="2454"/>
                      <a:pt x="6235" y="1647"/>
                      <a:pt x="5641" y="1052"/>
                    </a:cubicBezTo>
                    <a:cubicBezTo>
                      <a:pt x="5046" y="457"/>
                      <a:pt x="4239" y="122"/>
                      <a:pt x="3398" y="122"/>
                    </a:cubicBezTo>
                    <a:cubicBezTo>
                      <a:pt x="2557" y="122"/>
                      <a:pt x="1750" y="457"/>
                      <a:pt x="1155" y="1052"/>
                    </a:cubicBezTo>
                    <a:cubicBezTo>
                      <a:pt x="561" y="1647"/>
                      <a:pt x="226" y="2454"/>
                      <a:pt x="226" y="3295"/>
                    </a:cubicBezTo>
                    <a:cubicBezTo>
                      <a:pt x="226" y="4137"/>
                      <a:pt x="561" y="4944"/>
                      <a:pt x="1155" y="5539"/>
                    </a:cubicBezTo>
                    <a:cubicBezTo>
                      <a:pt x="1750" y="6134"/>
                      <a:pt x="2557" y="6468"/>
                      <a:pt x="339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09" name="Freeform: Shape 8408">
                <a:extLst>
                  <a:ext uri="{FF2B5EF4-FFF2-40B4-BE49-F238E27FC236}">
                    <a16:creationId xmlns:a16="http://schemas.microsoft.com/office/drawing/2014/main" id="{4FA65230-AA1C-F20D-6E96-3E8BB110A75E}"/>
                  </a:ext>
                </a:extLst>
              </p:cNvPr>
              <p:cNvSpPr/>
              <p:nvPr/>
            </p:nvSpPr>
            <p:spPr>
              <a:xfrm>
                <a:off x="9295180" y="5052000"/>
                <a:ext cx="6343" cy="6345"/>
              </a:xfrm>
              <a:custGeom>
                <a:avLst/>
                <a:gdLst>
                  <a:gd name="connsiteX0" fmla="*/ 3399 w 6343"/>
                  <a:gd name="connsiteY0" fmla="*/ 6469 h 6345"/>
                  <a:gd name="connsiteX1" fmla="*/ 5642 w 6343"/>
                  <a:gd name="connsiteY1" fmla="*/ 5540 h 6345"/>
                  <a:gd name="connsiteX2" fmla="*/ 6571 w 6343"/>
                  <a:gd name="connsiteY2" fmla="*/ 3297 h 6345"/>
                  <a:gd name="connsiteX3" fmla="*/ 5642 w 6343"/>
                  <a:gd name="connsiteY3" fmla="*/ 1053 h 6345"/>
                  <a:gd name="connsiteX4" fmla="*/ 3399 w 6343"/>
                  <a:gd name="connsiteY4" fmla="*/ 124 h 6345"/>
                  <a:gd name="connsiteX5" fmla="*/ 1156 w 6343"/>
                  <a:gd name="connsiteY5" fmla="*/ 1053 h 6345"/>
                  <a:gd name="connsiteX6" fmla="*/ 228 w 6343"/>
                  <a:gd name="connsiteY6" fmla="*/ 3297 h 6345"/>
                  <a:gd name="connsiteX7" fmla="*/ 1156 w 6343"/>
                  <a:gd name="connsiteY7" fmla="*/ 5540 h 6345"/>
                  <a:gd name="connsiteX8" fmla="*/ 339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9"/>
                    </a:moveTo>
                    <a:cubicBezTo>
                      <a:pt x="4240" y="6469"/>
                      <a:pt x="5047" y="6135"/>
                      <a:pt x="5642" y="5540"/>
                    </a:cubicBezTo>
                    <a:cubicBezTo>
                      <a:pt x="6236" y="4945"/>
                      <a:pt x="6571" y="4138"/>
                      <a:pt x="6571" y="3297"/>
                    </a:cubicBezTo>
                    <a:cubicBezTo>
                      <a:pt x="6571" y="2455"/>
                      <a:pt x="6236" y="1648"/>
                      <a:pt x="5642" y="1053"/>
                    </a:cubicBezTo>
                    <a:cubicBezTo>
                      <a:pt x="5047" y="458"/>
                      <a:pt x="4240" y="124"/>
                      <a:pt x="3399" y="124"/>
                    </a:cubicBezTo>
                    <a:cubicBezTo>
                      <a:pt x="2558" y="124"/>
                      <a:pt x="1751" y="458"/>
                      <a:pt x="1156" y="1053"/>
                    </a:cubicBezTo>
                    <a:cubicBezTo>
                      <a:pt x="562" y="1648"/>
                      <a:pt x="228" y="2455"/>
                      <a:pt x="228" y="3297"/>
                    </a:cubicBezTo>
                    <a:cubicBezTo>
                      <a:pt x="228" y="4138"/>
                      <a:pt x="562" y="4945"/>
                      <a:pt x="1156" y="5540"/>
                    </a:cubicBezTo>
                    <a:cubicBezTo>
                      <a:pt x="1751" y="6135"/>
                      <a:pt x="2558" y="6469"/>
                      <a:pt x="339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10" name="Freeform: Shape 8409">
                <a:extLst>
                  <a:ext uri="{FF2B5EF4-FFF2-40B4-BE49-F238E27FC236}">
                    <a16:creationId xmlns:a16="http://schemas.microsoft.com/office/drawing/2014/main" id="{14542710-5CA5-6C7D-455D-ECA25B6ED6E3}"/>
                  </a:ext>
                </a:extLst>
              </p:cNvPr>
              <p:cNvSpPr/>
              <p:nvPr/>
            </p:nvSpPr>
            <p:spPr>
              <a:xfrm>
                <a:off x="9290413" y="5040799"/>
                <a:ext cx="6343" cy="6345"/>
              </a:xfrm>
              <a:custGeom>
                <a:avLst/>
                <a:gdLst>
                  <a:gd name="connsiteX0" fmla="*/ 3399 w 6343"/>
                  <a:gd name="connsiteY0" fmla="*/ 6468 h 6345"/>
                  <a:gd name="connsiteX1" fmla="*/ 5641 w 6343"/>
                  <a:gd name="connsiteY1" fmla="*/ 5539 h 6345"/>
                  <a:gd name="connsiteX2" fmla="*/ 6570 w 6343"/>
                  <a:gd name="connsiteY2" fmla="*/ 3296 h 6345"/>
                  <a:gd name="connsiteX3" fmla="*/ 5641 w 6343"/>
                  <a:gd name="connsiteY3" fmla="*/ 1052 h 6345"/>
                  <a:gd name="connsiteX4" fmla="*/ 3399 w 6343"/>
                  <a:gd name="connsiteY4" fmla="*/ 123 h 6345"/>
                  <a:gd name="connsiteX5" fmla="*/ 1156 w 6343"/>
                  <a:gd name="connsiteY5" fmla="*/ 1052 h 6345"/>
                  <a:gd name="connsiteX6" fmla="*/ 227 w 6343"/>
                  <a:gd name="connsiteY6" fmla="*/ 3296 h 6345"/>
                  <a:gd name="connsiteX7" fmla="*/ 1156 w 6343"/>
                  <a:gd name="connsiteY7" fmla="*/ 5539 h 6345"/>
                  <a:gd name="connsiteX8" fmla="*/ 339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8"/>
                    </a:moveTo>
                    <a:cubicBezTo>
                      <a:pt x="4240" y="6468"/>
                      <a:pt x="5047" y="6134"/>
                      <a:pt x="5641" y="5539"/>
                    </a:cubicBezTo>
                    <a:cubicBezTo>
                      <a:pt x="6236" y="4944"/>
                      <a:pt x="6570" y="4137"/>
                      <a:pt x="6570" y="3296"/>
                    </a:cubicBezTo>
                    <a:cubicBezTo>
                      <a:pt x="6570" y="2454"/>
                      <a:pt x="6236" y="1647"/>
                      <a:pt x="5641" y="1052"/>
                    </a:cubicBezTo>
                    <a:cubicBezTo>
                      <a:pt x="5047" y="457"/>
                      <a:pt x="4240" y="123"/>
                      <a:pt x="3399" y="123"/>
                    </a:cubicBezTo>
                    <a:cubicBezTo>
                      <a:pt x="2558" y="123"/>
                      <a:pt x="1751" y="457"/>
                      <a:pt x="1156" y="1052"/>
                    </a:cubicBezTo>
                    <a:cubicBezTo>
                      <a:pt x="561" y="1647"/>
                      <a:pt x="227" y="2454"/>
                      <a:pt x="227" y="3296"/>
                    </a:cubicBezTo>
                    <a:cubicBezTo>
                      <a:pt x="227" y="4137"/>
                      <a:pt x="561" y="4944"/>
                      <a:pt x="1156" y="5539"/>
                    </a:cubicBezTo>
                    <a:cubicBezTo>
                      <a:pt x="1751" y="6134"/>
                      <a:pt x="2558" y="6468"/>
                      <a:pt x="339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11" name="Freeform: Shape 8410">
                <a:extLst>
                  <a:ext uri="{FF2B5EF4-FFF2-40B4-BE49-F238E27FC236}">
                    <a16:creationId xmlns:a16="http://schemas.microsoft.com/office/drawing/2014/main" id="{1041E39C-DCBD-1014-C815-5CB53D2C0266}"/>
                  </a:ext>
                </a:extLst>
              </p:cNvPr>
              <p:cNvSpPr/>
              <p:nvPr/>
            </p:nvSpPr>
            <p:spPr>
              <a:xfrm>
                <a:off x="9288713" y="5034425"/>
                <a:ext cx="6343" cy="6345"/>
              </a:xfrm>
              <a:custGeom>
                <a:avLst/>
                <a:gdLst>
                  <a:gd name="connsiteX0" fmla="*/ 3399 w 6343"/>
                  <a:gd name="connsiteY0" fmla="*/ 6468 h 6345"/>
                  <a:gd name="connsiteX1" fmla="*/ 5641 w 6343"/>
                  <a:gd name="connsiteY1" fmla="*/ 5539 h 6345"/>
                  <a:gd name="connsiteX2" fmla="*/ 6570 w 6343"/>
                  <a:gd name="connsiteY2" fmla="*/ 3295 h 6345"/>
                  <a:gd name="connsiteX3" fmla="*/ 5641 w 6343"/>
                  <a:gd name="connsiteY3" fmla="*/ 1052 h 6345"/>
                  <a:gd name="connsiteX4" fmla="*/ 3399 w 6343"/>
                  <a:gd name="connsiteY4" fmla="*/ 123 h 6345"/>
                  <a:gd name="connsiteX5" fmla="*/ 1156 w 6343"/>
                  <a:gd name="connsiteY5" fmla="*/ 1052 h 6345"/>
                  <a:gd name="connsiteX6" fmla="*/ 227 w 6343"/>
                  <a:gd name="connsiteY6" fmla="*/ 3295 h 6345"/>
                  <a:gd name="connsiteX7" fmla="*/ 1156 w 6343"/>
                  <a:gd name="connsiteY7" fmla="*/ 5539 h 6345"/>
                  <a:gd name="connsiteX8" fmla="*/ 339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8"/>
                    </a:moveTo>
                    <a:cubicBezTo>
                      <a:pt x="4240" y="6468"/>
                      <a:pt x="5046" y="6134"/>
                      <a:pt x="5641" y="5539"/>
                    </a:cubicBezTo>
                    <a:cubicBezTo>
                      <a:pt x="6236" y="4944"/>
                      <a:pt x="6570" y="4137"/>
                      <a:pt x="6570" y="3295"/>
                    </a:cubicBezTo>
                    <a:cubicBezTo>
                      <a:pt x="6570" y="2454"/>
                      <a:pt x="6236" y="1647"/>
                      <a:pt x="5641" y="1052"/>
                    </a:cubicBezTo>
                    <a:cubicBezTo>
                      <a:pt x="5046" y="457"/>
                      <a:pt x="4240" y="123"/>
                      <a:pt x="3399" y="123"/>
                    </a:cubicBezTo>
                    <a:cubicBezTo>
                      <a:pt x="2557" y="123"/>
                      <a:pt x="1751" y="457"/>
                      <a:pt x="1156" y="1052"/>
                    </a:cubicBezTo>
                    <a:cubicBezTo>
                      <a:pt x="561" y="1647"/>
                      <a:pt x="227" y="2454"/>
                      <a:pt x="227" y="3295"/>
                    </a:cubicBezTo>
                    <a:cubicBezTo>
                      <a:pt x="227" y="4137"/>
                      <a:pt x="561" y="4944"/>
                      <a:pt x="1156" y="5539"/>
                    </a:cubicBezTo>
                    <a:cubicBezTo>
                      <a:pt x="1751" y="6134"/>
                      <a:pt x="2557" y="6468"/>
                      <a:pt x="339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12" name="Freeform: Shape 8411">
                <a:extLst>
                  <a:ext uri="{FF2B5EF4-FFF2-40B4-BE49-F238E27FC236}">
                    <a16:creationId xmlns:a16="http://schemas.microsoft.com/office/drawing/2014/main" id="{85662243-1D32-9BBA-B29A-00022D357FBD}"/>
                  </a:ext>
                </a:extLst>
              </p:cNvPr>
              <p:cNvSpPr/>
              <p:nvPr/>
            </p:nvSpPr>
            <p:spPr>
              <a:xfrm>
                <a:off x="9290212" y="5033312"/>
                <a:ext cx="6343" cy="6345"/>
              </a:xfrm>
              <a:custGeom>
                <a:avLst/>
                <a:gdLst>
                  <a:gd name="connsiteX0" fmla="*/ 3399 w 6343"/>
                  <a:gd name="connsiteY0" fmla="*/ 6468 h 6345"/>
                  <a:gd name="connsiteX1" fmla="*/ 5641 w 6343"/>
                  <a:gd name="connsiteY1" fmla="*/ 5539 h 6345"/>
                  <a:gd name="connsiteX2" fmla="*/ 6570 w 6343"/>
                  <a:gd name="connsiteY2" fmla="*/ 3295 h 6345"/>
                  <a:gd name="connsiteX3" fmla="*/ 5641 w 6343"/>
                  <a:gd name="connsiteY3" fmla="*/ 1052 h 6345"/>
                  <a:gd name="connsiteX4" fmla="*/ 3399 w 6343"/>
                  <a:gd name="connsiteY4" fmla="*/ 122 h 6345"/>
                  <a:gd name="connsiteX5" fmla="*/ 1156 w 6343"/>
                  <a:gd name="connsiteY5" fmla="*/ 1052 h 6345"/>
                  <a:gd name="connsiteX6" fmla="*/ 227 w 6343"/>
                  <a:gd name="connsiteY6" fmla="*/ 3295 h 6345"/>
                  <a:gd name="connsiteX7" fmla="*/ 1156 w 6343"/>
                  <a:gd name="connsiteY7" fmla="*/ 5539 h 6345"/>
                  <a:gd name="connsiteX8" fmla="*/ 339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8"/>
                    </a:moveTo>
                    <a:cubicBezTo>
                      <a:pt x="4240" y="6468"/>
                      <a:pt x="5047" y="6134"/>
                      <a:pt x="5641" y="5539"/>
                    </a:cubicBezTo>
                    <a:cubicBezTo>
                      <a:pt x="6236" y="4944"/>
                      <a:pt x="6570" y="4137"/>
                      <a:pt x="6570" y="3295"/>
                    </a:cubicBezTo>
                    <a:cubicBezTo>
                      <a:pt x="6570" y="2454"/>
                      <a:pt x="6236" y="1647"/>
                      <a:pt x="5641" y="1052"/>
                    </a:cubicBezTo>
                    <a:cubicBezTo>
                      <a:pt x="5047" y="457"/>
                      <a:pt x="4240" y="122"/>
                      <a:pt x="3399" y="122"/>
                    </a:cubicBezTo>
                    <a:cubicBezTo>
                      <a:pt x="2558" y="122"/>
                      <a:pt x="1751" y="457"/>
                      <a:pt x="1156" y="1052"/>
                    </a:cubicBezTo>
                    <a:cubicBezTo>
                      <a:pt x="561" y="1647"/>
                      <a:pt x="227" y="2454"/>
                      <a:pt x="227" y="3295"/>
                    </a:cubicBezTo>
                    <a:cubicBezTo>
                      <a:pt x="227" y="4137"/>
                      <a:pt x="561" y="4944"/>
                      <a:pt x="1156" y="5539"/>
                    </a:cubicBezTo>
                    <a:cubicBezTo>
                      <a:pt x="1751" y="6134"/>
                      <a:pt x="2558" y="6468"/>
                      <a:pt x="339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13" name="Freeform: Shape 8412">
                <a:extLst>
                  <a:ext uri="{FF2B5EF4-FFF2-40B4-BE49-F238E27FC236}">
                    <a16:creationId xmlns:a16="http://schemas.microsoft.com/office/drawing/2014/main" id="{B0EF7FDA-A481-E25D-2BB0-2C6AAE1D3370}"/>
                  </a:ext>
                </a:extLst>
              </p:cNvPr>
              <p:cNvSpPr/>
              <p:nvPr/>
            </p:nvSpPr>
            <p:spPr>
              <a:xfrm>
                <a:off x="9292288" y="5033184"/>
                <a:ext cx="6343" cy="6345"/>
              </a:xfrm>
              <a:custGeom>
                <a:avLst/>
                <a:gdLst>
                  <a:gd name="connsiteX0" fmla="*/ 3399 w 6343"/>
                  <a:gd name="connsiteY0" fmla="*/ 6468 h 6345"/>
                  <a:gd name="connsiteX1" fmla="*/ 5641 w 6343"/>
                  <a:gd name="connsiteY1" fmla="*/ 5539 h 6345"/>
                  <a:gd name="connsiteX2" fmla="*/ 6570 w 6343"/>
                  <a:gd name="connsiteY2" fmla="*/ 3295 h 6345"/>
                  <a:gd name="connsiteX3" fmla="*/ 5641 w 6343"/>
                  <a:gd name="connsiteY3" fmla="*/ 1052 h 6345"/>
                  <a:gd name="connsiteX4" fmla="*/ 3399 w 6343"/>
                  <a:gd name="connsiteY4" fmla="*/ 122 h 6345"/>
                  <a:gd name="connsiteX5" fmla="*/ 1156 w 6343"/>
                  <a:gd name="connsiteY5" fmla="*/ 1052 h 6345"/>
                  <a:gd name="connsiteX6" fmla="*/ 227 w 6343"/>
                  <a:gd name="connsiteY6" fmla="*/ 3295 h 6345"/>
                  <a:gd name="connsiteX7" fmla="*/ 1156 w 6343"/>
                  <a:gd name="connsiteY7" fmla="*/ 5539 h 6345"/>
                  <a:gd name="connsiteX8" fmla="*/ 339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8"/>
                    </a:moveTo>
                    <a:cubicBezTo>
                      <a:pt x="4240" y="6468"/>
                      <a:pt x="5047" y="6134"/>
                      <a:pt x="5641" y="5539"/>
                    </a:cubicBezTo>
                    <a:cubicBezTo>
                      <a:pt x="6236" y="4944"/>
                      <a:pt x="6570" y="4137"/>
                      <a:pt x="6570" y="3295"/>
                    </a:cubicBezTo>
                    <a:cubicBezTo>
                      <a:pt x="6570" y="2454"/>
                      <a:pt x="6236" y="1647"/>
                      <a:pt x="5641" y="1052"/>
                    </a:cubicBezTo>
                    <a:cubicBezTo>
                      <a:pt x="5047" y="457"/>
                      <a:pt x="4240" y="122"/>
                      <a:pt x="3399" y="122"/>
                    </a:cubicBezTo>
                    <a:cubicBezTo>
                      <a:pt x="2558" y="122"/>
                      <a:pt x="1751" y="457"/>
                      <a:pt x="1156" y="1052"/>
                    </a:cubicBezTo>
                    <a:cubicBezTo>
                      <a:pt x="561" y="1647"/>
                      <a:pt x="227" y="2454"/>
                      <a:pt x="227" y="3295"/>
                    </a:cubicBezTo>
                    <a:cubicBezTo>
                      <a:pt x="227" y="4137"/>
                      <a:pt x="561" y="4944"/>
                      <a:pt x="1156" y="5539"/>
                    </a:cubicBezTo>
                    <a:cubicBezTo>
                      <a:pt x="1751" y="6134"/>
                      <a:pt x="2558" y="6468"/>
                      <a:pt x="339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14" name="Freeform: Shape 8413">
                <a:extLst>
                  <a:ext uri="{FF2B5EF4-FFF2-40B4-BE49-F238E27FC236}">
                    <a16:creationId xmlns:a16="http://schemas.microsoft.com/office/drawing/2014/main" id="{D5CA3708-B33D-DBB2-75C8-B4AA7C3A66D1}"/>
                  </a:ext>
                </a:extLst>
              </p:cNvPr>
              <p:cNvSpPr/>
              <p:nvPr/>
            </p:nvSpPr>
            <p:spPr>
              <a:xfrm>
                <a:off x="9294359" y="5033071"/>
                <a:ext cx="6343" cy="6345"/>
              </a:xfrm>
              <a:custGeom>
                <a:avLst/>
                <a:gdLst>
                  <a:gd name="connsiteX0" fmla="*/ 3399 w 6343"/>
                  <a:gd name="connsiteY0" fmla="*/ 6468 h 6345"/>
                  <a:gd name="connsiteX1" fmla="*/ 5642 w 6343"/>
                  <a:gd name="connsiteY1" fmla="*/ 5539 h 6345"/>
                  <a:gd name="connsiteX2" fmla="*/ 6571 w 6343"/>
                  <a:gd name="connsiteY2" fmla="*/ 3295 h 6345"/>
                  <a:gd name="connsiteX3" fmla="*/ 5642 w 6343"/>
                  <a:gd name="connsiteY3" fmla="*/ 1052 h 6345"/>
                  <a:gd name="connsiteX4" fmla="*/ 3399 w 6343"/>
                  <a:gd name="connsiteY4" fmla="*/ 122 h 6345"/>
                  <a:gd name="connsiteX5" fmla="*/ 1156 w 6343"/>
                  <a:gd name="connsiteY5" fmla="*/ 1052 h 6345"/>
                  <a:gd name="connsiteX6" fmla="*/ 227 w 6343"/>
                  <a:gd name="connsiteY6" fmla="*/ 3295 h 6345"/>
                  <a:gd name="connsiteX7" fmla="*/ 1156 w 6343"/>
                  <a:gd name="connsiteY7" fmla="*/ 5539 h 6345"/>
                  <a:gd name="connsiteX8" fmla="*/ 339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8"/>
                    </a:moveTo>
                    <a:cubicBezTo>
                      <a:pt x="4240" y="6468"/>
                      <a:pt x="5047" y="6134"/>
                      <a:pt x="5642" y="5539"/>
                    </a:cubicBezTo>
                    <a:cubicBezTo>
                      <a:pt x="6236" y="4944"/>
                      <a:pt x="6571" y="4137"/>
                      <a:pt x="6571" y="3295"/>
                    </a:cubicBezTo>
                    <a:cubicBezTo>
                      <a:pt x="6571" y="2454"/>
                      <a:pt x="6236" y="1647"/>
                      <a:pt x="5642" y="1052"/>
                    </a:cubicBezTo>
                    <a:cubicBezTo>
                      <a:pt x="5047" y="457"/>
                      <a:pt x="4240" y="122"/>
                      <a:pt x="3399" y="122"/>
                    </a:cubicBezTo>
                    <a:cubicBezTo>
                      <a:pt x="2558" y="122"/>
                      <a:pt x="1751" y="457"/>
                      <a:pt x="1156" y="1052"/>
                    </a:cubicBezTo>
                    <a:cubicBezTo>
                      <a:pt x="562" y="1647"/>
                      <a:pt x="227" y="2454"/>
                      <a:pt x="227" y="3295"/>
                    </a:cubicBezTo>
                    <a:cubicBezTo>
                      <a:pt x="227" y="4137"/>
                      <a:pt x="562" y="4944"/>
                      <a:pt x="1156" y="5539"/>
                    </a:cubicBezTo>
                    <a:cubicBezTo>
                      <a:pt x="1751" y="6134"/>
                      <a:pt x="2558" y="6468"/>
                      <a:pt x="339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15" name="Freeform: Shape 8414">
                <a:extLst>
                  <a:ext uri="{FF2B5EF4-FFF2-40B4-BE49-F238E27FC236}">
                    <a16:creationId xmlns:a16="http://schemas.microsoft.com/office/drawing/2014/main" id="{31AA8E8B-0C74-F4A1-3E80-B79B41494DF1}"/>
                  </a:ext>
                </a:extLst>
              </p:cNvPr>
              <p:cNvSpPr/>
              <p:nvPr/>
            </p:nvSpPr>
            <p:spPr>
              <a:xfrm>
                <a:off x="9296550" y="5033192"/>
                <a:ext cx="6343" cy="6345"/>
              </a:xfrm>
              <a:custGeom>
                <a:avLst/>
                <a:gdLst>
                  <a:gd name="connsiteX0" fmla="*/ 3399 w 6343"/>
                  <a:gd name="connsiteY0" fmla="*/ 6468 h 6345"/>
                  <a:gd name="connsiteX1" fmla="*/ 5642 w 6343"/>
                  <a:gd name="connsiteY1" fmla="*/ 5539 h 6345"/>
                  <a:gd name="connsiteX2" fmla="*/ 6571 w 6343"/>
                  <a:gd name="connsiteY2" fmla="*/ 3295 h 6345"/>
                  <a:gd name="connsiteX3" fmla="*/ 5642 w 6343"/>
                  <a:gd name="connsiteY3" fmla="*/ 1052 h 6345"/>
                  <a:gd name="connsiteX4" fmla="*/ 3399 w 6343"/>
                  <a:gd name="connsiteY4" fmla="*/ 122 h 6345"/>
                  <a:gd name="connsiteX5" fmla="*/ 1157 w 6343"/>
                  <a:gd name="connsiteY5" fmla="*/ 1052 h 6345"/>
                  <a:gd name="connsiteX6" fmla="*/ 228 w 6343"/>
                  <a:gd name="connsiteY6" fmla="*/ 3295 h 6345"/>
                  <a:gd name="connsiteX7" fmla="*/ 1157 w 6343"/>
                  <a:gd name="connsiteY7" fmla="*/ 5539 h 6345"/>
                  <a:gd name="connsiteX8" fmla="*/ 339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8"/>
                    </a:moveTo>
                    <a:cubicBezTo>
                      <a:pt x="4240" y="6468"/>
                      <a:pt x="5047" y="6134"/>
                      <a:pt x="5642" y="5539"/>
                    </a:cubicBezTo>
                    <a:cubicBezTo>
                      <a:pt x="6237" y="4944"/>
                      <a:pt x="6571" y="4137"/>
                      <a:pt x="6571" y="3295"/>
                    </a:cubicBezTo>
                    <a:cubicBezTo>
                      <a:pt x="6571" y="2454"/>
                      <a:pt x="6237" y="1647"/>
                      <a:pt x="5642" y="1052"/>
                    </a:cubicBezTo>
                    <a:cubicBezTo>
                      <a:pt x="5047" y="457"/>
                      <a:pt x="4240" y="122"/>
                      <a:pt x="3399" y="122"/>
                    </a:cubicBezTo>
                    <a:cubicBezTo>
                      <a:pt x="2558" y="122"/>
                      <a:pt x="1751" y="457"/>
                      <a:pt x="1157" y="1052"/>
                    </a:cubicBezTo>
                    <a:cubicBezTo>
                      <a:pt x="562" y="1647"/>
                      <a:pt x="228" y="2454"/>
                      <a:pt x="228" y="3295"/>
                    </a:cubicBezTo>
                    <a:cubicBezTo>
                      <a:pt x="228" y="4137"/>
                      <a:pt x="562" y="4944"/>
                      <a:pt x="1157" y="5539"/>
                    </a:cubicBezTo>
                    <a:cubicBezTo>
                      <a:pt x="1751" y="6134"/>
                      <a:pt x="2558" y="6468"/>
                      <a:pt x="339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16" name="Freeform: Shape 8415">
                <a:extLst>
                  <a:ext uri="{FF2B5EF4-FFF2-40B4-BE49-F238E27FC236}">
                    <a16:creationId xmlns:a16="http://schemas.microsoft.com/office/drawing/2014/main" id="{169961A5-CBE6-82A5-EC84-F9506C5AC3E5}"/>
                  </a:ext>
                </a:extLst>
              </p:cNvPr>
              <p:cNvSpPr/>
              <p:nvPr/>
            </p:nvSpPr>
            <p:spPr>
              <a:xfrm>
                <a:off x="9298672" y="5033220"/>
                <a:ext cx="6343" cy="6345"/>
              </a:xfrm>
              <a:custGeom>
                <a:avLst/>
                <a:gdLst>
                  <a:gd name="connsiteX0" fmla="*/ 3399 w 6343"/>
                  <a:gd name="connsiteY0" fmla="*/ 6468 h 6345"/>
                  <a:gd name="connsiteX1" fmla="*/ 5642 w 6343"/>
                  <a:gd name="connsiteY1" fmla="*/ 5539 h 6345"/>
                  <a:gd name="connsiteX2" fmla="*/ 6571 w 6343"/>
                  <a:gd name="connsiteY2" fmla="*/ 3295 h 6345"/>
                  <a:gd name="connsiteX3" fmla="*/ 5642 w 6343"/>
                  <a:gd name="connsiteY3" fmla="*/ 1052 h 6345"/>
                  <a:gd name="connsiteX4" fmla="*/ 3399 w 6343"/>
                  <a:gd name="connsiteY4" fmla="*/ 122 h 6345"/>
                  <a:gd name="connsiteX5" fmla="*/ 1157 w 6343"/>
                  <a:gd name="connsiteY5" fmla="*/ 1052 h 6345"/>
                  <a:gd name="connsiteX6" fmla="*/ 228 w 6343"/>
                  <a:gd name="connsiteY6" fmla="*/ 3295 h 6345"/>
                  <a:gd name="connsiteX7" fmla="*/ 1157 w 6343"/>
                  <a:gd name="connsiteY7" fmla="*/ 5539 h 6345"/>
                  <a:gd name="connsiteX8" fmla="*/ 339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8"/>
                    </a:moveTo>
                    <a:cubicBezTo>
                      <a:pt x="4240" y="6468"/>
                      <a:pt x="5047" y="6134"/>
                      <a:pt x="5642" y="5539"/>
                    </a:cubicBezTo>
                    <a:cubicBezTo>
                      <a:pt x="6237" y="4944"/>
                      <a:pt x="6571" y="4137"/>
                      <a:pt x="6571" y="3295"/>
                    </a:cubicBezTo>
                    <a:cubicBezTo>
                      <a:pt x="6571" y="2454"/>
                      <a:pt x="6237" y="1647"/>
                      <a:pt x="5642" y="1052"/>
                    </a:cubicBezTo>
                    <a:cubicBezTo>
                      <a:pt x="5047" y="457"/>
                      <a:pt x="4240" y="122"/>
                      <a:pt x="3399" y="122"/>
                    </a:cubicBezTo>
                    <a:cubicBezTo>
                      <a:pt x="2558" y="122"/>
                      <a:pt x="1751" y="457"/>
                      <a:pt x="1157" y="1052"/>
                    </a:cubicBezTo>
                    <a:cubicBezTo>
                      <a:pt x="562" y="1647"/>
                      <a:pt x="228" y="2454"/>
                      <a:pt x="228" y="3295"/>
                    </a:cubicBezTo>
                    <a:cubicBezTo>
                      <a:pt x="228" y="4137"/>
                      <a:pt x="562" y="4944"/>
                      <a:pt x="1157" y="5539"/>
                    </a:cubicBezTo>
                    <a:cubicBezTo>
                      <a:pt x="1751" y="6134"/>
                      <a:pt x="2558" y="6468"/>
                      <a:pt x="339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17" name="Freeform: Shape 8416">
                <a:extLst>
                  <a:ext uri="{FF2B5EF4-FFF2-40B4-BE49-F238E27FC236}">
                    <a16:creationId xmlns:a16="http://schemas.microsoft.com/office/drawing/2014/main" id="{54EB105F-A2F1-191B-E920-0D57651B323E}"/>
                  </a:ext>
                </a:extLst>
              </p:cNvPr>
              <p:cNvSpPr/>
              <p:nvPr/>
            </p:nvSpPr>
            <p:spPr>
              <a:xfrm>
                <a:off x="9300819" y="5033320"/>
                <a:ext cx="6343" cy="6345"/>
              </a:xfrm>
              <a:custGeom>
                <a:avLst/>
                <a:gdLst>
                  <a:gd name="connsiteX0" fmla="*/ 3400 w 6343"/>
                  <a:gd name="connsiteY0" fmla="*/ 6468 h 6345"/>
                  <a:gd name="connsiteX1" fmla="*/ 5642 w 6343"/>
                  <a:gd name="connsiteY1" fmla="*/ 5539 h 6345"/>
                  <a:gd name="connsiteX2" fmla="*/ 6571 w 6343"/>
                  <a:gd name="connsiteY2" fmla="*/ 3295 h 6345"/>
                  <a:gd name="connsiteX3" fmla="*/ 5642 w 6343"/>
                  <a:gd name="connsiteY3" fmla="*/ 1052 h 6345"/>
                  <a:gd name="connsiteX4" fmla="*/ 3400 w 6343"/>
                  <a:gd name="connsiteY4" fmla="*/ 122 h 6345"/>
                  <a:gd name="connsiteX5" fmla="*/ 1157 w 6343"/>
                  <a:gd name="connsiteY5" fmla="*/ 1052 h 6345"/>
                  <a:gd name="connsiteX6" fmla="*/ 228 w 6343"/>
                  <a:gd name="connsiteY6" fmla="*/ 3295 h 6345"/>
                  <a:gd name="connsiteX7" fmla="*/ 1157 w 6343"/>
                  <a:gd name="connsiteY7" fmla="*/ 5539 h 6345"/>
                  <a:gd name="connsiteX8" fmla="*/ 340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8"/>
                    </a:moveTo>
                    <a:cubicBezTo>
                      <a:pt x="4241" y="6468"/>
                      <a:pt x="5047" y="6134"/>
                      <a:pt x="5642" y="5539"/>
                    </a:cubicBezTo>
                    <a:cubicBezTo>
                      <a:pt x="6237" y="4944"/>
                      <a:pt x="6571" y="4137"/>
                      <a:pt x="6571" y="3295"/>
                    </a:cubicBezTo>
                    <a:cubicBezTo>
                      <a:pt x="6571" y="2454"/>
                      <a:pt x="6237" y="1647"/>
                      <a:pt x="5642" y="1052"/>
                    </a:cubicBezTo>
                    <a:cubicBezTo>
                      <a:pt x="5047" y="457"/>
                      <a:pt x="4241" y="122"/>
                      <a:pt x="3400" y="122"/>
                    </a:cubicBezTo>
                    <a:cubicBezTo>
                      <a:pt x="2558" y="122"/>
                      <a:pt x="1752" y="457"/>
                      <a:pt x="1157" y="1052"/>
                    </a:cubicBezTo>
                    <a:cubicBezTo>
                      <a:pt x="562" y="1647"/>
                      <a:pt x="228" y="2454"/>
                      <a:pt x="228" y="3295"/>
                    </a:cubicBezTo>
                    <a:cubicBezTo>
                      <a:pt x="228" y="4137"/>
                      <a:pt x="562" y="4944"/>
                      <a:pt x="1157" y="5539"/>
                    </a:cubicBezTo>
                    <a:cubicBezTo>
                      <a:pt x="1752" y="6134"/>
                      <a:pt x="2558" y="6468"/>
                      <a:pt x="340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18" name="Freeform: Shape 8417">
                <a:extLst>
                  <a:ext uri="{FF2B5EF4-FFF2-40B4-BE49-F238E27FC236}">
                    <a16:creationId xmlns:a16="http://schemas.microsoft.com/office/drawing/2014/main" id="{C50EF558-4205-DD93-29B2-0D30A9048D99}"/>
                  </a:ext>
                </a:extLst>
              </p:cNvPr>
              <p:cNvSpPr/>
              <p:nvPr/>
            </p:nvSpPr>
            <p:spPr>
              <a:xfrm>
                <a:off x="9302779" y="5033105"/>
                <a:ext cx="6343" cy="6345"/>
              </a:xfrm>
              <a:custGeom>
                <a:avLst/>
                <a:gdLst>
                  <a:gd name="connsiteX0" fmla="*/ 3400 w 6343"/>
                  <a:gd name="connsiteY0" fmla="*/ 6468 h 6345"/>
                  <a:gd name="connsiteX1" fmla="*/ 5642 w 6343"/>
                  <a:gd name="connsiteY1" fmla="*/ 5539 h 6345"/>
                  <a:gd name="connsiteX2" fmla="*/ 6571 w 6343"/>
                  <a:gd name="connsiteY2" fmla="*/ 3295 h 6345"/>
                  <a:gd name="connsiteX3" fmla="*/ 5642 w 6343"/>
                  <a:gd name="connsiteY3" fmla="*/ 1052 h 6345"/>
                  <a:gd name="connsiteX4" fmla="*/ 3400 w 6343"/>
                  <a:gd name="connsiteY4" fmla="*/ 122 h 6345"/>
                  <a:gd name="connsiteX5" fmla="*/ 1157 w 6343"/>
                  <a:gd name="connsiteY5" fmla="*/ 1052 h 6345"/>
                  <a:gd name="connsiteX6" fmla="*/ 228 w 6343"/>
                  <a:gd name="connsiteY6" fmla="*/ 3295 h 6345"/>
                  <a:gd name="connsiteX7" fmla="*/ 1157 w 6343"/>
                  <a:gd name="connsiteY7" fmla="*/ 5539 h 6345"/>
                  <a:gd name="connsiteX8" fmla="*/ 340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8"/>
                    </a:moveTo>
                    <a:cubicBezTo>
                      <a:pt x="4241" y="6468"/>
                      <a:pt x="5048" y="6134"/>
                      <a:pt x="5642" y="5539"/>
                    </a:cubicBezTo>
                    <a:cubicBezTo>
                      <a:pt x="6237" y="4944"/>
                      <a:pt x="6571" y="4137"/>
                      <a:pt x="6571" y="3295"/>
                    </a:cubicBezTo>
                    <a:cubicBezTo>
                      <a:pt x="6571" y="2454"/>
                      <a:pt x="6237" y="1647"/>
                      <a:pt x="5642" y="1052"/>
                    </a:cubicBezTo>
                    <a:cubicBezTo>
                      <a:pt x="5048" y="457"/>
                      <a:pt x="4241" y="122"/>
                      <a:pt x="3400" y="122"/>
                    </a:cubicBezTo>
                    <a:cubicBezTo>
                      <a:pt x="2559" y="122"/>
                      <a:pt x="1752" y="457"/>
                      <a:pt x="1157" y="1052"/>
                    </a:cubicBezTo>
                    <a:cubicBezTo>
                      <a:pt x="562" y="1647"/>
                      <a:pt x="228" y="2454"/>
                      <a:pt x="228" y="3295"/>
                    </a:cubicBezTo>
                    <a:cubicBezTo>
                      <a:pt x="228" y="4137"/>
                      <a:pt x="562" y="4944"/>
                      <a:pt x="1157" y="5539"/>
                    </a:cubicBezTo>
                    <a:cubicBezTo>
                      <a:pt x="1752" y="6134"/>
                      <a:pt x="2559" y="6468"/>
                      <a:pt x="340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19" name="Freeform: Shape 8418">
                <a:extLst>
                  <a:ext uri="{FF2B5EF4-FFF2-40B4-BE49-F238E27FC236}">
                    <a16:creationId xmlns:a16="http://schemas.microsoft.com/office/drawing/2014/main" id="{257A83D7-66D6-D20F-BEF3-821EF240CB8B}"/>
                  </a:ext>
                </a:extLst>
              </p:cNvPr>
              <p:cNvSpPr/>
              <p:nvPr/>
            </p:nvSpPr>
            <p:spPr>
              <a:xfrm>
                <a:off x="9304648" y="5032739"/>
                <a:ext cx="6343" cy="6345"/>
              </a:xfrm>
              <a:custGeom>
                <a:avLst/>
                <a:gdLst>
                  <a:gd name="connsiteX0" fmla="*/ 3400 w 6343"/>
                  <a:gd name="connsiteY0" fmla="*/ 6468 h 6345"/>
                  <a:gd name="connsiteX1" fmla="*/ 5642 w 6343"/>
                  <a:gd name="connsiteY1" fmla="*/ 5539 h 6345"/>
                  <a:gd name="connsiteX2" fmla="*/ 6571 w 6343"/>
                  <a:gd name="connsiteY2" fmla="*/ 3295 h 6345"/>
                  <a:gd name="connsiteX3" fmla="*/ 5642 w 6343"/>
                  <a:gd name="connsiteY3" fmla="*/ 1052 h 6345"/>
                  <a:gd name="connsiteX4" fmla="*/ 3400 w 6343"/>
                  <a:gd name="connsiteY4" fmla="*/ 122 h 6345"/>
                  <a:gd name="connsiteX5" fmla="*/ 1157 w 6343"/>
                  <a:gd name="connsiteY5" fmla="*/ 1052 h 6345"/>
                  <a:gd name="connsiteX6" fmla="*/ 228 w 6343"/>
                  <a:gd name="connsiteY6" fmla="*/ 3295 h 6345"/>
                  <a:gd name="connsiteX7" fmla="*/ 1157 w 6343"/>
                  <a:gd name="connsiteY7" fmla="*/ 5539 h 6345"/>
                  <a:gd name="connsiteX8" fmla="*/ 340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8"/>
                    </a:moveTo>
                    <a:cubicBezTo>
                      <a:pt x="4241" y="6468"/>
                      <a:pt x="5048" y="6134"/>
                      <a:pt x="5642" y="5539"/>
                    </a:cubicBezTo>
                    <a:cubicBezTo>
                      <a:pt x="6237" y="4944"/>
                      <a:pt x="6571" y="4137"/>
                      <a:pt x="6571" y="3295"/>
                    </a:cubicBezTo>
                    <a:cubicBezTo>
                      <a:pt x="6571" y="2454"/>
                      <a:pt x="6237" y="1647"/>
                      <a:pt x="5642" y="1052"/>
                    </a:cubicBezTo>
                    <a:cubicBezTo>
                      <a:pt x="5048" y="457"/>
                      <a:pt x="4241" y="122"/>
                      <a:pt x="3400" y="122"/>
                    </a:cubicBezTo>
                    <a:cubicBezTo>
                      <a:pt x="2559" y="122"/>
                      <a:pt x="1752" y="457"/>
                      <a:pt x="1157" y="1052"/>
                    </a:cubicBezTo>
                    <a:cubicBezTo>
                      <a:pt x="562" y="1647"/>
                      <a:pt x="228" y="2454"/>
                      <a:pt x="228" y="3295"/>
                    </a:cubicBezTo>
                    <a:cubicBezTo>
                      <a:pt x="228" y="4137"/>
                      <a:pt x="562" y="4944"/>
                      <a:pt x="1157" y="5539"/>
                    </a:cubicBezTo>
                    <a:cubicBezTo>
                      <a:pt x="1752" y="6134"/>
                      <a:pt x="2559" y="6468"/>
                      <a:pt x="340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20" name="Freeform: Shape 8419">
                <a:extLst>
                  <a:ext uri="{FF2B5EF4-FFF2-40B4-BE49-F238E27FC236}">
                    <a16:creationId xmlns:a16="http://schemas.microsoft.com/office/drawing/2014/main" id="{1ACAC945-903E-0A6F-821B-6E5701C82A26}"/>
                  </a:ext>
                </a:extLst>
              </p:cNvPr>
              <p:cNvSpPr/>
              <p:nvPr/>
            </p:nvSpPr>
            <p:spPr>
              <a:xfrm>
                <a:off x="9306604" y="5032552"/>
                <a:ext cx="6343" cy="6345"/>
              </a:xfrm>
              <a:custGeom>
                <a:avLst/>
                <a:gdLst>
                  <a:gd name="connsiteX0" fmla="*/ 3400 w 6343"/>
                  <a:gd name="connsiteY0" fmla="*/ 6468 h 6345"/>
                  <a:gd name="connsiteX1" fmla="*/ 5643 w 6343"/>
                  <a:gd name="connsiteY1" fmla="*/ 5539 h 6345"/>
                  <a:gd name="connsiteX2" fmla="*/ 6572 w 6343"/>
                  <a:gd name="connsiteY2" fmla="*/ 3295 h 6345"/>
                  <a:gd name="connsiteX3" fmla="*/ 5643 w 6343"/>
                  <a:gd name="connsiteY3" fmla="*/ 1052 h 6345"/>
                  <a:gd name="connsiteX4" fmla="*/ 3400 w 6343"/>
                  <a:gd name="connsiteY4" fmla="*/ 122 h 6345"/>
                  <a:gd name="connsiteX5" fmla="*/ 1157 w 6343"/>
                  <a:gd name="connsiteY5" fmla="*/ 1052 h 6345"/>
                  <a:gd name="connsiteX6" fmla="*/ 228 w 6343"/>
                  <a:gd name="connsiteY6" fmla="*/ 3295 h 6345"/>
                  <a:gd name="connsiteX7" fmla="*/ 1157 w 6343"/>
                  <a:gd name="connsiteY7" fmla="*/ 5539 h 6345"/>
                  <a:gd name="connsiteX8" fmla="*/ 340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8"/>
                    </a:moveTo>
                    <a:cubicBezTo>
                      <a:pt x="4241" y="6468"/>
                      <a:pt x="5048" y="6133"/>
                      <a:pt x="5643" y="5539"/>
                    </a:cubicBezTo>
                    <a:cubicBezTo>
                      <a:pt x="6237" y="4944"/>
                      <a:pt x="6572" y="4136"/>
                      <a:pt x="6572" y="3295"/>
                    </a:cubicBezTo>
                    <a:cubicBezTo>
                      <a:pt x="6572" y="2454"/>
                      <a:pt x="6237" y="1647"/>
                      <a:pt x="5643" y="1052"/>
                    </a:cubicBezTo>
                    <a:cubicBezTo>
                      <a:pt x="5048" y="457"/>
                      <a:pt x="4241" y="122"/>
                      <a:pt x="3400" y="122"/>
                    </a:cubicBezTo>
                    <a:cubicBezTo>
                      <a:pt x="2559" y="122"/>
                      <a:pt x="1752" y="457"/>
                      <a:pt x="1157" y="1052"/>
                    </a:cubicBezTo>
                    <a:cubicBezTo>
                      <a:pt x="563" y="1647"/>
                      <a:pt x="228" y="2454"/>
                      <a:pt x="228" y="3295"/>
                    </a:cubicBezTo>
                    <a:cubicBezTo>
                      <a:pt x="228" y="4136"/>
                      <a:pt x="563" y="4944"/>
                      <a:pt x="1157" y="5539"/>
                    </a:cubicBezTo>
                    <a:cubicBezTo>
                      <a:pt x="1752" y="6133"/>
                      <a:pt x="2559" y="6468"/>
                      <a:pt x="340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21" name="Freeform: Shape 8420">
                <a:extLst>
                  <a:ext uri="{FF2B5EF4-FFF2-40B4-BE49-F238E27FC236}">
                    <a16:creationId xmlns:a16="http://schemas.microsoft.com/office/drawing/2014/main" id="{D7B7D2FE-B242-FC8B-68AD-7DFF4C72A7CD}"/>
                  </a:ext>
                </a:extLst>
              </p:cNvPr>
              <p:cNvSpPr/>
              <p:nvPr/>
            </p:nvSpPr>
            <p:spPr>
              <a:xfrm>
                <a:off x="9308441" y="5032156"/>
                <a:ext cx="6343" cy="6345"/>
              </a:xfrm>
              <a:custGeom>
                <a:avLst/>
                <a:gdLst>
                  <a:gd name="connsiteX0" fmla="*/ 3400 w 6343"/>
                  <a:gd name="connsiteY0" fmla="*/ 6468 h 6345"/>
                  <a:gd name="connsiteX1" fmla="*/ 5643 w 6343"/>
                  <a:gd name="connsiteY1" fmla="*/ 5538 h 6345"/>
                  <a:gd name="connsiteX2" fmla="*/ 6572 w 6343"/>
                  <a:gd name="connsiteY2" fmla="*/ 3295 h 6345"/>
                  <a:gd name="connsiteX3" fmla="*/ 5643 w 6343"/>
                  <a:gd name="connsiteY3" fmla="*/ 1052 h 6345"/>
                  <a:gd name="connsiteX4" fmla="*/ 3400 w 6343"/>
                  <a:gd name="connsiteY4" fmla="*/ 122 h 6345"/>
                  <a:gd name="connsiteX5" fmla="*/ 1157 w 6343"/>
                  <a:gd name="connsiteY5" fmla="*/ 1052 h 6345"/>
                  <a:gd name="connsiteX6" fmla="*/ 229 w 6343"/>
                  <a:gd name="connsiteY6" fmla="*/ 3295 h 6345"/>
                  <a:gd name="connsiteX7" fmla="*/ 1157 w 6343"/>
                  <a:gd name="connsiteY7" fmla="*/ 5538 h 6345"/>
                  <a:gd name="connsiteX8" fmla="*/ 340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8"/>
                    </a:moveTo>
                    <a:cubicBezTo>
                      <a:pt x="4241" y="6468"/>
                      <a:pt x="5048" y="6133"/>
                      <a:pt x="5643" y="5538"/>
                    </a:cubicBezTo>
                    <a:cubicBezTo>
                      <a:pt x="6237" y="4944"/>
                      <a:pt x="6572" y="4136"/>
                      <a:pt x="6572" y="3295"/>
                    </a:cubicBezTo>
                    <a:cubicBezTo>
                      <a:pt x="6572" y="2454"/>
                      <a:pt x="6237" y="1647"/>
                      <a:pt x="5643" y="1052"/>
                    </a:cubicBezTo>
                    <a:cubicBezTo>
                      <a:pt x="5048" y="457"/>
                      <a:pt x="4241" y="122"/>
                      <a:pt x="3400" y="122"/>
                    </a:cubicBezTo>
                    <a:cubicBezTo>
                      <a:pt x="2559" y="122"/>
                      <a:pt x="1752" y="457"/>
                      <a:pt x="1157" y="1052"/>
                    </a:cubicBezTo>
                    <a:cubicBezTo>
                      <a:pt x="563" y="1647"/>
                      <a:pt x="229" y="2454"/>
                      <a:pt x="229" y="3295"/>
                    </a:cubicBezTo>
                    <a:cubicBezTo>
                      <a:pt x="229" y="4136"/>
                      <a:pt x="563" y="4944"/>
                      <a:pt x="1157" y="5538"/>
                    </a:cubicBezTo>
                    <a:cubicBezTo>
                      <a:pt x="1752" y="6133"/>
                      <a:pt x="2559" y="6468"/>
                      <a:pt x="340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22" name="Freeform: Shape 8421">
                <a:extLst>
                  <a:ext uri="{FF2B5EF4-FFF2-40B4-BE49-F238E27FC236}">
                    <a16:creationId xmlns:a16="http://schemas.microsoft.com/office/drawing/2014/main" id="{2A2D8457-D595-0CE4-797A-C467D5667411}"/>
                  </a:ext>
                </a:extLst>
              </p:cNvPr>
              <p:cNvSpPr/>
              <p:nvPr/>
            </p:nvSpPr>
            <p:spPr>
              <a:xfrm>
                <a:off x="9310078" y="5031383"/>
                <a:ext cx="6343" cy="6345"/>
              </a:xfrm>
              <a:custGeom>
                <a:avLst/>
                <a:gdLst>
                  <a:gd name="connsiteX0" fmla="*/ 3400 w 6343"/>
                  <a:gd name="connsiteY0" fmla="*/ 6468 h 6345"/>
                  <a:gd name="connsiteX1" fmla="*/ 5643 w 6343"/>
                  <a:gd name="connsiteY1" fmla="*/ 5538 h 6345"/>
                  <a:gd name="connsiteX2" fmla="*/ 6572 w 6343"/>
                  <a:gd name="connsiteY2" fmla="*/ 3295 h 6345"/>
                  <a:gd name="connsiteX3" fmla="*/ 5643 w 6343"/>
                  <a:gd name="connsiteY3" fmla="*/ 1052 h 6345"/>
                  <a:gd name="connsiteX4" fmla="*/ 3400 w 6343"/>
                  <a:gd name="connsiteY4" fmla="*/ 122 h 6345"/>
                  <a:gd name="connsiteX5" fmla="*/ 1158 w 6343"/>
                  <a:gd name="connsiteY5" fmla="*/ 1052 h 6345"/>
                  <a:gd name="connsiteX6" fmla="*/ 229 w 6343"/>
                  <a:gd name="connsiteY6" fmla="*/ 3295 h 6345"/>
                  <a:gd name="connsiteX7" fmla="*/ 1158 w 6343"/>
                  <a:gd name="connsiteY7" fmla="*/ 5538 h 6345"/>
                  <a:gd name="connsiteX8" fmla="*/ 340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8"/>
                    </a:moveTo>
                    <a:cubicBezTo>
                      <a:pt x="4241" y="6468"/>
                      <a:pt x="5048" y="6133"/>
                      <a:pt x="5643" y="5538"/>
                    </a:cubicBezTo>
                    <a:cubicBezTo>
                      <a:pt x="6238" y="4943"/>
                      <a:pt x="6572" y="4136"/>
                      <a:pt x="6572" y="3295"/>
                    </a:cubicBezTo>
                    <a:cubicBezTo>
                      <a:pt x="6572" y="2454"/>
                      <a:pt x="6238" y="1647"/>
                      <a:pt x="5643" y="1052"/>
                    </a:cubicBezTo>
                    <a:cubicBezTo>
                      <a:pt x="5048" y="457"/>
                      <a:pt x="4241" y="122"/>
                      <a:pt x="3400" y="122"/>
                    </a:cubicBezTo>
                    <a:cubicBezTo>
                      <a:pt x="2559" y="122"/>
                      <a:pt x="1752" y="457"/>
                      <a:pt x="1158" y="1052"/>
                    </a:cubicBezTo>
                    <a:cubicBezTo>
                      <a:pt x="563" y="1647"/>
                      <a:pt x="229" y="2454"/>
                      <a:pt x="229" y="3295"/>
                    </a:cubicBezTo>
                    <a:cubicBezTo>
                      <a:pt x="229" y="4136"/>
                      <a:pt x="563" y="4943"/>
                      <a:pt x="1158" y="5538"/>
                    </a:cubicBezTo>
                    <a:cubicBezTo>
                      <a:pt x="1752" y="6133"/>
                      <a:pt x="2559" y="6468"/>
                      <a:pt x="340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23" name="Freeform: Shape 8422">
                <a:extLst>
                  <a:ext uri="{FF2B5EF4-FFF2-40B4-BE49-F238E27FC236}">
                    <a16:creationId xmlns:a16="http://schemas.microsoft.com/office/drawing/2014/main" id="{2EA3BCE5-4268-2565-8F51-F35A82D9D0F8}"/>
                  </a:ext>
                </a:extLst>
              </p:cNvPr>
              <p:cNvSpPr/>
              <p:nvPr/>
            </p:nvSpPr>
            <p:spPr>
              <a:xfrm>
                <a:off x="9313186" y="5033533"/>
                <a:ext cx="6343" cy="6345"/>
              </a:xfrm>
              <a:custGeom>
                <a:avLst/>
                <a:gdLst>
                  <a:gd name="connsiteX0" fmla="*/ 3400 w 6343"/>
                  <a:gd name="connsiteY0" fmla="*/ 6468 h 6345"/>
                  <a:gd name="connsiteX1" fmla="*/ 5643 w 6343"/>
                  <a:gd name="connsiteY1" fmla="*/ 5539 h 6345"/>
                  <a:gd name="connsiteX2" fmla="*/ 6572 w 6343"/>
                  <a:gd name="connsiteY2" fmla="*/ 3295 h 6345"/>
                  <a:gd name="connsiteX3" fmla="*/ 5643 w 6343"/>
                  <a:gd name="connsiteY3" fmla="*/ 1052 h 6345"/>
                  <a:gd name="connsiteX4" fmla="*/ 3400 w 6343"/>
                  <a:gd name="connsiteY4" fmla="*/ 122 h 6345"/>
                  <a:gd name="connsiteX5" fmla="*/ 1158 w 6343"/>
                  <a:gd name="connsiteY5" fmla="*/ 1052 h 6345"/>
                  <a:gd name="connsiteX6" fmla="*/ 229 w 6343"/>
                  <a:gd name="connsiteY6" fmla="*/ 3295 h 6345"/>
                  <a:gd name="connsiteX7" fmla="*/ 1158 w 6343"/>
                  <a:gd name="connsiteY7" fmla="*/ 5539 h 6345"/>
                  <a:gd name="connsiteX8" fmla="*/ 340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8"/>
                    </a:moveTo>
                    <a:cubicBezTo>
                      <a:pt x="4242" y="6468"/>
                      <a:pt x="5048" y="6134"/>
                      <a:pt x="5643" y="5539"/>
                    </a:cubicBezTo>
                    <a:cubicBezTo>
                      <a:pt x="6238" y="4944"/>
                      <a:pt x="6572" y="4137"/>
                      <a:pt x="6572" y="3295"/>
                    </a:cubicBezTo>
                    <a:cubicBezTo>
                      <a:pt x="6572" y="2454"/>
                      <a:pt x="6238" y="1647"/>
                      <a:pt x="5643" y="1052"/>
                    </a:cubicBezTo>
                    <a:cubicBezTo>
                      <a:pt x="5048" y="457"/>
                      <a:pt x="4242" y="122"/>
                      <a:pt x="3400" y="122"/>
                    </a:cubicBezTo>
                    <a:cubicBezTo>
                      <a:pt x="2559" y="122"/>
                      <a:pt x="1753" y="457"/>
                      <a:pt x="1158" y="1052"/>
                    </a:cubicBezTo>
                    <a:cubicBezTo>
                      <a:pt x="563" y="1647"/>
                      <a:pt x="229" y="2454"/>
                      <a:pt x="229" y="3295"/>
                    </a:cubicBezTo>
                    <a:cubicBezTo>
                      <a:pt x="229" y="4137"/>
                      <a:pt x="563" y="4944"/>
                      <a:pt x="1158" y="5539"/>
                    </a:cubicBezTo>
                    <a:cubicBezTo>
                      <a:pt x="1753" y="6134"/>
                      <a:pt x="2559" y="6468"/>
                      <a:pt x="340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24" name="Freeform: Shape 8423">
                <a:extLst>
                  <a:ext uri="{FF2B5EF4-FFF2-40B4-BE49-F238E27FC236}">
                    <a16:creationId xmlns:a16="http://schemas.microsoft.com/office/drawing/2014/main" id="{8C80E949-A3E0-D7C2-9F2C-FC2C30586D5D}"/>
                  </a:ext>
                </a:extLst>
              </p:cNvPr>
              <p:cNvSpPr/>
              <p:nvPr/>
            </p:nvSpPr>
            <p:spPr>
              <a:xfrm>
                <a:off x="9391098" y="517197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50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25" name="Freeform: Shape 8424">
                <a:extLst>
                  <a:ext uri="{FF2B5EF4-FFF2-40B4-BE49-F238E27FC236}">
                    <a16:creationId xmlns:a16="http://schemas.microsoft.com/office/drawing/2014/main" id="{F030CEFD-6913-8284-5E73-3F1B95CE7709}"/>
                  </a:ext>
                </a:extLst>
              </p:cNvPr>
              <p:cNvSpPr/>
              <p:nvPr/>
            </p:nvSpPr>
            <p:spPr>
              <a:xfrm>
                <a:off x="9391848" y="517164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26" name="Freeform: Shape 8425">
                <a:extLst>
                  <a:ext uri="{FF2B5EF4-FFF2-40B4-BE49-F238E27FC236}">
                    <a16:creationId xmlns:a16="http://schemas.microsoft.com/office/drawing/2014/main" id="{C623AFEB-030F-E4D6-173C-FDA459B01D5B}"/>
                  </a:ext>
                </a:extLst>
              </p:cNvPr>
              <p:cNvSpPr/>
              <p:nvPr/>
            </p:nvSpPr>
            <p:spPr>
              <a:xfrm>
                <a:off x="9392696" y="517155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27" name="Freeform: Shape 8426">
                <a:extLst>
                  <a:ext uri="{FF2B5EF4-FFF2-40B4-BE49-F238E27FC236}">
                    <a16:creationId xmlns:a16="http://schemas.microsoft.com/office/drawing/2014/main" id="{79ED1337-BF0D-F8A1-FDA4-BF32F1B89AD6}"/>
                  </a:ext>
                </a:extLst>
              </p:cNvPr>
              <p:cNvSpPr/>
              <p:nvPr/>
            </p:nvSpPr>
            <p:spPr>
              <a:xfrm>
                <a:off x="9393016" y="517020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28" name="Freeform: Shape 8427">
                <a:extLst>
                  <a:ext uri="{FF2B5EF4-FFF2-40B4-BE49-F238E27FC236}">
                    <a16:creationId xmlns:a16="http://schemas.microsoft.com/office/drawing/2014/main" id="{7F5BF00C-397A-D48D-55B5-5A71B15ABF42}"/>
                  </a:ext>
                </a:extLst>
              </p:cNvPr>
              <p:cNvSpPr/>
              <p:nvPr/>
            </p:nvSpPr>
            <p:spPr>
              <a:xfrm>
                <a:off x="9394084" y="517064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29" name="Freeform: Shape 8428">
                <a:extLst>
                  <a:ext uri="{FF2B5EF4-FFF2-40B4-BE49-F238E27FC236}">
                    <a16:creationId xmlns:a16="http://schemas.microsoft.com/office/drawing/2014/main" id="{729F0443-397E-5BC8-A2CD-AEE9D1A12582}"/>
                  </a:ext>
                </a:extLst>
              </p:cNvPr>
              <p:cNvSpPr/>
              <p:nvPr/>
            </p:nvSpPr>
            <p:spPr>
              <a:xfrm>
                <a:off x="9394865" y="517039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7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30" name="Freeform: Shape 8429">
                <a:extLst>
                  <a:ext uri="{FF2B5EF4-FFF2-40B4-BE49-F238E27FC236}">
                    <a16:creationId xmlns:a16="http://schemas.microsoft.com/office/drawing/2014/main" id="{50280C38-B73F-7508-A3C9-E134023BCB09}"/>
                  </a:ext>
                </a:extLst>
              </p:cNvPr>
              <p:cNvSpPr/>
              <p:nvPr/>
            </p:nvSpPr>
            <p:spPr>
              <a:xfrm>
                <a:off x="9395647" y="517015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70" y="1657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31" name="Freeform: Shape 8430">
                <a:extLst>
                  <a:ext uri="{FF2B5EF4-FFF2-40B4-BE49-F238E27FC236}">
                    <a16:creationId xmlns:a16="http://schemas.microsoft.com/office/drawing/2014/main" id="{A145EB86-2F7C-0CE5-428D-04812063E194}"/>
                  </a:ext>
                </a:extLst>
              </p:cNvPr>
              <p:cNvSpPr/>
              <p:nvPr/>
            </p:nvSpPr>
            <p:spPr>
              <a:xfrm>
                <a:off x="9396408" y="516985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32" name="Freeform: Shape 8431">
                <a:extLst>
                  <a:ext uri="{FF2B5EF4-FFF2-40B4-BE49-F238E27FC236}">
                    <a16:creationId xmlns:a16="http://schemas.microsoft.com/office/drawing/2014/main" id="{88894E1B-7C17-3918-AED4-4A24A573BF93}"/>
                  </a:ext>
                </a:extLst>
              </p:cNvPr>
              <p:cNvSpPr/>
              <p:nvPr/>
            </p:nvSpPr>
            <p:spPr>
              <a:xfrm>
                <a:off x="9397214" y="516967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33" name="Freeform: Shape 8432">
                <a:extLst>
                  <a:ext uri="{FF2B5EF4-FFF2-40B4-BE49-F238E27FC236}">
                    <a16:creationId xmlns:a16="http://schemas.microsoft.com/office/drawing/2014/main" id="{4DEE4765-D354-BC12-96B3-F27E6BB16BE5}"/>
                  </a:ext>
                </a:extLst>
              </p:cNvPr>
              <p:cNvSpPr/>
              <p:nvPr/>
            </p:nvSpPr>
            <p:spPr>
              <a:xfrm>
                <a:off x="9398196" y="516998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34" name="Freeform: Shape 8433">
                <a:extLst>
                  <a:ext uri="{FF2B5EF4-FFF2-40B4-BE49-F238E27FC236}">
                    <a16:creationId xmlns:a16="http://schemas.microsoft.com/office/drawing/2014/main" id="{956817AE-4817-5246-5CF5-D4C64E8EAC15}"/>
                  </a:ext>
                </a:extLst>
              </p:cNvPr>
              <p:cNvSpPr/>
              <p:nvPr/>
            </p:nvSpPr>
            <p:spPr>
              <a:xfrm>
                <a:off x="9399108" y="517011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35" name="Freeform: Shape 8434">
                <a:extLst>
                  <a:ext uri="{FF2B5EF4-FFF2-40B4-BE49-F238E27FC236}">
                    <a16:creationId xmlns:a16="http://schemas.microsoft.com/office/drawing/2014/main" id="{6DC170CB-6C55-4489-7626-5BA8C9F540F1}"/>
                  </a:ext>
                </a:extLst>
              </p:cNvPr>
              <p:cNvSpPr/>
              <p:nvPr/>
            </p:nvSpPr>
            <p:spPr>
              <a:xfrm>
                <a:off x="9399975" y="517013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36" name="Freeform: Shape 8435">
                <a:extLst>
                  <a:ext uri="{FF2B5EF4-FFF2-40B4-BE49-F238E27FC236}">
                    <a16:creationId xmlns:a16="http://schemas.microsoft.com/office/drawing/2014/main" id="{B9535F27-D735-8921-33DF-CFEAAC06725C}"/>
                  </a:ext>
                </a:extLst>
              </p:cNvPr>
              <p:cNvSpPr/>
              <p:nvPr/>
            </p:nvSpPr>
            <p:spPr>
              <a:xfrm>
                <a:off x="9400922" y="517039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37" name="Freeform: Shape 8436">
                <a:extLst>
                  <a:ext uri="{FF2B5EF4-FFF2-40B4-BE49-F238E27FC236}">
                    <a16:creationId xmlns:a16="http://schemas.microsoft.com/office/drawing/2014/main" id="{18B796A4-45D2-97BA-6F2A-8402C0662EE2}"/>
                  </a:ext>
                </a:extLst>
              </p:cNvPr>
              <p:cNvSpPr/>
              <p:nvPr/>
            </p:nvSpPr>
            <p:spPr>
              <a:xfrm>
                <a:off x="9401804" y="517048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38" name="Freeform: Shape 8437">
                <a:extLst>
                  <a:ext uri="{FF2B5EF4-FFF2-40B4-BE49-F238E27FC236}">
                    <a16:creationId xmlns:a16="http://schemas.microsoft.com/office/drawing/2014/main" id="{CF37CA26-9584-9C34-18B3-DB190013AFE3}"/>
                  </a:ext>
                </a:extLst>
              </p:cNvPr>
              <p:cNvSpPr/>
              <p:nvPr/>
            </p:nvSpPr>
            <p:spPr>
              <a:xfrm>
                <a:off x="9402742" y="517076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39" name="Freeform: Shape 8438">
                <a:extLst>
                  <a:ext uri="{FF2B5EF4-FFF2-40B4-BE49-F238E27FC236}">
                    <a16:creationId xmlns:a16="http://schemas.microsoft.com/office/drawing/2014/main" id="{FEC1BFC9-900E-5B0C-B308-06C22307B06F}"/>
                  </a:ext>
                </a:extLst>
              </p:cNvPr>
              <p:cNvSpPr/>
              <p:nvPr/>
            </p:nvSpPr>
            <p:spPr>
              <a:xfrm>
                <a:off x="9403519" y="517056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40" name="Freeform: Shape 8439">
                <a:extLst>
                  <a:ext uri="{FF2B5EF4-FFF2-40B4-BE49-F238E27FC236}">
                    <a16:creationId xmlns:a16="http://schemas.microsoft.com/office/drawing/2014/main" id="{E48A0FC1-649F-95E6-3B30-6F4F9C90F61C}"/>
                  </a:ext>
                </a:extLst>
              </p:cNvPr>
              <p:cNvSpPr/>
              <p:nvPr/>
            </p:nvSpPr>
            <p:spPr>
              <a:xfrm>
                <a:off x="9403871" y="5169065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41" name="Freeform: Shape 8440">
                <a:extLst>
                  <a:ext uri="{FF2B5EF4-FFF2-40B4-BE49-F238E27FC236}">
                    <a16:creationId xmlns:a16="http://schemas.microsoft.com/office/drawing/2014/main" id="{8D5676F9-CEEF-25DE-6450-D5868FA51EC1}"/>
                  </a:ext>
                </a:extLst>
              </p:cNvPr>
              <p:cNvSpPr/>
              <p:nvPr/>
            </p:nvSpPr>
            <p:spPr>
              <a:xfrm>
                <a:off x="9405699" y="517216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42" name="Freeform: Shape 8441">
                <a:extLst>
                  <a:ext uri="{FF2B5EF4-FFF2-40B4-BE49-F238E27FC236}">
                    <a16:creationId xmlns:a16="http://schemas.microsoft.com/office/drawing/2014/main" id="{B4E6AFEF-6603-212D-7C28-AEA85E394A9A}"/>
                  </a:ext>
                </a:extLst>
              </p:cNvPr>
              <p:cNvSpPr/>
              <p:nvPr/>
            </p:nvSpPr>
            <p:spPr>
              <a:xfrm>
                <a:off x="9406503" y="517211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43" name="Freeform: Shape 8442">
                <a:extLst>
                  <a:ext uri="{FF2B5EF4-FFF2-40B4-BE49-F238E27FC236}">
                    <a16:creationId xmlns:a16="http://schemas.microsoft.com/office/drawing/2014/main" id="{91313ACF-E3C3-D919-00A1-811D03B975ED}"/>
                  </a:ext>
                </a:extLst>
              </p:cNvPr>
              <p:cNvSpPr/>
              <p:nvPr/>
            </p:nvSpPr>
            <p:spPr>
              <a:xfrm>
                <a:off x="9407894" y="5171295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5"/>
                      <a:pt x="6245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1" y="1658"/>
                      <a:pt x="236" y="2465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44" name="Freeform: Shape 8443">
                <a:extLst>
                  <a:ext uri="{FF2B5EF4-FFF2-40B4-BE49-F238E27FC236}">
                    <a16:creationId xmlns:a16="http://schemas.microsoft.com/office/drawing/2014/main" id="{CC9B4910-328A-DE82-2286-2B78004778AC}"/>
                  </a:ext>
                </a:extLst>
              </p:cNvPr>
              <p:cNvSpPr/>
              <p:nvPr/>
            </p:nvSpPr>
            <p:spPr>
              <a:xfrm>
                <a:off x="9408560" y="517077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5"/>
                      <a:pt x="6245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1" y="1658"/>
                      <a:pt x="236" y="2465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45" name="Freeform: Shape 8444">
                <a:extLst>
                  <a:ext uri="{FF2B5EF4-FFF2-40B4-BE49-F238E27FC236}">
                    <a16:creationId xmlns:a16="http://schemas.microsoft.com/office/drawing/2014/main" id="{733C5CA4-6E9C-1F2F-458D-7934CE4C2A89}"/>
                  </a:ext>
                </a:extLst>
              </p:cNvPr>
              <p:cNvSpPr/>
              <p:nvPr/>
            </p:nvSpPr>
            <p:spPr>
              <a:xfrm>
                <a:off x="9410158" y="517064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7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5"/>
                      <a:pt x="6245" y="1657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46" name="Freeform: Shape 8445">
                <a:extLst>
                  <a:ext uri="{FF2B5EF4-FFF2-40B4-BE49-F238E27FC236}">
                    <a16:creationId xmlns:a16="http://schemas.microsoft.com/office/drawing/2014/main" id="{23F4DCEE-BA78-0FCC-4D81-D3C007B3ECDD}"/>
                  </a:ext>
                </a:extLst>
              </p:cNvPr>
              <p:cNvSpPr/>
              <p:nvPr/>
            </p:nvSpPr>
            <p:spPr>
              <a:xfrm>
                <a:off x="9410637" y="516940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47" name="Freeform: Shape 8446">
                <a:extLst>
                  <a:ext uri="{FF2B5EF4-FFF2-40B4-BE49-F238E27FC236}">
                    <a16:creationId xmlns:a16="http://schemas.microsoft.com/office/drawing/2014/main" id="{2F47AAAA-1838-C00C-30BA-BF9ECC9085A9}"/>
                  </a:ext>
                </a:extLst>
              </p:cNvPr>
              <p:cNvSpPr/>
              <p:nvPr/>
            </p:nvSpPr>
            <p:spPr>
              <a:xfrm>
                <a:off x="9381345" y="5036025"/>
                <a:ext cx="6343" cy="6345"/>
              </a:xfrm>
              <a:custGeom>
                <a:avLst/>
                <a:gdLst>
                  <a:gd name="connsiteX0" fmla="*/ 3406 w 6343"/>
                  <a:gd name="connsiteY0" fmla="*/ 6468 h 6345"/>
                  <a:gd name="connsiteX1" fmla="*/ 5648 w 6343"/>
                  <a:gd name="connsiteY1" fmla="*/ 5539 h 6345"/>
                  <a:gd name="connsiteX2" fmla="*/ 6577 w 6343"/>
                  <a:gd name="connsiteY2" fmla="*/ 3295 h 6345"/>
                  <a:gd name="connsiteX3" fmla="*/ 5648 w 6343"/>
                  <a:gd name="connsiteY3" fmla="*/ 1052 h 6345"/>
                  <a:gd name="connsiteX4" fmla="*/ 3406 w 6343"/>
                  <a:gd name="connsiteY4" fmla="*/ 123 h 6345"/>
                  <a:gd name="connsiteX5" fmla="*/ 1163 w 6343"/>
                  <a:gd name="connsiteY5" fmla="*/ 1052 h 6345"/>
                  <a:gd name="connsiteX6" fmla="*/ 234 w 6343"/>
                  <a:gd name="connsiteY6" fmla="*/ 3295 h 6345"/>
                  <a:gd name="connsiteX7" fmla="*/ 1163 w 6343"/>
                  <a:gd name="connsiteY7" fmla="*/ 5539 h 6345"/>
                  <a:gd name="connsiteX8" fmla="*/ 340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8"/>
                    </a:moveTo>
                    <a:cubicBezTo>
                      <a:pt x="4247" y="6468"/>
                      <a:pt x="5054" y="6134"/>
                      <a:pt x="5648" y="5539"/>
                    </a:cubicBezTo>
                    <a:cubicBezTo>
                      <a:pt x="6243" y="4944"/>
                      <a:pt x="6577" y="4137"/>
                      <a:pt x="6577" y="3295"/>
                    </a:cubicBezTo>
                    <a:cubicBezTo>
                      <a:pt x="6577" y="2454"/>
                      <a:pt x="6243" y="1647"/>
                      <a:pt x="5648" y="1052"/>
                    </a:cubicBezTo>
                    <a:cubicBezTo>
                      <a:pt x="5054" y="457"/>
                      <a:pt x="4247" y="123"/>
                      <a:pt x="3406" y="123"/>
                    </a:cubicBezTo>
                    <a:cubicBezTo>
                      <a:pt x="2565" y="123"/>
                      <a:pt x="1758" y="457"/>
                      <a:pt x="1163" y="1052"/>
                    </a:cubicBezTo>
                    <a:cubicBezTo>
                      <a:pt x="568" y="1647"/>
                      <a:pt x="234" y="2454"/>
                      <a:pt x="234" y="3295"/>
                    </a:cubicBezTo>
                    <a:cubicBezTo>
                      <a:pt x="234" y="4137"/>
                      <a:pt x="568" y="4944"/>
                      <a:pt x="1163" y="5539"/>
                    </a:cubicBezTo>
                    <a:cubicBezTo>
                      <a:pt x="1758" y="6134"/>
                      <a:pt x="2565" y="6468"/>
                      <a:pt x="340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48" name="Freeform: Shape 8447">
                <a:extLst>
                  <a:ext uri="{FF2B5EF4-FFF2-40B4-BE49-F238E27FC236}">
                    <a16:creationId xmlns:a16="http://schemas.microsoft.com/office/drawing/2014/main" id="{927B1D3C-EB28-650F-D050-6E5974F8ABD8}"/>
                  </a:ext>
                </a:extLst>
              </p:cNvPr>
              <p:cNvSpPr/>
              <p:nvPr/>
            </p:nvSpPr>
            <p:spPr>
              <a:xfrm>
                <a:off x="9382711" y="5034727"/>
                <a:ext cx="6343" cy="6345"/>
              </a:xfrm>
              <a:custGeom>
                <a:avLst/>
                <a:gdLst>
                  <a:gd name="connsiteX0" fmla="*/ 3406 w 6343"/>
                  <a:gd name="connsiteY0" fmla="*/ 6468 h 6345"/>
                  <a:gd name="connsiteX1" fmla="*/ 5649 w 6343"/>
                  <a:gd name="connsiteY1" fmla="*/ 5539 h 6345"/>
                  <a:gd name="connsiteX2" fmla="*/ 6578 w 6343"/>
                  <a:gd name="connsiteY2" fmla="*/ 3295 h 6345"/>
                  <a:gd name="connsiteX3" fmla="*/ 5649 w 6343"/>
                  <a:gd name="connsiteY3" fmla="*/ 1052 h 6345"/>
                  <a:gd name="connsiteX4" fmla="*/ 3406 w 6343"/>
                  <a:gd name="connsiteY4" fmla="*/ 123 h 6345"/>
                  <a:gd name="connsiteX5" fmla="*/ 1163 w 6343"/>
                  <a:gd name="connsiteY5" fmla="*/ 1052 h 6345"/>
                  <a:gd name="connsiteX6" fmla="*/ 234 w 6343"/>
                  <a:gd name="connsiteY6" fmla="*/ 3295 h 6345"/>
                  <a:gd name="connsiteX7" fmla="*/ 1163 w 6343"/>
                  <a:gd name="connsiteY7" fmla="*/ 5539 h 6345"/>
                  <a:gd name="connsiteX8" fmla="*/ 340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8"/>
                    </a:moveTo>
                    <a:cubicBezTo>
                      <a:pt x="4247" y="6468"/>
                      <a:pt x="5054" y="6134"/>
                      <a:pt x="5649" y="5539"/>
                    </a:cubicBezTo>
                    <a:cubicBezTo>
                      <a:pt x="6243" y="4944"/>
                      <a:pt x="6578" y="4137"/>
                      <a:pt x="6578" y="3295"/>
                    </a:cubicBezTo>
                    <a:cubicBezTo>
                      <a:pt x="6578" y="2454"/>
                      <a:pt x="6243" y="1647"/>
                      <a:pt x="5649" y="1052"/>
                    </a:cubicBezTo>
                    <a:cubicBezTo>
                      <a:pt x="5054" y="457"/>
                      <a:pt x="4247" y="123"/>
                      <a:pt x="3406" y="123"/>
                    </a:cubicBezTo>
                    <a:cubicBezTo>
                      <a:pt x="2565" y="123"/>
                      <a:pt x="1758" y="457"/>
                      <a:pt x="1163" y="1052"/>
                    </a:cubicBezTo>
                    <a:cubicBezTo>
                      <a:pt x="569" y="1647"/>
                      <a:pt x="234" y="2454"/>
                      <a:pt x="234" y="3295"/>
                    </a:cubicBezTo>
                    <a:cubicBezTo>
                      <a:pt x="234" y="4137"/>
                      <a:pt x="569" y="4944"/>
                      <a:pt x="1163" y="5539"/>
                    </a:cubicBezTo>
                    <a:cubicBezTo>
                      <a:pt x="1758" y="6134"/>
                      <a:pt x="2565" y="6468"/>
                      <a:pt x="340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49" name="Freeform: Shape 8448">
                <a:extLst>
                  <a:ext uri="{FF2B5EF4-FFF2-40B4-BE49-F238E27FC236}">
                    <a16:creationId xmlns:a16="http://schemas.microsoft.com/office/drawing/2014/main" id="{C4EC75AD-B71C-6BE3-9586-9A5CA975CE0D}"/>
                  </a:ext>
                </a:extLst>
              </p:cNvPr>
              <p:cNvSpPr/>
              <p:nvPr/>
            </p:nvSpPr>
            <p:spPr>
              <a:xfrm>
                <a:off x="9384415" y="5034843"/>
                <a:ext cx="6343" cy="6345"/>
              </a:xfrm>
              <a:custGeom>
                <a:avLst/>
                <a:gdLst>
                  <a:gd name="connsiteX0" fmla="*/ 3406 w 6343"/>
                  <a:gd name="connsiteY0" fmla="*/ 6468 h 6345"/>
                  <a:gd name="connsiteX1" fmla="*/ 5649 w 6343"/>
                  <a:gd name="connsiteY1" fmla="*/ 5539 h 6345"/>
                  <a:gd name="connsiteX2" fmla="*/ 6578 w 6343"/>
                  <a:gd name="connsiteY2" fmla="*/ 3295 h 6345"/>
                  <a:gd name="connsiteX3" fmla="*/ 5649 w 6343"/>
                  <a:gd name="connsiteY3" fmla="*/ 1052 h 6345"/>
                  <a:gd name="connsiteX4" fmla="*/ 3406 w 6343"/>
                  <a:gd name="connsiteY4" fmla="*/ 123 h 6345"/>
                  <a:gd name="connsiteX5" fmla="*/ 1163 w 6343"/>
                  <a:gd name="connsiteY5" fmla="*/ 1052 h 6345"/>
                  <a:gd name="connsiteX6" fmla="*/ 235 w 6343"/>
                  <a:gd name="connsiteY6" fmla="*/ 3295 h 6345"/>
                  <a:gd name="connsiteX7" fmla="*/ 1163 w 6343"/>
                  <a:gd name="connsiteY7" fmla="*/ 5539 h 6345"/>
                  <a:gd name="connsiteX8" fmla="*/ 340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8"/>
                    </a:moveTo>
                    <a:cubicBezTo>
                      <a:pt x="4247" y="6468"/>
                      <a:pt x="5054" y="6134"/>
                      <a:pt x="5649" y="5539"/>
                    </a:cubicBezTo>
                    <a:cubicBezTo>
                      <a:pt x="6243" y="4944"/>
                      <a:pt x="6578" y="4137"/>
                      <a:pt x="6578" y="3295"/>
                    </a:cubicBezTo>
                    <a:cubicBezTo>
                      <a:pt x="6578" y="2454"/>
                      <a:pt x="6243" y="1647"/>
                      <a:pt x="5649" y="1052"/>
                    </a:cubicBezTo>
                    <a:cubicBezTo>
                      <a:pt x="5054" y="457"/>
                      <a:pt x="4247" y="123"/>
                      <a:pt x="3406" y="123"/>
                    </a:cubicBezTo>
                    <a:cubicBezTo>
                      <a:pt x="2565" y="123"/>
                      <a:pt x="1758" y="457"/>
                      <a:pt x="1163" y="1052"/>
                    </a:cubicBezTo>
                    <a:cubicBezTo>
                      <a:pt x="569" y="1647"/>
                      <a:pt x="235" y="2454"/>
                      <a:pt x="235" y="3295"/>
                    </a:cubicBezTo>
                    <a:cubicBezTo>
                      <a:pt x="235" y="4137"/>
                      <a:pt x="569" y="4944"/>
                      <a:pt x="1163" y="5539"/>
                    </a:cubicBezTo>
                    <a:cubicBezTo>
                      <a:pt x="1758" y="6134"/>
                      <a:pt x="2565" y="6468"/>
                      <a:pt x="340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50" name="Freeform: Shape 8449">
                <a:extLst>
                  <a:ext uri="{FF2B5EF4-FFF2-40B4-BE49-F238E27FC236}">
                    <a16:creationId xmlns:a16="http://schemas.microsoft.com/office/drawing/2014/main" id="{2F5AABE7-AD50-053A-16EB-C51E6296112F}"/>
                  </a:ext>
                </a:extLst>
              </p:cNvPr>
              <p:cNvSpPr/>
              <p:nvPr/>
            </p:nvSpPr>
            <p:spPr>
              <a:xfrm>
                <a:off x="9388178" y="5044149"/>
                <a:ext cx="6343" cy="6345"/>
              </a:xfrm>
              <a:custGeom>
                <a:avLst/>
                <a:gdLst>
                  <a:gd name="connsiteX0" fmla="*/ 3406 w 6343"/>
                  <a:gd name="connsiteY0" fmla="*/ 6469 h 6345"/>
                  <a:gd name="connsiteX1" fmla="*/ 5649 w 6343"/>
                  <a:gd name="connsiteY1" fmla="*/ 5539 h 6345"/>
                  <a:gd name="connsiteX2" fmla="*/ 6578 w 6343"/>
                  <a:gd name="connsiteY2" fmla="*/ 3296 h 6345"/>
                  <a:gd name="connsiteX3" fmla="*/ 5649 w 6343"/>
                  <a:gd name="connsiteY3" fmla="*/ 1053 h 6345"/>
                  <a:gd name="connsiteX4" fmla="*/ 3406 w 6343"/>
                  <a:gd name="connsiteY4" fmla="*/ 123 h 6345"/>
                  <a:gd name="connsiteX5" fmla="*/ 1164 w 6343"/>
                  <a:gd name="connsiteY5" fmla="*/ 1053 h 6345"/>
                  <a:gd name="connsiteX6" fmla="*/ 235 w 6343"/>
                  <a:gd name="connsiteY6" fmla="*/ 3296 h 6345"/>
                  <a:gd name="connsiteX7" fmla="*/ 1164 w 6343"/>
                  <a:gd name="connsiteY7" fmla="*/ 5539 h 6345"/>
                  <a:gd name="connsiteX8" fmla="*/ 3406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9"/>
                    </a:moveTo>
                    <a:cubicBezTo>
                      <a:pt x="4248" y="6469"/>
                      <a:pt x="5054" y="6134"/>
                      <a:pt x="5649" y="5539"/>
                    </a:cubicBezTo>
                    <a:cubicBezTo>
                      <a:pt x="6244" y="4944"/>
                      <a:pt x="6578" y="4137"/>
                      <a:pt x="6578" y="3296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8" y="123"/>
                      <a:pt x="3406" y="123"/>
                    </a:cubicBezTo>
                    <a:cubicBezTo>
                      <a:pt x="2565" y="123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6"/>
                    </a:cubicBezTo>
                    <a:cubicBezTo>
                      <a:pt x="235" y="4137"/>
                      <a:pt x="569" y="4944"/>
                      <a:pt x="1164" y="5539"/>
                    </a:cubicBezTo>
                    <a:cubicBezTo>
                      <a:pt x="1759" y="6134"/>
                      <a:pt x="2565" y="6469"/>
                      <a:pt x="3406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51" name="Freeform: Shape 8450">
                <a:extLst>
                  <a:ext uri="{FF2B5EF4-FFF2-40B4-BE49-F238E27FC236}">
                    <a16:creationId xmlns:a16="http://schemas.microsoft.com/office/drawing/2014/main" id="{8DA401F3-C24C-BC07-9E7A-5E45857EB7A3}"/>
                  </a:ext>
                </a:extLst>
              </p:cNvPr>
              <p:cNvSpPr/>
              <p:nvPr/>
            </p:nvSpPr>
            <p:spPr>
              <a:xfrm>
                <a:off x="9389070" y="5040867"/>
                <a:ext cx="6343" cy="6345"/>
              </a:xfrm>
              <a:custGeom>
                <a:avLst/>
                <a:gdLst>
                  <a:gd name="connsiteX0" fmla="*/ 3406 w 6343"/>
                  <a:gd name="connsiteY0" fmla="*/ 6468 h 6345"/>
                  <a:gd name="connsiteX1" fmla="*/ 5649 w 6343"/>
                  <a:gd name="connsiteY1" fmla="*/ 5539 h 6345"/>
                  <a:gd name="connsiteX2" fmla="*/ 6578 w 6343"/>
                  <a:gd name="connsiteY2" fmla="*/ 3296 h 6345"/>
                  <a:gd name="connsiteX3" fmla="*/ 5649 w 6343"/>
                  <a:gd name="connsiteY3" fmla="*/ 1052 h 6345"/>
                  <a:gd name="connsiteX4" fmla="*/ 3406 w 6343"/>
                  <a:gd name="connsiteY4" fmla="*/ 123 h 6345"/>
                  <a:gd name="connsiteX5" fmla="*/ 1164 w 6343"/>
                  <a:gd name="connsiteY5" fmla="*/ 1052 h 6345"/>
                  <a:gd name="connsiteX6" fmla="*/ 235 w 6343"/>
                  <a:gd name="connsiteY6" fmla="*/ 3296 h 6345"/>
                  <a:gd name="connsiteX7" fmla="*/ 1164 w 6343"/>
                  <a:gd name="connsiteY7" fmla="*/ 5539 h 6345"/>
                  <a:gd name="connsiteX8" fmla="*/ 340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8"/>
                    </a:moveTo>
                    <a:cubicBezTo>
                      <a:pt x="4248" y="6468"/>
                      <a:pt x="5054" y="6134"/>
                      <a:pt x="5649" y="5539"/>
                    </a:cubicBezTo>
                    <a:cubicBezTo>
                      <a:pt x="6244" y="4944"/>
                      <a:pt x="6578" y="4137"/>
                      <a:pt x="6578" y="3296"/>
                    </a:cubicBezTo>
                    <a:cubicBezTo>
                      <a:pt x="6578" y="2454"/>
                      <a:pt x="6244" y="1647"/>
                      <a:pt x="5649" y="1052"/>
                    </a:cubicBezTo>
                    <a:cubicBezTo>
                      <a:pt x="5054" y="457"/>
                      <a:pt x="4248" y="123"/>
                      <a:pt x="3406" y="123"/>
                    </a:cubicBezTo>
                    <a:cubicBezTo>
                      <a:pt x="2565" y="123"/>
                      <a:pt x="1759" y="457"/>
                      <a:pt x="1164" y="1052"/>
                    </a:cubicBezTo>
                    <a:cubicBezTo>
                      <a:pt x="569" y="1647"/>
                      <a:pt x="235" y="2454"/>
                      <a:pt x="235" y="3296"/>
                    </a:cubicBezTo>
                    <a:cubicBezTo>
                      <a:pt x="235" y="4137"/>
                      <a:pt x="569" y="4944"/>
                      <a:pt x="1164" y="5539"/>
                    </a:cubicBezTo>
                    <a:cubicBezTo>
                      <a:pt x="1759" y="6134"/>
                      <a:pt x="2565" y="6468"/>
                      <a:pt x="340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52" name="Freeform: Shape 8451">
                <a:extLst>
                  <a:ext uri="{FF2B5EF4-FFF2-40B4-BE49-F238E27FC236}">
                    <a16:creationId xmlns:a16="http://schemas.microsoft.com/office/drawing/2014/main" id="{014FC606-9189-DF1D-7D50-535C9A8B60F6}"/>
                  </a:ext>
                </a:extLst>
              </p:cNvPr>
              <p:cNvSpPr/>
              <p:nvPr/>
            </p:nvSpPr>
            <p:spPr>
              <a:xfrm>
                <a:off x="9389779" y="5036544"/>
                <a:ext cx="6343" cy="6345"/>
              </a:xfrm>
              <a:custGeom>
                <a:avLst/>
                <a:gdLst>
                  <a:gd name="connsiteX0" fmla="*/ 3407 w 6343"/>
                  <a:gd name="connsiteY0" fmla="*/ 6468 h 6345"/>
                  <a:gd name="connsiteX1" fmla="*/ 5649 w 6343"/>
                  <a:gd name="connsiteY1" fmla="*/ 5539 h 6345"/>
                  <a:gd name="connsiteX2" fmla="*/ 6578 w 6343"/>
                  <a:gd name="connsiteY2" fmla="*/ 3295 h 6345"/>
                  <a:gd name="connsiteX3" fmla="*/ 5649 w 6343"/>
                  <a:gd name="connsiteY3" fmla="*/ 1052 h 6345"/>
                  <a:gd name="connsiteX4" fmla="*/ 3407 w 6343"/>
                  <a:gd name="connsiteY4" fmla="*/ 123 h 6345"/>
                  <a:gd name="connsiteX5" fmla="*/ 1164 w 6343"/>
                  <a:gd name="connsiteY5" fmla="*/ 1052 h 6345"/>
                  <a:gd name="connsiteX6" fmla="*/ 235 w 6343"/>
                  <a:gd name="connsiteY6" fmla="*/ 3295 h 6345"/>
                  <a:gd name="connsiteX7" fmla="*/ 1164 w 6343"/>
                  <a:gd name="connsiteY7" fmla="*/ 5539 h 6345"/>
                  <a:gd name="connsiteX8" fmla="*/ 340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8"/>
                    </a:moveTo>
                    <a:cubicBezTo>
                      <a:pt x="4248" y="6468"/>
                      <a:pt x="5054" y="6134"/>
                      <a:pt x="5649" y="5539"/>
                    </a:cubicBezTo>
                    <a:cubicBezTo>
                      <a:pt x="6244" y="4944"/>
                      <a:pt x="6578" y="4137"/>
                      <a:pt x="6578" y="3295"/>
                    </a:cubicBezTo>
                    <a:cubicBezTo>
                      <a:pt x="6578" y="2454"/>
                      <a:pt x="6244" y="1647"/>
                      <a:pt x="5649" y="1052"/>
                    </a:cubicBezTo>
                    <a:cubicBezTo>
                      <a:pt x="5054" y="457"/>
                      <a:pt x="4248" y="123"/>
                      <a:pt x="3407" y="123"/>
                    </a:cubicBezTo>
                    <a:cubicBezTo>
                      <a:pt x="2565" y="123"/>
                      <a:pt x="1759" y="457"/>
                      <a:pt x="1164" y="1052"/>
                    </a:cubicBezTo>
                    <a:cubicBezTo>
                      <a:pt x="569" y="1647"/>
                      <a:pt x="235" y="2454"/>
                      <a:pt x="235" y="3295"/>
                    </a:cubicBezTo>
                    <a:cubicBezTo>
                      <a:pt x="235" y="4137"/>
                      <a:pt x="569" y="4944"/>
                      <a:pt x="1164" y="5539"/>
                    </a:cubicBezTo>
                    <a:cubicBezTo>
                      <a:pt x="1759" y="6134"/>
                      <a:pt x="2565" y="6468"/>
                      <a:pt x="340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53" name="Freeform: Shape 8452">
                <a:extLst>
                  <a:ext uri="{FF2B5EF4-FFF2-40B4-BE49-F238E27FC236}">
                    <a16:creationId xmlns:a16="http://schemas.microsoft.com/office/drawing/2014/main" id="{EC24584A-59AB-27E8-5645-E4EBEC7D58D7}"/>
                  </a:ext>
                </a:extLst>
              </p:cNvPr>
              <p:cNvSpPr/>
              <p:nvPr/>
            </p:nvSpPr>
            <p:spPr>
              <a:xfrm>
                <a:off x="9390804" y="5033510"/>
                <a:ext cx="6343" cy="6345"/>
              </a:xfrm>
              <a:custGeom>
                <a:avLst/>
                <a:gdLst>
                  <a:gd name="connsiteX0" fmla="*/ 3407 w 6343"/>
                  <a:gd name="connsiteY0" fmla="*/ 6468 h 6345"/>
                  <a:gd name="connsiteX1" fmla="*/ 5649 w 6343"/>
                  <a:gd name="connsiteY1" fmla="*/ 5539 h 6345"/>
                  <a:gd name="connsiteX2" fmla="*/ 6578 w 6343"/>
                  <a:gd name="connsiteY2" fmla="*/ 3295 h 6345"/>
                  <a:gd name="connsiteX3" fmla="*/ 5649 w 6343"/>
                  <a:gd name="connsiteY3" fmla="*/ 1052 h 6345"/>
                  <a:gd name="connsiteX4" fmla="*/ 3407 w 6343"/>
                  <a:gd name="connsiteY4" fmla="*/ 122 h 6345"/>
                  <a:gd name="connsiteX5" fmla="*/ 1164 w 6343"/>
                  <a:gd name="connsiteY5" fmla="*/ 1052 h 6345"/>
                  <a:gd name="connsiteX6" fmla="*/ 235 w 6343"/>
                  <a:gd name="connsiteY6" fmla="*/ 3295 h 6345"/>
                  <a:gd name="connsiteX7" fmla="*/ 1164 w 6343"/>
                  <a:gd name="connsiteY7" fmla="*/ 5539 h 6345"/>
                  <a:gd name="connsiteX8" fmla="*/ 340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8"/>
                    </a:moveTo>
                    <a:cubicBezTo>
                      <a:pt x="4248" y="6468"/>
                      <a:pt x="5054" y="6134"/>
                      <a:pt x="5649" y="5539"/>
                    </a:cubicBezTo>
                    <a:cubicBezTo>
                      <a:pt x="6244" y="4944"/>
                      <a:pt x="6578" y="4137"/>
                      <a:pt x="6578" y="3295"/>
                    </a:cubicBezTo>
                    <a:cubicBezTo>
                      <a:pt x="6578" y="2454"/>
                      <a:pt x="6244" y="1647"/>
                      <a:pt x="5649" y="1052"/>
                    </a:cubicBezTo>
                    <a:cubicBezTo>
                      <a:pt x="5054" y="457"/>
                      <a:pt x="4248" y="122"/>
                      <a:pt x="3407" y="122"/>
                    </a:cubicBezTo>
                    <a:cubicBezTo>
                      <a:pt x="2565" y="122"/>
                      <a:pt x="1759" y="457"/>
                      <a:pt x="1164" y="1052"/>
                    </a:cubicBezTo>
                    <a:cubicBezTo>
                      <a:pt x="569" y="1647"/>
                      <a:pt x="235" y="2454"/>
                      <a:pt x="235" y="3295"/>
                    </a:cubicBezTo>
                    <a:cubicBezTo>
                      <a:pt x="235" y="4137"/>
                      <a:pt x="569" y="4944"/>
                      <a:pt x="1164" y="5539"/>
                    </a:cubicBezTo>
                    <a:cubicBezTo>
                      <a:pt x="1759" y="6134"/>
                      <a:pt x="2565" y="6468"/>
                      <a:pt x="340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54" name="Freeform: Shape 8453">
                <a:extLst>
                  <a:ext uri="{FF2B5EF4-FFF2-40B4-BE49-F238E27FC236}">
                    <a16:creationId xmlns:a16="http://schemas.microsoft.com/office/drawing/2014/main" id="{A967FCE0-FBCC-CA4D-6D14-A9030DBBC5FC}"/>
                  </a:ext>
                </a:extLst>
              </p:cNvPr>
              <p:cNvSpPr/>
              <p:nvPr/>
            </p:nvSpPr>
            <p:spPr>
              <a:xfrm>
                <a:off x="9392084" y="5031587"/>
                <a:ext cx="6343" cy="6345"/>
              </a:xfrm>
              <a:custGeom>
                <a:avLst/>
                <a:gdLst>
                  <a:gd name="connsiteX0" fmla="*/ 3407 w 6343"/>
                  <a:gd name="connsiteY0" fmla="*/ 6468 h 6345"/>
                  <a:gd name="connsiteX1" fmla="*/ 5649 w 6343"/>
                  <a:gd name="connsiteY1" fmla="*/ 5538 h 6345"/>
                  <a:gd name="connsiteX2" fmla="*/ 6578 w 6343"/>
                  <a:gd name="connsiteY2" fmla="*/ 3295 h 6345"/>
                  <a:gd name="connsiteX3" fmla="*/ 5649 w 6343"/>
                  <a:gd name="connsiteY3" fmla="*/ 1052 h 6345"/>
                  <a:gd name="connsiteX4" fmla="*/ 3407 w 6343"/>
                  <a:gd name="connsiteY4" fmla="*/ 122 h 6345"/>
                  <a:gd name="connsiteX5" fmla="*/ 1164 w 6343"/>
                  <a:gd name="connsiteY5" fmla="*/ 1052 h 6345"/>
                  <a:gd name="connsiteX6" fmla="*/ 235 w 6343"/>
                  <a:gd name="connsiteY6" fmla="*/ 3295 h 6345"/>
                  <a:gd name="connsiteX7" fmla="*/ 1164 w 6343"/>
                  <a:gd name="connsiteY7" fmla="*/ 5538 h 6345"/>
                  <a:gd name="connsiteX8" fmla="*/ 340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8"/>
                    </a:moveTo>
                    <a:cubicBezTo>
                      <a:pt x="4248" y="6468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5"/>
                    </a:cubicBezTo>
                    <a:cubicBezTo>
                      <a:pt x="6578" y="2454"/>
                      <a:pt x="6244" y="1647"/>
                      <a:pt x="5649" y="1052"/>
                    </a:cubicBezTo>
                    <a:cubicBezTo>
                      <a:pt x="5055" y="457"/>
                      <a:pt x="4248" y="122"/>
                      <a:pt x="3407" y="122"/>
                    </a:cubicBezTo>
                    <a:cubicBezTo>
                      <a:pt x="2566" y="122"/>
                      <a:pt x="1759" y="457"/>
                      <a:pt x="1164" y="1052"/>
                    </a:cubicBezTo>
                    <a:cubicBezTo>
                      <a:pt x="569" y="1647"/>
                      <a:pt x="235" y="2454"/>
                      <a:pt x="235" y="3295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8"/>
                      <a:pt x="340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55" name="Freeform: Shape 8454">
                <a:extLst>
                  <a:ext uri="{FF2B5EF4-FFF2-40B4-BE49-F238E27FC236}">
                    <a16:creationId xmlns:a16="http://schemas.microsoft.com/office/drawing/2014/main" id="{CF0F7183-037F-B7E9-E4D1-A9A61E2C04FB}"/>
                  </a:ext>
                </a:extLst>
              </p:cNvPr>
              <p:cNvSpPr/>
              <p:nvPr/>
            </p:nvSpPr>
            <p:spPr>
              <a:xfrm>
                <a:off x="9393659" y="5031086"/>
                <a:ext cx="6343" cy="6345"/>
              </a:xfrm>
              <a:custGeom>
                <a:avLst/>
                <a:gdLst>
                  <a:gd name="connsiteX0" fmla="*/ 3407 w 6343"/>
                  <a:gd name="connsiteY0" fmla="*/ 6468 h 6345"/>
                  <a:gd name="connsiteX1" fmla="*/ 5649 w 6343"/>
                  <a:gd name="connsiteY1" fmla="*/ 5538 h 6345"/>
                  <a:gd name="connsiteX2" fmla="*/ 6578 w 6343"/>
                  <a:gd name="connsiteY2" fmla="*/ 3295 h 6345"/>
                  <a:gd name="connsiteX3" fmla="*/ 5649 w 6343"/>
                  <a:gd name="connsiteY3" fmla="*/ 1052 h 6345"/>
                  <a:gd name="connsiteX4" fmla="*/ 3407 w 6343"/>
                  <a:gd name="connsiteY4" fmla="*/ 122 h 6345"/>
                  <a:gd name="connsiteX5" fmla="*/ 1164 w 6343"/>
                  <a:gd name="connsiteY5" fmla="*/ 1052 h 6345"/>
                  <a:gd name="connsiteX6" fmla="*/ 235 w 6343"/>
                  <a:gd name="connsiteY6" fmla="*/ 3295 h 6345"/>
                  <a:gd name="connsiteX7" fmla="*/ 1164 w 6343"/>
                  <a:gd name="connsiteY7" fmla="*/ 5538 h 6345"/>
                  <a:gd name="connsiteX8" fmla="*/ 340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8"/>
                    </a:moveTo>
                    <a:cubicBezTo>
                      <a:pt x="4248" y="6468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5"/>
                    </a:cubicBezTo>
                    <a:cubicBezTo>
                      <a:pt x="6578" y="2454"/>
                      <a:pt x="6244" y="1646"/>
                      <a:pt x="5649" y="1052"/>
                    </a:cubicBezTo>
                    <a:cubicBezTo>
                      <a:pt x="5055" y="457"/>
                      <a:pt x="4248" y="122"/>
                      <a:pt x="3407" y="122"/>
                    </a:cubicBezTo>
                    <a:cubicBezTo>
                      <a:pt x="2566" y="122"/>
                      <a:pt x="1759" y="457"/>
                      <a:pt x="1164" y="1052"/>
                    </a:cubicBezTo>
                    <a:cubicBezTo>
                      <a:pt x="569" y="1646"/>
                      <a:pt x="235" y="2454"/>
                      <a:pt x="235" y="3295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8"/>
                      <a:pt x="340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56" name="Freeform: Shape 8455">
                <a:extLst>
                  <a:ext uri="{FF2B5EF4-FFF2-40B4-BE49-F238E27FC236}">
                    <a16:creationId xmlns:a16="http://schemas.microsoft.com/office/drawing/2014/main" id="{E9FF957A-765B-5B64-8653-233811A5E449}"/>
                  </a:ext>
                </a:extLst>
              </p:cNvPr>
              <p:cNvSpPr/>
              <p:nvPr/>
            </p:nvSpPr>
            <p:spPr>
              <a:xfrm>
                <a:off x="9395296" y="5030903"/>
                <a:ext cx="6343" cy="6345"/>
              </a:xfrm>
              <a:custGeom>
                <a:avLst/>
                <a:gdLst>
                  <a:gd name="connsiteX0" fmla="*/ 3407 w 6343"/>
                  <a:gd name="connsiteY0" fmla="*/ 6468 h 6345"/>
                  <a:gd name="connsiteX1" fmla="*/ 5650 w 6343"/>
                  <a:gd name="connsiteY1" fmla="*/ 5538 h 6345"/>
                  <a:gd name="connsiteX2" fmla="*/ 6579 w 6343"/>
                  <a:gd name="connsiteY2" fmla="*/ 3295 h 6345"/>
                  <a:gd name="connsiteX3" fmla="*/ 5650 w 6343"/>
                  <a:gd name="connsiteY3" fmla="*/ 1052 h 6345"/>
                  <a:gd name="connsiteX4" fmla="*/ 3407 w 6343"/>
                  <a:gd name="connsiteY4" fmla="*/ 122 h 6345"/>
                  <a:gd name="connsiteX5" fmla="*/ 1164 w 6343"/>
                  <a:gd name="connsiteY5" fmla="*/ 1052 h 6345"/>
                  <a:gd name="connsiteX6" fmla="*/ 235 w 6343"/>
                  <a:gd name="connsiteY6" fmla="*/ 3295 h 6345"/>
                  <a:gd name="connsiteX7" fmla="*/ 1164 w 6343"/>
                  <a:gd name="connsiteY7" fmla="*/ 5538 h 6345"/>
                  <a:gd name="connsiteX8" fmla="*/ 340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8"/>
                    </a:moveTo>
                    <a:cubicBezTo>
                      <a:pt x="4248" y="6468"/>
                      <a:pt x="5055" y="6133"/>
                      <a:pt x="5650" y="5538"/>
                    </a:cubicBezTo>
                    <a:cubicBezTo>
                      <a:pt x="6244" y="4943"/>
                      <a:pt x="6579" y="4136"/>
                      <a:pt x="6579" y="3295"/>
                    </a:cubicBezTo>
                    <a:cubicBezTo>
                      <a:pt x="6579" y="2454"/>
                      <a:pt x="6244" y="1646"/>
                      <a:pt x="5650" y="1052"/>
                    </a:cubicBezTo>
                    <a:cubicBezTo>
                      <a:pt x="5055" y="457"/>
                      <a:pt x="4248" y="122"/>
                      <a:pt x="3407" y="122"/>
                    </a:cubicBezTo>
                    <a:cubicBezTo>
                      <a:pt x="2566" y="122"/>
                      <a:pt x="1759" y="457"/>
                      <a:pt x="1164" y="1052"/>
                    </a:cubicBezTo>
                    <a:cubicBezTo>
                      <a:pt x="570" y="1646"/>
                      <a:pt x="235" y="2454"/>
                      <a:pt x="235" y="3295"/>
                    </a:cubicBezTo>
                    <a:cubicBezTo>
                      <a:pt x="235" y="4136"/>
                      <a:pt x="570" y="4943"/>
                      <a:pt x="1164" y="5538"/>
                    </a:cubicBezTo>
                    <a:cubicBezTo>
                      <a:pt x="1759" y="6133"/>
                      <a:pt x="2566" y="6468"/>
                      <a:pt x="340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57" name="Freeform: Shape 8456">
                <a:extLst>
                  <a:ext uri="{FF2B5EF4-FFF2-40B4-BE49-F238E27FC236}">
                    <a16:creationId xmlns:a16="http://schemas.microsoft.com/office/drawing/2014/main" id="{7B975B96-8236-7372-9265-A6E4DC599D9F}"/>
                  </a:ext>
                </a:extLst>
              </p:cNvPr>
              <p:cNvSpPr/>
              <p:nvPr/>
            </p:nvSpPr>
            <p:spPr>
              <a:xfrm>
                <a:off x="9397010" y="5031162"/>
                <a:ext cx="6343" cy="6345"/>
              </a:xfrm>
              <a:custGeom>
                <a:avLst/>
                <a:gdLst>
                  <a:gd name="connsiteX0" fmla="*/ 3407 w 6343"/>
                  <a:gd name="connsiteY0" fmla="*/ 6468 h 6345"/>
                  <a:gd name="connsiteX1" fmla="*/ 5650 w 6343"/>
                  <a:gd name="connsiteY1" fmla="*/ 5538 h 6345"/>
                  <a:gd name="connsiteX2" fmla="*/ 6579 w 6343"/>
                  <a:gd name="connsiteY2" fmla="*/ 3295 h 6345"/>
                  <a:gd name="connsiteX3" fmla="*/ 5650 w 6343"/>
                  <a:gd name="connsiteY3" fmla="*/ 1052 h 6345"/>
                  <a:gd name="connsiteX4" fmla="*/ 3407 w 6343"/>
                  <a:gd name="connsiteY4" fmla="*/ 122 h 6345"/>
                  <a:gd name="connsiteX5" fmla="*/ 1164 w 6343"/>
                  <a:gd name="connsiteY5" fmla="*/ 1052 h 6345"/>
                  <a:gd name="connsiteX6" fmla="*/ 236 w 6343"/>
                  <a:gd name="connsiteY6" fmla="*/ 3295 h 6345"/>
                  <a:gd name="connsiteX7" fmla="*/ 1164 w 6343"/>
                  <a:gd name="connsiteY7" fmla="*/ 5538 h 6345"/>
                  <a:gd name="connsiteX8" fmla="*/ 340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8"/>
                    </a:moveTo>
                    <a:cubicBezTo>
                      <a:pt x="4248" y="6468"/>
                      <a:pt x="5055" y="6133"/>
                      <a:pt x="5650" y="5538"/>
                    </a:cubicBezTo>
                    <a:cubicBezTo>
                      <a:pt x="6244" y="4943"/>
                      <a:pt x="6579" y="4136"/>
                      <a:pt x="6579" y="3295"/>
                    </a:cubicBezTo>
                    <a:cubicBezTo>
                      <a:pt x="6579" y="2454"/>
                      <a:pt x="6244" y="1647"/>
                      <a:pt x="5650" y="1052"/>
                    </a:cubicBezTo>
                    <a:cubicBezTo>
                      <a:pt x="5055" y="457"/>
                      <a:pt x="4248" y="122"/>
                      <a:pt x="3407" y="122"/>
                    </a:cubicBezTo>
                    <a:cubicBezTo>
                      <a:pt x="2566" y="122"/>
                      <a:pt x="1759" y="457"/>
                      <a:pt x="1164" y="1052"/>
                    </a:cubicBezTo>
                    <a:cubicBezTo>
                      <a:pt x="570" y="1647"/>
                      <a:pt x="236" y="2454"/>
                      <a:pt x="236" y="3295"/>
                    </a:cubicBezTo>
                    <a:cubicBezTo>
                      <a:pt x="236" y="4136"/>
                      <a:pt x="570" y="4943"/>
                      <a:pt x="1164" y="5538"/>
                    </a:cubicBezTo>
                    <a:cubicBezTo>
                      <a:pt x="1759" y="6133"/>
                      <a:pt x="2566" y="6468"/>
                      <a:pt x="340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58" name="Freeform: Shape 8457">
                <a:extLst>
                  <a:ext uri="{FF2B5EF4-FFF2-40B4-BE49-F238E27FC236}">
                    <a16:creationId xmlns:a16="http://schemas.microsoft.com/office/drawing/2014/main" id="{7C426AEF-6967-8537-22F5-4CEF75E01608}"/>
                  </a:ext>
                </a:extLst>
              </p:cNvPr>
              <p:cNvSpPr/>
              <p:nvPr/>
            </p:nvSpPr>
            <p:spPr>
              <a:xfrm>
                <a:off x="9398656" y="5031062"/>
                <a:ext cx="6343" cy="6345"/>
              </a:xfrm>
              <a:custGeom>
                <a:avLst/>
                <a:gdLst>
                  <a:gd name="connsiteX0" fmla="*/ 3407 w 6343"/>
                  <a:gd name="connsiteY0" fmla="*/ 6468 h 6345"/>
                  <a:gd name="connsiteX1" fmla="*/ 5650 w 6343"/>
                  <a:gd name="connsiteY1" fmla="*/ 5538 h 6345"/>
                  <a:gd name="connsiteX2" fmla="*/ 6579 w 6343"/>
                  <a:gd name="connsiteY2" fmla="*/ 3295 h 6345"/>
                  <a:gd name="connsiteX3" fmla="*/ 5650 w 6343"/>
                  <a:gd name="connsiteY3" fmla="*/ 1052 h 6345"/>
                  <a:gd name="connsiteX4" fmla="*/ 3407 w 6343"/>
                  <a:gd name="connsiteY4" fmla="*/ 122 h 6345"/>
                  <a:gd name="connsiteX5" fmla="*/ 1165 w 6343"/>
                  <a:gd name="connsiteY5" fmla="*/ 1052 h 6345"/>
                  <a:gd name="connsiteX6" fmla="*/ 236 w 6343"/>
                  <a:gd name="connsiteY6" fmla="*/ 3295 h 6345"/>
                  <a:gd name="connsiteX7" fmla="*/ 1165 w 6343"/>
                  <a:gd name="connsiteY7" fmla="*/ 5538 h 6345"/>
                  <a:gd name="connsiteX8" fmla="*/ 340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8"/>
                    </a:moveTo>
                    <a:cubicBezTo>
                      <a:pt x="4248" y="6468"/>
                      <a:pt x="5055" y="6133"/>
                      <a:pt x="5650" y="5538"/>
                    </a:cubicBezTo>
                    <a:cubicBezTo>
                      <a:pt x="6245" y="4943"/>
                      <a:pt x="6579" y="4136"/>
                      <a:pt x="6579" y="3295"/>
                    </a:cubicBezTo>
                    <a:cubicBezTo>
                      <a:pt x="6579" y="2454"/>
                      <a:pt x="6245" y="1646"/>
                      <a:pt x="5650" y="1052"/>
                    </a:cubicBezTo>
                    <a:cubicBezTo>
                      <a:pt x="5055" y="457"/>
                      <a:pt x="4248" y="122"/>
                      <a:pt x="3407" y="122"/>
                    </a:cubicBezTo>
                    <a:cubicBezTo>
                      <a:pt x="2566" y="122"/>
                      <a:pt x="1759" y="457"/>
                      <a:pt x="1165" y="1052"/>
                    </a:cubicBezTo>
                    <a:cubicBezTo>
                      <a:pt x="570" y="1646"/>
                      <a:pt x="236" y="2454"/>
                      <a:pt x="236" y="3295"/>
                    </a:cubicBezTo>
                    <a:cubicBezTo>
                      <a:pt x="236" y="4136"/>
                      <a:pt x="570" y="4943"/>
                      <a:pt x="1165" y="5538"/>
                    </a:cubicBezTo>
                    <a:cubicBezTo>
                      <a:pt x="1759" y="6133"/>
                      <a:pt x="2566" y="6468"/>
                      <a:pt x="340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59" name="Freeform: Shape 8458">
                <a:extLst>
                  <a:ext uri="{FF2B5EF4-FFF2-40B4-BE49-F238E27FC236}">
                    <a16:creationId xmlns:a16="http://schemas.microsoft.com/office/drawing/2014/main" id="{CB268A09-6E0B-948C-5EBC-AB91F2272819}"/>
                  </a:ext>
                </a:extLst>
              </p:cNvPr>
              <p:cNvSpPr/>
              <p:nvPr/>
            </p:nvSpPr>
            <p:spPr>
              <a:xfrm>
                <a:off x="9400311" y="5031033"/>
                <a:ext cx="6343" cy="6345"/>
              </a:xfrm>
              <a:custGeom>
                <a:avLst/>
                <a:gdLst>
                  <a:gd name="connsiteX0" fmla="*/ 3407 w 6343"/>
                  <a:gd name="connsiteY0" fmla="*/ 6468 h 6345"/>
                  <a:gd name="connsiteX1" fmla="*/ 5650 w 6343"/>
                  <a:gd name="connsiteY1" fmla="*/ 5538 h 6345"/>
                  <a:gd name="connsiteX2" fmla="*/ 6579 w 6343"/>
                  <a:gd name="connsiteY2" fmla="*/ 3295 h 6345"/>
                  <a:gd name="connsiteX3" fmla="*/ 5650 w 6343"/>
                  <a:gd name="connsiteY3" fmla="*/ 1052 h 6345"/>
                  <a:gd name="connsiteX4" fmla="*/ 3407 w 6343"/>
                  <a:gd name="connsiteY4" fmla="*/ 122 h 6345"/>
                  <a:gd name="connsiteX5" fmla="*/ 1165 w 6343"/>
                  <a:gd name="connsiteY5" fmla="*/ 1052 h 6345"/>
                  <a:gd name="connsiteX6" fmla="*/ 236 w 6343"/>
                  <a:gd name="connsiteY6" fmla="*/ 3295 h 6345"/>
                  <a:gd name="connsiteX7" fmla="*/ 1165 w 6343"/>
                  <a:gd name="connsiteY7" fmla="*/ 5538 h 6345"/>
                  <a:gd name="connsiteX8" fmla="*/ 340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8"/>
                    </a:moveTo>
                    <a:cubicBezTo>
                      <a:pt x="4248" y="6468"/>
                      <a:pt x="5055" y="6133"/>
                      <a:pt x="5650" y="5538"/>
                    </a:cubicBezTo>
                    <a:cubicBezTo>
                      <a:pt x="6245" y="4943"/>
                      <a:pt x="6579" y="4136"/>
                      <a:pt x="6579" y="3295"/>
                    </a:cubicBezTo>
                    <a:cubicBezTo>
                      <a:pt x="6579" y="2454"/>
                      <a:pt x="6245" y="1646"/>
                      <a:pt x="5650" y="1052"/>
                    </a:cubicBezTo>
                    <a:cubicBezTo>
                      <a:pt x="5055" y="457"/>
                      <a:pt x="4248" y="122"/>
                      <a:pt x="3407" y="122"/>
                    </a:cubicBezTo>
                    <a:cubicBezTo>
                      <a:pt x="2566" y="122"/>
                      <a:pt x="1759" y="457"/>
                      <a:pt x="1165" y="1052"/>
                    </a:cubicBezTo>
                    <a:cubicBezTo>
                      <a:pt x="570" y="1646"/>
                      <a:pt x="236" y="2454"/>
                      <a:pt x="236" y="3295"/>
                    </a:cubicBezTo>
                    <a:cubicBezTo>
                      <a:pt x="236" y="4136"/>
                      <a:pt x="570" y="4943"/>
                      <a:pt x="1165" y="5538"/>
                    </a:cubicBezTo>
                    <a:cubicBezTo>
                      <a:pt x="1759" y="6133"/>
                      <a:pt x="2566" y="6468"/>
                      <a:pt x="340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60" name="Freeform: Shape 8459">
                <a:extLst>
                  <a:ext uri="{FF2B5EF4-FFF2-40B4-BE49-F238E27FC236}">
                    <a16:creationId xmlns:a16="http://schemas.microsoft.com/office/drawing/2014/main" id="{414A6322-834C-8CB0-4932-B9FBE488D34E}"/>
                  </a:ext>
                </a:extLst>
              </p:cNvPr>
              <p:cNvSpPr/>
              <p:nvPr/>
            </p:nvSpPr>
            <p:spPr>
              <a:xfrm>
                <a:off x="9401885" y="5030520"/>
                <a:ext cx="6343" cy="6345"/>
              </a:xfrm>
              <a:custGeom>
                <a:avLst/>
                <a:gdLst>
                  <a:gd name="connsiteX0" fmla="*/ 3407 w 6343"/>
                  <a:gd name="connsiteY0" fmla="*/ 6468 h 6345"/>
                  <a:gd name="connsiteX1" fmla="*/ 5650 w 6343"/>
                  <a:gd name="connsiteY1" fmla="*/ 5538 h 6345"/>
                  <a:gd name="connsiteX2" fmla="*/ 6579 w 6343"/>
                  <a:gd name="connsiteY2" fmla="*/ 3295 h 6345"/>
                  <a:gd name="connsiteX3" fmla="*/ 5650 w 6343"/>
                  <a:gd name="connsiteY3" fmla="*/ 1051 h 6345"/>
                  <a:gd name="connsiteX4" fmla="*/ 3407 w 6343"/>
                  <a:gd name="connsiteY4" fmla="*/ 122 h 6345"/>
                  <a:gd name="connsiteX5" fmla="*/ 1165 w 6343"/>
                  <a:gd name="connsiteY5" fmla="*/ 1051 h 6345"/>
                  <a:gd name="connsiteX6" fmla="*/ 236 w 6343"/>
                  <a:gd name="connsiteY6" fmla="*/ 3295 h 6345"/>
                  <a:gd name="connsiteX7" fmla="*/ 1165 w 6343"/>
                  <a:gd name="connsiteY7" fmla="*/ 5538 h 6345"/>
                  <a:gd name="connsiteX8" fmla="*/ 340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8"/>
                    </a:moveTo>
                    <a:cubicBezTo>
                      <a:pt x="4249" y="6468"/>
                      <a:pt x="5055" y="6133"/>
                      <a:pt x="5650" y="5538"/>
                    </a:cubicBezTo>
                    <a:cubicBezTo>
                      <a:pt x="6245" y="4943"/>
                      <a:pt x="6579" y="4136"/>
                      <a:pt x="6579" y="3295"/>
                    </a:cubicBezTo>
                    <a:cubicBezTo>
                      <a:pt x="6579" y="2454"/>
                      <a:pt x="6245" y="1646"/>
                      <a:pt x="5650" y="1051"/>
                    </a:cubicBezTo>
                    <a:cubicBezTo>
                      <a:pt x="5055" y="457"/>
                      <a:pt x="4249" y="122"/>
                      <a:pt x="3407" y="122"/>
                    </a:cubicBezTo>
                    <a:cubicBezTo>
                      <a:pt x="2566" y="122"/>
                      <a:pt x="1760" y="457"/>
                      <a:pt x="1165" y="1051"/>
                    </a:cubicBezTo>
                    <a:cubicBezTo>
                      <a:pt x="570" y="1646"/>
                      <a:pt x="236" y="2454"/>
                      <a:pt x="236" y="3295"/>
                    </a:cubicBezTo>
                    <a:cubicBezTo>
                      <a:pt x="236" y="4136"/>
                      <a:pt x="570" y="4943"/>
                      <a:pt x="1165" y="5538"/>
                    </a:cubicBezTo>
                    <a:cubicBezTo>
                      <a:pt x="1760" y="6133"/>
                      <a:pt x="2566" y="6468"/>
                      <a:pt x="340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61" name="Freeform: Shape 8460">
                <a:extLst>
                  <a:ext uri="{FF2B5EF4-FFF2-40B4-BE49-F238E27FC236}">
                    <a16:creationId xmlns:a16="http://schemas.microsoft.com/office/drawing/2014/main" id="{AD1519A5-8961-61BF-90A4-7C10A6C5BF29}"/>
                  </a:ext>
                </a:extLst>
              </p:cNvPr>
              <p:cNvSpPr/>
              <p:nvPr/>
            </p:nvSpPr>
            <p:spPr>
              <a:xfrm>
                <a:off x="9403501" y="5030264"/>
                <a:ext cx="6343" cy="6345"/>
              </a:xfrm>
              <a:custGeom>
                <a:avLst/>
                <a:gdLst>
                  <a:gd name="connsiteX0" fmla="*/ 3408 w 6343"/>
                  <a:gd name="connsiteY0" fmla="*/ 6468 h 6345"/>
                  <a:gd name="connsiteX1" fmla="*/ 5650 w 6343"/>
                  <a:gd name="connsiteY1" fmla="*/ 5538 h 6345"/>
                  <a:gd name="connsiteX2" fmla="*/ 6579 w 6343"/>
                  <a:gd name="connsiteY2" fmla="*/ 3295 h 6345"/>
                  <a:gd name="connsiteX3" fmla="*/ 5650 w 6343"/>
                  <a:gd name="connsiteY3" fmla="*/ 1051 h 6345"/>
                  <a:gd name="connsiteX4" fmla="*/ 3408 w 6343"/>
                  <a:gd name="connsiteY4" fmla="*/ 122 h 6345"/>
                  <a:gd name="connsiteX5" fmla="*/ 1165 w 6343"/>
                  <a:gd name="connsiteY5" fmla="*/ 1051 h 6345"/>
                  <a:gd name="connsiteX6" fmla="*/ 236 w 6343"/>
                  <a:gd name="connsiteY6" fmla="*/ 3295 h 6345"/>
                  <a:gd name="connsiteX7" fmla="*/ 1165 w 6343"/>
                  <a:gd name="connsiteY7" fmla="*/ 5538 h 6345"/>
                  <a:gd name="connsiteX8" fmla="*/ 340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8"/>
                    </a:moveTo>
                    <a:cubicBezTo>
                      <a:pt x="4249" y="6468"/>
                      <a:pt x="5055" y="6133"/>
                      <a:pt x="5650" y="5538"/>
                    </a:cubicBezTo>
                    <a:cubicBezTo>
                      <a:pt x="6245" y="4943"/>
                      <a:pt x="6579" y="4136"/>
                      <a:pt x="6579" y="3295"/>
                    </a:cubicBezTo>
                    <a:cubicBezTo>
                      <a:pt x="6579" y="2453"/>
                      <a:pt x="6245" y="1646"/>
                      <a:pt x="5650" y="1051"/>
                    </a:cubicBezTo>
                    <a:cubicBezTo>
                      <a:pt x="5055" y="457"/>
                      <a:pt x="4249" y="122"/>
                      <a:pt x="3408" y="122"/>
                    </a:cubicBezTo>
                    <a:cubicBezTo>
                      <a:pt x="2566" y="122"/>
                      <a:pt x="1760" y="457"/>
                      <a:pt x="1165" y="1051"/>
                    </a:cubicBezTo>
                    <a:cubicBezTo>
                      <a:pt x="570" y="1646"/>
                      <a:pt x="236" y="2453"/>
                      <a:pt x="236" y="3295"/>
                    </a:cubicBezTo>
                    <a:cubicBezTo>
                      <a:pt x="236" y="4136"/>
                      <a:pt x="570" y="4943"/>
                      <a:pt x="1165" y="5538"/>
                    </a:cubicBezTo>
                    <a:cubicBezTo>
                      <a:pt x="1760" y="6133"/>
                      <a:pt x="2566" y="6468"/>
                      <a:pt x="340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62" name="Freeform: Shape 8461">
                <a:extLst>
                  <a:ext uri="{FF2B5EF4-FFF2-40B4-BE49-F238E27FC236}">
                    <a16:creationId xmlns:a16="http://schemas.microsoft.com/office/drawing/2014/main" id="{855BC8FA-653A-D719-0C77-9D481D7DBA0E}"/>
                  </a:ext>
                </a:extLst>
              </p:cNvPr>
              <p:cNvSpPr/>
              <p:nvPr/>
            </p:nvSpPr>
            <p:spPr>
              <a:xfrm>
                <a:off x="9405074" y="5029708"/>
                <a:ext cx="6343" cy="6345"/>
              </a:xfrm>
              <a:custGeom>
                <a:avLst/>
                <a:gdLst>
                  <a:gd name="connsiteX0" fmla="*/ 3408 w 6343"/>
                  <a:gd name="connsiteY0" fmla="*/ 6468 h 6345"/>
                  <a:gd name="connsiteX1" fmla="*/ 5650 w 6343"/>
                  <a:gd name="connsiteY1" fmla="*/ 5538 h 6345"/>
                  <a:gd name="connsiteX2" fmla="*/ 6579 w 6343"/>
                  <a:gd name="connsiteY2" fmla="*/ 3295 h 6345"/>
                  <a:gd name="connsiteX3" fmla="*/ 5650 w 6343"/>
                  <a:gd name="connsiteY3" fmla="*/ 1051 h 6345"/>
                  <a:gd name="connsiteX4" fmla="*/ 3408 w 6343"/>
                  <a:gd name="connsiteY4" fmla="*/ 122 h 6345"/>
                  <a:gd name="connsiteX5" fmla="*/ 1165 w 6343"/>
                  <a:gd name="connsiteY5" fmla="*/ 1051 h 6345"/>
                  <a:gd name="connsiteX6" fmla="*/ 236 w 6343"/>
                  <a:gd name="connsiteY6" fmla="*/ 3295 h 6345"/>
                  <a:gd name="connsiteX7" fmla="*/ 1165 w 6343"/>
                  <a:gd name="connsiteY7" fmla="*/ 5538 h 6345"/>
                  <a:gd name="connsiteX8" fmla="*/ 340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8"/>
                    </a:moveTo>
                    <a:cubicBezTo>
                      <a:pt x="4249" y="6468"/>
                      <a:pt x="5056" y="6133"/>
                      <a:pt x="5650" y="5538"/>
                    </a:cubicBezTo>
                    <a:cubicBezTo>
                      <a:pt x="6245" y="4943"/>
                      <a:pt x="6579" y="4136"/>
                      <a:pt x="6579" y="3295"/>
                    </a:cubicBezTo>
                    <a:cubicBezTo>
                      <a:pt x="6579" y="2453"/>
                      <a:pt x="6245" y="1646"/>
                      <a:pt x="5650" y="1051"/>
                    </a:cubicBezTo>
                    <a:cubicBezTo>
                      <a:pt x="5056" y="456"/>
                      <a:pt x="4249" y="122"/>
                      <a:pt x="3408" y="122"/>
                    </a:cubicBezTo>
                    <a:cubicBezTo>
                      <a:pt x="2567" y="122"/>
                      <a:pt x="1760" y="456"/>
                      <a:pt x="1165" y="1051"/>
                    </a:cubicBezTo>
                    <a:cubicBezTo>
                      <a:pt x="570" y="1646"/>
                      <a:pt x="236" y="2453"/>
                      <a:pt x="236" y="3295"/>
                    </a:cubicBezTo>
                    <a:cubicBezTo>
                      <a:pt x="236" y="4136"/>
                      <a:pt x="570" y="4943"/>
                      <a:pt x="1165" y="5538"/>
                    </a:cubicBezTo>
                    <a:cubicBezTo>
                      <a:pt x="1760" y="6133"/>
                      <a:pt x="2567" y="6468"/>
                      <a:pt x="340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63" name="Freeform: Shape 8462">
                <a:extLst>
                  <a:ext uri="{FF2B5EF4-FFF2-40B4-BE49-F238E27FC236}">
                    <a16:creationId xmlns:a16="http://schemas.microsoft.com/office/drawing/2014/main" id="{DCE60B8B-23E6-150C-9C27-E6CDD69C0BEF}"/>
                  </a:ext>
                </a:extLst>
              </p:cNvPr>
              <p:cNvSpPr/>
              <p:nvPr/>
            </p:nvSpPr>
            <p:spPr>
              <a:xfrm>
                <a:off x="9406696" y="5029472"/>
                <a:ext cx="6343" cy="6345"/>
              </a:xfrm>
              <a:custGeom>
                <a:avLst/>
                <a:gdLst>
                  <a:gd name="connsiteX0" fmla="*/ 3408 w 6343"/>
                  <a:gd name="connsiteY0" fmla="*/ 6468 h 6345"/>
                  <a:gd name="connsiteX1" fmla="*/ 5650 w 6343"/>
                  <a:gd name="connsiteY1" fmla="*/ 5538 h 6345"/>
                  <a:gd name="connsiteX2" fmla="*/ 6579 w 6343"/>
                  <a:gd name="connsiteY2" fmla="*/ 3295 h 6345"/>
                  <a:gd name="connsiteX3" fmla="*/ 5650 w 6343"/>
                  <a:gd name="connsiteY3" fmla="*/ 1051 h 6345"/>
                  <a:gd name="connsiteX4" fmla="*/ 3408 w 6343"/>
                  <a:gd name="connsiteY4" fmla="*/ 122 h 6345"/>
                  <a:gd name="connsiteX5" fmla="*/ 1165 w 6343"/>
                  <a:gd name="connsiteY5" fmla="*/ 1051 h 6345"/>
                  <a:gd name="connsiteX6" fmla="*/ 236 w 6343"/>
                  <a:gd name="connsiteY6" fmla="*/ 3295 h 6345"/>
                  <a:gd name="connsiteX7" fmla="*/ 1165 w 6343"/>
                  <a:gd name="connsiteY7" fmla="*/ 5538 h 6345"/>
                  <a:gd name="connsiteX8" fmla="*/ 340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8"/>
                    </a:moveTo>
                    <a:cubicBezTo>
                      <a:pt x="4249" y="6468"/>
                      <a:pt x="5056" y="6133"/>
                      <a:pt x="5650" y="5538"/>
                    </a:cubicBezTo>
                    <a:cubicBezTo>
                      <a:pt x="6245" y="4943"/>
                      <a:pt x="6579" y="4136"/>
                      <a:pt x="6579" y="3295"/>
                    </a:cubicBezTo>
                    <a:cubicBezTo>
                      <a:pt x="6579" y="2453"/>
                      <a:pt x="6245" y="1646"/>
                      <a:pt x="5650" y="1051"/>
                    </a:cubicBezTo>
                    <a:cubicBezTo>
                      <a:pt x="5056" y="456"/>
                      <a:pt x="4249" y="122"/>
                      <a:pt x="3408" y="122"/>
                    </a:cubicBezTo>
                    <a:cubicBezTo>
                      <a:pt x="2567" y="122"/>
                      <a:pt x="1760" y="456"/>
                      <a:pt x="1165" y="1051"/>
                    </a:cubicBezTo>
                    <a:cubicBezTo>
                      <a:pt x="570" y="1646"/>
                      <a:pt x="236" y="2453"/>
                      <a:pt x="236" y="3295"/>
                    </a:cubicBezTo>
                    <a:cubicBezTo>
                      <a:pt x="236" y="4136"/>
                      <a:pt x="570" y="4943"/>
                      <a:pt x="1165" y="5538"/>
                    </a:cubicBezTo>
                    <a:cubicBezTo>
                      <a:pt x="1760" y="6133"/>
                      <a:pt x="2567" y="6468"/>
                      <a:pt x="340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64" name="Freeform: Shape 8463">
                <a:extLst>
                  <a:ext uri="{FF2B5EF4-FFF2-40B4-BE49-F238E27FC236}">
                    <a16:creationId xmlns:a16="http://schemas.microsoft.com/office/drawing/2014/main" id="{A807C3A8-A733-4E5F-1D0F-72A9D2BE927C}"/>
                  </a:ext>
                </a:extLst>
              </p:cNvPr>
              <p:cNvSpPr/>
              <p:nvPr/>
            </p:nvSpPr>
            <p:spPr>
              <a:xfrm>
                <a:off x="9408310" y="5029183"/>
                <a:ext cx="6343" cy="6345"/>
              </a:xfrm>
              <a:custGeom>
                <a:avLst/>
                <a:gdLst>
                  <a:gd name="connsiteX0" fmla="*/ 3408 w 6343"/>
                  <a:gd name="connsiteY0" fmla="*/ 6468 h 6345"/>
                  <a:gd name="connsiteX1" fmla="*/ 5651 w 6343"/>
                  <a:gd name="connsiteY1" fmla="*/ 5538 h 6345"/>
                  <a:gd name="connsiteX2" fmla="*/ 6580 w 6343"/>
                  <a:gd name="connsiteY2" fmla="*/ 3295 h 6345"/>
                  <a:gd name="connsiteX3" fmla="*/ 5651 w 6343"/>
                  <a:gd name="connsiteY3" fmla="*/ 1051 h 6345"/>
                  <a:gd name="connsiteX4" fmla="*/ 3408 w 6343"/>
                  <a:gd name="connsiteY4" fmla="*/ 122 h 6345"/>
                  <a:gd name="connsiteX5" fmla="*/ 1165 w 6343"/>
                  <a:gd name="connsiteY5" fmla="*/ 1051 h 6345"/>
                  <a:gd name="connsiteX6" fmla="*/ 236 w 6343"/>
                  <a:gd name="connsiteY6" fmla="*/ 3295 h 6345"/>
                  <a:gd name="connsiteX7" fmla="*/ 1165 w 6343"/>
                  <a:gd name="connsiteY7" fmla="*/ 5538 h 6345"/>
                  <a:gd name="connsiteX8" fmla="*/ 340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8"/>
                    </a:moveTo>
                    <a:cubicBezTo>
                      <a:pt x="4249" y="6468"/>
                      <a:pt x="5056" y="6133"/>
                      <a:pt x="5651" y="5538"/>
                    </a:cubicBezTo>
                    <a:cubicBezTo>
                      <a:pt x="6245" y="4943"/>
                      <a:pt x="6580" y="4136"/>
                      <a:pt x="6580" y="3295"/>
                    </a:cubicBezTo>
                    <a:cubicBezTo>
                      <a:pt x="6580" y="2453"/>
                      <a:pt x="6245" y="1646"/>
                      <a:pt x="5651" y="1051"/>
                    </a:cubicBezTo>
                    <a:cubicBezTo>
                      <a:pt x="5056" y="456"/>
                      <a:pt x="4249" y="122"/>
                      <a:pt x="3408" y="122"/>
                    </a:cubicBezTo>
                    <a:cubicBezTo>
                      <a:pt x="2567" y="122"/>
                      <a:pt x="1760" y="456"/>
                      <a:pt x="1165" y="1051"/>
                    </a:cubicBezTo>
                    <a:cubicBezTo>
                      <a:pt x="571" y="1646"/>
                      <a:pt x="236" y="2453"/>
                      <a:pt x="236" y="3295"/>
                    </a:cubicBezTo>
                    <a:cubicBezTo>
                      <a:pt x="236" y="4136"/>
                      <a:pt x="571" y="4943"/>
                      <a:pt x="1165" y="5538"/>
                    </a:cubicBezTo>
                    <a:cubicBezTo>
                      <a:pt x="1760" y="6133"/>
                      <a:pt x="2567" y="6468"/>
                      <a:pt x="340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65" name="Freeform: Shape 8464">
                <a:extLst>
                  <a:ext uri="{FF2B5EF4-FFF2-40B4-BE49-F238E27FC236}">
                    <a16:creationId xmlns:a16="http://schemas.microsoft.com/office/drawing/2014/main" id="{D9245A2E-FB22-F44B-4104-202F6A3F9F0A}"/>
                  </a:ext>
                </a:extLst>
              </p:cNvPr>
              <p:cNvSpPr/>
              <p:nvPr/>
            </p:nvSpPr>
            <p:spPr>
              <a:xfrm>
                <a:off x="9409976" y="5029278"/>
                <a:ext cx="6343" cy="6345"/>
              </a:xfrm>
              <a:custGeom>
                <a:avLst/>
                <a:gdLst>
                  <a:gd name="connsiteX0" fmla="*/ 3408 w 6343"/>
                  <a:gd name="connsiteY0" fmla="*/ 6468 h 6345"/>
                  <a:gd name="connsiteX1" fmla="*/ 5651 w 6343"/>
                  <a:gd name="connsiteY1" fmla="*/ 5538 h 6345"/>
                  <a:gd name="connsiteX2" fmla="*/ 6580 w 6343"/>
                  <a:gd name="connsiteY2" fmla="*/ 3295 h 6345"/>
                  <a:gd name="connsiteX3" fmla="*/ 5651 w 6343"/>
                  <a:gd name="connsiteY3" fmla="*/ 1051 h 6345"/>
                  <a:gd name="connsiteX4" fmla="*/ 3408 w 6343"/>
                  <a:gd name="connsiteY4" fmla="*/ 122 h 6345"/>
                  <a:gd name="connsiteX5" fmla="*/ 1165 w 6343"/>
                  <a:gd name="connsiteY5" fmla="*/ 1051 h 6345"/>
                  <a:gd name="connsiteX6" fmla="*/ 237 w 6343"/>
                  <a:gd name="connsiteY6" fmla="*/ 3295 h 6345"/>
                  <a:gd name="connsiteX7" fmla="*/ 1165 w 6343"/>
                  <a:gd name="connsiteY7" fmla="*/ 5538 h 6345"/>
                  <a:gd name="connsiteX8" fmla="*/ 340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8"/>
                    </a:moveTo>
                    <a:cubicBezTo>
                      <a:pt x="4249" y="6468"/>
                      <a:pt x="5056" y="6133"/>
                      <a:pt x="5651" y="5538"/>
                    </a:cubicBezTo>
                    <a:cubicBezTo>
                      <a:pt x="6245" y="4943"/>
                      <a:pt x="6580" y="4136"/>
                      <a:pt x="6580" y="3295"/>
                    </a:cubicBezTo>
                    <a:cubicBezTo>
                      <a:pt x="6580" y="2453"/>
                      <a:pt x="6245" y="1646"/>
                      <a:pt x="5651" y="1051"/>
                    </a:cubicBezTo>
                    <a:cubicBezTo>
                      <a:pt x="5056" y="456"/>
                      <a:pt x="4249" y="122"/>
                      <a:pt x="3408" y="122"/>
                    </a:cubicBezTo>
                    <a:cubicBezTo>
                      <a:pt x="2567" y="122"/>
                      <a:pt x="1760" y="456"/>
                      <a:pt x="1165" y="1051"/>
                    </a:cubicBezTo>
                    <a:cubicBezTo>
                      <a:pt x="571" y="1646"/>
                      <a:pt x="237" y="2453"/>
                      <a:pt x="237" y="3295"/>
                    </a:cubicBezTo>
                    <a:cubicBezTo>
                      <a:pt x="237" y="4136"/>
                      <a:pt x="571" y="4943"/>
                      <a:pt x="1165" y="5538"/>
                    </a:cubicBezTo>
                    <a:cubicBezTo>
                      <a:pt x="1760" y="6133"/>
                      <a:pt x="2567" y="6468"/>
                      <a:pt x="340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66" name="Freeform: Shape 8465">
                <a:extLst>
                  <a:ext uri="{FF2B5EF4-FFF2-40B4-BE49-F238E27FC236}">
                    <a16:creationId xmlns:a16="http://schemas.microsoft.com/office/drawing/2014/main" id="{6766E27A-8AEB-17F9-0458-8CF3C6F953F2}"/>
                  </a:ext>
                </a:extLst>
              </p:cNvPr>
              <p:cNvSpPr/>
              <p:nvPr/>
            </p:nvSpPr>
            <p:spPr>
              <a:xfrm>
                <a:off x="9411654" y="5029507"/>
                <a:ext cx="6343" cy="6345"/>
              </a:xfrm>
              <a:custGeom>
                <a:avLst/>
                <a:gdLst>
                  <a:gd name="connsiteX0" fmla="*/ 3408 w 6343"/>
                  <a:gd name="connsiteY0" fmla="*/ 6468 h 6345"/>
                  <a:gd name="connsiteX1" fmla="*/ 5651 w 6343"/>
                  <a:gd name="connsiteY1" fmla="*/ 5538 h 6345"/>
                  <a:gd name="connsiteX2" fmla="*/ 6580 w 6343"/>
                  <a:gd name="connsiteY2" fmla="*/ 3295 h 6345"/>
                  <a:gd name="connsiteX3" fmla="*/ 5651 w 6343"/>
                  <a:gd name="connsiteY3" fmla="*/ 1051 h 6345"/>
                  <a:gd name="connsiteX4" fmla="*/ 3408 w 6343"/>
                  <a:gd name="connsiteY4" fmla="*/ 122 h 6345"/>
                  <a:gd name="connsiteX5" fmla="*/ 1166 w 6343"/>
                  <a:gd name="connsiteY5" fmla="*/ 1051 h 6345"/>
                  <a:gd name="connsiteX6" fmla="*/ 237 w 6343"/>
                  <a:gd name="connsiteY6" fmla="*/ 3295 h 6345"/>
                  <a:gd name="connsiteX7" fmla="*/ 1166 w 6343"/>
                  <a:gd name="connsiteY7" fmla="*/ 5538 h 6345"/>
                  <a:gd name="connsiteX8" fmla="*/ 340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8"/>
                    </a:moveTo>
                    <a:cubicBezTo>
                      <a:pt x="4249" y="6468"/>
                      <a:pt x="5056" y="6133"/>
                      <a:pt x="5651" y="5538"/>
                    </a:cubicBezTo>
                    <a:cubicBezTo>
                      <a:pt x="6246" y="4943"/>
                      <a:pt x="6580" y="4136"/>
                      <a:pt x="6580" y="3295"/>
                    </a:cubicBezTo>
                    <a:cubicBezTo>
                      <a:pt x="6580" y="2453"/>
                      <a:pt x="6246" y="1646"/>
                      <a:pt x="5651" y="1051"/>
                    </a:cubicBezTo>
                    <a:cubicBezTo>
                      <a:pt x="5056" y="456"/>
                      <a:pt x="4249" y="122"/>
                      <a:pt x="3408" y="122"/>
                    </a:cubicBezTo>
                    <a:cubicBezTo>
                      <a:pt x="2567" y="122"/>
                      <a:pt x="1760" y="456"/>
                      <a:pt x="1166" y="1051"/>
                    </a:cubicBezTo>
                    <a:cubicBezTo>
                      <a:pt x="571" y="1646"/>
                      <a:pt x="237" y="2453"/>
                      <a:pt x="237" y="3295"/>
                    </a:cubicBezTo>
                    <a:cubicBezTo>
                      <a:pt x="237" y="4136"/>
                      <a:pt x="571" y="4943"/>
                      <a:pt x="1166" y="5538"/>
                    </a:cubicBezTo>
                    <a:cubicBezTo>
                      <a:pt x="1760" y="6133"/>
                      <a:pt x="2567" y="6468"/>
                      <a:pt x="340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67" name="Freeform: Shape 8466">
                <a:extLst>
                  <a:ext uri="{FF2B5EF4-FFF2-40B4-BE49-F238E27FC236}">
                    <a16:creationId xmlns:a16="http://schemas.microsoft.com/office/drawing/2014/main" id="{698E8BEE-D1D7-146D-FB60-F908AADD04B9}"/>
                  </a:ext>
                </a:extLst>
              </p:cNvPr>
              <p:cNvSpPr/>
              <p:nvPr/>
            </p:nvSpPr>
            <p:spPr>
              <a:xfrm>
                <a:off x="9413350" y="5029934"/>
                <a:ext cx="6343" cy="6345"/>
              </a:xfrm>
              <a:custGeom>
                <a:avLst/>
                <a:gdLst>
                  <a:gd name="connsiteX0" fmla="*/ 3408 w 6343"/>
                  <a:gd name="connsiteY0" fmla="*/ 6468 h 6345"/>
                  <a:gd name="connsiteX1" fmla="*/ 5651 w 6343"/>
                  <a:gd name="connsiteY1" fmla="*/ 5538 h 6345"/>
                  <a:gd name="connsiteX2" fmla="*/ 6580 w 6343"/>
                  <a:gd name="connsiteY2" fmla="*/ 3295 h 6345"/>
                  <a:gd name="connsiteX3" fmla="*/ 5651 w 6343"/>
                  <a:gd name="connsiteY3" fmla="*/ 1051 h 6345"/>
                  <a:gd name="connsiteX4" fmla="*/ 3408 w 6343"/>
                  <a:gd name="connsiteY4" fmla="*/ 122 h 6345"/>
                  <a:gd name="connsiteX5" fmla="*/ 1166 w 6343"/>
                  <a:gd name="connsiteY5" fmla="*/ 1051 h 6345"/>
                  <a:gd name="connsiteX6" fmla="*/ 237 w 6343"/>
                  <a:gd name="connsiteY6" fmla="*/ 3295 h 6345"/>
                  <a:gd name="connsiteX7" fmla="*/ 1166 w 6343"/>
                  <a:gd name="connsiteY7" fmla="*/ 5538 h 6345"/>
                  <a:gd name="connsiteX8" fmla="*/ 340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8"/>
                    </a:moveTo>
                    <a:cubicBezTo>
                      <a:pt x="4249" y="6468"/>
                      <a:pt x="5056" y="6133"/>
                      <a:pt x="5651" y="5538"/>
                    </a:cubicBezTo>
                    <a:cubicBezTo>
                      <a:pt x="6246" y="4943"/>
                      <a:pt x="6580" y="4136"/>
                      <a:pt x="6580" y="3295"/>
                    </a:cubicBezTo>
                    <a:cubicBezTo>
                      <a:pt x="6580" y="2453"/>
                      <a:pt x="6246" y="1646"/>
                      <a:pt x="5651" y="1051"/>
                    </a:cubicBezTo>
                    <a:cubicBezTo>
                      <a:pt x="5056" y="456"/>
                      <a:pt x="4249" y="122"/>
                      <a:pt x="3408" y="122"/>
                    </a:cubicBezTo>
                    <a:cubicBezTo>
                      <a:pt x="2567" y="122"/>
                      <a:pt x="1760" y="456"/>
                      <a:pt x="1166" y="1051"/>
                    </a:cubicBezTo>
                    <a:cubicBezTo>
                      <a:pt x="571" y="1646"/>
                      <a:pt x="237" y="2453"/>
                      <a:pt x="237" y="3295"/>
                    </a:cubicBezTo>
                    <a:cubicBezTo>
                      <a:pt x="237" y="4136"/>
                      <a:pt x="571" y="4943"/>
                      <a:pt x="1166" y="5538"/>
                    </a:cubicBezTo>
                    <a:cubicBezTo>
                      <a:pt x="1760" y="6133"/>
                      <a:pt x="2567" y="6468"/>
                      <a:pt x="340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68" name="Freeform: Shape 8467">
                <a:extLst>
                  <a:ext uri="{FF2B5EF4-FFF2-40B4-BE49-F238E27FC236}">
                    <a16:creationId xmlns:a16="http://schemas.microsoft.com/office/drawing/2014/main" id="{0EAEF95C-A5AD-5FA8-F46E-91293C2261F4}"/>
                  </a:ext>
                </a:extLst>
              </p:cNvPr>
              <p:cNvSpPr/>
              <p:nvPr/>
            </p:nvSpPr>
            <p:spPr>
              <a:xfrm>
                <a:off x="9415005" y="5030061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1 w 6343"/>
                  <a:gd name="connsiteY1" fmla="*/ 5538 h 6345"/>
                  <a:gd name="connsiteX2" fmla="*/ 6580 w 6343"/>
                  <a:gd name="connsiteY2" fmla="*/ 3295 h 6345"/>
                  <a:gd name="connsiteX3" fmla="*/ 5651 w 6343"/>
                  <a:gd name="connsiteY3" fmla="*/ 1051 h 6345"/>
                  <a:gd name="connsiteX4" fmla="*/ 3409 w 6343"/>
                  <a:gd name="connsiteY4" fmla="*/ 122 h 6345"/>
                  <a:gd name="connsiteX5" fmla="*/ 1166 w 6343"/>
                  <a:gd name="connsiteY5" fmla="*/ 1051 h 6345"/>
                  <a:gd name="connsiteX6" fmla="*/ 237 w 6343"/>
                  <a:gd name="connsiteY6" fmla="*/ 3295 h 6345"/>
                  <a:gd name="connsiteX7" fmla="*/ 1166 w 6343"/>
                  <a:gd name="connsiteY7" fmla="*/ 5538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0" y="6468"/>
                      <a:pt x="5056" y="6133"/>
                      <a:pt x="5651" y="5538"/>
                    </a:cubicBezTo>
                    <a:cubicBezTo>
                      <a:pt x="6246" y="4943"/>
                      <a:pt x="6580" y="4136"/>
                      <a:pt x="6580" y="3295"/>
                    </a:cubicBezTo>
                    <a:cubicBezTo>
                      <a:pt x="6580" y="2453"/>
                      <a:pt x="6246" y="1646"/>
                      <a:pt x="5651" y="1051"/>
                    </a:cubicBezTo>
                    <a:cubicBezTo>
                      <a:pt x="5056" y="456"/>
                      <a:pt x="4250" y="122"/>
                      <a:pt x="3409" y="122"/>
                    </a:cubicBezTo>
                    <a:cubicBezTo>
                      <a:pt x="2567" y="122"/>
                      <a:pt x="1761" y="456"/>
                      <a:pt x="1166" y="1051"/>
                    </a:cubicBezTo>
                    <a:cubicBezTo>
                      <a:pt x="571" y="1646"/>
                      <a:pt x="237" y="2453"/>
                      <a:pt x="237" y="3295"/>
                    </a:cubicBezTo>
                    <a:cubicBezTo>
                      <a:pt x="237" y="4136"/>
                      <a:pt x="571" y="4943"/>
                      <a:pt x="1166" y="5538"/>
                    </a:cubicBezTo>
                    <a:cubicBezTo>
                      <a:pt x="1761" y="6133"/>
                      <a:pt x="2567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69" name="Freeform: Shape 8468">
                <a:extLst>
                  <a:ext uri="{FF2B5EF4-FFF2-40B4-BE49-F238E27FC236}">
                    <a16:creationId xmlns:a16="http://schemas.microsoft.com/office/drawing/2014/main" id="{6963C74D-6C64-429A-D5EE-3CA18B4C0AB3}"/>
                  </a:ext>
                </a:extLst>
              </p:cNvPr>
              <p:cNvSpPr/>
              <p:nvPr/>
            </p:nvSpPr>
            <p:spPr>
              <a:xfrm>
                <a:off x="9416657" y="5030197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1 w 6343"/>
                  <a:gd name="connsiteY1" fmla="*/ 5538 h 6345"/>
                  <a:gd name="connsiteX2" fmla="*/ 6580 w 6343"/>
                  <a:gd name="connsiteY2" fmla="*/ 3295 h 6345"/>
                  <a:gd name="connsiteX3" fmla="*/ 5651 w 6343"/>
                  <a:gd name="connsiteY3" fmla="*/ 1051 h 6345"/>
                  <a:gd name="connsiteX4" fmla="*/ 3409 w 6343"/>
                  <a:gd name="connsiteY4" fmla="*/ 122 h 6345"/>
                  <a:gd name="connsiteX5" fmla="*/ 1166 w 6343"/>
                  <a:gd name="connsiteY5" fmla="*/ 1051 h 6345"/>
                  <a:gd name="connsiteX6" fmla="*/ 237 w 6343"/>
                  <a:gd name="connsiteY6" fmla="*/ 3295 h 6345"/>
                  <a:gd name="connsiteX7" fmla="*/ 1166 w 6343"/>
                  <a:gd name="connsiteY7" fmla="*/ 5538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0" y="6468"/>
                      <a:pt x="5057" y="6133"/>
                      <a:pt x="5651" y="5538"/>
                    </a:cubicBezTo>
                    <a:cubicBezTo>
                      <a:pt x="6246" y="4943"/>
                      <a:pt x="6580" y="4136"/>
                      <a:pt x="6580" y="3295"/>
                    </a:cubicBezTo>
                    <a:cubicBezTo>
                      <a:pt x="6580" y="2453"/>
                      <a:pt x="6246" y="1646"/>
                      <a:pt x="5651" y="1051"/>
                    </a:cubicBezTo>
                    <a:cubicBezTo>
                      <a:pt x="5057" y="456"/>
                      <a:pt x="4250" y="122"/>
                      <a:pt x="3409" y="122"/>
                    </a:cubicBezTo>
                    <a:cubicBezTo>
                      <a:pt x="2568" y="122"/>
                      <a:pt x="1761" y="456"/>
                      <a:pt x="1166" y="1051"/>
                    </a:cubicBezTo>
                    <a:cubicBezTo>
                      <a:pt x="571" y="1646"/>
                      <a:pt x="237" y="2453"/>
                      <a:pt x="237" y="3295"/>
                    </a:cubicBezTo>
                    <a:cubicBezTo>
                      <a:pt x="237" y="4136"/>
                      <a:pt x="571" y="4943"/>
                      <a:pt x="1166" y="5538"/>
                    </a:cubicBezTo>
                    <a:cubicBezTo>
                      <a:pt x="1761" y="6133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70" name="Freeform: Shape 8469">
                <a:extLst>
                  <a:ext uri="{FF2B5EF4-FFF2-40B4-BE49-F238E27FC236}">
                    <a16:creationId xmlns:a16="http://schemas.microsoft.com/office/drawing/2014/main" id="{32B92361-FE67-ACDD-D0D9-57A65CA395F1}"/>
                  </a:ext>
                </a:extLst>
              </p:cNvPr>
              <p:cNvSpPr/>
              <p:nvPr/>
            </p:nvSpPr>
            <p:spPr>
              <a:xfrm>
                <a:off x="9418300" y="5030282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1 w 6343"/>
                  <a:gd name="connsiteY1" fmla="*/ 5538 h 6345"/>
                  <a:gd name="connsiteX2" fmla="*/ 6580 w 6343"/>
                  <a:gd name="connsiteY2" fmla="*/ 3295 h 6345"/>
                  <a:gd name="connsiteX3" fmla="*/ 5651 w 6343"/>
                  <a:gd name="connsiteY3" fmla="*/ 1051 h 6345"/>
                  <a:gd name="connsiteX4" fmla="*/ 3409 w 6343"/>
                  <a:gd name="connsiteY4" fmla="*/ 122 h 6345"/>
                  <a:gd name="connsiteX5" fmla="*/ 1166 w 6343"/>
                  <a:gd name="connsiteY5" fmla="*/ 1051 h 6345"/>
                  <a:gd name="connsiteX6" fmla="*/ 237 w 6343"/>
                  <a:gd name="connsiteY6" fmla="*/ 3295 h 6345"/>
                  <a:gd name="connsiteX7" fmla="*/ 1166 w 6343"/>
                  <a:gd name="connsiteY7" fmla="*/ 5538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0" y="6468"/>
                      <a:pt x="5057" y="6133"/>
                      <a:pt x="5651" y="5538"/>
                    </a:cubicBezTo>
                    <a:cubicBezTo>
                      <a:pt x="6246" y="4943"/>
                      <a:pt x="6580" y="4136"/>
                      <a:pt x="6580" y="3295"/>
                    </a:cubicBezTo>
                    <a:cubicBezTo>
                      <a:pt x="6580" y="2453"/>
                      <a:pt x="6246" y="1646"/>
                      <a:pt x="5651" y="1051"/>
                    </a:cubicBezTo>
                    <a:cubicBezTo>
                      <a:pt x="5057" y="457"/>
                      <a:pt x="4250" y="122"/>
                      <a:pt x="3409" y="122"/>
                    </a:cubicBezTo>
                    <a:cubicBezTo>
                      <a:pt x="2568" y="122"/>
                      <a:pt x="1761" y="457"/>
                      <a:pt x="1166" y="1051"/>
                    </a:cubicBezTo>
                    <a:cubicBezTo>
                      <a:pt x="571" y="1646"/>
                      <a:pt x="237" y="2453"/>
                      <a:pt x="237" y="3295"/>
                    </a:cubicBezTo>
                    <a:cubicBezTo>
                      <a:pt x="237" y="4136"/>
                      <a:pt x="571" y="4943"/>
                      <a:pt x="1166" y="5538"/>
                    </a:cubicBezTo>
                    <a:cubicBezTo>
                      <a:pt x="1761" y="6133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71" name="Freeform: Shape 8470">
                <a:extLst>
                  <a:ext uri="{FF2B5EF4-FFF2-40B4-BE49-F238E27FC236}">
                    <a16:creationId xmlns:a16="http://schemas.microsoft.com/office/drawing/2014/main" id="{2B6F7526-094E-071D-22FA-68D8B04EAF13}"/>
                  </a:ext>
                </a:extLst>
              </p:cNvPr>
              <p:cNvSpPr/>
              <p:nvPr/>
            </p:nvSpPr>
            <p:spPr>
              <a:xfrm>
                <a:off x="9419907" y="5030002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2 w 6343"/>
                  <a:gd name="connsiteY1" fmla="*/ 5538 h 6345"/>
                  <a:gd name="connsiteX2" fmla="*/ 6580 w 6343"/>
                  <a:gd name="connsiteY2" fmla="*/ 3295 h 6345"/>
                  <a:gd name="connsiteX3" fmla="*/ 5652 w 6343"/>
                  <a:gd name="connsiteY3" fmla="*/ 1051 h 6345"/>
                  <a:gd name="connsiteX4" fmla="*/ 3409 w 6343"/>
                  <a:gd name="connsiteY4" fmla="*/ 122 h 6345"/>
                  <a:gd name="connsiteX5" fmla="*/ 1166 w 6343"/>
                  <a:gd name="connsiteY5" fmla="*/ 1051 h 6345"/>
                  <a:gd name="connsiteX6" fmla="*/ 237 w 6343"/>
                  <a:gd name="connsiteY6" fmla="*/ 3295 h 6345"/>
                  <a:gd name="connsiteX7" fmla="*/ 1166 w 6343"/>
                  <a:gd name="connsiteY7" fmla="*/ 5538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0" y="6468"/>
                      <a:pt x="5057" y="6133"/>
                      <a:pt x="5652" y="5538"/>
                    </a:cubicBezTo>
                    <a:cubicBezTo>
                      <a:pt x="6246" y="4943"/>
                      <a:pt x="6580" y="4136"/>
                      <a:pt x="6580" y="3295"/>
                    </a:cubicBezTo>
                    <a:cubicBezTo>
                      <a:pt x="6580" y="2453"/>
                      <a:pt x="6246" y="1646"/>
                      <a:pt x="5652" y="1051"/>
                    </a:cubicBezTo>
                    <a:cubicBezTo>
                      <a:pt x="5057" y="456"/>
                      <a:pt x="4250" y="122"/>
                      <a:pt x="3409" y="122"/>
                    </a:cubicBezTo>
                    <a:cubicBezTo>
                      <a:pt x="2568" y="122"/>
                      <a:pt x="1761" y="456"/>
                      <a:pt x="1166" y="1051"/>
                    </a:cubicBezTo>
                    <a:cubicBezTo>
                      <a:pt x="572" y="1646"/>
                      <a:pt x="237" y="2453"/>
                      <a:pt x="237" y="3295"/>
                    </a:cubicBezTo>
                    <a:cubicBezTo>
                      <a:pt x="237" y="4136"/>
                      <a:pt x="572" y="4943"/>
                      <a:pt x="1166" y="5538"/>
                    </a:cubicBezTo>
                    <a:cubicBezTo>
                      <a:pt x="1761" y="6133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72" name="Freeform: Shape 8471">
                <a:extLst>
                  <a:ext uri="{FF2B5EF4-FFF2-40B4-BE49-F238E27FC236}">
                    <a16:creationId xmlns:a16="http://schemas.microsoft.com/office/drawing/2014/main" id="{4AB504EA-4BC0-3A00-CB87-F826E5B5B63C}"/>
                  </a:ext>
                </a:extLst>
              </p:cNvPr>
              <p:cNvSpPr/>
              <p:nvPr/>
            </p:nvSpPr>
            <p:spPr>
              <a:xfrm>
                <a:off x="9421564" y="5030294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2 w 6343"/>
                  <a:gd name="connsiteY1" fmla="*/ 5538 h 6345"/>
                  <a:gd name="connsiteX2" fmla="*/ 6581 w 6343"/>
                  <a:gd name="connsiteY2" fmla="*/ 3295 h 6345"/>
                  <a:gd name="connsiteX3" fmla="*/ 5652 w 6343"/>
                  <a:gd name="connsiteY3" fmla="*/ 1051 h 6345"/>
                  <a:gd name="connsiteX4" fmla="*/ 3409 w 6343"/>
                  <a:gd name="connsiteY4" fmla="*/ 122 h 6345"/>
                  <a:gd name="connsiteX5" fmla="*/ 1166 w 6343"/>
                  <a:gd name="connsiteY5" fmla="*/ 1051 h 6345"/>
                  <a:gd name="connsiteX6" fmla="*/ 237 w 6343"/>
                  <a:gd name="connsiteY6" fmla="*/ 3295 h 6345"/>
                  <a:gd name="connsiteX7" fmla="*/ 1166 w 6343"/>
                  <a:gd name="connsiteY7" fmla="*/ 5538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0" y="6468"/>
                      <a:pt x="5057" y="6133"/>
                      <a:pt x="5652" y="5538"/>
                    </a:cubicBezTo>
                    <a:cubicBezTo>
                      <a:pt x="6246" y="4943"/>
                      <a:pt x="6581" y="4136"/>
                      <a:pt x="6581" y="3295"/>
                    </a:cubicBezTo>
                    <a:cubicBezTo>
                      <a:pt x="6581" y="2453"/>
                      <a:pt x="6246" y="1646"/>
                      <a:pt x="5652" y="1051"/>
                    </a:cubicBezTo>
                    <a:cubicBezTo>
                      <a:pt x="5057" y="457"/>
                      <a:pt x="4250" y="122"/>
                      <a:pt x="3409" y="122"/>
                    </a:cubicBezTo>
                    <a:cubicBezTo>
                      <a:pt x="2568" y="122"/>
                      <a:pt x="1761" y="457"/>
                      <a:pt x="1166" y="1051"/>
                    </a:cubicBezTo>
                    <a:cubicBezTo>
                      <a:pt x="572" y="1646"/>
                      <a:pt x="237" y="2453"/>
                      <a:pt x="237" y="3295"/>
                    </a:cubicBezTo>
                    <a:cubicBezTo>
                      <a:pt x="237" y="4136"/>
                      <a:pt x="572" y="4943"/>
                      <a:pt x="1166" y="5538"/>
                    </a:cubicBezTo>
                    <a:cubicBezTo>
                      <a:pt x="1761" y="6133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73" name="Freeform: Shape 8472">
                <a:extLst>
                  <a:ext uri="{FF2B5EF4-FFF2-40B4-BE49-F238E27FC236}">
                    <a16:creationId xmlns:a16="http://schemas.microsoft.com/office/drawing/2014/main" id="{59791810-37BF-ADBD-D2AD-2670CF7DE8B5}"/>
                  </a:ext>
                </a:extLst>
              </p:cNvPr>
              <p:cNvSpPr/>
              <p:nvPr/>
            </p:nvSpPr>
            <p:spPr>
              <a:xfrm>
                <a:off x="9423197" y="5030346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2 w 6343"/>
                  <a:gd name="connsiteY1" fmla="*/ 5538 h 6345"/>
                  <a:gd name="connsiteX2" fmla="*/ 6581 w 6343"/>
                  <a:gd name="connsiteY2" fmla="*/ 3295 h 6345"/>
                  <a:gd name="connsiteX3" fmla="*/ 5652 w 6343"/>
                  <a:gd name="connsiteY3" fmla="*/ 1051 h 6345"/>
                  <a:gd name="connsiteX4" fmla="*/ 3409 w 6343"/>
                  <a:gd name="connsiteY4" fmla="*/ 122 h 6345"/>
                  <a:gd name="connsiteX5" fmla="*/ 1167 w 6343"/>
                  <a:gd name="connsiteY5" fmla="*/ 1051 h 6345"/>
                  <a:gd name="connsiteX6" fmla="*/ 238 w 6343"/>
                  <a:gd name="connsiteY6" fmla="*/ 3295 h 6345"/>
                  <a:gd name="connsiteX7" fmla="*/ 1167 w 6343"/>
                  <a:gd name="connsiteY7" fmla="*/ 5538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0" y="6468"/>
                      <a:pt x="5057" y="6133"/>
                      <a:pt x="5652" y="5538"/>
                    </a:cubicBezTo>
                    <a:cubicBezTo>
                      <a:pt x="6247" y="4943"/>
                      <a:pt x="6581" y="4136"/>
                      <a:pt x="6581" y="3295"/>
                    </a:cubicBezTo>
                    <a:cubicBezTo>
                      <a:pt x="6581" y="2453"/>
                      <a:pt x="6247" y="1646"/>
                      <a:pt x="5652" y="1051"/>
                    </a:cubicBezTo>
                    <a:cubicBezTo>
                      <a:pt x="5057" y="457"/>
                      <a:pt x="4250" y="122"/>
                      <a:pt x="3409" y="122"/>
                    </a:cubicBezTo>
                    <a:cubicBezTo>
                      <a:pt x="2568" y="122"/>
                      <a:pt x="1761" y="457"/>
                      <a:pt x="1167" y="1051"/>
                    </a:cubicBezTo>
                    <a:cubicBezTo>
                      <a:pt x="572" y="1646"/>
                      <a:pt x="238" y="2453"/>
                      <a:pt x="238" y="3295"/>
                    </a:cubicBezTo>
                    <a:cubicBezTo>
                      <a:pt x="238" y="4136"/>
                      <a:pt x="572" y="4943"/>
                      <a:pt x="1167" y="5538"/>
                    </a:cubicBezTo>
                    <a:cubicBezTo>
                      <a:pt x="1761" y="6133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74" name="Freeform: Shape 8473">
                <a:extLst>
                  <a:ext uri="{FF2B5EF4-FFF2-40B4-BE49-F238E27FC236}">
                    <a16:creationId xmlns:a16="http://schemas.microsoft.com/office/drawing/2014/main" id="{81E542F0-2CCB-CB22-55BD-7B28BEA40FCF}"/>
                  </a:ext>
                </a:extLst>
              </p:cNvPr>
              <p:cNvSpPr/>
              <p:nvPr/>
            </p:nvSpPr>
            <p:spPr>
              <a:xfrm>
                <a:off x="9424805" y="5030096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2 w 6343"/>
                  <a:gd name="connsiteY1" fmla="*/ 5538 h 6345"/>
                  <a:gd name="connsiteX2" fmla="*/ 6581 w 6343"/>
                  <a:gd name="connsiteY2" fmla="*/ 3295 h 6345"/>
                  <a:gd name="connsiteX3" fmla="*/ 5652 w 6343"/>
                  <a:gd name="connsiteY3" fmla="*/ 1051 h 6345"/>
                  <a:gd name="connsiteX4" fmla="*/ 3409 w 6343"/>
                  <a:gd name="connsiteY4" fmla="*/ 122 h 6345"/>
                  <a:gd name="connsiteX5" fmla="*/ 1167 w 6343"/>
                  <a:gd name="connsiteY5" fmla="*/ 1051 h 6345"/>
                  <a:gd name="connsiteX6" fmla="*/ 238 w 6343"/>
                  <a:gd name="connsiteY6" fmla="*/ 3295 h 6345"/>
                  <a:gd name="connsiteX7" fmla="*/ 1167 w 6343"/>
                  <a:gd name="connsiteY7" fmla="*/ 5538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0" y="6468"/>
                      <a:pt x="5057" y="6133"/>
                      <a:pt x="5652" y="5538"/>
                    </a:cubicBezTo>
                    <a:cubicBezTo>
                      <a:pt x="6247" y="4943"/>
                      <a:pt x="6581" y="4136"/>
                      <a:pt x="6581" y="3295"/>
                    </a:cubicBezTo>
                    <a:cubicBezTo>
                      <a:pt x="6581" y="2453"/>
                      <a:pt x="6247" y="1646"/>
                      <a:pt x="5652" y="1051"/>
                    </a:cubicBezTo>
                    <a:cubicBezTo>
                      <a:pt x="5057" y="456"/>
                      <a:pt x="4250" y="122"/>
                      <a:pt x="3409" y="122"/>
                    </a:cubicBezTo>
                    <a:cubicBezTo>
                      <a:pt x="2568" y="122"/>
                      <a:pt x="1761" y="456"/>
                      <a:pt x="1167" y="1051"/>
                    </a:cubicBezTo>
                    <a:cubicBezTo>
                      <a:pt x="572" y="1646"/>
                      <a:pt x="238" y="2453"/>
                      <a:pt x="238" y="3295"/>
                    </a:cubicBezTo>
                    <a:cubicBezTo>
                      <a:pt x="238" y="4136"/>
                      <a:pt x="572" y="4943"/>
                      <a:pt x="1167" y="5538"/>
                    </a:cubicBezTo>
                    <a:cubicBezTo>
                      <a:pt x="1761" y="6133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75" name="Freeform: Shape 8474">
                <a:extLst>
                  <a:ext uri="{FF2B5EF4-FFF2-40B4-BE49-F238E27FC236}">
                    <a16:creationId xmlns:a16="http://schemas.microsoft.com/office/drawing/2014/main" id="{77E1598C-12B8-F9D5-B33C-B2FCAEDC2CB1}"/>
                  </a:ext>
                </a:extLst>
              </p:cNvPr>
              <p:cNvSpPr/>
              <p:nvPr/>
            </p:nvSpPr>
            <p:spPr>
              <a:xfrm>
                <a:off x="9426446" y="5030294"/>
                <a:ext cx="6343" cy="6345"/>
              </a:xfrm>
              <a:custGeom>
                <a:avLst/>
                <a:gdLst>
                  <a:gd name="connsiteX0" fmla="*/ 3409 w 6343"/>
                  <a:gd name="connsiteY0" fmla="*/ 6468 h 6345"/>
                  <a:gd name="connsiteX1" fmla="*/ 5652 w 6343"/>
                  <a:gd name="connsiteY1" fmla="*/ 5538 h 6345"/>
                  <a:gd name="connsiteX2" fmla="*/ 6581 w 6343"/>
                  <a:gd name="connsiteY2" fmla="*/ 3295 h 6345"/>
                  <a:gd name="connsiteX3" fmla="*/ 5652 w 6343"/>
                  <a:gd name="connsiteY3" fmla="*/ 1051 h 6345"/>
                  <a:gd name="connsiteX4" fmla="*/ 3409 w 6343"/>
                  <a:gd name="connsiteY4" fmla="*/ 122 h 6345"/>
                  <a:gd name="connsiteX5" fmla="*/ 1167 w 6343"/>
                  <a:gd name="connsiteY5" fmla="*/ 1051 h 6345"/>
                  <a:gd name="connsiteX6" fmla="*/ 238 w 6343"/>
                  <a:gd name="connsiteY6" fmla="*/ 3295 h 6345"/>
                  <a:gd name="connsiteX7" fmla="*/ 1167 w 6343"/>
                  <a:gd name="connsiteY7" fmla="*/ 5538 h 6345"/>
                  <a:gd name="connsiteX8" fmla="*/ 340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8"/>
                    </a:moveTo>
                    <a:cubicBezTo>
                      <a:pt x="4251" y="6468"/>
                      <a:pt x="5057" y="6133"/>
                      <a:pt x="5652" y="5538"/>
                    </a:cubicBezTo>
                    <a:cubicBezTo>
                      <a:pt x="6247" y="4943"/>
                      <a:pt x="6581" y="4136"/>
                      <a:pt x="6581" y="3295"/>
                    </a:cubicBezTo>
                    <a:cubicBezTo>
                      <a:pt x="6581" y="2453"/>
                      <a:pt x="6247" y="1646"/>
                      <a:pt x="5652" y="1051"/>
                    </a:cubicBezTo>
                    <a:cubicBezTo>
                      <a:pt x="5057" y="457"/>
                      <a:pt x="4251" y="122"/>
                      <a:pt x="3409" y="122"/>
                    </a:cubicBezTo>
                    <a:cubicBezTo>
                      <a:pt x="2568" y="122"/>
                      <a:pt x="1762" y="457"/>
                      <a:pt x="1167" y="1051"/>
                    </a:cubicBezTo>
                    <a:cubicBezTo>
                      <a:pt x="572" y="1646"/>
                      <a:pt x="238" y="2453"/>
                      <a:pt x="238" y="3295"/>
                    </a:cubicBezTo>
                    <a:cubicBezTo>
                      <a:pt x="238" y="4136"/>
                      <a:pt x="572" y="4943"/>
                      <a:pt x="1167" y="5538"/>
                    </a:cubicBezTo>
                    <a:cubicBezTo>
                      <a:pt x="1762" y="6133"/>
                      <a:pt x="2568" y="6468"/>
                      <a:pt x="340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76" name="Freeform: Shape 8475">
                <a:extLst>
                  <a:ext uri="{FF2B5EF4-FFF2-40B4-BE49-F238E27FC236}">
                    <a16:creationId xmlns:a16="http://schemas.microsoft.com/office/drawing/2014/main" id="{7B62865B-7E73-F0EB-4FD1-0B4D25C041AA}"/>
                  </a:ext>
                </a:extLst>
              </p:cNvPr>
              <p:cNvSpPr/>
              <p:nvPr/>
            </p:nvSpPr>
            <p:spPr>
              <a:xfrm>
                <a:off x="9428075" y="5030377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2 w 6343"/>
                  <a:gd name="connsiteY1" fmla="*/ 5538 h 6345"/>
                  <a:gd name="connsiteX2" fmla="*/ 6581 w 6343"/>
                  <a:gd name="connsiteY2" fmla="*/ 3295 h 6345"/>
                  <a:gd name="connsiteX3" fmla="*/ 5652 w 6343"/>
                  <a:gd name="connsiteY3" fmla="*/ 1051 h 6345"/>
                  <a:gd name="connsiteX4" fmla="*/ 3410 w 6343"/>
                  <a:gd name="connsiteY4" fmla="*/ 122 h 6345"/>
                  <a:gd name="connsiteX5" fmla="*/ 1167 w 6343"/>
                  <a:gd name="connsiteY5" fmla="*/ 1051 h 6345"/>
                  <a:gd name="connsiteX6" fmla="*/ 238 w 6343"/>
                  <a:gd name="connsiteY6" fmla="*/ 3295 h 6345"/>
                  <a:gd name="connsiteX7" fmla="*/ 1167 w 6343"/>
                  <a:gd name="connsiteY7" fmla="*/ 5538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1" y="6468"/>
                      <a:pt x="5057" y="6133"/>
                      <a:pt x="5652" y="5538"/>
                    </a:cubicBezTo>
                    <a:cubicBezTo>
                      <a:pt x="6247" y="4943"/>
                      <a:pt x="6581" y="4136"/>
                      <a:pt x="6581" y="3295"/>
                    </a:cubicBezTo>
                    <a:cubicBezTo>
                      <a:pt x="6581" y="2453"/>
                      <a:pt x="6247" y="1646"/>
                      <a:pt x="5652" y="1051"/>
                    </a:cubicBezTo>
                    <a:cubicBezTo>
                      <a:pt x="5057" y="457"/>
                      <a:pt x="4251" y="122"/>
                      <a:pt x="3410" y="122"/>
                    </a:cubicBezTo>
                    <a:cubicBezTo>
                      <a:pt x="2568" y="122"/>
                      <a:pt x="1762" y="457"/>
                      <a:pt x="1167" y="1051"/>
                    </a:cubicBezTo>
                    <a:cubicBezTo>
                      <a:pt x="572" y="1646"/>
                      <a:pt x="238" y="2453"/>
                      <a:pt x="238" y="3295"/>
                    </a:cubicBezTo>
                    <a:cubicBezTo>
                      <a:pt x="238" y="4136"/>
                      <a:pt x="572" y="4943"/>
                      <a:pt x="1167" y="5538"/>
                    </a:cubicBezTo>
                    <a:cubicBezTo>
                      <a:pt x="1762" y="6133"/>
                      <a:pt x="2568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77" name="Freeform: Shape 8476">
                <a:extLst>
                  <a:ext uri="{FF2B5EF4-FFF2-40B4-BE49-F238E27FC236}">
                    <a16:creationId xmlns:a16="http://schemas.microsoft.com/office/drawing/2014/main" id="{CEC0AE8F-D91A-E44F-107E-BC71800DEEB3}"/>
                  </a:ext>
                </a:extLst>
              </p:cNvPr>
              <p:cNvSpPr/>
              <p:nvPr/>
            </p:nvSpPr>
            <p:spPr>
              <a:xfrm>
                <a:off x="9429703" y="5030470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2 w 6343"/>
                  <a:gd name="connsiteY1" fmla="*/ 5538 h 6345"/>
                  <a:gd name="connsiteX2" fmla="*/ 6581 w 6343"/>
                  <a:gd name="connsiteY2" fmla="*/ 3295 h 6345"/>
                  <a:gd name="connsiteX3" fmla="*/ 5652 w 6343"/>
                  <a:gd name="connsiteY3" fmla="*/ 1051 h 6345"/>
                  <a:gd name="connsiteX4" fmla="*/ 3410 w 6343"/>
                  <a:gd name="connsiteY4" fmla="*/ 122 h 6345"/>
                  <a:gd name="connsiteX5" fmla="*/ 1167 w 6343"/>
                  <a:gd name="connsiteY5" fmla="*/ 1051 h 6345"/>
                  <a:gd name="connsiteX6" fmla="*/ 238 w 6343"/>
                  <a:gd name="connsiteY6" fmla="*/ 3295 h 6345"/>
                  <a:gd name="connsiteX7" fmla="*/ 1167 w 6343"/>
                  <a:gd name="connsiteY7" fmla="*/ 5538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1" y="6468"/>
                      <a:pt x="5058" y="6133"/>
                      <a:pt x="5652" y="5538"/>
                    </a:cubicBezTo>
                    <a:cubicBezTo>
                      <a:pt x="6247" y="4943"/>
                      <a:pt x="6581" y="4136"/>
                      <a:pt x="6581" y="3295"/>
                    </a:cubicBezTo>
                    <a:cubicBezTo>
                      <a:pt x="6581" y="2454"/>
                      <a:pt x="6247" y="1646"/>
                      <a:pt x="5652" y="1051"/>
                    </a:cubicBezTo>
                    <a:cubicBezTo>
                      <a:pt x="5058" y="457"/>
                      <a:pt x="4251" y="122"/>
                      <a:pt x="3410" y="122"/>
                    </a:cubicBezTo>
                    <a:cubicBezTo>
                      <a:pt x="2569" y="122"/>
                      <a:pt x="1762" y="457"/>
                      <a:pt x="1167" y="1051"/>
                    </a:cubicBezTo>
                    <a:cubicBezTo>
                      <a:pt x="572" y="1646"/>
                      <a:pt x="238" y="2454"/>
                      <a:pt x="238" y="3295"/>
                    </a:cubicBezTo>
                    <a:cubicBezTo>
                      <a:pt x="238" y="4136"/>
                      <a:pt x="572" y="4943"/>
                      <a:pt x="1167" y="5538"/>
                    </a:cubicBezTo>
                    <a:cubicBezTo>
                      <a:pt x="1762" y="6133"/>
                      <a:pt x="2569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78" name="Freeform: Shape 8477">
                <a:extLst>
                  <a:ext uri="{FF2B5EF4-FFF2-40B4-BE49-F238E27FC236}">
                    <a16:creationId xmlns:a16="http://schemas.microsoft.com/office/drawing/2014/main" id="{627F5CAF-46C8-37CD-D42F-92C37A4CFA24}"/>
                  </a:ext>
                </a:extLst>
              </p:cNvPr>
              <p:cNvSpPr/>
              <p:nvPr/>
            </p:nvSpPr>
            <p:spPr>
              <a:xfrm>
                <a:off x="9431326" y="5030510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2 w 6343"/>
                  <a:gd name="connsiteY1" fmla="*/ 5538 h 6345"/>
                  <a:gd name="connsiteX2" fmla="*/ 6581 w 6343"/>
                  <a:gd name="connsiteY2" fmla="*/ 3295 h 6345"/>
                  <a:gd name="connsiteX3" fmla="*/ 5652 w 6343"/>
                  <a:gd name="connsiteY3" fmla="*/ 1051 h 6345"/>
                  <a:gd name="connsiteX4" fmla="*/ 3410 w 6343"/>
                  <a:gd name="connsiteY4" fmla="*/ 122 h 6345"/>
                  <a:gd name="connsiteX5" fmla="*/ 1167 w 6343"/>
                  <a:gd name="connsiteY5" fmla="*/ 1051 h 6345"/>
                  <a:gd name="connsiteX6" fmla="*/ 238 w 6343"/>
                  <a:gd name="connsiteY6" fmla="*/ 3295 h 6345"/>
                  <a:gd name="connsiteX7" fmla="*/ 1167 w 6343"/>
                  <a:gd name="connsiteY7" fmla="*/ 5538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1" y="6468"/>
                      <a:pt x="5058" y="6133"/>
                      <a:pt x="5652" y="5538"/>
                    </a:cubicBezTo>
                    <a:cubicBezTo>
                      <a:pt x="6247" y="4943"/>
                      <a:pt x="6581" y="4136"/>
                      <a:pt x="6581" y="3295"/>
                    </a:cubicBezTo>
                    <a:cubicBezTo>
                      <a:pt x="6581" y="2454"/>
                      <a:pt x="6247" y="1646"/>
                      <a:pt x="5652" y="1051"/>
                    </a:cubicBezTo>
                    <a:cubicBezTo>
                      <a:pt x="5058" y="457"/>
                      <a:pt x="4251" y="122"/>
                      <a:pt x="3410" y="122"/>
                    </a:cubicBezTo>
                    <a:cubicBezTo>
                      <a:pt x="2569" y="122"/>
                      <a:pt x="1762" y="457"/>
                      <a:pt x="1167" y="1051"/>
                    </a:cubicBezTo>
                    <a:cubicBezTo>
                      <a:pt x="572" y="1646"/>
                      <a:pt x="238" y="2454"/>
                      <a:pt x="238" y="3295"/>
                    </a:cubicBezTo>
                    <a:cubicBezTo>
                      <a:pt x="238" y="4136"/>
                      <a:pt x="572" y="4943"/>
                      <a:pt x="1167" y="5538"/>
                    </a:cubicBezTo>
                    <a:cubicBezTo>
                      <a:pt x="1762" y="6133"/>
                      <a:pt x="2569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79" name="Freeform: Shape 8478">
                <a:extLst>
                  <a:ext uri="{FF2B5EF4-FFF2-40B4-BE49-F238E27FC236}">
                    <a16:creationId xmlns:a16="http://schemas.microsoft.com/office/drawing/2014/main" id="{302C0239-18F7-2562-BF02-D31E48F1BCE9}"/>
                  </a:ext>
                </a:extLst>
              </p:cNvPr>
              <p:cNvSpPr/>
              <p:nvPr/>
            </p:nvSpPr>
            <p:spPr>
              <a:xfrm>
                <a:off x="9432939" y="5030372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3 w 6343"/>
                  <a:gd name="connsiteY1" fmla="*/ 5538 h 6345"/>
                  <a:gd name="connsiteX2" fmla="*/ 6581 w 6343"/>
                  <a:gd name="connsiteY2" fmla="*/ 3295 h 6345"/>
                  <a:gd name="connsiteX3" fmla="*/ 5653 w 6343"/>
                  <a:gd name="connsiteY3" fmla="*/ 1051 h 6345"/>
                  <a:gd name="connsiteX4" fmla="*/ 3410 w 6343"/>
                  <a:gd name="connsiteY4" fmla="*/ 122 h 6345"/>
                  <a:gd name="connsiteX5" fmla="*/ 1167 w 6343"/>
                  <a:gd name="connsiteY5" fmla="*/ 1051 h 6345"/>
                  <a:gd name="connsiteX6" fmla="*/ 238 w 6343"/>
                  <a:gd name="connsiteY6" fmla="*/ 3295 h 6345"/>
                  <a:gd name="connsiteX7" fmla="*/ 1167 w 6343"/>
                  <a:gd name="connsiteY7" fmla="*/ 5538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1" y="6468"/>
                      <a:pt x="5058" y="6133"/>
                      <a:pt x="5653" y="5538"/>
                    </a:cubicBezTo>
                    <a:cubicBezTo>
                      <a:pt x="6247" y="4943"/>
                      <a:pt x="6581" y="4136"/>
                      <a:pt x="6581" y="3295"/>
                    </a:cubicBezTo>
                    <a:cubicBezTo>
                      <a:pt x="6581" y="2453"/>
                      <a:pt x="6247" y="1646"/>
                      <a:pt x="5653" y="1051"/>
                    </a:cubicBezTo>
                    <a:cubicBezTo>
                      <a:pt x="5058" y="457"/>
                      <a:pt x="4251" y="122"/>
                      <a:pt x="3410" y="122"/>
                    </a:cubicBezTo>
                    <a:cubicBezTo>
                      <a:pt x="2569" y="122"/>
                      <a:pt x="1762" y="457"/>
                      <a:pt x="1167" y="1051"/>
                    </a:cubicBezTo>
                    <a:cubicBezTo>
                      <a:pt x="573" y="1646"/>
                      <a:pt x="238" y="2453"/>
                      <a:pt x="238" y="3295"/>
                    </a:cubicBezTo>
                    <a:cubicBezTo>
                      <a:pt x="238" y="4136"/>
                      <a:pt x="573" y="4943"/>
                      <a:pt x="1167" y="5538"/>
                    </a:cubicBezTo>
                    <a:cubicBezTo>
                      <a:pt x="1762" y="6133"/>
                      <a:pt x="2569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80" name="Freeform: Shape 8479">
                <a:extLst>
                  <a:ext uri="{FF2B5EF4-FFF2-40B4-BE49-F238E27FC236}">
                    <a16:creationId xmlns:a16="http://schemas.microsoft.com/office/drawing/2014/main" id="{BB29E558-6EEB-B3B6-2BE8-F4E9858F481D}"/>
                  </a:ext>
                </a:extLst>
              </p:cNvPr>
              <p:cNvSpPr/>
              <p:nvPr/>
            </p:nvSpPr>
            <p:spPr>
              <a:xfrm>
                <a:off x="9434556" y="5030307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3 w 6343"/>
                  <a:gd name="connsiteY1" fmla="*/ 5538 h 6345"/>
                  <a:gd name="connsiteX2" fmla="*/ 6582 w 6343"/>
                  <a:gd name="connsiteY2" fmla="*/ 3295 h 6345"/>
                  <a:gd name="connsiteX3" fmla="*/ 5653 w 6343"/>
                  <a:gd name="connsiteY3" fmla="*/ 1051 h 6345"/>
                  <a:gd name="connsiteX4" fmla="*/ 3410 w 6343"/>
                  <a:gd name="connsiteY4" fmla="*/ 122 h 6345"/>
                  <a:gd name="connsiteX5" fmla="*/ 1167 w 6343"/>
                  <a:gd name="connsiteY5" fmla="*/ 1051 h 6345"/>
                  <a:gd name="connsiteX6" fmla="*/ 238 w 6343"/>
                  <a:gd name="connsiteY6" fmla="*/ 3295 h 6345"/>
                  <a:gd name="connsiteX7" fmla="*/ 1167 w 6343"/>
                  <a:gd name="connsiteY7" fmla="*/ 5538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1" y="6468"/>
                      <a:pt x="5058" y="6133"/>
                      <a:pt x="5653" y="5538"/>
                    </a:cubicBezTo>
                    <a:cubicBezTo>
                      <a:pt x="6247" y="4943"/>
                      <a:pt x="6582" y="4136"/>
                      <a:pt x="6582" y="3295"/>
                    </a:cubicBezTo>
                    <a:cubicBezTo>
                      <a:pt x="6582" y="2453"/>
                      <a:pt x="6247" y="1646"/>
                      <a:pt x="5653" y="1051"/>
                    </a:cubicBezTo>
                    <a:cubicBezTo>
                      <a:pt x="5058" y="457"/>
                      <a:pt x="4251" y="122"/>
                      <a:pt x="3410" y="122"/>
                    </a:cubicBezTo>
                    <a:cubicBezTo>
                      <a:pt x="2569" y="122"/>
                      <a:pt x="1762" y="457"/>
                      <a:pt x="1167" y="1051"/>
                    </a:cubicBezTo>
                    <a:cubicBezTo>
                      <a:pt x="573" y="1646"/>
                      <a:pt x="238" y="2453"/>
                      <a:pt x="238" y="3295"/>
                    </a:cubicBezTo>
                    <a:cubicBezTo>
                      <a:pt x="238" y="4136"/>
                      <a:pt x="573" y="4943"/>
                      <a:pt x="1167" y="5538"/>
                    </a:cubicBezTo>
                    <a:cubicBezTo>
                      <a:pt x="1762" y="6133"/>
                      <a:pt x="2569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81" name="Freeform: Shape 8480">
                <a:extLst>
                  <a:ext uri="{FF2B5EF4-FFF2-40B4-BE49-F238E27FC236}">
                    <a16:creationId xmlns:a16="http://schemas.microsoft.com/office/drawing/2014/main" id="{1F150FE1-E61B-2D53-56DD-C4B033ACF92A}"/>
                  </a:ext>
                </a:extLst>
              </p:cNvPr>
              <p:cNvSpPr/>
              <p:nvPr/>
            </p:nvSpPr>
            <p:spPr>
              <a:xfrm>
                <a:off x="9436166" y="5030001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3 w 6343"/>
                  <a:gd name="connsiteY1" fmla="*/ 5538 h 6345"/>
                  <a:gd name="connsiteX2" fmla="*/ 6582 w 6343"/>
                  <a:gd name="connsiteY2" fmla="*/ 3295 h 6345"/>
                  <a:gd name="connsiteX3" fmla="*/ 5653 w 6343"/>
                  <a:gd name="connsiteY3" fmla="*/ 1051 h 6345"/>
                  <a:gd name="connsiteX4" fmla="*/ 3410 w 6343"/>
                  <a:gd name="connsiteY4" fmla="*/ 122 h 6345"/>
                  <a:gd name="connsiteX5" fmla="*/ 1168 w 6343"/>
                  <a:gd name="connsiteY5" fmla="*/ 1051 h 6345"/>
                  <a:gd name="connsiteX6" fmla="*/ 239 w 6343"/>
                  <a:gd name="connsiteY6" fmla="*/ 3295 h 6345"/>
                  <a:gd name="connsiteX7" fmla="*/ 1168 w 6343"/>
                  <a:gd name="connsiteY7" fmla="*/ 5538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1" y="6468"/>
                      <a:pt x="5058" y="6133"/>
                      <a:pt x="5653" y="5538"/>
                    </a:cubicBezTo>
                    <a:cubicBezTo>
                      <a:pt x="6248" y="4943"/>
                      <a:pt x="6582" y="4136"/>
                      <a:pt x="6582" y="3295"/>
                    </a:cubicBezTo>
                    <a:cubicBezTo>
                      <a:pt x="6582" y="2453"/>
                      <a:pt x="6248" y="1646"/>
                      <a:pt x="5653" y="1051"/>
                    </a:cubicBezTo>
                    <a:cubicBezTo>
                      <a:pt x="5058" y="456"/>
                      <a:pt x="4251" y="122"/>
                      <a:pt x="3410" y="122"/>
                    </a:cubicBezTo>
                    <a:cubicBezTo>
                      <a:pt x="2569" y="122"/>
                      <a:pt x="1762" y="456"/>
                      <a:pt x="1168" y="1051"/>
                    </a:cubicBezTo>
                    <a:cubicBezTo>
                      <a:pt x="573" y="1646"/>
                      <a:pt x="239" y="2453"/>
                      <a:pt x="239" y="3295"/>
                    </a:cubicBezTo>
                    <a:cubicBezTo>
                      <a:pt x="239" y="4136"/>
                      <a:pt x="573" y="4943"/>
                      <a:pt x="1168" y="5538"/>
                    </a:cubicBezTo>
                    <a:cubicBezTo>
                      <a:pt x="1762" y="6133"/>
                      <a:pt x="2569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82" name="Freeform: Shape 8481">
                <a:extLst>
                  <a:ext uri="{FF2B5EF4-FFF2-40B4-BE49-F238E27FC236}">
                    <a16:creationId xmlns:a16="http://schemas.microsoft.com/office/drawing/2014/main" id="{69CEA407-0C4D-BFA2-2C48-DCD18AA07893}"/>
                  </a:ext>
                </a:extLst>
              </p:cNvPr>
              <p:cNvSpPr/>
              <p:nvPr/>
            </p:nvSpPr>
            <p:spPr>
              <a:xfrm>
                <a:off x="9439414" y="5030359"/>
                <a:ext cx="6343" cy="6345"/>
              </a:xfrm>
              <a:custGeom>
                <a:avLst/>
                <a:gdLst>
                  <a:gd name="connsiteX0" fmla="*/ 3410 w 6343"/>
                  <a:gd name="connsiteY0" fmla="*/ 6468 h 6345"/>
                  <a:gd name="connsiteX1" fmla="*/ 5653 w 6343"/>
                  <a:gd name="connsiteY1" fmla="*/ 5538 h 6345"/>
                  <a:gd name="connsiteX2" fmla="*/ 6582 w 6343"/>
                  <a:gd name="connsiteY2" fmla="*/ 3295 h 6345"/>
                  <a:gd name="connsiteX3" fmla="*/ 5653 w 6343"/>
                  <a:gd name="connsiteY3" fmla="*/ 1051 h 6345"/>
                  <a:gd name="connsiteX4" fmla="*/ 3410 w 6343"/>
                  <a:gd name="connsiteY4" fmla="*/ 122 h 6345"/>
                  <a:gd name="connsiteX5" fmla="*/ 1168 w 6343"/>
                  <a:gd name="connsiteY5" fmla="*/ 1051 h 6345"/>
                  <a:gd name="connsiteX6" fmla="*/ 239 w 6343"/>
                  <a:gd name="connsiteY6" fmla="*/ 3295 h 6345"/>
                  <a:gd name="connsiteX7" fmla="*/ 1168 w 6343"/>
                  <a:gd name="connsiteY7" fmla="*/ 5538 h 6345"/>
                  <a:gd name="connsiteX8" fmla="*/ 341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8"/>
                    </a:moveTo>
                    <a:cubicBezTo>
                      <a:pt x="4252" y="6468"/>
                      <a:pt x="5058" y="6133"/>
                      <a:pt x="5653" y="5538"/>
                    </a:cubicBezTo>
                    <a:cubicBezTo>
                      <a:pt x="6248" y="4943"/>
                      <a:pt x="6582" y="4136"/>
                      <a:pt x="6582" y="3295"/>
                    </a:cubicBezTo>
                    <a:cubicBezTo>
                      <a:pt x="6582" y="2453"/>
                      <a:pt x="6248" y="1646"/>
                      <a:pt x="5653" y="1051"/>
                    </a:cubicBezTo>
                    <a:cubicBezTo>
                      <a:pt x="5058" y="457"/>
                      <a:pt x="4252" y="122"/>
                      <a:pt x="3410" y="122"/>
                    </a:cubicBezTo>
                    <a:cubicBezTo>
                      <a:pt x="2569" y="122"/>
                      <a:pt x="1763" y="457"/>
                      <a:pt x="1168" y="1051"/>
                    </a:cubicBezTo>
                    <a:cubicBezTo>
                      <a:pt x="573" y="1646"/>
                      <a:pt x="239" y="2453"/>
                      <a:pt x="239" y="3295"/>
                    </a:cubicBezTo>
                    <a:cubicBezTo>
                      <a:pt x="239" y="4136"/>
                      <a:pt x="573" y="4943"/>
                      <a:pt x="1168" y="5538"/>
                    </a:cubicBezTo>
                    <a:cubicBezTo>
                      <a:pt x="1763" y="6133"/>
                      <a:pt x="2569" y="6468"/>
                      <a:pt x="341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83" name="Freeform: Shape 8482">
                <a:extLst>
                  <a:ext uri="{FF2B5EF4-FFF2-40B4-BE49-F238E27FC236}">
                    <a16:creationId xmlns:a16="http://schemas.microsoft.com/office/drawing/2014/main" id="{37A2D3C8-7BDD-00F5-11B0-450F02B1911E}"/>
                  </a:ext>
                </a:extLst>
              </p:cNvPr>
              <p:cNvSpPr/>
              <p:nvPr/>
            </p:nvSpPr>
            <p:spPr>
              <a:xfrm>
                <a:off x="9441028" y="5030145"/>
                <a:ext cx="6343" cy="6345"/>
              </a:xfrm>
              <a:custGeom>
                <a:avLst/>
                <a:gdLst>
                  <a:gd name="connsiteX0" fmla="*/ 3411 w 6343"/>
                  <a:gd name="connsiteY0" fmla="*/ 6468 h 6345"/>
                  <a:gd name="connsiteX1" fmla="*/ 5653 w 6343"/>
                  <a:gd name="connsiteY1" fmla="*/ 5538 h 6345"/>
                  <a:gd name="connsiteX2" fmla="*/ 6582 w 6343"/>
                  <a:gd name="connsiteY2" fmla="*/ 3295 h 6345"/>
                  <a:gd name="connsiteX3" fmla="*/ 5653 w 6343"/>
                  <a:gd name="connsiteY3" fmla="*/ 1051 h 6345"/>
                  <a:gd name="connsiteX4" fmla="*/ 3411 w 6343"/>
                  <a:gd name="connsiteY4" fmla="*/ 122 h 6345"/>
                  <a:gd name="connsiteX5" fmla="*/ 1168 w 6343"/>
                  <a:gd name="connsiteY5" fmla="*/ 1051 h 6345"/>
                  <a:gd name="connsiteX6" fmla="*/ 239 w 6343"/>
                  <a:gd name="connsiteY6" fmla="*/ 3295 h 6345"/>
                  <a:gd name="connsiteX7" fmla="*/ 1168 w 6343"/>
                  <a:gd name="connsiteY7" fmla="*/ 5538 h 6345"/>
                  <a:gd name="connsiteX8" fmla="*/ 3411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68"/>
                    </a:moveTo>
                    <a:cubicBezTo>
                      <a:pt x="4252" y="6468"/>
                      <a:pt x="5058" y="6133"/>
                      <a:pt x="5653" y="5538"/>
                    </a:cubicBezTo>
                    <a:cubicBezTo>
                      <a:pt x="6248" y="4943"/>
                      <a:pt x="6582" y="4136"/>
                      <a:pt x="6582" y="3295"/>
                    </a:cubicBezTo>
                    <a:cubicBezTo>
                      <a:pt x="6582" y="2453"/>
                      <a:pt x="6248" y="1646"/>
                      <a:pt x="5653" y="1051"/>
                    </a:cubicBezTo>
                    <a:cubicBezTo>
                      <a:pt x="5058" y="456"/>
                      <a:pt x="4252" y="122"/>
                      <a:pt x="3411" y="122"/>
                    </a:cubicBezTo>
                    <a:cubicBezTo>
                      <a:pt x="2569" y="122"/>
                      <a:pt x="1763" y="456"/>
                      <a:pt x="1168" y="1051"/>
                    </a:cubicBezTo>
                    <a:cubicBezTo>
                      <a:pt x="573" y="1646"/>
                      <a:pt x="239" y="2453"/>
                      <a:pt x="239" y="3295"/>
                    </a:cubicBezTo>
                    <a:cubicBezTo>
                      <a:pt x="239" y="4136"/>
                      <a:pt x="573" y="4943"/>
                      <a:pt x="1168" y="5538"/>
                    </a:cubicBezTo>
                    <a:cubicBezTo>
                      <a:pt x="1763" y="6133"/>
                      <a:pt x="2569" y="6468"/>
                      <a:pt x="3411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84" name="Freeform: Shape 8483">
                <a:extLst>
                  <a:ext uri="{FF2B5EF4-FFF2-40B4-BE49-F238E27FC236}">
                    <a16:creationId xmlns:a16="http://schemas.microsoft.com/office/drawing/2014/main" id="{42105CDE-D4D9-C264-E58F-7473784933D9}"/>
                  </a:ext>
                </a:extLst>
              </p:cNvPr>
              <p:cNvSpPr/>
              <p:nvPr/>
            </p:nvSpPr>
            <p:spPr>
              <a:xfrm>
                <a:off x="9442643" y="5029565"/>
                <a:ext cx="6343" cy="6345"/>
              </a:xfrm>
              <a:custGeom>
                <a:avLst/>
                <a:gdLst>
                  <a:gd name="connsiteX0" fmla="*/ 3411 w 6343"/>
                  <a:gd name="connsiteY0" fmla="*/ 6468 h 6345"/>
                  <a:gd name="connsiteX1" fmla="*/ 5653 w 6343"/>
                  <a:gd name="connsiteY1" fmla="*/ 5538 h 6345"/>
                  <a:gd name="connsiteX2" fmla="*/ 6582 w 6343"/>
                  <a:gd name="connsiteY2" fmla="*/ 3295 h 6345"/>
                  <a:gd name="connsiteX3" fmla="*/ 5653 w 6343"/>
                  <a:gd name="connsiteY3" fmla="*/ 1051 h 6345"/>
                  <a:gd name="connsiteX4" fmla="*/ 3411 w 6343"/>
                  <a:gd name="connsiteY4" fmla="*/ 122 h 6345"/>
                  <a:gd name="connsiteX5" fmla="*/ 1168 w 6343"/>
                  <a:gd name="connsiteY5" fmla="*/ 1051 h 6345"/>
                  <a:gd name="connsiteX6" fmla="*/ 239 w 6343"/>
                  <a:gd name="connsiteY6" fmla="*/ 3295 h 6345"/>
                  <a:gd name="connsiteX7" fmla="*/ 1168 w 6343"/>
                  <a:gd name="connsiteY7" fmla="*/ 5538 h 6345"/>
                  <a:gd name="connsiteX8" fmla="*/ 3411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68"/>
                    </a:moveTo>
                    <a:cubicBezTo>
                      <a:pt x="4252" y="6468"/>
                      <a:pt x="5059" y="6133"/>
                      <a:pt x="5653" y="5538"/>
                    </a:cubicBezTo>
                    <a:cubicBezTo>
                      <a:pt x="6248" y="4943"/>
                      <a:pt x="6582" y="4136"/>
                      <a:pt x="6582" y="3295"/>
                    </a:cubicBezTo>
                    <a:cubicBezTo>
                      <a:pt x="6582" y="2453"/>
                      <a:pt x="6248" y="1646"/>
                      <a:pt x="5653" y="1051"/>
                    </a:cubicBezTo>
                    <a:cubicBezTo>
                      <a:pt x="5059" y="456"/>
                      <a:pt x="4252" y="122"/>
                      <a:pt x="3411" y="122"/>
                    </a:cubicBezTo>
                    <a:cubicBezTo>
                      <a:pt x="2570" y="122"/>
                      <a:pt x="1763" y="456"/>
                      <a:pt x="1168" y="1051"/>
                    </a:cubicBezTo>
                    <a:cubicBezTo>
                      <a:pt x="573" y="1646"/>
                      <a:pt x="239" y="2453"/>
                      <a:pt x="239" y="3295"/>
                    </a:cubicBezTo>
                    <a:cubicBezTo>
                      <a:pt x="239" y="4136"/>
                      <a:pt x="573" y="4943"/>
                      <a:pt x="1168" y="5538"/>
                    </a:cubicBezTo>
                    <a:cubicBezTo>
                      <a:pt x="1763" y="6133"/>
                      <a:pt x="2570" y="6468"/>
                      <a:pt x="3411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85" name="Freeform: Shape 8484">
                <a:extLst>
                  <a:ext uri="{FF2B5EF4-FFF2-40B4-BE49-F238E27FC236}">
                    <a16:creationId xmlns:a16="http://schemas.microsoft.com/office/drawing/2014/main" id="{2632A869-212E-C84F-FDD4-A8DBC6022C91}"/>
                  </a:ext>
                </a:extLst>
              </p:cNvPr>
              <p:cNvSpPr/>
              <p:nvPr/>
            </p:nvSpPr>
            <p:spPr>
              <a:xfrm>
                <a:off x="9444265" y="5028744"/>
                <a:ext cx="6343" cy="6345"/>
              </a:xfrm>
              <a:custGeom>
                <a:avLst/>
                <a:gdLst>
                  <a:gd name="connsiteX0" fmla="*/ 3411 w 6343"/>
                  <a:gd name="connsiteY0" fmla="*/ 6467 h 6345"/>
                  <a:gd name="connsiteX1" fmla="*/ 5653 w 6343"/>
                  <a:gd name="connsiteY1" fmla="*/ 5538 h 6345"/>
                  <a:gd name="connsiteX2" fmla="*/ 6582 w 6343"/>
                  <a:gd name="connsiteY2" fmla="*/ 3295 h 6345"/>
                  <a:gd name="connsiteX3" fmla="*/ 5653 w 6343"/>
                  <a:gd name="connsiteY3" fmla="*/ 1051 h 6345"/>
                  <a:gd name="connsiteX4" fmla="*/ 3411 w 6343"/>
                  <a:gd name="connsiteY4" fmla="*/ 122 h 6345"/>
                  <a:gd name="connsiteX5" fmla="*/ 1168 w 6343"/>
                  <a:gd name="connsiteY5" fmla="*/ 1051 h 6345"/>
                  <a:gd name="connsiteX6" fmla="*/ 239 w 6343"/>
                  <a:gd name="connsiteY6" fmla="*/ 3295 h 6345"/>
                  <a:gd name="connsiteX7" fmla="*/ 1168 w 6343"/>
                  <a:gd name="connsiteY7" fmla="*/ 5538 h 6345"/>
                  <a:gd name="connsiteX8" fmla="*/ 3411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67"/>
                    </a:moveTo>
                    <a:cubicBezTo>
                      <a:pt x="4252" y="6467"/>
                      <a:pt x="5059" y="6133"/>
                      <a:pt x="5653" y="5538"/>
                    </a:cubicBezTo>
                    <a:cubicBezTo>
                      <a:pt x="6248" y="4943"/>
                      <a:pt x="6582" y="4136"/>
                      <a:pt x="6582" y="3295"/>
                    </a:cubicBezTo>
                    <a:cubicBezTo>
                      <a:pt x="6582" y="2453"/>
                      <a:pt x="6248" y="1646"/>
                      <a:pt x="5653" y="1051"/>
                    </a:cubicBezTo>
                    <a:cubicBezTo>
                      <a:pt x="5059" y="456"/>
                      <a:pt x="4252" y="122"/>
                      <a:pt x="3411" y="122"/>
                    </a:cubicBezTo>
                    <a:cubicBezTo>
                      <a:pt x="2570" y="122"/>
                      <a:pt x="1763" y="456"/>
                      <a:pt x="1168" y="1051"/>
                    </a:cubicBezTo>
                    <a:cubicBezTo>
                      <a:pt x="573" y="1646"/>
                      <a:pt x="239" y="2453"/>
                      <a:pt x="239" y="3295"/>
                    </a:cubicBezTo>
                    <a:cubicBezTo>
                      <a:pt x="239" y="4136"/>
                      <a:pt x="573" y="4943"/>
                      <a:pt x="1168" y="5538"/>
                    </a:cubicBezTo>
                    <a:cubicBezTo>
                      <a:pt x="1763" y="6133"/>
                      <a:pt x="2570" y="6467"/>
                      <a:pt x="3411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86" name="Freeform: Shape 8485">
                <a:extLst>
                  <a:ext uri="{FF2B5EF4-FFF2-40B4-BE49-F238E27FC236}">
                    <a16:creationId xmlns:a16="http://schemas.microsoft.com/office/drawing/2014/main" id="{4EFDE110-DAB7-C9AF-E3E5-B97B155CDEAF}"/>
                  </a:ext>
                </a:extLst>
              </p:cNvPr>
              <p:cNvSpPr/>
              <p:nvPr/>
            </p:nvSpPr>
            <p:spPr>
              <a:xfrm>
                <a:off x="9450777" y="5028633"/>
                <a:ext cx="6343" cy="6345"/>
              </a:xfrm>
              <a:custGeom>
                <a:avLst/>
                <a:gdLst>
                  <a:gd name="connsiteX0" fmla="*/ 3411 w 6343"/>
                  <a:gd name="connsiteY0" fmla="*/ 6467 h 6345"/>
                  <a:gd name="connsiteX1" fmla="*/ 5654 w 6343"/>
                  <a:gd name="connsiteY1" fmla="*/ 5538 h 6345"/>
                  <a:gd name="connsiteX2" fmla="*/ 6583 w 6343"/>
                  <a:gd name="connsiteY2" fmla="*/ 3295 h 6345"/>
                  <a:gd name="connsiteX3" fmla="*/ 5654 w 6343"/>
                  <a:gd name="connsiteY3" fmla="*/ 1051 h 6345"/>
                  <a:gd name="connsiteX4" fmla="*/ 3411 w 6343"/>
                  <a:gd name="connsiteY4" fmla="*/ 122 h 6345"/>
                  <a:gd name="connsiteX5" fmla="*/ 1169 w 6343"/>
                  <a:gd name="connsiteY5" fmla="*/ 1051 h 6345"/>
                  <a:gd name="connsiteX6" fmla="*/ 240 w 6343"/>
                  <a:gd name="connsiteY6" fmla="*/ 3295 h 6345"/>
                  <a:gd name="connsiteX7" fmla="*/ 1169 w 6343"/>
                  <a:gd name="connsiteY7" fmla="*/ 5538 h 6345"/>
                  <a:gd name="connsiteX8" fmla="*/ 3411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67"/>
                    </a:moveTo>
                    <a:cubicBezTo>
                      <a:pt x="4252" y="6467"/>
                      <a:pt x="5059" y="6133"/>
                      <a:pt x="5654" y="5538"/>
                    </a:cubicBezTo>
                    <a:cubicBezTo>
                      <a:pt x="6249" y="4943"/>
                      <a:pt x="6583" y="4136"/>
                      <a:pt x="6583" y="3295"/>
                    </a:cubicBezTo>
                    <a:cubicBezTo>
                      <a:pt x="6583" y="2453"/>
                      <a:pt x="6249" y="1646"/>
                      <a:pt x="5654" y="1051"/>
                    </a:cubicBezTo>
                    <a:cubicBezTo>
                      <a:pt x="5059" y="456"/>
                      <a:pt x="4252" y="122"/>
                      <a:pt x="3411" y="122"/>
                    </a:cubicBezTo>
                    <a:cubicBezTo>
                      <a:pt x="2570" y="122"/>
                      <a:pt x="1763" y="456"/>
                      <a:pt x="1169" y="1051"/>
                    </a:cubicBezTo>
                    <a:cubicBezTo>
                      <a:pt x="574" y="1646"/>
                      <a:pt x="240" y="2453"/>
                      <a:pt x="240" y="3295"/>
                    </a:cubicBezTo>
                    <a:cubicBezTo>
                      <a:pt x="240" y="4136"/>
                      <a:pt x="574" y="4943"/>
                      <a:pt x="1169" y="5538"/>
                    </a:cubicBezTo>
                    <a:cubicBezTo>
                      <a:pt x="1763" y="6133"/>
                      <a:pt x="2570" y="6467"/>
                      <a:pt x="3411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87" name="Freeform: Shape 8486">
                <a:extLst>
                  <a:ext uri="{FF2B5EF4-FFF2-40B4-BE49-F238E27FC236}">
                    <a16:creationId xmlns:a16="http://schemas.microsoft.com/office/drawing/2014/main" id="{FAC36C36-06E7-55A9-5CD0-B94AC9650EF1}"/>
                  </a:ext>
                </a:extLst>
              </p:cNvPr>
              <p:cNvSpPr/>
              <p:nvPr/>
            </p:nvSpPr>
            <p:spPr>
              <a:xfrm>
                <a:off x="9452336" y="5030934"/>
                <a:ext cx="6343" cy="6345"/>
              </a:xfrm>
              <a:custGeom>
                <a:avLst/>
                <a:gdLst>
                  <a:gd name="connsiteX0" fmla="*/ 3411 w 6343"/>
                  <a:gd name="connsiteY0" fmla="*/ 6468 h 6345"/>
                  <a:gd name="connsiteX1" fmla="*/ 5654 w 6343"/>
                  <a:gd name="connsiteY1" fmla="*/ 5538 h 6345"/>
                  <a:gd name="connsiteX2" fmla="*/ 6583 w 6343"/>
                  <a:gd name="connsiteY2" fmla="*/ 3295 h 6345"/>
                  <a:gd name="connsiteX3" fmla="*/ 5654 w 6343"/>
                  <a:gd name="connsiteY3" fmla="*/ 1052 h 6345"/>
                  <a:gd name="connsiteX4" fmla="*/ 3411 w 6343"/>
                  <a:gd name="connsiteY4" fmla="*/ 122 h 6345"/>
                  <a:gd name="connsiteX5" fmla="*/ 1169 w 6343"/>
                  <a:gd name="connsiteY5" fmla="*/ 1052 h 6345"/>
                  <a:gd name="connsiteX6" fmla="*/ 240 w 6343"/>
                  <a:gd name="connsiteY6" fmla="*/ 3295 h 6345"/>
                  <a:gd name="connsiteX7" fmla="*/ 1169 w 6343"/>
                  <a:gd name="connsiteY7" fmla="*/ 5538 h 6345"/>
                  <a:gd name="connsiteX8" fmla="*/ 3411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68"/>
                    </a:moveTo>
                    <a:cubicBezTo>
                      <a:pt x="4253" y="6468"/>
                      <a:pt x="5059" y="6133"/>
                      <a:pt x="5654" y="5538"/>
                    </a:cubicBezTo>
                    <a:cubicBezTo>
                      <a:pt x="6249" y="4943"/>
                      <a:pt x="6583" y="4136"/>
                      <a:pt x="6583" y="3295"/>
                    </a:cubicBezTo>
                    <a:cubicBezTo>
                      <a:pt x="6583" y="2454"/>
                      <a:pt x="6249" y="1646"/>
                      <a:pt x="5654" y="1052"/>
                    </a:cubicBezTo>
                    <a:cubicBezTo>
                      <a:pt x="5059" y="457"/>
                      <a:pt x="4253" y="122"/>
                      <a:pt x="3411" y="122"/>
                    </a:cubicBezTo>
                    <a:cubicBezTo>
                      <a:pt x="2570" y="122"/>
                      <a:pt x="1764" y="457"/>
                      <a:pt x="1169" y="1052"/>
                    </a:cubicBezTo>
                    <a:cubicBezTo>
                      <a:pt x="574" y="1646"/>
                      <a:pt x="240" y="2454"/>
                      <a:pt x="240" y="3295"/>
                    </a:cubicBezTo>
                    <a:cubicBezTo>
                      <a:pt x="240" y="4136"/>
                      <a:pt x="574" y="4943"/>
                      <a:pt x="1169" y="5538"/>
                    </a:cubicBezTo>
                    <a:cubicBezTo>
                      <a:pt x="1764" y="6133"/>
                      <a:pt x="2570" y="6468"/>
                      <a:pt x="3411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88" name="Freeform: Shape 8487">
                <a:extLst>
                  <a:ext uri="{FF2B5EF4-FFF2-40B4-BE49-F238E27FC236}">
                    <a16:creationId xmlns:a16="http://schemas.microsoft.com/office/drawing/2014/main" id="{D5AC19BF-BDC6-D5BA-074A-008C5708FC4B}"/>
                  </a:ext>
                </a:extLst>
              </p:cNvPr>
              <p:cNvSpPr/>
              <p:nvPr/>
            </p:nvSpPr>
            <p:spPr>
              <a:xfrm>
                <a:off x="9453938" y="5031301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4 w 6343"/>
                  <a:gd name="connsiteY1" fmla="*/ 5538 h 6345"/>
                  <a:gd name="connsiteX2" fmla="*/ 6583 w 6343"/>
                  <a:gd name="connsiteY2" fmla="*/ 3295 h 6345"/>
                  <a:gd name="connsiteX3" fmla="*/ 5654 w 6343"/>
                  <a:gd name="connsiteY3" fmla="*/ 1052 h 6345"/>
                  <a:gd name="connsiteX4" fmla="*/ 3412 w 6343"/>
                  <a:gd name="connsiteY4" fmla="*/ 122 h 6345"/>
                  <a:gd name="connsiteX5" fmla="*/ 1169 w 6343"/>
                  <a:gd name="connsiteY5" fmla="*/ 1052 h 6345"/>
                  <a:gd name="connsiteX6" fmla="*/ 240 w 6343"/>
                  <a:gd name="connsiteY6" fmla="*/ 3295 h 6345"/>
                  <a:gd name="connsiteX7" fmla="*/ 1169 w 6343"/>
                  <a:gd name="connsiteY7" fmla="*/ 5538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3" y="6468"/>
                      <a:pt x="5059" y="6133"/>
                      <a:pt x="5654" y="5538"/>
                    </a:cubicBezTo>
                    <a:cubicBezTo>
                      <a:pt x="6249" y="4943"/>
                      <a:pt x="6583" y="4136"/>
                      <a:pt x="6583" y="3295"/>
                    </a:cubicBezTo>
                    <a:cubicBezTo>
                      <a:pt x="6583" y="2454"/>
                      <a:pt x="6249" y="1647"/>
                      <a:pt x="5654" y="1052"/>
                    </a:cubicBezTo>
                    <a:cubicBezTo>
                      <a:pt x="5059" y="457"/>
                      <a:pt x="4253" y="122"/>
                      <a:pt x="3412" y="122"/>
                    </a:cubicBezTo>
                    <a:cubicBezTo>
                      <a:pt x="2570" y="122"/>
                      <a:pt x="1764" y="457"/>
                      <a:pt x="1169" y="1052"/>
                    </a:cubicBezTo>
                    <a:cubicBezTo>
                      <a:pt x="574" y="1647"/>
                      <a:pt x="240" y="2454"/>
                      <a:pt x="240" y="3295"/>
                    </a:cubicBezTo>
                    <a:cubicBezTo>
                      <a:pt x="240" y="4136"/>
                      <a:pt x="574" y="4943"/>
                      <a:pt x="1169" y="5538"/>
                    </a:cubicBezTo>
                    <a:cubicBezTo>
                      <a:pt x="1764" y="6133"/>
                      <a:pt x="2570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89" name="Freeform: Shape 8488">
                <a:extLst>
                  <a:ext uri="{FF2B5EF4-FFF2-40B4-BE49-F238E27FC236}">
                    <a16:creationId xmlns:a16="http://schemas.microsoft.com/office/drawing/2014/main" id="{0F35044F-96D8-EE26-B733-FD306CB9A4D8}"/>
                  </a:ext>
                </a:extLst>
              </p:cNvPr>
              <p:cNvSpPr/>
              <p:nvPr/>
            </p:nvSpPr>
            <p:spPr>
              <a:xfrm>
                <a:off x="9455557" y="5031177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4 w 6343"/>
                  <a:gd name="connsiteY1" fmla="*/ 5538 h 6345"/>
                  <a:gd name="connsiteX2" fmla="*/ 6583 w 6343"/>
                  <a:gd name="connsiteY2" fmla="*/ 3295 h 6345"/>
                  <a:gd name="connsiteX3" fmla="*/ 5654 w 6343"/>
                  <a:gd name="connsiteY3" fmla="*/ 1052 h 6345"/>
                  <a:gd name="connsiteX4" fmla="*/ 3412 w 6343"/>
                  <a:gd name="connsiteY4" fmla="*/ 122 h 6345"/>
                  <a:gd name="connsiteX5" fmla="*/ 1169 w 6343"/>
                  <a:gd name="connsiteY5" fmla="*/ 1052 h 6345"/>
                  <a:gd name="connsiteX6" fmla="*/ 240 w 6343"/>
                  <a:gd name="connsiteY6" fmla="*/ 3295 h 6345"/>
                  <a:gd name="connsiteX7" fmla="*/ 1169 w 6343"/>
                  <a:gd name="connsiteY7" fmla="*/ 5538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3" y="6468"/>
                      <a:pt x="5060" y="6133"/>
                      <a:pt x="5654" y="5538"/>
                    </a:cubicBezTo>
                    <a:cubicBezTo>
                      <a:pt x="6249" y="4943"/>
                      <a:pt x="6583" y="4136"/>
                      <a:pt x="6583" y="3295"/>
                    </a:cubicBezTo>
                    <a:cubicBezTo>
                      <a:pt x="6583" y="2454"/>
                      <a:pt x="6249" y="1647"/>
                      <a:pt x="5654" y="1052"/>
                    </a:cubicBezTo>
                    <a:cubicBezTo>
                      <a:pt x="5060" y="457"/>
                      <a:pt x="4253" y="122"/>
                      <a:pt x="3412" y="122"/>
                    </a:cubicBezTo>
                    <a:cubicBezTo>
                      <a:pt x="2571" y="122"/>
                      <a:pt x="1764" y="457"/>
                      <a:pt x="1169" y="1052"/>
                    </a:cubicBezTo>
                    <a:cubicBezTo>
                      <a:pt x="574" y="1647"/>
                      <a:pt x="240" y="2454"/>
                      <a:pt x="240" y="3295"/>
                    </a:cubicBezTo>
                    <a:cubicBezTo>
                      <a:pt x="240" y="4136"/>
                      <a:pt x="574" y="4943"/>
                      <a:pt x="1169" y="5538"/>
                    </a:cubicBezTo>
                    <a:cubicBezTo>
                      <a:pt x="1764" y="6133"/>
                      <a:pt x="2571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90" name="Freeform: Shape 8489">
                <a:extLst>
                  <a:ext uri="{FF2B5EF4-FFF2-40B4-BE49-F238E27FC236}">
                    <a16:creationId xmlns:a16="http://schemas.microsoft.com/office/drawing/2014/main" id="{560FBC6E-C188-0897-D250-99F37BAF4018}"/>
                  </a:ext>
                </a:extLst>
              </p:cNvPr>
              <p:cNvSpPr/>
              <p:nvPr/>
            </p:nvSpPr>
            <p:spPr>
              <a:xfrm>
                <a:off x="9457156" y="5031501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4 w 6343"/>
                  <a:gd name="connsiteY1" fmla="*/ 5538 h 6345"/>
                  <a:gd name="connsiteX2" fmla="*/ 6583 w 6343"/>
                  <a:gd name="connsiteY2" fmla="*/ 3295 h 6345"/>
                  <a:gd name="connsiteX3" fmla="*/ 5654 w 6343"/>
                  <a:gd name="connsiteY3" fmla="*/ 1052 h 6345"/>
                  <a:gd name="connsiteX4" fmla="*/ 3412 w 6343"/>
                  <a:gd name="connsiteY4" fmla="*/ 122 h 6345"/>
                  <a:gd name="connsiteX5" fmla="*/ 1169 w 6343"/>
                  <a:gd name="connsiteY5" fmla="*/ 1052 h 6345"/>
                  <a:gd name="connsiteX6" fmla="*/ 240 w 6343"/>
                  <a:gd name="connsiteY6" fmla="*/ 3295 h 6345"/>
                  <a:gd name="connsiteX7" fmla="*/ 1169 w 6343"/>
                  <a:gd name="connsiteY7" fmla="*/ 5538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3" y="6468"/>
                      <a:pt x="5060" y="6133"/>
                      <a:pt x="5654" y="5538"/>
                    </a:cubicBezTo>
                    <a:cubicBezTo>
                      <a:pt x="6249" y="4943"/>
                      <a:pt x="6583" y="4136"/>
                      <a:pt x="6583" y="3295"/>
                    </a:cubicBezTo>
                    <a:cubicBezTo>
                      <a:pt x="6583" y="2454"/>
                      <a:pt x="6249" y="1647"/>
                      <a:pt x="5654" y="1052"/>
                    </a:cubicBezTo>
                    <a:cubicBezTo>
                      <a:pt x="5060" y="457"/>
                      <a:pt x="4253" y="122"/>
                      <a:pt x="3412" y="122"/>
                    </a:cubicBezTo>
                    <a:cubicBezTo>
                      <a:pt x="2571" y="122"/>
                      <a:pt x="1764" y="457"/>
                      <a:pt x="1169" y="1052"/>
                    </a:cubicBezTo>
                    <a:cubicBezTo>
                      <a:pt x="574" y="1647"/>
                      <a:pt x="240" y="2454"/>
                      <a:pt x="240" y="3295"/>
                    </a:cubicBezTo>
                    <a:cubicBezTo>
                      <a:pt x="240" y="4136"/>
                      <a:pt x="574" y="4943"/>
                      <a:pt x="1169" y="5538"/>
                    </a:cubicBezTo>
                    <a:cubicBezTo>
                      <a:pt x="1764" y="6133"/>
                      <a:pt x="2571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91" name="Freeform: Shape 8490">
                <a:extLst>
                  <a:ext uri="{FF2B5EF4-FFF2-40B4-BE49-F238E27FC236}">
                    <a16:creationId xmlns:a16="http://schemas.microsoft.com/office/drawing/2014/main" id="{E8FC7B64-BD75-0943-C79F-FE57C8DE8F37}"/>
                  </a:ext>
                </a:extLst>
              </p:cNvPr>
              <p:cNvSpPr/>
              <p:nvPr/>
            </p:nvSpPr>
            <p:spPr>
              <a:xfrm>
                <a:off x="9458794" y="5031083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5 w 6343"/>
                  <a:gd name="connsiteY1" fmla="*/ 5538 h 6345"/>
                  <a:gd name="connsiteX2" fmla="*/ 6584 w 6343"/>
                  <a:gd name="connsiteY2" fmla="*/ 3295 h 6345"/>
                  <a:gd name="connsiteX3" fmla="*/ 5655 w 6343"/>
                  <a:gd name="connsiteY3" fmla="*/ 1052 h 6345"/>
                  <a:gd name="connsiteX4" fmla="*/ 3412 w 6343"/>
                  <a:gd name="connsiteY4" fmla="*/ 122 h 6345"/>
                  <a:gd name="connsiteX5" fmla="*/ 1169 w 6343"/>
                  <a:gd name="connsiteY5" fmla="*/ 1052 h 6345"/>
                  <a:gd name="connsiteX6" fmla="*/ 240 w 6343"/>
                  <a:gd name="connsiteY6" fmla="*/ 3295 h 6345"/>
                  <a:gd name="connsiteX7" fmla="*/ 1169 w 6343"/>
                  <a:gd name="connsiteY7" fmla="*/ 5538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3" y="6468"/>
                      <a:pt x="5060" y="6133"/>
                      <a:pt x="5655" y="5538"/>
                    </a:cubicBezTo>
                    <a:cubicBezTo>
                      <a:pt x="6249" y="4943"/>
                      <a:pt x="6584" y="4136"/>
                      <a:pt x="6584" y="3295"/>
                    </a:cubicBezTo>
                    <a:cubicBezTo>
                      <a:pt x="6584" y="2454"/>
                      <a:pt x="6249" y="1646"/>
                      <a:pt x="5655" y="1052"/>
                    </a:cubicBezTo>
                    <a:cubicBezTo>
                      <a:pt x="5060" y="457"/>
                      <a:pt x="4253" y="122"/>
                      <a:pt x="3412" y="122"/>
                    </a:cubicBezTo>
                    <a:cubicBezTo>
                      <a:pt x="2571" y="122"/>
                      <a:pt x="1764" y="457"/>
                      <a:pt x="1169" y="1052"/>
                    </a:cubicBezTo>
                    <a:cubicBezTo>
                      <a:pt x="575" y="1646"/>
                      <a:pt x="240" y="2454"/>
                      <a:pt x="240" y="3295"/>
                    </a:cubicBezTo>
                    <a:cubicBezTo>
                      <a:pt x="240" y="4136"/>
                      <a:pt x="575" y="4943"/>
                      <a:pt x="1169" y="5538"/>
                    </a:cubicBezTo>
                    <a:cubicBezTo>
                      <a:pt x="1764" y="6133"/>
                      <a:pt x="2571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92" name="Freeform: Shape 8491">
                <a:extLst>
                  <a:ext uri="{FF2B5EF4-FFF2-40B4-BE49-F238E27FC236}">
                    <a16:creationId xmlns:a16="http://schemas.microsoft.com/office/drawing/2014/main" id="{6C40F014-7CE0-A6F1-E08B-E46F1BE748F7}"/>
                  </a:ext>
                </a:extLst>
              </p:cNvPr>
              <p:cNvSpPr/>
              <p:nvPr/>
            </p:nvSpPr>
            <p:spPr>
              <a:xfrm>
                <a:off x="9460464" y="5030238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5 w 6343"/>
                  <a:gd name="connsiteY1" fmla="*/ 5538 h 6345"/>
                  <a:gd name="connsiteX2" fmla="*/ 6584 w 6343"/>
                  <a:gd name="connsiteY2" fmla="*/ 3295 h 6345"/>
                  <a:gd name="connsiteX3" fmla="*/ 5655 w 6343"/>
                  <a:gd name="connsiteY3" fmla="*/ 1051 h 6345"/>
                  <a:gd name="connsiteX4" fmla="*/ 3412 w 6343"/>
                  <a:gd name="connsiteY4" fmla="*/ 122 h 6345"/>
                  <a:gd name="connsiteX5" fmla="*/ 1169 w 6343"/>
                  <a:gd name="connsiteY5" fmla="*/ 1051 h 6345"/>
                  <a:gd name="connsiteX6" fmla="*/ 241 w 6343"/>
                  <a:gd name="connsiteY6" fmla="*/ 3295 h 6345"/>
                  <a:gd name="connsiteX7" fmla="*/ 1169 w 6343"/>
                  <a:gd name="connsiteY7" fmla="*/ 5538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3" y="6468"/>
                      <a:pt x="5060" y="6133"/>
                      <a:pt x="5655" y="5538"/>
                    </a:cubicBezTo>
                    <a:cubicBezTo>
                      <a:pt x="6249" y="4943"/>
                      <a:pt x="6584" y="4136"/>
                      <a:pt x="6584" y="3295"/>
                    </a:cubicBezTo>
                    <a:cubicBezTo>
                      <a:pt x="6584" y="2453"/>
                      <a:pt x="6249" y="1646"/>
                      <a:pt x="5655" y="1051"/>
                    </a:cubicBezTo>
                    <a:cubicBezTo>
                      <a:pt x="5060" y="456"/>
                      <a:pt x="4253" y="122"/>
                      <a:pt x="3412" y="122"/>
                    </a:cubicBezTo>
                    <a:cubicBezTo>
                      <a:pt x="2571" y="122"/>
                      <a:pt x="1764" y="456"/>
                      <a:pt x="1169" y="1051"/>
                    </a:cubicBezTo>
                    <a:cubicBezTo>
                      <a:pt x="575" y="1646"/>
                      <a:pt x="241" y="2453"/>
                      <a:pt x="241" y="3295"/>
                    </a:cubicBezTo>
                    <a:cubicBezTo>
                      <a:pt x="241" y="4136"/>
                      <a:pt x="575" y="4943"/>
                      <a:pt x="1169" y="5538"/>
                    </a:cubicBezTo>
                    <a:cubicBezTo>
                      <a:pt x="1764" y="6133"/>
                      <a:pt x="2571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93" name="Freeform: Shape 8492">
                <a:extLst>
                  <a:ext uri="{FF2B5EF4-FFF2-40B4-BE49-F238E27FC236}">
                    <a16:creationId xmlns:a16="http://schemas.microsoft.com/office/drawing/2014/main" id="{AEB46B92-7580-8F51-7FFB-BF364B26731A}"/>
                  </a:ext>
                </a:extLst>
              </p:cNvPr>
              <p:cNvSpPr/>
              <p:nvPr/>
            </p:nvSpPr>
            <p:spPr>
              <a:xfrm>
                <a:off x="9462145" y="5029403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5 w 6343"/>
                  <a:gd name="connsiteY1" fmla="*/ 5538 h 6345"/>
                  <a:gd name="connsiteX2" fmla="*/ 6584 w 6343"/>
                  <a:gd name="connsiteY2" fmla="*/ 3295 h 6345"/>
                  <a:gd name="connsiteX3" fmla="*/ 5655 w 6343"/>
                  <a:gd name="connsiteY3" fmla="*/ 1051 h 6345"/>
                  <a:gd name="connsiteX4" fmla="*/ 3412 w 6343"/>
                  <a:gd name="connsiteY4" fmla="*/ 122 h 6345"/>
                  <a:gd name="connsiteX5" fmla="*/ 1170 w 6343"/>
                  <a:gd name="connsiteY5" fmla="*/ 1051 h 6345"/>
                  <a:gd name="connsiteX6" fmla="*/ 241 w 6343"/>
                  <a:gd name="connsiteY6" fmla="*/ 3295 h 6345"/>
                  <a:gd name="connsiteX7" fmla="*/ 1170 w 6343"/>
                  <a:gd name="connsiteY7" fmla="*/ 5538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3" y="6468"/>
                      <a:pt x="5060" y="6133"/>
                      <a:pt x="5655" y="5538"/>
                    </a:cubicBezTo>
                    <a:cubicBezTo>
                      <a:pt x="6250" y="4943"/>
                      <a:pt x="6584" y="4136"/>
                      <a:pt x="6584" y="3295"/>
                    </a:cubicBezTo>
                    <a:cubicBezTo>
                      <a:pt x="6584" y="2453"/>
                      <a:pt x="6250" y="1646"/>
                      <a:pt x="5655" y="1051"/>
                    </a:cubicBezTo>
                    <a:cubicBezTo>
                      <a:pt x="5060" y="456"/>
                      <a:pt x="4253" y="122"/>
                      <a:pt x="3412" y="122"/>
                    </a:cubicBezTo>
                    <a:cubicBezTo>
                      <a:pt x="2571" y="122"/>
                      <a:pt x="1764" y="456"/>
                      <a:pt x="1170" y="1051"/>
                    </a:cubicBezTo>
                    <a:cubicBezTo>
                      <a:pt x="575" y="1646"/>
                      <a:pt x="241" y="2453"/>
                      <a:pt x="241" y="3295"/>
                    </a:cubicBezTo>
                    <a:cubicBezTo>
                      <a:pt x="241" y="4136"/>
                      <a:pt x="575" y="4943"/>
                      <a:pt x="1170" y="5538"/>
                    </a:cubicBezTo>
                    <a:cubicBezTo>
                      <a:pt x="1764" y="6133"/>
                      <a:pt x="2571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94" name="Freeform: Shape 8493">
                <a:extLst>
                  <a:ext uri="{FF2B5EF4-FFF2-40B4-BE49-F238E27FC236}">
                    <a16:creationId xmlns:a16="http://schemas.microsoft.com/office/drawing/2014/main" id="{A235B7DA-49D6-AE9A-8827-C292A92DB795}"/>
                  </a:ext>
                </a:extLst>
              </p:cNvPr>
              <p:cNvSpPr/>
              <p:nvPr/>
            </p:nvSpPr>
            <p:spPr>
              <a:xfrm>
                <a:off x="9463749" y="5029767"/>
                <a:ext cx="6343" cy="6345"/>
              </a:xfrm>
              <a:custGeom>
                <a:avLst/>
                <a:gdLst>
                  <a:gd name="connsiteX0" fmla="*/ 3412 w 6343"/>
                  <a:gd name="connsiteY0" fmla="*/ 6468 h 6345"/>
                  <a:gd name="connsiteX1" fmla="*/ 5655 w 6343"/>
                  <a:gd name="connsiteY1" fmla="*/ 5538 h 6345"/>
                  <a:gd name="connsiteX2" fmla="*/ 6584 w 6343"/>
                  <a:gd name="connsiteY2" fmla="*/ 3295 h 6345"/>
                  <a:gd name="connsiteX3" fmla="*/ 5655 w 6343"/>
                  <a:gd name="connsiteY3" fmla="*/ 1051 h 6345"/>
                  <a:gd name="connsiteX4" fmla="*/ 3412 w 6343"/>
                  <a:gd name="connsiteY4" fmla="*/ 122 h 6345"/>
                  <a:gd name="connsiteX5" fmla="*/ 1170 w 6343"/>
                  <a:gd name="connsiteY5" fmla="*/ 1051 h 6345"/>
                  <a:gd name="connsiteX6" fmla="*/ 241 w 6343"/>
                  <a:gd name="connsiteY6" fmla="*/ 3295 h 6345"/>
                  <a:gd name="connsiteX7" fmla="*/ 1170 w 6343"/>
                  <a:gd name="connsiteY7" fmla="*/ 5538 h 6345"/>
                  <a:gd name="connsiteX8" fmla="*/ 341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8"/>
                    </a:moveTo>
                    <a:cubicBezTo>
                      <a:pt x="4253" y="6468"/>
                      <a:pt x="5060" y="6133"/>
                      <a:pt x="5655" y="5538"/>
                    </a:cubicBezTo>
                    <a:cubicBezTo>
                      <a:pt x="6250" y="4943"/>
                      <a:pt x="6584" y="4136"/>
                      <a:pt x="6584" y="3295"/>
                    </a:cubicBezTo>
                    <a:cubicBezTo>
                      <a:pt x="6584" y="2453"/>
                      <a:pt x="6250" y="1646"/>
                      <a:pt x="5655" y="1051"/>
                    </a:cubicBezTo>
                    <a:cubicBezTo>
                      <a:pt x="5060" y="456"/>
                      <a:pt x="4253" y="122"/>
                      <a:pt x="3412" y="122"/>
                    </a:cubicBezTo>
                    <a:cubicBezTo>
                      <a:pt x="2571" y="122"/>
                      <a:pt x="1764" y="456"/>
                      <a:pt x="1170" y="1051"/>
                    </a:cubicBezTo>
                    <a:cubicBezTo>
                      <a:pt x="575" y="1646"/>
                      <a:pt x="241" y="2453"/>
                      <a:pt x="241" y="3295"/>
                    </a:cubicBezTo>
                    <a:cubicBezTo>
                      <a:pt x="241" y="4136"/>
                      <a:pt x="575" y="4943"/>
                      <a:pt x="1170" y="5538"/>
                    </a:cubicBezTo>
                    <a:cubicBezTo>
                      <a:pt x="1764" y="6133"/>
                      <a:pt x="2571" y="6468"/>
                      <a:pt x="341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95" name="Freeform: Shape 8494">
                <a:extLst>
                  <a:ext uri="{FF2B5EF4-FFF2-40B4-BE49-F238E27FC236}">
                    <a16:creationId xmlns:a16="http://schemas.microsoft.com/office/drawing/2014/main" id="{78496591-24B9-9CED-3FEE-2D5691FE448D}"/>
                  </a:ext>
                </a:extLst>
              </p:cNvPr>
              <p:cNvSpPr/>
              <p:nvPr/>
            </p:nvSpPr>
            <p:spPr>
              <a:xfrm>
                <a:off x="9465494" y="5028328"/>
                <a:ext cx="6343" cy="6345"/>
              </a:xfrm>
              <a:custGeom>
                <a:avLst/>
                <a:gdLst>
                  <a:gd name="connsiteX0" fmla="*/ 3412 w 6343"/>
                  <a:gd name="connsiteY0" fmla="*/ 6467 h 6345"/>
                  <a:gd name="connsiteX1" fmla="*/ 5655 w 6343"/>
                  <a:gd name="connsiteY1" fmla="*/ 5538 h 6345"/>
                  <a:gd name="connsiteX2" fmla="*/ 6584 w 6343"/>
                  <a:gd name="connsiteY2" fmla="*/ 3295 h 6345"/>
                  <a:gd name="connsiteX3" fmla="*/ 5655 w 6343"/>
                  <a:gd name="connsiteY3" fmla="*/ 1051 h 6345"/>
                  <a:gd name="connsiteX4" fmla="*/ 3412 w 6343"/>
                  <a:gd name="connsiteY4" fmla="*/ 122 h 6345"/>
                  <a:gd name="connsiteX5" fmla="*/ 1170 w 6343"/>
                  <a:gd name="connsiteY5" fmla="*/ 1051 h 6345"/>
                  <a:gd name="connsiteX6" fmla="*/ 241 w 6343"/>
                  <a:gd name="connsiteY6" fmla="*/ 3295 h 6345"/>
                  <a:gd name="connsiteX7" fmla="*/ 1170 w 6343"/>
                  <a:gd name="connsiteY7" fmla="*/ 5538 h 6345"/>
                  <a:gd name="connsiteX8" fmla="*/ 3412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7"/>
                    </a:moveTo>
                    <a:cubicBezTo>
                      <a:pt x="4254" y="6467"/>
                      <a:pt x="5060" y="6133"/>
                      <a:pt x="5655" y="5538"/>
                    </a:cubicBezTo>
                    <a:cubicBezTo>
                      <a:pt x="6250" y="4943"/>
                      <a:pt x="6584" y="4136"/>
                      <a:pt x="6584" y="3295"/>
                    </a:cubicBezTo>
                    <a:cubicBezTo>
                      <a:pt x="6584" y="2453"/>
                      <a:pt x="6250" y="1646"/>
                      <a:pt x="5655" y="1051"/>
                    </a:cubicBezTo>
                    <a:cubicBezTo>
                      <a:pt x="5060" y="456"/>
                      <a:pt x="4254" y="122"/>
                      <a:pt x="3412" y="122"/>
                    </a:cubicBezTo>
                    <a:cubicBezTo>
                      <a:pt x="2571" y="122"/>
                      <a:pt x="1765" y="456"/>
                      <a:pt x="1170" y="1051"/>
                    </a:cubicBezTo>
                    <a:cubicBezTo>
                      <a:pt x="575" y="1646"/>
                      <a:pt x="241" y="2453"/>
                      <a:pt x="241" y="3295"/>
                    </a:cubicBezTo>
                    <a:cubicBezTo>
                      <a:pt x="241" y="4136"/>
                      <a:pt x="575" y="4943"/>
                      <a:pt x="1170" y="5538"/>
                    </a:cubicBezTo>
                    <a:cubicBezTo>
                      <a:pt x="1765" y="6133"/>
                      <a:pt x="2571" y="6467"/>
                      <a:pt x="3412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96" name="Freeform: Shape 8495">
                <a:extLst>
                  <a:ext uri="{FF2B5EF4-FFF2-40B4-BE49-F238E27FC236}">
                    <a16:creationId xmlns:a16="http://schemas.microsoft.com/office/drawing/2014/main" id="{3B5EB520-826C-2D33-A464-E41ED408D73D}"/>
                  </a:ext>
                </a:extLst>
              </p:cNvPr>
              <p:cNvSpPr/>
              <p:nvPr/>
            </p:nvSpPr>
            <p:spPr>
              <a:xfrm>
                <a:off x="9467225" y="5027275"/>
                <a:ext cx="6343" cy="6345"/>
              </a:xfrm>
              <a:custGeom>
                <a:avLst/>
                <a:gdLst>
                  <a:gd name="connsiteX0" fmla="*/ 3413 w 6343"/>
                  <a:gd name="connsiteY0" fmla="*/ 6467 h 6345"/>
                  <a:gd name="connsiteX1" fmla="*/ 5655 w 6343"/>
                  <a:gd name="connsiteY1" fmla="*/ 5538 h 6345"/>
                  <a:gd name="connsiteX2" fmla="*/ 6584 w 6343"/>
                  <a:gd name="connsiteY2" fmla="*/ 3295 h 6345"/>
                  <a:gd name="connsiteX3" fmla="*/ 5655 w 6343"/>
                  <a:gd name="connsiteY3" fmla="*/ 1051 h 6345"/>
                  <a:gd name="connsiteX4" fmla="*/ 3413 w 6343"/>
                  <a:gd name="connsiteY4" fmla="*/ 122 h 6345"/>
                  <a:gd name="connsiteX5" fmla="*/ 1170 w 6343"/>
                  <a:gd name="connsiteY5" fmla="*/ 1051 h 6345"/>
                  <a:gd name="connsiteX6" fmla="*/ 241 w 6343"/>
                  <a:gd name="connsiteY6" fmla="*/ 3295 h 6345"/>
                  <a:gd name="connsiteX7" fmla="*/ 1170 w 6343"/>
                  <a:gd name="connsiteY7" fmla="*/ 5538 h 6345"/>
                  <a:gd name="connsiteX8" fmla="*/ 3413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7"/>
                    </a:moveTo>
                    <a:cubicBezTo>
                      <a:pt x="4254" y="6467"/>
                      <a:pt x="5060" y="6133"/>
                      <a:pt x="5655" y="5538"/>
                    </a:cubicBezTo>
                    <a:cubicBezTo>
                      <a:pt x="6250" y="4943"/>
                      <a:pt x="6584" y="4136"/>
                      <a:pt x="6584" y="3295"/>
                    </a:cubicBezTo>
                    <a:cubicBezTo>
                      <a:pt x="6584" y="2453"/>
                      <a:pt x="6250" y="1646"/>
                      <a:pt x="5655" y="1051"/>
                    </a:cubicBezTo>
                    <a:cubicBezTo>
                      <a:pt x="5060" y="456"/>
                      <a:pt x="4254" y="122"/>
                      <a:pt x="3413" y="122"/>
                    </a:cubicBezTo>
                    <a:cubicBezTo>
                      <a:pt x="2572" y="122"/>
                      <a:pt x="1765" y="456"/>
                      <a:pt x="1170" y="1051"/>
                    </a:cubicBezTo>
                    <a:cubicBezTo>
                      <a:pt x="575" y="1646"/>
                      <a:pt x="241" y="2453"/>
                      <a:pt x="241" y="3295"/>
                    </a:cubicBezTo>
                    <a:cubicBezTo>
                      <a:pt x="241" y="4136"/>
                      <a:pt x="575" y="4943"/>
                      <a:pt x="1170" y="5538"/>
                    </a:cubicBezTo>
                    <a:cubicBezTo>
                      <a:pt x="1765" y="6133"/>
                      <a:pt x="2572" y="6467"/>
                      <a:pt x="3413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97" name="Freeform: Shape 8496">
                <a:extLst>
                  <a:ext uri="{FF2B5EF4-FFF2-40B4-BE49-F238E27FC236}">
                    <a16:creationId xmlns:a16="http://schemas.microsoft.com/office/drawing/2014/main" id="{CABBA3B9-3DCF-0248-83A4-6BD3F1AE85A4}"/>
                  </a:ext>
                </a:extLst>
              </p:cNvPr>
              <p:cNvSpPr/>
              <p:nvPr/>
            </p:nvSpPr>
            <p:spPr>
              <a:xfrm>
                <a:off x="9468866" y="5027358"/>
                <a:ext cx="6343" cy="6345"/>
              </a:xfrm>
              <a:custGeom>
                <a:avLst/>
                <a:gdLst>
                  <a:gd name="connsiteX0" fmla="*/ 3413 w 6343"/>
                  <a:gd name="connsiteY0" fmla="*/ 6467 h 6345"/>
                  <a:gd name="connsiteX1" fmla="*/ 5655 w 6343"/>
                  <a:gd name="connsiteY1" fmla="*/ 5538 h 6345"/>
                  <a:gd name="connsiteX2" fmla="*/ 6584 w 6343"/>
                  <a:gd name="connsiteY2" fmla="*/ 3295 h 6345"/>
                  <a:gd name="connsiteX3" fmla="*/ 5655 w 6343"/>
                  <a:gd name="connsiteY3" fmla="*/ 1051 h 6345"/>
                  <a:gd name="connsiteX4" fmla="*/ 3413 w 6343"/>
                  <a:gd name="connsiteY4" fmla="*/ 122 h 6345"/>
                  <a:gd name="connsiteX5" fmla="*/ 1170 w 6343"/>
                  <a:gd name="connsiteY5" fmla="*/ 1051 h 6345"/>
                  <a:gd name="connsiteX6" fmla="*/ 241 w 6343"/>
                  <a:gd name="connsiteY6" fmla="*/ 3295 h 6345"/>
                  <a:gd name="connsiteX7" fmla="*/ 1170 w 6343"/>
                  <a:gd name="connsiteY7" fmla="*/ 5538 h 6345"/>
                  <a:gd name="connsiteX8" fmla="*/ 3413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7"/>
                    </a:moveTo>
                    <a:cubicBezTo>
                      <a:pt x="4254" y="6467"/>
                      <a:pt x="5061" y="6133"/>
                      <a:pt x="5655" y="5538"/>
                    </a:cubicBezTo>
                    <a:cubicBezTo>
                      <a:pt x="6250" y="4943"/>
                      <a:pt x="6584" y="4136"/>
                      <a:pt x="6584" y="3295"/>
                    </a:cubicBezTo>
                    <a:cubicBezTo>
                      <a:pt x="6584" y="2453"/>
                      <a:pt x="6250" y="1646"/>
                      <a:pt x="5655" y="1051"/>
                    </a:cubicBezTo>
                    <a:cubicBezTo>
                      <a:pt x="5061" y="456"/>
                      <a:pt x="4254" y="122"/>
                      <a:pt x="3413" y="122"/>
                    </a:cubicBezTo>
                    <a:cubicBezTo>
                      <a:pt x="2572" y="122"/>
                      <a:pt x="1765" y="456"/>
                      <a:pt x="1170" y="1051"/>
                    </a:cubicBezTo>
                    <a:cubicBezTo>
                      <a:pt x="575" y="1646"/>
                      <a:pt x="241" y="2453"/>
                      <a:pt x="241" y="3295"/>
                    </a:cubicBezTo>
                    <a:cubicBezTo>
                      <a:pt x="241" y="4136"/>
                      <a:pt x="575" y="4943"/>
                      <a:pt x="1170" y="5538"/>
                    </a:cubicBezTo>
                    <a:cubicBezTo>
                      <a:pt x="1765" y="6133"/>
                      <a:pt x="2572" y="6467"/>
                      <a:pt x="3413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98" name="Freeform: Shape 8497">
                <a:extLst>
                  <a:ext uri="{FF2B5EF4-FFF2-40B4-BE49-F238E27FC236}">
                    <a16:creationId xmlns:a16="http://schemas.microsoft.com/office/drawing/2014/main" id="{6EC0C4DF-3D32-19F8-1F1F-492234577F93}"/>
                  </a:ext>
                </a:extLst>
              </p:cNvPr>
              <p:cNvSpPr/>
              <p:nvPr/>
            </p:nvSpPr>
            <p:spPr>
              <a:xfrm>
                <a:off x="9470434" y="5028200"/>
                <a:ext cx="6343" cy="6345"/>
              </a:xfrm>
              <a:custGeom>
                <a:avLst/>
                <a:gdLst>
                  <a:gd name="connsiteX0" fmla="*/ 3413 w 6343"/>
                  <a:gd name="connsiteY0" fmla="*/ 6467 h 6345"/>
                  <a:gd name="connsiteX1" fmla="*/ 5656 w 6343"/>
                  <a:gd name="connsiteY1" fmla="*/ 5538 h 6345"/>
                  <a:gd name="connsiteX2" fmla="*/ 6584 w 6343"/>
                  <a:gd name="connsiteY2" fmla="*/ 3295 h 6345"/>
                  <a:gd name="connsiteX3" fmla="*/ 5656 w 6343"/>
                  <a:gd name="connsiteY3" fmla="*/ 1051 h 6345"/>
                  <a:gd name="connsiteX4" fmla="*/ 3413 w 6343"/>
                  <a:gd name="connsiteY4" fmla="*/ 122 h 6345"/>
                  <a:gd name="connsiteX5" fmla="*/ 1170 w 6343"/>
                  <a:gd name="connsiteY5" fmla="*/ 1051 h 6345"/>
                  <a:gd name="connsiteX6" fmla="*/ 241 w 6343"/>
                  <a:gd name="connsiteY6" fmla="*/ 3295 h 6345"/>
                  <a:gd name="connsiteX7" fmla="*/ 1170 w 6343"/>
                  <a:gd name="connsiteY7" fmla="*/ 5538 h 6345"/>
                  <a:gd name="connsiteX8" fmla="*/ 3413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7"/>
                    </a:moveTo>
                    <a:cubicBezTo>
                      <a:pt x="4254" y="6467"/>
                      <a:pt x="5061" y="6133"/>
                      <a:pt x="5656" y="5538"/>
                    </a:cubicBezTo>
                    <a:cubicBezTo>
                      <a:pt x="6250" y="4943"/>
                      <a:pt x="6584" y="4136"/>
                      <a:pt x="6584" y="3295"/>
                    </a:cubicBezTo>
                    <a:cubicBezTo>
                      <a:pt x="6584" y="2453"/>
                      <a:pt x="6250" y="1646"/>
                      <a:pt x="5656" y="1051"/>
                    </a:cubicBezTo>
                    <a:cubicBezTo>
                      <a:pt x="5061" y="456"/>
                      <a:pt x="4254" y="122"/>
                      <a:pt x="3413" y="122"/>
                    </a:cubicBezTo>
                    <a:cubicBezTo>
                      <a:pt x="2572" y="122"/>
                      <a:pt x="1765" y="456"/>
                      <a:pt x="1170" y="1051"/>
                    </a:cubicBezTo>
                    <a:cubicBezTo>
                      <a:pt x="575" y="1646"/>
                      <a:pt x="241" y="2453"/>
                      <a:pt x="241" y="3295"/>
                    </a:cubicBezTo>
                    <a:cubicBezTo>
                      <a:pt x="241" y="4136"/>
                      <a:pt x="575" y="4943"/>
                      <a:pt x="1170" y="5538"/>
                    </a:cubicBezTo>
                    <a:cubicBezTo>
                      <a:pt x="1765" y="6133"/>
                      <a:pt x="2572" y="6467"/>
                      <a:pt x="3413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499" name="Freeform: Shape 8498">
                <a:extLst>
                  <a:ext uri="{FF2B5EF4-FFF2-40B4-BE49-F238E27FC236}">
                    <a16:creationId xmlns:a16="http://schemas.microsoft.com/office/drawing/2014/main" id="{BF360D75-829F-E1BD-E8E0-63905FE55ACF}"/>
                  </a:ext>
                </a:extLst>
              </p:cNvPr>
              <p:cNvSpPr/>
              <p:nvPr/>
            </p:nvSpPr>
            <p:spPr>
              <a:xfrm>
                <a:off x="9472155" y="5027491"/>
                <a:ext cx="6343" cy="6345"/>
              </a:xfrm>
              <a:custGeom>
                <a:avLst/>
                <a:gdLst>
                  <a:gd name="connsiteX0" fmla="*/ 3413 w 6343"/>
                  <a:gd name="connsiteY0" fmla="*/ 6467 h 6345"/>
                  <a:gd name="connsiteX1" fmla="*/ 5656 w 6343"/>
                  <a:gd name="connsiteY1" fmla="*/ 5538 h 6345"/>
                  <a:gd name="connsiteX2" fmla="*/ 6585 w 6343"/>
                  <a:gd name="connsiteY2" fmla="*/ 3295 h 6345"/>
                  <a:gd name="connsiteX3" fmla="*/ 5656 w 6343"/>
                  <a:gd name="connsiteY3" fmla="*/ 1051 h 6345"/>
                  <a:gd name="connsiteX4" fmla="*/ 3413 w 6343"/>
                  <a:gd name="connsiteY4" fmla="*/ 122 h 6345"/>
                  <a:gd name="connsiteX5" fmla="*/ 1170 w 6343"/>
                  <a:gd name="connsiteY5" fmla="*/ 1051 h 6345"/>
                  <a:gd name="connsiteX6" fmla="*/ 241 w 6343"/>
                  <a:gd name="connsiteY6" fmla="*/ 3295 h 6345"/>
                  <a:gd name="connsiteX7" fmla="*/ 1170 w 6343"/>
                  <a:gd name="connsiteY7" fmla="*/ 5538 h 6345"/>
                  <a:gd name="connsiteX8" fmla="*/ 3413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7"/>
                    </a:moveTo>
                    <a:cubicBezTo>
                      <a:pt x="4254" y="6467"/>
                      <a:pt x="5061" y="6133"/>
                      <a:pt x="5656" y="5538"/>
                    </a:cubicBezTo>
                    <a:cubicBezTo>
                      <a:pt x="6250" y="4943"/>
                      <a:pt x="6585" y="4136"/>
                      <a:pt x="6585" y="3295"/>
                    </a:cubicBezTo>
                    <a:cubicBezTo>
                      <a:pt x="6585" y="2453"/>
                      <a:pt x="6250" y="1646"/>
                      <a:pt x="5656" y="1051"/>
                    </a:cubicBezTo>
                    <a:cubicBezTo>
                      <a:pt x="5061" y="456"/>
                      <a:pt x="4254" y="122"/>
                      <a:pt x="3413" y="122"/>
                    </a:cubicBezTo>
                    <a:cubicBezTo>
                      <a:pt x="2572" y="122"/>
                      <a:pt x="1765" y="456"/>
                      <a:pt x="1170" y="1051"/>
                    </a:cubicBezTo>
                    <a:cubicBezTo>
                      <a:pt x="576" y="1646"/>
                      <a:pt x="241" y="2453"/>
                      <a:pt x="241" y="3295"/>
                    </a:cubicBezTo>
                    <a:cubicBezTo>
                      <a:pt x="241" y="4136"/>
                      <a:pt x="576" y="4943"/>
                      <a:pt x="1170" y="5538"/>
                    </a:cubicBezTo>
                    <a:cubicBezTo>
                      <a:pt x="1765" y="6133"/>
                      <a:pt x="2572" y="6467"/>
                      <a:pt x="3413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00" name="Freeform: Shape 8499">
                <a:extLst>
                  <a:ext uri="{FF2B5EF4-FFF2-40B4-BE49-F238E27FC236}">
                    <a16:creationId xmlns:a16="http://schemas.microsoft.com/office/drawing/2014/main" id="{29870B7D-1FE3-62B9-857A-6C857886FD91}"/>
                  </a:ext>
                </a:extLst>
              </p:cNvPr>
              <p:cNvSpPr/>
              <p:nvPr/>
            </p:nvSpPr>
            <p:spPr>
              <a:xfrm>
                <a:off x="9473982" y="5025921"/>
                <a:ext cx="6343" cy="6345"/>
              </a:xfrm>
              <a:custGeom>
                <a:avLst/>
                <a:gdLst>
                  <a:gd name="connsiteX0" fmla="*/ 3413 w 6343"/>
                  <a:gd name="connsiteY0" fmla="*/ 6467 h 6345"/>
                  <a:gd name="connsiteX1" fmla="*/ 5656 w 6343"/>
                  <a:gd name="connsiteY1" fmla="*/ 5538 h 6345"/>
                  <a:gd name="connsiteX2" fmla="*/ 6585 w 6343"/>
                  <a:gd name="connsiteY2" fmla="*/ 3295 h 6345"/>
                  <a:gd name="connsiteX3" fmla="*/ 5656 w 6343"/>
                  <a:gd name="connsiteY3" fmla="*/ 1051 h 6345"/>
                  <a:gd name="connsiteX4" fmla="*/ 3413 w 6343"/>
                  <a:gd name="connsiteY4" fmla="*/ 122 h 6345"/>
                  <a:gd name="connsiteX5" fmla="*/ 1171 w 6343"/>
                  <a:gd name="connsiteY5" fmla="*/ 1051 h 6345"/>
                  <a:gd name="connsiteX6" fmla="*/ 242 w 6343"/>
                  <a:gd name="connsiteY6" fmla="*/ 3295 h 6345"/>
                  <a:gd name="connsiteX7" fmla="*/ 1171 w 6343"/>
                  <a:gd name="connsiteY7" fmla="*/ 5538 h 6345"/>
                  <a:gd name="connsiteX8" fmla="*/ 3413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7"/>
                    </a:moveTo>
                    <a:cubicBezTo>
                      <a:pt x="4254" y="6467"/>
                      <a:pt x="5061" y="6133"/>
                      <a:pt x="5656" y="5538"/>
                    </a:cubicBezTo>
                    <a:cubicBezTo>
                      <a:pt x="6251" y="4943"/>
                      <a:pt x="6585" y="4136"/>
                      <a:pt x="6585" y="3295"/>
                    </a:cubicBezTo>
                    <a:cubicBezTo>
                      <a:pt x="6585" y="2453"/>
                      <a:pt x="6251" y="1646"/>
                      <a:pt x="5656" y="1051"/>
                    </a:cubicBezTo>
                    <a:cubicBezTo>
                      <a:pt x="5061" y="456"/>
                      <a:pt x="4254" y="122"/>
                      <a:pt x="3413" y="122"/>
                    </a:cubicBezTo>
                    <a:cubicBezTo>
                      <a:pt x="2572" y="122"/>
                      <a:pt x="1765" y="456"/>
                      <a:pt x="1171" y="1051"/>
                    </a:cubicBezTo>
                    <a:cubicBezTo>
                      <a:pt x="576" y="1646"/>
                      <a:pt x="242" y="2453"/>
                      <a:pt x="242" y="3295"/>
                    </a:cubicBezTo>
                    <a:cubicBezTo>
                      <a:pt x="242" y="4136"/>
                      <a:pt x="576" y="4943"/>
                      <a:pt x="1171" y="5538"/>
                    </a:cubicBezTo>
                    <a:cubicBezTo>
                      <a:pt x="1765" y="6133"/>
                      <a:pt x="2572" y="6467"/>
                      <a:pt x="3413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01" name="Freeform: Shape 8500">
                <a:extLst>
                  <a:ext uri="{FF2B5EF4-FFF2-40B4-BE49-F238E27FC236}">
                    <a16:creationId xmlns:a16="http://schemas.microsoft.com/office/drawing/2014/main" id="{C786A081-0A17-D9D1-1FAD-4878F775B546}"/>
                  </a:ext>
                </a:extLst>
              </p:cNvPr>
              <p:cNvSpPr/>
              <p:nvPr/>
            </p:nvSpPr>
            <p:spPr>
              <a:xfrm>
                <a:off x="9475786" y="5024737"/>
                <a:ext cx="6343" cy="6345"/>
              </a:xfrm>
              <a:custGeom>
                <a:avLst/>
                <a:gdLst>
                  <a:gd name="connsiteX0" fmla="*/ 3413 w 6343"/>
                  <a:gd name="connsiteY0" fmla="*/ 6467 h 6345"/>
                  <a:gd name="connsiteX1" fmla="*/ 5656 w 6343"/>
                  <a:gd name="connsiteY1" fmla="*/ 5538 h 6345"/>
                  <a:gd name="connsiteX2" fmla="*/ 6585 w 6343"/>
                  <a:gd name="connsiteY2" fmla="*/ 3294 h 6345"/>
                  <a:gd name="connsiteX3" fmla="*/ 5656 w 6343"/>
                  <a:gd name="connsiteY3" fmla="*/ 1051 h 6345"/>
                  <a:gd name="connsiteX4" fmla="*/ 3413 w 6343"/>
                  <a:gd name="connsiteY4" fmla="*/ 122 h 6345"/>
                  <a:gd name="connsiteX5" fmla="*/ 1171 w 6343"/>
                  <a:gd name="connsiteY5" fmla="*/ 1051 h 6345"/>
                  <a:gd name="connsiteX6" fmla="*/ 242 w 6343"/>
                  <a:gd name="connsiteY6" fmla="*/ 3294 h 6345"/>
                  <a:gd name="connsiteX7" fmla="*/ 1171 w 6343"/>
                  <a:gd name="connsiteY7" fmla="*/ 5538 h 6345"/>
                  <a:gd name="connsiteX8" fmla="*/ 3413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7"/>
                    </a:moveTo>
                    <a:cubicBezTo>
                      <a:pt x="4254" y="6467"/>
                      <a:pt x="5061" y="6133"/>
                      <a:pt x="5656" y="5538"/>
                    </a:cubicBezTo>
                    <a:cubicBezTo>
                      <a:pt x="6251" y="4943"/>
                      <a:pt x="6585" y="4136"/>
                      <a:pt x="6585" y="3294"/>
                    </a:cubicBezTo>
                    <a:cubicBezTo>
                      <a:pt x="6585" y="2453"/>
                      <a:pt x="6251" y="1646"/>
                      <a:pt x="5656" y="1051"/>
                    </a:cubicBezTo>
                    <a:cubicBezTo>
                      <a:pt x="5061" y="456"/>
                      <a:pt x="4254" y="122"/>
                      <a:pt x="3413" y="122"/>
                    </a:cubicBezTo>
                    <a:cubicBezTo>
                      <a:pt x="2572" y="122"/>
                      <a:pt x="1765" y="456"/>
                      <a:pt x="1171" y="1051"/>
                    </a:cubicBezTo>
                    <a:cubicBezTo>
                      <a:pt x="576" y="1646"/>
                      <a:pt x="242" y="2453"/>
                      <a:pt x="242" y="3294"/>
                    </a:cubicBezTo>
                    <a:cubicBezTo>
                      <a:pt x="242" y="4136"/>
                      <a:pt x="576" y="4943"/>
                      <a:pt x="1171" y="5538"/>
                    </a:cubicBezTo>
                    <a:cubicBezTo>
                      <a:pt x="1765" y="6133"/>
                      <a:pt x="2572" y="6467"/>
                      <a:pt x="3413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02" name="Freeform: Shape 8501">
                <a:extLst>
                  <a:ext uri="{FF2B5EF4-FFF2-40B4-BE49-F238E27FC236}">
                    <a16:creationId xmlns:a16="http://schemas.microsoft.com/office/drawing/2014/main" id="{D7A249A0-0CD3-EFFC-C301-B4D0662DBA1A}"/>
                  </a:ext>
                </a:extLst>
              </p:cNvPr>
              <p:cNvSpPr/>
              <p:nvPr/>
            </p:nvSpPr>
            <p:spPr>
              <a:xfrm>
                <a:off x="9461206" y="5169372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03" name="Freeform: Shape 8502">
                <a:extLst>
                  <a:ext uri="{FF2B5EF4-FFF2-40B4-BE49-F238E27FC236}">
                    <a16:creationId xmlns:a16="http://schemas.microsoft.com/office/drawing/2014/main" id="{F720C691-9B7B-2F52-CA0B-491756B471D0}"/>
                  </a:ext>
                </a:extLst>
              </p:cNvPr>
              <p:cNvSpPr/>
              <p:nvPr/>
            </p:nvSpPr>
            <p:spPr>
              <a:xfrm>
                <a:off x="9462041" y="5168981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04" name="Freeform: Shape 8503">
                <a:extLst>
                  <a:ext uri="{FF2B5EF4-FFF2-40B4-BE49-F238E27FC236}">
                    <a16:creationId xmlns:a16="http://schemas.microsoft.com/office/drawing/2014/main" id="{B237428F-0AE2-F356-254F-42067B9A2F7E}"/>
                  </a:ext>
                </a:extLst>
              </p:cNvPr>
              <p:cNvSpPr/>
              <p:nvPr/>
            </p:nvSpPr>
            <p:spPr>
              <a:xfrm>
                <a:off x="9477647" y="5170449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3"/>
                    </a:cubicBezTo>
                    <a:cubicBezTo>
                      <a:pt x="5061" y="468"/>
                      <a:pt x="4255" y="133"/>
                      <a:pt x="3413" y="133"/>
                    </a:cubicBezTo>
                    <a:cubicBezTo>
                      <a:pt x="2572" y="133"/>
                      <a:pt x="1766" y="468"/>
                      <a:pt x="1171" y="1063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05" name="Freeform: Shape 8504">
                <a:extLst>
                  <a:ext uri="{FF2B5EF4-FFF2-40B4-BE49-F238E27FC236}">
                    <a16:creationId xmlns:a16="http://schemas.microsoft.com/office/drawing/2014/main" id="{791035D7-4EA7-8FC4-8AE3-216BF8462C4A}"/>
                  </a:ext>
                </a:extLst>
              </p:cNvPr>
              <p:cNvSpPr/>
              <p:nvPr/>
            </p:nvSpPr>
            <p:spPr>
              <a:xfrm>
                <a:off x="9480438" y="5169275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06" name="Freeform: Shape 8505">
                <a:extLst>
                  <a:ext uri="{FF2B5EF4-FFF2-40B4-BE49-F238E27FC236}">
                    <a16:creationId xmlns:a16="http://schemas.microsoft.com/office/drawing/2014/main" id="{79A2B102-9AC9-462E-38FE-B36A2108769E}"/>
                  </a:ext>
                </a:extLst>
              </p:cNvPr>
              <p:cNvSpPr/>
              <p:nvPr/>
            </p:nvSpPr>
            <p:spPr>
              <a:xfrm>
                <a:off x="9524134" y="5030589"/>
                <a:ext cx="6343" cy="6345"/>
              </a:xfrm>
              <a:custGeom>
                <a:avLst/>
                <a:gdLst>
                  <a:gd name="connsiteX0" fmla="*/ 3417 w 6343"/>
                  <a:gd name="connsiteY0" fmla="*/ 6468 h 6345"/>
                  <a:gd name="connsiteX1" fmla="*/ 5660 w 6343"/>
                  <a:gd name="connsiteY1" fmla="*/ 5538 h 6345"/>
                  <a:gd name="connsiteX2" fmla="*/ 6589 w 6343"/>
                  <a:gd name="connsiteY2" fmla="*/ 3295 h 6345"/>
                  <a:gd name="connsiteX3" fmla="*/ 5660 w 6343"/>
                  <a:gd name="connsiteY3" fmla="*/ 1051 h 6345"/>
                  <a:gd name="connsiteX4" fmla="*/ 3417 w 6343"/>
                  <a:gd name="connsiteY4" fmla="*/ 122 h 6345"/>
                  <a:gd name="connsiteX5" fmla="*/ 1174 w 6343"/>
                  <a:gd name="connsiteY5" fmla="*/ 1051 h 6345"/>
                  <a:gd name="connsiteX6" fmla="*/ 246 w 6343"/>
                  <a:gd name="connsiteY6" fmla="*/ 3295 h 6345"/>
                  <a:gd name="connsiteX7" fmla="*/ 1174 w 6343"/>
                  <a:gd name="connsiteY7" fmla="*/ 5538 h 6345"/>
                  <a:gd name="connsiteX8" fmla="*/ 341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8"/>
                    </a:moveTo>
                    <a:cubicBezTo>
                      <a:pt x="4258" y="6468"/>
                      <a:pt x="5065" y="6133"/>
                      <a:pt x="5660" y="5538"/>
                    </a:cubicBezTo>
                    <a:cubicBezTo>
                      <a:pt x="6254" y="4943"/>
                      <a:pt x="6589" y="4136"/>
                      <a:pt x="6589" y="3295"/>
                    </a:cubicBezTo>
                    <a:cubicBezTo>
                      <a:pt x="6589" y="2454"/>
                      <a:pt x="6254" y="1646"/>
                      <a:pt x="5660" y="1051"/>
                    </a:cubicBezTo>
                    <a:cubicBezTo>
                      <a:pt x="5065" y="457"/>
                      <a:pt x="4258" y="122"/>
                      <a:pt x="3417" y="122"/>
                    </a:cubicBezTo>
                    <a:cubicBezTo>
                      <a:pt x="2576" y="122"/>
                      <a:pt x="1769" y="457"/>
                      <a:pt x="1174" y="1051"/>
                    </a:cubicBezTo>
                    <a:cubicBezTo>
                      <a:pt x="580" y="1646"/>
                      <a:pt x="246" y="2454"/>
                      <a:pt x="246" y="3295"/>
                    </a:cubicBezTo>
                    <a:cubicBezTo>
                      <a:pt x="246" y="4136"/>
                      <a:pt x="580" y="4943"/>
                      <a:pt x="1174" y="5538"/>
                    </a:cubicBezTo>
                    <a:cubicBezTo>
                      <a:pt x="1769" y="6133"/>
                      <a:pt x="2576" y="6468"/>
                      <a:pt x="341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07" name="Freeform: Shape 8506">
                <a:extLst>
                  <a:ext uri="{FF2B5EF4-FFF2-40B4-BE49-F238E27FC236}">
                    <a16:creationId xmlns:a16="http://schemas.microsoft.com/office/drawing/2014/main" id="{AB3A1A4E-0301-4EBB-FC0C-AA88230F5629}"/>
                  </a:ext>
                </a:extLst>
              </p:cNvPr>
              <p:cNvSpPr/>
              <p:nvPr/>
            </p:nvSpPr>
            <p:spPr>
              <a:xfrm>
                <a:off x="9526417" y="5028926"/>
                <a:ext cx="6343" cy="6345"/>
              </a:xfrm>
              <a:custGeom>
                <a:avLst/>
                <a:gdLst>
                  <a:gd name="connsiteX0" fmla="*/ 3417 w 6343"/>
                  <a:gd name="connsiteY0" fmla="*/ 6468 h 6345"/>
                  <a:gd name="connsiteX1" fmla="*/ 5660 w 6343"/>
                  <a:gd name="connsiteY1" fmla="*/ 5538 h 6345"/>
                  <a:gd name="connsiteX2" fmla="*/ 6589 w 6343"/>
                  <a:gd name="connsiteY2" fmla="*/ 3295 h 6345"/>
                  <a:gd name="connsiteX3" fmla="*/ 5660 w 6343"/>
                  <a:gd name="connsiteY3" fmla="*/ 1051 h 6345"/>
                  <a:gd name="connsiteX4" fmla="*/ 3417 w 6343"/>
                  <a:gd name="connsiteY4" fmla="*/ 122 h 6345"/>
                  <a:gd name="connsiteX5" fmla="*/ 1175 w 6343"/>
                  <a:gd name="connsiteY5" fmla="*/ 1051 h 6345"/>
                  <a:gd name="connsiteX6" fmla="*/ 246 w 6343"/>
                  <a:gd name="connsiteY6" fmla="*/ 3295 h 6345"/>
                  <a:gd name="connsiteX7" fmla="*/ 1175 w 6343"/>
                  <a:gd name="connsiteY7" fmla="*/ 5538 h 6345"/>
                  <a:gd name="connsiteX8" fmla="*/ 341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8"/>
                    </a:moveTo>
                    <a:cubicBezTo>
                      <a:pt x="4258" y="6468"/>
                      <a:pt x="5065" y="6133"/>
                      <a:pt x="5660" y="5538"/>
                    </a:cubicBezTo>
                    <a:cubicBezTo>
                      <a:pt x="6255" y="4943"/>
                      <a:pt x="6589" y="4136"/>
                      <a:pt x="6589" y="3295"/>
                    </a:cubicBezTo>
                    <a:cubicBezTo>
                      <a:pt x="6589" y="2453"/>
                      <a:pt x="6255" y="1646"/>
                      <a:pt x="5660" y="1051"/>
                    </a:cubicBezTo>
                    <a:cubicBezTo>
                      <a:pt x="5065" y="456"/>
                      <a:pt x="4258" y="122"/>
                      <a:pt x="3417" y="122"/>
                    </a:cubicBezTo>
                    <a:cubicBezTo>
                      <a:pt x="2576" y="122"/>
                      <a:pt x="1769" y="456"/>
                      <a:pt x="1175" y="1051"/>
                    </a:cubicBezTo>
                    <a:cubicBezTo>
                      <a:pt x="580" y="1646"/>
                      <a:pt x="246" y="2453"/>
                      <a:pt x="246" y="3295"/>
                    </a:cubicBezTo>
                    <a:cubicBezTo>
                      <a:pt x="246" y="4136"/>
                      <a:pt x="580" y="4943"/>
                      <a:pt x="1175" y="5538"/>
                    </a:cubicBezTo>
                    <a:cubicBezTo>
                      <a:pt x="1769" y="6133"/>
                      <a:pt x="2576" y="6468"/>
                      <a:pt x="341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08" name="Freeform: Shape 8507">
                <a:extLst>
                  <a:ext uri="{FF2B5EF4-FFF2-40B4-BE49-F238E27FC236}">
                    <a16:creationId xmlns:a16="http://schemas.microsoft.com/office/drawing/2014/main" id="{1D6BD059-D60D-FF5C-10CB-AAC5D3516DAB}"/>
                  </a:ext>
                </a:extLst>
              </p:cNvPr>
              <p:cNvSpPr/>
              <p:nvPr/>
            </p:nvSpPr>
            <p:spPr>
              <a:xfrm>
                <a:off x="9528098" y="5029255"/>
                <a:ext cx="6343" cy="6345"/>
              </a:xfrm>
              <a:custGeom>
                <a:avLst/>
                <a:gdLst>
                  <a:gd name="connsiteX0" fmla="*/ 3417 w 6343"/>
                  <a:gd name="connsiteY0" fmla="*/ 6468 h 6345"/>
                  <a:gd name="connsiteX1" fmla="*/ 5660 w 6343"/>
                  <a:gd name="connsiteY1" fmla="*/ 5538 h 6345"/>
                  <a:gd name="connsiteX2" fmla="*/ 6589 w 6343"/>
                  <a:gd name="connsiteY2" fmla="*/ 3295 h 6345"/>
                  <a:gd name="connsiteX3" fmla="*/ 5660 w 6343"/>
                  <a:gd name="connsiteY3" fmla="*/ 1051 h 6345"/>
                  <a:gd name="connsiteX4" fmla="*/ 3417 w 6343"/>
                  <a:gd name="connsiteY4" fmla="*/ 122 h 6345"/>
                  <a:gd name="connsiteX5" fmla="*/ 1175 w 6343"/>
                  <a:gd name="connsiteY5" fmla="*/ 1051 h 6345"/>
                  <a:gd name="connsiteX6" fmla="*/ 246 w 6343"/>
                  <a:gd name="connsiteY6" fmla="*/ 3295 h 6345"/>
                  <a:gd name="connsiteX7" fmla="*/ 1175 w 6343"/>
                  <a:gd name="connsiteY7" fmla="*/ 5538 h 6345"/>
                  <a:gd name="connsiteX8" fmla="*/ 341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8"/>
                    </a:moveTo>
                    <a:cubicBezTo>
                      <a:pt x="4259" y="6468"/>
                      <a:pt x="5065" y="6133"/>
                      <a:pt x="5660" y="5538"/>
                    </a:cubicBezTo>
                    <a:cubicBezTo>
                      <a:pt x="6255" y="4943"/>
                      <a:pt x="6589" y="4136"/>
                      <a:pt x="6589" y="3295"/>
                    </a:cubicBezTo>
                    <a:cubicBezTo>
                      <a:pt x="6589" y="2453"/>
                      <a:pt x="6255" y="1646"/>
                      <a:pt x="5660" y="1051"/>
                    </a:cubicBezTo>
                    <a:cubicBezTo>
                      <a:pt x="5065" y="456"/>
                      <a:pt x="4259" y="122"/>
                      <a:pt x="3417" y="122"/>
                    </a:cubicBezTo>
                    <a:cubicBezTo>
                      <a:pt x="2576" y="122"/>
                      <a:pt x="1770" y="456"/>
                      <a:pt x="1175" y="1051"/>
                    </a:cubicBezTo>
                    <a:cubicBezTo>
                      <a:pt x="580" y="1646"/>
                      <a:pt x="246" y="2453"/>
                      <a:pt x="246" y="3295"/>
                    </a:cubicBezTo>
                    <a:cubicBezTo>
                      <a:pt x="246" y="4136"/>
                      <a:pt x="580" y="4943"/>
                      <a:pt x="1175" y="5538"/>
                    </a:cubicBezTo>
                    <a:cubicBezTo>
                      <a:pt x="1770" y="6133"/>
                      <a:pt x="2576" y="6468"/>
                      <a:pt x="341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09" name="Freeform: Shape 8508">
                <a:extLst>
                  <a:ext uri="{FF2B5EF4-FFF2-40B4-BE49-F238E27FC236}">
                    <a16:creationId xmlns:a16="http://schemas.microsoft.com/office/drawing/2014/main" id="{0536BE4A-25FE-E752-58E8-B7A40C28CEEC}"/>
                  </a:ext>
                </a:extLst>
              </p:cNvPr>
              <p:cNvSpPr/>
              <p:nvPr/>
            </p:nvSpPr>
            <p:spPr>
              <a:xfrm>
                <a:off x="9529913" y="5029177"/>
                <a:ext cx="6343" cy="6345"/>
              </a:xfrm>
              <a:custGeom>
                <a:avLst/>
                <a:gdLst>
                  <a:gd name="connsiteX0" fmla="*/ 3418 w 6343"/>
                  <a:gd name="connsiteY0" fmla="*/ 6468 h 6345"/>
                  <a:gd name="connsiteX1" fmla="*/ 5660 w 6343"/>
                  <a:gd name="connsiteY1" fmla="*/ 5538 h 6345"/>
                  <a:gd name="connsiteX2" fmla="*/ 6589 w 6343"/>
                  <a:gd name="connsiteY2" fmla="*/ 3295 h 6345"/>
                  <a:gd name="connsiteX3" fmla="*/ 5660 w 6343"/>
                  <a:gd name="connsiteY3" fmla="*/ 1051 h 6345"/>
                  <a:gd name="connsiteX4" fmla="*/ 3418 w 6343"/>
                  <a:gd name="connsiteY4" fmla="*/ 122 h 6345"/>
                  <a:gd name="connsiteX5" fmla="*/ 1175 w 6343"/>
                  <a:gd name="connsiteY5" fmla="*/ 1051 h 6345"/>
                  <a:gd name="connsiteX6" fmla="*/ 246 w 6343"/>
                  <a:gd name="connsiteY6" fmla="*/ 3295 h 6345"/>
                  <a:gd name="connsiteX7" fmla="*/ 1175 w 6343"/>
                  <a:gd name="connsiteY7" fmla="*/ 5538 h 6345"/>
                  <a:gd name="connsiteX8" fmla="*/ 341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8"/>
                    </a:moveTo>
                    <a:cubicBezTo>
                      <a:pt x="4259" y="6468"/>
                      <a:pt x="5065" y="6133"/>
                      <a:pt x="5660" y="5538"/>
                    </a:cubicBezTo>
                    <a:cubicBezTo>
                      <a:pt x="6255" y="4943"/>
                      <a:pt x="6589" y="4136"/>
                      <a:pt x="6589" y="3295"/>
                    </a:cubicBezTo>
                    <a:cubicBezTo>
                      <a:pt x="6589" y="2453"/>
                      <a:pt x="6255" y="1646"/>
                      <a:pt x="5660" y="1051"/>
                    </a:cubicBezTo>
                    <a:cubicBezTo>
                      <a:pt x="5065" y="456"/>
                      <a:pt x="4259" y="122"/>
                      <a:pt x="3418" y="122"/>
                    </a:cubicBezTo>
                    <a:cubicBezTo>
                      <a:pt x="2576" y="122"/>
                      <a:pt x="1770" y="456"/>
                      <a:pt x="1175" y="1051"/>
                    </a:cubicBezTo>
                    <a:cubicBezTo>
                      <a:pt x="580" y="1646"/>
                      <a:pt x="246" y="2453"/>
                      <a:pt x="246" y="3295"/>
                    </a:cubicBezTo>
                    <a:cubicBezTo>
                      <a:pt x="246" y="4136"/>
                      <a:pt x="580" y="4943"/>
                      <a:pt x="1175" y="5538"/>
                    </a:cubicBezTo>
                    <a:cubicBezTo>
                      <a:pt x="1770" y="6133"/>
                      <a:pt x="2576" y="6468"/>
                      <a:pt x="341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10" name="Freeform: Shape 8509">
                <a:extLst>
                  <a:ext uri="{FF2B5EF4-FFF2-40B4-BE49-F238E27FC236}">
                    <a16:creationId xmlns:a16="http://schemas.microsoft.com/office/drawing/2014/main" id="{360F8D8B-1F35-DA7B-6525-0FF3C2366161}"/>
                  </a:ext>
                </a:extLst>
              </p:cNvPr>
              <p:cNvSpPr/>
              <p:nvPr/>
            </p:nvSpPr>
            <p:spPr>
              <a:xfrm>
                <a:off x="9532086" y="5028040"/>
                <a:ext cx="6343" cy="6345"/>
              </a:xfrm>
              <a:custGeom>
                <a:avLst/>
                <a:gdLst>
                  <a:gd name="connsiteX0" fmla="*/ 3418 w 6343"/>
                  <a:gd name="connsiteY0" fmla="*/ 6467 h 6345"/>
                  <a:gd name="connsiteX1" fmla="*/ 5660 w 6343"/>
                  <a:gd name="connsiteY1" fmla="*/ 5538 h 6345"/>
                  <a:gd name="connsiteX2" fmla="*/ 6589 w 6343"/>
                  <a:gd name="connsiteY2" fmla="*/ 3295 h 6345"/>
                  <a:gd name="connsiteX3" fmla="*/ 5660 w 6343"/>
                  <a:gd name="connsiteY3" fmla="*/ 1051 h 6345"/>
                  <a:gd name="connsiteX4" fmla="*/ 3418 w 6343"/>
                  <a:gd name="connsiteY4" fmla="*/ 122 h 6345"/>
                  <a:gd name="connsiteX5" fmla="*/ 1175 w 6343"/>
                  <a:gd name="connsiteY5" fmla="*/ 1051 h 6345"/>
                  <a:gd name="connsiteX6" fmla="*/ 246 w 6343"/>
                  <a:gd name="connsiteY6" fmla="*/ 3295 h 6345"/>
                  <a:gd name="connsiteX7" fmla="*/ 1175 w 6343"/>
                  <a:gd name="connsiteY7" fmla="*/ 5538 h 6345"/>
                  <a:gd name="connsiteX8" fmla="*/ 341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7"/>
                    </a:moveTo>
                    <a:cubicBezTo>
                      <a:pt x="4259" y="6467"/>
                      <a:pt x="5066" y="6133"/>
                      <a:pt x="5660" y="5538"/>
                    </a:cubicBezTo>
                    <a:cubicBezTo>
                      <a:pt x="6255" y="4943"/>
                      <a:pt x="6589" y="4136"/>
                      <a:pt x="6589" y="3295"/>
                    </a:cubicBezTo>
                    <a:cubicBezTo>
                      <a:pt x="6589" y="2453"/>
                      <a:pt x="6255" y="1646"/>
                      <a:pt x="5660" y="1051"/>
                    </a:cubicBezTo>
                    <a:cubicBezTo>
                      <a:pt x="5066" y="456"/>
                      <a:pt x="4259" y="122"/>
                      <a:pt x="3418" y="122"/>
                    </a:cubicBezTo>
                    <a:cubicBezTo>
                      <a:pt x="2577" y="122"/>
                      <a:pt x="1770" y="456"/>
                      <a:pt x="1175" y="1051"/>
                    </a:cubicBezTo>
                    <a:cubicBezTo>
                      <a:pt x="580" y="1646"/>
                      <a:pt x="246" y="2453"/>
                      <a:pt x="246" y="3295"/>
                    </a:cubicBezTo>
                    <a:cubicBezTo>
                      <a:pt x="246" y="4136"/>
                      <a:pt x="580" y="4943"/>
                      <a:pt x="1175" y="5538"/>
                    </a:cubicBezTo>
                    <a:cubicBezTo>
                      <a:pt x="1770" y="6133"/>
                      <a:pt x="2577" y="6467"/>
                      <a:pt x="341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11" name="Freeform: Shape 8510">
                <a:extLst>
                  <a:ext uri="{FF2B5EF4-FFF2-40B4-BE49-F238E27FC236}">
                    <a16:creationId xmlns:a16="http://schemas.microsoft.com/office/drawing/2014/main" id="{C132E7DE-00AE-5C45-3897-5AC84BAD5187}"/>
                  </a:ext>
                </a:extLst>
              </p:cNvPr>
              <p:cNvSpPr/>
              <p:nvPr/>
            </p:nvSpPr>
            <p:spPr>
              <a:xfrm>
                <a:off x="9534116" y="5027394"/>
                <a:ext cx="6343" cy="6345"/>
              </a:xfrm>
              <a:custGeom>
                <a:avLst/>
                <a:gdLst>
                  <a:gd name="connsiteX0" fmla="*/ 3418 w 6343"/>
                  <a:gd name="connsiteY0" fmla="*/ 6467 h 6345"/>
                  <a:gd name="connsiteX1" fmla="*/ 5661 w 6343"/>
                  <a:gd name="connsiteY1" fmla="*/ 5538 h 6345"/>
                  <a:gd name="connsiteX2" fmla="*/ 6589 w 6343"/>
                  <a:gd name="connsiteY2" fmla="*/ 3295 h 6345"/>
                  <a:gd name="connsiteX3" fmla="*/ 5661 w 6343"/>
                  <a:gd name="connsiteY3" fmla="*/ 1051 h 6345"/>
                  <a:gd name="connsiteX4" fmla="*/ 3418 w 6343"/>
                  <a:gd name="connsiteY4" fmla="*/ 122 h 6345"/>
                  <a:gd name="connsiteX5" fmla="*/ 1175 w 6343"/>
                  <a:gd name="connsiteY5" fmla="*/ 1051 h 6345"/>
                  <a:gd name="connsiteX6" fmla="*/ 246 w 6343"/>
                  <a:gd name="connsiteY6" fmla="*/ 3295 h 6345"/>
                  <a:gd name="connsiteX7" fmla="*/ 1175 w 6343"/>
                  <a:gd name="connsiteY7" fmla="*/ 5538 h 6345"/>
                  <a:gd name="connsiteX8" fmla="*/ 341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7"/>
                    </a:moveTo>
                    <a:cubicBezTo>
                      <a:pt x="4259" y="6467"/>
                      <a:pt x="5066" y="6133"/>
                      <a:pt x="5661" y="5538"/>
                    </a:cubicBezTo>
                    <a:cubicBezTo>
                      <a:pt x="6255" y="4943"/>
                      <a:pt x="6589" y="4136"/>
                      <a:pt x="6589" y="3295"/>
                    </a:cubicBezTo>
                    <a:cubicBezTo>
                      <a:pt x="6589" y="2453"/>
                      <a:pt x="6255" y="1646"/>
                      <a:pt x="5661" y="1051"/>
                    </a:cubicBezTo>
                    <a:cubicBezTo>
                      <a:pt x="5066" y="456"/>
                      <a:pt x="4259" y="122"/>
                      <a:pt x="3418" y="122"/>
                    </a:cubicBezTo>
                    <a:cubicBezTo>
                      <a:pt x="2577" y="122"/>
                      <a:pt x="1770" y="456"/>
                      <a:pt x="1175" y="1051"/>
                    </a:cubicBezTo>
                    <a:cubicBezTo>
                      <a:pt x="581" y="1646"/>
                      <a:pt x="246" y="2453"/>
                      <a:pt x="246" y="3295"/>
                    </a:cubicBezTo>
                    <a:cubicBezTo>
                      <a:pt x="246" y="4136"/>
                      <a:pt x="581" y="4943"/>
                      <a:pt x="1175" y="5538"/>
                    </a:cubicBezTo>
                    <a:cubicBezTo>
                      <a:pt x="1770" y="6133"/>
                      <a:pt x="2577" y="6467"/>
                      <a:pt x="341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12" name="Freeform: Shape 8511">
                <a:extLst>
                  <a:ext uri="{FF2B5EF4-FFF2-40B4-BE49-F238E27FC236}">
                    <a16:creationId xmlns:a16="http://schemas.microsoft.com/office/drawing/2014/main" id="{41F31513-6107-294A-5C99-FCBBEA8C9BD0}"/>
                  </a:ext>
                </a:extLst>
              </p:cNvPr>
              <p:cNvSpPr/>
              <p:nvPr/>
            </p:nvSpPr>
            <p:spPr>
              <a:xfrm>
                <a:off x="9536178" y="5026705"/>
                <a:ext cx="6343" cy="6345"/>
              </a:xfrm>
              <a:custGeom>
                <a:avLst/>
                <a:gdLst>
                  <a:gd name="connsiteX0" fmla="*/ 3418 w 6343"/>
                  <a:gd name="connsiteY0" fmla="*/ 6467 h 6345"/>
                  <a:gd name="connsiteX1" fmla="*/ 5661 w 6343"/>
                  <a:gd name="connsiteY1" fmla="*/ 5538 h 6345"/>
                  <a:gd name="connsiteX2" fmla="*/ 6590 w 6343"/>
                  <a:gd name="connsiteY2" fmla="*/ 3295 h 6345"/>
                  <a:gd name="connsiteX3" fmla="*/ 5661 w 6343"/>
                  <a:gd name="connsiteY3" fmla="*/ 1051 h 6345"/>
                  <a:gd name="connsiteX4" fmla="*/ 3418 w 6343"/>
                  <a:gd name="connsiteY4" fmla="*/ 122 h 6345"/>
                  <a:gd name="connsiteX5" fmla="*/ 1175 w 6343"/>
                  <a:gd name="connsiteY5" fmla="*/ 1051 h 6345"/>
                  <a:gd name="connsiteX6" fmla="*/ 247 w 6343"/>
                  <a:gd name="connsiteY6" fmla="*/ 3295 h 6345"/>
                  <a:gd name="connsiteX7" fmla="*/ 1175 w 6343"/>
                  <a:gd name="connsiteY7" fmla="*/ 5538 h 6345"/>
                  <a:gd name="connsiteX8" fmla="*/ 341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7"/>
                    </a:moveTo>
                    <a:cubicBezTo>
                      <a:pt x="4259" y="6467"/>
                      <a:pt x="5066" y="6133"/>
                      <a:pt x="5661" y="5538"/>
                    </a:cubicBezTo>
                    <a:cubicBezTo>
                      <a:pt x="6255" y="4943"/>
                      <a:pt x="6590" y="4136"/>
                      <a:pt x="6590" y="3295"/>
                    </a:cubicBezTo>
                    <a:cubicBezTo>
                      <a:pt x="6590" y="2453"/>
                      <a:pt x="6255" y="1646"/>
                      <a:pt x="5661" y="1051"/>
                    </a:cubicBezTo>
                    <a:cubicBezTo>
                      <a:pt x="5066" y="456"/>
                      <a:pt x="4259" y="122"/>
                      <a:pt x="3418" y="122"/>
                    </a:cubicBezTo>
                    <a:cubicBezTo>
                      <a:pt x="2577" y="122"/>
                      <a:pt x="1770" y="456"/>
                      <a:pt x="1175" y="1051"/>
                    </a:cubicBezTo>
                    <a:cubicBezTo>
                      <a:pt x="581" y="1646"/>
                      <a:pt x="247" y="2453"/>
                      <a:pt x="247" y="3295"/>
                    </a:cubicBezTo>
                    <a:cubicBezTo>
                      <a:pt x="247" y="4136"/>
                      <a:pt x="581" y="4943"/>
                      <a:pt x="1175" y="5538"/>
                    </a:cubicBezTo>
                    <a:cubicBezTo>
                      <a:pt x="1770" y="6133"/>
                      <a:pt x="2577" y="6467"/>
                      <a:pt x="341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13" name="Freeform: Shape 8512">
                <a:extLst>
                  <a:ext uri="{FF2B5EF4-FFF2-40B4-BE49-F238E27FC236}">
                    <a16:creationId xmlns:a16="http://schemas.microsoft.com/office/drawing/2014/main" id="{580CC194-8EDE-B2F6-1C9E-5E0E955E6A56}"/>
                  </a:ext>
                </a:extLst>
              </p:cNvPr>
              <p:cNvSpPr/>
              <p:nvPr/>
            </p:nvSpPr>
            <p:spPr>
              <a:xfrm>
                <a:off x="9537878" y="5027096"/>
                <a:ext cx="6343" cy="6345"/>
              </a:xfrm>
              <a:custGeom>
                <a:avLst/>
                <a:gdLst>
                  <a:gd name="connsiteX0" fmla="*/ 3418 w 6343"/>
                  <a:gd name="connsiteY0" fmla="*/ 6467 h 6345"/>
                  <a:gd name="connsiteX1" fmla="*/ 5661 w 6343"/>
                  <a:gd name="connsiteY1" fmla="*/ 5538 h 6345"/>
                  <a:gd name="connsiteX2" fmla="*/ 6590 w 6343"/>
                  <a:gd name="connsiteY2" fmla="*/ 3295 h 6345"/>
                  <a:gd name="connsiteX3" fmla="*/ 5661 w 6343"/>
                  <a:gd name="connsiteY3" fmla="*/ 1051 h 6345"/>
                  <a:gd name="connsiteX4" fmla="*/ 3418 w 6343"/>
                  <a:gd name="connsiteY4" fmla="*/ 122 h 6345"/>
                  <a:gd name="connsiteX5" fmla="*/ 1176 w 6343"/>
                  <a:gd name="connsiteY5" fmla="*/ 1051 h 6345"/>
                  <a:gd name="connsiteX6" fmla="*/ 247 w 6343"/>
                  <a:gd name="connsiteY6" fmla="*/ 3295 h 6345"/>
                  <a:gd name="connsiteX7" fmla="*/ 1176 w 6343"/>
                  <a:gd name="connsiteY7" fmla="*/ 5538 h 6345"/>
                  <a:gd name="connsiteX8" fmla="*/ 341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7"/>
                    </a:moveTo>
                    <a:cubicBezTo>
                      <a:pt x="4259" y="6467"/>
                      <a:pt x="5066" y="6133"/>
                      <a:pt x="5661" y="5538"/>
                    </a:cubicBezTo>
                    <a:cubicBezTo>
                      <a:pt x="6256" y="4943"/>
                      <a:pt x="6590" y="4136"/>
                      <a:pt x="6590" y="3295"/>
                    </a:cubicBezTo>
                    <a:cubicBezTo>
                      <a:pt x="6590" y="2453"/>
                      <a:pt x="6256" y="1646"/>
                      <a:pt x="5661" y="1051"/>
                    </a:cubicBezTo>
                    <a:cubicBezTo>
                      <a:pt x="5066" y="456"/>
                      <a:pt x="4259" y="122"/>
                      <a:pt x="3418" y="122"/>
                    </a:cubicBezTo>
                    <a:cubicBezTo>
                      <a:pt x="2577" y="122"/>
                      <a:pt x="1770" y="456"/>
                      <a:pt x="1176" y="1051"/>
                    </a:cubicBezTo>
                    <a:cubicBezTo>
                      <a:pt x="581" y="1646"/>
                      <a:pt x="247" y="2453"/>
                      <a:pt x="247" y="3295"/>
                    </a:cubicBezTo>
                    <a:cubicBezTo>
                      <a:pt x="247" y="4136"/>
                      <a:pt x="581" y="4943"/>
                      <a:pt x="1176" y="5538"/>
                    </a:cubicBezTo>
                    <a:cubicBezTo>
                      <a:pt x="1770" y="6133"/>
                      <a:pt x="2577" y="6467"/>
                      <a:pt x="341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14" name="Freeform: Shape 8513">
                <a:extLst>
                  <a:ext uri="{FF2B5EF4-FFF2-40B4-BE49-F238E27FC236}">
                    <a16:creationId xmlns:a16="http://schemas.microsoft.com/office/drawing/2014/main" id="{2955D30E-4029-AAF6-6751-4CDB5D9772D1}"/>
                  </a:ext>
                </a:extLst>
              </p:cNvPr>
              <p:cNvSpPr/>
              <p:nvPr/>
            </p:nvSpPr>
            <p:spPr>
              <a:xfrm>
                <a:off x="9539704" y="5027143"/>
                <a:ext cx="6343" cy="6345"/>
              </a:xfrm>
              <a:custGeom>
                <a:avLst/>
                <a:gdLst>
                  <a:gd name="connsiteX0" fmla="*/ 3418 w 6343"/>
                  <a:gd name="connsiteY0" fmla="*/ 6467 h 6345"/>
                  <a:gd name="connsiteX1" fmla="*/ 5661 w 6343"/>
                  <a:gd name="connsiteY1" fmla="*/ 5538 h 6345"/>
                  <a:gd name="connsiteX2" fmla="*/ 6590 w 6343"/>
                  <a:gd name="connsiteY2" fmla="*/ 3295 h 6345"/>
                  <a:gd name="connsiteX3" fmla="*/ 5661 w 6343"/>
                  <a:gd name="connsiteY3" fmla="*/ 1051 h 6345"/>
                  <a:gd name="connsiteX4" fmla="*/ 3418 w 6343"/>
                  <a:gd name="connsiteY4" fmla="*/ 122 h 6345"/>
                  <a:gd name="connsiteX5" fmla="*/ 1176 w 6343"/>
                  <a:gd name="connsiteY5" fmla="*/ 1051 h 6345"/>
                  <a:gd name="connsiteX6" fmla="*/ 247 w 6343"/>
                  <a:gd name="connsiteY6" fmla="*/ 3295 h 6345"/>
                  <a:gd name="connsiteX7" fmla="*/ 1176 w 6343"/>
                  <a:gd name="connsiteY7" fmla="*/ 5538 h 6345"/>
                  <a:gd name="connsiteX8" fmla="*/ 341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7"/>
                    </a:moveTo>
                    <a:cubicBezTo>
                      <a:pt x="4259" y="6467"/>
                      <a:pt x="5066" y="6133"/>
                      <a:pt x="5661" y="5538"/>
                    </a:cubicBezTo>
                    <a:cubicBezTo>
                      <a:pt x="6256" y="4943"/>
                      <a:pt x="6590" y="4136"/>
                      <a:pt x="6590" y="3295"/>
                    </a:cubicBezTo>
                    <a:cubicBezTo>
                      <a:pt x="6590" y="2453"/>
                      <a:pt x="6256" y="1646"/>
                      <a:pt x="5661" y="1051"/>
                    </a:cubicBezTo>
                    <a:cubicBezTo>
                      <a:pt x="5066" y="456"/>
                      <a:pt x="4259" y="122"/>
                      <a:pt x="3418" y="122"/>
                    </a:cubicBezTo>
                    <a:cubicBezTo>
                      <a:pt x="2577" y="122"/>
                      <a:pt x="1770" y="456"/>
                      <a:pt x="1176" y="1051"/>
                    </a:cubicBezTo>
                    <a:cubicBezTo>
                      <a:pt x="581" y="1646"/>
                      <a:pt x="247" y="2453"/>
                      <a:pt x="247" y="3295"/>
                    </a:cubicBezTo>
                    <a:cubicBezTo>
                      <a:pt x="247" y="4136"/>
                      <a:pt x="581" y="4943"/>
                      <a:pt x="1176" y="5538"/>
                    </a:cubicBezTo>
                    <a:cubicBezTo>
                      <a:pt x="1770" y="6133"/>
                      <a:pt x="2577" y="6467"/>
                      <a:pt x="341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15" name="Freeform: Shape 8514">
                <a:extLst>
                  <a:ext uri="{FF2B5EF4-FFF2-40B4-BE49-F238E27FC236}">
                    <a16:creationId xmlns:a16="http://schemas.microsoft.com/office/drawing/2014/main" id="{CDF175E8-5EFE-5154-8524-EC81312A8272}"/>
                  </a:ext>
                </a:extLst>
              </p:cNvPr>
              <p:cNvSpPr/>
              <p:nvPr/>
            </p:nvSpPr>
            <p:spPr>
              <a:xfrm>
                <a:off x="9541661" y="5026849"/>
                <a:ext cx="6343" cy="6345"/>
              </a:xfrm>
              <a:custGeom>
                <a:avLst/>
                <a:gdLst>
                  <a:gd name="connsiteX0" fmla="*/ 3418 w 6343"/>
                  <a:gd name="connsiteY0" fmla="*/ 6467 h 6345"/>
                  <a:gd name="connsiteX1" fmla="*/ 5661 w 6343"/>
                  <a:gd name="connsiteY1" fmla="*/ 5538 h 6345"/>
                  <a:gd name="connsiteX2" fmla="*/ 6590 w 6343"/>
                  <a:gd name="connsiteY2" fmla="*/ 3295 h 6345"/>
                  <a:gd name="connsiteX3" fmla="*/ 5661 w 6343"/>
                  <a:gd name="connsiteY3" fmla="*/ 1051 h 6345"/>
                  <a:gd name="connsiteX4" fmla="*/ 3418 w 6343"/>
                  <a:gd name="connsiteY4" fmla="*/ 122 h 6345"/>
                  <a:gd name="connsiteX5" fmla="*/ 1176 w 6343"/>
                  <a:gd name="connsiteY5" fmla="*/ 1051 h 6345"/>
                  <a:gd name="connsiteX6" fmla="*/ 247 w 6343"/>
                  <a:gd name="connsiteY6" fmla="*/ 3295 h 6345"/>
                  <a:gd name="connsiteX7" fmla="*/ 1176 w 6343"/>
                  <a:gd name="connsiteY7" fmla="*/ 5538 h 6345"/>
                  <a:gd name="connsiteX8" fmla="*/ 341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7"/>
                    </a:moveTo>
                    <a:cubicBezTo>
                      <a:pt x="4260" y="6467"/>
                      <a:pt x="5066" y="6133"/>
                      <a:pt x="5661" y="5538"/>
                    </a:cubicBezTo>
                    <a:cubicBezTo>
                      <a:pt x="6256" y="4943"/>
                      <a:pt x="6590" y="4136"/>
                      <a:pt x="6590" y="3295"/>
                    </a:cubicBezTo>
                    <a:cubicBezTo>
                      <a:pt x="6590" y="2453"/>
                      <a:pt x="6256" y="1646"/>
                      <a:pt x="5661" y="1051"/>
                    </a:cubicBezTo>
                    <a:cubicBezTo>
                      <a:pt x="5066" y="456"/>
                      <a:pt x="4260" y="122"/>
                      <a:pt x="3418" y="122"/>
                    </a:cubicBezTo>
                    <a:cubicBezTo>
                      <a:pt x="2577" y="122"/>
                      <a:pt x="1771" y="456"/>
                      <a:pt x="1176" y="1051"/>
                    </a:cubicBezTo>
                    <a:cubicBezTo>
                      <a:pt x="581" y="1646"/>
                      <a:pt x="247" y="2453"/>
                      <a:pt x="247" y="3295"/>
                    </a:cubicBezTo>
                    <a:cubicBezTo>
                      <a:pt x="247" y="4136"/>
                      <a:pt x="581" y="4943"/>
                      <a:pt x="1176" y="5538"/>
                    </a:cubicBezTo>
                    <a:cubicBezTo>
                      <a:pt x="1771" y="6133"/>
                      <a:pt x="2577" y="6467"/>
                      <a:pt x="341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16" name="Freeform: Shape 8515">
                <a:extLst>
                  <a:ext uri="{FF2B5EF4-FFF2-40B4-BE49-F238E27FC236}">
                    <a16:creationId xmlns:a16="http://schemas.microsoft.com/office/drawing/2014/main" id="{C806C12D-218F-FC3C-8F86-99D07E6C69C2}"/>
                  </a:ext>
                </a:extLst>
              </p:cNvPr>
              <p:cNvSpPr/>
              <p:nvPr/>
            </p:nvSpPr>
            <p:spPr>
              <a:xfrm>
                <a:off x="9543319" y="5027393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1 w 6343"/>
                  <a:gd name="connsiteY1" fmla="*/ 5538 h 6345"/>
                  <a:gd name="connsiteX2" fmla="*/ 6590 w 6343"/>
                  <a:gd name="connsiteY2" fmla="*/ 3295 h 6345"/>
                  <a:gd name="connsiteX3" fmla="*/ 5661 w 6343"/>
                  <a:gd name="connsiteY3" fmla="*/ 1051 h 6345"/>
                  <a:gd name="connsiteX4" fmla="*/ 3419 w 6343"/>
                  <a:gd name="connsiteY4" fmla="*/ 122 h 6345"/>
                  <a:gd name="connsiteX5" fmla="*/ 1176 w 6343"/>
                  <a:gd name="connsiteY5" fmla="*/ 1051 h 6345"/>
                  <a:gd name="connsiteX6" fmla="*/ 247 w 6343"/>
                  <a:gd name="connsiteY6" fmla="*/ 3295 h 6345"/>
                  <a:gd name="connsiteX7" fmla="*/ 1176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6" y="6133"/>
                      <a:pt x="5661" y="5538"/>
                    </a:cubicBezTo>
                    <a:cubicBezTo>
                      <a:pt x="6256" y="4943"/>
                      <a:pt x="6590" y="4136"/>
                      <a:pt x="6590" y="3295"/>
                    </a:cubicBezTo>
                    <a:cubicBezTo>
                      <a:pt x="6590" y="2453"/>
                      <a:pt x="6256" y="1646"/>
                      <a:pt x="5661" y="1051"/>
                    </a:cubicBezTo>
                    <a:cubicBezTo>
                      <a:pt x="5066" y="456"/>
                      <a:pt x="4260" y="122"/>
                      <a:pt x="3419" y="122"/>
                    </a:cubicBezTo>
                    <a:cubicBezTo>
                      <a:pt x="2578" y="122"/>
                      <a:pt x="1771" y="456"/>
                      <a:pt x="1176" y="1051"/>
                    </a:cubicBezTo>
                    <a:cubicBezTo>
                      <a:pt x="581" y="1646"/>
                      <a:pt x="247" y="2453"/>
                      <a:pt x="247" y="3295"/>
                    </a:cubicBezTo>
                    <a:cubicBezTo>
                      <a:pt x="247" y="4136"/>
                      <a:pt x="581" y="4943"/>
                      <a:pt x="1176" y="5538"/>
                    </a:cubicBezTo>
                    <a:cubicBezTo>
                      <a:pt x="1771" y="6133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17" name="Freeform: Shape 8516">
                <a:extLst>
                  <a:ext uri="{FF2B5EF4-FFF2-40B4-BE49-F238E27FC236}">
                    <a16:creationId xmlns:a16="http://schemas.microsoft.com/office/drawing/2014/main" id="{841E3DC3-D229-8F8A-7361-04E7624F39AD}"/>
                  </a:ext>
                </a:extLst>
              </p:cNvPr>
              <p:cNvSpPr/>
              <p:nvPr/>
            </p:nvSpPr>
            <p:spPr>
              <a:xfrm>
                <a:off x="9545064" y="5027712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1 w 6343"/>
                  <a:gd name="connsiteY1" fmla="*/ 5538 h 6345"/>
                  <a:gd name="connsiteX2" fmla="*/ 6590 w 6343"/>
                  <a:gd name="connsiteY2" fmla="*/ 3295 h 6345"/>
                  <a:gd name="connsiteX3" fmla="*/ 5661 w 6343"/>
                  <a:gd name="connsiteY3" fmla="*/ 1051 h 6345"/>
                  <a:gd name="connsiteX4" fmla="*/ 3419 w 6343"/>
                  <a:gd name="connsiteY4" fmla="*/ 122 h 6345"/>
                  <a:gd name="connsiteX5" fmla="*/ 1176 w 6343"/>
                  <a:gd name="connsiteY5" fmla="*/ 1051 h 6345"/>
                  <a:gd name="connsiteX6" fmla="*/ 247 w 6343"/>
                  <a:gd name="connsiteY6" fmla="*/ 3295 h 6345"/>
                  <a:gd name="connsiteX7" fmla="*/ 1176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3"/>
                      <a:pt x="5661" y="5538"/>
                    </a:cubicBezTo>
                    <a:cubicBezTo>
                      <a:pt x="6256" y="4943"/>
                      <a:pt x="6590" y="4136"/>
                      <a:pt x="6590" y="3295"/>
                    </a:cubicBezTo>
                    <a:cubicBezTo>
                      <a:pt x="6590" y="2453"/>
                      <a:pt x="6256" y="1646"/>
                      <a:pt x="5661" y="1051"/>
                    </a:cubicBezTo>
                    <a:cubicBezTo>
                      <a:pt x="5067" y="456"/>
                      <a:pt x="4260" y="122"/>
                      <a:pt x="3419" y="122"/>
                    </a:cubicBezTo>
                    <a:cubicBezTo>
                      <a:pt x="2578" y="122"/>
                      <a:pt x="1771" y="456"/>
                      <a:pt x="1176" y="1051"/>
                    </a:cubicBezTo>
                    <a:cubicBezTo>
                      <a:pt x="581" y="1646"/>
                      <a:pt x="247" y="2453"/>
                      <a:pt x="247" y="3295"/>
                    </a:cubicBezTo>
                    <a:cubicBezTo>
                      <a:pt x="247" y="4136"/>
                      <a:pt x="581" y="4943"/>
                      <a:pt x="1176" y="5538"/>
                    </a:cubicBezTo>
                    <a:cubicBezTo>
                      <a:pt x="1771" y="6133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18" name="Freeform: Shape 8517">
                <a:extLst>
                  <a:ext uri="{FF2B5EF4-FFF2-40B4-BE49-F238E27FC236}">
                    <a16:creationId xmlns:a16="http://schemas.microsoft.com/office/drawing/2014/main" id="{05FE01B4-EB8D-939C-BCFB-33C9247C8157}"/>
                  </a:ext>
                </a:extLst>
              </p:cNvPr>
              <p:cNvSpPr/>
              <p:nvPr/>
            </p:nvSpPr>
            <p:spPr>
              <a:xfrm>
                <a:off x="9546921" y="5027749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8 h 6345"/>
                  <a:gd name="connsiteX2" fmla="*/ 6590 w 6343"/>
                  <a:gd name="connsiteY2" fmla="*/ 3295 h 6345"/>
                  <a:gd name="connsiteX3" fmla="*/ 5662 w 6343"/>
                  <a:gd name="connsiteY3" fmla="*/ 1051 h 6345"/>
                  <a:gd name="connsiteX4" fmla="*/ 3419 w 6343"/>
                  <a:gd name="connsiteY4" fmla="*/ 122 h 6345"/>
                  <a:gd name="connsiteX5" fmla="*/ 1176 w 6343"/>
                  <a:gd name="connsiteY5" fmla="*/ 1051 h 6345"/>
                  <a:gd name="connsiteX6" fmla="*/ 247 w 6343"/>
                  <a:gd name="connsiteY6" fmla="*/ 3295 h 6345"/>
                  <a:gd name="connsiteX7" fmla="*/ 1176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3"/>
                      <a:pt x="5662" y="5538"/>
                    </a:cubicBezTo>
                    <a:cubicBezTo>
                      <a:pt x="6256" y="4943"/>
                      <a:pt x="6590" y="4136"/>
                      <a:pt x="6590" y="3295"/>
                    </a:cubicBezTo>
                    <a:cubicBezTo>
                      <a:pt x="6590" y="2453"/>
                      <a:pt x="6256" y="1646"/>
                      <a:pt x="5662" y="1051"/>
                    </a:cubicBezTo>
                    <a:cubicBezTo>
                      <a:pt x="5067" y="456"/>
                      <a:pt x="4260" y="122"/>
                      <a:pt x="3419" y="122"/>
                    </a:cubicBezTo>
                    <a:cubicBezTo>
                      <a:pt x="2578" y="122"/>
                      <a:pt x="1771" y="456"/>
                      <a:pt x="1176" y="1051"/>
                    </a:cubicBezTo>
                    <a:cubicBezTo>
                      <a:pt x="582" y="1646"/>
                      <a:pt x="247" y="2453"/>
                      <a:pt x="247" y="3295"/>
                    </a:cubicBezTo>
                    <a:cubicBezTo>
                      <a:pt x="247" y="4136"/>
                      <a:pt x="582" y="4943"/>
                      <a:pt x="1176" y="5538"/>
                    </a:cubicBezTo>
                    <a:cubicBezTo>
                      <a:pt x="1771" y="6133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19" name="Freeform: Shape 8518">
                <a:extLst>
                  <a:ext uri="{FF2B5EF4-FFF2-40B4-BE49-F238E27FC236}">
                    <a16:creationId xmlns:a16="http://schemas.microsoft.com/office/drawing/2014/main" id="{2C7F8227-47C6-26C3-4DAA-BDF808162D3B}"/>
                  </a:ext>
                </a:extLst>
              </p:cNvPr>
              <p:cNvSpPr/>
              <p:nvPr/>
            </p:nvSpPr>
            <p:spPr>
              <a:xfrm>
                <a:off x="9548758" y="5027858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8 h 6345"/>
                  <a:gd name="connsiteX2" fmla="*/ 6591 w 6343"/>
                  <a:gd name="connsiteY2" fmla="*/ 3295 h 6345"/>
                  <a:gd name="connsiteX3" fmla="*/ 5662 w 6343"/>
                  <a:gd name="connsiteY3" fmla="*/ 1051 h 6345"/>
                  <a:gd name="connsiteX4" fmla="*/ 3419 w 6343"/>
                  <a:gd name="connsiteY4" fmla="*/ 122 h 6345"/>
                  <a:gd name="connsiteX5" fmla="*/ 1176 w 6343"/>
                  <a:gd name="connsiteY5" fmla="*/ 1051 h 6345"/>
                  <a:gd name="connsiteX6" fmla="*/ 247 w 6343"/>
                  <a:gd name="connsiteY6" fmla="*/ 3295 h 6345"/>
                  <a:gd name="connsiteX7" fmla="*/ 1176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3"/>
                      <a:pt x="5662" y="5538"/>
                    </a:cubicBezTo>
                    <a:cubicBezTo>
                      <a:pt x="6256" y="4943"/>
                      <a:pt x="6591" y="4136"/>
                      <a:pt x="6591" y="3295"/>
                    </a:cubicBezTo>
                    <a:cubicBezTo>
                      <a:pt x="6591" y="2453"/>
                      <a:pt x="6256" y="1646"/>
                      <a:pt x="5662" y="1051"/>
                    </a:cubicBezTo>
                    <a:cubicBezTo>
                      <a:pt x="5067" y="456"/>
                      <a:pt x="4260" y="122"/>
                      <a:pt x="3419" y="122"/>
                    </a:cubicBezTo>
                    <a:cubicBezTo>
                      <a:pt x="2578" y="122"/>
                      <a:pt x="1771" y="456"/>
                      <a:pt x="1176" y="1051"/>
                    </a:cubicBezTo>
                    <a:cubicBezTo>
                      <a:pt x="582" y="1646"/>
                      <a:pt x="247" y="2453"/>
                      <a:pt x="247" y="3295"/>
                    </a:cubicBezTo>
                    <a:cubicBezTo>
                      <a:pt x="247" y="4136"/>
                      <a:pt x="582" y="4943"/>
                      <a:pt x="1176" y="5538"/>
                    </a:cubicBezTo>
                    <a:cubicBezTo>
                      <a:pt x="1771" y="6133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20" name="Freeform: Shape 8519">
                <a:extLst>
                  <a:ext uri="{FF2B5EF4-FFF2-40B4-BE49-F238E27FC236}">
                    <a16:creationId xmlns:a16="http://schemas.microsoft.com/office/drawing/2014/main" id="{1A2185F3-F108-853D-3255-FBA2FD5BE5E0}"/>
                  </a:ext>
                </a:extLst>
              </p:cNvPr>
              <p:cNvSpPr/>
              <p:nvPr/>
            </p:nvSpPr>
            <p:spPr>
              <a:xfrm>
                <a:off x="9550249" y="5028853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8 h 6345"/>
                  <a:gd name="connsiteX2" fmla="*/ 6591 w 6343"/>
                  <a:gd name="connsiteY2" fmla="*/ 3295 h 6345"/>
                  <a:gd name="connsiteX3" fmla="*/ 5662 w 6343"/>
                  <a:gd name="connsiteY3" fmla="*/ 1051 h 6345"/>
                  <a:gd name="connsiteX4" fmla="*/ 3419 w 6343"/>
                  <a:gd name="connsiteY4" fmla="*/ 122 h 6345"/>
                  <a:gd name="connsiteX5" fmla="*/ 1177 w 6343"/>
                  <a:gd name="connsiteY5" fmla="*/ 1051 h 6345"/>
                  <a:gd name="connsiteX6" fmla="*/ 248 w 6343"/>
                  <a:gd name="connsiteY6" fmla="*/ 3295 h 6345"/>
                  <a:gd name="connsiteX7" fmla="*/ 1177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3"/>
                      <a:pt x="5662" y="5538"/>
                    </a:cubicBezTo>
                    <a:cubicBezTo>
                      <a:pt x="6257" y="4943"/>
                      <a:pt x="6591" y="4136"/>
                      <a:pt x="6591" y="3295"/>
                    </a:cubicBezTo>
                    <a:cubicBezTo>
                      <a:pt x="6591" y="2453"/>
                      <a:pt x="6257" y="1646"/>
                      <a:pt x="5662" y="1051"/>
                    </a:cubicBezTo>
                    <a:cubicBezTo>
                      <a:pt x="5067" y="456"/>
                      <a:pt x="4260" y="122"/>
                      <a:pt x="3419" y="122"/>
                    </a:cubicBezTo>
                    <a:cubicBezTo>
                      <a:pt x="2578" y="122"/>
                      <a:pt x="1771" y="456"/>
                      <a:pt x="1177" y="1051"/>
                    </a:cubicBezTo>
                    <a:cubicBezTo>
                      <a:pt x="582" y="1646"/>
                      <a:pt x="248" y="2453"/>
                      <a:pt x="248" y="3295"/>
                    </a:cubicBezTo>
                    <a:cubicBezTo>
                      <a:pt x="248" y="4136"/>
                      <a:pt x="582" y="4943"/>
                      <a:pt x="1177" y="5538"/>
                    </a:cubicBezTo>
                    <a:cubicBezTo>
                      <a:pt x="1771" y="6133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21" name="Freeform: Shape 8520">
                <a:extLst>
                  <a:ext uri="{FF2B5EF4-FFF2-40B4-BE49-F238E27FC236}">
                    <a16:creationId xmlns:a16="http://schemas.microsoft.com/office/drawing/2014/main" id="{81F8623F-E23C-C23D-2EF2-0438970BCDEE}"/>
                  </a:ext>
                </a:extLst>
              </p:cNvPr>
              <p:cNvSpPr/>
              <p:nvPr/>
            </p:nvSpPr>
            <p:spPr>
              <a:xfrm>
                <a:off x="9551873" y="5029508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2 w 6343"/>
                  <a:gd name="connsiteY1" fmla="*/ 5538 h 6345"/>
                  <a:gd name="connsiteX2" fmla="*/ 6591 w 6343"/>
                  <a:gd name="connsiteY2" fmla="*/ 3295 h 6345"/>
                  <a:gd name="connsiteX3" fmla="*/ 5662 w 6343"/>
                  <a:gd name="connsiteY3" fmla="*/ 1051 h 6345"/>
                  <a:gd name="connsiteX4" fmla="*/ 3419 w 6343"/>
                  <a:gd name="connsiteY4" fmla="*/ 122 h 6345"/>
                  <a:gd name="connsiteX5" fmla="*/ 1177 w 6343"/>
                  <a:gd name="connsiteY5" fmla="*/ 1051 h 6345"/>
                  <a:gd name="connsiteX6" fmla="*/ 248 w 6343"/>
                  <a:gd name="connsiteY6" fmla="*/ 3295 h 6345"/>
                  <a:gd name="connsiteX7" fmla="*/ 1177 w 6343"/>
                  <a:gd name="connsiteY7" fmla="*/ 5538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3"/>
                      <a:pt x="5662" y="5538"/>
                    </a:cubicBezTo>
                    <a:cubicBezTo>
                      <a:pt x="6257" y="4943"/>
                      <a:pt x="6591" y="4136"/>
                      <a:pt x="6591" y="3295"/>
                    </a:cubicBezTo>
                    <a:cubicBezTo>
                      <a:pt x="6591" y="2453"/>
                      <a:pt x="6257" y="1646"/>
                      <a:pt x="5662" y="1051"/>
                    </a:cubicBezTo>
                    <a:cubicBezTo>
                      <a:pt x="5067" y="456"/>
                      <a:pt x="4260" y="122"/>
                      <a:pt x="3419" y="122"/>
                    </a:cubicBezTo>
                    <a:cubicBezTo>
                      <a:pt x="2578" y="122"/>
                      <a:pt x="1771" y="456"/>
                      <a:pt x="1177" y="1051"/>
                    </a:cubicBezTo>
                    <a:cubicBezTo>
                      <a:pt x="582" y="1646"/>
                      <a:pt x="248" y="2453"/>
                      <a:pt x="248" y="3295"/>
                    </a:cubicBezTo>
                    <a:cubicBezTo>
                      <a:pt x="248" y="4136"/>
                      <a:pt x="582" y="4943"/>
                      <a:pt x="1177" y="5538"/>
                    </a:cubicBezTo>
                    <a:cubicBezTo>
                      <a:pt x="1771" y="6133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22" name="Freeform: Shape 8521">
                <a:extLst>
                  <a:ext uri="{FF2B5EF4-FFF2-40B4-BE49-F238E27FC236}">
                    <a16:creationId xmlns:a16="http://schemas.microsoft.com/office/drawing/2014/main" id="{70A1B04A-FA0C-DA61-5623-F952FBE3D9F3}"/>
                  </a:ext>
                </a:extLst>
              </p:cNvPr>
              <p:cNvSpPr/>
              <p:nvPr/>
            </p:nvSpPr>
            <p:spPr>
              <a:xfrm>
                <a:off x="9553182" y="5030926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2 w 6343"/>
                  <a:gd name="connsiteY1" fmla="*/ 5538 h 6345"/>
                  <a:gd name="connsiteX2" fmla="*/ 6591 w 6343"/>
                  <a:gd name="connsiteY2" fmla="*/ 3295 h 6345"/>
                  <a:gd name="connsiteX3" fmla="*/ 5662 w 6343"/>
                  <a:gd name="connsiteY3" fmla="*/ 1052 h 6345"/>
                  <a:gd name="connsiteX4" fmla="*/ 3419 w 6343"/>
                  <a:gd name="connsiteY4" fmla="*/ 122 h 6345"/>
                  <a:gd name="connsiteX5" fmla="*/ 1177 w 6343"/>
                  <a:gd name="connsiteY5" fmla="*/ 1052 h 6345"/>
                  <a:gd name="connsiteX6" fmla="*/ 248 w 6343"/>
                  <a:gd name="connsiteY6" fmla="*/ 3295 h 6345"/>
                  <a:gd name="connsiteX7" fmla="*/ 1177 w 6343"/>
                  <a:gd name="connsiteY7" fmla="*/ 5538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1" y="6468"/>
                      <a:pt x="5067" y="6133"/>
                      <a:pt x="5662" y="5538"/>
                    </a:cubicBezTo>
                    <a:cubicBezTo>
                      <a:pt x="6257" y="4943"/>
                      <a:pt x="6591" y="4136"/>
                      <a:pt x="6591" y="3295"/>
                    </a:cubicBezTo>
                    <a:cubicBezTo>
                      <a:pt x="6591" y="2454"/>
                      <a:pt x="6257" y="1646"/>
                      <a:pt x="5662" y="1052"/>
                    </a:cubicBezTo>
                    <a:cubicBezTo>
                      <a:pt x="5067" y="457"/>
                      <a:pt x="4261" y="122"/>
                      <a:pt x="3419" y="122"/>
                    </a:cubicBezTo>
                    <a:cubicBezTo>
                      <a:pt x="2578" y="122"/>
                      <a:pt x="1772" y="457"/>
                      <a:pt x="1177" y="1052"/>
                    </a:cubicBezTo>
                    <a:cubicBezTo>
                      <a:pt x="582" y="1646"/>
                      <a:pt x="248" y="2454"/>
                      <a:pt x="248" y="3295"/>
                    </a:cubicBezTo>
                    <a:cubicBezTo>
                      <a:pt x="248" y="4136"/>
                      <a:pt x="582" y="4943"/>
                      <a:pt x="1177" y="5538"/>
                    </a:cubicBezTo>
                    <a:cubicBezTo>
                      <a:pt x="1772" y="6133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23" name="Freeform: Shape 8522">
                <a:extLst>
                  <a:ext uri="{FF2B5EF4-FFF2-40B4-BE49-F238E27FC236}">
                    <a16:creationId xmlns:a16="http://schemas.microsoft.com/office/drawing/2014/main" id="{A5DC8E97-7225-D46F-0F1D-A7DB2D0CFC67}"/>
                  </a:ext>
                </a:extLst>
              </p:cNvPr>
              <p:cNvSpPr/>
              <p:nvPr/>
            </p:nvSpPr>
            <p:spPr>
              <a:xfrm>
                <a:off x="9554623" y="5032004"/>
                <a:ext cx="6343" cy="6345"/>
              </a:xfrm>
              <a:custGeom>
                <a:avLst/>
                <a:gdLst>
                  <a:gd name="connsiteX0" fmla="*/ 3420 w 6343"/>
                  <a:gd name="connsiteY0" fmla="*/ 6468 h 6345"/>
                  <a:gd name="connsiteX1" fmla="*/ 5662 w 6343"/>
                  <a:gd name="connsiteY1" fmla="*/ 5538 h 6345"/>
                  <a:gd name="connsiteX2" fmla="*/ 6591 w 6343"/>
                  <a:gd name="connsiteY2" fmla="*/ 3295 h 6345"/>
                  <a:gd name="connsiteX3" fmla="*/ 5662 w 6343"/>
                  <a:gd name="connsiteY3" fmla="*/ 1052 h 6345"/>
                  <a:gd name="connsiteX4" fmla="*/ 3420 w 6343"/>
                  <a:gd name="connsiteY4" fmla="*/ 122 h 6345"/>
                  <a:gd name="connsiteX5" fmla="*/ 1177 w 6343"/>
                  <a:gd name="connsiteY5" fmla="*/ 1052 h 6345"/>
                  <a:gd name="connsiteX6" fmla="*/ 248 w 6343"/>
                  <a:gd name="connsiteY6" fmla="*/ 3295 h 6345"/>
                  <a:gd name="connsiteX7" fmla="*/ 1177 w 6343"/>
                  <a:gd name="connsiteY7" fmla="*/ 5538 h 6345"/>
                  <a:gd name="connsiteX8" fmla="*/ 342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68"/>
                    </a:moveTo>
                    <a:cubicBezTo>
                      <a:pt x="4261" y="6468"/>
                      <a:pt x="5067" y="6133"/>
                      <a:pt x="5662" y="5538"/>
                    </a:cubicBezTo>
                    <a:cubicBezTo>
                      <a:pt x="6257" y="4944"/>
                      <a:pt x="6591" y="4136"/>
                      <a:pt x="6591" y="3295"/>
                    </a:cubicBezTo>
                    <a:cubicBezTo>
                      <a:pt x="6591" y="2454"/>
                      <a:pt x="6257" y="1647"/>
                      <a:pt x="5662" y="1052"/>
                    </a:cubicBezTo>
                    <a:cubicBezTo>
                      <a:pt x="5067" y="457"/>
                      <a:pt x="4261" y="122"/>
                      <a:pt x="3420" y="122"/>
                    </a:cubicBezTo>
                    <a:cubicBezTo>
                      <a:pt x="2578" y="122"/>
                      <a:pt x="1772" y="457"/>
                      <a:pt x="1177" y="1052"/>
                    </a:cubicBezTo>
                    <a:cubicBezTo>
                      <a:pt x="582" y="1647"/>
                      <a:pt x="248" y="2454"/>
                      <a:pt x="248" y="3295"/>
                    </a:cubicBezTo>
                    <a:cubicBezTo>
                      <a:pt x="248" y="4136"/>
                      <a:pt x="582" y="4944"/>
                      <a:pt x="1177" y="5538"/>
                    </a:cubicBezTo>
                    <a:cubicBezTo>
                      <a:pt x="1772" y="6133"/>
                      <a:pt x="2578" y="6468"/>
                      <a:pt x="342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24" name="Freeform: Shape 8523">
                <a:extLst>
                  <a:ext uri="{FF2B5EF4-FFF2-40B4-BE49-F238E27FC236}">
                    <a16:creationId xmlns:a16="http://schemas.microsoft.com/office/drawing/2014/main" id="{39AC812B-CC7A-4B3C-169B-70E343115CFC}"/>
                  </a:ext>
                </a:extLst>
              </p:cNvPr>
              <p:cNvSpPr/>
              <p:nvPr/>
            </p:nvSpPr>
            <p:spPr>
              <a:xfrm>
                <a:off x="9532125" y="5173952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50 h 6345"/>
                  <a:gd name="connsiteX2" fmla="*/ 6589 w 6343"/>
                  <a:gd name="connsiteY2" fmla="*/ 3306 h 6345"/>
                  <a:gd name="connsiteX3" fmla="*/ 5660 w 6343"/>
                  <a:gd name="connsiteY3" fmla="*/ 1063 h 6345"/>
                  <a:gd name="connsiteX4" fmla="*/ 3418 w 6343"/>
                  <a:gd name="connsiteY4" fmla="*/ 134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0" y="5550"/>
                    </a:cubicBezTo>
                    <a:cubicBezTo>
                      <a:pt x="6255" y="4955"/>
                      <a:pt x="6589" y="4148"/>
                      <a:pt x="6589" y="3306"/>
                    </a:cubicBezTo>
                    <a:cubicBezTo>
                      <a:pt x="6589" y="2465"/>
                      <a:pt x="6255" y="1658"/>
                      <a:pt x="5660" y="1063"/>
                    </a:cubicBezTo>
                    <a:cubicBezTo>
                      <a:pt x="5066" y="468"/>
                      <a:pt x="4259" y="134"/>
                      <a:pt x="3418" y="134"/>
                    </a:cubicBezTo>
                    <a:cubicBezTo>
                      <a:pt x="2577" y="134"/>
                      <a:pt x="1770" y="468"/>
                      <a:pt x="1175" y="1063"/>
                    </a:cubicBezTo>
                    <a:cubicBezTo>
                      <a:pt x="580" y="1658"/>
                      <a:pt x="246" y="2465"/>
                      <a:pt x="246" y="3306"/>
                    </a:cubicBezTo>
                    <a:cubicBezTo>
                      <a:pt x="246" y="4148"/>
                      <a:pt x="580" y="4955"/>
                      <a:pt x="1175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25" name="Freeform: Shape 8524">
                <a:extLst>
                  <a:ext uri="{FF2B5EF4-FFF2-40B4-BE49-F238E27FC236}">
                    <a16:creationId xmlns:a16="http://schemas.microsoft.com/office/drawing/2014/main" id="{3CA7493B-6703-5CBF-9699-B60D99ACE214}"/>
                  </a:ext>
                </a:extLst>
              </p:cNvPr>
              <p:cNvSpPr/>
              <p:nvPr/>
            </p:nvSpPr>
            <p:spPr>
              <a:xfrm>
                <a:off x="9533233" y="517398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50 h 6345"/>
                  <a:gd name="connsiteX2" fmla="*/ 6589 w 6343"/>
                  <a:gd name="connsiteY2" fmla="*/ 3306 h 6345"/>
                  <a:gd name="connsiteX3" fmla="*/ 5660 w 6343"/>
                  <a:gd name="connsiteY3" fmla="*/ 1063 h 6345"/>
                  <a:gd name="connsiteX4" fmla="*/ 3418 w 6343"/>
                  <a:gd name="connsiteY4" fmla="*/ 134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0" y="5550"/>
                    </a:cubicBezTo>
                    <a:cubicBezTo>
                      <a:pt x="6255" y="4955"/>
                      <a:pt x="6589" y="4148"/>
                      <a:pt x="6589" y="3306"/>
                    </a:cubicBezTo>
                    <a:cubicBezTo>
                      <a:pt x="6589" y="2465"/>
                      <a:pt x="6255" y="1658"/>
                      <a:pt x="5660" y="1063"/>
                    </a:cubicBezTo>
                    <a:cubicBezTo>
                      <a:pt x="5066" y="468"/>
                      <a:pt x="4259" y="134"/>
                      <a:pt x="3418" y="134"/>
                    </a:cubicBezTo>
                    <a:cubicBezTo>
                      <a:pt x="2577" y="134"/>
                      <a:pt x="1770" y="468"/>
                      <a:pt x="1175" y="1063"/>
                    </a:cubicBezTo>
                    <a:cubicBezTo>
                      <a:pt x="580" y="1658"/>
                      <a:pt x="246" y="2465"/>
                      <a:pt x="246" y="3306"/>
                    </a:cubicBezTo>
                    <a:cubicBezTo>
                      <a:pt x="246" y="4148"/>
                      <a:pt x="580" y="4955"/>
                      <a:pt x="1175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26" name="Freeform: Shape 8525">
                <a:extLst>
                  <a:ext uri="{FF2B5EF4-FFF2-40B4-BE49-F238E27FC236}">
                    <a16:creationId xmlns:a16="http://schemas.microsoft.com/office/drawing/2014/main" id="{48848E85-D0B6-6244-9F98-11AACEFD54FF}"/>
                  </a:ext>
                </a:extLst>
              </p:cNvPr>
              <p:cNvSpPr/>
              <p:nvPr/>
            </p:nvSpPr>
            <p:spPr>
              <a:xfrm>
                <a:off x="9537055" y="517042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7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27" name="Freeform: Shape 8526">
                <a:extLst>
                  <a:ext uri="{FF2B5EF4-FFF2-40B4-BE49-F238E27FC236}">
                    <a16:creationId xmlns:a16="http://schemas.microsoft.com/office/drawing/2014/main" id="{1BF643A1-B891-FA46-BAAA-BAF1F27DCAD0}"/>
                  </a:ext>
                </a:extLst>
              </p:cNvPr>
              <p:cNvSpPr/>
              <p:nvPr/>
            </p:nvSpPr>
            <p:spPr>
              <a:xfrm>
                <a:off x="9538077" y="517064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28" name="Freeform: Shape 8527">
                <a:extLst>
                  <a:ext uri="{FF2B5EF4-FFF2-40B4-BE49-F238E27FC236}">
                    <a16:creationId xmlns:a16="http://schemas.microsoft.com/office/drawing/2014/main" id="{3FBDF7B1-656F-6172-1547-5740E3559A51}"/>
                  </a:ext>
                </a:extLst>
              </p:cNvPr>
              <p:cNvSpPr/>
              <p:nvPr/>
            </p:nvSpPr>
            <p:spPr>
              <a:xfrm>
                <a:off x="9539023" y="517097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29" name="Freeform: Shape 8528">
                <a:extLst>
                  <a:ext uri="{FF2B5EF4-FFF2-40B4-BE49-F238E27FC236}">
                    <a16:creationId xmlns:a16="http://schemas.microsoft.com/office/drawing/2014/main" id="{21F63BA5-7413-7443-BDD9-540D140752C2}"/>
                  </a:ext>
                </a:extLst>
              </p:cNvPr>
              <p:cNvSpPr/>
              <p:nvPr/>
            </p:nvSpPr>
            <p:spPr>
              <a:xfrm>
                <a:off x="9540085" y="5171162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30" name="Freeform: Shape 8529">
                <a:extLst>
                  <a:ext uri="{FF2B5EF4-FFF2-40B4-BE49-F238E27FC236}">
                    <a16:creationId xmlns:a16="http://schemas.microsoft.com/office/drawing/2014/main" id="{FE0EA9FF-4277-D940-414C-0F1ED59365CE}"/>
                  </a:ext>
                </a:extLst>
              </p:cNvPr>
              <p:cNvSpPr/>
              <p:nvPr/>
            </p:nvSpPr>
            <p:spPr>
              <a:xfrm>
                <a:off x="9541225" y="5171260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31" name="Freeform: Shape 8530">
                <a:extLst>
                  <a:ext uri="{FF2B5EF4-FFF2-40B4-BE49-F238E27FC236}">
                    <a16:creationId xmlns:a16="http://schemas.microsoft.com/office/drawing/2014/main" id="{A40E633A-B5AB-B48D-BF72-E680DC6A7AA0}"/>
                  </a:ext>
                </a:extLst>
              </p:cNvPr>
              <p:cNvSpPr/>
              <p:nvPr/>
            </p:nvSpPr>
            <p:spPr>
              <a:xfrm>
                <a:off x="9542407" y="517131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32" name="Freeform: Shape 8531">
                <a:extLst>
                  <a:ext uri="{FF2B5EF4-FFF2-40B4-BE49-F238E27FC236}">
                    <a16:creationId xmlns:a16="http://schemas.microsoft.com/office/drawing/2014/main" id="{6D9F8485-C198-CFD3-05FA-DEABEF6972F1}"/>
                  </a:ext>
                </a:extLst>
              </p:cNvPr>
              <p:cNvSpPr/>
              <p:nvPr/>
            </p:nvSpPr>
            <p:spPr>
              <a:xfrm>
                <a:off x="9543513" y="517148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33" name="Freeform: Shape 8532">
                <a:extLst>
                  <a:ext uri="{FF2B5EF4-FFF2-40B4-BE49-F238E27FC236}">
                    <a16:creationId xmlns:a16="http://schemas.microsoft.com/office/drawing/2014/main" id="{7AA87963-B9B9-5C5F-3715-B7E42872BA23}"/>
                  </a:ext>
                </a:extLst>
              </p:cNvPr>
              <p:cNvSpPr/>
              <p:nvPr/>
            </p:nvSpPr>
            <p:spPr>
              <a:xfrm>
                <a:off x="9544819" y="517141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34" name="Freeform: Shape 8533">
                <a:extLst>
                  <a:ext uri="{FF2B5EF4-FFF2-40B4-BE49-F238E27FC236}">
                    <a16:creationId xmlns:a16="http://schemas.microsoft.com/office/drawing/2014/main" id="{A088D9FC-DE95-2D49-9A4C-A8468BF09ABF}"/>
                  </a:ext>
                </a:extLst>
              </p:cNvPr>
              <p:cNvSpPr/>
              <p:nvPr/>
            </p:nvSpPr>
            <p:spPr>
              <a:xfrm>
                <a:off x="9546090" y="517140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35" name="Freeform: Shape 8534">
                <a:extLst>
                  <a:ext uri="{FF2B5EF4-FFF2-40B4-BE49-F238E27FC236}">
                    <a16:creationId xmlns:a16="http://schemas.microsoft.com/office/drawing/2014/main" id="{9349D855-9CE6-5AD1-B8D7-B3E927EFD2E2}"/>
                  </a:ext>
                </a:extLst>
              </p:cNvPr>
              <p:cNvSpPr/>
              <p:nvPr/>
            </p:nvSpPr>
            <p:spPr>
              <a:xfrm>
                <a:off x="9547688" y="517102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36" name="Freeform: Shape 8535">
                <a:extLst>
                  <a:ext uri="{FF2B5EF4-FFF2-40B4-BE49-F238E27FC236}">
                    <a16:creationId xmlns:a16="http://schemas.microsoft.com/office/drawing/2014/main" id="{B7CA5BA1-49CD-ED58-313A-0C905309F88B}"/>
                  </a:ext>
                </a:extLst>
              </p:cNvPr>
              <p:cNvSpPr/>
              <p:nvPr/>
            </p:nvSpPr>
            <p:spPr>
              <a:xfrm>
                <a:off x="9549253" y="517070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5"/>
                      <a:pt x="6256" y="1657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37" name="Freeform: Shape 8536">
                <a:extLst>
                  <a:ext uri="{FF2B5EF4-FFF2-40B4-BE49-F238E27FC236}">
                    <a16:creationId xmlns:a16="http://schemas.microsoft.com/office/drawing/2014/main" id="{CCE54447-A847-6699-AFED-9C37B8AF1452}"/>
                  </a:ext>
                </a:extLst>
              </p:cNvPr>
              <p:cNvSpPr/>
              <p:nvPr/>
            </p:nvSpPr>
            <p:spPr>
              <a:xfrm>
                <a:off x="9550744" y="517049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38" name="Freeform: Shape 8537">
                <a:extLst>
                  <a:ext uri="{FF2B5EF4-FFF2-40B4-BE49-F238E27FC236}">
                    <a16:creationId xmlns:a16="http://schemas.microsoft.com/office/drawing/2014/main" id="{F1AFE061-9113-F6A9-689F-77E0C9D13344}"/>
                  </a:ext>
                </a:extLst>
              </p:cNvPr>
              <p:cNvSpPr/>
              <p:nvPr/>
            </p:nvSpPr>
            <p:spPr>
              <a:xfrm>
                <a:off x="9551871" y="517072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39" name="Freeform: Shape 8538">
                <a:extLst>
                  <a:ext uri="{FF2B5EF4-FFF2-40B4-BE49-F238E27FC236}">
                    <a16:creationId xmlns:a16="http://schemas.microsoft.com/office/drawing/2014/main" id="{9D31B4AD-9259-10D4-7FD2-76A71F02BB13}"/>
                  </a:ext>
                </a:extLst>
              </p:cNvPr>
              <p:cNvSpPr/>
              <p:nvPr/>
            </p:nvSpPr>
            <p:spPr>
              <a:xfrm>
                <a:off x="9553206" y="517073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40" name="Freeform: Shape 8539">
                <a:extLst>
                  <a:ext uri="{FF2B5EF4-FFF2-40B4-BE49-F238E27FC236}">
                    <a16:creationId xmlns:a16="http://schemas.microsoft.com/office/drawing/2014/main" id="{FF7698AA-A45C-1F5C-D389-1312E5DA9676}"/>
                  </a:ext>
                </a:extLst>
              </p:cNvPr>
              <p:cNvSpPr/>
              <p:nvPr/>
            </p:nvSpPr>
            <p:spPr>
              <a:xfrm>
                <a:off x="9554630" y="517065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41" name="Freeform: Shape 8540">
                <a:extLst>
                  <a:ext uri="{FF2B5EF4-FFF2-40B4-BE49-F238E27FC236}">
                    <a16:creationId xmlns:a16="http://schemas.microsoft.com/office/drawing/2014/main" id="{4B3FF465-3166-3C24-E5E2-3C9498F2307C}"/>
                  </a:ext>
                </a:extLst>
              </p:cNvPr>
              <p:cNvSpPr/>
              <p:nvPr/>
            </p:nvSpPr>
            <p:spPr>
              <a:xfrm>
                <a:off x="9555931" y="517072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42" name="Freeform: Shape 8541">
                <a:extLst>
                  <a:ext uri="{FF2B5EF4-FFF2-40B4-BE49-F238E27FC236}">
                    <a16:creationId xmlns:a16="http://schemas.microsoft.com/office/drawing/2014/main" id="{1C8B3D90-2C71-E507-5D3A-87D1F6679ED0}"/>
                  </a:ext>
                </a:extLst>
              </p:cNvPr>
              <p:cNvSpPr/>
              <p:nvPr/>
            </p:nvSpPr>
            <p:spPr>
              <a:xfrm>
                <a:off x="9557279" y="517076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43" name="Freeform: Shape 8542">
                <a:extLst>
                  <a:ext uri="{FF2B5EF4-FFF2-40B4-BE49-F238E27FC236}">
                    <a16:creationId xmlns:a16="http://schemas.microsoft.com/office/drawing/2014/main" id="{38B2C6AB-5DFD-33FB-CA79-4D2F5D962B49}"/>
                  </a:ext>
                </a:extLst>
              </p:cNvPr>
              <p:cNvSpPr/>
              <p:nvPr/>
            </p:nvSpPr>
            <p:spPr>
              <a:xfrm>
                <a:off x="9558715" y="517072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7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7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44" name="Freeform: Shape 8543">
                <a:extLst>
                  <a:ext uri="{FF2B5EF4-FFF2-40B4-BE49-F238E27FC236}">
                    <a16:creationId xmlns:a16="http://schemas.microsoft.com/office/drawing/2014/main" id="{455DAEDE-862C-019D-B923-E5CC1750E70C}"/>
                  </a:ext>
                </a:extLst>
              </p:cNvPr>
              <p:cNvSpPr/>
              <p:nvPr/>
            </p:nvSpPr>
            <p:spPr>
              <a:xfrm>
                <a:off x="9560156" y="517070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2" y="4147"/>
                      <a:pt x="6592" y="3306"/>
                    </a:cubicBezTo>
                    <a:cubicBezTo>
                      <a:pt x="6592" y="2465"/>
                      <a:pt x="6257" y="1657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7"/>
                      <a:pt x="248" y="2465"/>
                      <a:pt x="248" y="3306"/>
                    </a:cubicBezTo>
                    <a:cubicBezTo>
                      <a:pt x="248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45" name="Freeform: Shape 8544">
                <a:extLst>
                  <a:ext uri="{FF2B5EF4-FFF2-40B4-BE49-F238E27FC236}">
                    <a16:creationId xmlns:a16="http://schemas.microsoft.com/office/drawing/2014/main" id="{426D43CC-599D-AA49-EC15-7A3B34A767FB}"/>
                  </a:ext>
                </a:extLst>
              </p:cNvPr>
              <p:cNvSpPr/>
              <p:nvPr/>
            </p:nvSpPr>
            <p:spPr>
              <a:xfrm>
                <a:off x="9561645" y="517064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9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2" y="4147"/>
                      <a:pt x="6592" y="3306"/>
                    </a:cubicBezTo>
                    <a:cubicBezTo>
                      <a:pt x="6592" y="2465"/>
                      <a:pt x="6257" y="1657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7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46" name="Freeform: Shape 8545">
                <a:extLst>
                  <a:ext uri="{FF2B5EF4-FFF2-40B4-BE49-F238E27FC236}">
                    <a16:creationId xmlns:a16="http://schemas.microsoft.com/office/drawing/2014/main" id="{2DAFBE7D-C930-1FDD-2C4E-EDAE8A694FBF}"/>
                  </a:ext>
                </a:extLst>
              </p:cNvPr>
              <p:cNvSpPr/>
              <p:nvPr/>
            </p:nvSpPr>
            <p:spPr>
              <a:xfrm>
                <a:off x="9563052" y="517068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5"/>
                      <a:pt x="6258" y="1657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7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47" name="Freeform: Shape 8546">
                <a:extLst>
                  <a:ext uri="{FF2B5EF4-FFF2-40B4-BE49-F238E27FC236}">
                    <a16:creationId xmlns:a16="http://schemas.microsoft.com/office/drawing/2014/main" id="{25DB8F96-4118-123B-A603-C8ABCEBF2E5C}"/>
                  </a:ext>
                </a:extLst>
              </p:cNvPr>
              <p:cNvSpPr/>
              <p:nvPr/>
            </p:nvSpPr>
            <p:spPr>
              <a:xfrm>
                <a:off x="9564332" y="517087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48" name="Freeform: Shape 8547">
                <a:extLst>
                  <a:ext uri="{FF2B5EF4-FFF2-40B4-BE49-F238E27FC236}">
                    <a16:creationId xmlns:a16="http://schemas.microsoft.com/office/drawing/2014/main" id="{EE463E0C-70E5-D096-ECB6-2493FE3C4A34}"/>
                  </a:ext>
                </a:extLst>
              </p:cNvPr>
              <p:cNvSpPr/>
              <p:nvPr/>
            </p:nvSpPr>
            <p:spPr>
              <a:xfrm>
                <a:off x="9564952" y="517175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5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5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49" name="Freeform: Shape 8548">
                <a:extLst>
                  <a:ext uri="{FF2B5EF4-FFF2-40B4-BE49-F238E27FC236}">
                    <a16:creationId xmlns:a16="http://schemas.microsoft.com/office/drawing/2014/main" id="{F0E0DB3E-A648-6837-1DA9-C4E340B319D1}"/>
                  </a:ext>
                </a:extLst>
              </p:cNvPr>
              <p:cNvSpPr/>
              <p:nvPr/>
            </p:nvSpPr>
            <p:spPr>
              <a:xfrm>
                <a:off x="9568847" y="5169345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50" name="Freeform: Shape 8549">
                <a:extLst>
                  <a:ext uri="{FF2B5EF4-FFF2-40B4-BE49-F238E27FC236}">
                    <a16:creationId xmlns:a16="http://schemas.microsoft.com/office/drawing/2014/main" id="{372FA5BE-7141-0081-B98B-55A7F7B8A854}"/>
                  </a:ext>
                </a:extLst>
              </p:cNvPr>
              <p:cNvSpPr/>
              <p:nvPr/>
            </p:nvSpPr>
            <p:spPr>
              <a:xfrm>
                <a:off x="9656248" y="5087027"/>
                <a:ext cx="6343" cy="6345"/>
              </a:xfrm>
              <a:custGeom>
                <a:avLst/>
                <a:gdLst>
                  <a:gd name="connsiteX0" fmla="*/ 3428 w 6343"/>
                  <a:gd name="connsiteY0" fmla="*/ 6472 h 6345"/>
                  <a:gd name="connsiteX1" fmla="*/ 5670 w 6343"/>
                  <a:gd name="connsiteY1" fmla="*/ 5543 h 6345"/>
                  <a:gd name="connsiteX2" fmla="*/ 6599 w 6343"/>
                  <a:gd name="connsiteY2" fmla="*/ 3299 h 6345"/>
                  <a:gd name="connsiteX3" fmla="*/ 5670 w 6343"/>
                  <a:gd name="connsiteY3" fmla="*/ 1056 h 6345"/>
                  <a:gd name="connsiteX4" fmla="*/ 3428 w 6343"/>
                  <a:gd name="connsiteY4" fmla="*/ 127 h 6345"/>
                  <a:gd name="connsiteX5" fmla="*/ 1185 w 6343"/>
                  <a:gd name="connsiteY5" fmla="*/ 1056 h 6345"/>
                  <a:gd name="connsiteX6" fmla="*/ 256 w 6343"/>
                  <a:gd name="connsiteY6" fmla="*/ 3299 h 6345"/>
                  <a:gd name="connsiteX7" fmla="*/ 1185 w 6343"/>
                  <a:gd name="connsiteY7" fmla="*/ 5543 h 6345"/>
                  <a:gd name="connsiteX8" fmla="*/ 3428 w 6343"/>
                  <a:gd name="connsiteY8" fmla="*/ 64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2"/>
                    </a:moveTo>
                    <a:cubicBezTo>
                      <a:pt x="4269" y="6472"/>
                      <a:pt x="5075" y="6138"/>
                      <a:pt x="5670" y="5543"/>
                    </a:cubicBezTo>
                    <a:cubicBezTo>
                      <a:pt x="6265" y="4948"/>
                      <a:pt x="6599" y="4141"/>
                      <a:pt x="6599" y="3299"/>
                    </a:cubicBezTo>
                    <a:cubicBezTo>
                      <a:pt x="6599" y="2458"/>
                      <a:pt x="6265" y="1651"/>
                      <a:pt x="5670" y="1056"/>
                    </a:cubicBezTo>
                    <a:cubicBezTo>
                      <a:pt x="5075" y="461"/>
                      <a:pt x="4269" y="127"/>
                      <a:pt x="3428" y="127"/>
                    </a:cubicBezTo>
                    <a:cubicBezTo>
                      <a:pt x="2586" y="127"/>
                      <a:pt x="1780" y="461"/>
                      <a:pt x="1185" y="1056"/>
                    </a:cubicBezTo>
                    <a:cubicBezTo>
                      <a:pt x="590" y="1651"/>
                      <a:pt x="256" y="2458"/>
                      <a:pt x="256" y="3299"/>
                    </a:cubicBezTo>
                    <a:cubicBezTo>
                      <a:pt x="256" y="4141"/>
                      <a:pt x="590" y="4948"/>
                      <a:pt x="1185" y="5543"/>
                    </a:cubicBezTo>
                    <a:cubicBezTo>
                      <a:pt x="1780" y="6138"/>
                      <a:pt x="2586" y="6472"/>
                      <a:pt x="3428" y="64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51" name="Freeform: Shape 8550">
                <a:extLst>
                  <a:ext uri="{FF2B5EF4-FFF2-40B4-BE49-F238E27FC236}">
                    <a16:creationId xmlns:a16="http://schemas.microsoft.com/office/drawing/2014/main" id="{EFFC1CBD-A0A4-597F-187C-BF8A7CA8948F}"/>
                  </a:ext>
                </a:extLst>
              </p:cNvPr>
              <p:cNvSpPr/>
              <p:nvPr/>
            </p:nvSpPr>
            <p:spPr>
              <a:xfrm>
                <a:off x="9656837" y="5088985"/>
                <a:ext cx="6343" cy="6345"/>
              </a:xfrm>
              <a:custGeom>
                <a:avLst/>
                <a:gdLst>
                  <a:gd name="connsiteX0" fmla="*/ 3428 w 6343"/>
                  <a:gd name="connsiteY0" fmla="*/ 6472 h 6345"/>
                  <a:gd name="connsiteX1" fmla="*/ 5670 w 6343"/>
                  <a:gd name="connsiteY1" fmla="*/ 5543 h 6345"/>
                  <a:gd name="connsiteX2" fmla="*/ 6599 w 6343"/>
                  <a:gd name="connsiteY2" fmla="*/ 3300 h 6345"/>
                  <a:gd name="connsiteX3" fmla="*/ 5670 w 6343"/>
                  <a:gd name="connsiteY3" fmla="*/ 1056 h 6345"/>
                  <a:gd name="connsiteX4" fmla="*/ 3428 w 6343"/>
                  <a:gd name="connsiteY4" fmla="*/ 127 h 6345"/>
                  <a:gd name="connsiteX5" fmla="*/ 1185 w 6343"/>
                  <a:gd name="connsiteY5" fmla="*/ 1056 h 6345"/>
                  <a:gd name="connsiteX6" fmla="*/ 256 w 6343"/>
                  <a:gd name="connsiteY6" fmla="*/ 3300 h 6345"/>
                  <a:gd name="connsiteX7" fmla="*/ 1185 w 6343"/>
                  <a:gd name="connsiteY7" fmla="*/ 5543 h 6345"/>
                  <a:gd name="connsiteX8" fmla="*/ 3428 w 6343"/>
                  <a:gd name="connsiteY8" fmla="*/ 64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2"/>
                    </a:moveTo>
                    <a:cubicBezTo>
                      <a:pt x="4269" y="6472"/>
                      <a:pt x="5075" y="6138"/>
                      <a:pt x="5670" y="5543"/>
                    </a:cubicBezTo>
                    <a:cubicBezTo>
                      <a:pt x="6265" y="4948"/>
                      <a:pt x="6599" y="4141"/>
                      <a:pt x="6599" y="3300"/>
                    </a:cubicBezTo>
                    <a:cubicBezTo>
                      <a:pt x="6599" y="2458"/>
                      <a:pt x="6265" y="1651"/>
                      <a:pt x="5670" y="1056"/>
                    </a:cubicBezTo>
                    <a:cubicBezTo>
                      <a:pt x="5075" y="461"/>
                      <a:pt x="4269" y="127"/>
                      <a:pt x="3428" y="127"/>
                    </a:cubicBezTo>
                    <a:cubicBezTo>
                      <a:pt x="2586" y="127"/>
                      <a:pt x="1780" y="461"/>
                      <a:pt x="1185" y="1056"/>
                    </a:cubicBezTo>
                    <a:cubicBezTo>
                      <a:pt x="590" y="1651"/>
                      <a:pt x="256" y="2458"/>
                      <a:pt x="256" y="3300"/>
                    </a:cubicBezTo>
                    <a:cubicBezTo>
                      <a:pt x="256" y="4141"/>
                      <a:pt x="590" y="4948"/>
                      <a:pt x="1185" y="5543"/>
                    </a:cubicBezTo>
                    <a:cubicBezTo>
                      <a:pt x="1780" y="6138"/>
                      <a:pt x="2586" y="6472"/>
                      <a:pt x="3428" y="64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52" name="Freeform: Shape 8551">
                <a:extLst>
                  <a:ext uri="{FF2B5EF4-FFF2-40B4-BE49-F238E27FC236}">
                    <a16:creationId xmlns:a16="http://schemas.microsoft.com/office/drawing/2014/main" id="{A7ECC105-C65E-93D4-D816-791CA6872106}"/>
                  </a:ext>
                </a:extLst>
              </p:cNvPr>
              <p:cNvSpPr/>
              <p:nvPr/>
            </p:nvSpPr>
            <p:spPr>
              <a:xfrm>
                <a:off x="9656910" y="5091417"/>
                <a:ext cx="6343" cy="6345"/>
              </a:xfrm>
              <a:custGeom>
                <a:avLst/>
                <a:gdLst>
                  <a:gd name="connsiteX0" fmla="*/ 3428 w 6343"/>
                  <a:gd name="connsiteY0" fmla="*/ 6472 h 6345"/>
                  <a:gd name="connsiteX1" fmla="*/ 5670 w 6343"/>
                  <a:gd name="connsiteY1" fmla="*/ 5543 h 6345"/>
                  <a:gd name="connsiteX2" fmla="*/ 6599 w 6343"/>
                  <a:gd name="connsiteY2" fmla="*/ 3300 h 6345"/>
                  <a:gd name="connsiteX3" fmla="*/ 5670 w 6343"/>
                  <a:gd name="connsiteY3" fmla="*/ 1056 h 6345"/>
                  <a:gd name="connsiteX4" fmla="*/ 3428 w 6343"/>
                  <a:gd name="connsiteY4" fmla="*/ 127 h 6345"/>
                  <a:gd name="connsiteX5" fmla="*/ 1185 w 6343"/>
                  <a:gd name="connsiteY5" fmla="*/ 1056 h 6345"/>
                  <a:gd name="connsiteX6" fmla="*/ 256 w 6343"/>
                  <a:gd name="connsiteY6" fmla="*/ 3300 h 6345"/>
                  <a:gd name="connsiteX7" fmla="*/ 1185 w 6343"/>
                  <a:gd name="connsiteY7" fmla="*/ 5543 h 6345"/>
                  <a:gd name="connsiteX8" fmla="*/ 3428 w 6343"/>
                  <a:gd name="connsiteY8" fmla="*/ 64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2"/>
                    </a:moveTo>
                    <a:cubicBezTo>
                      <a:pt x="4269" y="6472"/>
                      <a:pt x="5075" y="6138"/>
                      <a:pt x="5670" y="5543"/>
                    </a:cubicBezTo>
                    <a:cubicBezTo>
                      <a:pt x="6265" y="4948"/>
                      <a:pt x="6599" y="4141"/>
                      <a:pt x="6599" y="3300"/>
                    </a:cubicBezTo>
                    <a:cubicBezTo>
                      <a:pt x="6599" y="2458"/>
                      <a:pt x="6265" y="1651"/>
                      <a:pt x="5670" y="1056"/>
                    </a:cubicBezTo>
                    <a:cubicBezTo>
                      <a:pt x="5075" y="461"/>
                      <a:pt x="4269" y="127"/>
                      <a:pt x="3428" y="127"/>
                    </a:cubicBezTo>
                    <a:cubicBezTo>
                      <a:pt x="2586" y="127"/>
                      <a:pt x="1780" y="461"/>
                      <a:pt x="1185" y="1056"/>
                    </a:cubicBezTo>
                    <a:cubicBezTo>
                      <a:pt x="590" y="1651"/>
                      <a:pt x="256" y="2458"/>
                      <a:pt x="256" y="3300"/>
                    </a:cubicBezTo>
                    <a:cubicBezTo>
                      <a:pt x="256" y="4141"/>
                      <a:pt x="590" y="4948"/>
                      <a:pt x="1185" y="5543"/>
                    </a:cubicBezTo>
                    <a:cubicBezTo>
                      <a:pt x="1780" y="6138"/>
                      <a:pt x="2586" y="6472"/>
                      <a:pt x="3428" y="64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53" name="Freeform: Shape 8552">
                <a:extLst>
                  <a:ext uri="{FF2B5EF4-FFF2-40B4-BE49-F238E27FC236}">
                    <a16:creationId xmlns:a16="http://schemas.microsoft.com/office/drawing/2014/main" id="{AA8ED6E6-8672-61C3-5A11-BF1B8C74FF9C}"/>
                  </a:ext>
                </a:extLst>
              </p:cNvPr>
              <p:cNvSpPr/>
              <p:nvPr/>
            </p:nvSpPr>
            <p:spPr>
              <a:xfrm>
                <a:off x="9657874" y="5092984"/>
                <a:ext cx="6343" cy="6345"/>
              </a:xfrm>
              <a:custGeom>
                <a:avLst/>
                <a:gdLst>
                  <a:gd name="connsiteX0" fmla="*/ 3428 w 6343"/>
                  <a:gd name="connsiteY0" fmla="*/ 6473 h 6345"/>
                  <a:gd name="connsiteX1" fmla="*/ 5670 w 6343"/>
                  <a:gd name="connsiteY1" fmla="*/ 5543 h 6345"/>
                  <a:gd name="connsiteX2" fmla="*/ 6599 w 6343"/>
                  <a:gd name="connsiteY2" fmla="*/ 3300 h 6345"/>
                  <a:gd name="connsiteX3" fmla="*/ 5670 w 6343"/>
                  <a:gd name="connsiteY3" fmla="*/ 1056 h 6345"/>
                  <a:gd name="connsiteX4" fmla="*/ 3428 w 6343"/>
                  <a:gd name="connsiteY4" fmla="*/ 127 h 6345"/>
                  <a:gd name="connsiteX5" fmla="*/ 1185 w 6343"/>
                  <a:gd name="connsiteY5" fmla="*/ 1056 h 6345"/>
                  <a:gd name="connsiteX6" fmla="*/ 256 w 6343"/>
                  <a:gd name="connsiteY6" fmla="*/ 3300 h 6345"/>
                  <a:gd name="connsiteX7" fmla="*/ 1185 w 6343"/>
                  <a:gd name="connsiteY7" fmla="*/ 5543 h 6345"/>
                  <a:gd name="connsiteX8" fmla="*/ 3428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3"/>
                    </a:moveTo>
                    <a:cubicBezTo>
                      <a:pt x="4269" y="6473"/>
                      <a:pt x="5076" y="6138"/>
                      <a:pt x="5670" y="5543"/>
                    </a:cubicBezTo>
                    <a:cubicBezTo>
                      <a:pt x="6265" y="4948"/>
                      <a:pt x="6599" y="4141"/>
                      <a:pt x="6599" y="3300"/>
                    </a:cubicBezTo>
                    <a:cubicBezTo>
                      <a:pt x="6599" y="2458"/>
                      <a:pt x="6265" y="1651"/>
                      <a:pt x="5670" y="1056"/>
                    </a:cubicBezTo>
                    <a:cubicBezTo>
                      <a:pt x="5076" y="461"/>
                      <a:pt x="4269" y="127"/>
                      <a:pt x="3428" y="127"/>
                    </a:cubicBezTo>
                    <a:cubicBezTo>
                      <a:pt x="2587" y="127"/>
                      <a:pt x="1780" y="461"/>
                      <a:pt x="1185" y="1056"/>
                    </a:cubicBezTo>
                    <a:cubicBezTo>
                      <a:pt x="590" y="1651"/>
                      <a:pt x="256" y="2458"/>
                      <a:pt x="256" y="3300"/>
                    </a:cubicBezTo>
                    <a:cubicBezTo>
                      <a:pt x="256" y="4141"/>
                      <a:pt x="590" y="4948"/>
                      <a:pt x="1185" y="5543"/>
                    </a:cubicBezTo>
                    <a:cubicBezTo>
                      <a:pt x="1780" y="6138"/>
                      <a:pt x="2587" y="6473"/>
                      <a:pt x="3428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54" name="Freeform: Shape 8553">
                <a:extLst>
                  <a:ext uri="{FF2B5EF4-FFF2-40B4-BE49-F238E27FC236}">
                    <a16:creationId xmlns:a16="http://schemas.microsoft.com/office/drawing/2014/main" id="{F150E5E8-0991-70CE-30DC-528A21A6D91E}"/>
                  </a:ext>
                </a:extLst>
              </p:cNvPr>
              <p:cNvSpPr/>
              <p:nvPr/>
            </p:nvSpPr>
            <p:spPr>
              <a:xfrm>
                <a:off x="9658001" y="5095323"/>
                <a:ext cx="6343" cy="6345"/>
              </a:xfrm>
              <a:custGeom>
                <a:avLst/>
                <a:gdLst>
                  <a:gd name="connsiteX0" fmla="*/ 3428 w 6343"/>
                  <a:gd name="connsiteY0" fmla="*/ 6473 h 6345"/>
                  <a:gd name="connsiteX1" fmla="*/ 5670 w 6343"/>
                  <a:gd name="connsiteY1" fmla="*/ 5543 h 6345"/>
                  <a:gd name="connsiteX2" fmla="*/ 6599 w 6343"/>
                  <a:gd name="connsiteY2" fmla="*/ 3300 h 6345"/>
                  <a:gd name="connsiteX3" fmla="*/ 5670 w 6343"/>
                  <a:gd name="connsiteY3" fmla="*/ 1057 h 6345"/>
                  <a:gd name="connsiteX4" fmla="*/ 3428 w 6343"/>
                  <a:gd name="connsiteY4" fmla="*/ 127 h 6345"/>
                  <a:gd name="connsiteX5" fmla="*/ 1185 w 6343"/>
                  <a:gd name="connsiteY5" fmla="*/ 1057 h 6345"/>
                  <a:gd name="connsiteX6" fmla="*/ 256 w 6343"/>
                  <a:gd name="connsiteY6" fmla="*/ 3300 h 6345"/>
                  <a:gd name="connsiteX7" fmla="*/ 1185 w 6343"/>
                  <a:gd name="connsiteY7" fmla="*/ 5543 h 6345"/>
                  <a:gd name="connsiteX8" fmla="*/ 3428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3"/>
                    </a:moveTo>
                    <a:cubicBezTo>
                      <a:pt x="4269" y="6473"/>
                      <a:pt x="5076" y="6138"/>
                      <a:pt x="5670" y="5543"/>
                    </a:cubicBezTo>
                    <a:cubicBezTo>
                      <a:pt x="6265" y="4949"/>
                      <a:pt x="6599" y="4141"/>
                      <a:pt x="6599" y="3300"/>
                    </a:cubicBezTo>
                    <a:cubicBezTo>
                      <a:pt x="6599" y="2459"/>
                      <a:pt x="6265" y="1652"/>
                      <a:pt x="5670" y="1057"/>
                    </a:cubicBezTo>
                    <a:cubicBezTo>
                      <a:pt x="5076" y="462"/>
                      <a:pt x="4269" y="127"/>
                      <a:pt x="3428" y="127"/>
                    </a:cubicBezTo>
                    <a:cubicBezTo>
                      <a:pt x="2587" y="127"/>
                      <a:pt x="1780" y="462"/>
                      <a:pt x="1185" y="1057"/>
                    </a:cubicBezTo>
                    <a:cubicBezTo>
                      <a:pt x="590" y="1652"/>
                      <a:pt x="256" y="2459"/>
                      <a:pt x="256" y="3300"/>
                    </a:cubicBezTo>
                    <a:cubicBezTo>
                      <a:pt x="256" y="4141"/>
                      <a:pt x="590" y="4949"/>
                      <a:pt x="1185" y="5543"/>
                    </a:cubicBezTo>
                    <a:cubicBezTo>
                      <a:pt x="1780" y="6138"/>
                      <a:pt x="2587" y="6473"/>
                      <a:pt x="3428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55" name="Freeform: Shape 8554">
                <a:extLst>
                  <a:ext uri="{FF2B5EF4-FFF2-40B4-BE49-F238E27FC236}">
                    <a16:creationId xmlns:a16="http://schemas.microsoft.com/office/drawing/2014/main" id="{33EFAA16-C06A-EAD5-23F6-DA7CA3E4DC77}"/>
                  </a:ext>
                </a:extLst>
              </p:cNvPr>
              <p:cNvSpPr/>
              <p:nvPr/>
            </p:nvSpPr>
            <p:spPr>
              <a:xfrm>
                <a:off x="9658107" y="5097655"/>
                <a:ext cx="6343" cy="6345"/>
              </a:xfrm>
              <a:custGeom>
                <a:avLst/>
                <a:gdLst>
                  <a:gd name="connsiteX0" fmla="*/ 3428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0 h 6345"/>
                  <a:gd name="connsiteX3" fmla="*/ 5670 w 6343"/>
                  <a:gd name="connsiteY3" fmla="*/ 1057 h 6345"/>
                  <a:gd name="connsiteX4" fmla="*/ 3428 w 6343"/>
                  <a:gd name="connsiteY4" fmla="*/ 128 h 6345"/>
                  <a:gd name="connsiteX5" fmla="*/ 1185 w 6343"/>
                  <a:gd name="connsiteY5" fmla="*/ 1057 h 6345"/>
                  <a:gd name="connsiteX6" fmla="*/ 256 w 6343"/>
                  <a:gd name="connsiteY6" fmla="*/ 3300 h 6345"/>
                  <a:gd name="connsiteX7" fmla="*/ 1185 w 6343"/>
                  <a:gd name="connsiteY7" fmla="*/ 5544 h 6345"/>
                  <a:gd name="connsiteX8" fmla="*/ 3428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3"/>
                    </a:moveTo>
                    <a:cubicBezTo>
                      <a:pt x="4269" y="6473"/>
                      <a:pt x="5076" y="6139"/>
                      <a:pt x="5670" y="5544"/>
                    </a:cubicBezTo>
                    <a:cubicBezTo>
                      <a:pt x="6265" y="4949"/>
                      <a:pt x="6599" y="4142"/>
                      <a:pt x="6599" y="3300"/>
                    </a:cubicBezTo>
                    <a:cubicBezTo>
                      <a:pt x="6599" y="2459"/>
                      <a:pt x="6265" y="1652"/>
                      <a:pt x="5670" y="1057"/>
                    </a:cubicBezTo>
                    <a:cubicBezTo>
                      <a:pt x="5076" y="462"/>
                      <a:pt x="4269" y="128"/>
                      <a:pt x="3428" y="128"/>
                    </a:cubicBezTo>
                    <a:cubicBezTo>
                      <a:pt x="2587" y="128"/>
                      <a:pt x="1780" y="462"/>
                      <a:pt x="1185" y="1057"/>
                    </a:cubicBezTo>
                    <a:cubicBezTo>
                      <a:pt x="590" y="1652"/>
                      <a:pt x="256" y="2459"/>
                      <a:pt x="256" y="3300"/>
                    </a:cubicBezTo>
                    <a:cubicBezTo>
                      <a:pt x="256" y="4142"/>
                      <a:pt x="590" y="4949"/>
                      <a:pt x="1185" y="5544"/>
                    </a:cubicBezTo>
                    <a:cubicBezTo>
                      <a:pt x="1780" y="6139"/>
                      <a:pt x="2587" y="6473"/>
                      <a:pt x="3428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56" name="Freeform: Shape 8555">
                <a:extLst>
                  <a:ext uri="{FF2B5EF4-FFF2-40B4-BE49-F238E27FC236}">
                    <a16:creationId xmlns:a16="http://schemas.microsoft.com/office/drawing/2014/main" id="{E728E09C-63AD-3D5E-4522-BF8F69C6CD6C}"/>
                  </a:ext>
                </a:extLst>
              </p:cNvPr>
              <p:cNvSpPr/>
              <p:nvPr/>
            </p:nvSpPr>
            <p:spPr>
              <a:xfrm>
                <a:off x="9600918" y="5151928"/>
                <a:ext cx="6343" cy="6345"/>
              </a:xfrm>
              <a:custGeom>
                <a:avLst/>
                <a:gdLst>
                  <a:gd name="connsiteX0" fmla="*/ 3423 w 6343"/>
                  <a:gd name="connsiteY0" fmla="*/ 6477 h 6345"/>
                  <a:gd name="connsiteX1" fmla="*/ 5666 w 6343"/>
                  <a:gd name="connsiteY1" fmla="*/ 5548 h 6345"/>
                  <a:gd name="connsiteX2" fmla="*/ 6595 w 6343"/>
                  <a:gd name="connsiteY2" fmla="*/ 3304 h 6345"/>
                  <a:gd name="connsiteX3" fmla="*/ 5666 w 6343"/>
                  <a:gd name="connsiteY3" fmla="*/ 1061 h 6345"/>
                  <a:gd name="connsiteX4" fmla="*/ 3423 w 6343"/>
                  <a:gd name="connsiteY4" fmla="*/ 132 h 6345"/>
                  <a:gd name="connsiteX5" fmla="*/ 1181 w 6343"/>
                  <a:gd name="connsiteY5" fmla="*/ 1061 h 6345"/>
                  <a:gd name="connsiteX6" fmla="*/ 252 w 6343"/>
                  <a:gd name="connsiteY6" fmla="*/ 3304 h 6345"/>
                  <a:gd name="connsiteX7" fmla="*/ 1181 w 6343"/>
                  <a:gd name="connsiteY7" fmla="*/ 5548 h 6345"/>
                  <a:gd name="connsiteX8" fmla="*/ 342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7"/>
                    </a:moveTo>
                    <a:cubicBezTo>
                      <a:pt x="4264" y="6477"/>
                      <a:pt x="5071" y="6143"/>
                      <a:pt x="5666" y="5548"/>
                    </a:cubicBezTo>
                    <a:cubicBezTo>
                      <a:pt x="6261" y="4953"/>
                      <a:pt x="6595" y="4146"/>
                      <a:pt x="6595" y="3304"/>
                    </a:cubicBezTo>
                    <a:cubicBezTo>
                      <a:pt x="6595" y="2463"/>
                      <a:pt x="6261" y="1656"/>
                      <a:pt x="5666" y="1061"/>
                    </a:cubicBezTo>
                    <a:cubicBezTo>
                      <a:pt x="5071" y="466"/>
                      <a:pt x="4264" y="132"/>
                      <a:pt x="3423" y="132"/>
                    </a:cubicBezTo>
                    <a:cubicBezTo>
                      <a:pt x="2582" y="132"/>
                      <a:pt x="1775" y="466"/>
                      <a:pt x="1181" y="1061"/>
                    </a:cubicBezTo>
                    <a:cubicBezTo>
                      <a:pt x="586" y="1656"/>
                      <a:pt x="252" y="2463"/>
                      <a:pt x="252" y="3304"/>
                    </a:cubicBezTo>
                    <a:cubicBezTo>
                      <a:pt x="252" y="4146"/>
                      <a:pt x="586" y="4953"/>
                      <a:pt x="1181" y="5548"/>
                    </a:cubicBezTo>
                    <a:cubicBezTo>
                      <a:pt x="1775" y="6143"/>
                      <a:pt x="2582" y="6477"/>
                      <a:pt x="342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57" name="Freeform: Shape 8556">
                <a:extLst>
                  <a:ext uri="{FF2B5EF4-FFF2-40B4-BE49-F238E27FC236}">
                    <a16:creationId xmlns:a16="http://schemas.microsoft.com/office/drawing/2014/main" id="{310A2B0C-4B5D-EAD4-2ECF-FECC7837E9C9}"/>
                  </a:ext>
                </a:extLst>
              </p:cNvPr>
              <p:cNvSpPr/>
              <p:nvPr/>
            </p:nvSpPr>
            <p:spPr>
              <a:xfrm>
                <a:off x="9597395" y="5156825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8 h 6345"/>
                  <a:gd name="connsiteX2" fmla="*/ 6594 w 6343"/>
                  <a:gd name="connsiteY2" fmla="*/ 3305 h 6345"/>
                  <a:gd name="connsiteX3" fmla="*/ 5666 w 6343"/>
                  <a:gd name="connsiteY3" fmla="*/ 1061 h 6345"/>
                  <a:gd name="connsiteX4" fmla="*/ 3423 w 6343"/>
                  <a:gd name="connsiteY4" fmla="*/ 132 h 6345"/>
                  <a:gd name="connsiteX5" fmla="*/ 1180 w 6343"/>
                  <a:gd name="connsiteY5" fmla="*/ 1061 h 6345"/>
                  <a:gd name="connsiteX6" fmla="*/ 251 w 6343"/>
                  <a:gd name="connsiteY6" fmla="*/ 3305 h 6345"/>
                  <a:gd name="connsiteX7" fmla="*/ 1180 w 6343"/>
                  <a:gd name="connsiteY7" fmla="*/ 5548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3"/>
                      <a:pt x="5666" y="5548"/>
                    </a:cubicBezTo>
                    <a:cubicBezTo>
                      <a:pt x="6260" y="4953"/>
                      <a:pt x="6594" y="4146"/>
                      <a:pt x="6594" y="3305"/>
                    </a:cubicBezTo>
                    <a:cubicBezTo>
                      <a:pt x="6594" y="2463"/>
                      <a:pt x="6260" y="1656"/>
                      <a:pt x="5666" y="1061"/>
                    </a:cubicBezTo>
                    <a:cubicBezTo>
                      <a:pt x="5071" y="466"/>
                      <a:pt x="4264" y="132"/>
                      <a:pt x="3423" y="132"/>
                    </a:cubicBezTo>
                    <a:cubicBezTo>
                      <a:pt x="2582" y="132"/>
                      <a:pt x="1775" y="466"/>
                      <a:pt x="1180" y="1061"/>
                    </a:cubicBezTo>
                    <a:cubicBezTo>
                      <a:pt x="586" y="1656"/>
                      <a:pt x="251" y="2463"/>
                      <a:pt x="251" y="3305"/>
                    </a:cubicBezTo>
                    <a:cubicBezTo>
                      <a:pt x="251" y="4146"/>
                      <a:pt x="586" y="4953"/>
                      <a:pt x="1180" y="5548"/>
                    </a:cubicBezTo>
                    <a:cubicBezTo>
                      <a:pt x="1775" y="6143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58" name="Freeform: Shape 8557">
                <a:extLst>
                  <a:ext uri="{FF2B5EF4-FFF2-40B4-BE49-F238E27FC236}">
                    <a16:creationId xmlns:a16="http://schemas.microsoft.com/office/drawing/2014/main" id="{8319672E-98BB-C2DF-BFA4-609E640EE8D5}"/>
                  </a:ext>
                </a:extLst>
              </p:cNvPr>
              <p:cNvSpPr/>
              <p:nvPr/>
            </p:nvSpPr>
            <p:spPr>
              <a:xfrm>
                <a:off x="9657034" y="5105738"/>
                <a:ext cx="6343" cy="6345"/>
              </a:xfrm>
              <a:custGeom>
                <a:avLst/>
                <a:gdLst>
                  <a:gd name="connsiteX0" fmla="*/ 3428 w 6343"/>
                  <a:gd name="connsiteY0" fmla="*/ 6474 h 6345"/>
                  <a:gd name="connsiteX1" fmla="*/ 5670 w 6343"/>
                  <a:gd name="connsiteY1" fmla="*/ 5544 h 6345"/>
                  <a:gd name="connsiteX2" fmla="*/ 6599 w 6343"/>
                  <a:gd name="connsiteY2" fmla="*/ 3301 h 6345"/>
                  <a:gd name="connsiteX3" fmla="*/ 5670 w 6343"/>
                  <a:gd name="connsiteY3" fmla="*/ 1057 h 6345"/>
                  <a:gd name="connsiteX4" fmla="*/ 3428 w 6343"/>
                  <a:gd name="connsiteY4" fmla="*/ 128 h 6345"/>
                  <a:gd name="connsiteX5" fmla="*/ 1185 w 6343"/>
                  <a:gd name="connsiteY5" fmla="*/ 1057 h 6345"/>
                  <a:gd name="connsiteX6" fmla="*/ 256 w 6343"/>
                  <a:gd name="connsiteY6" fmla="*/ 3301 h 6345"/>
                  <a:gd name="connsiteX7" fmla="*/ 1185 w 6343"/>
                  <a:gd name="connsiteY7" fmla="*/ 5544 h 6345"/>
                  <a:gd name="connsiteX8" fmla="*/ 3428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4"/>
                    </a:moveTo>
                    <a:cubicBezTo>
                      <a:pt x="4269" y="6474"/>
                      <a:pt x="5075" y="6139"/>
                      <a:pt x="5670" y="5544"/>
                    </a:cubicBezTo>
                    <a:cubicBezTo>
                      <a:pt x="6265" y="4949"/>
                      <a:pt x="6599" y="4142"/>
                      <a:pt x="6599" y="3301"/>
                    </a:cubicBezTo>
                    <a:cubicBezTo>
                      <a:pt x="6599" y="2459"/>
                      <a:pt x="6265" y="1652"/>
                      <a:pt x="5670" y="1057"/>
                    </a:cubicBezTo>
                    <a:cubicBezTo>
                      <a:pt x="5075" y="462"/>
                      <a:pt x="4269" y="128"/>
                      <a:pt x="3428" y="128"/>
                    </a:cubicBezTo>
                    <a:cubicBezTo>
                      <a:pt x="2586" y="128"/>
                      <a:pt x="1780" y="462"/>
                      <a:pt x="1185" y="1057"/>
                    </a:cubicBezTo>
                    <a:cubicBezTo>
                      <a:pt x="590" y="1652"/>
                      <a:pt x="256" y="2459"/>
                      <a:pt x="256" y="3301"/>
                    </a:cubicBezTo>
                    <a:cubicBezTo>
                      <a:pt x="256" y="4142"/>
                      <a:pt x="590" y="4949"/>
                      <a:pt x="1185" y="5544"/>
                    </a:cubicBezTo>
                    <a:cubicBezTo>
                      <a:pt x="1780" y="6139"/>
                      <a:pt x="2586" y="6474"/>
                      <a:pt x="3428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59" name="Freeform: Shape 8558">
                <a:extLst>
                  <a:ext uri="{FF2B5EF4-FFF2-40B4-BE49-F238E27FC236}">
                    <a16:creationId xmlns:a16="http://schemas.microsoft.com/office/drawing/2014/main" id="{BD503479-F517-1525-C664-DCE0C00EDC48}"/>
                  </a:ext>
                </a:extLst>
              </p:cNvPr>
              <p:cNvSpPr/>
              <p:nvPr/>
            </p:nvSpPr>
            <p:spPr>
              <a:xfrm>
                <a:off x="9595289" y="5162015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5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5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5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5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60" name="Freeform: Shape 8559">
                <a:extLst>
                  <a:ext uri="{FF2B5EF4-FFF2-40B4-BE49-F238E27FC236}">
                    <a16:creationId xmlns:a16="http://schemas.microsoft.com/office/drawing/2014/main" id="{8EA9C3BE-6AD0-579E-E295-066D81B1BBC5}"/>
                  </a:ext>
                </a:extLst>
              </p:cNvPr>
              <p:cNvSpPr/>
              <p:nvPr/>
            </p:nvSpPr>
            <p:spPr>
              <a:xfrm>
                <a:off x="9594814" y="5164050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5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5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5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5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61" name="Freeform: Shape 8560">
                <a:extLst>
                  <a:ext uri="{FF2B5EF4-FFF2-40B4-BE49-F238E27FC236}">
                    <a16:creationId xmlns:a16="http://schemas.microsoft.com/office/drawing/2014/main" id="{39158B64-ECF9-C4FF-2CBE-070E030D3B71}"/>
                  </a:ext>
                </a:extLst>
              </p:cNvPr>
              <p:cNvSpPr/>
              <p:nvPr/>
            </p:nvSpPr>
            <p:spPr>
              <a:xfrm>
                <a:off x="9594654" y="5165789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62" name="Freeform: Shape 8561">
                <a:extLst>
                  <a:ext uri="{FF2B5EF4-FFF2-40B4-BE49-F238E27FC236}">
                    <a16:creationId xmlns:a16="http://schemas.microsoft.com/office/drawing/2014/main" id="{B104E938-02C7-44C0-0FB3-27D778C007F6}"/>
                  </a:ext>
                </a:extLst>
              </p:cNvPr>
              <p:cNvSpPr/>
              <p:nvPr/>
            </p:nvSpPr>
            <p:spPr>
              <a:xfrm>
                <a:off x="9594142" y="516936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63" name="Freeform: Shape 8562">
                <a:extLst>
                  <a:ext uri="{FF2B5EF4-FFF2-40B4-BE49-F238E27FC236}">
                    <a16:creationId xmlns:a16="http://schemas.microsoft.com/office/drawing/2014/main" id="{0FFF10DD-0B32-193E-DB30-249350D631D8}"/>
                  </a:ext>
                </a:extLst>
              </p:cNvPr>
              <p:cNvSpPr/>
              <p:nvPr/>
            </p:nvSpPr>
            <p:spPr>
              <a:xfrm>
                <a:off x="9597230" y="5168379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9 h 6345"/>
                  <a:gd name="connsiteX2" fmla="*/ 6594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6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64" name="Freeform: Shape 8563">
                <a:extLst>
                  <a:ext uri="{FF2B5EF4-FFF2-40B4-BE49-F238E27FC236}">
                    <a16:creationId xmlns:a16="http://schemas.microsoft.com/office/drawing/2014/main" id="{3FCBC115-3F82-0EE1-BDB3-A07B0DED7B36}"/>
                  </a:ext>
                </a:extLst>
              </p:cNvPr>
              <p:cNvSpPr/>
              <p:nvPr/>
            </p:nvSpPr>
            <p:spPr>
              <a:xfrm>
                <a:off x="9598192" y="5169162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65" name="Freeform: Shape 8564">
                <a:extLst>
                  <a:ext uri="{FF2B5EF4-FFF2-40B4-BE49-F238E27FC236}">
                    <a16:creationId xmlns:a16="http://schemas.microsoft.com/office/drawing/2014/main" id="{54F5EF04-8214-6132-4F22-0FB15C6F65A5}"/>
                  </a:ext>
                </a:extLst>
              </p:cNvPr>
              <p:cNvSpPr/>
              <p:nvPr/>
            </p:nvSpPr>
            <p:spPr>
              <a:xfrm>
                <a:off x="9599934" y="516932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2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66" name="Freeform: Shape 8565">
                <a:extLst>
                  <a:ext uri="{FF2B5EF4-FFF2-40B4-BE49-F238E27FC236}">
                    <a16:creationId xmlns:a16="http://schemas.microsoft.com/office/drawing/2014/main" id="{6011A6C5-F687-5314-0ECD-6424E1BE95CA}"/>
                  </a:ext>
                </a:extLst>
              </p:cNvPr>
              <p:cNvSpPr/>
              <p:nvPr/>
            </p:nvSpPr>
            <p:spPr>
              <a:xfrm>
                <a:off x="9601630" y="5169542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67" name="Freeform: Shape 8566">
                <a:extLst>
                  <a:ext uri="{FF2B5EF4-FFF2-40B4-BE49-F238E27FC236}">
                    <a16:creationId xmlns:a16="http://schemas.microsoft.com/office/drawing/2014/main" id="{D0DF7759-A9C4-8F3D-AB8C-C7EEA2D59422}"/>
                  </a:ext>
                </a:extLst>
              </p:cNvPr>
              <p:cNvSpPr/>
              <p:nvPr/>
            </p:nvSpPr>
            <p:spPr>
              <a:xfrm>
                <a:off x="9603280" y="5169815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68" name="Freeform: Shape 8567">
                <a:extLst>
                  <a:ext uri="{FF2B5EF4-FFF2-40B4-BE49-F238E27FC236}">
                    <a16:creationId xmlns:a16="http://schemas.microsoft.com/office/drawing/2014/main" id="{08CD240A-0F83-D139-366A-00C497BD5BC1}"/>
                  </a:ext>
                </a:extLst>
              </p:cNvPr>
              <p:cNvSpPr/>
              <p:nvPr/>
            </p:nvSpPr>
            <p:spPr>
              <a:xfrm>
                <a:off x="9605579" y="516960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5" y="133"/>
                      <a:pt x="3424" y="133"/>
                    </a:cubicBezTo>
                    <a:cubicBezTo>
                      <a:pt x="2582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69" name="Freeform: Shape 8568">
                <a:extLst>
                  <a:ext uri="{FF2B5EF4-FFF2-40B4-BE49-F238E27FC236}">
                    <a16:creationId xmlns:a16="http://schemas.microsoft.com/office/drawing/2014/main" id="{5F2745F6-11E0-AA2E-BD9E-549CB0135E5B}"/>
                  </a:ext>
                </a:extLst>
              </p:cNvPr>
              <p:cNvSpPr/>
              <p:nvPr/>
            </p:nvSpPr>
            <p:spPr>
              <a:xfrm>
                <a:off x="9607336" y="5169838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70" name="Freeform: Shape 8569">
                <a:extLst>
                  <a:ext uri="{FF2B5EF4-FFF2-40B4-BE49-F238E27FC236}">
                    <a16:creationId xmlns:a16="http://schemas.microsoft.com/office/drawing/2014/main" id="{19EDBF0C-B455-EDB1-375A-7FB77B04230F}"/>
                  </a:ext>
                </a:extLst>
              </p:cNvPr>
              <p:cNvSpPr/>
              <p:nvPr/>
            </p:nvSpPr>
            <p:spPr>
              <a:xfrm>
                <a:off x="9608646" y="517042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71" name="Freeform: Shape 8570">
                <a:extLst>
                  <a:ext uri="{FF2B5EF4-FFF2-40B4-BE49-F238E27FC236}">
                    <a16:creationId xmlns:a16="http://schemas.microsoft.com/office/drawing/2014/main" id="{B1135E4C-51AA-1ED4-912D-C0419D616049}"/>
                  </a:ext>
                </a:extLst>
              </p:cNvPr>
              <p:cNvSpPr/>
              <p:nvPr/>
            </p:nvSpPr>
            <p:spPr>
              <a:xfrm>
                <a:off x="9609854" y="5171100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72" name="Freeform: Shape 8571">
                <a:extLst>
                  <a:ext uri="{FF2B5EF4-FFF2-40B4-BE49-F238E27FC236}">
                    <a16:creationId xmlns:a16="http://schemas.microsoft.com/office/drawing/2014/main" id="{95940047-6C35-CB49-DF35-07E17358F738}"/>
                  </a:ext>
                </a:extLst>
              </p:cNvPr>
              <p:cNvSpPr/>
              <p:nvPr/>
            </p:nvSpPr>
            <p:spPr>
              <a:xfrm>
                <a:off x="9617687" y="5166930"/>
                <a:ext cx="6343" cy="6345"/>
              </a:xfrm>
              <a:custGeom>
                <a:avLst/>
                <a:gdLst>
                  <a:gd name="connsiteX0" fmla="*/ 3424 w 6343"/>
                  <a:gd name="connsiteY0" fmla="*/ 6478 h 6345"/>
                  <a:gd name="connsiteX1" fmla="*/ 5667 w 6343"/>
                  <a:gd name="connsiteY1" fmla="*/ 5549 h 6345"/>
                  <a:gd name="connsiteX2" fmla="*/ 6596 w 6343"/>
                  <a:gd name="connsiteY2" fmla="*/ 3306 h 6345"/>
                  <a:gd name="connsiteX3" fmla="*/ 5667 w 6343"/>
                  <a:gd name="connsiteY3" fmla="*/ 1062 h 6345"/>
                  <a:gd name="connsiteX4" fmla="*/ 3424 w 6343"/>
                  <a:gd name="connsiteY4" fmla="*/ 133 h 6345"/>
                  <a:gd name="connsiteX5" fmla="*/ 1182 w 6343"/>
                  <a:gd name="connsiteY5" fmla="*/ 1062 h 6345"/>
                  <a:gd name="connsiteX6" fmla="*/ 253 w 6343"/>
                  <a:gd name="connsiteY6" fmla="*/ 3306 h 6345"/>
                  <a:gd name="connsiteX7" fmla="*/ 1182 w 6343"/>
                  <a:gd name="connsiteY7" fmla="*/ 5549 h 6345"/>
                  <a:gd name="connsiteX8" fmla="*/ 342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8"/>
                    </a:moveTo>
                    <a:cubicBezTo>
                      <a:pt x="4266" y="6478"/>
                      <a:pt x="5072" y="6144"/>
                      <a:pt x="5667" y="5549"/>
                    </a:cubicBezTo>
                    <a:cubicBezTo>
                      <a:pt x="6262" y="4954"/>
                      <a:pt x="6596" y="4147"/>
                      <a:pt x="6596" y="3306"/>
                    </a:cubicBezTo>
                    <a:cubicBezTo>
                      <a:pt x="6596" y="2464"/>
                      <a:pt x="6262" y="1657"/>
                      <a:pt x="5667" y="1062"/>
                    </a:cubicBezTo>
                    <a:cubicBezTo>
                      <a:pt x="5072" y="467"/>
                      <a:pt x="4266" y="133"/>
                      <a:pt x="3424" y="133"/>
                    </a:cubicBezTo>
                    <a:cubicBezTo>
                      <a:pt x="2583" y="133"/>
                      <a:pt x="1777" y="467"/>
                      <a:pt x="1182" y="1062"/>
                    </a:cubicBezTo>
                    <a:cubicBezTo>
                      <a:pt x="587" y="1657"/>
                      <a:pt x="253" y="2464"/>
                      <a:pt x="253" y="3306"/>
                    </a:cubicBezTo>
                    <a:cubicBezTo>
                      <a:pt x="253" y="4147"/>
                      <a:pt x="587" y="4954"/>
                      <a:pt x="1182" y="5549"/>
                    </a:cubicBezTo>
                    <a:cubicBezTo>
                      <a:pt x="1777" y="6144"/>
                      <a:pt x="2583" y="6478"/>
                      <a:pt x="342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73" name="Freeform: Shape 8572">
                <a:extLst>
                  <a:ext uri="{FF2B5EF4-FFF2-40B4-BE49-F238E27FC236}">
                    <a16:creationId xmlns:a16="http://schemas.microsoft.com/office/drawing/2014/main" id="{C203B64D-F0D3-4B60-BEFD-C756FB48C7D0}"/>
                  </a:ext>
                </a:extLst>
              </p:cNvPr>
              <p:cNvSpPr/>
              <p:nvPr/>
            </p:nvSpPr>
            <p:spPr>
              <a:xfrm>
                <a:off x="9657481" y="5158873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0 w 6343"/>
                  <a:gd name="connsiteY1" fmla="*/ 5548 h 6345"/>
                  <a:gd name="connsiteX2" fmla="*/ 6599 w 6343"/>
                  <a:gd name="connsiteY2" fmla="*/ 3305 h 6345"/>
                  <a:gd name="connsiteX3" fmla="*/ 5670 w 6343"/>
                  <a:gd name="connsiteY3" fmla="*/ 1062 h 6345"/>
                  <a:gd name="connsiteX4" fmla="*/ 3428 w 6343"/>
                  <a:gd name="connsiteY4" fmla="*/ 132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8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5" y="6143"/>
                      <a:pt x="5670" y="5548"/>
                    </a:cubicBezTo>
                    <a:cubicBezTo>
                      <a:pt x="6265" y="4954"/>
                      <a:pt x="6599" y="4146"/>
                      <a:pt x="6599" y="3305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5" y="467"/>
                      <a:pt x="4269" y="132"/>
                      <a:pt x="3428" y="132"/>
                    </a:cubicBezTo>
                    <a:cubicBezTo>
                      <a:pt x="2587" y="132"/>
                      <a:pt x="1780" y="467"/>
                      <a:pt x="1185" y="1062"/>
                    </a:cubicBezTo>
                    <a:cubicBezTo>
                      <a:pt x="590" y="1657"/>
                      <a:pt x="256" y="2464"/>
                      <a:pt x="256" y="3305"/>
                    </a:cubicBezTo>
                    <a:cubicBezTo>
                      <a:pt x="256" y="4146"/>
                      <a:pt x="590" y="4954"/>
                      <a:pt x="1185" y="5548"/>
                    </a:cubicBezTo>
                    <a:cubicBezTo>
                      <a:pt x="1780" y="6143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74" name="Freeform: Shape 8573">
                <a:extLst>
                  <a:ext uri="{FF2B5EF4-FFF2-40B4-BE49-F238E27FC236}">
                    <a16:creationId xmlns:a16="http://schemas.microsoft.com/office/drawing/2014/main" id="{0AD327E4-CDF8-6CF0-6506-5B2E5BBCD3D6}"/>
                  </a:ext>
                </a:extLst>
              </p:cNvPr>
              <p:cNvSpPr/>
              <p:nvPr/>
            </p:nvSpPr>
            <p:spPr>
              <a:xfrm>
                <a:off x="9658040" y="5160350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0 w 6343"/>
                  <a:gd name="connsiteY1" fmla="*/ 5549 h 6345"/>
                  <a:gd name="connsiteX2" fmla="*/ 6599 w 6343"/>
                  <a:gd name="connsiteY2" fmla="*/ 3305 h 6345"/>
                  <a:gd name="connsiteX3" fmla="*/ 5670 w 6343"/>
                  <a:gd name="connsiteY3" fmla="*/ 1062 h 6345"/>
                  <a:gd name="connsiteX4" fmla="*/ 3428 w 6343"/>
                  <a:gd name="connsiteY4" fmla="*/ 132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4"/>
                      <a:pt x="5670" y="5549"/>
                    </a:cubicBezTo>
                    <a:cubicBezTo>
                      <a:pt x="6265" y="4954"/>
                      <a:pt x="6599" y="4147"/>
                      <a:pt x="6599" y="3305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6" y="467"/>
                      <a:pt x="4269" y="132"/>
                      <a:pt x="3428" y="132"/>
                    </a:cubicBezTo>
                    <a:cubicBezTo>
                      <a:pt x="2587" y="132"/>
                      <a:pt x="1780" y="467"/>
                      <a:pt x="1185" y="1062"/>
                    </a:cubicBezTo>
                    <a:cubicBezTo>
                      <a:pt x="590" y="1657"/>
                      <a:pt x="256" y="2464"/>
                      <a:pt x="256" y="3305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75" name="Freeform: Shape 8574">
                <a:extLst>
                  <a:ext uri="{FF2B5EF4-FFF2-40B4-BE49-F238E27FC236}">
                    <a16:creationId xmlns:a16="http://schemas.microsoft.com/office/drawing/2014/main" id="{0A1BDB22-DC5D-34FD-71A7-36F473714605}"/>
                  </a:ext>
                </a:extLst>
              </p:cNvPr>
              <p:cNvSpPr/>
              <p:nvPr/>
            </p:nvSpPr>
            <p:spPr>
              <a:xfrm>
                <a:off x="9658055" y="5162158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0 w 6343"/>
                  <a:gd name="connsiteY1" fmla="*/ 5549 h 6345"/>
                  <a:gd name="connsiteX2" fmla="*/ 6599 w 6343"/>
                  <a:gd name="connsiteY2" fmla="*/ 3305 h 6345"/>
                  <a:gd name="connsiteX3" fmla="*/ 5670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4"/>
                      <a:pt x="5670" y="5549"/>
                    </a:cubicBezTo>
                    <a:cubicBezTo>
                      <a:pt x="6265" y="4954"/>
                      <a:pt x="6599" y="4147"/>
                      <a:pt x="6599" y="3305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5" y="1062"/>
                    </a:cubicBezTo>
                    <a:cubicBezTo>
                      <a:pt x="590" y="1657"/>
                      <a:pt x="256" y="2464"/>
                      <a:pt x="256" y="3305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76" name="Freeform: Shape 8575">
                <a:extLst>
                  <a:ext uri="{FF2B5EF4-FFF2-40B4-BE49-F238E27FC236}">
                    <a16:creationId xmlns:a16="http://schemas.microsoft.com/office/drawing/2014/main" id="{51734E88-7587-85A5-4FFF-604C1B44775F}"/>
                  </a:ext>
                </a:extLst>
              </p:cNvPr>
              <p:cNvSpPr/>
              <p:nvPr/>
            </p:nvSpPr>
            <p:spPr>
              <a:xfrm>
                <a:off x="9659128" y="5163309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0 w 6343"/>
                  <a:gd name="connsiteY1" fmla="*/ 5549 h 6345"/>
                  <a:gd name="connsiteX2" fmla="*/ 6599 w 6343"/>
                  <a:gd name="connsiteY2" fmla="*/ 3305 h 6345"/>
                  <a:gd name="connsiteX3" fmla="*/ 5670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4"/>
                      <a:pt x="5670" y="5549"/>
                    </a:cubicBezTo>
                    <a:cubicBezTo>
                      <a:pt x="6265" y="4954"/>
                      <a:pt x="6599" y="4147"/>
                      <a:pt x="6599" y="3305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5" y="1062"/>
                    </a:cubicBezTo>
                    <a:cubicBezTo>
                      <a:pt x="590" y="1657"/>
                      <a:pt x="256" y="2464"/>
                      <a:pt x="256" y="3305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77" name="Freeform: Shape 8576">
                <a:extLst>
                  <a:ext uri="{FF2B5EF4-FFF2-40B4-BE49-F238E27FC236}">
                    <a16:creationId xmlns:a16="http://schemas.microsoft.com/office/drawing/2014/main" id="{46A56054-D6D3-6AD4-A4B9-8BF855CF08A2}"/>
                  </a:ext>
                </a:extLst>
              </p:cNvPr>
              <p:cNvSpPr/>
              <p:nvPr/>
            </p:nvSpPr>
            <p:spPr>
              <a:xfrm>
                <a:off x="10035121" y="4968540"/>
                <a:ext cx="6343" cy="6345"/>
              </a:xfrm>
              <a:custGeom>
                <a:avLst/>
                <a:gdLst>
                  <a:gd name="connsiteX0" fmla="*/ 3457 w 6343"/>
                  <a:gd name="connsiteY0" fmla="*/ 6463 h 6345"/>
                  <a:gd name="connsiteX1" fmla="*/ 5700 w 6343"/>
                  <a:gd name="connsiteY1" fmla="*/ 5533 h 6345"/>
                  <a:gd name="connsiteX2" fmla="*/ 6629 w 6343"/>
                  <a:gd name="connsiteY2" fmla="*/ 3290 h 6345"/>
                  <a:gd name="connsiteX3" fmla="*/ 5700 w 6343"/>
                  <a:gd name="connsiteY3" fmla="*/ 1047 h 6345"/>
                  <a:gd name="connsiteX4" fmla="*/ 3457 w 6343"/>
                  <a:gd name="connsiteY4" fmla="*/ 117 h 6345"/>
                  <a:gd name="connsiteX5" fmla="*/ 1215 w 6343"/>
                  <a:gd name="connsiteY5" fmla="*/ 1047 h 6345"/>
                  <a:gd name="connsiteX6" fmla="*/ 286 w 6343"/>
                  <a:gd name="connsiteY6" fmla="*/ 3290 h 6345"/>
                  <a:gd name="connsiteX7" fmla="*/ 1215 w 6343"/>
                  <a:gd name="connsiteY7" fmla="*/ 5533 h 6345"/>
                  <a:gd name="connsiteX8" fmla="*/ 3457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63"/>
                    </a:moveTo>
                    <a:cubicBezTo>
                      <a:pt x="4298" y="6463"/>
                      <a:pt x="5105" y="6128"/>
                      <a:pt x="5700" y="5533"/>
                    </a:cubicBezTo>
                    <a:cubicBezTo>
                      <a:pt x="6295" y="4939"/>
                      <a:pt x="6629" y="4131"/>
                      <a:pt x="6629" y="3290"/>
                    </a:cubicBezTo>
                    <a:cubicBezTo>
                      <a:pt x="6629" y="2449"/>
                      <a:pt x="6295" y="1642"/>
                      <a:pt x="5700" y="1047"/>
                    </a:cubicBezTo>
                    <a:cubicBezTo>
                      <a:pt x="5105" y="452"/>
                      <a:pt x="4298" y="117"/>
                      <a:pt x="3457" y="117"/>
                    </a:cubicBezTo>
                    <a:cubicBezTo>
                      <a:pt x="2616" y="117"/>
                      <a:pt x="1810" y="452"/>
                      <a:pt x="1215" y="1047"/>
                    </a:cubicBezTo>
                    <a:cubicBezTo>
                      <a:pt x="620" y="1642"/>
                      <a:pt x="286" y="2449"/>
                      <a:pt x="286" y="3290"/>
                    </a:cubicBezTo>
                    <a:cubicBezTo>
                      <a:pt x="286" y="4131"/>
                      <a:pt x="620" y="4939"/>
                      <a:pt x="1215" y="5533"/>
                    </a:cubicBezTo>
                    <a:cubicBezTo>
                      <a:pt x="1810" y="6128"/>
                      <a:pt x="2616" y="6463"/>
                      <a:pt x="3457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78" name="Freeform: Shape 8577">
                <a:extLst>
                  <a:ext uri="{FF2B5EF4-FFF2-40B4-BE49-F238E27FC236}">
                    <a16:creationId xmlns:a16="http://schemas.microsoft.com/office/drawing/2014/main" id="{D46E4B75-9D7A-754B-95BF-53EB6F46D890}"/>
                  </a:ext>
                </a:extLst>
              </p:cNvPr>
              <p:cNvSpPr/>
              <p:nvPr/>
            </p:nvSpPr>
            <p:spPr>
              <a:xfrm>
                <a:off x="10037106" y="4972172"/>
                <a:ext cx="6343" cy="6345"/>
              </a:xfrm>
              <a:custGeom>
                <a:avLst/>
                <a:gdLst>
                  <a:gd name="connsiteX0" fmla="*/ 3458 w 6343"/>
                  <a:gd name="connsiteY0" fmla="*/ 6463 h 6345"/>
                  <a:gd name="connsiteX1" fmla="*/ 5700 w 6343"/>
                  <a:gd name="connsiteY1" fmla="*/ 5534 h 6345"/>
                  <a:gd name="connsiteX2" fmla="*/ 6629 w 6343"/>
                  <a:gd name="connsiteY2" fmla="*/ 3290 h 6345"/>
                  <a:gd name="connsiteX3" fmla="*/ 5700 w 6343"/>
                  <a:gd name="connsiteY3" fmla="*/ 1047 h 6345"/>
                  <a:gd name="connsiteX4" fmla="*/ 3458 w 6343"/>
                  <a:gd name="connsiteY4" fmla="*/ 118 h 6345"/>
                  <a:gd name="connsiteX5" fmla="*/ 1215 w 6343"/>
                  <a:gd name="connsiteY5" fmla="*/ 1047 h 6345"/>
                  <a:gd name="connsiteX6" fmla="*/ 286 w 6343"/>
                  <a:gd name="connsiteY6" fmla="*/ 3290 h 6345"/>
                  <a:gd name="connsiteX7" fmla="*/ 1215 w 6343"/>
                  <a:gd name="connsiteY7" fmla="*/ 5534 h 6345"/>
                  <a:gd name="connsiteX8" fmla="*/ 3458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463"/>
                    </a:moveTo>
                    <a:cubicBezTo>
                      <a:pt x="4299" y="6463"/>
                      <a:pt x="5105" y="6129"/>
                      <a:pt x="5700" y="5534"/>
                    </a:cubicBezTo>
                    <a:cubicBezTo>
                      <a:pt x="6295" y="4939"/>
                      <a:pt x="6629" y="4132"/>
                      <a:pt x="6629" y="3290"/>
                    </a:cubicBezTo>
                    <a:cubicBezTo>
                      <a:pt x="6629" y="2449"/>
                      <a:pt x="6295" y="1642"/>
                      <a:pt x="5700" y="1047"/>
                    </a:cubicBezTo>
                    <a:cubicBezTo>
                      <a:pt x="5105" y="452"/>
                      <a:pt x="4299" y="118"/>
                      <a:pt x="3458" y="118"/>
                    </a:cubicBezTo>
                    <a:cubicBezTo>
                      <a:pt x="2616" y="118"/>
                      <a:pt x="1810" y="452"/>
                      <a:pt x="1215" y="1047"/>
                    </a:cubicBezTo>
                    <a:cubicBezTo>
                      <a:pt x="620" y="1642"/>
                      <a:pt x="286" y="2449"/>
                      <a:pt x="286" y="3290"/>
                    </a:cubicBezTo>
                    <a:cubicBezTo>
                      <a:pt x="286" y="4132"/>
                      <a:pt x="620" y="4939"/>
                      <a:pt x="1215" y="5534"/>
                    </a:cubicBezTo>
                    <a:cubicBezTo>
                      <a:pt x="1810" y="6129"/>
                      <a:pt x="2616" y="6463"/>
                      <a:pt x="3458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79" name="Freeform: Shape 8578">
                <a:extLst>
                  <a:ext uri="{FF2B5EF4-FFF2-40B4-BE49-F238E27FC236}">
                    <a16:creationId xmlns:a16="http://schemas.microsoft.com/office/drawing/2014/main" id="{9FB77BC4-6F2D-1F21-5E46-42CE72962002}"/>
                  </a:ext>
                </a:extLst>
              </p:cNvPr>
              <p:cNvSpPr/>
              <p:nvPr/>
            </p:nvSpPr>
            <p:spPr>
              <a:xfrm>
                <a:off x="10041502" y="4974515"/>
                <a:ext cx="6343" cy="6345"/>
              </a:xfrm>
              <a:custGeom>
                <a:avLst/>
                <a:gdLst>
                  <a:gd name="connsiteX0" fmla="*/ 3458 w 6343"/>
                  <a:gd name="connsiteY0" fmla="*/ 6463 h 6345"/>
                  <a:gd name="connsiteX1" fmla="*/ 5701 w 6343"/>
                  <a:gd name="connsiteY1" fmla="*/ 5534 h 6345"/>
                  <a:gd name="connsiteX2" fmla="*/ 6629 w 6343"/>
                  <a:gd name="connsiteY2" fmla="*/ 3291 h 6345"/>
                  <a:gd name="connsiteX3" fmla="*/ 5701 w 6343"/>
                  <a:gd name="connsiteY3" fmla="*/ 1047 h 6345"/>
                  <a:gd name="connsiteX4" fmla="*/ 3458 w 6343"/>
                  <a:gd name="connsiteY4" fmla="*/ 118 h 6345"/>
                  <a:gd name="connsiteX5" fmla="*/ 1215 w 6343"/>
                  <a:gd name="connsiteY5" fmla="*/ 1047 h 6345"/>
                  <a:gd name="connsiteX6" fmla="*/ 286 w 6343"/>
                  <a:gd name="connsiteY6" fmla="*/ 3291 h 6345"/>
                  <a:gd name="connsiteX7" fmla="*/ 1215 w 6343"/>
                  <a:gd name="connsiteY7" fmla="*/ 5534 h 6345"/>
                  <a:gd name="connsiteX8" fmla="*/ 3458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463"/>
                    </a:moveTo>
                    <a:cubicBezTo>
                      <a:pt x="4299" y="6463"/>
                      <a:pt x="5106" y="6129"/>
                      <a:pt x="5701" y="5534"/>
                    </a:cubicBezTo>
                    <a:cubicBezTo>
                      <a:pt x="6295" y="4939"/>
                      <a:pt x="6629" y="4132"/>
                      <a:pt x="6629" y="3291"/>
                    </a:cubicBezTo>
                    <a:cubicBezTo>
                      <a:pt x="6629" y="2449"/>
                      <a:pt x="6295" y="1642"/>
                      <a:pt x="5701" y="1047"/>
                    </a:cubicBezTo>
                    <a:cubicBezTo>
                      <a:pt x="5106" y="452"/>
                      <a:pt x="4299" y="118"/>
                      <a:pt x="3458" y="118"/>
                    </a:cubicBezTo>
                    <a:cubicBezTo>
                      <a:pt x="2617" y="118"/>
                      <a:pt x="1810" y="452"/>
                      <a:pt x="1215" y="1047"/>
                    </a:cubicBezTo>
                    <a:cubicBezTo>
                      <a:pt x="621" y="1642"/>
                      <a:pt x="286" y="2449"/>
                      <a:pt x="286" y="3291"/>
                    </a:cubicBezTo>
                    <a:cubicBezTo>
                      <a:pt x="286" y="4132"/>
                      <a:pt x="621" y="4939"/>
                      <a:pt x="1215" y="5534"/>
                    </a:cubicBezTo>
                    <a:cubicBezTo>
                      <a:pt x="1810" y="6129"/>
                      <a:pt x="2617" y="6463"/>
                      <a:pt x="3458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80" name="Freeform: Shape 8579">
                <a:extLst>
                  <a:ext uri="{FF2B5EF4-FFF2-40B4-BE49-F238E27FC236}">
                    <a16:creationId xmlns:a16="http://schemas.microsoft.com/office/drawing/2014/main" id="{5D2346F4-3FB1-7416-4EAA-A108022ED8BD}"/>
                  </a:ext>
                </a:extLst>
              </p:cNvPr>
              <p:cNvSpPr/>
              <p:nvPr/>
            </p:nvSpPr>
            <p:spPr>
              <a:xfrm>
                <a:off x="10144949" y="5719692"/>
                <a:ext cx="6343" cy="6345"/>
              </a:xfrm>
              <a:custGeom>
                <a:avLst/>
                <a:gdLst>
                  <a:gd name="connsiteX0" fmla="*/ 3466 w 6343"/>
                  <a:gd name="connsiteY0" fmla="*/ 6522 h 6345"/>
                  <a:gd name="connsiteX1" fmla="*/ 5709 w 6343"/>
                  <a:gd name="connsiteY1" fmla="*/ 5593 h 6345"/>
                  <a:gd name="connsiteX2" fmla="*/ 6638 w 6343"/>
                  <a:gd name="connsiteY2" fmla="*/ 3349 h 6345"/>
                  <a:gd name="connsiteX3" fmla="*/ 5709 w 6343"/>
                  <a:gd name="connsiteY3" fmla="*/ 1106 h 6345"/>
                  <a:gd name="connsiteX4" fmla="*/ 3466 w 6343"/>
                  <a:gd name="connsiteY4" fmla="*/ 177 h 6345"/>
                  <a:gd name="connsiteX5" fmla="*/ 1223 w 6343"/>
                  <a:gd name="connsiteY5" fmla="*/ 1106 h 6345"/>
                  <a:gd name="connsiteX6" fmla="*/ 294 w 6343"/>
                  <a:gd name="connsiteY6" fmla="*/ 3349 h 6345"/>
                  <a:gd name="connsiteX7" fmla="*/ 1223 w 6343"/>
                  <a:gd name="connsiteY7" fmla="*/ 5593 h 6345"/>
                  <a:gd name="connsiteX8" fmla="*/ 3466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6" y="6522"/>
                    </a:moveTo>
                    <a:cubicBezTo>
                      <a:pt x="4307" y="6522"/>
                      <a:pt x="5114" y="6188"/>
                      <a:pt x="5709" y="5593"/>
                    </a:cubicBezTo>
                    <a:cubicBezTo>
                      <a:pt x="6303" y="4998"/>
                      <a:pt x="6638" y="4191"/>
                      <a:pt x="6638" y="3349"/>
                    </a:cubicBezTo>
                    <a:cubicBezTo>
                      <a:pt x="6638" y="2508"/>
                      <a:pt x="6303" y="1701"/>
                      <a:pt x="5709" y="1106"/>
                    </a:cubicBezTo>
                    <a:cubicBezTo>
                      <a:pt x="5114" y="511"/>
                      <a:pt x="4307" y="177"/>
                      <a:pt x="3466" y="177"/>
                    </a:cubicBezTo>
                    <a:cubicBezTo>
                      <a:pt x="2625" y="177"/>
                      <a:pt x="1818" y="511"/>
                      <a:pt x="1223" y="1106"/>
                    </a:cubicBezTo>
                    <a:cubicBezTo>
                      <a:pt x="629" y="1701"/>
                      <a:pt x="294" y="2508"/>
                      <a:pt x="294" y="3349"/>
                    </a:cubicBezTo>
                    <a:cubicBezTo>
                      <a:pt x="294" y="4191"/>
                      <a:pt x="629" y="4998"/>
                      <a:pt x="1223" y="5593"/>
                    </a:cubicBezTo>
                    <a:cubicBezTo>
                      <a:pt x="1818" y="6188"/>
                      <a:pt x="2625" y="6522"/>
                      <a:pt x="3466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81" name="Freeform: Shape 8580">
                <a:extLst>
                  <a:ext uri="{FF2B5EF4-FFF2-40B4-BE49-F238E27FC236}">
                    <a16:creationId xmlns:a16="http://schemas.microsoft.com/office/drawing/2014/main" id="{7DD093CE-445F-3B2E-B6AA-BB705278879A}"/>
                  </a:ext>
                </a:extLst>
              </p:cNvPr>
              <p:cNvSpPr/>
              <p:nvPr/>
            </p:nvSpPr>
            <p:spPr>
              <a:xfrm>
                <a:off x="10141897" y="5723721"/>
                <a:ext cx="6343" cy="6345"/>
              </a:xfrm>
              <a:custGeom>
                <a:avLst/>
                <a:gdLst>
                  <a:gd name="connsiteX0" fmla="*/ 3466 w 6343"/>
                  <a:gd name="connsiteY0" fmla="*/ 6522 h 6345"/>
                  <a:gd name="connsiteX1" fmla="*/ 5708 w 6343"/>
                  <a:gd name="connsiteY1" fmla="*/ 5593 h 6345"/>
                  <a:gd name="connsiteX2" fmla="*/ 6637 w 6343"/>
                  <a:gd name="connsiteY2" fmla="*/ 3350 h 6345"/>
                  <a:gd name="connsiteX3" fmla="*/ 5708 w 6343"/>
                  <a:gd name="connsiteY3" fmla="*/ 1106 h 6345"/>
                  <a:gd name="connsiteX4" fmla="*/ 3466 w 6343"/>
                  <a:gd name="connsiteY4" fmla="*/ 177 h 6345"/>
                  <a:gd name="connsiteX5" fmla="*/ 1223 w 6343"/>
                  <a:gd name="connsiteY5" fmla="*/ 1106 h 6345"/>
                  <a:gd name="connsiteX6" fmla="*/ 294 w 6343"/>
                  <a:gd name="connsiteY6" fmla="*/ 3350 h 6345"/>
                  <a:gd name="connsiteX7" fmla="*/ 1223 w 6343"/>
                  <a:gd name="connsiteY7" fmla="*/ 5593 h 6345"/>
                  <a:gd name="connsiteX8" fmla="*/ 3466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6" y="6522"/>
                    </a:moveTo>
                    <a:cubicBezTo>
                      <a:pt x="4307" y="6522"/>
                      <a:pt x="5114" y="6188"/>
                      <a:pt x="5708" y="5593"/>
                    </a:cubicBezTo>
                    <a:cubicBezTo>
                      <a:pt x="6303" y="4998"/>
                      <a:pt x="6637" y="4191"/>
                      <a:pt x="6637" y="3350"/>
                    </a:cubicBezTo>
                    <a:cubicBezTo>
                      <a:pt x="6637" y="2508"/>
                      <a:pt x="6303" y="1701"/>
                      <a:pt x="5708" y="1106"/>
                    </a:cubicBezTo>
                    <a:cubicBezTo>
                      <a:pt x="5114" y="511"/>
                      <a:pt x="4307" y="177"/>
                      <a:pt x="3466" y="177"/>
                    </a:cubicBezTo>
                    <a:cubicBezTo>
                      <a:pt x="2625" y="177"/>
                      <a:pt x="1818" y="511"/>
                      <a:pt x="1223" y="1106"/>
                    </a:cubicBezTo>
                    <a:cubicBezTo>
                      <a:pt x="628" y="1701"/>
                      <a:pt x="294" y="2508"/>
                      <a:pt x="294" y="3350"/>
                    </a:cubicBezTo>
                    <a:cubicBezTo>
                      <a:pt x="294" y="4191"/>
                      <a:pt x="628" y="4998"/>
                      <a:pt x="1223" y="5593"/>
                    </a:cubicBezTo>
                    <a:cubicBezTo>
                      <a:pt x="1818" y="6188"/>
                      <a:pt x="2625" y="6522"/>
                      <a:pt x="3466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82" name="Freeform: Shape 8581">
                <a:extLst>
                  <a:ext uri="{FF2B5EF4-FFF2-40B4-BE49-F238E27FC236}">
                    <a16:creationId xmlns:a16="http://schemas.microsoft.com/office/drawing/2014/main" id="{F36C5C28-8941-45FC-E3AD-AFB39655B462}"/>
                  </a:ext>
                </a:extLst>
              </p:cNvPr>
              <p:cNvSpPr/>
              <p:nvPr/>
            </p:nvSpPr>
            <p:spPr>
              <a:xfrm>
                <a:off x="10138876" y="5727762"/>
                <a:ext cx="6343" cy="6345"/>
              </a:xfrm>
              <a:custGeom>
                <a:avLst/>
                <a:gdLst>
                  <a:gd name="connsiteX0" fmla="*/ 3466 w 6343"/>
                  <a:gd name="connsiteY0" fmla="*/ 6523 h 6345"/>
                  <a:gd name="connsiteX1" fmla="*/ 5708 w 6343"/>
                  <a:gd name="connsiteY1" fmla="*/ 5593 h 6345"/>
                  <a:gd name="connsiteX2" fmla="*/ 6637 w 6343"/>
                  <a:gd name="connsiteY2" fmla="*/ 3350 h 6345"/>
                  <a:gd name="connsiteX3" fmla="*/ 5708 w 6343"/>
                  <a:gd name="connsiteY3" fmla="*/ 1106 h 6345"/>
                  <a:gd name="connsiteX4" fmla="*/ 3466 w 6343"/>
                  <a:gd name="connsiteY4" fmla="*/ 177 h 6345"/>
                  <a:gd name="connsiteX5" fmla="*/ 1223 w 6343"/>
                  <a:gd name="connsiteY5" fmla="*/ 1106 h 6345"/>
                  <a:gd name="connsiteX6" fmla="*/ 294 w 6343"/>
                  <a:gd name="connsiteY6" fmla="*/ 3350 h 6345"/>
                  <a:gd name="connsiteX7" fmla="*/ 1223 w 6343"/>
                  <a:gd name="connsiteY7" fmla="*/ 5593 h 6345"/>
                  <a:gd name="connsiteX8" fmla="*/ 346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6" y="6523"/>
                    </a:moveTo>
                    <a:cubicBezTo>
                      <a:pt x="4307" y="6523"/>
                      <a:pt x="5113" y="6188"/>
                      <a:pt x="5708" y="5593"/>
                    </a:cubicBezTo>
                    <a:cubicBezTo>
                      <a:pt x="6303" y="4998"/>
                      <a:pt x="6637" y="4191"/>
                      <a:pt x="6637" y="3350"/>
                    </a:cubicBezTo>
                    <a:cubicBezTo>
                      <a:pt x="6637" y="2508"/>
                      <a:pt x="6303" y="1701"/>
                      <a:pt x="5708" y="1106"/>
                    </a:cubicBezTo>
                    <a:cubicBezTo>
                      <a:pt x="5113" y="511"/>
                      <a:pt x="4307" y="177"/>
                      <a:pt x="3466" y="177"/>
                    </a:cubicBezTo>
                    <a:cubicBezTo>
                      <a:pt x="2624" y="177"/>
                      <a:pt x="1818" y="511"/>
                      <a:pt x="1223" y="1106"/>
                    </a:cubicBezTo>
                    <a:cubicBezTo>
                      <a:pt x="628" y="1701"/>
                      <a:pt x="294" y="2508"/>
                      <a:pt x="294" y="3350"/>
                    </a:cubicBezTo>
                    <a:cubicBezTo>
                      <a:pt x="294" y="4191"/>
                      <a:pt x="628" y="4998"/>
                      <a:pt x="1223" y="5593"/>
                    </a:cubicBezTo>
                    <a:cubicBezTo>
                      <a:pt x="1818" y="6188"/>
                      <a:pt x="2624" y="6523"/>
                      <a:pt x="346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83" name="Freeform: Shape 8582">
                <a:extLst>
                  <a:ext uri="{FF2B5EF4-FFF2-40B4-BE49-F238E27FC236}">
                    <a16:creationId xmlns:a16="http://schemas.microsoft.com/office/drawing/2014/main" id="{FB3A6042-C620-7F32-5EC6-8CC2F5869033}"/>
                  </a:ext>
                </a:extLst>
              </p:cNvPr>
              <p:cNvSpPr/>
              <p:nvPr/>
            </p:nvSpPr>
            <p:spPr>
              <a:xfrm>
                <a:off x="10115719" y="5724840"/>
                <a:ext cx="6343" cy="6345"/>
              </a:xfrm>
              <a:custGeom>
                <a:avLst/>
                <a:gdLst>
                  <a:gd name="connsiteX0" fmla="*/ 3464 w 6343"/>
                  <a:gd name="connsiteY0" fmla="*/ 6522 h 6345"/>
                  <a:gd name="connsiteX1" fmla="*/ 5706 w 6343"/>
                  <a:gd name="connsiteY1" fmla="*/ 5593 h 6345"/>
                  <a:gd name="connsiteX2" fmla="*/ 6635 w 6343"/>
                  <a:gd name="connsiteY2" fmla="*/ 3350 h 6345"/>
                  <a:gd name="connsiteX3" fmla="*/ 5706 w 6343"/>
                  <a:gd name="connsiteY3" fmla="*/ 1106 h 6345"/>
                  <a:gd name="connsiteX4" fmla="*/ 3464 w 6343"/>
                  <a:gd name="connsiteY4" fmla="*/ 177 h 6345"/>
                  <a:gd name="connsiteX5" fmla="*/ 1221 w 6343"/>
                  <a:gd name="connsiteY5" fmla="*/ 1106 h 6345"/>
                  <a:gd name="connsiteX6" fmla="*/ 292 w 6343"/>
                  <a:gd name="connsiteY6" fmla="*/ 3350 h 6345"/>
                  <a:gd name="connsiteX7" fmla="*/ 1221 w 6343"/>
                  <a:gd name="connsiteY7" fmla="*/ 5593 h 6345"/>
                  <a:gd name="connsiteX8" fmla="*/ 3464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4" y="6522"/>
                    </a:moveTo>
                    <a:cubicBezTo>
                      <a:pt x="4305" y="6522"/>
                      <a:pt x="5112" y="6188"/>
                      <a:pt x="5706" y="5593"/>
                    </a:cubicBezTo>
                    <a:cubicBezTo>
                      <a:pt x="6301" y="4998"/>
                      <a:pt x="6635" y="4191"/>
                      <a:pt x="6635" y="3350"/>
                    </a:cubicBezTo>
                    <a:cubicBezTo>
                      <a:pt x="6635" y="2508"/>
                      <a:pt x="6301" y="1701"/>
                      <a:pt x="5706" y="1106"/>
                    </a:cubicBezTo>
                    <a:cubicBezTo>
                      <a:pt x="5112" y="511"/>
                      <a:pt x="4305" y="177"/>
                      <a:pt x="3464" y="177"/>
                    </a:cubicBezTo>
                    <a:cubicBezTo>
                      <a:pt x="2623" y="177"/>
                      <a:pt x="1816" y="511"/>
                      <a:pt x="1221" y="1106"/>
                    </a:cubicBezTo>
                    <a:cubicBezTo>
                      <a:pt x="626" y="1701"/>
                      <a:pt x="292" y="2508"/>
                      <a:pt x="292" y="3350"/>
                    </a:cubicBezTo>
                    <a:cubicBezTo>
                      <a:pt x="292" y="4191"/>
                      <a:pt x="626" y="4998"/>
                      <a:pt x="1221" y="5593"/>
                    </a:cubicBezTo>
                    <a:cubicBezTo>
                      <a:pt x="1816" y="6188"/>
                      <a:pt x="2623" y="6522"/>
                      <a:pt x="3464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84" name="Freeform: Shape 8583">
                <a:extLst>
                  <a:ext uri="{FF2B5EF4-FFF2-40B4-BE49-F238E27FC236}">
                    <a16:creationId xmlns:a16="http://schemas.microsoft.com/office/drawing/2014/main" id="{F04EED37-9701-78AF-C27D-FED49D649F2A}"/>
                  </a:ext>
                </a:extLst>
              </p:cNvPr>
              <p:cNvSpPr/>
              <p:nvPr/>
            </p:nvSpPr>
            <p:spPr>
              <a:xfrm>
                <a:off x="10112591" y="5728645"/>
                <a:ext cx="6343" cy="6345"/>
              </a:xfrm>
              <a:custGeom>
                <a:avLst/>
                <a:gdLst>
                  <a:gd name="connsiteX0" fmla="*/ 3463 w 6343"/>
                  <a:gd name="connsiteY0" fmla="*/ 6523 h 6345"/>
                  <a:gd name="connsiteX1" fmla="*/ 5706 w 6343"/>
                  <a:gd name="connsiteY1" fmla="*/ 5593 h 6345"/>
                  <a:gd name="connsiteX2" fmla="*/ 6635 w 6343"/>
                  <a:gd name="connsiteY2" fmla="*/ 3350 h 6345"/>
                  <a:gd name="connsiteX3" fmla="*/ 5706 w 6343"/>
                  <a:gd name="connsiteY3" fmla="*/ 1106 h 6345"/>
                  <a:gd name="connsiteX4" fmla="*/ 3463 w 6343"/>
                  <a:gd name="connsiteY4" fmla="*/ 177 h 6345"/>
                  <a:gd name="connsiteX5" fmla="*/ 1221 w 6343"/>
                  <a:gd name="connsiteY5" fmla="*/ 1106 h 6345"/>
                  <a:gd name="connsiteX6" fmla="*/ 292 w 6343"/>
                  <a:gd name="connsiteY6" fmla="*/ 3350 h 6345"/>
                  <a:gd name="connsiteX7" fmla="*/ 1221 w 6343"/>
                  <a:gd name="connsiteY7" fmla="*/ 5593 h 6345"/>
                  <a:gd name="connsiteX8" fmla="*/ 3463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3" y="6523"/>
                    </a:moveTo>
                    <a:cubicBezTo>
                      <a:pt x="4305" y="6523"/>
                      <a:pt x="5111" y="6188"/>
                      <a:pt x="5706" y="5593"/>
                    </a:cubicBezTo>
                    <a:cubicBezTo>
                      <a:pt x="6301" y="4998"/>
                      <a:pt x="6635" y="4191"/>
                      <a:pt x="6635" y="3350"/>
                    </a:cubicBezTo>
                    <a:cubicBezTo>
                      <a:pt x="6635" y="2509"/>
                      <a:pt x="6301" y="1701"/>
                      <a:pt x="5706" y="1106"/>
                    </a:cubicBezTo>
                    <a:cubicBezTo>
                      <a:pt x="5111" y="512"/>
                      <a:pt x="4305" y="177"/>
                      <a:pt x="3463" y="177"/>
                    </a:cubicBezTo>
                    <a:cubicBezTo>
                      <a:pt x="2622" y="177"/>
                      <a:pt x="1816" y="512"/>
                      <a:pt x="1221" y="1106"/>
                    </a:cubicBezTo>
                    <a:cubicBezTo>
                      <a:pt x="626" y="1701"/>
                      <a:pt x="292" y="2509"/>
                      <a:pt x="292" y="3350"/>
                    </a:cubicBezTo>
                    <a:cubicBezTo>
                      <a:pt x="292" y="4191"/>
                      <a:pt x="626" y="4998"/>
                      <a:pt x="1221" y="5593"/>
                    </a:cubicBezTo>
                    <a:cubicBezTo>
                      <a:pt x="1816" y="6188"/>
                      <a:pt x="2622" y="6523"/>
                      <a:pt x="3463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85" name="Freeform: Shape 8584">
                <a:extLst>
                  <a:ext uri="{FF2B5EF4-FFF2-40B4-BE49-F238E27FC236}">
                    <a16:creationId xmlns:a16="http://schemas.microsoft.com/office/drawing/2014/main" id="{4A364FBB-4A2D-4B6C-8669-9EBF57A56221}"/>
                  </a:ext>
                </a:extLst>
              </p:cNvPr>
              <p:cNvSpPr/>
              <p:nvPr/>
            </p:nvSpPr>
            <p:spPr>
              <a:xfrm>
                <a:off x="10109807" y="5732669"/>
                <a:ext cx="6343" cy="6345"/>
              </a:xfrm>
              <a:custGeom>
                <a:avLst/>
                <a:gdLst>
                  <a:gd name="connsiteX0" fmla="*/ 3463 w 6343"/>
                  <a:gd name="connsiteY0" fmla="*/ 6523 h 6345"/>
                  <a:gd name="connsiteX1" fmla="*/ 5706 w 6343"/>
                  <a:gd name="connsiteY1" fmla="*/ 5594 h 6345"/>
                  <a:gd name="connsiteX2" fmla="*/ 6635 w 6343"/>
                  <a:gd name="connsiteY2" fmla="*/ 3350 h 6345"/>
                  <a:gd name="connsiteX3" fmla="*/ 5706 w 6343"/>
                  <a:gd name="connsiteY3" fmla="*/ 1107 h 6345"/>
                  <a:gd name="connsiteX4" fmla="*/ 3463 w 6343"/>
                  <a:gd name="connsiteY4" fmla="*/ 178 h 6345"/>
                  <a:gd name="connsiteX5" fmla="*/ 1221 w 6343"/>
                  <a:gd name="connsiteY5" fmla="*/ 1107 h 6345"/>
                  <a:gd name="connsiteX6" fmla="*/ 292 w 6343"/>
                  <a:gd name="connsiteY6" fmla="*/ 3350 h 6345"/>
                  <a:gd name="connsiteX7" fmla="*/ 1221 w 6343"/>
                  <a:gd name="connsiteY7" fmla="*/ 5594 h 6345"/>
                  <a:gd name="connsiteX8" fmla="*/ 3463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3" y="6523"/>
                    </a:moveTo>
                    <a:cubicBezTo>
                      <a:pt x="4304" y="6523"/>
                      <a:pt x="5111" y="6189"/>
                      <a:pt x="5706" y="5594"/>
                    </a:cubicBezTo>
                    <a:cubicBezTo>
                      <a:pt x="6301" y="4999"/>
                      <a:pt x="6635" y="4192"/>
                      <a:pt x="6635" y="3350"/>
                    </a:cubicBezTo>
                    <a:cubicBezTo>
                      <a:pt x="6635" y="2509"/>
                      <a:pt x="6301" y="1702"/>
                      <a:pt x="5706" y="1107"/>
                    </a:cubicBezTo>
                    <a:cubicBezTo>
                      <a:pt x="5111" y="512"/>
                      <a:pt x="4304" y="178"/>
                      <a:pt x="3463" y="178"/>
                    </a:cubicBezTo>
                    <a:cubicBezTo>
                      <a:pt x="2622" y="178"/>
                      <a:pt x="1815" y="512"/>
                      <a:pt x="1221" y="1107"/>
                    </a:cubicBezTo>
                    <a:cubicBezTo>
                      <a:pt x="626" y="1702"/>
                      <a:pt x="292" y="2509"/>
                      <a:pt x="292" y="3350"/>
                    </a:cubicBezTo>
                    <a:cubicBezTo>
                      <a:pt x="292" y="4192"/>
                      <a:pt x="626" y="4999"/>
                      <a:pt x="1221" y="5594"/>
                    </a:cubicBezTo>
                    <a:cubicBezTo>
                      <a:pt x="1815" y="6189"/>
                      <a:pt x="2622" y="6523"/>
                      <a:pt x="3463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86" name="Freeform: Shape 8585">
                <a:extLst>
                  <a:ext uri="{FF2B5EF4-FFF2-40B4-BE49-F238E27FC236}">
                    <a16:creationId xmlns:a16="http://schemas.microsoft.com/office/drawing/2014/main" id="{8817315B-D161-B0E3-D033-059845EB0D24}"/>
                  </a:ext>
                </a:extLst>
              </p:cNvPr>
              <p:cNvSpPr/>
              <p:nvPr/>
            </p:nvSpPr>
            <p:spPr>
              <a:xfrm>
                <a:off x="10107991" y="5737338"/>
                <a:ext cx="6343" cy="6345"/>
              </a:xfrm>
              <a:custGeom>
                <a:avLst/>
                <a:gdLst>
                  <a:gd name="connsiteX0" fmla="*/ 3463 w 6343"/>
                  <a:gd name="connsiteY0" fmla="*/ 6523 h 6345"/>
                  <a:gd name="connsiteX1" fmla="*/ 5706 w 6343"/>
                  <a:gd name="connsiteY1" fmla="*/ 5594 h 6345"/>
                  <a:gd name="connsiteX2" fmla="*/ 6635 w 6343"/>
                  <a:gd name="connsiteY2" fmla="*/ 3351 h 6345"/>
                  <a:gd name="connsiteX3" fmla="*/ 5706 w 6343"/>
                  <a:gd name="connsiteY3" fmla="*/ 1107 h 6345"/>
                  <a:gd name="connsiteX4" fmla="*/ 3463 w 6343"/>
                  <a:gd name="connsiteY4" fmla="*/ 178 h 6345"/>
                  <a:gd name="connsiteX5" fmla="*/ 1220 w 6343"/>
                  <a:gd name="connsiteY5" fmla="*/ 1107 h 6345"/>
                  <a:gd name="connsiteX6" fmla="*/ 292 w 6343"/>
                  <a:gd name="connsiteY6" fmla="*/ 3351 h 6345"/>
                  <a:gd name="connsiteX7" fmla="*/ 1220 w 6343"/>
                  <a:gd name="connsiteY7" fmla="*/ 5594 h 6345"/>
                  <a:gd name="connsiteX8" fmla="*/ 3463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3" y="6523"/>
                    </a:moveTo>
                    <a:cubicBezTo>
                      <a:pt x="4304" y="6523"/>
                      <a:pt x="5111" y="6189"/>
                      <a:pt x="5706" y="5594"/>
                    </a:cubicBezTo>
                    <a:cubicBezTo>
                      <a:pt x="6301" y="4999"/>
                      <a:pt x="6635" y="4192"/>
                      <a:pt x="6635" y="3351"/>
                    </a:cubicBezTo>
                    <a:cubicBezTo>
                      <a:pt x="6635" y="2509"/>
                      <a:pt x="6301" y="1702"/>
                      <a:pt x="5706" y="1107"/>
                    </a:cubicBezTo>
                    <a:cubicBezTo>
                      <a:pt x="5111" y="512"/>
                      <a:pt x="4304" y="178"/>
                      <a:pt x="3463" y="178"/>
                    </a:cubicBezTo>
                    <a:cubicBezTo>
                      <a:pt x="2622" y="178"/>
                      <a:pt x="1815" y="512"/>
                      <a:pt x="1220" y="1107"/>
                    </a:cubicBezTo>
                    <a:cubicBezTo>
                      <a:pt x="626" y="1702"/>
                      <a:pt x="292" y="2509"/>
                      <a:pt x="292" y="3351"/>
                    </a:cubicBezTo>
                    <a:cubicBezTo>
                      <a:pt x="292" y="4192"/>
                      <a:pt x="626" y="4999"/>
                      <a:pt x="1220" y="5594"/>
                    </a:cubicBezTo>
                    <a:cubicBezTo>
                      <a:pt x="1815" y="6189"/>
                      <a:pt x="2622" y="6523"/>
                      <a:pt x="3463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87" name="Freeform: Shape 8586">
                <a:extLst>
                  <a:ext uri="{FF2B5EF4-FFF2-40B4-BE49-F238E27FC236}">
                    <a16:creationId xmlns:a16="http://schemas.microsoft.com/office/drawing/2014/main" id="{A814AE49-D37B-E680-817E-200DB16918E8}"/>
                  </a:ext>
                </a:extLst>
              </p:cNvPr>
              <p:cNvSpPr/>
              <p:nvPr/>
            </p:nvSpPr>
            <p:spPr>
              <a:xfrm>
                <a:off x="9801909" y="5746287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2 w 6343"/>
                  <a:gd name="connsiteY1" fmla="*/ 5595 h 6345"/>
                  <a:gd name="connsiteX2" fmla="*/ 6611 w 6343"/>
                  <a:gd name="connsiteY2" fmla="*/ 3351 h 6345"/>
                  <a:gd name="connsiteX3" fmla="*/ 5682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1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7" y="6190"/>
                      <a:pt x="5682" y="5595"/>
                    </a:cubicBezTo>
                    <a:cubicBezTo>
                      <a:pt x="6276" y="5000"/>
                      <a:pt x="6611" y="4193"/>
                      <a:pt x="6611" y="3351"/>
                    </a:cubicBezTo>
                    <a:cubicBezTo>
                      <a:pt x="6611" y="2510"/>
                      <a:pt x="6276" y="1703"/>
                      <a:pt x="5682" y="1108"/>
                    </a:cubicBezTo>
                    <a:cubicBezTo>
                      <a:pt x="5087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6" y="1108"/>
                    </a:cubicBezTo>
                    <a:cubicBezTo>
                      <a:pt x="602" y="1703"/>
                      <a:pt x="267" y="2510"/>
                      <a:pt x="267" y="3351"/>
                    </a:cubicBezTo>
                    <a:cubicBezTo>
                      <a:pt x="267" y="4193"/>
                      <a:pt x="602" y="5000"/>
                      <a:pt x="1196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88" name="Freeform: Shape 8587">
                <a:extLst>
                  <a:ext uri="{FF2B5EF4-FFF2-40B4-BE49-F238E27FC236}">
                    <a16:creationId xmlns:a16="http://schemas.microsoft.com/office/drawing/2014/main" id="{DAB94526-1BBB-61D1-2F5D-A5AC3A257A7E}"/>
                  </a:ext>
                </a:extLst>
              </p:cNvPr>
              <p:cNvSpPr/>
              <p:nvPr/>
            </p:nvSpPr>
            <p:spPr>
              <a:xfrm>
                <a:off x="9797392" y="5746248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1 h 6345"/>
                  <a:gd name="connsiteX3" fmla="*/ 5681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1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7" y="6190"/>
                      <a:pt x="5681" y="5595"/>
                    </a:cubicBezTo>
                    <a:cubicBezTo>
                      <a:pt x="6276" y="5000"/>
                      <a:pt x="6610" y="4193"/>
                      <a:pt x="6610" y="3351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7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6" y="1108"/>
                    </a:cubicBezTo>
                    <a:cubicBezTo>
                      <a:pt x="601" y="1703"/>
                      <a:pt x="267" y="2510"/>
                      <a:pt x="267" y="3351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89" name="Freeform: Shape 8588">
                <a:extLst>
                  <a:ext uri="{FF2B5EF4-FFF2-40B4-BE49-F238E27FC236}">
                    <a16:creationId xmlns:a16="http://schemas.microsoft.com/office/drawing/2014/main" id="{3084B08A-8BC5-02BA-6E9C-787C6BB7659C}"/>
                  </a:ext>
                </a:extLst>
              </p:cNvPr>
              <p:cNvSpPr/>
              <p:nvPr/>
            </p:nvSpPr>
            <p:spPr>
              <a:xfrm>
                <a:off x="9794344" y="5748058"/>
                <a:ext cx="6343" cy="6345"/>
              </a:xfrm>
              <a:custGeom>
                <a:avLst/>
                <a:gdLst>
                  <a:gd name="connsiteX0" fmla="*/ 3438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1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1 h 6345"/>
                  <a:gd name="connsiteX7" fmla="*/ 1196 w 6343"/>
                  <a:gd name="connsiteY7" fmla="*/ 5595 h 6345"/>
                  <a:gd name="connsiteX8" fmla="*/ 343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4"/>
                    </a:moveTo>
                    <a:cubicBezTo>
                      <a:pt x="4280" y="6524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1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80" y="179"/>
                      <a:pt x="3438" y="179"/>
                    </a:cubicBezTo>
                    <a:cubicBezTo>
                      <a:pt x="2597" y="179"/>
                      <a:pt x="1791" y="513"/>
                      <a:pt x="1196" y="1108"/>
                    </a:cubicBezTo>
                    <a:cubicBezTo>
                      <a:pt x="601" y="1703"/>
                      <a:pt x="267" y="2510"/>
                      <a:pt x="267" y="3351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7" y="6524"/>
                      <a:pt x="343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90" name="Freeform: Shape 8589">
                <a:extLst>
                  <a:ext uri="{FF2B5EF4-FFF2-40B4-BE49-F238E27FC236}">
                    <a16:creationId xmlns:a16="http://schemas.microsoft.com/office/drawing/2014/main" id="{6830EC09-E57E-92A9-D828-5D6D0506783B}"/>
                  </a:ext>
                </a:extLst>
              </p:cNvPr>
              <p:cNvSpPr/>
              <p:nvPr/>
            </p:nvSpPr>
            <p:spPr>
              <a:xfrm>
                <a:off x="9791628" y="5750298"/>
                <a:ext cx="6343" cy="6345"/>
              </a:xfrm>
              <a:custGeom>
                <a:avLst/>
                <a:gdLst>
                  <a:gd name="connsiteX0" fmla="*/ 3438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4"/>
                    </a:moveTo>
                    <a:cubicBezTo>
                      <a:pt x="4279" y="6524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79" y="179"/>
                      <a:pt x="3438" y="179"/>
                    </a:cubicBezTo>
                    <a:cubicBezTo>
                      <a:pt x="2597" y="179"/>
                      <a:pt x="1790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0" y="6190"/>
                      <a:pt x="2597" y="6524"/>
                      <a:pt x="343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91" name="Freeform: Shape 8590">
                <a:extLst>
                  <a:ext uri="{FF2B5EF4-FFF2-40B4-BE49-F238E27FC236}">
                    <a16:creationId xmlns:a16="http://schemas.microsoft.com/office/drawing/2014/main" id="{4ECDC446-0C6D-8EC4-8EA4-CDFE8FB2F660}"/>
                  </a:ext>
                </a:extLst>
              </p:cNvPr>
              <p:cNvSpPr/>
              <p:nvPr/>
            </p:nvSpPr>
            <p:spPr>
              <a:xfrm>
                <a:off x="9789538" y="5753373"/>
                <a:ext cx="6343" cy="6345"/>
              </a:xfrm>
              <a:custGeom>
                <a:avLst/>
                <a:gdLst>
                  <a:gd name="connsiteX0" fmla="*/ 3438 w 6343"/>
                  <a:gd name="connsiteY0" fmla="*/ 6525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5 w 6343"/>
                  <a:gd name="connsiteY5" fmla="*/ 1108 h 6345"/>
                  <a:gd name="connsiteX6" fmla="*/ 266 w 6343"/>
                  <a:gd name="connsiteY6" fmla="*/ 3352 h 6345"/>
                  <a:gd name="connsiteX7" fmla="*/ 1195 w 6343"/>
                  <a:gd name="connsiteY7" fmla="*/ 5595 h 6345"/>
                  <a:gd name="connsiteX8" fmla="*/ 343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5"/>
                    </a:moveTo>
                    <a:cubicBezTo>
                      <a:pt x="4279" y="6525"/>
                      <a:pt x="5086" y="6190"/>
                      <a:pt x="5681" y="5595"/>
                    </a:cubicBezTo>
                    <a:cubicBezTo>
                      <a:pt x="6275" y="5000"/>
                      <a:pt x="6610" y="4193"/>
                      <a:pt x="6610" y="3352"/>
                    </a:cubicBezTo>
                    <a:cubicBezTo>
                      <a:pt x="6610" y="2510"/>
                      <a:pt x="6275" y="1703"/>
                      <a:pt x="5681" y="1108"/>
                    </a:cubicBezTo>
                    <a:cubicBezTo>
                      <a:pt x="5086" y="513"/>
                      <a:pt x="4279" y="179"/>
                      <a:pt x="3438" y="179"/>
                    </a:cubicBezTo>
                    <a:cubicBezTo>
                      <a:pt x="2597" y="179"/>
                      <a:pt x="1790" y="513"/>
                      <a:pt x="1195" y="1108"/>
                    </a:cubicBezTo>
                    <a:cubicBezTo>
                      <a:pt x="601" y="1703"/>
                      <a:pt x="266" y="2510"/>
                      <a:pt x="266" y="3352"/>
                    </a:cubicBezTo>
                    <a:cubicBezTo>
                      <a:pt x="266" y="4193"/>
                      <a:pt x="601" y="5000"/>
                      <a:pt x="1195" y="5595"/>
                    </a:cubicBezTo>
                    <a:cubicBezTo>
                      <a:pt x="1790" y="6190"/>
                      <a:pt x="2597" y="6525"/>
                      <a:pt x="343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92" name="Freeform: Shape 8591">
                <a:extLst>
                  <a:ext uri="{FF2B5EF4-FFF2-40B4-BE49-F238E27FC236}">
                    <a16:creationId xmlns:a16="http://schemas.microsoft.com/office/drawing/2014/main" id="{42A8FA5E-986F-2A40-E91A-5F0D51368461}"/>
                  </a:ext>
                </a:extLst>
              </p:cNvPr>
              <p:cNvSpPr/>
              <p:nvPr/>
            </p:nvSpPr>
            <p:spPr>
              <a:xfrm>
                <a:off x="9788694" y="5758153"/>
                <a:ext cx="6343" cy="6345"/>
              </a:xfrm>
              <a:custGeom>
                <a:avLst/>
                <a:gdLst>
                  <a:gd name="connsiteX0" fmla="*/ 3438 w 6343"/>
                  <a:gd name="connsiteY0" fmla="*/ 6525 h 6345"/>
                  <a:gd name="connsiteX1" fmla="*/ 5681 w 6343"/>
                  <a:gd name="connsiteY1" fmla="*/ 5596 h 6345"/>
                  <a:gd name="connsiteX2" fmla="*/ 6610 w 6343"/>
                  <a:gd name="connsiteY2" fmla="*/ 3352 h 6345"/>
                  <a:gd name="connsiteX3" fmla="*/ 5681 w 6343"/>
                  <a:gd name="connsiteY3" fmla="*/ 1109 h 6345"/>
                  <a:gd name="connsiteX4" fmla="*/ 3438 w 6343"/>
                  <a:gd name="connsiteY4" fmla="*/ 180 h 6345"/>
                  <a:gd name="connsiteX5" fmla="*/ 1195 w 6343"/>
                  <a:gd name="connsiteY5" fmla="*/ 1109 h 6345"/>
                  <a:gd name="connsiteX6" fmla="*/ 266 w 6343"/>
                  <a:gd name="connsiteY6" fmla="*/ 3352 h 6345"/>
                  <a:gd name="connsiteX7" fmla="*/ 1195 w 6343"/>
                  <a:gd name="connsiteY7" fmla="*/ 5596 h 6345"/>
                  <a:gd name="connsiteX8" fmla="*/ 343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5"/>
                    </a:moveTo>
                    <a:cubicBezTo>
                      <a:pt x="4279" y="6525"/>
                      <a:pt x="5086" y="6191"/>
                      <a:pt x="5681" y="5596"/>
                    </a:cubicBezTo>
                    <a:cubicBezTo>
                      <a:pt x="6275" y="5001"/>
                      <a:pt x="6610" y="4194"/>
                      <a:pt x="6610" y="3352"/>
                    </a:cubicBezTo>
                    <a:cubicBezTo>
                      <a:pt x="6610" y="2511"/>
                      <a:pt x="6275" y="1704"/>
                      <a:pt x="5681" y="1109"/>
                    </a:cubicBezTo>
                    <a:cubicBezTo>
                      <a:pt x="5086" y="514"/>
                      <a:pt x="4279" y="180"/>
                      <a:pt x="3438" y="180"/>
                    </a:cubicBezTo>
                    <a:cubicBezTo>
                      <a:pt x="2597" y="180"/>
                      <a:pt x="1790" y="514"/>
                      <a:pt x="1195" y="1109"/>
                    </a:cubicBezTo>
                    <a:cubicBezTo>
                      <a:pt x="601" y="1704"/>
                      <a:pt x="266" y="2511"/>
                      <a:pt x="266" y="3352"/>
                    </a:cubicBezTo>
                    <a:cubicBezTo>
                      <a:pt x="266" y="4194"/>
                      <a:pt x="601" y="5001"/>
                      <a:pt x="1195" y="5596"/>
                    </a:cubicBezTo>
                    <a:cubicBezTo>
                      <a:pt x="1790" y="6191"/>
                      <a:pt x="2597" y="6525"/>
                      <a:pt x="343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93" name="Freeform: Shape 8592">
                <a:extLst>
                  <a:ext uri="{FF2B5EF4-FFF2-40B4-BE49-F238E27FC236}">
                    <a16:creationId xmlns:a16="http://schemas.microsoft.com/office/drawing/2014/main" id="{F341135E-B08D-0DF5-0871-59648035A3FA}"/>
                  </a:ext>
                </a:extLst>
              </p:cNvPr>
              <p:cNvSpPr/>
              <p:nvPr/>
            </p:nvSpPr>
            <p:spPr>
              <a:xfrm>
                <a:off x="9695961" y="6181410"/>
                <a:ext cx="6343" cy="6345"/>
              </a:xfrm>
              <a:custGeom>
                <a:avLst/>
                <a:gdLst>
                  <a:gd name="connsiteX0" fmla="*/ 3431 w 6343"/>
                  <a:gd name="connsiteY0" fmla="*/ 6558 h 6345"/>
                  <a:gd name="connsiteX1" fmla="*/ 5673 w 6343"/>
                  <a:gd name="connsiteY1" fmla="*/ 5629 h 6345"/>
                  <a:gd name="connsiteX2" fmla="*/ 6602 w 6343"/>
                  <a:gd name="connsiteY2" fmla="*/ 3386 h 6345"/>
                  <a:gd name="connsiteX3" fmla="*/ 5673 w 6343"/>
                  <a:gd name="connsiteY3" fmla="*/ 1142 h 6345"/>
                  <a:gd name="connsiteX4" fmla="*/ 3431 w 6343"/>
                  <a:gd name="connsiteY4" fmla="*/ 213 h 6345"/>
                  <a:gd name="connsiteX5" fmla="*/ 1188 w 6343"/>
                  <a:gd name="connsiteY5" fmla="*/ 1142 h 6345"/>
                  <a:gd name="connsiteX6" fmla="*/ 259 w 6343"/>
                  <a:gd name="connsiteY6" fmla="*/ 3386 h 6345"/>
                  <a:gd name="connsiteX7" fmla="*/ 1188 w 6343"/>
                  <a:gd name="connsiteY7" fmla="*/ 5629 h 6345"/>
                  <a:gd name="connsiteX8" fmla="*/ 343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58"/>
                    </a:moveTo>
                    <a:cubicBezTo>
                      <a:pt x="4272" y="6558"/>
                      <a:pt x="5079" y="6224"/>
                      <a:pt x="5673" y="5629"/>
                    </a:cubicBezTo>
                    <a:cubicBezTo>
                      <a:pt x="6268" y="5034"/>
                      <a:pt x="6602" y="4227"/>
                      <a:pt x="6602" y="3386"/>
                    </a:cubicBezTo>
                    <a:cubicBezTo>
                      <a:pt x="6602" y="2544"/>
                      <a:pt x="6268" y="1737"/>
                      <a:pt x="5673" y="1142"/>
                    </a:cubicBezTo>
                    <a:cubicBezTo>
                      <a:pt x="5079" y="547"/>
                      <a:pt x="4272" y="213"/>
                      <a:pt x="3431" y="213"/>
                    </a:cubicBezTo>
                    <a:cubicBezTo>
                      <a:pt x="2590" y="213"/>
                      <a:pt x="1783" y="547"/>
                      <a:pt x="1188" y="1142"/>
                    </a:cubicBezTo>
                    <a:cubicBezTo>
                      <a:pt x="593" y="1737"/>
                      <a:pt x="259" y="2544"/>
                      <a:pt x="259" y="3386"/>
                    </a:cubicBezTo>
                    <a:cubicBezTo>
                      <a:pt x="259" y="4227"/>
                      <a:pt x="593" y="5034"/>
                      <a:pt x="1188" y="5629"/>
                    </a:cubicBezTo>
                    <a:cubicBezTo>
                      <a:pt x="1783" y="6224"/>
                      <a:pt x="2590" y="6558"/>
                      <a:pt x="343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94" name="Freeform: Shape 8593">
                <a:extLst>
                  <a:ext uri="{FF2B5EF4-FFF2-40B4-BE49-F238E27FC236}">
                    <a16:creationId xmlns:a16="http://schemas.microsoft.com/office/drawing/2014/main" id="{B4A6257A-E104-044B-5509-03D16F1607E9}"/>
                  </a:ext>
                </a:extLst>
              </p:cNvPr>
              <p:cNvSpPr/>
              <p:nvPr/>
            </p:nvSpPr>
            <p:spPr>
              <a:xfrm>
                <a:off x="9689744" y="6180157"/>
                <a:ext cx="6343" cy="6345"/>
              </a:xfrm>
              <a:custGeom>
                <a:avLst/>
                <a:gdLst>
                  <a:gd name="connsiteX0" fmla="*/ 3430 w 6343"/>
                  <a:gd name="connsiteY0" fmla="*/ 6558 h 6345"/>
                  <a:gd name="connsiteX1" fmla="*/ 5673 w 6343"/>
                  <a:gd name="connsiteY1" fmla="*/ 5629 h 6345"/>
                  <a:gd name="connsiteX2" fmla="*/ 6602 w 6343"/>
                  <a:gd name="connsiteY2" fmla="*/ 3386 h 6345"/>
                  <a:gd name="connsiteX3" fmla="*/ 5673 w 6343"/>
                  <a:gd name="connsiteY3" fmla="*/ 1142 h 6345"/>
                  <a:gd name="connsiteX4" fmla="*/ 3430 w 6343"/>
                  <a:gd name="connsiteY4" fmla="*/ 213 h 6345"/>
                  <a:gd name="connsiteX5" fmla="*/ 1188 w 6343"/>
                  <a:gd name="connsiteY5" fmla="*/ 1142 h 6345"/>
                  <a:gd name="connsiteX6" fmla="*/ 259 w 6343"/>
                  <a:gd name="connsiteY6" fmla="*/ 3386 h 6345"/>
                  <a:gd name="connsiteX7" fmla="*/ 1188 w 6343"/>
                  <a:gd name="connsiteY7" fmla="*/ 5629 h 6345"/>
                  <a:gd name="connsiteX8" fmla="*/ 3430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58"/>
                    </a:moveTo>
                    <a:cubicBezTo>
                      <a:pt x="4271" y="6558"/>
                      <a:pt x="5078" y="6224"/>
                      <a:pt x="5673" y="5629"/>
                    </a:cubicBezTo>
                    <a:cubicBezTo>
                      <a:pt x="6268" y="5034"/>
                      <a:pt x="6602" y="4227"/>
                      <a:pt x="6602" y="3386"/>
                    </a:cubicBezTo>
                    <a:cubicBezTo>
                      <a:pt x="6602" y="2544"/>
                      <a:pt x="6268" y="1737"/>
                      <a:pt x="5673" y="1142"/>
                    </a:cubicBezTo>
                    <a:cubicBezTo>
                      <a:pt x="5078" y="547"/>
                      <a:pt x="4271" y="213"/>
                      <a:pt x="3430" y="213"/>
                    </a:cubicBezTo>
                    <a:cubicBezTo>
                      <a:pt x="2589" y="213"/>
                      <a:pt x="1782" y="547"/>
                      <a:pt x="1188" y="1142"/>
                    </a:cubicBezTo>
                    <a:cubicBezTo>
                      <a:pt x="593" y="1737"/>
                      <a:pt x="259" y="2544"/>
                      <a:pt x="259" y="3386"/>
                    </a:cubicBezTo>
                    <a:cubicBezTo>
                      <a:pt x="259" y="4227"/>
                      <a:pt x="593" y="5034"/>
                      <a:pt x="1188" y="5629"/>
                    </a:cubicBezTo>
                    <a:cubicBezTo>
                      <a:pt x="1782" y="6224"/>
                      <a:pt x="2589" y="6558"/>
                      <a:pt x="3430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95" name="Freeform: Shape 8594">
                <a:extLst>
                  <a:ext uri="{FF2B5EF4-FFF2-40B4-BE49-F238E27FC236}">
                    <a16:creationId xmlns:a16="http://schemas.microsoft.com/office/drawing/2014/main" id="{B56B7CB1-1E7B-0844-CFB1-16BF1A87D4F5}"/>
                  </a:ext>
                </a:extLst>
              </p:cNvPr>
              <p:cNvSpPr/>
              <p:nvPr/>
            </p:nvSpPr>
            <p:spPr>
              <a:xfrm>
                <a:off x="9684876" y="6183765"/>
                <a:ext cx="6343" cy="6345"/>
              </a:xfrm>
              <a:custGeom>
                <a:avLst/>
                <a:gdLst>
                  <a:gd name="connsiteX0" fmla="*/ 3430 w 6343"/>
                  <a:gd name="connsiteY0" fmla="*/ 6559 h 6345"/>
                  <a:gd name="connsiteX1" fmla="*/ 5672 w 6343"/>
                  <a:gd name="connsiteY1" fmla="*/ 5629 h 6345"/>
                  <a:gd name="connsiteX2" fmla="*/ 6601 w 6343"/>
                  <a:gd name="connsiteY2" fmla="*/ 3386 h 6345"/>
                  <a:gd name="connsiteX3" fmla="*/ 5672 w 6343"/>
                  <a:gd name="connsiteY3" fmla="*/ 1142 h 6345"/>
                  <a:gd name="connsiteX4" fmla="*/ 3430 w 6343"/>
                  <a:gd name="connsiteY4" fmla="*/ 213 h 6345"/>
                  <a:gd name="connsiteX5" fmla="*/ 1187 w 6343"/>
                  <a:gd name="connsiteY5" fmla="*/ 1142 h 6345"/>
                  <a:gd name="connsiteX6" fmla="*/ 258 w 6343"/>
                  <a:gd name="connsiteY6" fmla="*/ 3386 h 6345"/>
                  <a:gd name="connsiteX7" fmla="*/ 1187 w 6343"/>
                  <a:gd name="connsiteY7" fmla="*/ 5629 h 6345"/>
                  <a:gd name="connsiteX8" fmla="*/ 343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59"/>
                    </a:moveTo>
                    <a:cubicBezTo>
                      <a:pt x="4271" y="6559"/>
                      <a:pt x="5078" y="6224"/>
                      <a:pt x="5672" y="5629"/>
                    </a:cubicBezTo>
                    <a:cubicBezTo>
                      <a:pt x="6267" y="5034"/>
                      <a:pt x="6601" y="4227"/>
                      <a:pt x="6601" y="3386"/>
                    </a:cubicBezTo>
                    <a:cubicBezTo>
                      <a:pt x="6601" y="2544"/>
                      <a:pt x="6267" y="1737"/>
                      <a:pt x="5672" y="1142"/>
                    </a:cubicBezTo>
                    <a:cubicBezTo>
                      <a:pt x="5078" y="547"/>
                      <a:pt x="4271" y="213"/>
                      <a:pt x="3430" y="213"/>
                    </a:cubicBezTo>
                    <a:cubicBezTo>
                      <a:pt x="2589" y="213"/>
                      <a:pt x="1782" y="547"/>
                      <a:pt x="1187" y="1142"/>
                    </a:cubicBezTo>
                    <a:cubicBezTo>
                      <a:pt x="592" y="1737"/>
                      <a:pt x="258" y="2544"/>
                      <a:pt x="258" y="3386"/>
                    </a:cubicBezTo>
                    <a:cubicBezTo>
                      <a:pt x="258" y="4227"/>
                      <a:pt x="592" y="5034"/>
                      <a:pt x="1187" y="5629"/>
                    </a:cubicBezTo>
                    <a:cubicBezTo>
                      <a:pt x="1782" y="6224"/>
                      <a:pt x="2589" y="6559"/>
                      <a:pt x="343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96" name="Freeform: Shape 8595">
                <a:extLst>
                  <a:ext uri="{FF2B5EF4-FFF2-40B4-BE49-F238E27FC236}">
                    <a16:creationId xmlns:a16="http://schemas.microsoft.com/office/drawing/2014/main" id="{4EA2FD3A-90D5-DE57-9621-DF9940A46E8A}"/>
                  </a:ext>
                </a:extLst>
              </p:cNvPr>
              <p:cNvSpPr/>
              <p:nvPr/>
            </p:nvSpPr>
            <p:spPr>
              <a:xfrm>
                <a:off x="9529264" y="5749297"/>
                <a:ext cx="6343" cy="6345"/>
              </a:xfrm>
              <a:custGeom>
                <a:avLst/>
                <a:gdLst>
                  <a:gd name="connsiteX0" fmla="*/ 3418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8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2 h 6345"/>
                  <a:gd name="connsiteX7" fmla="*/ 1175 w 6343"/>
                  <a:gd name="connsiteY7" fmla="*/ 5595 h 6345"/>
                  <a:gd name="connsiteX8" fmla="*/ 341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24"/>
                    </a:moveTo>
                    <a:cubicBezTo>
                      <a:pt x="4259" y="6524"/>
                      <a:pt x="5065" y="6190"/>
                      <a:pt x="5660" y="5595"/>
                    </a:cubicBezTo>
                    <a:cubicBezTo>
                      <a:pt x="6255" y="5000"/>
                      <a:pt x="6589" y="4193"/>
                      <a:pt x="6589" y="3352"/>
                    </a:cubicBezTo>
                    <a:cubicBezTo>
                      <a:pt x="6589" y="2510"/>
                      <a:pt x="6255" y="1703"/>
                      <a:pt x="5660" y="1108"/>
                    </a:cubicBezTo>
                    <a:cubicBezTo>
                      <a:pt x="5065" y="513"/>
                      <a:pt x="4259" y="179"/>
                      <a:pt x="3418" y="179"/>
                    </a:cubicBezTo>
                    <a:cubicBezTo>
                      <a:pt x="2576" y="179"/>
                      <a:pt x="1770" y="513"/>
                      <a:pt x="1175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70" y="6190"/>
                      <a:pt x="2576" y="6524"/>
                      <a:pt x="341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97" name="Freeform: Shape 8596">
                <a:extLst>
                  <a:ext uri="{FF2B5EF4-FFF2-40B4-BE49-F238E27FC236}">
                    <a16:creationId xmlns:a16="http://schemas.microsoft.com/office/drawing/2014/main" id="{78A4001C-4917-87C5-09BC-7E5B4F992DCC}"/>
                  </a:ext>
                </a:extLst>
              </p:cNvPr>
              <p:cNvSpPr/>
              <p:nvPr/>
            </p:nvSpPr>
            <p:spPr>
              <a:xfrm>
                <a:off x="9526381" y="5749316"/>
                <a:ext cx="6343" cy="6345"/>
              </a:xfrm>
              <a:custGeom>
                <a:avLst/>
                <a:gdLst>
                  <a:gd name="connsiteX0" fmla="*/ 3417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7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2 h 6345"/>
                  <a:gd name="connsiteX7" fmla="*/ 1175 w 6343"/>
                  <a:gd name="connsiteY7" fmla="*/ 5595 h 6345"/>
                  <a:gd name="connsiteX8" fmla="*/ 3417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24"/>
                    </a:moveTo>
                    <a:cubicBezTo>
                      <a:pt x="4258" y="6524"/>
                      <a:pt x="5065" y="6190"/>
                      <a:pt x="5660" y="5595"/>
                    </a:cubicBezTo>
                    <a:cubicBezTo>
                      <a:pt x="6255" y="5000"/>
                      <a:pt x="6589" y="4193"/>
                      <a:pt x="6589" y="3352"/>
                    </a:cubicBezTo>
                    <a:cubicBezTo>
                      <a:pt x="6589" y="2510"/>
                      <a:pt x="6255" y="1703"/>
                      <a:pt x="5660" y="1108"/>
                    </a:cubicBezTo>
                    <a:cubicBezTo>
                      <a:pt x="5065" y="513"/>
                      <a:pt x="4258" y="179"/>
                      <a:pt x="3417" y="179"/>
                    </a:cubicBezTo>
                    <a:cubicBezTo>
                      <a:pt x="2576" y="179"/>
                      <a:pt x="1769" y="513"/>
                      <a:pt x="1175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69" y="6190"/>
                      <a:pt x="2576" y="6524"/>
                      <a:pt x="3417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98" name="Freeform: Shape 8597">
                <a:extLst>
                  <a:ext uri="{FF2B5EF4-FFF2-40B4-BE49-F238E27FC236}">
                    <a16:creationId xmlns:a16="http://schemas.microsoft.com/office/drawing/2014/main" id="{ABB02BF7-C977-11DD-6363-B9A8165DC02D}"/>
                  </a:ext>
                </a:extLst>
              </p:cNvPr>
              <p:cNvSpPr/>
              <p:nvPr/>
            </p:nvSpPr>
            <p:spPr>
              <a:xfrm>
                <a:off x="9523672" y="5750305"/>
                <a:ext cx="6343" cy="6345"/>
              </a:xfrm>
              <a:custGeom>
                <a:avLst/>
                <a:gdLst>
                  <a:gd name="connsiteX0" fmla="*/ 3417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7 w 6343"/>
                  <a:gd name="connsiteY4" fmla="*/ 179 h 6345"/>
                  <a:gd name="connsiteX5" fmla="*/ 1174 w 6343"/>
                  <a:gd name="connsiteY5" fmla="*/ 1108 h 6345"/>
                  <a:gd name="connsiteX6" fmla="*/ 246 w 6343"/>
                  <a:gd name="connsiteY6" fmla="*/ 3352 h 6345"/>
                  <a:gd name="connsiteX7" fmla="*/ 1174 w 6343"/>
                  <a:gd name="connsiteY7" fmla="*/ 5595 h 6345"/>
                  <a:gd name="connsiteX8" fmla="*/ 3417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24"/>
                    </a:moveTo>
                    <a:cubicBezTo>
                      <a:pt x="4258" y="6524"/>
                      <a:pt x="5065" y="6190"/>
                      <a:pt x="5660" y="5595"/>
                    </a:cubicBezTo>
                    <a:cubicBezTo>
                      <a:pt x="6254" y="5000"/>
                      <a:pt x="6589" y="4193"/>
                      <a:pt x="6589" y="3352"/>
                    </a:cubicBezTo>
                    <a:cubicBezTo>
                      <a:pt x="6589" y="2510"/>
                      <a:pt x="6254" y="1703"/>
                      <a:pt x="5660" y="1108"/>
                    </a:cubicBezTo>
                    <a:cubicBezTo>
                      <a:pt x="5065" y="513"/>
                      <a:pt x="4258" y="179"/>
                      <a:pt x="3417" y="179"/>
                    </a:cubicBezTo>
                    <a:cubicBezTo>
                      <a:pt x="2576" y="179"/>
                      <a:pt x="1769" y="513"/>
                      <a:pt x="1174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4" y="5595"/>
                    </a:cubicBezTo>
                    <a:cubicBezTo>
                      <a:pt x="1769" y="6190"/>
                      <a:pt x="2576" y="6524"/>
                      <a:pt x="3417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599" name="Freeform: Shape 8598">
                <a:extLst>
                  <a:ext uri="{FF2B5EF4-FFF2-40B4-BE49-F238E27FC236}">
                    <a16:creationId xmlns:a16="http://schemas.microsoft.com/office/drawing/2014/main" id="{36A02271-4D67-C323-3248-5F4ADE18F3FF}"/>
                  </a:ext>
                </a:extLst>
              </p:cNvPr>
              <p:cNvSpPr/>
              <p:nvPr/>
            </p:nvSpPr>
            <p:spPr>
              <a:xfrm>
                <a:off x="9515682" y="6183697"/>
                <a:ext cx="6343" cy="6345"/>
              </a:xfrm>
              <a:custGeom>
                <a:avLst/>
                <a:gdLst>
                  <a:gd name="connsiteX0" fmla="*/ 3416 w 6343"/>
                  <a:gd name="connsiteY0" fmla="*/ 6558 h 6345"/>
                  <a:gd name="connsiteX1" fmla="*/ 5659 w 6343"/>
                  <a:gd name="connsiteY1" fmla="*/ 5629 h 6345"/>
                  <a:gd name="connsiteX2" fmla="*/ 6588 w 6343"/>
                  <a:gd name="connsiteY2" fmla="*/ 3386 h 6345"/>
                  <a:gd name="connsiteX3" fmla="*/ 5659 w 6343"/>
                  <a:gd name="connsiteY3" fmla="*/ 1142 h 6345"/>
                  <a:gd name="connsiteX4" fmla="*/ 3416 w 6343"/>
                  <a:gd name="connsiteY4" fmla="*/ 213 h 6345"/>
                  <a:gd name="connsiteX5" fmla="*/ 1174 w 6343"/>
                  <a:gd name="connsiteY5" fmla="*/ 1142 h 6345"/>
                  <a:gd name="connsiteX6" fmla="*/ 245 w 6343"/>
                  <a:gd name="connsiteY6" fmla="*/ 3386 h 6345"/>
                  <a:gd name="connsiteX7" fmla="*/ 1174 w 6343"/>
                  <a:gd name="connsiteY7" fmla="*/ 5629 h 6345"/>
                  <a:gd name="connsiteX8" fmla="*/ 3416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58"/>
                    </a:moveTo>
                    <a:cubicBezTo>
                      <a:pt x="4258" y="6558"/>
                      <a:pt x="5064" y="6224"/>
                      <a:pt x="5659" y="5629"/>
                    </a:cubicBezTo>
                    <a:cubicBezTo>
                      <a:pt x="6254" y="5034"/>
                      <a:pt x="6588" y="4227"/>
                      <a:pt x="6588" y="3386"/>
                    </a:cubicBezTo>
                    <a:cubicBezTo>
                      <a:pt x="6588" y="2544"/>
                      <a:pt x="6254" y="1737"/>
                      <a:pt x="5659" y="1142"/>
                    </a:cubicBezTo>
                    <a:cubicBezTo>
                      <a:pt x="5064" y="547"/>
                      <a:pt x="4258" y="213"/>
                      <a:pt x="3416" y="213"/>
                    </a:cubicBezTo>
                    <a:cubicBezTo>
                      <a:pt x="2575" y="213"/>
                      <a:pt x="1769" y="547"/>
                      <a:pt x="1174" y="1142"/>
                    </a:cubicBezTo>
                    <a:cubicBezTo>
                      <a:pt x="579" y="1737"/>
                      <a:pt x="245" y="2544"/>
                      <a:pt x="245" y="3386"/>
                    </a:cubicBezTo>
                    <a:cubicBezTo>
                      <a:pt x="245" y="4227"/>
                      <a:pt x="579" y="5034"/>
                      <a:pt x="1174" y="5629"/>
                    </a:cubicBezTo>
                    <a:cubicBezTo>
                      <a:pt x="1769" y="6224"/>
                      <a:pt x="2575" y="6558"/>
                      <a:pt x="3416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00" name="Freeform: Shape 8599">
                <a:extLst>
                  <a:ext uri="{FF2B5EF4-FFF2-40B4-BE49-F238E27FC236}">
                    <a16:creationId xmlns:a16="http://schemas.microsoft.com/office/drawing/2014/main" id="{3F5D3894-CD2D-1CA6-1066-64A2C3B87DE6}"/>
                  </a:ext>
                </a:extLst>
              </p:cNvPr>
              <p:cNvSpPr/>
              <p:nvPr/>
            </p:nvSpPr>
            <p:spPr>
              <a:xfrm>
                <a:off x="9329027" y="6186208"/>
                <a:ext cx="6343" cy="6345"/>
              </a:xfrm>
              <a:custGeom>
                <a:avLst/>
                <a:gdLst>
                  <a:gd name="connsiteX0" fmla="*/ 3402 w 6343"/>
                  <a:gd name="connsiteY0" fmla="*/ 6559 h 6345"/>
                  <a:gd name="connsiteX1" fmla="*/ 5644 w 6343"/>
                  <a:gd name="connsiteY1" fmla="*/ 5629 h 6345"/>
                  <a:gd name="connsiteX2" fmla="*/ 6573 w 6343"/>
                  <a:gd name="connsiteY2" fmla="*/ 3386 h 6345"/>
                  <a:gd name="connsiteX3" fmla="*/ 5644 w 6343"/>
                  <a:gd name="connsiteY3" fmla="*/ 1143 h 6345"/>
                  <a:gd name="connsiteX4" fmla="*/ 3402 w 6343"/>
                  <a:gd name="connsiteY4" fmla="*/ 213 h 6345"/>
                  <a:gd name="connsiteX5" fmla="*/ 1159 w 6343"/>
                  <a:gd name="connsiteY5" fmla="*/ 1143 h 6345"/>
                  <a:gd name="connsiteX6" fmla="*/ 230 w 6343"/>
                  <a:gd name="connsiteY6" fmla="*/ 3386 h 6345"/>
                  <a:gd name="connsiteX7" fmla="*/ 1159 w 6343"/>
                  <a:gd name="connsiteY7" fmla="*/ 5629 h 6345"/>
                  <a:gd name="connsiteX8" fmla="*/ 340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59"/>
                    </a:moveTo>
                    <a:cubicBezTo>
                      <a:pt x="4243" y="6559"/>
                      <a:pt x="5050" y="6224"/>
                      <a:pt x="5644" y="5629"/>
                    </a:cubicBezTo>
                    <a:cubicBezTo>
                      <a:pt x="6239" y="5034"/>
                      <a:pt x="6573" y="4227"/>
                      <a:pt x="6573" y="3386"/>
                    </a:cubicBezTo>
                    <a:cubicBezTo>
                      <a:pt x="6573" y="2545"/>
                      <a:pt x="6239" y="1738"/>
                      <a:pt x="5644" y="1143"/>
                    </a:cubicBezTo>
                    <a:cubicBezTo>
                      <a:pt x="5050" y="548"/>
                      <a:pt x="4243" y="213"/>
                      <a:pt x="3402" y="213"/>
                    </a:cubicBezTo>
                    <a:cubicBezTo>
                      <a:pt x="2561" y="213"/>
                      <a:pt x="1754" y="548"/>
                      <a:pt x="1159" y="1143"/>
                    </a:cubicBezTo>
                    <a:cubicBezTo>
                      <a:pt x="564" y="1738"/>
                      <a:pt x="230" y="2545"/>
                      <a:pt x="230" y="3386"/>
                    </a:cubicBezTo>
                    <a:cubicBezTo>
                      <a:pt x="230" y="4227"/>
                      <a:pt x="564" y="5034"/>
                      <a:pt x="1159" y="5629"/>
                    </a:cubicBezTo>
                    <a:cubicBezTo>
                      <a:pt x="1754" y="6224"/>
                      <a:pt x="2561" y="6559"/>
                      <a:pt x="340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01" name="Freeform: Shape 8600">
                <a:extLst>
                  <a:ext uri="{FF2B5EF4-FFF2-40B4-BE49-F238E27FC236}">
                    <a16:creationId xmlns:a16="http://schemas.microsoft.com/office/drawing/2014/main" id="{68DD28D5-22C7-15E8-FC9B-DA1DC523EC4D}"/>
                  </a:ext>
                </a:extLst>
              </p:cNvPr>
              <p:cNvSpPr/>
              <p:nvPr/>
            </p:nvSpPr>
            <p:spPr>
              <a:xfrm>
                <a:off x="9323860" y="6183246"/>
                <a:ext cx="6343" cy="6345"/>
              </a:xfrm>
              <a:custGeom>
                <a:avLst/>
                <a:gdLst>
                  <a:gd name="connsiteX0" fmla="*/ 3401 w 6343"/>
                  <a:gd name="connsiteY0" fmla="*/ 6558 h 6345"/>
                  <a:gd name="connsiteX1" fmla="*/ 5644 w 6343"/>
                  <a:gd name="connsiteY1" fmla="*/ 5629 h 6345"/>
                  <a:gd name="connsiteX2" fmla="*/ 6573 w 6343"/>
                  <a:gd name="connsiteY2" fmla="*/ 3386 h 6345"/>
                  <a:gd name="connsiteX3" fmla="*/ 5644 w 6343"/>
                  <a:gd name="connsiteY3" fmla="*/ 1142 h 6345"/>
                  <a:gd name="connsiteX4" fmla="*/ 3401 w 6343"/>
                  <a:gd name="connsiteY4" fmla="*/ 213 h 6345"/>
                  <a:gd name="connsiteX5" fmla="*/ 1159 w 6343"/>
                  <a:gd name="connsiteY5" fmla="*/ 1142 h 6345"/>
                  <a:gd name="connsiteX6" fmla="*/ 230 w 6343"/>
                  <a:gd name="connsiteY6" fmla="*/ 3386 h 6345"/>
                  <a:gd name="connsiteX7" fmla="*/ 1159 w 6343"/>
                  <a:gd name="connsiteY7" fmla="*/ 5629 h 6345"/>
                  <a:gd name="connsiteX8" fmla="*/ 340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8"/>
                    </a:moveTo>
                    <a:cubicBezTo>
                      <a:pt x="4242" y="6558"/>
                      <a:pt x="5049" y="6224"/>
                      <a:pt x="5644" y="5629"/>
                    </a:cubicBezTo>
                    <a:cubicBezTo>
                      <a:pt x="6239" y="5034"/>
                      <a:pt x="6573" y="4227"/>
                      <a:pt x="6573" y="3386"/>
                    </a:cubicBezTo>
                    <a:cubicBezTo>
                      <a:pt x="6573" y="2544"/>
                      <a:pt x="6239" y="1737"/>
                      <a:pt x="5644" y="1142"/>
                    </a:cubicBezTo>
                    <a:cubicBezTo>
                      <a:pt x="5049" y="547"/>
                      <a:pt x="4242" y="213"/>
                      <a:pt x="3401" y="213"/>
                    </a:cubicBezTo>
                    <a:cubicBezTo>
                      <a:pt x="2560" y="213"/>
                      <a:pt x="1753" y="547"/>
                      <a:pt x="1159" y="1142"/>
                    </a:cubicBezTo>
                    <a:cubicBezTo>
                      <a:pt x="564" y="1737"/>
                      <a:pt x="230" y="2544"/>
                      <a:pt x="230" y="3386"/>
                    </a:cubicBezTo>
                    <a:cubicBezTo>
                      <a:pt x="230" y="4227"/>
                      <a:pt x="564" y="5034"/>
                      <a:pt x="1159" y="5629"/>
                    </a:cubicBezTo>
                    <a:cubicBezTo>
                      <a:pt x="1753" y="6224"/>
                      <a:pt x="2560" y="6558"/>
                      <a:pt x="340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02" name="Freeform: Shape 8601">
                <a:extLst>
                  <a:ext uri="{FF2B5EF4-FFF2-40B4-BE49-F238E27FC236}">
                    <a16:creationId xmlns:a16="http://schemas.microsoft.com/office/drawing/2014/main" id="{3BB55A84-0E5F-25F6-E2EC-5561ABDAADE5}"/>
                  </a:ext>
                </a:extLst>
              </p:cNvPr>
              <p:cNvSpPr/>
              <p:nvPr/>
            </p:nvSpPr>
            <p:spPr>
              <a:xfrm>
                <a:off x="9164985" y="5723892"/>
                <a:ext cx="6343" cy="6345"/>
              </a:xfrm>
              <a:custGeom>
                <a:avLst/>
                <a:gdLst>
                  <a:gd name="connsiteX0" fmla="*/ 3389 w 6343"/>
                  <a:gd name="connsiteY0" fmla="*/ 6522 h 6345"/>
                  <a:gd name="connsiteX1" fmla="*/ 5631 w 6343"/>
                  <a:gd name="connsiteY1" fmla="*/ 5593 h 6345"/>
                  <a:gd name="connsiteX2" fmla="*/ 6560 w 6343"/>
                  <a:gd name="connsiteY2" fmla="*/ 3350 h 6345"/>
                  <a:gd name="connsiteX3" fmla="*/ 5631 w 6343"/>
                  <a:gd name="connsiteY3" fmla="*/ 1106 h 6345"/>
                  <a:gd name="connsiteX4" fmla="*/ 3389 w 6343"/>
                  <a:gd name="connsiteY4" fmla="*/ 177 h 6345"/>
                  <a:gd name="connsiteX5" fmla="*/ 1146 w 6343"/>
                  <a:gd name="connsiteY5" fmla="*/ 1106 h 6345"/>
                  <a:gd name="connsiteX6" fmla="*/ 217 w 6343"/>
                  <a:gd name="connsiteY6" fmla="*/ 3350 h 6345"/>
                  <a:gd name="connsiteX7" fmla="*/ 1146 w 6343"/>
                  <a:gd name="connsiteY7" fmla="*/ 5593 h 6345"/>
                  <a:gd name="connsiteX8" fmla="*/ 3389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2"/>
                    </a:moveTo>
                    <a:cubicBezTo>
                      <a:pt x="4230" y="6522"/>
                      <a:pt x="5037" y="6188"/>
                      <a:pt x="5631" y="5593"/>
                    </a:cubicBezTo>
                    <a:cubicBezTo>
                      <a:pt x="6226" y="4998"/>
                      <a:pt x="6560" y="4191"/>
                      <a:pt x="6560" y="3350"/>
                    </a:cubicBezTo>
                    <a:cubicBezTo>
                      <a:pt x="6560" y="2508"/>
                      <a:pt x="6226" y="1701"/>
                      <a:pt x="5631" y="1106"/>
                    </a:cubicBezTo>
                    <a:cubicBezTo>
                      <a:pt x="5037" y="511"/>
                      <a:pt x="4230" y="177"/>
                      <a:pt x="3389" y="177"/>
                    </a:cubicBezTo>
                    <a:cubicBezTo>
                      <a:pt x="2548" y="177"/>
                      <a:pt x="1741" y="511"/>
                      <a:pt x="1146" y="1106"/>
                    </a:cubicBezTo>
                    <a:cubicBezTo>
                      <a:pt x="551" y="1701"/>
                      <a:pt x="217" y="2508"/>
                      <a:pt x="217" y="3350"/>
                    </a:cubicBezTo>
                    <a:cubicBezTo>
                      <a:pt x="217" y="4191"/>
                      <a:pt x="551" y="4998"/>
                      <a:pt x="1146" y="5593"/>
                    </a:cubicBezTo>
                    <a:cubicBezTo>
                      <a:pt x="1741" y="6188"/>
                      <a:pt x="2548" y="6522"/>
                      <a:pt x="3389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03" name="Freeform: Shape 8602">
                <a:extLst>
                  <a:ext uri="{FF2B5EF4-FFF2-40B4-BE49-F238E27FC236}">
                    <a16:creationId xmlns:a16="http://schemas.microsoft.com/office/drawing/2014/main" id="{3F3B2038-9B78-841F-8D76-23B2DAD578F2}"/>
                  </a:ext>
                </a:extLst>
              </p:cNvPr>
              <p:cNvSpPr/>
              <p:nvPr/>
            </p:nvSpPr>
            <p:spPr>
              <a:xfrm>
                <a:off x="9162767" y="5721541"/>
                <a:ext cx="6343" cy="6345"/>
              </a:xfrm>
              <a:custGeom>
                <a:avLst/>
                <a:gdLst>
                  <a:gd name="connsiteX0" fmla="*/ 3389 w 6343"/>
                  <a:gd name="connsiteY0" fmla="*/ 6522 h 6345"/>
                  <a:gd name="connsiteX1" fmla="*/ 5631 w 6343"/>
                  <a:gd name="connsiteY1" fmla="*/ 5593 h 6345"/>
                  <a:gd name="connsiteX2" fmla="*/ 6560 w 6343"/>
                  <a:gd name="connsiteY2" fmla="*/ 3349 h 6345"/>
                  <a:gd name="connsiteX3" fmla="*/ 5631 w 6343"/>
                  <a:gd name="connsiteY3" fmla="*/ 1106 h 6345"/>
                  <a:gd name="connsiteX4" fmla="*/ 3389 w 6343"/>
                  <a:gd name="connsiteY4" fmla="*/ 177 h 6345"/>
                  <a:gd name="connsiteX5" fmla="*/ 1146 w 6343"/>
                  <a:gd name="connsiteY5" fmla="*/ 1106 h 6345"/>
                  <a:gd name="connsiteX6" fmla="*/ 217 w 6343"/>
                  <a:gd name="connsiteY6" fmla="*/ 3349 h 6345"/>
                  <a:gd name="connsiteX7" fmla="*/ 1146 w 6343"/>
                  <a:gd name="connsiteY7" fmla="*/ 5593 h 6345"/>
                  <a:gd name="connsiteX8" fmla="*/ 3389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2"/>
                    </a:moveTo>
                    <a:cubicBezTo>
                      <a:pt x="4230" y="6522"/>
                      <a:pt x="5037" y="6188"/>
                      <a:pt x="5631" y="5593"/>
                    </a:cubicBezTo>
                    <a:cubicBezTo>
                      <a:pt x="6226" y="4998"/>
                      <a:pt x="6560" y="4191"/>
                      <a:pt x="6560" y="3349"/>
                    </a:cubicBezTo>
                    <a:cubicBezTo>
                      <a:pt x="6560" y="2508"/>
                      <a:pt x="6226" y="1701"/>
                      <a:pt x="5631" y="1106"/>
                    </a:cubicBezTo>
                    <a:cubicBezTo>
                      <a:pt x="5037" y="511"/>
                      <a:pt x="4230" y="177"/>
                      <a:pt x="3389" y="177"/>
                    </a:cubicBezTo>
                    <a:cubicBezTo>
                      <a:pt x="2548" y="177"/>
                      <a:pt x="1741" y="511"/>
                      <a:pt x="1146" y="1106"/>
                    </a:cubicBezTo>
                    <a:cubicBezTo>
                      <a:pt x="551" y="1701"/>
                      <a:pt x="217" y="2508"/>
                      <a:pt x="217" y="3349"/>
                    </a:cubicBezTo>
                    <a:cubicBezTo>
                      <a:pt x="217" y="4191"/>
                      <a:pt x="551" y="4998"/>
                      <a:pt x="1146" y="5593"/>
                    </a:cubicBezTo>
                    <a:cubicBezTo>
                      <a:pt x="1741" y="6188"/>
                      <a:pt x="2548" y="6522"/>
                      <a:pt x="3389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04" name="Freeform: Shape 8603">
                <a:extLst>
                  <a:ext uri="{FF2B5EF4-FFF2-40B4-BE49-F238E27FC236}">
                    <a16:creationId xmlns:a16="http://schemas.microsoft.com/office/drawing/2014/main" id="{7D3CEF4A-800F-8A45-C870-373EE5AB6927}"/>
                  </a:ext>
                </a:extLst>
              </p:cNvPr>
              <p:cNvSpPr/>
              <p:nvPr/>
            </p:nvSpPr>
            <p:spPr>
              <a:xfrm>
                <a:off x="9093171" y="5756034"/>
                <a:ext cx="6343" cy="6345"/>
              </a:xfrm>
              <a:custGeom>
                <a:avLst/>
                <a:gdLst>
                  <a:gd name="connsiteX0" fmla="*/ 3383 w 6343"/>
                  <a:gd name="connsiteY0" fmla="*/ 6525 h 6345"/>
                  <a:gd name="connsiteX1" fmla="*/ 5626 w 6343"/>
                  <a:gd name="connsiteY1" fmla="*/ 5596 h 6345"/>
                  <a:gd name="connsiteX2" fmla="*/ 6555 w 6343"/>
                  <a:gd name="connsiteY2" fmla="*/ 3352 h 6345"/>
                  <a:gd name="connsiteX3" fmla="*/ 5626 w 6343"/>
                  <a:gd name="connsiteY3" fmla="*/ 1109 h 6345"/>
                  <a:gd name="connsiteX4" fmla="*/ 3383 w 6343"/>
                  <a:gd name="connsiteY4" fmla="*/ 179 h 6345"/>
                  <a:gd name="connsiteX5" fmla="*/ 1141 w 6343"/>
                  <a:gd name="connsiteY5" fmla="*/ 1109 h 6345"/>
                  <a:gd name="connsiteX6" fmla="*/ 212 w 6343"/>
                  <a:gd name="connsiteY6" fmla="*/ 3352 h 6345"/>
                  <a:gd name="connsiteX7" fmla="*/ 1141 w 6343"/>
                  <a:gd name="connsiteY7" fmla="*/ 5596 h 6345"/>
                  <a:gd name="connsiteX8" fmla="*/ 338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5"/>
                    </a:moveTo>
                    <a:cubicBezTo>
                      <a:pt x="4224" y="6525"/>
                      <a:pt x="5031" y="6190"/>
                      <a:pt x="5626" y="5596"/>
                    </a:cubicBezTo>
                    <a:cubicBezTo>
                      <a:pt x="6221" y="5001"/>
                      <a:pt x="6555" y="4194"/>
                      <a:pt x="6555" y="3352"/>
                    </a:cubicBezTo>
                    <a:cubicBezTo>
                      <a:pt x="6555" y="2511"/>
                      <a:pt x="6221" y="1704"/>
                      <a:pt x="5626" y="1109"/>
                    </a:cubicBezTo>
                    <a:cubicBezTo>
                      <a:pt x="5031" y="514"/>
                      <a:pt x="4224" y="179"/>
                      <a:pt x="3383" y="179"/>
                    </a:cubicBezTo>
                    <a:cubicBezTo>
                      <a:pt x="2542" y="179"/>
                      <a:pt x="1735" y="514"/>
                      <a:pt x="1141" y="1109"/>
                    </a:cubicBezTo>
                    <a:cubicBezTo>
                      <a:pt x="546" y="1704"/>
                      <a:pt x="212" y="2511"/>
                      <a:pt x="212" y="3352"/>
                    </a:cubicBezTo>
                    <a:cubicBezTo>
                      <a:pt x="212" y="4194"/>
                      <a:pt x="546" y="5001"/>
                      <a:pt x="1141" y="5596"/>
                    </a:cubicBezTo>
                    <a:cubicBezTo>
                      <a:pt x="1735" y="6190"/>
                      <a:pt x="2542" y="6525"/>
                      <a:pt x="338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05" name="Freeform: Shape 8604">
                <a:extLst>
                  <a:ext uri="{FF2B5EF4-FFF2-40B4-BE49-F238E27FC236}">
                    <a16:creationId xmlns:a16="http://schemas.microsoft.com/office/drawing/2014/main" id="{89CEC4C9-E2B9-C9D5-0AF4-C47C533E9CBC}"/>
                  </a:ext>
                </a:extLst>
              </p:cNvPr>
              <p:cNvSpPr/>
              <p:nvPr/>
            </p:nvSpPr>
            <p:spPr>
              <a:xfrm>
                <a:off x="9091492" y="5752379"/>
                <a:ext cx="6343" cy="6345"/>
              </a:xfrm>
              <a:custGeom>
                <a:avLst/>
                <a:gdLst>
                  <a:gd name="connsiteX0" fmla="*/ 3383 w 6343"/>
                  <a:gd name="connsiteY0" fmla="*/ 6525 h 6345"/>
                  <a:gd name="connsiteX1" fmla="*/ 5626 w 6343"/>
                  <a:gd name="connsiteY1" fmla="*/ 5595 h 6345"/>
                  <a:gd name="connsiteX2" fmla="*/ 6555 w 6343"/>
                  <a:gd name="connsiteY2" fmla="*/ 3352 h 6345"/>
                  <a:gd name="connsiteX3" fmla="*/ 5626 w 6343"/>
                  <a:gd name="connsiteY3" fmla="*/ 1108 h 6345"/>
                  <a:gd name="connsiteX4" fmla="*/ 3383 w 6343"/>
                  <a:gd name="connsiteY4" fmla="*/ 179 h 6345"/>
                  <a:gd name="connsiteX5" fmla="*/ 1140 w 6343"/>
                  <a:gd name="connsiteY5" fmla="*/ 1108 h 6345"/>
                  <a:gd name="connsiteX6" fmla="*/ 211 w 6343"/>
                  <a:gd name="connsiteY6" fmla="*/ 3352 h 6345"/>
                  <a:gd name="connsiteX7" fmla="*/ 1140 w 6343"/>
                  <a:gd name="connsiteY7" fmla="*/ 5595 h 6345"/>
                  <a:gd name="connsiteX8" fmla="*/ 338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5"/>
                    </a:moveTo>
                    <a:cubicBezTo>
                      <a:pt x="4224" y="6525"/>
                      <a:pt x="5031" y="6190"/>
                      <a:pt x="5626" y="5595"/>
                    </a:cubicBezTo>
                    <a:cubicBezTo>
                      <a:pt x="6220" y="5000"/>
                      <a:pt x="6555" y="4193"/>
                      <a:pt x="6555" y="3352"/>
                    </a:cubicBezTo>
                    <a:cubicBezTo>
                      <a:pt x="6555" y="2510"/>
                      <a:pt x="6220" y="1703"/>
                      <a:pt x="5626" y="1108"/>
                    </a:cubicBezTo>
                    <a:cubicBezTo>
                      <a:pt x="5031" y="513"/>
                      <a:pt x="4224" y="179"/>
                      <a:pt x="3383" y="179"/>
                    </a:cubicBezTo>
                    <a:cubicBezTo>
                      <a:pt x="2542" y="179"/>
                      <a:pt x="1735" y="513"/>
                      <a:pt x="1140" y="1108"/>
                    </a:cubicBezTo>
                    <a:cubicBezTo>
                      <a:pt x="546" y="1703"/>
                      <a:pt x="211" y="2510"/>
                      <a:pt x="211" y="3352"/>
                    </a:cubicBezTo>
                    <a:cubicBezTo>
                      <a:pt x="211" y="4193"/>
                      <a:pt x="546" y="5000"/>
                      <a:pt x="1140" y="5595"/>
                    </a:cubicBezTo>
                    <a:cubicBezTo>
                      <a:pt x="1735" y="6190"/>
                      <a:pt x="2542" y="6525"/>
                      <a:pt x="338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06" name="Freeform: Shape 8605">
                <a:extLst>
                  <a:ext uri="{FF2B5EF4-FFF2-40B4-BE49-F238E27FC236}">
                    <a16:creationId xmlns:a16="http://schemas.microsoft.com/office/drawing/2014/main" id="{BA279D7D-CD2D-A8DC-26C1-580FF28D4544}"/>
                  </a:ext>
                </a:extLst>
              </p:cNvPr>
              <p:cNvSpPr/>
              <p:nvPr/>
            </p:nvSpPr>
            <p:spPr>
              <a:xfrm>
                <a:off x="9090037" y="5748473"/>
                <a:ext cx="6343" cy="6345"/>
              </a:xfrm>
              <a:custGeom>
                <a:avLst/>
                <a:gdLst>
                  <a:gd name="connsiteX0" fmla="*/ 3383 w 6343"/>
                  <a:gd name="connsiteY0" fmla="*/ 6524 h 6345"/>
                  <a:gd name="connsiteX1" fmla="*/ 5626 w 6343"/>
                  <a:gd name="connsiteY1" fmla="*/ 5595 h 6345"/>
                  <a:gd name="connsiteX2" fmla="*/ 6554 w 6343"/>
                  <a:gd name="connsiteY2" fmla="*/ 3351 h 6345"/>
                  <a:gd name="connsiteX3" fmla="*/ 5626 w 6343"/>
                  <a:gd name="connsiteY3" fmla="*/ 1108 h 6345"/>
                  <a:gd name="connsiteX4" fmla="*/ 3383 w 6343"/>
                  <a:gd name="connsiteY4" fmla="*/ 179 h 6345"/>
                  <a:gd name="connsiteX5" fmla="*/ 1140 w 6343"/>
                  <a:gd name="connsiteY5" fmla="*/ 1108 h 6345"/>
                  <a:gd name="connsiteX6" fmla="*/ 211 w 6343"/>
                  <a:gd name="connsiteY6" fmla="*/ 3351 h 6345"/>
                  <a:gd name="connsiteX7" fmla="*/ 1140 w 6343"/>
                  <a:gd name="connsiteY7" fmla="*/ 5595 h 6345"/>
                  <a:gd name="connsiteX8" fmla="*/ 3383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4"/>
                    </a:moveTo>
                    <a:cubicBezTo>
                      <a:pt x="4224" y="6524"/>
                      <a:pt x="5031" y="6190"/>
                      <a:pt x="5626" y="5595"/>
                    </a:cubicBezTo>
                    <a:cubicBezTo>
                      <a:pt x="6220" y="5000"/>
                      <a:pt x="6554" y="4193"/>
                      <a:pt x="6554" y="3351"/>
                    </a:cubicBezTo>
                    <a:cubicBezTo>
                      <a:pt x="6554" y="2510"/>
                      <a:pt x="6220" y="1703"/>
                      <a:pt x="5626" y="1108"/>
                    </a:cubicBezTo>
                    <a:cubicBezTo>
                      <a:pt x="5031" y="513"/>
                      <a:pt x="4224" y="179"/>
                      <a:pt x="3383" y="179"/>
                    </a:cubicBezTo>
                    <a:cubicBezTo>
                      <a:pt x="2542" y="179"/>
                      <a:pt x="1735" y="513"/>
                      <a:pt x="1140" y="1108"/>
                    </a:cubicBezTo>
                    <a:cubicBezTo>
                      <a:pt x="546" y="1703"/>
                      <a:pt x="211" y="2510"/>
                      <a:pt x="211" y="3351"/>
                    </a:cubicBezTo>
                    <a:cubicBezTo>
                      <a:pt x="211" y="4193"/>
                      <a:pt x="546" y="5000"/>
                      <a:pt x="1140" y="5595"/>
                    </a:cubicBezTo>
                    <a:cubicBezTo>
                      <a:pt x="1735" y="6190"/>
                      <a:pt x="2542" y="6524"/>
                      <a:pt x="3383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07" name="Freeform: Shape 8606">
                <a:extLst>
                  <a:ext uri="{FF2B5EF4-FFF2-40B4-BE49-F238E27FC236}">
                    <a16:creationId xmlns:a16="http://schemas.microsoft.com/office/drawing/2014/main" id="{D5667085-46E6-E2CE-AC42-6FC16771A69C}"/>
                  </a:ext>
                </a:extLst>
              </p:cNvPr>
              <p:cNvSpPr/>
              <p:nvPr/>
            </p:nvSpPr>
            <p:spPr>
              <a:xfrm>
                <a:off x="9069728" y="5750936"/>
                <a:ext cx="6343" cy="6345"/>
              </a:xfrm>
              <a:custGeom>
                <a:avLst/>
                <a:gdLst>
                  <a:gd name="connsiteX0" fmla="*/ 3381 w 6343"/>
                  <a:gd name="connsiteY0" fmla="*/ 6524 h 6345"/>
                  <a:gd name="connsiteX1" fmla="*/ 5624 w 6343"/>
                  <a:gd name="connsiteY1" fmla="*/ 5595 h 6345"/>
                  <a:gd name="connsiteX2" fmla="*/ 6553 w 6343"/>
                  <a:gd name="connsiteY2" fmla="*/ 3352 h 6345"/>
                  <a:gd name="connsiteX3" fmla="*/ 5624 w 6343"/>
                  <a:gd name="connsiteY3" fmla="*/ 1108 h 6345"/>
                  <a:gd name="connsiteX4" fmla="*/ 3381 w 6343"/>
                  <a:gd name="connsiteY4" fmla="*/ 179 h 6345"/>
                  <a:gd name="connsiteX5" fmla="*/ 1139 w 6343"/>
                  <a:gd name="connsiteY5" fmla="*/ 1108 h 6345"/>
                  <a:gd name="connsiteX6" fmla="*/ 210 w 6343"/>
                  <a:gd name="connsiteY6" fmla="*/ 3352 h 6345"/>
                  <a:gd name="connsiteX7" fmla="*/ 1139 w 6343"/>
                  <a:gd name="connsiteY7" fmla="*/ 5595 h 6345"/>
                  <a:gd name="connsiteX8" fmla="*/ 3381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524"/>
                    </a:moveTo>
                    <a:cubicBezTo>
                      <a:pt x="4222" y="6524"/>
                      <a:pt x="5029" y="6190"/>
                      <a:pt x="5624" y="5595"/>
                    </a:cubicBezTo>
                    <a:cubicBezTo>
                      <a:pt x="6219" y="5000"/>
                      <a:pt x="6553" y="4193"/>
                      <a:pt x="6553" y="3352"/>
                    </a:cubicBezTo>
                    <a:cubicBezTo>
                      <a:pt x="6553" y="2510"/>
                      <a:pt x="6219" y="1703"/>
                      <a:pt x="5624" y="1108"/>
                    </a:cubicBezTo>
                    <a:cubicBezTo>
                      <a:pt x="5029" y="513"/>
                      <a:pt x="4222" y="179"/>
                      <a:pt x="3381" y="179"/>
                    </a:cubicBezTo>
                    <a:cubicBezTo>
                      <a:pt x="2540" y="179"/>
                      <a:pt x="1733" y="513"/>
                      <a:pt x="1139" y="1108"/>
                    </a:cubicBezTo>
                    <a:cubicBezTo>
                      <a:pt x="544" y="1703"/>
                      <a:pt x="210" y="2510"/>
                      <a:pt x="210" y="3352"/>
                    </a:cubicBezTo>
                    <a:cubicBezTo>
                      <a:pt x="210" y="4193"/>
                      <a:pt x="544" y="5000"/>
                      <a:pt x="1139" y="5595"/>
                    </a:cubicBezTo>
                    <a:cubicBezTo>
                      <a:pt x="1733" y="6190"/>
                      <a:pt x="2540" y="6524"/>
                      <a:pt x="3381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08" name="Freeform: Shape 8607">
                <a:extLst>
                  <a:ext uri="{FF2B5EF4-FFF2-40B4-BE49-F238E27FC236}">
                    <a16:creationId xmlns:a16="http://schemas.microsoft.com/office/drawing/2014/main" id="{FC33D808-FCBA-3DFB-ED10-B02AADAB51C7}"/>
                  </a:ext>
                </a:extLst>
              </p:cNvPr>
              <p:cNvSpPr/>
              <p:nvPr/>
            </p:nvSpPr>
            <p:spPr>
              <a:xfrm>
                <a:off x="9082787" y="5683614"/>
                <a:ext cx="6343" cy="6345"/>
              </a:xfrm>
              <a:custGeom>
                <a:avLst/>
                <a:gdLst>
                  <a:gd name="connsiteX0" fmla="*/ 3382 w 6343"/>
                  <a:gd name="connsiteY0" fmla="*/ 6519 h 6345"/>
                  <a:gd name="connsiteX1" fmla="*/ 5625 w 6343"/>
                  <a:gd name="connsiteY1" fmla="*/ 5590 h 6345"/>
                  <a:gd name="connsiteX2" fmla="*/ 6554 w 6343"/>
                  <a:gd name="connsiteY2" fmla="*/ 3346 h 6345"/>
                  <a:gd name="connsiteX3" fmla="*/ 5625 w 6343"/>
                  <a:gd name="connsiteY3" fmla="*/ 1103 h 6345"/>
                  <a:gd name="connsiteX4" fmla="*/ 3382 w 6343"/>
                  <a:gd name="connsiteY4" fmla="*/ 174 h 6345"/>
                  <a:gd name="connsiteX5" fmla="*/ 1140 w 6343"/>
                  <a:gd name="connsiteY5" fmla="*/ 1103 h 6345"/>
                  <a:gd name="connsiteX6" fmla="*/ 211 w 6343"/>
                  <a:gd name="connsiteY6" fmla="*/ 3346 h 6345"/>
                  <a:gd name="connsiteX7" fmla="*/ 1140 w 6343"/>
                  <a:gd name="connsiteY7" fmla="*/ 5590 h 6345"/>
                  <a:gd name="connsiteX8" fmla="*/ 3382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19"/>
                    </a:moveTo>
                    <a:cubicBezTo>
                      <a:pt x="4223" y="6519"/>
                      <a:pt x="5030" y="6185"/>
                      <a:pt x="5625" y="5590"/>
                    </a:cubicBezTo>
                    <a:cubicBezTo>
                      <a:pt x="6220" y="4995"/>
                      <a:pt x="6554" y="4188"/>
                      <a:pt x="6554" y="3346"/>
                    </a:cubicBezTo>
                    <a:cubicBezTo>
                      <a:pt x="6554" y="2505"/>
                      <a:pt x="6220" y="1698"/>
                      <a:pt x="5625" y="1103"/>
                    </a:cubicBezTo>
                    <a:cubicBezTo>
                      <a:pt x="5030" y="508"/>
                      <a:pt x="4223" y="174"/>
                      <a:pt x="3382" y="174"/>
                    </a:cubicBezTo>
                    <a:cubicBezTo>
                      <a:pt x="2541" y="174"/>
                      <a:pt x="1734" y="508"/>
                      <a:pt x="1140" y="1103"/>
                    </a:cubicBezTo>
                    <a:cubicBezTo>
                      <a:pt x="545" y="1698"/>
                      <a:pt x="211" y="2505"/>
                      <a:pt x="211" y="3346"/>
                    </a:cubicBezTo>
                    <a:cubicBezTo>
                      <a:pt x="211" y="4188"/>
                      <a:pt x="545" y="4995"/>
                      <a:pt x="1140" y="5590"/>
                    </a:cubicBezTo>
                    <a:cubicBezTo>
                      <a:pt x="1734" y="6185"/>
                      <a:pt x="2541" y="6519"/>
                      <a:pt x="3382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09" name="Freeform: Shape 8608">
                <a:extLst>
                  <a:ext uri="{FF2B5EF4-FFF2-40B4-BE49-F238E27FC236}">
                    <a16:creationId xmlns:a16="http://schemas.microsoft.com/office/drawing/2014/main" id="{EBA21F00-E491-F43B-5CE6-2A18054851E6}"/>
                  </a:ext>
                </a:extLst>
              </p:cNvPr>
              <p:cNvSpPr/>
              <p:nvPr/>
            </p:nvSpPr>
            <p:spPr>
              <a:xfrm>
                <a:off x="9079845" y="5681982"/>
                <a:ext cx="6343" cy="6345"/>
              </a:xfrm>
              <a:custGeom>
                <a:avLst/>
                <a:gdLst>
                  <a:gd name="connsiteX0" fmla="*/ 3382 w 6343"/>
                  <a:gd name="connsiteY0" fmla="*/ 6519 h 6345"/>
                  <a:gd name="connsiteX1" fmla="*/ 5625 w 6343"/>
                  <a:gd name="connsiteY1" fmla="*/ 5590 h 6345"/>
                  <a:gd name="connsiteX2" fmla="*/ 6554 w 6343"/>
                  <a:gd name="connsiteY2" fmla="*/ 3346 h 6345"/>
                  <a:gd name="connsiteX3" fmla="*/ 5625 w 6343"/>
                  <a:gd name="connsiteY3" fmla="*/ 1103 h 6345"/>
                  <a:gd name="connsiteX4" fmla="*/ 3382 w 6343"/>
                  <a:gd name="connsiteY4" fmla="*/ 174 h 6345"/>
                  <a:gd name="connsiteX5" fmla="*/ 1139 w 6343"/>
                  <a:gd name="connsiteY5" fmla="*/ 1103 h 6345"/>
                  <a:gd name="connsiteX6" fmla="*/ 211 w 6343"/>
                  <a:gd name="connsiteY6" fmla="*/ 3346 h 6345"/>
                  <a:gd name="connsiteX7" fmla="*/ 1139 w 6343"/>
                  <a:gd name="connsiteY7" fmla="*/ 5590 h 6345"/>
                  <a:gd name="connsiteX8" fmla="*/ 3382 w 6343"/>
                  <a:gd name="connsiteY8" fmla="*/ 65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19"/>
                    </a:moveTo>
                    <a:cubicBezTo>
                      <a:pt x="4223" y="6519"/>
                      <a:pt x="5030" y="6185"/>
                      <a:pt x="5625" y="5590"/>
                    </a:cubicBezTo>
                    <a:cubicBezTo>
                      <a:pt x="6219" y="4995"/>
                      <a:pt x="6554" y="4188"/>
                      <a:pt x="6554" y="3346"/>
                    </a:cubicBezTo>
                    <a:cubicBezTo>
                      <a:pt x="6554" y="2505"/>
                      <a:pt x="6219" y="1698"/>
                      <a:pt x="5625" y="1103"/>
                    </a:cubicBezTo>
                    <a:cubicBezTo>
                      <a:pt x="5030" y="508"/>
                      <a:pt x="4223" y="174"/>
                      <a:pt x="3382" y="174"/>
                    </a:cubicBezTo>
                    <a:cubicBezTo>
                      <a:pt x="2541" y="174"/>
                      <a:pt x="1734" y="508"/>
                      <a:pt x="1139" y="1103"/>
                    </a:cubicBezTo>
                    <a:cubicBezTo>
                      <a:pt x="545" y="1698"/>
                      <a:pt x="211" y="2505"/>
                      <a:pt x="211" y="3346"/>
                    </a:cubicBezTo>
                    <a:cubicBezTo>
                      <a:pt x="211" y="4188"/>
                      <a:pt x="545" y="4995"/>
                      <a:pt x="1139" y="5590"/>
                    </a:cubicBezTo>
                    <a:cubicBezTo>
                      <a:pt x="1734" y="6185"/>
                      <a:pt x="2541" y="6519"/>
                      <a:pt x="3382" y="65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10" name="Freeform: Shape 8609">
                <a:extLst>
                  <a:ext uri="{FF2B5EF4-FFF2-40B4-BE49-F238E27FC236}">
                    <a16:creationId xmlns:a16="http://schemas.microsoft.com/office/drawing/2014/main" id="{2940A915-BE4E-B166-4D2F-EBD132EE5676}"/>
                  </a:ext>
                </a:extLst>
              </p:cNvPr>
              <p:cNvSpPr/>
              <p:nvPr/>
            </p:nvSpPr>
            <p:spPr>
              <a:xfrm>
                <a:off x="8665439" y="5754818"/>
                <a:ext cx="6343" cy="6345"/>
              </a:xfrm>
              <a:custGeom>
                <a:avLst/>
                <a:gdLst>
                  <a:gd name="connsiteX0" fmla="*/ 3349 w 6343"/>
                  <a:gd name="connsiteY0" fmla="*/ 6525 h 6345"/>
                  <a:gd name="connsiteX1" fmla="*/ 5592 w 6343"/>
                  <a:gd name="connsiteY1" fmla="*/ 5595 h 6345"/>
                  <a:gd name="connsiteX2" fmla="*/ 6521 w 6343"/>
                  <a:gd name="connsiteY2" fmla="*/ 3352 h 6345"/>
                  <a:gd name="connsiteX3" fmla="*/ 5592 w 6343"/>
                  <a:gd name="connsiteY3" fmla="*/ 1109 h 6345"/>
                  <a:gd name="connsiteX4" fmla="*/ 3349 w 6343"/>
                  <a:gd name="connsiteY4" fmla="*/ 179 h 6345"/>
                  <a:gd name="connsiteX5" fmla="*/ 1107 w 6343"/>
                  <a:gd name="connsiteY5" fmla="*/ 1109 h 6345"/>
                  <a:gd name="connsiteX6" fmla="*/ 178 w 6343"/>
                  <a:gd name="connsiteY6" fmla="*/ 3352 h 6345"/>
                  <a:gd name="connsiteX7" fmla="*/ 1107 w 6343"/>
                  <a:gd name="connsiteY7" fmla="*/ 5595 h 6345"/>
                  <a:gd name="connsiteX8" fmla="*/ 3349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25"/>
                    </a:moveTo>
                    <a:cubicBezTo>
                      <a:pt x="4191" y="6525"/>
                      <a:pt x="4997" y="6190"/>
                      <a:pt x="5592" y="5595"/>
                    </a:cubicBezTo>
                    <a:cubicBezTo>
                      <a:pt x="6187" y="5000"/>
                      <a:pt x="6521" y="4193"/>
                      <a:pt x="6521" y="3352"/>
                    </a:cubicBezTo>
                    <a:cubicBezTo>
                      <a:pt x="6521" y="2511"/>
                      <a:pt x="6187" y="1704"/>
                      <a:pt x="5592" y="1109"/>
                    </a:cubicBezTo>
                    <a:cubicBezTo>
                      <a:pt x="4997" y="514"/>
                      <a:pt x="4191" y="179"/>
                      <a:pt x="3349" y="179"/>
                    </a:cubicBezTo>
                    <a:cubicBezTo>
                      <a:pt x="2508" y="179"/>
                      <a:pt x="1702" y="514"/>
                      <a:pt x="1107" y="1109"/>
                    </a:cubicBezTo>
                    <a:cubicBezTo>
                      <a:pt x="512" y="1704"/>
                      <a:pt x="178" y="2511"/>
                      <a:pt x="178" y="3352"/>
                    </a:cubicBezTo>
                    <a:cubicBezTo>
                      <a:pt x="178" y="4193"/>
                      <a:pt x="512" y="5000"/>
                      <a:pt x="1107" y="5595"/>
                    </a:cubicBezTo>
                    <a:cubicBezTo>
                      <a:pt x="1702" y="6190"/>
                      <a:pt x="2508" y="6525"/>
                      <a:pt x="3349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11" name="Freeform: Shape 8610">
                <a:extLst>
                  <a:ext uri="{FF2B5EF4-FFF2-40B4-BE49-F238E27FC236}">
                    <a16:creationId xmlns:a16="http://schemas.microsoft.com/office/drawing/2014/main" id="{A042A3C9-0309-7470-D3D1-061B8E2BF963}"/>
                  </a:ext>
                </a:extLst>
              </p:cNvPr>
              <p:cNvSpPr/>
              <p:nvPr/>
            </p:nvSpPr>
            <p:spPr>
              <a:xfrm>
                <a:off x="8647569" y="5758810"/>
                <a:ext cx="6343" cy="6345"/>
              </a:xfrm>
              <a:custGeom>
                <a:avLst/>
                <a:gdLst>
                  <a:gd name="connsiteX0" fmla="*/ 3348 w 6343"/>
                  <a:gd name="connsiteY0" fmla="*/ 6525 h 6345"/>
                  <a:gd name="connsiteX1" fmla="*/ 5591 w 6343"/>
                  <a:gd name="connsiteY1" fmla="*/ 5596 h 6345"/>
                  <a:gd name="connsiteX2" fmla="*/ 6520 w 6343"/>
                  <a:gd name="connsiteY2" fmla="*/ 3352 h 6345"/>
                  <a:gd name="connsiteX3" fmla="*/ 5591 w 6343"/>
                  <a:gd name="connsiteY3" fmla="*/ 1109 h 6345"/>
                  <a:gd name="connsiteX4" fmla="*/ 3348 w 6343"/>
                  <a:gd name="connsiteY4" fmla="*/ 180 h 6345"/>
                  <a:gd name="connsiteX5" fmla="*/ 1105 w 6343"/>
                  <a:gd name="connsiteY5" fmla="*/ 1109 h 6345"/>
                  <a:gd name="connsiteX6" fmla="*/ 176 w 6343"/>
                  <a:gd name="connsiteY6" fmla="*/ 3352 h 6345"/>
                  <a:gd name="connsiteX7" fmla="*/ 1105 w 6343"/>
                  <a:gd name="connsiteY7" fmla="*/ 5596 h 6345"/>
                  <a:gd name="connsiteX8" fmla="*/ 334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25"/>
                    </a:moveTo>
                    <a:cubicBezTo>
                      <a:pt x="4189" y="6525"/>
                      <a:pt x="4996" y="6191"/>
                      <a:pt x="5591" y="5596"/>
                    </a:cubicBezTo>
                    <a:cubicBezTo>
                      <a:pt x="6185" y="5001"/>
                      <a:pt x="6520" y="4194"/>
                      <a:pt x="6520" y="3352"/>
                    </a:cubicBezTo>
                    <a:cubicBezTo>
                      <a:pt x="6520" y="2511"/>
                      <a:pt x="6185" y="1704"/>
                      <a:pt x="5591" y="1109"/>
                    </a:cubicBezTo>
                    <a:cubicBezTo>
                      <a:pt x="4996" y="514"/>
                      <a:pt x="4189" y="180"/>
                      <a:pt x="3348" y="180"/>
                    </a:cubicBezTo>
                    <a:cubicBezTo>
                      <a:pt x="2507" y="180"/>
                      <a:pt x="1700" y="514"/>
                      <a:pt x="1105" y="1109"/>
                    </a:cubicBezTo>
                    <a:cubicBezTo>
                      <a:pt x="511" y="1704"/>
                      <a:pt x="176" y="2511"/>
                      <a:pt x="176" y="3352"/>
                    </a:cubicBezTo>
                    <a:cubicBezTo>
                      <a:pt x="176" y="4194"/>
                      <a:pt x="511" y="5001"/>
                      <a:pt x="1105" y="5596"/>
                    </a:cubicBezTo>
                    <a:cubicBezTo>
                      <a:pt x="1700" y="6191"/>
                      <a:pt x="2507" y="6525"/>
                      <a:pt x="334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12" name="Freeform: Shape 8611">
                <a:extLst>
                  <a:ext uri="{FF2B5EF4-FFF2-40B4-BE49-F238E27FC236}">
                    <a16:creationId xmlns:a16="http://schemas.microsoft.com/office/drawing/2014/main" id="{6F4340CE-DB2E-84A5-12DB-F7096E16D41D}"/>
                  </a:ext>
                </a:extLst>
              </p:cNvPr>
              <p:cNvSpPr/>
              <p:nvPr/>
            </p:nvSpPr>
            <p:spPr>
              <a:xfrm>
                <a:off x="8634024" y="5708538"/>
                <a:ext cx="6343" cy="6345"/>
              </a:xfrm>
              <a:custGeom>
                <a:avLst/>
                <a:gdLst>
                  <a:gd name="connsiteX0" fmla="*/ 3347 w 6343"/>
                  <a:gd name="connsiteY0" fmla="*/ 6521 h 6345"/>
                  <a:gd name="connsiteX1" fmla="*/ 5590 w 6343"/>
                  <a:gd name="connsiteY1" fmla="*/ 5592 h 6345"/>
                  <a:gd name="connsiteX2" fmla="*/ 6519 w 6343"/>
                  <a:gd name="connsiteY2" fmla="*/ 3348 h 6345"/>
                  <a:gd name="connsiteX3" fmla="*/ 5590 w 6343"/>
                  <a:gd name="connsiteY3" fmla="*/ 1105 h 6345"/>
                  <a:gd name="connsiteX4" fmla="*/ 3347 w 6343"/>
                  <a:gd name="connsiteY4" fmla="*/ 176 h 6345"/>
                  <a:gd name="connsiteX5" fmla="*/ 1104 w 6343"/>
                  <a:gd name="connsiteY5" fmla="*/ 1105 h 6345"/>
                  <a:gd name="connsiteX6" fmla="*/ 175 w 6343"/>
                  <a:gd name="connsiteY6" fmla="*/ 3348 h 6345"/>
                  <a:gd name="connsiteX7" fmla="*/ 1104 w 6343"/>
                  <a:gd name="connsiteY7" fmla="*/ 5592 h 6345"/>
                  <a:gd name="connsiteX8" fmla="*/ 3347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7" y="6521"/>
                    </a:moveTo>
                    <a:cubicBezTo>
                      <a:pt x="4188" y="6521"/>
                      <a:pt x="4995" y="6187"/>
                      <a:pt x="5590" y="5592"/>
                    </a:cubicBezTo>
                    <a:cubicBezTo>
                      <a:pt x="6184" y="4997"/>
                      <a:pt x="6519" y="4190"/>
                      <a:pt x="6519" y="3348"/>
                    </a:cubicBezTo>
                    <a:cubicBezTo>
                      <a:pt x="6519" y="2507"/>
                      <a:pt x="6184" y="1700"/>
                      <a:pt x="5590" y="1105"/>
                    </a:cubicBezTo>
                    <a:cubicBezTo>
                      <a:pt x="4995" y="510"/>
                      <a:pt x="4188" y="176"/>
                      <a:pt x="3347" y="176"/>
                    </a:cubicBezTo>
                    <a:cubicBezTo>
                      <a:pt x="2506" y="176"/>
                      <a:pt x="1699" y="510"/>
                      <a:pt x="1104" y="1105"/>
                    </a:cubicBezTo>
                    <a:cubicBezTo>
                      <a:pt x="510" y="1700"/>
                      <a:pt x="175" y="2507"/>
                      <a:pt x="175" y="3348"/>
                    </a:cubicBezTo>
                    <a:cubicBezTo>
                      <a:pt x="175" y="4190"/>
                      <a:pt x="510" y="4997"/>
                      <a:pt x="1104" y="5592"/>
                    </a:cubicBezTo>
                    <a:cubicBezTo>
                      <a:pt x="1699" y="6187"/>
                      <a:pt x="2506" y="6521"/>
                      <a:pt x="3347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13" name="Freeform: Shape 8612">
                <a:extLst>
                  <a:ext uri="{FF2B5EF4-FFF2-40B4-BE49-F238E27FC236}">
                    <a16:creationId xmlns:a16="http://schemas.microsoft.com/office/drawing/2014/main" id="{E8CFFBC0-7103-C880-E8B2-8AA47D519701}"/>
                  </a:ext>
                </a:extLst>
              </p:cNvPr>
              <p:cNvSpPr/>
              <p:nvPr/>
            </p:nvSpPr>
            <p:spPr>
              <a:xfrm>
                <a:off x="8631776" y="5703415"/>
                <a:ext cx="6343" cy="6345"/>
              </a:xfrm>
              <a:custGeom>
                <a:avLst/>
                <a:gdLst>
                  <a:gd name="connsiteX0" fmla="*/ 3347 w 6343"/>
                  <a:gd name="connsiteY0" fmla="*/ 6521 h 6345"/>
                  <a:gd name="connsiteX1" fmla="*/ 5589 w 6343"/>
                  <a:gd name="connsiteY1" fmla="*/ 5591 h 6345"/>
                  <a:gd name="connsiteX2" fmla="*/ 6518 w 6343"/>
                  <a:gd name="connsiteY2" fmla="*/ 3348 h 6345"/>
                  <a:gd name="connsiteX3" fmla="*/ 5589 w 6343"/>
                  <a:gd name="connsiteY3" fmla="*/ 1105 h 6345"/>
                  <a:gd name="connsiteX4" fmla="*/ 3347 w 6343"/>
                  <a:gd name="connsiteY4" fmla="*/ 175 h 6345"/>
                  <a:gd name="connsiteX5" fmla="*/ 1104 w 6343"/>
                  <a:gd name="connsiteY5" fmla="*/ 1105 h 6345"/>
                  <a:gd name="connsiteX6" fmla="*/ 175 w 6343"/>
                  <a:gd name="connsiteY6" fmla="*/ 3348 h 6345"/>
                  <a:gd name="connsiteX7" fmla="*/ 1104 w 6343"/>
                  <a:gd name="connsiteY7" fmla="*/ 5591 h 6345"/>
                  <a:gd name="connsiteX8" fmla="*/ 3347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7" y="6521"/>
                    </a:moveTo>
                    <a:cubicBezTo>
                      <a:pt x="4188" y="6521"/>
                      <a:pt x="4995" y="6186"/>
                      <a:pt x="5589" y="5591"/>
                    </a:cubicBezTo>
                    <a:cubicBezTo>
                      <a:pt x="6184" y="4996"/>
                      <a:pt x="6518" y="4189"/>
                      <a:pt x="6518" y="3348"/>
                    </a:cubicBezTo>
                    <a:cubicBezTo>
                      <a:pt x="6518" y="2507"/>
                      <a:pt x="6184" y="1699"/>
                      <a:pt x="5589" y="1105"/>
                    </a:cubicBezTo>
                    <a:cubicBezTo>
                      <a:pt x="4995" y="510"/>
                      <a:pt x="4188" y="175"/>
                      <a:pt x="3347" y="175"/>
                    </a:cubicBezTo>
                    <a:cubicBezTo>
                      <a:pt x="2506" y="175"/>
                      <a:pt x="1699" y="510"/>
                      <a:pt x="1104" y="1105"/>
                    </a:cubicBezTo>
                    <a:cubicBezTo>
                      <a:pt x="509" y="1699"/>
                      <a:pt x="175" y="2507"/>
                      <a:pt x="175" y="3348"/>
                    </a:cubicBezTo>
                    <a:cubicBezTo>
                      <a:pt x="175" y="4189"/>
                      <a:pt x="509" y="4996"/>
                      <a:pt x="1104" y="5591"/>
                    </a:cubicBezTo>
                    <a:cubicBezTo>
                      <a:pt x="1699" y="6186"/>
                      <a:pt x="2506" y="6521"/>
                      <a:pt x="3347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14" name="Freeform: Shape 8613">
                <a:extLst>
                  <a:ext uri="{FF2B5EF4-FFF2-40B4-BE49-F238E27FC236}">
                    <a16:creationId xmlns:a16="http://schemas.microsoft.com/office/drawing/2014/main" id="{31A5ADD0-FEBF-F54D-0852-F6CD33213A9A}"/>
                  </a:ext>
                </a:extLst>
              </p:cNvPr>
              <p:cNvSpPr/>
              <p:nvPr/>
            </p:nvSpPr>
            <p:spPr>
              <a:xfrm>
                <a:off x="8629786" y="5698169"/>
                <a:ext cx="6343" cy="6345"/>
              </a:xfrm>
              <a:custGeom>
                <a:avLst/>
                <a:gdLst>
                  <a:gd name="connsiteX0" fmla="*/ 3347 w 6343"/>
                  <a:gd name="connsiteY0" fmla="*/ 6520 h 6345"/>
                  <a:gd name="connsiteX1" fmla="*/ 5589 w 6343"/>
                  <a:gd name="connsiteY1" fmla="*/ 5591 h 6345"/>
                  <a:gd name="connsiteX2" fmla="*/ 6518 w 6343"/>
                  <a:gd name="connsiteY2" fmla="*/ 3348 h 6345"/>
                  <a:gd name="connsiteX3" fmla="*/ 5589 w 6343"/>
                  <a:gd name="connsiteY3" fmla="*/ 1104 h 6345"/>
                  <a:gd name="connsiteX4" fmla="*/ 3347 w 6343"/>
                  <a:gd name="connsiteY4" fmla="*/ 175 h 6345"/>
                  <a:gd name="connsiteX5" fmla="*/ 1104 w 6343"/>
                  <a:gd name="connsiteY5" fmla="*/ 1104 h 6345"/>
                  <a:gd name="connsiteX6" fmla="*/ 175 w 6343"/>
                  <a:gd name="connsiteY6" fmla="*/ 3348 h 6345"/>
                  <a:gd name="connsiteX7" fmla="*/ 1104 w 6343"/>
                  <a:gd name="connsiteY7" fmla="*/ 5591 h 6345"/>
                  <a:gd name="connsiteX8" fmla="*/ 3347 w 6343"/>
                  <a:gd name="connsiteY8" fmla="*/ 65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7" y="6520"/>
                    </a:moveTo>
                    <a:cubicBezTo>
                      <a:pt x="4188" y="6520"/>
                      <a:pt x="4994" y="6186"/>
                      <a:pt x="5589" y="5591"/>
                    </a:cubicBezTo>
                    <a:cubicBezTo>
                      <a:pt x="6184" y="4996"/>
                      <a:pt x="6518" y="4189"/>
                      <a:pt x="6518" y="3348"/>
                    </a:cubicBezTo>
                    <a:cubicBezTo>
                      <a:pt x="6518" y="2506"/>
                      <a:pt x="6184" y="1699"/>
                      <a:pt x="5589" y="1104"/>
                    </a:cubicBezTo>
                    <a:cubicBezTo>
                      <a:pt x="4994" y="509"/>
                      <a:pt x="4188" y="175"/>
                      <a:pt x="3347" y="175"/>
                    </a:cubicBezTo>
                    <a:cubicBezTo>
                      <a:pt x="2506" y="175"/>
                      <a:pt x="1699" y="509"/>
                      <a:pt x="1104" y="1104"/>
                    </a:cubicBezTo>
                    <a:cubicBezTo>
                      <a:pt x="509" y="1699"/>
                      <a:pt x="175" y="2506"/>
                      <a:pt x="175" y="3348"/>
                    </a:cubicBezTo>
                    <a:cubicBezTo>
                      <a:pt x="175" y="4189"/>
                      <a:pt x="509" y="4996"/>
                      <a:pt x="1104" y="5591"/>
                    </a:cubicBezTo>
                    <a:cubicBezTo>
                      <a:pt x="1699" y="6186"/>
                      <a:pt x="2506" y="6520"/>
                      <a:pt x="3347" y="6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15" name="Freeform: Shape 8614">
                <a:extLst>
                  <a:ext uri="{FF2B5EF4-FFF2-40B4-BE49-F238E27FC236}">
                    <a16:creationId xmlns:a16="http://schemas.microsoft.com/office/drawing/2014/main" id="{EBDD597B-E6B1-13C2-20AA-7AD99737B9A6}"/>
                  </a:ext>
                </a:extLst>
              </p:cNvPr>
              <p:cNvSpPr/>
              <p:nvPr/>
            </p:nvSpPr>
            <p:spPr>
              <a:xfrm>
                <a:off x="8019654" y="5144330"/>
                <a:ext cx="6343" cy="6345"/>
              </a:xfrm>
              <a:custGeom>
                <a:avLst/>
                <a:gdLst>
                  <a:gd name="connsiteX0" fmla="*/ 3299 w 6343"/>
                  <a:gd name="connsiteY0" fmla="*/ 6477 h 6345"/>
                  <a:gd name="connsiteX1" fmla="*/ 5541 w 6343"/>
                  <a:gd name="connsiteY1" fmla="*/ 5547 h 6345"/>
                  <a:gd name="connsiteX2" fmla="*/ 6470 w 6343"/>
                  <a:gd name="connsiteY2" fmla="*/ 3304 h 6345"/>
                  <a:gd name="connsiteX3" fmla="*/ 5541 w 6343"/>
                  <a:gd name="connsiteY3" fmla="*/ 1060 h 6345"/>
                  <a:gd name="connsiteX4" fmla="*/ 3299 w 6343"/>
                  <a:gd name="connsiteY4" fmla="*/ 131 h 6345"/>
                  <a:gd name="connsiteX5" fmla="*/ 1056 w 6343"/>
                  <a:gd name="connsiteY5" fmla="*/ 1060 h 6345"/>
                  <a:gd name="connsiteX6" fmla="*/ 127 w 6343"/>
                  <a:gd name="connsiteY6" fmla="*/ 3304 h 6345"/>
                  <a:gd name="connsiteX7" fmla="*/ 1056 w 6343"/>
                  <a:gd name="connsiteY7" fmla="*/ 5547 h 6345"/>
                  <a:gd name="connsiteX8" fmla="*/ 32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99" y="6477"/>
                    </a:moveTo>
                    <a:cubicBezTo>
                      <a:pt x="4140" y="6477"/>
                      <a:pt x="4946" y="6142"/>
                      <a:pt x="5541" y="5547"/>
                    </a:cubicBezTo>
                    <a:cubicBezTo>
                      <a:pt x="6136" y="4952"/>
                      <a:pt x="6470" y="4145"/>
                      <a:pt x="6470" y="3304"/>
                    </a:cubicBezTo>
                    <a:cubicBezTo>
                      <a:pt x="6470" y="2462"/>
                      <a:pt x="6136" y="1655"/>
                      <a:pt x="5541" y="1060"/>
                    </a:cubicBezTo>
                    <a:cubicBezTo>
                      <a:pt x="4946" y="465"/>
                      <a:pt x="4140" y="131"/>
                      <a:pt x="3299" y="131"/>
                    </a:cubicBezTo>
                    <a:cubicBezTo>
                      <a:pt x="2457" y="131"/>
                      <a:pt x="1651" y="465"/>
                      <a:pt x="1056" y="1060"/>
                    </a:cubicBezTo>
                    <a:cubicBezTo>
                      <a:pt x="461" y="1655"/>
                      <a:pt x="127" y="2462"/>
                      <a:pt x="127" y="3304"/>
                    </a:cubicBezTo>
                    <a:cubicBezTo>
                      <a:pt x="127" y="4145"/>
                      <a:pt x="461" y="4952"/>
                      <a:pt x="1056" y="5547"/>
                    </a:cubicBezTo>
                    <a:cubicBezTo>
                      <a:pt x="1651" y="6142"/>
                      <a:pt x="2457" y="6477"/>
                      <a:pt x="32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16" name="Freeform: Shape 8615">
                <a:extLst>
                  <a:ext uri="{FF2B5EF4-FFF2-40B4-BE49-F238E27FC236}">
                    <a16:creationId xmlns:a16="http://schemas.microsoft.com/office/drawing/2014/main" id="{910FE8CB-AD58-005B-168B-6DAF684232AF}"/>
                  </a:ext>
                </a:extLst>
              </p:cNvPr>
              <p:cNvSpPr/>
              <p:nvPr/>
            </p:nvSpPr>
            <p:spPr>
              <a:xfrm>
                <a:off x="8112572" y="5145825"/>
                <a:ext cx="6343" cy="6345"/>
              </a:xfrm>
              <a:custGeom>
                <a:avLst/>
                <a:gdLst>
                  <a:gd name="connsiteX0" fmla="*/ 3306 w 6343"/>
                  <a:gd name="connsiteY0" fmla="*/ 6477 h 6345"/>
                  <a:gd name="connsiteX1" fmla="*/ 5548 w 6343"/>
                  <a:gd name="connsiteY1" fmla="*/ 5547 h 6345"/>
                  <a:gd name="connsiteX2" fmla="*/ 6477 w 6343"/>
                  <a:gd name="connsiteY2" fmla="*/ 3304 h 6345"/>
                  <a:gd name="connsiteX3" fmla="*/ 5548 w 6343"/>
                  <a:gd name="connsiteY3" fmla="*/ 1061 h 6345"/>
                  <a:gd name="connsiteX4" fmla="*/ 3306 w 6343"/>
                  <a:gd name="connsiteY4" fmla="*/ 131 h 6345"/>
                  <a:gd name="connsiteX5" fmla="*/ 1063 w 6343"/>
                  <a:gd name="connsiteY5" fmla="*/ 1061 h 6345"/>
                  <a:gd name="connsiteX6" fmla="*/ 134 w 6343"/>
                  <a:gd name="connsiteY6" fmla="*/ 3304 h 6345"/>
                  <a:gd name="connsiteX7" fmla="*/ 1063 w 6343"/>
                  <a:gd name="connsiteY7" fmla="*/ 5547 h 6345"/>
                  <a:gd name="connsiteX8" fmla="*/ 3306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6" y="6477"/>
                    </a:moveTo>
                    <a:cubicBezTo>
                      <a:pt x="4147" y="6477"/>
                      <a:pt x="4954" y="6142"/>
                      <a:pt x="5548" y="5547"/>
                    </a:cubicBezTo>
                    <a:cubicBezTo>
                      <a:pt x="6143" y="4952"/>
                      <a:pt x="6477" y="4145"/>
                      <a:pt x="6477" y="3304"/>
                    </a:cubicBezTo>
                    <a:cubicBezTo>
                      <a:pt x="6477" y="2463"/>
                      <a:pt x="6143" y="1656"/>
                      <a:pt x="5548" y="1061"/>
                    </a:cubicBezTo>
                    <a:cubicBezTo>
                      <a:pt x="4954" y="466"/>
                      <a:pt x="4147" y="131"/>
                      <a:pt x="3306" y="131"/>
                    </a:cubicBezTo>
                    <a:cubicBezTo>
                      <a:pt x="2465" y="131"/>
                      <a:pt x="1658" y="466"/>
                      <a:pt x="1063" y="1061"/>
                    </a:cubicBezTo>
                    <a:cubicBezTo>
                      <a:pt x="468" y="1656"/>
                      <a:pt x="134" y="2463"/>
                      <a:pt x="134" y="3304"/>
                    </a:cubicBezTo>
                    <a:cubicBezTo>
                      <a:pt x="134" y="4145"/>
                      <a:pt x="468" y="4952"/>
                      <a:pt x="1063" y="5547"/>
                    </a:cubicBezTo>
                    <a:cubicBezTo>
                      <a:pt x="1658" y="6142"/>
                      <a:pt x="2465" y="6477"/>
                      <a:pt x="3306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17" name="Freeform: Shape 8616">
                <a:extLst>
                  <a:ext uri="{FF2B5EF4-FFF2-40B4-BE49-F238E27FC236}">
                    <a16:creationId xmlns:a16="http://schemas.microsoft.com/office/drawing/2014/main" id="{AA437643-41FD-BF27-06B3-2B3AC421A79D}"/>
                  </a:ext>
                </a:extLst>
              </p:cNvPr>
              <p:cNvSpPr/>
              <p:nvPr/>
            </p:nvSpPr>
            <p:spPr>
              <a:xfrm>
                <a:off x="8226739" y="5150962"/>
                <a:ext cx="6343" cy="6345"/>
              </a:xfrm>
              <a:custGeom>
                <a:avLst/>
                <a:gdLst>
                  <a:gd name="connsiteX0" fmla="*/ 3315 w 6343"/>
                  <a:gd name="connsiteY0" fmla="*/ 6477 h 6345"/>
                  <a:gd name="connsiteX1" fmla="*/ 5557 w 6343"/>
                  <a:gd name="connsiteY1" fmla="*/ 5548 h 6345"/>
                  <a:gd name="connsiteX2" fmla="*/ 6486 w 6343"/>
                  <a:gd name="connsiteY2" fmla="*/ 3304 h 6345"/>
                  <a:gd name="connsiteX3" fmla="*/ 5557 w 6343"/>
                  <a:gd name="connsiteY3" fmla="*/ 1061 h 6345"/>
                  <a:gd name="connsiteX4" fmla="*/ 3315 w 6343"/>
                  <a:gd name="connsiteY4" fmla="*/ 132 h 6345"/>
                  <a:gd name="connsiteX5" fmla="*/ 1072 w 6343"/>
                  <a:gd name="connsiteY5" fmla="*/ 1061 h 6345"/>
                  <a:gd name="connsiteX6" fmla="*/ 143 w 6343"/>
                  <a:gd name="connsiteY6" fmla="*/ 3304 h 6345"/>
                  <a:gd name="connsiteX7" fmla="*/ 1072 w 6343"/>
                  <a:gd name="connsiteY7" fmla="*/ 5548 h 6345"/>
                  <a:gd name="connsiteX8" fmla="*/ 331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5" y="6477"/>
                    </a:moveTo>
                    <a:cubicBezTo>
                      <a:pt x="4156" y="6477"/>
                      <a:pt x="4963" y="6143"/>
                      <a:pt x="5557" y="5548"/>
                    </a:cubicBezTo>
                    <a:cubicBezTo>
                      <a:pt x="6152" y="4953"/>
                      <a:pt x="6486" y="4146"/>
                      <a:pt x="6486" y="3304"/>
                    </a:cubicBezTo>
                    <a:cubicBezTo>
                      <a:pt x="6486" y="2463"/>
                      <a:pt x="6152" y="1656"/>
                      <a:pt x="5557" y="1061"/>
                    </a:cubicBezTo>
                    <a:cubicBezTo>
                      <a:pt x="4963" y="466"/>
                      <a:pt x="4156" y="132"/>
                      <a:pt x="3315" y="132"/>
                    </a:cubicBezTo>
                    <a:cubicBezTo>
                      <a:pt x="2474" y="132"/>
                      <a:pt x="1667" y="466"/>
                      <a:pt x="1072" y="1061"/>
                    </a:cubicBezTo>
                    <a:cubicBezTo>
                      <a:pt x="477" y="1656"/>
                      <a:pt x="143" y="2463"/>
                      <a:pt x="143" y="3304"/>
                    </a:cubicBezTo>
                    <a:cubicBezTo>
                      <a:pt x="143" y="4146"/>
                      <a:pt x="477" y="4953"/>
                      <a:pt x="1072" y="5548"/>
                    </a:cubicBezTo>
                    <a:cubicBezTo>
                      <a:pt x="1667" y="6143"/>
                      <a:pt x="2474" y="6477"/>
                      <a:pt x="331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18" name="Freeform: Shape 8617">
                <a:extLst>
                  <a:ext uri="{FF2B5EF4-FFF2-40B4-BE49-F238E27FC236}">
                    <a16:creationId xmlns:a16="http://schemas.microsoft.com/office/drawing/2014/main" id="{C9EF6B9B-8B22-0E9F-5B41-4F81F4E50725}"/>
                  </a:ext>
                </a:extLst>
              </p:cNvPr>
              <p:cNvSpPr/>
              <p:nvPr/>
            </p:nvSpPr>
            <p:spPr>
              <a:xfrm>
                <a:off x="8293124" y="5151595"/>
                <a:ext cx="6343" cy="6345"/>
              </a:xfrm>
              <a:custGeom>
                <a:avLst/>
                <a:gdLst>
                  <a:gd name="connsiteX0" fmla="*/ 3320 w 6343"/>
                  <a:gd name="connsiteY0" fmla="*/ 6477 h 6345"/>
                  <a:gd name="connsiteX1" fmla="*/ 5563 w 6343"/>
                  <a:gd name="connsiteY1" fmla="*/ 5548 h 6345"/>
                  <a:gd name="connsiteX2" fmla="*/ 6492 w 6343"/>
                  <a:gd name="connsiteY2" fmla="*/ 3304 h 6345"/>
                  <a:gd name="connsiteX3" fmla="*/ 5563 w 6343"/>
                  <a:gd name="connsiteY3" fmla="*/ 1061 h 6345"/>
                  <a:gd name="connsiteX4" fmla="*/ 3320 w 6343"/>
                  <a:gd name="connsiteY4" fmla="*/ 132 h 6345"/>
                  <a:gd name="connsiteX5" fmla="*/ 1077 w 6343"/>
                  <a:gd name="connsiteY5" fmla="*/ 1061 h 6345"/>
                  <a:gd name="connsiteX6" fmla="*/ 149 w 6343"/>
                  <a:gd name="connsiteY6" fmla="*/ 3304 h 6345"/>
                  <a:gd name="connsiteX7" fmla="*/ 1077 w 6343"/>
                  <a:gd name="connsiteY7" fmla="*/ 5548 h 6345"/>
                  <a:gd name="connsiteX8" fmla="*/ 332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0" y="6477"/>
                    </a:moveTo>
                    <a:cubicBezTo>
                      <a:pt x="4161" y="6477"/>
                      <a:pt x="4968" y="6143"/>
                      <a:pt x="5563" y="5548"/>
                    </a:cubicBezTo>
                    <a:cubicBezTo>
                      <a:pt x="6157" y="4953"/>
                      <a:pt x="6492" y="4146"/>
                      <a:pt x="6492" y="3304"/>
                    </a:cubicBezTo>
                    <a:cubicBezTo>
                      <a:pt x="6492" y="2463"/>
                      <a:pt x="6157" y="1656"/>
                      <a:pt x="5563" y="1061"/>
                    </a:cubicBezTo>
                    <a:cubicBezTo>
                      <a:pt x="4968" y="466"/>
                      <a:pt x="4161" y="132"/>
                      <a:pt x="3320" y="132"/>
                    </a:cubicBezTo>
                    <a:cubicBezTo>
                      <a:pt x="2479" y="132"/>
                      <a:pt x="1672" y="466"/>
                      <a:pt x="1077" y="1061"/>
                    </a:cubicBezTo>
                    <a:cubicBezTo>
                      <a:pt x="483" y="1656"/>
                      <a:pt x="149" y="2463"/>
                      <a:pt x="149" y="3304"/>
                    </a:cubicBezTo>
                    <a:cubicBezTo>
                      <a:pt x="149" y="4146"/>
                      <a:pt x="483" y="4953"/>
                      <a:pt x="1077" y="5548"/>
                    </a:cubicBezTo>
                    <a:cubicBezTo>
                      <a:pt x="1672" y="6143"/>
                      <a:pt x="2479" y="6477"/>
                      <a:pt x="332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19" name="Freeform: Shape 8618">
                <a:extLst>
                  <a:ext uri="{FF2B5EF4-FFF2-40B4-BE49-F238E27FC236}">
                    <a16:creationId xmlns:a16="http://schemas.microsoft.com/office/drawing/2014/main" id="{33159349-AE05-D400-F58D-92E564EBDBE9}"/>
                  </a:ext>
                </a:extLst>
              </p:cNvPr>
              <p:cNvSpPr/>
              <p:nvPr/>
            </p:nvSpPr>
            <p:spPr>
              <a:xfrm>
                <a:off x="8358146" y="5152867"/>
                <a:ext cx="6343" cy="6345"/>
              </a:xfrm>
              <a:custGeom>
                <a:avLst/>
                <a:gdLst>
                  <a:gd name="connsiteX0" fmla="*/ 3325 w 6343"/>
                  <a:gd name="connsiteY0" fmla="*/ 6477 h 6345"/>
                  <a:gd name="connsiteX1" fmla="*/ 5568 w 6343"/>
                  <a:gd name="connsiteY1" fmla="*/ 5548 h 6345"/>
                  <a:gd name="connsiteX2" fmla="*/ 6497 w 6343"/>
                  <a:gd name="connsiteY2" fmla="*/ 3305 h 6345"/>
                  <a:gd name="connsiteX3" fmla="*/ 5568 w 6343"/>
                  <a:gd name="connsiteY3" fmla="*/ 1061 h 6345"/>
                  <a:gd name="connsiteX4" fmla="*/ 3325 w 6343"/>
                  <a:gd name="connsiteY4" fmla="*/ 132 h 6345"/>
                  <a:gd name="connsiteX5" fmla="*/ 1083 w 6343"/>
                  <a:gd name="connsiteY5" fmla="*/ 1061 h 6345"/>
                  <a:gd name="connsiteX6" fmla="*/ 154 w 6343"/>
                  <a:gd name="connsiteY6" fmla="*/ 3305 h 6345"/>
                  <a:gd name="connsiteX7" fmla="*/ 1083 w 6343"/>
                  <a:gd name="connsiteY7" fmla="*/ 5548 h 6345"/>
                  <a:gd name="connsiteX8" fmla="*/ 332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5" y="6477"/>
                    </a:moveTo>
                    <a:cubicBezTo>
                      <a:pt x="4166" y="6477"/>
                      <a:pt x="4973" y="6143"/>
                      <a:pt x="5568" y="5548"/>
                    </a:cubicBezTo>
                    <a:cubicBezTo>
                      <a:pt x="6163" y="4953"/>
                      <a:pt x="6497" y="4146"/>
                      <a:pt x="6497" y="3305"/>
                    </a:cubicBezTo>
                    <a:cubicBezTo>
                      <a:pt x="6497" y="2463"/>
                      <a:pt x="6163" y="1656"/>
                      <a:pt x="5568" y="1061"/>
                    </a:cubicBezTo>
                    <a:cubicBezTo>
                      <a:pt x="4973" y="466"/>
                      <a:pt x="4166" y="132"/>
                      <a:pt x="3325" y="132"/>
                    </a:cubicBezTo>
                    <a:cubicBezTo>
                      <a:pt x="2484" y="132"/>
                      <a:pt x="1677" y="466"/>
                      <a:pt x="1083" y="1061"/>
                    </a:cubicBezTo>
                    <a:cubicBezTo>
                      <a:pt x="488" y="1656"/>
                      <a:pt x="154" y="2463"/>
                      <a:pt x="154" y="3305"/>
                    </a:cubicBezTo>
                    <a:cubicBezTo>
                      <a:pt x="154" y="4146"/>
                      <a:pt x="488" y="4953"/>
                      <a:pt x="1083" y="5548"/>
                    </a:cubicBezTo>
                    <a:cubicBezTo>
                      <a:pt x="1677" y="6143"/>
                      <a:pt x="2484" y="6477"/>
                      <a:pt x="332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20" name="Freeform: Shape 8619">
                <a:extLst>
                  <a:ext uri="{FF2B5EF4-FFF2-40B4-BE49-F238E27FC236}">
                    <a16:creationId xmlns:a16="http://schemas.microsoft.com/office/drawing/2014/main" id="{22677950-9D72-204B-2999-8B0B280A961F}"/>
                  </a:ext>
                </a:extLst>
              </p:cNvPr>
              <p:cNvSpPr/>
              <p:nvPr/>
            </p:nvSpPr>
            <p:spPr>
              <a:xfrm>
                <a:off x="8407118" y="5152754"/>
                <a:ext cx="6343" cy="6345"/>
              </a:xfrm>
              <a:custGeom>
                <a:avLst/>
                <a:gdLst>
                  <a:gd name="connsiteX0" fmla="*/ 3329 w 6343"/>
                  <a:gd name="connsiteY0" fmla="*/ 6477 h 6345"/>
                  <a:gd name="connsiteX1" fmla="*/ 5572 w 6343"/>
                  <a:gd name="connsiteY1" fmla="*/ 5548 h 6345"/>
                  <a:gd name="connsiteX2" fmla="*/ 6501 w 6343"/>
                  <a:gd name="connsiteY2" fmla="*/ 3305 h 6345"/>
                  <a:gd name="connsiteX3" fmla="*/ 5572 w 6343"/>
                  <a:gd name="connsiteY3" fmla="*/ 1061 h 6345"/>
                  <a:gd name="connsiteX4" fmla="*/ 3329 w 6343"/>
                  <a:gd name="connsiteY4" fmla="*/ 132 h 6345"/>
                  <a:gd name="connsiteX5" fmla="*/ 1086 w 6343"/>
                  <a:gd name="connsiteY5" fmla="*/ 1061 h 6345"/>
                  <a:gd name="connsiteX6" fmla="*/ 158 w 6343"/>
                  <a:gd name="connsiteY6" fmla="*/ 3305 h 6345"/>
                  <a:gd name="connsiteX7" fmla="*/ 1086 w 6343"/>
                  <a:gd name="connsiteY7" fmla="*/ 5548 h 6345"/>
                  <a:gd name="connsiteX8" fmla="*/ 332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477"/>
                    </a:moveTo>
                    <a:cubicBezTo>
                      <a:pt x="4170" y="6477"/>
                      <a:pt x="4977" y="6143"/>
                      <a:pt x="5572" y="5548"/>
                    </a:cubicBezTo>
                    <a:cubicBezTo>
                      <a:pt x="6166" y="4953"/>
                      <a:pt x="6501" y="4146"/>
                      <a:pt x="6501" y="3305"/>
                    </a:cubicBezTo>
                    <a:cubicBezTo>
                      <a:pt x="6501" y="2463"/>
                      <a:pt x="6166" y="1656"/>
                      <a:pt x="5572" y="1061"/>
                    </a:cubicBezTo>
                    <a:cubicBezTo>
                      <a:pt x="4977" y="466"/>
                      <a:pt x="4170" y="132"/>
                      <a:pt x="3329" y="132"/>
                    </a:cubicBezTo>
                    <a:cubicBezTo>
                      <a:pt x="2488" y="132"/>
                      <a:pt x="1681" y="466"/>
                      <a:pt x="1086" y="1061"/>
                    </a:cubicBezTo>
                    <a:cubicBezTo>
                      <a:pt x="492" y="1656"/>
                      <a:pt x="158" y="2463"/>
                      <a:pt x="158" y="3305"/>
                    </a:cubicBezTo>
                    <a:cubicBezTo>
                      <a:pt x="158" y="4146"/>
                      <a:pt x="492" y="4953"/>
                      <a:pt x="1086" y="5548"/>
                    </a:cubicBezTo>
                    <a:cubicBezTo>
                      <a:pt x="1681" y="6143"/>
                      <a:pt x="2488" y="6477"/>
                      <a:pt x="332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21" name="Freeform: Shape 8620">
                <a:extLst>
                  <a:ext uri="{FF2B5EF4-FFF2-40B4-BE49-F238E27FC236}">
                    <a16:creationId xmlns:a16="http://schemas.microsoft.com/office/drawing/2014/main" id="{F6E4D0C9-50D7-BBFB-9E7E-681B2CF20F50}"/>
                  </a:ext>
                </a:extLst>
              </p:cNvPr>
              <p:cNvSpPr/>
              <p:nvPr/>
            </p:nvSpPr>
            <p:spPr>
              <a:xfrm>
                <a:off x="8410428" y="5146735"/>
                <a:ext cx="6343" cy="6345"/>
              </a:xfrm>
              <a:custGeom>
                <a:avLst/>
                <a:gdLst>
                  <a:gd name="connsiteX0" fmla="*/ 3329 w 6343"/>
                  <a:gd name="connsiteY0" fmla="*/ 6477 h 6345"/>
                  <a:gd name="connsiteX1" fmla="*/ 5572 w 6343"/>
                  <a:gd name="connsiteY1" fmla="*/ 5548 h 6345"/>
                  <a:gd name="connsiteX2" fmla="*/ 6501 w 6343"/>
                  <a:gd name="connsiteY2" fmla="*/ 3304 h 6345"/>
                  <a:gd name="connsiteX3" fmla="*/ 5572 w 6343"/>
                  <a:gd name="connsiteY3" fmla="*/ 1061 h 6345"/>
                  <a:gd name="connsiteX4" fmla="*/ 3329 w 6343"/>
                  <a:gd name="connsiteY4" fmla="*/ 131 h 6345"/>
                  <a:gd name="connsiteX5" fmla="*/ 1087 w 6343"/>
                  <a:gd name="connsiteY5" fmla="*/ 1061 h 6345"/>
                  <a:gd name="connsiteX6" fmla="*/ 158 w 6343"/>
                  <a:gd name="connsiteY6" fmla="*/ 3304 h 6345"/>
                  <a:gd name="connsiteX7" fmla="*/ 1087 w 6343"/>
                  <a:gd name="connsiteY7" fmla="*/ 5548 h 6345"/>
                  <a:gd name="connsiteX8" fmla="*/ 332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477"/>
                    </a:moveTo>
                    <a:cubicBezTo>
                      <a:pt x="4170" y="6477"/>
                      <a:pt x="4977" y="6142"/>
                      <a:pt x="5572" y="5548"/>
                    </a:cubicBezTo>
                    <a:cubicBezTo>
                      <a:pt x="6167" y="4953"/>
                      <a:pt x="6501" y="4145"/>
                      <a:pt x="6501" y="3304"/>
                    </a:cubicBezTo>
                    <a:cubicBezTo>
                      <a:pt x="6501" y="2463"/>
                      <a:pt x="6167" y="1656"/>
                      <a:pt x="5572" y="1061"/>
                    </a:cubicBezTo>
                    <a:cubicBezTo>
                      <a:pt x="4977" y="466"/>
                      <a:pt x="4170" y="131"/>
                      <a:pt x="3329" y="131"/>
                    </a:cubicBezTo>
                    <a:cubicBezTo>
                      <a:pt x="2488" y="131"/>
                      <a:pt x="1681" y="466"/>
                      <a:pt x="1087" y="1061"/>
                    </a:cubicBezTo>
                    <a:cubicBezTo>
                      <a:pt x="492" y="1656"/>
                      <a:pt x="158" y="2463"/>
                      <a:pt x="158" y="3304"/>
                    </a:cubicBezTo>
                    <a:cubicBezTo>
                      <a:pt x="158" y="4145"/>
                      <a:pt x="492" y="4953"/>
                      <a:pt x="1087" y="5548"/>
                    </a:cubicBezTo>
                    <a:cubicBezTo>
                      <a:pt x="1681" y="6142"/>
                      <a:pt x="2488" y="6477"/>
                      <a:pt x="332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22" name="Freeform: Shape 8621">
                <a:extLst>
                  <a:ext uri="{FF2B5EF4-FFF2-40B4-BE49-F238E27FC236}">
                    <a16:creationId xmlns:a16="http://schemas.microsoft.com/office/drawing/2014/main" id="{0E4E34AA-DB04-1914-7769-08C072BB465A}"/>
                  </a:ext>
                </a:extLst>
              </p:cNvPr>
              <p:cNvSpPr/>
              <p:nvPr/>
            </p:nvSpPr>
            <p:spPr>
              <a:xfrm>
                <a:off x="8518099" y="5156273"/>
                <a:ext cx="6343" cy="6345"/>
              </a:xfrm>
              <a:custGeom>
                <a:avLst/>
                <a:gdLst>
                  <a:gd name="connsiteX0" fmla="*/ 3338 w 6343"/>
                  <a:gd name="connsiteY0" fmla="*/ 6478 h 6345"/>
                  <a:gd name="connsiteX1" fmla="*/ 5580 w 6343"/>
                  <a:gd name="connsiteY1" fmla="*/ 5548 h 6345"/>
                  <a:gd name="connsiteX2" fmla="*/ 6509 w 6343"/>
                  <a:gd name="connsiteY2" fmla="*/ 3305 h 6345"/>
                  <a:gd name="connsiteX3" fmla="*/ 5580 w 6343"/>
                  <a:gd name="connsiteY3" fmla="*/ 1061 h 6345"/>
                  <a:gd name="connsiteX4" fmla="*/ 3338 w 6343"/>
                  <a:gd name="connsiteY4" fmla="*/ 132 h 6345"/>
                  <a:gd name="connsiteX5" fmla="*/ 1095 w 6343"/>
                  <a:gd name="connsiteY5" fmla="*/ 1061 h 6345"/>
                  <a:gd name="connsiteX6" fmla="*/ 166 w 6343"/>
                  <a:gd name="connsiteY6" fmla="*/ 3305 h 6345"/>
                  <a:gd name="connsiteX7" fmla="*/ 1095 w 6343"/>
                  <a:gd name="connsiteY7" fmla="*/ 5548 h 6345"/>
                  <a:gd name="connsiteX8" fmla="*/ 333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8" y="6478"/>
                    </a:moveTo>
                    <a:cubicBezTo>
                      <a:pt x="4179" y="6478"/>
                      <a:pt x="4986" y="6143"/>
                      <a:pt x="5580" y="5548"/>
                    </a:cubicBezTo>
                    <a:cubicBezTo>
                      <a:pt x="6175" y="4953"/>
                      <a:pt x="6509" y="4146"/>
                      <a:pt x="6509" y="3305"/>
                    </a:cubicBezTo>
                    <a:cubicBezTo>
                      <a:pt x="6509" y="2463"/>
                      <a:pt x="6175" y="1656"/>
                      <a:pt x="5580" y="1061"/>
                    </a:cubicBezTo>
                    <a:cubicBezTo>
                      <a:pt x="4986" y="466"/>
                      <a:pt x="4179" y="132"/>
                      <a:pt x="3338" y="132"/>
                    </a:cubicBezTo>
                    <a:cubicBezTo>
                      <a:pt x="2497" y="132"/>
                      <a:pt x="1690" y="466"/>
                      <a:pt x="1095" y="1061"/>
                    </a:cubicBezTo>
                    <a:cubicBezTo>
                      <a:pt x="500" y="1656"/>
                      <a:pt x="166" y="2463"/>
                      <a:pt x="166" y="3305"/>
                    </a:cubicBezTo>
                    <a:cubicBezTo>
                      <a:pt x="166" y="4146"/>
                      <a:pt x="500" y="4953"/>
                      <a:pt x="1095" y="5548"/>
                    </a:cubicBezTo>
                    <a:cubicBezTo>
                      <a:pt x="1690" y="6143"/>
                      <a:pt x="2497" y="6478"/>
                      <a:pt x="333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23" name="Freeform: Shape 8622">
                <a:extLst>
                  <a:ext uri="{FF2B5EF4-FFF2-40B4-BE49-F238E27FC236}">
                    <a16:creationId xmlns:a16="http://schemas.microsoft.com/office/drawing/2014/main" id="{8B25A8EB-368B-8A3B-A5B3-34F93F2EC5C4}"/>
                  </a:ext>
                </a:extLst>
              </p:cNvPr>
              <p:cNvSpPr/>
              <p:nvPr/>
            </p:nvSpPr>
            <p:spPr>
              <a:xfrm>
                <a:off x="8554759" y="5156140"/>
                <a:ext cx="6343" cy="6345"/>
              </a:xfrm>
              <a:custGeom>
                <a:avLst/>
                <a:gdLst>
                  <a:gd name="connsiteX0" fmla="*/ 3341 w 6343"/>
                  <a:gd name="connsiteY0" fmla="*/ 6478 h 6345"/>
                  <a:gd name="connsiteX1" fmla="*/ 5583 w 6343"/>
                  <a:gd name="connsiteY1" fmla="*/ 5548 h 6345"/>
                  <a:gd name="connsiteX2" fmla="*/ 6512 w 6343"/>
                  <a:gd name="connsiteY2" fmla="*/ 3305 h 6345"/>
                  <a:gd name="connsiteX3" fmla="*/ 5583 w 6343"/>
                  <a:gd name="connsiteY3" fmla="*/ 1061 h 6345"/>
                  <a:gd name="connsiteX4" fmla="*/ 3341 w 6343"/>
                  <a:gd name="connsiteY4" fmla="*/ 132 h 6345"/>
                  <a:gd name="connsiteX5" fmla="*/ 1098 w 6343"/>
                  <a:gd name="connsiteY5" fmla="*/ 1061 h 6345"/>
                  <a:gd name="connsiteX6" fmla="*/ 169 w 6343"/>
                  <a:gd name="connsiteY6" fmla="*/ 3305 h 6345"/>
                  <a:gd name="connsiteX7" fmla="*/ 1098 w 6343"/>
                  <a:gd name="connsiteY7" fmla="*/ 5548 h 6345"/>
                  <a:gd name="connsiteX8" fmla="*/ 334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1" y="6478"/>
                    </a:moveTo>
                    <a:cubicBezTo>
                      <a:pt x="4182" y="6478"/>
                      <a:pt x="4989" y="6143"/>
                      <a:pt x="5583" y="5548"/>
                    </a:cubicBezTo>
                    <a:cubicBezTo>
                      <a:pt x="6178" y="4953"/>
                      <a:pt x="6512" y="4146"/>
                      <a:pt x="6512" y="3305"/>
                    </a:cubicBezTo>
                    <a:cubicBezTo>
                      <a:pt x="6512" y="2463"/>
                      <a:pt x="6178" y="1656"/>
                      <a:pt x="5583" y="1061"/>
                    </a:cubicBezTo>
                    <a:cubicBezTo>
                      <a:pt x="4989" y="466"/>
                      <a:pt x="4182" y="132"/>
                      <a:pt x="3341" y="132"/>
                    </a:cubicBezTo>
                    <a:cubicBezTo>
                      <a:pt x="2500" y="132"/>
                      <a:pt x="1693" y="466"/>
                      <a:pt x="1098" y="1061"/>
                    </a:cubicBezTo>
                    <a:cubicBezTo>
                      <a:pt x="503" y="1656"/>
                      <a:pt x="169" y="2463"/>
                      <a:pt x="169" y="3305"/>
                    </a:cubicBezTo>
                    <a:cubicBezTo>
                      <a:pt x="169" y="4146"/>
                      <a:pt x="503" y="4953"/>
                      <a:pt x="1098" y="5548"/>
                    </a:cubicBezTo>
                    <a:cubicBezTo>
                      <a:pt x="1693" y="6143"/>
                      <a:pt x="2500" y="6478"/>
                      <a:pt x="334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24" name="Freeform: Shape 8623">
                <a:extLst>
                  <a:ext uri="{FF2B5EF4-FFF2-40B4-BE49-F238E27FC236}">
                    <a16:creationId xmlns:a16="http://schemas.microsoft.com/office/drawing/2014/main" id="{D4B8D001-0EE1-B0D8-EE1F-9F1449CC2ABB}"/>
                  </a:ext>
                </a:extLst>
              </p:cNvPr>
              <p:cNvSpPr/>
              <p:nvPr/>
            </p:nvSpPr>
            <p:spPr>
              <a:xfrm>
                <a:off x="8591075" y="5156402"/>
                <a:ext cx="6343" cy="6345"/>
              </a:xfrm>
              <a:custGeom>
                <a:avLst/>
                <a:gdLst>
                  <a:gd name="connsiteX0" fmla="*/ 3344 w 6343"/>
                  <a:gd name="connsiteY0" fmla="*/ 6478 h 6345"/>
                  <a:gd name="connsiteX1" fmla="*/ 5586 w 6343"/>
                  <a:gd name="connsiteY1" fmla="*/ 5548 h 6345"/>
                  <a:gd name="connsiteX2" fmla="*/ 6515 w 6343"/>
                  <a:gd name="connsiteY2" fmla="*/ 3305 h 6345"/>
                  <a:gd name="connsiteX3" fmla="*/ 5586 w 6343"/>
                  <a:gd name="connsiteY3" fmla="*/ 1061 h 6345"/>
                  <a:gd name="connsiteX4" fmla="*/ 3344 w 6343"/>
                  <a:gd name="connsiteY4" fmla="*/ 132 h 6345"/>
                  <a:gd name="connsiteX5" fmla="*/ 1101 w 6343"/>
                  <a:gd name="connsiteY5" fmla="*/ 1061 h 6345"/>
                  <a:gd name="connsiteX6" fmla="*/ 172 w 6343"/>
                  <a:gd name="connsiteY6" fmla="*/ 3305 h 6345"/>
                  <a:gd name="connsiteX7" fmla="*/ 1101 w 6343"/>
                  <a:gd name="connsiteY7" fmla="*/ 5548 h 6345"/>
                  <a:gd name="connsiteX8" fmla="*/ 334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4" y="6478"/>
                    </a:moveTo>
                    <a:cubicBezTo>
                      <a:pt x="4185" y="6478"/>
                      <a:pt x="4991" y="6143"/>
                      <a:pt x="5586" y="5548"/>
                    </a:cubicBezTo>
                    <a:cubicBezTo>
                      <a:pt x="6181" y="4953"/>
                      <a:pt x="6515" y="4146"/>
                      <a:pt x="6515" y="3305"/>
                    </a:cubicBezTo>
                    <a:cubicBezTo>
                      <a:pt x="6515" y="2463"/>
                      <a:pt x="6181" y="1656"/>
                      <a:pt x="5586" y="1061"/>
                    </a:cubicBezTo>
                    <a:cubicBezTo>
                      <a:pt x="4991" y="466"/>
                      <a:pt x="4185" y="132"/>
                      <a:pt x="3344" y="132"/>
                    </a:cubicBezTo>
                    <a:cubicBezTo>
                      <a:pt x="2502" y="132"/>
                      <a:pt x="1696" y="466"/>
                      <a:pt x="1101" y="1061"/>
                    </a:cubicBezTo>
                    <a:cubicBezTo>
                      <a:pt x="506" y="1656"/>
                      <a:pt x="172" y="2463"/>
                      <a:pt x="172" y="3305"/>
                    </a:cubicBezTo>
                    <a:cubicBezTo>
                      <a:pt x="172" y="4146"/>
                      <a:pt x="506" y="4953"/>
                      <a:pt x="1101" y="5548"/>
                    </a:cubicBezTo>
                    <a:cubicBezTo>
                      <a:pt x="1696" y="6143"/>
                      <a:pt x="2502" y="6478"/>
                      <a:pt x="334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25" name="Freeform: Shape 8624">
                <a:extLst>
                  <a:ext uri="{FF2B5EF4-FFF2-40B4-BE49-F238E27FC236}">
                    <a16:creationId xmlns:a16="http://schemas.microsoft.com/office/drawing/2014/main" id="{033D9EBD-A568-B0D6-77E8-82ED27117F3F}"/>
                  </a:ext>
                </a:extLst>
              </p:cNvPr>
              <p:cNvSpPr/>
              <p:nvPr/>
            </p:nvSpPr>
            <p:spPr>
              <a:xfrm>
                <a:off x="8627167" y="5157073"/>
                <a:ext cx="6343" cy="6345"/>
              </a:xfrm>
              <a:custGeom>
                <a:avLst/>
                <a:gdLst>
                  <a:gd name="connsiteX0" fmla="*/ 3346 w 6343"/>
                  <a:gd name="connsiteY0" fmla="*/ 6478 h 6345"/>
                  <a:gd name="connsiteX1" fmla="*/ 5589 w 6343"/>
                  <a:gd name="connsiteY1" fmla="*/ 5548 h 6345"/>
                  <a:gd name="connsiteX2" fmla="*/ 6518 w 6343"/>
                  <a:gd name="connsiteY2" fmla="*/ 3305 h 6345"/>
                  <a:gd name="connsiteX3" fmla="*/ 5589 w 6343"/>
                  <a:gd name="connsiteY3" fmla="*/ 1061 h 6345"/>
                  <a:gd name="connsiteX4" fmla="*/ 3346 w 6343"/>
                  <a:gd name="connsiteY4" fmla="*/ 132 h 6345"/>
                  <a:gd name="connsiteX5" fmla="*/ 1104 w 6343"/>
                  <a:gd name="connsiteY5" fmla="*/ 1061 h 6345"/>
                  <a:gd name="connsiteX6" fmla="*/ 175 w 6343"/>
                  <a:gd name="connsiteY6" fmla="*/ 3305 h 6345"/>
                  <a:gd name="connsiteX7" fmla="*/ 1104 w 6343"/>
                  <a:gd name="connsiteY7" fmla="*/ 5548 h 6345"/>
                  <a:gd name="connsiteX8" fmla="*/ 334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6" y="6478"/>
                    </a:moveTo>
                    <a:cubicBezTo>
                      <a:pt x="4188" y="6478"/>
                      <a:pt x="4994" y="6143"/>
                      <a:pt x="5589" y="5548"/>
                    </a:cubicBezTo>
                    <a:cubicBezTo>
                      <a:pt x="6184" y="4953"/>
                      <a:pt x="6518" y="4146"/>
                      <a:pt x="6518" y="3305"/>
                    </a:cubicBezTo>
                    <a:cubicBezTo>
                      <a:pt x="6518" y="2463"/>
                      <a:pt x="6184" y="1656"/>
                      <a:pt x="5589" y="1061"/>
                    </a:cubicBezTo>
                    <a:cubicBezTo>
                      <a:pt x="4994" y="466"/>
                      <a:pt x="4188" y="132"/>
                      <a:pt x="3346" y="132"/>
                    </a:cubicBezTo>
                    <a:cubicBezTo>
                      <a:pt x="2505" y="132"/>
                      <a:pt x="1699" y="466"/>
                      <a:pt x="1104" y="1061"/>
                    </a:cubicBezTo>
                    <a:cubicBezTo>
                      <a:pt x="509" y="1656"/>
                      <a:pt x="175" y="2463"/>
                      <a:pt x="175" y="3305"/>
                    </a:cubicBezTo>
                    <a:cubicBezTo>
                      <a:pt x="175" y="4146"/>
                      <a:pt x="509" y="4953"/>
                      <a:pt x="1104" y="5548"/>
                    </a:cubicBezTo>
                    <a:cubicBezTo>
                      <a:pt x="1699" y="6143"/>
                      <a:pt x="2505" y="6478"/>
                      <a:pt x="334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26" name="Freeform: Shape 8625">
                <a:extLst>
                  <a:ext uri="{FF2B5EF4-FFF2-40B4-BE49-F238E27FC236}">
                    <a16:creationId xmlns:a16="http://schemas.microsoft.com/office/drawing/2014/main" id="{8DDB7DAC-7D7F-0A27-790E-56C042900F72}"/>
                  </a:ext>
                </a:extLst>
              </p:cNvPr>
              <p:cNvSpPr/>
              <p:nvPr/>
            </p:nvSpPr>
            <p:spPr>
              <a:xfrm>
                <a:off x="8658640" y="5157386"/>
                <a:ext cx="6343" cy="6345"/>
              </a:xfrm>
              <a:custGeom>
                <a:avLst/>
                <a:gdLst>
                  <a:gd name="connsiteX0" fmla="*/ 3349 w 6343"/>
                  <a:gd name="connsiteY0" fmla="*/ 6478 h 6345"/>
                  <a:gd name="connsiteX1" fmla="*/ 5592 w 6343"/>
                  <a:gd name="connsiteY1" fmla="*/ 5548 h 6345"/>
                  <a:gd name="connsiteX2" fmla="*/ 6520 w 6343"/>
                  <a:gd name="connsiteY2" fmla="*/ 3305 h 6345"/>
                  <a:gd name="connsiteX3" fmla="*/ 5592 w 6343"/>
                  <a:gd name="connsiteY3" fmla="*/ 1061 h 6345"/>
                  <a:gd name="connsiteX4" fmla="*/ 3349 w 6343"/>
                  <a:gd name="connsiteY4" fmla="*/ 132 h 6345"/>
                  <a:gd name="connsiteX5" fmla="*/ 1106 w 6343"/>
                  <a:gd name="connsiteY5" fmla="*/ 1061 h 6345"/>
                  <a:gd name="connsiteX6" fmla="*/ 177 w 6343"/>
                  <a:gd name="connsiteY6" fmla="*/ 3305 h 6345"/>
                  <a:gd name="connsiteX7" fmla="*/ 1106 w 6343"/>
                  <a:gd name="connsiteY7" fmla="*/ 5548 h 6345"/>
                  <a:gd name="connsiteX8" fmla="*/ 334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478"/>
                    </a:moveTo>
                    <a:cubicBezTo>
                      <a:pt x="4190" y="6478"/>
                      <a:pt x="4997" y="6143"/>
                      <a:pt x="5592" y="5548"/>
                    </a:cubicBezTo>
                    <a:cubicBezTo>
                      <a:pt x="6186" y="4953"/>
                      <a:pt x="6520" y="4146"/>
                      <a:pt x="6520" y="3305"/>
                    </a:cubicBezTo>
                    <a:cubicBezTo>
                      <a:pt x="6520" y="2464"/>
                      <a:pt x="6186" y="1656"/>
                      <a:pt x="5592" y="1061"/>
                    </a:cubicBezTo>
                    <a:cubicBezTo>
                      <a:pt x="4997" y="467"/>
                      <a:pt x="4190" y="132"/>
                      <a:pt x="3349" y="132"/>
                    </a:cubicBezTo>
                    <a:cubicBezTo>
                      <a:pt x="2508" y="132"/>
                      <a:pt x="1701" y="467"/>
                      <a:pt x="1106" y="1061"/>
                    </a:cubicBezTo>
                    <a:cubicBezTo>
                      <a:pt x="512" y="1656"/>
                      <a:pt x="177" y="2464"/>
                      <a:pt x="177" y="3305"/>
                    </a:cubicBezTo>
                    <a:cubicBezTo>
                      <a:pt x="177" y="4146"/>
                      <a:pt x="512" y="4953"/>
                      <a:pt x="1106" y="5548"/>
                    </a:cubicBezTo>
                    <a:cubicBezTo>
                      <a:pt x="1701" y="6143"/>
                      <a:pt x="2508" y="6478"/>
                      <a:pt x="334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27" name="Freeform: Shape 8626">
                <a:extLst>
                  <a:ext uri="{FF2B5EF4-FFF2-40B4-BE49-F238E27FC236}">
                    <a16:creationId xmlns:a16="http://schemas.microsoft.com/office/drawing/2014/main" id="{5069962B-E16C-C6DC-C271-239CCDFD35CE}"/>
                  </a:ext>
                </a:extLst>
              </p:cNvPr>
              <p:cNvSpPr/>
              <p:nvPr/>
            </p:nvSpPr>
            <p:spPr>
              <a:xfrm>
                <a:off x="8688099" y="5157723"/>
                <a:ext cx="6343" cy="6345"/>
              </a:xfrm>
              <a:custGeom>
                <a:avLst/>
                <a:gdLst>
                  <a:gd name="connsiteX0" fmla="*/ 3351 w 6343"/>
                  <a:gd name="connsiteY0" fmla="*/ 6478 h 6345"/>
                  <a:gd name="connsiteX1" fmla="*/ 5594 w 6343"/>
                  <a:gd name="connsiteY1" fmla="*/ 5548 h 6345"/>
                  <a:gd name="connsiteX2" fmla="*/ 6523 w 6343"/>
                  <a:gd name="connsiteY2" fmla="*/ 3305 h 6345"/>
                  <a:gd name="connsiteX3" fmla="*/ 5594 w 6343"/>
                  <a:gd name="connsiteY3" fmla="*/ 1062 h 6345"/>
                  <a:gd name="connsiteX4" fmla="*/ 3351 w 6343"/>
                  <a:gd name="connsiteY4" fmla="*/ 132 h 6345"/>
                  <a:gd name="connsiteX5" fmla="*/ 1109 w 6343"/>
                  <a:gd name="connsiteY5" fmla="*/ 1062 h 6345"/>
                  <a:gd name="connsiteX6" fmla="*/ 180 w 6343"/>
                  <a:gd name="connsiteY6" fmla="*/ 3305 h 6345"/>
                  <a:gd name="connsiteX7" fmla="*/ 1109 w 6343"/>
                  <a:gd name="connsiteY7" fmla="*/ 5548 h 6345"/>
                  <a:gd name="connsiteX8" fmla="*/ 335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478"/>
                    </a:moveTo>
                    <a:cubicBezTo>
                      <a:pt x="4192" y="6478"/>
                      <a:pt x="4999" y="6143"/>
                      <a:pt x="5594" y="5548"/>
                    </a:cubicBezTo>
                    <a:cubicBezTo>
                      <a:pt x="6189" y="4953"/>
                      <a:pt x="6523" y="4146"/>
                      <a:pt x="6523" y="3305"/>
                    </a:cubicBezTo>
                    <a:cubicBezTo>
                      <a:pt x="6523" y="2464"/>
                      <a:pt x="6189" y="1656"/>
                      <a:pt x="5594" y="1062"/>
                    </a:cubicBezTo>
                    <a:cubicBezTo>
                      <a:pt x="4999" y="467"/>
                      <a:pt x="4192" y="132"/>
                      <a:pt x="3351" y="132"/>
                    </a:cubicBezTo>
                    <a:cubicBezTo>
                      <a:pt x="2510" y="132"/>
                      <a:pt x="1703" y="467"/>
                      <a:pt x="1109" y="1062"/>
                    </a:cubicBezTo>
                    <a:cubicBezTo>
                      <a:pt x="514" y="1656"/>
                      <a:pt x="180" y="2464"/>
                      <a:pt x="180" y="3305"/>
                    </a:cubicBezTo>
                    <a:cubicBezTo>
                      <a:pt x="180" y="4146"/>
                      <a:pt x="514" y="4953"/>
                      <a:pt x="1109" y="5548"/>
                    </a:cubicBezTo>
                    <a:cubicBezTo>
                      <a:pt x="1703" y="6143"/>
                      <a:pt x="2510" y="6478"/>
                      <a:pt x="335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28" name="Freeform: Shape 8627">
                <a:extLst>
                  <a:ext uri="{FF2B5EF4-FFF2-40B4-BE49-F238E27FC236}">
                    <a16:creationId xmlns:a16="http://schemas.microsoft.com/office/drawing/2014/main" id="{6F084106-30C2-E3A9-FA5E-F4DEEDE6014C}"/>
                  </a:ext>
                </a:extLst>
              </p:cNvPr>
              <p:cNvSpPr/>
              <p:nvPr/>
            </p:nvSpPr>
            <p:spPr>
              <a:xfrm>
                <a:off x="8718142" y="5158532"/>
                <a:ext cx="6343" cy="6345"/>
              </a:xfrm>
              <a:custGeom>
                <a:avLst/>
                <a:gdLst>
                  <a:gd name="connsiteX0" fmla="*/ 3354 w 6343"/>
                  <a:gd name="connsiteY0" fmla="*/ 6478 h 6345"/>
                  <a:gd name="connsiteX1" fmla="*/ 5596 w 6343"/>
                  <a:gd name="connsiteY1" fmla="*/ 5548 h 6345"/>
                  <a:gd name="connsiteX2" fmla="*/ 6525 w 6343"/>
                  <a:gd name="connsiteY2" fmla="*/ 3305 h 6345"/>
                  <a:gd name="connsiteX3" fmla="*/ 5596 w 6343"/>
                  <a:gd name="connsiteY3" fmla="*/ 1062 h 6345"/>
                  <a:gd name="connsiteX4" fmla="*/ 3354 w 6343"/>
                  <a:gd name="connsiteY4" fmla="*/ 132 h 6345"/>
                  <a:gd name="connsiteX5" fmla="*/ 1111 w 6343"/>
                  <a:gd name="connsiteY5" fmla="*/ 1062 h 6345"/>
                  <a:gd name="connsiteX6" fmla="*/ 182 w 6343"/>
                  <a:gd name="connsiteY6" fmla="*/ 3305 h 6345"/>
                  <a:gd name="connsiteX7" fmla="*/ 1111 w 6343"/>
                  <a:gd name="connsiteY7" fmla="*/ 5548 h 6345"/>
                  <a:gd name="connsiteX8" fmla="*/ 335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478"/>
                    </a:moveTo>
                    <a:cubicBezTo>
                      <a:pt x="4195" y="6478"/>
                      <a:pt x="5001" y="6143"/>
                      <a:pt x="5596" y="5548"/>
                    </a:cubicBezTo>
                    <a:cubicBezTo>
                      <a:pt x="6191" y="4953"/>
                      <a:pt x="6525" y="4146"/>
                      <a:pt x="6525" y="3305"/>
                    </a:cubicBezTo>
                    <a:cubicBezTo>
                      <a:pt x="6525" y="2464"/>
                      <a:pt x="6191" y="1657"/>
                      <a:pt x="5596" y="1062"/>
                    </a:cubicBezTo>
                    <a:cubicBezTo>
                      <a:pt x="5001" y="467"/>
                      <a:pt x="4195" y="132"/>
                      <a:pt x="3354" y="132"/>
                    </a:cubicBezTo>
                    <a:cubicBezTo>
                      <a:pt x="2512" y="132"/>
                      <a:pt x="1706" y="467"/>
                      <a:pt x="1111" y="1062"/>
                    </a:cubicBezTo>
                    <a:cubicBezTo>
                      <a:pt x="516" y="1657"/>
                      <a:pt x="182" y="2464"/>
                      <a:pt x="182" y="3305"/>
                    </a:cubicBezTo>
                    <a:cubicBezTo>
                      <a:pt x="182" y="4146"/>
                      <a:pt x="516" y="4953"/>
                      <a:pt x="1111" y="5548"/>
                    </a:cubicBezTo>
                    <a:cubicBezTo>
                      <a:pt x="1706" y="6143"/>
                      <a:pt x="2512" y="6478"/>
                      <a:pt x="335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29" name="Freeform: Shape 8628">
                <a:extLst>
                  <a:ext uri="{FF2B5EF4-FFF2-40B4-BE49-F238E27FC236}">
                    <a16:creationId xmlns:a16="http://schemas.microsoft.com/office/drawing/2014/main" id="{6341898C-FA95-537C-E2F8-0A16E7FC026D}"/>
                  </a:ext>
                </a:extLst>
              </p:cNvPr>
              <p:cNvSpPr/>
              <p:nvPr/>
            </p:nvSpPr>
            <p:spPr>
              <a:xfrm>
                <a:off x="8744507" y="5159002"/>
                <a:ext cx="6343" cy="6345"/>
              </a:xfrm>
              <a:custGeom>
                <a:avLst/>
                <a:gdLst>
                  <a:gd name="connsiteX0" fmla="*/ 3356 w 6343"/>
                  <a:gd name="connsiteY0" fmla="*/ 6478 h 6345"/>
                  <a:gd name="connsiteX1" fmla="*/ 5598 w 6343"/>
                  <a:gd name="connsiteY1" fmla="*/ 5548 h 6345"/>
                  <a:gd name="connsiteX2" fmla="*/ 6527 w 6343"/>
                  <a:gd name="connsiteY2" fmla="*/ 3305 h 6345"/>
                  <a:gd name="connsiteX3" fmla="*/ 5598 w 6343"/>
                  <a:gd name="connsiteY3" fmla="*/ 1062 h 6345"/>
                  <a:gd name="connsiteX4" fmla="*/ 3356 w 6343"/>
                  <a:gd name="connsiteY4" fmla="*/ 132 h 6345"/>
                  <a:gd name="connsiteX5" fmla="*/ 1113 w 6343"/>
                  <a:gd name="connsiteY5" fmla="*/ 1062 h 6345"/>
                  <a:gd name="connsiteX6" fmla="*/ 184 w 6343"/>
                  <a:gd name="connsiteY6" fmla="*/ 3305 h 6345"/>
                  <a:gd name="connsiteX7" fmla="*/ 1113 w 6343"/>
                  <a:gd name="connsiteY7" fmla="*/ 5548 h 6345"/>
                  <a:gd name="connsiteX8" fmla="*/ 335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478"/>
                    </a:moveTo>
                    <a:cubicBezTo>
                      <a:pt x="4197" y="6478"/>
                      <a:pt x="5004" y="6143"/>
                      <a:pt x="5598" y="5548"/>
                    </a:cubicBezTo>
                    <a:cubicBezTo>
                      <a:pt x="6193" y="4954"/>
                      <a:pt x="6527" y="4146"/>
                      <a:pt x="6527" y="3305"/>
                    </a:cubicBezTo>
                    <a:cubicBezTo>
                      <a:pt x="6527" y="2464"/>
                      <a:pt x="6193" y="1657"/>
                      <a:pt x="5598" y="1062"/>
                    </a:cubicBezTo>
                    <a:cubicBezTo>
                      <a:pt x="5004" y="467"/>
                      <a:pt x="4197" y="132"/>
                      <a:pt x="3356" y="132"/>
                    </a:cubicBezTo>
                    <a:cubicBezTo>
                      <a:pt x="2515" y="132"/>
                      <a:pt x="1708" y="467"/>
                      <a:pt x="1113" y="1062"/>
                    </a:cubicBezTo>
                    <a:cubicBezTo>
                      <a:pt x="518" y="1657"/>
                      <a:pt x="184" y="2464"/>
                      <a:pt x="184" y="3305"/>
                    </a:cubicBezTo>
                    <a:cubicBezTo>
                      <a:pt x="184" y="4146"/>
                      <a:pt x="518" y="4954"/>
                      <a:pt x="1113" y="5548"/>
                    </a:cubicBezTo>
                    <a:cubicBezTo>
                      <a:pt x="1708" y="6143"/>
                      <a:pt x="2515" y="6478"/>
                      <a:pt x="335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30" name="Freeform: Shape 8629">
                <a:extLst>
                  <a:ext uri="{FF2B5EF4-FFF2-40B4-BE49-F238E27FC236}">
                    <a16:creationId xmlns:a16="http://schemas.microsoft.com/office/drawing/2014/main" id="{BE2B6081-2798-E90E-495E-5E22F81A7E68}"/>
                  </a:ext>
                </a:extLst>
              </p:cNvPr>
              <p:cNvSpPr/>
              <p:nvPr/>
            </p:nvSpPr>
            <p:spPr>
              <a:xfrm>
                <a:off x="8769669" y="5159558"/>
                <a:ext cx="6343" cy="6345"/>
              </a:xfrm>
              <a:custGeom>
                <a:avLst/>
                <a:gdLst>
                  <a:gd name="connsiteX0" fmla="*/ 3358 w 6343"/>
                  <a:gd name="connsiteY0" fmla="*/ 6478 h 6345"/>
                  <a:gd name="connsiteX1" fmla="*/ 5600 w 6343"/>
                  <a:gd name="connsiteY1" fmla="*/ 5549 h 6345"/>
                  <a:gd name="connsiteX2" fmla="*/ 6529 w 6343"/>
                  <a:gd name="connsiteY2" fmla="*/ 3305 h 6345"/>
                  <a:gd name="connsiteX3" fmla="*/ 5600 w 6343"/>
                  <a:gd name="connsiteY3" fmla="*/ 1062 h 6345"/>
                  <a:gd name="connsiteX4" fmla="*/ 3358 w 6343"/>
                  <a:gd name="connsiteY4" fmla="*/ 132 h 6345"/>
                  <a:gd name="connsiteX5" fmla="*/ 1115 w 6343"/>
                  <a:gd name="connsiteY5" fmla="*/ 1062 h 6345"/>
                  <a:gd name="connsiteX6" fmla="*/ 186 w 6343"/>
                  <a:gd name="connsiteY6" fmla="*/ 3305 h 6345"/>
                  <a:gd name="connsiteX7" fmla="*/ 1115 w 6343"/>
                  <a:gd name="connsiteY7" fmla="*/ 5549 h 6345"/>
                  <a:gd name="connsiteX8" fmla="*/ 335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478"/>
                    </a:moveTo>
                    <a:cubicBezTo>
                      <a:pt x="4199" y="6478"/>
                      <a:pt x="5006" y="6143"/>
                      <a:pt x="5600" y="5549"/>
                    </a:cubicBezTo>
                    <a:cubicBezTo>
                      <a:pt x="6195" y="4954"/>
                      <a:pt x="6529" y="4147"/>
                      <a:pt x="6529" y="3305"/>
                    </a:cubicBezTo>
                    <a:cubicBezTo>
                      <a:pt x="6529" y="2464"/>
                      <a:pt x="6195" y="1657"/>
                      <a:pt x="5600" y="1062"/>
                    </a:cubicBezTo>
                    <a:cubicBezTo>
                      <a:pt x="5006" y="467"/>
                      <a:pt x="4199" y="132"/>
                      <a:pt x="3358" y="132"/>
                    </a:cubicBezTo>
                    <a:cubicBezTo>
                      <a:pt x="2517" y="132"/>
                      <a:pt x="1710" y="467"/>
                      <a:pt x="1115" y="1062"/>
                    </a:cubicBezTo>
                    <a:cubicBezTo>
                      <a:pt x="520" y="1657"/>
                      <a:pt x="186" y="2464"/>
                      <a:pt x="186" y="3305"/>
                    </a:cubicBezTo>
                    <a:cubicBezTo>
                      <a:pt x="186" y="4147"/>
                      <a:pt x="520" y="4954"/>
                      <a:pt x="1115" y="5549"/>
                    </a:cubicBezTo>
                    <a:cubicBezTo>
                      <a:pt x="1710" y="6143"/>
                      <a:pt x="2517" y="6478"/>
                      <a:pt x="335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31" name="Freeform: Shape 8630">
                <a:extLst>
                  <a:ext uri="{FF2B5EF4-FFF2-40B4-BE49-F238E27FC236}">
                    <a16:creationId xmlns:a16="http://schemas.microsoft.com/office/drawing/2014/main" id="{66C39B1D-64BF-050C-55D5-99AD9FD8C1DE}"/>
                  </a:ext>
                </a:extLst>
              </p:cNvPr>
              <p:cNvSpPr/>
              <p:nvPr/>
            </p:nvSpPr>
            <p:spPr>
              <a:xfrm>
                <a:off x="8793137" y="5160075"/>
                <a:ext cx="6343" cy="6345"/>
              </a:xfrm>
              <a:custGeom>
                <a:avLst/>
                <a:gdLst>
                  <a:gd name="connsiteX0" fmla="*/ 3359 w 6343"/>
                  <a:gd name="connsiteY0" fmla="*/ 6478 h 6345"/>
                  <a:gd name="connsiteX1" fmla="*/ 5602 w 6343"/>
                  <a:gd name="connsiteY1" fmla="*/ 5549 h 6345"/>
                  <a:gd name="connsiteX2" fmla="*/ 6531 w 6343"/>
                  <a:gd name="connsiteY2" fmla="*/ 3305 h 6345"/>
                  <a:gd name="connsiteX3" fmla="*/ 5602 w 6343"/>
                  <a:gd name="connsiteY3" fmla="*/ 1062 h 6345"/>
                  <a:gd name="connsiteX4" fmla="*/ 3359 w 6343"/>
                  <a:gd name="connsiteY4" fmla="*/ 132 h 6345"/>
                  <a:gd name="connsiteX5" fmla="*/ 1117 w 6343"/>
                  <a:gd name="connsiteY5" fmla="*/ 1062 h 6345"/>
                  <a:gd name="connsiteX6" fmla="*/ 188 w 6343"/>
                  <a:gd name="connsiteY6" fmla="*/ 3305 h 6345"/>
                  <a:gd name="connsiteX7" fmla="*/ 1117 w 6343"/>
                  <a:gd name="connsiteY7" fmla="*/ 5549 h 6345"/>
                  <a:gd name="connsiteX8" fmla="*/ 335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478"/>
                    </a:moveTo>
                    <a:cubicBezTo>
                      <a:pt x="4201" y="6478"/>
                      <a:pt x="5007" y="6144"/>
                      <a:pt x="5602" y="5549"/>
                    </a:cubicBezTo>
                    <a:cubicBezTo>
                      <a:pt x="6197" y="4954"/>
                      <a:pt x="6531" y="4147"/>
                      <a:pt x="6531" y="3305"/>
                    </a:cubicBezTo>
                    <a:cubicBezTo>
                      <a:pt x="6531" y="2464"/>
                      <a:pt x="6197" y="1657"/>
                      <a:pt x="5602" y="1062"/>
                    </a:cubicBezTo>
                    <a:cubicBezTo>
                      <a:pt x="5007" y="467"/>
                      <a:pt x="4201" y="132"/>
                      <a:pt x="3359" y="132"/>
                    </a:cubicBezTo>
                    <a:cubicBezTo>
                      <a:pt x="2518" y="132"/>
                      <a:pt x="1712" y="467"/>
                      <a:pt x="1117" y="1062"/>
                    </a:cubicBezTo>
                    <a:cubicBezTo>
                      <a:pt x="522" y="1657"/>
                      <a:pt x="188" y="2464"/>
                      <a:pt x="188" y="3305"/>
                    </a:cubicBezTo>
                    <a:cubicBezTo>
                      <a:pt x="188" y="4147"/>
                      <a:pt x="522" y="4954"/>
                      <a:pt x="1117" y="5549"/>
                    </a:cubicBezTo>
                    <a:cubicBezTo>
                      <a:pt x="1712" y="6144"/>
                      <a:pt x="2518" y="6478"/>
                      <a:pt x="335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32" name="Freeform: Shape 8631">
                <a:extLst>
                  <a:ext uri="{FF2B5EF4-FFF2-40B4-BE49-F238E27FC236}">
                    <a16:creationId xmlns:a16="http://schemas.microsoft.com/office/drawing/2014/main" id="{417A47CF-B209-A75A-DC39-546AB05453B0}"/>
                  </a:ext>
                </a:extLst>
              </p:cNvPr>
              <p:cNvSpPr/>
              <p:nvPr/>
            </p:nvSpPr>
            <p:spPr>
              <a:xfrm>
                <a:off x="8804841" y="5158387"/>
                <a:ext cx="6343" cy="6345"/>
              </a:xfrm>
              <a:custGeom>
                <a:avLst/>
                <a:gdLst>
                  <a:gd name="connsiteX0" fmla="*/ 3360 w 6343"/>
                  <a:gd name="connsiteY0" fmla="*/ 6478 h 6345"/>
                  <a:gd name="connsiteX1" fmla="*/ 5603 w 6343"/>
                  <a:gd name="connsiteY1" fmla="*/ 5548 h 6345"/>
                  <a:gd name="connsiteX2" fmla="*/ 6532 w 6343"/>
                  <a:gd name="connsiteY2" fmla="*/ 3305 h 6345"/>
                  <a:gd name="connsiteX3" fmla="*/ 5603 w 6343"/>
                  <a:gd name="connsiteY3" fmla="*/ 1062 h 6345"/>
                  <a:gd name="connsiteX4" fmla="*/ 3360 w 6343"/>
                  <a:gd name="connsiteY4" fmla="*/ 132 h 6345"/>
                  <a:gd name="connsiteX5" fmla="*/ 1118 w 6343"/>
                  <a:gd name="connsiteY5" fmla="*/ 1062 h 6345"/>
                  <a:gd name="connsiteX6" fmla="*/ 189 w 6343"/>
                  <a:gd name="connsiteY6" fmla="*/ 3305 h 6345"/>
                  <a:gd name="connsiteX7" fmla="*/ 1118 w 6343"/>
                  <a:gd name="connsiteY7" fmla="*/ 5548 h 6345"/>
                  <a:gd name="connsiteX8" fmla="*/ 336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478"/>
                    </a:moveTo>
                    <a:cubicBezTo>
                      <a:pt x="4202" y="6478"/>
                      <a:pt x="5008" y="6143"/>
                      <a:pt x="5603" y="5548"/>
                    </a:cubicBezTo>
                    <a:cubicBezTo>
                      <a:pt x="6198" y="4953"/>
                      <a:pt x="6532" y="4146"/>
                      <a:pt x="6532" y="3305"/>
                    </a:cubicBezTo>
                    <a:cubicBezTo>
                      <a:pt x="6532" y="2464"/>
                      <a:pt x="6198" y="1657"/>
                      <a:pt x="5603" y="1062"/>
                    </a:cubicBezTo>
                    <a:cubicBezTo>
                      <a:pt x="5008" y="467"/>
                      <a:pt x="4202" y="132"/>
                      <a:pt x="3360" y="132"/>
                    </a:cubicBezTo>
                    <a:cubicBezTo>
                      <a:pt x="2519" y="132"/>
                      <a:pt x="1713" y="467"/>
                      <a:pt x="1118" y="1062"/>
                    </a:cubicBezTo>
                    <a:cubicBezTo>
                      <a:pt x="523" y="1657"/>
                      <a:pt x="189" y="2464"/>
                      <a:pt x="189" y="3305"/>
                    </a:cubicBezTo>
                    <a:cubicBezTo>
                      <a:pt x="189" y="4146"/>
                      <a:pt x="523" y="4953"/>
                      <a:pt x="1118" y="5548"/>
                    </a:cubicBezTo>
                    <a:cubicBezTo>
                      <a:pt x="1713" y="6143"/>
                      <a:pt x="2519" y="6478"/>
                      <a:pt x="336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33" name="Freeform: Shape 8632">
                <a:extLst>
                  <a:ext uri="{FF2B5EF4-FFF2-40B4-BE49-F238E27FC236}">
                    <a16:creationId xmlns:a16="http://schemas.microsoft.com/office/drawing/2014/main" id="{2616095B-468C-F468-336D-FC296D1437D8}"/>
                  </a:ext>
                </a:extLst>
              </p:cNvPr>
              <p:cNvSpPr/>
              <p:nvPr/>
            </p:nvSpPr>
            <p:spPr>
              <a:xfrm>
                <a:off x="8844571" y="5162964"/>
                <a:ext cx="6343" cy="6345"/>
              </a:xfrm>
              <a:custGeom>
                <a:avLst/>
                <a:gdLst>
                  <a:gd name="connsiteX0" fmla="*/ 3364 w 6343"/>
                  <a:gd name="connsiteY0" fmla="*/ 6478 h 6345"/>
                  <a:gd name="connsiteX1" fmla="*/ 5606 w 6343"/>
                  <a:gd name="connsiteY1" fmla="*/ 5549 h 6345"/>
                  <a:gd name="connsiteX2" fmla="*/ 6535 w 6343"/>
                  <a:gd name="connsiteY2" fmla="*/ 3305 h 6345"/>
                  <a:gd name="connsiteX3" fmla="*/ 5606 w 6343"/>
                  <a:gd name="connsiteY3" fmla="*/ 1062 h 6345"/>
                  <a:gd name="connsiteX4" fmla="*/ 3364 w 6343"/>
                  <a:gd name="connsiteY4" fmla="*/ 133 h 6345"/>
                  <a:gd name="connsiteX5" fmla="*/ 1121 w 6343"/>
                  <a:gd name="connsiteY5" fmla="*/ 1062 h 6345"/>
                  <a:gd name="connsiteX6" fmla="*/ 192 w 6343"/>
                  <a:gd name="connsiteY6" fmla="*/ 3305 h 6345"/>
                  <a:gd name="connsiteX7" fmla="*/ 1121 w 6343"/>
                  <a:gd name="connsiteY7" fmla="*/ 5549 h 6345"/>
                  <a:gd name="connsiteX8" fmla="*/ 336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478"/>
                    </a:moveTo>
                    <a:cubicBezTo>
                      <a:pt x="4205" y="6478"/>
                      <a:pt x="5011" y="6144"/>
                      <a:pt x="5606" y="5549"/>
                    </a:cubicBezTo>
                    <a:cubicBezTo>
                      <a:pt x="6201" y="4954"/>
                      <a:pt x="6535" y="4147"/>
                      <a:pt x="6535" y="3305"/>
                    </a:cubicBezTo>
                    <a:cubicBezTo>
                      <a:pt x="6535" y="2464"/>
                      <a:pt x="6201" y="1657"/>
                      <a:pt x="5606" y="1062"/>
                    </a:cubicBezTo>
                    <a:cubicBezTo>
                      <a:pt x="5011" y="467"/>
                      <a:pt x="4205" y="133"/>
                      <a:pt x="3364" y="133"/>
                    </a:cubicBezTo>
                    <a:cubicBezTo>
                      <a:pt x="2522" y="133"/>
                      <a:pt x="1716" y="467"/>
                      <a:pt x="1121" y="1062"/>
                    </a:cubicBezTo>
                    <a:cubicBezTo>
                      <a:pt x="526" y="1657"/>
                      <a:pt x="192" y="2464"/>
                      <a:pt x="192" y="3305"/>
                    </a:cubicBezTo>
                    <a:cubicBezTo>
                      <a:pt x="192" y="4147"/>
                      <a:pt x="526" y="4954"/>
                      <a:pt x="1121" y="5549"/>
                    </a:cubicBezTo>
                    <a:cubicBezTo>
                      <a:pt x="1716" y="6144"/>
                      <a:pt x="2522" y="6478"/>
                      <a:pt x="336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34" name="Freeform: Shape 8633">
                <a:extLst>
                  <a:ext uri="{FF2B5EF4-FFF2-40B4-BE49-F238E27FC236}">
                    <a16:creationId xmlns:a16="http://schemas.microsoft.com/office/drawing/2014/main" id="{234B2C29-AFCA-064F-5EB0-60814BE6DE78}"/>
                  </a:ext>
                </a:extLst>
              </p:cNvPr>
              <p:cNvSpPr/>
              <p:nvPr/>
            </p:nvSpPr>
            <p:spPr>
              <a:xfrm>
                <a:off x="8852614" y="5160911"/>
                <a:ext cx="6343" cy="6345"/>
              </a:xfrm>
              <a:custGeom>
                <a:avLst/>
                <a:gdLst>
                  <a:gd name="connsiteX0" fmla="*/ 3364 w 6343"/>
                  <a:gd name="connsiteY0" fmla="*/ 6478 h 6345"/>
                  <a:gd name="connsiteX1" fmla="*/ 5607 w 6343"/>
                  <a:gd name="connsiteY1" fmla="*/ 5549 h 6345"/>
                  <a:gd name="connsiteX2" fmla="*/ 6536 w 6343"/>
                  <a:gd name="connsiteY2" fmla="*/ 3305 h 6345"/>
                  <a:gd name="connsiteX3" fmla="*/ 5607 w 6343"/>
                  <a:gd name="connsiteY3" fmla="*/ 1062 h 6345"/>
                  <a:gd name="connsiteX4" fmla="*/ 3364 w 6343"/>
                  <a:gd name="connsiteY4" fmla="*/ 132 h 6345"/>
                  <a:gd name="connsiteX5" fmla="*/ 1122 w 6343"/>
                  <a:gd name="connsiteY5" fmla="*/ 1062 h 6345"/>
                  <a:gd name="connsiteX6" fmla="*/ 193 w 6343"/>
                  <a:gd name="connsiteY6" fmla="*/ 3305 h 6345"/>
                  <a:gd name="connsiteX7" fmla="*/ 1122 w 6343"/>
                  <a:gd name="connsiteY7" fmla="*/ 5549 h 6345"/>
                  <a:gd name="connsiteX8" fmla="*/ 336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478"/>
                    </a:moveTo>
                    <a:cubicBezTo>
                      <a:pt x="4205" y="6478"/>
                      <a:pt x="5012" y="6144"/>
                      <a:pt x="5607" y="5549"/>
                    </a:cubicBezTo>
                    <a:cubicBezTo>
                      <a:pt x="6202" y="4954"/>
                      <a:pt x="6536" y="4147"/>
                      <a:pt x="6536" y="3305"/>
                    </a:cubicBezTo>
                    <a:cubicBezTo>
                      <a:pt x="6536" y="2464"/>
                      <a:pt x="6202" y="1657"/>
                      <a:pt x="5607" y="1062"/>
                    </a:cubicBezTo>
                    <a:cubicBezTo>
                      <a:pt x="5012" y="467"/>
                      <a:pt x="4205" y="132"/>
                      <a:pt x="3364" y="132"/>
                    </a:cubicBezTo>
                    <a:cubicBezTo>
                      <a:pt x="2523" y="132"/>
                      <a:pt x="1716" y="467"/>
                      <a:pt x="1122" y="1062"/>
                    </a:cubicBezTo>
                    <a:cubicBezTo>
                      <a:pt x="527" y="1657"/>
                      <a:pt x="193" y="2464"/>
                      <a:pt x="193" y="3305"/>
                    </a:cubicBezTo>
                    <a:cubicBezTo>
                      <a:pt x="193" y="4147"/>
                      <a:pt x="527" y="4954"/>
                      <a:pt x="1122" y="5549"/>
                    </a:cubicBezTo>
                    <a:cubicBezTo>
                      <a:pt x="1716" y="6144"/>
                      <a:pt x="2523" y="6478"/>
                      <a:pt x="336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35" name="Freeform: Shape 8634">
                <a:extLst>
                  <a:ext uri="{FF2B5EF4-FFF2-40B4-BE49-F238E27FC236}">
                    <a16:creationId xmlns:a16="http://schemas.microsoft.com/office/drawing/2014/main" id="{066663B7-42F8-D52A-F35B-1E2865863EF4}"/>
                  </a:ext>
                </a:extLst>
              </p:cNvPr>
              <p:cNvSpPr/>
              <p:nvPr/>
            </p:nvSpPr>
            <p:spPr>
              <a:xfrm>
                <a:off x="8868977" y="5160878"/>
                <a:ext cx="6343" cy="6345"/>
              </a:xfrm>
              <a:custGeom>
                <a:avLst/>
                <a:gdLst>
                  <a:gd name="connsiteX0" fmla="*/ 3365 w 6343"/>
                  <a:gd name="connsiteY0" fmla="*/ 6478 h 6345"/>
                  <a:gd name="connsiteX1" fmla="*/ 5608 w 6343"/>
                  <a:gd name="connsiteY1" fmla="*/ 5549 h 6345"/>
                  <a:gd name="connsiteX2" fmla="*/ 6537 w 6343"/>
                  <a:gd name="connsiteY2" fmla="*/ 3305 h 6345"/>
                  <a:gd name="connsiteX3" fmla="*/ 5608 w 6343"/>
                  <a:gd name="connsiteY3" fmla="*/ 1062 h 6345"/>
                  <a:gd name="connsiteX4" fmla="*/ 3365 w 6343"/>
                  <a:gd name="connsiteY4" fmla="*/ 132 h 6345"/>
                  <a:gd name="connsiteX5" fmla="*/ 1123 w 6343"/>
                  <a:gd name="connsiteY5" fmla="*/ 1062 h 6345"/>
                  <a:gd name="connsiteX6" fmla="*/ 194 w 6343"/>
                  <a:gd name="connsiteY6" fmla="*/ 3305 h 6345"/>
                  <a:gd name="connsiteX7" fmla="*/ 1123 w 6343"/>
                  <a:gd name="connsiteY7" fmla="*/ 5549 h 6345"/>
                  <a:gd name="connsiteX8" fmla="*/ 336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478"/>
                    </a:moveTo>
                    <a:cubicBezTo>
                      <a:pt x="4207" y="6478"/>
                      <a:pt x="5013" y="6144"/>
                      <a:pt x="5608" y="5549"/>
                    </a:cubicBezTo>
                    <a:cubicBezTo>
                      <a:pt x="6203" y="4954"/>
                      <a:pt x="6537" y="4147"/>
                      <a:pt x="6537" y="3305"/>
                    </a:cubicBezTo>
                    <a:cubicBezTo>
                      <a:pt x="6537" y="2464"/>
                      <a:pt x="6203" y="1657"/>
                      <a:pt x="5608" y="1062"/>
                    </a:cubicBezTo>
                    <a:cubicBezTo>
                      <a:pt x="5013" y="467"/>
                      <a:pt x="4207" y="132"/>
                      <a:pt x="3365" y="132"/>
                    </a:cubicBezTo>
                    <a:cubicBezTo>
                      <a:pt x="2524" y="132"/>
                      <a:pt x="1718" y="467"/>
                      <a:pt x="1123" y="1062"/>
                    </a:cubicBezTo>
                    <a:cubicBezTo>
                      <a:pt x="528" y="1657"/>
                      <a:pt x="194" y="2464"/>
                      <a:pt x="194" y="3305"/>
                    </a:cubicBezTo>
                    <a:cubicBezTo>
                      <a:pt x="194" y="4147"/>
                      <a:pt x="528" y="4954"/>
                      <a:pt x="1123" y="5549"/>
                    </a:cubicBezTo>
                    <a:cubicBezTo>
                      <a:pt x="1718" y="6144"/>
                      <a:pt x="2524" y="6478"/>
                      <a:pt x="336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36" name="Freeform: Shape 8635">
                <a:extLst>
                  <a:ext uri="{FF2B5EF4-FFF2-40B4-BE49-F238E27FC236}">
                    <a16:creationId xmlns:a16="http://schemas.microsoft.com/office/drawing/2014/main" id="{72332CE1-9CB8-DFA4-20DB-E7FE1504F377}"/>
                  </a:ext>
                </a:extLst>
              </p:cNvPr>
              <p:cNvSpPr/>
              <p:nvPr/>
            </p:nvSpPr>
            <p:spPr>
              <a:xfrm>
                <a:off x="8883364" y="5160575"/>
                <a:ext cx="6343" cy="6345"/>
              </a:xfrm>
              <a:custGeom>
                <a:avLst/>
                <a:gdLst>
                  <a:gd name="connsiteX0" fmla="*/ 3367 w 6343"/>
                  <a:gd name="connsiteY0" fmla="*/ 6478 h 6345"/>
                  <a:gd name="connsiteX1" fmla="*/ 5609 w 6343"/>
                  <a:gd name="connsiteY1" fmla="*/ 5549 h 6345"/>
                  <a:gd name="connsiteX2" fmla="*/ 6538 w 6343"/>
                  <a:gd name="connsiteY2" fmla="*/ 3305 h 6345"/>
                  <a:gd name="connsiteX3" fmla="*/ 5609 w 6343"/>
                  <a:gd name="connsiteY3" fmla="*/ 1062 h 6345"/>
                  <a:gd name="connsiteX4" fmla="*/ 3367 w 6343"/>
                  <a:gd name="connsiteY4" fmla="*/ 132 h 6345"/>
                  <a:gd name="connsiteX5" fmla="*/ 1124 w 6343"/>
                  <a:gd name="connsiteY5" fmla="*/ 1062 h 6345"/>
                  <a:gd name="connsiteX6" fmla="*/ 195 w 6343"/>
                  <a:gd name="connsiteY6" fmla="*/ 3305 h 6345"/>
                  <a:gd name="connsiteX7" fmla="*/ 1124 w 6343"/>
                  <a:gd name="connsiteY7" fmla="*/ 5549 h 6345"/>
                  <a:gd name="connsiteX8" fmla="*/ 336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7" y="6478"/>
                    </a:moveTo>
                    <a:cubicBezTo>
                      <a:pt x="4208" y="6478"/>
                      <a:pt x="5014" y="6144"/>
                      <a:pt x="5609" y="5549"/>
                    </a:cubicBezTo>
                    <a:cubicBezTo>
                      <a:pt x="6204" y="4954"/>
                      <a:pt x="6538" y="4147"/>
                      <a:pt x="6538" y="3305"/>
                    </a:cubicBezTo>
                    <a:cubicBezTo>
                      <a:pt x="6538" y="2464"/>
                      <a:pt x="6204" y="1657"/>
                      <a:pt x="5609" y="1062"/>
                    </a:cubicBezTo>
                    <a:cubicBezTo>
                      <a:pt x="5014" y="467"/>
                      <a:pt x="4208" y="132"/>
                      <a:pt x="3367" y="132"/>
                    </a:cubicBezTo>
                    <a:cubicBezTo>
                      <a:pt x="2525" y="132"/>
                      <a:pt x="1719" y="467"/>
                      <a:pt x="1124" y="1062"/>
                    </a:cubicBezTo>
                    <a:cubicBezTo>
                      <a:pt x="529" y="1657"/>
                      <a:pt x="195" y="2464"/>
                      <a:pt x="195" y="3305"/>
                    </a:cubicBezTo>
                    <a:cubicBezTo>
                      <a:pt x="195" y="4147"/>
                      <a:pt x="529" y="4954"/>
                      <a:pt x="1124" y="5549"/>
                    </a:cubicBezTo>
                    <a:cubicBezTo>
                      <a:pt x="1719" y="6144"/>
                      <a:pt x="2525" y="6478"/>
                      <a:pt x="336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37" name="Freeform: Shape 8636">
                <a:extLst>
                  <a:ext uri="{FF2B5EF4-FFF2-40B4-BE49-F238E27FC236}">
                    <a16:creationId xmlns:a16="http://schemas.microsoft.com/office/drawing/2014/main" id="{6C97375A-2097-CA3B-21C9-EF4E21D2FA23}"/>
                  </a:ext>
                </a:extLst>
              </p:cNvPr>
              <p:cNvSpPr/>
              <p:nvPr/>
            </p:nvSpPr>
            <p:spPr>
              <a:xfrm>
                <a:off x="8900964" y="5161234"/>
                <a:ext cx="6343" cy="6345"/>
              </a:xfrm>
              <a:custGeom>
                <a:avLst/>
                <a:gdLst>
                  <a:gd name="connsiteX0" fmla="*/ 3368 w 6343"/>
                  <a:gd name="connsiteY0" fmla="*/ 6478 h 6345"/>
                  <a:gd name="connsiteX1" fmla="*/ 5611 w 6343"/>
                  <a:gd name="connsiteY1" fmla="*/ 5549 h 6345"/>
                  <a:gd name="connsiteX2" fmla="*/ 6540 w 6343"/>
                  <a:gd name="connsiteY2" fmla="*/ 3305 h 6345"/>
                  <a:gd name="connsiteX3" fmla="*/ 5611 w 6343"/>
                  <a:gd name="connsiteY3" fmla="*/ 1062 h 6345"/>
                  <a:gd name="connsiteX4" fmla="*/ 3368 w 6343"/>
                  <a:gd name="connsiteY4" fmla="*/ 133 h 6345"/>
                  <a:gd name="connsiteX5" fmla="*/ 1125 w 6343"/>
                  <a:gd name="connsiteY5" fmla="*/ 1062 h 6345"/>
                  <a:gd name="connsiteX6" fmla="*/ 196 w 6343"/>
                  <a:gd name="connsiteY6" fmla="*/ 3305 h 6345"/>
                  <a:gd name="connsiteX7" fmla="*/ 1125 w 6343"/>
                  <a:gd name="connsiteY7" fmla="*/ 5549 h 6345"/>
                  <a:gd name="connsiteX8" fmla="*/ 336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78"/>
                    </a:moveTo>
                    <a:cubicBezTo>
                      <a:pt x="4209" y="6478"/>
                      <a:pt x="5016" y="6144"/>
                      <a:pt x="5611" y="5549"/>
                    </a:cubicBezTo>
                    <a:cubicBezTo>
                      <a:pt x="6205" y="4954"/>
                      <a:pt x="6540" y="4147"/>
                      <a:pt x="6540" y="3305"/>
                    </a:cubicBezTo>
                    <a:cubicBezTo>
                      <a:pt x="6540" y="2464"/>
                      <a:pt x="6205" y="1657"/>
                      <a:pt x="5611" y="1062"/>
                    </a:cubicBezTo>
                    <a:cubicBezTo>
                      <a:pt x="5016" y="467"/>
                      <a:pt x="4209" y="133"/>
                      <a:pt x="3368" y="133"/>
                    </a:cubicBezTo>
                    <a:cubicBezTo>
                      <a:pt x="2527" y="133"/>
                      <a:pt x="1720" y="467"/>
                      <a:pt x="1125" y="1062"/>
                    </a:cubicBezTo>
                    <a:cubicBezTo>
                      <a:pt x="531" y="1657"/>
                      <a:pt x="196" y="2464"/>
                      <a:pt x="196" y="3305"/>
                    </a:cubicBezTo>
                    <a:cubicBezTo>
                      <a:pt x="196" y="4147"/>
                      <a:pt x="531" y="4954"/>
                      <a:pt x="1125" y="5549"/>
                    </a:cubicBezTo>
                    <a:cubicBezTo>
                      <a:pt x="1720" y="6144"/>
                      <a:pt x="2527" y="6478"/>
                      <a:pt x="336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38" name="Freeform: Shape 8637">
                <a:extLst>
                  <a:ext uri="{FF2B5EF4-FFF2-40B4-BE49-F238E27FC236}">
                    <a16:creationId xmlns:a16="http://schemas.microsoft.com/office/drawing/2014/main" id="{B4D496C1-8140-E6FE-0E93-473B864D215C}"/>
                  </a:ext>
                </a:extLst>
              </p:cNvPr>
              <p:cNvSpPr/>
              <p:nvPr/>
            </p:nvSpPr>
            <p:spPr>
              <a:xfrm>
                <a:off x="8921093" y="5162745"/>
                <a:ext cx="6343" cy="6345"/>
              </a:xfrm>
              <a:custGeom>
                <a:avLst/>
                <a:gdLst>
                  <a:gd name="connsiteX0" fmla="*/ 3370 w 6343"/>
                  <a:gd name="connsiteY0" fmla="*/ 6478 h 6345"/>
                  <a:gd name="connsiteX1" fmla="*/ 5612 w 6343"/>
                  <a:gd name="connsiteY1" fmla="*/ 5549 h 6345"/>
                  <a:gd name="connsiteX2" fmla="*/ 6541 w 6343"/>
                  <a:gd name="connsiteY2" fmla="*/ 3305 h 6345"/>
                  <a:gd name="connsiteX3" fmla="*/ 5612 w 6343"/>
                  <a:gd name="connsiteY3" fmla="*/ 1062 h 6345"/>
                  <a:gd name="connsiteX4" fmla="*/ 3370 w 6343"/>
                  <a:gd name="connsiteY4" fmla="*/ 133 h 6345"/>
                  <a:gd name="connsiteX5" fmla="*/ 1127 w 6343"/>
                  <a:gd name="connsiteY5" fmla="*/ 1062 h 6345"/>
                  <a:gd name="connsiteX6" fmla="*/ 198 w 6343"/>
                  <a:gd name="connsiteY6" fmla="*/ 3305 h 6345"/>
                  <a:gd name="connsiteX7" fmla="*/ 1127 w 6343"/>
                  <a:gd name="connsiteY7" fmla="*/ 5549 h 6345"/>
                  <a:gd name="connsiteX8" fmla="*/ 337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78"/>
                    </a:moveTo>
                    <a:cubicBezTo>
                      <a:pt x="4211" y="6478"/>
                      <a:pt x="5017" y="6144"/>
                      <a:pt x="5612" y="5549"/>
                    </a:cubicBezTo>
                    <a:cubicBezTo>
                      <a:pt x="6207" y="4954"/>
                      <a:pt x="6541" y="4147"/>
                      <a:pt x="6541" y="3305"/>
                    </a:cubicBezTo>
                    <a:cubicBezTo>
                      <a:pt x="6541" y="2464"/>
                      <a:pt x="6207" y="1657"/>
                      <a:pt x="5612" y="1062"/>
                    </a:cubicBezTo>
                    <a:cubicBezTo>
                      <a:pt x="5017" y="467"/>
                      <a:pt x="4211" y="133"/>
                      <a:pt x="3370" y="133"/>
                    </a:cubicBezTo>
                    <a:cubicBezTo>
                      <a:pt x="2528" y="133"/>
                      <a:pt x="1722" y="467"/>
                      <a:pt x="1127" y="1062"/>
                    </a:cubicBezTo>
                    <a:cubicBezTo>
                      <a:pt x="532" y="1657"/>
                      <a:pt x="198" y="2464"/>
                      <a:pt x="198" y="3305"/>
                    </a:cubicBezTo>
                    <a:cubicBezTo>
                      <a:pt x="198" y="4147"/>
                      <a:pt x="532" y="4954"/>
                      <a:pt x="1127" y="5549"/>
                    </a:cubicBezTo>
                    <a:cubicBezTo>
                      <a:pt x="1722" y="6144"/>
                      <a:pt x="2528" y="6478"/>
                      <a:pt x="337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39" name="Freeform: Shape 8638">
                <a:extLst>
                  <a:ext uri="{FF2B5EF4-FFF2-40B4-BE49-F238E27FC236}">
                    <a16:creationId xmlns:a16="http://schemas.microsoft.com/office/drawing/2014/main" id="{0484D61E-E693-AF10-5C9D-BD4E8900D403}"/>
                  </a:ext>
                </a:extLst>
              </p:cNvPr>
              <p:cNvSpPr/>
              <p:nvPr/>
            </p:nvSpPr>
            <p:spPr>
              <a:xfrm>
                <a:off x="8936013" y="5163168"/>
                <a:ext cx="6343" cy="6345"/>
              </a:xfrm>
              <a:custGeom>
                <a:avLst/>
                <a:gdLst>
                  <a:gd name="connsiteX0" fmla="*/ 3371 w 6343"/>
                  <a:gd name="connsiteY0" fmla="*/ 6478 h 6345"/>
                  <a:gd name="connsiteX1" fmla="*/ 5613 w 6343"/>
                  <a:gd name="connsiteY1" fmla="*/ 5549 h 6345"/>
                  <a:gd name="connsiteX2" fmla="*/ 6542 w 6343"/>
                  <a:gd name="connsiteY2" fmla="*/ 3305 h 6345"/>
                  <a:gd name="connsiteX3" fmla="*/ 5613 w 6343"/>
                  <a:gd name="connsiteY3" fmla="*/ 1062 h 6345"/>
                  <a:gd name="connsiteX4" fmla="*/ 3371 w 6343"/>
                  <a:gd name="connsiteY4" fmla="*/ 133 h 6345"/>
                  <a:gd name="connsiteX5" fmla="*/ 1128 w 6343"/>
                  <a:gd name="connsiteY5" fmla="*/ 1062 h 6345"/>
                  <a:gd name="connsiteX6" fmla="*/ 199 w 6343"/>
                  <a:gd name="connsiteY6" fmla="*/ 3305 h 6345"/>
                  <a:gd name="connsiteX7" fmla="*/ 1128 w 6343"/>
                  <a:gd name="connsiteY7" fmla="*/ 5549 h 6345"/>
                  <a:gd name="connsiteX8" fmla="*/ 337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78"/>
                    </a:moveTo>
                    <a:cubicBezTo>
                      <a:pt x="4212" y="6478"/>
                      <a:pt x="5019" y="6144"/>
                      <a:pt x="5613" y="5549"/>
                    </a:cubicBezTo>
                    <a:cubicBezTo>
                      <a:pt x="6208" y="4954"/>
                      <a:pt x="6542" y="4147"/>
                      <a:pt x="6542" y="3305"/>
                    </a:cubicBezTo>
                    <a:cubicBezTo>
                      <a:pt x="6542" y="2464"/>
                      <a:pt x="6208" y="1657"/>
                      <a:pt x="5613" y="1062"/>
                    </a:cubicBezTo>
                    <a:cubicBezTo>
                      <a:pt x="5019" y="467"/>
                      <a:pt x="4212" y="133"/>
                      <a:pt x="3371" y="133"/>
                    </a:cubicBezTo>
                    <a:cubicBezTo>
                      <a:pt x="2530" y="133"/>
                      <a:pt x="1723" y="467"/>
                      <a:pt x="1128" y="1062"/>
                    </a:cubicBezTo>
                    <a:cubicBezTo>
                      <a:pt x="533" y="1657"/>
                      <a:pt x="199" y="2464"/>
                      <a:pt x="199" y="3305"/>
                    </a:cubicBezTo>
                    <a:cubicBezTo>
                      <a:pt x="199" y="4147"/>
                      <a:pt x="533" y="4954"/>
                      <a:pt x="1128" y="5549"/>
                    </a:cubicBezTo>
                    <a:cubicBezTo>
                      <a:pt x="1723" y="6144"/>
                      <a:pt x="2530" y="6478"/>
                      <a:pt x="337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40" name="Freeform: Shape 8639">
                <a:extLst>
                  <a:ext uri="{FF2B5EF4-FFF2-40B4-BE49-F238E27FC236}">
                    <a16:creationId xmlns:a16="http://schemas.microsoft.com/office/drawing/2014/main" id="{B79E774E-8DF7-8857-F6F3-1A707C1397C9}"/>
                  </a:ext>
                </a:extLst>
              </p:cNvPr>
              <p:cNvSpPr/>
              <p:nvPr/>
            </p:nvSpPr>
            <p:spPr>
              <a:xfrm>
                <a:off x="8949148" y="5163304"/>
                <a:ext cx="6343" cy="6345"/>
              </a:xfrm>
              <a:custGeom>
                <a:avLst/>
                <a:gdLst>
                  <a:gd name="connsiteX0" fmla="*/ 3372 w 6343"/>
                  <a:gd name="connsiteY0" fmla="*/ 6478 h 6345"/>
                  <a:gd name="connsiteX1" fmla="*/ 5614 w 6343"/>
                  <a:gd name="connsiteY1" fmla="*/ 5549 h 6345"/>
                  <a:gd name="connsiteX2" fmla="*/ 6543 w 6343"/>
                  <a:gd name="connsiteY2" fmla="*/ 3305 h 6345"/>
                  <a:gd name="connsiteX3" fmla="*/ 5614 w 6343"/>
                  <a:gd name="connsiteY3" fmla="*/ 1062 h 6345"/>
                  <a:gd name="connsiteX4" fmla="*/ 3372 w 6343"/>
                  <a:gd name="connsiteY4" fmla="*/ 133 h 6345"/>
                  <a:gd name="connsiteX5" fmla="*/ 1129 w 6343"/>
                  <a:gd name="connsiteY5" fmla="*/ 1062 h 6345"/>
                  <a:gd name="connsiteX6" fmla="*/ 200 w 6343"/>
                  <a:gd name="connsiteY6" fmla="*/ 3305 h 6345"/>
                  <a:gd name="connsiteX7" fmla="*/ 1129 w 6343"/>
                  <a:gd name="connsiteY7" fmla="*/ 5549 h 6345"/>
                  <a:gd name="connsiteX8" fmla="*/ 337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78"/>
                    </a:moveTo>
                    <a:cubicBezTo>
                      <a:pt x="4213" y="6478"/>
                      <a:pt x="5020" y="6144"/>
                      <a:pt x="5614" y="5549"/>
                    </a:cubicBezTo>
                    <a:cubicBezTo>
                      <a:pt x="6209" y="4954"/>
                      <a:pt x="6543" y="4147"/>
                      <a:pt x="6543" y="3305"/>
                    </a:cubicBezTo>
                    <a:cubicBezTo>
                      <a:pt x="6543" y="2464"/>
                      <a:pt x="6209" y="1657"/>
                      <a:pt x="5614" y="1062"/>
                    </a:cubicBezTo>
                    <a:cubicBezTo>
                      <a:pt x="5020" y="467"/>
                      <a:pt x="4213" y="133"/>
                      <a:pt x="3372" y="133"/>
                    </a:cubicBezTo>
                    <a:cubicBezTo>
                      <a:pt x="2531" y="133"/>
                      <a:pt x="1724" y="467"/>
                      <a:pt x="1129" y="1062"/>
                    </a:cubicBezTo>
                    <a:cubicBezTo>
                      <a:pt x="534" y="1657"/>
                      <a:pt x="200" y="2464"/>
                      <a:pt x="200" y="3305"/>
                    </a:cubicBezTo>
                    <a:cubicBezTo>
                      <a:pt x="200" y="4147"/>
                      <a:pt x="534" y="4954"/>
                      <a:pt x="1129" y="5549"/>
                    </a:cubicBezTo>
                    <a:cubicBezTo>
                      <a:pt x="1724" y="6144"/>
                      <a:pt x="2531" y="6478"/>
                      <a:pt x="337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41" name="Freeform: Shape 8640">
                <a:extLst>
                  <a:ext uri="{FF2B5EF4-FFF2-40B4-BE49-F238E27FC236}">
                    <a16:creationId xmlns:a16="http://schemas.microsoft.com/office/drawing/2014/main" id="{A12F2F20-5C17-98A1-2AA4-D2E8177E3C62}"/>
                  </a:ext>
                </a:extLst>
              </p:cNvPr>
              <p:cNvSpPr/>
              <p:nvPr/>
            </p:nvSpPr>
            <p:spPr>
              <a:xfrm>
                <a:off x="8957110" y="5162202"/>
                <a:ext cx="6343" cy="6345"/>
              </a:xfrm>
              <a:custGeom>
                <a:avLst/>
                <a:gdLst>
                  <a:gd name="connsiteX0" fmla="*/ 3372 w 6343"/>
                  <a:gd name="connsiteY0" fmla="*/ 6478 h 6345"/>
                  <a:gd name="connsiteX1" fmla="*/ 5615 w 6343"/>
                  <a:gd name="connsiteY1" fmla="*/ 5549 h 6345"/>
                  <a:gd name="connsiteX2" fmla="*/ 6544 w 6343"/>
                  <a:gd name="connsiteY2" fmla="*/ 3305 h 6345"/>
                  <a:gd name="connsiteX3" fmla="*/ 5615 w 6343"/>
                  <a:gd name="connsiteY3" fmla="*/ 1062 h 6345"/>
                  <a:gd name="connsiteX4" fmla="*/ 3372 w 6343"/>
                  <a:gd name="connsiteY4" fmla="*/ 133 h 6345"/>
                  <a:gd name="connsiteX5" fmla="*/ 1130 w 6343"/>
                  <a:gd name="connsiteY5" fmla="*/ 1062 h 6345"/>
                  <a:gd name="connsiteX6" fmla="*/ 201 w 6343"/>
                  <a:gd name="connsiteY6" fmla="*/ 3305 h 6345"/>
                  <a:gd name="connsiteX7" fmla="*/ 1130 w 6343"/>
                  <a:gd name="connsiteY7" fmla="*/ 5549 h 6345"/>
                  <a:gd name="connsiteX8" fmla="*/ 337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78"/>
                    </a:moveTo>
                    <a:cubicBezTo>
                      <a:pt x="4214" y="6478"/>
                      <a:pt x="5020" y="6144"/>
                      <a:pt x="5615" y="5549"/>
                    </a:cubicBezTo>
                    <a:cubicBezTo>
                      <a:pt x="6210" y="4954"/>
                      <a:pt x="6544" y="4147"/>
                      <a:pt x="6544" y="3305"/>
                    </a:cubicBezTo>
                    <a:cubicBezTo>
                      <a:pt x="6544" y="2464"/>
                      <a:pt x="6210" y="1657"/>
                      <a:pt x="5615" y="1062"/>
                    </a:cubicBezTo>
                    <a:cubicBezTo>
                      <a:pt x="5020" y="467"/>
                      <a:pt x="4214" y="133"/>
                      <a:pt x="3372" y="133"/>
                    </a:cubicBezTo>
                    <a:cubicBezTo>
                      <a:pt x="2531" y="133"/>
                      <a:pt x="1725" y="467"/>
                      <a:pt x="1130" y="1062"/>
                    </a:cubicBezTo>
                    <a:cubicBezTo>
                      <a:pt x="535" y="1657"/>
                      <a:pt x="201" y="2464"/>
                      <a:pt x="201" y="3305"/>
                    </a:cubicBezTo>
                    <a:cubicBezTo>
                      <a:pt x="201" y="4147"/>
                      <a:pt x="535" y="4954"/>
                      <a:pt x="1130" y="5549"/>
                    </a:cubicBezTo>
                    <a:cubicBezTo>
                      <a:pt x="1725" y="6144"/>
                      <a:pt x="2531" y="6478"/>
                      <a:pt x="337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42" name="Freeform: Shape 8641">
                <a:extLst>
                  <a:ext uri="{FF2B5EF4-FFF2-40B4-BE49-F238E27FC236}">
                    <a16:creationId xmlns:a16="http://schemas.microsoft.com/office/drawing/2014/main" id="{B3DB0C03-D50C-DB7A-708A-74690D039399}"/>
                  </a:ext>
                </a:extLst>
              </p:cNvPr>
              <p:cNvSpPr/>
              <p:nvPr/>
            </p:nvSpPr>
            <p:spPr>
              <a:xfrm>
                <a:off x="8968818" y="5162233"/>
                <a:ext cx="6343" cy="6345"/>
              </a:xfrm>
              <a:custGeom>
                <a:avLst/>
                <a:gdLst>
                  <a:gd name="connsiteX0" fmla="*/ 3373 w 6343"/>
                  <a:gd name="connsiteY0" fmla="*/ 6478 h 6345"/>
                  <a:gd name="connsiteX1" fmla="*/ 5616 w 6343"/>
                  <a:gd name="connsiteY1" fmla="*/ 5549 h 6345"/>
                  <a:gd name="connsiteX2" fmla="*/ 6545 w 6343"/>
                  <a:gd name="connsiteY2" fmla="*/ 3305 h 6345"/>
                  <a:gd name="connsiteX3" fmla="*/ 5616 w 6343"/>
                  <a:gd name="connsiteY3" fmla="*/ 1062 h 6345"/>
                  <a:gd name="connsiteX4" fmla="*/ 3373 w 6343"/>
                  <a:gd name="connsiteY4" fmla="*/ 133 h 6345"/>
                  <a:gd name="connsiteX5" fmla="*/ 1131 w 6343"/>
                  <a:gd name="connsiteY5" fmla="*/ 1062 h 6345"/>
                  <a:gd name="connsiteX6" fmla="*/ 202 w 6343"/>
                  <a:gd name="connsiteY6" fmla="*/ 3305 h 6345"/>
                  <a:gd name="connsiteX7" fmla="*/ 1131 w 6343"/>
                  <a:gd name="connsiteY7" fmla="*/ 5549 h 6345"/>
                  <a:gd name="connsiteX8" fmla="*/ 337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78"/>
                    </a:moveTo>
                    <a:cubicBezTo>
                      <a:pt x="4214" y="6478"/>
                      <a:pt x="5021" y="6144"/>
                      <a:pt x="5616" y="5549"/>
                    </a:cubicBezTo>
                    <a:cubicBezTo>
                      <a:pt x="6211" y="4954"/>
                      <a:pt x="6545" y="4147"/>
                      <a:pt x="6545" y="3305"/>
                    </a:cubicBezTo>
                    <a:cubicBezTo>
                      <a:pt x="6545" y="2464"/>
                      <a:pt x="6211" y="1657"/>
                      <a:pt x="5616" y="1062"/>
                    </a:cubicBezTo>
                    <a:cubicBezTo>
                      <a:pt x="5021" y="467"/>
                      <a:pt x="4214" y="133"/>
                      <a:pt x="3373" y="133"/>
                    </a:cubicBezTo>
                    <a:cubicBezTo>
                      <a:pt x="2532" y="133"/>
                      <a:pt x="1725" y="467"/>
                      <a:pt x="1131" y="1062"/>
                    </a:cubicBezTo>
                    <a:cubicBezTo>
                      <a:pt x="536" y="1657"/>
                      <a:pt x="202" y="2464"/>
                      <a:pt x="202" y="3305"/>
                    </a:cubicBezTo>
                    <a:cubicBezTo>
                      <a:pt x="202" y="4147"/>
                      <a:pt x="536" y="4954"/>
                      <a:pt x="1131" y="5549"/>
                    </a:cubicBezTo>
                    <a:cubicBezTo>
                      <a:pt x="1725" y="6144"/>
                      <a:pt x="2532" y="6478"/>
                      <a:pt x="337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43" name="Freeform: Shape 8642">
                <a:extLst>
                  <a:ext uri="{FF2B5EF4-FFF2-40B4-BE49-F238E27FC236}">
                    <a16:creationId xmlns:a16="http://schemas.microsoft.com/office/drawing/2014/main" id="{BB0B947E-0847-3C3A-A602-A892A6BBCA80}"/>
                  </a:ext>
                </a:extLst>
              </p:cNvPr>
              <p:cNvSpPr/>
              <p:nvPr/>
            </p:nvSpPr>
            <p:spPr>
              <a:xfrm>
                <a:off x="8974407" y="5160671"/>
                <a:ext cx="6343" cy="6345"/>
              </a:xfrm>
              <a:custGeom>
                <a:avLst/>
                <a:gdLst>
                  <a:gd name="connsiteX0" fmla="*/ 3374 w 6343"/>
                  <a:gd name="connsiteY0" fmla="*/ 6478 h 6345"/>
                  <a:gd name="connsiteX1" fmla="*/ 5616 w 6343"/>
                  <a:gd name="connsiteY1" fmla="*/ 5549 h 6345"/>
                  <a:gd name="connsiteX2" fmla="*/ 6545 w 6343"/>
                  <a:gd name="connsiteY2" fmla="*/ 3305 h 6345"/>
                  <a:gd name="connsiteX3" fmla="*/ 5616 w 6343"/>
                  <a:gd name="connsiteY3" fmla="*/ 1062 h 6345"/>
                  <a:gd name="connsiteX4" fmla="*/ 3374 w 6343"/>
                  <a:gd name="connsiteY4" fmla="*/ 132 h 6345"/>
                  <a:gd name="connsiteX5" fmla="*/ 1131 w 6343"/>
                  <a:gd name="connsiteY5" fmla="*/ 1062 h 6345"/>
                  <a:gd name="connsiteX6" fmla="*/ 202 w 6343"/>
                  <a:gd name="connsiteY6" fmla="*/ 3305 h 6345"/>
                  <a:gd name="connsiteX7" fmla="*/ 1131 w 6343"/>
                  <a:gd name="connsiteY7" fmla="*/ 5549 h 6345"/>
                  <a:gd name="connsiteX8" fmla="*/ 337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78"/>
                    </a:moveTo>
                    <a:cubicBezTo>
                      <a:pt x="4215" y="6478"/>
                      <a:pt x="5022" y="6144"/>
                      <a:pt x="5616" y="5549"/>
                    </a:cubicBezTo>
                    <a:cubicBezTo>
                      <a:pt x="6211" y="4954"/>
                      <a:pt x="6545" y="4147"/>
                      <a:pt x="6545" y="3305"/>
                    </a:cubicBezTo>
                    <a:cubicBezTo>
                      <a:pt x="6545" y="2464"/>
                      <a:pt x="6211" y="1657"/>
                      <a:pt x="5616" y="1062"/>
                    </a:cubicBezTo>
                    <a:cubicBezTo>
                      <a:pt x="5022" y="467"/>
                      <a:pt x="4215" y="132"/>
                      <a:pt x="3374" y="132"/>
                    </a:cubicBezTo>
                    <a:cubicBezTo>
                      <a:pt x="2533" y="132"/>
                      <a:pt x="1726" y="467"/>
                      <a:pt x="1131" y="1062"/>
                    </a:cubicBezTo>
                    <a:cubicBezTo>
                      <a:pt x="536" y="1657"/>
                      <a:pt x="202" y="2464"/>
                      <a:pt x="202" y="3305"/>
                    </a:cubicBezTo>
                    <a:cubicBezTo>
                      <a:pt x="202" y="4147"/>
                      <a:pt x="536" y="4954"/>
                      <a:pt x="1131" y="5549"/>
                    </a:cubicBezTo>
                    <a:cubicBezTo>
                      <a:pt x="1726" y="6144"/>
                      <a:pt x="2533" y="6478"/>
                      <a:pt x="337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44" name="Freeform: Shape 8643">
                <a:extLst>
                  <a:ext uri="{FF2B5EF4-FFF2-40B4-BE49-F238E27FC236}">
                    <a16:creationId xmlns:a16="http://schemas.microsoft.com/office/drawing/2014/main" id="{F9D254DF-C5BE-F30E-5FBD-F682865A16CC}"/>
                  </a:ext>
                </a:extLst>
              </p:cNvPr>
              <p:cNvSpPr/>
              <p:nvPr/>
            </p:nvSpPr>
            <p:spPr>
              <a:xfrm>
                <a:off x="8991512" y="5162518"/>
                <a:ext cx="6343" cy="6345"/>
              </a:xfrm>
              <a:custGeom>
                <a:avLst/>
                <a:gdLst>
                  <a:gd name="connsiteX0" fmla="*/ 3375 w 6343"/>
                  <a:gd name="connsiteY0" fmla="*/ 6478 h 6345"/>
                  <a:gd name="connsiteX1" fmla="*/ 5618 w 6343"/>
                  <a:gd name="connsiteY1" fmla="*/ 5549 h 6345"/>
                  <a:gd name="connsiteX2" fmla="*/ 6547 w 6343"/>
                  <a:gd name="connsiteY2" fmla="*/ 3305 h 6345"/>
                  <a:gd name="connsiteX3" fmla="*/ 5618 w 6343"/>
                  <a:gd name="connsiteY3" fmla="*/ 1062 h 6345"/>
                  <a:gd name="connsiteX4" fmla="*/ 3375 w 6343"/>
                  <a:gd name="connsiteY4" fmla="*/ 133 h 6345"/>
                  <a:gd name="connsiteX5" fmla="*/ 1132 w 6343"/>
                  <a:gd name="connsiteY5" fmla="*/ 1062 h 6345"/>
                  <a:gd name="connsiteX6" fmla="*/ 204 w 6343"/>
                  <a:gd name="connsiteY6" fmla="*/ 3305 h 6345"/>
                  <a:gd name="connsiteX7" fmla="*/ 1132 w 6343"/>
                  <a:gd name="connsiteY7" fmla="*/ 5549 h 6345"/>
                  <a:gd name="connsiteX8" fmla="*/ 337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478"/>
                    </a:moveTo>
                    <a:cubicBezTo>
                      <a:pt x="4216" y="6478"/>
                      <a:pt x="5023" y="6144"/>
                      <a:pt x="5618" y="5549"/>
                    </a:cubicBezTo>
                    <a:cubicBezTo>
                      <a:pt x="6212" y="4954"/>
                      <a:pt x="6547" y="4147"/>
                      <a:pt x="6547" y="3305"/>
                    </a:cubicBezTo>
                    <a:cubicBezTo>
                      <a:pt x="6547" y="2464"/>
                      <a:pt x="6212" y="1657"/>
                      <a:pt x="5618" y="1062"/>
                    </a:cubicBezTo>
                    <a:cubicBezTo>
                      <a:pt x="5023" y="467"/>
                      <a:pt x="4216" y="133"/>
                      <a:pt x="3375" y="133"/>
                    </a:cubicBezTo>
                    <a:cubicBezTo>
                      <a:pt x="2534" y="133"/>
                      <a:pt x="1727" y="467"/>
                      <a:pt x="1132" y="1062"/>
                    </a:cubicBezTo>
                    <a:cubicBezTo>
                      <a:pt x="538" y="1657"/>
                      <a:pt x="204" y="2464"/>
                      <a:pt x="204" y="3305"/>
                    </a:cubicBezTo>
                    <a:cubicBezTo>
                      <a:pt x="204" y="4147"/>
                      <a:pt x="538" y="4954"/>
                      <a:pt x="1132" y="5549"/>
                    </a:cubicBezTo>
                    <a:cubicBezTo>
                      <a:pt x="1727" y="6144"/>
                      <a:pt x="2534" y="6478"/>
                      <a:pt x="337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45" name="Freeform: Shape 8644">
                <a:extLst>
                  <a:ext uri="{FF2B5EF4-FFF2-40B4-BE49-F238E27FC236}">
                    <a16:creationId xmlns:a16="http://schemas.microsoft.com/office/drawing/2014/main" id="{2CFE6357-4F16-E126-19B7-A81FE4B255C8}"/>
                  </a:ext>
                </a:extLst>
              </p:cNvPr>
              <p:cNvSpPr/>
              <p:nvPr/>
            </p:nvSpPr>
            <p:spPr>
              <a:xfrm>
                <a:off x="9001715" y="5162530"/>
                <a:ext cx="6343" cy="6345"/>
              </a:xfrm>
              <a:custGeom>
                <a:avLst/>
                <a:gdLst>
                  <a:gd name="connsiteX0" fmla="*/ 3376 w 6343"/>
                  <a:gd name="connsiteY0" fmla="*/ 6478 h 6345"/>
                  <a:gd name="connsiteX1" fmla="*/ 5619 w 6343"/>
                  <a:gd name="connsiteY1" fmla="*/ 5549 h 6345"/>
                  <a:gd name="connsiteX2" fmla="*/ 6547 w 6343"/>
                  <a:gd name="connsiteY2" fmla="*/ 3305 h 6345"/>
                  <a:gd name="connsiteX3" fmla="*/ 5619 w 6343"/>
                  <a:gd name="connsiteY3" fmla="*/ 1062 h 6345"/>
                  <a:gd name="connsiteX4" fmla="*/ 3376 w 6343"/>
                  <a:gd name="connsiteY4" fmla="*/ 133 h 6345"/>
                  <a:gd name="connsiteX5" fmla="*/ 1133 w 6343"/>
                  <a:gd name="connsiteY5" fmla="*/ 1062 h 6345"/>
                  <a:gd name="connsiteX6" fmla="*/ 204 w 6343"/>
                  <a:gd name="connsiteY6" fmla="*/ 3305 h 6345"/>
                  <a:gd name="connsiteX7" fmla="*/ 1133 w 6343"/>
                  <a:gd name="connsiteY7" fmla="*/ 5549 h 6345"/>
                  <a:gd name="connsiteX8" fmla="*/ 337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78"/>
                    </a:moveTo>
                    <a:cubicBezTo>
                      <a:pt x="4217" y="6478"/>
                      <a:pt x="5024" y="6144"/>
                      <a:pt x="5619" y="5549"/>
                    </a:cubicBezTo>
                    <a:cubicBezTo>
                      <a:pt x="6213" y="4954"/>
                      <a:pt x="6547" y="4147"/>
                      <a:pt x="6547" y="3305"/>
                    </a:cubicBezTo>
                    <a:cubicBezTo>
                      <a:pt x="6547" y="2464"/>
                      <a:pt x="6213" y="1657"/>
                      <a:pt x="5619" y="1062"/>
                    </a:cubicBezTo>
                    <a:cubicBezTo>
                      <a:pt x="5024" y="467"/>
                      <a:pt x="4217" y="133"/>
                      <a:pt x="3376" y="133"/>
                    </a:cubicBezTo>
                    <a:cubicBezTo>
                      <a:pt x="2535" y="133"/>
                      <a:pt x="1728" y="467"/>
                      <a:pt x="1133" y="1062"/>
                    </a:cubicBezTo>
                    <a:cubicBezTo>
                      <a:pt x="539" y="1657"/>
                      <a:pt x="204" y="2464"/>
                      <a:pt x="204" y="3305"/>
                    </a:cubicBezTo>
                    <a:cubicBezTo>
                      <a:pt x="204" y="4147"/>
                      <a:pt x="539" y="4954"/>
                      <a:pt x="1133" y="5549"/>
                    </a:cubicBezTo>
                    <a:cubicBezTo>
                      <a:pt x="1728" y="6144"/>
                      <a:pt x="2535" y="6478"/>
                      <a:pt x="337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46" name="Freeform: Shape 8645">
                <a:extLst>
                  <a:ext uri="{FF2B5EF4-FFF2-40B4-BE49-F238E27FC236}">
                    <a16:creationId xmlns:a16="http://schemas.microsoft.com/office/drawing/2014/main" id="{633AF976-F909-BB9C-97FD-21DC0034A416}"/>
                  </a:ext>
                </a:extLst>
              </p:cNvPr>
              <p:cNvSpPr/>
              <p:nvPr/>
            </p:nvSpPr>
            <p:spPr>
              <a:xfrm>
                <a:off x="9012322" y="5162791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5 h 6345"/>
                  <a:gd name="connsiteX3" fmla="*/ 5619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19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5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47" name="Freeform: Shape 8646">
                <a:extLst>
                  <a:ext uri="{FF2B5EF4-FFF2-40B4-BE49-F238E27FC236}">
                    <a16:creationId xmlns:a16="http://schemas.microsoft.com/office/drawing/2014/main" id="{AF932D0B-1A02-9CC6-6909-DE361844E7DA}"/>
                  </a:ext>
                </a:extLst>
              </p:cNvPr>
              <p:cNvSpPr/>
              <p:nvPr/>
            </p:nvSpPr>
            <p:spPr>
              <a:xfrm>
                <a:off x="9015773" y="5160961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9 h 6345"/>
                  <a:gd name="connsiteX2" fmla="*/ 6549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2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20" y="5549"/>
                    </a:cubicBezTo>
                    <a:cubicBezTo>
                      <a:pt x="6214" y="4954"/>
                      <a:pt x="6549" y="4147"/>
                      <a:pt x="6549" y="3305"/>
                    </a:cubicBezTo>
                    <a:cubicBezTo>
                      <a:pt x="6549" y="2464"/>
                      <a:pt x="6214" y="1657"/>
                      <a:pt x="5620" y="1062"/>
                    </a:cubicBezTo>
                    <a:cubicBezTo>
                      <a:pt x="5025" y="467"/>
                      <a:pt x="4218" y="132"/>
                      <a:pt x="3377" y="132"/>
                    </a:cubicBezTo>
                    <a:cubicBezTo>
                      <a:pt x="2536" y="132"/>
                      <a:pt x="1729" y="467"/>
                      <a:pt x="1134" y="1062"/>
                    </a:cubicBezTo>
                    <a:cubicBezTo>
                      <a:pt x="540" y="1657"/>
                      <a:pt x="205" y="2464"/>
                      <a:pt x="205" y="3305"/>
                    </a:cubicBezTo>
                    <a:cubicBezTo>
                      <a:pt x="205" y="4147"/>
                      <a:pt x="540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48" name="Freeform: Shape 8647">
                <a:extLst>
                  <a:ext uri="{FF2B5EF4-FFF2-40B4-BE49-F238E27FC236}">
                    <a16:creationId xmlns:a16="http://schemas.microsoft.com/office/drawing/2014/main" id="{DCF61220-D14C-EF7F-EF85-443A1A95E7BA}"/>
                  </a:ext>
                </a:extLst>
              </p:cNvPr>
              <p:cNvSpPr/>
              <p:nvPr/>
            </p:nvSpPr>
            <p:spPr>
              <a:xfrm>
                <a:off x="9015101" y="5157858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8 h 6345"/>
                  <a:gd name="connsiteX2" fmla="*/ 6549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2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8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3"/>
                      <a:pt x="5620" y="5548"/>
                    </a:cubicBezTo>
                    <a:cubicBezTo>
                      <a:pt x="6214" y="4953"/>
                      <a:pt x="6549" y="4146"/>
                      <a:pt x="6549" y="3305"/>
                    </a:cubicBezTo>
                    <a:cubicBezTo>
                      <a:pt x="6549" y="2464"/>
                      <a:pt x="6214" y="1656"/>
                      <a:pt x="5620" y="1062"/>
                    </a:cubicBezTo>
                    <a:cubicBezTo>
                      <a:pt x="5025" y="467"/>
                      <a:pt x="4218" y="132"/>
                      <a:pt x="3377" y="132"/>
                    </a:cubicBezTo>
                    <a:cubicBezTo>
                      <a:pt x="2536" y="132"/>
                      <a:pt x="1729" y="467"/>
                      <a:pt x="1134" y="1062"/>
                    </a:cubicBezTo>
                    <a:cubicBezTo>
                      <a:pt x="540" y="1656"/>
                      <a:pt x="205" y="2464"/>
                      <a:pt x="205" y="3305"/>
                    </a:cubicBezTo>
                    <a:cubicBezTo>
                      <a:pt x="205" y="4146"/>
                      <a:pt x="540" y="4953"/>
                      <a:pt x="1134" y="5548"/>
                    </a:cubicBezTo>
                    <a:cubicBezTo>
                      <a:pt x="1729" y="6143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49" name="Freeform: Shape 8648">
                <a:extLst>
                  <a:ext uri="{FF2B5EF4-FFF2-40B4-BE49-F238E27FC236}">
                    <a16:creationId xmlns:a16="http://schemas.microsoft.com/office/drawing/2014/main" id="{B5E6AF32-7B6D-0F47-942B-4485DF589F36}"/>
                  </a:ext>
                </a:extLst>
              </p:cNvPr>
              <p:cNvSpPr/>
              <p:nvPr/>
            </p:nvSpPr>
            <p:spPr>
              <a:xfrm>
                <a:off x="9022514" y="5157355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0 w 6343"/>
                  <a:gd name="connsiteY1" fmla="*/ 5548 h 6345"/>
                  <a:gd name="connsiteX2" fmla="*/ 6549 w 6343"/>
                  <a:gd name="connsiteY2" fmla="*/ 3305 h 6345"/>
                  <a:gd name="connsiteX3" fmla="*/ 5620 w 6343"/>
                  <a:gd name="connsiteY3" fmla="*/ 1061 h 6345"/>
                  <a:gd name="connsiteX4" fmla="*/ 3378 w 6343"/>
                  <a:gd name="connsiteY4" fmla="*/ 132 h 6345"/>
                  <a:gd name="connsiteX5" fmla="*/ 1135 w 6343"/>
                  <a:gd name="connsiteY5" fmla="*/ 1061 h 6345"/>
                  <a:gd name="connsiteX6" fmla="*/ 206 w 6343"/>
                  <a:gd name="connsiteY6" fmla="*/ 3305 h 6345"/>
                  <a:gd name="connsiteX7" fmla="*/ 1135 w 6343"/>
                  <a:gd name="connsiteY7" fmla="*/ 5548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19" y="6478"/>
                      <a:pt x="5025" y="6143"/>
                      <a:pt x="5620" y="5548"/>
                    </a:cubicBezTo>
                    <a:cubicBezTo>
                      <a:pt x="6215" y="4953"/>
                      <a:pt x="6549" y="4146"/>
                      <a:pt x="6549" y="3305"/>
                    </a:cubicBezTo>
                    <a:cubicBezTo>
                      <a:pt x="6549" y="2464"/>
                      <a:pt x="6215" y="1656"/>
                      <a:pt x="5620" y="1061"/>
                    </a:cubicBezTo>
                    <a:cubicBezTo>
                      <a:pt x="5025" y="467"/>
                      <a:pt x="4219" y="132"/>
                      <a:pt x="3378" y="132"/>
                    </a:cubicBezTo>
                    <a:cubicBezTo>
                      <a:pt x="2536" y="132"/>
                      <a:pt x="1730" y="467"/>
                      <a:pt x="1135" y="1061"/>
                    </a:cubicBezTo>
                    <a:cubicBezTo>
                      <a:pt x="540" y="1656"/>
                      <a:pt x="206" y="2464"/>
                      <a:pt x="206" y="3305"/>
                    </a:cubicBezTo>
                    <a:cubicBezTo>
                      <a:pt x="206" y="4146"/>
                      <a:pt x="540" y="4953"/>
                      <a:pt x="1135" y="5548"/>
                    </a:cubicBezTo>
                    <a:cubicBezTo>
                      <a:pt x="1730" y="6143"/>
                      <a:pt x="2536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50" name="Freeform: Shape 8649">
                <a:extLst>
                  <a:ext uri="{FF2B5EF4-FFF2-40B4-BE49-F238E27FC236}">
                    <a16:creationId xmlns:a16="http://schemas.microsoft.com/office/drawing/2014/main" id="{3D8E7ADA-AB72-B11B-600E-19B22138C7BB}"/>
                  </a:ext>
                </a:extLst>
              </p:cNvPr>
              <p:cNvSpPr/>
              <p:nvPr/>
            </p:nvSpPr>
            <p:spPr>
              <a:xfrm>
                <a:off x="9030453" y="5157115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1 w 6343"/>
                  <a:gd name="connsiteY1" fmla="*/ 5548 h 6345"/>
                  <a:gd name="connsiteX2" fmla="*/ 6550 w 6343"/>
                  <a:gd name="connsiteY2" fmla="*/ 3305 h 6345"/>
                  <a:gd name="connsiteX3" fmla="*/ 5621 w 6343"/>
                  <a:gd name="connsiteY3" fmla="*/ 1061 h 6345"/>
                  <a:gd name="connsiteX4" fmla="*/ 3378 w 6343"/>
                  <a:gd name="connsiteY4" fmla="*/ 132 h 6345"/>
                  <a:gd name="connsiteX5" fmla="*/ 1136 w 6343"/>
                  <a:gd name="connsiteY5" fmla="*/ 1061 h 6345"/>
                  <a:gd name="connsiteX6" fmla="*/ 207 w 6343"/>
                  <a:gd name="connsiteY6" fmla="*/ 3305 h 6345"/>
                  <a:gd name="connsiteX7" fmla="*/ 1136 w 6343"/>
                  <a:gd name="connsiteY7" fmla="*/ 5548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19" y="6478"/>
                      <a:pt x="5026" y="6143"/>
                      <a:pt x="5621" y="5548"/>
                    </a:cubicBezTo>
                    <a:cubicBezTo>
                      <a:pt x="6216" y="4953"/>
                      <a:pt x="6550" y="4146"/>
                      <a:pt x="6550" y="3305"/>
                    </a:cubicBezTo>
                    <a:cubicBezTo>
                      <a:pt x="6550" y="2463"/>
                      <a:pt x="6216" y="1656"/>
                      <a:pt x="5621" y="1061"/>
                    </a:cubicBezTo>
                    <a:cubicBezTo>
                      <a:pt x="5026" y="466"/>
                      <a:pt x="4219" y="132"/>
                      <a:pt x="3378" y="132"/>
                    </a:cubicBezTo>
                    <a:cubicBezTo>
                      <a:pt x="2537" y="132"/>
                      <a:pt x="1730" y="466"/>
                      <a:pt x="1136" y="1061"/>
                    </a:cubicBezTo>
                    <a:cubicBezTo>
                      <a:pt x="541" y="1656"/>
                      <a:pt x="207" y="2463"/>
                      <a:pt x="207" y="3305"/>
                    </a:cubicBezTo>
                    <a:cubicBezTo>
                      <a:pt x="207" y="4146"/>
                      <a:pt x="541" y="4953"/>
                      <a:pt x="1136" y="5548"/>
                    </a:cubicBezTo>
                    <a:cubicBezTo>
                      <a:pt x="1730" y="6143"/>
                      <a:pt x="2537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51" name="Freeform: Shape 8650">
                <a:extLst>
                  <a:ext uri="{FF2B5EF4-FFF2-40B4-BE49-F238E27FC236}">
                    <a16:creationId xmlns:a16="http://schemas.microsoft.com/office/drawing/2014/main" id="{E03EE439-3763-AC93-BC2F-44FFB284D968}"/>
                  </a:ext>
                </a:extLst>
              </p:cNvPr>
              <p:cNvSpPr/>
              <p:nvPr/>
            </p:nvSpPr>
            <p:spPr>
              <a:xfrm>
                <a:off x="9039093" y="5157208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2 w 6343"/>
                  <a:gd name="connsiteY1" fmla="*/ 5548 h 6345"/>
                  <a:gd name="connsiteX2" fmla="*/ 6550 w 6343"/>
                  <a:gd name="connsiteY2" fmla="*/ 3305 h 6345"/>
                  <a:gd name="connsiteX3" fmla="*/ 5622 w 6343"/>
                  <a:gd name="connsiteY3" fmla="*/ 1061 h 6345"/>
                  <a:gd name="connsiteX4" fmla="*/ 3379 w 6343"/>
                  <a:gd name="connsiteY4" fmla="*/ 132 h 6345"/>
                  <a:gd name="connsiteX5" fmla="*/ 1136 w 6343"/>
                  <a:gd name="connsiteY5" fmla="*/ 1061 h 6345"/>
                  <a:gd name="connsiteX6" fmla="*/ 207 w 6343"/>
                  <a:gd name="connsiteY6" fmla="*/ 3305 h 6345"/>
                  <a:gd name="connsiteX7" fmla="*/ 1136 w 6343"/>
                  <a:gd name="connsiteY7" fmla="*/ 5548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0" y="6478"/>
                      <a:pt x="5027" y="6143"/>
                      <a:pt x="5622" y="5548"/>
                    </a:cubicBezTo>
                    <a:cubicBezTo>
                      <a:pt x="6216" y="4953"/>
                      <a:pt x="6550" y="4146"/>
                      <a:pt x="6550" y="3305"/>
                    </a:cubicBezTo>
                    <a:cubicBezTo>
                      <a:pt x="6550" y="2463"/>
                      <a:pt x="6216" y="1656"/>
                      <a:pt x="5622" y="1061"/>
                    </a:cubicBezTo>
                    <a:cubicBezTo>
                      <a:pt x="5027" y="467"/>
                      <a:pt x="4220" y="132"/>
                      <a:pt x="3379" y="132"/>
                    </a:cubicBezTo>
                    <a:cubicBezTo>
                      <a:pt x="2538" y="132"/>
                      <a:pt x="1731" y="467"/>
                      <a:pt x="1136" y="1061"/>
                    </a:cubicBezTo>
                    <a:cubicBezTo>
                      <a:pt x="541" y="1656"/>
                      <a:pt x="207" y="2463"/>
                      <a:pt x="207" y="3305"/>
                    </a:cubicBezTo>
                    <a:cubicBezTo>
                      <a:pt x="207" y="4146"/>
                      <a:pt x="541" y="4953"/>
                      <a:pt x="1136" y="5548"/>
                    </a:cubicBezTo>
                    <a:cubicBezTo>
                      <a:pt x="1731" y="6143"/>
                      <a:pt x="2538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52" name="Freeform: Shape 8651">
                <a:extLst>
                  <a:ext uri="{FF2B5EF4-FFF2-40B4-BE49-F238E27FC236}">
                    <a16:creationId xmlns:a16="http://schemas.microsoft.com/office/drawing/2014/main" id="{5F0E6023-4285-BF11-B26B-2C6657B21CD9}"/>
                  </a:ext>
                </a:extLst>
              </p:cNvPr>
              <p:cNvSpPr/>
              <p:nvPr/>
            </p:nvSpPr>
            <p:spPr>
              <a:xfrm>
                <a:off x="9045697" y="5156707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2 w 6343"/>
                  <a:gd name="connsiteY1" fmla="*/ 5548 h 6345"/>
                  <a:gd name="connsiteX2" fmla="*/ 6551 w 6343"/>
                  <a:gd name="connsiteY2" fmla="*/ 3305 h 6345"/>
                  <a:gd name="connsiteX3" fmla="*/ 5622 w 6343"/>
                  <a:gd name="connsiteY3" fmla="*/ 1061 h 6345"/>
                  <a:gd name="connsiteX4" fmla="*/ 3379 w 6343"/>
                  <a:gd name="connsiteY4" fmla="*/ 132 h 6345"/>
                  <a:gd name="connsiteX5" fmla="*/ 1137 w 6343"/>
                  <a:gd name="connsiteY5" fmla="*/ 1061 h 6345"/>
                  <a:gd name="connsiteX6" fmla="*/ 208 w 6343"/>
                  <a:gd name="connsiteY6" fmla="*/ 3305 h 6345"/>
                  <a:gd name="connsiteX7" fmla="*/ 1137 w 6343"/>
                  <a:gd name="connsiteY7" fmla="*/ 5548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1" y="6478"/>
                      <a:pt x="5027" y="6143"/>
                      <a:pt x="5622" y="5548"/>
                    </a:cubicBezTo>
                    <a:cubicBezTo>
                      <a:pt x="6217" y="4953"/>
                      <a:pt x="6551" y="4146"/>
                      <a:pt x="6551" y="3305"/>
                    </a:cubicBezTo>
                    <a:cubicBezTo>
                      <a:pt x="6551" y="2463"/>
                      <a:pt x="6217" y="1656"/>
                      <a:pt x="5622" y="1061"/>
                    </a:cubicBezTo>
                    <a:cubicBezTo>
                      <a:pt x="5027" y="466"/>
                      <a:pt x="4221" y="132"/>
                      <a:pt x="3379" y="132"/>
                    </a:cubicBezTo>
                    <a:cubicBezTo>
                      <a:pt x="2538" y="132"/>
                      <a:pt x="1732" y="466"/>
                      <a:pt x="1137" y="1061"/>
                    </a:cubicBezTo>
                    <a:cubicBezTo>
                      <a:pt x="542" y="1656"/>
                      <a:pt x="208" y="2463"/>
                      <a:pt x="208" y="3305"/>
                    </a:cubicBezTo>
                    <a:cubicBezTo>
                      <a:pt x="208" y="4146"/>
                      <a:pt x="542" y="4953"/>
                      <a:pt x="1137" y="5548"/>
                    </a:cubicBezTo>
                    <a:cubicBezTo>
                      <a:pt x="1732" y="6143"/>
                      <a:pt x="2538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53" name="Freeform: Shape 8652">
                <a:extLst>
                  <a:ext uri="{FF2B5EF4-FFF2-40B4-BE49-F238E27FC236}">
                    <a16:creationId xmlns:a16="http://schemas.microsoft.com/office/drawing/2014/main" id="{42ADA091-3E30-99DB-3466-AE0222514084}"/>
                  </a:ext>
                </a:extLst>
              </p:cNvPr>
              <p:cNvSpPr/>
              <p:nvPr/>
            </p:nvSpPr>
            <p:spPr>
              <a:xfrm>
                <a:off x="9055432" y="5157385"/>
                <a:ext cx="6343" cy="6345"/>
              </a:xfrm>
              <a:custGeom>
                <a:avLst/>
                <a:gdLst>
                  <a:gd name="connsiteX0" fmla="*/ 3380 w 6343"/>
                  <a:gd name="connsiteY0" fmla="*/ 6478 h 6345"/>
                  <a:gd name="connsiteX1" fmla="*/ 5623 w 6343"/>
                  <a:gd name="connsiteY1" fmla="*/ 5548 h 6345"/>
                  <a:gd name="connsiteX2" fmla="*/ 6552 w 6343"/>
                  <a:gd name="connsiteY2" fmla="*/ 3305 h 6345"/>
                  <a:gd name="connsiteX3" fmla="*/ 5623 w 6343"/>
                  <a:gd name="connsiteY3" fmla="*/ 1061 h 6345"/>
                  <a:gd name="connsiteX4" fmla="*/ 3380 w 6343"/>
                  <a:gd name="connsiteY4" fmla="*/ 132 h 6345"/>
                  <a:gd name="connsiteX5" fmla="*/ 1138 w 6343"/>
                  <a:gd name="connsiteY5" fmla="*/ 1061 h 6345"/>
                  <a:gd name="connsiteX6" fmla="*/ 209 w 6343"/>
                  <a:gd name="connsiteY6" fmla="*/ 3305 h 6345"/>
                  <a:gd name="connsiteX7" fmla="*/ 1138 w 6343"/>
                  <a:gd name="connsiteY7" fmla="*/ 5548 h 6345"/>
                  <a:gd name="connsiteX8" fmla="*/ 338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78"/>
                    </a:moveTo>
                    <a:cubicBezTo>
                      <a:pt x="4221" y="6478"/>
                      <a:pt x="5028" y="6143"/>
                      <a:pt x="5623" y="5548"/>
                    </a:cubicBezTo>
                    <a:cubicBezTo>
                      <a:pt x="6218" y="4953"/>
                      <a:pt x="6552" y="4146"/>
                      <a:pt x="6552" y="3305"/>
                    </a:cubicBezTo>
                    <a:cubicBezTo>
                      <a:pt x="6552" y="2464"/>
                      <a:pt x="6218" y="1656"/>
                      <a:pt x="5623" y="1061"/>
                    </a:cubicBezTo>
                    <a:cubicBezTo>
                      <a:pt x="5028" y="467"/>
                      <a:pt x="4221" y="132"/>
                      <a:pt x="3380" y="132"/>
                    </a:cubicBezTo>
                    <a:cubicBezTo>
                      <a:pt x="2539" y="132"/>
                      <a:pt x="1732" y="467"/>
                      <a:pt x="1138" y="1061"/>
                    </a:cubicBezTo>
                    <a:cubicBezTo>
                      <a:pt x="543" y="1656"/>
                      <a:pt x="209" y="2464"/>
                      <a:pt x="209" y="3305"/>
                    </a:cubicBezTo>
                    <a:cubicBezTo>
                      <a:pt x="209" y="4146"/>
                      <a:pt x="543" y="4953"/>
                      <a:pt x="1138" y="5548"/>
                    </a:cubicBezTo>
                    <a:cubicBezTo>
                      <a:pt x="1732" y="6143"/>
                      <a:pt x="2539" y="6478"/>
                      <a:pt x="338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54" name="Freeform: Shape 8653">
                <a:extLst>
                  <a:ext uri="{FF2B5EF4-FFF2-40B4-BE49-F238E27FC236}">
                    <a16:creationId xmlns:a16="http://schemas.microsoft.com/office/drawing/2014/main" id="{B0DC5ED9-ADC3-7FB2-D542-AAAA632CE5B2}"/>
                  </a:ext>
                </a:extLst>
              </p:cNvPr>
              <p:cNvSpPr/>
              <p:nvPr/>
            </p:nvSpPr>
            <p:spPr>
              <a:xfrm>
                <a:off x="9081574" y="5164065"/>
                <a:ext cx="6343" cy="6345"/>
              </a:xfrm>
              <a:custGeom>
                <a:avLst/>
                <a:gdLst>
                  <a:gd name="connsiteX0" fmla="*/ 3382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5 h 6345"/>
                  <a:gd name="connsiteX3" fmla="*/ 5625 w 6343"/>
                  <a:gd name="connsiteY3" fmla="*/ 1062 h 6345"/>
                  <a:gd name="connsiteX4" fmla="*/ 3382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5 h 6345"/>
                  <a:gd name="connsiteX7" fmla="*/ 1140 w 6343"/>
                  <a:gd name="connsiteY7" fmla="*/ 5549 h 6345"/>
                  <a:gd name="connsiteX8" fmla="*/ 338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8"/>
                    </a:moveTo>
                    <a:cubicBezTo>
                      <a:pt x="4223" y="6478"/>
                      <a:pt x="5030" y="6144"/>
                      <a:pt x="5625" y="5549"/>
                    </a:cubicBezTo>
                    <a:cubicBezTo>
                      <a:pt x="6220" y="4954"/>
                      <a:pt x="6554" y="4147"/>
                      <a:pt x="6554" y="3305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0" y="467"/>
                      <a:pt x="4223" y="133"/>
                      <a:pt x="3382" y="133"/>
                    </a:cubicBezTo>
                    <a:cubicBezTo>
                      <a:pt x="2541" y="133"/>
                      <a:pt x="1734" y="467"/>
                      <a:pt x="1140" y="1062"/>
                    </a:cubicBezTo>
                    <a:cubicBezTo>
                      <a:pt x="545" y="1657"/>
                      <a:pt x="211" y="2464"/>
                      <a:pt x="211" y="3305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4" y="6144"/>
                      <a:pt x="2541" y="6478"/>
                      <a:pt x="338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55" name="Freeform: Shape 8654">
                <a:extLst>
                  <a:ext uri="{FF2B5EF4-FFF2-40B4-BE49-F238E27FC236}">
                    <a16:creationId xmlns:a16="http://schemas.microsoft.com/office/drawing/2014/main" id="{24B17BA6-6CD6-716E-B0AC-E5FC6DF93AA1}"/>
                  </a:ext>
                </a:extLst>
              </p:cNvPr>
              <p:cNvSpPr/>
              <p:nvPr/>
            </p:nvSpPr>
            <p:spPr>
              <a:xfrm>
                <a:off x="9086093" y="5163198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5 h 6345"/>
                  <a:gd name="connsiteX3" fmla="*/ 5625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5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0" y="6144"/>
                      <a:pt x="5625" y="5549"/>
                    </a:cubicBezTo>
                    <a:cubicBezTo>
                      <a:pt x="6220" y="4954"/>
                      <a:pt x="6554" y="4147"/>
                      <a:pt x="6554" y="3305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0" y="467"/>
                      <a:pt x="4224" y="133"/>
                      <a:pt x="3383" y="133"/>
                    </a:cubicBezTo>
                    <a:cubicBezTo>
                      <a:pt x="2541" y="133"/>
                      <a:pt x="1735" y="467"/>
                      <a:pt x="1140" y="1062"/>
                    </a:cubicBezTo>
                    <a:cubicBezTo>
                      <a:pt x="545" y="1657"/>
                      <a:pt x="211" y="2464"/>
                      <a:pt x="211" y="3305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5" y="6144"/>
                      <a:pt x="2541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56" name="Freeform: Shape 8655">
                <a:extLst>
                  <a:ext uri="{FF2B5EF4-FFF2-40B4-BE49-F238E27FC236}">
                    <a16:creationId xmlns:a16="http://schemas.microsoft.com/office/drawing/2014/main" id="{2F8EB45D-EF17-E6E3-9487-7218FB5361D8}"/>
                  </a:ext>
                </a:extLst>
              </p:cNvPr>
              <p:cNvSpPr/>
              <p:nvPr/>
            </p:nvSpPr>
            <p:spPr>
              <a:xfrm>
                <a:off x="9097670" y="5165010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6 h 6345"/>
                  <a:gd name="connsiteX3" fmla="*/ 5626 w 6343"/>
                  <a:gd name="connsiteY3" fmla="*/ 1062 h 6345"/>
                  <a:gd name="connsiteX4" fmla="*/ 3383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6 h 6345"/>
                  <a:gd name="connsiteX7" fmla="*/ 1141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5" y="6478"/>
                      <a:pt x="5031" y="6144"/>
                      <a:pt x="5626" y="5549"/>
                    </a:cubicBezTo>
                    <a:cubicBezTo>
                      <a:pt x="6221" y="4954"/>
                      <a:pt x="6555" y="4147"/>
                      <a:pt x="6555" y="3306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1" y="467"/>
                      <a:pt x="4225" y="133"/>
                      <a:pt x="3383" y="133"/>
                    </a:cubicBezTo>
                    <a:cubicBezTo>
                      <a:pt x="2542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6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57" name="Freeform: Shape 8656">
                <a:extLst>
                  <a:ext uri="{FF2B5EF4-FFF2-40B4-BE49-F238E27FC236}">
                    <a16:creationId xmlns:a16="http://schemas.microsoft.com/office/drawing/2014/main" id="{23D18442-F7AE-704F-EE41-B27693FCEBD2}"/>
                  </a:ext>
                </a:extLst>
              </p:cNvPr>
              <p:cNvSpPr/>
              <p:nvPr/>
            </p:nvSpPr>
            <p:spPr>
              <a:xfrm>
                <a:off x="9103692" y="5164866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6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6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7" y="5549"/>
                    </a:cubicBezTo>
                    <a:cubicBezTo>
                      <a:pt x="6221" y="4954"/>
                      <a:pt x="6556" y="4147"/>
                      <a:pt x="6556" y="3306"/>
                    </a:cubicBezTo>
                    <a:cubicBezTo>
                      <a:pt x="6556" y="2464"/>
                      <a:pt x="6221" y="1657"/>
                      <a:pt x="5627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7" y="1657"/>
                      <a:pt x="212" y="2464"/>
                      <a:pt x="212" y="3306"/>
                    </a:cubicBezTo>
                    <a:cubicBezTo>
                      <a:pt x="212" y="4147"/>
                      <a:pt x="547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58" name="Freeform: Shape 8657">
                <a:extLst>
                  <a:ext uri="{FF2B5EF4-FFF2-40B4-BE49-F238E27FC236}">
                    <a16:creationId xmlns:a16="http://schemas.microsoft.com/office/drawing/2014/main" id="{3B182049-B391-543E-8418-537A42CDE969}"/>
                  </a:ext>
                </a:extLst>
              </p:cNvPr>
              <p:cNvSpPr/>
              <p:nvPr/>
            </p:nvSpPr>
            <p:spPr>
              <a:xfrm>
                <a:off x="9112046" y="5165696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6 h 6345"/>
                  <a:gd name="connsiteX3" fmla="*/ 5627 w 6343"/>
                  <a:gd name="connsiteY3" fmla="*/ 1062 h 6345"/>
                  <a:gd name="connsiteX4" fmla="*/ 3385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6 h 6345"/>
                  <a:gd name="connsiteX7" fmla="*/ 1142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7" y="5549"/>
                    </a:cubicBezTo>
                    <a:cubicBezTo>
                      <a:pt x="6222" y="4954"/>
                      <a:pt x="6556" y="4147"/>
                      <a:pt x="6556" y="3306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2" y="1062"/>
                    </a:cubicBezTo>
                    <a:cubicBezTo>
                      <a:pt x="547" y="1657"/>
                      <a:pt x="213" y="2464"/>
                      <a:pt x="213" y="3306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59" name="Freeform: Shape 8658">
                <a:extLst>
                  <a:ext uri="{FF2B5EF4-FFF2-40B4-BE49-F238E27FC236}">
                    <a16:creationId xmlns:a16="http://schemas.microsoft.com/office/drawing/2014/main" id="{814260F8-DA8A-8299-8646-FC25B48305FF}"/>
                  </a:ext>
                </a:extLst>
              </p:cNvPr>
              <p:cNvSpPr/>
              <p:nvPr/>
            </p:nvSpPr>
            <p:spPr>
              <a:xfrm>
                <a:off x="9112664" y="5163589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5 h 6345"/>
                  <a:gd name="connsiteX3" fmla="*/ 5627 w 6343"/>
                  <a:gd name="connsiteY3" fmla="*/ 1062 h 6345"/>
                  <a:gd name="connsiteX4" fmla="*/ 3385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5 h 6345"/>
                  <a:gd name="connsiteX7" fmla="*/ 1142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7" y="5549"/>
                    </a:cubicBezTo>
                    <a:cubicBezTo>
                      <a:pt x="6222" y="4954"/>
                      <a:pt x="6556" y="4147"/>
                      <a:pt x="6556" y="3305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2" y="1062"/>
                    </a:cubicBezTo>
                    <a:cubicBezTo>
                      <a:pt x="547" y="1657"/>
                      <a:pt x="213" y="2464"/>
                      <a:pt x="213" y="3305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60" name="Freeform: Shape 8659">
                <a:extLst>
                  <a:ext uri="{FF2B5EF4-FFF2-40B4-BE49-F238E27FC236}">
                    <a16:creationId xmlns:a16="http://schemas.microsoft.com/office/drawing/2014/main" id="{989CA6A6-C1D6-3C2D-291A-E50443E7D281}"/>
                  </a:ext>
                </a:extLst>
              </p:cNvPr>
              <p:cNvSpPr/>
              <p:nvPr/>
            </p:nvSpPr>
            <p:spPr>
              <a:xfrm>
                <a:off x="9117783" y="5163283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5 h 6345"/>
                  <a:gd name="connsiteX3" fmla="*/ 5628 w 6343"/>
                  <a:gd name="connsiteY3" fmla="*/ 1062 h 6345"/>
                  <a:gd name="connsiteX4" fmla="*/ 3385 w 6343"/>
                  <a:gd name="connsiteY4" fmla="*/ 133 h 6345"/>
                  <a:gd name="connsiteX5" fmla="*/ 1142 w 6343"/>
                  <a:gd name="connsiteY5" fmla="*/ 1062 h 6345"/>
                  <a:gd name="connsiteX6" fmla="*/ 214 w 6343"/>
                  <a:gd name="connsiteY6" fmla="*/ 3305 h 6345"/>
                  <a:gd name="connsiteX7" fmla="*/ 1142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8" y="5549"/>
                    </a:cubicBezTo>
                    <a:cubicBezTo>
                      <a:pt x="6222" y="4954"/>
                      <a:pt x="6557" y="4147"/>
                      <a:pt x="6557" y="3305"/>
                    </a:cubicBezTo>
                    <a:cubicBezTo>
                      <a:pt x="6557" y="2464"/>
                      <a:pt x="6222" y="1657"/>
                      <a:pt x="5628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2" y="1062"/>
                    </a:cubicBezTo>
                    <a:cubicBezTo>
                      <a:pt x="548" y="1657"/>
                      <a:pt x="214" y="2464"/>
                      <a:pt x="214" y="3305"/>
                    </a:cubicBezTo>
                    <a:cubicBezTo>
                      <a:pt x="214" y="4147"/>
                      <a:pt x="548" y="4954"/>
                      <a:pt x="1142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61" name="Freeform: Shape 8660">
                <a:extLst>
                  <a:ext uri="{FF2B5EF4-FFF2-40B4-BE49-F238E27FC236}">
                    <a16:creationId xmlns:a16="http://schemas.microsoft.com/office/drawing/2014/main" id="{0BD83B2C-7DE3-1173-9F2B-38D6DDC5EF50}"/>
                  </a:ext>
                </a:extLst>
              </p:cNvPr>
              <p:cNvSpPr/>
              <p:nvPr/>
            </p:nvSpPr>
            <p:spPr>
              <a:xfrm>
                <a:off x="9122951" y="5163058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5 h 6345"/>
                  <a:gd name="connsiteX3" fmla="*/ 5628 w 6343"/>
                  <a:gd name="connsiteY3" fmla="*/ 1062 h 6345"/>
                  <a:gd name="connsiteX4" fmla="*/ 3385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5 h 6345"/>
                  <a:gd name="connsiteX7" fmla="*/ 1143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7" y="6478"/>
                      <a:pt x="5033" y="6144"/>
                      <a:pt x="5628" y="5549"/>
                    </a:cubicBezTo>
                    <a:cubicBezTo>
                      <a:pt x="6223" y="4954"/>
                      <a:pt x="6557" y="4147"/>
                      <a:pt x="6557" y="3305"/>
                    </a:cubicBezTo>
                    <a:cubicBezTo>
                      <a:pt x="6557" y="2464"/>
                      <a:pt x="6223" y="1657"/>
                      <a:pt x="5628" y="1062"/>
                    </a:cubicBezTo>
                    <a:cubicBezTo>
                      <a:pt x="5033" y="467"/>
                      <a:pt x="4227" y="133"/>
                      <a:pt x="3385" y="133"/>
                    </a:cubicBezTo>
                    <a:cubicBezTo>
                      <a:pt x="2544" y="133"/>
                      <a:pt x="1738" y="467"/>
                      <a:pt x="1143" y="1062"/>
                    </a:cubicBezTo>
                    <a:cubicBezTo>
                      <a:pt x="548" y="1657"/>
                      <a:pt x="214" y="2464"/>
                      <a:pt x="214" y="3305"/>
                    </a:cubicBezTo>
                    <a:cubicBezTo>
                      <a:pt x="214" y="4147"/>
                      <a:pt x="548" y="4954"/>
                      <a:pt x="1143" y="5549"/>
                    </a:cubicBezTo>
                    <a:cubicBezTo>
                      <a:pt x="1738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62" name="Freeform: Shape 8661">
                <a:extLst>
                  <a:ext uri="{FF2B5EF4-FFF2-40B4-BE49-F238E27FC236}">
                    <a16:creationId xmlns:a16="http://schemas.microsoft.com/office/drawing/2014/main" id="{2B992588-6D6D-61D9-0F67-40B97AB50953}"/>
                  </a:ext>
                </a:extLst>
              </p:cNvPr>
              <p:cNvSpPr/>
              <p:nvPr/>
            </p:nvSpPr>
            <p:spPr>
              <a:xfrm>
                <a:off x="9128806" y="5163180"/>
                <a:ext cx="6343" cy="6345"/>
              </a:xfrm>
              <a:custGeom>
                <a:avLst/>
                <a:gdLst>
                  <a:gd name="connsiteX0" fmla="*/ 3386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5 h 6345"/>
                  <a:gd name="connsiteX3" fmla="*/ 5629 w 6343"/>
                  <a:gd name="connsiteY3" fmla="*/ 1062 h 6345"/>
                  <a:gd name="connsiteX4" fmla="*/ 3386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5 h 6345"/>
                  <a:gd name="connsiteX7" fmla="*/ 1143 w 6343"/>
                  <a:gd name="connsiteY7" fmla="*/ 5549 h 6345"/>
                  <a:gd name="connsiteX8" fmla="*/ 338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8"/>
                    </a:moveTo>
                    <a:cubicBezTo>
                      <a:pt x="4227" y="6478"/>
                      <a:pt x="5034" y="6144"/>
                      <a:pt x="5629" y="5549"/>
                    </a:cubicBezTo>
                    <a:cubicBezTo>
                      <a:pt x="6223" y="4954"/>
                      <a:pt x="6558" y="4147"/>
                      <a:pt x="6558" y="3305"/>
                    </a:cubicBezTo>
                    <a:cubicBezTo>
                      <a:pt x="6558" y="2464"/>
                      <a:pt x="6223" y="1657"/>
                      <a:pt x="5629" y="1062"/>
                    </a:cubicBezTo>
                    <a:cubicBezTo>
                      <a:pt x="5034" y="467"/>
                      <a:pt x="4227" y="133"/>
                      <a:pt x="3386" y="133"/>
                    </a:cubicBezTo>
                    <a:cubicBezTo>
                      <a:pt x="2545" y="133"/>
                      <a:pt x="1738" y="467"/>
                      <a:pt x="1143" y="1062"/>
                    </a:cubicBezTo>
                    <a:cubicBezTo>
                      <a:pt x="549" y="1657"/>
                      <a:pt x="214" y="2464"/>
                      <a:pt x="214" y="3305"/>
                    </a:cubicBezTo>
                    <a:cubicBezTo>
                      <a:pt x="214" y="4147"/>
                      <a:pt x="549" y="4954"/>
                      <a:pt x="1143" y="5549"/>
                    </a:cubicBezTo>
                    <a:cubicBezTo>
                      <a:pt x="1738" y="6144"/>
                      <a:pt x="2545" y="6478"/>
                      <a:pt x="338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63" name="Freeform: Shape 8662">
                <a:extLst>
                  <a:ext uri="{FF2B5EF4-FFF2-40B4-BE49-F238E27FC236}">
                    <a16:creationId xmlns:a16="http://schemas.microsoft.com/office/drawing/2014/main" id="{EE28377A-1289-FC91-C1D3-AC4AEBDACD13}"/>
                  </a:ext>
                </a:extLst>
              </p:cNvPr>
              <p:cNvSpPr/>
              <p:nvPr/>
            </p:nvSpPr>
            <p:spPr>
              <a:xfrm>
                <a:off x="9134069" y="5163126"/>
                <a:ext cx="6343" cy="6345"/>
              </a:xfrm>
              <a:custGeom>
                <a:avLst/>
                <a:gdLst>
                  <a:gd name="connsiteX0" fmla="*/ 3386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5 h 6345"/>
                  <a:gd name="connsiteX3" fmla="*/ 5629 w 6343"/>
                  <a:gd name="connsiteY3" fmla="*/ 1062 h 6345"/>
                  <a:gd name="connsiteX4" fmla="*/ 3386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5 h 6345"/>
                  <a:gd name="connsiteX7" fmla="*/ 1144 w 6343"/>
                  <a:gd name="connsiteY7" fmla="*/ 5549 h 6345"/>
                  <a:gd name="connsiteX8" fmla="*/ 338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8"/>
                    </a:moveTo>
                    <a:cubicBezTo>
                      <a:pt x="4227" y="6478"/>
                      <a:pt x="5034" y="6144"/>
                      <a:pt x="5629" y="5549"/>
                    </a:cubicBezTo>
                    <a:cubicBezTo>
                      <a:pt x="6224" y="4954"/>
                      <a:pt x="6558" y="4147"/>
                      <a:pt x="6558" y="3305"/>
                    </a:cubicBezTo>
                    <a:cubicBezTo>
                      <a:pt x="6558" y="2464"/>
                      <a:pt x="6224" y="1657"/>
                      <a:pt x="5629" y="1062"/>
                    </a:cubicBezTo>
                    <a:cubicBezTo>
                      <a:pt x="5034" y="467"/>
                      <a:pt x="4227" y="133"/>
                      <a:pt x="3386" y="133"/>
                    </a:cubicBezTo>
                    <a:cubicBezTo>
                      <a:pt x="2545" y="133"/>
                      <a:pt x="1738" y="467"/>
                      <a:pt x="1144" y="1062"/>
                    </a:cubicBezTo>
                    <a:cubicBezTo>
                      <a:pt x="549" y="1657"/>
                      <a:pt x="215" y="2464"/>
                      <a:pt x="215" y="3305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8" y="6144"/>
                      <a:pt x="2545" y="6478"/>
                      <a:pt x="338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64" name="Freeform: Shape 8663">
                <a:extLst>
                  <a:ext uri="{FF2B5EF4-FFF2-40B4-BE49-F238E27FC236}">
                    <a16:creationId xmlns:a16="http://schemas.microsoft.com/office/drawing/2014/main" id="{8A792E71-D9D1-7D65-891E-3AAF38E75A5F}"/>
                  </a:ext>
                </a:extLst>
              </p:cNvPr>
              <p:cNvSpPr/>
              <p:nvPr/>
            </p:nvSpPr>
            <p:spPr>
              <a:xfrm>
                <a:off x="9139608" y="5163254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5 h 6345"/>
                  <a:gd name="connsiteX3" fmla="*/ 5629 w 6343"/>
                  <a:gd name="connsiteY3" fmla="*/ 1062 h 6345"/>
                  <a:gd name="connsiteX4" fmla="*/ 3387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5 h 6345"/>
                  <a:gd name="connsiteX7" fmla="*/ 1144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29" y="5549"/>
                    </a:cubicBezTo>
                    <a:cubicBezTo>
                      <a:pt x="6224" y="4954"/>
                      <a:pt x="6558" y="4147"/>
                      <a:pt x="6558" y="3305"/>
                    </a:cubicBezTo>
                    <a:cubicBezTo>
                      <a:pt x="6558" y="2464"/>
                      <a:pt x="6224" y="1657"/>
                      <a:pt x="5629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4" y="1062"/>
                    </a:cubicBezTo>
                    <a:cubicBezTo>
                      <a:pt x="549" y="1657"/>
                      <a:pt x="215" y="2464"/>
                      <a:pt x="215" y="3305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65" name="Freeform: Shape 8664">
                <a:extLst>
                  <a:ext uri="{FF2B5EF4-FFF2-40B4-BE49-F238E27FC236}">
                    <a16:creationId xmlns:a16="http://schemas.microsoft.com/office/drawing/2014/main" id="{BCE645E0-DF4C-2264-F6B1-F95B90DE1800}"/>
                  </a:ext>
                </a:extLst>
              </p:cNvPr>
              <p:cNvSpPr/>
              <p:nvPr/>
            </p:nvSpPr>
            <p:spPr>
              <a:xfrm>
                <a:off x="9144674" y="5163245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5 h 6345"/>
                  <a:gd name="connsiteX3" fmla="*/ 5630 w 6343"/>
                  <a:gd name="connsiteY3" fmla="*/ 1062 h 6345"/>
                  <a:gd name="connsiteX4" fmla="*/ 3387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5 h 6345"/>
                  <a:gd name="connsiteX7" fmla="*/ 1145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30" y="5549"/>
                    </a:cubicBezTo>
                    <a:cubicBezTo>
                      <a:pt x="6225" y="4954"/>
                      <a:pt x="6559" y="4147"/>
                      <a:pt x="6559" y="3305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5" y="1062"/>
                    </a:cubicBezTo>
                    <a:cubicBezTo>
                      <a:pt x="550" y="1657"/>
                      <a:pt x="216" y="2464"/>
                      <a:pt x="216" y="3305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66" name="Freeform: Shape 8665">
                <a:extLst>
                  <a:ext uri="{FF2B5EF4-FFF2-40B4-BE49-F238E27FC236}">
                    <a16:creationId xmlns:a16="http://schemas.microsoft.com/office/drawing/2014/main" id="{4D0C4B58-60B0-7B64-B675-8D39B62C2B4C}"/>
                  </a:ext>
                </a:extLst>
              </p:cNvPr>
              <p:cNvSpPr/>
              <p:nvPr/>
            </p:nvSpPr>
            <p:spPr>
              <a:xfrm>
                <a:off x="9149786" y="5163318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5 h 6345"/>
                  <a:gd name="connsiteX3" fmla="*/ 5630 w 6343"/>
                  <a:gd name="connsiteY3" fmla="*/ 1062 h 6345"/>
                  <a:gd name="connsiteX4" fmla="*/ 3388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5 h 6345"/>
                  <a:gd name="connsiteX7" fmla="*/ 1145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5" y="6144"/>
                      <a:pt x="5630" y="5549"/>
                    </a:cubicBezTo>
                    <a:cubicBezTo>
                      <a:pt x="6225" y="4954"/>
                      <a:pt x="6559" y="4147"/>
                      <a:pt x="6559" y="3305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5" y="467"/>
                      <a:pt x="4229" y="133"/>
                      <a:pt x="3388" y="133"/>
                    </a:cubicBezTo>
                    <a:cubicBezTo>
                      <a:pt x="2546" y="133"/>
                      <a:pt x="1740" y="467"/>
                      <a:pt x="1145" y="1062"/>
                    </a:cubicBezTo>
                    <a:cubicBezTo>
                      <a:pt x="550" y="1657"/>
                      <a:pt x="216" y="2464"/>
                      <a:pt x="216" y="3305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40" y="6144"/>
                      <a:pt x="2546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67" name="Freeform: Shape 8666">
                <a:extLst>
                  <a:ext uri="{FF2B5EF4-FFF2-40B4-BE49-F238E27FC236}">
                    <a16:creationId xmlns:a16="http://schemas.microsoft.com/office/drawing/2014/main" id="{5CF5D3B2-FE62-2183-68AB-C261382D5CFD}"/>
                  </a:ext>
                </a:extLst>
              </p:cNvPr>
              <p:cNvSpPr/>
              <p:nvPr/>
            </p:nvSpPr>
            <p:spPr>
              <a:xfrm>
                <a:off x="9154141" y="5163113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59 w 6343"/>
                  <a:gd name="connsiteY2" fmla="*/ 3305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5 h 6345"/>
                  <a:gd name="connsiteX7" fmla="*/ 1145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6" y="6144"/>
                      <a:pt x="5631" y="5549"/>
                    </a:cubicBezTo>
                    <a:cubicBezTo>
                      <a:pt x="6225" y="4954"/>
                      <a:pt x="6559" y="4147"/>
                      <a:pt x="6559" y="3305"/>
                    </a:cubicBezTo>
                    <a:cubicBezTo>
                      <a:pt x="6559" y="2464"/>
                      <a:pt x="6225" y="1657"/>
                      <a:pt x="5631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5" y="1062"/>
                    </a:cubicBezTo>
                    <a:cubicBezTo>
                      <a:pt x="551" y="1657"/>
                      <a:pt x="216" y="2464"/>
                      <a:pt x="216" y="3305"/>
                    </a:cubicBezTo>
                    <a:cubicBezTo>
                      <a:pt x="216" y="4147"/>
                      <a:pt x="551" y="4954"/>
                      <a:pt x="1145" y="5549"/>
                    </a:cubicBezTo>
                    <a:cubicBezTo>
                      <a:pt x="1740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68" name="Freeform: Shape 8667">
                <a:extLst>
                  <a:ext uri="{FF2B5EF4-FFF2-40B4-BE49-F238E27FC236}">
                    <a16:creationId xmlns:a16="http://schemas.microsoft.com/office/drawing/2014/main" id="{CB7917EF-D06B-DFE3-1BD9-2843B690BC66}"/>
                  </a:ext>
                </a:extLst>
              </p:cNvPr>
              <p:cNvSpPr/>
              <p:nvPr/>
            </p:nvSpPr>
            <p:spPr>
              <a:xfrm>
                <a:off x="9158544" y="5162983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5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6" y="6144"/>
                      <a:pt x="5631" y="5549"/>
                    </a:cubicBezTo>
                    <a:cubicBezTo>
                      <a:pt x="6226" y="4954"/>
                      <a:pt x="6560" y="4147"/>
                      <a:pt x="6560" y="3305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6" y="1062"/>
                    </a:cubicBezTo>
                    <a:cubicBezTo>
                      <a:pt x="551" y="1657"/>
                      <a:pt x="217" y="2464"/>
                      <a:pt x="217" y="3305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0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69" name="Freeform: Shape 8668">
                <a:extLst>
                  <a:ext uri="{FF2B5EF4-FFF2-40B4-BE49-F238E27FC236}">
                    <a16:creationId xmlns:a16="http://schemas.microsoft.com/office/drawing/2014/main" id="{3F31D100-7428-B64B-6722-1BD630DC211C}"/>
                  </a:ext>
                </a:extLst>
              </p:cNvPr>
              <p:cNvSpPr/>
              <p:nvPr/>
            </p:nvSpPr>
            <p:spPr>
              <a:xfrm>
                <a:off x="9164817" y="5163778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5 h 6345"/>
                  <a:gd name="connsiteX3" fmla="*/ 5631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1" y="5549"/>
                    </a:cubicBezTo>
                    <a:cubicBezTo>
                      <a:pt x="6226" y="4954"/>
                      <a:pt x="6560" y="4147"/>
                      <a:pt x="6560" y="3305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6" y="1062"/>
                    </a:cubicBezTo>
                    <a:cubicBezTo>
                      <a:pt x="551" y="1657"/>
                      <a:pt x="217" y="2464"/>
                      <a:pt x="217" y="3305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70" name="Freeform: Shape 8669">
                <a:extLst>
                  <a:ext uri="{FF2B5EF4-FFF2-40B4-BE49-F238E27FC236}">
                    <a16:creationId xmlns:a16="http://schemas.microsoft.com/office/drawing/2014/main" id="{FB766603-DE3A-466B-AD58-863CFA5D3253}"/>
                  </a:ext>
                </a:extLst>
              </p:cNvPr>
              <p:cNvSpPr/>
              <p:nvPr/>
            </p:nvSpPr>
            <p:spPr>
              <a:xfrm>
                <a:off x="9170728" y="5164483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5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5 h 6345"/>
                  <a:gd name="connsiteX7" fmla="*/ 1147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2" y="5549"/>
                    </a:cubicBezTo>
                    <a:cubicBezTo>
                      <a:pt x="6227" y="4954"/>
                      <a:pt x="6561" y="4147"/>
                      <a:pt x="6561" y="3305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7" y="1062"/>
                    </a:cubicBezTo>
                    <a:cubicBezTo>
                      <a:pt x="552" y="1657"/>
                      <a:pt x="218" y="2464"/>
                      <a:pt x="218" y="3305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71" name="Freeform: Shape 8670">
                <a:extLst>
                  <a:ext uri="{FF2B5EF4-FFF2-40B4-BE49-F238E27FC236}">
                    <a16:creationId xmlns:a16="http://schemas.microsoft.com/office/drawing/2014/main" id="{525234E6-B5F1-BC81-F447-BBAF4AD91F8A}"/>
                  </a:ext>
                </a:extLst>
              </p:cNvPr>
              <p:cNvSpPr/>
              <p:nvPr/>
            </p:nvSpPr>
            <p:spPr>
              <a:xfrm>
                <a:off x="9177411" y="5165636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2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2" y="1657"/>
                      <a:pt x="218" y="2464"/>
                      <a:pt x="218" y="3306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72" name="Freeform: Shape 8671">
                <a:extLst>
                  <a:ext uri="{FF2B5EF4-FFF2-40B4-BE49-F238E27FC236}">
                    <a16:creationId xmlns:a16="http://schemas.microsoft.com/office/drawing/2014/main" id="{FF345081-7CFA-D9AF-9670-D1C88689EBDC}"/>
                  </a:ext>
                </a:extLst>
              </p:cNvPr>
              <p:cNvSpPr/>
              <p:nvPr/>
            </p:nvSpPr>
            <p:spPr>
              <a:xfrm>
                <a:off x="9186542" y="5166109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2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2" y="133"/>
                      <a:pt x="3390" y="133"/>
                    </a:cubicBezTo>
                    <a:cubicBezTo>
                      <a:pt x="2549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73" name="Freeform: Shape 8672">
                <a:extLst>
                  <a:ext uri="{FF2B5EF4-FFF2-40B4-BE49-F238E27FC236}">
                    <a16:creationId xmlns:a16="http://schemas.microsoft.com/office/drawing/2014/main" id="{AFA73B47-5D62-DDD7-C162-BE45B62C83CD}"/>
                  </a:ext>
                </a:extLst>
              </p:cNvPr>
              <p:cNvSpPr/>
              <p:nvPr/>
            </p:nvSpPr>
            <p:spPr>
              <a:xfrm>
                <a:off x="9188004" y="5164868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74" name="Freeform: Shape 8673">
                <a:extLst>
                  <a:ext uri="{FF2B5EF4-FFF2-40B4-BE49-F238E27FC236}">
                    <a16:creationId xmlns:a16="http://schemas.microsoft.com/office/drawing/2014/main" id="{56AD5DC5-C051-9FD2-737C-BC71036795EE}"/>
                  </a:ext>
                </a:extLst>
              </p:cNvPr>
              <p:cNvSpPr/>
              <p:nvPr/>
            </p:nvSpPr>
            <p:spPr>
              <a:xfrm>
                <a:off x="9198133" y="5166159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3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3" y="133"/>
                      <a:pt x="3391" y="133"/>
                    </a:cubicBezTo>
                    <a:cubicBezTo>
                      <a:pt x="2550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75" name="Freeform: Shape 8674">
                <a:extLst>
                  <a:ext uri="{FF2B5EF4-FFF2-40B4-BE49-F238E27FC236}">
                    <a16:creationId xmlns:a16="http://schemas.microsoft.com/office/drawing/2014/main" id="{34F939F9-91E0-5E71-9960-148D2A80DD19}"/>
                  </a:ext>
                </a:extLst>
              </p:cNvPr>
              <p:cNvSpPr/>
              <p:nvPr/>
            </p:nvSpPr>
            <p:spPr>
              <a:xfrm>
                <a:off x="9198921" y="5164650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3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3" y="133"/>
                      <a:pt x="3391" y="133"/>
                    </a:cubicBezTo>
                    <a:cubicBezTo>
                      <a:pt x="2550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76" name="Freeform: Shape 8675">
                <a:extLst>
                  <a:ext uri="{FF2B5EF4-FFF2-40B4-BE49-F238E27FC236}">
                    <a16:creationId xmlns:a16="http://schemas.microsoft.com/office/drawing/2014/main" id="{252268EE-58F2-BE2A-B52D-1B2662DDA14F}"/>
                  </a:ext>
                </a:extLst>
              </p:cNvPr>
              <p:cNvSpPr/>
              <p:nvPr/>
            </p:nvSpPr>
            <p:spPr>
              <a:xfrm>
                <a:off x="9199553" y="5163057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3" y="133"/>
                      <a:pt x="3392" y="133"/>
                    </a:cubicBezTo>
                    <a:cubicBezTo>
                      <a:pt x="2550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77" name="Freeform: Shape 8676">
                <a:extLst>
                  <a:ext uri="{FF2B5EF4-FFF2-40B4-BE49-F238E27FC236}">
                    <a16:creationId xmlns:a16="http://schemas.microsoft.com/office/drawing/2014/main" id="{7ED7ED16-9849-4776-7490-B3BD4AC9DC53}"/>
                  </a:ext>
                </a:extLst>
              </p:cNvPr>
              <p:cNvSpPr/>
              <p:nvPr/>
            </p:nvSpPr>
            <p:spPr>
              <a:xfrm>
                <a:off x="8967577" y="5035131"/>
                <a:ext cx="6343" cy="6345"/>
              </a:xfrm>
              <a:custGeom>
                <a:avLst/>
                <a:gdLst>
                  <a:gd name="connsiteX0" fmla="*/ 3373 w 6343"/>
                  <a:gd name="connsiteY0" fmla="*/ 6468 h 6345"/>
                  <a:gd name="connsiteX1" fmla="*/ 5616 w 6343"/>
                  <a:gd name="connsiteY1" fmla="*/ 5539 h 6345"/>
                  <a:gd name="connsiteX2" fmla="*/ 6545 w 6343"/>
                  <a:gd name="connsiteY2" fmla="*/ 3295 h 6345"/>
                  <a:gd name="connsiteX3" fmla="*/ 5616 w 6343"/>
                  <a:gd name="connsiteY3" fmla="*/ 1052 h 6345"/>
                  <a:gd name="connsiteX4" fmla="*/ 3373 w 6343"/>
                  <a:gd name="connsiteY4" fmla="*/ 123 h 6345"/>
                  <a:gd name="connsiteX5" fmla="*/ 1131 w 6343"/>
                  <a:gd name="connsiteY5" fmla="*/ 1052 h 6345"/>
                  <a:gd name="connsiteX6" fmla="*/ 202 w 6343"/>
                  <a:gd name="connsiteY6" fmla="*/ 3295 h 6345"/>
                  <a:gd name="connsiteX7" fmla="*/ 1131 w 6343"/>
                  <a:gd name="connsiteY7" fmla="*/ 5539 h 6345"/>
                  <a:gd name="connsiteX8" fmla="*/ 337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68"/>
                    </a:moveTo>
                    <a:cubicBezTo>
                      <a:pt x="4214" y="6468"/>
                      <a:pt x="5021" y="6134"/>
                      <a:pt x="5616" y="5539"/>
                    </a:cubicBezTo>
                    <a:cubicBezTo>
                      <a:pt x="6211" y="4944"/>
                      <a:pt x="6545" y="4137"/>
                      <a:pt x="6545" y="3295"/>
                    </a:cubicBezTo>
                    <a:cubicBezTo>
                      <a:pt x="6545" y="2454"/>
                      <a:pt x="6211" y="1647"/>
                      <a:pt x="5616" y="1052"/>
                    </a:cubicBezTo>
                    <a:cubicBezTo>
                      <a:pt x="5021" y="457"/>
                      <a:pt x="4214" y="123"/>
                      <a:pt x="3373" y="123"/>
                    </a:cubicBezTo>
                    <a:cubicBezTo>
                      <a:pt x="2532" y="123"/>
                      <a:pt x="1725" y="457"/>
                      <a:pt x="1131" y="1052"/>
                    </a:cubicBezTo>
                    <a:cubicBezTo>
                      <a:pt x="536" y="1647"/>
                      <a:pt x="202" y="2454"/>
                      <a:pt x="202" y="3295"/>
                    </a:cubicBezTo>
                    <a:cubicBezTo>
                      <a:pt x="202" y="4137"/>
                      <a:pt x="536" y="4944"/>
                      <a:pt x="1131" y="5539"/>
                    </a:cubicBezTo>
                    <a:cubicBezTo>
                      <a:pt x="1725" y="6134"/>
                      <a:pt x="2532" y="6468"/>
                      <a:pt x="337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78" name="Freeform: Shape 8677">
                <a:extLst>
                  <a:ext uri="{FF2B5EF4-FFF2-40B4-BE49-F238E27FC236}">
                    <a16:creationId xmlns:a16="http://schemas.microsoft.com/office/drawing/2014/main" id="{6787528A-1267-EB64-6A14-B58D4872A286}"/>
                  </a:ext>
                </a:extLst>
              </p:cNvPr>
              <p:cNvSpPr/>
              <p:nvPr/>
            </p:nvSpPr>
            <p:spPr>
              <a:xfrm>
                <a:off x="8970604" y="5032997"/>
                <a:ext cx="6343" cy="6345"/>
              </a:xfrm>
              <a:custGeom>
                <a:avLst/>
                <a:gdLst>
                  <a:gd name="connsiteX0" fmla="*/ 3373 w 6343"/>
                  <a:gd name="connsiteY0" fmla="*/ 6468 h 6345"/>
                  <a:gd name="connsiteX1" fmla="*/ 5616 w 6343"/>
                  <a:gd name="connsiteY1" fmla="*/ 5539 h 6345"/>
                  <a:gd name="connsiteX2" fmla="*/ 6545 w 6343"/>
                  <a:gd name="connsiteY2" fmla="*/ 3295 h 6345"/>
                  <a:gd name="connsiteX3" fmla="*/ 5616 w 6343"/>
                  <a:gd name="connsiteY3" fmla="*/ 1052 h 6345"/>
                  <a:gd name="connsiteX4" fmla="*/ 3373 w 6343"/>
                  <a:gd name="connsiteY4" fmla="*/ 122 h 6345"/>
                  <a:gd name="connsiteX5" fmla="*/ 1131 w 6343"/>
                  <a:gd name="connsiteY5" fmla="*/ 1052 h 6345"/>
                  <a:gd name="connsiteX6" fmla="*/ 202 w 6343"/>
                  <a:gd name="connsiteY6" fmla="*/ 3295 h 6345"/>
                  <a:gd name="connsiteX7" fmla="*/ 1131 w 6343"/>
                  <a:gd name="connsiteY7" fmla="*/ 5539 h 6345"/>
                  <a:gd name="connsiteX8" fmla="*/ 337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68"/>
                    </a:moveTo>
                    <a:cubicBezTo>
                      <a:pt x="4215" y="6468"/>
                      <a:pt x="5021" y="6134"/>
                      <a:pt x="5616" y="5539"/>
                    </a:cubicBezTo>
                    <a:cubicBezTo>
                      <a:pt x="6211" y="4944"/>
                      <a:pt x="6545" y="4137"/>
                      <a:pt x="6545" y="3295"/>
                    </a:cubicBezTo>
                    <a:cubicBezTo>
                      <a:pt x="6545" y="2454"/>
                      <a:pt x="6211" y="1647"/>
                      <a:pt x="5616" y="1052"/>
                    </a:cubicBezTo>
                    <a:cubicBezTo>
                      <a:pt x="5021" y="457"/>
                      <a:pt x="4215" y="122"/>
                      <a:pt x="3373" y="122"/>
                    </a:cubicBezTo>
                    <a:cubicBezTo>
                      <a:pt x="2532" y="122"/>
                      <a:pt x="1726" y="457"/>
                      <a:pt x="1131" y="1052"/>
                    </a:cubicBezTo>
                    <a:cubicBezTo>
                      <a:pt x="536" y="1647"/>
                      <a:pt x="202" y="2454"/>
                      <a:pt x="202" y="3295"/>
                    </a:cubicBezTo>
                    <a:cubicBezTo>
                      <a:pt x="202" y="4137"/>
                      <a:pt x="536" y="4944"/>
                      <a:pt x="1131" y="5539"/>
                    </a:cubicBezTo>
                    <a:cubicBezTo>
                      <a:pt x="1726" y="6134"/>
                      <a:pt x="2532" y="6468"/>
                      <a:pt x="337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79" name="Freeform: Shape 8678">
                <a:extLst>
                  <a:ext uri="{FF2B5EF4-FFF2-40B4-BE49-F238E27FC236}">
                    <a16:creationId xmlns:a16="http://schemas.microsoft.com/office/drawing/2014/main" id="{0BE6C82E-2633-478E-71A8-8DFF52F86070}"/>
                  </a:ext>
                </a:extLst>
              </p:cNvPr>
              <p:cNvSpPr/>
              <p:nvPr/>
            </p:nvSpPr>
            <p:spPr>
              <a:xfrm>
                <a:off x="8972707" y="5030370"/>
                <a:ext cx="6343" cy="6345"/>
              </a:xfrm>
              <a:custGeom>
                <a:avLst/>
                <a:gdLst>
                  <a:gd name="connsiteX0" fmla="*/ 3374 w 6343"/>
                  <a:gd name="connsiteY0" fmla="*/ 6468 h 6345"/>
                  <a:gd name="connsiteX1" fmla="*/ 5616 w 6343"/>
                  <a:gd name="connsiteY1" fmla="*/ 5538 h 6345"/>
                  <a:gd name="connsiteX2" fmla="*/ 6545 w 6343"/>
                  <a:gd name="connsiteY2" fmla="*/ 3295 h 6345"/>
                  <a:gd name="connsiteX3" fmla="*/ 5616 w 6343"/>
                  <a:gd name="connsiteY3" fmla="*/ 1051 h 6345"/>
                  <a:gd name="connsiteX4" fmla="*/ 3374 w 6343"/>
                  <a:gd name="connsiteY4" fmla="*/ 122 h 6345"/>
                  <a:gd name="connsiteX5" fmla="*/ 1131 w 6343"/>
                  <a:gd name="connsiteY5" fmla="*/ 1051 h 6345"/>
                  <a:gd name="connsiteX6" fmla="*/ 202 w 6343"/>
                  <a:gd name="connsiteY6" fmla="*/ 3295 h 6345"/>
                  <a:gd name="connsiteX7" fmla="*/ 1131 w 6343"/>
                  <a:gd name="connsiteY7" fmla="*/ 5538 h 6345"/>
                  <a:gd name="connsiteX8" fmla="*/ 3374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68"/>
                    </a:moveTo>
                    <a:cubicBezTo>
                      <a:pt x="4215" y="6468"/>
                      <a:pt x="5022" y="6133"/>
                      <a:pt x="5616" y="5538"/>
                    </a:cubicBezTo>
                    <a:cubicBezTo>
                      <a:pt x="6211" y="4943"/>
                      <a:pt x="6545" y="4136"/>
                      <a:pt x="6545" y="3295"/>
                    </a:cubicBezTo>
                    <a:cubicBezTo>
                      <a:pt x="6545" y="2453"/>
                      <a:pt x="6211" y="1646"/>
                      <a:pt x="5616" y="1051"/>
                    </a:cubicBezTo>
                    <a:cubicBezTo>
                      <a:pt x="5022" y="457"/>
                      <a:pt x="4215" y="122"/>
                      <a:pt x="3374" y="122"/>
                    </a:cubicBezTo>
                    <a:cubicBezTo>
                      <a:pt x="2533" y="122"/>
                      <a:pt x="1726" y="457"/>
                      <a:pt x="1131" y="1051"/>
                    </a:cubicBezTo>
                    <a:cubicBezTo>
                      <a:pt x="536" y="1646"/>
                      <a:pt x="202" y="2453"/>
                      <a:pt x="202" y="3295"/>
                    </a:cubicBezTo>
                    <a:cubicBezTo>
                      <a:pt x="202" y="4136"/>
                      <a:pt x="536" y="4943"/>
                      <a:pt x="1131" y="5538"/>
                    </a:cubicBezTo>
                    <a:cubicBezTo>
                      <a:pt x="1726" y="6133"/>
                      <a:pt x="2533" y="6468"/>
                      <a:pt x="3374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80" name="Freeform: Shape 8679">
                <a:extLst>
                  <a:ext uri="{FF2B5EF4-FFF2-40B4-BE49-F238E27FC236}">
                    <a16:creationId xmlns:a16="http://schemas.microsoft.com/office/drawing/2014/main" id="{1F8C1B19-641D-D642-AD86-97869D571EDB}"/>
                  </a:ext>
                </a:extLst>
              </p:cNvPr>
              <p:cNvSpPr/>
              <p:nvPr/>
            </p:nvSpPr>
            <p:spPr>
              <a:xfrm>
                <a:off x="9217531" y="5165419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4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0" y="1062"/>
                    </a:cubicBezTo>
                    <a:cubicBezTo>
                      <a:pt x="556" y="1657"/>
                      <a:pt x="221" y="2464"/>
                      <a:pt x="221" y="3306"/>
                    </a:cubicBezTo>
                    <a:cubicBezTo>
                      <a:pt x="221" y="4147"/>
                      <a:pt x="556" y="4954"/>
                      <a:pt x="1150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81" name="Freeform: Shape 8680">
                <a:extLst>
                  <a:ext uri="{FF2B5EF4-FFF2-40B4-BE49-F238E27FC236}">
                    <a16:creationId xmlns:a16="http://schemas.microsoft.com/office/drawing/2014/main" id="{B7C57BDF-3D41-7E46-4D78-DBC0E95DBA8C}"/>
                  </a:ext>
                </a:extLst>
              </p:cNvPr>
              <p:cNvSpPr/>
              <p:nvPr/>
            </p:nvSpPr>
            <p:spPr>
              <a:xfrm>
                <a:off x="9219140" y="5164498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5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2 w 6343"/>
                  <a:gd name="connsiteY6" fmla="*/ 3305 h 6345"/>
                  <a:gd name="connsiteX7" fmla="*/ 1150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0" y="4954"/>
                      <a:pt x="6565" y="4147"/>
                      <a:pt x="6565" y="3305"/>
                    </a:cubicBezTo>
                    <a:cubicBezTo>
                      <a:pt x="6565" y="2464"/>
                      <a:pt x="6230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0" y="1062"/>
                    </a:cubicBezTo>
                    <a:cubicBezTo>
                      <a:pt x="556" y="1657"/>
                      <a:pt x="222" y="2464"/>
                      <a:pt x="222" y="3305"/>
                    </a:cubicBezTo>
                    <a:cubicBezTo>
                      <a:pt x="222" y="4147"/>
                      <a:pt x="556" y="4954"/>
                      <a:pt x="1150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82" name="Freeform: Shape 8681">
                <a:extLst>
                  <a:ext uri="{FF2B5EF4-FFF2-40B4-BE49-F238E27FC236}">
                    <a16:creationId xmlns:a16="http://schemas.microsoft.com/office/drawing/2014/main" id="{FCD3B2A3-2606-F886-07B1-45730D070C2D}"/>
                  </a:ext>
                </a:extLst>
              </p:cNvPr>
              <p:cNvSpPr/>
              <p:nvPr/>
            </p:nvSpPr>
            <p:spPr>
              <a:xfrm>
                <a:off x="9221240" y="5163878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5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5 h 6345"/>
                  <a:gd name="connsiteX7" fmla="*/ 1151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5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1" y="1062"/>
                    </a:cubicBezTo>
                    <a:cubicBezTo>
                      <a:pt x="556" y="1657"/>
                      <a:pt x="222" y="2464"/>
                      <a:pt x="222" y="3305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83" name="Freeform: Shape 8682">
                <a:extLst>
                  <a:ext uri="{FF2B5EF4-FFF2-40B4-BE49-F238E27FC236}">
                    <a16:creationId xmlns:a16="http://schemas.microsoft.com/office/drawing/2014/main" id="{7AA9C31E-C641-49D9-A9D0-D0B2F4C2D28B}"/>
                  </a:ext>
                </a:extLst>
              </p:cNvPr>
              <p:cNvSpPr/>
              <p:nvPr/>
            </p:nvSpPr>
            <p:spPr>
              <a:xfrm>
                <a:off x="9223771" y="5163534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5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5 h 6345"/>
                  <a:gd name="connsiteX7" fmla="*/ 1151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5" y="6478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5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5" y="133"/>
                      <a:pt x="3393" y="133"/>
                    </a:cubicBezTo>
                    <a:cubicBezTo>
                      <a:pt x="2552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5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84" name="Freeform: Shape 8683">
                <a:extLst>
                  <a:ext uri="{FF2B5EF4-FFF2-40B4-BE49-F238E27FC236}">
                    <a16:creationId xmlns:a16="http://schemas.microsoft.com/office/drawing/2014/main" id="{B47111DC-E35F-AE00-B981-F713D0AB1EB3}"/>
                  </a:ext>
                </a:extLst>
              </p:cNvPr>
              <p:cNvSpPr/>
              <p:nvPr/>
            </p:nvSpPr>
            <p:spPr>
              <a:xfrm>
                <a:off x="9226514" y="5163345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5 h 6345"/>
                  <a:gd name="connsiteX3" fmla="*/ 5636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5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6" y="5549"/>
                    </a:cubicBezTo>
                    <a:cubicBezTo>
                      <a:pt x="6231" y="4954"/>
                      <a:pt x="6565" y="4147"/>
                      <a:pt x="6565" y="3305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5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85" name="Freeform: Shape 8684">
                <a:extLst>
                  <a:ext uri="{FF2B5EF4-FFF2-40B4-BE49-F238E27FC236}">
                    <a16:creationId xmlns:a16="http://schemas.microsoft.com/office/drawing/2014/main" id="{5F827B37-B9D7-643E-4148-02700870B927}"/>
                  </a:ext>
                </a:extLst>
              </p:cNvPr>
              <p:cNvSpPr/>
              <p:nvPr/>
            </p:nvSpPr>
            <p:spPr>
              <a:xfrm>
                <a:off x="9229840" y="5163544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7 w 6343"/>
                  <a:gd name="connsiteY1" fmla="*/ 5549 h 6345"/>
                  <a:gd name="connsiteX2" fmla="*/ 6565 w 6343"/>
                  <a:gd name="connsiteY2" fmla="*/ 3305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5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7" y="5549"/>
                    </a:cubicBezTo>
                    <a:cubicBezTo>
                      <a:pt x="6231" y="4954"/>
                      <a:pt x="6565" y="4147"/>
                      <a:pt x="6565" y="3305"/>
                    </a:cubicBezTo>
                    <a:cubicBezTo>
                      <a:pt x="6565" y="2464"/>
                      <a:pt x="6231" y="1657"/>
                      <a:pt x="5637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7" y="1657"/>
                      <a:pt x="222" y="2464"/>
                      <a:pt x="222" y="3305"/>
                    </a:cubicBezTo>
                    <a:cubicBezTo>
                      <a:pt x="222" y="4147"/>
                      <a:pt x="557" y="4954"/>
                      <a:pt x="1151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86" name="Freeform: Shape 8685">
                <a:extLst>
                  <a:ext uri="{FF2B5EF4-FFF2-40B4-BE49-F238E27FC236}">
                    <a16:creationId xmlns:a16="http://schemas.microsoft.com/office/drawing/2014/main" id="{6868C402-BB63-04FA-5CD3-EDC2AC13F4B2}"/>
                  </a:ext>
                </a:extLst>
              </p:cNvPr>
              <p:cNvSpPr/>
              <p:nvPr/>
            </p:nvSpPr>
            <p:spPr>
              <a:xfrm>
                <a:off x="9233423" y="5163944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5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5 h 6345"/>
                  <a:gd name="connsiteX7" fmla="*/ 1152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5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2" y="1062"/>
                    </a:cubicBezTo>
                    <a:cubicBezTo>
                      <a:pt x="557" y="1657"/>
                      <a:pt x="223" y="2464"/>
                      <a:pt x="223" y="3305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87" name="Freeform: Shape 8686">
                <a:extLst>
                  <a:ext uri="{FF2B5EF4-FFF2-40B4-BE49-F238E27FC236}">
                    <a16:creationId xmlns:a16="http://schemas.microsoft.com/office/drawing/2014/main" id="{1FDD6B16-063E-9349-47B5-0089CC69E8E9}"/>
                  </a:ext>
                </a:extLst>
              </p:cNvPr>
              <p:cNvSpPr/>
              <p:nvPr/>
            </p:nvSpPr>
            <p:spPr>
              <a:xfrm>
                <a:off x="9236408" y="5164017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5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5 h 6345"/>
                  <a:gd name="connsiteX7" fmla="*/ 1152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6" y="6478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5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7"/>
                      <a:pt x="4236" y="133"/>
                      <a:pt x="3394" y="133"/>
                    </a:cubicBezTo>
                    <a:cubicBezTo>
                      <a:pt x="2553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5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88" name="Freeform: Shape 8687">
                <a:extLst>
                  <a:ext uri="{FF2B5EF4-FFF2-40B4-BE49-F238E27FC236}">
                    <a16:creationId xmlns:a16="http://schemas.microsoft.com/office/drawing/2014/main" id="{41C903D0-ABC3-2159-6BC5-33728E691960}"/>
                  </a:ext>
                </a:extLst>
              </p:cNvPr>
              <p:cNvSpPr/>
              <p:nvPr/>
            </p:nvSpPr>
            <p:spPr>
              <a:xfrm>
                <a:off x="9239171" y="5163987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5 h 6345"/>
                  <a:gd name="connsiteX3" fmla="*/ 5637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5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7" y="5549"/>
                    </a:cubicBezTo>
                    <a:cubicBezTo>
                      <a:pt x="6232" y="4954"/>
                      <a:pt x="6566" y="4147"/>
                      <a:pt x="6566" y="3305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5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89" name="Freeform: Shape 8688">
                <a:extLst>
                  <a:ext uri="{FF2B5EF4-FFF2-40B4-BE49-F238E27FC236}">
                    <a16:creationId xmlns:a16="http://schemas.microsoft.com/office/drawing/2014/main" id="{1CBC229A-CFA6-D6AD-582F-5306F313E46B}"/>
                  </a:ext>
                </a:extLst>
              </p:cNvPr>
              <p:cNvSpPr/>
              <p:nvPr/>
            </p:nvSpPr>
            <p:spPr>
              <a:xfrm>
                <a:off x="9241082" y="5163442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5 h 6345"/>
                  <a:gd name="connsiteX3" fmla="*/ 5637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5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7" y="5549"/>
                    </a:cubicBezTo>
                    <a:cubicBezTo>
                      <a:pt x="6232" y="4954"/>
                      <a:pt x="6566" y="4147"/>
                      <a:pt x="6566" y="3305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5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90" name="Freeform: Shape 8689">
                <a:extLst>
                  <a:ext uri="{FF2B5EF4-FFF2-40B4-BE49-F238E27FC236}">
                    <a16:creationId xmlns:a16="http://schemas.microsoft.com/office/drawing/2014/main" id="{9AD72FC7-DCBE-AE87-BBA6-8B17CC33B57F}"/>
                  </a:ext>
                </a:extLst>
              </p:cNvPr>
              <p:cNvSpPr/>
              <p:nvPr/>
            </p:nvSpPr>
            <p:spPr>
              <a:xfrm>
                <a:off x="9242991" y="5162917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5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5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8" y="5549"/>
                    </a:cubicBezTo>
                    <a:cubicBezTo>
                      <a:pt x="6232" y="4954"/>
                      <a:pt x="6567" y="4147"/>
                      <a:pt x="6567" y="3305"/>
                    </a:cubicBezTo>
                    <a:cubicBezTo>
                      <a:pt x="6567" y="2464"/>
                      <a:pt x="6232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8" y="1657"/>
                      <a:pt x="223" y="2464"/>
                      <a:pt x="223" y="3305"/>
                    </a:cubicBezTo>
                    <a:cubicBezTo>
                      <a:pt x="223" y="4147"/>
                      <a:pt x="558" y="4954"/>
                      <a:pt x="1152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91" name="Freeform: Shape 8690">
                <a:extLst>
                  <a:ext uri="{FF2B5EF4-FFF2-40B4-BE49-F238E27FC236}">
                    <a16:creationId xmlns:a16="http://schemas.microsoft.com/office/drawing/2014/main" id="{A0915BF7-D123-117F-85BD-70AEA6B9CD04}"/>
                  </a:ext>
                </a:extLst>
              </p:cNvPr>
              <p:cNvSpPr/>
              <p:nvPr/>
            </p:nvSpPr>
            <p:spPr>
              <a:xfrm>
                <a:off x="9159013" y="5105715"/>
                <a:ext cx="6343" cy="6345"/>
              </a:xfrm>
              <a:custGeom>
                <a:avLst/>
                <a:gdLst>
                  <a:gd name="connsiteX0" fmla="*/ 3388 w 6343"/>
                  <a:gd name="connsiteY0" fmla="*/ 6474 h 6345"/>
                  <a:gd name="connsiteX1" fmla="*/ 5631 w 6343"/>
                  <a:gd name="connsiteY1" fmla="*/ 5544 h 6345"/>
                  <a:gd name="connsiteX2" fmla="*/ 6560 w 6343"/>
                  <a:gd name="connsiteY2" fmla="*/ 3301 h 6345"/>
                  <a:gd name="connsiteX3" fmla="*/ 5631 w 6343"/>
                  <a:gd name="connsiteY3" fmla="*/ 1057 h 6345"/>
                  <a:gd name="connsiteX4" fmla="*/ 3388 w 6343"/>
                  <a:gd name="connsiteY4" fmla="*/ 128 h 6345"/>
                  <a:gd name="connsiteX5" fmla="*/ 1146 w 6343"/>
                  <a:gd name="connsiteY5" fmla="*/ 1057 h 6345"/>
                  <a:gd name="connsiteX6" fmla="*/ 217 w 6343"/>
                  <a:gd name="connsiteY6" fmla="*/ 3301 h 6345"/>
                  <a:gd name="connsiteX7" fmla="*/ 1146 w 6343"/>
                  <a:gd name="connsiteY7" fmla="*/ 5544 h 6345"/>
                  <a:gd name="connsiteX8" fmla="*/ 3388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4"/>
                    </a:moveTo>
                    <a:cubicBezTo>
                      <a:pt x="4229" y="6474"/>
                      <a:pt x="5036" y="6139"/>
                      <a:pt x="5631" y="5544"/>
                    </a:cubicBezTo>
                    <a:cubicBezTo>
                      <a:pt x="6226" y="4949"/>
                      <a:pt x="6560" y="4142"/>
                      <a:pt x="6560" y="3301"/>
                    </a:cubicBezTo>
                    <a:cubicBezTo>
                      <a:pt x="6560" y="2459"/>
                      <a:pt x="6226" y="1652"/>
                      <a:pt x="5631" y="1057"/>
                    </a:cubicBezTo>
                    <a:cubicBezTo>
                      <a:pt x="5036" y="462"/>
                      <a:pt x="4229" y="128"/>
                      <a:pt x="3388" y="128"/>
                    </a:cubicBezTo>
                    <a:cubicBezTo>
                      <a:pt x="2547" y="128"/>
                      <a:pt x="1740" y="462"/>
                      <a:pt x="1146" y="1057"/>
                    </a:cubicBezTo>
                    <a:cubicBezTo>
                      <a:pt x="551" y="1652"/>
                      <a:pt x="217" y="2459"/>
                      <a:pt x="217" y="3301"/>
                    </a:cubicBezTo>
                    <a:cubicBezTo>
                      <a:pt x="217" y="4142"/>
                      <a:pt x="551" y="4949"/>
                      <a:pt x="1146" y="5544"/>
                    </a:cubicBezTo>
                    <a:cubicBezTo>
                      <a:pt x="1740" y="6139"/>
                      <a:pt x="2547" y="6474"/>
                      <a:pt x="3388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92" name="Freeform: Shape 8691">
                <a:extLst>
                  <a:ext uri="{FF2B5EF4-FFF2-40B4-BE49-F238E27FC236}">
                    <a16:creationId xmlns:a16="http://schemas.microsoft.com/office/drawing/2014/main" id="{2A9D5751-180B-077B-21AA-53338CABE63E}"/>
                  </a:ext>
                </a:extLst>
              </p:cNvPr>
              <p:cNvSpPr/>
              <p:nvPr/>
            </p:nvSpPr>
            <p:spPr>
              <a:xfrm>
                <a:off x="9050734" y="5030757"/>
                <a:ext cx="6343" cy="6345"/>
              </a:xfrm>
              <a:custGeom>
                <a:avLst/>
                <a:gdLst>
                  <a:gd name="connsiteX0" fmla="*/ 3380 w 6343"/>
                  <a:gd name="connsiteY0" fmla="*/ 6468 h 6345"/>
                  <a:gd name="connsiteX1" fmla="*/ 5622 w 6343"/>
                  <a:gd name="connsiteY1" fmla="*/ 5538 h 6345"/>
                  <a:gd name="connsiteX2" fmla="*/ 6551 w 6343"/>
                  <a:gd name="connsiteY2" fmla="*/ 3295 h 6345"/>
                  <a:gd name="connsiteX3" fmla="*/ 5622 w 6343"/>
                  <a:gd name="connsiteY3" fmla="*/ 1051 h 6345"/>
                  <a:gd name="connsiteX4" fmla="*/ 3380 w 6343"/>
                  <a:gd name="connsiteY4" fmla="*/ 122 h 6345"/>
                  <a:gd name="connsiteX5" fmla="*/ 1137 w 6343"/>
                  <a:gd name="connsiteY5" fmla="*/ 1051 h 6345"/>
                  <a:gd name="connsiteX6" fmla="*/ 208 w 6343"/>
                  <a:gd name="connsiteY6" fmla="*/ 3295 h 6345"/>
                  <a:gd name="connsiteX7" fmla="*/ 1137 w 6343"/>
                  <a:gd name="connsiteY7" fmla="*/ 5538 h 6345"/>
                  <a:gd name="connsiteX8" fmla="*/ 338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68"/>
                    </a:moveTo>
                    <a:cubicBezTo>
                      <a:pt x="4221" y="6468"/>
                      <a:pt x="5028" y="6133"/>
                      <a:pt x="5622" y="5538"/>
                    </a:cubicBezTo>
                    <a:cubicBezTo>
                      <a:pt x="6217" y="4943"/>
                      <a:pt x="6551" y="4136"/>
                      <a:pt x="6551" y="3295"/>
                    </a:cubicBezTo>
                    <a:cubicBezTo>
                      <a:pt x="6551" y="2454"/>
                      <a:pt x="6217" y="1646"/>
                      <a:pt x="5622" y="1051"/>
                    </a:cubicBezTo>
                    <a:cubicBezTo>
                      <a:pt x="5028" y="457"/>
                      <a:pt x="4221" y="122"/>
                      <a:pt x="3380" y="122"/>
                    </a:cubicBezTo>
                    <a:cubicBezTo>
                      <a:pt x="2539" y="122"/>
                      <a:pt x="1732" y="457"/>
                      <a:pt x="1137" y="1051"/>
                    </a:cubicBezTo>
                    <a:cubicBezTo>
                      <a:pt x="542" y="1646"/>
                      <a:pt x="208" y="2454"/>
                      <a:pt x="208" y="3295"/>
                    </a:cubicBezTo>
                    <a:cubicBezTo>
                      <a:pt x="208" y="4136"/>
                      <a:pt x="542" y="4943"/>
                      <a:pt x="1137" y="5538"/>
                    </a:cubicBezTo>
                    <a:cubicBezTo>
                      <a:pt x="1732" y="6133"/>
                      <a:pt x="2539" y="6468"/>
                      <a:pt x="338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93" name="Freeform: Shape 8692">
                <a:extLst>
                  <a:ext uri="{FF2B5EF4-FFF2-40B4-BE49-F238E27FC236}">
                    <a16:creationId xmlns:a16="http://schemas.microsoft.com/office/drawing/2014/main" id="{10950DF1-CC7A-DA18-52B7-F2971F8F1234}"/>
                  </a:ext>
                </a:extLst>
              </p:cNvPr>
              <p:cNvSpPr/>
              <p:nvPr/>
            </p:nvSpPr>
            <p:spPr>
              <a:xfrm>
                <a:off x="9088478" y="5052831"/>
                <a:ext cx="6343" cy="6345"/>
              </a:xfrm>
              <a:custGeom>
                <a:avLst/>
                <a:gdLst>
                  <a:gd name="connsiteX0" fmla="*/ 3383 w 6343"/>
                  <a:gd name="connsiteY0" fmla="*/ 6469 h 6345"/>
                  <a:gd name="connsiteX1" fmla="*/ 5625 w 6343"/>
                  <a:gd name="connsiteY1" fmla="*/ 5540 h 6345"/>
                  <a:gd name="connsiteX2" fmla="*/ 6554 w 6343"/>
                  <a:gd name="connsiteY2" fmla="*/ 3297 h 6345"/>
                  <a:gd name="connsiteX3" fmla="*/ 5625 w 6343"/>
                  <a:gd name="connsiteY3" fmla="*/ 1053 h 6345"/>
                  <a:gd name="connsiteX4" fmla="*/ 3383 w 6343"/>
                  <a:gd name="connsiteY4" fmla="*/ 124 h 6345"/>
                  <a:gd name="connsiteX5" fmla="*/ 1140 w 6343"/>
                  <a:gd name="connsiteY5" fmla="*/ 1053 h 6345"/>
                  <a:gd name="connsiteX6" fmla="*/ 211 w 6343"/>
                  <a:gd name="connsiteY6" fmla="*/ 3297 h 6345"/>
                  <a:gd name="connsiteX7" fmla="*/ 1140 w 6343"/>
                  <a:gd name="connsiteY7" fmla="*/ 5540 h 6345"/>
                  <a:gd name="connsiteX8" fmla="*/ 3383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69"/>
                    </a:moveTo>
                    <a:cubicBezTo>
                      <a:pt x="4224" y="6469"/>
                      <a:pt x="5031" y="6135"/>
                      <a:pt x="5625" y="5540"/>
                    </a:cubicBezTo>
                    <a:cubicBezTo>
                      <a:pt x="6220" y="4945"/>
                      <a:pt x="6554" y="4138"/>
                      <a:pt x="6554" y="3297"/>
                    </a:cubicBezTo>
                    <a:cubicBezTo>
                      <a:pt x="6554" y="2455"/>
                      <a:pt x="6220" y="1648"/>
                      <a:pt x="5625" y="1053"/>
                    </a:cubicBezTo>
                    <a:cubicBezTo>
                      <a:pt x="5031" y="458"/>
                      <a:pt x="4224" y="124"/>
                      <a:pt x="3383" y="124"/>
                    </a:cubicBezTo>
                    <a:cubicBezTo>
                      <a:pt x="2542" y="124"/>
                      <a:pt x="1735" y="458"/>
                      <a:pt x="1140" y="1053"/>
                    </a:cubicBezTo>
                    <a:cubicBezTo>
                      <a:pt x="545" y="1648"/>
                      <a:pt x="211" y="2455"/>
                      <a:pt x="211" y="3297"/>
                    </a:cubicBezTo>
                    <a:cubicBezTo>
                      <a:pt x="211" y="4138"/>
                      <a:pt x="545" y="4945"/>
                      <a:pt x="1140" y="5540"/>
                    </a:cubicBezTo>
                    <a:cubicBezTo>
                      <a:pt x="1735" y="6135"/>
                      <a:pt x="2542" y="6469"/>
                      <a:pt x="3383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94" name="Freeform: Shape 8693">
                <a:extLst>
                  <a:ext uri="{FF2B5EF4-FFF2-40B4-BE49-F238E27FC236}">
                    <a16:creationId xmlns:a16="http://schemas.microsoft.com/office/drawing/2014/main" id="{80E81A8C-165D-26CE-A5E9-135AF1AF7A88}"/>
                  </a:ext>
                </a:extLst>
              </p:cNvPr>
              <p:cNvSpPr/>
              <p:nvPr/>
            </p:nvSpPr>
            <p:spPr>
              <a:xfrm>
                <a:off x="9066519" y="5031121"/>
                <a:ext cx="6343" cy="6345"/>
              </a:xfrm>
              <a:custGeom>
                <a:avLst/>
                <a:gdLst>
                  <a:gd name="connsiteX0" fmla="*/ 3381 w 6343"/>
                  <a:gd name="connsiteY0" fmla="*/ 6468 h 6345"/>
                  <a:gd name="connsiteX1" fmla="*/ 5624 w 6343"/>
                  <a:gd name="connsiteY1" fmla="*/ 5538 h 6345"/>
                  <a:gd name="connsiteX2" fmla="*/ 6553 w 6343"/>
                  <a:gd name="connsiteY2" fmla="*/ 3295 h 6345"/>
                  <a:gd name="connsiteX3" fmla="*/ 5624 w 6343"/>
                  <a:gd name="connsiteY3" fmla="*/ 1052 h 6345"/>
                  <a:gd name="connsiteX4" fmla="*/ 3381 w 6343"/>
                  <a:gd name="connsiteY4" fmla="*/ 122 h 6345"/>
                  <a:gd name="connsiteX5" fmla="*/ 1138 w 6343"/>
                  <a:gd name="connsiteY5" fmla="*/ 1052 h 6345"/>
                  <a:gd name="connsiteX6" fmla="*/ 209 w 6343"/>
                  <a:gd name="connsiteY6" fmla="*/ 3295 h 6345"/>
                  <a:gd name="connsiteX7" fmla="*/ 1138 w 6343"/>
                  <a:gd name="connsiteY7" fmla="*/ 5538 h 6345"/>
                  <a:gd name="connsiteX8" fmla="*/ 3381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68"/>
                    </a:moveTo>
                    <a:cubicBezTo>
                      <a:pt x="4222" y="6468"/>
                      <a:pt x="5029" y="6133"/>
                      <a:pt x="5624" y="5538"/>
                    </a:cubicBezTo>
                    <a:cubicBezTo>
                      <a:pt x="6218" y="4943"/>
                      <a:pt x="6553" y="4136"/>
                      <a:pt x="6553" y="3295"/>
                    </a:cubicBezTo>
                    <a:cubicBezTo>
                      <a:pt x="6553" y="2454"/>
                      <a:pt x="6218" y="1646"/>
                      <a:pt x="5624" y="1052"/>
                    </a:cubicBezTo>
                    <a:cubicBezTo>
                      <a:pt x="5029" y="457"/>
                      <a:pt x="4222" y="122"/>
                      <a:pt x="3381" y="122"/>
                    </a:cubicBezTo>
                    <a:cubicBezTo>
                      <a:pt x="2540" y="122"/>
                      <a:pt x="1733" y="457"/>
                      <a:pt x="1138" y="1052"/>
                    </a:cubicBezTo>
                    <a:cubicBezTo>
                      <a:pt x="544" y="1646"/>
                      <a:pt x="209" y="2454"/>
                      <a:pt x="209" y="3295"/>
                    </a:cubicBezTo>
                    <a:cubicBezTo>
                      <a:pt x="209" y="4136"/>
                      <a:pt x="544" y="4943"/>
                      <a:pt x="1138" y="5538"/>
                    </a:cubicBezTo>
                    <a:cubicBezTo>
                      <a:pt x="1733" y="6133"/>
                      <a:pt x="2540" y="6468"/>
                      <a:pt x="3381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95" name="Freeform: Shape 8694">
                <a:extLst>
                  <a:ext uri="{FF2B5EF4-FFF2-40B4-BE49-F238E27FC236}">
                    <a16:creationId xmlns:a16="http://schemas.microsoft.com/office/drawing/2014/main" id="{B43CC42B-769E-1B84-333D-6FB8EF5ADFE1}"/>
                  </a:ext>
                </a:extLst>
              </p:cNvPr>
              <p:cNvSpPr/>
              <p:nvPr/>
            </p:nvSpPr>
            <p:spPr>
              <a:xfrm>
                <a:off x="9079787" y="5037020"/>
                <a:ext cx="6343" cy="6345"/>
              </a:xfrm>
              <a:custGeom>
                <a:avLst/>
                <a:gdLst>
                  <a:gd name="connsiteX0" fmla="*/ 3382 w 6343"/>
                  <a:gd name="connsiteY0" fmla="*/ 6468 h 6345"/>
                  <a:gd name="connsiteX1" fmla="*/ 5625 w 6343"/>
                  <a:gd name="connsiteY1" fmla="*/ 5539 h 6345"/>
                  <a:gd name="connsiteX2" fmla="*/ 6554 w 6343"/>
                  <a:gd name="connsiteY2" fmla="*/ 3295 h 6345"/>
                  <a:gd name="connsiteX3" fmla="*/ 5625 w 6343"/>
                  <a:gd name="connsiteY3" fmla="*/ 1052 h 6345"/>
                  <a:gd name="connsiteX4" fmla="*/ 3382 w 6343"/>
                  <a:gd name="connsiteY4" fmla="*/ 123 h 6345"/>
                  <a:gd name="connsiteX5" fmla="*/ 1139 w 6343"/>
                  <a:gd name="connsiteY5" fmla="*/ 1052 h 6345"/>
                  <a:gd name="connsiteX6" fmla="*/ 211 w 6343"/>
                  <a:gd name="connsiteY6" fmla="*/ 3295 h 6345"/>
                  <a:gd name="connsiteX7" fmla="*/ 1139 w 6343"/>
                  <a:gd name="connsiteY7" fmla="*/ 5539 h 6345"/>
                  <a:gd name="connsiteX8" fmla="*/ 338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68"/>
                    </a:moveTo>
                    <a:cubicBezTo>
                      <a:pt x="4223" y="6468"/>
                      <a:pt x="5030" y="6134"/>
                      <a:pt x="5625" y="5539"/>
                    </a:cubicBezTo>
                    <a:cubicBezTo>
                      <a:pt x="6219" y="4944"/>
                      <a:pt x="6554" y="4137"/>
                      <a:pt x="6554" y="3295"/>
                    </a:cubicBezTo>
                    <a:cubicBezTo>
                      <a:pt x="6554" y="2454"/>
                      <a:pt x="6219" y="1647"/>
                      <a:pt x="5625" y="1052"/>
                    </a:cubicBezTo>
                    <a:cubicBezTo>
                      <a:pt x="5030" y="457"/>
                      <a:pt x="4223" y="123"/>
                      <a:pt x="3382" y="123"/>
                    </a:cubicBezTo>
                    <a:cubicBezTo>
                      <a:pt x="2541" y="123"/>
                      <a:pt x="1734" y="457"/>
                      <a:pt x="1139" y="1052"/>
                    </a:cubicBezTo>
                    <a:cubicBezTo>
                      <a:pt x="545" y="1647"/>
                      <a:pt x="211" y="2454"/>
                      <a:pt x="211" y="3295"/>
                    </a:cubicBezTo>
                    <a:cubicBezTo>
                      <a:pt x="211" y="4137"/>
                      <a:pt x="545" y="4944"/>
                      <a:pt x="1139" y="5539"/>
                    </a:cubicBezTo>
                    <a:cubicBezTo>
                      <a:pt x="1734" y="6134"/>
                      <a:pt x="2541" y="6468"/>
                      <a:pt x="338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96" name="Freeform: Shape 8695">
                <a:extLst>
                  <a:ext uri="{FF2B5EF4-FFF2-40B4-BE49-F238E27FC236}">
                    <a16:creationId xmlns:a16="http://schemas.microsoft.com/office/drawing/2014/main" id="{E859F627-3AAF-FB74-0955-6F4D3C0572FC}"/>
                  </a:ext>
                </a:extLst>
              </p:cNvPr>
              <p:cNvSpPr/>
              <p:nvPr/>
            </p:nvSpPr>
            <p:spPr>
              <a:xfrm>
                <a:off x="9080502" y="5034167"/>
                <a:ext cx="6343" cy="6345"/>
              </a:xfrm>
              <a:custGeom>
                <a:avLst/>
                <a:gdLst>
                  <a:gd name="connsiteX0" fmla="*/ 3382 w 6343"/>
                  <a:gd name="connsiteY0" fmla="*/ 6468 h 6345"/>
                  <a:gd name="connsiteX1" fmla="*/ 5625 w 6343"/>
                  <a:gd name="connsiteY1" fmla="*/ 5539 h 6345"/>
                  <a:gd name="connsiteX2" fmla="*/ 6554 w 6343"/>
                  <a:gd name="connsiteY2" fmla="*/ 3295 h 6345"/>
                  <a:gd name="connsiteX3" fmla="*/ 5625 w 6343"/>
                  <a:gd name="connsiteY3" fmla="*/ 1052 h 6345"/>
                  <a:gd name="connsiteX4" fmla="*/ 3382 w 6343"/>
                  <a:gd name="connsiteY4" fmla="*/ 123 h 6345"/>
                  <a:gd name="connsiteX5" fmla="*/ 1140 w 6343"/>
                  <a:gd name="connsiteY5" fmla="*/ 1052 h 6345"/>
                  <a:gd name="connsiteX6" fmla="*/ 211 w 6343"/>
                  <a:gd name="connsiteY6" fmla="*/ 3295 h 6345"/>
                  <a:gd name="connsiteX7" fmla="*/ 1140 w 6343"/>
                  <a:gd name="connsiteY7" fmla="*/ 5539 h 6345"/>
                  <a:gd name="connsiteX8" fmla="*/ 338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68"/>
                    </a:moveTo>
                    <a:cubicBezTo>
                      <a:pt x="4223" y="6468"/>
                      <a:pt x="5030" y="6134"/>
                      <a:pt x="5625" y="5539"/>
                    </a:cubicBezTo>
                    <a:cubicBezTo>
                      <a:pt x="6220" y="4944"/>
                      <a:pt x="6554" y="4137"/>
                      <a:pt x="6554" y="3295"/>
                    </a:cubicBezTo>
                    <a:cubicBezTo>
                      <a:pt x="6554" y="2454"/>
                      <a:pt x="6220" y="1647"/>
                      <a:pt x="5625" y="1052"/>
                    </a:cubicBezTo>
                    <a:cubicBezTo>
                      <a:pt x="5030" y="457"/>
                      <a:pt x="4223" y="123"/>
                      <a:pt x="3382" y="123"/>
                    </a:cubicBezTo>
                    <a:cubicBezTo>
                      <a:pt x="2541" y="123"/>
                      <a:pt x="1734" y="457"/>
                      <a:pt x="1140" y="1052"/>
                    </a:cubicBezTo>
                    <a:cubicBezTo>
                      <a:pt x="545" y="1647"/>
                      <a:pt x="211" y="2454"/>
                      <a:pt x="211" y="3295"/>
                    </a:cubicBezTo>
                    <a:cubicBezTo>
                      <a:pt x="211" y="4137"/>
                      <a:pt x="545" y="4944"/>
                      <a:pt x="1140" y="5539"/>
                    </a:cubicBezTo>
                    <a:cubicBezTo>
                      <a:pt x="1734" y="6134"/>
                      <a:pt x="2541" y="6468"/>
                      <a:pt x="338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97" name="Freeform: Shape 8696">
                <a:extLst>
                  <a:ext uri="{FF2B5EF4-FFF2-40B4-BE49-F238E27FC236}">
                    <a16:creationId xmlns:a16="http://schemas.microsoft.com/office/drawing/2014/main" id="{D2137181-E591-48F9-2BE3-35810818ABC8}"/>
                  </a:ext>
                </a:extLst>
              </p:cNvPr>
              <p:cNvSpPr/>
              <p:nvPr/>
            </p:nvSpPr>
            <p:spPr>
              <a:xfrm>
                <a:off x="9084035" y="5033337"/>
                <a:ext cx="6343" cy="6345"/>
              </a:xfrm>
              <a:custGeom>
                <a:avLst/>
                <a:gdLst>
                  <a:gd name="connsiteX0" fmla="*/ 3382 w 6343"/>
                  <a:gd name="connsiteY0" fmla="*/ 6468 h 6345"/>
                  <a:gd name="connsiteX1" fmla="*/ 5625 w 6343"/>
                  <a:gd name="connsiteY1" fmla="*/ 5539 h 6345"/>
                  <a:gd name="connsiteX2" fmla="*/ 6554 w 6343"/>
                  <a:gd name="connsiteY2" fmla="*/ 3295 h 6345"/>
                  <a:gd name="connsiteX3" fmla="*/ 5625 w 6343"/>
                  <a:gd name="connsiteY3" fmla="*/ 1052 h 6345"/>
                  <a:gd name="connsiteX4" fmla="*/ 3382 w 6343"/>
                  <a:gd name="connsiteY4" fmla="*/ 122 h 6345"/>
                  <a:gd name="connsiteX5" fmla="*/ 1140 w 6343"/>
                  <a:gd name="connsiteY5" fmla="*/ 1052 h 6345"/>
                  <a:gd name="connsiteX6" fmla="*/ 211 w 6343"/>
                  <a:gd name="connsiteY6" fmla="*/ 3295 h 6345"/>
                  <a:gd name="connsiteX7" fmla="*/ 1140 w 6343"/>
                  <a:gd name="connsiteY7" fmla="*/ 5539 h 6345"/>
                  <a:gd name="connsiteX8" fmla="*/ 338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68"/>
                    </a:moveTo>
                    <a:cubicBezTo>
                      <a:pt x="4224" y="6468"/>
                      <a:pt x="5030" y="6134"/>
                      <a:pt x="5625" y="5539"/>
                    </a:cubicBezTo>
                    <a:cubicBezTo>
                      <a:pt x="6220" y="4944"/>
                      <a:pt x="6554" y="4137"/>
                      <a:pt x="6554" y="3295"/>
                    </a:cubicBezTo>
                    <a:cubicBezTo>
                      <a:pt x="6554" y="2454"/>
                      <a:pt x="6220" y="1647"/>
                      <a:pt x="5625" y="1052"/>
                    </a:cubicBezTo>
                    <a:cubicBezTo>
                      <a:pt x="5030" y="457"/>
                      <a:pt x="4224" y="122"/>
                      <a:pt x="3382" y="122"/>
                    </a:cubicBezTo>
                    <a:cubicBezTo>
                      <a:pt x="2541" y="122"/>
                      <a:pt x="1735" y="457"/>
                      <a:pt x="1140" y="1052"/>
                    </a:cubicBezTo>
                    <a:cubicBezTo>
                      <a:pt x="545" y="1647"/>
                      <a:pt x="211" y="2454"/>
                      <a:pt x="211" y="3295"/>
                    </a:cubicBezTo>
                    <a:cubicBezTo>
                      <a:pt x="211" y="4137"/>
                      <a:pt x="545" y="4944"/>
                      <a:pt x="1140" y="5539"/>
                    </a:cubicBezTo>
                    <a:cubicBezTo>
                      <a:pt x="1735" y="6134"/>
                      <a:pt x="2541" y="6468"/>
                      <a:pt x="338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98" name="Freeform: Shape 8697">
                <a:extLst>
                  <a:ext uri="{FF2B5EF4-FFF2-40B4-BE49-F238E27FC236}">
                    <a16:creationId xmlns:a16="http://schemas.microsoft.com/office/drawing/2014/main" id="{F99AA89D-4BF2-D8BD-6E4A-AB210D22ED7E}"/>
                  </a:ext>
                </a:extLst>
              </p:cNvPr>
              <p:cNvSpPr/>
              <p:nvPr/>
            </p:nvSpPr>
            <p:spPr>
              <a:xfrm>
                <a:off x="9087059" y="5032169"/>
                <a:ext cx="6343" cy="6345"/>
              </a:xfrm>
              <a:custGeom>
                <a:avLst/>
                <a:gdLst>
                  <a:gd name="connsiteX0" fmla="*/ 3383 w 6343"/>
                  <a:gd name="connsiteY0" fmla="*/ 6468 h 6345"/>
                  <a:gd name="connsiteX1" fmla="*/ 5625 w 6343"/>
                  <a:gd name="connsiteY1" fmla="*/ 5539 h 6345"/>
                  <a:gd name="connsiteX2" fmla="*/ 6554 w 6343"/>
                  <a:gd name="connsiteY2" fmla="*/ 3295 h 6345"/>
                  <a:gd name="connsiteX3" fmla="*/ 5625 w 6343"/>
                  <a:gd name="connsiteY3" fmla="*/ 1052 h 6345"/>
                  <a:gd name="connsiteX4" fmla="*/ 3383 w 6343"/>
                  <a:gd name="connsiteY4" fmla="*/ 122 h 6345"/>
                  <a:gd name="connsiteX5" fmla="*/ 1140 w 6343"/>
                  <a:gd name="connsiteY5" fmla="*/ 1052 h 6345"/>
                  <a:gd name="connsiteX6" fmla="*/ 211 w 6343"/>
                  <a:gd name="connsiteY6" fmla="*/ 3295 h 6345"/>
                  <a:gd name="connsiteX7" fmla="*/ 1140 w 6343"/>
                  <a:gd name="connsiteY7" fmla="*/ 5539 h 6345"/>
                  <a:gd name="connsiteX8" fmla="*/ 338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68"/>
                    </a:moveTo>
                    <a:cubicBezTo>
                      <a:pt x="4224" y="6468"/>
                      <a:pt x="5031" y="6133"/>
                      <a:pt x="5625" y="5539"/>
                    </a:cubicBezTo>
                    <a:cubicBezTo>
                      <a:pt x="6220" y="4944"/>
                      <a:pt x="6554" y="4136"/>
                      <a:pt x="6554" y="3295"/>
                    </a:cubicBezTo>
                    <a:cubicBezTo>
                      <a:pt x="6554" y="2454"/>
                      <a:pt x="6220" y="1647"/>
                      <a:pt x="5625" y="1052"/>
                    </a:cubicBezTo>
                    <a:cubicBezTo>
                      <a:pt x="5031" y="457"/>
                      <a:pt x="4224" y="122"/>
                      <a:pt x="3383" y="122"/>
                    </a:cubicBezTo>
                    <a:cubicBezTo>
                      <a:pt x="2542" y="122"/>
                      <a:pt x="1735" y="457"/>
                      <a:pt x="1140" y="1052"/>
                    </a:cubicBezTo>
                    <a:cubicBezTo>
                      <a:pt x="545" y="1647"/>
                      <a:pt x="211" y="2454"/>
                      <a:pt x="211" y="3295"/>
                    </a:cubicBezTo>
                    <a:cubicBezTo>
                      <a:pt x="211" y="4136"/>
                      <a:pt x="545" y="4944"/>
                      <a:pt x="1140" y="5539"/>
                    </a:cubicBezTo>
                    <a:cubicBezTo>
                      <a:pt x="1735" y="6133"/>
                      <a:pt x="2542" y="6468"/>
                      <a:pt x="338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699" name="Freeform: Shape 8698">
                <a:extLst>
                  <a:ext uri="{FF2B5EF4-FFF2-40B4-BE49-F238E27FC236}">
                    <a16:creationId xmlns:a16="http://schemas.microsoft.com/office/drawing/2014/main" id="{A9F305B3-6F0F-710A-294F-D530C4BCF499}"/>
                  </a:ext>
                </a:extLst>
              </p:cNvPr>
              <p:cNvSpPr/>
              <p:nvPr/>
            </p:nvSpPr>
            <p:spPr>
              <a:xfrm>
                <a:off x="9089024" y="5030243"/>
                <a:ext cx="6343" cy="6345"/>
              </a:xfrm>
              <a:custGeom>
                <a:avLst/>
                <a:gdLst>
                  <a:gd name="connsiteX0" fmla="*/ 3383 w 6343"/>
                  <a:gd name="connsiteY0" fmla="*/ 6468 h 6345"/>
                  <a:gd name="connsiteX1" fmla="*/ 5625 w 6343"/>
                  <a:gd name="connsiteY1" fmla="*/ 5538 h 6345"/>
                  <a:gd name="connsiteX2" fmla="*/ 6554 w 6343"/>
                  <a:gd name="connsiteY2" fmla="*/ 3295 h 6345"/>
                  <a:gd name="connsiteX3" fmla="*/ 5625 w 6343"/>
                  <a:gd name="connsiteY3" fmla="*/ 1051 h 6345"/>
                  <a:gd name="connsiteX4" fmla="*/ 3383 w 6343"/>
                  <a:gd name="connsiteY4" fmla="*/ 122 h 6345"/>
                  <a:gd name="connsiteX5" fmla="*/ 1140 w 6343"/>
                  <a:gd name="connsiteY5" fmla="*/ 1051 h 6345"/>
                  <a:gd name="connsiteX6" fmla="*/ 211 w 6343"/>
                  <a:gd name="connsiteY6" fmla="*/ 3295 h 6345"/>
                  <a:gd name="connsiteX7" fmla="*/ 1140 w 6343"/>
                  <a:gd name="connsiteY7" fmla="*/ 5538 h 6345"/>
                  <a:gd name="connsiteX8" fmla="*/ 3383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68"/>
                    </a:moveTo>
                    <a:cubicBezTo>
                      <a:pt x="4224" y="6468"/>
                      <a:pt x="5031" y="6133"/>
                      <a:pt x="5625" y="5538"/>
                    </a:cubicBezTo>
                    <a:cubicBezTo>
                      <a:pt x="6220" y="4943"/>
                      <a:pt x="6554" y="4136"/>
                      <a:pt x="6554" y="3295"/>
                    </a:cubicBezTo>
                    <a:cubicBezTo>
                      <a:pt x="6554" y="2453"/>
                      <a:pt x="6220" y="1646"/>
                      <a:pt x="5625" y="1051"/>
                    </a:cubicBezTo>
                    <a:cubicBezTo>
                      <a:pt x="5031" y="456"/>
                      <a:pt x="4224" y="122"/>
                      <a:pt x="3383" y="122"/>
                    </a:cubicBezTo>
                    <a:cubicBezTo>
                      <a:pt x="2542" y="122"/>
                      <a:pt x="1735" y="456"/>
                      <a:pt x="1140" y="1051"/>
                    </a:cubicBezTo>
                    <a:cubicBezTo>
                      <a:pt x="545" y="1646"/>
                      <a:pt x="211" y="2453"/>
                      <a:pt x="211" y="3295"/>
                    </a:cubicBezTo>
                    <a:cubicBezTo>
                      <a:pt x="211" y="4136"/>
                      <a:pt x="545" y="4943"/>
                      <a:pt x="1140" y="5538"/>
                    </a:cubicBezTo>
                    <a:cubicBezTo>
                      <a:pt x="1735" y="6133"/>
                      <a:pt x="2542" y="6468"/>
                      <a:pt x="3383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00" name="Freeform: Shape 8699">
                <a:extLst>
                  <a:ext uri="{FF2B5EF4-FFF2-40B4-BE49-F238E27FC236}">
                    <a16:creationId xmlns:a16="http://schemas.microsoft.com/office/drawing/2014/main" id="{55373967-0E06-C9A7-2537-AEDBB3B8270D}"/>
                  </a:ext>
                </a:extLst>
              </p:cNvPr>
              <p:cNvSpPr/>
              <p:nvPr/>
            </p:nvSpPr>
            <p:spPr>
              <a:xfrm>
                <a:off x="9281299" y="5166681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5" y="4954"/>
                      <a:pt x="6570" y="4147"/>
                      <a:pt x="6570" y="3306"/>
                    </a:cubicBezTo>
                    <a:cubicBezTo>
                      <a:pt x="6570" y="2464"/>
                      <a:pt x="6235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1" y="1657"/>
                      <a:pt x="226" y="2464"/>
                      <a:pt x="226" y="3306"/>
                    </a:cubicBezTo>
                    <a:cubicBezTo>
                      <a:pt x="226" y="4147"/>
                      <a:pt x="561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01" name="Freeform: Shape 8700">
                <a:extLst>
                  <a:ext uri="{FF2B5EF4-FFF2-40B4-BE49-F238E27FC236}">
                    <a16:creationId xmlns:a16="http://schemas.microsoft.com/office/drawing/2014/main" id="{5BCFA9FD-0A38-D0D2-7279-8B4516727920}"/>
                  </a:ext>
                </a:extLst>
              </p:cNvPr>
              <p:cNvSpPr/>
              <p:nvPr/>
            </p:nvSpPr>
            <p:spPr>
              <a:xfrm>
                <a:off x="9286170" y="5168916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02" name="Freeform: Shape 8701">
                <a:extLst>
                  <a:ext uri="{FF2B5EF4-FFF2-40B4-BE49-F238E27FC236}">
                    <a16:creationId xmlns:a16="http://schemas.microsoft.com/office/drawing/2014/main" id="{13B689DC-04FE-43A2-84ED-79D65580F674}"/>
                  </a:ext>
                </a:extLst>
              </p:cNvPr>
              <p:cNvSpPr/>
              <p:nvPr/>
            </p:nvSpPr>
            <p:spPr>
              <a:xfrm>
                <a:off x="9287431" y="5168340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03" name="Freeform: Shape 8702">
                <a:extLst>
                  <a:ext uri="{FF2B5EF4-FFF2-40B4-BE49-F238E27FC236}">
                    <a16:creationId xmlns:a16="http://schemas.microsoft.com/office/drawing/2014/main" id="{8DC293BA-7254-14C6-4DA0-B4AF214BF80D}"/>
                  </a:ext>
                </a:extLst>
              </p:cNvPr>
              <p:cNvSpPr/>
              <p:nvPr/>
            </p:nvSpPr>
            <p:spPr>
              <a:xfrm>
                <a:off x="9288692" y="5167775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04" name="Freeform: Shape 8703">
                <a:extLst>
                  <a:ext uri="{FF2B5EF4-FFF2-40B4-BE49-F238E27FC236}">
                    <a16:creationId xmlns:a16="http://schemas.microsoft.com/office/drawing/2014/main" id="{9BD01182-16E2-ECB7-E65C-A527374038F3}"/>
                  </a:ext>
                </a:extLst>
              </p:cNvPr>
              <p:cNvSpPr/>
              <p:nvPr/>
            </p:nvSpPr>
            <p:spPr>
              <a:xfrm>
                <a:off x="9289857" y="5167141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05" name="Freeform: Shape 8704">
                <a:extLst>
                  <a:ext uri="{FF2B5EF4-FFF2-40B4-BE49-F238E27FC236}">
                    <a16:creationId xmlns:a16="http://schemas.microsoft.com/office/drawing/2014/main" id="{13D1FD46-3FF0-4E13-6981-C928245218B5}"/>
                  </a:ext>
                </a:extLst>
              </p:cNvPr>
              <p:cNvSpPr/>
              <p:nvPr/>
            </p:nvSpPr>
            <p:spPr>
              <a:xfrm>
                <a:off x="9291073" y="5166556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06" name="Freeform: Shape 8705">
                <a:extLst>
                  <a:ext uri="{FF2B5EF4-FFF2-40B4-BE49-F238E27FC236}">
                    <a16:creationId xmlns:a16="http://schemas.microsoft.com/office/drawing/2014/main" id="{CAA18AE4-14B3-DE27-3777-32B806212C7E}"/>
                  </a:ext>
                </a:extLst>
              </p:cNvPr>
              <p:cNvSpPr/>
              <p:nvPr/>
            </p:nvSpPr>
            <p:spPr>
              <a:xfrm>
                <a:off x="9295267" y="5168489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8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6"/>
                    </a:cubicBezTo>
                    <a:cubicBezTo>
                      <a:pt x="6571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07" name="Freeform: Shape 8706">
                <a:extLst>
                  <a:ext uri="{FF2B5EF4-FFF2-40B4-BE49-F238E27FC236}">
                    <a16:creationId xmlns:a16="http://schemas.microsoft.com/office/drawing/2014/main" id="{1319C2F4-4D53-8F45-5671-6124E6187ACA}"/>
                  </a:ext>
                </a:extLst>
              </p:cNvPr>
              <p:cNvSpPr/>
              <p:nvPr/>
            </p:nvSpPr>
            <p:spPr>
              <a:xfrm>
                <a:off x="9302962" y="5165785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08" name="Freeform: Shape 8707">
                <a:extLst>
                  <a:ext uri="{FF2B5EF4-FFF2-40B4-BE49-F238E27FC236}">
                    <a16:creationId xmlns:a16="http://schemas.microsoft.com/office/drawing/2014/main" id="{E8AF9E2D-7D03-241D-7AFF-A5A7D1B35975}"/>
                  </a:ext>
                </a:extLst>
              </p:cNvPr>
              <p:cNvSpPr/>
              <p:nvPr/>
            </p:nvSpPr>
            <p:spPr>
              <a:xfrm>
                <a:off x="9303856" y="5163417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09" name="Freeform: Shape 8708">
                <a:extLst>
                  <a:ext uri="{FF2B5EF4-FFF2-40B4-BE49-F238E27FC236}">
                    <a16:creationId xmlns:a16="http://schemas.microsoft.com/office/drawing/2014/main" id="{3E43AD27-8CCF-424E-5927-B229C586E585}"/>
                  </a:ext>
                </a:extLst>
              </p:cNvPr>
              <p:cNvSpPr/>
              <p:nvPr/>
            </p:nvSpPr>
            <p:spPr>
              <a:xfrm>
                <a:off x="9303151" y="5161136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10" name="Freeform: Shape 8709">
                <a:extLst>
                  <a:ext uri="{FF2B5EF4-FFF2-40B4-BE49-F238E27FC236}">
                    <a16:creationId xmlns:a16="http://schemas.microsoft.com/office/drawing/2014/main" id="{CA8FE2C3-4C10-8AF7-DCC7-026B350B1539}"/>
                  </a:ext>
                </a:extLst>
              </p:cNvPr>
              <p:cNvSpPr/>
              <p:nvPr/>
            </p:nvSpPr>
            <p:spPr>
              <a:xfrm>
                <a:off x="9303059" y="5159405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2" y="5549"/>
                    </a:cubicBezTo>
                    <a:cubicBezTo>
                      <a:pt x="6237" y="4954"/>
                      <a:pt x="6571" y="4146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6"/>
                      <a:pt x="562" y="4954"/>
                      <a:pt x="1157" y="5549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11" name="Freeform: Shape 8710">
                <a:extLst>
                  <a:ext uri="{FF2B5EF4-FFF2-40B4-BE49-F238E27FC236}">
                    <a16:creationId xmlns:a16="http://schemas.microsoft.com/office/drawing/2014/main" id="{33EC6E9E-1EFD-29A1-1DB5-C313A75B0B77}"/>
                  </a:ext>
                </a:extLst>
              </p:cNvPr>
              <p:cNvSpPr/>
              <p:nvPr/>
            </p:nvSpPr>
            <p:spPr>
              <a:xfrm>
                <a:off x="9303571" y="5158235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12" name="Freeform: Shape 8711">
                <a:extLst>
                  <a:ext uri="{FF2B5EF4-FFF2-40B4-BE49-F238E27FC236}">
                    <a16:creationId xmlns:a16="http://schemas.microsoft.com/office/drawing/2014/main" id="{DDD2ED86-DC67-CC17-1E9A-9E3ABCBC2CD2}"/>
                  </a:ext>
                </a:extLst>
              </p:cNvPr>
              <p:cNvSpPr/>
              <p:nvPr/>
            </p:nvSpPr>
            <p:spPr>
              <a:xfrm>
                <a:off x="9302610" y="5155618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8" y="466"/>
                      <a:pt x="4241" y="132"/>
                      <a:pt x="3400" y="132"/>
                    </a:cubicBezTo>
                    <a:cubicBezTo>
                      <a:pt x="2559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13" name="Freeform: Shape 8712">
                <a:extLst>
                  <a:ext uri="{FF2B5EF4-FFF2-40B4-BE49-F238E27FC236}">
                    <a16:creationId xmlns:a16="http://schemas.microsoft.com/office/drawing/2014/main" id="{C3621FB1-2F30-05E9-D77E-D36D5B0706C1}"/>
                  </a:ext>
                </a:extLst>
              </p:cNvPr>
              <p:cNvSpPr/>
              <p:nvPr/>
            </p:nvSpPr>
            <p:spPr>
              <a:xfrm>
                <a:off x="9303685" y="5154972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8" y="466"/>
                      <a:pt x="4241" y="132"/>
                      <a:pt x="3400" y="132"/>
                    </a:cubicBezTo>
                    <a:cubicBezTo>
                      <a:pt x="2559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14" name="Freeform: Shape 8713">
                <a:extLst>
                  <a:ext uri="{FF2B5EF4-FFF2-40B4-BE49-F238E27FC236}">
                    <a16:creationId xmlns:a16="http://schemas.microsoft.com/office/drawing/2014/main" id="{A561B968-6CD5-0681-A9FA-19D62164A2DF}"/>
                  </a:ext>
                </a:extLst>
              </p:cNvPr>
              <p:cNvSpPr/>
              <p:nvPr/>
            </p:nvSpPr>
            <p:spPr>
              <a:xfrm>
                <a:off x="9303076" y="5152645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8" y="466"/>
                      <a:pt x="4241" y="132"/>
                      <a:pt x="3400" y="132"/>
                    </a:cubicBezTo>
                    <a:cubicBezTo>
                      <a:pt x="2559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15" name="Freeform: Shape 8714">
                <a:extLst>
                  <a:ext uri="{FF2B5EF4-FFF2-40B4-BE49-F238E27FC236}">
                    <a16:creationId xmlns:a16="http://schemas.microsoft.com/office/drawing/2014/main" id="{762D15A5-5222-F3C0-8976-C48D0F05B34C}"/>
                  </a:ext>
                </a:extLst>
              </p:cNvPr>
              <p:cNvSpPr/>
              <p:nvPr/>
            </p:nvSpPr>
            <p:spPr>
              <a:xfrm>
                <a:off x="9183984" y="5026945"/>
                <a:ext cx="6343" cy="6345"/>
              </a:xfrm>
              <a:custGeom>
                <a:avLst/>
                <a:gdLst>
                  <a:gd name="connsiteX0" fmla="*/ 3390 w 6343"/>
                  <a:gd name="connsiteY0" fmla="*/ 6467 h 6345"/>
                  <a:gd name="connsiteX1" fmla="*/ 5633 w 6343"/>
                  <a:gd name="connsiteY1" fmla="*/ 5538 h 6345"/>
                  <a:gd name="connsiteX2" fmla="*/ 6562 w 6343"/>
                  <a:gd name="connsiteY2" fmla="*/ 3295 h 6345"/>
                  <a:gd name="connsiteX3" fmla="*/ 5633 w 6343"/>
                  <a:gd name="connsiteY3" fmla="*/ 1051 h 6345"/>
                  <a:gd name="connsiteX4" fmla="*/ 3390 w 6343"/>
                  <a:gd name="connsiteY4" fmla="*/ 122 h 6345"/>
                  <a:gd name="connsiteX5" fmla="*/ 1148 w 6343"/>
                  <a:gd name="connsiteY5" fmla="*/ 1051 h 6345"/>
                  <a:gd name="connsiteX6" fmla="*/ 219 w 6343"/>
                  <a:gd name="connsiteY6" fmla="*/ 3295 h 6345"/>
                  <a:gd name="connsiteX7" fmla="*/ 1148 w 6343"/>
                  <a:gd name="connsiteY7" fmla="*/ 5538 h 6345"/>
                  <a:gd name="connsiteX8" fmla="*/ 339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67"/>
                    </a:moveTo>
                    <a:cubicBezTo>
                      <a:pt x="4231" y="6467"/>
                      <a:pt x="5038" y="6133"/>
                      <a:pt x="5633" y="5538"/>
                    </a:cubicBezTo>
                    <a:cubicBezTo>
                      <a:pt x="6228" y="4943"/>
                      <a:pt x="6562" y="4136"/>
                      <a:pt x="6562" y="3295"/>
                    </a:cubicBezTo>
                    <a:cubicBezTo>
                      <a:pt x="6562" y="2453"/>
                      <a:pt x="6228" y="1646"/>
                      <a:pt x="5633" y="1051"/>
                    </a:cubicBezTo>
                    <a:cubicBezTo>
                      <a:pt x="5038" y="456"/>
                      <a:pt x="4231" y="122"/>
                      <a:pt x="3390" y="122"/>
                    </a:cubicBezTo>
                    <a:cubicBezTo>
                      <a:pt x="2549" y="122"/>
                      <a:pt x="1742" y="456"/>
                      <a:pt x="1148" y="1051"/>
                    </a:cubicBezTo>
                    <a:cubicBezTo>
                      <a:pt x="553" y="1646"/>
                      <a:pt x="219" y="2453"/>
                      <a:pt x="219" y="3295"/>
                    </a:cubicBezTo>
                    <a:cubicBezTo>
                      <a:pt x="219" y="4136"/>
                      <a:pt x="553" y="4943"/>
                      <a:pt x="1148" y="5538"/>
                    </a:cubicBezTo>
                    <a:cubicBezTo>
                      <a:pt x="1742" y="6133"/>
                      <a:pt x="2549" y="6467"/>
                      <a:pt x="339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16" name="Freeform: Shape 8715">
                <a:extLst>
                  <a:ext uri="{FF2B5EF4-FFF2-40B4-BE49-F238E27FC236}">
                    <a16:creationId xmlns:a16="http://schemas.microsoft.com/office/drawing/2014/main" id="{37A2E6EB-469A-6F51-D255-7BF9142D394D}"/>
                  </a:ext>
                </a:extLst>
              </p:cNvPr>
              <p:cNvSpPr/>
              <p:nvPr/>
            </p:nvSpPr>
            <p:spPr>
              <a:xfrm>
                <a:off x="9223082" y="5064254"/>
                <a:ext cx="6343" cy="6345"/>
              </a:xfrm>
              <a:custGeom>
                <a:avLst/>
                <a:gdLst>
                  <a:gd name="connsiteX0" fmla="*/ 3393 w 6343"/>
                  <a:gd name="connsiteY0" fmla="*/ 6470 h 6345"/>
                  <a:gd name="connsiteX1" fmla="*/ 5636 w 6343"/>
                  <a:gd name="connsiteY1" fmla="*/ 5541 h 6345"/>
                  <a:gd name="connsiteX2" fmla="*/ 6565 w 6343"/>
                  <a:gd name="connsiteY2" fmla="*/ 3298 h 6345"/>
                  <a:gd name="connsiteX3" fmla="*/ 5636 w 6343"/>
                  <a:gd name="connsiteY3" fmla="*/ 1054 h 6345"/>
                  <a:gd name="connsiteX4" fmla="*/ 3393 w 6343"/>
                  <a:gd name="connsiteY4" fmla="*/ 125 h 6345"/>
                  <a:gd name="connsiteX5" fmla="*/ 1151 w 6343"/>
                  <a:gd name="connsiteY5" fmla="*/ 1054 h 6345"/>
                  <a:gd name="connsiteX6" fmla="*/ 222 w 6343"/>
                  <a:gd name="connsiteY6" fmla="*/ 3298 h 6345"/>
                  <a:gd name="connsiteX7" fmla="*/ 1151 w 6343"/>
                  <a:gd name="connsiteY7" fmla="*/ 5541 h 6345"/>
                  <a:gd name="connsiteX8" fmla="*/ 3393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0"/>
                    </a:moveTo>
                    <a:cubicBezTo>
                      <a:pt x="4234" y="6470"/>
                      <a:pt x="5041" y="6136"/>
                      <a:pt x="5636" y="5541"/>
                    </a:cubicBezTo>
                    <a:cubicBezTo>
                      <a:pt x="6231" y="4946"/>
                      <a:pt x="6565" y="4139"/>
                      <a:pt x="6565" y="3298"/>
                    </a:cubicBezTo>
                    <a:cubicBezTo>
                      <a:pt x="6565" y="2456"/>
                      <a:pt x="6231" y="1649"/>
                      <a:pt x="5636" y="1054"/>
                    </a:cubicBezTo>
                    <a:cubicBezTo>
                      <a:pt x="5041" y="459"/>
                      <a:pt x="4234" y="125"/>
                      <a:pt x="3393" y="125"/>
                    </a:cubicBezTo>
                    <a:cubicBezTo>
                      <a:pt x="2552" y="125"/>
                      <a:pt x="1745" y="459"/>
                      <a:pt x="1151" y="1054"/>
                    </a:cubicBezTo>
                    <a:cubicBezTo>
                      <a:pt x="556" y="1649"/>
                      <a:pt x="222" y="2456"/>
                      <a:pt x="222" y="3298"/>
                    </a:cubicBezTo>
                    <a:cubicBezTo>
                      <a:pt x="222" y="4139"/>
                      <a:pt x="556" y="4946"/>
                      <a:pt x="1151" y="5541"/>
                    </a:cubicBezTo>
                    <a:cubicBezTo>
                      <a:pt x="1745" y="6136"/>
                      <a:pt x="2552" y="6470"/>
                      <a:pt x="3393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17" name="Freeform: Shape 8716">
                <a:extLst>
                  <a:ext uri="{FF2B5EF4-FFF2-40B4-BE49-F238E27FC236}">
                    <a16:creationId xmlns:a16="http://schemas.microsoft.com/office/drawing/2014/main" id="{0DAA0053-3A53-1075-0BD9-3EF26899EBD4}"/>
                  </a:ext>
                </a:extLst>
              </p:cNvPr>
              <p:cNvSpPr/>
              <p:nvPr/>
            </p:nvSpPr>
            <p:spPr>
              <a:xfrm>
                <a:off x="9225967" y="5064447"/>
                <a:ext cx="6343" cy="6345"/>
              </a:xfrm>
              <a:custGeom>
                <a:avLst/>
                <a:gdLst>
                  <a:gd name="connsiteX0" fmla="*/ 3394 w 6343"/>
                  <a:gd name="connsiteY0" fmla="*/ 6470 h 6345"/>
                  <a:gd name="connsiteX1" fmla="*/ 5636 w 6343"/>
                  <a:gd name="connsiteY1" fmla="*/ 5541 h 6345"/>
                  <a:gd name="connsiteX2" fmla="*/ 6565 w 6343"/>
                  <a:gd name="connsiteY2" fmla="*/ 3298 h 6345"/>
                  <a:gd name="connsiteX3" fmla="*/ 5636 w 6343"/>
                  <a:gd name="connsiteY3" fmla="*/ 1054 h 6345"/>
                  <a:gd name="connsiteX4" fmla="*/ 3394 w 6343"/>
                  <a:gd name="connsiteY4" fmla="*/ 125 h 6345"/>
                  <a:gd name="connsiteX5" fmla="*/ 1151 w 6343"/>
                  <a:gd name="connsiteY5" fmla="*/ 1054 h 6345"/>
                  <a:gd name="connsiteX6" fmla="*/ 222 w 6343"/>
                  <a:gd name="connsiteY6" fmla="*/ 3298 h 6345"/>
                  <a:gd name="connsiteX7" fmla="*/ 1151 w 6343"/>
                  <a:gd name="connsiteY7" fmla="*/ 5541 h 6345"/>
                  <a:gd name="connsiteX8" fmla="*/ 3394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0"/>
                    </a:moveTo>
                    <a:cubicBezTo>
                      <a:pt x="4235" y="6470"/>
                      <a:pt x="5041" y="6136"/>
                      <a:pt x="5636" y="5541"/>
                    </a:cubicBezTo>
                    <a:cubicBezTo>
                      <a:pt x="6231" y="4946"/>
                      <a:pt x="6565" y="4139"/>
                      <a:pt x="6565" y="3298"/>
                    </a:cubicBezTo>
                    <a:cubicBezTo>
                      <a:pt x="6565" y="2456"/>
                      <a:pt x="6231" y="1649"/>
                      <a:pt x="5636" y="1054"/>
                    </a:cubicBezTo>
                    <a:cubicBezTo>
                      <a:pt x="5041" y="459"/>
                      <a:pt x="4235" y="125"/>
                      <a:pt x="3394" y="125"/>
                    </a:cubicBezTo>
                    <a:cubicBezTo>
                      <a:pt x="2552" y="125"/>
                      <a:pt x="1746" y="459"/>
                      <a:pt x="1151" y="1054"/>
                    </a:cubicBezTo>
                    <a:cubicBezTo>
                      <a:pt x="556" y="1649"/>
                      <a:pt x="222" y="2456"/>
                      <a:pt x="222" y="3298"/>
                    </a:cubicBezTo>
                    <a:cubicBezTo>
                      <a:pt x="222" y="4139"/>
                      <a:pt x="556" y="4946"/>
                      <a:pt x="1151" y="5541"/>
                    </a:cubicBezTo>
                    <a:cubicBezTo>
                      <a:pt x="1746" y="6136"/>
                      <a:pt x="2552" y="6470"/>
                      <a:pt x="3394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18" name="Freeform: Shape 8717">
                <a:extLst>
                  <a:ext uri="{FF2B5EF4-FFF2-40B4-BE49-F238E27FC236}">
                    <a16:creationId xmlns:a16="http://schemas.microsoft.com/office/drawing/2014/main" id="{3819AC87-100B-B2A1-E77E-C9695F265455}"/>
                  </a:ext>
                </a:extLst>
              </p:cNvPr>
              <p:cNvSpPr/>
              <p:nvPr/>
            </p:nvSpPr>
            <p:spPr>
              <a:xfrm>
                <a:off x="9227336" y="5063065"/>
                <a:ext cx="6343" cy="6345"/>
              </a:xfrm>
              <a:custGeom>
                <a:avLst/>
                <a:gdLst>
                  <a:gd name="connsiteX0" fmla="*/ 3394 w 6343"/>
                  <a:gd name="connsiteY0" fmla="*/ 6470 h 6345"/>
                  <a:gd name="connsiteX1" fmla="*/ 5636 w 6343"/>
                  <a:gd name="connsiteY1" fmla="*/ 5541 h 6345"/>
                  <a:gd name="connsiteX2" fmla="*/ 6565 w 6343"/>
                  <a:gd name="connsiteY2" fmla="*/ 3297 h 6345"/>
                  <a:gd name="connsiteX3" fmla="*/ 5636 w 6343"/>
                  <a:gd name="connsiteY3" fmla="*/ 1054 h 6345"/>
                  <a:gd name="connsiteX4" fmla="*/ 3394 w 6343"/>
                  <a:gd name="connsiteY4" fmla="*/ 125 h 6345"/>
                  <a:gd name="connsiteX5" fmla="*/ 1151 w 6343"/>
                  <a:gd name="connsiteY5" fmla="*/ 1054 h 6345"/>
                  <a:gd name="connsiteX6" fmla="*/ 222 w 6343"/>
                  <a:gd name="connsiteY6" fmla="*/ 3297 h 6345"/>
                  <a:gd name="connsiteX7" fmla="*/ 1151 w 6343"/>
                  <a:gd name="connsiteY7" fmla="*/ 5541 h 6345"/>
                  <a:gd name="connsiteX8" fmla="*/ 3394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0"/>
                    </a:moveTo>
                    <a:cubicBezTo>
                      <a:pt x="4235" y="6470"/>
                      <a:pt x="5042" y="6136"/>
                      <a:pt x="5636" y="5541"/>
                    </a:cubicBezTo>
                    <a:cubicBezTo>
                      <a:pt x="6231" y="4946"/>
                      <a:pt x="6565" y="4139"/>
                      <a:pt x="6565" y="3297"/>
                    </a:cubicBezTo>
                    <a:cubicBezTo>
                      <a:pt x="6565" y="2456"/>
                      <a:pt x="6231" y="1649"/>
                      <a:pt x="5636" y="1054"/>
                    </a:cubicBezTo>
                    <a:cubicBezTo>
                      <a:pt x="5042" y="459"/>
                      <a:pt x="4235" y="125"/>
                      <a:pt x="3394" y="125"/>
                    </a:cubicBezTo>
                    <a:cubicBezTo>
                      <a:pt x="2553" y="125"/>
                      <a:pt x="1746" y="459"/>
                      <a:pt x="1151" y="1054"/>
                    </a:cubicBezTo>
                    <a:cubicBezTo>
                      <a:pt x="556" y="1649"/>
                      <a:pt x="222" y="2456"/>
                      <a:pt x="222" y="3297"/>
                    </a:cubicBezTo>
                    <a:cubicBezTo>
                      <a:pt x="222" y="4139"/>
                      <a:pt x="556" y="4946"/>
                      <a:pt x="1151" y="5541"/>
                    </a:cubicBezTo>
                    <a:cubicBezTo>
                      <a:pt x="1746" y="6136"/>
                      <a:pt x="2553" y="6470"/>
                      <a:pt x="3394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19" name="Freeform: Shape 8718">
                <a:extLst>
                  <a:ext uri="{FF2B5EF4-FFF2-40B4-BE49-F238E27FC236}">
                    <a16:creationId xmlns:a16="http://schemas.microsoft.com/office/drawing/2014/main" id="{AAA29FBD-64A2-2E97-993F-F0DE0CF85C9D}"/>
                  </a:ext>
                </a:extLst>
              </p:cNvPr>
              <p:cNvSpPr/>
              <p:nvPr/>
            </p:nvSpPr>
            <p:spPr>
              <a:xfrm>
                <a:off x="9197961" y="5028550"/>
                <a:ext cx="6343" cy="6345"/>
              </a:xfrm>
              <a:custGeom>
                <a:avLst/>
                <a:gdLst>
                  <a:gd name="connsiteX0" fmla="*/ 3391 w 6343"/>
                  <a:gd name="connsiteY0" fmla="*/ 6467 h 6345"/>
                  <a:gd name="connsiteX1" fmla="*/ 5634 w 6343"/>
                  <a:gd name="connsiteY1" fmla="*/ 5538 h 6345"/>
                  <a:gd name="connsiteX2" fmla="*/ 6563 w 6343"/>
                  <a:gd name="connsiteY2" fmla="*/ 3295 h 6345"/>
                  <a:gd name="connsiteX3" fmla="*/ 5634 w 6343"/>
                  <a:gd name="connsiteY3" fmla="*/ 1051 h 6345"/>
                  <a:gd name="connsiteX4" fmla="*/ 3391 w 6343"/>
                  <a:gd name="connsiteY4" fmla="*/ 122 h 6345"/>
                  <a:gd name="connsiteX5" fmla="*/ 1149 w 6343"/>
                  <a:gd name="connsiteY5" fmla="*/ 1051 h 6345"/>
                  <a:gd name="connsiteX6" fmla="*/ 220 w 6343"/>
                  <a:gd name="connsiteY6" fmla="*/ 3295 h 6345"/>
                  <a:gd name="connsiteX7" fmla="*/ 1149 w 6343"/>
                  <a:gd name="connsiteY7" fmla="*/ 5538 h 6345"/>
                  <a:gd name="connsiteX8" fmla="*/ 3391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67"/>
                    </a:moveTo>
                    <a:cubicBezTo>
                      <a:pt x="4233" y="6467"/>
                      <a:pt x="5039" y="6133"/>
                      <a:pt x="5634" y="5538"/>
                    </a:cubicBezTo>
                    <a:cubicBezTo>
                      <a:pt x="6229" y="4943"/>
                      <a:pt x="6563" y="4136"/>
                      <a:pt x="6563" y="3295"/>
                    </a:cubicBezTo>
                    <a:cubicBezTo>
                      <a:pt x="6563" y="2453"/>
                      <a:pt x="6229" y="1646"/>
                      <a:pt x="5634" y="1051"/>
                    </a:cubicBezTo>
                    <a:cubicBezTo>
                      <a:pt x="5039" y="456"/>
                      <a:pt x="4233" y="122"/>
                      <a:pt x="3391" y="122"/>
                    </a:cubicBezTo>
                    <a:cubicBezTo>
                      <a:pt x="2550" y="122"/>
                      <a:pt x="1744" y="456"/>
                      <a:pt x="1149" y="1051"/>
                    </a:cubicBezTo>
                    <a:cubicBezTo>
                      <a:pt x="554" y="1646"/>
                      <a:pt x="220" y="2453"/>
                      <a:pt x="220" y="3295"/>
                    </a:cubicBezTo>
                    <a:cubicBezTo>
                      <a:pt x="220" y="4136"/>
                      <a:pt x="554" y="4943"/>
                      <a:pt x="1149" y="5538"/>
                    </a:cubicBezTo>
                    <a:cubicBezTo>
                      <a:pt x="1744" y="6133"/>
                      <a:pt x="2550" y="6467"/>
                      <a:pt x="3391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20" name="Freeform: Shape 8719">
                <a:extLst>
                  <a:ext uri="{FF2B5EF4-FFF2-40B4-BE49-F238E27FC236}">
                    <a16:creationId xmlns:a16="http://schemas.microsoft.com/office/drawing/2014/main" id="{B512EFBF-6F78-5AB3-084E-F0B41BD3CAC0}"/>
                  </a:ext>
                </a:extLst>
              </p:cNvPr>
              <p:cNvSpPr/>
              <p:nvPr/>
            </p:nvSpPr>
            <p:spPr>
              <a:xfrm>
                <a:off x="9234656" y="5062460"/>
                <a:ext cx="6343" cy="6345"/>
              </a:xfrm>
              <a:custGeom>
                <a:avLst/>
                <a:gdLst>
                  <a:gd name="connsiteX0" fmla="*/ 3394 w 6343"/>
                  <a:gd name="connsiteY0" fmla="*/ 6470 h 6345"/>
                  <a:gd name="connsiteX1" fmla="*/ 5637 w 6343"/>
                  <a:gd name="connsiteY1" fmla="*/ 5541 h 6345"/>
                  <a:gd name="connsiteX2" fmla="*/ 6566 w 6343"/>
                  <a:gd name="connsiteY2" fmla="*/ 3297 h 6345"/>
                  <a:gd name="connsiteX3" fmla="*/ 5637 w 6343"/>
                  <a:gd name="connsiteY3" fmla="*/ 1054 h 6345"/>
                  <a:gd name="connsiteX4" fmla="*/ 3394 w 6343"/>
                  <a:gd name="connsiteY4" fmla="*/ 125 h 6345"/>
                  <a:gd name="connsiteX5" fmla="*/ 1152 w 6343"/>
                  <a:gd name="connsiteY5" fmla="*/ 1054 h 6345"/>
                  <a:gd name="connsiteX6" fmla="*/ 223 w 6343"/>
                  <a:gd name="connsiteY6" fmla="*/ 3297 h 6345"/>
                  <a:gd name="connsiteX7" fmla="*/ 1152 w 6343"/>
                  <a:gd name="connsiteY7" fmla="*/ 5541 h 6345"/>
                  <a:gd name="connsiteX8" fmla="*/ 3394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0"/>
                    </a:moveTo>
                    <a:cubicBezTo>
                      <a:pt x="4235" y="6470"/>
                      <a:pt x="5042" y="6136"/>
                      <a:pt x="5637" y="5541"/>
                    </a:cubicBezTo>
                    <a:cubicBezTo>
                      <a:pt x="6232" y="4946"/>
                      <a:pt x="6566" y="4139"/>
                      <a:pt x="6566" y="3297"/>
                    </a:cubicBezTo>
                    <a:cubicBezTo>
                      <a:pt x="6566" y="2456"/>
                      <a:pt x="6232" y="1649"/>
                      <a:pt x="5637" y="1054"/>
                    </a:cubicBezTo>
                    <a:cubicBezTo>
                      <a:pt x="5042" y="459"/>
                      <a:pt x="4235" y="125"/>
                      <a:pt x="3394" y="125"/>
                    </a:cubicBezTo>
                    <a:cubicBezTo>
                      <a:pt x="2553" y="125"/>
                      <a:pt x="1746" y="459"/>
                      <a:pt x="1152" y="1054"/>
                    </a:cubicBezTo>
                    <a:cubicBezTo>
                      <a:pt x="557" y="1649"/>
                      <a:pt x="223" y="2456"/>
                      <a:pt x="223" y="3297"/>
                    </a:cubicBezTo>
                    <a:cubicBezTo>
                      <a:pt x="223" y="4139"/>
                      <a:pt x="557" y="4946"/>
                      <a:pt x="1152" y="5541"/>
                    </a:cubicBezTo>
                    <a:cubicBezTo>
                      <a:pt x="1746" y="6136"/>
                      <a:pt x="2553" y="6470"/>
                      <a:pt x="3394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21" name="Freeform: Shape 8720">
                <a:extLst>
                  <a:ext uri="{FF2B5EF4-FFF2-40B4-BE49-F238E27FC236}">
                    <a16:creationId xmlns:a16="http://schemas.microsoft.com/office/drawing/2014/main" id="{BB9F5363-149F-AE69-4277-DE928DE263C3}"/>
                  </a:ext>
                </a:extLst>
              </p:cNvPr>
              <p:cNvSpPr/>
              <p:nvPr/>
            </p:nvSpPr>
            <p:spPr>
              <a:xfrm>
                <a:off x="9237085" y="5062300"/>
                <a:ext cx="6343" cy="6345"/>
              </a:xfrm>
              <a:custGeom>
                <a:avLst/>
                <a:gdLst>
                  <a:gd name="connsiteX0" fmla="*/ 3394 w 6343"/>
                  <a:gd name="connsiteY0" fmla="*/ 6470 h 6345"/>
                  <a:gd name="connsiteX1" fmla="*/ 5637 w 6343"/>
                  <a:gd name="connsiteY1" fmla="*/ 5541 h 6345"/>
                  <a:gd name="connsiteX2" fmla="*/ 6566 w 6343"/>
                  <a:gd name="connsiteY2" fmla="*/ 3297 h 6345"/>
                  <a:gd name="connsiteX3" fmla="*/ 5637 w 6343"/>
                  <a:gd name="connsiteY3" fmla="*/ 1054 h 6345"/>
                  <a:gd name="connsiteX4" fmla="*/ 3394 w 6343"/>
                  <a:gd name="connsiteY4" fmla="*/ 125 h 6345"/>
                  <a:gd name="connsiteX5" fmla="*/ 1152 w 6343"/>
                  <a:gd name="connsiteY5" fmla="*/ 1054 h 6345"/>
                  <a:gd name="connsiteX6" fmla="*/ 223 w 6343"/>
                  <a:gd name="connsiteY6" fmla="*/ 3297 h 6345"/>
                  <a:gd name="connsiteX7" fmla="*/ 1152 w 6343"/>
                  <a:gd name="connsiteY7" fmla="*/ 5541 h 6345"/>
                  <a:gd name="connsiteX8" fmla="*/ 3394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0"/>
                    </a:moveTo>
                    <a:cubicBezTo>
                      <a:pt x="4236" y="6470"/>
                      <a:pt x="5042" y="6136"/>
                      <a:pt x="5637" y="5541"/>
                    </a:cubicBezTo>
                    <a:cubicBezTo>
                      <a:pt x="6232" y="4946"/>
                      <a:pt x="6566" y="4139"/>
                      <a:pt x="6566" y="3297"/>
                    </a:cubicBezTo>
                    <a:cubicBezTo>
                      <a:pt x="6566" y="2456"/>
                      <a:pt x="6232" y="1649"/>
                      <a:pt x="5637" y="1054"/>
                    </a:cubicBezTo>
                    <a:cubicBezTo>
                      <a:pt x="5042" y="459"/>
                      <a:pt x="4236" y="125"/>
                      <a:pt x="3394" y="125"/>
                    </a:cubicBezTo>
                    <a:cubicBezTo>
                      <a:pt x="2553" y="125"/>
                      <a:pt x="1747" y="459"/>
                      <a:pt x="1152" y="1054"/>
                    </a:cubicBezTo>
                    <a:cubicBezTo>
                      <a:pt x="557" y="1649"/>
                      <a:pt x="223" y="2456"/>
                      <a:pt x="223" y="3297"/>
                    </a:cubicBezTo>
                    <a:cubicBezTo>
                      <a:pt x="223" y="4139"/>
                      <a:pt x="557" y="4946"/>
                      <a:pt x="1152" y="5541"/>
                    </a:cubicBezTo>
                    <a:cubicBezTo>
                      <a:pt x="1747" y="6136"/>
                      <a:pt x="2553" y="6470"/>
                      <a:pt x="3394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22" name="Freeform: Shape 8721">
                <a:extLst>
                  <a:ext uri="{FF2B5EF4-FFF2-40B4-BE49-F238E27FC236}">
                    <a16:creationId xmlns:a16="http://schemas.microsoft.com/office/drawing/2014/main" id="{F68148FB-960A-3858-22D4-ACEFEFB300F9}"/>
                  </a:ext>
                </a:extLst>
              </p:cNvPr>
              <p:cNvSpPr/>
              <p:nvPr/>
            </p:nvSpPr>
            <p:spPr>
              <a:xfrm>
                <a:off x="9242002" y="5064986"/>
                <a:ext cx="6343" cy="6345"/>
              </a:xfrm>
              <a:custGeom>
                <a:avLst/>
                <a:gdLst>
                  <a:gd name="connsiteX0" fmla="*/ 3395 w 6343"/>
                  <a:gd name="connsiteY0" fmla="*/ 6470 h 6345"/>
                  <a:gd name="connsiteX1" fmla="*/ 5638 w 6343"/>
                  <a:gd name="connsiteY1" fmla="*/ 5541 h 6345"/>
                  <a:gd name="connsiteX2" fmla="*/ 6566 w 6343"/>
                  <a:gd name="connsiteY2" fmla="*/ 3298 h 6345"/>
                  <a:gd name="connsiteX3" fmla="*/ 5638 w 6343"/>
                  <a:gd name="connsiteY3" fmla="*/ 1054 h 6345"/>
                  <a:gd name="connsiteX4" fmla="*/ 3395 w 6343"/>
                  <a:gd name="connsiteY4" fmla="*/ 125 h 6345"/>
                  <a:gd name="connsiteX5" fmla="*/ 1152 w 6343"/>
                  <a:gd name="connsiteY5" fmla="*/ 1054 h 6345"/>
                  <a:gd name="connsiteX6" fmla="*/ 223 w 6343"/>
                  <a:gd name="connsiteY6" fmla="*/ 3298 h 6345"/>
                  <a:gd name="connsiteX7" fmla="*/ 1152 w 6343"/>
                  <a:gd name="connsiteY7" fmla="*/ 5541 h 6345"/>
                  <a:gd name="connsiteX8" fmla="*/ 3395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0"/>
                    </a:moveTo>
                    <a:cubicBezTo>
                      <a:pt x="4236" y="6470"/>
                      <a:pt x="5043" y="6136"/>
                      <a:pt x="5638" y="5541"/>
                    </a:cubicBezTo>
                    <a:cubicBezTo>
                      <a:pt x="6232" y="4946"/>
                      <a:pt x="6566" y="4139"/>
                      <a:pt x="6566" y="3298"/>
                    </a:cubicBezTo>
                    <a:cubicBezTo>
                      <a:pt x="6566" y="2456"/>
                      <a:pt x="6232" y="1649"/>
                      <a:pt x="5638" y="1054"/>
                    </a:cubicBezTo>
                    <a:cubicBezTo>
                      <a:pt x="5043" y="459"/>
                      <a:pt x="4236" y="125"/>
                      <a:pt x="3395" y="125"/>
                    </a:cubicBezTo>
                    <a:cubicBezTo>
                      <a:pt x="2554" y="125"/>
                      <a:pt x="1747" y="459"/>
                      <a:pt x="1152" y="1054"/>
                    </a:cubicBezTo>
                    <a:cubicBezTo>
                      <a:pt x="557" y="1649"/>
                      <a:pt x="223" y="2456"/>
                      <a:pt x="223" y="3298"/>
                    </a:cubicBezTo>
                    <a:cubicBezTo>
                      <a:pt x="223" y="4139"/>
                      <a:pt x="557" y="4946"/>
                      <a:pt x="1152" y="5541"/>
                    </a:cubicBezTo>
                    <a:cubicBezTo>
                      <a:pt x="1747" y="6136"/>
                      <a:pt x="2554" y="6470"/>
                      <a:pt x="3395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23" name="Freeform: Shape 8722">
                <a:extLst>
                  <a:ext uri="{FF2B5EF4-FFF2-40B4-BE49-F238E27FC236}">
                    <a16:creationId xmlns:a16="http://schemas.microsoft.com/office/drawing/2014/main" id="{6FC4197C-2D07-B3CB-B6FF-04CFA675DDD9}"/>
                  </a:ext>
                </a:extLst>
              </p:cNvPr>
              <p:cNvSpPr/>
              <p:nvPr/>
            </p:nvSpPr>
            <p:spPr>
              <a:xfrm>
                <a:off x="9351056" y="5168150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3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24" name="Freeform: Shape 8723">
                <a:extLst>
                  <a:ext uri="{FF2B5EF4-FFF2-40B4-BE49-F238E27FC236}">
                    <a16:creationId xmlns:a16="http://schemas.microsoft.com/office/drawing/2014/main" id="{6ED9454E-A911-C318-01F2-DF87FDFF9241}"/>
                  </a:ext>
                </a:extLst>
              </p:cNvPr>
              <p:cNvSpPr/>
              <p:nvPr/>
            </p:nvSpPr>
            <p:spPr>
              <a:xfrm>
                <a:off x="9351719" y="5167427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4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25" name="Freeform: Shape 8724">
                <a:extLst>
                  <a:ext uri="{FF2B5EF4-FFF2-40B4-BE49-F238E27FC236}">
                    <a16:creationId xmlns:a16="http://schemas.microsoft.com/office/drawing/2014/main" id="{CD49073E-BF57-36DC-A4B1-6151F36C648C}"/>
                  </a:ext>
                </a:extLst>
              </p:cNvPr>
              <p:cNvSpPr/>
              <p:nvPr/>
            </p:nvSpPr>
            <p:spPr>
              <a:xfrm>
                <a:off x="9280413" y="5067018"/>
                <a:ext cx="6343" cy="6345"/>
              </a:xfrm>
              <a:custGeom>
                <a:avLst/>
                <a:gdLst>
                  <a:gd name="connsiteX0" fmla="*/ 3398 w 6343"/>
                  <a:gd name="connsiteY0" fmla="*/ 6471 h 6345"/>
                  <a:gd name="connsiteX1" fmla="*/ 5641 w 6343"/>
                  <a:gd name="connsiteY1" fmla="*/ 5541 h 6345"/>
                  <a:gd name="connsiteX2" fmla="*/ 6569 w 6343"/>
                  <a:gd name="connsiteY2" fmla="*/ 3298 h 6345"/>
                  <a:gd name="connsiteX3" fmla="*/ 5641 w 6343"/>
                  <a:gd name="connsiteY3" fmla="*/ 1054 h 6345"/>
                  <a:gd name="connsiteX4" fmla="*/ 3398 w 6343"/>
                  <a:gd name="connsiteY4" fmla="*/ 125 h 6345"/>
                  <a:gd name="connsiteX5" fmla="*/ 1155 w 6343"/>
                  <a:gd name="connsiteY5" fmla="*/ 1054 h 6345"/>
                  <a:gd name="connsiteX6" fmla="*/ 226 w 6343"/>
                  <a:gd name="connsiteY6" fmla="*/ 3298 h 6345"/>
                  <a:gd name="connsiteX7" fmla="*/ 1155 w 6343"/>
                  <a:gd name="connsiteY7" fmla="*/ 5541 h 6345"/>
                  <a:gd name="connsiteX8" fmla="*/ 3398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1"/>
                    </a:moveTo>
                    <a:cubicBezTo>
                      <a:pt x="4239" y="6471"/>
                      <a:pt x="5046" y="6136"/>
                      <a:pt x="5641" y="5541"/>
                    </a:cubicBezTo>
                    <a:cubicBezTo>
                      <a:pt x="6235" y="4946"/>
                      <a:pt x="6569" y="4139"/>
                      <a:pt x="6569" y="3298"/>
                    </a:cubicBezTo>
                    <a:cubicBezTo>
                      <a:pt x="6569" y="2456"/>
                      <a:pt x="6235" y="1649"/>
                      <a:pt x="5641" y="1054"/>
                    </a:cubicBezTo>
                    <a:cubicBezTo>
                      <a:pt x="5046" y="459"/>
                      <a:pt x="4239" y="125"/>
                      <a:pt x="3398" y="125"/>
                    </a:cubicBezTo>
                    <a:cubicBezTo>
                      <a:pt x="2557" y="125"/>
                      <a:pt x="1750" y="459"/>
                      <a:pt x="1155" y="1054"/>
                    </a:cubicBezTo>
                    <a:cubicBezTo>
                      <a:pt x="561" y="1649"/>
                      <a:pt x="226" y="2456"/>
                      <a:pt x="226" y="3298"/>
                    </a:cubicBezTo>
                    <a:cubicBezTo>
                      <a:pt x="226" y="4139"/>
                      <a:pt x="561" y="4946"/>
                      <a:pt x="1155" y="5541"/>
                    </a:cubicBezTo>
                    <a:cubicBezTo>
                      <a:pt x="1750" y="6136"/>
                      <a:pt x="2557" y="6471"/>
                      <a:pt x="3398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26" name="Freeform: Shape 8725">
                <a:extLst>
                  <a:ext uri="{FF2B5EF4-FFF2-40B4-BE49-F238E27FC236}">
                    <a16:creationId xmlns:a16="http://schemas.microsoft.com/office/drawing/2014/main" id="{9B487EF6-692A-9508-904B-82D0AA8CBD71}"/>
                  </a:ext>
                </a:extLst>
              </p:cNvPr>
              <p:cNvSpPr/>
              <p:nvPr/>
            </p:nvSpPr>
            <p:spPr>
              <a:xfrm>
                <a:off x="9281991" y="5066271"/>
                <a:ext cx="6343" cy="6345"/>
              </a:xfrm>
              <a:custGeom>
                <a:avLst/>
                <a:gdLst>
                  <a:gd name="connsiteX0" fmla="*/ 3398 w 6343"/>
                  <a:gd name="connsiteY0" fmla="*/ 6470 h 6345"/>
                  <a:gd name="connsiteX1" fmla="*/ 5641 w 6343"/>
                  <a:gd name="connsiteY1" fmla="*/ 5541 h 6345"/>
                  <a:gd name="connsiteX2" fmla="*/ 6570 w 6343"/>
                  <a:gd name="connsiteY2" fmla="*/ 3298 h 6345"/>
                  <a:gd name="connsiteX3" fmla="*/ 5641 w 6343"/>
                  <a:gd name="connsiteY3" fmla="*/ 1054 h 6345"/>
                  <a:gd name="connsiteX4" fmla="*/ 3398 w 6343"/>
                  <a:gd name="connsiteY4" fmla="*/ 125 h 6345"/>
                  <a:gd name="connsiteX5" fmla="*/ 1155 w 6343"/>
                  <a:gd name="connsiteY5" fmla="*/ 1054 h 6345"/>
                  <a:gd name="connsiteX6" fmla="*/ 226 w 6343"/>
                  <a:gd name="connsiteY6" fmla="*/ 3298 h 6345"/>
                  <a:gd name="connsiteX7" fmla="*/ 1155 w 6343"/>
                  <a:gd name="connsiteY7" fmla="*/ 5541 h 6345"/>
                  <a:gd name="connsiteX8" fmla="*/ 339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0"/>
                    </a:moveTo>
                    <a:cubicBezTo>
                      <a:pt x="4239" y="6470"/>
                      <a:pt x="5046" y="6136"/>
                      <a:pt x="5641" y="5541"/>
                    </a:cubicBezTo>
                    <a:cubicBezTo>
                      <a:pt x="6235" y="4946"/>
                      <a:pt x="6570" y="4139"/>
                      <a:pt x="6570" y="3298"/>
                    </a:cubicBezTo>
                    <a:cubicBezTo>
                      <a:pt x="6570" y="2456"/>
                      <a:pt x="6235" y="1649"/>
                      <a:pt x="5641" y="1054"/>
                    </a:cubicBezTo>
                    <a:cubicBezTo>
                      <a:pt x="5046" y="459"/>
                      <a:pt x="4239" y="125"/>
                      <a:pt x="3398" y="125"/>
                    </a:cubicBezTo>
                    <a:cubicBezTo>
                      <a:pt x="2557" y="125"/>
                      <a:pt x="1750" y="459"/>
                      <a:pt x="1155" y="1054"/>
                    </a:cubicBezTo>
                    <a:cubicBezTo>
                      <a:pt x="561" y="1649"/>
                      <a:pt x="226" y="2456"/>
                      <a:pt x="226" y="3298"/>
                    </a:cubicBezTo>
                    <a:cubicBezTo>
                      <a:pt x="226" y="4139"/>
                      <a:pt x="561" y="4946"/>
                      <a:pt x="1155" y="5541"/>
                    </a:cubicBezTo>
                    <a:cubicBezTo>
                      <a:pt x="1750" y="6136"/>
                      <a:pt x="2557" y="6470"/>
                      <a:pt x="339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27" name="Freeform: Shape 8726">
                <a:extLst>
                  <a:ext uri="{FF2B5EF4-FFF2-40B4-BE49-F238E27FC236}">
                    <a16:creationId xmlns:a16="http://schemas.microsoft.com/office/drawing/2014/main" id="{59A53AB7-1FDD-6992-3BBB-2F1DF89ED052}"/>
                  </a:ext>
                </a:extLst>
              </p:cNvPr>
              <p:cNvSpPr/>
              <p:nvPr/>
            </p:nvSpPr>
            <p:spPr>
              <a:xfrm>
                <a:off x="9283427" y="5065330"/>
                <a:ext cx="6343" cy="6345"/>
              </a:xfrm>
              <a:custGeom>
                <a:avLst/>
                <a:gdLst>
                  <a:gd name="connsiteX0" fmla="*/ 3398 w 6343"/>
                  <a:gd name="connsiteY0" fmla="*/ 6470 h 6345"/>
                  <a:gd name="connsiteX1" fmla="*/ 5641 w 6343"/>
                  <a:gd name="connsiteY1" fmla="*/ 5541 h 6345"/>
                  <a:gd name="connsiteX2" fmla="*/ 6570 w 6343"/>
                  <a:gd name="connsiteY2" fmla="*/ 3298 h 6345"/>
                  <a:gd name="connsiteX3" fmla="*/ 5641 w 6343"/>
                  <a:gd name="connsiteY3" fmla="*/ 1054 h 6345"/>
                  <a:gd name="connsiteX4" fmla="*/ 3398 w 6343"/>
                  <a:gd name="connsiteY4" fmla="*/ 125 h 6345"/>
                  <a:gd name="connsiteX5" fmla="*/ 1156 w 6343"/>
                  <a:gd name="connsiteY5" fmla="*/ 1054 h 6345"/>
                  <a:gd name="connsiteX6" fmla="*/ 227 w 6343"/>
                  <a:gd name="connsiteY6" fmla="*/ 3298 h 6345"/>
                  <a:gd name="connsiteX7" fmla="*/ 1156 w 6343"/>
                  <a:gd name="connsiteY7" fmla="*/ 5541 h 6345"/>
                  <a:gd name="connsiteX8" fmla="*/ 339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0"/>
                    </a:moveTo>
                    <a:cubicBezTo>
                      <a:pt x="4239" y="6470"/>
                      <a:pt x="5046" y="6136"/>
                      <a:pt x="5641" y="5541"/>
                    </a:cubicBezTo>
                    <a:cubicBezTo>
                      <a:pt x="6236" y="4946"/>
                      <a:pt x="6570" y="4139"/>
                      <a:pt x="6570" y="3298"/>
                    </a:cubicBezTo>
                    <a:cubicBezTo>
                      <a:pt x="6570" y="2456"/>
                      <a:pt x="6236" y="1649"/>
                      <a:pt x="5641" y="1054"/>
                    </a:cubicBezTo>
                    <a:cubicBezTo>
                      <a:pt x="5046" y="459"/>
                      <a:pt x="4239" y="125"/>
                      <a:pt x="3398" y="125"/>
                    </a:cubicBezTo>
                    <a:cubicBezTo>
                      <a:pt x="2557" y="125"/>
                      <a:pt x="1750" y="459"/>
                      <a:pt x="1156" y="1054"/>
                    </a:cubicBezTo>
                    <a:cubicBezTo>
                      <a:pt x="561" y="1649"/>
                      <a:pt x="227" y="2456"/>
                      <a:pt x="227" y="3298"/>
                    </a:cubicBezTo>
                    <a:cubicBezTo>
                      <a:pt x="227" y="4139"/>
                      <a:pt x="561" y="4946"/>
                      <a:pt x="1156" y="5541"/>
                    </a:cubicBezTo>
                    <a:cubicBezTo>
                      <a:pt x="1750" y="6136"/>
                      <a:pt x="2557" y="6470"/>
                      <a:pt x="339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28" name="Freeform: Shape 8727">
                <a:extLst>
                  <a:ext uri="{FF2B5EF4-FFF2-40B4-BE49-F238E27FC236}">
                    <a16:creationId xmlns:a16="http://schemas.microsoft.com/office/drawing/2014/main" id="{4AA70FDD-9B03-7745-CD88-BEB5450422C2}"/>
                  </a:ext>
                </a:extLst>
              </p:cNvPr>
              <p:cNvSpPr/>
              <p:nvPr/>
            </p:nvSpPr>
            <p:spPr>
              <a:xfrm>
                <a:off x="9284975" y="5064553"/>
                <a:ext cx="6343" cy="6345"/>
              </a:xfrm>
              <a:custGeom>
                <a:avLst/>
                <a:gdLst>
                  <a:gd name="connsiteX0" fmla="*/ 3398 w 6343"/>
                  <a:gd name="connsiteY0" fmla="*/ 6470 h 6345"/>
                  <a:gd name="connsiteX1" fmla="*/ 5641 w 6343"/>
                  <a:gd name="connsiteY1" fmla="*/ 5541 h 6345"/>
                  <a:gd name="connsiteX2" fmla="*/ 6570 w 6343"/>
                  <a:gd name="connsiteY2" fmla="*/ 3298 h 6345"/>
                  <a:gd name="connsiteX3" fmla="*/ 5641 w 6343"/>
                  <a:gd name="connsiteY3" fmla="*/ 1054 h 6345"/>
                  <a:gd name="connsiteX4" fmla="*/ 3398 w 6343"/>
                  <a:gd name="connsiteY4" fmla="*/ 125 h 6345"/>
                  <a:gd name="connsiteX5" fmla="*/ 1156 w 6343"/>
                  <a:gd name="connsiteY5" fmla="*/ 1054 h 6345"/>
                  <a:gd name="connsiteX6" fmla="*/ 227 w 6343"/>
                  <a:gd name="connsiteY6" fmla="*/ 3298 h 6345"/>
                  <a:gd name="connsiteX7" fmla="*/ 1156 w 6343"/>
                  <a:gd name="connsiteY7" fmla="*/ 5541 h 6345"/>
                  <a:gd name="connsiteX8" fmla="*/ 339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0"/>
                    </a:moveTo>
                    <a:cubicBezTo>
                      <a:pt x="4239" y="6470"/>
                      <a:pt x="5046" y="6136"/>
                      <a:pt x="5641" y="5541"/>
                    </a:cubicBezTo>
                    <a:cubicBezTo>
                      <a:pt x="6236" y="4946"/>
                      <a:pt x="6570" y="4139"/>
                      <a:pt x="6570" y="3298"/>
                    </a:cubicBezTo>
                    <a:cubicBezTo>
                      <a:pt x="6570" y="2456"/>
                      <a:pt x="6236" y="1649"/>
                      <a:pt x="5641" y="1054"/>
                    </a:cubicBezTo>
                    <a:cubicBezTo>
                      <a:pt x="5046" y="459"/>
                      <a:pt x="4239" y="125"/>
                      <a:pt x="3398" y="125"/>
                    </a:cubicBezTo>
                    <a:cubicBezTo>
                      <a:pt x="2557" y="125"/>
                      <a:pt x="1750" y="459"/>
                      <a:pt x="1156" y="1054"/>
                    </a:cubicBezTo>
                    <a:cubicBezTo>
                      <a:pt x="561" y="1649"/>
                      <a:pt x="227" y="2456"/>
                      <a:pt x="227" y="3298"/>
                    </a:cubicBezTo>
                    <a:cubicBezTo>
                      <a:pt x="227" y="4139"/>
                      <a:pt x="561" y="4946"/>
                      <a:pt x="1156" y="5541"/>
                    </a:cubicBezTo>
                    <a:cubicBezTo>
                      <a:pt x="1750" y="6136"/>
                      <a:pt x="2557" y="6470"/>
                      <a:pt x="339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29" name="Freeform: Shape 8728">
                <a:extLst>
                  <a:ext uri="{FF2B5EF4-FFF2-40B4-BE49-F238E27FC236}">
                    <a16:creationId xmlns:a16="http://schemas.microsoft.com/office/drawing/2014/main" id="{E69CC6A4-52CC-D9E9-B886-01E80070D85C}"/>
                  </a:ext>
                </a:extLst>
              </p:cNvPr>
              <p:cNvSpPr/>
              <p:nvPr/>
            </p:nvSpPr>
            <p:spPr>
              <a:xfrm>
                <a:off x="9286492" y="5063734"/>
                <a:ext cx="6343" cy="6345"/>
              </a:xfrm>
              <a:custGeom>
                <a:avLst/>
                <a:gdLst>
                  <a:gd name="connsiteX0" fmla="*/ 3398 w 6343"/>
                  <a:gd name="connsiteY0" fmla="*/ 6470 h 6345"/>
                  <a:gd name="connsiteX1" fmla="*/ 5641 w 6343"/>
                  <a:gd name="connsiteY1" fmla="*/ 5541 h 6345"/>
                  <a:gd name="connsiteX2" fmla="*/ 6570 w 6343"/>
                  <a:gd name="connsiteY2" fmla="*/ 3298 h 6345"/>
                  <a:gd name="connsiteX3" fmla="*/ 5641 w 6343"/>
                  <a:gd name="connsiteY3" fmla="*/ 1054 h 6345"/>
                  <a:gd name="connsiteX4" fmla="*/ 3398 w 6343"/>
                  <a:gd name="connsiteY4" fmla="*/ 125 h 6345"/>
                  <a:gd name="connsiteX5" fmla="*/ 1156 w 6343"/>
                  <a:gd name="connsiteY5" fmla="*/ 1054 h 6345"/>
                  <a:gd name="connsiteX6" fmla="*/ 227 w 6343"/>
                  <a:gd name="connsiteY6" fmla="*/ 3298 h 6345"/>
                  <a:gd name="connsiteX7" fmla="*/ 1156 w 6343"/>
                  <a:gd name="connsiteY7" fmla="*/ 5541 h 6345"/>
                  <a:gd name="connsiteX8" fmla="*/ 339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0"/>
                    </a:moveTo>
                    <a:cubicBezTo>
                      <a:pt x="4239" y="6470"/>
                      <a:pt x="5046" y="6136"/>
                      <a:pt x="5641" y="5541"/>
                    </a:cubicBezTo>
                    <a:cubicBezTo>
                      <a:pt x="6236" y="4946"/>
                      <a:pt x="6570" y="4139"/>
                      <a:pt x="6570" y="3298"/>
                    </a:cubicBezTo>
                    <a:cubicBezTo>
                      <a:pt x="6570" y="2456"/>
                      <a:pt x="6236" y="1649"/>
                      <a:pt x="5641" y="1054"/>
                    </a:cubicBezTo>
                    <a:cubicBezTo>
                      <a:pt x="5046" y="459"/>
                      <a:pt x="4239" y="125"/>
                      <a:pt x="3398" y="125"/>
                    </a:cubicBezTo>
                    <a:cubicBezTo>
                      <a:pt x="2557" y="125"/>
                      <a:pt x="1750" y="459"/>
                      <a:pt x="1156" y="1054"/>
                    </a:cubicBezTo>
                    <a:cubicBezTo>
                      <a:pt x="561" y="1649"/>
                      <a:pt x="227" y="2456"/>
                      <a:pt x="227" y="3298"/>
                    </a:cubicBezTo>
                    <a:cubicBezTo>
                      <a:pt x="227" y="4139"/>
                      <a:pt x="561" y="4946"/>
                      <a:pt x="1156" y="5541"/>
                    </a:cubicBezTo>
                    <a:cubicBezTo>
                      <a:pt x="1750" y="6136"/>
                      <a:pt x="2557" y="6470"/>
                      <a:pt x="339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30" name="Freeform: Shape 8729">
                <a:extLst>
                  <a:ext uri="{FF2B5EF4-FFF2-40B4-BE49-F238E27FC236}">
                    <a16:creationId xmlns:a16="http://schemas.microsoft.com/office/drawing/2014/main" id="{1782CC32-2026-74F8-3ED0-3F52676AA635}"/>
                  </a:ext>
                </a:extLst>
              </p:cNvPr>
              <p:cNvSpPr/>
              <p:nvPr/>
            </p:nvSpPr>
            <p:spPr>
              <a:xfrm>
                <a:off x="9288330" y="5063394"/>
                <a:ext cx="6343" cy="6345"/>
              </a:xfrm>
              <a:custGeom>
                <a:avLst/>
                <a:gdLst>
                  <a:gd name="connsiteX0" fmla="*/ 3399 w 6343"/>
                  <a:gd name="connsiteY0" fmla="*/ 6470 h 6345"/>
                  <a:gd name="connsiteX1" fmla="*/ 5641 w 6343"/>
                  <a:gd name="connsiteY1" fmla="*/ 5541 h 6345"/>
                  <a:gd name="connsiteX2" fmla="*/ 6570 w 6343"/>
                  <a:gd name="connsiteY2" fmla="*/ 3298 h 6345"/>
                  <a:gd name="connsiteX3" fmla="*/ 5641 w 6343"/>
                  <a:gd name="connsiteY3" fmla="*/ 1054 h 6345"/>
                  <a:gd name="connsiteX4" fmla="*/ 3399 w 6343"/>
                  <a:gd name="connsiteY4" fmla="*/ 125 h 6345"/>
                  <a:gd name="connsiteX5" fmla="*/ 1156 w 6343"/>
                  <a:gd name="connsiteY5" fmla="*/ 1054 h 6345"/>
                  <a:gd name="connsiteX6" fmla="*/ 227 w 6343"/>
                  <a:gd name="connsiteY6" fmla="*/ 3298 h 6345"/>
                  <a:gd name="connsiteX7" fmla="*/ 1156 w 6343"/>
                  <a:gd name="connsiteY7" fmla="*/ 5541 h 6345"/>
                  <a:gd name="connsiteX8" fmla="*/ 339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0"/>
                    </a:moveTo>
                    <a:cubicBezTo>
                      <a:pt x="4240" y="6470"/>
                      <a:pt x="5046" y="6136"/>
                      <a:pt x="5641" y="5541"/>
                    </a:cubicBezTo>
                    <a:cubicBezTo>
                      <a:pt x="6236" y="4946"/>
                      <a:pt x="6570" y="4139"/>
                      <a:pt x="6570" y="3298"/>
                    </a:cubicBezTo>
                    <a:cubicBezTo>
                      <a:pt x="6570" y="2456"/>
                      <a:pt x="6236" y="1649"/>
                      <a:pt x="5641" y="1054"/>
                    </a:cubicBezTo>
                    <a:cubicBezTo>
                      <a:pt x="5046" y="459"/>
                      <a:pt x="4240" y="125"/>
                      <a:pt x="3399" y="125"/>
                    </a:cubicBezTo>
                    <a:cubicBezTo>
                      <a:pt x="2557" y="125"/>
                      <a:pt x="1751" y="459"/>
                      <a:pt x="1156" y="1054"/>
                    </a:cubicBezTo>
                    <a:cubicBezTo>
                      <a:pt x="561" y="1649"/>
                      <a:pt x="227" y="2456"/>
                      <a:pt x="227" y="3298"/>
                    </a:cubicBezTo>
                    <a:cubicBezTo>
                      <a:pt x="227" y="4139"/>
                      <a:pt x="561" y="4946"/>
                      <a:pt x="1156" y="5541"/>
                    </a:cubicBezTo>
                    <a:cubicBezTo>
                      <a:pt x="1751" y="6136"/>
                      <a:pt x="2557" y="6470"/>
                      <a:pt x="339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31" name="Freeform: Shape 8730">
                <a:extLst>
                  <a:ext uri="{FF2B5EF4-FFF2-40B4-BE49-F238E27FC236}">
                    <a16:creationId xmlns:a16="http://schemas.microsoft.com/office/drawing/2014/main" id="{E1F217D3-54CE-2B1C-8A18-62339A2B12A9}"/>
                  </a:ext>
                </a:extLst>
              </p:cNvPr>
              <p:cNvSpPr/>
              <p:nvPr/>
            </p:nvSpPr>
            <p:spPr>
              <a:xfrm>
                <a:off x="9290026" y="5062858"/>
                <a:ext cx="6343" cy="6345"/>
              </a:xfrm>
              <a:custGeom>
                <a:avLst/>
                <a:gdLst>
                  <a:gd name="connsiteX0" fmla="*/ 3399 w 6343"/>
                  <a:gd name="connsiteY0" fmla="*/ 6470 h 6345"/>
                  <a:gd name="connsiteX1" fmla="*/ 5641 w 6343"/>
                  <a:gd name="connsiteY1" fmla="*/ 5541 h 6345"/>
                  <a:gd name="connsiteX2" fmla="*/ 6570 w 6343"/>
                  <a:gd name="connsiteY2" fmla="*/ 3297 h 6345"/>
                  <a:gd name="connsiteX3" fmla="*/ 5641 w 6343"/>
                  <a:gd name="connsiteY3" fmla="*/ 1054 h 6345"/>
                  <a:gd name="connsiteX4" fmla="*/ 3399 w 6343"/>
                  <a:gd name="connsiteY4" fmla="*/ 125 h 6345"/>
                  <a:gd name="connsiteX5" fmla="*/ 1156 w 6343"/>
                  <a:gd name="connsiteY5" fmla="*/ 1054 h 6345"/>
                  <a:gd name="connsiteX6" fmla="*/ 227 w 6343"/>
                  <a:gd name="connsiteY6" fmla="*/ 3297 h 6345"/>
                  <a:gd name="connsiteX7" fmla="*/ 1156 w 6343"/>
                  <a:gd name="connsiteY7" fmla="*/ 5541 h 6345"/>
                  <a:gd name="connsiteX8" fmla="*/ 339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0"/>
                    </a:moveTo>
                    <a:cubicBezTo>
                      <a:pt x="4240" y="6470"/>
                      <a:pt x="5047" y="6136"/>
                      <a:pt x="5641" y="5541"/>
                    </a:cubicBezTo>
                    <a:cubicBezTo>
                      <a:pt x="6236" y="4946"/>
                      <a:pt x="6570" y="4139"/>
                      <a:pt x="6570" y="3297"/>
                    </a:cubicBezTo>
                    <a:cubicBezTo>
                      <a:pt x="6570" y="2456"/>
                      <a:pt x="6236" y="1649"/>
                      <a:pt x="5641" y="1054"/>
                    </a:cubicBezTo>
                    <a:cubicBezTo>
                      <a:pt x="5047" y="459"/>
                      <a:pt x="4240" y="125"/>
                      <a:pt x="3399" y="125"/>
                    </a:cubicBezTo>
                    <a:cubicBezTo>
                      <a:pt x="2558" y="125"/>
                      <a:pt x="1751" y="459"/>
                      <a:pt x="1156" y="1054"/>
                    </a:cubicBezTo>
                    <a:cubicBezTo>
                      <a:pt x="561" y="1649"/>
                      <a:pt x="227" y="2456"/>
                      <a:pt x="227" y="3297"/>
                    </a:cubicBezTo>
                    <a:cubicBezTo>
                      <a:pt x="227" y="4139"/>
                      <a:pt x="561" y="4946"/>
                      <a:pt x="1156" y="5541"/>
                    </a:cubicBezTo>
                    <a:cubicBezTo>
                      <a:pt x="1751" y="6136"/>
                      <a:pt x="2558" y="6470"/>
                      <a:pt x="339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32" name="Freeform: Shape 8731">
                <a:extLst>
                  <a:ext uri="{FF2B5EF4-FFF2-40B4-BE49-F238E27FC236}">
                    <a16:creationId xmlns:a16="http://schemas.microsoft.com/office/drawing/2014/main" id="{C509424E-AB0E-16B4-EB41-2A7B57A3D8F3}"/>
                  </a:ext>
                </a:extLst>
              </p:cNvPr>
              <p:cNvSpPr/>
              <p:nvPr/>
            </p:nvSpPr>
            <p:spPr>
              <a:xfrm>
                <a:off x="9292241" y="5063121"/>
                <a:ext cx="6343" cy="6345"/>
              </a:xfrm>
              <a:custGeom>
                <a:avLst/>
                <a:gdLst>
                  <a:gd name="connsiteX0" fmla="*/ 3399 w 6343"/>
                  <a:gd name="connsiteY0" fmla="*/ 6470 h 6345"/>
                  <a:gd name="connsiteX1" fmla="*/ 5641 w 6343"/>
                  <a:gd name="connsiteY1" fmla="*/ 5541 h 6345"/>
                  <a:gd name="connsiteX2" fmla="*/ 6570 w 6343"/>
                  <a:gd name="connsiteY2" fmla="*/ 3297 h 6345"/>
                  <a:gd name="connsiteX3" fmla="*/ 5641 w 6343"/>
                  <a:gd name="connsiteY3" fmla="*/ 1054 h 6345"/>
                  <a:gd name="connsiteX4" fmla="*/ 3399 w 6343"/>
                  <a:gd name="connsiteY4" fmla="*/ 125 h 6345"/>
                  <a:gd name="connsiteX5" fmla="*/ 1156 w 6343"/>
                  <a:gd name="connsiteY5" fmla="*/ 1054 h 6345"/>
                  <a:gd name="connsiteX6" fmla="*/ 227 w 6343"/>
                  <a:gd name="connsiteY6" fmla="*/ 3297 h 6345"/>
                  <a:gd name="connsiteX7" fmla="*/ 1156 w 6343"/>
                  <a:gd name="connsiteY7" fmla="*/ 5541 h 6345"/>
                  <a:gd name="connsiteX8" fmla="*/ 339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0"/>
                    </a:moveTo>
                    <a:cubicBezTo>
                      <a:pt x="4240" y="6470"/>
                      <a:pt x="5047" y="6136"/>
                      <a:pt x="5641" y="5541"/>
                    </a:cubicBezTo>
                    <a:cubicBezTo>
                      <a:pt x="6236" y="4946"/>
                      <a:pt x="6570" y="4139"/>
                      <a:pt x="6570" y="3297"/>
                    </a:cubicBezTo>
                    <a:cubicBezTo>
                      <a:pt x="6570" y="2456"/>
                      <a:pt x="6236" y="1649"/>
                      <a:pt x="5641" y="1054"/>
                    </a:cubicBezTo>
                    <a:cubicBezTo>
                      <a:pt x="5047" y="459"/>
                      <a:pt x="4240" y="125"/>
                      <a:pt x="3399" y="125"/>
                    </a:cubicBezTo>
                    <a:cubicBezTo>
                      <a:pt x="2558" y="125"/>
                      <a:pt x="1751" y="459"/>
                      <a:pt x="1156" y="1054"/>
                    </a:cubicBezTo>
                    <a:cubicBezTo>
                      <a:pt x="561" y="1649"/>
                      <a:pt x="227" y="2456"/>
                      <a:pt x="227" y="3297"/>
                    </a:cubicBezTo>
                    <a:cubicBezTo>
                      <a:pt x="227" y="4139"/>
                      <a:pt x="561" y="4946"/>
                      <a:pt x="1156" y="5541"/>
                    </a:cubicBezTo>
                    <a:cubicBezTo>
                      <a:pt x="1751" y="6136"/>
                      <a:pt x="2558" y="6470"/>
                      <a:pt x="339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33" name="Freeform: Shape 8732">
                <a:extLst>
                  <a:ext uri="{FF2B5EF4-FFF2-40B4-BE49-F238E27FC236}">
                    <a16:creationId xmlns:a16="http://schemas.microsoft.com/office/drawing/2014/main" id="{A663DFE2-3DB2-EE12-17E3-9777C1FD04AD}"/>
                  </a:ext>
                </a:extLst>
              </p:cNvPr>
              <p:cNvSpPr/>
              <p:nvPr/>
            </p:nvSpPr>
            <p:spPr>
              <a:xfrm>
                <a:off x="9293729" y="5062297"/>
                <a:ext cx="6343" cy="6345"/>
              </a:xfrm>
              <a:custGeom>
                <a:avLst/>
                <a:gdLst>
                  <a:gd name="connsiteX0" fmla="*/ 3399 w 6343"/>
                  <a:gd name="connsiteY0" fmla="*/ 6470 h 6345"/>
                  <a:gd name="connsiteX1" fmla="*/ 5642 w 6343"/>
                  <a:gd name="connsiteY1" fmla="*/ 5541 h 6345"/>
                  <a:gd name="connsiteX2" fmla="*/ 6571 w 6343"/>
                  <a:gd name="connsiteY2" fmla="*/ 3297 h 6345"/>
                  <a:gd name="connsiteX3" fmla="*/ 5642 w 6343"/>
                  <a:gd name="connsiteY3" fmla="*/ 1054 h 6345"/>
                  <a:gd name="connsiteX4" fmla="*/ 3399 w 6343"/>
                  <a:gd name="connsiteY4" fmla="*/ 125 h 6345"/>
                  <a:gd name="connsiteX5" fmla="*/ 1156 w 6343"/>
                  <a:gd name="connsiteY5" fmla="*/ 1054 h 6345"/>
                  <a:gd name="connsiteX6" fmla="*/ 227 w 6343"/>
                  <a:gd name="connsiteY6" fmla="*/ 3297 h 6345"/>
                  <a:gd name="connsiteX7" fmla="*/ 1156 w 6343"/>
                  <a:gd name="connsiteY7" fmla="*/ 5541 h 6345"/>
                  <a:gd name="connsiteX8" fmla="*/ 339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0"/>
                    </a:moveTo>
                    <a:cubicBezTo>
                      <a:pt x="4240" y="6470"/>
                      <a:pt x="5047" y="6136"/>
                      <a:pt x="5642" y="5541"/>
                    </a:cubicBezTo>
                    <a:cubicBezTo>
                      <a:pt x="6236" y="4946"/>
                      <a:pt x="6571" y="4139"/>
                      <a:pt x="6571" y="3297"/>
                    </a:cubicBezTo>
                    <a:cubicBezTo>
                      <a:pt x="6571" y="2456"/>
                      <a:pt x="6236" y="1649"/>
                      <a:pt x="5642" y="1054"/>
                    </a:cubicBezTo>
                    <a:cubicBezTo>
                      <a:pt x="5047" y="459"/>
                      <a:pt x="4240" y="125"/>
                      <a:pt x="3399" y="125"/>
                    </a:cubicBezTo>
                    <a:cubicBezTo>
                      <a:pt x="2558" y="125"/>
                      <a:pt x="1751" y="459"/>
                      <a:pt x="1156" y="1054"/>
                    </a:cubicBezTo>
                    <a:cubicBezTo>
                      <a:pt x="562" y="1649"/>
                      <a:pt x="227" y="2456"/>
                      <a:pt x="227" y="3297"/>
                    </a:cubicBezTo>
                    <a:cubicBezTo>
                      <a:pt x="227" y="4139"/>
                      <a:pt x="562" y="4946"/>
                      <a:pt x="1156" y="5541"/>
                    </a:cubicBezTo>
                    <a:cubicBezTo>
                      <a:pt x="1751" y="6136"/>
                      <a:pt x="2558" y="6470"/>
                      <a:pt x="339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34" name="Freeform: Shape 8733">
                <a:extLst>
                  <a:ext uri="{FF2B5EF4-FFF2-40B4-BE49-F238E27FC236}">
                    <a16:creationId xmlns:a16="http://schemas.microsoft.com/office/drawing/2014/main" id="{7AC0861D-5909-D0CF-704E-F49D7D2EBFAC}"/>
                  </a:ext>
                </a:extLst>
              </p:cNvPr>
              <p:cNvSpPr/>
              <p:nvPr/>
            </p:nvSpPr>
            <p:spPr>
              <a:xfrm>
                <a:off x="9295153" y="5061377"/>
                <a:ext cx="6343" cy="6345"/>
              </a:xfrm>
              <a:custGeom>
                <a:avLst/>
                <a:gdLst>
                  <a:gd name="connsiteX0" fmla="*/ 3399 w 6343"/>
                  <a:gd name="connsiteY0" fmla="*/ 6470 h 6345"/>
                  <a:gd name="connsiteX1" fmla="*/ 5642 w 6343"/>
                  <a:gd name="connsiteY1" fmla="*/ 5541 h 6345"/>
                  <a:gd name="connsiteX2" fmla="*/ 6571 w 6343"/>
                  <a:gd name="connsiteY2" fmla="*/ 3297 h 6345"/>
                  <a:gd name="connsiteX3" fmla="*/ 5642 w 6343"/>
                  <a:gd name="connsiteY3" fmla="*/ 1054 h 6345"/>
                  <a:gd name="connsiteX4" fmla="*/ 3399 w 6343"/>
                  <a:gd name="connsiteY4" fmla="*/ 125 h 6345"/>
                  <a:gd name="connsiteX5" fmla="*/ 1156 w 6343"/>
                  <a:gd name="connsiteY5" fmla="*/ 1054 h 6345"/>
                  <a:gd name="connsiteX6" fmla="*/ 228 w 6343"/>
                  <a:gd name="connsiteY6" fmla="*/ 3297 h 6345"/>
                  <a:gd name="connsiteX7" fmla="*/ 1156 w 6343"/>
                  <a:gd name="connsiteY7" fmla="*/ 5541 h 6345"/>
                  <a:gd name="connsiteX8" fmla="*/ 339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0"/>
                    </a:moveTo>
                    <a:cubicBezTo>
                      <a:pt x="4240" y="6470"/>
                      <a:pt x="5047" y="6136"/>
                      <a:pt x="5642" y="5541"/>
                    </a:cubicBezTo>
                    <a:cubicBezTo>
                      <a:pt x="6236" y="4946"/>
                      <a:pt x="6571" y="4139"/>
                      <a:pt x="6571" y="3297"/>
                    </a:cubicBezTo>
                    <a:cubicBezTo>
                      <a:pt x="6571" y="2456"/>
                      <a:pt x="6236" y="1649"/>
                      <a:pt x="5642" y="1054"/>
                    </a:cubicBezTo>
                    <a:cubicBezTo>
                      <a:pt x="5047" y="459"/>
                      <a:pt x="4240" y="125"/>
                      <a:pt x="3399" y="125"/>
                    </a:cubicBezTo>
                    <a:cubicBezTo>
                      <a:pt x="2558" y="125"/>
                      <a:pt x="1751" y="459"/>
                      <a:pt x="1156" y="1054"/>
                    </a:cubicBezTo>
                    <a:cubicBezTo>
                      <a:pt x="562" y="1649"/>
                      <a:pt x="228" y="2456"/>
                      <a:pt x="228" y="3297"/>
                    </a:cubicBezTo>
                    <a:cubicBezTo>
                      <a:pt x="228" y="4139"/>
                      <a:pt x="562" y="4946"/>
                      <a:pt x="1156" y="5541"/>
                    </a:cubicBezTo>
                    <a:cubicBezTo>
                      <a:pt x="1751" y="6136"/>
                      <a:pt x="2558" y="6470"/>
                      <a:pt x="339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35" name="Freeform: Shape 8734">
                <a:extLst>
                  <a:ext uri="{FF2B5EF4-FFF2-40B4-BE49-F238E27FC236}">
                    <a16:creationId xmlns:a16="http://schemas.microsoft.com/office/drawing/2014/main" id="{B4D3F3DE-A380-0C12-C4AF-1B3446D65582}"/>
                  </a:ext>
                </a:extLst>
              </p:cNvPr>
              <p:cNvSpPr/>
              <p:nvPr/>
            </p:nvSpPr>
            <p:spPr>
              <a:xfrm>
                <a:off x="9295743" y="5059138"/>
                <a:ext cx="6343" cy="6345"/>
              </a:xfrm>
              <a:custGeom>
                <a:avLst/>
                <a:gdLst>
                  <a:gd name="connsiteX0" fmla="*/ 3399 w 6343"/>
                  <a:gd name="connsiteY0" fmla="*/ 6470 h 6345"/>
                  <a:gd name="connsiteX1" fmla="*/ 5642 w 6343"/>
                  <a:gd name="connsiteY1" fmla="*/ 5541 h 6345"/>
                  <a:gd name="connsiteX2" fmla="*/ 6571 w 6343"/>
                  <a:gd name="connsiteY2" fmla="*/ 3297 h 6345"/>
                  <a:gd name="connsiteX3" fmla="*/ 5642 w 6343"/>
                  <a:gd name="connsiteY3" fmla="*/ 1054 h 6345"/>
                  <a:gd name="connsiteX4" fmla="*/ 3399 w 6343"/>
                  <a:gd name="connsiteY4" fmla="*/ 124 h 6345"/>
                  <a:gd name="connsiteX5" fmla="*/ 1156 w 6343"/>
                  <a:gd name="connsiteY5" fmla="*/ 1054 h 6345"/>
                  <a:gd name="connsiteX6" fmla="*/ 228 w 6343"/>
                  <a:gd name="connsiteY6" fmla="*/ 3297 h 6345"/>
                  <a:gd name="connsiteX7" fmla="*/ 1156 w 6343"/>
                  <a:gd name="connsiteY7" fmla="*/ 5541 h 6345"/>
                  <a:gd name="connsiteX8" fmla="*/ 339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0"/>
                    </a:moveTo>
                    <a:cubicBezTo>
                      <a:pt x="4240" y="6470"/>
                      <a:pt x="5047" y="6136"/>
                      <a:pt x="5642" y="5541"/>
                    </a:cubicBezTo>
                    <a:cubicBezTo>
                      <a:pt x="6236" y="4946"/>
                      <a:pt x="6571" y="4139"/>
                      <a:pt x="6571" y="3297"/>
                    </a:cubicBezTo>
                    <a:cubicBezTo>
                      <a:pt x="6571" y="2456"/>
                      <a:pt x="6236" y="1649"/>
                      <a:pt x="5642" y="1054"/>
                    </a:cubicBezTo>
                    <a:cubicBezTo>
                      <a:pt x="5047" y="459"/>
                      <a:pt x="4240" y="124"/>
                      <a:pt x="3399" y="124"/>
                    </a:cubicBezTo>
                    <a:cubicBezTo>
                      <a:pt x="2558" y="124"/>
                      <a:pt x="1751" y="459"/>
                      <a:pt x="1156" y="1054"/>
                    </a:cubicBezTo>
                    <a:cubicBezTo>
                      <a:pt x="562" y="1649"/>
                      <a:pt x="228" y="2456"/>
                      <a:pt x="228" y="3297"/>
                    </a:cubicBezTo>
                    <a:cubicBezTo>
                      <a:pt x="228" y="4139"/>
                      <a:pt x="562" y="4946"/>
                      <a:pt x="1156" y="5541"/>
                    </a:cubicBezTo>
                    <a:cubicBezTo>
                      <a:pt x="1751" y="6136"/>
                      <a:pt x="2558" y="6470"/>
                      <a:pt x="339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36" name="Freeform: Shape 8735">
                <a:extLst>
                  <a:ext uri="{FF2B5EF4-FFF2-40B4-BE49-F238E27FC236}">
                    <a16:creationId xmlns:a16="http://schemas.microsoft.com/office/drawing/2014/main" id="{CE5C2D18-BC35-6863-965A-BFB059822BF3}"/>
                  </a:ext>
                </a:extLst>
              </p:cNvPr>
              <p:cNvSpPr/>
              <p:nvPr/>
            </p:nvSpPr>
            <p:spPr>
              <a:xfrm>
                <a:off x="9297020" y="5057964"/>
                <a:ext cx="6343" cy="6345"/>
              </a:xfrm>
              <a:custGeom>
                <a:avLst/>
                <a:gdLst>
                  <a:gd name="connsiteX0" fmla="*/ 3399 w 6343"/>
                  <a:gd name="connsiteY0" fmla="*/ 6470 h 6345"/>
                  <a:gd name="connsiteX1" fmla="*/ 5642 w 6343"/>
                  <a:gd name="connsiteY1" fmla="*/ 5541 h 6345"/>
                  <a:gd name="connsiteX2" fmla="*/ 6571 w 6343"/>
                  <a:gd name="connsiteY2" fmla="*/ 3297 h 6345"/>
                  <a:gd name="connsiteX3" fmla="*/ 5642 w 6343"/>
                  <a:gd name="connsiteY3" fmla="*/ 1054 h 6345"/>
                  <a:gd name="connsiteX4" fmla="*/ 3399 w 6343"/>
                  <a:gd name="connsiteY4" fmla="*/ 124 h 6345"/>
                  <a:gd name="connsiteX5" fmla="*/ 1157 w 6343"/>
                  <a:gd name="connsiteY5" fmla="*/ 1054 h 6345"/>
                  <a:gd name="connsiteX6" fmla="*/ 228 w 6343"/>
                  <a:gd name="connsiteY6" fmla="*/ 3297 h 6345"/>
                  <a:gd name="connsiteX7" fmla="*/ 1157 w 6343"/>
                  <a:gd name="connsiteY7" fmla="*/ 5541 h 6345"/>
                  <a:gd name="connsiteX8" fmla="*/ 339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0"/>
                    </a:moveTo>
                    <a:cubicBezTo>
                      <a:pt x="4240" y="6470"/>
                      <a:pt x="5047" y="6135"/>
                      <a:pt x="5642" y="5541"/>
                    </a:cubicBezTo>
                    <a:cubicBezTo>
                      <a:pt x="6237" y="4946"/>
                      <a:pt x="6571" y="4139"/>
                      <a:pt x="6571" y="3297"/>
                    </a:cubicBezTo>
                    <a:cubicBezTo>
                      <a:pt x="6571" y="2456"/>
                      <a:pt x="6237" y="1649"/>
                      <a:pt x="5642" y="1054"/>
                    </a:cubicBezTo>
                    <a:cubicBezTo>
                      <a:pt x="5047" y="459"/>
                      <a:pt x="4240" y="124"/>
                      <a:pt x="3399" y="124"/>
                    </a:cubicBezTo>
                    <a:cubicBezTo>
                      <a:pt x="2558" y="124"/>
                      <a:pt x="1751" y="459"/>
                      <a:pt x="1157" y="1054"/>
                    </a:cubicBezTo>
                    <a:cubicBezTo>
                      <a:pt x="562" y="1649"/>
                      <a:pt x="228" y="2456"/>
                      <a:pt x="228" y="3297"/>
                    </a:cubicBezTo>
                    <a:cubicBezTo>
                      <a:pt x="228" y="4139"/>
                      <a:pt x="562" y="4946"/>
                      <a:pt x="1157" y="5541"/>
                    </a:cubicBezTo>
                    <a:cubicBezTo>
                      <a:pt x="1751" y="6135"/>
                      <a:pt x="2558" y="6470"/>
                      <a:pt x="339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37" name="Freeform: Shape 8736">
                <a:extLst>
                  <a:ext uri="{FF2B5EF4-FFF2-40B4-BE49-F238E27FC236}">
                    <a16:creationId xmlns:a16="http://schemas.microsoft.com/office/drawing/2014/main" id="{F646780D-881B-55B8-1989-5018E324753E}"/>
                  </a:ext>
                </a:extLst>
              </p:cNvPr>
              <p:cNvSpPr/>
              <p:nvPr/>
            </p:nvSpPr>
            <p:spPr>
              <a:xfrm>
                <a:off x="9298800" y="5057599"/>
                <a:ext cx="6343" cy="6345"/>
              </a:xfrm>
              <a:custGeom>
                <a:avLst/>
                <a:gdLst>
                  <a:gd name="connsiteX0" fmla="*/ 3399 w 6343"/>
                  <a:gd name="connsiteY0" fmla="*/ 6470 h 6345"/>
                  <a:gd name="connsiteX1" fmla="*/ 5642 w 6343"/>
                  <a:gd name="connsiteY1" fmla="*/ 5541 h 6345"/>
                  <a:gd name="connsiteX2" fmla="*/ 6571 w 6343"/>
                  <a:gd name="connsiteY2" fmla="*/ 3297 h 6345"/>
                  <a:gd name="connsiteX3" fmla="*/ 5642 w 6343"/>
                  <a:gd name="connsiteY3" fmla="*/ 1054 h 6345"/>
                  <a:gd name="connsiteX4" fmla="*/ 3399 w 6343"/>
                  <a:gd name="connsiteY4" fmla="*/ 124 h 6345"/>
                  <a:gd name="connsiteX5" fmla="*/ 1157 w 6343"/>
                  <a:gd name="connsiteY5" fmla="*/ 1054 h 6345"/>
                  <a:gd name="connsiteX6" fmla="*/ 228 w 6343"/>
                  <a:gd name="connsiteY6" fmla="*/ 3297 h 6345"/>
                  <a:gd name="connsiteX7" fmla="*/ 1157 w 6343"/>
                  <a:gd name="connsiteY7" fmla="*/ 5541 h 6345"/>
                  <a:gd name="connsiteX8" fmla="*/ 339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0"/>
                    </a:moveTo>
                    <a:cubicBezTo>
                      <a:pt x="4240" y="6470"/>
                      <a:pt x="5047" y="6135"/>
                      <a:pt x="5642" y="5541"/>
                    </a:cubicBezTo>
                    <a:cubicBezTo>
                      <a:pt x="6237" y="4946"/>
                      <a:pt x="6571" y="4138"/>
                      <a:pt x="6571" y="3297"/>
                    </a:cubicBezTo>
                    <a:cubicBezTo>
                      <a:pt x="6571" y="2456"/>
                      <a:pt x="6237" y="1649"/>
                      <a:pt x="5642" y="1054"/>
                    </a:cubicBezTo>
                    <a:cubicBezTo>
                      <a:pt x="5047" y="459"/>
                      <a:pt x="4240" y="124"/>
                      <a:pt x="3399" y="124"/>
                    </a:cubicBezTo>
                    <a:cubicBezTo>
                      <a:pt x="2558" y="124"/>
                      <a:pt x="1751" y="459"/>
                      <a:pt x="1157" y="1054"/>
                    </a:cubicBezTo>
                    <a:cubicBezTo>
                      <a:pt x="562" y="1649"/>
                      <a:pt x="228" y="2456"/>
                      <a:pt x="228" y="3297"/>
                    </a:cubicBezTo>
                    <a:cubicBezTo>
                      <a:pt x="228" y="4138"/>
                      <a:pt x="562" y="4946"/>
                      <a:pt x="1157" y="5541"/>
                    </a:cubicBezTo>
                    <a:cubicBezTo>
                      <a:pt x="1751" y="6135"/>
                      <a:pt x="2558" y="6470"/>
                      <a:pt x="339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38" name="Freeform: Shape 8737">
                <a:extLst>
                  <a:ext uri="{FF2B5EF4-FFF2-40B4-BE49-F238E27FC236}">
                    <a16:creationId xmlns:a16="http://schemas.microsoft.com/office/drawing/2014/main" id="{381395BA-5A2C-E94D-450A-9DD7290968F5}"/>
                  </a:ext>
                </a:extLst>
              </p:cNvPr>
              <p:cNvSpPr/>
              <p:nvPr/>
            </p:nvSpPr>
            <p:spPr>
              <a:xfrm>
                <a:off x="9299568" y="5055582"/>
                <a:ext cx="6343" cy="6345"/>
              </a:xfrm>
              <a:custGeom>
                <a:avLst/>
                <a:gdLst>
                  <a:gd name="connsiteX0" fmla="*/ 3399 w 6343"/>
                  <a:gd name="connsiteY0" fmla="*/ 6470 h 6345"/>
                  <a:gd name="connsiteX1" fmla="*/ 5642 w 6343"/>
                  <a:gd name="connsiteY1" fmla="*/ 5540 h 6345"/>
                  <a:gd name="connsiteX2" fmla="*/ 6571 w 6343"/>
                  <a:gd name="connsiteY2" fmla="*/ 3297 h 6345"/>
                  <a:gd name="connsiteX3" fmla="*/ 5642 w 6343"/>
                  <a:gd name="connsiteY3" fmla="*/ 1053 h 6345"/>
                  <a:gd name="connsiteX4" fmla="*/ 3399 w 6343"/>
                  <a:gd name="connsiteY4" fmla="*/ 124 h 6345"/>
                  <a:gd name="connsiteX5" fmla="*/ 1157 w 6343"/>
                  <a:gd name="connsiteY5" fmla="*/ 1053 h 6345"/>
                  <a:gd name="connsiteX6" fmla="*/ 228 w 6343"/>
                  <a:gd name="connsiteY6" fmla="*/ 3297 h 6345"/>
                  <a:gd name="connsiteX7" fmla="*/ 1157 w 6343"/>
                  <a:gd name="connsiteY7" fmla="*/ 5540 h 6345"/>
                  <a:gd name="connsiteX8" fmla="*/ 339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0"/>
                    </a:moveTo>
                    <a:cubicBezTo>
                      <a:pt x="4241" y="6470"/>
                      <a:pt x="5047" y="6135"/>
                      <a:pt x="5642" y="5540"/>
                    </a:cubicBezTo>
                    <a:cubicBezTo>
                      <a:pt x="6237" y="4945"/>
                      <a:pt x="6571" y="4138"/>
                      <a:pt x="6571" y="3297"/>
                    </a:cubicBezTo>
                    <a:cubicBezTo>
                      <a:pt x="6571" y="2455"/>
                      <a:pt x="6237" y="1648"/>
                      <a:pt x="5642" y="1053"/>
                    </a:cubicBezTo>
                    <a:cubicBezTo>
                      <a:pt x="5047" y="458"/>
                      <a:pt x="4241" y="124"/>
                      <a:pt x="3399" y="124"/>
                    </a:cubicBezTo>
                    <a:cubicBezTo>
                      <a:pt x="2558" y="124"/>
                      <a:pt x="1752" y="458"/>
                      <a:pt x="1157" y="1053"/>
                    </a:cubicBezTo>
                    <a:cubicBezTo>
                      <a:pt x="562" y="1648"/>
                      <a:pt x="228" y="2455"/>
                      <a:pt x="228" y="3297"/>
                    </a:cubicBezTo>
                    <a:cubicBezTo>
                      <a:pt x="228" y="4138"/>
                      <a:pt x="562" y="4945"/>
                      <a:pt x="1157" y="5540"/>
                    </a:cubicBezTo>
                    <a:cubicBezTo>
                      <a:pt x="1752" y="6135"/>
                      <a:pt x="2558" y="6470"/>
                      <a:pt x="339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39" name="Freeform: Shape 8738">
                <a:extLst>
                  <a:ext uri="{FF2B5EF4-FFF2-40B4-BE49-F238E27FC236}">
                    <a16:creationId xmlns:a16="http://schemas.microsoft.com/office/drawing/2014/main" id="{C2425AD6-437E-1562-7DAB-09D6F5923D03}"/>
                  </a:ext>
                </a:extLst>
              </p:cNvPr>
              <p:cNvSpPr/>
              <p:nvPr/>
            </p:nvSpPr>
            <p:spPr>
              <a:xfrm>
                <a:off x="9369224" y="5168603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6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40" name="Freeform: Shape 8739">
                <a:extLst>
                  <a:ext uri="{FF2B5EF4-FFF2-40B4-BE49-F238E27FC236}">
                    <a16:creationId xmlns:a16="http://schemas.microsoft.com/office/drawing/2014/main" id="{F80E870C-AD61-A8C3-2126-6107BBBDD2A2}"/>
                  </a:ext>
                </a:extLst>
              </p:cNvPr>
              <p:cNvSpPr/>
              <p:nvPr/>
            </p:nvSpPr>
            <p:spPr>
              <a:xfrm>
                <a:off x="9370537" y="5169064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41" name="Freeform: Shape 8740">
                <a:extLst>
                  <a:ext uri="{FF2B5EF4-FFF2-40B4-BE49-F238E27FC236}">
                    <a16:creationId xmlns:a16="http://schemas.microsoft.com/office/drawing/2014/main" id="{E70BE187-2F42-0137-45B8-C77D271889AC}"/>
                  </a:ext>
                </a:extLst>
              </p:cNvPr>
              <p:cNvSpPr/>
              <p:nvPr/>
            </p:nvSpPr>
            <p:spPr>
              <a:xfrm>
                <a:off x="9281264" y="5013934"/>
                <a:ext cx="6343" cy="6345"/>
              </a:xfrm>
              <a:custGeom>
                <a:avLst/>
                <a:gdLst>
                  <a:gd name="connsiteX0" fmla="*/ 3398 w 6343"/>
                  <a:gd name="connsiteY0" fmla="*/ 6466 h 6345"/>
                  <a:gd name="connsiteX1" fmla="*/ 5641 w 6343"/>
                  <a:gd name="connsiteY1" fmla="*/ 5537 h 6345"/>
                  <a:gd name="connsiteX2" fmla="*/ 6570 w 6343"/>
                  <a:gd name="connsiteY2" fmla="*/ 3294 h 6345"/>
                  <a:gd name="connsiteX3" fmla="*/ 5641 w 6343"/>
                  <a:gd name="connsiteY3" fmla="*/ 1050 h 6345"/>
                  <a:gd name="connsiteX4" fmla="*/ 3398 w 6343"/>
                  <a:gd name="connsiteY4" fmla="*/ 121 h 6345"/>
                  <a:gd name="connsiteX5" fmla="*/ 1155 w 6343"/>
                  <a:gd name="connsiteY5" fmla="*/ 1050 h 6345"/>
                  <a:gd name="connsiteX6" fmla="*/ 226 w 6343"/>
                  <a:gd name="connsiteY6" fmla="*/ 3294 h 6345"/>
                  <a:gd name="connsiteX7" fmla="*/ 1155 w 6343"/>
                  <a:gd name="connsiteY7" fmla="*/ 5537 h 6345"/>
                  <a:gd name="connsiteX8" fmla="*/ 339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66"/>
                    </a:moveTo>
                    <a:cubicBezTo>
                      <a:pt x="4239" y="6466"/>
                      <a:pt x="5046" y="6132"/>
                      <a:pt x="5641" y="5537"/>
                    </a:cubicBezTo>
                    <a:cubicBezTo>
                      <a:pt x="6235" y="4942"/>
                      <a:pt x="6570" y="4135"/>
                      <a:pt x="6570" y="3294"/>
                    </a:cubicBezTo>
                    <a:cubicBezTo>
                      <a:pt x="6570" y="2452"/>
                      <a:pt x="6235" y="1645"/>
                      <a:pt x="5641" y="1050"/>
                    </a:cubicBezTo>
                    <a:cubicBezTo>
                      <a:pt x="5046" y="455"/>
                      <a:pt x="4239" y="121"/>
                      <a:pt x="3398" y="121"/>
                    </a:cubicBezTo>
                    <a:cubicBezTo>
                      <a:pt x="2557" y="121"/>
                      <a:pt x="1750" y="455"/>
                      <a:pt x="1155" y="1050"/>
                    </a:cubicBezTo>
                    <a:cubicBezTo>
                      <a:pt x="561" y="1645"/>
                      <a:pt x="226" y="2452"/>
                      <a:pt x="226" y="3294"/>
                    </a:cubicBezTo>
                    <a:cubicBezTo>
                      <a:pt x="226" y="4135"/>
                      <a:pt x="561" y="4942"/>
                      <a:pt x="1155" y="5537"/>
                    </a:cubicBezTo>
                    <a:cubicBezTo>
                      <a:pt x="1750" y="6132"/>
                      <a:pt x="2557" y="6466"/>
                      <a:pt x="339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42" name="Freeform: Shape 8741">
                <a:extLst>
                  <a:ext uri="{FF2B5EF4-FFF2-40B4-BE49-F238E27FC236}">
                    <a16:creationId xmlns:a16="http://schemas.microsoft.com/office/drawing/2014/main" id="{F5F5CDA5-6850-9C49-B7F6-2CC5143991DE}"/>
                  </a:ext>
                </a:extLst>
              </p:cNvPr>
              <p:cNvSpPr/>
              <p:nvPr/>
            </p:nvSpPr>
            <p:spPr>
              <a:xfrm>
                <a:off x="9289487" y="5024267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1 w 6343"/>
                  <a:gd name="connsiteY1" fmla="*/ 5538 h 6345"/>
                  <a:gd name="connsiteX2" fmla="*/ 6570 w 6343"/>
                  <a:gd name="connsiteY2" fmla="*/ 3294 h 6345"/>
                  <a:gd name="connsiteX3" fmla="*/ 5641 w 6343"/>
                  <a:gd name="connsiteY3" fmla="*/ 1051 h 6345"/>
                  <a:gd name="connsiteX4" fmla="*/ 3399 w 6343"/>
                  <a:gd name="connsiteY4" fmla="*/ 122 h 6345"/>
                  <a:gd name="connsiteX5" fmla="*/ 1156 w 6343"/>
                  <a:gd name="connsiteY5" fmla="*/ 1051 h 6345"/>
                  <a:gd name="connsiteX6" fmla="*/ 227 w 6343"/>
                  <a:gd name="connsiteY6" fmla="*/ 3294 h 6345"/>
                  <a:gd name="connsiteX7" fmla="*/ 1156 w 6343"/>
                  <a:gd name="connsiteY7" fmla="*/ 5538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0" y="6467"/>
                      <a:pt x="5046" y="6133"/>
                      <a:pt x="5641" y="5538"/>
                    </a:cubicBezTo>
                    <a:cubicBezTo>
                      <a:pt x="6236" y="4943"/>
                      <a:pt x="6570" y="4136"/>
                      <a:pt x="6570" y="3294"/>
                    </a:cubicBezTo>
                    <a:cubicBezTo>
                      <a:pt x="6570" y="2453"/>
                      <a:pt x="6236" y="1646"/>
                      <a:pt x="5641" y="1051"/>
                    </a:cubicBezTo>
                    <a:cubicBezTo>
                      <a:pt x="5046" y="456"/>
                      <a:pt x="4240" y="122"/>
                      <a:pt x="3399" y="122"/>
                    </a:cubicBezTo>
                    <a:cubicBezTo>
                      <a:pt x="2558" y="122"/>
                      <a:pt x="1751" y="456"/>
                      <a:pt x="1156" y="1051"/>
                    </a:cubicBezTo>
                    <a:cubicBezTo>
                      <a:pt x="561" y="1646"/>
                      <a:pt x="227" y="2453"/>
                      <a:pt x="227" y="3294"/>
                    </a:cubicBezTo>
                    <a:cubicBezTo>
                      <a:pt x="227" y="4136"/>
                      <a:pt x="561" y="4943"/>
                      <a:pt x="1156" y="5538"/>
                    </a:cubicBezTo>
                    <a:cubicBezTo>
                      <a:pt x="1751" y="6133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43" name="Freeform: Shape 8742">
                <a:extLst>
                  <a:ext uri="{FF2B5EF4-FFF2-40B4-BE49-F238E27FC236}">
                    <a16:creationId xmlns:a16="http://schemas.microsoft.com/office/drawing/2014/main" id="{59931291-EC7D-7E6B-519E-8EAF2229E9D9}"/>
                  </a:ext>
                </a:extLst>
              </p:cNvPr>
              <p:cNvSpPr/>
              <p:nvPr/>
            </p:nvSpPr>
            <p:spPr>
              <a:xfrm>
                <a:off x="9288485" y="5018620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1 w 6343"/>
                  <a:gd name="connsiteY1" fmla="*/ 5537 h 6345"/>
                  <a:gd name="connsiteX2" fmla="*/ 6570 w 6343"/>
                  <a:gd name="connsiteY2" fmla="*/ 3294 h 6345"/>
                  <a:gd name="connsiteX3" fmla="*/ 5641 w 6343"/>
                  <a:gd name="connsiteY3" fmla="*/ 1051 h 6345"/>
                  <a:gd name="connsiteX4" fmla="*/ 3399 w 6343"/>
                  <a:gd name="connsiteY4" fmla="*/ 121 h 6345"/>
                  <a:gd name="connsiteX5" fmla="*/ 1156 w 6343"/>
                  <a:gd name="connsiteY5" fmla="*/ 1051 h 6345"/>
                  <a:gd name="connsiteX6" fmla="*/ 227 w 6343"/>
                  <a:gd name="connsiteY6" fmla="*/ 3294 h 6345"/>
                  <a:gd name="connsiteX7" fmla="*/ 1156 w 6343"/>
                  <a:gd name="connsiteY7" fmla="*/ 5537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0" y="6467"/>
                      <a:pt x="5046" y="6132"/>
                      <a:pt x="5641" y="5537"/>
                    </a:cubicBezTo>
                    <a:cubicBezTo>
                      <a:pt x="6236" y="4942"/>
                      <a:pt x="6570" y="4135"/>
                      <a:pt x="6570" y="3294"/>
                    </a:cubicBezTo>
                    <a:cubicBezTo>
                      <a:pt x="6570" y="2453"/>
                      <a:pt x="6236" y="1646"/>
                      <a:pt x="5641" y="1051"/>
                    </a:cubicBezTo>
                    <a:cubicBezTo>
                      <a:pt x="5046" y="456"/>
                      <a:pt x="4240" y="121"/>
                      <a:pt x="3399" y="121"/>
                    </a:cubicBezTo>
                    <a:cubicBezTo>
                      <a:pt x="2557" y="121"/>
                      <a:pt x="1751" y="456"/>
                      <a:pt x="1156" y="1051"/>
                    </a:cubicBezTo>
                    <a:cubicBezTo>
                      <a:pt x="561" y="1646"/>
                      <a:pt x="227" y="2453"/>
                      <a:pt x="227" y="3294"/>
                    </a:cubicBezTo>
                    <a:cubicBezTo>
                      <a:pt x="227" y="4135"/>
                      <a:pt x="561" y="4942"/>
                      <a:pt x="1156" y="5537"/>
                    </a:cubicBezTo>
                    <a:cubicBezTo>
                      <a:pt x="1751" y="6132"/>
                      <a:pt x="2557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44" name="Freeform: Shape 8743">
                <a:extLst>
                  <a:ext uri="{FF2B5EF4-FFF2-40B4-BE49-F238E27FC236}">
                    <a16:creationId xmlns:a16="http://schemas.microsoft.com/office/drawing/2014/main" id="{93A54715-7681-DBE6-F586-B0818E4C0F1B}"/>
                  </a:ext>
                </a:extLst>
              </p:cNvPr>
              <p:cNvSpPr/>
              <p:nvPr/>
            </p:nvSpPr>
            <p:spPr>
              <a:xfrm>
                <a:off x="9291859" y="5020685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1 w 6343"/>
                  <a:gd name="connsiteY1" fmla="*/ 5538 h 6345"/>
                  <a:gd name="connsiteX2" fmla="*/ 6570 w 6343"/>
                  <a:gd name="connsiteY2" fmla="*/ 3294 h 6345"/>
                  <a:gd name="connsiteX3" fmla="*/ 5641 w 6343"/>
                  <a:gd name="connsiteY3" fmla="*/ 1051 h 6345"/>
                  <a:gd name="connsiteX4" fmla="*/ 3399 w 6343"/>
                  <a:gd name="connsiteY4" fmla="*/ 121 h 6345"/>
                  <a:gd name="connsiteX5" fmla="*/ 1156 w 6343"/>
                  <a:gd name="connsiteY5" fmla="*/ 1051 h 6345"/>
                  <a:gd name="connsiteX6" fmla="*/ 227 w 6343"/>
                  <a:gd name="connsiteY6" fmla="*/ 3294 h 6345"/>
                  <a:gd name="connsiteX7" fmla="*/ 1156 w 6343"/>
                  <a:gd name="connsiteY7" fmla="*/ 5538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0" y="6467"/>
                      <a:pt x="5047" y="6133"/>
                      <a:pt x="5641" y="5538"/>
                    </a:cubicBezTo>
                    <a:cubicBezTo>
                      <a:pt x="6236" y="4943"/>
                      <a:pt x="6570" y="4136"/>
                      <a:pt x="6570" y="3294"/>
                    </a:cubicBezTo>
                    <a:cubicBezTo>
                      <a:pt x="6570" y="2453"/>
                      <a:pt x="6236" y="1646"/>
                      <a:pt x="5641" y="1051"/>
                    </a:cubicBezTo>
                    <a:cubicBezTo>
                      <a:pt x="5047" y="456"/>
                      <a:pt x="4240" y="121"/>
                      <a:pt x="3399" y="121"/>
                    </a:cubicBezTo>
                    <a:cubicBezTo>
                      <a:pt x="2558" y="121"/>
                      <a:pt x="1751" y="456"/>
                      <a:pt x="1156" y="1051"/>
                    </a:cubicBezTo>
                    <a:cubicBezTo>
                      <a:pt x="561" y="1646"/>
                      <a:pt x="227" y="2453"/>
                      <a:pt x="227" y="3294"/>
                    </a:cubicBezTo>
                    <a:cubicBezTo>
                      <a:pt x="227" y="4136"/>
                      <a:pt x="561" y="4943"/>
                      <a:pt x="1156" y="5538"/>
                    </a:cubicBezTo>
                    <a:cubicBezTo>
                      <a:pt x="1751" y="6133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45" name="Freeform: Shape 8744">
                <a:extLst>
                  <a:ext uri="{FF2B5EF4-FFF2-40B4-BE49-F238E27FC236}">
                    <a16:creationId xmlns:a16="http://schemas.microsoft.com/office/drawing/2014/main" id="{D8E47E30-D3ED-9040-F2CB-27EE1974659A}"/>
                  </a:ext>
                </a:extLst>
              </p:cNvPr>
              <p:cNvSpPr/>
              <p:nvPr/>
            </p:nvSpPr>
            <p:spPr>
              <a:xfrm>
                <a:off x="9293266" y="5019259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7 h 6345"/>
                  <a:gd name="connsiteX2" fmla="*/ 6570 w 6343"/>
                  <a:gd name="connsiteY2" fmla="*/ 3294 h 6345"/>
                  <a:gd name="connsiteX3" fmla="*/ 5642 w 6343"/>
                  <a:gd name="connsiteY3" fmla="*/ 1051 h 6345"/>
                  <a:gd name="connsiteX4" fmla="*/ 3399 w 6343"/>
                  <a:gd name="connsiteY4" fmla="*/ 121 h 6345"/>
                  <a:gd name="connsiteX5" fmla="*/ 1156 w 6343"/>
                  <a:gd name="connsiteY5" fmla="*/ 1051 h 6345"/>
                  <a:gd name="connsiteX6" fmla="*/ 227 w 6343"/>
                  <a:gd name="connsiteY6" fmla="*/ 3294 h 6345"/>
                  <a:gd name="connsiteX7" fmla="*/ 1156 w 6343"/>
                  <a:gd name="connsiteY7" fmla="*/ 5537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0" y="6467"/>
                      <a:pt x="5047" y="6132"/>
                      <a:pt x="5642" y="5537"/>
                    </a:cubicBezTo>
                    <a:cubicBezTo>
                      <a:pt x="6236" y="4943"/>
                      <a:pt x="6570" y="4135"/>
                      <a:pt x="6570" y="3294"/>
                    </a:cubicBezTo>
                    <a:cubicBezTo>
                      <a:pt x="6570" y="2453"/>
                      <a:pt x="6236" y="1646"/>
                      <a:pt x="5642" y="1051"/>
                    </a:cubicBezTo>
                    <a:cubicBezTo>
                      <a:pt x="5047" y="456"/>
                      <a:pt x="4240" y="121"/>
                      <a:pt x="3399" y="121"/>
                    </a:cubicBezTo>
                    <a:cubicBezTo>
                      <a:pt x="2558" y="121"/>
                      <a:pt x="1751" y="456"/>
                      <a:pt x="1156" y="1051"/>
                    </a:cubicBezTo>
                    <a:cubicBezTo>
                      <a:pt x="562" y="1646"/>
                      <a:pt x="227" y="2453"/>
                      <a:pt x="227" y="3294"/>
                    </a:cubicBezTo>
                    <a:cubicBezTo>
                      <a:pt x="227" y="4135"/>
                      <a:pt x="562" y="4943"/>
                      <a:pt x="1156" y="5537"/>
                    </a:cubicBezTo>
                    <a:cubicBezTo>
                      <a:pt x="1751" y="6132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46" name="Freeform: Shape 8745">
                <a:extLst>
                  <a:ext uri="{FF2B5EF4-FFF2-40B4-BE49-F238E27FC236}">
                    <a16:creationId xmlns:a16="http://schemas.microsoft.com/office/drawing/2014/main" id="{5171A5D1-556F-25D3-204F-DBB21255092C}"/>
                  </a:ext>
                </a:extLst>
              </p:cNvPr>
              <p:cNvSpPr/>
              <p:nvPr/>
            </p:nvSpPr>
            <p:spPr>
              <a:xfrm>
                <a:off x="9297647" y="5023306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399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0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0" y="122"/>
                      <a:pt x="3399" y="122"/>
                    </a:cubicBezTo>
                    <a:cubicBezTo>
                      <a:pt x="2558" y="122"/>
                      <a:pt x="1751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1" y="6133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47" name="Freeform: Shape 8746">
                <a:extLst>
                  <a:ext uri="{FF2B5EF4-FFF2-40B4-BE49-F238E27FC236}">
                    <a16:creationId xmlns:a16="http://schemas.microsoft.com/office/drawing/2014/main" id="{168A7807-73F6-3391-A500-9CEB7D93DB37}"/>
                  </a:ext>
                </a:extLst>
              </p:cNvPr>
              <p:cNvSpPr/>
              <p:nvPr/>
            </p:nvSpPr>
            <p:spPr>
              <a:xfrm>
                <a:off x="9299872" y="5023463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399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1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2"/>
                      <a:pt x="3399" y="122"/>
                    </a:cubicBezTo>
                    <a:cubicBezTo>
                      <a:pt x="2558" y="122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48" name="Freeform: Shape 8747">
                <a:extLst>
                  <a:ext uri="{FF2B5EF4-FFF2-40B4-BE49-F238E27FC236}">
                    <a16:creationId xmlns:a16="http://schemas.microsoft.com/office/drawing/2014/main" id="{1A7E6F47-1496-52BC-7FCA-0C220C1BF453}"/>
                  </a:ext>
                </a:extLst>
              </p:cNvPr>
              <p:cNvSpPr/>
              <p:nvPr/>
            </p:nvSpPr>
            <p:spPr>
              <a:xfrm>
                <a:off x="9301154" y="5021859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2"/>
                      <a:pt x="3400" y="122"/>
                    </a:cubicBezTo>
                    <a:cubicBezTo>
                      <a:pt x="2558" y="122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8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49" name="Freeform: Shape 8748">
                <a:extLst>
                  <a:ext uri="{FF2B5EF4-FFF2-40B4-BE49-F238E27FC236}">
                    <a16:creationId xmlns:a16="http://schemas.microsoft.com/office/drawing/2014/main" id="{C0B0F218-B55A-2001-6D58-E2563E0C7726}"/>
                  </a:ext>
                </a:extLst>
              </p:cNvPr>
              <p:cNvSpPr/>
              <p:nvPr/>
            </p:nvSpPr>
            <p:spPr>
              <a:xfrm>
                <a:off x="9302219" y="5019814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7" y="6132"/>
                      <a:pt x="5642" y="5538"/>
                    </a:cubicBezTo>
                    <a:cubicBezTo>
                      <a:pt x="6237" y="4943"/>
                      <a:pt x="6571" y="4135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5"/>
                      <a:pt x="562" y="4943"/>
                      <a:pt x="1157" y="5538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50" name="Freeform: Shape 8749">
                <a:extLst>
                  <a:ext uri="{FF2B5EF4-FFF2-40B4-BE49-F238E27FC236}">
                    <a16:creationId xmlns:a16="http://schemas.microsoft.com/office/drawing/2014/main" id="{F358BAC7-90BA-3EE8-66D7-D938B4F74254}"/>
                  </a:ext>
                </a:extLst>
              </p:cNvPr>
              <p:cNvSpPr/>
              <p:nvPr/>
            </p:nvSpPr>
            <p:spPr>
              <a:xfrm>
                <a:off x="9303475" y="5018107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7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2"/>
                      <a:pt x="5642" y="5537"/>
                    </a:cubicBezTo>
                    <a:cubicBezTo>
                      <a:pt x="6237" y="4942"/>
                      <a:pt x="6571" y="4135"/>
                      <a:pt x="6571" y="3294"/>
                    </a:cubicBezTo>
                    <a:cubicBezTo>
                      <a:pt x="6571" y="2453"/>
                      <a:pt x="6237" y="1645"/>
                      <a:pt x="5642" y="1051"/>
                    </a:cubicBezTo>
                    <a:cubicBezTo>
                      <a:pt x="5048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5"/>
                      <a:pt x="228" y="2453"/>
                      <a:pt x="228" y="3294"/>
                    </a:cubicBezTo>
                    <a:cubicBezTo>
                      <a:pt x="228" y="4135"/>
                      <a:pt x="562" y="4942"/>
                      <a:pt x="1157" y="5537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51" name="Freeform: Shape 8750">
                <a:extLst>
                  <a:ext uri="{FF2B5EF4-FFF2-40B4-BE49-F238E27FC236}">
                    <a16:creationId xmlns:a16="http://schemas.microsoft.com/office/drawing/2014/main" id="{158DD223-0113-5809-8194-980D457446A1}"/>
                  </a:ext>
                </a:extLst>
              </p:cNvPr>
              <p:cNvSpPr/>
              <p:nvPr/>
            </p:nvSpPr>
            <p:spPr>
              <a:xfrm>
                <a:off x="9304888" y="5016687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0 h 6345"/>
                  <a:gd name="connsiteX4" fmla="*/ 3400 w 6343"/>
                  <a:gd name="connsiteY4" fmla="*/ 121 h 6345"/>
                  <a:gd name="connsiteX5" fmla="*/ 1157 w 6343"/>
                  <a:gd name="connsiteY5" fmla="*/ 1050 h 6345"/>
                  <a:gd name="connsiteX6" fmla="*/ 228 w 6343"/>
                  <a:gd name="connsiteY6" fmla="*/ 3294 h 6345"/>
                  <a:gd name="connsiteX7" fmla="*/ 1157 w 6343"/>
                  <a:gd name="connsiteY7" fmla="*/ 5537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2"/>
                      <a:pt x="5642" y="5537"/>
                    </a:cubicBezTo>
                    <a:cubicBezTo>
                      <a:pt x="6237" y="4942"/>
                      <a:pt x="6571" y="4135"/>
                      <a:pt x="6571" y="3294"/>
                    </a:cubicBezTo>
                    <a:cubicBezTo>
                      <a:pt x="6571" y="2452"/>
                      <a:pt x="6237" y="1645"/>
                      <a:pt x="5642" y="1050"/>
                    </a:cubicBezTo>
                    <a:cubicBezTo>
                      <a:pt x="5048" y="455"/>
                      <a:pt x="4241" y="121"/>
                      <a:pt x="3400" y="121"/>
                    </a:cubicBezTo>
                    <a:cubicBezTo>
                      <a:pt x="2559" y="121"/>
                      <a:pt x="1752" y="455"/>
                      <a:pt x="1157" y="1050"/>
                    </a:cubicBezTo>
                    <a:cubicBezTo>
                      <a:pt x="562" y="1645"/>
                      <a:pt x="228" y="2452"/>
                      <a:pt x="228" y="3294"/>
                    </a:cubicBezTo>
                    <a:cubicBezTo>
                      <a:pt x="228" y="4135"/>
                      <a:pt x="562" y="4942"/>
                      <a:pt x="1157" y="5537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52" name="Freeform: Shape 8751">
                <a:extLst>
                  <a:ext uri="{FF2B5EF4-FFF2-40B4-BE49-F238E27FC236}">
                    <a16:creationId xmlns:a16="http://schemas.microsoft.com/office/drawing/2014/main" id="{94F5CD8E-D7B8-6A79-DAE7-C1D71076FE6D}"/>
                  </a:ext>
                </a:extLst>
              </p:cNvPr>
              <p:cNvSpPr/>
              <p:nvPr/>
            </p:nvSpPr>
            <p:spPr>
              <a:xfrm>
                <a:off x="9388972" y="5169014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6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53" name="Freeform: Shape 8752">
                <a:extLst>
                  <a:ext uri="{FF2B5EF4-FFF2-40B4-BE49-F238E27FC236}">
                    <a16:creationId xmlns:a16="http://schemas.microsoft.com/office/drawing/2014/main" id="{DA0FF4D9-5602-EC7C-DC94-CD4DB9669FC9}"/>
                  </a:ext>
                </a:extLst>
              </p:cNvPr>
              <p:cNvSpPr/>
              <p:nvPr/>
            </p:nvSpPr>
            <p:spPr>
              <a:xfrm>
                <a:off x="9389789" y="516879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7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54" name="Freeform: Shape 8753">
                <a:extLst>
                  <a:ext uri="{FF2B5EF4-FFF2-40B4-BE49-F238E27FC236}">
                    <a16:creationId xmlns:a16="http://schemas.microsoft.com/office/drawing/2014/main" id="{455E8227-62BC-054C-6F9C-B315AAC06177}"/>
                  </a:ext>
                </a:extLst>
              </p:cNvPr>
              <p:cNvSpPr/>
              <p:nvPr/>
            </p:nvSpPr>
            <p:spPr>
              <a:xfrm>
                <a:off x="9390509" y="5168344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7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55" name="Freeform: Shape 8754">
                <a:extLst>
                  <a:ext uri="{FF2B5EF4-FFF2-40B4-BE49-F238E27FC236}">
                    <a16:creationId xmlns:a16="http://schemas.microsoft.com/office/drawing/2014/main" id="{0F959256-744F-800E-2DF7-E73E459E9BD0}"/>
                  </a:ext>
                </a:extLst>
              </p:cNvPr>
              <p:cNvSpPr/>
              <p:nvPr/>
            </p:nvSpPr>
            <p:spPr>
              <a:xfrm>
                <a:off x="9391305" y="5168073"/>
                <a:ext cx="6343" cy="6345"/>
              </a:xfrm>
              <a:custGeom>
                <a:avLst/>
                <a:gdLst>
                  <a:gd name="connsiteX0" fmla="*/ 3407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8"/>
                    </a:moveTo>
                    <a:cubicBezTo>
                      <a:pt x="4248" y="6478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8"/>
                      <a:pt x="340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56" name="Freeform: Shape 8755">
                <a:extLst>
                  <a:ext uri="{FF2B5EF4-FFF2-40B4-BE49-F238E27FC236}">
                    <a16:creationId xmlns:a16="http://schemas.microsoft.com/office/drawing/2014/main" id="{E7BD2161-E3ED-6D07-3FAF-93AF3D0E295B}"/>
                  </a:ext>
                </a:extLst>
              </p:cNvPr>
              <p:cNvSpPr/>
              <p:nvPr/>
            </p:nvSpPr>
            <p:spPr>
              <a:xfrm>
                <a:off x="9393303" y="517071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57" name="Freeform: Shape 8756">
                <a:extLst>
                  <a:ext uri="{FF2B5EF4-FFF2-40B4-BE49-F238E27FC236}">
                    <a16:creationId xmlns:a16="http://schemas.microsoft.com/office/drawing/2014/main" id="{3FD981E7-DC21-3ACB-AB14-C5DB068BB89F}"/>
                  </a:ext>
                </a:extLst>
              </p:cNvPr>
              <p:cNvSpPr/>
              <p:nvPr/>
            </p:nvSpPr>
            <p:spPr>
              <a:xfrm>
                <a:off x="9394083" y="517045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58" name="Freeform: Shape 8757">
                <a:extLst>
                  <a:ext uri="{FF2B5EF4-FFF2-40B4-BE49-F238E27FC236}">
                    <a16:creationId xmlns:a16="http://schemas.microsoft.com/office/drawing/2014/main" id="{DFBD4807-2E5F-20E6-94C7-1BAE3622C0DD}"/>
                  </a:ext>
                </a:extLst>
              </p:cNvPr>
              <p:cNvSpPr/>
              <p:nvPr/>
            </p:nvSpPr>
            <p:spPr>
              <a:xfrm>
                <a:off x="9394889" y="517026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70" y="1657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59" name="Freeform: Shape 8758">
                <a:extLst>
                  <a:ext uri="{FF2B5EF4-FFF2-40B4-BE49-F238E27FC236}">
                    <a16:creationId xmlns:a16="http://schemas.microsoft.com/office/drawing/2014/main" id="{5E224C8C-2C63-0666-961B-74738E33D9FA}"/>
                  </a:ext>
                </a:extLst>
              </p:cNvPr>
              <p:cNvSpPr/>
              <p:nvPr/>
            </p:nvSpPr>
            <p:spPr>
              <a:xfrm>
                <a:off x="9395695" y="517008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70" y="1657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60" name="Freeform: Shape 8759">
                <a:extLst>
                  <a:ext uri="{FF2B5EF4-FFF2-40B4-BE49-F238E27FC236}">
                    <a16:creationId xmlns:a16="http://schemas.microsoft.com/office/drawing/2014/main" id="{8E2BD74C-049A-63A5-4C15-41D1F1E6F0BC}"/>
                  </a:ext>
                </a:extLst>
              </p:cNvPr>
              <p:cNvSpPr/>
              <p:nvPr/>
            </p:nvSpPr>
            <p:spPr>
              <a:xfrm>
                <a:off x="9396501" y="516990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70" y="1657"/>
                      <a:pt x="235" y="2464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61" name="Freeform: Shape 8760">
                <a:extLst>
                  <a:ext uri="{FF2B5EF4-FFF2-40B4-BE49-F238E27FC236}">
                    <a16:creationId xmlns:a16="http://schemas.microsoft.com/office/drawing/2014/main" id="{22DBE474-E1BC-B02C-6A4F-AFB0734BB904}"/>
                  </a:ext>
                </a:extLst>
              </p:cNvPr>
              <p:cNvSpPr/>
              <p:nvPr/>
            </p:nvSpPr>
            <p:spPr>
              <a:xfrm>
                <a:off x="9397396" y="516996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4"/>
                      <a:pt x="6244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62" name="Freeform: Shape 8761">
                <a:extLst>
                  <a:ext uri="{FF2B5EF4-FFF2-40B4-BE49-F238E27FC236}">
                    <a16:creationId xmlns:a16="http://schemas.microsoft.com/office/drawing/2014/main" id="{4951AC90-1F4F-A392-E165-8DE824999859}"/>
                  </a:ext>
                </a:extLst>
              </p:cNvPr>
              <p:cNvSpPr/>
              <p:nvPr/>
            </p:nvSpPr>
            <p:spPr>
              <a:xfrm>
                <a:off x="9398245" y="516991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63" name="Freeform: Shape 8762">
                <a:extLst>
                  <a:ext uri="{FF2B5EF4-FFF2-40B4-BE49-F238E27FC236}">
                    <a16:creationId xmlns:a16="http://schemas.microsoft.com/office/drawing/2014/main" id="{F1237A69-FD36-B25D-7B26-44E111CC1759}"/>
                  </a:ext>
                </a:extLst>
              </p:cNvPr>
              <p:cNvSpPr/>
              <p:nvPr/>
            </p:nvSpPr>
            <p:spPr>
              <a:xfrm>
                <a:off x="9399200" y="517016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64" name="Freeform: Shape 8763">
                <a:extLst>
                  <a:ext uri="{FF2B5EF4-FFF2-40B4-BE49-F238E27FC236}">
                    <a16:creationId xmlns:a16="http://schemas.microsoft.com/office/drawing/2014/main" id="{CEC1E82D-1A13-F458-C5DD-58FAB6EA69B5}"/>
                  </a:ext>
                </a:extLst>
              </p:cNvPr>
              <p:cNvSpPr/>
              <p:nvPr/>
            </p:nvSpPr>
            <p:spPr>
              <a:xfrm>
                <a:off x="9400151" y="517042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65" name="Freeform: Shape 8764">
                <a:extLst>
                  <a:ext uri="{FF2B5EF4-FFF2-40B4-BE49-F238E27FC236}">
                    <a16:creationId xmlns:a16="http://schemas.microsoft.com/office/drawing/2014/main" id="{ABB74667-6FD2-D87C-C53A-7540AFD83257}"/>
                  </a:ext>
                </a:extLst>
              </p:cNvPr>
              <p:cNvSpPr/>
              <p:nvPr/>
            </p:nvSpPr>
            <p:spPr>
              <a:xfrm>
                <a:off x="9400951" y="517027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7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66" name="Freeform: Shape 8765">
                <a:extLst>
                  <a:ext uri="{FF2B5EF4-FFF2-40B4-BE49-F238E27FC236}">
                    <a16:creationId xmlns:a16="http://schemas.microsoft.com/office/drawing/2014/main" id="{D5E66E71-CBF0-B043-8D68-30A2F8C6E06E}"/>
                  </a:ext>
                </a:extLst>
              </p:cNvPr>
              <p:cNvSpPr/>
              <p:nvPr/>
            </p:nvSpPr>
            <p:spPr>
              <a:xfrm>
                <a:off x="9401895" y="517054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67" name="Freeform: Shape 8766">
                <a:extLst>
                  <a:ext uri="{FF2B5EF4-FFF2-40B4-BE49-F238E27FC236}">
                    <a16:creationId xmlns:a16="http://schemas.microsoft.com/office/drawing/2014/main" id="{AA62F3EF-4480-0862-5C0C-A6D39F84CFA0}"/>
                  </a:ext>
                </a:extLst>
              </p:cNvPr>
              <p:cNvSpPr/>
              <p:nvPr/>
            </p:nvSpPr>
            <p:spPr>
              <a:xfrm>
                <a:off x="9402713" y="517046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68" name="Freeform: Shape 8767">
                <a:extLst>
                  <a:ext uri="{FF2B5EF4-FFF2-40B4-BE49-F238E27FC236}">
                    <a16:creationId xmlns:a16="http://schemas.microsoft.com/office/drawing/2014/main" id="{6038BC3A-4799-05D8-06AC-0DD5E19CC930}"/>
                  </a:ext>
                </a:extLst>
              </p:cNvPr>
              <p:cNvSpPr/>
              <p:nvPr/>
            </p:nvSpPr>
            <p:spPr>
              <a:xfrm>
                <a:off x="9403471" y="517020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69" name="Freeform: Shape 8768">
                <a:extLst>
                  <a:ext uri="{FF2B5EF4-FFF2-40B4-BE49-F238E27FC236}">
                    <a16:creationId xmlns:a16="http://schemas.microsoft.com/office/drawing/2014/main" id="{A6419E42-1932-2D55-A4C4-1E0BBDABF5EA}"/>
                  </a:ext>
                </a:extLst>
              </p:cNvPr>
              <p:cNvSpPr/>
              <p:nvPr/>
            </p:nvSpPr>
            <p:spPr>
              <a:xfrm>
                <a:off x="9404000" y="516924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70" name="Freeform: Shape 8769">
                <a:extLst>
                  <a:ext uri="{FF2B5EF4-FFF2-40B4-BE49-F238E27FC236}">
                    <a16:creationId xmlns:a16="http://schemas.microsoft.com/office/drawing/2014/main" id="{EA550313-350D-BA5C-9AA0-EFE297741E55}"/>
                  </a:ext>
                </a:extLst>
              </p:cNvPr>
              <p:cNvSpPr/>
              <p:nvPr/>
            </p:nvSpPr>
            <p:spPr>
              <a:xfrm>
                <a:off x="9404785" y="516905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71" name="Freeform: Shape 8770">
                <a:extLst>
                  <a:ext uri="{FF2B5EF4-FFF2-40B4-BE49-F238E27FC236}">
                    <a16:creationId xmlns:a16="http://schemas.microsoft.com/office/drawing/2014/main" id="{36A0F4EF-0C1E-00D7-4C14-BAA6804CCEAE}"/>
                  </a:ext>
                </a:extLst>
              </p:cNvPr>
              <p:cNvSpPr/>
              <p:nvPr/>
            </p:nvSpPr>
            <p:spPr>
              <a:xfrm>
                <a:off x="9390172" y="5052437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4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8" y="124"/>
                      <a:pt x="3407" y="124"/>
                    </a:cubicBezTo>
                    <a:cubicBezTo>
                      <a:pt x="2565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5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72" name="Freeform: Shape 8771">
                <a:extLst>
                  <a:ext uri="{FF2B5EF4-FFF2-40B4-BE49-F238E27FC236}">
                    <a16:creationId xmlns:a16="http://schemas.microsoft.com/office/drawing/2014/main" id="{1C99B6A5-AA23-2136-9042-6EA635A127E1}"/>
                  </a:ext>
                </a:extLst>
              </p:cNvPr>
              <p:cNvSpPr/>
              <p:nvPr/>
            </p:nvSpPr>
            <p:spPr>
              <a:xfrm>
                <a:off x="9389130" y="5040510"/>
                <a:ext cx="6343" cy="6345"/>
              </a:xfrm>
              <a:custGeom>
                <a:avLst/>
                <a:gdLst>
                  <a:gd name="connsiteX0" fmla="*/ 3406 w 6343"/>
                  <a:gd name="connsiteY0" fmla="*/ 6468 h 6345"/>
                  <a:gd name="connsiteX1" fmla="*/ 5649 w 6343"/>
                  <a:gd name="connsiteY1" fmla="*/ 5539 h 6345"/>
                  <a:gd name="connsiteX2" fmla="*/ 6578 w 6343"/>
                  <a:gd name="connsiteY2" fmla="*/ 3296 h 6345"/>
                  <a:gd name="connsiteX3" fmla="*/ 5649 w 6343"/>
                  <a:gd name="connsiteY3" fmla="*/ 1052 h 6345"/>
                  <a:gd name="connsiteX4" fmla="*/ 3406 w 6343"/>
                  <a:gd name="connsiteY4" fmla="*/ 123 h 6345"/>
                  <a:gd name="connsiteX5" fmla="*/ 1164 w 6343"/>
                  <a:gd name="connsiteY5" fmla="*/ 1052 h 6345"/>
                  <a:gd name="connsiteX6" fmla="*/ 235 w 6343"/>
                  <a:gd name="connsiteY6" fmla="*/ 3296 h 6345"/>
                  <a:gd name="connsiteX7" fmla="*/ 1164 w 6343"/>
                  <a:gd name="connsiteY7" fmla="*/ 5539 h 6345"/>
                  <a:gd name="connsiteX8" fmla="*/ 3406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8"/>
                    </a:moveTo>
                    <a:cubicBezTo>
                      <a:pt x="4248" y="6468"/>
                      <a:pt x="5054" y="6134"/>
                      <a:pt x="5649" y="5539"/>
                    </a:cubicBezTo>
                    <a:cubicBezTo>
                      <a:pt x="6244" y="4944"/>
                      <a:pt x="6578" y="4137"/>
                      <a:pt x="6578" y="3296"/>
                    </a:cubicBezTo>
                    <a:cubicBezTo>
                      <a:pt x="6578" y="2454"/>
                      <a:pt x="6244" y="1647"/>
                      <a:pt x="5649" y="1052"/>
                    </a:cubicBezTo>
                    <a:cubicBezTo>
                      <a:pt x="5054" y="457"/>
                      <a:pt x="4248" y="123"/>
                      <a:pt x="3406" y="123"/>
                    </a:cubicBezTo>
                    <a:cubicBezTo>
                      <a:pt x="2565" y="123"/>
                      <a:pt x="1759" y="457"/>
                      <a:pt x="1164" y="1052"/>
                    </a:cubicBezTo>
                    <a:cubicBezTo>
                      <a:pt x="569" y="1647"/>
                      <a:pt x="235" y="2454"/>
                      <a:pt x="235" y="3296"/>
                    </a:cubicBezTo>
                    <a:cubicBezTo>
                      <a:pt x="235" y="4137"/>
                      <a:pt x="569" y="4944"/>
                      <a:pt x="1164" y="5539"/>
                    </a:cubicBezTo>
                    <a:cubicBezTo>
                      <a:pt x="1759" y="6134"/>
                      <a:pt x="2565" y="6468"/>
                      <a:pt x="3406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73" name="Freeform: Shape 8772">
                <a:extLst>
                  <a:ext uri="{FF2B5EF4-FFF2-40B4-BE49-F238E27FC236}">
                    <a16:creationId xmlns:a16="http://schemas.microsoft.com/office/drawing/2014/main" id="{ECD540A3-43C2-3419-FBD4-09896509E0FA}"/>
                  </a:ext>
                </a:extLst>
              </p:cNvPr>
              <p:cNvSpPr/>
              <p:nvPr/>
            </p:nvSpPr>
            <p:spPr>
              <a:xfrm>
                <a:off x="9389182" y="5024900"/>
                <a:ext cx="6343" cy="6345"/>
              </a:xfrm>
              <a:custGeom>
                <a:avLst/>
                <a:gdLst>
                  <a:gd name="connsiteX0" fmla="*/ 3406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6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6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7"/>
                    </a:moveTo>
                    <a:cubicBezTo>
                      <a:pt x="4248" y="6467"/>
                      <a:pt x="5054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4" y="456"/>
                      <a:pt x="4248" y="122"/>
                      <a:pt x="3406" y="122"/>
                    </a:cubicBezTo>
                    <a:cubicBezTo>
                      <a:pt x="2565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5" y="6467"/>
                      <a:pt x="3406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74" name="Freeform: Shape 8773">
                <a:extLst>
                  <a:ext uri="{FF2B5EF4-FFF2-40B4-BE49-F238E27FC236}">
                    <a16:creationId xmlns:a16="http://schemas.microsoft.com/office/drawing/2014/main" id="{FFD89AD3-4108-5A8C-C144-86410DDC2EAB}"/>
                  </a:ext>
                </a:extLst>
              </p:cNvPr>
              <p:cNvSpPr/>
              <p:nvPr/>
            </p:nvSpPr>
            <p:spPr>
              <a:xfrm>
                <a:off x="9390882" y="5024813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4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4" y="456"/>
                      <a:pt x="4248" y="122"/>
                      <a:pt x="3407" y="122"/>
                    </a:cubicBezTo>
                    <a:cubicBezTo>
                      <a:pt x="2565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5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75" name="Freeform: Shape 8774">
                <a:extLst>
                  <a:ext uri="{FF2B5EF4-FFF2-40B4-BE49-F238E27FC236}">
                    <a16:creationId xmlns:a16="http://schemas.microsoft.com/office/drawing/2014/main" id="{EE96C06F-5817-082D-3C40-B6AFDBD28D3F}"/>
                  </a:ext>
                </a:extLst>
              </p:cNvPr>
              <p:cNvSpPr/>
              <p:nvPr/>
            </p:nvSpPr>
            <p:spPr>
              <a:xfrm>
                <a:off x="9392582" y="5024736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76" name="Freeform: Shape 8775">
                <a:extLst>
                  <a:ext uri="{FF2B5EF4-FFF2-40B4-BE49-F238E27FC236}">
                    <a16:creationId xmlns:a16="http://schemas.microsoft.com/office/drawing/2014/main" id="{FCE0B910-A2B8-FEF5-55A8-AD7C94F71CE4}"/>
                  </a:ext>
                </a:extLst>
              </p:cNvPr>
              <p:cNvSpPr/>
              <p:nvPr/>
            </p:nvSpPr>
            <p:spPr>
              <a:xfrm>
                <a:off x="9394177" y="5024115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77" name="Freeform: Shape 8776">
                <a:extLst>
                  <a:ext uri="{FF2B5EF4-FFF2-40B4-BE49-F238E27FC236}">
                    <a16:creationId xmlns:a16="http://schemas.microsoft.com/office/drawing/2014/main" id="{9733D345-823A-ACBF-2395-77D38A6FDB54}"/>
                  </a:ext>
                </a:extLst>
              </p:cNvPr>
              <p:cNvSpPr/>
              <p:nvPr/>
            </p:nvSpPr>
            <p:spPr>
              <a:xfrm>
                <a:off x="9395567" y="5022328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4" y="4943"/>
                      <a:pt x="6579" y="4136"/>
                      <a:pt x="6579" y="3294"/>
                    </a:cubicBezTo>
                    <a:cubicBezTo>
                      <a:pt x="6579" y="2453"/>
                      <a:pt x="6244" y="1646"/>
                      <a:pt x="5650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70" y="1646"/>
                      <a:pt x="235" y="2453"/>
                      <a:pt x="235" y="3294"/>
                    </a:cubicBezTo>
                    <a:cubicBezTo>
                      <a:pt x="235" y="4136"/>
                      <a:pt x="570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78" name="Freeform: Shape 8777">
                <a:extLst>
                  <a:ext uri="{FF2B5EF4-FFF2-40B4-BE49-F238E27FC236}">
                    <a16:creationId xmlns:a16="http://schemas.microsoft.com/office/drawing/2014/main" id="{FB112F92-B890-5E0E-139D-5AA169682C54}"/>
                  </a:ext>
                </a:extLst>
              </p:cNvPr>
              <p:cNvSpPr/>
              <p:nvPr/>
            </p:nvSpPr>
            <p:spPr>
              <a:xfrm>
                <a:off x="9396967" y="5020486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6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4" y="4943"/>
                      <a:pt x="6579" y="4136"/>
                      <a:pt x="6579" y="3294"/>
                    </a:cubicBezTo>
                    <a:cubicBezTo>
                      <a:pt x="6579" y="2453"/>
                      <a:pt x="6244" y="1646"/>
                      <a:pt x="5650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1"/>
                    </a:cubicBezTo>
                    <a:cubicBezTo>
                      <a:pt x="570" y="1646"/>
                      <a:pt x="236" y="2453"/>
                      <a:pt x="236" y="3294"/>
                    </a:cubicBezTo>
                    <a:cubicBezTo>
                      <a:pt x="236" y="4136"/>
                      <a:pt x="570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79" name="Freeform: Shape 8778">
                <a:extLst>
                  <a:ext uri="{FF2B5EF4-FFF2-40B4-BE49-F238E27FC236}">
                    <a16:creationId xmlns:a16="http://schemas.microsoft.com/office/drawing/2014/main" id="{A8FADC49-38C4-CBAC-5E18-6E1EF5D92878}"/>
                  </a:ext>
                </a:extLst>
              </p:cNvPr>
              <p:cNvSpPr/>
              <p:nvPr/>
            </p:nvSpPr>
            <p:spPr>
              <a:xfrm>
                <a:off x="9398542" y="5019581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1 h 6345"/>
                  <a:gd name="connsiteX5" fmla="*/ 1165 w 6343"/>
                  <a:gd name="connsiteY5" fmla="*/ 1051 h 6345"/>
                  <a:gd name="connsiteX6" fmla="*/ 236 w 6343"/>
                  <a:gd name="connsiteY6" fmla="*/ 3294 h 6345"/>
                  <a:gd name="connsiteX7" fmla="*/ 1165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8"/>
                    </a:cubicBezTo>
                    <a:cubicBezTo>
                      <a:pt x="6245" y="4943"/>
                      <a:pt x="6579" y="4135"/>
                      <a:pt x="6579" y="3294"/>
                    </a:cubicBezTo>
                    <a:cubicBezTo>
                      <a:pt x="6579" y="2453"/>
                      <a:pt x="6245" y="1646"/>
                      <a:pt x="5650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5" y="1051"/>
                    </a:cubicBezTo>
                    <a:cubicBezTo>
                      <a:pt x="570" y="1646"/>
                      <a:pt x="236" y="2453"/>
                      <a:pt x="236" y="3294"/>
                    </a:cubicBezTo>
                    <a:cubicBezTo>
                      <a:pt x="236" y="4135"/>
                      <a:pt x="570" y="4943"/>
                      <a:pt x="1165" y="5538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80" name="Freeform: Shape 8779">
                <a:extLst>
                  <a:ext uri="{FF2B5EF4-FFF2-40B4-BE49-F238E27FC236}">
                    <a16:creationId xmlns:a16="http://schemas.microsoft.com/office/drawing/2014/main" id="{D47B0536-F68C-61F9-CB14-A514563C675D}"/>
                  </a:ext>
                </a:extLst>
              </p:cNvPr>
              <p:cNvSpPr/>
              <p:nvPr/>
            </p:nvSpPr>
            <p:spPr>
              <a:xfrm>
                <a:off x="9399917" y="5017382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8" y="121"/>
                      <a:pt x="3407" y="121"/>
                    </a:cubicBezTo>
                    <a:cubicBezTo>
                      <a:pt x="2566" y="121"/>
                      <a:pt x="1759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81" name="Freeform: Shape 8780">
                <a:extLst>
                  <a:ext uri="{FF2B5EF4-FFF2-40B4-BE49-F238E27FC236}">
                    <a16:creationId xmlns:a16="http://schemas.microsoft.com/office/drawing/2014/main" id="{2BF3C02B-1131-8B7A-57F1-5F7990E5522C}"/>
                  </a:ext>
                </a:extLst>
              </p:cNvPr>
              <p:cNvSpPr/>
              <p:nvPr/>
            </p:nvSpPr>
            <p:spPr>
              <a:xfrm>
                <a:off x="9401156" y="5014135"/>
                <a:ext cx="6343" cy="6345"/>
              </a:xfrm>
              <a:custGeom>
                <a:avLst/>
                <a:gdLst>
                  <a:gd name="connsiteX0" fmla="*/ 3407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6"/>
                    </a:moveTo>
                    <a:cubicBezTo>
                      <a:pt x="4249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9" y="121"/>
                      <a:pt x="3407" y="121"/>
                    </a:cubicBezTo>
                    <a:cubicBezTo>
                      <a:pt x="2566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6"/>
                      <a:pt x="340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82" name="Freeform: Shape 8781">
                <a:extLst>
                  <a:ext uri="{FF2B5EF4-FFF2-40B4-BE49-F238E27FC236}">
                    <a16:creationId xmlns:a16="http://schemas.microsoft.com/office/drawing/2014/main" id="{AA88B3C6-364D-C063-7122-30DB2FCBE09C}"/>
                  </a:ext>
                </a:extLst>
              </p:cNvPr>
              <p:cNvSpPr/>
              <p:nvPr/>
            </p:nvSpPr>
            <p:spPr>
              <a:xfrm>
                <a:off x="9402717" y="5012819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9" y="121"/>
                      <a:pt x="3408" y="121"/>
                    </a:cubicBezTo>
                    <a:cubicBezTo>
                      <a:pt x="2566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83" name="Freeform: Shape 8782">
                <a:extLst>
                  <a:ext uri="{FF2B5EF4-FFF2-40B4-BE49-F238E27FC236}">
                    <a16:creationId xmlns:a16="http://schemas.microsoft.com/office/drawing/2014/main" id="{52DB72CB-86D4-D6DA-8321-AF45FD138699}"/>
                  </a:ext>
                </a:extLst>
              </p:cNvPr>
              <p:cNvSpPr/>
              <p:nvPr/>
            </p:nvSpPr>
            <p:spPr>
              <a:xfrm>
                <a:off x="9404381" y="5012133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3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0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3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84" name="Freeform: Shape 8783">
                <a:extLst>
                  <a:ext uri="{FF2B5EF4-FFF2-40B4-BE49-F238E27FC236}">
                    <a16:creationId xmlns:a16="http://schemas.microsoft.com/office/drawing/2014/main" id="{282DEAD4-D691-1979-68A6-42332E36079D}"/>
                  </a:ext>
                </a:extLst>
              </p:cNvPr>
              <p:cNvSpPr/>
              <p:nvPr/>
            </p:nvSpPr>
            <p:spPr>
              <a:xfrm>
                <a:off x="9406102" y="5011831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3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0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3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85" name="Freeform: Shape 8784">
                <a:extLst>
                  <a:ext uri="{FF2B5EF4-FFF2-40B4-BE49-F238E27FC236}">
                    <a16:creationId xmlns:a16="http://schemas.microsoft.com/office/drawing/2014/main" id="{E83D244A-A04A-521E-A718-0981434B1692}"/>
                  </a:ext>
                </a:extLst>
              </p:cNvPr>
              <p:cNvSpPr/>
              <p:nvPr/>
            </p:nvSpPr>
            <p:spPr>
              <a:xfrm>
                <a:off x="9407865" y="5011850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79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1" y="1645"/>
                      <a:pt x="236" y="2452"/>
                      <a:pt x="236" y="3293"/>
                    </a:cubicBezTo>
                    <a:cubicBezTo>
                      <a:pt x="236" y="4135"/>
                      <a:pt x="571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86" name="Freeform: Shape 8785">
                <a:extLst>
                  <a:ext uri="{FF2B5EF4-FFF2-40B4-BE49-F238E27FC236}">
                    <a16:creationId xmlns:a16="http://schemas.microsoft.com/office/drawing/2014/main" id="{42DB2D95-8A79-CFE0-7DD0-528865AAD171}"/>
                  </a:ext>
                </a:extLst>
              </p:cNvPr>
              <p:cNvSpPr/>
              <p:nvPr/>
            </p:nvSpPr>
            <p:spPr>
              <a:xfrm>
                <a:off x="9409597" y="5011632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80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7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5" y="4942"/>
                      <a:pt x="6580" y="4135"/>
                      <a:pt x="6580" y="3293"/>
                    </a:cubicBezTo>
                    <a:cubicBezTo>
                      <a:pt x="6580" y="2452"/>
                      <a:pt x="6245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1" y="1645"/>
                      <a:pt x="237" y="2452"/>
                      <a:pt x="237" y="3293"/>
                    </a:cubicBezTo>
                    <a:cubicBezTo>
                      <a:pt x="237" y="4135"/>
                      <a:pt x="571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87" name="Freeform: Shape 8786">
                <a:extLst>
                  <a:ext uri="{FF2B5EF4-FFF2-40B4-BE49-F238E27FC236}">
                    <a16:creationId xmlns:a16="http://schemas.microsoft.com/office/drawing/2014/main" id="{940B535C-007D-3A68-B42D-B2AA14898F80}"/>
                  </a:ext>
                </a:extLst>
              </p:cNvPr>
              <p:cNvSpPr/>
              <p:nvPr/>
            </p:nvSpPr>
            <p:spPr>
              <a:xfrm>
                <a:off x="9411366" y="5011735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80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6 w 6343"/>
                  <a:gd name="connsiteY5" fmla="*/ 1050 h 6345"/>
                  <a:gd name="connsiteX6" fmla="*/ 237 w 6343"/>
                  <a:gd name="connsiteY6" fmla="*/ 3293 h 6345"/>
                  <a:gd name="connsiteX7" fmla="*/ 1166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6" y="4942"/>
                      <a:pt x="6580" y="4135"/>
                      <a:pt x="6580" y="3293"/>
                    </a:cubicBezTo>
                    <a:cubicBezTo>
                      <a:pt x="6580" y="2452"/>
                      <a:pt x="6246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6" y="1050"/>
                    </a:cubicBezTo>
                    <a:cubicBezTo>
                      <a:pt x="571" y="1645"/>
                      <a:pt x="237" y="2452"/>
                      <a:pt x="237" y="3293"/>
                    </a:cubicBezTo>
                    <a:cubicBezTo>
                      <a:pt x="237" y="4135"/>
                      <a:pt x="571" y="4942"/>
                      <a:pt x="1166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88" name="Freeform: Shape 8787">
                <a:extLst>
                  <a:ext uri="{FF2B5EF4-FFF2-40B4-BE49-F238E27FC236}">
                    <a16:creationId xmlns:a16="http://schemas.microsoft.com/office/drawing/2014/main" id="{53BC4CCB-A5CA-E0A1-A23E-A68B4F8B312F}"/>
                  </a:ext>
                </a:extLst>
              </p:cNvPr>
              <p:cNvSpPr/>
              <p:nvPr/>
            </p:nvSpPr>
            <p:spPr>
              <a:xfrm>
                <a:off x="9413111" y="5011663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80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6 w 6343"/>
                  <a:gd name="connsiteY5" fmla="*/ 1050 h 6345"/>
                  <a:gd name="connsiteX6" fmla="*/ 237 w 6343"/>
                  <a:gd name="connsiteY6" fmla="*/ 3293 h 6345"/>
                  <a:gd name="connsiteX7" fmla="*/ 1166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6" y="4942"/>
                      <a:pt x="6580" y="4135"/>
                      <a:pt x="6580" y="3293"/>
                    </a:cubicBezTo>
                    <a:cubicBezTo>
                      <a:pt x="6580" y="2452"/>
                      <a:pt x="6246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6" y="1050"/>
                    </a:cubicBezTo>
                    <a:cubicBezTo>
                      <a:pt x="571" y="1645"/>
                      <a:pt x="237" y="2452"/>
                      <a:pt x="237" y="3293"/>
                    </a:cubicBezTo>
                    <a:cubicBezTo>
                      <a:pt x="237" y="4135"/>
                      <a:pt x="571" y="4942"/>
                      <a:pt x="1166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89" name="Freeform: Shape 8788">
                <a:extLst>
                  <a:ext uri="{FF2B5EF4-FFF2-40B4-BE49-F238E27FC236}">
                    <a16:creationId xmlns:a16="http://schemas.microsoft.com/office/drawing/2014/main" id="{AD0E6522-E944-A073-E2FB-EBEA89B403F3}"/>
                  </a:ext>
                </a:extLst>
              </p:cNvPr>
              <p:cNvSpPr/>
              <p:nvPr/>
            </p:nvSpPr>
            <p:spPr>
              <a:xfrm>
                <a:off x="9411973" y="4853298"/>
                <a:ext cx="6343" cy="6345"/>
              </a:xfrm>
              <a:custGeom>
                <a:avLst/>
                <a:gdLst>
                  <a:gd name="connsiteX0" fmla="*/ 3408 w 6343"/>
                  <a:gd name="connsiteY0" fmla="*/ 6454 h 6345"/>
                  <a:gd name="connsiteX1" fmla="*/ 5651 w 6343"/>
                  <a:gd name="connsiteY1" fmla="*/ 5524 h 6345"/>
                  <a:gd name="connsiteX2" fmla="*/ 6580 w 6343"/>
                  <a:gd name="connsiteY2" fmla="*/ 3281 h 6345"/>
                  <a:gd name="connsiteX3" fmla="*/ 5651 w 6343"/>
                  <a:gd name="connsiteY3" fmla="*/ 1038 h 6345"/>
                  <a:gd name="connsiteX4" fmla="*/ 3408 w 6343"/>
                  <a:gd name="connsiteY4" fmla="*/ 108 h 6345"/>
                  <a:gd name="connsiteX5" fmla="*/ 1166 w 6343"/>
                  <a:gd name="connsiteY5" fmla="*/ 1038 h 6345"/>
                  <a:gd name="connsiteX6" fmla="*/ 237 w 6343"/>
                  <a:gd name="connsiteY6" fmla="*/ 3281 h 6345"/>
                  <a:gd name="connsiteX7" fmla="*/ 1166 w 6343"/>
                  <a:gd name="connsiteY7" fmla="*/ 5524 h 6345"/>
                  <a:gd name="connsiteX8" fmla="*/ 3408 w 6343"/>
                  <a:gd name="connsiteY8" fmla="*/ 64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54"/>
                    </a:moveTo>
                    <a:cubicBezTo>
                      <a:pt x="4249" y="6454"/>
                      <a:pt x="5056" y="6119"/>
                      <a:pt x="5651" y="5524"/>
                    </a:cubicBezTo>
                    <a:cubicBezTo>
                      <a:pt x="6246" y="4929"/>
                      <a:pt x="6580" y="4122"/>
                      <a:pt x="6580" y="3281"/>
                    </a:cubicBezTo>
                    <a:cubicBezTo>
                      <a:pt x="6580" y="2440"/>
                      <a:pt x="6246" y="1632"/>
                      <a:pt x="5651" y="1038"/>
                    </a:cubicBezTo>
                    <a:cubicBezTo>
                      <a:pt x="5056" y="443"/>
                      <a:pt x="4249" y="108"/>
                      <a:pt x="3408" y="108"/>
                    </a:cubicBezTo>
                    <a:cubicBezTo>
                      <a:pt x="2567" y="108"/>
                      <a:pt x="1760" y="443"/>
                      <a:pt x="1166" y="1038"/>
                    </a:cubicBezTo>
                    <a:cubicBezTo>
                      <a:pt x="571" y="1632"/>
                      <a:pt x="237" y="2440"/>
                      <a:pt x="237" y="3281"/>
                    </a:cubicBezTo>
                    <a:cubicBezTo>
                      <a:pt x="237" y="4122"/>
                      <a:pt x="571" y="4929"/>
                      <a:pt x="1166" y="5524"/>
                    </a:cubicBezTo>
                    <a:cubicBezTo>
                      <a:pt x="1760" y="6119"/>
                      <a:pt x="2567" y="6454"/>
                      <a:pt x="3408" y="64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90" name="Freeform: Shape 8789">
                <a:extLst>
                  <a:ext uri="{FF2B5EF4-FFF2-40B4-BE49-F238E27FC236}">
                    <a16:creationId xmlns:a16="http://schemas.microsoft.com/office/drawing/2014/main" id="{DF88113A-8D7B-F4D0-9F39-E712F301B83A}"/>
                  </a:ext>
                </a:extLst>
              </p:cNvPr>
              <p:cNvSpPr/>
              <p:nvPr/>
            </p:nvSpPr>
            <p:spPr>
              <a:xfrm>
                <a:off x="9433940" y="5009625"/>
                <a:ext cx="6343" cy="6345"/>
              </a:xfrm>
              <a:custGeom>
                <a:avLst/>
                <a:gdLst>
                  <a:gd name="connsiteX0" fmla="*/ 3410 w 6343"/>
                  <a:gd name="connsiteY0" fmla="*/ 6466 h 6345"/>
                  <a:gd name="connsiteX1" fmla="*/ 5653 w 6343"/>
                  <a:gd name="connsiteY1" fmla="*/ 5537 h 6345"/>
                  <a:gd name="connsiteX2" fmla="*/ 6582 w 6343"/>
                  <a:gd name="connsiteY2" fmla="*/ 3293 h 6345"/>
                  <a:gd name="connsiteX3" fmla="*/ 5653 w 6343"/>
                  <a:gd name="connsiteY3" fmla="*/ 1050 h 6345"/>
                  <a:gd name="connsiteX4" fmla="*/ 3410 w 6343"/>
                  <a:gd name="connsiteY4" fmla="*/ 121 h 6345"/>
                  <a:gd name="connsiteX5" fmla="*/ 1167 w 6343"/>
                  <a:gd name="connsiteY5" fmla="*/ 1050 h 6345"/>
                  <a:gd name="connsiteX6" fmla="*/ 238 w 6343"/>
                  <a:gd name="connsiteY6" fmla="*/ 3293 h 6345"/>
                  <a:gd name="connsiteX7" fmla="*/ 1167 w 6343"/>
                  <a:gd name="connsiteY7" fmla="*/ 5537 h 6345"/>
                  <a:gd name="connsiteX8" fmla="*/ 341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6"/>
                    </a:moveTo>
                    <a:cubicBezTo>
                      <a:pt x="4251" y="6466"/>
                      <a:pt x="5058" y="6132"/>
                      <a:pt x="5653" y="5537"/>
                    </a:cubicBezTo>
                    <a:cubicBezTo>
                      <a:pt x="6247" y="4942"/>
                      <a:pt x="6582" y="4135"/>
                      <a:pt x="6582" y="3293"/>
                    </a:cubicBezTo>
                    <a:cubicBezTo>
                      <a:pt x="6582" y="2452"/>
                      <a:pt x="6247" y="1645"/>
                      <a:pt x="5653" y="1050"/>
                    </a:cubicBezTo>
                    <a:cubicBezTo>
                      <a:pt x="5058" y="455"/>
                      <a:pt x="4251" y="121"/>
                      <a:pt x="3410" y="121"/>
                    </a:cubicBezTo>
                    <a:cubicBezTo>
                      <a:pt x="2569" y="121"/>
                      <a:pt x="1762" y="455"/>
                      <a:pt x="1167" y="1050"/>
                    </a:cubicBezTo>
                    <a:cubicBezTo>
                      <a:pt x="573" y="1645"/>
                      <a:pt x="238" y="2452"/>
                      <a:pt x="238" y="3293"/>
                    </a:cubicBezTo>
                    <a:cubicBezTo>
                      <a:pt x="238" y="4135"/>
                      <a:pt x="573" y="4942"/>
                      <a:pt x="1167" y="5537"/>
                    </a:cubicBezTo>
                    <a:cubicBezTo>
                      <a:pt x="1762" y="6132"/>
                      <a:pt x="2569" y="6466"/>
                      <a:pt x="341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91" name="Freeform: Shape 8790">
                <a:extLst>
                  <a:ext uri="{FF2B5EF4-FFF2-40B4-BE49-F238E27FC236}">
                    <a16:creationId xmlns:a16="http://schemas.microsoft.com/office/drawing/2014/main" id="{34EF8A8E-5477-82B1-BB9A-7965C835826C}"/>
                  </a:ext>
                </a:extLst>
              </p:cNvPr>
              <p:cNvSpPr/>
              <p:nvPr/>
            </p:nvSpPr>
            <p:spPr>
              <a:xfrm>
                <a:off x="9448219" y="5167948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40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8" y="4954"/>
                      <a:pt x="6583" y="4147"/>
                      <a:pt x="6583" y="3306"/>
                    </a:cubicBezTo>
                    <a:cubicBezTo>
                      <a:pt x="6583" y="2464"/>
                      <a:pt x="6248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92" name="Freeform: Shape 8791">
                <a:extLst>
                  <a:ext uri="{FF2B5EF4-FFF2-40B4-BE49-F238E27FC236}">
                    <a16:creationId xmlns:a16="http://schemas.microsoft.com/office/drawing/2014/main" id="{1CEEADED-AFA7-E61D-F657-14A9478E6DB6}"/>
                  </a:ext>
                </a:extLst>
              </p:cNvPr>
              <p:cNvSpPr/>
              <p:nvPr/>
            </p:nvSpPr>
            <p:spPr>
              <a:xfrm>
                <a:off x="9465193" y="5012148"/>
                <a:ext cx="6343" cy="6345"/>
              </a:xfrm>
              <a:custGeom>
                <a:avLst/>
                <a:gdLst>
                  <a:gd name="connsiteX0" fmla="*/ 3412 w 6343"/>
                  <a:gd name="connsiteY0" fmla="*/ 6466 h 6345"/>
                  <a:gd name="connsiteX1" fmla="*/ 5655 w 6343"/>
                  <a:gd name="connsiteY1" fmla="*/ 5537 h 6345"/>
                  <a:gd name="connsiteX2" fmla="*/ 6584 w 6343"/>
                  <a:gd name="connsiteY2" fmla="*/ 3293 h 6345"/>
                  <a:gd name="connsiteX3" fmla="*/ 5655 w 6343"/>
                  <a:gd name="connsiteY3" fmla="*/ 1050 h 6345"/>
                  <a:gd name="connsiteX4" fmla="*/ 3412 w 6343"/>
                  <a:gd name="connsiteY4" fmla="*/ 121 h 6345"/>
                  <a:gd name="connsiteX5" fmla="*/ 1170 w 6343"/>
                  <a:gd name="connsiteY5" fmla="*/ 1050 h 6345"/>
                  <a:gd name="connsiteX6" fmla="*/ 241 w 6343"/>
                  <a:gd name="connsiteY6" fmla="*/ 3293 h 6345"/>
                  <a:gd name="connsiteX7" fmla="*/ 1170 w 6343"/>
                  <a:gd name="connsiteY7" fmla="*/ 5537 h 6345"/>
                  <a:gd name="connsiteX8" fmla="*/ 3412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6"/>
                    </a:moveTo>
                    <a:cubicBezTo>
                      <a:pt x="4254" y="6466"/>
                      <a:pt x="5060" y="6132"/>
                      <a:pt x="5655" y="5537"/>
                    </a:cubicBezTo>
                    <a:cubicBezTo>
                      <a:pt x="6250" y="4942"/>
                      <a:pt x="6584" y="4135"/>
                      <a:pt x="6584" y="3293"/>
                    </a:cubicBezTo>
                    <a:cubicBezTo>
                      <a:pt x="6584" y="2452"/>
                      <a:pt x="6250" y="1645"/>
                      <a:pt x="5655" y="1050"/>
                    </a:cubicBezTo>
                    <a:cubicBezTo>
                      <a:pt x="5060" y="455"/>
                      <a:pt x="4254" y="121"/>
                      <a:pt x="3412" y="121"/>
                    </a:cubicBezTo>
                    <a:cubicBezTo>
                      <a:pt x="2571" y="121"/>
                      <a:pt x="1765" y="455"/>
                      <a:pt x="1170" y="1050"/>
                    </a:cubicBezTo>
                    <a:cubicBezTo>
                      <a:pt x="575" y="1645"/>
                      <a:pt x="241" y="2452"/>
                      <a:pt x="241" y="3293"/>
                    </a:cubicBezTo>
                    <a:cubicBezTo>
                      <a:pt x="241" y="4135"/>
                      <a:pt x="575" y="4942"/>
                      <a:pt x="1170" y="5537"/>
                    </a:cubicBezTo>
                    <a:cubicBezTo>
                      <a:pt x="1765" y="6132"/>
                      <a:pt x="2571" y="6466"/>
                      <a:pt x="3412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93" name="Freeform: Shape 8792">
                <a:extLst>
                  <a:ext uri="{FF2B5EF4-FFF2-40B4-BE49-F238E27FC236}">
                    <a16:creationId xmlns:a16="http://schemas.microsoft.com/office/drawing/2014/main" id="{06DA2645-3A27-1EF1-D239-8FE04E319FF2}"/>
                  </a:ext>
                </a:extLst>
              </p:cNvPr>
              <p:cNvSpPr/>
              <p:nvPr/>
            </p:nvSpPr>
            <p:spPr>
              <a:xfrm>
                <a:off x="9466997" y="5011342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5 w 6343"/>
                  <a:gd name="connsiteY1" fmla="*/ 5537 h 6345"/>
                  <a:gd name="connsiteX2" fmla="*/ 6584 w 6343"/>
                  <a:gd name="connsiteY2" fmla="*/ 3293 h 6345"/>
                  <a:gd name="connsiteX3" fmla="*/ 5655 w 6343"/>
                  <a:gd name="connsiteY3" fmla="*/ 1050 h 6345"/>
                  <a:gd name="connsiteX4" fmla="*/ 3413 w 6343"/>
                  <a:gd name="connsiteY4" fmla="*/ 121 h 6345"/>
                  <a:gd name="connsiteX5" fmla="*/ 1170 w 6343"/>
                  <a:gd name="connsiteY5" fmla="*/ 1050 h 6345"/>
                  <a:gd name="connsiteX6" fmla="*/ 241 w 6343"/>
                  <a:gd name="connsiteY6" fmla="*/ 3293 h 6345"/>
                  <a:gd name="connsiteX7" fmla="*/ 1170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4" y="6466"/>
                      <a:pt x="5060" y="6132"/>
                      <a:pt x="5655" y="5537"/>
                    </a:cubicBezTo>
                    <a:cubicBezTo>
                      <a:pt x="6250" y="4942"/>
                      <a:pt x="6584" y="4135"/>
                      <a:pt x="6584" y="3293"/>
                    </a:cubicBezTo>
                    <a:cubicBezTo>
                      <a:pt x="6584" y="2452"/>
                      <a:pt x="6250" y="1645"/>
                      <a:pt x="5655" y="1050"/>
                    </a:cubicBezTo>
                    <a:cubicBezTo>
                      <a:pt x="5060" y="455"/>
                      <a:pt x="4254" y="121"/>
                      <a:pt x="3413" y="121"/>
                    </a:cubicBezTo>
                    <a:cubicBezTo>
                      <a:pt x="2571" y="121"/>
                      <a:pt x="1765" y="455"/>
                      <a:pt x="1170" y="1050"/>
                    </a:cubicBezTo>
                    <a:cubicBezTo>
                      <a:pt x="575" y="1645"/>
                      <a:pt x="241" y="2452"/>
                      <a:pt x="241" y="3293"/>
                    </a:cubicBezTo>
                    <a:cubicBezTo>
                      <a:pt x="241" y="4135"/>
                      <a:pt x="575" y="4942"/>
                      <a:pt x="1170" y="5537"/>
                    </a:cubicBezTo>
                    <a:cubicBezTo>
                      <a:pt x="1765" y="6132"/>
                      <a:pt x="2571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94" name="Freeform: Shape 8793">
                <a:extLst>
                  <a:ext uri="{FF2B5EF4-FFF2-40B4-BE49-F238E27FC236}">
                    <a16:creationId xmlns:a16="http://schemas.microsoft.com/office/drawing/2014/main" id="{E8D597F3-121F-C14A-FF11-A16D4022C622}"/>
                  </a:ext>
                </a:extLst>
              </p:cNvPr>
              <p:cNvSpPr/>
              <p:nvPr/>
            </p:nvSpPr>
            <p:spPr>
              <a:xfrm>
                <a:off x="9468692" y="5011924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5 w 6343"/>
                  <a:gd name="connsiteY1" fmla="*/ 5537 h 6345"/>
                  <a:gd name="connsiteX2" fmla="*/ 6584 w 6343"/>
                  <a:gd name="connsiteY2" fmla="*/ 3293 h 6345"/>
                  <a:gd name="connsiteX3" fmla="*/ 5655 w 6343"/>
                  <a:gd name="connsiteY3" fmla="*/ 1050 h 6345"/>
                  <a:gd name="connsiteX4" fmla="*/ 3413 w 6343"/>
                  <a:gd name="connsiteY4" fmla="*/ 121 h 6345"/>
                  <a:gd name="connsiteX5" fmla="*/ 1170 w 6343"/>
                  <a:gd name="connsiteY5" fmla="*/ 1050 h 6345"/>
                  <a:gd name="connsiteX6" fmla="*/ 241 w 6343"/>
                  <a:gd name="connsiteY6" fmla="*/ 3293 h 6345"/>
                  <a:gd name="connsiteX7" fmla="*/ 1170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4" y="6466"/>
                      <a:pt x="5061" y="6132"/>
                      <a:pt x="5655" y="5537"/>
                    </a:cubicBezTo>
                    <a:cubicBezTo>
                      <a:pt x="6250" y="4942"/>
                      <a:pt x="6584" y="4135"/>
                      <a:pt x="6584" y="3293"/>
                    </a:cubicBezTo>
                    <a:cubicBezTo>
                      <a:pt x="6584" y="2452"/>
                      <a:pt x="6250" y="1645"/>
                      <a:pt x="5655" y="1050"/>
                    </a:cubicBezTo>
                    <a:cubicBezTo>
                      <a:pt x="5061" y="455"/>
                      <a:pt x="4254" y="121"/>
                      <a:pt x="3413" y="121"/>
                    </a:cubicBezTo>
                    <a:cubicBezTo>
                      <a:pt x="2572" y="121"/>
                      <a:pt x="1765" y="455"/>
                      <a:pt x="1170" y="1050"/>
                    </a:cubicBezTo>
                    <a:cubicBezTo>
                      <a:pt x="575" y="1645"/>
                      <a:pt x="241" y="2452"/>
                      <a:pt x="241" y="3293"/>
                    </a:cubicBezTo>
                    <a:cubicBezTo>
                      <a:pt x="241" y="4135"/>
                      <a:pt x="575" y="4942"/>
                      <a:pt x="1170" y="5537"/>
                    </a:cubicBezTo>
                    <a:cubicBezTo>
                      <a:pt x="1765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95" name="Freeform: Shape 8794">
                <a:extLst>
                  <a:ext uri="{FF2B5EF4-FFF2-40B4-BE49-F238E27FC236}">
                    <a16:creationId xmlns:a16="http://schemas.microsoft.com/office/drawing/2014/main" id="{A459A386-74BC-715B-39CF-058224EDD47C}"/>
                  </a:ext>
                </a:extLst>
              </p:cNvPr>
              <p:cNvSpPr/>
              <p:nvPr/>
            </p:nvSpPr>
            <p:spPr>
              <a:xfrm>
                <a:off x="9470393" y="5012392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6 w 6343"/>
                  <a:gd name="connsiteY1" fmla="*/ 5537 h 6345"/>
                  <a:gd name="connsiteX2" fmla="*/ 6584 w 6343"/>
                  <a:gd name="connsiteY2" fmla="*/ 3293 h 6345"/>
                  <a:gd name="connsiteX3" fmla="*/ 5656 w 6343"/>
                  <a:gd name="connsiteY3" fmla="*/ 1050 h 6345"/>
                  <a:gd name="connsiteX4" fmla="*/ 3413 w 6343"/>
                  <a:gd name="connsiteY4" fmla="*/ 121 h 6345"/>
                  <a:gd name="connsiteX5" fmla="*/ 1170 w 6343"/>
                  <a:gd name="connsiteY5" fmla="*/ 1050 h 6345"/>
                  <a:gd name="connsiteX6" fmla="*/ 241 w 6343"/>
                  <a:gd name="connsiteY6" fmla="*/ 3293 h 6345"/>
                  <a:gd name="connsiteX7" fmla="*/ 1170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4" y="6466"/>
                      <a:pt x="5061" y="6132"/>
                      <a:pt x="5656" y="5537"/>
                    </a:cubicBezTo>
                    <a:cubicBezTo>
                      <a:pt x="6250" y="4942"/>
                      <a:pt x="6584" y="4135"/>
                      <a:pt x="6584" y="3293"/>
                    </a:cubicBezTo>
                    <a:cubicBezTo>
                      <a:pt x="6584" y="2452"/>
                      <a:pt x="6250" y="1645"/>
                      <a:pt x="5656" y="1050"/>
                    </a:cubicBezTo>
                    <a:cubicBezTo>
                      <a:pt x="5061" y="455"/>
                      <a:pt x="4254" y="121"/>
                      <a:pt x="3413" y="121"/>
                    </a:cubicBezTo>
                    <a:cubicBezTo>
                      <a:pt x="2572" y="121"/>
                      <a:pt x="1765" y="455"/>
                      <a:pt x="1170" y="1050"/>
                    </a:cubicBezTo>
                    <a:cubicBezTo>
                      <a:pt x="575" y="1645"/>
                      <a:pt x="241" y="2452"/>
                      <a:pt x="241" y="3293"/>
                    </a:cubicBezTo>
                    <a:cubicBezTo>
                      <a:pt x="241" y="4135"/>
                      <a:pt x="575" y="4942"/>
                      <a:pt x="1170" y="5537"/>
                    </a:cubicBezTo>
                    <a:cubicBezTo>
                      <a:pt x="1765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96" name="Freeform: Shape 8795">
                <a:extLst>
                  <a:ext uri="{FF2B5EF4-FFF2-40B4-BE49-F238E27FC236}">
                    <a16:creationId xmlns:a16="http://schemas.microsoft.com/office/drawing/2014/main" id="{6D2EC602-BDD1-1233-26AD-D20BBCDE22E8}"/>
                  </a:ext>
                </a:extLst>
              </p:cNvPr>
              <p:cNvSpPr/>
              <p:nvPr/>
            </p:nvSpPr>
            <p:spPr>
              <a:xfrm>
                <a:off x="9472095" y="5012807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6 w 6343"/>
                  <a:gd name="connsiteY1" fmla="*/ 5537 h 6345"/>
                  <a:gd name="connsiteX2" fmla="*/ 6585 w 6343"/>
                  <a:gd name="connsiteY2" fmla="*/ 3294 h 6345"/>
                  <a:gd name="connsiteX3" fmla="*/ 5656 w 6343"/>
                  <a:gd name="connsiteY3" fmla="*/ 1050 h 6345"/>
                  <a:gd name="connsiteX4" fmla="*/ 3413 w 6343"/>
                  <a:gd name="connsiteY4" fmla="*/ 121 h 6345"/>
                  <a:gd name="connsiteX5" fmla="*/ 1170 w 6343"/>
                  <a:gd name="connsiteY5" fmla="*/ 1050 h 6345"/>
                  <a:gd name="connsiteX6" fmla="*/ 241 w 6343"/>
                  <a:gd name="connsiteY6" fmla="*/ 3294 h 6345"/>
                  <a:gd name="connsiteX7" fmla="*/ 1170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4" y="6466"/>
                      <a:pt x="5061" y="6132"/>
                      <a:pt x="5656" y="5537"/>
                    </a:cubicBezTo>
                    <a:cubicBezTo>
                      <a:pt x="6250" y="4942"/>
                      <a:pt x="6585" y="4135"/>
                      <a:pt x="6585" y="3294"/>
                    </a:cubicBezTo>
                    <a:cubicBezTo>
                      <a:pt x="6585" y="2452"/>
                      <a:pt x="6250" y="1645"/>
                      <a:pt x="5656" y="1050"/>
                    </a:cubicBezTo>
                    <a:cubicBezTo>
                      <a:pt x="5061" y="455"/>
                      <a:pt x="4254" y="121"/>
                      <a:pt x="3413" y="121"/>
                    </a:cubicBezTo>
                    <a:cubicBezTo>
                      <a:pt x="2572" y="121"/>
                      <a:pt x="1765" y="455"/>
                      <a:pt x="1170" y="1050"/>
                    </a:cubicBezTo>
                    <a:cubicBezTo>
                      <a:pt x="576" y="1645"/>
                      <a:pt x="241" y="2452"/>
                      <a:pt x="241" y="3294"/>
                    </a:cubicBezTo>
                    <a:cubicBezTo>
                      <a:pt x="241" y="4135"/>
                      <a:pt x="576" y="4942"/>
                      <a:pt x="1170" y="5537"/>
                    </a:cubicBezTo>
                    <a:cubicBezTo>
                      <a:pt x="1765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97" name="Freeform: Shape 8796">
                <a:extLst>
                  <a:ext uri="{FF2B5EF4-FFF2-40B4-BE49-F238E27FC236}">
                    <a16:creationId xmlns:a16="http://schemas.microsoft.com/office/drawing/2014/main" id="{AFA75B2B-1D26-04D1-543C-9951761BC0EA}"/>
                  </a:ext>
                </a:extLst>
              </p:cNvPr>
              <p:cNvSpPr/>
              <p:nvPr/>
            </p:nvSpPr>
            <p:spPr>
              <a:xfrm>
                <a:off x="9473787" y="5013294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6 w 6343"/>
                  <a:gd name="connsiteY1" fmla="*/ 5537 h 6345"/>
                  <a:gd name="connsiteX2" fmla="*/ 6585 w 6343"/>
                  <a:gd name="connsiteY2" fmla="*/ 3294 h 6345"/>
                  <a:gd name="connsiteX3" fmla="*/ 5656 w 6343"/>
                  <a:gd name="connsiteY3" fmla="*/ 1050 h 6345"/>
                  <a:gd name="connsiteX4" fmla="*/ 3413 w 6343"/>
                  <a:gd name="connsiteY4" fmla="*/ 121 h 6345"/>
                  <a:gd name="connsiteX5" fmla="*/ 1171 w 6343"/>
                  <a:gd name="connsiteY5" fmla="*/ 1050 h 6345"/>
                  <a:gd name="connsiteX6" fmla="*/ 242 w 6343"/>
                  <a:gd name="connsiteY6" fmla="*/ 3294 h 6345"/>
                  <a:gd name="connsiteX7" fmla="*/ 1171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4" y="6466"/>
                      <a:pt x="5061" y="6132"/>
                      <a:pt x="5656" y="5537"/>
                    </a:cubicBezTo>
                    <a:cubicBezTo>
                      <a:pt x="6251" y="4942"/>
                      <a:pt x="6585" y="4135"/>
                      <a:pt x="6585" y="3294"/>
                    </a:cubicBezTo>
                    <a:cubicBezTo>
                      <a:pt x="6585" y="2452"/>
                      <a:pt x="6251" y="1645"/>
                      <a:pt x="5656" y="1050"/>
                    </a:cubicBezTo>
                    <a:cubicBezTo>
                      <a:pt x="5061" y="455"/>
                      <a:pt x="4254" y="121"/>
                      <a:pt x="3413" y="121"/>
                    </a:cubicBezTo>
                    <a:cubicBezTo>
                      <a:pt x="2572" y="121"/>
                      <a:pt x="1765" y="455"/>
                      <a:pt x="1171" y="1050"/>
                    </a:cubicBezTo>
                    <a:cubicBezTo>
                      <a:pt x="576" y="1645"/>
                      <a:pt x="242" y="2452"/>
                      <a:pt x="242" y="3294"/>
                    </a:cubicBezTo>
                    <a:cubicBezTo>
                      <a:pt x="242" y="4135"/>
                      <a:pt x="576" y="4942"/>
                      <a:pt x="1171" y="5537"/>
                    </a:cubicBezTo>
                    <a:cubicBezTo>
                      <a:pt x="1765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98" name="Freeform: Shape 8797">
                <a:extLst>
                  <a:ext uri="{FF2B5EF4-FFF2-40B4-BE49-F238E27FC236}">
                    <a16:creationId xmlns:a16="http://schemas.microsoft.com/office/drawing/2014/main" id="{415BAAF0-15E6-463D-DF7A-02B518D286FB}"/>
                  </a:ext>
                </a:extLst>
              </p:cNvPr>
              <p:cNvSpPr/>
              <p:nvPr/>
            </p:nvSpPr>
            <p:spPr>
              <a:xfrm>
                <a:off x="9475487" y="5013667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6 w 6343"/>
                  <a:gd name="connsiteY1" fmla="*/ 5537 h 6345"/>
                  <a:gd name="connsiteX2" fmla="*/ 6585 w 6343"/>
                  <a:gd name="connsiteY2" fmla="*/ 3294 h 6345"/>
                  <a:gd name="connsiteX3" fmla="*/ 5656 w 6343"/>
                  <a:gd name="connsiteY3" fmla="*/ 1050 h 6345"/>
                  <a:gd name="connsiteX4" fmla="*/ 3413 w 6343"/>
                  <a:gd name="connsiteY4" fmla="*/ 121 h 6345"/>
                  <a:gd name="connsiteX5" fmla="*/ 1171 w 6343"/>
                  <a:gd name="connsiteY5" fmla="*/ 1050 h 6345"/>
                  <a:gd name="connsiteX6" fmla="*/ 242 w 6343"/>
                  <a:gd name="connsiteY6" fmla="*/ 3294 h 6345"/>
                  <a:gd name="connsiteX7" fmla="*/ 1171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4" y="6466"/>
                      <a:pt x="5061" y="6132"/>
                      <a:pt x="5656" y="5537"/>
                    </a:cubicBezTo>
                    <a:cubicBezTo>
                      <a:pt x="6251" y="4942"/>
                      <a:pt x="6585" y="4135"/>
                      <a:pt x="6585" y="3294"/>
                    </a:cubicBezTo>
                    <a:cubicBezTo>
                      <a:pt x="6585" y="2452"/>
                      <a:pt x="6251" y="1645"/>
                      <a:pt x="5656" y="1050"/>
                    </a:cubicBezTo>
                    <a:cubicBezTo>
                      <a:pt x="5061" y="455"/>
                      <a:pt x="4254" y="121"/>
                      <a:pt x="3413" y="121"/>
                    </a:cubicBezTo>
                    <a:cubicBezTo>
                      <a:pt x="2572" y="121"/>
                      <a:pt x="1765" y="455"/>
                      <a:pt x="1171" y="1050"/>
                    </a:cubicBezTo>
                    <a:cubicBezTo>
                      <a:pt x="576" y="1645"/>
                      <a:pt x="242" y="2452"/>
                      <a:pt x="242" y="3294"/>
                    </a:cubicBezTo>
                    <a:cubicBezTo>
                      <a:pt x="242" y="4135"/>
                      <a:pt x="576" y="4942"/>
                      <a:pt x="1171" y="5537"/>
                    </a:cubicBezTo>
                    <a:cubicBezTo>
                      <a:pt x="1765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799" name="Freeform: Shape 8798">
                <a:extLst>
                  <a:ext uri="{FF2B5EF4-FFF2-40B4-BE49-F238E27FC236}">
                    <a16:creationId xmlns:a16="http://schemas.microsoft.com/office/drawing/2014/main" id="{6B21A69B-7D14-154C-6F07-839D5E8F21D8}"/>
                  </a:ext>
                </a:extLst>
              </p:cNvPr>
              <p:cNvSpPr/>
              <p:nvPr/>
            </p:nvSpPr>
            <p:spPr>
              <a:xfrm>
                <a:off x="9477206" y="5013864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6 w 6343"/>
                  <a:gd name="connsiteY1" fmla="*/ 5537 h 6345"/>
                  <a:gd name="connsiteX2" fmla="*/ 6585 w 6343"/>
                  <a:gd name="connsiteY2" fmla="*/ 3294 h 6345"/>
                  <a:gd name="connsiteX3" fmla="*/ 5656 w 6343"/>
                  <a:gd name="connsiteY3" fmla="*/ 1050 h 6345"/>
                  <a:gd name="connsiteX4" fmla="*/ 3413 w 6343"/>
                  <a:gd name="connsiteY4" fmla="*/ 121 h 6345"/>
                  <a:gd name="connsiteX5" fmla="*/ 1171 w 6343"/>
                  <a:gd name="connsiteY5" fmla="*/ 1050 h 6345"/>
                  <a:gd name="connsiteX6" fmla="*/ 242 w 6343"/>
                  <a:gd name="connsiteY6" fmla="*/ 3294 h 6345"/>
                  <a:gd name="connsiteX7" fmla="*/ 1171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5" y="6466"/>
                      <a:pt x="5061" y="6132"/>
                      <a:pt x="5656" y="5537"/>
                    </a:cubicBezTo>
                    <a:cubicBezTo>
                      <a:pt x="6251" y="4942"/>
                      <a:pt x="6585" y="4135"/>
                      <a:pt x="6585" y="3294"/>
                    </a:cubicBezTo>
                    <a:cubicBezTo>
                      <a:pt x="6585" y="2452"/>
                      <a:pt x="6251" y="1645"/>
                      <a:pt x="5656" y="1050"/>
                    </a:cubicBezTo>
                    <a:cubicBezTo>
                      <a:pt x="5061" y="455"/>
                      <a:pt x="4255" y="121"/>
                      <a:pt x="3413" y="121"/>
                    </a:cubicBezTo>
                    <a:cubicBezTo>
                      <a:pt x="2572" y="121"/>
                      <a:pt x="1766" y="455"/>
                      <a:pt x="1171" y="1050"/>
                    </a:cubicBezTo>
                    <a:cubicBezTo>
                      <a:pt x="576" y="1645"/>
                      <a:pt x="242" y="2452"/>
                      <a:pt x="242" y="3294"/>
                    </a:cubicBezTo>
                    <a:cubicBezTo>
                      <a:pt x="242" y="4135"/>
                      <a:pt x="576" y="4942"/>
                      <a:pt x="1171" y="5537"/>
                    </a:cubicBezTo>
                    <a:cubicBezTo>
                      <a:pt x="1766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00" name="Freeform: Shape 8799">
                <a:extLst>
                  <a:ext uri="{FF2B5EF4-FFF2-40B4-BE49-F238E27FC236}">
                    <a16:creationId xmlns:a16="http://schemas.microsoft.com/office/drawing/2014/main" id="{29409DE4-E30E-6BE8-645C-222E45B573D3}"/>
                  </a:ext>
                </a:extLst>
              </p:cNvPr>
              <p:cNvSpPr/>
              <p:nvPr/>
            </p:nvSpPr>
            <p:spPr>
              <a:xfrm>
                <a:off x="9478785" y="5015192"/>
                <a:ext cx="6343" cy="6345"/>
              </a:xfrm>
              <a:custGeom>
                <a:avLst/>
                <a:gdLst>
                  <a:gd name="connsiteX0" fmla="*/ 3414 w 6343"/>
                  <a:gd name="connsiteY0" fmla="*/ 6466 h 6345"/>
                  <a:gd name="connsiteX1" fmla="*/ 5656 w 6343"/>
                  <a:gd name="connsiteY1" fmla="*/ 5537 h 6345"/>
                  <a:gd name="connsiteX2" fmla="*/ 6585 w 6343"/>
                  <a:gd name="connsiteY2" fmla="*/ 3294 h 6345"/>
                  <a:gd name="connsiteX3" fmla="*/ 5656 w 6343"/>
                  <a:gd name="connsiteY3" fmla="*/ 1050 h 6345"/>
                  <a:gd name="connsiteX4" fmla="*/ 3414 w 6343"/>
                  <a:gd name="connsiteY4" fmla="*/ 121 h 6345"/>
                  <a:gd name="connsiteX5" fmla="*/ 1171 w 6343"/>
                  <a:gd name="connsiteY5" fmla="*/ 1050 h 6345"/>
                  <a:gd name="connsiteX6" fmla="*/ 242 w 6343"/>
                  <a:gd name="connsiteY6" fmla="*/ 3294 h 6345"/>
                  <a:gd name="connsiteX7" fmla="*/ 1171 w 6343"/>
                  <a:gd name="connsiteY7" fmla="*/ 5537 h 6345"/>
                  <a:gd name="connsiteX8" fmla="*/ 3414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66"/>
                    </a:moveTo>
                    <a:cubicBezTo>
                      <a:pt x="4255" y="6466"/>
                      <a:pt x="5061" y="6132"/>
                      <a:pt x="5656" y="5537"/>
                    </a:cubicBezTo>
                    <a:cubicBezTo>
                      <a:pt x="6251" y="4942"/>
                      <a:pt x="6585" y="4135"/>
                      <a:pt x="6585" y="3294"/>
                    </a:cubicBezTo>
                    <a:cubicBezTo>
                      <a:pt x="6585" y="2452"/>
                      <a:pt x="6251" y="1645"/>
                      <a:pt x="5656" y="1050"/>
                    </a:cubicBezTo>
                    <a:cubicBezTo>
                      <a:pt x="5061" y="455"/>
                      <a:pt x="4255" y="121"/>
                      <a:pt x="3414" y="121"/>
                    </a:cubicBezTo>
                    <a:cubicBezTo>
                      <a:pt x="2572" y="121"/>
                      <a:pt x="1766" y="455"/>
                      <a:pt x="1171" y="1050"/>
                    </a:cubicBezTo>
                    <a:cubicBezTo>
                      <a:pt x="576" y="1645"/>
                      <a:pt x="242" y="2452"/>
                      <a:pt x="242" y="3294"/>
                    </a:cubicBezTo>
                    <a:cubicBezTo>
                      <a:pt x="242" y="4135"/>
                      <a:pt x="576" y="4942"/>
                      <a:pt x="1171" y="5537"/>
                    </a:cubicBezTo>
                    <a:cubicBezTo>
                      <a:pt x="1766" y="6132"/>
                      <a:pt x="2572" y="6466"/>
                      <a:pt x="3414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01" name="Freeform: Shape 8800">
                <a:extLst>
                  <a:ext uri="{FF2B5EF4-FFF2-40B4-BE49-F238E27FC236}">
                    <a16:creationId xmlns:a16="http://schemas.microsoft.com/office/drawing/2014/main" id="{744BA6BC-975B-AAD7-4990-D8513448A6BA}"/>
                  </a:ext>
                </a:extLst>
              </p:cNvPr>
              <p:cNvSpPr/>
              <p:nvPr/>
            </p:nvSpPr>
            <p:spPr>
              <a:xfrm>
                <a:off x="9466633" y="517006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5"/>
                      <a:pt x="6250" y="1657"/>
                      <a:pt x="5655" y="1062"/>
                    </a:cubicBezTo>
                    <a:cubicBezTo>
                      <a:pt x="5060" y="468"/>
                      <a:pt x="4254" y="133"/>
                      <a:pt x="3413" y="133"/>
                    </a:cubicBezTo>
                    <a:cubicBezTo>
                      <a:pt x="2571" y="133"/>
                      <a:pt x="1765" y="468"/>
                      <a:pt x="1170" y="1062"/>
                    </a:cubicBezTo>
                    <a:cubicBezTo>
                      <a:pt x="575" y="1657"/>
                      <a:pt x="241" y="2465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02" name="Freeform: Shape 8801">
                <a:extLst>
                  <a:ext uri="{FF2B5EF4-FFF2-40B4-BE49-F238E27FC236}">
                    <a16:creationId xmlns:a16="http://schemas.microsoft.com/office/drawing/2014/main" id="{597EA7A5-0BB9-48FC-05BA-EE75711C226A}"/>
                  </a:ext>
                </a:extLst>
              </p:cNvPr>
              <p:cNvSpPr/>
              <p:nvPr/>
            </p:nvSpPr>
            <p:spPr>
              <a:xfrm>
                <a:off x="9472685" y="5171303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5"/>
                      <a:pt x="6250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8"/>
                      <a:pt x="241" y="2465"/>
                      <a:pt x="241" y="3306"/>
                    </a:cubicBezTo>
                    <a:cubicBezTo>
                      <a:pt x="241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03" name="Freeform: Shape 8802">
                <a:extLst>
                  <a:ext uri="{FF2B5EF4-FFF2-40B4-BE49-F238E27FC236}">
                    <a16:creationId xmlns:a16="http://schemas.microsoft.com/office/drawing/2014/main" id="{7FFD0195-92D9-CB5E-637F-2309532B96BA}"/>
                  </a:ext>
                </a:extLst>
              </p:cNvPr>
              <p:cNvSpPr/>
              <p:nvPr/>
            </p:nvSpPr>
            <p:spPr>
              <a:xfrm>
                <a:off x="9473495" y="5171235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2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5"/>
                      <a:pt x="6250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04" name="Freeform: Shape 8803">
                <a:extLst>
                  <a:ext uri="{FF2B5EF4-FFF2-40B4-BE49-F238E27FC236}">
                    <a16:creationId xmlns:a16="http://schemas.microsoft.com/office/drawing/2014/main" id="{577AC9FD-9F1A-F4D8-9CB6-95048D31A098}"/>
                  </a:ext>
                </a:extLst>
              </p:cNvPr>
              <p:cNvSpPr/>
              <p:nvPr/>
            </p:nvSpPr>
            <p:spPr>
              <a:xfrm>
                <a:off x="9474307" y="517117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05" name="Freeform: Shape 8804">
                <a:extLst>
                  <a:ext uri="{FF2B5EF4-FFF2-40B4-BE49-F238E27FC236}">
                    <a16:creationId xmlns:a16="http://schemas.microsoft.com/office/drawing/2014/main" id="{699167FE-BC24-7AF1-AB89-01A6A502A7F4}"/>
                  </a:ext>
                </a:extLst>
              </p:cNvPr>
              <p:cNvSpPr/>
              <p:nvPr/>
            </p:nvSpPr>
            <p:spPr>
              <a:xfrm>
                <a:off x="9475457" y="516977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06" name="Freeform: Shape 8805">
                <a:extLst>
                  <a:ext uri="{FF2B5EF4-FFF2-40B4-BE49-F238E27FC236}">
                    <a16:creationId xmlns:a16="http://schemas.microsoft.com/office/drawing/2014/main" id="{EA111B90-5B10-E3EA-6AB6-DAC8096C8642}"/>
                  </a:ext>
                </a:extLst>
              </p:cNvPr>
              <p:cNvSpPr/>
              <p:nvPr/>
            </p:nvSpPr>
            <p:spPr>
              <a:xfrm>
                <a:off x="9476328" y="516954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07" name="Freeform: Shape 8806">
                <a:extLst>
                  <a:ext uri="{FF2B5EF4-FFF2-40B4-BE49-F238E27FC236}">
                    <a16:creationId xmlns:a16="http://schemas.microsoft.com/office/drawing/2014/main" id="{0E832766-E1A1-B01F-6410-231D872EDFBA}"/>
                  </a:ext>
                </a:extLst>
              </p:cNvPr>
              <p:cNvSpPr/>
              <p:nvPr/>
            </p:nvSpPr>
            <p:spPr>
              <a:xfrm>
                <a:off x="9477155" y="5169497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5" y="133"/>
                      <a:pt x="3413" y="133"/>
                    </a:cubicBezTo>
                    <a:cubicBezTo>
                      <a:pt x="2572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08" name="Freeform: Shape 8807">
                <a:extLst>
                  <a:ext uri="{FF2B5EF4-FFF2-40B4-BE49-F238E27FC236}">
                    <a16:creationId xmlns:a16="http://schemas.microsoft.com/office/drawing/2014/main" id="{CC268434-964D-13D2-D537-66E6FD2B52A9}"/>
                  </a:ext>
                </a:extLst>
              </p:cNvPr>
              <p:cNvSpPr/>
              <p:nvPr/>
            </p:nvSpPr>
            <p:spPr>
              <a:xfrm>
                <a:off x="9531799" y="5012071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0 w 6343"/>
                  <a:gd name="connsiteY1" fmla="*/ 5537 h 6345"/>
                  <a:gd name="connsiteX2" fmla="*/ 6589 w 6343"/>
                  <a:gd name="connsiteY2" fmla="*/ 3293 h 6345"/>
                  <a:gd name="connsiteX3" fmla="*/ 5660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3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0" y="5537"/>
                    </a:cubicBezTo>
                    <a:cubicBezTo>
                      <a:pt x="6255" y="4942"/>
                      <a:pt x="6589" y="4135"/>
                      <a:pt x="6589" y="3293"/>
                    </a:cubicBezTo>
                    <a:cubicBezTo>
                      <a:pt x="6589" y="2452"/>
                      <a:pt x="6255" y="1645"/>
                      <a:pt x="5660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0" y="1645"/>
                      <a:pt x="246" y="2452"/>
                      <a:pt x="246" y="3293"/>
                    </a:cubicBezTo>
                    <a:cubicBezTo>
                      <a:pt x="246" y="4135"/>
                      <a:pt x="580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09" name="Freeform: Shape 8808">
                <a:extLst>
                  <a:ext uri="{FF2B5EF4-FFF2-40B4-BE49-F238E27FC236}">
                    <a16:creationId xmlns:a16="http://schemas.microsoft.com/office/drawing/2014/main" id="{CE988D6F-10BF-9268-E832-F1D93AD03C8F}"/>
                  </a:ext>
                </a:extLst>
              </p:cNvPr>
              <p:cNvSpPr/>
              <p:nvPr/>
            </p:nvSpPr>
            <p:spPr>
              <a:xfrm>
                <a:off x="9533299" y="5013332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0 w 6343"/>
                  <a:gd name="connsiteY1" fmla="*/ 5537 h 6345"/>
                  <a:gd name="connsiteX2" fmla="*/ 6589 w 6343"/>
                  <a:gd name="connsiteY2" fmla="*/ 3294 h 6345"/>
                  <a:gd name="connsiteX3" fmla="*/ 5660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0" y="5537"/>
                    </a:cubicBezTo>
                    <a:cubicBezTo>
                      <a:pt x="6255" y="4942"/>
                      <a:pt x="6589" y="4135"/>
                      <a:pt x="6589" y="3294"/>
                    </a:cubicBezTo>
                    <a:cubicBezTo>
                      <a:pt x="6589" y="2452"/>
                      <a:pt x="6255" y="1645"/>
                      <a:pt x="5660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0" y="1645"/>
                      <a:pt x="246" y="2452"/>
                      <a:pt x="246" y="3294"/>
                    </a:cubicBezTo>
                    <a:cubicBezTo>
                      <a:pt x="246" y="4135"/>
                      <a:pt x="580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10" name="Freeform: Shape 8809">
                <a:extLst>
                  <a:ext uri="{FF2B5EF4-FFF2-40B4-BE49-F238E27FC236}">
                    <a16:creationId xmlns:a16="http://schemas.microsoft.com/office/drawing/2014/main" id="{24D9549E-485A-5847-CE53-B176DF372724}"/>
                  </a:ext>
                </a:extLst>
              </p:cNvPr>
              <p:cNvSpPr/>
              <p:nvPr/>
            </p:nvSpPr>
            <p:spPr>
              <a:xfrm>
                <a:off x="9535077" y="5013703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90" y="4135"/>
                      <a:pt x="6590" y="3294"/>
                    </a:cubicBezTo>
                    <a:cubicBezTo>
                      <a:pt x="6590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6" y="2452"/>
                      <a:pt x="246" y="3294"/>
                    </a:cubicBezTo>
                    <a:cubicBezTo>
                      <a:pt x="246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11" name="Freeform: Shape 8810">
                <a:extLst>
                  <a:ext uri="{FF2B5EF4-FFF2-40B4-BE49-F238E27FC236}">
                    <a16:creationId xmlns:a16="http://schemas.microsoft.com/office/drawing/2014/main" id="{E68F83C6-9974-14E4-CFAC-7610E0C6C1F3}"/>
                  </a:ext>
                </a:extLst>
              </p:cNvPr>
              <p:cNvSpPr/>
              <p:nvPr/>
            </p:nvSpPr>
            <p:spPr>
              <a:xfrm>
                <a:off x="9536933" y="5013848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7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90" y="4135"/>
                      <a:pt x="6590" y="3294"/>
                    </a:cubicBezTo>
                    <a:cubicBezTo>
                      <a:pt x="6590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12" name="Freeform: Shape 8811">
                <a:extLst>
                  <a:ext uri="{FF2B5EF4-FFF2-40B4-BE49-F238E27FC236}">
                    <a16:creationId xmlns:a16="http://schemas.microsoft.com/office/drawing/2014/main" id="{9A876BF6-AD2A-0E2A-D292-09244E9BBA21}"/>
                  </a:ext>
                </a:extLst>
              </p:cNvPr>
              <p:cNvSpPr/>
              <p:nvPr/>
            </p:nvSpPr>
            <p:spPr>
              <a:xfrm>
                <a:off x="9538810" y="5013945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13" name="Freeform: Shape 8812">
                <a:extLst>
                  <a:ext uri="{FF2B5EF4-FFF2-40B4-BE49-F238E27FC236}">
                    <a16:creationId xmlns:a16="http://schemas.microsoft.com/office/drawing/2014/main" id="{8D1A17FB-9B72-B869-CDD0-9C9F62C95B9B}"/>
                  </a:ext>
                </a:extLst>
              </p:cNvPr>
              <p:cNvSpPr/>
              <p:nvPr/>
            </p:nvSpPr>
            <p:spPr>
              <a:xfrm>
                <a:off x="9540833" y="5013640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60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60" y="121"/>
                      <a:pt x="3418" y="121"/>
                    </a:cubicBezTo>
                    <a:cubicBezTo>
                      <a:pt x="2577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14" name="Freeform: Shape 8813">
                <a:extLst>
                  <a:ext uri="{FF2B5EF4-FFF2-40B4-BE49-F238E27FC236}">
                    <a16:creationId xmlns:a16="http://schemas.microsoft.com/office/drawing/2014/main" id="{646ED2D9-B22C-8BD0-C491-76544CAF0258}"/>
                  </a:ext>
                </a:extLst>
              </p:cNvPr>
              <p:cNvSpPr/>
              <p:nvPr/>
            </p:nvSpPr>
            <p:spPr>
              <a:xfrm>
                <a:off x="9542883" y="5013289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60" y="121"/>
                      <a:pt x="3419" y="121"/>
                    </a:cubicBezTo>
                    <a:cubicBezTo>
                      <a:pt x="2577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15" name="Freeform: Shape 8814">
                <a:extLst>
                  <a:ext uri="{FF2B5EF4-FFF2-40B4-BE49-F238E27FC236}">
                    <a16:creationId xmlns:a16="http://schemas.microsoft.com/office/drawing/2014/main" id="{2DE8F49C-33A6-B6C8-A814-336D2C70DD29}"/>
                  </a:ext>
                </a:extLst>
              </p:cNvPr>
              <p:cNvSpPr/>
              <p:nvPr/>
            </p:nvSpPr>
            <p:spPr>
              <a:xfrm>
                <a:off x="9544857" y="5013189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16" name="Freeform: Shape 8815">
                <a:extLst>
                  <a:ext uri="{FF2B5EF4-FFF2-40B4-BE49-F238E27FC236}">
                    <a16:creationId xmlns:a16="http://schemas.microsoft.com/office/drawing/2014/main" id="{1965B3E2-80AC-3D7E-A5EB-37A74E3B6A04}"/>
                  </a:ext>
                </a:extLst>
              </p:cNvPr>
              <p:cNvSpPr/>
              <p:nvPr/>
            </p:nvSpPr>
            <p:spPr>
              <a:xfrm>
                <a:off x="9546664" y="5013575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2 w 6343"/>
                  <a:gd name="connsiteY1" fmla="*/ 5537 h 6345"/>
                  <a:gd name="connsiteX2" fmla="*/ 6590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2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2" y="1645"/>
                      <a:pt x="247" y="2452"/>
                      <a:pt x="247" y="3294"/>
                    </a:cubicBezTo>
                    <a:cubicBezTo>
                      <a:pt x="247" y="4135"/>
                      <a:pt x="582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17" name="Freeform: Shape 8816">
                <a:extLst>
                  <a:ext uri="{FF2B5EF4-FFF2-40B4-BE49-F238E27FC236}">
                    <a16:creationId xmlns:a16="http://schemas.microsoft.com/office/drawing/2014/main" id="{A7B4D4E5-5C53-379A-8D5D-C9781F18C651}"/>
                  </a:ext>
                </a:extLst>
              </p:cNvPr>
              <p:cNvSpPr/>
              <p:nvPr/>
            </p:nvSpPr>
            <p:spPr>
              <a:xfrm>
                <a:off x="9548426" y="5014091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2" y="5537"/>
                    </a:cubicBezTo>
                    <a:cubicBezTo>
                      <a:pt x="6256" y="4942"/>
                      <a:pt x="6591" y="4135"/>
                      <a:pt x="6591" y="3294"/>
                    </a:cubicBezTo>
                    <a:cubicBezTo>
                      <a:pt x="6591" y="2452"/>
                      <a:pt x="6256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2" y="1645"/>
                      <a:pt x="247" y="2452"/>
                      <a:pt x="247" y="3294"/>
                    </a:cubicBezTo>
                    <a:cubicBezTo>
                      <a:pt x="247" y="4135"/>
                      <a:pt x="582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18" name="Freeform: Shape 8817">
                <a:extLst>
                  <a:ext uri="{FF2B5EF4-FFF2-40B4-BE49-F238E27FC236}">
                    <a16:creationId xmlns:a16="http://schemas.microsoft.com/office/drawing/2014/main" id="{CCF0B377-6F9C-9444-6BCF-52D988ADDDB7}"/>
                  </a:ext>
                </a:extLst>
              </p:cNvPr>
              <p:cNvSpPr/>
              <p:nvPr/>
            </p:nvSpPr>
            <p:spPr>
              <a:xfrm>
                <a:off x="9549896" y="5015381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7 w 6343"/>
                  <a:gd name="connsiteY5" fmla="*/ 1050 h 6345"/>
                  <a:gd name="connsiteX6" fmla="*/ 248 w 6343"/>
                  <a:gd name="connsiteY6" fmla="*/ 3294 h 6345"/>
                  <a:gd name="connsiteX7" fmla="*/ 1177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2" y="5537"/>
                    </a:cubicBezTo>
                    <a:cubicBezTo>
                      <a:pt x="6257" y="4942"/>
                      <a:pt x="6591" y="4135"/>
                      <a:pt x="6591" y="3294"/>
                    </a:cubicBezTo>
                    <a:cubicBezTo>
                      <a:pt x="6591" y="2452"/>
                      <a:pt x="6257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7" y="1050"/>
                    </a:cubicBezTo>
                    <a:cubicBezTo>
                      <a:pt x="582" y="1645"/>
                      <a:pt x="248" y="2452"/>
                      <a:pt x="248" y="3294"/>
                    </a:cubicBezTo>
                    <a:cubicBezTo>
                      <a:pt x="248" y="4135"/>
                      <a:pt x="582" y="4942"/>
                      <a:pt x="1177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19" name="Freeform: Shape 8818">
                <a:extLst>
                  <a:ext uri="{FF2B5EF4-FFF2-40B4-BE49-F238E27FC236}">
                    <a16:creationId xmlns:a16="http://schemas.microsoft.com/office/drawing/2014/main" id="{AB36AE44-5B71-8108-868A-70D06CBDF140}"/>
                  </a:ext>
                </a:extLst>
              </p:cNvPr>
              <p:cNvSpPr/>
              <p:nvPr/>
            </p:nvSpPr>
            <p:spPr>
              <a:xfrm>
                <a:off x="9551648" y="5015916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7 w 6343"/>
                  <a:gd name="connsiteY5" fmla="*/ 1050 h 6345"/>
                  <a:gd name="connsiteX6" fmla="*/ 248 w 6343"/>
                  <a:gd name="connsiteY6" fmla="*/ 3294 h 6345"/>
                  <a:gd name="connsiteX7" fmla="*/ 1177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2" y="5537"/>
                    </a:cubicBezTo>
                    <a:cubicBezTo>
                      <a:pt x="6257" y="4942"/>
                      <a:pt x="6591" y="4135"/>
                      <a:pt x="6591" y="3294"/>
                    </a:cubicBezTo>
                    <a:cubicBezTo>
                      <a:pt x="6591" y="2452"/>
                      <a:pt x="6257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7" y="1050"/>
                    </a:cubicBezTo>
                    <a:cubicBezTo>
                      <a:pt x="582" y="1645"/>
                      <a:pt x="248" y="2452"/>
                      <a:pt x="248" y="3294"/>
                    </a:cubicBezTo>
                    <a:cubicBezTo>
                      <a:pt x="248" y="4135"/>
                      <a:pt x="582" y="4942"/>
                      <a:pt x="1177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20" name="Freeform: Shape 8819">
                <a:extLst>
                  <a:ext uri="{FF2B5EF4-FFF2-40B4-BE49-F238E27FC236}">
                    <a16:creationId xmlns:a16="http://schemas.microsoft.com/office/drawing/2014/main" id="{BF12797E-35DE-7331-3443-D16C23E98F34}"/>
                  </a:ext>
                </a:extLst>
              </p:cNvPr>
              <p:cNvSpPr/>
              <p:nvPr/>
            </p:nvSpPr>
            <p:spPr>
              <a:xfrm>
                <a:off x="9553949" y="5015060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7 w 6343"/>
                  <a:gd name="connsiteY5" fmla="*/ 1050 h 6345"/>
                  <a:gd name="connsiteX6" fmla="*/ 248 w 6343"/>
                  <a:gd name="connsiteY6" fmla="*/ 3294 h 6345"/>
                  <a:gd name="connsiteX7" fmla="*/ 1177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1" y="6466"/>
                      <a:pt x="5067" y="6132"/>
                      <a:pt x="5662" y="5537"/>
                    </a:cubicBezTo>
                    <a:cubicBezTo>
                      <a:pt x="6257" y="4942"/>
                      <a:pt x="6591" y="4135"/>
                      <a:pt x="6591" y="3294"/>
                    </a:cubicBezTo>
                    <a:cubicBezTo>
                      <a:pt x="6591" y="2452"/>
                      <a:pt x="6257" y="1645"/>
                      <a:pt x="5662" y="1050"/>
                    </a:cubicBezTo>
                    <a:cubicBezTo>
                      <a:pt x="5067" y="455"/>
                      <a:pt x="4261" y="121"/>
                      <a:pt x="3419" y="121"/>
                    </a:cubicBezTo>
                    <a:cubicBezTo>
                      <a:pt x="2578" y="121"/>
                      <a:pt x="1772" y="455"/>
                      <a:pt x="1177" y="1050"/>
                    </a:cubicBezTo>
                    <a:cubicBezTo>
                      <a:pt x="582" y="1645"/>
                      <a:pt x="248" y="2452"/>
                      <a:pt x="248" y="3294"/>
                    </a:cubicBezTo>
                    <a:cubicBezTo>
                      <a:pt x="248" y="4135"/>
                      <a:pt x="582" y="4942"/>
                      <a:pt x="1177" y="5537"/>
                    </a:cubicBezTo>
                    <a:cubicBezTo>
                      <a:pt x="1772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21" name="Freeform: Shape 8820">
                <a:extLst>
                  <a:ext uri="{FF2B5EF4-FFF2-40B4-BE49-F238E27FC236}">
                    <a16:creationId xmlns:a16="http://schemas.microsoft.com/office/drawing/2014/main" id="{A57E2886-DDE0-C761-70A1-F3E5EF198D5F}"/>
                  </a:ext>
                </a:extLst>
              </p:cNvPr>
              <p:cNvSpPr/>
              <p:nvPr/>
            </p:nvSpPr>
            <p:spPr>
              <a:xfrm>
                <a:off x="9555331" y="5016554"/>
                <a:ext cx="6343" cy="6345"/>
              </a:xfrm>
              <a:custGeom>
                <a:avLst/>
                <a:gdLst>
                  <a:gd name="connsiteX0" fmla="*/ 3420 w 6343"/>
                  <a:gd name="connsiteY0" fmla="*/ 6467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20 w 6343"/>
                  <a:gd name="connsiteY4" fmla="*/ 121 h 6345"/>
                  <a:gd name="connsiteX5" fmla="*/ 1177 w 6343"/>
                  <a:gd name="connsiteY5" fmla="*/ 1050 h 6345"/>
                  <a:gd name="connsiteX6" fmla="*/ 248 w 6343"/>
                  <a:gd name="connsiteY6" fmla="*/ 3294 h 6345"/>
                  <a:gd name="connsiteX7" fmla="*/ 1177 w 6343"/>
                  <a:gd name="connsiteY7" fmla="*/ 5537 h 6345"/>
                  <a:gd name="connsiteX8" fmla="*/ 342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67"/>
                    </a:moveTo>
                    <a:cubicBezTo>
                      <a:pt x="4261" y="6467"/>
                      <a:pt x="5067" y="6132"/>
                      <a:pt x="5662" y="5537"/>
                    </a:cubicBezTo>
                    <a:cubicBezTo>
                      <a:pt x="6257" y="4942"/>
                      <a:pt x="6591" y="4135"/>
                      <a:pt x="6591" y="3294"/>
                    </a:cubicBezTo>
                    <a:cubicBezTo>
                      <a:pt x="6591" y="2452"/>
                      <a:pt x="6257" y="1645"/>
                      <a:pt x="5662" y="1050"/>
                    </a:cubicBezTo>
                    <a:cubicBezTo>
                      <a:pt x="5067" y="455"/>
                      <a:pt x="4261" y="121"/>
                      <a:pt x="3420" y="121"/>
                    </a:cubicBezTo>
                    <a:cubicBezTo>
                      <a:pt x="2578" y="121"/>
                      <a:pt x="1772" y="455"/>
                      <a:pt x="1177" y="1050"/>
                    </a:cubicBezTo>
                    <a:cubicBezTo>
                      <a:pt x="582" y="1645"/>
                      <a:pt x="248" y="2452"/>
                      <a:pt x="248" y="3294"/>
                    </a:cubicBezTo>
                    <a:cubicBezTo>
                      <a:pt x="248" y="4135"/>
                      <a:pt x="582" y="4942"/>
                      <a:pt x="1177" y="5537"/>
                    </a:cubicBezTo>
                    <a:cubicBezTo>
                      <a:pt x="1772" y="6132"/>
                      <a:pt x="2578" y="6467"/>
                      <a:pt x="342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22" name="Freeform: Shape 8821">
                <a:extLst>
                  <a:ext uri="{FF2B5EF4-FFF2-40B4-BE49-F238E27FC236}">
                    <a16:creationId xmlns:a16="http://schemas.microsoft.com/office/drawing/2014/main" id="{CCABF93B-4D0E-D179-F000-07814AFC2008}"/>
                  </a:ext>
                </a:extLst>
              </p:cNvPr>
              <p:cNvSpPr/>
              <p:nvPr/>
            </p:nvSpPr>
            <p:spPr>
              <a:xfrm>
                <a:off x="9557173" y="5016892"/>
                <a:ext cx="6343" cy="6345"/>
              </a:xfrm>
              <a:custGeom>
                <a:avLst/>
                <a:gdLst>
                  <a:gd name="connsiteX0" fmla="*/ 3420 w 6343"/>
                  <a:gd name="connsiteY0" fmla="*/ 6467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20 w 6343"/>
                  <a:gd name="connsiteY4" fmla="*/ 121 h 6345"/>
                  <a:gd name="connsiteX5" fmla="*/ 1177 w 6343"/>
                  <a:gd name="connsiteY5" fmla="*/ 1050 h 6345"/>
                  <a:gd name="connsiteX6" fmla="*/ 248 w 6343"/>
                  <a:gd name="connsiteY6" fmla="*/ 3294 h 6345"/>
                  <a:gd name="connsiteX7" fmla="*/ 1177 w 6343"/>
                  <a:gd name="connsiteY7" fmla="*/ 5537 h 6345"/>
                  <a:gd name="connsiteX8" fmla="*/ 342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67"/>
                    </a:moveTo>
                    <a:cubicBezTo>
                      <a:pt x="4261" y="6467"/>
                      <a:pt x="5068" y="6132"/>
                      <a:pt x="5662" y="5537"/>
                    </a:cubicBezTo>
                    <a:cubicBezTo>
                      <a:pt x="6257" y="4942"/>
                      <a:pt x="6591" y="4135"/>
                      <a:pt x="6591" y="3294"/>
                    </a:cubicBezTo>
                    <a:cubicBezTo>
                      <a:pt x="6591" y="2452"/>
                      <a:pt x="6257" y="1645"/>
                      <a:pt x="5662" y="1050"/>
                    </a:cubicBezTo>
                    <a:cubicBezTo>
                      <a:pt x="5068" y="455"/>
                      <a:pt x="4261" y="121"/>
                      <a:pt x="3420" y="121"/>
                    </a:cubicBezTo>
                    <a:cubicBezTo>
                      <a:pt x="2579" y="121"/>
                      <a:pt x="1772" y="455"/>
                      <a:pt x="1177" y="1050"/>
                    </a:cubicBezTo>
                    <a:cubicBezTo>
                      <a:pt x="582" y="1645"/>
                      <a:pt x="248" y="2452"/>
                      <a:pt x="248" y="3294"/>
                    </a:cubicBezTo>
                    <a:cubicBezTo>
                      <a:pt x="248" y="4135"/>
                      <a:pt x="582" y="4942"/>
                      <a:pt x="1177" y="5537"/>
                    </a:cubicBezTo>
                    <a:cubicBezTo>
                      <a:pt x="1772" y="6132"/>
                      <a:pt x="2579" y="6467"/>
                      <a:pt x="342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23" name="Freeform: Shape 8822">
                <a:extLst>
                  <a:ext uri="{FF2B5EF4-FFF2-40B4-BE49-F238E27FC236}">
                    <a16:creationId xmlns:a16="http://schemas.microsoft.com/office/drawing/2014/main" id="{91200BBC-4F1B-4F7D-9141-74595EE65CBF}"/>
                  </a:ext>
                </a:extLst>
              </p:cNvPr>
              <p:cNvSpPr/>
              <p:nvPr/>
            </p:nvSpPr>
            <p:spPr>
              <a:xfrm>
                <a:off x="9560344" y="5018818"/>
                <a:ext cx="6343" cy="6345"/>
              </a:xfrm>
              <a:custGeom>
                <a:avLst/>
                <a:gdLst>
                  <a:gd name="connsiteX0" fmla="*/ 3420 w 6343"/>
                  <a:gd name="connsiteY0" fmla="*/ 6467 h 6345"/>
                  <a:gd name="connsiteX1" fmla="*/ 5663 w 6343"/>
                  <a:gd name="connsiteY1" fmla="*/ 5537 h 6345"/>
                  <a:gd name="connsiteX2" fmla="*/ 6592 w 6343"/>
                  <a:gd name="connsiteY2" fmla="*/ 3294 h 6345"/>
                  <a:gd name="connsiteX3" fmla="*/ 5663 w 6343"/>
                  <a:gd name="connsiteY3" fmla="*/ 1051 h 6345"/>
                  <a:gd name="connsiteX4" fmla="*/ 3420 w 6343"/>
                  <a:gd name="connsiteY4" fmla="*/ 121 h 6345"/>
                  <a:gd name="connsiteX5" fmla="*/ 1177 w 6343"/>
                  <a:gd name="connsiteY5" fmla="*/ 1051 h 6345"/>
                  <a:gd name="connsiteX6" fmla="*/ 248 w 6343"/>
                  <a:gd name="connsiteY6" fmla="*/ 3294 h 6345"/>
                  <a:gd name="connsiteX7" fmla="*/ 1177 w 6343"/>
                  <a:gd name="connsiteY7" fmla="*/ 5537 h 6345"/>
                  <a:gd name="connsiteX8" fmla="*/ 342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67"/>
                    </a:moveTo>
                    <a:cubicBezTo>
                      <a:pt x="4261" y="6467"/>
                      <a:pt x="5068" y="6132"/>
                      <a:pt x="5663" y="5537"/>
                    </a:cubicBezTo>
                    <a:cubicBezTo>
                      <a:pt x="6257" y="4942"/>
                      <a:pt x="6592" y="4135"/>
                      <a:pt x="6592" y="3294"/>
                    </a:cubicBezTo>
                    <a:cubicBezTo>
                      <a:pt x="6592" y="2453"/>
                      <a:pt x="6257" y="1646"/>
                      <a:pt x="5663" y="1051"/>
                    </a:cubicBezTo>
                    <a:cubicBezTo>
                      <a:pt x="5068" y="456"/>
                      <a:pt x="4261" y="121"/>
                      <a:pt x="3420" y="121"/>
                    </a:cubicBezTo>
                    <a:cubicBezTo>
                      <a:pt x="2579" y="121"/>
                      <a:pt x="1772" y="456"/>
                      <a:pt x="1177" y="1051"/>
                    </a:cubicBezTo>
                    <a:cubicBezTo>
                      <a:pt x="583" y="1646"/>
                      <a:pt x="248" y="2453"/>
                      <a:pt x="248" y="3294"/>
                    </a:cubicBezTo>
                    <a:cubicBezTo>
                      <a:pt x="248" y="4135"/>
                      <a:pt x="583" y="4942"/>
                      <a:pt x="1177" y="5537"/>
                    </a:cubicBezTo>
                    <a:cubicBezTo>
                      <a:pt x="1772" y="6132"/>
                      <a:pt x="2579" y="6467"/>
                      <a:pt x="342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24" name="Freeform: Shape 8823">
                <a:extLst>
                  <a:ext uri="{FF2B5EF4-FFF2-40B4-BE49-F238E27FC236}">
                    <a16:creationId xmlns:a16="http://schemas.microsoft.com/office/drawing/2014/main" id="{21376D36-BC25-34ED-7BF9-AFBBD90AF3A7}"/>
                  </a:ext>
                </a:extLst>
              </p:cNvPr>
              <p:cNvSpPr/>
              <p:nvPr/>
            </p:nvSpPr>
            <p:spPr>
              <a:xfrm>
                <a:off x="9548790" y="5066009"/>
                <a:ext cx="6343" cy="6345"/>
              </a:xfrm>
              <a:custGeom>
                <a:avLst/>
                <a:gdLst>
                  <a:gd name="connsiteX0" fmla="*/ 3419 w 6343"/>
                  <a:gd name="connsiteY0" fmla="*/ 6470 h 6345"/>
                  <a:gd name="connsiteX1" fmla="*/ 5662 w 6343"/>
                  <a:gd name="connsiteY1" fmla="*/ 5541 h 6345"/>
                  <a:gd name="connsiteX2" fmla="*/ 6591 w 6343"/>
                  <a:gd name="connsiteY2" fmla="*/ 3298 h 6345"/>
                  <a:gd name="connsiteX3" fmla="*/ 5662 w 6343"/>
                  <a:gd name="connsiteY3" fmla="*/ 1054 h 6345"/>
                  <a:gd name="connsiteX4" fmla="*/ 3419 w 6343"/>
                  <a:gd name="connsiteY4" fmla="*/ 125 h 6345"/>
                  <a:gd name="connsiteX5" fmla="*/ 1176 w 6343"/>
                  <a:gd name="connsiteY5" fmla="*/ 1054 h 6345"/>
                  <a:gd name="connsiteX6" fmla="*/ 247 w 6343"/>
                  <a:gd name="connsiteY6" fmla="*/ 3298 h 6345"/>
                  <a:gd name="connsiteX7" fmla="*/ 1176 w 6343"/>
                  <a:gd name="connsiteY7" fmla="*/ 5541 h 6345"/>
                  <a:gd name="connsiteX8" fmla="*/ 341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0"/>
                    </a:moveTo>
                    <a:cubicBezTo>
                      <a:pt x="4260" y="6470"/>
                      <a:pt x="5067" y="6136"/>
                      <a:pt x="5662" y="5541"/>
                    </a:cubicBezTo>
                    <a:cubicBezTo>
                      <a:pt x="6256" y="4946"/>
                      <a:pt x="6591" y="4139"/>
                      <a:pt x="6591" y="3298"/>
                    </a:cubicBezTo>
                    <a:cubicBezTo>
                      <a:pt x="6591" y="2456"/>
                      <a:pt x="6256" y="1649"/>
                      <a:pt x="5662" y="1054"/>
                    </a:cubicBezTo>
                    <a:cubicBezTo>
                      <a:pt x="5067" y="459"/>
                      <a:pt x="4260" y="125"/>
                      <a:pt x="3419" y="125"/>
                    </a:cubicBezTo>
                    <a:cubicBezTo>
                      <a:pt x="2578" y="125"/>
                      <a:pt x="1771" y="459"/>
                      <a:pt x="1176" y="1054"/>
                    </a:cubicBezTo>
                    <a:cubicBezTo>
                      <a:pt x="582" y="1649"/>
                      <a:pt x="247" y="2456"/>
                      <a:pt x="247" y="3298"/>
                    </a:cubicBezTo>
                    <a:cubicBezTo>
                      <a:pt x="247" y="4139"/>
                      <a:pt x="582" y="4946"/>
                      <a:pt x="1176" y="5541"/>
                    </a:cubicBezTo>
                    <a:cubicBezTo>
                      <a:pt x="1771" y="6136"/>
                      <a:pt x="2578" y="6470"/>
                      <a:pt x="341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25" name="Freeform: Shape 8824">
                <a:extLst>
                  <a:ext uri="{FF2B5EF4-FFF2-40B4-BE49-F238E27FC236}">
                    <a16:creationId xmlns:a16="http://schemas.microsoft.com/office/drawing/2014/main" id="{73864A22-7D5C-7A78-322F-8EA07FDC5BBD}"/>
                  </a:ext>
                </a:extLst>
              </p:cNvPr>
              <p:cNvSpPr/>
              <p:nvPr/>
            </p:nvSpPr>
            <p:spPr>
              <a:xfrm>
                <a:off x="9549815" y="5067451"/>
                <a:ext cx="6343" cy="6345"/>
              </a:xfrm>
              <a:custGeom>
                <a:avLst/>
                <a:gdLst>
                  <a:gd name="connsiteX0" fmla="*/ 3419 w 6343"/>
                  <a:gd name="connsiteY0" fmla="*/ 6471 h 6345"/>
                  <a:gd name="connsiteX1" fmla="*/ 5662 w 6343"/>
                  <a:gd name="connsiteY1" fmla="*/ 5541 h 6345"/>
                  <a:gd name="connsiteX2" fmla="*/ 6591 w 6343"/>
                  <a:gd name="connsiteY2" fmla="*/ 3298 h 6345"/>
                  <a:gd name="connsiteX3" fmla="*/ 5662 w 6343"/>
                  <a:gd name="connsiteY3" fmla="*/ 1054 h 6345"/>
                  <a:gd name="connsiteX4" fmla="*/ 3419 w 6343"/>
                  <a:gd name="connsiteY4" fmla="*/ 125 h 6345"/>
                  <a:gd name="connsiteX5" fmla="*/ 1176 w 6343"/>
                  <a:gd name="connsiteY5" fmla="*/ 1054 h 6345"/>
                  <a:gd name="connsiteX6" fmla="*/ 248 w 6343"/>
                  <a:gd name="connsiteY6" fmla="*/ 3298 h 6345"/>
                  <a:gd name="connsiteX7" fmla="*/ 1176 w 6343"/>
                  <a:gd name="connsiteY7" fmla="*/ 5541 h 6345"/>
                  <a:gd name="connsiteX8" fmla="*/ 3419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1"/>
                    </a:moveTo>
                    <a:cubicBezTo>
                      <a:pt x="4260" y="6471"/>
                      <a:pt x="5067" y="6136"/>
                      <a:pt x="5662" y="5541"/>
                    </a:cubicBezTo>
                    <a:cubicBezTo>
                      <a:pt x="6257" y="4946"/>
                      <a:pt x="6591" y="4139"/>
                      <a:pt x="6591" y="3298"/>
                    </a:cubicBezTo>
                    <a:cubicBezTo>
                      <a:pt x="6591" y="2456"/>
                      <a:pt x="6257" y="1649"/>
                      <a:pt x="5662" y="1054"/>
                    </a:cubicBezTo>
                    <a:cubicBezTo>
                      <a:pt x="5067" y="459"/>
                      <a:pt x="4260" y="125"/>
                      <a:pt x="3419" y="125"/>
                    </a:cubicBezTo>
                    <a:cubicBezTo>
                      <a:pt x="2578" y="125"/>
                      <a:pt x="1771" y="459"/>
                      <a:pt x="1176" y="1054"/>
                    </a:cubicBezTo>
                    <a:cubicBezTo>
                      <a:pt x="582" y="1649"/>
                      <a:pt x="248" y="2456"/>
                      <a:pt x="248" y="3298"/>
                    </a:cubicBezTo>
                    <a:cubicBezTo>
                      <a:pt x="248" y="4139"/>
                      <a:pt x="582" y="4946"/>
                      <a:pt x="1176" y="5541"/>
                    </a:cubicBezTo>
                    <a:cubicBezTo>
                      <a:pt x="1771" y="6136"/>
                      <a:pt x="2578" y="6471"/>
                      <a:pt x="3419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26" name="Freeform: Shape 8825">
                <a:extLst>
                  <a:ext uri="{FF2B5EF4-FFF2-40B4-BE49-F238E27FC236}">
                    <a16:creationId xmlns:a16="http://schemas.microsoft.com/office/drawing/2014/main" id="{CCC1240B-179F-927A-DCE4-8F29E6DDB621}"/>
                  </a:ext>
                </a:extLst>
              </p:cNvPr>
              <p:cNvSpPr/>
              <p:nvPr/>
            </p:nvSpPr>
            <p:spPr>
              <a:xfrm>
                <a:off x="9551820" y="5066797"/>
                <a:ext cx="6343" cy="6345"/>
              </a:xfrm>
              <a:custGeom>
                <a:avLst/>
                <a:gdLst>
                  <a:gd name="connsiteX0" fmla="*/ 3419 w 6343"/>
                  <a:gd name="connsiteY0" fmla="*/ 6470 h 6345"/>
                  <a:gd name="connsiteX1" fmla="*/ 5662 w 6343"/>
                  <a:gd name="connsiteY1" fmla="*/ 5541 h 6345"/>
                  <a:gd name="connsiteX2" fmla="*/ 6591 w 6343"/>
                  <a:gd name="connsiteY2" fmla="*/ 3298 h 6345"/>
                  <a:gd name="connsiteX3" fmla="*/ 5662 w 6343"/>
                  <a:gd name="connsiteY3" fmla="*/ 1054 h 6345"/>
                  <a:gd name="connsiteX4" fmla="*/ 3419 w 6343"/>
                  <a:gd name="connsiteY4" fmla="*/ 125 h 6345"/>
                  <a:gd name="connsiteX5" fmla="*/ 1177 w 6343"/>
                  <a:gd name="connsiteY5" fmla="*/ 1054 h 6345"/>
                  <a:gd name="connsiteX6" fmla="*/ 248 w 6343"/>
                  <a:gd name="connsiteY6" fmla="*/ 3298 h 6345"/>
                  <a:gd name="connsiteX7" fmla="*/ 1177 w 6343"/>
                  <a:gd name="connsiteY7" fmla="*/ 5541 h 6345"/>
                  <a:gd name="connsiteX8" fmla="*/ 341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0"/>
                    </a:moveTo>
                    <a:cubicBezTo>
                      <a:pt x="4260" y="6470"/>
                      <a:pt x="5067" y="6136"/>
                      <a:pt x="5662" y="5541"/>
                    </a:cubicBezTo>
                    <a:cubicBezTo>
                      <a:pt x="6257" y="4946"/>
                      <a:pt x="6591" y="4139"/>
                      <a:pt x="6591" y="3298"/>
                    </a:cubicBezTo>
                    <a:cubicBezTo>
                      <a:pt x="6591" y="2456"/>
                      <a:pt x="6257" y="1649"/>
                      <a:pt x="5662" y="1054"/>
                    </a:cubicBezTo>
                    <a:cubicBezTo>
                      <a:pt x="5067" y="459"/>
                      <a:pt x="4260" y="125"/>
                      <a:pt x="3419" y="125"/>
                    </a:cubicBezTo>
                    <a:cubicBezTo>
                      <a:pt x="2578" y="125"/>
                      <a:pt x="1771" y="459"/>
                      <a:pt x="1177" y="1054"/>
                    </a:cubicBezTo>
                    <a:cubicBezTo>
                      <a:pt x="582" y="1649"/>
                      <a:pt x="248" y="2456"/>
                      <a:pt x="248" y="3298"/>
                    </a:cubicBezTo>
                    <a:cubicBezTo>
                      <a:pt x="248" y="4139"/>
                      <a:pt x="582" y="4946"/>
                      <a:pt x="1177" y="5541"/>
                    </a:cubicBezTo>
                    <a:cubicBezTo>
                      <a:pt x="1771" y="6136"/>
                      <a:pt x="2578" y="6470"/>
                      <a:pt x="341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27" name="Freeform: Shape 8826">
                <a:extLst>
                  <a:ext uri="{FF2B5EF4-FFF2-40B4-BE49-F238E27FC236}">
                    <a16:creationId xmlns:a16="http://schemas.microsoft.com/office/drawing/2014/main" id="{9769D478-3240-2671-7893-2C37AC5A37CD}"/>
                  </a:ext>
                </a:extLst>
              </p:cNvPr>
              <p:cNvSpPr/>
              <p:nvPr/>
            </p:nvSpPr>
            <p:spPr>
              <a:xfrm>
                <a:off x="9553266" y="5067348"/>
                <a:ext cx="6343" cy="6345"/>
              </a:xfrm>
              <a:custGeom>
                <a:avLst/>
                <a:gdLst>
                  <a:gd name="connsiteX0" fmla="*/ 3419 w 6343"/>
                  <a:gd name="connsiteY0" fmla="*/ 6471 h 6345"/>
                  <a:gd name="connsiteX1" fmla="*/ 5662 w 6343"/>
                  <a:gd name="connsiteY1" fmla="*/ 5541 h 6345"/>
                  <a:gd name="connsiteX2" fmla="*/ 6591 w 6343"/>
                  <a:gd name="connsiteY2" fmla="*/ 3298 h 6345"/>
                  <a:gd name="connsiteX3" fmla="*/ 5662 w 6343"/>
                  <a:gd name="connsiteY3" fmla="*/ 1054 h 6345"/>
                  <a:gd name="connsiteX4" fmla="*/ 3419 w 6343"/>
                  <a:gd name="connsiteY4" fmla="*/ 125 h 6345"/>
                  <a:gd name="connsiteX5" fmla="*/ 1177 w 6343"/>
                  <a:gd name="connsiteY5" fmla="*/ 1054 h 6345"/>
                  <a:gd name="connsiteX6" fmla="*/ 248 w 6343"/>
                  <a:gd name="connsiteY6" fmla="*/ 3298 h 6345"/>
                  <a:gd name="connsiteX7" fmla="*/ 1177 w 6343"/>
                  <a:gd name="connsiteY7" fmla="*/ 5541 h 6345"/>
                  <a:gd name="connsiteX8" fmla="*/ 3419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1"/>
                    </a:moveTo>
                    <a:cubicBezTo>
                      <a:pt x="4261" y="6471"/>
                      <a:pt x="5067" y="6136"/>
                      <a:pt x="5662" y="5541"/>
                    </a:cubicBezTo>
                    <a:cubicBezTo>
                      <a:pt x="6257" y="4946"/>
                      <a:pt x="6591" y="4139"/>
                      <a:pt x="6591" y="3298"/>
                    </a:cubicBezTo>
                    <a:cubicBezTo>
                      <a:pt x="6591" y="2456"/>
                      <a:pt x="6257" y="1649"/>
                      <a:pt x="5662" y="1054"/>
                    </a:cubicBezTo>
                    <a:cubicBezTo>
                      <a:pt x="5067" y="459"/>
                      <a:pt x="4261" y="125"/>
                      <a:pt x="3419" y="125"/>
                    </a:cubicBezTo>
                    <a:cubicBezTo>
                      <a:pt x="2578" y="125"/>
                      <a:pt x="1772" y="459"/>
                      <a:pt x="1177" y="1054"/>
                    </a:cubicBezTo>
                    <a:cubicBezTo>
                      <a:pt x="582" y="1649"/>
                      <a:pt x="248" y="2456"/>
                      <a:pt x="248" y="3298"/>
                    </a:cubicBezTo>
                    <a:cubicBezTo>
                      <a:pt x="248" y="4139"/>
                      <a:pt x="582" y="4946"/>
                      <a:pt x="1177" y="5541"/>
                    </a:cubicBezTo>
                    <a:cubicBezTo>
                      <a:pt x="1772" y="6136"/>
                      <a:pt x="2578" y="6471"/>
                      <a:pt x="3419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28" name="Freeform: Shape 8827">
                <a:extLst>
                  <a:ext uri="{FF2B5EF4-FFF2-40B4-BE49-F238E27FC236}">
                    <a16:creationId xmlns:a16="http://schemas.microsoft.com/office/drawing/2014/main" id="{20D80797-B8BF-ECBC-A9B2-BBDF69B2C641}"/>
                  </a:ext>
                </a:extLst>
              </p:cNvPr>
              <p:cNvSpPr/>
              <p:nvPr/>
            </p:nvSpPr>
            <p:spPr>
              <a:xfrm>
                <a:off x="9536560" y="517121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7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5"/>
                      <a:pt x="6255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29" name="Freeform: Shape 8828">
                <a:extLst>
                  <a:ext uri="{FF2B5EF4-FFF2-40B4-BE49-F238E27FC236}">
                    <a16:creationId xmlns:a16="http://schemas.microsoft.com/office/drawing/2014/main" id="{377597EE-245B-6831-ECCB-41067FF32B09}"/>
                  </a:ext>
                </a:extLst>
              </p:cNvPr>
              <p:cNvSpPr/>
              <p:nvPr/>
            </p:nvSpPr>
            <p:spPr>
              <a:xfrm>
                <a:off x="9538034" y="517083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30" name="Freeform: Shape 8829">
                <a:extLst>
                  <a:ext uri="{FF2B5EF4-FFF2-40B4-BE49-F238E27FC236}">
                    <a16:creationId xmlns:a16="http://schemas.microsoft.com/office/drawing/2014/main" id="{EB6395C2-8563-AA2D-7486-1212BD1CD041}"/>
                  </a:ext>
                </a:extLst>
              </p:cNvPr>
              <p:cNvSpPr/>
              <p:nvPr/>
            </p:nvSpPr>
            <p:spPr>
              <a:xfrm>
                <a:off x="9538980" y="517116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31" name="Freeform: Shape 8830">
                <a:extLst>
                  <a:ext uri="{FF2B5EF4-FFF2-40B4-BE49-F238E27FC236}">
                    <a16:creationId xmlns:a16="http://schemas.microsoft.com/office/drawing/2014/main" id="{4E1E8045-4536-48B2-97FD-C1DF5287E410}"/>
                  </a:ext>
                </a:extLst>
              </p:cNvPr>
              <p:cNvSpPr/>
              <p:nvPr/>
            </p:nvSpPr>
            <p:spPr>
              <a:xfrm>
                <a:off x="9540040" y="517135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32" name="Freeform: Shape 8831">
                <a:extLst>
                  <a:ext uri="{FF2B5EF4-FFF2-40B4-BE49-F238E27FC236}">
                    <a16:creationId xmlns:a16="http://schemas.microsoft.com/office/drawing/2014/main" id="{0E747A91-240F-B61C-8FC1-E8878BFEFBEE}"/>
                  </a:ext>
                </a:extLst>
              </p:cNvPr>
              <p:cNvSpPr/>
              <p:nvPr/>
            </p:nvSpPr>
            <p:spPr>
              <a:xfrm>
                <a:off x="9541336" y="5171250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33" name="Freeform: Shape 8832">
                <a:extLst>
                  <a:ext uri="{FF2B5EF4-FFF2-40B4-BE49-F238E27FC236}">
                    <a16:creationId xmlns:a16="http://schemas.microsoft.com/office/drawing/2014/main" id="{BFFE0822-BEA2-4721-7D01-C020D4A46265}"/>
                  </a:ext>
                </a:extLst>
              </p:cNvPr>
              <p:cNvSpPr/>
              <p:nvPr/>
            </p:nvSpPr>
            <p:spPr>
              <a:xfrm>
                <a:off x="9542440" y="517140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49"/>
                    </a:cubicBezTo>
                    <a:cubicBezTo>
                      <a:pt x="1771" y="6144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34" name="Freeform: Shape 8833">
                <a:extLst>
                  <a:ext uri="{FF2B5EF4-FFF2-40B4-BE49-F238E27FC236}">
                    <a16:creationId xmlns:a16="http://schemas.microsoft.com/office/drawing/2014/main" id="{AF770C53-4181-BFE4-A708-672450D393BE}"/>
                  </a:ext>
                </a:extLst>
              </p:cNvPr>
              <p:cNvSpPr/>
              <p:nvPr/>
            </p:nvSpPr>
            <p:spPr>
              <a:xfrm>
                <a:off x="9543823" y="517123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35" name="Freeform: Shape 8834">
                <a:extLst>
                  <a:ext uri="{FF2B5EF4-FFF2-40B4-BE49-F238E27FC236}">
                    <a16:creationId xmlns:a16="http://schemas.microsoft.com/office/drawing/2014/main" id="{FD6C5BF5-557A-D4CA-2C05-52EB79024EEF}"/>
                  </a:ext>
                </a:extLst>
              </p:cNvPr>
              <p:cNvSpPr/>
              <p:nvPr/>
            </p:nvSpPr>
            <p:spPr>
              <a:xfrm>
                <a:off x="9545132" y="517116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36" name="Freeform: Shape 8835">
                <a:extLst>
                  <a:ext uri="{FF2B5EF4-FFF2-40B4-BE49-F238E27FC236}">
                    <a16:creationId xmlns:a16="http://schemas.microsoft.com/office/drawing/2014/main" id="{7EE091B2-2A6F-A5AE-260E-5766E58B3EFE}"/>
                  </a:ext>
                </a:extLst>
              </p:cNvPr>
              <p:cNvSpPr/>
              <p:nvPr/>
            </p:nvSpPr>
            <p:spPr>
              <a:xfrm>
                <a:off x="9546325" y="517125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37" name="Freeform: Shape 8836">
                <a:extLst>
                  <a:ext uri="{FF2B5EF4-FFF2-40B4-BE49-F238E27FC236}">
                    <a16:creationId xmlns:a16="http://schemas.microsoft.com/office/drawing/2014/main" id="{33C2B604-8433-B031-2A5E-98705DDE3A77}"/>
                  </a:ext>
                </a:extLst>
              </p:cNvPr>
              <p:cNvSpPr/>
              <p:nvPr/>
            </p:nvSpPr>
            <p:spPr>
              <a:xfrm>
                <a:off x="9547804" y="517101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38" name="Freeform: Shape 8837">
                <a:extLst>
                  <a:ext uri="{FF2B5EF4-FFF2-40B4-BE49-F238E27FC236}">
                    <a16:creationId xmlns:a16="http://schemas.microsoft.com/office/drawing/2014/main" id="{214C2387-06E3-B0AD-1A42-4D4B6B6463CC}"/>
                  </a:ext>
                </a:extLst>
              </p:cNvPr>
              <p:cNvSpPr/>
              <p:nvPr/>
            </p:nvSpPr>
            <p:spPr>
              <a:xfrm>
                <a:off x="9549208" y="517088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39" name="Freeform: Shape 8838">
                <a:extLst>
                  <a:ext uri="{FF2B5EF4-FFF2-40B4-BE49-F238E27FC236}">
                    <a16:creationId xmlns:a16="http://schemas.microsoft.com/office/drawing/2014/main" id="{60E987B6-D0FF-8E49-F420-401C0D471838}"/>
                  </a:ext>
                </a:extLst>
              </p:cNvPr>
              <p:cNvSpPr/>
              <p:nvPr/>
            </p:nvSpPr>
            <p:spPr>
              <a:xfrm>
                <a:off x="9550454" y="517096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40" name="Freeform: Shape 8839">
                <a:extLst>
                  <a:ext uri="{FF2B5EF4-FFF2-40B4-BE49-F238E27FC236}">
                    <a16:creationId xmlns:a16="http://schemas.microsoft.com/office/drawing/2014/main" id="{17290DA8-D17C-77F9-BE19-A9DAB669FF6D}"/>
                  </a:ext>
                </a:extLst>
              </p:cNvPr>
              <p:cNvSpPr/>
              <p:nvPr/>
            </p:nvSpPr>
            <p:spPr>
              <a:xfrm>
                <a:off x="9551826" y="517090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41" name="Freeform: Shape 8840">
                <a:extLst>
                  <a:ext uri="{FF2B5EF4-FFF2-40B4-BE49-F238E27FC236}">
                    <a16:creationId xmlns:a16="http://schemas.microsoft.com/office/drawing/2014/main" id="{AFA78B4C-BDBA-38CB-52D8-F937F672C97A}"/>
                  </a:ext>
                </a:extLst>
              </p:cNvPr>
              <p:cNvSpPr/>
              <p:nvPr/>
            </p:nvSpPr>
            <p:spPr>
              <a:xfrm>
                <a:off x="9553078" y="517100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42" name="Freeform: Shape 8841">
                <a:extLst>
                  <a:ext uri="{FF2B5EF4-FFF2-40B4-BE49-F238E27FC236}">
                    <a16:creationId xmlns:a16="http://schemas.microsoft.com/office/drawing/2014/main" id="{372F1FA3-862A-8DAA-68BF-766C8691F970}"/>
                  </a:ext>
                </a:extLst>
              </p:cNvPr>
              <p:cNvSpPr/>
              <p:nvPr/>
            </p:nvSpPr>
            <p:spPr>
              <a:xfrm>
                <a:off x="9554459" y="517097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43" name="Freeform: Shape 8842">
                <a:extLst>
                  <a:ext uri="{FF2B5EF4-FFF2-40B4-BE49-F238E27FC236}">
                    <a16:creationId xmlns:a16="http://schemas.microsoft.com/office/drawing/2014/main" id="{79B8109C-0B79-EF1F-2F7B-5CF2519B6507}"/>
                  </a:ext>
                </a:extLst>
              </p:cNvPr>
              <p:cNvSpPr/>
              <p:nvPr/>
            </p:nvSpPr>
            <p:spPr>
              <a:xfrm>
                <a:off x="9555718" y="517109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44" name="Freeform: Shape 8843">
                <a:extLst>
                  <a:ext uri="{FF2B5EF4-FFF2-40B4-BE49-F238E27FC236}">
                    <a16:creationId xmlns:a16="http://schemas.microsoft.com/office/drawing/2014/main" id="{3596941E-5F8A-C0D6-8EBD-3E6BDC0C3003}"/>
                  </a:ext>
                </a:extLst>
              </p:cNvPr>
              <p:cNvSpPr/>
              <p:nvPr/>
            </p:nvSpPr>
            <p:spPr>
              <a:xfrm>
                <a:off x="9557022" y="517117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45" name="Freeform: Shape 8844">
                <a:extLst>
                  <a:ext uri="{FF2B5EF4-FFF2-40B4-BE49-F238E27FC236}">
                    <a16:creationId xmlns:a16="http://schemas.microsoft.com/office/drawing/2014/main" id="{4838FD33-9216-300F-23F7-532EDCE88501}"/>
                  </a:ext>
                </a:extLst>
              </p:cNvPr>
              <p:cNvSpPr/>
              <p:nvPr/>
            </p:nvSpPr>
            <p:spPr>
              <a:xfrm>
                <a:off x="9558371" y="517122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46" name="Freeform: Shape 8845">
                <a:extLst>
                  <a:ext uri="{FF2B5EF4-FFF2-40B4-BE49-F238E27FC236}">
                    <a16:creationId xmlns:a16="http://schemas.microsoft.com/office/drawing/2014/main" id="{0EC6B39E-AC26-3305-3127-CCF035C4BC75}"/>
                  </a:ext>
                </a:extLst>
              </p:cNvPr>
              <p:cNvSpPr/>
              <p:nvPr/>
            </p:nvSpPr>
            <p:spPr>
              <a:xfrm>
                <a:off x="9559854" y="517115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1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47" name="Freeform: Shape 8846">
                <a:extLst>
                  <a:ext uri="{FF2B5EF4-FFF2-40B4-BE49-F238E27FC236}">
                    <a16:creationId xmlns:a16="http://schemas.microsoft.com/office/drawing/2014/main" id="{F7E64509-6CDC-1A79-763F-87C9FC1DD1F6}"/>
                  </a:ext>
                </a:extLst>
              </p:cNvPr>
              <p:cNvSpPr/>
              <p:nvPr/>
            </p:nvSpPr>
            <p:spPr>
              <a:xfrm>
                <a:off x="9561385" y="517104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2" y="4147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48" name="Freeform: Shape 8847">
                <a:extLst>
                  <a:ext uri="{FF2B5EF4-FFF2-40B4-BE49-F238E27FC236}">
                    <a16:creationId xmlns:a16="http://schemas.microsoft.com/office/drawing/2014/main" id="{B4D6B05D-C6CD-2AAD-9BC4-256CCC60440B}"/>
                  </a:ext>
                </a:extLst>
              </p:cNvPr>
              <p:cNvSpPr/>
              <p:nvPr/>
            </p:nvSpPr>
            <p:spPr>
              <a:xfrm>
                <a:off x="9562660" y="517122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49" name="Freeform: Shape 8848">
                <a:extLst>
                  <a:ext uri="{FF2B5EF4-FFF2-40B4-BE49-F238E27FC236}">
                    <a16:creationId xmlns:a16="http://schemas.microsoft.com/office/drawing/2014/main" id="{21EBA947-E99C-823A-D505-53B2D25A2336}"/>
                  </a:ext>
                </a:extLst>
              </p:cNvPr>
              <p:cNvSpPr/>
              <p:nvPr/>
            </p:nvSpPr>
            <p:spPr>
              <a:xfrm>
                <a:off x="9563849" y="517150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5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5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50" name="Freeform: Shape 8849">
                <a:extLst>
                  <a:ext uri="{FF2B5EF4-FFF2-40B4-BE49-F238E27FC236}">
                    <a16:creationId xmlns:a16="http://schemas.microsoft.com/office/drawing/2014/main" id="{DD376E79-A429-E580-762E-483189CB4F4D}"/>
                  </a:ext>
                </a:extLst>
              </p:cNvPr>
              <p:cNvSpPr/>
              <p:nvPr/>
            </p:nvSpPr>
            <p:spPr>
              <a:xfrm>
                <a:off x="9564907" y="517192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8" y="4955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5"/>
                      <a:pt x="1178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51" name="Freeform: Shape 8850">
                <a:extLst>
                  <a:ext uri="{FF2B5EF4-FFF2-40B4-BE49-F238E27FC236}">
                    <a16:creationId xmlns:a16="http://schemas.microsoft.com/office/drawing/2014/main" id="{25A38435-38F6-3AED-200D-4717B20053C8}"/>
                  </a:ext>
                </a:extLst>
              </p:cNvPr>
              <p:cNvSpPr/>
              <p:nvPr/>
            </p:nvSpPr>
            <p:spPr>
              <a:xfrm>
                <a:off x="9568096" y="5170225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5"/>
                      <a:pt x="6258" y="1657"/>
                      <a:pt x="5663" y="1062"/>
                    </a:cubicBezTo>
                    <a:cubicBezTo>
                      <a:pt x="5068" y="468"/>
                      <a:pt x="4262" y="133"/>
                      <a:pt x="3421" y="133"/>
                    </a:cubicBezTo>
                    <a:cubicBezTo>
                      <a:pt x="2579" y="133"/>
                      <a:pt x="1773" y="468"/>
                      <a:pt x="1178" y="1062"/>
                    </a:cubicBezTo>
                    <a:cubicBezTo>
                      <a:pt x="583" y="1657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79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52" name="Freeform: Shape 8851">
                <a:extLst>
                  <a:ext uri="{FF2B5EF4-FFF2-40B4-BE49-F238E27FC236}">
                    <a16:creationId xmlns:a16="http://schemas.microsoft.com/office/drawing/2014/main" id="{D0D6AE08-F709-7785-05FE-AA68B409E1F8}"/>
                  </a:ext>
                </a:extLst>
              </p:cNvPr>
              <p:cNvSpPr/>
              <p:nvPr/>
            </p:nvSpPr>
            <p:spPr>
              <a:xfrm>
                <a:off x="9598030" y="5154693"/>
                <a:ext cx="6343" cy="6345"/>
              </a:xfrm>
              <a:custGeom>
                <a:avLst/>
                <a:gdLst>
                  <a:gd name="connsiteX0" fmla="*/ 3423 w 6343"/>
                  <a:gd name="connsiteY0" fmla="*/ 6477 h 6345"/>
                  <a:gd name="connsiteX1" fmla="*/ 5666 w 6343"/>
                  <a:gd name="connsiteY1" fmla="*/ 5548 h 6345"/>
                  <a:gd name="connsiteX2" fmla="*/ 6594 w 6343"/>
                  <a:gd name="connsiteY2" fmla="*/ 3305 h 6345"/>
                  <a:gd name="connsiteX3" fmla="*/ 5666 w 6343"/>
                  <a:gd name="connsiteY3" fmla="*/ 1061 h 6345"/>
                  <a:gd name="connsiteX4" fmla="*/ 3423 w 6343"/>
                  <a:gd name="connsiteY4" fmla="*/ 132 h 6345"/>
                  <a:gd name="connsiteX5" fmla="*/ 1180 w 6343"/>
                  <a:gd name="connsiteY5" fmla="*/ 1061 h 6345"/>
                  <a:gd name="connsiteX6" fmla="*/ 251 w 6343"/>
                  <a:gd name="connsiteY6" fmla="*/ 3305 h 6345"/>
                  <a:gd name="connsiteX7" fmla="*/ 1180 w 6343"/>
                  <a:gd name="connsiteY7" fmla="*/ 5548 h 6345"/>
                  <a:gd name="connsiteX8" fmla="*/ 342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7"/>
                    </a:moveTo>
                    <a:cubicBezTo>
                      <a:pt x="4264" y="6477"/>
                      <a:pt x="5071" y="6143"/>
                      <a:pt x="5666" y="5548"/>
                    </a:cubicBezTo>
                    <a:cubicBezTo>
                      <a:pt x="6260" y="4953"/>
                      <a:pt x="6594" y="4146"/>
                      <a:pt x="6594" y="3305"/>
                    </a:cubicBezTo>
                    <a:cubicBezTo>
                      <a:pt x="6594" y="2463"/>
                      <a:pt x="6260" y="1656"/>
                      <a:pt x="5666" y="1061"/>
                    </a:cubicBezTo>
                    <a:cubicBezTo>
                      <a:pt x="5071" y="466"/>
                      <a:pt x="4264" y="132"/>
                      <a:pt x="3423" y="132"/>
                    </a:cubicBezTo>
                    <a:cubicBezTo>
                      <a:pt x="2582" y="132"/>
                      <a:pt x="1775" y="466"/>
                      <a:pt x="1180" y="1061"/>
                    </a:cubicBezTo>
                    <a:cubicBezTo>
                      <a:pt x="586" y="1656"/>
                      <a:pt x="251" y="2463"/>
                      <a:pt x="251" y="3305"/>
                    </a:cubicBezTo>
                    <a:cubicBezTo>
                      <a:pt x="251" y="4146"/>
                      <a:pt x="586" y="4953"/>
                      <a:pt x="1180" y="5548"/>
                    </a:cubicBezTo>
                    <a:cubicBezTo>
                      <a:pt x="1775" y="6143"/>
                      <a:pt x="2582" y="6477"/>
                      <a:pt x="342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53" name="Freeform: Shape 8852">
                <a:extLst>
                  <a:ext uri="{FF2B5EF4-FFF2-40B4-BE49-F238E27FC236}">
                    <a16:creationId xmlns:a16="http://schemas.microsoft.com/office/drawing/2014/main" id="{7EC0682B-2F8B-E820-6E68-61560F19A898}"/>
                  </a:ext>
                </a:extLst>
              </p:cNvPr>
              <p:cNvSpPr/>
              <p:nvPr/>
            </p:nvSpPr>
            <p:spPr>
              <a:xfrm>
                <a:off x="9597618" y="5156769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8 h 6345"/>
                  <a:gd name="connsiteX2" fmla="*/ 6594 w 6343"/>
                  <a:gd name="connsiteY2" fmla="*/ 3305 h 6345"/>
                  <a:gd name="connsiteX3" fmla="*/ 5666 w 6343"/>
                  <a:gd name="connsiteY3" fmla="*/ 1061 h 6345"/>
                  <a:gd name="connsiteX4" fmla="*/ 3423 w 6343"/>
                  <a:gd name="connsiteY4" fmla="*/ 132 h 6345"/>
                  <a:gd name="connsiteX5" fmla="*/ 1180 w 6343"/>
                  <a:gd name="connsiteY5" fmla="*/ 1061 h 6345"/>
                  <a:gd name="connsiteX6" fmla="*/ 251 w 6343"/>
                  <a:gd name="connsiteY6" fmla="*/ 3305 h 6345"/>
                  <a:gd name="connsiteX7" fmla="*/ 1180 w 6343"/>
                  <a:gd name="connsiteY7" fmla="*/ 5548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3"/>
                      <a:pt x="5666" y="5548"/>
                    </a:cubicBezTo>
                    <a:cubicBezTo>
                      <a:pt x="6260" y="4953"/>
                      <a:pt x="6594" y="4146"/>
                      <a:pt x="6594" y="3305"/>
                    </a:cubicBezTo>
                    <a:cubicBezTo>
                      <a:pt x="6594" y="2463"/>
                      <a:pt x="6260" y="1656"/>
                      <a:pt x="5666" y="1061"/>
                    </a:cubicBezTo>
                    <a:cubicBezTo>
                      <a:pt x="5071" y="466"/>
                      <a:pt x="4264" y="132"/>
                      <a:pt x="3423" y="132"/>
                    </a:cubicBezTo>
                    <a:cubicBezTo>
                      <a:pt x="2582" y="132"/>
                      <a:pt x="1775" y="466"/>
                      <a:pt x="1180" y="1061"/>
                    </a:cubicBezTo>
                    <a:cubicBezTo>
                      <a:pt x="586" y="1656"/>
                      <a:pt x="251" y="2463"/>
                      <a:pt x="251" y="3305"/>
                    </a:cubicBezTo>
                    <a:cubicBezTo>
                      <a:pt x="251" y="4146"/>
                      <a:pt x="586" y="4953"/>
                      <a:pt x="1180" y="5548"/>
                    </a:cubicBezTo>
                    <a:cubicBezTo>
                      <a:pt x="1775" y="6143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54" name="Freeform: Shape 8853">
                <a:extLst>
                  <a:ext uri="{FF2B5EF4-FFF2-40B4-BE49-F238E27FC236}">
                    <a16:creationId xmlns:a16="http://schemas.microsoft.com/office/drawing/2014/main" id="{C72C5DF9-A7C6-CE66-7145-003F470DBDA4}"/>
                  </a:ext>
                </a:extLst>
              </p:cNvPr>
              <p:cNvSpPr/>
              <p:nvPr/>
            </p:nvSpPr>
            <p:spPr>
              <a:xfrm>
                <a:off x="9592573" y="5164524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5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5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5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3"/>
                      <a:pt x="3423" y="133"/>
                    </a:cubicBezTo>
                    <a:cubicBezTo>
                      <a:pt x="2581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5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55" name="Freeform: Shape 8854">
                <a:extLst>
                  <a:ext uri="{FF2B5EF4-FFF2-40B4-BE49-F238E27FC236}">
                    <a16:creationId xmlns:a16="http://schemas.microsoft.com/office/drawing/2014/main" id="{5F17E972-386B-51BA-213B-8EB8A7C9603A}"/>
                  </a:ext>
                </a:extLst>
              </p:cNvPr>
              <p:cNvSpPr/>
              <p:nvPr/>
            </p:nvSpPr>
            <p:spPr>
              <a:xfrm>
                <a:off x="9594125" y="5164780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56" name="Freeform: Shape 8855">
                <a:extLst>
                  <a:ext uri="{FF2B5EF4-FFF2-40B4-BE49-F238E27FC236}">
                    <a16:creationId xmlns:a16="http://schemas.microsoft.com/office/drawing/2014/main" id="{B9AFE3EF-65AD-9EEA-E04B-6DA435AF7475}"/>
                  </a:ext>
                </a:extLst>
              </p:cNvPr>
              <p:cNvSpPr/>
              <p:nvPr/>
            </p:nvSpPr>
            <p:spPr>
              <a:xfrm>
                <a:off x="9592716" y="5167575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3"/>
                      <a:pt x="3423" y="133"/>
                    </a:cubicBezTo>
                    <a:cubicBezTo>
                      <a:pt x="2581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57" name="Freeform: Shape 8856">
                <a:extLst>
                  <a:ext uri="{FF2B5EF4-FFF2-40B4-BE49-F238E27FC236}">
                    <a16:creationId xmlns:a16="http://schemas.microsoft.com/office/drawing/2014/main" id="{674EA7C1-8D1B-5F09-35EF-02D7E8CFA77F}"/>
                  </a:ext>
                </a:extLst>
              </p:cNvPr>
              <p:cNvSpPr/>
              <p:nvPr/>
            </p:nvSpPr>
            <p:spPr>
              <a:xfrm>
                <a:off x="9594546" y="5169165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58" name="Freeform: Shape 8857">
                <a:extLst>
                  <a:ext uri="{FF2B5EF4-FFF2-40B4-BE49-F238E27FC236}">
                    <a16:creationId xmlns:a16="http://schemas.microsoft.com/office/drawing/2014/main" id="{959F813F-70A7-4E3A-B185-6AB5F0C91264}"/>
                  </a:ext>
                </a:extLst>
              </p:cNvPr>
              <p:cNvSpPr/>
              <p:nvPr/>
            </p:nvSpPr>
            <p:spPr>
              <a:xfrm>
                <a:off x="9596619" y="5169013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59" name="Freeform: Shape 8858">
                <a:extLst>
                  <a:ext uri="{FF2B5EF4-FFF2-40B4-BE49-F238E27FC236}">
                    <a16:creationId xmlns:a16="http://schemas.microsoft.com/office/drawing/2014/main" id="{1A90A373-2856-8987-BA73-BCF6598456B0}"/>
                  </a:ext>
                </a:extLst>
              </p:cNvPr>
              <p:cNvSpPr/>
              <p:nvPr/>
            </p:nvSpPr>
            <p:spPr>
              <a:xfrm>
                <a:off x="9598651" y="5168923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60" name="Freeform: Shape 8859">
                <a:extLst>
                  <a:ext uri="{FF2B5EF4-FFF2-40B4-BE49-F238E27FC236}">
                    <a16:creationId xmlns:a16="http://schemas.microsoft.com/office/drawing/2014/main" id="{54127B33-98FC-853C-6F8E-337EFC52EC72}"/>
                  </a:ext>
                </a:extLst>
              </p:cNvPr>
              <p:cNvSpPr/>
              <p:nvPr/>
            </p:nvSpPr>
            <p:spPr>
              <a:xfrm>
                <a:off x="9599563" y="516975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61" name="Freeform: Shape 8860">
                <a:extLst>
                  <a:ext uri="{FF2B5EF4-FFF2-40B4-BE49-F238E27FC236}">
                    <a16:creationId xmlns:a16="http://schemas.microsoft.com/office/drawing/2014/main" id="{2A6B459E-B8C3-133C-FCEB-E96217187B5E}"/>
                  </a:ext>
                </a:extLst>
              </p:cNvPr>
              <p:cNvSpPr/>
              <p:nvPr/>
            </p:nvSpPr>
            <p:spPr>
              <a:xfrm>
                <a:off x="9600963" y="5170203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2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2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62" name="Freeform: Shape 8861">
                <a:extLst>
                  <a:ext uri="{FF2B5EF4-FFF2-40B4-BE49-F238E27FC236}">
                    <a16:creationId xmlns:a16="http://schemas.microsoft.com/office/drawing/2014/main" id="{10CAC1F8-275B-D2D4-04DB-B588CA80006B}"/>
                  </a:ext>
                </a:extLst>
              </p:cNvPr>
              <p:cNvSpPr/>
              <p:nvPr/>
            </p:nvSpPr>
            <p:spPr>
              <a:xfrm>
                <a:off x="9603947" y="516942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5" y="133"/>
                      <a:pt x="3423" y="133"/>
                    </a:cubicBezTo>
                    <a:cubicBezTo>
                      <a:pt x="2582" y="133"/>
                      <a:pt x="1776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63" name="Freeform: Shape 8862">
                <a:extLst>
                  <a:ext uri="{FF2B5EF4-FFF2-40B4-BE49-F238E27FC236}">
                    <a16:creationId xmlns:a16="http://schemas.microsoft.com/office/drawing/2014/main" id="{831EE2D7-8E6F-003F-2E21-2570C1B83B13}"/>
                  </a:ext>
                </a:extLst>
              </p:cNvPr>
              <p:cNvSpPr/>
              <p:nvPr/>
            </p:nvSpPr>
            <p:spPr>
              <a:xfrm>
                <a:off x="9605305" y="5169951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8"/>
                      <a:pt x="4265" y="133"/>
                      <a:pt x="3424" y="133"/>
                    </a:cubicBezTo>
                    <a:cubicBezTo>
                      <a:pt x="2582" y="133"/>
                      <a:pt x="1776" y="468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64" name="Freeform: Shape 8863">
                <a:extLst>
                  <a:ext uri="{FF2B5EF4-FFF2-40B4-BE49-F238E27FC236}">
                    <a16:creationId xmlns:a16="http://schemas.microsoft.com/office/drawing/2014/main" id="{DA569BFE-AFBA-2FB3-087B-B1306FF2ABD3}"/>
                  </a:ext>
                </a:extLst>
              </p:cNvPr>
              <p:cNvSpPr/>
              <p:nvPr/>
            </p:nvSpPr>
            <p:spPr>
              <a:xfrm>
                <a:off x="9606962" y="517025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2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2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65" name="Freeform: Shape 8864">
                <a:extLst>
                  <a:ext uri="{FF2B5EF4-FFF2-40B4-BE49-F238E27FC236}">
                    <a16:creationId xmlns:a16="http://schemas.microsoft.com/office/drawing/2014/main" id="{8574CBEC-4091-01CD-1BE2-3401D516A5F7}"/>
                  </a:ext>
                </a:extLst>
              </p:cNvPr>
              <p:cNvSpPr/>
              <p:nvPr/>
            </p:nvSpPr>
            <p:spPr>
              <a:xfrm>
                <a:off x="9609224" y="517012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2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2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66" name="Freeform: Shape 8865">
                <a:extLst>
                  <a:ext uri="{FF2B5EF4-FFF2-40B4-BE49-F238E27FC236}">
                    <a16:creationId xmlns:a16="http://schemas.microsoft.com/office/drawing/2014/main" id="{EF92C96F-D68A-4A57-20EC-5306DB438238}"/>
                  </a:ext>
                </a:extLst>
              </p:cNvPr>
              <p:cNvSpPr/>
              <p:nvPr/>
            </p:nvSpPr>
            <p:spPr>
              <a:xfrm>
                <a:off x="9610486" y="517076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5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7"/>
                      <a:pt x="587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67" name="Freeform: Shape 8866">
                <a:extLst>
                  <a:ext uri="{FF2B5EF4-FFF2-40B4-BE49-F238E27FC236}">
                    <a16:creationId xmlns:a16="http://schemas.microsoft.com/office/drawing/2014/main" id="{A901D3D7-6CAC-1678-1931-C43BD7A01881}"/>
                  </a:ext>
                </a:extLst>
              </p:cNvPr>
              <p:cNvSpPr/>
              <p:nvPr/>
            </p:nvSpPr>
            <p:spPr>
              <a:xfrm>
                <a:off x="9614329" y="516952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6 w 6343"/>
                  <a:gd name="connsiteY2" fmla="*/ 3306 h 6345"/>
                  <a:gd name="connsiteX3" fmla="*/ 5667 w 6343"/>
                  <a:gd name="connsiteY3" fmla="*/ 1062 h 6345"/>
                  <a:gd name="connsiteX4" fmla="*/ 3424 w 6343"/>
                  <a:gd name="connsiteY4" fmla="*/ 133 h 6345"/>
                  <a:gd name="connsiteX5" fmla="*/ 1182 w 6343"/>
                  <a:gd name="connsiteY5" fmla="*/ 1062 h 6345"/>
                  <a:gd name="connsiteX6" fmla="*/ 253 w 6343"/>
                  <a:gd name="connsiteY6" fmla="*/ 3306 h 6345"/>
                  <a:gd name="connsiteX7" fmla="*/ 1182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2" y="4954"/>
                      <a:pt x="6596" y="4147"/>
                      <a:pt x="6596" y="3306"/>
                    </a:cubicBezTo>
                    <a:cubicBezTo>
                      <a:pt x="6596" y="2464"/>
                      <a:pt x="6262" y="1657"/>
                      <a:pt x="5667" y="1062"/>
                    </a:cubicBezTo>
                    <a:cubicBezTo>
                      <a:pt x="5072" y="467"/>
                      <a:pt x="4265" y="133"/>
                      <a:pt x="3424" y="133"/>
                    </a:cubicBezTo>
                    <a:cubicBezTo>
                      <a:pt x="2583" y="133"/>
                      <a:pt x="1776" y="467"/>
                      <a:pt x="1182" y="1062"/>
                    </a:cubicBezTo>
                    <a:cubicBezTo>
                      <a:pt x="587" y="1657"/>
                      <a:pt x="253" y="2464"/>
                      <a:pt x="253" y="3306"/>
                    </a:cubicBezTo>
                    <a:cubicBezTo>
                      <a:pt x="253" y="4147"/>
                      <a:pt x="587" y="4954"/>
                      <a:pt x="1182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68" name="Freeform: Shape 8867">
                <a:extLst>
                  <a:ext uri="{FF2B5EF4-FFF2-40B4-BE49-F238E27FC236}">
                    <a16:creationId xmlns:a16="http://schemas.microsoft.com/office/drawing/2014/main" id="{EA5F013F-B116-9861-6E1E-142851E70C78}"/>
                  </a:ext>
                </a:extLst>
              </p:cNvPr>
              <p:cNvSpPr/>
              <p:nvPr/>
            </p:nvSpPr>
            <p:spPr>
              <a:xfrm>
                <a:off x="9658040" y="5158676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0 w 6343"/>
                  <a:gd name="connsiteY1" fmla="*/ 5548 h 6345"/>
                  <a:gd name="connsiteX2" fmla="*/ 6599 w 6343"/>
                  <a:gd name="connsiteY2" fmla="*/ 3305 h 6345"/>
                  <a:gd name="connsiteX3" fmla="*/ 5670 w 6343"/>
                  <a:gd name="connsiteY3" fmla="*/ 1062 h 6345"/>
                  <a:gd name="connsiteX4" fmla="*/ 3428 w 6343"/>
                  <a:gd name="connsiteY4" fmla="*/ 132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8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3"/>
                      <a:pt x="5670" y="5548"/>
                    </a:cubicBezTo>
                    <a:cubicBezTo>
                      <a:pt x="6265" y="4953"/>
                      <a:pt x="6599" y="4146"/>
                      <a:pt x="6599" y="3305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6" y="467"/>
                      <a:pt x="4269" y="132"/>
                      <a:pt x="3428" y="132"/>
                    </a:cubicBezTo>
                    <a:cubicBezTo>
                      <a:pt x="2587" y="132"/>
                      <a:pt x="1780" y="467"/>
                      <a:pt x="1185" y="1062"/>
                    </a:cubicBezTo>
                    <a:cubicBezTo>
                      <a:pt x="590" y="1657"/>
                      <a:pt x="256" y="2464"/>
                      <a:pt x="256" y="3305"/>
                    </a:cubicBezTo>
                    <a:cubicBezTo>
                      <a:pt x="256" y="4146"/>
                      <a:pt x="590" y="4953"/>
                      <a:pt x="1185" y="5548"/>
                    </a:cubicBezTo>
                    <a:cubicBezTo>
                      <a:pt x="1780" y="6143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69" name="Freeform: Shape 8868">
                <a:extLst>
                  <a:ext uri="{FF2B5EF4-FFF2-40B4-BE49-F238E27FC236}">
                    <a16:creationId xmlns:a16="http://schemas.microsoft.com/office/drawing/2014/main" id="{33559ADE-D527-542C-A46A-BB6080C77272}"/>
                  </a:ext>
                </a:extLst>
              </p:cNvPr>
              <p:cNvSpPr/>
              <p:nvPr/>
            </p:nvSpPr>
            <p:spPr>
              <a:xfrm>
                <a:off x="9658706" y="5160089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0 w 6343"/>
                  <a:gd name="connsiteY1" fmla="*/ 5549 h 6345"/>
                  <a:gd name="connsiteX2" fmla="*/ 6599 w 6343"/>
                  <a:gd name="connsiteY2" fmla="*/ 3305 h 6345"/>
                  <a:gd name="connsiteX3" fmla="*/ 5670 w 6343"/>
                  <a:gd name="connsiteY3" fmla="*/ 1062 h 6345"/>
                  <a:gd name="connsiteX4" fmla="*/ 3428 w 6343"/>
                  <a:gd name="connsiteY4" fmla="*/ 132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4"/>
                      <a:pt x="5670" y="5549"/>
                    </a:cubicBezTo>
                    <a:cubicBezTo>
                      <a:pt x="6265" y="4954"/>
                      <a:pt x="6599" y="4147"/>
                      <a:pt x="6599" y="3305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6" y="467"/>
                      <a:pt x="4269" y="132"/>
                      <a:pt x="3428" y="132"/>
                    </a:cubicBezTo>
                    <a:cubicBezTo>
                      <a:pt x="2587" y="132"/>
                      <a:pt x="1780" y="467"/>
                      <a:pt x="1185" y="1062"/>
                    </a:cubicBezTo>
                    <a:cubicBezTo>
                      <a:pt x="590" y="1657"/>
                      <a:pt x="256" y="2464"/>
                      <a:pt x="256" y="3305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70" name="Freeform: Shape 8869">
                <a:extLst>
                  <a:ext uri="{FF2B5EF4-FFF2-40B4-BE49-F238E27FC236}">
                    <a16:creationId xmlns:a16="http://schemas.microsoft.com/office/drawing/2014/main" id="{15AF60EB-303D-37E1-231B-D0A915F83F60}"/>
                  </a:ext>
                </a:extLst>
              </p:cNvPr>
              <p:cNvSpPr/>
              <p:nvPr/>
            </p:nvSpPr>
            <p:spPr>
              <a:xfrm>
                <a:off x="9659256" y="5161572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0 w 6343"/>
                  <a:gd name="connsiteY1" fmla="*/ 5549 h 6345"/>
                  <a:gd name="connsiteX2" fmla="*/ 6599 w 6343"/>
                  <a:gd name="connsiteY2" fmla="*/ 3305 h 6345"/>
                  <a:gd name="connsiteX3" fmla="*/ 5670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4"/>
                      <a:pt x="5670" y="5549"/>
                    </a:cubicBezTo>
                    <a:cubicBezTo>
                      <a:pt x="6265" y="4954"/>
                      <a:pt x="6599" y="4147"/>
                      <a:pt x="6599" y="3305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5" y="1062"/>
                    </a:cubicBezTo>
                    <a:cubicBezTo>
                      <a:pt x="590" y="1657"/>
                      <a:pt x="256" y="2464"/>
                      <a:pt x="256" y="3305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71" name="Freeform: Shape 8870">
                <a:extLst>
                  <a:ext uri="{FF2B5EF4-FFF2-40B4-BE49-F238E27FC236}">
                    <a16:creationId xmlns:a16="http://schemas.microsoft.com/office/drawing/2014/main" id="{ED139651-54EF-07BA-E806-88C8CF2DA561}"/>
                  </a:ext>
                </a:extLst>
              </p:cNvPr>
              <p:cNvSpPr/>
              <p:nvPr/>
            </p:nvSpPr>
            <p:spPr>
              <a:xfrm>
                <a:off x="9662157" y="5161622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4"/>
                      <a:pt x="5671" y="5549"/>
                    </a:cubicBezTo>
                    <a:cubicBezTo>
                      <a:pt x="6265" y="4954"/>
                      <a:pt x="6600" y="4147"/>
                      <a:pt x="6600" y="3305"/>
                    </a:cubicBezTo>
                    <a:cubicBezTo>
                      <a:pt x="6600" y="2464"/>
                      <a:pt x="6265" y="1657"/>
                      <a:pt x="5671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5" y="1062"/>
                    </a:cubicBezTo>
                    <a:cubicBezTo>
                      <a:pt x="591" y="1657"/>
                      <a:pt x="256" y="2464"/>
                      <a:pt x="256" y="3305"/>
                    </a:cubicBezTo>
                    <a:cubicBezTo>
                      <a:pt x="256" y="4147"/>
                      <a:pt x="591" y="4954"/>
                      <a:pt x="1185" y="5549"/>
                    </a:cubicBezTo>
                    <a:cubicBezTo>
                      <a:pt x="1780" y="6144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72" name="Freeform: Shape 8871">
                <a:extLst>
                  <a:ext uri="{FF2B5EF4-FFF2-40B4-BE49-F238E27FC236}">
                    <a16:creationId xmlns:a16="http://schemas.microsoft.com/office/drawing/2014/main" id="{9AE1833E-F97C-4927-06EB-D9235BB42FF0}"/>
                  </a:ext>
                </a:extLst>
              </p:cNvPr>
              <p:cNvSpPr/>
              <p:nvPr/>
            </p:nvSpPr>
            <p:spPr>
              <a:xfrm>
                <a:off x="9662965" y="5162961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4"/>
                      <a:pt x="5671" y="5549"/>
                    </a:cubicBezTo>
                    <a:cubicBezTo>
                      <a:pt x="6265" y="4954"/>
                      <a:pt x="6600" y="4147"/>
                      <a:pt x="6600" y="3305"/>
                    </a:cubicBezTo>
                    <a:cubicBezTo>
                      <a:pt x="6600" y="2464"/>
                      <a:pt x="6265" y="1657"/>
                      <a:pt x="5671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5" y="1062"/>
                    </a:cubicBezTo>
                    <a:cubicBezTo>
                      <a:pt x="591" y="1657"/>
                      <a:pt x="256" y="2464"/>
                      <a:pt x="256" y="3305"/>
                    </a:cubicBezTo>
                    <a:cubicBezTo>
                      <a:pt x="256" y="4147"/>
                      <a:pt x="591" y="4954"/>
                      <a:pt x="1185" y="5549"/>
                    </a:cubicBezTo>
                    <a:cubicBezTo>
                      <a:pt x="1780" y="6144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73" name="Freeform: Shape 8872">
                <a:extLst>
                  <a:ext uri="{FF2B5EF4-FFF2-40B4-BE49-F238E27FC236}">
                    <a16:creationId xmlns:a16="http://schemas.microsoft.com/office/drawing/2014/main" id="{5FE37E77-21CA-BDAE-DD2F-05B93DEFC561}"/>
                  </a:ext>
                </a:extLst>
              </p:cNvPr>
              <p:cNvSpPr/>
              <p:nvPr/>
            </p:nvSpPr>
            <p:spPr>
              <a:xfrm>
                <a:off x="10030391" y="4947709"/>
                <a:ext cx="6343" cy="6345"/>
              </a:xfrm>
              <a:custGeom>
                <a:avLst/>
                <a:gdLst>
                  <a:gd name="connsiteX0" fmla="*/ 3457 w 6343"/>
                  <a:gd name="connsiteY0" fmla="*/ 6461 h 6345"/>
                  <a:gd name="connsiteX1" fmla="*/ 5700 w 6343"/>
                  <a:gd name="connsiteY1" fmla="*/ 5532 h 6345"/>
                  <a:gd name="connsiteX2" fmla="*/ 6629 w 6343"/>
                  <a:gd name="connsiteY2" fmla="*/ 3288 h 6345"/>
                  <a:gd name="connsiteX3" fmla="*/ 5700 w 6343"/>
                  <a:gd name="connsiteY3" fmla="*/ 1045 h 6345"/>
                  <a:gd name="connsiteX4" fmla="*/ 3457 w 6343"/>
                  <a:gd name="connsiteY4" fmla="*/ 116 h 6345"/>
                  <a:gd name="connsiteX5" fmla="*/ 1214 w 6343"/>
                  <a:gd name="connsiteY5" fmla="*/ 1045 h 6345"/>
                  <a:gd name="connsiteX6" fmla="*/ 285 w 6343"/>
                  <a:gd name="connsiteY6" fmla="*/ 3288 h 6345"/>
                  <a:gd name="connsiteX7" fmla="*/ 1214 w 6343"/>
                  <a:gd name="connsiteY7" fmla="*/ 5532 h 6345"/>
                  <a:gd name="connsiteX8" fmla="*/ 3457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61"/>
                    </a:moveTo>
                    <a:cubicBezTo>
                      <a:pt x="4298" y="6461"/>
                      <a:pt x="5105" y="6127"/>
                      <a:pt x="5700" y="5532"/>
                    </a:cubicBezTo>
                    <a:cubicBezTo>
                      <a:pt x="6294" y="4937"/>
                      <a:pt x="6629" y="4130"/>
                      <a:pt x="6629" y="3288"/>
                    </a:cubicBezTo>
                    <a:cubicBezTo>
                      <a:pt x="6629" y="2447"/>
                      <a:pt x="6294" y="1640"/>
                      <a:pt x="5700" y="1045"/>
                    </a:cubicBezTo>
                    <a:cubicBezTo>
                      <a:pt x="5105" y="450"/>
                      <a:pt x="4298" y="116"/>
                      <a:pt x="3457" y="116"/>
                    </a:cubicBezTo>
                    <a:cubicBezTo>
                      <a:pt x="2616" y="116"/>
                      <a:pt x="1809" y="450"/>
                      <a:pt x="1214" y="1045"/>
                    </a:cubicBezTo>
                    <a:cubicBezTo>
                      <a:pt x="620" y="1640"/>
                      <a:pt x="285" y="2447"/>
                      <a:pt x="285" y="3288"/>
                    </a:cubicBezTo>
                    <a:cubicBezTo>
                      <a:pt x="285" y="4130"/>
                      <a:pt x="620" y="4937"/>
                      <a:pt x="1214" y="5532"/>
                    </a:cubicBezTo>
                    <a:cubicBezTo>
                      <a:pt x="1809" y="6127"/>
                      <a:pt x="2616" y="6461"/>
                      <a:pt x="3457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74" name="Freeform: Shape 8873">
                <a:extLst>
                  <a:ext uri="{FF2B5EF4-FFF2-40B4-BE49-F238E27FC236}">
                    <a16:creationId xmlns:a16="http://schemas.microsoft.com/office/drawing/2014/main" id="{E28B7EDE-861F-3BA3-970C-C5FCDD21BBF9}"/>
                  </a:ext>
                </a:extLst>
              </p:cNvPr>
              <p:cNvSpPr/>
              <p:nvPr/>
            </p:nvSpPr>
            <p:spPr>
              <a:xfrm>
                <a:off x="10584281" y="4933138"/>
                <a:ext cx="6343" cy="6345"/>
              </a:xfrm>
              <a:custGeom>
                <a:avLst/>
                <a:gdLst>
                  <a:gd name="connsiteX0" fmla="*/ 3501 w 6343"/>
                  <a:gd name="connsiteY0" fmla="*/ 6460 h 6345"/>
                  <a:gd name="connsiteX1" fmla="*/ 5743 w 6343"/>
                  <a:gd name="connsiteY1" fmla="*/ 5531 h 6345"/>
                  <a:gd name="connsiteX2" fmla="*/ 6672 w 6343"/>
                  <a:gd name="connsiteY2" fmla="*/ 3287 h 6345"/>
                  <a:gd name="connsiteX3" fmla="*/ 5743 w 6343"/>
                  <a:gd name="connsiteY3" fmla="*/ 1044 h 6345"/>
                  <a:gd name="connsiteX4" fmla="*/ 3501 w 6343"/>
                  <a:gd name="connsiteY4" fmla="*/ 115 h 6345"/>
                  <a:gd name="connsiteX5" fmla="*/ 1258 w 6343"/>
                  <a:gd name="connsiteY5" fmla="*/ 1044 h 6345"/>
                  <a:gd name="connsiteX6" fmla="*/ 329 w 6343"/>
                  <a:gd name="connsiteY6" fmla="*/ 3287 h 6345"/>
                  <a:gd name="connsiteX7" fmla="*/ 1258 w 6343"/>
                  <a:gd name="connsiteY7" fmla="*/ 5531 h 6345"/>
                  <a:gd name="connsiteX8" fmla="*/ 3501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1" y="6460"/>
                    </a:moveTo>
                    <a:cubicBezTo>
                      <a:pt x="4342" y="6460"/>
                      <a:pt x="5149" y="6126"/>
                      <a:pt x="5743" y="5531"/>
                    </a:cubicBezTo>
                    <a:cubicBezTo>
                      <a:pt x="6338" y="4936"/>
                      <a:pt x="6672" y="4129"/>
                      <a:pt x="6672" y="3287"/>
                    </a:cubicBezTo>
                    <a:cubicBezTo>
                      <a:pt x="6672" y="2446"/>
                      <a:pt x="6338" y="1639"/>
                      <a:pt x="5743" y="1044"/>
                    </a:cubicBezTo>
                    <a:cubicBezTo>
                      <a:pt x="5149" y="449"/>
                      <a:pt x="4342" y="115"/>
                      <a:pt x="3501" y="115"/>
                    </a:cubicBezTo>
                    <a:cubicBezTo>
                      <a:pt x="2660" y="115"/>
                      <a:pt x="1853" y="449"/>
                      <a:pt x="1258" y="1044"/>
                    </a:cubicBezTo>
                    <a:cubicBezTo>
                      <a:pt x="663" y="1639"/>
                      <a:pt x="329" y="2446"/>
                      <a:pt x="329" y="3287"/>
                    </a:cubicBezTo>
                    <a:cubicBezTo>
                      <a:pt x="329" y="4129"/>
                      <a:pt x="663" y="4936"/>
                      <a:pt x="1258" y="5531"/>
                    </a:cubicBezTo>
                    <a:cubicBezTo>
                      <a:pt x="1853" y="6126"/>
                      <a:pt x="2660" y="6460"/>
                      <a:pt x="3501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75" name="Freeform: Shape 8874">
                <a:extLst>
                  <a:ext uri="{FF2B5EF4-FFF2-40B4-BE49-F238E27FC236}">
                    <a16:creationId xmlns:a16="http://schemas.microsoft.com/office/drawing/2014/main" id="{A847D5EF-3A56-9532-DC72-AE2B426BC3BF}"/>
                  </a:ext>
                </a:extLst>
              </p:cNvPr>
              <p:cNvSpPr/>
              <p:nvPr/>
            </p:nvSpPr>
            <p:spPr>
              <a:xfrm>
                <a:off x="10583955" y="4940922"/>
                <a:ext cx="6343" cy="6345"/>
              </a:xfrm>
              <a:custGeom>
                <a:avLst/>
                <a:gdLst>
                  <a:gd name="connsiteX0" fmla="*/ 3501 w 6343"/>
                  <a:gd name="connsiteY0" fmla="*/ 6461 h 6345"/>
                  <a:gd name="connsiteX1" fmla="*/ 5743 w 6343"/>
                  <a:gd name="connsiteY1" fmla="*/ 5531 h 6345"/>
                  <a:gd name="connsiteX2" fmla="*/ 6672 w 6343"/>
                  <a:gd name="connsiteY2" fmla="*/ 3288 h 6345"/>
                  <a:gd name="connsiteX3" fmla="*/ 5743 w 6343"/>
                  <a:gd name="connsiteY3" fmla="*/ 1044 h 6345"/>
                  <a:gd name="connsiteX4" fmla="*/ 3501 w 6343"/>
                  <a:gd name="connsiteY4" fmla="*/ 115 h 6345"/>
                  <a:gd name="connsiteX5" fmla="*/ 1258 w 6343"/>
                  <a:gd name="connsiteY5" fmla="*/ 1044 h 6345"/>
                  <a:gd name="connsiteX6" fmla="*/ 329 w 6343"/>
                  <a:gd name="connsiteY6" fmla="*/ 3288 h 6345"/>
                  <a:gd name="connsiteX7" fmla="*/ 1258 w 6343"/>
                  <a:gd name="connsiteY7" fmla="*/ 5531 h 6345"/>
                  <a:gd name="connsiteX8" fmla="*/ 3501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1" y="6461"/>
                    </a:moveTo>
                    <a:cubicBezTo>
                      <a:pt x="4342" y="6461"/>
                      <a:pt x="5149" y="6126"/>
                      <a:pt x="5743" y="5531"/>
                    </a:cubicBezTo>
                    <a:cubicBezTo>
                      <a:pt x="6338" y="4936"/>
                      <a:pt x="6672" y="4129"/>
                      <a:pt x="6672" y="3288"/>
                    </a:cubicBezTo>
                    <a:cubicBezTo>
                      <a:pt x="6672" y="2446"/>
                      <a:pt x="6338" y="1639"/>
                      <a:pt x="5743" y="1044"/>
                    </a:cubicBezTo>
                    <a:cubicBezTo>
                      <a:pt x="5149" y="449"/>
                      <a:pt x="4342" y="115"/>
                      <a:pt x="3501" y="115"/>
                    </a:cubicBezTo>
                    <a:cubicBezTo>
                      <a:pt x="2660" y="115"/>
                      <a:pt x="1853" y="449"/>
                      <a:pt x="1258" y="1044"/>
                    </a:cubicBezTo>
                    <a:cubicBezTo>
                      <a:pt x="663" y="1639"/>
                      <a:pt x="329" y="2446"/>
                      <a:pt x="329" y="3288"/>
                    </a:cubicBezTo>
                    <a:cubicBezTo>
                      <a:pt x="329" y="4129"/>
                      <a:pt x="663" y="4936"/>
                      <a:pt x="1258" y="5531"/>
                    </a:cubicBezTo>
                    <a:cubicBezTo>
                      <a:pt x="1853" y="6126"/>
                      <a:pt x="2660" y="6461"/>
                      <a:pt x="3501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76" name="Freeform: Shape 8875">
                <a:extLst>
                  <a:ext uri="{FF2B5EF4-FFF2-40B4-BE49-F238E27FC236}">
                    <a16:creationId xmlns:a16="http://schemas.microsoft.com/office/drawing/2014/main" id="{062F1C67-DC32-BD67-0C6E-41B4ABFEF70D}"/>
                  </a:ext>
                </a:extLst>
              </p:cNvPr>
              <p:cNvSpPr/>
              <p:nvPr/>
            </p:nvSpPr>
            <p:spPr>
              <a:xfrm>
                <a:off x="10582614" y="4948979"/>
                <a:ext cx="6343" cy="6345"/>
              </a:xfrm>
              <a:custGeom>
                <a:avLst/>
                <a:gdLst>
                  <a:gd name="connsiteX0" fmla="*/ 3501 w 6343"/>
                  <a:gd name="connsiteY0" fmla="*/ 6461 h 6345"/>
                  <a:gd name="connsiteX1" fmla="*/ 5743 w 6343"/>
                  <a:gd name="connsiteY1" fmla="*/ 5532 h 6345"/>
                  <a:gd name="connsiteX2" fmla="*/ 6672 w 6343"/>
                  <a:gd name="connsiteY2" fmla="*/ 3288 h 6345"/>
                  <a:gd name="connsiteX3" fmla="*/ 5743 w 6343"/>
                  <a:gd name="connsiteY3" fmla="*/ 1045 h 6345"/>
                  <a:gd name="connsiteX4" fmla="*/ 3501 w 6343"/>
                  <a:gd name="connsiteY4" fmla="*/ 116 h 6345"/>
                  <a:gd name="connsiteX5" fmla="*/ 1258 w 6343"/>
                  <a:gd name="connsiteY5" fmla="*/ 1045 h 6345"/>
                  <a:gd name="connsiteX6" fmla="*/ 329 w 6343"/>
                  <a:gd name="connsiteY6" fmla="*/ 3288 h 6345"/>
                  <a:gd name="connsiteX7" fmla="*/ 1258 w 6343"/>
                  <a:gd name="connsiteY7" fmla="*/ 5532 h 6345"/>
                  <a:gd name="connsiteX8" fmla="*/ 3501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1" y="6461"/>
                    </a:moveTo>
                    <a:cubicBezTo>
                      <a:pt x="4342" y="6461"/>
                      <a:pt x="5148" y="6127"/>
                      <a:pt x="5743" y="5532"/>
                    </a:cubicBezTo>
                    <a:cubicBezTo>
                      <a:pt x="6338" y="4937"/>
                      <a:pt x="6672" y="4130"/>
                      <a:pt x="6672" y="3288"/>
                    </a:cubicBezTo>
                    <a:cubicBezTo>
                      <a:pt x="6672" y="2447"/>
                      <a:pt x="6338" y="1640"/>
                      <a:pt x="5743" y="1045"/>
                    </a:cubicBezTo>
                    <a:cubicBezTo>
                      <a:pt x="5148" y="450"/>
                      <a:pt x="4342" y="116"/>
                      <a:pt x="3501" y="116"/>
                    </a:cubicBezTo>
                    <a:cubicBezTo>
                      <a:pt x="2659" y="116"/>
                      <a:pt x="1853" y="450"/>
                      <a:pt x="1258" y="1045"/>
                    </a:cubicBezTo>
                    <a:cubicBezTo>
                      <a:pt x="663" y="1640"/>
                      <a:pt x="329" y="2447"/>
                      <a:pt x="329" y="3288"/>
                    </a:cubicBezTo>
                    <a:cubicBezTo>
                      <a:pt x="329" y="4130"/>
                      <a:pt x="663" y="4937"/>
                      <a:pt x="1258" y="5532"/>
                    </a:cubicBezTo>
                    <a:cubicBezTo>
                      <a:pt x="1853" y="6127"/>
                      <a:pt x="2659" y="6461"/>
                      <a:pt x="3501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77" name="Freeform: Shape 8876">
                <a:extLst>
                  <a:ext uri="{FF2B5EF4-FFF2-40B4-BE49-F238E27FC236}">
                    <a16:creationId xmlns:a16="http://schemas.microsoft.com/office/drawing/2014/main" id="{E34886A0-3CAC-8637-000A-924F62FB134F}"/>
                  </a:ext>
                </a:extLst>
              </p:cNvPr>
              <p:cNvSpPr/>
              <p:nvPr/>
            </p:nvSpPr>
            <p:spPr>
              <a:xfrm>
                <a:off x="10579773" y="4957435"/>
                <a:ext cx="6343" cy="6345"/>
              </a:xfrm>
              <a:custGeom>
                <a:avLst/>
                <a:gdLst>
                  <a:gd name="connsiteX0" fmla="*/ 3500 w 6343"/>
                  <a:gd name="connsiteY0" fmla="*/ 6462 h 6345"/>
                  <a:gd name="connsiteX1" fmla="*/ 5743 w 6343"/>
                  <a:gd name="connsiteY1" fmla="*/ 5533 h 6345"/>
                  <a:gd name="connsiteX2" fmla="*/ 6672 w 6343"/>
                  <a:gd name="connsiteY2" fmla="*/ 3289 h 6345"/>
                  <a:gd name="connsiteX3" fmla="*/ 5743 w 6343"/>
                  <a:gd name="connsiteY3" fmla="*/ 1046 h 6345"/>
                  <a:gd name="connsiteX4" fmla="*/ 3500 w 6343"/>
                  <a:gd name="connsiteY4" fmla="*/ 116 h 6345"/>
                  <a:gd name="connsiteX5" fmla="*/ 1258 w 6343"/>
                  <a:gd name="connsiteY5" fmla="*/ 1046 h 6345"/>
                  <a:gd name="connsiteX6" fmla="*/ 329 w 6343"/>
                  <a:gd name="connsiteY6" fmla="*/ 3289 h 6345"/>
                  <a:gd name="connsiteX7" fmla="*/ 1258 w 6343"/>
                  <a:gd name="connsiteY7" fmla="*/ 5533 h 6345"/>
                  <a:gd name="connsiteX8" fmla="*/ 3500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0" y="6462"/>
                    </a:moveTo>
                    <a:cubicBezTo>
                      <a:pt x="4341" y="6462"/>
                      <a:pt x="5148" y="6128"/>
                      <a:pt x="5743" y="5533"/>
                    </a:cubicBezTo>
                    <a:cubicBezTo>
                      <a:pt x="6338" y="4938"/>
                      <a:pt x="6672" y="4131"/>
                      <a:pt x="6672" y="3289"/>
                    </a:cubicBezTo>
                    <a:cubicBezTo>
                      <a:pt x="6672" y="2448"/>
                      <a:pt x="6338" y="1641"/>
                      <a:pt x="5743" y="1046"/>
                    </a:cubicBezTo>
                    <a:cubicBezTo>
                      <a:pt x="5148" y="451"/>
                      <a:pt x="4341" y="116"/>
                      <a:pt x="3500" y="116"/>
                    </a:cubicBezTo>
                    <a:cubicBezTo>
                      <a:pt x="2659" y="116"/>
                      <a:pt x="1852" y="451"/>
                      <a:pt x="1258" y="1046"/>
                    </a:cubicBezTo>
                    <a:cubicBezTo>
                      <a:pt x="663" y="1641"/>
                      <a:pt x="329" y="2448"/>
                      <a:pt x="329" y="3289"/>
                    </a:cubicBezTo>
                    <a:cubicBezTo>
                      <a:pt x="329" y="4131"/>
                      <a:pt x="663" y="4938"/>
                      <a:pt x="1258" y="5533"/>
                    </a:cubicBezTo>
                    <a:cubicBezTo>
                      <a:pt x="1852" y="6128"/>
                      <a:pt x="2659" y="6462"/>
                      <a:pt x="3500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78" name="Freeform: Shape 8877">
                <a:extLst>
                  <a:ext uri="{FF2B5EF4-FFF2-40B4-BE49-F238E27FC236}">
                    <a16:creationId xmlns:a16="http://schemas.microsoft.com/office/drawing/2014/main" id="{A1BF2D67-CDCF-E7A5-BBE7-8DC20698F39E}"/>
                  </a:ext>
                </a:extLst>
              </p:cNvPr>
              <p:cNvSpPr/>
              <p:nvPr/>
            </p:nvSpPr>
            <p:spPr>
              <a:xfrm>
                <a:off x="10583263" y="4963991"/>
                <a:ext cx="6343" cy="6345"/>
              </a:xfrm>
              <a:custGeom>
                <a:avLst/>
                <a:gdLst>
                  <a:gd name="connsiteX0" fmla="*/ 3501 w 6343"/>
                  <a:gd name="connsiteY0" fmla="*/ 6462 h 6345"/>
                  <a:gd name="connsiteX1" fmla="*/ 5743 w 6343"/>
                  <a:gd name="connsiteY1" fmla="*/ 5533 h 6345"/>
                  <a:gd name="connsiteX2" fmla="*/ 6672 w 6343"/>
                  <a:gd name="connsiteY2" fmla="*/ 3290 h 6345"/>
                  <a:gd name="connsiteX3" fmla="*/ 5743 w 6343"/>
                  <a:gd name="connsiteY3" fmla="*/ 1046 h 6345"/>
                  <a:gd name="connsiteX4" fmla="*/ 3501 w 6343"/>
                  <a:gd name="connsiteY4" fmla="*/ 117 h 6345"/>
                  <a:gd name="connsiteX5" fmla="*/ 1258 w 6343"/>
                  <a:gd name="connsiteY5" fmla="*/ 1046 h 6345"/>
                  <a:gd name="connsiteX6" fmla="*/ 329 w 6343"/>
                  <a:gd name="connsiteY6" fmla="*/ 3290 h 6345"/>
                  <a:gd name="connsiteX7" fmla="*/ 1258 w 6343"/>
                  <a:gd name="connsiteY7" fmla="*/ 5533 h 6345"/>
                  <a:gd name="connsiteX8" fmla="*/ 3501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1" y="6462"/>
                    </a:moveTo>
                    <a:cubicBezTo>
                      <a:pt x="4342" y="6462"/>
                      <a:pt x="5148" y="6128"/>
                      <a:pt x="5743" y="5533"/>
                    </a:cubicBezTo>
                    <a:cubicBezTo>
                      <a:pt x="6338" y="4938"/>
                      <a:pt x="6672" y="4131"/>
                      <a:pt x="6672" y="3290"/>
                    </a:cubicBezTo>
                    <a:cubicBezTo>
                      <a:pt x="6672" y="2448"/>
                      <a:pt x="6338" y="1641"/>
                      <a:pt x="5743" y="1046"/>
                    </a:cubicBezTo>
                    <a:cubicBezTo>
                      <a:pt x="5148" y="451"/>
                      <a:pt x="4342" y="117"/>
                      <a:pt x="3501" y="117"/>
                    </a:cubicBezTo>
                    <a:cubicBezTo>
                      <a:pt x="2659" y="117"/>
                      <a:pt x="1853" y="451"/>
                      <a:pt x="1258" y="1046"/>
                    </a:cubicBezTo>
                    <a:cubicBezTo>
                      <a:pt x="663" y="1641"/>
                      <a:pt x="329" y="2448"/>
                      <a:pt x="329" y="3290"/>
                    </a:cubicBezTo>
                    <a:cubicBezTo>
                      <a:pt x="329" y="4131"/>
                      <a:pt x="663" y="4938"/>
                      <a:pt x="1258" y="5533"/>
                    </a:cubicBezTo>
                    <a:cubicBezTo>
                      <a:pt x="1853" y="6128"/>
                      <a:pt x="2659" y="6462"/>
                      <a:pt x="3501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79" name="Freeform: Shape 8878">
                <a:extLst>
                  <a:ext uri="{FF2B5EF4-FFF2-40B4-BE49-F238E27FC236}">
                    <a16:creationId xmlns:a16="http://schemas.microsoft.com/office/drawing/2014/main" id="{DE94E7DB-DAE1-ABAE-5FE7-D336C22B74DB}"/>
                  </a:ext>
                </a:extLst>
              </p:cNvPr>
              <p:cNvSpPr/>
              <p:nvPr/>
            </p:nvSpPr>
            <p:spPr>
              <a:xfrm>
                <a:off x="10602778" y="4973698"/>
                <a:ext cx="6343" cy="6345"/>
              </a:xfrm>
              <a:custGeom>
                <a:avLst/>
                <a:gdLst>
                  <a:gd name="connsiteX0" fmla="*/ 3502 w 6343"/>
                  <a:gd name="connsiteY0" fmla="*/ 6463 h 6345"/>
                  <a:gd name="connsiteX1" fmla="*/ 5745 w 6343"/>
                  <a:gd name="connsiteY1" fmla="*/ 5534 h 6345"/>
                  <a:gd name="connsiteX2" fmla="*/ 6674 w 6343"/>
                  <a:gd name="connsiteY2" fmla="*/ 3290 h 6345"/>
                  <a:gd name="connsiteX3" fmla="*/ 5745 w 6343"/>
                  <a:gd name="connsiteY3" fmla="*/ 1047 h 6345"/>
                  <a:gd name="connsiteX4" fmla="*/ 3502 w 6343"/>
                  <a:gd name="connsiteY4" fmla="*/ 118 h 6345"/>
                  <a:gd name="connsiteX5" fmla="*/ 1259 w 6343"/>
                  <a:gd name="connsiteY5" fmla="*/ 1047 h 6345"/>
                  <a:gd name="connsiteX6" fmla="*/ 331 w 6343"/>
                  <a:gd name="connsiteY6" fmla="*/ 3290 h 6345"/>
                  <a:gd name="connsiteX7" fmla="*/ 1259 w 6343"/>
                  <a:gd name="connsiteY7" fmla="*/ 5534 h 6345"/>
                  <a:gd name="connsiteX8" fmla="*/ 3502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463"/>
                    </a:moveTo>
                    <a:cubicBezTo>
                      <a:pt x="4343" y="6463"/>
                      <a:pt x="5150" y="6129"/>
                      <a:pt x="5745" y="5534"/>
                    </a:cubicBezTo>
                    <a:cubicBezTo>
                      <a:pt x="6340" y="4939"/>
                      <a:pt x="6674" y="4132"/>
                      <a:pt x="6674" y="3290"/>
                    </a:cubicBezTo>
                    <a:cubicBezTo>
                      <a:pt x="6674" y="2449"/>
                      <a:pt x="6340" y="1642"/>
                      <a:pt x="5745" y="1047"/>
                    </a:cubicBezTo>
                    <a:cubicBezTo>
                      <a:pt x="5150" y="452"/>
                      <a:pt x="4343" y="118"/>
                      <a:pt x="3502" y="118"/>
                    </a:cubicBezTo>
                    <a:cubicBezTo>
                      <a:pt x="2661" y="118"/>
                      <a:pt x="1854" y="452"/>
                      <a:pt x="1259" y="1047"/>
                    </a:cubicBezTo>
                    <a:cubicBezTo>
                      <a:pt x="665" y="1642"/>
                      <a:pt x="331" y="2449"/>
                      <a:pt x="331" y="3290"/>
                    </a:cubicBezTo>
                    <a:cubicBezTo>
                      <a:pt x="331" y="4132"/>
                      <a:pt x="665" y="4939"/>
                      <a:pt x="1259" y="5534"/>
                    </a:cubicBezTo>
                    <a:cubicBezTo>
                      <a:pt x="1854" y="6129"/>
                      <a:pt x="2661" y="6463"/>
                      <a:pt x="3502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80" name="Freeform: Shape 8879">
                <a:extLst>
                  <a:ext uri="{FF2B5EF4-FFF2-40B4-BE49-F238E27FC236}">
                    <a16:creationId xmlns:a16="http://schemas.microsoft.com/office/drawing/2014/main" id="{0CB98B1B-EFCE-F27A-E43D-D0630BF297BE}"/>
                  </a:ext>
                </a:extLst>
              </p:cNvPr>
              <p:cNvSpPr/>
              <p:nvPr/>
            </p:nvSpPr>
            <p:spPr>
              <a:xfrm>
                <a:off x="10597447" y="4982777"/>
                <a:ext cx="6343" cy="6345"/>
              </a:xfrm>
              <a:custGeom>
                <a:avLst/>
                <a:gdLst>
                  <a:gd name="connsiteX0" fmla="*/ 3502 w 6343"/>
                  <a:gd name="connsiteY0" fmla="*/ 6464 h 6345"/>
                  <a:gd name="connsiteX1" fmla="*/ 5744 w 6343"/>
                  <a:gd name="connsiteY1" fmla="*/ 5535 h 6345"/>
                  <a:gd name="connsiteX2" fmla="*/ 6673 w 6343"/>
                  <a:gd name="connsiteY2" fmla="*/ 3291 h 6345"/>
                  <a:gd name="connsiteX3" fmla="*/ 5744 w 6343"/>
                  <a:gd name="connsiteY3" fmla="*/ 1048 h 6345"/>
                  <a:gd name="connsiteX4" fmla="*/ 3502 w 6343"/>
                  <a:gd name="connsiteY4" fmla="*/ 118 h 6345"/>
                  <a:gd name="connsiteX5" fmla="*/ 1259 w 6343"/>
                  <a:gd name="connsiteY5" fmla="*/ 1048 h 6345"/>
                  <a:gd name="connsiteX6" fmla="*/ 330 w 6343"/>
                  <a:gd name="connsiteY6" fmla="*/ 3291 h 6345"/>
                  <a:gd name="connsiteX7" fmla="*/ 1259 w 6343"/>
                  <a:gd name="connsiteY7" fmla="*/ 5535 h 6345"/>
                  <a:gd name="connsiteX8" fmla="*/ 3502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464"/>
                    </a:moveTo>
                    <a:cubicBezTo>
                      <a:pt x="4343" y="6464"/>
                      <a:pt x="5150" y="6130"/>
                      <a:pt x="5744" y="5535"/>
                    </a:cubicBezTo>
                    <a:cubicBezTo>
                      <a:pt x="6339" y="4940"/>
                      <a:pt x="6673" y="4133"/>
                      <a:pt x="6673" y="3291"/>
                    </a:cubicBezTo>
                    <a:cubicBezTo>
                      <a:pt x="6673" y="2450"/>
                      <a:pt x="6339" y="1643"/>
                      <a:pt x="5744" y="1048"/>
                    </a:cubicBezTo>
                    <a:cubicBezTo>
                      <a:pt x="5150" y="453"/>
                      <a:pt x="4343" y="118"/>
                      <a:pt x="3502" y="118"/>
                    </a:cubicBezTo>
                    <a:cubicBezTo>
                      <a:pt x="2661" y="118"/>
                      <a:pt x="1854" y="453"/>
                      <a:pt x="1259" y="1048"/>
                    </a:cubicBezTo>
                    <a:cubicBezTo>
                      <a:pt x="664" y="1643"/>
                      <a:pt x="330" y="2450"/>
                      <a:pt x="330" y="3291"/>
                    </a:cubicBezTo>
                    <a:cubicBezTo>
                      <a:pt x="330" y="4133"/>
                      <a:pt x="664" y="4940"/>
                      <a:pt x="1259" y="5535"/>
                    </a:cubicBezTo>
                    <a:cubicBezTo>
                      <a:pt x="1854" y="6130"/>
                      <a:pt x="2661" y="6464"/>
                      <a:pt x="3502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81" name="Freeform: Shape 8880">
                <a:extLst>
                  <a:ext uri="{FF2B5EF4-FFF2-40B4-BE49-F238E27FC236}">
                    <a16:creationId xmlns:a16="http://schemas.microsoft.com/office/drawing/2014/main" id="{7C17C5DB-93EC-62A5-326A-2CE5F4F0452C}"/>
                  </a:ext>
                </a:extLst>
              </p:cNvPr>
              <p:cNvSpPr/>
              <p:nvPr/>
            </p:nvSpPr>
            <p:spPr>
              <a:xfrm>
                <a:off x="10504488" y="5748982"/>
                <a:ext cx="6343" cy="6345"/>
              </a:xfrm>
              <a:custGeom>
                <a:avLst/>
                <a:gdLst>
                  <a:gd name="connsiteX0" fmla="*/ 3494 w 6343"/>
                  <a:gd name="connsiteY0" fmla="*/ 6524 h 6345"/>
                  <a:gd name="connsiteX1" fmla="*/ 5737 w 6343"/>
                  <a:gd name="connsiteY1" fmla="*/ 5595 h 6345"/>
                  <a:gd name="connsiteX2" fmla="*/ 6666 w 6343"/>
                  <a:gd name="connsiteY2" fmla="*/ 3352 h 6345"/>
                  <a:gd name="connsiteX3" fmla="*/ 5737 w 6343"/>
                  <a:gd name="connsiteY3" fmla="*/ 1108 h 6345"/>
                  <a:gd name="connsiteX4" fmla="*/ 3494 w 6343"/>
                  <a:gd name="connsiteY4" fmla="*/ 179 h 6345"/>
                  <a:gd name="connsiteX5" fmla="*/ 1252 w 6343"/>
                  <a:gd name="connsiteY5" fmla="*/ 1108 h 6345"/>
                  <a:gd name="connsiteX6" fmla="*/ 323 w 6343"/>
                  <a:gd name="connsiteY6" fmla="*/ 3352 h 6345"/>
                  <a:gd name="connsiteX7" fmla="*/ 1252 w 6343"/>
                  <a:gd name="connsiteY7" fmla="*/ 5595 h 6345"/>
                  <a:gd name="connsiteX8" fmla="*/ 3494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4" y="6524"/>
                    </a:moveTo>
                    <a:cubicBezTo>
                      <a:pt x="4335" y="6524"/>
                      <a:pt x="5142" y="6190"/>
                      <a:pt x="5737" y="5595"/>
                    </a:cubicBezTo>
                    <a:cubicBezTo>
                      <a:pt x="6332" y="5000"/>
                      <a:pt x="6666" y="4193"/>
                      <a:pt x="6666" y="3352"/>
                    </a:cubicBezTo>
                    <a:cubicBezTo>
                      <a:pt x="6666" y="2510"/>
                      <a:pt x="6332" y="1703"/>
                      <a:pt x="5737" y="1108"/>
                    </a:cubicBezTo>
                    <a:cubicBezTo>
                      <a:pt x="5142" y="513"/>
                      <a:pt x="4335" y="179"/>
                      <a:pt x="3494" y="179"/>
                    </a:cubicBezTo>
                    <a:cubicBezTo>
                      <a:pt x="2653" y="179"/>
                      <a:pt x="1847" y="513"/>
                      <a:pt x="1252" y="1108"/>
                    </a:cubicBezTo>
                    <a:cubicBezTo>
                      <a:pt x="657" y="1703"/>
                      <a:pt x="323" y="2510"/>
                      <a:pt x="323" y="3352"/>
                    </a:cubicBezTo>
                    <a:cubicBezTo>
                      <a:pt x="323" y="4193"/>
                      <a:pt x="657" y="5000"/>
                      <a:pt x="1252" y="5595"/>
                    </a:cubicBezTo>
                    <a:cubicBezTo>
                      <a:pt x="1847" y="6190"/>
                      <a:pt x="2653" y="6524"/>
                      <a:pt x="3494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82" name="Freeform: Shape 8881">
                <a:extLst>
                  <a:ext uri="{FF2B5EF4-FFF2-40B4-BE49-F238E27FC236}">
                    <a16:creationId xmlns:a16="http://schemas.microsoft.com/office/drawing/2014/main" id="{D6D5B49F-65CC-8930-E2F2-391BBA67ADE9}"/>
                  </a:ext>
                </a:extLst>
              </p:cNvPr>
              <p:cNvSpPr/>
              <p:nvPr/>
            </p:nvSpPr>
            <p:spPr>
              <a:xfrm>
                <a:off x="10489932" y="5758013"/>
                <a:ext cx="6343" cy="6345"/>
              </a:xfrm>
              <a:custGeom>
                <a:avLst/>
                <a:gdLst>
                  <a:gd name="connsiteX0" fmla="*/ 3493 w 6343"/>
                  <a:gd name="connsiteY0" fmla="*/ 6525 h 6345"/>
                  <a:gd name="connsiteX1" fmla="*/ 5736 w 6343"/>
                  <a:gd name="connsiteY1" fmla="*/ 5596 h 6345"/>
                  <a:gd name="connsiteX2" fmla="*/ 6665 w 6343"/>
                  <a:gd name="connsiteY2" fmla="*/ 3352 h 6345"/>
                  <a:gd name="connsiteX3" fmla="*/ 5736 w 6343"/>
                  <a:gd name="connsiteY3" fmla="*/ 1109 h 6345"/>
                  <a:gd name="connsiteX4" fmla="*/ 3493 w 6343"/>
                  <a:gd name="connsiteY4" fmla="*/ 180 h 6345"/>
                  <a:gd name="connsiteX5" fmla="*/ 1251 w 6343"/>
                  <a:gd name="connsiteY5" fmla="*/ 1109 h 6345"/>
                  <a:gd name="connsiteX6" fmla="*/ 322 w 6343"/>
                  <a:gd name="connsiteY6" fmla="*/ 3352 h 6345"/>
                  <a:gd name="connsiteX7" fmla="*/ 1251 w 6343"/>
                  <a:gd name="connsiteY7" fmla="*/ 5596 h 6345"/>
                  <a:gd name="connsiteX8" fmla="*/ 349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3" y="6525"/>
                    </a:moveTo>
                    <a:cubicBezTo>
                      <a:pt x="4334" y="6525"/>
                      <a:pt x="5141" y="6191"/>
                      <a:pt x="5736" y="5596"/>
                    </a:cubicBezTo>
                    <a:cubicBezTo>
                      <a:pt x="6331" y="5001"/>
                      <a:pt x="6665" y="4194"/>
                      <a:pt x="6665" y="3352"/>
                    </a:cubicBezTo>
                    <a:cubicBezTo>
                      <a:pt x="6665" y="2511"/>
                      <a:pt x="6331" y="1704"/>
                      <a:pt x="5736" y="1109"/>
                    </a:cubicBezTo>
                    <a:cubicBezTo>
                      <a:pt x="5141" y="514"/>
                      <a:pt x="4334" y="180"/>
                      <a:pt x="3493" y="180"/>
                    </a:cubicBezTo>
                    <a:cubicBezTo>
                      <a:pt x="2652" y="180"/>
                      <a:pt x="1845" y="514"/>
                      <a:pt x="1251" y="1109"/>
                    </a:cubicBezTo>
                    <a:cubicBezTo>
                      <a:pt x="656" y="1704"/>
                      <a:pt x="322" y="2511"/>
                      <a:pt x="322" y="3352"/>
                    </a:cubicBezTo>
                    <a:cubicBezTo>
                      <a:pt x="322" y="4194"/>
                      <a:pt x="656" y="5001"/>
                      <a:pt x="1251" y="5596"/>
                    </a:cubicBezTo>
                    <a:cubicBezTo>
                      <a:pt x="1845" y="6191"/>
                      <a:pt x="2652" y="6525"/>
                      <a:pt x="349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83" name="Freeform: Shape 8882">
                <a:extLst>
                  <a:ext uri="{FF2B5EF4-FFF2-40B4-BE49-F238E27FC236}">
                    <a16:creationId xmlns:a16="http://schemas.microsoft.com/office/drawing/2014/main" id="{39780BAF-967A-949A-88D9-FF6AC7BF056A}"/>
                  </a:ext>
                </a:extLst>
              </p:cNvPr>
              <p:cNvSpPr/>
              <p:nvPr/>
            </p:nvSpPr>
            <p:spPr>
              <a:xfrm>
                <a:off x="10141946" y="5730187"/>
                <a:ext cx="6343" cy="6345"/>
              </a:xfrm>
              <a:custGeom>
                <a:avLst/>
                <a:gdLst>
                  <a:gd name="connsiteX0" fmla="*/ 3466 w 6343"/>
                  <a:gd name="connsiteY0" fmla="*/ 6523 h 6345"/>
                  <a:gd name="connsiteX1" fmla="*/ 5708 w 6343"/>
                  <a:gd name="connsiteY1" fmla="*/ 5594 h 6345"/>
                  <a:gd name="connsiteX2" fmla="*/ 6637 w 6343"/>
                  <a:gd name="connsiteY2" fmla="*/ 3350 h 6345"/>
                  <a:gd name="connsiteX3" fmla="*/ 5708 w 6343"/>
                  <a:gd name="connsiteY3" fmla="*/ 1107 h 6345"/>
                  <a:gd name="connsiteX4" fmla="*/ 3466 w 6343"/>
                  <a:gd name="connsiteY4" fmla="*/ 177 h 6345"/>
                  <a:gd name="connsiteX5" fmla="*/ 1223 w 6343"/>
                  <a:gd name="connsiteY5" fmla="*/ 1107 h 6345"/>
                  <a:gd name="connsiteX6" fmla="*/ 294 w 6343"/>
                  <a:gd name="connsiteY6" fmla="*/ 3350 h 6345"/>
                  <a:gd name="connsiteX7" fmla="*/ 1223 w 6343"/>
                  <a:gd name="connsiteY7" fmla="*/ 5594 h 6345"/>
                  <a:gd name="connsiteX8" fmla="*/ 346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6" y="6523"/>
                    </a:moveTo>
                    <a:cubicBezTo>
                      <a:pt x="4307" y="6523"/>
                      <a:pt x="5114" y="6188"/>
                      <a:pt x="5708" y="5594"/>
                    </a:cubicBezTo>
                    <a:cubicBezTo>
                      <a:pt x="6303" y="4999"/>
                      <a:pt x="6637" y="4191"/>
                      <a:pt x="6637" y="3350"/>
                    </a:cubicBezTo>
                    <a:cubicBezTo>
                      <a:pt x="6637" y="2509"/>
                      <a:pt x="6303" y="1702"/>
                      <a:pt x="5708" y="1107"/>
                    </a:cubicBezTo>
                    <a:cubicBezTo>
                      <a:pt x="5114" y="512"/>
                      <a:pt x="4307" y="177"/>
                      <a:pt x="3466" y="177"/>
                    </a:cubicBezTo>
                    <a:cubicBezTo>
                      <a:pt x="2625" y="177"/>
                      <a:pt x="1818" y="512"/>
                      <a:pt x="1223" y="1107"/>
                    </a:cubicBezTo>
                    <a:cubicBezTo>
                      <a:pt x="628" y="1702"/>
                      <a:pt x="294" y="2509"/>
                      <a:pt x="294" y="3350"/>
                    </a:cubicBezTo>
                    <a:cubicBezTo>
                      <a:pt x="294" y="4191"/>
                      <a:pt x="628" y="4999"/>
                      <a:pt x="1223" y="5594"/>
                    </a:cubicBezTo>
                    <a:cubicBezTo>
                      <a:pt x="1818" y="6188"/>
                      <a:pt x="2625" y="6523"/>
                      <a:pt x="346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84" name="Freeform: Shape 8883">
                <a:extLst>
                  <a:ext uri="{FF2B5EF4-FFF2-40B4-BE49-F238E27FC236}">
                    <a16:creationId xmlns:a16="http://schemas.microsoft.com/office/drawing/2014/main" id="{53AD1718-DC11-6BFE-C96B-230B4B21CD05}"/>
                  </a:ext>
                </a:extLst>
              </p:cNvPr>
              <p:cNvSpPr/>
              <p:nvPr/>
            </p:nvSpPr>
            <p:spPr>
              <a:xfrm>
                <a:off x="10131515" y="5729552"/>
                <a:ext cx="6343" cy="6345"/>
              </a:xfrm>
              <a:custGeom>
                <a:avLst/>
                <a:gdLst>
                  <a:gd name="connsiteX0" fmla="*/ 3465 w 6343"/>
                  <a:gd name="connsiteY0" fmla="*/ 6523 h 6345"/>
                  <a:gd name="connsiteX1" fmla="*/ 5708 w 6343"/>
                  <a:gd name="connsiteY1" fmla="*/ 5593 h 6345"/>
                  <a:gd name="connsiteX2" fmla="*/ 6637 w 6343"/>
                  <a:gd name="connsiteY2" fmla="*/ 3350 h 6345"/>
                  <a:gd name="connsiteX3" fmla="*/ 5708 w 6343"/>
                  <a:gd name="connsiteY3" fmla="*/ 1107 h 6345"/>
                  <a:gd name="connsiteX4" fmla="*/ 3465 w 6343"/>
                  <a:gd name="connsiteY4" fmla="*/ 177 h 6345"/>
                  <a:gd name="connsiteX5" fmla="*/ 1222 w 6343"/>
                  <a:gd name="connsiteY5" fmla="*/ 1107 h 6345"/>
                  <a:gd name="connsiteX6" fmla="*/ 293 w 6343"/>
                  <a:gd name="connsiteY6" fmla="*/ 3350 h 6345"/>
                  <a:gd name="connsiteX7" fmla="*/ 1222 w 6343"/>
                  <a:gd name="connsiteY7" fmla="*/ 5593 h 6345"/>
                  <a:gd name="connsiteX8" fmla="*/ 3465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5" y="6523"/>
                    </a:moveTo>
                    <a:cubicBezTo>
                      <a:pt x="4306" y="6523"/>
                      <a:pt x="5113" y="6188"/>
                      <a:pt x="5708" y="5593"/>
                    </a:cubicBezTo>
                    <a:cubicBezTo>
                      <a:pt x="6302" y="4998"/>
                      <a:pt x="6637" y="4191"/>
                      <a:pt x="6637" y="3350"/>
                    </a:cubicBezTo>
                    <a:cubicBezTo>
                      <a:pt x="6637" y="2509"/>
                      <a:pt x="6302" y="1702"/>
                      <a:pt x="5708" y="1107"/>
                    </a:cubicBezTo>
                    <a:cubicBezTo>
                      <a:pt x="5113" y="512"/>
                      <a:pt x="4306" y="177"/>
                      <a:pt x="3465" y="177"/>
                    </a:cubicBezTo>
                    <a:cubicBezTo>
                      <a:pt x="2624" y="177"/>
                      <a:pt x="1817" y="512"/>
                      <a:pt x="1222" y="1107"/>
                    </a:cubicBezTo>
                    <a:cubicBezTo>
                      <a:pt x="628" y="1702"/>
                      <a:pt x="293" y="2509"/>
                      <a:pt x="293" y="3350"/>
                    </a:cubicBezTo>
                    <a:cubicBezTo>
                      <a:pt x="293" y="4191"/>
                      <a:pt x="628" y="4998"/>
                      <a:pt x="1222" y="5593"/>
                    </a:cubicBezTo>
                    <a:cubicBezTo>
                      <a:pt x="1817" y="6188"/>
                      <a:pt x="2624" y="6523"/>
                      <a:pt x="3465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85" name="Freeform: Shape 8884">
                <a:extLst>
                  <a:ext uri="{FF2B5EF4-FFF2-40B4-BE49-F238E27FC236}">
                    <a16:creationId xmlns:a16="http://schemas.microsoft.com/office/drawing/2014/main" id="{6C13485F-770E-F8E5-34B2-4F5528D26FC7}"/>
                  </a:ext>
                </a:extLst>
              </p:cNvPr>
              <p:cNvSpPr/>
              <p:nvPr/>
            </p:nvSpPr>
            <p:spPr>
              <a:xfrm>
                <a:off x="10120912" y="5734562"/>
                <a:ext cx="6343" cy="6345"/>
              </a:xfrm>
              <a:custGeom>
                <a:avLst/>
                <a:gdLst>
                  <a:gd name="connsiteX0" fmla="*/ 3464 w 6343"/>
                  <a:gd name="connsiteY0" fmla="*/ 6523 h 6345"/>
                  <a:gd name="connsiteX1" fmla="*/ 5707 w 6343"/>
                  <a:gd name="connsiteY1" fmla="*/ 5594 h 6345"/>
                  <a:gd name="connsiteX2" fmla="*/ 6636 w 6343"/>
                  <a:gd name="connsiteY2" fmla="*/ 3350 h 6345"/>
                  <a:gd name="connsiteX3" fmla="*/ 5707 w 6343"/>
                  <a:gd name="connsiteY3" fmla="*/ 1107 h 6345"/>
                  <a:gd name="connsiteX4" fmla="*/ 3464 w 6343"/>
                  <a:gd name="connsiteY4" fmla="*/ 178 h 6345"/>
                  <a:gd name="connsiteX5" fmla="*/ 1222 w 6343"/>
                  <a:gd name="connsiteY5" fmla="*/ 1107 h 6345"/>
                  <a:gd name="connsiteX6" fmla="*/ 293 w 6343"/>
                  <a:gd name="connsiteY6" fmla="*/ 3350 h 6345"/>
                  <a:gd name="connsiteX7" fmla="*/ 1222 w 6343"/>
                  <a:gd name="connsiteY7" fmla="*/ 5594 h 6345"/>
                  <a:gd name="connsiteX8" fmla="*/ 3464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4" y="6523"/>
                    </a:moveTo>
                    <a:cubicBezTo>
                      <a:pt x="4305" y="6523"/>
                      <a:pt x="5112" y="6189"/>
                      <a:pt x="5707" y="5594"/>
                    </a:cubicBezTo>
                    <a:cubicBezTo>
                      <a:pt x="6302" y="4999"/>
                      <a:pt x="6636" y="4192"/>
                      <a:pt x="6636" y="3350"/>
                    </a:cubicBezTo>
                    <a:cubicBezTo>
                      <a:pt x="6636" y="2509"/>
                      <a:pt x="6302" y="1702"/>
                      <a:pt x="5707" y="1107"/>
                    </a:cubicBezTo>
                    <a:cubicBezTo>
                      <a:pt x="5112" y="512"/>
                      <a:pt x="4305" y="178"/>
                      <a:pt x="3464" y="178"/>
                    </a:cubicBezTo>
                    <a:cubicBezTo>
                      <a:pt x="2623" y="178"/>
                      <a:pt x="1816" y="512"/>
                      <a:pt x="1222" y="1107"/>
                    </a:cubicBezTo>
                    <a:cubicBezTo>
                      <a:pt x="627" y="1702"/>
                      <a:pt x="293" y="2509"/>
                      <a:pt x="293" y="3350"/>
                    </a:cubicBezTo>
                    <a:cubicBezTo>
                      <a:pt x="293" y="4192"/>
                      <a:pt x="627" y="4999"/>
                      <a:pt x="1222" y="5594"/>
                    </a:cubicBezTo>
                    <a:cubicBezTo>
                      <a:pt x="1816" y="6189"/>
                      <a:pt x="2623" y="6523"/>
                      <a:pt x="3464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86" name="Freeform: Shape 8885">
                <a:extLst>
                  <a:ext uri="{FF2B5EF4-FFF2-40B4-BE49-F238E27FC236}">
                    <a16:creationId xmlns:a16="http://schemas.microsoft.com/office/drawing/2014/main" id="{41635D45-472F-6532-2E42-E0A2C8B92BA2}"/>
                  </a:ext>
                </a:extLst>
              </p:cNvPr>
              <p:cNvSpPr/>
              <p:nvPr/>
            </p:nvSpPr>
            <p:spPr>
              <a:xfrm>
                <a:off x="10467471" y="6188428"/>
                <a:ext cx="6343" cy="6345"/>
              </a:xfrm>
              <a:custGeom>
                <a:avLst/>
                <a:gdLst>
                  <a:gd name="connsiteX0" fmla="*/ 3491 w 6343"/>
                  <a:gd name="connsiteY0" fmla="*/ 6559 h 6345"/>
                  <a:gd name="connsiteX1" fmla="*/ 5734 w 6343"/>
                  <a:gd name="connsiteY1" fmla="*/ 5630 h 6345"/>
                  <a:gd name="connsiteX2" fmla="*/ 6663 w 6343"/>
                  <a:gd name="connsiteY2" fmla="*/ 3386 h 6345"/>
                  <a:gd name="connsiteX3" fmla="*/ 5734 w 6343"/>
                  <a:gd name="connsiteY3" fmla="*/ 1143 h 6345"/>
                  <a:gd name="connsiteX4" fmla="*/ 3491 w 6343"/>
                  <a:gd name="connsiteY4" fmla="*/ 213 h 6345"/>
                  <a:gd name="connsiteX5" fmla="*/ 1249 w 6343"/>
                  <a:gd name="connsiteY5" fmla="*/ 1143 h 6345"/>
                  <a:gd name="connsiteX6" fmla="*/ 320 w 6343"/>
                  <a:gd name="connsiteY6" fmla="*/ 3386 h 6345"/>
                  <a:gd name="connsiteX7" fmla="*/ 1249 w 6343"/>
                  <a:gd name="connsiteY7" fmla="*/ 5630 h 6345"/>
                  <a:gd name="connsiteX8" fmla="*/ 349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1" y="6559"/>
                    </a:moveTo>
                    <a:cubicBezTo>
                      <a:pt x="4333" y="6559"/>
                      <a:pt x="5139" y="6225"/>
                      <a:pt x="5734" y="5630"/>
                    </a:cubicBezTo>
                    <a:cubicBezTo>
                      <a:pt x="6329" y="5035"/>
                      <a:pt x="6663" y="4228"/>
                      <a:pt x="6663" y="3386"/>
                    </a:cubicBezTo>
                    <a:cubicBezTo>
                      <a:pt x="6663" y="2545"/>
                      <a:pt x="6329" y="1738"/>
                      <a:pt x="5734" y="1143"/>
                    </a:cubicBezTo>
                    <a:cubicBezTo>
                      <a:pt x="5139" y="548"/>
                      <a:pt x="4333" y="213"/>
                      <a:pt x="3491" y="213"/>
                    </a:cubicBezTo>
                    <a:cubicBezTo>
                      <a:pt x="2650" y="213"/>
                      <a:pt x="1844" y="548"/>
                      <a:pt x="1249" y="1143"/>
                    </a:cubicBezTo>
                    <a:cubicBezTo>
                      <a:pt x="654" y="1738"/>
                      <a:pt x="320" y="2545"/>
                      <a:pt x="320" y="3386"/>
                    </a:cubicBezTo>
                    <a:cubicBezTo>
                      <a:pt x="320" y="4228"/>
                      <a:pt x="654" y="5035"/>
                      <a:pt x="1249" y="5630"/>
                    </a:cubicBezTo>
                    <a:cubicBezTo>
                      <a:pt x="1844" y="6225"/>
                      <a:pt x="2650" y="6559"/>
                      <a:pt x="349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87" name="Freeform: Shape 8886">
                <a:extLst>
                  <a:ext uri="{FF2B5EF4-FFF2-40B4-BE49-F238E27FC236}">
                    <a16:creationId xmlns:a16="http://schemas.microsoft.com/office/drawing/2014/main" id="{243E5FAC-84E2-8475-EEDA-C687D597E53A}"/>
                  </a:ext>
                </a:extLst>
              </p:cNvPr>
              <p:cNvSpPr/>
              <p:nvPr/>
            </p:nvSpPr>
            <p:spPr>
              <a:xfrm>
                <a:off x="10463094" y="6195690"/>
                <a:ext cx="6343" cy="6345"/>
              </a:xfrm>
              <a:custGeom>
                <a:avLst/>
                <a:gdLst>
                  <a:gd name="connsiteX0" fmla="*/ 3491 w 6343"/>
                  <a:gd name="connsiteY0" fmla="*/ 6559 h 6345"/>
                  <a:gd name="connsiteX1" fmla="*/ 5734 w 6343"/>
                  <a:gd name="connsiteY1" fmla="*/ 5630 h 6345"/>
                  <a:gd name="connsiteX2" fmla="*/ 6663 w 6343"/>
                  <a:gd name="connsiteY2" fmla="*/ 3387 h 6345"/>
                  <a:gd name="connsiteX3" fmla="*/ 5734 w 6343"/>
                  <a:gd name="connsiteY3" fmla="*/ 1143 h 6345"/>
                  <a:gd name="connsiteX4" fmla="*/ 3491 w 6343"/>
                  <a:gd name="connsiteY4" fmla="*/ 214 h 6345"/>
                  <a:gd name="connsiteX5" fmla="*/ 1248 w 6343"/>
                  <a:gd name="connsiteY5" fmla="*/ 1143 h 6345"/>
                  <a:gd name="connsiteX6" fmla="*/ 320 w 6343"/>
                  <a:gd name="connsiteY6" fmla="*/ 3387 h 6345"/>
                  <a:gd name="connsiteX7" fmla="*/ 1248 w 6343"/>
                  <a:gd name="connsiteY7" fmla="*/ 5630 h 6345"/>
                  <a:gd name="connsiteX8" fmla="*/ 349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1" y="6559"/>
                    </a:moveTo>
                    <a:cubicBezTo>
                      <a:pt x="4332" y="6559"/>
                      <a:pt x="5139" y="6225"/>
                      <a:pt x="5734" y="5630"/>
                    </a:cubicBezTo>
                    <a:cubicBezTo>
                      <a:pt x="6328" y="5035"/>
                      <a:pt x="6663" y="4228"/>
                      <a:pt x="6663" y="3387"/>
                    </a:cubicBezTo>
                    <a:cubicBezTo>
                      <a:pt x="6663" y="2545"/>
                      <a:pt x="6328" y="1738"/>
                      <a:pt x="5734" y="1143"/>
                    </a:cubicBezTo>
                    <a:cubicBezTo>
                      <a:pt x="5139" y="548"/>
                      <a:pt x="4332" y="214"/>
                      <a:pt x="3491" y="214"/>
                    </a:cubicBezTo>
                    <a:cubicBezTo>
                      <a:pt x="2650" y="214"/>
                      <a:pt x="1843" y="548"/>
                      <a:pt x="1248" y="1143"/>
                    </a:cubicBezTo>
                    <a:cubicBezTo>
                      <a:pt x="654" y="1738"/>
                      <a:pt x="320" y="2545"/>
                      <a:pt x="320" y="3387"/>
                    </a:cubicBezTo>
                    <a:cubicBezTo>
                      <a:pt x="320" y="4228"/>
                      <a:pt x="654" y="5035"/>
                      <a:pt x="1248" y="5630"/>
                    </a:cubicBezTo>
                    <a:cubicBezTo>
                      <a:pt x="1843" y="6225"/>
                      <a:pt x="2650" y="6559"/>
                      <a:pt x="349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88" name="Freeform: Shape 8887">
                <a:extLst>
                  <a:ext uri="{FF2B5EF4-FFF2-40B4-BE49-F238E27FC236}">
                    <a16:creationId xmlns:a16="http://schemas.microsoft.com/office/drawing/2014/main" id="{15C63F5B-54AF-81BD-2B69-AD9C54CA077F}"/>
                  </a:ext>
                </a:extLst>
              </p:cNvPr>
              <p:cNvSpPr/>
              <p:nvPr/>
            </p:nvSpPr>
            <p:spPr>
              <a:xfrm>
                <a:off x="10389887" y="6184085"/>
                <a:ext cx="6343" cy="6345"/>
              </a:xfrm>
              <a:custGeom>
                <a:avLst/>
                <a:gdLst>
                  <a:gd name="connsiteX0" fmla="*/ 3485 w 6343"/>
                  <a:gd name="connsiteY0" fmla="*/ 6559 h 6345"/>
                  <a:gd name="connsiteX1" fmla="*/ 5728 w 6343"/>
                  <a:gd name="connsiteY1" fmla="*/ 5629 h 6345"/>
                  <a:gd name="connsiteX2" fmla="*/ 6657 w 6343"/>
                  <a:gd name="connsiteY2" fmla="*/ 3386 h 6345"/>
                  <a:gd name="connsiteX3" fmla="*/ 5728 w 6343"/>
                  <a:gd name="connsiteY3" fmla="*/ 1142 h 6345"/>
                  <a:gd name="connsiteX4" fmla="*/ 3485 w 6343"/>
                  <a:gd name="connsiteY4" fmla="*/ 213 h 6345"/>
                  <a:gd name="connsiteX5" fmla="*/ 1243 w 6343"/>
                  <a:gd name="connsiteY5" fmla="*/ 1142 h 6345"/>
                  <a:gd name="connsiteX6" fmla="*/ 314 w 6343"/>
                  <a:gd name="connsiteY6" fmla="*/ 3386 h 6345"/>
                  <a:gd name="connsiteX7" fmla="*/ 1243 w 6343"/>
                  <a:gd name="connsiteY7" fmla="*/ 5629 h 6345"/>
                  <a:gd name="connsiteX8" fmla="*/ 348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5" y="6559"/>
                    </a:moveTo>
                    <a:cubicBezTo>
                      <a:pt x="4326" y="6559"/>
                      <a:pt x="5133" y="6224"/>
                      <a:pt x="5728" y="5629"/>
                    </a:cubicBezTo>
                    <a:cubicBezTo>
                      <a:pt x="6323" y="5034"/>
                      <a:pt x="6657" y="4227"/>
                      <a:pt x="6657" y="3386"/>
                    </a:cubicBezTo>
                    <a:cubicBezTo>
                      <a:pt x="6657" y="2544"/>
                      <a:pt x="6323" y="1737"/>
                      <a:pt x="5728" y="1142"/>
                    </a:cubicBezTo>
                    <a:cubicBezTo>
                      <a:pt x="5133" y="547"/>
                      <a:pt x="4326" y="213"/>
                      <a:pt x="3485" y="213"/>
                    </a:cubicBezTo>
                    <a:cubicBezTo>
                      <a:pt x="2644" y="213"/>
                      <a:pt x="1837" y="547"/>
                      <a:pt x="1243" y="1142"/>
                    </a:cubicBezTo>
                    <a:cubicBezTo>
                      <a:pt x="648" y="1737"/>
                      <a:pt x="314" y="2544"/>
                      <a:pt x="314" y="3386"/>
                    </a:cubicBezTo>
                    <a:cubicBezTo>
                      <a:pt x="314" y="4227"/>
                      <a:pt x="648" y="5034"/>
                      <a:pt x="1243" y="5629"/>
                    </a:cubicBezTo>
                    <a:cubicBezTo>
                      <a:pt x="1837" y="6224"/>
                      <a:pt x="2644" y="6559"/>
                      <a:pt x="348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89" name="Freeform: Shape 8888">
                <a:extLst>
                  <a:ext uri="{FF2B5EF4-FFF2-40B4-BE49-F238E27FC236}">
                    <a16:creationId xmlns:a16="http://schemas.microsoft.com/office/drawing/2014/main" id="{E2D6EF9A-4704-E927-2CD4-3695321CE3AD}"/>
                  </a:ext>
                </a:extLst>
              </p:cNvPr>
              <p:cNvSpPr/>
              <p:nvPr/>
            </p:nvSpPr>
            <p:spPr>
              <a:xfrm>
                <a:off x="10355448" y="6205972"/>
                <a:ext cx="6343" cy="6345"/>
              </a:xfrm>
              <a:custGeom>
                <a:avLst/>
                <a:gdLst>
                  <a:gd name="connsiteX0" fmla="*/ 3483 w 6343"/>
                  <a:gd name="connsiteY0" fmla="*/ 6560 h 6345"/>
                  <a:gd name="connsiteX1" fmla="*/ 5725 w 6343"/>
                  <a:gd name="connsiteY1" fmla="*/ 5631 h 6345"/>
                  <a:gd name="connsiteX2" fmla="*/ 6654 w 6343"/>
                  <a:gd name="connsiteY2" fmla="*/ 3388 h 6345"/>
                  <a:gd name="connsiteX3" fmla="*/ 5725 w 6343"/>
                  <a:gd name="connsiteY3" fmla="*/ 1144 h 6345"/>
                  <a:gd name="connsiteX4" fmla="*/ 3483 w 6343"/>
                  <a:gd name="connsiteY4" fmla="*/ 215 h 6345"/>
                  <a:gd name="connsiteX5" fmla="*/ 1240 w 6343"/>
                  <a:gd name="connsiteY5" fmla="*/ 1144 h 6345"/>
                  <a:gd name="connsiteX6" fmla="*/ 311 w 6343"/>
                  <a:gd name="connsiteY6" fmla="*/ 3388 h 6345"/>
                  <a:gd name="connsiteX7" fmla="*/ 1240 w 6343"/>
                  <a:gd name="connsiteY7" fmla="*/ 5631 h 6345"/>
                  <a:gd name="connsiteX8" fmla="*/ 3483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3" y="6560"/>
                    </a:moveTo>
                    <a:cubicBezTo>
                      <a:pt x="4324" y="6560"/>
                      <a:pt x="5131" y="6226"/>
                      <a:pt x="5725" y="5631"/>
                    </a:cubicBezTo>
                    <a:cubicBezTo>
                      <a:pt x="6320" y="5036"/>
                      <a:pt x="6654" y="4229"/>
                      <a:pt x="6654" y="3388"/>
                    </a:cubicBezTo>
                    <a:cubicBezTo>
                      <a:pt x="6654" y="2546"/>
                      <a:pt x="6320" y="1739"/>
                      <a:pt x="5725" y="1144"/>
                    </a:cubicBezTo>
                    <a:cubicBezTo>
                      <a:pt x="5131" y="549"/>
                      <a:pt x="4324" y="215"/>
                      <a:pt x="3483" y="215"/>
                    </a:cubicBezTo>
                    <a:cubicBezTo>
                      <a:pt x="2642" y="215"/>
                      <a:pt x="1835" y="549"/>
                      <a:pt x="1240" y="1144"/>
                    </a:cubicBezTo>
                    <a:cubicBezTo>
                      <a:pt x="645" y="1739"/>
                      <a:pt x="311" y="2546"/>
                      <a:pt x="311" y="3388"/>
                    </a:cubicBezTo>
                    <a:cubicBezTo>
                      <a:pt x="311" y="4229"/>
                      <a:pt x="645" y="5036"/>
                      <a:pt x="1240" y="5631"/>
                    </a:cubicBezTo>
                    <a:cubicBezTo>
                      <a:pt x="1835" y="6226"/>
                      <a:pt x="2642" y="6560"/>
                      <a:pt x="3483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90" name="Freeform: Shape 8889">
                <a:extLst>
                  <a:ext uri="{FF2B5EF4-FFF2-40B4-BE49-F238E27FC236}">
                    <a16:creationId xmlns:a16="http://schemas.microsoft.com/office/drawing/2014/main" id="{11B6168B-A46F-8C1D-E4C4-3FA51FE79B38}"/>
                  </a:ext>
                </a:extLst>
              </p:cNvPr>
              <p:cNvSpPr/>
              <p:nvPr/>
            </p:nvSpPr>
            <p:spPr>
              <a:xfrm>
                <a:off x="10289284" y="6204423"/>
                <a:ext cx="6343" cy="6345"/>
              </a:xfrm>
              <a:custGeom>
                <a:avLst/>
                <a:gdLst>
                  <a:gd name="connsiteX0" fmla="*/ 3477 w 6343"/>
                  <a:gd name="connsiteY0" fmla="*/ 6560 h 6345"/>
                  <a:gd name="connsiteX1" fmla="*/ 5720 w 6343"/>
                  <a:gd name="connsiteY1" fmla="*/ 5631 h 6345"/>
                  <a:gd name="connsiteX2" fmla="*/ 6649 w 6343"/>
                  <a:gd name="connsiteY2" fmla="*/ 3387 h 6345"/>
                  <a:gd name="connsiteX3" fmla="*/ 5720 w 6343"/>
                  <a:gd name="connsiteY3" fmla="*/ 1144 h 6345"/>
                  <a:gd name="connsiteX4" fmla="*/ 3477 w 6343"/>
                  <a:gd name="connsiteY4" fmla="*/ 215 h 6345"/>
                  <a:gd name="connsiteX5" fmla="*/ 1235 w 6343"/>
                  <a:gd name="connsiteY5" fmla="*/ 1144 h 6345"/>
                  <a:gd name="connsiteX6" fmla="*/ 306 w 6343"/>
                  <a:gd name="connsiteY6" fmla="*/ 3387 h 6345"/>
                  <a:gd name="connsiteX7" fmla="*/ 1235 w 6343"/>
                  <a:gd name="connsiteY7" fmla="*/ 5631 h 6345"/>
                  <a:gd name="connsiteX8" fmla="*/ 3477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7" y="6560"/>
                    </a:moveTo>
                    <a:cubicBezTo>
                      <a:pt x="4319" y="6560"/>
                      <a:pt x="5125" y="6226"/>
                      <a:pt x="5720" y="5631"/>
                    </a:cubicBezTo>
                    <a:cubicBezTo>
                      <a:pt x="6315" y="5036"/>
                      <a:pt x="6649" y="4229"/>
                      <a:pt x="6649" y="3387"/>
                    </a:cubicBezTo>
                    <a:cubicBezTo>
                      <a:pt x="6649" y="2546"/>
                      <a:pt x="6315" y="1739"/>
                      <a:pt x="5720" y="1144"/>
                    </a:cubicBezTo>
                    <a:cubicBezTo>
                      <a:pt x="5125" y="549"/>
                      <a:pt x="4319" y="215"/>
                      <a:pt x="3477" y="215"/>
                    </a:cubicBezTo>
                    <a:cubicBezTo>
                      <a:pt x="2636" y="215"/>
                      <a:pt x="1830" y="549"/>
                      <a:pt x="1235" y="1144"/>
                    </a:cubicBezTo>
                    <a:cubicBezTo>
                      <a:pt x="640" y="1739"/>
                      <a:pt x="306" y="2546"/>
                      <a:pt x="306" y="3387"/>
                    </a:cubicBezTo>
                    <a:cubicBezTo>
                      <a:pt x="306" y="4229"/>
                      <a:pt x="640" y="5036"/>
                      <a:pt x="1235" y="5631"/>
                    </a:cubicBezTo>
                    <a:cubicBezTo>
                      <a:pt x="1830" y="6226"/>
                      <a:pt x="2636" y="6560"/>
                      <a:pt x="3477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91" name="Freeform: Shape 8890">
                <a:extLst>
                  <a:ext uri="{FF2B5EF4-FFF2-40B4-BE49-F238E27FC236}">
                    <a16:creationId xmlns:a16="http://schemas.microsoft.com/office/drawing/2014/main" id="{66827C67-B839-BA81-B48E-49F4F5DBB9D8}"/>
                  </a:ext>
                </a:extLst>
              </p:cNvPr>
              <p:cNvSpPr/>
              <p:nvPr/>
            </p:nvSpPr>
            <p:spPr>
              <a:xfrm>
                <a:off x="10283641" y="6209546"/>
                <a:ext cx="6343" cy="6345"/>
              </a:xfrm>
              <a:custGeom>
                <a:avLst/>
                <a:gdLst>
                  <a:gd name="connsiteX0" fmla="*/ 3477 w 6343"/>
                  <a:gd name="connsiteY0" fmla="*/ 6561 h 6345"/>
                  <a:gd name="connsiteX1" fmla="*/ 5720 w 6343"/>
                  <a:gd name="connsiteY1" fmla="*/ 5631 h 6345"/>
                  <a:gd name="connsiteX2" fmla="*/ 6649 w 6343"/>
                  <a:gd name="connsiteY2" fmla="*/ 3388 h 6345"/>
                  <a:gd name="connsiteX3" fmla="*/ 5720 w 6343"/>
                  <a:gd name="connsiteY3" fmla="*/ 1144 h 6345"/>
                  <a:gd name="connsiteX4" fmla="*/ 3477 w 6343"/>
                  <a:gd name="connsiteY4" fmla="*/ 215 h 6345"/>
                  <a:gd name="connsiteX5" fmla="*/ 1234 w 6343"/>
                  <a:gd name="connsiteY5" fmla="*/ 1144 h 6345"/>
                  <a:gd name="connsiteX6" fmla="*/ 305 w 6343"/>
                  <a:gd name="connsiteY6" fmla="*/ 3388 h 6345"/>
                  <a:gd name="connsiteX7" fmla="*/ 1234 w 6343"/>
                  <a:gd name="connsiteY7" fmla="*/ 5631 h 6345"/>
                  <a:gd name="connsiteX8" fmla="*/ 3477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7" y="6561"/>
                    </a:moveTo>
                    <a:cubicBezTo>
                      <a:pt x="4318" y="6561"/>
                      <a:pt x="5125" y="6226"/>
                      <a:pt x="5720" y="5631"/>
                    </a:cubicBezTo>
                    <a:cubicBezTo>
                      <a:pt x="6314" y="5036"/>
                      <a:pt x="6649" y="4229"/>
                      <a:pt x="6649" y="3388"/>
                    </a:cubicBezTo>
                    <a:cubicBezTo>
                      <a:pt x="6649" y="2546"/>
                      <a:pt x="6314" y="1739"/>
                      <a:pt x="5720" y="1144"/>
                    </a:cubicBezTo>
                    <a:cubicBezTo>
                      <a:pt x="5125" y="549"/>
                      <a:pt x="4318" y="215"/>
                      <a:pt x="3477" y="215"/>
                    </a:cubicBezTo>
                    <a:cubicBezTo>
                      <a:pt x="2636" y="215"/>
                      <a:pt x="1829" y="549"/>
                      <a:pt x="1234" y="1144"/>
                    </a:cubicBezTo>
                    <a:cubicBezTo>
                      <a:pt x="640" y="1739"/>
                      <a:pt x="305" y="2546"/>
                      <a:pt x="305" y="3388"/>
                    </a:cubicBezTo>
                    <a:cubicBezTo>
                      <a:pt x="305" y="4229"/>
                      <a:pt x="640" y="5036"/>
                      <a:pt x="1234" y="5631"/>
                    </a:cubicBezTo>
                    <a:cubicBezTo>
                      <a:pt x="1829" y="6226"/>
                      <a:pt x="2636" y="6561"/>
                      <a:pt x="3477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92" name="Freeform: Shape 8891">
                <a:extLst>
                  <a:ext uri="{FF2B5EF4-FFF2-40B4-BE49-F238E27FC236}">
                    <a16:creationId xmlns:a16="http://schemas.microsoft.com/office/drawing/2014/main" id="{6326D7D9-87B0-A4A8-BBD9-8C021090ED67}"/>
                  </a:ext>
                </a:extLst>
              </p:cNvPr>
              <p:cNvSpPr/>
              <p:nvPr/>
            </p:nvSpPr>
            <p:spPr>
              <a:xfrm>
                <a:off x="10261212" y="6207328"/>
                <a:ext cx="6343" cy="6345"/>
              </a:xfrm>
              <a:custGeom>
                <a:avLst/>
                <a:gdLst>
                  <a:gd name="connsiteX0" fmla="*/ 3475 w 6343"/>
                  <a:gd name="connsiteY0" fmla="*/ 6560 h 6345"/>
                  <a:gd name="connsiteX1" fmla="*/ 5718 w 6343"/>
                  <a:gd name="connsiteY1" fmla="*/ 5631 h 6345"/>
                  <a:gd name="connsiteX2" fmla="*/ 6647 w 6343"/>
                  <a:gd name="connsiteY2" fmla="*/ 3388 h 6345"/>
                  <a:gd name="connsiteX3" fmla="*/ 5718 w 6343"/>
                  <a:gd name="connsiteY3" fmla="*/ 1144 h 6345"/>
                  <a:gd name="connsiteX4" fmla="*/ 3475 w 6343"/>
                  <a:gd name="connsiteY4" fmla="*/ 215 h 6345"/>
                  <a:gd name="connsiteX5" fmla="*/ 1233 w 6343"/>
                  <a:gd name="connsiteY5" fmla="*/ 1144 h 6345"/>
                  <a:gd name="connsiteX6" fmla="*/ 304 w 6343"/>
                  <a:gd name="connsiteY6" fmla="*/ 3388 h 6345"/>
                  <a:gd name="connsiteX7" fmla="*/ 1233 w 6343"/>
                  <a:gd name="connsiteY7" fmla="*/ 5631 h 6345"/>
                  <a:gd name="connsiteX8" fmla="*/ 3475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560"/>
                    </a:moveTo>
                    <a:cubicBezTo>
                      <a:pt x="4316" y="6560"/>
                      <a:pt x="5123" y="6226"/>
                      <a:pt x="5718" y="5631"/>
                    </a:cubicBezTo>
                    <a:cubicBezTo>
                      <a:pt x="6313" y="5036"/>
                      <a:pt x="6647" y="4229"/>
                      <a:pt x="6647" y="3388"/>
                    </a:cubicBezTo>
                    <a:cubicBezTo>
                      <a:pt x="6647" y="2546"/>
                      <a:pt x="6313" y="1739"/>
                      <a:pt x="5718" y="1144"/>
                    </a:cubicBezTo>
                    <a:cubicBezTo>
                      <a:pt x="5123" y="549"/>
                      <a:pt x="4316" y="215"/>
                      <a:pt x="3475" y="215"/>
                    </a:cubicBezTo>
                    <a:cubicBezTo>
                      <a:pt x="2634" y="215"/>
                      <a:pt x="1827" y="549"/>
                      <a:pt x="1233" y="1144"/>
                    </a:cubicBezTo>
                    <a:cubicBezTo>
                      <a:pt x="638" y="1739"/>
                      <a:pt x="304" y="2546"/>
                      <a:pt x="304" y="3388"/>
                    </a:cubicBezTo>
                    <a:cubicBezTo>
                      <a:pt x="304" y="4229"/>
                      <a:pt x="638" y="5036"/>
                      <a:pt x="1233" y="5631"/>
                    </a:cubicBezTo>
                    <a:cubicBezTo>
                      <a:pt x="1827" y="6226"/>
                      <a:pt x="2634" y="6560"/>
                      <a:pt x="3475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93" name="Freeform: Shape 8892">
                <a:extLst>
                  <a:ext uri="{FF2B5EF4-FFF2-40B4-BE49-F238E27FC236}">
                    <a16:creationId xmlns:a16="http://schemas.microsoft.com/office/drawing/2014/main" id="{B4BDBD98-A078-FAED-7F1A-422C21570493}"/>
                  </a:ext>
                </a:extLst>
              </p:cNvPr>
              <p:cNvSpPr/>
              <p:nvPr/>
            </p:nvSpPr>
            <p:spPr>
              <a:xfrm>
                <a:off x="10195651" y="6187739"/>
                <a:ext cx="6343" cy="6345"/>
              </a:xfrm>
              <a:custGeom>
                <a:avLst/>
                <a:gdLst>
                  <a:gd name="connsiteX0" fmla="*/ 3470 w 6343"/>
                  <a:gd name="connsiteY0" fmla="*/ 6559 h 6345"/>
                  <a:gd name="connsiteX1" fmla="*/ 5713 w 6343"/>
                  <a:gd name="connsiteY1" fmla="*/ 5630 h 6345"/>
                  <a:gd name="connsiteX2" fmla="*/ 6642 w 6343"/>
                  <a:gd name="connsiteY2" fmla="*/ 3386 h 6345"/>
                  <a:gd name="connsiteX3" fmla="*/ 5713 w 6343"/>
                  <a:gd name="connsiteY3" fmla="*/ 1143 h 6345"/>
                  <a:gd name="connsiteX4" fmla="*/ 3470 w 6343"/>
                  <a:gd name="connsiteY4" fmla="*/ 213 h 6345"/>
                  <a:gd name="connsiteX5" fmla="*/ 1227 w 6343"/>
                  <a:gd name="connsiteY5" fmla="*/ 1143 h 6345"/>
                  <a:gd name="connsiteX6" fmla="*/ 298 w 6343"/>
                  <a:gd name="connsiteY6" fmla="*/ 3386 h 6345"/>
                  <a:gd name="connsiteX7" fmla="*/ 1227 w 6343"/>
                  <a:gd name="connsiteY7" fmla="*/ 5630 h 6345"/>
                  <a:gd name="connsiteX8" fmla="*/ 347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0" y="6559"/>
                    </a:moveTo>
                    <a:cubicBezTo>
                      <a:pt x="4311" y="6559"/>
                      <a:pt x="5118" y="6225"/>
                      <a:pt x="5713" y="5630"/>
                    </a:cubicBezTo>
                    <a:cubicBezTo>
                      <a:pt x="6307" y="5035"/>
                      <a:pt x="6642" y="4228"/>
                      <a:pt x="6642" y="3386"/>
                    </a:cubicBezTo>
                    <a:cubicBezTo>
                      <a:pt x="6642" y="2545"/>
                      <a:pt x="6307" y="1738"/>
                      <a:pt x="5713" y="1143"/>
                    </a:cubicBezTo>
                    <a:cubicBezTo>
                      <a:pt x="5118" y="548"/>
                      <a:pt x="4311" y="213"/>
                      <a:pt x="3470" y="213"/>
                    </a:cubicBezTo>
                    <a:cubicBezTo>
                      <a:pt x="2629" y="213"/>
                      <a:pt x="1822" y="548"/>
                      <a:pt x="1227" y="1143"/>
                    </a:cubicBezTo>
                    <a:cubicBezTo>
                      <a:pt x="633" y="1738"/>
                      <a:pt x="298" y="2545"/>
                      <a:pt x="298" y="3386"/>
                    </a:cubicBezTo>
                    <a:cubicBezTo>
                      <a:pt x="298" y="4228"/>
                      <a:pt x="633" y="5035"/>
                      <a:pt x="1227" y="5630"/>
                    </a:cubicBezTo>
                    <a:cubicBezTo>
                      <a:pt x="1822" y="6225"/>
                      <a:pt x="2629" y="6559"/>
                      <a:pt x="347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94" name="Freeform: Shape 8893">
                <a:extLst>
                  <a:ext uri="{FF2B5EF4-FFF2-40B4-BE49-F238E27FC236}">
                    <a16:creationId xmlns:a16="http://schemas.microsoft.com/office/drawing/2014/main" id="{9D04CFCC-FFCE-6A41-5D4D-CFE770AAB25F}"/>
                  </a:ext>
                </a:extLst>
              </p:cNvPr>
              <p:cNvSpPr/>
              <p:nvPr/>
            </p:nvSpPr>
            <p:spPr>
              <a:xfrm>
                <a:off x="10191318" y="6193734"/>
                <a:ext cx="6343" cy="6345"/>
              </a:xfrm>
              <a:custGeom>
                <a:avLst/>
                <a:gdLst>
                  <a:gd name="connsiteX0" fmla="*/ 3470 w 6343"/>
                  <a:gd name="connsiteY0" fmla="*/ 6559 h 6345"/>
                  <a:gd name="connsiteX1" fmla="*/ 5712 w 6343"/>
                  <a:gd name="connsiteY1" fmla="*/ 5630 h 6345"/>
                  <a:gd name="connsiteX2" fmla="*/ 6641 w 6343"/>
                  <a:gd name="connsiteY2" fmla="*/ 3387 h 6345"/>
                  <a:gd name="connsiteX3" fmla="*/ 5712 w 6343"/>
                  <a:gd name="connsiteY3" fmla="*/ 1143 h 6345"/>
                  <a:gd name="connsiteX4" fmla="*/ 3470 w 6343"/>
                  <a:gd name="connsiteY4" fmla="*/ 214 h 6345"/>
                  <a:gd name="connsiteX5" fmla="*/ 1227 w 6343"/>
                  <a:gd name="connsiteY5" fmla="*/ 1143 h 6345"/>
                  <a:gd name="connsiteX6" fmla="*/ 298 w 6343"/>
                  <a:gd name="connsiteY6" fmla="*/ 3387 h 6345"/>
                  <a:gd name="connsiteX7" fmla="*/ 1227 w 6343"/>
                  <a:gd name="connsiteY7" fmla="*/ 5630 h 6345"/>
                  <a:gd name="connsiteX8" fmla="*/ 347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0" y="6559"/>
                    </a:moveTo>
                    <a:cubicBezTo>
                      <a:pt x="4311" y="6559"/>
                      <a:pt x="5118" y="6225"/>
                      <a:pt x="5712" y="5630"/>
                    </a:cubicBezTo>
                    <a:cubicBezTo>
                      <a:pt x="6307" y="5035"/>
                      <a:pt x="6641" y="4228"/>
                      <a:pt x="6641" y="3387"/>
                    </a:cubicBezTo>
                    <a:cubicBezTo>
                      <a:pt x="6641" y="2545"/>
                      <a:pt x="6307" y="1738"/>
                      <a:pt x="5712" y="1143"/>
                    </a:cubicBezTo>
                    <a:cubicBezTo>
                      <a:pt x="5118" y="548"/>
                      <a:pt x="4311" y="214"/>
                      <a:pt x="3470" y="214"/>
                    </a:cubicBezTo>
                    <a:cubicBezTo>
                      <a:pt x="2629" y="214"/>
                      <a:pt x="1822" y="548"/>
                      <a:pt x="1227" y="1143"/>
                    </a:cubicBezTo>
                    <a:cubicBezTo>
                      <a:pt x="632" y="1738"/>
                      <a:pt x="298" y="2545"/>
                      <a:pt x="298" y="3387"/>
                    </a:cubicBezTo>
                    <a:cubicBezTo>
                      <a:pt x="298" y="4228"/>
                      <a:pt x="632" y="5035"/>
                      <a:pt x="1227" y="5630"/>
                    </a:cubicBezTo>
                    <a:cubicBezTo>
                      <a:pt x="1822" y="6225"/>
                      <a:pt x="2629" y="6559"/>
                      <a:pt x="347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95" name="Freeform: Shape 8894">
                <a:extLst>
                  <a:ext uri="{FF2B5EF4-FFF2-40B4-BE49-F238E27FC236}">
                    <a16:creationId xmlns:a16="http://schemas.microsoft.com/office/drawing/2014/main" id="{E4690BD7-B570-A392-CA11-5E3CD3B90938}"/>
                  </a:ext>
                </a:extLst>
              </p:cNvPr>
              <p:cNvSpPr/>
              <p:nvPr/>
            </p:nvSpPr>
            <p:spPr>
              <a:xfrm>
                <a:off x="10172164" y="6192879"/>
                <a:ext cx="6343" cy="6345"/>
              </a:xfrm>
              <a:custGeom>
                <a:avLst/>
                <a:gdLst>
                  <a:gd name="connsiteX0" fmla="*/ 3468 w 6343"/>
                  <a:gd name="connsiteY0" fmla="*/ 6559 h 6345"/>
                  <a:gd name="connsiteX1" fmla="*/ 5711 w 6343"/>
                  <a:gd name="connsiteY1" fmla="*/ 5630 h 6345"/>
                  <a:gd name="connsiteX2" fmla="*/ 6640 w 6343"/>
                  <a:gd name="connsiteY2" fmla="*/ 3387 h 6345"/>
                  <a:gd name="connsiteX3" fmla="*/ 5711 w 6343"/>
                  <a:gd name="connsiteY3" fmla="*/ 1143 h 6345"/>
                  <a:gd name="connsiteX4" fmla="*/ 3468 w 6343"/>
                  <a:gd name="connsiteY4" fmla="*/ 214 h 6345"/>
                  <a:gd name="connsiteX5" fmla="*/ 1226 w 6343"/>
                  <a:gd name="connsiteY5" fmla="*/ 1143 h 6345"/>
                  <a:gd name="connsiteX6" fmla="*/ 297 w 6343"/>
                  <a:gd name="connsiteY6" fmla="*/ 3387 h 6345"/>
                  <a:gd name="connsiteX7" fmla="*/ 1226 w 6343"/>
                  <a:gd name="connsiteY7" fmla="*/ 5630 h 6345"/>
                  <a:gd name="connsiteX8" fmla="*/ 3468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8" y="6559"/>
                    </a:moveTo>
                    <a:cubicBezTo>
                      <a:pt x="4309" y="6559"/>
                      <a:pt x="5116" y="6225"/>
                      <a:pt x="5711" y="5630"/>
                    </a:cubicBezTo>
                    <a:cubicBezTo>
                      <a:pt x="6306" y="5035"/>
                      <a:pt x="6640" y="4228"/>
                      <a:pt x="6640" y="3387"/>
                    </a:cubicBezTo>
                    <a:cubicBezTo>
                      <a:pt x="6640" y="2545"/>
                      <a:pt x="6306" y="1738"/>
                      <a:pt x="5711" y="1143"/>
                    </a:cubicBezTo>
                    <a:cubicBezTo>
                      <a:pt x="5116" y="548"/>
                      <a:pt x="4309" y="214"/>
                      <a:pt x="3468" y="214"/>
                    </a:cubicBezTo>
                    <a:cubicBezTo>
                      <a:pt x="2627" y="214"/>
                      <a:pt x="1820" y="548"/>
                      <a:pt x="1226" y="1143"/>
                    </a:cubicBezTo>
                    <a:cubicBezTo>
                      <a:pt x="631" y="1738"/>
                      <a:pt x="297" y="2545"/>
                      <a:pt x="297" y="3387"/>
                    </a:cubicBezTo>
                    <a:cubicBezTo>
                      <a:pt x="297" y="4228"/>
                      <a:pt x="631" y="5035"/>
                      <a:pt x="1226" y="5630"/>
                    </a:cubicBezTo>
                    <a:cubicBezTo>
                      <a:pt x="1820" y="6225"/>
                      <a:pt x="2627" y="6559"/>
                      <a:pt x="3468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96" name="Freeform: Shape 8895">
                <a:extLst>
                  <a:ext uri="{FF2B5EF4-FFF2-40B4-BE49-F238E27FC236}">
                    <a16:creationId xmlns:a16="http://schemas.microsoft.com/office/drawing/2014/main" id="{AB86D23B-EE20-9608-D4DC-455707575D80}"/>
                  </a:ext>
                </a:extLst>
              </p:cNvPr>
              <p:cNvSpPr/>
              <p:nvPr/>
            </p:nvSpPr>
            <p:spPr>
              <a:xfrm>
                <a:off x="10157305" y="6185656"/>
                <a:ext cx="6343" cy="6345"/>
              </a:xfrm>
              <a:custGeom>
                <a:avLst/>
                <a:gdLst>
                  <a:gd name="connsiteX0" fmla="*/ 3467 w 6343"/>
                  <a:gd name="connsiteY0" fmla="*/ 6559 h 6345"/>
                  <a:gd name="connsiteX1" fmla="*/ 5710 w 6343"/>
                  <a:gd name="connsiteY1" fmla="*/ 5629 h 6345"/>
                  <a:gd name="connsiteX2" fmla="*/ 6639 w 6343"/>
                  <a:gd name="connsiteY2" fmla="*/ 3386 h 6345"/>
                  <a:gd name="connsiteX3" fmla="*/ 5710 w 6343"/>
                  <a:gd name="connsiteY3" fmla="*/ 1143 h 6345"/>
                  <a:gd name="connsiteX4" fmla="*/ 3467 w 6343"/>
                  <a:gd name="connsiteY4" fmla="*/ 213 h 6345"/>
                  <a:gd name="connsiteX5" fmla="*/ 1224 w 6343"/>
                  <a:gd name="connsiteY5" fmla="*/ 1143 h 6345"/>
                  <a:gd name="connsiteX6" fmla="*/ 295 w 6343"/>
                  <a:gd name="connsiteY6" fmla="*/ 3386 h 6345"/>
                  <a:gd name="connsiteX7" fmla="*/ 1224 w 6343"/>
                  <a:gd name="connsiteY7" fmla="*/ 5629 h 6345"/>
                  <a:gd name="connsiteX8" fmla="*/ 346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7" y="6559"/>
                    </a:moveTo>
                    <a:cubicBezTo>
                      <a:pt x="4308" y="6559"/>
                      <a:pt x="5115" y="6224"/>
                      <a:pt x="5710" y="5629"/>
                    </a:cubicBezTo>
                    <a:cubicBezTo>
                      <a:pt x="6304" y="5034"/>
                      <a:pt x="6639" y="4227"/>
                      <a:pt x="6639" y="3386"/>
                    </a:cubicBezTo>
                    <a:cubicBezTo>
                      <a:pt x="6639" y="2545"/>
                      <a:pt x="6304" y="1737"/>
                      <a:pt x="5710" y="1143"/>
                    </a:cubicBezTo>
                    <a:cubicBezTo>
                      <a:pt x="5115" y="548"/>
                      <a:pt x="4308" y="213"/>
                      <a:pt x="3467" y="213"/>
                    </a:cubicBezTo>
                    <a:cubicBezTo>
                      <a:pt x="2626" y="213"/>
                      <a:pt x="1819" y="548"/>
                      <a:pt x="1224" y="1143"/>
                    </a:cubicBezTo>
                    <a:cubicBezTo>
                      <a:pt x="630" y="1737"/>
                      <a:pt x="295" y="2545"/>
                      <a:pt x="295" y="3386"/>
                    </a:cubicBezTo>
                    <a:cubicBezTo>
                      <a:pt x="295" y="4227"/>
                      <a:pt x="630" y="5034"/>
                      <a:pt x="1224" y="5629"/>
                    </a:cubicBezTo>
                    <a:cubicBezTo>
                      <a:pt x="1819" y="6224"/>
                      <a:pt x="2626" y="6559"/>
                      <a:pt x="346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97" name="Freeform: Shape 8896">
                <a:extLst>
                  <a:ext uri="{FF2B5EF4-FFF2-40B4-BE49-F238E27FC236}">
                    <a16:creationId xmlns:a16="http://schemas.microsoft.com/office/drawing/2014/main" id="{9630633C-6429-1C4C-30F9-0BB71AF081A5}"/>
                  </a:ext>
                </a:extLst>
              </p:cNvPr>
              <p:cNvSpPr/>
              <p:nvPr/>
            </p:nvSpPr>
            <p:spPr>
              <a:xfrm>
                <a:off x="9802331" y="5747307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2 w 6343"/>
                  <a:gd name="connsiteY1" fmla="*/ 5595 h 6345"/>
                  <a:gd name="connsiteX2" fmla="*/ 6611 w 6343"/>
                  <a:gd name="connsiteY2" fmla="*/ 3351 h 6345"/>
                  <a:gd name="connsiteX3" fmla="*/ 5682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1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7" y="6190"/>
                      <a:pt x="5682" y="5595"/>
                    </a:cubicBezTo>
                    <a:cubicBezTo>
                      <a:pt x="6276" y="5000"/>
                      <a:pt x="6611" y="4193"/>
                      <a:pt x="6611" y="3351"/>
                    </a:cubicBezTo>
                    <a:cubicBezTo>
                      <a:pt x="6611" y="2510"/>
                      <a:pt x="6276" y="1703"/>
                      <a:pt x="5682" y="1108"/>
                    </a:cubicBezTo>
                    <a:cubicBezTo>
                      <a:pt x="5087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6" y="1108"/>
                    </a:cubicBezTo>
                    <a:cubicBezTo>
                      <a:pt x="602" y="1703"/>
                      <a:pt x="267" y="2510"/>
                      <a:pt x="267" y="3351"/>
                    </a:cubicBezTo>
                    <a:cubicBezTo>
                      <a:pt x="267" y="4193"/>
                      <a:pt x="602" y="5000"/>
                      <a:pt x="1196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98" name="Freeform: Shape 8897">
                <a:extLst>
                  <a:ext uri="{FF2B5EF4-FFF2-40B4-BE49-F238E27FC236}">
                    <a16:creationId xmlns:a16="http://schemas.microsoft.com/office/drawing/2014/main" id="{E04D2E1A-1CF3-E799-2785-4AC43BE1924B}"/>
                  </a:ext>
                </a:extLst>
              </p:cNvPr>
              <p:cNvSpPr/>
              <p:nvPr/>
            </p:nvSpPr>
            <p:spPr>
              <a:xfrm>
                <a:off x="9797382" y="5746722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1 h 6345"/>
                  <a:gd name="connsiteX3" fmla="*/ 5681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1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7" y="6190"/>
                      <a:pt x="5681" y="5595"/>
                    </a:cubicBezTo>
                    <a:cubicBezTo>
                      <a:pt x="6276" y="5000"/>
                      <a:pt x="6610" y="4193"/>
                      <a:pt x="6610" y="3351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7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6" y="1108"/>
                    </a:cubicBezTo>
                    <a:cubicBezTo>
                      <a:pt x="601" y="1703"/>
                      <a:pt x="267" y="2510"/>
                      <a:pt x="267" y="3351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899" name="Freeform: Shape 8898">
                <a:extLst>
                  <a:ext uri="{FF2B5EF4-FFF2-40B4-BE49-F238E27FC236}">
                    <a16:creationId xmlns:a16="http://schemas.microsoft.com/office/drawing/2014/main" id="{F5441FC6-B2D6-FBFB-4FCE-8DA0BC3CF097}"/>
                  </a:ext>
                </a:extLst>
              </p:cNvPr>
              <p:cNvSpPr/>
              <p:nvPr/>
            </p:nvSpPr>
            <p:spPr>
              <a:xfrm>
                <a:off x="9794445" y="5748682"/>
                <a:ext cx="6343" cy="6345"/>
              </a:xfrm>
              <a:custGeom>
                <a:avLst/>
                <a:gdLst>
                  <a:gd name="connsiteX0" fmla="*/ 3438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4"/>
                    </a:moveTo>
                    <a:cubicBezTo>
                      <a:pt x="4280" y="6524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80" y="179"/>
                      <a:pt x="3438" y="179"/>
                    </a:cubicBezTo>
                    <a:cubicBezTo>
                      <a:pt x="2597" y="179"/>
                      <a:pt x="1791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7" y="6524"/>
                      <a:pt x="343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00" name="Freeform: Shape 8899">
                <a:extLst>
                  <a:ext uri="{FF2B5EF4-FFF2-40B4-BE49-F238E27FC236}">
                    <a16:creationId xmlns:a16="http://schemas.microsoft.com/office/drawing/2014/main" id="{3DFE5567-DC42-BC4F-FF15-C7CF1D9CEAD0}"/>
                  </a:ext>
                </a:extLst>
              </p:cNvPr>
              <p:cNvSpPr/>
              <p:nvPr/>
            </p:nvSpPr>
            <p:spPr>
              <a:xfrm>
                <a:off x="9791650" y="5750822"/>
                <a:ext cx="6343" cy="6345"/>
              </a:xfrm>
              <a:custGeom>
                <a:avLst/>
                <a:gdLst>
                  <a:gd name="connsiteX0" fmla="*/ 3438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4"/>
                    </a:moveTo>
                    <a:cubicBezTo>
                      <a:pt x="4279" y="6524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79" y="179"/>
                      <a:pt x="3438" y="179"/>
                    </a:cubicBezTo>
                    <a:cubicBezTo>
                      <a:pt x="2597" y="179"/>
                      <a:pt x="1790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0" y="6190"/>
                      <a:pt x="2597" y="6524"/>
                      <a:pt x="343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01" name="Freeform: Shape 8900">
                <a:extLst>
                  <a:ext uri="{FF2B5EF4-FFF2-40B4-BE49-F238E27FC236}">
                    <a16:creationId xmlns:a16="http://schemas.microsoft.com/office/drawing/2014/main" id="{FBD618BE-2A27-F840-A190-8AD726DDD621}"/>
                  </a:ext>
                </a:extLst>
              </p:cNvPr>
              <p:cNvSpPr/>
              <p:nvPr/>
            </p:nvSpPr>
            <p:spPr>
              <a:xfrm>
                <a:off x="9789557" y="5753899"/>
                <a:ext cx="6343" cy="6345"/>
              </a:xfrm>
              <a:custGeom>
                <a:avLst/>
                <a:gdLst>
                  <a:gd name="connsiteX0" fmla="*/ 3438 w 6343"/>
                  <a:gd name="connsiteY0" fmla="*/ 6525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5 w 6343"/>
                  <a:gd name="connsiteY5" fmla="*/ 1108 h 6345"/>
                  <a:gd name="connsiteX6" fmla="*/ 266 w 6343"/>
                  <a:gd name="connsiteY6" fmla="*/ 3352 h 6345"/>
                  <a:gd name="connsiteX7" fmla="*/ 1195 w 6343"/>
                  <a:gd name="connsiteY7" fmla="*/ 5595 h 6345"/>
                  <a:gd name="connsiteX8" fmla="*/ 343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5"/>
                    </a:moveTo>
                    <a:cubicBezTo>
                      <a:pt x="4279" y="6525"/>
                      <a:pt x="5086" y="6190"/>
                      <a:pt x="5681" y="5595"/>
                    </a:cubicBezTo>
                    <a:cubicBezTo>
                      <a:pt x="6275" y="5000"/>
                      <a:pt x="6610" y="4193"/>
                      <a:pt x="6610" y="3352"/>
                    </a:cubicBezTo>
                    <a:cubicBezTo>
                      <a:pt x="6610" y="2511"/>
                      <a:pt x="6275" y="1703"/>
                      <a:pt x="5681" y="1108"/>
                    </a:cubicBezTo>
                    <a:cubicBezTo>
                      <a:pt x="5086" y="514"/>
                      <a:pt x="4279" y="179"/>
                      <a:pt x="3438" y="179"/>
                    </a:cubicBezTo>
                    <a:cubicBezTo>
                      <a:pt x="2597" y="179"/>
                      <a:pt x="1790" y="514"/>
                      <a:pt x="1195" y="1108"/>
                    </a:cubicBezTo>
                    <a:cubicBezTo>
                      <a:pt x="601" y="1703"/>
                      <a:pt x="266" y="2511"/>
                      <a:pt x="266" y="3352"/>
                    </a:cubicBezTo>
                    <a:cubicBezTo>
                      <a:pt x="266" y="4193"/>
                      <a:pt x="601" y="5000"/>
                      <a:pt x="1195" y="5595"/>
                    </a:cubicBezTo>
                    <a:cubicBezTo>
                      <a:pt x="1790" y="6190"/>
                      <a:pt x="2597" y="6525"/>
                      <a:pt x="343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02" name="Freeform: Shape 8901">
                <a:extLst>
                  <a:ext uri="{FF2B5EF4-FFF2-40B4-BE49-F238E27FC236}">
                    <a16:creationId xmlns:a16="http://schemas.microsoft.com/office/drawing/2014/main" id="{A1242726-8D96-B47A-529B-8AF41ECDD79A}"/>
                  </a:ext>
                </a:extLst>
              </p:cNvPr>
              <p:cNvSpPr/>
              <p:nvPr/>
            </p:nvSpPr>
            <p:spPr>
              <a:xfrm>
                <a:off x="9787851" y="5757523"/>
                <a:ext cx="6343" cy="6345"/>
              </a:xfrm>
              <a:custGeom>
                <a:avLst/>
                <a:gdLst>
                  <a:gd name="connsiteX0" fmla="*/ 3438 w 6343"/>
                  <a:gd name="connsiteY0" fmla="*/ 6525 h 6345"/>
                  <a:gd name="connsiteX1" fmla="*/ 5681 w 6343"/>
                  <a:gd name="connsiteY1" fmla="*/ 5596 h 6345"/>
                  <a:gd name="connsiteX2" fmla="*/ 6609 w 6343"/>
                  <a:gd name="connsiteY2" fmla="*/ 3352 h 6345"/>
                  <a:gd name="connsiteX3" fmla="*/ 5681 w 6343"/>
                  <a:gd name="connsiteY3" fmla="*/ 1109 h 6345"/>
                  <a:gd name="connsiteX4" fmla="*/ 3438 w 6343"/>
                  <a:gd name="connsiteY4" fmla="*/ 180 h 6345"/>
                  <a:gd name="connsiteX5" fmla="*/ 1195 w 6343"/>
                  <a:gd name="connsiteY5" fmla="*/ 1109 h 6345"/>
                  <a:gd name="connsiteX6" fmla="*/ 266 w 6343"/>
                  <a:gd name="connsiteY6" fmla="*/ 3352 h 6345"/>
                  <a:gd name="connsiteX7" fmla="*/ 1195 w 6343"/>
                  <a:gd name="connsiteY7" fmla="*/ 5596 h 6345"/>
                  <a:gd name="connsiteX8" fmla="*/ 343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5"/>
                    </a:moveTo>
                    <a:cubicBezTo>
                      <a:pt x="4279" y="6525"/>
                      <a:pt x="5086" y="6191"/>
                      <a:pt x="5681" y="5596"/>
                    </a:cubicBezTo>
                    <a:cubicBezTo>
                      <a:pt x="6275" y="5001"/>
                      <a:pt x="6609" y="4194"/>
                      <a:pt x="6609" y="3352"/>
                    </a:cubicBezTo>
                    <a:cubicBezTo>
                      <a:pt x="6609" y="2511"/>
                      <a:pt x="6275" y="1704"/>
                      <a:pt x="5681" y="1109"/>
                    </a:cubicBezTo>
                    <a:cubicBezTo>
                      <a:pt x="5086" y="514"/>
                      <a:pt x="4279" y="180"/>
                      <a:pt x="3438" y="180"/>
                    </a:cubicBezTo>
                    <a:cubicBezTo>
                      <a:pt x="2597" y="180"/>
                      <a:pt x="1790" y="514"/>
                      <a:pt x="1195" y="1109"/>
                    </a:cubicBezTo>
                    <a:cubicBezTo>
                      <a:pt x="601" y="1704"/>
                      <a:pt x="266" y="2511"/>
                      <a:pt x="266" y="3352"/>
                    </a:cubicBezTo>
                    <a:cubicBezTo>
                      <a:pt x="266" y="4194"/>
                      <a:pt x="601" y="5001"/>
                      <a:pt x="1195" y="5596"/>
                    </a:cubicBezTo>
                    <a:cubicBezTo>
                      <a:pt x="1790" y="6191"/>
                      <a:pt x="2597" y="6525"/>
                      <a:pt x="343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03" name="Freeform: Shape 8902">
                <a:extLst>
                  <a:ext uri="{FF2B5EF4-FFF2-40B4-BE49-F238E27FC236}">
                    <a16:creationId xmlns:a16="http://schemas.microsoft.com/office/drawing/2014/main" id="{6741506D-F4E2-73C3-9A5F-D9881ACB182C}"/>
                  </a:ext>
                </a:extLst>
              </p:cNvPr>
              <p:cNvSpPr/>
              <p:nvPr/>
            </p:nvSpPr>
            <p:spPr>
              <a:xfrm>
                <a:off x="10078447" y="6183568"/>
                <a:ext cx="6343" cy="6345"/>
              </a:xfrm>
              <a:custGeom>
                <a:avLst/>
                <a:gdLst>
                  <a:gd name="connsiteX0" fmla="*/ 3461 w 6343"/>
                  <a:gd name="connsiteY0" fmla="*/ 6558 h 6345"/>
                  <a:gd name="connsiteX1" fmla="*/ 5703 w 6343"/>
                  <a:gd name="connsiteY1" fmla="*/ 5629 h 6345"/>
                  <a:gd name="connsiteX2" fmla="*/ 6632 w 6343"/>
                  <a:gd name="connsiteY2" fmla="*/ 3386 h 6345"/>
                  <a:gd name="connsiteX3" fmla="*/ 5703 w 6343"/>
                  <a:gd name="connsiteY3" fmla="*/ 1142 h 6345"/>
                  <a:gd name="connsiteX4" fmla="*/ 3461 w 6343"/>
                  <a:gd name="connsiteY4" fmla="*/ 213 h 6345"/>
                  <a:gd name="connsiteX5" fmla="*/ 1218 w 6343"/>
                  <a:gd name="connsiteY5" fmla="*/ 1142 h 6345"/>
                  <a:gd name="connsiteX6" fmla="*/ 289 w 6343"/>
                  <a:gd name="connsiteY6" fmla="*/ 3386 h 6345"/>
                  <a:gd name="connsiteX7" fmla="*/ 1218 w 6343"/>
                  <a:gd name="connsiteY7" fmla="*/ 5629 h 6345"/>
                  <a:gd name="connsiteX8" fmla="*/ 346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58"/>
                    </a:moveTo>
                    <a:cubicBezTo>
                      <a:pt x="4302" y="6558"/>
                      <a:pt x="5109" y="6224"/>
                      <a:pt x="5703" y="5629"/>
                    </a:cubicBezTo>
                    <a:cubicBezTo>
                      <a:pt x="6298" y="5034"/>
                      <a:pt x="6632" y="4227"/>
                      <a:pt x="6632" y="3386"/>
                    </a:cubicBezTo>
                    <a:cubicBezTo>
                      <a:pt x="6632" y="2544"/>
                      <a:pt x="6298" y="1737"/>
                      <a:pt x="5703" y="1142"/>
                    </a:cubicBezTo>
                    <a:cubicBezTo>
                      <a:pt x="5109" y="547"/>
                      <a:pt x="4302" y="213"/>
                      <a:pt x="3461" y="213"/>
                    </a:cubicBezTo>
                    <a:cubicBezTo>
                      <a:pt x="2620" y="213"/>
                      <a:pt x="1813" y="547"/>
                      <a:pt x="1218" y="1142"/>
                    </a:cubicBezTo>
                    <a:cubicBezTo>
                      <a:pt x="623" y="1737"/>
                      <a:pt x="289" y="2544"/>
                      <a:pt x="289" y="3386"/>
                    </a:cubicBezTo>
                    <a:cubicBezTo>
                      <a:pt x="289" y="4227"/>
                      <a:pt x="623" y="5034"/>
                      <a:pt x="1218" y="5629"/>
                    </a:cubicBezTo>
                    <a:cubicBezTo>
                      <a:pt x="1813" y="6224"/>
                      <a:pt x="2620" y="6558"/>
                      <a:pt x="346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04" name="Freeform: Shape 8903">
                <a:extLst>
                  <a:ext uri="{FF2B5EF4-FFF2-40B4-BE49-F238E27FC236}">
                    <a16:creationId xmlns:a16="http://schemas.microsoft.com/office/drawing/2014/main" id="{016B7A94-3DAC-D797-3C2A-BE86A5AB6E4F}"/>
                  </a:ext>
                </a:extLst>
              </p:cNvPr>
              <p:cNvSpPr/>
              <p:nvPr/>
            </p:nvSpPr>
            <p:spPr>
              <a:xfrm>
                <a:off x="10087759" y="6220481"/>
                <a:ext cx="6343" cy="6345"/>
              </a:xfrm>
              <a:custGeom>
                <a:avLst/>
                <a:gdLst>
                  <a:gd name="connsiteX0" fmla="*/ 3462 w 6343"/>
                  <a:gd name="connsiteY0" fmla="*/ 6561 h 6345"/>
                  <a:gd name="connsiteX1" fmla="*/ 5704 w 6343"/>
                  <a:gd name="connsiteY1" fmla="*/ 5632 h 6345"/>
                  <a:gd name="connsiteX2" fmla="*/ 6633 w 6343"/>
                  <a:gd name="connsiteY2" fmla="*/ 3389 h 6345"/>
                  <a:gd name="connsiteX3" fmla="*/ 5704 w 6343"/>
                  <a:gd name="connsiteY3" fmla="*/ 1145 h 6345"/>
                  <a:gd name="connsiteX4" fmla="*/ 3462 w 6343"/>
                  <a:gd name="connsiteY4" fmla="*/ 216 h 6345"/>
                  <a:gd name="connsiteX5" fmla="*/ 1219 w 6343"/>
                  <a:gd name="connsiteY5" fmla="*/ 1145 h 6345"/>
                  <a:gd name="connsiteX6" fmla="*/ 290 w 6343"/>
                  <a:gd name="connsiteY6" fmla="*/ 3389 h 6345"/>
                  <a:gd name="connsiteX7" fmla="*/ 1219 w 6343"/>
                  <a:gd name="connsiteY7" fmla="*/ 5632 h 6345"/>
                  <a:gd name="connsiteX8" fmla="*/ 346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2" y="6561"/>
                    </a:moveTo>
                    <a:cubicBezTo>
                      <a:pt x="4303" y="6561"/>
                      <a:pt x="5109" y="6227"/>
                      <a:pt x="5704" y="5632"/>
                    </a:cubicBezTo>
                    <a:cubicBezTo>
                      <a:pt x="6299" y="5037"/>
                      <a:pt x="6633" y="4230"/>
                      <a:pt x="6633" y="3389"/>
                    </a:cubicBezTo>
                    <a:cubicBezTo>
                      <a:pt x="6633" y="2547"/>
                      <a:pt x="6299" y="1740"/>
                      <a:pt x="5704" y="1145"/>
                    </a:cubicBezTo>
                    <a:cubicBezTo>
                      <a:pt x="5109" y="550"/>
                      <a:pt x="4303" y="216"/>
                      <a:pt x="3462" y="216"/>
                    </a:cubicBezTo>
                    <a:cubicBezTo>
                      <a:pt x="2620" y="216"/>
                      <a:pt x="1814" y="550"/>
                      <a:pt x="1219" y="1145"/>
                    </a:cubicBezTo>
                    <a:cubicBezTo>
                      <a:pt x="624" y="1740"/>
                      <a:pt x="290" y="2547"/>
                      <a:pt x="290" y="3389"/>
                    </a:cubicBezTo>
                    <a:cubicBezTo>
                      <a:pt x="290" y="4230"/>
                      <a:pt x="624" y="5037"/>
                      <a:pt x="1219" y="5632"/>
                    </a:cubicBezTo>
                    <a:cubicBezTo>
                      <a:pt x="1814" y="6227"/>
                      <a:pt x="2620" y="6561"/>
                      <a:pt x="346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05" name="Freeform: Shape 8904">
                <a:extLst>
                  <a:ext uri="{FF2B5EF4-FFF2-40B4-BE49-F238E27FC236}">
                    <a16:creationId xmlns:a16="http://schemas.microsoft.com/office/drawing/2014/main" id="{29032080-2AE6-72AB-4A3E-CAB4D85215A8}"/>
                  </a:ext>
                </a:extLst>
              </p:cNvPr>
              <p:cNvSpPr/>
              <p:nvPr/>
            </p:nvSpPr>
            <p:spPr>
              <a:xfrm>
                <a:off x="10081212" y="6223169"/>
                <a:ext cx="6343" cy="6345"/>
              </a:xfrm>
              <a:custGeom>
                <a:avLst/>
                <a:gdLst>
                  <a:gd name="connsiteX0" fmla="*/ 3461 w 6343"/>
                  <a:gd name="connsiteY0" fmla="*/ 6562 h 6345"/>
                  <a:gd name="connsiteX1" fmla="*/ 5704 w 6343"/>
                  <a:gd name="connsiteY1" fmla="*/ 5632 h 6345"/>
                  <a:gd name="connsiteX2" fmla="*/ 6633 w 6343"/>
                  <a:gd name="connsiteY2" fmla="*/ 3389 h 6345"/>
                  <a:gd name="connsiteX3" fmla="*/ 5704 w 6343"/>
                  <a:gd name="connsiteY3" fmla="*/ 1145 h 6345"/>
                  <a:gd name="connsiteX4" fmla="*/ 3461 w 6343"/>
                  <a:gd name="connsiteY4" fmla="*/ 216 h 6345"/>
                  <a:gd name="connsiteX5" fmla="*/ 1218 w 6343"/>
                  <a:gd name="connsiteY5" fmla="*/ 1145 h 6345"/>
                  <a:gd name="connsiteX6" fmla="*/ 289 w 6343"/>
                  <a:gd name="connsiteY6" fmla="*/ 3389 h 6345"/>
                  <a:gd name="connsiteX7" fmla="*/ 1218 w 6343"/>
                  <a:gd name="connsiteY7" fmla="*/ 5632 h 6345"/>
                  <a:gd name="connsiteX8" fmla="*/ 3461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62"/>
                    </a:moveTo>
                    <a:cubicBezTo>
                      <a:pt x="4302" y="6562"/>
                      <a:pt x="5109" y="6227"/>
                      <a:pt x="5704" y="5632"/>
                    </a:cubicBezTo>
                    <a:cubicBezTo>
                      <a:pt x="6298" y="5037"/>
                      <a:pt x="6633" y="4230"/>
                      <a:pt x="6633" y="3389"/>
                    </a:cubicBezTo>
                    <a:cubicBezTo>
                      <a:pt x="6633" y="2547"/>
                      <a:pt x="6298" y="1740"/>
                      <a:pt x="5704" y="1145"/>
                    </a:cubicBezTo>
                    <a:cubicBezTo>
                      <a:pt x="5109" y="550"/>
                      <a:pt x="4302" y="216"/>
                      <a:pt x="3461" y="216"/>
                    </a:cubicBezTo>
                    <a:cubicBezTo>
                      <a:pt x="2620" y="216"/>
                      <a:pt x="1813" y="550"/>
                      <a:pt x="1218" y="1145"/>
                    </a:cubicBezTo>
                    <a:cubicBezTo>
                      <a:pt x="624" y="1740"/>
                      <a:pt x="289" y="2547"/>
                      <a:pt x="289" y="3389"/>
                    </a:cubicBezTo>
                    <a:cubicBezTo>
                      <a:pt x="289" y="4230"/>
                      <a:pt x="624" y="5037"/>
                      <a:pt x="1218" y="5632"/>
                    </a:cubicBezTo>
                    <a:cubicBezTo>
                      <a:pt x="1813" y="6227"/>
                      <a:pt x="2620" y="6562"/>
                      <a:pt x="3461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06" name="Freeform: Shape 8905">
                <a:extLst>
                  <a:ext uri="{FF2B5EF4-FFF2-40B4-BE49-F238E27FC236}">
                    <a16:creationId xmlns:a16="http://schemas.microsoft.com/office/drawing/2014/main" id="{D579ACBF-8B2A-1FB4-3C2A-79DD7A679844}"/>
                  </a:ext>
                </a:extLst>
              </p:cNvPr>
              <p:cNvSpPr/>
              <p:nvPr/>
            </p:nvSpPr>
            <p:spPr>
              <a:xfrm>
                <a:off x="10074269" y="6225240"/>
                <a:ext cx="6343" cy="6345"/>
              </a:xfrm>
              <a:custGeom>
                <a:avLst/>
                <a:gdLst>
                  <a:gd name="connsiteX0" fmla="*/ 3460 w 6343"/>
                  <a:gd name="connsiteY0" fmla="*/ 6562 h 6345"/>
                  <a:gd name="connsiteX1" fmla="*/ 5703 w 6343"/>
                  <a:gd name="connsiteY1" fmla="*/ 5633 h 6345"/>
                  <a:gd name="connsiteX2" fmla="*/ 6632 w 6343"/>
                  <a:gd name="connsiteY2" fmla="*/ 3389 h 6345"/>
                  <a:gd name="connsiteX3" fmla="*/ 5703 w 6343"/>
                  <a:gd name="connsiteY3" fmla="*/ 1146 h 6345"/>
                  <a:gd name="connsiteX4" fmla="*/ 3460 w 6343"/>
                  <a:gd name="connsiteY4" fmla="*/ 216 h 6345"/>
                  <a:gd name="connsiteX5" fmla="*/ 1218 w 6343"/>
                  <a:gd name="connsiteY5" fmla="*/ 1146 h 6345"/>
                  <a:gd name="connsiteX6" fmla="*/ 289 w 6343"/>
                  <a:gd name="connsiteY6" fmla="*/ 3389 h 6345"/>
                  <a:gd name="connsiteX7" fmla="*/ 1218 w 6343"/>
                  <a:gd name="connsiteY7" fmla="*/ 5633 h 6345"/>
                  <a:gd name="connsiteX8" fmla="*/ 3460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62"/>
                    </a:moveTo>
                    <a:cubicBezTo>
                      <a:pt x="4302" y="6562"/>
                      <a:pt x="5108" y="6227"/>
                      <a:pt x="5703" y="5633"/>
                    </a:cubicBezTo>
                    <a:cubicBezTo>
                      <a:pt x="6298" y="5038"/>
                      <a:pt x="6632" y="4230"/>
                      <a:pt x="6632" y="3389"/>
                    </a:cubicBezTo>
                    <a:cubicBezTo>
                      <a:pt x="6632" y="2548"/>
                      <a:pt x="6298" y="1741"/>
                      <a:pt x="5703" y="1146"/>
                    </a:cubicBezTo>
                    <a:cubicBezTo>
                      <a:pt x="5108" y="551"/>
                      <a:pt x="4302" y="216"/>
                      <a:pt x="3460" y="216"/>
                    </a:cubicBezTo>
                    <a:cubicBezTo>
                      <a:pt x="2619" y="216"/>
                      <a:pt x="1813" y="551"/>
                      <a:pt x="1218" y="1146"/>
                    </a:cubicBezTo>
                    <a:cubicBezTo>
                      <a:pt x="623" y="1741"/>
                      <a:pt x="289" y="2548"/>
                      <a:pt x="289" y="3389"/>
                    </a:cubicBezTo>
                    <a:cubicBezTo>
                      <a:pt x="289" y="4230"/>
                      <a:pt x="623" y="5038"/>
                      <a:pt x="1218" y="5633"/>
                    </a:cubicBezTo>
                    <a:cubicBezTo>
                      <a:pt x="1813" y="6227"/>
                      <a:pt x="2619" y="6562"/>
                      <a:pt x="3460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07" name="Freeform: Shape 8906">
                <a:extLst>
                  <a:ext uri="{FF2B5EF4-FFF2-40B4-BE49-F238E27FC236}">
                    <a16:creationId xmlns:a16="http://schemas.microsoft.com/office/drawing/2014/main" id="{1FB19CA6-8557-3DF1-4883-395526DDBE5E}"/>
                  </a:ext>
                </a:extLst>
              </p:cNvPr>
              <p:cNvSpPr/>
              <p:nvPr/>
            </p:nvSpPr>
            <p:spPr>
              <a:xfrm>
                <a:off x="10068825" y="6229507"/>
                <a:ext cx="6343" cy="6345"/>
              </a:xfrm>
              <a:custGeom>
                <a:avLst/>
                <a:gdLst>
                  <a:gd name="connsiteX0" fmla="*/ 3460 w 6343"/>
                  <a:gd name="connsiteY0" fmla="*/ 6562 h 6345"/>
                  <a:gd name="connsiteX1" fmla="*/ 5703 w 6343"/>
                  <a:gd name="connsiteY1" fmla="*/ 5633 h 6345"/>
                  <a:gd name="connsiteX2" fmla="*/ 6632 w 6343"/>
                  <a:gd name="connsiteY2" fmla="*/ 3389 h 6345"/>
                  <a:gd name="connsiteX3" fmla="*/ 5703 w 6343"/>
                  <a:gd name="connsiteY3" fmla="*/ 1146 h 6345"/>
                  <a:gd name="connsiteX4" fmla="*/ 3460 w 6343"/>
                  <a:gd name="connsiteY4" fmla="*/ 217 h 6345"/>
                  <a:gd name="connsiteX5" fmla="*/ 1217 w 6343"/>
                  <a:gd name="connsiteY5" fmla="*/ 1146 h 6345"/>
                  <a:gd name="connsiteX6" fmla="*/ 288 w 6343"/>
                  <a:gd name="connsiteY6" fmla="*/ 3389 h 6345"/>
                  <a:gd name="connsiteX7" fmla="*/ 1217 w 6343"/>
                  <a:gd name="connsiteY7" fmla="*/ 5633 h 6345"/>
                  <a:gd name="connsiteX8" fmla="*/ 3460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62"/>
                    </a:moveTo>
                    <a:cubicBezTo>
                      <a:pt x="4301" y="6562"/>
                      <a:pt x="5108" y="6228"/>
                      <a:pt x="5703" y="5633"/>
                    </a:cubicBezTo>
                    <a:cubicBezTo>
                      <a:pt x="6297" y="5038"/>
                      <a:pt x="6632" y="4231"/>
                      <a:pt x="6632" y="3389"/>
                    </a:cubicBezTo>
                    <a:cubicBezTo>
                      <a:pt x="6632" y="2548"/>
                      <a:pt x="6297" y="1741"/>
                      <a:pt x="5703" y="1146"/>
                    </a:cubicBezTo>
                    <a:cubicBezTo>
                      <a:pt x="5108" y="551"/>
                      <a:pt x="4301" y="217"/>
                      <a:pt x="3460" y="217"/>
                    </a:cubicBezTo>
                    <a:cubicBezTo>
                      <a:pt x="2619" y="217"/>
                      <a:pt x="1812" y="551"/>
                      <a:pt x="1217" y="1146"/>
                    </a:cubicBezTo>
                    <a:cubicBezTo>
                      <a:pt x="623" y="1741"/>
                      <a:pt x="288" y="2548"/>
                      <a:pt x="288" y="3389"/>
                    </a:cubicBezTo>
                    <a:cubicBezTo>
                      <a:pt x="288" y="4231"/>
                      <a:pt x="623" y="5038"/>
                      <a:pt x="1217" y="5633"/>
                    </a:cubicBezTo>
                    <a:cubicBezTo>
                      <a:pt x="1812" y="6228"/>
                      <a:pt x="2619" y="6562"/>
                      <a:pt x="3460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08" name="Freeform: Shape 8907">
                <a:extLst>
                  <a:ext uri="{FF2B5EF4-FFF2-40B4-BE49-F238E27FC236}">
                    <a16:creationId xmlns:a16="http://schemas.microsoft.com/office/drawing/2014/main" id="{DDD2BE10-049B-DDA4-B856-119A2E620DD5}"/>
                  </a:ext>
                </a:extLst>
              </p:cNvPr>
              <p:cNvSpPr/>
              <p:nvPr/>
            </p:nvSpPr>
            <p:spPr>
              <a:xfrm>
                <a:off x="10061244" y="6230542"/>
                <a:ext cx="6343" cy="6345"/>
              </a:xfrm>
              <a:custGeom>
                <a:avLst/>
                <a:gdLst>
                  <a:gd name="connsiteX0" fmla="*/ 3459 w 6343"/>
                  <a:gd name="connsiteY0" fmla="*/ 6562 h 6345"/>
                  <a:gd name="connsiteX1" fmla="*/ 5702 w 6343"/>
                  <a:gd name="connsiteY1" fmla="*/ 5633 h 6345"/>
                  <a:gd name="connsiteX2" fmla="*/ 6631 w 6343"/>
                  <a:gd name="connsiteY2" fmla="*/ 3389 h 6345"/>
                  <a:gd name="connsiteX3" fmla="*/ 5702 w 6343"/>
                  <a:gd name="connsiteY3" fmla="*/ 1146 h 6345"/>
                  <a:gd name="connsiteX4" fmla="*/ 3459 w 6343"/>
                  <a:gd name="connsiteY4" fmla="*/ 217 h 6345"/>
                  <a:gd name="connsiteX5" fmla="*/ 1217 w 6343"/>
                  <a:gd name="connsiteY5" fmla="*/ 1146 h 6345"/>
                  <a:gd name="connsiteX6" fmla="*/ 288 w 6343"/>
                  <a:gd name="connsiteY6" fmla="*/ 3389 h 6345"/>
                  <a:gd name="connsiteX7" fmla="*/ 1217 w 6343"/>
                  <a:gd name="connsiteY7" fmla="*/ 5633 h 6345"/>
                  <a:gd name="connsiteX8" fmla="*/ 3459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62"/>
                    </a:moveTo>
                    <a:cubicBezTo>
                      <a:pt x="4301" y="6562"/>
                      <a:pt x="5107" y="6228"/>
                      <a:pt x="5702" y="5633"/>
                    </a:cubicBezTo>
                    <a:cubicBezTo>
                      <a:pt x="6297" y="5038"/>
                      <a:pt x="6631" y="4231"/>
                      <a:pt x="6631" y="3389"/>
                    </a:cubicBezTo>
                    <a:cubicBezTo>
                      <a:pt x="6631" y="2548"/>
                      <a:pt x="6297" y="1741"/>
                      <a:pt x="5702" y="1146"/>
                    </a:cubicBezTo>
                    <a:cubicBezTo>
                      <a:pt x="5107" y="551"/>
                      <a:pt x="4301" y="217"/>
                      <a:pt x="3459" y="217"/>
                    </a:cubicBezTo>
                    <a:cubicBezTo>
                      <a:pt x="2618" y="217"/>
                      <a:pt x="1812" y="551"/>
                      <a:pt x="1217" y="1146"/>
                    </a:cubicBezTo>
                    <a:cubicBezTo>
                      <a:pt x="622" y="1741"/>
                      <a:pt x="288" y="2548"/>
                      <a:pt x="288" y="3389"/>
                    </a:cubicBezTo>
                    <a:cubicBezTo>
                      <a:pt x="288" y="4231"/>
                      <a:pt x="622" y="5038"/>
                      <a:pt x="1217" y="5633"/>
                    </a:cubicBezTo>
                    <a:cubicBezTo>
                      <a:pt x="1812" y="6228"/>
                      <a:pt x="2618" y="6562"/>
                      <a:pt x="3459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09" name="Freeform: Shape 8908">
                <a:extLst>
                  <a:ext uri="{FF2B5EF4-FFF2-40B4-BE49-F238E27FC236}">
                    <a16:creationId xmlns:a16="http://schemas.microsoft.com/office/drawing/2014/main" id="{333EA85B-CE5E-1FD8-FE2E-AEC77CF9CC76}"/>
                  </a:ext>
                </a:extLst>
              </p:cNvPr>
              <p:cNvSpPr/>
              <p:nvPr/>
            </p:nvSpPr>
            <p:spPr>
              <a:xfrm>
                <a:off x="10053709" y="6231573"/>
                <a:ext cx="6343" cy="6345"/>
              </a:xfrm>
              <a:custGeom>
                <a:avLst/>
                <a:gdLst>
                  <a:gd name="connsiteX0" fmla="*/ 3459 w 6343"/>
                  <a:gd name="connsiteY0" fmla="*/ 6562 h 6345"/>
                  <a:gd name="connsiteX1" fmla="*/ 5701 w 6343"/>
                  <a:gd name="connsiteY1" fmla="*/ 5633 h 6345"/>
                  <a:gd name="connsiteX2" fmla="*/ 6630 w 6343"/>
                  <a:gd name="connsiteY2" fmla="*/ 3390 h 6345"/>
                  <a:gd name="connsiteX3" fmla="*/ 5701 w 6343"/>
                  <a:gd name="connsiteY3" fmla="*/ 1146 h 6345"/>
                  <a:gd name="connsiteX4" fmla="*/ 3459 w 6343"/>
                  <a:gd name="connsiteY4" fmla="*/ 217 h 6345"/>
                  <a:gd name="connsiteX5" fmla="*/ 1216 w 6343"/>
                  <a:gd name="connsiteY5" fmla="*/ 1146 h 6345"/>
                  <a:gd name="connsiteX6" fmla="*/ 287 w 6343"/>
                  <a:gd name="connsiteY6" fmla="*/ 3390 h 6345"/>
                  <a:gd name="connsiteX7" fmla="*/ 1216 w 6343"/>
                  <a:gd name="connsiteY7" fmla="*/ 5633 h 6345"/>
                  <a:gd name="connsiteX8" fmla="*/ 3459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62"/>
                    </a:moveTo>
                    <a:cubicBezTo>
                      <a:pt x="4300" y="6562"/>
                      <a:pt x="5107" y="6228"/>
                      <a:pt x="5701" y="5633"/>
                    </a:cubicBezTo>
                    <a:cubicBezTo>
                      <a:pt x="6296" y="5038"/>
                      <a:pt x="6630" y="4231"/>
                      <a:pt x="6630" y="3390"/>
                    </a:cubicBezTo>
                    <a:cubicBezTo>
                      <a:pt x="6630" y="2548"/>
                      <a:pt x="6296" y="1741"/>
                      <a:pt x="5701" y="1146"/>
                    </a:cubicBezTo>
                    <a:cubicBezTo>
                      <a:pt x="5107" y="551"/>
                      <a:pt x="4300" y="217"/>
                      <a:pt x="3459" y="217"/>
                    </a:cubicBezTo>
                    <a:cubicBezTo>
                      <a:pt x="2618" y="217"/>
                      <a:pt x="1811" y="551"/>
                      <a:pt x="1216" y="1146"/>
                    </a:cubicBezTo>
                    <a:cubicBezTo>
                      <a:pt x="621" y="1741"/>
                      <a:pt x="287" y="2548"/>
                      <a:pt x="287" y="3390"/>
                    </a:cubicBezTo>
                    <a:cubicBezTo>
                      <a:pt x="287" y="4231"/>
                      <a:pt x="621" y="5038"/>
                      <a:pt x="1216" y="5633"/>
                    </a:cubicBezTo>
                    <a:cubicBezTo>
                      <a:pt x="1811" y="6228"/>
                      <a:pt x="2618" y="6562"/>
                      <a:pt x="3459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10" name="Freeform: Shape 8909">
                <a:extLst>
                  <a:ext uri="{FF2B5EF4-FFF2-40B4-BE49-F238E27FC236}">
                    <a16:creationId xmlns:a16="http://schemas.microsoft.com/office/drawing/2014/main" id="{64F19135-39EB-4A27-0D14-8943DA76B02A}"/>
                  </a:ext>
                </a:extLst>
              </p:cNvPr>
              <p:cNvSpPr/>
              <p:nvPr/>
            </p:nvSpPr>
            <p:spPr>
              <a:xfrm>
                <a:off x="10046286" y="6232705"/>
                <a:ext cx="6343" cy="6345"/>
              </a:xfrm>
              <a:custGeom>
                <a:avLst/>
                <a:gdLst>
                  <a:gd name="connsiteX0" fmla="*/ 3458 w 6343"/>
                  <a:gd name="connsiteY0" fmla="*/ 6562 h 6345"/>
                  <a:gd name="connsiteX1" fmla="*/ 5701 w 6343"/>
                  <a:gd name="connsiteY1" fmla="*/ 5633 h 6345"/>
                  <a:gd name="connsiteX2" fmla="*/ 6630 w 6343"/>
                  <a:gd name="connsiteY2" fmla="*/ 3390 h 6345"/>
                  <a:gd name="connsiteX3" fmla="*/ 5701 w 6343"/>
                  <a:gd name="connsiteY3" fmla="*/ 1146 h 6345"/>
                  <a:gd name="connsiteX4" fmla="*/ 3458 w 6343"/>
                  <a:gd name="connsiteY4" fmla="*/ 217 h 6345"/>
                  <a:gd name="connsiteX5" fmla="*/ 1216 w 6343"/>
                  <a:gd name="connsiteY5" fmla="*/ 1146 h 6345"/>
                  <a:gd name="connsiteX6" fmla="*/ 287 w 6343"/>
                  <a:gd name="connsiteY6" fmla="*/ 3390 h 6345"/>
                  <a:gd name="connsiteX7" fmla="*/ 1216 w 6343"/>
                  <a:gd name="connsiteY7" fmla="*/ 5633 h 6345"/>
                  <a:gd name="connsiteX8" fmla="*/ 3458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562"/>
                    </a:moveTo>
                    <a:cubicBezTo>
                      <a:pt x="4299" y="6562"/>
                      <a:pt x="5106" y="6228"/>
                      <a:pt x="5701" y="5633"/>
                    </a:cubicBezTo>
                    <a:cubicBezTo>
                      <a:pt x="6296" y="5038"/>
                      <a:pt x="6630" y="4231"/>
                      <a:pt x="6630" y="3390"/>
                    </a:cubicBezTo>
                    <a:cubicBezTo>
                      <a:pt x="6630" y="2548"/>
                      <a:pt x="6296" y="1741"/>
                      <a:pt x="5701" y="1146"/>
                    </a:cubicBezTo>
                    <a:cubicBezTo>
                      <a:pt x="5106" y="551"/>
                      <a:pt x="4299" y="217"/>
                      <a:pt x="3458" y="217"/>
                    </a:cubicBezTo>
                    <a:cubicBezTo>
                      <a:pt x="2617" y="217"/>
                      <a:pt x="1810" y="551"/>
                      <a:pt x="1216" y="1146"/>
                    </a:cubicBezTo>
                    <a:cubicBezTo>
                      <a:pt x="621" y="1741"/>
                      <a:pt x="287" y="2548"/>
                      <a:pt x="287" y="3390"/>
                    </a:cubicBezTo>
                    <a:cubicBezTo>
                      <a:pt x="287" y="4231"/>
                      <a:pt x="621" y="5038"/>
                      <a:pt x="1216" y="5633"/>
                    </a:cubicBezTo>
                    <a:cubicBezTo>
                      <a:pt x="1810" y="6228"/>
                      <a:pt x="2617" y="6562"/>
                      <a:pt x="3458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11" name="Freeform: Shape 8910">
                <a:extLst>
                  <a:ext uri="{FF2B5EF4-FFF2-40B4-BE49-F238E27FC236}">
                    <a16:creationId xmlns:a16="http://schemas.microsoft.com/office/drawing/2014/main" id="{70585B61-934A-D06C-DE69-69415B050A5C}"/>
                  </a:ext>
                </a:extLst>
              </p:cNvPr>
              <p:cNvSpPr/>
              <p:nvPr/>
            </p:nvSpPr>
            <p:spPr>
              <a:xfrm>
                <a:off x="10038368" y="6232985"/>
                <a:ext cx="6343" cy="6345"/>
              </a:xfrm>
              <a:custGeom>
                <a:avLst/>
                <a:gdLst>
                  <a:gd name="connsiteX0" fmla="*/ 3458 w 6343"/>
                  <a:gd name="connsiteY0" fmla="*/ 6562 h 6345"/>
                  <a:gd name="connsiteX1" fmla="*/ 5700 w 6343"/>
                  <a:gd name="connsiteY1" fmla="*/ 5633 h 6345"/>
                  <a:gd name="connsiteX2" fmla="*/ 6629 w 6343"/>
                  <a:gd name="connsiteY2" fmla="*/ 3390 h 6345"/>
                  <a:gd name="connsiteX3" fmla="*/ 5700 w 6343"/>
                  <a:gd name="connsiteY3" fmla="*/ 1146 h 6345"/>
                  <a:gd name="connsiteX4" fmla="*/ 3458 w 6343"/>
                  <a:gd name="connsiteY4" fmla="*/ 217 h 6345"/>
                  <a:gd name="connsiteX5" fmla="*/ 1215 w 6343"/>
                  <a:gd name="connsiteY5" fmla="*/ 1146 h 6345"/>
                  <a:gd name="connsiteX6" fmla="*/ 286 w 6343"/>
                  <a:gd name="connsiteY6" fmla="*/ 3390 h 6345"/>
                  <a:gd name="connsiteX7" fmla="*/ 1215 w 6343"/>
                  <a:gd name="connsiteY7" fmla="*/ 5633 h 6345"/>
                  <a:gd name="connsiteX8" fmla="*/ 3458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562"/>
                    </a:moveTo>
                    <a:cubicBezTo>
                      <a:pt x="4299" y="6562"/>
                      <a:pt x="5106" y="6228"/>
                      <a:pt x="5700" y="5633"/>
                    </a:cubicBezTo>
                    <a:cubicBezTo>
                      <a:pt x="6295" y="5038"/>
                      <a:pt x="6629" y="4231"/>
                      <a:pt x="6629" y="3390"/>
                    </a:cubicBezTo>
                    <a:cubicBezTo>
                      <a:pt x="6629" y="2548"/>
                      <a:pt x="6295" y="1741"/>
                      <a:pt x="5700" y="1146"/>
                    </a:cubicBezTo>
                    <a:cubicBezTo>
                      <a:pt x="5106" y="551"/>
                      <a:pt x="4299" y="217"/>
                      <a:pt x="3458" y="217"/>
                    </a:cubicBezTo>
                    <a:cubicBezTo>
                      <a:pt x="2617" y="217"/>
                      <a:pt x="1810" y="551"/>
                      <a:pt x="1215" y="1146"/>
                    </a:cubicBezTo>
                    <a:cubicBezTo>
                      <a:pt x="620" y="1741"/>
                      <a:pt x="286" y="2548"/>
                      <a:pt x="286" y="3390"/>
                    </a:cubicBezTo>
                    <a:cubicBezTo>
                      <a:pt x="286" y="4231"/>
                      <a:pt x="620" y="5038"/>
                      <a:pt x="1215" y="5633"/>
                    </a:cubicBezTo>
                    <a:cubicBezTo>
                      <a:pt x="1810" y="6228"/>
                      <a:pt x="2617" y="6562"/>
                      <a:pt x="3458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12" name="Freeform: Shape 8911">
                <a:extLst>
                  <a:ext uri="{FF2B5EF4-FFF2-40B4-BE49-F238E27FC236}">
                    <a16:creationId xmlns:a16="http://schemas.microsoft.com/office/drawing/2014/main" id="{8B5BF72E-43A0-A183-3060-CCD284E89298}"/>
                  </a:ext>
                </a:extLst>
              </p:cNvPr>
              <p:cNvSpPr/>
              <p:nvPr/>
            </p:nvSpPr>
            <p:spPr>
              <a:xfrm>
                <a:off x="10022197" y="6232719"/>
                <a:ext cx="6343" cy="6345"/>
              </a:xfrm>
              <a:custGeom>
                <a:avLst/>
                <a:gdLst>
                  <a:gd name="connsiteX0" fmla="*/ 3456 w 6343"/>
                  <a:gd name="connsiteY0" fmla="*/ 6562 h 6345"/>
                  <a:gd name="connsiteX1" fmla="*/ 5699 w 6343"/>
                  <a:gd name="connsiteY1" fmla="*/ 5633 h 6345"/>
                  <a:gd name="connsiteX2" fmla="*/ 6628 w 6343"/>
                  <a:gd name="connsiteY2" fmla="*/ 3390 h 6345"/>
                  <a:gd name="connsiteX3" fmla="*/ 5699 w 6343"/>
                  <a:gd name="connsiteY3" fmla="*/ 1146 h 6345"/>
                  <a:gd name="connsiteX4" fmla="*/ 3456 w 6343"/>
                  <a:gd name="connsiteY4" fmla="*/ 217 h 6345"/>
                  <a:gd name="connsiteX5" fmla="*/ 1214 w 6343"/>
                  <a:gd name="connsiteY5" fmla="*/ 1146 h 6345"/>
                  <a:gd name="connsiteX6" fmla="*/ 285 w 6343"/>
                  <a:gd name="connsiteY6" fmla="*/ 3390 h 6345"/>
                  <a:gd name="connsiteX7" fmla="*/ 1214 w 6343"/>
                  <a:gd name="connsiteY7" fmla="*/ 5633 h 6345"/>
                  <a:gd name="connsiteX8" fmla="*/ 3456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62"/>
                    </a:moveTo>
                    <a:cubicBezTo>
                      <a:pt x="4297" y="6562"/>
                      <a:pt x="5104" y="6228"/>
                      <a:pt x="5699" y="5633"/>
                    </a:cubicBezTo>
                    <a:cubicBezTo>
                      <a:pt x="6294" y="5038"/>
                      <a:pt x="6628" y="4231"/>
                      <a:pt x="6628" y="3390"/>
                    </a:cubicBezTo>
                    <a:cubicBezTo>
                      <a:pt x="6628" y="2548"/>
                      <a:pt x="6294" y="1741"/>
                      <a:pt x="5699" y="1146"/>
                    </a:cubicBezTo>
                    <a:cubicBezTo>
                      <a:pt x="5104" y="551"/>
                      <a:pt x="4297" y="217"/>
                      <a:pt x="3456" y="217"/>
                    </a:cubicBezTo>
                    <a:cubicBezTo>
                      <a:pt x="2615" y="217"/>
                      <a:pt x="1808" y="551"/>
                      <a:pt x="1214" y="1146"/>
                    </a:cubicBezTo>
                    <a:cubicBezTo>
                      <a:pt x="619" y="1741"/>
                      <a:pt x="285" y="2548"/>
                      <a:pt x="285" y="3390"/>
                    </a:cubicBezTo>
                    <a:cubicBezTo>
                      <a:pt x="285" y="4231"/>
                      <a:pt x="619" y="5038"/>
                      <a:pt x="1214" y="5633"/>
                    </a:cubicBezTo>
                    <a:cubicBezTo>
                      <a:pt x="1808" y="6228"/>
                      <a:pt x="2615" y="6562"/>
                      <a:pt x="3456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13" name="Freeform: Shape 8912">
                <a:extLst>
                  <a:ext uri="{FF2B5EF4-FFF2-40B4-BE49-F238E27FC236}">
                    <a16:creationId xmlns:a16="http://schemas.microsoft.com/office/drawing/2014/main" id="{7DDADF3A-BF4B-C952-AD73-3371344E683E}"/>
                  </a:ext>
                </a:extLst>
              </p:cNvPr>
              <p:cNvSpPr/>
              <p:nvPr/>
            </p:nvSpPr>
            <p:spPr>
              <a:xfrm>
                <a:off x="10015418" y="6234584"/>
                <a:ext cx="6343" cy="6345"/>
              </a:xfrm>
              <a:custGeom>
                <a:avLst/>
                <a:gdLst>
                  <a:gd name="connsiteX0" fmla="*/ 3456 w 6343"/>
                  <a:gd name="connsiteY0" fmla="*/ 6563 h 6345"/>
                  <a:gd name="connsiteX1" fmla="*/ 5698 w 6343"/>
                  <a:gd name="connsiteY1" fmla="*/ 5633 h 6345"/>
                  <a:gd name="connsiteX2" fmla="*/ 6627 w 6343"/>
                  <a:gd name="connsiteY2" fmla="*/ 3390 h 6345"/>
                  <a:gd name="connsiteX3" fmla="*/ 5698 w 6343"/>
                  <a:gd name="connsiteY3" fmla="*/ 1146 h 6345"/>
                  <a:gd name="connsiteX4" fmla="*/ 3456 w 6343"/>
                  <a:gd name="connsiteY4" fmla="*/ 217 h 6345"/>
                  <a:gd name="connsiteX5" fmla="*/ 1213 w 6343"/>
                  <a:gd name="connsiteY5" fmla="*/ 1146 h 6345"/>
                  <a:gd name="connsiteX6" fmla="*/ 284 w 6343"/>
                  <a:gd name="connsiteY6" fmla="*/ 3390 h 6345"/>
                  <a:gd name="connsiteX7" fmla="*/ 1213 w 6343"/>
                  <a:gd name="connsiteY7" fmla="*/ 5633 h 6345"/>
                  <a:gd name="connsiteX8" fmla="*/ 3456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63"/>
                    </a:moveTo>
                    <a:cubicBezTo>
                      <a:pt x="4297" y="6563"/>
                      <a:pt x="5104" y="6228"/>
                      <a:pt x="5698" y="5633"/>
                    </a:cubicBezTo>
                    <a:cubicBezTo>
                      <a:pt x="6293" y="5038"/>
                      <a:pt x="6627" y="4231"/>
                      <a:pt x="6627" y="3390"/>
                    </a:cubicBezTo>
                    <a:cubicBezTo>
                      <a:pt x="6627" y="2548"/>
                      <a:pt x="6293" y="1741"/>
                      <a:pt x="5698" y="1146"/>
                    </a:cubicBezTo>
                    <a:cubicBezTo>
                      <a:pt x="5104" y="551"/>
                      <a:pt x="4297" y="217"/>
                      <a:pt x="3456" y="217"/>
                    </a:cubicBezTo>
                    <a:cubicBezTo>
                      <a:pt x="2615" y="217"/>
                      <a:pt x="1808" y="551"/>
                      <a:pt x="1213" y="1146"/>
                    </a:cubicBezTo>
                    <a:cubicBezTo>
                      <a:pt x="618" y="1741"/>
                      <a:pt x="284" y="2548"/>
                      <a:pt x="284" y="3390"/>
                    </a:cubicBezTo>
                    <a:cubicBezTo>
                      <a:pt x="284" y="4231"/>
                      <a:pt x="618" y="5038"/>
                      <a:pt x="1213" y="5633"/>
                    </a:cubicBezTo>
                    <a:cubicBezTo>
                      <a:pt x="1808" y="6228"/>
                      <a:pt x="2615" y="6563"/>
                      <a:pt x="3456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14" name="Freeform: Shape 8913">
                <a:extLst>
                  <a:ext uri="{FF2B5EF4-FFF2-40B4-BE49-F238E27FC236}">
                    <a16:creationId xmlns:a16="http://schemas.microsoft.com/office/drawing/2014/main" id="{2E62F4E7-A1C5-5BEE-0853-4BBDC5E129AF}"/>
                  </a:ext>
                </a:extLst>
              </p:cNvPr>
              <p:cNvSpPr/>
              <p:nvPr/>
            </p:nvSpPr>
            <p:spPr>
              <a:xfrm>
                <a:off x="10006283" y="6232468"/>
                <a:ext cx="6343" cy="6345"/>
              </a:xfrm>
              <a:custGeom>
                <a:avLst/>
                <a:gdLst>
                  <a:gd name="connsiteX0" fmla="*/ 3455 w 6343"/>
                  <a:gd name="connsiteY0" fmla="*/ 6562 h 6345"/>
                  <a:gd name="connsiteX1" fmla="*/ 5698 w 6343"/>
                  <a:gd name="connsiteY1" fmla="*/ 5633 h 6345"/>
                  <a:gd name="connsiteX2" fmla="*/ 6627 w 6343"/>
                  <a:gd name="connsiteY2" fmla="*/ 3390 h 6345"/>
                  <a:gd name="connsiteX3" fmla="*/ 5698 w 6343"/>
                  <a:gd name="connsiteY3" fmla="*/ 1146 h 6345"/>
                  <a:gd name="connsiteX4" fmla="*/ 3455 w 6343"/>
                  <a:gd name="connsiteY4" fmla="*/ 217 h 6345"/>
                  <a:gd name="connsiteX5" fmla="*/ 1212 w 6343"/>
                  <a:gd name="connsiteY5" fmla="*/ 1146 h 6345"/>
                  <a:gd name="connsiteX6" fmla="*/ 284 w 6343"/>
                  <a:gd name="connsiteY6" fmla="*/ 3390 h 6345"/>
                  <a:gd name="connsiteX7" fmla="*/ 1212 w 6343"/>
                  <a:gd name="connsiteY7" fmla="*/ 5633 h 6345"/>
                  <a:gd name="connsiteX8" fmla="*/ 3455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562"/>
                    </a:moveTo>
                    <a:cubicBezTo>
                      <a:pt x="4296" y="6562"/>
                      <a:pt x="5103" y="6228"/>
                      <a:pt x="5698" y="5633"/>
                    </a:cubicBezTo>
                    <a:cubicBezTo>
                      <a:pt x="6292" y="5038"/>
                      <a:pt x="6627" y="4231"/>
                      <a:pt x="6627" y="3390"/>
                    </a:cubicBezTo>
                    <a:cubicBezTo>
                      <a:pt x="6627" y="2548"/>
                      <a:pt x="6292" y="1741"/>
                      <a:pt x="5698" y="1146"/>
                    </a:cubicBezTo>
                    <a:cubicBezTo>
                      <a:pt x="5103" y="551"/>
                      <a:pt x="4296" y="217"/>
                      <a:pt x="3455" y="217"/>
                    </a:cubicBezTo>
                    <a:cubicBezTo>
                      <a:pt x="2614" y="217"/>
                      <a:pt x="1807" y="551"/>
                      <a:pt x="1212" y="1146"/>
                    </a:cubicBezTo>
                    <a:cubicBezTo>
                      <a:pt x="618" y="1741"/>
                      <a:pt x="284" y="2548"/>
                      <a:pt x="284" y="3390"/>
                    </a:cubicBezTo>
                    <a:cubicBezTo>
                      <a:pt x="284" y="4231"/>
                      <a:pt x="618" y="5038"/>
                      <a:pt x="1212" y="5633"/>
                    </a:cubicBezTo>
                    <a:cubicBezTo>
                      <a:pt x="1807" y="6228"/>
                      <a:pt x="2614" y="6562"/>
                      <a:pt x="3455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15" name="Freeform: Shape 8914">
                <a:extLst>
                  <a:ext uri="{FF2B5EF4-FFF2-40B4-BE49-F238E27FC236}">
                    <a16:creationId xmlns:a16="http://schemas.microsoft.com/office/drawing/2014/main" id="{67423293-5D3B-1DE1-1F06-8607B6DCDD6D}"/>
                  </a:ext>
                </a:extLst>
              </p:cNvPr>
              <p:cNvSpPr/>
              <p:nvPr/>
            </p:nvSpPr>
            <p:spPr>
              <a:xfrm>
                <a:off x="9997867" y="6231410"/>
                <a:ext cx="6343" cy="6345"/>
              </a:xfrm>
              <a:custGeom>
                <a:avLst/>
                <a:gdLst>
                  <a:gd name="connsiteX0" fmla="*/ 3454 w 6343"/>
                  <a:gd name="connsiteY0" fmla="*/ 6562 h 6345"/>
                  <a:gd name="connsiteX1" fmla="*/ 5697 w 6343"/>
                  <a:gd name="connsiteY1" fmla="*/ 5633 h 6345"/>
                  <a:gd name="connsiteX2" fmla="*/ 6626 w 6343"/>
                  <a:gd name="connsiteY2" fmla="*/ 3390 h 6345"/>
                  <a:gd name="connsiteX3" fmla="*/ 5697 w 6343"/>
                  <a:gd name="connsiteY3" fmla="*/ 1146 h 6345"/>
                  <a:gd name="connsiteX4" fmla="*/ 3454 w 6343"/>
                  <a:gd name="connsiteY4" fmla="*/ 217 h 6345"/>
                  <a:gd name="connsiteX5" fmla="*/ 1212 w 6343"/>
                  <a:gd name="connsiteY5" fmla="*/ 1146 h 6345"/>
                  <a:gd name="connsiteX6" fmla="*/ 283 w 6343"/>
                  <a:gd name="connsiteY6" fmla="*/ 3390 h 6345"/>
                  <a:gd name="connsiteX7" fmla="*/ 1212 w 6343"/>
                  <a:gd name="connsiteY7" fmla="*/ 5633 h 6345"/>
                  <a:gd name="connsiteX8" fmla="*/ 3454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4" y="6562"/>
                    </a:moveTo>
                    <a:cubicBezTo>
                      <a:pt x="4296" y="6562"/>
                      <a:pt x="5102" y="6228"/>
                      <a:pt x="5697" y="5633"/>
                    </a:cubicBezTo>
                    <a:cubicBezTo>
                      <a:pt x="6292" y="5038"/>
                      <a:pt x="6626" y="4231"/>
                      <a:pt x="6626" y="3390"/>
                    </a:cubicBezTo>
                    <a:cubicBezTo>
                      <a:pt x="6626" y="2548"/>
                      <a:pt x="6292" y="1741"/>
                      <a:pt x="5697" y="1146"/>
                    </a:cubicBezTo>
                    <a:cubicBezTo>
                      <a:pt x="5102" y="551"/>
                      <a:pt x="4296" y="217"/>
                      <a:pt x="3454" y="217"/>
                    </a:cubicBezTo>
                    <a:cubicBezTo>
                      <a:pt x="2613" y="217"/>
                      <a:pt x="1807" y="551"/>
                      <a:pt x="1212" y="1146"/>
                    </a:cubicBezTo>
                    <a:cubicBezTo>
                      <a:pt x="617" y="1741"/>
                      <a:pt x="283" y="2548"/>
                      <a:pt x="283" y="3390"/>
                    </a:cubicBezTo>
                    <a:cubicBezTo>
                      <a:pt x="283" y="4231"/>
                      <a:pt x="617" y="5038"/>
                      <a:pt x="1212" y="5633"/>
                    </a:cubicBezTo>
                    <a:cubicBezTo>
                      <a:pt x="1807" y="6228"/>
                      <a:pt x="2613" y="6562"/>
                      <a:pt x="3454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16" name="Freeform: Shape 8915">
                <a:extLst>
                  <a:ext uri="{FF2B5EF4-FFF2-40B4-BE49-F238E27FC236}">
                    <a16:creationId xmlns:a16="http://schemas.microsoft.com/office/drawing/2014/main" id="{BEC1D2CD-809F-ADF0-C984-06509E884886}"/>
                  </a:ext>
                </a:extLst>
              </p:cNvPr>
              <p:cNvSpPr/>
              <p:nvPr/>
            </p:nvSpPr>
            <p:spPr>
              <a:xfrm>
                <a:off x="9990685" y="6232348"/>
                <a:ext cx="6343" cy="6345"/>
              </a:xfrm>
              <a:custGeom>
                <a:avLst/>
                <a:gdLst>
                  <a:gd name="connsiteX0" fmla="*/ 3454 w 6343"/>
                  <a:gd name="connsiteY0" fmla="*/ 6562 h 6345"/>
                  <a:gd name="connsiteX1" fmla="*/ 5697 w 6343"/>
                  <a:gd name="connsiteY1" fmla="*/ 5633 h 6345"/>
                  <a:gd name="connsiteX2" fmla="*/ 6625 w 6343"/>
                  <a:gd name="connsiteY2" fmla="*/ 3390 h 6345"/>
                  <a:gd name="connsiteX3" fmla="*/ 5697 w 6343"/>
                  <a:gd name="connsiteY3" fmla="*/ 1146 h 6345"/>
                  <a:gd name="connsiteX4" fmla="*/ 3454 w 6343"/>
                  <a:gd name="connsiteY4" fmla="*/ 217 h 6345"/>
                  <a:gd name="connsiteX5" fmla="*/ 1211 w 6343"/>
                  <a:gd name="connsiteY5" fmla="*/ 1146 h 6345"/>
                  <a:gd name="connsiteX6" fmla="*/ 282 w 6343"/>
                  <a:gd name="connsiteY6" fmla="*/ 3390 h 6345"/>
                  <a:gd name="connsiteX7" fmla="*/ 1211 w 6343"/>
                  <a:gd name="connsiteY7" fmla="*/ 5633 h 6345"/>
                  <a:gd name="connsiteX8" fmla="*/ 3454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4" y="6562"/>
                    </a:moveTo>
                    <a:cubicBezTo>
                      <a:pt x="4295" y="6562"/>
                      <a:pt x="5102" y="6228"/>
                      <a:pt x="5697" y="5633"/>
                    </a:cubicBezTo>
                    <a:cubicBezTo>
                      <a:pt x="6291" y="5038"/>
                      <a:pt x="6625" y="4231"/>
                      <a:pt x="6625" y="3390"/>
                    </a:cubicBezTo>
                    <a:cubicBezTo>
                      <a:pt x="6625" y="2548"/>
                      <a:pt x="6291" y="1741"/>
                      <a:pt x="5697" y="1146"/>
                    </a:cubicBezTo>
                    <a:cubicBezTo>
                      <a:pt x="5102" y="551"/>
                      <a:pt x="4295" y="217"/>
                      <a:pt x="3454" y="217"/>
                    </a:cubicBezTo>
                    <a:cubicBezTo>
                      <a:pt x="2613" y="217"/>
                      <a:pt x="1806" y="551"/>
                      <a:pt x="1211" y="1146"/>
                    </a:cubicBezTo>
                    <a:cubicBezTo>
                      <a:pt x="617" y="1741"/>
                      <a:pt x="282" y="2548"/>
                      <a:pt x="282" y="3390"/>
                    </a:cubicBezTo>
                    <a:cubicBezTo>
                      <a:pt x="282" y="4231"/>
                      <a:pt x="617" y="5038"/>
                      <a:pt x="1211" y="5633"/>
                    </a:cubicBezTo>
                    <a:cubicBezTo>
                      <a:pt x="1806" y="6228"/>
                      <a:pt x="2613" y="6562"/>
                      <a:pt x="3454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17" name="Freeform: Shape 8916">
                <a:extLst>
                  <a:ext uri="{FF2B5EF4-FFF2-40B4-BE49-F238E27FC236}">
                    <a16:creationId xmlns:a16="http://schemas.microsoft.com/office/drawing/2014/main" id="{4EC554F4-4CD5-C842-506A-23805F75386E}"/>
                  </a:ext>
                </a:extLst>
              </p:cNvPr>
              <p:cNvSpPr/>
              <p:nvPr/>
            </p:nvSpPr>
            <p:spPr>
              <a:xfrm>
                <a:off x="9983325" y="6232906"/>
                <a:ext cx="6343" cy="6345"/>
              </a:xfrm>
              <a:custGeom>
                <a:avLst/>
                <a:gdLst>
                  <a:gd name="connsiteX0" fmla="*/ 3453 w 6343"/>
                  <a:gd name="connsiteY0" fmla="*/ 6562 h 6345"/>
                  <a:gd name="connsiteX1" fmla="*/ 5696 w 6343"/>
                  <a:gd name="connsiteY1" fmla="*/ 5633 h 6345"/>
                  <a:gd name="connsiteX2" fmla="*/ 6625 w 6343"/>
                  <a:gd name="connsiteY2" fmla="*/ 3390 h 6345"/>
                  <a:gd name="connsiteX3" fmla="*/ 5696 w 6343"/>
                  <a:gd name="connsiteY3" fmla="*/ 1146 h 6345"/>
                  <a:gd name="connsiteX4" fmla="*/ 3453 w 6343"/>
                  <a:gd name="connsiteY4" fmla="*/ 217 h 6345"/>
                  <a:gd name="connsiteX5" fmla="*/ 1211 w 6343"/>
                  <a:gd name="connsiteY5" fmla="*/ 1146 h 6345"/>
                  <a:gd name="connsiteX6" fmla="*/ 282 w 6343"/>
                  <a:gd name="connsiteY6" fmla="*/ 3390 h 6345"/>
                  <a:gd name="connsiteX7" fmla="*/ 1211 w 6343"/>
                  <a:gd name="connsiteY7" fmla="*/ 5633 h 6345"/>
                  <a:gd name="connsiteX8" fmla="*/ 3453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62"/>
                    </a:moveTo>
                    <a:cubicBezTo>
                      <a:pt x="4294" y="6562"/>
                      <a:pt x="5101" y="6228"/>
                      <a:pt x="5696" y="5633"/>
                    </a:cubicBezTo>
                    <a:cubicBezTo>
                      <a:pt x="6291" y="5038"/>
                      <a:pt x="6625" y="4231"/>
                      <a:pt x="6625" y="3390"/>
                    </a:cubicBezTo>
                    <a:cubicBezTo>
                      <a:pt x="6625" y="2548"/>
                      <a:pt x="6291" y="1741"/>
                      <a:pt x="5696" y="1146"/>
                    </a:cubicBezTo>
                    <a:cubicBezTo>
                      <a:pt x="5101" y="551"/>
                      <a:pt x="4294" y="217"/>
                      <a:pt x="3453" y="217"/>
                    </a:cubicBezTo>
                    <a:cubicBezTo>
                      <a:pt x="2612" y="217"/>
                      <a:pt x="1805" y="551"/>
                      <a:pt x="1211" y="1146"/>
                    </a:cubicBezTo>
                    <a:cubicBezTo>
                      <a:pt x="616" y="1741"/>
                      <a:pt x="282" y="2548"/>
                      <a:pt x="282" y="3390"/>
                    </a:cubicBezTo>
                    <a:cubicBezTo>
                      <a:pt x="282" y="4231"/>
                      <a:pt x="616" y="5038"/>
                      <a:pt x="1211" y="5633"/>
                    </a:cubicBezTo>
                    <a:cubicBezTo>
                      <a:pt x="1805" y="6228"/>
                      <a:pt x="2612" y="6562"/>
                      <a:pt x="3453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18" name="Freeform: Shape 8917">
                <a:extLst>
                  <a:ext uri="{FF2B5EF4-FFF2-40B4-BE49-F238E27FC236}">
                    <a16:creationId xmlns:a16="http://schemas.microsoft.com/office/drawing/2014/main" id="{E90B52E6-7681-C45C-8E71-455C1B4AFD64}"/>
                  </a:ext>
                </a:extLst>
              </p:cNvPr>
              <p:cNvSpPr/>
              <p:nvPr/>
            </p:nvSpPr>
            <p:spPr>
              <a:xfrm>
                <a:off x="9975793" y="6233081"/>
                <a:ext cx="6343" cy="6345"/>
              </a:xfrm>
              <a:custGeom>
                <a:avLst/>
                <a:gdLst>
                  <a:gd name="connsiteX0" fmla="*/ 3453 w 6343"/>
                  <a:gd name="connsiteY0" fmla="*/ 6562 h 6345"/>
                  <a:gd name="connsiteX1" fmla="*/ 5695 w 6343"/>
                  <a:gd name="connsiteY1" fmla="*/ 5633 h 6345"/>
                  <a:gd name="connsiteX2" fmla="*/ 6624 w 6343"/>
                  <a:gd name="connsiteY2" fmla="*/ 3390 h 6345"/>
                  <a:gd name="connsiteX3" fmla="*/ 5695 w 6343"/>
                  <a:gd name="connsiteY3" fmla="*/ 1146 h 6345"/>
                  <a:gd name="connsiteX4" fmla="*/ 3453 w 6343"/>
                  <a:gd name="connsiteY4" fmla="*/ 217 h 6345"/>
                  <a:gd name="connsiteX5" fmla="*/ 1210 w 6343"/>
                  <a:gd name="connsiteY5" fmla="*/ 1146 h 6345"/>
                  <a:gd name="connsiteX6" fmla="*/ 281 w 6343"/>
                  <a:gd name="connsiteY6" fmla="*/ 3390 h 6345"/>
                  <a:gd name="connsiteX7" fmla="*/ 1210 w 6343"/>
                  <a:gd name="connsiteY7" fmla="*/ 5633 h 6345"/>
                  <a:gd name="connsiteX8" fmla="*/ 3453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62"/>
                    </a:moveTo>
                    <a:cubicBezTo>
                      <a:pt x="4294" y="6562"/>
                      <a:pt x="5101" y="6228"/>
                      <a:pt x="5695" y="5633"/>
                    </a:cubicBezTo>
                    <a:cubicBezTo>
                      <a:pt x="6290" y="5038"/>
                      <a:pt x="6624" y="4231"/>
                      <a:pt x="6624" y="3390"/>
                    </a:cubicBezTo>
                    <a:cubicBezTo>
                      <a:pt x="6624" y="2548"/>
                      <a:pt x="6290" y="1741"/>
                      <a:pt x="5695" y="1146"/>
                    </a:cubicBezTo>
                    <a:cubicBezTo>
                      <a:pt x="5101" y="551"/>
                      <a:pt x="4294" y="217"/>
                      <a:pt x="3453" y="217"/>
                    </a:cubicBezTo>
                    <a:cubicBezTo>
                      <a:pt x="2612" y="217"/>
                      <a:pt x="1805" y="551"/>
                      <a:pt x="1210" y="1146"/>
                    </a:cubicBezTo>
                    <a:cubicBezTo>
                      <a:pt x="615" y="1741"/>
                      <a:pt x="281" y="2548"/>
                      <a:pt x="281" y="3390"/>
                    </a:cubicBezTo>
                    <a:cubicBezTo>
                      <a:pt x="281" y="4231"/>
                      <a:pt x="615" y="5038"/>
                      <a:pt x="1210" y="5633"/>
                    </a:cubicBezTo>
                    <a:cubicBezTo>
                      <a:pt x="1805" y="6228"/>
                      <a:pt x="2612" y="6562"/>
                      <a:pt x="3453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19" name="Freeform: Shape 8918">
                <a:extLst>
                  <a:ext uri="{FF2B5EF4-FFF2-40B4-BE49-F238E27FC236}">
                    <a16:creationId xmlns:a16="http://schemas.microsoft.com/office/drawing/2014/main" id="{97EEF944-A3C3-8F6D-C75B-B2BAB6C31849}"/>
                  </a:ext>
                </a:extLst>
              </p:cNvPr>
              <p:cNvSpPr/>
              <p:nvPr/>
            </p:nvSpPr>
            <p:spPr>
              <a:xfrm>
                <a:off x="9968891" y="6234296"/>
                <a:ext cx="6343" cy="6345"/>
              </a:xfrm>
              <a:custGeom>
                <a:avLst/>
                <a:gdLst>
                  <a:gd name="connsiteX0" fmla="*/ 3452 w 6343"/>
                  <a:gd name="connsiteY0" fmla="*/ 6562 h 6345"/>
                  <a:gd name="connsiteX1" fmla="*/ 5695 w 6343"/>
                  <a:gd name="connsiteY1" fmla="*/ 5633 h 6345"/>
                  <a:gd name="connsiteX2" fmla="*/ 6624 w 6343"/>
                  <a:gd name="connsiteY2" fmla="*/ 3390 h 6345"/>
                  <a:gd name="connsiteX3" fmla="*/ 5695 w 6343"/>
                  <a:gd name="connsiteY3" fmla="*/ 1146 h 6345"/>
                  <a:gd name="connsiteX4" fmla="*/ 3452 w 6343"/>
                  <a:gd name="connsiteY4" fmla="*/ 217 h 6345"/>
                  <a:gd name="connsiteX5" fmla="*/ 1210 w 6343"/>
                  <a:gd name="connsiteY5" fmla="*/ 1146 h 6345"/>
                  <a:gd name="connsiteX6" fmla="*/ 281 w 6343"/>
                  <a:gd name="connsiteY6" fmla="*/ 3390 h 6345"/>
                  <a:gd name="connsiteX7" fmla="*/ 1210 w 6343"/>
                  <a:gd name="connsiteY7" fmla="*/ 5633 h 6345"/>
                  <a:gd name="connsiteX8" fmla="*/ 3452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2"/>
                    </a:moveTo>
                    <a:cubicBezTo>
                      <a:pt x="4293" y="6562"/>
                      <a:pt x="5100" y="6228"/>
                      <a:pt x="5695" y="5633"/>
                    </a:cubicBezTo>
                    <a:cubicBezTo>
                      <a:pt x="6290" y="5038"/>
                      <a:pt x="6624" y="4231"/>
                      <a:pt x="6624" y="3390"/>
                    </a:cubicBezTo>
                    <a:cubicBezTo>
                      <a:pt x="6624" y="2548"/>
                      <a:pt x="6290" y="1741"/>
                      <a:pt x="5695" y="1146"/>
                    </a:cubicBezTo>
                    <a:cubicBezTo>
                      <a:pt x="5100" y="551"/>
                      <a:pt x="4293" y="217"/>
                      <a:pt x="3452" y="217"/>
                    </a:cubicBezTo>
                    <a:cubicBezTo>
                      <a:pt x="2611" y="217"/>
                      <a:pt x="1804" y="551"/>
                      <a:pt x="1210" y="1146"/>
                    </a:cubicBezTo>
                    <a:cubicBezTo>
                      <a:pt x="615" y="1741"/>
                      <a:pt x="281" y="2548"/>
                      <a:pt x="281" y="3390"/>
                    </a:cubicBezTo>
                    <a:cubicBezTo>
                      <a:pt x="281" y="4231"/>
                      <a:pt x="615" y="5038"/>
                      <a:pt x="1210" y="5633"/>
                    </a:cubicBezTo>
                    <a:cubicBezTo>
                      <a:pt x="1804" y="6228"/>
                      <a:pt x="2611" y="6562"/>
                      <a:pt x="3452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20" name="Freeform: Shape 8919">
                <a:extLst>
                  <a:ext uri="{FF2B5EF4-FFF2-40B4-BE49-F238E27FC236}">
                    <a16:creationId xmlns:a16="http://schemas.microsoft.com/office/drawing/2014/main" id="{9E878A5B-5C79-27F9-7C34-83C143C31C41}"/>
                  </a:ext>
                </a:extLst>
              </p:cNvPr>
              <p:cNvSpPr/>
              <p:nvPr/>
            </p:nvSpPr>
            <p:spPr>
              <a:xfrm>
                <a:off x="9961722" y="6234966"/>
                <a:ext cx="6343" cy="6345"/>
              </a:xfrm>
              <a:custGeom>
                <a:avLst/>
                <a:gdLst>
                  <a:gd name="connsiteX0" fmla="*/ 3452 w 6343"/>
                  <a:gd name="connsiteY0" fmla="*/ 6563 h 6345"/>
                  <a:gd name="connsiteX1" fmla="*/ 5694 w 6343"/>
                  <a:gd name="connsiteY1" fmla="*/ 5633 h 6345"/>
                  <a:gd name="connsiteX2" fmla="*/ 6623 w 6343"/>
                  <a:gd name="connsiteY2" fmla="*/ 3390 h 6345"/>
                  <a:gd name="connsiteX3" fmla="*/ 5694 w 6343"/>
                  <a:gd name="connsiteY3" fmla="*/ 1146 h 6345"/>
                  <a:gd name="connsiteX4" fmla="*/ 3452 w 6343"/>
                  <a:gd name="connsiteY4" fmla="*/ 217 h 6345"/>
                  <a:gd name="connsiteX5" fmla="*/ 1209 w 6343"/>
                  <a:gd name="connsiteY5" fmla="*/ 1146 h 6345"/>
                  <a:gd name="connsiteX6" fmla="*/ 280 w 6343"/>
                  <a:gd name="connsiteY6" fmla="*/ 3390 h 6345"/>
                  <a:gd name="connsiteX7" fmla="*/ 1209 w 6343"/>
                  <a:gd name="connsiteY7" fmla="*/ 5633 h 6345"/>
                  <a:gd name="connsiteX8" fmla="*/ 345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3"/>
                    </a:moveTo>
                    <a:cubicBezTo>
                      <a:pt x="4293" y="6563"/>
                      <a:pt x="5099" y="6228"/>
                      <a:pt x="5694" y="5633"/>
                    </a:cubicBezTo>
                    <a:cubicBezTo>
                      <a:pt x="6289" y="5038"/>
                      <a:pt x="6623" y="4231"/>
                      <a:pt x="6623" y="3390"/>
                    </a:cubicBezTo>
                    <a:cubicBezTo>
                      <a:pt x="6623" y="2548"/>
                      <a:pt x="6289" y="1741"/>
                      <a:pt x="5694" y="1146"/>
                    </a:cubicBezTo>
                    <a:cubicBezTo>
                      <a:pt x="5099" y="551"/>
                      <a:pt x="4293" y="217"/>
                      <a:pt x="3452" y="217"/>
                    </a:cubicBezTo>
                    <a:cubicBezTo>
                      <a:pt x="2610" y="217"/>
                      <a:pt x="1804" y="551"/>
                      <a:pt x="1209" y="1146"/>
                    </a:cubicBezTo>
                    <a:cubicBezTo>
                      <a:pt x="614" y="1741"/>
                      <a:pt x="280" y="2548"/>
                      <a:pt x="280" y="3390"/>
                    </a:cubicBezTo>
                    <a:cubicBezTo>
                      <a:pt x="280" y="4231"/>
                      <a:pt x="614" y="5038"/>
                      <a:pt x="1209" y="5633"/>
                    </a:cubicBezTo>
                    <a:cubicBezTo>
                      <a:pt x="1804" y="6228"/>
                      <a:pt x="2610" y="6563"/>
                      <a:pt x="345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21" name="Freeform: Shape 8920">
                <a:extLst>
                  <a:ext uri="{FF2B5EF4-FFF2-40B4-BE49-F238E27FC236}">
                    <a16:creationId xmlns:a16="http://schemas.microsoft.com/office/drawing/2014/main" id="{5B28909F-297F-FBCD-D139-5DD99BB0A165}"/>
                  </a:ext>
                </a:extLst>
              </p:cNvPr>
              <p:cNvSpPr/>
              <p:nvPr/>
            </p:nvSpPr>
            <p:spPr>
              <a:xfrm>
                <a:off x="9954057" y="6234645"/>
                <a:ext cx="6343" cy="6345"/>
              </a:xfrm>
              <a:custGeom>
                <a:avLst/>
                <a:gdLst>
                  <a:gd name="connsiteX0" fmla="*/ 3451 w 6343"/>
                  <a:gd name="connsiteY0" fmla="*/ 6563 h 6345"/>
                  <a:gd name="connsiteX1" fmla="*/ 5694 w 6343"/>
                  <a:gd name="connsiteY1" fmla="*/ 5633 h 6345"/>
                  <a:gd name="connsiteX2" fmla="*/ 6623 w 6343"/>
                  <a:gd name="connsiteY2" fmla="*/ 3390 h 6345"/>
                  <a:gd name="connsiteX3" fmla="*/ 5694 w 6343"/>
                  <a:gd name="connsiteY3" fmla="*/ 1146 h 6345"/>
                  <a:gd name="connsiteX4" fmla="*/ 3451 w 6343"/>
                  <a:gd name="connsiteY4" fmla="*/ 217 h 6345"/>
                  <a:gd name="connsiteX5" fmla="*/ 1208 w 6343"/>
                  <a:gd name="connsiteY5" fmla="*/ 1146 h 6345"/>
                  <a:gd name="connsiteX6" fmla="*/ 279 w 6343"/>
                  <a:gd name="connsiteY6" fmla="*/ 3390 h 6345"/>
                  <a:gd name="connsiteX7" fmla="*/ 1208 w 6343"/>
                  <a:gd name="connsiteY7" fmla="*/ 5633 h 6345"/>
                  <a:gd name="connsiteX8" fmla="*/ 345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563"/>
                    </a:moveTo>
                    <a:cubicBezTo>
                      <a:pt x="4292" y="6563"/>
                      <a:pt x="5099" y="6228"/>
                      <a:pt x="5694" y="5633"/>
                    </a:cubicBezTo>
                    <a:cubicBezTo>
                      <a:pt x="6288" y="5038"/>
                      <a:pt x="6623" y="4231"/>
                      <a:pt x="6623" y="3390"/>
                    </a:cubicBezTo>
                    <a:cubicBezTo>
                      <a:pt x="6623" y="2548"/>
                      <a:pt x="6288" y="1741"/>
                      <a:pt x="5694" y="1146"/>
                    </a:cubicBezTo>
                    <a:cubicBezTo>
                      <a:pt x="5099" y="551"/>
                      <a:pt x="4292" y="217"/>
                      <a:pt x="3451" y="217"/>
                    </a:cubicBezTo>
                    <a:cubicBezTo>
                      <a:pt x="2610" y="217"/>
                      <a:pt x="1803" y="551"/>
                      <a:pt x="1208" y="1146"/>
                    </a:cubicBezTo>
                    <a:cubicBezTo>
                      <a:pt x="614" y="1741"/>
                      <a:pt x="279" y="2548"/>
                      <a:pt x="279" y="3390"/>
                    </a:cubicBezTo>
                    <a:cubicBezTo>
                      <a:pt x="279" y="4231"/>
                      <a:pt x="614" y="5038"/>
                      <a:pt x="1208" y="5633"/>
                    </a:cubicBezTo>
                    <a:cubicBezTo>
                      <a:pt x="1803" y="6228"/>
                      <a:pt x="2610" y="6563"/>
                      <a:pt x="345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22" name="Freeform: Shape 8921">
                <a:extLst>
                  <a:ext uri="{FF2B5EF4-FFF2-40B4-BE49-F238E27FC236}">
                    <a16:creationId xmlns:a16="http://schemas.microsoft.com/office/drawing/2014/main" id="{B4353842-FB48-CFCA-BA39-01593E336270}"/>
                  </a:ext>
                </a:extLst>
              </p:cNvPr>
              <p:cNvSpPr/>
              <p:nvPr/>
            </p:nvSpPr>
            <p:spPr>
              <a:xfrm>
                <a:off x="9947065" y="6235484"/>
                <a:ext cx="6343" cy="6345"/>
              </a:xfrm>
              <a:custGeom>
                <a:avLst/>
                <a:gdLst>
                  <a:gd name="connsiteX0" fmla="*/ 3450 w 6343"/>
                  <a:gd name="connsiteY0" fmla="*/ 6563 h 6345"/>
                  <a:gd name="connsiteX1" fmla="*/ 5693 w 6343"/>
                  <a:gd name="connsiteY1" fmla="*/ 5633 h 6345"/>
                  <a:gd name="connsiteX2" fmla="*/ 6622 w 6343"/>
                  <a:gd name="connsiteY2" fmla="*/ 3390 h 6345"/>
                  <a:gd name="connsiteX3" fmla="*/ 5693 w 6343"/>
                  <a:gd name="connsiteY3" fmla="*/ 1146 h 6345"/>
                  <a:gd name="connsiteX4" fmla="*/ 3450 w 6343"/>
                  <a:gd name="connsiteY4" fmla="*/ 217 h 6345"/>
                  <a:gd name="connsiteX5" fmla="*/ 1208 w 6343"/>
                  <a:gd name="connsiteY5" fmla="*/ 1146 h 6345"/>
                  <a:gd name="connsiteX6" fmla="*/ 279 w 6343"/>
                  <a:gd name="connsiteY6" fmla="*/ 3390 h 6345"/>
                  <a:gd name="connsiteX7" fmla="*/ 1208 w 6343"/>
                  <a:gd name="connsiteY7" fmla="*/ 5633 h 6345"/>
                  <a:gd name="connsiteX8" fmla="*/ 345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0" y="6563"/>
                    </a:moveTo>
                    <a:cubicBezTo>
                      <a:pt x="4292" y="6563"/>
                      <a:pt x="5098" y="6228"/>
                      <a:pt x="5693" y="5633"/>
                    </a:cubicBezTo>
                    <a:cubicBezTo>
                      <a:pt x="6288" y="5038"/>
                      <a:pt x="6622" y="4231"/>
                      <a:pt x="6622" y="3390"/>
                    </a:cubicBezTo>
                    <a:cubicBezTo>
                      <a:pt x="6622" y="2548"/>
                      <a:pt x="6288" y="1741"/>
                      <a:pt x="5693" y="1146"/>
                    </a:cubicBezTo>
                    <a:cubicBezTo>
                      <a:pt x="5098" y="551"/>
                      <a:pt x="4292" y="217"/>
                      <a:pt x="3450" y="217"/>
                    </a:cubicBezTo>
                    <a:cubicBezTo>
                      <a:pt x="2609" y="217"/>
                      <a:pt x="1803" y="551"/>
                      <a:pt x="1208" y="1146"/>
                    </a:cubicBezTo>
                    <a:cubicBezTo>
                      <a:pt x="613" y="1741"/>
                      <a:pt x="279" y="2548"/>
                      <a:pt x="279" y="3390"/>
                    </a:cubicBezTo>
                    <a:cubicBezTo>
                      <a:pt x="279" y="4231"/>
                      <a:pt x="613" y="5038"/>
                      <a:pt x="1208" y="5633"/>
                    </a:cubicBezTo>
                    <a:cubicBezTo>
                      <a:pt x="1803" y="6228"/>
                      <a:pt x="2609" y="6563"/>
                      <a:pt x="345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23" name="Freeform: Shape 8922">
                <a:extLst>
                  <a:ext uri="{FF2B5EF4-FFF2-40B4-BE49-F238E27FC236}">
                    <a16:creationId xmlns:a16="http://schemas.microsoft.com/office/drawing/2014/main" id="{87E537B3-F168-1054-93AA-DD5A3ED5BC7D}"/>
                  </a:ext>
                </a:extLst>
              </p:cNvPr>
              <p:cNvSpPr/>
              <p:nvPr/>
            </p:nvSpPr>
            <p:spPr>
              <a:xfrm>
                <a:off x="9942421" y="6240720"/>
                <a:ext cx="6343" cy="6345"/>
              </a:xfrm>
              <a:custGeom>
                <a:avLst/>
                <a:gdLst>
                  <a:gd name="connsiteX0" fmla="*/ 3450 w 6343"/>
                  <a:gd name="connsiteY0" fmla="*/ 6563 h 6345"/>
                  <a:gd name="connsiteX1" fmla="*/ 5693 w 6343"/>
                  <a:gd name="connsiteY1" fmla="*/ 5634 h 6345"/>
                  <a:gd name="connsiteX2" fmla="*/ 6622 w 6343"/>
                  <a:gd name="connsiteY2" fmla="*/ 3390 h 6345"/>
                  <a:gd name="connsiteX3" fmla="*/ 5693 w 6343"/>
                  <a:gd name="connsiteY3" fmla="*/ 1147 h 6345"/>
                  <a:gd name="connsiteX4" fmla="*/ 3450 w 6343"/>
                  <a:gd name="connsiteY4" fmla="*/ 218 h 6345"/>
                  <a:gd name="connsiteX5" fmla="*/ 1207 w 6343"/>
                  <a:gd name="connsiteY5" fmla="*/ 1147 h 6345"/>
                  <a:gd name="connsiteX6" fmla="*/ 279 w 6343"/>
                  <a:gd name="connsiteY6" fmla="*/ 3390 h 6345"/>
                  <a:gd name="connsiteX7" fmla="*/ 1207 w 6343"/>
                  <a:gd name="connsiteY7" fmla="*/ 5634 h 6345"/>
                  <a:gd name="connsiteX8" fmla="*/ 345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0" y="6563"/>
                    </a:moveTo>
                    <a:cubicBezTo>
                      <a:pt x="4291" y="6563"/>
                      <a:pt x="5098" y="6229"/>
                      <a:pt x="5693" y="5634"/>
                    </a:cubicBezTo>
                    <a:cubicBezTo>
                      <a:pt x="6287" y="5039"/>
                      <a:pt x="6622" y="4232"/>
                      <a:pt x="6622" y="3390"/>
                    </a:cubicBezTo>
                    <a:cubicBezTo>
                      <a:pt x="6622" y="2549"/>
                      <a:pt x="6287" y="1742"/>
                      <a:pt x="5693" y="1147"/>
                    </a:cubicBezTo>
                    <a:cubicBezTo>
                      <a:pt x="5098" y="552"/>
                      <a:pt x="4291" y="218"/>
                      <a:pt x="3450" y="218"/>
                    </a:cubicBezTo>
                    <a:cubicBezTo>
                      <a:pt x="2609" y="218"/>
                      <a:pt x="1802" y="552"/>
                      <a:pt x="1207" y="1147"/>
                    </a:cubicBezTo>
                    <a:cubicBezTo>
                      <a:pt x="613" y="1742"/>
                      <a:pt x="279" y="2549"/>
                      <a:pt x="279" y="3390"/>
                    </a:cubicBezTo>
                    <a:cubicBezTo>
                      <a:pt x="279" y="4232"/>
                      <a:pt x="613" y="5039"/>
                      <a:pt x="1207" y="5634"/>
                    </a:cubicBezTo>
                    <a:cubicBezTo>
                      <a:pt x="1802" y="6229"/>
                      <a:pt x="2609" y="6563"/>
                      <a:pt x="345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24" name="Freeform: Shape 8923">
                <a:extLst>
                  <a:ext uri="{FF2B5EF4-FFF2-40B4-BE49-F238E27FC236}">
                    <a16:creationId xmlns:a16="http://schemas.microsoft.com/office/drawing/2014/main" id="{33CC60EB-1173-DD1F-E4ED-6CEB655D0D2A}"/>
                  </a:ext>
                </a:extLst>
              </p:cNvPr>
              <p:cNvSpPr/>
              <p:nvPr/>
            </p:nvSpPr>
            <p:spPr>
              <a:xfrm>
                <a:off x="9905429" y="6183595"/>
                <a:ext cx="6343" cy="6345"/>
              </a:xfrm>
              <a:custGeom>
                <a:avLst/>
                <a:gdLst>
                  <a:gd name="connsiteX0" fmla="*/ 3447 w 6343"/>
                  <a:gd name="connsiteY0" fmla="*/ 6558 h 6345"/>
                  <a:gd name="connsiteX1" fmla="*/ 5690 w 6343"/>
                  <a:gd name="connsiteY1" fmla="*/ 5629 h 6345"/>
                  <a:gd name="connsiteX2" fmla="*/ 6619 w 6343"/>
                  <a:gd name="connsiteY2" fmla="*/ 3386 h 6345"/>
                  <a:gd name="connsiteX3" fmla="*/ 5690 w 6343"/>
                  <a:gd name="connsiteY3" fmla="*/ 1142 h 6345"/>
                  <a:gd name="connsiteX4" fmla="*/ 3447 w 6343"/>
                  <a:gd name="connsiteY4" fmla="*/ 213 h 6345"/>
                  <a:gd name="connsiteX5" fmla="*/ 1205 w 6343"/>
                  <a:gd name="connsiteY5" fmla="*/ 1142 h 6345"/>
                  <a:gd name="connsiteX6" fmla="*/ 276 w 6343"/>
                  <a:gd name="connsiteY6" fmla="*/ 3386 h 6345"/>
                  <a:gd name="connsiteX7" fmla="*/ 1205 w 6343"/>
                  <a:gd name="connsiteY7" fmla="*/ 5629 h 6345"/>
                  <a:gd name="connsiteX8" fmla="*/ 3447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58"/>
                    </a:moveTo>
                    <a:cubicBezTo>
                      <a:pt x="4288" y="6558"/>
                      <a:pt x="5095" y="6224"/>
                      <a:pt x="5690" y="5629"/>
                    </a:cubicBezTo>
                    <a:cubicBezTo>
                      <a:pt x="6285" y="5034"/>
                      <a:pt x="6619" y="4227"/>
                      <a:pt x="6619" y="3386"/>
                    </a:cubicBezTo>
                    <a:cubicBezTo>
                      <a:pt x="6619" y="2544"/>
                      <a:pt x="6285" y="1737"/>
                      <a:pt x="5690" y="1142"/>
                    </a:cubicBezTo>
                    <a:cubicBezTo>
                      <a:pt x="5095" y="547"/>
                      <a:pt x="4288" y="213"/>
                      <a:pt x="3447" y="213"/>
                    </a:cubicBezTo>
                    <a:cubicBezTo>
                      <a:pt x="2606" y="213"/>
                      <a:pt x="1799" y="547"/>
                      <a:pt x="1205" y="1142"/>
                    </a:cubicBezTo>
                    <a:cubicBezTo>
                      <a:pt x="610" y="1737"/>
                      <a:pt x="276" y="2544"/>
                      <a:pt x="276" y="3386"/>
                    </a:cubicBezTo>
                    <a:cubicBezTo>
                      <a:pt x="276" y="4227"/>
                      <a:pt x="610" y="5034"/>
                      <a:pt x="1205" y="5629"/>
                    </a:cubicBezTo>
                    <a:cubicBezTo>
                      <a:pt x="1799" y="6224"/>
                      <a:pt x="2606" y="6558"/>
                      <a:pt x="3447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25" name="Freeform: Shape 8924">
                <a:extLst>
                  <a:ext uri="{FF2B5EF4-FFF2-40B4-BE49-F238E27FC236}">
                    <a16:creationId xmlns:a16="http://schemas.microsoft.com/office/drawing/2014/main" id="{96626396-64DC-7810-423E-B8510888B4F6}"/>
                  </a:ext>
                </a:extLst>
              </p:cNvPr>
              <p:cNvSpPr/>
              <p:nvPr/>
            </p:nvSpPr>
            <p:spPr>
              <a:xfrm>
                <a:off x="9876542" y="6208770"/>
                <a:ext cx="6343" cy="6345"/>
              </a:xfrm>
              <a:custGeom>
                <a:avLst/>
                <a:gdLst>
                  <a:gd name="connsiteX0" fmla="*/ 3445 w 6343"/>
                  <a:gd name="connsiteY0" fmla="*/ 6560 h 6345"/>
                  <a:gd name="connsiteX1" fmla="*/ 5688 w 6343"/>
                  <a:gd name="connsiteY1" fmla="*/ 5631 h 6345"/>
                  <a:gd name="connsiteX2" fmla="*/ 6616 w 6343"/>
                  <a:gd name="connsiteY2" fmla="*/ 3388 h 6345"/>
                  <a:gd name="connsiteX3" fmla="*/ 5688 w 6343"/>
                  <a:gd name="connsiteY3" fmla="*/ 1144 h 6345"/>
                  <a:gd name="connsiteX4" fmla="*/ 3445 w 6343"/>
                  <a:gd name="connsiteY4" fmla="*/ 215 h 6345"/>
                  <a:gd name="connsiteX5" fmla="*/ 1202 w 6343"/>
                  <a:gd name="connsiteY5" fmla="*/ 1144 h 6345"/>
                  <a:gd name="connsiteX6" fmla="*/ 273 w 6343"/>
                  <a:gd name="connsiteY6" fmla="*/ 3388 h 6345"/>
                  <a:gd name="connsiteX7" fmla="*/ 1202 w 6343"/>
                  <a:gd name="connsiteY7" fmla="*/ 5631 h 6345"/>
                  <a:gd name="connsiteX8" fmla="*/ 3445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60"/>
                    </a:moveTo>
                    <a:cubicBezTo>
                      <a:pt x="4286" y="6560"/>
                      <a:pt x="5093" y="6226"/>
                      <a:pt x="5688" y="5631"/>
                    </a:cubicBezTo>
                    <a:cubicBezTo>
                      <a:pt x="6282" y="5036"/>
                      <a:pt x="6616" y="4229"/>
                      <a:pt x="6616" y="3388"/>
                    </a:cubicBezTo>
                    <a:cubicBezTo>
                      <a:pt x="6616" y="2546"/>
                      <a:pt x="6282" y="1739"/>
                      <a:pt x="5688" y="1144"/>
                    </a:cubicBezTo>
                    <a:cubicBezTo>
                      <a:pt x="5093" y="549"/>
                      <a:pt x="4286" y="215"/>
                      <a:pt x="3445" y="215"/>
                    </a:cubicBezTo>
                    <a:cubicBezTo>
                      <a:pt x="2604" y="215"/>
                      <a:pt x="1797" y="549"/>
                      <a:pt x="1202" y="1144"/>
                    </a:cubicBezTo>
                    <a:cubicBezTo>
                      <a:pt x="608" y="1739"/>
                      <a:pt x="273" y="2546"/>
                      <a:pt x="273" y="3388"/>
                    </a:cubicBezTo>
                    <a:cubicBezTo>
                      <a:pt x="273" y="4229"/>
                      <a:pt x="608" y="5036"/>
                      <a:pt x="1202" y="5631"/>
                    </a:cubicBezTo>
                    <a:cubicBezTo>
                      <a:pt x="1797" y="6226"/>
                      <a:pt x="2604" y="6560"/>
                      <a:pt x="3445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26" name="Freeform: Shape 8925">
                <a:extLst>
                  <a:ext uri="{FF2B5EF4-FFF2-40B4-BE49-F238E27FC236}">
                    <a16:creationId xmlns:a16="http://schemas.microsoft.com/office/drawing/2014/main" id="{61BE4F2D-58CD-150B-065A-F2C01DEE5515}"/>
                  </a:ext>
                </a:extLst>
              </p:cNvPr>
              <p:cNvSpPr/>
              <p:nvPr/>
            </p:nvSpPr>
            <p:spPr>
              <a:xfrm>
                <a:off x="9870288" y="6210039"/>
                <a:ext cx="6343" cy="6345"/>
              </a:xfrm>
              <a:custGeom>
                <a:avLst/>
                <a:gdLst>
                  <a:gd name="connsiteX0" fmla="*/ 3444 w 6343"/>
                  <a:gd name="connsiteY0" fmla="*/ 6561 h 6345"/>
                  <a:gd name="connsiteX1" fmla="*/ 5687 w 6343"/>
                  <a:gd name="connsiteY1" fmla="*/ 5631 h 6345"/>
                  <a:gd name="connsiteX2" fmla="*/ 6616 w 6343"/>
                  <a:gd name="connsiteY2" fmla="*/ 3388 h 6345"/>
                  <a:gd name="connsiteX3" fmla="*/ 5687 w 6343"/>
                  <a:gd name="connsiteY3" fmla="*/ 1144 h 6345"/>
                  <a:gd name="connsiteX4" fmla="*/ 3444 w 6343"/>
                  <a:gd name="connsiteY4" fmla="*/ 215 h 6345"/>
                  <a:gd name="connsiteX5" fmla="*/ 1202 w 6343"/>
                  <a:gd name="connsiteY5" fmla="*/ 1144 h 6345"/>
                  <a:gd name="connsiteX6" fmla="*/ 273 w 6343"/>
                  <a:gd name="connsiteY6" fmla="*/ 3388 h 6345"/>
                  <a:gd name="connsiteX7" fmla="*/ 1202 w 6343"/>
                  <a:gd name="connsiteY7" fmla="*/ 5631 h 6345"/>
                  <a:gd name="connsiteX8" fmla="*/ 3444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61"/>
                    </a:moveTo>
                    <a:cubicBezTo>
                      <a:pt x="4286" y="6561"/>
                      <a:pt x="5092" y="6226"/>
                      <a:pt x="5687" y="5631"/>
                    </a:cubicBezTo>
                    <a:cubicBezTo>
                      <a:pt x="6282" y="5036"/>
                      <a:pt x="6616" y="4229"/>
                      <a:pt x="6616" y="3388"/>
                    </a:cubicBezTo>
                    <a:cubicBezTo>
                      <a:pt x="6616" y="2546"/>
                      <a:pt x="6282" y="1739"/>
                      <a:pt x="5687" y="1144"/>
                    </a:cubicBezTo>
                    <a:cubicBezTo>
                      <a:pt x="5092" y="549"/>
                      <a:pt x="4286" y="215"/>
                      <a:pt x="3444" y="215"/>
                    </a:cubicBezTo>
                    <a:cubicBezTo>
                      <a:pt x="2603" y="215"/>
                      <a:pt x="1797" y="549"/>
                      <a:pt x="1202" y="1144"/>
                    </a:cubicBezTo>
                    <a:cubicBezTo>
                      <a:pt x="607" y="1739"/>
                      <a:pt x="273" y="2546"/>
                      <a:pt x="273" y="3388"/>
                    </a:cubicBezTo>
                    <a:cubicBezTo>
                      <a:pt x="273" y="4229"/>
                      <a:pt x="607" y="5036"/>
                      <a:pt x="1202" y="5631"/>
                    </a:cubicBezTo>
                    <a:cubicBezTo>
                      <a:pt x="1797" y="6226"/>
                      <a:pt x="2603" y="6561"/>
                      <a:pt x="3444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27" name="Freeform: Shape 8926">
                <a:extLst>
                  <a:ext uri="{FF2B5EF4-FFF2-40B4-BE49-F238E27FC236}">
                    <a16:creationId xmlns:a16="http://schemas.microsoft.com/office/drawing/2014/main" id="{ADCE3CB5-653B-FA49-D4A0-C5E05BAD49C4}"/>
                  </a:ext>
                </a:extLst>
              </p:cNvPr>
              <p:cNvSpPr/>
              <p:nvPr/>
            </p:nvSpPr>
            <p:spPr>
              <a:xfrm>
                <a:off x="9892508" y="6273515"/>
                <a:ext cx="6343" cy="6345"/>
              </a:xfrm>
              <a:custGeom>
                <a:avLst/>
                <a:gdLst>
                  <a:gd name="connsiteX0" fmla="*/ 3446 w 6343"/>
                  <a:gd name="connsiteY0" fmla="*/ 6566 h 6345"/>
                  <a:gd name="connsiteX1" fmla="*/ 5689 w 6343"/>
                  <a:gd name="connsiteY1" fmla="*/ 5636 h 6345"/>
                  <a:gd name="connsiteX2" fmla="*/ 6618 w 6343"/>
                  <a:gd name="connsiteY2" fmla="*/ 3393 h 6345"/>
                  <a:gd name="connsiteX3" fmla="*/ 5689 w 6343"/>
                  <a:gd name="connsiteY3" fmla="*/ 1149 h 6345"/>
                  <a:gd name="connsiteX4" fmla="*/ 3446 w 6343"/>
                  <a:gd name="connsiteY4" fmla="*/ 220 h 6345"/>
                  <a:gd name="connsiteX5" fmla="*/ 1204 w 6343"/>
                  <a:gd name="connsiteY5" fmla="*/ 1149 h 6345"/>
                  <a:gd name="connsiteX6" fmla="*/ 275 w 6343"/>
                  <a:gd name="connsiteY6" fmla="*/ 3393 h 6345"/>
                  <a:gd name="connsiteX7" fmla="*/ 1204 w 6343"/>
                  <a:gd name="connsiteY7" fmla="*/ 5636 h 6345"/>
                  <a:gd name="connsiteX8" fmla="*/ 3446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66"/>
                    </a:moveTo>
                    <a:cubicBezTo>
                      <a:pt x="4287" y="6566"/>
                      <a:pt x="5094" y="6231"/>
                      <a:pt x="5689" y="5636"/>
                    </a:cubicBezTo>
                    <a:cubicBezTo>
                      <a:pt x="6284" y="5041"/>
                      <a:pt x="6618" y="4234"/>
                      <a:pt x="6618" y="3393"/>
                    </a:cubicBezTo>
                    <a:cubicBezTo>
                      <a:pt x="6618" y="2551"/>
                      <a:pt x="6284" y="1744"/>
                      <a:pt x="5689" y="1149"/>
                    </a:cubicBezTo>
                    <a:cubicBezTo>
                      <a:pt x="5094" y="554"/>
                      <a:pt x="4287" y="220"/>
                      <a:pt x="3446" y="220"/>
                    </a:cubicBezTo>
                    <a:cubicBezTo>
                      <a:pt x="2605" y="220"/>
                      <a:pt x="1798" y="554"/>
                      <a:pt x="1204" y="1149"/>
                    </a:cubicBezTo>
                    <a:cubicBezTo>
                      <a:pt x="609" y="1744"/>
                      <a:pt x="275" y="2551"/>
                      <a:pt x="275" y="3393"/>
                    </a:cubicBezTo>
                    <a:cubicBezTo>
                      <a:pt x="275" y="4234"/>
                      <a:pt x="609" y="5041"/>
                      <a:pt x="1204" y="5636"/>
                    </a:cubicBezTo>
                    <a:cubicBezTo>
                      <a:pt x="1798" y="6231"/>
                      <a:pt x="2605" y="6566"/>
                      <a:pt x="3446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28" name="Freeform: Shape 8927">
                <a:extLst>
                  <a:ext uri="{FF2B5EF4-FFF2-40B4-BE49-F238E27FC236}">
                    <a16:creationId xmlns:a16="http://schemas.microsoft.com/office/drawing/2014/main" id="{C94844C4-2D00-A6BA-937D-237B3A4AF88F}"/>
                  </a:ext>
                </a:extLst>
              </p:cNvPr>
              <p:cNvSpPr/>
              <p:nvPr/>
            </p:nvSpPr>
            <p:spPr>
              <a:xfrm>
                <a:off x="9891878" y="6288217"/>
                <a:ext cx="6343" cy="6345"/>
              </a:xfrm>
              <a:custGeom>
                <a:avLst/>
                <a:gdLst>
                  <a:gd name="connsiteX0" fmla="*/ 3446 w 6343"/>
                  <a:gd name="connsiteY0" fmla="*/ 6567 h 6345"/>
                  <a:gd name="connsiteX1" fmla="*/ 5689 w 6343"/>
                  <a:gd name="connsiteY1" fmla="*/ 5637 h 6345"/>
                  <a:gd name="connsiteX2" fmla="*/ 6618 w 6343"/>
                  <a:gd name="connsiteY2" fmla="*/ 3394 h 6345"/>
                  <a:gd name="connsiteX3" fmla="*/ 5689 w 6343"/>
                  <a:gd name="connsiteY3" fmla="*/ 1151 h 6345"/>
                  <a:gd name="connsiteX4" fmla="*/ 3446 w 6343"/>
                  <a:gd name="connsiteY4" fmla="*/ 221 h 6345"/>
                  <a:gd name="connsiteX5" fmla="*/ 1203 w 6343"/>
                  <a:gd name="connsiteY5" fmla="*/ 1151 h 6345"/>
                  <a:gd name="connsiteX6" fmla="*/ 275 w 6343"/>
                  <a:gd name="connsiteY6" fmla="*/ 3394 h 6345"/>
                  <a:gd name="connsiteX7" fmla="*/ 1203 w 6343"/>
                  <a:gd name="connsiteY7" fmla="*/ 5637 h 6345"/>
                  <a:gd name="connsiteX8" fmla="*/ 3446 w 6343"/>
                  <a:gd name="connsiteY8" fmla="*/ 65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67"/>
                    </a:moveTo>
                    <a:cubicBezTo>
                      <a:pt x="4287" y="6567"/>
                      <a:pt x="5094" y="6232"/>
                      <a:pt x="5689" y="5637"/>
                    </a:cubicBezTo>
                    <a:cubicBezTo>
                      <a:pt x="6283" y="5043"/>
                      <a:pt x="6618" y="4235"/>
                      <a:pt x="6618" y="3394"/>
                    </a:cubicBezTo>
                    <a:cubicBezTo>
                      <a:pt x="6618" y="2553"/>
                      <a:pt x="6283" y="1746"/>
                      <a:pt x="5689" y="1151"/>
                    </a:cubicBezTo>
                    <a:cubicBezTo>
                      <a:pt x="5094" y="556"/>
                      <a:pt x="4287" y="221"/>
                      <a:pt x="3446" y="221"/>
                    </a:cubicBezTo>
                    <a:cubicBezTo>
                      <a:pt x="2605" y="221"/>
                      <a:pt x="1798" y="556"/>
                      <a:pt x="1203" y="1151"/>
                    </a:cubicBezTo>
                    <a:cubicBezTo>
                      <a:pt x="609" y="1746"/>
                      <a:pt x="275" y="2553"/>
                      <a:pt x="275" y="3394"/>
                    </a:cubicBezTo>
                    <a:cubicBezTo>
                      <a:pt x="275" y="4235"/>
                      <a:pt x="609" y="5043"/>
                      <a:pt x="1203" y="5637"/>
                    </a:cubicBezTo>
                    <a:cubicBezTo>
                      <a:pt x="1798" y="6232"/>
                      <a:pt x="2605" y="6567"/>
                      <a:pt x="3446" y="65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29" name="Freeform: Shape 8928">
                <a:extLst>
                  <a:ext uri="{FF2B5EF4-FFF2-40B4-BE49-F238E27FC236}">
                    <a16:creationId xmlns:a16="http://schemas.microsoft.com/office/drawing/2014/main" id="{AC51720E-EBA6-7AA7-C00F-92999990BCC0}"/>
                  </a:ext>
                </a:extLst>
              </p:cNvPr>
              <p:cNvSpPr/>
              <p:nvPr/>
            </p:nvSpPr>
            <p:spPr>
              <a:xfrm>
                <a:off x="9890958" y="6302660"/>
                <a:ext cx="6343" cy="6345"/>
              </a:xfrm>
              <a:custGeom>
                <a:avLst/>
                <a:gdLst>
                  <a:gd name="connsiteX0" fmla="*/ 3446 w 6343"/>
                  <a:gd name="connsiteY0" fmla="*/ 6568 h 6345"/>
                  <a:gd name="connsiteX1" fmla="*/ 5689 w 6343"/>
                  <a:gd name="connsiteY1" fmla="*/ 5639 h 6345"/>
                  <a:gd name="connsiteX2" fmla="*/ 6618 w 6343"/>
                  <a:gd name="connsiteY2" fmla="*/ 3395 h 6345"/>
                  <a:gd name="connsiteX3" fmla="*/ 5689 w 6343"/>
                  <a:gd name="connsiteY3" fmla="*/ 1152 h 6345"/>
                  <a:gd name="connsiteX4" fmla="*/ 3446 w 6343"/>
                  <a:gd name="connsiteY4" fmla="*/ 222 h 6345"/>
                  <a:gd name="connsiteX5" fmla="*/ 1203 w 6343"/>
                  <a:gd name="connsiteY5" fmla="*/ 1152 h 6345"/>
                  <a:gd name="connsiteX6" fmla="*/ 274 w 6343"/>
                  <a:gd name="connsiteY6" fmla="*/ 3395 h 6345"/>
                  <a:gd name="connsiteX7" fmla="*/ 1203 w 6343"/>
                  <a:gd name="connsiteY7" fmla="*/ 5639 h 6345"/>
                  <a:gd name="connsiteX8" fmla="*/ 3446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68"/>
                    </a:moveTo>
                    <a:cubicBezTo>
                      <a:pt x="4287" y="6568"/>
                      <a:pt x="5094" y="6234"/>
                      <a:pt x="5689" y="5639"/>
                    </a:cubicBezTo>
                    <a:cubicBezTo>
                      <a:pt x="6283" y="5044"/>
                      <a:pt x="6618" y="4237"/>
                      <a:pt x="6618" y="3395"/>
                    </a:cubicBezTo>
                    <a:cubicBezTo>
                      <a:pt x="6618" y="2554"/>
                      <a:pt x="6283" y="1747"/>
                      <a:pt x="5689" y="1152"/>
                    </a:cubicBezTo>
                    <a:cubicBezTo>
                      <a:pt x="5094" y="557"/>
                      <a:pt x="4287" y="222"/>
                      <a:pt x="3446" y="222"/>
                    </a:cubicBezTo>
                    <a:cubicBezTo>
                      <a:pt x="2605" y="222"/>
                      <a:pt x="1798" y="557"/>
                      <a:pt x="1203" y="1152"/>
                    </a:cubicBezTo>
                    <a:cubicBezTo>
                      <a:pt x="609" y="1747"/>
                      <a:pt x="274" y="2554"/>
                      <a:pt x="274" y="3395"/>
                    </a:cubicBezTo>
                    <a:cubicBezTo>
                      <a:pt x="274" y="4237"/>
                      <a:pt x="609" y="5044"/>
                      <a:pt x="1203" y="5639"/>
                    </a:cubicBezTo>
                    <a:cubicBezTo>
                      <a:pt x="1798" y="6234"/>
                      <a:pt x="2605" y="6568"/>
                      <a:pt x="3446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30" name="Freeform: Shape 8929">
                <a:extLst>
                  <a:ext uri="{FF2B5EF4-FFF2-40B4-BE49-F238E27FC236}">
                    <a16:creationId xmlns:a16="http://schemas.microsoft.com/office/drawing/2014/main" id="{10F2FA8A-92F7-153F-BEE7-B3431F41F509}"/>
                  </a:ext>
                </a:extLst>
              </p:cNvPr>
              <p:cNvSpPr/>
              <p:nvPr/>
            </p:nvSpPr>
            <p:spPr>
              <a:xfrm>
                <a:off x="9892233" y="6322541"/>
                <a:ext cx="6343" cy="6345"/>
              </a:xfrm>
              <a:custGeom>
                <a:avLst/>
                <a:gdLst>
                  <a:gd name="connsiteX0" fmla="*/ 3446 w 6343"/>
                  <a:gd name="connsiteY0" fmla="*/ 6569 h 6345"/>
                  <a:gd name="connsiteX1" fmla="*/ 5689 w 6343"/>
                  <a:gd name="connsiteY1" fmla="*/ 5640 h 6345"/>
                  <a:gd name="connsiteX2" fmla="*/ 6618 w 6343"/>
                  <a:gd name="connsiteY2" fmla="*/ 3397 h 6345"/>
                  <a:gd name="connsiteX3" fmla="*/ 5689 w 6343"/>
                  <a:gd name="connsiteY3" fmla="*/ 1153 h 6345"/>
                  <a:gd name="connsiteX4" fmla="*/ 3446 w 6343"/>
                  <a:gd name="connsiteY4" fmla="*/ 224 h 6345"/>
                  <a:gd name="connsiteX5" fmla="*/ 1203 w 6343"/>
                  <a:gd name="connsiteY5" fmla="*/ 1153 h 6345"/>
                  <a:gd name="connsiteX6" fmla="*/ 275 w 6343"/>
                  <a:gd name="connsiteY6" fmla="*/ 3397 h 6345"/>
                  <a:gd name="connsiteX7" fmla="*/ 1203 w 6343"/>
                  <a:gd name="connsiteY7" fmla="*/ 5640 h 6345"/>
                  <a:gd name="connsiteX8" fmla="*/ 3446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69"/>
                    </a:moveTo>
                    <a:cubicBezTo>
                      <a:pt x="4287" y="6569"/>
                      <a:pt x="5094" y="6235"/>
                      <a:pt x="5689" y="5640"/>
                    </a:cubicBezTo>
                    <a:cubicBezTo>
                      <a:pt x="6283" y="5045"/>
                      <a:pt x="6618" y="4238"/>
                      <a:pt x="6618" y="3397"/>
                    </a:cubicBezTo>
                    <a:cubicBezTo>
                      <a:pt x="6618" y="2555"/>
                      <a:pt x="6283" y="1748"/>
                      <a:pt x="5689" y="1153"/>
                    </a:cubicBezTo>
                    <a:cubicBezTo>
                      <a:pt x="5094" y="558"/>
                      <a:pt x="4287" y="224"/>
                      <a:pt x="3446" y="224"/>
                    </a:cubicBezTo>
                    <a:cubicBezTo>
                      <a:pt x="2605" y="224"/>
                      <a:pt x="1798" y="558"/>
                      <a:pt x="1203" y="1153"/>
                    </a:cubicBezTo>
                    <a:cubicBezTo>
                      <a:pt x="609" y="1748"/>
                      <a:pt x="275" y="2555"/>
                      <a:pt x="275" y="3397"/>
                    </a:cubicBezTo>
                    <a:cubicBezTo>
                      <a:pt x="275" y="4238"/>
                      <a:pt x="609" y="5045"/>
                      <a:pt x="1203" y="5640"/>
                    </a:cubicBezTo>
                    <a:cubicBezTo>
                      <a:pt x="1798" y="6235"/>
                      <a:pt x="2605" y="6569"/>
                      <a:pt x="3446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31" name="Freeform: Shape 8930">
                <a:extLst>
                  <a:ext uri="{FF2B5EF4-FFF2-40B4-BE49-F238E27FC236}">
                    <a16:creationId xmlns:a16="http://schemas.microsoft.com/office/drawing/2014/main" id="{7563DA11-CE9B-87C9-DB0A-871F634A90AC}"/>
                  </a:ext>
                </a:extLst>
              </p:cNvPr>
              <p:cNvSpPr/>
              <p:nvPr/>
            </p:nvSpPr>
            <p:spPr>
              <a:xfrm>
                <a:off x="9891081" y="6337337"/>
                <a:ext cx="6343" cy="6345"/>
              </a:xfrm>
              <a:custGeom>
                <a:avLst/>
                <a:gdLst>
                  <a:gd name="connsiteX0" fmla="*/ 3446 w 6343"/>
                  <a:gd name="connsiteY0" fmla="*/ 6571 h 6345"/>
                  <a:gd name="connsiteX1" fmla="*/ 5689 w 6343"/>
                  <a:gd name="connsiteY1" fmla="*/ 5641 h 6345"/>
                  <a:gd name="connsiteX2" fmla="*/ 6618 w 6343"/>
                  <a:gd name="connsiteY2" fmla="*/ 3398 h 6345"/>
                  <a:gd name="connsiteX3" fmla="*/ 5689 w 6343"/>
                  <a:gd name="connsiteY3" fmla="*/ 1154 h 6345"/>
                  <a:gd name="connsiteX4" fmla="*/ 3446 w 6343"/>
                  <a:gd name="connsiteY4" fmla="*/ 225 h 6345"/>
                  <a:gd name="connsiteX5" fmla="*/ 1203 w 6343"/>
                  <a:gd name="connsiteY5" fmla="*/ 1154 h 6345"/>
                  <a:gd name="connsiteX6" fmla="*/ 274 w 6343"/>
                  <a:gd name="connsiteY6" fmla="*/ 3398 h 6345"/>
                  <a:gd name="connsiteX7" fmla="*/ 1203 w 6343"/>
                  <a:gd name="connsiteY7" fmla="*/ 5641 h 6345"/>
                  <a:gd name="connsiteX8" fmla="*/ 3446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1"/>
                    </a:moveTo>
                    <a:cubicBezTo>
                      <a:pt x="4287" y="6571"/>
                      <a:pt x="5094" y="6236"/>
                      <a:pt x="5689" y="5641"/>
                    </a:cubicBezTo>
                    <a:cubicBezTo>
                      <a:pt x="6283" y="5046"/>
                      <a:pt x="6618" y="4239"/>
                      <a:pt x="6618" y="3398"/>
                    </a:cubicBezTo>
                    <a:cubicBezTo>
                      <a:pt x="6618" y="2556"/>
                      <a:pt x="6283" y="1749"/>
                      <a:pt x="5689" y="1154"/>
                    </a:cubicBezTo>
                    <a:cubicBezTo>
                      <a:pt x="5094" y="559"/>
                      <a:pt x="4287" y="225"/>
                      <a:pt x="3446" y="225"/>
                    </a:cubicBezTo>
                    <a:cubicBezTo>
                      <a:pt x="2605" y="225"/>
                      <a:pt x="1798" y="559"/>
                      <a:pt x="1203" y="1154"/>
                    </a:cubicBezTo>
                    <a:cubicBezTo>
                      <a:pt x="609" y="1749"/>
                      <a:pt x="274" y="2556"/>
                      <a:pt x="274" y="3398"/>
                    </a:cubicBezTo>
                    <a:cubicBezTo>
                      <a:pt x="274" y="4239"/>
                      <a:pt x="609" y="5046"/>
                      <a:pt x="1203" y="5641"/>
                    </a:cubicBezTo>
                    <a:cubicBezTo>
                      <a:pt x="1798" y="6236"/>
                      <a:pt x="2605" y="6571"/>
                      <a:pt x="3446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32" name="Freeform: Shape 8931">
                <a:extLst>
                  <a:ext uri="{FF2B5EF4-FFF2-40B4-BE49-F238E27FC236}">
                    <a16:creationId xmlns:a16="http://schemas.microsoft.com/office/drawing/2014/main" id="{3DE4947F-62AD-4A47-A6C3-68BBBC8E5D0E}"/>
                  </a:ext>
                </a:extLst>
              </p:cNvPr>
              <p:cNvSpPr/>
              <p:nvPr/>
            </p:nvSpPr>
            <p:spPr>
              <a:xfrm>
                <a:off x="9891713" y="6356788"/>
                <a:ext cx="6343" cy="6345"/>
              </a:xfrm>
              <a:custGeom>
                <a:avLst/>
                <a:gdLst>
                  <a:gd name="connsiteX0" fmla="*/ 3446 w 6343"/>
                  <a:gd name="connsiteY0" fmla="*/ 6572 h 6345"/>
                  <a:gd name="connsiteX1" fmla="*/ 5689 w 6343"/>
                  <a:gd name="connsiteY1" fmla="*/ 5643 h 6345"/>
                  <a:gd name="connsiteX2" fmla="*/ 6618 w 6343"/>
                  <a:gd name="connsiteY2" fmla="*/ 3399 h 6345"/>
                  <a:gd name="connsiteX3" fmla="*/ 5689 w 6343"/>
                  <a:gd name="connsiteY3" fmla="*/ 1156 h 6345"/>
                  <a:gd name="connsiteX4" fmla="*/ 3446 w 6343"/>
                  <a:gd name="connsiteY4" fmla="*/ 227 h 6345"/>
                  <a:gd name="connsiteX5" fmla="*/ 1203 w 6343"/>
                  <a:gd name="connsiteY5" fmla="*/ 1156 h 6345"/>
                  <a:gd name="connsiteX6" fmla="*/ 275 w 6343"/>
                  <a:gd name="connsiteY6" fmla="*/ 3399 h 6345"/>
                  <a:gd name="connsiteX7" fmla="*/ 1203 w 6343"/>
                  <a:gd name="connsiteY7" fmla="*/ 5643 h 6345"/>
                  <a:gd name="connsiteX8" fmla="*/ 3446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2"/>
                    </a:moveTo>
                    <a:cubicBezTo>
                      <a:pt x="4287" y="6572"/>
                      <a:pt x="5094" y="6238"/>
                      <a:pt x="5689" y="5643"/>
                    </a:cubicBezTo>
                    <a:cubicBezTo>
                      <a:pt x="6283" y="5048"/>
                      <a:pt x="6618" y="4241"/>
                      <a:pt x="6618" y="3399"/>
                    </a:cubicBezTo>
                    <a:cubicBezTo>
                      <a:pt x="6618" y="2558"/>
                      <a:pt x="6283" y="1751"/>
                      <a:pt x="5689" y="1156"/>
                    </a:cubicBezTo>
                    <a:cubicBezTo>
                      <a:pt x="5094" y="561"/>
                      <a:pt x="4287" y="227"/>
                      <a:pt x="3446" y="227"/>
                    </a:cubicBezTo>
                    <a:cubicBezTo>
                      <a:pt x="2605" y="227"/>
                      <a:pt x="1798" y="561"/>
                      <a:pt x="1203" y="1156"/>
                    </a:cubicBezTo>
                    <a:cubicBezTo>
                      <a:pt x="609" y="1751"/>
                      <a:pt x="275" y="2558"/>
                      <a:pt x="275" y="3399"/>
                    </a:cubicBezTo>
                    <a:cubicBezTo>
                      <a:pt x="275" y="4241"/>
                      <a:pt x="609" y="5048"/>
                      <a:pt x="1203" y="5643"/>
                    </a:cubicBezTo>
                    <a:cubicBezTo>
                      <a:pt x="1798" y="6238"/>
                      <a:pt x="2605" y="6572"/>
                      <a:pt x="3446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33" name="Freeform: Shape 8932">
                <a:extLst>
                  <a:ext uri="{FF2B5EF4-FFF2-40B4-BE49-F238E27FC236}">
                    <a16:creationId xmlns:a16="http://schemas.microsoft.com/office/drawing/2014/main" id="{B1229072-C03B-729E-E3EF-CA14025AABEF}"/>
                  </a:ext>
                </a:extLst>
              </p:cNvPr>
              <p:cNvSpPr/>
              <p:nvPr/>
            </p:nvSpPr>
            <p:spPr>
              <a:xfrm>
                <a:off x="9892867" y="6378084"/>
                <a:ext cx="6343" cy="6345"/>
              </a:xfrm>
              <a:custGeom>
                <a:avLst/>
                <a:gdLst>
                  <a:gd name="connsiteX0" fmla="*/ 3446 w 6343"/>
                  <a:gd name="connsiteY0" fmla="*/ 6574 h 6345"/>
                  <a:gd name="connsiteX1" fmla="*/ 5689 w 6343"/>
                  <a:gd name="connsiteY1" fmla="*/ 5645 h 6345"/>
                  <a:gd name="connsiteX2" fmla="*/ 6618 w 6343"/>
                  <a:gd name="connsiteY2" fmla="*/ 3401 h 6345"/>
                  <a:gd name="connsiteX3" fmla="*/ 5689 w 6343"/>
                  <a:gd name="connsiteY3" fmla="*/ 1158 h 6345"/>
                  <a:gd name="connsiteX4" fmla="*/ 3446 w 6343"/>
                  <a:gd name="connsiteY4" fmla="*/ 228 h 6345"/>
                  <a:gd name="connsiteX5" fmla="*/ 1204 w 6343"/>
                  <a:gd name="connsiteY5" fmla="*/ 1158 h 6345"/>
                  <a:gd name="connsiteX6" fmla="*/ 275 w 6343"/>
                  <a:gd name="connsiteY6" fmla="*/ 3401 h 6345"/>
                  <a:gd name="connsiteX7" fmla="*/ 1204 w 6343"/>
                  <a:gd name="connsiteY7" fmla="*/ 5645 h 6345"/>
                  <a:gd name="connsiteX8" fmla="*/ 3446 w 6343"/>
                  <a:gd name="connsiteY8" fmla="*/ 65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4"/>
                    </a:moveTo>
                    <a:cubicBezTo>
                      <a:pt x="4287" y="6574"/>
                      <a:pt x="5094" y="6240"/>
                      <a:pt x="5689" y="5645"/>
                    </a:cubicBezTo>
                    <a:cubicBezTo>
                      <a:pt x="6284" y="5050"/>
                      <a:pt x="6618" y="4243"/>
                      <a:pt x="6618" y="3401"/>
                    </a:cubicBezTo>
                    <a:cubicBezTo>
                      <a:pt x="6618" y="2560"/>
                      <a:pt x="6284" y="1753"/>
                      <a:pt x="5689" y="1158"/>
                    </a:cubicBezTo>
                    <a:cubicBezTo>
                      <a:pt x="5094" y="563"/>
                      <a:pt x="4287" y="228"/>
                      <a:pt x="3446" y="228"/>
                    </a:cubicBezTo>
                    <a:cubicBezTo>
                      <a:pt x="2605" y="228"/>
                      <a:pt x="1798" y="563"/>
                      <a:pt x="1204" y="1158"/>
                    </a:cubicBezTo>
                    <a:cubicBezTo>
                      <a:pt x="609" y="1753"/>
                      <a:pt x="275" y="2560"/>
                      <a:pt x="275" y="3401"/>
                    </a:cubicBezTo>
                    <a:cubicBezTo>
                      <a:pt x="275" y="4243"/>
                      <a:pt x="609" y="5050"/>
                      <a:pt x="1204" y="5645"/>
                    </a:cubicBezTo>
                    <a:cubicBezTo>
                      <a:pt x="1798" y="6240"/>
                      <a:pt x="2605" y="6574"/>
                      <a:pt x="3446" y="65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34" name="Freeform: Shape 8933">
                <a:extLst>
                  <a:ext uri="{FF2B5EF4-FFF2-40B4-BE49-F238E27FC236}">
                    <a16:creationId xmlns:a16="http://schemas.microsoft.com/office/drawing/2014/main" id="{BEA33721-0491-51C6-CC49-6910E5661B41}"/>
                  </a:ext>
                </a:extLst>
              </p:cNvPr>
              <p:cNvSpPr/>
              <p:nvPr/>
            </p:nvSpPr>
            <p:spPr>
              <a:xfrm>
                <a:off x="9890229" y="6390707"/>
                <a:ext cx="6343" cy="6345"/>
              </a:xfrm>
              <a:custGeom>
                <a:avLst/>
                <a:gdLst>
                  <a:gd name="connsiteX0" fmla="*/ 3446 w 6343"/>
                  <a:gd name="connsiteY0" fmla="*/ 6575 h 6345"/>
                  <a:gd name="connsiteX1" fmla="*/ 5689 w 6343"/>
                  <a:gd name="connsiteY1" fmla="*/ 5646 h 6345"/>
                  <a:gd name="connsiteX2" fmla="*/ 6618 w 6343"/>
                  <a:gd name="connsiteY2" fmla="*/ 3402 h 6345"/>
                  <a:gd name="connsiteX3" fmla="*/ 5689 w 6343"/>
                  <a:gd name="connsiteY3" fmla="*/ 1159 h 6345"/>
                  <a:gd name="connsiteX4" fmla="*/ 3446 w 6343"/>
                  <a:gd name="connsiteY4" fmla="*/ 229 h 6345"/>
                  <a:gd name="connsiteX5" fmla="*/ 1203 w 6343"/>
                  <a:gd name="connsiteY5" fmla="*/ 1159 h 6345"/>
                  <a:gd name="connsiteX6" fmla="*/ 274 w 6343"/>
                  <a:gd name="connsiteY6" fmla="*/ 3402 h 6345"/>
                  <a:gd name="connsiteX7" fmla="*/ 1203 w 6343"/>
                  <a:gd name="connsiteY7" fmla="*/ 5646 h 6345"/>
                  <a:gd name="connsiteX8" fmla="*/ 3446 w 6343"/>
                  <a:gd name="connsiteY8" fmla="*/ 65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5"/>
                    </a:moveTo>
                    <a:cubicBezTo>
                      <a:pt x="4287" y="6575"/>
                      <a:pt x="5094" y="6241"/>
                      <a:pt x="5689" y="5646"/>
                    </a:cubicBezTo>
                    <a:cubicBezTo>
                      <a:pt x="6283" y="5051"/>
                      <a:pt x="6618" y="4244"/>
                      <a:pt x="6618" y="3402"/>
                    </a:cubicBezTo>
                    <a:cubicBezTo>
                      <a:pt x="6618" y="2561"/>
                      <a:pt x="6283" y="1754"/>
                      <a:pt x="5689" y="1159"/>
                    </a:cubicBezTo>
                    <a:cubicBezTo>
                      <a:pt x="5094" y="564"/>
                      <a:pt x="4287" y="229"/>
                      <a:pt x="3446" y="229"/>
                    </a:cubicBezTo>
                    <a:cubicBezTo>
                      <a:pt x="2605" y="229"/>
                      <a:pt x="1798" y="564"/>
                      <a:pt x="1203" y="1159"/>
                    </a:cubicBezTo>
                    <a:cubicBezTo>
                      <a:pt x="609" y="1754"/>
                      <a:pt x="274" y="2561"/>
                      <a:pt x="274" y="3402"/>
                    </a:cubicBezTo>
                    <a:cubicBezTo>
                      <a:pt x="274" y="4244"/>
                      <a:pt x="609" y="5051"/>
                      <a:pt x="1203" y="5646"/>
                    </a:cubicBezTo>
                    <a:cubicBezTo>
                      <a:pt x="1798" y="6241"/>
                      <a:pt x="2605" y="6575"/>
                      <a:pt x="3446" y="65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35" name="Freeform: Shape 8934">
                <a:extLst>
                  <a:ext uri="{FF2B5EF4-FFF2-40B4-BE49-F238E27FC236}">
                    <a16:creationId xmlns:a16="http://schemas.microsoft.com/office/drawing/2014/main" id="{FAC48837-E454-4FDA-A129-B9F5F651E32C}"/>
                  </a:ext>
                </a:extLst>
              </p:cNvPr>
              <p:cNvSpPr/>
              <p:nvPr/>
            </p:nvSpPr>
            <p:spPr>
              <a:xfrm>
                <a:off x="9809221" y="6207430"/>
                <a:ext cx="6343" cy="6345"/>
              </a:xfrm>
              <a:custGeom>
                <a:avLst/>
                <a:gdLst>
                  <a:gd name="connsiteX0" fmla="*/ 3440 w 6343"/>
                  <a:gd name="connsiteY0" fmla="*/ 6560 h 6345"/>
                  <a:gd name="connsiteX1" fmla="*/ 5682 w 6343"/>
                  <a:gd name="connsiteY1" fmla="*/ 5631 h 6345"/>
                  <a:gd name="connsiteX2" fmla="*/ 6611 w 6343"/>
                  <a:gd name="connsiteY2" fmla="*/ 3388 h 6345"/>
                  <a:gd name="connsiteX3" fmla="*/ 5682 w 6343"/>
                  <a:gd name="connsiteY3" fmla="*/ 1144 h 6345"/>
                  <a:gd name="connsiteX4" fmla="*/ 3440 w 6343"/>
                  <a:gd name="connsiteY4" fmla="*/ 215 h 6345"/>
                  <a:gd name="connsiteX5" fmla="*/ 1197 w 6343"/>
                  <a:gd name="connsiteY5" fmla="*/ 1144 h 6345"/>
                  <a:gd name="connsiteX6" fmla="*/ 268 w 6343"/>
                  <a:gd name="connsiteY6" fmla="*/ 3388 h 6345"/>
                  <a:gd name="connsiteX7" fmla="*/ 1197 w 6343"/>
                  <a:gd name="connsiteY7" fmla="*/ 5631 h 6345"/>
                  <a:gd name="connsiteX8" fmla="*/ 3440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60"/>
                    </a:moveTo>
                    <a:cubicBezTo>
                      <a:pt x="4281" y="6560"/>
                      <a:pt x="5087" y="6226"/>
                      <a:pt x="5682" y="5631"/>
                    </a:cubicBezTo>
                    <a:cubicBezTo>
                      <a:pt x="6277" y="5036"/>
                      <a:pt x="6611" y="4229"/>
                      <a:pt x="6611" y="3388"/>
                    </a:cubicBezTo>
                    <a:cubicBezTo>
                      <a:pt x="6611" y="2546"/>
                      <a:pt x="6277" y="1739"/>
                      <a:pt x="5682" y="1144"/>
                    </a:cubicBezTo>
                    <a:cubicBezTo>
                      <a:pt x="5087" y="549"/>
                      <a:pt x="4281" y="215"/>
                      <a:pt x="3440" y="215"/>
                    </a:cubicBezTo>
                    <a:cubicBezTo>
                      <a:pt x="2598" y="215"/>
                      <a:pt x="1792" y="549"/>
                      <a:pt x="1197" y="1144"/>
                    </a:cubicBezTo>
                    <a:cubicBezTo>
                      <a:pt x="602" y="1739"/>
                      <a:pt x="268" y="2546"/>
                      <a:pt x="268" y="3388"/>
                    </a:cubicBezTo>
                    <a:cubicBezTo>
                      <a:pt x="268" y="4229"/>
                      <a:pt x="602" y="5036"/>
                      <a:pt x="1197" y="5631"/>
                    </a:cubicBezTo>
                    <a:cubicBezTo>
                      <a:pt x="1792" y="6226"/>
                      <a:pt x="2598" y="6560"/>
                      <a:pt x="3440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36" name="Freeform: Shape 8935">
                <a:extLst>
                  <a:ext uri="{FF2B5EF4-FFF2-40B4-BE49-F238E27FC236}">
                    <a16:creationId xmlns:a16="http://schemas.microsoft.com/office/drawing/2014/main" id="{46E2EA49-F535-5384-5624-3716B7F62A9E}"/>
                  </a:ext>
                </a:extLst>
              </p:cNvPr>
              <p:cNvSpPr/>
              <p:nvPr/>
            </p:nvSpPr>
            <p:spPr>
              <a:xfrm>
                <a:off x="9792352" y="6213993"/>
                <a:ext cx="6343" cy="6345"/>
              </a:xfrm>
              <a:custGeom>
                <a:avLst/>
                <a:gdLst>
                  <a:gd name="connsiteX0" fmla="*/ 3438 w 6343"/>
                  <a:gd name="connsiteY0" fmla="*/ 6561 h 6345"/>
                  <a:gd name="connsiteX1" fmla="*/ 5681 w 6343"/>
                  <a:gd name="connsiteY1" fmla="*/ 5632 h 6345"/>
                  <a:gd name="connsiteX2" fmla="*/ 6610 w 6343"/>
                  <a:gd name="connsiteY2" fmla="*/ 3388 h 6345"/>
                  <a:gd name="connsiteX3" fmla="*/ 5681 w 6343"/>
                  <a:gd name="connsiteY3" fmla="*/ 1145 h 6345"/>
                  <a:gd name="connsiteX4" fmla="*/ 3438 w 6343"/>
                  <a:gd name="connsiteY4" fmla="*/ 215 h 6345"/>
                  <a:gd name="connsiteX5" fmla="*/ 1196 w 6343"/>
                  <a:gd name="connsiteY5" fmla="*/ 1145 h 6345"/>
                  <a:gd name="connsiteX6" fmla="*/ 267 w 6343"/>
                  <a:gd name="connsiteY6" fmla="*/ 3388 h 6345"/>
                  <a:gd name="connsiteX7" fmla="*/ 1196 w 6343"/>
                  <a:gd name="connsiteY7" fmla="*/ 5632 h 6345"/>
                  <a:gd name="connsiteX8" fmla="*/ 3438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61"/>
                    </a:moveTo>
                    <a:cubicBezTo>
                      <a:pt x="4279" y="6561"/>
                      <a:pt x="5086" y="6227"/>
                      <a:pt x="5681" y="5632"/>
                    </a:cubicBezTo>
                    <a:cubicBezTo>
                      <a:pt x="6276" y="5037"/>
                      <a:pt x="6610" y="4230"/>
                      <a:pt x="6610" y="3388"/>
                    </a:cubicBezTo>
                    <a:cubicBezTo>
                      <a:pt x="6610" y="2547"/>
                      <a:pt x="6276" y="1740"/>
                      <a:pt x="5681" y="1145"/>
                    </a:cubicBezTo>
                    <a:cubicBezTo>
                      <a:pt x="5086" y="550"/>
                      <a:pt x="4279" y="215"/>
                      <a:pt x="3438" y="215"/>
                    </a:cubicBezTo>
                    <a:cubicBezTo>
                      <a:pt x="2597" y="215"/>
                      <a:pt x="1790" y="550"/>
                      <a:pt x="1196" y="1145"/>
                    </a:cubicBezTo>
                    <a:cubicBezTo>
                      <a:pt x="601" y="1740"/>
                      <a:pt x="267" y="2547"/>
                      <a:pt x="267" y="3388"/>
                    </a:cubicBezTo>
                    <a:cubicBezTo>
                      <a:pt x="267" y="4230"/>
                      <a:pt x="601" y="5037"/>
                      <a:pt x="1196" y="5632"/>
                    </a:cubicBezTo>
                    <a:cubicBezTo>
                      <a:pt x="1790" y="6227"/>
                      <a:pt x="2597" y="6561"/>
                      <a:pt x="3438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37" name="Freeform: Shape 8936">
                <a:extLst>
                  <a:ext uri="{FF2B5EF4-FFF2-40B4-BE49-F238E27FC236}">
                    <a16:creationId xmlns:a16="http://schemas.microsoft.com/office/drawing/2014/main" id="{6D66048D-A0B5-3A28-1A13-3B3991C17F2B}"/>
                  </a:ext>
                </a:extLst>
              </p:cNvPr>
              <p:cNvSpPr/>
              <p:nvPr/>
            </p:nvSpPr>
            <p:spPr>
              <a:xfrm>
                <a:off x="9744440" y="6185114"/>
                <a:ext cx="6343" cy="6345"/>
              </a:xfrm>
              <a:custGeom>
                <a:avLst/>
                <a:gdLst>
                  <a:gd name="connsiteX0" fmla="*/ 3434 w 6343"/>
                  <a:gd name="connsiteY0" fmla="*/ 6559 h 6345"/>
                  <a:gd name="connsiteX1" fmla="*/ 5677 w 6343"/>
                  <a:gd name="connsiteY1" fmla="*/ 5629 h 6345"/>
                  <a:gd name="connsiteX2" fmla="*/ 6606 w 6343"/>
                  <a:gd name="connsiteY2" fmla="*/ 3386 h 6345"/>
                  <a:gd name="connsiteX3" fmla="*/ 5677 w 6343"/>
                  <a:gd name="connsiteY3" fmla="*/ 1142 h 6345"/>
                  <a:gd name="connsiteX4" fmla="*/ 3434 w 6343"/>
                  <a:gd name="connsiteY4" fmla="*/ 213 h 6345"/>
                  <a:gd name="connsiteX5" fmla="*/ 1192 w 6343"/>
                  <a:gd name="connsiteY5" fmla="*/ 1142 h 6345"/>
                  <a:gd name="connsiteX6" fmla="*/ 263 w 6343"/>
                  <a:gd name="connsiteY6" fmla="*/ 3386 h 6345"/>
                  <a:gd name="connsiteX7" fmla="*/ 1192 w 6343"/>
                  <a:gd name="connsiteY7" fmla="*/ 5629 h 6345"/>
                  <a:gd name="connsiteX8" fmla="*/ 343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59"/>
                    </a:moveTo>
                    <a:cubicBezTo>
                      <a:pt x="4276" y="6559"/>
                      <a:pt x="5082" y="6224"/>
                      <a:pt x="5677" y="5629"/>
                    </a:cubicBezTo>
                    <a:cubicBezTo>
                      <a:pt x="6272" y="5034"/>
                      <a:pt x="6606" y="4227"/>
                      <a:pt x="6606" y="3386"/>
                    </a:cubicBezTo>
                    <a:cubicBezTo>
                      <a:pt x="6606" y="2544"/>
                      <a:pt x="6272" y="1737"/>
                      <a:pt x="5677" y="1142"/>
                    </a:cubicBezTo>
                    <a:cubicBezTo>
                      <a:pt x="5082" y="547"/>
                      <a:pt x="4276" y="213"/>
                      <a:pt x="3434" y="213"/>
                    </a:cubicBezTo>
                    <a:cubicBezTo>
                      <a:pt x="2593" y="213"/>
                      <a:pt x="1787" y="547"/>
                      <a:pt x="1192" y="1142"/>
                    </a:cubicBezTo>
                    <a:cubicBezTo>
                      <a:pt x="597" y="1737"/>
                      <a:pt x="263" y="2544"/>
                      <a:pt x="263" y="3386"/>
                    </a:cubicBezTo>
                    <a:cubicBezTo>
                      <a:pt x="263" y="4227"/>
                      <a:pt x="597" y="5034"/>
                      <a:pt x="1192" y="5629"/>
                    </a:cubicBezTo>
                    <a:cubicBezTo>
                      <a:pt x="1787" y="6224"/>
                      <a:pt x="2593" y="6559"/>
                      <a:pt x="343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38" name="Freeform: Shape 8937">
                <a:extLst>
                  <a:ext uri="{FF2B5EF4-FFF2-40B4-BE49-F238E27FC236}">
                    <a16:creationId xmlns:a16="http://schemas.microsoft.com/office/drawing/2014/main" id="{53FC64E0-6C53-FB8A-A144-AC0830460106}"/>
                  </a:ext>
                </a:extLst>
              </p:cNvPr>
              <p:cNvSpPr/>
              <p:nvPr/>
            </p:nvSpPr>
            <p:spPr>
              <a:xfrm>
                <a:off x="9718478" y="6179253"/>
                <a:ext cx="6343" cy="6345"/>
              </a:xfrm>
              <a:custGeom>
                <a:avLst/>
                <a:gdLst>
                  <a:gd name="connsiteX0" fmla="*/ 3432 w 6343"/>
                  <a:gd name="connsiteY0" fmla="*/ 6558 h 6345"/>
                  <a:gd name="connsiteX1" fmla="*/ 5675 w 6343"/>
                  <a:gd name="connsiteY1" fmla="*/ 5629 h 6345"/>
                  <a:gd name="connsiteX2" fmla="*/ 6604 w 6343"/>
                  <a:gd name="connsiteY2" fmla="*/ 3385 h 6345"/>
                  <a:gd name="connsiteX3" fmla="*/ 5675 w 6343"/>
                  <a:gd name="connsiteY3" fmla="*/ 1142 h 6345"/>
                  <a:gd name="connsiteX4" fmla="*/ 3432 w 6343"/>
                  <a:gd name="connsiteY4" fmla="*/ 213 h 6345"/>
                  <a:gd name="connsiteX5" fmla="*/ 1190 w 6343"/>
                  <a:gd name="connsiteY5" fmla="*/ 1142 h 6345"/>
                  <a:gd name="connsiteX6" fmla="*/ 261 w 6343"/>
                  <a:gd name="connsiteY6" fmla="*/ 3385 h 6345"/>
                  <a:gd name="connsiteX7" fmla="*/ 1190 w 6343"/>
                  <a:gd name="connsiteY7" fmla="*/ 5629 h 6345"/>
                  <a:gd name="connsiteX8" fmla="*/ 343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58"/>
                    </a:moveTo>
                    <a:cubicBezTo>
                      <a:pt x="4274" y="6558"/>
                      <a:pt x="5080" y="6224"/>
                      <a:pt x="5675" y="5629"/>
                    </a:cubicBezTo>
                    <a:cubicBezTo>
                      <a:pt x="6270" y="5034"/>
                      <a:pt x="6604" y="4227"/>
                      <a:pt x="6604" y="3385"/>
                    </a:cubicBezTo>
                    <a:cubicBezTo>
                      <a:pt x="6604" y="2544"/>
                      <a:pt x="6270" y="1737"/>
                      <a:pt x="5675" y="1142"/>
                    </a:cubicBezTo>
                    <a:cubicBezTo>
                      <a:pt x="5080" y="547"/>
                      <a:pt x="4274" y="213"/>
                      <a:pt x="3432" y="213"/>
                    </a:cubicBezTo>
                    <a:cubicBezTo>
                      <a:pt x="2591" y="213"/>
                      <a:pt x="1785" y="547"/>
                      <a:pt x="1190" y="1142"/>
                    </a:cubicBezTo>
                    <a:cubicBezTo>
                      <a:pt x="595" y="1737"/>
                      <a:pt x="261" y="2544"/>
                      <a:pt x="261" y="3385"/>
                    </a:cubicBezTo>
                    <a:cubicBezTo>
                      <a:pt x="261" y="4227"/>
                      <a:pt x="595" y="5034"/>
                      <a:pt x="1190" y="5629"/>
                    </a:cubicBezTo>
                    <a:cubicBezTo>
                      <a:pt x="1785" y="6224"/>
                      <a:pt x="2591" y="6558"/>
                      <a:pt x="343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39" name="Freeform: Shape 8938">
                <a:extLst>
                  <a:ext uri="{FF2B5EF4-FFF2-40B4-BE49-F238E27FC236}">
                    <a16:creationId xmlns:a16="http://schemas.microsoft.com/office/drawing/2014/main" id="{E233D4F5-7FE5-1903-B3BD-F58FD056D9A0}"/>
                  </a:ext>
                </a:extLst>
              </p:cNvPr>
              <p:cNvSpPr/>
              <p:nvPr/>
            </p:nvSpPr>
            <p:spPr>
              <a:xfrm>
                <a:off x="9712933" y="6180558"/>
                <a:ext cx="6343" cy="6345"/>
              </a:xfrm>
              <a:custGeom>
                <a:avLst/>
                <a:gdLst>
                  <a:gd name="connsiteX0" fmla="*/ 3432 w 6343"/>
                  <a:gd name="connsiteY0" fmla="*/ 6558 h 6345"/>
                  <a:gd name="connsiteX1" fmla="*/ 5675 w 6343"/>
                  <a:gd name="connsiteY1" fmla="*/ 5629 h 6345"/>
                  <a:gd name="connsiteX2" fmla="*/ 6604 w 6343"/>
                  <a:gd name="connsiteY2" fmla="*/ 3386 h 6345"/>
                  <a:gd name="connsiteX3" fmla="*/ 5675 w 6343"/>
                  <a:gd name="connsiteY3" fmla="*/ 1142 h 6345"/>
                  <a:gd name="connsiteX4" fmla="*/ 3432 w 6343"/>
                  <a:gd name="connsiteY4" fmla="*/ 213 h 6345"/>
                  <a:gd name="connsiteX5" fmla="*/ 1189 w 6343"/>
                  <a:gd name="connsiteY5" fmla="*/ 1142 h 6345"/>
                  <a:gd name="connsiteX6" fmla="*/ 260 w 6343"/>
                  <a:gd name="connsiteY6" fmla="*/ 3386 h 6345"/>
                  <a:gd name="connsiteX7" fmla="*/ 1189 w 6343"/>
                  <a:gd name="connsiteY7" fmla="*/ 5629 h 6345"/>
                  <a:gd name="connsiteX8" fmla="*/ 343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58"/>
                    </a:moveTo>
                    <a:cubicBezTo>
                      <a:pt x="4273" y="6558"/>
                      <a:pt x="5080" y="6224"/>
                      <a:pt x="5675" y="5629"/>
                    </a:cubicBezTo>
                    <a:cubicBezTo>
                      <a:pt x="6269" y="5034"/>
                      <a:pt x="6604" y="4227"/>
                      <a:pt x="6604" y="3386"/>
                    </a:cubicBezTo>
                    <a:cubicBezTo>
                      <a:pt x="6604" y="2544"/>
                      <a:pt x="6269" y="1737"/>
                      <a:pt x="5675" y="1142"/>
                    </a:cubicBezTo>
                    <a:cubicBezTo>
                      <a:pt x="5080" y="547"/>
                      <a:pt x="4273" y="213"/>
                      <a:pt x="3432" y="213"/>
                    </a:cubicBezTo>
                    <a:cubicBezTo>
                      <a:pt x="2591" y="213"/>
                      <a:pt x="1784" y="547"/>
                      <a:pt x="1189" y="1142"/>
                    </a:cubicBezTo>
                    <a:cubicBezTo>
                      <a:pt x="595" y="1737"/>
                      <a:pt x="260" y="2544"/>
                      <a:pt x="260" y="3386"/>
                    </a:cubicBezTo>
                    <a:cubicBezTo>
                      <a:pt x="260" y="4227"/>
                      <a:pt x="595" y="5034"/>
                      <a:pt x="1189" y="5629"/>
                    </a:cubicBezTo>
                    <a:cubicBezTo>
                      <a:pt x="1784" y="6224"/>
                      <a:pt x="2591" y="6558"/>
                      <a:pt x="343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40" name="Freeform: Shape 8939">
                <a:extLst>
                  <a:ext uri="{FF2B5EF4-FFF2-40B4-BE49-F238E27FC236}">
                    <a16:creationId xmlns:a16="http://schemas.microsoft.com/office/drawing/2014/main" id="{7F161827-E3E2-2E44-96FD-46FFB153D827}"/>
                  </a:ext>
                </a:extLst>
              </p:cNvPr>
              <p:cNvSpPr/>
              <p:nvPr/>
            </p:nvSpPr>
            <p:spPr>
              <a:xfrm>
                <a:off x="9707205" y="6181226"/>
                <a:ext cx="6343" cy="6345"/>
              </a:xfrm>
              <a:custGeom>
                <a:avLst/>
                <a:gdLst>
                  <a:gd name="connsiteX0" fmla="*/ 3432 w 6343"/>
                  <a:gd name="connsiteY0" fmla="*/ 6558 h 6345"/>
                  <a:gd name="connsiteX1" fmla="*/ 5674 w 6343"/>
                  <a:gd name="connsiteY1" fmla="*/ 5629 h 6345"/>
                  <a:gd name="connsiteX2" fmla="*/ 6603 w 6343"/>
                  <a:gd name="connsiteY2" fmla="*/ 3386 h 6345"/>
                  <a:gd name="connsiteX3" fmla="*/ 5674 w 6343"/>
                  <a:gd name="connsiteY3" fmla="*/ 1142 h 6345"/>
                  <a:gd name="connsiteX4" fmla="*/ 3432 w 6343"/>
                  <a:gd name="connsiteY4" fmla="*/ 213 h 6345"/>
                  <a:gd name="connsiteX5" fmla="*/ 1189 w 6343"/>
                  <a:gd name="connsiteY5" fmla="*/ 1142 h 6345"/>
                  <a:gd name="connsiteX6" fmla="*/ 260 w 6343"/>
                  <a:gd name="connsiteY6" fmla="*/ 3386 h 6345"/>
                  <a:gd name="connsiteX7" fmla="*/ 1189 w 6343"/>
                  <a:gd name="connsiteY7" fmla="*/ 5629 h 6345"/>
                  <a:gd name="connsiteX8" fmla="*/ 343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58"/>
                    </a:moveTo>
                    <a:cubicBezTo>
                      <a:pt x="4273" y="6558"/>
                      <a:pt x="5079" y="6224"/>
                      <a:pt x="5674" y="5629"/>
                    </a:cubicBezTo>
                    <a:cubicBezTo>
                      <a:pt x="6269" y="5034"/>
                      <a:pt x="6603" y="4227"/>
                      <a:pt x="6603" y="3386"/>
                    </a:cubicBezTo>
                    <a:cubicBezTo>
                      <a:pt x="6603" y="2544"/>
                      <a:pt x="6269" y="1737"/>
                      <a:pt x="5674" y="1142"/>
                    </a:cubicBezTo>
                    <a:cubicBezTo>
                      <a:pt x="5079" y="547"/>
                      <a:pt x="4273" y="213"/>
                      <a:pt x="3432" y="213"/>
                    </a:cubicBezTo>
                    <a:cubicBezTo>
                      <a:pt x="2590" y="213"/>
                      <a:pt x="1784" y="547"/>
                      <a:pt x="1189" y="1142"/>
                    </a:cubicBezTo>
                    <a:cubicBezTo>
                      <a:pt x="594" y="1737"/>
                      <a:pt x="260" y="2544"/>
                      <a:pt x="260" y="3386"/>
                    </a:cubicBezTo>
                    <a:cubicBezTo>
                      <a:pt x="260" y="4227"/>
                      <a:pt x="594" y="5034"/>
                      <a:pt x="1189" y="5629"/>
                    </a:cubicBezTo>
                    <a:cubicBezTo>
                      <a:pt x="1784" y="6224"/>
                      <a:pt x="2590" y="6558"/>
                      <a:pt x="343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41" name="Freeform: Shape 8940">
                <a:extLst>
                  <a:ext uri="{FF2B5EF4-FFF2-40B4-BE49-F238E27FC236}">
                    <a16:creationId xmlns:a16="http://schemas.microsoft.com/office/drawing/2014/main" id="{F97E5FFA-8191-49A2-FFB8-EA1EE33489F7}"/>
                  </a:ext>
                </a:extLst>
              </p:cNvPr>
              <p:cNvSpPr/>
              <p:nvPr/>
            </p:nvSpPr>
            <p:spPr>
              <a:xfrm>
                <a:off x="9701339" y="6181375"/>
                <a:ext cx="6343" cy="6345"/>
              </a:xfrm>
              <a:custGeom>
                <a:avLst/>
                <a:gdLst>
                  <a:gd name="connsiteX0" fmla="*/ 3431 w 6343"/>
                  <a:gd name="connsiteY0" fmla="*/ 6558 h 6345"/>
                  <a:gd name="connsiteX1" fmla="*/ 5674 w 6343"/>
                  <a:gd name="connsiteY1" fmla="*/ 5629 h 6345"/>
                  <a:gd name="connsiteX2" fmla="*/ 6603 w 6343"/>
                  <a:gd name="connsiteY2" fmla="*/ 3386 h 6345"/>
                  <a:gd name="connsiteX3" fmla="*/ 5674 w 6343"/>
                  <a:gd name="connsiteY3" fmla="*/ 1142 h 6345"/>
                  <a:gd name="connsiteX4" fmla="*/ 3431 w 6343"/>
                  <a:gd name="connsiteY4" fmla="*/ 213 h 6345"/>
                  <a:gd name="connsiteX5" fmla="*/ 1188 w 6343"/>
                  <a:gd name="connsiteY5" fmla="*/ 1142 h 6345"/>
                  <a:gd name="connsiteX6" fmla="*/ 260 w 6343"/>
                  <a:gd name="connsiteY6" fmla="*/ 3386 h 6345"/>
                  <a:gd name="connsiteX7" fmla="*/ 1188 w 6343"/>
                  <a:gd name="connsiteY7" fmla="*/ 5629 h 6345"/>
                  <a:gd name="connsiteX8" fmla="*/ 343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58"/>
                    </a:moveTo>
                    <a:cubicBezTo>
                      <a:pt x="4272" y="6558"/>
                      <a:pt x="5079" y="6224"/>
                      <a:pt x="5674" y="5629"/>
                    </a:cubicBezTo>
                    <a:cubicBezTo>
                      <a:pt x="6268" y="5034"/>
                      <a:pt x="6603" y="4227"/>
                      <a:pt x="6603" y="3386"/>
                    </a:cubicBezTo>
                    <a:cubicBezTo>
                      <a:pt x="6603" y="2544"/>
                      <a:pt x="6268" y="1737"/>
                      <a:pt x="5674" y="1142"/>
                    </a:cubicBezTo>
                    <a:cubicBezTo>
                      <a:pt x="5079" y="547"/>
                      <a:pt x="4272" y="213"/>
                      <a:pt x="3431" y="213"/>
                    </a:cubicBezTo>
                    <a:cubicBezTo>
                      <a:pt x="2590" y="213"/>
                      <a:pt x="1783" y="547"/>
                      <a:pt x="1188" y="1142"/>
                    </a:cubicBezTo>
                    <a:cubicBezTo>
                      <a:pt x="594" y="1737"/>
                      <a:pt x="260" y="2544"/>
                      <a:pt x="260" y="3386"/>
                    </a:cubicBezTo>
                    <a:cubicBezTo>
                      <a:pt x="260" y="4227"/>
                      <a:pt x="594" y="5034"/>
                      <a:pt x="1188" y="5629"/>
                    </a:cubicBezTo>
                    <a:cubicBezTo>
                      <a:pt x="1783" y="6224"/>
                      <a:pt x="2590" y="6558"/>
                      <a:pt x="343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42" name="Freeform: Shape 8941">
                <a:extLst>
                  <a:ext uri="{FF2B5EF4-FFF2-40B4-BE49-F238E27FC236}">
                    <a16:creationId xmlns:a16="http://schemas.microsoft.com/office/drawing/2014/main" id="{0FBEEF6B-9C95-1A76-659A-FE07492F06D4}"/>
                  </a:ext>
                </a:extLst>
              </p:cNvPr>
              <p:cNvSpPr/>
              <p:nvPr/>
            </p:nvSpPr>
            <p:spPr>
              <a:xfrm>
                <a:off x="9695447" y="6181364"/>
                <a:ext cx="6343" cy="6345"/>
              </a:xfrm>
              <a:custGeom>
                <a:avLst/>
                <a:gdLst>
                  <a:gd name="connsiteX0" fmla="*/ 3431 w 6343"/>
                  <a:gd name="connsiteY0" fmla="*/ 6558 h 6345"/>
                  <a:gd name="connsiteX1" fmla="*/ 5673 w 6343"/>
                  <a:gd name="connsiteY1" fmla="*/ 5629 h 6345"/>
                  <a:gd name="connsiteX2" fmla="*/ 6602 w 6343"/>
                  <a:gd name="connsiteY2" fmla="*/ 3386 h 6345"/>
                  <a:gd name="connsiteX3" fmla="*/ 5673 w 6343"/>
                  <a:gd name="connsiteY3" fmla="*/ 1142 h 6345"/>
                  <a:gd name="connsiteX4" fmla="*/ 3431 w 6343"/>
                  <a:gd name="connsiteY4" fmla="*/ 213 h 6345"/>
                  <a:gd name="connsiteX5" fmla="*/ 1188 w 6343"/>
                  <a:gd name="connsiteY5" fmla="*/ 1142 h 6345"/>
                  <a:gd name="connsiteX6" fmla="*/ 259 w 6343"/>
                  <a:gd name="connsiteY6" fmla="*/ 3386 h 6345"/>
                  <a:gd name="connsiteX7" fmla="*/ 1188 w 6343"/>
                  <a:gd name="connsiteY7" fmla="*/ 5629 h 6345"/>
                  <a:gd name="connsiteX8" fmla="*/ 343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58"/>
                    </a:moveTo>
                    <a:cubicBezTo>
                      <a:pt x="4272" y="6558"/>
                      <a:pt x="5078" y="6224"/>
                      <a:pt x="5673" y="5629"/>
                    </a:cubicBezTo>
                    <a:cubicBezTo>
                      <a:pt x="6268" y="5034"/>
                      <a:pt x="6602" y="4227"/>
                      <a:pt x="6602" y="3386"/>
                    </a:cubicBezTo>
                    <a:cubicBezTo>
                      <a:pt x="6602" y="2544"/>
                      <a:pt x="6268" y="1737"/>
                      <a:pt x="5673" y="1142"/>
                    </a:cubicBezTo>
                    <a:cubicBezTo>
                      <a:pt x="5078" y="547"/>
                      <a:pt x="4272" y="213"/>
                      <a:pt x="3431" y="213"/>
                    </a:cubicBezTo>
                    <a:cubicBezTo>
                      <a:pt x="2590" y="213"/>
                      <a:pt x="1783" y="547"/>
                      <a:pt x="1188" y="1142"/>
                    </a:cubicBezTo>
                    <a:cubicBezTo>
                      <a:pt x="593" y="1737"/>
                      <a:pt x="259" y="2544"/>
                      <a:pt x="259" y="3386"/>
                    </a:cubicBezTo>
                    <a:cubicBezTo>
                      <a:pt x="259" y="4227"/>
                      <a:pt x="593" y="5034"/>
                      <a:pt x="1188" y="5629"/>
                    </a:cubicBezTo>
                    <a:cubicBezTo>
                      <a:pt x="1783" y="6224"/>
                      <a:pt x="2590" y="6558"/>
                      <a:pt x="343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43" name="Freeform: Shape 8942">
                <a:extLst>
                  <a:ext uri="{FF2B5EF4-FFF2-40B4-BE49-F238E27FC236}">
                    <a16:creationId xmlns:a16="http://schemas.microsoft.com/office/drawing/2014/main" id="{AA6E0A4D-6051-2E01-D869-B940B9D600D8}"/>
                  </a:ext>
                </a:extLst>
              </p:cNvPr>
              <p:cNvSpPr/>
              <p:nvPr/>
            </p:nvSpPr>
            <p:spPr>
              <a:xfrm>
                <a:off x="9689498" y="6181073"/>
                <a:ext cx="6343" cy="6345"/>
              </a:xfrm>
              <a:custGeom>
                <a:avLst/>
                <a:gdLst>
                  <a:gd name="connsiteX0" fmla="*/ 3430 w 6343"/>
                  <a:gd name="connsiteY0" fmla="*/ 6558 h 6345"/>
                  <a:gd name="connsiteX1" fmla="*/ 5673 w 6343"/>
                  <a:gd name="connsiteY1" fmla="*/ 5629 h 6345"/>
                  <a:gd name="connsiteX2" fmla="*/ 6602 w 6343"/>
                  <a:gd name="connsiteY2" fmla="*/ 3386 h 6345"/>
                  <a:gd name="connsiteX3" fmla="*/ 5673 w 6343"/>
                  <a:gd name="connsiteY3" fmla="*/ 1142 h 6345"/>
                  <a:gd name="connsiteX4" fmla="*/ 3430 w 6343"/>
                  <a:gd name="connsiteY4" fmla="*/ 213 h 6345"/>
                  <a:gd name="connsiteX5" fmla="*/ 1188 w 6343"/>
                  <a:gd name="connsiteY5" fmla="*/ 1142 h 6345"/>
                  <a:gd name="connsiteX6" fmla="*/ 259 w 6343"/>
                  <a:gd name="connsiteY6" fmla="*/ 3386 h 6345"/>
                  <a:gd name="connsiteX7" fmla="*/ 1188 w 6343"/>
                  <a:gd name="connsiteY7" fmla="*/ 5629 h 6345"/>
                  <a:gd name="connsiteX8" fmla="*/ 3430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58"/>
                    </a:moveTo>
                    <a:cubicBezTo>
                      <a:pt x="4271" y="6558"/>
                      <a:pt x="5078" y="6224"/>
                      <a:pt x="5673" y="5629"/>
                    </a:cubicBezTo>
                    <a:cubicBezTo>
                      <a:pt x="6268" y="5034"/>
                      <a:pt x="6602" y="4227"/>
                      <a:pt x="6602" y="3386"/>
                    </a:cubicBezTo>
                    <a:cubicBezTo>
                      <a:pt x="6602" y="2544"/>
                      <a:pt x="6268" y="1737"/>
                      <a:pt x="5673" y="1142"/>
                    </a:cubicBezTo>
                    <a:cubicBezTo>
                      <a:pt x="5078" y="547"/>
                      <a:pt x="4271" y="213"/>
                      <a:pt x="3430" y="213"/>
                    </a:cubicBezTo>
                    <a:cubicBezTo>
                      <a:pt x="2589" y="213"/>
                      <a:pt x="1782" y="547"/>
                      <a:pt x="1188" y="1142"/>
                    </a:cubicBezTo>
                    <a:cubicBezTo>
                      <a:pt x="593" y="1737"/>
                      <a:pt x="259" y="2544"/>
                      <a:pt x="259" y="3386"/>
                    </a:cubicBezTo>
                    <a:cubicBezTo>
                      <a:pt x="259" y="4227"/>
                      <a:pt x="593" y="5034"/>
                      <a:pt x="1188" y="5629"/>
                    </a:cubicBezTo>
                    <a:cubicBezTo>
                      <a:pt x="1782" y="6224"/>
                      <a:pt x="2589" y="6558"/>
                      <a:pt x="3430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44" name="Freeform: Shape 8943">
                <a:extLst>
                  <a:ext uri="{FF2B5EF4-FFF2-40B4-BE49-F238E27FC236}">
                    <a16:creationId xmlns:a16="http://schemas.microsoft.com/office/drawing/2014/main" id="{13F7C76A-B559-6A5E-E386-1629D51D82CF}"/>
                  </a:ext>
                </a:extLst>
              </p:cNvPr>
              <p:cNvSpPr/>
              <p:nvPr/>
            </p:nvSpPr>
            <p:spPr>
              <a:xfrm>
                <a:off x="9684886" y="6185653"/>
                <a:ext cx="6343" cy="6345"/>
              </a:xfrm>
              <a:custGeom>
                <a:avLst/>
                <a:gdLst>
                  <a:gd name="connsiteX0" fmla="*/ 3430 w 6343"/>
                  <a:gd name="connsiteY0" fmla="*/ 6559 h 6345"/>
                  <a:gd name="connsiteX1" fmla="*/ 5672 w 6343"/>
                  <a:gd name="connsiteY1" fmla="*/ 5629 h 6345"/>
                  <a:gd name="connsiteX2" fmla="*/ 6601 w 6343"/>
                  <a:gd name="connsiteY2" fmla="*/ 3386 h 6345"/>
                  <a:gd name="connsiteX3" fmla="*/ 5672 w 6343"/>
                  <a:gd name="connsiteY3" fmla="*/ 1143 h 6345"/>
                  <a:gd name="connsiteX4" fmla="*/ 3430 w 6343"/>
                  <a:gd name="connsiteY4" fmla="*/ 213 h 6345"/>
                  <a:gd name="connsiteX5" fmla="*/ 1187 w 6343"/>
                  <a:gd name="connsiteY5" fmla="*/ 1143 h 6345"/>
                  <a:gd name="connsiteX6" fmla="*/ 258 w 6343"/>
                  <a:gd name="connsiteY6" fmla="*/ 3386 h 6345"/>
                  <a:gd name="connsiteX7" fmla="*/ 1187 w 6343"/>
                  <a:gd name="connsiteY7" fmla="*/ 5629 h 6345"/>
                  <a:gd name="connsiteX8" fmla="*/ 343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59"/>
                    </a:moveTo>
                    <a:cubicBezTo>
                      <a:pt x="4271" y="6559"/>
                      <a:pt x="5078" y="6224"/>
                      <a:pt x="5672" y="5629"/>
                    </a:cubicBezTo>
                    <a:cubicBezTo>
                      <a:pt x="6267" y="5034"/>
                      <a:pt x="6601" y="4227"/>
                      <a:pt x="6601" y="3386"/>
                    </a:cubicBezTo>
                    <a:cubicBezTo>
                      <a:pt x="6601" y="2545"/>
                      <a:pt x="6267" y="1737"/>
                      <a:pt x="5672" y="1143"/>
                    </a:cubicBezTo>
                    <a:cubicBezTo>
                      <a:pt x="5078" y="548"/>
                      <a:pt x="4271" y="213"/>
                      <a:pt x="3430" y="213"/>
                    </a:cubicBezTo>
                    <a:cubicBezTo>
                      <a:pt x="2589" y="213"/>
                      <a:pt x="1782" y="548"/>
                      <a:pt x="1187" y="1143"/>
                    </a:cubicBezTo>
                    <a:cubicBezTo>
                      <a:pt x="592" y="1737"/>
                      <a:pt x="258" y="2545"/>
                      <a:pt x="258" y="3386"/>
                    </a:cubicBezTo>
                    <a:cubicBezTo>
                      <a:pt x="258" y="4227"/>
                      <a:pt x="592" y="5034"/>
                      <a:pt x="1187" y="5629"/>
                    </a:cubicBezTo>
                    <a:cubicBezTo>
                      <a:pt x="1782" y="6224"/>
                      <a:pt x="2589" y="6559"/>
                      <a:pt x="343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45" name="Freeform: Shape 8944">
                <a:extLst>
                  <a:ext uri="{FF2B5EF4-FFF2-40B4-BE49-F238E27FC236}">
                    <a16:creationId xmlns:a16="http://schemas.microsoft.com/office/drawing/2014/main" id="{FB3BAE0C-2B4E-59F6-D370-910E7E07EF34}"/>
                  </a:ext>
                </a:extLst>
              </p:cNvPr>
              <p:cNvSpPr/>
              <p:nvPr/>
            </p:nvSpPr>
            <p:spPr>
              <a:xfrm>
                <a:off x="9684110" y="6204969"/>
                <a:ext cx="6343" cy="6345"/>
              </a:xfrm>
              <a:custGeom>
                <a:avLst/>
                <a:gdLst>
                  <a:gd name="connsiteX0" fmla="*/ 3430 w 6343"/>
                  <a:gd name="connsiteY0" fmla="*/ 6560 h 6345"/>
                  <a:gd name="connsiteX1" fmla="*/ 5672 w 6343"/>
                  <a:gd name="connsiteY1" fmla="*/ 5631 h 6345"/>
                  <a:gd name="connsiteX2" fmla="*/ 6601 w 6343"/>
                  <a:gd name="connsiteY2" fmla="*/ 3387 h 6345"/>
                  <a:gd name="connsiteX3" fmla="*/ 5672 w 6343"/>
                  <a:gd name="connsiteY3" fmla="*/ 1144 h 6345"/>
                  <a:gd name="connsiteX4" fmla="*/ 3430 w 6343"/>
                  <a:gd name="connsiteY4" fmla="*/ 215 h 6345"/>
                  <a:gd name="connsiteX5" fmla="*/ 1187 w 6343"/>
                  <a:gd name="connsiteY5" fmla="*/ 1144 h 6345"/>
                  <a:gd name="connsiteX6" fmla="*/ 258 w 6343"/>
                  <a:gd name="connsiteY6" fmla="*/ 3387 h 6345"/>
                  <a:gd name="connsiteX7" fmla="*/ 1187 w 6343"/>
                  <a:gd name="connsiteY7" fmla="*/ 5631 h 6345"/>
                  <a:gd name="connsiteX8" fmla="*/ 3430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60"/>
                    </a:moveTo>
                    <a:cubicBezTo>
                      <a:pt x="4271" y="6560"/>
                      <a:pt x="5078" y="6226"/>
                      <a:pt x="5672" y="5631"/>
                    </a:cubicBezTo>
                    <a:cubicBezTo>
                      <a:pt x="6267" y="5036"/>
                      <a:pt x="6601" y="4229"/>
                      <a:pt x="6601" y="3387"/>
                    </a:cubicBezTo>
                    <a:cubicBezTo>
                      <a:pt x="6601" y="2546"/>
                      <a:pt x="6267" y="1739"/>
                      <a:pt x="5672" y="1144"/>
                    </a:cubicBezTo>
                    <a:cubicBezTo>
                      <a:pt x="5078" y="549"/>
                      <a:pt x="4271" y="215"/>
                      <a:pt x="3430" y="215"/>
                    </a:cubicBezTo>
                    <a:cubicBezTo>
                      <a:pt x="2589" y="215"/>
                      <a:pt x="1782" y="549"/>
                      <a:pt x="1187" y="1144"/>
                    </a:cubicBezTo>
                    <a:cubicBezTo>
                      <a:pt x="592" y="1739"/>
                      <a:pt x="258" y="2546"/>
                      <a:pt x="258" y="3387"/>
                    </a:cubicBezTo>
                    <a:cubicBezTo>
                      <a:pt x="258" y="4229"/>
                      <a:pt x="592" y="5036"/>
                      <a:pt x="1187" y="5631"/>
                    </a:cubicBezTo>
                    <a:cubicBezTo>
                      <a:pt x="1782" y="6226"/>
                      <a:pt x="2589" y="6560"/>
                      <a:pt x="3430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46" name="Freeform: Shape 8945">
                <a:extLst>
                  <a:ext uri="{FF2B5EF4-FFF2-40B4-BE49-F238E27FC236}">
                    <a16:creationId xmlns:a16="http://schemas.microsoft.com/office/drawing/2014/main" id="{B80553FA-6A04-5310-2E3D-A46A3015233D}"/>
                  </a:ext>
                </a:extLst>
              </p:cNvPr>
              <p:cNvSpPr/>
              <p:nvPr/>
            </p:nvSpPr>
            <p:spPr>
              <a:xfrm>
                <a:off x="9684074" y="6228080"/>
                <a:ext cx="6343" cy="6345"/>
              </a:xfrm>
              <a:custGeom>
                <a:avLst/>
                <a:gdLst>
                  <a:gd name="connsiteX0" fmla="*/ 3430 w 6343"/>
                  <a:gd name="connsiteY0" fmla="*/ 6562 h 6345"/>
                  <a:gd name="connsiteX1" fmla="*/ 5672 w 6343"/>
                  <a:gd name="connsiteY1" fmla="*/ 5633 h 6345"/>
                  <a:gd name="connsiteX2" fmla="*/ 6601 w 6343"/>
                  <a:gd name="connsiteY2" fmla="*/ 3389 h 6345"/>
                  <a:gd name="connsiteX3" fmla="*/ 5672 w 6343"/>
                  <a:gd name="connsiteY3" fmla="*/ 1146 h 6345"/>
                  <a:gd name="connsiteX4" fmla="*/ 3430 w 6343"/>
                  <a:gd name="connsiteY4" fmla="*/ 217 h 6345"/>
                  <a:gd name="connsiteX5" fmla="*/ 1187 w 6343"/>
                  <a:gd name="connsiteY5" fmla="*/ 1146 h 6345"/>
                  <a:gd name="connsiteX6" fmla="*/ 258 w 6343"/>
                  <a:gd name="connsiteY6" fmla="*/ 3389 h 6345"/>
                  <a:gd name="connsiteX7" fmla="*/ 1187 w 6343"/>
                  <a:gd name="connsiteY7" fmla="*/ 5633 h 6345"/>
                  <a:gd name="connsiteX8" fmla="*/ 3430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62"/>
                    </a:moveTo>
                    <a:cubicBezTo>
                      <a:pt x="4271" y="6562"/>
                      <a:pt x="5078" y="6228"/>
                      <a:pt x="5672" y="5633"/>
                    </a:cubicBezTo>
                    <a:cubicBezTo>
                      <a:pt x="6267" y="5038"/>
                      <a:pt x="6601" y="4231"/>
                      <a:pt x="6601" y="3389"/>
                    </a:cubicBezTo>
                    <a:cubicBezTo>
                      <a:pt x="6601" y="2548"/>
                      <a:pt x="6267" y="1741"/>
                      <a:pt x="5672" y="1146"/>
                    </a:cubicBezTo>
                    <a:cubicBezTo>
                      <a:pt x="5078" y="551"/>
                      <a:pt x="4271" y="217"/>
                      <a:pt x="3430" y="217"/>
                    </a:cubicBezTo>
                    <a:cubicBezTo>
                      <a:pt x="2589" y="217"/>
                      <a:pt x="1782" y="551"/>
                      <a:pt x="1187" y="1146"/>
                    </a:cubicBezTo>
                    <a:cubicBezTo>
                      <a:pt x="592" y="1741"/>
                      <a:pt x="258" y="2548"/>
                      <a:pt x="258" y="3389"/>
                    </a:cubicBezTo>
                    <a:cubicBezTo>
                      <a:pt x="258" y="4231"/>
                      <a:pt x="592" y="5038"/>
                      <a:pt x="1187" y="5633"/>
                    </a:cubicBezTo>
                    <a:cubicBezTo>
                      <a:pt x="1782" y="6228"/>
                      <a:pt x="2589" y="6562"/>
                      <a:pt x="3430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47" name="Freeform: Shape 8946">
                <a:extLst>
                  <a:ext uri="{FF2B5EF4-FFF2-40B4-BE49-F238E27FC236}">
                    <a16:creationId xmlns:a16="http://schemas.microsoft.com/office/drawing/2014/main" id="{11307765-EB3E-69B0-850B-4FB68C4F7171}"/>
                  </a:ext>
                </a:extLst>
              </p:cNvPr>
              <p:cNvSpPr/>
              <p:nvPr/>
            </p:nvSpPr>
            <p:spPr>
              <a:xfrm>
                <a:off x="9684981" y="6256099"/>
                <a:ext cx="6343" cy="6345"/>
              </a:xfrm>
              <a:custGeom>
                <a:avLst/>
                <a:gdLst>
                  <a:gd name="connsiteX0" fmla="*/ 3430 w 6343"/>
                  <a:gd name="connsiteY0" fmla="*/ 6564 h 6345"/>
                  <a:gd name="connsiteX1" fmla="*/ 5672 w 6343"/>
                  <a:gd name="connsiteY1" fmla="*/ 5635 h 6345"/>
                  <a:gd name="connsiteX2" fmla="*/ 6601 w 6343"/>
                  <a:gd name="connsiteY2" fmla="*/ 3391 h 6345"/>
                  <a:gd name="connsiteX3" fmla="*/ 5672 w 6343"/>
                  <a:gd name="connsiteY3" fmla="*/ 1148 h 6345"/>
                  <a:gd name="connsiteX4" fmla="*/ 3430 w 6343"/>
                  <a:gd name="connsiteY4" fmla="*/ 219 h 6345"/>
                  <a:gd name="connsiteX5" fmla="*/ 1187 w 6343"/>
                  <a:gd name="connsiteY5" fmla="*/ 1148 h 6345"/>
                  <a:gd name="connsiteX6" fmla="*/ 258 w 6343"/>
                  <a:gd name="connsiteY6" fmla="*/ 3391 h 6345"/>
                  <a:gd name="connsiteX7" fmla="*/ 1187 w 6343"/>
                  <a:gd name="connsiteY7" fmla="*/ 5635 h 6345"/>
                  <a:gd name="connsiteX8" fmla="*/ 3430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64"/>
                    </a:moveTo>
                    <a:cubicBezTo>
                      <a:pt x="4271" y="6564"/>
                      <a:pt x="5078" y="6230"/>
                      <a:pt x="5672" y="5635"/>
                    </a:cubicBezTo>
                    <a:cubicBezTo>
                      <a:pt x="6267" y="5040"/>
                      <a:pt x="6601" y="4233"/>
                      <a:pt x="6601" y="3391"/>
                    </a:cubicBezTo>
                    <a:cubicBezTo>
                      <a:pt x="6601" y="2550"/>
                      <a:pt x="6267" y="1743"/>
                      <a:pt x="5672" y="1148"/>
                    </a:cubicBezTo>
                    <a:cubicBezTo>
                      <a:pt x="5078" y="553"/>
                      <a:pt x="4271" y="219"/>
                      <a:pt x="3430" y="219"/>
                    </a:cubicBezTo>
                    <a:cubicBezTo>
                      <a:pt x="2589" y="219"/>
                      <a:pt x="1782" y="553"/>
                      <a:pt x="1187" y="1148"/>
                    </a:cubicBezTo>
                    <a:cubicBezTo>
                      <a:pt x="592" y="1743"/>
                      <a:pt x="258" y="2550"/>
                      <a:pt x="258" y="3391"/>
                    </a:cubicBezTo>
                    <a:cubicBezTo>
                      <a:pt x="258" y="4233"/>
                      <a:pt x="592" y="5040"/>
                      <a:pt x="1187" y="5635"/>
                    </a:cubicBezTo>
                    <a:cubicBezTo>
                      <a:pt x="1782" y="6230"/>
                      <a:pt x="2589" y="6564"/>
                      <a:pt x="3430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48" name="Freeform: Shape 8947">
                <a:extLst>
                  <a:ext uri="{FF2B5EF4-FFF2-40B4-BE49-F238E27FC236}">
                    <a16:creationId xmlns:a16="http://schemas.microsoft.com/office/drawing/2014/main" id="{F1231956-ADBC-6A8B-30B9-D74EAA3D1D97}"/>
                  </a:ext>
                </a:extLst>
              </p:cNvPr>
              <p:cNvSpPr/>
              <p:nvPr/>
            </p:nvSpPr>
            <p:spPr>
              <a:xfrm>
                <a:off x="9682716" y="6272507"/>
                <a:ext cx="6343" cy="6345"/>
              </a:xfrm>
              <a:custGeom>
                <a:avLst/>
                <a:gdLst>
                  <a:gd name="connsiteX0" fmla="*/ 3430 w 6343"/>
                  <a:gd name="connsiteY0" fmla="*/ 6565 h 6345"/>
                  <a:gd name="connsiteX1" fmla="*/ 5672 w 6343"/>
                  <a:gd name="connsiteY1" fmla="*/ 5636 h 6345"/>
                  <a:gd name="connsiteX2" fmla="*/ 6601 w 6343"/>
                  <a:gd name="connsiteY2" fmla="*/ 3393 h 6345"/>
                  <a:gd name="connsiteX3" fmla="*/ 5672 w 6343"/>
                  <a:gd name="connsiteY3" fmla="*/ 1149 h 6345"/>
                  <a:gd name="connsiteX4" fmla="*/ 3430 w 6343"/>
                  <a:gd name="connsiteY4" fmla="*/ 220 h 6345"/>
                  <a:gd name="connsiteX5" fmla="*/ 1187 w 6343"/>
                  <a:gd name="connsiteY5" fmla="*/ 1149 h 6345"/>
                  <a:gd name="connsiteX6" fmla="*/ 258 w 6343"/>
                  <a:gd name="connsiteY6" fmla="*/ 3393 h 6345"/>
                  <a:gd name="connsiteX7" fmla="*/ 1187 w 6343"/>
                  <a:gd name="connsiteY7" fmla="*/ 5636 h 6345"/>
                  <a:gd name="connsiteX8" fmla="*/ 3430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65"/>
                    </a:moveTo>
                    <a:cubicBezTo>
                      <a:pt x="4271" y="6565"/>
                      <a:pt x="5077" y="6231"/>
                      <a:pt x="5672" y="5636"/>
                    </a:cubicBezTo>
                    <a:cubicBezTo>
                      <a:pt x="6267" y="5041"/>
                      <a:pt x="6601" y="4234"/>
                      <a:pt x="6601" y="3393"/>
                    </a:cubicBezTo>
                    <a:cubicBezTo>
                      <a:pt x="6601" y="2551"/>
                      <a:pt x="6267" y="1744"/>
                      <a:pt x="5672" y="1149"/>
                    </a:cubicBezTo>
                    <a:cubicBezTo>
                      <a:pt x="5077" y="554"/>
                      <a:pt x="4271" y="220"/>
                      <a:pt x="3430" y="220"/>
                    </a:cubicBezTo>
                    <a:cubicBezTo>
                      <a:pt x="2588" y="220"/>
                      <a:pt x="1782" y="554"/>
                      <a:pt x="1187" y="1149"/>
                    </a:cubicBezTo>
                    <a:cubicBezTo>
                      <a:pt x="592" y="1744"/>
                      <a:pt x="258" y="2551"/>
                      <a:pt x="258" y="3393"/>
                    </a:cubicBezTo>
                    <a:cubicBezTo>
                      <a:pt x="258" y="4234"/>
                      <a:pt x="592" y="5041"/>
                      <a:pt x="1187" y="5636"/>
                    </a:cubicBezTo>
                    <a:cubicBezTo>
                      <a:pt x="1782" y="6231"/>
                      <a:pt x="2588" y="6565"/>
                      <a:pt x="3430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49" name="Freeform: Shape 8948">
                <a:extLst>
                  <a:ext uri="{FF2B5EF4-FFF2-40B4-BE49-F238E27FC236}">
                    <a16:creationId xmlns:a16="http://schemas.microsoft.com/office/drawing/2014/main" id="{805F0AA5-71A9-171A-E320-BDDDD9E7116D}"/>
                  </a:ext>
                </a:extLst>
              </p:cNvPr>
              <p:cNvSpPr/>
              <p:nvPr/>
            </p:nvSpPr>
            <p:spPr>
              <a:xfrm>
                <a:off x="9649263" y="6182399"/>
                <a:ext cx="6343" cy="6345"/>
              </a:xfrm>
              <a:custGeom>
                <a:avLst/>
                <a:gdLst>
                  <a:gd name="connsiteX0" fmla="*/ 3427 w 6343"/>
                  <a:gd name="connsiteY0" fmla="*/ 6558 h 6345"/>
                  <a:gd name="connsiteX1" fmla="*/ 5670 w 6343"/>
                  <a:gd name="connsiteY1" fmla="*/ 5629 h 6345"/>
                  <a:gd name="connsiteX2" fmla="*/ 6599 w 6343"/>
                  <a:gd name="connsiteY2" fmla="*/ 3386 h 6345"/>
                  <a:gd name="connsiteX3" fmla="*/ 5670 w 6343"/>
                  <a:gd name="connsiteY3" fmla="*/ 1142 h 6345"/>
                  <a:gd name="connsiteX4" fmla="*/ 3427 w 6343"/>
                  <a:gd name="connsiteY4" fmla="*/ 213 h 6345"/>
                  <a:gd name="connsiteX5" fmla="*/ 1184 w 6343"/>
                  <a:gd name="connsiteY5" fmla="*/ 1142 h 6345"/>
                  <a:gd name="connsiteX6" fmla="*/ 255 w 6343"/>
                  <a:gd name="connsiteY6" fmla="*/ 3386 h 6345"/>
                  <a:gd name="connsiteX7" fmla="*/ 1184 w 6343"/>
                  <a:gd name="connsiteY7" fmla="*/ 5629 h 6345"/>
                  <a:gd name="connsiteX8" fmla="*/ 3427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58"/>
                    </a:moveTo>
                    <a:cubicBezTo>
                      <a:pt x="4268" y="6558"/>
                      <a:pt x="5075" y="6224"/>
                      <a:pt x="5670" y="5629"/>
                    </a:cubicBezTo>
                    <a:cubicBezTo>
                      <a:pt x="6264" y="5034"/>
                      <a:pt x="6599" y="4227"/>
                      <a:pt x="6599" y="3386"/>
                    </a:cubicBezTo>
                    <a:cubicBezTo>
                      <a:pt x="6599" y="2544"/>
                      <a:pt x="6264" y="1737"/>
                      <a:pt x="5670" y="1142"/>
                    </a:cubicBezTo>
                    <a:cubicBezTo>
                      <a:pt x="5075" y="547"/>
                      <a:pt x="4268" y="213"/>
                      <a:pt x="3427" y="213"/>
                    </a:cubicBezTo>
                    <a:cubicBezTo>
                      <a:pt x="2586" y="213"/>
                      <a:pt x="1779" y="547"/>
                      <a:pt x="1184" y="1142"/>
                    </a:cubicBezTo>
                    <a:cubicBezTo>
                      <a:pt x="590" y="1737"/>
                      <a:pt x="255" y="2544"/>
                      <a:pt x="255" y="3386"/>
                    </a:cubicBezTo>
                    <a:cubicBezTo>
                      <a:pt x="255" y="4227"/>
                      <a:pt x="590" y="5034"/>
                      <a:pt x="1184" y="5629"/>
                    </a:cubicBezTo>
                    <a:cubicBezTo>
                      <a:pt x="1779" y="6224"/>
                      <a:pt x="2586" y="6558"/>
                      <a:pt x="3427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50" name="Freeform: Shape 8949">
                <a:extLst>
                  <a:ext uri="{FF2B5EF4-FFF2-40B4-BE49-F238E27FC236}">
                    <a16:creationId xmlns:a16="http://schemas.microsoft.com/office/drawing/2014/main" id="{AD6EC324-196E-B669-0871-0E3FA50D35DF}"/>
                  </a:ext>
                </a:extLst>
              </p:cNvPr>
              <p:cNvSpPr/>
              <p:nvPr/>
            </p:nvSpPr>
            <p:spPr>
              <a:xfrm>
                <a:off x="9721024" y="6687619"/>
                <a:ext cx="6343" cy="6345"/>
              </a:xfrm>
              <a:custGeom>
                <a:avLst/>
                <a:gdLst>
                  <a:gd name="connsiteX0" fmla="*/ 3433 w 6343"/>
                  <a:gd name="connsiteY0" fmla="*/ 6598 h 6345"/>
                  <a:gd name="connsiteX1" fmla="*/ 5675 w 6343"/>
                  <a:gd name="connsiteY1" fmla="*/ 5669 h 6345"/>
                  <a:gd name="connsiteX2" fmla="*/ 6604 w 6343"/>
                  <a:gd name="connsiteY2" fmla="*/ 3425 h 6345"/>
                  <a:gd name="connsiteX3" fmla="*/ 5675 w 6343"/>
                  <a:gd name="connsiteY3" fmla="*/ 1182 h 6345"/>
                  <a:gd name="connsiteX4" fmla="*/ 3433 w 6343"/>
                  <a:gd name="connsiteY4" fmla="*/ 253 h 6345"/>
                  <a:gd name="connsiteX5" fmla="*/ 1190 w 6343"/>
                  <a:gd name="connsiteY5" fmla="*/ 1182 h 6345"/>
                  <a:gd name="connsiteX6" fmla="*/ 261 w 6343"/>
                  <a:gd name="connsiteY6" fmla="*/ 3425 h 6345"/>
                  <a:gd name="connsiteX7" fmla="*/ 1190 w 6343"/>
                  <a:gd name="connsiteY7" fmla="*/ 5669 h 6345"/>
                  <a:gd name="connsiteX8" fmla="*/ 3433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98"/>
                    </a:moveTo>
                    <a:cubicBezTo>
                      <a:pt x="4274" y="6598"/>
                      <a:pt x="5081" y="6264"/>
                      <a:pt x="5675" y="5669"/>
                    </a:cubicBezTo>
                    <a:cubicBezTo>
                      <a:pt x="6270" y="5074"/>
                      <a:pt x="6604" y="4267"/>
                      <a:pt x="6604" y="3425"/>
                    </a:cubicBezTo>
                    <a:cubicBezTo>
                      <a:pt x="6604" y="2584"/>
                      <a:pt x="6270" y="1777"/>
                      <a:pt x="5675" y="1182"/>
                    </a:cubicBezTo>
                    <a:cubicBezTo>
                      <a:pt x="5081" y="587"/>
                      <a:pt x="4274" y="253"/>
                      <a:pt x="3433" y="253"/>
                    </a:cubicBezTo>
                    <a:cubicBezTo>
                      <a:pt x="2592" y="253"/>
                      <a:pt x="1785" y="587"/>
                      <a:pt x="1190" y="1182"/>
                    </a:cubicBezTo>
                    <a:cubicBezTo>
                      <a:pt x="595" y="1777"/>
                      <a:pt x="261" y="2584"/>
                      <a:pt x="261" y="3425"/>
                    </a:cubicBezTo>
                    <a:cubicBezTo>
                      <a:pt x="261" y="4267"/>
                      <a:pt x="595" y="5074"/>
                      <a:pt x="1190" y="5669"/>
                    </a:cubicBezTo>
                    <a:cubicBezTo>
                      <a:pt x="1785" y="6264"/>
                      <a:pt x="2592" y="6598"/>
                      <a:pt x="3433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51" name="Freeform: Shape 8950">
                <a:extLst>
                  <a:ext uri="{FF2B5EF4-FFF2-40B4-BE49-F238E27FC236}">
                    <a16:creationId xmlns:a16="http://schemas.microsoft.com/office/drawing/2014/main" id="{0883DA1D-D5A8-8E92-3595-1D16A4BEBE71}"/>
                  </a:ext>
                </a:extLst>
              </p:cNvPr>
              <p:cNvSpPr/>
              <p:nvPr/>
            </p:nvSpPr>
            <p:spPr>
              <a:xfrm>
                <a:off x="9712435" y="6689105"/>
                <a:ext cx="6343" cy="6345"/>
              </a:xfrm>
              <a:custGeom>
                <a:avLst/>
                <a:gdLst>
                  <a:gd name="connsiteX0" fmla="*/ 3432 w 6343"/>
                  <a:gd name="connsiteY0" fmla="*/ 6598 h 6345"/>
                  <a:gd name="connsiteX1" fmla="*/ 5675 w 6343"/>
                  <a:gd name="connsiteY1" fmla="*/ 5669 h 6345"/>
                  <a:gd name="connsiteX2" fmla="*/ 6604 w 6343"/>
                  <a:gd name="connsiteY2" fmla="*/ 3426 h 6345"/>
                  <a:gd name="connsiteX3" fmla="*/ 5675 w 6343"/>
                  <a:gd name="connsiteY3" fmla="*/ 1182 h 6345"/>
                  <a:gd name="connsiteX4" fmla="*/ 3432 w 6343"/>
                  <a:gd name="connsiteY4" fmla="*/ 253 h 6345"/>
                  <a:gd name="connsiteX5" fmla="*/ 1189 w 6343"/>
                  <a:gd name="connsiteY5" fmla="*/ 1182 h 6345"/>
                  <a:gd name="connsiteX6" fmla="*/ 260 w 6343"/>
                  <a:gd name="connsiteY6" fmla="*/ 3426 h 6345"/>
                  <a:gd name="connsiteX7" fmla="*/ 1189 w 6343"/>
                  <a:gd name="connsiteY7" fmla="*/ 5669 h 6345"/>
                  <a:gd name="connsiteX8" fmla="*/ 3432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98"/>
                    </a:moveTo>
                    <a:cubicBezTo>
                      <a:pt x="4273" y="6598"/>
                      <a:pt x="5080" y="6264"/>
                      <a:pt x="5675" y="5669"/>
                    </a:cubicBezTo>
                    <a:cubicBezTo>
                      <a:pt x="6269" y="5074"/>
                      <a:pt x="6604" y="4267"/>
                      <a:pt x="6604" y="3426"/>
                    </a:cubicBezTo>
                    <a:cubicBezTo>
                      <a:pt x="6604" y="2584"/>
                      <a:pt x="6269" y="1777"/>
                      <a:pt x="5675" y="1182"/>
                    </a:cubicBezTo>
                    <a:cubicBezTo>
                      <a:pt x="5080" y="587"/>
                      <a:pt x="4273" y="253"/>
                      <a:pt x="3432" y="253"/>
                    </a:cubicBezTo>
                    <a:cubicBezTo>
                      <a:pt x="2591" y="253"/>
                      <a:pt x="1784" y="587"/>
                      <a:pt x="1189" y="1182"/>
                    </a:cubicBezTo>
                    <a:cubicBezTo>
                      <a:pt x="595" y="1777"/>
                      <a:pt x="260" y="2584"/>
                      <a:pt x="260" y="3426"/>
                    </a:cubicBezTo>
                    <a:cubicBezTo>
                      <a:pt x="260" y="4267"/>
                      <a:pt x="595" y="5074"/>
                      <a:pt x="1189" y="5669"/>
                    </a:cubicBezTo>
                    <a:cubicBezTo>
                      <a:pt x="1784" y="6264"/>
                      <a:pt x="2591" y="6598"/>
                      <a:pt x="3432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52" name="Freeform: Shape 8951">
                <a:extLst>
                  <a:ext uri="{FF2B5EF4-FFF2-40B4-BE49-F238E27FC236}">
                    <a16:creationId xmlns:a16="http://schemas.microsoft.com/office/drawing/2014/main" id="{C98FF909-DFC8-B8FD-4EC4-CCA0BFCD51DB}"/>
                  </a:ext>
                </a:extLst>
              </p:cNvPr>
              <p:cNvSpPr/>
              <p:nvPr/>
            </p:nvSpPr>
            <p:spPr>
              <a:xfrm>
                <a:off x="9529158" y="5750055"/>
                <a:ext cx="6343" cy="6345"/>
              </a:xfrm>
              <a:custGeom>
                <a:avLst/>
                <a:gdLst>
                  <a:gd name="connsiteX0" fmla="*/ 3418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8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2 h 6345"/>
                  <a:gd name="connsiteX7" fmla="*/ 1175 w 6343"/>
                  <a:gd name="connsiteY7" fmla="*/ 5595 h 6345"/>
                  <a:gd name="connsiteX8" fmla="*/ 341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24"/>
                    </a:moveTo>
                    <a:cubicBezTo>
                      <a:pt x="4259" y="6524"/>
                      <a:pt x="5065" y="6190"/>
                      <a:pt x="5660" y="5595"/>
                    </a:cubicBezTo>
                    <a:cubicBezTo>
                      <a:pt x="6255" y="5000"/>
                      <a:pt x="6589" y="4193"/>
                      <a:pt x="6589" y="3352"/>
                    </a:cubicBezTo>
                    <a:cubicBezTo>
                      <a:pt x="6589" y="2510"/>
                      <a:pt x="6255" y="1703"/>
                      <a:pt x="5660" y="1108"/>
                    </a:cubicBezTo>
                    <a:cubicBezTo>
                      <a:pt x="5065" y="513"/>
                      <a:pt x="4259" y="179"/>
                      <a:pt x="3418" y="179"/>
                    </a:cubicBezTo>
                    <a:cubicBezTo>
                      <a:pt x="2576" y="179"/>
                      <a:pt x="1770" y="513"/>
                      <a:pt x="1175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70" y="6190"/>
                      <a:pt x="2576" y="6524"/>
                      <a:pt x="341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53" name="Freeform: Shape 8952">
                <a:extLst>
                  <a:ext uri="{FF2B5EF4-FFF2-40B4-BE49-F238E27FC236}">
                    <a16:creationId xmlns:a16="http://schemas.microsoft.com/office/drawing/2014/main" id="{4CDE7C7E-644F-110A-F9A3-2D299F7AD396}"/>
                  </a:ext>
                </a:extLst>
              </p:cNvPr>
              <p:cNvSpPr/>
              <p:nvPr/>
            </p:nvSpPr>
            <p:spPr>
              <a:xfrm>
                <a:off x="9526304" y="5750258"/>
                <a:ext cx="6343" cy="6345"/>
              </a:xfrm>
              <a:custGeom>
                <a:avLst/>
                <a:gdLst>
                  <a:gd name="connsiteX0" fmla="*/ 3417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7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2 h 6345"/>
                  <a:gd name="connsiteX7" fmla="*/ 1175 w 6343"/>
                  <a:gd name="connsiteY7" fmla="*/ 5595 h 6345"/>
                  <a:gd name="connsiteX8" fmla="*/ 3417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24"/>
                    </a:moveTo>
                    <a:cubicBezTo>
                      <a:pt x="4258" y="6524"/>
                      <a:pt x="5065" y="6190"/>
                      <a:pt x="5660" y="5595"/>
                    </a:cubicBezTo>
                    <a:cubicBezTo>
                      <a:pt x="6255" y="5000"/>
                      <a:pt x="6589" y="4193"/>
                      <a:pt x="6589" y="3352"/>
                    </a:cubicBezTo>
                    <a:cubicBezTo>
                      <a:pt x="6589" y="2510"/>
                      <a:pt x="6255" y="1703"/>
                      <a:pt x="5660" y="1108"/>
                    </a:cubicBezTo>
                    <a:cubicBezTo>
                      <a:pt x="5065" y="513"/>
                      <a:pt x="4258" y="179"/>
                      <a:pt x="3417" y="179"/>
                    </a:cubicBezTo>
                    <a:cubicBezTo>
                      <a:pt x="2576" y="179"/>
                      <a:pt x="1769" y="513"/>
                      <a:pt x="1175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69" y="6190"/>
                      <a:pt x="2576" y="6524"/>
                      <a:pt x="3417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54" name="Freeform: Shape 8953">
                <a:extLst>
                  <a:ext uri="{FF2B5EF4-FFF2-40B4-BE49-F238E27FC236}">
                    <a16:creationId xmlns:a16="http://schemas.microsoft.com/office/drawing/2014/main" id="{1A43C911-5293-8BF0-03C6-92584098C54C}"/>
                  </a:ext>
                </a:extLst>
              </p:cNvPr>
              <p:cNvSpPr/>
              <p:nvPr/>
            </p:nvSpPr>
            <p:spPr>
              <a:xfrm>
                <a:off x="9523493" y="5750690"/>
                <a:ext cx="6343" cy="6345"/>
              </a:xfrm>
              <a:custGeom>
                <a:avLst/>
                <a:gdLst>
                  <a:gd name="connsiteX0" fmla="*/ 3417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7 w 6343"/>
                  <a:gd name="connsiteY4" fmla="*/ 179 h 6345"/>
                  <a:gd name="connsiteX5" fmla="*/ 1174 w 6343"/>
                  <a:gd name="connsiteY5" fmla="*/ 1108 h 6345"/>
                  <a:gd name="connsiteX6" fmla="*/ 246 w 6343"/>
                  <a:gd name="connsiteY6" fmla="*/ 3352 h 6345"/>
                  <a:gd name="connsiteX7" fmla="*/ 1174 w 6343"/>
                  <a:gd name="connsiteY7" fmla="*/ 5595 h 6345"/>
                  <a:gd name="connsiteX8" fmla="*/ 3417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24"/>
                    </a:moveTo>
                    <a:cubicBezTo>
                      <a:pt x="4258" y="6524"/>
                      <a:pt x="5065" y="6190"/>
                      <a:pt x="5660" y="5595"/>
                    </a:cubicBezTo>
                    <a:cubicBezTo>
                      <a:pt x="6254" y="5000"/>
                      <a:pt x="6589" y="4193"/>
                      <a:pt x="6589" y="3352"/>
                    </a:cubicBezTo>
                    <a:cubicBezTo>
                      <a:pt x="6589" y="2510"/>
                      <a:pt x="6254" y="1703"/>
                      <a:pt x="5660" y="1108"/>
                    </a:cubicBezTo>
                    <a:cubicBezTo>
                      <a:pt x="5065" y="513"/>
                      <a:pt x="4258" y="179"/>
                      <a:pt x="3417" y="179"/>
                    </a:cubicBezTo>
                    <a:cubicBezTo>
                      <a:pt x="2576" y="179"/>
                      <a:pt x="1769" y="513"/>
                      <a:pt x="1174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4" y="5595"/>
                    </a:cubicBezTo>
                    <a:cubicBezTo>
                      <a:pt x="1769" y="6190"/>
                      <a:pt x="2576" y="6524"/>
                      <a:pt x="3417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55" name="Freeform: Shape 8954">
                <a:extLst>
                  <a:ext uri="{FF2B5EF4-FFF2-40B4-BE49-F238E27FC236}">
                    <a16:creationId xmlns:a16="http://schemas.microsoft.com/office/drawing/2014/main" id="{E30CA20A-5011-8B4D-AE12-4CA4D91B6999}"/>
                  </a:ext>
                </a:extLst>
              </p:cNvPr>
              <p:cNvSpPr/>
              <p:nvPr/>
            </p:nvSpPr>
            <p:spPr>
              <a:xfrm>
                <a:off x="9583857" y="6236538"/>
                <a:ext cx="6343" cy="6345"/>
              </a:xfrm>
              <a:custGeom>
                <a:avLst/>
                <a:gdLst>
                  <a:gd name="connsiteX0" fmla="*/ 3422 w 6343"/>
                  <a:gd name="connsiteY0" fmla="*/ 6563 h 6345"/>
                  <a:gd name="connsiteX1" fmla="*/ 5664 w 6343"/>
                  <a:gd name="connsiteY1" fmla="*/ 5633 h 6345"/>
                  <a:gd name="connsiteX2" fmla="*/ 6593 w 6343"/>
                  <a:gd name="connsiteY2" fmla="*/ 3390 h 6345"/>
                  <a:gd name="connsiteX3" fmla="*/ 5664 w 6343"/>
                  <a:gd name="connsiteY3" fmla="*/ 1147 h 6345"/>
                  <a:gd name="connsiteX4" fmla="*/ 3422 w 6343"/>
                  <a:gd name="connsiteY4" fmla="*/ 217 h 6345"/>
                  <a:gd name="connsiteX5" fmla="*/ 1179 w 6343"/>
                  <a:gd name="connsiteY5" fmla="*/ 1147 h 6345"/>
                  <a:gd name="connsiteX6" fmla="*/ 250 w 6343"/>
                  <a:gd name="connsiteY6" fmla="*/ 3390 h 6345"/>
                  <a:gd name="connsiteX7" fmla="*/ 1179 w 6343"/>
                  <a:gd name="connsiteY7" fmla="*/ 5633 h 6345"/>
                  <a:gd name="connsiteX8" fmla="*/ 342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63"/>
                    </a:moveTo>
                    <a:cubicBezTo>
                      <a:pt x="4263" y="6563"/>
                      <a:pt x="5070" y="6228"/>
                      <a:pt x="5664" y="5633"/>
                    </a:cubicBezTo>
                    <a:cubicBezTo>
                      <a:pt x="6259" y="5038"/>
                      <a:pt x="6593" y="4231"/>
                      <a:pt x="6593" y="3390"/>
                    </a:cubicBezTo>
                    <a:cubicBezTo>
                      <a:pt x="6593" y="2549"/>
                      <a:pt x="6259" y="1741"/>
                      <a:pt x="5664" y="1147"/>
                    </a:cubicBezTo>
                    <a:cubicBezTo>
                      <a:pt x="5070" y="552"/>
                      <a:pt x="4263" y="217"/>
                      <a:pt x="3422" y="217"/>
                    </a:cubicBezTo>
                    <a:cubicBezTo>
                      <a:pt x="2581" y="217"/>
                      <a:pt x="1774" y="552"/>
                      <a:pt x="1179" y="1147"/>
                    </a:cubicBezTo>
                    <a:cubicBezTo>
                      <a:pt x="584" y="1741"/>
                      <a:pt x="250" y="2549"/>
                      <a:pt x="250" y="3390"/>
                    </a:cubicBezTo>
                    <a:cubicBezTo>
                      <a:pt x="250" y="4231"/>
                      <a:pt x="584" y="5038"/>
                      <a:pt x="1179" y="5633"/>
                    </a:cubicBezTo>
                    <a:cubicBezTo>
                      <a:pt x="1774" y="6228"/>
                      <a:pt x="2581" y="6563"/>
                      <a:pt x="342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56" name="Freeform: Shape 8955">
                <a:extLst>
                  <a:ext uri="{FF2B5EF4-FFF2-40B4-BE49-F238E27FC236}">
                    <a16:creationId xmlns:a16="http://schemas.microsoft.com/office/drawing/2014/main" id="{8B0D0AF0-394E-5B4F-E231-5842B22DC23B}"/>
                  </a:ext>
                </a:extLst>
              </p:cNvPr>
              <p:cNvSpPr/>
              <p:nvPr/>
            </p:nvSpPr>
            <p:spPr>
              <a:xfrm>
                <a:off x="9577994" y="6236817"/>
                <a:ext cx="6343" cy="6345"/>
              </a:xfrm>
              <a:custGeom>
                <a:avLst/>
                <a:gdLst>
                  <a:gd name="connsiteX0" fmla="*/ 3421 w 6343"/>
                  <a:gd name="connsiteY0" fmla="*/ 6563 h 6345"/>
                  <a:gd name="connsiteX1" fmla="*/ 5664 w 6343"/>
                  <a:gd name="connsiteY1" fmla="*/ 5633 h 6345"/>
                  <a:gd name="connsiteX2" fmla="*/ 6593 w 6343"/>
                  <a:gd name="connsiteY2" fmla="*/ 3390 h 6345"/>
                  <a:gd name="connsiteX3" fmla="*/ 5664 w 6343"/>
                  <a:gd name="connsiteY3" fmla="*/ 1147 h 6345"/>
                  <a:gd name="connsiteX4" fmla="*/ 3421 w 6343"/>
                  <a:gd name="connsiteY4" fmla="*/ 217 h 6345"/>
                  <a:gd name="connsiteX5" fmla="*/ 1179 w 6343"/>
                  <a:gd name="connsiteY5" fmla="*/ 1147 h 6345"/>
                  <a:gd name="connsiteX6" fmla="*/ 250 w 6343"/>
                  <a:gd name="connsiteY6" fmla="*/ 3390 h 6345"/>
                  <a:gd name="connsiteX7" fmla="*/ 1179 w 6343"/>
                  <a:gd name="connsiteY7" fmla="*/ 5633 h 6345"/>
                  <a:gd name="connsiteX8" fmla="*/ 342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3"/>
                    </a:moveTo>
                    <a:cubicBezTo>
                      <a:pt x="4262" y="6563"/>
                      <a:pt x="5069" y="6228"/>
                      <a:pt x="5664" y="5633"/>
                    </a:cubicBezTo>
                    <a:cubicBezTo>
                      <a:pt x="6259" y="5038"/>
                      <a:pt x="6593" y="4231"/>
                      <a:pt x="6593" y="3390"/>
                    </a:cubicBezTo>
                    <a:cubicBezTo>
                      <a:pt x="6593" y="2549"/>
                      <a:pt x="6259" y="1742"/>
                      <a:pt x="5664" y="1147"/>
                    </a:cubicBezTo>
                    <a:cubicBezTo>
                      <a:pt x="5069" y="552"/>
                      <a:pt x="4262" y="217"/>
                      <a:pt x="3421" y="217"/>
                    </a:cubicBezTo>
                    <a:cubicBezTo>
                      <a:pt x="2580" y="217"/>
                      <a:pt x="1773" y="552"/>
                      <a:pt x="1179" y="1147"/>
                    </a:cubicBezTo>
                    <a:cubicBezTo>
                      <a:pt x="584" y="1742"/>
                      <a:pt x="250" y="2549"/>
                      <a:pt x="250" y="3390"/>
                    </a:cubicBezTo>
                    <a:cubicBezTo>
                      <a:pt x="250" y="4231"/>
                      <a:pt x="584" y="5038"/>
                      <a:pt x="1179" y="5633"/>
                    </a:cubicBezTo>
                    <a:cubicBezTo>
                      <a:pt x="1773" y="6228"/>
                      <a:pt x="2580" y="6563"/>
                      <a:pt x="342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57" name="Freeform: Shape 8956">
                <a:extLst>
                  <a:ext uri="{FF2B5EF4-FFF2-40B4-BE49-F238E27FC236}">
                    <a16:creationId xmlns:a16="http://schemas.microsoft.com/office/drawing/2014/main" id="{14D6C49E-CD71-DEA7-EA2E-E990ACBA9519}"/>
                  </a:ext>
                </a:extLst>
              </p:cNvPr>
              <p:cNvSpPr/>
              <p:nvPr/>
            </p:nvSpPr>
            <p:spPr>
              <a:xfrm>
                <a:off x="9572066" y="6236561"/>
                <a:ext cx="6343" cy="6345"/>
              </a:xfrm>
              <a:custGeom>
                <a:avLst/>
                <a:gdLst>
                  <a:gd name="connsiteX0" fmla="*/ 3421 w 6343"/>
                  <a:gd name="connsiteY0" fmla="*/ 6563 h 6345"/>
                  <a:gd name="connsiteX1" fmla="*/ 5664 w 6343"/>
                  <a:gd name="connsiteY1" fmla="*/ 5633 h 6345"/>
                  <a:gd name="connsiteX2" fmla="*/ 6592 w 6343"/>
                  <a:gd name="connsiteY2" fmla="*/ 3390 h 6345"/>
                  <a:gd name="connsiteX3" fmla="*/ 5664 w 6343"/>
                  <a:gd name="connsiteY3" fmla="*/ 1147 h 6345"/>
                  <a:gd name="connsiteX4" fmla="*/ 3421 w 6343"/>
                  <a:gd name="connsiteY4" fmla="*/ 217 h 6345"/>
                  <a:gd name="connsiteX5" fmla="*/ 1178 w 6343"/>
                  <a:gd name="connsiteY5" fmla="*/ 1147 h 6345"/>
                  <a:gd name="connsiteX6" fmla="*/ 249 w 6343"/>
                  <a:gd name="connsiteY6" fmla="*/ 3390 h 6345"/>
                  <a:gd name="connsiteX7" fmla="*/ 1178 w 6343"/>
                  <a:gd name="connsiteY7" fmla="*/ 5633 h 6345"/>
                  <a:gd name="connsiteX8" fmla="*/ 342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3"/>
                    </a:moveTo>
                    <a:cubicBezTo>
                      <a:pt x="4262" y="6563"/>
                      <a:pt x="5069" y="6228"/>
                      <a:pt x="5664" y="5633"/>
                    </a:cubicBezTo>
                    <a:cubicBezTo>
                      <a:pt x="6258" y="5038"/>
                      <a:pt x="6592" y="4231"/>
                      <a:pt x="6592" y="3390"/>
                    </a:cubicBezTo>
                    <a:cubicBezTo>
                      <a:pt x="6592" y="2549"/>
                      <a:pt x="6258" y="1741"/>
                      <a:pt x="5664" y="1147"/>
                    </a:cubicBezTo>
                    <a:cubicBezTo>
                      <a:pt x="5069" y="552"/>
                      <a:pt x="4262" y="217"/>
                      <a:pt x="3421" y="217"/>
                    </a:cubicBezTo>
                    <a:cubicBezTo>
                      <a:pt x="2580" y="217"/>
                      <a:pt x="1773" y="552"/>
                      <a:pt x="1178" y="1147"/>
                    </a:cubicBezTo>
                    <a:cubicBezTo>
                      <a:pt x="584" y="1741"/>
                      <a:pt x="249" y="2549"/>
                      <a:pt x="249" y="3390"/>
                    </a:cubicBezTo>
                    <a:cubicBezTo>
                      <a:pt x="249" y="4231"/>
                      <a:pt x="584" y="5038"/>
                      <a:pt x="1178" y="5633"/>
                    </a:cubicBezTo>
                    <a:cubicBezTo>
                      <a:pt x="1773" y="6228"/>
                      <a:pt x="2580" y="6563"/>
                      <a:pt x="342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58" name="Freeform: Shape 8957">
                <a:extLst>
                  <a:ext uri="{FF2B5EF4-FFF2-40B4-BE49-F238E27FC236}">
                    <a16:creationId xmlns:a16="http://schemas.microsoft.com/office/drawing/2014/main" id="{CBE98760-36EC-79B0-D997-776003F738C8}"/>
                  </a:ext>
                </a:extLst>
              </p:cNvPr>
              <p:cNvSpPr/>
              <p:nvPr/>
            </p:nvSpPr>
            <p:spPr>
              <a:xfrm>
                <a:off x="9566242" y="6237016"/>
                <a:ext cx="6343" cy="6345"/>
              </a:xfrm>
              <a:custGeom>
                <a:avLst/>
                <a:gdLst>
                  <a:gd name="connsiteX0" fmla="*/ 3420 w 6343"/>
                  <a:gd name="connsiteY0" fmla="*/ 6563 h 6345"/>
                  <a:gd name="connsiteX1" fmla="*/ 5663 w 6343"/>
                  <a:gd name="connsiteY1" fmla="*/ 5633 h 6345"/>
                  <a:gd name="connsiteX2" fmla="*/ 6592 w 6343"/>
                  <a:gd name="connsiteY2" fmla="*/ 3390 h 6345"/>
                  <a:gd name="connsiteX3" fmla="*/ 5663 w 6343"/>
                  <a:gd name="connsiteY3" fmla="*/ 1147 h 6345"/>
                  <a:gd name="connsiteX4" fmla="*/ 3420 w 6343"/>
                  <a:gd name="connsiteY4" fmla="*/ 217 h 6345"/>
                  <a:gd name="connsiteX5" fmla="*/ 1178 w 6343"/>
                  <a:gd name="connsiteY5" fmla="*/ 1147 h 6345"/>
                  <a:gd name="connsiteX6" fmla="*/ 249 w 6343"/>
                  <a:gd name="connsiteY6" fmla="*/ 3390 h 6345"/>
                  <a:gd name="connsiteX7" fmla="*/ 1178 w 6343"/>
                  <a:gd name="connsiteY7" fmla="*/ 5633 h 6345"/>
                  <a:gd name="connsiteX8" fmla="*/ 342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3"/>
                    </a:moveTo>
                    <a:cubicBezTo>
                      <a:pt x="4262" y="6563"/>
                      <a:pt x="5068" y="6228"/>
                      <a:pt x="5663" y="5633"/>
                    </a:cubicBezTo>
                    <a:cubicBezTo>
                      <a:pt x="6258" y="5038"/>
                      <a:pt x="6592" y="4231"/>
                      <a:pt x="6592" y="3390"/>
                    </a:cubicBezTo>
                    <a:cubicBezTo>
                      <a:pt x="6592" y="2549"/>
                      <a:pt x="6258" y="1742"/>
                      <a:pt x="5663" y="1147"/>
                    </a:cubicBezTo>
                    <a:cubicBezTo>
                      <a:pt x="5068" y="552"/>
                      <a:pt x="4262" y="217"/>
                      <a:pt x="3420" y="217"/>
                    </a:cubicBezTo>
                    <a:cubicBezTo>
                      <a:pt x="2579" y="217"/>
                      <a:pt x="1773" y="552"/>
                      <a:pt x="1178" y="1147"/>
                    </a:cubicBezTo>
                    <a:cubicBezTo>
                      <a:pt x="583" y="1742"/>
                      <a:pt x="249" y="2549"/>
                      <a:pt x="249" y="3390"/>
                    </a:cubicBezTo>
                    <a:cubicBezTo>
                      <a:pt x="249" y="4231"/>
                      <a:pt x="583" y="5038"/>
                      <a:pt x="1178" y="5633"/>
                    </a:cubicBezTo>
                    <a:cubicBezTo>
                      <a:pt x="1773" y="6228"/>
                      <a:pt x="2579" y="6563"/>
                      <a:pt x="342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59" name="Freeform: Shape 8958">
                <a:extLst>
                  <a:ext uri="{FF2B5EF4-FFF2-40B4-BE49-F238E27FC236}">
                    <a16:creationId xmlns:a16="http://schemas.microsoft.com/office/drawing/2014/main" id="{AE1BADF4-21B8-C1E3-CF7A-90672D702C88}"/>
                  </a:ext>
                </a:extLst>
              </p:cNvPr>
              <p:cNvSpPr/>
              <p:nvPr/>
            </p:nvSpPr>
            <p:spPr>
              <a:xfrm>
                <a:off x="9560363" y="6236998"/>
                <a:ext cx="6343" cy="6345"/>
              </a:xfrm>
              <a:custGeom>
                <a:avLst/>
                <a:gdLst>
                  <a:gd name="connsiteX0" fmla="*/ 3420 w 6343"/>
                  <a:gd name="connsiteY0" fmla="*/ 6563 h 6345"/>
                  <a:gd name="connsiteX1" fmla="*/ 5663 w 6343"/>
                  <a:gd name="connsiteY1" fmla="*/ 5633 h 6345"/>
                  <a:gd name="connsiteX2" fmla="*/ 6592 w 6343"/>
                  <a:gd name="connsiteY2" fmla="*/ 3390 h 6345"/>
                  <a:gd name="connsiteX3" fmla="*/ 5663 w 6343"/>
                  <a:gd name="connsiteY3" fmla="*/ 1147 h 6345"/>
                  <a:gd name="connsiteX4" fmla="*/ 3420 w 6343"/>
                  <a:gd name="connsiteY4" fmla="*/ 217 h 6345"/>
                  <a:gd name="connsiteX5" fmla="*/ 1177 w 6343"/>
                  <a:gd name="connsiteY5" fmla="*/ 1147 h 6345"/>
                  <a:gd name="connsiteX6" fmla="*/ 248 w 6343"/>
                  <a:gd name="connsiteY6" fmla="*/ 3390 h 6345"/>
                  <a:gd name="connsiteX7" fmla="*/ 1177 w 6343"/>
                  <a:gd name="connsiteY7" fmla="*/ 5633 h 6345"/>
                  <a:gd name="connsiteX8" fmla="*/ 342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3"/>
                    </a:moveTo>
                    <a:cubicBezTo>
                      <a:pt x="4261" y="6563"/>
                      <a:pt x="5068" y="6228"/>
                      <a:pt x="5663" y="5633"/>
                    </a:cubicBezTo>
                    <a:cubicBezTo>
                      <a:pt x="6257" y="5038"/>
                      <a:pt x="6592" y="4231"/>
                      <a:pt x="6592" y="3390"/>
                    </a:cubicBezTo>
                    <a:cubicBezTo>
                      <a:pt x="6592" y="2549"/>
                      <a:pt x="6257" y="1742"/>
                      <a:pt x="5663" y="1147"/>
                    </a:cubicBezTo>
                    <a:cubicBezTo>
                      <a:pt x="5068" y="552"/>
                      <a:pt x="4261" y="217"/>
                      <a:pt x="3420" y="217"/>
                    </a:cubicBezTo>
                    <a:cubicBezTo>
                      <a:pt x="2579" y="217"/>
                      <a:pt x="1772" y="552"/>
                      <a:pt x="1177" y="1147"/>
                    </a:cubicBezTo>
                    <a:cubicBezTo>
                      <a:pt x="583" y="1742"/>
                      <a:pt x="248" y="2549"/>
                      <a:pt x="248" y="3390"/>
                    </a:cubicBezTo>
                    <a:cubicBezTo>
                      <a:pt x="248" y="4231"/>
                      <a:pt x="583" y="5038"/>
                      <a:pt x="1177" y="5633"/>
                    </a:cubicBezTo>
                    <a:cubicBezTo>
                      <a:pt x="1772" y="6228"/>
                      <a:pt x="2579" y="6563"/>
                      <a:pt x="342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60" name="Freeform: Shape 8959">
                <a:extLst>
                  <a:ext uri="{FF2B5EF4-FFF2-40B4-BE49-F238E27FC236}">
                    <a16:creationId xmlns:a16="http://schemas.microsoft.com/office/drawing/2014/main" id="{DCB182D8-3EB3-F67A-FE37-F5276244B1A9}"/>
                  </a:ext>
                </a:extLst>
              </p:cNvPr>
              <p:cNvSpPr/>
              <p:nvPr/>
            </p:nvSpPr>
            <p:spPr>
              <a:xfrm>
                <a:off x="9554511" y="6237131"/>
                <a:ext cx="6343" cy="6345"/>
              </a:xfrm>
              <a:custGeom>
                <a:avLst/>
                <a:gdLst>
                  <a:gd name="connsiteX0" fmla="*/ 3420 w 6343"/>
                  <a:gd name="connsiteY0" fmla="*/ 6563 h 6345"/>
                  <a:gd name="connsiteX1" fmla="*/ 5662 w 6343"/>
                  <a:gd name="connsiteY1" fmla="*/ 5633 h 6345"/>
                  <a:gd name="connsiteX2" fmla="*/ 6591 w 6343"/>
                  <a:gd name="connsiteY2" fmla="*/ 3390 h 6345"/>
                  <a:gd name="connsiteX3" fmla="*/ 5662 w 6343"/>
                  <a:gd name="connsiteY3" fmla="*/ 1147 h 6345"/>
                  <a:gd name="connsiteX4" fmla="*/ 3420 w 6343"/>
                  <a:gd name="connsiteY4" fmla="*/ 217 h 6345"/>
                  <a:gd name="connsiteX5" fmla="*/ 1177 w 6343"/>
                  <a:gd name="connsiteY5" fmla="*/ 1147 h 6345"/>
                  <a:gd name="connsiteX6" fmla="*/ 248 w 6343"/>
                  <a:gd name="connsiteY6" fmla="*/ 3390 h 6345"/>
                  <a:gd name="connsiteX7" fmla="*/ 1177 w 6343"/>
                  <a:gd name="connsiteY7" fmla="*/ 5633 h 6345"/>
                  <a:gd name="connsiteX8" fmla="*/ 342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3"/>
                    </a:moveTo>
                    <a:cubicBezTo>
                      <a:pt x="4261" y="6563"/>
                      <a:pt x="5067" y="6228"/>
                      <a:pt x="5662" y="5633"/>
                    </a:cubicBezTo>
                    <a:cubicBezTo>
                      <a:pt x="6257" y="5038"/>
                      <a:pt x="6591" y="4231"/>
                      <a:pt x="6591" y="3390"/>
                    </a:cubicBezTo>
                    <a:cubicBezTo>
                      <a:pt x="6591" y="2549"/>
                      <a:pt x="6257" y="1742"/>
                      <a:pt x="5662" y="1147"/>
                    </a:cubicBezTo>
                    <a:cubicBezTo>
                      <a:pt x="5067" y="552"/>
                      <a:pt x="4261" y="217"/>
                      <a:pt x="3420" y="217"/>
                    </a:cubicBezTo>
                    <a:cubicBezTo>
                      <a:pt x="2578" y="217"/>
                      <a:pt x="1772" y="552"/>
                      <a:pt x="1177" y="1147"/>
                    </a:cubicBezTo>
                    <a:cubicBezTo>
                      <a:pt x="582" y="1742"/>
                      <a:pt x="248" y="2549"/>
                      <a:pt x="248" y="3390"/>
                    </a:cubicBezTo>
                    <a:cubicBezTo>
                      <a:pt x="248" y="4231"/>
                      <a:pt x="582" y="5038"/>
                      <a:pt x="1177" y="5633"/>
                    </a:cubicBezTo>
                    <a:cubicBezTo>
                      <a:pt x="1772" y="6228"/>
                      <a:pt x="2578" y="6563"/>
                      <a:pt x="342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61" name="Freeform: Shape 8960">
                <a:extLst>
                  <a:ext uri="{FF2B5EF4-FFF2-40B4-BE49-F238E27FC236}">
                    <a16:creationId xmlns:a16="http://schemas.microsoft.com/office/drawing/2014/main" id="{583C3952-D1C9-41C3-DDCE-7DABE987B569}"/>
                  </a:ext>
                </a:extLst>
              </p:cNvPr>
              <p:cNvSpPr/>
              <p:nvPr/>
            </p:nvSpPr>
            <p:spPr>
              <a:xfrm>
                <a:off x="9548594" y="6236603"/>
                <a:ext cx="6343" cy="6345"/>
              </a:xfrm>
              <a:custGeom>
                <a:avLst/>
                <a:gdLst>
                  <a:gd name="connsiteX0" fmla="*/ 3419 w 6343"/>
                  <a:gd name="connsiteY0" fmla="*/ 6563 h 6345"/>
                  <a:gd name="connsiteX1" fmla="*/ 5662 w 6343"/>
                  <a:gd name="connsiteY1" fmla="*/ 5633 h 6345"/>
                  <a:gd name="connsiteX2" fmla="*/ 6591 w 6343"/>
                  <a:gd name="connsiteY2" fmla="*/ 3390 h 6345"/>
                  <a:gd name="connsiteX3" fmla="*/ 5662 w 6343"/>
                  <a:gd name="connsiteY3" fmla="*/ 1147 h 6345"/>
                  <a:gd name="connsiteX4" fmla="*/ 3419 w 6343"/>
                  <a:gd name="connsiteY4" fmla="*/ 217 h 6345"/>
                  <a:gd name="connsiteX5" fmla="*/ 1176 w 6343"/>
                  <a:gd name="connsiteY5" fmla="*/ 1147 h 6345"/>
                  <a:gd name="connsiteX6" fmla="*/ 247 w 6343"/>
                  <a:gd name="connsiteY6" fmla="*/ 3390 h 6345"/>
                  <a:gd name="connsiteX7" fmla="*/ 1176 w 6343"/>
                  <a:gd name="connsiteY7" fmla="*/ 5633 h 6345"/>
                  <a:gd name="connsiteX8" fmla="*/ 341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3"/>
                    </a:moveTo>
                    <a:cubicBezTo>
                      <a:pt x="4260" y="6563"/>
                      <a:pt x="5067" y="6228"/>
                      <a:pt x="5662" y="5633"/>
                    </a:cubicBezTo>
                    <a:cubicBezTo>
                      <a:pt x="6256" y="5038"/>
                      <a:pt x="6591" y="4231"/>
                      <a:pt x="6591" y="3390"/>
                    </a:cubicBezTo>
                    <a:cubicBezTo>
                      <a:pt x="6591" y="2549"/>
                      <a:pt x="6256" y="1741"/>
                      <a:pt x="5662" y="1147"/>
                    </a:cubicBezTo>
                    <a:cubicBezTo>
                      <a:pt x="5067" y="552"/>
                      <a:pt x="4260" y="217"/>
                      <a:pt x="3419" y="217"/>
                    </a:cubicBezTo>
                    <a:cubicBezTo>
                      <a:pt x="2578" y="217"/>
                      <a:pt x="1771" y="552"/>
                      <a:pt x="1176" y="1147"/>
                    </a:cubicBezTo>
                    <a:cubicBezTo>
                      <a:pt x="582" y="1741"/>
                      <a:pt x="247" y="2549"/>
                      <a:pt x="247" y="3390"/>
                    </a:cubicBezTo>
                    <a:cubicBezTo>
                      <a:pt x="247" y="4231"/>
                      <a:pt x="582" y="5038"/>
                      <a:pt x="1176" y="5633"/>
                    </a:cubicBezTo>
                    <a:cubicBezTo>
                      <a:pt x="1771" y="6228"/>
                      <a:pt x="2578" y="6563"/>
                      <a:pt x="341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62" name="Freeform: Shape 8961">
                <a:extLst>
                  <a:ext uri="{FF2B5EF4-FFF2-40B4-BE49-F238E27FC236}">
                    <a16:creationId xmlns:a16="http://schemas.microsoft.com/office/drawing/2014/main" id="{CA280286-7590-F3CD-69F2-3CE8B3C908E7}"/>
                  </a:ext>
                </a:extLst>
              </p:cNvPr>
              <p:cNvSpPr/>
              <p:nvPr/>
            </p:nvSpPr>
            <p:spPr>
              <a:xfrm>
                <a:off x="9542745" y="6236600"/>
                <a:ext cx="6343" cy="6345"/>
              </a:xfrm>
              <a:custGeom>
                <a:avLst/>
                <a:gdLst>
                  <a:gd name="connsiteX0" fmla="*/ 3419 w 6343"/>
                  <a:gd name="connsiteY0" fmla="*/ 6563 h 6345"/>
                  <a:gd name="connsiteX1" fmla="*/ 5661 w 6343"/>
                  <a:gd name="connsiteY1" fmla="*/ 5633 h 6345"/>
                  <a:gd name="connsiteX2" fmla="*/ 6590 w 6343"/>
                  <a:gd name="connsiteY2" fmla="*/ 3390 h 6345"/>
                  <a:gd name="connsiteX3" fmla="*/ 5661 w 6343"/>
                  <a:gd name="connsiteY3" fmla="*/ 1147 h 6345"/>
                  <a:gd name="connsiteX4" fmla="*/ 3419 w 6343"/>
                  <a:gd name="connsiteY4" fmla="*/ 217 h 6345"/>
                  <a:gd name="connsiteX5" fmla="*/ 1176 w 6343"/>
                  <a:gd name="connsiteY5" fmla="*/ 1147 h 6345"/>
                  <a:gd name="connsiteX6" fmla="*/ 247 w 6343"/>
                  <a:gd name="connsiteY6" fmla="*/ 3390 h 6345"/>
                  <a:gd name="connsiteX7" fmla="*/ 1176 w 6343"/>
                  <a:gd name="connsiteY7" fmla="*/ 5633 h 6345"/>
                  <a:gd name="connsiteX8" fmla="*/ 341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3"/>
                    </a:moveTo>
                    <a:cubicBezTo>
                      <a:pt x="4260" y="6563"/>
                      <a:pt x="5066" y="6228"/>
                      <a:pt x="5661" y="5633"/>
                    </a:cubicBezTo>
                    <a:cubicBezTo>
                      <a:pt x="6256" y="5038"/>
                      <a:pt x="6590" y="4231"/>
                      <a:pt x="6590" y="3390"/>
                    </a:cubicBezTo>
                    <a:cubicBezTo>
                      <a:pt x="6590" y="2549"/>
                      <a:pt x="6256" y="1741"/>
                      <a:pt x="5661" y="1147"/>
                    </a:cubicBezTo>
                    <a:cubicBezTo>
                      <a:pt x="5066" y="552"/>
                      <a:pt x="4260" y="217"/>
                      <a:pt x="3419" y="217"/>
                    </a:cubicBezTo>
                    <a:cubicBezTo>
                      <a:pt x="2577" y="217"/>
                      <a:pt x="1771" y="552"/>
                      <a:pt x="1176" y="1147"/>
                    </a:cubicBezTo>
                    <a:cubicBezTo>
                      <a:pt x="581" y="1741"/>
                      <a:pt x="247" y="2549"/>
                      <a:pt x="247" y="3390"/>
                    </a:cubicBezTo>
                    <a:cubicBezTo>
                      <a:pt x="247" y="4231"/>
                      <a:pt x="581" y="5038"/>
                      <a:pt x="1176" y="5633"/>
                    </a:cubicBezTo>
                    <a:cubicBezTo>
                      <a:pt x="1771" y="6228"/>
                      <a:pt x="2577" y="6563"/>
                      <a:pt x="341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63" name="Freeform: Shape 8962">
                <a:extLst>
                  <a:ext uri="{FF2B5EF4-FFF2-40B4-BE49-F238E27FC236}">
                    <a16:creationId xmlns:a16="http://schemas.microsoft.com/office/drawing/2014/main" id="{D635B3B7-D661-763F-D0E0-C45AE2D5156C}"/>
                  </a:ext>
                </a:extLst>
              </p:cNvPr>
              <p:cNvSpPr/>
              <p:nvPr/>
            </p:nvSpPr>
            <p:spPr>
              <a:xfrm>
                <a:off x="9536931" y="6236874"/>
                <a:ext cx="6343" cy="6345"/>
              </a:xfrm>
              <a:custGeom>
                <a:avLst/>
                <a:gdLst>
                  <a:gd name="connsiteX0" fmla="*/ 3418 w 6343"/>
                  <a:gd name="connsiteY0" fmla="*/ 6563 h 6345"/>
                  <a:gd name="connsiteX1" fmla="*/ 5661 w 6343"/>
                  <a:gd name="connsiteY1" fmla="*/ 5633 h 6345"/>
                  <a:gd name="connsiteX2" fmla="*/ 6590 w 6343"/>
                  <a:gd name="connsiteY2" fmla="*/ 3390 h 6345"/>
                  <a:gd name="connsiteX3" fmla="*/ 5661 w 6343"/>
                  <a:gd name="connsiteY3" fmla="*/ 1147 h 6345"/>
                  <a:gd name="connsiteX4" fmla="*/ 3418 w 6343"/>
                  <a:gd name="connsiteY4" fmla="*/ 217 h 6345"/>
                  <a:gd name="connsiteX5" fmla="*/ 1175 w 6343"/>
                  <a:gd name="connsiteY5" fmla="*/ 1147 h 6345"/>
                  <a:gd name="connsiteX6" fmla="*/ 247 w 6343"/>
                  <a:gd name="connsiteY6" fmla="*/ 3390 h 6345"/>
                  <a:gd name="connsiteX7" fmla="*/ 1175 w 6343"/>
                  <a:gd name="connsiteY7" fmla="*/ 5633 h 6345"/>
                  <a:gd name="connsiteX8" fmla="*/ 3418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3"/>
                    </a:moveTo>
                    <a:cubicBezTo>
                      <a:pt x="4259" y="6563"/>
                      <a:pt x="5066" y="6228"/>
                      <a:pt x="5661" y="5633"/>
                    </a:cubicBezTo>
                    <a:cubicBezTo>
                      <a:pt x="6255" y="5038"/>
                      <a:pt x="6590" y="4231"/>
                      <a:pt x="6590" y="3390"/>
                    </a:cubicBezTo>
                    <a:cubicBezTo>
                      <a:pt x="6590" y="2549"/>
                      <a:pt x="6255" y="1742"/>
                      <a:pt x="5661" y="1147"/>
                    </a:cubicBezTo>
                    <a:cubicBezTo>
                      <a:pt x="5066" y="552"/>
                      <a:pt x="4259" y="217"/>
                      <a:pt x="3418" y="217"/>
                    </a:cubicBezTo>
                    <a:cubicBezTo>
                      <a:pt x="2577" y="217"/>
                      <a:pt x="1770" y="552"/>
                      <a:pt x="1175" y="1147"/>
                    </a:cubicBezTo>
                    <a:cubicBezTo>
                      <a:pt x="581" y="1742"/>
                      <a:pt x="247" y="2549"/>
                      <a:pt x="247" y="3390"/>
                    </a:cubicBezTo>
                    <a:cubicBezTo>
                      <a:pt x="247" y="4231"/>
                      <a:pt x="581" y="5038"/>
                      <a:pt x="1175" y="5633"/>
                    </a:cubicBezTo>
                    <a:cubicBezTo>
                      <a:pt x="1770" y="6228"/>
                      <a:pt x="2577" y="6563"/>
                      <a:pt x="3418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64" name="Freeform: Shape 8963">
                <a:extLst>
                  <a:ext uri="{FF2B5EF4-FFF2-40B4-BE49-F238E27FC236}">
                    <a16:creationId xmlns:a16="http://schemas.microsoft.com/office/drawing/2014/main" id="{DD38BB46-DDE7-30ED-5EC8-7CD4026403FD}"/>
                  </a:ext>
                </a:extLst>
              </p:cNvPr>
              <p:cNvSpPr/>
              <p:nvPr/>
            </p:nvSpPr>
            <p:spPr>
              <a:xfrm>
                <a:off x="9531146" y="6237424"/>
                <a:ext cx="6343" cy="6345"/>
              </a:xfrm>
              <a:custGeom>
                <a:avLst/>
                <a:gdLst>
                  <a:gd name="connsiteX0" fmla="*/ 3418 w 6343"/>
                  <a:gd name="connsiteY0" fmla="*/ 6563 h 6345"/>
                  <a:gd name="connsiteX1" fmla="*/ 5660 w 6343"/>
                  <a:gd name="connsiteY1" fmla="*/ 5633 h 6345"/>
                  <a:gd name="connsiteX2" fmla="*/ 6589 w 6343"/>
                  <a:gd name="connsiteY2" fmla="*/ 3390 h 6345"/>
                  <a:gd name="connsiteX3" fmla="*/ 5660 w 6343"/>
                  <a:gd name="connsiteY3" fmla="*/ 1147 h 6345"/>
                  <a:gd name="connsiteX4" fmla="*/ 3418 w 6343"/>
                  <a:gd name="connsiteY4" fmla="*/ 217 h 6345"/>
                  <a:gd name="connsiteX5" fmla="*/ 1175 w 6343"/>
                  <a:gd name="connsiteY5" fmla="*/ 1147 h 6345"/>
                  <a:gd name="connsiteX6" fmla="*/ 246 w 6343"/>
                  <a:gd name="connsiteY6" fmla="*/ 3390 h 6345"/>
                  <a:gd name="connsiteX7" fmla="*/ 1175 w 6343"/>
                  <a:gd name="connsiteY7" fmla="*/ 5633 h 6345"/>
                  <a:gd name="connsiteX8" fmla="*/ 3418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3"/>
                    </a:moveTo>
                    <a:cubicBezTo>
                      <a:pt x="4259" y="6563"/>
                      <a:pt x="5066" y="6228"/>
                      <a:pt x="5660" y="5633"/>
                    </a:cubicBezTo>
                    <a:cubicBezTo>
                      <a:pt x="6255" y="5039"/>
                      <a:pt x="6589" y="4231"/>
                      <a:pt x="6589" y="3390"/>
                    </a:cubicBezTo>
                    <a:cubicBezTo>
                      <a:pt x="6589" y="2549"/>
                      <a:pt x="6255" y="1742"/>
                      <a:pt x="5660" y="1147"/>
                    </a:cubicBezTo>
                    <a:cubicBezTo>
                      <a:pt x="5066" y="552"/>
                      <a:pt x="4259" y="217"/>
                      <a:pt x="3418" y="217"/>
                    </a:cubicBezTo>
                    <a:cubicBezTo>
                      <a:pt x="2577" y="217"/>
                      <a:pt x="1770" y="552"/>
                      <a:pt x="1175" y="1147"/>
                    </a:cubicBezTo>
                    <a:cubicBezTo>
                      <a:pt x="580" y="1742"/>
                      <a:pt x="246" y="2549"/>
                      <a:pt x="246" y="3390"/>
                    </a:cubicBezTo>
                    <a:cubicBezTo>
                      <a:pt x="246" y="4231"/>
                      <a:pt x="580" y="5039"/>
                      <a:pt x="1175" y="5633"/>
                    </a:cubicBezTo>
                    <a:cubicBezTo>
                      <a:pt x="1770" y="6228"/>
                      <a:pt x="2577" y="6563"/>
                      <a:pt x="3418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65" name="Freeform: Shape 8964">
                <a:extLst>
                  <a:ext uri="{FF2B5EF4-FFF2-40B4-BE49-F238E27FC236}">
                    <a16:creationId xmlns:a16="http://schemas.microsoft.com/office/drawing/2014/main" id="{EFDA3E2E-897E-3AB9-3AE8-E67A07CCCB5E}"/>
                  </a:ext>
                </a:extLst>
              </p:cNvPr>
              <p:cNvSpPr/>
              <p:nvPr/>
            </p:nvSpPr>
            <p:spPr>
              <a:xfrm>
                <a:off x="9525352" y="6237876"/>
                <a:ext cx="6343" cy="6345"/>
              </a:xfrm>
              <a:custGeom>
                <a:avLst/>
                <a:gdLst>
                  <a:gd name="connsiteX0" fmla="*/ 3417 w 6343"/>
                  <a:gd name="connsiteY0" fmla="*/ 6563 h 6345"/>
                  <a:gd name="connsiteX1" fmla="*/ 5660 w 6343"/>
                  <a:gd name="connsiteY1" fmla="*/ 5634 h 6345"/>
                  <a:gd name="connsiteX2" fmla="*/ 6589 w 6343"/>
                  <a:gd name="connsiteY2" fmla="*/ 3390 h 6345"/>
                  <a:gd name="connsiteX3" fmla="*/ 5660 w 6343"/>
                  <a:gd name="connsiteY3" fmla="*/ 1147 h 6345"/>
                  <a:gd name="connsiteX4" fmla="*/ 3417 w 6343"/>
                  <a:gd name="connsiteY4" fmla="*/ 217 h 6345"/>
                  <a:gd name="connsiteX5" fmla="*/ 1175 w 6343"/>
                  <a:gd name="connsiteY5" fmla="*/ 1147 h 6345"/>
                  <a:gd name="connsiteX6" fmla="*/ 246 w 6343"/>
                  <a:gd name="connsiteY6" fmla="*/ 3390 h 6345"/>
                  <a:gd name="connsiteX7" fmla="*/ 1175 w 6343"/>
                  <a:gd name="connsiteY7" fmla="*/ 5634 h 6345"/>
                  <a:gd name="connsiteX8" fmla="*/ 3417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63"/>
                    </a:moveTo>
                    <a:cubicBezTo>
                      <a:pt x="4258" y="6563"/>
                      <a:pt x="5065" y="6228"/>
                      <a:pt x="5660" y="5634"/>
                    </a:cubicBezTo>
                    <a:cubicBezTo>
                      <a:pt x="6255" y="5039"/>
                      <a:pt x="6589" y="4231"/>
                      <a:pt x="6589" y="3390"/>
                    </a:cubicBezTo>
                    <a:cubicBezTo>
                      <a:pt x="6589" y="2549"/>
                      <a:pt x="6255" y="1742"/>
                      <a:pt x="5660" y="1147"/>
                    </a:cubicBezTo>
                    <a:cubicBezTo>
                      <a:pt x="5065" y="552"/>
                      <a:pt x="4258" y="217"/>
                      <a:pt x="3417" y="217"/>
                    </a:cubicBezTo>
                    <a:cubicBezTo>
                      <a:pt x="2576" y="217"/>
                      <a:pt x="1769" y="552"/>
                      <a:pt x="1175" y="1147"/>
                    </a:cubicBezTo>
                    <a:cubicBezTo>
                      <a:pt x="580" y="1742"/>
                      <a:pt x="246" y="2549"/>
                      <a:pt x="246" y="3390"/>
                    </a:cubicBezTo>
                    <a:cubicBezTo>
                      <a:pt x="246" y="4231"/>
                      <a:pt x="580" y="5039"/>
                      <a:pt x="1175" y="5634"/>
                    </a:cubicBezTo>
                    <a:cubicBezTo>
                      <a:pt x="1769" y="6228"/>
                      <a:pt x="2576" y="6563"/>
                      <a:pt x="3417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66" name="Freeform: Shape 8965">
                <a:extLst>
                  <a:ext uri="{FF2B5EF4-FFF2-40B4-BE49-F238E27FC236}">
                    <a16:creationId xmlns:a16="http://schemas.microsoft.com/office/drawing/2014/main" id="{FE6625ED-89FD-C1E6-D50A-84BFBB363220}"/>
                  </a:ext>
                </a:extLst>
              </p:cNvPr>
              <p:cNvSpPr/>
              <p:nvPr/>
            </p:nvSpPr>
            <p:spPr>
              <a:xfrm>
                <a:off x="9515144" y="6182823"/>
                <a:ext cx="6343" cy="6345"/>
              </a:xfrm>
              <a:custGeom>
                <a:avLst/>
                <a:gdLst>
                  <a:gd name="connsiteX0" fmla="*/ 3416 w 6343"/>
                  <a:gd name="connsiteY0" fmla="*/ 6558 h 6345"/>
                  <a:gd name="connsiteX1" fmla="*/ 5659 w 6343"/>
                  <a:gd name="connsiteY1" fmla="*/ 5629 h 6345"/>
                  <a:gd name="connsiteX2" fmla="*/ 6588 w 6343"/>
                  <a:gd name="connsiteY2" fmla="*/ 3386 h 6345"/>
                  <a:gd name="connsiteX3" fmla="*/ 5659 w 6343"/>
                  <a:gd name="connsiteY3" fmla="*/ 1142 h 6345"/>
                  <a:gd name="connsiteX4" fmla="*/ 3416 w 6343"/>
                  <a:gd name="connsiteY4" fmla="*/ 213 h 6345"/>
                  <a:gd name="connsiteX5" fmla="*/ 1174 w 6343"/>
                  <a:gd name="connsiteY5" fmla="*/ 1142 h 6345"/>
                  <a:gd name="connsiteX6" fmla="*/ 245 w 6343"/>
                  <a:gd name="connsiteY6" fmla="*/ 3386 h 6345"/>
                  <a:gd name="connsiteX7" fmla="*/ 1174 w 6343"/>
                  <a:gd name="connsiteY7" fmla="*/ 5629 h 6345"/>
                  <a:gd name="connsiteX8" fmla="*/ 3416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58"/>
                    </a:moveTo>
                    <a:cubicBezTo>
                      <a:pt x="4258" y="6558"/>
                      <a:pt x="5064" y="6224"/>
                      <a:pt x="5659" y="5629"/>
                    </a:cubicBezTo>
                    <a:cubicBezTo>
                      <a:pt x="6254" y="5034"/>
                      <a:pt x="6588" y="4227"/>
                      <a:pt x="6588" y="3386"/>
                    </a:cubicBezTo>
                    <a:cubicBezTo>
                      <a:pt x="6588" y="2544"/>
                      <a:pt x="6254" y="1737"/>
                      <a:pt x="5659" y="1142"/>
                    </a:cubicBezTo>
                    <a:cubicBezTo>
                      <a:pt x="5064" y="547"/>
                      <a:pt x="4258" y="213"/>
                      <a:pt x="3416" y="213"/>
                    </a:cubicBezTo>
                    <a:cubicBezTo>
                      <a:pt x="2575" y="213"/>
                      <a:pt x="1769" y="547"/>
                      <a:pt x="1174" y="1142"/>
                    </a:cubicBezTo>
                    <a:cubicBezTo>
                      <a:pt x="579" y="1737"/>
                      <a:pt x="245" y="2544"/>
                      <a:pt x="245" y="3386"/>
                    </a:cubicBezTo>
                    <a:cubicBezTo>
                      <a:pt x="245" y="4227"/>
                      <a:pt x="579" y="5034"/>
                      <a:pt x="1174" y="5629"/>
                    </a:cubicBezTo>
                    <a:cubicBezTo>
                      <a:pt x="1769" y="6224"/>
                      <a:pt x="2575" y="6558"/>
                      <a:pt x="3416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67" name="Freeform: Shape 8966">
                <a:extLst>
                  <a:ext uri="{FF2B5EF4-FFF2-40B4-BE49-F238E27FC236}">
                    <a16:creationId xmlns:a16="http://schemas.microsoft.com/office/drawing/2014/main" id="{E48BC97C-EF65-BFAA-ADEF-E7CFCDABF173}"/>
                  </a:ext>
                </a:extLst>
              </p:cNvPr>
              <p:cNvSpPr/>
              <p:nvPr/>
            </p:nvSpPr>
            <p:spPr>
              <a:xfrm>
                <a:off x="9509967" y="6186999"/>
                <a:ext cx="6343" cy="6345"/>
              </a:xfrm>
              <a:custGeom>
                <a:avLst/>
                <a:gdLst>
                  <a:gd name="connsiteX0" fmla="*/ 3416 w 6343"/>
                  <a:gd name="connsiteY0" fmla="*/ 6559 h 6345"/>
                  <a:gd name="connsiteX1" fmla="*/ 5659 w 6343"/>
                  <a:gd name="connsiteY1" fmla="*/ 5629 h 6345"/>
                  <a:gd name="connsiteX2" fmla="*/ 6588 w 6343"/>
                  <a:gd name="connsiteY2" fmla="*/ 3386 h 6345"/>
                  <a:gd name="connsiteX3" fmla="*/ 5659 w 6343"/>
                  <a:gd name="connsiteY3" fmla="*/ 1143 h 6345"/>
                  <a:gd name="connsiteX4" fmla="*/ 3416 w 6343"/>
                  <a:gd name="connsiteY4" fmla="*/ 213 h 6345"/>
                  <a:gd name="connsiteX5" fmla="*/ 1173 w 6343"/>
                  <a:gd name="connsiteY5" fmla="*/ 1143 h 6345"/>
                  <a:gd name="connsiteX6" fmla="*/ 244 w 6343"/>
                  <a:gd name="connsiteY6" fmla="*/ 3386 h 6345"/>
                  <a:gd name="connsiteX7" fmla="*/ 1173 w 6343"/>
                  <a:gd name="connsiteY7" fmla="*/ 5629 h 6345"/>
                  <a:gd name="connsiteX8" fmla="*/ 341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59"/>
                    </a:moveTo>
                    <a:cubicBezTo>
                      <a:pt x="4257" y="6559"/>
                      <a:pt x="5064" y="6224"/>
                      <a:pt x="5659" y="5629"/>
                    </a:cubicBezTo>
                    <a:cubicBezTo>
                      <a:pt x="6253" y="5035"/>
                      <a:pt x="6588" y="4227"/>
                      <a:pt x="6588" y="3386"/>
                    </a:cubicBezTo>
                    <a:cubicBezTo>
                      <a:pt x="6588" y="2545"/>
                      <a:pt x="6253" y="1738"/>
                      <a:pt x="5659" y="1143"/>
                    </a:cubicBezTo>
                    <a:cubicBezTo>
                      <a:pt x="5064" y="548"/>
                      <a:pt x="4257" y="213"/>
                      <a:pt x="3416" y="213"/>
                    </a:cubicBezTo>
                    <a:cubicBezTo>
                      <a:pt x="2575" y="213"/>
                      <a:pt x="1768" y="548"/>
                      <a:pt x="1173" y="1143"/>
                    </a:cubicBezTo>
                    <a:cubicBezTo>
                      <a:pt x="579" y="1738"/>
                      <a:pt x="244" y="2545"/>
                      <a:pt x="244" y="3386"/>
                    </a:cubicBezTo>
                    <a:cubicBezTo>
                      <a:pt x="244" y="4227"/>
                      <a:pt x="579" y="5035"/>
                      <a:pt x="1173" y="5629"/>
                    </a:cubicBezTo>
                    <a:cubicBezTo>
                      <a:pt x="1768" y="6224"/>
                      <a:pt x="2575" y="6559"/>
                      <a:pt x="341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68" name="Freeform: Shape 8967">
                <a:extLst>
                  <a:ext uri="{FF2B5EF4-FFF2-40B4-BE49-F238E27FC236}">
                    <a16:creationId xmlns:a16="http://schemas.microsoft.com/office/drawing/2014/main" id="{0EA97922-2733-7F66-EA29-57B9FD912A99}"/>
                  </a:ext>
                </a:extLst>
              </p:cNvPr>
              <p:cNvSpPr/>
              <p:nvPr/>
            </p:nvSpPr>
            <p:spPr>
              <a:xfrm>
                <a:off x="9507769" y="6236199"/>
                <a:ext cx="6343" cy="6345"/>
              </a:xfrm>
              <a:custGeom>
                <a:avLst/>
                <a:gdLst>
                  <a:gd name="connsiteX0" fmla="*/ 3416 w 6343"/>
                  <a:gd name="connsiteY0" fmla="*/ 6563 h 6345"/>
                  <a:gd name="connsiteX1" fmla="*/ 5658 w 6343"/>
                  <a:gd name="connsiteY1" fmla="*/ 5633 h 6345"/>
                  <a:gd name="connsiteX2" fmla="*/ 6587 w 6343"/>
                  <a:gd name="connsiteY2" fmla="*/ 3390 h 6345"/>
                  <a:gd name="connsiteX3" fmla="*/ 5658 w 6343"/>
                  <a:gd name="connsiteY3" fmla="*/ 1146 h 6345"/>
                  <a:gd name="connsiteX4" fmla="*/ 3416 w 6343"/>
                  <a:gd name="connsiteY4" fmla="*/ 217 h 6345"/>
                  <a:gd name="connsiteX5" fmla="*/ 1173 w 6343"/>
                  <a:gd name="connsiteY5" fmla="*/ 1146 h 6345"/>
                  <a:gd name="connsiteX6" fmla="*/ 244 w 6343"/>
                  <a:gd name="connsiteY6" fmla="*/ 3390 h 6345"/>
                  <a:gd name="connsiteX7" fmla="*/ 1173 w 6343"/>
                  <a:gd name="connsiteY7" fmla="*/ 5633 h 6345"/>
                  <a:gd name="connsiteX8" fmla="*/ 3416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63"/>
                    </a:moveTo>
                    <a:cubicBezTo>
                      <a:pt x="4257" y="6563"/>
                      <a:pt x="5064" y="6228"/>
                      <a:pt x="5658" y="5633"/>
                    </a:cubicBezTo>
                    <a:cubicBezTo>
                      <a:pt x="6253" y="5038"/>
                      <a:pt x="6587" y="4231"/>
                      <a:pt x="6587" y="3390"/>
                    </a:cubicBezTo>
                    <a:cubicBezTo>
                      <a:pt x="6587" y="2549"/>
                      <a:pt x="6253" y="1741"/>
                      <a:pt x="5658" y="1146"/>
                    </a:cubicBezTo>
                    <a:cubicBezTo>
                      <a:pt x="5064" y="552"/>
                      <a:pt x="4257" y="217"/>
                      <a:pt x="3416" y="217"/>
                    </a:cubicBezTo>
                    <a:cubicBezTo>
                      <a:pt x="2575" y="217"/>
                      <a:pt x="1768" y="552"/>
                      <a:pt x="1173" y="1146"/>
                    </a:cubicBezTo>
                    <a:cubicBezTo>
                      <a:pt x="578" y="1741"/>
                      <a:pt x="244" y="2549"/>
                      <a:pt x="244" y="3390"/>
                    </a:cubicBezTo>
                    <a:cubicBezTo>
                      <a:pt x="244" y="4231"/>
                      <a:pt x="578" y="5038"/>
                      <a:pt x="1173" y="5633"/>
                    </a:cubicBezTo>
                    <a:cubicBezTo>
                      <a:pt x="1768" y="6228"/>
                      <a:pt x="2575" y="6563"/>
                      <a:pt x="3416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69" name="Freeform: Shape 8968">
                <a:extLst>
                  <a:ext uri="{FF2B5EF4-FFF2-40B4-BE49-F238E27FC236}">
                    <a16:creationId xmlns:a16="http://schemas.microsoft.com/office/drawing/2014/main" id="{6EC24E2E-756D-6DF7-04BB-66D572A246BD}"/>
                  </a:ext>
                </a:extLst>
              </p:cNvPr>
              <p:cNvSpPr/>
              <p:nvPr/>
            </p:nvSpPr>
            <p:spPr>
              <a:xfrm>
                <a:off x="9502008" y="6236884"/>
                <a:ext cx="6343" cy="6345"/>
              </a:xfrm>
              <a:custGeom>
                <a:avLst/>
                <a:gdLst>
                  <a:gd name="connsiteX0" fmla="*/ 3415 w 6343"/>
                  <a:gd name="connsiteY0" fmla="*/ 6563 h 6345"/>
                  <a:gd name="connsiteX1" fmla="*/ 5658 w 6343"/>
                  <a:gd name="connsiteY1" fmla="*/ 5633 h 6345"/>
                  <a:gd name="connsiteX2" fmla="*/ 6587 w 6343"/>
                  <a:gd name="connsiteY2" fmla="*/ 3390 h 6345"/>
                  <a:gd name="connsiteX3" fmla="*/ 5658 w 6343"/>
                  <a:gd name="connsiteY3" fmla="*/ 1147 h 6345"/>
                  <a:gd name="connsiteX4" fmla="*/ 3415 w 6343"/>
                  <a:gd name="connsiteY4" fmla="*/ 217 h 6345"/>
                  <a:gd name="connsiteX5" fmla="*/ 1173 w 6343"/>
                  <a:gd name="connsiteY5" fmla="*/ 1147 h 6345"/>
                  <a:gd name="connsiteX6" fmla="*/ 244 w 6343"/>
                  <a:gd name="connsiteY6" fmla="*/ 3390 h 6345"/>
                  <a:gd name="connsiteX7" fmla="*/ 1173 w 6343"/>
                  <a:gd name="connsiteY7" fmla="*/ 5633 h 6345"/>
                  <a:gd name="connsiteX8" fmla="*/ 3415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63"/>
                    </a:moveTo>
                    <a:cubicBezTo>
                      <a:pt x="4256" y="6563"/>
                      <a:pt x="5063" y="6228"/>
                      <a:pt x="5658" y="5633"/>
                    </a:cubicBezTo>
                    <a:cubicBezTo>
                      <a:pt x="6253" y="5038"/>
                      <a:pt x="6587" y="4231"/>
                      <a:pt x="6587" y="3390"/>
                    </a:cubicBezTo>
                    <a:cubicBezTo>
                      <a:pt x="6587" y="2549"/>
                      <a:pt x="6253" y="1742"/>
                      <a:pt x="5658" y="1147"/>
                    </a:cubicBezTo>
                    <a:cubicBezTo>
                      <a:pt x="5063" y="552"/>
                      <a:pt x="4256" y="217"/>
                      <a:pt x="3415" y="217"/>
                    </a:cubicBezTo>
                    <a:cubicBezTo>
                      <a:pt x="2574" y="217"/>
                      <a:pt x="1767" y="552"/>
                      <a:pt x="1173" y="1147"/>
                    </a:cubicBezTo>
                    <a:cubicBezTo>
                      <a:pt x="578" y="1742"/>
                      <a:pt x="244" y="2549"/>
                      <a:pt x="244" y="3390"/>
                    </a:cubicBezTo>
                    <a:cubicBezTo>
                      <a:pt x="244" y="4231"/>
                      <a:pt x="578" y="5038"/>
                      <a:pt x="1173" y="5633"/>
                    </a:cubicBezTo>
                    <a:cubicBezTo>
                      <a:pt x="1767" y="6228"/>
                      <a:pt x="2574" y="6563"/>
                      <a:pt x="3415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70" name="Freeform: Shape 8969">
                <a:extLst>
                  <a:ext uri="{FF2B5EF4-FFF2-40B4-BE49-F238E27FC236}">
                    <a16:creationId xmlns:a16="http://schemas.microsoft.com/office/drawing/2014/main" id="{E00EF466-ECF3-37C6-66CA-B19FC55DF23B}"/>
                  </a:ext>
                </a:extLst>
              </p:cNvPr>
              <p:cNvSpPr/>
              <p:nvPr/>
            </p:nvSpPr>
            <p:spPr>
              <a:xfrm>
                <a:off x="9496178" y="6236405"/>
                <a:ext cx="6343" cy="6345"/>
              </a:xfrm>
              <a:custGeom>
                <a:avLst/>
                <a:gdLst>
                  <a:gd name="connsiteX0" fmla="*/ 3415 w 6343"/>
                  <a:gd name="connsiteY0" fmla="*/ 6563 h 6345"/>
                  <a:gd name="connsiteX1" fmla="*/ 5658 w 6343"/>
                  <a:gd name="connsiteY1" fmla="*/ 5633 h 6345"/>
                  <a:gd name="connsiteX2" fmla="*/ 6586 w 6343"/>
                  <a:gd name="connsiteY2" fmla="*/ 3390 h 6345"/>
                  <a:gd name="connsiteX3" fmla="*/ 5658 w 6343"/>
                  <a:gd name="connsiteY3" fmla="*/ 1146 h 6345"/>
                  <a:gd name="connsiteX4" fmla="*/ 3415 w 6343"/>
                  <a:gd name="connsiteY4" fmla="*/ 217 h 6345"/>
                  <a:gd name="connsiteX5" fmla="*/ 1172 w 6343"/>
                  <a:gd name="connsiteY5" fmla="*/ 1146 h 6345"/>
                  <a:gd name="connsiteX6" fmla="*/ 243 w 6343"/>
                  <a:gd name="connsiteY6" fmla="*/ 3390 h 6345"/>
                  <a:gd name="connsiteX7" fmla="*/ 1172 w 6343"/>
                  <a:gd name="connsiteY7" fmla="*/ 5633 h 6345"/>
                  <a:gd name="connsiteX8" fmla="*/ 3415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63"/>
                    </a:moveTo>
                    <a:cubicBezTo>
                      <a:pt x="4256" y="6563"/>
                      <a:pt x="5063" y="6228"/>
                      <a:pt x="5658" y="5633"/>
                    </a:cubicBezTo>
                    <a:cubicBezTo>
                      <a:pt x="6252" y="5038"/>
                      <a:pt x="6586" y="4231"/>
                      <a:pt x="6586" y="3390"/>
                    </a:cubicBezTo>
                    <a:cubicBezTo>
                      <a:pt x="6586" y="2549"/>
                      <a:pt x="6252" y="1741"/>
                      <a:pt x="5658" y="1146"/>
                    </a:cubicBezTo>
                    <a:cubicBezTo>
                      <a:pt x="5063" y="552"/>
                      <a:pt x="4256" y="217"/>
                      <a:pt x="3415" y="217"/>
                    </a:cubicBezTo>
                    <a:cubicBezTo>
                      <a:pt x="2574" y="217"/>
                      <a:pt x="1767" y="552"/>
                      <a:pt x="1172" y="1146"/>
                    </a:cubicBezTo>
                    <a:cubicBezTo>
                      <a:pt x="578" y="1741"/>
                      <a:pt x="243" y="2549"/>
                      <a:pt x="243" y="3390"/>
                    </a:cubicBezTo>
                    <a:cubicBezTo>
                      <a:pt x="243" y="4231"/>
                      <a:pt x="578" y="5038"/>
                      <a:pt x="1172" y="5633"/>
                    </a:cubicBezTo>
                    <a:cubicBezTo>
                      <a:pt x="1767" y="6228"/>
                      <a:pt x="2574" y="6563"/>
                      <a:pt x="3415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71" name="Freeform: Shape 8970">
                <a:extLst>
                  <a:ext uri="{FF2B5EF4-FFF2-40B4-BE49-F238E27FC236}">
                    <a16:creationId xmlns:a16="http://schemas.microsoft.com/office/drawing/2014/main" id="{6AB1D1B8-FDE0-AF66-F3C4-453D9AA5A71E}"/>
                  </a:ext>
                </a:extLst>
              </p:cNvPr>
              <p:cNvSpPr/>
              <p:nvPr/>
            </p:nvSpPr>
            <p:spPr>
              <a:xfrm>
                <a:off x="9490397" y="6236705"/>
                <a:ext cx="6343" cy="6345"/>
              </a:xfrm>
              <a:custGeom>
                <a:avLst/>
                <a:gdLst>
                  <a:gd name="connsiteX0" fmla="*/ 3414 w 6343"/>
                  <a:gd name="connsiteY0" fmla="*/ 6563 h 6345"/>
                  <a:gd name="connsiteX1" fmla="*/ 5657 w 6343"/>
                  <a:gd name="connsiteY1" fmla="*/ 5633 h 6345"/>
                  <a:gd name="connsiteX2" fmla="*/ 6586 w 6343"/>
                  <a:gd name="connsiteY2" fmla="*/ 3390 h 6345"/>
                  <a:gd name="connsiteX3" fmla="*/ 5657 w 6343"/>
                  <a:gd name="connsiteY3" fmla="*/ 1147 h 6345"/>
                  <a:gd name="connsiteX4" fmla="*/ 3414 w 6343"/>
                  <a:gd name="connsiteY4" fmla="*/ 217 h 6345"/>
                  <a:gd name="connsiteX5" fmla="*/ 1172 w 6343"/>
                  <a:gd name="connsiteY5" fmla="*/ 1147 h 6345"/>
                  <a:gd name="connsiteX6" fmla="*/ 243 w 6343"/>
                  <a:gd name="connsiteY6" fmla="*/ 3390 h 6345"/>
                  <a:gd name="connsiteX7" fmla="*/ 1172 w 6343"/>
                  <a:gd name="connsiteY7" fmla="*/ 5633 h 6345"/>
                  <a:gd name="connsiteX8" fmla="*/ 341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63"/>
                    </a:moveTo>
                    <a:cubicBezTo>
                      <a:pt x="4256" y="6563"/>
                      <a:pt x="5062" y="6228"/>
                      <a:pt x="5657" y="5633"/>
                    </a:cubicBezTo>
                    <a:cubicBezTo>
                      <a:pt x="6252" y="5038"/>
                      <a:pt x="6586" y="4231"/>
                      <a:pt x="6586" y="3390"/>
                    </a:cubicBezTo>
                    <a:cubicBezTo>
                      <a:pt x="6586" y="2549"/>
                      <a:pt x="6252" y="1741"/>
                      <a:pt x="5657" y="1147"/>
                    </a:cubicBezTo>
                    <a:cubicBezTo>
                      <a:pt x="5062" y="552"/>
                      <a:pt x="4256" y="217"/>
                      <a:pt x="3414" y="217"/>
                    </a:cubicBezTo>
                    <a:cubicBezTo>
                      <a:pt x="2573" y="217"/>
                      <a:pt x="1767" y="552"/>
                      <a:pt x="1172" y="1147"/>
                    </a:cubicBezTo>
                    <a:cubicBezTo>
                      <a:pt x="577" y="1741"/>
                      <a:pt x="243" y="2549"/>
                      <a:pt x="243" y="3390"/>
                    </a:cubicBezTo>
                    <a:cubicBezTo>
                      <a:pt x="243" y="4231"/>
                      <a:pt x="577" y="5038"/>
                      <a:pt x="1172" y="5633"/>
                    </a:cubicBezTo>
                    <a:cubicBezTo>
                      <a:pt x="1767" y="6228"/>
                      <a:pt x="2573" y="6563"/>
                      <a:pt x="341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72" name="Freeform: Shape 8971">
                <a:extLst>
                  <a:ext uri="{FF2B5EF4-FFF2-40B4-BE49-F238E27FC236}">
                    <a16:creationId xmlns:a16="http://schemas.microsoft.com/office/drawing/2014/main" id="{5B3482C4-70A1-ABC5-4B19-5B38BBFD56FC}"/>
                  </a:ext>
                </a:extLst>
              </p:cNvPr>
              <p:cNvSpPr/>
              <p:nvPr/>
            </p:nvSpPr>
            <p:spPr>
              <a:xfrm>
                <a:off x="9484606" y="6236782"/>
                <a:ext cx="6343" cy="6345"/>
              </a:xfrm>
              <a:custGeom>
                <a:avLst/>
                <a:gdLst>
                  <a:gd name="connsiteX0" fmla="*/ 3414 w 6343"/>
                  <a:gd name="connsiteY0" fmla="*/ 6563 h 6345"/>
                  <a:gd name="connsiteX1" fmla="*/ 5657 w 6343"/>
                  <a:gd name="connsiteY1" fmla="*/ 5633 h 6345"/>
                  <a:gd name="connsiteX2" fmla="*/ 6586 w 6343"/>
                  <a:gd name="connsiteY2" fmla="*/ 3390 h 6345"/>
                  <a:gd name="connsiteX3" fmla="*/ 5657 w 6343"/>
                  <a:gd name="connsiteY3" fmla="*/ 1147 h 6345"/>
                  <a:gd name="connsiteX4" fmla="*/ 3414 w 6343"/>
                  <a:gd name="connsiteY4" fmla="*/ 217 h 6345"/>
                  <a:gd name="connsiteX5" fmla="*/ 1171 w 6343"/>
                  <a:gd name="connsiteY5" fmla="*/ 1147 h 6345"/>
                  <a:gd name="connsiteX6" fmla="*/ 242 w 6343"/>
                  <a:gd name="connsiteY6" fmla="*/ 3390 h 6345"/>
                  <a:gd name="connsiteX7" fmla="*/ 1171 w 6343"/>
                  <a:gd name="connsiteY7" fmla="*/ 5633 h 6345"/>
                  <a:gd name="connsiteX8" fmla="*/ 341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63"/>
                    </a:moveTo>
                    <a:cubicBezTo>
                      <a:pt x="4255" y="6563"/>
                      <a:pt x="5062" y="6228"/>
                      <a:pt x="5657" y="5633"/>
                    </a:cubicBezTo>
                    <a:cubicBezTo>
                      <a:pt x="6251" y="5038"/>
                      <a:pt x="6586" y="4231"/>
                      <a:pt x="6586" y="3390"/>
                    </a:cubicBezTo>
                    <a:cubicBezTo>
                      <a:pt x="6586" y="2549"/>
                      <a:pt x="6251" y="1742"/>
                      <a:pt x="5657" y="1147"/>
                    </a:cubicBezTo>
                    <a:cubicBezTo>
                      <a:pt x="5062" y="552"/>
                      <a:pt x="4255" y="217"/>
                      <a:pt x="3414" y="217"/>
                    </a:cubicBezTo>
                    <a:cubicBezTo>
                      <a:pt x="2573" y="217"/>
                      <a:pt x="1766" y="552"/>
                      <a:pt x="1171" y="1147"/>
                    </a:cubicBezTo>
                    <a:cubicBezTo>
                      <a:pt x="577" y="1742"/>
                      <a:pt x="242" y="2549"/>
                      <a:pt x="242" y="3390"/>
                    </a:cubicBezTo>
                    <a:cubicBezTo>
                      <a:pt x="242" y="4231"/>
                      <a:pt x="577" y="5038"/>
                      <a:pt x="1171" y="5633"/>
                    </a:cubicBezTo>
                    <a:cubicBezTo>
                      <a:pt x="1766" y="6228"/>
                      <a:pt x="2573" y="6563"/>
                      <a:pt x="341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73" name="Freeform: Shape 8972">
                <a:extLst>
                  <a:ext uri="{FF2B5EF4-FFF2-40B4-BE49-F238E27FC236}">
                    <a16:creationId xmlns:a16="http://schemas.microsoft.com/office/drawing/2014/main" id="{A0E85036-A738-1C45-1BFD-081FCA4E7171}"/>
                  </a:ext>
                </a:extLst>
              </p:cNvPr>
              <p:cNvSpPr/>
              <p:nvPr/>
            </p:nvSpPr>
            <p:spPr>
              <a:xfrm>
                <a:off x="9478816" y="6236823"/>
                <a:ext cx="6343" cy="6345"/>
              </a:xfrm>
              <a:custGeom>
                <a:avLst/>
                <a:gdLst>
                  <a:gd name="connsiteX0" fmla="*/ 3414 w 6343"/>
                  <a:gd name="connsiteY0" fmla="*/ 6563 h 6345"/>
                  <a:gd name="connsiteX1" fmla="*/ 5656 w 6343"/>
                  <a:gd name="connsiteY1" fmla="*/ 5633 h 6345"/>
                  <a:gd name="connsiteX2" fmla="*/ 6585 w 6343"/>
                  <a:gd name="connsiteY2" fmla="*/ 3390 h 6345"/>
                  <a:gd name="connsiteX3" fmla="*/ 5656 w 6343"/>
                  <a:gd name="connsiteY3" fmla="*/ 1147 h 6345"/>
                  <a:gd name="connsiteX4" fmla="*/ 3414 w 6343"/>
                  <a:gd name="connsiteY4" fmla="*/ 217 h 6345"/>
                  <a:gd name="connsiteX5" fmla="*/ 1171 w 6343"/>
                  <a:gd name="connsiteY5" fmla="*/ 1147 h 6345"/>
                  <a:gd name="connsiteX6" fmla="*/ 242 w 6343"/>
                  <a:gd name="connsiteY6" fmla="*/ 3390 h 6345"/>
                  <a:gd name="connsiteX7" fmla="*/ 1171 w 6343"/>
                  <a:gd name="connsiteY7" fmla="*/ 5633 h 6345"/>
                  <a:gd name="connsiteX8" fmla="*/ 341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63"/>
                    </a:moveTo>
                    <a:cubicBezTo>
                      <a:pt x="4255" y="6563"/>
                      <a:pt x="5061" y="6228"/>
                      <a:pt x="5656" y="5633"/>
                    </a:cubicBezTo>
                    <a:cubicBezTo>
                      <a:pt x="6251" y="5038"/>
                      <a:pt x="6585" y="4231"/>
                      <a:pt x="6585" y="3390"/>
                    </a:cubicBezTo>
                    <a:cubicBezTo>
                      <a:pt x="6585" y="2549"/>
                      <a:pt x="6251" y="1742"/>
                      <a:pt x="5656" y="1147"/>
                    </a:cubicBezTo>
                    <a:cubicBezTo>
                      <a:pt x="5061" y="552"/>
                      <a:pt x="4255" y="217"/>
                      <a:pt x="3414" y="217"/>
                    </a:cubicBezTo>
                    <a:cubicBezTo>
                      <a:pt x="2572" y="217"/>
                      <a:pt x="1766" y="552"/>
                      <a:pt x="1171" y="1147"/>
                    </a:cubicBezTo>
                    <a:cubicBezTo>
                      <a:pt x="576" y="1742"/>
                      <a:pt x="242" y="2549"/>
                      <a:pt x="242" y="3390"/>
                    </a:cubicBezTo>
                    <a:cubicBezTo>
                      <a:pt x="242" y="4231"/>
                      <a:pt x="576" y="5038"/>
                      <a:pt x="1171" y="5633"/>
                    </a:cubicBezTo>
                    <a:cubicBezTo>
                      <a:pt x="1766" y="6228"/>
                      <a:pt x="2572" y="6563"/>
                      <a:pt x="341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74" name="Freeform: Shape 8973">
                <a:extLst>
                  <a:ext uri="{FF2B5EF4-FFF2-40B4-BE49-F238E27FC236}">
                    <a16:creationId xmlns:a16="http://schemas.microsoft.com/office/drawing/2014/main" id="{BBD14825-F4A1-AB1F-375E-93130433F701}"/>
                  </a:ext>
                </a:extLst>
              </p:cNvPr>
              <p:cNvSpPr/>
              <p:nvPr/>
            </p:nvSpPr>
            <p:spPr>
              <a:xfrm>
                <a:off x="9467229" y="6236421"/>
                <a:ext cx="6343" cy="6345"/>
              </a:xfrm>
              <a:custGeom>
                <a:avLst/>
                <a:gdLst>
                  <a:gd name="connsiteX0" fmla="*/ 3413 w 6343"/>
                  <a:gd name="connsiteY0" fmla="*/ 6563 h 6345"/>
                  <a:gd name="connsiteX1" fmla="*/ 5655 w 6343"/>
                  <a:gd name="connsiteY1" fmla="*/ 5633 h 6345"/>
                  <a:gd name="connsiteX2" fmla="*/ 6584 w 6343"/>
                  <a:gd name="connsiteY2" fmla="*/ 3390 h 6345"/>
                  <a:gd name="connsiteX3" fmla="*/ 5655 w 6343"/>
                  <a:gd name="connsiteY3" fmla="*/ 1147 h 6345"/>
                  <a:gd name="connsiteX4" fmla="*/ 3413 w 6343"/>
                  <a:gd name="connsiteY4" fmla="*/ 217 h 6345"/>
                  <a:gd name="connsiteX5" fmla="*/ 1170 w 6343"/>
                  <a:gd name="connsiteY5" fmla="*/ 1147 h 6345"/>
                  <a:gd name="connsiteX6" fmla="*/ 241 w 6343"/>
                  <a:gd name="connsiteY6" fmla="*/ 3390 h 6345"/>
                  <a:gd name="connsiteX7" fmla="*/ 1170 w 6343"/>
                  <a:gd name="connsiteY7" fmla="*/ 5633 h 6345"/>
                  <a:gd name="connsiteX8" fmla="*/ 3413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63"/>
                    </a:moveTo>
                    <a:cubicBezTo>
                      <a:pt x="4254" y="6563"/>
                      <a:pt x="5060" y="6228"/>
                      <a:pt x="5655" y="5633"/>
                    </a:cubicBezTo>
                    <a:cubicBezTo>
                      <a:pt x="6250" y="5038"/>
                      <a:pt x="6584" y="4231"/>
                      <a:pt x="6584" y="3390"/>
                    </a:cubicBezTo>
                    <a:cubicBezTo>
                      <a:pt x="6584" y="2549"/>
                      <a:pt x="6250" y="1741"/>
                      <a:pt x="5655" y="1147"/>
                    </a:cubicBezTo>
                    <a:cubicBezTo>
                      <a:pt x="5060" y="552"/>
                      <a:pt x="4254" y="217"/>
                      <a:pt x="3413" y="217"/>
                    </a:cubicBezTo>
                    <a:cubicBezTo>
                      <a:pt x="2572" y="217"/>
                      <a:pt x="1765" y="552"/>
                      <a:pt x="1170" y="1147"/>
                    </a:cubicBezTo>
                    <a:cubicBezTo>
                      <a:pt x="575" y="1741"/>
                      <a:pt x="241" y="2549"/>
                      <a:pt x="241" y="3390"/>
                    </a:cubicBezTo>
                    <a:cubicBezTo>
                      <a:pt x="241" y="4231"/>
                      <a:pt x="575" y="5038"/>
                      <a:pt x="1170" y="5633"/>
                    </a:cubicBezTo>
                    <a:cubicBezTo>
                      <a:pt x="1765" y="6228"/>
                      <a:pt x="2572" y="6563"/>
                      <a:pt x="3413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75" name="Freeform: Shape 8974">
                <a:extLst>
                  <a:ext uri="{FF2B5EF4-FFF2-40B4-BE49-F238E27FC236}">
                    <a16:creationId xmlns:a16="http://schemas.microsoft.com/office/drawing/2014/main" id="{F644012B-6157-A878-B35F-6EAD40CED9D5}"/>
                  </a:ext>
                </a:extLst>
              </p:cNvPr>
              <p:cNvSpPr/>
              <p:nvPr/>
            </p:nvSpPr>
            <p:spPr>
              <a:xfrm>
                <a:off x="9461448" y="6236543"/>
                <a:ext cx="6343" cy="6345"/>
              </a:xfrm>
              <a:custGeom>
                <a:avLst/>
                <a:gdLst>
                  <a:gd name="connsiteX0" fmla="*/ 3412 w 6343"/>
                  <a:gd name="connsiteY0" fmla="*/ 6563 h 6345"/>
                  <a:gd name="connsiteX1" fmla="*/ 5655 w 6343"/>
                  <a:gd name="connsiteY1" fmla="*/ 5633 h 6345"/>
                  <a:gd name="connsiteX2" fmla="*/ 6584 w 6343"/>
                  <a:gd name="connsiteY2" fmla="*/ 3390 h 6345"/>
                  <a:gd name="connsiteX3" fmla="*/ 5655 w 6343"/>
                  <a:gd name="connsiteY3" fmla="*/ 1147 h 6345"/>
                  <a:gd name="connsiteX4" fmla="*/ 3412 w 6343"/>
                  <a:gd name="connsiteY4" fmla="*/ 217 h 6345"/>
                  <a:gd name="connsiteX5" fmla="*/ 1170 w 6343"/>
                  <a:gd name="connsiteY5" fmla="*/ 1147 h 6345"/>
                  <a:gd name="connsiteX6" fmla="*/ 241 w 6343"/>
                  <a:gd name="connsiteY6" fmla="*/ 3390 h 6345"/>
                  <a:gd name="connsiteX7" fmla="*/ 1170 w 6343"/>
                  <a:gd name="connsiteY7" fmla="*/ 5633 h 6345"/>
                  <a:gd name="connsiteX8" fmla="*/ 341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3"/>
                    </a:moveTo>
                    <a:cubicBezTo>
                      <a:pt x="4253" y="6563"/>
                      <a:pt x="5060" y="6228"/>
                      <a:pt x="5655" y="5633"/>
                    </a:cubicBezTo>
                    <a:cubicBezTo>
                      <a:pt x="6250" y="5038"/>
                      <a:pt x="6584" y="4231"/>
                      <a:pt x="6584" y="3390"/>
                    </a:cubicBezTo>
                    <a:cubicBezTo>
                      <a:pt x="6584" y="2549"/>
                      <a:pt x="6250" y="1741"/>
                      <a:pt x="5655" y="1147"/>
                    </a:cubicBezTo>
                    <a:cubicBezTo>
                      <a:pt x="5060" y="552"/>
                      <a:pt x="4253" y="217"/>
                      <a:pt x="3412" y="217"/>
                    </a:cubicBezTo>
                    <a:cubicBezTo>
                      <a:pt x="2571" y="217"/>
                      <a:pt x="1764" y="552"/>
                      <a:pt x="1170" y="1147"/>
                    </a:cubicBezTo>
                    <a:cubicBezTo>
                      <a:pt x="575" y="1741"/>
                      <a:pt x="241" y="2549"/>
                      <a:pt x="241" y="3390"/>
                    </a:cubicBezTo>
                    <a:cubicBezTo>
                      <a:pt x="241" y="4231"/>
                      <a:pt x="575" y="5038"/>
                      <a:pt x="1170" y="5633"/>
                    </a:cubicBezTo>
                    <a:cubicBezTo>
                      <a:pt x="1764" y="6228"/>
                      <a:pt x="2571" y="6563"/>
                      <a:pt x="341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76" name="Freeform: Shape 8975">
                <a:extLst>
                  <a:ext uri="{FF2B5EF4-FFF2-40B4-BE49-F238E27FC236}">
                    <a16:creationId xmlns:a16="http://schemas.microsoft.com/office/drawing/2014/main" id="{A6F6E67B-425D-B90C-6C69-459DBCE51F1C}"/>
                  </a:ext>
                </a:extLst>
              </p:cNvPr>
              <p:cNvSpPr/>
              <p:nvPr/>
            </p:nvSpPr>
            <p:spPr>
              <a:xfrm>
                <a:off x="9455665" y="6236505"/>
                <a:ext cx="6343" cy="6345"/>
              </a:xfrm>
              <a:custGeom>
                <a:avLst/>
                <a:gdLst>
                  <a:gd name="connsiteX0" fmla="*/ 3412 w 6343"/>
                  <a:gd name="connsiteY0" fmla="*/ 6563 h 6345"/>
                  <a:gd name="connsiteX1" fmla="*/ 5654 w 6343"/>
                  <a:gd name="connsiteY1" fmla="*/ 5633 h 6345"/>
                  <a:gd name="connsiteX2" fmla="*/ 6583 w 6343"/>
                  <a:gd name="connsiteY2" fmla="*/ 3390 h 6345"/>
                  <a:gd name="connsiteX3" fmla="*/ 5654 w 6343"/>
                  <a:gd name="connsiteY3" fmla="*/ 1147 h 6345"/>
                  <a:gd name="connsiteX4" fmla="*/ 3412 w 6343"/>
                  <a:gd name="connsiteY4" fmla="*/ 217 h 6345"/>
                  <a:gd name="connsiteX5" fmla="*/ 1169 w 6343"/>
                  <a:gd name="connsiteY5" fmla="*/ 1147 h 6345"/>
                  <a:gd name="connsiteX6" fmla="*/ 240 w 6343"/>
                  <a:gd name="connsiteY6" fmla="*/ 3390 h 6345"/>
                  <a:gd name="connsiteX7" fmla="*/ 1169 w 6343"/>
                  <a:gd name="connsiteY7" fmla="*/ 5633 h 6345"/>
                  <a:gd name="connsiteX8" fmla="*/ 341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3"/>
                    </a:moveTo>
                    <a:cubicBezTo>
                      <a:pt x="4253" y="6563"/>
                      <a:pt x="5060" y="6228"/>
                      <a:pt x="5654" y="5633"/>
                    </a:cubicBezTo>
                    <a:cubicBezTo>
                      <a:pt x="6249" y="5038"/>
                      <a:pt x="6583" y="4231"/>
                      <a:pt x="6583" y="3390"/>
                    </a:cubicBezTo>
                    <a:cubicBezTo>
                      <a:pt x="6583" y="2549"/>
                      <a:pt x="6249" y="1741"/>
                      <a:pt x="5654" y="1147"/>
                    </a:cubicBezTo>
                    <a:cubicBezTo>
                      <a:pt x="5060" y="552"/>
                      <a:pt x="4253" y="217"/>
                      <a:pt x="3412" y="217"/>
                    </a:cubicBezTo>
                    <a:cubicBezTo>
                      <a:pt x="2571" y="217"/>
                      <a:pt x="1764" y="552"/>
                      <a:pt x="1169" y="1147"/>
                    </a:cubicBezTo>
                    <a:cubicBezTo>
                      <a:pt x="574" y="1741"/>
                      <a:pt x="240" y="2549"/>
                      <a:pt x="240" y="3390"/>
                    </a:cubicBezTo>
                    <a:cubicBezTo>
                      <a:pt x="240" y="4231"/>
                      <a:pt x="574" y="5038"/>
                      <a:pt x="1169" y="5633"/>
                    </a:cubicBezTo>
                    <a:cubicBezTo>
                      <a:pt x="1764" y="6228"/>
                      <a:pt x="2571" y="6563"/>
                      <a:pt x="341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77" name="Freeform: Shape 8976">
                <a:extLst>
                  <a:ext uri="{FF2B5EF4-FFF2-40B4-BE49-F238E27FC236}">
                    <a16:creationId xmlns:a16="http://schemas.microsoft.com/office/drawing/2014/main" id="{73DD2C59-1AC2-0F0F-14CA-46CDD9B74760}"/>
                  </a:ext>
                </a:extLst>
              </p:cNvPr>
              <p:cNvSpPr/>
              <p:nvPr/>
            </p:nvSpPr>
            <p:spPr>
              <a:xfrm>
                <a:off x="9449593" y="6186125"/>
                <a:ext cx="6343" cy="6345"/>
              </a:xfrm>
              <a:custGeom>
                <a:avLst/>
                <a:gdLst>
                  <a:gd name="connsiteX0" fmla="*/ 3411 w 6343"/>
                  <a:gd name="connsiteY0" fmla="*/ 6559 h 6345"/>
                  <a:gd name="connsiteX1" fmla="*/ 5654 w 6343"/>
                  <a:gd name="connsiteY1" fmla="*/ 5629 h 6345"/>
                  <a:gd name="connsiteX2" fmla="*/ 6583 w 6343"/>
                  <a:gd name="connsiteY2" fmla="*/ 3386 h 6345"/>
                  <a:gd name="connsiteX3" fmla="*/ 5654 w 6343"/>
                  <a:gd name="connsiteY3" fmla="*/ 1143 h 6345"/>
                  <a:gd name="connsiteX4" fmla="*/ 3411 w 6343"/>
                  <a:gd name="connsiteY4" fmla="*/ 213 h 6345"/>
                  <a:gd name="connsiteX5" fmla="*/ 1169 w 6343"/>
                  <a:gd name="connsiteY5" fmla="*/ 1143 h 6345"/>
                  <a:gd name="connsiteX6" fmla="*/ 240 w 6343"/>
                  <a:gd name="connsiteY6" fmla="*/ 3386 h 6345"/>
                  <a:gd name="connsiteX7" fmla="*/ 1169 w 6343"/>
                  <a:gd name="connsiteY7" fmla="*/ 5629 h 6345"/>
                  <a:gd name="connsiteX8" fmla="*/ 341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59"/>
                    </a:moveTo>
                    <a:cubicBezTo>
                      <a:pt x="4252" y="6559"/>
                      <a:pt x="5059" y="6224"/>
                      <a:pt x="5654" y="5629"/>
                    </a:cubicBezTo>
                    <a:cubicBezTo>
                      <a:pt x="6249" y="5034"/>
                      <a:pt x="6583" y="4227"/>
                      <a:pt x="6583" y="3386"/>
                    </a:cubicBezTo>
                    <a:cubicBezTo>
                      <a:pt x="6583" y="2545"/>
                      <a:pt x="6249" y="1738"/>
                      <a:pt x="5654" y="1143"/>
                    </a:cubicBezTo>
                    <a:cubicBezTo>
                      <a:pt x="5059" y="548"/>
                      <a:pt x="4252" y="213"/>
                      <a:pt x="3411" y="213"/>
                    </a:cubicBezTo>
                    <a:cubicBezTo>
                      <a:pt x="2570" y="213"/>
                      <a:pt x="1763" y="548"/>
                      <a:pt x="1169" y="1143"/>
                    </a:cubicBezTo>
                    <a:cubicBezTo>
                      <a:pt x="574" y="1738"/>
                      <a:pt x="240" y="2545"/>
                      <a:pt x="240" y="3386"/>
                    </a:cubicBezTo>
                    <a:cubicBezTo>
                      <a:pt x="240" y="4227"/>
                      <a:pt x="574" y="5034"/>
                      <a:pt x="1169" y="5629"/>
                    </a:cubicBezTo>
                    <a:cubicBezTo>
                      <a:pt x="1763" y="6224"/>
                      <a:pt x="2570" y="6559"/>
                      <a:pt x="341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78" name="Freeform: Shape 8977">
                <a:extLst>
                  <a:ext uri="{FF2B5EF4-FFF2-40B4-BE49-F238E27FC236}">
                    <a16:creationId xmlns:a16="http://schemas.microsoft.com/office/drawing/2014/main" id="{03D16510-70DB-12DA-98D5-FB2F5C103F95}"/>
                  </a:ext>
                </a:extLst>
              </p:cNvPr>
              <p:cNvSpPr/>
              <p:nvPr/>
            </p:nvSpPr>
            <p:spPr>
              <a:xfrm>
                <a:off x="9444121" y="6187082"/>
                <a:ext cx="6343" cy="6345"/>
              </a:xfrm>
              <a:custGeom>
                <a:avLst/>
                <a:gdLst>
                  <a:gd name="connsiteX0" fmla="*/ 3411 w 6343"/>
                  <a:gd name="connsiteY0" fmla="*/ 6559 h 6345"/>
                  <a:gd name="connsiteX1" fmla="*/ 5653 w 6343"/>
                  <a:gd name="connsiteY1" fmla="*/ 5630 h 6345"/>
                  <a:gd name="connsiteX2" fmla="*/ 6582 w 6343"/>
                  <a:gd name="connsiteY2" fmla="*/ 3386 h 6345"/>
                  <a:gd name="connsiteX3" fmla="*/ 5653 w 6343"/>
                  <a:gd name="connsiteY3" fmla="*/ 1143 h 6345"/>
                  <a:gd name="connsiteX4" fmla="*/ 3411 w 6343"/>
                  <a:gd name="connsiteY4" fmla="*/ 213 h 6345"/>
                  <a:gd name="connsiteX5" fmla="*/ 1168 w 6343"/>
                  <a:gd name="connsiteY5" fmla="*/ 1143 h 6345"/>
                  <a:gd name="connsiteX6" fmla="*/ 239 w 6343"/>
                  <a:gd name="connsiteY6" fmla="*/ 3386 h 6345"/>
                  <a:gd name="connsiteX7" fmla="*/ 1168 w 6343"/>
                  <a:gd name="connsiteY7" fmla="*/ 5630 h 6345"/>
                  <a:gd name="connsiteX8" fmla="*/ 341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59"/>
                    </a:moveTo>
                    <a:cubicBezTo>
                      <a:pt x="4252" y="6559"/>
                      <a:pt x="5059" y="6224"/>
                      <a:pt x="5653" y="5630"/>
                    </a:cubicBezTo>
                    <a:cubicBezTo>
                      <a:pt x="6248" y="5035"/>
                      <a:pt x="6582" y="4227"/>
                      <a:pt x="6582" y="3386"/>
                    </a:cubicBezTo>
                    <a:cubicBezTo>
                      <a:pt x="6582" y="2545"/>
                      <a:pt x="6248" y="1738"/>
                      <a:pt x="5653" y="1143"/>
                    </a:cubicBezTo>
                    <a:cubicBezTo>
                      <a:pt x="5059" y="548"/>
                      <a:pt x="4252" y="213"/>
                      <a:pt x="3411" y="213"/>
                    </a:cubicBezTo>
                    <a:cubicBezTo>
                      <a:pt x="2570" y="213"/>
                      <a:pt x="1763" y="548"/>
                      <a:pt x="1168" y="1143"/>
                    </a:cubicBezTo>
                    <a:cubicBezTo>
                      <a:pt x="573" y="1738"/>
                      <a:pt x="239" y="2545"/>
                      <a:pt x="239" y="3386"/>
                    </a:cubicBezTo>
                    <a:cubicBezTo>
                      <a:pt x="239" y="4227"/>
                      <a:pt x="573" y="5035"/>
                      <a:pt x="1168" y="5630"/>
                    </a:cubicBezTo>
                    <a:cubicBezTo>
                      <a:pt x="1763" y="6224"/>
                      <a:pt x="2570" y="6559"/>
                      <a:pt x="341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79" name="Freeform: Shape 8978">
                <a:extLst>
                  <a:ext uri="{FF2B5EF4-FFF2-40B4-BE49-F238E27FC236}">
                    <a16:creationId xmlns:a16="http://schemas.microsoft.com/office/drawing/2014/main" id="{315DB87B-C540-EF51-1254-034721B8A469}"/>
                  </a:ext>
                </a:extLst>
              </p:cNvPr>
              <p:cNvSpPr/>
              <p:nvPr/>
            </p:nvSpPr>
            <p:spPr>
              <a:xfrm>
                <a:off x="9438325" y="6235925"/>
                <a:ext cx="6343" cy="6345"/>
              </a:xfrm>
              <a:custGeom>
                <a:avLst/>
                <a:gdLst>
                  <a:gd name="connsiteX0" fmla="*/ 3410 w 6343"/>
                  <a:gd name="connsiteY0" fmla="*/ 6563 h 6345"/>
                  <a:gd name="connsiteX1" fmla="*/ 5653 w 6343"/>
                  <a:gd name="connsiteY1" fmla="*/ 5633 h 6345"/>
                  <a:gd name="connsiteX2" fmla="*/ 6582 w 6343"/>
                  <a:gd name="connsiteY2" fmla="*/ 3390 h 6345"/>
                  <a:gd name="connsiteX3" fmla="*/ 5653 w 6343"/>
                  <a:gd name="connsiteY3" fmla="*/ 1146 h 6345"/>
                  <a:gd name="connsiteX4" fmla="*/ 3410 w 6343"/>
                  <a:gd name="connsiteY4" fmla="*/ 217 h 6345"/>
                  <a:gd name="connsiteX5" fmla="*/ 1168 w 6343"/>
                  <a:gd name="connsiteY5" fmla="*/ 1146 h 6345"/>
                  <a:gd name="connsiteX6" fmla="*/ 239 w 6343"/>
                  <a:gd name="connsiteY6" fmla="*/ 3390 h 6345"/>
                  <a:gd name="connsiteX7" fmla="*/ 1168 w 6343"/>
                  <a:gd name="connsiteY7" fmla="*/ 5633 h 6345"/>
                  <a:gd name="connsiteX8" fmla="*/ 341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3"/>
                    </a:moveTo>
                    <a:cubicBezTo>
                      <a:pt x="4251" y="6563"/>
                      <a:pt x="5058" y="6228"/>
                      <a:pt x="5653" y="5633"/>
                    </a:cubicBezTo>
                    <a:cubicBezTo>
                      <a:pt x="6248" y="5038"/>
                      <a:pt x="6582" y="4231"/>
                      <a:pt x="6582" y="3390"/>
                    </a:cubicBezTo>
                    <a:cubicBezTo>
                      <a:pt x="6582" y="2548"/>
                      <a:pt x="6248" y="1741"/>
                      <a:pt x="5653" y="1146"/>
                    </a:cubicBezTo>
                    <a:cubicBezTo>
                      <a:pt x="5058" y="552"/>
                      <a:pt x="4251" y="217"/>
                      <a:pt x="3410" y="217"/>
                    </a:cubicBezTo>
                    <a:cubicBezTo>
                      <a:pt x="2569" y="217"/>
                      <a:pt x="1762" y="552"/>
                      <a:pt x="1168" y="1146"/>
                    </a:cubicBezTo>
                    <a:cubicBezTo>
                      <a:pt x="573" y="1741"/>
                      <a:pt x="239" y="2548"/>
                      <a:pt x="239" y="3390"/>
                    </a:cubicBezTo>
                    <a:cubicBezTo>
                      <a:pt x="239" y="4231"/>
                      <a:pt x="573" y="5038"/>
                      <a:pt x="1168" y="5633"/>
                    </a:cubicBezTo>
                    <a:cubicBezTo>
                      <a:pt x="1762" y="6228"/>
                      <a:pt x="2569" y="6563"/>
                      <a:pt x="341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80" name="Freeform: Shape 8979">
                <a:extLst>
                  <a:ext uri="{FF2B5EF4-FFF2-40B4-BE49-F238E27FC236}">
                    <a16:creationId xmlns:a16="http://schemas.microsoft.com/office/drawing/2014/main" id="{F18F4481-34A1-B3D6-9838-E053D0A2DE26}"/>
                  </a:ext>
                </a:extLst>
              </p:cNvPr>
              <p:cNvSpPr/>
              <p:nvPr/>
            </p:nvSpPr>
            <p:spPr>
              <a:xfrm>
                <a:off x="9432544" y="6236184"/>
                <a:ext cx="6343" cy="6345"/>
              </a:xfrm>
              <a:custGeom>
                <a:avLst/>
                <a:gdLst>
                  <a:gd name="connsiteX0" fmla="*/ 3410 w 6343"/>
                  <a:gd name="connsiteY0" fmla="*/ 6563 h 6345"/>
                  <a:gd name="connsiteX1" fmla="*/ 5653 w 6343"/>
                  <a:gd name="connsiteY1" fmla="*/ 5633 h 6345"/>
                  <a:gd name="connsiteX2" fmla="*/ 6581 w 6343"/>
                  <a:gd name="connsiteY2" fmla="*/ 3390 h 6345"/>
                  <a:gd name="connsiteX3" fmla="*/ 5653 w 6343"/>
                  <a:gd name="connsiteY3" fmla="*/ 1146 h 6345"/>
                  <a:gd name="connsiteX4" fmla="*/ 3410 w 6343"/>
                  <a:gd name="connsiteY4" fmla="*/ 217 h 6345"/>
                  <a:gd name="connsiteX5" fmla="*/ 1167 w 6343"/>
                  <a:gd name="connsiteY5" fmla="*/ 1146 h 6345"/>
                  <a:gd name="connsiteX6" fmla="*/ 238 w 6343"/>
                  <a:gd name="connsiteY6" fmla="*/ 3390 h 6345"/>
                  <a:gd name="connsiteX7" fmla="*/ 1167 w 6343"/>
                  <a:gd name="connsiteY7" fmla="*/ 5633 h 6345"/>
                  <a:gd name="connsiteX8" fmla="*/ 341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3"/>
                    </a:moveTo>
                    <a:cubicBezTo>
                      <a:pt x="4251" y="6563"/>
                      <a:pt x="5058" y="6228"/>
                      <a:pt x="5653" y="5633"/>
                    </a:cubicBezTo>
                    <a:cubicBezTo>
                      <a:pt x="6247" y="5038"/>
                      <a:pt x="6581" y="4231"/>
                      <a:pt x="6581" y="3390"/>
                    </a:cubicBezTo>
                    <a:cubicBezTo>
                      <a:pt x="6581" y="2549"/>
                      <a:pt x="6247" y="1741"/>
                      <a:pt x="5653" y="1146"/>
                    </a:cubicBezTo>
                    <a:cubicBezTo>
                      <a:pt x="5058" y="552"/>
                      <a:pt x="4251" y="217"/>
                      <a:pt x="3410" y="217"/>
                    </a:cubicBezTo>
                    <a:cubicBezTo>
                      <a:pt x="2569" y="217"/>
                      <a:pt x="1762" y="552"/>
                      <a:pt x="1167" y="1146"/>
                    </a:cubicBezTo>
                    <a:cubicBezTo>
                      <a:pt x="573" y="1741"/>
                      <a:pt x="238" y="2549"/>
                      <a:pt x="238" y="3390"/>
                    </a:cubicBezTo>
                    <a:cubicBezTo>
                      <a:pt x="238" y="4231"/>
                      <a:pt x="573" y="5038"/>
                      <a:pt x="1167" y="5633"/>
                    </a:cubicBezTo>
                    <a:cubicBezTo>
                      <a:pt x="1762" y="6228"/>
                      <a:pt x="2569" y="6563"/>
                      <a:pt x="341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81" name="Freeform: Shape 8980">
                <a:extLst>
                  <a:ext uri="{FF2B5EF4-FFF2-40B4-BE49-F238E27FC236}">
                    <a16:creationId xmlns:a16="http://schemas.microsoft.com/office/drawing/2014/main" id="{ED29ED54-B4E5-09CE-EF11-99B27CA05917}"/>
                  </a:ext>
                </a:extLst>
              </p:cNvPr>
              <p:cNvSpPr/>
              <p:nvPr/>
            </p:nvSpPr>
            <p:spPr>
              <a:xfrm>
                <a:off x="9426760" y="6236345"/>
                <a:ext cx="6343" cy="6345"/>
              </a:xfrm>
              <a:custGeom>
                <a:avLst/>
                <a:gdLst>
                  <a:gd name="connsiteX0" fmla="*/ 3409 w 6343"/>
                  <a:gd name="connsiteY0" fmla="*/ 6563 h 6345"/>
                  <a:gd name="connsiteX1" fmla="*/ 5652 w 6343"/>
                  <a:gd name="connsiteY1" fmla="*/ 5633 h 6345"/>
                  <a:gd name="connsiteX2" fmla="*/ 6581 w 6343"/>
                  <a:gd name="connsiteY2" fmla="*/ 3390 h 6345"/>
                  <a:gd name="connsiteX3" fmla="*/ 5652 w 6343"/>
                  <a:gd name="connsiteY3" fmla="*/ 1146 h 6345"/>
                  <a:gd name="connsiteX4" fmla="*/ 3409 w 6343"/>
                  <a:gd name="connsiteY4" fmla="*/ 217 h 6345"/>
                  <a:gd name="connsiteX5" fmla="*/ 1167 w 6343"/>
                  <a:gd name="connsiteY5" fmla="*/ 1146 h 6345"/>
                  <a:gd name="connsiteX6" fmla="*/ 238 w 6343"/>
                  <a:gd name="connsiteY6" fmla="*/ 3390 h 6345"/>
                  <a:gd name="connsiteX7" fmla="*/ 1167 w 6343"/>
                  <a:gd name="connsiteY7" fmla="*/ 5633 h 6345"/>
                  <a:gd name="connsiteX8" fmla="*/ 340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3"/>
                    </a:moveTo>
                    <a:cubicBezTo>
                      <a:pt x="4251" y="6563"/>
                      <a:pt x="5057" y="6228"/>
                      <a:pt x="5652" y="5633"/>
                    </a:cubicBezTo>
                    <a:cubicBezTo>
                      <a:pt x="6247" y="5038"/>
                      <a:pt x="6581" y="4231"/>
                      <a:pt x="6581" y="3390"/>
                    </a:cubicBezTo>
                    <a:cubicBezTo>
                      <a:pt x="6581" y="2549"/>
                      <a:pt x="6247" y="1741"/>
                      <a:pt x="5652" y="1146"/>
                    </a:cubicBezTo>
                    <a:cubicBezTo>
                      <a:pt x="5057" y="552"/>
                      <a:pt x="4251" y="217"/>
                      <a:pt x="3409" y="217"/>
                    </a:cubicBezTo>
                    <a:cubicBezTo>
                      <a:pt x="2568" y="217"/>
                      <a:pt x="1762" y="552"/>
                      <a:pt x="1167" y="1146"/>
                    </a:cubicBezTo>
                    <a:cubicBezTo>
                      <a:pt x="572" y="1741"/>
                      <a:pt x="238" y="2549"/>
                      <a:pt x="238" y="3390"/>
                    </a:cubicBezTo>
                    <a:cubicBezTo>
                      <a:pt x="238" y="4231"/>
                      <a:pt x="572" y="5038"/>
                      <a:pt x="1167" y="5633"/>
                    </a:cubicBezTo>
                    <a:cubicBezTo>
                      <a:pt x="1762" y="6228"/>
                      <a:pt x="2568" y="6563"/>
                      <a:pt x="340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82" name="Freeform: Shape 8981">
                <a:extLst>
                  <a:ext uri="{FF2B5EF4-FFF2-40B4-BE49-F238E27FC236}">
                    <a16:creationId xmlns:a16="http://schemas.microsoft.com/office/drawing/2014/main" id="{BFEB2FAF-5F17-1BBD-5FE7-C5C1B4B626CB}"/>
                  </a:ext>
                </a:extLst>
              </p:cNvPr>
              <p:cNvSpPr/>
              <p:nvPr/>
            </p:nvSpPr>
            <p:spPr>
              <a:xfrm>
                <a:off x="9420973" y="6236533"/>
                <a:ext cx="6343" cy="6345"/>
              </a:xfrm>
              <a:custGeom>
                <a:avLst/>
                <a:gdLst>
                  <a:gd name="connsiteX0" fmla="*/ 3409 w 6343"/>
                  <a:gd name="connsiteY0" fmla="*/ 6563 h 6345"/>
                  <a:gd name="connsiteX1" fmla="*/ 5652 w 6343"/>
                  <a:gd name="connsiteY1" fmla="*/ 5633 h 6345"/>
                  <a:gd name="connsiteX2" fmla="*/ 6581 w 6343"/>
                  <a:gd name="connsiteY2" fmla="*/ 3390 h 6345"/>
                  <a:gd name="connsiteX3" fmla="*/ 5652 w 6343"/>
                  <a:gd name="connsiteY3" fmla="*/ 1147 h 6345"/>
                  <a:gd name="connsiteX4" fmla="*/ 3409 w 6343"/>
                  <a:gd name="connsiteY4" fmla="*/ 217 h 6345"/>
                  <a:gd name="connsiteX5" fmla="*/ 1166 w 6343"/>
                  <a:gd name="connsiteY5" fmla="*/ 1147 h 6345"/>
                  <a:gd name="connsiteX6" fmla="*/ 237 w 6343"/>
                  <a:gd name="connsiteY6" fmla="*/ 3390 h 6345"/>
                  <a:gd name="connsiteX7" fmla="*/ 1166 w 6343"/>
                  <a:gd name="connsiteY7" fmla="*/ 5633 h 6345"/>
                  <a:gd name="connsiteX8" fmla="*/ 340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3"/>
                    </a:moveTo>
                    <a:cubicBezTo>
                      <a:pt x="4250" y="6563"/>
                      <a:pt x="5057" y="6228"/>
                      <a:pt x="5652" y="5633"/>
                    </a:cubicBezTo>
                    <a:cubicBezTo>
                      <a:pt x="6246" y="5038"/>
                      <a:pt x="6581" y="4231"/>
                      <a:pt x="6581" y="3390"/>
                    </a:cubicBezTo>
                    <a:cubicBezTo>
                      <a:pt x="6581" y="2549"/>
                      <a:pt x="6246" y="1741"/>
                      <a:pt x="5652" y="1147"/>
                    </a:cubicBezTo>
                    <a:cubicBezTo>
                      <a:pt x="5057" y="552"/>
                      <a:pt x="4250" y="217"/>
                      <a:pt x="3409" y="217"/>
                    </a:cubicBezTo>
                    <a:cubicBezTo>
                      <a:pt x="2568" y="217"/>
                      <a:pt x="1761" y="552"/>
                      <a:pt x="1166" y="1147"/>
                    </a:cubicBezTo>
                    <a:cubicBezTo>
                      <a:pt x="572" y="1741"/>
                      <a:pt x="237" y="2549"/>
                      <a:pt x="237" y="3390"/>
                    </a:cubicBezTo>
                    <a:cubicBezTo>
                      <a:pt x="237" y="4231"/>
                      <a:pt x="572" y="5038"/>
                      <a:pt x="1166" y="5633"/>
                    </a:cubicBezTo>
                    <a:cubicBezTo>
                      <a:pt x="1761" y="6228"/>
                      <a:pt x="2568" y="6563"/>
                      <a:pt x="340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83" name="Freeform: Shape 8982">
                <a:extLst>
                  <a:ext uri="{FF2B5EF4-FFF2-40B4-BE49-F238E27FC236}">
                    <a16:creationId xmlns:a16="http://schemas.microsoft.com/office/drawing/2014/main" id="{404751FE-FD1D-AEC4-FE07-90B7AAC182D9}"/>
                  </a:ext>
                </a:extLst>
              </p:cNvPr>
              <p:cNvSpPr/>
              <p:nvPr/>
            </p:nvSpPr>
            <p:spPr>
              <a:xfrm>
                <a:off x="9415178" y="6236811"/>
                <a:ext cx="6343" cy="6345"/>
              </a:xfrm>
              <a:custGeom>
                <a:avLst/>
                <a:gdLst>
                  <a:gd name="connsiteX0" fmla="*/ 3409 w 6343"/>
                  <a:gd name="connsiteY0" fmla="*/ 6563 h 6345"/>
                  <a:gd name="connsiteX1" fmla="*/ 5651 w 6343"/>
                  <a:gd name="connsiteY1" fmla="*/ 5633 h 6345"/>
                  <a:gd name="connsiteX2" fmla="*/ 6580 w 6343"/>
                  <a:gd name="connsiteY2" fmla="*/ 3390 h 6345"/>
                  <a:gd name="connsiteX3" fmla="*/ 5651 w 6343"/>
                  <a:gd name="connsiteY3" fmla="*/ 1147 h 6345"/>
                  <a:gd name="connsiteX4" fmla="*/ 3409 w 6343"/>
                  <a:gd name="connsiteY4" fmla="*/ 217 h 6345"/>
                  <a:gd name="connsiteX5" fmla="*/ 1166 w 6343"/>
                  <a:gd name="connsiteY5" fmla="*/ 1147 h 6345"/>
                  <a:gd name="connsiteX6" fmla="*/ 237 w 6343"/>
                  <a:gd name="connsiteY6" fmla="*/ 3390 h 6345"/>
                  <a:gd name="connsiteX7" fmla="*/ 1166 w 6343"/>
                  <a:gd name="connsiteY7" fmla="*/ 5633 h 6345"/>
                  <a:gd name="connsiteX8" fmla="*/ 340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3"/>
                    </a:moveTo>
                    <a:cubicBezTo>
                      <a:pt x="4250" y="6563"/>
                      <a:pt x="5056" y="6228"/>
                      <a:pt x="5651" y="5633"/>
                    </a:cubicBezTo>
                    <a:cubicBezTo>
                      <a:pt x="6246" y="5038"/>
                      <a:pt x="6580" y="4231"/>
                      <a:pt x="6580" y="3390"/>
                    </a:cubicBezTo>
                    <a:cubicBezTo>
                      <a:pt x="6580" y="2549"/>
                      <a:pt x="6246" y="1742"/>
                      <a:pt x="5651" y="1147"/>
                    </a:cubicBezTo>
                    <a:cubicBezTo>
                      <a:pt x="5056" y="552"/>
                      <a:pt x="4250" y="217"/>
                      <a:pt x="3409" y="217"/>
                    </a:cubicBezTo>
                    <a:cubicBezTo>
                      <a:pt x="2567" y="217"/>
                      <a:pt x="1761" y="552"/>
                      <a:pt x="1166" y="1147"/>
                    </a:cubicBezTo>
                    <a:cubicBezTo>
                      <a:pt x="571" y="1742"/>
                      <a:pt x="237" y="2549"/>
                      <a:pt x="237" y="3390"/>
                    </a:cubicBezTo>
                    <a:cubicBezTo>
                      <a:pt x="237" y="4231"/>
                      <a:pt x="571" y="5038"/>
                      <a:pt x="1166" y="5633"/>
                    </a:cubicBezTo>
                    <a:cubicBezTo>
                      <a:pt x="1761" y="6228"/>
                      <a:pt x="2567" y="6563"/>
                      <a:pt x="340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84" name="Freeform: Shape 8983">
                <a:extLst>
                  <a:ext uri="{FF2B5EF4-FFF2-40B4-BE49-F238E27FC236}">
                    <a16:creationId xmlns:a16="http://schemas.microsoft.com/office/drawing/2014/main" id="{72848B45-3E9F-3635-4F38-3A7C21E87EC4}"/>
                  </a:ext>
                </a:extLst>
              </p:cNvPr>
              <p:cNvSpPr/>
              <p:nvPr/>
            </p:nvSpPr>
            <p:spPr>
              <a:xfrm>
                <a:off x="9409410" y="6236237"/>
                <a:ext cx="6343" cy="6345"/>
              </a:xfrm>
              <a:custGeom>
                <a:avLst/>
                <a:gdLst>
                  <a:gd name="connsiteX0" fmla="*/ 3408 w 6343"/>
                  <a:gd name="connsiteY0" fmla="*/ 6563 h 6345"/>
                  <a:gd name="connsiteX1" fmla="*/ 5651 w 6343"/>
                  <a:gd name="connsiteY1" fmla="*/ 5633 h 6345"/>
                  <a:gd name="connsiteX2" fmla="*/ 6580 w 6343"/>
                  <a:gd name="connsiteY2" fmla="*/ 3390 h 6345"/>
                  <a:gd name="connsiteX3" fmla="*/ 5651 w 6343"/>
                  <a:gd name="connsiteY3" fmla="*/ 1146 h 6345"/>
                  <a:gd name="connsiteX4" fmla="*/ 3408 w 6343"/>
                  <a:gd name="connsiteY4" fmla="*/ 217 h 6345"/>
                  <a:gd name="connsiteX5" fmla="*/ 1165 w 6343"/>
                  <a:gd name="connsiteY5" fmla="*/ 1146 h 6345"/>
                  <a:gd name="connsiteX6" fmla="*/ 237 w 6343"/>
                  <a:gd name="connsiteY6" fmla="*/ 3390 h 6345"/>
                  <a:gd name="connsiteX7" fmla="*/ 1165 w 6343"/>
                  <a:gd name="connsiteY7" fmla="*/ 5633 h 6345"/>
                  <a:gd name="connsiteX8" fmla="*/ 3408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63"/>
                    </a:moveTo>
                    <a:cubicBezTo>
                      <a:pt x="4249" y="6563"/>
                      <a:pt x="5056" y="6228"/>
                      <a:pt x="5651" y="5633"/>
                    </a:cubicBezTo>
                    <a:cubicBezTo>
                      <a:pt x="6245" y="5038"/>
                      <a:pt x="6580" y="4231"/>
                      <a:pt x="6580" y="3390"/>
                    </a:cubicBezTo>
                    <a:cubicBezTo>
                      <a:pt x="6580" y="2549"/>
                      <a:pt x="6245" y="1741"/>
                      <a:pt x="5651" y="1146"/>
                    </a:cubicBezTo>
                    <a:cubicBezTo>
                      <a:pt x="5056" y="552"/>
                      <a:pt x="4249" y="217"/>
                      <a:pt x="3408" y="217"/>
                    </a:cubicBezTo>
                    <a:cubicBezTo>
                      <a:pt x="2567" y="217"/>
                      <a:pt x="1760" y="552"/>
                      <a:pt x="1165" y="1146"/>
                    </a:cubicBezTo>
                    <a:cubicBezTo>
                      <a:pt x="571" y="1741"/>
                      <a:pt x="237" y="2549"/>
                      <a:pt x="237" y="3390"/>
                    </a:cubicBezTo>
                    <a:cubicBezTo>
                      <a:pt x="237" y="4231"/>
                      <a:pt x="571" y="5038"/>
                      <a:pt x="1165" y="5633"/>
                    </a:cubicBezTo>
                    <a:cubicBezTo>
                      <a:pt x="1760" y="6228"/>
                      <a:pt x="2567" y="6563"/>
                      <a:pt x="3408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85" name="Freeform: Shape 8984">
                <a:extLst>
                  <a:ext uri="{FF2B5EF4-FFF2-40B4-BE49-F238E27FC236}">
                    <a16:creationId xmlns:a16="http://schemas.microsoft.com/office/drawing/2014/main" id="{FD8B131D-F535-5EC4-9124-7A99CE09A563}"/>
                  </a:ext>
                </a:extLst>
              </p:cNvPr>
              <p:cNvSpPr/>
              <p:nvPr/>
            </p:nvSpPr>
            <p:spPr>
              <a:xfrm>
                <a:off x="9384082" y="6687148"/>
                <a:ext cx="6343" cy="6345"/>
              </a:xfrm>
              <a:custGeom>
                <a:avLst/>
                <a:gdLst>
                  <a:gd name="connsiteX0" fmla="*/ 3406 w 6343"/>
                  <a:gd name="connsiteY0" fmla="*/ 6598 h 6345"/>
                  <a:gd name="connsiteX1" fmla="*/ 5649 w 6343"/>
                  <a:gd name="connsiteY1" fmla="*/ 5669 h 6345"/>
                  <a:gd name="connsiteX2" fmla="*/ 6578 w 6343"/>
                  <a:gd name="connsiteY2" fmla="*/ 3425 h 6345"/>
                  <a:gd name="connsiteX3" fmla="*/ 5649 w 6343"/>
                  <a:gd name="connsiteY3" fmla="*/ 1182 h 6345"/>
                  <a:gd name="connsiteX4" fmla="*/ 3406 w 6343"/>
                  <a:gd name="connsiteY4" fmla="*/ 253 h 6345"/>
                  <a:gd name="connsiteX5" fmla="*/ 1163 w 6343"/>
                  <a:gd name="connsiteY5" fmla="*/ 1182 h 6345"/>
                  <a:gd name="connsiteX6" fmla="*/ 235 w 6343"/>
                  <a:gd name="connsiteY6" fmla="*/ 3425 h 6345"/>
                  <a:gd name="connsiteX7" fmla="*/ 1163 w 6343"/>
                  <a:gd name="connsiteY7" fmla="*/ 5669 h 6345"/>
                  <a:gd name="connsiteX8" fmla="*/ 3406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98"/>
                    </a:moveTo>
                    <a:cubicBezTo>
                      <a:pt x="4247" y="6598"/>
                      <a:pt x="5054" y="6264"/>
                      <a:pt x="5649" y="5669"/>
                    </a:cubicBezTo>
                    <a:cubicBezTo>
                      <a:pt x="6243" y="5074"/>
                      <a:pt x="6578" y="4267"/>
                      <a:pt x="6578" y="3425"/>
                    </a:cubicBezTo>
                    <a:cubicBezTo>
                      <a:pt x="6578" y="2584"/>
                      <a:pt x="6243" y="1777"/>
                      <a:pt x="5649" y="1182"/>
                    </a:cubicBezTo>
                    <a:cubicBezTo>
                      <a:pt x="5054" y="587"/>
                      <a:pt x="4247" y="253"/>
                      <a:pt x="3406" y="253"/>
                    </a:cubicBezTo>
                    <a:cubicBezTo>
                      <a:pt x="2565" y="253"/>
                      <a:pt x="1758" y="587"/>
                      <a:pt x="1163" y="1182"/>
                    </a:cubicBezTo>
                    <a:cubicBezTo>
                      <a:pt x="569" y="1777"/>
                      <a:pt x="235" y="2584"/>
                      <a:pt x="235" y="3425"/>
                    </a:cubicBezTo>
                    <a:cubicBezTo>
                      <a:pt x="235" y="4267"/>
                      <a:pt x="569" y="5074"/>
                      <a:pt x="1163" y="5669"/>
                    </a:cubicBezTo>
                    <a:cubicBezTo>
                      <a:pt x="1758" y="6264"/>
                      <a:pt x="2565" y="6598"/>
                      <a:pt x="3406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86" name="Freeform: Shape 8985">
                <a:extLst>
                  <a:ext uri="{FF2B5EF4-FFF2-40B4-BE49-F238E27FC236}">
                    <a16:creationId xmlns:a16="http://schemas.microsoft.com/office/drawing/2014/main" id="{B4CDD917-1517-51FD-9B07-134D8993AD19}"/>
                  </a:ext>
                </a:extLst>
              </p:cNvPr>
              <p:cNvSpPr/>
              <p:nvPr/>
            </p:nvSpPr>
            <p:spPr>
              <a:xfrm>
                <a:off x="9375578" y="6685936"/>
                <a:ext cx="6343" cy="6345"/>
              </a:xfrm>
              <a:custGeom>
                <a:avLst/>
                <a:gdLst>
                  <a:gd name="connsiteX0" fmla="*/ 3405 w 6343"/>
                  <a:gd name="connsiteY0" fmla="*/ 6598 h 6345"/>
                  <a:gd name="connsiteX1" fmla="*/ 5648 w 6343"/>
                  <a:gd name="connsiteY1" fmla="*/ 5669 h 6345"/>
                  <a:gd name="connsiteX2" fmla="*/ 6577 w 6343"/>
                  <a:gd name="connsiteY2" fmla="*/ 3425 h 6345"/>
                  <a:gd name="connsiteX3" fmla="*/ 5648 w 6343"/>
                  <a:gd name="connsiteY3" fmla="*/ 1182 h 6345"/>
                  <a:gd name="connsiteX4" fmla="*/ 3405 w 6343"/>
                  <a:gd name="connsiteY4" fmla="*/ 253 h 6345"/>
                  <a:gd name="connsiteX5" fmla="*/ 1163 w 6343"/>
                  <a:gd name="connsiteY5" fmla="*/ 1182 h 6345"/>
                  <a:gd name="connsiteX6" fmla="*/ 234 w 6343"/>
                  <a:gd name="connsiteY6" fmla="*/ 3425 h 6345"/>
                  <a:gd name="connsiteX7" fmla="*/ 1163 w 6343"/>
                  <a:gd name="connsiteY7" fmla="*/ 5669 h 6345"/>
                  <a:gd name="connsiteX8" fmla="*/ 3405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98"/>
                    </a:moveTo>
                    <a:cubicBezTo>
                      <a:pt x="4247" y="6598"/>
                      <a:pt x="5053" y="6264"/>
                      <a:pt x="5648" y="5669"/>
                    </a:cubicBezTo>
                    <a:cubicBezTo>
                      <a:pt x="6243" y="5074"/>
                      <a:pt x="6577" y="4267"/>
                      <a:pt x="6577" y="3425"/>
                    </a:cubicBezTo>
                    <a:cubicBezTo>
                      <a:pt x="6577" y="2584"/>
                      <a:pt x="6243" y="1777"/>
                      <a:pt x="5648" y="1182"/>
                    </a:cubicBezTo>
                    <a:cubicBezTo>
                      <a:pt x="5053" y="587"/>
                      <a:pt x="4247" y="253"/>
                      <a:pt x="3405" y="253"/>
                    </a:cubicBezTo>
                    <a:cubicBezTo>
                      <a:pt x="2564" y="253"/>
                      <a:pt x="1758" y="587"/>
                      <a:pt x="1163" y="1182"/>
                    </a:cubicBezTo>
                    <a:cubicBezTo>
                      <a:pt x="568" y="1777"/>
                      <a:pt x="234" y="2584"/>
                      <a:pt x="234" y="3425"/>
                    </a:cubicBezTo>
                    <a:cubicBezTo>
                      <a:pt x="234" y="4267"/>
                      <a:pt x="568" y="5074"/>
                      <a:pt x="1163" y="5669"/>
                    </a:cubicBezTo>
                    <a:cubicBezTo>
                      <a:pt x="1758" y="6264"/>
                      <a:pt x="2564" y="6598"/>
                      <a:pt x="3405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87" name="Freeform: Shape 8986">
                <a:extLst>
                  <a:ext uri="{FF2B5EF4-FFF2-40B4-BE49-F238E27FC236}">
                    <a16:creationId xmlns:a16="http://schemas.microsoft.com/office/drawing/2014/main" id="{709A9D01-7675-481B-87EF-E6D0DC0C1870}"/>
                  </a:ext>
                </a:extLst>
              </p:cNvPr>
              <p:cNvSpPr/>
              <p:nvPr/>
            </p:nvSpPr>
            <p:spPr>
              <a:xfrm>
                <a:off x="9367066" y="6685048"/>
                <a:ext cx="6343" cy="6345"/>
              </a:xfrm>
              <a:custGeom>
                <a:avLst/>
                <a:gdLst>
                  <a:gd name="connsiteX0" fmla="*/ 3405 w 6343"/>
                  <a:gd name="connsiteY0" fmla="*/ 6598 h 6345"/>
                  <a:gd name="connsiteX1" fmla="*/ 5647 w 6343"/>
                  <a:gd name="connsiteY1" fmla="*/ 5669 h 6345"/>
                  <a:gd name="connsiteX2" fmla="*/ 6576 w 6343"/>
                  <a:gd name="connsiteY2" fmla="*/ 3425 h 6345"/>
                  <a:gd name="connsiteX3" fmla="*/ 5647 w 6343"/>
                  <a:gd name="connsiteY3" fmla="*/ 1182 h 6345"/>
                  <a:gd name="connsiteX4" fmla="*/ 3405 w 6343"/>
                  <a:gd name="connsiteY4" fmla="*/ 253 h 6345"/>
                  <a:gd name="connsiteX5" fmla="*/ 1162 w 6343"/>
                  <a:gd name="connsiteY5" fmla="*/ 1182 h 6345"/>
                  <a:gd name="connsiteX6" fmla="*/ 233 w 6343"/>
                  <a:gd name="connsiteY6" fmla="*/ 3425 h 6345"/>
                  <a:gd name="connsiteX7" fmla="*/ 1162 w 6343"/>
                  <a:gd name="connsiteY7" fmla="*/ 5669 h 6345"/>
                  <a:gd name="connsiteX8" fmla="*/ 3405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98"/>
                    </a:moveTo>
                    <a:cubicBezTo>
                      <a:pt x="4246" y="6598"/>
                      <a:pt x="5053" y="6264"/>
                      <a:pt x="5647" y="5669"/>
                    </a:cubicBezTo>
                    <a:cubicBezTo>
                      <a:pt x="6242" y="5074"/>
                      <a:pt x="6576" y="4267"/>
                      <a:pt x="6576" y="3425"/>
                    </a:cubicBezTo>
                    <a:cubicBezTo>
                      <a:pt x="6576" y="2584"/>
                      <a:pt x="6242" y="1777"/>
                      <a:pt x="5647" y="1182"/>
                    </a:cubicBezTo>
                    <a:cubicBezTo>
                      <a:pt x="5053" y="587"/>
                      <a:pt x="4246" y="253"/>
                      <a:pt x="3405" y="253"/>
                    </a:cubicBezTo>
                    <a:cubicBezTo>
                      <a:pt x="2564" y="253"/>
                      <a:pt x="1757" y="587"/>
                      <a:pt x="1162" y="1182"/>
                    </a:cubicBezTo>
                    <a:cubicBezTo>
                      <a:pt x="567" y="1777"/>
                      <a:pt x="233" y="2584"/>
                      <a:pt x="233" y="3425"/>
                    </a:cubicBezTo>
                    <a:cubicBezTo>
                      <a:pt x="233" y="4267"/>
                      <a:pt x="567" y="5074"/>
                      <a:pt x="1162" y="5669"/>
                    </a:cubicBezTo>
                    <a:cubicBezTo>
                      <a:pt x="1757" y="6264"/>
                      <a:pt x="2564" y="6598"/>
                      <a:pt x="3405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88" name="Freeform: Shape 8987">
                <a:extLst>
                  <a:ext uri="{FF2B5EF4-FFF2-40B4-BE49-F238E27FC236}">
                    <a16:creationId xmlns:a16="http://schemas.microsoft.com/office/drawing/2014/main" id="{FF8AFFA9-9F81-E055-AA47-5BF99ABA92FB}"/>
                  </a:ext>
                </a:extLst>
              </p:cNvPr>
              <p:cNvSpPr/>
              <p:nvPr/>
            </p:nvSpPr>
            <p:spPr>
              <a:xfrm>
                <a:off x="9358520" y="6684799"/>
                <a:ext cx="6343" cy="6345"/>
              </a:xfrm>
              <a:custGeom>
                <a:avLst/>
                <a:gdLst>
                  <a:gd name="connsiteX0" fmla="*/ 3404 w 6343"/>
                  <a:gd name="connsiteY0" fmla="*/ 6598 h 6345"/>
                  <a:gd name="connsiteX1" fmla="*/ 5647 w 6343"/>
                  <a:gd name="connsiteY1" fmla="*/ 5669 h 6345"/>
                  <a:gd name="connsiteX2" fmla="*/ 6576 w 6343"/>
                  <a:gd name="connsiteY2" fmla="*/ 3425 h 6345"/>
                  <a:gd name="connsiteX3" fmla="*/ 5647 w 6343"/>
                  <a:gd name="connsiteY3" fmla="*/ 1182 h 6345"/>
                  <a:gd name="connsiteX4" fmla="*/ 3404 w 6343"/>
                  <a:gd name="connsiteY4" fmla="*/ 253 h 6345"/>
                  <a:gd name="connsiteX5" fmla="*/ 1161 w 6343"/>
                  <a:gd name="connsiteY5" fmla="*/ 1182 h 6345"/>
                  <a:gd name="connsiteX6" fmla="*/ 232 w 6343"/>
                  <a:gd name="connsiteY6" fmla="*/ 3425 h 6345"/>
                  <a:gd name="connsiteX7" fmla="*/ 1161 w 6343"/>
                  <a:gd name="connsiteY7" fmla="*/ 5669 h 6345"/>
                  <a:gd name="connsiteX8" fmla="*/ 3404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98"/>
                    </a:moveTo>
                    <a:cubicBezTo>
                      <a:pt x="4245" y="6598"/>
                      <a:pt x="5052" y="6264"/>
                      <a:pt x="5647" y="5669"/>
                    </a:cubicBezTo>
                    <a:cubicBezTo>
                      <a:pt x="6241" y="5074"/>
                      <a:pt x="6576" y="4267"/>
                      <a:pt x="6576" y="3425"/>
                    </a:cubicBezTo>
                    <a:cubicBezTo>
                      <a:pt x="6576" y="2584"/>
                      <a:pt x="6241" y="1777"/>
                      <a:pt x="5647" y="1182"/>
                    </a:cubicBezTo>
                    <a:cubicBezTo>
                      <a:pt x="5052" y="587"/>
                      <a:pt x="4245" y="253"/>
                      <a:pt x="3404" y="253"/>
                    </a:cubicBezTo>
                    <a:cubicBezTo>
                      <a:pt x="2563" y="253"/>
                      <a:pt x="1756" y="587"/>
                      <a:pt x="1161" y="1182"/>
                    </a:cubicBezTo>
                    <a:cubicBezTo>
                      <a:pt x="567" y="1777"/>
                      <a:pt x="232" y="2584"/>
                      <a:pt x="232" y="3425"/>
                    </a:cubicBezTo>
                    <a:cubicBezTo>
                      <a:pt x="232" y="4267"/>
                      <a:pt x="567" y="5074"/>
                      <a:pt x="1161" y="5669"/>
                    </a:cubicBezTo>
                    <a:cubicBezTo>
                      <a:pt x="1756" y="6264"/>
                      <a:pt x="2563" y="6598"/>
                      <a:pt x="3404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89" name="Freeform: Shape 8988">
                <a:extLst>
                  <a:ext uri="{FF2B5EF4-FFF2-40B4-BE49-F238E27FC236}">
                    <a16:creationId xmlns:a16="http://schemas.microsoft.com/office/drawing/2014/main" id="{3CB6D952-6368-CE2E-320B-E6BD3CDAF816}"/>
                  </a:ext>
                </a:extLst>
              </p:cNvPr>
              <p:cNvSpPr/>
              <p:nvPr/>
            </p:nvSpPr>
            <p:spPr>
              <a:xfrm>
                <a:off x="9349974" y="6684496"/>
                <a:ext cx="6343" cy="6345"/>
              </a:xfrm>
              <a:custGeom>
                <a:avLst/>
                <a:gdLst>
                  <a:gd name="connsiteX0" fmla="*/ 3403 w 6343"/>
                  <a:gd name="connsiteY0" fmla="*/ 6598 h 6345"/>
                  <a:gd name="connsiteX1" fmla="*/ 5646 w 6343"/>
                  <a:gd name="connsiteY1" fmla="*/ 5669 h 6345"/>
                  <a:gd name="connsiteX2" fmla="*/ 6575 w 6343"/>
                  <a:gd name="connsiteY2" fmla="*/ 3425 h 6345"/>
                  <a:gd name="connsiteX3" fmla="*/ 5646 w 6343"/>
                  <a:gd name="connsiteY3" fmla="*/ 1182 h 6345"/>
                  <a:gd name="connsiteX4" fmla="*/ 3403 w 6343"/>
                  <a:gd name="connsiteY4" fmla="*/ 253 h 6345"/>
                  <a:gd name="connsiteX5" fmla="*/ 1161 w 6343"/>
                  <a:gd name="connsiteY5" fmla="*/ 1182 h 6345"/>
                  <a:gd name="connsiteX6" fmla="*/ 232 w 6343"/>
                  <a:gd name="connsiteY6" fmla="*/ 3425 h 6345"/>
                  <a:gd name="connsiteX7" fmla="*/ 1161 w 6343"/>
                  <a:gd name="connsiteY7" fmla="*/ 5669 h 6345"/>
                  <a:gd name="connsiteX8" fmla="*/ 3403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98"/>
                    </a:moveTo>
                    <a:cubicBezTo>
                      <a:pt x="4244" y="6598"/>
                      <a:pt x="5051" y="6264"/>
                      <a:pt x="5646" y="5669"/>
                    </a:cubicBezTo>
                    <a:cubicBezTo>
                      <a:pt x="6241" y="5074"/>
                      <a:pt x="6575" y="4267"/>
                      <a:pt x="6575" y="3425"/>
                    </a:cubicBezTo>
                    <a:cubicBezTo>
                      <a:pt x="6575" y="2584"/>
                      <a:pt x="6241" y="1777"/>
                      <a:pt x="5646" y="1182"/>
                    </a:cubicBezTo>
                    <a:cubicBezTo>
                      <a:pt x="5051" y="587"/>
                      <a:pt x="4244" y="253"/>
                      <a:pt x="3403" y="253"/>
                    </a:cubicBezTo>
                    <a:cubicBezTo>
                      <a:pt x="2562" y="253"/>
                      <a:pt x="1756" y="587"/>
                      <a:pt x="1161" y="1182"/>
                    </a:cubicBezTo>
                    <a:cubicBezTo>
                      <a:pt x="566" y="1777"/>
                      <a:pt x="232" y="2584"/>
                      <a:pt x="232" y="3425"/>
                    </a:cubicBezTo>
                    <a:cubicBezTo>
                      <a:pt x="232" y="4267"/>
                      <a:pt x="566" y="5074"/>
                      <a:pt x="1161" y="5669"/>
                    </a:cubicBezTo>
                    <a:cubicBezTo>
                      <a:pt x="1756" y="6264"/>
                      <a:pt x="2562" y="6598"/>
                      <a:pt x="3403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90" name="Freeform: Shape 8989">
                <a:extLst>
                  <a:ext uri="{FF2B5EF4-FFF2-40B4-BE49-F238E27FC236}">
                    <a16:creationId xmlns:a16="http://schemas.microsoft.com/office/drawing/2014/main" id="{47A80573-42CA-EC4B-C70C-94365D443A9C}"/>
                  </a:ext>
                </a:extLst>
              </p:cNvPr>
              <p:cNvSpPr/>
              <p:nvPr/>
            </p:nvSpPr>
            <p:spPr>
              <a:xfrm>
                <a:off x="9341428" y="6684141"/>
                <a:ext cx="6343" cy="6345"/>
              </a:xfrm>
              <a:custGeom>
                <a:avLst/>
                <a:gdLst>
                  <a:gd name="connsiteX0" fmla="*/ 3403 w 6343"/>
                  <a:gd name="connsiteY0" fmla="*/ 6598 h 6345"/>
                  <a:gd name="connsiteX1" fmla="*/ 5645 w 6343"/>
                  <a:gd name="connsiteY1" fmla="*/ 5669 h 6345"/>
                  <a:gd name="connsiteX2" fmla="*/ 6574 w 6343"/>
                  <a:gd name="connsiteY2" fmla="*/ 3425 h 6345"/>
                  <a:gd name="connsiteX3" fmla="*/ 5645 w 6343"/>
                  <a:gd name="connsiteY3" fmla="*/ 1182 h 6345"/>
                  <a:gd name="connsiteX4" fmla="*/ 3403 w 6343"/>
                  <a:gd name="connsiteY4" fmla="*/ 253 h 6345"/>
                  <a:gd name="connsiteX5" fmla="*/ 1160 w 6343"/>
                  <a:gd name="connsiteY5" fmla="*/ 1182 h 6345"/>
                  <a:gd name="connsiteX6" fmla="*/ 231 w 6343"/>
                  <a:gd name="connsiteY6" fmla="*/ 3425 h 6345"/>
                  <a:gd name="connsiteX7" fmla="*/ 1160 w 6343"/>
                  <a:gd name="connsiteY7" fmla="*/ 5669 h 6345"/>
                  <a:gd name="connsiteX8" fmla="*/ 3403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98"/>
                    </a:moveTo>
                    <a:cubicBezTo>
                      <a:pt x="4244" y="6598"/>
                      <a:pt x="5051" y="6264"/>
                      <a:pt x="5645" y="5669"/>
                    </a:cubicBezTo>
                    <a:cubicBezTo>
                      <a:pt x="6240" y="5074"/>
                      <a:pt x="6574" y="4267"/>
                      <a:pt x="6574" y="3425"/>
                    </a:cubicBezTo>
                    <a:cubicBezTo>
                      <a:pt x="6574" y="2584"/>
                      <a:pt x="6240" y="1777"/>
                      <a:pt x="5645" y="1182"/>
                    </a:cubicBezTo>
                    <a:cubicBezTo>
                      <a:pt x="5051" y="587"/>
                      <a:pt x="4244" y="253"/>
                      <a:pt x="3403" y="253"/>
                    </a:cubicBezTo>
                    <a:cubicBezTo>
                      <a:pt x="2562" y="253"/>
                      <a:pt x="1755" y="587"/>
                      <a:pt x="1160" y="1182"/>
                    </a:cubicBezTo>
                    <a:cubicBezTo>
                      <a:pt x="565" y="1777"/>
                      <a:pt x="231" y="2584"/>
                      <a:pt x="231" y="3425"/>
                    </a:cubicBezTo>
                    <a:cubicBezTo>
                      <a:pt x="231" y="4267"/>
                      <a:pt x="565" y="5074"/>
                      <a:pt x="1160" y="5669"/>
                    </a:cubicBezTo>
                    <a:cubicBezTo>
                      <a:pt x="1755" y="6264"/>
                      <a:pt x="2562" y="6598"/>
                      <a:pt x="3403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91" name="Freeform: Shape 8990">
                <a:extLst>
                  <a:ext uri="{FF2B5EF4-FFF2-40B4-BE49-F238E27FC236}">
                    <a16:creationId xmlns:a16="http://schemas.microsoft.com/office/drawing/2014/main" id="{AA33E63E-8A54-5EBA-13AB-2BB53F93EE94}"/>
                  </a:ext>
                </a:extLst>
              </p:cNvPr>
              <p:cNvSpPr/>
              <p:nvPr/>
            </p:nvSpPr>
            <p:spPr>
              <a:xfrm>
                <a:off x="9332878" y="6683796"/>
                <a:ext cx="6343" cy="6345"/>
              </a:xfrm>
              <a:custGeom>
                <a:avLst/>
                <a:gdLst>
                  <a:gd name="connsiteX0" fmla="*/ 3402 w 6343"/>
                  <a:gd name="connsiteY0" fmla="*/ 6598 h 6345"/>
                  <a:gd name="connsiteX1" fmla="*/ 5645 w 6343"/>
                  <a:gd name="connsiteY1" fmla="*/ 5669 h 6345"/>
                  <a:gd name="connsiteX2" fmla="*/ 6574 w 6343"/>
                  <a:gd name="connsiteY2" fmla="*/ 3425 h 6345"/>
                  <a:gd name="connsiteX3" fmla="*/ 5645 w 6343"/>
                  <a:gd name="connsiteY3" fmla="*/ 1182 h 6345"/>
                  <a:gd name="connsiteX4" fmla="*/ 3402 w 6343"/>
                  <a:gd name="connsiteY4" fmla="*/ 252 h 6345"/>
                  <a:gd name="connsiteX5" fmla="*/ 1159 w 6343"/>
                  <a:gd name="connsiteY5" fmla="*/ 1182 h 6345"/>
                  <a:gd name="connsiteX6" fmla="*/ 230 w 6343"/>
                  <a:gd name="connsiteY6" fmla="*/ 3425 h 6345"/>
                  <a:gd name="connsiteX7" fmla="*/ 1159 w 6343"/>
                  <a:gd name="connsiteY7" fmla="*/ 5669 h 6345"/>
                  <a:gd name="connsiteX8" fmla="*/ 3402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98"/>
                    </a:moveTo>
                    <a:cubicBezTo>
                      <a:pt x="4243" y="6598"/>
                      <a:pt x="5050" y="6264"/>
                      <a:pt x="5645" y="5669"/>
                    </a:cubicBezTo>
                    <a:cubicBezTo>
                      <a:pt x="6239" y="5074"/>
                      <a:pt x="6574" y="4267"/>
                      <a:pt x="6574" y="3425"/>
                    </a:cubicBezTo>
                    <a:cubicBezTo>
                      <a:pt x="6574" y="2584"/>
                      <a:pt x="6239" y="1777"/>
                      <a:pt x="5645" y="1182"/>
                    </a:cubicBezTo>
                    <a:cubicBezTo>
                      <a:pt x="5050" y="587"/>
                      <a:pt x="4243" y="252"/>
                      <a:pt x="3402" y="252"/>
                    </a:cubicBezTo>
                    <a:cubicBezTo>
                      <a:pt x="2561" y="252"/>
                      <a:pt x="1754" y="587"/>
                      <a:pt x="1159" y="1182"/>
                    </a:cubicBezTo>
                    <a:cubicBezTo>
                      <a:pt x="565" y="1777"/>
                      <a:pt x="230" y="2584"/>
                      <a:pt x="230" y="3425"/>
                    </a:cubicBezTo>
                    <a:cubicBezTo>
                      <a:pt x="230" y="4267"/>
                      <a:pt x="565" y="5074"/>
                      <a:pt x="1159" y="5669"/>
                    </a:cubicBezTo>
                    <a:cubicBezTo>
                      <a:pt x="1754" y="6264"/>
                      <a:pt x="2561" y="6598"/>
                      <a:pt x="3402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92" name="Freeform: Shape 8991">
                <a:extLst>
                  <a:ext uri="{FF2B5EF4-FFF2-40B4-BE49-F238E27FC236}">
                    <a16:creationId xmlns:a16="http://schemas.microsoft.com/office/drawing/2014/main" id="{CD1DB9D0-FCFE-D61E-0623-C61EE871FFCC}"/>
                  </a:ext>
                </a:extLst>
              </p:cNvPr>
              <p:cNvSpPr/>
              <p:nvPr/>
            </p:nvSpPr>
            <p:spPr>
              <a:xfrm>
                <a:off x="9324323" y="6683461"/>
                <a:ext cx="6343" cy="6345"/>
              </a:xfrm>
              <a:custGeom>
                <a:avLst/>
                <a:gdLst>
                  <a:gd name="connsiteX0" fmla="*/ 3401 w 6343"/>
                  <a:gd name="connsiteY0" fmla="*/ 6598 h 6345"/>
                  <a:gd name="connsiteX1" fmla="*/ 5644 w 6343"/>
                  <a:gd name="connsiteY1" fmla="*/ 5669 h 6345"/>
                  <a:gd name="connsiteX2" fmla="*/ 6573 w 6343"/>
                  <a:gd name="connsiteY2" fmla="*/ 3425 h 6345"/>
                  <a:gd name="connsiteX3" fmla="*/ 5644 w 6343"/>
                  <a:gd name="connsiteY3" fmla="*/ 1182 h 6345"/>
                  <a:gd name="connsiteX4" fmla="*/ 3401 w 6343"/>
                  <a:gd name="connsiteY4" fmla="*/ 252 h 6345"/>
                  <a:gd name="connsiteX5" fmla="*/ 1159 w 6343"/>
                  <a:gd name="connsiteY5" fmla="*/ 1182 h 6345"/>
                  <a:gd name="connsiteX6" fmla="*/ 230 w 6343"/>
                  <a:gd name="connsiteY6" fmla="*/ 3425 h 6345"/>
                  <a:gd name="connsiteX7" fmla="*/ 1159 w 6343"/>
                  <a:gd name="connsiteY7" fmla="*/ 5669 h 6345"/>
                  <a:gd name="connsiteX8" fmla="*/ 3401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98"/>
                    </a:moveTo>
                    <a:cubicBezTo>
                      <a:pt x="4242" y="6598"/>
                      <a:pt x="5049" y="6264"/>
                      <a:pt x="5644" y="5669"/>
                    </a:cubicBezTo>
                    <a:cubicBezTo>
                      <a:pt x="6239" y="5074"/>
                      <a:pt x="6573" y="4267"/>
                      <a:pt x="6573" y="3425"/>
                    </a:cubicBezTo>
                    <a:cubicBezTo>
                      <a:pt x="6573" y="2584"/>
                      <a:pt x="6239" y="1777"/>
                      <a:pt x="5644" y="1182"/>
                    </a:cubicBezTo>
                    <a:cubicBezTo>
                      <a:pt x="5049" y="587"/>
                      <a:pt x="4242" y="252"/>
                      <a:pt x="3401" y="252"/>
                    </a:cubicBezTo>
                    <a:cubicBezTo>
                      <a:pt x="2560" y="252"/>
                      <a:pt x="1753" y="587"/>
                      <a:pt x="1159" y="1182"/>
                    </a:cubicBezTo>
                    <a:cubicBezTo>
                      <a:pt x="564" y="1777"/>
                      <a:pt x="230" y="2584"/>
                      <a:pt x="230" y="3425"/>
                    </a:cubicBezTo>
                    <a:cubicBezTo>
                      <a:pt x="230" y="4267"/>
                      <a:pt x="564" y="5074"/>
                      <a:pt x="1159" y="5669"/>
                    </a:cubicBezTo>
                    <a:cubicBezTo>
                      <a:pt x="1753" y="6264"/>
                      <a:pt x="2560" y="6598"/>
                      <a:pt x="3401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93" name="Freeform: Shape 8992">
                <a:extLst>
                  <a:ext uri="{FF2B5EF4-FFF2-40B4-BE49-F238E27FC236}">
                    <a16:creationId xmlns:a16="http://schemas.microsoft.com/office/drawing/2014/main" id="{86456211-DB1F-B349-7B0E-1B05C0BF6E95}"/>
                  </a:ext>
                </a:extLst>
              </p:cNvPr>
              <p:cNvSpPr/>
              <p:nvPr/>
            </p:nvSpPr>
            <p:spPr>
              <a:xfrm>
                <a:off x="9315711" y="6683698"/>
                <a:ext cx="6343" cy="6345"/>
              </a:xfrm>
              <a:custGeom>
                <a:avLst/>
                <a:gdLst>
                  <a:gd name="connsiteX0" fmla="*/ 3401 w 6343"/>
                  <a:gd name="connsiteY0" fmla="*/ 6598 h 6345"/>
                  <a:gd name="connsiteX1" fmla="*/ 5643 w 6343"/>
                  <a:gd name="connsiteY1" fmla="*/ 5669 h 6345"/>
                  <a:gd name="connsiteX2" fmla="*/ 6572 w 6343"/>
                  <a:gd name="connsiteY2" fmla="*/ 3425 h 6345"/>
                  <a:gd name="connsiteX3" fmla="*/ 5643 w 6343"/>
                  <a:gd name="connsiteY3" fmla="*/ 1182 h 6345"/>
                  <a:gd name="connsiteX4" fmla="*/ 3401 w 6343"/>
                  <a:gd name="connsiteY4" fmla="*/ 252 h 6345"/>
                  <a:gd name="connsiteX5" fmla="*/ 1158 w 6343"/>
                  <a:gd name="connsiteY5" fmla="*/ 1182 h 6345"/>
                  <a:gd name="connsiteX6" fmla="*/ 229 w 6343"/>
                  <a:gd name="connsiteY6" fmla="*/ 3425 h 6345"/>
                  <a:gd name="connsiteX7" fmla="*/ 1158 w 6343"/>
                  <a:gd name="connsiteY7" fmla="*/ 5669 h 6345"/>
                  <a:gd name="connsiteX8" fmla="*/ 3401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98"/>
                    </a:moveTo>
                    <a:cubicBezTo>
                      <a:pt x="4242" y="6598"/>
                      <a:pt x="5049" y="6264"/>
                      <a:pt x="5643" y="5669"/>
                    </a:cubicBezTo>
                    <a:cubicBezTo>
                      <a:pt x="6238" y="5074"/>
                      <a:pt x="6572" y="4267"/>
                      <a:pt x="6572" y="3425"/>
                    </a:cubicBezTo>
                    <a:cubicBezTo>
                      <a:pt x="6572" y="2584"/>
                      <a:pt x="6238" y="1777"/>
                      <a:pt x="5643" y="1182"/>
                    </a:cubicBezTo>
                    <a:cubicBezTo>
                      <a:pt x="5049" y="587"/>
                      <a:pt x="4242" y="252"/>
                      <a:pt x="3401" y="252"/>
                    </a:cubicBezTo>
                    <a:cubicBezTo>
                      <a:pt x="2560" y="252"/>
                      <a:pt x="1753" y="587"/>
                      <a:pt x="1158" y="1182"/>
                    </a:cubicBezTo>
                    <a:cubicBezTo>
                      <a:pt x="563" y="1777"/>
                      <a:pt x="229" y="2584"/>
                      <a:pt x="229" y="3425"/>
                    </a:cubicBezTo>
                    <a:cubicBezTo>
                      <a:pt x="229" y="4267"/>
                      <a:pt x="563" y="5074"/>
                      <a:pt x="1158" y="5669"/>
                    </a:cubicBezTo>
                    <a:cubicBezTo>
                      <a:pt x="1753" y="6264"/>
                      <a:pt x="2560" y="6598"/>
                      <a:pt x="3401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94" name="Freeform: Shape 8993">
                <a:extLst>
                  <a:ext uri="{FF2B5EF4-FFF2-40B4-BE49-F238E27FC236}">
                    <a16:creationId xmlns:a16="http://schemas.microsoft.com/office/drawing/2014/main" id="{7F4B312C-A5C3-11B2-0F05-5A4E033975AB}"/>
                  </a:ext>
                </a:extLst>
              </p:cNvPr>
              <p:cNvSpPr/>
              <p:nvPr/>
            </p:nvSpPr>
            <p:spPr>
              <a:xfrm>
                <a:off x="9307078" y="6684007"/>
                <a:ext cx="6343" cy="6345"/>
              </a:xfrm>
              <a:custGeom>
                <a:avLst/>
                <a:gdLst>
                  <a:gd name="connsiteX0" fmla="*/ 3400 w 6343"/>
                  <a:gd name="connsiteY0" fmla="*/ 6598 h 6345"/>
                  <a:gd name="connsiteX1" fmla="*/ 5643 w 6343"/>
                  <a:gd name="connsiteY1" fmla="*/ 5669 h 6345"/>
                  <a:gd name="connsiteX2" fmla="*/ 6572 w 6343"/>
                  <a:gd name="connsiteY2" fmla="*/ 3425 h 6345"/>
                  <a:gd name="connsiteX3" fmla="*/ 5643 w 6343"/>
                  <a:gd name="connsiteY3" fmla="*/ 1182 h 6345"/>
                  <a:gd name="connsiteX4" fmla="*/ 3400 w 6343"/>
                  <a:gd name="connsiteY4" fmla="*/ 253 h 6345"/>
                  <a:gd name="connsiteX5" fmla="*/ 1157 w 6343"/>
                  <a:gd name="connsiteY5" fmla="*/ 1182 h 6345"/>
                  <a:gd name="connsiteX6" fmla="*/ 228 w 6343"/>
                  <a:gd name="connsiteY6" fmla="*/ 3425 h 6345"/>
                  <a:gd name="connsiteX7" fmla="*/ 1157 w 6343"/>
                  <a:gd name="connsiteY7" fmla="*/ 5669 h 6345"/>
                  <a:gd name="connsiteX8" fmla="*/ 3400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98"/>
                    </a:moveTo>
                    <a:cubicBezTo>
                      <a:pt x="4241" y="6598"/>
                      <a:pt x="5048" y="6264"/>
                      <a:pt x="5643" y="5669"/>
                    </a:cubicBezTo>
                    <a:cubicBezTo>
                      <a:pt x="6237" y="5074"/>
                      <a:pt x="6572" y="4267"/>
                      <a:pt x="6572" y="3425"/>
                    </a:cubicBezTo>
                    <a:cubicBezTo>
                      <a:pt x="6572" y="2584"/>
                      <a:pt x="6237" y="1777"/>
                      <a:pt x="5643" y="1182"/>
                    </a:cubicBezTo>
                    <a:cubicBezTo>
                      <a:pt x="5048" y="587"/>
                      <a:pt x="4241" y="253"/>
                      <a:pt x="3400" y="253"/>
                    </a:cubicBezTo>
                    <a:cubicBezTo>
                      <a:pt x="2559" y="253"/>
                      <a:pt x="1752" y="587"/>
                      <a:pt x="1157" y="1182"/>
                    </a:cubicBezTo>
                    <a:cubicBezTo>
                      <a:pt x="563" y="1777"/>
                      <a:pt x="228" y="2584"/>
                      <a:pt x="228" y="3425"/>
                    </a:cubicBezTo>
                    <a:cubicBezTo>
                      <a:pt x="228" y="4267"/>
                      <a:pt x="563" y="5074"/>
                      <a:pt x="1157" y="5669"/>
                    </a:cubicBezTo>
                    <a:cubicBezTo>
                      <a:pt x="1752" y="6264"/>
                      <a:pt x="2559" y="6598"/>
                      <a:pt x="3400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95" name="Freeform: Shape 8994">
                <a:extLst>
                  <a:ext uri="{FF2B5EF4-FFF2-40B4-BE49-F238E27FC236}">
                    <a16:creationId xmlns:a16="http://schemas.microsoft.com/office/drawing/2014/main" id="{10954E54-6562-2B4B-DF7B-995BAD5E15CA}"/>
                  </a:ext>
                </a:extLst>
              </p:cNvPr>
              <p:cNvSpPr/>
              <p:nvPr/>
            </p:nvSpPr>
            <p:spPr>
              <a:xfrm>
                <a:off x="9298456" y="6684075"/>
                <a:ext cx="6343" cy="6345"/>
              </a:xfrm>
              <a:custGeom>
                <a:avLst/>
                <a:gdLst>
                  <a:gd name="connsiteX0" fmla="*/ 3399 w 6343"/>
                  <a:gd name="connsiteY0" fmla="*/ 6598 h 6345"/>
                  <a:gd name="connsiteX1" fmla="*/ 5642 w 6343"/>
                  <a:gd name="connsiteY1" fmla="*/ 5669 h 6345"/>
                  <a:gd name="connsiteX2" fmla="*/ 6571 w 6343"/>
                  <a:gd name="connsiteY2" fmla="*/ 3425 h 6345"/>
                  <a:gd name="connsiteX3" fmla="*/ 5642 w 6343"/>
                  <a:gd name="connsiteY3" fmla="*/ 1182 h 6345"/>
                  <a:gd name="connsiteX4" fmla="*/ 3399 w 6343"/>
                  <a:gd name="connsiteY4" fmla="*/ 253 h 6345"/>
                  <a:gd name="connsiteX5" fmla="*/ 1157 w 6343"/>
                  <a:gd name="connsiteY5" fmla="*/ 1182 h 6345"/>
                  <a:gd name="connsiteX6" fmla="*/ 228 w 6343"/>
                  <a:gd name="connsiteY6" fmla="*/ 3425 h 6345"/>
                  <a:gd name="connsiteX7" fmla="*/ 1157 w 6343"/>
                  <a:gd name="connsiteY7" fmla="*/ 5669 h 6345"/>
                  <a:gd name="connsiteX8" fmla="*/ 3399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98"/>
                    </a:moveTo>
                    <a:cubicBezTo>
                      <a:pt x="4240" y="6598"/>
                      <a:pt x="5047" y="6264"/>
                      <a:pt x="5642" y="5669"/>
                    </a:cubicBezTo>
                    <a:cubicBezTo>
                      <a:pt x="6237" y="5074"/>
                      <a:pt x="6571" y="4267"/>
                      <a:pt x="6571" y="3425"/>
                    </a:cubicBezTo>
                    <a:cubicBezTo>
                      <a:pt x="6571" y="2584"/>
                      <a:pt x="6237" y="1777"/>
                      <a:pt x="5642" y="1182"/>
                    </a:cubicBezTo>
                    <a:cubicBezTo>
                      <a:pt x="5047" y="587"/>
                      <a:pt x="4240" y="253"/>
                      <a:pt x="3399" y="253"/>
                    </a:cubicBezTo>
                    <a:cubicBezTo>
                      <a:pt x="2558" y="253"/>
                      <a:pt x="1751" y="587"/>
                      <a:pt x="1157" y="1182"/>
                    </a:cubicBezTo>
                    <a:cubicBezTo>
                      <a:pt x="562" y="1777"/>
                      <a:pt x="228" y="2584"/>
                      <a:pt x="228" y="3425"/>
                    </a:cubicBezTo>
                    <a:cubicBezTo>
                      <a:pt x="228" y="4267"/>
                      <a:pt x="562" y="5074"/>
                      <a:pt x="1157" y="5669"/>
                    </a:cubicBezTo>
                    <a:cubicBezTo>
                      <a:pt x="1751" y="6264"/>
                      <a:pt x="2558" y="6598"/>
                      <a:pt x="3399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96" name="Freeform: Shape 8995">
                <a:extLst>
                  <a:ext uri="{FF2B5EF4-FFF2-40B4-BE49-F238E27FC236}">
                    <a16:creationId xmlns:a16="http://schemas.microsoft.com/office/drawing/2014/main" id="{21BE5804-D4C6-81EC-1166-B5980E7315D2}"/>
                  </a:ext>
                </a:extLst>
              </p:cNvPr>
              <p:cNvSpPr/>
              <p:nvPr/>
            </p:nvSpPr>
            <p:spPr>
              <a:xfrm>
                <a:off x="9328556" y="6186185"/>
                <a:ext cx="6343" cy="6345"/>
              </a:xfrm>
              <a:custGeom>
                <a:avLst/>
                <a:gdLst>
                  <a:gd name="connsiteX0" fmla="*/ 3402 w 6343"/>
                  <a:gd name="connsiteY0" fmla="*/ 6559 h 6345"/>
                  <a:gd name="connsiteX1" fmla="*/ 5644 w 6343"/>
                  <a:gd name="connsiteY1" fmla="*/ 5629 h 6345"/>
                  <a:gd name="connsiteX2" fmla="*/ 6573 w 6343"/>
                  <a:gd name="connsiteY2" fmla="*/ 3386 h 6345"/>
                  <a:gd name="connsiteX3" fmla="*/ 5644 w 6343"/>
                  <a:gd name="connsiteY3" fmla="*/ 1143 h 6345"/>
                  <a:gd name="connsiteX4" fmla="*/ 3402 w 6343"/>
                  <a:gd name="connsiteY4" fmla="*/ 213 h 6345"/>
                  <a:gd name="connsiteX5" fmla="*/ 1159 w 6343"/>
                  <a:gd name="connsiteY5" fmla="*/ 1143 h 6345"/>
                  <a:gd name="connsiteX6" fmla="*/ 230 w 6343"/>
                  <a:gd name="connsiteY6" fmla="*/ 3386 h 6345"/>
                  <a:gd name="connsiteX7" fmla="*/ 1159 w 6343"/>
                  <a:gd name="connsiteY7" fmla="*/ 5629 h 6345"/>
                  <a:gd name="connsiteX8" fmla="*/ 340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59"/>
                    </a:moveTo>
                    <a:cubicBezTo>
                      <a:pt x="4243" y="6559"/>
                      <a:pt x="5050" y="6224"/>
                      <a:pt x="5644" y="5629"/>
                    </a:cubicBezTo>
                    <a:cubicBezTo>
                      <a:pt x="6239" y="5034"/>
                      <a:pt x="6573" y="4227"/>
                      <a:pt x="6573" y="3386"/>
                    </a:cubicBezTo>
                    <a:cubicBezTo>
                      <a:pt x="6573" y="2545"/>
                      <a:pt x="6239" y="1738"/>
                      <a:pt x="5644" y="1143"/>
                    </a:cubicBezTo>
                    <a:cubicBezTo>
                      <a:pt x="5050" y="548"/>
                      <a:pt x="4243" y="213"/>
                      <a:pt x="3402" y="213"/>
                    </a:cubicBezTo>
                    <a:cubicBezTo>
                      <a:pt x="2561" y="213"/>
                      <a:pt x="1754" y="548"/>
                      <a:pt x="1159" y="1143"/>
                    </a:cubicBezTo>
                    <a:cubicBezTo>
                      <a:pt x="564" y="1738"/>
                      <a:pt x="230" y="2545"/>
                      <a:pt x="230" y="3386"/>
                    </a:cubicBezTo>
                    <a:cubicBezTo>
                      <a:pt x="230" y="4227"/>
                      <a:pt x="564" y="5034"/>
                      <a:pt x="1159" y="5629"/>
                    </a:cubicBezTo>
                    <a:cubicBezTo>
                      <a:pt x="1754" y="6224"/>
                      <a:pt x="2561" y="6559"/>
                      <a:pt x="340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97" name="Freeform: Shape 8996">
                <a:extLst>
                  <a:ext uri="{FF2B5EF4-FFF2-40B4-BE49-F238E27FC236}">
                    <a16:creationId xmlns:a16="http://schemas.microsoft.com/office/drawing/2014/main" id="{71E9EDF9-9953-C097-E5B4-464E8633EB06}"/>
                  </a:ext>
                </a:extLst>
              </p:cNvPr>
              <p:cNvSpPr/>
              <p:nvPr/>
            </p:nvSpPr>
            <p:spPr>
              <a:xfrm>
                <a:off x="9323382" y="6183279"/>
                <a:ext cx="6343" cy="6345"/>
              </a:xfrm>
              <a:custGeom>
                <a:avLst/>
                <a:gdLst>
                  <a:gd name="connsiteX0" fmla="*/ 3401 w 6343"/>
                  <a:gd name="connsiteY0" fmla="*/ 6558 h 6345"/>
                  <a:gd name="connsiteX1" fmla="*/ 5644 w 6343"/>
                  <a:gd name="connsiteY1" fmla="*/ 5629 h 6345"/>
                  <a:gd name="connsiteX2" fmla="*/ 6573 w 6343"/>
                  <a:gd name="connsiteY2" fmla="*/ 3386 h 6345"/>
                  <a:gd name="connsiteX3" fmla="*/ 5644 w 6343"/>
                  <a:gd name="connsiteY3" fmla="*/ 1142 h 6345"/>
                  <a:gd name="connsiteX4" fmla="*/ 3401 w 6343"/>
                  <a:gd name="connsiteY4" fmla="*/ 213 h 6345"/>
                  <a:gd name="connsiteX5" fmla="*/ 1159 w 6343"/>
                  <a:gd name="connsiteY5" fmla="*/ 1142 h 6345"/>
                  <a:gd name="connsiteX6" fmla="*/ 230 w 6343"/>
                  <a:gd name="connsiteY6" fmla="*/ 3386 h 6345"/>
                  <a:gd name="connsiteX7" fmla="*/ 1159 w 6343"/>
                  <a:gd name="connsiteY7" fmla="*/ 5629 h 6345"/>
                  <a:gd name="connsiteX8" fmla="*/ 340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8"/>
                    </a:moveTo>
                    <a:cubicBezTo>
                      <a:pt x="4242" y="6558"/>
                      <a:pt x="5049" y="6224"/>
                      <a:pt x="5644" y="5629"/>
                    </a:cubicBezTo>
                    <a:cubicBezTo>
                      <a:pt x="6239" y="5034"/>
                      <a:pt x="6573" y="4227"/>
                      <a:pt x="6573" y="3386"/>
                    </a:cubicBezTo>
                    <a:cubicBezTo>
                      <a:pt x="6573" y="2544"/>
                      <a:pt x="6239" y="1737"/>
                      <a:pt x="5644" y="1142"/>
                    </a:cubicBezTo>
                    <a:cubicBezTo>
                      <a:pt x="5049" y="547"/>
                      <a:pt x="4242" y="213"/>
                      <a:pt x="3401" y="213"/>
                    </a:cubicBezTo>
                    <a:cubicBezTo>
                      <a:pt x="2560" y="213"/>
                      <a:pt x="1753" y="547"/>
                      <a:pt x="1159" y="1142"/>
                    </a:cubicBezTo>
                    <a:cubicBezTo>
                      <a:pt x="564" y="1737"/>
                      <a:pt x="230" y="2544"/>
                      <a:pt x="230" y="3386"/>
                    </a:cubicBezTo>
                    <a:cubicBezTo>
                      <a:pt x="230" y="4227"/>
                      <a:pt x="564" y="5034"/>
                      <a:pt x="1159" y="5629"/>
                    </a:cubicBezTo>
                    <a:cubicBezTo>
                      <a:pt x="1753" y="6224"/>
                      <a:pt x="2560" y="6558"/>
                      <a:pt x="340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98" name="Freeform: Shape 8997">
                <a:extLst>
                  <a:ext uri="{FF2B5EF4-FFF2-40B4-BE49-F238E27FC236}">
                    <a16:creationId xmlns:a16="http://schemas.microsoft.com/office/drawing/2014/main" id="{39606D1E-EEB6-8AFE-63C5-0D8ED8956206}"/>
                  </a:ext>
                </a:extLst>
              </p:cNvPr>
              <p:cNvSpPr/>
              <p:nvPr/>
            </p:nvSpPr>
            <p:spPr>
              <a:xfrm>
                <a:off x="9139618" y="6197315"/>
                <a:ext cx="6343" cy="6345"/>
              </a:xfrm>
              <a:custGeom>
                <a:avLst/>
                <a:gdLst>
                  <a:gd name="connsiteX0" fmla="*/ 3387 w 6343"/>
                  <a:gd name="connsiteY0" fmla="*/ 6560 h 6345"/>
                  <a:gd name="connsiteX1" fmla="*/ 5629 w 6343"/>
                  <a:gd name="connsiteY1" fmla="*/ 5630 h 6345"/>
                  <a:gd name="connsiteX2" fmla="*/ 6558 w 6343"/>
                  <a:gd name="connsiteY2" fmla="*/ 3387 h 6345"/>
                  <a:gd name="connsiteX3" fmla="*/ 5629 w 6343"/>
                  <a:gd name="connsiteY3" fmla="*/ 1143 h 6345"/>
                  <a:gd name="connsiteX4" fmla="*/ 3387 w 6343"/>
                  <a:gd name="connsiteY4" fmla="*/ 214 h 6345"/>
                  <a:gd name="connsiteX5" fmla="*/ 1144 w 6343"/>
                  <a:gd name="connsiteY5" fmla="*/ 1143 h 6345"/>
                  <a:gd name="connsiteX6" fmla="*/ 215 w 6343"/>
                  <a:gd name="connsiteY6" fmla="*/ 3387 h 6345"/>
                  <a:gd name="connsiteX7" fmla="*/ 1144 w 6343"/>
                  <a:gd name="connsiteY7" fmla="*/ 5630 h 6345"/>
                  <a:gd name="connsiteX8" fmla="*/ 3387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60"/>
                    </a:moveTo>
                    <a:cubicBezTo>
                      <a:pt x="4228" y="6560"/>
                      <a:pt x="5035" y="6225"/>
                      <a:pt x="5629" y="5630"/>
                    </a:cubicBezTo>
                    <a:cubicBezTo>
                      <a:pt x="6224" y="5035"/>
                      <a:pt x="6558" y="4228"/>
                      <a:pt x="6558" y="3387"/>
                    </a:cubicBezTo>
                    <a:cubicBezTo>
                      <a:pt x="6558" y="2545"/>
                      <a:pt x="6224" y="1738"/>
                      <a:pt x="5629" y="1143"/>
                    </a:cubicBezTo>
                    <a:cubicBezTo>
                      <a:pt x="5035" y="548"/>
                      <a:pt x="4228" y="214"/>
                      <a:pt x="3387" y="214"/>
                    </a:cubicBezTo>
                    <a:cubicBezTo>
                      <a:pt x="2546" y="214"/>
                      <a:pt x="1739" y="548"/>
                      <a:pt x="1144" y="1143"/>
                    </a:cubicBezTo>
                    <a:cubicBezTo>
                      <a:pt x="549" y="1738"/>
                      <a:pt x="215" y="2545"/>
                      <a:pt x="215" y="3387"/>
                    </a:cubicBezTo>
                    <a:cubicBezTo>
                      <a:pt x="215" y="4228"/>
                      <a:pt x="549" y="5035"/>
                      <a:pt x="1144" y="5630"/>
                    </a:cubicBezTo>
                    <a:cubicBezTo>
                      <a:pt x="1739" y="6225"/>
                      <a:pt x="2546" y="6560"/>
                      <a:pt x="3387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8999" name="Freeform: Shape 8998">
                <a:extLst>
                  <a:ext uri="{FF2B5EF4-FFF2-40B4-BE49-F238E27FC236}">
                    <a16:creationId xmlns:a16="http://schemas.microsoft.com/office/drawing/2014/main" id="{D8E87889-5368-D32A-6D8A-B6EF2482D3AA}"/>
                  </a:ext>
                </a:extLst>
              </p:cNvPr>
              <p:cNvSpPr/>
              <p:nvPr/>
            </p:nvSpPr>
            <p:spPr>
              <a:xfrm>
                <a:off x="9137600" y="6185214"/>
                <a:ext cx="6343" cy="6345"/>
              </a:xfrm>
              <a:custGeom>
                <a:avLst/>
                <a:gdLst>
                  <a:gd name="connsiteX0" fmla="*/ 3387 w 6343"/>
                  <a:gd name="connsiteY0" fmla="*/ 6559 h 6345"/>
                  <a:gd name="connsiteX1" fmla="*/ 5629 w 6343"/>
                  <a:gd name="connsiteY1" fmla="*/ 5629 h 6345"/>
                  <a:gd name="connsiteX2" fmla="*/ 6558 w 6343"/>
                  <a:gd name="connsiteY2" fmla="*/ 3386 h 6345"/>
                  <a:gd name="connsiteX3" fmla="*/ 5629 w 6343"/>
                  <a:gd name="connsiteY3" fmla="*/ 1142 h 6345"/>
                  <a:gd name="connsiteX4" fmla="*/ 3387 w 6343"/>
                  <a:gd name="connsiteY4" fmla="*/ 213 h 6345"/>
                  <a:gd name="connsiteX5" fmla="*/ 1144 w 6343"/>
                  <a:gd name="connsiteY5" fmla="*/ 1142 h 6345"/>
                  <a:gd name="connsiteX6" fmla="*/ 215 w 6343"/>
                  <a:gd name="connsiteY6" fmla="*/ 3386 h 6345"/>
                  <a:gd name="connsiteX7" fmla="*/ 1144 w 6343"/>
                  <a:gd name="connsiteY7" fmla="*/ 5629 h 6345"/>
                  <a:gd name="connsiteX8" fmla="*/ 338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59"/>
                    </a:moveTo>
                    <a:cubicBezTo>
                      <a:pt x="4228" y="6559"/>
                      <a:pt x="5035" y="6224"/>
                      <a:pt x="5629" y="5629"/>
                    </a:cubicBezTo>
                    <a:cubicBezTo>
                      <a:pt x="6224" y="5034"/>
                      <a:pt x="6558" y="4227"/>
                      <a:pt x="6558" y="3386"/>
                    </a:cubicBezTo>
                    <a:cubicBezTo>
                      <a:pt x="6558" y="2544"/>
                      <a:pt x="6224" y="1737"/>
                      <a:pt x="5629" y="1142"/>
                    </a:cubicBezTo>
                    <a:cubicBezTo>
                      <a:pt x="5035" y="548"/>
                      <a:pt x="4228" y="213"/>
                      <a:pt x="3387" y="213"/>
                    </a:cubicBezTo>
                    <a:cubicBezTo>
                      <a:pt x="2546" y="213"/>
                      <a:pt x="1739" y="548"/>
                      <a:pt x="1144" y="1142"/>
                    </a:cubicBezTo>
                    <a:cubicBezTo>
                      <a:pt x="549" y="1737"/>
                      <a:pt x="215" y="2544"/>
                      <a:pt x="215" y="3386"/>
                    </a:cubicBezTo>
                    <a:cubicBezTo>
                      <a:pt x="215" y="4227"/>
                      <a:pt x="549" y="5034"/>
                      <a:pt x="1144" y="5629"/>
                    </a:cubicBezTo>
                    <a:cubicBezTo>
                      <a:pt x="1739" y="6224"/>
                      <a:pt x="2546" y="6559"/>
                      <a:pt x="338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00" name="Freeform: Shape 8999">
                <a:extLst>
                  <a:ext uri="{FF2B5EF4-FFF2-40B4-BE49-F238E27FC236}">
                    <a16:creationId xmlns:a16="http://schemas.microsoft.com/office/drawing/2014/main" id="{6BAED27D-8041-D6F0-B031-D53896BFBAA4}"/>
                  </a:ext>
                </a:extLst>
              </p:cNvPr>
              <p:cNvSpPr/>
              <p:nvPr/>
            </p:nvSpPr>
            <p:spPr>
              <a:xfrm>
                <a:off x="8965733" y="6274291"/>
                <a:ext cx="6343" cy="6345"/>
              </a:xfrm>
              <a:custGeom>
                <a:avLst/>
                <a:gdLst>
                  <a:gd name="connsiteX0" fmla="*/ 3373 w 6343"/>
                  <a:gd name="connsiteY0" fmla="*/ 6566 h 6345"/>
                  <a:gd name="connsiteX1" fmla="*/ 5616 w 6343"/>
                  <a:gd name="connsiteY1" fmla="*/ 5636 h 6345"/>
                  <a:gd name="connsiteX2" fmla="*/ 6545 w 6343"/>
                  <a:gd name="connsiteY2" fmla="*/ 3393 h 6345"/>
                  <a:gd name="connsiteX3" fmla="*/ 5616 w 6343"/>
                  <a:gd name="connsiteY3" fmla="*/ 1149 h 6345"/>
                  <a:gd name="connsiteX4" fmla="*/ 3373 w 6343"/>
                  <a:gd name="connsiteY4" fmla="*/ 220 h 6345"/>
                  <a:gd name="connsiteX5" fmla="*/ 1130 w 6343"/>
                  <a:gd name="connsiteY5" fmla="*/ 1149 h 6345"/>
                  <a:gd name="connsiteX6" fmla="*/ 202 w 6343"/>
                  <a:gd name="connsiteY6" fmla="*/ 3393 h 6345"/>
                  <a:gd name="connsiteX7" fmla="*/ 1130 w 6343"/>
                  <a:gd name="connsiteY7" fmla="*/ 5636 h 6345"/>
                  <a:gd name="connsiteX8" fmla="*/ 3373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66"/>
                    </a:moveTo>
                    <a:cubicBezTo>
                      <a:pt x="4214" y="6566"/>
                      <a:pt x="5021" y="6231"/>
                      <a:pt x="5616" y="5636"/>
                    </a:cubicBezTo>
                    <a:cubicBezTo>
                      <a:pt x="6210" y="5041"/>
                      <a:pt x="6545" y="4234"/>
                      <a:pt x="6545" y="3393"/>
                    </a:cubicBezTo>
                    <a:cubicBezTo>
                      <a:pt x="6545" y="2552"/>
                      <a:pt x="6210" y="1744"/>
                      <a:pt x="5616" y="1149"/>
                    </a:cubicBezTo>
                    <a:cubicBezTo>
                      <a:pt x="5021" y="555"/>
                      <a:pt x="4214" y="220"/>
                      <a:pt x="3373" y="220"/>
                    </a:cubicBezTo>
                    <a:cubicBezTo>
                      <a:pt x="2532" y="220"/>
                      <a:pt x="1725" y="555"/>
                      <a:pt x="1130" y="1149"/>
                    </a:cubicBezTo>
                    <a:cubicBezTo>
                      <a:pt x="536" y="1744"/>
                      <a:pt x="202" y="2552"/>
                      <a:pt x="202" y="3393"/>
                    </a:cubicBezTo>
                    <a:cubicBezTo>
                      <a:pt x="202" y="4234"/>
                      <a:pt x="536" y="5041"/>
                      <a:pt x="1130" y="5636"/>
                    </a:cubicBezTo>
                    <a:cubicBezTo>
                      <a:pt x="1725" y="6231"/>
                      <a:pt x="2532" y="6566"/>
                      <a:pt x="3373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01" name="Freeform: Shape 9000">
                <a:extLst>
                  <a:ext uri="{FF2B5EF4-FFF2-40B4-BE49-F238E27FC236}">
                    <a16:creationId xmlns:a16="http://schemas.microsoft.com/office/drawing/2014/main" id="{A146EA2E-78F9-15DD-8D59-C8E0A83323A6}"/>
                  </a:ext>
                </a:extLst>
              </p:cNvPr>
              <p:cNvSpPr/>
              <p:nvPr/>
            </p:nvSpPr>
            <p:spPr>
              <a:xfrm>
                <a:off x="8968268" y="6254119"/>
                <a:ext cx="6343" cy="6345"/>
              </a:xfrm>
              <a:custGeom>
                <a:avLst/>
                <a:gdLst>
                  <a:gd name="connsiteX0" fmla="*/ 3373 w 6343"/>
                  <a:gd name="connsiteY0" fmla="*/ 6564 h 6345"/>
                  <a:gd name="connsiteX1" fmla="*/ 5616 w 6343"/>
                  <a:gd name="connsiteY1" fmla="*/ 5635 h 6345"/>
                  <a:gd name="connsiteX2" fmla="*/ 6545 w 6343"/>
                  <a:gd name="connsiteY2" fmla="*/ 3391 h 6345"/>
                  <a:gd name="connsiteX3" fmla="*/ 5616 w 6343"/>
                  <a:gd name="connsiteY3" fmla="*/ 1148 h 6345"/>
                  <a:gd name="connsiteX4" fmla="*/ 3373 w 6343"/>
                  <a:gd name="connsiteY4" fmla="*/ 219 h 6345"/>
                  <a:gd name="connsiteX5" fmla="*/ 1131 w 6343"/>
                  <a:gd name="connsiteY5" fmla="*/ 1148 h 6345"/>
                  <a:gd name="connsiteX6" fmla="*/ 202 w 6343"/>
                  <a:gd name="connsiteY6" fmla="*/ 3391 h 6345"/>
                  <a:gd name="connsiteX7" fmla="*/ 1131 w 6343"/>
                  <a:gd name="connsiteY7" fmla="*/ 5635 h 6345"/>
                  <a:gd name="connsiteX8" fmla="*/ 3373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64"/>
                    </a:moveTo>
                    <a:cubicBezTo>
                      <a:pt x="4214" y="6564"/>
                      <a:pt x="5021" y="6230"/>
                      <a:pt x="5616" y="5635"/>
                    </a:cubicBezTo>
                    <a:cubicBezTo>
                      <a:pt x="6211" y="5040"/>
                      <a:pt x="6545" y="4233"/>
                      <a:pt x="6545" y="3391"/>
                    </a:cubicBezTo>
                    <a:cubicBezTo>
                      <a:pt x="6545" y="2550"/>
                      <a:pt x="6211" y="1743"/>
                      <a:pt x="5616" y="1148"/>
                    </a:cubicBezTo>
                    <a:cubicBezTo>
                      <a:pt x="5021" y="553"/>
                      <a:pt x="4214" y="219"/>
                      <a:pt x="3373" y="219"/>
                    </a:cubicBezTo>
                    <a:cubicBezTo>
                      <a:pt x="2532" y="219"/>
                      <a:pt x="1725" y="553"/>
                      <a:pt x="1131" y="1148"/>
                    </a:cubicBezTo>
                    <a:cubicBezTo>
                      <a:pt x="536" y="1743"/>
                      <a:pt x="202" y="2550"/>
                      <a:pt x="202" y="3391"/>
                    </a:cubicBezTo>
                    <a:cubicBezTo>
                      <a:pt x="202" y="4233"/>
                      <a:pt x="536" y="5040"/>
                      <a:pt x="1131" y="5635"/>
                    </a:cubicBezTo>
                    <a:cubicBezTo>
                      <a:pt x="1725" y="6230"/>
                      <a:pt x="2532" y="6564"/>
                      <a:pt x="3373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02" name="Freeform: Shape 9001">
                <a:extLst>
                  <a:ext uri="{FF2B5EF4-FFF2-40B4-BE49-F238E27FC236}">
                    <a16:creationId xmlns:a16="http://schemas.microsoft.com/office/drawing/2014/main" id="{C00F0BFD-E032-A789-36EA-EE4EE3CB250F}"/>
                  </a:ext>
                </a:extLst>
              </p:cNvPr>
              <p:cNvSpPr/>
              <p:nvPr/>
            </p:nvSpPr>
            <p:spPr>
              <a:xfrm>
                <a:off x="8964365" y="6247252"/>
                <a:ext cx="6343" cy="6345"/>
              </a:xfrm>
              <a:custGeom>
                <a:avLst/>
                <a:gdLst>
                  <a:gd name="connsiteX0" fmla="*/ 3373 w 6343"/>
                  <a:gd name="connsiteY0" fmla="*/ 6564 h 6345"/>
                  <a:gd name="connsiteX1" fmla="*/ 5616 w 6343"/>
                  <a:gd name="connsiteY1" fmla="*/ 5634 h 6345"/>
                  <a:gd name="connsiteX2" fmla="*/ 6545 w 6343"/>
                  <a:gd name="connsiteY2" fmla="*/ 3391 h 6345"/>
                  <a:gd name="connsiteX3" fmla="*/ 5616 w 6343"/>
                  <a:gd name="connsiteY3" fmla="*/ 1147 h 6345"/>
                  <a:gd name="connsiteX4" fmla="*/ 3373 w 6343"/>
                  <a:gd name="connsiteY4" fmla="*/ 218 h 6345"/>
                  <a:gd name="connsiteX5" fmla="*/ 1130 w 6343"/>
                  <a:gd name="connsiteY5" fmla="*/ 1147 h 6345"/>
                  <a:gd name="connsiteX6" fmla="*/ 201 w 6343"/>
                  <a:gd name="connsiteY6" fmla="*/ 3391 h 6345"/>
                  <a:gd name="connsiteX7" fmla="*/ 1130 w 6343"/>
                  <a:gd name="connsiteY7" fmla="*/ 5634 h 6345"/>
                  <a:gd name="connsiteX8" fmla="*/ 3373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64"/>
                    </a:moveTo>
                    <a:cubicBezTo>
                      <a:pt x="4214" y="6564"/>
                      <a:pt x="5021" y="6229"/>
                      <a:pt x="5616" y="5634"/>
                    </a:cubicBezTo>
                    <a:cubicBezTo>
                      <a:pt x="6210" y="5039"/>
                      <a:pt x="6545" y="4232"/>
                      <a:pt x="6545" y="3391"/>
                    </a:cubicBezTo>
                    <a:cubicBezTo>
                      <a:pt x="6545" y="2549"/>
                      <a:pt x="6210" y="1742"/>
                      <a:pt x="5616" y="1147"/>
                    </a:cubicBezTo>
                    <a:cubicBezTo>
                      <a:pt x="5021" y="552"/>
                      <a:pt x="4214" y="218"/>
                      <a:pt x="3373" y="218"/>
                    </a:cubicBezTo>
                    <a:cubicBezTo>
                      <a:pt x="2532" y="218"/>
                      <a:pt x="1725" y="552"/>
                      <a:pt x="1130" y="1147"/>
                    </a:cubicBezTo>
                    <a:cubicBezTo>
                      <a:pt x="536" y="1742"/>
                      <a:pt x="201" y="2549"/>
                      <a:pt x="201" y="3391"/>
                    </a:cubicBezTo>
                    <a:cubicBezTo>
                      <a:pt x="201" y="4232"/>
                      <a:pt x="536" y="5039"/>
                      <a:pt x="1130" y="5634"/>
                    </a:cubicBezTo>
                    <a:cubicBezTo>
                      <a:pt x="1725" y="6229"/>
                      <a:pt x="2532" y="6564"/>
                      <a:pt x="3373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03" name="Freeform: Shape 9002">
                <a:extLst>
                  <a:ext uri="{FF2B5EF4-FFF2-40B4-BE49-F238E27FC236}">
                    <a16:creationId xmlns:a16="http://schemas.microsoft.com/office/drawing/2014/main" id="{6B55CD99-6805-6F2C-0AFE-86749C9E6F4B}"/>
                  </a:ext>
                </a:extLst>
              </p:cNvPr>
              <p:cNvSpPr/>
              <p:nvPr/>
            </p:nvSpPr>
            <p:spPr>
              <a:xfrm>
                <a:off x="8961043" y="6239367"/>
                <a:ext cx="6343" cy="6345"/>
              </a:xfrm>
              <a:custGeom>
                <a:avLst/>
                <a:gdLst>
                  <a:gd name="connsiteX0" fmla="*/ 3373 w 6343"/>
                  <a:gd name="connsiteY0" fmla="*/ 6563 h 6345"/>
                  <a:gd name="connsiteX1" fmla="*/ 5615 w 6343"/>
                  <a:gd name="connsiteY1" fmla="*/ 5634 h 6345"/>
                  <a:gd name="connsiteX2" fmla="*/ 6544 w 6343"/>
                  <a:gd name="connsiteY2" fmla="*/ 3390 h 6345"/>
                  <a:gd name="connsiteX3" fmla="*/ 5615 w 6343"/>
                  <a:gd name="connsiteY3" fmla="*/ 1147 h 6345"/>
                  <a:gd name="connsiteX4" fmla="*/ 3373 w 6343"/>
                  <a:gd name="connsiteY4" fmla="*/ 217 h 6345"/>
                  <a:gd name="connsiteX5" fmla="*/ 1130 w 6343"/>
                  <a:gd name="connsiteY5" fmla="*/ 1147 h 6345"/>
                  <a:gd name="connsiteX6" fmla="*/ 201 w 6343"/>
                  <a:gd name="connsiteY6" fmla="*/ 3390 h 6345"/>
                  <a:gd name="connsiteX7" fmla="*/ 1130 w 6343"/>
                  <a:gd name="connsiteY7" fmla="*/ 5634 h 6345"/>
                  <a:gd name="connsiteX8" fmla="*/ 3373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63"/>
                    </a:moveTo>
                    <a:cubicBezTo>
                      <a:pt x="4214" y="6563"/>
                      <a:pt x="5021" y="6229"/>
                      <a:pt x="5615" y="5634"/>
                    </a:cubicBezTo>
                    <a:cubicBezTo>
                      <a:pt x="6210" y="5039"/>
                      <a:pt x="6544" y="4232"/>
                      <a:pt x="6544" y="3390"/>
                    </a:cubicBezTo>
                    <a:cubicBezTo>
                      <a:pt x="6544" y="2549"/>
                      <a:pt x="6210" y="1742"/>
                      <a:pt x="5615" y="1147"/>
                    </a:cubicBezTo>
                    <a:cubicBezTo>
                      <a:pt x="5021" y="552"/>
                      <a:pt x="4214" y="217"/>
                      <a:pt x="3373" y="217"/>
                    </a:cubicBezTo>
                    <a:cubicBezTo>
                      <a:pt x="2532" y="217"/>
                      <a:pt x="1725" y="552"/>
                      <a:pt x="1130" y="1147"/>
                    </a:cubicBezTo>
                    <a:cubicBezTo>
                      <a:pt x="535" y="1742"/>
                      <a:pt x="201" y="2549"/>
                      <a:pt x="201" y="3390"/>
                    </a:cubicBezTo>
                    <a:cubicBezTo>
                      <a:pt x="201" y="4232"/>
                      <a:pt x="535" y="5039"/>
                      <a:pt x="1130" y="5634"/>
                    </a:cubicBezTo>
                    <a:cubicBezTo>
                      <a:pt x="1725" y="6229"/>
                      <a:pt x="2532" y="6563"/>
                      <a:pt x="3373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04" name="Freeform: Shape 9003">
                <a:extLst>
                  <a:ext uri="{FF2B5EF4-FFF2-40B4-BE49-F238E27FC236}">
                    <a16:creationId xmlns:a16="http://schemas.microsoft.com/office/drawing/2014/main" id="{3629FD59-D98F-587E-9434-E1682DCAA228}"/>
                  </a:ext>
                </a:extLst>
              </p:cNvPr>
              <p:cNvSpPr/>
              <p:nvPr/>
            </p:nvSpPr>
            <p:spPr>
              <a:xfrm>
                <a:off x="8954820" y="6237219"/>
                <a:ext cx="6343" cy="6345"/>
              </a:xfrm>
              <a:custGeom>
                <a:avLst/>
                <a:gdLst>
                  <a:gd name="connsiteX0" fmla="*/ 3372 w 6343"/>
                  <a:gd name="connsiteY0" fmla="*/ 6563 h 6345"/>
                  <a:gd name="connsiteX1" fmla="*/ 5615 w 6343"/>
                  <a:gd name="connsiteY1" fmla="*/ 5633 h 6345"/>
                  <a:gd name="connsiteX2" fmla="*/ 6544 w 6343"/>
                  <a:gd name="connsiteY2" fmla="*/ 3390 h 6345"/>
                  <a:gd name="connsiteX3" fmla="*/ 5615 w 6343"/>
                  <a:gd name="connsiteY3" fmla="*/ 1147 h 6345"/>
                  <a:gd name="connsiteX4" fmla="*/ 3372 w 6343"/>
                  <a:gd name="connsiteY4" fmla="*/ 217 h 6345"/>
                  <a:gd name="connsiteX5" fmla="*/ 1130 w 6343"/>
                  <a:gd name="connsiteY5" fmla="*/ 1147 h 6345"/>
                  <a:gd name="connsiteX6" fmla="*/ 201 w 6343"/>
                  <a:gd name="connsiteY6" fmla="*/ 3390 h 6345"/>
                  <a:gd name="connsiteX7" fmla="*/ 1130 w 6343"/>
                  <a:gd name="connsiteY7" fmla="*/ 5633 h 6345"/>
                  <a:gd name="connsiteX8" fmla="*/ 337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63"/>
                    </a:moveTo>
                    <a:cubicBezTo>
                      <a:pt x="4213" y="6563"/>
                      <a:pt x="5020" y="6228"/>
                      <a:pt x="5615" y="5633"/>
                    </a:cubicBezTo>
                    <a:cubicBezTo>
                      <a:pt x="6210" y="5038"/>
                      <a:pt x="6544" y="4231"/>
                      <a:pt x="6544" y="3390"/>
                    </a:cubicBezTo>
                    <a:cubicBezTo>
                      <a:pt x="6544" y="2549"/>
                      <a:pt x="6210" y="1742"/>
                      <a:pt x="5615" y="1147"/>
                    </a:cubicBezTo>
                    <a:cubicBezTo>
                      <a:pt x="5020" y="552"/>
                      <a:pt x="4213" y="217"/>
                      <a:pt x="3372" y="217"/>
                    </a:cubicBezTo>
                    <a:cubicBezTo>
                      <a:pt x="2531" y="217"/>
                      <a:pt x="1724" y="552"/>
                      <a:pt x="1130" y="1147"/>
                    </a:cubicBezTo>
                    <a:cubicBezTo>
                      <a:pt x="535" y="1742"/>
                      <a:pt x="201" y="2549"/>
                      <a:pt x="201" y="3390"/>
                    </a:cubicBezTo>
                    <a:cubicBezTo>
                      <a:pt x="201" y="4231"/>
                      <a:pt x="535" y="5038"/>
                      <a:pt x="1130" y="5633"/>
                    </a:cubicBezTo>
                    <a:cubicBezTo>
                      <a:pt x="1724" y="6228"/>
                      <a:pt x="2531" y="6563"/>
                      <a:pt x="337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05" name="Freeform: Shape 9004">
                <a:extLst>
                  <a:ext uri="{FF2B5EF4-FFF2-40B4-BE49-F238E27FC236}">
                    <a16:creationId xmlns:a16="http://schemas.microsoft.com/office/drawing/2014/main" id="{60CCD0C4-BD61-86FB-434E-78B68212E235}"/>
                  </a:ext>
                </a:extLst>
              </p:cNvPr>
              <p:cNvSpPr/>
              <p:nvPr/>
            </p:nvSpPr>
            <p:spPr>
              <a:xfrm>
                <a:off x="8950800" y="6230862"/>
                <a:ext cx="6343" cy="6345"/>
              </a:xfrm>
              <a:custGeom>
                <a:avLst/>
                <a:gdLst>
                  <a:gd name="connsiteX0" fmla="*/ 3372 w 6343"/>
                  <a:gd name="connsiteY0" fmla="*/ 6562 h 6345"/>
                  <a:gd name="connsiteX1" fmla="*/ 5615 w 6343"/>
                  <a:gd name="connsiteY1" fmla="*/ 5633 h 6345"/>
                  <a:gd name="connsiteX2" fmla="*/ 6543 w 6343"/>
                  <a:gd name="connsiteY2" fmla="*/ 3390 h 6345"/>
                  <a:gd name="connsiteX3" fmla="*/ 5615 w 6343"/>
                  <a:gd name="connsiteY3" fmla="*/ 1146 h 6345"/>
                  <a:gd name="connsiteX4" fmla="*/ 3372 w 6343"/>
                  <a:gd name="connsiteY4" fmla="*/ 217 h 6345"/>
                  <a:gd name="connsiteX5" fmla="*/ 1129 w 6343"/>
                  <a:gd name="connsiteY5" fmla="*/ 1146 h 6345"/>
                  <a:gd name="connsiteX6" fmla="*/ 200 w 6343"/>
                  <a:gd name="connsiteY6" fmla="*/ 3390 h 6345"/>
                  <a:gd name="connsiteX7" fmla="*/ 1129 w 6343"/>
                  <a:gd name="connsiteY7" fmla="*/ 5633 h 6345"/>
                  <a:gd name="connsiteX8" fmla="*/ 3372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62"/>
                    </a:moveTo>
                    <a:cubicBezTo>
                      <a:pt x="4213" y="6562"/>
                      <a:pt x="5020" y="6228"/>
                      <a:pt x="5615" y="5633"/>
                    </a:cubicBezTo>
                    <a:cubicBezTo>
                      <a:pt x="6209" y="5038"/>
                      <a:pt x="6543" y="4231"/>
                      <a:pt x="6543" y="3390"/>
                    </a:cubicBezTo>
                    <a:cubicBezTo>
                      <a:pt x="6543" y="2548"/>
                      <a:pt x="6209" y="1741"/>
                      <a:pt x="5615" y="1146"/>
                    </a:cubicBezTo>
                    <a:cubicBezTo>
                      <a:pt x="5020" y="551"/>
                      <a:pt x="4213" y="217"/>
                      <a:pt x="3372" y="217"/>
                    </a:cubicBezTo>
                    <a:cubicBezTo>
                      <a:pt x="2531" y="217"/>
                      <a:pt x="1724" y="551"/>
                      <a:pt x="1129" y="1146"/>
                    </a:cubicBezTo>
                    <a:cubicBezTo>
                      <a:pt x="535" y="1741"/>
                      <a:pt x="200" y="2548"/>
                      <a:pt x="200" y="3390"/>
                    </a:cubicBezTo>
                    <a:cubicBezTo>
                      <a:pt x="200" y="4231"/>
                      <a:pt x="535" y="5038"/>
                      <a:pt x="1129" y="5633"/>
                    </a:cubicBezTo>
                    <a:cubicBezTo>
                      <a:pt x="1724" y="6228"/>
                      <a:pt x="2531" y="6562"/>
                      <a:pt x="3372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06" name="Freeform: Shape 9005">
                <a:extLst>
                  <a:ext uri="{FF2B5EF4-FFF2-40B4-BE49-F238E27FC236}">
                    <a16:creationId xmlns:a16="http://schemas.microsoft.com/office/drawing/2014/main" id="{360A3BE6-CE9F-0CCE-9837-937263F08089}"/>
                  </a:ext>
                </a:extLst>
              </p:cNvPr>
              <p:cNvSpPr/>
              <p:nvPr/>
            </p:nvSpPr>
            <p:spPr>
              <a:xfrm>
                <a:off x="8967926" y="6185063"/>
                <a:ext cx="6343" cy="6345"/>
              </a:xfrm>
              <a:custGeom>
                <a:avLst/>
                <a:gdLst>
                  <a:gd name="connsiteX0" fmla="*/ 3373 w 6343"/>
                  <a:gd name="connsiteY0" fmla="*/ 6559 h 6345"/>
                  <a:gd name="connsiteX1" fmla="*/ 5616 w 6343"/>
                  <a:gd name="connsiteY1" fmla="*/ 5629 h 6345"/>
                  <a:gd name="connsiteX2" fmla="*/ 6545 w 6343"/>
                  <a:gd name="connsiteY2" fmla="*/ 3386 h 6345"/>
                  <a:gd name="connsiteX3" fmla="*/ 5616 w 6343"/>
                  <a:gd name="connsiteY3" fmla="*/ 1142 h 6345"/>
                  <a:gd name="connsiteX4" fmla="*/ 3373 w 6343"/>
                  <a:gd name="connsiteY4" fmla="*/ 213 h 6345"/>
                  <a:gd name="connsiteX5" fmla="*/ 1131 w 6343"/>
                  <a:gd name="connsiteY5" fmla="*/ 1142 h 6345"/>
                  <a:gd name="connsiteX6" fmla="*/ 202 w 6343"/>
                  <a:gd name="connsiteY6" fmla="*/ 3386 h 6345"/>
                  <a:gd name="connsiteX7" fmla="*/ 1131 w 6343"/>
                  <a:gd name="connsiteY7" fmla="*/ 5629 h 6345"/>
                  <a:gd name="connsiteX8" fmla="*/ 337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59"/>
                    </a:moveTo>
                    <a:cubicBezTo>
                      <a:pt x="4214" y="6559"/>
                      <a:pt x="5021" y="6224"/>
                      <a:pt x="5616" y="5629"/>
                    </a:cubicBezTo>
                    <a:cubicBezTo>
                      <a:pt x="6211" y="5034"/>
                      <a:pt x="6545" y="4227"/>
                      <a:pt x="6545" y="3386"/>
                    </a:cubicBezTo>
                    <a:cubicBezTo>
                      <a:pt x="6545" y="2544"/>
                      <a:pt x="6211" y="1737"/>
                      <a:pt x="5616" y="1142"/>
                    </a:cubicBezTo>
                    <a:cubicBezTo>
                      <a:pt x="5021" y="547"/>
                      <a:pt x="4214" y="213"/>
                      <a:pt x="3373" y="213"/>
                    </a:cubicBezTo>
                    <a:cubicBezTo>
                      <a:pt x="2532" y="213"/>
                      <a:pt x="1725" y="547"/>
                      <a:pt x="1131" y="1142"/>
                    </a:cubicBezTo>
                    <a:cubicBezTo>
                      <a:pt x="536" y="1737"/>
                      <a:pt x="202" y="2544"/>
                      <a:pt x="202" y="3386"/>
                    </a:cubicBezTo>
                    <a:cubicBezTo>
                      <a:pt x="202" y="4227"/>
                      <a:pt x="536" y="5034"/>
                      <a:pt x="1131" y="5629"/>
                    </a:cubicBezTo>
                    <a:cubicBezTo>
                      <a:pt x="1725" y="6224"/>
                      <a:pt x="2532" y="6559"/>
                      <a:pt x="337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07" name="Freeform: Shape 9006">
                <a:extLst>
                  <a:ext uri="{FF2B5EF4-FFF2-40B4-BE49-F238E27FC236}">
                    <a16:creationId xmlns:a16="http://schemas.microsoft.com/office/drawing/2014/main" id="{E7D56BE4-3F61-F159-5683-D9FF97B1B87A}"/>
                  </a:ext>
                </a:extLst>
              </p:cNvPr>
              <p:cNvSpPr/>
              <p:nvPr/>
            </p:nvSpPr>
            <p:spPr>
              <a:xfrm>
                <a:off x="8959894" y="6186869"/>
                <a:ext cx="6343" cy="6345"/>
              </a:xfrm>
              <a:custGeom>
                <a:avLst/>
                <a:gdLst>
                  <a:gd name="connsiteX0" fmla="*/ 3373 w 6343"/>
                  <a:gd name="connsiteY0" fmla="*/ 6559 h 6345"/>
                  <a:gd name="connsiteX1" fmla="*/ 5615 w 6343"/>
                  <a:gd name="connsiteY1" fmla="*/ 5629 h 6345"/>
                  <a:gd name="connsiteX2" fmla="*/ 6544 w 6343"/>
                  <a:gd name="connsiteY2" fmla="*/ 3386 h 6345"/>
                  <a:gd name="connsiteX3" fmla="*/ 5615 w 6343"/>
                  <a:gd name="connsiteY3" fmla="*/ 1143 h 6345"/>
                  <a:gd name="connsiteX4" fmla="*/ 3373 w 6343"/>
                  <a:gd name="connsiteY4" fmla="*/ 213 h 6345"/>
                  <a:gd name="connsiteX5" fmla="*/ 1130 w 6343"/>
                  <a:gd name="connsiteY5" fmla="*/ 1143 h 6345"/>
                  <a:gd name="connsiteX6" fmla="*/ 201 w 6343"/>
                  <a:gd name="connsiteY6" fmla="*/ 3386 h 6345"/>
                  <a:gd name="connsiteX7" fmla="*/ 1130 w 6343"/>
                  <a:gd name="connsiteY7" fmla="*/ 5629 h 6345"/>
                  <a:gd name="connsiteX8" fmla="*/ 337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59"/>
                    </a:moveTo>
                    <a:cubicBezTo>
                      <a:pt x="4214" y="6559"/>
                      <a:pt x="5021" y="6224"/>
                      <a:pt x="5615" y="5629"/>
                    </a:cubicBezTo>
                    <a:cubicBezTo>
                      <a:pt x="6210" y="5035"/>
                      <a:pt x="6544" y="4227"/>
                      <a:pt x="6544" y="3386"/>
                    </a:cubicBezTo>
                    <a:cubicBezTo>
                      <a:pt x="6544" y="2545"/>
                      <a:pt x="6210" y="1738"/>
                      <a:pt x="5615" y="1143"/>
                    </a:cubicBezTo>
                    <a:cubicBezTo>
                      <a:pt x="5021" y="548"/>
                      <a:pt x="4214" y="213"/>
                      <a:pt x="3373" y="213"/>
                    </a:cubicBezTo>
                    <a:cubicBezTo>
                      <a:pt x="2532" y="213"/>
                      <a:pt x="1725" y="548"/>
                      <a:pt x="1130" y="1143"/>
                    </a:cubicBezTo>
                    <a:cubicBezTo>
                      <a:pt x="535" y="1738"/>
                      <a:pt x="201" y="2545"/>
                      <a:pt x="201" y="3386"/>
                    </a:cubicBezTo>
                    <a:cubicBezTo>
                      <a:pt x="201" y="4227"/>
                      <a:pt x="535" y="5035"/>
                      <a:pt x="1130" y="5629"/>
                    </a:cubicBezTo>
                    <a:cubicBezTo>
                      <a:pt x="1725" y="6224"/>
                      <a:pt x="2532" y="6559"/>
                      <a:pt x="337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08" name="Freeform: Shape 9007">
                <a:extLst>
                  <a:ext uri="{FF2B5EF4-FFF2-40B4-BE49-F238E27FC236}">
                    <a16:creationId xmlns:a16="http://schemas.microsoft.com/office/drawing/2014/main" id="{3DC3FB81-4D92-0D2D-4955-8ECDFBB18E7D}"/>
                  </a:ext>
                </a:extLst>
              </p:cNvPr>
              <p:cNvSpPr/>
              <p:nvPr/>
            </p:nvSpPr>
            <p:spPr>
              <a:xfrm>
                <a:off x="8954426" y="6183878"/>
                <a:ext cx="6343" cy="6345"/>
              </a:xfrm>
              <a:custGeom>
                <a:avLst/>
                <a:gdLst>
                  <a:gd name="connsiteX0" fmla="*/ 3372 w 6343"/>
                  <a:gd name="connsiteY0" fmla="*/ 6559 h 6345"/>
                  <a:gd name="connsiteX1" fmla="*/ 5615 w 6343"/>
                  <a:gd name="connsiteY1" fmla="*/ 5629 h 6345"/>
                  <a:gd name="connsiteX2" fmla="*/ 6544 w 6343"/>
                  <a:gd name="connsiteY2" fmla="*/ 3386 h 6345"/>
                  <a:gd name="connsiteX3" fmla="*/ 5615 w 6343"/>
                  <a:gd name="connsiteY3" fmla="*/ 1142 h 6345"/>
                  <a:gd name="connsiteX4" fmla="*/ 3372 w 6343"/>
                  <a:gd name="connsiteY4" fmla="*/ 213 h 6345"/>
                  <a:gd name="connsiteX5" fmla="*/ 1130 w 6343"/>
                  <a:gd name="connsiteY5" fmla="*/ 1142 h 6345"/>
                  <a:gd name="connsiteX6" fmla="*/ 201 w 6343"/>
                  <a:gd name="connsiteY6" fmla="*/ 3386 h 6345"/>
                  <a:gd name="connsiteX7" fmla="*/ 1130 w 6343"/>
                  <a:gd name="connsiteY7" fmla="*/ 5629 h 6345"/>
                  <a:gd name="connsiteX8" fmla="*/ 337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9"/>
                    </a:moveTo>
                    <a:cubicBezTo>
                      <a:pt x="4213" y="6559"/>
                      <a:pt x="5020" y="6224"/>
                      <a:pt x="5615" y="5629"/>
                    </a:cubicBezTo>
                    <a:cubicBezTo>
                      <a:pt x="6210" y="5034"/>
                      <a:pt x="6544" y="4227"/>
                      <a:pt x="6544" y="3386"/>
                    </a:cubicBezTo>
                    <a:cubicBezTo>
                      <a:pt x="6544" y="2544"/>
                      <a:pt x="6210" y="1737"/>
                      <a:pt x="5615" y="1142"/>
                    </a:cubicBezTo>
                    <a:cubicBezTo>
                      <a:pt x="5020" y="547"/>
                      <a:pt x="4213" y="213"/>
                      <a:pt x="3372" y="213"/>
                    </a:cubicBezTo>
                    <a:cubicBezTo>
                      <a:pt x="2531" y="213"/>
                      <a:pt x="1724" y="547"/>
                      <a:pt x="1130" y="1142"/>
                    </a:cubicBezTo>
                    <a:cubicBezTo>
                      <a:pt x="535" y="1737"/>
                      <a:pt x="201" y="2544"/>
                      <a:pt x="201" y="3386"/>
                    </a:cubicBezTo>
                    <a:cubicBezTo>
                      <a:pt x="201" y="4227"/>
                      <a:pt x="535" y="5034"/>
                      <a:pt x="1130" y="5629"/>
                    </a:cubicBezTo>
                    <a:cubicBezTo>
                      <a:pt x="1724" y="6224"/>
                      <a:pt x="2531" y="6559"/>
                      <a:pt x="337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09" name="Freeform: Shape 9008">
                <a:extLst>
                  <a:ext uri="{FF2B5EF4-FFF2-40B4-BE49-F238E27FC236}">
                    <a16:creationId xmlns:a16="http://schemas.microsoft.com/office/drawing/2014/main" id="{4F016418-1821-3FA8-0B15-BFB05F4BD73E}"/>
                  </a:ext>
                </a:extLst>
              </p:cNvPr>
              <p:cNvSpPr/>
              <p:nvPr/>
            </p:nvSpPr>
            <p:spPr>
              <a:xfrm>
                <a:off x="8947905" y="6182773"/>
                <a:ext cx="6343" cy="6345"/>
              </a:xfrm>
              <a:custGeom>
                <a:avLst/>
                <a:gdLst>
                  <a:gd name="connsiteX0" fmla="*/ 3372 w 6343"/>
                  <a:gd name="connsiteY0" fmla="*/ 6558 h 6345"/>
                  <a:gd name="connsiteX1" fmla="*/ 5614 w 6343"/>
                  <a:gd name="connsiteY1" fmla="*/ 5629 h 6345"/>
                  <a:gd name="connsiteX2" fmla="*/ 6543 w 6343"/>
                  <a:gd name="connsiteY2" fmla="*/ 3386 h 6345"/>
                  <a:gd name="connsiteX3" fmla="*/ 5614 w 6343"/>
                  <a:gd name="connsiteY3" fmla="*/ 1142 h 6345"/>
                  <a:gd name="connsiteX4" fmla="*/ 3372 w 6343"/>
                  <a:gd name="connsiteY4" fmla="*/ 213 h 6345"/>
                  <a:gd name="connsiteX5" fmla="*/ 1129 w 6343"/>
                  <a:gd name="connsiteY5" fmla="*/ 1142 h 6345"/>
                  <a:gd name="connsiteX6" fmla="*/ 200 w 6343"/>
                  <a:gd name="connsiteY6" fmla="*/ 3386 h 6345"/>
                  <a:gd name="connsiteX7" fmla="*/ 1129 w 6343"/>
                  <a:gd name="connsiteY7" fmla="*/ 5629 h 6345"/>
                  <a:gd name="connsiteX8" fmla="*/ 337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8"/>
                    </a:moveTo>
                    <a:cubicBezTo>
                      <a:pt x="4213" y="6558"/>
                      <a:pt x="5020" y="6224"/>
                      <a:pt x="5614" y="5629"/>
                    </a:cubicBezTo>
                    <a:cubicBezTo>
                      <a:pt x="6209" y="5034"/>
                      <a:pt x="6543" y="4227"/>
                      <a:pt x="6543" y="3386"/>
                    </a:cubicBezTo>
                    <a:cubicBezTo>
                      <a:pt x="6543" y="2544"/>
                      <a:pt x="6209" y="1737"/>
                      <a:pt x="5614" y="1142"/>
                    </a:cubicBezTo>
                    <a:cubicBezTo>
                      <a:pt x="5020" y="547"/>
                      <a:pt x="4213" y="213"/>
                      <a:pt x="3372" y="213"/>
                    </a:cubicBezTo>
                    <a:cubicBezTo>
                      <a:pt x="2531" y="213"/>
                      <a:pt x="1724" y="547"/>
                      <a:pt x="1129" y="1142"/>
                    </a:cubicBezTo>
                    <a:cubicBezTo>
                      <a:pt x="534" y="1737"/>
                      <a:pt x="200" y="2544"/>
                      <a:pt x="200" y="3386"/>
                    </a:cubicBezTo>
                    <a:cubicBezTo>
                      <a:pt x="200" y="4227"/>
                      <a:pt x="534" y="5034"/>
                      <a:pt x="1129" y="5629"/>
                    </a:cubicBezTo>
                    <a:cubicBezTo>
                      <a:pt x="1724" y="6224"/>
                      <a:pt x="2531" y="6558"/>
                      <a:pt x="337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10" name="Freeform: Shape 9009">
                <a:extLst>
                  <a:ext uri="{FF2B5EF4-FFF2-40B4-BE49-F238E27FC236}">
                    <a16:creationId xmlns:a16="http://schemas.microsoft.com/office/drawing/2014/main" id="{B2E9B203-68FB-FAF7-C684-21D87683B888}"/>
                  </a:ext>
                </a:extLst>
              </p:cNvPr>
              <p:cNvSpPr/>
              <p:nvPr/>
            </p:nvSpPr>
            <p:spPr>
              <a:xfrm>
                <a:off x="8941906" y="6180692"/>
                <a:ext cx="6343" cy="6345"/>
              </a:xfrm>
              <a:custGeom>
                <a:avLst/>
                <a:gdLst>
                  <a:gd name="connsiteX0" fmla="*/ 3371 w 6343"/>
                  <a:gd name="connsiteY0" fmla="*/ 6558 h 6345"/>
                  <a:gd name="connsiteX1" fmla="*/ 5614 w 6343"/>
                  <a:gd name="connsiteY1" fmla="*/ 5629 h 6345"/>
                  <a:gd name="connsiteX2" fmla="*/ 6543 w 6343"/>
                  <a:gd name="connsiteY2" fmla="*/ 3386 h 6345"/>
                  <a:gd name="connsiteX3" fmla="*/ 5614 w 6343"/>
                  <a:gd name="connsiteY3" fmla="*/ 1142 h 6345"/>
                  <a:gd name="connsiteX4" fmla="*/ 3371 w 6343"/>
                  <a:gd name="connsiteY4" fmla="*/ 213 h 6345"/>
                  <a:gd name="connsiteX5" fmla="*/ 1129 w 6343"/>
                  <a:gd name="connsiteY5" fmla="*/ 1142 h 6345"/>
                  <a:gd name="connsiteX6" fmla="*/ 200 w 6343"/>
                  <a:gd name="connsiteY6" fmla="*/ 3386 h 6345"/>
                  <a:gd name="connsiteX7" fmla="*/ 1129 w 6343"/>
                  <a:gd name="connsiteY7" fmla="*/ 5629 h 6345"/>
                  <a:gd name="connsiteX8" fmla="*/ 337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58"/>
                    </a:moveTo>
                    <a:cubicBezTo>
                      <a:pt x="4212" y="6558"/>
                      <a:pt x="5019" y="6224"/>
                      <a:pt x="5614" y="5629"/>
                    </a:cubicBezTo>
                    <a:cubicBezTo>
                      <a:pt x="6209" y="5034"/>
                      <a:pt x="6543" y="4227"/>
                      <a:pt x="6543" y="3386"/>
                    </a:cubicBezTo>
                    <a:cubicBezTo>
                      <a:pt x="6543" y="2544"/>
                      <a:pt x="6209" y="1737"/>
                      <a:pt x="5614" y="1142"/>
                    </a:cubicBezTo>
                    <a:cubicBezTo>
                      <a:pt x="5019" y="547"/>
                      <a:pt x="4212" y="213"/>
                      <a:pt x="3371" y="213"/>
                    </a:cubicBezTo>
                    <a:cubicBezTo>
                      <a:pt x="2530" y="213"/>
                      <a:pt x="1723" y="547"/>
                      <a:pt x="1129" y="1142"/>
                    </a:cubicBezTo>
                    <a:cubicBezTo>
                      <a:pt x="534" y="1737"/>
                      <a:pt x="200" y="2544"/>
                      <a:pt x="200" y="3386"/>
                    </a:cubicBezTo>
                    <a:cubicBezTo>
                      <a:pt x="200" y="4227"/>
                      <a:pt x="534" y="5034"/>
                      <a:pt x="1129" y="5629"/>
                    </a:cubicBezTo>
                    <a:cubicBezTo>
                      <a:pt x="1723" y="6224"/>
                      <a:pt x="2530" y="6558"/>
                      <a:pt x="337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11" name="Freeform: Shape 9010">
                <a:extLst>
                  <a:ext uri="{FF2B5EF4-FFF2-40B4-BE49-F238E27FC236}">
                    <a16:creationId xmlns:a16="http://schemas.microsoft.com/office/drawing/2014/main" id="{7A0033E8-E30E-6B5A-F5F2-18A853AF1D7A}"/>
                  </a:ext>
                </a:extLst>
              </p:cNvPr>
              <p:cNvSpPr/>
              <p:nvPr/>
            </p:nvSpPr>
            <p:spPr>
              <a:xfrm>
                <a:off x="8935913" y="6178571"/>
                <a:ext cx="6343" cy="6345"/>
              </a:xfrm>
              <a:custGeom>
                <a:avLst/>
                <a:gdLst>
                  <a:gd name="connsiteX0" fmla="*/ 3371 w 6343"/>
                  <a:gd name="connsiteY0" fmla="*/ 6558 h 6345"/>
                  <a:gd name="connsiteX1" fmla="*/ 5613 w 6343"/>
                  <a:gd name="connsiteY1" fmla="*/ 5629 h 6345"/>
                  <a:gd name="connsiteX2" fmla="*/ 6542 w 6343"/>
                  <a:gd name="connsiteY2" fmla="*/ 3385 h 6345"/>
                  <a:gd name="connsiteX3" fmla="*/ 5613 w 6343"/>
                  <a:gd name="connsiteY3" fmla="*/ 1142 h 6345"/>
                  <a:gd name="connsiteX4" fmla="*/ 3371 w 6343"/>
                  <a:gd name="connsiteY4" fmla="*/ 213 h 6345"/>
                  <a:gd name="connsiteX5" fmla="*/ 1128 w 6343"/>
                  <a:gd name="connsiteY5" fmla="*/ 1142 h 6345"/>
                  <a:gd name="connsiteX6" fmla="*/ 199 w 6343"/>
                  <a:gd name="connsiteY6" fmla="*/ 3385 h 6345"/>
                  <a:gd name="connsiteX7" fmla="*/ 1128 w 6343"/>
                  <a:gd name="connsiteY7" fmla="*/ 5629 h 6345"/>
                  <a:gd name="connsiteX8" fmla="*/ 337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58"/>
                    </a:moveTo>
                    <a:cubicBezTo>
                      <a:pt x="4212" y="6558"/>
                      <a:pt x="5019" y="6224"/>
                      <a:pt x="5613" y="5629"/>
                    </a:cubicBezTo>
                    <a:cubicBezTo>
                      <a:pt x="6208" y="5034"/>
                      <a:pt x="6542" y="4227"/>
                      <a:pt x="6542" y="3385"/>
                    </a:cubicBezTo>
                    <a:cubicBezTo>
                      <a:pt x="6542" y="2544"/>
                      <a:pt x="6208" y="1737"/>
                      <a:pt x="5613" y="1142"/>
                    </a:cubicBezTo>
                    <a:cubicBezTo>
                      <a:pt x="5019" y="547"/>
                      <a:pt x="4212" y="213"/>
                      <a:pt x="3371" y="213"/>
                    </a:cubicBezTo>
                    <a:cubicBezTo>
                      <a:pt x="2530" y="213"/>
                      <a:pt x="1723" y="547"/>
                      <a:pt x="1128" y="1142"/>
                    </a:cubicBezTo>
                    <a:cubicBezTo>
                      <a:pt x="533" y="1737"/>
                      <a:pt x="199" y="2544"/>
                      <a:pt x="199" y="3385"/>
                    </a:cubicBezTo>
                    <a:cubicBezTo>
                      <a:pt x="199" y="4227"/>
                      <a:pt x="533" y="5034"/>
                      <a:pt x="1128" y="5629"/>
                    </a:cubicBezTo>
                    <a:cubicBezTo>
                      <a:pt x="1723" y="6224"/>
                      <a:pt x="2530" y="6558"/>
                      <a:pt x="337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12" name="Freeform: Shape 9011">
                <a:extLst>
                  <a:ext uri="{FF2B5EF4-FFF2-40B4-BE49-F238E27FC236}">
                    <a16:creationId xmlns:a16="http://schemas.microsoft.com/office/drawing/2014/main" id="{A3ED3798-D8B1-66C6-522A-E4C6352C8411}"/>
                  </a:ext>
                </a:extLst>
              </p:cNvPr>
              <p:cNvSpPr/>
              <p:nvPr/>
            </p:nvSpPr>
            <p:spPr>
              <a:xfrm>
                <a:off x="9170944" y="5719937"/>
                <a:ext cx="6343" cy="6345"/>
              </a:xfrm>
              <a:custGeom>
                <a:avLst/>
                <a:gdLst>
                  <a:gd name="connsiteX0" fmla="*/ 3389 w 6343"/>
                  <a:gd name="connsiteY0" fmla="*/ 6522 h 6345"/>
                  <a:gd name="connsiteX1" fmla="*/ 5632 w 6343"/>
                  <a:gd name="connsiteY1" fmla="*/ 5593 h 6345"/>
                  <a:gd name="connsiteX2" fmla="*/ 6561 w 6343"/>
                  <a:gd name="connsiteY2" fmla="*/ 3349 h 6345"/>
                  <a:gd name="connsiteX3" fmla="*/ 5632 w 6343"/>
                  <a:gd name="connsiteY3" fmla="*/ 1106 h 6345"/>
                  <a:gd name="connsiteX4" fmla="*/ 3389 w 6343"/>
                  <a:gd name="connsiteY4" fmla="*/ 177 h 6345"/>
                  <a:gd name="connsiteX5" fmla="*/ 1147 w 6343"/>
                  <a:gd name="connsiteY5" fmla="*/ 1106 h 6345"/>
                  <a:gd name="connsiteX6" fmla="*/ 218 w 6343"/>
                  <a:gd name="connsiteY6" fmla="*/ 3349 h 6345"/>
                  <a:gd name="connsiteX7" fmla="*/ 1147 w 6343"/>
                  <a:gd name="connsiteY7" fmla="*/ 5593 h 6345"/>
                  <a:gd name="connsiteX8" fmla="*/ 3389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2"/>
                    </a:moveTo>
                    <a:cubicBezTo>
                      <a:pt x="4230" y="6522"/>
                      <a:pt x="5037" y="6188"/>
                      <a:pt x="5632" y="5593"/>
                    </a:cubicBezTo>
                    <a:cubicBezTo>
                      <a:pt x="6227" y="4998"/>
                      <a:pt x="6561" y="4191"/>
                      <a:pt x="6561" y="3349"/>
                    </a:cubicBezTo>
                    <a:cubicBezTo>
                      <a:pt x="6561" y="2508"/>
                      <a:pt x="6227" y="1701"/>
                      <a:pt x="5632" y="1106"/>
                    </a:cubicBezTo>
                    <a:cubicBezTo>
                      <a:pt x="5037" y="511"/>
                      <a:pt x="4230" y="177"/>
                      <a:pt x="3389" y="177"/>
                    </a:cubicBezTo>
                    <a:cubicBezTo>
                      <a:pt x="2548" y="177"/>
                      <a:pt x="1741" y="511"/>
                      <a:pt x="1147" y="1106"/>
                    </a:cubicBezTo>
                    <a:cubicBezTo>
                      <a:pt x="552" y="1701"/>
                      <a:pt x="218" y="2508"/>
                      <a:pt x="218" y="3349"/>
                    </a:cubicBezTo>
                    <a:cubicBezTo>
                      <a:pt x="218" y="4191"/>
                      <a:pt x="552" y="4998"/>
                      <a:pt x="1147" y="5593"/>
                    </a:cubicBezTo>
                    <a:cubicBezTo>
                      <a:pt x="1741" y="6188"/>
                      <a:pt x="2548" y="6522"/>
                      <a:pt x="3389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13" name="Freeform: Shape 9012">
                <a:extLst>
                  <a:ext uri="{FF2B5EF4-FFF2-40B4-BE49-F238E27FC236}">
                    <a16:creationId xmlns:a16="http://schemas.microsoft.com/office/drawing/2014/main" id="{70563A23-4673-6EDE-0672-8167E7998A74}"/>
                  </a:ext>
                </a:extLst>
              </p:cNvPr>
              <p:cNvSpPr/>
              <p:nvPr/>
            </p:nvSpPr>
            <p:spPr>
              <a:xfrm>
                <a:off x="9095770" y="5757998"/>
                <a:ext cx="6343" cy="6345"/>
              </a:xfrm>
              <a:custGeom>
                <a:avLst/>
                <a:gdLst>
                  <a:gd name="connsiteX0" fmla="*/ 3383 w 6343"/>
                  <a:gd name="connsiteY0" fmla="*/ 6525 h 6345"/>
                  <a:gd name="connsiteX1" fmla="*/ 5626 w 6343"/>
                  <a:gd name="connsiteY1" fmla="*/ 5596 h 6345"/>
                  <a:gd name="connsiteX2" fmla="*/ 6555 w 6343"/>
                  <a:gd name="connsiteY2" fmla="*/ 3352 h 6345"/>
                  <a:gd name="connsiteX3" fmla="*/ 5626 w 6343"/>
                  <a:gd name="connsiteY3" fmla="*/ 1109 h 6345"/>
                  <a:gd name="connsiteX4" fmla="*/ 3383 w 6343"/>
                  <a:gd name="connsiteY4" fmla="*/ 180 h 6345"/>
                  <a:gd name="connsiteX5" fmla="*/ 1141 w 6343"/>
                  <a:gd name="connsiteY5" fmla="*/ 1109 h 6345"/>
                  <a:gd name="connsiteX6" fmla="*/ 212 w 6343"/>
                  <a:gd name="connsiteY6" fmla="*/ 3352 h 6345"/>
                  <a:gd name="connsiteX7" fmla="*/ 1141 w 6343"/>
                  <a:gd name="connsiteY7" fmla="*/ 5596 h 6345"/>
                  <a:gd name="connsiteX8" fmla="*/ 338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5"/>
                    </a:moveTo>
                    <a:cubicBezTo>
                      <a:pt x="4224" y="6525"/>
                      <a:pt x="5031" y="6191"/>
                      <a:pt x="5626" y="5596"/>
                    </a:cubicBezTo>
                    <a:cubicBezTo>
                      <a:pt x="6221" y="5001"/>
                      <a:pt x="6555" y="4194"/>
                      <a:pt x="6555" y="3352"/>
                    </a:cubicBezTo>
                    <a:cubicBezTo>
                      <a:pt x="6555" y="2511"/>
                      <a:pt x="6221" y="1704"/>
                      <a:pt x="5626" y="1109"/>
                    </a:cubicBezTo>
                    <a:cubicBezTo>
                      <a:pt x="5031" y="514"/>
                      <a:pt x="4224" y="180"/>
                      <a:pt x="3383" y="180"/>
                    </a:cubicBezTo>
                    <a:cubicBezTo>
                      <a:pt x="2542" y="180"/>
                      <a:pt x="1735" y="514"/>
                      <a:pt x="1141" y="1109"/>
                    </a:cubicBezTo>
                    <a:cubicBezTo>
                      <a:pt x="546" y="1704"/>
                      <a:pt x="212" y="2511"/>
                      <a:pt x="212" y="3352"/>
                    </a:cubicBezTo>
                    <a:cubicBezTo>
                      <a:pt x="212" y="4194"/>
                      <a:pt x="546" y="5001"/>
                      <a:pt x="1141" y="5596"/>
                    </a:cubicBezTo>
                    <a:cubicBezTo>
                      <a:pt x="1735" y="6191"/>
                      <a:pt x="2542" y="6525"/>
                      <a:pt x="338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14" name="Freeform: Shape 9013">
                <a:extLst>
                  <a:ext uri="{FF2B5EF4-FFF2-40B4-BE49-F238E27FC236}">
                    <a16:creationId xmlns:a16="http://schemas.microsoft.com/office/drawing/2014/main" id="{2F250ADD-347B-CC7D-E37A-008C9913E750}"/>
                  </a:ext>
                </a:extLst>
              </p:cNvPr>
              <p:cNvSpPr/>
              <p:nvPr/>
            </p:nvSpPr>
            <p:spPr>
              <a:xfrm>
                <a:off x="9094261" y="5754101"/>
                <a:ext cx="6343" cy="6345"/>
              </a:xfrm>
              <a:custGeom>
                <a:avLst/>
                <a:gdLst>
                  <a:gd name="connsiteX0" fmla="*/ 3383 w 6343"/>
                  <a:gd name="connsiteY0" fmla="*/ 6525 h 6345"/>
                  <a:gd name="connsiteX1" fmla="*/ 5626 w 6343"/>
                  <a:gd name="connsiteY1" fmla="*/ 5595 h 6345"/>
                  <a:gd name="connsiteX2" fmla="*/ 6555 w 6343"/>
                  <a:gd name="connsiteY2" fmla="*/ 3352 h 6345"/>
                  <a:gd name="connsiteX3" fmla="*/ 5626 w 6343"/>
                  <a:gd name="connsiteY3" fmla="*/ 1108 h 6345"/>
                  <a:gd name="connsiteX4" fmla="*/ 3383 w 6343"/>
                  <a:gd name="connsiteY4" fmla="*/ 179 h 6345"/>
                  <a:gd name="connsiteX5" fmla="*/ 1141 w 6343"/>
                  <a:gd name="connsiteY5" fmla="*/ 1108 h 6345"/>
                  <a:gd name="connsiteX6" fmla="*/ 212 w 6343"/>
                  <a:gd name="connsiteY6" fmla="*/ 3352 h 6345"/>
                  <a:gd name="connsiteX7" fmla="*/ 1141 w 6343"/>
                  <a:gd name="connsiteY7" fmla="*/ 5595 h 6345"/>
                  <a:gd name="connsiteX8" fmla="*/ 338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5"/>
                    </a:moveTo>
                    <a:cubicBezTo>
                      <a:pt x="4224" y="6525"/>
                      <a:pt x="5031" y="6190"/>
                      <a:pt x="5626" y="5595"/>
                    </a:cubicBezTo>
                    <a:cubicBezTo>
                      <a:pt x="6221" y="5000"/>
                      <a:pt x="6555" y="4193"/>
                      <a:pt x="6555" y="3352"/>
                    </a:cubicBezTo>
                    <a:cubicBezTo>
                      <a:pt x="6555" y="2511"/>
                      <a:pt x="6221" y="1703"/>
                      <a:pt x="5626" y="1108"/>
                    </a:cubicBezTo>
                    <a:cubicBezTo>
                      <a:pt x="5031" y="514"/>
                      <a:pt x="4224" y="179"/>
                      <a:pt x="3383" y="179"/>
                    </a:cubicBezTo>
                    <a:cubicBezTo>
                      <a:pt x="2542" y="179"/>
                      <a:pt x="1735" y="514"/>
                      <a:pt x="1141" y="1108"/>
                    </a:cubicBezTo>
                    <a:cubicBezTo>
                      <a:pt x="546" y="1703"/>
                      <a:pt x="212" y="2511"/>
                      <a:pt x="212" y="3352"/>
                    </a:cubicBezTo>
                    <a:cubicBezTo>
                      <a:pt x="212" y="4193"/>
                      <a:pt x="546" y="5000"/>
                      <a:pt x="1141" y="5595"/>
                    </a:cubicBezTo>
                    <a:cubicBezTo>
                      <a:pt x="1735" y="6190"/>
                      <a:pt x="2542" y="6525"/>
                      <a:pt x="338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15" name="Freeform: Shape 9014">
                <a:extLst>
                  <a:ext uri="{FF2B5EF4-FFF2-40B4-BE49-F238E27FC236}">
                    <a16:creationId xmlns:a16="http://schemas.microsoft.com/office/drawing/2014/main" id="{CDC46E3C-6FC7-8241-DAB1-13A122DB1288}"/>
                  </a:ext>
                </a:extLst>
              </p:cNvPr>
              <p:cNvSpPr/>
              <p:nvPr/>
            </p:nvSpPr>
            <p:spPr>
              <a:xfrm>
                <a:off x="9091331" y="5752092"/>
                <a:ext cx="6343" cy="6345"/>
              </a:xfrm>
              <a:custGeom>
                <a:avLst/>
                <a:gdLst>
                  <a:gd name="connsiteX0" fmla="*/ 3383 w 6343"/>
                  <a:gd name="connsiteY0" fmla="*/ 6524 h 6345"/>
                  <a:gd name="connsiteX1" fmla="*/ 5626 w 6343"/>
                  <a:gd name="connsiteY1" fmla="*/ 5595 h 6345"/>
                  <a:gd name="connsiteX2" fmla="*/ 6555 w 6343"/>
                  <a:gd name="connsiteY2" fmla="*/ 3352 h 6345"/>
                  <a:gd name="connsiteX3" fmla="*/ 5626 w 6343"/>
                  <a:gd name="connsiteY3" fmla="*/ 1108 h 6345"/>
                  <a:gd name="connsiteX4" fmla="*/ 3383 w 6343"/>
                  <a:gd name="connsiteY4" fmla="*/ 179 h 6345"/>
                  <a:gd name="connsiteX5" fmla="*/ 1140 w 6343"/>
                  <a:gd name="connsiteY5" fmla="*/ 1108 h 6345"/>
                  <a:gd name="connsiteX6" fmla="*/ 211 w 6343"/>
                  <a:gd name="connsiteY6" fmla="*/ 3352 h 6345"/>
                  <a:gd name="connsiteX7" fmla="*/ 1140 w 6343"/>
                  <a:gd name="connsiteY7" fmla="*/ 5595 h 6345"/>
                  <a:gd name="connsiteX8" fmla="*/ 3383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4"/>
                    </a:moveTo>
                    <a:cubicBezTo>
                      <a:pt x="4224" y="6524"/>
                      <a:pt x="5031" y="6190"/>
                      <a:pt x="5626" y="5595"/>
                    </a:cubicBezTo>
                    <a:cubicBezTo>
                      <a:pt x="6220" y="5000"/>
                      <a:pt x="6555" y="4193"/>
                      <a:pt x="6555" y="3352"/>
                    </a:cubicBezTo>
                    <a:cubicBezTo>
                      <a:pt x="6555" y="2510"/>
                      <a:pt x="6220" y="1703"/>
                      <a:pt x="5626" y="1108"/>
                    </a:cubicBezTo>
                    <a:cubicBezTo>
                      <a:pt x="5031" y="513"/>
                      <a:pt x="4224" y="179"/>
                      <a:pt x="3383" y="179"/>
                    </a:cubicBezTo>
                    <a:cubicBezTo>
                      <a:pt x="2542" y="179"/>
                      <a:pt x="1735" y="513"/>
                      <a:pt x="1140" y="1108"/>
                    </a:cubicBezTo>
                    <a:cubicBezTo>
                      <a:pt x="546" y="1703"/>
                      <a:pt x="211" y="2510"/>
                      <a:pt x="211" y="3352"/>
                    </a:cubicBezTo>
                    <a:cubicBezTo>
                      <a:pt x="211" y="4193"/>
                      <a:pt x="546" y="5000"/>
                      <a:pt x="1140" y="5595"/>
                    </a:cubicBezTo>
                    <a:cubicBezTo>
                      <a:pt x="1735" y="6190"/>
                      <a:pt x="2542" y="6524"/>
                      <a:pt x="3383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16" name="Freeform: Shape 9015">
                <a:extLst>
                  <a:ext uri="{FF2B5EF4-FFF2-40B4-BE49-F238E27FC236}">
                    <a16:creationId xmlns:a16="http://schemas.microsoft.com/office/drawing/2014/main" id="{72C76601-2521-DADC-55BD-055B5BB8C71B}"/>
                  </a:ext>
                </a:extLst>
              </p:cNvPr>
              <p:cNvSpPr/>
              <p:nvPr/>
            </p:nvSpPr>
            <p:spPr>
              <a:xfrm>
                <a:off x="8570962" y="6188887"/>
                <a:ext cx="6343" cy="6345"/>
              </a:xfrm>
              <a:custGeom>
                <a:avLst/>
                <a:gdLst>
                  <a:gd name="connsiteX0" fmla="*/ 3342 w 6343"/>
                  <a:gd name="connsiteY0" fmla="*/ 6559 h 6345"/>
                  <a:gd name="connsiteX1" fmla="*/ 5585 w 6343"/>
                  <a:gd name="connsiteY1" fmla="*/ 5630 h 6345"/>
                  <a:gd name="connsiteX2" fmla="*/ 6514 w 6343"/>
                  <a:gd name="connsiteY2" fmla="*/ 3386 h 6345"/>
                  <a:gd name="connsiteX3" fmla="*/ 5585 w 6343"/>
                  <a:gd name="connsiteY3" fmla="*/ 1143 h 6345"/>
                  <a:gd name="connsiteX4" fmla="*/ 3342 w 6343"/>
                  <a:gd name="connsiteY4" fmla="*/ 213 h 6345"/>
                  <a:gd name="connsiteX5" fmla="*/ 1099 w 6343"/>
                  <a:gd name="connsiteY5" fmla="*/ 1143 h 6345"/>
                  <a:gd name="connsiteX6" fmla="*/ 170 w 6343"/>
                  <a:gd name="connsiteY6" fmla="*/ 3386 h 6345"/>
                  <a:gd name="connsiteX7" fmla="*/ 1099 w 6343"/>
                  <a:gd name="connsiteY7" fmla="*/ 5630 h 6345"/>
                  <a:gd name="connsiteX8" fmla="*/ 334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559"/>
                    </a:moveTo>
                    <a:cubicBezTo>
                      <a:pt x="4183" y="6559"/>
                      <a:pt x="4990" y="6225"/>
                      <a:pt x="5585" y="5630"/>
                    </a:cubicBezTo>
                    <a:cubicBezTo>
                      <a:pt x="6179" y="5035"/>
                      <a:pt x="6514" y="4228"/>
                      <a:pt x="6514" y="3386"/>
                    </a:cubicBezTo>
                    <a:cubicBezTo>
                      <a:pt x="6514" y="2545"/>
                      <a:pt x="6179" y="1738"/>
                      <a:pt x="5585" y="1143"/>
                    </a:cubicBezTo>
                    <a:cubicBezTo>
                      <a:pt x="4990" y="548"/>
                      <a:pt x="4183" y="213"/>
                      <a:pt x="3342" y="213"/>
                    </a:cubicBezTo>
                    <a:cubicBezTo>
                      <a:pt x="2501" y="213"/>
                      <a:pt x="1694" y="548"/>
                      <a:pt x="1099" y="1143"/>
                    </a:cubicBezTo>
                    <a:cubicBezTo>
                      <a:pt x="505" y="1738"/>
                      <a:pt x="170" y="2545"/>
                      <a:pt x="170" y="3386"/>
                    </a:cubicBezTo>
                    <a:cubicBezTo>
                      <a:pt x="170" y="4228"/>
                      <a:pt x="505" y="5035"/>
                      <a:pt x="1099" y="5630"/>
                    </a:cubicBezTo>
                    <a:cubicBezTo>
                      <a:pt x="1694" y="6225"/>
                      <a:pt x="2501" y="6559"/>
                      <a:pt x="334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17" name="Freeform: Shape 9016">
                <a:extLst>
                  <a:ext uri="{FF2B5EF4-FFF2-40B4-BE49-F238E27FC236}">
                    <a16:creationId xmlns:a16="http://schemas.microsoft.com/office/drawing/2014/main" id="{78C8BAE9-D3E4-6A59-4E63-6263CFB93182}"/>
                  </a:ext>
                </a:extLst>
              </p:cNvPr>
              <p:cNvSpPr/>
              <p:nvPr/>
            </p:nvSpPr>
            <p:spPr>
              <a:xfrm>
                <a:off x="8383208" y="6186643"/>
                <a:ext cx="6343" cy="6345"/>
              </a:xfrm>
              <a:custGeom>
                <a:avLst/>
                <a:gdLst>
                  <a:gd name="connsiteX0" fmla="*/ 3327 w 6343"/>
                  <a:gd name="connsiteY0" fmla="*/ 6559 h 6345"/>
                  <a:gd name="connsiteX1" fmla="*/ 5570 w 6343"/>
                  <a:gd name="connsiteY1" fmla="*/ 5629 h 6345"/>
                  <a:gd name="connsiteX2" fmla="*/ 6499 w 6343"/>
                  <a:gd name="connsiteY2" fmla="*/ 3386 h 6345"/>
                  <a:gd name="connsiteX3" fmla="*/ 5570 w 6343"/>
                  <a:gd name="connsiteY3" fmla="*/ 1143 h 6345"/>
                  <a:gd name="connsiteX4" fmla="*/ 3327 w 6343"/>
                  <a:gd name="connsiteY4" fmla="*/ 213 h 6345"/>
                  <a:gd name="connsiteX5" fmla="*/ 1085 w 6343"/>
                  <a:gd name="connsiteY5" fmla="*/ 1143 h 6345"/>
                  <a:gd name="connsiteX6" fmla="*/ 156 w 6343"/>
                  <a:gd name="connsiteY6" fmla="*/ 3386 h 6345"/>
                  <a:gd name="connsiteX7" fmla="*/ 1085 w 6343"/>
                  <a:gd name="connsiteY7" fmla="*/ 5629 h 6345"/>
                  <a:gd name="connsiteX8" fmla="*/ 332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7" y="6559"/>
                    </a:moveTo>
                    <a:cubicBezTo>
                      <a:pt x="4168" y="6559"/>
                      <a:pt x="4975" y="6224"/>
                      <a:pt x="5570" y="5629"/>
                    </a:cubicBezTo>
                    <a:cubicBezTo>
                      <a:pt x="6165" y="5034"/>
                      <a:pt x="6499" y="4227"/>
                      <a:pt x="6499" y="3386"/>
                    </a:cubicBezTo>
                    <a:cubicBezTo>
                      <a:pt x="6499" y="2545"/>
                      <a:pt x="6165" y="1738"/>
                      <a:pt x="5570" y="1143"/>
                    </a:cubicBezTo>
                    <a:cubicBezTo>
                      <a:pt x="4975" y="548"/>
                      <a:pt x="4168" y="213"/>
                      <a:pt x="3327" y="213"/>
                    </a:cubicBezTo>
                    <a:cubicBezTo>
                      <a:pt x="2486" y="213"/>
                      <a:pt x="1679" y="548"/>
                      <a:pt x="1085" y="1143"/>
                    </a:cubicBezTo>
                    <a:cubicBezTo>
                      <a:pt x="490" y="1738"/>
                      <a:pt x="156" y="2545"/>
                      <a:pt x="156" y="3386"/>
                    </a:cubicBezTo>
                    <a:cubicBezTo>
                      <a:pt x="156" y="4227"/>
                      <a:pt x="490" y="5034"/>
                      <a:pt x="1085" y="5629"/>
                    </a:cubicBezTo>
                    <a:cubicBezTo>
                      <a:pt x="1679" y="6224"/>
                      <a:pt x="2486" y="6559"/>
                      <a:pt x="332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18" name="Freeform: Shape 9017">
                <a:extLst>
                  <a:ext uri="{FF2B5EF4-FFF2-40B4-BE49-F238E27FC236}">
                    <a16:creationId xmlns:a16="http://schemas.microsoft.com/office/drawing/2014/main" id="{C898C663-B7DE-4DF1-2DB1-76978841BAF1}"/>
                  </a:ext>
                </a:extLst>
              </p:cNvPr>
              <p:cNvSpPr/>
              <p:nvPr/>
            </p:nvSpPr>
            <p:spPr>
              <a:xfrm>
                <a:off x="8666706" y="5759982"/>
                <a:ext cx="6343" cy="6345"/>
              </a:xfrm>
              <a:custGeom>
                <a:avLst/>
                <a:gdLst>
                  <a:gd name="connsiteX0" fmla="*/ 3350 w 6343"/>
                  <a:gd name="connsiteY0" fmla="*/ 6525 h 6345"/>
                  <a:gd name="connsiteX1" fmla="*/ 5592 w 6343"/>
                  <a:gd name="connsiteY1" fmla="*/ 5596 h 6345"/>
                  <a:gd name="connsiteX2" fmla="*/ 6521 w 6343"/>
                  <a:gd name="connsiteY2" fmla="*/ 3352 h 6345"/>
                  <a:gd name="connsiteX3" fmla="*/ 5592 w 6343"/>
                  <a:gd name="connsiteY3" fmla="*/ 1109 h 6345"/>
                  <a:gd name="connsiteX4" fmla="*/ 3350 w 6343"/>
                  <a:gd name="connsiteY4" fmla="*/ 180 h 6345"/>
                  <a:gd name="connsiteX5" fmla="*/ 1107 w 6343"/>
                  <a:gd name="connsiteY5" fmla="*/ 1109 h 6345"/>
                  <a:gd name="connsiteX6" fmla="*/ 178 w 6343"/>
                  <a:gd name="connsiteY6" fmla="*/ 3352 h 6345"/>
                  <a:gd name="connsiteX7" fmla="*/ 1107 w 6343"/>
                  <a:gd name="connsiteY7" fmla="*/ 5596 h 6345"/>
                  <a:gd name="connsiteX8" fmla="*/ 335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25"/>
                    </a:moveTo>
                    <a:cubicBezTo>
                      <a:pt x="4191" y="6525"/>
                      <a:pt x="4997" y="6191"/>
                      <a:pt x="5592" y="5596"/>
                    </a:cubicBezTo>
                    <a:cubicBezTo>
                      <a:pt x="6187" y="5001"/>
                      <a:pt x="6521" y="4194"/>
                      <a:pt x="6521" y="3352"/>
                    </a:cubicBezTo>
                    <a:cubicBezTo>
                      <a:pt x="6521" y="2511"/>
                      <a:pt x="6187" y="1704"/>
                      <a:pt x="5592" y="1109"/>
                    </a:cubicBezTo>
                    <a:cubicBezTo>
                      <a:pt x="4997" y="514"/>
                      <a:pt x="4191" y="180"/>
                      <a:pt x="3350" y="180"/>
                    </a:cubicBezTo>
                    <a:cubicBezTo>
                      <a:pt x="2508" y="180"/>
                      <a:pt x="1702" y="514"/>
                      <a:pt x="1107" y="1109"/>
                    </a:cubicBezTo>
                    <a:cubicBezTo>
                      <a:pt x="512" y="1704"/>
                      <a:pt x="178" y="2511"/>
                      <a:pt x="178" y="3352"/>
                    </a:cubicBezTo>
                    <a:cubicBezTo>
                      <a:pt x="178" y="4194"/>
                      <a:pt x="512" y="5001"/>
                      <a:pt x="1107" y="5596"/>
                    </a:cubicBezTo>
                    <a:cubicBezTo>
                      <a:pt x="1702" y="6191"/>
                      <a:pt x="2508" y="6525"/>
                      <a:pt x="335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19" name="Freeform: Shape 9018">
                <a:extLst>
                  <a:ext uri="{FF2B5EF4-FFF2-40B4-BE49-F238E27FC236}">
                    <a16:creationId xmlns:a16="http://schemas.microsoft.com/office/drawing/2014/main" id="{612DF42F-7304-7E1C-6AA0-2076246F936D}"/>
                  </a:ext>
                </a:extLst>
              </p:cNvPr>
              <p:cNvSpPr/>
              <p:nvPr/>
            </p:nvSpPr>
            <p:spPr>
              <a:xfrm>
                <a:off x="8665159" y="5754433"/>
                <a:ext cx="6343" cy="6345"/>
              </a:xfrm>
              <a:custGeom>
                <a:avLst/>
                <a:gdLst>
                  <a:gd name="connsiteX0" fmla="*/ 3349 w 6343"/>
                  <a:gd name="connsiteY0" fmla="*/ 6525 h 6345"/>
                  <a:gd name="connsiteX1" fmla="*/ 5592 w 6343"/>
                  <a:gd name="connsiteY1" fmla="*/ 5595 h 6345"/>
                  <a:gd name="connsiteX2" fmla="*/ 6521 w 6343"/>
                  <a:gd name="connsiteY2" fmla="*/ 3352 h 6345"/>
                  <a:gd name="connsiteX3" fmla="*/ 5592 w 6343"/>
                  <a:gd name="connsiteY3" fmla="*/ 1109 h 6345"/>
                  <a:gd name="connsiteX4" fmla="*/ 3349 w 6343"/>
                  <a:gd name="connsiteY4" fmla="*/ 179 h 6345"/>
                  <a:gd name="connsiteX5" fmla="*/ 1107 w 6343"/>
                  <a:gd name="connsiteY5" fmla="*/ 1109 h 6345"/>
                  <a:gd name="connsiteX6" fmla="*/ 178 w 6343"/>
                  <a:gd name="connsiteY6" fmla="*/ 3352 h 6345"/>
                  <a:gd name="connsiteX7" fmla="*/ 1107 w 6343"/>
                  <a:gd name="connsiteY7" fmla="*/ 5595 h 6345"/>
                  <a:gd name="connsiteX8" fmla="*/ 3349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25"/>
                    </a:moveTo>
                    <a:cubicBezTo>
                      <a:pt x="4191" y="6525"/>
                      <a:pt x="4997" y="6190"/>
                      <a:pt x="5592" y="5595"/>
                    </a:cubicBezTo>
                    <a:cubicBezTo>
                      <a:pt x="6187" y="5000"/>
                      <a:pt x="6521" y="4193"/>
                      <a:pt x="6521" y="3352"/>
                    </a:cubicBezTo>
                    <a:cubicBezTo>
                      <a:pt x="6521" y="2511"/>
                      <a:pt x="6187" y="1703"/>
                      <a:pt x="5592" y="1109"/>
                    </a:cubicBezTo>
                    <a:cubicBezTo>
                      <a:pt x="4997" y="514"/>
                      <a:pt x="4191" y="179"/>
                      <a:pt x="3349" y="179"/>
                    </a:cubicBezTo>
                    <a:cubicBezTo>
                      <a:pt x="2508" y="179"/>
                      <a:pt x="1702" y="514"/>
                      <a:pt x="1107" y="1109"/>
                    </a:cubicBezTo>
                    <a:cubicBezTo>
                      <a:pt x="512" y="1703"/>
                      <a:pt x="178" y="2511"/>
                      <a:pt x="178" y="3352"/>
                    </a:cubicBezTo>
                    <a:cubicBezTo>
                      <a:pt x="178" y="4193"/>
                      <a:pt x="512" y="5000"/>
                      <a:pt x="1107" y="5595"/>
                    </a:cubicBezTo>
                    <a:cubicBezTo>
                      <a:pt x="1702" y="6190"/>
                      <a:pt x="2508" y="6525"/>
                      <a:pt x="3349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20" name="Freeform: Shape 9019">
                <a:extLst>
                  <a:ext uri="{FF2B5EF4-FFF2-40B4-BE49-F238E27FC236}">
                    <a16:creationId xmlns:a16="http://schemas.microsoft.com/office/drawing/2014/main" id="{2AF03092-A845-154E-5001-6DA1A97104A2}"/>
                  </a:ext>
                </a:extLst>
              </p:cNvPr>
              <p:cNvSpPr/>
              <p:nvPr/>
            </p:nvSpPr>
            <p:spPr>
              <a:xfrm>
                <a:off x="8331866" y="5762599"/>
                <a:ext cx="6343" cy="6345"/>
              </a:xfrm>
              <a:custGeom>
                <a:avLst/>
                <a:gdLst>
                  <a:gd name="connsiteX0" fmla="*/ 3323 w 6343"/>
                  <a:gd name="connsiteY0" fmla="*/ 6525 h 6345"/>
                  <a:gd name="connsiteX1" fmla="*/ 5566 w 6343"/>
                  <a:gd name="connsiteY1" fmla="*/ 5596 h 6345"/>
                  <a:gd name="connsiteX2" fmla="*/ 6495 w 6343"/>
                  <a:gd name="connsiteY2" fmla="*/ 3353 h 6345"/>
                  <a:gd name="connsiteX3" fmla="*/ 5566 w 6343"/>
                  <a:gd name="connsiteY3" fmla="*/ 1109 h 6345"/>
                  <a:gd name="connsiteX4" fmla="*/ 3323 w 6343"/>
                  <a:gd name="connsiteY4" fmla="*/ 180 h 6345"/>
                  <a:gd name="connsiteX5" fmla="*/ 1080 w 6343"/>
                  <a:gd name="connsiteY5" fmla="*/ 1109 h 6345"/>
                  <a:gd name="connsiteX6" fmla="*/ 152 w 6343"/>
                  <a:gd name="connsiteY6" fmla="*/ 3353 h 6345"/>
                  <a:gd name="connsiteX7" fmla="*/ 1080 w 6343"/>
                  <a:gd name="connsiteY7" fmla="*/ 5596 h 6345"/>
                  <a:gd name="connsiteX8" fmla="*/ 332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525"/>
                    </a:moveTo>
                    <a:cubicBezTo>
                      <a:pt x="4164" y="6525"/>
                      <a:pt x="4971" y="6191"/>
                      <a:pt x="5566" y="5596"/>
                    </a:cubicBezTo>
                    <a:cubicBezTo>
                      <a:pt x="6161" y="5001"/>
                      <a:pt x="6495" y="4194"/>
                      <a:pt x="6495" y="3353"/>
                    </a:cubicBezTo>
                    <a:cubicBezTo>
                      <a:pt x="6495" y="2511"/>
                      <a:pt x="6161" y="1704"/>
                      <a:pt x="5566" y="1109"/>
                    </a:cubicBezTo>
                    <a:cubicBezTo>
                      <a:pt x="4971" y="514"/>
                      <a:pt x="4164" y="180"/>
                      <a:pt x="3323" y="180"/>
                    </a:cubicBezTo>
                    <a:cubicBezTo>
                      <a:pt x="2482" y="180"/>
                      <a:pt x="1675" y="514"/>
                      <a:pt x="1080" y="1109"/>
                    </a:cubicBezTo>
                    <a:cubicBezTo>
                      <a:pt x="486" y="1704"/>
                      <a:pt x="152" y="2511"/>
                      <a:pt x="152" y="3353"/>
                    </a:cubicBezTo>
                    <a:cubicBezTo>
                      <a:pt x="152" y="4194"/>
                      <a:pt x="486" y="5001"/>
                      <a:pt x="1080" y="5596"/>
                    </a:cubicBezTo>
                    <a:cubicBezTo>
                      <a:pt x="1675" y="6191"/>
                      <a:pt x="2482" y="6525"/>
                      <a:pt x="332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21" name="Freeform: Shape 9020">
                <a:extLst>
                  <a:ext uri="{FF2B5EF4-FFF2-40B4-BE49-F238E27FC236}">
                    <a16:creationId xmlns:a16="http://schemas.microsoft.com/office/drawing/2014/main" id="{AEEB6099-2F00-D6CB-2946-2A190A7FE2E0}"/>
                  </a:ext>
                </a:extLst>
              </p:cNvPr>
              <p:cNvSpPr/>
              <p:nvPr/>
            </p:nvSpPr>
            <p:spPr>
              <a:xfrm>
                <a:off x="8331159" y="5754873"/>
                <a:ext cx="6343" cy="6345"/>
              </a:xfrm>
              <a:custGeom>
                <a:avLst/>
                <a:gdLst>
                  <a:gd name="connsiteX0" fmla="*/ 3323 w 6343"/>
                  <a:gd name="connsiteY0" fmla="*/ 6525 h 6345"/>
                  <a:gd name="connsiteX1" fmla="*/ 5566 w 6343"/>
                  <a:gd name="connsiteY1" fmla="*/ 5595 h 6345"/>
                  <a:gd name="connsiteX2" fmla="*/ 6495 w 6343"/>
                  <a:gd name="connsiteY2" fmla="*/ 3352 h 6345"/>
                  <a:gd name="connsiteX3" fmla="*/ 5566 w 6343"/>
                  <a:gd name="connsiteY3" fmla="*/ 1109 h 6345"/>
                  <a:gd name="connsiteX4" fmla="*/ 3323 w 6343"/>
                  <a:gd name="connsiteY4" fmla="*/ 179 h 6345"/>
                  <a:gd name="connsiteX5" fmla="*/ 1080 w 6343"/>
                  <a:gd name="connsiteY5" fmla="*/ 1109 h 6345"/>
                  <a:gd name="connsiteX6" fmla="*/ 152 w 6343"/>
                  <a:gd name="connsiteY6" fmla="*/ 3352 h 6345"/>
                  <a:gd name="connsiteX7" fmla="*/ 1080 w 6343"/>
                  <a:gd name="connsiteY7" fmla="*/ 5595 h 6345"/>
                  <a:gd name="connsiteX8" fmla="*/ 332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525"/>
                    </a:moveTo>
                    <a:cubicBezTo>
                      <a:pt x="4164" y="6525"/>
                      <a:pt x="4971" y="6190"/>
                      <a:pt x="5566" y="5595"/>
                    </a:cubicBezTo>
                    <a:cubicBezTo>
                      <a:pt x="6160" y="5000"/>
                      <a:pt x="6495" y="4193"/>
                      <a:pt x="6495" y="3352"/>
                    </a:cubicBezTo>
                    <a:cubicBezTo>
                      <a:pt x="6495" y="2511"/>
                      <a:pt x="6160" y="1704"/>
                      <a:pt x="5566" y="1109"/>
                    </a:cubicBezTo>
                    <a:cubicBezTo>
                      <a:pt x="4971" y="514"/>
                      <a:pt x="4164" y="179"/>
                      <a:pt x="3323" y="179"/>
                    </a:cubicBezTo>
                    <a:cubicBezTo>
                      <a:pt x="2482" y="179"/>
                      <a:pt x="1675" y="514"/>
                      <a:pt x="1080" y="1109"/>
                    </a:cubicBezTo>
                    <a:cubicBezTo>
                      <a:pt x="486" y="1704"/>
                      <a:pt x="152" y="2511"/>
                      <a:pt x="152" y="3352"/>
                    </a:cubicBezTo>
                    <a:cubicBezTo>
                      <a:pt x="152" y="4193"/>
                      <a:pt x="486" y="5000"/>
                      <a:pt x="1080" y="5595"/>
                    </a:cubicBezTo>
                    <a:cubicBezTo>
                      <a:pt x="1675" y="6190"/>
                      <a:pt x="2482" y="6525"/>
                      <a:pt x="332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22" name="Freeform: Shape 9021">
                <a:extLst>
                  <a:ext uri="{FF2B5EF4-FFF2-40B4-BE49-F238E27FC236}">
                    <a16:creationId xmlns:a16="http://schemas.microsoft.com/office/drawing/2014/main" id="{581607BB-B99A-33C4-BFB6-C11560977700}"/>
                  </a:ext>
                </a:extLst>
              </p:cNvPr>
              <p:cNvSpPr/>
              <p:nvPr/>
            </p:nvSpPr>
            <p:spPr>
              <a:xfrm>
                <a:off x="8327481" y="5748386"/>
                <a:ext cx="6343" cy="6345"/>
              </a:xfrm>
              <a:custGeom>
                <a:avLst/>
                <a:gdLst>
                  <a:gd name="connsiteX0" fmla="*/ 3323 w 6343"/>
                  <a:gd name="connsiteY0" fmla="*/ 6524 h 6345"/>
                  <a:gd name="connsiteX1" fmla="*/ 5565 w 6343"/>
                  <a:gd name="connsiteY1" fmla="*/ 5595 h 6345"/>
                  <a:gd name="connsiteX2" fmla="*/ 6494 w 6343"/>
                  <a:gd name="connsiteY2" fmla="*/ 3351 h 6345"/>
                  <a:gd name="connsiteX3" fmla="*/ 5565 w 6343"/>
                  <a:gd name="connsiteY3" fmla="*/ 1108 h 6345"/>
                  <a:gd name="connsiteX4" fmla="*/ 3323 w 6343"/>
                  <a:gd name="connsiteY4" fmla="*/ 179 h 6345"/>
                  <a:gd name="connsiteX5" fmla="*/ 1080 w 6343"/>
                  <a:gd name="connsiteY5" fmla="*/ 1108 h 6345"/>
                  <a:gd name="connsiteX6" fmla="*/ 151 w 6343"/>
                  <a:gd name="connsiteY6" fmla="*/ 3351 h 6345"/>
                  <a:gd name="connsiteX7" fmla="*/ 1080 w 6343"/>
                  <a:gd name="connsiteY7" fmla="*/ 5595 h 6345"/>
                  <a:gd name="connsiteX8" fmla="*/ 3323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524"/>
                    </a:moveTo>
                    <a:cubicBezTo>
                      <a:pt x="4164" y="6524"/>
                      <a:pt x="4971" y="6190"/>
                      <a:pt x="5565" y="5595"/>
                    </a:cubicBezTo>
                    <a:cubicBezTo>
                      <a:pt x="6160" y="5000"/>
                      <a:pt x="6494" y="4193"/>
                      <a:pt x="6494" y="3351"/>
                    </a:cubicBezTo>
                    <a:cubicBezTo>
                      <a:pt x="6494" y="2510"/>
                      <a:pt x="6160" y="1703"/>
                      <a:pt x="5565" y="1108"/>
                    </a:cubicBezTo>
                    <a:cubicBezTo>
                      <a:pt x="4971" y="513"/>
                      <a:pt x="4164" y="179"/>
                      <a:pt x="3323" y="179"/>
                    </a:cubicBezTo>
                    <a:cubicBezTo>
                      <a:pt x="2482" y="179"/>
                      <a:pt x="1675" y="513"/>
                      <a:pt x="1080" y="1108"/>
                    </a:cubicBezTo>
                    <a:cubicBezTo>
                      <a:pt x="485" y="1703"/>
                      <a:pt x="151" y="2510"/>
                      <a:pt x="151" y="3351"/>
                    </a:cubicBezTo>
                    <a:cubicBezTo>
                      <a:pt x="151" y="4193"/>
                      <a:pt x="485" y="5000"/>
                      <a:pt x="1080" y="5595"/>
                    </a:cubicBezTo>
                    <a:cubicBezTo>
                      <a:pt x="1675" y="6190"/>
                      <a:pt x="2482" y="6524"/>
                      <a:pt x="3323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23" name="Freeform: Shape 9022">
                <a:extLst>
                  <a:ext uri="{FF2B5EF4-FFF2-40B4-BE49-F238E27FC236}">
                    <a16:creationId xmlns:a16="http://schemas.microsoft.com/office/drawing/2014/main" id="{1413A31D-D180-584E-F357-E0DF8B575E0D}"/>
                  </a:ext>
                </a:extLst>
              </p:cNvPr>
              <p:cNvSpPr/>
              <p:nvPr/>
            </p:nvSpPr>
            <p:spPr>
              <a:xfrm>
                <a:off x="8300282" y="5152481"/>
                <a:ext cx="6343" cy="6345"/>
              </a:xfrm>
              <a:custGeom>
                <a:avLst/>
                <a:gdLst>
                  <a:gd name="connsiteX0" fmla="*/ 3321 w 6343"/>
                  <a:gd name="connsiteY0" fmla="*/ 6477 h 6345"/>
                  <a:gd name="connsiteX1" fmla="*/ 5563 w 6343"/>
                  <a:gd name="connsiteY1" fmla="*/ 5548 h 6345"/>
                  <a:gd name="connsiteX2" fmla="*/ 6492 w 6343"/>
                  <a:gd name="connsiteY2" fmla="*/ 3305 h 6345"/>
                  <a:gd name="connsiteX3" fmla="*/ 5563 w 6343"/>
                  <a:gd name="connsiteY3" fmla="*/ 1061 h 6345"/>
                  <a:gd name="connsiteX4" fmla="*/ 3321 w 6343"/>
                  <a:gd name="connsiteY4" fmla="*/ 132 h 6345"/>
                  <a:gd name="connsiteX5" fmla="*/ 1078 w 6343"/>
                  <a:gd name="connsiteY5" fmla="*/ 1061 h 6345"/>
                  <a:gd name="connsiteX6" fmla="*/ 149 w 6343"/>
                  <a:gd name="connsiteY6" fmla="*/ 3305 h 6345"/>
                  <a:gd name="connsiteX7" fmla="*/ 1078 w 6343"/>
                  <a:gd name="connsiteY7" fmla="*/ 5548 h 6345"/>
                  <a:gd name="connsiteX8" fmla="*/ 3321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1" y="6477"/>
                    </a:moveTo>
                    <a:cubicBezTo>
                      <a:pt x="4162" y="6477"/>
                      <a:pt x="4969" y="6143"/>
                      <a:pt x="5563" y="5548"/>
                    </a:cubicBezTo>
                    <a:cubicBezTo>
                      <a:pt x="6158" y="4953"/>
                      <a:pt x="6492" y="4146"/>
                      <a:pt x="6492" y="3305"/>
                    </a:cubicBezTo>
                    <a:cubicBezTo>
                      <a:pt x="6492" y="2463"/>
                      <a:pt x="6158" y="1656"/>
                      <a:pt x="5563" y="1061"/>
                    </a:cubicBezTo>
                    <a:cubicBezTo>
                      <a:pt x="4969" y="466"/>
                      <a:pt x="4162" y="132"/>
                      <a:pt x="3321" y="132"/>
                    </a:cubicBezTo>
                    <a:cubicBezTo>
                      <a:pt x="2480" y="132"/>
                      <a:pt x="1673" y="466"/>
                      <a:pt x="1078" y="1061"/>
                    </a:cubicBezTo>
                    <a:cubicBezTo>
                      <a:pt x="483" y="1656"/>
                      <a:pt x="149" y="2463"/>
                      <a:pt x="149" y="3305"/>
                    </a:cubicBezTo>
                    <a:cubicBezTo>
                      <a:pt x="149" y="4146"/>
                      <a:pt x="483" y="4953"/>
                      <a:pt x="1078" y="5548"/>
                    </a:cubicBezTo>
                    <a:cubicBezTo>
                      <a:pt x="1673" y="6143"/>
                      <a:pt x="2480" y="6477"/>
                      <a:pt x="3321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24" name="Freeform: Shape 9023">
                <a:extLst>
                  <a:ext uri="{FF2B5EF4-FFF2-40B4-BE49-F238E27FC236}">
                    <a16:creationId xmlns:a16="http://schemas.microsoft.com/office/drawing/2014/main" id="{2447386A-5F56-2963-D37A-BD8AA76EE960}"/>
                  </a:ext>
                </a:extLst>
              </p:cNvPr>
              <p:cNvSpPr/>
              <p:nvPr/>
            </p:nvSpPr>
            <p:spPr>
              <a:xfrm>
                <a:off x="8368272" y="5154184"/>
                <a:ext cx="6343" cy="6345"/>
              </a:xfrm>
              <a:custGeom>
                <a:avLst/>
                <a:gdLst>
                  <a:gd name="connsiteX0" fmla="*/ 3326 w 6343"/>
                  <a:gd name="connsiteY0" fmla="*/ 6477 h 6345"/>
                  <a:gd name="connsiteX1" fmla="*/ 5569 w 6343"/>
                  <a:gd name="connsiteY1" fmla="*/ 5548 h 6345"/>
                  <a:gd name="connsiteX2" fmla="*/ 6498 w 6343"/>
                  <a:gd name="connsiteY2" fmla="*/ 3305 h 6345"/>
                  <a:gd name="connsiteX3" fmla="*/ 5569 w 6343"/>
                  <a:gd name="connsiteY3" fmla="*/ 1061 h 6345"/>
                  <a:gd name="connsiteX4" fmla="*/ 3326 w 6343"/>
                  <a:gd name="connsiteY4" fmla="*/ 132 h 6345"/>
                  <a:gd name="connsiteX5" fmla="*/ 1083 w 6343"/>
                  <a:gd name="connsiteY5" fmla="*/ 1061 h 6345"/>
                  <a:gd name="connsiteX6" fmla="*/ 154 w 6343"/>
                  <a:gd name="connsiteY6" fmla="*/ 3305 h 6345"/>
                  <a:gd name="connsiteX7" fmla="*/ 1083 w 6343"/>
                  <a:gd name="connsiteY7" fmla="*/ 5548 h 6345"/>
                  <a:gd name="connsiteX8" fmla="*/ 3326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6" y="6477"/>
                    </a:moveTo>
                    <a:cubicBezTo>
                      <a:pt x="4167" y="6477"/>
                      <a:pt x="4974" y="6143"/>
                      <a:pt x="5569" y="5548"/>
                    </a:cubicBezTo>
                    <a:cubicBezTo>
                      <a:pt x="6163" y="4953"/>
                      <a:pt x="6498" y="4146"/>
                      <a:pt x="6498" y="3305"/>
                    </a:cubicBezTo>
                    <a:cubicBezTo>
                      <a:pt x="6498" y="2463"/>
                      <a:pt x="6163" y="1656"/>
                      <a:pt x="5569" y="1061"/>
                    </a:cubicBezTo>
                    <a:cubicBezTo>
                      <a:pt x="4974" y="466"/>
                      <a:pt x="4167" y="132"/>
                      <a:pt x="3326" y="132"/>
                    </a:cubicBezTo>
                    <a:cubicBezTo>
                      <a:pt x="2485" y="132"/>
                      <a:pt x="1678" y="466"/>
                      <a:pt x="1083" y="1061"/>
                    </a:cubicBezTo>
                    <a:cubicBezTo>
                      <a:pt x="489" y="1656"/>
                      <a:pt x="154" y="2463"/>
                      <a:pt x="154" y="3305"/>
                    </a:cubicBezTo>
                    <a:cubicBezTo>
                      <a:pt x="154" y="4146"/>
                      <a:pt x="489" y="4953"/>
                      <a:pt x="1083" y="5548"/>
                    </a:cubicBezTo>
                    <a:cubicBezTo>
                      <a:pt x="1678" y="6143"/>
                      <a:pt x="2485" y="6477"/>
                      <a:pt x="3326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25" name="Freeform: Shape 9024">
                <a:extLst>
                  <a:ext uri="{FF2B5EF4-FFF2-40B4-BE49-F238E27FC236}">
                    <a16:creationId xmlns:a16="http://schemas.microsoft.com/office/drawing/2014/main" id="{626BF255-2496-CD4D-96D2-9F00CF38E152}"/>
                  </a:ext>
                </a:extLst>
              </p:cNvPr>
              <p:cNvSpPr/>
              <p:nvPr/>
            </p:nvSpPr>
            <p:spPr>
              <a:xfrm>
                <a:off x="8407622" y="5152823"/>
                <a:ext cx="6343" cy="6345"/>
              </a:xfrm>
              <a:custGeom>
                <a:avLst/>
                <a:gdLst>
                  <a:gd name="connsiteX0" fmla="*/ 3329 w 6343"/>
                  <a:gd name="connsiteY0" fmla="*/ 6477 h 6345"/>
                  <a:gd name="connsiteX1" fmla="*/ 5572 w 6343"/>
                  <a:gd name="connsiteY1" fmla="*/ 5548 h 6345"/>
                  <a:gd name="connsiteX2" fmla="*/ 6501 w 6343"/>
                  <a:gd name="connsiteY2" fmla="*/ 3305 h 6345"/>
                  <a:gd name="connsiteX3" fmla="*/ 5572 w 6343"/>
                  <a:gd name="connsiteY3" fmla="*/ 1061 h 6345"/>
                  <a:gd name="connsiteX4" fmla="*/ 3329 w 6343"/>
                  <a:gd name="connsiteY4" fmla="*/ 132 h 6345"/>
                  <a:gd name="connsiteX5" fmla="*/ 1086 w 6343"/>
                  <a:gd name="connsiteY5" fmla="*/ 1061 h 6345"/>
                  <a:gd name="connsiteX6" fmla="*/ 158 w 6343"/>
                  <a:gd name="connsiteY6" fmla="*/ 3305 h 6345"/>
                  <a:gd name="connsiteX7" fmla="*/ 1086 w 6343"/>
                  <a:gd name="connsiteY7" fmla="*/ 5548 h 6345"/>
                  <a:gd name="connsiteX8" fmla="*/ 332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477"/>
                    </a:moveTo>
                    <a:cubicBezTo>
                      <a:pt x="4170" y="6477"/>
                      <a:pt x="4977" y="6143"/>
                      <a:pt x="5572" y="5548"/>
                    </a:cubicBezTo>
                    <a:cubicBezTo>
                      <a:pt x="6166" y="4953"/>
                      <a:pt x="6501" y="4146"/>
                      <a:pt x="6501" y="3305"/>
                    </a:cubicBezTo>
                    <a:cubicBezTo>
                      <a:pt x="6501" y="2463"/>
                      <a:pt x="6166" y="1656"/>
                      <a:pt x="5572" y="1061"/>
                    </a:cubicBezTo>
                    <a:cubicBezTo>
                      <a:pt x="4977" y="466"/>
                      <a:pt x="4170" y="132"/>
                      <a:pt x="3329" y="132"/>
                    </a:cubicBezTo>
                    <a:cubicBezTo>
                      <a:pt x="2488" y="132"/>
                      <a:pt x="1681" y="466"/>
                      <a:pt x="1086" y="1061"/>
                    </a:cubicBezTo>
                    <a:cubicBezTo>
                      <a:pt x="492" y="1656"/>
                      <a:pt x="158" y="2463"/>
                      <a:pt x="158" y="3305"/>
                    </a:cubicBezTo>
                    <a:cubicBezTo>
                      <a:pt x="158" y="4146"/>
                      <a:pt x="492" y="4953"/>
                      <a:pt x="1086" y="5548"/>
                    </a:cubicBezTo>
                    <a:cubicBezTo>
                      <a:pt x="1681" y="6143"/>
                      <a:pt x="2488" y="6477"/>
                      <a:pt x="332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26" name="Freeform: Shape 9025">
                <a:extLst>
                  <a:ext uri="{FF2B5EF4-FFF2-40B4-BE49-F238E27FC236}">
                    <a16:creationId xmlns:a16="http://schemas.microsoft.com/office/drawing/2014/main" id="{E14DC1B3-F604-9A34-39A8-4D235D66E116}"/>
                  </a:ext>
                </a:extLst>
              </p:cNvPr>
              <p:cNvSpPr/>
              <p:nvPr/>
            </p:nvSpPr>
            <p:spPr>
              <a:xfrm>
                <a:off x="8422875" y="5148509"/>
                <a:ext cx="6343" cy="6345"/>
              </a:xfrm>
              <a:custGeom>
                <a:avLst/>
                <a:gdLst>
                  <a:gd name="connsiteX0" fmla="*/ 3330 w 6343"/>
                  <a:gd name="connsiteY0" fmla="*/ 6477 h 6345"/>
                  <a:gd name="connsiteX1" fmla="*/ 5573 w 6343"/>
                  <a:gd name="connsiteY1" fmla="*/ 5548 h 6345"/>
                  <a:gd name="connsiteX2" fmla="*/ 6502 w 6343"/>
                  <a:gd name="connsiteY2" fmla="*/ 3304 h 6345"/>
                  <a:gd name="connsiteX3" fmla="*/ 5573 w 6343"/>
                  <a:gd name="connsiteY3" fmla="*/ 1061 h 6345"/>
                  <a:gd name="connsiteX4" fmla="*/ 3330 w 6343"/>
                  <a:gd name="connsiteY4" fmla="*/ 132 h 6345"/>
                  <a:gd name="connsiteX5" fmla="*/ 1088 w 6343"/>
                  <a:gd name="connsiteY5" fmla="*/ 1061 h 6345"/>
                  <a:gd name="connsiteX6" fmla="*/ 159 w 6343"/>
                  <a:gd name="connsiteY6" fmla="*/ 3304 h 6345"/>
                  <a:gd name="connsiteX7" fmla="*/ 1088 w 6343"/>
                  <a:gd name="connsiteY7" fmla="*/ 5548 h 6345"/>
                  <a:gd name="connsiteX8" fmla="*/ 333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477"/>
                    </a:moveTo>
                    <a:cubicBezTo>
                      <a:pt x="4171" y="6477"/>
                      <a:pt x="4978" y="6143"/>
                      <a:pt x="5573" y="5548"/>
                    </a:cubicBezTo>
                    <a:cubicBezTo>
                      <a:pt x="6168" y="4953"/>
                      <a:pt x="6502" y="4146"/>
                      <a:pt x="6502" y="3304"/>
                    </a:cubicBezTo>
                    <a:cubicBezTo>
                      <a:pt x="6502" y="2463"/>
                      <a:pt x="6168" y="1656"/>
                      <a:pt x="5573" y="1061"/>
                    </a:cubicBezTo>
                    <a:cubicBezTo>
                      <a:pt x="4978" y="466"/>
                      <a:pt x="4171" y="132"/>
                      <a:pt x="3330" y="132"/>
                    </a:cubicBezTo>
                    <a:cubicBezTo>
                      <a:pt x="2489" y="132"/>
                      <a:pt x="1682" y="466"/>
                      <a:pt x="1088" y="1061"/>
                    </a:cubicBezTo>
                    <a:cubicBezTo>
                      <a:pt x="493" y="1656"/>
                      <a:pt x="159" y="2463"/>
                      <a:pt x="159" y="3304"/>
                    </a:cubicBezTo>
                    <a:cubicBezTo>
                      <a:pt x="159" y="4146"/>
                      <a:pt x="493" y="4953"/>
                      <a:pt x="1088" y="5548"/>
                    </a:cubicBezTo>
                    <a:cubicBezTo>
                      <a:pt x="1682" y="6143"/>
                      <a:pt x="2489" y="6477"/>
                      <a:pt x="333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27" name="Freeform: Shape 9026">
                <a:extLst>
                  <a:ext uri="{FF2B5EF4-FFF2-40B4-BE49-F238E27FC236}">
                    <a16:creationId xmlns:a16="http://schemas.microsoft.com/office/drawing/2014/main" id="{E1C1625E-0462-BB5A-EC58-334C537599AC}"/>
                  </a:ext>
                </a:extLst>
              </p:cNvPr>
              <p:cNvSpPr/>
              <p:nvPr/>
            </p:nvSpPr>
            <p:spPr>
              <a:xfrm>
                <a:off x="8546301" y="5154828"/>
                <a:ext cx="6343" cy="6345"/>
              </a:xfrm>
              <a:custGeom>
                <a:avLst/>
                <a:gdLst>
                  <a:gd name="connsiteX0" fmla="*/ 3340 w 6343"/>
                  <a:gd name="connsiteY0" fmla="*/ 6477 h 6345"/>
                  <a:gd name="connsiteX1" fmla="*/ 5583 w 6343"/>
                  <a:gd name="connsiteY1" fmla="*/ 5548 h 6345"/>
                  <a:gd name="connsiteX2" fmla="*/ 6512 w 6343"/>
                  <a:gd name="connsiteY2" fmla="*/ 3305 h 6345"/>
                  <a:gd name="connsiteX3" fmla="*/ 5583 w 6343"/>
                  <a:gd name="connsiteY3" fmla="*/ 1061 h 6345"/>
                  <a:gd name="connsiteX4" fmla="*/ 3340 w 6343"/>
                  <a:gd name="connsiteY4" fmla="*/ 132 h 6345"/>
                  <a:gd name="connsiteX5" fmla="*/ 1097 w 6343"/>
                  <a:gd name="connsiteY5" fmla="*/ 1061 h 6345"/>
                  <a:gd name="connsiteX6" fmla="*/ 168 w 6343"/>
                  <a:gd name="connsiteY6" fmla="*/ 3305 h 6345"/>
                  <a:gd name="connsiteX7" fmla="*/ 1097 w 6343"/>
                  <a:gd name="connsiteY7" fmla="*/ 5548 h 6345"/>
                  <a:gd name="connsiteX8" fmla="*/ 334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0" y="6477"/>
                    </a:moveTo>
                    <a:cubicBezTo>
                      <a:pt x="4181" y="6477"/>
                      <a:pt x="4988" y="6143"/>
                      <a:pt x="5583" y="5548"/>
                    </a:cubicBezTo>
                    <a:cubicBezTo>
                      <a:pt x="6177" y="4953"/>
                      <a:pt x="6512" y="4146"/>
                      <a:pt x="6512" y="3305"/>
                    </a:cubicBezTo>
                    <a:cubicBezTo>
                      <a:pt x="6512" y="2463"/>
                      <a:pt x="6177" y="1656"/>
                      <a:pt x="5583" y="1061"/>
                    </a:cubicBezTo>
                    <a:cubicBezTo>
                      <a:pt x="4988" y="466"/>
                      <a:pt x="4181" y="132"/>
                      <a:pt x="3340" y="132"/>
                    </a:cubicBezTo>
                    <a:cubicBezTo>
                      <a:pt x="2499" y="132"/>
                      <a:pt x="1692" y="466"/>
                      <a:pt x="1097" y="1061"/>
                    </a:cubicBezTo>
                    <a:cubicBezTo>
                      <a:pt x="503" y="1656"/>
                      <a:pt x="168" y="2463"/>
                      <a:pt x="168" y="3305"/>
                    </a:cubicBezTo>
                    <a:cubicBezTo>
                      <a:pt x="168" y="4146"/>
                      <a:pt x="503" y="4953"/>
                      <a:pt x="1097" y="5548"/>
                    </a:cubicBezTo>
                    <a:cubicBezTo>
                      <a:pt x="1692" y="6143"/>
                      <a:pt x="2499" y="6477"/>
                      <a:pt x="334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28" name="Freeform: Shape 9027">
                <a:extLst>
                  <a:ext uri="{FF2B5EF4-FFF2-40B4-BE49-F238E27FC236}">
                    <a16:creationId xmlns:a16="http://schemas.microsoft.com/office/drawing/2014/main" id="{32565228-2FAD-CE98-CB6F-CDC9BFACBFB7}"/>
                  </a:ext>
                </a:extLst>
              </p:cNvPr>
              <p:cNvSpPr/>
              <p:nvPr/>
            </p:nvSpPr>
            <p:spPr>
              <a:xfrm>
                <a:off x="8595303" y="5157084"/>
                <a:ext cx="6343" cy="6345"/>
              </a:xfrm>
              <a:custGeom>
                <a:avLst/>
                <a:gdLst>
                  <a:gd name="connsiteX0" fmla="*/ 3344 w 6343"/>
                  <a:gd name="connsiteY0" fmla="*/ 6478 h 6345"/>
                  <a:gd name="connsiteX1" fmla="*/ 5587 w 6343"/>
                  <a:gd name="connsiteY1" fmla="*/ 5548 h 6345"/>
                  <a:gd name="connsiteX2" fmla="*/ 6515 w 6343"/>
                  <a:gd name="connsiteY2" fmla="*/ 3305 h 6345"/>
                  <a:gd name="connsiteX3" fmla="*/ 5587 w 6343"/>
                  <a:gd name="connsiteY3" fmla="*/ 1061 h 6345"/>
                  <a:gd name="connsiteX4" fmla="*/ 3344 w 6343"/>
                  <a:gd name="connsiteY4" fmla="*/ 132 h 6345"/>
                  <a:gd name="connsiteX5" fmla="*/ 1101 w 6343"/>
                  <a:gd name="connsiteY5" fmla="*/ 1061 h 6345"/>
                  <a:gd name="connsiteX6" fmla="*/ 172 w 6343"/>
                  <a:gd name="connsiteY6" fmla="*/ 3305 h 6345"/>
                  <a:gd name="connsiteX7" fmla="*/ 1101 w 6343"/>
                  <a:gd name="connsiteY7" fmla="*/ 5548 h 6345"/>
                  <a:gd name="connsiteX8" fmla="*/ 334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4" y="6478"/>
                    </a:moveTo>
                    <a:cubicBezTo>
                      <a:pt x="4185" y="6478"/>
                      <a:pt x="4992" y="6143"/>
                      <a:pt x="5587" y="5548"/>
                    </a:cubicBezTo>
                    <a:cubicBezTo>
                      <a:pt x="6181" y="4953"/>
                      <a:pt x="6515" y="4146"/>
                      <a:pt x="6515" y="3305"/>
                    </a:cubicBezTo>
                    <a:cubicBezTo>
                      <a:pt x="6515" y="2463"/>
                      <a:pt x="6181" y="1656"/>
                      <a:pt x="5587" y="1061"/>
                    </a:cubicBezTo>
                    <a:cubicBezTo>
                      <a:pt x="4992" y="466"/>
                      <a:pt x="4185" y="132"/>
                      <a:pt x="3344" y="132"/>
                    </a:cubicBezTo>
                    <a:cubicBezTo>
                      <a:pt x="2503" y="132"/>
                      <a:pt x="1696" y="466"/>
                      <a:pt x="1101" y="1061"/>
                    </a:cubicBezTo>
                    <a:cubicBezTo>
                      <a:pt x="507" y="1656"/>
                      <a:pt x="172" y="2463"/>
                      <a:pt x="172" y="3305"/>
                    </a:cubicBezTo>
                    <a:cubicBezTo>
                      <a:pt x="172" y="4146"/>
                      <a:pt x="507" y="4953"/>
                      <a:pt x="1101" y="5548"/>
                    </a:cubicBezTo>
                    <a:cubicBezTo>
                      <a:pt x="1696" y="6143"/>
                      <a:pt x="2503" y="6478"/>
                      <a:pt x="334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29" name="Freeform: Shape 9028">
                <a:extLst>
                  <a:ext uri="{FF2B5EF4-FFF2-40B4-BE49-F238E27FC236}">
                    <a16:creationId xmlns:a16="http://schemas.microsoft.com/office/drawing/2014/main" id="{D342B411-8966-F6B8-994C-7DC6E4A8904F}"/>
                  </a:ext>
                </a:extLst>
              </p:cNvPr>
              <p:cNvSpPr/>
              <p:nvPr/>
            </p:nvSpPr>
            <p:spPr>
              <a:xfrm>
                <a:off x="8634886" y="5158367"/>
                <a:ext cx="6343" cy="6345"/>
              </a:xfrm>
              <a:custGeom>
                <a:avLst/>
                <a:gdLst>
                  <a:gd name="connsiteX0" fmla="*/ 3347 w 6343"/>
                  <a:gd name="connsiteY0" fmla="*/ 6478 h 6345"/>
                  <a:gd name="connsiteX1" fmla="*/ 5590 w 6343"/>
                  <a:gd name="connsiteY1" fmla="*/ 5548 h 6345"/>
                  <a:gd name="connsiteX2" fmla="*/ 6519 w 6343"/>
                  <a:gd name="connsiteY2" fmla="*/ 3305 h 6345"/>
                  <a:gd name="connsiteX3" fmla="*/ 5590 w 6343"/>
                  <a:gd name="connsiteY3" fmla="*/ 1062 h 6345"/>
                  <a:gd name="connsiteX4" fmla="*/ 3347 w 6343"/>
                  <a:gd name="connsiteY4" fmla="*/ 132 h 6345"/>
                  <a:gd name="connsiteX5" fmla="*/ 1104 w 6343"/>
                  <a:gd name="connsiteY5" fmla="*/ 1062 h 6345"/>
                  <a:gd name="connsiteX6" fmla="*/ 175 w 6343"/>
                  <a:gd name="connsiteY6" fmla="*/ 3305 h 6345"/>
                  <a:gd name="connsiteX7" fmla="*/ 1104 w 6343"/>
                  <a:gd name="connsiteY7" fmla="*/ 5548 h 6345"/>
                  <a:gd name="connsiteX8" fmla="*/ 334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7" y="6478"/>
                    </a:moveTo>
                    <a:cubicBezTo>
                      <a:pt x="4188" y="6478"/>
                      <a:pt x="4995" y="6143"/>
                      <a:pt x="5590" y="5548"/>
                    </a:cubicBezTo>
                    <a:cubicBezTo>
                      <a:pt x="6184" y="4953"/>
                      <a:pt x="6519" y="4146"/>
                      <a:pt x="6519" y="3305"/>
                    </a:cubicBezTo>
                    <a:cubicBezTo>
                      <a:pt x="6519" y="2464"/>
                      <a:pt x="6184" y="1657"/>
                      <a:pt x="5590" y="1062"/>
                    </a:cubicBezTo>
                    <a:cubicBezTo>
                      <a:pt x="4995" y="467"/>
                      <a:pt x="4188" y="132"/>
                      <a:pt x="3347" y="132"/>
                    </a:cubicBezTo>
                    <a:cubicBezTo>
                      <a:pt x="2506" y="132"/>
                      <a:pt x="1699" y="467"/>
                      <a:pt x="1104" y="1062"/>
                    </a:cubicBezTo>
                    <a:cubicBezTo>
                      <a:pt x="510" y="1657"/>
                      <a:pt x="175" y="2464"/>
                      <a:pt x="175" y="3305"/>
                    </a:cubicBezTo>
                    <a:cubicBezTo>
                      <a:pt x="175" y="4146"/>
                      <a:pt x="510" y="4953"/>
                      <a:pt x="1104" y="5548"/>
                    </a:cubicBezTo>
                    <a:cubicBezTo>
                      <a:pt x="1699" y="6143"/>
                      <a:pt x="2506" y="6478"/>
                      <a:pt x="334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30" name="Freeform: Shape 9029">
                <a:extLst>
                  <a:ext uri="{FF2B5EF4-FFF2-40B4-BE49-F238E27FC236}">
                    <a16:creationId xmlns:a16="http://schemas.microsoft.com/office/drawing/2014/main" id="{428B63DC-754A-A95D-066E-558BAAF9BF7D}"/>
                  </a:ext>
                </a:extLst>
              </p:cNvPr>
              <p:cNvSpPr/>
              <p:nvPr/>
            </p:nvSpPr>
            <p:spPr>
              <a:xfrm>
                <a:off x="8659440" y="5157525"/>
                <a:ext cx="6343" cy="6345"/>
              </a:xfrm>
              <a:custGeom>
                <a:avLst/>
                <a:gdLst>
                  <a:gd name="connsiteX0" fmla="*/ 3349 w 6343"/>
                  <a:gd name="connsiteY0" fmla="*/ 6478 h 6345"/>
                  <a:gd name="connsiteX1" fmla="*/ 5592 w 6343"/>
                  <a:gd name="connsiteY1" fmla="*/ 5548 h 6345"/>
                  <a:gd name="connsiteX2" fmla="*/ 6521 w 6343"/>
                  <a:gd name="connsiteY2" fmla="*/ 3305 h 6345"/>
                  <a:gd name="connsiteX3" fmla="*/ 5592 w 6343"/>
                  <a:gd name="connsiteY3" fmla="*/ 1061 h 6345"/>
                  <a:gd name="connsiteX4" fmla="*/ 3349 w 6343"/>
                  <a:gd name="connsiteY4" fmla="*/ 132 h 6345"/>
                  <a:gd name="connsiteX5" fmla="*/ 1106 w 6343"/>
                  <a:gd name="connsiteY5" fmla="*/ 1061 h 6345"/>
                  <a:gd name="connsiteX6" fmla="*/ 177 w 6343"/>
                  <a:gd name="connsiteY6" fmla="*/ 3305 h 6345"/>
                  <a:gd name="connsiteX7" fmla="*/ 1106 w 6343"/>
                  <a:gd name="connsiteY7" fmla="*/ 5548 h 6345"/>
                  <a:gd name="connsiteX8" fmla="*/ 334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478"/>
                    </a:moveTo>
                    <a:cubicBezTo>
                      <a:pt x="4190" y="6478"/>
                      <a:pt x="4997" y="6143"/>
                      <a:pt x="5592" y="5548"/>
                    </a:cubicBezTo>
                    <a:cubicBezTo>
                      <a:pt x="6186" y="4953"/>
                      <a:pt x="6521" y="4146"/>
                      <a:pt x="6521" y="3305"/>
                    </a:cubicBezTo>
                    <a:cubicBezTo>
                      <a:pt x="6521" y="2464"/>
                      <a:pt x="6186" y="1656"/>
                      <a:pt x="5592" y="1061"/>
                    </a:cubicBezTo>
                    <a:cubicBezTo>
                      <a:pt x="4997" y="467"/>
                      <a:pt x="4190" y="132"/>
                      <a:pt x="3349" y="132"/>
                    </a:cubicBezTo>
                    <a:cubicBezTo>
                      <a:pt x="2508" y="132"/>
                      <a:pt x="1701" y="467"/>
                      <a:pt x="1106" y="1061"/>
                    </a:cubicBezTo>
                    <a:cubicBezTo>
                      <a:pt x="512" y="1656"/>
                      <a:pt x="177" y="2464"/>
                      <a:pt x="177" y="3305"/>
                    </a:cubicBezTo>
                    <a:cubicBezTo>
                      <a:pt x="177" y="4146"/>
                      <a:pt x="512" y="4953"/>
                      <a:pt x="1106" y="5548"/>
                    </a:cubicBezTo>
                    <a:cubicBezTo>
                      <a:pt x="1701" y="6143"/>
                      <a:pt x="2508" y="6478"/>
                      <a:pt x="334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31" name="Freeform: Shape 9030">
                <a:extLst>
                  <a:ext uri="{FF2B5EF4-FFF2-40B4-BE49-F238E27FC236}">
                    <a16:creationId xmlns:a16="http://schemas.microsoft.com/office/drawing/2014/main" id="{5FFB3E15-C2D0-8CBC-15C2-C4A75C5CACD9}"/>
                  </a:ext>
                </a:extLst>
              </p:cNvPr>
              <p:cNvSpPr/>
              <p:nvPr/>
            </p:nvSpPr>
            <p:spPr>
              <a:xfrm>
                <a:off x="8694422" y="5158863"/>
                <a:ext cx="6343" cy="6345"/>
              </a:xfrm>
              <a:custGeom>
                <a:avLst/>
                <a:gdLst>
                  <a:gd name="connsiteX0" fmla="*/ 3352 w 6343"/>
                  <a:gd name="connsiteY0" fmla="*/ 6478 h 6345"/>
                  <a:gd name="connsiteX1" fmla="*/ 5594 w 6343"/>
                  <a:gd name="connsiteY1" fmla="*/ 5548 h 6345"/>
                  <a:gd name="connsiteX2" fmla="*/ 6523 w 6343"/>
                  <a:gd name="connsiteY2" fmla="*/ 3305 h 6345"/>
                  <a:gd name="connsiteX3" fmla="*/ 5594 w 6343"/>
                  <a:gd name="connsiteY3" fmla="*/ 1062 h 6345"/>
                  <a:gd name="connsiteX4" fmla="*/ 3352 w 6343"/>
                  <a:gd name="connsiteY4" fmla="*/ 132 h 6345"/>
                  <a:gd name="connsiteX5" fmla="*/ 1109 w 6343"/>
                  <a:gd name="connsiteY5" fmla="*/ 1062 h 6345"/>
                  <a:gd name="connsiteX6" fmla="*/ 180 w 6343"/>
                  <a:gd name="connsiteY6" fmla="*/ 3305 h 6345"/>
                  <a:gd name="connsiteX7" fmla="*/ 1109 w 6343"/>
                  <a:gd name="connsiteY7" fmla="*/ 5548 h 6345"/>
                  <a:gd name="connsiteX8" fmla="*/ 335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478"/>
                    </a:moveTo>
                    <a:cubicBezTo>
                      <a:pt x="4193" y="6478"/>
                      <a:pt x="5000" y="6143"/>
                      <a:pt x="5594" y="5548"/>
                    </a:cubicBezTo>
                    <a:cubicBezTo>
                      <a:pt x="6189" y="4954"/>
                      <a:pt x="6523" y="4146"/>
                      <a:pt x="6523" y="3305"/>
                    </a:cubicBezTo>
                    <a:cubicBezTo>
                      <a:pt x="6523" y="2464"/>
                      <a:pt x="6189" y="1657"/>
                      <a:pt x="5594" y="1062"/>
                    </a:cubicBezTo>
                    <a:cubicBezTo>
                      <a:pt x="5000" y="467"/>
                      <a:pt x="4193" y="132"/>
                      <a:pt x="3352" y="132"/>
                    </a:cubicBezTo>
                    <a:cubicBezTo>
                      <a:pt x="2511" y="132"/>
                      <a:pt x="1704" y="467"/>
                      <a:pt x="1109" y="1062"/>
                    </a:cubicBezTo>
                    <a:cubicBezTo>
                      <a:pt x="514" y="1657"/>
                      <a:pt x="180" y="2464"/>
                      <a:pt x="180" y="3305"/>
                    </a:cubicBezTo>
                    <a:cubicBezTo>
                      <a:pt x="180" y="4146"/>
                      <a:pt x="514" y="4954"/>
                      <a:pt x="1109" y="5548"/>
                    </a:cubicBezTo>
                    <a:cubicBezTo>
                      <a:pt x="1704" y="6143"/>
                      <a:pt x="2511" y="6478"/>
                      <a:pt x="335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32" name="Freeform: Shape 9031">
                <a:extLst>
                  <a:ext uri="{FF2B5EF4-FFF2-40B4-BE49-F238E27FC236}">
                    <a16:creationId xmlns:a16="http://schemas.microsoft.com/office/drawing/2014/main" id="{4A627FE9-B77D-0409-05B3-6B1E6F1137DC}"/>
                  </a:ext>
                </a:extLst>
              </p:cNvPr>
              <p:cNvSpPr/>
              <p:nvPr/>
            </p:nvSpPr>
            <p:spPr>
              <a:xfrm>
                <a:off x="8724478" y="5159715"/>
                <a:ext cx="6343" cy="6345"/>
              </a:xfrm>
              <a:custGeom>
                <a:avLst/>
                <a:gdLst>
                  <a:gd name="connsiteX0" fmla="*/ 3354 w 6343"/>
                  <a:gd name="connsiteY0" fmla="*/ 6478 h 6345"/>
                  <a:gd name="connsiteX1" fmla="*/ 5597 w 6343"/>
                  <a:gd name="connsiteY1" fmla="*/ 5549 h 6345"/>
                  <a:gd name="connsiteX2" fmla="*/ 6526 w 6343"/>
                  <a:gd name="connsiteY2" fmla="*/ 3305 h 6345"/>
                  <a:gd name="connsiteX3" fmla="*/ 5597 w 6343"/>
                  <a:gd name="connsiteY3" fmla="*/ 1062 h 6345"/>
                  <a:gd name="connsiteX4" fmla="*/ 3354 w 6343"/>
                  <a:gd name="connsiteY4" fmla="*/ 132 h 6345"/>
                  <a:gd name="connsiteX5" fmla="*/ 1111 w 6343"/>
                  <a:gd name="connsiteY5" fmla="*/ 1062 h 6345"/>
                  <a:gd name="connsiteX6" fmla="*/ 183 w 6343"/>
                  <a:gd name="connsiteY6" fmla="*/ 3305 h 6345"/>
                  <a:gd name="connsiteX7" fmla="*/ 1111 w 6343"/>
                  <a:gd name="connsiteY7" fmla="*/ 5549 h 6345"/>
                  <a:gd name="connsiteX8" fmla="*/ 335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478"/>
                    </a:moveTo>
                    <a:cubicBezTo>
                      <a:pt x="4195" y="6478"/>
                      <a:pt x="5002" y="6144"/>
                      <a:pt x="5597" y="5549"/>
                    </a:cubicBezTo>
                    <a:cubicBezTo>
                      <a:pt x="6191" y="4954"/>
                      <a:pt x="6526" y="4147"/>
                      <a:pt x="6526" y="3305"/>
                    </a:cubicBezTo>
                    <a:cubicBezTo>
                      <a:pt x="6526" y="2464"/>
                      <a:pt x="6191" y="1657"/>
                      <a:pt x="5597" y="1062"/>
                    </a:cubicBezTo>
                    <a:cubicBezTo>
                      <a:pt x="5002" y="467"/>
                      <a:pt x="4195" y="132"/>
                      <a:pt x="3354" y="132"/>
                    </a:cubicBezTo>
                    <a:cubicBezTo>
                      <a:pt x="2513" y="132"/>
                      <a:pt x="1706" y="467"/>
                      <a:pt x="1111" y="1062"/>
                    </a:cubicBezTo>
                    <a:cubicBezTo>
                      <a:pt x="517" y="1657"/>
                      <a:pt x="183" y="2464"/>
                      <a:pt x="183" y="3305"/>
                    </a:cubicBezTo>
                    <a:cubicBezTo>
                      <a:pt x="183" y="4147"/>
                      <a:pt x="517" y="4954"/>
                      <a:pt x="1111" y="5549"/>
                    </a:cubicBezTo>
                    <a:cubicBezTo>
                      <a:pt x="1706" y="6144"/>
                      <a:pt x="2513" y="6478"/>
                      <a:pt x="335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33" name="Freeform: Shape 9032">
                <a:extLst>
                  <a:ext uri="{FF2B5EF4-FFF2-40B4-BE49-F238E27FC236}">
                    <a16:creationId xmlns:a16="http://schemas.microsoft.com/office/drawing/2014/main" id="{6A7DF1BF-2114-45CD-3504-0E14A857E73E}"/>
                  </a:ext>
                </a:extLst>
              </p:cNvPr>
              <p:cNvSpPr/>
              <p:nvPr/>
            </p:nvSpPr>
            <p:spPr>
              <a:xfrm>
                <a:off x="8742897" y="5158692"/>
                <a:ext cx="6343" cy="6345"/>
              </a:xfrm>
              <a:custGeom>
                <a:avLst/>
                <a:gdLst>
                  <a:gd name="connsiteX0" fmla="*/ 3356 w 6343"/>
                  <a:gd name="connsiteY0" fmla="*/ 6478 h 6345"/>
                  <a:gd name="connsiteX1" fmla="*/ 5598 w 6343"/>
                  <a:gd name="connsiteY1" fmla="*/ 5548 h 6345"/>
                  <a:gd name="connsiteX2" fmla="*/ 6527 w 6343"/>
                  <a:gd name="connsiteY2" fmla="*/ 3305 h 6345"/>
                  <a:gd name="connsiteX3" fmla="*/ 5598 w 6343"/>
                  <a:gd name="connsiteY3" fmla="*/ 1062 h 6345"/>
                  <a:gd name="connsiteX4" fmla="*/ 3356 w 6343"/>
                  <a:gd name="connsiteY4" fmla="*/ 132 h 6345"/>
                  <a:gd name="connsiteX5" fmla="*/ 1113 w 6343"/>
                  <a:gd name="connsiteY5" fmla="*/ 1062 h 6345"/>
                  <a:gd name="connsiteX6" fmla="*/ 184 w 6343"/>
                  <a:gd name="connsiteY6" fmla="*/ 3305 h 6345"/>
                  <a:gd name="connsiteX7" fmla="*/ 1113 w 6343"/>
                  <a:gd name="connsiteY7" fmla="*/ 5548 h 6345"/>
                  <a:gd name="connsiteX8" fmla="*/ 335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478"/>
                    </a:moveTo>
                    <a:cubicBezTo>
                      <a:pt x="4197" y="6478"/>
                      <a:pt x="5003" y="6143"/>
                      <a:pt x="5598" y="5548"/>
                    </a:cubicBezTo>
                    <a:cubicBezTo>
                      <a:pt x="6193" y="4953"/>
                      <a:pt x="6527" y="4146"/>
                      <a:pt x="6527" y="3305"/>
                    </a:cubicBezTo>
                    <a:cubicBezTo>
                      <a:pt x="6527" y="2464"/>
                      <a:pt x="6193" y="1657"/>
                      <a:pt x="5598" y="1062"/>
                    </a:cubicBezTo>
                    <a:cubicBezTo>
                      <a:pt x="5003" y="467"/>
                      <a:pt x="4197" y="132"/>
                      <a:pt x="3356" y="132"/>
                    </a:cubicBezTo>
                    <a:cubicBezTo>
                      <a:pt x="2514" y="132"/>
                      <a:pt x="1708" y="467"/>
                      <a:pt x="1113" y="1062"/>
                    </a:cubicBezTo>
                    <a:cubicBezTo>
                      <a:pt x="518" y="1657"/>
                      <a:pt x="184" y="2464"/>
                      <a:pt x="184" y="3305"/>
                    </a:cubicBezTo>
                    <a:cubicBezTo>
                      <a:pt x="184" y="4146"/>
                      <a:pt x="518" y="4953"/>
                      <a:pt x="1113" y="5548"/>
                    </a:cubicBezTo>
                    <a:cubicBezTo>
                      <a:pt x="1708" y="6143"/>
                      <a:pt x="2514" y="6478"/>
                      <a:pt x="335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34" name="Freeform: Shape 9033">
                <a:extLst>
                  <a:ext uri="{FF2B5EF4-FFF2-40B4-BE49-F238E27FC236}">
                    <a16:creationId xmlns:a16="http://schemas.microsoft.com/office/drawing/2014/main" id="{90618A4E-4B07-93EE-1641-8E4DD6987ADF}"/>
                  </a:ext>
                </a:extLst>
              </p:cNvPr>
              <p:cNvSpPr/>
              <p:nvPr/>
            </p:nvSpPr>
            <p:spPr>
              <a:xfrm>
                <a:off x="8767031" y="5159032"/>
                <a:ext cx="6343" cy="6345"/>
              </a:xfrm>
              <a:custGeom>
                <a:avLst/>
                <a:gdLst>
                  <a:gd name="connsiteX0" fmla="*/ 3357 w 6343"/>
                  <a:gd name="connsiteY0" fmla="*/ 6478 h 6345"/>
                  <a:gd name="connsiteX1" fmla="*/ 5600 w 6343"/>
                  <a:gd name="connsiteY1" fmla="*/ 5548 h 6345"/>
                  <a:gd name="connsiteX2" fmla="*/ 6529 w 6343"/>
                  <a:gd name="connsiteY2" fmla="*/ 3305 h 6345"/>
                  <a:gd name="connsiteX3" fmla="*/ 5600 w 6343"/>
                  <a:gd name="connsiteY3" fmla="*/ 1062 h 6345"/>
                  <a:gd name="connsiteX4" fmla="*/ 3357 w 6343"/>
                  <a:gd name="connsiteY4" fmla="*/ 132 h 6345"/>
                  <a:gd name="connsiteX5" fmla="*/ 1115 w 6343"/>
                  <a:gd name="connsiteY5" fmla="*/ 1062 h 6345"/>
                  <a:gd name="connsiteX6" fmla="*/ 186 w 6343"/>
                  <a:gd name="connsiteY6" fmla="*/ 3305 h 6345"/>
                  <a:gd name="connsiteX7" fmla="*/ 1115 w 6343"/>
                  <a:gd name="connsiteY7" fmla="*/ 5548 h 6345"/>
                  <a:gd name="connsiteX8" fmla="*/ 335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478"/>
                    </a:moveTo>
                    <a:cubicBezTo>
                      <a:pt x="4199" y="6478"/>
                      <a:pt x="5005" y="6143"/>
                      <a:pt x="5600" y="5548"/>
                    </a:cubicBezTo>
                    <a:cubicBezTo>
                      <a:pt x="6195" y="4954"/>
                      <a:pt x="6529" y="4146"/>
                      <a:pt x="6529" y="3305"/>
                    </a:cubicBezTo>
                    <a:cubicBezTo>
                      <a:pt x="6529" y="2464"/>
                      <a:pt x="6195" y="1657"/>
                      <a:pt x="5600" y="1062"/>
                    </a:cubicBezTo>
                    <a:cubicBezTo>
                      <a:pt x="5005" y="467"/>
                      <a:pt x="4199" y="132"/>
                      <a:pt x="3357" y="132"/>
                    </a:cubicBezTo>
                    <a:cubicBezTo>
                      <a:pt x="2516" y="132"/>
                      <a:pt x="1710" y="467"/>
                      <a:pt x="1115" y="1062"/>
                    </a:cubicBezTo>
                    <a:cubicBezTo>
                      <a:pt x="520" y="1657"/>
                      <a:pt x="186" y="2464"/>
                      <a:pt x="186" y="3305"/>
                    </a:cubicBezTo>
                    <a:cubicBezTo>
                      <a:pt x="186" y="4146"/>
                      <a:pt x="520" y="4954"/>
                      <a:pt x="1115" y="5548"/>
                    </a:cubicBezTo>
                    <a:cubicBezTo>
                      <a:pt x="1710" y="6143"/>
                      <a:pt x="2516" y="6478"/>
                      <a:pt x="335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35" name="Freeform: Shape 9034">
                <a:extLst>
                  <a:ext uri="{FF2B5EF4-FFF2-40B4-BE49-F238E27FC236}">
                    <a16:creationId xmlns:a16="http://schemas.microsoft.com/office/drawing/2014/main" id="{621E12D5-0B0C-C46C-7DC0-A26E889DCFF1}"/>
                  </a:ext>
                </a:extLst>
              </p:cNvPr>
              <p:cNvSpPr/>
              <p:nvPr/>
            </p:nvSpPr>
            <p:spPr>
              <a:xfrm>
                <a:off x="8795317" y="5160524"/>
                <a:ext cx="6343" cy="6345"/>
              </a:xfrm>
              <a:custGeom>
                <a:avLst/>
                <a:gdLst>
                  <a:gd name="connsiteX0" fmla="*/ 3360 w 6343"/>
                  <a:gd name="connsiteY0" fmla="*/ 6478 h 6345"/>
                  <a:gd name="connsiteX1" fmla="*/ 5602 w 6343"/>
                  <a:gd name="connsiteY1" fmla="*/ 5549 h 6345"/>
                  <a:gd name="connsiteX2" fmla="*/ 6531 w 6343"/>
                  <a:gd name="connsiteY2" fmla="*/ 3305 h 6345"/>
                  <a:gd name="connsiteX3" fmla="*/ 5602 w 6343"/>
                  <a:gd name="connsiteY3" fmla="*/ 1062 h 6345"/>
                  <a:gd name="connsiteX4" fmla="*/ 3360 w 6343"/>
                  <a:gd name="connsiteY4" fmla="*/ 132 h 6345"/>
                  <a:gd name="connsiteX5" fmla="*/ 1117 w 6343"/>
                  <a:gd name="connsiteY5" fmla="*/ 1062 h 6345"/>
                  <a:gd name="connsiteX6" fmla="*/ 188 w 6343"/>
                  <a:gd name="connsiteY6" fmla="*/ 3305 h 6345"/>
                  <a:gd name="connsiteX7" fmla="*/ 1117 w 6343"/>
                  <a:gd name="connsiteY7" fmla="*/ 5549 h 6345"/>
                  <a:gd name="connsiteX8" fmla="*/ 336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478"/>
                    </a:moveTo>
                    <a:cubicBezTo>
                      <a:pt x="4201" y="6478"/>
                      <a:pt x="5008" y="6144"/>
                      <a:pt x="5602" y="5549"/>
                    </a:cubicBezTo>
                    <a:cubicBezTo>
                      <a:pt x="6197" y="4954"/>
                      <a:pt x="6531" y="4147"/>
                      <a:pt x="6531" y="3305"/>
                    </a:cubicBezTo>
                    <a:cubicBezTo>
                      <a:pt x="6531" y="2464"/>
                      <a:pt x="6197" y="1657"/>
                      <a:pt x="5602" y="1062"/>
                    </a:cubicBezTo>
                    <a:cubicBezTo>
                      <a:pt x="5008" y="467"/>
                      <a:pt x="4201" y="132"/>
                      <a:pt x="3360" y="132"/>
                    </a:cubicBezTo>
                    <a:cubicBezTo>
                      <a:pt x="2519" y="132"/>
                      <a:pt x="1712" y="467"/>
                      <a:pt x="1117" y="1062"/>
                    </a:cubicBezTo>
                    <a:cubicBezTo>
                      <a:pt x="522" y="1657"/>
                      <a:pt x="188" y="2464"/>
                      <a:pt x="188" y="3305"/>
                    </a:cubicBezTo>
                    <a:cubicBezTo>
                      <a:pt x="188" y="4147"/>
                      <a:pt x="522" y="4954"/>
                      <a:pt x="1117" y="5549"/>
                    </a:cubicBezTo>
                    <a:cubicBezTo>
                      <a:pt x="1712" y="6144"/>
                      <a:pt x="2519" y="6478"/>
                      <a:pt x="336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36" name="Freeform: Shape 9035">
                <a:extLst>
                  <a:ext uri="{FF2B5EF4-FFF2-40B4-BE49-F238E27FC236}">
                    <a16:creationId xmlns:a16="http://schemas.microsoft.com/office/drawing/2014/main" id="{F9B44A7F-5FA7-DB87-D8EF-B46A44BEDAED}"/>
                  </a:ext>
                </a:extLst>
              </p:cNvPr>
              <p:cNvSpPr/>
              <p:nvPr/>
            </p:nvSpPr>
            <p:spPr>
              <a:xfrm>
                <a:off x="8812865" y="5160089"/>
                <a:ext cx="6343" cy="6345"/>
              </a:xfrm>
              <a:custGeom>
                <a:avLst/>
                <a:gdLst>
                  <a:gd name="connsiteX0" fmla="*/ 3361 w 6343"/>
                  <a:gd name="connsiteY0" fmla="*/ 6478 h 6345"/>
                  <a:gd name="connsiteX1" fmla="*/ 5604 w 6343"/>
                  <a:gd name="connsiteY1" fmla="*/ 5549 h 6345"/>
                  <a:gd name="connsiteX2" fmla="*/ 6533 w 6343"/>
                  <a:gd name="connsiteY2" fmla="*/ 3305 h 6345"/>
                  <a:gd name="connsiteX3" fmla="*/ 5604 w 6343"/>
                  <a:gd name="connsiteY3" fmla="*/ 1062 h 6345"/>
                  <a:gd name="connsiteX4" fmla="*/ 3361 w 6343"/>
                  <a:gd name="connsiteY4" fmla="*/ 132 h 6345"/>
                  <a:gd name="connsiteX5" fmla="*/ 1118 w 6343"/>
                  <a:gd name="connsiteY5" fmla="*/ 1062 h 6345"/>
                  <a:gd name="connsiteX6" fmla="*/ 189 w 6343"/>
                  <a:gd name="connsiteY6" fmla="*/ 3305 h 6345"/>
                  <a:gd name="connsiteX7" fmla="*/ 1118 w 6343"/>
                  <a:gd name="connsiteY7" fmla="*/ 5549 h 6345"/>
                  <a:gd name="connsiteX8" fmla="*/ 336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78"/>
                    </a:moveTo>
                    <a:cubicBezTo>
                      <a:pt x="4202" y="6478"/>
                      <a:pt x="5009" y="6144"/>
                      <a:pt x="5604" y="5549"/>
                    </a:cubicBezTo>
                    <a:cubicBezTo>
                      <a:pt x="6198" y="4954"/>
                      <a:pt x="6533" y="4147"/>
                      <a:pt x="6533" y="3305"/>
                    </a:cubicBezTo>
                    <a:cubicBezTo>
                      <a:pt x="6533" y="2464"/>
                      <a:pt x="6198" y="1657"/>
                      <a:pt x="5604" y="1062"/>
                    </a:cubicBezTo>
                    <a:cubicBezTo>
                      <a:pt x="5009" y="467"/>
                      <a:pt x="4202" y="132"/>
                      <a:pt x="3361" y="132"/>
                    </a:cubicBezTo>
                    <a:cubicBezTo>
                      <a:pt x="2520" y="132"/>
                      <a:pt x="1713" y="467"/>
                      <a:pt x="1118" y="1062"/>
                    </a:cubicBezTo>
                    <a:cubicBezTo>
                      <a:pt x="524" y="1657"/>
                      <a:pt x="189" y="2464"/>
                      <a:pt x="189" y="3305"/>
                    </a:cubicBezTo>
                    <a:cubicBezTo>
                      <a:pt x="189" y="4147"/>
                      <a:pt x="524" y="4954"/>
                      <a:pt x="1118" y="5549"/>
                    </a:cubicBezTo>
                    <a:cubicBezTo>
                      <a:pt x="1713" y="6144"/>
                      <a:pt x="2520" y="6478"/>
                      <a:pt x="336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37" name="Freeform: Shape 9036">
                <a:extLst>
                  <a:ext uri="{FF2B5EF4-FFF2-40B4-BE49-F238E27FC236}">
                    <a16:creationId xmlns:a16="http://schemas.microsoft.com/office/drawing/2014/main" id="{D31D5563-0469-528B-8400-9AEA241E1002}"/>
                  </a:ext>
                </a:extLst>
              </p:cNvPr>
              <p:cNvSpPr/>
              <p:nvPr/>
            </p:nvSpPr>
            <p:spPr>
              <a:xfrm>
                <a:off x="8834199" y="5160697"/>
                <a:ext cx="6343" cy="6345"/>
              </a:xfrm>
              <a:custGeom>
                <a:avLst/>
                <a:gdLst>
                  <a:gd name="connsiteX0" fmla="*/ 3363 w 6343"/>
                  <a:gd name="connsiteY0" fmla="*/ 6478 h 6345"/>
                  <a:gd name="connsiteX1" fmla="*/ 5605 w 6343"/>
                  <a:gd name="connsiteY1" fmla="*/ 5549 h 6345"/>
                  <a:gd name="connsiteX2" fmla="*/ 6534 w 6343"/>
                  <a:gd name="connsiteY2" fmla="*/ 3305 h 6345"/>
                  <a:gd name="connsiteX3" fmla="*/ 5605 w 6343"/>
                  <a:gd name="connsiteY3" fmla="*/ 1062 h 6345"/>
                  <a:gd name="connsiteX4" fmla="*/ 3363 w 6343"/>
                  <a:gd name="connsiteY4" fmla="*/ 132 h 6345"/>
                  <a:gd name="connsiteX5" fmla="*/ 1120 w 6343"/>
                  <a:gd name="connsiteY5" fmla="*/ 1062 h 6345"/>
                  <a:gd name="connsiteX6" fmla="*/ 191 w 6343"/>
                  <a:gd name="connsiteY6" fmla="*/ 3305 h 6345"/>
                  <a:gd name="connsiteX7" fmla="*/ 1120 w 6343"/>
                  <a:gd name="connsiteY7" fmla="*/ 5549 h 6345"/>
                  <a:gd name="connsiteX8" fmla="*/ 336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478"/>
                    </a:moveTo>
                    <a:cubicBezTo>
                      <a:pt x="4204" y="6478"/>
                      <a:pt x="5011" y="6144"/>
                      <a:pt x="5605" y="5549"/>
                    </a:cubicBezTo>
                    <a:cubicBezTo>
                      <a:pt x="6200" y="4954"/>
                      <a:pt x="6534" y="4147"/>
                      <a:pt x="6534" y="3305"/>
                    </a:cubicBezTo>
                    <a:cubicBezTo>
                      <a:pt x="6534" y="2464"/>
                      <a:pt x="6200" y="1657"/>
                      <a:pt x="5605" y="1062"/>
                    </a:cubicBezTo>
                    <a:cubicBezTo>
                      <a:pt x="5011" y="467"/>
                      <a:pt x="4204" y="132"/>
                      <a:pt x="3363" y="132"/>
                    </a:cubicBezTo>
                    <a:cubicBezTo>
                      <a:pt x="2522" y="132"/>
                      <a:pt x="1715" y="467"/>
                      <a:pt x="1120" y="1062"/>
                    </a:cubicBezTo>
                    <a:cubicBezTo>
                      <a:pt x="525" y="1657"/>
                      <a:pt x="191" y="2464"/>
                      <a:pt x="191" y="3305"/>
                    </a:cubicBezTo>
                    <a:cubicBezTo>
                      <a:pt x="191" y="4147"/>
                      <a:pt x="525" y="4954"/>
                      <a:pt x="1120" y="5549"/>
                    </a:cubicBezTo>
                    <a:cubicBezTo>
                      <a:pt x="1715" y="6144"/>
                      <a:pt x="2522" y="6478"/>
                      <a:pt x="336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38" name="Freeform: Shape 9037">
                <a:extLst>
                  <a:ext uri="{FF2B5EF4-FFF2-40B4-BE49-F238E27FC236}">
                    <a16:creationId xmlns:a16="http://schemas.microsoft.com/office/drawing/2014/main" id="{FC4D353C-DC8D-7E42-E7F1-6540F1E277D5}"/>
                  </a:ext>
                </a:extLst>
              </p:cNvPr>
              <p:cNvSpPr/>
              <p:nvPr/>
            </p:nvSpPr>
            <p:spPr>
              <a:xfrm>
                <a:off x="8848084" y="5159892"/>
                <a:ext cx="6343" cy="6345"/>
              </a:xfrm>
              <a:custGeom>
                <a:avLst/>
                <a:gdLst>
                  <a:gd name="connsiteX0" fmla="*/ 3364 w 6343"/>
                  <a:gd name="connsiteY0" fmla="*/ 6478 h 6345"/>
                  <a:gd name="connsiteX1" fmla="*/ 5606 w 6343"/>
                  <a:gd name="connsiteY1" fmla="*/ 5549 h 6345"/>
                  <a:gd name="connsiteX2" fmla="*/ 6535 w 6343"/>
                  <a:gd name="connsiteY2" fmla="*/ 3305 h 6345"/>
                  <a:gd name="connsiteX3" fmla="*/ 5606 w 6343"/>
                  <a:gd name="connsiteY3" fmla="*/ 1062 h 6345"/>
                  <a:gd name="connsiteX4" fmla="*/ 3364 w 6343"/>
                  <a:gd name="connsiteY4" fmla="*/ 132 h 6345"/>
                  <a:gd name="connsiteX5" fmla="*/ 1121 w 6343"/>
                  <a:gd name="connsiteY5" fmla="*/ 1062 h 6345"/>
                  <a:gd name="connsiteX6" fmla="*/ 192 w 6343"/>
                  <a:gd name="connsiteY6" fmla="*/ 3305 h 6345"/>
                  <a:gd name="connsiteX7" fmla="*/ 1121 w 6343"/>
                  <a:gd name="connsiteY7" fmla="*/ 5549 h 6345"/>
                  <a:gd name="connsiteX8" fmla="*/ 336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478"/>
                    </a:moveTo>
                    <a:cubicBezTo>
                      <a:pt x="4205" y="6478"/>
                      <a:pt x="5012" y="6144"/>
                      <a:pt x="5606" y="5549"/>
                    </a:cubicBezTo>
                    <a:cubicBezTo>
                      <a:pt x="6201" y="4954"/>
                      <a:pt x="6535" y="4147"/>
                      <a:pt x="6535" y="3305"/>
                    </a:cubicBezTo>
                    <a:cubicBezTo>
                      <a:pt x="6535" y="2464"/>
                      <a:pt x="6201" y="1657"/>
                      <a:pt x="5606" y="1062"/>
                    </a:cubicBezTo>
                    <a:cubicBezTo>
                      <a:pt x="5012" y="467"/>
                      <a:pt x="4205" y="132"/>
                      <a:pt x="3364" y="132"/>
                    </a:cubicBezTo>
                    <a:cubicBezTo>
                      <a:pt x="2523" y="132"/>
                      <a:pt x="1716" y="467"/>
                      <a:pt x="1121" y="1062"/>
                    </a:cubicBezTo>
                    <a:cubicBezTo>
                      <a:pt x="526" y="1657"/>
                      <a:pt x="192" y="2464"/>
                      <a:pt x="192" y="3305"/>
                    </a:cubicBezTo>
                    <a:cubicBezTo>
                      <a:pt x="192" y="4147"/>
                      <a:pt x="526" y="4954"/>
                      <a:pt x="1121" y="5549"/>
                    </a:cubicBezTo>
                    <a:cubicBezTo>
                      <a:pt x="1716" y="6144"/>
                      <a:pt x="2523" y="6478"/>
                      <a:pt x="336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39" name="Freeform: Shape 9038">
                <a:extLst>
                  <a:ext uri="{FF2B5EF4-FFF2-40B4-BE49-F238E27FC236}">
                    <a16:creationId xmlns:a16="http://schemas.microsoft.com/office/drawing/2014/main" id="{C2E2910D-1CD8-01EA-3055-0E372C16A098}"/>
                  </a:ext>
                </a:extLst>
              </p:cNvPr>
              <p:cNvSpPr/>
              <p:nvPr/>
            </p:nvSpPr>
            <p:spPr>
              <a:xfrm>
                <a:off x="8870525" y="5161236"/>
                <a:ext cx="6343" cy="6345"/>
              </a:xfrm>
              <a:custGeom>
                <a:avLst/>
                <a:gdLst>
                  <a:gd name="connsiteX0" fmla="*/ 3366 w 6343"/>
                  <a:gd name="connsiteY0" fmla="*/ 6478 h 6345"/>
                  <a:gd name="connsiteX1" fmla="*/ 5608 w 6343"/>
                  <a:gd name="connsiteY1" fmla="*/ 5549 h 6345"/>
                  <a:gd name="connsiteX2" fmla="*/ 6537 w 6343"/>
                  <a:gd name="connsiteY2" fmla="*/ 3305 h 6345"/>
                  <a:gd name="connsiteX3" fmla="*/ 5608 w 6343"/>
                  <a:gd name="connsiteY3" fmla="*/ 1062 h 6345"/>
                  <a:gd name="connsiteX4" fmla="*/ 3366 w 6343"/>
                  <a:gd name="connsiteY4" fmla="*/ 133 h 6345"/>
                  <a:gd name="connsiteX5" fmla="*/ 1123 w 6343"/>
                  <a:gd name="connsiteY5" fmla="*/ 1062 h 6345"/>
                  <a:gd name="connsiteX6" fmla="*/ 194 w 6343"/>
                  <a:gd name="connsiteY6" fmla="*/ 3305 h 6345"/>
                  <a:gd name="connsiteX7" fmla="*/ 1123 w 6343"/>
                  <a:gd name="connsiteY7" fmla="*/ 5549 h 6345"/>
                  <a:gd name="connsiteX8" fmla="*/ 336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6" y="6478"/>
                    </a:moveTo>
                    <a:cubicBezTo>
                      <a:pt x="4207" y="6478"/>
                      <a:pt x="5013" y="6144"/>
                      <a:pt x="5608" y="5549"/>
                    </a:cubicBezTo>
                    <a:cubicBezTo>
                      <a:pt x="6203" y="4954"/>
                      <a:pt x="6537" y="4147"/>
                      <a:pt x="6537" y="3305"/>
                    </a:cubicBezTo>
                    <a:cubicBezTo>
                      <a:pt x="6537" y="2464"/>
                      <a:pt x="6203" y="1657"/>
                      <a:pt x="5608" y="1062"/>
                    </a:cubicBezTo>
                    <a:cubicBezTo>
                      <a:pt x="5013" y="467"/>
                      <a:pt x="4207" y="133"/>
                      <a:pt x="3366" y="133"/>
                    </a:cubicBezTo>
                    <a:cubicBezTo>
                      <a:pt x="2524" y="133"/>
                      <a:pt x="1718" y="467"/>
                      <a:pt x="1123" y="1062"/>
                    </a:cubicBezTo>
                    <a:cubicBezTo>
                      <a:pt x="528" y="1657"/>
                      <a:pt x="194" y="2464"/>
                      <a:pt x="194" y="3305"/>
                    </a:cubicBezTo>
                    <a:cubicBezTo>
                      <a:pt x="194" y="4147"/>
                      <a:pt x="528" y="4954"/>
                      <a:pt x="1123" y="5549"/>
                    </a:cubicBezTo>
                    <a:cubicBezTo>
                      <a:pt x="1718" y="6144"/>
                      <a:pt x="2524" y="6478"/>
                      <a:pt x="336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40" name="Freeform: Shape 9039">
                <a:extLst>
                  <a:ext uri="{FF2B5EF4-FFF2-40B4-BE49-F238E27FC236}">
                    <a16:creationId xmlns:a16="http://schemas.microsoft.com/office/drawing/2014/main" id="{7838E9C9-08C9-2C1E-2F83-20780C050C0B}"/>
                  </a:ext>
                </a:extLst>
              </p:cNvPr>
              <p:cNvSpPr/>
              <p:nvPr/>
            </p:nvSpPr>
            <p:spPr>
              <a:xfrm>
                <a:off x="8888770" y="5161861"/>
                <a:ext cx="6343" cy="6345"/>
              </a:xfrm>
              <a:custGeom>
                <a:avLst/>
                <a:gdLst>
                  <a:gd name="connsiteX0" fmla="*/ 3367 w 6343"/>
                  <a:gd name="connsiteY0" fmla="*/ 6478 h 6345"/>
                  <a:gd name="connsiteX1" fmla="*/ 5610 w 6343"/>
                  <a:gd name="connsiteY1" fmla="*/ 5549 h 6345"/>
                  <a:gd name="connsiteX2" fmla="*/ 6539 w 6343"/>
                  <a:gd name="connsiteY2" fmla="*/ 3305 h 6345"/>
                  <a:gd name="connsiteX3" fmla="*/ 5610 w 6343"/>
                  <a:gd name="connsiteY3" fmla="*/ 1062 h 6345"/>
                  <a:gd name="connsiteX4" fmla="*/ 3367 w 6343"/>
                  <a:gd name="connsiteY4" fmla="*/ 133 h 6345"/>
                  <a:gd name="connsiteX5" fmla="*/ 1124 w 6343"/>
                  <a:gd name="connsiteY5" fmla="*/ 1062 h 6345"/>
                  <a:gd name="connsiteX6" fmla="*/ 195 w 6343"/>
                  <a:gd name="connsiteY6" fmla="*/ 3305 h 6345"/>
                  <a:gd name="connsiteX7" fmla="*/ 1124 w 6343"/>
                  <a:gd name="connsiteY7" fmla="*/ 5549 h 6345"/>
                  <a:gd name="connsiteX8" fmla="*/ 336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7" y="6478"/>
                    </a:moveTo>
                    <a:cubicBezTo>
                      <a:pt x="4208" y="6478"/>
                      <a:pt x="5015" y="6144"/>
                      <a:pt x="5610" y="5549"/>
                    </a:cubicBezTo>
                    <a:cubicBezTo>
                      <a:pt x="6204" y="4954"/>
                      <a:pt x="6539" y="4147"/>
                      <a:pt x="6539" y="3305"/>
                    </a:cubicBezTo>
                    <a:cubicBezTo>
                      <a:pt x="6539" y="2464"/>
                      <a:pt x="6204" y="1657"/>
                      <a:pt x="5610" y="1062"/>
                    </a:cubicBezTo>
                    <a:cubicBezTo>
                      <a:pt x="5015" y="467"/>
                      <a:pt x="4208" y="133"/>
                      <a:pt x="3367" y="133"/>
                    </a:cubicBezTo>
                    <a:cubicBezTo>
                      <a:pt x="2526" y="133"/>
                      <a:pt x="1719" y="467"/>
                      <a:pt x="1124" y="1062"/>
                    </a:cubicBezTo>
                    <a:cubicBezTo>
                      <a:pt x="530" y="1657"/>
                      <a:pt x="195" y="2464"/>
                      <a:pt x="195" y="3305"/>
                    </a:cubicBezTo>
                    <a:cubicBezTo>
                      <a:pt x="195" y="4147"/>
                      <a:pt x="530" y="4954"/>
                      <a:pt x="1124" y="5549"/>
                    </a:cubicBezTo>
                    <a:cubicBezTo>
                      <a:pt x="1719" y="6144"/>
                      <a:pt x="2526" y="6478"/>
                      <a:pt x="336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41" name="Freeform: Shape 9040">
                <a:extLst>
                  <a:ext uri="{FF2B5EF4-FFF2-40B4-BE49-F238E27FC236}">
                    <a16:creationId xmlns:a16="http://schemas.microsoft.com/office/drawing/2014/main" id="{9E5F3799-50A9-2FD0-218B-24312DB0B3C4}"/>
                  </a:ext>
                </a:extLst>
              </p:cNvPr>
              <p:cNvSpPr/>
              <p:nvPr/>
            </p:nvSpPr>
            <p:spPr>
              <a:xfrm>
                <a:off x="8902773" y="5161676"/>
                <a:ext cx="6343" cy="6345"/>
              </a:xfrm>
              <a:custGeom>
                <a:avLst/>
                <a:gdLst>
                  <a:gd name="connsiteX0" fmla="*/ 3368 w 6343"/>
                  <a:gd name="connsiteY0" fmla="*/ 6478 h 6345"/>
                  <a:gd name="connsiteX1" fmla="*/ 5611 w 6343"/>
                  <a:gd name="connsiteY1" fmla="*/ 5549 h 6345"/>
                  <a:gd name="connsiteX2" fmla="*/ 6540 w 6343"/>
                  <a:gd name="connsiteY2" fmla="*/ 3305 h 6345"/>
                  <a:gd name="connsiteX3" fmla="*/ 5611 w 6343"/>
                  <a:gd name="connsiteY3" fmla="*/ 1062 h 6345"/>
                  <a:gd name="connsiteX4" fmla="*/ 3368 w 6343"/>
                  <a:gd name="connsiteY4" fmla="*/ 133 h 6345"/>
                  <a:gd name="connsiteX5" fmla="*/ 1125 w 6343"/>
                  <a:gd name="connsiteY5" fmla="*/ 1062 h 6345"/>
                  <a:gd name="connsiteX6" fmla="*/ 197 w 6343"/>
                  <a:gd name="connsiteY6" fmla="*/ 3305 h 6345"/>
                  <a:gd name="connsiteX7" fmla="*/ 1125 w 6343"/>
                  <a:gd name="connsiteY7" fmla="*/ 5549 h 6345"/>
                  <a:gd name="connsiteX8" fmla="*/ 336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78"/>
                    </a:moveTo>
                    <a:cubicBezTo>
                      <a:pt x="4209" y="6478"/>
                      <a:pt x="5016" y="6144"/>
                      <a:pt x="5611" y="5549"/>
                    </a:cubicBezTo>
                    <a:cubicBezTo>
                      <a:pt x="6206" y="4954"/>
                      <a:pt x="6540" y="4147"/>
                      <a:pt x="6540" y="3305"/>
                    </a:cubicBezTo>
                    <a:cubicBezTo>
                      <a:pt x="6540" y="2464"/>
                      <a:pt x="6206" y="1657"/>
                      <a:pt x="5611" y="1062"/>
                    </a:cubicBezTo>
                    <a:cubicBezTo>
                      <a:pt x="5016" y="467"/>
                      <a:pt x="4209" y="133"/>
                      <a:pt x="3368" y="133"/>
                    </a:cubicBezTo>
                    <a:cubicBezTo>
                      <a:pt x="2527" y="133"/>
                      <a:pt x="1720" y="467"/>
                      <a:pt x="1125" y="1062"/>
                    </a:cubicBezTo>
                    <a:cubicBezTo>
                      <a:pt x="531" y="1657"/>
                      <a:pt x="197" y="2464"/>
                      <a:pt x="197" y="3305"/>
                    </a:cubicBezTo>
                    <a:cubicBezTo>
                      <a:pt x="197" y="4147"/>
                      <a:pt x="531" y="4954"/>
                      <a:pt x="1125" y="5549"/>
                    </a:cubicBezTo>
                    <a:cubicBezTo>
                      <a:pt x="1720" y="6144"/>
                      <a:pt x="2527" y="6478"/>
                      <a:pt x="336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42" name="Freeform: Shape 9041">
                <a:extLst>
                  <a:ext uri="{FF2B5EF4-FFF2-40B4-BE49-F238E27FC236}">
                    <a16:creationId xmlns:a16="http://schemas.microsoft.com/office/drawing/2014/main" id="{6EBA86D2-64FB-C910-9F8D-33CEA2EEF16B}"/>
                  </a:ext>
                </a:extLst>
              </p:cNvPr>
              <p:cNvSpPr/>
              <p:nvPr/>
            </p:nvSpPr>
            <p:spPr>
              <a:xfrm>
                <a:off x="8920963" y="5162713"/>
                <a:ext cx="6343" cy="6345"/>
              </a:xfrm>
              <a:custGeom>
                <a:avLst/>
                <a:gdLst>
                  <a:gd name="connsiteX0" fmla="*/ 3370 w 6343"/>
                  <a:gd name="connsiteY0" fmla="*/ 6478 h 6345"/>
                  <a:gd name="connsiteX1" fmla="*/ 5612 w 6343"/>
                  <a:gd name="connsiteY1" fmla="*/ 5549 h 6345"/>
                  <a:gd name="connsiteX2" fmla="*/ 6541 w 6343"/>
                  <a:gd name="connsiteY2" fmla="*/ 3305 h 6345"/>
                  <a:gd name="connsiteX3" fmla="*/ 5612 w 6343"/>
                  <a:gd name="connsiteY3" fmla="*/ 1062 h 6345"/>
                  <a:gd name="connsiteX4" fmla="*/ 3370 w 6343"/>
                  <a:gd name="connsiteY4" fmla="*/ 133 h 6345"/>
                  <a:gd name="connsiteX5" fmla="*/ 1127 w 6343"/>
                  <a:gd name="connsiteY5" fmla="*/ 1062 h 6345"/>
                  <a:gd name="connsiteX6" fmla="*/ 198 w 6343"/>
                  <a:gd name="connsiteY6" fmla="*/ 3305 h 6345"/>
                  <a:gd name="connsiteX7" fmla="*/ 1127 w 6343"/>
                  <a:gd name="connsiteY7" fmla="*/ 5549 h 6345"/>
                  <a:gd name="connsiteX8" fmla="*/ 337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78"/>
                    </a:moveTo>
                    <a:cubicBezTo>
                      <a:pt x="4211" y="6478"/>
                      <a:pt x="5017" y="6144"/>
                      <a:pt x="5612" y="5549"/>
                    </a:cubicBezTo>
                    <a:cubicBezTo>
                      <a:pt x="6207" y="4954"/>
                      <a:pt x="6541" y="4147"/>
                      <a:pt x="6541" y="3305"/>
                    </a:cubicBezTo>
                    <a:cubicBezTo>
                      <a:pt x="6541" y="2464"/>
                      <a:pt x="6207" y="1657"/>
                      <a:pt x="5612" y="1062"/>
                    </a:cubicBezTo>
                    <a:cubicBezTo>
                      <a:pt x="5017" y="467"/>
                      <a:pt x="4211" y="133"/>
                      <a:pt x="3370" y="133"/>
                    </a:cubicBezTo>
                    <a:cubicBezTo>
                      <a:pt x="2528" y="133"/>
                      <a:pt x="1722" y="467"/>
                      <a:pt x="1127" y="1062"/>
                    </a:cubicBezTo>
                    <a:cubicBezTo>
                      <a:pt x="532" y="1657"/>
                      <a:pt x="198" y="2464"/>
                      <a:pt x="198" y="3305"/>
                    </a:cubicBezTo>
                    <a:cubicBezTo>
                      <a:pt x="198" y="4147"/>
                      <a:pt x="532" y="4954"/>
                      <a:pt x="1127" y="5549"/>
                    </a:cubicBezTo>
                    <a:cubicBezTo>
                      <a:pt x="1722" y="6144"/>
                      <a:pt x="2528" y="6478"/>
                      <a:pt x="337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43" name="Freeform: Shape 9042">
                <a:extLst>
                  <a:ext uri="{FF2B5EF4-FFF2-40B4-BE49-F238E27FC236}">
                    <a16:creationId xmlns:a16="http://schemas.microsoft.com/office/drawing/2014/main" id="{9348C09F-3D7E-6342-E573-AAF37F5E40F5}"/>
                  </a:ext>
                </a:extLst>
              </p:cNvPr>
              <p:cNvSpPr/>
              <p:nvPr/>
            </p:nvSpPr>
            <p:spPr>
              <a:xfrm>
                <a:off x="8937536" y="5163560"/>
                <a:ext cx="6343" cy="6345"/>
              </a:xfrm>
              <a:custGeom>
                <a:avLst/>
                <a:gdLst>
                  <a:gd name="connsiteX0" fmla="*/ 3371 w 6343"/>
                  <a:gd name="connsiteY0" fmla="*/ 6478 h 6345"/>
                  <a:gd name="connsiteX1" fmla="*/ 5614 w 6343"/>
                  <a:gd name="connsiteY1" fmla="*/ 5549 h 6345"/>
                  <a:gd name="connsiteX2" fmla="*/ 6542 w 6343"/>
                  <a:gd name="connsiteY2" fmla="*/ 3305 h 6345"/>
                  <a:gd name="connsiteX3" fmla="*/ 5614 w 6343"/>
                  <a:gd name="connsiteY3" fmla="*/ 1062 h 6345"/>
                  <a:gd name="connsiteX4" fmla="*/ 3371 w 6343"/>
                  <a:gd name="connsiteY4" fmla="*/ 133 h 6345"/>
                  <a:gd name="connsiteX5" fmla="*/ 1128 w 6343"/>
                  <a:gd name="connsiteY5" fmla="*/ 1062 h 6345"/>
                  <a:gd name="connsiteX6" fmla="*/ 199 w 6343"/>
                  <a:gd name="connsiteY6" fmla="*/ 3305 h 6345"/>
                  <a:gd name="connsiteX7" fmla="*/ 1128 w 6343"/>
                  <a:gd name="connsiteY7" fmla="*/ 5549 h 6345"/>
                  <a:gd name="connsiteX8" fmla="*/ 337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78"/>
                    </a:moveTo>
                    <a:cubicBezTo>
                      <a:pt x="4212" y="6478"/>
                      <a:pt x="5019" y="6144"/>
                      <a:pt x="5614" y="5549"/>
                    </a:cubicBezTo>
                    <a:cubicBezTo>
                      <a:pt x="6208" y="4954"/>
                      <a:pt x="6542" y="4147"/>
                      <a:pt x="6542" y="3305"/>
                    </a:cubicBezTo>
                    <a:cubicBezTo>
                      <a:pt x="6542" y="2464"/>
                      <a:pt x="6208" y="1657"/>
                      <a:pt x="5614" y="1062"/>
                    </a:cubicBezTo>
                    <a:cubicBezTo>
                      <a:pt x="5019" y="467"/>
                      <a:pt x="4212" y="133"/>
                      <a:pt x="3371" y="133"/>
                    </a:cubicBezTo>
                    <a:cubicBezTo>
                      <a:pt x="2530" y="133"/>
                      <a:pt x="1723" y="467"/>
                      <a:pt x="1128" y="1062"/>
                    </a:cubicBezTo>
                    <a:cubicBezTo>
                      <a:pt x="533" y="1657"/>
                      <a:pt x="199" y="2464"/>
                      <a:pt x="199" y="3305"/>
                    </a:cubicBezTo>
                    <a:cubicBezTo>
                      <a:pt x="199" y="4147"/>
                      <a:pt x="533" y="4954"/>
                      <a:pt x="1128" y="5549"/>
                    </a:cubicBezTo>
                    <a:cubicBezTo>
                      <a:pt x="1723" y="6144"/>
                      <a:pt x="2530" y="6478"/>
                      <a:pt x="337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44" name="Freeform: Shape 9043">
                <a:extLst>
                  <a:ext uri="{FF2B5EF4-FFF2-40B4-BE49-F238E27FC236}">
                    <a16:creationId xmlns:a16="http://schemas.microsoft.com/office/drawing/2014/main" id="{AAF65F63-434D-965C-7388-CFA09115EDAB}"/>
                  </a:ext>
                </a:extLst>
              </p:cNvPr>
              <p:cNvSpPr/>
              <p:nvPr/>
            </p:nvSpPr>
            <p:spPr>
              <a:xfrm>
                <a:off x="8948430" y="5163115"/>
                <a:ext cx="6343" cy="6345"/>
              </a:xfrm>
              <a:custGeom>
                <a:avLst/>
                <a:gdLst>
                  <a:gd name="connsiteX0" fmla="*/ 3372 w 6343"/>
                  <a:gd name="connsiteY0" fmla="*/ 6478 h 6345"/>
                  <a:gd name="connsiteX1" fmla="*/ 5614 w 6343"/>
                  <a:gd name="connsiteY1" fmla="*/ 5549 h 6345"/>
                  <a:gd name="connsiteX2" fmla="*/ 6543 w 6343"/>
                  <a:gd name="connsiteY2" fmla="*/ 3305 h 6345"/>
                  <a:gd name="connsiteX3" fmla="*/ 5614 w 6343"/>
                  <a:gd name="connsiteY3" fmla="*/ 1062 h 6345"/>
                  <a:gd name="connsiteX4" fmla="*/ 3372 w 6343"/>
                  <a:gd name="connsiteY4" fmla="*/ 133 h 6345"/>
                  <a:gd name="connsiteX5" fmla="*/ 1129 w 6343"/>
                  <a:gd name="connsiteY5" fmla="*/ 1062 h 6345"/>
                  <a:gd name="connsiteX6" fmla="*/ 200 w 6343"/>
                  <a:gd name="connsiteY6" fmla="*/ 3305 h 6345"/>
                  <a:gd name="connsiteX7" fmla="*/ 1129 w 6343"/>
                  <a:gd name="connsiteY7" fmla="*/ 5549 h 6345"/>
                  <a:gd name="connsiteX8" fmla="*/ 337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78"/>
                    </a:moveTo>
                    <a:cubicBezTo>
                      <a:pt x="4213" y="6478"/>
                      <a:pt x="5020" y="6144"/>
                      <a:pt x="5614" y="5549"/>
                    </a:cubicBezTo>
                    <a:cubicBezTo>
                      <a:pt x="6209" y="4954"/>
                      <a:pt x="6543" y="4147"/>
                      <a:pt x="6543" y="3305"/>
                    </a:cubicBezTo>
                    <a:cubicBezTo>
                      <a:pt x="6543" y="2464"/>
                      <a:pt x="6209" y="1657"/>
                      <a:pt x="5614" y="1062"/>
                    </a:cubicBezTo>
                    <a:cubicBezTo>
                      <a:pt x="5020" y="467"/>
                      <a:pt x="4213" y="133"/>
                      <a:pt x="3372" y="133"/>
                    </a:cubicBezTo>
                    <a:cubicBezTo>
                      <a:pt x="2531" y="133"/>
                      <a:pt x="1724" y="467"/>
                      <a:pt x="1129" y="1062"/>
                    </a:cubicBezTo>
                    <a:cubicBezTo>
                      <a:pt x="534" y="1657"/>
                      <a:pt x="200" y="2464"/>
                      <a:pt x="200" y="3305"/>
                    </a:cubicBezTo>
                    <a:cubicBezTo>
                      <a:pt x="200" y="4147"/>
                      <a:pt x="534" y="4954"/>
                      <a:pt x="1129" y="5549"/>
                    </a:cubicBezTo>
                    <a:cubicBezTo>
                      <a:pt x="1724" y="6144"/>
                      <a:pt x="2531" y="6478"/>
                      <a:pt x="337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45" name="Freeform: Shape 9044">
                <a:extLst>
                  <a:ext uri="{FF2B5EF4-FFF2-40B4-BE49-F238E27FC236}">
                    <a16:creationId xmlns:a16="http://schemas.microsoft.com/office/drawing/2014/main" id="{65A3CFB5-EEB6-179D-7929-BC12A73D0CBB}"/>
                  </a:ext>
                </a:extLst>
              </p:cNvPr>
              <p:cNvSpPr/>
              <p:nvPr/>
            </p:nvSpPr>
            <p:spPr>
              <a:xfrm>
                <a:off x="8952517" y="5160959"/>
                <a:ext cx="6343" cy="6345"/>
              </a:xfrm>
              <a:custGeom>
                <a:avLst/>
                <a:gdLst>
                  <a:gd name="connsiteX0" fmla="*/ 3372 w 6343"/>
                  <a:gd name="connsiteY0" fmla="*/ 6478 h 6345"/>
                  <a:gd name="connsiteX1" fmla="*/ 5615 w 6343"/>
                  <a:gd name="connsiteY1" fmla="*/ 5549 h 6345"/>
                  <a:gd name="connsiteX2" fmla="*/ 6544 w 6343"/>
                  <a:gd name="connsiteY2" fmla="*/ 3305 h 6345"/>
                  <a:gd name="connsiteX3" fmla="*/ 5615 w 6343"/>
                  <a:gd name="connsiteY3" fmla="*/ 1062 h 6345"/>
                  <a:gd name="connsiteX4" fmla="*/ 3372 w 6343"/>
                  <a:gd name="connsiteY4" fmla="*/ 132 h 6345"/>
                  <a:gd name="connsiteX5" fmla="*/ 1129 w 6343"/>
                  <a:gd name="connsiteY5" fmla="*/ 1062 h 6345"/>
                  <a:gd name="connsiteX6" fmla="*/ 200 w 6343"/>
                  <a:gd name="connsiteY6" fmla="*/ 3305 h 6345"/>
                  <a:gd name="connsiteX7" fmla="*/ 1129 w 6343"/>
                  <a:gd name="connsiteY7" fmla="*/ 5549 h 6345"/>
                  <a:gd name="connsiteX8" fmla="*/ 337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78"/>
                    </a:moveTo>
                    <a:cubicBezTo>
                      <a:pt x="4213" y="6478"/>
                      <a:pt x="5020" y="6144"/>
                      <a:pt x="5615" y="5549"/>
                    </a:cubicBezTo>
                    <a:cubicBezTo>
                      <a:pt x="6209" y="4954"/>
                      <a:pt x="6544" y="4147"/>
                      <a:pt x="6544" y="3305"/>
                    </a:cubicBezTo>
                    <a:cubicBezTo>
                      <a:pt x="6544" y="2464"/>
                      <a:pt x="6209" y="1657"/>
                      <a:pt x="5615" y="1062"/>
                    </a:cubicBezTo>
                    <a:cubicBezTo>
                      <a:pt x="5020" y="467"/>
                      <a:pt x="4213" y="132"/>
                      <a:pt x="3372" y="132"/>
                    </a:cubicBezTo>
                    <a:cubicBezTo>
                      <a:pt x="2531" y="132"/>
                      <a:pt x="1724" y="467"/>
                      <a:pt x="1129" y="1062"/>
                    </a:cubicBezTo>
                    <a:cubicBezTo>
                      <a:pt x="535" y="1657"/>
                      <a:pt x="200" y="2464"/>
                      <a:pt x="200" y="3305"/>
                    </a:cubicBezTo>
                    <a:cubicBezTo>
                      <a:pt x="200" y="4147"/>
                      <a:pt x="535" y="4954"/>
                      <a:pt x="1129" y="5549"/>
                    </a:cubicBezTo>
                    <a:cubicBezTo>
                      <a:pt x="1724" y="6144"/>
                      <a:pt x="2531" y="6478"/>
                      <a:pt x="337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46" name="Freeform: Shape 9045">
                <a:extLst>
                  <a:ext uri="{FF2B5EF4-FFF2-40B4-BE49-F238E27FC236}">
                    <a16:creationId xmlns:a16="http://schemas.microsoft.com/office/drawing/2014/main" id="{1182ED2D-2270-68BF-87A9-CFE1F4834D00}"/>
                  </a:ext>
                </a:extLst>
              </p:cNvPr>
              <p:cNvSpPr/>
              <p:nvPr/>
            </p:nvSpPr>
            <p:spPr>
              <a:xfrm>
                <a:off x="8965996" y="5161451"/>
                <a:ext cx="6343" cy="6345"/>
              </a:xfrm>
              <a:custGeom>
                <a:avLst/>
                <a:gdLst>
                  <a:gd name="connsiteX0" fmla="*/ 3373 w 6343"/>
                  <a:gd name="connsiteY0" fmla="*/ 6478 h 6345"/>
                  <a:gd name="connsiteX1" fmla="*/ 5616 w 6343"/>
                  <a:gd name="connsiteY1" fmla="*/ 5549 h 6345"/>
                  <a:gd name="connsiteX2" fmla="*/ 6545 w 6343"/>
                  <a:gd name="connsiteY2" fmla="*/ 3305 h 6345"/>
                  <a:gd name="connsiteX3" fmla="*/ 5616 w 6343"/>
                  <a:gd name="connsiteY3" fmla="*/ 1062 h 6345"/>
                  <a:gd name="connsiteX4" fmla="*/ 3373 w 6343"/>
                  <a:gd name="connsiteY4" fmla="*/ 133 h 6345"/>
                  <a:gd name="connsiteX5" fmla="*/ 1130 w 6343"/>
                  <a:gd name="connsiteY5" fmla="*/ 1062 h 6345"/>
                  <a:gd name="connsiteX6" fmla="*/ 202 w 6343"/>
                  <a:gd name="connsiteY6" fmla="*/ 3305 h 6345"/>
                  <a:gd name="connsiteX7" fmla="*/ 1130 w 6343"/>
                  <a:gd name="connsiteY7" fmla="*/ 5549 h 6345"/>
                  <a:gd name="connsiteX8" fmla="*/ 337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78"/>
                    </a:moveTo>
                    <a:cubicBezTo>
                      <a:pt x="4214" y="6478"/>
                      <a:pt x="5021" y="6144"/>
                      <a:pt x="5616" y="5549"/>
                    </a:cubicBezTo>
                    <a:cubicBezTo>
                      <a:pt x="6210" y="4954"/>
                      <a:pt x="6545" y="4147"/>
                      <a:pt x="6545" y="3305"/>
                    </a:cubicBezTo>
                    <a:cubicBezTo>
                      <a:pt x="6545" y="2464"/>
                      <a:pt x="6210" y="1657"/>
                      <a:pt x="5616" y="1062"/>
                    </a:cubicBezTo>
                    <a:cubicBezTo>
                      <a:pt x="5021" y="467"/>
                      <a:pt x="4214" y="133"/>
                      <a:pt x="3373" y="133"/>
                    </a:cubicBezTo>
                    <a:cubicBezTo>
                      <a:pt x="2532" y="133"/>
                      <a:pt x="1725" y="467"/>
                      <a:pt x="1130" y="1062"/>
                    </a:cubicBezTo>
                    <a:cubicBezTo>
                      <a:pt x="536" y="1657"/>
                      <a:pt x="202" y="2464"/>
                      <a:pt x="202" y="3305"/>
                    </a:cubicBezTo>
                    <a:cubicBezTo>
                      <a:pt x="202" y="4147"/>
                      <a:pt x="536" y="4954"/>
                      <a:pt x="1130" y="5549"/>
                    </a:cubicBezTo>
                    <a:cubicBezTo>
                      <a:pt x="1725" y="6144"/>
                      <a:pt x="2532" y="6478"/>
                      <a:pt x="337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47" name="Freeform: Shape 9046">
                <a:extLst>
                  <a:ext uri="{FF2B5EF4-FFF2-40B4-BE49-F238E27FC236}">
                    <a16:creationId xmlns:a16="http://schemas.microsoft.com/office/drawing/2014/main" id="{658A2C57-7681-3BF6-FEE4-1B5C7839A032}"/>
                  </a:ext>
                </a:extLst>
              </p:cNvPr>
              <p:cNvSpPr/>
              <p:nvPr/>
            </p:nvSpPr>
            <p:spPr>
              <a:xfrm>
                <a:off x="8994929" y="5163510"/>
                <a:ext cx="6343" cy="6345"/>
              </a:xfrm>
              <a:custGeom>
                <a:avLst/>
                <a:gdLst>
                  <a:gd name="connsiteX0" fmla="*/ 3375 w 6343"/>
                  <a:gd name="connsiteY0" fmla="*/ 6478 h 6345"/>
                  <a:gd name="connsiteX1" fmla="*/ 5618 w 6343"/>
                  <a:gd name="connsiteY1" fmla="*/ 5549 h 6345"/>
                  <a:gd name="connsiteX2" fmla="*/ 6547 w 6343"/>
                  <a:gd name="connsiteY2" fmla="*/ 3305 h 6345"/>
                  <a:gd name="connsiteX3" fmla="*/ 5618 w 6343"/>
                  <a:gd name="connsiteY3" fmla="*/ 1062 h 6345"/>
                  <a:gd name="connsiteX4" fmla="*/ 3375 w 6343"/>
                  <a:gd name="connsiteY4" fmla="*/ 133 h 6345"/>
                  <a:gd name="connsiteX5" fmla="*/ 1133 w 6343"/>
                  <a:gd name="connsiteY5" fmla="*/ 1062 h 6345"/>
                  <a:gd name="connsiteX6" fmla="*/ 204 w 6343"/>
                  <a:gd name="connsiteY6" fmla="*/ 3305 h 6345"/>
                  <a:gd name="connsiteX7" fmla="*/ 1133 w 6343"/>
                  <a:gd name="connsiteY7" fmla="*/ 5549 h 6345"/>
                  <a:gd name="connsiteX8" fmla="*/ 337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478"/>
                    </a:moveTo>
                    <a:cubicBezTo>
                      <a:pt x="4217" y="6478"/>
                      <a:pt x="5023" y="6144"/>
                      <a:pt x="5618" y="5549"/>
                    </a:cubicBezTo>
                    <a:cubicBezTo>
                      <a:pt x="6213" y="4954"/>
                      <a:pt x="6547" y="4147"/>
                      <a:pt x="6547" y="3305"/>
                    </a:cubicBezTo>
                    <a:cubicBezTo>
                      <a:pt x="6547" y="2464"/>
                      <a:pt x="6213" y="1657"/>
                      <a:pt x="5618" y="1062"/>
                    </a:cubicBezTo>
                    <a:cubicBezTo>
                      <a:pt x="5023" y="467"/>
                      <a:pt x="4217" y="133"/>
                      <a:pt x="3375" y="133"/>
                    </a:cubicBezTo>
                    <a:cubicBezTo>
                      <a:pt x="2534" y="133"/>
                      <a:pt x="1728" y="467"/>
                      <a:pt x="1133" y="1062"/>
                    </a:cubicBezTo>
                    <a:cubicBezTo>
                      <a:pt x="538" y="1657"/>
                      <a:pt x="204" y="2464"/>
                      <a:pt x="204" y="3305"/>
                    </a:cubicBezTo>
                    <a:cubicBezTo>
                      <a:pt x="204" y="4147"/>
                      <a:pt x="538" y="4954"/>
                      <a:pt x="1133" y="5549"/>
                    </a:cubicBezTo>
                    <a:cubicBezTo>
                      <a:pt x="1728" y="6144"/>
                      <a:pt x="2534" y="6478"/>
                      <a:pt x="337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48" name="Freeform: Shape 9047">
                <a:extLst>
                  <a:ext uri="{FF2B5EF4-FFF2-40B4-BE49-F238E27FC236}">
                    <a16:creationId xmlns:a16="http://schemas.microsoft.com/office/drawing/2014/main" id="{13EE8F13-C0C0-A177-7348-4EF75AE33D78}"/>
                  </a:ext>
                </a:extLst>
              </p:cNvPr>
              <p:cNvSpPr/>
              <p:nvPr/>
            </p:nvSpPr>
            <p:spPr>
              <a:xfrm>
                <a:off x="9004471" y="5163349"/>
                <a:ext cx="6343" cy="6345"/>
              </a:xfrm>
              <a:custGeom>
                <a:avLst/>
                <a:gdLst>
                  <a:gd name="connsiteX0" fmla="*/ 3376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5 h 6345"/>
                  <a:gd name="connsiteX3" fmla="*/ 5619 w 6343"/>
                  <a:gd name="connsiteY3" fmla="*/ 1062 h 6345"/>
                  <a:gd name="connsiteX4" fmla="*/ 3376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78"/>
                    </a:moveTo>
                    <a:cubicBezTo>
                      <a:pt x="4217" y="6478"/>
                      <a:pt x="5024" y="6144"/>
                      <a:pt x="5619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4" y="467"/>
                      <a:pt x="4217" y="133"/>
                      <a:pt x="3376" y="133"/>
                    </a:cubicBezTo>
                    <a:cubicBezTo>
                      <a:pt x="2535" y="133"/>
                      <a:pt x="1728" y="467"/>
                      <a:pt x="1134" y="1062"/>
                    </a:cubicBezTo>
                    <a:cubicBezTo>
                      <a:pt x="539" y="1657"/>
                      <a:pt x="205" y="2464"/>
                      <a:pt x="205" y="3305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8" y="6144"/>
                      <a:pt x="2535" y="6478"/>
                      <a:pt x="337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49" name="Freeform: Shape 9048">
                <a:extLst>
                  <a:ext uri="{FF2B5EF4-FFF2-40B4-BE49-F238E27FC236}">
                    <a16:creationId xmlns:a16="http://schemas.microsoft.com/office/drawing/2014/main" id="{E6467F99-BFC0-BA06-26B7-D232ED25A351}"/>
                  </a:ext>
                </a:extLst>
              </p:cNvPr>
              <p:cNvSpPr/>
              <p:nvPr/>
            </p:nvSpPr>
            <p:spPr>
              <a:xfrm>
                <a:off x="9014117" y="5163337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9 h 6345"/>
                  <a:gd name="connsiteX2" fmla="*/ 6548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20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20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40" y="1657"/>
                      <a:pt x="205" y="2464"/>
                      <a:pt x="205" y="3305"/>
                    </a:cubicBezTo>
                    <a:cubicBezTo>
                      <a:pt x="205" y="4147"/>
                      <a:pt x="540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50" name="Freeform: Shape 9049">
                <a:extLst>
                  <a:ext uri="{FF2B5EF4-FFF2-40B4-BE49-F238E27FC236}">
                    <a16:creationId xmlns:a16="http://schemas.microsoft.com/office/drawing/2014/main" id="{4FEE8263-22AA-3B29-86AF-71B1C2E7A3CE}"/>
                  </a:ext>
                </a:extLst>
              </p:cNvPr>
              <p:cNvSpPr/>
              <p:nvPr/>
            </p:nvSpPr>
            <p:spPr>
              <a:xfrm>
                <a:off x="9013307" y="5160195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5 h 6345"/>
                  <a:gd name="connsiteX3" fmla="*/ 5619 w 6343"/>
                  <a:gd name="connsiteY3" fmla="*/ 1062 h 6345"/>
                  <a:gd name="connsiteX4" fmla="*/ 3377 w 6343"/>
                  <a:gd name="connsiteY4" fmla="*/ 132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19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5" y="467"/>
                      <a:pt x="4218" y="132"/>
                      <a:pt x="3377" y="132"/>
                    </a:cubicBezTo>
                    <a:cubicBezTo>
                      <a:pt x="2536" y="132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5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51" name="Freeform: Shape 9050">
                <a:extLst>
                  <a:ext uri="{FF2B5EF4-FFF2-40B4-BE49-F238E27FC236}">
                    <a16:creationId xmlns:a16="http://schemas.microsoft.com/office/drawing/2014/main" id="{6DDC3DA6-0FC2-D039-0609-DA8DBE1BF13B}"/>
                  </a:ext>
                </a:extLst>
              </p:cNvPr>
              <p:cNvSpPr/>
              <p:nvPr/>
            </p:nvSpPr>
            <p:spPr>
              <a:xfrm>
                <a:off x="9018148" y="5158825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8 h 6345"/>
                  <a:gd name="connsiteX2" fmla="*/ 6549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2 h 6345"/>
                  <a:gd name="connsiteX5" fmla="*/ 1135 w 6343"/>
                  <a:gd name="connsiteY5" fmla="*/ 1062 h 6345"/>
                  <a:gd name="connsiteX6" fmla="*/ 206 w 6343"/>
                  <a:gd name="connsiteY6" fmla="*/ 3305 h 6345"/>
                  <a:gd name="connsiteX7" fmla="*/ 1135 w 6343"/>
                  <a:gd name="connsiteY7" fmla="*/ 5548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3"/>
                      <a:pt x="5620" y="5548"/>
                    </a:cubicBezTo>
                    <a:cubicBezTo>
                      <a:pt x="6215" y="4954"/>
                      <a:pt x="6549" y="4146"/>
                      <a:pt x="6549" y="3305"/>
                    </a:cubicBezTo>
                    <a:cubicBezTo>
                      <a:pt x="6549" y="2464"/>
                      <a:pt x="6215" y="1657"/>
                      <a:pt x="5620" y="1062"/>
                    </a:cubicBezTo>
                    <a:cubicBezTo>
                      <a:pt x="5025" y="467"/>
                      <a:pt x="4218" y="132"/>
                      <a:pt x="3377" y="132"/>
                    </a:cubicBezTo>
                    <a:cubicBezTo>
                      <a:pt x="2536" y="132"/>
                      <a:pt x="1729" y="467"/>
                      <a:pt x="1135" y="1062"/>
                    </a:cubicBezTo>
                    <a:cubicBezTo>
                      <a:pt x="540" y="1657"/>
                      <a:pt x="206" y="2464"/>
                      <a:pt x="206" y="3305"/>
                    </a:cubicBezTo>
                    <a:cubicBezTo>
                      <a:pt x="206" y="4146"/>
                      <a:pt x="540" y="4954"/>
                      <a:pt x="1135" y="5548"/>
                    </a:cubicBezTo>
                    <a:cubicBezTo>
                      <a:pt x="1729" y="6143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52" name="Freeform: Shape 9051">
                <a:extLst>
                  <a:ext uri="{FF2B5EF4-FFF2-40B4-BE49-F238E27FC236}">
                    <a16:creationId xmlns:a16="http://schemas.microsoft.com/office/drawing/2014/main" id="{AF03A07E-2D9D-56F0-CAAD-991393B521AD}"/>
                  </a:ext>
                </a:extLst>
              </p:cNvPr>
              <p:cNvSpPr/>
              <p:nvPr/>
            </p:nvSpPr>
            <p:spPr>
              <a:xfrm>
                <a:off x="9021615" y="5157063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8 h 6345"/>
                  <a:gd name="connsiteX2" fmla="*/ 6549 w 6343"/>
                  <a:gd name="connsiteY2" fmla="*/ 3305 h 6345"/>
                  <a:gd name="connsiteX3" fmla="*/ 5620 w 6343"/>
                  <a:gd name="connsiteY3" fmla="*/ 1061 h 6345"/>
                  <a:gd name="connsiteX4" fmla="*/ 3377 w 6343"/>
                  <a:gd name="connsiteY4" fmla="*/ 132 h 6345"/>
                  <a:gd name="connsiteX5" fmla="*/ 1135 w 6343"/>
                  <a:gd name="connsiteY5" fmla="*/ 1061 h 6345"/>
                  <a:gd name="connsiteX6" fmla="*/ 206 w 6343"/>
                  <a:gd name="connsiteY6" fmla="*/ 3305 h 6345"/>
                  <a:gd name="connsiteX7" fmla="*/ 1135 w 6343"/>
                  <a:gd name="connsiteY7" fmla="*/ 5548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9" y="6478"/>
                      <a:pt x="5025" y="6143"/>
                      <a:pt x="5620" y="5548"/>
                    </a:cubicBezTo>
                    <a:cubicBezTo>
                      <a:pt x="6215" y="4953"/>
                      <a:pt x="6549" y="4146"/>
                      <a:pt x="6549" y="3305"/>
                    </a:cubicBezTo>
                    <a:cubicBezTo>
                      <a:pt x="6549" y="2463"/>
                      <a:pt x="6215" y="1656"/>
                      <a:pt x="5620" y="1061"/>
                    </a:cubicBezTo>
                    <a:cubicBezTo>
                      <a:pt x="5025" y="466"/>
                      <a:pt x="4219" y="132"/>
                      <a:pt x="3377" y="132"/>
                    </a:cubicBezTo>
                    <a:cubicBezTo>
                      <a:pt x="2536" y="132"/>
                      <a:pt x="1730" y="466"/>
                      <a:pt x="1135" y="1061"/>
                    </a:cubicBezTo>
                    <a:cubicBezTo>
                      <a:pt x="540" y="1656"/>
                      <a:pt x="206" y="2463"/>
                      <a:pt x="206" y="3305"/>
                    </a:cubicBezTo>
                    <a:cubicBezTo>
                      <a:pt x="206" y="4146"/>
                      <a:pt x="540" y="4953"/>
                      <a:pt x="1135" y="5548"/>
                    </a:cubicBezTo>
                    <a:cubicBezTo>
                      <a:pt x="1730" y="6143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53" name="Freeform: Shape 9052">
                <a:extLst>
                  <a:ext uri="{FF2B5EF4-FFF2-40B4-BE49-F238E27FC236}">
                    <a16:creationId xmlns:a16="http://schemas.microsoft.com/office/drawing/2014/main" id="{99B80D27-81DA-E9C2-F490-068FC6C1F7EB}"/>
                  </a:ext>
                </a:extLst>
              </p:cNvPr>
              <p:cNvSpPr/>
              <p:nvPr/>
            </p:nvSpPr>
            <p:spPr>
              <a:xfrm>
                <a:off x="9031052" y="5157313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1 w 6343"/>
                  <a:gd name="connsiteY1" fmla="*/ 5548 h 6345"/>
                  <a:gd name="connsiteX2" fmla="*/ 6550 w 6343"/>
                  <a:gd name="connsiteY2" fmla="*/ 3305 h 6345"/>
                  <a:gd name="connsiteX3" fmla="*/ 5621 w 6343"/>
                  <a:gd name="connsiteY3" fmla="*/ 1061 h 6345"/>
                  <a:gd name="connsiteX4" fmla="*/ 3378 w 6343"/>
                  <a:gd name="connsiteY4" fmla="*/ 132 h 6345"/>
                  <a:gd name="connsiteX5" fmla="*/ 1136 w 6343"/>
                  <a:gd name="connsiteY5" fmla="*/ 1061 h 6345"/>
                  <a:gd name="connsiteX6" fmla="*/ 207 w 6343"/>
                  <a:gd name="connsiteY6" fmla="*/ 3305 h 6345"/>
                  <a:gd name="connsiteX7" fmla="*/ 1136 w 6343"/>
                  <a:gd name="connsiteY7" fmla="*/ 5548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19" y="6478"/>
                      <a:pt x="5026" y="6143"/>
                      <a:pt x="5621" y="5548"/>
                    </a:cubicBezTo>
                    <a:cubicBezTo>
                      <a:pt x="6216" y="4953"/>
                      <a:pt x="6550" y="4146"/>
                      <a:pt x="6550" y="3305"/>
                    </a:cubicBezTo>
                    <a:cubicBezTo>
                      <a:pt x="6550" y="2464"/>
                      <a:pt x="6216" y="1656"/>
                      <a:pt x="5621" y="1061"/>
                    </a:cubicBezTo>
                    <a:cubicBezTo>
                      <a:pt x="5026" y="467"/>
                      <a:pt x="4219" y="132"/>
                      <a:pt x="3378" y="132"/>
                    </a:cubicBezTo>
                    <a:cubicBezTo>
                      <a:pt x="2537" y="132"/>
                      <a:pt x="1730" y="467"/>
                      <a:pt x="1136" y="1061"/>
                    </a:cubicBezTo>
                    <a:cubicBezTo>
                      <a:pt x="541" y="1656"/>
                      <a:pt x="207" y="2464"/>
                      <a:pt x="207" y="3305"/>
                    </a:cubicBezTo>
                    <a:cubicBezTo>
                      <a:pt x="207" y="4146"/>
                      <a:pt x="541" y="4953"/>
                      <a:pt x="1136" y="5548"/>
                    </a:cubicBezTo>
                    <a:cubicBezTo>
                      <a:pt x="1730" y="6143"/>
                      <a:pt x="2537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54" name="Freeform: Shape 9053">
                <a:extLst>
                  <a:ext uri="{FF2B5EF4-FFF2-40B4-BE49-F238E27FC236}">
                    <a16:creationId xmlns:a16="http://schemas.microsoft.com/office/drawing/2014/main" id="{EE7DBD1E-AE96-5BB3-475B-F7C76DDF9B0B}"/>
                  </a:ext>
                </a:extLst>
              </p:cNvPr>
              <p:cNvSpPr/>
              <p:nvPr/>
            </p:nvSpPr>
            <p:spPr>
              <a:xfrm>
                <a:off x="9039935" y="5157492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2 w 6343"/>
                  <a:gd name="connsiteY1" fmla="*/ 5548 h 6345"/>
                  <a:gd name="connsiteX2" fmla="*/ 6550 w 6343"/>
                  <a:gd name="connsiteY2" fmla="*/ 3305 h 6345"/>
                  <a:gd name="connsiteX3" fmla="*/ 5622 w 6343"/>
                  <a:gd name="connsiteY3" fmla="*/ 1061 h 6345"/>
                  <a:gd name="connsiteX4" fmla="*/ 3379 w 6343"/>
                  <a:gd name="connsiteY4" fmla="*/ 132 h 6345"/>
                  <a:gd name="connsiteX5" fmla="*/ 1136 w 6343"/>
                  <a:gd name="connsiteY5" fmla="*/ 1061 h 6345"/>
                  <a:gd name="connsiteX6" fmla="*/ 207 w 6343"/>
                  <a:gd name="connsiteY6" fmla="*/ 3305 h 6345"/>
                  <a:gd name="connsiteX7" fmla="*/ 1136 w 6343"/>
                  <a:gd name="connsiteY7" fmla="*/ 5548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0" y="6478"/>
                      <a:pt x="5027" y="6143"/>
                      <a:pt x="5622" y="5548"/>
                    </a:cubicBezTo>
                    <a:cubicBezTo>
                      <a:pt x="6216" y="4953"/>
                      <a:pt x="6550" y="4146"/>
                      <a:pt x="6550" y="3305"/>
                    </a:cubicBezTo>
                    <a:cubicBezTo>
                      <a:pt x="6550" y="2464"/>
                      <a:pt x="6216" y="1656"/>
                      <a:pt x="5622" y="1061"/>
                    </a:cubicBezTo>
                    <a:cubicBezTo>
                      <a:pt x="5027" y="467"/>
                      <a:pt x="4220" y="132"/>
                      <a:pt x="3379" y="132"/>
                    </a:cubicBezTo>
                    <a:cubicBezTo>
                      <a:pt x="2538" y="132"/>
                      <a:pt x="1731" y="467"/>
                      <a:pt x="1136" y="1061"/>
                    </a:cubicBezTo>
                    <a:cubicBezTo>
                      <a:pt x="542" y="1656"/>
                      <a:pt x="207" y="2464"/>
                      <a:pt x="207" y="3305"/>
                    </a:cubicBezTo>
                    <a:cubicBezTo>
                      <a:pt x="207" y="4146"/>
                      <a:pt x="542" y="4953"/>
                      <a:pt x="1136" y="5548"/>
                    </a:cubicBezTo>
                    <a:cubicBezTo>
                      <a:pt x="1731" y="6143"/>
                      <a:pt x="2538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55" name="Freeform: Shape 9054">
                <a:extLst>
                  <a:ext uri="{FF2B5EF4-FFF2-40B4-BE49-F238E27FC236}">
                    <a16:creationId xmlns:a16="http://schemas.microsoft.com/office/drawing/2014/main" id="{D4E2EEC4-12B3-137C-B6C4-527E64DAB0A3}"/>
                  </a:ext>
                </a:extLst>
              </p:cNvPr>
              <p:cNvSpPr/>
              <p:nvPr/>
            </p:nvSpPr>
            <p:spPr>
              <a:xfrm>
                <a:off x="9049333" y="5157960"/>
                <a:ext cx="6343" cy="6345"/>
              </a:xfrm>
              <a:custGeom>
                <a:avLst/>
                <a:gdLst>
                  <a:gd name="connsiteX0" fmla="*/ 3380 w 6343"/>
                  <a:gd name="connsiteY0" fmla="*/ 6478 h 6345"/>
                  <a:gd name="connsiteX1" fmla="*/ 5622 w 6343"/>
                  <a:gd name="connsiteY1" fmla="*/ 5548 h 6345"/>
                  <a:gd name="connsiteX2" fmla="*/ 6551 w 6343"/>
                  <a:gd name="connsiteY2" fmla="*/ 3305 h 6345"/>
                  <a:gd name="connsiteX3" fmla="*/ 5622 w 6343"/>
                  <a:gd name="connsiteY3" fmla="*/ 1062 h 6345"/>
                  <a:gd name="connsiteX4" fmla="*/ 3380 w 6343"/>
                  <a:gd name="connsiteY4" fmla="*/ 132 h 6345"/>
                  <a:gd name="connsiteX5" fmla="*/ 1137 w 6343"/>
                  <a:gd name="connsiteY5" fmla="*/ 1062 h 6345"/>
                  <a:gd name="connsiteX6" fmla="*/ 208 w 6343"/>
                  <a:gd name="connsiteY6" fmla="*/ 3305 h 6345"/>
                  <a:gd name="connsiteX7" fmla="*/ 1137 w 6343"/>
                  <a:gd name="connsiteY7" fmla="*/ 5548 h 6345"/>
                  <a:gd name="connsiteX8" fmla="*/ 338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78"/>
                    </a:moveTo>
                    <a:cubicBezTo>
                      <a:pt x="4221" y="6478"/>
                      <a:pt x="5028" y="6143"/>
                      <a:pt x="5622" y="5548"/>
                    </a:cubicBezTo>
                    <a:cubicBezTo>
                      <a:pt x="6217" y="4953"/>
                      <a:pt x="6551" y="4146"/>
                      <a:pt x="6551" y="3305"/>
                    </a:cubicBezTo>
                    <a:cubicBezTo>
                      <a:pt x="6551" y="2464"/>
                      <a:pt x="6217" y="1656"/>
                      <a:pt x="5622" y="1062"/>
                    </a:cubicBezTo>
                    <a:cubicBezTo>
                      <a:pt x="5028" y="467"/>
                      <a:pt x="4221" y="132"/>
                      <a:pt x="3380" y="132"/>
                    </a:cubicBezTo>
                    <a:cubicBezTo>
                      <a:pt x="2539" y="132"/>
                      <a:pt x="1732" y="467"/>
                      <a:pt x="1137" y="1062"/>
                    </a:cubicBezTo>
                    <a:cubicBezTo>
                      <a:pt x="542" y="1656"/>
                      <a:pt x="208" y="2464"/>
                      <a:pt x="208" y="3305"/>
                    </a:cubicBezTo>
                    <a:cubicBezTo>
                      <a:pt x="208" y="4146"/>
                      <a:pt x="542" y="4953"/>
                      <a:pt x="1137" y="5548"/>
                    </a:cubicBezTo>
                    <a:cubicBezTo>
                      <a:pt x="1732" y="6143"/>
                      <a:pt x="2539" y="6478"/>
                      <a:pt x="338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56" name="Freeform: Shape 9055">
                <a:extLst>
                  <a:ext uri="{FF2B5EF4-FFF2-40B4-BE49-F238E27FC236}">
                    <a16:creationId xmlns:a16="http://schemas.microsoft.com/office/drawing/2014/main" id="{756AB3ED-2751-864C-AD38-4D64CE556F13}"/>
                  </a:ext>
                </a:extLst>
              </p:cNvPr>
              <p:cNvSpPr/>
              <p:nvPr/>
            </p:nvSpPr>
            <p:spPr>
              <a:xfrm>
                <a:off x="9059244" y="5158725"/>
                <a:ext cx="6343" cy="6345"/>
              </a:xfrm>
              <a:custGeom>
                <a:avLst/>
                <a:gdLst>
                  <a:gd name="connsiteX0" fmla="*/ 3380 w 6343"/>
                  <a:gd name="connsiteY0" fmla="*/ 6478 h 6345"/>
                  <a:gd name="connsiteX1" fmla="*/ 5623 w 6343"/>
                  <a:gd name="connsiteY1" fmla="*/ 5548 h 6345"/>
                  <a:gd name="connsiteX2" fmla="*/ 6552 w 6343"/>
                  <a:gd name="connsiteY2" fmla="*/ 3305 h 6345"/>
                  <a:gd name="connsiteX3" fmla="*/ 5623 w 6343"/>
                  <a:gd name="connsiteY3" fmla="*/ 1062 h 6345"/>
                  <a:gd name="connsiteX4" fmla="*/ 3380 w 6343"/>
                  <a:gd name="connsiteY4" fmla="*/ 132 h 6345"/>
                  <a:gd name="connsiteX5" fmla="*/ 1138 w 6343"/>
                  <a:gd name="connsiteY5" fmla="*/ 1062 h 6345"/>
                  <a:gd name="connsiteX6" fmla="*/ 209 w 6343"/>
                  <a:gd name="connsiteY6" fmla="*/ 3305 h 6345"/>
                  <a:gd name="connsiteX7" fmla="*/ 1138 w 6343"/>
                  <a:gd name="connsiteY7" fmla="*/ 5548 h 6345"/>
                  <a:gd name="connsiteX8" fmla="*/ 338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78"/>
                    </a:moveTo>
                    <a:cubicBezTo>
                      <a:pt x="4222" y="6478"/>
                      <a:pt x="5028" y="6143"/>
                      <a:pt x="5623" y="5548"/>
                    </a:cubicBezTo>
                    <a:cubicBezTo>
                      <a:pt x="6218" y="4954"/>
                      <a:pt x="6552" y="4146"/>
                      <a:pt x="6552" y="3305"/>
                    </a:cubicBezTo>
                    <a:cubicBezTo>
                      <a:pt x="6552" y="2464"/>
                      <a:pt x="6218" y="1657"/>
                      <a:pt x="5623" y="1062"/>
                    </a:cubicBezTo>
                    <a:cubicBezTo>
                      <a:pt x="5028" y="467"/>
                      <a:pt x="4222" y="132"/>
                      <a:pt x="3380" y="132"/>
                    </a:cubicBezTo>
                    <a:cubicBezTo>
                      <a:pt x="2539" y="132"/>
                      <a:pt x="1733" y="467"/>
                      <a:pt x="1138" y="1062"/>
                    </a:cubicBezTo>
                    <a:cubicBezTo>
                      <a:pt x="543" y="1657"/>
                      <a:pt x="209" y="2464"/>
                      <a:pt x="209" y="3305"/>
                    </a:cubicBezTo>
                    <a:cubicBezTo>
                      <a:pt x="209" y="4146"/>
                      <a:pt x="543" y="4954"/>
                      <a:pt x="1138" y="5548"/>
                    </a:cubicBezTo>
                    <a:cubicBezTo>
                      <a:pt x="1733" y="6143"/>
                      <a:pt x="2539" y="6478"/>
                      <a:pt x="338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57" name="Freeform: Shape 9056">
                <a:extLst>
                  <a:ext uri="{FF2B5EF4-FFF2-40B4-BE49-F238E27FC236}">
                    <a16:creationId xmlns:a16="http://schemas.microsoft.com/office/drawing/2014/main" id="{ED7F66EB-C78E-F1E6-F7F7-389BC6ED215B}"/>
                  </a:ext>
                </a:extLst>
              </p:cNvPr>
              <p:cNvSpPr/>
              <p:nvPr/>
            </p:nvSpPr>
            <p:spPr>
              <a:xfrm>
                <a:off x="9083267" y="5164672"/>
                <a:ext cx="6343" cy="6345"/>
              </a:xfrm>
              <a:custGeom>
                <a:avLst/>
                <a:gdLst>
                  <a:gd name="connsiteX0" fmla="*/ 3382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5 h 6345"/>
                  <a:gd name="connsiteX3" fmla="*/ 5625 w 6343"/>
                  <a:gd name="connsiteY3" fmla="*/ 1062 h 6345"/>
                  <a:gd name="connsiteX4" fmla="*/ 3382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5 h 6345"/>
                  <a:gd name="connsiteX7" fmla="*/ 1140 w 6343"/>
                  <a:gd name="connsiteY7" fmla="*/ 5549 h 6345"/>
                  <a:gd name="connsiteX8" fmla="*/ 338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8"/>
                    </a:moveTo>
                    <a:cubicBezTo>
                      <a:pt x="4223" y="6478"/>
                      <a:pt x="5030" y="6144"/>
                      <a:pt x="5625" y="5549"/>
                    </a:cubicBezTo>
                    <a:cubicBezTo>
                      <a:pt x="6220" y="4954"/>
                      <a:pt x="6554" y="4147"/>
                      <a:pt x="6554" y="3305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0" y="467"/>
                      <a:pt x="4223" y="133"/>
                      <a:pt x="3382" y="133"/>
                    </a:cubicBezTo>
                    <a:cubicBezTo>
                      <a:pt x="2541" y="133"/>
                      <a:pt x="1734" y="467"/>
                      <a:pt x="1140" y="1062"/>
                    </a:cubicBezTo>
                    <a:cubicBezTo>
                      <a:pt x="545" y="1657"/>
                      <a:pt x="211" y="2464"/>
                      <a:pt x="211" y="3305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4" y="6144"/>
                      <a:pt x="2541" y="6478"/>
                      <a:pt x="338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58" name="Freeform: Shape 9057">
                <a:extLst>
                  <a:ext uri="{FF2B5EF4-FFF2-40B4-BE49-F238E27FC236}">
                    <a16:creationId xmlns:a16="http://schemas.microsoft.com/office/drawing/2014/main" id="{61BC49CB-C158-9BB1-4888-D6C15724D3F0}"/>
                  </a:ext>
                </a:extLst>
              </p:cNvPr>
              <p:cNvSpPr/>
              <p:nvPr/>
            </p:nvSpPr>
            <p:spPr>
              <a:xfrm>
                <a:off x="9088316" y="5164010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5 h 6345"/>
                  <a:gd name="connsiteX3" fmla="*/ 5625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5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1" y="6144"/>
                      <a:pt x="5625" y="5549"/>
                    </a:cubicBezTo>
                    <a:cubicBezTo>
                      <a:pt x="6220" y="4954"/>
                      <a:pt x="6554" y="4147"/>
                      <a:pt x="6554" y="3305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1" y="467"/>
                      <a:pt x="4224" y="133"/>
                      <a:pt x="3383" y="133"/>
                    </a:cubicBezTo>
                    <a:cubicBezTo>
                      <a:pt x="2542" y="133"/>
                      <a:pt x="1735" y="467"/>
                      <a:pt x="1140" y="1062"/>
                    </a:cubicBezTo>
                    <a:cubicBezTo>
                      <a:pt x="545" y="1657"/>
                      <a:pt x="211" y="2464"/>
                      <a:pt x="211" y="3305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5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59" name="Freeform: Shape 9058">
                <a:extLst>
                  <a:ext uri="{FF2B5EF4-FFF2-40B4-BE49-F238E27FC236}">
                    <a16:creationId xmlns:a16="http://schemas.microsoft.com/office/drawing/2014/main" id="{8E6D10F3-BAA6-A17A-9101-B3898587CE68}"/>
                  </a:ext>
                </a:extLst>
              </p:cNvPr>
              <p:cNvSpPr/>
              <p:nvPr/>
            </p:nvSpPr>
            <p:spPr>
              <a:xfrm>
                <a:off x="9099248" y="5165597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6 h 6345"/>
                  <a:gd name="connsiteX3" fmla="*/ 5626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6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1" y="6144"/>
                      <a:pt x="5626" y="5549"/>
                    </a:cubicBezTo>
                    <a:cubicBezTo>
                      <a:pt x="6221" y="4954"/>
                      <a:pt x="6555" y="4147"/>
                      <a:pt x="6555" y="3306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1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6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60" name="Freeform: Shape 9059">
                <a:extLst>
                  <a:ext uri="{FF2B5EF4-FFF2-40B4-BE49-F238E27FC236}">
                    <a16:creationId xmlns:a16="http://schemas.microsoft.com/office/drawing/2014/main" id="{E1A7DEAC-2C8F-8CC0-BD6B-24C1DA0C7A95}"/>
                  </a:ext>
                </a:extLst>
              </p:cNvPr>
              <p:cNvSpPr/>
              <p:nvPr/>
            </p:nvSpPr>
            <p:spPr>
              <a:xfrm>
                <a:off x="9101510" y="5164038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5 h 6345"/>
                  <a:gd name="connsiteX3" fmla="*/ 5626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5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6" y="5549"/>
                    </a:cubicBezTo>
                    <a:cubicBezTo>
                      <a:pt x="6221" y="4954"/>
                      <a:pt x="6555" y="4147"/>
                      <a:pt x="6555" y="3305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5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61" name="Freeform: Shape 9060">
                <a:extLst>
                  <a:ext uri="{FF2B5EF4-FFF2-40B4-BE49-F238E27FC236}">
                    <a16:creationId xmlns:a16="http://schemas.microsoft.com/office/drawing/2014/main" id="{079C9D66-B709-EF5D-B94C-5C05BE1B2E27}"/>
                  </a:ext>
                </a:extLst>
              </p:cNvPr>
              <p:cNvSpPr/>
              <p:nvPr/>
            </p:nvSpPr>
            <p:spPr>
              <a:xfrm>
                <a:off x="9114006" y="5164117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5 h 6345"/>
                  <a:gd name="connsiteX3" fmla="*/ 5627 w 6343"/>
                  <a:gd name="connsiteY3" fmla="*/ 1062 h 6345"/>
                  <a:gd name="connsiteX4" fmla="*/ 3385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5 h 6345"/>
                  <a:gd name="connsiteX7" fmla="*/ 1142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7" y="5549"/>
                    </a:cubicBezTo>
                    <a:cubicBezTo>
                      <a:pt x="6222" y="4954"/>
                      <a:pt x="6556" y="4147"/>
                      <a:pt x="6556" y="3305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2" y="1062"/>
                    </a:cubicBezTo>
                    <a:cubicBezTo>
                      <a:pt x="547" y="1657"/>
                      <a:pt x="213" y="2464"/>
                      <a:pt x="213" y="3305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62" name="Freeform: Shape 9061">
                <a:extLst>
                  <a:ext uri="{FF2B5EF4-FFF2-40B4-BE49-F238E27FC236}">
                    <a16:creationId xmlns:a16="http://schemas.microsoft.com/office/drawing/2014/main" id="{8892C06F-DC93-263C-AEC8-9613799CD601}"/>
                  </a:ext>
                </a:extLst>
              </p:cNvPr>
              <p:cNvSpPr/>
              <p:nvPr/>
            </p:nvSpPr>
            <p:spPr>
              <a:xfrm>
                <a:off x="9080338" y="5148287"/>
                <a:ext cx="6343" cy="6345"/>
              </a:xfrm>
              <a:custGeom>
                <a:avLst/>
                <a:gdLst>
                  <a:gd name="connsiteX0" fmla="*/ 3382 w 6343"/>
                  <a:gd name="connsiteY0" fmla="*/ 6477 h 6345"/>
                  <a:gd name="connsiteX1" fmla="*/ 5625 w 6343"/>
                  <a:gd name="connsiteY1" fmla="*/ 5548 h 6345"/>
                  <a:gd name="connsiteX2" fmla="*/ 6554 w 6343"/>
                  <a:gd name="connsiteY2" fmla="*/ 3304 h 6345"/>
                  <a:gd name="connsiteX3" fmla="*/ 5625 w 6343"/>
                  <a:gd name="connsiteY3" fmla="*/ 1061 h 6345"/>
                  <a:gd name="connsiteX4" fmla="*/ 3382 w 6343"/>
                  <a:gd name="connsiteY4" fmla="*/ 131 h 6345"/>
                  <a:gd name="connsiteX5" fmla="*/ 1139 w 6343"/>
                  <a:gd name="connsiteY5" fmla="*/ 1061 h 6345"/>
                  <a:gd name="connsiteX6" fmla="*/ 211 w 6343"/>
                  <a:gd name="connsiteY6" fmla="*/ 3304 h 6345"/>
                  <a:gd name="connsiteX7" fmla="*/ 1139 w 6343"/>
                  <a:gd name="connsiteY7" fmla="*/ 5548 h 6345"/>
                  <a:gd name="connsiteX8" fmla="*/ 3382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7"/>
                    </a:moveTo>
                    <a:cubicBezTo>
                      <a:pt x="4223" y="6477"/>
                      <a:pt x="5030" y="6143"/>
                      <a:pt x="5625" y="5548"/>
                    </a:cubicBezTo>
                    <a:cubicBezTo>
                      <a:pt x="6220" y="4953"/>
                      <a:pt x="6554" y="4146"/>
                      <a:pt x="6554" y="3304"/>
                    </a:cubicBezTo>
                    <a:cubicBezTo>
                      <a:pt x="6554" y="2463"/>
                      <a:pt x="6220" y="1656"/>
                      <a:pt x="5625" y="1061"/>
                    </a:cubicBezTo>
                    <a:cubicBezTo>
                      <a:pt x="5030" y="466"/>
                      <a:pt x="4223" y="131"/>
                      <a:pt x="3382" y="131"/>
                    </a:cubicBezTo>
                    <a:cubicBezTo>
                      <a:pt x="2541" y="131"/>
                      <a:pt x="1734" y="466"/>
                      <a:pt x="1139" y="1061"/>
                    </a:cubicBezTo>
                    <a:cubicBezTo>
                      <a:pt x="545" y="1656"/>
                      <a:pt x="211" y="2463"/>
                      <a:pt x="211" y="3304"/>
                    </a:cubicBezTo>
                    <a:cubicBezTo>
                      <a:pt x="211" y="4146"/>
                      <a:pt x="545" y="4953"/>
                      <a:pt x="1139" y="5548"/>
                    </a:cubicBezTo>
                    <a:cubicBezTo>
                      <a:pt x="1734" y="6143"/>
                      <a:pt x="2541" y="6477"/>
                      <a:pt x="3382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63" name="Freeform: Shape 9062">
                <a:extLst>
                  <a:ext uri="{FF2B5EF4-FFF2-40B4-BE49-F238E27FC236}">
                    <a16:creationId xmlns:a16="http://schemas.microsoft.com/office/drawing/2014/main" id="{BCDB7F2C-AAE1-121C-9BFF-BDE56BF2FE01}"/>
                  </a:ext>
                </a:extLst>
              </p:cNvPr>
              <p:cNvSpPr/>
              <p:nvPr/>
            </p:nvSpPr>
            <p:spPr>
              <a:xfrm>
                <a:off x="9078794" y="5145059"/>
                <a:ext cx="6343" cy="6345"/>
              </a:xfrm>
              <a:custGeom>
                <a:avLst/>
                <a:gdLst>
                  <a:gd name="connsiteX0" fmla="*/ 3382 w 6343"/>
                  <a:gd name="connsiteY0" fmla="*/ 6477 h 6345"/>
                  <a:gd name="connsiteX1" fmla="*/ 5625 w 6343"/>
                  <a:gd name="connsiteY1" fmla="*/ 5547 h 6345"/>
                  <a:gd name="connsiteX2" fmla="*/ 6554 w 6343"/>
                  <a:gd name="connsiteY2" fmla="*/ 3304 h 6345"/>
                  <a:gd name="connsiteX3" fmla="*/ 5625 w 6343"/>
                  <a:gd name="connsiteY3" fmla="*/ 1061 h 6345"/>
                  <a:gd name="connsiteX4" fmla="*/ 3382 w 6343"/>
                  <a:gd name="connsiteY4" fmla="*/ 131 h 6345"/>
                  <a:gd name="connsiteX5" fmla="*/ 1139 w 6343"/>
                  <a:gd name="connsiteY5" fmla="*/ 1061 h 6345"/>
                  <a:gd name="connsiteX6" fmla="*/ 210 w 6343"/>
                  <a:gd name="connsiteY6" fmla="*/ 3304 h 6345"/>
                  <a:gd name="connsiteX7" fmla="*/ 1139 w 6343"/>
                  <a:gd name="connsiteY7" fmla="*/ 5547 h 6345"/>
                  <a:gd name="connsiteX8" fmla="*/ 3382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7"/>
                    </a:moveTo>
                    <a:cubicBezTo>
                      <a:pt x="4223" y="6477"/>
                      <a:pt x="5030" y="6142"/>
                      <a:pt x="5625" y="5547"/>
                    </a:cubicBezTo>
                    <a:cubicBezTo>
                      <a:pt x="6219" y="4952"/>
                      <a:pt x="6554" y="4145"/>
                      <a:pt x="6554" y="3304"/>
                    </a:cubicBezTo>
                    <a:cubicBezTo>
                      <a:pt x="6554" y="2463"/>
                      <a:pt x="6219" y="1655"/>
                      <a:pt x="5625" y="1061"/>
                    </a:cubicBezTo>
                    <a:cubicBezTo>
                      <a:pt x="5030" y="466"/>
                      <a:pt x="4223" y="131"/>
                      <a:pt x="3382" y="131"/>
                    </a:cubicBezTo>
                    <a:cubicBezTo>
                      <a:pt x="2541" y="131"/>
                      <a:pt x="1734" y="466"/>
                      <a:pt x="1139" y="1061"/>
                    </a:cubicBezTo>
                    <a:cubicBezTo>
                      <a:pt x="545" y="1655"/>
                      <a:pt x="210" y="2463"/>
                      <a:pt x="210" y="3304"/>
                    </a:cubicBezTo>
                    <a:cubicBezTo>
                      <a:pt x="210" y="4145"/>
                      <a:pt x="545" y="4952"/>
                      <a:pt x="1139" y="5547"/>
                    </a:cubicBezTo>
                    <a:cubicBezTo>
                      <a:pt x="1734" y="6142"/>
                      <a:pt x="2541" y="6477"/>
                      <a:pt x="3382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64" name="Freeform: Shape 9063">
                <a:extLst>
                  <a:ext uri="{FF2B5EF4-FFF2-40B4-BE49-F238E27FC236}">
                    <a16:creationId xmlns:a16="http://schemas.microsoft.com/office/drawing/2014/main" id="{5AAC8D5C-9A96-3764-ACD9-2D669833E4B7}"/>
                  </a:ext>
                </a:extLst>
              </p:cNvPr>
              <p:cNvSpPr/>
              <p:nvPr/>
            </p:nvSpPr>
            <p:spPr>
              <a:xfrm>
                <a:off x="9078902" y="5142480"/>
                <a:ext cx="6343" cy="6345"/>
              </a:xfrm>
              <a:custGeom>
                <a:avLst/>
                <a:gdLst>
                  <a:gd name="connsiteX0" fmla="*/ 3382 w 6343"/>
                  <a:gd name="connsiteY0" fmla="*/ 6476 h 6345"/>
                  <a:gd name="connsiteX1" fmla="*/ 5625 w 6343"/>
                  <a:gd name="connsiteY1" fmla="*/ 5547 h 6345"/>
                  <a:gd name="connsiteX2" fmla="*/ 6554 w 6343"/>
                  <a:gd name="connsiteY2" fmla="*/ 3304 h 6345"/>
                  <a:gd name="connsiteX3" fmla="*/ 5625 w 6343"/>
                  <a:gd name="connsiteY3" fmla="*/ 1060 h 6345"/>
                  <a:gd name="connsiteX4" fmla="*/ 3382 w 6343"/>
                  <a:gd name="connsiteY4" fmla="*/ 131 h 6345"/>
                  <a:gd name="connsiteX5" fmla="*/ 1139 w 6343"/>
                  <a:gd name="connsiteY5" fmla="*/ 1060 h 6345"/>
                  <a:gd name="connsiteX6" fmla="*/ 210 w 6343"/>
                  <a:gd name="connsiteY6" fmla="*/ 3304 h 6345"/>
                  <a:gd name="connsiteX7" fmla="*/ 1139 w 6343"/>
                  <a:gd name="connsiteY7" fmla="*/ 5547 h 6345"/>
                  <a:gd name="connsiteX8" fmla="*/ 338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6"/>
                    </a:moveTo>
                    <a:cubicBezTo>
                      <a:pt x="4223" y="6476"/>
                      <a:pt x="5030" y="6142"/>
                      <a:pt x="5625" y="5547"/>
                    </a:cubicBezTo>
                    <a:cubicBezTo>
                      <a:pt x="6219" y="4952"/>
                      <a:pt x="6554" y="4145"/>
                      <a:pt x="6554" y="3304"/>
                    </a:cubicBezTo>
                    <a:cubicBezTo>
                      <a:pt x="6554" y="2462"/>
                      <a:pt x="6219" y="1655"/>
                      <a:pt x="5625" y="1060"/>
                    </a:cubicBezTo>
                    <a:cubicBezTo>
                      <a:pt x="5030" y="465"/>
                      <a:pt x="4223" y="131"/>
                      <a:pt x="3382" y="131"/>
                    </a:cubicBezTo>
                    <a:cubicBezTo>
                      <a:pt x="2541" y="131"/>
                      <a:pt x="1734" y="465"/>
                      <a:pt x="1139" y="1060"/>
                    </a:cubicBezTo>
                    <a:cubicBezTo>
                      <a:pt x="545" y="1655"/>
                      <a:pt x="210" y="2462"/>
                      <a:pt x="210" y="3304"/>
                    </a:cubicBezTo>
                    <a:cubicBezTo>
                      <a:pt x="210" y="4145"/>
                      <a:pt x="545" y="4952"/>
                      <a:pt x="1139" y="5547"/>
                    </a:cubicBezTo>
                    <a:cubicBezTo>
                      <a:pt x="1734" y="6142"/>
                      <a:pt x="2541" y="6476"/>
                      <a:pt x="338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65" name="Freeform: Shape 9064">
                <a:extLst>
                  <a:ext uri="{FF2B5EF4-FFF2-40B4-BE49-F238E27FC236}">
                    <a16:creationId xmlns:a16="http://schemas.microsoft.com/office/drawing/2014/main" id="{CB5BDDBD-7633-10A1-E6D0-2B49C45D9FF4}"/>
                  </a:ext>
                </a:extLst>
              </p:cNvPr>
              <p:cNvSpPr/>
              <p:nvPr/>
            </p:nvSpPr>
            <p:spPr>
              <a:xfrm>
                <a:off x="9078449" y="5139654"/>
                <a:ext cx="6343" cy="6345"/>
              </a:xfrm>
              <a:custGeom>
                <a:avLst/>
                <a:gdLst>
                  <a:gd name="connsiteX0" fmla="*/ 3382 w 6343"/>
                  <a:gd name="connsiteY0" fmla="*/ 6476 h 6345"/>
                  <a:gd name="connsiteX1" fmla="*/ 5625 w 6343"/>
                  <a:gd name="connsiteY1" fmla="*/ 5547 h 6345"/>
                  <a:gd name="connsiteX2" fmla="*/ 6554 w 6343"/>
                  <a:gd name="connsiteY2" fmla="*/ 3304 h 6345"/>
                  <a:gd name="connsiteX3" fmla="*/ 5625 w 6343"/>
                  <a:gd name="connsiteY3" fmla="*/ 1060 h 6345"/>
                  <a:gd name="connsiteX4" fmla="*/ 3382 w 6343"/>
                  <a:gd name="connsiteY4" fmla="*/ 131 h 6345"/>
                  <a:gd name="connsiteX5" fmla="*/ 1139 w 6343"/>
                  <a:gd name="connsiteY5" fmla="*/ 1060 h 6345"/>
                  <a:gd name="connsiteX6" fmla="*/ 210 w 6343"/>
                  <a:gd name="connsiteY6" fmla="*/ 3304 h 6345"/>
                  <a:gd name="connsiteX7" fmla="*/ 1139 w 6343"/>
                  <a:gd name="connsiteY7" fmla="*/ 5547 h 6345"/>
                  <a:gd name="connsiteX8" fmla="*/ 338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6"/>
                    </a:moveTo>
                    <a:cubicBezTo>
                      <a:pt x="4223" y="6476"/>
                      <a:pt x="5030" y="6142"/>
                      <a:pt x="5625" y="5547"/>
                    </a:cubicBezTo>
                    <a:cubicBezTo>
                      <a:pt x="6219" y="4952"/>
                      <a:pt x="6554" y="4145"/>
                      <a:pt x="6554" y="3304"/>
                    </a:cubicBezTo>
                    <a:cubicBezTo>
                      <a:pt x="6554" y="2462"/>
                      <a:pt x="6219" y="1655"/>
                      <a:pt x="5625" y="1060"/>
                    </a:cubicBezTo>
                    <a:cubicBezTo>
                      <a:pt x="5030" y="465"/>
                      <a:pt x="4223" y="131"/>
                      <a:pt x="3382" y="131"/>
                    </a:cubicBezTo>
                    <a:cubicBezTo>
                      <a:pt x="2541" y="131"/>
                      <a:pt x="1734" y="465"/>
                      <a:pt x="1139" y="1060"/>
                    </a:cubicBezTo>
                    <a:cubicBezTo>
                      <a:pt x="545" y="1655"/>
                      <a:pt x="210" y="2462"/>
                      <a:pt x="210" y="3304"/>
                    </a:cubicBezTo>
                    <a:cubicBezTo>
                      <a:pt x="210" y="4145"/>
                      <a:pt x="545" y="4952"/>
                      <a:pt x="1139" y="5547"/>
                    </a:cubicBezTo>
                    <a:cubicBezTo>
                      <a:pt x="1734" y="6142"/>
                      <a:pt x="2541" y="6476"/>
                      <a:pt x="338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66" name="Freeform: Shape 9065">
                <a:extLst>
                  <a:ext uri="{FF2B5EF4-FFF2-40B4-BE49-F238E27FC236}">
                    <a16:creationId xmlns:a16="http://schemas.microsoft.com/office/drawing/2014/main" id="{45389C4C-918E-E96D-699C-1DA4802C1129}"/>
                  </a:ext>
                </a:extLst>
              </p:cNvPr>
              <p:cNvSpPr/>
              <p:nvPr/>
            </p:nvSpPr>
            <p:spPr>
              <a:xfrm>
                <a:off x="9078537" y="5137039"/>
                <a:ext cx="6343" cy="6345"/>
              </a:xfrm>
              <a:custGeom>
                <a:avLst/>
                <a:gdLst>
                  <a:gd name="connsiteX0" fmla="*/ 3382 w 6343"/>
                  <a:gd name="connsiteY0" fmla="*/ 6476 h 6345"/>
                  <a:gd name="connsiteX1" fmla="*/ 5625 w 6343"/>
                  <a:gd name="connsiteY1" fmla="*/ 5547 h 6345"/>
                  <a:gd name="connsiteX2" fmla="*/ 6554 w 6343"/>
                  <a:gd name="connsiteY2" fmla="*/ 3303 h 6345"/>
                  <a:gd name="connsiteX3" fmla="*/ 5625 w 6343"/>
                  <a:gd name="connsiteY3" fmla="*/ 1060 h 6345"/>
                  <a:gd name="connsiteX4" fmla="*/ 3382 w 6343"/>
                  <a:gd name="connsiteY4" fmla="*/ 131 h 6345"/>
                  <a:gd name="connsiteX5" fmla="*/ 1139 w 6343"/>
                  <a:gd name="connsiteY5" fmla="*/ 1060 h 6345"/>
                  <a:gd name="connsiteX6" fmla="*/ 210 w 6343"/>
                  <a:gd name="connsiteY6" fmla="*/ 3303 h 6345"/>
                  <a:gd name="connsiteX7" fmla="*/ 1139 w 6343"/>
                  <a:gd name="connsiteY7" fmla="*/ 5547 h 6345"/>
                  <a:gd name="connsiteX8" fmla="*/ 338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6"/>
                    </a:moveTo>
                    <a:cubicBezTo>
                      <a:pt x="4223" y="6476"/>
                      <a:pt x="5030" y="6142"/>
                      <a:pt x="5625" y="5547"/>
                    </a:cubicBezTo>
                    <a:cubicBezTo>
                      <a:pt x="6219" y="4952"/>
                      <a:pt x="6554" y="4145"/>
                      <a:pt x="6554" y="3303"/>
                    </a:cubicBezTo>
                    <a:cubicBezTo>
                      <a:pt x="6554" y="2462"/>
                      <a:pt x="6219" y="1655"/>
                      <a:pt x="5625" y="1060"/>
                    </a:cubicBezTo>
                    <a:cubicBezTo>
                      <a:pt x="5030" y="465"/>
                      <a:pt x="4223" y="131"/>
                      <a:pt x="3382" y="131"/>
                    </a:cubicBezTo>
                    <a:cubicBezTo>
                      <a:pt x="2541" y="131"/>
                      <a:pt x="1734" y="465"/>
                      <a:pt x="1139" y="1060"/>
                    </a:cubicBezTo>
                    <a:cubicBezTo>
                      <a:pt x="545" y="1655"/>
                      <a:pt x="210" y="2462"/>
                      <a:pt x="210" y="3303"/>
                    </a:cubicBezTo>
                    <a:cubicBezTo>
                      <a:pt x="210" y="4145"/>
                      <a:pt x="545" y="4952"/>
                      <a:pt x="1139" y="5547"/>
                    </a:cubicBezTo>
                    <a:cubicBezTo>
                      <a:pt x="1734" y="6142"/>
                      <a:pt x="2541" y="6476"/>
                      <a:pt x="338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67" name="Freeform: Shape 9066">
                <a:extLst>
                  <a:ext uri="{FF2B5EF4-FFF2-40B4-BE49-F238E27FC236}">
                    <a16:creationId xmlns:a16="http://schemas.microsoft.com/office/drawing/2014/main" id="{7000551F-B769-255F-F6A4-99C7EBB9BF4C}"/>
                  </a:ext>
                </a:extLst>
              </p:cNvPr>
              <p:cNvSpPr/>
              <p:nvPr/>
            </p:nvSpPr>
            <p:spPr>
              <a:xfrm>
                <a:off x="9078873" y="5134520"/>
                <a:ext cx="6343" cy="6345"/>
              </a:xfrm>
              <a:custGeom>
                <a:avLst/>
                <a:gdLst>
                  <a:gd name="connsiteX0" fmla="*/ 3382 w 6343"/>
                  <a:gd name="connsiteY0" fmla="*/ 6476 h 6345"/>
                  <a:gd name="connsiteX1" fmla="*/ 5625 w 6343"/>
                  <a:gd name="connsiteY1" fmla="*/ 5547 h 6345"/>
                  <a:gd name="connsiteX2" fmla="*/ 6554 w 6343"/>
                  <a:gd name="connsiteY2" fmla="*/ 3303 h 6345"/>
                  <a:gd name="connsiteX3" fmla="*/ 5625 w 6343"/>
                  <a:gd name="connsiteY3" fmla="*/ 1060 h 6345"/>
                  <a:gd name="connsiteX4" fmla="*/ 3382 w 6343"/>
                  <a:gd name="connsiteY4" fmla="*/ 130 h 6345"/>
                  <a:gd name="connsiteX5" fmla="*/ 1139 w 6343"/>
                  <a:gd name="connsiteY5" fmla="*/ 1060 h 6345"/>
                  <a:gd name="connsiteX6" fmla="*/ 210 w 6343"/>
                  <a:gd name="connsiteY6" fmla="*/ 3303 h 6345"/>
                  <a:gd name="connsiteX7" fmla="*/ 1139 w 6343"/>
                  <a:gd name="connsiteY7" fmla="*/ 5547 h 6345"/>
                  <a:gd name="connsiteX8" fmla="*/ 338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6"/>
                    </a:moveTo>
                    <a:cubicBezTo>
                      <a:pt x="4223" y="6476"/>
                      <a:pt x="5030" y="6142"/>
                      <a:pt x="5625" y="5547"/>
                    </a:cubicBezTo>
                    <a:cubicBezTo>
                      <a:pt x="6219" y="4952"/>
                      <a:pt x="6554" y="4145"/>
                      <a:pt x="6554" y="3303"/>
                    </a:cubicBezTo>
                    <a:cubicBezTo>
                      <a:pt x="6554" y="2462"/>
                      <a:pt x="6219" y="1655"/>
                      <a:pt x="5625" y="1060"/>
                    </a:cubicBezTo>
                    <a:cubicBezTo>
                      <a:pt x="5030" y="465"/>
                      <a:pt x="4223" y="130"/>
                      <a:pt x="3382" y="130"/>
                    </a:cubicBezTo>
                    <a:cubicBezTo>
                      <a:pt x="2541" y="130"/>
                      <a:pt x="1734" y="465"/>
                      <a:pt x="1139" y="1060"/>
                    </a:cubicBezTo>
                    <a:cubicBezTo>
                      <a:pt x="545" y="1655"/>
                      <a:pt x="210" y="2462"/>
                      <a:pt x="210" y="3303"/>
                    </a:cubicBezTo>
                    <a:cubicBezTo>
                      <a:pt x="210" y="4145"/>
                      <a:pt x="545" y="4952"/>
                      <a:pt x="1139" y="5547"/>
                    </a:cubicBezTo>
                    <a:cubicBezTo>
                      <a:pt x="1734" y="6142"/>
                      <a:pt x="2541" y="6476"/>
                      <a:pt x="338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68" name="Freeform: Shape 9067">
                <a:extLst>
                  <a:ext uri="{FF2B5EF4-FFF2-40B4-BE49-F238E27FC236}">
                    <a16:creationId xmlns:a16="http://schemas.microsoft.com/office/drawing/2014/main" id="{2E7818CD-3BAF-1B86-7D6C-8AEED924FDE3}"/>
                  </a:ext>
                </a:extLst>
              </p:cNvPr>
              <p:cNvSpPr/>
              <p:nvPr/>
            </p:nvSpPr>
            <p:spPr>
              <a:xfrm>
                <a:off x="8801334" y="5008650"/>
                <a:ext cx="6343" cy="6345"/>
              </a:xfrm>
              <a:custGeom>
                <a:avLst/>
                <a:gdLst>
                  <a:gd name="connsiteX0" fmla="*/ 3360 w 6343"/>
                  <a:gd name="connsiteY0" fmla="*/ 6466 h 6345"/>
                  <a:gd name="connsiteX1" fmla="*/ 5603 w 6343"/>
                  <a:gd name="connsiteY1" fmla="*/ 5537 h 6345"/>
                  <a:gd name="connsiteX2" fmla="*/ 6532 w 6343"/>
                  <a:gd name="connsiteY2" fmla="*/ 3293 h 6345"/>
                  <a:gd name="connsiteX3" fmla="*/ 5603 w 6343"/>
                  <a:gd name="connsiteY3" fmla="*/ 1050 h 6345"/>
                  <a:gd name="connsiteX4" fmla="*/ 3360 w 6343"/>
                  <a:gd name="connsiteY4" fmla="*/ 120 h 6345"/>
                  <a:gd name="connsiteX5" fmla="*/ 1117 w 6343"/>
                  <a:gd name="connsiteY5" fmla="*/ 1050 h 6345"/>
                  <a:gd name="connsiteX6" fmla="*/ 189 w 6343"/>
                  <a:gd name="connsiteY6" fmla="*/ 3293 h 6345"/>
                  <a:gd name="connsiteX7" fmla="*/ 1117 w 6343"/>
                  <a:gd name="connsiteY7" fmla="*/ 5537 h 6345"/>
                  <a:gd name="connsiteX8" fmla="*/ 336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466"/>
                    </a:moveTo>
                    <a:cubicBezTo>
                      <a:pt x="4201" y="6466"/>
                      <a:pt x="5008" y="6132"/>
                      <a:pt x="5603" y="5537"/>
                    </a:cubicBezTo>
                    <a:cubicBezTo>
                      <a:pt x="6198" y="4942"/>
                      <a:pt x="6532" y="4135"/>
                      <a:pt x="6532" y="3293"/>
                    </a:cubicBezTo>
                    <a:cubicBezTo>
                      <a:pt x="6532" y="2452"/>
                      <a:pt x="6198" y="1645"/>
                      <a:pt x="5603" y="1050"/>
                    </a:cubicBezTo>
                    <a:cubicBezTo>
                      <a:pt x="5008" y="455"/>
                      <a:pt x="4201" y="120"/>
                      <a:pt x="3360" y="120"/>
                    </a:cubicBezTo>
                    <a:cubicBezTo>
                      <a:pt x="2519" y="120"/>
                      <a:pt x="1712" y="455"/>
                      <a:pt x="1117" y="1050"/>
                    </a:cubicBezTo>
                    <a:cubicBezTo>
                      <a:pt x="523" y="1645"/>
                      <a:pt x="189" y="2452"/>
                      <a:pt x="189" y="3293"/>
                    </a:cubicBezTo>
                    <a:cubicBezTo>
                      <a:pt x="189" y="4135"/>
                      <a:pt x="523" y="4942"/>
                      <a:pt x="1117" y="5537"/>
                    </a:cubicBezTo>
                    <a:cubicBezTo>
                      <a:pt x="1712" y="6132"/>
                      <a:pt x="2519" y="6466"/>
                      <a:pt x="336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69" name="Freeform: Shape 9068">
                <a:extLst>
                  <a:ext uri="{FF2B5EF4-FFF2-40B4-BE49-F238E27FC236}">
                    <a16:creationId xmlns:a16="http://schemas.microsoft.com/office/drawing/2014/main" id="{4F389CAA-2692-F3CF-BF0A-70154752CCE2}"/>
                  </a:ext>
                </a:extLst>
              </p:cNvPr>
              <p:cNvSpPr/>
              <p:nvPr/>
            </p:nvSpPr>
            <p:spPr>
              <a:xfrm>
                <a:off x="9078624" y="5129037"/>
                <a:ext cx="6343" cy="6345"/>
              </a:xfrm>
              <a:custGeom>
                <a:avLst/>
                <a:gdLst>
                  <a:gd name="connsiteX0" fmla="*/ 3382 w 6343"/>
                  <a:gd name="connsiteY0" fmla="*/ 6475 h 6345"/>
                  <a:gd name="connsiteX1" fmla="*/ 5625 w 6343"/>
                  <a:gd name="connsiteY1" fmla="*/ 5546 h 6345"/>
                  <a:gd name="connsiteX2" fmla="*/ 6554 w 6343"/>
                  <a:gd name="connsiteY2" fmla="*/ 3303 h 6345"/>
                  <a:gd name="connsiteX3" fmla="*/ 5625 w 6343"/>
                  <a:gd name="connsiteY3" fmla="*/ 1059 h 6345"/>
                  <a:gd name="connsiteX4" fmla="*/ 3382 w 6343"/>
                  <a:gd name="connsiteY4" fmla="*/ 130 h 6345"/>
                  <a:gd name="connsiteX5" fmla="*/ 1139 w 6343"/>
                  <a:gd name="connsiteY5" fmla="*/ 1059 h 6345"/>
                  <a:gd name="connsiteX6" fmla="*/ 210 w 6343"/>
                  <a:gd name="connsiteY6" fmla="*/ 3303 h 6345"/>
                  <a:gd name="connsiteX7" fmla="*/ 1139 w 6343"/>
                  <a:gd name="connsiteY7" fmla="*/ 5546 h 6345"/>
                  <a:gd name="connsiteX8" fmla="*/ 338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5"/>
                    </a:moveTo>
                    <a:cubicBezTo>
                      <a:pt x="4223" y="6475"/>
                      <a:pt x="5030" y="6141"/>
                      <a:pt x="5625" y="5546"/>
                    </a:cubicBezTo>
                    <a:cubicBezTo>
                      <a:pt x="6219" y="4951"/>
                      <a:pt x="6554" y="4144"/>
                      <a:pt x="6554" y="3303"/>
                    </a:cubicBezTo>
                    <a:cubicBezTo>
                      <a:pt x="6554" y="2461"/>
                      <a:pt x="6219" y="1654"/>
                      <a:pt x="5625" y="1059"/>
                    </a:cubicBezTo>
                    <a:cubicBezTo>
                      <a:pt x="5030" y="464"/>
                      <a:pt x="4223" y="130"/>
                      <a:pt x="3382" y="130"/>
                    </a:cubicBezTo>
                    <a:cubicBezTo>
                      <a:pt x="2541" y="130"/>
                      <a:pt x="1734" y="464"/>
                      <a:pt x="1139" y="1059"/>
                    </a:cubicBezTo>
                    <a:cubicBezTo>
                      <a:pt x="545" y="1654"/>
                      <a:pt x="210" y="2461"/>
                      <a:pt x="210" y="3303"/>
                    </a:cubicBezTo>
                    <a:cubicBezTo>
                      <a:pt x="210" y="4144"/>
                      <a:pt x="545" y="4951"/>
                      <a:pt x="1139" y="5546"/>
                    </a:cubicBezTo>
                    <a:cubicBezTo>
                      <a:pt x="1734" y="6141"/>
                      <a:pt x="2541" y="6475"/>
                      <a:pt x="338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70" name="Freeform: Shape 9069">
                <a:extLst>
                  <a:ext uri="{FF2B5EF4-FFF2-40B4-BE49-F238E27FC236}">
                    <a16:creationId xmlns:a16="http://schemas.microsoft.com/office/drawing/2014/main" id="{EEC629A6-6F4B-FC7C-2333-08CDD1B9492D}"/>
                  </a:ext>
                </a:extLst>
              </p:cNvPr>
              <p:cNvSpPr/>
              <p:nvPr/>
            </p:nvSpPr>
            <p:spPr>
              <a:xfrm>
                <a:off x="8808595" y="5002480"/>
                <a:ext cx="6343" cy="6345"/>
              </a:xfrm>
              <a:custGeom>
                <a:avLst/>
                <a:gdLst>
                  <a:gd name="connsiteX0" fmla="*/ 3361 w 6343"/>
                  <a:gd name="connsiteY0" fmla="*/ 6465 h 6345"/>
                  <a:gd name="connsiteX1" fmla="*/ 5603 w 6343"/>
                  <a:gd name="connsiteY1" fmla="*/ 5536 h 6345"/>
                  <a:gd name="connsiteX2" fmla="*/ 6532 w 6343"/>
                  <a:gd name="connsiteY2" fmla="*/ 3293 h 6345"/>
                  <a:gd name="connsiteX3" fmla="*/ 5603 w 6343"/>
                  <a:gd name="connsiteY3" fmla="*/ 1049 h 6345"/>
                  <a:gd name="connsiteX4" fmla="*/ 3361 w 6343"/>
                  <a:gd name="connsiteY4" fmla="*/ 120 h 6345"/>
                  <a:gd name="connsiteX5" fmla="*/ 1118 w 6343"/>
                  <a:gd name="connsiteY5" fmla="*/ 1049 h 6345"/>
                  <a:gd name="connsiteX6" fmla="*/ 189 w 6343"/>
                  <a:gd name="connsiteY6" fmla="*/ 3293 h 6345"/>
                  <a:gd name="connsiteX7" fmla="*/ 1118 w 6343"/>
                  <a:gd name="connsiteY7" fmla="*/ 5536 h 6345"/>
                  <a:gd name="connsiteX8" fmla="*/ 3361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65"/>
                    </a:moveTo>
                    <a:cubicBezTo>
                      <a:pt x="4202" y="6465"/>
                      <a:pt x="5009" y="6131"/>
                      <a:pt x="5603" y="5536"/>
                    </a:cubicBezTo>
                    <a:cubicBezTo>
                      <a:pt x="6198" y="4941"/>
                      <a:pt x="6532" y="4134"/>
                      <a:pt x="6532" y="3293"/>
                    </a:cubicBezTo>
                    <a:cubicBezTo>
                      <a:pt x="6532" y="2451"/>
                      <a:pt x="6198" y="1644"/>
                      <a:pt x="5603" y="1049"/>
                    </a:cubicBezTo>
                    <a:cubicBezTo>
                      <a:pt x="5009" y="454"/>
                      <a:pt x="4202" y="120"/>
                      <a:pt x="3361" y="120"/>
                    </a:cubicBezTo>
                    <a:cubicBezTo>
                      <a:pt x="2520" y="120"/>
                      <a:pt x="1713" y="454"/>
                      <a:pt x="1118" y="1049"/>
                    </a:cubicBezTo>
                    <a:cubicBezTo>
                      <a:pt x="523" y="1644"/>
                      <a:pt x="189" y="2451"/>
                      <a:pt x="189" y="3293"/>
                    </a:cubicBezTo>
                    <a:cubicBezTo>
                      <a:pt x="189" y="4134"/>
                      <a:pt x="523" y="4941"/>
                      <a:pt x="1118" y="5536"/>
                    </a:cubicBezTo>
                    <a:cubicBezTo>
                      <a:pt x="1713" y="6131"/>
                      <a:pt x="2520" y="6465"/>
                      <a:pt x="3361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71" name="Freeform: Shape 9070">
                <a:extLst>
                  <a:ext uri="{FF2B5EF4-FFF2-40B4-BE49-F238E27FC236}">
                    <a16:creationId xmlns:a16="http://schemas.microsoft.com/office/drawing/2014/main" id="{B1EC740A-D9F3-F89A-2095-6ED98FDEA02E}"/>
                  </a:ext>
                </a:extLst>
              </p:cNvPr>
              <p:cNvSpPr/>
              <p:nvPr/>
            </p:nvSpPr>
            <p:spPr>
              <a:xfrm>
                <a:off x="8811478" y="4999087"/>
                <a:ext cx="6343" cy="6345"/>
              </a:xfrm>
              <a:custGeom>
                <a:avLst/>
                <a:gdLst>
                  <a:gd name="connsiteX0" fmla="*/ 3361 w 6343"/>
                  <a:gd name="connsiteY0" fmla="*/ 6465 h 6345"/>
                  <a:gd name="connsiteX1" fmla="*/ 5604 w 6343"/>
                  <a:gd name="connsiteY1" fmla="*/ 5536 h 6345"/>
                  <a:gd name="connsiteX2" fmla="*/ 6532 w 6343"/>
                  <a:gd name="connsiteY2" fmla="*/ 3292 h 6345"/>
                  <a:gd name="connsiteX3" fmla="*/ 5604 w 6343"/>
                  <a:gd name="connsiteY3" fmla="*/ 1049 h 6345"/>
                  <a:gd name="connsiteX4" fmla="*/ 3361 w 6343"/>
                  <a:gd name="connsiteY4" fmla="*/ 120 h 6345"/>
                  <a:gd name="connsiteX5" fmla="*/ 1118 w 6343"/>
                  <a:gd name="connsiteY5" fmla="*/ 1049 h 6345"/>
                  <a:gd name="connsiteX6" fmla="*/ 189 w 6343"/>
                  <a:gd name="connsiteY6" fmla="*/ 3292 h 6345"/>
                  <a:gd name="connsiteX7" fmla="*/ 1118 w 6343"/>
                  <a:gd name="connsiteY7" fmla="*/ 5536 h 6345"/>
                  <a:gd name="connsiteX8" fmla="*/ 3361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65"/>
                    </a:moveTo>
                    <a:cubicBezTo>
                      <a:pt x="4202" y="6465"/>
                      <a:pt x="5009" y="6131"/>
                      <a:pt x="5604" y="5536"/>
                    </a:cubicBezTo>
                    <a:cubicBezTo>
                      <a:pt x="6198" y="4941"/>
                      <a:pt x="6532" y="4134"/>
                      <a:pt x="6532" y="3292"/>
                    </a:cubicBezTo>
                    <a:cubicBezTo>
                      <a:pt x="6532" y="2451"/>
                      <a:pt x="6198" y="1644"/>
                      <a:pt x="5604" y="1049"/>
                    </a:cubicBezTo>
                    <a:cubicBezTo>
                      <a:pt x="5009" y="454"/>
                      <a:pt x="4202" y="120"/>
                      <a:pt x="3361" y="120"/>
                    </a:cubicBezTo>
                    <a:cubicBezTo>
                      <a:pt x="2520" y="120"/>
                      <a:pt x="1713" y="454"/>
                      <a:pt x="1118" y="1049"/>
                    </a:cubicBezTo>
                    <a:cubicBezTo>
                      <a:pt x="524" y="1644"/>
                      <a:pt x="189" y="2451"/>
                      <a:pt x="189" y="3292"/>
                    </a:cubicBezTo>
                    <a:cubicBezTo>
                      <a:pt x="189" y="4134"/>
                      <a:pt x="524" y="4941"/>
                      <a:pt x="1118" y="5536"/>
                    </a:cubicBezTo>
                    <a:cubicBezTo>
                      <a:pt x="1713" y="6131"/>
                      <a:pt x="2520" y="6465"/>
                      <a:pt x="3361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72" name="Freeform: Shape 9071">
                <a:extLst>
                  <a:ext uri="{FF2B5EF4-FFF2-40B4-BE49-F238E27FC236}">
                    <a16:creationId xmlns:a16="http://schemas.microsoft.com/office/drawing/2014/main" id="{8B720D19-443C-0F35-EB83-754E5042808A}"/>
                  </a:ext>
                </a:extLst>
              </p:cNvPr>
              <p:cNvSpPr/>
              <p:nvPr/>
            </p:nvSpPr>
            <p:spPr>
              <a:xfrm>
                <a:off x="9176038" y="5162942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5 h 6345"/>
                  <a:gd name="connsiteX3" fmla="*/ 5632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5 h 6345"/>
                  <a:gd name="connsiteX7" fmla="*/ 1147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2" y="5549"/>
                    </a:cubicBezTo>
                    <a:cubicBezTo>
                      <a:pt x="6227" y="4954"/>
                      <a:pt x="6561" y="4147"/>
                      <a:pt x="6561" y="3305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2" y="1657"/>
                      <a:pt x="218" y="2464"/>
                      <a:pt x="218" y="3305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73" name="Freeform: Shape 9072">
                <a:extLst>
                  <a:ext uri="{FF2B5EF4-FFF2-40B4-BE49-F238E27FC236}">
                    <a16:creationId xmlns:a16="http://schemas.microsoft.com/office/drawing/2014/main" id="{967EC7B8-B73E-F034-8E17-35CD1880BAA7}"/>
                  </a:ext>
                </a:extLst>
              </p:cNvPr>
              <p:cNvSpPr/>
              <p:nvPr/>
            </p:nvSpPr>
            <p:spPr>
              <a:xfrm>
                <a:off x="9187597" y="5166633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2" y="133"/>
                      <a:pt x="3391" y="133"/>
                    </a:cubicBezTo>
                    <a:cubicBezTo>
                      <a:pt x="2549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49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74" name="Freeform: Shape 9073">
                <a:extLst>
                  <a:ext uri="{FF2B5EF4-FFF2-40B4-BE49-F238E27FC236}">
                    <a16:creationId xmlns:a16="http://schemas.microsoft.com/office/drawing/2014/main" id="{5B290482-FECD-79F6-8104-872AC9D32095}"/>
                  </a:ext>
                </a:extLst>
              </p:cNvPr>
              <p:cNvSpPr/>
              <p:nvPr/>
            </p:nvSpPr>
            <p:spPr>
              <a:xfrm>
                <a:off x="9189224" y="5165483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75" name="Freeform: Shape 9074">
                <a:extLst>
                  <a:ext uri="{FF2B5EF4-FFF2-40B4-BE49-F238E27FC236}">
                    <a16:creationId xmlns:a16="http://schemas.microsoft.com/office/drawing/2014/main" id="{65203CE3-D38B-80F0-A4F8-6CC423F75B96}"/>
                  </a:ext>
                </a:extLst>
              </p:cNvPr>
              <p:cNvSpPr/>
              <p:nvPr/>
            </p:nvSpPr>
            <p:spPr>
              <a:xfrm>
                <a:off x="9191975" y="5164921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2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4" y="1657"/>
                      <a:pt x="219" y="2464"/>
                      <a:pt x="219" y="3306"/>
                    </a:cubicBezTo>
                    <a:cubicBezTo>
                      <a:pt x="219" y="4147"/>
                      <a:pt x="554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76" name="Freeform: Shape 9075">
                <a:extLst>
                  <a:ext uri="{FF2B5EF4-FFF2-40B4-BE49-F238E27FC236}">
                    <a16:creationId xmlns:a16="http://schemas.microsoft.com/office/drawing/2014/main" id="{A24AD062-F1E1-691E-DCA9-ADE8657CF553}"/>
                  </a:ext>
                </a:extLst>
              </p:cNvPr>
              <p:cNvSpPr/>
              <p:nvPr/>
            </p:nvSpPr>
            <p:spPr>
              <a:xfrm>
                <a:off x="9197246" y="5163767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77" name="Freeform: Shape 9076">
                <a:extLst>
                  <a:ext uri="{FF2B5EF4-FFF2-40B4-BE49-F238E27FC236}">
                    <a16:creationId xmlns:a16="http://schemas.microsoft.com/office/drawing/2014/main" id="{7A95B646-2B46-060F-A9AC-DF25BBD6F109}"/>
                  </a:ext>
                </a:extLst>
              </p:cNvPr>
              <p:cNvSpPr/>
              <p:nvPr/>
            </p:nvSpPr>
            <p:spPr>
              <a:xfrm>
                <a:off x="8909537" y="5003610"/>
                <a:ext cx="6343" cy="6345"/>
              </a:xfrm>
              <a:custGeom>
                <a:avLst/>
                <a:gdLst>
                  <a:gd name="connsiteX0" fmla="*/ 3369 w 6343"/>
                  <a:gd name="connsiteY0" fmla="*/ 6466 h 6345"/>
                  <a:gd name="connsiteX1" fmla="*/ 5611 w 6343"/>
                  <a:gd name="connsiteY1" fmla="*/ 5536 h 6345"/>
                  <a:gd name="connsiteX2" fmla="*/ 6540 w 6343"/>
                  <a:gd name="connsiteY2" fmla="*/ 3293 h 6345"/>
                  <a:gd name="connsiteX3" fmla="*/ 5611 w 6343"/>
                  <a:gd name="connsiteY3" fmla="*/ 1049 h 6345"/>
                  <a:gd name="connsiteX4" fmla="*/ 3369 w 6343"/>
                  <a:gd name="connsiteY4" fmla="*/ 120 h 6345"/>
                  <a:gd name="connsiteX5" fmla="*/ 1126 w 6343"/>
                  <a:gd name="connsiteY5" fmla="*/ 1049 h 6345"/>
                  <a:gd name="connsiteX6" fmla="*/ 197 w 6343"/>
                  <a:gd name="connsiteY6" fmla="*/ 3293 h 6345"/>
                  <a:gd name="connsiteX7" fmla="*/ 1126 w 6343"/>
                  <a:gd name="connsiteY7" fmla="*/ 5536 h 6345"/>
                  <a:gd name="connsiteX8" fmla="*/ 336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66"/>
                    </a:moveTo>
                    <a:cubicBezTo>
                      <a:pt x="4210" y="6466"/>
                      <a:pt x="5017" y="6131"/>
                      <a:pt x="5611" y="5536"/>
                    </a:cubicBezTo>
                    <a:cubicBezTo>
                      <a:pt x="6206" y="4941"/>
                      <a:pt x="6540" y="4134"/>
                      <a:pt x="6540" y="3293"/>
                    </a:cubicBezTo>
                    <a:cubicBezTo>
                      <a:pt x="6540" y="2451"/>
                      <a:pt x="6206" y="1644"/>
                      <a:pt x="5611" y="1049"/>
                    </a:cubicBezTo>
                    <a:cubicBezTo>
                      <a:pt x="5017" y="454"/>
                      <a:pt x="4210" y="120"/>
                      <a:pt x="3369" y="120"/>
                    </a:cubicBezTo>
                    <a:cubicBezTo>
                      <a:pt x="2528" y="120"/>
                      <a:pt x="1721" y="454"/>
                      <a:pt x="1126" y="1049"/>
                    </a:cubicBezTo>
                    <a:cubicBezTo>
                      <a:pt x="531" y="1644"/>
                      <a:pt x="197" y="2451"/>
                      <a:pt x="197" y="3293"/>
                    </a:cubicBezTo>
                    <a:cubicBezTo>
                      <a:pt x="197" y="4134"/>
                      <a:pt x="531" y="4941"/>
                      <a:pt x="1126" y="5536"/>
                    </a:cubicBezTo>
                    <a:cubicBezTo>
                      <a:pt x="1721" y="6131"/>
                      <a:pt x="2528" y="6466"/>
                      <a:pt x="336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78" name="Freeform: Shape 9077">
                <a:extLst>
                  <a:ext uri="{FF2B5EF4-FFF2-40B4-BE49-F238E27FC236}">
                    <a16:creationId xmlns:a16="http://schemas.microsoft.com/office/drawing/2014/main" id="{7DEBBEBA-EFFC-DB8A-5A5D-A8DBC90FD1E8}"/>
                  </a:ext>
                </a:extLst>
              </p:cNvPr>
              <p:cNvSpPr/>
              <p:nvPr/>
            </p:nvSpPr>
            <p:spPr>
              <a:xfrm>
                <a:off x="9096503" y="5102378"/>
                <a:ext cx="6343" cy="6345"/>
              </a:xfrm>
              <a:custGeom>
                <a:avLst/>
                <a:gdLst>
                  <a:gd name="connsiteX0" fmla="*/ 3383 w 6343"/>
                  <a:gd name="connsiteY0" fmla="*/ 6473 h 6345"/>
                  <a:gd name="connsiteX1" fmla="*/ 5626 w 6343"/>
                  <a:gd name="connsiteY1" fmla="*/ 5544 h 6345"/>
                  <a:gd name="connsiteX2" fmla="*/ 6555 w 6343"/>
                  <a:gd name="connsiteY2" fmla="*/ 3301 h 6345"/>
                  <a:gd name="connsiteX3" fmla="*/ 5626 w 6343"/>
                  <a:gd name="connsiteY3" fmla="*/ 1057 h 6345"/>
                  <a:gd name="connsiteX4" fmla="*/ 3383 w 6343"/>
                  <a:gd name="connsiteY4" fmla="*/ 128 h 6345"/>
                  <a:gd name="connsiteX5" fmla="*/ 1141 w 6343"/>
                  <a:gd name="connsiteY5" fmla="*/ 1057 h 6345"/>
                  <a:gd name="connsiteX6" fmla="*/ 212 w 6343"/>
                  <a:gd name="connsiteY6" fmla="*/ 3301 h 6345"/>
                  <a:gd name="connsiteX7" fmla="*/ 1141 w 6343"/>
                  <a:gd name="connsiteY7" fmla="*/ 5544 h 6345"/>
                  <a:gd name="connsiteX8" fmla="*/ 338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3"/>
                    </a:moveTo>
                    <a:cubicBezTo>
                      <a:pt x="4225" y="6473"/>
                      <a:pt x="5031" y="6139"/>
                      <a:pt x="5626" y="5544"/>
                    </a:cubicBezTo>
                    <a:cubicBezTo>
                      <a:pt x="6221" y="4949"/>
                      <a:pt x="6555" y="4142"/>
                      <a:pt x="6555" y="3301"/>
                    </a:cubicBezTo>
                    <a:cubicBezTo>
                      <a:pt x="6555" y="2459"/>
                      <a:pt x="6221" y="1652"/>
                      <a:pt x="5626" y="1057"/>
                    </a:cubicBezTo>
                    <a:cubicBezTo>
                      <a:pt x="5031" y="462"/>
                      <a:pt x="4225" y="128"/>
                      <a:pt x="3383" y="128"/>
                    </a:cubicBezTo>
                    <a:cubicBezTo>
                      <a:pt x="2542" y="128"/>
                      <a:pt x="1736" y="462"/>
                      <a:pt x="1141" y="1057"/>
                    </a:cubicBezTo>
                    <a:cubicBezTo>
                      <a:pt x="546" y="1652"/>
                      <a:pt x="212" y="2459"/>
                      <a:pt x="212" y="3301"/>
                    </a:cubicBezTo>
                    <a:cubicBezTo>
                      <a:pt x="212" y="4142"/>
                      <a:pt x="546" y="4949"/>
                      <a:pt x="1141" y="5544"/>
                    </a:cubicBezTo>
                    <a:cubicBezTo>
                      <a:pt x="1736" y="6139"/>
                      <a:pt x="2542" y="6473"/>
                      <a:pt x="338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79" name="Freeform: Shape 9078">
                <a:extLst>
                  <a:ext uri="{FF2B5EF4-FFF2-40B4-BE49-F238E27FC236}">
                    <a16:creationId xmlns:a16="http://schemas.microsoft.com/office/drawing/2014/main" id="{DAEA997D-952E-0A9B-0461-433397FDA032}"/>
                  </a:ext>
                </a:extLst>
              </p:cNvPr>
              <p:cNvSpPr/>
              <p:nvPr/>
            </p:nvSpPr>
            <p:spPr>
              <a:xfrm>
                <a:off x="9218462" y="5165947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0" y="4954"/>
                      <a:pt x="6565" y="4147"/>
                      <a:pt x="6565" y="3306"/>
                    </a:cubicBezTo>
                    <a:cubicBezTo>
                      <a:pt x="6565" y="2464"/>
                      <a:pt x="6230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0" y="1062"/>
                    </a:cubicBezTo>
                    <a:cubicBezTo>
                      <a:pt x="556" y="1657"/>
                      <a:pt x="221" y="2464"/>
                      <a:pt x="221" y="3306"/>
                    </a:cubicBezTo>
                    <a:cubicBezTo>
                      <a:pt x="221" y="4147"/>
                      <a:pt x="556" y="4954"/>
                      <a:pt x="1150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80" name="Freeform: Shape 9079">
                <a:extLst>
                  <a:ext uri="{FF2B5EF4-FFF2-40B4-BE49-F238E27FC236}">
                    <a16:creationId xmlns:a16="http://schemas.microsoft.com/office/drawing/2014/main" id="{7B96EE6D-22D3-4C89-68C8-DA7B354CC651}"/>
                  </a:ext>
                </a:extLst>
              </p:cNvPr>
              <p:cNvSpPr/>
              <p:nvPr/>
            </p:nvSpPr>
            <p:spPr>
              <a:xfrm>
                <a:off x="9221049" y="5165597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81" name="Freeform: Shape 9080">
                <a:extLst>
                  <a:ext uri="{FF2B5EF4-FFF2-40B4-BE49-F238E27FC236}">
                    <a16:creationId xmlns:a16="http://schemas.microsoft.com/office/drawing/2014/main" id="{3A20813C-D21B-3D41-2AEE-B827728483D1}"/>
                  </a:ext>
                </a:extLst>
              </p:cNvPr>
              <p:cNvSpPr/>
              <p:nvPr/>
            </p:nvSpPr>
            <p:spPr>
              <a:xfrm>
                <a:off x="9222980" y="5164893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82" name="Freeform: Shape 9081">
                <a:extLst>
                  <a:ext uri="{FF2B5EF4-FFF2-40B4-BE49-F238E27FC236}">
                    <a16:creationId xmlns:a16="http://schemas.microsoft.com/office/drawing/2014/main" id="{A9DE04FC-0365-65BE-703F-4DB2FAB8FA60}"/>
                  </a:ext>
                </a:extLst>
              </p:cNvPr>
              <p:cNvSpPr/>
              <p:nvPr/>
            </p:nvSpPr>
            <p:spPr>
              <a:xfrm>
                <a:off x="9225561" y="5164593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5 h 6345"/>
                  <a:gd name="connsiteX3" fmla="*/ 5636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5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5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5" y="133"/>
                      <a:pt x="3394" y="133"/>
                    </a:cubicBezTo>
                    <a:cubicBezTo>
                      <a:pt x="2552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5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2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83" name="Freeform: Shape 9082">
                <a:extLst>
                  <a:ext uri="{FF2B5EF4-FFF2-40B4-BE49-F238E27FC236}">
                    <a16:creationId xmlns:a16="http://schemas.microsoft.com/office/drawing/2014/main" id="{D06F345A-2C8C-C257-0638-6118DBC32A52}"/>
                  </a:ext>
                </a:extLst>
              </p:cNvPr>
              <p:cNvSpPr/>
              <p:nvPr/>
            </p:nvSpPr>
            <p:spPr>
              <a:xfrm>
                <a:off x="9228029" y="5164254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5 h 6345"/>
                  <a:gd name="connsiteX3" fmla="*/ 5636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5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6" y="5549"/>
                    </a:cubicBezTo>
                    <a:cubicBezTo>
                      <a:pt x="6231" y="4954"/>
                      <a:pt x="6565" y="4147"/>
                      <a:pt x="6565" y="3305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5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84" name="Freeform: Shape 9083">
                <a:extLst>
                  <a:ext uri="{FF2B5EF4-FFF2-40B4-BE49-F238E27FC236}">
                    <a16:creationId xmlns:a16="http://schemas.microsoft.com/office/drawing/2014/main" id="{2E553D07-B1AC-2E5A-AB4E-8ED89B4F12B7}"/>
                  </a:ext>
                </a:extLst>
              </p:cNvPr>
              <p:cNvSpPr/>
              <p:nvPr/>
            </p:nvSpPr>
            <p:spPr>
              <a:xfrm>
                <a:off x="9230600" y="5164007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5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5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7" y="5549"/>
                    </a:cubicBezTo>
                    <a:cubicBezTo>
                      <a:pt x="6231" y="4954"/>
                      <a:pt x="6566" y="4147"/>
                      <a:pt x="6566" y="3305"/>
                    </a:cubicBezTo>
                    <a:cubicBezTo>
                      <a:pt x="6566" y="2464"/>
                      <a:pt x="6231" y="1657"/>
                      <a:pt x="5637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7" y="1657"/>
                      <a:pt x="222" y="2464"/>
                      <a:pt x="222" y="3305"/>
                    </a:cubicBezTo>
                    <a:cubicBezTo>
                      <a:pt x="222" y="4147"/>
                      <a:pt x="557" y="4954"/>
                      <a:pt x="1151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85" name="Freeform: Shape 9084">
                <a:extLst>
                  <a:ext uri="{FF2B5EF4-FFF2-40B4-BE49-F238E27FC236}">
                    <a16:creationId xmlns:a16="http://schemas.microsoft.com/office/drawing/2014/main" id="{6FC3494C-38C0-AF77-D7EC-B51CA32BA0C3}"/>
                  </a:ext>
                </a:extLst>
              </p:cNvPr>
              <p:cNvSpPr/>
              <p:nvPr/>
            </p:nvSpPr>
            <p:spPr>
              <a:xfrm>
                <a:off x="9235620" y="5163524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5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5 h 6345"/>
                  <a:gd name="connsiteX7" fmla="*/ 1152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5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2" y="1062"/>
                    </a:cubicBezTo>
                    <a:cubicBezTo>
                      <a:pt x="557" y="1657"/>
                      <a:pt x="223" y="2464"/>
                      <a:pt x="223" y="3305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86" name="Freeform: Shape 9085">
                <a:extLst>
                  <a:ext uri="{FF2B5EF4-FFF2-40B4-BE49-F238E27FC236}">
                    <a16:creationId xmlns:a16="http://schemas.microsoft.com/office/drawing/2014/main" id="{D685AED0-A774-35AB-C9BE-48BE7E268E08}"/>
                  </a:ext>
                </a:extLst>
              </p:cNvPr>
              <p:cNvSpPr/>
              <p:nvPr/>
            </p:nvSpPr>
            <p:spPr>
              <a:xfrm>
                <a:off x="9239562" y="5162466"/>
                <a:ext cx="6343" cy="6345"/>
              </a:xfrm>
              <a:custGeom>
                <a:avLst/>
                <a:gdLst>
                  <a:gd name="connsiteX0" fmla="*/ 3395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5 h 6345"/>
                  <a:gd name="connsiteX3" fmla="*/ 5637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5 h 6345"/>
                  <a:gd name="connsiteX7" fmla="*/ 1152 w 6343"/>
                  <a:gd name="connsiteY7" fmla="*/ 5549 h 6345"/>
                  <a:gd name="connsiteX8" fmla="*/ 339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8"/>
                    </a:moveTo>
                    <a:cubicBezTo>
                      <a:pt x="4236" y="6478"/>
                      <a:pt x="5043" y="6144"/>
                      <a:pt x="5637" y="5549"/>
                    </a:cubicBezTo>
                    <a:cubicBezTo>
                      <a:pt x="6232" y="4954"/>
                      <a:pt x="6566" y="4147"/>
                      <a:pt x="6566" y="3305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5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4" y="6478"/>
                      <a:pt x="339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87" name="Freeform: Shape 9086">
                <a:extLst>
                  <a:ext uri="{FF2B5EF4-FFF2-40B4-BE49-F238E27FC236}">
                    <a16:creationId xmlns:a16="http://schemas.microsoft.com/office/drawing/2014/main" id="{7BFECE8A-2B21-4FA5-B6A2-743C5C036259}"/>
                  </a:ext>
                </a:extLst>
              </p:cNvPr>
              <p:cNvSpPr/>
              <p:nvPr/>
            </p:nvSpPr>
            <p:spPr>
              <a:xfrm>
                <a:off x="9027402" y="5022496"/>
                <a:ext cx="6343" cy="6345"/>
              </a:xfrm>
              <a:custGeom>
                <a:avLst/>
                <a:gdLst>
                  <a:gd name="connsiteX0" fmla="*/ 3378 w 6343"/>
                  <a:gd name="connsiteY0" fmla="*/ 6467 h 6345"/>
                  <a:gd name="connsiteX1" fmla="*/ 5621 w 6343"/>
                  <a:gd name="connsiteY1" fmla="*/ 5538 h 6345"/>
                  <a:gd name="connsiteX2" fmla="*/ 6550 w 6343"/>
                  <a:gd name="connsiteY2" fmla="*/ 3294 h 6345"/>
                  <a:gd name="connsiteX3" fmla="*/ 5621 w 6343"/>
                  <a:gd name="connsiteY3" fmla="*/ 1051 h 6345"/>
                  <a:gd name="connsiteX4" fmla="*/ 3378 w 6343"/>
                  <a:gd name="connsiteY4" fmla="*/ 122 h 6345"/>
                  <a:gd name="connsiteX5" fmla="*/ 1135 w 6343"/>
                  <a:gd name="connsiteY5" fmla="*/ 1051 h 6345"/>
                  <a:gd name="connsiteX6" fmla="*/ 206 w 6343"/>
                  <a:gd name="connsiteY6" fmla="*/ 3294 h 6345"/>
                  <a:gd name="connsiteX7" fmla="*/ 1135 w 6343"/>
                  <a:gd name="connsiteY7" fmla="*/ 5538 h 6345"/>
                  <a:gd name="connsiteX8" fmla="*/ 337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7"/>
                    </a:moveTo>
                    <a:cubicBezTo>
                      <a:pt x="4219" y="6467"/>
                      <a:pt x="5026" y="6133"/>
                      <a:pt x="5621" y="5538"/>
                    </a:cubicBezTo>
                    <a:cubicBezTo>
                      <a:pt x="6215" y="4943"/>
                      <a:pt x="6550" y="4136"/>
                      <a:pt x="6550" y="3294"/>
                    </a:cubicBezTo>
                    <a:cubicBezTo>
                      <a:pt x="6550" y="2453"/>
                      <a:pt x="6215" y="1646"/>
                      <a:pt x="5621" y="1051"/>
                    </a:cubicBezTo>
                    <a:cubicBezTo>
                      <a:pt x="5026" y="456"/>
                      <a:pt x="4219" y="122"/>
                      <a:pt x="3378" y="122"/>
                    </a:cubicBezTo>
                    <a:cubicBezTo>
                      <a:pt x="2537" y="122"/>
                      <a:pt x="1730" y="456"/>
                      <a:pt x="1135" y="1051"/>
                    </a:cubicBezTo>
                    <a:cubicBezTo>
                      <a:pt x="541" y="1646"/>
                      <a:pt x="206" y="2453"/>
                      <a:pt x="206" y="3294"/>
                    </a:cubicBezTo>
                    <a:cubicBezTo>
                      <a:pt x="206" y="4136"/>
                      <a:pt x="541" y="4943"/>
                      <a:pt x="1135" y="5538"/>
                    </a:cubicBezTo>
                    <a:cubicBezTo>
                      <a:pt x="1730" y="6133"/>
                      <a:pt x="2537" y="6467"/>
                      <a:pt x="337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88" name="Freeform: Shape 9087">
                <a:extLst>
                  <a:ext uri="{FF2B5EF4-FFF2-40B4-BE49-F238E27FC236}">
                    <a16:creationId xmlns:a16="http://schemas.microsoft.com/office/drawing/2014/main" id="{3D002440-8BD5-8BA5-F3DC-4B00C0FDFCF4}"/>
                  </a:ext>
                </a:extLst>
              </p:cNvPr>
              <p:cNvSpPr/>
              <p:nvPr/>
            </p:nvSpPr>
            <p:spPr>
              <a:xfrm>
                <a:off x="9029495" y="5020219"/>
                <a:ext cx="6343" cy="6345"/>
              </a:xfrm>
              <a:custGeom>
                <a:avLst/>
                <a:gdLst>
                  <a:gd name="connsiteX0" fmla="*/ 3378 w 6343"/>
                  <a:gd name="connsiteY0" fmla="*/ 6467 h 6345"/>
                  <a:gd name="connsiteX1" fmla="*/ 5621 w 6343"/>
                  <a:gd name="connsiteY1" fmla="*/ 5538 h 6345"/>
                  <a:gd name="connsiteX2" fmla="*/ 6550 w 6343"/>
                  <a:gd name="connsiteY2" fmla="*/ 3294 h 6345"/>
                  <a:gd name="connsiteX3" fmla="*/ 5621 w 6343"/>
                  <a:gd name="connsiteY3" fmla="*/ 1051 h 6345"/>
                  <a:gd name="connsiteX4" fmla="*/ 3378 w 6343"/>
                  <a:gd name="connsiteY4" fmla="*/ 121 h 6345"/>
                  <a:gd name="connsiteX5" fmla="*/ 1135 w 6343"/>
                  <a:gd name="connsiteY5" fmla="*/ 1051 h 6345"/>
                  <a:gd name="connsiteX6" fmla="*/ 207 w 6343"/>
                  <a:gd name="connsiteY6" fmla="*/ 3294 h 6345"/>
                  <a:gd name="connsiteX7" fmla="*/ 1135 w 6343"/>
                  <a:gd name="connsiteY7" fmla="*/ 5538 h 6345"/>
                  <a:gd name="connsiteX8" fmla="*/ 337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7"/>
                    </a:moveTo>
                    <a:cubicBezTo>
                      <a:pt x="4219" y="6467"/>
                      <a:pt x="5026" y="6133"/>
                      <a:pt x="5621" y="5538"/>
                    </a:cubicBezTo>
                    <a:cubicBezTo>
                      <a:pt x="6215" y="4943"/>
                      <a:pt x="6550" y="4136"/>
                      <a:pt x="6550" y="3294"/>
                    </a:cubicBezTo>
                    <a:cubicBezTo>
                      <a:pt x="6550" y="2453"/>
                      <a:pt x="6215" y="1646"/>
                      <a:pt x="5621" y="1051"/>
                    </a:cubicBezTo>
                    <a:cubicBezTo>
                      <a:pt x="5026" y="456"/>
                      <a:pt x="4219" y="121"/>
                      <a:pt x="3378" y="121"/>
                    </a:cubicBezTo>
                    <a:cubicBezTo>
                      <a:pt x="2537" y="121"/>
                      <a:pt x="1730" y="456"/>
                      <a:pt x="1135" y="1051"/>
                    </a:cubicBezTo>
                    <a:cubicBezTo>
                      <a:pt x="541" y="1646"/>
                      <a:pt x="207" y="2453"/>
                      <a:pt x="207" y="3294"/>
                    </a:cubicBezTo>
                    <a:cubicBezTo>
                      <a:pt x="207" y="4136"/>
                      <a:pt x="541" y="4943"/>
                      <a:pt x="1135" y="5538"/>
                    </a:cubicBezTo>
                    <a:cubicBezTo>
                      <a:pt x="1730" y="6133"/>
                      <a:pt x="2537" y="6467"/>
                      <a:pt x="337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89" name="Freeform: Shape 9088">
                <a:extLst>
                  <a:ext uri="{FF2B5EF4-FFF2-40B4-BE49-F238E27FC236}">
                    <a16:creationId xmlns:a16="http://schemas.microsoft.com/office/drawing/2014/main" id="{5577E9EC-8E5F-D535-E0BB-D8E95C73E77D}"/>
                  </a:ext>
                </a:extLst>
              </p:cNvPr>
              <p:cNvSpPr/>
              <p:nvPr/>
            </p:nvSpPr>
            <p:spPr>
              <a:xfrm>
                <a:off x="9033062" y="5018935"/>
                <a:ext cx="6343" cy="6345"/>
              </a:xfrm>
              <a:custGeom>
                <a:avLst/>
                <a:gdLst>
                  <a:gd name="connsiteX0" fmla="*/ 3378 w 6343"/>
                  <a:gd name="connsiteY0" fmla="*/ 6467 h 6345"/>
                  <a:gd name="connsiteX1" fmla="*/ 5621 w 6343"/>
                  <a:gd name="connsiteY1" fmla="*/ 5537 h 6345"/>
                  <a:gd name="connsiteX2" fmla="*/ 6550 w 6343"/>
                  <a:gd name="connsiteY2" fmla="*/ 3294 h 6345"/>
                  <a:gd name="connsiteX3" fmla="*/ 5621 w 6343"/>
                  <a:gd name="connsiteY3" fmla="*/ 1051 h 6345"/>
                  <a:gd name="connsiteX4" fmla="*/ 3378 w 6343"/>
                  <a:gd name="connsiteY4" fmla="*/ 121 h 6345"/>
                  <a:gd name="connsiteX5" fmla="*/ 1136 w 6343"/>
                  <a:gd name="connsiteY5" fmla="*/ 1051 h 6345"/>
                  <a:gd name="connsiteX6" fmla="*/ 207 w 6343"/>
                  <a:gd name="connsiteY6" fmla="*/ 3294 h 6345"/>
                  <a:gd name="connsiteX7" fmla="*/ 1136 w 6343"/>
                  <a:gd name="connsiteY7" fmla="*/ 5537 h 6345"/>
                  <a:gd name="connsiteX8" fmla="*/ 337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7"/>
                    </a:moveTo>
                    <a:cubicBezTo>
                      <a:pt x="4220" y="6467"/>
                      <a:pt x="5026" y="6132"/>
                      <a:pt x="5621" y="5537"/>
                    </a:cubicBezTo>
                    <a:cubicBezTo>
                      <a:pt x="6216" y="4942"/>
                      <a:pt x="6550" y="4135"/>
                      <a:pt x="6550" y="3294"/>
                    </a:cubicBezTo>
                    <a:cubicBezTo>
                      <a:pt x="6550" y="2453"/>
                      <a:pt x="6216" y="1646"/>
                      <a:pt x="5621" y="1051"/>
                    </a:cubicBezTo>
                    <a:cubicBezTo>
                      <a:pt x="5026" y="456"/>
                      <a:pt x="4220" y="121"/>
                      <a:pt x="3378" y="121"/>
                    </a:cubicBezTo>
                    <a:cubicBezTo>
                      <a:pt x="2537" y="121"/>
                      <a:pt x="1731" y="456"/>
                      <a:pt x="1136" y="1051"/>
                    </a:cubicBezTo>
                    <a:cubicBezTo>
                      <a:pt x="541" y="1646"/>
                      <a:pt x="207" y="2453"/>
                      <a:pt x="207" y="3294"/>
                    </a:cubicBezTo>
                    <a:cubicBezTo>
                      <a:pt x="207" y="4135"/>
                      <a:pt x="541" y="4942"/>
                      <a:pt x="1136" y="5537"/>
                    </a:cubicBezTo>
                    <a:cubicBezTo>
                      <a:pt x="1731" y="6132"/>
                      <a:pt x="2537" y="6467"/>
                      <a:pt x="337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90" name="Freeform: Shape 9089">
                <a:extLst>
                  <a:ext uri="{FF2B5EF4-FFF2-40B4-BE49-F238E27FC236}">
                    <a16:creationId xmlns:a16="http://schemas.microsoft.com/office/drawing/2014/main" id="{C45C9798-8EE1-93E7-5A1A-D10ACC282D7B}"/>
                  </a:ext>
                </a:extLst>
              </p:cNvPr>
              <p:cNvSpPr/>
              <p:nvPr/>
            </p:nvSpPr>
            <p:spPr>
              <a:xfrm>
                <a:off x="9036473" y="5017579"/>
                <a:ext cx="6343" cy="6345"/>
              </a:xfrm>
              <a:custGeom>
                <a:avLst/>
                <a:gdLst>
                  <a:gd name="connsiteX0" fmla="*/ 3379 w 6343"/>
                  <a:gd name="connsiteY0" fmla="*/ 6467 h 6345"/>
                  <a:gd name="connsiteX1" fmla="*/ 5621 w 6343"/>
                  <a:gd name="connsiteY1" fmla="*/ 5537 h 6345"/>
                  <a:gd name="connsiteX2" fmla="*/ 6550 w 6343"/>
                  <a:gd name="connsiteY2" fmla="*/ 3294 h 6345"/>
                  <a:gd name="connsiteX3" fmla="*/ 5621 w 6343"/>
                  <a:gd name="connsiteY3" fmla="*/ 1050 h 6345"/>
                  <a:gd name="connsiteX4" fmla="*/ 3379 w 6343"/>
                  <a:gd name="connsiteY4" fmla="*/ 121 h 6345"/>
                  <a:gd name="connsiteX5" fmla="*/ 1136 w 6343"/>
                  <a:gd name="connsiteY5" fmla="*/ 1050 h 6345"/>
                  <a:gd name="connsiteX6" fmla="*/ 207 w 6343"/>
                  <a:gd name="connsiteY6" fmla="*/ 3294 h 6345"/>
                  <a:gd name="connsiteX7" fmla="*/ 1136 w 6343"/>
                  <a:gd name="connsiteY7" fmla="*/ 5537 h 6345"/>
                  <a:gd name="connsiteX8" fmla="*/ 337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67"/>
                    </a:moveTo>
                    <a:cubicBezTo>
                      <a:pt x="4220" y="6467"/>
                      <a:pt x="5027" y="6132"/>
                      <a:pt x="5621" y="5537"/>
                    </a:cubicBezTo>
                    <a:cubicBezTo>
                      <a:pt x="6216" y="4942"/>
                      <a:pt x="6550" y="4135"/>
                      <a:pt x="6550" y="3294"/>
                    </a:cubicBezTo>
                    <a:cubicBezTo>
                      <a:pt x="6550" y="2452"/>
                      <a:pt x="6216" y="1645"/>
                      <a:pt x="5621" y="1050"/>
                    </a:cubicBezTo>
                    <a:cubicBezTo>
                      <a:pt x="5027" y="456"/>
                      <a:pt x="4220" y="121"/>
                      <a:pt x="3379" y="121"/>
                    </a:cubicBezTo>
                    <a:cubicBezTo>
                      <a:pt x="2538" y="121"/>
                      <a:pt x="1731" y="456"/>
                      <a:pt x="1136" y="1050"/>
                    </a:cubicBezTo>
                    <a:cubicBezTo>
                      <a:pt x="541" y="1645"/>
                      <a:pt x="207" y="2452"/>
                      <a:pt x="207" y="3294"/>
                    </a:cubicBezTo>
                    <a:cubicBezTo>
                      <a:pt x="207" y="4135"/>
                      <a:pt x="541" y="4942"/>
                      <a:pt x="1136" y="5537"/>
                    </a:cubicBezTo>
                    <a:cubicBezTo>
                      <a:pt x="1731" y="6132"/>
                      <a:pt x="2538" y="6467"/>
                      <a:pt x="337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91" name="Freeform: Shape 9090">
                <a:extLst>
                  <a:ext uri="{FF2B5EF4-FFF2-40B4-BE49-F238E27FC236}">
                    <a16:creationId xmlns:a16="http://schemas.microsoft.com/office/drawing/2014/main" id="{23A5E2C9-D00A-B0F7-6F1A-80A1905F7F07}"/>
                  </a:ext>
                </a:extLst>
              </p:cNvPr>
              <p:cNvSpPr/>
              <p:nvPr/>
            </p:nvSpPr>
            <p:spPr>
              <a:xfrm>
                <a:off x="9075624" y="5034085"/>
                <a:ext cx="6343" cy="6345"/>
              </a:xfrm>
              <a:custGeom>
                <a:avLst/>
                <a:gdLst>
                  <a:gd name="connsiteX0" fmla="*/ 3382 w 6343"/>
                  <a:gd name="connsiteY0" fmla="*/ 6468 h 6345"/>
                  <a:gd name="connsiteX1" fmla="*/ 5624 w 6343"/>
                  <a:gd name="connsiteY1" fmla="*/ 5539 h 6345"/>
                  <a:gd name="connsiteX2" fmla="*/ 6553 w 6343"/>
                  <a:gd name="connsiteY2" fmla="*/ 3295 h 6345"/>
                  <a:gd name="connsiteX3" fmla="*/ 5624 w 6343"/>
                  <a:gd name="connsiteY3" fmla="*/ 1052 h 6345"/>
                  <a:gd name="connsiteX4" fmla="*/ 3382 w 6343"/>
                  <a:gd name="connsiteY4" fmla="*/ 122 h 6345"/>
                  <a:gd name="connsiteX5" fmla="*/ 1139 w 6343"/>
                  <a:gd name="connsiteY5" fmla="*/ 1052 h 6345"/>
                  <a:gd name="connsiteX6" fmla="*/ 210 w 6343"/>
                  <a:gd name="connsiteY6" fmla="*/ 3295 h 6345"/>
                  <a:gd name="connsiteX7" fmla="*/ 1139 w 6343"/>
                  <a:gd name="connsiteY7" fmla="*/ 5539 h 6345"/>
                  <a:gd name="connsiteX8" fmla="*/ 338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68"/>
                    </a:moveTo>
                    <a:cubicBezTo>
                      <a:pt x="4223" y="6468"/>
                      <a:pt x="5030" y="6134"/>
                      <a:pt x="5624" y="5539"/>
                    </a:cubicBezTo>
                    <a:cubicBezTo>
                      <a:pt x="6219" y="4944"/>
                      <a:pt x="6553" y="4137"/>
                      <a:pt x="6553" y="3295"/>
                    </a:cubicBezTo>
                    <a:cubicBezTo>
                      <a:pt x="6553" y="2454"/>
                      <a:pt x="6219" y="1647"/>
                      <a:pt x="5624" y="1052"/>
                    </a:cubicBezTo>
                    <a:cubicBezTo>
                      <a:pt x="5030" y="457"/>
                      <a:pt x="4223" y="122"/>
                      <a:pt x="3382" y="122"/>
                    </a:cubicBezTo>
                    <a:cubicBezTo>
                      <a:pt x="2541" y="122"/>
                      <a:pt x="1734" y="457"/>
                      <a:pt x="1139" y="1052"/>
                    </a:cubicBezTo>
                    <a:cubicBezTo>
                      <a:pt x="544" y="1647"/>
                      <a:pt x="210" y="2454"/>
                      <a:pt x="210" y="3295"/>
                    </a:cubicBezTo>
                    <a:cubicBezTo>
                      <a:pt x="210" y="4137"/>
                      <a:pt x="544" y="4944"/>
                      <a:pt x="1139" y="5539"/>
                    </a:cubicBezTo>
                    <a:cubicBezTo>
                      <a:pt x="1734" y="6134"/>
                      <a:pt x="2541" y="6468"/>
                      <a:pt x="338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92" name="Freeform: Shape 9091">
                <a:extLst>
                  <a:ext uri="{FF2B5EF4-FFF2-40B4-BE49-F238E27FC236}">
                    <a16:creationId xmlns:a16="http://schemas.microsoft.com/office/drawing/2014/main" id="{AF65C72B-C6CC-DFCE-3C51-D0E8280154E6}"/>
                  </a:ext>
                </a:extLst>
              </p:cNvPr>
              <p:cNvSpPr/>
              <p:nvPr/>
            </p:nvSpPr>
            <p:spPr>
              <a:xfrm>
                <a:off x="9077532" y="5032045"/>
                <a:ext cx="6343" cy="6345"/>
              </a:xfrm>
              <a:custGeom>
                <a:avLst/>
                <a:gdLst>
                  <a:gd name="connsiteX0" fmla="*/ 3382 w 6343"/>
                  <a:gd name="connsiteY0" fmla="*/ 6468 h 6345"/>
                  <a:gd name="connsiteX1" fmla="*/ 5625 w 6343"/>
                  <a:gd name="connsiteY1" fmla="*/ 5538 h 6345"/>
                  <a:gd name="connsiteX2" fmla="*/ 6553 w 6343"/>
                  <a:gd name="connsiteY2" fmla="*/ 3295 h 6345"/>
                  <a:gd name="connsiteX3" fmla="*/ 5625 w 6343"/>
                  <a:gd name="connsiteY3" fmla="*/ 1052 h 6345"/>
                  <a:gd name="connsiteX4" fmla="*/ 3382 w 6343"/>
                  <a:gd name="connsiteY4" fmla="*/ 122 h 6345"/>
                  <a:gd name="connsiteX5" fmla="*/ 1139 w 6343"/>
                  <a:gd name="connsiteY5" fmla="*/ 1052 h 6345"/>
                  <a:gd name="connsiteX6" fmla="*/ 210 w 6343"/>
                  <a:gd name="connsiteY6" fmla="*/ 3295 h 6345"/>
                  <a:gd name="connsiteX7" fmla="*/ 1139 w 6343"/>
                  <a:gd name="connsiteY7" fmla="*/ 5538 h 6345"/>
                  <a:gd name="connsiteX8" fmla="*/ 338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68"/>
                    </a:moveTo>
                    <a:cubicBezTo>
                      <a:pt x="4223" y="6468"/>
                      <a:pt x="5030" y="6133"/>
                      <a:pt x="5625" y="5538"/>
                    </a:cubicBezTo>
                    <a:cubicBezTo>
                      <a:pt x="6219" y="4944"/>
                      <a:pt x="6553" y="4136"/>
                      <a:pt x="6553" y="3295"/>
                    </a:cubicBezTo>
                    <a:cubicBezTo>
                      <a:pt x="6553" y="2454"/>
                      <a:pt x="6219" y="1647"/>
                      <a:pt x="5625" y="1052"/>
                    </a:cubicBezTo>
                    <a:cubicBezTo>
                      <a:pt x="5030" y="457"/>
                      <a:pt x="4223" y="122"/>
                      <a:pt x="3382" y="122"/>
                    </a:cubicBezTo>
                    <a:cubicBezTo>
                      <a:pt x="2541" y="122"/>
                      <a:pt x="1734" y="457"/>
                      <a:pt x="1139" y="1052"/>
                    </a:cubicBezTo>
                    <a:cubicBezTo>
                      <a:pt x="545" y="1647"/>
                      <a:pt x="210" y="2454"/>
                      <a:pt x="210" y="3295"/>
                    </a:cubicBezTo>
                    <a:cubicBezTo>
                      <a:pt x="210" y="4136"/>
                      <a:pt x="545" y="4944"/>
                      <a:pt x="1139" y="5538"/>
                    </a:cubicBezTo>
                    <a:cubicBezTo>
                      <a:pt x="1734" y="6133"/>
                      <a:pt x="2541" y="6468"/>
                      <a:pt x="338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93" name="Freeform: Shape 9092">
                <a:extLst>
                  <a:ext uri="{FF2B5EF4-FFF2-40B4-BE49-F238E27FC236}">
                    <a16:creationId xmlns:a16="http://schemas.microsoft.com/office/drawing/2014/main" id="{7D3D2BB1-C060-331F-CB13-851967ED75B7}"/>
                  </a:ext>
                </a:extLst>
              </p:cNvPr>
              <p:cNvSpPr/>
              <p:nvPr/>
            </p:nvSpPr>
            <p:spPr>
              <a:xfrm>
                <a:off x="9078637" y="5029430"/>
                <a:ext cx="6343" cy="6345"/>
              </a:xfrm>
              <a:custGeom>
                <a:avLst/>
                <a:gdLst>
                  <a:gd name="connsiteX0" fmla="*/ 3382 w 6343"/>
                  <a:gd name="connsiteY0" fmla="*/ 6468 h 6345"/>
                  <a:gd name="connsiteX1" fmla="*/ 5625 w 6343"/>
                  <a:gd name="connsiteY1" fmla="*/ 5538 h 6345"/>
                  <a:gd name="connsiteX2" fmla="*/ 6554 w 6343"/>
                  <a:gd name="connsiteY2" fmla="*/ 3295 h 6345"/>
                  <a:gd name="connsiteX3" fmla="*/ 5625 w 6343"/>
                  <a:gd name="connsiteY3" fmla="*/ 1051 h 6345"/>
                  <a:gd name="connsiteX4" fmla="*/ 3382 w 6343"/>
                  <a:gd name="connsiteY4" fmla="*/ 122 h 6345"/>
                  <a:gd name="connsiteX5" fmla="*/ 1139 w 6343"/>
                  <a:gd name="connsiteY5" fmla="*/ 1051 h 6345"/>
                  <a:gd name="connsiteX6" fmla="*/ 210 w 6343"/>
                  <a:gd name="connsiteY6" fmla="*/ 3295 h 6345"/>
                  <a:gd name="connsiteX7" fmla="*/ 1139 w 6343"/>
                  <a:gd name="connsiteY7" fmla="*/ 5538 h 6345"/>
                  <a:gd name="connsiteX8" fmla="*/ 338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68"/>
                    </a:moveTo>
                    <a:cubicBezTo>
                      <a:pt x="4223" y="6468"/>
                      <a:pt x="5030" y="6133"/>
                      <a:pt x="5625" y="5538"/>
                    </a:cubicBezTo>
                    <a:cubicBezTo>
                      <a:pt x="6219" y="4943"/>
                      <a:pt x="6554" y="4136"/>
                      <a:pt x="6554" y="3295"/>
                    </a:cubicBezTo>
                    <a:cubicBezTo>
                      <a:pt x="6554" y="2453"/>
                      <a:pt x="6219" y="1646"/>
                      <a:pt x="5625" y="1051"/>
                    </a:cubicBezTo>
                    <a:cubicBezTo>
                      <a:pt x="5030" y="456"/>
                      <a:pt x="4223" y="122"/>
                      <a:pt x="3382" y="122"/>
                    </a:cubicBezTo>
                    <a:cubicBezTo>
                      <a:pt x="2541" y="122"/>
                      <a:pt x="1734" y="456"/>
                      <a:pt x="1139" y="1051"/>
                    </a:cubicBezTo>
                    <a:cubicBezTo>
                      <a:pt x="545" y="1646"/>
                      <a:pt x="210" y="2453"/>
                      <a:pt x="210" y="3295"/>
                    </a:cubicBezTo>
                    <a:cubicBezTo>
                      <a:pt x="210" y="4136"/>
                      <a:pt x="545" y="4943"/>
                      <a:pt x="1139" y="5538"/>
                    </a:cubicBezTo>
                    <a:cubicBezTo>
                      <a:pt x="1734" y="6133"/>
                      <a:pt x="2541" y="6468"/>
                      <a:pt x="338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94" name="Freeform: Shape 9093">
                <a:extLst>
                  <a:ext uri="{FF2B5EF4-FFF2-40B4-BE49-F238E27FC236}">
                    <a16:creationId xmlns:a16="http://schemas.microsoft.com/office/drawing/2014/main" id="{D63EDEC5-478D-A4C8-DE4E-3E316A70DA27}"/>
                  </a:ext>
                </a:extLst>
              </p:cNvPr>
              <p:cNvSpPr/>
              <p:nvPr/>
            </p:nvSpPr>
            <p:spPr>
              <a:xfrm>
                <a:off x="9079608" y="5026707"/>
                <a:ext cx="6343" cy="6345"/>
              </a:xfrm>
              <a:custGeom>
                <a:avLst/>
                <a:gdLst>
                  <a:gd name="connsiteX0" fmla="*/ 3382 w 6343"/>
                  <a:gd name="connsiteY0" fmla="*/ 6467 h 6345"/>
                  <a:gd name="connsiteX1" fmla="*/ 5625 w 6343"/>
                  <a:gd name="connsiteY1" fmla="*/ 5538 h 6345"/>
                  <a:gd name="connsiteX2" fmla="*/ 6554 w 6343"/>
                  <a:gd name="connsiteY2" fmla="*/ 3295 h 6345"/>
                  <a:gd name="connsiteX3" fmla="*/ 5625 w 6343"/>
                  <a:gd name="connsiteY3" fmla="*/ 1051 h 6345"/>
                  <a:gd name="connsiteX4" fmla="*/ 3382 w 6343"/>
                  <a:gd name="connsiteY4" fmla="*/ 122 h 6345"/>
                  <a:gd name="connsiteX5" fmla="*/ 1139 w 6343"/>
                  <a:gd name="connsiteY5" fmla="*/ 1051 h 6345"/>
                  <a:gd name="connsiteX6" fmla="*/ 211 w 6343"/>
                  <a:gd name="connsiteY6" fmla="*/ 3295 h 6345"/>
                  <a:gd name="connsiteX7" fmla="*/ 1139 w 6343"/>
                  <a:gd name="connsiteY7" fmla="*/ 5538 h 6345"/>
                  <a:gd name="connsiteX8" fmla="*/ 3382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67"/>
                    </a:moveTo>
                    <a:cubicBezTo>
                      <a:pt x="4223" y="6467"/>
                      <a:pt x="5030" y="6133"/>
                      <a:pt x="5625" y="5538"/>
                    </a:cubicBezTo>
                    <a:cubicBezTo>
                      <a:pt x="6219" y="4943"/>
                      <a:pt x="6554" y="4136"/>
                      <a:pt x="6554" y="3295"/>
                    </a:cubicBezTo>
                    <a:cubicBezTo>
                      <a:pt x="6554" y="2453"/>
                      <a:pt x="6219" y="1646"/>
                      <a:pt x="5625" y="1051"/>
                    </a:cubicBezTo>
                    <a:cubicBezTo>
                      <a:pt x="5030" y="456"/>
                      <a:pt x="4223" y="122"/>
                      <a:pt x="3382" y="122"/>
                    </a:cubicBezTo>
                    <a:cubicBezTo>
                      <a:pt x="2541" y="122"/>
                      <a:pt x="1734" y="456"/>
                      <a:pt x="1139" y="1051"/>
                    </a:cubicBezTo>
                    <a:cubicBezTo>
                      <a:pt x="545" y="1646"/>
                      <a:pt x="211" y="2453"/>
                      <a:pt x="211" y="3295"/>
                    </a:cubicBezTo>
                    <a:cubicBezTo>
                      <a:pt x="211" y="4136"/>
                      <a:pt x="545" y="4943"/>
                      <a:pt x="1139" y="5538"/>
                    </a:cubicBezTo>
                    <a:cubicBezTo>
                      <a:pt x="1734" y="6133"/>
                      <a:pt x="2541" y="6467"/>
                      <a:pt x="3382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95" name="Freeform: Shape 9094">
                <a:extLst>
                  <a:ext uri="{FF2B5EF4-FFF2-40B4-BE49-F238E27FC236}">
                    <a16:creationId xmlns:a16="http://schemas.microsoft.com/office/drawing/2014/main" id="{BB9D19D6-B2E6-AB68-D73D-5E7A99B0E071}"/>
                  </a:ext>
                </a:extLst>
              </p:cNvPr>
              <p:cNvSpPr/>
              <p:nvPr/>
            </p:nvSpPr>
            <p:spPr>
              <a:xfrm>
                <a:off x="9080699" y="5024061"/>
                <a:ext cx="6343" cy="6345"/>
              </a:xfrm>
              <a:custGeom>
                <a:avLst/>
                <a:gdLst>
                  <a:gd name="connsiteX0" fmla="*/ 3382 w 6343"/>
                  <a:gd name="connsiteY0" fmla="*/ 6467 h 6345"/>
                  <a:gd name="connsiteX1" fmla="*/ 5625 w 6343"/>
                  <a:gd name="connsiteY1" fmla="*/ 5538 h 6345"/>
                  <a:gd name="connsiteX2" fmla="*/ 6554 w 6343"/>
                  <a:gd name="connsiteY2" fmla="*/ 3294 h 6345"/>
                  <a:gd name="connsiteX3" fmla="*/ 5625 w 6343"/>
                  <a:gd name="connsiteY3" fmla="*/ 1051 h 6345"/>
                  <a:gd name="connsiteX4" fmla="*/ 3382 w 6343"/>
                  <a:gd name="connsiteY4" fmla="*/ 122 h 6345"/>
                  <a:gd name="connsiteX5" fmla="*/ 1140 w 6343"/>
                  <a:gd name="connsiteY5" fmla="*/ 1051 h 6345"/>
                  <a:gd name="connsiteX6" fmla="*/ 211 w 6343"/>
                  <a:gd name="connsiteY6" fmla="*/ 3294 h 6345"/>
                  <a:gd name="connsiteX7" fmla="*/ 1140 w 6343"/>
                  <a:gd name="connsiteY7" fmla="*/ 5538 h 6345"/>
                  <a:gd name="connsiteX8" fmla="*/ 3382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67"/>
                    </a:moveTo>
                    <a:cubicBezTo>
                      <a:pt x="4223" y="6467"/>
                      <a:pt x="5030" y="6133"/>
                      <a:pt x="5625" y="5538"/>
                    </a:cubicBezTo>
                    <a:cubicBezTo>
                      <a:pt x="6220" y="4943"/>
                      <a:pt x="6554" y="4136"/>
                      <a:pt x="6554" y="3294"/>
                    </a:cubicBezTo>
                    <a:cubicBezTo>
                      <a:pt x="6554" y="2453"/>
                      <a:pt x="6220" y="1646"/>
                      <a:pt x="5625" y="1051"/>
                    </a:cubicBezTo>
                    <a:cubicBezTo>
                      <a:pt x="5030" y="456"/>
                      <a:pt x="4223" y="122"/>
                      <a:pt x="3382" y="122"/>
                    </a:cubicBezTo>
                    <a:cubicBezTo>
                      <a:pt x="2541" y="122"/>
                      <a:pt x="1734" y="456"/>
                      <a:pt x="1140" y="1051"/>
                    </a:cubicBezTo>
                    <a:cubicBezTo>
                      <a:pt x="545" y="1646"/>
                      <a:pt x="211" y="2453"/>
                      <a:pt x="211" y="3294"/>
                    </a:cubicBezTo>
                    <a:cubicBezTo>
                      <a:pt x="211" y="4136"/>
                      <a:pt x="545" y="4943"/>
                      <a:pt x="1140" y="5538"/>
                    </a:cubicBezTo>
                    <a:cubicBezTo>
                      <a:pt x="1734" y="6133"/>
                      <a:pt x="2541" y="6467"/>
                      <a:pt x="3382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96" name="Freeform: Shape 9095">
                <a:extLst>
                  <a:ext uri="{FF2B5EF4-FFF2-40B4-BE49-F238E27FC236}">
                    <a16:creationId xmlns:a16="http://schemas.microsoft.com/office/drawing/2014/main" id="{ACF158FD-EB8F-DD70-AFFB-7DFDAFDBF91B}"/>
                  </a:ext>
                </a:extLst>
              </p:cNvPr>
              <p:cNvSpPr/>
              <p:nvPr/>
            </p:nvSpPr>
            <p:spPr>
              <a:xfrm>
                <a:off x="9281233" y="5166629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5" y="4954"/>
                      <a:pt x="6570" y="4147"/>
                      <a:pt x="6570" y="3306"/>
                    </a:cubicBezTo>
                    <a:cubicBezTo>
                      <a:pt x="6570" y="2464"/>
                      <a:pt x="6235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1" y="1657"/>
                      <a:pt x="226" y="2464"/>
                      <a:pt x="226" y="3306"/>
                    </a:cubicBezTo>
                    <a:cubicBezTo>
                      <a:pt x="226" y="4147"/>
                      <a:pt x="561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97" name="Freeform: Shape 9096">
                <a:extLst>
                  <a:ext uri="{FF2B5EF4-FFF2-40B4-BE49-F238E27FC236}">
                    <a16:creationId xmlns:a16="http://schemas.microsoft.com/office/drawing/2014/main" id="{5AF6A0A8-5ACD-D106-75DC-BA0A9E137FFA}"/>
                  </a:ext>
                </a:extLst>
              </p:cNvPr>
              <p:cNvSpPr/>
              <p:nvPr/>
            </p:nvSpPr>
            <p:spPr>
              <a:xfrm>
                <a:off x="9285614" y="5168476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98" name="Freeform: Shape 9097">
                <a:extLst>
                  <a:ext uri="{FF2B5EF4-FFF2-40B4-BE49-F238E27FC236}">
                    <a16:creationId xmlns:a16="http://schemas.microsoft.com/office/drawing/2014/main" id="{592E0BD8-704E-A42E-0EEA-BB0F7E71196C}"/>
                  </a:ext>
                </a:extLst>
              </p:cNvPr>
              <p:cNvSpPr/>
              <p:nvPr/>
            </p:nvSpPr>
            <p:spPr>
              <a:xfrm>
                <a:off x="9286976" y="5167976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099" name="Freeform: Shape 9098">
                <a:extLst>
                  <a:ext uri="{FF2B5EF4-FFF2-40B4-BE49-F238E27FC236}">
                    <a16:creationId xmlns:a16="http://schemas.microsoft.com/office/drawing/2014/main" id="{59538832-8EA6-7A6D-4DFC-D764E98777B4}"/>
                  </a:ext>
                </a:extLst>
              </p:cNvPr>
              <p:cNvSpPr/>
              <p:nvPr/>
            </p:nvSpPr>
            <p:spPr>
              <a:xfrm>
                <a:off x="9288435" y="5167566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00" name="Freeform: Shape 9099">
                <a:extLst>
                  <a:ext uri="{FF2B5EF4-FFF2-40B4-BE49-F238E27FC236}">
                    <a16:creationId xmlns:a16="http://schemas.microsoft.com/office/drawing/2014/main" id="{EFA7E467-D870-F306-74F6-49889030B4AF}"/>
                  </a:ext>
                </a:extLst>
              </p:cNvPr>
              <p:cNvSpPr/>
              <p:nvPr/>
            </p:nvSpPr>
            <p:spPr>
              <a:xfrm>
                <a:off x="9289990" y="5167250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01" name="Freeform: Shape 9100">
                <a:extLst>
                  <a:ext uri="{FF2B5EF4-FFF2-40B4-BE49-F238E27FC236}">
                    <a16:creationId xmlns:a16="http://schemas.microsoft.com/office/drawing/2014/main" id="{4E00230E-0B31-9CF4-79D4-BCB53F9779ED}"/>
                  </a:ext>
                </a:extLst>
              </p:cNvPr>
              <p:cNvSpPr/>
              <p:nvPr/>
            </p:nvSpPr>
            <p:spPr>
              <a:xfrm>
                <a:off x="9291302" y="5166746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02" name="Freeform: Shape 9101">
                <a:extLst>
                  <a:ext uri="{FF2B5EF4-FFF2-40B4-BE49-F238E27FC236}">
                    <a16:creationId xmlns:a16="http://schemas.microsoft.com/office/drawing/2014/main" id="{12C8313D-439C-E0BE-0DFE-3EA317A65839}"/>
                  </a:ext>
                </a:extLst>
              </p:cNvPr>
              <p:cNvSpPr/>
              <p:nvPr/>
            </p:nvSpPr>
            <p:spPr>
              <a:xfrm>
                <a:off x="9297894" y="5169158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03" name="Freeform: Shape 9102">
                <a:extLst>
                  <a:ext uri="{FF2B5EF4-FFF2-40B4-BE49-F238E27FC236}">
                    <a16:creationId xmlns:a16="http://schemas.microsoft.com/office/drawing/2014/main" id="{7864F172-2FE2-E328-2286-E3F7DA410BAF}"/>
                  </a:ext>
                </a:extLst>
              </p:cNvPr>
              <p:cNvSpPr/>
              <p:nvPr/>
            </p:nvSpPr>
            <p:spPr>
              <a:xfrm>
                <a:off x="9301419" y="5164384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1" y="133"/>
                      <a:pt x="3400" y="133"/>
                    </a:cubicBezTo>
                    <a:cubicBezTo>
                      <a:pt x="2558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8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04" name="Freeform: Shape 9103">
                <a:extLst>
                  <a:ext uri="{FF2B5EF4-FFF2-40B4-BE49-F238E27FC236}">
                    <a16:creationId xmlns:a16="http://schemas.microsoft.com/office/drawing/2014/main" id="{8D6A444E-80CE-4179-3F53-EEF495036E8C}"/>
                  </a:ext>
                </a:extLst>
              </p:cNvPr>
              <p:cNvSpPr/>
              <p:nvPr/>
            </p:nvSpPr>
            <p:spPr>
              <a:xfrm>
                <a:off x="9302698" y="5162340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05" name="Freeform: Shape 9104">
                <a:extLst>
                  <a:ext uri="{FF2B5EF4-FFF2-40B4-BE49-F238E27FC236}">
                    <a16:creationId xmlns:a16="http://schemas.microsoft.com/office/drawing/2014/main" id="{350A84B7-17B6-831B-260A-2DF2B293DDAD}"/>
                  </a:ext>
                </a:extLst>
              </p:cNvPr>
              <p:cNvSpPr/>
              <p:nvPr/>
            </p:nvSpPr>
            <p:spPr>
              <a:xfrm>
                <a:off x="9302730" y="5160740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06" name="Freeform: Shape 9105">
                <a:extLst>
                  <a:ext uri="{FF2B5EF4-FFF2-40B4-BE49-F238E27FC236}">
                    <a16:creationId xmlns:a16="http://schemas.microsoft.com/office/drawing/2014/main" id="{0F7A19F6-6821-530E-B3D2-A6E7B5B1732E}"/>
                  </a:ext>
                </a:extLst>
              </p:cNvPr>
              <p:cNvSpPr/>
              <p:nvPr/>
            </p:nvSpPr>
            <p:spPr>
              <a:xfrm>
                <a:off x="9302868" y="5159223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2" y="5549"/>
                    </a:cubicBezTo>
                    <a:cubicBezTo>
                      <a:pt x="6237" y="4954"/>
                      <a:pt x="6571" y="4146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6"/>
                      <a:pt x="562" y="4954"/>
                      <a:pt x="1157" y="5549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07" name="Freeform: Shape 9106">
                <a:extLst>
                  <a:ext uri="{FF2B5EF4-FFF2-40B4-BE49-F238E27FC236}">
                    <a16:creationId xmlns:a16="http://schemas.microsoft.com/office/drawing/2014/main" id="{87CF8C67-DAED-1319-CEBE-09EE869C4AB1}"/>
                  </a:ext>
                </a:extLst>
              </p:cNvPr>
              <p:cNvSpPr/>
              <p:nvPr/>
            </p:nvSpPr>
            <p:spPr>
              <a:xfrm>
                <a:off x="9303335" y="5158008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4"/>
                      <a:pt x="6237" y="1656"/>
                      <a:pt x="5642" y="1062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6"/>
                      <a:pt x="228" y="2464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08" name="Freeform: Shape 9107">
                <a:extLst>
                  <a:ext uri="{FF2B5EF4-FFF2-40B4-BE49-F238E27FC236}">
                    <a16:creationId xmlns:a16="http://schemas.microsoft.com/office/drawing/2014/main" id="{0538462F-FD0C-3670-7822-B68E2023CEE4}"/>
                  </a:ext>
                </a:extLst>
              </p:cNvPr>
              <p:cNvSpPr/>
              <p:nvPr/>
            </p:nvSpPr>
            <p:spPr>
              <a:xfrm>
                <a:off x="9303228" y="5156222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8" y="466"/>
                      <a:pt x="4241" y="132"/>
                      <a:pt x="3400" y="132"/>
                    </a:cubicBezTo>
                    <a:cubicBezTo>
                      <a:pt x="2559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09" name="Freeform: Shape 9108">
                <a:extLst>
                  <a:ext uri="{FF2B5EF4-FFF2-40B4-BE49-F238E27FC236}">
                    <a16:creationId xmlns:a16="http://schemas.microsoft.com/office/drawing/2014/main" id="{FA2DE1D2-C64F-5F0E-040A-504681DF2E77}"/>
                  </a:ext>
                </a:extLst>
              </p:cNvPr>
              <p:cNvSpPr/>
              <p:nvPr/>
            </p:nvSpPr>
            <p:spPr>
              <a:xfrm>
                <a:off x="9303227" y="5154519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8" y="466"/>
                      <a:pt x="4241" y="132"/>
                      <a:pt x="3400" y="132"/>
                    </a:cubicBezTo>
                    <a:cubicBezTo>
                      <a:pt x="2559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10" name="Freeform: Shape 9109">
                <a:extLst>
                  <a:ext uri="{FF2B5EF4-FFF2-40B4-BE49-F238E27FC236}">
                    <a16:creationId xmlns:a16="http://schemas.microsoft.com/office/drawing/2014/main" id="{B2B02B7F-F6D7-96BC-9860-94E15615EF07}"/>
                  </a:ext>
                </a:extLst>
              </p:cNvPr>
              <p:cNvSpPr/>
              <p:nvPr/>
            </p:nvSpPr>
            <p:spPr>
              <a:xfrm>
                <a:off x="9302353" y="5151921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8" y="466"/>
                      <a:pt x="4241" y="132"/>
                      <a:pt x="3400" y="132"/>
                    </a:cubicBezTo>
                    <a:cubicBezTo>
                      <a:pt x="2559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11" name="Freeform: Shape 9110">
                <a:extLst>
                  <a:ext uri="{FF2B5EF4-FFF2-40B4-BE49-F238E27FC236}">
                    <a16:creationId xmlns:a16="http://schemas.microsoft.com/office/drawing/2014/main" id="{D7893078-5CF2-33D9-DBA4-691607E04BD3}"/>
                  </a:ext>
                </a:extLst>
              </p:cNvPr>
              <p:cNvSpPr/>
              <p:nvPr/>
            </p:nvSpPr>
            <p:spPr>
              <a:xfrm>
                <a:off x="9301197" y="5148995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2"/>
                      <a:pt x="3400" y="132"/>
                    </a:cubicBezTo>
                    <a:cubicBezTo>
                      <a:pt x="2558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8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12" name="Freeform: Shape 9111">
                <a:extLst>
                  <a:ext uri="{FF2B5EF4-FFF2-40B4-BE49-F238E27FC236}">
                    <a16:creationId xmlns:a16="http://schemas.microsoft.com/office/drawing/2014/main" id="{17D8F1F1-DAC2-9B36-2D86-71CC3C5003F7}"/>
                  </a:ext>
                </a:extLst>
              </p:cNvPr>
              <p:cNvSpPr/>
              <p:nvPr/>
            </p:nvSpPr>
            <p:spPr>
              <a:xfrm>
                <a:off x="9300423" y="5146409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1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1" y="6477"/>
                      <a:pt x="5047" y="6142"/>
                      <a:pt x="5642" y="5548"/>
                    </a:cubicBezTo>
                    <a:cubicBezTo>
                      <a:pt x="6237" y="4953"/>
                      <a:pt x="6571" y="4145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1"/>
                      <a:pt x="3399" y="131"/>
                    </a:cubicBezTo>
                    <a:cubicBezTo>
                      <a:pt x="2558" y="131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5"/>
                      <a:pt x="562" y="4953"/>
                      <a:pt x="1157" y="5548"/>
                    </a:cubicBezTo>
                    <a:cubicBezTo>
                      <a:pt x="1752" y="6142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13" name="Freeform: Shape 9112">
                <a:extLst>
                  <a:ext uri="{FF2B5EF4-FFF2-40B4-BE49-F238E27FC236}">
                    <a16:creationId xmlns:a16="http://schemas.microsoft.com/office/drawing/2014/main" id="{67A20A6D-2EDD-8E78-5E67-98007F09A577}"/>
                  </a:ext>
                </a:extLst>
              </p:cNvPr>
              <p:cNvSpPr/>
              <p:nvPr/>
            </p:nvSpPr>
            <p:spPr>
              <a:xfrm>
                <a:off x="9300808" y="5144985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400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3"/>
                      <a:pt x="6237" y="1655"/>
                      <a:pt x="5642" y="1060"/>
                    </a:cubicBezTo>
                    <a:cubicBezTo>
                      <a:pt x="5047" y="466"/>
                      <a:pt x="4241" y="131"/>
                      <a:pt x="3400" y="131"/>
                    </a:cubicBezTo>
                    <a:cubicBezTo>
                      <a:pt x="2558" y="131"/>
                      <a:pt x="1752" y="466"/>
                      <a:pt x="1157" y="1060"/>
                    </a:cubicBezTo>
                    <a:cubicBezTo>
                      <a:pt x="562" y="1655"/>
                      <a:pt x="228" y="2463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2" y="6142"/>
                      <a:pt x="2558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14" name="Freeform: Shape 9113">
                <a:extLst>
                  <a:ext uri="{FF2B5EF4-FFF2-40B4-BE49-F238E27FC236}">
                    <a16:creationId xmlns:a16="http://schemas.microsoft.com/office/drawing/2014/main" id="{39ECE3E9-B44E-B79B-E04C-F2F8BCF5BB53}"/>
                  </a:ext>
                </a:extLst>
              </p:cNvPr>
              <p:cNvSpPr/>
              <p:nvPr/>
            </p:nvSpPr>
            <p:spPr>
              <a:xfrm>
                <a:off x="9299169" y="5141420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2"/>
                      <a:pt x="6237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7" y="1060"/>
                    </a:cubicBezTo>
                    <a:cubicBezTo>
                      <a:pt x="562" y="1655"/>
                      <a:pt x="228" y="2462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15" name="Freeform: Shape 9114">
                <a:extLst>
                  <a:ext uri="{FF2B5EF4-FFF2-40B4-BE49-F238E27FC236}">
                    <a16:creationId xmlns:a16="http://schemas.microsoft.com/office/drawing/2014/main" id="{59410900-C086-62D7-AD55-F0FF17F9AC13}"/>
                  </a:ext>
                </a:extLst>
              </p:cNvPr>
              <p:cNvSpPr/>
              <p:nvPr/>
            </p:nvSpPr>
            <p:spPr>
              <a:xfrm>
                <a:off x="9177487" y="5010002"/>
                <a:ext cx="6343" cy="6345"/>
              </a:xfrm>
              <a:custGeom>
                <a:avLst/>
                <a:gdLst>
                  <a:gd name="connsiteX0" fmla="*/ 3390 w 6343"/>
                  <a:gd name="connsiteY0" fmla="*/ 6466 h 6345"/>
                  <a:gd name="connsiteX1" fmla="*/ 5632 w 6343"/>
                  <a:gd name="connsiteY1" fmla="*/ 5537 h 6345"/>
                  <a:gd name="connsiteX2" fmla="*/ 6561 w 6343"/>
                  <a:gd name="connsiteY2" fmla="*/ 3293 h 6345"/>
                  <a:gd name="connsiteX3" fmla="*/ 5632 w 6343"/>
                  <a:gd name="connsiteY3" fmla="*/ 1050 h 6345"/>
                  <a:gd name="connsiteX4" fmla="*/ 3390 w 6343"/>
                  <a:gd name="connsiteY4" fmla="*/ 121 h 6345"/>
                  <a:gd name="connsiteX5" fmla="*/ 1147 w 6343"/>
                  <a:gd name="connsiteY5" fmla="*/ 1050 h 6345"/>
                  <a:gd name="connsiteX6" fmla="*/ 218 w 6343"/>
                  <a:gd name="connsiteY6" fmla="*/ 3293 h 6345"/>
                  <a:gd name="connsiteX7" fmla="*/ 1147 w 6343"/>
                  <a:gd name="connsiteY7" fmla="*/ 5537 h 6345"/>
                  <a:gd name="connsiteX8" fmla="*/ 339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66"/>
                    </a:moveTo>
                    <a:cubicBezTo>
                      <a:pt x="4231" y="6466"/>
                      <a:pt x="5038" y="6132"/>
                      <a:pt x="5632" y="5537"/>
                    </a:cubicBezTo>
                    <a:cubicBezTo>
                      <a:pt x="6227" y="4942"/>
                      <a:pt x="6561" y="4135"/>
                      <a:pt x="6561" y="3293"/>
                    </a:cubicBezTo>
                    <a:cubicBezTo>
                      <a:pt x="6561" y="2452"/>
                      <a:pt x="6227" y="1645"/>
                      <a:pt x="5632" y="1050"/>
                    </a:cubicBezTo>
                    <a:cubicBezTo>
                      <a:pt x="5038" y="455"/>
                      <a:pt x="4231" y="121"/>
                      <a:pt x="3390" y="121"/>
                    </a:cubicBezTo>
                    <a:cubicBezTo>
                      <a:pt x="2549" y="121"/>
                      <a:pt x="1742" y="455"/>
                      <a:pt x="1147" y="1050"/>
                    </a:cubicBezTo>
                    <a:cubicBezTo>
                      <a:pt x="552" y="1645"/>
                      <a:pt x="218" y="2452"/>
                      <a:pt x="218" y="3293"/>
                    </a:cubicBezTo>
                    <a:cubicBezTo>
                      <a:pt x="218" y="4135"/>
                      <a:pt x="552" y="4942"/>
                      <a:pt x="1147" y="5537"/>
                    </a:cubicBezTo>
                    <a:cubicBezTo>
                      <a:pt x="1742" y="6132"/>
                      <a:pt x="2549" y="6466"/>
                      <a:pt x="339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16" name="Freeform: Shape 9115">
                <a:extLst>
                  <a:ext uri="{FF2B5EF4-FFF2-40B4-BE49-F238E27FC236}">
                    <a16:creationId xmlns:a16="http://schemas.microsoft.com/office/drawing/2014/main" id="{E126E244-1791-4719-65D6-8AFC4E009634}"/>
                  </a:ext>
                </a:extLst>
              </p:cNvPr>
              <p:cNvSpPr/>
              <p:nvPr/>
            </p:nvSpPr>
            <p:spPr>
              <a:xfrm>
                <a:off x="9179192" y="5008323"/>
                <a:ext cx="6343" cy="6345"/>
              </a:xfrm>
              <a:custGeom>
                <a:avLst/>
                <a:gdLst>
                  <a:gd name="connsiteX0" fmla="*/ 3390 w 6343"/>
                  <a:gd name="connsiteY0" fmla="*/ 6466 h 6345"/>
                  <a:gd name="connsiteX1" fmla="*/ 5633 w 6343"/>
                  <a:gd name="connsiteY1" fmla="*/ 5537 h 6345"/>
                  <a:gd name="connsiteX2" fmla="*/ 6561 w 6343"/>
                  <a:gd name="connsiteY2" fmla="*/ 3293 h 6345"/>
                  <a:gd name="connsiteX3" fmla="*/ 5633 w 6343"/>
                  <a:gd name="connsiteY3" fmla="*/ 1050 h 6345"/>
                  <a:gd name="connsiteX4" fmla="*/ 3390 w 6343"/>
                  <a:gd name="connsiteY4" fmla="*/ 120 h 6345"/>
                  <a:gd name="connsiteX5" fmla="*/ 1147 w 6343"/>
                  <a:gd name="connsiteY5" fmla="*/ 1050 h 6345"/>
                  <a:gd name="connsiteX6" fmla="*/ 218 w 6343"/>
                  <a:gd name="connsiteY6" fmla="*/ 3293 h 6345"/>
                  <a:gd name="connsiteX7" fmla="*/ 1147 w 6343"/>
                  <a:gd name="connsiteY7" fmla="*/ 5537 h 6345"/>
                  <a:gd name="connsiteX8" fmla="*/ 339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66"/>
                    </a:moveTo>
                    <a:cubicBezTo>
                      <a:pt x="4231" y="6466"/>
                      <a:pt x="5038" y="6132"/>
                      <a:pt x="5633" y="5537"/>
                    </a:cubicBezTo>
                    <a:cubicBezTo>
                      <a:pt x="6227" y="4942"/>
                      <a:pt x="6561" y="4135"/>
                      <a:pt x="6561" y="3293"/>
                    </a:cubicBezTo>
                    <a:cubicBezTo>
                      <a:pt x="6561" y="2452"/>
                      <a:pt x="6227" y="1645"/>
                      <a:pt x="5633" y="1050"/>
                    </a:cubicBezTo>
                    <a:cubicBezTo>
                      <a:pt x="5038" y="455"/>
                      <a:pt x="4231" y="120"/>
                      <a:pt x="3390" y="120"/>
                    </a:cubicBezTo>
                    <a:cubicBezTo>
                      <a:pt x="2549" y="120"/>
                      <a:pt x="1742" y="455"/>
                      <a:pt x="1147" y="1050"/>
                    </a:cubicBezTo>
                    <a:cubicBezTo>
                      <a:pt x="553" y="1645"/>
                      <a:pt x="218" y="2452"/>
                      <a:pt x="218" y="3293"/>
                    </a:cubicBezTo>
                    <a:cubicBezTo>
                      <a:pt x="218" y="4135"/>
                      <a:pt x="553" y="4942"/>
                      <a:pt x="1147" y="5537"/>
                    </a:cubicBezTo>
                    <a:cubicBezTo>
                      <a:pt x="1742" y="6132"/>
                      <a:pt x="2549" y="6466"/>
                      <a:pt x="339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17" name="Freeform: Shape 9116">
                <a:extLst>
                  <a:ext uri="{FF2B5EF4-FFF2-40B4-BE49-F238E27FC236}">
                    <a16:creationId xmlns:a16="http://schemas.microsoft.com/office/drawing/2014/main" id="{692CD893-B7C9-0A3C-9A9A-E25F2EF868F2}"/>
                  </a:ext>
                </a:extLst>
              </p:cNvPr>
              <p:cNvSpPr/>
              <p:nvPr/>
            </p:nvSpPr>
            <p:spPr>
              <a:xfrm>
                <a:off x="9181288" y="5007071"/>
                <a:ext cx="6343" cy="6345"/>
              </a:xfrm>
              <a:custGeom>
                <a:avLst/>
                <a:gdLst>
                  <a:gd name="connsiteX0" fmla="*/ 3390 w 6343"/>
                  <a:gd name="connsiteY0" fmla="*/ 6466 h 6345"/>
                  <a:gd name="connsiteX1" fmla="*/ 5633 w 6343"/>
                  <a:gd name="connsiteY1" fmla="*/ 5537 h 6345"/>
                  <a:gd name="connsiteX2" fmla="*/ 6562 w 6343"/>
                  <a:gd name="connsiteY2" fmla="*/ 3293 h 6345"/>
                  <a:gd name="connsiteX3" fmla="*/ 5633 w 6343"/>
                  <a:gd name="connsiteY3" fmla="*/ 1050 h 6345"/>
                  <a:gd name="connsiteX4" fmla="*/ 3390 w 6343"/>
                  <a:gd name="connsiteY4" fmla="*/ 120 h 6345"/>
                  <a:gd name="connsiteX5" fmla="*/ 1147 w 6343"/>
                  <a:gd name="connsiteY5" fmla="*/ 1050 h 6345"/>
                  <a:gd name="connsiteX6" fmla="*/ 219 w 6343"/>
                  <a:gd name="connsiteY6" fmla="*/ 3293 h 6345"/>
                  <a:gd name="connsiteX7" fmla="*/ 1147 w 6343"/>
                  <a:gd name="connsiteY7" fmla="*/ 5537 h 6345"/>
                  <a:gd name="connsiteX8" fmla="*/ 339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66"/>
                    </a:moveTo>
                    <a:cubicBezTo>
                      <a:pt x="4231" y="6466"/>
                      <a:pt x="5038" y="6131"/>
                      <a:pt x="5633" y="5537"/>
                    </a:cubicBezTo>
                    <a:cubicBezTo>
                      <a:pt x="6227" y="4942"/>
                      <a:pt x="6562" y="4134"/>
                      <a:pt x="6562" y="3293"/>
                    </a:cubicBezTo>
                    <a:cubicBezTo>
                      <a:pt x="6562" y="2452"/>
                      <a:pt x="6227" y="1645"/>
                      <a:pt x="5633" y="1050"/>
                    </a:cubicBezTo>
                    <a:cubicBezTo>
                      <a:pt x="5038" y="455"/>
                      <a:pt x="4231" y="120"/>
                      <a:pt x="3390" y="120"/>
                    </a:cubicBezTo>
                    <a:cubicBezTo>
                      <a:pt x="2549" y="120"/>
                      <a:pt x="1742" y="455"/>
                      <a:pt x="1147" y="1050"/>
                    </a:cubicBezTo>
                    <a:cubicBezTo>
                      <a:pt x="553" y="1645"/>
                      <a:pt x="219" y="2452"/>
                      <a:pt x="219" y="3293"/>
                    </a:cubicBezTo>
                    <a:cubicBezTo>
                      <a:pt x="219" y="4134"/>
                      <a:pt x="553" y="4942"/>
                      <a:pt x="1147" y="5537"/>
                    </a:cubicBezTo>
                    <a:cubicBezTo>
                      <a:pt x="1742" y="6131"/>
                      <a:pt x="2549" y="6466"/>
                      <a:pt x="339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18" name="Freeform: Shape 9117">
                <a:extLst>
                  <a:ext uri="{FF2B5EF4-FFF2-40B4-BE49-F238E27FC236}">
                    <a16:creationId xmlns:a16="http://schemas.microsoft.com/office/drawing/2014/main" id="{D12C9E6A-0156-504B-067D-3832B1428056}"/>
                  </a:ext>
                </a:extLst>
              </p:cNvPr>
              <p:cNvSpPr/>
              <p:nvPr/>
            </p:nvSpPr>
            <p:spPr>
              <a:xfrm>
                <a:off x="9295449" y="5129609"/>
                <a:ext cx="6343" cy="6345"/>
              </a:xfrm>
              <a:custGeom>
                <a:avLst/>
                <a:gdLst>
                  <a:gd name="connsiteX0" fmla="*/ 3399 w 6343"/>
                  <a:gd name="connsiteY0" fmla="*/ 6475 h 6345"/>
                  <a:gd name="connsiteX1" fmla="*/ 5642 w 6343"/>
                  <a:gd name="connsiteY1" fmla="*/ 5546 h 6345"/>
                  <a:gd name="connsiteX2" fmla="*/ 6571 w 6343"/>
                  <a:gd name="connsiteY2" fmla="*/ 3303 h 6345"/>
                  <a:gd name="connsiteX3" fmla="*/ 5642 w 6343"/>
                  <a:gd name="connsiteY3" fmla="*/ 1059 h 6345"/>
                  <a:gd name="connsiteX4" fmla="*/ 3399 w 6343"/>
                  <a:gd name="connsiteY4" fmla="*/ 130 h 6345"/>
                  <a:gd name="connsiteX5" fmla="*/ 1156 w 6343"/>
                  <a:gd name="connsiteY5" fmla="*/ 1059 h 6345"/>
                  <a:gd name="connsiteX6" fmla="*/ 228 w 6343"/>
                  <a:gd name="connsiteY6" fmla="*/ 3303 h 6345"/>
                  <a:gd name="connsiteX7" fmla="*/ 1156 w 6343"/>
                  <a:gd name="connsiteY7" fmla="*/ 5546 h 6345"/>
                  <a:gd name="connsiteX8" fmla="*/ 3399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5"/>
                    </a:moveTo>
                    <a:cubicBezTo>
                      <a:pt x="4240" y="6475"/>
                      <a:pt x="5047" y="6141"/>
                      <a:pt x="5642" y="5546"/>
                    </a:cubicBezTo>
                    <a:cubicBezTo>
                      <a:pt x="6236" y="4951"/>
                      <a:pt x="6571" y="4144"/>
                      <a:pt x="6571" y="3303"/>
                    </a:cubicBezTo>
                    <a:cubicBezTo>
                      <a:pt x="6571" y="2461"/>
                      <a:pt x="6236" y="1654"/>
                      <a:pt x="5642" y="1059"/>
                    </a:cubicBezTo>
                    <a:cubicBezTo>
                      <a:pt x="5047" y="464"/>
                      <a:pt x="4240" y="130"/>
                      <a:pt x="3399" y="130"/>
                    </a:cubicBezTo>
                    <a:cubicBezTo>
                      <a:pt x="2558" y="130"/>
                      <a:pt x="1751" y="464"/>
                      <a:pt x="1156" y="1059"/>
                    </a:cubicBezTo>
                    <a:cubicBezTo>
                      <a:pt x="562" y="1654"/>
                      <a:pt x="228" y="2461"/>
                      <a:pt x="228" y="3303"/>
                    </a:cubicBezTo>
                    <a:cubicBezTo>
                      <a:pt x="228" y="4144"/>
                      <a:pt x="562" y="4951"/>
                      <a:pt x="1156" y="5546"/>
                    </a:cubicBezTo>
                    <a:cubicBezTo>
                      <a:pt x="1751" y="6141"/>
                      <a:pt x="2558" y="6475"/>
                      <a:pt x="3399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19" name="Freeform: Shape 9118">
                <a:extLst>
                  <a:ext uri="{FF2B5EF4-FFF2-40B4-BE49-F238E27FC236}">
                    <a16:creationId xmlns:a16="http://schemas.microsoft.com/office/drawing/2014/main" id="{B6207BE1-BAFA-264D-3B65-E128D86905DF}"/>
                  </a:ext>
                </a:extLst>
              </p:cNvPr>
              <p:cNvSpPr/>
              <p:nvPr/>
            </p:nvSpPr>
            <p:spPr>
              <a:xfrm>
                <a:off x="9192520" y="5008963"/>
                <a:ext cx="6343" cy="6345"/>
              </a:xfrm>
              <a:custGeom>
                <a:avLst/>
                <a:gdLst>
                  <a:gd name="connsiteX0" fmla="*/ 3391 w 6343"/>
                  <a:gd name="connsiteY0" fmla="*/ 6466 h 6345"/>
                  <a:gd name="connsiteX1" fmla="*/ 5634 w 6343"/>
                  <a:gd name="connsiteY1" fmla="*/ 5537 h 6345"/>
                  <a:gd name="connsiteX2" fmla="*/ 6563 w 6343"/>
                  <a:gd name="connsiteY2" fmla="*/ 3293 h 6345"/>
                  <a:gd name="connsiteX3" fmla="*/ 5634 w 6343"/>
                  <a:gd name="connsiteY3" fmla="*/ 1050 h 6345"/>
                  <a:gd name="connsiteX4" fmla="*/ 3391 w 6343"/>
                  <a:gd name="connsiteY4" fmla="*/ 121 h 6345"/>
                  <a:gd name="connsiteX5" fmla="*/ 1148 w 6343"/>
                  <a:gd name="connsiteY5" fmla="*/ 1050 h 6345"/>
                  <a:gd name="connsiteX6" fmla="*/ 219 w 6343"/>
                  <a:gd name="connsiteY6" fmla="*/ 3293 h 6345"/>
                  <a:gd name="connsiteX7" fmla="*/ 1148 w 6343"/>
                  <a:gd name="connsiteY7" fmla="*/ 5537 h 6345"/>
                  <a:gd name="connsiteX8" fmla="*/ 339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66"/>
                    </a:moveTo>
                    <a:cubicBezTo>
                      <a:pt x="4232" y="6466"/>
                      <a:pt x="5039" y="6132"/>
                      <a:pt x="5634" y="5537"/>
                    </a:cubicBezTo>
                    <a:cubicBezTo>
                      <a:pt x="6228" y="4942"/>
                      <a:pt x="6563" y="4135"/>
                      <a:pt x="6563" y="3293"/>
                    </a:cubicBezTo>
                    <a:cubicBezTo>
                      <a:pt x="6563" y="2452"/>
                      <a:pt x="6228" y="1645"/>
                      <a:pt x="5634" y="1050"/>
                    </a:cubicBezTo>
                    <a:cubicBezTo>
                      <a:pt x="5039" y="455"/>
                      <a:pt x="4232" y="121"/>
                      <a:pt x="3391" y="121"/>
                    </a:cubicBezTo>
                    <a:cubicBezTo>
                      <a:pt x="2550" y="121"/>
                      <a:pt x="1743" y="455"/>
                      <a:pt x="1148" y="1050"/>
                    </a:cubicBezTo>
                    <a:cubicBezTo>
                      <a:pt x="554" y="1645"/>
                      <a:pt x="219" y="2452"/>
                      <a:pt x="219" y="3293"/>
                    </a:cubicBezTo>
                    <a:cubicBezTo>
                      <a:pt x="219" y="4135"/>
                      <a:pt x="554" y="4942"/>
                      <a:pt x="1148" y="5537"/>
                    </a:cubicBezTo>
                    <a:cubicBezTo>
                      <a:pt x="1743" y="6132"/>
                      <a:pt x="2550" y="6466"/>
                      <a:pt x="339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20" name="Freeform: Shape 9119">
                <a:extLst>
                  <a:ext uri="{FF2B5EF4-FFF2-40B4-BE49-F238E27FC236}">
                    <a16:creationId xmlns:a16="http://schemas.microsoft.com/office/drawing/2014/main" id="{F5D54A6B-1D09-8DFC-9583-F3C584AC9DC9}"/>
                  </a:ext>
                </a:extLst>
              </p:cNvPr>
              <p:cNvSpPr/>
              <p:nvPr/>
            </p:nvSpPr>
            <p:spPr>
              <a:xfrm>
                <a:off x="9343693" y="5169745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4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21" name="Freeform: Shape 9120">
                <a:extLst>
                  <a:ext uri="{FF2B5EF4-FFF2-40B4-BE49-F238E27FC236}">
                    <a16:creationId xmlns:a16="http://schemas.microsoft.com/office/drawing/2014/main" id="{7C4EEF6E-CAEA-7AFD-F8E8-45DF3CA2B369}"/>
                  </a:ext>
                </a:extLst>
              </p:cNvPr>
              <p:cNvSpPr/>
              <p:nvPr/>
            </p:nvSpPr>
            <p:spPr>
              <a:xfrm>
                <a:off x="9345203" y="5170062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5"/>
                      <a:pt x="6240" y="1657"/>
                      <a:pt x="5646" y="1062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0" y="1062"/>
                    </a:cubicBezTo>
                    <a:cubicBezTo>
                      <a:pt x="566" y="1657"/>
                      <a:pt x="231" y="2465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22" name="Freeform: Shape 9121">
                <a:extLst>
                  <a:ext uri="{FF2B5EF4-FFF2-40B4-BE49-F238E27FC236}">
                    <a16:creationId xmlns:a16="http://schemas.microsoft.com/office/drawing/2014/main" id="{8B33810B-09A2-AD58-4CA1-7DA889B9BC78}"/>
                  </a:ext>
                </a:extLst>
              </p:cNvPr>
              <p:cNvSpPr/>
              <p:nvPr/>
            </p:nvSpPr>
            <p:spPr>
              <a:xfrm>
                <a:off x="9346510" y="5170146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2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5"/>
                      <a:pt x="6240" y="1657"/>
                      <a:pt x="5646" y="1062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0" y="1062"/>
                    </a:cubicBezTo>
                    <a:cubicBezTo>
                      <a:pt x="566" y="1657"/>
                      <a:pt x="232" y="2465"/>
                      <a:pt x="232" y="3306"/>
                    </a:cubicBezTo>
                    <a:cubicBezTo>
                      <a:pt x="232" y="4147"/>
                      <a:pt x="566" y="4954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23" name="Freeform: Shape 9122">
                <a:extLst>
                  <a:ext uri="{FF2B5EF4-FFF2-40B4-BE49-F238E27FC236}">
                    <a16:creationId xmlns:a16="http://schemas.microsoft.com/office/drawing/2014/main" id="{E3F2B918-C962-C7C2-EA69-353D2DE696D2}"/>
                  </a:ext>
                </a:extLst>
              </p:cNvPr>
              <p:cNvSpPr/>
              <p:nvPr/>
            </p:nvSpPr>
            <p:spPr>
              <a:xfrm>
                <a:off x="9351579" y="5167235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4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24" name="Freeform: Shape 9123">
                <a:extLst>
                  <a:ext uri="{FF2B5EF4-FFF2-40B4-BE49-F238E27FC236}">
                    <a16:creationId xmlns:a16="http://schemas.microsoft.com/office/drawing/2014/main" id="{5DA52AA6-2B43-B92A-C30A-CF761BE0A252}"/>
                  </a:ext>
                </a:extLst>
              </p:cNvPr>
              <p:cNvSpPr/>
              <p:nvPr/>
            </p:nvSpPr>
            <p:spPr>
              <a:xfrm>
                <a:off x="9354344" y="5167795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25" name="Freeform: Shape 9124">
                <a:extLst>
                  <a:ext uri="{FF2B5EF4-FFF2-40B4-BE49-F238E27FC236}">
                    <a16:creationId xmlns:a16="http://schemas.microsoft.com/office/drawing/2014/main" id="{3089B6F0-08DC-4994-DB8B-5F55D02CC7D0}"/>
                  </a:ext>
                </a:extLst>
              </p:cNvPr>
              <p:cNvSpPr/>
              <p:nvPr/>
            </p:nvSpPr>
            <p:spPr>
              <a:xfrm>
                <a:off x="9283384" y="5065270"/>
                <a:ext cx="6343" cy="6345"/>
              </a:xfrm>
              <a:custGeom>
                <a:avLst/>
                <a:gdLst>
                  <a:gd name="connsiteX0" fmla="*/ 3398 w 6343"/>
                  <a:gd name="connsiteY0" fmla="*/ 6470 h 6345"/>
                  <a:gd name="connsiteX1" fmla="*/ 5641 w 6343"/>
                  <a:gd name="connsiteY1" fmla="*/ 5541 h 6345"/>
                  <a:gd name="connsiteX2" fmla="*/ 6570 w 6343"/>
                  <a:gd name="connsiteY2" fmla="*/ 3298 h 6345"/>
                  <a:gd name="connsiteX3" fmla="*/ 5641 w 6343"/>
                  <a:gd name="connsiteY3" fmla="*/ 1054 h 6345"/>
                  <a:gd name="connsiteX4" fmla="*/ 3398 w 6343"/>
                  <a:gd name="connsiteY4" fmla="*/ 125 h 6345"/>
                  <a:gd name="connsiteX5" fmla="*/ 1155 w 6343"/>
                  <a:gd name="connsiteY5" fmla="*/ 1054 h 6345"/>
                  <a:gd name="connsiteX6" fmla="*/ 227 w 6343"/>
                  <a:gd name="connsiteY6" fmla="*/ 3298 h 6345"/>
                  <a:gd name="connsiteX7" fmla="*/ 1155 w 6343"/>
                  <a:gd name="connsiteY7" fmla="*/ 5541 h 6345"/>
                  <a:gd name="connsiteX8" fmla="*/ 339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0"/>
                    </a:moveTo>
                    <a:cubicBezTo>
                      <a:pt x="4239" y="6470"/>
                      <a:pt x="5046" y="6136"/>
                      <a:pt x="5641" y="5541"/>
                    </a:cubicBezTo>
                    <a:cubicBezTo>
                      <a:pt x="6236" y="4946"/>
                      <a:pt x="6570" y="4139"/>
                      <a:pt x="6570" y="3298"/>
                    </a:cubicBezTo>
                    <a:cubicBezTo>
                      <a:pt x="6570" y="2456"/>
                      <a:pt x="6236" y="1649"/>
                      <a:pt x="5641" y="1054"/>
                    </a:cubicBezTo>
                    <a:cubicBezTo>
                      <a:pt x="5046" y="459"/>
                      <a:pt x="4239" y="125"/>
                      <a:pt x="3398" y="125"/>
                    </a:cubicBezTo>
                    <a:cubicBezTo>
                      <a:pt x="2557" y="125"/>
                      <a:pt x="1750" y="459"/>
                      <a:pt x="1155" y="1054"/>
                    </a:cubicBezTo>
                    <a:cubicBezTo>
                      <a:pt x="561" y="1649"/>
                      <a:pt x="227" y="2456"/>
                      <a:pt x="227" y="3298"/>
                    </a:cubicBezTo>
                    <a:cubicBezTo>
                      <a:pt x="227" y="4139"/>
                      <a:pt x="561" y="4946"/>
                      <a:pt x="1155" y="5541"/>
                    </a:cubicBezTo>
                    <a:cubicBezTo>
                      <a:pt x="1750" y="6136"/>
                      <a:pt x="2557" y="6470"/>
                      <a:pt x="339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26" name="Freeform: Shape 9125">
                <a:extLst>
                  <a:ext uri="{FF2B5EF4-FFF2-40B4-BE49-F238E27FC236}">
                    <a16:creationId xmlns:a16="http://schemas.microsoft.com/office/drawing/2014/main" id="{D5525114-BC6D-D387-8195-85F80F11E3C3}"/>
                  </a:ext>
                </a:extLst>
              </p:cNvPr>
              <p:cNvSpPr/>
              <p:nvPr/>
            </p:nvSpPr>
            <p:spPr>
              <a:xfrm>
                <a:off x="9365697" y="5171410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3 h 6345"/>
                  <a:gd name="connsiteX4" fmla="*/ 3405 w 6343"/>
                  <a:gd name="connsiteY4" fmla="*/ 133 h 6345"/>
                  <a:gd name="connsiteX5" fmla="*/ 1162 w 6343"/>
                  <a:gd name="connsiteY5" fmla="*/ 1063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2" y="6144"/>
                      <a:pt x="5647" y="5549"/>
                    </a:cubicBezTo>
                    <a:cubicBezTo>
                      <a:pt x="6242" y="4955"/>
                      <a:pt x="6576" y="4147"/>
                      <a:pt x="6576" y="3306"/>
                    </a:cubicBezTo>
                    <a:cubicBezTo>
                      <a:pt x="6576" y="2465"/>
                      <a:pt x="6242" y="1658"/>
                      <a:pt x="5647" y="1063"/>
                    </a:cubicBezTo>
                    <a:cubicBezTo>
                      <a:pt x="5052" y="468"/>
                      <a:pt x="4246" y="133"/>
                      <a:pt x="3405" y="133"/>
                    </a:cubicBezTo>
                    <a:cubicBezTo>
                      <a:pt x="2564" y="133"/>
                      <a:pt x="1757" y="468"/>
                      <a:pt x="1162" y="1063"/>
                    </a:cubicBezTo>
                    <a:cubicBezTo>
                      <a:pt x="567" y="1658"/>
                      <a:pt x="233" y="2465"/>
                      <a:pt x="233" y="3306"/>
                    </a:cubicBezTo>
                    <a:cubicBezTo>
                      <a:pt x="233" y="4147"/>
                      <a:pt x="567" y="4955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27" name="Freeform: Shape 9126">
                <a:extLst>
                  <a:ext uri="{FF2B5EF4-FFF2-40B4-BE49-F238E27FC236}">
                    <a16:creationId xmlns:a16="http://schemas.microsoft.com/office/drawing/2014/main" id="{A0861584-7AF5-7269-165D-7A919F12500E}"/>
                  </a:ext>
                </a:extLst>
              </p:cNvPr>
              <p:cNvSpPr/>
              <p:nvPr/>
            </p:nvSpPr>
            <p:spPr>
              <a:xfrm>
                <a:off x="9366349" y="5170770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3 h 6345"/>
                  <a:gd name="connsiteX4" fmla="*/ 3405 w 6343"/>
                  <a:gd name="connsiteY4" fmla="*/ 133 h 6345"/>
                  <a:gd name="connsiteX5" fmla="*/ 1162 w 6343"/>
                  <a:gd name="connsiteY5" fmla="*/ 1063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5"/>
                      <a:pt x="6242" y="1658"/>
                      <a:pt x="5647" y="1063"/>
                    </a:cubicBezTo>
                    <a:cubicBezTo>
                      <a:pt x="5053" y="468"/>
                      <a:pt x="4246" y="133"/>
                      <a:pt x="3405" y="133"/>
                    </a:cubicBezTo>
                    <a:cubicBezTo>
                      <a:pt x="2564" y="133"/>
                      <a:pt x="1757" y="468"/>
                      <a:pt x="1162" y="1063"/>
                    </a:cubicBezTo>
                    <a:cubicBezTo>
                      <a:pt x="567" y="1658"/>
                      <a:pt x="233" y="2465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28" name="Freeform: Shape 9127">
                <a:extLst>
                  <a:ext uri="{FF2B5EF4-FFF2-40B4-BE49-F238E27FC236}">
                    <a16:creationId xmlns:a16="http://schemas.microsoft.com/office/drawing/2014/main" id="{C7E9D6AA-F3EE-299F-0ADF-AF7FBAF7EC80}"/>
                  </a:ext>
                </a:extLst>
              </p:cNvPr>
              <p:cNvSpPr/>
              <p:nvPr/>
            </p:nvSpPr>
            <p:spPr>
              <a:xfrm>
                <a:off x="9366907" y="5169973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8"/>
                      <a:pt x="4246" y="133"/>
                      <a:pt x="3405" y="133"/>
                    </a:cubicBezTo>
                    <a:cubicBezTo>
                      <a:pt x="2564" y="133"/>
                      <a:pt x="1757" y="468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29" name="Freeform: Shape 9128">
                <a:extLst>
                  <a:ext uri="{FF2B5EF4-FFF2-40B4-BE49-F238E27FC236}">
                    <a16:creationId xmlns:a16="http://schemas.microsoft.com/office/drawing/2014/main" id="{368BE285-ABA0-20F6-0193-DAF7F5E12E13}"/>
                  </a:ext>
                </a:extLst>
              </p:cNvPr>
              <p:cNvSpPr/>
              <p:nvPr/>
            </p:nvSpPr>
            <p:spPr>
              <a:xfrm>
                <a:off x="9367669" y="5169500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30" name="Freeform: Shape 9129">
                <a:extLst>
                  <a:ext uri="{FF2B5EF4-FFF2-40B4-BE49-F238E27FC236}">
                    <a16:creationId xmlns:a16="http://schemas.microsoft.com/office/drawing/2014/main" id="{A1814337-AE08-8670-27D6-A6F7C18B648D}"/>
                  </a:ext>
                </a:extLst>
              </p:cNvPr>
              <p:cNvSpPr/>
              <p:nvPr/>
            </p:nvSpPr>
            <p:spPr>
              <a:xfrm>
                <a:off x="9297672" y="5052457"/>
                <a:ext cx="6343" cy="6345"/>
              </a:xfrm>
              <a:custGeom>
                <a:avLst/>
                <a:gdLst>
                  <a:gd name="connsiteX0" fmla="*/ 3399 w 6343"/>
                  <a:gd name="connsiteY0" fmla="*/ 6469 h 6345"/>
                  <a:gd name="connsiteX1" fmla="*/ 5642 w 6343"/>
                  <a:gd name="connsiteY1" fmla="*/ 5540 h 6345"/>
                  <a:gd name="connsiteX2" fmla="*/ 6571 w 6343"/>
                  <a:gd name="connsiteY2" fmla="*/ 3297 h 6345"/>
                  <a:gd name="connsiteX3" fmla="*/ 5642 w 6343"/>
                  <a:gd name="connsiteY3" fmla="*/ 1053 h 6345"/>
                  <a:gd name="connsiteX4" fmla="*/ 3399 w 6343"/>
                  <a:gd name="connsiteY4" fmla="*/ 124 h 6345"/>
                  <a:gd name="connsiteX5" fmla="*/ 1157 w 6343"/>
                  <a:gd name="connsiteY5" fmla="*/ 1053 h 6345"/>
                  <a:gd name="connsiteX6" fmla="*/ 228 w 6343"/>
                  <a:gd name="connsiteY6" fmla="*/ 3297 h 6345"/>
                  <a:gd name="connsiteX7" fmla="*/ 1157 w 6343"/>
                  <a:gd name="connsiteY7" fmla="*/ 5540 h 6345"/>
                  <a:gd name="connsiteX8" fmla="*/ 339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9"/>
                    </a:moveTo>
                    <a:cubicBezTo>
                      <a:pt x="4240" y="6469"/>
                      <a:pt x="5047" y="6135"/>
                      <a:pt x="5642" y="5540"/>
                    </a:cubicBezTo>
                    <a:cubicBezTo>
                      <a:pt x="6237" y="4945"/>
                      <a:pt x="6571" y="4138"/>
                      <a:pt x="6571" y="3297"/>
                    </a:cubicBezTo>
                    <a:cubicBezTo>
                      <a:pt x="6571" y="2455"/>
                      <a:pt x="6237" y="1648"/>
                      <a:pt x="5642" y="1053"/>
                    </a:cubicBezTo>
                    <a:cubicBezTo>
                      <a:pt x="5047" y="458"/>
                      <a:pt x="4240" y="124"/>
                      <a:pt x="3399" y="124"/>
                    </a:cubicBezTo>
                    <a:cubicBezTo>
                      <a:pt x="2558" y="124"/>
                      <a:pt x="1751" y="458"/>
                      <a:pt x="1157" y="1053"/>
                    </a:cubicBezTo>
                    <a:cubicBezTo>
                      <a:pt x="562" y="1648"/>
                      <a:pt x="228" y="2455"/>
                      <a:pt x="228" y="3297"/>
                    </a:cubicBezTo>
                    <a:cubicBezTo>
                      <a:pt x="228" y="4138"/>
                      <a:pt x="562" y="4945"/>
                      <a:pt x="1157" y="5540"/>
                    </a:cubicBezTo>
                    <a:cubicBezTo>
                      <a:pt x="1751" y="6135"/>
                      <a:pt x="2558" y="6469"/>
                      <a:pt x="339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31" name="Freeform: Shape 9130">
                <a:extLst>
                  <a:ext uri="{FF2B5EF4-FFF2-40B4-BE49-F238E27FC236}">
                    <a16:creationId xmlns:a16="http://schemas.microsoft.com/office/drawing/2014/main" id="{0AD3D96B-457C-F77B-C1A3-1A641142B70B}"/>
                  </a:ext>
                </a:extLst>
              </p:cNvPr>
              <p:cNvSpPr/>
              <p:nvPr/>
            </p:nvSpPr>
            <p:spPr>
              <a:xfrm>
                <a:off x="9298994" y="5051292"/>
                <a:ext cx="6343" cy="6345"/>
              </a:xfrm>
              <a:custGeom>
                <a:avLst/>
                <a:gdLst>
                  <a:gd name="connsiteX0" fmla="*/ 3399 w 6343"/>
                  <a:gd name="connsiteY0" fmla="*/ 6469 h 6345"/>
                  <a:gd name="connsiteX1" fmla="*/ 5642 w 6343"/>
                  <a:gd name="connsiteY1" fmla="*/ 5540 h 6345"/>
                  <a:gd name="connsiteX2" fmla="*/ 6571 w 6343"/>
                  <a:gd name="connsiteY2" fmla="*/ 3297 h 6345"/>
                  <a:gd name="connsiteX3" fmla="*/ 5642 w 6343"/>
                  <a:gd name="connsiteY3" fmla="*/ 1053 h 6345"/>
                  <a:gd name="connsiteX4" fmla="*/ 3399 w 6343"/>
                  <a:gd name="connsiteY4" fmla="*/ 124 h 6345"/>
                  <a:gd name="connsiteX5" fmla="*/ 1157 w 6343"/>
                  <a:gd name="connsiteY5" fmla="*/ 1053 h 6345"/>
                  <a:gd name="connsiteX6" fmla="*/ 228 w 6343"/>
                  <a:gd name="connsiteY6" fmla="*/ 3297 h 6345"/>
                  <a:gd name="connsiteX7" fmla="*/ 1157 w 6343"/>
                  <a:gd name="connsiteY7" fmla="*/ 5540 h 6345"/>
                  <a:gd name="connsiteX8" fmla="*/ 339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9"/>
                    </a:moveTo>
                    <a:cubicBezTo>
                      <a:pt x="4240" y="6469"/>
                      <a:pt x="5047" y="6135"/>
                      <a:pt x="5642" y="5540"/>
                    </a:cubicBezTo>
                    <a:cubicBezTo>
                      <a:pt x="6237" y="4945"/>
                      <a:pt x="6571" y="4138"/>
                      <a:pt x="6571" y="3297"/>
                    </a:cubicBezTo>
                    <a:cubicBezTo>
                      <a:pt x="6571" y="2455"/>
                      <a:pt x="6237" y="1648"/>
                      <a:pt x="5642" y="1053"/>
                    </a:cubicBezTo>
                    <a:cubicBezTo>
                      <a:pt x="5047" y="458"/>
                      <a:pt x="4240" y="124"/>
                      <a:pt x="3399" y="124"/>
                    </a:cubicBezTo>
                    <a:cubicBezTo>
                      <a:pt x="2558" y="124"/>
                      <a:pt x="1751" y="458"/>
                      <a:pt x="1157" y="1053"/>
                    </a:cubicBezTo>
                    <a:cubicBezTo>
                      <a:pt x="562" y="1648"/>
                      <a:pt x="228" y="2455"/>
                      <a:pt x="228" y="3297"/>
                    </a:cubicBezTo>
                    <a:cubicBezTo>
                      <a:pt x="228" y="4138"/>
                      <a:pt x="562" y="4945"/>
                      <a:pt x="1157" y="5540"/>
                    </a:cubicBezTo>
                    <a:cubicBezTo>
                      <a:pt x="1751" y="6135"/>
                      <a:pt x="2558" y="6469"/>
                      <a:pt x="339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32" name="Freeform: Shape 9131">
                <a:extLst>
                  <a:ext uri="{FF2B5EF4-FFF2-40B4-BE49-F238E27FC236}">
                    <a16:creationId xmlns:a16="http://schemas.microsoft.com/office/drawing/2014/main" id="{D9090D94-EF73-0150-2E11-4E0A47B53484}"/>
                  </a:ext>
                </a:extLst>
              </p:cNvPr>
              <p:cNvSpPr/>
              <p:nvPr/>
            </p:nvSpPr>
            <p:spPr>
              <a:xfrm>
                <a:off x="9299432" y="5048618"/>
                <a:ext cx="6343" cy="6345"/>
              </a:xfrm>
              <a:custGeom>
                <a:avLst/>
                <a:gdLst>
                  <a:gd name="connsiteX0" fmla="*/ 3399 w 6343"/>
                  <a:gd name="connsiteY0" fmla="*/ 6469 h 6345"/>
                  <a:gd name="connsiteX1" fmla="*/ 5642 w 6343"/>
                  <a:gd name="connsiteY1" fmla="*/ 5540 h 6345"/>
                  <a:gd name="connsiteX2" fmla="*/ 6571 w 6343"/>
                  <a:gd name="connsiteY2" fmla="*/ 3296 h 6345"/>
                  <a:gd name="connsiteX3" fmla="*/ 5642 w 6343"/>
                  <a:gd name="connsiteY3" fmla="*/ 1053 h 6345"/>
                  <a:gd name="connsiteX4" fmla="*/ 3399 w 6343"/>
                  <a:gd name="connsiteY4" fmla="*/ 124 h 6345"/>
                  <a:gd name="connsiteX5" fmla="*/ 1157 w 6343"/>
                  <a:gd name="connsiteY5" fmla="*/ 1053 h 6345"/>
                  <a:gd name="connsiteX6" fmla="*/ 228 w 6343"/>
                  <a:gd name="connsiteY6" fmla="*/ 3296 h 6345"/>
                  <a:gd name="connsiteX7" fmla="*/ 1157 w 6343"/>
                  <a:gd name="connsiteY7" fmla="*/ 5540 h 6345"/>
                  <a:gd name="connsiteX8" fmla="*/ 339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9"/>
                    </a:moveTo>
                    <a:cubicBezTo>
                      <a:pt x="4241" y="6469"/>
                      <a:pt x="5047" y="6135"/>
                      <a:pt x="5642" y="5540"/>
                    </a:cubicBezTo>
                    <a:cubicBezTo>
                      <a:pt x="6237" y="4945"/>
                      <a:pt x="6571" y="4138"/>
                      <a:pt x="6571" y="3296"/>
                    </a:cubicBezTo>
                    <a:cubicBezTo>
                      <a:pt x="6571" y="2455"/>
                      <a:pt x="6237" y="1648"/>
                      <a:pt x="5642" y="1053"/>
                    </a:cubicBezTo>
                    <a:cubicBezTo>
                      <a:pt x="5047" y="458"/>
                      <a:pt x="4241" y="124"/>
                      <a:pt x="3399" y="124"/>
                    </a:cubicBezTo>
                    <a:cubicBezTo>
                      <a:pt x="2558" y="124"/>
                      <a:pt x="1752" y="458"/>
                      <a:pt x="1157" y="1053"/>
                    </a:cubicBezTo>
                    <a:cubicBezTo>
                      <a:pt x="562" y="1648"/>
                      <a:pt x="228" y="2455"/>
                      <a:pt x="228" y="3296"/>
                    </a:cubicBezTo>
                    <a:cubicBezTo>
                      <a:pt x="228" y="4138"/>
                      <a:pt x="562" y="4945"/>
                      <a:pt x="1157" y="5540"/>
                    </a:cubicBezTo>
                    <a:cubicBezTo>
                      <a:pt x="1752" y="6135"/>
                      <a:pt x="2558" y="6469"/>
                      <a:pt x="339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33" name="Freeform: Shape 9132">
                <a:extLst>
                  <a:ext uri="{FF2B5EF4-FFF2-40B4-BE49-F238E27FC236}">
                    <a16:creationId xmlns:a16="http://schemas.microsoft.com/office/drawing/2014/main" id="{0C337A13-251D-0216-0F01-3562C4D1149D}"/>
                  </a:ext>
                </a:extLst>
              </p:cNvPr>
              <p:cNvSpPr/>
              <p:nvPr/>
            </p:nvSpPr>
            <p:spPr>
              <a:xfrm>
                <a:off x="9297493" y="5041813"/>
                <a:ext cx="6343" cy="6345"/>
              </a:xfrm>
              <a:custGeom>
                <a:avLst/>
                <a:gdLst>
                  <a:gd name="connsiteX0" fmla="*/ 3399 w 6343"/>
                  <a:gd name="connsiteY0" fmla="*/ 6469 h 6345"/>
                  <a:gd name="connsiteX1" fmla="*/ 5642 w 6343"/>
                  <a:gd name="connsiteY1" fmla="*/ 5539 h 6345"/>
                  <a:gd name="connsiteX2" fmla="*/ 6571 w 6343"/>
                  <a:gd name="connsiteY2" fmla="*/ 3296 h 6345"/>
                  <a:gd name="connsiteX3" fmla="*/ 5642 w 6343"/>
                  <a:gd name="connsiteY3" fmla="*/ 1052 h 6345"/>
                  <a:gd name="connsiteX4" fmla="*/ 3399 w 6343"/>
                  <a:gd name="connsiteY4" fmla="*/ 123 h 6345"/>
                  <a:gd name="connsiteX5" fmla="*/ 1157 w 6343"/>
                  <a:gd name="connsiteY5" fmla="*/ 1052 h 6345"/>
                  <a:gd name="connsiteX6" fmla="*/ 228 w 6343"/>
                  <a:gd name="connsiteY6" fmla="*/ 3296 h 6345"/>
                  <a:gd name="connsiteX7" fmla="*/ 1157 w 6343"/>
                  <a:gd name="connsiteY7" fmla="*/ 5539 h 6345"/>
                  <a:gd name="connsiteX8" fmla="*/ 339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9"/>
                    </a:moveTo>
                    <a:cubicBezTo>
                      <a:pt x="4240" y="6469"/>
                      <a:pt x="5047" y="6134"/>
                      <a:pt x="5642" y="5539"/>
                    </a:cubicBezTo>
                    <a:cubicBezTo>
                      <a:pt x="6237" y="4944"/>
                      <a:pt x="6571" y="4137"/>
                      <a:pt x="6571" y="3296"/>
                    </a:cubicBezTo>
                    <a:cubicBezTo>
                      <a:pt x="6571" y="2454"/>
                      <a:pt x="6237" y="1647"/>
                      <a:pt x="5642" y="1052"/>
                    </a:cubicBezTo>
                    <a:cubicBezTo>
                      <a:pt x="5047" y="457"/>
                      <a:pt x="4240" y="123"/>
                      <a:pt x="3399" y="123"/>
                    </a:cubicBezTo>
                    <a:cubicBezTo>
                      <a:pt x="2558" y="123"/>
                      <a:pt x="1751" y="457"/>
                      <a:pt x="1157" y="1052"/>
                    </a:cubicBezTo>
                    <a:cubicBezTo>
                      <a:pt x="562" y="1647"/>
                      <a:pt x="228" y="2454"/>
                      <a:pt x="228" y="3296"/>
                    </a:cubicBezTo>
                    <a:cubicBezTo>
                      <a:pt x="228" y="4137"/>
                      <a:pt x="562" y="4944"/>
                      <a:pt x="1157" y="5539"/>
                    </a:cubicBezTo>
                    <a:cubicBezTo>
                      <a:pt x="1751" y="6134"/>
                      <a:pt x="2558" y="6469"/>
                      <a:pt x="339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34" name="Freeform: Shape 9133">
                <a:extLst>
                  <a:ext uri="{FF2B5EF4-FFF2-40B4-BE49-F238E27FC236}">
                    <a16:creationId xmlns:a16="http://schemas.microsoft.com/office/drawing/2014/main" id="{B2539A1C-C7C9-794B-B463-5CE23E0AECB7}"/>
                  </a:ext>
                </a:extLst>
              </p:cNvPr>
              <p:cNvSpPr/>
              <p:nvPr/>
            </p:nvSpPr>
            <p:spPr>
              <a:xfrm>
                <a:off x="9291567" y="5027890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1 w 6343"/>
                  <a:gd name="connsiteY1" fmla="*/ 5538 h 6345"/>
                  <a:gd name="connsiteX2" fmla="*/ 6570 w 6343"/>
                  <a:gd name="connsiteY2" fmla="*/ 3295 h 6345"/>
                  <a:gd name="connsiteX3" fmla="*/ 5641 w 6343"/>
                  <a:gd name="connsiteY3" fmla="*/ 1051 h 6345"/>
                  <a:gd name="connsiteX4" fmla="*/ 3399 w 6343"/>
                  <a:gd name="connsiteY4" fmla="*/ 122 h 6345"/>
                  <a:gd name="connsiteX5" fmla="*/ 1156 w 6343"/>
                  <a:gd name="connsiteY5" fmla="*/ 1051 h 6345"/>
                  <a:gd name="connsiteX6" fmla="*/ 227 w 6343"/>
                  <a:gd name="connsiteY6" fmla="*/ 3295 h 6345"/>
                  <a:gd name="connsiteX7" fmla="*/ 1156 w 6343"/>
                  <a:gd name="connsiteY7" fmla="*/ 5538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0" y="6467"/>
                      <a:pt x="5047" y="6133"/>
                      <a:pt x="5641" y="5538"/>
                    </a:cubicBezTo>
                    <a:cubicBezTo>
                      <a:pt x="6236" y="4943"/>
                      <a:pt x="6570" y="4136"/>
                      <a:pt x="6570" y="3295"/>
                    </a:cubicBezTo>
                    <a:cubicBezTo>
                      <a:pt x="6570" y="2453"/>
                      <a:pt x="6236" y="1646"/>
                      <a:pt x="5641" y="1051"/>
                    </a:cubicBezTo>
                    <a:cubicBezTo>
                      <a:pt x="5047" y="456"/>
                      <a:pt x="4240" y="122"/>
                      <a:pt x="3399" y="122"/>
                    </a:cubicBezTo>
                    <a:cubicBezTo>
                      <a:pt x="2558" y="122"/>
                      <a:pt x="1751" y="456"/>
                      <a:pt x="1156" y="1051"/>
                    </a:cubicBezTo>
                    <a:cubicBezTo>
                      <a:pt x="561" y="1646"/>
                      <a:pt x="227" y="2453"/>
                      <a:pt x="227" y="3295"/>
                    </a:cubicBezTo>
                    <a:cubicBezTo>
                      <a:pt x="227" y="4136"/>
                      <a:pt x="561" y="4943"/>
                      <a:pt x="1156" y="5538"/>
                    </a:cubicBezTo>
                    <a:cubicBezTo>
                      <a:pt x="1751" y="6133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35" name="Freeform: Shape 9134">
                <a:extLst>
                  <a:ext uri="{FF2B5EF4-FFF2-40B4-BE49-F238E27FC236}">
                    <a16:creationId xmlns:a16="http://schemas.microsoft.com/office/drawing/2014/main" id="{97DCABCB-90E0-3752-1C10-6B7AA51FE817}"/>
                  </a:ext>
                </a:extLst>
              </p:cNvPr>
              <p:cNvSpPr/>
              <p:nvPr/>
            </p:nvSpPr>
            <p:spPr>
              <a:xfrm>
                <a:off x="9284877" y="5012243"/>
                <a:ext cx="6343" cy="6345"/>
              </a:xfrm>
              <a:custGeom>
                <a:avLst/>
                <a:gdLst>
                  <a:gd name="connsiteX0" fmla="*/ 3398 w 6343"/>
                  <a:gd name="connsiteY0" fmla="*/ 6466 h 6345"/>
                  <a:gd name="connsiteX1" fmla="*/ 5641 w 6343"/>
                  <a:gd name="connsiteY1" fmla="*/ 5537 h 6345"/>
                  <a:gd name="connsiteX2" fmla="*/ 6570 w 6343"/>
                  <a:gd name="connsiteY2" fmla="*/ 3293 h 6345"/>
                  <a:gd name="connsiteX3" fmla="*/ 5641 w 6343"/>
                  <a:gd name="connsiteY3" fmla="*/ 1050 h 6345"/>
                  <a:gd name="connsiteX4" fmla="*/ 3398 w 6343"/>
                  <a:gd name="connsiteY4" fmla="*/ 121 h 6345"/>
                  <a:gd name="connsiteX5" fmla="*/ 1156 w 6343"/>
                  <a:gd name="connsiteY5" fmla="*/ 1050 h 6345"/>
                  <a:gd name="connsiteX6" fmla="*/ 227 w 6343"/>
                  <a:gd name="connsiteY6" fmla="*/ 3293 h 6345"/>
                  <a:gd name="connsiteX7" fmla="*/ 1156 w 6343"/>
                  <a:gd name="connsiteY7" fmla="*/ 5537 h 6345"/>
                  <a:gd name="connsiteX8" fmla="*/ 339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66"/>
                    </a:moveTo>
                    <a:cubicBezTo>
                      <a:pt x="4239" y="6466"/>
                      <a:pt x="5046" y="6132"/>
                      <a:pt x="5641" y="5537"/>
                    </a:cubicBezTo>
                    <a:cubicBezTo>
                      <a:pt x="6236" y="4942"/>
                      <a:pt x="6570" y="4135"/>
                      <a:pt x="6570" y="3293"/>
                    </a:cubicBezTo>
                    <a:cubicBezTo>
                      <a:pt x="6570" y="2452"/>
                      <a:pt x="6236" y="1645"/>
                      <a:pt x="5641" y="1050"/>
                    </a:cubicBezTo>
                    <a:cubicBezTo>
                      <a:pt x="5046" y="455"/>
                      <a:pt x="4239" y="121"/>
                      <a:pt x="3398" y="121"/>
                    </a:cubicBezTo>
                    <a:cubicBezTo>
                      <a:pt x="2557" y="121"/>
                      <a:pt x="1750" y="455"/>
                      <a:pt x="1156" y="1050"/>
                    </a:cubicBezTo>
                    <a:cubicBezTo>
                      <a:pt x="561" y="1645"/>
                      <a:pt x="227" y="2452"/>
                      <a:pt x="227" y="3293"/>
                    </a:cubicBezTo>
                    <a:cubicBezTo>
                      <a:pt x="227" y="4135"/>
                      <a:pt x="561" y="4942"/>
                      <a:pt x="1156" y="5537"/>
                    </a:cubicBezTo>
                    <a:cubicBezTo>
                      <a:pt x="1750" y="6132"/>
                      <a:pt x="2557" y="6466"/>
                      <a:pt x="339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36" name="Freeform: Shape 9135">
                <a:extLst>
                  <a:ext uri="{FF2B5EF4-FFF2-40B4-BE49-F238E27FC236}">
                    <a16:creationId xmlns:a16="http://schemas.microsoft.com/office/drawing/2014/main" id="{9F524758-063A-25DB-692E-95983B90CB4F}"/>
                  </a:ext>
                </a:extLst>
              </p:cNvPr>
              <p:cNvSpPr/>
              <p:nvPr/>
            </p:nvSpPr>
            <p:spPr>
              <a:xfrm>
                <a:off x="9286333" y="5010776"/>
                <a:ext cx="6343" cy="6345"/>
              </a:xfrm>
              <a:custGeom>
                <a:avLst/>
                <a:gdLst>
                  <a:gd name="connsiteX0" fmla="*/ 3398 w 6343"/>
                  <a:gd name="connsiteY0" fmla="*/ 6466 h 6345"/>
                  <a:gd name="connsiteX1" fmla="*/ 5641 w 6343"/>
                  <a:gd name="connsiteY1" fmla="*/ 5537 h 6345"/>
                  <a:gd name="connsiteX2" fmla="*/ 6570 w 6343"/>
                  <a:gd name="connsiteY2" fmla="*/ 3293 h 6345"/>
                  <a:gd name="connsiteX3" fmla="*/ 5641 w 6343"/>
                  <a:gd name="connsiteY3" fmla="*/ 1050 h 6345"/>
                  <a:gd name="connsiteX4" fmla="*/ 3398 w 6343"/>
                  <a:gd name="connsiteY4" fmla="*/ 121 h 6345"/>
                  <a:gd name="connsiteX5" fmla="*/ 1156 w 6343"/>
                  <a:gd name="connsiteY5" fmla="*/ 1050 h 6345"/>
                  <a:gd name="connsiteX6" fmla="*/ 227 w 6343"/>
                  <a:gd name="connsiteY6" fmla="*/ 3293 h 6345"/>
                  <a:gd name="connsiteX7" fmla="*/ 1156 w 6343"/>
                  <a:gd name="connsiteY7" fmla="*/ 5537 h 6345"/>
                  <a:gd name="connsiteX8" fmla="*/ 339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66"/>
                    </a:moveTo>
                    <a:cubicBezTo>
                      <a:pt x="4239" y="6466"/>
                      <a:pt x="5046" y="6132"/>
                      <a:pt x="5641" y="5537"/>
                    </a:cubicBezTo>
                    <a:cubicBezTo>
                      <a:pt x="6236" y="4942"/>
                      <a:pt x="6570" y="4135"/>
                      <a:pt x="6570" y="3293"/>
                    </a:cubicBezTo>
                    <a:cubicBezTo>
                      <a:pt x="6570" y="2452"/>
                      <a:pt x="6236" y="1645"/>
                      <a:pt x="5641" y="1050"/>
                    </a:cubicBezTo>
                    <a:cubicBezTo>
                      <a:pt x="5046" y="455"/>
                      <a:pt x="4239" y="121"/>
                      <a:pt x="3398" y="121"/>
                    </a:cubicBezTo>
                    <a:cubicBezTo>
                      <a:pt x="2557" y="121"/>
                      <a:pt x="1750" y="455"/>
                      <a:pt x="1156" y="1050"/>
                    </a:cubicBezTo>
                    <a:cubicBezTo>
                      <a:pt x="561" y="1645"/>
                      <a:pt x="227" y="2452"/>
                      <a:pt x="227" y="3293"/>
                    </a:cubicBezTo>
                    <a:cubicBezTo>
                      <a:pt x="227" y="4135"/>
                      <a:pt x="561" y="4942"/>
                      <a:pt x="1156" y="5537"/>
                    </a:cubicBezTo>
                    <a:cubicBezTo>
                      <a:pt x="1750" y="6132"/>
                      <a:pt x="2557" y="6466"/>
                      <a:pt x="339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37" name="Freeform: Shape 9136">
                <a:extLst>
                  <a:ext uri="{FF2B5EF4-FFF2-40B4-BE49-F238E27FC236}">
                    <a16:creationId xmlns:a16="http://schemas.microsoft.com/office/drawing/2014/main" id="{A325A5D6-8893-CB65-CDFA-174C4C152BDF}"/>
                  </a:ext>
                </a:extLst>
              </p:cNvPr>
              <p:cNvSpPr/>
              <p:nvPr/>
            </p:nvSpPr>
            <p:spPr>
              <a:xfrm>
                <a:off x="9290313" y="5013886"/>
                <a:ext cx="6343" cy="6345"/>
              </a:xfrm>
              <a:custGeom>
                <a:avLst/>
                <a:gdLst>
                  <a:gd name="connsiteX0" fmla="*/ 3399 w 6343"/>
                  <a:gd name="connsiteY0" fmla="*/ 6466 h 6345"/>
                  <a:gd name="connsiteX1" fmla="*/ 5641 w 6343"/>
                  <a:gd name="connsiteY1" fmla="*/ 5537 h 6345"/>
                  <a:gd name="connsiteX2" fmla="*/ 6570 w 6343"/>
                  <a:gd name="connsiteY2" fmla="*/ 3294 h 6345"/>
                  <a:gd name="connsiteX3" fmla="*/ 5641 w 6343"/>
                  <a:gd name="connsiteY3" fmla="*/ 1050 h 6345"/>
                  <a:gd name="connsiteX4" fmla="*/ 3399 w 6343"/>
                  <a:gd name="connsiteY4" fmla="*/ 121 h 6345"/>
                  <a:gd name="connsiteX5" fmla="*/ 1156 w 6343"/>
                  <a:gd name="connsiteY5" fmla="*/ 1050 h 6345"/>
                  <a:gd name="connsiteX6" fmla="*/ 227 w 6343"/>
                  <a:gd name="connsiteY6" fmla="*/ 3294 h 6345"/>
                  <a:gd name="connsiteX7" fmla="*/ 1156 w 6343"/>
                  <a:gd name="connsiteY7" fmla="*/ 5537 h 6345"/>
                  <a:gd name="connsiteX8" fmla="*/ 339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6"/>
                    </a:moveTo>
                    <a:cubicBezTo>
                      <a:pt x="4240" y="6466"/>
                      <a:pt x="5047" y="6132"/>
                      <a:pt x="5641" y="5537"/>
                    </a:cubicBezTo>
                    <a:cubicBezTo>
                      <a:pt x="6236" y="4942"/>
                      <a:pt x="6570" y="4135"/>
                      <a:pt x="6570" y="3294"/>
                    </a:cubicBezTo>
                    <a:cubicBezTo>
                      <a:pt x="6570" y="2452"/>
                      <a:pt x="6236" y="1645"/>
                      <a:pt x="5641" y="1050"/>
                    </a:cubicBezTo>
                    <a:cubicBezTo>
                      <a:pt x="5047" y="455"/>
                      <a:pt x="4240" y="121"/>
                      <a:pt x="3399" y="121"/>
                    </a:cubicBezTo>
                    <a:cubicBezTo>
                      <a:pt x="2558" y="121"/>
                      <a:pt x="1751" y="455"/>
                      <a:pt x="1156" y="1050"/>
                    </a:cubicBezTo>
                    <a:cubicBezTo>
                      <a:pt x="561" y="1645"/>
                      <a:pt x="227" y="2452"/>
                      <a:pt x="227" y="3294"/>
                    </a:cubicBezTo>
                    <a:cubicBezTo>
                      <a:pt x="227" y="4135"/>
                      <a:pt x="561" y="4942"/>
                      <a:pt x="1156" y="5537"/>
                    </a:cubicBezTo>
                    <a:cubicBezTo>
                      <a:pt x="1751" y="6132"/>
                      <a:pt x="2558" y="6466"/>
                      <a:pt x="339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38" name="Freeform: Shape 9137">
                <a:extLst>
                  <a:ext uri="{FF2B5EF4-FFF2-40B4-BE49-F238E27FC236}">
                    <a16:creationId xmlns:a16="http://schemas.microsoft.com/office/drawing/2014/main" id="{4AFCC660-59D3-0E4F-9D87-3F5706E5ED7B}"/>
                  </a:ext>
                </a:extLst>
              </p:cNvPr>
              <p:cNvSpPr/>
              <p:nvPr/>
            </p:nvSpPr>
            <p:spPr>
              <a:xfrm>
                <a:off x="9297632" y="5023279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399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0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0" y="122"/>
                      <a:pt x="3399" y="122"/>
                    </a:cubicBezTo>
                    <a:cubicBezTo>
                      <a:pt x="2558" y="122"/>
                      <a:pt x="1751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1" y="6133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39" name="Freeform: Shape 9138">
                <a:extLst>
                  <a:ext uri="{FF2B5EF4-FFF2-40B4-BE49-F238E27FC236}">
                    <a16:creationId xmlns:a16="http://schemas.microsoft.com/office/drawing/2014/main" id="{9320026B-7EBD-1AAC-77C5-4A030168D2B2}"/>
                  </a:ext>
                </a:extLst>
              </p:cNvPr>
              <p:cNvSpPr/>
              <p:nvPr/>
            </p:nvSpPr>
            <p:spPr>
              <a:xfrm>
                <a:off x="9300124" y="5023935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399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1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2"/>
                      <a:pt x="3399" y="122"/>
                    </a:cubicBezTo>
                    <a:cubicBezTo>
                      <a:pt x="2558" y="122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40" name="Freeform: Shape 9139">
                <a:extLst>
                  <a:ext uri="{FF2B5EF4-FFF2-40B4-BE49-F238E27FC236}">
                    <a16:creationId xmlns:a16="http://schemas.microsoft.com/office/drawing/2014/main" id="{C73E012F-4BA8-8A2E-7F1A-F9DC7DE522B9}"/>
                  </a:ext>
                </a:extLst>
              </p:cNvPr>
              <p:cNvSpPr/>
              <p:nvPr/>
            </p:nvSpPr>
            <p:spPr>
              <a:xfrm>
                <a:off x="9301725" y="5022944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2"/>
                      <a:pt x="3400" y="122"/>
                    </a:cubicBezTo>
                    <a:cubicBezTo>
                      <a:pt x="2558" y="122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8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41" name="Freeform: Shape 9140">
                <a:extLst>
                  <a:ext uri="{FF2B5EF4-FFF2-40B4-BE49-F238E27FC236}">
                    <a16:creationId xmlns:a16="http://schemas.microsoft.com/office/drawing/2014/main" id="{A5A87BF2-2759-439D-2AA4-72C915AEE6C3}"/>
                  </a:ext>
                </a:extLst>
              </p:cNvPr>
              <p:cNvSpPr/>
              <p:nvPr/>
            </p:nvSpPr>
            <p:spPr>
              <a:xfrm>
                <a:off x="9302580" y="5020511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8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42" name="Freeform: Shape 9141">
                <a:extLst>
                  <a:ext uri="{FF2B5EF4-FFF2-40B4-BE49-F238E27FC236}">
                    <a16:creationId xmlns:a16="http://schemas.microsoft.com/office/drawing/2014/main" id="{B9FF328F-572A-5BC1-2E40-8ECA1308972E}"/>
                  </a:ext>
                </a:extLst>
              </p:cNvPr>
              <p:cNvSpPr/>
              <p:nvPr/>
            </p:nvSpPr>
            <p:spPr>
              <a:xfrm>
                <a:off x="9303603" y="5018358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7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2"/>
                      <a:pt x="5642" y="5537"/>
                    </a:cubicBezTo>
                    <a:cubicBezTo>
                      <a:pt x="6237" y="4942"/>
                      <a:pt x="6571" y="4135"/>
                      <a:pt x="6571" y="3294"/>
                    </a:cubicBezTo>
                    <a:cubicBezTo>
                      <a:pt x="6571" y="2453"/>
                      <a:pt x="6237" y="1645"/>
                      <a:pt x="5642" y="1051"/>
                    </a:cubicBezTo>
                    <a:cubicBezTo>
                      <a:pt x="5048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5"/>
                      <a:pt x="228" y="2453"/>
                      <a:pt x="228" y="3294"/>
                    </a:cubicBezTo>
                    <a:cubicBezTo>
                      <a:pt x="228" y="4135"/>
                      <a:pt x="562" y="4942"/>
                      <a:pt x="1157" y="5537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43" name="Freeform: Shape 9142">
                <a:extLst>
                  <a:ext uri="{FF2B5EF4-FFF2-40B4-BE49-F238E27FC236}">
                    <a16:creationId xmlns:a16="http://schemas.microsoft.com/office/drawing/2014/main" id="{50A17BA6-B1F6-2529-0FAD-DD4178C85AFD}"/>
                  </a:ext>
                </a:extLst>
              </p:cNvPr>
              <p:cNvSpPr/>
              <p:nvPr/>
            </p:nvSpPr>
            <p:spPr>
              <a:xfrm>
                <a:off x="9304563" y="5016040"/>
                <a:ext cx="6343" cy="6345"/>
              </a:xfrm>
              <a:custGeom>
                <a:avLst/>
                <a:gdLst>
                  <a:gd name="connsiteX0" fmla="*/ 3400 w 6343"/>
                  <a:gd name="connsiteY0" fmla="*/ 6466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0 h 6345"/>
                  <a:gd name="connsiteX4" fmla="*/ 3400 w 6343"/>
                  <a:gd name="connsiteY4" fmla="*/ 121 h 6345"/>
                  <a:gd name="connsiteX5" fmla="*/ 1157 w 6343"/>
                  <a:gd name="connsiteY5" fmla="*/ 1050 h 6345"/>
                  <a:gd name="connsiteX6" fmla="*/ 228 w 6343"/>
                  <a:gd name="connsiteY6" fmla="*/ 3294 h 6345"/>
                  <a:gd name="connsiteX7" fmla="*/ 1157 w 6343"/>
                  <a:gd name="connsiteY7" fmla="*/ 5537 h 6345"/>
                  <a:gd name="connsiteX8" fmla="*/ 340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6"/>
                    </a:moveTo>
                    <a:cubicBezTo>
                      <a:pt x="4241" y="6466"/>
                      <a:pt x="5048" y="6132"/>
                      <a:pt x="5642" y="5537"/>
                    </a:cubicBezTo>
                    <a:cubicBezTo>
                      <a:pt x="6237" y="4942"/>
                      <a:pt x="6571" y="4135"/>
                      <a:pt x="6571" y="3294"/>
                    </a:cubicBezTo>
                    <a:cubicBezTo>
                      <a:pt x="6571" y="2452"/>
                      <a:pt x="6237" y="1645"/>
                      <a:pt x="5642" y="1050"/>
                    </a:cubicBezTo>
                    <a:cubicBezTo>
                      <a:pt x="5048" y="455"/>
                      <a:pt x="4241" y="121"/>
                      <a:pt x="3400" y="121"/>
                    </a:cubicBezTo>
                    <a:cubicBezTo>
                      <a:pt x="2559" y="121"/>
                      <a:pt x="1752" y="455"/>
                      <a:pt x="1157" y="1050"/>
                    </a:cubicBezTo>
                    <a:cubicBezTo>
                      <a:pt x="562" y="1645"/>
                      <a:pt x="228" y="2452"/>
                      <a:pt x="228" y="3294"/>
                    </a:cubicBezTo>
                    <a:cubicBezTo>
                      <a:pt x="228" y="4135"/>
                      <a:pt x="562" y="4942"/>
                      <a:pt x="1157" y="5537"/>
                    </a:cubicBezTo>
                    <a:cubicBezTo>
                      <a:pt x="1752" y="6132"/>
                      <a:pt x="2559" y="6466"/>
                      <a:pt x="340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44" name="Freeform: Shape 9143">
                <a:extLst>
                  <a:ext uri="{FF2B5EF4-FFF2-40B4-BE49-F238E27FC236}">
                    <a16:creationId xmlns:a16="http://schemas.microsoft.com/office/drawing/2014/main" id="{75165297-5209-9BF7-B461-4AF866258F86}"/>
                  </a:ext>
                </a:extLst>
              </p:cNvPr>
              <p:cNvSpPr/>
              <p:nvPr/>
            </p:nvSpPr>
            <p:spPr>
              <a:xfrm>
                <a:off x="9390433" y="517231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45" name="Freeform: Shape 9144">
                <a:extLst>
                  <a:ext uri="{FF2B5EF4-FFF2-40B4-BE49-F238E27FC236}">
                    <a16:creationId xmlns:a16="http://schemas.microsoft.com/office/drawing/2014/main" id="{498300FD-139B-7AF5-BEFD-05CD7F577589}"/>
                  </a:ext>
                </a:extLst>
              </p:cNvPr>
              <p:cNvSpPr/>
              <p:nvPr/>
            </p:nvSpPr>
            <p:spPr>
              <a:xfrm>
                <a:off x="9391632" y="517302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46" name="Freeform: Shape 9145">
                <a:extLst>
                  <a:ext uri="{FF2B5EF4-FFF2-40B4-BE49-F238E27FC236}">
                    <a16:creationId xmlns:a16="http://schemas.microsoft.com/office/drawing/2014/main" id="{6610F5CA-7AC5-6BA3-0DD4-29E4F21D6507}"/>
                  </a:ext>
                </a:extLst>
              </p:cNvPr>
              <p:cNvSpPr/>
              <p:nvPr/>
            </p:nvSpPr>
            <p:spPr>
              <a:xfrm>
                <a:off x="9392301" y="517253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47" name="Freeform: Shape 9146">
                <a:extLst>
                  <a:ext uri="{FF2B5EF4-FFF2-40B4-BE49-F238E27FC236}">
                    <a16:creationId xmlns:a16="http://schemas.microsoft.com/office/drawing/2014/main" id="{A004D38A-DEF8-E8EA-5BC0-72AD82B50D1C}"/>
                  </a:ext>
                </a:extLst>
              </p:cNvPr>
              <p:cNvSpPr/>
              <p:nvPr/>
            </p:nvSpPr>
            <p:spPr>
              <a:xfrm>
                <a:off x="9393193" y="517256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48" name="Freeform: Shape 9147">
                <a:extLst>
                  <a:ext uri="{FF2B5EF4-FFF2-40B4-BE49-F238E27FC236}">
                    <a16:creationId xmlns:a16="http://schemas.microsoft.com/office/drawing/2014/main" id="{3C12CFAB-1208-4D2C-DC79-4727DA30FC55}"/>
                  </a:ext>
                </a:extLst>
              </p:cNvPr>
              <p:cNvSpPr/>
              <p:nvPr/>
            </p:nvSpPr>
            <p:spPr>
              <a:xfrm>
                <a:off x="9393074" y="517015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49" name="Freeform: Shape 9148">
                <a:extLst>
                  <a:ext uri="{FF2B5EF4-FFF2-40B4-BE49-F238E27FC236}">
                    <a16:creationId xmlns:a16="http://schemas.microsoft.com/office/drawing/2014/main" id="{5A63DAD0-D1B9-914C-017C-95107AE34C0F}"/>
                  </a:ext>
                </a:extLst>
              </p:cNvPr>
              <p:cNvSpPr/>
              <p:nvPr/>
            </p:nvSpPr>
            <p:spPr>
              <a:xfrm>
                <a:off x="9394308" y="517100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50" name="Freeform: Shape 9149">
                <a:extLst>
                  <a:ext uri="{FF2B5EF4-FFF2-40B4-BE49-F238E27FC236}">
                    <a16:creationId xmlns:a16="http://schemas.microsoft.com/office/drawing/2014/main" id="{55091818-3DF8-9896-E9C7-62D5B9BEF1CF}"/>
                  </a:ext>
                </a:extLst>
              </p:cNvPr>
              <p:cNvSpPr/>
              <p:nvPr/>
            </p:nvSpPr>
            <p:spPr>
              <a:xfrm>
                <a:off x="9395180" y="517099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51" name="Freeform: Shape 9150">
                <a:extLst>
                  <a:ext uri="{FF2B5EF4-FFF2-40B4-BE49-F238E27FC236}">
                    <a16:creationId xmlns:a16="http://schemas.microsoft.com/office/drawing/2014/main" id="{2064B1BB-3A1E-83C4-3AD9-4AAB6B297E43}"/>
                  </a:ext>
                </a:extLst>
              </p:cNvPr>
              <p:cNvSpPr/>
              <p:nvPr/>
            </p:nvSpPr>
            <p:spPr>
              <a:xfrm>
                <a:off x="9396027" y="517093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52" name="Freeform: Shape 9151">
                <a:extLst>
                  <a:ext uri="{FF2B5EF4-FFF2-40B4-BE49-F238E27FC236}">
                    <a16:creationId xmlns:a16="http://schemas.microsoft.com/office/drawing/2014/main" id="{8FC52A36-9060-BC46-20B0-677C7A451F5D}"/>
                  </a:ext>
                </a:extLst>
              </p:cNvPr>
              <p:cNvSpPr/>
              <p:nvPr/>
            </p:nvSpPr>
            <p:spPr>
              <a:xfrm>
                <a:off x="9396806" y="517069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7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53" name="Freeform: Shape 9152">
                <a:extLst>
                  <a:ext uri="{FF2B5EF4-FFF2-40B4-BE49-F238E27FC236}">
                    <a16:creationId xmlns:a16="http://schemas.microsoft.com/office/drawing/2014/main" id="{B4A4E24A-FEA9-5A4D-ABE5-C01EC8871166}"/>
                  </a:ext>
                </a:extLst>
              </p:cNvPr>
              <p:cNvSpPr/>
              <p:nvPr/>
            </p:nvSpPr>
            <p:spPr>
              <a:xfrm>
                <a:off x="9397674" y="517069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54" name="Freeform: Shape 9153">
                <a:extLst>
                  <a:ext uri="{FF2B5EF4-FFF2-40B4-BE49-F238E27FC236}">
                    <a16:creationId xmlns:a16="http://schemas.microsoft.com/office/drawing/2014/main" id="{37C0C236-21F8-3B08-BFFE-361F64F92F08}"/>
                  </a:ext>
                </a:extLst>
              </p:cNvPr>
              <p:cNvSpPr/>
              <p:nvPr/>
            </p:nvSpPr>
            <p:spPr>
              <a:xfrm>
                <a:off x="9398628" y="517094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55" name="Freeform: Shape 9154">
                <a:extLst>
                  <a:ext uri="{FF2B5EF4-FFF2-40B4-BE49-F238E27FC236}">
                    <a16:creationId xmlns:a16="http://schemas.microsoft.com/office/drawing/2014/main" id="{43B5F945-3ABD-71F8-678A-4E5DAECE7BAC}"/>
                  </a:ext>
                </a:extLst>
              </p:cNvPr>
              <p:cNvSpPr/>
              <p:nvPr/>
            </p:nvSpPr>
            <p:spPr>
              <a:xfrm>
                <a:off x="9399534" y="517108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56" name="Freeform: Shape 9155">
                <a:extLst>
                  <a:ext uri="{FF2B5EF4-FFF2-40B4-BE49-F238E27FC236}">
                    <a16:creationId xmlns:a16="http://schemas.microsoft.com/office/drawing/2014/main" id="{1556F1CC-8999-39E6-B4C9-6A6C81F3FD83}"/>
                  </a:ext>
                </a:extLst>
              </p:cNvPr>
              <p:cNvSpPr/>
              <p:nvPr/>
            </p:nvSpPr>
            <p:spPr>
              <a:xfrm>
                <a:off x="9400268" y="517074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57" name="Freeform: Shape 9156">
                <a:extLst>
                  <a:ext uri="{FF2B5EF4-FFF2-40B4-BE49-F238E27FC236}">
                    <a16:creationId xmlns:a16="http://schemas.microsoft.com/office/drawing/2014/main" id="{E9C46461-0D5C-8A4E-6C54-A3BBE49D78C2}"/>
                  </a:ext>
                </a:extLst>
              </p:cNvPr>
              <p:cNvSpPr/>
              <p:nvPr/>
            </p:nvSpPr>
            <p:spPr>
              <a:xfrm>
                <a:off x="9401128" y="517077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58" name="Freeform: Shape 9157">
                <a:extLst>
                  <a:ext uri="{FF2B5EF4-FFF2-40B4-BE49-F238E27FC236}">
                    <a16:creationId xmlns:a16="http://schemas.microsoft.com/office/drawing/2014/main" id="{93CEDE1B-9342-5F45-86B1-7FC44B720022}"/>
                  </a:ext>
                </a:extLst>
              </p:cNvPr>
              <p:cNvSpPr/>
              <p:nvPr/>
            </p:nvSpPr>
            <p:spPr>
              <a:xfrm>
                <a:off x="9401967" y="517075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59" name="Freeform: Shape 9158">
                <a:extLst>
                  <a:ext uri="{FF2B5EF4-FFF2-40B4-BE49-F238E27FC236}">
                    <a16:creationId xmlns:a16="http://schemas.microsoft.com/office/drawing/2014/main" id="{3712CADA-2761-16FB-05D8-6A6D711A3821}"/>
                  </a:ext>
                </a:extLst>
              </p:cNvPr>
              <p:cNvSpPr/>
              <p:nvPr/>
            </p:nvSpPr>
            <p:spPr>
              <a:xfrm>
                <a:off x="9402723" y="517049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60" name="Freeform: Shape 9159">
                <a:extLst>
                  <a:ext uri="{FF2B5EF4-FFF2-40B4-BE49-F238E27FC236}">
                    <a16:creationId xmlns:a16="http://schemas.microsoft.com/office/drawing/2014/main" id="{2AB33A92-D99D-90EF-0A90-66F930FF4A9A}"/>
                  </a:ext>
                </a:extLst>
              </p:cNvPr>
              <p:cNvSpPr/>
              <p:nvPr/>
            </p:nvSpPr>
            <p:spPr>
              <a:xfrm>
                <a:off x="9403620" y="517065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61" name="Freeform: Shape 9160">
                <a:extLst>
                  <a:ext uri="{FF2B5EF4-FFF2-40B4-BE49-F238E27FC236}">
                    <a16:creationId xmlns:a16="http://schemas.microsoft.com/office/drawing/2014/main" id="{E8F29C41-3437-27A5-869E-C7EE12426E5A}"/>
                  </a:ext>
                </a:extLst>
              </p:cNvPr>
              <p:cNvSpPr/>
              <p:nvPr/>
            </p:nvSpPr>
            <p:spPr>
              <a:xfrm>
                <a:off x="9404416" y="517052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62" name="Freeform: Shape 9161">
                <a:extLst>
                  <a:ext uri="{FF2B5EF4-FFF2-40B4-BE49-F238E27FC236}">
                    <a16:creationId xmlns:a16="http://schemas.microsoft.com/office/drawing/2014/main" id="{0BF7E913-52EE-A2E3-E93B-4AE78EF023E6}"/>
                  </a:ext>
                </a:extLst>
              </p:cNvPr>
              <p:cNvSpPr/>
              <p:nvPr/>
            </p:nvSpPr>
            <p:spPr>
              <a:xfrm>
                <a:off x="9404624" y="516854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63" name="Freeform: Shape 9162">
                <a:extLst>
                  <a:ext uri="{FF2B5EF4-FFF2-40B4-BE49-F238E27FC236}">
                    <a16:creationId xmlns:a16="http://schemas.microsoft.com/office/drawing/2014/main" id="{FE52AB5A-D9A1-8829-8EEE-423EDDBBB4D4}"/>
                  </a:ext>
                </a:extLst>
              </p:cNvPr>
              <p:cNvSpPr/>
              <p:nvPr/>
            </p:nvSpPr>
            <p:spPr>
              <a:xfrm>
                <a:off x="9409088" y="516950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64" name="Freeform: Shape 9163">
                <a:extLst>
                  <a:ext uri="{FF2B5EF4-FFF2-40B4-BE49-F238E27FC236}">
                    <a16:creationId xmlns:a16="http://schemas.microsoft.com/office/drawing/2014/main" id="{03AE404D-093B-BBAE-F62B-5F6351D77537}"/>
                  </a:ext>
                </a:extLst>
              </p:cNvPr>
              <p:cNvSpPr/>
              <p:nvPr/>
            </p:nvSpPr>
            <p:spPr>
              <a:xfrm>
                <a:off x="9409769" y="516898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7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65" name="Freeform: Shape 9164">
                <a:extLst>
                  <a:ext uri="{FF2B5EF4-FFF2-40B4-BE49-F238E27FC236}">
                    <a16:creationId xmlns:a16="http://schemas.microsoft.com/office/drawing/2014/main" id="{6A6324E9-EFC9-D35A-1086-92325753897E}"/>
                  </a:ext>
                </a:extLst>
              </p:cNvPr>
              <p:cNvSpPr/>
              <p:nvPr/>
            </p:nvSpPr>
            <p:spPr>
              <a:xfrm>
                <a:off x="9412663" y="5167443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66" name="Freeform: Shape 9165">
                <a:extLst>
                  <a:ext uri="{FF2B5EF4-FFF2-40B4-BE49-F238E27FC236}">
                    <a16:creationId xmlns:a16="http://schemas.microsoft.com/office/drawing/2014/main" id="{650E12D3-3E28-DDD6-B604-561F86CBFF64}"/>
                  </a:ext>
                </a:extLst>
              </p:cNvPr>
              <p:cNvSpPr/>
              <p:nvPr/>
            </p:nvSpPr>
            <p:spPr>
              <a:xfrm>
                <a:off x="9337719" y="4844290"/>
                <a:ext cx="6343" cy="6345"/>
              </a:xfrm>
              <a:custGeom>
                <a:avLst/>
                <a:gdLst>
                  <a:gd name="connsiteX0" fmla="*/ 3402 w 6343"/>
                  <a:gd name="connsiteY0" fmla="*/ 6453 h 6345"/>
                  <a:gd name="connsiteX1" fmla="*/ 5645 w 6343"/>
                  <a:gd name="connsiteY1" fmla="*/ 5524 h 6345"/>
                  <a:gd name="connsiteX2" fmla="*/ 6574 w 6343"/>
                  <a:gd name="connsiteY2" fmla="*/ 3280 h 6345"/>
                  <a:gd name="connsiteX3" fmla="*/ 5645 w 6343"/>
                  <a:gd name="connsiteY3" fmla="*/ 1037 h 6345"/>
                  <a:gd name="connsiteX4" fmla="*/ 3402 w 6343"/>
                  <a:gd name="connsiteY4" fmla="*/ 108 h 6345"/>
                  <a:gd name="connsiteX5" fmla="*/ 1160 w 6343"/>
                  <a:gd name="connsiteY5" fmla="*/ 1037 h 6345"/>
                  <a:gd name="connsiteX6" fmla="*/ 231 w 6343"/>
                  <a:gd name="connsiteY6" fmla="*/ 3280 h 6345"/>
                  <a:gd name="connsiteX7" fmla="*/ 1160 w 6343"/>
                  <a:gd name="connsiteY7" fmla="*/ 5524 h 6345"/>
                  <a:gd name="connsiteX8" fmla="*/ 3402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53"/>
                    </a:moveTo>
                    <a:cubicBezTo>
                      <a:pt x="4244" y="6453"/>
                      <a:pt x="5050" y="6119"/>
                      <a:pt x="5645" y="5524"/>
                    </a:cubicBezTo>
                    <a:cubicBezTo>
                      <a:pt x="6240" y="4929"/>
                      <a:pt x="6574" y="4122"/>
                      <a:pt x="6574" y="3280"/>
                    </a:cubicBezTo>
                    <a:cubicBezTo>
                      <a:pt x="6574" y="2439"/>
                      <a:pt x="6240" y="1632"/>
                      <a:pt x="5645" y="1037"/>
                    </a:cubicBezTo>
                    <a:cubicBezTo>
                      <a:pt x="5050" y="442"/>
                      <a:pt x="4244" y="108"/>
                      <a:pt x="3402" y="108"/>
                    </a:cubicBezTo>
                    <a:cubicBezTo>
                      <a:pt x="2561" y="108"/>
                      <a:pt x="1755" y="442"/>
                      <a:pt x="1160" y="1037"/>
                    </a:cubicBezTo>
                    <a:cubicBezTo>
                      <a:pt x="565" y="1632"/>
                      <a:pt x="231" y="2439"/>
                      <a:pt x="231" y="3280"/>
                    </a:cubicBezTo>
                    <a:cubicBezTo>
                      <a:pt x="231" y="4122"/>
                      <a:pt x="565" y="4929"/>
                      <a:pt x="1160" y="5524"/>
                    </a:cubicBezTo>
                    <a:cubicBezTo>
                      <a:pt x="1755" y="6119"/>
                      <a:pt x="2561" y="6453"/>
                      <a:pt x="3402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67" name="Freeform: Shape 9166">
                <a:extLst>
                  <a:ext uri="{FF2B5EF4-FFF2-40B4-BE49-F238E27FC236}">
                    <a16:creationId xmlns:a16="http://schemas.microsoft.com/office/drawing/2014/main" id="{DC838F41-8AB4-B800-23D0-EAE40E741164}"/>
                  </a:ext>
                </a:extLst>
              </p:cNvPr>
              <p:cNvSpPr/>
              <p:nvPr/>
            </p:nvSpPr>
            <p:spPr>
              <a:xfrm>
                <a:off x="9340649" y="4844378"/>
                <a:ext cx="6343" cy="6345"/>
              </a:xfrm>
              <a:custGeom>
                <a:avLst/>
                <a:gdLst>
                  <a:gd name="connsiteX0" fmla="*/ 3403 w 6343"/>
                  <a:gd name="connsiteY0" fmla="*/ 6453 h 6345"/>
                  <a:gd name="connsiteX1" fmla="*/ 5645 w 6343"/>
                  <a:gd name="connsiteY1" fmla="*/ 5524 h 6345"/>
                  <a:gd name="connsiteX2" fmla="*/ 6574 w 6343"/>
                  <a:gd name="connsiteY2" fmla="*/ 3280 h 6345"/>
                  <a:gd name="connsiteX3" fmla="*/ 5645 w 6343"/>
                  <a:gd name="connsiteY3" fmla="*/ 1037 h 6345"/>
                  <a:gd name="connsiteX4" fmla="*/ 3403 w 6343"/>
                  <a:gd name="connsiteY4" fmla="*/ 108 h 6345"/>
                  <a:gd name="connsiteX5" fmla="*/ 1160 w 6343"/>
                  <a:gd name="connsiteY5" fmla="*/ 1037 h 6345"/>
                  <a:gd name="connsiteX6" fmla="*/ 231 w 6343"/>
                  <a:gd name="connsiteY6" fmla="*/ 3280 h 6345"/>
                  <a:gd name="connsiteX7" fmla="*/ 1160 w 6343"/>
                  <a:gd name="connsiteY7" fmla="*/ 5524 h 6345"/>
                  <a:gd name="connsiteX8" fmla="*/ 3403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53"/>
                    </a:moveTo>
                    <a:cubicBezTo>
                      <a:pt x="4244" y="6453"/>
                      <a:pt x="5051" y="6119"/>
                      <a:pt x="5645" y="5524"/>
                    </a:cubicBezTo>
                    <a:cubicBezTo>
                      <a:pt x="6240" y="4929"/>
                      <a:pt x="6574" y="4122"/>
                      <a:pt x="6574" y="3280"/>
                    </a:cubicBezTo>
                    <a:cubicBezTo>
                      <a:pt x="6574" y="2439"/>
                      <a:pt x="6240" y="1632"/>
                      <a:pt x="5645" y="1037"/>
                    </a:cubicBezTo>
                    <a:cubicBezTo>
                      <a:pt x="5051" y="442"/>
                      <a:pt x="4244" y="108"/>
                      <a:pt x="3403" y="108"/>
                    </a:cubicBezTo>
                    <a:cubicBezTo>
                      <a:pt x="2562" y="108"/>
                      <a:pt x="1755" y="442"/>
                      <a:pt x="1160" y="1037"/>
                    </a:cubicBezTo>
                    <a:cubicBezTo>
                      <a:pt x="565" y="1632"/>
                      <a:pt x="231" y="2439"/>
                      <a:pt x="231" y="3280"/>
                    </a:cubicBezTo>
                    <a:cubicBezTo>
                      <a:pt x="231" y="4122"/>
                      <a:pt x="565" y="4929"/>
                      <a:pt x="1160" y="5524"/>
                    </a:cubicBezTo>
                    <a:cubicBezTo>
                      <a:pt x="1755" y="6119"/>
                      <a:pt x="2562" y="6453"/>
                      <a:pt x="3403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68" name="Freeform: Shape 9167">
                <a:extLst>
                  <a:ext uri="{FF2B5EF4-FFF2-40B4-BE49-F238E27FC236}">
                    <a16:creationId xmlns:a16="http://schemas.microsoft.com/office/drawing/2014/main" id="{8D27E31F-4984-D014-0160-118A90ED511C}"/>
                  </a:ext>
                </a:extLst>
              </p:cNvPr>
              <p:cNvSpPr/>
              <p:nvPr/>
            </p:nvSpPr>
            <p:spPr>
              <a:xfrm>
                <a:off x="9390876" y="5055576"/>
                <a:ext cx="6343" cy="6345"/>
              </a:xfrm>
              <a:custGeom>
                <a:avLst/>
                <a:gdLst>
                  <a:gd name="connsiteX0" fmla="*/ 3407 w 6343"/>
                  <a:gd name="connsiteY0" fmla="*/ 6470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0"/>
                    </a:moveTo>
                    <a:cubicBezTo>
                      <a:pt x="4248" y="6470"/>
                      <a:pt x="5054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8" y="124"/>
                      <a:pt x="3407" y="124"/>
                    </a:cubicBezTo>
                    <a:cubicBezTo>
                      <a:pt x="2565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5" y="6470"/>
                      <a:pt x="3407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69" name="Freeform: Shape 9168">
                <a:extLst>
                  <a:ext uri="{FF2B5EF4-FFF2-40B4-BE49-F238E27FC236}">
                    <a16:creationId xmlns:a16="http://schemas.microsoft.com/office/drawing/2014/main" id="{1EDA6A8B-790F-C824-7F65-1A3B28C8201A}"/>
                  </a:ext>
                </a:extLst>
              </p:cNvPr>
              <p:cNvSpPr/>
              <p:nvPr/>
            </p:nvSpPr>
            <p:spPr>
              <a:xfrm>
                <a:off x="9391938" y="5053410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5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5" y="458"/>
                      <a:pt x="4248" y="124"/>
                      <a:pt x="3407" y="124"/>
                    </a:cubicBezTo>
                    <a:cubicBezTo>
                      <a:pt x="2566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6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70" name="Freeform: Shape 9169">
                <a:extLst>
                  <a:ext uri="{FF2B5EF4-FFF2-40B4-BE49-F238E27FC236}">
                    <a16:creationId xmlns:a16="http://schemas.microsoft.com/office/drawing/2014/main" id="{7C1E9581-0568-E995-359A-BC69D8A8E326}"/>
                  </a:ext>
                </a:extLst>
              </p:cNvPr>
              <p:cNvSpPr/>
              <p:nvPr/>
            </p:nvSpPr>
            <p:spPr>
              <a:xfrm>
                <a:off x="9392806" y="5025902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5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5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5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5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71" name="Freeform: Shape 9170">
                <a:extLst>
                  <a:ext uri="{FF2B5EF4-FFF2-40B4-BE49-F238E27FC236}">
                    <a16:creationId xmlns:a16="http://schemas.microsoft.com/office/drawing/2014/main" id="{80F13197-7E1B-B581-6693-416A1946254D}"/>
                  </a:ext>
                </a:extLst>
              </p:cNvPr>
              <p:cNvSpPr/>
              <p:nvPr/>
            </p:nvSpPr>
            <p:spPr>
              <a:xfrm>
                <a:off x="9394302" y="5024787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8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50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72" name="Freeform: Shape 9171">
                <a:extLst>
                  <a:ext uri="{FF2B5EF4-FFF2-40B4-BE49-F238E27FC236}">
                    <a16:creationId xmlns:a16="http://schemas.microsoft.com/office/drawing/2014/main" id="{2667A1FC-7AAD-B205-01A4-DC2062D0CBAA}"/>
                  </a:ext>
                </a:extLst>
              </p:cNvPr>
              <p:cNvSpPr/>
              <p:nvPr/>
            </p:nvSpPr>
            <p:spPr>
              <a:xfrm>
                <a:off x="9395688" y="5023000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4" y="4943"/>
                      <a:pt x="6579" y="4136"/>
                      <a:pt x="6579" y="3294"/>
                    </a:cubicBezTo>
                    <a:cubicBezTo>
                      <a:pt x="6579" y="2453"/>
                      <a:pt x="6244" y="1646"/>
                      <a:pt x="5650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70" y="1646"/>
                      <a:pt x="235" y="2453"/>
                      <a:pt x="235" y="3294"/>
                    </a:cubicBezTo>
                    <a:cubicBezTo>
                      <a:pt x="235" y="4136"/>
                      <a:pt x="570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73" name="Freeform: Shape 9172">
                <a:extLst>
                  <a:ext uri="{FF2B5EF4-FFF2-40B4-BE49-F238E27FC236}">
                    <a16:creationId xmlns:a16="http://schemas.microsoft.com/office/drawing/2014/main" id="{A193A7CB-6F56-55F1-2789-B685D3E83551}"/>
                  </a:ext>
                </a:extLst>
              </p:cNvPr>
              <p:cNvSpPr/>
              <p:nvPr/>
            </p:nvSpPr>
            <p:spPr>
              <a:xfrm>
                <a:off x="9397008" y="5020725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6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4" y="4943"/>
                      <a:pt x="6579" y="4136"/>
                      <a:pt x="6579" y="3294"/>
                    </a:cubicBezTo>
                    <a:cubicBezTo>
                      <a:pt x="6579" y="2453"/>
                      <a:pt x="6244" y="1646"/>
                      <a:pt x="5650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1"/>
                    </a:cubicBezTo>
                    <a:cubicBezTo>
                      <a:pt x="570" y="1646"/>
                      <a:pt x="236" y="2453"/>
                      <a:pt x="236" y="3294"/>
                    </a:cubicBezTo>
                    <a:cubicBezTo>
                      <a:pt x="236" y="4136"/>
                      <a:pt x="570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74" name="Freeform: Shape 9173">
                <a:extLst>
                  <a:ext uri="{FF2B5EF4-FFF2-40B4-BE49-F238E27FC236}">
                    <a16:creationId xmlns:a16="http://schemas.microsoft.com/office/drawing/2014/main" id="{C6F7BA6B-E721-8BBB-9D53-43F24CC7FD01}"/>
                  </a:ext>
                </a:extLst>
              </p:cNvPr>
              <p:cNvSpPr/>
              <p:nvPr/>
            </p:nvSpPr>
            <p:spPr>
              <a:xfrm>
                <a:off x="9398499" y="5019323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1 h 6345"/>
                  <a:gd name="connsiteX5" fmla="*/ 1165 w 6343"/>
                  <a:gd name="connsiteY5" fmla="*/ 1051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5" y="4943"/>
                      <a:pt x="6579" y="4135"/>
                      <a:pt x="6579" y="3294"/>
                    </a:cubicBezTo>
                    <a:cubicBezTo>
                      <a:pt x="6579" y="2453"/>
                      <a:pt x="6245" y="1646"/>
                      <a:pt x="5650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5" y="1051"/>
                    </a:cubicBezTo>
                    <a:cubicBezTo>
                      <a:pt x="570" y="1646"/>
                      <a:pt x="236" y="2453"/>
                      <a:pt x="236" y="3294"/>
                    </a:cubicBezTo>
                    <a:cubicBezTo>
                      <a:pt x="236" y="4135"/>
                      <a:pt x="570" y="4943"/>
                      <a:pt x="1165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75" name="Freeform: Shape 9174">
                <a:extLst>
                  <a:ext uri="{FF2B5EF4-FFF2-40B4-BE49-F238E27FC236}">
                    <a16:creationId xmlns:a16="http://schemas.microsoft.com/office/drawing/2014/main" id="{E6247C6A-8F37-20F2-DBB2-E1FBA5408BD5}"/>
                  </a:ext>
                </a:extLst>
              </p:cNvPr>
              <p:cNvSpPr/>
              <p:nvPr/>
            </p:nvSpPr>
            <p:spPr>
              <a:xfrm>
                <a:off x="9399796" y="5016627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8" y="121"/>
                      <a:pt x="3407" y="121"/>
                    </a:cubicBezTo>
                    <a:cubicBezTo>
                      <a:pt x="2566" y="121"/>
                      <a:pt x="1759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76" name="Freeform: Shape 9175">
                <a:extLst>
                  <a:ext uri="{FF2B5EF4-FFF2-40B4-BE49-F238E27FC236}">
                    <a16:creationId xmlns:a16="http://schemas.microsoft.com/office/drawing/2014/main" id="{58EFE028-73D9-F1BA-A706-40D65C4C3218}"/>
                  </a:ext>
                </a:extLst>
              </p:cNvPr>
              <p:cNvSpPr/>
              <p:nvPr/>
            </p:nvSpPr>
            <p:spPr>
              <a:xfrm>
                <a:off x="9401115" y="5013874"/>
                <a:ext cx="6343" cy="6345"/>
              </a:xfrm>
              <a:custGeom>
                <a:avLst/>
                <a:gdLst>
                  <a:gd name="connsiteX0" fmla="*/ 3407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6"/>
                    </a:moveTo>
                    <a:cubicBezTo>
                      <a:pt x="4249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9" y="121"/>
                      <a:pt x="3407" y="121"/>
                    </a:cubicBezTo>
                    <a:cubicBezTo>
                      <a:pt x="2566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6"/>
                      <a:pt x="340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77" name="Freeform: Shape 9176">
                <a:extLst>
                  <a:ext uri="{FF2B5EF4-FFF2-40B4-BE49-F238E27FC236}">
                    <a16:creationId xmlns:a16="http://schemas.microsoft.com/office/drawing/2014/main" id="{7F0CDEC5-71AE-2F12-F4AC-2E8E22A04648}"/>
                  </a:ext>
                </a:extLst>
              </p:cNvPr>
              <p:cNvSpPr/>
              <p:nvPr/>
            </p:nvSpPr>
            <p:spPr>
              <a:xfrm>
                <a:off x="9402623" y="5012183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3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9" y="121"/>
                      <a:pt x="3408" y="121"/>
                    </a:cubicBezTo>
                    <a:cubicBezTo>
                      <a:pt x="2566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3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78" name="Freeform: Shape 9177">
                <a:extLst>
                  <a:ext uri="{FF2B5EF4-FFF2-40B4-BE49-F238E27FC236}">
                    <a16:creationId xmlns:a16="http://schemas.microsoft.com/office/drawing/2014/main" id="{E88EB36E-5DEC-CCEE-94A2-736F22D0D3F6}"/>
                  </a:ext>
                </a:extLst>
              </p:cNvPr>
              <p:cNvSpPr/>
              <p:nvPr/>
            </p:nvSpPr>
            <p:spPr>
              <a:xfrm>
                <a:off x="9404334" y="5011808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3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0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3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79" name="Freeform: Shape 9178">
                <a:extLst>
                  <a:ext uri="{FF2B5EF4-FFF2-40B4-BE49-F238E27FC236}">
                    <a16:creationId xmlns:a16="http://schemas.microsoft.com/office/drawing/2014/main" id="{E4601AD6-40E4-40FC-2DF2-AC5C00D8EA6C}"/>
                  </a:ext>
                </a:extLst>
              </p:cNvPr>
              <p:cNvSpPr/>
              <p:nvPr/>
            </p:nvSpPr>
            <p:spPr>
              <a:xfrm>
                <a:off x="9406066" y="5011567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3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0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3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80" name="Freeform: Shape 9179">
                <a:extLst>
                  <a:ext uri="{FF2B5EF4-FFF2-40B4-BE49-F238E27FC236}">
                    <a16:creationId xmlns:a16="http://schemas.microsoft.com/office/drawing/2014/main" id="{E791530C-EC71-3B08-A154-8F6396CC4724}"/>
                  </a:ext>
                </a:extLst>
              </p:cNvPr>
              <p:cNvSpPr/>
              <p:nvPr/>
            </p:nvSpPr>
            <p:spPr>
              <a:xfrm>
                <a:off x="9407799" y="5011338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79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1" y="1645"/>
                      <a:pt x="236" y="2452"/>
                      <a:pt x="236" y="3293"/>
                    </a:cubicBezTo>
                    <a:cubicBezTo>
                      <a:pt x="236" y="4135"/>
                      <a:pt x="571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81" name="Freeform: Shape 9180">
                <a:extLst>
                  <a:ext uri="{FF2B5EF4-FFF2-40B4-BE49-F238E27FC236}">
                    <a16:creationId xmlns:a16="http://schemas.microsoft.com/office/drawing/2014/main" id="{52AA5297-709E-B5F7-4BDE-6F6B5C8E1BE9}"/>
                  </a:ext>
                </a:extLst>
              </p:cNvPr>
              <p:cNvSpPr/>
              <p:nvPr/>
            </p:nvSpPr>
            <p:spPr>
              <a:xfrm>
                <a:off x="9409526" y="5011056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80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7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5" y="4942"/>
                      <a:pt x="6580" y="4135"/>
                      <a:pt x="6580" y="3293"/>
                    </a:cubicBezTo>
                    <a:cubicBezTo>
                      <a:pt x="6580" y="2452"/>
                      <a:pt x="6245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1" y="1645"/>
                      <a:pt x="237" y="2452"/>
                      <a:pt x="237" y="3293"/>
                    </a:cubicBezTo>
                    <a:cubicBezTo>
                      <a:pt x="237" y="4135"/>
                      <a:pt x="571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82" name="Freeform: Shape 9181">
                <a:extLst>
                  <a:ext uri="{FF2B5EF4-FFF2-40B4-BE49-F238E27FC236}">
                    <a16:creationId xmlns:a16="http://schemas.microsoft.com/office/drawing/2014/main" id="{A0C6DB36-DB12-5D05-91F6-AEAF97BE3837}"/>
                  </a:ext>
                </a:extLst>
              </p:cNvPr>
              <p:cNvSpPr/>
              <p:nvPr/>
            </p:nvSpPr>
            <p:spPr>
              <a:xfrm>
                <a:off x="9411349" y="5011596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80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6 w 6343"/>
                  <a:gd name="connsiteY5" fmla="*/ 1050 h 6345"/>
                  <a:gd name="connsiteX6" fmla="*/ 237 w 6343"/>
                  <a:gd name="connsiteY6" fmla="*/ 3293 h 6345"/>
                  <a:gd name="connsiteX7" fmla="*/ 1166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6" y="4942"/>
                      <a:pt x="6580" y="4135"/>
                      <a:pt x="6580" y="3293"/>
                    </a:cubicBezTo>
                    <a:cubicBezTo>
                      <a:pt x="6580" y="2452"/>
                      <a:pt x="6246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6" y="1050"/>
                    </a:cubicBezTo>
                    <a:cubicBezTo>
                      <a:pt x="571" y="1645"/>
                      <a:pt x="237" y="2452"/>
                      <a:pt x="237" y="3293"/>
                    </a:cubicBezTo>
                    <a:cubicBezTo>
                      <a:pt x="237" y="4135"/>
                      <a:pt x="571" y="4942"/>
                      <a:pt x="1166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83" name="Freeform: Shape 9182">
                <a:extLst>
                  <a:ext uri="{FF2B5EF4-FFF2-40B4-BE49-F238E27FC236}">
                    <a16:creationId xmlns:a16="http://schemas.microsoft.com/office/drawing/2014/main" id="{A05D3BFE-930C-B44C-BA98-F22081726A47}"/>
                  </a:ext>
                </a:extLst>
              </p:cNvPr>
              <p:cNvSpPr/>
              <p:nvPr/>
            </p:nvSpPr>
            <p:spPr>
              <a:xfrm>
                <a:off x="9413227" y="5012711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80 w 6343"/>
                  <a:gd name="connsiteY2" fmla="*/ 3294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6 w 6343"/>
                  <a:gd name="connsiteY5" fmla="*/ 1050 h 6345"/>
                  <a:gd name="connsiteX6" fmla="*/ 237 w 6343"/>
                  <a:gd name="connsiteY6" fmla="*/ 3294 h 6345"/>
                  <a:gd name="connsiteX7" fmla="*/ 1166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6" y="4942"/>
                      <a:pt x="6580" y="4135"/>
                      <a:pt x="6580" y="3294"/>
                    </a:cubicBezTo>
                    <a:cubicBezTo>
                      <a:pt x="6580" y="2452"/>
                      <a:pt x="6246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6" y="1050"/>
                    </a:cubicBezTo>
                    <a:cubicBezTo>
                      <a:pt x="571" y="1645"/>
                      <a:pt x="237" y="2452"/>
                      <a:pt x="237" y="3294"/>
                    </a:cubicBezTo>
                    <a:cubicBezTo>
                      <a:pt x="237" y="4135"/>
                      <a:pt x="571" y="4942"/>
                      <a:pt x="1166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84" name="Freeform: Shape 9183">
                <a:extLst>
                  <a:ext uri="{FF2B5EF4-FFF2-40B4-BE49-F238E27FC236}">
                    <a16:creationId xmlns:a16="http://schemas.microsoft.com/office/drawing/2014/main" id="{9D4DD35E-F560-CC21-AF12-3624F663041C}"/>
                  </a:ext>
                </a:extLst>
              </p:cNvPr>
              <p:cNvSpPr/>
              <p:nvPr/>
            </p:nvSpPr>
            <p:spPr>
              <a:xfrm>
                <a:off x="9431047" y="5166864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85" name="Freeform: Shape 9184">
                <a:extLst>
                  <a:ext uri="{FF2B5EF4-FFF2-40B4-BE49-F238E27FC236}">
                    <a16:creationId xmlns:a16="http://schemas.microsoft.com/office/drawing/2014/main" id="{1CF3FD13-64D8-805E-AF55-17A145630886}"/>
                  </a:ext>
                </a:extLst>
              </p:cNvPr>
              <p:cNvSpPr/>
              <p:nvPr/>
            </p:nvSpPr>
            <p:spPr>
              <a:xfrm>
                <a:off x="9432711" y="5167836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1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8" y="2464"/>
                      <a:pt x="238" y="3306"/>
                    </a:cubicBezTo>
                    <a:cubicBezTo>
                      <a:pt x="238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86" name="Freeform: Shape 9185">
                <a:extLst>
                  <a:ext uri="{FF2B5EF4-FFF2-40B4-BE49-F238E27FC236}">
                    <a16:creationId xmlns:a16="http://schemas.microsoft.com/office/drawing/2014/main" id="{790C610E-C99B-7665-6DB9-AA30ED062130}"/>
                  </a:ext>
                </a:extLst>
              </p:cNvPr>
              <p:cNvSpPr/>
              <p:nvPr/>
            </p:nvSpPr>
            <p:spPr>
              <a:xfrm>
                <a:off x="9440877" y="5005858"/>
                <a:ext cx="6343" cy="6345"/>
              </a:xfrm>
              <a:custGeom>
                <a:avLst/>
                <a:gdLst>
                  <a:gd name="connsiteX0" fmla="*/ 3411 w 6343"/>
                  <a:gd name="connsiteY0" fmla="*/ 6466 h 6345"/>
                  <a:gd name="connsiteX1" fmla="*/ 5653 w 6343"/>
                  <a:gd name="connsiteY1" fmla="*/ 5536 h 6345"/>
                  <a:gd name="connsiteX2" fmla="*/ 6582 w 6343"/>
                  <a:gd name="connsiteY2" fmla="*/ 3293 h 6345"/>
                  <a:gd name="connsiteX3" fmla="*/ 5653 w 6343"/>
                  <a:gd name="connsiteY3" fmla="*/ 1050 h 6345"/>
                  <a:gd name="connsiteX4" fmla="*/ 3411 w 6343"/>
                  <a:gd name="connsiteY4" fmla="*/ 120 h 6345"/>
                  <a:gd name="connsiteX5" fmla="*/ 1168 w 6343"/>
                  <a:gd name="connsiteY5" fmla="*/ 1050 h 6345"/>
                  <a:gd name="connsiteX6" fmla="*/ 239 w 6343"/>
                  <a:gd name="connsiteY6" fmla="*/ 3293 h 6345"/>
                  <a:gd name="connsiteX7" fmla="*/ 1168 w 6343"/>
                  <a:gd name="connsiteY7" fmla="*/ 5536 h 6345"/>
                  <a:gd name="connsiteX8" fmla="*/ 341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66"/>
                    </a:moveTo>
                    <a:cubicBezTo>
                      <a:pt x="4252" y="6466"/>
                      <a:pt x="5058" y="6131"/>
                      <a:pt x="5653" y="5536"/>
                    </a:cubicBezTo>
                    <a:cubicBezTo>
                      <a:pt x="6248" y="4941"/>
                      <a:pt x="6582" y="4134"/>
                      <a:pt x="6582" y="3293"/>
                    </a:cubicBezTo>
                    <a:cubicBezTo>
                      <a:pt x="6582" y="2452"/>
                      <a:pt x="6248" y="1645"/>
                      <a:pt x="5653" y="1050"/>
                    </a:cubicBezTo>
                    <a:cubicBezTo>
                      <a:pt x="5058" y="455"/>
                      <a:pt x="4252" y="120"/>
                      <a:pt x="3411" y="120"/>
                    </a:cubicBezTo>
                    <a:cubicBezTo>
                      <a:pt x="2569" y="120"/>
                      <a:pt x="1763" y="455"/>
                      <a:pt x="1168" y="1050"/>
                    </a:cubicBezTo>
                    <a:cubicBezTo>
                      <a:pt x="573" y="1645"/>
                      <a:pt x="239" y="2452"/>
                      <a:pt x="239" y="3293"/>
                    </a:cubicBezTo>
                    <a:cubicBezTo>
                      <a:pt x="239" y="4134"/>
                      <a:pt x="573" y="4941"/>
                      <a:pt x="1168" y="5536"/>
                    </a:cubicBezTo>
                    <a:cubicBezTo>
                      <a:pt x="1763" y="6131"/>
                      <a:pt x="2569" y="6466"/>
                      <a:pt x="341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87" name="Freeform: Shape 9186">
                <a:extLst>
                  <a:ext uri="{FF2B5EF4-FFF2-40B4-BE49-F238E27FC236}">
                    <a16:creationId xmlns:a16="http://schemas.microsoft.com/office/drawing/2014/main" id="{93F9CECE-E939-2AD0-47D1-23810B08B63E}"/>
                  </a:ext>
                </a:extLst>
              </p:cNvPr>
              <p:cNvSpPr/>
              <p:nvPr/>
            </p:nvSpPr>
            <p:spPr>
              <a:xfrm>
                <a:off x="9447942" y="5006236"/>
                <a:ext cx="6343" cy="6345"/>
              </a:xfrm>
              <a:custGeom>
                <a:avLst/>
                <a:gdLst>
                  <a:gd name="connsiteX0" fmla="*/ 3411 w 6343"/>
                  <a:gd name="connsiteY0" fmla="*/ 6466 h 6345"/>
                  <a:gd name="connsiteX1" fmla="*/ 5654 w 6343"/>
                  <a:gd name="connsiteY1" fmla="*/ 5536 h 6345"/>
                  <a:gd name="connsiteX2" fmla="*/ 6583 w 6343"/>
                  <a:gd name="connsiteY2" fmla="*/ 3293 h 6345"/>
                  <a:gd name="connsiteX3" fmla="*/ 5654 w 6343"/>
                  <a:gd name="connsiteY3" fmla="*/ 1050 h 6345"/>
                  <a:gd name="connsiteX4" fmla="*/ 3411 w 6343"/>
                  <a:gd name="connsiteY4" fmla="*/ 120 h 6345"/>
                  <a:gd name="connsiteX5" fmla="*/ 1168 w 6343"/>
                  <a:gd name="connsiteY5" fmla="*/ 1050 h 6345"/>
                  <a:gd name="connsiteX6" fmla="*/ 240 w 6343"/>
                  <a:gd name="connsiteY6" fmla="*/ 3293 h 6345"/>
                  <a:gd name="connsiteX7" fmla="*/ 1168 w 6343"/>
                  <a:gd name="connsiteY7" fmla="*/ 5536 h 6345"/>
                  <a:gd name="connsiteX8" fmla="*/ 341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66"/>
                    </a:moveTo>
                    <a:cubicBezTo>
                      <a:pt x="4252" y="6466"/>
                      <a:pt x="5059" y="6131"/>
                      <a:pt x="5654" y="5536"/>
                    </a:cubicBezTo>
                    <a:cubicBezTo>
                      <a:pt x="6248" y="4941"/>
                      <a:pt x="6583" y="4134"/>
                      <a:pt x="6583" y="3293"/>
                    </a:cubicBezTo>
                    <a:cubicBezTo>
                      <a:pt x="6583" y="2452"/>
                      <a:pt x="6248" y="1645"/>
                      <a:pt x="5654" y="1050"/>
                    </a:cubicBezTo>
                    <a:cubicBezTo>
                      <a:pt x="5059" y="455"/>
                      <a:pt x="4252" y="120"/>
                      <a:pt x="3411" y="120"/>
                    </a:cubicBezTo>
                    <a:cubicBezTo>
                      <a:pt x="2570" y="120"/>
                      <a:pt x="1763" y="455"/>
                      <a:pt x="1168" y="1050"/>
                    </a:cubicBezTo>
                    <a:cubicBezTo>
                      <a:pt x="574" y="1645"/>
                      <a:pt x="240" y="2452"/>
                      <a:pt x="240" y="3293"/>
                    </a:cubicBezTo>
                    <a:cubicBezTo>
                      <a:pt x="240" y="4134"/>
                      <a:pt x="574" y="4941"/>
                      <a:pt x="1168" y="5536"/>
                    </a:cubicBezTo>
                    <a:cubicBezTo>
                      <a:pt x="1763" y="6131"/>
                      <a:pt x="2570" y="6466"/>
                      <a:pt x="341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88" name="Freeform: Shape 9187">
                <a:extLst>
                  <a:ext uri="{FF2B5EF4-FFF2-40B4-BE49-F238E27FC236}">
                    <a16:creationId xmlns:a16="http://schemas.microsoft.com/office/drawing/2014/main" id="{2F199817-843D-E786-B42B-361BC6019D93}"/>
                  </a:ext>
                </a:extLst>
              </p:cNvPr>
              <p:cNvSpPr/>
              <p:nvPr/>
            </p:nvSpPr>
            <p:spPr>
              <a:xfrm>
                <a:off x="9453229" y="5006601"/>
                <a:ext cx="6343" cy="6345"/>
              </a:xfrm>
              <a:custGeom>
                <a:avLst/>
                <a:gdLst>
                  <a:gd name="connsiteX0" fmla="*/ 3412 w 6343"/>
                  <a:gd name="connsiteY0" fmla="*/ 6466 h 6345"/>
                  <a:gd name="connsiteX1" fmla="*/ 5654 w 6343"/>
                  <a:gd name="connsiteY1" fmla="*/ 5536 h 6345"/>
                  <a:gd name="connsiteX2" fmla="*/ 6583 w 6343"/>
                  <a:gd name="connsiteY2" fmla="*/ 3293 h 6345"/>
                  <a:gd name="connsiteX3" fmla="*/ 5654 w 6343"/>
                  <a:gd name="connsiteY3" fmla="*/ 1050 h 6345"/>
                  <a:gd name="connsiteX4" fmla="*/ 3412 w 6343"/>
                  <a:gd name="connsiteY4" fmla="*/ 120 h 6345"/>
                  <a:gd name="connsiteX5" fmla="*/ 1169 w 6343"/>
                  <a:gd name="connsiteY5" fmla="*/ 1050 h 6345"/>
                  <a:gd name="connsiteX6" fmla="*/ 240 w 6343"/>
                  <a:gd name="connsiteY6" fmla="*/ 3293 h 6345"/>
                  <a:gd name="connsiteX7" fmla="*/ 1169 w 6343"/>
                  <a:gd name="connsiteY7" fmla="*/ 5536 h 6345"/>
                  <a:gd name="connsiteX8" fmla="*/ 3412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6"/>
                    </a:moveTo>
                    <a:cubicBezTo>
                      <a:pt x="4253" y="6466"/>
                      <a:pt x="5059" y="6131"/>
                      <a:pt x="5654" y="5536"/>
                    </a:cubicBezTo>
                    <a:cubicBezTo>
                      <a:pt x="6249" y="4942"/>
                      <a:pt x="6583" y="4134"/>
                      <a:pt x="6583" y="3293"/>
                    </a:cubicBezTo>
                    <a:cubicBezTo>
                      <a:pt x="6583" y="2452"/>
                      <a:pt x="6249" y="1645"/>
                      <a:pt x="5654" y="1050"/>
                    </a:cubicBezTo>
                    <a:cubicBezTo>
                      <a:pt x="5059" y="455"/>
                      <a:pt x="4253" y="120"/>
                      <a:pt x="3412" y="120"/>
                    </a:cubicBezTo>
                    <a:cubicBezTo>
                      <a:pt x="2570" y="120"/>
                      <a:pt x="1764" y="455"/>
                      <a:pt x="1169" y="1050"/>
                    </a:cubicBezTo>
                    <a:cubicBezTo>
                      <a:pt x="574" y="1645"/>
                      <a:pt x="240" y="2452"/>
                      <a:pt x="240" y="3293"/>
                    </a:cubicBezTo>
                    <a:cubicBezTo>
                      <a:pt x="240" y="4134"/>
                      <a:pt x="574" y="4942"/>
                      <a:pt x="1169" y="5536"/>
                    </a:cubicBezTo>
                    <a:cubicBezTo>
                      <a:pt x="1764" y="6131"/>
                      <a:pt x="2570" y="6466"/>
                      <a:pt x="3412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89" name="Freeform: Shape 9188">
                <a:extLst>
                  <a:ext uri="{FF2B5EF4-FFF2-40B4-BE49-F238E27FC236}">
                    <a16:creationId xmlns:a16="http://schemas.microsoft.com/office/drawing/2014/main" id="{E08B4248-1FD5-1080-96FF-203E10E8E063}"/>
                  </a:ext>
                </a:extLst>
              </p:cNvPr>
              <p:cNvSpPr/>
              <p:nvPr/>
            </p:nvSpPr>
            <p:spPr>
              <a:xfrm>
                <a:off x="9465175" y="5012386"/>
                <a:ext cx="6343" cy="6345"/>
              </a:xfrm>
              <a:custGeom>
                <a:avLst/>
                <a:gdLst>
                  <a:gd name="connsiteX0" fmla="*/ 3412 w 6343"/>
                  <a:gd name="connsiteY0" fmla="*/ 6466 h 6345"/>
                  <a:gd name="connsiteX1" fmla="*/ 5655 w 6343"/>
                  <a:gd name="connsiteY1" fmla="*/ 5537 h 6345"/>
                  <a:gd name="connsiteX2" fmla="*/ 6584 w 6343"/>
                  <a:gd name="connsiteY2" fmla="*/ 3293 h 6345"/>
                  <a:gd name="connsiteX3" fmla="*/ 5655 w 6343"/>
                  <a:gd name="connsiteY3" fmla="*/ 1050 h 6345"/>
                  <a:gd name="connsiteX4" fmla="*/ 3412 w 6343"/>
                  <a:gd name="connsiteY4" fmla="*/ 121 h 6345"/>
                  <a:gd name="connsiteX5" fmla="*/ 1170 w 6343"/>
                  <a:gd name="connsiteY5" fmla="*/ 1050 h 6345"/>
                  <a:gd name="connsiteX6" fmla="*/ 241 w 6343"/>
                  <a:gd name="connsiteY6" fmla="*/ 3293 h 6345"/>
                  <a:gd name="connsiteX7" fmla="*/ 1170 w 6343"/>
                  <a:gd name="connsiteY7" fmla="*/ 5537 h 6345"/>
                  <a:gd name="connsiteX8" fmla="*/ 3412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6"/>
                    </a:moveTo>
                    <a:cubicBezTo>
                      <a:pt x="4254" y="6466"/>
                      <a:pt x="5060" y="6132"/>
                      <a:pt x="5655" y="5537"/>
                    </a:cubicBezTo>
                    <a:cubicBezTo>
                      <a:pt x="6250" y="4942"/>
                      <a:pt x="6584" y="4135"/>
                      <a:pt x="6584" y="3293"/>
                    </a:cubicBezTo>
                    <a:cubicBezTo>
                      <a:pt x="6584" y="2452"/>
                      <a:pt x="6250" y="1645"/>
                      <a:pt x="5655" y="1050"/>
                    </a:cubicBezTo>
                    <a:cubicBezTo>
                      <a:pt x="5060" y="455"/>
                      <a:pt x="4254" y="121"/>
                      <a:pt x="3412" y="121"/>
                    </a:cubicBezTo>
                    <a:cubicBezTo>
                      <a:pt x="2571" y="121"/>
                      <a:pt x="1765" y="455"/>
                      <a:pt x="1170" y="1050"/>
                    </a:cubicBezTo>
                    <a:cubicBezTo>
                      <a:pt x="575" y="1645"/>
                      <a:pt x="241" y="2452"/>
                      <a:pt x="241" y="3293"/>
                    </a:cubicBezTo>
                    <a:cubicBezTo>
                      <a:pt x="241" y="4135"/>
                      <a:pt x="575" y="4942"/>
                      <a:pt x="1170" y="5537"/>
                    </a:cubicBezTo>
                    <a:cubicBezTo>
                      <a:pt x="1765" y="6132"/>
                      <a:pt x="2571" y="6466"/>
                      <a:pt x="3412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90" name="Freeform: Shape 9189">
                <a:extLst>
                  <a:ext uri="{FF2B5EF4-FFF2-40B4-BE49-F238E27FC236}">
                    <a16:creationId xmlns:a16="http://schemas.microsoft.com/office/drawing/2014/main" id="{8D905E0F-C9B6-C11C-9FEF-9A5CEC8D5DD7}"/>
                  </a:ext>
                </a:extLst>
              </p:cNvPr>
              <p:cNvSpPr/>
              <p:nvPr/>
            </p:nvSpPr>
            <p:spPr>
              <a:xfrm>
                <a:off x="9468645" y="5012475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5 w 6343"/>
                  <a:gd name="connsiteY1" fmla="*/ 5537 h 6345"/>
                  <a:gd name="connsiteX2" fmla="*/ 6584 w 6343"/>
                  <a:gd name="connsiteY2" fmla="*/ 3294 h 6345"/>
                  <a:gd name="connsiteX3" fmla="*/ 5655 w 6343"/>
                  <a:gd name="connsiteY3" fmla="*/ 1050 h 6345"/>
                  <a:gd name="connsiteX4" fmla="*/ 3413 w 6343"/>
                  <a:gd name="connsiteY4" fmla="*/ 121 h 6345"/>
                  <a:gd name="connsiteX5" fmla="*/ 1170 w 6343"/>
                  <a:gd name="connsiteY5" fmla="*/ 1050 h 6345"/>
                  <a:gd name="connsiteX6" fmla="*/ 241 w 6343"/>
                  <a:gd name="connsiteY6" fmla="*/ 3294 h 6345"/>
                  <a:gd name="connsiteX7" fmla="*/ 1170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4" y="6466"/>
                      <a:pt x="5061" y="6132"/>
                      <a:pt x="5655" y="5537"/>
                    </a:cubicBezTo>
                    <a:cubicBezTo>
                      <a:pt x="6250" y="4942"/>
                      <a:pt x="6584" y="4135"/>
                      <a:pt x="6584" y="3294"/>
                    </a:cubicBezTo>
                    <a:cubicBezTo>
                      <a:pt x="6584" y="2452"/>
                      <a:pt x="6250" y="1645"/>
                      <a:pt x="5655" y="1050"/>
                    </a:cubicBezTo>
                    <a:cubicBezTo>
                      <a:pt x="5061" y="455"/>
                      <a:pt x="4254" y="121"/>
                      <a:pt x="3413" y="121"/>
                    </a:cubicBezTo>
                    <a:cubicBezTo>
                      <a:pt x="2572" y="121"/>
                      <a:pt x="1765" y="455"/>
                      <a:pt x="1170" y="1050"/>
                    </a:cubicBezTo>
                    <a:cubicBezTo>
                      <a:pt x="575" y="1645"/>
                      <a:pt x="241" y="2452"/>
                      <a:pt x="241" y="3294"/>
                    </a:cubicBezTo>
                    <a:cubicBezTo>
                      <a:pt x="241" y="4135"/>
                      <a:pt x="575" y="4942"/>
                      <a:pt x="1170" y="5537"/>
                    </a:cubicBezTo>
                    <a:cubicBezTo>
                      <a:pt x="1765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91" name="Freeform: Shape 9190">
                <a:extLst>
                  <a:ext uri="{FF2B5EF4-FFF2-40B4-BE49-F238E27FC236}">
                    <a16:creationId xmlns:a16="http://schemas.microsoft.com/office/drawing/2014/main" id="{73B742AB-E41D-DD37-4FA5-9D8718FA6F7E}"/>
                  </a:ext>
                </a:extLst>
              </p:cNvPr>
              <p:cNvSpPr/>
              <p:nvPr/>
            </p:nvSpPr>
            <p:spPr>
              <a:xfrm>
                <a:off x="9470394" y="5012379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6 w 6343"/>
                  <a:gd name="connsiteY1" fmla="*/ 5537 h 6345"/>
                  <a:gd name="connsiteX2" fmla="*/ 6584 w 6343"/>
                  <a:gd name="connsiteY2" fmla="*/ 3293 h 6345"/>
                  <a:gd name="connsiteX3" fmla="*/ 5656 w 6343"/>
                  <a:gd name="connsiteY3" fmla="*/ 1050 h 6345"/>
                  <a:gd name="connsiteX4" fmla="*/ 3413 w 6343"/>
                  <a:gd name="connsiteY4" fmla="*/ 121 h 6345"/>
                  <a:gd name="connsiteX5" fmla="*/ 1170 w 6343"/>
                  <a:gd name="connsiteY5" fmla="*/ 1050 h 6345"/>
                  <a:gd name="connsiteX6" fmla="*/ 241 w 6343"/>
                  <a:gd name="connsiteY6" fmla="*/ 3293 h 6345"/>
                  <a:gd name="connsiteX7" fmla="*/ 1170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4" y="6466"/>
                      <a:pt x="5061" y="6132"/>
                      <a:pt x="5656" y="5537"/>
                    </a:cubicBezTo>
                    <a:cubicBezTo>
                      <a:pt x="6250" y="4942"/>
                      <a:pt x="6584" y="4135"/>
                      <a:pt x="6584" y="3293"/>
                    </a:cubicBezTo>
                    <a:cubicBezTo>
                      <a:pt x="6584" y="2452"/>
                      <a:pt x="6250" y="1645"/>
                      <a:pt x="5656" y="1050"/>
                    </a:cubicBezTo>
                    <a:cubicBezTo>
                      <a:pt x="5061" y="455"/>
                      <a:pt x="4254" y="121"/>
                      <a:pt x="3413" y="121"/>
                    </a:cubicBezTo>
                    <a:cubicBezTo>
                      <a:pt x="2572" y="121"/>
                      <a:pt x="1765" y="455"/>
                      <a:pt x="1170" y="1050"/>
                    </a:cubicBezTo>
                    <a:cubicBezTo>
                      <a:pt x="575" y="1645"/>
                      <a:pt x="241" y="2452"/>
                      <a:pt x="241" y="3293"/>
                    </a:cubicBezTo>
                    <a:cubicBezTo>
                      <a:pt x="241" y="4135"/>
                      <a:pt x="575" y="4942"/>
                      <a:pt x="1170" y="5537"/>
                    </a:cubicBezTo>
                    <a:cubicBezTo>
                      <a:pt x="1765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92" name="Freeform: Shape 9191">
                <a:extLst>
                  <a:ext uri="{FF2B5EF4-FFF2-40B4-BE49-F238E27FC236}">
                    <a16:creationId xmlns:a16="http://schemas.microsoft.com/office/drawing/2014/main" id="{CCC5FDCF-4BCC-B570-0DC9-921D33CC9AD2}"/>
                  </a:ext>
                </a:extLst>
              </p:cNvPr>
              <p:cNvSpPr/>
              <p:nvPr/>
            </p:nvSpPr>
            <p:spPr>
              <a:xfrm>
                <a:off x="9472127" y="5012481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6 w 6343"/>
                  <a:gd name="connsiteY1" fmla="*/ 5537 h 6345"/>
                  <a:gd name="connsiteX2" fmla="*/ 6585 w 6343"/>
                  <a:gd name="connsiteY2" fmla="*/ 3294 h 6345"/>
                  <a:gd name="connsiteX3" fmla="*/ 5656 w 6343"/>
                  <a:gd name="connsiteY3" fmla="*/ 1050 h 6345"/>
                  <a:gd name="connsiteX4" fmla="*/ 3413 w 6343"/>
                  <a:gd name="connsiteY4" fmla="*/ 121 h 6345"/>
                  <a:gd name="connsiteX5" fmla="*/ 1170 w 6343"/>
                  <a:gd name="connsiteY5" fmla="*/ 1050 h 6345"/>
                  <a:gd name="connsiteX6" fmla="*/ 241 w 6343"/>
                  <a:gd name="connsiteY6" fmla="*/ 3294 h 6345"/>
                  <a:gd name="connsiteX7" fmla="*/ 1170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4" y="6466"/>
                      <a:pt x="5061" y="6132"/>
                      <a:pt x="5656" y="5537"/>
                    </a:cubicBezTo>
                    <a:cubicBezTo>
                      <a:pt x="6250" y="4942"/>
                      <a:pt x="6585" y="4135"/>
                      <a:pt x="6585" y="3294"/>
                    </a:cubicBezTo>
                    <a:cubicBezTo>
                      <a:pt x="6585" y="2452"/>
                      <a:pt x="6250" y="1645"/>
                      <a:pt x="5656" y="1050"/>
                    </a:cubicBezTo>
                    <a:cubicBezTo>
                      <a:pt x="5061" y="455"/>
                      <a:pt x="4254" y="121"/>
                      <a:pt x="3413" y="121"/>
                    </a:cubicBezTo>
                    <a:cubicBezTo>
                      <a:pt x="2572" y="121"/>
                      <a:pt x="1765" y="455"/>
                      <a:pt x="1170" y="1050"/>
                    </a:cubicBezTo>
                    <a:cubicBezTo>
                      <a:pt x="576" y="1645"/>
                      <a:pt x="241" y="2452"/>
                      <a:pt x="241" y="3294"/>
                    </a:cubicBezTo>
                    <a:cubicBezTo>
                      <a:pt x="241" y="4135"/>
                      <a:pt x="576" y="4942"/>
                      <a:pt x="1170" y="5537"/>
                    </a:cubicBezTo>
                    <a:cubicBezTo>
                      <a:pt x="1765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93" name="Freeform: Shape 9192">
                <a:extLst>
                  <a:ext uri="{FF2B5EF4-FFF2-40B4-BE49-F238E27FC236}">
                    <a16:creationId xmlns:a16="http://schemas.microsoft.com/office/drawing/2014/main" id="{659ED9B2-185C-98A2-73CA-CE4A1365C19A}"/>
                  </a:ext>
                </a:extLst>
              </p:cNvPr>
              <p:cNvSpPr/>
              <p:nvPr/>
            </p:nvSpPr>
            <p:spPr>
              <a:xfrm>
                <a:off x="9473906" y="5012157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6 w 6343"/>
                  <a:gd name="connsiteY1" fmla="*/ 5537 h 6345"/>
                  <a:gd name="connsiteX2" fmla="*/ 6585 w 6343"/>
                  <a:gd name="connsiteY2" fmla="*/ 3293 h 6345"/>
                  <a:gd name="connsiteX3" fmla="*/ 5656 w 6343"/>
                  <a:gd name="connsiteY3" fmla="*/ 1050 h 6345"/>
                  <a:gd name="connsiteX4" fmla="*/ 3413 w 6343"/>
                  <a:gd name="connsiteY4" fmla="*/ 121 h 6345"/>
                  <a:gd name="connsiteX5" fmla="*/ 1171 w 6343"/>
                  <a:gd name="connsiteY5" fmla="*/ 1050 h 6345"/>
                  <a:gd name="connsiteX6" fmla="*/ 242 w 6343"/>
                  <a:gd name="connsiteY6" fmla="*/ 3293 h 6345"/>
                  <a:gd name="connsiteX7" fmla="*/ 1171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4" y="6466"/>
                      <a:pt x="5061" y="6132"/>
                      <a:pt x="5656" y="5537"/>
                    </a:cubicBezTo>
                    <a:cubicBezTo>
                      <a:pt x="6251" y="4942"/>
                      <a:pt x="6585" y="4135"/>
                      <a:pt x="6585" y="3293"/>
                    </a:cubicBezTo>
                    <a:cubicBezTo>
                      <a:pt x="6585" y="2452"/>
                      <a:pt x="6251" y="1645"/>
                      <a:pt x="5656" y="1050"/>
                    </a:cubicBezTo>
                    <a:cubicBezTo>
                      <a:pt x="5061" y="455"/>
                      <a:pt x="4254" y="121"/>
                      <a:pt x="3413" y="121"/>
                    </a:cubicBezTo>
                    <a:cubicBezTo>
                      <a:pt x="2572" y="121"/>
                      <a:pt x="1765" y="455"/>
                      <a:pt x="1171" y="1050"/>
                    </a:cubicBezTo>
                    <a:cubicBezTo>
                      <a:pt x="576" y="1645"/>
                      <a:pt x="242" y="2452"/>
                      <a:pt x="242" y="3293"/>
                    </a:cubicBezTo>
                    <a:cubicBezTo>
                      <a:pt x="242" y="4135"/>
                      <a:pt x="576" y="4942"/>
                      <a:pt x="1171" y="5537"/>
                    </a:cubicBezTo>
                    <a:cubicBezTo>
                      <a:pt x="1765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94" name="Freeform: Shape 9193">
                <a:extLst>
                  <a:ext uri="{FF2B5EF4-FFF2-40B4-BE49-F238E27FC236}">
                    <a16:creationId xmlns:a16="http://schemas.microsoft.com/office/drawing/2014/main" id="{7F1B1188-12FF-10F2-9D32-0ADBF287CD18}"/>
                  </a:ext>
                </a:extLst>
              </p:cNvPr>
              <p:cNvSpPr/>
              <p:nvPr/>
            </p:nvSpPr>
            <p:spPr>
              <a:xfrm>
                <a:off x="9475676" y="5011968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6 w 6343"/>
                  <a:gd name="connsiteY1" fmla="*/ 5537 h 6345"/>
                  <a:gd name="connsiteX2" fmla="*/ 6585 w 6343"/>
                  <a:gd name="connsiteY2" fmla="*/ 3293 h 6345"/>
                  <a:gd name="connsiteX3" fmla="*/ 5656 w 6343"/>
                  <a:gd name="connsiteY3" fmla="*/ 1050 h 6345"/>
                  <a:gd name="connsiteX4" fmla="*/ 3413 w 6343"/>
                  <a:gd name="connsiteY4" fmla="*/ 121 h 6345"/>
                  <a:gd name="connsiteX5" fmla="*/ 1171 w 6343"/>
                  <a:gd name="connsiteY5" fmla="*/ 1050 h 6345"/>
                  <a:gd name="connsiteX6" fmla="*/ 242 w 6343"/>
                  <a:gd name="connsiteY6" fmla="*/ 3293 h 6345"/>
                  <a:gd name="connsiteX7" fmla="*/ 1171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4" y="6466"/>
                      <a:pt x="5061" y="6132"/>
                      <a:pt x="5656" y="5537"/>
                    </a:cubicBezTo>
                    <a:cubicBezTo>
                      <a:pt x="6251" y="4942"/>
                      <a:pt x="6585" y="4135"/>
                      <a:pt x="6585" y="3293"/>
                    </a:cubicBezTo>
                    <a:cubicBezTo>
                      <a:pt x="6585" y="2452"/>
                      <a:pt x="6251" y="1645"/>
                      <a:pt x="5656" y="1050"/>
                    </a:cubicBezTo>
                    <a:cubicBezTo>
                      <a:pt x="5061" y="455"/>
                      <a:pt x="4254" y="121"/>
                      <a:pt x="3413" y="121"/>
                    </a:cubicBezTo>
                    <a:cubicBezTo>
                      <a:pt x="2572" y="121"/>
                      <a:pt x="1765" y="455"/>
                      <a:pt x="1171" y="1050"/>
                    </a:cubicBezTo>
                    <a:cubicBezTo>
                      <a:pt x="576" y="1645"/>
                      <a:pt x="242" y="2452"/>
                      <a:pt x="242" y="3293"/>
                    </a:cubicBezTo>
                    <a:cubicBezTo>
                      <a:pt x="242" y="4135"/>
                      <a:pt x="576" y="4942"/>
                      <a:pt x="1171" y="5537"/>
                    </a:cubicBezTo>
                    <a:cubicBezTo>
                      <a:pt x="1765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95" name="Freeform: Shape 9194">
                <a:extLst>
                  <a:ext uri="{FF2B5EF4-FFF2-40B4-BE49-F238E27FC236}">
                    <a16:creationId xmlns:a16="http://schemas.microsoft.com/office/drawing/2014/main" id="{9B02FAB5-7E19-115F-16CB-ABFBADCDD26F}"/>
                  </a:ext>
                </a:extLst>
              </p:cNvPr>
              <p:cNvSpPr/>
              <p:nvPr/>
            </p:nvSpPr>
            <p:spPr>
              <a:xfrm>
                <a:off x="9477347" y="5012665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6 w 6343"/>
                  <a:gd name="connsiteY1" fmla="*/ 5537 h 6345"/>
                  <a:gd name="connsiteX2" fmla="*/ 6585 w 6343"/>
                  <a:gd name="connsiteY2" fmla="*/ 3294 h 6345"/>
                  <a:gd name="connsiteX3" fmla="*/ 5656 w 6343"/>
                  <a:gd name="connsiteY3" fmla="*/ 1050 h 6345"/>
                  <a:gd name="connsiteX4" fmla="*/ 3413 w 6343"/>
                  <a:gd name="connsiteY4" fmla="*/ 121 h 6345"/>
                  <a:gd name="connsiteX5" fmla="*/ 1171 w 6343"/>
                  <a:gd name="connsiteY5" fmla="*/ 1050 h 6345"/>
                  <a:gd name="connsiteX6" fmla="*/ 242 w 6343"/>
                  <a:gd name="connsiteY6" fmla="*/ 3294 h 6345"/>
                  <a:gd name="connsiteX7" fmla="*/ 1171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5" y="6466"/>
                      <a:pt x="5061" y="6132"/>
                      <a:pt x="5656" y="5537"/>
                    </a:cubicBezTo>
                    <a:cubicBezTo>
                      <a:pt x="6251" y="4942"/>
                      <a:pt x="6585" y="4135"/>
                      <a:pt x="6585" y="3294"/>
                    </a:cubicBezTo>
                    <a:cubicBezTo>
                      <a:pt x="6585" y="2452"/>
                      <a:pt x="6251" y="1645"/>
                      <a:pt x="5656" y="1050"/>
                    </a:cubicBezTo>
                    <a:cubicBezTo>
                      <a:pt x="5061" y="455"/>
                      <a:pt x="4255" y="121"/>
                      <a:pt x="3413" y="121"/>
                    </a:cubicBezTo>
                    <a:cubicBezTo>
                      <a:pt x="2572" y="121"/>
                      <a:pt x="1766" y="455"/>
                      <a:pt x="1171" y="1050"/>
                    </a:cubicBezTo>
                    <a:cubicBezTo>
                      <a:pt x="576" y="1645"/>
                      <a:pt x="242" y="2452"/>
                      <a:pt x="242" y="3294"/>
                    </a:cubicBezTo>
                    <a:cubicBezTo>
                      <a:pt x="242" y="4135"/>
                      <a:pt x="576" y="4942"/>
                      <a:pt x="1171" y="5537"/>
                    </a:cubicBezTo>
                    <a:cubicBezTo>
                      <a:pt x="1766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96" name="Freeform: Shape 9195">
                <a:extLst>
                  <a:ext uri="{FF2B5EF4-FFF2-40B4-BE49-F238E27FC236}">
                    <a16:creationId xmlns:a16="http://schemas.microsoft.com/office/drawing/2014/main" id="{2ACEA2CB-C8DB-2862-BDC0-5FC77A0B741F}"/>
                  </a:ext>
                </a:extLst>
              </p:cNvPr>
              <p:cNvSpPr/>
              <p:nvPr/>
            </p:nvSpPr>
            <p:spPr>
              <a:xfrm>
                <a:off x="9479426" y="5010004"/>
                <a:ext cx="6343" cy="6345"/>
              </a:xfrm>
              <a:custGeom>
                <a:avLst/>
                <a:gdLst>
                  <a:gd name="connsiteX0" fmla="*/ 3414 w 6343"/>
                  <a:gd name="connsiteY0" fmla="*/ 6466 h 6345"/>
                  <a:gd name="connsiteX1" fmla="*/ 5656 w 6343"/>
                  <a:gd name="connsiteY1" fmla="*/ 5537 h 6345"/>
                  <a:gd name="connsiteX2" fmla="*/ 6585 w 6343"/>
                  <a:gd name="connsiteY2" fmla="*/ 3293 h 6345"/>
                  <a:gd name="connsiteX3" fmla="*/ 5656 w 6343"/>
                  <a:gd name="connsiteY3" fmla="*/ 1050 h 6345"/>
                  <a:gd name="connsiteX4" fmla="*/ 3414 w 6343"/>
                  <a:gd name="connsiteY4" fmla="*/ 121 h 6345"/>
                  <a:gd name="connsiteX5" fmla="*/ 1171 w 6343"/>
                  <a:gd name="connsiteY5" fmla="*/ 1050 h 6345"/>
                  <a:gd name="connsiteX6" fmla="*/ 242 w 6343"/>
                  <a:gd name="connsiteY6" fmla="*/ 3293 h 6345"/>
                  <a:gd name="connsiteX7" fmla="*/ 1171 w 6343"/>
                  <a:gd name="connsiteY7" fmla="*/ 5537 h 6345"/>
                  <a:gd name="connsiteX8" fmla="*/ 3414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66"/>
                    </a:moveTo>
                    <a:cubicBezTo>
                      <a:pt x="4255" y="6466"/>
                      <a:pt x="5061" y="6132"/>
                      <a:pt x="5656" y="5537"/>
                    </a:cubicBezTo>
                    <a:cubicBezTo>
                      <a:pt x="6251" y="4942"/>
                      <a:pt x="6585" y="4135"/>
                      <a:pt x="6585" y="3293"/>
                    </a:cubicBezTo>
                    <a:cubicBezTo>
                      <a:pt x="6585" y="2452"/>
                      <a:pt x="6251" y="1645"/>
                      <a:pt x="5656" y="1050"/>
                    </a:cubicBezTo>
                    <a:cubicBezTo>
                      <a:pt x="5061" y="455"/>
                      <a:pt x="4255" y="121"/>
                      <a:pt x="3414" y="121"/>
                    </a:cubicBezTo>
                    <a:cubicBezTo>
                      <a:pt x="2572" y="121"/>
                      <a:pt x="1766" y="455"/>
                      <a:pt x="1171" y="1050"/>
                    </a:cubicBezTo>
                    <a:cubicBezTo>
                      <a:pt x="576" y="1645"/>
                      <a:pt x="242" y="2452"/>
                      <a:pt x="242" y="3293"/>
                    </a:cubicBezTo>
                    <a:cubicBezTo>
                      <a:pt x="242" y="4135"/>
                      <a:pt x="576" y="4942"/>
                      <a:pt x="1171" y="5537"/>
                    </a:cubicBezTo>
                    <a:cubicBezTo>
                      <a:pt x="1766" y="6132"/>
                      <a:pt x="2572" y="6466"/>
                      <a:pt x="3414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97" name="Freeform: Shape 9196">
                <a:extLst>
                  <a:ext uri="{FF2B5EF4-FFF2-40B4-BE49-F238E27FC236}">
                    <a16:creationId xmlns:a16="http://schemas.microsoft.com/office/drawing/2014/main" id="{02B55BB7-1258-1E41-0CD3-8B93BEB91FF1}"/>
                  </a:ext>
                </a:extLst>
              </p:cNvPr>
              <p:cNvSpPr/>
              <p:nvPr/>
            </p:nvSpPr>
            <p:spPr>
              <a:xfrm>
                <a:off x="9474272" y="5167968"/>
                <a:ext cx="6343" cy="6345"/>
              </a:xfrm>
              <a:custGeom>
                <a:avLst/>
                <a:gdLst>
                  <a:gd name="connsiteX0" fmla="*/ 3413 w 6343"/>
                  <a:gd name="connsiteY0" fmla="*/ 6478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8"/>
                    </a:moveTo>
                    <a:cubicBezTo>
                      <a:pt x="4254" y="6478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8"/>
                      <a:pt x="341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98" name="Freeform: Shape 9197">
                <a:extLst>
                  <a:ext uri="{FF2B5EF4-FFF2-40B4-BE49-F238E27FC236}">
                    <a16:creationId xmlns:a16="http://schemas.microsoft.com/office/drawing/2014/main" id="{FB5E106D-714D-A36B-75D7-30620E004C52}"/>
                  </a:ext>
                </a:extLst>
              </p:cNvPr>
              <p:cNvSpPr/>
              <p:nvPr/>
            </p:nvSpPr>
            <p:spPr>
              <a:xfrm>
                <a:off x="9476727" y="5167992"/>
                <a:ext cx="6343" cy="6345"/>
              </a:xfrm>
              <a:custGeom>
                <a:avLst/>
                <a:gdLst>
                  <a:gd name="connsiteX0" fmla="*/ 3413 w 6343"/>
                  <a:gd name="connsiteY0" fmla="*/ 6478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8"/>
                    </a:moveTo>
                    <a:cubicBezTo>
                      <a:pt x="4254" y="6478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8"/>
                      <a:pt x="341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199" name="Freeform: Shape 9198">
                <a:extLst>
                  <a:ext uri="{FF2B5EF4-FFF2-40B4-BE49-F238E27FC236}">
                    <a16:creationId xmlns:a16="http://schemas.microsoft.com/office/drawing/2014/main" id="{541D3B36-B25B-5298-5D65-50E70129C209}"/>
                  </a:ext>
                </a:extLst>
              </p:cNvPr>
              <p:cNvSpPr/>
              <p:nvPr/>
            </p:nvSpPr>
            <p:spPr>
              <a:xfrm>
                <a:off x="9477596" y="5167829"/>
                <a:ext cx="6343" cy="6345"/>
              </a:xfrm>
              <a:custGeom>
                <a:avLst/>
                <a:gdLst>
                  <a:gd name="connsiteX0" fmla="*/ 3413 w 6343"/>
                  <a:gd name="connsiteY0" fmla="*/ 6478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8"/>
                    </a:moveTo>
                    <a:cubicBezTo>
                      <a:pt x="4255" y="6478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5" y="133"/>
                      <a:pt x="3413" y="133"/>
                    </a:cubicBezTo>
                    <a:cubicBezTo>
                      <a:pt x="2572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8"/>
                      <a:pt x="341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00" name="Freeform: Shape 9199">
                <a:extLst>
                  <a:ext uri="{FF2B5EF4-FFF2-40B4-BE49-F238E27FC236}">
                    <a16:creationId xmlns:a16="http://schemas.microsoft.com/office/drawing/2014/main" id="{D6649715-1025-C8A5-5E20-66699262C939}"/>
                  </a:ext>
                </a:extLst>
              </p:cNvPr>
              <p:cNvSpPr/>
              <p:nvPr/>
            </p:nvSpPr>
            <p:spPr>
              <a:xfrm>
                <a:off x="9481037" y="5170293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2"/>
                    </a:cubicBezTo>
                    <a:cubicBezTo>
                      <a:pt x="5062" y="468"/>
                      <a:pt x="4255" y="133"/>
                      <a:pt x="3414" y="133"/>
                    </a:cubicBezTo>
                    <a:cubicBezTo>
                      <a:pt x="2573" y="133"/>
                      <a:pt x="1766" y="468"/>
                      <a:pt x="1171" y="1062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01" name="Freeform: Shape 9200">
                <a:extLst>
                  <a:ext uri="{FF2B5EF4-FFF2-40B4-BE49-F238E27FC236}">
                    <a16:creationId xmlns:a16="http://schemas.microsoft.com/office/drawing/2014/main" id="{5761162E-F407-6132-1348-F1777A440406}"/>
                  </a:ext>
                </a:extLst>
              </p:cNvPr>
              <p:cNvSpPr/>
              <p:nvPr/>
            </p:nvSpPr>
            <p:spPr>
              <a:xfrm>
                <a:off x="9530316" y="5016852"/>
                <a:ext cx="6343" cy="6345"/>
              </a:xfrm>
              <a:custGeom>
                <a:avLst/>
                <a:gdLst>
                  <a:gd name="connsiteX0" fmla="*/ 3418 w 6343"/>
                  <a:gd name="connsiteY0" fmla="*/ 6467 h 6345"/>
                  <a:gd name="connsiteX1" fmla="*/ 5660 w 6343"/>
                  <a:gd name="connsiteY1" fmla="*/ 5537 h 6345"/>
                  <a:gd name="connsiteX2" fmla="*/ 6589 w 6343"/>
                  <a:gd name="connsiteY2" fmla="*/ 3294 h 6345"/>
                  <a:gd name="connsiteX3" fmla="*/ 5660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7"/>
                    </a:moveTo>
                    <a:cubicBezTo>
                      <a:pt x="4259" y="6467"/>
                      <a:pt x="5065" y="6132"/>
                      <a:pt x="5660" y="5537"/>
                    </a:cubicBezTo>
                    <a:cubicBezTo>
                      <a:pt x="6255" y="4942"/>
                      <a:pt x="6589" y="4135"/>
                      <a:pt x="6589" y="3294"/>
                    </a:cubicBezTo>
                    <a:cubicBezTo>
                      <a:pt x="6589" y="2452"/>
                      <a:pt x="6255" y="1645"/>
                      <a:pt x="5660" y="1050"/>
                    </a:cubicBezTo>
                    <a:cubicBezTo>
                      <a:pt x="5065" y="455"/>
                      <a:pt x="4259" y="121"/>
                      <a:pt x="3418" y="121"/>
                    </a:cubicBezTo>
                    <a:cubicBezTo>
                      <a:pt x="2576" y="121"/>
                      <a:pt x="1770" y="455"/>
                      <a:pt x="1175" y="1050"/>
                    </a:cubicBezTo>
                    <a:cubicBezTo>
                      <a:pt x="580" y="1645"/>
                      <a:pt x="246" y="2452"/>
                      <a:pt x="246" y="3294"/>
                    </a:cubicBezTo>
                    <a:cubicBezTo>
                      <a:pt x="246" y="4135"/>
                      <a:pt x="580" y="4942"/>
                      <a:pt x="1175" y="5537"/>
                    </a:cubicBezTo>
                    <a:cubicBezTo>
                      <a:pt x="1770" y="6132"/>
                      <a:pt x="2576" y="6467"/>
                      <a:pt x="341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02" name="Freeform: Shape 9201">
                <a:extLst>
                  <a:ext uri="{FF2B5EF4-FFF2-40B4-BE49-F238E27FC236}">
                    <a16:creationId xmlns:a16="http://schemas.microsoft.com/office/drawing/2014/main" id="{5946C0E2-1847-E720-C691-1C67BEFA04C9}"/>
                  </a:ext>
                </a:extLst>
              </p:cNvPr>
              <p:cNvSpPr/>
              <p:nvPr/>
            </p:nvSpPr>
            <p:spPr>
              <a:xfrm>
                <a:off x="9532052" y="5017265"/>
                <a:ext cx="6343" cy="6345"/>
              </a:xfrm>
              <a:custGeom>
                <a:avLst/>
                <a:gdLst>
                  <a:gd name="connsiteX0" fmla="*/ 3418 w 6343"/>
                  <a:gd name="connsiteY0" fmla="*/ 6467 h 6345"/>
                  <a:gd name="connsiteX1" fmla="*/ 5660 w 6343"/>
                  <a:gd name="connsiteY1" fmla="*/ 5537 h 6345"/>
                  <a:gd name="connsiteX2" fmla="*/ 6589 w 6343"/>
                  <a:gd name="connsiteY2" fmla="*/ 3294 h 6345"/>
                  <a:gd name="connsiteX3" fmla="*/ 5660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7"/>
                    </a:moveTo>
                    <a:cubicBezTo>
                      <a:pt x="4259" y="6467"/>
                      <a:pt x="5066" y="6132"/>
                      <a:pt x="5660" y="5537"/>
                    </a:cubicBezTo>
                    <a:cubicBezTo>
                      <a:pt x="6255" y="4942"/>
                      <a:pt x="6589" y="4135"/>
                      <a:pt x="6589" y="3294"/>
                    </a:cubicBezTo>
                    <a:cubicBezTo>
                      <a:pt x="6589" y="2452"/>
                      <a:pt x="6255" y="1645"/>
                      <a:pt x="5660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0" y="1645"/>
                      <a:pt x="246" y="2452"/>
                      <a:pt x="246" y="3294"/>
                    </a:cubicBezTo>
                    <a:cubicBezTo>
                      <a:pt x="246" y="4135"/>
                      <a:pt x="580" y="4942"/>
                      <a:pt x="1175" y="5537"/>
                    </a:cubicBezTo>
                    <a:cubicBezTo>
                      <a:pt x="1770" y="6132"/>
                      <a:pt x="2577" y="6467"/>
                      <a:pt x="341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03" name="Freeform: Shape 9202">
                <a:extLst>
                  <a:ext uri="{FF2B5EF4-FFF2-40B4-BE49-F238E27FC236}">
                    <a16:creationId xmlns:a16="http://schemas.microsoft.com/office/drawing/2014/main" id="{272EB42B-A853-8AEF-4697-049D7CB04E87}"/>
                  </a:ext>
                </a:extLst>
              </p:cNvPr>
              <p:cNvSpPr/>
              <p:nvPr/>
            </p:nvSpPr>
            <p:spPr>
              <a:xfrm>
                <a:off x="9535335" y="5012906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90" y="4135"/>
                      <a:pt x="6590" y="3294"/>
                    </a:cubicBezTo>
                    <a:cubicBezTo>
                      <a:pt x="6590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6" y="2452"/>
                      <a:pt x="246" y="3294"/>
                    </a:cubicBezTo>
                    <a:cubicBezTo>
                      <a:pt x="246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04" name="Freeform: Shape 9203">
                <a:extLst>
                  <a:ext uri="{FF2B5EF4-FFF2-40B4-BE49-F238E27FC236}">
                    <a16:creationId xmlns:a16="http://schemas.microsoft.com/office/drawing/2014/main" id="{C0CEDECD-4827-2C55-1164-395A0D084163}"/>
                  </a:ext>
                </a:extLst>
              </p:cNvPr>
              <p:cNvSpPr/>
              <p:nvPr/>
            </p:nvSpPr>
            <p:spPr>
              <a:xfrm>
                <a:off x="9537196" y="5013051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05" name="Freeform: Shape 9204">
                <a:extLst>
                  <a:ext uri="{FF2B5EF4-FFF2-40B4-BE49-F238E27FC236}">
                    <a16:creationId xmlns:a16="http://schemas.microsoft.com/office/drawing/2014/main" id="{2396E4CB-1A19-86F8-8AF5-D76221718493}"/>
                  </a:ext>
                </a:extLst>
              </p:cNvPr>
              <p:cNvSpPr/>
              <p:nvPr/>
            </p:nvSpPr>
            <p:spPr>
              <a:xfrm>
                <a:off x="9538998" y="5013388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06" name="Freeform: Shape 9205">
                <a:extLst>
                  <a:ext uri="{FF2B5EF4-FFF2-40B4-BE49-F238E27FC236}">
                    <a16:creationId xmlns:a16="http://schemas.microsoft.com/office/drawing/2014/main" id="{DD454389-764F-4001-64AA-2738458C77A0}"/>
                  </a:ext>
                </a:extLst>
              </p:cNvPr>
              <p:cNvSpPr/>
              <p:nvPr/>
            </p:nvSpPr>
            <p:spPr>
              <a:xfrm>
                <a:off x="9540676" y="5014093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60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60" y="121"/>
                      <a:pt x="3418" y="121"/>
                    </a:cubicBezTo>
                    <a:cubicBezTo>
                      <a:pt x="2577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07" name="Freeform: Shape 9206">
                <a:extLst>
                  <a:ext uri="{FF2B5EF4-FFF2-40B4-BE49-F238E27FC236}">
                    <a16:creationId xmlns:a16="http://schemas.microsoft.com/office/drawing/2014/main" id="{529C5AF9-5B2D-19A1-2000-C38E295AAEA5}"/>
                  </a:ext>
                </a:extLst>
              </p:cNvPr>
              <p:cNvSpPr/>
              <p:nvPr/>
            </p:nvSpPr>
            <p:spPr>
              <a:xfrm>
                <a:off x="9542641" y="5013978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60" y="121"/>
                      <a:pt x="3419" y="121"/>
                    </a:cubicBezTo>
                    <a:cubicBezTo>
                      <a:pt x="2577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08" name="Freeform: Shape 9207">
                <a:extLst>
                  <a:ext uri="{FF2B5EF4-FFF2-40B4-BE49-F238E27FC236}">
                    <a16:creationId xmlns:a16="http://schemas.microsoft.com/office/drawing/2014/main" id="{462555BD-3277-E584-A51C-B041EDD506AF}"/>
                  </a:ext>
                </a:extLst>
              </p:cNvPr>
              <p:cNvSpPr/>
              <p:nvPr/>
            </p:nvSpPr>
            <p:spPr>
              <a:xfrm>
                <a:off x="9544548" y="5014054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09" name="Freeform: Shape 9208">
                <a:extLst>
                  <a:ext uri="{FF2B5EF4-FFF2-40B4-BE49-F238E27FC236}">
                    <a16:creationId xmlns:a16="http://schemas.microsoft.com/office/drawing/2014/main" id="{35358FC2-3876-2F15-6BA1-7385AB30DAE1}"/>
                  </a:ext>
                </a:extLst>
              </p:cNvPr>
              <p:cNvSpPr/>
              <p:nvPr/>
            </p:nvSpPr>
            <p:spPr>
              <a:xfrm>
                <a:off x="9546414" y="5014261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10" name="Freeform: Shape 9209">
                <a:extLst>
                  <a:ext uri="{FF2B5EF4-FFF2-40B4-BE49-F238E27FC236}">
                    <a16:creationId xmlns:a16="http://schemas.microsoft.com/office/drawing/2014/main" id="{8C0FD821-D9F4-254A-3C37-607A19D54FD5}"/>
                  </a:ext>
                </a:extLst>
              </p:cNvPr>
              <p:cNvSpPr/>
              <p:nvPr/>
            </p:nvSpPr>
            <p:spPr>
              <a:xfrm>
                <a:off x="9548281" y="5014480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2" y="5537"/>
                    </a:cubicBezTo>
                    <a:cubicBezTo>
                      <a:pt x="6256" y="4942"/>
                      <a:pt x="6591" y="4135"/>
                      <a:pt x="6591" y="3294"/>
                    </a:cubicBezTo>
                    <a:cubicBezTo>
                      <a:pt x="6591" y="2452"/>
                      <a:pt x="6256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2" y="1645"/>
                      <a:pt x="247" y="2452"/>
                      <a:pt x="247" y="3294"/>
                    </a:cubicBezTo>
                    <a:cubicBezTo>
                      <a:pt x="247" y="4135"/>
                      <a:pt x="582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11" name="Freeform: Shape 9210">
                <a:extLst>
                  <a:ext uri="{FF2B5EF4-FFF2-40B4-BE49-F238E27FC236}">
                    <a16:creationId xmlns:a16="http://schemas.microsoft.com/office/drawing/2014/main" id="{1DA5C8AC-D629-4C83-BE8A-3BF73F022DDE}"/>
                  </a:ext>
                </a:extLst>
              </p:cNvPr>
              <p:cNvSpPr/>
              <p:nvPr/>
            </p:nvSpPr>
            <p:spPr>
              <a:xfrm>
                <a:off x="9550060" y="5014947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7 w 6343"/>
                  <a:gd name="connsiteY5" fmla="*/ 1050 h 6345"/>
                  <a:gd name="connsiteX6" fmla="*/ 248 w 6343"/>
                  <a:gd name="connsiteY6" fmla="*/ 3294 h 6345"/>
                  <a:gd name="connsiteX7" fmla="*/ 1177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2" y="5537"/>
                    </a:cubicBezTo>
                    <a:cubicBezTo>
                      <a:pt x="6257" y="4942"/>
                      <a:pt x="6591" y="4135"/>
                      <a:pt x="6591" y="3294"/>
                    </a:cubicBezTo>
                    <a:cubicBezTo>
                      <a:pt x="6591" y="2452"/>
                      <a:pt x="6257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7" y="1050"/>
                    </a:cubicBezTo>
                    <a:cubicBezTo>
                      <a:pt x="582" y="1645"/>
                      <a:pt x="248" y="2452"/>
                      <a:pt x="248" y="3294"/>
                    </a:cubicBezTo>
                    <a:cubicBezTo>
                      <a:pt x="248" y="4135"/>
                      <a:pt x="582" y="4942"/>
                      <a:pt x="1177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12" name="Freeform: Shape 9211">
                <a:extLst>
                  <a:ext uri="{FF2B5EF4-FFF2-40B4-BE49-F238E27FC236}">
                    <a16:creationId xmlns:a16="http://schemas.microsoft.com/office/drawing/2014/main" id="{5792B3BE-18F8-525A-6476-E8B7913EA1B7}"/>
                  </a:ext>
                </a:extLst>
              </p:cNvPr>
              <p:cNvSpPr/>
              <p:nvPr/>
            </p:nvSpPr>
            <p:spPr>
              <a:xfrm>
                <a:off x="9551385" y="5016597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7 w 6343"/>
                  <a:gd name="connsiteY5" fmla="*/ 1050 h 6345"/>
                  <a:gd name="connsiteX6" fmla="*/ 248 w 6343"/>
                  <a:gd name="connsiteY6" fmla="*/ 3294 h 6345"/>
                  <a:gd name="connsiteX7" fmla="*/ 1177 w 6343"/>
                  <a:gd name="connsiteY7" fmla="*/ 5537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2"/>
                      <a:pt x="5662" y="5537"/>
                    </a:cubicBezTo>
                    <a:cubicBezTo>
                      <a:pt x="6257" y="4942"/>
                      <a:pt x="6591" y="4135"/>
                      <a:pt x="6591" y="3294"/>
                    </a:cubicBezTo>
                    <a:cubicBezTo>
                      <a:pt x="6591" y="2452"/>
                      <a:pt x="6257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7" y="1050"/>
                    </a:cubicBezTo>
                    <a:cubicBezTo>
                      <a:pt x="582" y="1645"/>
                      <a:pt x="248" y="2452"/>
                      <a:pt x="248" y="3294"/>
                    </a:cubicBezTo>
                    <a:cubicBezTo>
                      <a:pt x="248" y="4135"/>
                      <a:pt x="582" y="4942"/>
                      <a:pt x="1177" y="5537"/>
                    </a:cubicBezTo>
                    <a:cubicBezTo>
                      <a:pt x="1771" y="6132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13" name="Freeform: Shape 9212">
                <a:extLst>
                  <a:ext uri="{FF2B5EF4-FFF2-40B4-BE49-F238E27FC236}">
                    <a16:creationId xmlns:a16="http://schemas.microsoft.com/office/drawing/2014/main" id="{1B99CF82-B0E6-238A-039D-EEEB1619C9C6}"/>
                  </a:ext>
                </a:extLst>
              </p:cNvPr>
              <p:cNvSpPr/>
              <p:nvPr/>
            </p:nvSpPr>
            <p:spPr>
              <a:xfrm>
                <a:off x="9554456" y="5023562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8 h 6345"/>
                  <a:gd name="connsiteX2" fmla="*/ 6591 w 6343"/>
                  <a:gd name="connsiteY2" fmla="*/ 3294 h 6345"/>
                  <a:gd name="connsiteX3" fmla="*/ 5662 w 6343"/>
                  <a:gd name="connsiteY3" fmla="*/ 1051 h 6345"/>
                  <a:gd name="connsiteX4" fmla="*/ 3419 w 6343"/>
                  <a:gd name="connsiteY4" fmla="*/ 122 h 6345"/>
                  <a:gd name="connsiteX5" fmla="*/ 1177 w 6343"/>
                  <a:gd name="connsiteY5" fmla="*/ 1051 h 6345"/>
                  <a:gd name="connsiteX6" fmla="*/ 248 w 6343"/>
                  <a:gd name="connsiteY6" fmla="*/ 3294 h 6345"/>
                  <a:gd name="connsiteX7" fmla="*/ 1177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1" y="6467"/>
                      <a:pt x="5067" y="6133"/>
                      <a:pt x="5662" y="5538"/>
                    </a:cubicBezTo>
                    <a:cubicBezTo>
                      <a:pt x="6257" y="4943"/>
                      <a:pt x="6591" y="4136"/>
                      <a:pt x="6591" y="3294"/>
                    </a:cubicBezTo>
                    <a:cubicBezTo>
                      <a:pt x="6591" y="2453"/>
                      <a:pt x="6257" y="1646"/>
                      <a:pt x="5662" y="1051"/>
                    </a:cubicBezTo>
                    <a:cubicBezTo>
                      <a:pt x="5067" y="456"/>
                      <a:pt x="4261" y="122"/>
                      <a:pt x="3419" y="122"/>
                    </a:cubicBezTo>
                    <a:cubicBezTo>
                      <a:pt x="2578" y="122"/>
                      <a:pt x="1772" y="456"/>
                      <a:pt x="1177" y="1051"/>
                    </a:cubicBezTo>
                    <a:cubicBezTo>
                      <a:pt x="582" y="1646"/>
                      <a:pt x="248" y="2453"/>
                      <a:pt x="248" y="3294"/>
                    </a:cubicBezTo>
                    <a:cubicBezTo>
                      <a:pt x="248" y="4136"/>
                      <a:pt x="582" y="4943"/>
                      <a:pt x="1177" y="5538"/>
                    </a:cubicBezTo>
                    <a:cubicBezTo>
                      <a:pt x="1772" y="6133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14" name="Freeform: Shape 9213">
                <a:extLst>
                  <a:ext uri="{FF2B5EF4-FFF2-40B4-BE49-F238E27FC236}">
                    <a16:creationId xmlns:a16="http://schemas.microsoft.com/office/drawing/2014/main" id="{BFC6AC42-3F9E-D71A-4DBB-BE2A2D3291E0}"/>
                  </a:ext>
                </a:extLst>
              </p:cNvPr>
              <p:cNvSpPr/>
              <p:nvPr/>
            </p:nvSpPr>
            <p:spPr>
              <a:xfrm>
                <a:off x="9552455" y="5033067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2 w 6343"/>
                  <a:gd name="connsiteY1" fmla="*/ 5539 h 6345"/>
                  <a:gd name="connsiteX2" fmla="*/ 6591 w 6343"/>
                  <a:gd name="connsiteY2" fmla="*/ 3295 h 6345"/>
                  <a:gd name="connsiteX3" fmla="*/ 5662 w 6343"/>
                  <a:gd name="connsiteY3" fmla="*/ 1052 h 6345"/>
                  <a:gd name="connsiteX4" fmla="*/ 3419 w 6343"/>
                  <a:gd name="connsiteY4" fmla="*/ 122 h 6345"/>
                  <a:gd name="connsiteX5" fmla="*/ 1177 w 6343"/>
                  <a:gd name="connsiteY5" fmla="*/ 1052 h 6345"/>
                  <a:gd name="connsiteX6" fmla="*/ 248 w 6343"/>
                  <a:gd name="connsiteY6" fmla="*/ 3295 h 6345"/>
                  <a:gd name="connsiteX7" fmla="*/ 1177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4"/>
                      <a:pt x="5662" y="5539"/>
                    </a:cubicBezTo>
                    <a:cubicBezTo>
                      <a:pt x="6257" y="4944"/>
                      <a:pt x="6591" y="4137"/>
                      <a:pt x="6591" y="3295"/>
                    </a:cubicBezTo>
                    <a:cubicBezTo>
                      <a:pt x="6591" y="2454"/>
                      <a:pt x="6257" y="1647"/>
                      <a:pt x="5662" y="1052"/>
                    </a:cubicBezTo>
                    <a:cubicBezTo>
                      <a:pt x="5067" y="457"/>
                      <a:pt x="4260" y="122"/>
                      <a:pt x="3419" y="122"/>
                    </a:cubicBezTo>
                    <a:cubicBezTo>
                      <a:pt x="2578" y="122"/>
                      <a:pt x="1771" y="457"/>
                      <a:pt x="1177" y="1052"/>
                    </a:cubicBezTo>
                    <a:cubicBezTo>
                      <a:pt x="582" y="1647"/>
                      <a:pt x="248" y="2454"/>
                      <a:pt x="248" y="3295"/>
                    </a:cubicBezTo>
                    <a:cubicBezTo>
                      <a:pt x="248" y="4137"/>
                      <a:pt x="582" y="4944"/>
                      <a:pt x="1177" y="5539"/>
                    </a:cubicBezTo>
                    <a:cubicBezTo>
                      <a:pt x="1771" y="6134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15" name="Freeform: Shape 9214">
                <a:extLst>
                  <a:ext uri="{FF2B5EF4-FFF2-40B4-BE49-F238E27FC236}">
                    <a16:creationId xmlns:a16="http://schemas.microsoft.com/office/drawing/2014/main" id="{36E05E74-006C-746D-F864-A51F18E3F7FA}"/>
                  </a:ext>
                </a:extLst>
              </p:cNvPr>
              <p:cNvSpPr/>
              <p:nvPr/>
            </p:nvSpPr>
            <p:spPr>
              <a:xfrm>
                <a:off x="9552979" y="5036284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2 w 6343"/>
                  <a:gd name="connsiteY1" fmla="*/ 5539 h 6345"/>
                  <a:gd name="connsiteX2" fmla="*/ 6591 w 6343"/>
                  <a:gd name="connsiteY2" fmla="*/ 3295 h 6345"/>
                  <a:gd name="connsiteX3" fmla="*/ 5662 w 6343"/>
                  <a:gd name="connsiteY3" fmla="*/ 1052 h 6345"/>
                  <a:gd name="connsiteX4" fmla="*/ 3419 w 6343"/>
                  <a:gd name="connsiteY4" fmla="*/ 123 h 6345"/>
                  <a:gd name="connsiteX5" fmla="*/ 1177 w 6343"/>
                  <a:gd name="connsiteY5" fmla="*/ 1052 h 6345"/>
                  <a:gd name="connsiteX6" fmla="*/ 248 w 6343"/>
                  <a:gd name="connsiteY6" fmla="*/ 3295 h 6345"/>
                  <a:gd name="connsiteX7" fmla="*/ 1177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4"/>
                      <a:pt x="5662" y="5539"/>
                    </a:cubicBezTo>
                    <a:cubicBezTo>
                      <a:pt x="6257" y="4944"/>
                      <a:pt x="6591" y="4137"/>
                      <a:pt x="6591" y="3295"/>
                    </a:cubicBezTo>
                    <a:cubicBezTo>
                      <a:pt x="6591" y="2454"/>
                      <a:pt x="6257" y="1647"/>
                      <a:pt x="5662" y="1052"/>
                    </a:cubicBezTo>
                    <a:cubicBezTo>
                      <a:pt x="5067" y="457"/>
                      <a:pt x="4260" y="123"/>
                      <a:pt x="3419" y="123"/>
                    </a:cubicBezTo>
                    <a:cubicBezTo>
                      <a:pt x="2578" y="123"/>
                      <a:pt x="1772" y="457"/>
                      <a:pt x="1177" y="1052"/>
                    </a:cubicBezTo>
                    <a:cubicBezTo>
                      <a:pt x="582" y="1647"/>
                      <a:pt x="248" y="2454"/>
                      <a:pt x="248" y="3295"/>
                    </a:cubicBezTo>
                    <a:cubicBezTo>
                      <a:pt x="248" y="4137"/>
                      <a:pt x="582" y="4944"/>
                      <a:pt x="1177" y="5539"/>
                    </a:cubicBezTo>
                    <a:cubicBezTo>
                      <a:pt x="1772" y="6134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16" name="Freeform: Shape 9215">
                <a:extLst>
                  <a:ext uri="{FF2B5EF4-FFF2-40B4-BE49-F238E27FC236}">
                    <a16:creationId xmlns:a16="http://schemas.microsoft.com/office/drawing/2014/main" id="{53054B69-EC3C-CF70-9FC6-A24776AE4CA0}"/>
                  </a:ext>
                </a:extLst>
              </p:cNvPr>
              <p:cNvSpPr/>
              <p:nvPr/>
            </p:nvSpPr>
            <p:spPr>
              <a:xfrm>
                <a:off x="9551064" y="5045099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2 w 6343"/>
                  <a:gd name="connsiteY1" fmla="*/ 5540 h 6345"/>
                  <a:gd name="connsiteX2" fmla="*/ 6591 w 6343"/>
                  <a:gd name="connsiteY2" fmla="*/ 3296 h 6345"/>
                  <a:gd name="connsiteX3" fmla="*/ 5662 w 6343"/>
                  <a:gd name="connsiteY3" fmla="*/ 1053 h 6345"/>
                  <a:gd name="connsiteX4" fmla="*/ 3419 w 6343"/>
                  <a:gd name="connsiteY4" fmla="*/ 123 h 6345"/>
                  <a:gd name="connsiteX5" fmla="*/ 1177 w 6343"/>
                  <a:gd name="connsiteY5" fmla="*/ 1053 h 6345"/>
                  <a:gd name="connsiteX6" fmla="*/ 248 w 6343"/>
                  <a:gd name="connsiteY6" fmla="*/ 3296 h 6345"/>
                  <a:gd name="connsiteX7" fmla="*/ 1177 w 6343"/>
                  <a:gd name="connsiteY7" fmla="*/ 5540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7" y="6134"/>
                      <a:pt x="5662" y="5540"/>
                    </a:cubicBezTo>
                    <a:cubicBezTo>
                      <a:pt x="6257" y="4945"/>
                      <a:pt x="6591" y="4137"/>
                      <a:pt x="6591" y="3296"/>
                    </a:cubicBezTo>
                    <a:cubicBezTo>
                      <a:pt x="6591" y="2455"/>
                      <a:pt x="6257" y="1648"/>
                      <a:pt x="5662" y="1053"/>
                    </a:cubicBezTo>
                    <a:cubicBezTo>
                      <a:pt x="5067" y="458"/>
                      <a:pt x="4260" y="123"/>
                      <a:pt x="3419" y="123"/>
                    </a:cubicBezTo>
                    <a:cubicBezTo>
                      <a:pt x="2578" y="123"/>
                      <a:pt x="1771" y="458"/>
                      <a:pt x="1177" y="1053"/>
                    </a:cubicBezTo>
                    <a:cubicBezTo>
                      <a:pt x="582" y="1648"/>
                      <a:pt x="248" y="2455"/>
                      <a:pt x="248" y="3296"/>
                    </a:cubicBezTo>
                    <a:cubicBezTo>
                      <a:pt x="248" y="4137"/>
                      <a:pt x="582" y="4945"/>
                      <a:pt x="1177" y="5540"/>
                    </a:cubicBezTo>
                    <a:cubicBezTo>
                      <a:pt x="1771" y="6134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17" name="Freeform: Shape 9216">
                <a:extLst>
                  <a:ext uri="{FF2B5EF4-FFF2-40B4-BE49-F238E27FC236}">
                    <a16:creationId xmlns:a16="http://schemas.microsoft.com/office/drawing/2014/main" id="{9C9483F4-61F7-09F8-0A9C-71F3E2E0B31C}"/>
                  </a:ext>
                </a:extLst>
              </p:cNvPr>
              <p:cNvSpPr/>
              <p:nvPr/>
            </p:nvSpPr>
            <p:spPr>
              <a:xfrm>
                <a:off x="9552162" y="5046738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2 w 6343"/>
                  <a:gd name="connsiteY1" fmla="*/ 5540 h 6345"/>
                  <a:gd name="connsiteX2" fmla="*/ 6591 w 6343"/>
                  <a:gd name="connsiteY2" fmla="*/ 3296 h 6345"/>
                  <a:gd name="connsiteX3" fmla="*/ 5662 w 6343"/>
                  <a:gd name="connsiteY3" fmla="*/ 1053 h 6345"/>
                  <a:gd name="connsiteX4" fmla="*/ 3419 w 6343"/>
                  <a:gd name="connsiteY4" fmla="*/ 123 h 6345"/>
                  <a:gd name="connsiteX5" fmla="*/ 1177 w 6343"/>
                  <a:gd name="connsiteY5" fmla="*/ 1053 h 6345"/>
                  <a:gd name="connsiteX6" fmla="*/ 248 w 6343"/>
                  <a:gd name="connsiteY6" fmla="*/ 3296 h 6345"/>
                  <a:gd name="connsiteX7" fmla="*/ 1177 w 6343"/>
                  <a:gd name="connsiteY7" fmla="*/ 5540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7" y="6135"/>
                      <a:pt x="5662" y="5540"/>
                    </a:cubicBezTo>
                    <a:cubicBezTo>
                      <a:pt x="6257" y="4945"/>
                      <a:pt x="6591" y="4138"/>
                      <a:pt x="6591" y="3296"/>
                    </a:cubicBezTo>
                    <a:cubicBezTo>
                      <a:pt x="6591" y="2455"/>
                      <a:pt x="6257" y="1648"/>
                      <a:pt x="5662" y="1053"/>
                    </a:cubicBezTo>
                    <a:cubicBezTo>
                      <a:pt x="5067" y="458"/>
                      <a:pt x="4260" y="123"/>
                      <a:pt x="3419" y="123"/>
                    </a:cubicBezTo>
                    <a:cubicBezTo>
                      <a:pt x="2578" y="123"/>
                      <a:pt x="1771" y="458"/>
                      <a:pt x="1177" y="1053"/>
                    </a:cubicBezTo>
                    <a:cubicBezTo>
                      <a:pt x="582" y="1648"/>
                      <a:pt x="248" y="2455"/>
                      <a:pt x="248" y="3296"/>
                    </a:cubicBezTo>
                    <a:cubicBezTo>
                      <a:pt x="248" y="4138"/>
                      <a:pt x="582" y="4945"/>
                      <a:pt x="1177" y="5540"/>
                    </a:cubicBezTo>
                    <a:cubicBezTo>
                      <a:pt x="1771" y="6135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18" name="Freeform: Shape 9217">
                <a:extLst>
                  <a:ext uri="{FF2B5EF4-FFF2-40B4-BE49-F238E27FC236}">
                    <a16:creationId xmlns:a16="http://schemas.microsoft.com/office/drawing/2014/main" id="{9F769134-788A-C8E0-895F-75E3ECB343FF}"/>
                  </a:ext>
                </a:extLst>
              </p:cNvPr>
              <p:cNvSpPr/>
              <p:nvPr/>
            </p:nvSpPr>
            <p:spPr>
              <a:xfrm>
                <a:off x="9525564" y="5170790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3 h 6345"/>
                  <a:gd name="connsiteX4" fmla="*/ 3417 w 6343"/>
                  <a:gd name="connsiteY4" fmla="*/ 133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8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8"/>
                      <a:pt x="5660" y="1063"/>
                    </a:cubicBezTo>
                    <a:cubicBezTo>
                      <a:pt x="5065" y="468"/>
                      <a:pt x="4258" y="133"/>
                      <a:pt x="3417" y="133"/>
                    </a:cubicBezTo>
                    <a:cubicBezTo>
                      <a:pt x="2576" y="133"/>
                      <a:pt x="1769" y="468"/>
                      <a:pt x="1175" y="1063"/>
                    </a:cubicBezTo>
                    <a:cubicBezTo>
                      <a:pt x="580" y="1658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19" name="Freeform: Shape 9218">
                <a:extLst>
                  <a:ext uri="{FF2B5EF4-FFF2-40B4-BE49-F238E27FC236}">
                    <a16:creationId xmlns:a16="http://schemas.microsoft.com/office/drawing/2014/main" id="{3318B726-5C39-A020-6A81-D8F0CA69909B}"/>
                  </a:ext>
                </a:extLst>
              </p:cNvPr>
              <p:cNvSpPr/>
              <p:nvPr/>
            </p:nvSpPr>
            <p:spPr>
              <a:xfrm>
                <a:off x="9527845" y="5170651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3 h 6345"/>
                  <a:gd name="connsiteX4" fmla="*/ 3417 w 6343"/>
                  <a:gd name="connsiteY4" fmla="*/ 133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7"/>
                      <a:pt x="5660" y="1063"/>
                    </a:cubicBezTo>
                    <a:cubicBezTo>
                      <a:pt x="5065" y="468"/>
                      <a:pt x="4259" y="133"/>
                      <a:pt x="3417" y="133"/>
                    </a:cubicBezTo>
                    <a:cubicBezTo>
                      <a:pt x="2576" y="133"/>
                      <a:pt x="1770" y="468"/>
                      <a:pt x="1175" y="1063"/>
                    </a:cubicBezTo>
                    <a:cubicBezTo>
                      <a:pt x="580" y="1657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20" name="Freeform: Shape 9219">
                <a:extLst>
                  <a:ext uri="{FF2B5EF4-FFF2-40B4-BE49-F238E27FC236}">
                    <a16:creationId xmlns:a16="http://schemas.microsoft.com/office/drawing/2014/main" id="{C8A2B310-3526-834E-1F6F-E1D45A6CDAF4}"/>
                  </a:ext>
                </a:extLst>
              </p:cNvPr>
              <p:cNvSpPr/>
              <p:nvPr/>
            </p:nvSpPr>
            <p:spPr>
              <a:xfrm>
                <a:off x="9531656" y="5170000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7"/>
                      <a:pt x="5660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2"/>
                    </a:cubicBezTo>
                    <a:cubicBezTo>
                      <a:pt x="580" y="1657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21" name="Freeform: Shape 9220">
                <a:extLst>
                  <a:ext uri="{FF2B5EF4-FFF2-40B4-BE49-F238E27FC236}">
                    <a16:creationId xmlns:a16="http://schemas.microsoft.com/office/drawing/2014/main" id="{B6EC90CE-5C21-4EA6-74DA-484B5D7E7C1A}"/>
                  </a:ext>
                </a:extLst>
              </p:cNvPr>
              <p:cNvSpPr/>
              <p:nvPr/>
            </p:nvSpPr>
            <p:spPr>
              <a:xfrm>
                <a:off x="9533797" y="517021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89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7"/>
                      <a:pt x="5661" y="1062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2"/>
                    </a:cubicBezTo>
                    <a:cubicBezTo>
                      <a:pt x="580" y="1657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22" name="Freeform: Shape 9221">
                <a:extLst>
                  <a:ext uri="{FF2B5EF4-FFF2-40B4-BE49-F238E27FC236}">
                    <a16:creationId xmlns:a16="http://schemas.microsoft.com/office/drawing/2014/main" id="{151E6175-A7C6-8B61-8B94-948F176954A0}"/>
                  </a:ext>
                </a:extLst>
              </p:cNvPr>
              <p:cNvSpPr/>
              <p:nvPr/>
            </p:nvSpPr>
            <p:spPr>
              <a:xfrm>
                <a:off x="9535571" y="517096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5"/>
                      <a:pt x="6255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3"/>
                    </a:cubicBezTo>
                    <a:cubicBezTo>
                      <a:pt x="581" y="1658"/>
                      <a:pt x="246" y="2465"/>
                      <a:pt x="246" y="3306"/>
                    </a:cubicBezTo>
                    <a:cubicBezTo>
                      <a:pt x="246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23" name="Freeform: Shape 9222">
                <a:extLst>
                  <a:ext uri="{FF2B5EF4-FFF2-40B4-BE49-F238E27FC236}">
                    <a16:creationId xmlns:a16="http://schemas.microsoft.com/office/drawing/2014/main" id="{8FFA166E-0942-4864-452E-3AAEF284668F}"/>
                  </a:ext>
                </a:extLst>
              </p:cNvPr>
              <p:cNvSpPr/>
              <p:nvPr/>
            </p:nvSpPr>
            <p:spPr>
              <a:xfrm>
                <a:off x="9537154" y="517042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7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24" name="Freeform: Shape 9223">
                <a:extLst>
                  <a:ext uri="{FF2B5EF4-FFF2-40B4-BE49-F238E27FC236}">
                    <a16:creationId xmlns:a16="http://schemas.microsoft.com/office/drawing/2014/main" id="{1AED2E5B-5790-7B05-711C-A59A23295D0A}"/>
                  </a:ext>
                </a:extLst>
              </p:cNvPr>
              <p:cNvSpPr/>
              <p:nvPr/>
            </p:nvSpPr>
            <p:spPr>
              <a:xfrm>
                <a:off x="9537758" y="5171198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25" name="Freeform: Shape 9224">
                <a:extLst>
                  <a:ext uri="{FF2B5EF4-FFF2-40B4-BE49-F238E27FC236}">
                    <a16:creationId xmlns:a16="http://schemas.microsoft.com/office/drawing/2014/main" id="{AC73E69F-A587-C7C2-786D-70617E738D4F}"/>
                  </a:ext>
                </a:extLst>
              </p:cNvPr>
              <p:cNvSpPr/>
              <p:nvPr/>
            </p:nvSpPr>
            <p:spPr>
              <a:xfrm>
                <a:off x="9538778" y="517142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26" name="Freeform: Shape 9225">
                <a:extLst>
                  <a:ext uri="{FF2B5EF4-FFF2-40B4-BE49-F238E27FC236}">
                    <a16:creationId xmlns:a16="http://schemas.microsoft.com/office/drawing/2014/main" id="{2E022787-0984-B8EE-2915-4D6F14D60D7B}"/>
                  </a:ext>
                </a:extLst>
              </p:cNvPr>
              <p:cNvSpPr/>
              <p:nvPr/>
            </p:nvSpPr>
            <p:spPr>
              <a:xfrm>
                <a:off x="9539876" y="517156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27" name="Freeform: Shape 9226">
                <a:extLst>
                  <a:ext uri="{FF2B5EF4-FFF2-40B4-BE49-F238E27FC236}">
                    <a16:creationId xmlns:a16="http://schemas.microsoft.com/office/drawing/2014/main" id="{7DA2DC6A-185A-6986-6329-F2D8EBB33DDB}"/>
                  </a:ext>
                </a:extLst>
              </p:cNvPr>
              <p:cNvSpPr/>
              <p:nvPr/>
            </p:nvSpPr>
            <p:spPr>
              <a:xfrm>
                <a:off x="9540898" y="517180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50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28" name="Freeform: Shape 9227">
                <a:extLst>
                  <a:ext uri="{FF2B5EF4-FFF2-40B4-BE49-F238E27FC236}">
                    <a16:creationId xmlns:a16="http://schemas.microsoft.com/office/drawing/2014/main" id="{1902D889-2469-3C52-F7B6-8D172CC1B979}"/>
                  </a:ext>
                </a:extLst>
              </p:cNvPr>
              <p:cNvSpPr/>
              <p:nvPr/>
            </p:nvSpPr>
            <p:spPr>
              <a:xfrm>
                <a:off x="9542078" y="517185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50"/>
                    </a:cubicBezTo>
                    <a:cubicBezTo>
                      <a:pt x="1771" y="6144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29" name="Freeform: Shape 9228">
                <a:extLst>
                  <a:ext uri="{FF2B5EF4-FFF2-40B4-BE49-F238E27FC236}">
                    <a16:creationId xmlns:a16="http://schemas.microsoft.com/office/drawing/2014/main" id="{88F3F992-8B0F-5F88-C6DC-D56E6E69DECE}"/>
                  </a:ext>
                </a:extLst>
              </p:cNvPr>
              <p:cNvSpPr/>
              <p:nvPr/>
            </p:nvSpPr>
            <p:spPr>
              <a:xfrm>
                <a:off x="9543498" y="517163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30" name="Freeform: Shape 9229">
                <a:extLst>
                  <a:ext uri="{FF2B5EF4-FFF2-40B4-BE49-F238E27FC236}">
                    <a16:creationId xmlns:a16="http://schemas.microsoft.com/office/drawing/2014/main" id="{25190A34-FB83-5E62-8D4D-548FEA0A0F16}"/>
                  </a:ext>
                </a:extLst>
              </p:cNvPr>
              <p:cNvSpPr/>
              <p:nvPr/>
            </p:nvSpPr>
            <p:spPr>
              <a:xfrm>
                <a:off x="9544765" y="517161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31" name="Freeform: Shape 9230">
                <a:extLst>
                  <a:ext uri="{FF2B5EF4-FFF2-40B4-BE49-F238E27FC236}">
                    <a16:creationId xmlns:a16="http://schemas.microsoft.com/office/drawing/2014/main" id="{4B544AB2-A6E0-8A52-22D3-24A344947BFA}"/>
                  </a:ext>
                </a:extLst>
              </p:cNvPr>
              <p:cNvSpPr/>
              <p:nvPr/>
            </p:nvSpPr>
            <p:spPr>
              <a:xfrm>
                <a:off x="9546277" y="517131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32" name="Freeform: Shape 9231">
                <a:extLst>
                  <a:ext uri="{FF2B5EF4-FFF2-40B4-BE49-F238E27FC236}">
                    <a16:creationId xmlns:a16="http://schemas.microsoft.com/office/drawing/2014/main" id="{02DC2242-B775-B1C8-D60B-07A9CFE10AE9}"/>
                  </a:ext>
                </a:extLst>
              </p:cNvPr>
              <p:cNvSpPr/>
              <p:nvPr/>
            </p:nvSpPr>
            <p:spPr>
              <a:xfrm>
                <a:off x="9547554" y="517131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33" name="Freeform: Shape 9232">
                <a:extLst>
                  <a:ext uri="{FF2B5EF4-FFF2-40B4-BE49-F238E27FC236}">
                    <a16:creationId xmlns:a16="http://schemas.microsoft.com/office/drawing/2014/main" id="{093C28F5-9AEC-E844-6BA2-EF9E1EAD1B27}"/>
                  </a:ext>
                </a:extLst>
              </p:cNvPr>
              <p:cNvSpPr/>
              <p:nvPr/>
            </p:nvSpPr>
            <p:spPr>
              <a:xfrm>
                <a:off x="9548957" y="517118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4"/>
                      <a:pt x="6591" y="4147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34" name="Freeform: Shape 9233">
                <a:extLst>
                  <a:ext uri="{FF2B5EF4-FFF2-40B4-BE49-F238E27FC236}">
                    <a16:creationId xmlns:a16="http://schemas.microsoft.com/office/drawing/2014/main" id="{B0949BC9-44C5-B18E-D541-1CE35C85F6F5}"/>
                  </a:ext>
                </a:extLst>
              </p:cNvPr>
              <p:cNvSpPr/>
              <p:nvPr/>
            </p:nvSpPr>
            <p:spPr>
              <a:xfrm>
                <a:off x="9550160" y="517130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35" name="Freeform: Shape 9234">
                <a:extLst>
                  <a:ext uri="{FF2B5EF4-FFF2-40B4-BE49-F238E27FC236}">
                    <a16:creationId xmlns:a16="http://schemas.microsoft.com/office/drawing/2014/main" id="{889DD0C6-1820-4A1B-93B4-52E17E21B57E}"/>
                  </a:ext>
                </a:extLst>
              </p:cNvPr>
              <p:cNvSpPr/>
              <p:nvPr/>
            </p:nvSpPr>
            <p:spPr>
              <a:xfrm>
                <a:off x="9551448" y="517134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36" name="Freeform: Shape 9235">
                <a:extLst>
                  <a:ext uri="{FF2B5EF4-FFF2-40B4-BE49-F238E27FC236}">
                    <a16:creationId xmlns:a16="http://schemas.microsoft.com/office/drawing/2014/main" id="{A0E9B09F-9674-9A82-F98C-616F8F56ECB2}"/>
                  </a:ext>
                </a:extLst>
              </p:cNvPr>
              <p:cNvSpPr/>
              <p:nvPr/>
            </p:nvSpPr>
            <p:spPr>
              <a:xfrm>
                <a:off x="9552823" y="517129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37" name="Freeform: Shape 9236">
                <a:extLst>
                  <a:ext uri="{FF2B5EF4-FFF2-40B4-BE49-F238E27FC236}">
                    <a16:creationId xmlns:a16="http://schemas.microsoft.com/office/drawing/2014/main" id="{60776DEB-A5EE-2E31-A928-943762722281}"/>
                  </a:ext>
                </a:extLst>
              </p:cNvPr>
              <p:cNvSpPr/>
              <p:nvPr/>
            </p:nvSpPr>
            <p:spPr>
              <a:xfrm>
                <a:off x="9554118" y="517135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38" name="Freeform: Shape 9237">
                <a:extLst>
                  <a:ext uri="{FF2B5EF4-FFF2-40B4-BE49-F238E27FC236}">
                    <a16:creationId xmlns:a16="http://schemas.microsoft.com/office/drawing/2014/main" id="{46B6A145-EE52-3D36-4F79-D4D099EAABBB}"/>
                  </a:ext>
                </a:extLst>
              </p:cNvPr>
              <p:cNvSpPr/>
              <p:nvPr/>
            </p:nvSpPr>
            <p:spPr>
              <a:xfrm>
                <a:off x="9555544" y="517128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39" name="Freeform: Shape 9238">
                <a:extLst>
                  <a:ext uri="{FF2B5EF4-FFF2-40B4-BE49-F238E27FC236}">
                    <a16:creationId xmlns:a16="http://schemas.microsoft.com/office/drawing/2014/main" id="{2A78E2A0-2DCE-C379-CBC0-3EEBC04E5957}"/>
                  </a:ext>
                </a:extLst>
              </p:cNvPr>
              <p:cNvSpPr/>
              <p:nvPr/>
            </p:nvSpPr>
            <p:spPr>
              <a:xfrm>
                <a:off x="9556847" y="517136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40" name="Freeform: Shape 9239">
                <a:extLst>
                  <a:ext uri="{FF2B5EF4-FFF2-40B4-BE49-F238E27FC236}">
                    <a16:creationId xmlns:a16="http://schemas.microsoft.com/office/drawing/2014/main" id="{311394A7-3905-EAD8-D09D-8625F14E39BC}"/>
                  </a:ext>
                </a:extLst>
              </p:cNvPr>
              <p:cNvSpPr/>
              <p:nvPr/>
            </p:nvSpPr>
            <p:spPr>
              <a:xfrm>
                <a:off x="9558324" y="517127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41" name="Freeform: Shape 9240">
                <a:extLst>
                  <a:ext uri="{FF2B5EF4-FFF2-40B4-BE49-F238E27FC236}">
                    <a16:creationId xmlns:a16="http://schemas.microsoft.com/office/drawing/2014/main" id="{7D3EE2F8-E4A3-F4CB-CCBA-18263AEBAD91}"/>
                  </a:ext>
                </a:extLst>
              </p:cNvPr>
              <p:cNvSpPr/>
              <p:nvPr/>
            </p:nvSpPr>
            <p:spPr>
              <a:xfrm>
                <a:off x="9559721" y="517129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1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42" name="Freeform: Shape 9241">
                <a:extLst>
                  <a:ext uri="{FF2B5EF4-FFF2-40B4-BE49-F238E27FC236}">
                    <a16:creationId xmlns:a16="http://schemas.microsoft.com/office/drawing/2014/main" id="{7BB3B8F3-DF43-8D14-A8DF-A78F391B3F57}"/>
                  </a:ext>
                </a:extLst>
              </p:cNvPr>
              <p:cNvSpPr/>
              <p:nvPr/>
            </p:nvSpPr>
            <p:spPr>
              <a:xfrm>
                <a:off x="9561251" y="517118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2" y="4147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43" name="Freeform: Shape 9242">
                <a:extLst>
                  <a:ext uri="{FF2B5EF4-FFF2-40B4-BE49-F238E27FC236}">
                    <a16:creationId xmlns:a16="http://schemas.microsoft.com/office/drawing/2014/main" id="{B8DC3ADD-04BF-3020-D2E8-3E1C64E16362}"/>
                  </a:ext>
                </a:extLst>
              </p:cNvPr>
              <p:cNvSpPr/>
              <p:nvPr/>
            </p:nvSpPr>
            <p:spPr>
              <a:xfrm>
                <a:off x="9562831" y="517104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44" name="Freeform: Shape 9243">
                <a:extLst>
                  <a:ext uri="{FF2B5EF4-FFF2-40B4-BE49-F238E27FC236}">
                    <a16:creationId xmlns:a16="http://schemas.microsoft.com/office/drawing/2014/main" id="{A4A0817E-FCC5-A4B4-76E9-1BA934562363}"/>
                  </a:ext>
                </a:extLst>
              </p:cNvPr>
              <p:cNvSpPr/>
              <p:nvPr/>
            </p:nvSpPr>
            <p:spPr>
              <a:xfrm>
                <a:off x="9564197" y="517114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45" name="Freeform: Shape 9244">
                <a:extLst>
                  <a:ext uri="{FF2B5EF4-FFF2-40B4-BE49-F238E27FC236}">
                    <a16:creationId xmlns:a16="http://schemas.microsoft.com/office/drawing/2014/main" id="{2A259824-B806-B216-0384-AB30757A37A6}"/>
                  </a:ext>
                </a:extLst>
              </p:cNvPr>
              <p:cNvSpPr/>
              <p:nvPr/>
            </p:nvSpPr>
            <p:spPr>
              <a:xfrm>
                <a:off x="9565479" y="517134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46" name="Freeform: Shape 9245">
                <a:extLst>
                  <a:ext uri="{FF2B5EF4-FFF2-40B4-BE49-F238E27FC236}">
                    <a16:creationId xmlns:a16="http://schemas.microsoft.com/office/drawing/2014/main" id="{C623D5D1-C57B-63E0-E602-4DDE2CD57795}"/>
                  </a:ext>
                </a:extLst>
              </p:cNvPr>
              <p:cNvSpPr/>
              <p:nvPr/>
            </p:nvSpPr>
            <p:spPr>
              <a:xfrm>
                <a:off x="9569029" y="5169293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2 h 6345"/>
                  <a:gd name="connsiteX4" fmla="*/ 3421 w 6343"/>
                  <a:gd name="connsiteY4" fmla="*/ 133 h 6345"/>
                  <a:gd name="connsiteX5" fmla="*/ 1178 w 6343"/>
                  <a:gd name="connsiteY5" fmla="*/ 1062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4"/>
                      <a:pt x="6258" y="1657"/>
                      <a:pt x="5663" y="1062"/>
                    </a:cubicBezTo>
                    <a:cubicBezTo>
                      <a:pt x="5069" y="467"/>
                      <a:pt x="4262" y="133"/>
                      <a:pt x="3421" y="133"/>
                    </a:cubicBezTo>
                    <a:cubicBezTo>
                      <a:pt x="2580" y="133"/>
                      <a:pt x="1773" y="467"/>
                      <a:pt x="1178" y="1062"/>
                    </a:cubicBezTo>
                    <a:cubicBezTo>
                      <a:pt x="583" y="1657"/>
                      <a:pt x="249" y="2464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47" name="Freeform: Shape 9246">
                <a:extLst>
                  <a:ext uri="{FF2B5EF4-FFF2-40B4-BE49-F238E27FC236}">
                    <a16:creationId xmlns:a16="http://schemas.microsoft.com/office/drawing/2014/main" id="{22AD89E9-E662-7C73-9D31-4015B9A05735}"/>
                  </a:ext>
                </a:extLst>
              </p:cNvPr>
              <p:cNvSpPr/>
              <p:nvPr/>
            </p:nvSpPr>
            <p:spPr>
              <a:xfrm>
                <a:off x="9599490" y="5153370"/>
                <a:ext cx="6343" cy="6345"/>
              </a:xfrm>
              <a:custGeom>
                <a:avLst/>
                <a:gdLst>
                  <a:gd name="connsiteX0" fmla="*/ 3423 w 6343"/>
                  <a:gd name="connsiteY0" fmla="*/ 6477 h 6345"/>
                  <a:gd name="connsiteX1" fmla="*/ 5666 w 6343"/>
                  <a:gd name="connsiteY1" fmla="*/ 5548 h 6345"/>
                  <a:gd name="connsiteX2" fmla="*/ 6595 w 6343"/>
                  <a:gd name="connsiteY2" fmla="*/ 3305 h 6345"/>
                  <a:gd name="connsiteX3" fmla="*/ 5666 w 6343"/>
                  <a:gd name="connsiteY3" fmla="*/ 1061 h 6345"/>
                  <a:gd name="connsiteX4" fmla="*/ 3423 w 6343"/>
                  <a:gd name="connsiteY4" fmla="*/ 132 h 6345"/>
                  <a:gd name="connsiteX5" fmla="*/ 1180 w 6343"/>
                  <a:gd name="connsiteY5" fmla="*/ 1061 h 6345"/>
                  <a:gd name="connsiteX6" fmla="*/ 251 w 6343"/>
                  <a:gd name="connsiteY6" fmla="*/ 3305 h 6345"/>
                  <a:gd name="connsiteX7" fmla="*/ 1180 w 6343"/>
                  <a:gd name="connsiteY7" fmla="*/ 5548 h 6345"/>
                  <a:gd name="connsiteX8" fmla="*/ 342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7"/>
                    </a:moveTo>
                    <a:cubicBezTo>
                      <a:pt x="4264" y="6477"/>
                      <a:pt x="5071" y="6143"/>
                      <a:pt x="5666" y="5548"/>
                    </a:cubicBezTo>
                    <a:cubicBezTo>
                      <a:pt x="6260" y="4953"/>
                      <a:pt x="6595" y="4146"/>
                      <a:pt x="6595" y="3305"/>
                    </a:cubicBezTo>
                    <a:cubicBezTo>
                      <a:pt x="6595" y="2463"/>
                      <a:pt x="6260" y="1656"/>
                      <a:pt x="5666" y="1061"/>
                    </a:cubicBezTo>
                    <a:cubicBezTo>
                      <a:pt x="5071" y="466"/>
                      <a:pt x="4264" y="132"/>
                      <a:pt x="3423" y="132"/>
                    </a:cubicBezTo>
                    <a:cubicBezTo>
                      <a:pt x="2582" y="132"/>
                      <a:pt x="1775" y="466"/>
                      <a:pt x="1180" y="1061"/>
                    </a:cubicBezTo>
                    <a:cubicBezTo>
                      <a:pt x="586" y="1656"/>
                      <a:pt x="251" y="2463"/>
                      <a:pt x="251" y="3305"/>
                    </a:cubicBezTo>
                    <a:cubicBezTo>
                      <a:pt x="251" y="4146"/>
                      <a:pt x="586" y="4953"/>
                      <a:pt x="1180" y="5548"/>
                    </a:cubicBezTo>
                    <a:cubicBezTo>
                      <a:pt x="1775" y="6143"/>
                      <a:pt x="2582" y="6477"/>
                      <a:pt x="342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48" name="Freeform: Shape 9247">
                <a:extLst>
                  <a:ext uri="{FF2B5EF4-FFF2-40B4-BE49-F238E27FC236}">
                    <a16:creationId xmlns:a16="http://schemas.microsoft.com/office/drawing/2014/main" id="{AFBD2A1E-1F30-EF58-4860-1723CBCBFBE1}"/>
                  </a:ext>
                </a:extLst>
              </p:cNvPr>
              <p:cNvSpPr/>
              <p:nvPr/>
            </p:nvSpPr>
            <p:spPr>
              <a:xfrm>
                <a:off x="9600537" y="5154157"/>
                <a:ext cx="6343" cy="6345"/>
              </a:xfrm>
              <a:custGeom>
                <a:avLst/>
                <a:gdLst>
                  <a:gd name="connsiteX0" fmla="*/ 3423 w 6343"/>
                  <a:gd name="connsiteY0" fmla="*/ 6477 h 6345"/>
                  <a:gd name="connsiteX1" fmla="*/ 5666 w 6343"/>
                  <a:gd name="connsiteY1" fmla="*/ 5548 h 6345"/>
                  <a:gd name="connsiteX2" fmla="*/ 6595 w 6343"/>
                  <a:gd name="connsiteY2" fmla="*/ 3305 h 6345"/>
                  <a:gd name="connsiteX3" fmla="*/ 5666 w 6343"/>
                  <a:gd name="connsiteY3" fmla="*/ 1061 h 6345"/>
                  <a:gd name="connsiteX4" fmla="*/ 3423 w 6343"/>
                  <a:gd name="connsiteY4" fmla="*/ 132 h 6345"/>
                  <a:gd name="connsiteX5" fmla="*/ 1180 w 6343"/>
                  <a:gd name="connsiteY5" fmla="*/ 1061 h 6345"/>
                  <a:gd name="connsiteX6" fmla="*/ 252 w 6343"/>
                  <a:gd name="connsiteY6" fmla="*/ 3305 h 6345"/>
                  <a:gd name="connsiteX7" fmla="*/ 1180 w 6343"/>
                  <a:gd name="connsiteY7" fmla="*/ 5548 h 6345"/>
                  <a:gd name="connsiteX8" fmla="*/ 342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7"/>
                    </a:moveTo>
                    <a:cubicBezTo>
                      <a:pt x="4264" y="6477"/>
                      <a:pt x="5071" y="6143"/>
                      <a:pt x="5666" y="5548"/>
                    </a:cubicBezTo>
                    <a:cubicBezTo>
                      <a:pt x="6261" y="4953"/>
                      <a:pt x="6595" y="4146"/>
                      <a:pt x="6595" y="3305"/>
                    </a:cubicBezTo>
                    <a:cubicBezTo>
                      <a:pt x="6595" y="2463"/>
                      <a:pt x="6261" y="1656"/>
                      <a:pt x="5666" y="1061"/>
                    </a:cubicBezTo>
                    <a:cubicBezTo>
                      <a:pt x="5071" y="466"/>
                      <a:pt x="4264" y="132"/>
                      <a:pt x="3423" y="132"/>
                    </a:cubicBezTo>
                    <a:cubicBezTo>
                      <a:pt x="2582" y="132"/>
                      <a:pt x="1775" y="466"/>
                      <a:pt x="1180" y="1061"/>
                    </a:cubicBezTo>
                    <a:cubicBezTo>
                      <a:pt x="586" y="1656"/>
                      <a:pt x="252" y="2463"/>
                      <a:pt x="252" y="3305"/>
                    </a:cubicBezTo>
                    <a:cubicBezTo>
                      <a:pt x="252" y="4146"/>
                      <a:pt x="586" y="4953"/>
                      <a:pt x="1180" y="5548"/>
                    </a:cubicBezTo>
                    <a:cubicBezTo>
                      <a:pt x="1775" y="6143"/>
                      <a:pt x="2582" y="6477"/>
                      <a:pt x="342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49" name="Freeform: Shape 9248">
                <a:extLst>
                  <a:ext uri="{FF2B5EF4-FFF2-40B4-BE49-F238E27FC236}">
                    <a16:creationId xmlns:a16="http://schemas.microsoft.com/office/drawing/2014/main" id="{C331B1E3-148F-AEA3-418F-393348D87E6D}"/>
                  </a:ext>
                </a:extLst>
              </p:cNvPr>
              <p:cNvSpPr/>
              <p:nvPr/>
            </p:nvSpPr>
            <p:spPr>
              <a:xfrm>
                <a:off x="9595377" y="5162077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5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5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5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5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50" name="Freeform: Shape 9249">
                <a:extLst>
                  <a:ext uri="{FF2B5EF4-FFF2-40B4-BE49-F238E27FC236}">
                    <a16:creationId xmlns:a16="http://schemas.microsoft.com/office/drawing/2014/main" id="{C66114F2-A611-5DD1-83CA-2CE7E3DCFB36}"/>
                  </a:ext>
                </a:extLst>
              </p:cNvPr>
              <p:cNvSpPr/>
              <p:nvPr/>
            </p:nvSpPr>
            <p:spPr>
              <a:xfrm>
                <a:off x="9594470" y="5164483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5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5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5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5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51" name="Freeform: Shape 9250">
                <a:extLst>
                  <a:ext uri="{FF2B5EF4-FFF2-40B4-BE49-F238E27FC236}">
                    <a16:creationId xmlns:a16="http://schemas.microsoft.com/office/drawing/2014/main" id="{E34DF678-7B0C-72A0-20C6-7D86623BC58F}"/>
                  </a:ext>
                </a:extLst>
              </p:cNvPr>
              <p:cNvSpPr/>
              <p:nvPr/>
            </p:nvSpPr>
            <p:spPr>
              <a:xfrm>
                <a:off x="9594927" y="5165692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52" name="Freeform: Shape 9251">
                <a:extLst>
                  <a:ext uri="{FF2B5EF4-FFF2-40B4-BE49-F238E27FC236}">
                    <a16:creationId xmlns:a16="http://schemas.microsoft.com/office/drawing/2014/main" id="{5BA44B16-AB3A-77C9-4930-9289918F9733}"/>
                  </a:ext>
                </a:extLst>
              </p:cNvPr>
              <p:cNvSpPr/>
              <p:nvPr/>
            </p:nvSpPr>
            <p:spPr>
              <a:xfrm>
                <a:off x="9596485" y="516912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53" name="Freeform: Shape 9252">
                <a:extLst>
                  <a:ext uri="{FF2B5EF4-FFF2-40B4-BE49-F238E27FC236}">
                    <a16:creationId xmlns:a16="http://schemas.microsoft.com/office/drawing/2014/main" id="{4794E56E-8266-03AC-4CA7-76C0C5B1264C}"/>
                  </a:ext>
                </a:extLst>
              </p:cNvPr>
              <p:cNvSpPr/>
              <p:nvPr/>
            </p:nvSpPr>
            <p:spPr>
              <a:xfrm>
                <a:off x="9598078" y="5169387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4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54" name="Freeform: Shape 9253">
                <a:extLst>
                  <a:ext uri="{FF2B5EF4-FFF2-40B4-BE49-F238E27FC236}">
                    <a16:creationId xmlns:a16="http://schemas.microsoft.com/office/drawing/2014/main" id="{0C64037F-4E40-AE2A-C322-E542B638DE28}"/>
                  </a:ext>
                </a:extLst>
              </p:cNvPr>
              <p:cNvSpPr/>
              <p:nvPr/>
            </p:nvSpPr>
            <p:spPr>
              <a:xfrm>
                <a:off x="9599870" y="516950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2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55" name="Freeform: Shape 9254">
                <a:extLst>
                  <a:ext uri="{FF2B5EF4-FFF2-40B4-BE49-F238E27FC236}">
                    <a16:creationId xmlns:a16="http://schemas.microsoft.com/office/drawing/2014/main" id="{E2852361-CC97-326B-79A0-AE08C862CC6C}"/>
                  </a:ext>
                </a:extLst>
              </p:cNvPr>
              <p:cNvSpPr/>
              <p:nvPr/>
            </p:nvSpPr>
            <p:spPr>
              <a:xfrm>
                <a:off x="9601518" y="516976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56" name="Freeform: Shape 9255">
                <a:extLst>
                  <a:ext uri="{FF2B5EF4-FFF2-40B4-BE49-F238E27FC236}">
                    <a16:creationId xmlns:a16="http://schemas.microsoft.com/office/drawing/2014/main" id="{F266AC1E-E896-7C06-BBD7-B3C377BE3742}"/>
                  </a:ext>
                </a:extLst>
              </p:cNvPr>
              <p:cNvSpPr/>
              <p:nvPr/>
            </p:nvSpPr>
            <p:spPr>
              <a:xfrm>
                <a:off x="9603317" y="5169920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57" name="Freeform: Shape 9256">
                <a:extLst>
                  <a:ext uri="{FF2B5EF4-FFF2-40B4-BE49-F238E27FC236}">
                    <a16:creationId xmlns:a16="http://schemas.microsoft.com/office/drawing/2014/main" id="{6722BEC6-054A-BA5B-70DA-3D49898B9EA1}"/>
                  </a:ext>
                </a:extLst>
              </p:cNvPr>
              <p:cNvSpPr/>
              <p:nvPr/>
            </p:nvSpPr>
            <p:spPr>
              <a:xfrm>
                <a:off x="9605071" y="5170131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2"/>
                    </a:cubicBezTo>
                    <a:cubicBezTo>
                      <a:pt x="5071" y="468"/>
                      <a:pt x="4265" y="133"/>
                      <a:pt x="3423" y="133"/>
                    </a:cubicBezTo>
                    <a:cubicBezTo>
                      <a:pt x="2582" y="133"/>
                      <a:pt x="1776" y="468"/>
                      <a:pt x="1181" y="1062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58" name="Freeform: Shape 9257">
                <a:extLst>
                  <a:ext uri="{FF2B5EF4-FFF2-40B4-BE49-F238E27FC236}">
                    <a16:creationId xmlns:a16="http://schemas.microsoft.com/office/drawing/2014/main" id="{1C63C4C2-CC91-B3AE-5787-F973FA992189}"/>
                  </a:ext>
                </a:extLst>
              </p:cNvPr>
              <p:cNvSpPr/>
              <p:nvPr/>
            </p:nvSpPr>
            <p:spPr>
              <a:xfrm>
                <a:off x="9606728" y="5170435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3"/>
                    </a:cubicBezTo>
                    <a:cubicBezTo>
                      <a:pt x="5071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59" name="Freeform: Shape 9258">
                <a:extLst>
                  <a:ext uri="{FF2B5EF4-FFF2-40B4-BE49-F238E27FC236}">
                    <a16:creationId xmlns:a16="http://schemas.microsoft.com/office/drawing/2014/main" id="{9E814FA7-36CD-3E68-3B71-7AB54CF73349}"/>
                  </a:ext>
                </a:extLst>
              </p:cNvPr>
              <p:cNvSpPr/>
              <p:nvPr/>
            </p:nvSpPr>
            <p:spPr>
              <a:xfrm>
                <a:off x="9608287" y="5170830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60" name="Freeform: Shape 9259">
                <a:extLst>
                  <a:ext uri="{FF2B5EF4-FFF2-40B4-BE49-F238E27FC236}">
                    <a16:creationId xmlns:a16="http://schemas.microsoft.com/office/drawing/2014/main" id="{7FA49478-D2E4-CC8B-69C4-59F60D5CF421}"/>
                  </a:ext>
                </a:extLst>
              </p:cNvPr>
              <p:cNvSpPr/>
              <p:nvPr/>
            </p:nvSpPr>
            <p:spPr>
              <a:xfrm>
                <a:off x="9609948" y="5171165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5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61" name="Freeform: Shape 9260">
                <a:extLst>
                  <a:ext uri="{FF2B5EF4-FFF2-40B4-BE49-F238E27FC236}">
                    <a16:creationId xmlns:a16="http://schemas.microsoft.com/office/drawing/2014/main" id="{6FFF2E30-6175-26A4-369F-9B3706D36D70}"/>
                  </a:ext>
                </a:extLst>
              </p:cNvPr>
              <p:cNvSpPr/>
              <p:nvPr/>
            </p:nvSpPr>
            <p:spPr>
              <a:xfrm>
                <a:off x="9612676" y="517073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3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1" y="4954"/>
                      <a:pt x="6596" y="4147"/>
                      <a:pt x="6596" y="3306"/>
                    </a:cubicBezTo>
                    <a:cubicBezTo>
                      <a:pt x="6596" y="2465"/>
                      <a:pt x="6261" y="1657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7"/>
                      <a:pt x="253" y="2465"/>
                      <a:pt x="253" y="3306"/>
                    </a:cubicBezTo>
                    <a:cubicBezTo>
                      <a:pt x="253" y="4147"/>
                      <a:pt x="587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62" name="Freeform: Shape 9261">
                <a:extLst>
                  <a:ext uri="{FF2B5EF4-FFF2-40B4-BE49-F238E27FC236}">
                    <a16:creationId xmlns:a16="http://schemas.microsoft.com/office/drawing/2014/main" id="{1A5F939E-828D-3163-45AE-F598645FEC40}"/>
                  </a:ext>
                </a:extLst>
              </p:cNvPr>
              <p:cNvSpPr/>
              <p:nvPr/>
            </p:nvSpPr>
            <p:spPr>
              <a:xfrm>
                <a:off x="9659891" y="5157504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0 w 6343"/>
                  <a:gd name="connsiteY1" fmla="*/ 5548 h 6345"/>
                  <a:gd name="connsiteX2" fmla="*/ 6599 w 6343"/>
                  <a:gd name="connsiteY2" fmla="*/ 3305 h 6345"/>
                  <a:gd name="connsiteX3" fmla="*/ 5670 w 6343"/>
                  <a:gd name="connsiteY3" fmla="*/ 1061 h 6345"/>
                  <a:gd name="connsiteX4" fmla="*/ 3428 w 6343"/>
                  <a:gd name="connsiteY4" fmla="*/ 132 h 6345"/>
                  <a:gd name="connsiteX5" fmla="*/ 1185 w 6343"/>
                  <a:gd name="connsiteY5" fmla="*/ 1061 h 6345"/>
                  <a:gd name="connsiteX6" fmla="*/ 256 w 6343"/>
                  <a:gd name="connsiteY6" fmla="*/ 3305 h 6345"/>
                  <a:gd name="connsiteX7" fmla="*/ 1185 w 6343"/>
                  <a:gd name="connsiteY7" fmla="*/ 5548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3"/>
                      <a:pt x="5670" y="5548"/>
                    </a:cubicBezTo>
                    <a:cubicBezTo>
                      <a:pt x="6265" y="4953"/>
                      <a:pt x="6599" y="4146"/>
                      <a:pt x="6599" y="3305"/>
                    </a:cubicBezTo>
                    <a:cubicBezTo>
                      <a:pt x="6599" y="2464"/>
                      <a:pt x="6265" y="1656"/>
                      <a:pt x="5670" y="1061"/>
                    </a:cubicBezTo>
                    <a:cubicBezTo>
                      <a:pt x="5076" y="467"/>
                      <a:pt x="4269" y="132"/>
                      <a:pt x="3428" y="132"/>
                    </a:cubicBezTo>
                    <a:cubicBezTo>
                      <a:pt x="2587" y="132"/>
                      <a:pt x="1780" y="467"/>
                      <a:pt x="1185" y="1061"/>
                    </a:cubicBezTo>
                    <a:cubicBezTo>
                      <a:pt x="590" y="1656"/>
                      <a:pt x="256" y="2464"/>
                      <a:pt x="256" y="3305"/>
                    </a:cubicBezTo>
                    <a:cubicBezTo>
                      <a:pt x="256" y="4146"/>
                      <a:pt x="590" y="4953"/>
                      <a:pt x="1185" y="5548"/>
                    </a:cubicBezTo>
                    <a:cubicBezTo>
                      <a:pt x="1780" y="6143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63" name="Freeform: Shape 9262">
                <a:extLst>
                  <a:ext uri="{FF2B5EF4-FFF2-40B4-BE49-F238E27FC236}">
                    <a16:creationId xmlns:a16="http://schemas.microsoft.com/office/drawing/2014/main" id="{8E4AEB92-45D9-5215-A06E-9F2B5763087D}"/>
                  </a:ext>
                </a:extLst>
              </p:cNvPr>
              <p:cNvSpPr/>
              <p:nvPr/>
            </p:nvSpPr>
            <p:spPr>
              <a:xfrm>
                <a:off x="9660724" y="5158829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1 w 6343"/>
                  <a:gd name="connsiteY1" fmla="*/ 5548 h 6345"/>
                  <a:gd name="connsiteX2" fmla="*/ 6599 w 6343"/>
                  <a:gd name="connsiteY2" fmla="*/ 3305 h 6345"/>
                  <a:gd name="connsiteX3" fmla="*/ 5671 w 6343"/>
                  <a:gd name="connsiteY3" fmla="*/ 1062 h 6345"/>
                  <a:gd name="connsiteX4" fmla="*/ 3428 w 6343"/>
                  <a:gd name="connsiteY4" fmla="*/ 132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8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3"/>
                      <a:pt x="5671" y="5548"/>
                    </a:cubicBezTo>
                    <a:cubicBezTo>
                      <a:pt x="6265" y="4954"/>
                      <a:pt x="6599" y="4146"/>
                      <a:pt x="6599" y="3305"/>
                    </a:cubicBezTo>
                    <a:cubicBezTo>
                      <a:pt x="6599" y="2464"/>
                      <a:pt x="6265" y="1657"/>
                      <a:pt x="5671" y="1062"/>
                    </a:cubicBezTo>
                    <a:cubicBezTo>
                      <a:pt x="5076" y="467"/>
                      <a:pt x="4269" y="132"/>
                      <a:pt x="3428" y="132"/>
                    </a:cubicBezTo>
                    <a:cubicBezTo>
                      <a:pt x="2587" y="132"/>
                      <a:pt x="1780" y="467"/>
                      <a:pt x="1185" y="1062"/>
                    </a:cubicBezTo>
                    <a:cubicBezTo>
                      <a:pt x="590" y="1657"/>
                      <a:pt x="256" y="2464"/>
                      <a:pt x="256" y="3305"/>
                    </a:cubicBezTo>
                    <a:cubicBezTo>
                      <a:pt x="256" y="4146"/>
                      <a:pt x="590" y="4954"/>
                      <a:pt x="1185" y="5548"/>
                    </a:cubicBezTo>
                    <a:cubicBezTo>
                      <a:pt x="1780" y="6143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64" name="Freeform: Shape 9263">
                <a:extLst>
                  <a:ext uri="{FF2B5EF4-FFF2-40B4-BE49-F238E27FC236}">
                    <a16:creationId xmlns:a16="http://schemas.microsoft.com/office/drawing/2014/main" id="{499CB40E-4EDA-11EB-C992-30E385872F64}"/>
                  </a:ext>
                </a:extLst>
              </p:cNvPr>
              <p:cNvSpPr/>
              <p:nvPr/>
            </p:nvSpPr>
            <p:spPr>
              <a:xfrm>
                <a:off x="9661603" y="5160127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8 w 6343"/>
                  <a:gd name="connsiteY4" fmla="*/ 132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4"/>
                      <a:pt x="5671" y="5549"/>
                    </a:cubicBezTo>
                    <a:cubicBezTo>
                      <a:pt x="6265" y="4954"/>
                      <a:pt x="6600" y="4147"/>
                      <a:pt x="6600" y="3305"/>
                    </a:cubicBezTo>
                    <a:cubicBezTo>
                      <a:pt x="6600" y="2464"/>
                      <a:pt x="6265" y="1657"/>
                      <a:pt x="5671" y="1062"/>
                    </a:cubicBezTo>
                    <a:cubicBezTo>
                      <a:pt x="5076" y="467"/>
                      <a:pt x="4269" y="132"/>
                      <a:pt x="3428" y="132"/>
                    </a:cubicBezTo>
                    <a:cubicBezTo>
                      <a:pt x="2587" y="132"/>
                      <a:pt x="1780" y="467"/>
                      <a:pt x="1185" y="1062"/>
                    </a:cubicBezTo>
                    <a:cubicBezTo>
                      <a:pt x="591" y="1657"/>
                      <a:pt x="256" y="2464"/>
                      <a:pt x="256" y="3305"/>
                    </a:cubicBezTo>
                    <a:cubicBezTo>
                      <a:pt x="256" y="4147"/>
                      <a:pt x="591" y="4954"/>
                      <a:pt x="1185" y="5549"/>
                    </a:cubicBezTo>
                    <a:cubicBezTo>
                      <a:pt x="1780" y="6144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65" name="Freeform: Shape 9264">
                <a:extLst>
                  <a:ext uri="{FF2B5EF4-FFF2-40B4-BE49-F238E27FC236}">
                    <a16:creationId xmlns:a16="http://schemas.microsoft.com/office/drawing/2014/main" id="{1A623152-6D34-F803-56F0-EA00A32BB111}"/>
                  </a:ext>
                </a:extLst>
              </p:cNvPr>
              <p:cNvSpPr/>
              <p:nvPr/>
            </p:nvSpPr>
            <p:spPr>
              <a:xfrm>
                <a:off x="9662527" y="5161397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4"/>
                      <a:pt x="5671" y="5549"/>
                    </a:cubicBezTo>
                    <a:cubicBezTo>
                      <a:pt x="6265" y="4954"/>
                      <a:pt x="6600" y="4147"/>
                      <a:pt x="6600" y="3305"/>
                    </a:cubicBezTo>
                    <a:cubicBezTo>
                      <a:pt x="6600" y="2464"/>
                      <a:pt x="6265" y="1657"/>
                      <a:pt x="5671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5" y="1062"/>
                    </a:cubicBezTo>
                    <a:cubicBezTo>
                      <a:pt x="591" y="1657"/>
                      <a:pt x="256" y="2464"/>
                      <a:pt x="256" y="3305"/>
                    </a:cubicBezTo>
                    <a:cubicBezTo>
                      <a:pt x="256" y="4147"/>
                      <a:pt x="591" y="4954"/>
                      <a:pt x="1185" y="5549"/>
                    </a:cubicBezTo>
                    <a:cubicBezTo>
                      <a:pt x="1780" y="6144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66" name="Freeform: Shape 9265">
                <a:extLst>
                  <a:ext uri="{FF2B5EF4-FFF2-40B4-BE49-F238E27FC236}">
                    <a16:creationId xmlns:a16="http://schemas.microsoft.com/office/drawing/2014/main" id="{BDD151EF-551E-B7F7-FD82-B3828903AAE8}"/>
                  </a:ext>
                </a:extLst>
              </p:cNvPr>
              <p:cNvSpPr/>
              <p:nvPr/>
            </p:nvSpPr>
            <p:spPr>
              <a:xfrm>
                <a:off x="9666031" y="5161124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8 w 6343"/>
                  <a:gd name="connsiteY4" fmla="*/ 133 h 6345"/>
                  <a:gd name="connsiteX5" fmla="*/ 1186 w 6343"/>
                  <a:gd name="connsiteY5" fmla="*/ 1062 h 6345"/>
                  <a:gd name="connsiteX6" fmla="*/ 257 w 6343"/>
                  <a:gd name="connsiteY6" fmla="*/ 3305 h 6345"/>
                  <a:gd name="connsiteX7" fmla="*/ 1186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4"/>
                      <a:pt x="5671" y="5549"/>
                    </a:cubicBezTo>
                    <a:cubicBezTo>
                      <a:pt x="6266" y="4954"/>
                      <a:pt x="6600" y="4147"/>
                      <a:pt x="6600" y="3305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6" y="1062"/>
                    </a:cubicBezTo>
                    <a:cubicBezTo>
                      <a:pt x="591" y="1657"/>
                      <a:pt x="257" y="2464"/>
                      <a:pt x="257" y="3305"/>
                    </a:cubicBezTo>
                    <a:cubicBezTo>
                      <a:pt x="257" y="4147"/>
                      <a:pt x="591" y="4954"/>
                      <a:pt x="1186" y="5549"/>
                    </a:cubicBezTo>
                    <a:cubicBezTo>
                      <a:pt x="1780" y="6144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67" name="Freeform: Shape 9266">
                <a:extLst>
                  <a:ext uri="{FF2B5EF4-FFF2-40B4-BE49-F238E27FC236}">
                    <a16:creationId xmlns:a16="http://schemas.microsoft.com/office/drawing/2014/main" id="{A961350B-33A9-9362-9584-CCFF89B296B6}"/>
                  </a:ext>
                </a:extLst>
              </p:cNvPr>
              <p:cNvSpPr/>
              <p:nvPr/>
            </p:nvSpPr>
            <p:spPr>
              <a:xfrm>
                <a:off x="10026699" y="4949891"/>
                <a:ext cx="6343" cy="6345"/>
              </a:xfrm>
              <a:custGeom>
                <a:avLst/>
                <a:gdLst>
                  <a:gd name="connsiteX0" fmla="*/ 3457 w 6343"/>
                  <a:gd name="connsiteY0" fmla="*/ 6461 h 6345"/>
                  <a:gd name="connsiteX1" fmla="*/ 5699 w 6343"/>
                  <a:gd name="connsiteY1" fmla="*/ 5532 h 6345"/>
                  <a:gd name="connsiteX2" fmla="*/ 6628 w 6343"/>
                  <a:gd name="connsiteY2" fmla="*/ 3289 h 6345"/>
                  <a:gd name="connsiteX3" fmla="*/ 5699 w 6343"/>
                  <a:gd name="connsiteY3" fmla="*/ 1045 h 6345"/>
                  <a:gd name="connsiteX4" fmla="*/ 3457 w 6343"/>
                  <a:gd name="connsiteY4" fmla="*/ 116 h 6345"/>
                  <a:gd name="connsiteX5" fmla="*/ 1214 w 6343"/>
                  <a:gd name="connsiteY5" fmla="*/ 1045 h 6345"/>
                  <a:gd name="connsiteX6" fmla="*/ 285 w 6343"/>
                  <a:gd name="connsiteY6" fmla="*/ 3289 h 6345"/>
                  <a:gd name="connsiteX7" fmla="*/ 1214 w 6343"/>
                  <a:gd name="connsiteY7" fmla="*/ 5532 h 6345"/>
                  <a:gd name="connsiteX8" fmla="*/ 3457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61"/>
                    </a:moveTo>
                    <a:cubicBezTo>
                      <a:pt x="4298" y="6461"/>
                      <a:pt x="5105" y="6127"/>
                      <a:pt x="5699" y="5532"/>
                    </a:cubicBezTo>
                    <a:cubicBezTo>
                      <a:pt x="6294" y="4937"/>
                      <a:pt x="6628" y="4130"/>
                      <a:pt x="6628" y="3289"/>
                    </a:cubicBezTo>
                    <a:cubicBezTo>
                      <a:pt x="6628" y="2447"/>
                      <a:pt x="6294" y="1640"/>
                      <a:pt x="5699" y="1045"/>
                    </a:cubicBezTo>
                    <a:cubicBezTo>
                      <a:pt x="5105" y="450"/>
                      <a:pt x="4298" y="116"/>
                      <a:pt x="3457" y="116"/>
                    </a:cubicBezTo>
                    <a:cubicBezTo>
                      <a:pt x="2616" y="116"/>
                      <a:pt x="1809" y="450"/>
                      <a:pt x="1214" y="1045"/>
                    </a:cubicBezTo>
                    <a:cubicBezTo>
                      <a:pt x="619" y="1640"/>
                      <a:pt x="285" y="2447"/>
                      <a:pt x="285" y="3289"/>
                    </a:cubicBezTo>
                    <a:cubicBezTo>
                      <a:pt x="285" y="4130"/>
                      <a:pt x="619" y="4937"/>
                      <a:pt x="1214" y="5532"/>
                    </a:cubicBezTo>
                    <a:cubicBezTo>
                      <a:pt x="1809" y="6127"/>
                      <a:pt x="2616" y="6461"/>
                      <a:pt x="3457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68" name="Freeform: Shape 9267">
                <a:extLst>
                  <a:ext uri="{FF2B5EF4-FFF2-40B4-BE49-F238E27FC236}">
                    <a16:creationId xmlns:a16="http://schemas.microsoft.com/office/drawing/2014/main" id="{333E07D2-5EF3-7858-DF5F-BA4635663CF4}"/>
                  </a:ext>
                </a:extLst>
              </p:cNvPr>
              <p:cNvSpPr/>
              <p:nvPr/>
            </p:nvSpPr>
            <p:spPr>
              <a:xfrm>
                <a:off x="10030482" y="4952491"/>
                <a:ext cx="6343" cy="6345"/>
              </a:xfrm>
              <a:custGeom>
                <a:avLst/>
                <a:gdLst>
                  <a:gd name="connsiteX0" fmla="*/ 3457 w 6343"/>
                  <a:gd name="connsiteY0" fmla="*/ 6461 h 6345"/>
                  <a:gd name="connsiteX1" fmla="*/ 5700 w 6343"/>
                  <a:gd name="connsiteY1" fmla="*/ 5532 h 6345"/>
                  <a:gd name="connsiteX2" fmla="*/ 6629 w 6343"/>
                  <a:gd name="connsiteY2" fmla="*/ 3289 h 6345"/>
                  <a:gd name="connsiteX3" fmla="*/ 5700 w 6343"/>
                  <a:gd name="connsiteY3" fmla="*/ 1045 h 6345"/>
                  <a:gd name="connsiteX4" fmla="*/ 3457 w 6343"/>
                  <a:gd name="connsiteY4" fmla="*/ 116 h 6345"/>
                  <a:gd name="connsiteX5" fmla="*/ 1214 w 6343"/>
                  <a:gd name="connsiteY5" fmla="*/ 1045 h 6345"/>
                  <a:gd name="connsiteX6" fmla="*/ 285 w 6343"/>
                  <a:gd name="connsiteY6" fmla="*/ 3289 h 6345"/>
                  <a:gd name="connsiteX7" fmla="*/ 1214 w 6343"/>
                  <a:gd name="connsiteY7" fmla="*/ 5532 h 6345"/>
                  <a:gd name="connsiteX8" fmla="*/ 3457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61"/>
                    </a:moveTo>
                    <a:cubicBezTo>
                      <a:pt x="4298" y="6461"/>
                      <a:pt x="5105" y="6127"/>
                      <a:pt x="5700" y="5532"/>
                    </a:cubicBezTo>
                    <a:cubicBezTo>
                      <a:pt x="6294" y="4937"/>
                      <a:pt x="6629" y="4130"/>
                      <a:pt x="6629" y="3289"/>
                    </a:cubicBezTo>
                    <a:cubicBezTo>
                      <a:pt x="6629" y="2447"/>
                      <a:pt x="6294" y="1640"/>
                      <a:pt x="5700" y="1045"/>
                    </a:cubicBezTo>
                    <a:cubicBezTo>
                      <a:pt x="5105" y="450"/>
                      <a:pt x="4298" y="116"/>
                      <a:pt x="3457" y="116"/>
                    </a:cubicBezTo>
                    <a:cubicBezTo>
                      <a:pt x="2616" y="116"/>
                      <a:pt x="1809" y="450"/>
                      <a:pt x="1214" y="1045"/>
                    </a:cubicBezTo>
                    <a:cubicBezTo>
                      <a:pt x="620" y="1640"/>
                      <a:pt x="285" y="2447"/>
                      <a:pt x="285" y="3289"/>
                    </a:cubicBezTo>
                    <a:cubicBezTo>
                      <a:pt x="285" y="4130"/>
                      <a:pt x="620" y="4937"/>
                      <a:pt x="1214" y="5532"/>
                    </a:cubicBezTo>
                    <a:cubicBezTo>
                      <a:pt x="1809" y="6127"/>
                      <a:pt x="2616" y="6461"/>
                      <a:pt x="3457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69" name="Freeform: Shape 9268">
                <a:extLst>
                  <a:ext uri="{FF2B5EF4-FFF2-40B4-BE49-F238E27FC236}">
                    <a16:creationId xmlns:a16="http://schemas.microsoft.com/office/drawing/2014/main" id="{FD4B5249-E64E-E435-FB74-5DC166857D20}"/>
                  </a:ext>
                </a:extLst>
              </p:cNvPr>
              <p:cNvSpPr/>
              <p:nvPr/>
            </p:nvSpPr>
            <p:spPr>
              <a:xfrm>
                <a:off x="10039674" y="4966438"/>
                <a:ext cx="6343" cy="6345"/>
              </a:xfrm>
              <a:custGeom>
                <a:avLst/>
                <a:gdLst>
                  <a:gd name="connsiteX0" fmla="*/ 3458 w 6343"/>
                  <a:gd name="connsiteY0" fmla="*/ 6463 h 6345"/>
                  <a:gd name="connsiteX1" fmla="*/ 5700 w 6343"/>
                  <a:gd name="connsiteY1" fmla="*/ 5533 h 6345"/>
                  <a:gd name="connsiteX2" fmla="*/ 6629 w 6343"/>
                  <a:gd name="connsiteY2" fmla="*/ 3290 h 6345"/>
                  <a:gd name="connsiteX3" fmla="*/ 5700 w 6343"/>
                  <a:gd name="connsiteY3" fmla="*/ 1046 h 6345"/>
                  <a:gd name="connsiteX4" fmla="*/ 3458 w 6343"/>
                  <a:gd name="connsiteY4" fmla="*/ 117 h 6345"/>
                  <a:gd name="connsiteX5" fmla="*/ 1215 w 6343"/>
                  <a:gd name="connsiteY5" fmla="*/ 1046 h 6345"/>
                  <a:gd name="connsiteX6" fmla="*/ 286 w 6343"/>
                  <a:gd name="connsiteY6" fmla="*/ 3290 h 6345"/>
                  <a:gd name="connsiteX7" fmla="*/ 1215 w 6343"/>
                  <a:gd name="connsiteY7" fmla="*/ 5533 h 6345"/>
                  <a:gd name="connsiteX8" fmla="*/ 3458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463"/>
                    </a:moveTo>
                    <a:cubicBezTo>
                      <a:pt x="4299" y="6463"/>
                      <a:pt x="5106" y="6128"/>
                      <a:pt x="5700" y="5533"/>
                    </a:cubicBezTo>
                    <a:cubicBezTo>
                      <a:pt x="6295" y="4938"/>
                      <a:pt x="6629" y="4131"/>
                      <a:pt x="6629" y="3290"/>
                    </a:cubicBezTo>
                    <a:cubicBezTo>
                      <a:pt x="6629" y="2448"/>
                      <a:pt x="6295" y="1641"/>
                      <a:pt x="5700" y="1046"/>
                    </a:cubicBezTo>
                    <a:cubicBezTo>
                      <a:pt x="5106" y="451"/>
                      <a:pt x="4299" y="117"/>
                      <a:pt x="3458" y="117"/>
                    </a:cubicBezTo>
                    <a:cubicBezTo>
                      <a:pt x="2617" y="117"/>
                      <a:pt x="1810" y="451"/>
                      <a:pt x="1215" y="1046"/>
                    </a:cubicBezTo>
                    <a:cubicBezTo>
                      <a:pt x="620" y="1641"/>
                      <a:pt x="286" y="2448"/>
                      <a:pt x="286" y="3290"/>
                    </a:cubicBezTo>
                    <a:cubicBezTo>
                      <a:pt x="286" y="4131"/>
                      <a:pt x="620" y="4938"/>
                      <a:pt x="1215" y="5533"/>
                    </a:cubicBezTo>
                    <a:cubicBezTo>
                      <a:pt x="1810" y="6128"/>
                      <a:pt x="2617" y="6463"/>
                      <a:pt x="3458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70" name="Freeform: Shape 9269">
                <a:extLst>
                  <a:ext uri="{FF2B5EF4-FFF2-40B4-BE49-F238E27FC236}">
                    <a16:creationId xmlns:a16="http://schemas.microsoft.com/office/drawing/2014/main" id="{F302D94E-902D-4C65-11C2-E1EDE487FD68}"/>
                  </a:ext>
                </a:extLst>
              </p:cNvPr>
              <p:cNvSpPr/>
              <p:nvPr/>
            </p:nvSpPr>
            <p:spPr>
              <a:xfrm>
                <a:off x="10041561" y="4970158"/>
                <a:ext cx="6343" cy="6345"/>
              </a:xfrm>
              <a:custGeom>
                <a:avLst/>
                <a:gdLst>
                  <a:gd name="connsiteX0" fmla="*/ 3458 w 6343"/>
                  <a:gd name="connsiteY0" fmla="*/ 6463 h 6345"/>
                  <a:gd name="connsiteX1" fmla="*/ 5701 w 6343"/>
                  <a:gd name="connsiteY1" fmla="*/ 5534 h 6345"/>
                  <a:gd name="connsiteX2" fmla="*/ 6629 w 6343"/>
                  <a:gd name="connsiteY2" fmla="*/ 3290 h 6345"/>
                  <a:gd name="connsiteX3" fmla="*/ 5701 w 6343"/>
                  <a:gd name="connsiteY3" fmla="*/ 1047 h 6345"/>
                  <a:gd name="connsiteX4" fmla="*/ 3458 w 6343"/>
                  <a:gd name="connsiteY4" fmla="*/ 117 h 6345"/>
                  <a:gd name="connsiteX5" fmla="*/ 1215 w 6343"/>
                  <a:gd name="connsiteY5" fmla="*/ 1047 h 6345"/>
                  <a:gd name="connsiteX6" fmla="*/ 286 w 6343"/>
                  <a:gd name="connsiteY6" fmla="*/ 3290 h 6345"/>
                  <a:gd name="connsiteX7" fmla="*/ 1215 w 6343"/>
                  <a:gd name="connsiteY7" fmla="*/ 5534 h 6345"/>
                  <a:gd name="connsiteX8" fmla="*/ 3458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463"/>
                    </a:moveTo>
                    <a:cubicBezTo>
                      <a:pt x="4299" y="6463"/>
                      <a:pt x="5106" y="6129"/>
                      <a:pt x="5701" y="5534"/>
                    </a:cubicBezTo>
                    <a:cubicBezTo>
                      <a:pt x="6295" y="4939"/>
                      <a:pt x="6629" y="4132"/>
                      <a:pt x="6629" y="3290"/>
                    </a:cubicBezTo>
                    <a:cubicBezTo>
                      <a:pt x="6629" y="2449"/>
                      <a:pt x="6295" y="1642"/>
                      <a:pt x="5701" y="1047"/>
                    </a:cubicBezTo>
                    <a:cubicBezTo>
                      <a:pt x="5106" y="452"/>
                      <a:pt x="4299" y="117"/>
                      <a:pt x="3458" y="117"/>
                    </a:cubicBezTo>
                    <a:cubicBezTo>
                      <a:pt x="2617" y="117"/>
                      <a:pt x="1810" y="452"/>
                      <a:pt x="1215" y="1047"/>
                    </a:cubicBezTo>
                    <a:cubicBezTo>
                      <a:pt x="621" y="1642"/>
                      <a:pt x="286" y="2449"/>
                      <a:pt x="286" y="3290"/>
                    </a:cubicBezTo>
                    <a:cubicBezTo>
                      <a:pt x="286" y="4132"/>
                      <a:pt x="621" y="4939"/>
                      <a:pt x="1215" y="5534"/>
                    </a:cubicBezTo>
                    <a:cubicBezTo>
                      <a:pt x="1810" y="6129"/>
                      <a:pt x="2617" y="6463"/>
                      <a:pt x="3458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71" name="Freeform: Shape 9270">
                <a:extLst>
                  <a:ext uri="{FF2B5EF4-FFF2-40B4-BE49-F238E27FC236}">
                    <a16:creationId xmlns:a16="http://schemas.microsoft.com/office/drawing/2014/main" id="{796DCDE5-14C1-BF25-38BB-897E15CBDF71}"/>
                  </a:ext>
                </a:extLst>
              </p:cNvPr>
              <p:cNvSpPr/>
              <p:nvPr/>
            </p:nvSpPr>
            <p:spPr>
              <a:xfrm>
                <a:off x="10046197" y="4972409"/>
                <a:ext cx="6343" cy="6345"/>
              </a:xfrm>
              <a:custGeom>
                <a:avLst/>
                <a:gdLst>
                  <a:gd name="connsiteX0" fmla="*/ 3458 w 6343"/>
                  <a:gd name="connsiteY0" fmla="*/ 6463 h 6345"/>
                  <a:gd name="connsiteX1" fmla="*/ 5701 w 6343"/>
                  <a:gd name="connsiteY1" fmla="*/ 5534 h 6345"/>
                  <a:gd name="connsiteX2" fmla="*/ 6630 w 6343"/>
                  <a:gd name="connsiteY2" fmla="*/ 3290 h 6345"/>
                  <a:gd name="connsiteX3" fmla="*/ 5701 w 6343"/>
                  <a:gd name="connsiteY3" fmla="*/ 1047 h 6345"/>
                  <a:gd name="connsiteX4" fmla="*/ 3458 w 6343"/>
                  <a:gd name="connsiteY4" fmla="*/ 118 h 6345"/>
                  <a:gd name="connsiteX5" fmla="*/ 1216 w 6343"/>
                  <a:gd name="connsiteY5" fmla="*/ 1047 h 6345"/>
                  <a:gd name="connsiteX6" fmla="*/ 287 w 6343"/>
                  <a:gd name="connsiteY6" fmla="*/ 3290 h 6345"/>
                  <a:gd name="connsiteX7" fmla="*/ 1216 w 6343"/>
                  <a:gd name="connsiteY7" fmla="*/ 5534 h 6345"/>
                  <a:gd name="connsiteX8" fmla="*/ 3458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463"/>
                    </a:moveTo>
                    <a:cubicBezTo>
                      <a:pt x="4299" y="6463"/>
                      <a:pt x="5106" y="6129"/>
                      <a:pt x="5701" y="5534"/>
                    </a:cubicBezTo>
                    <a:cubicBezTo>
                      <a:pt x="6296" y="4939"/>
                      <a:pt x="6630" y="4132"/>
                      <a:pt x="6630" y="3290"/>
                    </a:cubicBezTo>
                    <a:cubicBezTo>
                      <a:pt x="6630" y="2449"/>
                      <a:pt x="6296" y="1642"/>
                      <a:pt x="5701" y="1047"/>
                    </a:cubicBezTo>
                    <a:cubicBezTo>
                      <a:pt x="5106" y="452"/>
                      <a:pt x="4299" y="118"/>
                      <a:pt x="3458" y="118"/>
                    </a:cubicBezTo>
                    <a:cubicBezTo>
                      <a:pt x="2617" y="118"/>
                      <a:pt x="1810" y="452"/>
                      <a:pt x="1216" y="1047"/>
                    </a:cubicBezTo>
                    <a:cubicBezTo>
                      <a:pt x="621" y="1642"/>
                      <a:pt x="287" y="2449"/>
                      <a:pt x="287" y="3290"/>
                    </a:cubicBezTo>
                    <a:cubicBezTo>
                      <a:pt x="287" y="4132"/>
                      <a:pt x="621" y="4939"/>
                      <a:pt x="1216" y="5534"/>
                    </a:cubicBezTo>
                    <a:cubicBezTo>
                      <a:pt x="1810" y="6129"/>
                      <a:pt x="2617" y="6463"/>
                      <a:pt x="3458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72" name="Freeform: Shape 9271">
                <a:extLst>
                  <a:ext uri="{FF2B5EF4-FFF2-40B4-BE49-F238E27FC236}">
                    <a16:creationId xmlns:a16="http://schemas.microsoft.com/office/drawing/2014/main" id="{C6FBD078-9ECC-4B1C-7D2F-D524E8369CB3}"/>
                  </a:ext>
                </a:extLst>
              </p:cNvPr>
              <p:cNvSpPr/>
              <p:nvPr/>
            </p:nvSpPr>
            <p:spPr>
              <a:xfrm>
                <a:off x="10594078" y="4953196"/>
                <a:ext cx="6343" cy="6345"/>
              </a:xfrm>
              <a:custGeom>
                <a:avLst/>
                <a:gdLst>
                  <a:gd name="connsiteX0" fmla="*/ 3501 w 6343"/>
                  <a:gd name="connsiteY0" fmla="*/ 6462 h 6345"/>
                  <a:gd name="connsiteX1" fmla="*/ 5744 w 6343"/>
                  <a:gd name="connsiteY1" fmla="*/ 5532 h 6345"/>
                  <a:gd name="connsiteX2" fmla="*/ 6673 w 6343"/>
                  <a:gd name="connsiteY2" fmla="*/ 3289 h 6345"/>
                  <a:gd name="connsiteX3" fmla="*/ 5744 w 6343"/>
                  <a:gd name="connsiteY3" fmla="*/ 1045 h 6345"/>
                  <a:gd name="connsiteX4" fmla="*/ 3501 w 6343"/>
                  <a:gd name="connsiteY4" fmla="*/ 116 h 6345"/>
                  <a:gd name="connsiteX5" fmla="*/ 1259 w 6343"/>
                  <a:gd name="connsiteY5" fmla="*/ 1045 h 6345"/>
                  <a:gd name="connsiteX6" fmla="*/ 330 w 6343"/>
                  <a:gd name="connsiteY6" fmla="*/ 3289 h 6345"/>
                  <a:gd name="connsiteX7" fmla="*/ 1259 w 6343"/>
                  <a:gd name="connsiteY7" fmla="*/ 5532 h 6345"/>
                  <a:gd name="connsiteX8" fmla="*/ 3501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1" y="6462"/>
                    </a:moveTo>
                    <a:cubicBezTo>
                      <a:pt x="4343" y="6462"/>
                      <a:pt x="5149" y="6127"/>
                      <a:pt x="5744" y="5532"/>
                    </a:cubicBezTo>
                    <a:cubicBezTo>
                      <a:pt x="6339" y="4937"/>
                      <a:pt x="6673" y="4130"/>
                      <a:pt x="6673" y="3289"/>
                    </a:cubicBezTo>
                    <a:cubicBezTo>
                      <a:pt x="6673" y="2447"/>
                      <a:pt x="6339" y="1640"/>
                      <a:pt x="5744" y="1045"/>
                    </a:cubicBezTo>
                    <a:cubicBezTo>
                      <a:pt x="5149" y="450"/>
                      <a:pt x="4343" y="116"/>
                      <a:pt x="3501" y="116"/>
                    </a:cubicBezTo>
                    <a:cubicBezTo>
                      <a:pt x="2660" y="116"/>
                      <a:pt x="1854" y="450"/>
                      <a:pt x="1259" y="1045"/>
                    </a:cubicBezTo>
                    <a:cubicBezTo>
                      <a:pt x="664" y="1640"/>
                      <a:pt x="330" y="2447"/>
                      <a:pt x="330" y="3289"/>
                    </a:cubicBezTo>
                    <a:cubicBezTo>
                      <a:pt x="330" y="4130"/>
                      <a:pt x="664" y="4937"/>
                      <a:pt x="1259" y="5532"/>
                    </a:cubicBezTo>
                    <a:cubicBezTo>
                      <a:pt x="1854" y="6127"/>
                      <a:pt x="2660" y="6462"/>
                      <a:pt x="3501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73" name="Freeform: Shape 9272">
                <a:extLst>
                  <a:ext uri="{FF2B5EF4-FFF2-40B4-BE49-F238E27FC236}">
                    <a16:creationId xmlns:a16="http://schemas.microsoft.com/office/drawing/2014/main" id="{9B583703-AE87-C34F-F7CA-5FF461CBBF41}"/>
                  </a:ext>
                </a:extLst>
              </p:cNvPr>
              <p:cNvSpPr/>
              <p:nvPr/>
            </p:nvSpPr>
            <p:spPr>
              <a:xfrm>
                <a:off x="11171958" y="5750112"/>
                <a:ext cx="6343" cy="6345"/>
              </a:xfrm>
              <a:custGeom>
                <a:avLst/>
                <a:gdLst>
                  <a:gd name="connsiteX0" fmla="*/ 3547 w 6343"/>
                  <a:gd name="connsiteY0" fmla="*/ 6524 h 6345"/>
                  <a:gd name="connsiteX1" fmla="*/ 5790 w 6343"/>
                  <a:gd name="connsiteY1" fmla="*/ 5595 h 6345"/>
                  <a:gd name="connsiteX2" fmla="*/ 6719 w 6343"/>
                  <a:gd name="connsiteY2" fmla="*/ 3352 h 6345"/>
                  <a:gd name="connsiteX3" fmla="*/ 5790 w 6343"/>
                  <a:gd name="connsiteY3" fmla="*/ 1108 h 6345"/>
                  <a:gd name="connsiteX4" fmla="*/ 3547 w 6343"/>
                  <a:gd name="connsiteY4" fmla="*/ 179 h 6345"/>
                  <a:gd name="connsiteX5" fmla="*/ 1304 w 6343"/>
                  <a:gd name="connsiteY5" fmla="*/ 1108 h 6345"/>
                  <a:gd name="connsiteX6" fmla="*/ 375 w 6343"/>
                  <a:gd name="connsiteY6" fmla="*/ 3352 h 6345"/>
                  <a:gd name="connsiteX7" fmla="*/ 1304 w 6343"/>
                  <a:gd name="connsiteY7" fmla="*/ 5595 h 6345"/>
                  <a:gd name="connsiteX8" fmla="*/ 3547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47" y="6524"/>
                    </a:moveTo>
                    <a:cubicBezTo>
                      <a:pt x="4388" y="6524"/>
                      <a:pt x="5195" y="6190"/>
                      <a:pt x="5790" y="5595"/>
                    </a:cubicBezTo>
                    <a:cubicBezTo>
                      <a:pt x="6384" y="5000"/>
                      <a:pt x="6719" y="4193"/>
                      <a:pt x="6719" y="3352"/>
                    </a:cubicBezTo>
                    <a:cubicBezTo>
                      <a:pt x="6719" y="2510"/>
                      <a:pt x="6384" y="1703"/>
                      <a:pt x="5790" y="1108"/>
                    </a:cubicBezTo>
                    <a:cubicBezTo>
                      <a:pt x="5195" y="513"/>
                      <a:pt x="4388" y="179"/>
                      <a:pt x="3547" y="179"/>
                    </a:cubicBezTo>
                    <a:cubicBezTo>
                      <a:pt x="2706" y="179"/>
                      <a:pt x="1899" y="513"/>
                      <a:pt x="1304" y="1108"/>
                    </a:cubicBezTo>
                    <a:cubicBezTo>
                      <a:pt x="710" y="1703"/>
                      <a:pt x="375" y="2510"/>
                      <a:pt x="375" y="3352"/>
                    </a:cubicBezTo>
                    <a:cubicBezTo>
                      <a:pt x="375" y="4193"/>
                      <a:pt x="710" y="5000"/>
                      <a:pt x="1304" y="5595"/>
                    </a:cubicBezTo>
                    <a:cubicBezTo>
                      <a:pt x="1899" y="6190"/>
                      <a:pt x="2706" y="6524"/>
                      <a:pt x="3547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74" name="Freeform: Shape 9273">
                <a:extLst>
                  <a:ext uri="{FF2B5EF4-FFF2-40B4-BE49-F238E27FC236}">
                    <a16:creationId xmlns:a16="http://schemas.microsoft.com/office/drawing/2014/main" id="{B5641BFD-661B-8EF4-C5DA-5AC7D1C17853}"/>
                  </a:ext>
                </a:extLst>
              </p:cNvPr>
              <p:cNvSpPr/>
              <p:nvPr/>
            </p:nvSpPr>
            <p:spPr>
              <a:xfrm>
                <a:off x="10510096" y="5751389"/>
                <a:ext cx="6343" cy="6345"/>
              </a:xfrm>
              <a:custGeom>
                <a:avLst/>
                <a:gdLst>
                  <a:gd name="connsiteX0" fmla="*/ 3495 w 6343"/>
                  <a:gd name="connsiteY0" fmla="*/ 6524 h 6345"/>
                  <a:gd name="connsiteX1" fmla="*/ 5737 w 6343"/>
                  <a:gd name="connsiteY1" fmla="*/ 5595 h 6345"/>
                  <a:gd name="connsiteX2" fmla="*/ 6666 w 6343"/>
                  <a:gd name="connsiteY2" fmla="*/ 3352 h 6345"/>
                  <a:gd name="connsiteX3" fmla="*/ 5737 w 6343"/>
                  <a:gd name="connsiteY3" fmla="*/ 1108 h 6345"/>
                  <a:gd name="connsiteX4" fmla="*/ 3495 w 6343"/>
                  <a:gd name="connsiteY4" fmla="*/ 179 h 6345"/>
                  <a:gd name="connsiteX5" fmla="*/ 1252 w 6343"/>
                  <a:gd name="connsiteY5" fmla="*/ 1108 h 6345"/>
                  <a:gd name="connsiteX6" fmla="*/ 323 w 6343"/>
                  <a:gd name="connsiteY6" fmla="*/ 3352 h 6345"/>
                  <a:gd name="connsiteX7" fmla="*/ 1252 w 6343"/>
                  <a:gd name="connsiteY7" fmla="*/ 5595 h 6345"/>
                  <a:gd name="connsiteX8" fmla="*/ 3495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5" y="6524"/>
                    </a:moveTo>
                    <a:cubicBezTo>
                      <a:pt x="4336" y="6524"/>
                      <a:pt x="5143" y="6190"/>
                      <a:pt x="5737" y="5595"/>
                    </a:cubicBezTo>
                    <a:cubicBezTo>
                      <a:pt x="6332" y="5000"/>
                      <a:pt x="6666" y="4193"/>
                      <a:pt x="6666" y="3352"/>
                    </a:cubicBezTo>
                    <a:cubicBezTo>
                      <a:pt x="6666" y="2510"/>
                      <a:pt x="6332" y="1703"/>
                      <a:pt x="5737" y="1108"/>
                    </a:cubicBezTo>
                    <a:cubicBezTo>
                      <a:pt x="5143" y="513"/>
                      <a:pt x="4336" y="179"/>
                      <a:pt x="3495" y="179"/>
                    </a:cubicBezTo>
                    <a:cubicBezTo>
                      <a:pt x="2654" y="179"/>
                      <a:pt x="1847" y="513"/>
                      <a:pt x="1252" y="1108"/>
                    </a:cubicBezTo>
                    <a:cubicBezTo>
                      <a:pt x="657" y="1703"/>
                      <a:pt x="323" y="2510"/>
                      <a:pt x="323" y="3352"/>
                    </a:cubicBezTo>
                    <a:cubicBezTo>
                      <a:pt x="323" y="4193"/>
                      <a:pt x="657" y="5000"/>
                      <a:pt x="1252" y="5595"/>
                    </a:cubicBezTo>
                    <a:cubicBezTo>
                      <a:pt x="1847" y="6190"/>
                      <a:pt x="2654" y="6524"/>
                      <a:pt x="3495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75" name="Freeform: Shape 9274">
                <a:extLst>
                  <a:ext uri="{FF2B5EF4-FFF2-40B4-BE49-F238E27FC236}">
                    <a16:creationId xmlns:a16="http://schemas.microsoft.com/office/drawing/2014/main" id="{DC35B274-8E55-BDF4-5F8E-DA9BB08817B8}"/>
                  </a:ext>
                </a:extLst>
              </p:cNvPr>
              <p:cNvSpPr/>
              <p:nvPr/>
            </p:nvSpPr>
            <p:spPr>
              <a:xfrm>
                <a:off x="10500072" y="5754780"/>
                <a:ext cx="6343" cy="6345"/>
              </a:xfrm>
              <a:custGeom>
                <a:avLst/>
                <a:gdLst>
                  <a:gd name="connsiteX0" fmla="*/ 3494 w 6343"/>
                  <a:gd name="connsiteY0" fmla="*/ 6525 h 6345"/>
                  <a:gd name="connsiteX1" fmla="*/ 5737 w 6343"/>
                  <a:gd name="connsiteY1" fmla="*/ 5595 h 6345"/>
                  <a:gd name="connsiteX2" fmla="*/ 6666 w 6343"/>
                  <a:gd name="connsiteY2" fmla="*/ 3352 h 6345"/>
                  <a:gd name="connsiteX3" fmla="*/ 5737 w 6343"/>
                  <a:gd name="connsiteY3" fmla="*/ 1109 h 6345"/>
                  <a:gd name="connsiteX4" fmla="*/ 3494 w 6343"/>
                  <a:gd name="connsiteY4" fmla="*/ 179 h 6345"/>
                  <a:gd name="connsiteX5" fmla="*/ 1251 w 6343"/>
                  <a:gd name="connsiteY5" fmla="*/ 1109 h 6345"/>
                  <a:gd name="connsiteX6" fmla="*/ 322 w 6343"/>
                  <a:gd name="connsiteY6" fmla="*/ 3352 h 6345"/>
                  <a:gd name="connsiteX7" fmla="*/ 1251 w 6343"/>
                  <a:gd name="connsiteY7" fmla="*/ 5595 h 6345"/>
                  <a:gd name="connsiteX8" fmla="*/ 349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4" y="6525"/>
                    </a:moveTo>
                    <a:cubicBezTo>
                      <a:pt x="4335" y="6525"/>
                      <a:pt x="5142" y="6190"/>
                      <a:pt x="5737" y="5595"/>
                    </a:cubicBezTo>
                    <a:cubicBezTo>
                      <a:pt x="6331" y="5000"/>
                      <a:pt x="6666" y="4193"/>
                      <a:pt x="6666" y="3352"/>
                    </a:cubicBezTo>
                    <a:cubicBezTo>
                      <a:pt x="6666" y="2511"/>
                      <a:pt x="6331" y="1704"/>
                      <a:pt x="5737" y="1109"/>
                    </a:cubicBezTo>
                    <a:cubicBezTo>
                      <a:pt x="5142" y="514"/>
                      <a:pt x="4335" y="179"/>
                      <a:pt x="3494" y="179"/>
                    </a:cubicBezTo>
                    <a:cubicBezTo>
                      <a:pt x="2653" y="179"/>
                      <a:pt x="1846" y="514"/>
                      <a:pt x="1251" y="1109"/>
                    </a:cubicBezTo>
                    <a:cubicBezTo>
                      <a:pt x="657" y="1704"/>
                      <a:pt x="322" y="2511"/>
                      <a:pt x="322" y="3352"/>
                    </a:cubicBezTo>
                    <a:cubicBezTo>
                      <a:pt x="322" y="4193"/>
                      <a:pt x="657" y="5000"/>
                      <a:pt x="1251" y="5595"/>
                    </a:cubicBezTo>
                    <a:cubicBezTo>
                      <a:pt x="1846" y="6190"/>
                      <a:pt x="2653" y="6525"/>
                      <a:pt x="349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76" name="Freeform: Shape 9275">
                <a:extLst>
                  <a:ext uri="{FF2B5EF4-FFF2-40B4-BE49-F238E27FC236}">
                    <a16:creationId xmlns:a16="http://schemas.microsoft.com/office/drawing/2014/main" id="{F6CAC891-54A1-0193-A12C-D1075ECCB55E}"/>
                  </a:ext>
                </a:extLst>
              </p:cNvPr>
              <p:cNvSpPr/>
              <p:nvPr/>
            </p:nvSpPr>
            <p:spPr>
              <a:xfrm>
                <a:off x="10501763" y="5763265"/>
                <a:ext cx="6343" cy="6345"/>
              </a:xfrm>
              <a:custGeom>
                <a:avLst/>
                <a:gdLst>
                  <a:gd name="connsiteX0" fmla="*/ 3494 w 6343"/>
                  <a:gd name="connsiteY0" fmla="*/ 6525 h 6345"/>
                  <a:gd name="connsiteX1" fmla="*/ 5737 w 6343"/>
                  <a:gd name="connsiteY1" fmla="*/ 5596 h 6345"/>
                  <a:gd name="connsiteX2" fmla="*/ 6666 w 6343"/>
                  <a:gd name="connsiteY2" fmla="*/ 3353 h 6345"/>
                  <a:gd name="connsiteX3" fmla="*/ 5737 w 6343"/>
                  <a:gd name="connsiteY3" fmla="*/ 1109 h 6345"/>
                  <a:gd name="connsiteX4" fmla="*/ 3494 w 6343"/>
                  <a:gd name="connsiteY4" fmla="*/ 180 h 6345"/>
                  <a:gd name="connsiteX5" fmla="*/ 1252 w 6343"/>
                  <a:gd name="connsiteY5" fmla="*/ 1109 h 6345"/>
                  <a:gd name="connsiteX6" fmla="*/ 323 w 6343"/>
                  <a:gd name="connsiteY6" fmla="*/ 3353 h 6345"/>
                  <a:gd name="connsiteX7" fmla="*/ 1252 w 6343"/>
                  <a:gd name="connsiteY7" fmla="*/ 5596 h 6345"/>
                  <a:gd name="connsiteX8" fmla="*/ 349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4" y="6525"/>
                    </a:moveTo>
                    <a:cubicBezTo>
                      <a:pt x="4335" y="6525"/>
                      <a:pt x="5142" y="6191"/>
                      <a:pt x="5737" y="5596"/>
                    </a:cubicBezTo>
                    <a:cubicBezTo>
                      <a:pt x="6332" y="5001"/>
                      <a:pt x="6666" y="4194"/>
                      <a:pt x="6666" y="3353"/>
                    </a:cubicBezTo>
                    <a:cubicBezTo>
                      <a:pt x="6666" y="2511"/>
                      <a:pt x="6332" y="1704"/>
                      <a:pt x="5737" y="1109"/>
                    </a:cubicBezTo>
                    <a:cubicBezTo>
                      <a:pt x="5142" y="514"/>
                      <a:pt x="4335" y="180"/>
                      <a:pt x="3494" y="180"/>
                    </a:cubicBezTo>
                    <a:cubicBezTo>
                      <a:pt x="2653" y="180"/>
                      <a:pt x="1846" y="514"/>
                      <a:pt x="1252" y="1109"/>
                    </a:cubicBezTo>
                    <a:cubicBezTo>
                      <a:pt x="657" y="1704"/>
                      <a:pt x="323" y="2511"/>
                      <a:pt x="323" y="3353"/>
                    </a:cubicBezTo>
                    <a:cubicBezTo>
                      <a:pt x="323" y="4194"/>
                      <a:pt x="657" y="5001"/>
                      <a:pt x="1252" y="5596"/>
                    </a:cubicBezTo>
                    <a:cubicBezTo>
                      <a:pt x="1846" y="6191"/>
                      <a:pt x="2653" y="6525"/>
                      <a:pt x="349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77" name="Freeform: Shape 9276">
                <a:extLst>
                  <a:ext uri="{FF2B5EF4-FFF2-40B4-BE49-F238E27FC236}">
                    <a16:creationId xmlns:a16="http://schemas.microsoft.com/office/drawing/2014/main" id="{0D4F79F6-63BD-290E-789A-C066D2D99101}"/>
                  </a:ext>
                </a:extLst>
              </p:cNvPr>
              <p:cNvSpPr/>
              <p:nvPr/>
            </p:nvSpPr>
            <p:spPr>
              <a:xfrm>
                <a:off x="10650272" y="5997585"/>
                <a:ext cx="6343" cy="6345"/>
              </a:xfrm>
              <a:custGeom>
                <a:avLst/>
                <a:gdLst>
                  <a:gd name="connsiteX0" fmla="*/ 3506 w 6343"/>
                  <a:gd name="connsiteY0" fmla="*/ 6544 h 6345"/>
                  <a:gd name="connsiteX1" fmla="*/ 5749 w 6343"/>
                  <a:gd name="connsiteY1" fmla="*/ 5615 h 6345"/>
                  <a:gd name="connsiteX2" fmla="*/ 6677 w 6343"/>
                  <a:gd name="connsiteY2" fmla="*/ 3371 h 6345"/>
                  <a:gd name="connsiteX3" fmla="*/ 5749 w 6343"/>
                  <a:gd name="connsiteY3" fmla="*/ 1128 h 6345"/>
                  <a:gd name="connsiteX4" fmla="*/ 3506 w 6343"/>
                  <a:gd name="connsiteY4" fmla="*/ 198 h 6345"/>
                  <a:gd name="connsiteX5" fmla="*/ 1263 w 6343"/>
                  <a:gd name="connsiteY5" fmla="*/ 1128 h 6345"/>
                  <a:gd name="connsiteX6" fmla="*/ 334 w 6343"/>
                  <a:gd name="connsiteY6" fmla="*/ 3371 h 6345"/>
                  <a:gd name="connsiteX7" fmla="*/ 1263 w 6343"/>
                  <a:gd name="connsiteY7" fmla="*/ 5615 h 6345"/>
                  <a:gd name="connsiteX8" fmla="*/ 3506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6" y="6544"/>
                    </a:moveTo>
                    <a:cubicBezTo>
                      <a:pt x="4347" y="6544"/>
                      <a:pt x="5154" y="6210"/>
                      <a:pt x="5749" y="5615"/>
                    </a:cubicBezTo>
                    <a:cubicBezTo>
                      <a:pt x="6343" y="5020"/>
                      <a:pt x="6677" y="4213"/>
                      <a:pt x="6677" y="3371"/>
                    </a:cubicBezTo>
                    <a:cubicBezTo>
                      <a:pt x="6677" y="2530"/>
                      <a:pt x="6343" y="1723"/>
                      <a:pt x="5749" y="1128"/>
                    </a:cubicBezTo>
                    <a:cubicBezTo>
                      <a:pt x="5154" y="533"/>
                      <a:pt x="4347" y="198"/>
                      <a:pt x="3506" y="198"/>
                    </a:cubicBezTo>
                    <a:cubicBezTo>
                      <a:pt x="2665" y="198"/>
                      <a:pt x="1858" y="533"/>
                      <a:pt x="1263" y="1128"/>
                    </a:cubicBezTo>
                    <a:cubicBezTo>
                      <a:pt x="669" y="1723"/>
                      <a:pt x="334" y="2530"/>
                      <a:pt x="334" y="3371"/>
                    </a:cubicBezTo>
                    <a:cubicBezTo>
                      <a:pt x="334" y="4213"/>
                      <a:pt x="669" y="5020"/>
                      <a:pt x="1263" y="5615"/>
                    </a:cubicBezTo>
                    <a:cubicBezTo>
                      <a:pt x="1858" y="6210"/>
                      <a:pt x="2665" y="6544"/>
                      <a:pt x="3506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78" name="Freeform: Shape 9277">
                <a:extLst>
                  <a:ext uri="{FF2B5EF4-FFF2-40B4-BE49-F238E27FC236}">
                    <a16:creationId xmlns:a16="http://schemas.microsoft.com/office/drawing/2014/main" id="{2F1EE5F1-DD7A-F1FA-4975-FA9B148B38BD}"/>
                  </a:ext>
                </a:extLst>
              </p:cNvPr>
              <p:cNvSpPr/>
              <p:nvPr/>
            </p:nvSpPr>
            <p:spPr>
              <a:xfrm>
                <a:off x="10642040" y="6002669"/>
                <a:ext cx="6343" cy="6345"/>
              </a:xfrm>
              <a:custGeom>
                <a:avLst/>
                <a:gdLst>
                  <a:gd name="connsiteX0" fmla="*/ 3505 w 6343"/>
                  <a:gd name="connsiteY0" fmla="*/ 6544 h 6345"/>
                  <a:gd name="connsiteX1" fmla="*/ 5748 w 6343"/>
                  <a:gd name="connsiteY1" fmla="*/ 5615 h 6345"/>
                  <a:gd name="connsiteX2" fmla="*/ 6677 w 6343"/>
                  <a:gd name="connsiteY2" fmla="*/ 3372 h 6345"/>
                  <a:gd name="connsiteX3" fmla="*/ 5748 w 6343"/>
                  <a:gd name="connsiteY3" fmla="*/ 1128 h 6345"/>
                  <a:gd name="connsiteX4" fmla="*/ 3505 w 6343"/>
                  <a:gd name="connsiteY4" fmla="*/ 199 h 6345"/>
                  <a:gd name="connsiteX5" fmla="*/ 1263 w 6343"/>
                  <a:gd name="connsiteY5" fmla="*/ 1128 h 6345"/>
                  <a:gd name="connsiteX6" fmla="*/ 334 w 6343"/>
                  <a:gd name="connsiteY6" fmla="*/ 3372 h 6345"/>
                  <a:gd name="connsiteX7" fmla="*/ 1263 w 6343"/>
                  <a:gd name="connsiteY7" fmla="*/ 5615 h 6345"/>
                  <a:gd name="connsiteX8" fmla="*/ 3505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5" y="6544"/>
                    </a:moveTo>
                    <a:cubicBezTo>
                      <a:pt x="4346" y="6544"/>
                      <a:pt x="5153" y="6210"/>
                      <a:pt x="5748" y="5615"/>
                    </a:cubicBezTo>
                    <a:cubicBezTo>
                      <a:pt x="6343" y="5020"/>
                      <a:pt x="6677" y="4213"/>
                      <a:pt x="6677" y="3372"/>
                    </a:cubicBezTo>
                    <a:cubicBezTo>
                      <a:pt x="6677" y="2530"/>
                      <a:pt x="6343" y="1723"/>
                      <a:pt x="5748" y="1128"/>
                    </a:cubicBezTo>
                    <a:cubicBezTo>
                      <a:pt x="5153" y="533"/>
                      <a:pt x="4346" y="199"/>
                      <a:pt x="3505" y="199"/>
                    </a:cubicBezTo>
                    <a:cubicBezTo>
                      <a:pt x="2664" y="199"/>
                      <a:pt x="1857" y="533"/>
                      <a:pt x="1263" y="1128"/>
                    </a:cubicBezTo>
                    <a:cubicBezTo>
                      <a:pt x="668" y="1723"/>
                      <a:pt x="334" y="2530"/>
                      <a:pt x="334" y="3372"/>
                    </a:cubicBezTo>
                    <a:cubicBezTo>
                      <a:pt x="334" y="4213"/>
                      <a:pt x="668" y="5020"/>
                      <a:pt x="1263" y="5615"/>
                    </a:cubicBezTo>
                    <a:cubicBezTo>
                      <a:pt x="1857" y="6210"/>
                      <a:pt x="2664" y="6544"/>
                      <a:pt x="3505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79" name="Freeform: Shape 9278">
                <a:extLst>
                  <a:ext uri="{FF2B5EF4-FFF2-40B4-BE49-F238E27FC236}">
                    <a16:creationId xmlns:a16="http://schemas.microsoft.com/office/drawing/2014/main" id="{E92C59FB-A928-CB03-2E65-6EE1FA2B8D2D}"/>
                  </a:ext>
                </a:extLst>
              </p:cNvPr>
              <p:cNvSpPr/>
              <p:nvPr/>
            </p:nvSpPr>
            <p:spPr>
              <a:xfrm>
                <a:off x="10133121" y="5730570"/>
                <a:ext cx="6343" cy="6345"/>
              </a:xfrm>
              <a:custGeom>
                <a:avLst/>
                <a:gdLst>
                  <a:gd name="connsiteX0" fmla="*/ 3465 w 6343"/>
                  <a:gd name="connsiteY0" fmla="*/ 6523 h 6345"/>
                  <a:gd name="connsiteX1" fmla="*/ 5708 w 6343"/>
                  <a:gd name="connsiteY1" fmla="*/ 5594 h 6345"/>
                  <a:gd name="connsiteX2" fmla="*/ 6637 w 6343"/>
                  <a:gd name="connsiteY2" fmla="*/ 3350 h 6345"/>
                  <a:gd name="connsiteX3" fmla="*/ 5708 w 6343"/>
                  <a:gd name="connsiteY3" fmla="*/ 1107 h 6345"/>
                  <a:gd name="connsiteX4" fmla="*/ 3465 w 6343"/>
                  <a:gd name="connsiteY4" fmla="*/ 177 h 6345"/>
                  <a:gd name="connsiteX5" fmla="*/ 1222 w 6343"/>
                  <a:gd name="connsiteY5" fmla="*/ 1107 h 6345"/>
                  <a:gd name="connsiteX6" fmla="*/ 294 w 6343"/>
                  <a:gd name="connsiteY6" fmla="*/ 3350 h 6345"/>
                  <a:gd name="connsiteX7" fmla="*/ 1222 w 6343"/>
                  <a:gd name="connsiteY7" fmla="*/ 5594 h 6345"/>
                  <a:gd name="connsiteX8" fmla="*/ 3465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5" y="6523"/>
                    </a:moveTo>
                    <a:cubicBezTo>
                      <a:pt x="4306" y="6523"/>
                      <a:pt x="5113" y="6188"/>
                      <a:pt x="5708" y="5594"/>
                    </a:cubicBezTo>
                    <a:cubicBezTo>
                      <a:pt x="6302" y="4999"/>
                      <a:pt x="6637" y="4192"/>
                      <a:pt x="6637" y="3350"/>
                    </a:cubicBezTo>
                    <a:cubicBezTo>
                      <a:pt x="6637" y="2509"/>
                      <a:pt x="6302" y="1702"/>
                      <a:pt x="5708" y="1107"/>
                    </a:cubicBezTo>
                    <a:cubicBezTo>
                      <a:pt x="5113" y="512"/>
                      <a:pt x="4306" y="177"/>
                      <a:pt x="3465" y="177"/>
                    </a:cubicBezTo>
                    <a:cubicBezTo>
                      <a:pt x="2624" y="177"/>
                      <a:pt x="1817" y="512"/>
                      <a:pt x="1222" y="1107"/>
                    </a:cubicBezTo>
                    <a:cubicBezTo>
                      <a:pt x="628" y="1702"/>
                      <a:pt x="294" y="2509"/>
                      <a:pt x="294" y="3350"/>
                    </a:cubicBezTo>
                    <a:cubicBezTo>
                      <a:pt x="294" y="4192"/>
                      <a:pt x="628" y="4999"/>
                      <a:pt x="1222" y="5594"/>
                    </a:cubicBezTo>
                    <a:cubicBezTo>
                      <a:pt x="1817" y="6188"/>
                      <a:pt x="2624" y="6523"/>
                      <a:pt x="3465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80" name="Freeform: Shape 9279">
                <a:extLst>
                  <a:ext uri="{FF2B5EF4-FFF2-40B4-BE49-F238E27FC236}">
                    <a16:creationId xmlns:a16="http://schemas.microsoft.com/office/drawing/2014/main" id="{BF1B8F21-1256-47E4-7346-58A749745BE7}"/>
                  </a:ext>
                </a:extLst>
              </p:cNvPr>
              <p:cNvSpPr/>
              <p:nvPr/>
            </p:nvSpPr>
            <p:spPr>
              <a:xfrm>
                <a:off x="10121711" y="5735083"/>
                <a:ext cx="6343" cy="6345"/>
              </a:xfrm>
              <a:custGeom>
                <a:avLst/>
                <a:gdLst>
                  <a:gd name="connsiteX0" fmla="*/ 3464 w 6343"/>
                  <a:gd name="connsiteY0" fmla="*/ 6523 h 6345"/>
                  <a:gd name="connsiteX1" fmla="*/ 5707 w 6343"/>
                  <a:gd name="connsiteY1" fmla="*/ 5594 h 6345"/>
                  <a:gd name="connsiteX2" fmla="*/ 6636 w 6343"/>
                  <a:gd name="connsiteY2" fmla="*/ 3350 h 6345"/>
                  <a:gd name="connsiteX3" fmla="*/ 5707 w 6343"/>
                  <a:gd name="connsiteY3" fmla="*/ 1107 h 6345"/>
                  <a:gd name="connsiteX4" fmla="*/ 3464 w 6343"/>
                  <a:gd name="connsiteY4" fmla="*/ 178 h 6345"/>
                  <a:gd name="connsiteX5" fmla="*/ 1222 w 6343"/>
                  <a:gd name="connsiteY5" fmla="*/ 1107 h 6345"/>
                  <a:gd name="connsiteX6" fmla="*/ 293 w 6343"/>
                  <a:gd name="connsiteY6" fmla="*/ 3350 h 6345"/>
                  <a:gd name="connsiteX7" fmla="*/ 1222 w 6343"/>
                  <a:gd name="connsiteY7" fmla="*/ 5594 h 6345"/>
                  <a:gd name="connsiteX8" fmla="*/ 3464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4" y="6523"/>
                    </a:moveTo>
                    <a:cubicBezTo>
                      <a:pt x="4305" y="6523"/>
                      <a:pt x="5112" y="6189"/>
                      <a:pt x="5707" y="5594"/>
                    </a:cubicBezTo>
                    <a:cubicBezTo>
                      <a:pt x="6302" y="4999"/>
                      <a:pt x="6636" y="4192"/>
                      <a:pt x="6636" y="3350"/>
                    </a:cubicBezTo>
                    <a:cubicBezTo>
                      <a:pt x="6636" y="2509"/>
                      <a:pt x="6302" y="1702"/>
                      <a:pt x="5707" y="1107"/>
                    </a:cubicBezTo>
                    <a:cubicBezTo>
                      <a:pt x="5112" y="512"/>
                      <a:pt x="4305" y="178"/>
                      <a:pt x="3464" y="178"/>
                    </a:cubicBezTo>
                    <a:cubicBezTo>
                      <a:pt x="2623" y="178"/>
                      <a:pt x="1816" y="512"/>
                      <a:pt x="1222" y="1107"/>
                    </a:cubicBezTo>
                    <a:cubicBezTo>
                      <a:pt x="627" y="1702"/>
                      <a:pt x="293" y="2509"/>
                      <a:pt x="293" y="3350"/>
                    </a:cubicBezTo>
                    <a:cubicBezTo>
                      <a:pt x="293" y="4192"/>
                      <a:pt x="627" y="4999"/>
                      <a:pt x="1222" y="5594"/>
                    </a:cubicBezTo>
                    <a:cubicBezTo>
                      <a:pt x="1816" y="6189"/>
                      <a:pt x="2623" y="6523"/>
                      <a:pt x="3464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81" name="Freeform: Shape 9280">
                <a:extLst>
                  <a:ext uri="{FF2B5EF4-FFF2-40B4-BE49-F238E27FC236}">
                    <a16:creationId xmlns:a16="http://schemas.microsoft.com/office/drawing/2014/main" id="{A33D65CA-D768-AAB2-A93F-8D793C9D4D41}"/>
                  </a:ext>
                </a:extLst>
              </p:cNvPr>
              <p:cNvSpPr/>
              <p:nvPr/>
            </p:nvSpPr>
            <p:spPr>
              <a:xfrm>
                <a:off x="10596171" y="6095491"/>
                <a:ext cx="6343" cy="6345"/>
              </a:xfrm>
              <a:custGeom>
                <a:avLst/>
                <a:gdLst>
                  <a:gd name="connsiteX0" fmla="*/ 3502 w 6343"/>
                  <a:gd name="connsiteY0" fmla="*/ 6552 h 6345"/>
                  <a:gd name="connsiteX1" fmla="*/ 5744 w 6343"/>
                  <a:gd name="connsiteY1" fmla="*/ 5622 h 6345"/>
                  <a:gd name="connsiteX2" fmla="*/ 6673 w 6343"/>
                  <a:gd name="connsiteY2" fmla="*/ 3379 h 6345"/>
                  <a:gd name="connsiteX3" fmla="*/ 5744 w 6343"/>
                  <a:gd name="connsiteY3" fmla="*/ 1135 h 6345"/>
                  <a:gd name="connsiteX4" fmla="*/ 3502 w 6343"/>
                  <a:gd name="connsiteY4" fmla="*/ 206 h 6345"/>
                  <a:gd name="connsiteX5" fmla="*/ 1259 w 6343"/>
                  <a:gd name="connsiteY5" fmla="*/ 1135 h 6345"/>
                  <a:gd name="connsiteX6" fmla="*/ 330 w 6343"/>
                  <a:gd name="connsiteY6" fmla="*/ 3379 h 6345"/>
                  <a:gd name="connsiteX7" fmla="*/ 1259 w 6343"/>
                  <a:gd name="connsiteY7" fmla="*/ 5622 h 6345"/>
                  <a:gd name="connsiteX8" fmla="*/ 3502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552"/>
                    </a:moveTo>
                    <a:cubicBezTo>
                      <a:pt x="4343" y="6552"/>
                      <a:pt x="5149" y="6217"/>
                      <a:pt x="5744" y="5622"/>
                    </a:cubicBezTo>
                    <a:cubicBezTo>
                      <a:pt x="6339" y="5027"/>
                      <a:pt x="6673" y="4220"/>
                      <a:pt x="6673" y="3379"/>
                    </a:cubicBezTo>
                    <a:cubicBezTo>
                      <a:pt x="6673" y="2537"/>
                      <a:pt x="6339" y="1730"/>
                      <a:pt x="5744" y="1135"/>
                    </a:cubicBezTo>
                    <a:cubicBezTo>
                      <a:pt x="5149" y="540"/>
                      <a:pt x="4343" y="206"/>
                      <a:pt x="3502" y="206"/>
                    </a:cubicBezTo>
                    <a:cubicBezTo>
                      <a:pt x="2661" y="206"/>
                      <a:pt x="1854" y="540"/>
                      <a:pt x="1259" y="1135"/>
                    </a:cubicBezTo>
                    <a:cubicBezTo>
                      <a:pt x="664" y="1730"/>
                      <a:pt x="330" y="2537"/>
                      <a:pt x="330" y="3379"/>
                    </a:cubicBezTo>
                    <a:cubicBezTo>
                      <a:pt x="330" y="4220"/>
                      <a:pt x="664" y="5027"/>
                      <a:pt x="1259" y="5622"/>
                    </a:cubicBezTo>
                    <a:cubicBezTo>
                      <a:pt x="1854" y="6217"/>
                      <a:pt x="2661" y="6552"/>
                      <a:pt x="3502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82" name="Freeform: Shape 9281">
                <a:extLst>
                  <a:ext uri="{FF2B5EF4-FFF2-40B4-BE49-F238E27FC236}">
                    <a16:creationId xmlns:a16="http://schemas.microsoft.com/office/drawing/2014/main" id="{60C0A057-99C2-25E0-C5E1-254E15EC9BFF}"/>
                  </a:ext>
                </a:extLst>
              </p:cNvPr>
              <p:cNvSpPr/>
              <p:nvPr/>
            </p:nvSpPr>
            <p:spPr>
              <a:xfrm>
                <a:off x="10590463" y="6102002"/>
                <a:ext cx="6343" cy="6345"/>
              </a:xfrm>
              <a:custGeom>
                <a:avLst/>
                <a:gdLst>
                  <a:gd name="connsiteX0" fmla="*/ 3501 w 6343"/>
                  <a:gd name="connsiteY0" fmla="*/ 6552 h 6345"/>
                  <a:gd name="connsiteX1" fmla="*/ 5744 w 6343"/>
                  <a:gd name="connsiteY1" fmla="*/ 5623 h 6345"/>
                  <a:gd name="connsiteX2" fmla="*/ 6673 w 6343"/>
                  <a:gd name="connsiteY2" fmla="*/ 3379 h 6345"/>
                  <a:gd name="connsiteX3" fmla="*/ 5744 w 6343"/>
                  <a:gd name="connsiteY3" fmla="*/ 1136 h 6345"/>
                  <a:gd name="connsiteX4" fmla="*/ 3501 w 6343"/>
                  <a:gd name="connsiteY4" fmla="*/ 207 h 6345"/>
                  <a:gd name="connsiteX5" fmla="*/ 1259 w 6343"/>
                  <a:gd name="connsiteY5" fmla="*/ 1136 h 6345"/>
                  <a:gd name="connsiteX6" fmla="*/ 330 w 6343"/>
                  <a:gd name="connsiteY6" fmla="*/ 3379 h 6345"/>
                  <a:gd name="connsiteX7" fmla="*/ 1259 w 6343"/>
                  <a:gd name="connsiteY7" fmla="*/ 5623 h 6345"/>
                  <a:gd name="connsiteX8" fmla="*/ 3501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1" y="6552"/>
                    </a:moveTo>
                    <a:cubicBezTo>
                      <a:pt x="4342" y="6552"/>
                      <a:pt x="5149" y="6218"/>
                      <a:pt x="5744" y="5623"/>
                    </a:cubicBezTo>
                    <a:cubicBezTo>
                      <a:pt x="6339" y="5028"/>
                      <a:pt x="6673" y="4221"/>
                      <a:pt x="6673" y="3379"/>
                    </a:cubicBezTo>
                    <a:cubicBezTo>
                      <a:pt x="6673" y="2538"/>
                      <a:pt x="6339" y="1731"/>
                      <a:pt x="5744" y="1136"/>
                    </a:cubicBezTo>
                    <a:cubicBezTo>
                      <a:pt x="5149" y="541"/>
                      <a:pt x="4342" y="207"/>
                      <a:pt x="3501" y="207"/>
                    </a:cubicBezTo>
                    <a:cubicBezTo>
                      <a:pt x="2660" y="207"/>
                      <a:pt x="1853" y="541"/>
                      <a:pt x="1259" y="1136"/>
                    </a:cubicBezTo>
                    <a:cubicBezTo>
                      <a:pt x="664" y="1731"/>
                      <a:pt x="330" y="2538"/>
                      <a:pt x="330" y="3379"/>
                    </a:cubicBezTo>
                    <a:cubicBezTo>
                      <a:pt x="330" y="4221"/>
                      <a:pt x="664" y="5028"/>
                      <a:pt x="1259" y="5623"/>
                    </a:cubicBezTo>
                    <a:cubicBezTo>
                      <a:pt x="1853" y="6218"/>
                      <a:pt x="2660" y="6552"/>
                      <a:pt x="3501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83" name="Freeform: Shape 9282">
                <a:extLst>
                  <a:ext uri="{FF2B5EF4-FFF2-40B4-BE49-F238E27FC236}">
                    <a16:creationId xmlns:a16="http://schemas.microsoft.com/office/drawing/2014/main" id="{E064E7AE-F6D2-045A-7A7C-A001EC313D58}"/>
                  </a:ext>
                </a:extLst>
              </p:cNvPr>
              <p:cNvSpPr/>
              <p:nvPr/>
            </p:nvSpPr>
            <p:spPr>
              <a:xfrm>
                <a:off x="10682785" y="6178525"/>
                <a:ext cx="6343" cy="6345"/>
              </a:xfrm>
              <a:custGeom>
                <a:avLst/>
                <a:gdLst>
                  <a:gd name="connsiteX0" fmla="*/ 3508 w 6343"/>
                  <a:gd name="connsiteY0" fmla="*/ 6558 h 6345"/>
                  <a:gd name="connsiteX1" fmla="*/ 5751 w 6343"/>
                  <a:gd name="connsiteY1" fmla="*/ 5629 h 6345"/>
                  <a:gd name="connsiteX2" fmla="*/ 6680 w 6343"/>
                  <a:gd name="connsiteY2" fmla="*/ 3385 h 6345"/>
                  <a:gd name="connsiteX3" fmla="*/ 5751 w 6343"/>
                  <a:gd name="connsiteY3" fmla="*/ 1142 h 6345"/>
                  <a:gd name="connsiteX4" fmla="*/ 3508 w 6343"/>
                  <a:gd name="connsiteY4" fmla="*/ 213 h 6345"/>
                  <a:gd name="connsiteX5" fmla="*/ 1266 w 6343"/>
                  <a:gd name="connsiteY5" fmla="*/ 1142 h 6345"/>
                  <a:gd name="connsiteX6" fmla="*/ 337 w 6343"/>
                  <a:gd name="connsiteY6" fmla="*/ 3385 h 6345"/>
                  <a:gd name="connsiteX7" fmla="*/ 1266 w 6343"/>
                  <a:gd name="connsiteY7" fmla="*/ 5629 h 6345"/>
                  <a:gd name="connsiteX8" fmla="*/ 3508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8" y="6558"/>
                    </a:moveTo>
                    <a:cubicBezTo>
                      <a:pt x="4350" y="6558"/>
                      <a:pt x="5156" y="6224"/>
                      <a:pt x="5751" y="5629"/>
                    </a:cubicBezTo>
                    <a:cubicBezTo>
                      <a:pt x="6346" y="5034"/>
                      <a:pt x="6680" y="4227"/>
                      <a:pt x="6680" y="3385"/>
                    </a:cubicBezTo>
                    <a:cubicBezTo>
                      <a:pt x="6680" y="2544"/>
                      <a:pt x="6346" y="1737"/>
                      <a:pt x="5751" y="1142"/>
                    </a:cubicBezTo>
                    <a:cubicBezTo>
                      <a:pt x="5156" y="547"/>
                      <a:pt x="4350" y="213"/>
                      <a:pt x="3508" y="213"/>
                    </a:cubicBezTo>
                    <a:cubicBezTo>
                      <a:pt x="2667" y="213"/>
                      <a:pt x="1861" y="547"/>
                      <a:pt x="1266" y="1142"/>
                    </a:cubicBezTo>
                    <a:cubicBezTo>
                      <a:pt x="671" y="1737"/>
                      <a:pt x="337" y="2544"/>
                      <a:pt x="337" y="3385"/>
                    </a:cubicBezTo>
                    <a:cubicBezTo>
                      <a:pt x="337" y="4227"/>
                      <a:pt x="671" y="5034"/>
                      <a:pt x="1266" y="5629"/>
                    </a:cubicBezTo>
                    <a:cubicBezTo>
                      <a:pt x="1861" y="6224"/>
                      <a:pt x="2667" y="6558"/>
                      <a:pt x="3508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84" name="Freeform: Shape 9283">
                <a:extLst>
                  <a:ext uri="{FF2B5EF4-FFF2-40B4-BE49-F238E27FC236}">
                    <a16:creationId xmlns:a16="http://schemas.microsoft.com/office/drawing/2014/main" id="{402E8B83-B79E-9531-D61E-123EF8F05675}"/>
                  </a:ext>
                </a:extLst>
              </p:cNvPr>
              <p:cNvSpPr/>
              <p:nvPr/>
            </p:nvSpPr>
            <p:spPr>
              <a:xfrm>
                <a:off x="10707574" y="6207991"/>
                <a:ext cx="6343" cy="6345"/>
              </a:xfrm>
              <a:custGeom>
                <a:avLst/>
                <a:gdLst>
                  <a:gd name="connsiteX0" fmla="*/ 3510 w 6343"/>
                  <a:gd name="connsiteY0" fmla="*/ 6560 h 6345"/>
                  <a:gd name="connsiteX1" fmla="*/ 5753 w 6343"/>
                  <a:gd name="connsiteY1" fmla="*/ 5631 h 6345"/>
                  <a:gd name="connsiteX2" fmla="*/ 6682 w 6343"/>
                  <a:gd name="connsiteY2" fmla="*/ 3388 h 6345"/>
                  <a:gd name="connsiteX3" fmla="*/ 5753 w 6343"/>
                  <a:gd name="connsiteY3" fmla="*/ 1144 h 6345"/>
                  <a:gd name="connsiteX4" fmla="*/ 3510 w 6343"/>
                  <a:gd name="connsiteY4" fmla="*/ 215 h 6345"/>
                  <a:gd name="connsiteX5" fmla="*/ 1268 w 6343"/>
                  <a:gd name="connsiteY5" fmla="*/ 1144 h 6345"/>
                  <a:gd name="connsiteX6" fmla="*/ 339 w 6343"/>
                  <a:gd name="connsiteY6" fmla="*/ 3388 h 6345"/>
                  <a:gd name="connsiteX7" fmla="*/ 1268 w 6343"/>
                  <a:gd name="connsiteY7" fmla="*/ 5631 h 6345"/>
                  <a:gd name="connsiteX8" fmla="*/ 3510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0" y="6560"/>
                    </a:moveTo>
                    <a:cubicBezTo>
                      <a:pt x="4352" y="6560"/>
                      <a:pt x="5158" y="6226"/>
                      <a:pt x="5753" y="5631"/>
                    </a:cubicBezTo>
                    <a:cubicBezTo>
                      <a:pt x="6348" y="5036"/>
                      <a:pt x="6682" y="4229"/>
                      <a:pt x="6682" y="3388"/>
                    </a:cubicBezTo>
                    <a:cubicBezTo>
                      <a:pt x="6682" y="2546"/>
                      <a:pt x="6348" y="1739"/>
                      <a:pt x="5753" y="1144"/>
                    </a:cubicBezTo>
                    <a:cubicBezTo>
                      <a:pt x="5158" y="549"/>
                      <a:pt x="4352" y="215"/>
                      <a:pt x="3510" y="215"/>
                    </a:cubicBezTo>
                    <a:cubicBezTo>
                      <a:pt x="2669" y="215"/>
                      <a:pt x="1863" y="549"/>
                      <a:pt x="1268" y="1144"/>
                    </a:cubicBezTo>
                    <a:cubicBezTo>
                      <a:pt x="673" y="1739"/>
                      <a:pt x="339" y="2546"/>
                      <a:pt x="339" y="3388"/>
                    </a:cubicBezTo>
                    <a:cubicBezTo>
                      <a:pt x="339" y="4229"/>
                      <a:pt x="673" y="5036"/>
                      <a:pt x="1268" y="5631"/>
                    </a:cubicBezTo>
                    <a:cubicBezTo>
                      <a:pt x="1863" y="6226"/>
                      <a:pt x="2669" y="6560"/>
                      <a:pt x="3510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85" name="Freeform: Shape 9284">
                <a:extLst>
                  <a:ext uri="{FF2B5EF4-FFF2-40B4-BE49-F238E27FC236}">
                    <a16:creationId xmlns:a16="http://schemas.microsoft.com/office/drawing/2014/main" id="{3660DED1-FC27-C5DE-A9C5-2654FD4F6049}"/>
                  </a:ext>
                </a:extLst>
              </p:cNvPr>
              <p:cNvSpPr/>
              <p:nvPr/>
            </p:nvSpPr>
            <p:spPr>
              <a:xfrm>
                <a:off x="10711099" y="6234442"/>
                <a:ext cx="6343" cy="6345"/>
              </a:xfrm>
              <a:custGeom>
                <a:avLst/>
                <a:gdLst>
                  <a:gd name="connsiteX0" fmla="*/ 3511 w 6343"/>
                  <a:gd name="connsiteY0" fmla="*/ 6562 h 6345"/>
                  <a:gd name="connsiteX1" fmla="*/ 5753 w 6343"/>
                  <a:gd name="connsiteY1" fmla="*/ 5633 h 6345"/>
                  <a:gd name="connsiteX2" fmla="*/ 6682 w 6343"/>
                  <a:gd name="connsiteY2" fmla="*/ 3390 h 6345"/>
                  <a:gd name="connsiteX3" fmla="*/ 5753 w 6343"/>
                  <a:gd name="connsiteY3" fmla="*/ 1146 h 6345"/>
                  <a:gd name="connsiteX4" fmla="*/ 3511 w 6343"/>
                  <a:gd name="connsiteY4" fmla="*/ 217 h 6345"/>
                  <a:gd name="connsiteX5" fmla="*/ 1268 w 6343"/>
                  <a:gd name="connsiteY5" fmla="*/ 1146 h 6345"/>
                  <a:gd name="connsiteX6" fmla="*/ 339 w 6343"/>
                  <a:gd name="connsiteY6" fmla="*/ 3390 h 6345"/>
                  <a:gd name="connsiteX7" fmla="*/ 1268 w 6343"/>
                  <a:gd name="connsiteY7" fmla="*/ 5633 h 6345"/>
                  <a:gd name="connsiteX8" fmla="*/ 3511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1" y="6562"/>
                    </a:moveTo>
                    <a:cubicBezTo>
                      <a:pt x="4352" y="6562"/>
                      <a:pt x="5159" y="6228"/>
                      <a:pt x="5753" y="5633"/>
                    </a:cubicBezTo>
                    <a:cubicBezTo>
                      <a:pt x="6348" y="5038"/>
                      <a:pt x="6682" y="4231"/>
                      <a:pt x="6682" y="3390"/>
                    </a:cubicBezTo>
                    <a:cubicBezTo>
                      <a:pt x="6682" y="2548"/>
                      <a:pt x="6348" y="1741"/>
                      <a:pt x="5753" y="1146"/>
                    </a:cubicBezTo>
                    <a:cubicBezTo>
                      <a:pt x="5159" y="551"/>
                      <a:pt x="4352" y="217"/>
                      <a:pt x="3511" y="217"/>
                    </a:cubicBezTo>
                    <a:cubicBezTo>
                      <a:pt x="2670" y="217"/>
                      <a:pt x="1863" y="551"/>
                      <a:pt x="1268" y="1146"/>
                    </a:cubicBezTo>
                    <a:cubicBezTo>
                      <a:pt x="673" y="1741"/>
                      <a:pt x="339" y="2548"/>
                      <a:pt x="339" y="3390"/>
                    </a:cubicBezTo>
                    <a:cubicBezTo>
                      <a:pt x="339" y="4231"/>
                      <a:pt x="673" y="5038"/>
                      <a:pt x="1268" y="5633"/>
                    </a:cubicBezTo>
                    <a:cubicBezTo>
                      <a:pt x="1863" y="6228"/>
                      <a:pt x="2670" y="6562"/>
                      <a:pt x="3511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86" name="Freeform: Shape 9285">
                <a:extLst>
                  <a:ext uri="{FF2B5EF4-FFF2-40B4-BE49-F238E27FC236}">
                    <a16:creationId xmlns:a16="http://schemas.microsoft.com/office/drawing/2014/main" id="{62449715-65A8-1602-B972-A5AE6C1AE867}"/>
                  </a:ext>
                </a:extLst>
              </p:cNvPr>
              <p:cNvSpPr/>
              <p:nvPr/>
            </p:nvSpPr>
            <p:spPr>
              <a:xfrm>
                <a:off x="10707416" y="6243785"/>
                <a:ext cx="6343" cy="6345"/>
              </a:xfrm>
              <a:custGeom>
                <a:avLst/>
                <a:gdLst>
                  <a:gd name="connsiteX0" fmla="*/ 3510 w 6343"/>
                  <a:gd name="connsiteY0" fmla="*/ 6563 h 6345"/>
                  <a:gd name="connsiteX1" fmla="*/ 5753 w 6343"/>
                  <a:gd name="connsiteY1" fmla="*/ 5634 h 6345"/>
                  <a:gd name="connsiteX2" fmla="*/ 6682 w 6343"/>
                  <a:gd name="connsiteY2" fmla="*/ 3391 h 6345"/>
                  <a:gd name="connsiteX3" fmla="*/ 5753 w 6343"/>
                  <a:gd name="connsiteY3" fmla="*/ 1147 h 6345"/>
                  <a:gd name="connsiteX4" fmla="*/ 3510 w 6343"/>
                  <a:gd name="connsiteY4" fmla="*/ 218 h 6345"/>
                  <a:gd name="connsiteX5" fmla="*/ 1268 w 6343"/>
                  <a:gd name="connsiteY5" fmla="*/ 1147 h 6345"/>
                  <a:gd name="connsiteX6" fmla="*/ 339 w 6343"/>
                  <a:gd name="connsiteY6" fmla="*/ 3391 h 6345"/>
                  <a:gd name="connsiteX7" fmla="*/ 1268 w 6343"/>
                  <a:gd name="connsiteY7" fmla="*/ 5634 h 6345"/>
                  <a:gd name="connsiteX8" fmla="*/ 351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0" y="6563"/>
                    </a:moveTo>
                    <a:cubicBezTo>
                      <a:pt x="4351" y="6563"/>
                      <a:pt x="5158" y="6229"/>
                      <a:pt x="5753" y="5634"/>
                    </a:cubicBezTo>
                    <a:cubicBezTo>
                      <a:pt x="6348" y="5039"/>
                      <a:pt x="6682" y="4232"/>
                      <a:pt x="6682" y="3391"/>
                    </a:cubicBezTo>
                    <a:cubicBezTo>
                      <a:pt x="6682" y="2549"/>
                      <a:pt x="6348" y="1742"/>
                      <a:pt x="5753" y="1147"/>
                    </a:cubicBezTo>
                    <a:cubicBezTo>
                      <a:pt x="5158" y="552"/>
                      <a:pt x="4351" y="218"/>
                      <a:pt x="3510" y="218"/>
                    </a:cubicBezTo>
                    <a:cubicBezTo>
                      <a:pt x="2669" y="218"/>
                      <a:pt x="1863" y="552"/>
                      <a:pt x="1268" y="1147"/>
                    </a:cubicBezTo>
                    <a:cubicBezTo>
                      <a:pt x="673" y="1742"/>
                      <a:pt x="339" y="2549"/>
                      <a:pt x="339" y="3391"/>
                    </a:cubicBezTo>
                    <a:cubicBezTo>
                      <a:pt x="339" y="4232"/>
                      <a:pt x="673" y="5039"/>
                      <a:pt x="1268" y="5634"/>
                    </a:cubicBezTo>
                    <a:cubicBezTo>
                      <a:pt x="1863" y="6229"/>
                      <a:pt x="2669" y="6563"/>
                      <a:pt x="351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87" name="Freeform: Shape 9286">
                <a:extLst>
                  <a:ext uri="{FF2B5EF4-FFF2-40B4-BE49-F238E27FC236}">
                    <a16:creationId xmlns:a16="http://schemas.microsoft.com/office/drawing/2014/main" id="{87C1CCD1-6B69-C638-8FDD-082D53E5C66C}"/>
                  </a:ext>
                </a:extLst>
              </p:cNvPr>
              <p:cNvSpPr/>
              <p:nvPr/>
            </p:nvSpPr>
            <p:spPr>
              <a:xfrm>
                <a:off x="10516736" y="6142374"/>
                <a:ext cx="6343" cy="6345"/>
              </a:xfrm>
              <a:custGeom>
                <a:avLst/>
                <a:gdLst>
                  <a:gd name="connsiteX0" fmla="*/ 3495 w 6343"/>
                  <a:gd name="connsiteY0" fmla="*/ 6555 h 6345"/>
                  <a:gd name="connsiteX1" fmla="*/ 5738 w 6343"/>
                  <a:gd name="connsiteY1" fmla="*/ 5626 h 6345"/>
                  <a:gd name="connsiteX2" fmla="*/ 6667 w 6343"/>
                  <a:gd name="connsiteY2" fmla="*/ 3383 h 6345"/>
                  <a:gd name="connsiteX3" fmla="*/ 5738 w 6343"/>
                  <a:gd name="connsiteY3" fmla="*/ 1139 h 6345"/>
                  <a:gd name="connsiteX4" fmla="*/ 3495 w 6343"/>
                  <a:gd name="connsiteY4" fmla="*/ 210 h 6345"/>
                  <a:gd name="connsiteX5" fmla="*/ 1253 w 6343"/>
                  <a:gd name="connsiteY5" fmla="*/ 1139 h 6345"/>
                  <a:gd name="connsiteX6" fmla="*/ 324 w 6343"/>
                  <a:gd name="connsiteY6" fmla="*/ 3383 h 6345"/>
                  <a:gd name="connsiteX7" fmla="*/ 1253 w 6343"/>
                  <a:gd name="connsiteY7" fmla="*/ 5626 h 6345"/>
                  <a:gd name="connsiteX8" fmla="*/ 3495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5" y="6555"/>
                    </a:moveTo>
                    <a:cubicBezTo>
                      <a:pt x="4336" y="6555"/>
                      <a:pt x="5143" y="6221"/>
                      <a:pt x="5738" y="5626"/>
                    </a:cubicBezTo>
                    <a:cubicBezTo>
                      <a:pt x="6333" y="5031"/>
                      <a:pt x="6667" y="4224"/>
                      <a:pt x="6667" y="3383"/>
                    </a:cubicBezTo>
                    <a:cubicBezTo>
                      <a:pt x="6667" y="2541"/>
                      <a:pt x="6333" y="1734"/>
                      <a:pt x="5738" y="1139"/>
                    </a:cubicBezTo>
                    <a:cubicBezTo>
                      <a:pt x="5143" y="544"/>
                      <a:pt x="4336" y="210"/>
                      <a:pt x="3495" y="210"/>
                    </a:cubicBezTo>
                    <a:cubicBezTo>
                      <a:pt x="2654" y="210"/>
                      <a:pt x="1847" y="544"/>
                      <a:pt x="1253" y="1139"/>
                    </a:cubicBezTo>
                    <a:cubicBezTo>
                      <a:pt x="658" y="1734"/>
                      <a:pt x="324" y="2541"/>
                      <a:pt x="324" y="3383"/>
                    </a:cubicBezTo>
                    <a:cubicBezTo>
                      <a:pt x="324" y="4224"/>
                      <a:pt x="658" y="5031"/>
                      <a:pt x="1253" y="5626"/>
                    </a:cubicBezTo>
                    <a:cubicBezTo>
                      <a:pt x="1847" y="6221"/>
                      <a:pt x="2654" y="6555"/>
                      <a:pt x="3495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88" name="Freeform: Shape 9287">
                <a:extLst>
                  <a:ext uri="{FF2B5EF4-FFF2-40B4-BE49-F238E27FC236}">
                    <a16:creationId xmlns:a16="http://schemas.microsoft.com/office/drawing/2014/main" id="{6BC3E488-F945-266D-385F-7D0A876B4A58}"/>
                  </a:ext>
                </a:extLst>
              </p:cNvPr>
              <p:cNvSpPr/>
              <p:nvPr/>
            </p:nvSpPr>
            <p:spPr>
              <a:xfrm>
                <a:off x="10511463" y="6148901"/>
                <a:ext cx="6343" cy="6345"/>
              </a:xfrm>
              <a:custGeom>
                <a:avLst/>
                <a:gdLst>
                  <a:gd name="connsiteX0" fmla="*/ 3495 w 6343"/>
                  <a:gd name="connsiteY0" fmla="*/ 6556 h 6345"/>
                  <a:gd name="connsiteX1" fmla="*/ 5738 w 6343"/>
                  <a:gd name="connsiteY1" fmla="*/ 5626 h 6345"/>
                  <a:gd name="connsiteX2" fmla="*/ 6666 w 6343"/>
                  <a:gd name="connsiteY2" fmla="*/ 3383 h 6345"/>
                  <a:gd name="connsiteX3" fmla="*/ 5738 w 6343"/>
                  <a:gd name="connsiteY3" fmla="*/ 1140 h 6345"/>
                  <a:gd name="connsiteX4" fmla="*/ 3495 w 6343"/>
                  <a:gd name="connsiteY4" fmla="*/ 210 h 6345"/>
                  <a:gd name="connsiteX5" fmla="*/ 1252 w 6343"/>
                  <a:gd name="connsiteY5" fmla="*/ 1140 h 6345"/>
                  <a:gd name="connsiteX6" fmla="*/ 323 w 6343"/>
                  <a:gd name="connsiteY6" fmla="*/ 3383 h 6345"/>
                  <a:gd name="connsiteX7" fmla="*/ 1252 w 6343"/>
                  <a:gd name="connsiteY7" fmla="*/ 5626 h 6345"/>
                  <a:gd name="connsiteX8" fmla="*/ 3495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5" y="6556"/>
                    </a:moveTo>
                    <a:cubicBezTo>
                      <a:pt x="4336" y="6556"/>
                      <a:pt x="5143" y="6221"/>
                      <a:pt x="5738" y="5626"/>
                    </a:cubicBezTo>
                    <a:cubicBezTo>
                      <a:pt x="6332" y="5032"/>
                      <a:pt x="6666" y="4224"/>
                      <a:pt x="6666" y="3383"/>
                    </a:cubicBezTo>
                    <a:cubicBezTo>
                      <a:pt x="6666" y="2542"/>
                      <a:pt x="6332" y="1735"/>
                      <a:pt x="5738" y="1140"/>
                    </a:cubicBezTo>
                    <a:cubicBezTo>
                      <a:pt x="5143" y="545"/>
                      <a:pt x="4336" y="210"/>
                      <a:pt x="3495" y="210"/>
                    </a:cubicBezTo>
                    <a:cubicBezTo>
                      <a:pt x="2654" y="210"/>
                      <a:pt x="1847" y="545"/>
                      <a:pt x="1252" y="1140"/>
                    </a:cubicBezTo>
                    <a:cubicBezTo>
                      <a:pt x="658" y="1735"/>
                      <a:pt x="323" y="2542"/>
                      <a:pt x="323" y="3383"/>
                    </a:cubicBezTo>
                    <a:cubicBezTo>
                      <a:pt x="323" y="4224"/>
                      <a:pt x="658" y="5032"/>
                      <a:pt x="1252" y="5626"/>
                    </a:cubicBezTo>
                    <a:cubicBezTo>
                      <a:pt x="1847" y="6221"/>
                      <a:pt x="2654" y="6556"/>
                      <a:pt x="3495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89" name="Freeform: Shape 9288">
                <a:extLst>
                  <a:ext uri="{FF2B5EF4-FFF2-40B4-BE49-F238E27FC236}">
                    <a16:creationId xmlns:a16="http://schemas.microsoft.com/office/drawing/2014/main" id="{171A9EDF-F2DE-861D-B2CF-5FE48F603B7E}"/>
                  </a:ext>
                </a:extLst>
              </p:cNvPr>
              <p:cNvSpPr/>
              <p:nvPr/>
            </p:nvSpPr>
            <p:spPr>
              <a:xfrm>
                <a:off x="10578660" y="6214227"/>
                <a:ext cx="6343" cy="6345"/>
              </a:xfrm>
              <a:custGeom>
                <a:avLst/>
                <a:gdLst>
                  <a:gd name="connsiteX0" fmla="*/ 3500 w 6343"/>
                  <a:gd name="connsiteY0" fmla="*/ 6561 h 6345"/>
                  <a:gd name="connsiteX1" fmla="*/ 5743 w 6343"/>
                  <a:gd name="connsiteY1" fmla="*/ 5632 h 6345"/>
                  <a:gd name="connsiteX2" fmla="*/ 6672 w 6343"/>
                  <a:gd name="connsiteY2" fmla="*/ 3388 h 6345"/>
                  <a:gd name="connsiteX3" fmla="*/ 5743 w 6343"/>
                  <a:gd name="connsiteY3" fmla="*/ 1145 h 6345"/>
                  <a:gd name="connsiteX4" fmla="*/ 3500 w 6343"/>
                  <a:gd name="connsiteY4" fmla="*/ 215 h 6345"/>
                  <a:gd name="connsiteX5" fmla="*/ 1258 w 6343"/>
                  <a:gd name="connsiteY5" fmla="*/ 1145 h 6345"/>
                  <a:gd name="connsiteX6" fmla="*/ 329 w 6343"/>
                  <a:gd name="connsiteY6" fmla="*/ 3388 h 6345"/>
                  <a:gd name="connsiteX7" fmla="*/ 1258 w 6343"/>
                  <a:gd name="connsiteY7" fmla="*/ 5632 h 6345"/>
                  <a:gd name="connsiteX8" fmla="*/ 3500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0" y="6561"/>
                    </a:moveTo>
                    <a:cubicBezTo>
                      <a:pt x="4341" y="6561"/>
                      <a:pt x="5148" y="6227"/>
                      <a:pt x="5743" y="5632"/>
                    </a:cubicBezTo>
                    <a:cubicBezTo>
                      <a:pt x="6338" y="5037"/>
                      <a:pt x="6672" y="4230"/>
                      <a:pt x="6672" y="3388"/>
                    </a:cubicBezTo>
                    <a:cubicBezTo>
                      <a:pt x="6672" y="2547"/>
                      <a:pt x="6338" y="1740"/>
                      <a:pt x="5743" y="1145"/>
                    </a:cubicBezTo>
                    <a:cubicBezTo>
                      <a:pt x="5148" y="550"/>
                      <a:pt x="4341" y="215"/>
                      <a:pt x="3500" y="215"/>
                    </a:cubicBezTo>
                    <a:cubicBezTo>
                      <a:pt x="2659" y="215"/>
                      <a:pt x="1852" y="550"/>
                      <a:pt x="1258" y="1145"/>
                    </a:cubicBezTo>
                    <a:cubicBezTo>
                      <a:pt x="663" y="1740"/>
                      <a:pt x="329" y="2547"/>
                      <a:pt x="329" y="3388"/>
                    </a:cubicBezTo>
                    <a:cubicBezTo>
                      <a:pt x="329" y="4230"/>
                      <a:pt x="663" y="5037"/>
                      <a:pt x="1258" y="5632"/>
                    </a:cubicBezTo>
                    <a:cubicBezTo>
                      <a:pt x="1852" y="6227"/>
                      <a:pt x="2659" y="6561"/>
                      <a:pt x="3500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90" name="Freeform: Shape 9289">
                <a:extLst>
                  <a:ext uri="{FF2B5EF4-FFF2-40B4-BE49-F238E27FC236}">
                    <a16:creationId xmlns:a16="http://schemas.microsoft.com/office/drawing/2014/main" id="{96DFA4AD-21BD-F737-97A3-327584EA7FE0}"/>
                  </a:ext>
                </a:extLst>
              </p:cNvPr>
              <p:cNvSpPr/>
              <p:nvPr/>
            </p:nvSpPr>
            <p:spPr>
              <a:xfrm>
                <a:off x="10696068" y="6335220"/>
                <a:ext cx="6343" cy="6345"/>
              </a:xfrm>
              <a:custGeom>
                <a:avLst/>
                <a:gdLst>
                  <a:gd name="connsiteX0" fmla="*/ 3509 w 6343"/>
                  <a:gd name="connsiteY0" fmla="*/ 6570 h 6345"/>
                  <a:gd name="connsiteX1" fmla="*/ 5752 w 6343"/>
                  <a:gd name="connsiteY1" fmla="*/ 5641 h 6345"/>
                  <a:gd name="connsiteX2" fmla="*/ 6681 w 6343"/>
                  <a:gd name="connsiteY2" fmla="*/ 3398 h 6345"/>
                  <a:gd name="connsiteX3" fmla="*/ 5752 w 6343"/>
                  <a:gd name="connsiteY3" fmla="*/ 1154 h 6345"/>
                  <a:gd name="connsiteX4" fmla="*/ 3509 w 6343"/>
                  <a:gd name="connsiteY4" fmla="*/ 225 h 6345"/>
                  <a:gd name="connsiteX5" fmla="*/ 1267 w 6343"/>
                  <a:gd name="connsiteY5" fmla="*/ 1154 h 6345"/>
                  <a:gd name="connsiteX6" fmla="*/ 338 w 6343"/>
                  <a:gd name="connsiteY6" fmla="*/ 3398 h 6345"/>
                  <a:gd name="connsiteX7" fmla="*/ 1267 w 6343"/>
                  <a:gd name="connsiteY7" fmla="*/ 5641 h 6345"/>
                  <a:gd name="connsiteX8" fmla="*/ 3509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9" y="6570"/>
                    </a:moveTo>
                    <a:cubicBezTo>
                      <a:pt x="4351" y="6570"/>
                      <a:pt x="5157" y="6236"/>
                      <a:pt x="5752" y="5641"/>
                    </a:cubicBezTo>
                    <a:cubicBezTo>
                      <a:pt x="6347" y="5046"/>
                      <a:pt x="6681" y="4239"/>
                      <a:pt x="6681" y="3398"/>
                    </a:cubicBezTo>
                    <a:cubicBezTo>
                      <a:pt x="6681" y="2556"/>
                      <a:pt x="6347" y="1749"/>
                      <a:pt x="5752" y="1154"/>
                    </a:cubicBezTo>
                    <a:cubicBezTo>
                      <a:pt x="5157" y="559"/>
                      <a:pt x="4351" y="225"/>
                      <a:pt x="3509" y="225"/>
                    </a:cubicBezTo>
                    <a:cubicBezTo>
                      <a:pt x="2668" y="225"/>
                      <a:pt x="1862" y="559"/>
                      <a:pt x="1267" y="1154"/>
                    </a:cubicBezTo>
                    <a:cubicBezTo>
                      <a:pt x="672" y="1749"/>
                      <a:pt x="338" y="2556"/>
                      <a:pt x="338" y="3398"/>
                    </a:cubicBezTo>
                    <a:cubicBezTo>
                      <a:pt x="338" y="4239"/>
                      <a:pt x="672" y="5046"/>
                      <a:pt x="1267" y="5641"/>
                    </a:cubicBezTo>
                    <a:cubicBezTo>
                      <a:pt x="1862" y="6236"/>
                      <a:pt x="2668" y="6570"/>
                      <a:pt x="3509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91" name="Freeform: Shape 9290">
                <a:extLst>
                  <a:ext uri="{FF2B5EF4-FFF2-40B4-BE49-F238E27FC236}">
                    <a16:creationId xmlns:a16="http://schemas.microsoft.com/office/drawing/2014/main" id="{3D0C0FEF-2C3E-2F10-C97C-0431CFE05EA2}"/>
                  </a:ext>
                </a:extLst>
              </p:cNvPr>
              <p:cNvSpPr/>
              <p:nvPr/>
            </p:nvSpPr>
            <p:spPr>
              <a:xfrm>
                <a:off x="10474196" y="6183218"/>
                <a:ext cx="6343" cy="6345"/>
              </a:xfrm>
              <a:custGeom>
                <a:avLst/>
                <a:gdLst>
                  <a:gd name="connsiteX0" fmla="*/ 3492 w 6343"/>
                  <a:gd name="connsiteY0" fmla="*/ 6558 h 6345"/>
                  <a:gd name="connsiteX1" fmla="*/ 5735 w 6343"/>
                  <a:gd name="connsiteY1" fmla="*/ 5629 h 6345"/>
                  <a:gd name="connsiteX2" fmla="*/ 6664 w 6343"/>
                  <a:gd name="connsiteY2" fmla="*/ 3386 h 6345"/>
                  <a:gd name="connsiteX3" fmla="*/ 5735 w 6343"/>
                  <a:gd name="connsiteY3" fmla="*/ 1142 h 6345"/>
                  <a:gd name="connsiteX4" fmla="*/ 3492 w 6343"/>
                  <a:gd name="connsiteY4" fmla="*/ 213 h 6345"/>
                  <a:gd name="connsiteX5" fmla="*/ 1249 w 6343"/>
                  <a:gd name="connsiteY5" fmla="*/ 1142 h 6345"/>
                  <a:gd name="connsiteX6" fmla="*/ 320 w 6343"/>
                  <a:gd name="connsiteY6" fmla="*/ 3386 h 6345"/>
                  <a:gd name="connsiteX7" fmla="*/ 1249 w 6343"/>
                  <a:gd name="connsiteY7" fmla="*/ 5629 h 6345"/>
                  <a:gd name="connsiteX8" fmla="*/ 349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2" y="6558"/>
                    </a:moveTo>
                    <a:cubicBezTo>
                      <a:pt x="4333" y="6558"/>
                      <a:pt x="5140" y="6224"/>
                      <a:pt x="5735" y="5629"/>
                    </a:cubicBezTo>
                    <a:cubicBezTo>
                      <a:pt x="6329" y="5034"/>
                      <a:pt x="6664" y="4227"/>
                      <a:pt x="6664" y="3386"/>
                    </a:cubicBezTo>
                    <a:cubicBezTo>
                      <a:pt x="6664" y="2544"/>
                      <a:pt x="6329" y="1737"/>
                      <a:pt x="5735" y="1142"/>
                    </a:cubicBezTo>
                    <a:cubicBezTo>
                      <a:pt x="5140" y="547"/>
                      <a:pt x="4333" y="213"/>
                      <a:pt x="3492" y="213"/>
                    </a:cubicBezTo>
                    <a:cubicBezTo>
                      <a:pt x="2651" y="213"/>
                      <a:pt x="1844" y="547"/>
                      <a:pt x="1249" y="1142"/>
                    </a:cubicBezTo>
                    <a:cubicBezTo>
                      <a:pt x="655" y="1737"/>
                      <a:pt x="320" y="2544"/>
                      <a:pt x="320" y="3386"/>
                    </a:cubicBezTo>
                    <a:cubicBezTo>
                      <a:pt x="320" y="4227"/>
                      <a:pt x="655" y="5034"/>
                      <a:pt x="1249" y="5629"/>
                    </a:cubicBezTo>
                    <a:cubicBezTo>
                      <a:pt x="1844" y="6224"/>
                      <a:pt x="2651" y="6558"/>
                      <a:pt x="349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92" name="Freeform: Shape 9291">
                <a:extLst>
                  <a:ext uri="{FF2B5EF4-FFF2-40B4-BE49-F238E27FC236}">
                    <a16:creationId xmlns:a16="http://schemas.microsoft.com/office/drawing/2014/main" id="{6CDDADA0-5F20-3F54-9869-02F5A22FC9D1}"/>
                  </a:ext>
                </a:extLst>
              </p:cNvPr>
              <p:cNvSpPr/>
              <p:nvPr/>
            </p:nvSpPr>
            <p:spPr>
              <a:xfrm>
                <a:off x="10469480" y="6190184"/>
                <a:ext cx="6343" cy="6345"/>
              </a:xfrm>
              <a:custGeom>
                <a:avLst/>
                <a:gdLst>
                  <a:gd name="connsiteX0" fmla="*/ 3492 w 6343"/>
                  <a:gd name="connsiteY0" fmla="*/ 6559 h 6345"/>
                  <a:gd name="connsiteX1" fmla="*/ 5734 w 6343"/>
                  <a:gd name="connsiteY1" fmla="*/ 5630 h 6345"/>
                  <a:gd name="connsiteX2" fmla="*/ 6663 w 6343"/>
                  <a:gd name="connsiteY2" fmla="*/ 3386 h 6345"/>
                  <a:gd name="connsiteX3" fmla="*/ 5734 w 6343"/>
                  <a:gd name="connsiteY3" fmla="*/ 1143 h 6345"/>
                  <a:gd name="connsiteX4" fmla="*/ 3492 w 6343"/>
                  <a:gd name="connsiteY4" fmla="*/ 214 h 6345"/>
                  <a:gd name="connsiteX5" fmla="*/ 1249 w 6343"/>
                  <a:gd name="connsiteY5" fmla="*/ 1143 h 6345"/>
                  <a:gd name="connsiteX6" fmla="*/ 320 w 6343"/>
                  <a:gd name="connsiteY6" fmla="*/ 3386 h 6345"/>
                  <a:gd name="connsiteX7" fmla="*/ 1249 w 6343"/>
                  <a:gd name="connsiteY7" fmla="*/ 5630 h 6345"/>
                  <a:gd name="connsiteX8" fmla="*/ 349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2" y="6559"/>
                    </a:moveTo>
                    <a:cubicBezTo>
                      <a:pt x="4333" y="6559"/>
                      <a:pt x="5140" y="6225"/>
                      <a:pt x="5734" y="5630"/>
                    </a:cubicBezTo>
                    <a:cubicBezTo>
                      <a:pt x="6329" y="5035"/>
                      <a:pt x="6663" y="4228"/>
                      <a:pt x="6663" y="3386"/>
                    </a:cubicBezTo>
                    <a:cubicBezTo>
                      <a:pt x="6663" y="2545"/>
                      <a:pt x="6329" y="1738"/>
                      <a:pt x="5734" y="1143"/>
                    </a:cubicBezTo>
                    <a:cubicBezTo>
                      <a:pt x="5140" y="548"/>
                      <a:pt x="4333" y="214"/>
                      <a:pt x="3492" y="214"/>
                    </a:cubicBezTo>
                    <a:cubicBezTo>
                      <a:pt x="2651" y="214"/>
                      <a:pt x="1844" y="548"/>
                      <a:pt x="1249" y="1143"/>
                    </a:cubicBezTo>
                    <a:cubicBezTo>
                      <a:pt x="654" y="1738"/>
                      <a:pt x="320" y="2545"/>
                      <a:pt x="320" y="3386"/>
                    </a:cubicBezTo>
                    <a:cubicBezTo>
                      <a:pt x="320" y="4228"/>
                      <a:pt x="654" y="5035"/>
                      <a:pt x="1249" y="5630"/>
                    </a:cubicBezTo>
                    <a:cubicBezTo>
                      <a:pt x="1844" y="6225"/>
                      <a:pt x="2651" y="6559"/>
                      <a:pt x="349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93" name="Freeform: Shape 9292">
                <a:extLst>
                  <a:ext uri="{FF2B5EF4-FFF2-40B4-BE49-F238E27FC236}">
                    <a16:creationId xmlns:a16="http://schemas.microsoft.com/office/drawing/2014/main" id="{EB1AC9F1-A7B5-5DD8-5A00-A94D64209488}"/>
                  </a:ext>
                </a:extLst>
              </p:cNvPr>
              <p:cNvSpPr/>
              <p:nvPr/>
            </p:nvSpPr>
            <p:spPr>
              <a:xfrm>
                <a:off x="10463869" y="6196376"/>
                <a:ext cx="6343" cy="6345"/>
              </a:xfrm>
              <a:custGeom>
                <a:avLst/>
                <a:gdLst>
                  <a:gd name="connsiteX0" fmla="*/ 3491 w 6343"/>
                  <a:gd name="connsiteY0" fmla="*/ 6559 h 6345"/>
                  <a:gd name="connsiteX1" fmla="*/ 5734 w 6343"/>
                  <a:gd name="connsiteY1" fmla="*/ 5630 h 6345"/>
                  <a:gd name="connsiteX2" fmla="*/ 6663 w 6343"/>
                  <a:gd name="connsiteY2" fmla="*/ 3387 h 6345"/>
                  <a:gd name="connsiteX3" fmla="*/ 5734 w 6343"/>
                  <a:gd name="connsiteY3" fmla="*/ 1143 h 6345"/>
                  <a:gd name="connsiteX4" fmla="*/ 3491 w 6343"/>
                  <a:gd name="connsiteY4" fmla="*/ 214 h 6345"/>
                  <a:gd name="connsiteX5" fmla="*/ 1249 w 6343"/>
                  <a:gd name="connsiteY5" fmla="*/ 1143 h 6345"/>
                  <a:gd name="connsiteX6" fmla="*/ 320 w 6343"/>
                  <a:gd name="connsiteY6" fmla="*/ 3387 h 6345"/>
                  <a:gd name="connsiteX7" fmla="*/ 1249 w 6343"/>
                  <a:gd name="connsiteY7" fmla="*/ 5630 h 6345"/>
                  <a:gd name="connsiteX8" fmla="*/ 349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1" y="6559"/>
                    </a:moveTo>
                    <a:cubicBezTo>
                      <a:pt x="4332" y="6559"/>
                      <a:pt x="5139" y="6225"/>
                      <a:pt x="5734" y="5630"/>
                    </a:cubicBezTo>
                    <a:cubicBezTo>
                      <a:pt x="6329" y="5035"/>
                      <a:pt x="6663" y="4228"/>
                      <a:pt x="6663" y="3387"/>
                    </a:cubicBezTo>
                    <a:cubicBezTo>
                      <a:pt x="6663" y="2545"/>
                      <a:pt x="6329" y="1738"/>
                      <a:pt x="5734" y="1143"/>
                    </a:cubicBezTo>
                    <a:cubicBezTo>
                      <a:pt x="5139" y="548"/>
                      <a:pt x="4332" y="214"/>
                      <a:pt x="3491" y="214"/>
                    </a:cubicBezTo>
                    <a:cubicBezTo>
                      <a:pt x="2650" y="214"/>
                      <a:pt x="1843" y="548"/>
                      <a:pt x="1249" y="1143"/>
                    </a:cubicBezTo>
                    <a:cubicBezTo>
                      <a:pt x="654" y="1738"/>
                      <a:pt x="320" y="2545"/>
                      <a:pt x="320" y="3387"/>
                    </a:cubicBezTo>
                    <a:cubicBezTo>
                      <a:pt x="320" y="4228"/>
                      <a:pt x="654" y="5035"/>
                      <a:pt x="1249" y="5630"/>
                    </a:cubicBezTo>
                    <a:cubicBezTo>
                      <a:pt x="1843" y="6225"/>
                      <a:pt x="2650" y="6559"/>
                      <a:pt x="349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94" name="Freeform: Shape 9293">
                <a:extLst>
                  <a:ext uri="{FF2B5EF4-FFF2-40B4-BE49-F238E27FC236}">
                    <a16:creationId xmlns:a16="http://schemas.microsoft.com/office/drawing/2014/main" id="{78A8B536-0C10-5649-92D2-1D81CAF10601}"/>
                  </a:ext>
                </a:extLst>
              </p:cNvPr>
              <p:cNvSpPr/>
              <p:nvPr/>
            </p:nvSpPr>
            <p:spPr>
              <a:xfrm>
                <a:off x="10386948" y="6181319"/>
                <a:ext cx="6343" cy="6345"/>
              </a:xfrm>
              <a:custGeom>
                <a:avLst/>
                <a:gdLst>
                  <a:gd name="connsiteX0" fmla="*/ 3485 w 6343"/>
                  <a:gd name="connsiteY0" fmla="*/ 6558 h 6345"/>
                  <a:gd name="connsiteX1" fmla="*/ 5728 w 6343"/>
                  <a:gd name="connsiteY1" fmla="*/ 5629 h 6345"/>
                  <a:gd name="connsiteX2" fmla="*/ 6657 w 6343"/>
                  <a:gd name="connsiteY2" fmla="*/ 3386 h 6345"/>
                  <a:gd name="connsiteX3" fmla="*/ 5728 w 6343"/>
                  <a:gd name="connsiteY3" fmla="*/ 1142 h 6345"/>
                  <a:gd name="connsiteX4" fmla="*/ 3485 w 6343"/>
                  <a:gd name="connsiteY4" fmla="*/ 213 h 6345"/>
                  <a:gd name="connsiteX5" fmla="*/ 1242 w 6343"/>
                  <a:gd name="connsiteY5" fmla="*/ 1142 h 6345"/>
                  <a:gd name="connsiteX6" fmla="*/ 314 w 6343"/>
                  <a:gd name="connsiteY6" fmla="*/ 3386 h 6345"/>
                  <a:gd name="connsiteX7" fmla="*/ 1242 w 6343"/>
                  <a:gd name="connsiteY7" fmla="*/ 5629 h 6345"/>
                  <a:gd name="connsiteX8" fmla="*/ 348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5" y="6558"/>
                    </a:moveTo>
                    <a:cubicBezTo>
                      <a:pt x="4326" y="6558"/>
                      <a:pt x="5133" y="6224"/>
                      <a:pt x="5728" y="5629"/>
                    </a:cubicBezTo>
                    <a:cubicBezTo>
                      <a:pt x="6322" y="5034"/>
                      <a:pt x="6657" y="4227"/>
                      <a:pt x="6657" y="3386"/>
                    </a:cubicBezTo>
                    <a:cubicBezTo>
                      <a:pt x="6657" y="2544"/>
                      <a:pt x="6322" y="1737"/>
                      <a:pt x="5728" y="1142"/>
                    </a:cubicBezTo>
                    <a:cubicBezTo>
                      <a:pt x="5133" y="547"/>
                      <a:pt x="4326" y="213"/>
                      <a:pt x="3485" y="213"/>
                    </a:cubicBezTo>
                    <a:cubicBezTo>
                      <a:pt x="2644" y="213"/>
                      <a:pt x="1837" y="547"/>
                      <a:pt x="1242" y="1142"/>
                    </a:cubicBezTo>
                    <a:cubicBezTo>
                      <a:pt x="648" y="1737"/>
                      <a:pt x="314" y="2544"/>
                      <a:pt x="314" y="3386"/>
                    </a:cubicBezTo>
                    <a:cubicBezTo>
                      <a:pt x="314" y="4227"/>
                      <a:pt x="648" y="5034"/>
                      <a:pt x="1242" y="5629"/>
                    </a:cubicBezTo>
                    <a:cubicBezTo>
                      <a:pt x="1837" y="6224"/>
                      <a:pt x="2644" y="6558"/>
                      <a:pt x="348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95" name="Freeform: Shape 9294">
                <a:extLst>
                  <a:ext uri="{FF2B5EF4-FFF2-40B4-BE49-F238E27FC236}">
                    <a16:creationId xmlns:a16="http://schemas.microsoft.com/office/drawing/2014/main" id="{1623E38E-E487-DAF8-6851-398B299CA38F}"/>
                  </a:ext>
                </a:extLst>
              </p:cNvPr>
              <p:cNvSpPr/>
              <p:nvPr/>
            </p:nvSpPr>
            <p:spPr>
              <a:xfrm>
                <a:off x="10368170" y="6196285"/>
                <a:ext cx="6343" cy="6345"/>
              </a:xfrm>
              <a:custGeom>
                <a:avLst/>
                <a:gdLst>
                  <a:gd name="connsiteX0" fmla="*/ 3484 w 6343"/>
                  <a:gd name="connsiteY0" fmla="*/ 6559 h 6345"/>
                  <a:gd name="connsiteX1" fmla="*/ 5726 w 6343"/>
                  <a:gd name="connsiteY1" fmla="*/ 5630 h 6345"/>
                  <a:gd name="connsiteX2" fmla="*/ 6655 w 6343"/>
                  <a:gd name="connsiteY2" fmla="*/ 3387 h 6345"/>
                  <a:gd name="connsiteX3" fmla="*/ 5726 w 6343"/>
                  <a:gd name="connsiteY3" fmla="*/ 1143 h 6345"/>
                  <a:gd name="connsiteX4" fmla="*/ 3484 w 6343"/>
                  <a:gd name="connsiteY4" fmla="*/ 214 h 6345"/>
                  <a:gd name="connsiteX5" fmla="*/ 1241 w 6343"/>
                  <a:gd name="connsiteY5" fmla="*/ 1143 h 6345"/>
                  <a:gd name="connsiteX6" fmla="*/ 312 w 6343"/>
                  <a:gd name="connsiteY6" fmla="*/ 3387 h 6345"/>
                  <a:gd name="connsiteX7" fmla="*/ 1241 w 6343"/>
                  <a:gd name="connsiteY7" fmla="*/ 5630 h 6345"/>
                  <a:gd name="connsiteX8" fmla="*/ 348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4" y="6559"/>
                    </a:moveTo>
                    <a:cubicBezTo>
                      <a:pt x="4325" y="6559"/>
                      <a:pt x="5132" y="6225"/>
                      <a:pt x="5726" y="5630"/>
                    </a:cubicBezTo>
                    <a:cubicBezTo>
                      <a:pt x="6321" y="5035"/>
                      <a:pt x="6655" y="4228"/>
                      <a:pt x="6655" y="3387"/>
                    </a:cubicBezTo>
                    <a:cubicBezTo>
                      <a:pt x="6655" y="2545"/>
                      <a:pt x="6321" y="1738"/>
                      <a:pt x="5726" y="1143"/>
                    </a:cubicBezTo>
                    <a:cubicBezTo>
                      <a:pt x="5132" y="548"/>
                      <a:pt x="4325" y="214"/>
                      <a:pt x="3484" y="214"/>
                    </a:cubicBezTo>
                    <a:cubicBezTo>
                      <a:pt x="2643" y="214"/>
                      <a:pt x="1836" y="548"/>
                      <a:pt x="1241" y="1143"/>
                    </a:cubicBezTo>
                    <a:cubicBezTo>
                      <a:pt x="646" y="1738"/>
                      <a:pt x="312" y="2545"/>
                      <a:pt x="312" y="3387"/>
                    </a:cubicBezTo>
                    <a:cubicBezTo>
                      <a:pt x="312" y="4228"/>
                      <a:pt x="646" y="5035"/>
                      <a:pt x="1241" y="5630"/>
                    </a:cubicBezTo>
                    <a:cubicBezTo>
                      <a:pt x="1836" y="6225"/>
                      <a:pt x="2643" y="6559"/>
                      <a:pt x="348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96" name="Freeform: Shape 9295">
                <a:extLst>
                  <a:ext uri="{FF2B5EF4-FFF2-40B4-BE49-F238E27FC236}">
                    <a16:creationId xmlns:a16="http://schemas.microsoft.com/office/drawing/2014/main" id="{6C35C631-E2CA-E859-1C4B-E2D1DE076441}"/>
                  </a:ext>
                </a:extLst>
              </p:cNvPr>
              <p:cNvSpPr/>
              <p:nvPr/>
            </p:nvSpPr>
            <p:spPr>
              <a:xfrm>
                <a:off x="10353301" y="6203823"/>
                <a:ext cx="6343" cy="6345"/>
              </a:xfrm>
              <a:custGeom>
                <a:avLst/>
                <a:gdLst>
                  <a:gd name="connsiteX0" fmla="*/ 3482 w 6343"/>
                  <a:gd name="connsiteY0" fmla="*/ 6560 h 6345"/>
                  <a:gd name="connsiteX1" fmla="*/ 5725 w 6343"/>
                  <a:gd name="connsiteY1" fmla="*/ 5631 h 6345"/>
                  <a:gd name="connsiteX2" fmla="*/ 6654 w 6343"/>
                  <a:gd name="connsiteY2" fmla="*/ 3387 h 6345"/>
                  <a:gd name="connsiteX3" fmla="*/ 5725 w 6343"/>
                  <a:gd name="connsiteY3" fmla="*/ 1144 h 6345"/>
                  <a:gd name="connsiteX4" fmla="*/ 3482 w 6343"/>
                  <a:gd name="connsiteY4" fmla="*/ 215 h 6345"/>
                  <a:gd name="connsiteX5" fmla="*/ 1240 w 6343"/>
                  <a:gd name="connsiteY5" fmla="*/ 1144 h 6345"/>
                  <a:gd name="connsiteX6" fmla="*/ 311 w 6343"/>
                  <a:gd name="connsiteY6" fmla="*/ 3387 h 6345"/>
                  <a:gd name="connsiteX7" fmla="*/ 1240 w 6343"/>
                  <a:gd name="connsiteY7" fmla="*/ 5631 h 6345"/>
                  <a:gd name="connsiteX8" fmla="*/ 3482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2" y="6560"/>
                    </a:moveTo>
                    <a:cubicBezTo>
                      <a:pt x="4324" y="6560"/>
                      <a:pt x="5130" y="6226"/>
                      <a:pt x="5725" y="5631"/>
                    </a:cubicBezTo>
                    <a:cubicBezTo>
                      <a:pt x="6320" y="5036"/>
                      <a:pt x="6654" y="4229"/>
                      <a:pt x="6654" y="3387"/>
                    </a:cubicBezTo>
                    <a:cubicBezTo>
                      <a:pt x="6654" y="2546"/>
                      <a:pt x="6320" y="1739"/>
                      <a:pt x="5725" y="1144"/>
                    </a:cubicBezTo>
                    <a:cubicBezTo>
                      <a:pt x="5130" y="549"/>
                      <a:pt x="4324" y="215"/>
                      <a:pt x="3482" y="215"/>
                    </a:cubicBezTo>
                    <a:cubicBezTo>
                      <a:pt x="2641" y="215"/>
                      <a:pt x="1835" y="549"/>
                      <a:pt x="1240" y="1144"/>
                    </a:cubicBezTo>
                    <a:cubicBezTo>
                      <a:pt x="645" y="1739"/>
                      <a:pt x="311" y="2546"/>
                      <a:pt x="311" y="3387"/>
                    </a:cubicBezTo>
                    <a:cubicBezTo>
                      <a:pt x="311" y="4229"/>
                      <a:pt x="645" y="5036"/>
                      <a:pt x="1240" y="5631"/>
                    </a:cubicBezTo>
                    <a:cubicBezTo>
                      <a:pt x="1835" y="6226"/>
                      <a:pt x="2641" y="6560"/>
                      <a:pt x="3482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97" name="Freeform: Shape 9296">
                <a:extLst>
                  <a:ext uri="{FF2B5EF4-FFF2-40B4-BE49-F238E27FC236}">
                    <a16:creationId xmlns:a16="http://schemas.microsoft.com/office/drawing/2014/main" id="{D408445F-F9AB-87EA-DA5A-B13A3647A0BD}"/>
                  </a:ext>
                </a:extLst>
              </p:cNvPr>
              <p:cNvSpPr/>
              <p:nvPr/>
            </p:nvSpPr>
            <p:spPr>
              <a:xfrm>
                <a:off x="10479267" y="6355672"/>
                <a:ext cx="6343" cy="6345"/>
              </a:xfrm>
              <a:custGeom>
                <a:avLst/>
                <a:gdLst>
                  <a:gd name="connsiteX0" fmla="*/ 3492 w 6343"/>
                  <a:gd name="connsiteY0" fmla="*/ 6572 h 6345"/>
                  <a:gd name="connsiteX1" fmla="*/ 5735 w 6343"/>
                  <a:gd name="connsiteY1" fmla="*/ 5643 h 6345"/>
                  <a:gd name="connsiteX2" fmla="*/ 6664 w 6343"/>
                  <a:gd name="connsiteY2" fmla="*/ 3399 h 6345"/>
                  <a:gd name="connsiteX3" fmla="*/ 5735 w 6343"/>
                  <a:gd name="connsiteY3" fmla="*/ 1156 h 6345"/>
                  <a:gd name="connsiteX4" fmla="*/ 3492 w 6343"/>
                  <a:gd name="connsiteY4" fmla="*/ 227 h 6345"/>
                  <a:gd name="connsiteX5" fmla="*/ 1250 w 6343"/>
                  <a:gd name="connsiteY5" fmla="*/ 1156 h 6345"/>
                  <a:gd name="connsiteX6" fmla="*/ 321 w 6343"/>
                  <a:gd name="connsiteY6" fmla="*/ 3399 h 6345"/>
                  <a:gd name="connsiteX7" fmla="*/ 1250 w 6343"/>
                  <a:gd name="connsiteY7" fmla="*/ 5643 h 6345"/>
                  <a:gd name="connsiteX8" fmla="*/ 3492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2" y="6572"/>
                    </a:moveTo>
                    <a:cubicBezTo>
                      <a:pt x="4334" y="6572"/>
                      <a:pt x="5140" y="6238"/>
                      <a:pt x="5735" y="5643"/>
                    </a:cubicBezTo>
                    <a:cubicBezTo>
                      <a:pt x="6330" y="5048"/>
                      <a:pt x="6664" y="4241"/>
                      <a:pt x="6664" y="3399"/>
                    </a:cubicBezTo>
                    <a:cubicBezTo>
                      <a:pt x="6664" y="2558"/>
                      <a:pt x="6330" y="1751"/>
                      <a:pt x="5735" y="1156"/>
                    </a:cubicBezTo>
                    <a:cubicBezTo>
                      <a:pt x="5140" y="561"/>
                      <a:pt x="4334" y="227"/>
                      <a:pt x="3492" y="227"/>
                    </a:cubicBezTo>
                    <a:cubicBezTo>
                      <a:pt x="2651" y="227"/>
                      <a:pt x="1845" y="561"/>
                      <a:pt x="1250" y="1156"/>
                    </a:cubicBezTo>
                    <a:cubicBezTo>
                      <a:pt x="655" y="1751"/>
                      <a:pt x="321" y="2558"/>
                      <a:pt x="321" y="3399"/>
                    </a:cubicBezTo>
                    <a:cubicBezTo>
                      <a:pt x="321" y="4241"/>
                      <a:pt x="655" y="5048"/>
                      <a:pt x="1250" y="5643"/>
                    </a:cubicBezTo>
                    <a:cubicBezTo>
                      <a:pt x="1845" y="6238"/>
                      <a:pt x="2651" y="6572"/>
                      <a:pt x="3492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98" name="Freeform: Shape 9297">
                <a:extLst>
                  <a:ext uri="{FF2B5EF4-FFF2-40B4-BE49-F238E27FC236}">
                    <a16:creationId xmlns:a16="http://schemas.microsoft.com/office/drawing/2014/main" id="{E399B972-B0FE-AE9F-5D2E-6F2CBE261EF8}"/>
                  </a:ext>
                </a:extLst>
              </p:cNvPr>
              <p:cNvSpPr/>
              <p:nvPr/>
            </p:nvSpPr>
            <p:spPr>
              <a:xfrm>
                <a:off x="10310268" y="6204370"/>
                <a:ext cx="6343" cy="6345"/>
              </a:xfrm>
              <a:custGeom>
                <a:avLst/>
                <a:gdLst>
                  <a:gd name="connsiteX0" fmla="*/ 3479 w 6343"/>
                  <a:gd name="connsiteY0" fmla="*/ 6560 h 6345"/>
                  <a:gd name="connsiteX1" fmla="*/ 5722 w 6343"/>
                  <a:gd name="connsiteY1" fmla="*/ 5631 h 6345"/>
                  <a:gd name="connsiteX2" fmla="*/ 6651 w 6343"/>
                  <a:gd name="connsiteY2" fmla="*/ 3387 h 6345"/>
                  <a:gd name="connsiteX3" fmla="*/ 5722 w 6343"/>
                  <a:gd name="connsiteY3" fmla="*/ 1144 h 6345"/>
                  <a:gd name="connsiteX4" fmla="*/ 3479 w 6343"/>
                  <a:gd name="connsiteY4" fmla="*/ 215 h 6345"/>
                  <a:gd name="connsiteX5" fmla="*/ 1236 w 6343"/>
                  <a:gd name="connsiteY5" fmla="*/ 1144 h 6345"/>
                  <a:gd name="connsiteX6" fmla="*/ 308 w 6343"/>
                  <a:gd name="connsiteY6" fmla="*/ 3387 h 6345"/>
                  <a:gd name="connsiteX7" fmla="*/ 1236 w 6343"/>
                  <a:gd name="connsiteY7" fmla="*/ 5631 h 6345"/>
                  <a:gd name="connsiteX8" fmla="*/ 3479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9" y="6560"/>
                    </a:moveTo>
                    <a:cubicBezTo>
                      <a:pt x="4320" y="6560"/>
                      <a:pt x="5127" y="6226"/>
                      <a:pt x="5722" y="5631"/>
                    </a:cubicBezTo>
                    <a:cubicBezTo>
                      <a:pt x="6316" y="5036"/>
                      <a:pt x="6651" y="4229"/>
                      <a:pt x="6651" y="3387"/>
                    </a:cubicBezTo>
                    <a:cubicBezTo>
                      <a:pt x="6651" y="2546"/>
                      <a:pt x="6316" y="1739"/>
                      <a:pt x="5722" y="1144"/>
                    </a:cubicBezTo>
                    <a:cubicBezTo>
                      <a:pt x="5127" y="549"/>
                      <a:pt x="4320" y="215"/>
                      <a:pt x="3479" y="215"/>
                    </a:cubicBezTo>
                    <a:cubicBezTo>
                      <a:pt x="2638" y="215"/>
                      <a:pt x="1831" y="549"/>
                      <a:pt x="1236" y="1144"/>
                    </a:cubicBezTo>
                    <a:cubicBezTo>
                      <a:pt x="642" y="1739"/>
                      <a:pt x="308" y="2546"/>
                      <a:pt x="308" y="3387"/>
                    </a:cubicBezTo>
                    <a:cubicBezTo>
                      <a:pt x="308" y="4229"/>
                      <a:pt x="642" y="5036"/>
                      <a:pt x="1236" y="5631"/>
                    </a:cubicBezTo>
                    <a:cubicBezTo>
                      <a:pt x="1831" y="6226"/>
                      <a:pt x="2638" y="6560"/>
                      <a:pt x="3479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299" name="Freeform: Shape 9298">
                <a:extLst>
                  <a:ext uri="{FF2B5EF4-FFF2-40B4-BE49-F238E27FC236}">
                    <a16:creationId xmlns:a16="http://schemas.microsoft.com/office/drawing/2014/main" id="{2F9D5355-93B7-3414-9B1F-032383CF18CE}"/>
                  </a:ext>
                </a:extLst>
              </p:cNvPr>
              <p:cNvSpPr/>
              <p:nvPr/>
            </p:nvSpPr>
            <p:spPr>
              <a:xfrm>
                <a:off x="10303592" y="6208523"/>
                <a:ext cx="6343" cy="6345"/>
              </a:xfrm>
              <a:custGeom>
                <a:avLst/>
                <a:gdLst>
                  <a:gd name="connsiteX0" fmla="*/ 3479 w 6343"/>
                  <a:gd name="connsiteY0" fmla="*/ 6560 h 6345"/>
                  <a:gd name="connsiteX1" fmla="*/ 5721 w 6343"/>
                  <a:gd name="connsiteY1" fmla="*/ 5631 h 6345"/>
                  <a:gd name="connsiteX2" fmla="*/ 6650 w 6343"/>
                  <a:gd name="connsiteY2" fmla="*/ 3388 h 6345"/>
                  <a:gd name="connsiteX3" fmla="*/ 5721 w 6343"/>
                  <a:gd name="connsiteY3" fmla="*/ 1144 h 6345"/>
                  <a:gd name="connsiteX4" fmla="*/ 3479 w 6343"/>
                  <a:gd name="connsiteY4" fmla="*/ 215 h 6345"/>
                  <a:gd name="connsiteX5" fmla="*/ 1236 w 6343"/>
                  <a:gd name="connsiteY5" fmla="*/ 1144 h 6345"/>
                  <a:gd name="connsiteX6" fmla="*/ 307 w 6343"/>
                  <a:gd name="connsiteY6" fmla="*/ 3388 h 6345"/>
                  <a:gd name="connsiteX7" fmla="*/ 1236 w 6343"/>
                  <a:gd name="connsiteY7" fmla="*/ 5631 h 6345"/>
                  <a:gd name="connsiteX8" fmla="*/ 3479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9" y="6560"/>
                    </a:moveTo>
                    <a:cubicBezTo>
                      <a:pt x="4320" y="6560"/>
                      <a:pt x="5126" y="6226"/>
                      <a:pt x="5721" y="5631"/>
                    </a:cubicBezTo>
                    <a:cubicBezTo>
                      <a:pt x="6316" y="5036"/>
                      <a:pt x="6650" y="4229"/>
                      <a:pt x="6650" y="3388"/>
                    </a:cubicBezTo>
                    <a:cubicBezTo>
                      <a:pt x="6650" y="2546"/>
                      <a:pt x="6316" y="1739"/>
                      <a:pt x="5721" y="1144"/>
                    </a:cubicBezTo>
                    <a:cubicBezTo>
                      <a:pt x="5126" y="549"/>
                      <a:pt x="4320" y="215"/>
                      <a:pt x="3479" y="215"/>
                    </a:cubicBezTo>
                    <a:cubicBezTo>
                      <a:pt x="2637" y="215"/>
                      <a:pt x="1831" y="549"/>
                      <a:pt x="1236" y="1144"/>
                    </a:cubicBezTo>
                    <a:cubicBezTo>
                      <a:pt x="641" y="1739"/>
                      <a:pt x="307" y="2546"/>
                      <a:pt x="307" y="3388"/>
                    </a:cubicBezTo>
                    <a:cubicBezTo>
                      <a:pt x="307" y="4229"/>
                      <a:pt x="641" y="5036"/>
                      <a:pt x="1236" y="5631"/>
                    </a:cubicBezTo>
                    <a:cubicBezTo>
                      <a:pt x="1831" y="6226"/>
                      <a:pt x="2637" y="6560"/>
                      <a:pt x="3479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00" name="Freeform: Shape 9299">
                <a:extLst>
                  <a:ext uri="{FF2B5EF4-FFF2-40B4-BE49-F238E27FC236}">
                    <a16:creationId xmlns:a16="http://schemas.microsoft.com/office/drawing/2014/main" id="{3C3B0265-F8A7-AE3A-7FD8-19C564BA6954}"/>
                  </a:ext>
                </a:extLst>
              </p:cNvPr>
              <p:cNvSpPr/>
              <p:nvPr/>
            </p:nvSpPr>
            <p:spPr>
              <a:xfrm>
                <a:off x="10293393" y="6208851"/>
                <a:ext cx="6343" cy="6345"/>
              </a:xfrm>
              <a:custGeom>
                <a:avLst/>
                <a:gdLst>
                  <a:gd name="connsiteX0" fmla="*/ 3478 w 6343"/>
                  <a:gd name="connsiteY0" fmla="*/ 6560 h 6345"/>
                  <a:gd name="connsiteX1" fmla="*/ 5720 w 6343"/>
                  <a:gd name="connsiteY1" fmla="*/ 5631 h 6345"/>
                  <a:gd name="connsiteX2" fmla="*/ 6649 w 6343"/>
                  <a:gd name="connsiteY2" fmla="*/ 3388 h 6345"/>
                  <a:gd name="connsiteX3" fmla="*/ 5720 w 6343"/>
                  <a:gd name="connsiteY3" fmla="*/ 1144 h 6345"/>
                  <a:gd name="connsiteX4" fmla="*/ 3478 w 6343"/>
                  <a:gd name="connsiteY4" fmla="*/ 215 h 6345"/>
                  <a:gd name="connsiteX5" fmla="*/ 1235 w 6343"/>
                  <a:gd name="connsiteY5" fmla="*/ 1144 h 6345"/>
                  <a:gd name="connsiteX6" fmla="*/ 306 w 6343"/>
                  <a:gd name="connsiteY6" fmla="*/ 3388 h 6345"/>
                  <a:gd name="connsiteX7" fmla="*/ 1235 w 6343"/>
                  <a:gd name="connsiteY7" fmla="*/ 5631 h 6345"/>
                  <a:gd name="connsiteX8" fmla="*/ 3478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8" y="6560"/>
                    </a:moveTo>
                    <a:cubicBezTo>
                      <a:pt x="4319" y="6560"/>
                      <a:pt x="5126" y="6226"/>
                      <a:pt x="5720" y="5631"/>
                    </a:cubicBezTo>
                    <a:cubicBezTo>
                      <a:pt x="6315" y="5036"/>
                      <a:pt x="6649" y="4229"/>
                      <a:pt x="6649" y="3388"/>
                    </a:cubicBezTo>
                    <a:cubicBezTo>
                      <a:pt x="6649" y="2546"/>
                      <a:pt x="6315" y="1739"/>
                      <a:pt x="5720" y="1144"/>
                    </a:cubicBezTo>
                    <a:cubicBezTo>
                      <a:pt x="5126" y="549"/>
                      <a:pt x="4319" y="215"/>
                      <a:pt x="3478" y="215"/>
                    </a:cubicBezTo>
                    <a:cubicBezTo>
                      <a:pt x="2637" y="215"/>
                      <a:pt x="1830" y="549"/>
                      <a:pt x="1235" y="1144"/>
                    </a:cubicBezTo>
                    <a:cubicBezTo>
                      <a:pt x="640" y="1739"/>
                      <a:pt x="306" y="2546"/>
                      <a:pt x="306" y="3388"/>
                    </a:cubicBezTo>
                    <a:cubicBezTo>
                      <a:pt x="306" y="4229"/>
                      <a:pt x="640" y="5036"/>
                      <a:pt x="1235" y="5631"/>
                    </a:cubicBezTo>
                    <a:cubicBezTo>
                      <a:pt x="1830" y="6226"/>
                      <a:pt x="2637" y="6560"/>
                      <a:pt x="3478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01" name="Freeform: Shape 9300">
                <a:extLst>
                  <a:ext uri="{FF2B5EF4-FFF2-40B4-BE49-F238E27FC236}">
                    <a16:creationId xmlns:a16="http://schemas.microsoft.com/office/drawing/2014/main" id="{71B6073D-129B-3235-80E5-B920FD94A669}"/>
                  </a:ext>
                </a:extLst>
              </p:cNvPr>
              <p:cNvSpPr/>
              <p:nvPr/>
            </p:nvSpPr>
            <p:spPr>
              <a:xfrm>
                <a:off x="10284369" y="6210339"/>
                <a:ext cx="6343" cy="6345"/>
              </a:xfrm>
              <a:custGeom>
                <a:avLst/>
                <a:gdLst>
                  <a:gd name="connsiteX0" fmla="*/ 3477 w 6343"/>
                  <a:gd name="connsiteY0" fmla="*/ 6561 h 6345"/>
                  <a:gd name="connsiteX1" fmla="*/ 5720 w 6343"/>
                  <a:gd name="connsiteY1" fmla="*/ 5631 h 6345"/>
                  <a:gd name="connsiteX2" fmla="*/ 6649 w 6343"/>
                  <a:gd name="connsiteY2" fmla="*/ 3388 h 6345"/>
                  <a:gd name="connsiteX3" fmla="*/ 5720 w 6343"/>
                  <a:gd name="connsiteY3" fmla="*/ 1144 h 6345"/>
                  <a:gd name="connsiteX4" fmla="*/ 3477 w 6343"/>
                  <a:gd name="connsiteY4" fmla="*/ 215 h 6345"/>
                  <a:gd name="connsiteX5" fmla="*/ 1234 w 6343"/>
                  <a:gd name="connsiteY5" fmla="*/ 1144 h 6345"/>
                  <a:gd name="connsiteX6" fmla="*/ 305 w 6343"/>
                  <a:gd name="connsiteY6" fmla="*/ 3388 h 6345"/>
                  <a:gd name="connsiteX7" fmla="*/ 1234 w 6343"/>
                  <a:gd name="connsiteY7" fmla="*/ 5631 h 6345"/>
                  <a:gd name="connsiteX8" fmla="*/ 3477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7" y="6561"/>
                    </a:moveTo>
                    <a:cubicBezTo>
                      <a:pt x="4318" y="6561"/>
                      <a:pt x="5125" y="6226"/>
                      <a:pt x="5720" y="5631"/>
                    </a:cubicBezTo>
                    <a:cubicBezTo>
                      <a:pt x="6314" y="5036"/>
                      <a:pt x="6649" y="4229"/>
                      <a:pt x="6649" y="3388"/>
                    </a:cubicBezTo>
                    <a:cubicBezTo>
                      <a:pt x="6649" y="2546"/>
                      <a:pt x="6314" y="1739"/>
                      <a:pt x="5720" y="1144"/>
                    </a:cubicBezTo>
                    <a:cubicBezTo>
                      <a:pt x="5125" y="549"/>
                      <a:pt x="4318" y="215"/>
                      <a:pt x="3477" y="215"/>
                    </a:cubicBezTo>
                    <a:cubicBezTo>
                      <a:pt x="2636" y="215"/>
                      <a:pt x="1829" y="549"/>
                      <a:pt x="1234" y="1144"/>
                    </a:cubicBezTo>
                    <a:cubicBezTo>
                      <a:pt x="640" y="1739"/>
                      <a:pt x="305" y="2546"/>
                      <a:pt x="305" y="3388"/>
                    </a:cubicBezTo>
                    <a:cubicBezTo>
                      <a:pt x="305" y="4229"/>
                      <a:pt x="640" y="5036"/>
                      <a:pt x="1234" y="5631"/>
                    </a:cubicBezTo>
                    <a:cubicBezTo>
                      <a:pt x="1829" y="6226"/>
                      <a:pt x="2636" y="6561"/>
                      <a:pt x="3477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02" name="Freeform: Shape 9301">
                <a:extLst>
                  <a:ext uri="{FF2B5EF4-FFF2-40B4-BE49-F238E27FC236}">
                    <a16:creationId xmlns:a16="http://schemas.microsoft.com/office/drawing/2014/main" id="{4DAA1F90-8ABB-FD2C-3F3D-5871846DC743}"/>
                  </a:ext>
                </a:extLst>
              </p:cNvPr>
              <p:cNvSpPr/>
              <p:nvPr/>
            </p:nvSpPr>
            <p:spPr>
              <a:xfrm>
                <a:off x="10263682" y="6210089"/>
                <a:ext cx="6343" cy="6345"/>
              </a:xfrm>
              <a:custGeom>
                <a:avLst/>
                <a:gdLst>
                  <a:gd name="connsiteX0" fmla="*/ 3475 w 6343"/>
                  <a:gd name="connsiteY0" fmla="*/ 6561 h 6345"/>
                  <a:gd name="connsiteX1" fmla="*/ 5718 w 6343"/>
                  <a:gd name="connsiteY1" fmla="*/ 5631 h 6345"/>
                  <a:gd name="connsiteX2" fmla="*/ 6647 w 6343"/>
                  <a:gd name="connsiteY2" fmla="*/ 3388 h 6345"/>
                  <a:gd name="connsiteX3" fmla="*/ 5718 w 6343"/>
                  <a:gd name="connsiteY3" fmla="*/ 1144 h 6345"/>
                  <a:gd name="connsiteX4" fmla="*/ 3475 w 6343"/>
                  <a:gd name="connsiteY4" fmla="*/ 215 h 6345"/>
                  <a:gd name="connsiteX5" fmla="*/ 1233 w 6343"/>
                  <a:gd name="connsiteY5" fmla="*/ 1144 h 6345"/>
                  <a:gd name="connsiteX6" fmla="*/ 304 w 6343"/>
                  <a:gd name="connsiteY6" fmla="*/ 3388 h 6345"/>
                  <a:gd name="connsiteX7" fmla="*/ 1233 w 6343"/>
                  <a:gd name="connsiteY7" fmla="*/ 5631 h 6345"/>
                  <a:gd name="connsiteX8" fmla="*/ 3475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561"/>
                    </a:moveTo>
                    <a:cubicBezTo>
                      <a:pt x="4317" y="6561"/>
                      <a:pt x="5123" y="6226"/>
                      <a:pt x="5718" y="5631"/>
                    </a:cubicBezTo>
                    <a:cubicBezTo>
                      <a:pt x="6313" y="5036"/>
                      <a:pt x="6647" y="4229"/>
                      <a:pt x="6647" y="3388"/>
                    </a:cubicBezTo>
                    <a:cubicBezTo>
                      <a:pt x="6647" y="2546"/>
                      <a:pt x="6313" y="1739"/>
                      <a:pt x="5718" y="1144"/>
                    </a:cubicBezTo>
                    <a:cubicBezTo>
                      <a:pt x="5123" y="549"/>
                      <a:pt x="4317" y="215"/>
                      <a:pt x="3475" y="215"/>
                    </a:cubicBezTo>
                    <a:cubicBezTo>
                      <a:pt x="2634" y="215"/>
                      <a:pt x="1828" y="549"/>
                      <a:pt x="1233" y="1144"/>
                    </a:cubicBezTo>
                    <a:cubicBezTo>
                      <a:pt x="638" y="1739"/>
                      <a:pt x="304" y="2546"/>
                      <a:pt x="304" y="3388"/>
                    </a:cubicBezTo>
                    <a:cubicBezTo>
                      <a:pt x="304" y="4229"/>
                      <a:pt x="638" y="5036"/>
                      <a:pt x="1233" y="5631"/>
                    </a:cubicBezTo>
                    <a:cubicBezTo>
                      <a:pt x="1828" y="6226"/>
                      <a:pt x="2634" y="6561"/>
                      <a:pt x="3475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03" name="Freeform: Shape 9302">
                <a:extLst>
                  <a:ext uri="{FF2B5EF4-FFF2-40B4-BE49-F238E27FC236}">
                    <a16:creationId xmlns:a16="http://schemas.microsoft.com/office/drawing/2014/main" id="{3D5D6498-957B-45EC-BDE7-3FDA1B712D14}"/>
                  </a:ext>
                </a:extLst>
              </p:cNvPr>
              <p:cNvSpPr/>
              <p:nvPr/>
            </p:nvSpPr>
            <p:spPr>
              <a:xfrm>
                <a:off x="10250143" y="6206152"/>
                <a:ext cx="6343" cy="6345"/>
              </a:xfrm>
              <a:custGeom>
                <a:avLst/>
                <a:gdLst>
                  <a:gd name="connsiteX0" fmla="*/ 3474 w 6343"/>
                  <a:gd name="connsiteY0" fmla="*/ 6560 h 6345"/>
                  <a:gd name="connsiteX1" fmla="*/ 5717 w 6343"/>
                  <a:gd name="connsiteY1" fmla="*/ 5631 h 6345"/>
                  <a:gd name="connsiteX2" fmla="*/ 6646 w 6343"/>
                  <a:gd name="connsiteY2" fmla="*/ 3388 h 6345"/>
                  <a:gd name="connsiteX3" fmla="*/ 5717 w 6343"/>
                  <a:gd name="connsiteY3" fmla="*/ 1144 h 6345"/>
                  <a:gd name="connsiteX4" fmla="*/ 3474 w 6343"/>
                  <a:gd name="connsiteY4" fmla="*/ 215 h 6345"/>
                  <a:gd name="connsiteX5" fmla="*/ 1232 w 6343"/>
                  <a:gd name="connsiteY5" fmla="*/ 1144 h 6345"/>
                  <a:gd name="connsiteX6" fmla="*/ 303 w 6343"/>
                  <a:gd name="connsiteY6" fmla="*/ 3388 h 6345"/>
                  <a:gd name="connsiteX7" fmla="*/ 1232 w 6343"/>
                  <a:gd name="connsiteY7" fmla="*/ 5631 h 6345"/>
                  <a:gd name="connsiteX8" fmla="*/ 3474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4" y="6560"/>
                    </a:moveTo>
                    <a:cubicBezTo>
                      <a:pt x="4315" y="6560"/>
                      <a:pt x="5122" y="6226"/>
                      <a:pt x="5717" y="5631"/>
                    </a:cubicBezTo>
                    <a:cubicBezTo>
                      <a:pt x="6312" y="5036"/>
                      <a:pt x="6646" y="4229"/>
                      <a:pt x="6646" y="3388"/>
                    </a:cubicBezTo>
                    <a:cubicBezTo>
                      <a:pt x="6646" y="2546"/>
                      <a:pt x="6312" y="1739"/>
                      <a:pt x="5717" y="1144"/>
                    </a:cubicBezTo>
                    <a:cubicBezTo>
                      <a:pt x="5122" y="549"/>
                      <a:pt x="4315" y="215"/>
                      <a:pt x="3474" y="215"/>
                    </a:cubicBezTo>
                    <a:cubicBezTo>
                      <a:pt x="2633" y="215"/>
                      <a:pt x="1826" y="549"/>
                      <a:pt x="1232" y="1144"/>
                    </a:cubicBezTo>
                    <a:cubicBezTo>
                      <a:pt x="637" y="1739"/>
                      <a:pt x="303" y="2546"/>
                      <a:pt x="303" y="3388"/>
                    </a:cubicBezTo>
                    <a:cubicBezTo>
                      <a:pt x="303" y="4229"/>
                      <a:pt x="637" y="5036"/>
                      <a:pt x="1232" y="5631"/>
                    </a:cubicBezTo>
                    <a:cubicBezTo>
                      <a:pt x="1826" y="6226"/>
                      <a:pt x="2633" y="6560"/>
                      <a:pt x="3474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04" name="Freeform: Shape 9303">
                <a:extLst>
                  <a:ext uri="{FF2B5EF4-FFF2-40B4-BE49-F238E27FC236}">
                    <a16:creationId xmlns:a16="http://schemas.microsoft.com/office/drawing/2014/main" id="{F407E869-8BCF-BBFF-980B-F1628A3CDDBF}"/>
                  </a:ext>
                </a:extLst>
              </p:cNvPr>
              <p:cNvSpPr/>
              <p:nvPr/>
            </p:nvSpPr>
            <p:spPr>
              <a:xfrm>
                <a:off x="10423325" y="6416025"/>
                <a:ext cx="6343" cy="6345"/>
              </a:xfrm>
              <a:custGeom>
                <a:avLst/>
                <a:gdLst>
                  <a:gd name="connsiteX0" fmla="*/ 3488 w 6343"/>
                  <a:gd name="connsiteY0" fmla="*/ 6577 h 6345"/>
                  <a:gd name="connsiteX1" fmla="*/ 5731 w 6343"/>
                  <a:gd name="connsiteY1" fmla="*/ 5648 h 6345"/>
                  <a:gd name="connsiteX2" fmla="*/ 6660 w 6343"/>
                  <a:gd name="connsiteY2" fmla="*/ 3404 h 6345"/>
                  <a:gd name="connsiteX3" fmla="*/ 5731 w 6343"/>
                  <a:gd name="connsiteY3" fmla="*/ 1161 h 6345"/>
                  <a:gd name="connsiteX4" fmla="*/ 3488 w 6343"/>
                  <a:gd name="connsiteY4" fmla="*/ 231 h 6345"/>
                  <a:gd name="connsiteX5" fmla="*/ 1245 w 6343"/>
                  <a:gd name="connsiteY5" fmla="*/ 1161 h 6345"/>
                  <a:gd name="connsiteX6" fmla="*/ 316 w 6343"/>
                  <a:gd name="connsiteY6" fmla="*/ 3404 h 6345"/>
                  <a:gd name="connsiteX7" fmla="*/ 1245 w 6343"/>
                  <a:gd name="connsiteY7" fmla="*/ 5648 h 6345"/>
                  <a:gd name="connsiteX8" fmla="*/ 3488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8" y="6577"/>
                    </a:moveTo>
                    <a:cubicBezTo>
                      <a:pt x="4329" y="6577"/>
                      <a:pt x="5136" y="6243"/>
                      <a:pt x="5731" y="5648"/>
                    </a:cubicBezTo>
                    <a:cubicBezTo>
                      <a:pt x="6325" y="5053"/>
                      <a:pt x="6660" y="4246"/>
                      <a:pt x="6660" y="3404"/>
                    </a:cubicBezTo>
                    <a:cubicBezTo>
                      <a:pt x="6660" y="2563"/>
                      <a:pt x="6325" y="1756"/>
                      <a:pt x="5731" y="1161"/>
                    </a:cubicBezTo>
                    <a:cubicBezTo>
                      <a:pt x="5136" y="566"/>
                      <a:pt x="4329" y="231"/>
                      <a:pt x="3488" y="231"/>
                    </a:cubicBezTo>
                    <a:cubicBezTo>
                      <a:pt x="2647" y="231"/>
                      <a:pt x="1840" y="566"/>
                      <a:pt x="1245" y="1161"/>
                    </a:cubicBezTo>
                    <a:cubicBezTo>
                      <a:pt x="651" y="1756"/>
                      <a:pt x="316" y="2563"/>
                      <a:pt x="316" y="3404"/>
                    </a:cubicBezTo>
                    <a:cubicBezTo>
                      <a:pt x="316" y="4246"/>
                      <a:pt x="651" y="5053"/>
                      <a:pt x="1245" y="5648"/>
                    </a:cubicBezTo>
                    <a:cubicBezTo>
                      <a:pt x="1840" y="6243"/>
                      <a:pt x="2647" y="6577"/>
                      <a:pt x="3488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05" name="Freeform: Shape 9304">
                <a:extLst>
                  <a:ext uri="{FF2B5EF4-FFF2-40B4-BE49-F238E27FC236}">
                    <a16:creationId xmlns:a16="http://schemas.microsoft.com/office/drawing/2014/main" id="{89C6395C-7FCF-295B-7F41-AB7A8F6F33D7}"/>
                  </a:ext>
                </a:extLst>
              </p:cNvPr>
              <p:cNvSpPr/>
              <p:nvPr/>
            </p:nvSpPr>
            <p:spPr>
              <a:xfrm>
                <a:off x="10193762" y="6185491"/>
                <a:ext cx="6343" cy="6345"/>
              </a:xfrm>
              <a:custGeom>
                <a:avLst/>
                <a:gdLst>
                  <a:gd name="connsiteX0" fmla="*/ 3470 w 6343"/>
                  <a:gd name="connsiteY0" fmla="*/ 6559 h 6345"/>
                  <a:gd name="connsiteX1" fmla="*/ 5713 w 6343"/>
                  <a:gd name="connsiteY1" fmla="*/ 5629 h 6345"/>
                  <a:gd name="connsiteX2" fmla="*/ 6641 w 6343"/>
                  <a:gd name="connsiteY2" fmla="*/ 3386 h 6345"/>
                  <a:gd name="connsiteX3" fmla="*/ 5713 w 6343"/>
                  <a:gd name="connsiteY3" fmla="*/ 1142 h 6345"/>
                  <a:gd name="connsiteX4" fmla="*/ 3470 w 6343"/>
                  <a:gd name="connsiteY4" fmla="*/ 213 h 6345"/>
                  <a:gd name="connsiteX5" fmla="*/ 1227 w 6343"/>
                  <a:gd name="connsiteY5" fmla="*/ 1142 h 6345"/>
                  <a:gd name="connsiteX6" fmla="*/ 298 w 6343"/>
                  <a:gd name="connsiteY6" fmla="*/ 3386 h 6345"/>
                  <a:gd name="connsiteX7" fmla="*/ 1227 w 6343"/>
                  <a:gd name="connsiteY7" fmla="*/ 5629 h 6345"/>
                  <a:gd name="connsiteX8" fmla="*/ 347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0" y="6559"/>
                    </a:moveTo>
                    <a:cubicBezTo>
                      <a:pt x="4311" y="6559"/>
                      <a:pt x="5118" y="6224"/>
                      <a:pt x="5713" y="5629"/>
                    </a:cubicBezTo>
                    <a:cubicBezTo>
                      <a:pt x="6307" y="5034"/>
                      <a:pt x="6641" y="4227"/>
                      <a:pt x="6641" y="3386"/>
                    </a:cubicBezTo>
                    <a:cubicBezTo>
                      <a:pt x="6641" y="2545"/>
                      <a:pt x="6307" y="1737"/>
                      <a:pt x="5713" y="1142"/>
                    </a:cubicBezTo>
                    <a:cubicBezTo>
                      <a:pt x="5118" y="548"/>
                      <a:pt x="4311" y="213"/>
                      <a:pt x="3470" y="213"/>
                    </a:cubicBezTo>
                    <a:cubicBezTo>
                      <a:pt x="2629" y="213"/>
                      <a:pt x="1822" y="548"/>
                      <a:pt x="1227" y="1142"/>
                    </a:cubicBezTo>
                    <a:cubicBezTo>
                      <a:pt x="633" y="1737"/>
                      <a:pt x="298" y="2545"/>
                      <a:pt x="298" y="3386"/>
                    </a:cubicBezTo>
                    <a:cubicBezTo>
                      <a:pt x="298" y="4227"/>
                      <a:pt x="633" y="5034"/>
                      <a:pt x="1227" y="5629"/>
                    </a:cubicBezTo>
                    <a:cubicBezTo>
                      <a:pt x="1822" y="6224"/>
                      <a:pt x="2629" y="6559"/>
                      <a:pt x="347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06" name="Freeform: Shape 9305">
                <a:extLst>
                  <a:ext uri="{FF2B5EF4-FFF2-40B4-BE49-F238E27FC236}">
                    <a16:creationId xmlns:a16="http://schemas.microsoft.com/office/drawing/2014/main" id="{403F68AB-D7FC-6141-85BD-74406467951F}"/>
                  </a:ext>
                </a:extLst>
              </p:cNvPr>
              <p:cNvSpPr/>
              <p:nvPr/>
            </p:nvSpPr>
            <p:spPr>
              <a:xfrm>
                <a:off x="10184547" y="6185577"/>
                <a:ext cx="6343" cy="6345"/>
              </a:xfrm>
              <a:custGeom>
                <a:avLst/>
                <a:gdLst>
                  <a:gd name="connsiteX0" fmla="*/ 3469 w 6343"/>
                  <a:gd name="connsiteY0" fmla="*/ 6559 h 6345"/>
                  <a:gd name="connsiteX1" fmla="*/ 5712 w 6343"/>
                  <a:gd name="connsiteY1" fmla="*/ 5629 h 6345"/>
                  <a:gd name="connsiteX2" fmla="*/ 6641 w 6343"/>
                  <a:gd name="connsiteY2" fmla="*/ 3386 h 6345"/>
                  <a:gd name="connsiteX3" fmla="*/ 5712 w 6343"/>
                  <a:gd name="connsiteY3" fmla="*/ 1142 h 6345"/>
                  <a:gd name="connsiteX4" fmla="*/ 3469 w 6343"/>
                  <a:gd name="connsiteY4" fmla="*/ 213 h 6345"/>
                  <a:gd name="connsiteX5" fmla="*/ 1227 w 6343"/>
                  <a:gd name="connsiteY5" fmla="*/ 1142 h 6345"/>
                  <a:gd name="connsiteX6" fmla="*/ 298 w 6343"/>
                  <a:gd name="connsiteY6" fmla="*/ 3386 h 6345"/>
                  <a:gd name="connsiteX7" fmla="*/ 1227 w 6343"/>
                  <a:gd name="connsiteY7" fmla="*/ 5629 h 6345"/>
                  <a:gd name="connsiteX8" fmla="*/ 346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9" y="6559"/>
                    </a:moveTo>
                    <a:cubicBezTo>
                      <a:pt x="4310" y="6559"/>
                      <a:pt x="5117" y="6224"/>
                      <a:pt x="5712" y="5629"/>
                    </a:cubicBezTo>
                    <a:cubicBezTo>
                      <a:pt x="6307" y="5034"/>
                      <a:pt x="6641" y="4227"/>
                      <a:pt x="6641" y="3386"/>
                    </a:cubicBezTo>
                    <a:cubicBezTo>
                      <a:pt x="6641" y="2545"/>
                      <a:pt x="6307" y="1737"/>
                      <a:pt x="5712" y="1142"/>
                    </a:cubicBezTo>
                    <a:cubicBezTo>
                      <a:pt x="5117" y="548"/>
                      <a:pt x="4310" y="213"/>
                      <a:pt x="3469" y="213"/>
                    </a:cubicBezTo>
                    <a:cubicBezTo>
                      <a:pt x="2628" y="213"/>
                      <a:pt x="1821" y="548"/>
                      <a:pt x="1227" y="1142"/>
                    </a:cubicBezTo>
                    <a:cubicBezTo>
                      <a:pt x="632" y="1737"/>
                      <a:pt x="298" y="2545"/>
                      <a:pt x="298" y="3386"/>
                    </a:cubicBezTo>
                    <a:cubicBezTo>
                      <a:pt x="298" y="4227"/>
                      <a:pt x="632" y="5034"/>
                      <a:pt x="1227" y="5629"/>
                    </a:cubicBezTo>
                    <a:cubicBezTo>
                      <a:pt x="1821" y="6224"/>
                      <a:pt x="2628" y="6559"/>
                      <a:pt x="346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07" name="Freeform: Shape 9306">
                <a:extLst>
                  <a:ext uri="{FF2B5EF4-FFF2-40B4-BE49-F238E27FC236}">
                    <a16:creationId xmlns:a16="http://schemas.microsoft.com/office/drawing/2014/main" id="{D57292BB-9297-BAFA-9AEF-D32D1CC17BB5}"/>
                  </a:ext>
                </a:extLst>
              </p:cNvPr>
              <p:cNvSpPr/>
              <p:nvPr/>
            </p:nvSpPr>
            <p:spPr>
              <a:xfrm>
                <a:off x="10176475" y="6186945"/>
                <a:ext cx="6343" cy="6345"/>
              </a:xfrm>
              <a:custGeom>
                <a:avLst/>
                <a:gdLst>
                  <a:gd name="connsiteX0" fmla="*/ 3469 w 6343"/>
                  <a:gd name="connsiteY0" fmla="*/ 6559 h 6345"/>
                  <a:gd name="connsiteX1" fmla="*/ 5711 w 6343"/>
                  <a:gd name="connsiteY1" fmla="*/ 5629 h 6345"/>
                  <a:gd name="connsiteX2" fmla="*/ 6640 w 6343"/>
                  <a:gd name="connsiteY2" fmla="*/ 3386 h 6345"/>
                  <a:gd name="connsiteX3" fmla="*/ 5711 w 6343"/>
                  <a:gd name="connsiteY3" fmla="*/ 1143 h 6345"/>
                  <a:gd name="connsiteX4" fmla="*/ 3469 w 6343"/>
                  <a:gd name="connsiteY4" fmla="*/ 213 h 6345"/>
                  <a:gd name="connsiteX5" fmla="*/ 1226 w 6343"/>
                  <a:gd name="connsiteY5" fmla="*/ 1143 h 6345"/>
                  <a:gd name="connsiteX6" fmla="*/ 297 w 6343"/>
                  <a:gd name="connsiteY6" fmla="*/ 3386 h 6345"/>
                  <a:gd name="connsiteX7" fmla="*/ 1226 w 6343"/>
                  <a:gd name="connsiteY7" fmla="*/ 5629 h 6345"/>
                  <a:gd name="connsiteX8" fmla="*/ 346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9" y="6559"/>
                    </a:moveTo>
                    <a:cubicBezTo>
                      <a:pt x="4310" y="6559"/>
                      <a:pt x="5116" y="6224"/>
                      <a:pt x="5711" y="5629"/>
                    </a:cubicBezTo>
                    <a:cubicBezTo>
                      <a:pt x="6306" y="5035"/>
                      <a:pt x="6640" y="4227"/>
                      <a:pt x="6640" y="3386"/>
                    </a:cubicBezTo>
                    <a:cubicBezTo>
                      <a:pt x="6640" y="2545"/>
                      <a:pt x="6306" y="1738"/>
                      <a:pt x="5711" y="1143"/>
                    </a:cubicBezTo>
                    <a:cubicBezTo>
                      <a:pt x="5116" y="548"/>
                      <a:pt x="4310" y="213"/>
                      <a:pt x="3469" y="213"/>
                    </a:cubicBezTo>
                    <a:cubicBezTo>
                      <a:pt x="2627" y="213"/>
                      <a:pt x="1821" y="548"/>
                      <a:pt x="1226" y="1143"/>
                    </a:cubicBezTo>
                    <a:cubicBezTo>
                      <a:pt x="631" y="1738"/>
                      <a:pt x="297" y="2545"/>
                      <a:pt x="297" y="3386"/>
                    </a:cubicBezTo>
                    <a:cubicBezTo>
                      <a:pt x="297" y="4227"/>
                      <a:pt x="631" y="5035"/>
                      <a:pt x="1226" y="5629"/>
                    </a:cubicBezTo>
                    <a:cubicBezTo>
                      <a:pt x="1821" y="6224"/>
                      <a:pt x="2627" y="6559"/>
                      <a:pt x="346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08" name="Freeform: Shape 9307">
                <a:extLst>
                  <a:ext uri="{FF2B5EF4-FFF2-40B4-BE49-F238E27FC236}">
                    <a16:creationId xmlns:a16="http://schemas.microsoft.com/office/drawing/2014/main" id="{CDE41558-AB69-B107-0559-B5E8DAB528A5}"/>
                  </a:ext>
                </a:extLst>
              </p:cNvPr>
              <p:cNvSpPr/>
              <p:nvPr/>
            </p:nvSpPr>
            <p:spPr>
              <a:xfrm>
                <a:off x="10168731" y="6188638"/>
                <a:ext cx="6343" cy="6345"/>
              </a:xfrm>
              <a:custGeom>
                <a:avLst/>
                <a:gdLst>
                  <a:gd name="connsiteX0" fmla="*/ 3468 w 6343"/>
                  <a:gd name="connsiteY0" fmla="*/ 6559 h 6345"/>
                  <a:gd name="connsiteX1" fmla="*/ 5711 w 6343"/>
                  <a:gd name="connsiteY1" fmla="*/ 5630 h 6345"/>
                  <a:gd name="connsiteX2" fmla="*/ 6639 w 6343"/>
                  <a:gd name="connsiteY2" fmla="*/ 3386 h 6345"/>
                  <a:gd name="connsiteX3" fmla="*/ 5711 w 6343"/>
                  <a:gd name="connsiteY3" fmla="*/ 1143 h 6345"/>
                  <a:gd name="connsiteX4" fmla="*/ 3468 w 6343"/>
                  <a:gd name="connsiteY4" fmla="*/ 213 h 6345"/>
                  <a:gd name="connsiteX5" fmla="*/ 1225 w 6343"/>
                  <a:gd name="connsiteY5" fmla="*/ 1143 h 6345"/>
                  <a:gd name="connsiteX6" fmla="*/ 296 w 6343"/>
                  <a:gd name="connsiteY6" fmla="*/ 3386 h 6345"/>
                  <a:gd name="connsiteX7" fmla="*/ 1225 w 6343"/>
                  <a:gd name="connsiteY7" fmla="*/ 5630 h 6345"/>
                  <a:gd name="connsiteX8" fmla="*/ 3468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8" y="6559"/>
                    </a:moveTo>
                    <a:cubicBezTo>
                      <a:pt x="4309" y="6559"/>
                      <a:pt x="5116" y="6225"/>
                      <a:pt x="5711" y="5630"/>
                    </a:cubicBezTo>
                    <a:cubicBezTo>
                      <a:pt x="6305" y="5035"/>
                      <a:pt x="6639" y="4228"/>
                      <a:pt x="6639" y="3386"/>
                    </a:cubicBezTo>
                    <a:cubicBezTo>
                      <a:pt x="6639" y="2545"/>
                      <a:pt x="6305" y="1738"/>
                      <a:pt x="5711" y="1143"/>
                    </a:cubicBezTo>
                    <a:cubicBezTo>
                      <a:pt x="5116" y="548"/>
                      <a:pt x="4309" y="213"/>
                      <a:pt x="3468" y="213"/>
                    </a:cubicBezTo>
                    <a:cubicBezTo>
                      <a:pt x="2627" y="213"/>
                      <a:pt x="1820" y="548"/>
                      <a:pt x="1225" y="1143"/>
                    </a:cubicBezTo>
                    <a:cubicBezTo>
                      <a:pt x="631" y="1738"/>
                      <a:pt x="296" y="2545"/>
                      <a:pt x="296" y="3386"/>
                    </a:cubicBezTo>
                    <a:cubicBezTo>
                      <a:pt x="296" y="4228"/>
                      <a:pt x="631" y="5035"/>
                      <a:pt x="1225" y="5630"/>
                    </a:cubicBezTo>
                    <a:cubicBezTo>
                      <a:pt x="1820" y="6225"/>
                      <a:pt x="2627" y="6559"/>
                      <a:pt x="3468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09" name="Freeform: Shape 9308">
                <a:extLst>
                  <a:ext uri="{FF2B5EF4-FFF2-40B4-BE49-F238E27FC236}">
                    <a16:creationId xmlns:a16="http://schemas.microsoft.com/office/drawing/2014/main" id="{E3D7EB31-8451-24A0-85B9-7296636CC7B4}"/>
                  </a:ext>
                </a:extLst>
              </p:cNvPr>
              <p:cNvSpPr/>
              <p:nvPr/>
            </p:nvSpPr>
            <p:spPr>
              <a:xfrm>
                <a:off x="10163112" y="6192920"/>
                <a:ext cx="6343" cy="6345"/>
              </a:xfrm>
              <a:custGeom>
                <a:avLst/>
                <a:gdLst>
                  <a:gd name="connsiteX0" fmla="*/ 3467 w 6343"/>
                  <a:gd name="connsiteY0" fmla="*/ 6559 h 6345"/>
                  <a:gd name="connsiteX1" fmla="*/ 5710 w 6343"/>
                  <a:gd name="connsiteY1" fmla="*/ 5630 h 6345"/>
                  <a:gd name="connsiteX2" fmla="*/ 6639 w 6343"/>
                  <a:gd name="connsiteY2" fmla="*/ 3387 h 6345"/>
                  <a:gd name="connsiteX3" fmla="*/ 5710 w 6343"/>
                  <a:gd name="connsiteY3" fmla="*/ 1143 h 6345"/>
                  <a:gd name="connsiteX4" fmla="*/ 3467 w 6343"/>
                  <a:gd name="connsiteY4" fmla="*/ 214 h 6345"/>
                  <a:gd name="connsiteX5" fmla="*/ 1225 w 6343"/>
                  <a:gd name="connsiteY5" fmla="*/ 1143 h 6345"/>
                  <a:gd name="connsiteX6" fmla="*/ 296 w 6343"/>
                  <a:gd name="connsiteY6" fmla="*/ 3387 h 6345"/>
                  <a:gd name="connsiteX7" fmla="*/ 1225 w 6343"/>
                  <a:gd name="connsiteY7" fmla="*/ 5630 h 6345"/>
                  <a:gd name="connsiteX8" fmla="*/ 346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7" y="6559"/>
                    </a:moveTo>
                    <a:cubicBezTo>
                      <a:pt x="4309" y="6559"/>
                      <a:pt x="5115" y="6225"/>
                      <a:pt x="5710" y="5630"/>
                    </a:cubicBezTo>
                    <a:cubicBezTo>
                      <a:pt x="6305" y="5035"/>
                      <a:pt x="6639" y="4228"/>
                      <a:pt x="6639" y="3387"/>
                    </a:cubicBezTo>
                    <a:cubicBezTo>
                      <a:pt x="6639" y="2545"/>
                      <a:pt x="6305" y="1738"/>
                      <a:pt x="5710" y="1143"/>
                    </a:cubicBezTo>
                    <a:cubicBezTo>
                      <a:pt x="5115" y="548"/>
                      <a:pt x="4309" y="214"/>
                      <a:pt x="3467" y="214"/>
                    </a:cubicBezTo>
                    <a:cubicBezTo>
                      <a:pt x="2626" y="214"/>
                      <a:pt x="1820" y="548"/>
                      <a:pt x="1225" y="1143"/>
                    </a:cubicBezTo>
                    <a:cubicBezTo>
                      <a:pt x="630" y="1738"/>
                      <a:pt x="296" y="2545"/>
                      <a:pt x="296" y="3387"/>
                    </a:cubicBezTo>
                    <a:cubicBezTo>
                      <a:pt x="296" y="4228"/>
                      <a:pt x="630" y="5035"/>
                      <a:pt x="1225" y="5630"/>
                    </a:cubicBezTo>
                    <a:cubicBezTo>
                      <a:pt x="1820" y="6225"/>
                      <a:pt x="2626" y="6559"/>
                      <a:pt x="346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10" name="Freeform: Shape 9309">
                <a:extLst>
                  <a:ext uri="{FF2B5EF4-FFF2-40B4-BE49-F238E27FC236}">
                    <a16:creationId xmlns:a16="http://schemas.microsoft.com/office/drawing/2014/main" id="{79C66DFD-00FE-D91A-AB5B-3A5F24DE2F7A}"/>
                  </a:ext>
                </a:extLst>
              </p:cNvPr>
              <p:cNvSpPr/>
              <p:nvPr/>
            </p:nvSpPr>
            <p:spPr>
              <a:xfrm>
                <a:off x="9802820" y="5747927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2 w 6343"/>
                  <a:gd name="connsiteY1" fmla="*/ 5595 h 6345"/>
                  <a:gd name="connsiteX2" fmla="*/ 6611 w 6343"/>
                  <a:gd name="connsiteY2" fmla="*/ 3351 h 6345"/>
                  <a:gd name="connsiteX3" fmla="*/ 5682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8 w 6343"/>
                  <a:gd name="connsiteY6" fmla="*/ 3351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7" y="6190"/>
                      <a:pt x="5682" y="5595"/>
                    </a:cubicBezTo>
                    <a:cubicBezTo>
                      <a:pt x="6276" y="5000"/>
                      <a:pt x="6611" y="4193"/>
                      <a:pt x="6611" y="3351"/>
                    </a:cubicBezTo>
                    <a:cubicBezTo>
                      <a:pt x="6611" y="2510"/>
                      <a:pt x="6276" y="1703"/>
                      <a:pt x="5682" y="1108"/>
                    </a:cubicBezTo>
                    <a:cubicBezTo>
                      <a:pt x="5087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6" y="1108"/>
                    </a:cubicBezTo>
                    <a:cubicBezTo>
                      <a:pt x="602" y="1703"/>
                      <a:pt x="268" y="2510"/>
                      <a:pt x="268" y="3351"/>
                    </a:cubicBezTo>
                    <a:cubicBezTo>
                      <a:pt x="268" y="4193"/>
                      <a:pt x="602" y="5000"/>
                      <a:pt x="1196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11" name="Freeform: Shape 9310">
                <a:extLst>
                  <a:ext uri="{FF2B5EF4-FFF2-40B4-BE49-F238E27FC236}">
                    <a16:creationId xmlns:a16="http://schemas.microsoft.com/office/drawing/2014/main" id="{6AB9971B-305D-DEBC-5C99-F46038729605}"/>
                  </a:ext>
                </a:extLst>
              </p:cNvPr>
              <p:cNvSpPr/>
              <p:nvPr/>
            </p:nvSpPr>
            <p:spPr>
              <a:xfrm>
                <a:off x="9798098" y="5747641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1 h 6345"/>
                  <a:gd name="connsiteX3" fmla="*/ 5681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1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7" y="6190"/>
                      <a:pt x="5681" y="5595"/>
                    </a:cubicBezTo>
                    <a:cubicBezTo>
                      <a:pt x="6276" y="5000"/>
                      <a:pt x="6610" y="4193"/>
                      <a:pt x="6610" y="3351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7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6" y="1108"/>
                    </a:cubicBezTo>
                    <a:cubicBezTo>
                      <a:pt x="601" y="1703"/>
                      <a:pt x="267" y="2510"/>
                      <a:pt x="267" y="3351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12" name="Freeform: Shape 9311">
                <a:extLst>
                  <a:ext uri="{FF2B5EF4-FFF2-40B4-BE49-F238E27FC236}">
                    <a16:creationId xmlns:a16="http://schemas.microsoft.com/office/drawing/2014/main" id="{51004A44-464D-44BF-6E23-EFF5D3F2B8C2}"/>
                  </a:ext>
                </a:extLst>
              </p:cNvPr>
              <p:cNvSpPr/>
              <p:nvPr/>
            </p:nvSpPr>
            <p:spPr>
              <a:xfrm>
                <a:off x="9794618" y="5748907"/>
                <a:ext cx="6343" cy="6345"/>
              </a:xfrm>
              <a:custGeom>
                <a:avLst/>
                <a:gdLst>
                  <a:gd name="connsiteX0" fmla="*/ 3438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4"/>
                    </a:moveTo>
                    <a:cubicBezTo>
                      <a:pt x="4280" y="6524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80" y="179"/>
                      <a:pt x="3438" y="179"/>
                    </a:cubicBezTo>
                    <a:cubicBezTo>
                      <a:pt x="2597" y="179"/>
                      <a:pt x="1791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7" y="6524"/>
                      <a:pt x="343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13" name="Freeform: Shape 9312">
                <a:extLst>
                  <a:ext uri="{FF2B5EF4-FFF2-40B4-BE49-F238E27FC236}">
                    <a16:creationId xmlns:a16="http://schemas.microsoft.com/office/drawing/2014/main" id="{E384C913-E2D4-E9F4-EB39-5EF9EE53125D}"/>
                  </a:ext>
                </a:extLst>
              </p:cNvPr>
              <p:cNvSpPr/>
              <p:nvPr/>
            </p:nvSpPr>
            <p:spPr>
              <a:xfrm>
                <a:off x="9791746" y="5750948"/>
                <a:ext cx="6343" cy="6345"/>
              </a:xfrm>
              <a:custGeom>
                <a:avLst/>
                <a:gdLst>
                  <a:gd name="connsiteX0" fmla="*/ 3438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4"/>
                    </a:moveTo>
                    <a:cubicBezTo>
                      <a:pt x="4279" y="6524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79" y="179"/>
                      <a:pt x="3438" y="179"/>
                    </a:cubicBezTo>
                    <a:cubicBezTo>
                      <a:pt x="2597" y="179"/>
                      <a:pt x="1790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0" y="6190"/>
                      <a:pt x="2597" y="6524"/>
                      <a:pt x="343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14" name="Freeform: Shape 9313">
                <a:extLst>
                  <a:ext uri="{FF2B5EF4-FFF2-40B4-BE49-F238E27FC236}">
                    <a16:creationId xmlns:a16="http://schemas.microsoft.com/office/drawing/2014/main" id="{05FF9420-A85E-F3CE-BBA5-D760600BE18A}"/>
                  </a:ext>
                </a:extLst>
              </p:cNvPr>
              <p:cNvSpPr/>
              <p:nvPr/>
            </p:nvSpPr>
            <p:spPr>
              <a:xfrm>
                <a:off x="9790143" y="5754680"/>
                <a:ext cx="6343" cy="6345"/>
              </a:xfrm>
              <a:custGeom>
                <a:avLst/>
                <a:gdLst>
                  <a:gd name="connsiteX0" fmla="*/ 3438 w 6343"/>
                  <a:gd name="connsiteY0" fmla="*/ 6525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9 h 6345"/>
                  <a:gd name="connsiteX4" fmla="*/ 3438 w 6343"/>
                  <a:gd name="connsiteY4" fmla="*/ 179 h 6345"/>
                  <a:gd name="connsiteX5" fmla="*/ 1195 w 6343"/>
                  <a:gd name="connsiteY5" fmla="*/ 1109 h 6345"/>
                  <a:gd name="connsiteX6" fmla="*/ 267 w 6343"/>
                  <a:gd name="connsiteY6" fmla="*/ 3352 h 6345"/>
                  <a:gd name="connsiteX7" fmla="*/ 1195 w 6343"/>
                  <a:gd name="connsiteY7" fmla="*/ 5595 h 6345"/>
                  <a:gd name="connsiteX8" fmla="*/ 343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5"/>
                    </a:moveTo>
                    <a:cubicBezTo>
                      <a:pt x="4279" y="6525"/>
                      <a:pt x="5086" y="6190"/>
                      <a:pt x="5681" y="5595"/>
                    </a:cubicBezTo>
                    <a:cubicBezTo>
                      <a:pt x="6275" y="5000"/>
                      <a:pt x="6610" y="4193"/>
                      <a:pt x="6610" y="3352"/>
                    </a:cubicBezTo>
                    <a:cubicBezTo>
                      <a:pt x="6610" y="2511"/>
                      <a:pt x="6275" y="1704"/>
                      <a:pt x="5681" y="1109"/>
                    </a:cubicBezTo>
                    <a:cubicBezTo>
                      <a:pt x="5086" y="514"/>
                      <a:pt x="4279" y="179"/>
                      <a:pt x="3438" y="179"/>
                    </a:cubicBezTo>
                    <a:cubicBezTo>
                      <a:pt x="2597" y="179"/>
                      <a:pt x="1790" y="514"/>
                      <a:pt x="1195" y="1109"/>
                    </a:cubicBezTo>
                    <a:cubicBezTo>
                      <a:pt x="601" y="1704"/>
                      <a:pt x="267" y="2511"/>
                      <a:pt x="267" y="3352"/>
                    </a:cubicBezTo>
                    <a:cubicBezTo>
                      <a:pt x="267" y="4193"/>
                      <a:pt x="601" y="5000"/>
                      <a:pt x="1195" y="5595"/>
                    </a:cubicBezTo>
                    <a:cubicBezTo>
                      <a:pt x="1790" y="6190"/>
                      <a:pt x="2597" y="6525"/>
                      <a:pt x="343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15" name="Freeform: Shape 9314">
                <a:extLst>
                  <a:ext uri="{FF2B5EF4-FFF2-40B4-BE49-F238E27FC236}">
                    <a16:creationId xmlns:a16="http://schemas.microsoft.com/office/drawing/2014/main" id="{E45AE5EC-B649-7C7A-9218-B827D8236C74}"/>
                  </a:ext>
                </a:extLst>
              </p:cNvPr>
              <p:cNvSpPr/>
              <p:nvPr/>
            </p:nvSpPr>
            <p:spPr>
              <a:xfrm>
                <a:off x="9789219" y="5759369"/>
                <a:ext cx="6343" cy="6345"/>
              </a:xfrm>
              <a:custGeom>
                <a:avLst/>
                <a:gdLst>
                  <a:gd name="connsiteX0" fmla="*/ 3438 w 6343"/>
                  <a:gd name="connsiteY0" fmla="*/ 6525 h 6345"/>
                  <a:gd name="connsiteX1" fmla="*/ 5681 w 6343"/>
                  <a:gd name="connsiteY1" fmla="*/ 5596 h 6345"/>
                  <a:gd name="connsiteX2" fmla="*/ 6610 w 6343"/>
                  <a:gd name="connsiteY2" fmla="*/ 3352 h 6345"/>
                  <a:gd name="connsiteX3" fmla="*/ 5681 w 6343"/>
                  <a:gd name="connsiteY3" fmla="*/ 1109 h 6345"/>
                  <a:gd name="connsiteX4" fmla="*/ 3438 w 6343"/>
                  <a:gd name="connsiteY4" fmla="*/ 180 h 6345"/>
                  <a:gd name="connsiteX5" fmla="*/ 1195 w 6343"/>
                  <a:gd name="connsiteY5" fmla="*/ 1109 h 6345"/>
                  <a:gd name="connsiteX6" fmla="*/ 266 w 6343"/>
                  <a:gd name="connsiteY6" fmla="*/ 3352 h 6345"/>
                  <a:gd name="connsiteX7" fmla="*/ 1195 w 6343"/>
                  <a:gd name="connsiteY7" fmla="*/ 5596 h 6345"/>
                  <a:gd name="connsiteX8" fmla="*/ 343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5"/>
                    </a:moveTo>
                    <a:cubicBezTo>
                      <a:pt x="4279" y="6525"/>
                      <a:pt x="5086" y="6191"/>
                      <a:pt x="5681" y="5596"/>
                    </a:cubicBezTo>
                    <a:cubicBezTo>
                      <a:pt x="6275" y="5001"/>
                      <a:pt x="6610" y="4194"/>
                      <a:pt x="6610" y="3352"/>
                    </a:cubicBezTo>
                    <a:cubicBezTo>
                      <a:pt x="6610" y="2511"/>
                      <a:pt x="6275" y="1704"/>
                      <a:pt x="5681" y="1109"/>
                    </a:cubicBezTo>
                    <a:cubicBezTo>
                      <a:pt x="5086" y="514"/>
                      <a:pt x="4279" y="180"/>
                      <a:pt x="3438" y="180"/>
                    </a:cubicBezTo>
                    <a:cubicBezTo>
                      <a:pt x="2597" y="180"/>
                      <a:pt x="1790" y="514"/>
                      <a:pt x="1195" y="1109"/>
                    </a:cubicBezTo>
                    <a:cubicBezTo>
                      <a:pt x="601" y="1704"/>
                      <a:pt x="266" y="2511"/>
                      <a:pt x="266" y="3352"/>
                    </a:cubicBezTo>
                    <a:cubicBezTo>
                      <a:pt x="266" y="4194"/>
                      <a:pt x="601" y="5001"/>
                      <a:pt x="1195" y="5596"/>
                    </a:cubicBezTo>
                    <a:cubicBezTo>
                      <a:pt x="1790" y="6191"/>
                      <a:pt x="2597" y="6525"/>
                      <a:pt x="343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16" name="Freeform: Shape 9315">
                <a:extLst>
                  <a:ext uri="{FF2B5EF4-FFF2-40B4-BE49-F238E27FC236}">
                    <a16:creationId xmlns:a16="http://schemas.microsoft.com/office/drawing/2014/main" id="{20B69220-04C8-9B31-1B18-1139F20CB095}"/>
                  </a:ext>
                </a:extLst>
              </p:cNvPr>
              <p:cNvSpPr/>
              <p:nvPr/>
            </p:nvSpPr>
            <p:spPr>
              <a:xfrm>
                <a:off x="10255893" y="6403490"/>
                <a:ext cx="6343" cy="6345"/>
              </a:xfrm>
              <a:custGeom>
                <a:avLst/>
                <a:gdLst>
                  <a:gd name="connsiteX0" fmla="*/ 3475 w 6343"/>
                  <a:gd name="connsiteY0" fmla="*/ 6576 h 6345"/>
                  <a:gd name="connsiteX1" fmla="*/ 5717 w 6343"/>
                  <a:gd name="connsiteY1" fmla="*/ 5647 h 6345"/>
                  <a:gd name="connsiteX2" fmla="*/ 6646 w 6343"/>
                  <a:gd name="connsiteY2" fmla="*/ 3403 h 6345"/>
                  <a:gd name="connsiteX3" fmla="*/ 5717 w 6343"/>
                  <a:gd name="connsiteY3" fmla="*/ 1160 h 6345"/>
                  <a:gd name="connsiteX4" fmla="*/ 3475 w 6343"/>
                  <a:gd name="connsiteY4" fmla="*/ 230 h 6345"/>
                  <a:gd name="connsiteX5" fmla="*/ 1232 w 6343"/>
                  <a:gd name="connsiteY5" fmla="*/ 1160 h 6345"/>
                  <a:gd name="connsiteX6" fmla="*/ 303 w 6343"/>
                  <a:gd name="connsiteY6" fmla="*/ 3403 h 6345"/>
                  <a:gd name="connsiteX7" fmla="*/ 1232 w 6343"/>
                  <a:gd name="connsiteY7" fmla="*/ 5647 h 6345"/>
                  <a:gd name="connsiteX8" fmla="*/ 3475 w 6343"/>
                  <a:gd name="connsiteY8" fmla="*/ 65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576"/>
                    </a:moveTo>
                    <a:cubicBezTo>
                      <a:pt x="4316" y="6576"/>
                      <a:pt x="5123" y="6242"/>
                      <a:pt x="5717" y="5647"/>
                    </a:cubicBezTo>
                    <a:cubicBezTo>
                      <a:pt x="6312" y="5052"/>
                      <a:pt x="6646" y="4245"/>
                      <a:pt x="6646" y="3403"/>
                    </a:cubicBezTo>
                    <a:cubicBezTo>
                      <a:pt x="6646" y="2562"/>
                      <a:pt x="6312" y="1755"/>
                      <a:pt x="5717" y="1160"/>
                    </a:cubicBezTo>
                    <a:cubicBezTo>
                      <a:pt x="5123" y="565"/>
                      <a:pt x="4316" y="230"/>
                      <a:pt x="3475" y="230"/>
                    </a:cubicBezTo>
                    <a:cubicBezTo>
                      <a:pt x="2634" y="230"/>
                      <a:pt x="1827" y="565"/>
                      <a:pt x="1232" y="1160"/>
                    </a:cubicBezTo>
                    <a:cubicBezTo>
                      <a:pt x="637" y="1755"/>
                      <a:pt x="303" y="2562"/>
                      <a:pt x="303" y="3403"/>
                    </a:cubicBezTo>
                    <a:cubicBezTo>
                      <a:pt x="303" y="4245"/>
                      <a:pt x="637" y="5052"/>
                      <a:pt x="1232" y="5647"/>
                    </a:cubicBezTo>
                    <a:cubicBezTo>
                      <a:pt x="1827" y="6242"/>
                      <a:pt x="2634" y="6576"/>
                      <a:pt x="3475" y="65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17" name="Freeform: Shape 9316">
                <a:extLst>
                  <a:ext uri="{FF2B5EF4-FFF2-40B4-BE49-F238E27FC236}">
                    <a16:creationId xmlns:a16="http://schemas.microsoft.com/office/drawing/2014/main" id="{3F303CCD-3509-6080-92C9-037799FAC12F}"/>
                  </a:ext>
                </a:extLst>
              </p:cNvPr>
              <p:cNvSpPr/>
              <p:nvPr/>
            </p:nvSpPr>
            <p:spPr>
              <a:xfrm>
                <a:off x="10284312" y="6457261"/>
                <a:ext cx="6343" cy="6345"/>
              </a:xfrm>
              <a:custGeom>
                <a:avLst/>
                <a:gdLst>
                  <a:gd name="connsiteX0" fmla="*/ 3477 w 6343"/>
                  <a:gd name="connsiteY0" fmla="*/ 6580 h 6345"/>
                  <a:gd name="connsiteX1" fmla="*/ 5720 w 6343"/>
                  <a:gd name="connsiteY1" fmla="*/ 5651 h 6345"/>
                  <a:gd name="connsiteX2" fmla="*/ 6649 w 6343"/>
                  <a:gd name="connsiteY2" fmla="*/ 3407 h 6345"/>
                  <a:gd name="connsiteX3" fmla="*/ 5720 w 6343"/>
                  <a:gd name="connsiteY3" fmla="*/ 1164 h 6345"/>
                  <a:gd name="connsiteX4" fmla="*/ 3477 w 6343"/>
                  <a:gd name="connsiteY4" fmla="*/ 235 h 6345"/>
                  <a:gd name="connsiteX5" fmla="*/ 1234 w 6343"/>
                  <a:gd name="connsiteY5" fmla="*/ 1164 h 6345"/>
                  <a:gd name="connsiteX6" fmla="*/ 305 w 6343"/>
                  <a:gd name="connsiteY6" fmla="*/ 3407 h 6345"/>
                  <a:gd name="connsiteX7" fmla="*/ 1234 w 6343"/>
                  <a:gd name="connsiteY7" fmla="*/ 5651 h 6345"/>
                  <a:gd name="connsiteX8" fmla="*/ 3477 w 6343"/>
                  <a:gd name="connsiteY8" fmla="*/ 658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7" y="6580"/>
                    </a:moveTo>
                    <a:cubicBezTo>
                      <a:pt x="4318" y="6580"/>
                      <a:pt x="5125" y="6246"/>
                      <a:pt x="5720" y="5651"/>
                    </a:cubicBezTo>
                    <a:cubicBezTo>
                      <a:pt x="6314" y="5056"/>
                      <a:pt x="6649" y="4249"/>
                      <a:pt x="6649" y="3407"/>
                    </a:cubicBezTo>
                    <a:cubicBezTo>
                      <a:pt x="6649" y="2566"/>
                      <a:pt x="6314" y="1759"/>
                      <a:pt x="5720" y="1164"/>
                    </a:cubicBezTo>
                    <a:cubicBezTo>
                      <a:pt x="5125" y="569"/>
                      <a:pt x="4318" y="235"/>
                      <a:pt x="3477" y="235"/>
                    </a:cubicBezTo>
                    <a:cubicBezTo>
                      <a:pt x="2636" y="235"/>
                      <a:pt x="1829" y="569"/>
                      <a:pt x="1234" y="1164"/>
                    </a:cubicBezTo>
                    <a:cubicBezTo>
                      <a:pt x="640" y="1759"/>
                      <a:pt x="305" y="2566"/>
                      <a:pt x="305" y="3407"/>
                    </a:cubicBezTo>
                    <a:cubicBezTo>
                      <a:pt x="305" y="4249"/>
                      <a:pt x="640" y="5056"/>
                      <a:pt x="1234" y="5651"/>
                    </a:cubicBezTo>
                    <a:cubicBezTo>
                      <a:pt x="1829" y="6246"/>
                      <a:pt x="2636" y="6580"/>
                      <a:pt x="3477" y="6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18" name="Freeform: Shape 9317">
                <a:extLst>
                  <a:ext uri="{FF2B5EF4-FFF2-40B4-BE49-F238E27FC236}">
                    <a16:creationId xmlns:a16="http://schemas.microsoft.com/office/drawing/2014/main" id="{1A3CB4EF-A52C-EB06-7773-73A0D589BB75}"/>
                  </a:ext>
                </a:extLst>
              </p:cNvPr>
              <p:cNvSpPr/>
              <p:nvPr/>
            </p:nvSpPr>
            <p:spPr>
              <a:xfrm>
                <a:off x="10079922" y="6185637"/>
                <a:ext cx="6343" cy="6345"/>
              </a:xfrm>
              <a:custGeom>
                <a:avLst/>
                <a:gdLst>
                  <a:gd name="connsiteX0" fmla="*/ 3461 w 6343"/>
                  <a:gd name="connsiteY0" fmla="*/ 6559 h 6345"/>
                  <a:gd name="connsiteX1" fmla="*/ 5704 w 6343"/>
                  <a:gd name="connsiteY1" fmla="*/ 5629 h 6345"/>
                  <a:gd name="connsiteX2" fmla="*/ 6632 w 6343"/>
                  <a:gd name="connsiteY2" fmla="*/ 3386 h 6345"/>
                  <a:gd name="connsiteX3" fmla="*/ 5704 w 6343"/>
                  <a:gd name="connsiteY3" fmla="*/ 1142 h 6345"/>
                  <a:gd name="connsiteX4" fmla="*/ 3461 w 6343"/>
                  <a:gd name="connsiteY4" fmla="*/ 213 h 6345"/>
                  <a:gd name="connsiteX5" fmla="*/ 1218 w 6343"/>
                  <a:gd name="connsiteY5" fmla="*/ 1142 h 6345"/>
                  <a:gd name="connsiteX6" fmla="*/ 289 w 6343"/>
                  <a:gd name="connsiteY6" fmla="*/ 3386 h 6345"/>
                  <a:gd name="connsiteX7" fmla="*/ 1218 w 6343"/>
                  <a:gd name="connsiteY7" fmla="*/ 5629 h 6345"/>
                  <a:gd name="connsiteX8" fmla="*/ 346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59"/>
                    </a:moveTo>
                    <a:cubicBezTo>
                      <a:pt x="4302" y="6559"/>
                      <a:pt x="5109" y="6224"/>
                      <a:pt x="5704" y="5629"/>
                    </a:cubicBezTo>
                    <a:cubicBezTo>
                      <a:pt x="6298" y="5034"/>
                      <a:pt x="6632" y="4227"/>
                      <a:pt x="6632" y="3386"/>
                    </a:cubicBezTo>
                    <a:cubicBezTo>
                      <a:pt x="6632" y="2545"/>
                      <a:pt x="6298" y="1737"/>
                      <a:pt x="5704" y="1142"/>
                    </a:cubicBezTo>
                    <a:cubicBezTo>
                      <a:pt x="5109" y="548"/>
                      <a:pt x="4302" y="213"/>
                      <a:pt x="3461" y="213"/>
                    </a:cubicBezTo>
                    <a:cubicBezTo>
                      <a:pt x="2620" y="213"/>
                      <a:pt x="1813" y="548"/>
                      <a:pt x="1218" y="1142"/>
                    </a:cubicBezTo>
                    <a:cubicBezTo>
                      <a:pt x="624" y="1737"/>
                      <a:pt x="289" y="2545"/>
                      <a:pt x="289" y="3386"/>
                    </a:cubicBezTo>
                    <a:cubicBezTo>
                      <a:pt x="289" y="4227"/>
                      <a:pt x="624" y="5034"/>
                      <a:pt x="1218" y="5629"/>
                    </a:cubicBezTo>
                    <a:cubicBezTo>
                      <a:pt x="1813" y="6224"/>
                      <a:pt x="2620" y="6559"/>
                      <a:pt x="346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19" name="Freeform: Shape 9318">
                <a:extLst>
                  <a:ext uri="{FF2B5EF4-FFF2-40B4-BE49-F238E27FC236}">
                    <a16:creationId xmlns:a16="http://schemas.microsoft.com/office/drawing/2014/main" id="{765DD688-F68C-066F-5575-7D804BA106DB}"/>
                  </a:ext>
                </a:extLst>
              </p:cNvPr>
              <p:cNvSpPr/>
              <p:nvPr/>
            </p:nvSpPr>
            <p:spPr>
              <a:xfrm>
                <a:off x="10091194" y="6225428"/>
                <a:ext cx="6343" cy="6345"/>
              </a:xfrm>
              <a:custGeom>
                <a:avLst/>
                <a:gdLst>
                  <a:gd name="connsiteX0" fmla="*/ 3462 w 6343"/>
                  <a:gd name="connsiteY0" fmla="*/ 6562 h 6345"/>
                  <a:gd name="connsiteX1" fmla="*/ 5704 w 6343"/>
                  <a:gd name="connsiteY1" fmla="*/ 5633 h 6345"/>
                  <a:gd name="connsiteX2" fmla="*/ 6633 w 6343"/>
                  <a:gd name="connsiteY2" fmla="*/ 3389 h 6345"/>
                  <a:gd name="connsiteX3" fmla="*/ 5704 w 6343"/>
                  <a:gd name="connsiteY3" fmla="*/ 1146 h 6345"/>
                  <a:gd name="connsiteX4" fmla="*/ 3462 w 6343"/>
                  <a:gd name="connsiteY4" fmla="*/ 216 h 6345"/>
                  <a:gd name="connsiteX5" fmla="*/ 1219 w 6343"/>
                  <a:gd name="connsiteY5" fmla="*/ 1146 h 6345"/>
                  <a:gd name="connsiteX6" fmla="*/ 290 w 6343"/>
                  <a:gd name="connsiteY6" fmla="*/ 3389 h 6345"/>
                  <a:gd name="connsiteX7" fmla="*/ 1219 w 6343"/>
                  <a:gd name="connsiteY7" fmla="*/ 5633 h 6345"/>
                  <a:gd name="connsiteX8" fmla="*/ 3462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2" y="6562"/>
                    </a:moveTo>
                    <a:cubicBezTo>
                      <a:pt x="4303" y="6562"/>
                      <a:pt x="5110" y="6227"/>
                      <a:pt x="5704" y="5633"/>
                    </a:cubicBezTo>
                    <a:cubicBezTo>
                      <a:pt x="6299" y="5038"/>
                      <a:pt x="6633" y="4230"/>
                      <a:pt x="6633" y="3389"/>
                    </a:cubicBezTo>
                    <a:cubicBezTo>
                      <a:pt x="6633" y="2548"/>
                      <a:pt x="6299" y="1741"/>
                      <a:pt x="5704" y="1146"/>
                    </a:cubicBezTo>
                    <a:cubicBezTo>
                      <a:pt x="5110" y="551"/>
                      <a:pt x="4303" y="216"/>
                      <a:pt x="3462" y="216"/>
                    </a:cubicBezTo>
                    <a:cubicBezTo>
                      <a:pt x="2621" y="216"/>
                      <a:pt x="1814" y="551"/>
                      <a:pt x="1219" y="1146"/>
                    </a:cubicBezTo>
                    <a:cubicBezTo>
                      <a:pt x="624" y="1741"/>
                      <a:pt x="290" y="2548"/>
                      <a:pt x="290" y="3389"/>
                    </a:cubicBezTo>
                    <a:cubicBezTo>
                      <a:pt x="290" y="4230"/>
                      <a:pt x="624" y="5038"/>
                      <a:pt x="1219" y="5633"/>
                    </a:cubicBezTo>
                    <a:cubicBezTo>
                      <a:pt x="1814" y="6227"/>
                      <a:pt x="2621" y="6562"/>
                      <a:pt x="3462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20" name="Freeform: Shape 9319">
                <a:extLst>
                  <a:ext uri="{FF2B5EF4-FFF2-40B4-BE49-F238E27FC236}">
                    <a16:creationId xmlns:a16="http://schemas.microsoft.com/office/drawing/2014/main" id="{6CD55151-2A88-B201-B546-5A02C0D0389B}"/>
                  </a:ext>
                </a:extLst>
              </p:cNvPr>
              <p:cNvSpPr/>
              <p:nvPr/>
            </p:nvSpPr>
            <p:spPr>
              <a:xfrm>
                <a:off x="10083301" y="6226218"/>
                <a:ext cx="6343" cy="6345"/>
              </a:xfrm>
              <a:custGeom>
                <a:avLst/>
                <a:gdLst>
                  <a:gd name="connsiteX0" fmla="*/ 3461 w 6343"/>
                  <a:gd name="connsiteY0" fmla="*/ 6562 h 6345"/>
                  <a:gd name="connsiteX1" fmla="*/ 5704 w 6343"/>
                  <a:gd name="connsiteY1" fmla="*/ 5633 h 6345"/>
                  <a:gd name="connsiteX2" fmla="*/ 6633 w 6343"/>
                  <a:gd name="connsiteY2" fmla="*/ 3389 h 6345"/>
                  <a:gd name="connsiteX3" fmla="*/ 5704 w 6343"/>
                  <a:gd name="connsiteY3" fmla="*/ 1146 h 6345"/>
                  <a:gd name="connsiteX4" fmla="*/ 3461 w 6343"/>
                  <a:gd name="connsiteY4" fmla="*/ 216 h 6345"/>
                  <a:gd name="connsiteX5" fmla="*/ 1219 w 6343"/>
                  <a:gd name="connsiteY5" fmla="*/ 1146 h 6345"/>
                  <a:gd name="connsiteX6" fmla="*/ 290 w 6343"/>
                  <a:gd name="connsiteY6" fmla="*/ 3389 h 6345"/>
                  <a:gd name="connsiteX7" fmla="*/ 1219 w 6343"/>
                  <a:gd name="connsiteY7" fmla="*/ 5633 h 6345"/>
                  <a:gd name="connsiteX8" fmla="*/ 3461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62"/>
                    </a:moveTo>
                    <a:cubicBezTo>
                      <a:pt x="4302" y="6562"/>
                      <a:pt x="5109" y="6228"/>
                      <a:pt x="5704" y="5633"/>
                    </a:cubicBezTo>
                    <a:cubicBezTo>
                      <a:pt x="6299" y="5038"/>
                      <a:pt x="6633" y="4231"/>
                      <a:pt x="6633" y="3389"/>
                    </a:cubicBezTo>
                    <a:cubicBezTo>
                      <a:pt x="6633" y="2548"/>
                      <a:pt x="6299" y="1741"/>
                      <a:pt x="5704" y="1146"/>
                    </a:cubicBezTo>
                    <a:cubicBezTo>
                      <a:pt x="5109" y="551"/>
                      <a:pt x="4302" y="216"/>
                      <a:pt x="3461" y="216"/>
                    </a:cubicBezTo>
                    <a:cubicBezTo>
                      <a:pt x="2620" y="216"/>
                      <a:pt x="1813" y="551"/>
                      <a:pt x="1219" y="1146"/>
                    </a:cubicBezTo>
                    <a:cubicBezTo>
                      <a:pt x="624" y="1741"/>
                      <a:pt x="290" y="2548"/>
                      <a:pt x="290" y="3389"/>
                    </a:cubicBezTo>
                    <a:cubicBezTo>
                      <a:pt x="290" y="4231"/>
                      <a:pt x="624" y="5038"/>
                      <a:pt x="1219" y="5633"/>
                    </a:cubicBezTo>
                    <a:cubicBezTo>
                      <a:pt x="1813" y="6228"/>
                      <a:pt x="2620" y="6562"/>
                      <a:pt x="3461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21" name="Freeform: Shape 9320">
                <a:extLst>
                  <a:ext uri="{FF2B5EF4-FFF2-40B4-BE49-F238E27FC236}">
                    <a16:creationId xmlns:a16="http://schemas.microsoft.com/office/drawing/2014/main" id="{0D596644-9982-4F8B-3CF6-0A5FB8471A92}"/>
                  </a:ext>
                </a:extLst>
              </p:cNvPr>
              <p:cNvSpPr/>
              <p:nvPr/>
            </p:nvSpPr>
            <p:spPr>
              <a:xfrm>
                <a:off x="10076586" y="6228665"/>
                <a:ext cx="6343" cy="6345"/>
              </a:xfrm>
              <a:custGeom>
                <a:avLst/>
                <a:gdLst>
                  <a:gd name="connsiteX0" fmla="*/ 3461 w 6343"/>
                  <a:gd name="connsiteY0" fmla="*/ 6562 h 6345"/>
                  <a:gd name="connsiteX1" fmla="*/ 5703 w 6343"/>
                  <a:gd name="connsiteY1" fmla="*/ 5633 h 6345"/>
                  <a:gd name="connsiteX2" fmla="*/ 6632 w 6343"/>
                  <a:gd name="connsiteY2" fmla="*/ 3389 h 6345"/>
                  <a:gd name="connsiteX3" fmla="*/ 5703 w 6343"/>
                  <a:gd name="connsiteY3" fmla="*/ 1146 h 6345"/>
                  <a:gd name="connsiteX4" fmla="*/ 3461 w 6343"/>
                  <a:gd name="connsiteY4" fmla="*/ 217 h 6345"/>
                  <a:gd name="connsiteX5" fmla="*/ 1218 w 6343"/>
                  <a:gd name="connsiteY5" fmla="*/ 1146 h 6345"/>
                  <a:gd name="connsiteX6" fmla="*/ 289 w 6343"/>
                  <a:gd name="connsiteY6" fmla="*/ 3389 h 6345"/>
                  <a:gd name="connsiteX7" fmla="*/ 1218 w 6343"/>
                  <a:gd name="connsiteY7" fmla="*/ 5633 h 6345"/>
                  <a:gd name="connsiteX8" fmla="*/ 3461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62"/>
                    </a:moveTo>
                    <a:cubicBezTo>
                      <a:pt x="4302" y="6562"/>
                      <a:pt x="5109" y="6228"/>
                      <a:pt x="5703" y="5633"/>
                    </a:cubicBezTo>
                    <a:cubicBezTo>
                      <a:pt x="6298" y="5038"/>
                      <a:pt x="6632" y="4231"/>
                      <a:pt x="6632" y="3389"/>
                    </a:cubicBezTo>
                    <a:cubicBezTo>
                      <a:pt x="6632" y="2548"/>
                      <a:pt x="6298" y="1741"/>
                      <a:pt x="5703" y="1146"/>
                    </a:cubicBezTo>
                    <a:cubicBezTo>
                      <a:pt x="5109" y="551"/>
                      <a:pt x="4302" y="217"/>
                      <a:pt x="3461" y="217"/>
                    </a:cubicBezTo>
                    <a:cubicBezTo>
                      <a:pt x="2620" y="217"/>
                      <a:pt x="1813" y="551"/>
                      <a:pt x="1218" y="1146"/>
                    </a:cubicBezTo>
                    <a:cubicBezTo>
                      <a:pt x="623" y="1741"/>
                      <a:pt x="289" y="2548"/>
                      <a:pt x="289" y="3389"/>
                    </a:cubicBezTo>
                    <a:cubicBezTo>
                      <a:pt x="289" y="4231"/>
                      <a:pt x="623" y="5038"/>
                      <a:pt x="1218" y="5633"/>
                    </a:cubicBezTo>
                    <a:cubicBezTo>
                      <a:pt x="1813" y="6228"/>
                      <a:pt x="2620" y="6562"/>
                      <a:pt x="3461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22" name="Freeform: Shape 9321">
                <a:extLst>
                  <a:ext uri="{FF2B5EF4-FFF2-40B4-BE49-F238E27FC236}">
                    <a16:creationId xmlns:a16="http://schemas.microsoft.com/office/drawing/2014/main" id="{DBFB6843-9389-9B19-F541-5F45F062EB53}"/>
                  </a:ext>
                </a:extLst>
              </p:cNvPr>
              <p:cNvSpPr/>
              <p:nvPr/>
            </p:nvSpPr>
            <p:spPr>
              <a:xfrm>
                <a:off x="10069690" y="6230803"/>
                <a:ext cx="6343" cy="6345"/>
              </a:xfrm>
              <a:custGeom>
                <a:avLst/>
                <a:gdLst>
                  <a:gd name="connsiteX0" fmla="*/ 3460 w 6343"/>
                  <a:gd name="connsiteY0" fmla="*/ 6562 h 6345"/>
                  <a:gd name="connsiteX1" fmla="*/ 5703 w 6343"/>
                  <a:gd name="connsiteY1" fmla="*/ 5633 h 6345"/>
                  <a:gd name="connsiteX2" fmla="*/ 6632 w 6343"/>
                  <a:gd name="connsiteY2" fmla="*/ 3390 h 6345"/>
                  <a:gd name="connsiteX3" fmla="*/ 5703 w 6343"/>
                  <a:gd name="connsiteY3" fmla="*/ 1146 h 6345"/>
                  <a:gd name="connsiteX4" fmla="*/ 3460 w 6343"/>
                  <a:gd name="connsiteY4" fmla="*/ 217 h 6345"/>
                  <a:gd name="connsiteX5" fmla="*/ 1217 w 6343"/>
                  <a:gd name="connsiteY5" fmla="*/ 1146 h 6345"/>
                  <a:gd name="connsiteX6" fmla="*/ 289 w 6343"/>
                  <a:gd name="connsiteY6" fmla="*/ 3390 h 6345"/>
                  <a:gd name="connsiteX7" fmla="*/ 1217 w 6343"/>
                  <a:gd name="connsiteY7" fmla="*/ 5633 h 6345"/>
                  <a:gd name="connsiteX8" fmla="*/ 3460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62"/>
                    </a:moveTo>
                    <a:cubicBezTo>
                      <a:pt x="4301" y="6562"/>
                      <a:pt x="5108" y="6228"/>
                      <a:pt x="5703" y="5633"/>
                    </a:cubicBezTo>
                    <a:cubicBezTo>
                      <a:pt x="6297" y="5038"/>
                      <a:pt x="6632" y="4231"/>
                      <a:pt x="6632" y="3390"/>
                    </a:cubicBezTo>
                    <a:cubicBezTo>
                      <a:pt x="6632" y="2548"/>
                      <a:pt x="6297" y="1741"/>
                      <a:pt x="5703" y="1146"/>
                    </a:cubicBezTo>
                    <a:cubicBezTo>
                      <a:pt x="5108" y="551"/>
                      <a:pt x="4301" y="217"/>
                      <a:pt x="3460" y="217"/>
                    </a:cubicBezTo>
                    <a:cubicBezTo>
                      <a:pt x="2619" y="217"/>
                      <a:pt x="1812" y="551"/>
                      <a:pt x="1217" y="1146"/>
                    </a:cubicBezTo>
                    <a:cubicBezTo>
                      <a:pt x="623" y="1741"/>
                      <a:pt x="289" y="2548"/>
                      <a:pt x="289" y="3390"/>
                    </a:cubicBezTo>
                    <a:cubicBezTo>
                      <a:pt x="289" y="4231"/>
                      <a:pt x="623" y="5038"/>
                      <a:pt x="1217" y="5633"/>
                    </a:cubicBezTo>
                    <a:cubicBezTo>
                      <a:pt x="1812" y="6228"/>
                      <a:pt x="2619" y="6562"/>
                      <a:pt x="3460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23" name="Freeform: Shape 9322">
                <a:extLst>
                  <a:ext uri="{FF2B5EF4-FFF2-40B4-BE49-F238E27FC236}">
                    <a16:creationId xmlns:a16="http://schemas.microsoft.com/office/drawing/2014/main" id="{FEB7ED45-FC4D-0ED9-A960-CAA9F5857375}"/>
                  </a:ext>
                </a:extLst>
              </p:cNvPr>
              <p:cNvSpPr/>
              <p:nvPr/>
            </p:nvSpPr>
            <p:spPr>
              <a:xfrm>
                <a:off x="10063033" y="6233259"/>
                <a:ext cx="6343" cy="6345"/>
              </a:xfrm>
              <a:custGeom>
                <a:avLst/>
                <a:gdLst>
                  <a:gd name="connsiteX0" fmla="*/ 3460 w 6343"/>
                  <a:gd name="connsiteY0" fmla="*/ 6562 h 6345"/>
                  <a:gd name="connsiteX1" fmla="*/ 5702 w 6343"/>
                  <a:gd name="connsiteY1" fmla="*/ 5633 h 6345"/>
                  <a:gd name="connsiteX2" fmla="*/ 6631 w 6343"/>
                  <a:gd name="connsiteY2" fmla="*/ 3390 h 6345"/>
                  <a:gd name="connsiteX3" fmla="*/ 5702 w 6343"/>
                  <a:gd name="connsiteY3" fmla="*/ 1146 h 6345"/>
                  <a:gd name="connsiteX4" fmla="*/ 3460 w 6343"/>
                  <a:gd name="connsiteY4" fmla="*/ 217 h 6345"/>
                  <a:gd name="connsiteX5" fmla="*/ 1217 w 6343"/>
                  <a:gd name="connsiteY5" fmla="*/ 1146 h 6345"/>
                  <a:gd name="connsiteX6" fmla="*/ 288 w 6343"/>
                  <a:gd name="connsiteY6" fmla="*/ 3390 h 6345"/>
                  <a:gd name="connsiteX7" fmla="*/ 1217 w 6343"/>
                  <a:gd name="connsiteY7" fmla="*/ 5633 h 6345"/>
                  <a:gd name="connsiteX8" fmla="*/ 3460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62"/>
                    </a:moveTo>
                    <a:cubicBezTo>
                      <a:pt x="4301" y="6562"/>
                      <a:pt x="5107" y="6228"/>
                      <a:pt x="5702" y="5633"/>
                    </a:cubicBezTo>
                    <a:cubicBezTo>
                      <a:pt x="6297" y="5038"/>
                      <a:pt x="6631" y="4231"/>
                      <a:pt x="6631" y="3390"/>
                    </a:cubicBezTo>
                    <a:cubicBezTo>
                      <a:pt x="6631" y="2548"/>
                      <a:pt x="6297" y="1741"/>
                      <a:pt x="5702" y="1146"/>
                    </a:cubicBezTo>
                    <a:cubicBezTo>
                      <a:pt x="5107" y="551"/>
                      <a:pt x="4301" y="217"/>
                      <a:pt x="3460" y="217"/>
                    </a:cubicBezTo>
                    <a:cubicBezTo>
                      <a:pt x="2618" y="217"/>
                      <a:pt x="1812" y="551"/>
                      <a:pt x="1217" y="1146"/>
                    </a:cubicBezTo>
                    <a:cubicBezTo>
                      <a:pt x="622" y="1741"/>
                      <a:pt x="288" y="2548"/>
                      <a:pt x="288" y="3390"/>
                    </a:cubicBezTo>
                    <a:cubicBezTo>
                      <a:pt x="288" y="4231"/>
                      <a:pt x="622" y="5038"/>
                      <a:pt x="1217" y="5633"/>
                    </a:cubicBezTo>
                    <a:cubicBezTo>
                      <a:pt x="1812" y="6228"/>
                      <a:pt x="2618" y="6562"/>
                      <a:pt x="3460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24" name="Freeform: Shape 9323">
                <a:extLst>
                  <a:ext uri="{FF2B5EF4-FFF2-40B4-BE49-F238E27FC236}">
                    <a16:creationId xmlns:a16="http://schemas.microsoft.com/office/drawing/2014/main" id="{86A6CD39-EE98-721B-DBA6-91CEE5EBD914}"/>
                  </a:ext>
                </a:extLst>
              </p:cNvPr>
              <p:cNvSpPr/>
              <p:nvPr/>
            </p:nvSpPr>
            <p:spPr>
              <a:xfrm>
                <a:off x="10056541" y="6235932"/>
                <a:ext cx="6343" cy="6345"/>
              </a:xfrm>
              <a:custGeom>
                <a:avLst/>
                <a:gdLst>
                  <a:gd name="connsiteX0" fmla="*/ 3459 w 6343"/>
                  <a:gd name="connsiteY0" fmla="*/ 6563 h 6345"/>
                  <a:gd name="connsiteX1" fmla="*/ 5702 w 6343"/>
                  <a:gd name="connsiteY1" fmla="*/ 5633 h 6345"/>
                  <a:gd name="connsiteX2" fmla="*/ 6631 w 6343"/>
                  <a:gd name="connsiteY2" fmla="*/ 3390 h 6345"/>
                  <a:gd name="connsiteX3" fmla="*/ 5702 w 6343"/>
                  <a:gd name="connsiteY3" fmla="*/ 1146 h 6345"/>
                  <a:gd name="connsiteX4" fmla="*/ 3459 w 6343"/>
                  <a:gd name="connsiteY4" fmla="*/ 217 h 6345"/>
                  <a:gd name="connsiteX5" fmla="*/ 1216 w 6343"/>
                  <a:gd name="connsiteY5" fmla="*/ 1146 h 6345"/>
                  <a:gd name="connsiteX6" fmla="*/ 288 w 6343"/>
                  <a:gd name="connsiteY6" fmla="*/ 3390 h 6345"/>
                  <a:gd name="connsiteX7" fmla="*/ 1216 w 6343"/>
                  <a:gd name="connsiteY7" fmla="*/ 5633 h 6345"/>
                  <a:gd name="connsiteX8" fmla="*/ 345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63"/>
                    </a:moveTo>
                    <a:cubicBezTo>
                      <a:pt x="4300" y="6563"/>
                      <a:pt x="5107" y="6228"/>
                      <a:pt x="5702" y="5633"/>
                    </a:cubicBezTo>
                    <a:cubicBezTo>
                      <a:pt x="6296" y="5038"/>
                      <a:pt x="6631" y="4231"/>
                      <a:pt x="6631" y="3390"/>
                    </a:cubicBezTo>
                    <a:cubicBezTo>
                      <a:pt x="6631" y="2548"/>
                      <a:pt x="6296" y="1741"/>
                      <a:pt x="5702" y="1146"/>
                    </a:cubicBezTo>
                    <a:cubicBezTo>
                      <a:pt x="5107" y="552"/>
                      <a:pt x="4300" y="217"/>
                      <a:pt x="3459" y="217"/>
                    </a:cubicBezTo>
                    <a:cubicBezTo>
                      <a:pt x="2618" y="217"/>
                      <a:pt x="1811" y="552"/>
                      <a:pt x="1216" y="1146"/>
                    </a:cubicBezTo>
                    <a:cubicBezTo>
                      <a:pt x="622" y="1741"/>
                      <a:pt x="288" y="2548"/>
                      <a:pt x="288" y="3390"/>
                    </a:cubicBezTo>
                    <a:cubicBezTo>
                      <a:pt x="288" y="4231"/>
                      <a:pt x="622" y="5038"/>
                      <a:pt x="1216" y="5633"/>
                    </a:cubicBezTo>
                    <a:cubicBezTo>
                      <a:pt x="1811" y="6228"/>
                      <a:pt x="2618" y="6563"/>
                      <a:pt x="345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25" name="Freeform: Shape 9324">
                <a:extLst>
                  <a:ext uri="{FF2B5EF4-FFF2-40B4-BE49-F238E27FC236}">
                    <a16:creationId xmlns:a16="http://schemas.microsoft.com/office/drawing/2014/main" id="{30913C98-9C10-4E0F-B79C-13FA84F673D9}"/>
                  </a:ext>
                </a:extLst>
              </p:cNvPr>
              <p:cNvSpPr/>
              <p:nvPr/>
            </p:nvSpPr>
            <p:spPr>
              <a:xfrm>
                <a:off x="10046513" y="6233059"/>
                <a:ext cx="6343" cy="6345"/>
              </a:xfrm>
              <a:custGeom>
                <a:avLst/>
                <a:gdLst>
                  <a:gd name="connsiteX0" fmla="*/ 3458 w 6343"/>
                  <a:gd name="connsiteY0" fmla="*/ 6562 h 6345"/>
                  <a:gd name="connsiteX1" fmla="*/ 5701 w 6343"/>
                  <a:gd name="connsiteY1" fmla="*/ 5633 h 6345"/>
                  <a:gd name="connsiteX2" fmla="*/ 6630 w 6343"/>
                  <a:gd name="connsiteY2" fmla="*/ 3390 h 6345"/>
                  <a:gd name="connsiteX3" fmla="*/ 5701 w 6343"/>
                  <a:gd name="connsiteY3" fmla="*/ 1146 h 6345"/>
                  <a:gd name="connsiteX4" fmla="*/ 3458 w 6343"/>
                  <a:gd name="connsiteY4" fmla="*/ 217 h 6345"/>
                  <a:gd name="connsiteX5" fmla="*/ 1216 w 6343"/>
                  <a:gd name="connsiteY5" fmla="*/ 1146 h 6345"/>
                  <a:gd name="connsiteX6" fmla="*/ 287 w 6343"/>
                  <a:gd name="connsiteY6" fmla="*/ 3390 h 6345"/>
                  <a:gd name="connsiteX7" fmla="*/ 1216 w 6343"/>
                  <a:gd name="connsiteY7" fmla="*/ 5633 h 6345"/>
                  <a:gd name="connsiteX8" fmla="*/ 3458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562"/>
                    </a:moveTo>
                    <a:cubicBezTo>
                      <a:pt x="4299" y="6562"/>
                      <a:pt x="5106" y="6228"/>
                      <a:pt x="5701" y="5633"/>
                    </a:cubicBezTo>
                    <a:cubicBezTo>
                      <a:pt x="6296" y="5038"/>
                      <a:pt x="6630" y="4231"/>
                      <a:pt x="6630" y="3390"/>
                    </a:cubicBezTo>
                    <a:cubicBezTo>
                      <a:pt x="6630" y="2548"/>
                      <a:pt x="6296" y="1741"/>
                      <a:pt x="5701" y="1146"/>
                    </a:cubicBezTo>
                    <a:cubicBezTo>
                      <a:pt x="5106" y="551"/>
                      <a:pt x="4299" y="217"/>
                      <a:pt x="3458" y="217"/>
                    </a:cubicBezTo>
                    <a:cubicBezTo>
                      <a:pt x="2617" y="217"/>
                      <a:pt x="1810" y="551"/>
                      <a:pt x="1216" y="1146"/>
                    </a:cubicBezTo>
                    <a:cubicBezTo>
                      <a:pt x="621" y="1741"/>
                      <a:pt x="287" y="2548"/>
                      <a:pt x="287" y="3390"/>
                    </a:cubicBezTo>
                    <a:cubicBezTo>
                      <a:pt x="287" y="4231"/>
                      <a:pt x="621" y="5038"/>
                      <a:pt x="1216" y="5633"/>
                    </a:cubicBezTo>
                    <a:cubicBezTo>
                      <a:pt x="1810" y="6228"/>
                      <a:pt x="2617" y="6562"/>
                      <a:pt x="3458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26" name="Freeform: Shape 9325">
                <a:extLst>
                  <a:ext uri="{FF2B5EF4-FFF2-40B4-BE49-F238E27FC236}">
                    <a16:creationId xmlns:a16="http://schemas.microsoft.com/office/drawing/2014/main" id="{547BE273-A47B-A67B-5DE9-E65A7E9ECBA8}"/>
                  </a:ext>
                </a:extLst>
              </p:cNvPr>
              <p:cNvSpPr/>
              <p:nvPr/>
            </p:nvSpPr>
            <p:spPr>
              <a:xfrm>
                <a:off x="10038088" y="6232541"/>
                <a:ext cx="6343" cy="6345"/>
              </a:xfrm>
              <a:custGeom>
                <a:avLst/>
                <a:gdLst>
                  <a:gd name="connsiteX0" fmla="*/ 3458 w 6343"/>
                  <a:gd name="connsiteY0" fmla="*/ 6562 h 6345"/>
                  <a:gd name="connsiteX1" fmla="*/ 5700 w 6343"/>
                  <a:gd name="connsiteY1" fmla="*/ 5633 h 6345"/>
                  <a:gd name="connsiteX2" fmla="*/ 6629 w 6343"/>
                  <a:gd name="connsiteY2" fmla="*/ 3390 h 6345"/>
                  <a:gd name="connsiteX3" fmla="*/ 5700 w 6343"/>
                  <a:gd name="connsiteY3" fmla="*/ 1146 h 6345"/>
                  <a:gd name="connsiteX4" fmla="*/ 3458 w 6343"/>
                  <a:gd name="connsiteY4" fmla="*/ 217 h 6345"/>
                  <a:gd name="connsiteX5" fmla="*/ 1215 w 6343"/>
                  <a:gd name="connsiteY5" fmla="*/ 1146 h 6345"/>
                  <a:gd name="connsiteX6" fmla="*/ 286 w 6343"/>
                  <a:gd name="connsiteY6" fmla="*/ 3390 h 6345"/>
                  <a:gd name="connsiteX7" fmla="*/ 1215 w 6343"/>
                  <a:gd name="connsiteY7" fmla="*/ 5633 h 6345"/>
                  <a:gd name="connsiteX8" fmla="*/ 3458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562"/>
                    </a:moveTo>
                    <a:cubicBezTo>
                      <a:pt x="4299" y="6562"/>
                      <a:pt x="5105" y="6228"/>
                      <a:pt x="5700" y="5633"/>
                    </a:cubicBezTo>
                    <a:cubicBezTo>
                      <a:pt x="6295" y="5038"/>
                      <a:pt x="6629" y="4231"/>
                      <a:pt x="6629" y="3390"/>
                    </a:cubicBezTo>
                    <a:cubicBezTo>
                      <a:pt x="6629" y="2548"/>
                      <a:pt x="6295" y="1741"/>
                      <a:pt x="5700" y="1146"/>
                    </a:cubicBezTo>
                    <a:cubicBezTo>
                      <a:pt x="5105" y="551"/>
                      <a:pt x="4299" y="217"/>
                      <a:pt x="3458" y="217"/>
                    </a:cubicBezTo>
                    <a:cubicBezTo>
                      <a:pt x="2617" y="217"/>
                      <a:pt x="1810" y="551"/>
                      <a:pt x="1215" y="1146"/>
                    </a:cubicBezTo>
                    <a:cubicBezTo>
                      <a:pt x="620" y="1741"/>
                      <a:pt x="286" y="2548"/>
                      <a:pt x="286" y="3390"/>
                    </a:cubicBezTo>
                    <a:cubicBezTo>
                      <a:pt x="286" y="4231"/>
                      <a:pt x="620" y="5038"/>
                      <a:pt x="1215" y="5633"/>
                    </a:cubicBezTo>
                    <a:cubicBezTo>
                      <a:pt x="1810" y="6228"/>
                      <a:pt x="2617" y="6562"/>
                      <a:pt x="3458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27" name="Freeform: Shape 9326">
                <a:extLst>
                  <a:ext uri="{FF2B5EF4-FFF2-40B4-BE49-F238E27FC236}">
                    <a16:creationId xmlns:a16="http://schemas.microsoft.com/office/drawing/2014/main" id="{16EF15CA-3949-3A4F-FC62-7E5E27B1D488}"/>
                  </a:ext>
                </a:extLst>
              </p:cNvPr>
              <p:cNvSpPr/>
              <p:nvPr/>
            </p:nvSpPr>
            <p:spPr>
              <a:xfrm>
                <a:off x="10030756" y="6233662"/>
                <a:ext cx="6343" cy="6345"/>
              </a:xfrm>
              <a:custGeom>
                <a:avLst/>
                <a:gdLst>
                  <a:gd name="connsiteX0" fmla="*/ 3457 w 6343"/>
                  <a:gd name="connsiteY0" fmla="*/ 6562 h 6345"/>
                  <a:gd name="connsiteX1" fmla="*/ 5700 w 6343"/>
                  <a:gd name="connsiteY1" fmla="*/ 5633 h 6345"/>
                  <a:gd name="connsiteX2" fmla="*/ 6629 w 6343"/>
                  <a:gd name="connsiteY2" fmla="*/ 3390 h 6345"/>
                  <a:gd name="connsiteX3" fmla="*/ 5700 w 6343"/>
                  <a:gd name="connsiteY3" fmla="*/ 1146 h 6345"/>
                  <a:gd name="connsiteX4" fmla="*/ 3457 w 6343"/>
                  <a:gd name="connsiteY4" fmla="*/ 217 h 6345"/>
                  <a:gd name="connsiteX5" fmla="*/ 1214 w 6343"/>
                  <a:gd name="connsiteY5" fmla="*/ 1146 h 6345"/>
                  <a:gd name="connsiteX6" fmla="*/ 285 w 6343"/>
                  <a:gd name="connsiteY6" fmla="*/ 3390 h 6345"/>
                  <a:gd name="connsiteX7" fmla="*/ 1214 w 6343"/>
                  <a:gd name="connsiteY7" fmla="*/ 5633 h 6345"/>
                  <a:gd name="connsiteX8" fmla="*/ 3457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562"/>
                    </a:moveTo>
                    <a:cubicBezTo>
                      <a:pt x="4298" y="6562"/>
                      <a:pt x="5105" y="6228"/>
                      <a:pt x="5700" y="5633"/>
                    </a:cubicBezTo>
                    <a:cubicBezTo>
                      <a:pt x="6294" y="5038"/>
                      <a:pt x="6629" y="4231"/>
                      <a:pt x="6629" y="3390"/>
                    </a:cubicBezTo>
                    <a:cubicBezTo>
                      <a:pt x="6629" y="2548"/>
                      <a:pt x="6294" y="1741"/>
                      <a:pt x="5700" y="1146"/>
                    </a:cubicBezTo>
                    <a:cubicBezTo>
                      <a:pt x="5105" y="551"/>
                      <a:pt x="4298" y="217"/>
                      <a:pt x="3457" y="217"/>
                    </a:cubicBezTo>
                    <a:cubicBezTo>
                      <a:pt x="2616" y="217"/>
                      <a:pt x="1809" y="551"/>
                      <a:pt x="1214" y="1146"/>
                    </a:cubicBezTo>
                    <a:cubicBezTo>
                      <a:pt x="620" y="1741"/>
                      <a:pt x="285" y="2548"/>
                      <a:pt x="285" y="3390"/>
                    </a:cubicBezTo>
                    <a:cubicBezTo>
                      <a:pt x="285" y="4231"/>
                      <a:pt x="620" y="5038"/>
                      <a:pt x="1214" y="5633"/>
                    </a:cubicBezTo>
                    <a:cubicBezTo>
                      <a:pt x="1809" y="6228"/>
                      <a:pt x="2616" y="6562"/>
                      <a:pt x="3457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28" name="Freeform: Shape 9327">
                <a:extLst>
                  <a:ext uri="{FF2B5EF4-FFF2-40B4-BE49-F238E27FC236}">
                    <a16:creationId xmlns:a16="http://schemas.microsoft.com/office/drawing/2014/main" id="{86044FEA-1B11-8D34-BD1E-4B4C4D013752}"/>
                  </a:ext>
                </a:extLst>
              </p:cNvPr>
              <p:cNvSpPr/>
              <p:nvPr/>
            </p:nvSpPr>
            <p:spPr>
              <a:xfrm>
                <a:off x="10023499" y="6234835"/>
                <a:ext cx="6343" cy="6345"/>
              </a:xfrm>
              <a:custGeom>
                <a:avLst/>
                <a:gdLst>
                  <a:gd name="connsiteX0" fmla="*/ 3456 w 6343"/>
                  <a:gd name="connsiteY0" fmla="*/ 6563 h 6345"/>
                  <a:gd name="connsiteX1" fmla="*/ 5699 w 6343"/>
                  <a:gd name="connsiteY1" fmla="*/ 5633 h 6345"/>
                  <a:gd name="connsiteX2" fmla="*/ 6628 w 6343"/>
                  <a:gd name="connsiteY2" fmla="*/ 3390 h 6345"/>
                  <a:gd name="connsiteX3" fmla="*/ 5699 w 6343"/>
                  <a:gd name="connsiteY3" fmla="*/ 1146 h 6345"/>
                  <a:gd name="connsiteX4" fmla="*/ 3456 w 6343"/>
                  <a:gd name="connsiteY4" fmla="*/ 217 h 6345"/>
                  <a:gd name="connsiteX5" fmla="*/ 1214 w 6343"/>
                  <a:gd name="connsiteY5" fmla="*/ 1146 h 6345"/>
                  <a:gd name="connsiteX6" fmla="*/ 285 w 6343"/>
                  <a:gd name="connsiteY6" fmla="*/ 3390 h 6345"/>
                  <a:gd name="connsiteX7" fmla="*/ 1214 w 6343"/>
                  <a:gd name="connsiteY7" fmla="*/ 5633 h 6345"/>
                  <a:gd name="connsiteX8" fmla="*/ 3456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63"/>
                    </a:moveTo>
                    <a:cubicBezTo>
                      <a:pt x="4298" y="6563"/>
                      <a:pt x="5104" y="6228"/>
                      <a:pt x="5699" y="5633"/>
                    </a:cubicBezTo>
                    <a:cubicBezTo>
                      <a:pt x="6294" y="5038"/>
                      <a:pt x="6628" y="4231"/>
                      <a:pt x="6628" y="3390"/>
                    </a:cubicBezTo>
                    <a:cubicBezTo>
                      <a:pt x="6628" y="2548"/>
                      <a:pt x="6294" y="1741"/>
                      <a:pt x="5699" y="1146"/>
                    </a:cubicBezTo>
                    <a:cubicBezTo>
                      <a:pt x="5104" y="551"/>
                      <a:pt x="4298" y="217"/>
                      <a:pt x="3456" y="217"/>
                    </a:cubicBezTo>
                    <a:cubicBezTo>
                      <a:pt x="2615" y="217"/>
                      <a:pt x="1809" y="551"/>
                      <a:pt x="1214" y="1146"/>
                    </a:cubicBezTo>
                    <a:cubicBezTo>
                      <a:pt x="619" y="1741"/>
                      <a:pt x="285" y="2548"/>
                      <a:pt x="285" y="3390"/>
                    </a:cubicBezTo>
                    <a:cubicBezTo>
                      <a:pt x="285" y="4231"/>
                      <a:pt x="619" y="5038"/>
                      <a:pt x="1214" y="5633"/>
                    </a:cubicBezTo>
                    <a:cubicBezTo>
                      <a:pt x="1809" y="6228"/>
                      <a:pt x="2615" y="6563"/>
                      <a:pt x="3456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29" name="Freeform: Shape 9328">
                <a:extLst>
                  <a:ext uri="{FF2B5EF4-FFF2-40B4-BE49-F238E27FC236}">
                    <a16:creationId xmlns:a16="http://schemas.microsoft.com/office/drawing/2014/main" id="{1A6C727A-8544-3D55-CFB6-62E520974946}"/>
                  </a:ext>
                </a:extLst>
              </p:cNvPr>
              <p:cNvSpPr/>
              <p:nvPr/>
            </p:nvSpPr>
            <p:spPr>
              <a:xfrm>
                <a:off x="10014848" y="6233645"/>
                <a:ext cx="6343" cy="6345"/>
              </a:xfrm>
              <a:custGeom>
                <a:avLst/>
                <a:gdLst>
                  <a:gd name="connsiteX0" fmla="*/ 3456 w 6343"/>
                  <a:gd name="connsiteY0" fmla="*/ 6562 h 6345"/>
                  <a:gd name="connsiteX1" fmla="*/ 5698 w 6343"/>
                  <a:gd name="connsiteY1" fmla="*/ 5633 h 6345"/>
                  <a:gd name="connsiteX2" fmla="*/ 6627 w 6343"/>
                  <a:gd name="connsiteY2" fmla="*/ 3390 h 6345"/>
                  <a:gd name="connsiteX3" fmla="*/ 5698 w 6343"/>
                  <a:gd name="connsiteY3" fmla="*/ 1146 h 6345"/>
                  <a:gd name="connsiteX4" fmla="*/ 3456 w 6343"/>
                  <a:gd name="connsiteY4" fmla="*/ 217 h 6345"/>
                  <a:gd name="connsiteX5" fmla="*/ 1213 w 6343"/>
                  <a:gd name="connsiteY5" fmla="*/ 1146 h 6345"/>
                  <a:gd name="connsiteX6" fmla="*/ 284 w 6343"/>
                  <a:gd name="connsiteY6" fmla="*/ 3390 h 6345"/>
                  <a:gd name="connsiteX7" fmla="*/ 1213 w 6343"/>
                  <a:gd name="connsiteY7" fmla="*/ 5633 h 6345"/>
                  <a:gd name="connsiteX8" fmla="*/ 3456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62"/>
                    </a:moveTo>
                    <a:cubicBezTo>
                      <a:pt x="4297" y="6562"/>
                      <a:pt x="5104" y="6228"/>
                      <a:pt x="5698" y="5633"/>
                    </a:cubicBezTo>
                    <a:cubicBezTo>
                      <a:pt x="6293" y="5038"/>
                      <a:pt x="6627" y="4231"/>
                      <a:pt x="6627" y="3390"/>
                    </a:cubicBezTo>
                    <a:cubicBezTo>
                      <a:pt x="6627" y="2548"/>
                      <a:pt x="6293" y="1741"/>
                      <a:pt x="5698" y="1146"/>
                    </a:cubicBezTo>
                    <a:cubicBezTo>
                      <a:pt x="5104" y="551"/>
                      <a:pt x="4297" y="217"/>
                      <a:pt x="3456" y="217"/>
                    </a:cubicBezTo>
                    <a:cubicBezTo>
                      <a:pt x="2615" y="217"/>
                      <a:pt x="1808" y="551"/>
                      <a:pt x="1213" y="1146"/>
                    </a:cubicBezTo>
                    <a:cubicBezTo>
                      <a:pt x="618" y="1741"/>
                      <a:pt x="284" y="2548"/>
                      <a:pt x="284" y="3390"/>
                    </a:cubicBezTo>
                    <a:cubicBezTo>
                      <a:pt x="284" y="4231"/>
                      <a:pt x="618" y="5038"/>
                      <a:pt x="1213" y="5633"/>
                    </a:cubicBezTo>
                    <a:cubicBezTo>
                      <a:pt x="1808" y="6228"/>
                      <a:pt x="2615" y="6562"/>
                      <a:pt x="3456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30" name="Freeform: Shape 9329">
                <a:extLst>
                  <a:ext uri="{FF2B5EF4-FFF2-40B4-BE49-F238E27FC236}">
                    <a16:creationId xmlns:a16="http://schemas.microsoft.com/office/drawing/2014/main" id="{845E374D-0FA0-1801-59D2-FC7A0CF1DE12}"/>
                  </a:ext>
                </a:extLst>
              </p:cNvPr>
              <p:cNvSpPr/>
              <p:nvPr/>
            </p:nvSpPr>
            <p:spPr>
              <a:xfrm>
                <a:off x="10006750" y="6233246"/>
                <a:ext cx="6343" cy="6345"/>
              </a:xfrm>
              <a:custGeom>
                <a:avLst/>
                <a:gdLst>
                  <a:gd name="connsiteX0" fmla="*/ 3455 w 6343"/>
                  <a:gd name="connsiteY0" fmla="*/ 6562 h 6345"/>
                  <a:gd name="connsiteX1" fmla="*/ 5698 w 6343"/>
                  <a:gd name="connsiteY1" fmla="*/ 5633 h 6345"/>
                  <a:gd name="connsiteX2" fmla="*/ 6627 w 6343"/>
                  <a:gd name="connsiteY2" fmla="*/ 3390 h 6345"/>
                  <a:gd name="connsiteX3" fmla="*/ 5698 w 6343"/>
                  <a:gd name="connsiteY3" fmla="*/ 1146 h 6345"/>
                  <a:gd name="connsiteX4" fmla="*/ 3455 w 6343"/>
                  <a:gd name="connsiteY4" fmla="*/ 217 h 6345"/>
                  <a:gd name="connsiteX5" fmla="*/ 1213 w 6343"/>
                  <a:gd name="connsiteY5" fmla="*/ 1146 h 6345"/>
                  <a:gd name="connsiteX6" fmla="*/ 284 w 6343"/>
                  <a:gd name="connsiteY6" fmla="*/ 3390 h 6345"/>
                  <a:gd name="connsiteX7" fmla="*/ 1213 w 6343"/>
                  <a:gd name="connsiteY7" fmla="*/ 5633 h 6345"/>
                  <a:gd name="connsiteX8" fmla="*/ 3455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562"/>
                    </a:moveTo>
                    <a:cubicBezTo>
                      <a:pt x="4296" y="6562"/>
                      <a:pt x="5103" y="6228"/>
                      <a:pt x="5698" y="5633"/>
                    </a:cubicBezTo>
                    <a:cubicBezTo>
                      <a:pt x="6293" y="5038"/>
                      <a:pt x="6627" y="4231"/>
                      <a:pt x="6627" y="3390"/>
                    </a:cubicBezTo>
                    <a:cubicBezTo>
                      <a:pt x="6627" y="2548"/>
                      <a:pt x="6293" y="1741"/>
                      <a:pt x="5698" y="1146"/>
                    </a:cubicBezTo>
                    <a:cubicBezTo>
                      <a:pt x="5103" y="551"/>
                      <a:pt x="4296" y="217"/>
                      <a:pt x="3455" y="217"/>
                    </a:cubicBezTo>
                    <a:cubicBezTo>
                      <a:pt x="2614" y="217"/>
                      <a:pt x="1807" y="551"/>
                      <a:pt x="1213" y="1146"/>
                    </a:cubicBezTo>
                    <a:cubicBezTo>
                      <a:pt x="618" y="1741"/>
                      <a:pt x="284" y="2548"/>
                      <a:pt x="284" y="3390"/>
                    </a:cubicBezTo>
                    <a:cubicBezTo>
                      <a:pt x="284" y="4231"/>
                      <a:pt x="618" y="5038"/>
                      <a:pt x="1213" y="5633"/>
                    </a:cubicBezTo>
                    <a:cubicBezTo>
                      <a:pt x="1807" y="6228"/>
                      <a:pt x="2614" y="6562"/>
                      <a:pt x="3455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31" name="Freeform: Shape 9330">
                <a:extLst>
                  <a:ext uri="{FF2B5EF4-FFF2-40B4-BE49-F238E27FC236}">
                    <a16:creationId xmlns:a16="http://schemas.microsoft.com/office/drawing/2014/main" id="{A3080AED-5602-4F11-B313-7B717D8D3DEB}"/>
                  </a:ext>
                </a:extLst>
              </p:cNvPr>
              <p:cNvSpPr/>
              <p:nvPr/>
            </p:nvSpPr>
            <p:spPr>
              <a:xfrm>
                <a:off x="9999477" y="6234137"/>
                <a:ext cx="6343" cy="6345"/>
              </a:xfrm>
              <a:custGeom>
                <a:avLst/>
                <a:gdLst>
                  <a:gd name="connsiteX0" fmla="*/ 3455 w 6343"/>
                  <a:gd name="connsiteY0" fmla="*/ 6562 h 6345"/>
                  <a:gd name="connsiteX1" fmla="*/ 5697 w 6343"/>
                  <a:gd name="connsiteY1" fmla="*/ 5633 h 6345"/>
                  <a:gd name="connsiteX2" fmla="*/ 6626 w 6343"/>
                  <a:gd name="connsiteY2" fmla="*/ 3390 h 6345"/>
                  <a:gd name="connsiteX3" fmla="*/ 5697 w 6343"/>
                  <a:gd name="connsiteY3" fmla="*/ 1146 h 6345"/>
                  <a:gd name="connsiteX4" fmla="*/ 3455 w 6343"/>
                  <a:gd name="connsiteY4" fmla="*/ 217 h 6345"/>
                  <a:gd name="connsiteX5" fmla="*/ 1212 w 6343"/>
                  <a:gd name="connsiteY5" fmla="*/ 1146 h 6345"/>
                  <a:gd name="connsiteX6" fmla="*/ 283 w 6343"/>
                  <a:gd name="connsiteY6" fmla="*/ 3390 h 6345"/>
                  <a:gd name="connsiteX7" fmla="*/ 1212 w 6343"/>
                  <a:gd name="connsiteY7" fmla="*/ 5633 h 6345"/>
                  <a:gd name="connsiteX8" fmla="*/ 3455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562"/>
                    </a:moveTo>
                    <a:cubicBezTo>
                      <a:pt x="4296" y="6562"/>
                      <a:pt x="5102" y="6228"/>
                      <a:pt x="5697" y="5633"/>
                    </a:cubicBezTo>
                    <a:cubicBezTo>
                      <a:pt x="6292" y="5038"/>
                      <a:pt x="6626" y="4231"/>
                      <a:pt x="6626" y="3390"/>
                    </a:cubicBezTo>
                    <a:cubicBezTo>
                      <a:pt x="6626" y="2548"/>
                      <a:pt x="6292" y="1741"/>
                      <a:pt x="5697" y="1146"/>
                    </a:cubicBezTo>
                    <a:cubicBezTo>
                      <a:pt x="5102" y="551"/>
                      <a:pt x="4296" y="217"/>
                      <a:pt x="3455" y="217"/>
                    </a:cubicBezTo>
                    <a:cubicBezTo>
                      <a:pt x="2613" y="217"/>
                      <a:pt x="1807" y="551"/>
                      <a:pt x="1212" y="1146"/>
                    </a:cubicBezTo>
                    <a:cubicBezTo>
                      <a:pt x="617" y="1741"/>
                      <a:pt x="283" y="2548"/>
                      <a:pt x="283" y="3390"/>
                    </a:cubicBezTo>
                    <a:cubicBezTo>
                      <a:pt x="283" y="4231"/>
                      <a:pt x="617" y="5038"/>
                      <a:pt x="1212" y="5633"/>
                    </a:cubicBezTo>
                    <a:cubicBezTo>
                      <a:pt x="1807" y="6228"/>
                      <a:pt x="2613" y="6562"/>
                      <a:pt x="3455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32" name="Freeform: Shape 9331">
                <a:extLst>
                  <a:ext uri="{FF2B5EF4-FFF2-40B4-BE49-F238E27FC236}">
                    <a16:creationId xmlns:a16="http://schemas.microsoft.com/office/drawing/2014/main" id="{B83E47D5-6AC3-8541-C4E8-E75FAE1B72F1}"/>
                  </a:ext>
                </a:extLst>
              </p:cNvPr>
              <p:cNvSpPr/>
              <p:nvPr/>
            </p:nvSpPr>
            <p:spPr>
              <a:xfrm>
                <a:off x="9991044" y="6232964"/>
                <a:ext cx="6343" cy="6345"/>
              </a:xfrm>
              <a:custGeom>
                <a:avLst/>
                <a:gdLst>
                  <a:gd name="connsiteX0" fmla="*/ 3454 w 6343"/>
                  <a:gd name="connsiteY0" fmla="*/ 6562 h 6345"/>
                  <a:gd name="connsiteX1" fmla="*/ 5697 w 6343"/>
                  <a:gd name="connsiteY1" fmla="*/ 5633 h 6345"/>
                  <a:gd name="connsiteX2" fmla="*/ 6625 w 6343"/>
                  <a:gd name="connsiteY2" fmla="*/ 3390 h 6345"/>
                  <a:gd name="connsiteX3" fmla="*/ 5697 w 6343"/>
                  <a:gd name="connsiteY3" fmla="*/ 1146 h 6345"/>
                  <a:gd name="connsiteX4" fmla="*/ 3454 w 6343"/>
                  <a:gd name="connsiteY4" fmla="*/ 217 h 6345"/>
                  <a:gd name="connsiteX5" fmla="*/ 1211 w 6343"/>
                  <a:gd name="connsiteY5" fmla="*/ 1146 h 6345"/>
                  <a:gd name="connsiteX6" fmla="*/ 282 w 6343"/>
                  <a:gd name="connsiteY6" fmla="*/ 3390 h 6345"/>
                  <a:gd name="connsiteX7" fmla="*/ 1211 w 6343"/>
                  <a:gd name="connsiteY7" fmla="*/ 5633 h 6345"/>
                  <a:gd name="connsiteX8" fmla="*/ 3454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4" y="6562"/>
                    </a:moveTo>
                    <a:cubicBezTo>
                      <a:pt x="4295" y="6562"/>
                      <a:pt x="5102" y="6228"/>
                      <a:pt x="5697" y="5633"/>
                    </a:cubicBezTo>
                    <a:cubicBezTo>
                      <a:pt x="6291" y="5038"/>
                      <a:pt x="6625" y="4231"/>
                      <a:pt x="6625" y="3390"/>
                    </a:cubicBezTo>
                    <a:cubicBezTo>
                      <a:pt x="6625" y="2548"/>
                      <a:pt x="6291" y="1741"/>
                      <a:pt x="5697" y="1146"/>
                    </a:cubicBezTo>
                    <a:cubicBezTo>
                      <a:pt x="5102" y="551"/>
                      <a:pt x="4295" y="217"/>
                      <a:pt x="3454" y="217"/>
                    </a:cubicBezTo>
                    <a:cubicBezTo>
                      <a:pt x="2613" y="217"/>
                      <a:pt x="1806" y="551"/>
                      <a:pt x="1211" y="1146"/>
                    </a:cubicBezTo>
                    <a:cubicBezTo>
                      <a:pt x="617" y="1741"/>
                      <a:pt x="282" y="2548"/>
                      <a:pt x="282" y="3390"/>
                    </a:cubicBezTo>
                    <a:cubicBezTo>
                      <a:pt x="282" y="4231"/>
                      <a:pt x="617" y="5038"/>
                      <a:pt x="1211" y="5633"/>
                    </a:cubicBezTo>
                    <a:cubicBezTo>
                      <a:pt x="1806" y="6228"/>
                      <a:pt x="2613" y="6562"/>
                      <a:pt x="3454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33" name="Freeform: Shape 9332">
                <a:extLst>
                  <a:ext uri="{FF2B5EF4-FFF2-40B4-BE49-F238E27FC236}">
                    <a16:creationId xmlns:a16="http://schemas.microsoft.com/office/drawing/2014/main" id="{A3AA1C8C-D0DE-3435-9B67-DA784552092B}"/>
                  </a:ext>
                </a:extLst>
              </p:cNvPr>
              <p:cNvSpPr/>
              <p:nvPr/>
            </p:nvSpPr>
            <p:spPr>
              <a:xfrm>
                <a:off x="9983835" y="6233795"/>
                <a:ext cx="6343" cy="6345"/>
              </a:xfrm>
              <a:custGeom>
                <a:avLst/>
                <a:gdLst>
                  <a:gd name="connsiteX0" fmla="*/ 3453 w 6343"/>
                  <a:gd name="connsiteY0" fmla="*/ 6562 h 6345"/>
                  <a:gd name="connsiteX1" fmla="*/ 5696 w 6343"/>
                  <a:gd name="connsiteY1" fmla="*/ 5633 h 6345"/>
                  <a:gd name="connsiteX2" fmla="*/ 6625 w 6343"/>
                  <a:gd name="connsiteY2" fmla="*/ 3390 h 6345"/>
                  <a:gd name="connsiteX3" fmla="*/ 5696 w 6343"/>
                  <a:gd name="connsiteY3" fmla="*/ 1146 h 6345"/>
                  <a:gd name="connsiteX4" fmla="*/ 3453 w 6343"/>
                  <a:gd name="connsiteY4" fmla="*/ 217 h 6345"/>
                  <a:gd name="connsiteX5" fmla="*/ 1211 w 6343"/>
                  <a:gd name="connsiteY5" fmla="*/ 1146 h 6345"/>
                  <a:gd name="connsiteX6" fmla="*/ 282 w 6343"/>
                  <a:gd name="connsiteY6" fmla="*/ 3390 h 6345"/>
                  <a:gd name="connsiteX7" fmla="*/ 1211 w 6343"/>
                  <a:gd name="connsiteY7" fmla="*/ 5633 h 6345"/>
                  <a:gd name="connsiteX8" fmla="*/ 3453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62"/>
                    </a:moveTo>
                    <a:cubicBezTo>
                      <a:pt x="4294" y="6562"/>
                      <a:pt x="5101" y="6228"/>
                      <a:pt x="5696" y="5633"/>
                    </a:cubicBezTo>
                    <a:cubicBezTo>
                      <a:pt x="6291" y="5038"/>
                      <a:pt x="6625" y="4231"/>
                      <a:pt x="6625" y="3390"/>
                    </a:cubicBezTo>
                    <a:cubicBezTo>
                      <a:pt x="6625" y="2548"/>
                      <a:pt x="6291" y="1741"/>
                      <a:pt x="5696" y="1146"/>
                    </a:cubicBezTo>
                    <a:cubicBezTo>
                      <a:pt x="5101" y="551"/>
                      <a:pt x="4294" y="217"/>
                      <a:pt x="3453" y="217"/>
                    </a:cubicBezTo>
                    <a:cubicBezTo>
                      <a:pt x="2612" y="217"/>
                      <a:pt x="1805" y="551"/>
                      <a:pt x="1211" y="1146"/>
                    </a:cubicBezTo>
                    <a:cubicBezTo>
                      <a:pt x="616" y="1741"/>
                      <a:pt x="282" y="2548"/>
                      <a:pt x="282" y="3390"/>
                    </a:cubicBezTo>
                    <a:cubicBezTo>
                      <a:pt x="282" y="4231"/>
                      <a:pt x="616" y="5038"/>
                      <a:pt x="1211" y="5633"/>
                    </a:cubicBezTo>
                    <a:cubicBezTo>
                      <a:pt x="1805" y="6228"/>
                      <a:pt x="2612" y="6562"/>
                      <a:pt x="3453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34" name="Freeform: Shape 9333">
                <a:extLst>
                  <a:ext uri="{FF2B5EF4-FFF2-40B4-BE49-F238E27FC236}">
                    <a16:creationId xmlns:a16="http://schemas.microsoft.com/office/drawing/2014/main" id="{3E29CA3E-09BE-0101-C118-AF792CB69918}"/>
                  </a:ext>
                </a:extLst>
              </p:cNvPr>
              <p:cNvSpPr/>
              <p:nvPr/>
            </p:nvSpPr>
            <p:spPr>
              <a:xfrm>
                <a:off x="9976297" y="6233971"/>
                <a:ext cx="6343" cy="6345"/>
              </a:xfrm>
              <a:custGeom>
                <a:avLst/>
                <a:gdLst>
                  <a:gd name="connsiteX0" fmla="*/ 3453 w 6343"/>
                  <a:gd name="connsiteY0" fmla="*/ 6562 h 6345"/>
                  <a:gd name="connsiteX1" fmla="*/ 5695 w 6343"/>
                  <a:gd name="connsiteY1" fmla="*/ 5633 h 6345"/>
                  <a:gd name="connsiteX2" fmla="*/ 6624 w 6343"/>
                  <a:gd name="connsiteY2" fmla="*/ 3390 h 6345"/>
                  <a:gd name="connsiteX3" fmla="*/ 5695 w 6343"/>
                  <a:gd name="connsiteY3" fmla="*/ 1146 h 6345"/>
                  <a:gd name="connsiteX4" fmla="*/ 3453 w 6343"/>
                  <a:gd name="connsiteY4" fmla="*/ 217 h 6345"/>
                  <a:gd name="connsiteX5" fmla="*/ 1210 w 6343"/>
                  <a:gd name="connsiteY5" fmla="*/ 1146 h 6345"/>
                  <a:gd name="connsiteX6" fmla="*/ 281 w 6343"/>
                  <a:gd name="connsiteY6" fmla="*/ 3390 h 6345"/>
                  <a:gd name="connsiteX7" fmla="*/ 1210 w 6343"/>
                  <a:gd name="connsiteY7" fmla="*/ 5633 h 6345"/>
                  <a:gd name="connsiteX8" fmla="*/ 3453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62"/>
                    </a:moveTo>
                    <a:cubicBezTo>
                      <a:pt x="4294" y="6562"/>
                      <a:pt x="5101" y="6228"/>
                      <a:pt x="5695" y="5633"/>
                    </a:cubicBezTo>
                    <a:cubicBezTo>
                      <a:pt x="6290" y="5038"/>
                      <a:pt x="6624" y="4231"/>
                      <a:pt x="6624" y="3390"/>
                    </a:cubicBezTo>
                    <a:cubicBezTo>
                      <a:pt x="6624" y="2548"/>
                      <a:pt x="6290" y="1741"/>
                      <a:pt x="5695" y="1146"/>
                    </a:cubicBezTo>
                    <a:cubicBezTo>
                      <a:pt x="5101" y="551"/>
                      <a:pt x="4294" y="217"/>
                      <a:pt x="3453" y="217"/>
                    </a:cubicBezTo>
                    <a:cubicBezTo>
                      <a:pt x="2612" y="217"/>
                      <a:pt x="1805" y="551"/>
                      <a:pt x="1210" y="1146"/>
                    </a:cubicBezTo>
                    <a:cubicBezTo>
                      <a:pt x="615" y="1741"/>
                      <a:pt x="281" y="2548"/>
                      <a:pt x="281" y="3390"/>
                    </a:cubicBezTo>
                    <a:cubicBezTo>
                      <a:pt x="281" y="4231"/>
                      <a:pt x="615" y="5038"/>
                      <a:pt x="1210" y="5633"/>
                    </a:cubicBezTo>
                    <a:cubicBezTo>
                      <a:pt x="1805" y="6228"/>
                      <a:pt x="2612" y="6562"/>
                      <a:pt x="3453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35" name="Freeform: Shape 9334">
                <a:extLst>
                  <a:ext uri="{FF2B5EF4-FFF2-40B4-BE49-F238E27FC236}">
                    <a16:creationId xmlns:a16="http://schemas.microsoft.com/office/drawing/2014/main" id="{8C03488B-6E95-36FA-A485-9DB22B2AA9AA}"/>
                  </a:ext>
                </a:extLst>
              </p:cNvPr>
              <p:cNvSpPr/>
              <p:nvPr/>
            </p:nvSpPr>
            <p:spPr>
              <a:xfrm>
                <a:off x="9968011" y="6232718"/>
                <a:ext cx="6343" cy="6345"/>
              </a:xfrm>
              <a:custGeom>
                <a:avLst/>
                <a:gdLst>
                  <a:gd name="connsiteX0" fmla="*/ 3452 w 6343"/>
                  <a:gd name="connsiteY0" fmla="*/ 6562 h 6345"/>
                  <a:gd name="connsiteX1" fmla="*/ 5695 w 6343"/>
                  <a:gd name="connsiteY1" fmla="*/ 5633 h 6345"/>
                  <a:gd name="connsiteX2" fmla="*/ 6624 w 6343"/>
                  <a:gd name="connsiteY2" fmla="*/ 3390 h 6345"/>
                  <a:gd name="connsiteX3" fmla="*/ 5695 w 6343"/>
                  <a:gd name="connsiteY3" fmla="*/ 1146 h 6345"/>
                  <a:gd name="connsiteX4" fmla="*/ 3452 w 6343"/>
                  <a:gd name="connsiteY4" fmla="*/ 217 h 6345"/>
                  <a:gd name="connsiteX5" fmla="*/ 1209 w 6343"/>
                  <a:gd name="connsiteY5" fmla="*/ 1146 h 6345"/>
                  <a:gd name="connsiteX6" fmla="*/ 281 w 6343"/>
                  <a:gd name="connsiteY6" fmla="*/ 3390 h 6345"/>
                  <a:gd name="connsiteX7" fmla="*/ 1209 w 6343"/>
                  <a:gd name="connsiteY7" fmla="*/ 5633 h 6345"/>
                  <a:gd name="connsiteX8" fmla="*/ 3452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2"/>
                    </a:moveTo>
                    <a:cubicBezTo>
                      <a:pt x="4293" y="6562"/>
                      <a:pt x="5100" y="6228"/>
                      <a:pt x="5695" y="5633"/>
                    </a:cubicBezTo>
                    <a:cubicBezTo>
                      <a:pt x="6289" y="5038"/>
                      <a:pt x="6624" y="4231"/>
                      <a:pt x="6624" y="3390"/>
                    </a:cubicBezTo>
                    <a:cubicBezTo>
                      <a:pt x="6624" y="2548"/>
                      <a:pt x="6289" y="1741"/>
                      <a:pt x="5695" y="1146"/>
                    </a:cubicBezTo>
                    <a:cubicBezTo>
                      <a:pt x="5100" y="551"/>
                      <a:pt x="4293" y="217"/>
                      <a:pt x="3452" y="217"/>
                    </a:cubicBezTo>
                    <a:cubicBezTo>
                      <a:pt x="2611" y="217"/>
                      <a:pt x="1804" y="551"/>
                      <a:pt x="1209" y="1146"/>
                    </a:cubicBezTo>
                    <a:cubicBezTo>
                      <a:pt x="615" y="1741"/>
                      <a:pt x="281" y="2548"/>
                      <a:pt x="281" y="3390"/>
                    </a:cubicBezTo>
                    <a:cubicBezTo>
                      <a:pt x="281" y="4231"/>
                      <a:pt x="615" y="5038"/>
                      <a:pt x="1209" y="5633"/>
                    </a:cubicBezTo>
                    <a:cubicBezTo>
                      <a:pt x="1804" y="6228"/>
                      <a:pt x="2611" y="6562"/>
                      <a:pt x="3452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36" name="Freeform: Shape 9335">
                <a:extLst>
                  <a:ext uri="{FF2B5EF4-FFF2-40B4-BE49-F238E27FC236}">
                    <a16:creationId xmlns:a16="http://schemas.microsoft.com/office/drawing/2014/main" id="{A3EC2F73-21CD-AC49-00C8-D7FB4E3BDB91}"/>
                  </a:ext>
                </a:extLst>
              </p:cNvPr>
              <p:cNvSpPr/>
              <p:nvPr/>
            </p:nvSpPr>
            <p:spPr>
              <a:xfrm>
                <a:off x="9947217" y="6235769"/>
                <a:ext cx="6343" cy="6345"/>
              </a:xfrm>
              <a:custGeom>
                <a:avLst/>
                <a:gdLst>
                  <a:gd name="connsiteX0" fmla="*/ 3450 w 6343"/>
                  <a:gd name="connsiteY0" fmla="*/ 6563 h 6345"/>
                  <a:gd name="connsiteX1" fmla="*/ 5693 w 6343"/>
                  <a:gd name="connsiteY1" fmla="*/ 5633 h 6345"/>
                  <a:gd name="connsiteX2" fmla="*/ 6622 w 6343"/>
                  <a:gd name="connsiteY2" fmla="*/ 3390 h 6345"/>
                  <a:gd name="connsiteX3" fmla="*/ 5693 w 6343"/>
                  <a:gd name="connsiteY3" fmla="*/ 1146 h 6345"/>
                  <a:gd name="connsiteX4" fmla="*/ 3450 w 6343"/>
                  <a:gd name="connsiteY4" fmla="*/ 217 h 6345"/>
                  <a:gd name="connsiteX5" fmla="*/ 1208 w 6343"/>
                  <a:gd name="connsiteY5" fmla="*/ 1146 h 6345"/>
                  <a:gd name="connsiteX6" fmla="*/ 279 w 6343"/>
                  <a:gd name="connsiteY6" fmla="*/ 3390 h 6345"/>
                  <a:gd name="connsiteX7" fmla="*/ 1208 w 6343"/>
                  <a:gd name="connsiteY7" fmla="*/ 5633 h 6345"/>
                  <a:gd name="connsiteX8" fmla="*/ 345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0" y="6563"/>
                    </a:moveTo>
                    <a:cubicBezTo>
                      <a:pt x="4292" y="6563"/>
                      <a:pt x="5098" y="6228"/>
                      <a:pt x="5693" y="5633"/>
                    </a:cubicBezTo>
                    <a:cubicBezTo>
                      <a:pt x="6288" y="5038"/>
                      <a:pt x="6622" y="4231"/>
                      <a:pt x="6622" y="3390"/>
                    </a:cubicBezTo>
                    <a:cubicBezTo>
                      <a:pt x="6622" y="2548"/>
                      <a:pt x="6288" y="1741"/>
                      <a:pt x="5693" y="1146"/>
                    </a:cubicBezTo>
                    <a:cubicBezTo>
                      <a:pt x="5098" y="551"/>
                      <a:pt x="4292" y="217"/>
                      <a:pt x="3450" y="217"/>
                    </a:cubicBezTo>
                    <a:cubicBezTo>
                      <a:pt x="2609" y="217"/>
                      <a:pt x="1803" y="551"/>
                      <a:pt x="1208" y="1146"/>
                    </a:cubicBezTo>
                    <a:cubicBezTo>
                      <a:pt x="613" y="1741"/>
                      <a:pt x="279" y="2548"/>
                      <a:pt x="279" y="3390"/>
                    </a:cubicBezTo>
                    <a:cubicBezTo>
                      <a:pt x="279" y="4231"/>
                      <a:pt x="613" y="5038"/>
                      <a:pt x="1208" y="5633"/>
                    </a:cubicBezTo>
                    <a:cubicBezTo>
                      <a:pt x="1803" y="6228"/>
                      <a:pt x="2609" y="6563"/>
                      <a:pt x="345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37" name="Freeform: Shape 9336">
                <a:extLst>
                  <a:ext uri="{FF2B5EF4-FFF2-40B4-BE49-F238E27FC236}">
                    <a16:creationId xmlns:a16="http://schemas.microsoft.com/office/drawing/2014/main" id="{FFAED3CF-5344-E0D1-798B-64812686FFFC}"/>
                  </a:ext>
                </a:extLst>
              </p:cNvPr>
              <p:cNvSpPr/>
              <p:nvPr/>
            </p:nvSpPr>
            <p:spPr>
              <a:xfrm>
                <a:off x="9917266" y="6192896"/>
                <a:ext cx="6343" cy="6345"/>
              </a:xfrm>
              <a:custGeom>
                <a:avLst/>
                <a:gdLst>
                  <a:gd name="connsiteX0" fmla="*/ 3448 w 6343"/>
                  <a:gd name="connsiteY0" fmla="*/ 6559 h 6345"/>
                  <a:gd name="connsiteX1" fmla="*/ 5691 w 6343"/>
                  <a:gd name="connsiteY1" fmla="*/ 5630 h 6345"/>
                  <a:gd name="connsiteX2" fmla="*/ 6620 w 6343"/>
                  <a:gd name="connsiteY2" fmla="*/ 3387 h 6345"/>
                  <a:gd name="connsiteX3" fmla="*/ 5691 w 6343"/>
                  <a:gd name="connsiteY3" fmla="*/ 1143 h 6345"/>
                  <a:gd name="connsiteX4" fmla="*/ 3448 w 6343"/>
                  <a:gd name="connsiteY4" fmla="*/ 214 h 6345"/>
                  <a:gd name="connsiteX5" fmla="*/ 1205 w 6343"/>
                  <a:gd name="connsiteY5" fmla="*/ 1143 h 6345"/>
                  <a:gd name="connsiteX6" fmla="*/ 277 w 6343"/>
                  <a:gd name="connsiteY6" fmla="*/ 3387 h 6345"/>
                  <a:gd name="connsiteX7" fmla="*/ 1205 w 6343"/>
                  <a:gd name="connsiteY7" fmla="*/ 5630 h 6345"/>
                  <a:gd name="connsiteX8" fmla="*/ 3448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59"/>
                    </a:moveTo>
                    <a:cubicBezTo>
                      <a:pt x="4289" y="6559"/>
                      <a:pt x="5096" y="6225"/>
                      <a:pt x="5691" y="5630"/>
                    </a:cubicBezTo>
                    <a:cubicBezTo>
                      <a:pt x="6285" y="5035"/>
                      <a:pt x="6620" y="4228"/>
                      <a:pt x="6620" y="3387"/>
                    </a:cubicBezTo>
                    <a:cubicBezTo>
                      <a:pt x="6620" y="2545"/>
                      <a:pt x="6285" y="1738"/>
                      <a:pt x="5691" y="1143"/>
                    </a:cubicBezTo>
                    <a:cubicBezTo>
                      <a:pt x="5096" y="548"/>
                      <a:pt x="4289" y="214"/>
                      <a:pt x="3448" y="214"/>
                    </a:cubicBezTo>
                    <a:cubicBezTo>
                      <a:pt x="2607" y="214"/>
                      <a:pt x="1800" y="548"/>
                      <a:pt x="1205" y="1143"/>
                    </a:cubicBezTo>
                    <a:cubicBezTo>
                      <a:pt x="611" y="1738"/>
                      <a:pt x="277" y="2545"/>
                      <a:pt x="277" y="3387"/>
                    </a:cubicBezTo>
                    <a:cubicBezTo>
                      <a:pt x="277" y="4228"/>
                      <a:pt x="611" y="5035"/>
                      <a:pt x="1205" y="5630"/>
                    </a:cubicBezTo>
                    <a:cubicBezTo>
                      <a:pt x="1800" y="6225"/>
                      <a:pt x="2607" y="6559"/>
                      <a:pt x="3448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38" name="Freeform: Shape 9337">
                <a:extLst>
                  <a:ext uri="{FF2B5EF4-FFF2-40B4-BE49-F238E27FC236}">
                    <a16:creationId xmlns:a16="http://schemas.microsoft.com/office/drawing/2014/main" id="{720FF5FF-EB90-89FC-32B5-E34EDE7AB856}"/>
                  </a:ext>
                </a:extLst>
              </p:cNvPr>
              <p:cNvSpPr/>
              <p:nvPr/>
            </p:nvSpPr>
            <p:spPr>
              <a:xfrm>
                <a:off x="9906828" y="6186296"/>
                <a:ext cx="6343" cy="6345"/>
              </a:xfrm>
              <a:custGeom>
                <a:avLst/>
                <a:gdLst>
                  <a:gd name="connsiteX0" fmla="*/ 3447 w 6343"/>
                  <a:gd name="connsiteY0" fmla="*/ 6559 h 6345"/>
                  <a:gd name="connsiteX1" fmla="*/ 5690 w 6343"/>
                  <a:gd name="connsiteY1" fmla="*/ 5629 h 6345"/>
                  <a:gd name="connsiteX2" fmla="*/ 6619 w 6343"/>
                  <a:gd name="connsiteY2" fmla="*/ 3386 h 6345"/>
                  <a:gd name="connsiteX3" fmla="*/ 5690 w 6343"/>
                  <a:gd name="connsiteY3" fmla="*/ 1143 h 6345"/>
                  <a:gd name="connsiteX4" fmla="*/ 3447 w 6343"/>
                  <a:gd name="connsiteY4" fmla="*/ 213 h 6345"/>
                  <a:gd name="connsiteX5" fmla="*/ 1205 w 6343"/>
                  <a:gd name="connsiteY5" fmla="*/ 1143 h 6345"/>
                  <a:gd name="connsiteX6" fmla="*/ 276 w 6343"/>
                  <a:gd name="connsiteY6" fmla="*/ 3386 h 6345"/>
                  <a:gd name="connsiteX7" fmla="*/ 1205 w 6343"/>
                  <a:gd name="connsiteY7" fmla="*/ 5629 h 6345"/>
                  <a:gd name="connsiteX8" fmla="*/ 344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59"/>
                    </a:moveTo>
                    <a:cubicBezTo>
                      <a:pt x="4288" y="6559"/>
                      <a:pt x="5095" y="6224"/>
                      <a:pt x="5690" y="5629"/>
                    </a:cubicBezTo>
                    <a:cubicBezTo>
                      <a:pt x="6285" y="5034"/>
                      <a:pt x="6619" y="4227"/>
                      <a:pt x="6619" y="3386"/>
                    </a:cubicBezTo>
                    <a:cubicBezTo>
                      <a:pt x="6619" y="2545"/>
                      <a:pt x="6285" y="1738"/>
                      <a:pt x="5690" y="1143"/>
                    </a:cubicBezTo>
                    <a:cubicBezTo>
                      <a:pt x="5095" y="548"/>
                      <a:pt x="4288" y="213"/>
                      <a:pt x="3447" y="213"/>
                    </a:cubicBezTo>
                    <a:cubicBezTo>
                      <a:pt x="2606" y="213"/>
                      <a:pt x="1799" y="548"/>
                      <a:pt x="1205" y="1143"/>
                    </a:cubicBezTo>
                    <a:cubicBezTo>
                      <a:pt x="610" y="1738"/>
                      <a:pt x="276" y="2545"/>
                      <a:pt x="276" y="3386"/>
                    </a:cubicBezTo>
                    <a:cubicBezTo>
                      <a:pt x="276" y="4227"/>
                      <a:pt x="610" y="5034"/>
                      <a:pt x="1205" y="5629"/>
                    </a:cubicBezTo>
                    <a:cubicBezTo>
                      <a:pt x="1799" y="6224"/>
                      <a:pt x="2606" y="6559"/>
                      <a:pt x="344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39" name="Freeform: Shape 9338">
                <a:extLst>
                  <a:ext uri="{FF2B5EF4-FFF2-40B4-BE49-F238E27FC236}">
                    <a16:creationId xmlns:a16="http://schemas.microsoft.com/office/drawing/2014/main" id="{8CE60B8A-F2D5-0D55-7249-FE40D3C9597E}"/>
                  </a:ext>
                </a:extLst>
              </p:cNvPr>
              <p:cNvSpPr/>
              <p:nvPr/>
            </p:nvSpPr>
            <p:spPr>
              <a:xfrm>
                <a:off x="10130970" y="6638989"/>
                <a:ext cx="6343" cy="6345"/>
              </a:xfrm>
              <a:custGeom>
                <a:avLst/>
                <a:gdLst>
                  <a:gd name="connsiteX0" fmla="*/ 3465 w 6343"/>
                  <a:gd name="connsiteY0" fmla="*/ 6594 h 6345"/>
                  <a:gd name="connsiteX1" fmla="*/ 5708 w 6343"/>
                  <a:gd name="connsiteY1" fmla="*/ 5665 h 6345"/>
                  <a:gd name="connsiteX2" fmla="*/ 6636 w 6343"/>
                  <a:gd name="connsiteY2" fmla="*/ 3422 h 6345"/>
                  <a:gd name="connsiteX3" fmla="*/ 5708 w 6343"/>
                  <a:gd name="connsiteY3" fmla="*/ 1178 h 6345"/>
                  <a:gd name="connsiteX4" fmla="*/ 3465 w 6343"/>
                  <a:gd name="connsiteY4" fmla="*/ 249 h 6345"/>
                  <a:gd name="connsiteX5" fmla="*/ 1222 w 6343"/>
                  <a:gd name="connsiteY5" fmla="*/ 1178 h 6345"/>
                  <a:gd name="connsiteX6" fmla="*/ 293 w 6343"/>
                  <a:gd name="connsiteY6" fmla="*/ 3422 h 6345"/>
                  <a:gd name="connsiteX7" fmla="*/ 1222 w 6343"/>
                  <a:gd name="connsiteY7" fmla="*/ 5665 h 6345"/>
                  <a:gd name="connsiteX8" fmla="*/ 3465 w 6343"/>
                  <a:gd name="connsiteY8" fmla="*/ 65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5" y="6594"/>
                    </a:moveTo>
                    <a:cubicBezTo>
                      <a:pt x="4306" y="6594"/>
                      <a:pt x="5113" y="6260"/>
                      <a:pt x="5708" y="5665"/>
                    </a:cubicBezTo>
                    <a:cubicBezTo>
                      <a:pt x="6302" y="5070"/>
                      <a:pt x="6636" y="4263"/>
                      <a:pt x="6636" y="3422"/>
                    </a:cubicBezTo>
                    <a:cubicBezTo>
                      <a:pt x="6636" y="2580"/>
                      <a:pt x="6302" y="1773"/>
                      <a:pt x="5708" y="1178"/>
                    </a:cubicBezTo>
                    <a:cubicBezTo>
                      <a:pt x="5113" y="583"/>
                      <a:pt x="4306" y="249"/>
                      <a:pt x="3465" y="249"/>
                    </a:cubicBezTo>
                    <a:cubicBezTo>
                      <a:pt x="2624" y="249"/>
                      <a:pt x="1817" y="583"/>
                      <a:pt x="1222" y="1178"/>
                    </a:cubicBezTo>
                    <a:cubicBezTo>
                      <a:pt x="628" y="1773"/>
                      <a:pt x="293" y="2580"/>
                      <a:pt x="293" y="3422"/>
                    </a:cubicBezTo>
                    <a:cubicBezTo>
                      <a:pt x="293" y="4263"/>
                      <a:pt x="628" y="5070"/>
                      <a:pt x="1222" y="5665"/>
                    </a:cubicBezTo>
                    <a:cubicBezTo>
                      <a:pt x="1817" y="6260"/>
                      <a:pt x="2624" y="6594"/>
                      <a:pt x="3465" y="65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40" name="Freeform: Shape 9339">
                <a:extLst>
                  <a:ext uri="{FF2B5EF4-FFF2-40B4-BE49-F238E27FC236}">
                    <a16:creationId xmlns:a16="http://schemas.microsoft.com/office/drawing/2014/main" id="{9A648FC9-CB49-B92C-0F40-3B7B9CD5CE6E}"/>
                  </a:ext>
                </a:extLst>
              </p:cNvPr>
              <p:cNvSpPr/>
              <p:nvPr/>
            </p:nvSpPr>
            <p:spPr>
              <a:xfrm>
                <a:off x="9881577" y="6190771"/>
                <a:ext cx="6343" cy="6345"/>
              </a:xfrm>
              <a:custGeom>
                <a:avLst/>
                <a:gdLst>
                  <a:gd name="connsiteX0" fmla="*/ 3445 w 6343"/>
                  <a:gd name="connsiteY0" fmla="*/ 6559 h 6345"/>
                  <a:gd name="connsiteX1" fmla="*/ 5688 w 6343"/>
                  <a:gd name="connsiteY1" fmla="*/ 5630 h 6345"/>
                  <a:gd name="connsiteX2" fmla="*/ 6617 w 6343"/>
                  <a:gd name="connsiteY2" fmla="*/ 3386 h 6345"/>
                  <a:gd name="connsiteX3" fmla="*/ 5688 w 6343"/>
                  <a:gd name="connsiteY3" fmla="*/ 1143 h 6345"/>
                  <a:gd name="connsiteX4" fmla="*/ 3445 w 6343"/>
                  <a:gd name="connsiteY4" fmla="*/ 214 h 6345"/>
                  <a:gd name="connsiteX5" fmla="*/ 1203 w 6343"/>
                  <a:gd name="connsiteY5" fmla="*/ 1143 h 6345"/>
                  <a:gd name="connsiteX6" fmla="*/ 274 w 6343"/>
                  <a:gd name="connsiteY6" fmla="*/ 3386 h 6345"/>
                  <a:gd name="connsiteX7" fmla="*/ 1203 w 6343"/>
                  <a:gd name="connsiteY7" fmla="*/ 5630 h 6345"/>
                  <a:gd name="connsiteX8" fmla="*/ 344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59"/>
                    </a:moveTo>
                    <a:cubicBezTo>
                      <a:pt x="4286" y="6559"/>
                      <a:pt x="5093" y="6225"/>
                      <a:pt x="5688" y="5630"/>
                    </a:cubicBezTo>
                    <a:cubicBezTo>
                      <a:pt x="6283" y="5035"/>
                      <a:pt x="6617" y="4228"/>
                      <a:pt x="6617" y="3386"/>
                    </a:cubicBezTo>
                    <a:cubicBezTo>
                      <a:pt x="6617" y="2545"/>
                      <a:pt x="6283" y="1738"/>
                      <a:pt x="5688" y="1143"/>
                    </a:cubicBezTo>
                    <a:cubicBezTo>
                      <a:pt x="5093" y="548"/>
                      <a:pt x="4286" y="214"/>
                      <a:pt x="3445" y="214"/>
                    </a:cubicBezTo>
                    <a:cubicBezTo>
                      <a:pt x="2604" y="214"/>
                      <a:pt x="1797" y="548"/>
                      <a:pt x="1203" y="1143"/>
                    </a:cubicBezTo>
                    <a:cubicBezTo>
                      <a:pt x="608" y="1738"/>
                      <a:pt x="274" y="2545"/>
                      <a:pt x="274" y="3386"/>
                    </a:cubicBezTo>
                    <a:cubicBezTo>
                      <a:pt x="274" y="4228"/>
                      <a:pt x="608" y="5035"/>
                      <a:pt x="1203" y="5630"/>
                    </a:cubicBezTo>
                    <a:cubicBezTo>
                      <a:pt x="1797" y="6225"/>
                      <a:pt x="2604" y="6559"/>
                      <a:pt x="344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41" name="Freeform: Shape 9340">
                <a:extLst>
                  <a:ext uri="{FF2B5EF4-FFF2-40B4-BE49-F238E27FC236}">
                    <a16:creationId xmlns:a16="http://schemas.microsoft.com/office/drawing/2014/main" id="{F6227BB7-B693-561B-C466-05F62E7405F6}"/>
                  </a:ext>
                </a:extLst>
              </p:cNvPr>
              <p:cNvSpPr/>
              <p:nvPr/>
            </p:nvSpPr>
            <p:spPr>
              <a:xfrm>
                <a:off x="9875348" y="6206242"/>
                <a:ext cx="6343" cy="6345"/>
              </a:xfrm>
              <a:custGeom>
                <a:avLst/>
                <a:gdLst>
                  <a:gd name="connsiteX0" fmla="*/ 3445 w 6343"/>
                  <a:gd name="connsiteY0" fmla="*/ 6560 h 6345"/>
                  <a:gd name="connsiteX1" fmla="*/ 5687 w 6343"/>
                  <a:gd name="connsiteY1" fmla="*/ 5631 h 6345"/>
                  <a:gd name="connsiteX2" fmla="*/ 6616 w 6343"/>
                  <a:gd name="connsiteY2" fmla="*/ 3388 h 6345"/>
                  <a:gd name="connsiteX3" fmla="*/ 5687 w 6343"/>
                  <a:gd name="connsiteY3" fmla="*/ 1144 h 6345"/>
                  <a:gd name="connsiteX4" fmla="*/ 3445 w 6343"/>
                  <a:gd name="connsiteY4" fmla="*/ 215 h 6345"/>
                  <a:gd name="connsiteX5" fmla="*/ 1202 w 6343"/>
                  <a:gd name="connsiteY5" fmla="*/ 1144 h 6345"/>
                  <a:gd name="connsiteX6" fmla="*/ 273 w 6343"/>
                  <a:gd name="connsiteY6" fmla="*/ 3388 h 6345"/>
                  <a:gd name="connsiteX7" fmla="*/ 1202 w 6343"/>
                  <a:gd name="connsiteY7" fmla="*/ 5631 h 6345"/>
                  <a:gd name="connsiteX8" fmla="*/ 3445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60"/>
                    </a:moveTo>
                    <a:cubicBezTo>
                      <a:pt x="4286" y="6560"/>
                      <a:pt x="5093" y="6226"/>
                      <a:pt x="5687" y="5631"/>
                    </a:cubicBezTo>
                    <a:cubicBezTo>
                      <a:pt x="6282" y="5036"/>
                      <a:pt x="6616" y="4229"/>
                      <a:pt x="6616" y="3388"/>
                    </a:cubicBezTo>
                    <a:cubicBezTo>
                      <a:pt x="6616" y="2546"/>
                      <a:pt x="6282" y="1739"/>
                      <a:pt x="5687" y="1144"/>
                    </a:cubicBezTo>
                    <a:cubicBezTo>
                      <a:pt x="5093" y="549"/>
                      <a:pt x="4286" y="215"/>
                      <a:pt x="3445" y="215"/>
                    </a:cubicBezTo>
                    <a:cubicBezTo>
                      <a:pt x="2604" y="215"/>
                      <a:pt x="1797" y="549"/>
                      <a:pt x="1202" y="1144"/>
                    </a:cubicBezTo>
                    <a:cubicBezTo>
                      <a:pt x="607" y="1739"/>
                      <a:pt x="273" y="2546"/>
                      <a:pt x="273" y="3388"/>
                    </a:cubicBezTo>
                    <a:cubicBezTo>
                      <a:pt x="273" y="4229"/>
                      <a:pt x="607" y="5036"/>
                      <a:pt x="1202" y="5631"/>
                    </a:cubicBezTo>
                    <a:cubicBezTo>
                      <a:pt x="1797" y="6226"/>
                      <a:pt x="2604" y="6560"/>
                      <a:pt x="3445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42" name="Freeform: Shape 9341">
                <a:extLst>
                  <a:ext uri="{FF2B5EF4-FFF2-40B4-BE49-F238E27FC236}">
                    <a16:creationId xmlns:a16="http://schemas.microsoft.com/office/drawing/2014/main" id="{C385D2B9-22D9-0824-63F6-93E0855721DF}"/>
                  </a:ext>
                </a:extLst>
              </p:cNvPr>
              <p:cNvSpPr/>
              <p:nvPr/>
            </p:nvSpPr>
            <p:spPr>
              <a:xfrm>
                <a:off x="9869983" y="6209383"/>
                <a:ext cx="6343" cy="6345"/>
              </a:xfrm>
              <a:custGeom>
                <a:avLst/>
                <a:gdLst>
                  <a:gd name="connsiteX0" fmla="*/ 3444 w 6343"/>
                  <a:gd name="connsiteY0" fmla="*/ 6561 h 6345"/>
                  <a:gd name="connsiteX1" fmla="*/ 5687 w 6343"/>
                  <a:gd name="connsiteY1" fmla="*/ 5631 h 6345"/>
                  <a:gd name="connsiteX2" fmla="*/ 6616 w 6343"/>
                  <a:gd name="connsiteY2" fmla="*/ 3388 h 6345"/>
                  <a:gd name="connsiteX3" fmla="*/ 5687 w 6343"/>
                  <a:gd name="connsiteY3" fmla="*/ 1144 h 6345"/>
                  <a:gd name="connsiteX4" fmla="*/ 3444 w 6343"/>
                  <a:gd name="connsiteY4" fmla="*/ 215 h 6345"/>
                  <a:gd name="connsiteX5" fmla="*/ 1202 w 6343"/>
                  <a:gd name="connsiteY5" fmla="*/ 1144 h 6345"/>
                  <a:gd name="connsiteX6" fmla="*/ 273 w 6343"/>
                  <a:gd name="connsiteY6" fmla="*/ 3388 h 6345"/>
                  <a:gd name="connsiteX7" fmla="*/ 1202 w 6343"/>
                  <a:gd name="connsiteY7" fmla="*/ 5631 h 6345"/>
                  <a:gd name="connsiteX8" fmla="*/ 3444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61"/>
                    </a:moveTo>
                    <a:cubicBezTo>
                      <a:pt x="4285" y="6561"/>
                      <a:pt x="5092" y="6226"/>
                      <a:pt x="5687" y="5631"/>
                    </a:cubicBezTo>
                    <a:cubicBezTo>
                      <a:pt x="6282" y="5036"/>
                      <a:pt x="6616" y="4229"/>
                      <a:pt x="6616" y="3388"/>
                    </a:cubicBezTo>
                    <a:cubicBezTo>
                      <a:pt x="6616" y="2546"/>
                      <a:pt x="6282" y="1739"/>
                      <a:pt x="5687" y="1144"/>
                    </a:cubicBezTo>
                    <a:cubicBezTo>
                      <a:pt x="5092" y="549"/>
                      <a:pt x="4285" y="215"/>
                      <a:pt x="3444" y="215"/>
                    </a:cubicBezTo>
                    <a:cubicBezTo>
                      <a:pt x="2603" y="215"/>
                      <a:pt x="1796" y="549"/>
                      <a:pt x="1202" y="1144"/>
                    </a:cubicBezTo>
                    <a:cubicBezTo>
                      <a:pt x="607" y="1739"/>
                      <a:pt x="273" y="2546"/>
                      <a:pt x="273" y="3388"/>
                    </a:cubicBezTo>
                    <a:cubicBezTo>
                      <a:pt x="273" y="4229"/>
                      <a:pt x="607" y="5036"/>
                      <a:pt x="1202" y="5631"/>
                    </a:cubicBezTo>
                    <a:cubicBezTo>
                      <a:pt x="1796" y="6226"/>
                      <a:pt x="2603" y="6561"/>
                      <a:pt x="3444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43" name="Freeform: Shape 9342">
                <a:extLst>
                  <a:ext uri="{FF2B5EF4-FFF2-40B4-BE49-F238E27FC236}">
                    <a16:creationId xmlns:a16="http://schemas.microsoft.com/office/drawing/2014/main" id="{EF2717E3-F768-1B54-06DA-FF5C7886110A}"/>
                  </a:ext>
                </a:extLst>
              </p:cNvPr>
              <p:cNvSpPr/>
              <p:nvPr/>
            </p:nvSpPr>
            <p:spPr>
              <a:xfrm>
                <a:off x="9893012" y="6274616"/>
                <a:ext cx="6343" cy="6345"/>
              </a:xfrm>
              <a:custGeom>
                <a:avLst/>
                <a:gdLst>
                  <a:gd name="connsiteX0" fmla="*/ 3446 w 6343"/>
                  <a:gd name="connsiteY0" fmla="*/ 6566 h 6345"/>
                  <a:gd name="connsiteX1" fmla="*/ 5689 w 6343"/>
                  <a:gd name="connsiteY1" fmla="*/ 5636 h 6345"/>
                  <a:gd name="connsiteX2" fmla="*/ 6618 w 6343"/>
                  <a:gd name="connsiteY2" fmla="*/ 3393 h 6345"/>
                  <a:gd name="connsiteX3" fmla="*/ 5689 w 6343"/>
                  <a:gd name="connsiteY3" fmla="*/ 1150 h 6345"/>
                  <a:gd name="connsiteX4" fmla="*/ 3446 w 6343"/>
                  <a:gd name="connsiteY4" fmla="*/ 220 h 6345"/>
                  <a:gd name="connsiteX5" fmla="*/ 1204 w 6343"/>
                  <a:gd name="connsiteY5" fmla="*/ 1150 h 6345"/>
                  <a:gd name="connsiteX6" fmla="*/ 275 w 6343"/>
                  <a:gd name="connsiteY6" fmla="*/ 3393 h 6345"/>
                  <a:gd name="connsiteX7" fmla="*/ 1204 w 6343"/>
                  <a:gd name="connsiteY7" fmla="*/ 5636 h 6345"/>
                  <a:gd name="connsiteX8" fmla="*/ 3446 w 6343"/>
                  <a:gd name="connsiteY8" fmla="*/ 65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66"/>
                    </a:moveTo>
                    <a:cubicBezTo>
                      <a:pt x="4287" y="6566"/>
                      <a:pt x="5094" y="6231"/>
                      <a:pt x="5689" y="5636"/>
                    </a:cubicBezTo>
                    <a:cubicBezTo>
                      <a:pt x="6284" y="5041"/>
                      <a:pt x="6618" y="4234"/>
                      <a:pt x="6618" y="3393"/>
                    </a:cubicBezTo>
                    <a:cubicBezTo>
                      <a:pt x="6618" y="2552"/>
                      <a:pt x="6284" y="1744"/>
                      <a:pt x="5689" y="1150"/>
                    </a:cubicBezTo>
                    <a:cubicBezTo>
                      <a:pt x="5094" y="555"/>
                      <a:pt x="4287" y="220"/>
                      <a:pt x="3446" y="220"/>
                    </a:cubicBezTo>
                    <a:cubicBezTo>
                      <a:pt x="2605" y="220"/>
                      <a:pt x="1798" y="555"/>
                      <a:pt x="1204" y="1150"/>
                    </a:cubicBezTo>
                    <a:cubicBezTo>
                      <a:pt x="609" y="1744"/>
                      <a:pt x="275" y="2552"/>
                      <a:pt x="275" y="3393"/>
                    </a:cubicBezTo>
                    <a:cubicBezTo>
                      <a:pt x="275" y="4234"/>
                      <a:pt x="609" y="5041"/>
                      <a:pt x="1204" y="5636"/>
                    </a:cubicBezTo>
                    <a:cubicBezTo>
                      <a:pt x="1798" y="6231"/>
                      <a:pt x="2605" y="6566"/>
                      <a:pt x="3446" y="65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44" name="Freeform: Shape 9343">
                <a:extLst>
                  <a:ext uri="{FF2B5EF4-FFF2-40B4-BE49-F238E27FC236}">
                    <a16:creationId xmlns:a16="http://schemas.microsoft.com/office/drawing/2014/main" id="{C1A740FE-4774-BEFF-B7EA-ADC8D6810433}"/>
                  </a:ext>
                </a:extLst>
              </p:cNvPr>
              <p:cNvSpPr/>
              <p:nvPr/>
            </p:nvSpPr>
            <p:spPr>
              <a:xfrm>
                <a:off x="9892327" y="6289214"/>
                <a:ext cx="6343" cy="6345"/>
              </a:xfrm>
              <a:custGeom>
                <a:avLst/>
                <a:gdLst>
                  <a:gd name="connsiteX0" fmla="*/ 3446 w 6343"/>
                  <a:gd name="connsiteY0" fmla="*/ 6567 h 6345"/>
                  <a:gd name="connsiteX1" fmla="*/ 5689 w 6343"/>
                  <a:gd name="connsiteY1" fmla="*/ 5638 h 6345"/>
                  <a:gd name="connsiteX2" fmla="*/ 6618 w 6343"/>
                  <a:gd name="connsiteY2" fmla="*/ 3394 h 6345"/>
                  <a:gd name="connsiteX3" fmla="*/ 5689 w 6343"/>
                  <a:gd name="connsiteY3" fmla="*/ 1151 h 6345"/>
                  <a:gd name="connsiteX4" fmla="*/ 3446 w 6343"/>
                  <a:gd name="connsiteY4" fmla="*/ 221 h 6345"/>
                  <a:gd name="connsiteX5" fmla="*/ 1203 w 6343"/>
                  <a:gd name="connsiteY5" fmla="*/ 1151 h 6345"/>
                  <a:gd name="connsiteX6" fmla="*/ 275 w 6343"/>
                  <a:gd name="connsiteY6" fmla="*/ 3394 h 6345"/>
                  <a:gd name="connsiteX7" fmla="*/ 1203 w 6343"/>
                  <a:gd name="connsiteY7" fmla="*/ 5638 h 6345"/>
                  <a:gd name="connsiteX8" fmla="*/ 3446 w 6343"/>
                  <a:gd name="connsiteY8" fmla="*/ 65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67"/>
                    </a:moveTo>
                    <a:cubicBezTo>
                      <a:pt x="4287" y="6567"/>
                      <a:pt x="5094" y="6233"/>
                      <a:pt x="5689" y="5638"/>
                    </a:cubicBezTo>
                    <a:cubicBezTo>
                      <a:pt x="6284" y="5043"/>
                      <a:pt x="6618" y="4236"/>
                      <a:pt x="6618" y="3394"/>
                    </a:cubicBezTo>
                    <a:cubicBezTo>
                      <a:pt x="6618" y="2553"/>
                      <a:pt x="6284" y="1746"/>
                      <a:pt x="5689" y="1151"/>
                    </a:cubicBezTo>
                    <a:cubicBezTo>
                      <a:pt x="5094" y="556"/>
                      <a:pt x="4287" y="221"/>
                      <a:pt x="3446" y="221"/>
                    </a:cubicBezTo>
                    <a:cubicBezTo>
                      <a:pt x="2605" y="221"/>
                      <a:pt x="1798" y="556"/>
                      <a:pt x="1203" y="1151"/>
                    </a:cubicBezTo>
                    <a:cubicBezTo>
                      <a:pt x="609" y="1746"/>
                      <a:pt x="275" y="2553"/>
                      <a:pt x="275" y="3394"/>
                    </a:cubicBezTo>
                    <a:cubicBezTo>
                      <a:pt x="275" y="4236"/>
                      <a:pt x="609" y="5043"/>
                      <a:pt x="1203" y="5638"/>
                    </a:cubicBezTo>
                    <a:cubicBezTo>
                      <a:pt x="1798" y="6233"/>
                      <a:pt x="2605" y="6567"/>
                      <a:pt x="3446" y="65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45" name="Freeform: Shape 9344">
                <a:extLst>
                  <a:ext uri="{FF2B5EF4-FFF2-40B4-BE49-F238E27FC236}">
                    <a16:creationId xmlns:a16="http://schemas.microsoft.com/office/drawing/2014/main" id="{AE7F0321-40DA-BAB6-7B18-4D1B4F97FFA6}"/>
                  </a:ext>
                </a:extLst>
              </p:cNvPr>
              <p:cNvSpPr/>
              <p:nvPr/>
            </p:nvSpPr>
            <p:spPr>
              <a:xfrm>
                <a:off x="9891430" y="6303726"/>
                <a:ext cx="6343" cy="6345"/>
              </a:xfrm>
              <a:custGeom>
                <a:avLst/>
                <a:gdLst>
                  <a:gd name="connsiteX0" fmla="*/ 3446 w 6343"/>
                  <a:gd name="connsiteY0" fmla="*/ 6568 h 6345"/>
                  <a:gd name="connsiteX1" fmla="*/ 5689 w 6343"/>
                  <a:gd name="connsiteY1" fmla="*/ 5639 h 6345"/>
                  <a:gd name="connsiteX2" fmla="*/ 6618 w 6343"/>
                  <a:gd name="connsiteY2" fmla="*/ 3395 h 6345"/>
                  <a:gd name="connsiteX3" fmla="*/ 5689 w 6343"/>
                  <a:gd name="connsiteY3" fmla="*/ 1152 h 6345"/>
                  <a:gd name="connsiteX4" fmla="*/ 3446 w 6343"/>
                  <a:gd name="connsiteY4" fmla="*/ 223 h 6345"/>
                  <a:gd name="connsiteX5" fmla="*/ 1203 w 6343"/>
                  <a:gd name="connsiteY5" fmla="*/ 1152 h 6345"/>
                  <a:gd name="connsiteX6" fmla="*/ 275 w 6343"/>
                  <a:gd name="connsiteY6" fmla="*/ 3395 h 6345"/>
                  <a:gd name="connsiteX7" fmla="*/ 1203 w 6343"/>
                  <a:gd name="connsiteY7" fmla="*/ 5639 h 6345"/>
                  <a:gd name="connsiteX8" fmla="*/ 3446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68"/>
                    </a:moveTo>
                    <a:cubicBezTo>
                      <a:pt x="4287" y="6568"/>
                      <a:pt x="5094" y="6234"/>
                      <a:pt x="5689" y="5639"/>
                    </a:cubicBezTo>
                    <a:cubicBezTo>
                      <a:pt x="6283" y="5044"/>
                      <a:pt x="6618" y="4237"/>
                      <a:pt x="6618" y="3395"/>
                    </a:cubicBezTo>
                    <a:cubicBezTo>
                      <a:pt x="6618" y="2554"/>
                      <a:pt x="6283" y="1747"/>
                      <a:pt x="5689" y="1152"/>
                    </a:cubicBezTo>
                    <a:cubicBezTo>
                      <a:pt x="5094" y="557"/>
                      <a:pt x="4287" y="223"/>
                      <a:pt x="3446" y="223"/>
                    </a:cubicBezTo>
                    <a:cubicBezTo>
                      <a:pt x="2605" y="223"/>
                      <a:pt x="1798" y="557"/>
                      <a:pt x="1203" y="1152"/>
                    </a:cubicBezTo>
                    <a:cubicBezTo>
                      <a:pt x="609" y="1747"/>
                      <a:pt x="275" y="2554"/>
                      <a:pt x="275" y="3395"/>
                    </a:cubicBezTo>
                    <a:cubicBezTo>
                      <a:pt x="275" y="4237"/>
                      <a:pt x="609" y="5044"/>
                      <a:pt x="1203" y="5639"/>
                    </a:cubicBezTo>
                    <a:cubicBezTo>
                      <a:pt x="1798" y="6234"/>
                      <a:pt x="2605" y="6568"/>
                      <a:pt x="3446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46" name="Freeform: Shape 9345">
                <a:extLst>
                  <a:ext uri="{FF2B5EF4-FFF2-40B4-BE49-F238E27FC236}">
                    <a16:creationId xmlns:a16="http://schemas.microsoft.com/office/drawing/2014/main" id="{82E12E9D-B7BB-47DF-C6A7-810F02E65291}"/>
                  </a:ext>
                </a:extLst>
              </p:cNvPr>
              <p:cNvSpPr/>
              <p:nvPr/>
            </p:nvSpPr>
            <p:spPr>
              <a:xfrm>
                <a:off x="9894986" y="6328866"/>
                <a:ext cx="6343" cy="6345"/>
              </a:xfrm>
              <a:custGeom>
                <a:avLst/>
                <a:gdLst>
                  <a:gd name="connsiteX0" fmla="*/ 3446 w 6343"/>
                  <a:gd name="connsiteY0" fmla="*/ 6570 h 6345"/>
                  <a:gd name="connsiteX1" fmla="*/ 5689 w 6343"/>
                  <a:gd name="connsiteY1" fmla="*/ 5641 h 6345"/>
                  <a:gd name="connsiteX2" fmla="*/ 6618 w 6343"/>
                  <a:gd name="connsiteY2" fmla="*/ 3397 h 6345"/>
                  <a:gd name="connsiteX3" fmla="*/ 5689 w 6343"/>
                  <a:gd name="connsiteY3" fmla="*/ 1154 h 6345"/>
                  <a:gd name="connsiteX4" fmla="*/ 3446 w 6343"/>
                  <a:gd name="connsiteY4" fmla="*/ 225 h 6345"/>
                  <a:gd name="connsiteX5" fmla="*/ 1204 w 6343"/>
                  <a:gd name="connsiteY5" fmla="*/ 1154 h 6345"/>
                  <a:gd name="connsiteX6" fmla="*/ 275 w 6343"/>
                  <a:gd name="connsiteY6" fmla="*/ 3397 h 6345"/>
                  <a:gd name="connsiteX7" fmla="*/ 1204 w 6343"/>
                  <a:gd name="connsiteY7" fmla="*/ 5641 h 6345"/>
                  <a:gd name="connsiteX8" fmla="*/ 344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0"/>
                    </a:moveTo>
                    <a:cubicBezTo>
                      <a:pt x="4287" y="6570"/>
                      <a:pt x="5094" y="6236"/>
                      <a:pt x="5689" y="5641"/>
                    </a:cubicBezTo>
                    <a:cubicBezTo>
                      <a:pt x="6284" y="5046"/>
                      <a:pt x="6618" y="4239"/>
                      <a:pt x="6618" y="3397"/>
                    </a:cubicBezTo>
                    <a:cubicBezTo>
                      <a:pt x="6618" y="2556"/>
                      <a:pt x="6284" y="1749"/>
                      <a:pt x="5689" y="1154"/>
                    </a:cubicBezTo>
                    <a:cubicBezTo>
                      <a:pt x="5094" y="559"/>
                      <a:pt x="4287" y="225"/>
                      <a:pt x="3446" y="225"/>
                    </a:cubicBezTo>
                    <a:cubicBezTo>
                      <a:pt x="2605" y="225"/>
                      <a:pt x="1798" y="559"/>
                      <a:pt x="1204" y="1154"/>
                    </a:cubicBezTo>
                    <a:cubicBezTo>
                      <a:pt x="609" y="1749"/>
                      <a:pt x="275" y="2556"/>
                      <a:pt x="275" y="3397"/>
                    </a:cubicBezTo>
                    <a:cubicBezTo>
                      <a:pt x="275" y="4239"/>
                      <a:pt x="609" y="5046"/>
                      <a:pt x="1204" y="5641"/>
                    </a:cubicBezTo>
                    <a:cubicBezTo>
                      <a:pt x="1798" y="6236"/>
                      <a:pt x="2605" y="6570"/>
                      <a:pt x="344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47" name="Freeform: Shape 9346">
                <a:extLst>
                  <a:ext uri="{FF2B5EF4-FFF2-40B4-BE49-F238E27FC236}">
                    <a16:creationId xmlns:a16="http://schemas.microsoft.com/office/drawing/2014/main" id="{7A2D0531-01AB-20CB-C9D6-2DC61812378F}"/>
                  </a:ext>
                </a:extLst>
              </p:cNvPr>
              <p:cNvSpPr/>
              <p:nvPr/>
            </p:nvSpPr>
            <p:spPr>
              <a:xfrm>
                <a:off x="9893206" y="6342301"/>
                <a:ext cx="6343" cy="6345"/>
              </a:xfrm>
              <a:custGeom>
                <a:avLst/>
                <a:gdLst>
                  <a:gd name="connsiteX0" fmla="*/ 3446 w 6343"/>
                  <a:gd name="connsiteY0" fmla="*/ 6571 h 6345"/>
                  <a:gd name="connsiteX1" fmla="*/ 5689 w 6343"/>
                  <a:gd name="connsiteY1" fmla="*/ 5642 h 6345"/>
                  <a:gd name="connsiteX2" fmla="*/ 6618 w 6343"/>
                  <a:gd name="connsiteY2" fmla="*/ 3398 h 6345"/>
                  <a:gd name="connsiteX3" fmla="*/ 5689 w 6343"/>
                  <a:gd name="connsiteY3" fmla="*/ 1155 h 6345"/>
                  <a:gd name="connsiteX4" fmla="*/ 3446 w 6343"/>
                  <a:gd name="connsiteY4" fmla="*/ 226 h 6345"/>
                  <a:gd name="connsiteX5" fmla="*/ 1204 w 6343"/>
                  <a:gd name="connsiteY5" fmla="*/ 1155 h 6345"/>
                  <a:gd name="connsiteX6" fmla="*/ 275 w 6343"/>
                  <a:gd name="connsiteY6" fmla="*/ 3398 h 6345"/>
                  <a:gd name="connsiteX7" fmla="*/ 1204 w 6343"/>
                  <a:gd name="connsiteY7" fmla="*/ 5642 h 6345"/>
                  <a:gd name="connsiteX8" fmla="*/ 3446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1"/>
                    </a:moveTo>
                    <a:cubicBezTo>
                      <a:pt x="4287" y="6571"/>
                      <a:pt x="5094" y="6237"/>
                      <a:pt x="5689" y="5642"/>
                    </a:cubicBezTo>
                    <a:cubicBezTo>
                      <a:pt x="6284" y="5047"/>
                      <a:pt x="6618" y="4240"/>
                      <a:pt x="6618" y="3398"/>
                    </a:cubicBezTo>
                    <a:cubicBezTo>
                      <a:pt x="6618" y="2557"/>
                      <a:pt x="6284" y="1750"/>
                      <a:pt x="5689" y="1155"/>
                    </a:cubicBezTo>
                    <a:cubicBezTo>
                      <a:pt x="5094" y="560"/>
                      <a:pt x="4287" y="226"/>
                      <a:pt x="3446" y="226"/>
                    </a:cubicBezTo>
                    <a:cubicBezTo>
                      <a:pt x="2605" y="226"/>
                      <a:pt x="1798" y="560"/>
                      <a:pt x="1204" y="1155"/>
                    </a:cubicBezTo>
                    <a:cubicBezTo>
                      <a:pt x="609" y="1750"/>
                      <a:pt x="275" y="2557"/>
                      <a:pt x="275" y="3398"/>
                    </a:cubicBezTo>
                    <a:cubicBezTo>
                      <a:pt x="275" y="4240"/>
                      <a:pt x="609" y="5047"/>
                      <a:pt x="1204" y="5642"/>
                    </a:cubicBezTo>
                    <a:cubicBezTo>
                      <a:pt x="1798" y="6237"/>
                      <a:pt x="2605" y="6571"/>
                      <a:pt x="3446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48" name="Freeform: Shape 9347">
                <a:extLst>
                  <a:ext uri="{FF2B5EF4-FFF2-40B4-BE49-F238E27FC236}">
                    <a16:creationId xmlns:a16="http://schemas.microsoft.com/office/drawing/2014/main" id="{ABE2F57F-B289-983D-7A72-DD025527E811}"/>
                  </a:ext>
                </a:extLst>
              </p:cNvPr>
              <p:cNvSpPr/>
              <p:nvPr/>
            </p:nvSpPr>
            <p:spPr>
              <a:xfrm>
                <a:off x="9892959" y="6359749"/>
                <a:ext cx="6343" cy="6345"/>
              </a:xfrm>
              <a:custGeom>
                <a:avLst/>
                <a:gdLst>
                  <a:gd name="connsiteX0" fmla="*/ 3446 w 6343"/>
                  <a:gd name="connsiteY0" fmla="*/ 6572 h 6345"/>
                  <a:gd name="connsiteX1" fmla="*/ 5689 w 6343"/>
                  <a:gd name="connsiteY1" fmla="*/ 5643 h 6345"/>
                  <a:gd name="connsiteX2" fmla="*/ 6618 w 6343"/>
                  <a:gd name="connsiteY2" fmla="*/ 3400 h 6345"/>
                  <a:gd name="connsiteX3" fmla="*/ 5689 w 6343"/>
                  <a:gd name="connsiteY3" fmla="*/ 1156 h 6345"/>
                  <a:gd name="connsiteX4" fmla="*/ 3446 w 6343"/>
                  <a:gd name="connsiteY4" fmla="*/ 227 h 6345"/>
                  <a:gd name="connsiteX5" fmla="*/ 1204 w 6343"/>
                  <a:gd name="connsiteY5" fmla="*/ 1156 h 6345"/>
                  <a:gd name="connsiteX6" fmla="*/ 275 w 6343"/>
                  <a:gd name="connsiteY6" fmla="*/ 3400 h 6345"/>
                  <a:gd name="connsiteX7" fmla="*/ 1204 w 6343"/>
                  <a:gd name="connsiteY7" fmla="*/ 5643 h 6345"/>
                  <a:gd name="connsiteX8" fmla="*/ 3446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2"/>
                    </a:moveTo>
                    <a:cubicBezTo>
                      <a:pt x="4287" y="6572"/>
                      <a:pt x="5094" y="6238"/>
                      <a:pt x="5689" y="5643"/>
                    </a:cubicBezTo>
                    <a:cubicBezTo>
                      <a:pt x="6284" y="5048"/>
                      <a:pt x="6618" y="4241"/>
                      <a:pt x="6618" y="3400"/>
                    </a:cubicBezTo>
                    <a:cubicBezTo>
                      <a:pt x="6618" y="2558"/>
                      <a:pt x="6284" y="1751"/>
                      <a:pt x="5689" y="1156"/>
                    </a:cubicBezTo>
                    <a:cubicBezTo>
                      <a:pt x="5094" y="561"/>
                      <a:pt x="4287" y="227"/>
                      <a:pt x="3446" y="227"/>
                    </a:cubicBezTo>
                    <a:cubicBezTo>
                      <a:pt x="2605" y="227"/>
                      <a:pt x="1798" y="561"/>
                      <a:pt x="1204" y="1156"/>
                    </a:cubicBezTo>
                    <a:cubicBezTo>
                      <a:pt x="609" y="1751"/>
                      <a:pt x="275" y="2558"/>
                      <a:pt x="275" y="3400"/>
                    </a:cubicBezTo>
                    <a:cubicBezTo>
                      <a:pt x="275" y="4241"/>
                      <a:pt x="609" y="5048"/>
                      <a:pt x="1204" y="5643"/>
                    </a:cubicBezTo>
                    <a:cubicBezTo>
                      <a:pt x="1798" y="6238"/>
                      <a:pt x="2605" y="6572"/>
                      <a:pt x="3446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49" name="Freeform: Shape 9348">
                <a:extLst>
                  <a:ext uri="{FF2B5EF4-FFF2-40B4-BE49-F238E27FC236}">
                    <a16:creationId xmlns:a16="http://schemas.microsoft.com/office/drawing/2014/main" id="{82EF520F-8D17-1FD9-9891-AACD36249E3B}"/>
                  </a:ext>
                </a:extLst>
              </p:cNvPr>
              <p:cNvSpPr/>
              <p:nvPr/>
            </p:nvSpPr>
            <p:spPr>
              <a:xfrm>
                <a:off x="9893452" y="6379498"/>
                <a:ext cx="6343" cy="6345"/>
              </a:xfrm>
              <a:custGeom>
                <a:avLst/>
                <a:gdLst>
                  <a:gd name="connsiteX0" fmla="*/ 3446 w 6343"/>
                  <a:gd name="connsiteY0" fmla="*/ 6574 h 6345"/>
                  <a:gd name="connsiteX1" fmla="*/ 5689 w 6343"/>
                  <a:gd name="connsiteY1" fmla="*/ 5645 h 6345"/>
                  <a:gd name="connsiteX2" fmla="*/ 6618 w 6343"/>
                  <a:gd name="connsiteY2" fmla="*/ 3401 h 6345"/>
                  <a:gd name="connsiteX3" fmla="*/ 5689 w 6343"/>
                  <a:gd name="connsiteY3" fmla="*/ 1158 h 6345"/>
                  <a:gd name="connsiteX4" fmla="*/ 3446 w 6343"/>
                  <a:gd name="connsiteY4" fmla="*/ 229 h 6345"/>
                  <a:gd name="connsiteX5" fmla="*/ 1204 w 6343"/>
                  <a:gd name="connsiteY5" fmla="*/ 1158 h 6345"/>
                  <a:gd name="connsiteX6" fmla="*/ 275 w 6343"/>
                  <a:gd name="connsiteY6" fmla="*/ 3401 h 6345"/>
                  <a:gd name="connsiteX7" fmla="*/ 1204 w 6343"/>
                  <a:gd name="connsiteY7" fmla="*/ 5645 h 6345"/>
                  <a:gd name="connsiteX8" fmla="*/ 3446 w 6343"/>
                  <a:gd name="connsiteY8" fmla="*/ 65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4"/>
                    </a:moveTo>
                    <a:cubicBezTo>
                      <a:pt x="4287" y="6574"/>
                      <a:pt x="5094" y="6240"/>
                      <a:pt x="5689" y="5645"/>
                    </a:cubicBezTo>
                    <a:cubicBezTo>
                      <a:pt x="6284" y="5050"/>
                      <a:pt x="6618" y="4243"/>
                      <a:pt x="6618" y="3401"/>
                    </a:cubicBezTo>
                    <a:cubicBezTo>
                      <a:pt x="6618" y="2560"/>
                      <a:pt x="6284" y="1753"/>
                      <a:pt x="5689" y="1158"/>
                    </a:cubicBezTo>
                    <a:cubicBezTo>
                      <a:pt x="5094" y="563"/>
                      <a:pt x="4287" y="229"/>
                      <a:pt x="3446" y="229"/>
                    </a:cubicBezTo>
                    <a:cubicBezTo>
                      <a:pt x="2605" y="229"/>
                      <a:pt x="1798" y="563"/>
                      <a:pt x="1204" y="1158"/>
                    </a:cubicBezTo>
                    <a:cubicBezTo>
                      <a:pt x="609" y="1753"/>
                      <a:pt x="275" y="2560"/>
                      <a:pt x="275" y="3401"/>
                    </a:cubicBezTo>
                    <a:cubicBezTo>
                      <a:pt x="275" y="4243"/>
                      <a:pt x="609" y="5050"/>
                      <a:pt x="1204" y="5645"/>
                    </a:cubicBezTo>
                    <a:cubicBezTo>
                      <a:pt x="1798" y="6240"/>
                      <a:pt x="2605" y="6574"/>
                      <a:pt x="3446" y="65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50" name="Freeform: Shape 9349">
                <a:extLst>
                  <a:ext uri="{FF2B5EF4-FFF2-40B4-BE49-F238E27FC236}">
                    <a16:creationId xmlns:a16="http://schemas.microsoft.com/office/drawing/2014/main" id="{2C222F4F-E206-E657-F199-503606E793D5}"/>
                  </a:ext>
                </a:extLst>
              </p:cNvPr>
              <p:cNvSpPr/>
              <p:nvPr/>
            </p:nvSpPr>
            <p:spPr>
              <a:xfrm>
                <a:off x="9892512" y="6396324"/>
                <a:ext cx="6343" cy="6345"/>
              </a:xfrm>
              <a:custGeom>
                <a:avLst/>
                <a:gdLst>
                  <a:gd name="connsiteX0" fmla="*/ 3446 w 6343"/>
                  <a:gd name="connsiteY0" fmla="*/ 6575 h 6345"/>
                  <a:gd name="connsiteX1" fmla="*/ 5689 w 6343"/>
                  <a:gd name="connsiteY1" fmla="*/ 5646 h 6345"/>
                  <a:gd name="connsiteX2" fmla="*/ 6618 w 6343"/>
                  <a:gd name="connsiteY2" fmla="*/ 3403 h 6345"/>
                  <a:gd name="connsiteX3" fmla="*/ 5689 w 6343"/>
                  <a:gd name="connsiteY3" fmla="*/ 1159 h 6345"/>
                  <a:gd name="connsiteX4" fmla="*/ 3446 w 6343"/>
                  <a:gd name="connsiteY4" fmla="*/ 230 h 6345"/>
                  <a:gd name="connsiteX5" fmla="*/ 1204 w 6343"/>
                  <a:gd name="connsiteY5" fmla="*/ 1159 h 6345"/>
                  <a:gd name="connsiteX6" fmla="*/ 275 w 6343"/>
                  <a:gd name="connsiteY6" fmla="*/ 3403 h 6345"/>
                  <a:gd name="connsiteX7" fmla="*/ 1204 w 6343"/>
                  <a:gd name="connsiteY7" fmla="*/ 5646 h 6345"/>
                  <a:gd name="connsiteX8" fmla="*/ 3446 w 6343"/>
                  <a:gd name="connsiteY8" fmla="*/ 65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5"/>
                    </a:moveTo>
                    <a:cubicBezTo>
                      <a:pt x="4287" y="6575"/>
                      <a:pt x="5094" y="6241"/>
                      <a:pt x="5689" y="5646"/>
                    </a:cubicBezTo>
                    <a:cubicBezTo>
                      <a:pt x="6284" y="5051"/>
                      <a:pt x="6618" y="4244"/>
                      <a:pt x="6618" y="3403"/>
                    </a:cubicBezTo>
                    <a:cubicBezTo>
                      <a:pt x="6618" y="2561"/>
                      <a:pt x="6284" y="1754"/>
                      <a:pt x="5689" y="1159"/>
                    </a:cubicBezTo>
                    <a:cubicBezTo>
                      <a:pt x="5094" y="564"/>
                      <a:pt x="4287" y="230"/>
                      <a:pt x="3446" y="230"/>
                    </a:cubicBezTo>
                    <a:cubicBezTo>
                      <a:pt x="2605" y="230"/>
                      <a:pt x="1798" y="564"/>
                      <a:pt x="1204" y="1159"/>
                    </a:cubicBezTo>
                    <a:cubicBezTo>
                      <a:pt x="609" y="1754"/>
                      <a:pt x="275" y="2561"/>
                      <a:pt x="275" y="3403"/>
                    </a:cubicBezTo>
                    <a:cubicBezTo>
                      <a:pt x="275" y="4244"/>
                      <a:pt x="609" y="5051"/>
                      <a:pt x="1204" y="5646"/>
                    </a:cubicBezTo>
                    <a:cubicBezTo>
                      <a:pt x="1798" y="6241"/>
                      <a:pt x="2605" y="6575"/>
                      <a:pt x="3446" y="65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51" name="Freeform: Shape 9350">
                <a:extLst>
                  <a:ext uri="{FF2B5EF4-FFF2-40B4-BE49-F238E27FC236}">
                    <a16:creationId xmlns:a16="http://schemas.microsoft.com/office/drawing/2014/main" id="{24420639-2349-3D7A-70BC-1217D9F1924A}"/>
                  </a:ext>
                </a:extLst>
              </p:cNvPr>
              <p:cNvSpPr/>
              <p:nvPr/>
            </p:nvSpPr>
            <p:spPr>
              <a:xfrm>
                <a:off x="9809015" y="6206916"/>
                <a:ext cx="6343" cy="6345"/>
              </a:xfrm>
              <a:custGeom>
                <a:avLst/>
                <a:gdLst>
                  <a:gd name="connsiteX0" fmla="*/ 3440 w 6343"/>
                  <a:gd name="connsiteY0" fmla="*/ 6560 h 6345"/>
                  <a:gd name="connsiteX1" fmla="*/ 5682 w 6343"/>
                  <a:gd name="connsiteY1" fmla="*/ 5631 h 6345"/>
                  <a:gd name="connsiteX2" fmla="*/ 6611 w 6343"/>
                  <a:gd name="connsiteY2" fmla="*/ 3388 h 6345"/>
                  <a:gd name="connsiteX3" fmla="*/ 5682 w 6343"/>
                  <a:gd name="connsiteY3" fmla="*/ 1144 h 6345"/>
                  <a:gd name="connsiteX4" fmla="*/ 3440 w 6343"/>
                  <a:gd name="connsiteY4" fmla="*/ 215 h 6345"/>
                  <a:gd name="connsiteX5" fmla="*/ 1197 w 6343"/>
                  <a:gd name="connsiteY5" fmla="*/ 1144 h 6345"/>
                  <a:gd name="connsiteX6" fmla="*/ 268 w 6343"/>
                  <a:gd name="connsiteY6" fmla="*/ 3388 h 6345"/>
                  <a:gd name="connsiteX7" fmla="*/ 1197 w 6343"/>
                  <a:gd name="connsiteY7" fmla="*/ 5631 h 6345"/>
                  <a:gd name="connsiteX8" fmla="*/ 3440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60"/>
                    </a:moveTo>
                    <a:cubicBezTo>
                      <a:pt x="4281" y="6560"/>
                      <a:pt x="5087" y="6226"/>
                      <a:pt x="5682" y="5631"/>
                    </a:cubicBezTo>
                    <a:cubicBezTo>
                      <a:pt x="6277" y="5036"/>
                      <a:pt x="6611" y="4229"/>
                      <a:pt x="6611" y="3388"/>
                    </a:cubicBezTo>
                    <a:cubicBezTo>
                      <a:pt x="6611" y="2546"/>
                      <a:pt x="6277" y="1739"/>
                      <a:pt x="5682" y="1144"/>
                    </a:cubicBezTo>
                    <a:cubicBezTo>
                      <a:pt x="5087" y="549"/>
                      <a:pt x="4281" y="215"/>
                      <a:pt x="3440" y="215"/>
                    </a:cubicBezTo>
                    <a:cubicBezTo>
                      <a:pt x="2598" y="215"/>
                      <a:pt x="1792" y="549"/>
                      <a:pt x="1197" y="1144"/>
                    </a:cubicBezTo>
                    <a:cubicBezTo>
                      <a:pt x="602" y="1739"/>
                      <a:pt x="268" y="2546"/>
                      <a:pt x="268" y="3388"/>
                    </a:cubicBezTo>
                    <a:cubicBezTo>
                      <a:pt x="268" y="4229"/>
                      <a:pt x="602" y="5036"/>
                      <a:pt x="1197" y="5631"/>
                    </a:cubicBezTo>
                    <a:cubicBezTo>
                      <a:pt x="1792" y="6226"/>
                      <a:pt x="2598" y="6560"/>
                      <a:pt x="3440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52" name="Freeform: Shape 9351">
                <a:extLst>
                  <a:ext uri="{FF2B5EF4-FFF2-40B4-BE49-F238E27FC236}">
                    <a16:creationId xmlns:a16="http://schemas.microsoft.com/office/drawing/2014/main" id="{0B2EE361-9925-C2EF-4F8C-0D1A19FCA196}"/>
                  </a:ext>
                </a:extLst>
              </p:cNvPr>
              <p:cNvSpPr/>
              <p:nvPr/>
            </p:nvSpPr>
            <p:spPr>
              <a:xfrm>
                <a:off x="9752365" y="6190429"/>
                <a:ext cx="6343" cy="6345"/>
              </a:xfrm>
              <a:custGeom>
                <a:avLst/>
                <a:gdLst>
                  <a:gd name="connsiteX0" fmla="*/ 3435 w 6343"/>
                  <a:gd name="connsiteY0" fmla="*/ 6559 h 6345"/>
                  <a:gd name="connsiteX1" fmla="*/ 5678 w 6343"/>
                  <a:gd name="connsiteY1" fmla="*/ 5630 h 6345"/>
                  <a:gd name="connsiteX2" fmla="*/ 6607 w 6343"/>
                  <a:gd name="connsiteY2" fmla="*/ 3386 h 6345"/>
                  <a:gd name="connsiteX3" fmla="*/ 5678 w 6343"/>
                  <a:gd name="connsiteY3" fmla="*/ 1143 h 6345"/>
                  <a:gd name="connsiteX4" fmla="*/ 3435 w 6343"/>
                  <a:gd name="connsiteY4" fmla="*/ 214 h 6345"/>
                  <a:gd name="connsiteX5" fmla="*/ 1192 w 6343"/>
                  <a:gd name="connsiteY5" fmla="*/ 1143 h 6345"/>
                  <a:gd name="connsiteX6" fmla="*/ 264 w 6343"/>
                  <a:gd name="connsiteY6" fmla="*/ 3386 h 6345"/>
                  <a:gd name="connsiteX7" fmla="*/ 1192 w 6343"/>
                  <a:gd name="connsiteY7" fmla="*/ 5630 h 6345"/>
                  <a:gd name="connsiteX8" fmla="*/ 343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59"/>
                    </a:moveTo>
                    <a:cubicBezTo>
                      <a:pt x="4276" y="6559"/>
                      <a:pt x="5083" y="6225"/>
                      <a:pt x="5678" y="5630"/>
                    </a:cubicBezTo>
                    <a:cubicBezTo>
                      <a:pt x="6272" y="5035"/>
                      <a:pt x="6607" y="4228"/>
                      <a:pt x="6607" y="3386"/>
                    </a:cubicBezTo>
                    <a:cubicBezTo>
                      <a:pt x="6607" y="2545"/>
                      <a:pt x="6272" y="1738"/>
                      <a:pt x="5678" y="1143"/>
                    </a:cubicBezTo>
                    <a:cubicBezTo>
                      <a:pt x="5083" y="548"/>
                      <a:pt x="4276" y="214"/>
                      <a:pt x="3435" y="214"/>
                    </a:cubicBezTo>
                    <a:cubicBezTo>
                      <a:pt x="2594" y="214"/>
                      <a:pt x="1787" y="548"/>
                      <a:pt x="1192" y="1143"/>
                    </a:cubicBezTo>
                    <a:cubicBezTo>
                      <a:pt x="598" y="1738"/>
                      <a:pt x="264" y="2545"/>
                      <a:pt x="264" y="3386"/>
                    </a:cubicBezTo>
                    <a:cubicBezTo>
                      <a:pt x="264" y="4228"/>
                      <a:pt x="598" y="5035"/>
                      <a:pt x="1192" y="5630"/>
                    </a:cubicBezTo>
                    <a:cubicBezTo>
                      <a:pt x="1787" y="6225"/>
                      <a:pt x="2594" y="6559"/>
                      <a:pt x="343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53" name="Freeform: Shape 9352">
                <a:extLst>
                  <a:ext uri="{FF2B5EF4-FFF2-40B4-BE49-F238E27FC236}">
                    <a16:creationId xmlns:a16="http://schemas.microsoft.com/office/drawing/2014/main" id="{5A44C9C5-1552-C454-E3E4-0202FE9C8A8C}"/>
                  </a:ext>
                </a:extLst>
              </p:cNvPr>
              <p:cNvSpPr/>
              <p:nvPr/>
            </p:nvSpPr>
            <p:spPr>
              <a:xfrm>
                <a:off x="9746179" y="6190277"/>
                <a:ext cx="6343" cy="6345"/>
              </a:xfrm>
              <a:custGeom>
                <a:avLst/>
                <a:gdLst>
                  <a:gd name="connsiteX0" fmla="*/ 3435 w 6343"/>
                  <a:gd name="connsiteY0" fmla="*/ 6559 h 6345"/>
                  <a:gd name="connsiteX1" fmla="*/ 5677 w 6343"/>
                  <a:gd name="connsiteY1" fmla="*/ 5630 h 6345"/>
                  <a:gd name="connsiteX2" fmla="*/ 6606 w 6343"/>
                  <a:gd name="connsiteY2" fmla="*/ 3386 h 6345"/>
                  <a:gd name="connsiteX3" fmla="*/ 5677 w 6343"/>
                  <a:gd name="connsiteY3" fmla="*/ 1143 h 6345"/>
                  <a:gd name="connsiteX4" fmla="*/ 3435 w 6343"/>
                  <a:gd name="connsiteY4" fmla="*/ 214 h 6345"/>
                  <a:gd name="connsiteX5" fmla="*/ 1192 w 6343"/>
                  <a:gd name="connsiteY5" fmla="*/ 1143 h 6345"/>
                  <a:gd name="connsiteX6" fmla="*/ 263 w 6343"/>
                  <a:gd name="connsiteY6" fmla="*/ 3386 h 6345"/>
                  <a:gd name="connsiteX7" fmla="*/ 1192 w 6343"/>
                  <a:gd name="connsiteY7" fmla="*/ 5630 h 6345"/>
                  <a:gd name="connsiteX8" fmla="*/ 343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59"/>
                    </a:moveTo>
                    <a:cubicBezTo>
                      <a:pt x="4276" y="6559"/>
                      <a:pt x="5082" y="6225"/>
                      <a:pt x="5677" y="5630"/>
                    </a:cubicBezTo>
                    <a:cubicBezTo>
                      <a:pt x="6272" y="5035"/>
                      <a:pt x="6606" y="4228"/>
                      <a:pt x="6606" y="3386"/>
                    </a:cubicBezTo>
                    <a:cubicBezTo>
                      <a:pt x="6606" y="2545"/>
                      <a:pt x="6272" y="1738"/>
                      <a:pt x="5677" y="1143"/>
                    </a:cubicBezTo>
                    <a:cubicBezTo>
                      <a:pt x="5082" y="548"/>
                      <a:pt x="4276" y="214"/>
                      <a:pt x="3435" y="214"/>
                    </a:cubicBezTo>
                    <a:cubicBezTo>
                      <a:pt x="2594" y="214"/>
                      <a:pt x="1787" y="548"/>
                      <a:pt x="1192" y="1143"/>
                    </a:cubicBezTo>
                    <a:cubicBezTo>
                      <a:pt x="597" y="1738"/>
                      <a:pt x="263" y="2545"/>
                      <a:pt x="263" y="3386"/>
                    </a:cubicBezTo>
                    <a:cubicBezTo>
                      <a:pt x="263" y="4228"/>
                      <a:pt x="597" y="5035"/>
                      <a:pt x="1192" y="5630"/>
                    </a:cubicBezTo>
                    <a:cubicBezTo>
                      <a:pt x="1787" y="6225"/>
                      <a:pt x="2594" y="6559"/>
                      <a:pt x="343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54" name="Freeform: Shape 9353">
                <a:extLst>
                  <a:ext uri="{FF2B5EF4-FFF2-40B4-BE49-F238E27FC236}">
                    <a16:creationId xmlns:a16="http://schemas.microsoft.com/office/drawing/2014/main" id="{BF695D09-3313-DF19-F21F-CEA5AEA83CF2}"/>
                  </a:ext>
                </a:extLst>
              </p:cNvPr>
              <p:cNvSpPr/>
              <p:nvPr/>
            </p:nvSpPr>
            <p:spPr>
              <a:xfrm>
                <a:off x="9718506" y="6179345"/>
                <a:ext cx="6343" cy="6345"/>
              </a:xfrm>
              <a:custGeom>
                <a:avLst/>
                <a:gdLst>
                  <a:gd name="connsiteX0" fmla="*/ 3432 w 6343"/>
                  <a:gd name="connsiteY0" fmla="*/ 6558 h 6345"/>
                  <a:gd name="connsiteX1" fmla="*/ 5675 w 6343"/>
                  <a:gd name="connsiteY1" fmla="*/ 5629 h 6345"/>
                  <a:gd name="connsiteX2" fmla="*/ 6604 w 6343"/>
                  <a:gd name="connsiteY2" fmla="*/ 3385 h 6345"/>
                  <a:gd name="connsiteX3" fmla="*/ 5675 w 6343"/>
                  <a:gd name="connsiteY3" fmla="*/ 1142 h 6345"/>
                  <a:gd name="connsiteX4" fmla="*/ 3432 w 6343"/>
                  <a:gd name="connsiteY4" fmla="*/ 213 h 6345"/>
                  <a:gd name="connsiteX5" fmla="*/ 1190 w 6343"/>
                  <a:gd name="connsiteY5" fmla="*/ 1142 h 6345"/>
                  <a:gd name="connsiteX6" fmla="*/ 261 w 6343"/>
                  <a:gd name="connsiteY6" fmla="*/ 3385 h 6345"/>
                  <a:gd name="connsiteX7" fmla="*/ 1190 w 6343"/>
                  <a:gd name="connsiteY7" fmla="*/ 5629 h 6345"/>
                  <a:gd name="connsiteX8" fmla="*/ 343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58"/>
                    </a:moveTo>
                    <a:cubicBezTo>
                      <a:pt x="4274" y="6558"/>
                      <a:pt x="5080" y="6224"/>
                      <a:pt x="5675" y="5629"/>
                    </a:cubicBezTo>
                    <a:cubicBezTo>
                      <a:pt x="6270" y="5034"/>
                      <a:pt x="6604" y="4227"/>
                      <a:pt x="6604" y="3385"/>
                    </a:cubicBezTo>
                    <a:cubicBezTo>
                      <a:pt x="6604" y="2544"/>
                      <a:pt x="6270" y="1737"/>
                      <a:pt x="5675" y="1142"/>
                    </a:cubicBezTo>
                    <a:cubicBezTo>
                      <a:pt x="5080" y="547"/>
                      <a:pt x="4274" y="213"/>
                      <a:pt x="3432" y="213"/>
                    </a:cubicBezTo>
                    <a:cubicBezTo>
                      <a:pt x="2591" y="213"/>
                      <a:pt x="1785" y="547"/>
                      <a:pt x="1190" y="1142"/>
                    </a:cubicBezTo>
                    <a:cubicBezTo>
                      <a:pt x="595" y="1737"/>
                      <a:pt x="261" y="2544"/>
                      <a:pt x="261" y="3385"/>
                    </a:cubicBezTo>
                    <a:cubicBezTo>
                      <a:pt x="261" y="4227"/>
                      <a:pt x="595" y="5034"/>
                      <a:pt x="1190" y="5629"/>
                    </a:cubicBezTo>
                    <a:cubicBezTo>
                      <a:pt x="1785" y="6224"/>
                      <a:pt x="2591" y="6558"/>
                      <a:pt x="343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55" name="Freeform: Shape 9354">
                <a:extLst>
                  <a:ext uri="{FF2B5EF4-FFF2-40B4-BE49-F238E27FC236}">
                    <a16:creationId xmlns:a16="http://schemas.microsoft.com/office/drawing/2014/main" id="{0198168D-589B-9B7A-E2E5-235174E45934}"/>
                  </a:ext>
                </a:extLst>
              </p:cNvPr>
              <p:cNvSpPr/>
              <p:nvPr/>
            </p:nvSpPr>
            <p:spPr>
              <a:xfrm>
                <a:off x="9713053" y="6180951"/>
                <a:ext cx="6343" cy="6345"/>
              </a:xfrm>
              <a:custGeom>
                <a:avLst/>
                <a:gdLst>
                  <a:gd name="connsiteX0" fmla="*/ 3432 w 6343"/>
                  <a:gd name="connsiteY0" fmla="*/ 6558 h 6345"/>
                  <a:gd name="connsiteX1" fmla="*/ 5675 w 6343"/>
                  <a:gd name="connsiteY1" fmla="*/ 5629 h 6345"/>
                  <a:gd name="connsiteX2" fmla="*/ 6604 w 6343"/>
                  <a:gd name="connsiteY2" fmla="*/ 3386 h 6345"/>
                  <a:gd name="connsiteX3" fmla="*/ 5675 w 6343"/>
                  <a:gd name="connsiteY3" fmla="*/ 1142 h 6345"/>
                  <a:gd name="connsiteX4" fmla="*/ 3432 w 6343"/>
                  <a:gd name="connsiteY4" fmla="*/ 213 h 6345"/>
                  <a:gd name="connsiteX5" fmla="*/ 1189 w 6343"/>
                  <a:gd name="connsiteY5" fmla="*/ 1142 h 6345"/>
                  <a:gd name="connsiteX6" fmla="*/ 260 w 6343"/>
                  <a:gd name="connsiteY6" fmla="*/ 3386 h 6345"/>
                  <a:gd name="connsiteX7" fmla="*/ 1189 w 6343"/>
                  <a:gd name="connsiteY7" fmla="*/ 5629 h 6345"/>
                  <a:gd name="connsiteX8" fmla="*/ 343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58"/>
                    </a:moveTo>
                    <a:cubicBezTo>
                      <a:pt x="4273" y="6558"/>
                      <a:pt x="5080" y="6224"/>
                      <a:pt x="5675" y="5629"/>
                    </a:cubicBezTo>
                    <a:cubicBezTo>
                      <a:pt x="6269" y="5034"/>
                      <a:pt x="6604" y="4227"/>
                      <a:pt x="6604" y="3386"/>
                    </a:cubicBezTo>
                    <a:cubicBezTo>
                      <a:pt x="6604" y="2544"/>
                      <a:pt x="6269" y="1737"/>
                      <a:pt x="5675" y="1142"/>
                    </a:cubicBezTo>
                    <a:cubicBezTo>
                      <a:pt x="5080" y="547"/>
                      <a:pt x="4273" y="213"/>
                      <a:pt x="3432" y="213"/>
                    </a:cubicBezTo>
                    <a:cubicBezTo>
                      <a:pt x="2591" y="213"/>
                      <a:pt x="1784" y="547"/>
                      <a:pt x="1189" y="1142"/>
                    </a:cubicBezTo>
                    <a:cubicBezTo>
                      <a:pt x="595" y="1737"/>
                      <a:pt x="260" y="2544"/>
                      <a:pt x="260" y="3386"/>
                    </a:cubicBezTo>
                    <a:cubicBezTo>
                      <a:pt x="260" y="4227"/>
                      <a:pt x="595" y="5034"/>
                      <a:pt x="1189" y="5629"/>
                    </a:cubicBezTo>
                    <a:cubicBezTo>
                      <a:pt x="1784" y="6224"/>
                      <a:pt x="2591" y="6558"/>
                      <a:pt x="343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56" name="Freeform: Shape 9355">
                <a:extLst>
                  <a:ext uri="{FF2B5EF4-FFF2-40B4-BE49-F238E27FC236}">
                    <a16:creationId xmlns:a16="http://schemas.microsoft.com/office/drawing/2014/main" id="{BBB68DDF-6CCA-1B8A-DB01-4C139E707F6B}"/>
                  </a:ext>
                </a:extLst>
              </p:cNvPr>
              <p:cNvSpPr/>
              <p:nvPr/>
            </p:nvSpPr>
            <p:spPr>
              <a:xfrm>
                <a:off x="9707447" y="6182041"/>
                <a:ext cx="6343" cy="6345"/>
              </a:xfrm>
              <a:custGeom>
                <a:avLst/>
                <a:gdLst>
                  <a:gd name="connsiteX0" fmla="*/ 3432 w 6343"/>
                  <a:gd name="connsiteY0" fmla="*/ 6558 h 6345"/>
                  <a:gd name="connsiteX1" fmla="*/ 5674 w 6343"/>
                  <a:gd name="connsiteY1" fmla="*/ 5629 h 6345"/>
                  <a:gd name="connsiteX2" fmla="*/ 6603 w 6343"/>
                  <a:gd name="connsiteY2" fmla="*/ 3386 h 6345"/>
                  <a:gd name="connsiteX3" fmla="*/ 5674 w 6343"/>
                  <a:gd name="connsiteY3" fmla="*/ 1142 h 6345"/>
                  <a:gd name="connsiteX4" fmla="*/ 3432 w 6343"/>
                  <a:gd name="connsiteY4" fmla="*/ 213 h 6345"/>
                  <a:gd name="connsiteX5" fmla="*/ 1189 w 6343"/>
                  <a:gd name="connsiteY5" fmla="*/ 1142 h 6345"/>
                  <a:gd name="connsiteX6" fmla="*/ 260 w 6343"/>
                  <a:gd name="connsiteY6" fmla="*/ 3386 h 6345"/>
                  <a:gd name="connsiteX7" fmla="*/ 1189 w 6343"/>
                  <a:gd name="connsiteY7" fmla="*/ 5629 h 6345"/>
                  <a:gd name="connsiteX8" fmla="*/ 343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58"/>
                    </a:moveTo>
                    <a:cubicBezTo>
                      <a:pt x="4273" y="6558"/>
                      <a:pt x="5079" y="6224"/>
                      <a:pt x="5674" y="5629"/>
                    </a:cubicBezTo>
                    <a:cubicBezTo>
                      <a:pt x="6269" y="5034"/>
                      <a:pt x="6603" y="4227"/>
                      <a:pt x="6603" y="3386"/>
                    </a:cubicBezTo>
                    <a:cubicBezTo>
                      <a:pt x="6603" y="2544"/>
                      <a:pt x="6269" y="1737"/>
                      <a:pt x="5674" y="1142"/>
                    </a:cubicBezTo>
                    <a:cubicBezTo>
                      <a:pt x="5079" y="547"/>
                      <a:pt x="4273" y="213"/>
                      <a:pt x="3432" y="213"/>
                    </a:cubicBezTo>
                    <a:cubicBezTo>
                      <a:pt x="2590" y="213"/>
                      <a:pt x="1784" y="547"/>
                      <a:pt x="1189" y="1142"/>
                    </a:cubicBezTo>
                    <a:cubicBezTo>
                      <a:pt x="594" y="1737"/>
                      <a:pt x="260" y="2544"/>
                      <a:pt x="260" y="3386"/>
                    </a:cubicBezTo>
                    <a:cubicBezTo>
                      <a:pt x="260" y="4227"/>
                      <a:pt x="594" y="5034"/>
                      <a:pt x="1189" y="5629"/>
                    </a:cubicBezTo>
                    <a:cubicBezTo>
                      <a:pt x="1784" y="6224"/>
                      <a:pt x="2590" y="6558"/>
                      <a:pt x="343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57" name="Freeform: Shape 9356">
                <a:extLst>
                  <a:ext uri="{FF2B5EF4-FFF2-40B4-BE49-F238E27FC236}">
                    <a16:creationId xmlns:a16="http://schemas.microsoft.com/office/drawing/2014/main" id="{E4138000-079D-4515-38B2-F455ECF2E89B}"/>
                  </a:ext>
                </a:extLst>
              </p:cNvPr>
              <p:cNvSpPr/>
              <p:nvPr/>
            </p:nvSpPr>
            <p:spPr>
              <a:xfrm>
                <a:off x="9701680" y="6182553"/>
                <a:ext cx="6343" cy="6345"/>
              </a:xfrm>
              <a:custGeom>
                <a:avLst/>
                <a:gdLst>
                  <a:gd name="connsiteX0" fmla="*/ 3431 w 6343"/>
                  <a:gd name="connsiteY0" fmla="*/ 6558 h 6345"/>
                  <a:gd name="connsiteX1" fmla="*/ 5674 w 6343"/>
                  <a:gd name="connsiteY1" fmla="*/ 5629 h 6345"/>
                  <a:gd name="connsiteX2" fmla="*/ 6603 w 6343"/>
                  <a:gd name="connsiteY2" fmla="*/ 3386 h 6345"/>
                  <a:gd name="connsiteX3" fmla="*/ 5674 w 6343"/>
                  <a:gd name="connsiteY3" fmla="*/ 1142 h 6345"/>
                  <a:gd name="connsiteX4" fmla="*/ 3431 w 6343"/>
                  <a:gd name="connsiteY4" fmla="*/ 213 h 6345"/>
                  <a:gd name="connsiteX5" fmla="*/ 1188 w 6343"/>
                  <a:gd name="connsiteY5" fmla="*/ 1142 h 6345"/>
                  <a:gd name="connsiteX6" fmla="*/ 260 w 6343"/>
                  <a:gd name="connsiteY6" fmla="*/ 3386 h 6345"/>
                  <a:gd name="connsiteX7" fmla="*/ 1188 w 6343"/>
                  <a:gd name="connsiteY7" fmla="*/ 5629 h 6345"/>
                  <a:gd name="connsiteX8" fmla="*/ 343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58"/>
                    </a:moveTo>
                    <a:cubicBezTo>
                      <a:pt x="4272" y="6558"/>
                      <a:pt x="5079" y="6224"/>
                      <a:pt x="5674" y="5629"/>
                    </a:cubicBezTo>
                    <a:cubicBezTo>
                      <a:pt x="6268" y="5034"/>
                      <a:pt x="6603" y="4227"/>
                      <a:pt x="6603" y="3386"/>
                    </a:cubicBezTo>
                    <a:cubicBezTo>
                      <a:pt x="6603" y="2544"/>
                      <a:pt x="6268" y="1737"/>
                      <a:pt x="5674" y="1142"/>
                    </a:cubicBezTo>
                    <a:cubicBezTo>
                      <a:pt x="5079" y="547"/>
                      <a:pt x="4272" y="213"/>
                      <a:pt x="3431" y="213"/>
                    </a:cubicBezTo>
                    <a:cubicBezTo>
                      <a:pt x="2590" y="213"/>
                      <a:pt x="1783" y="547"/>
                      <a:pt x="1188" y="1142"/>
                    </a:cubicBezTo>
                    <a:cubicBezTo>
                      <a:pt x="594" y="1737"/>
                      <a:pt x="260" y="2544"/>
                      <a:pt x="260" y="3386"/>
                    </a:cubicBezTo>
                    <a:cubicBezTo>
                      <a:pt x="260" y="4227"/>
                      <a:pt x="594" y="5034"/>
                      <a:pt x="1188" y="5629"/>
                    </a:cubicBezTo>
                    <a:cubicBezTo>
                      <a:pt x="1783" y="6224"/>
                      <a:pt x="2590" y="6558"/>
                      <a:pt x="343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58" name="Freeform: Shape 9357">
                <a:extLst>
                  <a:ext uri="{FF2B5EF4-FFF2-40B4-BE49-F238E27FC236}">
                    <a16:creationId xmlns:a16="http://schemas.microsoft.com/office/drawing/2014/main" id="{2D491001-84A4-CA88-4143-0A01AB09AE17}"/>
                  </a:ext>
                </a:extLst>
              </p:cNvPr>
              <p:cNvSpPr/>
              <p:nvPr/>
            </p:nvSpPr>
            <p:spPr>
              <a:xfrm>
                <a:off x="9695729" y="6182362"/>
                <a:ext cx="6343" cy="6345"/>
              </a:xfrm>
              <a:custGeom>
                <a:avLst/>
                <a:gdLst>
                  <a:gd name="connsiteX0" fmla="*/ 3431 w 6343"/>
                  <a:gd name="connsiteY0" fmla="*/ 6558 h 6345"/>
                  <a:gd name="connsiteX1" fmla="*/ 5673 w 6343"/>
                  <a:gd name="connsiteY1" fmla="*/ 5629 h 6345"/>
                  <a:gd name="connsiteX2" fmla="*/ 6602 w 6343"/>
                  <a:gd name="connsiteY2" fmla="*/ 3386 h 6345"/>
                  <a:gd name="connsiteX3" fmla="*/ 5673 w 6343"/>
                  <a:gd name="connsiteY3" fmla="*/ 1142 h 6345"/>
                  <a:gd name="connsiteX4" fmla="*/ 3431 w 6343"/>
                  <a:gd name="connsiteY4" fmla="*/ 213 h 6345"/>
                  <a:gd name="connsiteX5" fmla="*/ 1188 w 6343"/>
                  <a:gd name="connsiteY5" fmla="*/ 1142 h 6345"/>
                  <a:gd name="connsiteX6" fmla="*/ 259 w 6343"/>
                  <a:gd name="connsiteY6" fmla="*/ 3386 h 6345"/>
                  <a:gd name="connsiteX7" fmla="*/ 1188 w 6343"/>
                  <a:gd name="connsiteY7" fmla="*/ 5629 h 6345"/>
                  <a:gd name="connsiteX8" fmla="*/ 343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58"/>
                    </a:moveTo>
                    <a:cubicBezTo>
                      <a:pt x="4272" y="6558"/>
                      <a:pt x="5079" y="6224"/>
                      <a:pt x="5673" y="5629"/>
                    </a:cubicBezTo>
                    <a:cubicBezTo>
                      <a:pt x="6268" y="5034"/>
                      <a:pt x="6602" y="4227"/>
                      <a:pt x="6602" y="3386"/>
                    </a:cubicBezTo>
                    <a:cubicBezTo>
                      <a:pt x="6602" y="2544"/>
                      <a:pt x="6268" y="1737"/>
                      <a:pt x="5673" y="1142"/>
                    </a:cubicBezTo>
                    <a:cubicBezTo>
                      <a:pt x="5079" y="547"/>
                      <a:pt x="4272" y="213"/>
                      <a:pt x="3431" y="213"/>
                    </a:cubicBezTo>
                    <a:cubicBezTo>
                      <a:pt x="2590" y="213"/>
                      <a:pt x="1783" y="547"/>
                      <a:pt x="1188" y="1142"/>
                    </a:cubicBezTo>
                    <a:cubicBezTo>
                      <a:pt x="593" y="1737"/>
                      <a:pt x="259" y="2544"/>
                      <a:pt x="259" y="3386"/>
                    </a:cubicBezTo>
                    <a:cubicBezTo>
                      <a:pt x="259" y="4227"/>
                      <a:pt x="593" y="5034"/>
                      <a:pt x="1188" y="5629"/>
                    </a:cubicBezTo>
                    <a:cubicBezTo>
                      <a:pt x="1783" y="6224"/>
                      <a:pt x="2590" y="6558"/>
                      <a:pt x="343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59" name="Freeform: Shape 9358">
                <a:extLst>
                  <a:ext uri="{FF2B5EF4-FFF2-40B4-BE49-F238E27FC236}">
                    <a16:creationId xmlns:a16="http://schemas.microsoft.com/office/drawing/2014/main" id="{C11110F5-6278-E714-408A-0C958638183F}"/>
                  </a:ext>
                </a:extLst>
              </p:cNvPr>
              <p:cNvSpPr/>
              <p:nvPr/>
            </p:nvSpPr>
            <p:spPr>
              <a:xfrm>
                <a:off x="9689656" y="6181646"/>
                <a:ext cx="6343" cy="6345"/>
              </a:xfrm>
              <a:custGeom>
                <a:avLst/>
                <a:gdLst>
                  <a:gd name="connsiteX0" fmla="*/ 3430 w 6343"/>
                  <a:gd name="connsiteY0" fmla="*/ 6558 h 6345"/>
                  <a:gd name="connsiteX1" fmla="*/ 5673 w 6343"/>
                  <a:gd name="connsiteY1" fmla="*/ 5629 h 6345"/>
                  <a:gd name="connsiteX2" fmla="*/ 6602 w 6343"/>
                  <a:gd name="connsiteY2" fmla="*/ 3386 h 6345"/>
                  <a:gd name="connsiteX3" fmla="*/ 5673 w 6343"/>
                  <a:gd name="connsiteY3" fmla="*/ 1142 h 6345"/>
                  <a:gd name="connsiteX4" fmla="*/ 3430 w 6343"/>
                  <a:gd name="connsiteY4" fmla="*/ 213 h 6345"/>
                  <a:gd name="connsiteX5" fmla="*/ 1188 w 6343"/>
                  <a:gd name="connsiteY5" fmla="*/ 1142 h 6345"/>
                  <a:gd name="connsiteX6" fmla="*/ 259 w 6343"/>
                  <a:gd name="connsiteY6" fmla="*/ 3386 h 6345"/>
                  <a:gd name="connsiteX7" fmla="*/ 1188 w 6343"/>
                  <a:gd name="connsiteY7" fmla="*/ 5629 h 6345"/>
                  <a:gd name="connsiteX8" fmla="*/ 3430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58"/>
                    </a:moveTo>
                    <a:cubicBezTo>
                      <a:pt x="4271" y="6558"/>
                      <a:pt x="5078" y="6224"/>
                      <a:pt x="5673" y="5629"/>
                    </a:cubicBezTo>
                    <a:cubicBezTo>
                      <a:pt x="6268" y="5034"/>
                      <a:pt x="6602" y="4227"/>
                      <a:pt x="6602" y="3386"/>
                    </a:cubicBezTo>
                    <a:cubicBezTo>
                      <a:pt x="6602" y="2544"/>
                      <a:pt x="6268" y="1737"/>
                      <a:pt x="5673" y="1142"/>
                    </a:cubicBezTo>
                    <a:cubicBezTo>
                      <a:pt x="5078" y="547"/>
                      <a:pt x="4271" y="213"/>
                      <a:pt x="3430" y="213"/>
                    </a:cubicBezTo>
                    <a:cubicBezTo>
                      <a:pt x="2589" y="213"/>
                      <a:pt x="1782" y="547"/>
                      <a:pt x="1188" y="1142"/>
                    </a:cubicBezTo>
                    <a:cubicBezTo>
                      <a:pt x="593" y="1737"/>
                      <a:pt x="259" y="2544"/>
                      <a:pt x="259" y="3386"/>
                    </a:cubicBezTo>
                    <a:cubicBezTo>
                      <a:pt x="259" y="4227"/>
                      <a:pt x="593" y="5034"/>
                      <a:pt x="1188" y="5629"/>
                    </a:cubicBezTo>
                    <a:cubicBezTo>
                      <a:pt x="1782" y="6224"/>
                      <a:pt x="2589" y="6558"/>
                      <a:pt x="3430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60" name="Freeform: Shape 9359">
                <a:extLst>
                  <a:ext uri="{FF2B5EF4-FFF2-40B4-BE49-F238E27FC236}">
                    <a16:creationId xmlns:a16="http://schemas.microsoft.com/office/drawing/2014/main" id="{D8372E82-D734-6D06-D223-E62462E26829}"/>
                  </a:ext>
                </a:extLst>
              </p:cNvPr>
              <p:cNvSpPr/>
              <p:nvPr/>
            </p:nvSpPr>
            <p:spPr>
              <a:xfrm>
                <a:off x="9684747" y="6185138"/>
                <a:ext cx="6343" cy="6345"/>
              </a:xfrm>
              <a:custGeom>
                <a:avLst/>
                <a:gdLst>
                  <a:gd name="connsiteX0" fmla="*/ 3430 w 6343"/>
                  <a:gd name="connsiteY0" fmla="*/ 6559 h 6345"/>
                  <a:gd name="connsiteX1" fmla="*/ 5672 w 6343"/>
                  <a:gd name="connsiteY1" fmla="*/ 5629 h 6345"/>
                  <a:gd name="connsiteX2" fmla="*/ 6601 w 6343"/>
                  <a:gd name="connsiteY2" fmla="*/ 3386 h 6345"/>
                  <a:gd name="connsiteX3" fmla="*/ 5672 w 6343"/>
                  <a:gd name="connsiteY3" fmla="*/ 1142 h 6345"/>
                  <a:gd name="connsiteX4" fmla="*/ 3430 w 6343"/>
                  <a:gd name="connsiteY4" fmla="*/ 213 h 6345"/>
                  <a:gd name="connsiteX5" fmla="*/ 1187 w 6343"/>
                  <a:gd name="connsiteY5" fmla="*/ 1142 h 6345"/>
                  <a:gd name="connsiteX6" fmla="*/ 258 w 6343"/>
                  <a:gd name="connsiteY6" fmla="*/ 3386 h 6345"/>
                  <a:gd name="connsiteX7" fmla="*/ 1187 w 6343"/>
                  <a:gd name="connsiteY7" fmla="*/ 5629 h 6345"/>
                  <a:gd name="connsiteX8" fmla="*/ 343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59"/>
                    </a:moveTo>
                    <a:cubicBezTo>
                      <a:pt x="4271" y="6559"/>
                      <a:pt x="5078" y="6224"/>
                      <a:pt x="5672" y="5629"/>
                    </a:cubicBezTo>
                    <a:cubicBezTo>
                      <a:pt x="6267" y="5034"/>
                      <a:pt x="6601" y="4227"/>
                      <a:pt x="6601" y="3386"/>
                    </a:cubicBezTo>
                    <a:cubicBezTo>
                      <a:pt x="6601" y="2544"/>
                      <a:pt x="6267" y="1737"/>
                      <a:pt x="5672" y="1142"/>
                    </a:cubicBezTo>
                    <a:cubicBezTo>
                      <a:pt x="5078" y="548"/>
                      <a:pt x="4271" y="213"/>
                      <a:pt x="3430" y="213"/>
                    </a:cubicBezTo>
                    <a:cubicBezTo>
                      <a:pt x="2589" y="213"/>
                      <a:pt x="1782" y="548"/>
                      <a:pt x="1187" y="1142"/>
                    </a:cubicBezTo>
                    <a:cubicBezTo>
                      <a:pt x="592" y="1737"/>
                      <a:pt x="258" y="2544"/>
                      <a:pt x="258" y="3386"/>
                    </a:cubicBezTo>
                    <a:cubicBezTo>
                      <a:pt x="258" y="4227"/>
                      <a:pt x="592" y="5034"/>
                      <a:pt x="1187" y="5629"/>
                    </a:cubicBezTo>
                    <a:cubicBezTo>
                      <a:pt x="1782" y="6224"/>
                      <a:pt x="2589" y="6559"/>
                      <a:pt x="343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61" name="Freeform: Shape 9360">
                <a:extLst>
                  <a:ext uri="{FF2B5EF4-FFF2-40B4-BE49-F238E27FC236}">
                    <a16:creationId xmlns:a16="http://schemas.microsoft.com/office/drawing/2014/main" id="{09484BBD-3516-EC39-3096-7BA6530D7129}"/>
                  </a:ext>
                </a:extLst>
              </p:cNvPr>
              <p:cNvSpPr/>
              <p:nvPr/>
            </p:nvSpPr>
            <p:spPr>
              <a:xfrm>
                <a:off x="9686648" y="6214616"/>
                <a:ext cx="6343" cy="6345"/>
              </a:xfrm>
              <a:custGeom>
                <a:avLst/>
                <a:gdLst>
                  <a:gd name="connsiteX0" fmla="*/ 3430 w 6343"/>
                  <a:gd name="connsiteY0" fmla="*/ 6561 h 6345"/>
                  <a:gd name="connsiteX1" fmla="*/ 5673 w 6343"/>
                  <a:gd name="connsiteY1" fmla="*/ 5632 h 6345"/>
                  <a:gd name="connsiteX2" fmla="*/ 6601 w 6343"/>
                  <a:gd name="connsiteY2" fmla="*/ 3388 h 6345"/>
                  <a:gd name="connsiteX3" fmla="*/ 5673 w 6343"/>
                  <a:gd name="connsiteY3" fmla="*/ 1145 h 6345"/>
                  <a:gd name="connsiteX4" fmla="*/ 3430 w 6343"/>
                  <a:gd name="connsiteY4" fmla="*/ 216 h 6345"/>
                  <a:gd name="connsiteX5" fmla="*/ 1187 w 6343"/>
                  <a:gd name="connsiteY5" fmla="*/ 1145 h 6345"/>
                  <a:gd name="connsiteX6" fmla="*/ 258 w 6343"/>
                  <a:gd name="connsiteY6" fmla="*/ 3388 h 6345"/>
                  <a:gd name="connsiteX7" fmla="*/ 1187 w 6343"/>
                  <a:gd name="connsiteY7" fmla="*/ 5632 h 6345"/>
                  <a:gd name="connsiteX8" fmla="*/ 3430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61"/>
                    </a:moveTo>
                    <a:cubicBezTo>
                      <a:pt x="4271" y="6561"/>
                      <a:pt x="5078" y="6227"/>
                      <a:pt x="5673" y="5632"/>
                    </a:cubicBezTo>
                    <a:cubicBezTo>
                      <a:pt x="6267" y="5037"/>
                      <a:pt x="6601" y="4230"/>
                      <a:pt x="6601" y="3388"/>
                    </a:cubicBezTo>
                    <a:cubicBezTo>
                      <a:pt x="6601" y="2547"/>
                      <a:pt x="6267" y="1740"/>
                      <a:pt x="5673" y="1145"/>
                    </a:cubicBezTo>
                    <a:cubicBezTo>
                      <a:pt x="5078" y="550"/>
                      <a:pt x="4271" y="216"/>
                      <a:pt x="3430" y="216"/>
                    </a:cubicBezTo>
                    <a:cubicBezTo>
                      <a:pt x="2589" y="216"/>
                      <a:pt x="1782" y="550"/>
                      <a:pt x="1187" y="1145"/>
                    </a:cubicBezTo>
                    <a:cubicBezTo>
                      <a:pt x="593" y="1740"/>
                      <a:pt x="258" y="2547"/>
                      <a:pt x="258" y="3388"/>
                    </a:cubicBezTo>
                    <a:cubicBezTo>
                      <a:pt x="258" y="4230"/>
                      <a:pt x="593" y="5037"/>
                      <a:pt x="1187" y="5632"/>
                    </a:cubicBezTo>
                    <a:cubicBezTo>
                      <a:pt x="1782" y="6227"/>
                      <a:pt x="2589" y="6561"/>
                      <a:pt x="3430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62" name="Freeform: Shape 9361">
                <a:extLst>
                  <a:ext uri="{FF2B5EF4-FFF2-40B4-BE49-F238E27FC236}">
                    <a16:creationId xmlns:a16="http://schemas.microsoft.com/office/drawing/2014/main" id="{6ECAF5D8-1F48-3C6B-0B3E-91E9BA1FCE67}"/>
                  </a:ext>
                </a:extLst>
              </p:cNvPr>
              <p:cNvSpPr/>
              <p:nvPr/>
            </p:nvSpPr>
            <p:spPr>
              <a:xfrm>
                <a:off x="9684635" y="6230270"/>
                <a:ext cx="6343" cy="6345"/>
              </a:xfrm>
              <a:custGeom>
                <a:avLst/>
                <a:gdLst>
                  <a:gd name="connsiteX0" fmla="*/ 3430 w 6343"/>
                  <a:gd name="connsiteY0" fmla="*/ 6562 h 6345"/>
                  <a:gd name="connsiteX1" fmla="*/ 5672 w 6343"/>
                  <a:gd name="connsiteY1" fmla="*/ 5633 h 6345"/>
                  <a:gd name="connsiteX2" fmla="*/ 6601 w 6343"/>
                  <a:gd name="connsiteY2" fmla="*/ 3389 h 6345"/>
                  <a:gd name="connsiteX3" fmla="*/ 5672 w 6343"/>
                  <a:gd name="connsiteY3" fmla="*/ 1146 h 6345"/>
                  <a:gd name="connsiteX4" fmla="*/ 3430 w 6343"/>
                  <a:gd name="connsiteY4" fmla="*/ 217 h 6345"/>
                  <a:gd name="connsiteX5" fmla="*/ 1187 w 6343"/>
                  <a:gd name="connsiteY5" fmla="*/ 1146 h 6345"/>
                  <a:gd name="connsiteX6" fmla="*/ 258 w 6343"/>
                  <a:gd name="connsiteY6" fmla="*/ 3389 h 6345"/>
                  <a:gd name="connsiteX7" fmla="*/ 1187 w 6343"/>
                  <a:gd name="connsiteY7" fmla="*/ 5633 h 6345"/>
                  <a:gd name="connsiteX8" fmla="*/ 3430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62"/>
                    </a:moveTo>
                    <a:cubicBezTo>
                      <a:pt x="4271" y="6562"/>
                      <a:pt x="5078" y="6228"/>
                      <a:pt x="5672" y="5633"/>
                    </a:cubicBezTo>
                    <a:cubicBezTo>
                      <a:pt x="6267" y="5038"/>
                      <a:pt x="6601" y="4231"/>
                      <a:pt x="6601" y="3389"/>
                    </a:cubicBezTo>
                    <a:cubicBezTo>
                      <a:pt x="6601" y="2548"/>
                      <a:pt x="6267" y="1741"/>
                      <a:pt x="5672" y="1146"/>
                    </a:cubicBezTo>
                    <a:cubicBezTo>
                      <a:pt x="5078" y="551"/>
                      <a:pt x="4271" y="217"/>
                      <a:pt x="3430" y="217"/>
                    </a:cubicBezTo>
                    <a:cubicBezTo>
                      <a:pt x="2589" y="217"/>
                      <a:pt x="1782" y="551"/>
                      <a:pt x="1187" y="1146"/>
                    </a:cubicBezTo>
                    <a:cubicBezTo>
                      <a:pt x="592" y="1741"/>
                      <a:pt x="258" y="2548"/>
                      <a:pt x="258" y="3389"/>
                    </a:cubicBezTo>
                    <a:cubicBezTo>
                      <a:pt x="258" y="4231"/>
                      <a:pt x="592" y="5038"/>
                      <a:pt x="1187" y="5633"/>
                    </a:cubicBezTo>
                    <a:cubicBezTo>
                      <a:pt x="1782" y="6228"/>
                      <a:pt x="2589" y="6562"/>
                      <a:pt x="3430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63" name="Freeform: Shape 9362">
                <a:extLst>
                  <a:ext uri="{FF2B5EF4-FFF2-40B4-BE49-F238E27FC236}">
                    <a16:creationId xmlns:a16="http://schemas.microsoft.com/office/drawing/2014/main" id="{2892F28C-0028-9CAE-4118-AF81DF4DA9F1}"/>
                  </a:ext>
                </a:extLst>
              </p:cNvPr>
              <p:cNvSpPr/>
              <p:nvPr/>
            </p:nvSpPr>
            <p:spPr>
              <a:xfrm>
                <a:off x="9684665" y="6254835"/>
                <a:ext cx="6343" cy="6345"/>
              </a:xfrm>
              <a:custGeom>
                <a:avLst/>
                <a:gdLst>
                  <a:gd name="connsiteX0" fmla="*/ 3430 w 6343"/>
                  <a:gd name="connsiteY0" fmla="*/ 6564 h 6345"/>
                  <a:gd name="connsiteX1" fmla="*/ 5672 w 6343"/>
                  <a:gd name="connsiteY1" fmla="*/ 5635 h 6345"/>
                  <a:gd name="connsiteX2" fmla="*/ 6601 w 6343"/>
                  <a:gd name="connsiteY2" fmla="*/ 3391 h 6345"/>
                  <a:gd name="connsiteX3" fmla="*/ 5672 w 6343"/>
                  <a:gd name="connsiteY3" fmla="*/ 1148 h 6345"/>
                  <a:gd name="connsiteX4" fmla="*/ 3430 w 6343"/>
                  <a:gd name="connsiteY4" fmla="*/ 219 h 6345"/>
                  <a:gd name="connsiteX5" fmla="*/ 1187 w 6343"/>
                  <a:gd name="connsiteY5" fmla="*/ 1148 h 6345"/>
                  <a:gd name="connsiteX6" fmla="*/ 258 w 6343"/>
                  <a:gd name="connsiteY6" fmla="*/ 3391 h 6345"/>
                  <a:gd name="connsiteX7" fmla="*/ 1187 w 6343"/>
                  <a:gd name="connsiteY7" fmla="*/ 5635 h 6345"/>
                  <a:gd name="connsiteX8" fmla="*/ 3430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64"/>
                    </a:moveTo>
                    <a:cubicBezTo>
                      <a:pt x="4271" y="6564"/>
                      <a:pt x="5078" y="6230"/>
                      <a:pt x="5672" y="5635"/>
                    </a:cubicBezTo>
                    <a:cubicBezTo>
                      <a:pt x="6267" y="5040"/>
                      <a:pt x="6601" y="4233"/>
                      <a:pt x="6601" y="3391"/>
                    </a:cubicBezTo>
                    <a:cubicBezTo>
                      <a:pt x="6601" y="2550"/>
                      <a:pt x="6267" y="1743"/>
                      <a:pt x="5672" y="1148"/>
                    </a:cubicBezTo>
                    <a:cubicBezTo>
                      <a:pt x="5078" y="553"/>
                      <a:pt x="4271" y="219"/>
                      <a:pt x="3430" y="219"/>
                    </a:cubicBezTo>
                    <a:cubicBezTo>
                      <a:pt x="2589" y="219"/>
                      <a:pt x="1782" y="553"/>
                      <a:pt x="1187" y="1148"/>
                    </a:cubicBezTo>
                    <a:cubicBezTo>
                      <a:pt x="592" y="1743"/>
                      <a:pt x="258" y="2550"/>
                      <a:pt x="258" y="3391"/>
                    </a:cubicBezTo>
                    <a:cubicBezTo>
                      <a:pt x="258" y="4233"/>
                      <a:pt x="592" y="5040"/>
                      <a:pt x="1187" y="5635"/>
                    </a:cubicBezTo>
                    <a:cubicBezTo>
                      <a:pt x="1782" y="6230"/>
                      <a:pt x="2589" y="6564"/>
                      <a:pt x="3430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64" name="Freeform: Shape 9363">
                <a:extLst>
                  <a:ext uri="{FF2B5EF4-FFF2-40B4-BE49-F238E27FC236}">
                    <a16:creationId xmlns:a16="http://schemas.microsoft.com/office/drawing/2014/main" id="{D6B2357A-58BE-65FC-7872-1F2090B7B9F2}"/>
                  </a:ext>
                </a:extLst>
              </p:cNvPr>
              <p:cNvSpPr/>
              <p:nvPr/>
            </p:nvSpPr>
            <p:spPr>
              <a:xfrm>
                <a:off x="9838353" y="6955974"/>
                <a:ext cx="6343" cy="6345"/>
              </a:xfrm>
              <a:custGeom>
                <a:avLst/>
                <a:gdLst>
                  <a:gd name="connsiteX0" fmla="*/ 3442 w 6343"/>
                  <a:gd name="connsiteY0" fmla="*/ 6619 h 6345"/>
                  <a:gd name="connsiteX1" fmla="*/ 5685 w 6343"/>
                  <a:gd name="connsiteY1" fmla="*/ 5690 h 6345"/>
                  <a:gd name="connsiteX2" fmla="*/ 6613 w 6343"/>
                  <a:gd name="connsiteY2" fmla="*/ 3447 h 6345"/>
                  <a:gd name="connsiteX3" fmla="*/ 5685 w 6343"/>
                  <a:gd name="connsiteY3" fmla="*/ 1203 h 6345"/>
                  <a:gd name="connsiteX4" fmla="*/ 3442 w 6343"/>
                  <a:gd name="connsiteY4" fmla="*/ 274 h 6345"/>
                  <a:gd name="connsiteX5" fmla="*/ 1199 w 6343"/>
                  <a:gd name="connsiteY5" fmla="*/ 1203 h 6345"/>
                  <a:gd name="connsiteX6" fmla="*/ 270 w 6343"/>
                  <a:gd name="connsiteY6" fmla="*/ 3447 h 6345"/>
                  <a:gd name="connsiteX7" fmla="*/ 1199 w 6343"/>
                  <a:gd name="connsiteY7" fmla="*/ 5690 h 6345"/>
                  <a:gd name="connsiteX8" fmla="*/ 3442 w 6343"/>
                  <a:gd name="connsiteY8" fmla="*/ 66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619"/>
                    </a:moveTo>
                    <a:cubicBezTo>
                      <a:pt x="4283" y="6619"/>
                      <a:pt x="5090" y="6285"/>
                      <a:pt x="5685" y="5690"/>
                    </a:cubicBezTo>
                    <a:cubicBezTo>
                      <a:pt x="6279" y="5095"/>
                      <a:pt x="6613" y="4288"/>
                      <a:pt x="6613" y="3447"/>
                    </a:cubicBezTo>
                    <a:cubicBezTo>
                      <a:pt x="6613" y="2605"/>
                      <a:pt x="6279" y="1798"/>
                      <a:pt x="5685" y="1203"/>
                    </a:cubicBezTo>
                    <a:cubicBezTo>
                      <a:pt x="5090" y="608"/>
                      <a:pt x="4283" y="274"/>
                      <a:pt x="3442" y="274"/>
                    </a:cubicBezTo>
                    <a:cubicBezTo>
                      <a:pt x="2601" y="274"/>
                      <a:pt x="1794" y="608"/>
                      <a:pt x="1199" y="1203"/>
                    </a:cubicBezTo>
                    <a:cubicBezTo>
                      <a:pt x="605" y="1798"/>
                      <a:pt x="270" y="2605"/>
                      <a:pt x="270" y="3447"/>
                    </a:cubicBezTo>
                    <a:cubicBezTo>
                      <a:pt x="270" y="4288"/>
                      <a:pt x="605" y="5095"/>
                      <a:pt x="1199" y="5690"/>
                    </a:cubicBezTo>
                    <a:cubicBezTo>
                      <a:pt x="1794" y="6285"/>
                      <a:pt x="2601" y="6619"/>
                      <a:pt x="3442" y="66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65" name="Freeform: Shape 9364">
                <a:extLst>
                  <a:ext uri="{FF2B5EF4-FFF2-40B4-BE49-F238E27FC236}">
                    <a16:creationId xmlns:a16="http://schemas.microsoft.com/office/drawing/2014/main" id="{8505E9ED-94C6-9D91-045F-3C3E4D9DA8F8}"/>
                  </a:ext>
                </a:extLst>
              </p:cNvPr>
              <p:cNvSpPr/>
              <p:nvPr/>
            </p:nvSpPr>
            <p:spPr>
              <a:xfrm>
                <a:off x="9869957" y="7139699"/>
                <a:ext cx="6343" cy="6345"/>
              </a:xfrm>
              <a:custGeom>
                <a:avLst/>
                <a:gdLst>
                  <a:gd name="connsiteX0" fmla="*/ 3444 w 6343"/>
                  <a:gd name="connsiteY0" fmla="*/ 6634 h 6345"/>
                  <a:gd name="connsiteX1" fmla="*/ 5687 w 6343"/>
                  <a:gd name="connsiteY1" fmla="*/ 5705 h 6345"/>
                  <a:gd name="connsiteX2" fmla="*/ 6616 w 6343"/>
                  <a:gd name="connsiteY2" fmla="*/ 3461 h 6345"/>
                  <a:gd name="connsiteX3" fmla="*/ 5687 w 6343"/>
                  <a:gd name="connsiteY3" fmla="*/ 1218 h 6345"/>
                  <a:gd name="connsiteX4" fmla="*/ 3444 w 6343"/>
                  <a:gd name="connsiteY4" fmla="*/ 288 h 6345"/>
                  <a:gd name="connsiteX5" fmla="*/ 1202 w 6343"/>
                  <a:gd name="connsiteY5" fmla="*/ 1218 h 6345"/>
                  <a:gd name="connsiteX6" fmla="*/ 273 w 6343"/>
                  <a:gd name="connsiteY6" fmla="*/ 3461 h 6345"/>
                  <a:gd name="connsiteX7" fmla="*/ 1202 w 6343"/>
                  <a:gd name="connsiteY7" fmla="*/ 5705 h 6345"/>
                  <a:gd name="connsiteX8" fmla="*/ 3444 w 6343"/>
                  <a:gd name="connsiteY8" fmla="*/ 66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634"/>
                    </a:moveTo>
                    <a:cubicBezTo>
                      <a:pt x="4285" y="6634"/>
                      <a:pt x="5092" y="6300"/>
                      <a:pt x="5687" y="5705"/>
                    </a:cubicBezTo>
                    <a:cubicBezTo>
                      <a:pt x="6282" y="5110"/>
                      <a:pt x="6616" y="4303"/>
                      <a:pt x="6616" y="3461"/>
                    </a:cubicBezTo>
                    <a:cubicBezTo>
                      <a:pt x="6616" y="2620"/>
                      <a:pt x="6282" y="1813"/>
                      <a:pt x="5687" y="1218"/>
                    </a:cubicBezTo>
                    <a:cubicBezTo>
                      <a:pt x="5092" y="623"/>
                      <a:pt x="4285" y="288"/>
                      <a:pt x="3444" y="288"/>
                    </a:cubicBezTo>
                    <a:cubicBezTo>
                      <a:pt x="2603" y="288"/>
                      <a:pt x="1796" y="623"/>
                      <a:pt x="1202" y="1218"/>
                    </a:cubicBezTo>
                    <a:cubicBezTo>
                      <a:pt x="607" y="1813"/>
                      <a:pt x="273" y="2620"/>
                      <a:pt x="273" y="3461"/>
                    </a:cubicBezTo>
                    <a:cubicBezTo>
                      <a:pt x="273" y="4303"/>
                      <a:pt x="607" y="5110"/>
                      <a:pt x="1202" y="5705"/>
                    </a:cubicBezTo>
                    <a:cubicBezTo>
                      <a:pt x="1796" y="6300"/>
                      <a:pt x="2603" y="6634"/>
                      <a:pt x="3444" y="66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66" name="Freeform: Shape 9365">
                <a:extLst>
                  <a:ext uri="{FF2B5EF4-FFF2-40B4-BE49-F238E27FC236}">
                    <a16:creationId xmlns:a16="http://schemas.microsoft.com/office/drawing/2014/main" id="{11B9C959-B5E8-632F-233E-622DE24985AB}"/>
                  </a:ext>
                </a:extLst>
              </p:cNvPr>
              <p:cNvSpPr/>
              <p:nvPr/>
            </p:nvSpPr>
            <p:spPr>
              <a:xfrm>
                <a:off x="9818101" y="6961421"/>
                <a:ext cx="6343" cy="6345"/>
              </a:xfrm>
              <a:custGeom>
                <a:avLst/>
                <a:gdLst>
                  <a:gd name="connsiteX0" fmla="*/ 3440 w 6343"/>
                  <a:gd name="connsiteY0" fmla="*/ 6620 h 6345"/>
                  <a:gd name="connsiteX1" fmla="*/ 5683 w 6343"/>
                  <a:gd name="connsiteY1" fmla="*/ 5691 h 6345"/>
                  <a:gd name="connsiteX2" fmla="*/ 6612 w 6343"/>
                  <a:gd name="connsiteY2" fmla="*/ 3447 h 6345"/>
                  <a:gd name="connsiteX3" fmla="*/ 5683 w 6343"/>
                  <a:gd name="connsiteY3" fmla="*/ 1204 h 6345"/>
                  <a:gd name="connsiteX4" fmla="*/ 3440 w 6343"/>
                  <a:gd name="connsiteY4" fmla="*/ 274 h 6345"/>
                  <a:gd name="connsiteX5" fmla="*/ 1198 w 6343"/>
                  <a:gd name="connsiteY5" fmla="*/ 1204 h 6345"/>
                  <a:gd name="connsiteX6" fmla="*/ 269 w 6343"/>
                  <a:gd name="connsiteY6" fmla="*/ 3447 h 6345"/>
                  <a:gd name="connsiteX7" fmla="*/ 1198 w 6343"/>
                  <a:gd name="connsiteY7" fmla="*/ 5691 h 6345"/>
                  <a:gd name="connsiteX8" fmla="*/ 3440 w 6343"/>
                  <a:gd name="connsiteY8" fmla="*/ 66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620"/>
                    </a:moveTo>
                    <a:cubicBezTo>
                      <a:pt x="4281" y="6620"/>
                      <a:pt x="5088" y="6285"/>
                      <a:pt x="5683" y="5691"/>
                    </a:cubicBezTo>
                    <a:cubicBezTo>
                      <a:pt x="6278" y="5096"/>
                      <a:pt x="6612" y="4288"/>
                      <a:pt x="6612" y="3447"/>
                    </a:cubicBezTo>
                    <a:cubicBezTo>
                      <a:pt x="6612" y="2606"/>
                      <a:pt x="6278" y="1799"/>
                      <a:pt x="5683" y="1204"/>
                    </a:cubicBezTo>
                    <a:cubicBezTo>
                      <a:pt x="5088" y="609"/>
                      <a:pt x="4281" y="274"/>
                      <a:pt x="3440" y="274"/>
                    </a:cubicBezTo>
                    <a:cubicBezTo>
                      <a:pt x="2599" y="274"/>
                      <a:pt x="1792" y="609"/>
                      <a:pt x="1198" y="1204"/>
                    </a:cubicBezTo>
                    <a:cubicBezTo>
                      <a:pt x="603" y="1799"/>
                      <a:pt x="269" y="2606"/>
                      <a:pt x="269" y="3447"/>
                    </a:cubicBezTo>
                    <a:cubicBezTo>
                      <a:pt x="269" y="4288"/>
                      <a:pt x="603" y="5096"/>
                      <a:pt x="1198" y="5691"/>
                    </a:cubicBezTo>
                    <a:cubicBezTo>
                      <a:pt x="1792" y="6285"/>
                      <a:pt x="2599" y="6620"/>
                      <a:pt x="3440" y="66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67" name="Freeform: Shape 9366">
                <a:extLst>
                  <a:ext uri="{FF2B5EF4-FFF2-40B4-BE49-F238E27FC236}">
                    <a16:creationId xmlns:a16="http://schemas.microsoft.com/office/drawing/2014/main" id="{AAF1ADA1-17B0-BC23-80E3-7E12C277F833}"/>
                  </a:ext>
                </a:extLst>
              </p:cNvPr>
              <p:cNvSpPr/>
              <p:nvPr/>
            </p:nvSpPr>
            <p:spPr>
              <a:xfrm>
                <a:off x="9797008" y="6962993"/>
                <a:ext cx="6343" cy="6345"/>
              </a:xfrm>
              <a:custGeom>
                <a:avLst/>
                <a:gdLst>
                  <a:gd name="connsiteX0" fmla="*/ 3439 w 6343"/>
                  <a:gd name="connsiteY0" fmla="*/ 6620 h 6345"/>
                  <a:gd name="connsiteX1" fmla="*/ 5681 w 6343"/>
                  <a:gd name="connsiteY1" fmla="*/ 5691 h 6345"/>
                  <a:gd name="connsiteX2" fmla="*/ 6610 w 6343"/>
                  <a:gd name="connsiteY2" fmla="*/ 3447 h 6345"/>
                  <a:gd name="connsiteX3" fmla="*/ 5681 w 6343"/>
                  <a:gd name="connsiteY3" fmla="*/ 1204 h 6345"/>
                  <a:gd name="connsiteX4" fmla="*/ 3439 w 6343"/>
                  <a:gd name="connsiteY4" fmla="*/ 274 h 6345"/>
                  <a:gd name="connsiteX5" fmla="*/ 1196 w 6343"/>
                  <a:gd name="connsiteY5" fmla="*/ 1204 h 6345"/>
                  <a:gd name="connsiteX6" fmla="*/ 267 w 6343"/>
                  <a:gd name="connsiteY6" fmla="*/ 3447 h 6345"/>
                  <a:gd name="connsiteX7" fmla="*/ 1196 w 6343"/>
                  <a:gd name="connsiteY7" fmla="*/ 5691 h 6345"/>
                  <a:gd name="connsiteX8" fmla="*/ 3439 w 6343"/>
                  <a:gd name="connsiteY8" fmla="*/ 66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620"/>
                    </a:moveTo>
                    <a:cubicBezTo>
                      <a:pt x="4280" y="6620"/>
                      <a:pt x="5086" y="6286"/>
                      <a:pt x="5681" y="5691"/>
                    </a:cubicBezTo>
                    <a:cubicBezTo>
                      <a:pt x="6276" y="5096"/>
                      <a:pt x="6610" y="4289"/>
                      <a:pt x="6610" y="3447"/>
                    </a:cubicBezTo>
                    <a:cubicBezTo>
                      <a:pt x="6610" y="2606"/>
                      <a:pt x="6276" y="1799"/>
                      <a:pt x="5681" y="1204"/>
                    </a:cubicBezTo>
                    <a:cubicBezTo>
                      <a:pt x="5086" y="609"/>
                      <a:pt x="4280" y="274"/>
                      <a:pt x="3439" y="274"/>
                    </a:cubicBezTo>
                    <a:cubicBezTo>
                      <a:pt x="2598" y="274"/>
                      <a:pt x="1791" y="609"/>
                      <a:pt x="1196" y="1204"/>
                    </a:cubicBezTo>
                    <a:cubicBezTo>
                      <a:pt x="601" y="1799"/>
                      <a:pt x="267" y="2606"/>
                      <a:pt x="267" y="3447"/>
                    </a:cubicBezTo>
                    <a:cubicBezTo>
                      <a:pt x="267" y="4289"/>
                      <a:pt x="601" y="5096"/>
                      <a:pt x="1196" y="5691"/>
                    </a:cubicBezTo>
                    <a:cubicBezTo>
                      <a:pt x="1791" y="6286"/>
                      <a:pt x="2598" y="6620"/>
                      <a:pt x="3439" y="66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68" name="Freeform: Shape 9367">
                <a:extLst>
                  <a:ext uri="{FF2B5EF4-FFF2-40B4-BE49-F238E27FC236}">
                    <a16:creationId xmlns:a16="http://schemas.microsoft.com/office/drawing/2014/main" id="{0EEDBC03-BC3D-C4B4-A061-0B7E1997050A}"/>
                  </a:ext>
                </a:extLst>
              </p:cNvPr>
              <p:cNvSpPr/>
              <p:nvPr/>
            </p:nvSpPr>
            <p:spPr>
              <a:xfrm>
                <a:off x="9786600" y="6964326"/>
                <a:ext cx="6343" cy="6345"/>
              </a:xfrm>
              <a:custGeom>
                <a:avLst/>
                <a:gdLst>
                  <a:gd name="connsiteX0" fmla="*/ 3438 w 6343"/>
                  <a:gd name="connsiteY0" fmla="*/ 6620 h 6345"/>
                  <a:gd name="connsiteX1" fmla="*/ 5680 w 6343"/>
                  <a:gd name="connsiteY1" fmla="*/ 5691 h 6345"/>
                  <a:gd name="connsiteX2" fmla="*/ 6609 w 6343"/>
                  <a:gd name="connsiteY2" fmla="*/ 3447 h 6345"/>
                  <a:gd name="connsiteX3" fmla="*/ 5680 w 6343"/>
                  <a:gd name="connsiteY3" fmla="*/ 1204 h 6345"/>
                  <a:gd name="connsiteX4" fmla="*/ 3438 w 6343"/>
                  <a:gd name="connsiteY4" fmla="*/ 275 h 6345"/>
                  <a:gd name="connsiteX5" fmla="*/ 1195 w 6343"/>
                  <a:gd name="connsiteY5" fmla="*/ 1204 h 6345"/>
                  <a:gd name="connsiteX6" fmla="*/ 266 w 6343"/>
                  <a:gd name="connsiteY6" fmla="*/ 3447 h 6345"/>
                  <a:gd name="connsiteX7" fmla="*/ 1195 w 6343"/>
                  <a:gd name="connsiteY7" fmla="*/ 5691 h 6345"/>
                  <a:gd name="connsiteX8" fmla="*/ 3438 w 6343"/>
                  <a:gd name="connsiteY8" fmla="*/ 66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620"/>
                    </a:moveTo>
                    <a:cubicBezTo>
                      <a:pt x="4279" y="6620"/>
                      <a:pt x="5086" y="6286"/>
                      <a:pt x="5680" y="5691"/>
                    </a:cubicBezTo>
                    <a:cubicBezTo>
                      <a:pt x="6275" y="5096"/>
                      <a:pt x="6609" y="4289"/>
                      <a:pt x="6609" y="3447"/>
                    </a:cubicBezTo>
                    <a:cubicBezTo>
                      <a:pt x="6609" y="2606"/>
                      <a:pt x="6275" y="1799"/>
                      <a:pt x="5680" y="1204"/>
                    </a:cubicBezTo>
                    <a:cubicBezTo>
                      <a:pt x="5086" y="609"/>
                      <a:pt x="4279" y="275"/>
                      <a:pt x="3438" y="275"/>
                    </a:cubicBezTo>
                    <a:cubicBezTo>
                      <a:pt x="2597" y="275"/>
                      <a:pt x="1790" y="609"/>
                      <a:pt x="1195" y="1204"/>
                    </a:cubicBezTo>
                    <a:cubicBezTo>
                      <a:pt x="600" y="1799"/>
                      <a:pt x="266" y="2606"/>
                      <a:pt x="266" y="3447"/>
                    </a:cubicBezTo>
                    <a:cubicBezTo>
                      <a:pt x="266" y="4289"/>
                      <a:pt x="600" y="5096"/>
                      <a:pt x="1195" y="5691"/>
                    </a:cubicBezTo>
                    <a:cubicBezTo>
                      <a:pt x="1790" y="6286"/>
                      <a:pt x="2597" y="6620"/>
                      <a:pt x="3438" y="66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69" name="Freeform: Shape 9368">
                <a:extLst>
                  <a:ext uri="{FF2B5EF4-FFF2-40B4-BE49-F238E27FC236}">
                    <a16:creationId xmlns:a16="http://schemas.microsoft.com/office/drawing/2014/main" id="{09326588-F1B6-6BFD-26FB-B3531E4CDABA}"/>
                  </a:ext>
                </a:extLst>
              </p:cNvPr>
              <p:cNvSpPr/>
              <p:nvPr/>
            </p:nvSpPr>
            <p:spPr>
              <a:xfrm>
                <a:off x="9721136" y="6688184"/>
                <a:ext cx="6343" cy="6345"/>
              </a:xfrm>
              <a:custGeom>
                <a:avLst/>
                <a:gdLst>
                  <a:gd name="connsiteX0" fmla="*/ 3433 w 6343"/>
                  <a:gd name="connsiteY0" fmla="*/ 6598 h 6345"/>
                  <a:gd name="connsiteX1" fmla="*/ 5675 w 6343"/>
                  <a:gd name="connsiteY1" fmla="*/ 5669 h 6345"/>
                  <a:gd name="connsiteX2" fmla="*/ 6604 w 6343"/>
                  <a:gd name="connsiteY2" fmla="*/ 3426 h 6345"/>
                  <a:gd name="connsiteX3" fmla="*/ 5675 w 6343"/>
                  <a:gd name="connsiteY3" fmla="*/ 1182 h 6345"/>
                  <a:gd name="connsiteX4" fmla="*/ 3433 w 6343"/>
                  <a:gd name="connsiteY4" fmla="*/ 253 h 6345"/>
                  <a:gd name="connsiteX5" fmla="*/ 1190 w 6343"/>
                  <a:gd name="connsiteY5" fmla="*/ 1182 h 6345"/>
                  <a:gd name="connsiteX6" fmla="*/ 261 w 6343"/>
                  <a:gd name="connsiteY6" fmla="*/ 3426 h 6345"/>
                  <a:gd name="connsiteX7" fmla="*/ 1190 w 6343"/>
                  <a:gd name="connsiteY7" fmla="*/ 5669 h 6345"/>
                  <a:gd name="connsiteX8" fmla="*/ 3433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98"/>
                    </a:moveTo>
                    <a:cubicBezTo>
                      <a:pt x="4274" y="6598"/>
                      <a:pt x="5081" y="6264"/>
                      <a:pt x="5675" y="5669"/>
                    </a:cubicBezTo>
                    <a:cubicBezTo>
                      <a:pt x="6270" y="5074"/>
                      <a:pt x="6604" y="4267"/>
                      <a:pt x="6604" y="3426"/>
                    </a:cubicBezTo>
                    <a:cubicBezTo>
                      <a:pt x="6604" y="2584"/>
                      <a:pt x="6270" y="1777"/>
                      <a:pt x="5675" y="1182"/>
                    </a:cubicBezTo>
                    <a:cubicBezTo>
                      <a:pt x="5081" y="587"/>
                      <a:pt x="4274" y="253"/>
                      <a:pt x="3433" y="253"/>
                    </a:cubicBezTo>
                    <a:cubicBezTo>
                      <a:pt x="2592" y="253"/>
                      <a:pt x="1785" y="587"/>
                      <a:pt x="1190" y="1182"/>
                    </a:cubicBezTo>
                    <a:cubicBezTo>
                      <a:pt x="595" y="1777"/>
                      <a:pt x="261" y="2584"/>
                      <a:pt x="261" y="3426"/>
                    </a:cubicBezTo>
                    <a:cubicBezTo>
                      <a:pt x="261" y="4267"/>
                      <a:pt x="595" y="5074"/>
                      <a:pt x="1190" y="5669"/>
                    </a:cubicBezTo>
                    <a:cubicBezTo>
                      <a:pt x="1785" y="6264"/>
                      <a:pt x="2592" y="6598"/>
                      <a:pt x="3433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70" name="Freeform: Shape 9369">
                <a:extLst>
                  <a:ext uri="{FF2B5EF4-FFF2-40B4-BE49-F238E27FC236}">
                    <a16:creationId xmlns:a16="http://schemas.microsoft.com/office/drawing/2014/main" id="{0F915CFC-57FC-B5B9-36D7-96533CDC7F6D}"/>
                  </a:ext>
                </a:extLst>
              </p:cNvPr>
              <p:cNvSpPr/>
              <p:nvPr/>
            </p:nvSpPr>
            <p:spPr>
              <a:xfrm>
                <a:off x="9712615" y="6690041"/>
                <a:ext cx="6343" cy="6345"/>
              </a:xfrm>
              <a:custGeom>
                <a:avLst/>
                <a:gdLst>
                  <a:gd name="connsiteX0" fmla="*/ 3432 w 6343"/>
                  <a:gd name="connsiteY0" fmla="*/ 6598 h 6345"/>
                  <a:gd name="connsiteX1" fmla="*/ 5675 w 6343"/>
                  <a:gd name="connsiteY1" fmla="*/ 5669 h 6345"/>
                  <a:gd name="connsiteX2" fmla="*/ 6604 w 6343"/>
                  <a:gd name="connsiteY2" fmla="*/ 3426 h 6345"/>
                  <a:gd name="connsiteX3" fmla="*/ 5675 w 6343"/>
                  <a:gd name="connsiteY3" fmla="*/ 1182 h 6345"/>
                  <a:gd name="connsiteX4" fmla="*/ 3432 w 6343"/>
                  <a:gd name="connsiteY4" fmla="*/ 253 h 6345"/>
                  <a:gd name="connsiteX5" fmla="*/ 1189 w 6343"/>
                  <a:gd name="connsiteY5" fmla="*/ 1182 h 6345"/>
                  <a:gd name="connsiteX6" fmla="*/ 260 w 6343"/>
                  <a:gd name="connsiteY6" fmla="*/ 3426 h 6345"/>
                  <a:gd name="connsiteX7" fmla="*/ 1189 w 6343"/>
                  <a:gd name="connsiteY7" fmla="*/ 5669 h 6345"/>
                  <a:gd name="connsiteX8" fmla="*/ 3432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98"/>
                    </a:moveTo>
                    <a:cubicBezTo>
                      <a:pt x="4273" y="6598"/>
                      <a:pt x="5080" y="6264"/>
                      <a:pt x="5675" y="5669"/>
                    </a:cubicBezTo>
                    <a:cubicBezTo>
                      <a:pt x="6269" y="5074"/>
                      <a:pt x="6604" y="4267"/>
                      <a:pt x="6604" y="3426"/>
                    </a:cubicBezTo>
                    <a:cubicBezTo>
                      <a:pt x="6604" y="2584"/>
                      <a:pt x="6269" y="1777"/>
                      <a:pt x="5675" y="1182"/>
                    </a:cubicBezTo>
                    <a:cubicBezTo>
                      <a:pt x="5080" y="587"/>
                      <a:pt x="4273" y="253"/>
                      <a:pt x="3432" y="253"/>
                    </a:cubicBezTo>
                    <a:cubicBezTo>
                      <a:pt x="2591" y="253"/>
                      <a:pt x="1784" y="587"/>
                      <a:pt x="1189" y="1182"/>
                    </a:cubicBezTo>
                    <a:cubicBezTo>
                      <a:pt x="595" y="1777"/>
                      <a:pt x="260" y="2584"/>
                      <a:pt x="260" y="3426"/>
                    </a:cubicBezTo>
                    <a:cubicBezTo>
                      <a:pt x="260" y="4267"/>
                      <a:pt x="595" y="5074"/>
                      <a:pt x="1189" y="5669"/>
                    </a:cubicBezTo>
                    <a:cubicBezTo>
                      <a:pt x="1784" y="6264"/>
                      <a:pt x="2591" y="6598"/>
                      <a:pt x="3432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71" name="Freeform: Shape 9370">
                <a:extLst>
                  <a:ext uri="{FF2B5EF4-FFF2-40B4-BE49-F238E27FC236}">
                    <a16:creationId xmlns:a16="http://schemas.microsoft.com/office/drawing/2014/main" id="{20C1E5A7-9437-0ED7-461A-971791F311F2}"/>
                  </a:ext>
                </a:extLst>
              </p:cNvPr>
              <p:cNvSpPr/>
              <p:nvPr/>
            </p:nvSpPr>
            <p:spPr>
              <a:xfrm>
                <a:off x="9529288" y="5750752"/>
                <a:ext cx="6343" cy="6345"/>
              </a:xfrm>
              <a:custGeom>
                <a:avLst/>
                <a:gdLst>
                  <a:gd name="connsiteX0" fmla="*/ 3418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8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2 h 6345"/>
                  <a:gd name="connsiteX7" fmla="*/ 1175 w 6343"/>
                  <a:gd name="connsiteY7" fmla="*/ 5595 h 6345"/>
                  <a:gd name="connsiteX8" fmla="*/ 341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24"/>
                    </a:moveTo>
                    <a:cubicBezTo>
                      <a:pt x="4259" y="6524"/>
                      <a:pt x="5065" y="6190"/>
                      <a:pt x="5660" y="5595"/>
                    </a:cubicBezTo>
                    <a:cubicBezTo>
                      <a:pt x="6255" y="5000"/>
                      <a:pt x="6589" y="4193"/>
                      <a:pt x="6589" y="3352"/>
                    </a:cubicBezTo>
                    <a:cubicBezTo>
                      <a:pt x="6589" y="2510"/>
                      <a:pt x="6255" y="1703"/>
                      <a:pt x="5660" y="1108"/>
                    </a:cubicBezTo>
                    <a:cubicBezTo>
                      <a:pt x="5065" y="513"/>
                      <a:pt x="4259" y="179"/>
                      <a:pt x="3418" y="179"/>
                    </a:cubicBezTo>
                    <a:cubicBezTo>
                      <a:pt x="2576" y="179"/>
                      <a:pt x="1770" y="513"/>
                      <a:pt x="1175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70" y="6190"/>
                      <a:pt x="2576" y="6524"/>
                      <a:pt x="341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72" name="Freeform: Shape 9371">
                <a:extLst>
                  <a:ext uri="{FF2B5EF4-FFF2-40B4-BE49-F238E27FC236}">
                    <a16:creationId xmlns:a16="http://schemas.microsoft.com/office/drawing/2014/main" id="{FFD6045B-CFA4-041C-4013-8859AB60C04C}"/>
                  </a:ext>
                </a:extLst>
              </p:cNvPr>
              <p:cNvSpPr/>
              <p:nvPr/>
            </p:nvSpPr>
            <p:spPr>
              <a:xfrm>
                <a:off x="9526318" y="5750336"/>
                <a:ext cx="6343" cy="6345"/>
              </a:xfrm>
              <a:custGeom>
                <a:avLst/>
                <a:gdLst>
                  <a:gd name="connsiteX0" fmla="*/ 3417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7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2 h 6345"/>
                  <a:gd name="connsiteX7" fmla="*/ 1175 w 6343"/>
                  <a:gd name="connsiteY7" fmla="*/ 5595 h 6345"/>
                  <a:gd name="connsiteX8" fmla="*/ 3417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24"/>
                    </a:moveTo>
                    <a:cubicBezTo>
                      <a:pt x="4258" y="6524"/>
                      <a:pt x="5065" y="6190"/>
                      <a:pt x="5660" y="5595"/>
                    </a:cubicBezTo>
                    <a:cubicBezTo>
                      <a:pt x="6255" y="5000"/>
                      <a:pt x="6589" y="4193"/>
                      <a:pt x="6589" y="3352"/>
                    </a:cubicBezTo>
                    <a:cubicBezTo>
                      <a:pt x="6589" y="2510"/>
                      <a:pt x="6255" y="1703"/>
                      <a:pt x="5660" y="1108"/>
                    </a:cubicBezTo>
                    <a:cubicBezTo>
                      <a:pt x="5065" y="513"/>
                      <a:pt x="4258" y="179"/>
                      <a:pt x="3417" y="179"/>
                    </a:cubicBezTo>
                    <a:cubicBezTo>
                      <a:pt x="2576" y="179"/>
                      <a:pt x="1769" y="513"/>
                      <a:pt x="1175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69" y="6190"/>
                      <a:pt x="2576" y="6524"/>
                      <a:pt x="3417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73" name="Freeform: Shape 9372">
                <a:extLst>
                  <a:ext uri="{FF2B5EF4-FFF2-40B4-BE49-F238E27FC236}">
                    <a16:creationId xmlns:a16="http://schemas.microsoft.com/office/drawing/2014/main" id="{C5D07841-C7F7-8135-7565-DD120556DF19}"/>
                  </a:ext>
                </a:extLst>
              </p:cNvPr>
              <p:cNvSpPr/>
              <p:nvPr/>
            </p:nvSpPr>
            <p:spPr>
              <a:xfrm>
                <a:off x="9523593" y="5751264"/>
                <a:ext cx="6343" cy="6345"/>
              </a:xfrm>
              <a:custGeom>
                <a:avLst/>
                <a:gdLst>
                  <a:gd name="connsiteX0" fmla="*/ 3417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7 w 6343"/>
                  <a:gd name="connsiteY4" fmla="*/ 179 h 6345"/>
                  <a:gd name="connsiteX5" fmla="*/ 1174 w 6343"/>
                  <a:gd name="connsiteY5" fmla="*/ 1108 h 6345"/>
                  <a:gd name="connsiteX6" fmla="*/ 246 w 6343"/>
                  <a:gd name="connsiteY6" fmla="*/ 3352 h 6345"/>
                  <a:gd name="connsiteX7" fmla="*/ 1174 w 6343"/>
                  <a:gd name="connsiteY7" fmla="*/ 5595 h 6345"/>
                  <a:gd name="connsiteX8" fmla="*/ 3417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24"/>
                    </a:moveTo>
                    <a:cubicBezTo>
                      <a:pt x="4258" y="6524"/>
                      <a:pt x="5065" y="6190"/>
                      <a:pt x="5660" y="5595"/>
                    </a:cubicBezTo>
                    <a:cubicBezTo>
                      <a:pt x="6254" y="5000"/>
                      <a:pt x="6589" y="4193"/>
                      <a:pt x="6589" y="3352"/>
                    </a:cubicBezTo>
                    <a:cubicBezTo>
                      <a:pt x="6589" y="2510"/>
                      <a:pt x="6254" y="1703"/>
                      <a:pt x="5660" y="1108"/>
                    </a:cubicBezTo>
                    <a:cubicBezTo>
                      <a:pt x="5065" y="513"/>
                      <a:pt x="4258" y="179"/>
                      <a:pt x="3417" y="179"/>
                    </a:cubicBezTo>
                    <a:cubicBezTo>
                      <a:pt x="2576" y="179"/>
                      <a:pt x="1769" y="513"/>
                      <a:pt x="1174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4" y="5595"/>
                    </a:cubicBezTo>
                    <a:cubicBezTo>
                      <a:pt x="1769" y="6190"/>
                      <a:pt x="2576" y="6524"/>
                      <a:pt x="3417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74" name="Freeform: Shape 9373">
                <a:extLst>
                  <a:ext uri="{FF2B5EF4-FFF2-40B4-BE49-F238E27FC236}">
                    <a16:creationId xmlns:a16="http://schemas.microsoft.com/office/drawing/2014/main" id="{BE812ACF-87DC-040B-08D0-9B16ADEA70B2}"/>
                  </a:ext>
                </a:extLst>
              </p:cNvPr>
              <p:cNvSpPr/>
              <p:nvPr/>
            </p:nvSpPr>
            <p:spPr>
              <a:xfrm>
                <a:off x="9721127" y="6953105"/>
                <a:ext cx="6343" cy="6345"/>
              </a:xfrm>
              <a:custGeom>
                <a:avLst/>
                <a:gdLst>
                  <a:gd name="connsiteX0" fmla="*/ 3433 w 6343"/>
                  <a:gd name="connsiteY0" fmla="*/ 6619 h 6345"/>
                  <a:gd name="connsiteX1" fmla="*/ 5675 w 6343"/>
                  <a:gd name="connsiteY1" fmla="*/ 5690 h 6345"/>
                  <a:gd name="connsiteX2" fmla="*/ 6604 w 6343"/>
                  <a:gd name="connsiteY2" fmla="*/ 3446 h 6345"/>
                  <a:gd name="connsiteX3" fmla="*/ 5675 w 6343"/>
                  <a:gd name="connsiteY3" fmla="*/ 1203 h 6345"/>
                  <a:gd name="connsiteX4" fmla="*/ 3433 w 6343"/>
                  <a:gd name="connsiteY4" fmla="*/ 274 h 6345"/>
                  <a:gd name="connsiteX5" fmla="*/ 1190 w 6343"/>
                  <a:gd name="connsiteY5" fmla="*/ 1203 h 6345"/>
                  <a:gd name="connsiteX6" fmla="*/ 261 w 6343"/>
                  <a:gd name="connsiteY6" fmla="*/ 3446 h 6345"/>
                  <a:gd name="connsiteX7" fmla="*/ 1190 w 6343"/>
                  <a:gd name="connsiteY7" fmla="*/ 5690 h 6345"/>
                  <a:gd name="connsiteX8" fmla="*/ 3433 w 6343"/>
                  <a:gd name="connsiteY8" fmla="*/ 66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619"/>
                    </a:moveTo>
                    <a:cubicBezTo>
                      <a:pt x="4274" y="6619"/>
                      <a:pt x="5081" y="6285"/>
                      <a:pt x="5675" y="5690"/>
                    </a:cubicBezTo>
                    <a:cubicBezTo>
                      <a:pt x="6270" y="5095"/>
                      <a:pt x="6604" y="4288"/>
                      <a:pt x="6604" y="3446"/>
                    </a:cubicBezTo>
                    <a:cubicBezTo>
                      <a:pt x="6604" y="2605"/>
                      <a:pt x="6270" y="1798"/>
                      <a:pt x="5675" y="1203"/>
                    </a:cubicBezTo>
                    <a:cubicBezTo>
                      <a:pt x="5081" y="608"/>
                      <a:pt x="4274" y="274"/>
                      <a:pt x="3433" y="274"/>
                    </a:cubicBezTo>
                    <a:cubicBezTo>
                      <a:pt x="2592" y="274"/>
                      <a:pt x="1785" y="608"/>
                      <a:pt x="1190" y="1203"/>
                    </a:cubicBezTo>
                    <a:cubicBezTo>
                      <a:pt x="595" y="1798"/>
                      <a:pt x="261" y="2605"/>
                      <a:pt x="261" y="3446"/>
                    </a:cubicBezTo>
                    <a:cubicBezTo>
                      <a:pt x="261" y="4288"/>
                      <a:pt x="595" y="5095"/>
                      <a:pt x="1190" y="5690"/>
                    </a:cubicBezTo>
                    <a:cubicBezTo>
                      <a:pt x="1785" y="6285"/>
                      <a:pt x="2592" y="6619"/>
                      <a:pt x="3433" y="66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75" name="Freeform: Shape 9374">
                <a:extLst>
                  <a:ext uri="{FF2B5EF4-FFF2-40B4-BE49-F238E27FC236}">
                    <a16:creationId xmlns:a16="http://schemas.microsoft.com/office/drawing/2014/main" id="{DAB7F56B-EBD2-A7FB-730F-22574FBAAFBF}"/>
                  </a:ext>
                </a:extLst>
              </p:cNvPr>
              <p:cNvSpPr/>
              <p:nvPr/>
            </p:nvSpPr>
            <p:spPr>
              <a:xfrm>
                <a:off x="9710856" y="6954214"/>
                <a:ext cx="6343" cy="6345"/>
              </a:xfrm>
              <a:custGeom>
                <a:avLst/>
                <a:gdLst>
                  <a:gd name="connsiteX0" fmla="*/ 3432 w 6343"/>
                  <a:gd name="connsiteY0" fmla="*/ 6619 h 6345"/>
                  <a:gd name="connsiteX1" fmla="*/ 5674 w 6343"/>
                  <a:gd name="connsiteY1" fmla="*/ 5690 h 6345"/>
                  <a:gd name="connsiteX2" fmla="*/ 6603 w 6343"/>
                  <a:gd name="connsiteY2" fmla="*/ 3447 h 6345"/>
                  <a:gd name="connsiteX3" fmla="*/ 5674 w 6343"/>
                  <a:gd name="connsiteY3" fmla="*/ 1203 h 6345"/>
                  <a:gd name="connsiteX4" fmla="*/ 3432 w 6343"/>
                  <a:gd name="connsiteY4" fmla="*/ 274 h 6345"/>
                  <a:gd name="connsiteX5" fmla="*/ 1189 w 6343"/>
                  <a:gd name="connsiteY5" fmla="*/ 1203 h 6345"/>
                  <a:gd name="connsiteX6" fmla="*/ 260 w 6343"/>
                  <a:gd name="connsiteY6" fmla="*/ 3447 h 6345"/>
                  <a:gd name="connsiteX7" fmla="*/ 1189 w 6343"/>
                  <a:gd name="connsiteY7" fmla="*/ 5690 h 6345"/>
                  <a:gd name="connsiteX8" fmla="*/ 3432 w 6343"/>
                  <a:gd name="connsiteY8" fmla="*/ 66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619"/>
                    </a:moveTo>
                    <a:cubicBezTo>
                      <a:pt x="4273" y="6619"/>
                      <a:pt x="5080" y="6285"/>
                      <a:pt x="5674" y="5690"/>
                    </a:cubicBezTo>
                    <a:cubicBezTo>
                      <a:pt x="6269" y="5095"/>
                      <a:pt x="6603" y="4288"/>
                      <a:pt x="6603" y="3447"/>
                    </a:cubicBezTo>
                    <a:cubicBezTo>
                      <a:pt x="6603" y="2605"/>
                      <a:pt x="6269" y="1798"/>
                      <a:pt x="5674" y="1203"/>
                    </a:cubicBezTo>
                    <a:cubicBezTo>
                      <a:pt x="5080" y="608"/>
                      <a:pt x="4273" y="274"/>
                      <a:pt x="3432" y="274"/>
                    </a:cubicBezTo>
                    <a:cubicBezTo>
                      <a:pt x="2591" y="274"/>
                      <a:pt x="1784" y="608"/>
                      <a:pt x="1189" y="1203"/>
                    </a:cubicBezTo>
                    <a:cubicBezTo>
                      <a:pt x="594" y="1798"/>
                      <a:pt x="260" y="2605"/>
                      <a:pt x="260" y="3447"/>
                    </a:cubicBezTo>
                    <a:cubicBezTo>
                      <a:pt x="260" y="4288"/>
                      <a:pt x="594" y="5095"/>
                      <a:pt x="1189" y="5690"/>
                    </a:cubicBezTo>
                    <a:cubicBezTo>
                      <a:pt x="1784" y="6285"/>
                      <a:pt x="2591" y="6619"/>
                      <a:pt x="3432" y="66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76" name="Freeform: Shape 9375">
                <a:extLst>
                  <a:ext uri="{FF2B5EF4-FFF2-40B4-BE49-F238E27FC236}">
                    <a16:creationId xmlns:a16="http://schemas.microsoft.com/office/drawing/2014/main" id="{425D62C7-0D47-A90A-17CF-7CA7E08BC688}"/>
                  </a:ext>
                </a:extLst>
              </p:cNvPr>
              <p:cNvSpPr/>
              <p:nvPr/>
            </p:nvSpPr>
            <p:spPr>
              <a:xfrm>
                <a:off x="9700591" y="6955322"/>
                <a:ext cx="6343" cy="6345"/>
              </a:xfrm>
              <a:custGeom>
                <a:avLst/>
                <a:gdLst>
                  <a:gd name="connsiteX0" fmla="*/ 3431 w 6343"/>
                  <a:gd name="connsiteY0" fmla="*/ 6619 h 6345"/>
                  <a:gd name="connsiteX1" fmla="*/ 5674 w 6343"/>
                  <a:gd name="connsiteY1" fmla="*/ 5690 h 6345"/>
                  <a:gd name="connsiteX2" fmla="*/ 6603 w 6343"/>
                  <a:gd name="connsiteY2" fmla="*/ 3447 h 6345"/>
                  <a:gd name="connsiteX3" fmla="*/ 5674 w 6343"/>
                  <a:gd name="connsiteY3" fmla="*/ 1203 h 6345"/>
                  <a:gd name="connsiteX4" fmla="*/ 3431 w 6343"/>
                  <a:gd name="connsiteY4" fmla="*/ 274 h 6345"/>
                  <a:gd name="connsiteX5" fmla="*/ 1188 w 6343"/>
                  <a:gd name="connsiteY5" fmla="*/ 1203 h 6345"/>
                  <a:gd name="connsiteX6" fmla="*/ 259 w 6343"/>
                  <a:gd name="connsiteY6" fmla="*/ 3447 h 6345"/>
                  <a:gd name="connsiteX7" fmla="*/ 1188 w 6343"/>
                  <a:gd name="connsiteY7" fmla="*/ 5690 h 6345"/>
                  <a:gd name="connsiteX8" fmla="*/ 3431 w 6343"/>
                  <a:gd name="connsiteY8" fmla="*/ 66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619"/>
                    </a:moveTo>
                    <a:cubicBezTo>
                      <a:pt x="4272" y="6619"/>
                      <a:pt x="5079" y="6285"/>
                      <a:pt x="5674" y="5690"/>
                    </a:cubicBezTo>
                    <a:cubicBezTo>
                      <a:pt x="6268" y="5095"/>
                      <a:pt x="6603" y="4288"/>
                      <a:pt x="6603" y="3447"/>
                    </a:cubicBezTo>
                    <a:cubicBezTo>
                      <a:pt x="6603" y="2605"/>
                      <a:pt x="6268" y="1798"/>
                      <a:pt x="5674" y="1203"/>
                    </a:cubicBezTo>
                    <a:cubicBezTo>
                      <a:pt x="5079" y="608"/>
                      <a:pt x="4272" y="274"/>
                      <a:pt x="3431" y="274"/>
                    </a:cubicBezTo>
                    <a:cubicBezTo>
                      <a:pt x="2590" y="274"/>
                      <a:pt x="1783" y="608"/>
                      <a:pt x="1188" y="1203"/>
                    </a:cubicBezTo>
                    <a:cubicBezTo>
                      <a:pt x="594" y="1798"/>
                      <a:pt x="259" y="2605"/>
                      <a:pt x="259" y="3447"/>
                    </a:cubicBezTo>
                    <a:cubicBezTo>
                      <a:pt x="259" y="4288"/>
                      <a:pt x="594" y="5095"/>
                      <a:pt x="1188" y="5690"/>
                    </a:cubicBezTo>
                    <a:cubicBezTo>
                      <a:pt x="1783" y="6285"/>
                      <a:pt x="2590" y="6619"/>
                      <a:pt x="3431" y="66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77" name="Freeform: Shape 9376">
                <a:extLst>
                  <a:ext uri="{FF2B5EF4-FFF2-40B4-BE49-F238E27FC236}">
                    <a16:creationId xmlns:a16="http://schemas.microsoft.com/office/drawing/2014/main" id="{B59139EE-DE95-D3C5-0F60-A0EA9CB1B4C7}"/>
                  </a:ext>
                </a:extLst>
              </p:cNvPr>
              <p:cNvSpPr/>
              <p:nvPr/>
            </p:nvSpPr>
            <p:spPr>
              <a:xfrm>
                <a:off x="9583893" y="6236777"/>
                <a:ext cx="6343" cy="6345"/>
              </a:xfrm>
              <a:custGeom>
                <a:avLst/>
                <a:gdLst>
                  <a:gd name="connsiteX0" fmla="*/ 3422 w 6343"/>
                  <a:gd name="connsiteY0" fmla="*/ 6563 h 6345"/>
                  <a:gd name="connsiteX1" fmla="*/ 5664 w 6343"/>
                  <a:gd name="connsiteY1" fmla="*/ 5633 h 6345"/>
                  <a:gd name="connsiteX2" fmla="*/ 6593 w 6343"/>
                  <a:gd name="connsiteY2" fmla="*/ 3390 h 6345"/>
                  <a:gd name="connsiteX3" fmla="*/ 5664 w 6343"/>
                  <a:gd name="connsiteY3" fmla="*/ 1147 h 6345"/>
                  <a:gd name="connsiteX4" fmla="*/ 3422 w 6343"/>
                  <a:gd name="connsiteY4" fmla="*/ 217 h 6345"/>
                  <a:gd name="connsiteX5" fmla="*/ 1179 w 6343"/>
                  <a:gd name="connsiteY5" fmla="*/ 1147 h 6345"/>
                  <a:gd name="connsiteX6" fmla="*/ 250 w 6343"/>
                  <a:gd name="connsiteY6" fmla="*/ 3390 h 6345"/>
                  <a:gd name="connsiteX7" fmla="*/ 1179 w 6343"/>
                  <a:gd name="connsiteY7" fmla="*/ 5633 h 6345"/>
                  <a:gd name="connsiteX8" fmla="*/ 342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63"/>
                    </a:moveTo>
                    <a:cubicBezTo>
                      <a:pt x="4263" y="6563"/>
                      <a:pt x="5070" y="6228"/>
                      <a:pt x="5664" y="5633"/>
                    </a:cubicBezTo>
                    <a:cubicBezTo>
                      <a:pt x="6259" y="5038"/>
                      <a:pt x="6593" y="4231"/>
                      <a:pt x="6593" y="3390"/>
                    </a:cubicBezTo>
                    <a:cubicBezTo>
                      <a:pt x="6593" y="2549"/>
                      <a:pt x="6259" y="1741"/>
                      <a:pt x="5664" y="1147"/>
                    </a:cubicBezTo>
                    <a:cubicBezTo>
                      <a:pt x="5070" y="552"/>
                      <a:pt x="4263" y="217"/>
                      <a:pt x="3422" y="217"/>
                    </a:cubicBezTo>
                    <a:cubicBezTo>
                      <a:pt x="2581" y="217"/>
                      <a:pt x="1774" y="552"/>
                      <a:pt x="1179" y="1147"/>
                    </a:cubicBezTo>
                    <a:cubicBezTo>
                      <a:pt x="584" y="1741"/>
                      <a:pt x="250" y="2549"/>
                      <a:pt x="250" y="3390"/>
                    </a:cubicBezTo>
                    <a:cubicBezTo>
                      <a:pt x="250" y="4231"/>
                      <a:pt x="584" y="5038"/>
                      <a:pt x="1179" y="5633"/>
                    </a:cubicBezTo>
                    <a:cubicBezTo>
                      <a:pt x="1774" y="6228"/>
                      <a:pt x="2581" y="6563"/>
                      <a:pt x="342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78" name="Freeform: Shape 9377">
                <a:extLst>
                  <a:ext uri="{FF2B5EF4-FFF2-40B4-BE49-F238E27FC236}">
                    <a16:creationId xmlns:a16="http://schemas.microsoft.com/office/drawing/2014/main" id="{42A0EEE9-32D2-77B0-4CE7-77ABE1459615}"/>
                  </a:ext>
                </a:extLst>
              </p:cNvPr>
              <p:cNvSpPr/>
              <p:nvPr/>
            </p:nvSpPr>
            <p:spPr>
              <a:xfrm>
                <a:off x="9578090" y="6237491"/>
                <a:ext cx="6343" cy="6345"/>
              </a:xfrm>
              <a:custGeom>
                <a:avLst/>
                <a:gdLst>
                  <a:gd name="connsiteX0" fmla="*/ 3421 w 6343"/>
                  <a:gd name="connsiteY0" fmla="*/ 6563 h 6345"/>
                  <a:gd name="connsiteX1" fmla="*/ 5664 w 6343"/>
                  <a:gd name="connsiteY1" fmla="*/ 5633 h 6345"/>
                  <a:gd name="connsiteX2" fmla="*/ 6593 w 6343"/>
                  <a:gd name="connsiteY2" fmla="*/ 3390 h 6345"/>
                  <a:gd name="connsiteX3" fmla="*/ 5664 w 6343"/>
                  <a:gd name="connsiteY3" fmla="*/ 1147 h 6345"/>
                  <a:gd name="connsiteX4" fmla="*/ 3421 w 6343"/>
                  <a:gd name="connsiteY4" fmla="*/ 217 h 6345"/>
                  <a:gd name="connsiteX5" fmla="*/ 1179 w 6343"/>
                  <a:gd name="connsiteY5" fmla="*/ 1147 h 6345"/>
                  <a:gd name="connsiteX6" fmla="*/ 250 w 6343"/>
                  <a:gd name="connsiteY6" fmla="*/ 3390 h 6345"/>
                  <a:gd name="connsiteX7" fmla="*/ 1179 w 6343"/>
                  <a:gd name="connsiteY7" fmla="*/ 5633 h 6345"/>
                  <a:gd name="connsiteX8" fmla="*/ 342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3"/>
                    </a:moveTo>
                    <a:cubicBezTo>
                      <a:pt x="4262" y="6563"/>
                      <a:pt x="5069" y="6228"/>
                      <a:pt x="5664" y="5633"/>
                    </a:cubicBezTo>
                    <a:cubicBezTo>
                      <a:pt x="6259" y="5039"/>
                      <a:pt x="6593" y="4231"/>
                      <a:pt x="6593" y="3390"/>
                    </a:cubicBezTo>
                    <a:cubicBezTo>
                      <a:pt x="6593" y="2549"/>
                      <a:pt x="6259" y="1742"/>
                      <a:pt x="5664" y="1147"/>
                    </a:cubicBezTo>
                    <a:cubicBezTo>
                      <a:pt x="5069" y="552"/>
                      <a:pt x="4262" y="217"/>
                      <a:pt x="3421" y="217"/>
                    </a:cubicBezTo>
                    <a:cubicBezTo>
                      <a:pt x="2580" y="217"/>
                      <a:pt x="1773" y="552"/>
                      <a:pt x="1179" y="1147"/>
                    </a:cubicBezTo>
                    <a:cubicBezTo>
                      <a:pt x="584" y="1742"/>
                      <a:pt x="250" y="2549"/>
                      <a:pt x="250" y="3390"/>
                    </a:cubicBezTo>
                    <a:cubicBezTo>
                      <a:pt x="250" y="4231"/>
                      <a:pt x="584" y="5039"/>
                      <a:pt x="1179" y="5633"/>
                    </a:cubicBezTo>
                    <a:cubicBezTo>
                      <a:pt x="1773" y="6228"/>
                      <a:pt x="2580" y="6563"/>
                      <a:pt x="342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79" name="Freeform: Shape 9378">
                <a:extLst>
                  <a:ext uri="{FF2B5EF4-FFF2-40B4-BE49-F238E27FC236}">
                    <a16:creationId xmlns:a16="http://schemas.microsoft.com/office/drawing/2014/main" id="{5E1EEFC5-C624-6498-AD7F-61E21A62CDE9}"/>
                  </a:ext>
                </a:extLst>
              </p:cNvPr>
              <p:cNvSpPr/>
              <p:nvPr/>
            </p:nvSpPr>
            <p:spPr>
              <a:xfrm>
                <a:off x="9572250" y="6237920"/>
                <a:ext cx="6343" cy="6345"/>
              </a:xfrm>
              <a:custGeom>
                <a:avLst/>
                <a:gdLst>
                  <a:gd name="connsiteX0" fmla="*/ 3421 w 6343"/>
                  <a:gd name="connsiteY0" fmla="*/ 6563 h 6345"/>
                  <a:gd name="connsiteX1" fmla="*/ 5664 w 6343"/>
                  <a:gd name="connsiteY1" fmla="*/ 5634 h 6345"/>
                  <a:gd name="connsiteX2" fmla="*/ 6592 w 6343"/>
                  <a:gd name="connsiteY2" fmla="*/ 3390 h 6345"/>
                  <a:gd name="connsiteX3" fmla="*/ 5664 w 6343"/>
                  <a:gd name="connsiteY3" fmla="*/ 1147 h 6345"/>
                  <a:gd name="connsiteX4" fmla="*/ 3421 w 6343"/>
                  <a:gd name="connsiteY4" fmla="*/ 217 h 6345"/>
                  <a:gd name="connsiteX5" fmla="*/ 1178 w 6343"/>
                  <a:gd name="connsiteY5" fmla="*/ 1147 h 6345"/>
                  <a:gd name="connsiteX6" fmla="*/ 249 w 6343"/>
                  <a:gd name="connsiteY6" fmla="*/ 3390 h 6345"/>
                  <a:gd name="connsiteX7" fmla="*/ 1178 w 6343"/>
                  <a:gd name="connsiteY7" fmla="*/ 5634 h 6345"/>
                  <a:gd name="connsiteX8" fmla="*/ 342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3"/>
                    </a:moveTo>
                    <a:cubicBezTo>
                      <a:pt x="4262" y="6563"/>
                      <a:pt x="5069" y="6228"/>
                      <a:pt x="5664" y="5634"/>
                    </a:cubicBezTo>
                    <a:cubicBezTo>
                      <a:pt x="6258" y="5039"/>
                      <a:pt x="6592" y="4231"/>
                      <a:pt x="6592" y="3390"/>
                    </a:cubicBezTo>
                    <a:cubicBezTo>
                      <a:pt x="6592" y="2549"/>
                      <a:pt x="6258" y="1742"/>
                      <a:pt x="5664" y="1147"/>
                    </a:cubicBezTo>
                    <a:cubicBezTo>
                      <a:pt x="5069" y="552"/>
                      <a:pt x="4262" y="217"/>
                      <a:pt x="3421" y="217"/>
                    </a:cubicBezTo>
                    <a:cubicBezTo>
                      <a:pt x="2580" y="217"/>
                      <a:pt x="1773" y="552"/>
                      <a:pt x="1178" y="1147"/>
                    </a:cubicBezTo>
                    <a:cubicBezTo>
                      <a:pt x="584" y="1742"/>
                      <a:pt x="249" y="2549"/>
                      <a:pt x="249" y="3390"/>
                    </a:cubicBezTo>
                    <a:cubicBezTo>
                      <a:pt x="249" y="4231"/>
                      <a:pt x="584" y="5039"/>
                      <a:pt x="1178" y="5634"/>
                    </a:cubicBezTo>
                    <a:cubicBezTo>
                      <a:pt x="1773" y="6228"/>
                      <a:pt x="2580" y="6563"/>
                      <a:pt x="342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80" name="Freeform: Shape 9379">
                <a:extLst>
                  <a:ext uri="{FF2B5EF4-FFF2-40B4-BE49-F238E27FC236}">
                    <a16:creationId xmlns:a16="http://schemas.microsoft.com/office/drawing/2014/main" id="{6B2E3743-0BB5-DB96-A978-11F58439D336}"/>
                  </a:ext>
                </a:extLst>
              </p:cNvPr>
              <p:cNvSpPr/>
              <p:nvPr/>
            </p:nvSpPr>
            <p:spPr>
              <a:xfrm>
                <a:off x="9566353" y="6237877"/>
                <a:ext cx="6343" cy="6345"/>
              </a:xfrm>
              <a:custGeom>
                <a:avLst/>
                <a:gdLst>
                  <a:gd name="connsiteX0" fmla="*/ 3420 w 6343"/>
                  <a:gd name="connsiteY0" fmla="*/ 6563 h 6345"/>
                  <a:gd name="connsiteX1" fmla="*/ 5663 w 6343"/>
                  <a:gd name="connsiteY1" fmla="*/ 5634 h 6345"/>
                  <a:gd name="connsiteX2" fmla="*/ 6592 w 6343"/>
                  <a:gd name="connsiteY2" fmla="*/ 3390 h 6345"/>
                  <a:gd name="connsiteX3" fmla="*/ 5663 w 6343"/>
                  <a:gd name="connsiteY3" fmla="*/ 1147 h 6345"/>
                  <a:gd name="connsiteX4" fmla="*/ 3420 w 6343"/>
                  <a:gd name="connsiteY4" fmla="*/ 217 h 6345"/>
                  <a:gd name="connsiteX5" fmla="*/ 1178 w 6343"/>
                  <a:gd name="connsiteY5" fmla="*/ 1147 h 6345"/>
                  <a:gd name="connsiteX6" fmla="*/ 249 w 6343"/>
                  <a:gd name="connsiteY6" fmla="*/ 3390 h 6345"/>
                  <a:gd name="connsiteX7" fmla="*/ 1178 w 6343"/>
                  <a:gd name="connsiteY7" fmla="*/ 5634 h 6345"/>
                  <a:gd name="connsiteX8" fmla="*/ 342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3"/>
                    </a:moveTo>
                    <a:cubicBezTo>
                      <a:pt x="4262" y="6563"/>
                      <a:pt x="5068" y="6228"/>
                      <a:pt x="5663" y="5634"/>
                    </a:cubicBezTo>
                    <a:cubicBezTo>
                      <a:pt x="6258" y="5039"/>
                      <a:pt x="6592" y="4231"/>
                      <a:pt x="6592" y="3390"/>
                    </a:cubicBezTo>
                    <a:cubicBezTo>
                      <a:pt x="6592" y="2549"/>
                      <a:pt x="6258" y="1742"/>
                      <a:pt x="5663" y="1147"/>
                    </a:cubicBezTo>
                    <a:cubicBezTo>
                      <a:pt x="5068" y="552"/>
                      <a:pt x="4262" y="217"/>
                      <a:pt x="3420" y="217"/>
                    </a:cubicBezTo>
                    <a:cubicBezTo>
                      <a:pt x="2579" y="217"/>
                      <a:pt x="1773" y="552"/>
                      <a:pt x="1178" y="1147"/>
                    </a:cubicBezTo>
                    <a:cubicBezTo>
                      <a:pt x="583" y="1742"/>
                      <a:pt x="249" y="2549"/>
                      <a:pt x="249" y="3390"/>
                    </a:cubicBezTo>
                    <a:cubicBezTo>
                      <a:pt x="249" y="4231"/>
                      <a:pt x="583" y="5039"/>
                      <a:pt x="1178" y="5634"/>
                    </a:cubicBezTo>
                    <a:cubicBezTo>
                      <a:pt x="1773" y="6228"/>
                      <a:pt x="2579" y="6563"/>
                      <a:pt x="342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81" name="Freeform: Shape 9380">
                <a:extLst>
                  <a:ext uri="{FF2B5EF4-FFF2-40B4-BE49-F238E27FC236}">
                    <a16:creationId xmlns:a16="http://schemas.microsoft.com/office/drawing/2014/main" id="{12EE9F0D-6910-0D90-BD40-51F91575B562}"/>
                  </a:ext>
                </a:extLst>
              </p:cNvPr>
              <p:cNvSpPr/>
              <p:nvPr/>
            </p:nvSpPr>
            <p:spPr>
              <a:xfrm>
                <a:off x="9560408" y="6237360"/>
                <a:ext cx="6343" cy="6345"/>
              </a:xfrm>
              <a:custGeom>
                <a:avLst/>
                <a:gdLst>
                  <a:gd name="connsiteX0" fmla="*/ 3420 w 6343"/>
                  <a:gd name="connsiteY0" fmla="*/ 6563 h 6345"/>
                  <a:gd name="connsiteX1" fmla="*/ 5663 w 6343"/>
                  <a:gd name="connsiteY1" fmla="*/ 5633 h 6345"/>
                  <a:gd name="connsiteX2" fmla="*/ 6592 w 6343"/>
                  <a:gd name="connsiteY2" fmla="*/ 3390 h 6345"/>
                  <a:gd name="connsiteX3" fmla="*/ 5663 w 6343"/>
                  <a:gd name="connsiteY3" fmla="*/ 1147 h 6345"/>
                  <a:gd name="connsiteX4" fmla="*/ 3420 w 6343"/>
                  <a:gd name="connsiteY4" fmla="*/ 217 h 6345"/>
                  <a:gd name="connsiteX5" fmla="*/ 1177 w 6343"/>
                  <a:gd name="connsiteY5" fmla="*/ 1147 h 6345"/>
                  <a:gd name="connsiteX6" fmla="*/ 248 w 6343"/>
                  <a:gd name="connsiteY6" fmla="*/ 3390 h 6345"/>
                  <a:gd name="connsiteX7" fmla="*/ 1177 w 6343"/>
                  <a:gd name="connsiteY7" fmla="*/ 5633 h 6345"/>
                  <a:gd name="connsiteX8" fmla="*/ 342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3"/>
                    </a:moveTo>
                    <a:cubicBezTo>
                      <a:pt x="4261" y="6563"/>
                      <a:pt x="5068" y="6228"/>
                      <a:pt x="5663" y="5633"/>
                    </a:cubicBezTo>
                    <a:cubicBezTo>
                      <a:pt x="6257" y="5038"/>
                      <a:pt x="6592" y="4231"/>
                      <a:pt x="6592" y="3390"/>
                    </a:cubicBezTo>
                    <a:cubicBezTo>
                      <a:pt x="6592" y="2549"/>
                      <a:pt x="6257" y="1742"/>
                      <a:pt x="5663" y="1147"/>
                    </a:cubicBezTo>
                    <a:cubicBezTo>
                      <a:pt x="5068" y="552"/>
                      <a:pt x="4261" y="217"/>
                      <a:pt x="3420" y="217"/>
                    </a:cubicBezTo>
                    <a:cubicBezTo>
                      <a:pt x="2579" y="217"/>
                      <a:pt x="1772" y="552"/>
                      <a:pt x="1177" y="1147"/>
                    </a:cubicBezTo>
                    <a:cubicBezTo>
                      <a:pt x="583" y="1742"/>
                      <a:pt x="248" y="2549"/>
                      <a:pt x="248" y="3390"/>
                    </a:cubicBezTo>
                    <a:cubicBezTo>
                      <a:pt x="248" y="4231"/>
                      <a:pt x="583" y="5038"/>
                      <a:pt x="1177" y="5633"/>
                    </a:cubicBezTo>
                    <a:cubicBezTo>
                      <a:pt x="1772" y="6228"/>
                      <a:pt x="2579" y="6563"/>
                      <a:pt x="342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82" name="Freeform: Shape 9381">
                <a:extLst>
                  <a:ext uri="{FF2B5EF4-FFF2-40B4-BE49-F238E27FC236}">
                    <a16:creationId xmlns:a16="http://schemas.microsoft.com/office/drawing/2014/main" id="{D91D708E-F669-44BB-5285-D99234224604}"/>
                  </a:ext>
                </a:extLst>
              </p:cNvPr>
              <p:cNvSpPr/>
              <p:nvPr/>
            </p:nvSpPr>
            <p:spPr>
              <a:xfrm>
                <a:off x="9554510" y="6237118"/>
                <a:ext cx="6343" cy="6345"/>
              </a:xfrm>
              <a:custGeom>
                <a:avLst/>
                <a:gdLst>
                  <a:gd name="connsiteX0" fmla="*/ 3420 w 6343"/>
                  <a:gd name="connsiteY0" fmla="*/ 6563 h 6345"/>
                  <a:gd name="connsiteX1" fmla="*/ 5662 w 6343"/>
                  <a:gd name="connsiteY1" fmla="*/ 5633 h 6345"/>
                  <a:gd name="connsiteX2" fmla="*/ 6591 w 6343"/>
                  <a:gd name="connsiteY2" fmla="*/ 3390 h 6345"/>
                  <a:gd name="connsiteX3" fmla="*/ 5662 w 6343"/>
                  <a:gd name="connsiteY3" fmla="*/ 1147 h 6345"/>
                  <a:gd name="connsiteX4" fmla="*/ 3420 w 6343"/>
                  <a:gd name="connsiteY4" fmla="*/ 217 h 6345"/>
                  <a:gd name="connsiteX5" fmla="*/ 1177 w 6343"/>
                  <a:gd name="connsiteY5" fmla="*/ 1147 h 6345"/>
                  <a:gd name="connsiteX6" fmla="*/ 248 w 6343"/>
                  <a:gd name="connsiteY6" fmla="*/ 3390 h 6345"/>
                  <a:gd name="connsiteX7" fmla="*/ 1177 w 6343"/>
                  <a:gd name="connsiteY7" fmla="*/ 5633 h 6345"/>
                  <a:gd name="connsiteX8" fmla="*/ 342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3"/>
                    </a:moveTo>
                    <a:cubicBezTo>
                      <a:pt x="4261" y="6563"/>
                      <a:pt x="5067" y="6228"/>
                      <a:pt x="5662" y="5633"/>
                    </a:cubicBezTo>
                    <a:cubicBezTo>
                      <a:pt x="6257" y="5038"/>
                      <a:pt x="6591" y="4231"/>
                      <a:pt x="6591" y="3390"/>
                    </a:cubicBezTo>
                    <a:cubicBezTo>
                      <a:pt x="6591" y="2549"/>
                      <a:pt x="6257" y="1742"/>
                      <a:pt x="5662" y="1147"/>
                    </a:cubicBezTo>
                    <a:cubicBezTo>
                      <a:pt x="5067" y="552"/>
                      <a:pt x="4261" y="217"/>
                      <a:pt x="3420" y="217"/>
                    </a:cubicBezTo>
                    <a:cubicBezTo>
                      <a:pt x="2578" y="217"/>
                      <a:pt x="1772" y="552"/>
                      <a:pt x="1177" y="1147"/>
                    </a:cubicBezTo>
                    <a:cubicBezTo>
                      <a:pt x="582" y="1742"/>
                      <a:pt x="248" y="2549"/>
                      <a:pt x="248" y="3390"/>
                    </a:cubicBezTo>
                    <a:cubicBezTo>
                      <a:pt x="248" y="4231"/>
                      <a:pt x="582" y="5038"/>
                      <a:pt x="1177" y="5633"/>
                    </a:cubicBezTo>
                    <a:cubicBezTo>
                      <a:pt x="1772" y="6228"/>
                      <a:pt x="2578" y="6563"/>
                      <a:pt x="342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83" name="Freeform: Shape 9382">
                <a:extLst>
                  <a:ext uri="{FF2B5EF4-FFF2-40B4-BE49-F238E27FC236}">
                    <a16:creationId xmlns:a16="http://schemas.microsoft.com/office/drawing/2014/main" id="{4B4ECA4C-C7A7-B809-50D4-1E36EF6FFDD0}"/>
                  </a:ext>
                </a:extLst>
              </p:cNvPr>
              <p:cNvSpPr/>
              <p:nvPr/>
            </p:nvSpPr>
            <p:spPr>
              <a:xfrm>
                <a:off x="9548585" y="6236527"/>
                <a:ext cx="6343" cy="6345"/>
              </a:xfrm>
              <a:custGeom>
                <a:avLst/>
                <a:gdLst>
                  <a:gd name="connsiteX0" fmla="*/ 3419 w 6343"/>
                  <a:gd name="connsiteY0" fmla="*/ 6563 h 6345"/>
                  <a:gd name="connsiteX1" fmla="*/ 5662 w 6343"/>
                  <a:gd name="connsiteY1" fmla="*/ 5633 h 6345"/>
                  <a:gd name="connsiteX2" fmla="*/ 6591 w 6343"/>
                  <a:gd name="connsiteY2" fmla="*/ 3390 h 6345"/>
                  <a:gd name="connsiteX3" fmla="*/ 5662 w 6343"/>
                  <a:gd name="connsiteY3" fmla="*/ 1147 h 6345"/>
                  <a:gd name="connsiteX4" fmla="*/ 3419 w 6343"/>
                  <a:gd name="connsiteY4" fmla="*/ 217 h 6345"/>
                  <a:gd name="connsiteX5" fmla="*/ 1176 w 6343"/>
                  <a:gd name="connsiteY5" fmla="*/ 1147 h 6345"/>
                  <a:gd name="connsiteX6" fmla="*/ 247 w 6343"/>
                  <a:gd name="connsiteY6" fmla="*/ 3390 h 6345"/>
                  <a:gd name="connsiteX7" fmla="*/ 1176 w 6343"/>
                  <a:gd name="connsiteY7" fmla="*/ 5633 h 6345"/>
                  <a:gd name="connsiteX8" fmla="*/ 341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3"/>
                    </a:moveTo>
                    <a:cubicBezTo>
                      <a:pt x="4260" y="6563"/>
                      <a:pt x="5067" y="6228"/>
                      <a:pt x="5662" y="5633"/>
                    </a:cubicBezTo>
                    <a:cubicBezTo>
                      <a:pt x="6256" y="5038"/>
                      <a:pt x="6591" y="4231"/>
                      <a:pt x="6591" y="3390"/>
                    </a:cubicBezTo>
                    <a:cubicBezTo>
                      <a:pt x="6591" y="2549"/>
                      <a:pt x="6256" y="1741"/>
                      <a:pt x="5662" y="1147"/>
                    </a:cubicBezTo>
                    <a:cubicBezTo>
                      <a:pt x="5067" y="552"/>
                      <a:pt x="4260" y="217"/>
                      <a:pt x="3419" y="217"/>
                    </a:cubicBezTo>
                    <a:cubicBezTo>
                      <a:pt x="2578" y="217"/>
                      <a:pt x="1771" y="552"/>
                      <a:pt x="1176" y="1147"/>
                    </a:cubicBezTo>
                    <a:cubicBezTo>
                      <a:pt x="582" y="1741"/>
                      <a:pt x="247" y="2549"/>
                      <a:pt x="247" y="3390"/>
                    </a:cubicBezTo>
                    <a:cubicBezTo>
                      <a:pt x="247" y="4231"/>
                      <a:pt x="582" y="5038"/>
                      <a:pt x="1176" y="5633"/>
                    </a:cubicBezTo>
                    <a:cubicBezTo>
                      <a:pt x="1771" y="6228"/>
                      <a:pt x="2578" y="6563"/>
                      <a:pt x="341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84" name="Freeform: Shape 9383">
                <a:extLst>
                  <a:ext uri="{FF2B5EF4-FFF2-40B4-BE49-F238E27FC236}">
                    <a16:creationId xmlns:a16="http://schemas.microsoft.com/office/drawing/2014/main" id="{0FF33161-3212-07FD-D966-737B359652AE}"/>
                  </a:ext>
                </a:extLst>
              </p:cNvPr>
              <p:cNvSpPr/>
              <p:nvPr/>
            </p:nvSpPr>
            <p:spPr>
              <a:xfrm>
                <a:off x="9542776" y="6236899"/>
                <a:ext cx="6343" cy="6345"/>
              </a:xfrm>
              <a:custGeom>
                <a:avLst/>
                <a:gdLst>
                  <a:gd name="connsiteX0" fmla="*/ 3419 w 6343"/>
                  <a:gd name="connsiteY0" fmla="*/ 6563 h 6345"/>
                  <a:gd name="connsiteX1" fmla="*/ 5661 w 6343"/>
                  <a:gd name="connsiteY1" fmla="*/ 5633 h 6345"/>
                  <a:gd name="connsiteX2" fmla="*/ 6590 w 6343"/>
                  <a:gd name="connsiteY2" fmla="*/ 3390 h 6345"/>
                  <a:gd name="connsiteX3" fmla="*/ 5661 w 6343"/>
                  <a:gd name="connsiteY3" fmla="*/ 1147 h 6345"/>
                  <a:gd name="connsiteX4" fmla="*/ 3419 w 6343"/>
                  <a:gd name="connsiteY4" fmla="*/ 217 h 6345"/>
                  <a:gd name="connsiteX5" fmla="*/ 1176 w 6343"/>
                  <a:gd name="connsiteY5" fmla="*/ 1147 h 6345"/>
                  <a:gd name="connsiteX6" fmla="*/ 247 w 6343"/>
                  <a:gd name="connsiteY6" fmla="*/ 3390 h 6345"/>
                  <a:gd name="connsiteX7" fmla="*/ 1176 w 6343"/>
                  <a:gd name="connsiteY7" fmla="*/ 5633 h 6345"/>
                  <a:gd name="connsiteX8" fmla="*/ 341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3"/>
                    </a:moveTo>
                    <a:cubicBezTo>
                      <a:pt x="4260" y="6563"/>
                      <a:pt x="5066" y="6228"/>
                      <a:pt x="5661" y="5633"/>
                    </a:cubicBezTo>
                    <a:cubicBezTo>
                      <a:pt x="6256" y="5038"/>
                      <a:pt x="6590" y="4231"/>
                      <a:pt x="6590" y="3390"/>
                    </a:cubicBezTo>
                    <a:cubicBezTo>
                      <a:pt x="6590" y="2549"/>
                      <a:pt x="6256" y="1742"/>
                      <a:pt x="5661" y="1147"/>
                    </a:cubicBezTo>
                    <a:cubicBezTo>
                      <a:pt x="5066" y="552"/>
                      <a:pt x="4260" y="217"/>
                      <a:pt x="3419" y="217"/>
                    </a:cubicBezTo>
                    <a:cubicBezTo>
                      <a:pt x="2577" y="217"/>
                      <a:pt x="1771" y="552"/>
                      <a:pt x="1176" y="1147"/>
                    </a:cubicBezTo>
                    <a:cubicBezTo>
                      <a:pt x="581" y="1742"/>
                      <a:pt x="247" y="2549"/>
                      <a:pt x="247" y="3390"/>
                    </a:cubicBezTo>
                    <a:cubicBezTo>
                      <a:pt x="247" y="4231"/>
                      <a:pt x="581" y="5038"/>
                      <a:pt x="1176" y="5633"/>
                    </a:cubicBezTo>
                    <a:cubicBezTo>
                      <a:pt x="1771" y="6228"/>
                      <a:pt x="2577" y="6563"/>
                      <a:pt x="341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85" name="Freeform: Shape 9384">
                <a:extLst>
                  <a:ext uri="{FF2B5EF4-FFF2-40B4-BE49-F238E27FC236}">
                    <a16:creationId xmlns:a16="http://schemas.microsoft.com/office/drawing/2014/main" id="{34C35659-4441-AAAC-5C6D-982FFD250BF7}"/>
                  </a:ext>
                </a:extLst>
              </p:cNvPr>
              <p:cNvSpPr/>
              <p:nvPr/>
            </p:nvSpPr>
            <p:spPr>
              <a:xfrm>
                <a:off x="9536991" y="6237485"/>
                <a:ext cx="6343" cy="6345"/>
              </a:xfrm>
              <a:custGeom>
                <a:avLst/>
                <a:gdLst>
                  <a:gd name="connsiteX0" fmla="*/ 3418 w 6343"/>
                  <a:gd name="connsiteY0" fmla="*/ 6563 h 6345"/>
                  <a:gd name="connsiteX1" fmla="*/ 5661 w 6343"/>
                  <a:gd name="connsiteY1" fmla="*/ 5633 h 6345"/>
                  <a:gd name="connsiteX2" fmla="*/ 6590 w 6343"/>
                  <a:gd name="connsiteY2" fmla="*/ 3390 h 6345"/>
                  <a:gd name="connsiteX3" fmla="*/ 5661 w 6343"/>
                  <a:gd name="connsiteY3" fmla="*/ 1147 h 6345"/>
                  <a:gd name="connsiteX4" fmla="*/ 3418 w 6343"/>
                  <a:gd name="connsiteY4" fmla="*/ 217 h 6345"/>
                  <a:gd name="connsiteX5" fmla="*/ 1175 w 6343"/>
                  <a:gd name="connsiteY5" fmla="*/ 1147 h 6345"/>
                  <a:gd name="connsiteX6" fmla="*/ 247 w 6343"/>
                  <a:gd name="connsiteY6" fmla="*/ 3390 h 6345"/>
                  <a:gd name="connsiteX7" fmla="*/ 1175 w 6343"/>
                  <a:gd name="connsiteY7" fmla="*/ 5633 h 6345"/>
                  <a:gd name="connsiteX8" fmla="*/ 3418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3"/>
                    </a:moveTo>
                    <a:cubicBezTo>
                      <a:pt x="4259" y="6563"/>
                      <a:pt x="5066" y="6228"/>
                      <a:pt x="5661" y="5633"/>
                    </a:cubicBezTo>
                    <a:cubicBezTo>
                      <a:pt x="6255" y="5039"/>
                      <a:pt x="6590" y="4231"/>
                      <a:pt x="6590" y="3390"/>
                    </a:cubicBezTo>
                    <a:cubicBezTo>
                      <a:pt x="6590" y="2549"/>
                      <a:pt x="6255" y="1742"/>
                      <a:pt x="5661" y="1147"/>
                    </a:cubicBezTo>
                    <a:cubicBezTo>
                      <a:pt x="5066" y="552"/>
                      <a:pt x="4259" y="217"/>
                      <a:pt x="3418" y="217"/>
                    </a:cubicBezTo>
                    <a:cubicBezTo>
                      <a:pt x="2577" y="217"/>
                      <a:pt x="1770" y="552"/>
                      <a:pt x="1175" y="1147"/>
                    </a:cubicBezTo>
                    <a:cubicBezTo>
                      <a:pt x="581" y="1742"/>
                      <a:pt x="247" y="2549"/>
                      <a:pt x="247" y="3390"/>
                    </a:cubicBezTo>
                    <a:cubicBezTo>
                      <a:pt x="247" y="4231"/>
                      <a:pt x="581" y="5039"/>
                      <a:pt x="1175" y="5633"/>
                    </a:cubicBezTo>
                    <a:cubicBezTo>
                      <a:pt x="1770" y="6228"/>
                      <a:pt x="2577" y="6563"/>
                      <a:pt x="3418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86" name="Freeform: Shape 9385">
                <a:extLst>
                  <a:ext uri="{FF2B5EF4-FFF2-40B4-BE49-F238E27FC236}">
                    <a16:creationId xmlns:a16="http://schemas.microsoft.com/office/drawing/2014/main" id="{5D726F5A-F788-AA5A-EA39-B252C691E508}"/>
                  </a:ext>
                </a:extLst>
              </p:cNvPr>
              <p:cNvSpPr/>
              <p:nvPr/>
            </p:nvSpPr>
            <p:spPr>
              <a:xfrm>
                <a:off x="9530983" y="6235658"/>
                <a:ext cx="6343" cy="6345"/>
              </a:xfrm>
              <a:custGeom>
                <a:avLst/>
                <a:gdLst>
                  <a:gd name="connsiteX0" fmla="*/ 3418 w 6343"/>
                  <a:gd name="connsiteY0" fmla="*/ 6563 h 6345"/>
                  <a:gd name="connsiteX1" fmla="*/ 5660 w 6343"/>
                  <a:gd name="connsiteY1" fmla="*/ 5633 h 6345"/>
                  <a:gd name="connsiteX2" fmla="*/ 6589 w 6343"/>
                  <a:gd name="connsiteY2" fmla="*/ 3390 h 6345"/>
                  <a:gd name="connsiteX3" fmla="*/ 5660 w 6343"/>
                  <a:gd name="connsiteY3" fmla="*/ 1146 h 6345"/>
                  <a:gd name="connsiteX4" fmla="*/ 3418 w 6343"/>
                  <a:gd name="connsiteY4" fmla="*/ 217 h 6345"/>
                  <a:gd name="connsiteX5" fmla="*/ 1175 w 6343"/>
                  <a:gd name="connsiteY5" fmla="*/ 1146 h 6345"/>
                  <a:gd name="connsiteX6" fmla="*/ 246 w 6343"/>
                  <a:gd name="connsiteY6" fmla="*/ 3390 h 6345"/>
                  <a:gd name="connsiteX7" fmla="*/ 1175 w 6343"/>
                  <a:gd name="connsiteY7" fmla="*/ 5633 h 6345"/>
                  <a:gd name="connsiteX8" fmla="*/ 3418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3"/>
                    </a:moveTo>
                    <a:cubicBezTo>
                      <a:pt x="4259" y="6563"/>
                      <a:pt x="5066" y="6228"/>
                      <a:pt x="5660" y="5633"/>
                    </a:cubicBezTo>
                    <a:cubicBezTo>
                      <a:pt x="6255" y="5038"/>
                      <a:pt x="6589" y="4231"/>
                      <a:pt x="6589" y="3390"/>
                    </a:cubicBezTo>
                    <a:cubicBezTo>
                      <a:pt x="6589" y="2548"/>
                      <a:pt x="6255" y="1741"/>
                      <a:pt x="5660" y="1146"/>
                    </a:cubicBezTo>
                    <a:cubicBezTo>
                      <a:pt x="5066" y="551"/>
                      <a:pt x="4259" y="217"/>
                      <a:pt x="3418" y="217"/>
                    </a:cubicBezTo>
                    <a:cubicBezTo>
                      <a:pt x="2577" y="217"/>
                      <a:pt x="1770" y="551"/>
                      <a:pt x="1175" y="1146"/>
                    </a:cubicBezTo>
                    <a:cubicBezTo>
                      <a:pt x="580" y="1741"/>
                      <a:pt x="246" y="2548"/>
                      <a:pt x="246" y="3390"/>
                    </a:cubicBezTo>
                    <a:cubicBezTo>
                      <a:pt x="246" y="4231"/>
                      <a:pt x="580" y="5038"/>
                      <a:pt x="1175" y="5633"/>
                    </a:cubicBezTo>
                    <a:cubicBezTo>
                      <a:pt x="1770" y="6228"/>
                      <a:pt x="2577" y="6563"/>
                      <a:pt x="3418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87" name="Freeform: Shape 9386">
                <a:extLst>
                  <a:ext uri="{FF2B5EF4-FFF2-40B4-BE49-F238E27FC236}">
                    <a16:creationId xmlns:a16="http://schemas.microsoft.com/office/drawing/2014/main" id="{C853342D-66C5-CA94-469B-243A25FCF600}"/>
                  </a:ext>
                </a:extLst>
              </p:cNvPr>
              <p:cNvSpPr/>
              <p:nvPr/>
            </p:nvSpPr>
            <p:spPr>
              <a:xfrm>
                <a:off x="9525206" y="6236171"/>
                <a:ext cx="6343" cy="6345"/>
              </a:xfrm>
              <a:custGeom>
                <a:avLst/>
                <a:gdLst>
                  <a:gd name="connsiteX0" fmla="*/ 3417 w 6343"/>
                  <a:gd name="connsiteY0" fmla="*/ 6563 h 6345"/>
                  <a:gd name="connsiteX1" fmla="*/ 5660 w 6343"/>
                  <a:gd name="connsiteY1" fmla="*/ 5633 h 6345"/>
                  <a:gd name="connsiteX2" fmla="*/ 6589 w 6343"/>
                  <a:gd name="connsiteY2" fmla="*/ 3390 h 6345"/>
                  <a:gd name="connsiteX3" fmla="*/ 5660 w 6343"/>
                  <a:gd name="connsiteY3" fmla="*/ 1146 h 6345"/>
                  <a:gd name="connsiteX4" fmla="*/ 3417 w 6343"/>
                  <a:gd name="connsiteY4" fmla="*/ 217 h 6345"/>
                  <a:gd name="connsiteX5" fmla="*/ 1175 w 6343"/>
                  <a:gd name="connsiteY5" fmla="*/ 1146 h 6345"/>
                  <a:gd name="connsiteX6" fmla="*/ 246 w 6343"/>
                  <a:gd name="connsiteY6" fmla="*/ 3390 h 6345"/>
                  <a:gd name="connsiteX7" fmla="*/ 1175 w 6343"/>
                  <a:gd name="connsiteY7" fmla="*/ 5633 h 6345"/>
                  <a:gd name="connsiteX8" fmla="*/ 3417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63"/>
                    </a:moveTo>
                    <a:cubicBezTo>
                      <a:pt x="4258" y="6563"/>
                      <a:pt x="5065" y="6228"/>
                      <a:pt x="5660" y="5633"/>
                    </a:cubicBezTo>
                    <a:cubicBezTo>
                      <a:pt x="6255" y="5038"/>
                      <a:pt x="6589" y="4231"/>
                      <a:pt x="6589" y="3390"/>
                    </a:cubicBezTo>
                    <a:cubicBezTo>
                      <a:pt x="6589" y="2549"/>
                      <a:pt x="6255" y="1741"/>
                      <a:pt x="5660" y="1146"/>
                    </a:cubicBezTo>
                    <a:cubicBezTo>
                      <a:pt x="5065" y="552"/>
                      <a:pt x="4258" y="217"/>
                      <a:pt x="3417" y="217"/>
                    </a:cubicBezTo>
                    <a:cubicBezTo>
                      <a:pt x="2576" y="217"/>
                      <a:pt x="1769" y="552"/>
                      <a:pt x="1175" y="1146"/>
                    </a:cubicBezTo>
                    <a:cubicBezTo>
                      <a:pt x="580" y="1741"/>
                      <a:pt x="246" y="2549"/>
                      <a:pt x="246" y="3390"/>
                    </a:cubicBezTo>
                    <a:cubicBezTo>
                      <a:pt x="246" y="4231"/>
                      <a:pt x="580" y="5038"/>
                      <a:pt x="1175" y="5633"/>
                    </a:cubicBezTo>
                    <a:cubicBezTo>
                      <a:pt x="1769" y="6228"/>
                      <a:pt x="2576" y="6563"/>
                      <a:pt x="3417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88" name="Freeform: Shape 9387">
                <a:extLst>
                  <a:ext uri="{FF2B5EF4-FFF2-40B4-BE49-F238E27FC236}">
                    <a16:creationId xmlns:a16="http://schemas.microsoft.com/office/drawing/2014/main" id="{E5E428BE-AA25-413F-5EF2-0C8AFF255C51}"/>
                  </a:ext>
                </a:extLst>
              </p:cNvPr>
              <p:cNvSpPr/>
              <p:nvPr/>
            </p:nvSpPr>
            <p:spPr>
              <a:xfrm>
                <a:off x="9515240" y="6184022"/>
                <a:ext cx="6343" cy="6345"/>
              </a:xfrm>
              <a:custGeom>
                <a:avLst/>
                <a:gdLst>
                  <a:gd name="connsiteX0" fmla="*/ 3416 w 6343"/>
                  <a:gd name="connsiteY0" fmla="*/ 6559 h 6345"/>
                  <a:gd name="connsiteX1" fmla="*/ 5659 w 6343"/>
                  <a:gd name="connsiteY1" fmla="*/ 5629 h 6345"/>
                  <a:gd name="connsiteX2" fmla="*/ 6588 w 6343"/>
                  <a:gd name="connsiteY2" fmla="*/ 3386 h 6345"/>
                  <a:gd name="connsiteX3" fmla="*/ 5659 w 6343"/>
                  <a:gd name="connsiteY3" fmla="*/ 1142 h 6345"/>
                  <a:gd name="connsiteX4" fmla="*/ 3416 w 6343"/>
                  <a:gd name="connsiteY4" fmla="*/ 213 h 6345"/>
                  <a:gd name="connsiteX5" fmla="*/ 1174 w 6343"/>
                  <a:gd name="connsiteY5" fmla="*/ 1142 h 6345"/>
                  <a:gd name="connsiteX6" fmla="*/ 245 w 6343"/>
                  <a:gd name="connsiteY6" fmla="*/ 3386 h 6345"/>
                  <a:gd name="connsiteX7" fmla="*/ 1174 w 6343"/>
                  <a:gd name="connsiteY7" fmla="*/ 5629 h 6345"/>
                  <a:gd name="connsiteX8" fmla="*/ 341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59"/>
                    </a:moveTo>
                    <a:cubicBezTo>
                      <a:pt x="4258" y="6559"/>
                      <a:pt x="5064" y="6224"/>
                      <a:pt x="5659" y="5629"/>
                    </a:cubicBezTo>
                    <a:cubicBezTo>
                      <a:pt x="6254" y="5034"/>
                      <a:pt x="6588" y="4227"/>
                      <a:pt x="6588" y="3386"/>
                    </a:cubicBezTo>
                    <a:cubicBezTo>
                      <a:pt x="6588" y="2544"/>
                      <a:pt x="6254" y="1737"/>
                      <a:pt x="5659" y="1142"/>
                    </a:cubicBezTo>
                    <a:cubicBezTo>
                      <a:pt x="5064" y="547"/>
                      <a:pt x="4258" y="213"/>
                      <a:pt x="3416" y="213"/>
                    </a:cubicBezTo>
                    <a:cubicBezTo>
                      <a:pt x="2575" y="213"/>
                      <a:pt x="1769" y="547"/>
                      <a:pt x="1174" y="1142"/>
                    </a:cubicBezTo>
                    <a:cubicBezTo>
                      <a:pt x="579" y="1737"/>
                      <a:pt x="245" y="2544"/>
                      <a:pt x="245" y="3386"/>
                    </a:cubicBezTo>
                    <a:cubicBezTo>
                      <a:pt x="245" y="4227"/>
                      <a:pt x="579" y="5034"/>
                      <a:pt x="1174" y="5629"/>
                    </a:cubicBezTo>
                    <a:cubicBezTo>
                      <a:pt x="1769" y="6224"/>
                      <a:pt x="2575" y="6559"/>
                      <a:pt x="341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89" name="Freeform: Shape 9388">
                <a:extLst>
                  <a:ext uri="{FF2B5EF4-FFF2-40B4-BE49-F238E27FC236}">
                    <a16:creationId xmlns:a16="http://schemas.microsoft.com/office/drawing/2014/main" id="{D57DB871-0DD1-6FCB-57C4-1964F01382D6}"/>
                  </a:ext>
                </a:extLst>
              </p:cNvPr>
              <p:cNvSpPr/>
              <p:nvPr/>
            </p:nvSpPr>
            <p:spPr>
              <a:xfrm>
                <a:off x="9513624" y="6236842"/>
                <a:ext cx="6343" cy="6345"/>
              </a:xfrm>
              <a:custGeom>
                <a:avLst/>
                <a:gdLst>
                  <a:gd name="connsiteX0" fmla="*/ 3416 w 6343"/>
                  <a:gd name="connsiteY0" fmla="*/ 6563 h 6345"/>
                  <a:gd name="connsiteX1" fmla="*/ 5659 w 6343"/>
                  <a:gd name="connsiteY1" fmla="*/ 5633 h 6345"/>
                  <a:gd name="connsiteX2" fmla="*/ 6588 w 6343"/>
                  <a:gd name="connsiteY2" fmla="*/ 3390 h 6345"/>
                  <a:gd name="connsiteX3" fmla="*/ 5659 w 6343"/>
                  <a:gd name="connsiteY3" fmla="*/ 1147 h 6345"/>
                  <a:gd name="connsiteX4" fmla="*/ 3416 w 6343"/>
                  <a:gd name="connsiteY4" fmla="*/ 217 h 6345"/>
                  <a:gd name="connsiteX5" fmla="*/ 1174 w 6343"/>
                  <a:gd name="connsiteY5" fmla="*/ 1147 h 6345"/>
                  <a:gd name="connsiteX6" fmla="*/ 245 w 6343"/>
                  <a:gd name="connsiteY6" fmla="*/ 3390 h 6345"/>
                  <a:gd name="connsiteX7" fmla="*/ 1174 w 6343"/>
                  <a:gd name="connsiteY7" fmla="*/ 5633 h 6345"/>
                  <a:gd name="connsiteX8" fmla="*/ 3416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63"/>
                    </a:moveTo>
                    <a:cubicBezTo>
                      <a:pt x="4257" y="6563"/>
                      <a:pt x="5064" y="6228"/>
                      <a:pt x="5659" y="5633"/>
                    </a:cubicBezTo>
                    <a:cubicBezTo>
                      <a:pt x="6254" y="5038"/>
                      <a:pt x="6588" y="4231"/>
                      <a:pt x="6588" y="3390"/>
                    </a:cubicBezTo>
                    <a:cubicBezTo>
                      <a:pt x="6588" y="2549"/>
                      <a:pt x="6254" y="1742"/>
                      <a:pt x="5659" y="1147"/>
                    </a:cubicBezTo>
                    <a:cubicBezTo>
                      <a:pt x="5064" y="552"/>
                      <a:pt x="4257" y="217"/>
                      <a:pt x="3416" y="217"/>
                    </a:cubicBezTo>
                    <a:cubicBezTo>
                      <a:pt x="2575" y="217"/>
                      <a:pt x="1768" y="552"/>
                      <a:pt x="1174" y="1147"/>
                    </a:cubicBezTo>
                    <a:cubicBezTo>
                      <a:pt x="579" y="1742"/>
                      <a:pt x="245" y="2549"/>
                      <a:pt x="245" y="3390"/>
                    </a:cubicBezTo>
                    <a:cubicBezTo>
                      <a:pt x="245" y="4231"/>
                      <a:pt x="579" y="5038"/>
                      <a:pt x="1174" y="5633"/>
                    </a:cubicBezTo>
                    <a:cubicBezTo>
                      <a:pt x="1768" y="6228"/>
                      <a:pt x="2575" y="6563"/>
                      <a:pt x="3416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90" name="Freeform: Shape 9389">
                <a:extLst>
                  <a:ext uri="{FF2B5EF4-FFF2-40B4-BE49-F238E27FC236}">
                    <a16:creationId xmlns:a16="http://schemas.microsoft.com/office/drawing/2014/main" id="{BB4F5BE5-1D75-AA32-47A5-54CFE61B292B}"/>
                  </a:ext>
                </a:extLst>
              </p:cNvPr>
              <p:cNvSpPr/>
              <p:nvPr/>
            </p:nvSpPr>
            <p:spPr>
              <a:xfrm>
                <a:off x="9507848" y="6237375"/>
                <a:ext cx="6343" cy="6345"/>
              </a:xfrm>
              <a:custGeom>
                <a:avLst/>
                <a:gdLst>
                  <a:gd name="connsiteX0" fmla="*/ 3416 w 6343"/>
                  <a:gd name="connsiteY0" fmla="*/ 6563 h 6345"/>
                  <a:gd name="connsiteX1" fmla="*/ 5658 w 6343"/>
                  <a:gd name="connsiteY1" fmla="*/ 5633 h 6345"/>
                  <a:gd name="connsiteX2" fmla="*/ 6587 w 6343"/>
                  <a:gd name="connsiteY2" fmla="*/ 3390 h 6345"/>
                  <a:gd name="connsiteX3" fmla="*/ 5658 w 6343"/>
                  <a:gd name="connsiteY3" fmla="*/ 1147 h 6345"/>
                  <a:gd name="connsiteX4" fmla="*/ 3416 w 6343"/>
                  <a:gd name="connsiteY4" fmla="*/ 217 h 6345"/>
                  <a:gd name="connsiteX5" fmla="*/ 1173 w 6343"/>
                  <a:gd name="connsiteY5" fmla="*/ 1147 h 6345"/>
                  <a:gd name="connsiteX6" fmla="*/ 244 w 6343"/>
                  <a:gd name="connsiteY6" fmla="*/ 3390 h 6345"/>
                  <a:gd name="connsiteX7" fmla="*/ 1173 w 6343"/>
                  <a:gd name="connsiteY7" fmla="*/ 5633 h 6345"/>
                  <a:gd name="connsiteX8" fmla="*/ 3416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63"/>
                    </a:moveTo>
                    <a:cubicBezTo>
                      <a:pt x="4257" y="6563"/>
                      <a:pt x="5064" y="6228"/>
                      <a:pt x="5658" y="5633"/>
                    </a:cubicBezTo>
                    <a:cubicBezTo>
                      <a:pt x="6253" y="5038"/>
                      <a:pt x="6587" y="4231"/>
                      <a:pt x="6587" y="3390"/>
                    </a:cubicBezTo>
                    <a:cubicBezTo>
                      <a:pt x="6587" y="2549"/>
                      <a:pt x="6253" y="1742"/>
                      <a:pt x="5658" y="1147"/>
                    </a:cubicBezTo>
                    <a:cubicBezTo>
                      <a:pt x="5064" y="552"/>
                      <a:pt x="4257" y="217"/>
                      <a:pt x="3416" y="217"/>
                    </a:cubicBezTo>
                    <a:cubicBezTo>
                      <a:pt x="2575" y="217"/>
                      <a:pt x="1768" y="552"/>
                      <a:pt x="1173" y="1147"/>
                    </a:cubicBezTo>
                    <a:cubicBezTo>
                      <a:pt x="578" y="1742"/>
                      <a:pt x="244" y="2549"/>
                      <a:pt x="244" y="3390"/>
                    </a:cubicBezTo>
                    <a:cubicBezTo>
                      <a:pt x="244" y="4231"/>
                      <a:pt x="578" y="5038"/>
                      <a:pt x="1173" y="5633"/>
                    </a:cubicBezTo>
                    <a:cubicBezTo>
                      <a:pt x="1768" y="6228"/>
                      <a:pt x="2575" y="6563"/>
                      <a:pt x="3416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91" name="Freeform: Shape 9390">
                <a:extLst>
                  <a:ext uri="{FF2B5EF4-FFF2-40B4-BE49-F238E27FC236}">
                    <a16:creationId xmlns:a16="http://schemas.microsoft.com/office/drawing/2014/main" id="{4FD8597C-51F7-423C-11AD-2F21F87D4C65}"/>
                  </a:ext>
                </a:extLst>
              </p:cNvPr>
              <p:cNvSpPr/>
              <p:nvPr/>
            </p:nvSpPr>
            <p:spPr>
              <a:xfrm>
                <a:off x="9502053" y="6237621"/>
                <a:ext cx="6343" cy="6345"/>
              </a:xfrm>
              <a:custGeom>
                <a:avLst/>
                <a:gdLst>
                  <a:gd name="connsiteX0" fmla="*/ 3415 w 6343"/>
                  <a:gd name="connsiteY0" fmla="*/ 6563 h 6345"/>
                  <a:gd name="connsiteX1" fmla="*/ 5658 w 6343"/>
                  <a:gd name="connsiteY1" fmla="*/ 5633 h 6345"/>
                  <a:gd name="connsiteX2" fmla="*/ 6587 w 6343"/>
                  <a:gd name="connsiteY2" fmla="*/ 3390 h 6345"/>
                  <a:gd name="connsiteX3" fmla="*/ 5658 w 6343"/>
                  <a:gd name="connsiteY3" fmla="*/ 1147 h 6345"/>
                  <a:gd name="connsiteX4" fmla="*/ 3415 w 6343"/>
                  <a:gd name="connsiteY4" fmla="*/ 217 h 6345"/>
                  <a:gd name="connsiteX5" fmla="*/ 1173 w 6343"/>
                  <a:gd name="connsiteY5" fmla="*/ 1147 h 6345"/>
                  <a:gd name="connsiteX6" fmla="*/ 244 w 6343"/>
                  <a:gd name="connsiteY6" fmla="*/ 3390 h 6345"/>
                  <a:gd name="connsiteX7" fmla="*/ 1173 w 6343"/>
                  <a:gd name="connsiteY7" fmla="*/ 5633 h 6345"/>
                  <a:gd name="connsiteX8" fmla="*/ 3415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63"/>
                    </a:moveTo>
                    <a:cubicBezTo>
                      <a:pt x="4256" y="6563"/>
                      <a:pt x="5063" y="6228"/>
                      <a:pt x="5658" y="5633"/>
                    </a:cubicBezTo>
                    <a:cubicBezTo>
                      <a:pt x="6253" y="5039"/>
                      <a:pt x="6587" y="4231"/>
                      <a:pt x="6587" y="3390"/>
                    </a:cubicBezTo>
                    <a:cubicBezTo>
                      <a:pt x="6587" y="2549"/>
                      <a:pt x="6253" y="1742"/>
                      <a:pt x="5658" y="1147"/>
                    </a:cubicBezTo>
                    <a:cubicBezTo>
                      <a:pt x="5063" y="552"/>
                      <a:pt x="4256" y="217"/>
                      <a:pt x="3415" y="217"/>
                    </a:cubicBezTo>
                    <a:cubicBezTo>
                      <a:pt x="2574" y="217"/>
                      <a:pt x="1767" y="552"/>
                      <a:pt x="1173" y="1147"/>
                    </a:cubicBezTo>
                    <a:cubicBezTo>
                      <a:pt x="578" y="1742"/>
                      <a:pt x="244" y="2549"/>
                      <a:pt x="244" y="3390"/>
                    </a:cubicBezTo>
                    <a:cubicBezTo>
                      <a:pt x="244" y="4231"/>
                      <a:pt x="578" y="5039"/>
                      <a:pt x="1173" y="5633"/>
                    </a:cubicBezTo>
                    <a:cubicBezTo>
                      <a:pt x="1767" y="6228"/>
                      <a:pt x="2574" y="6563"/>
                      <a:pt x="3415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92" name="Freeform: Shape 9391">
                <a:extLst>
                  <a:ext uri="{FF2B5EF4-FFF2-40B4-BE49-F238E27FC236}">
                    <a16:creationId xmlns:a16="http://schemas.microsoft.com/office/drawing/2014/main" id="{C6562C11-C456-C061-59AD-C54CBEFDF0EF}"/>
                  </a:ext>
                </a:extLst>
              </p:cNvPr>
              <p:cNvSpPr/>
              <p:nvPr/>
            </p:nvSpPr>
            <p:spPr>
              <a:xfrm>
                <a:off x="9496222" y="6237204"/>
                <a:ext cx="6343" cy="6345"/>
              </a:xfrm>
              <a:custGeom>
                <a:avLst/>
                <a:gdLst>
                  <a:gd name="connsiteX0" fmla="*/ 3415 w 6343"/>
                  <a:gd name="connsiteY0" fmla="*/ 6563 h 6345"/>
                  <a:gd name="connsiteX1" fmla="*/ 5658 w 6343"/>
                  <a:gd name="connsiteY1" fmla="*/ 5633 h 6345"/>
                  <a:gd name="connsiteX2" fmla="*/ 6586 w 6343"/>
                  <a:gd name="connsiteY2" fmla="*/ 3390 h 6345"/>
                  <a:gd name="connsiteX3" fmla="*/ 5658 w 6343"/>
                  <a:gd name="connsiteY3" fmla="*/ 1147 h 6345"/>
                  <a:gd name="connsiteX4" fmla="*/ 3415 w 6343"/>
                  <a:gd name="connsiteY4" fmla="*/ 217 h 6345"/>
                  <a:gd name="connsiteX5" fmla="*/ 1172 w 6343"/>
                  <a:gd name="connsiteY5" fmla="*/ 1147 h 6345"/>
                  <a:gd name="connsiteX6" fmla="*/ 243 w 6343"/>
                  <a:gd name="connsiteY6" fmla="*/ 3390 h 6345"/>
                  <a:gd name="connsiteX7" fmla="*/ 1172 w 6343"/>
                  <a:gd name="connsiteY7" fmla="*/ 5633 h 6345"/>
                  <a:gd name="connsiteX8" fmla="*/ 3415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63"/>
                    </a:moveTo>
                    <a:cubicBezTo>
                      <a:pt x="4256" y="6563"/>
                      <a:pt x="5063" y="6228"/>
                      <a:pt x="5658" y="5633"/>
                    </a:cubicBezTo>
                    <a:cubicBezTo>
                      <a:pt x="6252" y="5038"/>
                      <a:pt x="6586" y="4231"/>
                      <a:pt x="6586" y="3390"/>
                    </a:cubicBezTo>
                    <a:cubicBezTo>
                      <a:pt x="6586" y="2549"/>
                      <a:pt x="6252" y="1742"/>
                      <a:pt x="5658" y="1147"/>
                    </a:cubicBezTo>
                    <a:cubicBezTo>
                      <a:pt x="5063" y="552"/>
                      <a:pt x="4256" y="217"/>
                      <a:pt x="3415" y="217"/>
                    </a:cubicBezTo>
                    <a:cubicBezTo>
                      <a:pt x="2574" y="217"/>
                      <a:pt x="1767" y="552"/>
                      <a:pt x="1172" y="1147"/>
                    </a:cubicBezTo>
                    <a:cubicBezTo>
                      <a:pt x="578" y="1742"/>
                      <a:pt x="243" y="2549"/>
                      <a:pt x="243" y="3390"/>
                    </a:cubicBezTo>
                    <a:cubicBezTo>
                      <a:pt x="243" y="4231"/>
                      <a:pt x="578" y="5038"/>
                      <a:pt x="1172" y="5633"/>
                    </a:cubicBezTo>
                    <a:cubicBezTo>
                      <a:pt x="1767" y="6228"/>
                      <a:pt x="2574" y="6563"/>
                      <a:pt x="3415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93" name="Freeform: Shape 9392">
                <a:extLst>
                  <a:ext uri="{FF2B5EF4-FFF2-40B4-BE49-F238E27FC236}">
                    <a16:creationId xmlns:a16="http://schemas.microsoft.com/office/drawing/2014/main" id="{443D572E-34E3-FC85-96A0-DA4325E11A76}"/>
                  </a:ext>
                </a:extLst>
              </p:cNvPr>
              <p:cNvSpPr/>
              <p:nvPr/>
            </p:nvSpPr>
            <p:spPr>
              <a:xfrm>
                <a:off x="9490412" y="6237002"/>
                <a:ext cx="6343" cy="6345"/>
              </a:xfrm>
              <a:custGeom>
                <a:avLst/>
                <a:gdLst>
                  <a:gd name="connsiteX0" fmla="*/ 3414 w 6343"/>
                  <a:gd name="connsiteY0" fmla="*/ 6563 h 6345"/>
                  <a:gd name="connsiteX1" fmla="*/ 5657 w 6343"/>
                  <a:gd name="connsiteY1" fmla="*/ 5633 h 6345"/>
                  <a:gd name="connsiteX2" fmla="*/ 6586 w 6343"/>
                  <a:gd name="connsiteY2" fmla="*/ 3390 h 6345"/>
                  <a:gd name="connsiteX3" fmla="*/ 5657 w 6343"/>
                  <a:gd name="connsiteY3" fmla="*/ 1147 h 6345"/>
                  <a:gd name="connsiteX4" fmla="*/ 3414 w 6343"/>
                  <a:gd name="connsiteY4" fmla="*/ 217 h 6345"/>
                  <a:gd name="connsiteX5" fmla="*/ 1172 w 6343"/>
                  <a:gd name="connsiteY5" fmla="*/ 1147 h 6345"/>
                  <a:gd name="connsiteX6" fmla="*/ 243 w 6343"/>
                  <a:gd name="connsiteY6" fmla="*/ 3390 h 6345"/>
                  <a:gd name="connsiteX7" fmla="*/ 1172 w 6343"/>
                  <a:gd name="connsiteY7" fmla="*/ 5633 h 6345"/>
                  <a:gd name="connsiteX8" fmla="*/ 341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63"/>
                    </a:moveTo>
                    <a:cubicBezTo>
                      <a:pt x="4256" y="6563"/>
                      <a:pt x="5062" y="6228"/>
                      <a:pt x="5657" y="5633"/>
                    </a:cubicBezTo>
                    <a:cubicBezTo>
                      <a:pt x="6252" y="5038"/>
                      <a:pt x="6586" y="4231"/>
                      <a:pt x="6586" y="3390"/>
                    </a:cubicBezTo>
                    <a:cubicBezTo>
                      <a:pt x="6586" y="2549"/>
                      <a:pt x="6252" y="1742"/>
                      <a:pt x="5657" y="1147"/>
                    </a:cubicBezTo>
                    <a:cubicBezTo>
                      <a:pt x="5062" y="552"/>
                      <a:pt x="4256" y="217"/>
                      <a:pt x="3414" y="217"/>
                    </a:cubicBezTo>
                    <a:cubicBezTo>
                      <a:pt x="2573" y="217"/>
                      <a:pt x="1767" y="552"/>
                      <a:pt x="1172" y="1147"/>
                    </a:cubicBezTo>
                    <a:cubicBezTo>
                      <a:pt x="577" y="1742"/>
                      <a:pt x="243" y="2549"/>
                      <a:pt x="243" y="3390"/>
                    </a:cubicBezTo>
                    <a:cubicBezTo>
                      <a:pt x="243" y="4231"/>
                      <a:pt x="577" y="5038"/>
                      <a:pt x="1172" y="5633"/>
                    </a:cubicBezTo>
                    <a:cubicBezTo>
                      <a:pt x="1767" y="6228"/>
                      <a:pt x="2573" y="6563"/>
                      <a:pt x="341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94" name="Freeform: Shape 9393">
                <a:extLst>
                  <a:ext uri="{FF2B5EF4-FFF2-40B4-BE49-F238E27FC236}">
                    <a16:creationId xmlns:a16="http://schemas.microsoft.com/office/drawing/2014/main" id="{09C769AF-0F40-4944-4D1F-3D42D4B5FC7D}"/>
                  </a:ext>
                </a:extLst>
              </p:cNvPr>
              <p:cNvSpPr/>
              <p:nvPr/>
            </p:nvSpPr>
            <p:spPr>
              <a:xfrm>
                <a:off x="9484627" y="6237267"/>
                <a:ext cx="6343" cy="6345"/>
              </a:xfrm>
              <a:custGeom>
                <a:avLst/>
                <a:gdLst>
                  <a:gd name="connsiteX0" fmla="*/ 3414 w 6343"/>
                  <a:gd name="connsiteY0" fmla="*/ 6563 h 6345"/>
                  <a:gd name="connsiteX1" fmla="*/ 5657 w 6343"/>
                  <a:gd name="connsiteY1" fmla="*/ 5633 h 6345"/>
                  <a:gd name="connsiteX2" fmla="*/ 6586 w 6343"/>
                  <a:gd name="connsiteY2" fmla="*/ 3390 h 6345"/>
                  <a:gd name="connsiteX3" fmla="*/ 5657 w 6343"/>
                  <a:gd name="connsiteY3" fmla="*/ 1147 h 6345"/>
                  <a:gd name="connsiteX4" fmla="*/ 3414 w 6343"/>
                  <a:gd name="connsiteY4" fmla="*/ 217 h 6345"/>
                  <a:gd name="connsiteX5" fmla="*/ 1171 w 6343"/>
                  <a:gd name="connsiteY5" fmla="*/ 1147 h 6345"/>
                  <a:gd name="connsiteX6" fmla="*/ 242 w 6343"/>
                  <a:gd name="connsiteY6" fmla="*/ 3390 h 6345"/>
                  <a:gd name="connsiteX7" fmla="*/ 1171 w 6343"/>
                  <a:gd name="connsiteY7" fmla="*/ 5633 h 6345"/>
                  <a:gd name="connsiteX8" fmla="*/ 341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63"/>
                    </a:moveTo>
                    <a:cubicBezTo>
                      <a:pt x="4255" y="6563"/>
                      <a:pt x="5062" y="6228"/>
                      <a:pt x="5657" y="5633"/>
                    </a:cubicBezTo>
                    <a:cubicBezTo>
                      <a:pt x="6251" y="5038"/>
                      <a:pt x="6586" y="4231"/>
                      <a:pt x="6586" y="3390"/>
                    </a:cubicBezTo>
                    <a:cubicBezTo>
                      <a:pt x="6586" y="2549"/>
                      <a:pt x="6251" y="1742"/>
                      <a:pt x="5657" y="1147"/>
                    </a:cubicBezTo>
                    <a:cubicBezTo>
                      <a:pt x="5062" y="552"/>
                      <a:pt x="4255" y="217"/>
                      <a:pt x="3414" y="217"/>
                    </a:cubicBezTo>
                    <a:cubicBezTo>
                      <a:pt x="2573" y="217"/>
                      <a:pt x="1766" y="552"/>
                      <a:pt x="1171" y="1147"/>
                    </a:cubicBezTo>
                    <a:cubicBezTo>
                      <a:pt x="577" y="1742"/>
                      <a:pt x="242" y="2549"/>
                      <a:pt x="242" y="3390"/>
                    </a:cubicBezTo>
                    <a:cubicBezTo>
                      <a:pt x="242" y="4231"/>
                      <a:pt x="577" y="5038"/>
                      <a:pt x="1171" y="5633"/>
                    </a:cubicBezTo>
                    <a:cubicBezTo>
                      <a:pt x="1766" y="6228"/>
                      <a:pt x="2573" y="6563"/>
                      <a:pt x="341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95" name="Freeform: Shape 9394">
                <a:extLst>
                  <a:ext uri="{FF2B5EF4-FFF2-40B4-BE49-F238E27FC236}">
                    <a16:creationId xmlns:a16="http://schemas.microsoft.com/office/drawing/2014/main" id="{9E45B274-897A-090D-D7CF-4504AD8DA658}"/>
                  </a:ext>
                </a:extLst>
              </p:cNvPr>
              <p:cNvSpPr/>
              <p:nvPr/>
            </p:nvSpPr>
            <p:spPr>
              <a:xfrm>
                <a:off x="9478833" y="6237308"/>
                <a:ext cx="6343" cy="6345"/>
              </a:xfrm>
              <a:custGeom>
                <a:avLst/>
                <a:gdLst>
                  <a:gd name="connsiteX0" fmla="*/ 3414 w 6343"/>
                  <a:gd name="connsiteY0" fmla="*/ 6563 h 6345"/>
                  <a:gd name="connsiteX1" fmla="*/ 5656 w 6343"/>
                  <a:gd name="connsiteY1" fmla="*/ 5633 h 6345"/>
                  <a:gd name="connsiteX2" fmla="*/ 6585 w 6343"/>
                  <a:gd name="connsiteY2" fmla="*/ 3390 h 6345"/>
                  <a:gd name="connsiteX3" fmla="*/ 5656 w 6343"/>
                  <a:gd name="connsiteY3" fmla="*/ 1147 h 6345"/>
                  <a:gd name="connsiteX4" fmla="*/ 3414 w 6343"/>
                  <a:gd name="connsiteY4" fmla="*/ 217 h 6345"/>
                  <a:gd name="connsiteX5" fmla="*/ 1171 w 6343"/>
                  <a:gd name="connsiteY5" fmla="*/ 1147 h 6345"/>
                  <a:gd name="connsiteX6" fmla="*/ 242 w 6343"/>
                  <a:gd name="connsiteY6" fmla="*/ 3390 h 6345"/>
                  <a:gd name="connsiteX7" fmla="*/ 1171 w 6343"/>
                  <a:gd name="connsiteY7" fmla="*/ 5633 h 6345"/>
                  <a:gd name="connsiteX8" fmla="*/ 341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63"/>
                    </a:moveTo>
                    <a:cubicBezTo>
                      <a:pt x="4255" y="6563"/>
                      <a:pt x="5061" y="6228"/>
                      <a:pt x="5656" y="5633"/>
                    </a:cubicBezTo>
                    <a:cubicBezTo>
                      <a:pt x="6251" y="5038"/>
                      <a:pt x="6585" y="4231"/>
                      <a:pt x="6585" y="3390"/>
                    </a:cubicBezTo>
                    <a:cubicBezTo>
                      <a:pt x="6585" y="2549"/>
                      <a:pt x="6251" y="1742"/>
                      <a:pt x="5656" y="1147"/>
                    </a:cubicBezTo>
                    <a:cubicBezTo>
                      <a:pt x="5061" y="552"/>
                      <a:pt x="4255" y="217"/>
                      <a:pt x="3414" y="217"/>
                    </a:cubicBezTo>
                    <a:cubicBezTo>
                      <a:pt x="2572" y="217"/>
                      <a:pt x="1766" y="552"/>
                      <a:pt x="1171" y="1147"/>
                    </a:cubicBezTo>
                    <a:cubicBezTo>
                      <a:pt x="576" y="1742"/>
                      <a:pt x="242" y="2549"/>
                      <a:pt x="242" y="3390"/>
                    </a:cubicBezTo>
                    <a:cubicBezTo>
                      <a:pt x="242" y="4231"/>
                      <a:pt x="576" y="5038"/>
                      <a:pt x="1171" y="5633"/>
                    </a:cubicBezTo>
                    <a:cubicBezTo>
                      <a:pt x="1766" y="6228"/>
                      <a:pt x="2572" y="6563"/>
                      <a:pt x="341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96" name="Freeform: Shape 9395">
                <a:extLst>
                  <a:ext uri="{FF2B5EF4-FFF2-40B4-BE49-F238E27FC236}">
                    <a16:creationId xmlns:a16="http://schemas.microsoft.com/office/drawing/2014/main" id="{CD56D5E3-1DDD-2443-E3B8-4D2916A27420}"/>
                  </a:ext>
                </a:extLst>
              </p:cNvPr>
              <p:cNvSpPr/>
              <p:nvPr/>
            </p:nvSpPr>
            <p:spPr>
              <a:xfrm>
                <a:off x="9502289" y="7202368"/>
                <a:ext cx="6343" cy="6345"/>
              </a:xfrm>
              <a:custGeom>
                <a:avLst/>
                <a:gdLst>
                  <a:gd name="connsiteX0" fmla="*/ 3415 w 6343"/>
                  <a:gd name="connsiteY0" fmla="*/ 6639 h 6345"/>
                  <a:gd name="connsiteX1" fmla="*/ 5658 w 6343"/>
                  <a:gd name="connsiteY1" fmla="*/ 5710 h 6345"/>
                  <a:gd name="connsiteX2" fmla="*/ 6587 w 6343"/>
                  <a:gd name="connsiteY2" fmla="*/ 3466 h 6345"/>
                  <a:gd name="connsiteX3" fmla="*/ 5658 w 6343"/>
                  <a:gd name="connsiteY3" fmla="*/ 1223 h 6345"/>
                  <a:gd name="connsiteX4" fmla="*/ 3415 w 6343"/>
                  <a:gd name="connsiteY4" fmla="*/ 293 h 6345"/>
                  <a:gd name="connsiteX5" fmla="*/ 1173 w 6343"/>
                  <a:gd name="connsiteY5" fmla="*/ 1223 h 6345"/>
                  <a:gd name="connsiteX6" fmla="*/ 244 w 6343"/>
                  <a:gd name="connsiteY6" fmla="*/ 3466 h 6345"/>
                  <a:gd name="connsiteX7" fmla="*/ 1173 w 6343"/>
                  <a:gd name="connsiteY7" fmla="*/ 5710 h 6345"/>
                  <a:gd name="connsiteX8" fmla="*/ 3415 w 6343"/>
                  <a:gd name="connsiteY8" fmla="*/ 66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639"/>
                    </a:moveTo>
                    <a:cubicBezTo>
                      <a:pt x="4256" y="6639"/>
                      <a:pt x="5063" y="6304"/>
                      <a:pt x="5658" y="5710"/>
                    </a:cubicBezTo>
                    <a:cubicBezTo>
                      <a:pt x="6253" y="5115"/>
                      <a:pt x="6587" y="4307"/>
                      <a:pt x="6587" y="3466"/>
                    </a:cubicBezTo>
                    <a:cubicBezTo>
                      <a:pt x="6587" y="2625"/>
                      <a:pt x="6253" y="1818"/>
                      <a:pt x="5658" y="1223"/>
                    </a:cubicBezTo>
                    <a:cubicBezTo>
                      <a:pt x="5063" y="628"/>
                      <a:pt x="4256" y="293"/>
                      <a:pt x="3415" y="293"/>
                    </a:cubicBezTo>
                    <a:cubicBezTo>
                      <a:pt x="2574" y="293"/>
                      <a:pt x="1768" y="628"/>
                      <a:pt x="1173" y="1223"/>
                    </a:cubicBezTo>
                    <a:cubicBezTo>
                      <a:pt x="578" y="1818"/>
                      <a:pt x="244" y="2625"/>
                      <a:pt x="244" y="3466"/>
                    </a:cubicBezTo>
                    <a:cubicBezTo>
                      <a:pt x="244" y="4307"/>
                      <a:pt x="578" y="5115"/>
                      <a:pt x="1173" y="5710"/>
                    </a:cubicBezTo>
                    <a:cubicBezTo>
                      <a:pt x="1768" y="6304"/>
                      <a:pt x="2574" y="6639"/>
                      <a:pt x="3415" y="66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97" name="Freeform: Shape 9396">
                <a:extLst>
                  <a:ext uri="{FF2B5EF4-FFF2-40B4-BE49-F238E27FC236}">
                    <a16:creationId xmlns:a16="http://schemas.microsoft.com/office/drawing/2014/main" id="{7EC05323-04C3-E9BE-EC12-056949A18991}"/>
                  </a:ext>
                </a:extLst>
              </p:cNvPr>
              <p:cNvSpPr/>
              <p:nvPr/>
            </p:nvSpPr>
            <p:spPr>
              <a:xfrm>
                <a:off x="9467241" y="6236906"/>
                <a:ext cx="6343" cy="6345"/>
              </a:xfrm>
              <a:custGeom>
                <a:avLst/>
                <a:gdLst>
                  <a:gd name="connsiteX0" fmla="*/ 3413 w 6343"/>
                  <a:gd name="connsiteY0" fmla="*/ 6563 h 6345"/>
                  <a:gd name="connsiteX1" fmla="*/ 5655 w 6343"/>
                  <a:gd name="connsiteY1" fmla="*/ 5633 h 6345"/>
                  <a:gd name="connsiteX2" fmla="*/ 6584 w 6343"/>
                  <a:gd name="connsiteY2" fmla="*/ 3390 h 6345"/>
                  <a:gd name="connsiteX3" fmla="*/ 5655 w 6343"/>
                  <a:gd name="connsiteY3" fmla="*/ 1147 h 6345"/>
                  <a:gd name="connsiteX4" fmla="*/ 3413 w 6343"/>
                  <a:gd name="connsiteY4" fmla="*/ 217 h 6345"/>
                  <a:gd name="connsiteX5" fmla="*/ 1170 w 6343"/>
                  <a:gd name="connsiteY5" fmla="*/ 1147 h 6345"/>
                  <a:gd name="connsiteX6" fmla="*/ 241 w 6343"/>
                  <a:gd name="connsiteY6" fmla="*/ 3390 h 6345"/>
                  <a:gd name="connsiteX7" fmla="*/ 1170 w 6343"/>
                  <a:gd name="connsiteY7" fmla="*/ 5633 h 6345"/>
                  <a:gd name="connsiteX8" fmla="*/ 3413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63"/>
                    </a:moveTo>
                    <a:cubicBezTo>
                      <a:pt x="4254" y="6563"/>
                      <a:pt x="5061" y="6228"/>
                      <a:pt x="5655" y="5633"/>
                    </a:cubicBezTo>
                    <a:cubicBezTo>
                      <a:pt x="6250" y="5038"/>
                      <a:pt x="6584" y="4231"/>
                      <a:pt x="6584" y="3390"/>
                    </a:cubicBezTo>
                    <a:cubicBezTo>
                      <a:pt x="6584" y="2549"/>
                      <a:pt x="6250" y="1742"/>
                      <a:pt x="5655" y="1147"/>
                    </a:cubicBezTo>
                    <a:cubicBezTo>
                      <a:pt x="5061" y="552"/>
                      <a:pt x="4254" y="217"/>
                      <a:pt x="3413" y="217"/>
                    </a:cubicBezTo>
                    <a:cubicBezTo>
                      <a:pt x="2572" y="217"/>
                      <a:pt x="1765" y="552"/>
                      <a:pt x="1170" y="1147"/>
                    </a:cubicBezTo>
                    <a:cubicBezTo>
                      <a:pt x="575" y="1742"/>
                      <a:pt x="241" y="2549"/>
                      <a:pt x="241" y="3390"/>
                    </a:cubicBezTo>
                    <a:cubicBezTo>
                      <a:pt x="241" y="4231"/>
                      <a:pt x="575" y="5038"/>
                      <a:pt x="1170" y="5633"/>
                    </a:cubicBezTo>
                    <a:cubicBezTo>
                      <a:pt x="1765" y="6228"/>
                      <a:pt x="2572" y="6563"/>
                      <a:pt x="3413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98" name="Freeform: Shape 9397">
                <a:extLst>
                  <a:ext uri="{FF2B5EF4-FFF2-40B4-BE49-F238E27FC236}">
                    <a16:creationId xmlns:a16="http://schemas.microsoft.com/office/drawing/2014/main" id="{4647DF38-4A5B-7E79-E333-1D1AF7164F6F}"/>
                  </a:ext>
                </a:extLst>
              </p:cNvPr>
              <p:cNvSpPr/>
              <p:nvPr/>
            </p:nvSpPr>
            <p:spPr>
              <a:xfrm>
                <a:off x="9455675" y="6237367"/>
                <a:ext cx="6343" cy="6345"/>
              </a:xfrm>
              <a:custGeom>
                <a:avLst/>
                <a:gdLst>
                  <a:gd name="connsiteX0" fmla="*/ 3412 w 6343"/>
                  <a:gd name="connsiteY0" fmla="*/ 6563 h 6345"/>
                  <a:gd name="connsiteX1" fmla="*/ 5654 w 6343"/>
                  <a:gd name="connsiteY1" fmla="*/ 5633 h 6345"/>
                  <a:gd name="connsiteX2" fmla="*/ 6583 w 6343"/>
                  <a:gd name="connsiteY2" fmla="*/ 3390 h 6345"/>
                  <a:gd name="connsiteX3" fmla="*/ 5654 w 6343"/>
                  <a:gd name="connsiteY3" fmla="*/ 1147 h 6345"/>
                  <a:gd name="connsiteX4" fmla="*/ 3412 w 6343"/>
                  <a:gd name="connsiteY4" fmla="*/ 217 h 6345"/>
                  <a:gd name="connsiteX5" fmla="*/ 1169 w 6343"/>
                  <a:gd name="connsiteY5" fmla="*/ 1147 h 6345"/>
                  <a:gd name="connsiteX6" fmla="*/ 240 w 6343"/>
                  <a:gd name="connsiteY6" fmla="*/ 3390 h 6345"/>
                  <a:gd name="connsiteX7" fmla="*/ 1169 w 6343"/>
                  <a:gd name="connsiteY7" fmla="*/ 5633 h 6345"/>
                  <a:gd name="connsiteX8" fmla="*/ 341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3"/>
                    </a:moveTo>
                    <a:cubicBezTo>
                      <a:pt x="4253" y="6563"/>
                      <a:pt x="5060" y="6228"/>
                      <a:pt x="5654" y="5633"/>
                    </a:cubicBezTo>
                    <a:cubicBezTo>
                      <a:pt x="6249" y="5038"/>
                      <a:pt x="6583" y="4231"/>
                      <a:pt x="6583" y="3390"/>
                    </a:cubicBezTo>
                    <a:cubicBezTo>
                      <a:pt x="6583" y="2549"/>
                      <a:pt x="6249" y="1742"/>
                      <a:pt x="5654" y="1147"/>
                    </a:cubicBezTo>
                    <a:cubicBezTo>
                      <a:pt x="5060" y="552"/>
                      <a:pt x="4253" y="217"/>
                      <a:pt x="3412" y="217"/>
                    </a:cubicBezTo>
                    <a:cubicBezTo>
                      <a:pt x="2571" y="217"/>
                      <a:pt x="1764" y="552"/>
                      <a:pt x="1169" y="1147"/>
                    </a:cubicBezTo>
                    <a:cubicBezTo>
                      <a:pt x="574" y="1742"/>
                      <a:pt x="240" y="2549"/>
                      <a:pt x="240" y="3390"/>
                    </a:cubicBezTo>
                    <a:cubicBezTo>
                      <a:pt x="240" y="4231"/>
                      <a:pt x="574" y="5038"/>
                      <a:pt x="1169" y="5633"/>
                    </a:cubicBezTo>
                    <a:cubicBezTo>
                      <a:pt x="1764" y="6228"/>
                      <a:pt x="2571" y="6563"/>
                      <a:pt x="341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399" name="Freeform: Shape 9398">
                <a:extLst>
                  <a:ext uri="{FF2B5EF4-FFF2-40B4-BE49-F238E27FC236}">
                    <a16:creationId xmlns:a16="http://schemas.microsoft.com/office/drawing/2014/main" id="{857E28C2-26E8-5489-0468-71AA1FBFC65B}"/>
                  </a:ext>
                </a:extLst>
              </p:cNvPr>
              <p:cNvSpPr/>
              <p:nvPr/>
            </p:nvSpPr>
            <p:spPr>
              <a:xfrm>
                <a:off x="9449601" y="6187454"/>
                <a:ext cx="6343" cy="6345"/>
              </a:xfrm>
              <a:custGeom>
                <a:avLst/>
                <a:gdLst>
                  <a:gd name="connsiteX0" fmla="*/ 3411 w 6343"/>
                  <a:gd name="connsiteY0" fmla="*/ 6559 h 6345"/>
                  <a:gd name="connsiteX1" fmla="*/ 5654 w 6343"/>
                  <a:gd name="connsiteY1" fmla="*/ 5630 h 6345"/>
                  <a:gd name="connsiteX2" fmla="*/ 6583 w 6343"/>
                  <a:gd name="connsiteY2" fmla="*/ 3386 h 6345"/>
                  <a:gd name="connsiteX3" fmla="*/ 5654 w 6343"/>
                  <a:gd name="connsiteY3" fmla="*/ 1143 h 6345"/>
                  <a:gd name="connsiteX4" fmla="*/ 3411 w 6343"/>
                  <a:gd name="connsiteY4" fmla="*/ 213 h 6345"/>
                  <a:gd name="connsiteX5" fmla="*/ 1169 w 6343"/>
                  <a:gd name="connsiteY5" fmla="*/ 1143 h 6345"/>
                  <a:gd name="connsiteX6" fmla="*/ 240 w 6343"/>
                  <a:gd name="connsiteY6" fmla="*/ 3386 h 6345"/>
                  <a:gd name="connsiteX7" fmla="*/ 1169 w 6343"/>
                  <a:gd name="connsiteY7" fmla="*/ 5630 h 6345"/>
                  <a:gd name="connsiteX8" fmla="*/ 341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59"/>
                    </a:moveTo>
                    <a:cubicBezTo>
                      <a:pt x="4252" y="6559"/>
                      <a:pt x="5059" y="6224"/>
                      <a:pt x="5654" y="5630"/>
                    </a:cubicBezTo>
                    <a:cubicBezTo>
                      <a:pt x="6249" y="5035"/>
                      <a:pt x="6583" y="4228"/>
                      <a:pt x="6583" y="3386"/>
                    </a:cubicBezTo>
                    <a:cubicBezTo>
                      <a:pt x="6583" y="2545"/>
                      <a:pt x="6249" y="1738"/>
                      <a:pt x="5654" y="1143"/>
                    </a:cubicBezTo>
                    <a:cubicBezTo>
                      <a:pt x="5059" y="548"/>
                      <a:pt x="4252" y="213"/>
                      <a:pt x="3411" y="213"/>
                    </a:cubicBezTo>
                    <a:cubicBezTo>
                      <a:pt x="2570" y="213"/>
                      <a:pt x="1763" y="548"/>
                      <a:pt x="1169" y="1143"/>
                    </a:cubicBezTo>
                    <a:cubicBezTo>
                      <a:pt x="574" y="1738"/>
                      <a:pt x="240" y="2545"/>
                      <a:pt x="240" y="3386"/>
                    </a:cubicBezTo>
                    <a:cubicBezTo>
                      <a:pt x="240" y="4228"/>
                      <a:pt x="574" y="5035"/>
                      <a:pt x="1169" y="5630"/>
                    </a:cubicBezTo>
                    <a:cubicBezTo>
                      <a:pt x="1763" y="6224"/>
                      <a:pt x="2570" y="6559"/>
                      <a:pt x="341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00" name="Freeform: Shape 9399">
                <a:extLst>
                  <a:ext uri="{FF2B5EF4-FFF2-40B4-BE49-F238E27FC236}">
                    <a16:creationId xmlns:a16="http://schemas.microsoft.com/office/drawing/2014/main" id="{491BC340-3A8B-E68E-133C-B46FCA405D93}"/>
                  </a:ext>
                </a:extLst>
              </p:cNvPr>
              <p:cNvSpPr/>
              <p:nvPr/>
            </p:nvSpPr>
            <p:spPr>
              <a:xfrm>
                <a:off x="9444102" y="6237372"/>
                <a:ext cx="6343" cy="6345"/>
              </a:xfrm>
              <a:custGeom>
                <a:avLst/>
                <a:gdLst>
                  <a:gd name="connsiteX0" fmla="*/ 3411 w 6343"/>
                  <a:gd name="connsiteY0" fmla="*/ 6563 h 6345"/>
                  <a:gd name="connsiteX1" fmla="*/ 5653 w 6343"/>
                  <a:gd name="connsiteY1" fmla="*/ 5633 h 6345"/>
                  <a:gd name="connsiteX2" fmla="*/ 6582 w 6343"/>
                  <a:gd name="connsiteY2" fmla="*/ 3390 h 6345"/>
                  <a:gd name="connsiteX3" fmla="*/ 5653 w 6343"/>
                  <a:gd name="connsiteY3" fmla="*/ 1147 h 6345"/>
                  <a:gd name="connsiteX4" fmla="*/ 3411 w 6343"/>
                  <a:gd name="connsiteY4" fmla="*/ 217 h 6345"/>
                  <a:gd name="connsiteX5" fmla="*/ 1168 w 6343"/>
                  <a:gd name="connsiteY5" fmla="*/ 1147 h 6345"/>
                  <a:gd name="connsiteX6" fmla="*/ 239 w 6343"/>
                  <a:gd name="connsiteY6" fmla="*/ 3390 h 6345"/>
                  <a:gd name="connsiteX7" fmla="*/ 1168 w 6343"/>
                  <a:gd name="connsiteY7" fmla="*/ 5633 h 6345"/>
                  <a:gd name="connsiteX8" fmla="*/ 341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3"/>
                    </a:moveTo>
                    <a:cubicBezTo>
                      <a:pt x="4252" y="6563"/>
                      <a:pt x="5059" y="6228"/>
                      <a:pt x="5653" y="5633"/>
                    </a:cubicBezTo>
                    <a:cubicBezTo>
                      <a:pt x="6248" y="5038"/>
                      <a:pt x="6582" y="4231"/>
                      <a:pt x="6582" y="3390"/>
                    </a:cubicBezTo>
                    <a:cubicBezTo>
                      <a:pt x="6582" y="2549"/>
                      <a:pt x="6248" y="1742"/>
                      <a:pt x="5653" y="1147"/>
                    </a:cubicBezTo>
                    <a:cubicBezTo>
                      <a:pt x="5059" y="552"/>
                      <a:pt x="4252" y="217"/>
                      <a:pt x="3411" y="217"/>
                    </a:cubicBezTo>
                    <a:cubicBezTo>
                      <a:pt x="2570" y="217"/>
                      <a:pt x="1763" y="552"/>
                      <a:pt x="1168" y="1147"/>
                    </a:cubicBezTo>
                    <a:cubicBezTo>
                      <a:pt x="573" y="1742"/>
                      <a:pt x="239" y="2549"/>
                      <a:pt x="239" y="3390"/>
                    </a:cubicBezTo>
                    <a:cubicBezTo>
                      <a:pt x="239" y="4231"/>
                      <a:pt x="573" y="5038"/>
                      <a:pt x="1168" y="5633"/>
                    </a:cubicBezTo>
                    <a:cubicBezTo>
                      <a:pt x="1763" y="6228"/>
                      <a:pt x="2570" y="6563"/>
                      <a:pt x="341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01" name="Freeform: Shape 9400">
                <a:extLst>
                  <a:ext uri="{FF2B5EF4-FFF2-40B4-BE49-F238E27FC236}">
                    <a16:creationId xmlns:a16="http://schemas.microsoft.com/office/drawing/2014/main" id="{C8290782-6A8D-BE07-A345-1B40DF28EED0}"/>
                  </a:ext>
                </a:extLst>
              </p:cNvPr>
              <p:cNvSpPr/>
              <p:nvPr/>
            </p:nvSpPr>
            <p:spPr>
              <a:xfrm>
                <a:off x="9438321" y="6236535"/>
                <a:ext cx="6343" cy="6345"/>
              </a:xfrm>
              <a:custGeom>
                <a:avLst/>
                <a:gdLst>
                  <a:gd name="connsiteX0" fmla="*/ 3410 w 6343"/>
                  <a:gd name="connsiteY0" fmla="*/ 6563 h 6345"/>
                  <a:gd name="connsiteX1" fmla="*/ 5653 w 6343"/>
                  <a:gd name="connsiteY1" fmla="*/ 5633 h 6345"/>
                  <a:gd name="connsiteX2" fmla="*/ 6582 w 6343"/>
                  <a:gd name="connsiteY2" fmla="*/ 3390 h 6345"/>
                  <a:gd name="connsiteX3" fmla="*/ 5653 w 6343"/>
                  <a:gd name="connsiteY3" fmla="*/ 1147 h 6345"/>
                  <a:gd name="connsiteX4" fmla="*/ 3410 w 6343"/>
                  <a:gd name="connsiteY4" fmla="*/ 217 h 6345"/>
                  <a:gd name="connsiteX5" fmla="*/ 1168 w 6343"/>
                  <a:gd name="connsiteY5" fmla="*/ 1147 h 6345"/>
                  <a:gd name="connsiteX6" fmla="*/ 239 w 6343"/>
                  <a:gd name="connsiteY6" fmla="*/ 3390 h 6345"/>
                  <a:gd name="connsiteX7" fmla="*/ 1168 w 6343"/>
                  <a:gd name="connsiteY7" fmla="*/ 5633 h 6345"/>
                  <a:gd name="connsiteX8" fmla="*/ 341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3"/>
                    </a:moveTo>
                    <a:cubicBezTo>
                      <a:pt x="4251" y="6563"/>
                      <a:pt x="5058" y="6228"/>
                      <a:pt x="5653" y="5633"/>
                    </a:cubicBezTo>
                    <a:cubicBezTo>
                      <a:pt x="6248" y="5038"/>
                      <a:pt x="6582" y="4231"/>
                      <a:pt x="6582" y="3390"/>
                    </a:cubicBezTo>
                    <a:cubicBezTo>
                      <a:pt x="6582" y="2549"/>
                      <a:pt x="6248" y="1741"/>
                      <a:pt x="5653" y="1147"/>
                    </a:cubicBezTo>
                    <a:cubicBezTo>
                      <a:pt x="5058" y="552"/>
                      <a:pt x="4251" y="217"/>
                      <a:pt x="3410" y="217"/>
                    </a:cubicBezTo>
                    <a:cubicBezTo>
                      <a:pt x="2569" y="217"/>
                      <a:pt x="1762" y="552"/>
                      <a:pt x="1168" y="1147"/>
                    </a:cubicBezTo>
                    <a:cubicBezTo>
                      <a:pt x="573" y="1741"/>
                      <a:pt x="239" y="2549"/>
                      <a:pt x="239" y="3390"/>
                    </a:cubicBezTo>
                    <a:cubicBezTo>
                      <a:pt x="239" y="4231"/>
                      <a:pt x="573" y="5038"/>
                      <a:pt x="1168" y="5633"/>
                    </a:cubicBezTo>
                    <a:cubicBezTo>
                      <a:pt x="1762" y="6228"/>
                      <a:pt x="2569" y="6563"/>
                      <a:pt x="341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02" name="Freeform: Shape 9401">
                <a:extLst>
                  <a:ext uri="{FF2B5EF4-FFF2-40B4-BE49-F238E27FC236}">
                    <a16:creationId xmlns:a16="http://schemas.microsoft.com/office/drawing/2014/main" id="{66DADF25-328A-7D51-7117-4E0ED36D75BF}"/>
                  </a:ext>
                </a:extLst>
              </p:cNvPr>
              <p:cNvSpPr/>
              <p:nvPr/>
            </p:nvSpPr>
            <p:spPr>
              <a:xfrm>
                <a:off x="9432543" y="6236292"/>
                <a:ext cx="6343" cy="6345"/>
              </a:xfrm>
              <a:custGeom>
                <a:avLst/>
                <a:gdLst>
                  <a:gd name="connsiteX0" fmla="*/ 3410 w 6343"/>
                  <a:gd name="connsiteY0" fmla="*/ 6563 h 6345"/>
                  <a:gd name="connsiteX1" fmla="*/ 5653 w 6343"/>
                  <a:gd name="connsiteY1" fmla="*/ 5633 h 6345"/>
                  <a:gd name="connsiteX2" fmla="*/ 6581 w 6343"/>
                  <a:gd name="connsiteY2" fmla="*/ 3390 h 6345"/>
                  <a:gd name="connsiteX3" fmla="*/ 5653 w 6343"/>
                  <a:gd name="connsiteY3" fmla="*/ 1146 h 6345"/>
                  <a:gd name="connsiteX4" fmla="*/ 3410 w 6343"/>
                  <a:gd name="connsiteY4" fmla="*/ 217 h 6345"/>
                  <a:gd name="connsiteX5" fmla="*/ 1167 w 6343"/>
                  <a:gd name="connsiteY5" fmla="*/ 1146 h 6345"/>
                  <a:gd name="connsiteX6" fmla="*/ 238 w 6343"/>
                  <a:gd name="connsiteY6" fmla="*/ 3390 h 6345"/>
                  <a:gd name="connsiteX7" fmla="*/ 1167 w 6343"/>
                  <a:gd name="connsiteY7" fmla="*/ 5633 h 6345"/>
                  <a:gd name="connsiteX8" fmla="*/ 341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3"/>
                    </a:moveTo>
                    <a:cubicBezTo>
                      <a:pt x="4251" y="6563"/>
                      <a:pt x="5058" y="6228"/>
                      <a:pt x="5653" y="5633"/>
                    </a:cubicBezTo>
                    <a:cubicBezTo>
                      <a:pt x="6247" y="5038"/>
                      <a:pt x="6581" y="4231"/>
                      <a:pt x="6581" y="3390"/>
                    </a:cubicBezTo>
                    <a:cubicBezTo>
                      <a:pt x="6581" y="2549"/>
                      <a:pt x="6247" y="1741"/>
                      <a:pt x="5653" y="1146"/>
                    </a:cubicBezTo>
                    <a:cubicBezTo>
                      <a:pt x="5058" y="552"/>
                      <a:pt x="4251" y="217"/>
                      <a:pt x="3410" y="217"/>
                    </a:cubicBezTo>
                    <a:cubicBezTo>
                      <a:pt x="2569" y="217"/>
                      <a:pt x="1762" y="552"/>
                      <a:pt x="1167" y="1146"/>
                    </a:cubicBezTo>
                    <a:cubicBezTo>
                      <a:pt x="573" y="1741"/>
                      <a:pt x="238" y="2549"/>
                      <a:pt x="238" y="3390"/>
                    </a:cubicBezTo>
                    <a:cubicBezTo>
                      <a:pt x="238" y="4231"/>
                      <a:pt x="573" y="5038"/>
                      <a:pt x="1167" y="5633"/>
                    </a:cubicBezTo>
                    <a:cubicBezTo>
                      <a:pt x="1762" y="6228"/>
                      <a:pt x="2569" y="6563"/>
                      <a:pt x="341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03" name="Freeform: Shape 9402">
                <a:extLst>
                  <a:ext uri="{FF2B5EF4-FFF2-40B4-BE49-F238E27FC236}">
                    <a16:creationId xmlns:a16="http://schemas.microsoft.com/office/drawing/2014/main" id="{34935953-2D1D-6BD9-56C0-21B788970587}"/>
                  </a:ext>
                </a:extLst>
              </p:cNvPr>
              <p:cNvSpPr/>
              <p:nvPr/>
            </p:nvSpPr>
            <p:spPr>
              <a:xfrm>
                <a:off x="9426756" y="6236579"/>
                <a:ext cx="6343" cy="6345"/>
              </a:xfrm>
              <a:custGeom>
                <a:avLst/>
                <a:gdLst>
                  <a:gd name="connsiteX0" fmla="*/ 3409 w 6343"/>
                  <a:gd name="connsiteY0" fmla="*/ 6563 h 6345"/>
                  <a:gd name="connsiteX1" fmla="*/ 5652 w 6343"/>
                  <a:gd name="connsiteY1" fmla="*/ 5633 h 6345"/>
                  <a:gd name="connsiteX2" fmla="*/ 6581 w 6343"/>
                  <a:gd name="connsiteY2" fmla="*/ 3390 h 6345"/>
                  <a:gd name="connsiteX3" fmla="*/ 5652 w 6343"/>
                  <a:gd name="connsiteY3" fmla="*/ 1147 h 6345"/>
                  <a:gd name="connsiteX4" fmla="*/ 3409 w 6343"/>
                  <a:gd name="connsiteY4" fmla="*/ 217 h 6345"/>
                  <a:gd name="connsiteX5" fmla="*/ 1167 w 6343"/>
                  <a:gd name="connsiteY5" fmla="*/ 1147 h 6345"/>
                  <a:gd name="connsiteX6" fmla="*/ 238 w 6343"/>
                  <a:gd name="connsiteY6" fmla="*/ 3390 h 6345"/>
                  <a:gd name="connsiteX7" fmla="*/ 1167 w 6343"/>
                  <a:gd name="connsiteY7" fmla="*/ 5633 h 6345"/>
                  <a:gd name="connsiteX8" fmla="*/ 340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3"/>
                    </a:moveTo>
                    <a:cubicBezTo>
                      <a:pt x="4251" y="6563"/>
                      <a:pt x="5057" y="6228"/>
                      <a:pt x="5652" y="5633"/>
                    </a:cubicBezTo>
                    <a:cubicBezTo>
                      <a:pt x="6247" y="5038"/>
                      <a:pt x="6581" y="4231"/>
                      <a:pt x="6581" y="3390"/>
                    </a:cubicBezTo>
                    <a:cubicBezTo>
                      <a:pt x="6581" y="2549"/>
                      <a:pt x="6247" y="1741"/>
                      <a:pt x="5652" y="1147"/>
                    </a:cubicBezTo>
                    <a:cubicBezTo>
                      <a:pt x="5057" y="552"/>
                      <a:pt x="4251" y="217"/>
                      <a:pt x="3409" y="217"/>
                    </a:cubicBezTo>
                    <a:cubicBezTo>
                      <a:pt x="2568" y="217"/>
                      <a:pt x="1762" y="552"/>
                      <a:pt x="1167" y="1147"/>
                    </a:cubicBezTo>
                    <a:cubicBezTo>
                      <a:pt x="572" y="1741"/>
                      <a:pt x="238" y="2549"/>
                      <a:pt x="238" y="3390"/>
                    </a:cubicBezTo>
                    <a:cubicBezTo>
                      <a:pt x="238" y="4231"/>
                      <a:pt x="572" y="5038"/>
                      <a:pt x="1167" y="5633"/>
                    </a:cubicBezTo>
                    <a:cubicBezTo>
                      <a:pt x="1762" y="6228"/>
                      <a:pt x="2568" y="6563"/>
                      <a:pt x="340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04" name="Freeform: Shape 9403">
                <a:extLst>
                  <a:ext uri="{FF2B5EF4-FFF2-40B4-BE49-F238E27FC236}">
                    <a16:creationId xmlns:a16="http://schemas.microsoft.com/office/drawing/2014/main" id="{9F03A4CC-DC1B-6786-562D-A9B0E9F3A847}"/>
                  </a:ext>
                </a:extLst>
              </p:cNvPr>
              <p:cNvSpPr/>
              <p:nvPr/>
            </p:nvSpPr>
            <p:spPr>
              <a:xfrm>
                <a:off x="9420969" y="6236704"/>
                <a:ext cx="6343" cy="6345"/>
              </a:xfrm>
              <a:custGeom>
                <a:avLst/>
                <a:gdLst>
                  <a:gd name="connsiteX0" fmla="*/ 3409 w 6343"/>
                  <a:gd name="connsiteY0" fmla="*/ 6563 h 6345"/>
                  <a:gd name="connsiteX1" fmla="*/ 5652 w 6343"/>
                  <a:gd name="connsiteY1" fmla="*/ 5633 h 6345"/>
                  <a:gd name="connsiteX2" fmla="*/ 6581 w 6343"/>
                  <a:gd name="connsiteY2" fmla="*/ 3390 h 6345"/>
                  <a:gd name="connsiteX3" fmla="*/ 5652 w 6343"/>
                  <a:gd name="connsiteY3" fmla="*/ 1147 h 6345"/>
                  <a:gd name="connsiteX4" fmla="*/ 3409 w 6343"/>
                  <a:gd name="connsiteY4" fmla="*/ 217 h 6345"/>
                  <a:gd name="connsiteX5" fmla="*/ 1166 w 6343"/>
                  <a:gd name="connsiteY5" fmla="*/ 1147 h 6345"/>
                  <a:gd name="connsiteX6" fmla="*/ 237 w 6343"/>
                  <a:gd name="connsiteY6" fmla="*/ 3390 h 6345"/>
                  <a:gd name="connsiteX7" fmla="*/ 1166 w 6343"/>
                  <a:gd name="connsiteY7" fmla="*/ 5633 h 6345"/>
                  <a:gd name="connsiteX8" fmla="*/ 340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3"/>
                    </a:moveTo>
                    <a:cubicBezTo>
                      <a:pt x="4250" y="6563"/>
                      <a:pt x="5057" y="6228"/>
                      <a:pt x="5652" y="5633"/>
                    </a:cubicBezTo>
                    <a:cubicBezTo>
                      <a:pt x="6246" y="5038"/>
                      <a:pt x="6581" y="4231"/>
                      <a:pt x="6581" y="3390"/>
                    </a:cubicBezTo>
                    <a:cubicBezTo>
                      <a:pt x="6581" y="2549"/>
                      <a:pt x="6246" y="1741"/>
                      <a:pt x="5652" y="1147"/>
                    </a:cubicBezTo>
                    <a:cubicBezTo>
                      <a:pt x="5057" y="552"/>
                      <a:pt x="4250" y="217"/>
                      <a:pt x="3409" y="217"/>
                    </a:cubicBezTo>
                    <a:cubicBezTo>
                      <a:pt x="2568" y="217"/>
                      <a:pt x="1761" y="552"/>
                      <a:pt x="1166" y="1147"/>
                    </a:cubicBezTo>
                    <a:cubicBezTo>
                      <a:pt x="572" y="1741"/>
                      <a:pt x="237" y="2549"/>
                      <a:pt x="237" y="3390"/>
                    </a:cubicBezTo>
                    <a:cubicBezTo>
                      <a:pt x="237" y="4231"/>
                      <a:pt x="572" y="5038"/>
                      <a:pt x="1166" y="5633"/>
                    </a:cubicBezTo>
                    <a:cubicBezTo>
                      <a:pt x="1761" y="6228"/>
                      <a:pt x="2568" y="6563"/>
                      <a:pt x="340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05" name="Freeform: Shape 9404">
                <a:extLst>
                  <a:ext uri="{FF2B5EF4-FFF2-40B4-BE49-F238E27FC236}">
                    <a16:creationId xmlns:a16="http://schemas.microsoft.com/office/drawing/2014/main" id="{8F12F55F-46EF-34ED-E5D2-908C9DB642A0}"/>
                  </a:ext>
                </a:extLst>
              </p:cNvPr>
              <p:cNvSpPr/>
              <p:nvPr/>
            </p:nvSpPr>
            <p:spPr>
              <a:xfrm>
                <a:off x="9415158" y="6237485"/>
                <a:ext cx="6343" cy="6345"/>
              </a:xfrm>
              <a:custGeom>
                <a:avLst/>
                <a:gdLst>
                  <a:gd name="connsiteX0" fmla="*/ 3409 w 6343"/>
                  <a:gd name="connsiteY0" fmla="*/ 6563 h 6345"/>
                  <a:gd name="connsiteX1" fmla="*/ 5651 w 6343"/>
                  <a:gd name="connsiteY1" fmla="*/ 5633 h 6345"/>
                  <a:gd name="connsiteX2" fmla="*/ 6580 w 6343"/>
                  <a:gd name="connsiteY2" fmla="*/ 3390 h 6345"/>
                  <a:gd name="connsiteX3" fmla="*/ 5651 w 6343"/>
                  <a:gd name="connsiteY3" fmla="*/ 1147 h 6345"/>
                  <a:gd name="connsiteX4" fmla="*/ 3409 w 6343"/>
                  <a:gd name="connsiteY4" fmla="*/ 217 h 6345"/>
                  <a:gd name="connsiteX5" fmla="*/ 1166 w 6343"/>
                  <a:gd name="connsiteY5" fmla="*/ 1147 h 6345"/>
                  <a:gd name="connsiteX6" fmla="*/ 237 w 6343"/>
                  <a:gd name="connsiteY6" fmla="*/ 3390 h 6345"/>
                  <a:gd name="connsiteX7" fmla="*/ 1166 w 6343"/>
                  <a:gd name="connsiteY7" fmla="*/ 5633 h 6345"/>
                  <a:gd name="connsiteX8" fmla="*/ 340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3"/>
                    </a:moveTo>
                    <a:cubicBezTo>
                      <a:pt x="4250" y="6563"/>
                      <a:pt x="5056" y="6228"/>
                      <a:pt x="5651" y="5633"/>
                    </a:cubicBezTo>
                    <a:cubicBezTo>
                      <a:pt x="6246" y="5039"/>
                      <a:pt x="6580" y="4231"/>
                      <a:pt x="6580" y="3390"/>
                    </a:cubicBezTo>
                    <a:cubicBezTo>
                      <a:pt x="6580" y="2549"/>
                      <a:pt x="6246" y="1742"/>
                      <a:pt x="5651" y="1147"/>
                    </a:cubicBezTo>
                    <a:cubicBezTo>
                      <a:pt x="5056" y="552"/>
                      <a:pt x="4250" y="217"/>
                      <a:pt x="3409" y="217"/>
                    </a:cubicBezTo>
                    <a:cubicBezTo>
                      <a:pt x="2567" y="217"/>
                      <a:pt x="1761" y="552"/>
                      <a:pt x="1166" y="1147"/>
                    </a:cubicBezTo>
                    <a:cubicBezTo>
                      <a:pt x="571" y="1742"/>
                      <a:pt x="237" y="2549"/>
                      <a:pt x="237" y="3390"/>
                    </a:cubicBezTo>
                    <a:cubicBezTo>
                      <a:pt x="237" y="4231"/>
                      <a:pt x="571" y="5039"/>
                      <a:pt x="1166" y="5633"/>
                    </a:cubicBezTo>
                    <a:cubicBezTo>
                      <a:pt x="1761" y="6228"/>
                      <a:pt x="2567" y="6563"/>
                      <a:pt x="340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06" name="Freeform: Shape 9405">
                <a:extLst>
                  <a:ext uri="{FF2B5EF4-FFF2-40B4-BE49-F238E27FC236}">
                    <a16:creationId xmlns:a16="http://schemas.microsoft.com/office/drawing/2014/main" id="{FBF11E67-D46C-2156-01E8-BE8168A7CCFE}"/>
                  </a:ext>
                </a:extLst>
              </p:cNvPr>
              <p:cNvSpPr/>
              <p:nvPr/>
            </p:nvSpPr>
            <p:spPr>
              <a:xfrm>
                <a:off x="9401799" y="6440906"/>
                <a:ext cx="6343" cy="6345"/>
              </a:xfrm>
              <a:custGeom>
                <a:avLst/>
                <a:gdLst>
                  <a:gd name="connsiteX0" fmla="*/ 3407 w 6343"/>
                  <a:gd name="connsiteY0" fmla="*/ 6579 h 6345"/>
                  <a:gd name="connsiteX1" fmla="*/ 5650 w 6343"/>
                  <a:gd name="connsiteY1" fmla="*/ 5650 h 6345"/>
                  <a:gd name="connsiteX2" fmla="*/ 6579 w 6343"/>
                  <a:gd name="connsiteY2" fmla="*/ 3406 h 6345"/>
                  <a:gd name="connsiteX3" fmla="*/ 5650 w 6343"/>
                  <a:gd name="connsiteY3" fmla="*/ 1163 h 6345"/>
                  <a:gd name="connsiteX4" fmla="*/ 3407 w 6343"/>
                  <a:gd name="connsiteY4" fmla="*/ 233 h 6345"/>
                  <a:gd name="connsiteX5" fmla="*/ 1165 w 6343"/>
                  <a:gd name="connsiteY5" fmla="*/ 1163 h 6345"/>
                  <a:gd name="connsiteX6" fmla="*/ 236 w 6343"/>
                  <a:gd name="connsiteY6" fmla="*/ 3406 h 6345"/>
                  <a:gd name="connsiteX7" fmla="*/ 1165 w 6343"/>
                  <a:gd name="connsiteY7" fmla="*/ 5650 h 6345"/>
                  <a:gd name="connsiteX8" fmla="*/ 3407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79"/>
                    </a:moveTo>
                    <a:cubicBezTo>
                      <a:pt x="4249" y="6579"/>
                      <a:pt x="5055" y="6244"/>
                      <a:pt x="5650" y="5650"/>
                    </a:cubicBezTo>
                    <a:cubicBezTo>
                      <a:pt x="6245" y="5055"/>
                      <a:pt x="6579" y="4247"/>
                      <a:pt x="6579" y="3406"/>
                    </a:cubicBezTo>
                    <a:cubicBezTo>
                      <a:pt x="6579" y="2565"/>
                      <a:pt x="6245" y="1758"/>
                      <a:pt x="5650" y="1163"/>
                    </a:cubicBezTo>
                    <a:cubicBezTo>
                      <a:pt x="5055" y="568"/>
                      <a:pt x="4249" y="233"/>
                      <a:pt x="3407" y="233"/>
                    </a:cubicBezTo>
                    <a:cubicBezTo>
                      <a:pt x="2566" y="233"/>
                      <a:pt x="1760" y="568"/>
                      <a:pt x="1165" y="1163"/>
                    </a:cubicBezTo>
                    <a:cubicBezTo>
                      <a:pt x="570" y="1758"/>
                      <a:pt x="236" y="2565"/>
                      <a:pt x="236" y="3406"/>
                    </a:cubicBezTo>
                    <a:cubicBezTo>
                      <a:pt x="236" y="4247"/>
                      <a:pt x="570" y="5055"/>
                      <a:pt x="1165" y="5650"/>
                    </a:cubicBezTo>
                    <a:cubicBezTo>
                      <a:pt x="1760" y="6244"/>
                      <a:pt x="2566" y="6579"/>
                      <a:pt x="3407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07" name="Freeform: Shape 9406">
                <a:extLst>
                  <a:ext uri="{FF2B5EF4-FFF2-40B4-BE49-F238E27FC236}">
                    <a16:creationId xmlns:a16="http://schemas.microsoft.com/office/drawing/2014/main" id="{519FC8DD-DAA9-8726-FAC8-EACE526AEBCF}"/>
                  </a:ext>
                </a:extLst>
              </p:cNvPr>
              <p:cNvSpPr/>
              <p:nvPr/>
            </p:nvSpPr>
            <p:spPr>
              <a:xfrm>
                <a:off x="9394767" y="6440560"/>
                <a:ext cx="6343" cy="6345"/>
              </a:xfrm>
              <a:custGeom>
                <a:avLst/>
                <a:gdLst>
                  <a:gd name="connsiteX0" fmla="*/ 3407 w 6343"/>
                  <a:gd name="connsiteY0" fmla="*/ 6579 h 6345"/>
                  <a:gd name="connsiteX1" fmla="*/ 5650 w 6343"/>
                  <a:gd name="connsiteY1" fmla="*/ 5649 h 6345"/>
                  <a:gd name="connsiteX2" fmla="*/ 6578 w 6343"/>
                  <a:gd name="connsiteY2" fmla="*/ 3406 h 6345"/>
                  <a:gd name="connsiteX3" fmla="*/ 5650 w 6343"/>
                  <a:gd name="connsiteY3" fmla="*/ 1163 h 6345"/>
                  <a:gd name="connsiteX4" fmla="*/ 3407 w 6343"/>
                  <a:gd name="connsiteY4" fmla="*/ 233 h 6345"/>
                  <a:gd name="connsiteX5" fmla="*/ 1164 w 6343"/>
                  <a:gd name="connsiteY5" fmla="*/ 1163 h 6345"/>
                  <a:gd name="connsiteX6" fmla="*/ 235 w 6343"/>
                  <a:gd name="connsiteY6" fmla="*/ 3406 h 6345"/>
                  <a:gd name="connsiteX7" fmla="*/ 1164 w 6343"/>
                  <a:gd name="connsiteY7" fmla="*/ 5649 h 6345"/>
                  <a:gd name="connsiteX8" fmla="*/ 3407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79"/>
                    </a:moveTo>
                    <a:cubicBezTo>
                      <a:pt x="4248" y="6579"/>
                      <a:pt x="5055" y="6244"/>
                      <a:pt x="5650" y="5649"/>
                    </a:cubicBezTo>
                    <a:cubicBezTo>
                      <a:pt x="6244" y="5055"/>
                      <a:pt x="6578" y="4247"/>
                      <a:pt x="6578" y="3406"/>
                    </a:cubicBezTo>
                    <a:cubicBezTo>
                      <a:pt x="6578" y="2565"/>
                      <a:pt x="6244" y="1758"/>
                      <a:pt x="5650" y="1163"/>
                    </a:cubicBezTo>
                    <a:cubicBezTo>
                      <a:pt x="5055" y="568"/>
                      <a:pt x="4248" y="233"/>
                      <a:pt x="3407" y="233"/>
                    </a:cubicBezTo>
                    <a:cubicBezTo>
                      <a:pt x="2566" y="233"/>
                      <a:pt x="1759" y="568"/>
                      <a:pt x="1164" y="1163"/>
                    </a:cubicBezTo>
                    <a:cubicBezTo>
                      <a:pt x="570" y="1758"/>
                      <a:pt x="235" y="2565"/>
                      <a:pt x="235" y="3406"/>
                    </a:cubicBezTo>
                    <a:cubicBezTo>
                      <a:pt x="235" y="4247"/>
                      <a:pt x="570" y="5055"/>
                      <a:pt x="1164" y="5649"/>
                    </a:cubicBezTo>
                    <a:cubicBezTo>
                      <a:pt x="1759" y="6244"/>
                      <a:pt x="2566" y="6579"/>
                      <a:pt x="3407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08" name="Freeform: Shape 9407">
                <a:extLst>
                  <a:ext uri="{FF2B5EF4-FFF2-40B4-BE49-F238E27FC236}">
                    <a16:creationId xmlns:a16="http://schemas.microsoft.com/office/drawing/2014/main" id="{BC19F197-2DCA-BE54-B8DD-F8E18C13AEE8}"/>
                  </a:ext>
                </a:extLst>
              </p:cNvPr>
              <p:cNvSpPr/>
              <p:nvPr/>
            </p:nvSpPr>
            <p:spPr>
              <a:xfrm>
                <a:off x="9387739" y="6440171"/>
                <a:ext cx="6343" cy="6345"/>
              </a:xfrm>
              <a:custGeom>
                <a:avLst/>
                <a:gdLst>
                  <a:gd name="connsiteX0" fmla="*/ 3406 w 6343"/>
                  <a:gd name="connsiteY0" fmla="*/ 6579 h 6345"/>
                  <a:gd name="connsiteX1" fmla="*/ 5649 w 6343"/>
                  <a:gd name="connsiteY1" fmla="*/ 5649 h 6345"/>
                  <a:gd name="connsiteX2" fmla="*/ 6578 w 6343"/>
                  <a:gd name="connsiteY2" fmla="*/ 3406 h 6345"/>
                  <a:gd name="connsiteX3" fmla="*/ 5649 w 6343"/>
                  <a:gd name="connsiteY3" fmla="*/ 1163 h 6345"/>
                  <a:gd name="connsiteX4" fmla="*/ 3406 w 6343"/>
                  <a:gd name="connsiteY4" fmla="*/ 233 h 6345"/>
                  <a:gd name="connsiteX5" fmla="*/ 1164 w 6343"/>
                  <a:gd name="connsiteY5" fmla="*/ 1163 h 6345"/>
                  <a:gd name="connsiteX6" fmla="*/ 235 w 6343"/>
                  <a:gd name="connsiteY6" fmla="*/ 3406 h 6345"/>
                  <a:gd name="connsiteX7" fmla="*/ 1164 w 6343"/>
                  <a:gd name="connsiteY7" fmla="*/ 5649 h 6345"/>
                  <a:gd name="connsiteX8" fmla="*/ 3406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79"/>
                    </a:moveTo>
                    <a:cubicBezTo>
                      <a:pt x="4247" y="6579"/>
                      <a:pt x="5054" y="6244"/>
                      <a:pt x="5649" y="5649"/>
                    </a:cubicBezTo>
                    <a:cubicBezTo>
                      <a:pt x="6244" y="5054"/>
                      <a:pt x="6578" y="4247"/>
                      <a:pt x="6578" y="3406"/>
                    </a:cubicBezTo>
                    <a:cubicBezTo>
                      <a:pt x="6578" y="2565"/>
                      <a:pt x="6244" y="1758"/>
                      <a:pt x="5649" y="1163"/>
                    </a:cubicBezTo>
                    <a:cubicBezTo>
                      <a:pt x="5054" y="568"/>
                      <a:pt x="4247" y="233"/>
                      <a:pt x="3406" y="233"/>
                    </a:cubicBezTo>
                    <a:cubicBezTo>
                      <a:pt x="2565" y="233"/>
                      <a:pt x="1758" y="568"/>
                      <a:pt x="1164" y="1163"/>
                    </a:cubicBezTo>
                    <a:cubicBezTo>
                      <a:pt x="569" y="1758"/>
                      <a:pt x="235" y="2565"/>
                      <a:pt x="235" y="3406"/>
                    </a:cubicBezTo>
                    <a:cubicBezTo>
                      <a:pt x="235" y="4247"/>
                      <a:pt x="569" y="5054"/>
                      <a:pt x="1164" y="5649"/>
                    </a:cubicBezTo>
                    <a:cubicBezTo>
                      <a:pt x="1758" y="6244"/>
                      <a:pt x="2565" y="6579"/>
                      <a:pt x="3406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09" name="Freeform: Shape 9408">
                <a:extLst>
                  <a:ext uri="{FF2B5EF4-FFF2-40B4-BE49-F238E27FC236}">
                    <a16:creationId xmlns:a16="http://schemas.microsoft.com/office/drawing/2014/main" id="{F0CD51CB-910A-9170-2AD4-70D512EF70A3}"/>
                  </a:ext>
                </a:extLst>
              </p:cNvPr>
              <p:cNvSpPr/>
              <p:nvPr/>
            </p:nvSpPr>
            <p:spPr>
              <a:xfrm>
                <a:off x="9380703" y="6439928"/>
                <a:ext cx="6343" cy="6345"/>
              </a:xfrm>
              <a:custGeom>
                <a:avLst/>
                <a:gdLst>
                  <a:gd name="connsiteX0" fmla="*/ 3406 w 6343"/>
                  <a:gd name="connsiteY0" fmla="*/ 6579 h 6345"/>
                  <a:gd name="connsiteX1" fmla="*/ 5648 w 6343"/>
                  <a:gd name="connsiteY1" fmla="*/ 5649 h 6345"/>
                  <a:gd name="connsiteX2" fmla="*/ 6577 w 6343"/>
                  <a:gd name="connsiteY2" fmla="*/ 3406 h 6345"/>
                  <a:gd name="connsiteX3" fmla="*/ 5648 w 6343"/>
                  <a:gd name="connsiteY3" fmla="*/ 1163 h 6345"/>
                  <a:gd name="connsiteX4" fmla="*/ 3406 w 6343"/>
                  <a:gd name="connsiteY4" fmla="*/ 233 h 6345"/>
                  <a:gd name="connsiteX5" fmla="*/ 1163 w 6343"/>
                  <a:gd name="connsiteY5" fmla="*/ 1163 h 6345"/>
                  <a:gd name="connsiteX6" fmla="*/ 234 w 6343"/>
                  <a:gd name="connsiteY6" fmla="*/ 3406 h 6345"/>
                  <a:gd name="connsiteX7" fmla="*/ 1163 w 6343"/>
                  <a:gd name="connsiteY7" fmla="*/ 5649 h 6345"/>
                  <a:gd name="connsiteX8" fmla="*/ 3406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79"/>
                    </a:moveTo>
                    <a:cubicBezTo>
                      <a:pt x="4247" y="6579"/>
                      <a:pt x="5054" y="6244"/>
                      <a:pt x="5648" y="5649"/>
                    </a:cubicBezTo>
                    <a:cubicBezTo>
                      <a:pt x="6243" y="5054"/>
                      <a:pt x="6577" y="4247"/>
                      <a:pt x="6577" y="3406"/>
                    </a:cubicBezTo>
                    <a:cubicBezTo>
                      <a:pt x="6577" y="2565"/>
                      <a:pt x="6243" y="1758"/>
                      <a:pt x="5648" y="1163"/>
                    </a:cubicBezTo>
                    <a:cubicBezTo>
                      <a:pt x="5054" y="568"/>
                      <a:pt x="4247" y="233"/>
                      <a:pt x="3406" y="233"/>
                    </a:cubicBezTo>
                    <a:cubicBezTo>
                      <a:pt x="2565" y="233"/>
                      <a:pt x="1758" y="568"/>
                      <a:pt x="1163" y="1163"/>
                    </a:cubicBezTo>
                    <a:cubicBezTo>
                      <a:pt x="568" y="1758"/>
                      <a:pt x="234" y="2565"/>
                      <a:pt x="234" y="3406"/>
                    </a:cubicBezTo>
                    <a:cubicBezTo>
                      <a:pt x="234" y="4247"/>
                      <a:pt x="568" y="5054"/>
                      <a:pt x="1163" y="5649"/>
                    </a:cubicBezTo>
                    <a:cubicBezTo>
                      <a:pt x="1758" y="6244"/>
                      <a:pt x="2565" y="6579"/>
                      <a:pt x="3406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10" name="Freeform: Shape 9409">
                <a:extLst>
                  <a:ext uri="{FF2B5EF4-FFF2-40B4-BE49-F238E27FC236}">
                    <a16:creationId xmlns:a16="http://schemas.microsoft.com/office/drawing/2014/main" id="{5592BE2C-23B6-F291-392B-98C22C3B36AB}"/>
                  </a:ext>
                </a:extLst>
              </p:cNvPr>
              <p:cNvSpPr/>
              <p:nvPr/>
            </p:nvSpPr>
            <p:spPr>
              <a:xfrm>
                <a:off x="9373652" y="6439891"/>
                <a:ext cx="6343" cy="6345"/>
              </a:xfrm>
              <a:custGeom>
                <a:avLst/>
                <a:gdLst>
                  <a:gd name="connsiteX0" fmla="*/ 3405 w 6343"/>
                  <a:gd name="connsiteY0" fmla="*/ 6579 h 6345"/>
                  <a:gd name="connsiteX1" fmla="*/ 5648 w 6343"/>
                  <a:gd name="connsiteY1" fmla="*/ 5649 h 6345"/>
                  <a:gd name="connsiteX2" fmla="*/ 6577 w 6343"/>
                  <a:gd name="connsiteY2" fmla="*/ 3406 h 6345"/>
                  <a:gd name="connsiteX3" fmla="*/ 5648 w 6343"/>
                  <a:gd name="connsiteY3" fmla="*/ 1163 h 6345"/>
                  <a:gd name="connsiteX4" fmla="*/ 3405 w 6343"/>
                  <a:gd name="connsiteY4" fmla="*/ 233 h 6345"/>
                  <a:gd name="connsiteX5" fmla="*/ 1163 w 6343"/>
                  <a:gd name="connsiteY5" fmla="*/ 1163 h 6345"/>
                  <a:gd name="connsiteX6" fmla="*/ 234 w 6343"/>
                  <a:gd name="connsiteY6" fmla="*/ 3406 h 6345"/>
                  <a:gd name="connsiteX7" fmla="*/ 1163 w 6343"/>
                  <a:gd name="connsiteY7" fmla="*/ 5649 h 6345"/>
                  <a:gd name="connsiteX8" fmla="*/ 3405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79"/>
                    </a:moveTo>
                    <a:cubicBezTo>
                      <a:pt x="4246" y="6579"/>
                      <a:pt x="5053" y="6244"/>
                      <a:pt x="5648" y="5649"/>
                    </a:cubicBezTo>
                    <a:cubicBezTo>
                      <a:pt x="6243" y="5054"/>
                      <a:pt x="6577" y="4247"/>
                      <a:pt x="6577" y="3406"/>
                    </a:cubicBezTo>
                    <a:cubicBezTo>
                      <a:pt x="6577" y="2565"/>
                      <a:pt x="6243" y="1758"/>
                      <a:pt x="5648" y="1163"/>
                    </a:cubicBezTo>
                    <a:cubicBezTo>
                      <a:pt x="5053" y="568"/>
                      <a:pt x="4246" y="233"/>
                      <a:pt x="3405" y="233"/>
                    </a:cubicBezTo>
                    <a:cubicBezTo>
                      <a:pt x="2564" y="233"/>
                      <a:pt x="1757" y="568"/>
                      <a:pt x="1163" y="1163"/>
                    </a:cubicBezTo>
                    <a:cubicBezTo>
                      <a:pt x="568" y="1758"/>
                      <a:pt x="234" y="2565"/>
                      <a:pt x="234" y="3406"/>
                    </a:cubicBezTo>
                    <a:cubicBezTo>
                      <a:pt x="234" y="4247"/>
                      <a:pt x="568" y="5054"/>
                      <a:pt x="1163" y="5649"/>
                    </a:cubicBezTo>
                    <a:cubicBezTo>
                      <a:pt x="1757" y="6244"/>
                      <a:pt x="2564" y="6579"/>
                      <a:pt x="3405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11" name="Freeform: Shape 9410">
                <a:extLst>
                  <a:ext uri="{FF2B5EF4-FFF2-40B4-BE49-F238E27FC236}">
                    <a16:creationId xmlns:a16="http://schemas.microsoft.com/office/drawing/2014/main" id="{725A4528-B4E9-C6EE-316B-6183890F983A}"/>
                  </a:ext>
                </a:extLst>
              </p:cNvPr>
              <p:cNvSpPr/>
              <p:nvPr/>
            </p:nvSpPr>
            <p:spPr>
              <a:xfrm>
                <a:off x="9366599" y="6439812"/>
                <a:ext cx="6343" cy="6345"/>
              </a:xfrm>
              <a:custGeom>
                <a:avLst/>
                <a:gdLst>
                  <a:gd name="connsiteX0" fmla="*/ 3405 w 6343"/>
                  <a:gd name="connsiteY0" fmla="*/ 6579 h 6345"/>
                  <a:gd name="connsiteX1" fmla="*/ 5647 w 6343"/>
                  <a:gd name="connsiteY1" fmla="*/ 5649 h 6345"/>
                  <a:gd name="connsiteX2" fmla="*/ 6576 w 6343"/>
                  <a:gd name="connsiteY2" fmla="*/ 3406 h 6345"/>
                  <a:gd name="connsiteX3" fmla="*/ 5647 w 6343"/>
                  <a:gd name="connsiteY3" fmla="*/ 1163 h 6345"/>
                  <a:gd name="connsiteX4" fmla="*/ 3405 w 6343"/>
                  <a:gd name="connsiteY4" fmla="*/ 233 h 6345"/>
                  <a:gd name="connsiteX5" fmla="*/ 1162 w 6343"/>
                  <a:gd name="connsiteY5" fmla="*/ 1163 h 6345"/>
                  <a:gd name="connsiteX6" fmla="*/ 233 w 6343"/>
                  <a:gd name="connsiteY6" fmla="*/ 3406 h 6345"/>
                  <a:gd name="connsiteX7" fmla="*/ 1162 w 6343"/>
                  <a:gd name="connsiteY7" fmla="*/ 5649 h 6345"/>
                  <a:gd name="connsiteX8" fmla="*/ 3405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79"/>
                    </a:moveTo>
                    <a:cubicBezTo>
                      <a:pt x="4246" y="6579"/>
                      <a:pt x="5053" y="6244"/>
                      <a:pt x="5647" y="5649"/>
                    </a:cubicBezTo>
                    <a:cubicBezTo>
                      <a:pt x="6242" y="5054"/>
                      <a:pt x="6576" y="4247"/>
                      <a:pt x="6576" y="3406"/>
                    </a:cubicBezTo>
                    <a:cubicBezTo>
                      <a:pt x="6576" y="2565"/>
                      <a:pt x="6242" y="1757"/>
                      <a:pt x="5647" y="1163"/>
                    </a:cubicBezTo>
                    <a:cubicBezTo>
                      <a:pt x="5053" y="568"/>
                      <a:pt x="4246" y="233"/>
                      <a:pt x="3405" y="233"/>
                    </a:cubicBezTo>
                    <a:cubicBezTo>
                      <a:pt x="2564" y="233"/>
                      <a:pt x="1757" y="568"/>
                      <a:pt x="1162" y="1163"/>
                    </a:cubicBezTo>
                    <a:cubicBezTo>
                      <a:pt x="567" y="1757"/>
                      <a:pt x="233" y="2565"/>
                      <a:pt x="233" y="3406"/>
                    </a:cubicBezTo>
                    <a:cubicBezTo>
                      <a:pt x="233" y="4247"/>
                      <a:pt x="567" y="5054"/>
                      <a:pt x="1162" y="5649"/>
                    </a:cubicBezTo>
                    <a:cubicBezTo>
                      <a:pt x="1757" y="6244"/>
                      <a:pt x="2564" y="6579"/>
                      <a:pt x="3405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12" name="Freeform: Shape 9411">
                <a:extLst>
                  <a:ext uri="{FF2B5EF4-FFF2-40B4-BE49-F238E27FC236}">
                    <a16:creationId xmlns:a16="http://schemas.microsoft.com/office/drawing/2014/main" id="{5160B2DD-F0AB-AA6D-F14F-5C08C02B0C44}"/>
                  </a:ext>
                </a:extLst>
              </p:cNvPr>
              <p:cNvSpPr/>
              <p:nvPr/>
            </p:nvSpPr>
            <p:spPr>
              <a:xfrm>
                <a:off x="9359545" y="6439689"/>
                <a:ext cx="6343" cy="6345"/>
              </a:xfrm>
              <a:custGeom>
                <a:avLst/>
                <a:gdLst>
                  <a:gd name="connsiteX0" fmla="*/ 3404 w 6343"/>
                  <a:gd name="connsiteY0" fmla="*/ 6579 h 6345"/>
                  <a:gd name="connsiteX1" fmla="*/ 5647 w 6343"/>
                  <a:gd name="connsiteY1" fmla="*/ 5649 h 6345"/>
                  <a:gd name="connsiteX2" fmla="*/ 6576 w 6343"/>
                  <a:gd name="connsiteY2" fmla="*/ 3406 h 6345"/>
                  <a:gd name="connsiteX3" fmla="*/ 5647 w 6343"/>
                  <a:gd name="connsiteY3" fmla="*/ 1163 h 6345"/>
                  <a:gd name="connsiteX4" fmla="*/ 3404 w 6343"/>
                  <a:gd name="connsiteY4" fmla="*/ 233 h 6345"/>
                  <a:gd name="connsiteX5" fmla="*/ 1162 w 6343"/>
                  <a:gd name="connsiteY5" fmla="*/ 1163 h 6345"/>
                  <a:gd name="connsiteX6" fmla="*/ 233 w 6343"/>
                  <a:gd name="connsiteY6" fmla="*/ 3406 h 6345"/>
                  <a:gd name="connsiteX7" fmla="*/ 1162 w 6343"/>
                  <a:gd name="connsiteY7" fmla="*/ 5649 h 6345"/>
                  <a:gd name="connsiteX8" fmla="*/ 3404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79"/>
                    </a:moveTo>
                    <a:cubicBezTo>
                      <a:pt x="4245" y="6579"/>
                      <a:pt x="5052" y="6244"/>
                      <a:pt x="5647" y="5649"/>
                    </a:cubicBezTo>
                    <a:cubicBezTo>
                      <a:pt x="6242" y="5054"/>
                      <a:pt x="6576" y="4247"/>
                      <a:pt x="6576" y="3406"/>
                    </a:cubicBezTo>
                    <a:cubicBezTo>
                      <a:pt x="6576" y="2565"/>
                      <a:pt x="6242" y="1757"/>
                      <a:pt x="5647" y="1163"/>
                    </a:cubicBezTo>
                    <a:cubicBezTo>
                      <a:pt x="5052" y="568"/>
                      <a:pt x="4245" y="233"/>
                      <a:pt x="3404" y="233"/>
                    </a:cubicBezTo>
                    <a:cubicBezTo>
                      <a:pt x="2563" y="233"/>
                      <a:pt x="1756" y="568"/>
                      <a:pt x="1162" y="1163"/>
                    </a:cubicBezTo>
                    <a:cubicBezTo>
                      <a:pt x="567" y="1757"/>
                      <a:pt x="233" y="2565"/>
                      <a:pt x="233" y="3406"/>
                    </a:cubicBezTo>
                    <a:cubicBezTo>
                      <a:pt x="233" y="4247"/>
                      <a:pt x="567" y="5054"/>
                      <a:pt x="1162" y="5649"/>
                    </a:cubicBezTo>
                    <a:cubicBezTo>
                      <a:pt x="1756" y="6244"/>
                      <a:pt x="2563" y="6579"/>
                      <a:pt x="3404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13" name="Freeform: Shape 9412">
                <a:extLst>
                  <a:ext uri="{FF2B5EF4-FFF2-40B4-BE49-F238E27FC236}">
                    <a16:creationId xmlns:a16="http://schemas.microsoft.com/office/drawing/2014/main" id="{A79FFD7D-0D2C-D2D1-CE77-EFDEE09733FF}"/>
                  </a:ext>
                </a:extLst>
              </p:cNvPr>
              <p:cNvSpPr/>
              <p:nvPr/>
            </p:nvSpPr>
            <p:spPr>
              <a:xfrm>
                <a:off x="9352489" y="6439523"/>
                <a:ext cx="6343" cy="6345"/>
              </a:xfrm>
              <a:custGeom>
                <a:avLst/>
                <a:gdLst>
                  <a:gd name="connsiteX0" fmla="*/ 3404 w 6343"/>
                  <a:gd name="connsiteY0" fmla="*/ 6579 h 6345"/>
                  <a:gd name="connsiteX1" fmla="*/ 5646 w 6343"/>
                  <a:gd name="connsiteY1" fmla="*/ 5649 h 6345"/>
                  <a:gd name="connsiteX2" fmla="*/ 6575 w 6343"/>
                  <a:gd name="connsiteY2" fmla="*/ 3406 h 6345"/>
                  <a:gd name="connsiteX3" fmla="*/ 5646 w 6343"/>
                  <a:gd name="connsiteY3" fmla="*/ 1163 h 6345"/>
                  <a:gd name="connsiteX4" fmla="*/ 3404 w 6343"/>
                  <a:gd name="connsiteY4" fmla="*/ 233 h 6345"/>
                  <a:gd name="connsiteX5" fmla="*/ 1161 w 6343"/>
                  <a:gd name="connsiteY5" fmla="*/ 1163 h 6345"/>
                  <a:gd name="connsiteX6" fmla="*/ 232 w 6343"/>
                  <a:gd name="connsiteY6" fmla="*/ 3406 h 6345"/>
                  <a:gd name="connsiteX7" fmla="*/ 1161 w 6343"/>
                  <a:gd name="connsiteY7" fmla="*/ 5649 h 6345"/>
                  <a:gd name="connsiteX8" fmla="*/ 3404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79"/>
                    </a:moveTo>
                    <a:cubicBezTo>
                      <a:pt x="4245" y="6579"/>
                      <a:pt x="5051" y="6244"/>
                      <a:pt x="5646" y="5649"/>
                    </a:cubicBezTo>
                    <a:cubicBezTo>
                      <a:pt x="6241" y="5054"/>
                      <a:pt x="6575" y="4247"/>
                      <a:pt x="6575" y="3406"/>
                    </a:cubicBezTo>
                    <a:cubicBezTo>
                      <a:pt x="6575" y="2565"/>
                      <a:pt x="6241" y="1757"/>
                      <a:pt x="5646" y="1163"/>
                    </a:cubicBezTo>
                    <a:cubicBezTo>
                      <a:pt x="5051" y="568"/>
                      <a:pt x="4245" y="233"/>
                      <a:pt x="3404" y="233"/>
                    </a:cubicBezTo>
                    <a:cubicBezTo>
                      <a:pt x="2562" y="233"/>
                      <a:pt x="1756" y="568"/>
                      <a:pt x="1161" y="1163"/>
                    </a:cubicBezTo>
                    <a:cubicBezTo>
                      <a:pt x="566" y="1757"/>
                      <a:pt x="232" y="2565"/>
                      <a:pt x="232" y="3406"/>
                    </a:cubicBezTo>
                    <a:cubicBezTo>
                      <a:pt x="232" y="4247"/>
                      <a:pt x="566" y="5054"/>
                      <a:pt x="1161" y="5649"/>
                    </a:cubicBezTo>
                    <a:cubicBezTo>
                      <a:pt x="1756" y="6244"/>
                      <a:pt x="2562" y="6579"/>
                      <a:pt x="3404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14" name="Freeform: Shape 9413">
                <a:extLst>
                  <a:ext uri="{FF2B5EF4-FFF2-40B4-BE49-F238E27FC236}">
                    <a16:creationId xmlns:a16="http://schemas.microsoft.com/office/drawing/2014/main" id="{7AEF9393-3187-C2D6-E2D6-76E3938006B3}"/>
                  </a:ext>
                </a:extLst>
              </p:cNvPr>
              <p:cNvSpPr/>
              <p:nvPr/>
            </p:nvSpPr>
            <p:spPr>
              <a:xfrm>
                <a:off x="9324135" y="6685644"/>
                <a:ext cx="6343" cy="6345"/>
              </a:xfrm>
              <a:custGeom>
                <a:avLst/>
                <a:gdLst>
                  <a:gd name="connsiteX0" fmla="*/ 3401 w 6343"/>
                  <a:gd name="connsiteY0" fmla="*/ 6598 h 6345"/>
                  <a:gd name="connsiteX1" fmla="*/ 5644 w 6343"/>
                  <a:gd name="connsiteY1" fmla="*/ 5669 h 6345"/>
                  <a:gd name="connsiteX2" fmla="*/ 6573 w 6343"/>
                  <a:gd name="connsiteY2" fmla="*/ 3425 h 6345"/>
                  <a:gd name="connsiteX3" fmla="*/ 5644 w 6343"/>
                  <a:gd name="connsiteY3" fmla="*/ 1182 h 6345"/>
                  <a:gd name="connsiteX4" fmla="*/ 3401 w 6343"/>
                  <a:gd name="connsiteY4" fmla="*/ 253 h 6345"/>
                  <a:gd name="connsiteX5" fmla="*/ 1159 w 6343"/>
                  <a:gd name="connsiteY5" fmla="*/ 1182 h 6345"/>
                  <a:gd name="connsiteX6" fmla="*/ 230 w 6343"/>
                  <a:gd name="connsiteY6" fmla="*/ 3425 h 6345"/>
                  <a:gd name="connsiteX7" fmla="*/ 1159 w 6343"/>
                  <a:gd name="connsiteY7" fmla="*/ 5669 h 6345"/>
                  <a:gd name="connsiteX8" fmla="*/ 3401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98"/>
                    </a:moveTo>
                    <a:cubicBezTo>
                      <a:pt x="4242" y="6598"/>
                      <a:pt x="5049" y="6264"/>
                      <a:pt x="5644" y="5669"/>
                    </a:cubicBezTo>
                    <a:cubicBezTo>
                      <a:pt x="6239" y="5074"/>
                      <a:pt x="6573" y="4267"/>
                      <a:pt x="6573" y="3425"/>
                    </a:cubicBezTo>
                    <a:cubicBezTo>
                      <a:pt x="6573" y="2584"/>
                      <a:pt x="6239" y="1777"/>
                      <a:pt x="5644" y="1182"/>
                    </a:cubicBezTo>
                    <a:cubicBezTo>
                      <a:pt x="5049" y="587"/>
                      <a:pt x="4242" y="253"/>
                      <a:pt x="3401" y="253"/>
                    </a:cubicBezTo>
                    <a:cubicBezTo>
                      <a:pt x="2560" y="253"/>
                      <a:pt x="1753" y="587"/>
                      <a:pt x="1159" y="1182"/>
                    </a:cubicBezTo>
                    <a:cubicBezTo>
                      <a:pt x="564" y="1777"/>
                      <a:pt x="230" y="2584"/>
                      <a:pt x="230" y="3425"/>
                    </a:cubicBezTo>
                    <a:cubicBezTo>
                      <a:pt x="230" y="4267"/>
                      <a:pt x="564" y="5074"/>
                      <a:pt x="1159" y="5669"/>
                    </a:cubicBezTo>
                    <a:cubicBezTo>
                      <a:pt x="1753" y="6264"/>
                      <a:pt x="2560" y="6598"/>
                      <a:pt x="3401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15" name="Freeform: Shape 9414">
                <a:extLst>
                  <a:ext uri="{FF2B5EF4-FFF2-40B4-BE49-F238E27FC236}">
                    <a16:creationId xmlns:a16="http://schemas.microsoft.com/office/drawing/2014/main" id="{F92E2B22-1DB5-E3C4-39F1-DD83C3F0C030}"/>
                  </a:ext>
                </a:extLst>
              </p:cNvPr>
              <p:cNvSpPr/>
              <p:nvPr/>
            </p:nvSpPr>
            <p:spPr>
              <a:xfrm>
                <a:off x="9315555" y="6685380"/>
                <a:ext cx="6343" cy="6345"/>
              </a:xfrm>
              <a:custGeom>
                <a:avLst/>
                <a:gdLst>
                  <a:gd name="connsiteX0" fmla="*/ 3401 w 6343"/>
                  <a:gd name="connsiteY0" fmla="*/ 6598 h 6345"/>
                  <a:gd name="connsiteX1" fmla="*/ 5643 w 6343"/>
                  <a:gd name="connsiteY1" fmla="*/ 5669 h 6345"/>
                  <a:gd name="connsiteX2" fmla="*/ 6572 w 6343"/>
                  <a:gd name="connsiteY2" fmla="*/ 3425 h 6345"/>
                  <a:gd name="connsiteX3" fmla="*/ 5643 w 6343"/>
                  <a:gd name="connsiteY3" fmla="*/ 1182 h 6345"/>
                  <a:gd name="connsiteX4" fmla="*/ 3401 w 6343"/>
                  <a:gd name="connsiteY4" fmla="*/ 253 h 6345"/>
                  <a:gd name="connsiteX5" fmla="*/ 1158 w 6343"/>
                  <a:gd name="connsiteY5" fmla="*/ 1182 h 6345"/>
                  <a:gd name="connsiteX6" fmla="*/ 229 w 6343"/>
                  <a:gd name="connsiteY6" fmla="*/ 3425 h 6345"/>
                  <a:gd name="connsiteX7" fmla="*/ 1158 w 6343"/>
                  <a:gd name="connsiteY7" fmla="*/ 5669 h 6345"/>
                  <a:gd name="connsiteX8" fmla="*/ 3401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98"/>
                    </a:moveTo>
                    <a:cubicBezTo>
                      <a:pt x="4242" y="6598"/>
                      <a:pt x="5049" y="6264"/>
                      <a:pt x="5643" y="5669"/>
                    </a:cubicBezTo>
                    <a:cubicBezTo>
                      <a:pt x="6238" y="5074"/>
                      <a:pt x="6572" y="4267"/>
                      <a:pt x="6572" y="3425"/>
                    </a:cubicBezTo>
                    <a:cubicBezTo>
                      <a:pt x="6572" y="2584"/>
                      <a:pt x="6238" y="1777"/>
                      <a:pt x="5643" y="1182"/>
                    </a:cubicBezTo>
                    <a:cubicBezTo>
                      <a:pt x="5049" y="587"/>
                      <a:pt x="4242" y="253"/>
                      <a:pt x="3401" y="253"/>
                    </a:cubicBezTo>
                    <a:cubicBezTo>
                      <a:pt x="2560" y="253"/>
                      <a:pt x="1753" y="587"/>
                      <a:pt x="1158" y="1182"/>
                    </a:cubicBezTo>
                    <a:cubicBezTo>
                      <a:pt x="563" y="1777"/>
                      <a:pt x="229" y="2584"/>
                      <a:pt x="229" y="3425"/>
                    </a:cubicBezTo>
                    <a:cubicBezTo>
                      <a:pt x="229" y="4267"/>
                      <a:pt x="563" y="5074"/>
                      <a:pt x="1158" y="5669"/>
                    </a:cubicBezTo>
                    <a:cubicBezTo>
                      <a:pt x="1753" y="6264"/>
                      <a:pt x="2560" y="6598"/>
                      <a:pt x="3401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16" name="Freeform: Shape 9415">
                <a:extLst>
                  <a:ext uri="{FF2B5EF4-FFF2-40B4-BE49-F238E27FC236}">
                    <a16:creationId xmlns:a16="http://schemas.microsoft.com/office/drawing/2014/main" id="{16B1012F-3E82-18E7-3E64-30D71591717B}"/>
                  </a:ext>
                </a:extLst>
              </p:cNvPr>
              <p:cNvSpPr/>
              <p:nvPr/>
            </p:nvSpPr>
            <p:spPr>
              <a:xfrm>
                <a:off x="9306967" y="6685126"/>
                <a:ext cx="6343" cy="6345"/>
              </a:xfrm>
              <a:custGeom>
                <a:avLst/>
                <a:gdLst>
                  <a:gd name="connsiteX0" fmla="*/ 3400 w 6343"/>
                  <a:gd name="connsiteY0" fmla="*/ 6598 h 6345"/>
                  <a:gd name="connsiteX1" fmla="*/ 5643 w 6343"/>
                  <a:gd name="connsiteY1" fmla="*/ 5669 h 6345"/>
                  <a:gd name="connsiteX2" fmla="*/ 6572 w 6343"/>
                  <a:gd name="connsiteY2" fmla="*/ 3425 h 6345"/>
                  <a:gd name="connsiteX3" fmla="*/ 5643 w 6343"/>
                  <a:gd name="connsiteY3" fmla="*/ 1182 h 6345"/>
                  <a:gd name="connsiteX4" fmla="*/ 3400 w 6343"/>
                  <a:gd name="connsiteY4" fmla="*/ 253 h 6345"/>
                  <a:gd name="connsiteX5" fmla="*/ 1157 w 6343"/>
                  <a:gd name="connsiteY5" fmla="*/ 1182 h 6345"/>
                  <a:gd name="connsiteX6" fmla="*/ 228 w 6343"/>
                  <a:gd name="connsiteY6" fmla="*/ 3425 h 6345"/>
                  <a:gd name="connsiteX7" fmla="*/ 1157 w 6343"/>
                  <a:gd name="connsiteY7" fmla="*/ 5669 h 6345"/>
                  <a:gd name="connsiteX8" fmla="*/ 3400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98"/>
                    </a:moveTo>
                    <a:cubicBezTo>
                      <a:pt x="4241" y="6598"/>
                      <a:pt x="5048" y="6264"/>
                      <a:pt x="5643" y="5669"/>
                    </a:cubicBezTo>
                    <a:cubicBezTo>
                      <a:pt x="6237" y="5074"/>
                      <a:pt x="6572" y="4267"/>
                      <a:pt x="6572" y="3425"/>
                    </a:cubicBezTo>
                    <a:cubicBezTo>
                      <a:pt x="6572" y="2584"/>
                      <a:pt x="6237" y="1777"/>
                      <a:pt x="5643" y="1182"/>
                    </a:cubicBezTo>
                    <a:cubicBezTo>
                      <a:pt x="5048" y="587"/>
                      <a:pt x="4241" y="253"/>
                      <a:pt x="3400" y="253"/>
                    </a:cubicBezTo>
                    <a:cubicBezTo>
                      <a:pt x="2559" y="253"/>
                      <a:pt x="1752" y="587"/>
                      <a:pt x="1157" y="1182"/>
                    </a:cubicBezTo>
                    <a:cubicBezTo>
                      <a:pt x="563" y="1777"/>
                      <a:pt x="228" y="2584"/>
                      <a:pt x="228" y="3425"/>
                    </a:cubicBezTo>
                    <a:cubicBezTo>
                      <a:pt x="228" y="4267"/>
                      <a:pt x="563" y="5074"/>
                      <a:pt x="1157" y="5669"/>
                    </a:cubicBezTo>
                    <a:cubicBezTo>
                      <a:pt x="1752" y="6264"/>
                      <a:pt x="2559" y="6598"/>
                      <a:pt x="3400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17" name="Freeform: Shape 9416">
                <a:extLst>
                  <a:ext uri="{FF2B5EF4-FFF2-40B4-BE49-F238E27FC236}">
                    <a16:creationId xmlns:a16="http://schemas.microsoft.com/office/drawing/2014/main" id="{903C5D8E-B316-1DCE-5201-7FC4994A38B5}"/>
                  </a:ext>
                </a:extLst>
              </p:cNvPr>
              <p:cNvSpPr/>
              <p:nvPr/>
            </p:nvSpPr>
            <p:spPr>
              <a:xfrm>
                <a:off x="9298227" y="6686257"/>
                <a:ext cx="6343" cy="6345"/>
              </a:xfrm>
              <a:custGeom>
                <a:avLst/>
                <a:gdLst>
                  <a:gd name="connsiteX0" fmla="*/ 3399 w 6343"/>
                  <a:gd name="connsiteY0" fmla="*/ 6598 h 6345"/>
                  <a:gd name="connsiteX1" fmla="*/ 5642 w 6343"/>
                  <a:gd name="connsiteY1" fmla="*/ 5669 h 6345"/>
                  <a:gd name="connsiteX2" fmla="*/ 6571 w 6343"/>
                  <a:gd name="connsiteY2" fmla="*/ 3425 h 6345"/>
                  <a:gd name="connsiteX3" fmla="*/ 5642 w 6343"/>
                  <a:gd name="connsiteY3" fmla="*/ 1182 h 6345"/>
                  <a:gd name="connsiteX4" fmla="*/ 3399 w 6343"/>
                  <a:gd name="connsiteY4" fmla="*/ 253 h 6345"/>
                  <a:gd name="connsiteX5" fmla="*/ 1157 w 6343"/>
                  <a:gd name="connsiteY5" fmla="*/ 1182 h 6345"/>
                  <a:gd name="connsiteX6" fmla="*/ 228 w 6343"/>
                  <a:gd name="connsiteY6" fmla="*/ 3425 h 6345"/>
                  <a:gd name="connsiteX7" fmla="*/ 1157 w 6343"/>
                  <a:gd name="connsiteY7" fmla="*/ 5669 h 6345"/>
                  <a:gd name="connsiteX8" fmla="*/ 3399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98"/>
                    </a:moveTo>
                    <a:cubicBezTo>
                      <a:pt x="4240" y="6598"/>
                      <a:pt x="5047" y="6264"/>
                      <a:pt x="5642" y="5669"/>
                    </a:cubicBezTo>
                    <a:cubicBezTo>
                      <a:pt x="6237" y="5074"/>
                      <a:pt x="6571" y="4267"/>
                      <a:pt x="6571" y="3425"/>
                    </a:cubicBezTo>
                    <a:cubicBezTo>
                      <a:pt x="6571" y="2584"/>
                      <a:pt x="6237" y="1777"/>
                      <a:pt x="5642" y="1182"/>
                    </a:cubicBezTo>
                    <a:cubicBezTo>
                      <a:pt x="5047" y="587"/>
                      <a:pt x="4240" y="253"/>
                      <a:pt x="3399" y="253"/>
                    </a:cubicBezTo>
                    <a:cubicBezTo>
                      <a:pt x="2558" y="253"/>
                      <a:pt x="1751" y="587"/>
                      <a:pt x="1157" y="1182"/>
                    </a:cubicBezTo>
                    <a:cubicBezTo>
                      <a:pt x="562" y="1777"/>
                      <a:pt x="228" y="2584"/>
                      <a:pt x="228" y="3425"/>
                    </a:cubicBezTo>
                    <a:cubicBezTo>
                      <a:pt x="228" y="4267"/>
                      <a:pt x="562" y="5074"/>
                      <a:pt x="1157" y="5669"/>
                    </a:cubicBezTo>
                    <a:cubicBezTo>
                      <a:pt x="1751" y="6264"/>
                      <a:pt x="2558" y="6598"/>
                      <a:pt x="3399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18" name="Freeform: Shape 9417">
                <a:extLst>
                  <a:ext uri="{FF2B5EF4-FFF2-40B4-BE49-F238E27FC236}">
                    <a16:creationId xmlns:a16="http://schemas.microsoft.com/office/drawing/2014/main" id="{466B9345-3D63-EC23-234D-22939640FCA1}"/>
                  </a:ext>
                </a:extLst>
              </p:cNvPr>
              <p:cNvSpPr/>
              <p:nvPr/>
            </p:nvSpPr>
            <p:spPr>
              <a:xfrm>
                <a:off x="9241172" y="7121521"/>
                <a:ext cx="6343" cy="6345"/>
              </a:xfrm>
              <a:custGeom>
                <a:avLst/>
                <a:gdLst>
                  <a:gd name="connsiteX0" fmla="*/ 3395 w 6343"/>
                  <a:gd name="connsiteY0" fmla="*/ 6632 h 6345"/>
                  <a:gd name="connsiteX1" fmla="*/ 5637 w 6343"/>
                  <a:gd name="connsiteY1" fmla="*/ 5703 h 6345"/>
                  <a:gd name="connsiteX2" fmla="*/ 6566 w 6343"/>
                  <a:gd name="connsiteY2" fmla="*/ 3460 h 6345"/>
                  <a:gd name="connsiteX3" fmla="*/ 5637 w 6343"/>
                  <a:gd name="connsiteY3" fmla="*/ 1216 h 6345"/>
                  <a:gd name="connsiteX4" fmla="*/ 3395 w 6343"/>
                  <a:gd name="connsiteY4" fmla="*/ 287 h 6345"/>
                  <a:gd name="connsiteX5" fmla="*/ 1152 w 6343"/>
                  <a:gd name="connsiteY5" fmla="*/ 1216 h 6345"/>
                  <a:gd name="connsiteX6" fmla="*/ 223 w 6343"/>
                  <a:gd name="connsiteY6" fmla="*/ 3460 h 6345"/>
                  <a:gd name="connsiteX7" fmla="*/ 1152 w 6343"/>
                  <a:gd name="connsiteY7" fmla="*/ 5703 h 6345"/>
                  <a:gd name="connsiteX8" fmla="*/ 3395 w 6343"/>
                  <a:gd name="connsiteY8" fmla="*/ 66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632"/>
                    </a:moveTo>
                    <a:cubicBezTo>
                      <a:pt x="4236" y="6632"/>
                      <a:pt x="5043" y="6298"/>
                      <a:pt x="5637" y="5703"/>
                    </a:cubicBezTo>
                    <a:cubicBezTo>
                      <a:pt x="6232" y="5108"/>
                      <a:pt x="6566" y="4301"/>
                      <a:pt x="6566" y="3460"/>
                    </a:cubicBezTo>
                    <a:cubicBezTo>
                      <a:pt x="6566" y="2618"/>
                      <a:pt x="6232" y="1811"/>
                      <a:pt x="5637" y="1216"/>
                    </a:cubicBezTo>
                    <a:cubicBezTo>
                      <a:pt x="5043" y="621"/>
                      <a:pt x="4236" y="287"/>
                      <a:pt x="3395" y="287"/>
                    </a:cubicBezTo>
                    <a:cubicBezTo>
                      <a:pt x="2554" y="287"/>
                      <a:pt x="1747" y="621"/>
                      <a:pt x="1152" y="1216"/>
                    </a:cubicBezTo>
                    <a:cubicBezTo>
                      <a:pt x="557" y="1811"/>
                      <a:pt x="223" y="2618"/>
                      <a:pt x="223" y="3460"/>
                    </a:cubicBezTo>
                    <a:cubicBezTo>
                      <a:pt x="223" y="4301"/>
                      <a:pt x="557" y="5108"/>
                      <a:pt x="1152" y="5703"/>
                    </a:cubicBezTo>
                    <a:cubicBezTo>
                      <a:pt x="1747" y="6298"/>
                      <a:pt x="2554" y="6632"/>
                      <a:pt x="3395" y="66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19" name="Freeform: Shape 9418">
                <a:extLst>
                  <a:ext uri="{FF2B5EF4-FFF2-40B4-BE49-F238E27FC236}">
                    <a16:creationId xmlns:a16="http://schemas.microsoft.com/office/drawing/2014/main" id="{5746B751-B739-FC6F-E2CD-9B0471ABD8C8}"/>
                  </a:ext>
                </a:extLst>
              </p:cNvPr>
              <p:cNvSpPr/>
              <p:nvPr/>
            </p:nvSpPr>
            <p:spPr>
              <a:xfrm>
                <a:off x="9229871" y="7121051"/>
                <a:ext cx="6343" cy="6345"/>
              </a:xfrm>
              <a:custGeom>
                <a:avLst/>
                <a:gdLst>
                  <a:gd name="connsiteX0" fmla="*/ 3394 w 6343"/>
                  <a:gd name="connsiteY0" fmla="*/ 6632 h 6345"/>
                  <a:gd name="connsiteX1" fmla="*/ 5637 w 6343"/>
                  <a:gd name="connsiteY1" fmla="*/ 5703 h 6345"/>
                  <a:gd name="connsiteX2" fmla="*/ 6565 w 6343"/>
                  <a:gd name="connsiteY2" fmla="*/ 3460 h 6345"/>
                  <a:gd name="connsiteX3" fmla="*/ 5637 w 6343"/>
                  <a:gd name="connsiteY3" fmla="*/ 1216 h 6345"/>
                  <a:gd name="connsiteX4" fmla="*/ 3394 w 6343"/>
                  <a:gd name="connsiteY4" fmla="*/ 287 h 6345"/>
                  <a:gd name="connsiteX5" fmla="*/ 1151 w 6343"/>
                  <a:gd name="connsiteY5" fmla="*/ 1216 h 6345"/>
                  <a:gd name="connsiteX6" fmla="*/ 222 w 6343"/>
                  <a:gd name="connsiteY6" fmla="*/ 3460 h 6345"/>
                  <a:gd name="connsiteX7" fmla="*/ 1151 w 6343"/>
                  <a:gd name="connsiteY7" fmla="*/ 5703 h 6345"/>
                  <a:gd name="connsiteX8" fmla="*/ 3394 w 6343"/>
                  <a:gd name="connsiteY8" fmla="*/ 66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632"/>
                    </a:moveTo>
                    <a:cubicBezTo>
                      <a:pt x="4235" y="6632"/>
                      <a:pt x="5042" y="6298"/>
                      <a:pt x="5637" y="5703"/>
                    </a:cubicBezTo>
                    <a:cubicBezTo>
                      <a:pt x="6231" y="5108"/>
                      <a:pt x="6565" y="4301"/>
                      <a:pt x="6565" y="3460"/>
                    </a:cubicBezTo>
                    <a:cubicBezTo>
                      <a:pt x="6565" y="2618"/>
                      <a:pt x="6231" y="1811"/>
                      <a:pt x="5637" y="1216"/>
                    </a:cubicBezTo>
                    <a:cubicBezTo>
                      <a:pt x="5042" y="621"/>
                      <a:pt x="4235" y="287"/>
                      <a:pt x="3394" y="287"/>
                    </a:cubicBezTo>
                    <a:cubicBezTo>
                      <a:pt x="2553" y="287"/>
                      <a:pt x="1746" y="621"/>
                      <a:pt x="1151" y="1216"/>
                    </a:cubicBezTo>
                    <a:cubicBezTo>
                      <a:pt x="557" y="1811"/>
                      <a:pt x="222" y="2618"/>
                      <a:pt x="222" y="3460"/>
                    </a:cubicBezTo>
                    <a:cubicBezTo>
                      <a:pt x="222" y="4301"/>
                      <a:pt x="557" y="5108"/>
                      <a:pt x="1151" y="5703"/>
                    </a:cubicBezTo>
                    <a:cubicBezTo>
                      <a:pt x="1746" y="6298"/>
                      <a:pt x="2553" y="6632"/>
                      <a:pt x="3394" y="66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20" name="Freeform: Shape 9419">
                <a:extLst>
                  <a:ext uri="{FF2B5EF4-FFF2-40B4-BE49-F238E27FC236}">
                    <a16:creationId xmlns:a16="http://schemas.microsoft.com/office/drawing/2014/main" id="{BA975817-7C3B-D0BD-DD05-201112AB8FB4}"/>
                  </a:ext>
                </a:extLst>
              </p:cNvPr>
              <p:cNvSpPr/>
              <p:nvPr/>
            </p:nvSpPr>
            <p:spPr>
              <a:xfrm>
                <a:off x="9218491" y="7121135"/>
                <a:ext cx="6343" cy="6345"/>
              </a:xfrm>
              <a:custGeom>
                <a:avLst/>
                <a:gdLst>
                  <a:gd name="connsiteX0" fmla="*/ 3393 w 6343"/>
                  <a:gd name="connsiteY0" fmla="*/ 6632 h 6345"/>
                  <a:gd name="connsiteX1" fmla="*/ 5636 w 6343"/>
                  <a:gd name="connsiteY1" fmla="*/ 5703 h 6345"/>
                  <a:gd name="connsiteX2" fmla="*/ 6565 w 6343"/>
                  <a:gd name="connsiteY2" fmla="*/ 3460 h 6345"/>
                  <a:gd name="connsiteX3" fmla="*/ 5636 w 6343"/>
                  <a:gd name="connsiteY3" fmla="*/ 1216 h 6345"/>
                  <a:gd name="connsiteX4" fmla="*/ 3393 w 6343"/>
                  <a:gd name="connsiteY4" fmla="*/ 287 h 6345"/>
                  <a:gd name="connsiteX5" fmla="*/ 1150 w 6343"/>
                  <a:gd name="connsiteY5" fmla="*/ 1216 h 6345"/>
                  <a:gd name="connsiteX6" fmla="*/ 221 w 6343"/>
                  <a:gd name="connsiteY6" fmla="*/ 3460 h 6345"/>
                  <a:gd name="connsiteX7" fmla="*/ 1150 w 6343"/>
                  <a:gd name="connsiteY7" fmla="*/ 5703 h 6345"/>
                  <a:gd name="connsiteX8" fmla="*/ 3393 w 6343"/>
                  <a:gd name="connsiteY8" fmla="*/ 66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632"/>
                    </a:moveTo>
                    <a:cubicBezTo>
                      <a:pt x="4234" y="6632"/>
                      <a:pt x="5041" y="6298"/>
                      <a:pt x="5636" y="5703"/>
                    </a:cubicBezTo>
                    <a:cubicBezTo>
                      <a:pt x="6230" y="5108"/>
                      <a:pt x="6565" y="4301"/>
                      <a:pt x="6565" y="3460"/>
                    </a:cubicBezTo>
                    <a:cubicBezTo>
                      <a:pt x="6565" y="2618"/>
                      <a:pt x="6230" y="1811"/>
                      <a:pt x="5636" y="1216"/>
                    </a:cubicBezTo>
                    <a:cubicBezTo>
                      <a:pt x="5041" y="621"/>
                      <a:pt x="4234" y="287"/>
                      <a:pt x="3393" y="287"/>
                    </a:cubicBezTo>
                    <a:cubicBezTo>
                      <a:pt x="2552" y="287"/>
                      <a:pt x="1745" y="621"/>
                      <a:pt x="1150" y="1216"/>
                    </a:cubicBezTo>
                    <a:cubicBezTo>
                      <a:pt x="556" y="1811"/>
                      <a:pt x="221" y="2618"/>
                      <a:pt x="221" y="3460"/>
                    </a:cubicBezTo>
                    <a:cubicBezTo>
                      <a:pt x="221" y="4301"/>
                      <a:pt x="556" y="5108"/>
                      <a:pt x="1150" y="5703"/>
                    </a:cubicBezTo>
                    <a:cubicBezTo>
                      <a:pt x="1745" y="6298"/>
                      <a:pt x="2552" y="6632"/>
                      <a:pt x="3393" y="66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21" name="Freeform: Shape 9420">
                <a:extLst>
                  <a:ext uri="{FF2B5EF4-FFF2-40B4-BE49-F238E27FC236}">
                    <a16:creationId xmlns:a16="http://schemas.microsoft.com/office/drawing/2014/main" id="{3B4CAE7E-727D-2574-EDEC-D6AD389AFFA8}"/>
                  </a:ext>
                </a:extLst>
              </p:cNvPr>
              <p:cNvSpPr/>
              <p:nvPr/>
            </p:nvSpPr>
            <p:spPr>
              <a:xfrm>
                <a:off x="9328562" y="6186137"/>
                <a:ext cx="6343" cy="6345"/>
              </a:xfrm>
              <a:custGeom>
                <a:avLst/>
                <a:gdLst>
                  <a:gd name="connsiteX0" fmla="*/ 3402 w 6343"/>
                  <a:gd name="connsiteY0" fmla="*/ 6559 h 6345"/>
                  <a:gd name="connsiteX1" fmla="*/ 5644 w 6343"/>
                  <a:gd name="connsiteY1" fmla="*/ 5629 h 6345"/>
                  <a:gd name="connsiteX2" fmla="*/ 6573 w 6343"/>
                  <a:gd name="connsiteY2" fmla="*/ 3386 h 6345"/>
                  <a:gd name="connsiteX3" fmla="*/ 5644 w 6343"/>
                  <a:gd name="connsiteY3" fmla="*/ 1143 h 6345"/>
                  <a:gd name="connsiteX4" fmla="*/ 3402 w 6343"/>
                  <a:gd name="connsiteY4" fmla="*/ 213 h 6345"/>
                  <a:gd name="connsiteX5" fmla="*/ 1159 w 6343"/>
                  <a:gd name="connsiteY5" fmla="*/ 1143 h 6345"/>
                  <a:gd name="connsiteX6" fmla="*/ 230 w 6343"/>
                  <a:gd name="connsiteY6" fmla="*/ 3386 h 6345"/>
                  <a:gd name="connsiteX7" fmla="*/ 1159 w 6343"/>
                  <a:gd name="connsiteY7" fmla="*/ 5629 h 6345"/>
                  <a:gd name="connsiteX8" fmla="*/ 340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59"/>
                    </a:moveTo>
                    <a:cubicBezTo>
                      <a:pt x="4243" y="6559"/>
                      <a:pt x="5050" y="6224"/>
                      <a:pt x="5644" y="5629"/>
                    </a:cubicBezTo>
                    <a:cubicBezTo>
                      <a:pt x="6239" y="5034"/>
                      <a:pt x="6573" y="4227"/>
                      <a:pt x="6573" y="3386"/>
                    </a:cubicBezTo>
                    <a:cubicBezTo>
                      <a:pt x="6573" y="2545"/>
                      <a:pt x="6239" y="1738"/>
                      <a:pt x="5644" y="1143"/>
                    </a:cubicBezTo>
                    <a:cubicBezTo>
                      <a:pt x="5050" y="548"/>
                      <a:pt x="4243" y="213"/>
                      <a:pt x="3402" y="213"/>
                    </a:cubicBezTo>
                    <a:cubicBezTo>
                      <a:pt x="2561" y="213"/>
                      <a:pt x="1754" y="548"/>
                      <a:pt x="1159" y="1143"/>
                    </a:cubicBezTo>
                    <a:cubicBezTo>
                      <a:pt x="564" y="1738"/>
                      <a:pt x="230" y="2545"/>
                      <a:pt x="230" y="3386"/>
                    </a:cubicBezTo>
                    <a:cubicBezTo>
                      <a:pt x="230" y="4227"/>
                      <a:pt x="564" y="5034"/>
                      <a:pt x="1159" y="5629"/>
                    </a:cubicBezTo>
                    <a:cubicBezTo>
                      <a:pt x="1754" y="6224"/>
                      <a:pt x="2561" y="6559"/>
                      <a:pt x="340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22" name="Freeform: Shape 9421">
                <a:extLst>
                  <a:ext uri="{FF2B5EF4-FFF2-40B4-BE49-F238E27FC236}">
                    <a16:creationId xmlns:a16="http://schemas.microsoft.com/office/drawing/2014/main" id="{F3B287CA-D889-6C17-780D-FF42E31E22B1}"/>
                  </a:ext>
                </a:extLst>
              </p:cNvPr>
              <p:cNvSpPr/>
              <p:nvPr/>
            </p:nvSpPr>
            <p:spPr>
              <a:xfrm>
                <a:off x="9195653" y="7121462"/>
                <a:ext cx="6343" cy="6345"/>
              </a:xfrm>
              <a:custGeom>
                <a:avLst/>
                <a:gdLst>
                  <a:gd name="connsiteX0" fmla="*/ 3391 w 6343"/>
                  <a:gd name="connsiteY0" fmla="*/ 6632 h 6345"/>
                  <a:gd name="connsiteX1" fmla="*/ 5634 w 6343"/>
                  <a:gd name="connsiteY1" fmla="*/ 5703 h 6345"/>
                  <a:gd name="connsiteX2" fmla="*/ 6563 w 6343"/>
                  <a:gd name="connsiteY2" fmla="*/ 3460 h 6345"/>
                  <a:gd name="connsiteX3" fmla="*/ 5634 w 6343"/>
                  <a:gd name="connsiteY3" fmla="*/ 1216 h 6345"/>
                  <a:gd name="connsiteX4" fmla="*/ 3391 w 6343"/>
                  <a:gd name="connsiteY4" fmla="*/ 287 h 6345"/>
                  <a:gd name="connsiteX5" fmla="*/ 1149 w 6343"/>
                  <a:gd name="connsiteY5" fmla="*/ 1216 h 6345"/>
                  <a:gd name="connsiteX6" fmla="*/ 220 w 6343"/>
                  <a:gd name="connsiteY6" fmla="*/ 3460 h 6345"/>
                  <a:gd name="connsiteX7" fmla="*/ 1149 w 6343"/>
                  <a:gd name="connsiteY7" fmla="*/ 5703 h 6345"/>
                  <a:gd name="connsiteX8" fmla="*/ 3391 w 6343"/>
                  <a:gd name="connsiteY8" fmla="*/ 66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632"/>
                    </a:moveTo>
                    <a:cubicBezTo>
                      <a:pt x="4232" y="6632"/>
                      <a:pt x="5039" y="6298"/>
                      <a:pt x="5634" y="5703"/>
                    </a:cubicBezTo>
                    <a:cubicBezTo>
                      <a:pt x="6229" y="5108"/>
                      <a:pt x="6563" y="4301"/>
                      <a:pt x="6563" y="3460"/>
                    </a:cubicBezTo>
                    <a:cubicBezTo>
                      <a:pt x="6563" y="2618"/>
                      <a:pt x="6229" y="1811"/>
                      <a:pt x="5634" y="1216"/>
                    </a:cubicBezTo>
                    <a:cubicBezTo>
                      <a:pt x="5039" y="621"/>
                      <a:pt x="4232" y="287"/>
                      <a:pt x="3391" y="287"/>
                    </a:cubicBezTo>
                    <a:cubicBezTo>
                      <a:pt x="2550" y="287"/>
                      <a:pt x="1743" y="621"/>
                      <a:pt x="1149" y="1216"/>
                    </a:cubicBezTo>
                    <a:cubicBezTo>
                      <a:pt x="554" y="1811"/>
                      <a:pt x="220" y="2618"/>
                      <a:pt x="220" y="3460"/>
                    </a:cubicBezTo>
                    <a:cubicBezTo>
                      <a:pt x="220" y="4301"/>
                      <a:pt x="554" y="5108"/>
                      <a:pt x="1149" y="5703"/>
                    </a:cubicBezTo>
                    <a:cubicBezTo>
                      <a:pt x="1743" y="6298"/>
                      <a:pt x="2550" y="6632"/>
                      <a:pt x="3391" y="66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23" name="Freeform: Shape 9422">
                <a:extLst>
                  <a:ext uri="{FF2B5EF4-FFF2-40B4-BE49-F238E27FC236}">
                    <a16:creationId xmlns:a16="http://schemas.microsoft.com/office/drawing/2014/main" id="{BED0DF06-2F3A-C703-9170-A49B9060A089}"/>
                  </a:ext>
                </a:extLst>
              </p:cNvPr>
              <p:cNvSpPr/>
              <p:nvPr/>
            </p:nvSpPr>
            <p:spPr>
              <a:xfrm>
                <a:off x="9184183" y="7121768"/>
                <a:ext cx="6343" cy="6345"/>
              </a:xfrm>
              <a:custGeom>
                <a:avLst/>
                <a:gdLst>
                  <a:gd name="connsiteX0" fmla="*/ 3390 w 6343"/>
                  <a:gd name="connsiteY0" fmla="*/ 6632 h 6345"/>
                  <a:gd name="connsiteX1" fmla="*/ 5633 w 6343"/>
                  <a:gd name="connsiteY1" fmla="*/ 5703 h 6345"/>
                  <a:gd name="connsiteX2" fmla="*/ 6562 w 6343"/>
                  <a:gd name="connsiteY2" fmla="*/ 3460 h 6345"/>
                  <a:gd name="connsiteX3" fmla="*/ 5633 w 6343"/>
                  <a:gd name="connsiteY3" fmla="*/ 1216 h 6345"/>
                  <a:gd name="connsiteX4" fmla="*/ 3390 w 6343"/>
                  <a:gd name="connsiteY4" fmla="*/ 287 h 6345"/>
                  <a:gd name="connsiteX5" fmla="*/ 1148 w 6343"/>
                  <a:gd name="connsiteY5" fmla="*/ 1216 h 6345"/>
                  <a:gd name="connsiteX6" fmla="*/ 219 w 6343"/>
                  <a:gd name="connsiteY6" fmla="*/ 3460 h 6345"/>
                  <a:gd name="connsiteX7" fmla="*/ 1148 w 6343"/>
                  <a:gd name="connsiteY7" fmla="*/ 5703 h 6345"/>
                  <a:gd name="connsiteX8" fmla="*/ 3390 w 6343"/>
                  <a:gd name="connsiteY8" fmla="*/ 66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632"/>
                    </a:moveTo>
                    <a:cubicBezTo>
                      <a:pt x="4231" y="6632"/>
                      <a:pt x="5038" y="6298"/>
                      <a:pt x="5633" y="5703"/>
                    </a:cubicBezTo>
                    <a:cubicBezTo>
                      <a:pt x="6228" y="5108"/>
                      <a:pt x="6562" y="4301"/>
                      <a:pt x="6562" y="3460"/>
                    </a:cubicBezTo>
                    <a:cubicBezTo>
                      <a:pt x="6562" y="2618"/>
                      <a:pt x="6228" y="1811"/>
                      <a:pt x="5633" y="1216"/>
                    </a:cubicBezTo>
                    <a:cubicBezTo>
                      <a:pt x="5038" y="621"/>
                      <a:pt x="4231" y="287"/>
                      <a:pt x="3390" y="287"/>
                    </a:cubicBezTo>
                    <a:cubicBezTo>
                      <a:pt x="2549" y="287"/>
                      <a:pt x="1742" y="621"/>
                      <a:pt x="1148" y="1216"/>
                    </a:cubicBezTo>
                    <a:cubicBezTo>
                      <a:pt x="553" y="1811"/>
                      <a:pt x="219" y="2618"/>
                      <a:pt x="219" y="3460"/>
                    </a:cubicBezTo>
                    <a:cubicBezTo>
                      <a:pt x="219" y="4301"/>
                      <a:pt x="553" y="5108"/>
                      <a:pt x="1148" y="5703"/>
                    </a:cubicBezTo>
                    <a:cubicBezTo>
                      <a:pt x="1742" y="6298"/>
                      <a:pt x="2549" y="6632"/>
                      <a:pt x="3390" y="66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24" name="Freeform: Shape 9423">
                <a:extLst>
                  <a:ext uri="{FF2B5EF4-FFF2-40B4-BE49-F238E27FC236}">
                    <a16:creationId xmlns:a16="http://schemas.microsoft.com/office/drawing/2014/main" id="{DE37CD23-9D19-1755-D4A8-B11DC584BA84}"/>
                  </a:ext>
                </a:extLst>
              </p:cNvPr>
              <p:cNvSpPr/>
              <p:nvPr/>
            </p:nvSpPr>
            <p:spPr>
              <a:xfrm>
                <a:off x="9172811" y="7121255"/>
                <a:ext cx="6343" cy="6345"/>
              </a:xfrm>
              <a:custGeom>
                <a:avLst/>
                <a:gdLst>
                  <a:gd name="connsiteX0" fmla="*/ 3389 w 6343"/>
                  <a:gd name="connsiteY0" fmla="*/ 6632 h 6345"/>
                  <a:gd name="connsiteX1" fmla="*/ 5632 w 6343"/>
                  <a:gd name="connsiteY1" fmla="*/ 5703 h 6345"/>
                  <a:gd name="connsiteX2" fmla="*/ 6561 w 6343"/>
                  <a:gd name="connsiteY2" fmla="*/ 3460 h 6345"/>
                  <a:gd name="connsiteX3" fmla="*/ 5632 w 6343"/>
                  <a:gd name="connsiteY3" fmla="*/ 1216 h 6345"/>
                  <a:gd name="connsiteX4" fmla="*/ 3389 w 6343"/>
                  <a:gd name="connsiteY4" fmla="*/ 287 h 6345"/>
                  <a:gd name="connsiteX5" fmla="*/ 1147 w 6343"/>
                  <a:gd name="connsiteY5" fmla="*/ 1216 h 6345"/>
                  <a:gd name="connsiteX6" fmla="*/ 218 w 6343"/>
                  <a:gd name="connsiteY6" fmla="*/ 3460 h 6345"/>
                  <a:gd name="connsiteX7" fmla="*/ 1147 w 6343"/>
                  <a:gd name="connsiteY7" fmla="*/ 5703 h 6345"/>
                  <a:gd name="connsiteX8" fmla="*/ 3389 w 6343"/>
                  <a:gd name="connsiteY8" fmla="*/ 66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632"/>
                    </a:moveTo>
                    <a:cubicBezTo>
                      <a:pt x="4231" y="6632"/>
                      <a:pt x="5037" y="6298"/>
                      <a:pt x="5632" y="5703"/>
                    </a:cubicBezTo>
                    <a:cubicBezTo>
                      <a:pt x="6227" y="5108"/>
                      <a:pt x="6561" y="4301"/>
                      <a:pt x="6561" y="3460"/>
                    </a:cubicBezTo>
                    <a:cubicBezTo>
                      <a:pt x="6561" y="2618"/>
                      <a:pt x="6227" y="1811"/>
                      <a:pt x="5632" y="1216"/>
                    </a:cubicBezTo>
                    <a:cubicBezTo>
                      <a:pt x="5037" y="621"/>
                      <a:pt x="4231" y="287"/>
                      <a:pt x="3389" y="287"/>
                    </a:cubicBezTo>
                    <a:cubicBezTo>
                      <a:pt x="2548" y="287"/>
                      <a:pt x="1742" y="621"/>
                      <a:pt x="1147" y="1216"/>
                    </a:cubicBezTo>
                    <a:cubicBezTo>
                      <a:pt x="552" y="1811"/>
                      <a:pt x="218" y="2618"/>
                      <a:pt x="218" y="3460"/>
                    </a:cubicBezTo>
                    <a:cubicBezTo>
                      <a:pt x="218" y="4301"/>
                      <a:pt x="552" y="5108"/>
                      <a:pt x="1147" y="5703"/>
                    </a:cubicBezTo>
                    <a:cubicBezTo>
                      <a:pt x="1742" y="6298"/>
                      <a:pt x="2548" y="6632"/>
                      <a:pt x="3389" y="66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25" name="Freeform: Shape 9424">
                <a:extLst>
                  <a:ext uri="{FF2B5EF4-FFF2-40B4-BE49-F238E27FC236}">
                    <a16:creationId xmlns:a16="http://schemas.microsoft.com/office/drawing/2014/main" id="{8C35173A-E225-B5C7-CCCF-5CDA17201652}"/>
                  </a:ext>
                </a:extLst>
              </p:cNvPr>
              <p:cNvSpPr/>
              <p:nvPr/>
            </p:nvSpPr>
            <p:spPr>
              <a:xfrm>
                <a:off x="9161502" y="7120237"/>
                <a:ext cx="6343" cy="6345"/>
              </a:xfrm>
              <a:custGeom>
                <a:avLst/>
                <a:gdLst>
                  <a:gd name="connsiteX0" fmla="*/ 3389 w 6343"/>
                  <a:gd name="connsiteY0" fmla="*/ 6632 h 6345"/>
                  <a:gd name="connsiteX1" fmla="*/ 5631 w 6343"/>
                  <a:gd name="connsiteY1" fmla="*/ 5703 h 6345"/>
                  <a:gd name="connsiteX2" fmla="*/ 6560 w 6343"/>
                  <a:gd name="connsiteY2" fmla="*/ 3460 h 6345"/>
                  <a:gd name="connsiteX3" fmla="*/ 5631 w 6343"/>
                  <a:gd name="connsiteY3" fmla="*/ 1216 h 6345"/>
                  <a:gd name="connsiteX4" fmla="*/ 3389 w 6343"/>
                  <a:gd name="connsiteY4" fmla="*/ 287 h 6345"/>
                  <a:gd name="connsiteX5" fmla="*/ 1146 w 6343"/>
                  <a:gd name="connsiteY5" fmla="*/ 1216 h 6345"/>
                  <a:gd name="connsiteX6" fmla="*/ 217 w 6343"/>
                  <a:gd name="connsiteY6" fmla="*/ 3460 h 6345"/>
                  <a:gd name="connsiteX7" fmla="*/ 1146 w 6343"/>
                  <a:gd name="connsiteY7" fmla="*/ 5703 h 6345"/>
                  <a:gd name="connsiteX8" fmla="*/ 3389 w 6343"/>
                  <a:gd name="connsiteY8" fmla="*/ 66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632"/>
                    </a:moveTo>
                    <a:cubicBezTo>
                      <a:pt x="4230" y="6632"/>
                      <a:pt x="5036" y="6298"/>
                      <a:pt x="5631" y="5703"/>
                    </a:cubicBezTo>
                    <a:cubicBezTo>
                      <a:pt x="6226" y="5108"/>
                      <a:pt x="6560" y="4301"/>
                      <a:pt x="6560" y="3460"/>
                    </a:cubicBezTo>
                    <a:cubicBezTo>
                      <a:pt x="6560" y="2618"/>
                      <a:pt x="6226" y="1811"/>
                      <a:pt x="5631" y="1216"/>
                    </a:cubicBezTo>
                    <a:cubicBezTo>
                      <a:pt x="5036" y="621"/>
                      <a:pt x="4230" y="287"/>
                      <a:pt x="3389" y="287"/>
                    </a:cubicBezTo>
                    <a:cubicBezTo>
                      <a:pt x="2547" y="287"/>
                      <a:pt x="1741" y="621"/>
                      <a:pt x="1146" y="1216"/>
                    </a:cubicBezTo>
                    <a:cubicBezTo>
                      <a:pt x="551" y="1811"/>
                      <a:pt x="217" y="2618"/>
                      <a:pt x="217" y="3460"/>
                    </a:cubicBezTo>
                    <a:cubicBezTo>
                      <a:pt x="217" y="4301"/>
                      <a:pt x="551" y="5108"/>
                      <a:pt x="1146" y="5703"/>
                    </a:cubicBezTo>
                    <a:cubicBezTo>
                      <a:pt x="1741" y="6298"/>
                      <a:pt x="2547" y="6632"/>
                      <a:pt x="3389" y="66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26" name="Freeform: Shape 9425">
                <a:extLst>
                  <a:ext uri="{FF2B5EF4-FFF2-40B4-BE49-F238E27FC236}">
                    <a16:creationId xmlns:a16="http://schemas.microsoft.com/office/drawing/2014/main" id="{9E06BE49-B540-A2F6-EF78-3FA27965BED2}"/>
                  </a:ext>
                </a:extLst>
              </p:cNvPr>
              <p:cNvSpPr/>
              <p:nvPr/>
            </p:nvSpPr>
            <p:spPr>
              <a:xfrm>
                <a:off x="9150216" y="7119025"/>
                <a:ext cx="6343" cy="6345"/>
              </a:xfrm>
              <a:custGeom>
                <a:avLst/>
                <a:gdLst>
                  <a:gd name="connsiteX0" fmla="*/ 3388 w 6343"/>
                  <a:gd name="connsiteY0" fmla="*/ 6632 h 6345"/>
                  <a:gd name="connsiteX1" fmla="*/ 5630 w 6343"/>
                  <a:gd name="connsiteY1" fmla="*/ 5703 h 6345"/>
                  <a:gd name="connsiteX2" fmla="*/ 6559 w 6343"/>
                  <a:gd name="connsiteY2" fmla="*/ 3459 h 6345"/>
                  <a:gd name="connsiteX3" fmla="*/ 5630 w 6343"/>
                  <a:gd name="connsiteY3" fmla="*/ 1216 h 6345"/>
                  <a:gd name="connsiteX4" fmla="*/ 3388 w 6343"/>
                  <a:gd name="connsiteY4" fmla="*/ 287 h 6345"/>
                  <a:gd name="connsiteX5" fmla="*/ 1145 w 6343"/>
                  <a:gd name="connsiteY5" fmla="*/ 1216 h 6345"/>
                  <a:gd name="connsiteX6" fmla="*/ 216 w 6343"/>
                  <a:gd name="connsiteY6" fmla="*/ 3459 h 6345"/>
                  <a:gd name="connsiteX7" fmla="*/ 1145 w 6343"/>
                  <a:gd name="connsiteY7" fmla="*/ 5703 h 6345"/>
                  <a:gd name="connsiteX8" fmla="*/ 3388 w 6343"/>
                  <a:gd name="connsiteY8" fmla="*/ 66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632"/>
                    </a:moveTo>
                    <a:cubicBezTo>
                      <a:pt x="4229" y="6632"/>
                      <a:pt x="5036" y="6298"/>
                      <a:pt x="5630" y="5703"/>
                    </a:cubicBezTo>
                    <a:cubicBezTo>
                      <a:pt x="6225" y="5108"/>
                      <a:pt x="6559" y="4301"/>
                      <a:pt x="6559" y="3459"/>
                    </a:cubicBezTo>
                    <a:cubicBezTo>
                      <a:pt x="6559" y="2618"/>
                      <a:pt x="6225" y="1811"/>
                      <a:pt x="5630" y="1216"/>
                    </a:cubicBezTo>
                    <a:cubicBezTo>
                      <a:pt x="5036" y="621"/>
                      <a:pt x="4229" y="287"/>
                      <a:pt x="3388" y="287"/>
                    </a:cubicBezTo>
                    <a:cubicBezTo>
                      <a:pt x="2547" y="287"/>
                      <a:pt x="1740" y="621"/>
                      <a:pt x="1145" y="1216"/>
                    </a:cubicBezTo>
                    <a:cubicBezTo>
                      <a:pt x="550" y="1811"/>
                      <a:pt x="216" y="2618"/>
                      <a:pt x="216" y="3459"/>
                    </a:cubicBezTo>
                    <a:cubicBezTo>
                      <a:pt x="216" y="4301"/>
                      <a:pt x="550" y="5108"/>
                      <a:pt x="1145" y="5703"/>
                    </a:cubicBezTo>
                    <a:cubicBezTo>
                      <a:pt x="1740" y="6298"/>
                      <a:pt x="2547" y="6632"/>
                      <a:pt x="3388" y="66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27" name="Freeform: Shape 9426">
                <a:extLst>
                  <a:ext uri="{FF2B5EF4-FFF2-40B4-BE49-F238E27FC236}">
                    <a16:creationId xmlns:a16="http://schemas.microsoft.com/office/drawing/2014/main" id="{49DE5687-AB03-A141-169A-2DF402A714E2}"/>
                  </a:ext>
                </a:extLst>
              </p:cNvPr>
              <p:cNvSpPr/>
              <p:nvPr/>
            </p:nvSpPr>
            <p:spPr>
              <a:xfrm>
                <a:off x="9138965" y="7117557"/>
                <a:ext cx="6343" cy="6345"/>
              </a:xfrm>
              <a:custGeom>
                <a:avLst/>
                <a:gdLst>
                  <a:gd name="connsiteX0" fmla="*/ 3387 w 6343"/>
                  <a:gd name="connsiteY0" fmla="*/ 6632 h 6345"/>
                  <a:gd name="connsiteX1" fmla="*/ 5629 w 6343"/>
                  <a:gd name="connsiteY1" fmla="*/ 5703 h 6345"/>
                  <a:gd name="connsiteX2" fmla="*/ 6558 w 6343"/>
                  <a:gd name="connsiteY2" fmla="*/ 3459 h 6345"/>
                  <a:gd name="connsiteX3" fmla="*/ 5629 w 6343"/>
                  <a:gd name="connsiteY3" fmla="*/ 1216 h 6345"/>
                  <a:gd name="connsiteX4" fmla="*/ 3387 w 6343"/>
                  <a:gd name="connsiteY4" fmla="*/ 287 h 6345"/>
                  <a:gd name="connsiteX5" fmla="*/ 1144 w 6343"/>
                  <a:gd name="connsiteY5" fmla="*/ 1216 h 6345"/>
                  <a:gd name="connsiteX6" fmla="*/ 215 w 6343"/>
                  <a:gd name="connsiteY6" fmla="*/ 3459 h 6345"/>
                  <a:gd name="connsiteX7" fmla="*/ 1144 w 6343"/>
                  <a:gd name="connsiteY7" fmla="*/ 5703 h 6345"/>
                  <a:gd name="connsiteX8" fmla="*/ 3387 w 6343"/>
                  <a:gd name="connsiteY8" fmla="*/ 66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632"/>
                    </a:moveTo>
                    <a:cubicBezTo>
                      <a:pt x="4228" y="6632"/>
                      <a:pt x="5035" y="6298"/>
                      <a:pt x="5629" y="5703"/>
                    </a:cubicBezTo>
                    <a:cubicBezTo>
                      <a:pt x="6224" y="5108"/>
                      <a:pt x="6558" y="4301"/>
                      <a:pt x="6558" y="3459"/>
                    </a:cubicBezTo>
                    <a:cubicBezTo>
                      <a:pt x="6558" y="2618"/>
                      <a:pt x="6224" y="1811"/>
                      <a:pt x="5629" y="1216"/>
                    </a:cubicBezTo>
                    <a:cubicBezTo>
                      <a:pt x="5035" y="621"/>
                      <a:pt x="4228" y="287"/>
                      <a:pt x="3387" y="287"/>
                    </a:cubicBezTo>
                    <a:cubicBezTo>
                      <a:pt x="2546" y="287"/>
                      <a:pt x="1739" y="621"/>
                      <a:pt x="1144" y="1216"/>
                    </a:cubicBezTo>
                    <a:cubicBezTo>
                      <a:pt x="549" y="1811"/>
                      <a:pt x="215" y="2618"/>
                      <a:pt x="215" y="3459"/>
                    </a:cubicBezTo>
                    <a:cubicBezTo>
                      <a:pt x="215" y="4301"/>
                      <a:pt x="549" y="5108"/>
                      <a:pt x="1144" y="5703"/>
                    </a:cubicBezTo>
                    <a:cubicBezTo>
                      <a:pt x="1739" y="6298"/>
                      <a:pt x="2546" y="6632"/>
                      <a:pt x="3387" y="66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28" name="Freeform: Shape 9427">
                <a:extLst>
                  <a:ext uri="{FF2B5EF4-FFF2-40B4-BE49-F238E27FC236}">
                    <a16:creationId xmlns:a16="http://schemas.microsoft.com/office/drawing/2014/main" id="{3DB14262-3650-0808-481D-D1DC8B65B8E0}"/>
                  </a:ext>
                </a:extLst>
              </p:cNvPr>
              <p:cNvSpPr/>
              <p:nvPr/>
            </p:nvSpPr>
            <p:spPr>
              <a:xfrm>
                <a:off x="9252726" y="6358195"/>
                <a:ext cx="6343" cy="6345"/>
              </a:xfrm>
              <a:custGeom>
                <a:avLst/>
                <a:gdLst>
                  <a:gd name="connsiteX0" fmla="*/ 3396 w 6343"/>
                  <a:gd name="connsiteY0" fmla="*/ 6572 h 6345"/>
                  <a:gd name="connsiteX1" fmla="*/ 5638 w 6343"/>
                  <a:gd name="connsiteY1" fmla="*/ 5643 h 6345"/>
                  <a:gd name="connsiteX2" fmla="*/ 6567 w 6343"/>
                  <a:gd name="connsiteY2" fmla="*/ 3400 h 6345"/>
                  <a:gd name="connsiteX3" fmla="*/ 5638 w 6343"/>
                  <a:gd name="connsiteY3" fmla="*/ 1156 h 6345"/>
                  <a:gd name="connsiteX4" fmla="*/ 3396 w 6343"/>
                  <a:gd name="connsiteY4" fmla="*/ 227 h 6345"/>
                  <a:gd name="connsiteX5" fmla="*/ 1153 w 6343"/>
                  <a:gd name="connsiteY5" fmla="*/ 1156 h 6345"/>
                  <a:gd name="connsiteX6" fmla="*/ 224 w 6343"/>
                  <a:gd name="connsiteY6" fmla="*/ 3400 h 6345"/>
                  <a:gd name="connsiteX7" fmla="*/ 1153 w 6343"/>
                  <a:gd name="connsiteY7" fmla="*/ 5643 h 6345"/>
                  <a:gd name="connsiteX8" fmla="*/ 3396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72"/>
                    </a:moveTo>
                    <a:cubicBezTo>
                      <a:pt x="4237" y="6572"/>
                      <a:pt x="5044" y="6238"/>
                      <a:pt x="5638" y="5643"/>
                    </a:cubicBezTo>
                    <a:cubicBezTo>
                      <a:pt x="6233" y="5048"/>
                      <a:pt x="6567" y="4241"/>
                      <a:pt x="6567" y="3400"/>
                    </a:cubicBezTo>
                    <a:cubicBezTo>
                      <a:pt x="6567" y="2558"/>
                      <a:pt x="6233" y="1751"/>
                      <a:pt x="5638" y="1156"/>
                    </a:cubicBezTo>
                    <a:cubicBezTo>
                      <a:pt x="5044" y="561"/>
                      <a:pt x="4237" y="227"/>
                      <a:pt x="3396" y="227"/>
                    </a:cubicBezTo>
                    <a:cubicBezTo>
                      <a:pt x="2555" y="227"/>
                      <a:pt x="1748" y="561"/>
                      <a:pt x="1153" y="1156"/>
                    </a:cubicBezTo>
                    <a:cubicBezTo>
                      <a:pt x="558" y="1751"/>
                      <a:pt x="224" y="2558"/>
                      <a:pt x="224" y="3400"/>
                    </a:cubicBezTo>
                    <a:cubicBezTo>
                      <a:pt x="224" y="4241"/>
                      <a:pt x="558" y="5048"/>
                      <a:pt x="1153" y="5643"/>
                    </a:cubicBezTo>
                    <a:cubicBezTo>
                      <a:pt x="1748" y="6238"/>
                      <a:pt x="2555" y="6572"/>
                      <a:pt x="3396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29" name="Freeform: Shape 9428">
                <a:extLst>
                  <a:ext uri="{FF2B5EF4-FFF2-40B4-BE49-F238E27FC236}">
                    <a16:creationId xmlns:a16="http://schemas.microsoft.com/office/drawing/2014/main" id="{101C6E0D-6436-7096-D4A4-E4AC5A09E810}"/>
                  </a:ext>
                </a:extLst>
              </p:cNvPr>
              <p:cNvSpPr/>
              <p:nvPr/>
            </p:nvSpPr>
            <p:spPr>
              <a:xfrm>
                <a:off x="9246686" y="6354404"/>
                <a:ext cx="6343" cy="6345"/>
              </a:xfrm>
              <a:custGeom>
                <a:avLst/>
                <a:gdLst>
                  <a:gd name="connsiteX0" fmla="*/ 3395 w 6343"/>
                  <a:gd name="connsiteY0" fmla="*/ 6572 h 6345"/>
                  <a:gd name="connsiteX1" fmla="*/ 5638 w 6343"/>
                  <a:gd name="connsiteY1" fmla="*/ 5643 h 6345"/>
                  <a:gd name="connsiteX2" fmla="*/ 6567 w 6343"/>
                  <a:gd name="connsiteY2" fmla="*/ 3399 h 6345"/>
                  <a:gd name="connsiteX3" fmla="*/ 5638 w 6343"/>
                  <a:gd name="connsiteY3" fmla="*/ 1156 h 6345"/>
                  <a:gd name="connsiteX4" fmla="*/ 3395 w 6343"/>
                  <a:gd name="connsiteY4" fmla="*/ 227 h 6345"/>
                  <a:gd name="connsiteX5" fmla="*/ 1153 w 6343"/>
                  <a:gd name="connsiteY5" fmla="*/ 1156 h 6345"/>
                  <a:gd name="connsiteX6" fmla="*/ 224 w 6343"/>
                  <a:gd name="connsiteY6" fmla="*/ 3399 h 6345"/>
                  <a:gd name="connsiteX7" fmla="*/ 1153 w 6343"/>
                  <a:gd name="connsiteY7" fmla="*/ 5643 h 6345"/>
                  <a:gd name="connsiteX8" fmla="*/ 3395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72"/>
                    </a:moveTo>
                    <a:cubicBezTo>
                      <a:pt x="4236" y="6572"/>
                      <a:pt x="5043" y="6238"/>
                      <a:pt x="5638" y="5643"/>
                    </a:cubicBezTo>
                    <a:cubicBezTo>
                      <a:pt x="6233" y="5048"/>
                      <a:pt x="6567" y="4241"/>
                      <a:pt x="6567" y="3399"/>
                    </a:cubicBezTo>
                    <a:cubicBezTo>
                      <a:pt x="6567" y="2558"/>
                      <a:pt x="6233" y="1751"/>
                      <a:pt x="5638" y="1156"/>
                    </a:cubicBezTo>
                    <a:cubicBezTo>
                      <a:pt x="5043" y="561"/>
                      <a:pt x="4236" y="227"/>
                      <a:pt x="3395" y="227"/>
                    </a:cubicBezTo>
                    <a:cubicBezTo>
                      <a:pt x="2554" y="227"/>
                      <a:pt x="1747" y="561"/>
                      <a:pt x="1153" y="1156"/>
                    </a:cubicBezTo>
                    <a:cubicBezTo>
                      <a:pt x="558" y="1751"/>
                      <a:pt x="224" y="2558"/>
                      <a:pt x="224" y="3399"/>
                    </a:cubicBezTo>
                    <a:cubicBezTo>
                      <a:pt x="224" y="4241"/>
                      <a:pt x="558" y="5048"/>
                      <a:pt x="1153" y="5643"/>
                    </a:cubicBezTo>
                    <a:cubicBezTo>
                      <a:pt x="1747" y="6238"/>
                      <a:pt x="2554" y="6572"/>
                      <a:pt x="3395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30" name="Freeform: Shape 9429">
                <a:extLst>
                  <a:ext uri="{FF2B5EF4-FFF2-40B4-BE49-F238E27FC236}">
                    <a16:creationId xmlns:a16="http://schemas.microsoft.com/office/drawing/2014/main" id="{78CB5643-343F-BA2B-357F-3ED1AE28AE98}"/>
                  </a:ext>
                </a:extLst>
              </p:cNvPr>
              <p:cNvSpPr/>
              <p:nvPr/>
            </p:nvSpPr>
            <p:spPr>
              <a:xfrm>
                <a:off x="9240936" y="6349283"/>
                <a:ext cx="6343" cy="6345"/>
              </a:xfrm>
              <a:custGeom>
                <a:avLst/>
                <a:gdLst>
                  <a:gd name="connsiteX0" fmla="*/ 3395 w 6343"/>
                  <a:gd name="connsiteY0" fmla="*/ 6572 h 6345"/>
                  <a:gd name="connsiteX1" fmla="*/ 5637 w 6343"/>
                  <a:gd name="connsiteY1" fmla="*/ 5642 h 6345"/>
                  <a:gd name="connsiteX2" fmla="*/ 6566 w 6343"/>
                  <a:gd name="connsiteY2" fmla="*/ 3399 h 6345"/>
                  <a:gd name="connsiteX3" fmla="*/ 5637 w 6343"/>
                  <a:gd name="connsiteY3" fmla="*/ 1155 h 6345"/>
                  <a:gd name="connsiteX4" fmla="*/ 3395 w 6343"/>
                  <a:gd name="connsiteY4" fmla="*/ 226 h 6345"/>
                  <a:gd name="connsiteX5" fmla="*/ 1152 w 6343"/>
                  <a:gd name="connsiteY5" fmla="*/ 1155 h 6345"/>
                  <a:gd name="connsiteX6" fmla="*/ 223 w 6343"/>
                  <a:gd name="connsiteY6" fmla="*/ 3399 h 6345"/>
                  <a:gd name="connsiteX7" fmla="*/ 1152 w 6343"/>
                  <a:gd name="connsiteY7" fmla="*/ 5642 h 6345"/>
                  <a:gd name="connsiteX8" fmla="*/ 3395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72"/>
                    </a:moveTo>
                    <a:cubicBezTo>
                      <a:pt x="4236" y="6572"/>
                      <a:pt x="5043" y="6237"/>
                      <a:pt x="5637" y="5642"/>
                    </a:cubicBezTo>
                    <a:cubicBezTo>
                      <a:pt x="6232" y="5047"/>
                      <a:pt x="6566" y="4240"/>
                      <a:pt x="6566" y="3399"/>
                    </a:cubicBezTo>
                    <a:cubicBezTo>
                      <a:pt x="6566" y="2557"/>
                      <a:pt x="6232" y="1750"/>
                      <a:pt x="5637" y="1155"/>
                    </a:cubicBezTo>
                    <a:cubicBezTo>
                      <a:pt x="5043" y="560"/>
                      <a:pt x="4236" y="226"/>
                      <a:pt x="3395" y="226"/>
                    </a:cubicBezTo>
                    <a:cubicBezTo>
                      <a:pt x="2554" y="226"/>
                      <a:pt x="1747" y="560"/>
                      <a:pt x="1152" y="1155"/>
                    </a:cubicBezTo>
                    <a:cubicBezTo>
                      <a:pt x="557" y="1750"/>
                      <a:pt x="223" y="2557"/>
                      <a:pt x="223" y="3399"/>
                    </a:cubicBezTo>
                    <a:cubicBezTo>
                      <a:pt x="223" y="4240"/>
                      <a:pt x="557" y="5047"/>
                      <a:pt x="1152" y="5642"/>
                    </a:cubicBezTo>
                    <a:cubicBezTo>
                      <a:pt x="1747" y="6237"/>
                      <a:pt x="2554" y="6572"/>
                      <a:pt x="3395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31" name="Freeform: Shape 9430">
                <a:extLst>
                  <a:ext uri="{FF2B5EF4-FFF2-40B4-BE49-F238E27FC236}">
                    <a16:creationId xmlns:a16="http://schemas.microsoft.com/office/drawing/2014/main" id="{D0C51379-0AF2-19EF-B215-A24F1C53BA93}"/>
                  </a:ext>
                </a:extLst>
              </p:cNvPr>
              <p:cNvSpPr/>
              <p:nvPr/>
            </p:nvSpPr>
            <p:spPr>
              <a:xfrm>
                <a:off x="9048217" y="7221118"/>
                <a:ext cx="6343" cy="6345"/>
              </a:xfrm>
              <a:custGeom>
                <a:avLst/>
                <a:gdLst>
                  <a:gd name="connsiteX0" fmla="*/ 3380 w 6343"/>
                  <a:gd name="connsiteY0" fmla="*/ 6640 h 6345"/>
                  <a:gd name="connsiteX1" fmla="*/ 5622 w 6343"/>
                  <a:gd name="connsiteY1" fmla="*/ 5711 h 6345"/>
                  <a:gd name="connsiteX2" fmla="*/ 6551 w 6343"/>
                  <a:gd name="connsiteY2" fmla="*/ 3468 h 6345"/>
                  <a:gd name="connsiteX3" fmla="*/ 5622 w 6343"/>
                  <a:gd name="connsiteY3" fmla="*/ 1224 h 6345"/>
                  <a:gd name="connsiteX4" fmla="*/ 3380 w 6343"/>
                  <a:gd name="connsiteY4" fmla="*/ 295 h 6345"/>
                  <a:gd name="connsiteX5" fmla="*/ 1137 w 6343"/>
                  <a:gd name="connsiteY5" fmla="*/ 1224 h 6345"/>
                  <a:gd name="connsiteX6" fmla="*/ 208 w 6343"/>
                  <a:gd name="connsiteY6" fmla="*/ 3468 h 6345"/>
                  <a:gd name="connsiteX7" fmla="*/ 1137 w 6343"/>
                  <a:gd name="connsiteY7" fmla="*/ 5711 h 6345"/>
                  <a:gd name="connsiteX8" fmla="*/ 3380 w 6343"/>
                  <a:gd name="connsiteY8" fmla="*/ 66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640"/>
                    </a:moveTo>
                    <a:cubicBezTo>
                      <a:pt x="4221" y="6640"/>
                      <a:pt x="5027" y="6306"/>
                      <a:pt x="5622" y="5711"/>
                    </a:cubicBezTo>
                    <a:cubicBezTo>
                      <a:pt x="6217" y="5116"/>
                      <a:pt x="6551" y="4309"/>
                      <a:pt x="6551" y="3468"/>
                    </a:cubicBezTo>
                    <a:cubicBezTo>
                      <a:pt x="6551" y="2626"/>
                      <a:pt x="6217" y="1819"/>
                      <a:pt x="5622" y="1224"/>
                    </a:cubicBezTo>
                    <a:cubicBezTo>
                      <a:pt x="5027" y="629"/>
                      <a:pt x="4221" y="295"/>
                      <a:pt x="3380" y="295"/>
                    </a:cubicBezTo>
                    <a:cubicBezTo>
                      <a:pt x="2538" y="295"/>
                      <a:pt x="1732" y="629"/>
                      <a:pt x="1137" y="1224"/>
                    </a:cubicBezTo>
                    <a:cubicBezTo>
                      <a:pt x="542" y="1819"/>
                      <a:pt x="208" y="2626"/>
                      <a:pt x="208" y="3468"/>
                    </a:cubicBezTo>
                    <a:cubicBezTo>
                      <a:pt x="208" y="4309"/>
                      <a:pt x="542" y="5116"/>
                      <a:pt x="1137" y="5711"/>
                    </a:cubicBezTo>
                    <a:cubicBezTo>
                      <a:pt x="1732" y="6306"/>
                      <a:pt x="2538" y="6640"/>
                      <a:pt x="3380" y="66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32" name="Freeform: Shape 9431">
                <a:extLst>
                  <a:ext uri="{FF2B5EF4-FFF2-40B4-BE49-F238E27FC236}">
                    <a16:creationId xmlns:a16="http://schemas.microsoft.com/office/drawing/2014/main" id="{EEE05E30-8089-9A92-64A7-F629B3E5277B}"/>
                  </a:ext>
                </a:extLst>
              </p:cNvPr>
              <p:cNvSpPr/>
              <p:nvPr/>
            </p:nvSpPr>
            <p:spPr>
              <a:xfrm>
                <a:off x="9223300" y="6337119"/>
                <a:ext cx="6343" cy="6345"/>
              </a:xfrm>
              <a:custGeom>
                <a:avLst/>
                <a:gdLst>
                  <a:gd name="connsiteX0" fmla="*/ 3393 w 6343"/>
                  <a:gd name="connsiteY0" fmla="*/ 6571 h 6345"/>
                  <a:gd name="connsiteX1" fmla="*/ 5636 w 6343"/>
                  <a:gd name="connsiteY1" fmla="*/ 5641 h 6345"/>
                  <a:gd name="connsiteX2" fmla="*/ 6565 w 6343"/>
                  <a:gd name="connsiteY2" fmla="*/ 3398 h 6345"/>
                  <a:gd name="connsiteX3" fmla="*/ 5636 w 6343"/>
                  <a:gd name="connsiteY3" fmla="*/ 1154 h 6345"/>
                  <a:gd name="connsiteX4" fmla="*/ 3393 w 6343"/>
                  <a:gd name="connsiteY4" fmla="*/ 225 h 6345"/>
                  <a:gd name="connsiteX5" fmla="*/ 1151 w 6343"/>
                  <a:gd name="connsiteY5" fmla="*/ 1154 h 6345"/>
                  <a:gd name="connsiteX6" fmla="*/ 222 w 6343"/>
                  <a:gd name="connsiteY6" fmla="*/ 3398 h 6345"/>
                  <a:gd name="connsiteX7" fmla="*/ 1151 w 6343"/>
                  <a:gd name="connsiteY7" fmla="*/ 5641 h 6345"/>
                  <a:gd name="connsiteX8" fmla="*/ 3393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71"/>
                    </a:moveTo>
                    <a:cubicBezTo>
                      <a:pt x="4235" y="6571"/>
                      <a:pt x="5041" y="6236"/>
                      <a:pt x="5636" y="5641"/>
                    </a:cubicBezTo>
                    <a:cubicBezTo>
                      <a:pt x="6231" y="5046"/>
                      <a:pt x="6565" y="4239"/>
                      <a:pt x="6565" y="3398"/>
                    </a:cubicBezTo>
                    <a:cubicBezTo>
                      <a:pt x="6565" y="2556"/>
                      <a:pt x="6231" y="1749"/>
                      <a:pt x="5636" y="1154"/>
                    </a:cubicBezTo>
                    <a:cubicBezTo>
                      <a:pt x="5041" y="559"/>
                      <a:pt x="4235" y="225"/>
                      <a:pt x="3393" y="225"/>
                    </a:cubicBezTo>
                    <a:cubicBezTo>
                      <a:pt x="2552" y="225"/>
                      <a:pt x="1746" y="559"/>
                      <a:pt x="1151" y="1154"/>
                    </a:cubicBezTo>
                    <a:cubicBezTo>
                      <a:pt x="556" y="1749"/>
                      <a:pt x="222" y="2556"/>
                      <a:pt x="222" y="3398"/>
                    </a:cubicBezTo>
                    <a:cubicBezTo>
                      <a:pt x="222" y="4239"/>
                      <a:pt x="556" y="5046"/>
                      <a:pt x="1151" y="5641"/>
                    </a:cubicBezTo>
                    <a:cubicBezTo>
                      <a:pt x="1746" y="6236"/>
                      <a:pt x="2552" y="6571"/>
                      <a:pt x="3393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33" name="Freeform: Shape 9432">
                <a:extLst>
                  <a:ext uri="{FF2B5EF4-FFF2-40B4-BE49-F238E27FC236}">
                    <a16:creationId xmlns:a16="http://schemas.microsoft.com/office/drawing/2014/main" id="{34CE4B55-9869-FDE0-0E66-782CA0DF7D99}"/>
                  </a:ext>
                </a:extLst>
              </p:cNvPr>
              <p:cNvSpPr/>
              <p:nvPr/>
            </p:nvSpPr>
            <p:spPr>
              <a:xfrm>
                <a:off x="9023359" y="7221820"/>
                <a:ext cx="6343" cy="6345"/>
              </a:xfrm>
              <a:custGeom>
                <a:avLst/>
                <a:gdLst>
                  <a:gd name="connsiteX0" fmla="*/ 3378 w 6343"/>
                  <a:gd name="connsiteY0" fmla="*/ 6640 h 6345"/>
                  <a:gd name="connsiteX1" fmla="*/ 5620 w 6343"/>
                  <a:gd name="connsiteY1" fmla="*/ 5711 h 6345"/>
                  <a:gd name="connsiteX2" fmla="*/ 6549 w 6343"/>
                  <a:gd name="connsiteY2" fmla="*/ 3468 h 6345"/>
                  <a:gd name="connsiteX3" fmla="*/ 5620 w 6343"/>
                  <a:gd name="connsiteY3" fmla="*/ 1224 h 6345"/>
                  <a:gd name="connsiteX4" fmla="*/ 3378 w 6343"/>
                  <a:gd name="connsiteY4" fmla="*/ 295 h 6345"/>
                  <a:gd name="connsiteX5" fmla="*/ 1135 w 6343"/>
                  <a:gd name="connsiteY5" fmla="*/ 1224 h 6345"/>
                  <a:gd name="connsiteX6" fmla="*/ 206 w 6343"/>
                  <a:gd name="connsiteY6" fmla="*/ 3468 h 6345"/>
                  <a:gd name="connsiteX7" fmla="*/ 1135 w 6343"/>
                  <a:gd name="connsiteY7" fmla="*/ 5711 h 6345"/>
                  <a:gd name="connsiteX8" fmla="*/ 3378 w 6343"/>
                  <a:gd name="connsiteY8" fmla="*/ 66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640"/>
                    </a:moveTo>
                    <a:cubicBezTo>
                      <a:pt x="4219" y="6640"/>
                      <a:pt x="5026" y="6306"/>
                      <a:pt x="5620" y="5711"/>
                    </a:cubicBezTo>
                    <a:cubicBezTo>
                      <a:pt x="6215" y="5116"/>
                      <a:pt x="6549" y="4309"/>
                      <a:pt x="6549" y="3468"/>
                    </a:cubicBezTo>
                    <a:cubicBezTo>
                      <a:pt x="6549" y="2626"/>
                      <a:pt x="6215" y="1819"/>
                      <a:pt x="5620" y="1224"/>
                    </a:cubicBezTo>
                    <a:cubicBezTo>
                      <a:pt x="5026" y="629"/>
                      <a:pt x="4219" y="295"/>
                      <a:pt x="3378" y="295"/>
                    </a:cubicBezTo>
                    <a:cubicBezTo>
                      <a:pt x="2537" y="295"/>
                      <a:pt x="1730" y="629"/>
                      <a:pt x="1135" y="1224"/>
                    </a:cubicBezTo>
                    <a:cubicBezTo>
                      <a:pt x="540" y="1819"/>
                      <a:pt x="206" y="2626"/>
                      <a:pt x="206" y="3468"/>
                    </a:cubicBezTo>
                    <a:cubicBezTo>
                      <a:pt x="206" y="4309"/>
                      <a:pt x="540" y="5116"/>
                      <a:pt x="1135" y="5711"/>
                    </a:cubicBezTo>
                    <a:cubicBezTo>
                      <a:pt x="1730" y="6306"/>
                      <a:pt x="2537" y="6640"/>
                      <a:pt x="3378" y="66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34" name="Freeform: Shape 9433">
                <a:extLst>
                  <a:ext uri="{FF2B5EF4-FFF2-40B4-BE49-F238E27FC236}">
                    <a16:creationId xmlns:a16="http://schemas.microsoft.com/office/drawing/2014/main" id="{E266A351-16B6-AB1A-34EA-874D77C7D07A}"/>
                  </a:ext>
                </a:extLst>
              </p:cNvPr>
              <p:cNvSpPr/>
              <p:nvPr/>
            </p:nvSpPr>
            <p:spPr>
              <a:xfrm>
                <a:off x="9211306" y="6330831"/>
                <a:ext cx="6343" cy="6345"/>
              </a:xfrm>
              <a:custGeom>
                <a:avLst/>
                <a:gdLst>
                  <a:gd name="connsiteX0" fmla="*/ 3392 w 6343"/>
                  <a:gd name="connsiteY0" fmla="*/ 6570 h 6345"/>
                  <a:gd name="connsiteX1" fmla="*/ 5635 w 6343"/>
                  <a:gd name="connsiteY1" fmla="*/ 5641 h 6345"/>
                  <a:gd name="connsiteX2" fmla="*/ 6564 w 6343"/>
                  <a:gd name="connsiteY2" fmla="*/ 3397 h 6345"/>
                  <a:gd name="connsiteX3" fmla="*/ 5635 w 6343"/>
                  <a:gd name="connsiteY3" fmla="*/ 1154 h 6345"/>
                  <a:gd name="connsiteX4" fmla="*/ 3392 w 6343"/>
                  <a:gd name="connsiteY4" fmla="*/ 225 h 6345"/>
                  <a:gd name="connsiteX5" fmla="*/ 1150 w 6343"/>
                  <a:gd name="connsiteY5" fmla="*/ 1154 h 6345"/>
                  <a:gd name="connsiteX6" fmla="*/ 221 w 6343"/>
                  <a:gd name="connsiteY6" fmla="*/ 3397 h 6345"/>
                  <a:gd name="connsiteX7" fmla="*/ 1150 w 6343"/>
                  <a:gd name="connsiteY7" fmla="*/ 5641 h 6345"/>
                  <a:gd name="connsiteX8" fmla="*/ 339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70"/>
                    </a:moveTo>
                    <a:cubicBezTo>
                      <a:pt x="4234" y="6570"/>
                      <a:pt x="5040" y="6236"/>
                      <a:pt x="5635" y="5641"/>
                    </a:cubicBezTo>
                    <a:cubicBezTo>
                      <a:pt x="6230" y="5046"/>
                      <a:pt x="6564" y="4239"/>
                      <a:pt x="6564" y="3397"/>
                    </a:cubicBezTo>
                    <a:cubicBezTo>
                      <a:pt x="6564" y="2556"/>
                      <a:pt x="6230" y="1749"/>
                      <a:pt x="5635" y="1154"/>
                    </a:cubicBezTo>
                    <a:cubicBezTo>
                      <a:pt x="5040" y="559"/>
                      <a:pt x="4234" y="225"/>
                      <a:pt x="3392" y="225"/>
                    </a:cubicBezTo>
                    <a:cubicBezTo>
                      <a:pt x="2551" y="225"/>
                      <a:pt x="1745" y="559"/>
                      <a:pt x="1150" y="1154"/>
                    </a:cubicBezTo>
                    <a:cubicBezTo>
                      <a:pt x="555" y="1749"/>
                      <a:pt x="221" y="2556"/>
                      <a:pt x="221" y="3397"/>
                    </a:cubicBezTo>
                    <a:cubicBezTo>
                      <a:pt x="221" y="4239"/>
                      <a:pt x="555" y="5046"/>
                      <a:pt x="1150" y="5641"/>
                    </a:cubicBezTo>
                    <a:cubicBezTo>
                      <a:pt x="1745" y="6236"/>
                      <a:pt x="2551" y="6570"/>
                      <a:pt x="339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35" name="Freeform: Shape 9434">
                <a:extLst>
                  <a:ext uri="{FF2B5EF4-FFF2-40B4-BE49-F238E27FC236}">
                    <a16:creationId xmlns:a16="http://schemas.microsoft.com/office/drawing/2014/main" id="{ECE1BED9-9EC6-E6F9-0E2C-B807D54F3C12}"/>
                  </a:ext>
                </a:extLst>
              </p:cNvPr>
              <p:cNvSpPr/>
              <p:nvPr/>
            </p:nvSpPr>
            <p:spPr>
              <a:xfrm>
                <a:off x="9205206" y="6328279"/>
                <a:ext cx="6343" cy="6345"/>
              </a:xfrm>
              <a:custGeom>
                <a:avLst/>
                <a:gdLst>
                  <a:gd name="connsiteX0" fmla="*/ 3392 w 6343"/>
                  <a:gd name="connsiteY0" fmla="*/ 6570 h 6345"/>
                  <a:gd name="connsiteX1" fmla="*/ 5635 w 6343"/>
                  <a:gd name="connsiteY1" fmla="*/ 5641 h 6345"/>
                  <a:gd name="connsiteX2" fmla="*/ 6564 w 6343"/>
                  <a:gd name="connsiteY2" fmla="*/ 3397 h 6345"/>
                  <a:gd name="connsiteX3" fmla="*/ 5635 w 6343"/>
                  <a:gd name="connsiteY3" fmla="*/ 1154 h 6345"/>
                  <a:gd name="connsiteX4" fmla="*/ 3392 w 6343"/>
                  <a:gd name="connsiteY4" fmla="*/ 224 h 6345"/>
                  <a:gd name="connsiteX5" fmla="*/ 1149 w 6343"/>
                  <a:gd name="connsiteY5" fmla="*/ 1154 h 6345"/>
                  <a:gd name="connsiteX6" fmla="*/ 220 w 6343"/>
                  <a:gd name="connsiteY6" fmla="*/ 3397 h 6345"/>
                  <a:gd name="connsiteX7" fmla="*/ 1149 w 6343"/>
                  <a:gd name="connsiteY7" fmla="*/ 5641 h 6345"/>
                  <a:gd name="connsiteX8" fmla="*/ 3392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70"/>
                    </a:moveTo>
                    <a:cubicBezTo>
                      <a:pt x="4233" y="6570"/>
                      <a:pt x="5040" y="6236"/>
                      <a:pt x="5635" y="5641"/>
                    </a:cubicBezTo>
                    <a:cubicBezTo>
                      <a:pt x="6229" y="5046"/>
                      <a:pt x="6564" y="4239"/>
                      <a:pt x="6564" y="3397"/>
                    </a:cubicBezTo>
                    <a:cubicBezTo>
                      <a:pt x="6564" y="2556"/>
                      <a:pt x="6229" y="1749"/>
                      <a:pt x="5635" y="1154"/>
                    </a:cubicBezTo>
                    <a:cubicBezTo>
                      <a:pt x="5040" y="559"/>
                      <a:pt x="4233" y="224"/>
                      <a:pt x="3392" y="224"/>
                    </a:cubicBezTo>
                    <a:cubicBezTo>
                      <a:pt x="2551" y="224"/>
                      <a:pt x="1744" y="559"/>
                      <a:pt x="1149" y="1154"/>
                    </a:cubicBezTo>
                    <a:cubicBezTo>
                      <a:pt x="555" y="1749"/>
                      <a:pt x="220" y="2556"/>
                      <a:pt x="220" y="3397"/>
                    </a:cubicBezTo>
                    <a:cubicBezTo>
                      <a:pt x="220" y="4239"/>
                      <a:pt x="555" y="5046"/>
                      <a:pt x="1149" y="5641"/>
                    </a:cubicBezTo>
                    <a:cubicBezTo>
                      <a:pt x="1744" y="6236"/>
                      <a:pt x="2551" y="6570"/>
                      <a:pt x="3392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36" name="Freeform: Shape 9435">
                <a:extLst>
                  <a:ext uri="{FF2B5EF4-FFF2-40B4-BE49-F238E27FC236}">
                    <a16:creationId xmlns:a16="http://schemas.microsoft.com/office/drawing/2014/main" id="{BDE22251-DB3D-F97E-C02A-7F99C34B244D}"/>
                  </a:ext>
                </a:extLst>
              </p:cNvPr>
              <p:cNvSpPr/>
              <p:nvPr/>
            </p:nvSpPr>
            <p:spPr>
              <a:xfrm>
                <a:off x="9198547" y="6328137"/>
                <a:ext cx="6343" cy="6345"/>
              </a:xfrm>
              <a:custGeom>
                <a:avLst/>
                <a:gdLst>
                  <a:gd name="connsiteX0" fmla="*/ 3391 w 6343"/>
                  <a:gd name="connsiteY0" fmla="*/ 6570 h 6345"/>
                  <a:gd name="connsiteX1" fmla="*/ 5634 w 6343"/>
                  <a:gd name="connsiteY1" fmla="*/ 5641 h 6345"/>
                  <a:gd name="connsiteX2" fmla="*/ 6563 w 6343"/>
                  <a:gd name="connsiteY2" fmla="*/ 3397 h 6345"/>
                  <a:gd name="connsiteX3" fmla="*/ 5634 w 6343"/>
                  <a:gd name="connsiteY3" fmla="*/ 1154 h 6345"/>
                  <a:gd name="connsiteX4" fmla="*/ 3391 w 6343"/>
                  <a:gd name="connsiteY4" fmla="*/ 224 h 6345"/>
                  <a:gd name="connsiteX5" fmla="*/ 1149 w 6343"/>
                  <a:gd name="connsiteY5" fmla="*/ 1154 h 6345"/>
                  <a:gd name="connsiteX6" fmla="*/ 220 w 6343"/>
                  <a:gd name="connsiteY6" fmla="*/ 3397 h 6345"/>
                  <a:gd name="connsiteX7" fmla="*/ 1149 w 6343"/>
                  <a:gd name="connsiteY7" fmla="*/ 5641 h 6345"/>
                  <a:gd name="connsiteX8" fmla="*/ 3391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70"/>
                    </a:moveTo>
                    <a:cubicBezTo>
                      <a:pt x="4233" y="6570"/>
                      <a:pt x="5039" y="6236"/>
                      <a:pt x="5634" y="5641"/>
                    </a:cubicBezTo>
                    <a:cubicBezTo>
                      <a:pt x="6229" y="5046"/>
                      <a:pt x="6563" y="4239"/>
                      <a:pt x="6563" y="3397"/>
                    </a:cubicBezTo>
                    <a:cubicBezTo>
                      <a:pt x="6563" y="2556"/>
                      <a:pt x="6229" y="1749"/>
                      <a:pt x="5634" y="1154"/>
                    </a:cubicBezTo>
                    <a:cubicBezTo>
                      <a:pt x="5039" y="559"/>
                      <a:pt x="4233" y="224"/>
                      <a:pt x="3391" y="224"/>
                    </a:cubicBezTo>
                    <a:cubicBezTo>
                      <a:pt x="2550" y="224"/>
                      <a:pt x="1744" y="559"/>
                      <a:pt x="1149" y="1154"/>
                    </a:cubicBezTo>
                    <a:cubicBezTo>
                      <a:pt x="554" y="1749"/>
                      <a:pt x="220" y="2556"/>
                      <a:pt x="220" y="3397"/>
                    </a:cubicBezTo>
                    <a:cubicBezTo>
                      <a:pt x="220" y="4239"/>
                      <a:pt x="554" y="5046"/>
                      <a:pt x="1149" y="5641"/>
                    </a:cubicBezTo>
                    <a:cubicBezTo>
                      <a:pt x="1744" y="6236"/>
                      <a:pt x="2550" y="6570"/>
                      <a:pt x="3391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37" name="Freeform: Shape 9436">
                <a:extLst>
                  <a:ext uri="{FF2B5EF4-FFF2-40B4-BE49-F238E27FC236}">
                    <a16:creationId xmlns:a16="http://schemas.microsoft.com/office/drawing/2014/main" id="{E9296E86-B232-1CC1-CA20-FA4A3C63E004}"/>
                  </a:ext>
                </a:extLst>
              </p:cNvPr>
              <p:cNvSpPr/>
              <p:nvPr/>
            </p:nvSpPr>
            <p:spPr>
              <a:xfrm>
                <a:off x="9192163" y="6326792"/>
                <a:ext cx="6343" cy="6345"/>
              </a:xfrm>
              <a:custGeom>
                <a:avLst/>
                <a:gdLst>
                  <a:gd name="connsiteX0" fmla="*/ 3391 w 6343"/>
                  <a:gd name="connsiteY0" fmla="*/ 6570 h 6345"/>
                  <a:gd name="connsiteX1" fmla="*/ 5634 w 6343"/>
                  <a:gd name="connsiteY1" fmla="*/ 5641 h 6345"/>
                  <a:gd name="connsiteX2" fmla="*/ 6562 w 6343"/>
                  <a:gd name="connsiteY2" fmla="*/ 3397 h 6345"/>
                  <a:gd name="connsiteX3" fmla="*/ 5634 w 6343"/>
                  <a:gd name="connsiteY3" fmla="*/ 1154 h 6345"/>
                  <a:gd name="connsiteX4" fmla="*/ 3391 w 6343"/>
                  <a:gd name="connsiteY4" fmla="*/ 224 h 6345"/>
                  <a:gd name="connsiteX5" fmla="*/ 1148 w 6343"/>
                  <a:gd name="connsiteY5" fmla="*/ 1154 h 6345"/>
                  <a:gd name="connsiteX6" fmla="*/ 219 w 6343"/>
                  <a:gd name="connsiteY6" fmla="*/ 3397 h 6345"/>
                  <a:gd name="connsiteX7" fmla="*/ 1148 w 6343"/>
                  <a:gd name="connsiteY7" fmla="*/ 5641 h 6345"/>
                  <a:gd name="connsiteX8" fmla="*/ 3391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70"/>
                    </a:moveTo>
                    <a:cubicBezTo>
                      <a:pt x="4232" y="6570"/>
                      <a:pt x="5039" y="6235"/>
                      <a:pt x="5634" y="5641"/>
                    </a:cubicBezTo>
                    <a:cubicBezTo>
                      <a:pt x="6228" y="5046"/>
                      <a:pt x="6562" y="4238"/>
                      <a:pt x="6562" y="3397"/>
                    </a:cubicBezTo>
                    <a:cubicBezTo>
                      <a:pt x="6562" y="2556"/>
                      <a:pt x="6228" y="1749"/>
                      <a:pt x="5634" y="1154"/>
                    </a:cubicBezTo>
                    <a:cubicBezTo>
                      <a:pt x="5039" y="559"/>
                      <a:pt x="4232" y="224"/>
                      <a:pt x="3391" y="224"/>
                    </a:cubicBezTo>
                    <a:cubicBezTo>
                      <a:pt x="2550" y="224"/>
                      <a:pt x="1743" y="559"/>
                      <a:pt x="1148" y="1154"/>
                    </a:cubicBezTo>
                    <a:cubicBezTo>
                      <a:pt x="554" y="1749"/>
                      <a:pt x="219" y="2556"/>
                      <a:pt x="219" y="3397"/>
                    </a:cubicBezTo>
                    <a:cubicBezTo>
                      <a:pt x="219" y="4238"/>
                      <a:pt x="554" y="5046"/>
                      <a:pt x="1148" y="5641"/>
                    </a:cubicBezTo>
                    <a:cubicBezTo>
                      <a:pt x="1743" y="6235"/>
                      <a:pt x="2550" y="6570"/>
                      <a:pt x="3391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38" name="Freeform: Shape 9437">
                <a:extLst>
                  <a:ext uri="{FF2B5EF4-FFF2-40B4-BE49-F238E27FC236}">
                    <a16:creationId xmlns:a16="http://schemas.microsoft.com/office/drawing/2014/main" id="{1832B8D0-591D-EAD2-A3B3-2188025DE1A4}"/>
                  </a:ext>
                </a:extLst>
              </p:cNvPr>
              <p:cNvSpPr/>
              <p:nvPr/>
            </p:nvSpPr>
            <p:spPr>
              <a:xfrm>
                <a:off x="9142354" y="6189207"/>
                <a:ext cx="6343" cy="6345"/>
              </a:xfrm>
              <a:custGeom>
                <a:avLst/>
                <a:gdLst>
                  <a:gd name="connsiteX0" fmla="*/ 3387 w 6343"/>
                  <a:gd name="connsiteY0" fmla="*/ 6559 h 6345"/>
                  <a:gd name="connsiteX1" fmla="*/ 5630 w 6343"/>
                  <a:gd name="connsiteY1" fmla="*/ 5630 h 6345"/>
                  <a:gd name="connsiteX2" fmla="*/ 6559 w 6343"/>
                  <a:gd name="connsiteY2" fmla="*/ 3386 h 6345"/>
                  <a:gd name="connsiteX3" fmla="*/ 5630 w 6343"/>
                  <a:gd name="connsiteY3" fmla="*/ 1143 h 6345"/>
                  <a:gd name="connsiteX4" fmla="*/ 3387 w 6343"/>
                  <a:gd name="connsiteY4" fmla="*/ 214 h 6345"/>
                  <a:gd name="connsiteX5" fmla="*/ 1144 w 6343"/>
                  <a:gd name="connsiteY5" fmla="*/ 1143 h 6345"/>
                  <a:gd name="connsiteX6" fmla="*/ 215 w 6343"/>
                  <a:gd name="connsiteY6" fmla="*/ 3386 h 6345"/>
                  <a:gd name="connsiteX7" fmla="*/ 1144 w 6343"/>
                  <a:gd name="connsiteY7" fmla="*/ 5630 h 6345"/>
                  <a:gd name="connsiteX8" fmla="*/ 338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59"/>
                    </a:moveTo>
                    <a:cubicBezTo>
                      <a:pt x="4228" y="6559"/>
                      <a:pt x="5035" y="6225"/>
                      <a:pt x="5630" y="5630"/>
                    </a:cubicBezTo>
                    <a:cubicBezTo>
                      <a:pt x="6224" y="5035"/>
                      <a:pt x="6559" y="4228"/>
                      <a:pt x="6559" y="3386"/>
                    </a:cubicBezTo>
                    <a:cubicBezTo>
                      <a:pt x="6559" y="2545"/>
                      <a:pt x="6224" y="1738"/>
                      <a:pt x="5630" y="1143"/>
                    </a:cubicBezTo>
                    <a:cubicBezTo>
                      <a:pt x="5035" y="548"/>
                      <a:pt x="4228" y="214"/>
                      <a:pt x="3387" y="214"/>
                    </a:cubicBezTo>
                    <a:cubicBezTo>
                      <a:pt x="2546" y="214"/>
                      <a:pt x="1739" y="548"/>
                      <a:pt x="1144" y="1143"/>
                    </a:cubicBezTo>
                    <a:cubicBezTo>
                      <a:pt x="550" y="1738"/>
                      <a:pt x="215" y="2545"/>
                      <a:pt x="215" y="3386"/>
                    </a:cubicBezTo>
                    <a:cubicBezTo>
                      <a:pt x="215" y="4228"/>
                      <a:pt x="550" y="5035"/>
                      <a:pt x="1144" y="5630"/>
                    </a:cubicBezTo>
                    <a:cubicBezTo>
                      <a:pt x="1739" y="6225"/>
                      <a:pt x="2546" y="6559"/>
                      <a:pt x="338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39" name="Freeform: Shape 9438">
                <a:extLst>
                  <a:ext uri="{FF2B5EF4-FFF2-40B4-BE49-F238E27FC236}">
                    <a16:creationId xmlns:a16="http://schemas.microsoft.com/office/drawing/2014/main" id="{E2B57E48-C21B-A415-701E-D58C55D16A1E}"/>
                  </a:ext>
                </a:extLst>
              </p:cNvPr>
              <p:cNvSpPr/>
              <p:nvPr/>
            </p:nvSpPr>
            <p:spPr>
              <a:xfrm>
                <a:off x="9137135" y="6186564"/>
                <a:ext cx="6343" cy="6345"/>
              </a:xfrm>
              <a:custGeom>
                <a:avLst/>
                <a:gdLst>
                  <a:gd name="connsiteX0" fmla="*/ 3387 w 6343"/>
                  <a:gd name="connsiteY0" fmla="*/ 6559 h 6345"/>
                  <a:gd name="connsiteX1" fmla="*/ 5629 w 6343"/>
                  <a:gd name="connsiteY1" fmla="*/ 5629 h 6345"/>
                  <a:gd name="connsiteX2" fmla="*/ 6558 w 6343"/>
                  <a:gd name="connsiteY2" fmla="*/ 3386 h 6345"/>
                  <a:gd name="connsiteX3" fmla="*/ 5629 w 6343"/>
                  <a:gd name="connsiteY3" fmla="*/ 1143 h 6345"/>
                  <a:gd name="connsiteX4" fmla="*/ 3387 w 6343"/>
                  <a:gd name="connsiteY4" fmla="*/ 213 h 6345"/>
                  <a:gd name="connsiteX5" fmla="*/ 1144 w 6343"/>
                  <a:gd name="connsiteY5" fmla="*/ 1143 h 6345"/>
                  <a:gd name="connsiteX6" fmla="*/ 215 w 6343"/>
                  <a:gd name="connsiteY6" fmla="*/ 3386 h 6345"/>
                  <a:gd name="connsiteX7" fmla="*/ 1144 w 6343"/>
                  <a:gd name="connsiteY7" fmla="*/ 5629 h 6345"/>
                  <a:gd name="connsiteX8" fmla="*/ 338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59"/>
                    </a:moveTo>
                    <a:cubicBezTo>
                      <a:pt x="4228" y="6559"/>
                      <a:pt x="5034" y="6224"/>
                      <a:pt x="5629" y="5629"/>
                    </a:cubicBezTo>
                    <a:cubicBezTo>
                      <a:pt x="6224" y="5034"/>
                      <a:pt x="6558" y="4227"/>
                      <a:pt x="6558" y="3386"/>
                    </a:cubicBezTo>
                    <a:cubicBezTo>
                      <a:pt x="6558" y="2545"/>
                      <a:pt x="6224" y="1738"/>
                      <a:pt x="5629" y="1143"/>
                    </a:cubicBezTo>
                    <a:cubicBezTo>
                      <a:pt x="5034" y="548"/>
                      <a:pt x="4228" y="213"/>
                      <a:pt x="3387" y="213"/>
                    </a:cubicBezTo>
                    <a:cubicBezTo>
                      <a:pt x="2545" y="213"/>
                      <a:pt x="1739" y="548"/>
                      <a:pt x="1144" y="1143"/>
                    </a:cubicBezTo>
                    <a:cubicBezTo>
                      <a:pt x="549" y="1738"/>
                      <a:pt x="215" y="2545"/>
                      <a:pt x="215" y="3386"/>
                    </a:cubicBezTo>
                    <a:cubicBezTo>
                      <a:pt x="215" y="4227"/>
                      <a:pt x="549" y="5034"/>
                      <a:pt x="1144" y="5629"/>
                    </a:cubicBezTo>
                    <a:cubicBezTo>
                      <a:pt x="1739" y="6224"/>
                      <a:pt x="2545" y="6559"/>
                      <a:pt x="338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40" name="Freeform: Shape 9439">
                <a:extLst>
                  <a:ext uri="{FF2B5EF4-FFF2-40B4-BE49-F238E27FC236}">
                    <a16:creationId xmlns:a16="http://schemas.microsoft.com/office/drawing/2014/main" id="{E41F622F-6889-E65A-D06B-CBC418A3236F}"/>
                  </a:ext>
                </a:extLst>
              </p:cNvPr>
              <p:cNvSpPr/>
              <p:nvPr/>
            </p:nvSpPr>
            <p:spPr>
              <a:xfrm>
                <a:off x="8953305" y="6692539"/>
                <a:ext cx="6343" cy="6345"/>
              </a:xfrm>
              <a:custGeom>
                <a:avLst/>
                <a:gdLst>
                  <a:gd name="connsiteX0" fmla="*/ 3372 w 6343"/>
                  <a:gd name="connsiteY0" fmla="*/ 6599 h 6345"/>
                  <a:gd name="connsiteX1" fmla="*/ 5615 w 6343"/>
                  <a:gd name="connsiteY1" fmla="*/ 5669 h 6345"/>
                  <a:gd name="connsiteX2" fmla="*/ 6544 w 6343"/>
                  <a:gd name="connsiteY2" fmla="*/ 3426 h 6345"/>
                  <a:gd name="connsiteX3" fmla="*/ 5615 w 6343"/>
                  <a:gd name="connsiteY3" fmla="*/ 1182 h 6345"/>
                  <a:gd name="connsiteX4" fmla="*/ 3372 w 6343"/>
                  <a:gd name="connsiteY4" fmla="*/ 253 h 6345"/>
                  <a:gd name="connsiteX5" fmla="*/ 1129 w 6343"/>
                  <a:gd name="connsiteY5" fmla="*/ 1182 h 6345"/>
                  <a:gd name="connsiteX6" fmla="*/ 201 w 6343"/>
                  <a:gd name="connsiteY6" fmla="*/ 3426 h 6345"/>
                  <a:gd name="connsiteX7" fmla="*/ 1129 w 6343"/>
                  <a:gd name="connsiteY7" fmla="*/ 5669 h 6345"/>
                  <a:gd name="connsiteX8" fmla="*/ 3372 w 6343"/>
                  <a:gd name="connsiteY8" fmla="*/ 65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99"/>
                    </a:moveTo>
                    <a:cubicBezTo>
                      <a:pt x="4213" y="6599"/>
                      <a:pt x="5020" y="6264"/>
                      <a:pt x="5615" y="5669"/>
                    </a:cubicBezTo>
                    <a:cubicBezTo>
                      <a:pt x="6209" y="5074"/>
                      <a:pt x="6544" y="4267"/>
                      <a:pt x="6544" y="3426"/>
                    </a:cubicBezTo>
                    <a:cubicBezTo>
                      <a:pt x="6544" y="2584"/>
                      <a:pt x="6209" y="1777"/>
                      <a:pt x="5615" y="1182"/>
                    </a:cubicBezTo>
                    <a:cubicBezTo>
                      <a:pt x="5020" y="587"/>
                      <a:pt x="4213" y="253"/>
                      <a:pt x="3372" y="253"/>
                    </a:cubicBezTo>
                    <a:cubicBezTo>
                      <a:pt x="2531" y="253"/>
                      <a:pt x="1724" y="587"/>
                      <a:pt x="1129" y="1182"/>
                    </a:cubicBezTo>
                    <a:cubicBezTo>
                      <a:pt x="535" y="1777"/>
                      <a:pt x="201" y="2584"/>
                      <a:pt x="201" y="3426"/>
                    </a:cubicBezTo>
                    <a:cubicBezTo>
                      <a:pt x="201" y="4267"/>
                      <a:pt x="535" y="5074"/>
                      <a:pt x="1129" y="5669"/>
                    </a:cubicBezTo>
                    <a:cubicBezTo>
                      <a:pt x="1724" y="6264"/>
                      <a:pt x="2531" y="6599"/>
                      <a:pt x="3372" y="65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41" name="Freeform: Shape 9440">
                <a:extLst>
                  <a:ext uri="{FF2B5EF4-FFF2-40B4-BE49-F238E27FC236}">
                    <a16:creationId xmlns:a16="http://schemas.microsoft.com/office/drawing/2014/main" id="{4A81496C-1723-5F43-0957-E270898FEC1C}"/>
                  </a:ext>
                </a:extLst>
              </p:cNvPr>
              <p:cNvSpPr/>
              <p:nvPr/>
            </p:nvSpPr>
            <p:spPr>
              <a:xfrm>
                <a:off x="8944334" y="6690622"/>
                <a:ext cx="6343" cy="6345"/>
              </a:xfrm>
              <a:custGeom>
                <a:avLst/>
                <a:gdLst>
                  <a:gd name="connsiteX0" fmla="*/ 3371 w 6343"/>
                  <a:gd name="connsiteY0" fmla="*/ 6598 h 6345"/>
                  <a:gd name="connsiteX1" fmla="*/ 5614 w 6343"/>
                  <a:gd name="connsiteY1" fmla="*/ 5669 h 6345"/>
                  <a:gd name="connsiteX2" fmla="*/ 6543 w 6343"/>
                  <a:gd name="connsiteY2" fmla="*/ 3426 h 6345"/>
                  <a:gd name="connsiteX3" fmla="*/ 5614 w 6343"/>
                  <a:gd name="connsiteY3" fmla="*/ 1182 h 6345"/>
                  <a:gd name="connsiteX4" fmla="*/ 3371 w 6343"/>
                  <a:gd name="connsiteY4" fmla="*/ 253 h 6345"/>
                  <a:gd name="connsiteX5" fmla="*/ 1129 w 6343"/>
                  <a:gd name="connsiteY5" fmla="*/ 1182 h 6345"/>
                  <a:gd name="connsiteX6" fmla="*/ 200 w 6343"/>
                  <a:gd name="connsiteY6" fmla="*/ 3426 h 6345"/>
                  <a:gd name="connsiteX7" fmla="*/ 1129 w 6343"/>
                  <a:gd name="connsiteY7" fmla="*/ 5669 h 6345"/>
                  <a:gd name="connsiteX8" fmla="*/ 3371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98"/>
                    </a:moveTo>
                    <a:cubicBezTo>
                      <a:pt x="4213" y="6598"/>
                      <a:pt x="5019" y="6264"/>
                      <a:pt x="5614" y="5669"/>
                    </a:cubicBezTo>
                    <a:cubicBezTo>
                      <a:pt x="6209" y="5074"/>
                      <a:pt x="6543" y="4267"/>
                      <a:pt x="6543" y="3426"/>
                    </a:cubicBezTo>
                    <a:cubicBezTo>
                      <a:pt x="6543" y="2584"/>
                      <a:pt x="6209" y="1777"/>
                      <a:pt x="5614" y="1182"/>
                    </a:cubicBezTo>
                    <a:cubicBezTo>
                      <a:pt x="5019" y="587"/>
                      <a:pt x="4213" y="253"/>
                      <a:pt x="3371" y="253"/>
                    </a:cubicBezTo>
                    <a:cubicBezTo>
                      <a:pt x="2530" y="253"/>
                      <a:pt x="1724" y="587"/>
                      <a:pt x="1129" y="1182"/>
                    </a:cubicBezTo>
                    <a:cubicBezTo>
                      <a:pt x="534" y="1777"/>
                      <a:pt x="200" y="2584"/>
                      <a:pt x="200" y="3426"/>
                    </a:cubicBezTo>
                    <a:cubicBezTo>
                      <a:pt x="200" y="4267"/>
                      <a:pt x="534" y="5074"/>
                      <a:pt x="1129" y="5669"/>
                    </a:cubicBezTo>
                    <a:cubicBezTo>
                      <a:pt x="1724" y="6264"/>
                      <a:pt x="2530" y="6598"/>
                      <a:pt x="3371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42" name="Freeform: Shape 9441">
                <a:extLst>
                  <a:ext uri="{FF2B5EF4-FFF2-40B4-BE49-F238E27FC236}">
                    <a16:creationId xmlns:a16="http://schemas.microsoft.com/office/drawing/2014/main" id="{478AC744-3141-3A62-E869-993EB95C0E91}"/>
                  </a:ext>
                </a:extLst>
              </p:cNvPr>
              <p:cNvSpPr/>
              <p:nvPr/>
            </p:nvSpPr>
            <p:spPr>
              <a:xfrm>
                <a:off x="8935260" y="6688944"/>
                <a:ext cx="6343" cy="6345"/>
              </a:xfrm>
              <a:custGeom>
                <a:avLst/>
                <a:gdLst>
                  <a:gd name="connsiteX0" fmla="*/ 3371 w 6343"/>
                  <a:gd name="connsiteY0" fmla="*/ 6598 h 6345"/>
                  <a:gd name="connsiteX1" fmla="*/ 5613 w 6343"/>
                  <a:gd name="connsiteY1" fmla="*/ 5669 h 6345"/>
                  <a:gd name="connsiteX2" fmla="*/ 6542 w 6343"/>
                  <a:gd name="connsiteY2" fmla="*/ 3426 h 6345"/>
                  <a:gd name="connsiteX3" fmla="*/ 5613 w 6343"/>
                  <a:gd name="connsiteY3" fmla="*/ 1182 h 6345"/>
                  <a:gd name="connsiteX4" fmla="*/ 3371 w 6343"/>
                  <a:gd name="connsiteY4" fmla="*/ 253 h 6345"/>
                  <a:gd name="connsiteX5" fmla="*/ 1128 w 6343"/>
                  <a:gd name="connsiteY5" fmla="*/ 1182 h 6345"/>
                  <a:gd name="connsiteX6" fmla="*/ 199 w 6343"/>
                  <a:gd name="connsiteY6" fmla="*/ 3426 h 6345"/>
                  <a:gd name="connsiteX7" fmla="*/ 1128 w 6343"/>
                  <a:gd name="connsiteY7" fmla="*/ 5669 h 6345"/>
                  <a:gd name="connsiteX8" fmla="*/ 3371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98"/>
                    </a:moveTo>
                    <a:cubicBezTo>
                      <a:pt x="4212" y="6598"/>
                      <a:pt x="5019" y="6264"/>
                      <a:pt x="5613" y="5669"/>
                    </a:cubicBezTo>
                    <a:cubicBezTo>
                      <a:pt x="6208" y="5074"/>
                      <a:pt x="6542" y="4267"/>
                      <a:pt x="6542" y="3426"/>
                    </a:cubicBezTo>
                    <a:cubicBezTo>
                      <a:pt x="6542" y="2584"/>
                      <a:pt x="6208" y="1777"/>
                      <a:pt x="5613" y="1182"/>
                    </a:cubicBezTo>
                    <a:cubicBezTo>
                      <a:pt x="5019" y="587"/>
                      <a:pt x="4212" y="253"/>
                      <a:pt x="3371" y="253"/>
                    </a:cubicBezTo>
                    <a:cubicBezTo>
                      <a:pt x="2530" y="253"/>
                      <a:pt x="1723" y="587"/>
                      <a:pt x="1128" y="1182"/>
                    </a:cubicBezTo>
                    <a:cubicBezTo>
                      <a:pt x="533" y="1777"/>
                      <a:pt x="199" y="2584"/>
                      <a:pt x="199" y="3426"/>
                    </a:cubicBezTo>
                    <a:cubicBezTo>
                      <a:pt x="199" y="4267"/>
                      <a:pt x="533" y="5074"/>
                      <a:pt x="1128" y="5669"/>
                    </a:cubicBezTo>
                    <a:cubicBezTo>
                      <a:pt x="1723" y="6264"/>
                      <a:pt x="2530" y="6598"/>
                      <a:pt x="3371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43" name="Freeform: Shape 9442">
                <a:extLst>
                  <a:ext uri="{FF2B5EF4-FFF2-40B4-BE49-F238E27FC236}">
                    <a16:creationId xmlns:a16="http://schemas.microsoft.com/office/drawing/2014/main" id="{CC0C30DA-1815-EB52-0990-61A3D6800597}"/>
                  </a:ext>
                </a:extLst>
              </p:cNvPr>
              <p:cNvSpPr/>
              <p:nvPr/>
            </p:nvSpPr>
            <p:spPr>
              <a:xfrm>
                <a:off x="8715503" y="7083602"/>
                <a:ext cx="6343" cy="6345"/>
              </a:xfrm>
              <a:custGeom>
                <a:avLst/>
                <a:gdLst>
                  <a:gd name="connsiteX0" fmla="*/ 3353 w 6343"/>
                  <a:gd name="connsiteY0" fmla="*/ 6629 h 6345"/>
                  <a:gd name="connsiteX1" fmla="*/ 5596 w 6343"/>
                  <a:gd name="connsiteY1" fmla="*/ 5700 h 6345"/>
                  <a:gd name="connsiteX2" fmla="*/ 6525 w 6343"/>
                  <a:gd name="connsiteY2" fmla="*/ 3457 h 6345"/>
                  <a:gd name="connsiteX3" fmla="*/ 5596 w 6343"/>
                  <a:gd name="connsiteY3" fmla="*/ 1213 h 6345"/>
                  <a:gd name="connsiteX4" fmla="*/ 3353 w 6343"/>
                  <a:gd name="connsiteY4" fmla="*/ 284 h 6345"/>
                  <a:gd name="connsiteX5" fmla="*/ 1111 w 6343"/>
                  <a:gd name="connsiteY5" fmla="*/ 1213 h 6345"/>
                  <a:gd name="connsiteX6" fmla="*/ 182 w 6343"/>
                  <a:gd name="connsiteY6" fmla="*/ 3457 h 6345"/>
                  <a:gd name="connsiteX7" fmla="*/ 1111 w 6343"/>
                  <a:gd name="connsiteY7" fmla="*/ 5700 h 6345"/>
                  <a:gd name="connsiteX8" fmla="*/ 3353 w 6343"/>
                  <a:gd name="connsiteY8" fmla="*/ 66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629"/>
                    </a:moveTo>
                    <a:cubicBezTo>
                      <a:pt x="4194" y="6629"/>
                      <a:pt x="5001" y="6295"/>
                      <a:pt x="5596" y="5700"/>
                    </a:cubicBezTo>
                    <a:cubicBezTo>
                      <a:pt x="6191" y="5105"/>
                      <a:pt x="6525" y="4298"/>
                      <a:pt x="6525" y="3457"/>
                    </a:cubicBezTo>
                    <a:cubicBezTo>
                      <a:pt x="6525" y="2615"/>
                      <a:pt x="6191" y="1808"/>
                      <a:pt x="5596" y="1213"/>
                    </a:cubicBezTo>
                    <a:cubicBezTo>
                      <a:pt x="5001" y="618"/>
                      <a:pt x="4194" y="284"/>
                      <a:pt x="3353" y="284"/>
                    </a:cubicBezTo>
                    <a:cubicBezTo>
                      <a:pt x="2512" y="284"/>
                      <a:pt x="1705" y="618"/>
                      <a:pt x="1111" y="1213"/>
                    </a:cubicBezTo>
                    <a:cubicBezTo>
                      <a:pt x="516" y="1808"/>
                      <a:pt x="182" y="2615"/>
                      <a:pt x="182" y="3457"/>
                    </a:cubicBezTo>
                    <a:cubicBezTo>
                      <a:pt x="182" y="4298"/>
                      <a:pt x="516" y="5105"/>
                      <a:pt x="1111" y="5700"/>
                    </a:cubicBezTo>
                    <a:cubicBezTo>
                      <a:pt x="1705" y="6295"/>
                      <a:pt x="2512" y="6629"/>
                      <a:pt x="3353" y="66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44" name="Freeform: Shape 9443">
                <a:extLst>
                  <a:ext uri="{FF2B5EF4-FFF2-40B4-BE49-F238E27FC236}">
                    <a16:creationId xmlns:a16="http://schemas.microsoft.com/office/drawing/2014/main" id="{2FF81F4C-0906-35BE-BCE7-B54B4EBC00A3}"/>
                  </a:ext>
                </a:extLst>
              </p:cNvPr>
              <p:cNvSpPr/>
              <p:nvPr/>
            </p:nvSpPr>
            <p:spPr>
              <a:xfrm>
                <a:off x="8703650" y="7081242"/>
                <a:ext cx="6343" cy="6345"/>
              </a:xfrm>
              <a:custGeom>
                <a:avLst/>
                <a:gdLst>
                  <a:gd name="connsiteX0" fmla="*/ 3352 w 6343"/>
                  <a:gd name="connsiteY0" fmla="*/ 6629 h 6345"/>
                  <a:gd name="connsiteX1" fmla="*/ 5595 w 6343"/>
                  <a:gd name="connsiteY1" fmla="*/ 5700 h 6345"/>
                  <a:gd name="connsiteX2" fmla="*/ 6524 w 6343"/>
                  <a:gd name="connsiteY2" fmla="*/ 3457 h 6345"/>
                  <a:gd name="connsiteX3" fmla="*/ 5595 w 6343"/>
                  <a:gd name="connsiteY3" fmla="*/ 1213 h 6345"/>
                  <a:gd name="connsiteX4" fmla="*/ 3352 w 6343"/>
                  <a:gd name="connsiteY4" fmla="*/ 284 h 6345"/>
                  <a:gd name="connsiteX5" fmla="*/ 1110 w 6343"/>
                  <a:gd name="connsiteY5" fmla="*/ 1213 h 6345"/>
                  <a:gd name="connsiteX6" fmla="*/ 181 w 6343"/>
                  <a:gd name="connsiteY6" fmla="*/ 3457 h 6345"/>
                  <a:gd name="connsiteX7" fmla="*/ 1110 w 6343"/>
                  <a:gd name="connsiteY7" fmla="*/ 5700 h 6345"/>
                  <a:gd name="connsiteX8" fmla="*/ 3352 w 6343"/>
                  <a:gd name="connsiteY8" fmla="*/ 66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629"/>
                    </a:moveTo>
                    <a:cubicBezTo>
                      <a:pt x="4194" y="6629"/>
                      <a:pt x="5000" y="6295"/>
                      <a:pt x="5595" y="5700"/>
                    </a:cubicBezTo>
                    <a:cubicBezTo>
                      <a:pt x="6190" y="5105"/>
                      <a:pt x="6524" y="4298"/>
                      <a:pt x="6524" y="3457"/>
                    </a:cubicBezTo>
                    <a:cubicBezTo>
                      <a:pt x="6524" y="2615"/>
                      <a:pt x="6190" y="1808"/>
                      <a:pt x="5595" y="1213"/>
                    </a:cubicBezTo>
                    <a:cubicBezTo>
                      <a:pt x="5000" y="618"/>
                      <a:pt x="4194" y="284"/>
                      <a:pt x="3352" y="284"/>
                    </a:cubicBezTo>
                    <a:cubicBezTo>
                      <a:pt x="2511" y="284"/>
                      <a:pt x="1705" y="618"/>
                      <a:pt x="1110" y="1213"/>
                    </a:cubicBezTo>
                    <a:cubicBezTo>
                      <a:pt x="515" y="1808"/>
                      <a:pt x="181" y="2615"/>
                      <a:pt x="181" y="3457"/>
                    </a:cubicBezTo>
                    <a:cubicBezTo>
                      <a:pt x="181" y="4298"/>
                      <a:pt x="515" y="5105"/>
                      <a:pt x="1110" y="5700"/>
                    </a:cubicBezTo>
                    <a:cubicBezTo>
                      <a:pt x="1705" y="6295"/>
                      <a:pt x="2511" y="6629"/>
                      <a:pt x="3352" y="66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45" name="Freeform: Shape 9444">
                <a:extLst>
                  <a:ext uri="{FF2B5EF4-FFF2-40B4-BE49-F238E27FC236}">
                    <a16:creationId xmlns:a16="http://schemas.microsoft.com/office/drawing/2014/main" id="{E8CB4A9C-317F-ABE3-A8FF-FF1EAAFACD22}"/>
                  </a:ext>
                </a:extLst>
              </p:cNvPr>
              <p:cNvSpPr/>
              <p:nvPr/>
            </p:nvSpPr>
            <p:spPr>
              <a:xfrm>
                <a:off x="8664181" y="7082680"/>
                <a:ext cx="6343" cy="6345"/>
              </a:xfrm>
              <a:custGeom>
                <a:avLst/>
                <a:gdLst>
                  <a:gd name="connsiteX0" fmla="*/ 3349 w 6343"/>
                  <a:gd name="connsiteY0" fmla="*/ 6629 h 6345"/>
                  <a:gd name="connsiteX1" fmla="*/ 5592 w 6343"/>
                  <a:gd name="connsiteY1" fmla="*/ 5700 h 6345"/>
                  <a:gd name="connsiteX2" fmla="*/ 6521 w 6343"/>
                  <a:gd name="connsiteY2" fmla="*/ 3457 h 6345"/>
                  <a:gd name="connsiteX3" fmla="*/ 5592 w 6343"/>
                  <a:gd name="connsiteY3" fmla="*/ 1213 h 6345"/>
                  <a:gd name="connsiteX4" fmla="*/ 3349 w 6343"/>
                  <a:gd name="connsiteY4" fmla="*/ 284 h 6345"/>
                  <a:gd name="connsiteX5" fmla="*/ 1107 w 6343"/>
                  <a:gd name="connsiteY5" fmla="*/ 1213 h 6345"/>
                  <a:gd name="connsiteX6" fmla="*/ 178 w 6343"/>
                  <a:gd name="connsiteY6" fmla="*/ 3457 h 6345"/>
                  <a:gd name="connsiteX7" fmla="*/ 1107 w 6343"/>
                  <a:gd name="connsiteY7" fmla="*/ 5700 h 6345"/>
                  <a:gd name="connsiteX8" fmla="*/ 3349 w 6343"/>
                  <a:gd name="connsiteY8" fmla="*/ 66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629"/>
                    </a:moveTo>
                    <a:cubicBezTo>
                      <a:pt x="4190" y="6629"/>
                      <a:pt x="4997" y="6295"/>
                      <a:pt x="5592" y="5700"/>
                    </a:cubicBezTo>
                    <a:cubicBezTo>
                      <a:pt x="6187" y="5105"/>
                      <a:pt x="6521" y="4298"/>
                      <a:pt x="6521" y="3457"/>
                    </a:cubicBezTo>
                    <a:cubicBezTo>
                      <a:pt x="6521" y="2615"/>
                      <a:pt x="6187" y="1808"/>
                      <a:pt x="5592" y="1213"/>
                    </a:cubicBezTo>
                    <a:cubicBezTo>
                      <a:pt x="4997" y="618"/>
                      <a:pt x="4190" y="284"/>
                      <a:pt x="3349" y="284"/>
                    </a:cubicBezTo>
                    <a:cubicBezTo>
                      <a:pt x="2508" y="284"/>
                      <a:pt x="1701" y="618"/>
                      <a:pt x="1107" y="1213"/>
                    </a:cubicBezTo>
                    <a:cubicBezTo>
                      <a:pt x="512" y="1808"/>
                      <a:pt x="178" y="2615"/>
                      <a:pt x="178" y="3457"/>
                    </a:cubicBezTo>
                    <a:cubicBezTo>
                      <a:pt x="178" y="4298"/>
                      <a:pt x="512" y="5105"/>
                      <a:pt x="1107" y="5700"/>
                    </a:cubicBezTo>
                    <a:cubicBezTo>
                      <a:pt x="1701" y="6295"/>
                      <a:pt x="2508" y="6629"/>
                      <a:pt x="3349" y="66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46" name="Freeform: Shape 9445">
                <a:extLst>
                  <a:ext uri="{FF2B5EF4-FFF2-40B4-BE49-F238E27FC236}">
                    <a16:creationId xmlns:a16="http://schemas.microsoft.com/office/drawing/2014/main" id="{5EEC02C8-BB52-493B-49D9-F825ABD65C0B}"/>
                  </a:ext>
                </a:extLst>
              </p:cNvPr>
              <p:cNvSpPr/>
              <p:nvPr/>
            </p:nvSpPr>
            <p:spPr>
              <a:xfrm>
                <a:off x="8667509" y="6989227"/>
                <a:ext cx="6343" cy="6345"/>
              </a:xfrm>
              <a:custGeom>
                <a:avLst/>
                <a:gdLst>
                  <a:gd name="connsiteX0" fmla="*/ 3350 w 6343"/>
                  <a:gd name="connsiteY0" fmla="*/ 6622 h 6345"/>
                  <a:gd name="connsiteX1" fmla="*/ 5592 w 6343"/>
                  <a:gd name="connsiteY1" fmla="*/ 5693 h 6345"/>
                  <a:gd name="connsiteX2" fmla="*/ 6521 w 6343"/>
                  <a:gd name="connsiteY2" fmla="*/ 3449 h 6345"/>
                  <a:gd name="connsiteX3" fmla="*/ 5592 w 6343"/>
                  <a:gd name="connsiteY3" fmla="*/ 1206 h 6345"/>
                  <a:gd name="connsiteX4" fmla="*/ 3350 w 6343"/>
                  <a:gd name="connsiteY4" fmla="*/ 277 h 6345"/>
                  <a:gd name="connsiteX5" fmla="*/ 1107 w 6343"/>
                  <a:gd name="connsiteY5" fmla="*/ 1206 h 6345"/>
                  <a:gd name="connsiteX6" fmla="*/ 178 w 6343"/>
                  <a:gd name="connsiteY6" fmla="*/ 3449 h 6345"/>
                  <a:gd name="connsiteX7" fmla="*/ 1107 w 6343"/>
                  <a:gd name="connsiteY7" fmla="*/ 5693 h 6345"/>
                  <a:gd name="connsiteX8" fmla="*/ 3350 w 6343"/>
                  <a:gd name="connsiteY8" fmla="*/ 66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622"/>
                    </a:moveTo>
                    <a:cubicBezTo>
                      <a:pt x="4191" y="6622"/>
                      <a:pt x="4997" y="6288"/>
                      <a:pt x="5592" y="5693"/>
                    </a:cubicBezTo>
                    <a:cubicBezTo>
                      <a:pt x="6187" y="5098"/>
                      <a:pt x="6521" y="4291"/>
                      <a:pt x="6521" y="3449"/>
                    </a:cubicBezTo>
                    <a:cubicBezTo>
                      <a:pt x="6521" y="2608"/>
                      <a:pt x="6187" y="1801"/>
                      <a:pt x="5592" y="1206"/>
                    </a:cubicBezTo>
                    <a:cubicBezTo>
                      <a:pt x="4997" y="611"/>
                      <a:pt x="4191" y="277"/>
                      <a:pt x="3350" y="277"/>
                    </a:cubicBezTo>
                    <a:cubicBezTo>
                      <a:pt x="2508" y="277"/>
                      <a:pt x="1702" y="611"/>
                      <a:pt x="1107" y="1206"/>
                    </a:cubicBezTo>
                    <a:cubicBezTo>
                      <a:pt x="512" y="1801"/>
                      <a:pt x="178" y="2608"/>
                      <a:pt x="178" y="3449"/>
                    </a:cubicBezTo>
                    <a:cubicBezTo>
                      <a:pt x="178" y="4291"/>
                      <a:pt x="512" y="5098"/>
                      <a:pt x="1107" y="5693"/>
                    </a:cubicBezTo>
                    <a:cubicBezTo>
                      <a:pt x="1702" y="6288"/>
                      <a:pt x="2508" y="6622"/>
                      <a:pt x="3350" y="66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47" name="Freeform: Shape 9446">
                <a:extLst>
                  <a:ext uri="{FF2B5EF4-FFF2-40B4-BE49-F238E27FC236}">
                    <a16:creationId xmlns:a16="http://schemas.microsoft.com/office/drawing/2014/main" id="{E60C5D52-8F5C-5B4F-317D-6423C8A42824}"/>
                  </a:ext>
                </a:extLst>
              </p:cNvPr>
              <p:cNvSpPr/>
              <p:nvPr/>
            </p:nvSpPr>
            <p:spPr>
              <a:xfrm>
                <a:off x="8852281" y="6525711"/>
                <a:ext cx="6343" cy="6345"/>
              </a:xfrm>
              <a:custGeom>
                <a:avLst/>
                <a:gdLst>
                  <a:gd name="connsiteX0" fmla="*/ 3364 w 6343"/>
                  <a:gd name="connsiteY0" fmla="*/ 6585 h 6345"/>
                  <a:gd name="connsiteX1" fmla="*/ 5607 w 6343"/>
                  <a:gd name="connsiteY1" fmla="*/ 5656 h 6345"/>
                  <a:gd name="connsiteX2" fmla="*/ 6536 w 6343"/>
                  <a:gd name="connsiteY2" fmla="*/ 3413 h 6345"/>
                  <a:gd name="connsiteX3" fmla="*/ 5607 w 6343"/>
                  <a:gd name="connsiteY3" fmla="*/ 1169 h 6345"/>
                  <a:gd name="connsiteX4" fmla="*/ 3364 w 6343"/>
                  <a:gd name="connsiteY4" fmla="*/ 240 h 6345"/>
                  <a:gd name="connsiteX5" fmla="*/ 1122 w 6343"/>
                  <a:gd name="connsiteY5" fmla="*/ 1169 h 6345"/>
                  <a:gd name="connsiteX6" fmla="*/ 193 w 6343"/>
                  <a:gd name="connsiteY6" fmla="*/ 3413 h 6345"/>
                  <a:gd name="connsiteX7" fmla="*/ 1122 w 6343"/>
                  <a:gd name="connsiteY7" fmla="*/ 5656 h 6345"/>
                  <a:gd name="connsiteX8" fmla="*/ 3364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85"/>
                    </a:moveTo>
                    <a:cubicBezTo>
                      <a:pt x="4205" y="6585"/>
                      <a:pt x="5012" y="6251"/>
                      <a:pt x="5607" y="5656"/>
                    </a:cubicBezTo>
                    <a:cubicBezTo>
                      <a:pt x="6202" y="5061"/>
                      <a:pt x="6536" y="4254"/>
                      <a:pt x="6536" y="3413"/>
                    </a:cubicBezTo>
                    <a:cubicBezTo>
                      <a:pt x="6536" y="2571"/>
                      <a:pt x="6202" y="1764"/>
                      <a:pt x="5607" y="1169"/>
                    </a:cubicBezTo>
                    <a:cubicBezTo>
                      <a:pt x="5012" y="574"/>
                      <a:pt x="4205" y="240"/>
                      <a:pt x="3364" y="240"/>
                    </a:cubicBezTo>
                    <a:cubicBezTo>
                      <a:pt x="2523" y="240"/>
                      <a:pt x="1716" y="574"/>
                      <a:pt x="1122" y="1169"/>
                    </a:cubicBezTo>
                    <a:cubicBezTo>
                      <a:pt x="527" y="1764"/>
                      <a:pt x="193" y="2571"/>
                      <a:pt x="193" y="3413"/>
                    </a:cubicBezTo>
                    <a:cubicBezTo>
                      <a:pt x="193" y="4254"/>
                      <a:pt x="527" y="5061"/>
                      <a:pt x="1122" y="5656"/>
                    </a:cubicBezTo>
                    <a:cubicBezTo>
                      <a:pt x="1716" y="6251"/>
                      <a:pt x="2523" y="6585"/>
                      <a:pt x="3364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48" name="Freeform: Shape 9447">
                <a:extLst>
                  <a:ext uri="{FF2B5EF4-FFF2-40B4-BE49-F238E27FC236}">
                    <a16:creationId xmlns:a16="http://schemas.microsoft.com/office/drawing/2014/main" id="{DA089E03-3018-5FA6-0792-74F737B1E12E}"/>
                  </a:ext>
                </a:extLst>
              </p:cNvPr>
              <p:cNvSpPr/>
              <p:nvPr/>
            </p:nvSpPr>
            <p:spPr>
              <a:xfrm>
                <a:off x="8969775" y="6266013"/>
                <a:ext cx="6343" cy="6345"/>
              </a:xfrm>
              <a:custGeom>
                <a:avLst/>
                <a:gdLst>
                  <a:gd name="connsiteX0" fmla="*/ 3373 w 6343"/>
                  <a:gd name="connsiteY0" fmla="*/ 6565 h 6345"/>
                  <a:gd name="connsiteX1" fmla="*/ 5616 w 6343"/>
                  <a:gd name="connsiteY1" fmla="*/ 5636 h 6345"/>
                  <a:gd name="connsiteX2" fmla="*/ 6545 w 6343"/>
                  <a:gd name="connsiteY2" fmla="*/ 3392 h 6345"/>
                  <a:gd name="connsiteX3" fmla="*/ 5616 w 6343"/>
                  <a:gd name="connsiteY3" fmla="*/ 1149 h 6345"/>
                  <a:gd name="connsiteX4" fmla="*/ 3373 w 6343"/>
                  <a:gd name="connsiteY4" fmla="*/ 220 h 6345"/>
                  <a:gd name="connsiteX5" fmla="*/ 1131 w 6343"/>
                  <a:gd name="connsiteY5" fmla="*/ 1149 h 6345"/>
                  <a:gd name="connsiteX6" fmla="*/ 202 w 6343"/>
                  <a:gd name="connsiteY6" fmla="*/ 3392 h 6345"/>
                  <a:gd name="connsiteX7" fmla="*/ 1131 w 6343"/>
                  <a:gd name="connsiteY7" fmla="*/ 5636 h 6345"/>
                  <a:gd name="connsiteX8" fmla="*/ 3373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65"/>
                    </a:moveTo>
                    <a:cubicBezTo>
                      <a:pt x="4215" y="6565"/>
                      <a:pt x="5021" y="6231"/>
                      <a:pt x="5616" y="5636"/>
                    </a:cubicBezTo>
                    <a:cubicBezTo>
                      <a:pt x="6211" y="5041"/>
                      <a:pt x="6545" y="4234"/>
                      <a:pt x="6545" y="3392"/>
                    </a:cubicBezTo>
                    <a:cubicBezTo>
                      <a:pt x="6545" y="2551"/>
                      <a:pt x="6211" y="1744"/>
                      <a:pt x="5616" y="1149"/>
                    </a:cubicBezTo>
                    <a:cubicBezTo>
                      <a:pt x="5021" y="554"/>
                      <a:pt x="4215" y="220"/>
                      <a:pt x="3373" y="220"/>
                    </a:cubicBezTo>
                    <a:cubicBezTo>
                      <a:pt x="2532" y="220"/>
                      <a:pt x="1726" y="554"/>
                      <a:pt x="1131" y="1149"/>
                    </a:cubicBezTo>
                    <a:cubicBezTo>
                      <a:pt x="536" y="1744"/>
                      <a:pt x="202" y="2551"/>
                      <a:pt x="202" y="3392"/>
                    </a:cubicBezTo>
                    <a:cubicBezTo>
                      <a:pt x="202" y="4234"/>
                      <a:pt x="536" y="5041"/>
                      <a:pt x="1131" y="5636"/>
                    </a:cubicBezTo>
                    <a:cubicBezTo>
                      <a:pt x="1726" y="6231"/>
                      <a:pt x="2532" y="6565"/>
                      <a:pt x="3373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49" name="Freeform: Shape 9448">
                <a:extLst>
                  <a:ext uri="{FF2B5EF4-FFF2-40B4-BE49-F238E27FC236}">
                    <a16:creationId xmlns:a16="http://schemas.microsoft.com/office/drawing/2014/main" id="{E91DCECA-9AC1-66DC-E164-940C25B5A378}"/>
                  </a:ext>
                </a:extLst>
              </p:cNvPr>
              <p:cNvSpPr/>
              <p:nvPr/>
            </p:nvSpPr>
            <p:spPr>
              <a:xfrm>
                <a:off x="8966810" y="6257057"/>
                <a:ext cx="6343" cy="6345"/>
              </a:xfrm>
              <a:custGeom>
                <a:avLst/>
                <a:gdLst>
                  <a:gd name="connsiteX0" fmla="*/ 3373 w 6343"/>
                  <a:gd name="connsiteY0" fmla="*/ 6564 h 6345"/>
                  <a:gd name="connsiteX1" fmla="*/ 5616 w 6343"/>
                  <a:gd name="connsiteY1" fmla="*/ 5635 h 6345"/>
                  <a:gd name="connsiteX2" fmla="*/ 6545 w 6343"/>
                  <a:gd name="connsiteY2" fmla="*/ 3392 h 6345"/>
                  <a:gd name="connsiteX3" fmla="*/ 5616 w 6343"/>
                  <a:gd name="connsiteY3" fmla="*/ 1148 h 6345"/>
                  <a:gd name="connsiteX4" fmla="*/ 3373 w 6343"/>
                  <a:gd name="connsiteY4" fmla="*/ 219 h 6345"/>
                  <a:gd name="connsiteX5" fmla="*/ 1131 w 6343"/>
                  <a:gd name="connsiteY5" fmla="*/ 1148 h 6345"/>
                  <a:gd name="connsiteX6" fmla="*/ 202 w 6343"/>
                  <a:gd name="connsiteY6" fmla="*/ 3392 h 6345"/>
                  <a:gd name="connsiteX7" fmla="*/ 1131 w 6343"/>
                  <a:gd name="connsiteY7" fmla="*/ 5635 h 6345"/>
                  <a:gd name="connsiteX8" fmla="*/ 3373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64"/>
                    </a:moveTo>
                    <a:cubicBezTo>
                      <a:pt x="4214" y="6564"/>
                      <a:pt x="5021" y="6230"/>
                      <a:pt x="5616" y="5635"/>
                    </a:cubicBezTo>
                    <a:cubicBezTo>
                      <a:pt x="6211" y="5040"/>
                      <a:pt x="6545" y="4233"/>
                      <a:pt x="6545" y="3392"/>
                    </a:cubicBezTo>
                    <a:cubicBezTo>
                      <a:pt x="6545" y="2550"/>
                      <a:pt x="6211" y="1743"/>
                      <a:pt x="5616" y="1148"/>
                    </a:cubicBezTo>
                    <a:cubicBezTo>
                      <a:pt x="5021" y="553"/>
                      <a:pt x="4214" y="219"/>
                      <a:pt x="3373" y="219"/>
                    </a:cubicBezTo>
                    <a:cubicBezTo>
                      <a:pt x="2532" y="219"/>
                      <a:pt x="1725" y="553"/>
                      <a:pt x="1131" y="1148"/>
                    </a:cubicBezTo>
                    <a:cubicBezTo>
                      <a:pt x="536" y="1743"/>
                      <a:pt x="202" y="2550"/>
                      <a:pt x="202" y="3392"/>
                    </a:cubicBezTo>
                    <a:cubicBezTo>
                      <a:pt x="202" y="4233"/>
                      <a:pt x="536" y="5040"/>
                      <a:pt x="1131" y="5635"/>
                    </a:cubicBezTo>
                    <a:cubicBezTo>
                      <a:pt x="1725" y="6230"/>
                      <a:pt x="2532" y="6564"/>
                      <a:pt x="3373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50" name="Freeform: Shape 9449">
                <a:extLst>
                  <a:ext uri="{FF2B5EF4-FFF2-40B4-BE49-F238E27FC236}">
                    <a16:creationId xmlns:a16="http://schemas.microsoft.com/office/drawing/2014/main" id="{1B9AF6A6-5501-6C0C-D8D5-EEA12FF3F7A9}"/>
                  </a:ext>
                </a:extLst>
              </p:cNvPr>
              <p:cNvSpPr/>
              <p:nvPr/>
            </p:nvSpPr>
            <p:spPr>
              <a:xfrm>
                <a:off x="8964389" y="6247204"/>
                <a:ext cx="6343" cy="6345"/>
              </a:xfrm>
              <a:custGeom>
                <a:avLst/>
                <a:gdLst>
                  <a:gd name="connsiteX0" fmla="*/ 3373 w 6343"/>
                  <a:gd name="connsiteY0" fmla="*/ 6564 h 6345"/>
                  <a:gd name="connsiteX1" fmla="*/ 5616 w 6343"/>
                  <a:gd name="connsiteY1" fmla="*/ 5634 h 6345"/>
                  <a:gd name="connsiteX2" fmla="*/ 6545 w 6343"/>
                  <a:gd name="connsiteY2" fmla="*/ 3391 h 6345"/>
                  <a:gd name="connsiteX3" fmla="*/ 5616 w 6343"/>
                  <a:gd name="connsiteY3" fmla="*/ 1147 h 6345"/>
                  <a:gd name="connsiteX4" fmla="*/ 3373 w 6343"/>
                  <a:gd name="connsiteY4" fmla="*/ 218 h 6345"/>
                  <a:gd name="connsiteX5" fmla="*/ 1130 w 6343"/>
                  <a:gd name="connsiteY5" fmla="*/ 1147 h 6345"/>
                  <a:gd name="connsiteX6" fmla="*/ 201 w 6343"/>
                  <a:gd name="connsiteY6" fmla="*/ 3391 h 6345"/>
                  <a:gd name="connsiteX7" fmla="*/ 1130 w 6343"/>
                  <a:gd name="connsiteY7" fmla="*/ 5634 h 6345"/>
                  <a:gd name="connsiteX8" fmla="*/ 3373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64"/>
                    </a:moveTo>
                    <a:cubicBezTo>
                      <a:pt x="4214" y="6564"/>
                      <a:pt x="5021" y="6229"/>
                      <a:pt x="5616" y="5634"/>
                    </a:cubicBezTo>
                    <a:cubicBezTo>
                      <a:pt x="6210" y="5039"/>
                      <a:pt x="6545" y="4232"/>
                      <a:pt x="6545" y="3391"/>
                    </a:cubicBezTo>
                    <a:cubicBezTo>
                      <a:pt x="6545" y="2549"/>
                      <a:pt x="6210" y="1742"/>
                      <a:pt x="5616" y="1147"/>
                    </a:cubicBezTo>
                    <a:cubicBezTo>
                      <a:pt x="5021" y="552"/>
                      <a:pt x="4214" y="218"/>
                      <a:pt x="3373" y="218"/>
                    </a:cubicBezTo>
                    <a:cubicBezTo>
                      <a:pt x="2532" y="218"/>
                      <a:pt x="1725" y="552"/>
                      <a:pt x="1130" y="1147"/>
                    </a:cubicBezTo>
                    <a:cubicBezTo>
                      <a:pt x="536" y="1742"/>
                      <a:pt x="201" y="2549"/>
                      <a:pt x="201" y="3391"/>
                    </a:cubicBezTo>
                    <a:cubicBezTo>
                      <a:pt x="201" y="4232"/>
                      <a:pt x="536" y="5039"/>
                      <a:pt x="1130" y="5634"/>
                    </a:cubicBezTo>
                    <a:cubicBezTo>
                      <a:pt x="1725" y="6229"/>
                      <a:pt x="2532" y="6564"/>
                      <a:pt x="3373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51" name="Freeform: Shape 9450">
                <a:extLst>
                  <a:ext uri="{FF2B5EF4-FFF2-40B4-BE49-F238E27FC236}">
                    <a16:creationId xmlns:a16="http://schemas.microsoft.com/office/drawing/2014/main" id="{D05D5442-A4CB-D0E2-F88C-00985D23B81B}"/>
                  </a:ext>
                </a:extLst>
              </p:cNvPr>
              <p:cNvSpPr/>
              <p:nvPr/>
            </p:nvSpPr>
            <p:spPr>
              <a:xfrm>
                <a:off x="8961355" y="6238756"/>
                <a:ext cx="6343" cy="6345"/>
              </a:xfrm>
              <a:custGeom>
                <a:avLst/>
                <a:gdLst>
                  <a:gd name="connsiteX0" fmla="*/ 3373 w 6343"/>
                  <a:gd name="connsiteY0" fmla="*/ 6563 h 6345"/>
                  <a:gd name="connsiteX1" fmla="*/ 5615 w 6343"/>
                  <a:gd name="connsiteY1" fmla="*/ 5634 h 6345"/>
                  <a:gd name="connsiteX2" fmla="*/ 6544 w 6343"/>
                  <a:gd name="connsiteY2" fmla="*/ 3390 h 6345"/>
                  <a:gd name="connsiteX3" fmla="*/ 5615 w 6343"/>
                  <a:gd name="connsiteY3" fmla="*/ 1147 h 6345"/>
                  <a:gd name="connsiteX4" fmla="*/ 3373 w 6343"/>
                  <a:gd name="connsiteY4" fmla="*/ 217 h 6345"/>
                  <a:gd name="connsiteX5" fmla="*/ 1130 w 6343"/>
                  <a:gd name="connsiteY5" fmla="*/ 1147 h 6345"/>
                  <a:gd name="connsiteX6" fmla="*/ 201 w 6343"/>
                  <a:gd name="connsiteY6" fmla="*/ 3390 h 6345"/>
                  <a:gd name="connsiteX7" fmla="*/ 1130 w 6343"/>
                  <a:gd name="connsiteY7" fmla="*/ 5634 h 6345"/>
                  <a:gd name="connsiteX8" fmla="*/ 3373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63"/>
                    </a:moveTo>
                    <a:cubicBezTo>
                      <a:pt x="4214" y="6563"/>
                      <a:pt x="5021" y="6229"/>
                      <a:pt x="5615" y="5634"/>
                    </a:cubicBezTo>
                    <a:cubicBezTo>
                      <a:pt x="6210" y="5039"/>
                      <a:pt x="6544" y="4232"/>
                      <a:pt x="6544" y="3390"/>
                    </a:cubicBezTo>
                    <a:cubicBezTo>
                      <a:pt x="6544" y="2549"/>
                      <a:pt x="6210" y="1742"/>
                      <a:pt x="5615" y="1147"/>
                    </a:cubicBezTo>
                    <a:cubicBezTo>
                      <a:pt x="5021" y="552"/>
                      <a:pt x="4214" y="217"/>
                      <a:pt x="3373" y="217"/>
                    </a:cubicBezTo>
                    <a:cubicBezTo>
                      <a:pt x="2532" y="217"/>
                      <a:pt x="1725" y="552"/>
                      <a:pt x="1130" y="1147"/>
                    </a:cubicBezTo>
                    <a:cubicBezTo>
                      <a:pt x="535" y="1742"/>
                      <a:pt x="201" y="2549"/>
                      <a:pt x="201" y="3390"/>
                    </a:cubicBezTo>
                    <a:cubicBezTo>
                      <a:pt x="201" y="4232"/>
                      <a:pt x="535" y="5039"/>
                      <a:pt x="1130" y="5634"/>
                    </a:cubicBezTo>
                    <a:cubicBezTo>
                      <a:pt x="1725" y="6229"/>
                      <a:pt x="2532" y="6563"/>
                      <a:pt x="3373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52" name="Freeform: Shape 9451">
                <a:extLst>
                  <a:ext uri="{FF2B5EF4-FFF2-40B4-BE49-F238E27FC236}">
                    <a16:creationId xmlns:a16="http://schemas.microsoft.com/office/drawing/2014/main" id="{9940D971-0205-4A22-2FD0-98869E171837}"/>
                  </a:ext>
                </a:extLst>
              </p:cNvPr>
              <p:cNvSpPr/>
              <p:nvPr/>
            </p:nvSpPr>
            <p:spPr>
              <a:xfrm>
                <a:off x="8954875" y="6237112"/>
                <a:ext cx="6343" cy="6345"/>
              </a:xfrm>
              <a:custGeom>
                <a:avLst/>
                <a:gdLst>
                  <a:gd name="connsiteX0" fmla="*/ 3372 w 6343"/>
                  <a:gd name="connsiteY0" fmla="*/ 6563 h 6345"/>
                  <a:gd name="connsiteX1" fmla="*/ 5615 w 6343"/>
                  <a:gd name="connsiteY1" fmla="*/ 5633 h 6345"/>
                  <a:gd name="connsiteX2" fmla="*/ 6544 w 6343"/>
                  <a:gd name="connsiteY2" fmla="*/ 3390 h 6345"/>
                  <a:gd name="connsiteX3" fmla="*/ 5615 w 6343"/>
                  <a:gd name="connsiteY3" fmla="*/ 1147 h 6345"/>
                  <a:gd name="connsiteX4" fmla="*/ 3372 w 6343"/>
                  <a:gd name="connsiteY4" fmla="*/ 217 h 6345"/>
                  <a:gd name="connsiteX5" fmla="*/ 1130 w 6343"/>
                  <a:gd name="connsiteY5" fmla="*/ 1147 h 6345"/>
                  <a:gd name="connsiteX6" fmla="*/ 201 w 6343"/>
                  <a:gd name="connsiteY6" fmla="*/ 3390 h 6345"/>
                  <a:gd name="connsiteX7" fmla="*/ 1130 w 6343"/>
                  <a:gd name="connsiteY7" fmla="*/ 5633 h 6345"/>
                  <a:gd name="connsiteX8" fmla="*/ 337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63"/>
                    </a:moveTo>
                    <a:cubicBezTo>
                      <a:pt x="4213" y="6563"/>
                      <a:pt x="5020" y="6228"/>
                      <a:pt x="5615" y="5633"/>
                    </a:cubicBezTo>
                    <a:cubicBezTo>
                      <a:pt x="6210" y="5038"/>
                      <a:pt x="6544" y="4231"/>
                      <a:pt x="6544" y="3390"/>
                    </a:cubicBezTo>
                    <a:cubicBezTo>
                      <a:pt x="6544" y="2549"/>
                      <a:pt x="6210" y="1742"/>
                      <a:pt x="5615" y="1147"/>
                    </a:cubicBezTo>
                    <a:cubicBezTo>
                      <a:pt x="5020" y="552"/>
                      <a:pt x="4213" y="217"/>
                      <a:pt x="3372" y="217"/>
                    </a:cubicBezTo>
                    <a:cubicBezTo>
                      <a:pt x="2531" y="217"/>
                      <a:pt x="1724" y="552"/>
                      <a:pt x="1130" y="1147"/>
                    </a:cubicBezTo>
                    <a:cubicBezTo>
                      <a:pt x="535" y="1742"/>
                      <a:pt x="201" y="2549"/>
                      <a:pt x="201" y="3390"/>
                    </a:cubicBezTo>
                    <a:cubicBezTo>
                      <a:pt x="201" y="4231"/>
                      <a:pt x="535" y="5038"/>
                      <a:pt x="1130" y="5633"/>
                    </a:cubicBezTo>
                    <a:cubicBezTo>
                      <a:pt x="1724" y="6228"/>
                      <a:pt x="2531" y="6563"/>
                      <a:pt x="337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53" name="Freeform: Shape 9452">
                <a:extLst>
                  <a:ext uri="{FF2B5EF4-FFF2-40B4-BE49-F238E27FC236}">
                    <a16:creationId xmlns:a16="http://schemas.microsoft.com/office/drawing/2014/main" id="{CE2B602C-C896-288B-BE28-A7B422EBF23D}"/>
                  </a:ext>
                </a:extLst>
              </p:cNvPr>
              <p:cNvSpPr/>
              <p:nvPr/>
            </p:nvSpPr>
            <p:spPr>
              <a:xfrm>
                <a:off x="8970837" y="6192836"/>
                <a:ext cx="6343" cy="6345"/>
              </a:xfrm>
              <a:custGeom>
                <a:avLst/>
                <a:gdLst>
                  <a:gd name="connsiteX0" fmla="*/ 3373 w 6343"/>
                  <a:gd name="connsiteY0" fmla="*/ 6559 h 6345"/>
                  <a:gd name="connsiteX1" fmla="*/ 5616 w 6343"/>
                  <a:gd name="connsiteY1" fmla="*/ 5630 h 6345"/>
                  <a:gd name="connsiteX2" fmla="*/ 6545 w 6343"/>
                  <a:gd name="connsiteY2" fmla="*/ 3387 h 6345"/>
                  <a:gd name="connsiteX3" fmla="*/ 5616 w 6343"/>
                  <a:gd name="connsiteY3" fmla="*/ 1143 h 6345"/>
                  <a:gd name="connsiteX4" fmla="*/ 3373 w 6343"/>
                  <a:gd name="connsiteY4" fmla="*/ 214 h 6345"/>
                  <a:gd name="connsiteX5" fmla="*/ 1131 w 6343"/>
                  <a:gd name="connsiteY5" fmla="*/ 1143 h 6345"/>
                  <a:gd name="connsiteX6" fmla="*/ 202 w 6343"/>
                  <a:gd name="connsiteY6" fmla="*/ 3387 h 6345"/>
                  <a:gd name="connsiteX7" fmla="*/ 1131 w 6343"/>
                  <a:gd name="connsiteY7" fmla="*/ 5630 h 6345"/>
                  <a:gd name="connsiteX8" fmla="*/ 337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59"/>
                    </a:moveTo>
                    <a:cubicBezTo>
                      <a:pt x="4215" y="6559"/>
                      <a:pt x="5021" y="6225"/>
                      <a:pt x="5616" y="5630"/>
                    </a:cubicBezTo>
                    <a:cubicBezTo>
                      <a:pt x="6211" y="5035"/>
                      <a:pt x="6545" y="4228"/>
                      <a:pt x="6545" y="3387"/>
                    </a:cubicBezTo>
                    <a:cubicBezTo>
                      <a:pt x="6545" y="2545"/>
                      <a:pt x="6211" y="1738"/>
                      <a:pt x="5616" y="1143"/>
                    </a:cubicBezTo>
                    <a:cubicBezTo>
                      <a:pt x="5021" y="548"/>
                      <a:pt x="4215" y="214"/>
                      <a:pt x="3373" y="214"/>
                    </a:cubicBezTo>
                    <a:cubicBezTo>
                      <a:pt x="2532" y="214"/>
                      <a:pt x="1726" y="548"/>
                      <a:pt x="1131" y="1143"/>
                    </a:cubicBezTo>
                    <a:cubicBezTo>
                      <a:pt x="536" y="1738"/>
                      <a:pt x="202" y="2545"/>
                      <a:pt x="202" y="3387"/>
                    </a:cubicBezTo>
                    <a:cubicBezTo>
                      <a:pt x="202" y="4228"/>
                      <a:pt x="536" y="5035"/>
                      <a:pt x="1131" y="5630"/>
                    </a:cubicBezTo>
                    <a:cubicBezTo>
                      <a:pt x="1726" y="6225"/>
                      <a:pt x="2532" y="6559"/>
                      <a:pt x="337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54" name="Freeform: Shape 9453">
                <a:extLst>
                  <a:ext uri="{FF2B5EF4-FFF2-40B4-BE49-F238E27FC236}">
                    <a16:creationId xmlns:a16="http://schemas.microsoft.com/office/drawing/2014/main" id="{8B3883D8-37E5-6DF3-41FD-F1236046C950}"/>
                  </a:ext>
                </a:extLst>
              </p:cNvPr>
              <p:cNvSpPr/>
              <p:nvPr/>
            </p:nvSpPr>
            <p:spPr>
              <a:xfrm>
                <a:off x="8967645" y="6185590"/>
                <a:ext cx="6343" cy="6345"/>
              </a:xfrm>
              <a:custGeom>
                <a:avLst/>
                <a:gdLst>
                  <a:gd name="connsiteX0" fmla="*/ 3373 w 6343"/>
                  <a:gd name="connsiteY0" fmla="*/ 6559 h 6345"/>
                  <a:gd name="connsiteX1" fmla="*/ 5616 w 6343"/>
                  <a:gd name="connsiteY1" fmla="*/ 5629 h 6345"/>
                  <a:gd name="connsiteX2" fmla="*/ 6545 w 6343"/>
                  <a:gd name="connsiteY2" fmla="*/ 3386 h 6345"/>
                  <a:gd name="connsiteX3" fmla="*/ 5616 w 6343"/>
                  <a:gd name="connsiteY3" fmla="*/ 1142 h 6345"/>
                  <a:gd name="connsiteX4" fmla="*/ 3373 w 6343"/>
                  <a:gd name="connsiteY4" fmla="*/ 213 h 6345"/>
                  <a:gd name="connsiteX5" fmla="*/ 1131 w 6343"/>
                  <a:gd name="connsiteY5" fmla="*/ 1142 h 6345"/>
                  <a:gd name="connsiteX6" fmla="*/ 202 w 6343"/>
                  <a:gd name="connsiteY6" fmla="*/ 3386 h 6345"/>
                  <a:gd name="connsiteX7" fmla="*/ 1131 w 6343"/>
                  <a:gd name="connsiteY7" fmla="*/ 5629 h 6345"/>
                  <a:gd name="connsiteX8" fmla="*/ 337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59"/>
                    </a:moveTo>
                    <a:cubicBezTo>
                      <a:pt x="4214" y="6559"/>
                      <a:pt x="5021" y="6224"/>
                      <a:pt x="5616" y="5629"/>
                    </a:cubicBezTo>
                    <a:cubicBezTo>
                      <a:pt x="6211" y="5034"/>
                      <a:pt x="6545" y="4227"/>
                      <a:pt x="6545" y="3386"/>
                    </a:cubicBezTo>
                    <a:cubicBezTo>
                      <a:pt x="6545" y="2545"/>
                      <a:pt x="6211" y="1737"/>
                      <a:pt x="5616" y="1142"/>
                    </a:cubicBezTo>
                    <a:cubicBezTo>
                      <a:pt x="5021" y="548"/>
                      <a:pt x="4214" y="213"/>
                      <a:pt x="3373" y="213"/>
                    </a:cubicBezTo>
                    <a:cubicBezTo>
                      <a:pt x="2532" y="213"/>
                      <a:pt x="1725" y="548"/>
                      <a:pt x="1131" y="1142"/>
                    </a:cubicBezTo>
                    <a:cubicBezTo>
                      <a:pt x="536" y="1737"/>
                      <a:pt x="202" y="2545"/>
                      <a:pt x="202" y="3386"/>
                    </a:cubicBezTo>
                    <a:cubicBezTo>
                      <a:pt x="202" y="4227"/>
                      <a:pt x="536" y="5034"/>
                      <a:pt x="1131" y="5629"/>
                    </a:cubicBezTo>
                    <a:cubicBezTo>
                      <a:pt x="1725" y="6224"/>
                      <a:pt x="2532" y="6559"/>
                      <a:pt x="337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55" name="Freeform: Shape 9454">
                <a:extLst>
                  <a:ext uri="{FF2B5EF4-FFF2-40B4-BE49-F238E27FC236}">
                    <a16:creationId xmlns:a16="http://schemas.microsoft.com/office/drawing/2014/main" id="{E5212DA4-EC80-AC63-D4BF-B3951394F07C}"/>
                  </a:ext>
                </a:extLst>
              </p:cNvPr>
              <p:cNvSpPr/>
              <p:nvPr/>
            </p:nvSpPr>
            <p:spPr>
              <a:xfrm>
                <a:off x="8959757" y="6187121"/>
                <a:ext cx="6343" cy="6345"/>
              </a:xfrm>
              <a:custGeom>
                <a:avLst/>
                <a:gdLst>
                  <a:gd name="connsiteX0" fmla="*/ 3373 w 6343"/>
                  <a:gd name="connsiteY0" fmla="*/ 6559 h 6345"/>
                  <a:gd name="connsiteX1" fmla="*/ 5615 w 6343"/>
                  <a:gd name="connsiteY1" fmla="*/ 5630 h 6345"/>
                  <a:gd name="connsiteX2" fmla="*/ 6544 w 6343"/>
                  <a:gd name="connsiteY2" fmla="*/ 3386 h 6345"/>
                  <a:gd name="connsiteX3" fmla="*/ 5615 w 6343"/>
                  <a:gd name="connsiteY3" fmla="*/ 1143 h 6345"/>
                  <a:gd name="connsiteX4" fmla="*/ 3373 w 6343"/>
                  <a:gd name="connsiteY4" fmla="*/ 213 h 6345"/>
                  <a:gd name="connsiteX5" fmla="*/ 1130 w 6343"/>
                  <a:gd name="connsiteY5" fmla="*/ 1143 h 6345"/>
                  <a:gd name="connsiteX6" fmla="*/ 201 w 6343"/>
                  <a:gd name="connsiteY6" fmla="*/ 3386 h 6345"/>
                  <a:gd name="connsiteX7" fmla="*/ 1130 w 6343"/>
                  <a:gd name="connsiteY7" fmla="*/ 5630 h 6345"/>
                  <a:gd name="connsiteX8" fmla="*/ 337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59"/>
                    </a:moveTo>
                    <a:cubicBezTo>
                      <a:pt x="4214" y="6559"/>
                      <a:pt x="5020" y="6224"/>
                      <a:pt x="5615" y="5630"/>
                    </a:cubicBezTo>
                    <a:cubicBezTo>
                      <a:pt x="6210" y="5035"/>
                      <a:pt x="6544" y="4227"/>
                      <a:pt x="6544" y="3386"/>
                    </a:cubicBezTo>
                    <a:cubicBezTo>
                      <a:pt x="6544" y="2545"/>
                      <a:pt x="6210" y="1738"/>
                      <a:pt x="5615" y="1143"/>
                    </a:cubicBezTo>
                    <a:cubicBezTo>
                      <a:pt x="5020" y="548"/>
                      <a:pt x="4214" y="213"/>
                      <a:pt x="3373" y="213"/>
                    </a:cubicBezTo>
                    <a:cubicBezTo>
                      <a:pt x="2532" y="213"/>
                      <a:pt x="1725" y="548"/>
                      <a:pt x="1130" y="1143"/>
                    </a:cubicBezTo>
                    <a:cubicBezTo>
                      <a:pt x="535" y="1738"/>
                      <a:pt x="201" y="2545"/>
                      <a:pt x="201" y="3386"/>
                    </a:cubicBezTo>
                    <a:cubicBezTo>
                      <a:pt x="201" y="4227"/>
                      <a:pt x="535" y="5035"/>
                      <a:pt x="1130" y="5630"/>
                    </a:cubicBezTo>
                    <a:cubicBezTo>
                      <a:pt x="1725" y="6224"/>
                      <a:pt x="2532" y="6559"/>
                      <a:pt x="337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56" name="Freeform: Shape 9455">
                <a:extLst>
                  <a:ext uri="{FF2B5EF4-FFF2-40B4-BE49-F238E27FC236}">
                    <a16:creationId xmlns:a16="http://schemas.microsoft.com/office/drawing/2014/main" id="{BEA677CE-62C7-AB0F-A8D3-1D395ABAA92D}"/>
                  </a:ext>
                </a:extLst>
              </p:cNvPr>
              <p:cNvSpPr/>
              <p:nvPr/>
            </p:nvSpPr>
            <p:spPr>
              <a:xfrm>
                <a:off x="8953136" y="6186221"/>
                <a:ext cx="6343" cy="6345"/>
              </a:xfrm>
              <a:custGeom>
                <a:avLst/>
                <a:gdLst>
                  <a:gd name="connsiteX0" fmla="*/ 3372 w 6343"/>
                  <a:gd name="connsiteY0" fmla="*/ 6559 h 6345"/>
                  <a:gd name="connsiteX1" fmla="*/ 5615 w 6343"/>
                  <a:gd name="connsiteY1" fmla="*/ 5629 h 6345"/>
                  <a:gd name="connsiteX2" fmla="*/ 6544 w 6343"/>
                  <a:gd name="connsiteY2" fmla="*/ 3386 h 6345"/>
                  <a:gd name="connsiteX3" fmla="*/ 5615 w 6343"/>
                  <a:gd name="connsiteY3" fmla="*/ 1143 h 6345"/>
                  <a:gd name="connsiteX4" fmla="*/ 3372 w 6343"/>
                  <a:gd name="connsiteY4" fmla="*/ 213 h 6345"/>
                  <a:gd name="connsiteX5" fmla="*/ 1129 w 6343"/>
                  <a:gd name="connsiteY5" fmla="*/ 1143 h 6345"/>
                  <a:gd name="connsiteX6" fmla="*/ 201 w 6343"/>
                  <a:gd name="connsiteY6" fmla="*/ 3386 h 6345"/>
                  <a:gd name="connsiteX7" fmla="*/ 1129 w 6343"/>
                  <a:gd name="connsiteY7" fmla="*/ 5629 h 6345"/>
                  <a:gd name="connsiteX8" fmla="*/ 337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9"/>
                    </a:moveTo>
                    <a:cubicBezTo>
                      <a:pt x="4213" y="6559"/>
                      <a:pt x="5020" y="6224"/>
                      <a:pt x="5615" y="5629"/>
                    </a:cubicBezTo>
                    <a:cubicBezTo>
                      <a:pt x="6209" y="5034"/>
                      <a:pt x="6544" y="4227"/>
                      <a:pt x="6544" y="3386"/>
                    </a:cubicBezTo>
                    <a:cubicBezTo>
                      <a:pt x="6544" y="2545"/>
                      <a:pt x="6209" y="1738"/>
                      <a:pt x="5615" y="1143"/>
                    </a:cubicBezTo>
                    <a:cubicBezTo>
                      <a:pt x="5020" y="548"/>
                      <a:pt x="4213" y="213"/>
                      <a:pt x="3372" y="213"/>
                    </a:cubicBezTo>
                    <a:cubicBezTo>
                      <a:pt x="2531" y="213"/>
                      <a:pt x="1724" y="548"/>
                      <a:pt x="1129" y="1143"/>
                    </a:cubicBezTo>
                    <a:cubicBezTo>
                      <a:pt x="535" y="1738"/>
                      <a:pt x="201" y="2545"/>
                      <a:pt x="201" y="3386"/>
                    </a:cubicBezTo>
                    <a:cubicBezTo>
                      <a:pt x="201" y="4227"/>
                      <a:pt x="535" y="5034"/>
                      <a:pt x="1129" y="5629"/>
                    </a:cubicBezTo>
                    <a:cubicBezTo>
                      <a:pt x="1724" y="6224"/>
                      <a:pt x="2531" y="6559"/>
                      <a:pt x="337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57" name="Freeform: Shape 9456">
                <a:extLst>
                  <a:ext uri="{FF2B5EF4-FFF2-40B4-BE49-F238E27FC236}">
                    <a16:creationId xmlns:a16="http://schemas.microsoft.com/office/drawing/2014/main" id="{5A5087CC-4A51-03F0-5BC6-56DEA1ED7F40}"/>
                  </a:ext>
                </a:extLst>
              </p:cNvPr>
              <p:cNvSpPr/>
              <p:nvPr/>
            </p:nvSpPr>
            <p:spPr>
              <a:xfrm>
                <a:off x="8946845" y="6184670"/>
                <a:ext cx="6343" cy="6345"/>
              </a:xfrm>
              <a:custGeom>
                <a:avLst/>
                <a:gdLst>
                  <a:gd name="connsiteX0" fmla="*/ 3372 w 6343"/>
                  <a:gd name="connsiteY0" fmla="*/ 6559 h 6345"/>
                  <a:gd name="connsiteX1" fmla="*/ 5614 w 6343"/>
                  <a:gd name="connsiteY1" fmla="*/ 5629 h 6345"/>
                  <a:gd name="connsiteX2" fmla="*/ 6543 w 6343"/>
                  <a:gd name="connsiteY2" fmla="*/ 3386 h 6345"/>
                  <a:gd name="connsiteX3" fmla="*/ 5614 w 6343"/>
                  <a:gd name="connsiteY3" fmla="*/ 1142 h 6345"/>
                  <a:gd name="connsiteX4" fmla="*/ 3372 w 6343"/>
                  <a:gd name="connsiteY4" fmla="*/ 213 h 6345"/>
                  <a:gd name="connsiteX5" fmla="*/ 1129 w 6343"/>
                  <a:gd name="connsiteY5" fmla="*/ 1142 h 6345"/>
                  <a:gd name="connsiteX6" fmla="*/ 200 w 6343"/>
                  <a:gd name="connsiteY6" fmla="*/ 3386 h 6345"/>
                  <a:gd name="connsiteX7" fmla="*/ 1129 w 6343"/>
                  <a:gd name="connsiteY7" fmla="*/ 5629 h 6345"/>
                  <a:gd name="connsiteX8" fmla="*/ 337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9"/>
                    </a:moveTo>
                    <a:cubicBezTo>
                      <a:pt x="4213" y="6559"/>
                      <a:pt x="5019" y="6224"/>
                      <a:pt x="5614" y="5629"/>
                    </a:cubicBezTo>
                    <a:cubicBezTo>
                      <a:pt x="6209" y="5034"/>
                      <a:pt x="6543" y="4227"/>
                      <a:pt x="6543" y="3386"/>
                    </a:cubicBezTo>
                    <a:cubicBezTo>
                      <a:pt x="6543" y="2544"/>
                      <a:pt x="6209" y="1737"/>
                      <a:pt x="5614" y="1142"/>
                    </a:cubicBezTo>
                    <a:cubicBezTo>
                      <a:pt x="5019" y="547"/>
                      <a:pt x="4213" y="213"/>
                      <a:pt x="3372" y="213"/>
                    </a:cubicBezTo>
                    <a:cubicBezTo>
                      <a:pt x="2530" y="213"/>
                      <a:pt x="1724" y="547"/>
                      <a:pt x="1129" y="1142"/>
                    </a:cubicBezTo>
                    <a:cubicBezTo>
                      <a:pt x="534" y="1737"/>
                      <a:pt x="200" y="2544"/>
                      <a:pt x="200" y="3386"/>
                    </a:cubicBezTo>
                    <a:cubicBezTo>
                      <a:pt x="200" y="4227"/>
                      <a:pt x="534" y="5034"/>
                      <a:pt x="1129" y="5629"/>
                    </a:cubicBezTo>
                    <a:cubicBezTo>
                      <a:pt x="1724" y="6224"/>
                      <a:pt x="2530" y="6559"/>
                      <a:pt x="337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58" name="Freeform: Shape 9457">
                <a:extLst>
                  <a:ext uri="{FF2B5EF4-FFF2-40B4-BE49-F238E27FC236}">
                    <a16:creationId xmlns:a16="http://schemas.microsoft.com/office/drawing/2014/main" id="{D53B14DB-1C58-69D3-3C4F-91116D2432A3}"/>
                  </a:ext>
                </a:extLst>
              </p:cNvPr>
              <p:cNvSpPr/>
              <p:nvPr/>
            </p:nvSpPr>
            <p:spPr>
              <a:xfrm>
                <a:off x="8941268" y="6181818"/>
                <a:ext cx="6343" cy="6345"/>
              </a:xfrm>
              <a:custGeom>
                <a:avLst/>
                <a:gdLst>
                  <a:gd name="connsiteX0" fmla="*/ 3371 w 6343"/>
                  <a:gd name="connsiteY0" fmla="*/ 6558 h 6345"/>
                  <a:gd name="connsiteX1" fmla="*/ 5614 w 6343"/>
                  <a:gd name="connsiteY1" fmla="*/ 5629 h 6345"/>
                  <a:gd name="connsiteX2" fmla="*/ 6543 w 6343"/>
                  <a:gd name="connsiteY2" fmla="*/ 3386 h 6345"/>
                  <a:gd name="connsiteX3" fmla="*/ 5614 w 6343"/>
                  <a:gd name="connsiteY3" fmla="*/ 1142 h 6345"/>
                  <a:gd name="connsiteX4" fmla="*/ 3371 w 6343"/>
                  <a:gd name="connsiteY4" fmla="*/ 213 h 6345"/>
                  <a:gd name="connsiteX5" fmla="*/ 1129 w 6343"/>
                  <a:gd name="connsiteY5" fmla="*/ 1142 h 6345"/>
                  <a:gd name="connsiteX6" fmla="*/ 200 w 6343"/>
                  <a:gd name="connsiteY6" fmla="*/ 3386 h 6345"/>
                  <a:gd name="connsiteX7" fmla="*/ 1129 w 6343"/>
                  <a:gd name="connsiteY7" fmla="*/ 5629 h 6345"/>
                  <a:gd name="connsiteX8" fmla="*/ 337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58"/>
                    </a:moveTo>
                    <a:cubicBezTo>
                      <a:pt x="4212" y="6558"/>
                      <a:pt x="5019" y="6224"/>
                      <a:pt x="5614" y="5629"/>
                    </a:cubicBezTo>
                    <a:cubicBezTo>
                      <a:pt x="6209" y="5034"/>
                      <a:pt x="6543" y="4227"/>
                      <a:pt x="6543" y="3386"/>
                    </a:cubicBezTo>
                    <a:cubicBezTo>
                      <a:pt x="6543" y="2544"/>
                      <a:pt x="6209" y="1737"/>
                      <a:pt x="5614" y="1142"/>
                    </a:cubicBezTo>
                    <a:cubicBezTo>
                      <a:pt x="5019" y="547"/>
                      <a:pt x="4212" y="213"/>
                      <a:pt x="3371" y="213"/>
                    </a:cubicBezTo>
                    <a:cubicBezTo>
                      <a:pt x="2530" y="213"/>
                      <a:pt x="1723" y="547"/>
                      <a:pt x="1129" y="1142"/>
                    </a:cubicBezTo>
                    <a:cubicBezTo>
                      <a:pt x="534" y="1737"/>
                      <a:pt x="200" y="2544"/>
                      <a:pt x="200" y="3386"/>
                    </a:cubicBezTo>
                    <a:cubicBezTo>
                      <a:pt x="200" y="4227"/>
                      <a:pt x="534" y="5034"/>
                      <a:pt x="1129" y="5629"/>
                    </a:cubicBezTo>
                    <a:cubicBezTo>
                      <a:pt x="1723" y="6224"/>
                      <a:pt x="2530" y="6558"/>
                      <a:pt x="337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59" name="Freeform: Shape 9458">
                <a:extLst>
                  <a:ext uri="{FF2B5EF4-FFF2-40B4-BE49-F238E27FC236}">
                    <a16:creationId xmlns:a16="http://schemas.microsoft.com/office/drawing/2014/main" id="{997C3E09-A527-97D2-7BD5-D87446331C2C}"/>
                  </a:ext>
                </a:extLst>
              </p:cNvPr>
              <p:cNvSpPr/>
              <p:nvPr/>
            </p:nvSpPr>
            <p:spPr>
              <a:xfrm>
                <a:off x="8934766" y="6180566"/>
                <a:ext cx="6343" cy="6345"/>
              </a:xfrm>
              <a:custGeom>
                <a:avLst/>
                <a:gdLst>
                  <a:gd name="connsiteX0" fmla="*/ 3371 w 6343"/>
                  <a:gd name="connsiteY0" fmla="*/ 6558 h 6345"/>
                  <a:gd name="connsiteX1" fmla="*/ 5613 w 6343"/>
                  <a:gd name="connsiteY1" fmla="*/ 5629 h 6345"/>
                  <a:gd name="connsiteX2" fmla="*/ 6542 w 6343"/>
                  <a:gd name="connsiteY2" fmla="*/ 3386 h 6345"/>
                  <a:gd name="connsiteX3" fmla="*/ 5613 w 6343"/>
                  <a:gd name="connsiteY3" fmla="*/ 1142 h 6345"/>
                  <a:gd name="connsiteX4" fmla="*/ 3371 w 6343"/>
                  <a:gd name="connsiteY4" fmla="*/ 213 h 6345"/>
                  <a:gd name="connsiteX5" fmla="*/ 1128 w 6343"/>
                  <a:gd name="connsiteY5" fmla="*/ 1142 h 6345"/>
                  <a:gd name="connsiteX6" fmla="*/ 199 w 6343"/>
                  <a:gd name="connsiteY6" fmla="*/ 3386 h 6345"/>
                  <a:gd name="connsiteX7" fmla="*/ 1128 w 6343"/>
                  <a:gd name="connsiteY7" fmla="*/ 5629 h 6345"/>
                  <a:gd name="connsiteX8" fmla="*/ 337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58"/>
                    </a:moveTo>
                    <a:cubicBezTo>
                      <a:pt x="4212" y="6558"/>
                      <a:pt x="5019" y="6224"/>
                      <a:pt x="5613" y="5629"/>
                    </a:cubicBezTo>
                    <a:cubicBezTo>
                      <a:pt x="6208" y="5034"/>
                      <a:pt x="6542" y="4227"/>
                      <a:pt x="6542" y="3386"/>
                    </a:cubicBezTo>
                    <a:cubicBezTo>
                      <a:pt x="6542" y="2544"/>
                      <a:pt x="6208" y="1737"/>
                      <a:pt x="5613" y="1142"/>
                    </a:cubicBezTo>
                    <a:cubicBezTo>
                      <a:pt x="5019" y="547"/>
                      <a:pt x="4212" y="213"/>
                      <a:pt x="3371" y="213"/>
                    </a:cubicBezTo>
                    <a:cubicBezTo>
                      <a:pt x="2530" y="213"/>
                      <a:pt x="1723" y="547"/>
                      <a:pt x="1128" y="1142"/>
                    </a:cubicBezTo>
                    <a:cubicBezTo>
                      <a:pt x="533" y="1737"/>
                      <a:pt x="199" y="2544"/>
                      <a:pt x="199" y="3386"/>
                    </a:cubicBezTo>
                    <a:cubicBezTo>
                      <a:pt x="199" y="4227"/>
                      <a:pt x="533" y="5034"/>
                      <a:pt x="1128" y="5629"/>
                    </a:cubicBezTo>
                    <a:cubicBezTo>
                      <a:pt x="1723" y="6224"/>
                      <a:pt x="2530" y="6558"/>
                      <a:pt x="337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60" name="Freeform: Shape 9459">
                <a:extLst>
                  <a:ext uri="{FF2B5EF4-FFF2-40B4-BE49-F238E27FC236}">
                    <a16:creationId xmlns:a16="http://schemas.microsoft.com/office/drawing/2014/main" id="{A6F3CABF-D8D3-B894-5C2D-1207B4F8AD97}"/>
                  </a:ext>
                </a:extLst>
              </p:cNvPr>
              <p:cNvSpPr/>
              <p:nvPr/>
            </p:nvSpPr>
            <p:spPr>
              <a:xfrm>
                <a:off x="8952637" y="6137464"/>
                <a:ext cx="6343" cy="6345"/>
              </a:xfrm>
              <a:custGeom>
                <a:avLst/>
                <a:gdLst>
                  <a:gd name="connsiteX0" fmla="*/ 3372 w 6343"/>
                  <a:gd name="connsiteY0" fmla="*/ 6555 h 6345"/>
                  <a:gd name="connsiteX1" fmla="*/ 5615 w 6343"/>
                  <a:gd name="connsiteY1" fmla="*/ 5626 h 6345"/>
                  <a:gd name="connsiteX2" fmla="*/ 6544 w 6343"/>
                  <a:gd name="connsiteY2" fmla="*/ 3382 h 6345"/>
                  <a:gd name="connsiteX3" fmla="*/ 5615 w 6343"/>
                  <a:gd name="connsiteY3" fmla="*/ 1139 h 6345"/>
                  <a:gd name="connsiteX4" fmla="*/ 3372 w 6343"/>
                  <a:gd name="connsiteY4" fmla="*/ 209 h 6345"/>
                  <a:gd name="connsiteX5" fmla="*/ 1129 w 6343"/>
                  <a:gd name="connsiteY5" fmla="*/ 1139 h 6345"/>
                  <a:gd name="connsiteX6" fmla="*/ 201 w 6343"/>
                  <a:gd name="connsiteY6" fmla="*/ 3382 h 6345"/>
                  <a:gd name="connsiteX7" fmla="*/ 1129 w 6343"/>
                  <a:gd name="connsiteY7" fmla="*/ 5626 h 6345"/>
                  <a:gd name="connsiteX8" fmla="*/ 3372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5"/>
                    </a:moveTo>
                    <a:cubicBezTo>
                      <a:pt x="4213" y="6555"/>
                      <a:pt x="5020" y="6221"/>
                      <a:pt x="5615" y="5626"/>
                    </a:cubicBezTo>
                    <a:cubicBezTo>
                      <a:pt x="6209" y="5031"/>
                      <a:pt x="6544" y="4224"/>
                      <a:pt x="6544" y="3382"/>
                    </a:cubicBezTo>
                    <a:cubicBezTo>
                      <a:pt x="6544" y="2541"/>
                      <a:pt x="6209" y="1734"/>
                      <a:pt x="5615" y="1139"/>
                    </a:cubicBezTo>
                    <a:cubicBezTo>
                      <a:pt x="5020" y="544"/>
                      <a:pt x="4213" y="209"/>
                      <a:pt x="3372" y="209"/>
                    </a:cubicBezTo>
                    <a:cubicBezTo>
                      <a:pt x="2531" y="209"/>
                      <a:pt x="1724" y="544"/>
                      <a:pt x="1129" y="1139"/>
                    </a:cubicBezTo>
                    <a:cubicBezTo>
                      <a:pt x="535" y="1734"/>
                      <a:pt x="201" y="2541"/>
                      <a:pt x="201" y="3382"/>
                    </a:cubicBezTo>
                    <a:cubicBezTo>
                      <a:pt x="201" y="4224"/>
                      <a:pt x="535" y="5031"/>
                      <a:pt x="1129" y="5626"/>
                    </a:cubicBezTo>
                    <a:cubicBezTo>
                      <a:pt x="1724" y="6221"/>
                      <a:pt x="2531" y="6555"/>
                      <a:pt x="3372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61" name="Freeform: Shape 9460">
                <a:extLst>
                  <a:ext uri="{FF2B5EF4-FFF2-40B4-BE49-F238E27FC236}">
                    <a16:creationId xmlns:a16="http://schemas.microsoft.com/office/drawing/2014/main" id="{203AA11B-33A0-AFB5-8703-14D2DE5722B4}"/>
                  </a:ext>
                </a:extLst>
              </p:cNvPr>
              <p:cNvSpPr/>
              <p:nvPr/>
            </p:nvSpPr>
            <p:spPr>
              <a:xfrm>
                <a:off x="8946609" y="6135891"/>
                <a:ext cx="6343" cy="6345"/>
              </a:xfrm>
              <a:custGeom>
                <a:avLst/>
                <a:gdLst>
                  <a:gd name="connsiteX0" fmla="*/ 3372 w 6343"/>
                  <a:gd name="connsiteY0" fmla="*/ 6555 h 6345"/>
                  <a:gd name="connsiteX1" fmla="*/ 5614 w 6343"/>
                  <a:gd name="connsiteY1" fmla="*/ 5625 h 6345"/>
                  <a:gd name="connsiteX2" fmla="*/ 6543 w 6343"/>
                  <a:gd name="connsiteY2" fmla="*/ 3382 h 6345"/>
                  <a:gd name="connsiteX3" fmla="*/ 5614 w 6343"/>
                  <a:gd name="connsiteY3" fmla="*/ 1139 h 6345"/>
                  <a:gd name="connsiteX4" fmla="*/ 3372 w 6343"/>
                  <a:gd name="connsiteY4" fmla="*/ 209 h 6345"/>
                  <a:gd name="connsiteX5" fmla="*/ 1129 w 6343"/>
                  <a:gd name="connsiteY5" fmla="*/ 1139 h 6345"/>
                  <a:gd name="connsiteX6" fmla="*/ 200 w 6343"/>
                  <a:gd name="connsiteY6" fmla="*/ 3382 h 6345"/>
                  <a:gd name="connsiteX7" fmla="*/ 1129 w 6343"/>
                  <a:gd name="connsiteY7" fmla="*/ 5625 h 6345"/>
                  <a:gd name="connsiteX8" fmla="*/ 3372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5"/>
                    </a:moveTo>
                    <a:cubicBezTo>
                      <a:pt x="4213" y="6555"/>
                      <a:pt x="5019" y="6220"/>
                      <a:pt x="5614" y="5625"/>
                    </a:cubicBezTo>
                    <a:cubicBezTo>
                      <a:pt x="6209" y="5030"/>
                      <a:pt x="6543" y="4223"/>
                      <a:pt x="6543" y="3382"/>
                    </a:cubicBezTo>
                    <a:cubicBezTo>
                      <a:pt x="6543" y="2541"/>
                      <a:pt x="6209" y="1734"/>
                      <a:pt x="5614" y="1139"/>
                    </a:cubicBezTo>
                    <a:cubicBezTo>
                      <a:pt x="5019" y="544"/>
                      <a:pt x="4213" y="209"/>
                      <a:pt x="3372" y="209"/>
                    </a:cubicBezTo>
                    <a:cubicBezTo>
                      <a:pt x="2530" y="209"/>
                      <a:pt x="1724" y="544"/>
                      <a:pt x="1129" y="1139"/>
                    </a:cubicBezTo>
                    <a:cubicBezTo>
                      <a:pt x="534" y="1734"/>
                      <a:pt x="200" y="2541"/>
                      <a:pt x="200" y="3382"/>
                    </a:cubicBezTo>
                    <a:cubicBezTo>
                      <a:pt x="200" y="4223"/>
                      <a:pt x="534" y="5030"/>
                      <a:pt x="1129" y="5625"/>
                    </a:cubicBezTo>
                    <a:cubicBezTo>
                      <a:pt x="1724" y="6220"/>
                      <a:pt x="2530" y="6555"/>
                      <a:pt x="3372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62" name="Freeform: Shape 9461">
                <a:extLst>
                  <a:ext uri="{FF2B5EF4-FFF2-40B4-BE49-F238E27FC236}">
                    <a16:creationId xmlns:a16="http://schemas.microsoft.com/office/drawing/2014/main" id="{79BB26FF-043A-DF5D-729E-55430CE4F919}"/>
                  </a:ext>
                </a:extLst>
              </p:cNvPr>
              <p:cNvSpPr/>
              <p:nvPr/>
            </p:nvSpPr>
            <p:spPr>
              <a:xfrm>
                <a:off x="8236310" y="7125560"/>
                <a:ext cx="6343" cy="6345"/>
              </a:xfrm>
              <a:custGeom>
                <a:avLst/>
                <a:gdLst>
                  <a:gd name="connsiteX0" fmla="*/ 3316 w 6343"/>
                  <a:gd name="connsiteY0" fmla="*/ 6633 h 6345"/>
                  <a:gd name="connsiteX1" fmla="*/ 5558 w 6343"/>
                  <a:gd name="connsiteY1" fmla="*/ 5703 h 6345"/>
                  <a:gd name="connsiteX2" fmla="*/ 6487 w 6343"/>
                  <a:gd name="connsiteY2" fmla="*/ 3460 h 6345"/>
                  <a:gd name="connsiteX3" fmla="*/ 5558 w 6343"/>
                  <a:gd name="connsiteY3" fmla="*/ 1217 h 6345"/>
                  <a:gd name="connsiteX4" fmla="*/ 3316 w 6343"/>
                  <a:gd name="connsiteY4" fmla="*/ 287 h 6345"/>
                  <a:gd name="connsiteX5" fmla="*/ 1073 w 6343"/>
                  <a:gd name="connsiteY5" fmla="*/ 1217 h 6345"/>
                  <a:gd name="connsiteX6" fmla="*/ 144 w 6343"/>
                  <a:gd name="connsiteY6" fmla="*/ 3460 h 6345"/>
                  <a:gd name="connsiteX7" fmla="*/ 1073 w 6343"/>
                  <a:gd name="connsiteY7" fmla="*/ 5703 h 6345"/>
                  <a:gd name="connsiteX8" fmla="*/ 3316 w 6343"/>
                  <a:gd name="connsiteY8" fmla="*/ 66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6" y="6633"/>
                    </a:moveTo>
                    <a:cubicBezTo>
                      <a:pt x="4157" y="6633"/>
                      <a:pt x="4963" y="6298"/>
                      <a:pt x="5558" y="5703"/>
                    </a:cubicBezTo>
                    <a:cubicBezTo>
                      <a:pt x="6153" y="5108"/>
                      <a:pt x="6487" y="4301"/>
                      <a:pt x="6487" y="3460"/>
                    </a:cubicBezTo>
                    <a:cubicBezTo>
                      <a:pt x="6487" y="2619"/>
                      <a:pt x="6153" y="1812"/>
                      <a:pt x="5558" y="1217"/>
                    </a:cubicBezTo>
                    <a:cubicBezTo>
                      <a:pt x="4963" y="622"/>
                      <a:pt x="4157" y="287"/>
                      <a:pt x="3316" y="287"/>
                    </a:cubicBezTo>
                    <a:cubicBezTo>
                      <a:pt x="2474" y="287"/>
                      <a:pt x="1668" y="622"/>
                      <a:pt x="1073" y="1217"/>
                    </a:cubicBezTo>
                    <a:cubicBezTo>
                      <a:pt x="478" y="1812"/>
                      <a:pt x="144" y="2619"/>
                      <a:pt x="144" y="3460"/>
                    </a:cubicBezTo>
                    <a:cubicBezTo>
                      <a:pt x="144" y="4301"/>
                      <a:pt x="478" y="5108"/>
                      <a:pt x="1073" y="5703"/>
                    </a:cubicBezTo>
                    <a:cubicBezTo>
                      <a:pt x="1668" y="6298"/>
                      <a:pt x="2474" y="6633"/>
                      <a:pt x="3316" y="66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63" name="Freeform: Shape 9462">
                <a:extLst>
                  <a:ext uri="{FF2B5EF4-FFF2-40B4-BE49-F238E27FC236}">
                    <a16:creationId xmlns:a16="http://schemas.microsoft.com/office/drawing/2014/main" id="{DD1D493D-A60C-0399-230C-747C2BF8ACF2}"/>
                  </a:ext>
                </a:extLst>
              </p:cNvPr>
              <p:cNvSpPr/>
              <p:nvPr/>
            </p:nvSpPr>
            <p:spPr>
              <a:xfrm>
                <a:off x="8226251" y="7116386"/>
                <a:ext cx="6343" cy="6345"/>
              </a:xfrm>
              <a:custGeom>
                <a:avLst/>
                <a:gdLst>
                  <a:gd name="connsiteX0" fmla="*/ 3315 w 6343"/>
                  <a:gd name="connsiteY0" fmla="*/ 6632 h 6345"/>
                  <a:gd name="connsiteX1" fmla="*/ 5557 w 6343"/>
                  <a:gd name="connsiteY1" fmla="*/ 5703 h 6345"/>
                  <a:gd name="connsiteX2" fmla="*/ 6486 w 6343"/>
                  <a:gd name="connsiteY2" fmla="*/ 3459 h 6345"/>
                  <a:gd name="connsiteX3" fmla="*/ 5557 w 6343"/>
                  <a:gd name="connsiteY3" fmla="*/ 1216 h 6345"/>
                  <a:gd name="connsiteX4" fmla="*/ 3315 w 6343"/>
                  <a:gd name="connsiteY4" fmla="*/ 287 h 6345"/>
                  <a:gd name="connsiteX5" fmla="*/ 1072 w 6343"/>
                  <a:gd name="connsiteY5" fmla="*/ 1216 h 6345"/>
                  <a:gd name="connsiteX6" fmla="*/ 143 w 6343"/>
                  <a:gd name="connsiteY6" fmla="*/ 3459 h 6345"/>
                  <a:gd name="connsiteX7" fmla="*/ 1072 w 6343"/>
                  <a:gd name="connsiteY7" fmla="*/ 5703 h 6345"/>
                  <a:gd name="connsiteX8" fmla="*/ 3315 w 6343"/>
                  <a:gd name="connsiteY8" fmla="*/ 66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5" y="6632"/>
                    </a:moveTo>
                    <a:cubicBezTo>
                      <a:pt x="4156" y="6632"/>
                      <a:pt x="4963" y="6298"/>
                      <a:pt x="5557" y="5703"/>
                    </a:cubicBezTo>
                    <a:cubicBezTo>
                      <a:pt x="6152" y="5108"/>
                      <a:pt x="6486" y="4301"/>
                      <a:pt x="6486" y="3459"/>
                    </a:cubicBezTo>
                    <a:cubicBezTo>
                      <a:pt x="6486" y="2618"/>
                      <a:pt x="6152" y="1811"/>
                      <a:pt x="5557" y="1216"/>
                    </a:cubicBezTo>
                    <a:cubicBezTo>
                      <a:pt x="4963" y="621"/>
                      <a:pt x="4156" y="287"/>
                      <a:pt x="3315" y="287"/>
                    </a:cubicBezTo>
                    <a:cubicBezTo>
                      <a:pt x="2474" y="287"/>
                      <a:pt x="1667" y="621"/>
                      <a:pt x="1072" y="1216"/>
                    </a:cubicBezTo>
                    <a:cubicBezTo>
                      <a:pt x="477" y="1811"/>
                      <a:pt x="143" y="2618"/>
                      <a:pt x="143" y="3459"/>
                    </a:cubicBezTo>
                    <a:cubicBezTo>
                      <a:pt x="143" y="4301"/>
                      <a:pt x="477" y="5108"/>
                      <a:pt x="1072" y="5703"/>
                    </a:cubicBezTo>
                    <a:cubicBezTo>
                      <a:pt x="1667" y="6298"/>
                      <a:pt x="2474" y="6632"/>
                      <a:pt x="3315" y="66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64" name="Freeform: Shape 9463">
                <a:extLst>
                  <a:ext uri="{FF2B5EF4-FFF2-40B4-BE49-F238E27FC236}">
                    <a16:creationId xmlns:a16="http://schemas.microsoft.com/office/drawing/2014/main" id="{5A3E3296-E2BF-6F52-A7F9-2D46FE415935}"/>
                  </a:ext>
                </a:extLst>
              </p:cNvPr>
              <p:cNvSpPr/>
              <p:nvPr/>
            </p:nvSpPr>
            <p:spPr>
              <a:xfrm>
                <a:off x="8685552" y="6385279"/>
                <a:ext cx="6343" cy="6345"/>
              </a:xfrm>
              <a:custGeom>
                <a:avLst/>
                <a:gdLst>
                  <a:gd name="connsiteX0" fmla="*/ 3351 w 6343"/>
                  <a:gd name="connsiteY0" fmla="*/ 6574 h 6345"/>
                  <a:gd name="connsiteX1" fmla="*/ 5594 w 6343"/>
                  <a:gd name="connsiteY1" fmla="*/ 5645 h 6345"/>
                  <a:gd name="connsiteX2" fmla="*/ 6523 w 6343"/>
                  <a:gd name="connsiteY2" fmla="*/ 3402 h 6345"/>
                  <a:gd name="connsiteX3" fmla="*/ 5594 w 6343"/>
                  <a:gd name="connsiteY3" fmla="*/ 1158 h 6345"/>
                  <a:gd name="connsiteX4" fmla="*/ 3351 w 6343"/>
                  <a:gd name="connsiteY4" fmla="*/ 229 h 6345"/>
                  <a:gd name="connsiteX5" fmla="*/ 1108 w 6343"/>
                  <a:gd name="connsiteY5" fmla="*/ 1158 h 6345"/>
                  <a:gd name="connsiteX6" fmla="*/ 179 w 6343"/>
                  <a:gd name="connsiteY6" fmla="*/ 3402 h 6345"/>
                  <a:gd name="connsiteX7" fmla="*/ 1108 w 6343"/>
                  <a:gd name="connsiteY7" fmla="*/ 5645 h 6345"/>
                  <a:gd name="connsiteX8" fmla="*/ 3351 w 6343"/>
                  <a:gd name="connsiteY8" fmla="*/ 65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574"/>
                    </a:moveTo>
                    <a:cubicBezTo>
                      <a:pt x="4192" y="6574"/>
                      <a:pt x="4999" y="6240"/>
                      <a:pt x="5594" y="5645"/>
                    </a:cubicBezTo>
                    <a:cubicBezTo>
                      <a:pt x="6188" y="5050"/>
                      <a:pt x="6523" y="4243"/>
                      <a:pt x="6523" y="3402"/>
                    </a:cubicBezTo>
                    <a:cubicBezTo>
                      <a:pt x="6523" y="2560"/>
                      <a:pt x="6188" y="1753"/>
                      <a:pt x="5594" y="1158"/>
                    </a:cubicBezTo>
                    <a:cubicBezTo>
                      <a:pt x="4999" y="563"/>
                      <a:pt x="4192" y="229"/>
                      <a:pt x="3351" y="229"/>
                    </a:cubicBezTo>
                    <a:cubicBezTo>
                      <a:pt x="2510" y="229"/>
                      <a:pt x="1703" y="563"/>
                      <a:pt x="1108" y="1158"/>
                    </a:cubicBezTo>
                    <a:cubicBezTo>
                      <a:pt x="514" y="1753"/>
                      <a:pt x="179" y="2560"/>
                      <a:pt x="179" y="3402"/>
                    </a:cubicBezTo>
                    <a:cubicBezTo>
                      <a:pt x="179" y="4243"/>
                      <a:pt x="514" y="5050"/>
                      <a:pt x="1108" y="5645"/>
                    </a:cubicBezTo>
                    <a:cubicBezTo>
                      <a:pt x="1703" y="6240"/>
                      <a:pt x="2510" y="6574"/>
                      <a:pt x="3351" y="65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65" name="Freeform: Shape 9464">
                <a:extLst>
                  <a:ext uri="{FF2B5EF4-FFF2-40B4-BE49-F238E27FC236}">
                    <a16:creationId xmlns:a16="http://schemas.microsoft.com/office/drawing/2014/main" id="{ED96C221-4AEF-8DB1-6316-0C8CCE4BEFA1}"/>
                  </a:ext>
                </a:extLst>
              </p:cNvPr>
              <p:cNvSpPr/>
              <p:nvPr/>
            </p:nvSpPr>
            <p:spPr>
              <a:xfrm>
                <a:off x="8185458" y="7080897"/>
                <a:ext cx="6343" cy="6345"/>
              </a:xfrm>
              <a:custGeom>
                <a:avLst/>
                <a:gdLst>
                  <a:gd name="connsiteX0" fmla="*/ 3312 w 6343"/>
                  <a:gd name="connsiteY0" fmla="*/ 6629 h 6345"/>
                  <a:gd name="connsiteX1" fmla="*/ 5554 w 6343"/>
                  <a:gd name="connsiteY1" fmla="*/ 5700 h 6345"/>
                  <a:gd name="connsiteX2" fmla="*/ 6483 w 6343"/>
                  <a:gd name="connsiteY2" fmla="*/ 3456 h 6345"/>
                  <a:gd name="connsiteX3" fmla="*/ 5554 w 6343"/>
                  <a:gd name="connsiteY3" fmla="*/ 1213 h 6345"/>
                  <a:gd name="connsiteX4" fmla="*/ 3312 w 6343"/>
                  <a:gd name="connsiteY4" fmla="*/ 284 h 6345"/>
                  <a:gd name="connsiteX5" fmla="*/ 1069 w 6343"/>
                  <a:gd name="connsiteY5" fmla="*/ 1213 h 6345"/>
                  <a:gd name="connsiteX6" fmla="*/ 140 w 6343"/>
                  <a:gd name="connsiteY6" fmla="*/ 3456 h 6345"/>
                  <a:gd name="connsiteX7" fmla="*/ 1069 w 6343"/>
                  <a:gd name="connsiteY7" fmla="*/ 5700 h 6345"/>
                  <a:gd name="connsiteX8" fmla="*/ 3312 w 6343"/>
                  <a:gd name="connsiteY8" fmla="*/ 66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2" y="6629"/>
                    </a:moveTo>
                    <a:cubicBezTo>
                      <a:pt x="4153" y="6629"/>
                      <a:pt x="4959" y="6295"/>
                      <a:pt x="5554" y="5700"/>
                    </a:cubicBezTo>
                    <a:cubicBezTo>
                      <a:pt x="6149" y="5105"/>
                      <a:pt x="6483" y="4298"/>
                      <a:pt x="6483" y="3456"/>
                    </a:cubicBezTo>
                    <a:cubicBezTo>
                      <a:pt x="6483" y="2615"/>
                      <a:pt x="6149" y="1808"/>
                      <a:pt x="5554" y="1213"/>
                    </a:cubicBezTo>
                    <a:cubicBezTo>
                      <a:pt x="4959" y="618"/>
                      <a:pt x="4153" y="284"/>
                      <a:pt x="3312" y="284"/>
                    </a:cubicBezTo>
                    <a:cubicBezTo>
                      <a:pt x="2470" y="284"/>
                      <a:pt x="1664" y="618"/>
                      <a:pt x="1069" y="1213"/>
                    </a:cubicBezTo>
                    <a:cubicBezTo>
                      <a:pt x="474" y="1808"/>
                      <a:pt x="140" y="2615"/>
                      <a:pt x="140" y="3456"/>
                    </a:cubicBezTo>
                    <a:cubicBezTo>
                      <a:pt x="140" y="4298"/>
                      <a:pt x="474" y="5105"/>
                      <a:pt x="1069" y="5700"/>
                    </a:cubicBezTo>
                    <a:cubicBezTo>
                      <a:pt x="1664" y="6295"/>
                      <a:pt x="2470" y="6629"/>
                      <a:pt x="3312" y="66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66" name="Freeform: Shape 9465">
                <a:extLst>
                  <a:ext uri="{FF2B5EF4-FFF2-40B4-BE49-F238E27FC236}">
                    <a16:creationId xmlns:a16="http://schemas.microsoft.com/office/drawing/2014/main" id="{100C111D-F3E4-6B6D-5A49-DEA975195D9E}"/>
                  </a:ext>
                </a:extLst>
              </p:cNvPr>
              <p:cNvSpPr/>
              <p:nvPr/>
            </p:nvSpPr>
            <p:spPr>
              <a:xfrm>
                <a:off x="8173681" y="7074313"/>
                <a:ext cx="6343" cy="6345"/>
              </a:xfrm>
              <a:custGeom>
                <a:avLst/>
                <a:gdLst>
                  <a:gd name="connsiteX0" fmla="*/ 3311 w 6343"/>
                  <a:gd name="connsiteY0" fmla="*/ 6629 h 6345"/>
                  <a:gd name="connsiteX1" fmla="*/ 5553 w 6343"/>
                  <a:gd name="connsiteY1" fmla="*/ 5699 h 6345"/>
                  <a:gd name="connsiteX2" fmla="*/ 6482 w 6343"/>
                  <a:gd name="connsiteY2" fmla="*/ 3456 h 6345"/>
                  <a:gd name="connsiteX3" fmla="*/ 5553 w 6343"/>
                  <a:gd name="connsiteY3" fmla="*/ 1213 h 6345"/>
                  <a:gd name="connsiteX4" fmla="*/ 3311 w 6343"/>
                  <a:gd name="connsiteY4" fmla="*/ 283 h 6345"/>
                  <a:gd name="connsiteX5" fmla="*/ 1068 w 6343"/>
                  <a:gd name="connsiteY5" fmla="*/ 1213 h 6345"/>
                  <a:gd name="connsiteX6" fmla="*/ 139 w 6343"/>
                  <a:gd name="connsiteY6" fmla="*/ 3456 h 6345"/>
                  <a:gd name="connsiteX7" fmla="*/ 1068 w 6343"/>
                  <a:gd name="connsiteY7" fmla="*/ 5699 h 6345"/>
                  <a:gd name="connsiteX8" fmla="*/ 3311 w 6343"/>
                  <a:gd name="connsiteY8" fmla="*/ 66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1" y="6629"/>
                    </a:moveTo>
                    <a:cubicBezTo>
                      <a:pt x="4152" y="6629"/>
                      <a:pt x="4959" y="6294"/>
                      <a:pt x="5553" y="5699"/>
                    </a:cubicBezTo>
                    <a:cubicBezTo>
                      <a:pt x="6148" y="5104"/>
                      <a:pt x="6482" y="4297"/>
                      <a:pt x="6482" y="3456"/>
                    </a:cubicBezTo>
                    <a:cubicBezTo>
                      <a:pt x="6482" y="2615"/>
                      <a:pt x="6148" y="1807"/>
                      <a:pt x="5553" y="1213"/>
                    </a:cubicBezTo>
                    <a:cubicBezTo>
                      <a:pt x="4959" y="618"/>
                      <a:pt x="4152" y="283"/>
                      <a:pt x="3311" y="283"/>
                    </a:cubicBezTo>
                    <a:cubicBezTo>
                      <a:pt x="2470" y="283"/>
                      <a:pt x="1663" y="618"/>
                      <a:pt x="1068" y="1213"/>
                    </a:cubicBezTo>
                    <a:cubicBezTo>
                      <a:pt x="473" y="1807"/>
                      <a:pt x="139" y="2615"/>
                      <a:pt x="139" y="3456"/>
                    </a:cubicBezTo>
                    <a:cubicBezTo>
                      <a:pt x="139" y="4297"/>
                      <a:pt x="473" y="5104"/>
                      <a:pt x="1068" y="5699"/>
                    </a:cubicBezTo>
                    <a:cubicBezTo>
                      <a:pt x="1663" y="6294"/>
                      <a:pt x="2470" y="6629"/>
                      <a:pt x="3311" y="66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67" name="Freeform: Shape 9466">
                <a:extLst>
                  <a:ext uri="{FF2B5EF4-FFF2-40B4-BE49-F238E27FC236}">
                    <a16:creationId xmlns:a16="http://schemas.microsoft.com/office/drawing/2014/main" id="{276E8E47-7679-B1DE-A725-D8D9A32E3CB4}"/>
                  </a:ext>
                </a:extLst>
              </p:cNvPr>
              <p:cNvSpPr/>
              <p:nvPr/>
            </p:nvSpPr>
            <p:spPr>
              <a:xfrm>
                <a:off x="8144097" y="7046627"/>
                <a:ext cx="6343" cy="6345"/>
              </a:xfrm>
              <a:custGeom>
                <a:avLst/>
                <a:gdLst>
                  <a:gd name="connsiteX0" fmla="*/ 3308 w 6343"/>
                  <a:gd name="connsiteY0" fmla="*/ 6626 h 6345"/>
                  <a:gd name="connsiteX1" fmla="*/ 5551 w 6343"/>
                  <a:gd name="connsiteY1" fmla="*/ 5697 h 6345"/>
                  <a:gd name="connsiteX2" fmla="*/ 6480 w 6343"/>
                  <a:gd name="connsiteY2" fmla="*/ 3454 h 6345"/>
                  <a:gd name="connsiteX3" fmla="*/ 5551 w 6343"/>
                  <a:gd name="connsiteY3" fmla="*/ 1210 h 6345"/>
                  <a:gd name="connsiteX4" fmla="*/ 3308 w 6343"/>
                  <a:gd name="connsiteY4" fmla="*/ 281 h 6345"/>
                  <a:gd name="connsiteX5" fmla="*/ 1066 w 6343"/>
                  <a:gd name="connsiteY5" fmla="*/ 1210 h 6345"/>
                  <a:gd name="connsiteX6" fmla="*/ 137 w 6343"/>
                  <a:gd name="connsiteY6" fmla="*/ 3454 h 6345"/>
                  <a:gd name="connsiteX7" fmla="*/ 1066 w 6343"/>
                  <a:gd name="connsiteY7" fmla="*/ 5697 h 6345"/>
                  <a:gd name="connsiteX8" fmla="*/ 3308 w 6343"/>
                  <a:gd name="connsiteY8" fmla="*/ 66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626"/>
                    </a:moveTo>
                    <a:cubicBezTo>
                      <a:pt x="4149" y="6626"/>
                      <a:pt x="4956" y="6292"/>
                      <a:pt x="5551" y="5697"/>
                    </a:cubicBezTo>
                    <a:cubicBezTo>
                      <a:pt x="6146" y="5102"/>
                      <a:pt x="6480" y="4295"/>
                      <a:pt x="6480" y="3454"/>
                    </a:cubicBezTo>
                    <a:cubicBezTo>
                      <a:pt x="6480" y="2612"/>
                      <a:pt x="6146" y="1805"/>
                      <a:pt x="5551" y="1210"/>
                    </a:cubicBezTo>
                    <a:cubicBezTo>
                      <a:pt x="4956" y="615"/>
                      <a:pt x="4149" y="281"/>
                      <a:pt x="3308" y="281"/>
                    </a:cubicBezTo>
                    <a:cubicBezTo>
                      <a:pt x="2467" y="281"/>
                      <a:pt x="1660" y="615"/>
                      <a:pt x="1066" y="1210"/>
                    </a:cubicBezTo>
                    <a:cubicBezTo>
                      <a:pt x="471" y="1805"/>
                      <a:pt x="137" y="2612"/>
                      <a:pt x="137" y="3454"/>
                    </a:cubicBezTo>
                    <a:cubicBezTo>
                      <a:pt x="137" y="4295"/>
                      <a:pt x="471" y="5102"/>
                      <a:pt x="1066" y="5697"/>
                    </a:cubicBezTo>
                    <a:cubicBezTo>
                      <a:pt x="1660" y="6292"/>
                      <a:pt x="2467" y="6626"/>
                      <a:pt x="3308" y="66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68" name="Freeform: Shape 9467">
                <a:extLst>
                  <a:ext uri="{FF2B5EF4-FFF2-40B4-BE49-F238E27FC236}">
                    <a16:creationId xmlns:a16="http://schemas.microsoft.com/office/drawing/2014/main" id="{39ED2793-1C4D-D330-118A-5B010558DC24}"/>
                  </a:ext>
                </a:extLst>
              </p:cNvPr>
              <p:cNvSpPr/>
              <p:nvPr/>
            </p:nvSpPr>
            <p:spPr>
              <a:xfrm>
                <a:off x="9096729" y="5756722"/>
                <a:ext cx="6343" cy="6345"/>
              </a:xfrm>
              <a:custGeom>
                <a:avLst/>
                <a:gdLst>
                  <a:gd name="connsiteX0" fmla="*/ 3383 w 6343"/>
                  <a:gd name="connsiteY0" fmla="*/ 6525 h 6345"/>
                  <a:gd name="connsiteX1" fmla="*/ 5626 w 6343"/>
                  <a:gd name="connsiteY1" fmla="*/ 5596 h 6345"/>
                  <a:gd name="connsiteX2" fmla="*/ 6555 w 6343"/>
                  <a:gd name="connsiteY2" fmla="*/ 3352 h 6345"/>
                  <a:gd name="connsiteX3" fmla="*/ 5626 w 6343"/>
                  <a:gd name="connsiteY3" fmla="*/ 1109 h 6345"/>
                  <a:gd name="connsiteX4" fmla="*/ 3383 w 6343"/>
                  <a:gd name="connsiteY4" fmla="*/ 179 h 6345"/>
                  <a:gd name="connsiteX5" fmla="*/ 1141 w 6343"/>
                  <a:gd name="connsiteY5" fmla="*/ 1109 h 6345"/>
                  <a:gd name="connsiteX6" fmla="*/ 212 w 6343"/>
                  <a:gd name="connsiteY6" fmla="*/ 3352 h 6345"/>
                  <a:gd name="connsiteX7" fmla="*/ 1141 w 6343"/>
                  <a:gd name="connsiteY7" fmla="*/ 5596 h 6345"/>
                  <a:gd name="connsiteX8" fmla="*/ 338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5"/>
                    </a:moveTo>
                    <a:cubicBezTo>
                      <a:pt x="4225" y="6525"/>
                      <a:pt x="5031" y="6191"/>
                      <a:pt x="5626" y="5596"/>
                    </a:cubicBezTo>
                    <a:cubicBezTo>
                      <a:pt x="6221" y="5001"/>
                      <a:pt x="6555" y="4194"/>
                      <a:pt x="6555" y="3352"/>
                    </a:cubicBezTo>
                    <a:cubicBezTo>
                      <a:pt x="6555" y="2511"/>
                      <a:pt x="6221" y="1704"/>
                      <a:pt x="5626" y="1109"/>
                    </a:cubicBezTo>
                    <a:cubicBezTo>
                      <a:pt x="5031" y="514"/>
                      <a:pt x="4225" y="179"/>
                      <a:pt x="3383" y="179"/>
                    </a:cubicBezTo>
                    <a:cubicBezTo>
                      <a:pt x="2542" y="179"/>
                      <a:pt x="1736" y="514"/>
                      <a:pt x="1141" y="1109"/>
                    </a:cubicBezTo>
                    <a:cubicBezTo>
                      <a:pt x="546" y="1704"/>
                      <a:pt x="212" y="2511"/>
                      <a:pt x="212" y="3352"/>
                    </a:cubicBezTo>
                    <a:cubicBezTo>
                      <a:pt x="212" y="4194"/>
                      <a:pt x="546" y="5001"/>
                      <a:pt x="1141" y="5596"/>
                    </a:cubicBezTo>
                    <a:cubicBezTo>
                      <a:pt x="1736" y="6191"/>
                      <a:pt x="2542" y="6525"/>
                      <a:pt x="338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69" name="Freeform: Shape 9468">
                <a:extLst>
                  <a:ext uri="{FF2B5EF4-FFF2-40B4-BE49-F238E27FC236}">
                    <a16:creationId xmlns:a16="http://schemas.microsoft.com/office/drawing/2014/main" id="{9429F6E8-E48D-6600-B517-F7DFA23CCC38}"/>
                  </a:ext>
                </a:extLst>
              </p:cNvPr>
              <p:cNvSpPr/>
              <p:nvPr/>
            </p:nvSpPr>
            <p:spPr>
              <a:xfrm>
                <a:off x="9094734" y="5753479"/>
                <a:ext cx="6343" cy="6345"/>
              </a:xfrm>
              <a:custGeom>
                <a:avLst/>
                <a:gdLst>
                  <a:gd name="connsiteX0" fmla="*/ 3383 w 6343"/>
                  <a:gd name="connsiteY0" fmla="*/ 6525 h 6345"/>
                  <a:gd name="connsiteX1" fmla="*/ 5626 w 6343"/>
                  <a:gd name="connsiteY1" fmla="*/ 5595 h 6345"/>
                  <a:gd name="connsiteX2" fmla="*/ 6555 w 6343"/>
                  <a:gd name="connsiteY2" fmla="*/ 3352 h 6345"/>
                  <a:gd name="connsiteX3" fmla="*/ 5626 w 6343"/>
                  <a:gd name="connsiteY3" fmla="*/ 1108 h 6345"/>
                  <a:gd name="connsiteX4" fmla="*/ 3383 w 6343"/>
                  <a:gd name="connsiteY4" fmla="*/ 179 h 6345"/>
                  <a:gd name="connsiteX5" fmla="*/ 1141 w 6343"/>
                  <a:gd name="connsiteY5" fmla="*/ 1108 h 6345"/>
                  <a:gd name="connsiteX6" fmla="*/ 212 w 6343"/>
                  <a:gd name="connsiteY6" fmla="*/ 3352 h 6345"/>
                  <a:gd name="connsiteX7" fmla="*/ 1141 w 6343"/>
                  <a:gd name="connsiteY7" fmla="*/ 5595 h 6345"/>
                  <a:gd name="connsiteX8" fmla="*/ 338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5"/>
                    </a:moveTo>
                    <a:cubicBezTo>
                      <a:pt x="4224" y="6525"/>
                      <a:pt x="5031" y="6190"/>
                      <a:pt x="5626" y="5595"/>
                    </a:cubicBezTo>
                    <a:cubicBezTo>
                      <a:pt x="6221" y="5000"/>
                      <a:pt x="6555" y="4193"/>
                      <a:pt x="6555" y="3352"/>
                    </a:cubicBezTo>
                    <a:cubicBezTo>
                      <a:pt x="6555" y="2510"/>
                      <a:pt x="6221" y="1703"/>
                      <a:pt x="5626" y="1108"/>
                    </a:cubicBezTo>
                    <a:cubicBezTo>
                      <a:pt x="5031" y="513"/>
                      <a:pt x="4224" y="179"/>
                      <a:pt x="3383" y="179"/>
                    </a:cubicBezTo>
                    <a:cubicBezTo>
                      <a:pt x="2542" y="179"/>
                      <a:pt x="1735" y="513"/>
                      <a:pt x="1141" y="1108"/>
                    </a:cubicBezTo>
                    <a:cubicBezTo>
                      <a:pt x="546" y="1703"/>
                      <a:pt x="212" y="2510"/>
                      <a:pt x="212" y="3352"/>
                    </a:cubicBezTo>
                    <a:cubicBezTo>
                      <a:pt x="212" y="4193"/>
                      <a:pt x="546" y="5000"/>
                      <a:pt x="1141" y="5595"/>
                    </a:cubicBezTo>
                    <a:cubicBezTo>
                      <a:pt x="1735" y="6190"/>
                      <a:pt x="2542" y="6525"/>
                      <a:pt x="338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70" name="Freeform: Shape 9469">
                <a:extLst>
                  <a:ext uri="{FF2B5EF4-FFF2-40B4-BE49-F238E27FC236}">
                    <a16:creationId xmlns:a16="http://schemas.microsoft.com/office/drawing/2014/main" id="{B874E473-DB2A-9ECF-D006-83DA23688EBA}"/>
                  </a:ext>
                </a:extLst>
              </p:cNvPr>
              <p:cNvSpPr/>
              <p:nvPr/>
            </p:nvSpPr>
            <p:spPr>
              <a:xfrm>
                <a:off x="9091309" y="5752121"/>
                <a:ext cx="6343" cy="6345"/>
              </a:xfrm>
              <a:custGeom>
                <a:avLst/>
                <a:gdLst>
                  <a:gd name="connsiteX0" fmla="*/ 3383 w 6343"/>
                  <a:gd name="connsiteY0" fmla="*/ 6524 h 6345"/>
                  <a:gd name="connsiteX1" fmla="*/ 5626 w 6343"/>
                  <a:gd name="connsiteY1" fmla="*/ 5595 h 6345"/>
                  <a:gd name="connsiteX2" fmla="*/ 6555 w 6343"/>
                  <a:gd name="connsiteY2" fmla="*/ 3352 h 6345"/>
                  <a:gd name="connsiteX3" fmla="*/ 5626 w 6343"/>
                  <a:gd name="connsiteY3" fmla="*/ 1108 h 6345"/>
                  <a:gd name="connsiteX4" fmla="*/ 3383 w 6343"/>
                  <a:gd name="connsiteY4" fmla="*/ 179 h 6345"/>
                  <a:gd name="connsiteX5" fmla="*/ 1140 w 6343"/>
                  <a:gd name="connsiteY5" fmla="*/ 1108 h 6345"/>
                  <a:gd name="connsiteX6" fmla="*/ 211 w 6343"/>
                  <a:gd name="connsiteY6" fmla="*/ 3352 h 6345"/>
                  <a:gd name="connsiteX7" fmla="*/ 1140 w 6343"/>
                  <a:gd name="connsiteY7" fmla="*/ 5595 h 6345"/>
                  <a:gd name="connsiteX8" fmla="*/ 3383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4"/>
                    </a:moveTo>
                    <a:cubicBezTo>
                      <a:pt x="4224" y="6524"/>
                      <a:pt x="5031" y="6190"/>
                      <a:pt x="5626" y="5595"/>
                    </a:cubicBezTo>
                    <a:cubicBezTo>
                      <a:pt x="6220" y="5000"/>
                      <a:pt x="6555" y="4193"/>
                      <a:pt x="6555" y="3352"/>
                    </a:cubicBezTo>
                    <a:cubicBezTo>
                      <a:pt x="6555" y="2510"/>
                      <a:pt x="6220" y="1703"/>
                      <a:pt x="5626" y="1108"/>
                    </a:cubicBezTo>
                    <a:cubicBezTo>
                      <a:pt x="5031" y="513"/>
                      <a:pt x="4224" y="179"/>
                      <a:pt x="3383" y="179"/>
                    </a:cubicBezTo>
                    <a:cubicBezTo>
                      <a:pt x="2542" y="179"/>
                      <a:pt x="1735" y="513"/>
                      <a:pt x="1140" y="1108"/>
                    </a:cubicBezTo>
                    <a:cubicBezTo>
                      <a:pt x="546" y="1703"/>
                      <a:pt x="211" y="2510"/>
                      <a:pt x="211" y="3352"/>
                    </a:cubicBezTo>
                    <a:cubicBezTo>
                      <a:pt x="211" y="4193"/>
                      <a:pt x="546" y="5000"/>
                      <a:pt x="1140" y="5595"/>
                    </a:cubicBezTo>
                    <a:cubicBezTo>
                      <a:pt x="1735" y="6190"/>
                      <a:pt x="2542" y="6524"/>
                      <a:pt x="3383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71" name="Freeform: Shape 9470">
                <a:extLst>
                  <a:ext uri="{FF2B5EF4-FFF2-40B4-BE49-F238E27FC236}">
                    <a16:creationId xmlns:a16="http://schemas.microsoft.com/office/drawing/2014/main" id="{2B269FED-2739-90F0-087A-99B21A2DFD0A}"/>
                  </a:ext>
                </a:extLst>
              </p:cNvPr>
              <p:cNvSpPr/>
              <p:nvPr/>
            </p:nvSpPr>
            <p:spPr>
              <a:xfrm>
                <a:off x="8219574" y="6713451"/>
                <a:ext cx="6343" cy="6345"/>
              </a:xfrm>
              <a:custGeom>
                <a:avLst/>
                <a:gdLst>
                  <a:gd name="connsiteX0" fmla="*/ 3314 w 6343"/>
                  <a:gd name="connsiteY0" fmla="*/ 6600 h 6345"/>
                  <a:gd name="connsiteX1" fmla="*/ 5557 w 6343"/>
                  <a:gd name="connsiteY1" fmla="*/ 5671 h 6345"/>
                  <a:gd name="connsiteX2" fmla="*/ 6486 w 6343"/>
                  <a:gd name="connsiteY2" fmla="*/ 3428 h 6345"/>
                  <a:gd name="connsiteX3" fmla="*/ 5557 w 6343"/>
                  <a:gd name="connsiteY3" fmla="*/ 1184 h 6345"/>
                  <a:gd name="connsiteX4" fmla="*/ 3314 w 6343"/>
                  <a:gd name="connsiteY4" fmla="*/ 255 h 6345"/>
                  <a:gd name="connsiteX5" fmla="*/ 1072 w 6343"/>
                  <a:gd name="connsiteY5" fmla="*/ 1184 h 6345"/>
                  <a:gd name="connsiteX6" fmla="*/ 143 w 6343"/>
                  <a:gd name="connsiteY6" fmla="*/ 3428 h 6345"/>
                  <a:gd name="connsiteX7" fmla="*/ 1072 w 6343"/>
                  <a:gd name="connsiteY7" fmla="*/ 5671 h 6345"/>
                  <a:gd name="connsiteX8" fmla="*/ 3314 w 6343"/>
                  <a:gd name="connsiteY8" fmla="*/ 660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4" y="6600"/>
                    </a:moveTo>
                    <a:cubicBezTo>
                      <a:pt x="4155" y="6600"/>
                      <a:pt x="4962" y="6266"/>
                      <a:pt x="5557" y="5671"/>
                    </a:cubicBezTo>
                    <a:cubicBezTo>
                      <a:pt x="6152" y="5076"/>
                      <a:pt x="6486" y="4269"/>
                      <a:pt x="6486" y="3428"/>
                    </a:cubicBezTo>
                    <a:cubicBezTo>
                      <a:pt x="6486" y="2586"/>
                      <a:pt x="6152" y="1779"/>
                      <a:pt x="5557" y="1184"/>
                    </a:cubicBezTo>
                    <a:cubicBezTo>
                      <a:pt x="4962" y="589"/>
                      <a:pt x="4155" y="255"/>
                      <a:pt x="3314" y="255"/>
                    </a:cubicBezTo>
                    <a:cubicBezTo>
                      <a:pt x="2473" y="255"/>
                      <a:pt x="1666" y="589"/>
                      <a:pt x="1072" y="1184"/>
                    </a:cubicBezTo>
                    <a:cubicBezTo>
                      <a:pt x="477" y="1779"/>
                      <a:pt x="143" y="2586"/>
                      <a:pt x="143" y="3428"/>
                    </a:cubicBezTo>
                    <a:cubicBezTo>
                      <a:pt x="143" y="4269"/>
                      <a:pt x="477" y="5076"/>
                      <a:pt x="1072" y="5671"/>
                    </a:cubicBezTo>
                    <a:cubicBezTo>
                      <a:pt x="1666" y="6266"/>
                      <a:pt x="2473" y="6600"/>
                      <a:pt x="3314" y="66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72" name="Freeform: Shape 9471">
                <a:extLst>
                  <a:ext uri="{FF2B5EF4-FFF2-40B4-BE49-F238E27FC236}">
                    <a16:creationId xmlns:a16="http://schemas.microsoft.com/office/drawing/2014/main" id="{F3F20DA7-614E-2FD3-7271-1E23F1D61970}"/>
                  </a:ext>
                </a:extLst>
              </p:cNvPr>
              <p:cNvSpPr/>
              <p:nvPr/>
            </p:nvSpPr>
            <p:spPr>
              <a:xfrm>
                <a:off x="8572662" y="6198177"/>
                <a:ext cx="6343" cy="6345"/>
              </a:xfrm>
              <a:custGeom>
                <a:avLst/>
                <a:gdLst>
                  <a:gd name="connsiteX0" fmla="*/ 3342 w 6343"/>
                  <a:gd name="connsiteY0" fmla="*/ 6560 h 6345"/>
                  <a:gd name="connsiteX1" fmla="*/ 5585 w 6343"/>
                  <a:gd name="connsiteY1" fmla="*/ 5630 h 6345"/>
                  <a:gd name="connsiteX2" fmla="*/ 6514 w 6343"/>
                  <a:gd name="connsiteY2" fmla="*/ 3387 h 6345"/>
                  <a:gd name="connsiteX3" fmla="*/ 5585 w 6343"/>
                  <a:gd name="connsiteY3" fmla="*/ 1143 h 6345"/>
                  <a:gd name="connsiteX4" fmla="*/ 3342 w 6343"/>
                  <a:gd name="connsiteY4" fmla="*/ 214 h 6345"/>
                  <a:gd name="connsiteX5" fmla="*/ 1099 w 6343"/>
                  <a:gd name="connsiteY5" fmla="*/ 1143 h 6345"/>
                  <a:gd name="connsiteX6" fmla="*/ 171 w 6343"/>
                  <a:gd name="connsiteY6" fmla="*/ 3387 h 6345"/>
                  <a:gd name="connsiteX7" fmla="*/ 1099 w 6343"/>
                  <a:gd name="connsiteY7" fmla="*/ 5630 h 6345"/>
                  <a:gd name="connsiteX8" fmla="*/ 3342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560"/>
                    </a:moveTo>
                    <a:cubicBezTo>
                      <a:pt x="4183" y="6560"/>
                      <a:pt x="4990" y="6225"/>
                      <a:pt x="5585" y="5630"/>
                    </a:cubicBezTo>
                    <a:cubicBezTo>
                      <a:pt x="6179" y="5035"/>
                      <a:pt x="6514" y="4228"/>
                      <a:pt x="6514" y="3387"/>
                    </a:cubicBezTo>
                    <a:cubicBezTo>
                      <a:pt x="6514" y="2546"/>
                      <a:pt x="6179" y="1738"/>
                      <a:pt x="5585" y="1143"/>
                    </a:cubicBezTo>
                    <a:cubicBezTo>
                      <a:pt x="4990" y="549"/>
                      <a:pt x="4183" y="214"/>
                      <a:pt x="3342" y="214"/>
                    </a:cubicBezTo>
                    <a:cubicBezTo>
                      <a:pt x="2501" y="214"/>
                      <a:pt x="1694" y="549"/>
                      <a:pt x="1099" y="1143"/>
                    </a:cubicBezTo>
                    <a:cubicBezTo>
                      <a:pt x="505" y="1738"/>
                      <a:pt x="171" y="2546"/>
                      <a:pt x="171" y="3387"/>
                    </a:cubicBezTo>
                    <a:cubicBezTo>
                      <a:pt x="171" y="4228"/>
                      <a:pt x="505" y="5035"/>
                      <a:pt x="1099" y="5630"/>
                    </a:cubicBezTo>
                    <a:cubicBezTo>
                      <a:pt x="1694" y="6225"/>
                      <a:pt x="2501" y="6560"/>
                      <a:pt x="3342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73" name="Freeform: Shape 9472">
                <a:extLst>
                  <a:ext uri="{FF2B5EF4-FFF2-40B4-BE49-F238E27FC236}">
                    <a16:creationId xmlns:a16="http://schemas.microsoft.com/office/drawing/2014/main" id="{136F5551-4917-F540-4087-F052C330B8B7}"/>
                  </a:ext>
                </a:extLst>
              </p:cNvPr>
              <p:cNvSpPr/>
              <p:nvPr/>
            </p:nvSpPr>
            <p:spPr>
              <a:xfrm>
                <a:off x="8569327" y="6190561"/>
                <a:ext cx="6343" cy="6345"/>
              </a:xfrm>
              <a:custGeom>
                <a:avLst/>
                <a:gdLst>
                  <a:gd name="connsiteX0" fmla="*/ 3342 w 6343"/>
                  <a:gd name="connsiteY0" fmla="*/ 6559 h 6345"/>
                  <a:gd name="connsiteX1" fmla="*/ 5584 w 6343"/>
                  <a:gd name="connsiteY1" fmla="*/ 5630 h 6345"/>
                  <a:gd name="connsiteX2" fmla="*/ 6513 w 6343"/>
                  <a:gd name="connsiteY2" fmla="*/ 3386 h 6345"/>
                  <a:gd name="connsiteX3" fmla="*/ 5584 w 6343"/>
                  <a:gd name="connsiteY3" fmla="*/ 1143 h 6345"/>
                  <a:gd name="connsiteX4" fmla="*/ 3342 w 6343"/>
                  <a:gd name="connsiteY4" fmla="*/ 214 h 6345"/>
                  <a:gd name="connsiteX5" fmla="*/ 1099 w 6343"/>
                  <a:gd name="connsiteY5" fmla="*/ 1143 h 6345"/>
                  <a:gd name="connsiteX6" fmla="*/ 170 w 6343"/>
                  <a:gd name="connsiteY6" fmla="*/ 3386 h 6345"/>
                  <a:gd name="connsiteX7" fmla="*/ 1099 w 6343"/>
                  <a:gd name="connsiteY7" fmla="*/ 5630 h 6345"/>
                  <a:gd name="connsiteX8" fmla="*/ 334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559"/>
                    </a:moveTo>
                    <a:cubicBezTo>
                      <a:pt x="4183" y="6559"/>
                      <a:pt x="4990" y="6225"/>
                      <a:pt x="5584" y="5630"/>
                    </a:cubicBezTo>
                    <a:cubicBezTo>
                      <a:pt x="6179" y="5035"/>
                      <a:pt x="6513" y="4228"/>
                      <a:pt x="6513" y="3386"/>
                    </a:cubicBezTo>
                    <a:cubicBezTo>
                      <a:pt x="6513" y="2545"/>
                      <a:pt x="6179" y="1738"/>
                      <a:pt x="5584" y="1143"/>
                    </a:cubicBezTo>
                    <a:cubicBezTo>
                      <a:pt x="4990" y="548"/>
                      <a:pt x="4183" y="214"/>
                      <a:pt x="3342" y="214"/>
                    </a:cubicBezTo>
                    <a:cubicBezTo>
                      <a:pt x="2501" y="214"/>
                      <a:pt x="1694" y="548"/>
                      <a:pt x="1099" y="1143"/>
                    </a:cubicBezTo>
                    <a:cubicBezTo>
                      <a:pt x="504" y="1738"/>
                      <a:pt x="170" y="2545"/>
                      <a:pt x="170" y="3386"/>
                    </a:cubicBezTo>
                    <a:cubicBezTo>
                      <a:pt x="170" y="4228"/>
                      <a:pt x="504" y="5035"/>
                      <a:pt x="1099" y="5630"/>
                    </a:cubicBezTo>
                    <a:cubicBezTo>
                      <a:pt x="1694" y="6225"/>
                      <a:pt x="2501" y="6559"/>
                      <a:pt x="334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74" name="Freeform: Shape 9473">
                <a:extLst>
                  <a:ext uri="{FF2B5EF4-FFF2-40B4-BE49-F238E27FC236}">
                    <a16:creationId xmlns:a16="http://schemas.microsoft.com/office/drawing/2014/main" id="{4380A087-10FE-17C0-F471-EA10DC457E21}"/>
                  </a:ext>
                </a:extLst>
              </p:cNvPr>
              <p:cNvSpPr/>
              <p:nvPr/>
            </p:nvSpPr>
            <p:spPr>
              <a:xfrm>
                <a:off x="8087222" y="6667498"/>
                <a:ext cx="6343" cy="6345"/>
              </a:xfrm>
              <a:custGeom>
                <a:avLst/>
                <a:gdLst>
                  <a:gd name="connsiteX0" fmla="*/ 3304 w 6343"/>
                  <a:gd name="connsiteY0" fmla="*/ 6597 h 6345"/>
                  <a:gd name="connsiteX1" fmla="*/ 5546 w 6343"/>
                  <a:gd name="connsiteY1" fmla="*/ 5667 h 6345"/>
                  <a:gd name="connsiteX2" fmla="*/ 6475 w 6343"/>
                  <a:gd name="connsiteY2" fmla="*/ 3424 h 6345"/>
                  <a:gd name="connsiteX3" fmla="*/ 5546 w 6343"/>
                  <a:gd name="connsiteY3" fmla="*/ 1180 h 6345"/>
                  <a:gd name="connsiteX4" fmla="*/ 3304 w 6343"/>
                  <a:gd name="connsiteY4" fmla="*/ 251 h 6345"/>
                  <a:gd name="connsiteX5" fmla="*/ 1061 w 6343"/>
                  <a:gd name="connsiteY5" fmla="*/ 1180 h 6345"/>
                  <a:gd name="connsiteX6" fmla="*/ 132 w 6343"/>
                  <a:gd name="connsiteY6" fmla="*/ 3424 h 6345"/>
                  <a:gd name="connsiteX7" fmla="*/ 1061 w 6343"/>
                  <a:gd name="connsiteY7" fmla="*/ 5667 h 6345"/>
                  <a:gd name="connsiteX8" fmla="*/ 3304 w 6343"/>
                  <a:gd name="connsiteY8" fmla="*/ 65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4" y="6597"/>
                    </a:moveTo>
                    <a:cubicBezTo>
                      <a:pt x="4145" y="6597"/>
                      <a:pt x="4952" y="6262"/>
                      <a:pt x="5546" y="5667"/>
                    </a:cubicBezTo>
                    <a:cubicBezTo>
                      <a:pt x="6141" y="5072"/>
                      <a:pt x="6475" y="4265"/>
                      <a:pt x="6475" y="3424"/>
                    </a:cubicBezTo>
                    <a:cubicBezTo>
                      <a:pt x="6475" y="2582"/>
                      <a:pt x="6141" y="1775"/>
                      <a:pt x="5546" y="1180"/>
                    </a:cubicBezTo>
                    <a:cubicBezTo>
                      <a:pt x="4952" y="586"/>
                      <a:pt x="4145" y="251"/>
                      <a:pt x="3304" y="251"/>
                    </a:cubicBezTo>
                    <a:cubicBezTo>
                      <a:pt x="2463" y="251"/>
                      <a:pt x="1656" y="586"/>
                      <a:pt x="1061" y="1180"/>
                    </a:cubicBezTo>
                    <a:cubicBezTo>
                      <a:pt x="466" y="1775"/>
                      <a:pt x="132" y="2582"/>
                      <a:pt x="132" y="3424"/>
                    </a:cubicBezTo>
                    <a:cubicBezTo>
                      <a:pt x="132" y="4265"/>
                      <a:pt x="466" y="5072"/>
                      <a:pt x="1061" y="5667"/>
                    </a:cubicBezTo>
                    <a:cubicBezTo>
                      <a:pt x="1656" y="6262"/>
                      <a:pt x="2463" y="6597"/>
                      <a:pt x="3304" y="65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75" name="Freeform: Shape 9474">
                <a:extLst>
                  <a:ext uri="{FF2B5EF4-FFF2-40B4-BE49-F238E27FC236}">
                    <a16:creationId xmlns:a16="http://schemas.microsoft.com/office/drawing/2014/main" id="{927064B8-6306-A451-18A7-7405B8DA1AC7}"/>
                  </a:ext>
                </a:extLst>
              </p:cNvPr>
              <p:cNvSpPr/>
              <p:nvPr/>
            </p:nvSpPr>
            <p:spPr>
              <a:xfrm>
                <a:off x="8387039" y="6194557"/>
                <a:ext cx="6343" cy="6345"/>
              </a:xfrm>
              <a:custGeom>
                <a:avLst/>
                <a:gdLst>
                  <a:gd name="connsiteX0" fmla="*/ 3327 w 6343"/>
                  <a:gd name="connsiteY0" fmla="*/ 6559 h 6345"/>
                  <a:gd name="connsiteX1" fmla="*/ 5570 w 6343"/>
                  <a:gd name="connsiteY1" fmla="*/ 5630 h 6345"/>
                  <a:gd name="connsiteX2" fmla="*/ 6499 w 6343"/>
                  <a:gd name="connsiteY2" fmla="*/ 3387 h 6345"/>
                  <a:gd name="connsiteX3" fmla="*/ 5570 w 6343"/>
                  <a:gd name="connsiteY3" fmla="*/ 1143 h 6345"/>
                  <a:gd name="connsiteX4" fmla="*/ 3327 w 6343"/>
                  <a:gd name="connsiteY4" fmla="*/ 214 h 6345"/>
                  <a:gd name="connsiteX5" fmla="*/ 1085 w 6343"/>
                  <a:gd name="connsiteY5" fmla="*/ 1143 h 6345"/>
                  <a:gd name="connsiteX6" fmla="*/ 156 w 6343"/>
                  <a:gd name="connsiteY6" fmla="*/ 3387 h 6345"/>
                  <a:gd name="connsiteX7" fmla="*/ 1085 w 6343"/>
                  <a:gd name="connsiteY7" fmla="*/ 5630 h 6345"/>
                  <a:gd name="connsiteX8" fmla="*/ 332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7" y="6559"/>
                    </a:moveTo>
                    <a:cubicBezTo>
                      <a:pt x="4169" y="6559"/>
                      <a:pt x="4975" y="6225"/>
                      <a:pt x="5570" y="5630"/>
                    </a:cubicBezTo>
                    <a:cubicBezTo>
                      <a:pt x="6165" y="5035"/>
                      <a:pt x="6499" y="4228"/>
                      <a:pt x="6499" y="3387"/>
                    </a:cubicBezTo>
                    <a:cubicBezTo>
                      <a:pt x="6499" y="2545"/>
                      <a:pt x="6165" y="1738"/>
                      <a:pt x="5570" y="1143"/>
                    </a:cubicBezTo>
                    <a:cubicBezTo>
                      <a:pt x="4975" y="548"/>
                      <a:pt x="4169" y="214"/>
                      <a:pt x="3327" y="214"/>
                    </a:cubicBezTo>
                    <a:cubicBezTo>
                      <a:pt x="2486" y="214"/>
                      <a:pt x="1680" y="548"/>
                      <a:pt x="1085" y="1143"/>
                    </a:cubicBezTo>
                    <a:cubicBezTo>
                      <a:pt x="490" y="1738"/>
                      <a:pt x="156" y="2545"/>
                      <a:pt x="156" y="3387"/>
                    </a:cubicBezTo>
                    <a:cubicBezTo>
                      <a:pt x="156" y="4228"/>
                      <a:pt x="490" y="5035"/>
                      <a:pt x="1085" y="5630"/>
                    </a:cubicBezTo>
                    <a:cubicBezTo>
                      <a:pt x="1680" y="6225"/>
                      <a:pt x="2486" y="6559"/>
                      <a:pt x="332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76" name="Freeform: Shape 9475">
                <a:extLst>
                  <a:ext uri="{FF2B5EF4-FFF2-40B4-BE49-F238E27FC236}">
                    <a16:creationId xmlns:a16="http://schemas.microsoft.com/office/drawing/2014/main" id="{D02A1F1B-7E72-7DDE-522D-9D32C0D002BA}"/>
                  </a:ext>
                </a:extLst>
              </p:cNvPr>
              <p:cNvSpPr/>
              <p:nvPr/>
            </p:nvSpPr>
            <p:spPr>
              <a:xfrm>
                <a:off x="8216417" y="6264198"/>
                <a:ext cx="6343" cy="6345"/>
              </a:xfrm>
              <a:custGeom>
                <a:avLst/>
                <a:gdLst>
                  <a:gd name="connsiteX0" fmla="*/ 3314 w 6343"/>
                  <a:gd name="connsiteY0" fmla="*/ 6565 h 6345"/>
                  <a:gd name="connsiteX1" fmla="*/ 5557 w 6343"/>
                  <a:gd name="connsiteY1" fmla="*/ 5636 h 6345"/>
                  <a:gd name="connsiteX2" fmla="*/ 6486 w 6343"/>
                  <a:gd name="connsiteY2" fmla="*/ 3392 h 6345"/>
                  <a:gd name="connsiteX3" fmla="*/ 5557 w 6343"/>
                  <a:gd name="connsiteY3" fmla="*/ 1149 h 6345"/>
                  <a:gd name="connsiteX4" fmla="*/ 3314 w 6343"/>
                  <a:gd name="connsiteY4" fmla="*/ 219 h 6345"/>
                  <a:gd name="connsiteX5" fmla="*/ 1071 w 6343"/>
                  <a:gd name="connsiteY5" fmla="*/ 1149 h 6345"/>
                  <a:gd name="connsiteX6" fmla="*/ 142 w 6343"/>
                  <a:gd name="connsiteY6" fmla="*/ 3392 h 6345"/>
                  <a:gd name="connsiteX7" fmla="*/ 1071 w 6343"/>
                  <a:gd name="connsiteY7" fmla="*/ 5636 h 6345"/>
                  <a:gd name="connsiteX8" fmla="*/ 3314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4" y="6565"/>
                    </a:moveTo>
                    <a:cubicBezTo>
                      <a:pt x="4155" y="6565"/>
                      <a:pt x="4962" y="6231"/>
                      <a:pt x="5557" y="5636"/>
                    </a:cubicBezTo>
                    <a:cubicBezTo>
                      <a:pt x="6151" y="5041"/>
                      <a:pt x="6486" y="4234"/>
                      <a:pt x="6486" y="3392"/>
                    </a:cubicBezTo>
                    <a:cubicBezTo>
                      <a:pt x="6486" y="2551"/>
                      <a:pt x="6151" y="1744"/>
                      <a:pt x="5557" y="1149"/>
                    </a:cubicBezTo>
                    <a:cubicBezTo>
                      <a:pt x="4962" y="554"/>
                      <a:pt x="4155" y="219"/>
                      <a:pt x="3314" y="219"/>
                    </a:cubicBezTo>
                    <a:cubicBezTo>
                      <a:pt x="2473" y="219"/>
                      <a:pt x="1666" y="554"/>
                      <a:pt x="1071" y="1149"/>
                    </a:cubicBezTo>
                    <a:cubicBezTo>
                      <a:pt x="477" y="1744"/>
                      <a:pt x="142" y="2551"/>
                      <a:pt x="142" y="3392"/>
                    </a:cubicBezTo>
                    <a:cubicBezTo>
                      <a:pt x="142" y="4234"/>
                      <a:pt x="477" y="5041"/>
                      <a:pt x="1071" y="5636"/>
                    </a:cubicBezTo>
                    <a:cubicBezTo>
                      <a:pt x="1666" y="6231"/>
                      <a:pt x="2473" y="6565"/>
                      <a:pt x="3314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77" name="Freeform: Shape 9476">
                <a:extLst>
                  <a:ext uri="{FF2B5EF4-FFF2-40B4-BE49-F238E27FC236}">
                    <a16:creationId xmlns:a16="http://schemas.microsoft.com/office/drawing/2014/main" id="{C87F24D8-107A-B27A-F310-9F1A08700521}"/>
                  </a:ext>
                </a:extLst>
              </p:cNvPr>
              <p:cNvSpPr/>
              <p:nvPr/>
            </p:nvSpPr>
            <p:spPr>
              <a:xfrm>
                <a:off x="8209548" y="6257377"/>
                <a:ext cx="6343" cy="6345"/>
              </a:xfrm>
              <a:custGeom>
                <a:avLst/>
                <a:gdLst>
                  <a:gd name="connsiteX0" fmla="*/ 3313 w 6343"/>
                  <a:gd name="connsiteY0" fmla="*/ 6564 h 6345"/>
                  <a:gd name="connsiteX1" fmla="*/ 5556 w 6343"/>
                  <a:gd name="connsiteY1" fmla="*/ 5635 h 6345"/>
                  <a:gd name="connsiteX2" fmla="*/ 6485 w 6343"/>
                  <a:gd name="connsiteY2" fmla="*/ 3392 h 6345"/>
                  <a:gd name="connsiteX3" fmla="*/ 5556 w 6343"/>
                  <a:gd name="connsiteY3" fmla="*/ 1148 h 6345"/>
                  <a:gd name="connsiteX4" fmla="*/ 3313 w 6343"/>
                  <a:gd name="connsiteY4" fmla="*/ 219 h 6345"/>
                  <a:gd name="connsiteX5" fmla="*/ 1071 w 6343"/>
                  <a:gd name="connsiteY5" fmla="*/ 1148 h 6345"/>
                  <a:gd name="connsiteX6" fmla="*/ 142 w 6343"/>
                  <a:gd name="connsiteY6" fmla="*/ 3392 h 6345"/>
                  <a:gd name="connsiteX7" fmla="*/ 1071 w 6343"/>
                  <a:gd name="connsiteY7" fmla="*/ 5635 h 6345"/>
                  <a:gd name="connsiteX8" fmla="*/ 3313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64"/>
                    </a:moveTo>
                    <a:cubicBezTo>
                      <a:pt x="4155" y="6564"/>
                      <a:pt x="4961" y="6230"/>
                      <a:pt x="5556" y="5635"/>
                    </a:cubicBezTo>
                    <a:cubicBezTo>
                      <a:pt x="6151" y="5040"/>
                      <a:pt x="6485" y="4233"/>
                      <a:pt x="6485" y="3392"/>
                    </a:cubicBezTo>
                    <a:cubicBezTo>
                      <a:pt x="6485" y="2550"/>
                      <a:pt x="6151" y="1743"/>
                      <a:pt x="5556" y="1148"/>
                    </a:cubicBezTo>
                    <a:cubicBezTo>
                      <a:pt x="4961" y="553"/>
                      <a:pt x="4155" y="219"/>
                      <a:pt x="3313" y="219"/>
                    </a:cubicBezTo>
                    <a:cubicBezTo>
                      <a:pt x="2472" y="219"/>
                      <a:pt x="1666" y="553"/>
                      <a:pt x="1071" y="1148"/>
                    </a:cubicBezTo>
                    <a:cubicBezTo>
                      <a:pt x="476" y="1743"/>
                      <a:pt x="142" y="2550"/>
                      <a:pt x="142" y="3392"/>
                    </a:cubicBezTo>
                    <a:cubicBezTo>
                      <a:pt x="142" y="4233"/>
                      <a:pt x="476" y="5040"/>
                      <a:pt x="1071" y="5635"/>
                    </a:cubicBezTo>
                    <a:cubicBezTo>
                      <a:pt x="1666" y="6230"/>
                      <a:pt x="2472" y="6564"/>
                      <a:pt x="3313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78" name="Freeform: Shape 9477">
                <a:extLst>
                  <a:ext uri="{FF2B5EF4-FFF2-40B4-BE49-F238E27FC236}">
                    <a16:creationId xmlns:a16="http://schemas.microsoft.com/office/drawing/2014/main" id="{31F74381-FC2D-90A7-F1A7-2D5C80C86EDB}"/>
                  </a:ext>
                </a:extLst>
              </p:cNvPr>
              <p:cNvSpPr/>
              <p:nvPr/>
            </p:nvSpPr>
            <p:spPr>
              <a:xfrm>
                <a:off x="8206250" y="6247785"/>
                <a:ext cx="6343" cy="6345"/>
              </a:xfrm>
              <a:custGeom>
                <a:avLst/>
                <a:gdLst>
                  <a:gd name="connsiteX0" fmla="*/ 3313 w 6343"/>
                  <a:gd name="connsiteY0" fmla="*/ 6564 h 6345"/>
                  <a:gd name="connsiteX1" fmla="*/ 5556 w 6343"/>
                  <a:gd name="connsiteY1" fmla="*/ 5634 h 6345"/>
                  <a:gd name="connsiteX2" fmla="*/ 6485 w 6343"/>
                  <a:gd name="connsiteY2" fmla="*/ 3391 h 6345"/>
                  <a:gd name="connsiteX3" fmla="*/ 5556 w 6343"/>
                  <a:gd name="connsiteY3" fmla="*/ 1147 h 6345"/>
                  <a:gd name="connsiteX4" fmla="*/ 3313 w 6343"/>
                  <a:gd name="connsiteY4" fmla="*/ 218 h 6345"/>
                  <a:gd name="connsiteX5" fmla="*/ 1071 w 6343"/>
                  <a:gd name="connsiteY5" fmla="*/ 1147 h 6345"/>
                  <a:gd name="connsiteX6" fmla="*/ 142 w 6343"/>
                  <a:gd name="connsiteY6" fmla="*/ 3391 h 6345"/>
                  <a:gd name="connsiteX7" fmla="*/ 1071 w 6343"/>
                  <a:gd name="connsiteY7" fmla="*/ 5634 h 6345"/>
                  <a:gd name="connsiteX8" fmla="*/ 3313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64"/>
                    </a:moveTo>
                    <a:cubicBezTo>
                      <a:pt x="4154" y="6564"/>
                      <a:pt x="4961" y="6229"/>
                      <a:pt x="5556" y="5634"/>
                    </a:cubicBezTo>
                    <a:cubicBezTo>
                      <a:pt x="6151" y="5039"/>
                      <a:pt x="6485" y="4232"/>
                      <a:pt x="6485" y="3391"/>
                    </a:cubicBezTo>
                    <a:cubicBezTo>
                      <a:pt x="6485" y="2549"/>
                      <a:pt x="6151" y="1742"/>
                      <a:pt x="5556" y="1147"/>
                    </a:cubicBezTo>
                    <a:cubicBezTo>
                      <a:pt x="4961" y="552"/>
                      <a:pt x="4154" y="218"/>
                      <a:pt x="3313" y="218"/>
                    </a:cubicBezTo>
                    <a:cubicBezTo>
                      <a:pt x="2472" y="218"/>
                      <a:pt x="1665" y="552"/>
                      <a:pt x="1071" y="1147"/>
                    </a:cubicBezTo>
                    <a:cubicBezTo>
                      <a:pt x="476" y="1742"/>
                      <a:pt x="142" y="2549"/>
                      <a:pt x="142" y="3391"/>
                    </a:cubicBezTo>
                    <a:cubicBezTo>
                      <a:pt x="142" y="4232"/>
                      <a:pt x="476" y="5039"/>
                      <a:pt x="1071" y="5634"/>
                    </a:cubicBezTo>
                    <a:cubicBezTo>
                      <a:pt x="1665" y="6229"/>
                      <a:pt x="2472" y="6564"/>
                      <a:pt x="3313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79" name="Freeform: Shape 9478">
                <a:extLst>
                  <a:ext uri="{FF2B5EF4-FFF2-40B4-BE49-F238E27FC236}">
                    <a16:creationId xmlns:a16="http://schemas.microsoft.com/office/drawing/2014/main" id="{0E982B0E-0717-CB7A-AA49-D3F7EEDE2511}"/>
                  </a:ext>
                </a:extLst>
              </p:cNvPr>
              <p:cNvSpPr/>
              <p:nvPr/>
            </p:nvSpPr>
            <p:spPr>
              <a:xfrm>
                <a:off x="8199023" y="6241233"/>
                <a:ext cx="6343" cy="6345"/>
              </a:xfrm>
              <a:custGeom>
                <a:avLst/>
                <a:gdLst>
                  <a:gd name="connsiteX0" fmla="*/ 3313 w 6343"/>
                  <a:gd name="connsiteY0" fmla="*/ 6563 h 6345"/>
                  <a:gd name="connsiteX1" fmla="*/ 5555 w 6343"/>
                  <a:gd name="connsiteY1" fmla="*/ 5634 h 6345"/>
                  <a:gd name="connsiteX2" fmla="*/ 6484 w 6343"/>
                  <a:gd name="connsiteY2" fmla="*/ 3390 h 6345"/>
                  <a:gd name="connsiteX3" fmla="*/ 5555 w 6343"/>
                  <a:gd name="connsiteY3" fmla="*/ 1147 h 6345"/>
                  <a:gd name="connsiteX4" fmla="*/ 3313 w 6343"/>
                  <a:gd name="connsiteY4" fmla="*/ 218 h 6345"/>
                  <a:gd name="connsiteX5" fmla="*/ 1070 w 6343"/>
                  <a:gd name="connsiteY5" fmla="*/ 1147 h 6345"/>
                  <a:gd name="connsiteX6" fmla="*/ 141 w 6343"/>
                  <a:gd name="connsiteY6" fmla="*/ 3390 h 6345"/>
                  <a:gd name="connsiteX7" fmla="*/ 1070 w 6343"/>
                  <a:gd name="connsiteY7" fmla="*/ 5634 h 6345"/>
                  <a:gd name="connsiteX8" fmla="*/ 3313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63"/>
                    </a:moveTo>
                    <a:cubicBezTo>
                      <a:pt x="4154" y="6563"/>
                      <a:pt x="4961" y="6229"/>
                      <a:pt x="5555" y="5634"/>
                    </a:cubicBezTo>
                    <a:cubicBezTo>
                      <a:pt x="6150" y="5039"/>
                      <a:pt x="6484" y="4232"/>
                      <a:pt x="6484" y="3390"/>
                    </a:cubicBezTo>
                    <a:cubicBezTo>
                      <a:pt x="6484" y="2549"/>
                      <a:pt x="6150" y="1742"/>
                      <a:pt x="5555" y="1147"/>
                    </a:cubicBezTo>
                    <a:cubicBezTo>
                      <a:pt x="4961" y="552"/>
                      <a:pt x="4154" y="218"/>
                      <a:pt x="3313" y="218"/>
                    </a:cubicBezTo>
                    <a:cubicBezTo>
                      <a:pt x="2472" y="218"/>
                      <a:pt x="1665" y="552"/>
                      <a:pt x="1070" y="1147"/>
                    </a:cubicBezTo>
                    <a:cubicBezTo>
                      <a:pt x="475" y="1742"/>
                      <a:pt x="141" y="2549"/>
                      <a:pt x="141" y="3390"/>
                    </a:cubicBezTo>
                    <a:cubicBezTo>
                      <a:pt x="141" y="4232"/>
                      <a:pt x="475" y="5039"/>
                      <a:pt x="1070" y="5634"/>
                    </a:cubicBezTo>
                    <a:cubicBezTo>
                      <a:pt x="1665" y="6229"/>
                      <a:pt x="2472" y="6563"/>
                      <a:pt x="3313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80" name="Freeform: Shape 9479">
                <a:extLst>
                  <a:ext uri="{FF2B5EF4-FFF2-40B4-BE49-F238E27FC236}">
                    <a16:creationId xmlns:a16="http://schemas.microsoft.com/office/drawing/2014/main" id="{23B5D7C0-BF7D-ABCD-8BDB-95715958D928}"/>
                  </a:ext>
                </a:extLst>
              </p:cNvPr>
              <p:cNvSpPr/>
              <p:nvPr/>
            </p:nvSpPr>
            <p:spPr>
              <a:xfrm>
                <a:off x="8193990" y="6233005"/>
                <a:ext cx="6343" cy="6345"/>
              </a:xfrm>
              <a:custGeom>
                <a:avLst/>
                <a:gdLst>
                  <a:gd name="connsiteX0" fmla="*/ 3312 w 6343"/>
                  <a:gd name="connsiteY0" fmla="*/ 6562 h 6345"/>
                  <a:gd name="connsiteX1" fmla="*/ 5555 w 6343"/>
                  <a:gd name="connsiteY1" fmla="*/ 5633 h 6345"/>
                  <a:gd name="connsiteX2" fmla="*/ 6484 w 6343"/>
                  <a:gd name="connsiteY2" fmla="*/ 3390 h 6345"/>
                  <a:gd name="connsiteX3" fmla="*/ 5555 w 6343"/>
                  <a:gd name="connsiteY3" fmla="*/ 1146 h 6345"/>
                  <a:gd name="connsiteX4" fmla="*/ 3312 w 6343"/>
                  <a:gd name="connsiteY4" fmla="*/ 217 h 6345"/>
                  <a:gd name="connsiteX5" fmla="*/ 1070 w 6343"/>
                  <a:gd name="connsiteY5" fmla="*/ 1146 h 6345"/>
                  <a:gd name="connsiteX6" fmla="*/ 141 w 6343"/>
                  <a:gd name="connsiteY6" fmla="*/ 3390 h 6345"/>
                  <a:gd name="connsiteX7" fmla="*/ 1070 w 6343"/>
                  <a:gd name="connsiteY7" fmla="*/ 5633 h 6345"/>
                  <a:gd name="connsiteX8" fmla="*/ 3312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2" y="6562"/>
                    </a:moveTo>
                    <a:cubicBezTo>
                      <a:pt x="4153" y="6562"/>
                      <a:pt x="4960" y="6228"/>
                      <a:pt x="5555" y="5633"/>
                    </a:cubicBezTo>
                    <a:cubicBezTo>
                      <a:pt x="6150" y="5038"/>
                      <a:pt x="6484" y="4231"/>
                      <a:pt x="6484" y="3390"/>
                    </a:cubicBezTo>
                    <a:cubicBezTo>
                      <a:pt x="6484" y="2548"/>
                      <a:pt x="6150" y="1741"/>
                      <a:pt x="5555" y="1146"/>
                    </a:cubicBezTo>
                    <a:cubicBezTo>
                      <a:pt x="4960" y="551"/>
                      <a:pt x="4153" y="217"/>
                      <a:pt x="3312" y="217"/>
                    </a:cubicBezTo>
                    <a:cubicBezTo>
                      <a:pt x="2471" y="217"/>
                      <a:pt x="1664" y="551"/>
                      <a:pt x="1070" y="1146"/>
                    </a:cubicBezTo>
                    <a:cubicBezTo>
                      <a:pt x="475" y="1741"/>
                      <a:pt x="141" y="2548"/>
                      <a:pt x="141" y="3390"/>
                    </a:cubicBezTo>
                    <a:cubicBezTo>
                      <a:pt x="141" y="4231"/>
                      <a:pt x="475" y="5038"/>
                      <a:pt x="1070" y="5633"/>
                    </a:cubicBezTo>
                    <a:cubicBezTo>
                      <a:pt x="1664" y="6228"/>
                      <a:pt x="2471" y="6562"/>
                      <a:pt x="3312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81" name="Freeform: Shape 9480">
                <a:extLst>
                  <a:ext uri="{FF2B5EF4-FFF2-40B4-BE49-F238E27FC236}">
                    <a16:creationId xmlns:a16="http://schemas.microsoft.com/office/drawing/2014/main" id="{5828583C-D96C-EC79-396F-903C5F280A95}"/>
                  </a:ext>
                </a:extLst>
              </p:cNvPr>
              <p:cNvSpPr/>
              <p:nvPr/>
            </p:nvSpPr>
            <p:spPr>
              <a:xfrm>
                <a:off x="8211423" y="6208136"/>
                <a:ext cx="6343" cy="6345"/>
              </a:xfrm>
              <a:custGeom>
                <a:avLst/>
                <a:gdLst>
                  <a:gd name="connsiteX0" fmla="*/ 3314 w 6343"/>
                  <a:gd name="connsiteY0" fmla="*/ 6560 h 6345"/>
                  <a:gd name="connsiteX1" fmla="*/ 5556 w 6343"/>
                  <a:gd name="connsiteY1" fmla="*/ 5631 h 6345"/>
                  <a:gd name="connsiteX2" fmla="*/ 6485 w 6343"/>
                  <a:gd name="connsiteY2" fmla="*/ 3388 h 6345"/>
                  <a:gd name="connsiteX3" fmla="*/ 5556 w 6343"/>
                  <a:gd name="connsiteY3" fmla="*/ 1144 h 6345"/>
                  <a:gd name="connsiteX4" fmla="*/ 3314 w 6343"/>
                  <a:gd name="connsiteY4" fmla="*/ 215 h 6345"/>
                  <a:gd name="connsiteX5" fmla="*/ 1071 w 6343"/>
                  <a:gd name="connsiteY5" fmla="*/ 1144 h 6345"/>
                  <a:gd name="connsiteX6" fmla="*/ 142 w 6343"/>
                  <a:gd name="connsiteY6" fmla="*/ 3388 h 6345"/>
                  <a:gd name="connsiteX7" fmla="*/ 1071 w 6343"/>
                  <a:gd name="connsiteY7" fmla="*/ 5631 h 6345"/>
                  <a:gd name="connsiteX8" fmla="*/ 3314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4" y="6560"/>
                    </a:moveTo>
                    <a:cubicBezTo>
                      <a:pt x="4155" y="6560"/>
                      <a:pt x="4962" y="6226"/>
                      <a:pt x="5556" y="5631"/>
                    </a:cubicBezTo>
                    <a:cubicBezTo>
                      <a:pt x="6151" y="5036"/>
                      <a:pt x="6485" y="4229"/>
                      <a:pt x="6485" y="3388"/>
                    </a:cubicBezTo>
                    <a:cubicBezTo>
                      <a:pt x="6485" y="2546"/>
                      <a:pt x="6151" y="1739"/>
                      <a:pt x="5556" y="1144"/>
                    </a:cubicBezTo>
                    <a:cubicBezTo>
                      <a:pt x="4962" y="549"/>
                      <a:pt x="4155" y="215"/>
                      <a:pt x="3314" y="215"/>
                    </a:cubicBezTo>
                    <a:cubicBezTo>
                      <a:pt x="2473" y="215"/>
                      <a:pt x="1666" y="549"/>
                      <a:pt x="1071" y="1144"/>
                    </a:cubicBezTo>
                    <a:cubicBezTo>
                      <a:pt x="476" y="1739"/>
                      <a:pt x="142" y="2546"/>
                      <a:pt x="142" y="3388"/>
                    </a:cubicBezTo>
                    <a:cubicBezTo>
                      <a:pt x="142" y="4229"/>
                      <a:pt x="476" y="5036"/>
                      <a:pt x="1071" y="5631"/>
                    </a:cubicBezTo>
                    <a:cubicBezTo>
                      <a:pt x="1666" y="6226"/>
                      <a:pt x="2473" y="6560"/>
                      <a:pt x="3314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82" name="Freeform: Shape 9481">
                <a:extLst>
                  <a:ext uri="{FF2B5EF4-FFF2-40B4-BE49-F238E27FC236}">
                    <a16:creationId xmlns:a16="http://schemas.microsoft.com/office/drawing/2014/main" id="{5547865F-186E-79C2-B187-991F257128AE}"/>
                  </a:ext>
                </a:extLst>
              </p:cNvPr>
              <p:cNvSpPr/>
              <p:nvPr/>
            </p:nvSpPr>
            <p:spPr>
              <a:xfrm>
                <a:off x="8212380" y="6195763"/>
                <a:ext cx="6343" cy="6345"/>
              </a:xfrm>
              <a:custGeom>
                <a:avLst/>
                <a:gdLst>
                  <a:gd name="connsiteX0" fmla="*/ 3314 w 6343"/>
                  <a:gd name="connsiteY0" fmla="*/ 6559 h 6345"/>
                  <a:gd name="connsiteX1" fmla="*/ 5556 w 6343"/>
                  <a:gd name="connsiteY1" fmla="*/ 5630 h 6345"/>
                  <a:gd name="connsiteX2" fmla="*/ 6485 w 6343"/>
                  <a:gd name="connsiteY2" fmla="*/ 3387 h 6345"/>
                  <a:gd name="connsiteX3" fmla="*/ 5556 w 6343"/>
                  <a:gd name="connsiteY3" fmla="*/ 1143 h 6345"/>
                  <a:gd name="connsiteX4" fmla="*/ 3314 w 6343"/>
                  <a:gd name="connsiteY4" fmla="*/ 214 h 6345"/>
                  <a:gd name="connsiteX5" fmla="*/ 1071 w 6343"/>
                  <a:gd name="connsiteY5" fmla="*/ 1143 h 6345"/>
                  <a:gd name="connsiteX6" fmla="*/ 142 w 6343"/>
                  <a:gd name="connsiteY6" fmla="*/ 3387 h 6345"/>
                  <a:gd name="connsiteX7" fmla="*/ 1071 w 6343"/>
                  <a:gd name="connsiteY7" fmla="*/ 5630 h 6345"/>
                  <a:gd name="connsiteX8" fmla="*/ 331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4" y="6559"/>
                    </a:moveTo>
                    <a:cubicBezTo>
                      <a:pt x="4155" y="6559"/>
                      <a:pt x="4962" y="6225"/>
                      <a:pt x="5556" y="5630"/>
                    </a:cubicBezTo>
                    <a:cubicBezTo>
                      <a:pt x="6151" y="5035"/>
                      <a:pt x="6485" y="4228"/>
                      <a:pt x="6485" y="3387"/>
                    </a:cubicBezTo>
                    <a:cubicBezTo>
                      <a:pt x="6485" y="2545"/>
                      <a:pt x="6151" y="1738"/>
                      <a:pt x="5556" y="1143"/>
                    </a:cubicBezTo>
                    <a:cubicBezTo>
                      <a:pt x="4962" y="548"/>
                      <a:pt x="4155" y="214"/>
                      <a:pt x="3314" y="214"/>
                    </a:cubicBezTo>
                    <a:cubicBezTo>
                      <a:pt x="2473" y="214"/>
                      <a:pt x="1666" y="548"/>
                      <a:pt x="1071" y="1143"/>
                    </a:cubicBezTo>
                    <a:cubicBezTo>
                      <a:pt x="476" y="1738"/>
                      <a:pt x="142" y="2545"/>
                      <a:pt x="142" y="3387"/>
                    </a:cubicBezTo>
                    <a:cubicBezTo>
                      <a:pt x="142" y="4228"/>
                      <a:pt x="476" y="5035"/>
                      <a:pt x="1071" y="5630"/>
                    </a:cubicBezTo>
                    <a:cubicBezTo>
                      <a:pt x="1666" y="6225"/>
                      <a:pt x="2473" y="6559"/>
                      <a:pt x="331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83" name="Freeform: Shape 9482">
                <a:extLst>
                  <a:ext uri="{FF2B5EF4-FFF2-40B4-BE49-F238E27FC236}">
                    <a16:creationId xmlns:a16="http://schemas.microsoft.com/office/drawing/2014/main" id="{7394DB22-DBF2-A615-7D27-A118F870F394}"/>
                  </a:ext>
                </a:extLst>
              </p:cNvPr>
              <p:cNvSpPr/>
              <p:nvPr/>
            </p:nvSpPr>
            <p:spPr>
              <a:xfrm>
                <a:off x="8206567" y="6188405"/>
                <a:ext cx="6343" cy="6345"/>
              </a:xfrm>
              <a:custGeom>
                <a:avLst/>
                <a:gdLst>
                  <a:gd name="connsiteX0" fmla="*/ 3313 w 6343"/>
                  <a:gd name="connsiteY0" fmla="*/ 6559 h 6345"/>
                  <a:gd name="connsiteX1" fmla="*/ 5556 w 6343"/>
                  <a:gd name="connsiteY1" fmla="*/ 5630 h 6345"/>
                  <a:gd name="connsiteX2" fmla="*/ 6485 w 6343"/>
                  <a:gd name="connsiteY2" fmla="*/ 3386 h 6345"/>
                  <a:gd name="connsiteX3" fmla="*/ 5556 w 6343"/>
                  <a:gd name="connsiteY3" fmla="*/ 1143 h 6345"/>
                  <a:gd name="connsiteX4" fmla="*/ 3313 w 6343"/>
                  <a:gd name="connsiteY4" fmla="*/ 213 h 6345"/>
                  <a:gd name="connsiteX5" fmla="*/ 1071 w 6343"/>
                  <a:gd name="connsiteY5" fmla="*/ 1143 h 6345"/>
                  <a:gd name="connsiteX6" fmla="*/ 142 w 6343"/>
                  <a:gd name="connsiteY6" fmla="*/ 3386 h 6345"/>
                  <a:gd name="connsiteX7" fmla="*/ 1071 w 6343"/>
                  <a:gd name="connsiteY7" fmla="*/ 5630 h 6345"/>
                  <a:gd name="connsiteX8" fmla="*/ 331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59"/>
                    </a:moveTo>
                    <a:cubicBezTo>
                      <a:pt x="4154" y="6559"/>
                      <a:pt x="4961" y="6225"/>
                      <a:pt x="5556" y="5630"/>
                    </a:cubicBezTo>
                    <a:cubicBezTo>
                      <a:pt x="6151" y="5035"/>
                      <a:pt x="6485" y="4228"/>
                      <a:pt x="6485" y="3386"/>
                    </a:cubicBezTo>
                    <a:cubicBezTo>
                      <a:pt x="6485" y="2545"/>
                      <a:pt x="6151" y="1738"/>
                      <a:pt x="5556" y="1143"/>
                    </a:cubicBezTo>
                    <a:cubicBezTo>
                      <a:pt x="4961" y="548"/>
                      <a:pt x="4154" y="213"/>
                      <a:pt x="3313" y="213"/>
                    </a:cubicBezTo>
                    <a:cubicBezTo>
                      <a:pt x="2472" y="213"/>
                      <a:pt x="1665" y="548"/>
                      <a:pt x="1071" y="1143"/>
                    </a:cubicBezTo>
                    <a:cubicBezTo>
                      <a:pt x="476" y="1738"/>
                      <a:pt x="142" y="2545"/>
                      <a:pt x="142" y="3386"/>
                    </a:cubicBezTo>
                    <a:cubicBezTo>
                      <a:pt x="142" y="4228"/>
                      <a:pt x="476" y="5035"/>
                      <a:pt x="1071" y="5630"/>
                    </a:cubicBezTo>
                    <a:cubicBezTo>
                      <a:pt x="1665" y="6225"/>
                      <a:pt x="2472" y="6559"/>
                      <a:pt x="331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84" name="Freeform: Shape 9483">
                <a:extLst>
                  <a:ext uri="{FF2B5EF4-FFF2-40B4-BE49-F238E27FC236}">
                    <a16:creationId xmlns:a16="http://schemas.microsoft.com/office/drawing/2014/main" id="{59B14AB0-CDDD-AC16-CC1B-B50E952C5F65}"/>
                  </a:ext>
                </a:extLst>
              </p:cNvPr>
              <p:cNvSpPr/>
              <p:nvPr/>
            </p:nvSpPr>
            <p:spPr>
              <a:xfrm>
                <a:off x="8191742" y="6187467"/>
                <a:ext cx="6343" cy="6345"/>
              </a:xfrm>
              <a:custGeom>
                <a:avLst/>
                <a:gdLst>
                  <a:gd name="connsiteX0" fmla="*/ 3312 w 6343"/>
                  <a:gd name="connsiteY0" fmla="*/ 6559 h 6345"/>
                  <a:gd name="connsiteX1" fmla="*/ 5555 w 6343"/>
                  <a:gd name="connsiteY1" fmla="*/ 5630 h 6345"/>
                  <a:gd name="connsiteX2" fmla="*/ 6484 w 6343"/>
                  <a:gd name="connsiteY2" fmla="*/ 3386 h 6345"/>
                  <a:gd name="connsiteX3" fmla="*/ 5555 w 6343"/>
                  <a:gd name="connsiteY3" fmla="*/ 1143 h 6345"/>
                  <a:gd name="connsiteX4" fmla="*/ 3312 w 6343"/>
                  <a:gd name="connsiteY4" fmla="*/ 213 h 6345"/>
                  <a:gd name="connsiteX5" fmla="*/ 1069 w 6343"/>
                  <a:gd name="connsiteY5" fmla="*/ 1143 h 6345"/>
                  <a:gd name="connsiteX6" fmla="*/ 141 w 6343"/>
                  <a:gd name="connsiteY6" fmla="*/ 3386 h 6345"/>
                  <a:gd name="connsiteX7" fmla="*/ 1069 w 6343"/>
                  <a:gd name="connsiteY7" fmla="*/ 5630 h 6345"/>
                  <a:gd name="connsiteX8" fmla="*/ 331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2" y="6559"/>
                    </a:moveTo>
                    <a:cubicBezTo>
                      <a:pt x="4153" y="6559"/>
                      <a:pt x="4960" y="6224"/>
                      <a:pt x="5555" y="5630"/>
                    </a:cubicBezTo>
                    <a:cubicBezTo>
                      <a:pt x="6149" y="5035"/>
                      <a:pt x="6484" y="4228"/>
                      <a:pt x="6484" y="3386"/>
                    </a:cubicBezTo>
                    <a:cubicBezTo>
                      <a:pt x="6484" y="2545"/>
                      <a:pt x="6149" y="1738"/>
                      <a:pt x="5555" y="1143"/>
                    </a:cubicBezTo>
                    <a:cubicBezTo>
                      <a:pt x="4960" y="548"/>
                      <a:pt x="4153" y="213"/>
                      <a:pt x="3312" y="213"/>
                    </a:cubicBezTo>
                    <a:cubicBezTo>
                      <a:pt x="2471" y="213"/>
                      <a:pt x="1664" y="548"/>
                      <a:pt x="1069" y="1143"/>
                    </a:cubicBezTo>
                    <a:cubicBezTo>
                      <a:pt x="475" y="1738"/>
                      <a:pt x="141" y="2545"/>
                      <a:pt x="141" y="3386"/>
                    </a:cubicBezTo>
                    <a:cubicBezTo>
                      <a:pt x="141" y="4228"/>
                      <a:pt x="475" y="5035"/>
                      <a:pt x="1069" y="5630"/>
                    </a:cubicBezTo>
                    <a:cubicBezTo>
                      <a:pt x="1664" y="6224"/>
                      <a:pt x="2471" y="6559"/>
                      <a:pt x="331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85" name="Freeform: Shape 9484">
                <a:extLst>
                  <a:ext uri="{FF2B5EF4-FFF2-40B4-BE49-F238E27FC236}">
                    <a16:creationId xmlns:a16="http://schemas.microsoft.com/office/drawing/2014/main" id="{6CB7958B-6CBA-CB14-C0A0-2B5FA594D2E1}"/>
                  </a:ext>
                </a:extLst>
              </p:cNvPr>
              <p:cNvSpPr/>
              <p:nvPr/>
            </p:nvSpPr>
            <p:spPr>
              <a:xfrm>
                <a:off x="8179298" y="6184681"/>
                <a:ext cx="6343" cy="6345"/>
              </a:xfrm>
              <a:custGeom>
                <a:avLst/>
                <a:gdLst>
                  <a:gd name="connsiteX0" fmla="*/ 3311 w 6343"/>
                  <a:gd name="connsiteY0" fmla="*/ 6559 h 6345"/>
                  <a:gd name="connsiteX1" fmla="*/ 5554 w 6343"/>
                  <a:gd name="connsiteY1" fmla="*/ 5629 h 6345"/>
                  <a:gd name="connsiteX2" fmla="*/ 6483 w 6343"/>
                  <a:gd name="connsiteY2" fmla="*/ 3386 h 6345"/>
                  <a:gd name="connsiteX3" fmla="*/ 5554 w 6343"/>
                  <a:gd name="connsiteY3" fmla="*/ 1142 h 6345"/>
                  <a:gd name="connsiteX4" fmla="*/ 3311 w 6343"/>
                  <a:gd name="connsiteY4" fmla="*/ 213 h 6345"/>
                  <a:gd name="connsiteX5" fmla="*/ 1068 w 6343"/>
                  <a:gd name="connsiteY5" fmla="*/ 1142 h 6345"/>
                  <a:gd name="connsiteX6" fmla="*/ 140 w 6343"/>
                  <a:gd name="connsiteY6" fmla="*/ 3386 h 6345"/>
                  <a:gd name="connsiteX7" fmla="*/ 1068 w 6343"/>
                  <a:gd name="connsiteY7" fmla="*/ 5629 h 6345"/>
                  <a:gd name="connsiteX8" fmla="*/ 331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1" y="6559"/>
                    </a:moveTo>
                    <a:cubicBezTo>
                      <a:pt x="4152" y="6559"/>
                      <a:pt x="4959" y="6224"/>
                      <a:pt x="5554" y="5629"/>
                    </a:cubicBezTo>
                    <a:cubicBezTo>
                      <a:pt x="6148" y="5034"/>
                      <a:pt x="6483" y="4227"/>
                      <a:pt x="6483" y="3386"/>
                    </a:cubicBezTo>
                    <a:cubicBezTo>
                      <a:pt x="6483" y="2544"/>
                      <a:pt x="6148" y="1737"/>
                      <a:pt x="5554" y="1142"/>
                    </a:cubicBezTo>
                    <a:cubicBezTo>
                      <a:pt x="4959" y="547"/>
                      <a:pt x="4152" y="213"/>
                      <a:pt x="3311" y="213"/>
                    </a:cubicBezTo>
                    <a:cubicBezTo>
                      <a:pt x="2470" y="213"/>
                      <a:pt x="1663" y="547"/>
                      <a:pt x="1068" y="1142"/>
                    </a:cubicBezTo>
                    <a:cubicBezTo>
                      <a:pt x="474" y="1737"/>
                      <a:pt x="140" y="2544"/>
                      <a:pt x="140" y="3386"/>
                    </a:cubicBezTo>
                    <a:cubicBezTo>
                      <a:pt x="140" y="4227"/>
                      <a:pt x="474" y="5034"/>
                      <a:pt x="1068" y="5629"/>
                    </a:cubicBezTo>
                    <a:cubicBezTo>
                      <a:pt x="1663" y="6224"/>
                      <a:pt x="2470" y="6559"/>
                      <a:pt x="331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86" name="Freeform: Shape 9485">
                <a:extLst>
                  <a:ext uri="{FF2B5EF4-FFF2-40B4-BE49-F238E27FC236}">
                    <a16:creationId xmlns:a16="http://schemas.microsoft.com/office/drawing/2014/main" id="{1B21892C-7AEF-3853-593A-0C2BEE9E83A6}"/>
                  </a:ext>
                </a:extLst>
              </p:cNvPr>
              <p:cNvSpPr/>
              <p:nvPr/>
            </p:nvSpPr>
            <p:spPr>
              <a:xfrm>
                <a:off x="8111035" y="6196489"/>
                <a:ext cx="6343" cy="6345"/>
              </a:xfrm>
              <a:custGeom>
                <a:avLst/>
                <a:gdLst>
                  <a:gd name="connsiteX0" fmla="*/ 3306 w 6343"/>
                  <a:gd name="connsiteY0" fmla="*/ 6560 h 6345"/>
                  <a:gd name="connsiteX1" fmla="*/ 5548 w 6343"/>
                  <a:gd name="connsiteY1" fmla="*/ 5630 h 6345"/>
                  <a:gd name="connsiteX2" fmla="*/ 6477 w 6343"/>
                  <a:gd name="connsiteY2" fmla="*/ 3387 h 6345"/>
                  <a:gd name="connsiteX3" fmla="*/ 5548 w 6343"/>
                  <a:gd name="connsiteY3" fmla="*/ 1143 h 6345"/>
                  <a:gd name="connsiteX4" fmla="*/ 3306 w 6343"/>
                  <a:gd name="connsiteY4" fmla="*/ 214 h 6345"/>
                  <a:gd name="connsiteX5" fmla="*/ 1063 w 6343"/>
                  <a:gd name="connsiteY5" fmla="*/ 1143 h 6345"/>
                  <a:gd name="connsiteX6" fmla="*/ 134 w 6343"/>
                  <a:gd name="connsiteY6" fmla="*/ 3387 h 6345"/>
                  <a:gd name="connsiteX7" fmla="*/ 1063 w 6343"/>
                  <a:gd name="connsiteY7" fmla="*/ 5630 h 6345"/>
                  <a:gd name="connsiteX8" fmla="*/ 3306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6" y="6560"/>
                    </a:moveTo>
                    <a:cubicBezTo>
                      <a:pt x="4147" y="6560"/>
                      <a:pt x="4954" y="6225"/>
                      <a:pt x="5548" y="5630"/>
                    </a:cubicBezTo>
                    <a:cubicBezTo>
                      <a:pt x="6143" y="5035"/>
                      <a:pt x="6477" y="4228"/>
                      <a:pt x="6477" y="3387"/>
                    </a:cubicBezTo>
                    <a:cubicBezTo>
                      <a:pt x="6477" y="2545"/>
                      <a:pt x="6143" y="1738"/>
                      <a:pt x="5548" y="1143"/>
                    </a:cubicBezTo>
                    <a:cubicBezTo>
                      <a:pt x="4954" y="548"/>
                      <a:pt x="4147" y="214"/>
                      <a:pt x="3306" y="214"/>
                    </a:cubicBezTo>
                    <a:cubicBezTo>
                      <a:pt x="2465" y="214"/>
                      <a:pt x="1658" y="548"/>
                      <a:pt x="1063" y="1143"/>
                    </a:cubicBezTo>
                    <a:cubicBezTo>
                      <a:pt x="468" y="1738"/>
                      <a:pt x="134" y="2545"/>
                      <a:pt x="134" y="3387"/>
                    </a:cubicBezTo>
                    <a:cubicBezTo>
                      <a:pt x="134" y="4228"/>
                      <a:pt x="468" y="5035"/>
                      <a:pt x="1063" y="5630"/>
                    </a:cubicBezTo>
                    <a:cubicBezTo>
                      <a:pt x="1658" y="6225"/>
                      <a:pt x="2465" y="6560"/>
                      <a:pt x="3306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87" name="Freeform: Shape 9486">
                <a:extLst>
                  <a:ext uri="{FF2B5EF4-FFF2-40B4-BE49-F238E27FC236}">
                    <a16:creationId xmlns:a16="http://schemas.microsoft.com/office/drawing/2014/main" id="{0DB276F5-A2B7-0D8D-E15E-6E45A11DAC13}"/>
                  </a:ext>
                </a:extLst>
              </p:cNvPr>
              <p:cNvSpPr/>
              <p:nvPr/>
            </p:nvSpPr>
            <p:spPr>
              <a:xfrm>
                <a:off x="8095658" y="6182957"/>
                <a:ext cx="6343" cy="6345"/>
              </a:xfrm>
              <a:custGeom>
                <a:avLst/>
                <a:gdLst>
                  <a:gd name="connsiteX0" fmla="*/ 3305 w 6343"/>
                  <a:gd name="connsiteY0" fmla="*/ 6558 h 6345"/>
                  <a:gd name="connsiteX1" fmla="*/ 5547 w 6343"/>
                  <a:gd name="connsiteY1" fmla="*/ 5629 h 6345"/>
                  <a:gd name="connsiteX2" fmla="*/ 6476 w 6343"/>
                  <a:gd name="connsiteY2" fmla="*/ 3386 h 6345"/>
                  <a:gd name="connsiteX3" fmla="*/ 5547 w 6343"/>
                  <a:gd name="connsiteY3" fmla="*/ 1142 h 6345"/>
                  <a:gd name="connsiteX4" fmla="*/ 3305 w 6343"/>
                  <a:gd name="connsiteY4" fmla="*/ 213 h 6345"/>
                  <a:gd name="connsiteX5" fmla="*/ 1062 w 6343"/>
                  <a:gd name="connsiteY5" fmla="*/ 1142 h 6345"/>
                  <a:gd name="connsiteX6" fmla="*/ 133 w 6343"/>
                  <a:gd name="connsiteY6" fmla="*/ 3386 h 6345"/>
                  <a:gd name="connsiteX7" fmla="*/ 1062 w 6343"/>
                  <a:gd name="connsiteY7" fmla="*/ 5629 h 6345"/>
                  <a:gd name="connsiteX8" fmla="*/ 330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5" y="6558"/>
                    </a:moveTo>
                    <a:cubicBezTo>
                      <a:pt x="4146" y="6558"/>
                      <a:pt x="4952" y="6224"/>
                      <a:pt x="5547" y="5629"/>
                    </a:cubicBezTo>
                    <a:cubicBezTo>
                      <a:pt x="6142" y="5034"/>
                      <a:pt x="6476" y="4227"/>
                      <a:pt x="6476" y="3386"/>
                    </a:cubicBezTo>
                    <a:cubicBezTo>
                      <a:pt x="6476" y="2544"/>
                      <a:pt x="6142" y="1737"/>
                      <a:pt x="5547" y="1142"/>
                    </a:cubicBezTo>
                    <a:cubicBezTo>
                      <a:pt x="4952" y="547"/>
                      <a:pt x="4146" y="213"/>
                      <a:pt x="3305" y="213"/>
                    </a:cubicBezTo>
                    <a:cubicBezTo>
                      <a:pt x="2463" y="213"/>
                      <a:pt x="1657" y="547"/>
                      <a:pt x="1062" y="1142"/>
                    </a:cubicBezTo>
                    <a:cubicBezTo>
                      <a:pt x="467" y="1737"/>
                      <a:pt x="133" y="2544"/>
                      <a:pt x="133" y="3386"/>
                    </a:cubicBezTo>
                    <a:cubicBezTo>
                      <a:pt x="133" y="4227"/>
                      <a:pt x="467" y="5034"/>
                      <a:pt x="1062" y="5629"/>
                    </a:cubicBezTo>
                    <a:cubicBezTo>
                      <a:pt x="1657" y="6224"/>
                      <a:pt x="2463" y="6558"/>
                      <a:pt x="330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88" name="Freeform: Shape 9487">
                <a:extLst>
                  <a:ext uri="{FF2B5EF4-FFF2-40B4-BE49-F238E27FC236}">
                    <a16:creationId xmlns:a16="http://schemas.microsoft.com/office/drawing/2014/main" id="{7F049141-F89F-134D-6FEC-AE74C7D0942D}"/>
                  </a:ext>
                </a:extLst>
              </p:cNvPr>
              <p:cNvSpPr/>
              <p:nvPr/>
            </p:nvSpPr>
            <p:spPr>
              <a:xfrm>
                <a:off x="7835661" y="6326212"/>
                <a:ext cx="6343" cy="6345"/>
              </a:xfrm>
              <a:custGeom>
                <a:avLst/>
                <a:gdLst>
                  <a:gd name="connsiteX0" fmla="*/ 3284 w 6343"/>
                  <a:gd name="connsiteY0" fmla="*/ 6570 h 6345"/>
                  <a:gd name="connsiteX1" fmla="*/ 5527 w 6343"/>
                  <a:gd name="connsiteY1" fmla="*/ 5640 h 6345"/>
                  <a:gd name="connsiteX2" fmla="*/ 6456 w 6343"/>
                  <a:gd name="connsiteY2" fmla="*/ 3397 h 6345"/>
                  <a:gd name="connsiteX3" fmla="*/ 5527 w 6343"/>
                  <a:gd name="connsiteY3" fmla="*/ 1154 h 6345"/>
                  <a:gd name="connsiteX4" fmla="*/ 3284 w 6343"/>
                  <a:gd name="connsiteY4" fmla="*/ 224 h 6345"/>
                  <a:gd name="connsiteX5" fmla="*/ 1041 w 6343"/>
                  <a:gd name="connsiteY5" fmla="*/ 1154 h 6345"/>
                  <a:gd name="connsiteX6" fmla="*/ 112 w 6343"/>
                  <a:gd name="connsiteY6" fmla="*/ 3397 h 6345"/>
                  <a:gd name="connsiteX7" fmla="*/ 1041 w 6343"/>
                  <a:gd name="connsiteY7" fmla="*/ 5640 h 6345"/>
                  <a:gd name="connsiteX8" fmla="*/ 328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84" y="6570"/>
                    </a:moveTo>
                    <a:cubicBezTo>
                      <a:pt x="4125" y="6570"/>
                      <a:pt x="4932" y="6235"/>
                      <a:pt x="5527" y="5640"/>
                    </a:cubicBezTo>
                    <a:cubicBezTo>
                      <a:pt x="6121" y="5045"/>
                      <a:pt x="6456" y="4238"/>
                      <a:pt x="6456" y="3397"/>
                    </a:cubicBezTo>
                    <a:cubicBezTo>
                      <a:pt x="6456" y="2556"/>
                      <a:pt x="6121" y="1749"/>
                      <a:pt x="5527" y="1154"/>
                    </a:cubicBezTo>
                    <a:cubicBezTo>
                      <a:pt x="4932" y="559"/>
                      <a:pt x="4125" y="224"/>
                      <a:pt x="3284" y="224"/>
                    </a:cubicBezTo>
                    <a:cubicBezTo>
                      <a:pt x="2443" y="224"/>
                      <a:pt x="1636" y="559"/>
                      <a:pt x="1041" y="1154"/>
                    </a:cubicBezTo>
                    <a:cubicBezTo>
                      <a:pt x="447" y="1749"/>
                      <a:pt x="112" y="2556"/>
                      <a:pt x="112" y="3397"/>
                    </a:cubicBezTo>
                    <a:cubicBezTo>
                      <a:pt x="112" y="4238"/>
                      <a:pt x="447" y="5045"/>
                      <a:pt x="1041" y="5640"/>
                    </a:cubicBezTo>
                    <a:cubicBezTo>
                      <a:pt x="1636" y="6235"/>
                      <a:pt x="2443" y="6570"/>
                      <a:pt x="328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89" name="Freeform: Shape 9488">
                <a:extLst>
                  <a:ext uri="{FF2B5EF4-FFF2-40B4-BE49-F238E27FC236}">
                    <a16:creationId xmlns:a16="http://schemas.microsoft.com/office/drawing/2014/main" id="{78156C28-D462-3D57-846D-C69A513AA228}"/>
                  </a:ext>
                </a:extLst>
              </p:cNvPr>
              <p:cNvSpPr/>
              <p:nvPr/>
            </p:nvSpPr>
            <p:spPr>
              <a:xfrm>
                <a:off x="8666904" y="5759863"/>
                <a:ext cx="6343" cy="6345"/>
              </a:xfrm>
              <a:custGeom>
                <a:avLst/>
                <a:gdLst>
                  <a:gd name="connsiteX0" fmla="*/ 3350 w 6343"/>
                  <a:gd name="connsiteY0" fmla="*/ 6525 h 6345"/>
                  <a:gd name="connsiteX1" fmla="*/ 5592 w 6343"/>
                  <a:gd name="connsiteY1" fmla="*/ 5596 h 6345"/>
                  <a:gd name="connsiteX2" fmla="*/ 6521 w 6343"/>
                  <a:gd name="connsiteY2" fmla="*/ 3352 h 6345"/>
                  <a:gd name="connsiteX3" fmla="*/ 5592 w 6343"/>
                  <a:gd name="connsiteY3" fmla="*/ 1109 h 6345"/>
                  <a:gd name="connsiteX4" fmla="*/ 3350 w 6343"/>
                  <a:gd name="connsiteY4" fmla="*/ 180 h 6345"/>
                  <a:gd name="connsiteX5" fmla="*/ 1107 w 6343"/>
                  <a:gd name="connsiteY5" fmla="*/ 1109 h 6345"/>
                  <a:gd name="connsiteX6" fmla="*/ 178 w 6343"/>
                  <a:gd name="connsiteY6" fmla="*/ 3352 h 6345"/>
                  <a:gd name="connsiteX7" fmla="*/ 1107 w 6343"/>
                  <a:gd name="connsiteY7" fmla="*/ 5596 h 6345"/>
                  <a:gd name="connsiteX8" fmla="*/ 335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25"/>
                    </a:moveTo>
                    <a:cubicBezTo>
                      <a:pt x="4191" y="6525"/>
                      <a:pt x="4997" y="6191"/>
                      <a:pt x="5592" y="5596"/>
                    </a:cubicBezTo>
                    <a:cubicBezTo>
                      <a:pt x="6187" y="5001"/>
                      <a:pt x="6521" y="4194"/>
                      <a:pt x="6521" y="3352"/>
                    </a:cubicBezTo>
                    <a:cubicBezTo>
                      <a:pt x="6521" y="2511"/>
                      <a:pt x="6187" y="1704"/>
                      <a:pt x="5592" y="1109"/>
                    </a:cubicBezTo>
                    <a:cubicBezTo>
                      <a:pt x="4997" y="514"/>
                      <a:pt x="4191" y="180"/>
                      <a:pt x="3350" y="180"/>
                    </a:cubicBezTo>
                    <a:cubicBezTo>
                      <a:pt x="2508" y="180"/>
                      <a:pt x="1702" y="514"/>
                      <a:pt x="1107" y="1109"/>
                    </a:cubicBezTo>
                    <a:cubicBezTo>
                      <a:pt x="512" y="1704"/>
                      <a:pt x="178" y="2511"/>
                      <a:pt x="178" y="3352"/>
                    </a:cubicBezTo>
                    <a:cubicBezTo>
                      <a:pt x="178" y="4194"/>
                      <a:pt x="512" y="5001"/>
                      <a:pt x="1107" y="5596"/>
                    </a:cubicBezTo>
                    <a:cubicBezTo>
                      <a:pt x="1702" y="6191"/>
                      <a:pt x="2508" y="6525"/>
                      <a:pt x="335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90" name="Freeform: Shape 9489">
                <a:extLst>
                  <a:ext uri="{FF2B5EF4-FFF2-40B4-BE49-F238E27FC236}">
                    <a16:creationId xmlns:a16="http://schemas.microsoft.com/office/drawing/2014/main" id="{69918A14-C332-8AF7-DC95-E292DBC3A054}"/>
                  </a:ext>
                </a:extLst>
              </p:cNvPr>
              <p:cNvSpPr/>
              <p:nvPr/>
            </p:nvSpPr>
            <p:spPr>
              <a:xfrm>
                <a:off x="8665306" y="5754346"/>
                <a:ext cx="6343" cy="6345"/>
              </a:xfrm>
              <a:custGeom>
                <a:avLst/>
                <a:gdLst>
                  <a:gd name="connsiteX0" fmla="*/ 3349 w 6343"/>
                  <a:gd name="connsiteY0" fmla="*/ 6525 h 6345"/>
                  <a:gd name="connsiteX1" fmla="*/ 5592 w 6343"/>
                  <a:gd name="connsiteY1" fmla="*/ 5595 h 6345"/>
                  <a:gd name="connsiteX2" fmla="*/ 6521 w 6343"/>
                  <a:gd name="connsiteY2" fmla="*/ 3352 h 6345"/>
                  <a:gd name="connsiteX3" fmla="*/ 5592 w 6343"/>
                  <a:gd name="connsiteY3" fmla="*/ 1109 h 6345"/>
                  <a:gd name="connsiteX4" fmla="*/ 3349 w 6343"/>
                  <a:gd name="connsiteY4" fmla="*/ 179 h 6345"/>
                  <a:gd name="connsiteX5" fmla="*/ 1107 w 6343"/>
                  <a:gd name="connsiteY5" fmla="*/ 1109 h 6345"/>
                  <a:gd name="connsiteX6" fmla="*/ 178 w 6343"/>
                  <a:gd name="connsiteY6" fmla="*/ 3352 h 6345"/>
                  <a:gd name="connsiteX7" fmla="*/ 1107 w 6343"/>
                  <a:gd name="connsiteY7" fmla="*/ 5595 h 6345"/>
                  <a:gd name="connsiteX8" fmla="*/ 3349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25"/>
                    </a:moveTo>
                    <a:cubicBezTo>
                      <a:pt x="4191" y="6525"/>
                      <a:pt x="4997" y="6190"/>
                      <a:pt x="5592" y="5595"/>
                    </a:cubicBezTo>
                    <a:cubicBezTo>
                      <a:pt x="6187" y="5000"/>
                      <a:pt x="6521" y="4193"/>
                      <a:pt x="6521" y="3352"/>
                    </a:cubicBezTo>
                    <a:cubicBezTo>
                      <a:pt x="6521" y="2511"/>
                      <a:pt x="6187" y="1703"/>
                      <a:pt x="5592" y="1109"/>
                    </a:cubicBezTo>
                    <a:cubicBezTo>
                      <a:pt x="4997" y="514"/>
                      <a:pt x="4191" y="179"/>
                      <a:pt x="3349" y="179"/>
                    </a:cubicBezTo>
                    <a:cubicBezTo>
                      <a:pt x="2508" y="179"/>
                      <a:pt x="1702" y="514"/>
                      <a:pt x="1107" y="1109"/>
                    </a:cubicBezTo>
                    <a:cubicBezTo>
                      <a:pt x="512" y="1703"/>
                      <a:pt x="178" y="2511"/>
                      <a:pt x="178" y="3352"/>
                    </a:cubicBezTo>
                    <a:cubicBezTo>
                      <a:pt x="178" y="4193"/>
                      <a:pt x="512" y="5000"/>
                      <a:pt x="1107" y="5595"/>
                    </a:cubicBezTo>
                    <a:cubicBezTo>
                      <a:pt x="1702" y="6190"/>
                      <a:pt x="2508" y="6525"/>
                      <a:pt x="3349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91" name="Freeform: Shape 9490">
                <a:extLst>
                  <a:ext uri="{FF2B5EF4-FFF2-40B4-BE49-F238E27FC236}">
                    <a16:creationId xmlns:a16="http://schemas.microsoft.com/office/drawing/2014/main" id="{EF0E4357-BF42-D5F0-BCBE-EE33151BAF11}"/>
                  </a:ext>
                </a:extLst>
              </p:cNvPr>
              <p:cNvSpPr/>
              <p:nvPr/>
            </p:nvSpPr>
            <p:spPr>
              <a:xfrm>
                <a:off x="8331939" y="5762569"/>
                <a:ext cx="6343" cy="6345"/>
              </a:xfrm>
              <a:custGeom>
                <a:avLst/>
                <a:gdLst>
                  <a:gd name="connsiteX0" fmla="*/ 3323 w 6343"/>
                  <a:gd name="connsiteY0" fmla="*/ 6525 h 6345"/>
                  <a:gd name="connsiteX1" fmla="*/ 5566 w 6343"/>
                  <a:gd name="connsiteY1" fmla="*/ 5596 h 6345"/>
                  <a:gd name="connsiteX2" fmla="*/ 6495 w 6343"/>
                  <a:gd name="connsiteY2" fmla="*/ 3353 h 6345"/>
                  <a:gd name="connsiteX3" fmla="*/ 5566 w 6343"/>
                  <a:gd name="connsiteY3" fmla="*/ 1109 h 6345"/>
                  <a:gd name="connsiteX4" fmla="*/ 3323 w 6343"/>
                  <a:gd name="connsiteY4" fmla="*/ 180 h 6345"/>
                  <a:gd name="connsiteX5" fmla="*/ 1080 w 6343"/>
                  <a:gd name="connsiteY5" fmla="*/ 1109 h 6345"/>
                  <a:gd name="connsiteX6" fmla="*/ 152 w 6343"/>
                  <a:gd name="connsiteY6" fmla="*/ 3353 h 6345"/>
                  <a:gd name="connsiteX7" fmla="*/ 1080 w 6343"/>
                  <a:gd name="connsiteY7" fmla="*/ 5596 h 6345"/>
                  <a:gd name="connsiteX8" fmla="*/ 332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525"/>
                    </a:moveTo>
                    <a:cubicBezTo>
                      <a:pt x="4164" y="6525"/>
                      <a:pt x="4971" y="6191"/>
                      <a:pt x="5566" y="5596"/>
                    </a:cubicBezTo>
                    <a:cubicBezTo>
                      <a:pt x="6161" y="5001"/>
                      <a:pt x="6495" y="4194"/>
                      <a:pt x="6495" y="3353"/>
                    </a:cubicBezTo>
                    <a:cubicBezTo>
                      <a:pt x="6495" y="2511"/>
                      <a:pt x="6161" y="1704"/>
                      <a:pt x="5566" y="1109"/>
                    </a:cubicBezTo>
                    <a:cubicBezTo>
                      <a:pt x="4971" y="514"/>
                      <a:pt x="4164" y="180"/>
                      <a:pt x="3323" y="180"/>
                    </a:cubicBezTo>
                    <a:cubicBezTo>
                      <a:pt x="2482" y="180"/>
                      <a:pt x="1675" y="514"/>
                      <a:pt x="1080" y="1109"/>
                    </a:cubicBezTo>
                    <a:cubicBezTo>
                      <a:pt x="486" y="1704"/>
                      <a:pt x="152" y="2511"/>
                      <a:pt x="152" y="3353"/>
                    </a:cubicBezTo>
                    <a:cubicBezTo>
                      <a:pt x="152" y="4194"/>
                      <a:pt x="486" y="5001"/>
                      <a:pt x="1080" y="5596"/>
                    </a:cubicBezTo>
                    <a:cubicBezTo>
                      <a:pt x="1675" y="6191"/>
                      <a:pt x="2482" y="6525"/>
                      <a:pt x="332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92" name="Freeform: Shape 9491">
                <a:extLst>
                  <a:ext uri="{FF2B5EF4-FFF2-40B4-BE49-F238E27FC236}">
                    <a16:creationId xmlns:a16="http://schemas.microsoft.com/office/drawing/2014/main" id="{D512E501-E7AF-5FCE-C41D-5369ABF9E9A3}"/>
                  </a:ext>
                </a:extLst>
              </p:cNvPr>
              <p:cNvSpPr/>
              <p:nvPr/>
            </p:nvSpPr>
            <p:spPr>
              <a:xfrm>
                <a:off x="8332453" y="5754338"/>
                <a:ext cx="6343" cy="6345"/>
              </a:xfrm>
              <a:custGeom>
                <a:avLst/>
                <a:gdLst>
                  <a:gd name="connsiteX0" fmla="*/ 3323 w 6343"/>
                  <a:gd name="connsiteY0" fmla="*/ 6525 h 6345"/>
                  <a:gd name="connsiteX1" fmla="*/ 5566 w 6343"/>
                  <a:gd name="connsiteY1" fmla="*/ 5595 h 6345"/>
                  <a:gd name="connsiteX2" fmla="*/ 6495 w 6343"/>
                  <a:gd name="connsiteY2" fmla="*/ 3352 h 6345"/>
                  <a:gd name="connsiteX3" fmla="*/ 5566 w 6343"/>
                  <a:gd name="connsiteY3" fmla="*/ 1109 h 6345"/>
                  <a:gd name="connsiteX4" fmla="*/ 3323 w 6343"/>
                  <a:gd name="connsiteY4" fmla="*/ 179 h 6345"/>
                  <a:gd name="connsiteX5" fmla="*/ 1081 w 6343"/>
                  <a:gd name="connsiteY5" fmla="*/ 1109 h 6345"/>
                  <a:gd name="connsiteX6" fmla="*/ 152 w 6343"/>
                  <a:gd name="connsiteY6" fmla="*/ 3352 h 6345"/>
                  <a:gd name="connsiteX7" fmla="*/ 1081 w 6343"/>
                  <a:gd name="connsiteY7" fmla="*/ 5595 h 6345"/>
                  <a:gd name="connsiteX8" fmla="*/ 332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525"/>
                    </a:moveTo>
                    <a:cubicBezTo>
                      <a:pt x="4164" y="6525"/>
                      <a:pt x="4971" y="6190"/>
                      <a:pt x="5566" y="5595"/>
                    </a:cubicBezTo>
                    <a:cubicBezTo>
                      <a:pt x="6161" y="5000"/>
                      <a:pt x="6495" y="4193"/>
                      <a:pt x="6495" y="3352"/>
                    </a:cubicBezTo>
                    <a:cubicBezTo>
                      <a:pt x="6495" y="2511"/>
                      <a:pt x="6161" y="1703"/>
                      <a:pt x="5566" y="1109"/>
                    </a:cubicBezTo>
                    <a:cubicBezTo>
                      <a:pt x="4971" y="514"/>
                      <a:pt x="4164" y="179"/>
                      <a:pt x="3323" y="179"/>
                    </a:cubicBezTo>
                    <a:cubicBezTo>
                      <a:pt x="2482" y="179"/>
                      <a:pt x="1675" y="514"/>
                      <a:pt x="1081" y="1109"/>
                    </a:cubicBezTo>
                    <a:cubicBezTo>
                      <a:pt x="486" y="1703"/>
                      <a:pt x="152" y="2511"/>
                      <a:pt x="152" y="3352"/>
                    </a:cubicBezTo>
                    <a:cubicBezTo>
                      <a:pt x="152" y="4193"/>
                      <a:pt x="486" y="5000"/>
                      <a:pt x="1081" y="5595"/>
                    </a:cubicBezTo>
                    <a:cubicBezTo>
                      <a:pt x="1675" y="6190"/>
                      <a:pt x="2482" y="6525"/>
                      <a:pt x="332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93" name="Freeform: Shape 9492">
                <a:extLst>
                  <a:ext uri="{FF2B5EF4-FFF2-40B4-BE49-F238E27FC236}">
                    <a16:creationId xmlns:a16="http://schemas.microsoft.com/office/drawing/2014/main" id="{0A4E0DC4-6174-099F-250D-F6FF75D5F03C}"/>
                  </a:ext>
                </a:extLst>
              </p:cNvPr>
              <p:cNvSpPr/>
              <p:nvPr/>
            </p:nvSpPr>
            <p:spPr>
              <a:xfrm>
                <a:off x="8325518" y="5749185"/>
                <a:ext cx="6343" cy="6345"/>
              </a:xfrm>
              <a:custGeom>
                <a:avLst/>
                <a:gdLst>
                  <a:gd name="connsiteX0" fmla="*/ 3323 w 6343"/>
                  <a:gd name="connsiteY0" fmla="*/ 6524 h 6345"/>
                  <a:gd name="connsiteX1" fmla="*/ 5565 w 6343"/>
                  <a:gd name="connsiteY1" fmla="*/ 5595 h 6345"/>
                  <a:gd name="connsiteX2" fmla="*/ 6494 w 6343"/>
                  <a:gd name="connsiteY2" fmla="*/ 3352 h 6345"/>
                  <a:gd name="connsiteX3" fmla="*/ 5565 w 6343"/>
                  <a:gd name="connsiteY3" fmla="*/ 1108 h 6345"/>
                  <a:gd name="connsiteX4" fmla="*/ 3323 w 6343"/>
                  <a:gd name="connsiteY4" fmla="*/ 179 h 6345"/>
                  <a:gd name="connsiteX5" fmla="*/ 1080 w 6343"/>
                  <a:gd name="connsiteY5" fmla="*/ 1108 h 6345"/>
                  <a:gd name="connsiteX6" fmla="*/ 151 w 6343"/>
                  <a:gd name="connsiteY6" fmla="*/ 3352 h 6345"/>
                  <a:gd name="connsiteX7" fmla="*/ 1080 w 6343"/>
                  <a:gd name="connsiteY7" fmla="*/ 5595 h 6345"/>
                  <a:gd name="connsiteX8" fmla="*/ 3323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524"/>
                    </a:moveTo>
                    <a:cubicBezTo>
                      <a:pt x="4164" y="6524"/>
                      <a:pt x="4971" y="6190"/>
                      <a:pt x="5565" y="5595"/>
                    </a:cubicBezTo>
                    <a:cubicBezTo>
                      <a:pt x="6160" y="5000"/>
                      <a:pt x="6494" y="4193"/>
                      <a:pt x="6494" y="3352"/>
                    </a:cubicBezTo>
                    <a:cubicBezTo>
                      <a:pt x="6494" y="2510"/>
                      <a:pt x="6160" y="1703"/>
                      <a:pt x="5565" y="1108"/>
                    </a:cubicBezTo>
                    <a:cubicBezTo>
                      <a:pt x="4971" y="513"/>
                      <a:pt x="4164" y="179"/>
                      <a:pt x="3323" y="179"/>
                    </a:cubicBezTo>
                    <a:cubicBezTo>
                      <a:pt x="2482" y="179"/>
                      <a:pt x="1675" y="513"/>
                      <a:pt x="1080" y="1108"/>
                    </a:cubicBezTo>
                    <a:cubicBezTo>
                      <a:pt x="485" y="1703"/>
                      <a:pt x="151" y="2510"/>
                      <a:pt x="151" y="3352"/>
                    </a:cubicBezTo>
                    <a:cubicBezTo>
                      <a:pt x="151" y="4193"/>
                      <a:pt x="485" y="5000"/>
                      <a:pt x="1080" y="5595"/>
                    </a:cubicBezTo>
                    <a:cubicBezTo>
                      <a:pt x="1675" y="6190"/>
                      <a:pt x="2482" y="6524"/>
                      <a:pt x="3323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94" name="Freeform: Shape 9493">
                <a:extLst>
                  <a:ext uri="{FF2B5EF4-FFF2-40B4-BE49-F238E27FC236}">
                    <a16:creationId xmlns:a16="http://schemas.microsoft.com/office/drawing/2014/main" id="{50C7BD57-B5A8-E1A2-F1EE-3B8A611918C8}"/>
                  </a:ext>
                </a:extLst>
              </p:cNvPr>
              <p:cNvSpPr/>
              <p:nvPr/>
            </p:nvSpPr>
            <p:spPr>
              <a:xfrm>
                <a:off x="8202617" y="5790315"/>
                <a:ext cx="6343" cy="6345"/>
              </a:xfrm>
              <a:custGeom>
                <a:avLst/>
                <a:gdLst>
                  <a:gd name="connsiteX0" fmla="*/ 3313 w 6343"/>
                  <a:gd name="connsiteY0" fmla="*/ 6528 h 6345"/>
                  <a:gd name="connsiteX1" fmla="*/ 5556 w 6343"/>
                  <a:gd name="connsiteY1" fmla="*/ 5598 h 6345"/>
                  <a:gd name="connsiteX2" fmla="*/ 6484 w 6343"/>
                  <a:gd name="connsiteY2" fmla="*/ 3355 h 6345"/>
                  <a:gd name="connsiteX3" fmla="*/ 5556 w 6343"/>
                  <a:gd name="connsiteY3" fmla="*/ 1111 h 6345"/>
                  <a:gd name="connsiteX4" fmla="*/ 3313 w 6343"/>
                  <a:gd name="connsiteY4" fmla="*/ 182 h 6345"/>
                  <a:gd name="connsiteX5" fmla="*/ 1070 w 6343"/>
                  <a:gd name="connsiteY5" fmla="*/ 1111 h 6345"/>
                  <a:gd name="connsiteX6" fmla="*/ 141 w 6343"/>
                  <a:gd name="connsiteY6" fmla="*/ 3355 h 6345"/>
                  <a:gd name="connsiteX7" fmla="*/ 1070 w 6343"/>
                  <a:gd name="connsiteY7" fmla="*/ 5598 h 6345"/>
                  <a:gd name="connsiteX8" fmla="*/ 3313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8"/>
                    </a:moveTo>
                    <a:cubicBezTo>
                      <a:pt x="4154" y="6528"/>
                      <a:pt x="4961" y="6193"/>
                      <a:pt x="5556" y="5598"/>
                    </a:cubicBezTo>
                    <a:cubicBezTo>
                      <a:pt x="6150" y="5003"/>
                      <a:pt x="6484" y="4196"/>
                      <a:pt x="6484" y="3355"/>
                    </a:cubicBezTo>
                    <a:cubicBezTo>
                      <a:pt x="6484" y="2513"/>
                      <a:pt x="6150" y="1706"/>
                      <a:pt x="5556" y="1111"/>
                    </a:cubicBezTo>
                    <a:cubicBezTo>
                      <a:pt x="4961" y="516"/>
                      <a:pt x="4154" y="182"/>
                      <a:pt x="3313" y="182"/>
                    </a:cubicBezTo>
                    <a:cubicBezTo>
                      <a:pt x="2472" y="182"/>
                      <a:pt x="1665" y="516"/>
                      <a:pt x="1070" y="1111"/>
                    </a:cubicBezTo>
                    <a:cubicBezTo>
                      <a:pt x="476" y="1706"/>
                      <a:pt x="141" y="2513"/>
                      <a:pt x="141" y="3355"/>
                    </a:cubicBezTo>
                    <a:cubicBezTo>
                      <a:pt x="141" y="4196"/>
                      <a:pt x="476" y="5003"/>
                      <a:pt x="1070" y="5598"/>
                    </a:cubicBezTo>
                    <a:cubicBezTo>
                      <a:pt x="1665" y="6193"/>
                      <a:pt x="2472" y="6528"/>
                      <a:pt x="3313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95" name="Freeform: Shape 9494">
                <a:extLst>
                  <a:ext uri="{FF2B5EF4-FFF2-40B4-BE49-F238E27FC236}">
                    <a16:creationId xmlns:a16="http://schemas.microsoft.com/office/drawing/2014/main" id="{6134ECC5-B5BE-7CF1-55FC-15318CB21E34}"/>
                  </a:ext>
                </a:extLst>
              </p:cNvPr>
              <p:cNvSpPr/>
              <p:nvPr/>
            </p:nvSpPr>
            <p:spPr>
              <a:xfrm>
                <a:off x="8201058" y="5782110"/>
                <a:ext cx="6343" cy="6345"/>
              </a:xfrm>
              <a:custGeom>
                <a:avLst/>
                <a:gdLst>
                  <a:gd name="connsiteX0" fmla="*/ 3313 w 6343"/>
                  <a:gd name="connsiteY0" fmla="*/ 6527 h 6345"/>
                  <a:gd name="connsiteX1" fmla="*/ 5555 w 6343"/>
                  <a:gd name="connsiteY1" fmla="*/ 5598 h 6345"/>
                  <a:gd name="connsiteX2" fmla="*/ 6484 w 6343"/>
                  <a:gd name="connsiteY2" fmla="*/ 3354 h 6345"/>
                  <a:gd name="connsiteX3" fmla="*/ 5555 w 6343"/>
                  <a:gd name="connsiteY3" fmla="*/ 1111 h 6345"/>
                  <a:gd name="connsiteX4" fmla="*/ 3313 w 6343"/>
                  <a:gd name="connsiteY4" fmla="*/ 181 h 6345"/>
                  <a:gd name="connsiteX5" fmla="*/ 1070 w 6343"/>
                  <a:gd name="connsiteY5" fmla="*/ 1111 h 6345"/>
                  <a:gd name="connsiteX6" fmla="*/ 141 w 6343"/>
                  <a:gd name="connsiteY6" fmla="*/ 3354 h 6345"/>
                  <a:gd name="connsiteX7" fmla="*/ 1070 w 6343"/>
                  <a:gd name="connsiteY7" fmla="*/ 5598 h 6345"/>
                  <a:gd name="connsiteX8" fmla="*/ 3313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7"/>
                    </a:moveTo>
                    <a:cubicBezTo>
                      <a:pt x="4154" y="6527"/>
                      <a:pt x="4961" y="6193"/>
                      <a:pt x="5555" y="5598"/>
                    </a:cubicBezTo>
                    <a:cubicBezTo>
                      <a:pt x="6150" y="5003"/>
                      <a:pt x="6484" y="4196"/>
                      <a:pt x="6484" y="3354"/>
                    </a:cubicBezTo>
                    <a:cubicBezTo>
                      <a:pt x="6484" y="2513"/>
                      <a:pt x="6150" y="1706"/>
                      <a:pt x="5555" y="1111"/>
                    </a:cubicBezTo>
                    <a:cubicBezTo>
                      <a:pt x="4961" y="516"/>
                      <a:pt x="4154" y="181"/>
                      <a:pt x="3313" y="181"/>
                    </a:cubicBezTo>
                    <a:cubicBezTo>
                      <a:pt x="2472" y="181"/>
                      <a:pt x="1665" y="516"/>
                      <a:pt x="1070" y="1111"/>
                    </a:cubicBezTo>
                    <a:cubicBezTo>
                      <a:pt x="475" y="1706"/>
                      <a:pt x="141" y="2513"/>
                      <a:pt x="141" y="3354"/>
                    </a:cubicBezTo>
                    <a:cubicBezTo>
                      <a:pt x="141" y="4196"/>
                      <a:pt x="475" y="5003"/>
                      <a:pt x="1070" y="5598"/>
                    </a:cubicBezTo>
                    <a:cubicBezTo>
                      <a:pt x="1665" y="6193"/>
                      <a:pt x="2472" y="6527"/>
                      <a:pt x="3313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96" name="Freeform: Shape 9495">
                <a:extLst>
                  <a:ext uri="{FF2B5EF4-FFF2-40B4-BE49-F238E27FC236}">
                    <a16:creationId xmlns:a16="http://schemas.microsoft.com/office/drawing/2014/main" id="{C4A21796-9BFE-E16C-5075-6D364A546120}"/>
                  </a:ext>
                </a:extLst>
              </p:cNvPr>
              <p:cNvSpPr/>
              <p:nvPr/>
            </p:nvSpPr>
            <p:spPr>
              <a:xfrm>
                <a:off x="8199026" y="5774108"/>
                <a:ext cx="6343" cy="6345"/>
              </a:xfrm>
              <a:custGeom>
                <a:avLst/>
                <a:gdLst>
                  <a:gd name="connsiteX0" fmla="*/ 3313 w 6343"/>
                  <a:gd name="connsiteY0" fmla="*/ 6526 h 6345"/>
                  <a:gd name="connsiteX1" fmla="*/ 5555 w 6343"/>
                  <a:gd name="connsiteY1" fmla="*/ 5597 h 6345"/>
                  <a:gd name="connsiteX2" fmla="*/ 6484 w 6343"/>
                  <a:gd name="connsiteY2" fmla="*/ 3354 h 6345"/>
                  <a:gd name="connsiteX3" fmla="*/ 5555 w 6343"/>
                  <a:gd name="connsiteY3" fmla="*/ 1110 h 6345"/>
                  <a:gd name="connsiteX4" fmla="*/ 3313 w 6343"/>
                  <a:gd name="connsiteY4" fmla="*/ 181 h 6345"/>
                  <a:gd name="connsiteX5" fmla="*/ 1070 w 6343"/>
                  <a:gd name="connsiteY5" fmla="*/ 1110 h 6345"/>
                  <a:gd name="connsiteX6" fmla="*/ 141 w 6343"/>
                  <a:gd name="connsiteY6" fmla="*/ 3354 h 6345"/>
                  <a:gd name="connsiteX7" fmla="*/ 1070 w 6343"/>
                  <a:gd name="connsiteY7" fmla="*/ 5597 h 6345"/>
                  <a:gd name="connsiteX8" fmla="*/ 3313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6"/>
                    </a:moveTo>
                    <a:cubicBezTo>
                      <a:pt x="4154" y="6526"/>
                      <a:pt x="4961" y="6192"/>
                      <a:pt x="5555" y="5597"/>
                    </a:cubicBezTo>
                    <a:cubicBezTo>
                      <a:pt x="6150" y="5002"/>
                      <a:pt x="6484" y="4195"/>
                      <a:pt x="6484" y="3354"/>
                    </a:cubicBezTo>
                    <a:cubicBezTo>
                      <a:pt x="6484" y="2512"/>
                      <a:pt x="6150" y="1705"/>
                      <a:pt x="5555" y="1110"/>
                    </a:cubicBezTo>
                    <a:cubicBezTo>
                      <a:pt x="4961" y="515"/>
                      <a:pt x="4154" y="181"/>
                      <a:pt x="3313" y="181"/>
                    </a:cubicBezTo>
                    <a:cubicBezTo>
                      <a:pt x="2472" y="181"/>
                      <a:pt x="1665" y="515"/>
                      <a:pt x="1070" y="1110"/>
                    </a:cubicBezTo>
                    <a:cubicBezTo>
                      <a:pt x="475" y="1705"/>
                      <a:pt x="141" y="2512"/>
                      <a:pt x="141" y="3354"/>
                    </a:cubicBezTo>
                    <a:cubicBezTo>
                      <a:pt x="141" y="4195"/>
                      <a:pt x="475" y="5002"/>
                      <a:pt x="1070" y="5597"/>
                    </a:cubicBezTo>
                    <a:cubicBezTo>
                      <a:pt x="1665" y="6192"/>
                      <a:pt x="2472" y="6526"/>
                      <a:pt x="3313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97" name="Freeform: Shape 9496">
                <a:extLst>
                  <a:ext uri="{FF2B5EF4-FFF2-40B4-BE49-F238E27FC236}">
                    <a16:creationId xmlns:a16="http://schemas.microsoft.com/office/drawing/2014/main" id="{AB902D9C-EB37-FB5E-DD49-382799524959}"/>
                  </a:ext>
                </a:extLst>
              </p:cNvPr>
              <p:cNvSpPr/>
              <p:nvPr/>
            </p:nvSpPr>
            <p:spPr>
              <a:xfrm>
                <a:off x="8197867" y="5765787"/>
                <a:ext cx="6343" cy="6345"/>
              </a:xfrm>
              <a:custGeom>
                <a:avLst/>
                <a:gdLst>
                  <a:gd name="connsiteX0" fmla="*/ 3313 w 6343"/>
                  <a:gd name="connsiteY0" fmla="*/ 6526 h 6345"/>
                  <a:gd name="connsiteX1" fmla="*/ 5555 w 6343"/>
                  <a:gd name="connsiteY1" fmla="*/ 5596 h 6345"/>
                  <a:gd name="connsiteX2" fmla="*/ 6484 w 6343"/>
                  <a:gd name="connsiteY2" fmla="*/ 3353 h 6345"/>
                  <a:gd name="connsiteX3" fmla="*/ 5555 w 6343"/>
                  <a:gd name="connsiteY3" fmla="*/ 1109 h 6345"/>
                  <a:gd name="connsiteX4" fmla="*/ 3313 w 6343"/>
                  <a:gd name="connsiteY4" fmla="*/ 180 h 6345"/>
                  <a:gd name="connsiteX5" fmla="*/ 1070 w 6343"/>
                  <a:gd name="connsiteY5" fmla="*/ 1109 h 6345"/>
                  <a:gd name="connsiteX6" fmla="*/ 141 w 6343"/>
                  <a:gd name="connsiteY6" fmla="*/ 3353 h 6345"/>
                  <a:gd name="connsiteX7" fmla="*/ 1070 w 6343"/>
                  <a:gd name="connsiteY7" fmla="*/ 5596 h 6345"/>
                  <a:gd name="connsiteX8" fmla="*/ 3313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6"/>
                    </a:moveTo>
                    <a:cubicBezTo>
                      <a:pt x="4154" y="6526"/>
                      <a:pt x="4960" y="6191"/>
                      <a:pt x="5555" y="5596"/>
                    </a:cubicBezTo>
                    <a:cubicBezTo>
                      <a:pt x="6150" y="5001"/>
                      <a:pt x="6484" y="4194"/>
                      <a:pt x="6484" y="3353"/>
                    </a:cubicBezTo>
                    <a:cubicBezTo>
                      <a:pt x="6484" y="2511"/>
                      <a:pt x="6150" y="1704"/>
                      <a:pt x="5555" y="1109"/>
                    </a:cubicBezTo>
                    <a:cubicBezTo>
                      <a:pt x="4960" y="514"/>
                      <a:pt x="4154" y="180"/>
                      <a:pt x="3313" y="180"/>
                    </a:cubicBezTo>
                    <a:cubicBezTo>
                      <a:pt x="2471" y="180"/>
                      <a:pt x="1665" y="514"/>
                      <a:pt x="1070" y="1109"/>
                    </a:cubicBezTo>
                    <a:cubicBezTo>
                      <a:pt x="475" y="1704"/>
                      <a:pt x="141" y="2511"/>
                      <a:pt x="141" y="3353"/>
                    </a:cubicBezTo>
                    <a:cubicBezTo>
                      <a:pt x="141" y="4194"/>
                      <a:pt x="475" y="5001"/>
                      <a:pt x="1070" y="5596"/>
                    </a:cubicBezTo>
                    <a:cubicBezTo>
                      <a:pt x="1665" y="6191"/>
                      <a:pt x="2471" y="6526"/>
                      <a:pt x="3313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98" name="Freeform: Shape 9497">
                <a:extLst>
                  <a:ext uri="{FF2B5EF4-FFF2-40B4-BE49-F238E27FC236}">
                    <a16:creationId xmlns:a16="http://schemas.microsoft.com/office/drawing/2014/main" id="{0ABB13B8-1DE8-F37F-0A46-B8775B958DA8}"/>
                  </a:ext>
                </a:extLst>
              </p:cNvPr>
              <p:cNvSpPr/>
              <p:nvPr/>
            </p:nvSpPr>
            <p:spPr>
              <a:xfrm>
                <a:off x="8197706" y="5757121"/>
                <a:ext cx="6343" cy="6345"/>
              </a:xfrm>
              <a:custGeom>
                <a:avLst/>
                <a:gdLst>
                  <a:gd name="connsiteX0" fmla="*/ 3313 w 6343"/>
                  <a:gd name="connsiteY0" fmla="*/ 6525 h 6345"/>
                  <a:gd name="connsiteX1" fmla="*/ 5555 w 6343"/>
                  <a:gd name="connsiteY1" fmla="*/ 5596 h 6345"/>
                  <a:gd name="connsiteX2" fmla="*/ 6484 w 6343"/>
                  <a:gd name="connsiteY2" fmla="*/ 3352 h 6345"/>
                  <a:gd name="connsiteX3" fmla="*/ 5555 w 6343"/>
                  <a:gd name="connsiteY3" fmla="*/ 1109 h 6345"/>
                  <a:gd name="connsiteX4" fmla="*/ 3313 w 6343"/>
                  <a:gd name="connsiteY4" fmla="*/ 179 h 6345"/>
                  <a:gd name="connsiteX5" fmla="*/ 1070 w 6343"/>
                  <a:gd name="connsiteY5" fmla="*/ 1109 h 6345"/>
                  <a:gd name="connsiteX6" fmla="*/ 141 w 6343"/>
                  <a:gd name="connsiteY6" fmla="*/ 3352 h 6345"/>
                  <a:gd name="connsiteX7" fmla="*/ 1070 w 6343"/>
                  <a:gd name="connsiteY7" fmla="*/ 5596 h 6345"/>
                  <a:gd name="connsiteX8" fmla="*/ 331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5"/>
                    </a:moveTo>
                    <a:cubicBezTo>
                      <a:pt x="4154" y="6525"/>
                      <a:pt x="4960" y="6191"/>
                      <a:pt x="5555" y="5596"/>
                    </a:cubicBezTo>
                    <a:cubicBezTo>
                      <a:pt x="6150" y="5001"/>
                      <a:pt x="6484" y="4194"/>
                      <a:pt x="6484" y="3352"/>
                    </a:cubicBezTo>
                    <a:cubicBezTo>
                      <a:pt x="6484" y="2511"/>
                      <a:pt x="6150" y="1704"/>
                      <a:pt x="5555" y="1109"/>
                    </a:cubicBezTo>
                    <a:cubicBezTo>
                      <a:pt x="4960" y="514"/>
                      <a:pt x="4154" y="179"/>
                      <a:pt x="3313" y="179"/>
                    </a:cubicBezTo>
                    <a:cubicBezTo>
                      <a:pt x="2471" y="179"/>
                      <a:pt x="1665" y="514"/>
                      <a:pt x="1070" y="1109"/>
                    </a:cubicBezTo>
                    <a:cubicBezTo>
                      <a:pt x="475" y="1704"/>
                      <a:pt x="141" y="2511"/>
                      <a:pt x="141" y="3352"/>
                    </a:cubicBezTo>
                    <a:cubicBezTo>
                      <a:pt x="141" y="4194"/>
                      <a:pt x="475" y="5001"/>
                      <a:pt x="1070" y="5596"/>
                    </a:cubicBezTo>
                    <a:cubicBezTo>
                      <a:pt x="1665" y="6191"/>
                      <a:pt x="2471" y="6525"/>
                      <a:pt x="331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499" name="Freeform: Shape 9498">
                <a:extLst>
                  <a:ext uri="{FF2B5EF4-FFF2-40B4-BE49-F238E27FC236}">
                    <a16:creationId xmlns:a16="http://schemas.microsoft.com/office/drawing/2014/main" id="{BD68C5CC-4F7C-71CA-2F85-A20D29682CA0}"/>
                  </a:ext>
                </a:extLst>
              </p:cNvPr>
              <p:cNvSpPr/>
              <p:nvPr/>
            </p:nvSpPr>
            <p:spPr>
              <a:xfrm>
                <a:off x="8196837" y="5748750"/>
                <a:ext cx="6343" cy="6345"/>
              </a:xfrm>
              <a:custGeom>
                <a:avLst/>
                <a:gdLst>
                  <a:gd name="connsiteX0" fmla="*/ 3312 w 6343"/>
                  <a:gd name="connsiteY0" fmla="*/ 6524 h 6345"/>
                  <a:gd name="connsiteX1" fmla="*/ 5555 w 6343"/>
                  <a:gd name="connsiteY1" fmla="*/ 5595 h 6345"/>
                  <a:gd name="connsiteX2" fmla="*/ 6484 w 6343"/>
                  <a:gd name="connsiteY2" fmla="*/ 3352 h 6345"/>
                  <a:gd name="connsiteX3" fmla="*/ 5555 w 6343"/>
                  <a:gd name="connsiteY3" fmla="*/ 1108 h 6345"/>
                  <a:gd name="connsiteX4" fmla="*/ 3312 w 6343"/>
                  <a:gd name="connsiteY4" fmla="*/ 179 h 6345"/>
                  <a:gd name="connsiteX5" fmla="*/ 1070 w 6343"/>
                  <a:gd name="connsiteY5" fmla="*/ 1108 h 6345"/>
                  <a:gd name="connsiteX6" fmla="*/ 141 w 6343"/>
                  <a:gd name="connsiteY6" fmla="*/ 3352 h 6345"/>
                  <a:gd name="connsiteX7" fmla="*/ 1070 w 6343"/>
                  <a:gd name="connsiteY7" fmla="*/ 5595 h 6345"/>
                  <a:gd name="connsiteX8" fmla="*/ 331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2" y="6524"/>
                    </a:moveTo>
                    <a:cubicBezTo>
                      <a:pt x="4154" y="6524"/>
                      <a:pt x="4960" y="6190"/>
                      <a:pt x="5555" y="5595"/>
                    </a:cubicBezTo>
                    <a:cubicBezTo>
                      <a:pt x="6150" y="5000"/>
                      <a:pt x="6484" y="4193"/>
                      <a:pt x="6484" y="3352"/>
                    </a:cubicBezTo>
                    <a:cubicBezTo>
                      <a:pt x="6484" y="2510"/>
                      <a:pt x="6150" y="1703"/>
                      <a:pt x="5555" y="1108"/>
                    </a:cubicBezTo>
                    <a:cubicBezTo>
                      <a:pt x="4960" y="513"/>
                      <a:pt x="4154" y="179"/>
                      <a:pt x="3312" y="179"/>
                    </a:cubicBezTo>
                    <a:cubicBezTo>
                      <a:pt x="2471" y="179"/>
                      <a:pt x="1665" y="513"/>
                      <a:pt x="1070" y="1108"/>
                    </a:cubicBezTo>
                    <a:cubicBezTo>
                      <a:pt x="475" y="1703"/>
                      <a:pt x="141" y="2510"/>
                      <a:pt x="141" y="3352"/>
                    </a:cubicBezTo>
                    <a:cubicBezTo>
                      <a:pt x="141" y="4193"/>
                      <a:pt x="475" y="5000"/>
                      <a:pt x="1070" y="5595"/>
                    </a:cubicBezTo>
                    <a:cubicBezTo>
                      <a:pt x="1665" y="6190"/>
                      <a:pt x="2471" y="6524"/>
                      <a:pt x="331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00" name="Freeform: Shape 9499">
                <a:extLst>
                  <a:ext uri="{FF2B5EF4-FFF2-40B4-BE49-F238E27FC236}">
                    <a16:creationId xmlns:a16="http://schemas.microsoft.com/office/drawing/2014/main" id="{CABCB879-3A7C-4C45-C134-1F67A681FDB8}"/>
                  </a:ext>
                </a:extLst>
              </p:cNvPr>
              <p:cNvSpPr/>
              <p:nvPr/>
            </p:nvSpPr>
            <p:spPr>
              <a:xfrm>
                <a:off x="8194614" y="5732258"/>
                <a:ext cx="6343" cy="6345"/>
              </a:xfrm>
              <a:custGeom>
                <a:avLst/>
                <a:gdLst>
                  <a:gd name="connsiteX0" fmla="*/ 3312 w 6343"/>
                  <a:gd name="connsiteY0" fmla="*/ 6523 h 6345"/>
                  <a:gd name="connsiteX1" fmla="*/ 5555 w 6343"/>
                  <a:gd name="connsiteY1" fmla="*/ 5594 h 6345"/>
                  <a:gd name="connsiteX2" fmla="*/ 6484 w 6343"/>
                  <a:gd name="connsiteY2" fmla="*/ 3350 h 6345"/>
                  <a:gd name="connsiteX3" fmla="*/ 5555 w 6343"/>
                  <a:gd name="connsiteY3" fmla="*/ 1107 h 6345"/>
                  <a:gd name="connsiteX4" fmla="*/ 3312 w 6343"/>
                  <a:gd name="connsiteY4" fmla="*/ 178 h 6345"/>
                  <a:gd name="connsiteX5" fmla="*/ 1070 w 6343"/>
                  <a:gd name="connsiteY5" fmla="*/ 1107 h 6345"/>
                  <a:gd name="connsiteX6" fmla="*/ 141 w 6343"/>
                  <a:gd name="connsiteY6" fmla="*/ 3350 h 6345"/>
                  <a:gd name="connsiteX7" fmla="*/ 1070 w 6343"/>
                  <a:gd name="connsiteY7" fmla="*/ 5594 h 6345"/>
                  <a:gd name="connsiteX8" fmla="*/ 3312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2" y="6523"/>
                    </a:moveTo>
                    <a:cubicBezTo>
                      <a:pt x="4153" y="6523"/>
                      <a:pt x="4960" y="6189"/>
                      <a:pt x="5555" y="5594"/>
                    </a:cubicBezTo>
                    <a:cubicBezTo>
                      <a:pt x="6150" y="4999"/>
                      <a:pt x="6484" y="4192"/>
                      <a:pt x="6484" y="3350"/>
                    </a:cubicBezTo>
                    <a:cubicBezTo>
                      <a:pt x="6484" y="2509"/>
                      <a:pt x="6150" y="1702"/>
                      <a:pt x="5555" y="1107"/>
                    </a:cubicBezTo>
                    <a:cubicBezTo>
                      <a:pt x="4960" y="512"/>
                      <a:pt x="4153" y="178"/>
                      <a:pt x="3312" y="178"/>
                    </a:cubicBezTo>
                    <a:cubicBezTo>
                      <a:pt x="2471" y="178"/>
                      <a:pt x="1664" y="512"/>
                      <a:pt x="1070" y="1107"/>
                    </a:cubicBezTo>
                    <a:cubicBezTo>
                      <a:pt x="475" y="1702"/>
                      <a:pt x="141" y="2509"/>
                      <a:pt x="141" y="3350"/>
                    </a:cubicBezTo>
                    <a:cubicBezTo>
                      <a:pt x="141" y="4192"/>
                      <a:pt x="475" y="4999"/>
                      <a:pt x="1070" y="5594"/>
                    </a:cubicBezTo>
                    <a:cubicBezTo>
                      <a:pt x="1664" y="6189"/>
                      <a:pt x="2471" y="6523"/>
                      <a:pt x="3312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01" name="Freeform: Shape 9500">
                <a:extLst>
                  <a:ext uri="{FF2B5EF4-FFF2-40B4-BE49-F238E27FC236}">
                    <a16:creationId xmlns:a16="http://schemas.microsoft.com/office/drawing/2014/main" id="{1413D429-DDF1-A56F-113C-DF9AC0B0F2E1}"/>
                  </a:ext>
                </a:extLst>
              </p:cNvPr>
              <p:cNvSpPr/>
              <p:nvPr/>
            </p:nvSpPr>
            <p:spPr>
              <a:xfrm>
                <a:off x="8192722" y="5724313"/>
                <a:ext cx="6343" cy="6345"/>
              </a:xfrm>
              <a:custGeom>
                <a:avLst/>
                <a:gdLst>
                  <a:gd name="connsiteX0" fmla="*/ 3312 w 6343"/>
                  <a:gd name="connsiteY0" fmla="*/ 6522 h 6345"/>
                  <a:gd name="connsiteX1" fmla="*/ 5555 w 6343"/>
                  <a:gd name="connsiteY1" fmla="*/ 5593 h 6345"/>
                  <a:gd name="connsiteX2" fmla="*/ 6484 w 6343"/>
                  <a:gd name="connsiteY2" fmla="*/ 3350 h 6345"/>
                  <a:gd name="connsiteX3" fmla="*/ 5555 w 6343"/>
                  <a:gd name="connsiteY3" fmla="*/ 1106 h 6345"/>
                  <a:gd name="connsiteX4" fmla="*/ 3312 w 6343"/>
                  <a:gd name="connsiteY4" fmla="*/ 177 h 6345"/>
                  <a:gd name="connsiteX5" fmla="*/ 1070 w 6343"/>
                  <a:gd name="connsiteY5" fmla="*/ 1106 h 6345"/>
                  <a:gd name="connsiteX6" fmla="*/ 141 w 6343"/>
                  <a:gd name="connsiteY6" fmla="*/ 3350 h 6345"/>
                  <a:gd name="connsiteX7" fmla="*/ 1070 w 6343"/>
                  <a:gd name="connsiteY7" fmla="*/ 5593 h 6345"/>
                  <a:gd name="connsiteX8" fmla="*/ 3312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2" y="6522"/>
                    </a:moveTo>
                    <a:cubicBezTo>
                      <a:pt x="4153" y="6522"/>
                      <a:pt x="4960" y="6188"/>
                      <a:pt x="5555" y="5593"/>
                    </a:cubicBezTo>
                    <a:cubicBezTo>
                      <a:pt x="6150" y="4998"/>
                      <a:pt x="6484" y="4191"/>
                      <a:pt x="6484" y="3350"/>
                    </a:cubicBezTo>
                    <a:cubicBezTo>
                      <a:pt x="6484" y="2508"/>
                      <a:pt x="6150" y="1701"/>
                      <a:pt x="5555" y="1106"/>
                    </a:cubicBezTo>
                    <a:cubicBezTo>
                      <a:pt x="4960" y="511"/>
                      <a:pt x="4153" y="177"/>
                      <a:pt x="3312" y="177"/>
                    </a:cubicBezTo>
                    <a:cubicBezTo>
                      <a:pt x="2471" y="177"/>
                      <a:pt x="1664" y="511"/>
                      <a:pt x="1070" y="1106"/>
                    </a:cubicBezTo>
                    <a:cubicBezTo>
                      <a:pt x="475" y="1701"/>
                      <a:pt x="141" y="2508"/>
                      <a:pt x="141" y="3350"/>
                    </a:cubicBezTo>
                    <a:cubicBezTo>
                      <a:pt x="141" y="4191"/>
                      <a:pt x="475" y="4998"/>
                      <a:pt x="1070" y="5593"/>
                    </a:cubicBezTo>
                    <a:cubicBezTo>
                      <a:pt x="1664" y="6188"/>
                      <a:pt x="2471" y="6522"/>
                      <a:pt x="3312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02" name="Freeform: Shape 9501">
                <a:extLst>
                  <a:ext uri="{FF2B5EF4-FFF2-40B4-BE49-F238E27FC236}">
                    <a16:creationId xmlns:a16="http://schemas.microsoft.com/office/drawing/2014/main" id="{8993CB89-5D5A-ED11-A7CD-A03862869167}"/>
                  </a:ext>
                </a:extLst>
              </p:cNvPr>
              <p:cNvSpPr/>
              <p:nvPr/>
            </p:nvSpPr>
            <p:spPr>
              <a:xfrm>
                <a:off x="8134863" y="5293816"/>
                <a:ext cx="6343" cy="6345"/>
              </a:xfrm>
              <a:custGeom>
                <a:avLst/>
                <a:gdLst>
                  <a:gd name="connsiteX0" fmla="*/ 3308 w 6343"/>
                  <a:gd name="connsiteY0" fmla="*/ 6488 h 6345"/>
                  <a:gd name="connsiteX1" fmla="*/ 5550 w 6343"/>
                  <a:gd name="connsiteY1" fmla="*/ 5559 h 6345"/>
                  <a:gd name="connsiteX2" fmla="*/ 6479 w 6343"/>
                  <a:gd name="connsiteY2" fmla="*/ 3316 h 6345"/>
                  <a:gd name="connsiteX3" fmla="*/ 5550 w 6343"/>
                  <a:gd name="connsiteY3" fmla="*/ 1072 h 6345"/>
                  <a:gd name="connsiteX4" fmla="*/ 3308 w 6343"/>
                  <a:gd name="connsiteY4" fmla="*/ 143 h 6345"/>
                  <a:gd name="connsiteX5" fmla="*/ 1065 w 6343"/>
                  <a:gd name="connsiteY5" fmla="*/ 1072 h 6345"/>
                  <a:gd name="connsiteX6" fmla="*/ 136 w 6343"/>
                  <a:gd name="connsiteY6" fmla="*/ 3316 h 6345"/>
                  <a:gd name="connsiteX7" fmla="*/ 1065 w 6343"/>
                  <a:gd name="connsiteY7" fmla="*/ 5559 h 6345"/>
                  <a:gd name="connsiteX8" fmla="*/ 3308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488"/>
                    </a:moveTo>
                    <a:cubicBezTo>
                      <a:pt x="4149" y="6488"/>
                      <a:pt x="4955" y="6154"/>
                      <a:pt x="5550" y="5559"/>
                    </a:cubicBezTo>
                    <a:cubicBezTo>
                      <a:pt x="6145" y="4964"/>
                      <a:pt x="6479" y="4157"/>
                      <a:pt x="6479" y="3316"/>
                    </a:cubicBezTo>
                    <a:cubicBezTo>
                      <a:pt x="6479" y="2474"/>
                      <a:pt x="6145" y="1667"/>
                      <a:pt x="5550" y="1072"/>
                    </a:cubicBezTo>
                    <a:cubicBezTo>
                      <a:pt x="4955" y="477"/>
                      <a:pt x="4149" y="143"/>
                      <a:pt x="3308" y="143"/>
                    </a:cubicBezTo>
                    <a:cubicBezTo>
                      <a:pt x="2466" y="143"/>
                      <a:pt x="1660" y="477"/>
                      <a:pt x="1065" y="1072"/>
                    </a:cubicBezTo>
                    <a:cubicBezTo>
                      <a:pt x="470" y="1667"/>
                      <a:pt x="136" y="2474"/>
                      <a:pt x="136" y="3316"/>
                    </a:cubicBezTo>
                    <a:cubicBezTo>
                      <a:pt x="136" y="4157"/>
                      <a:pt x="470" y="4964"/>
                      <a:pt x="1065" y="5559"/>
                    </a:cubicBezTo>
                    <a:cubicBezTo>
                      <a:pt x="1660" y="6154"/>
                      <a:pt x="2466" y="6488"/>
                      <a:pt x="3308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03" name="Freeform: Shape 9502">
                <a:extLst>
                  <a:ext uri="{FF2B5EF4-FFF2-40B4-BE49-F238E27FC236}">
                    <a16:creationId xmlns:a16="http://schemas.microsoft.com/office/drawing/2014/main" id="{84CF21C5-4FD5-CA4C-69A4-89F106A5EC95}"/>
                  </a:ext>
                </a:extLst>
              </p:cNvPr>
              <p:cNvSpPr/>
              <p:nvPr/>
            </p:nvSpPr>
            <p:spPr>
              <a:xfrm>
                <a:off x="8133569" y="5285770"/>
                <a:ext cx="6343" cy="6345"/>
              </a:xfrm>
              <a:custGeom>
                <a:avLst/>
                <a:gdLst>
                  <a:gd name="connsiteX0" fmla="*/ 3307 w 6343"/>
                  <a:gd name="connsiteY0" fmla="*/ 6488 h 6345"/>
                  <a:gd name="connsiteX1" fmla="*/ 5550 w 6343"/>
                  <a:gd name="connsiteY1" fmla="*/ 5558 h 6345"/>
                  <a:gd name="connsiteX2" fmla="*/ 6479 w 6343"/>
                  <a:gd name="connsiteY2" fmla="*/ 3315 h 6345"/>
                  <a:gd name="connsiteX3" fmla="*/ 5550 w 6343"/>
                  <a:gd name="connsiteY3" fmla="*/ 1072 h 6345"/>
                  <a:gd name="connsiteX4" fmla="*/ 3307 w 6343"/>
                  <a:gd name="connsiteY4" fmla="*/ 142 h 6345"/>
                  <a:gd name="connsiteX5" fmla="*/ 1065 w 6343"/>
                  <a:gd name="connsiteY5" fmla="*/ 1072 h 6345"/>
                  <a:gd name="connsiteX6" fmla="*/ 136 w 6343"/>
                  <a:gd name="connsiteY6" fmla="*/ 3315 h 6345"/>
                  <a:gd name="connsiteX7" fmla="*/ 1065 w 6343"/>
                  <a:gd name="connsiteY7" fmla="*/ 5558 h 6345"/>
                  <a:gd name="connsiteX8" fmla="*/ 3307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7" y="6488"/>
                    </a:moveTo>
                    <a:cubicBezTo>
                      <a:pt x="4149" y="6488"/>
                      <a:pt x="4955" y="6153"/>
                      <a:pt x="5550" y="5558"/>
                    </a:cubicBezTo>
                    <a:cubicBezTo>
                      <a:pt x="6145" y="4964"/>
                      <a:pt x="6479" y="4156"/>
                      <a:pt x="6479" y="3315"/>
                    </a:cubicBezTo>
                    <a:cubicBezTo>
                      <a:pt x="6479" y="2474"/>
                      <a:pt x="6145" y="1667"/>
                      <a:pt x="5550" y="1072"/>
                    </a:cubicBezTo>
                    <a:cubicBezTo>
                      <a:pt x="4955" y="477"/>
                      <a:pt x="4149" y="142"/>
                      <a:pt x="3307" y="142"/>
                    </a:cubicBezTo>
                    <a:cubicBezTo>
                      <a:pt x="2466" y="142"/>
                      <a:pt x="1660" y="477"/>
                      <a:pt x="1065" y="1072"/>
                    </a:cubicBezTo>
                    <a:cubicBezTo>
                      <a:pt x="470" y="1667"/>
                      <a:pt x="136" y="2474"/>
                      <a:pt x="136" y="3315"/>
                    </a:cubicBezTo>
                    <a:cubicBezTo>
                      <a:pt x="136" y="4156"/>
                      <a:pt x="470" y="4964"/>
                      <a:pt x="1065" y="5558"/>
                    </a:cubicBezTo>
                    <a:cubicBezTo>
                      <a:pt x="1660" y="6153"/>
                      <a:pt x="2466" y="6488"/>
                      <a:pt x="3307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04" name="Freeform: Shape 9503">
                <a:extLst>
                  <a:ext uri="{FF2B5EF4-FFF2-40B4-BE49-F238E27FC236}">
                    <a16:creationId xmlns:a16="http://schemas.microsoft.com/office/drawing/2014/main" id="{E126E6FE-73E2-28C8-993C-F0D4882F0C75}"/>
                  </a:ext>
                </a:extLst>
              </p:cNvPr>
              <p:cNvSpPr/>
              <p:nvPr/>
            </p:nvSpPr>
            <p:spPr>
              <a:xfrm>
                <a:off x="8132827" y="5277714"/>
                <a:ext cx="6343" cy="6345"/>
              </a:xfrm>
              <a:custGeom>
                <a:avLst/>
                <a:gdLst>
                  <a:gd name="connsiteX0" fmla="*/ 3307 w 6343"/>
                  <a:gd name="connsiteY0" fmla="*/ 6487 h 6345"/>
                  <a:gd name="connsiteX1" fmla="*/ 5550 w 6343"/>
                  <a:gd name="connsiteY1" fmla="*/ 5558 h 6345"/>
                  <a:gd name="connsiteX2" fmla="*/ 6479 w 6343"/>
                  <a:gd name="connsiteY2" fmla="*/ 3314 h 6345"/>
                  <a:gd name="connsiteX3" fmla="*/ 5550 w 6343"/>
                  <a:gd name="connsiteY3" fmla="*/ 1071 h 6345"/>
                  <a:gd name="connsiteX4" fmla="*/ 3307 w 6343"/>
                  <a:gd name="connsiteY4" fmla="*/ 142 h 6345"/>
                  <a:gd name="connsiteX5" fmla="*/ 1065 w 6343"/>
                  <a:gd name="connsiteY5" fmla="*/ 1071 h 6345"/>
                  <a:gd name="connsiteX6" fmla="*/ 136 w 6343"/>
                  <a:gd name="connsiteY6" fmla="*/ 3314 h 6345"/>
                  <a:gd name="connsiteX7" fmla="*/ 1065 w 6343"/>
                  <a:gd name="connsiteY7" fmla="*/ 5558 h 6345"/>
                  <a:gd name="connsiteX8" fmla="*/ 3307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7" y="6487"/>
                    </a:moveTo>
                    <a:cubicBezTo>
                      <a:pt x="4149" y="6487"/>
                      <a:pt x="4955" y="6153"/>
                      <a:pt x="5550" y="5558"/>
                    </a:cubicBezTo>
                    <a:cubicBezTo>
                      <a:pt x="6145" y="4963"/>
                      <a:pt x="6479" y="4156"/>
                      <a:pt x="6479" y="3314"/>
                    </a:cubicBezTo>
                    <a:cubicBezTo>
                      <a:pt x="6479" y="2473"/>
                      <a:pt x="6145" y="1666"/>
                      <a:pt x="5550" y="1071"/>
                    </a:cubicBezTo>
                    <a:cubicBezTo>
                      <a:pt x="4955" y="476"/>
                      <a:pt x="4149" y="142"/>
                      <a:pt x="3307" y="142"/>
                    </a:cubicBezTo>
                    <a:cubicBezTo>
                      <a:pt x="2466" y="142"/>
                      <a:pt x="1660" y="476"/>
                      <a:pt x="1065" y="1071"/>
                    </a:cubicBezTo>
                    <a:cubicBezTo>
                      <a:pt x="470" y="1666"/>
                      <a:pt x="136" y="2473"/>
                      <a:pt x="136" y="3314"/>
                    </a:cubicBezTo>
                    <a:cubicBezTo>
                      <a:pt x="136" y="4156"/>
                      <a:pt x="470" y="4963"/>
                      <a:pt x="1065" y="5558"/>
                    </a:cubicBezTo>
                    <a:cubicBezTo>
                      <a:pt x="1660" y="6153"/>
                      <a:pt x="2466" y="6487"/>
                      <a:pt x="3307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05" name="Freeform: Shape 9504">
                <a:extLst>
                  <a:ext uri="{FF2B5EF4-FFF2-40B4-BE49-F238E27FC236}">
                    <a16:creationId xmlns:a16="http://schemas.microsoft.com/office/drawing/2014/main" id="{AFFA0DC2-6DF4-1750-42FE-A562E0986790}"/>
                  </a:ext>
                </a:extLst>
              </p:cNvPr>
              <p:cNvSpPr/>
              <p:nvPr/>
            </p:nvSpPr>
            <p:spPr>
              <a:xfrm>
                <a:off x="8131758" y="5269641"/>
                <a:ext cx="6343" cy="6345"/>
              </a:xfrm>
              <a:custGeom>
                <a:avLst/>
                <a:gdLst>
                  <a:gd name="connsiteX0" fmla="*/ 3307 w 6343"/>
                  <a:gd name="connsiteY0" fmla="*/ 6486 h 6345"/>
                  <a:gd name="connsiteX1" fmla="*/ 5550 w 6343"/>
                  <a:gd name="connsiteY1" fmla="*/ 5557 h 6345"/>
                  <a:gd name="connsiteX2" fmla="*/ 6479 w 6343"/>
                  <a:gd name="connsiteY2" fmla="*/ 3314 h 6345"/>
                  <a:gd name="connsiteX3" fmla="*/ 5550 w 6343"/>
                  <a:gd name="connsiteY3" fmla="*/ 1070 h 6345"/>
                  <a:gd name="connsiteX4" fmla="*/ 3307 w 6343"/>
                  <a:gd name="connsiteY4" fmla="*/ 141 h 6345"/>
                  <a:gd name="connsiteX5" fmla="*/ 1065 w 6343"/>
                  <a:gd name="connsiteY5" fmla="*/ 1070 h 6345"/>
                  <a:gd name="connsiteX6" fmla="*/ 136 w 6343"/>
                  <a:gd name="connsiteY6" fmla="*/ 3314 h 6345"/>
                  <a:gd name="connsiteX7" fmla="*/ 1065 w 6343"/>
                  <a:gd name="connsiteY7" fmla="*/ 5557 h 6345"/>
                  <a:gd name="connsiteX8" fmla="*/ 3307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7" y="6486"/>
                    </a:moveTo>
                    <a:cubicBezTo>
                      <a:pt x="4148" y="6486"/>
                      <a:pt x="4955" y="6152"/>
                      <a:pt x="5550" y="5557"/>
                    </a:cubicBezTo>
                    <a:cubicBezTo>
                      <a:pt x="6145" y="4962"/>
                      <a:pt x="6479" y="4155"/>
                      <a:pt x="6479" y="3314"/>
                    </a:cubicBezTo>
                    <a:cubicBezTo>
                      <a:pt x="6479" y="2472"/>
                      <a:pt x="6145" y="1665"/>
                      <a:pt x="5550" y="1070"/>
                    </a:cubicBezTo>
                    <a:cubicBezTo>
                      <a:pt x="4955" y="475"/>
                      <a:pt x="4148" y="141"/>
                      <a:pt x="3307" y="141"/>
                    </a:cubicBezTo>
                    <a:cubicBezTo>
                      <a:pt x="2466" y="141"/>
                      <a:pt x="1659" y="475"/>
                      <a:pt x="1065" y="1070"/>
                    </a:cubicBezTo>
                    <a:cubicBezTo>
                      <a:pt x="470" y="1665"/>
                      <a:pt x="136" y="2472"/>
                      <a:pt x="136" y="3314"/>
                    </a:cubicBezTo>
                    <a:cubicBezTo>
                      <a:pt x="136" y="4155"/>
                      <a:pt x="470" y="4962"/>
                      <a:pt x="1065" y="5557"/>
                    </a:cubicBezTo>
                    <a:cubicBezTo>
                      <a:pt x="1659" y="6152"/>
                      <a:pt x="2466" y="6486"/>
                      <a:pt x="3307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06" name="Freeform: Shape 9505">
                <a:extLst>
                  <a:ext uri="{FF2B5EF4-FFF2-40B4-BE49-F238E27FC236}">
                    <a16:creationId xmlns:a16="http://schemas.microsoft.com/office/drawing/2014/main" id="{9619EF1A-CC28-DC85-1082-15543130D4EB}"/>
                  </a:ext>
                </a:extLst>
              </p:cNvPr>
              <p:cNvSpPr/>
              <p:nvPr/>
            </p:nvSpPr>
            <p:spPr>
              <a:xfrm>
                <a:off x="8130676" y="5261554"/>
                <a:ext cx="6343" cy="6345"/>
              </a:xfrm>
              <a:custGeom>
                <a:avLst/>
                <a:gdLst>
                  <a:gd name="connsiteX0" fmla="*/ 3307 w 6343"/>
                  <a:gd name="connsiteY0" fmla="*/ 6486 h 6345"/>
                  <a:gd name="connsiteX1" fmla="*/ 5550 w 6343"/>
                  <a:gd name="connsiteY1" fmla="*/ 5557 h 6345"/>
                  <a:gd name="connsiteX2" fmla="*/ 6479 w 6343"/>
                  <a:gd name="connsiteY2" fmla="*/ 3313 h 6345"/>
                  <a:gd name="connsiteX3" fmla="*/ 5550 w 6343"/>
                  <a:gd name="connsiteY3" fmla="*/ 1070 h 6345"/>
                  <a:gd name="connsiteX4" fmla="*/ 3307 w 6343"/>
                  <a:gd name="connsiteY4" fmla="*/ 140 h 6345"/>
                  <a:gd name="connsiteX5" fmla="*/ 1065 w 6343"/>
                  <a:gd name="connsiteY5" fmla="*/ 1070 h 6345"/>
                  <a:gd name="connsiteX6" fmla="*/ 136 w 6343"/>
                  <a:gd name="connsiteY6" fmla="*/ 3313 h 6345"/>
                  <a:gd name="connsiteX7" fmla="*/ 1065 w 6343"/>
                  <a:gd name="connsiteY7" fmla="*/ 5557 h 6345"/>
                  <a:gd name="connsiteX8" fmla="*/ 3307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7" y="6486"/>
                    </a:moveTo>
                    <a:cubicBezTo>
                      <a:pt x="4148" y="6486"/>
                      <a:pt x="4955" y="6152"/>
                      <a:pt x="5550" y="5557"/>
                    </a:cubicBezTo>
                    <a:cubicBezTo>
                      <a:pt x="6145" y="4962"/>
                      <a:pt x="6479" y="4155"/>
                      <a:pt x="6479" y="3313"/>
                    </a:cubicBezTo>
                    <a:cubicBezTo>
                      <a:pt x="6479" y="2472"/>
                      <a:pt x="6145" y="1665"/>
                      <a:pt x="5550" y="1070"/>
                    </a:cubicBezTo>
                    <a:cubicBezTo>
                      <a:pt x="4955" y="475"/>
                      <a:pt x="4148" y="140"/>
                      <a:pt x="3307" y="140"/>
                    </a:cubicBezTo>
                    <a:cubicBezTo>
                      <a:pt x="2466" y="140"/>
                      <a:pt x="1659" y="475"/>
                      <a:pt x="1065" y="1070"/>
                    </a:cubicBezTo>
                    <a:cubicBezTo>
                      <a:pt x="470" y="1665"/>
                      <a:pt x="136" y="2472"/>
                      <a:pt x="136" y="3313"/>
                    </a:cubicBezTo>
                    <a:cubicBezTo>
                      <a:pt x="136" y="4155"/>
                      <a:pt x="470" y="4962"/>
                      <a:pt x="1065" y="5557"/>
                    </a:cubicBezTo>
                    <a:cubicBezTo>
                      <a:pt x="1659" y="6152"/>
                      <a:pt x="2466" y="6486"/>
                      <a:pt x="3307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07" name="Freeform: Shape 9506">
                <a:extLst>
                  <a:ext uri="{FF2B5EF4-FFF2-40B4-BE49-F238E27FC236}">
                    <a16:creationId xmlns:a16="http://schemas.microsoft.com/office/drawing/2014/main" id="{9D1B72FF-C945-3D4D-4AA4-8962D72A3D91}"/>
                  </a:ext>
                </a:extLst>
              </p:cNvPr>
              <p:cNvSpPr/>
              <p:nvPr/>
            </p:nvSpPr>
            <p:spPr>
              <a:xfrm>
                <a:off x="7954909" y="5147025"/>
                <a:ext cx="6343" cy="6345"/>
              </a:xfrm>
              <a:custGeom>
                <a:avLst/>
                <a:gdLst>
                  <a:gd name="connsiteX0" fmla="*/ 3293 w 6343"/>
                  <a:gd name="connsiteY0" fmla="*/ 6477 h 6345"/>
                  <a:gd name="connsiteX1" fmla="*/ 5536 w 6343"/>
                  <a:gd name="connsiteY1" fmla="*/ 5548 h 6345"/>
                  <a:gd name="connsiteX2" fmla="*/ 6465 w 6343"/>
                  <a:gd name="connsiteY2" fmla="*/ 3304 h 6345"/>
                  <a:gd name="connsiteX3" fmla="*/ 5536 w 6343"/>
                  <a:gd name="connsiteY3" fmla="*/ 1061 h 6345"/>
                  <a:gd name="connsiteX4" fmla="*/ 3293 w 6343"/>
                  <a:gd name="connsiteY4" fmla="*/ 131 h 6345"/>
                  <a:gd name="connsiteX5" fmla="*/ 1051 w 6343"/>
                  <a:gd name="connsiteY5" fmla="*/ 1061 h 6345"/>
                  <a:gd name="connsiteX6" fmla="*/ 122 w 6343"/>
                  <a:gd name="connsiteY6" fmla="*/ 3304 h 6345"/>
                  <a:gd name="connsiteX7" fmla="*/ 1051 w 6343"/>
                  <a:gd name="connsiteY7" fmla="*/ 5548 h 6345"/>
                  <a:gd name="connsiteX8" fmla="*/ 329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93" y="6477"/>
                    </a:moveTo>
                    <a:cubicBezTo>
                      <a:pt x="4135" y="6477"/>
                      <a:pt x="4941" y="6143"/>
                      <a:pt x="5536" y="5548"/>
                    </a:cubicBezTo>
                    <a:cubicBezTo>
                      <a:pt x="6131" y="4953"/>
                      <a:pt x="6465" y="4146"/>
                      <a:pt x="6465" y="3304"/>
                    </a:cubicBezTo>
                    <a:cubicBezTo>
                      <a:pt x="6465" y="2463"/>
                      <a:pt x="6131" y="1656"/>
                      <a:pt x="5536" y="1061"/>
                    </a:cubicBezTo>
                    <a:cubicBezTo>
                      <a:pt x="4941" y="466"/>
                      <a:pt x="4135" y="131"/>
                      <a:pt x="3293" y="131"/>
                    </a:cubicBezTo>
                    <a:cubicBezTo>
                      <a:pt x="2452" y="131"/>
                      <a:pt x="1646" y="466"/>
                      <a:pt x="1051" y="1061"/>
                    </a:cubicBezTo>
                    <a:cubicBezTo>
                      <a:pt x="456" y="1656"/>
                      <a:pt x="122" y="2463"/>
                      <a:pt x="122" y="3304"/>
                    </a:cubicBezTo>
                    <a:cubicBezTo>
                      <a:pt x="122" y="4146"/>
                      <a:pt x="456" y="4953"/>
                      <a:pt x="1051" y="5548"/>
                    </a:cubicBezTo>
                    <a:cubicBezTo>
                      <a:pt x="1646" y="6143"/>
                      <a:pt x="2452" y="6477"/>
                      <a:pt x="329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08" name="Freeform: Shape 9507">
                <a:extLst>
                  <a:ext uri="{FF2B5EF4-FFF2-40B4-BE49-F238E27FC236}">
                    <a16:creationId xmlns:a16="http://schemas.microsoft.com/office/drawing/2014/main" id="{40F804F8-EC5E-753C-BAD0-7C849A7EFA43}"/>
                  </a:ext>
                </a:extLst>
              </p:cNvPr>
              <p:cNvSpPr/>
              <p:nvPr/>
            </p:nvSpPr>
            <p:spPr>
              <a:xfrm>
                <a:off x="8074884" y="5150376"/>
                <a:ext cx="6343" cy="6345"/>
              </a:xfrm>
              <a:custGeom>
                <a:avLst/>
                <a:gdLst>
                  <a:gd name="connsiteX0" fmla="*/ 3303 w 6343"/>
                  <a:gd name="connsiteY0" fmla="*/ 6477 h 6345"/>
                  <a:gd name="connsiteX1" fmla="*/ 5546 w 6343"/>
                  <a:gd name="connsiteY1" fmla="*/ 5548 h 6345"/>
                  <a:gd name="connsiteX2" fmla="*/ 6474 w 6343"/>
                  <a:gd name="connsiteY2" fmla="*/ 3304 h 6345"/>
                  <a:gd name="connsiteX3" fmla="*/ 5546 w 6343"/>
                  <a:gd name="connsiteY3" fmla="*/ 1061 h 6345"/>
                  <a:gd name="connsiteX4" fmla="*/ 3303 w 6343"/>
                  <a:gd name="connsiteY4" fmla="*/ 132 h 6345"/>
                  <a:gd name="connsiteX5" fmla="*/ 1060 w 6343"/>
                  <a:gd name="connsiteY5" fmla="*/ 1061 h 6345"/>
                  <a:gd name="connsiteX6" fmla="*/ 131 w 6343"/>
                  <a:gd name="connsiteY6" fmla="*/ 3304 h 6345"/>
                  <a:gd name="connsiteX7" fmla="*/ 1060 w 6343"/>
                  <a:gd name="connsiteY7" fmla="*/ 5548 h 6345"/>
                  <a:gd name="connsiteX8" fmla="*/ 330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3" y="6477"/>
                    </a:moveTo>
                    <a:cubicBezTo>
                      <a:pt x="4144" y="6477"/>
                      <a:pt x="4951" y="6143"/>
                      <a:pt x="5546" y="5548"/>
                    </a:cubicBezTo>
                    <a:cubicBezTo>
                      <a:pt x="6140" y="4953"/>
                      <a:pt x="6474" y="4146"/>
                      <a:pt x="6474" y="3304"/>
                    </a:cubicBezTo>
                    <a:cubicBezTo>
                      <a:pt x="6474" y="2463"/>
                      <a:pt x="6140" y="1656"/>
                      <a:pt x="5546" y="1061"/>
                    </a:cubicBezTo>
                    <a:cubicBezTo>
                      <a:pt x="4951" y="466"/>
                      <a:pt x="4144" y="132"/>
                      <a:pt x="3303" y="132"/>
                    </a:cubicBezTo>
                    <a:cubicBezTo>
                      <a:pt x="2462" y="132"/>
                      <a:pt x="1655" y="466"/>
                      <a:pt x="1060" y="1061"/>
                    </a:cubicBezTo>
                    <a:cubicBezTo>
                      <a:pt x="465" y="1656"/>
                      <a:pt x="131" y="2463"/>
                      <a:pt x="131" y="3304"/>
                    </a:cubicBezTo>
                    <a:cubicBezTo>
                      <a:pt x="131" y="4146"/>
                      <a:pt x="465" y="4953"/>
                      <a:pt x="1060" y="5548"/>
                    </a:cubicBezTo>
                    <a:cubicBezTo>
                      <a:pt x="1655" y="6143"/>
                      <a:pt x="2462" y="6477"/>
                      <a:pt x="330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09" name="Freeform: Shape 9508">
                <a:extLst>
                  <a:ext uri="{FF2B5EF4-FFF2-40B4-BE49-F238E27FC236}">
                    <a16:creationId xmlns:a16="http://schemas.microsoft.com/office/drawing/2014/main" id="{80F390DF-E12C-20FC-DAE7-E0CDC15A4E2A}"/>
                  </a:ext>
                </a:extLst>
              </p:cNvPr>
              <p:cNvSpPr/>
              <p:nvPr/>
            </p:nvSpPr>
            <p:spPr>
              <a:xfrm>
                <a:off x="8202751" y="5156083"/>
                <a:ext cx="6343" cy="6345"/>
              </a:xfrm>
              <a:custGeom>
                <a:avLst/>
                <a:gdLst>
                  <a:gd name="connsiteX0" fmla="*/ 3313 w 6343"/>
                  <a:gd name="connsiteY0" fmla="*/ 6478 h 6345"/>
                  <a:gd name="connsiteX1" fmla="*/ 5556 w 6343"/>
                  <a:gd name="connsiteY1" fmla="*/ 5548 h 6345"/>
                  <a:gd name="connsiteX2" fmla="*/ 6485 w 6343"/>
                  <a:gd name="connsiteY2" fmla="*/ 3305 h 6345"/>
                  <a:gd name="connsiteX3" fmla="*/ 5556 w 6343"/>
                  <a:gd name="connsiteY3" fmla="*/ 1061 h 6345"/>
                  <a:gd name="connsiteX4" fmla="*/ 3313 w 6343"/>
                  <a:gd name="connsiteY4" fmla="*/ 132 h 6345"/>
                  <a:gd name="connsiteX5" fmla="*/ 1070 w 6343"/>
                  <a:gd name="connsiteY5" fmla="*/ 1061 h 6345"/>
                  <a:gd name="connsiteX6" fmla="*/ 141 w 6343"/>
                  <a:gd name="connsiteY6" fmla="*/ 3305 h 6345"/>
                  <a:gd name="connsiteX7" fmla="*/ 1070 w 6343"/>
                  <a:gd name="connsiteY7" fmla="*/ 5548 h 6345"/>
                  <a:gd name="connsiteX8" fmla="*/ 331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478"/>
                    </a:moveTo>
                    <a:cubicBezTo>
                      <a:pt x="4154" y="6478"/>
                      <a:pt x="4961" y="6143"/>
                      <a:pt x="5556" y="5548"/>
                    </a:cubicBezTo>
                    <a:cubicBezTo>
                      <a:pt x="6150" y="4953"/>
                      <a:pt x="6485" y="4146"/>
                      <a:pt x="6485" y="3305"/>
                    </a:cubicBezTo>
                    <a:cubicBezTo>
                      <a:pt x="6485" y="2463"/>
                      <a:pt x="6150" y="1656"/>
                      <a:pt x="5556" y="1061"/>
                    </a:cubicBezTo>
                    <a:cubicBezTo>
                      <a:pt x="4961" y="466"/>
                      <a:pt x="4154" y="132"/>
                      <a:pt x="3313" y="132"/>
                    </a:cubicBezTo>
                    <a:cubicBezTo>
                      <a:pt x="2472" y="132"/>
                      <a:pt x="1665" y="466"/>
                      <a:pt x="1070" y="1061"/>
                    </a:cubicBezTo>
                    <a:cubicBezTo>
                      <a:pt x="476" y="1656"/>
                      <a:pt x="141" y="2463"/>
                      <a:pt x="141" y="3305"/>
                    </a:cubicBezTo>
                    <a:cubicBezTo>
                      <a:pt x="141" y="4146"/>
                      <a:pt x="476" y="4953"/>
                      <a:pt x="1070" y="5548"/>
                    </a:cubicBezTo>
                    <a:cubicBezTo>
                      <a:pt x="1665" y="6143"/>
                      <a:pt x="2472" y="6478"/>
                      <a:pt x="331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10" name="Freeform: Shape 9509">
                <a:extLst>
                  <a:ext uri="{FF2B5EF4-FFF2-40B4-BE49-F238E27FC236}">
                    <a16:creationId xmlns:a16="http://schemas.microsoft.com/office/drawing/2014/main" id="{C7CA551C-44EF-8CD0-FFEC-FF746FB70F83}"/>
                  </a:ext>
                </a:extLst>
              </p:cNvPr>
              <p:cNvSpPr/>
              <p:nvPr/>
            </p:nvSpPr>
            <p:spPr>
              <a:xfrm>
                <a:off x="8222155" y="5150639"/>
                <a:ext cx="6343" cy="6345"/>
              </a:xfrm>
              <a:custGeom>
                <a:avLst/>
                <a:gdLst>
                  <a:gd name="connsiteX0" fmla="*/ 3314 w 6343"/>
                  <a:gd name="connsiteY0" fmla="*/ 6477 h 6345"/>
                  <a:gd name="connsiteX1" fmla="*/ 5557 w 6343"/>
                  <a:gd name="connsiteY1" fmla="*/ 5548 h 6345"/>
                  <a:gd name="connsiteX2" fmla="*/ 6486 w 6343"/>
                  <a:gd name="connsiteY2" fmla="*/ 3304 h 6345"/>
                  <a:gd name="connsiteX3" fmla="*/ 5557 w 6343"/>
                  <a:gd name="connsiteY3" fmla="*/ 1061 h 6345"/>
                  <a:gd name="connsiteX4" fmla="*/ 3314 w 6343"/>
                  <a:gd name="connsiteY4" fmla="*/ 132 h 6345"/>
                  <a:gd name="connsiteX5" fmla="*/ 1072 w 6343"/>
                  <a:gd name="connsiteY5" fmla="*/ 1061 h 6345"/>
                  <a:gd name="connsiteX6" fmla="*/ 143 w 6343"/>
                  <a:gd name="connsiteY6" fmla="*/ 3304 h 6345"/>
                  <a:gd name="connsiteX7" fmla="*/ 1072 w 6343"/>
                  <a:gd name="connsiteY7" fmla="*/ 5548 h 6345"/>
                  <a:gd name="connsiteX8" fmla="*/ 331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4" y="6477"/>
                    </a:moveTo>
                    <a:cubicBezTo>
                      <a:pt x="4156" y="6477"/>
                      <a:pt x="4962" y="6143"/>
                      <a:pt x="5557" y="5548"/>
                    </a:cubicBezTo>
                    <a:cubicBezTo>
                      <a:pt x="6152" y="4953"/>
                      <a:pt x="6486" y="4146"/>
                      <a:pt x="6486" y="3304"/>
                    </a:cubicBezTo>
                    <a:cubicBezTo>
                      <a:pt x="6486" y="2463"/>
                      <a:pt x="6152" y="1656"/>
                      <a:pt x="5557" y="1061"/>
                    </a:cubicBezTo>
                    <a:cubicBezTo>
                      <a:pt x="4962" y="466"/>
                      <a:pt x="4156" y="132"/>
                      <a:pt x="3314" y="132"/>
                    </a:cubicBezTo>
                    <a:cubicBezTo>
                      <a:pt x="2473" y="132"/>
                      <a:pt x="1667" y="466"/>
                      <a:pt x="1072" y="1061"/>
                    </a:cubicBezTo>
                    <a:cubicBezTo>
                      <a:pt x="477" y="1656"/>
                      <a:pt x="143" y="2463"/>
                      <a:pt x="143" y="3304"/>
                    </a:cubicBezTo>
                    <a:cubicBezTo>
                      <a:pt x="143" y="4146"/>
                      <a:pt x="477" y="4953"/>
                      <a:pt x="1072" y="5548"/>
                    </a:cubicBezTo>
                    <a:cubicBezTo>
                      <a:pt x="1667" y="6143"/>
                      <a:pt x="2473" y="6477"/>
                      <a:pt x="331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11" name="Freeform: Shape 9510">
                <a:extLst>
                  <a:ext uri="{FF2B5EF4-FFF2-40B4-BE49-F238E27FC236}">
                    <a16:creationId xmlns:a16="http://schemas.microsoft.com/office/drawing/2014/main" id="{CC8DC636-3460-B964-88D0-E7BB32E505A8}"/>
                  </a:ext>
                </a:extLst>
              </p:cNvPr>
              <p:cNvSpPr/>
              <p:nvPr/>
            </p:nvSpPr>
            <p:spPr>
              <a:xfrm>
                <a:off x="8300882" y="5152758"/>
                <a:ext cx="6343" cy="6345"/>
              </a:xfrm>
              <a:custGeom>
                <a:avLst/>
                <a:gdLst>
                  <a:gd name="connsiteX0" fmla="*/ 3321 w 6343"/>
                  <a:gd name="connsiteY0" fmla="*/ 6477 h 6345"/>
                  <a:gd name="connsiteX1" fmla="*/ 5563 w 6343"/>
                  <a:gd name="connsiteY1" fmla="*/ 5548 h 6345"/>
                  <a:gd name="connsiteX2" fmla="*/ 6492 w 6343"/>
                  <a:gd name="connsiteY2" fmla="*/ 3305 h 6345"/>
                  <a:gd name="connsiteX3" fmla="*/ 5563 w 6343"/>
                  <a:gd name="connsiteY3" fmla="*/ 1061 h 6345"/>
                  <a:gd name="connsiteX4" fmla="*/ 3321 w 6343"/>
                  <a:gd name="connsiteY4" fmla="*/ 132 h 6345"/>
                  <a:gd name="connsiteX5" fmla="*/ 1078 w 6343"/>
                  <a:gd name="connsiteY5" fmla="*/ 1061 h 6345"/>
                  <a:gd name="connsiteX6" fmla="*/ 149 w 6343"/>
                  <a:gd name="connsiteY6" fmla="*/ 3305 h 6345"/>
                  <a:gd name="connsiteX7" fmla="*/ 1078 w 6343"/>
                  <a:gd name="connsiteY7" fmla="*/ 5548 h 6345"/>
                  <a:gd name="connsiteX8" fmla="*/ 3321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1" y="6477"/>
                    </a:moveTo>
                    <a:cubicBezTo>
                      <a:pt x="4162" y="6477"/>
                      <a:pt x="4969" y="6143"/>
                      <a:pt x="5563" y="5548"/>
                    </a:cubicBezTo>
                    <a:cubicBezTo>
                      <a:pt x="6158" y="4953"/>
                      <a:pt x="6492" y="4146"/>
                      <a:pt x="6492" y="3305"/>
                    </a:cubicBezTo>
                    <a:cubicBezTo>
                      <a:pt x="6492" y="2463"/>
                      <a:pt x="6158" y="1656"/>
                      <a:pt x="5563" y="1061"/>
                    </a:cubicBezTo>
                    <a:cubicBezTo>
                      <a:pt x="4969" y="466"/>
                      <a:pt x="4162" y="132"/>
                      <a:pt x="3321" y="132"/>
                    </a:cubicBezTo>
                    <a:cubicBezTo>
                      <a:pt x="2480" y="132"/>
                      <a:pt x="1673" y="466"/>
                      <a:pt x="1078" y="1061"/>
                    </a:cubicBezTo>
                    <a:cubicBezTo>
                      <a:pt x="483" y="1656"/>
                      <a:pt x="149" y="2463"/>
                      <a:pt x="149" y="3305"/>
                    </a:cubicBezTo>
                    <a:cubicBezTo>
                      <a:pt x="149" y="4146"/>
                      <a:pt x="483" y="4953"/>
                      <a:pt x="1078" y="5548"/>
                    </a:cubicBezTo>
                    <a:cubicBezTo>
                      <a:pt x="1673" y="6143"/>
                      <a:pt x="2480" y="6477"/>
                      <a:pt x="3321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12" name="Freeform: Shape 9511">
                <a:extLst>
                  <a:ext uri="{FF2B5EF4-FFF2-40B4-BE49-F238E27FC236}">
                    <a16:creationId xmlns:a16="http://schemas.microsoft.com/office/drawing/2014/main" id="{ADD260EF-695F-BA40-848D-CBD376A8B66F}"/>
                  </a:ext>
                </a:extLst>
              </p:cNvPr>
              <p:cNvSpPr/>
              <p:nvPr/>
            </p:nvSpPr>
            <p:spPr>
              <a:xfrm>
                <a:off x="8384955" y="5156541"/>
                <a:ext cx="6343" cy="6345"/>
              </a:xfrm>
              <a:custGeom>
                <a:avLst/>
                <a:gdLst>
                  <a:gd name="connsiteX0" fmla="*/ 3327 w 6343"/>
                  <a:gd name="connsiteY0" fmla="*/ 6478 h 6345"/>
                  <a:gd name="connsiteX1" fmla="*/ 5570 w 6343"/>
                  <a:gd name="connsiteY1" fmla="*/ 5548 h 6345"/>
                  <a:gd name="connsiteX2" fmla="*/ 6499 w 6343"/>
                  <a:gd name="connsiteY2" fmla="*/ 3305 h 6345"/>
                  <a:gd name="connsiteX3" fmla="*/ 5570 w 6343"/>
                  <a:gd name="connsiteY3" fmla="*/ 1061 h 6345"/>
                  <a:gd name="connsiteX4" fmla="*/ 3327 w 6343"/>
                  <a:gd name="connsiteY4" fmla="*/ 132 h 6345"/>
                  <a:gd name="connsiteX5" fmla="*/ 1085 w 6343"/>
                  <a:gd name="connsiteY5" fmla="*/ 1061 h 6345"/>
                  <a:gd name="connsiteX6" fmla="*/ 156 w 6343"/>
                  <a:gd name="connsiteY6" fmla="*/ 3305 h 6345"/>
                  <a:gd name="connsiteX7" fmla="*/ 1085 w 6343"/>
                  <a:gd name="connsiteY7" fmla="*/ 5548 h 6345"/>
                  <a:gd name="connsiteX8" fmla="*/ 332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7" y="6478"/>
                    </a:moveTo>
                    <a:cubicBezTo>
                      <a:pt x="4168" y="6478"/>
                      <a:pt x="4975" y="6143"/>
                      <a:pt x="5570" y="5548"/>
                    </a:cubicBezTo>
                    <a:cubicBezTo>
                      <a:pt x="6165" y="4953"/>
                      <a:pt x="6499" y="4146"/>
                      <a:pt x="6499" y="3305"/>
                    </a:cubicBezTo>
                    <a:cubicBezTo>
                      <a:pt x="6499" y="2463"/>
                      <a:pt x="6165" y="1656"/>
                      <a:pt x="5570" y="1061"/>
                    </a:cubicBezTo>
                    <a:cubicBezTo>
                      <a:pt x="4975" y="466"/>
                      <a:pt x="4168" y="132"/>
                      <a:pt x="3327" y="132"/>
                    </a:cubicBezTo>
                    <a:cubicBezTo>
                      <a:pt x="2486" y="132"/>
                      <a:pt x="1679" y="466"/>
                      <a:pt x="1085" y="1061"/>
                    </a:cubicBezTo>
                    <a:cubicBezTo>
                      <a:pt x="490" y="1656"/>
                      <a:pt x="156" y="2463"/>
                      <a:pt x="156" y="3305"/>
                    </a:cubicBezTo>
                    <a:cubicBezTo>
                      <a:pt x="156" y="4146"/>
                      <a:pt x="490" y="4953"/>
                      <a:pt x="1085" y="5548"/>
                    </a:cubicBezTo>
                    <a:cubicBezTo>
                      <a:pt x="1679" y="6143"/>
                      <a:pt x="2486" y="6478"/>
                      <a:pt x="332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13" name="Freeform: Shape 9512">
                <a:extLst>
                  <a:ext uri="{FF2B5EF4-FFF2-40B4-BE49-F238E27FC236}">
                    <a16:creationId xmlns:a16="http://schemas.microsoft.com/office/drawing/2014/main" id="{9CA2D800-5EEF-FABE-862F-E36B773705FB}"/>
                  </a:ext>
                </a:extLst>
              </p:cNvPr>
              <p:cNvSpPr/>
              <p:nvPr/>
            </p:nvSpPr>
            <p:spPr>
              <a:xfrm>
                <a:off x="8404621" y="5152599"/>
                <a:ext cx="6343" cy="6345"/>
              </a:xfrm>
              <a:custGeom>
                <a:avLst/>
                <a:gdLst>
                  <a:gd name="connsiteX0" fmla="*/ 3329 w 6343"/>
                  <a:gd name="connsiteY0" fmla="*/ 6477 h 6345"/>
                  <a:gd name="connsiteX1" fmla="*/ 5571 w 6343"/>
                  <a:gd name="connsiteY1" fmla="*/ 5548 h 6345"/>
                  <a:gd name="connsiteX2" fmla="*/ 6500 w 6343"/>
                  <a:gd name="connsiteY2" fmla="*/ 3305 h 6345"/>
                  <a:gd name="connsiteX3" fmla="*/ 5571 w 6343"/>
                  <a:gd name="connsiteY3" fmla="*/ 1061 h 6345"/>
                  <a:gd name="connsiteX4" fmla="*/ 3329 w 6343"/>
                  <a:gd name="connsiteY4" fmla="*/ 132 h 6345"/>
                  <a:gd name="connsiteX5" fmla="*/ 1086 w 6343"/>
                  <a:gd name="connsiteY5" fmla="*/ 1061 h 6345"/>
                  <a:gd name="connsiteX6" fmla="*/ 157 w 6343"/>
                  <a:gd name="connsiteY6" fmla="*/ 3305 h 6345"/>
                  <a:gd name="connsiteX7" fmla="*/ 1086 w 6343"/>
                  <a:gd name="connsiteY7" fmla="*/ 5548 h 6345"/>
                  <a:gd name="connsiteX8" fmla="*/ 332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477"/>
                    </a:moveTo>
                    <a:cubicBezTo>
                      <a:pt x="4170" y="6477"/>
                      <a:pt x="4977" y="6143"/>
                      <a:pt x="5571" y="5548"/>
                    </a:cubicBezTo>
                    <a:cubicBezTo>
                      <a:pt x="6166" y="4953"/>
                      <a:pt x="6500" y="4146"/>
                      <a:pt x="6500" y="3305"/>
                    </a:cubicBezTo>
                    <a:cubicBezTo>
                      <a:pt x="6500" y="2463"/>
                      <a:pt x="6166" y="1656"/>
                      <a:pt x="5571" y="1061"/>
                    </a:cubicBezTo>
                    <a:cubicBezTo>
                      <a:pt x="4977" y="466"/>
                      <a:pt x="4170" y="132"/>
                      <a:pt x="3329" y="132"/>
                    </a:cubicBezTo>
                    <a:cubicBezTo>
                      <a:pt x="2488" y="132"/>
                      <a:pt x="1681" y="466"/>
                      <a:pt x="1086" y="1061"/>
                    </a:cubicBezTo>
                    <a:cubicBezTo>
                      <a:pt x="491" y="1656"/>
                      <a:pt x="157" y="2463"/>
                      <a:pt x="157" y="3305"/>
                    </a:cubicBezTo>
                    <a:cubicBezTo>
                      <a:pt x="157" y="4146"/>
                      <a:pt x="491" y="4953"/>
                      <a:pt x="1086" y="5548"/>
                    </a:cubicBezTo>
                    <a:cubicBezTo>
                      <a:pt x="1681" y="6143"/>
                      <a:pt x="2488" y="6477"/>
                      <a:pt x="332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14" name="Freeform: Shape 9513">
                <a:extLst>
                  <a:ext uri="{FF2B5EF4-FFF2-40B4-BE49-F238E27FC236}">
                    <a16:creationId xmlns:a16="http://schemas.microsoft.com/office/drawing/2014/main" id="{7C929A41-BE9B-E55B-B97B-DF2BB65E66A2}"/>
                  </a:ext>
                </a:extLst>
              </p:cNvPr>
              <p:cNvSpPr/>
              <p:nvPr/>
            </p:nvSpPr>
            <p:spPr>
              <a:xfrm>
                <a:off x="8425725" y="5149097"/>
                <a:ext cx="6343" cy="6345"/>
              </a:xfrm>
              <a:custGeom>
                <a:avLst/>
                <a:gdLst>
                  <a:gd name="connsiteX0" fmla="*/ 3331 w 6343"/>
                  <a:gd name="connsiteY0" fmla="*/ 6477 h 6345"/>
                  <a:gd name="connsiteX1" fmla="*/ 5573 w 6343"/>
                  <a:gd name="connsiteY1" fmla="*/ 5548 h 6345"/>
                  <a:gd name="connsiteX2" fmla="*/ 6502 w 6343"/>
                  <a:gd name="connsiteY2" fmla="*/ 3304 h 6345"/>
                  <a:gd name="connsiteX3" fmla="*/ 5573 w 6343"/>
                  <a:gd name="connsiteY3" fmla="*/ 1061 h 6345"/>
                  <a:gd name="connsiteX4" fmla="*/ 3331 w 6343"/>
                  <a:gd name="connsiteY4" fmla="*/ 132 h 6345"/>
                  <a:gd name="connsiteX5" fmla="*/ 1088 w 6343"/>
                  <a:gd name="connsiteY5" fmla="*/ 1061 h 6345"/>
                  <a:gd name="connsiteX6" fmla="*/ 159 w 6343"/>
                  <a:gd name="connsiteY6" fmla="*/ 3304 h 6345"/>
                  <a:gd name="connsiteX7" fmla="*/ 1088 w 6343"/>
                  <a:gd name="connsiteY7" fmla="*/ 5548 h 6345"/>
                  <a:gd name="connsiteX8" fmla="*/ 3331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1" y="6477"/>
                    </a:moveTo>
                    <a:cubicBezTo>
                      <a:pt x="4172" y="6477"/>
                      <a:pt x="4978" y="6143"/>
                      <a:pt x="5573" y="5548"/>
                    </a:cubicBezTo>
                    <a:cubicBezTo>
                      <a:pt x="6168" y="4953"/>
                      <a:pt x="6502" y="4146"/>
                      <a:pt x="6502" y="3304"/>
                    </a:cubicBezTo>
                    <a:cubicBezTo>
                      <a:pt x="6502" y="2463"/>
                      <a:pt x="6168" y="1656"/>
                      <a:pt x="5573" y="1061"/>
                    </a:cubicBezTo>
                    <a:cubicBezTo>
                      <a:pt x="4978" y="466"/>
                      <a:pt x="4172" y="132"/>
                      <a:pt x="3331" y="132"/>
                    </a:cubicBezTo>
                    <a:cubicBezTo>
                      <a:pt x="2489" y="132"/>
                      <a:pt x="1683" y="466"/>
                      <a:pt x="1088" y="1061"/>
                    </a:cubicBezTo>
                    <a:cubicBezTo>
                      <a:pt x="493" y="1656"/>
                      <a:pt x="159" y="2463"/>
                      <a:pt x="159" y="3304"/>
                    </a:cubicBezTo>
                    <a:cubicBezTo>
                      <a:pt x="159" y="4146"/>
                      <a:pt x="493" y="4953"/>
                      <a:pt x="1088" y="5548"/>
                    </a:cubicBezTo>
                    <a:cubicBezTo>
                      <a:pt x="1683" y="6143"/>
                      <a:pt x="2489" y="6477"/>
                      <a:pt x="3331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15" name="Freeform: Shape 9514">
                <a:extLst>
                  <a:ext uri="{FF2B5EF4-FFF2-40B4-BE49-F238E27FC236}">
                    <a16:creationId xmlns:a16="http://schemas.microsoft.com/office/drawing/2014/main" id="{FD1181B9-CC8E-C3B3-C684-51C2344BEE89}"/>
                  </a:ext>
                </a:extLst>
              </p:cNvPr>
              <p:cNvSpPr/>
              <p:nvPr/>
            </p:nvSpPr>
            <p:spPr>
              <a:xfrm>
                <a:off x="8503888" y="5154326"/>
                <a:ext cx="6343" cy="6345"/>
              </a:xfrm>
              <a:custGeom>
                <a:avLst/>
                <a:gdLst>
                  <a:gd name="connsiteX0" fmla="*/ 3337 w 6343"/>
                  <a:gd name="connsiteY0" fmla="*/ 6477 h 6345"/>
                  <a:gd name="connsiteX1" fmla="*/ 5579 w 6343"/>
                  <a:gd name="connsiteY1" fmla="*/ 5548 h 6345"/>
                  <a:gd name="connsiteX2" fmla="*/ 6508 w 6343"/>
                  <a:gd name="connsiteY2" fmla="*/ 3305 h 6345"/>
                  <a:gd name="connsiteX3" fmla="*/ 5579 w 6343"/>
                  <a:gd name="connsiteY3" fmla="*/ 1061 h 6345"/>
                  <a:gd name="connsiteX4" fmla="*/ 3337 w 6343"/>
                  <a:gd name="connsiteY4" fmla="*/ 132 h 6345"/>
                  <a:gd name="connsiteX5" fmla="*/ 1094 w 6343"/>
                  <a:gd name="connsiteY5" fmla="*/ 1061 h 6345"/>
                  <a:gd name="connsiteX6" fmla="*/ 165 w 6343"/>
                  <a:gd name="connsiteY6" fmla="*/ 3305 h 6345"/>
                  <a:gd name="connsiteX7" fmla="*/ 1094 w 6343"/>
                  <a:gd name="connsiteY7" fmla="*/ 5548 h 6345"/>
                  <a:gd name="connsiteX8" fmla="*/ 333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7" y="6477"/>
                    </a:moveTo>
                    <a:cubicBezTo>
                      <a:pt x="4178" y="6477"/>
                      <a:pt x="4985" y="6143"/>
                      <a:pt x="5579" y="5548"/>
                    </a:cubicBezTo>
                    <a:cubicBezTo>
                      <a:pt x="6174" y="4953"/>
                      <a:pt x="6508" y="4146"/>
                      <a:pt x="6508" y="3305"/>
                    </a:cubicBezTo>
                    <a:cubicBezTo>
                      <a:pt x="6508" y="2463"/>
                      <a:pt x="6174" y="1656"/>
                      <a:pt x="5579" y="1061"/>
                    </a:cubicBezTo>
                    <a:cubicBezTo>
                      <a:pt x="4985" y="466"/>
                      <a:pt x="4178" y="132"/>
                      <a:pt x="3337" y="132"/>
                    </a:cubicBezTo>
                    <a:cubicBezTo>
                      <a:pt x="2496" y="132"/>
                      <a:pt x="1689" y="466"/>
                      <a:pt x="1094" y="1061"/>
                    </a:cubicBezTo>
                    <a:cubicBezTo>
                      <a:pt x="499" y="1656"/>
                      <a:pt x="165" y="2463"/>
                      <a:pt x="165" y="3305"/>
                    </a:cubicBezTo>
                    <a:cubicBezTo>
                      <a:pt x="165" y="4146"/>
                      <a:pt x="499" y="4953"/>
                      <a:pt x="1094" y="5548"/>
                    </a:cubicBezTo>
                    <a:cubicBezTo>
                      <a:pt x="1689" y="6143"/>
                      <a:pt x="2496" y="6477"/>
                      <a:pt x="333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16" name="Freeform: Shape 9515">
                <a:extLst>
                  <a:ext uri="{FF2B5EF4-FFF2-40B4-BE49-F238E27FC236}">
                    <a16:creationId xmlns:a16="http://schemas.microsoft.com/office/drawing/2014/main" id="{364A6D38-D069-F4D7-4D11-8D0D992EDD60}"/>
                  </a:ext>
                </a:extLst>
              </p:cNvPr>
              <p:cNvSpPr/>
              <p:nvPr/>
            </p:nvSpPr>
            <p:spPr>
              <a:xfrm>
                <a:off x="8572011" y="5158970"/>
                <a:ext cx="6343" cy="6345"/>
              </a:xfrm>
              <a:custGeom>
                <a:avLst/>
                <a:gdLst>
                  <a:gd name="connsiteX0" fmla="*/ 3342 w 6343"/>
                  <a:gd name="connsiteY0" fmla="*/ 6478 h 6345"/>
                  <a:gd name="connsiteX1" fmla="*/ 5585 w 6343"/>
                  <a:gd name="connsiteY1" fmla="*/ 5548 h 6345"/>
                  <a:gd name="connsiteX2" fmla="*/ 6514 w 6343"/>
                  <a:gd name="connsiteY2" fmla="*/ 3305 h 6345"/>
                  <a:gd name="connsiteX3" fmla="*/ 5585 w 6343"/>
                  <a:gd name="connsiteY3" fmla="*/ 1062 h 6345"/>
                  <a:gd name="connsiteX4" fmla="*/ 3342 w 6343"/>
                  <a:gd name="connsiteY4" fmla="*/ 132 h 6345"/>
                  <a:gd name="connsiteX5" fmla="*/ 1099 w 6343"/>
                  <a:gd name="connsiteY5" fmla="*/ 1062 h 6345"/>
                  <a:gd name="connsiteX6" fmla="*/ 170 w 6343"/>
                  <a:gd name="connsiteY6" fmla="*/ 3305 h 6345"/>
                  <a:gd name="connsiteX7" fmla="*/ 1099 w 6343"/>
                  <a:gd name="connsiteY7" fmla="*/ 5548 h 6345"/>
                  <a:gd name="connsiteX8" fmla="*/ 334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478"/>
                    </a:moveTo>
                    <a:cubicBezTo>
                      <a:pt x="4183" y="6478"/>
                      <a:pt x="4990" y="6143"/>
                      <a:pt x="5585" y="5548"/>
                    </a:cubicBezTo>
                    <a:cubicBezTo>
                      <a:pt x="6179" y="4954"/>
                      <a:pt x="6514" y="4146"/>
                      <a:pt x="6514" y="3305"/>
                    </a:cubicBezTo>
                    <a:cubicBezTo>
                      <a:pt x="6514" y="2464"/>
                      <a:pt x="6179" y="1657"/>
                      <a:pt x="5585" y="1062"/>
                    </a:cubicBezTo>
                    <a:cubicBezTo>
                      <a:pt x="4990" y="467"/>
                      <a:pt x="4183" y="132"/>
                      <a:pt x="3342" y="132"/>
                    </a:cubicBezTo>
                    <a:cubicBezTo>
                      <a:pt x="2501" y="132"/>
                      <a:pt x="1694" y="467"/>
                      <a:pt x="1099" y="1062"/>
                    </a:cubicBezTo>
                    <a:cubicBezTo>
                      <a:pt x="505" y="1657"/>
                      <a:pt x="170" y="2464"/>
                      <a:pt x="170" y="3305"/>
                    </a:cubicBezTo>
                    <a:cubicBezTo>
                      <a:pt x="170" y="4146"/>
                      <a:pt x="505" y="4954"/>
                      <a:pt x="1099" y="5548"/>
                    </a:cubicBezTo>
                    <a:cubicBezTo>
                      <a:pt x="1694" y="6143"/>
                      <a:pt x="2501" y="6478"/>
                      <a:pt x="334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17" name="Freeform: Shape 9516">
                <a:extLst>
                  <a:ext uri="{FF2B5EF4-FFF2-40B4-BE49-F238E27FC236}">
                    <a16:creationId xmlns:a16="http://schemas.microsoft.com/office/drawing/2014/main" id="{A6280BD7-D0C1-0652-EF9F-041E3C617984}"/>
                  </a:ext>
                </a:extLst>
              </p:cNvPr>
              <p:cNvSpPr/>
              <p:nvPr/>
            </p:nvSpPr>
            <p:spPr>
              <a:xfrm>
                <a:off x="8592086" y="5156718"/>
                <a:ext cx="6343" cy="6345"/>
              </a:xfrm>
              <a:custGeom>
                <a:avLst/>
                <a:gdLst>
                  <a:gd name="connsiteX0" fmla="*/ 3344 w 6343"/>
                  <a:gd name="connsiteY0" fmla="*/ 6478 h 6345"/>
                  <a:gd name="connsiteX1" fmla="*/ 5586 w 6343"/>
                  <a:gd name="connsiteY1" fmla="*/ 5548 h 6345"/>
                  <a:gd name="connsiteX2" fmla="*/ 6515 w 6343"/>
                  <a:gd name="connsiteY2" fmla="*/ 3305 h 6345"/>
                  <a:gd name="connsiteX3" fmla="*/ 5586 w 6343"/>
                  <a:gd name="connsiteY3" fmla="*/ 1061 h 6345"/>
                  <a:gd name="connsiteX4" fmla="*/ 3344 w 6343"/>
                  <a:gd name="connsiteY4" fmla="*/ 132 h 6345"/>
                  <a:gd name="connsiteX5" fmla="*/ 1101 w 6343"/>
                  <a:gd name="connsiteY5" fmla="*/ 1061 h 6345"/>
                  <a:gd name="connsiteX6" fmla="*/ 172 w 6343"/>
                  <a:gd name="connsiteY6" fmla="*/ 3305 h 6345"/>
                  <a:gd name="connsiteX7" fmla="*/ 1101 w 6343"/>
                  <a:gd name="connsiteY7" fmla="*/ 5548 h 6345"/>
                  <a:gd name="connsiteX8" fmla="*/ 334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4" y="6478"/>
                    </a:moveTo>
                    <a:cubicBezTo>
                      <a:pt x="4185" y="6478"/>
                      <a:pt x="4992" y="6143"/>
                      <a:pt x="5586" y="5548"/>
                    </a:cubicBezTo>
                    <a:cubicBezTo>
                      <a:pt x="6181" y="4953"/>
                      <a:pt x="6515" y="4146"/>
                      <a:pt x="6515" y="3305"/>
                    </a:cubicBezTo>
                    <a:cubicBezTo>
                      <a:pt x="6515" y="2463"/>
                      <a:pt x="6181" y="1656"/>
                      <a:pt x="5586" y="1061"/>
                    </a:cubicBezTo>
                    <a:cubicBezTo>
                      <a:pt x="4992" y="466"/>
                      <a:pt x="4185" y="132"/>
                      <a:pt x="3344" y="132"/>
                    </a:cubicBezTo>
                    <a:cubicBezTo>
                      <a:pt x="2503" y="132"/>
                      <a:pt x="1696" y="466"/>
                      <a:pt x="1101" y="1061"/>
                    </a:cubicBezTo>
                    <a:cubicBezTo>
                      <a:pt x="506" y="1656"/>
                      <a:pt x="172" y="2463"/>
                      <a:pt x="172" y="3305"/>
                    </a:cubicBezTo>
                    <a:cubicBezTo>
                      <a:pt x="172" y="4146"/>
                      <a:pt x="506" y="4953"/>
                      <a:pt x="1101" y="5548"/>
                    </a:cubicBezTo>
                    <a:cubicBezTo>
                      <a:pt x="1696" y="6143"/>
                      <a:pt x="2503" y="6478"/>
                      <a:pt x="334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18" name="Freeform: Shape 9517">
                <a:extLst>
                  <a:ext uri="{FF2B5EF4-FFF2-40B4-BE49-F238E27FC236}">
                    <a16:creationId xmlns:a16="http://schemas.microsoft.com/office/drawing/2014/main" id="{B880F1E0-1A3B-C087-CE7A-53A35E5E62D0}"/>
                  </a:ext>
                </a:extLst>
              </p:cNvPr>
              <p:cNvSpPr/>
              <p:nvPr/>
            </p:nvSpPr>
            <p:spPr>
              <a:xfrm>
                <a:off x="8636943" y="5158857"/>
                <a:ext cx="6343" cy="6345"/>
              </a:xfrm>
              <a:custGeom>
                <a:avLst/>
                <a:gdLst>
                  <a:gd name="connsiteX0" fmla="*/ 3347 w 6343"/>
                  <a:gd name="connsiteY0" fmla="*/ 6478 h 6345"/>
                  <a:gd name="connsiteX1" fmla="*/ 5590 w 6343"/>
                  <a:gd name="connsiteY1" fmla="*/ 5548 h 6345"/>
                  <a:gd name="connsiteX2" fmla="*/ 6519 w 6343"/>
                  <a:gd name="connsiteY2" fmla="*/ 3305 h 6345"/>
                  <a:gd name="connsiteX3" fmla="*/ 5590 w 6343"/>
                  <a:gd name="connsiteY3" fmla="*/ 1062 h 6345"/>
                  <a:gd name="connsiteX4" fmla="*/ 3347 w 6343"/>
                  <a:gd name="connsiteY4" fmla="*/ 132 h 6345"/>
                  <a:gd name="connsiteX5" fmla="*/ 1105 w 6343"/>
                  <a:gd name="connsiteY5" fmla="*/ 1062 h 6345"/>
                  <a:gd name="connsiteX6" fmla="*/ 176 w 6343"/>
                  <a:gd name="connsiteY6" fmla="*/ 3305 h 6345"/>
                  <a:gd name="connsiteX7" fmla="*/ 1105 w 6343"/>
                  <a:gd name="connsiteY7" fmla="*/ 5548 h 6345"/>
                  <a:gd name="connsiteX8" fmla="*/ 334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7" y="6478"/>
                    </a:moveTo>
                    <a:cubicBezTo>
                      <a:pt x="4188" y="6478"/>
                      <a:pt x="4995" y="6143"/>
                      <a:pt x="5590" y="5548"/>
                    </a:cubicBezTo>
                    <a:cubicBezTo>
                      <a:pt x="6185" y="4954"/>
                      <a:pt x="6519" y="4146"/>
                      <a:pt x="6519" y="3305"/>
                    </a:cubicBezTo>
                    <a:cubicBezTo>
                      <a:pt x="6519" y="2464"/>
                      <a:pt x="6185" y="1657"/>
                      <a:pt x="5590" y="1062"/>
                    </a:cubicBezTo>
                    <a:cubicBezTo>
                      <a:pt x="4995" y="467"/>
                      <a:pt x="4188" y="132"/>
                      <a:pt x="3347" y="132"/>
                    </a:cubicBezTo>
                    <a:cubicBezTo>
                      <a:pt x="2506" y="132"/>
                      <a:pt x="1699" y="467"/>
                      <a:pt x="1105" y="1062"/>
                    </a:cubicBezTo>
                    <a:cubicBezTo>
                      <a:pt x="510" y="1657"/>
                      <a:pt x="176" y="2464"/>
                      <a:pt x="176" y="3305"/>
                    </a:cubicBezTo>
                    <a:cubicBezTo>
                      <a:pt x="176" y="4146"/>
                      <a:pt x="510" y="4954"/>
                      <a:pt x="1105" y="5548"/>
                    </a:cubicBezTo>
                    <a:cubicBezTo>
                      <a:pt x="1699" y="6143"/>
                      <a:pt x="2506" y="6478"/>
                      <a:pt x="334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19" name="Freeform: Shape 9518">
                <a:extLst>
                  <a:ext uri="{FF2B5EF4-FFF2-40B4-BE49-F238E27FC236}">
                    <a16:creationId xmlns:a16="http://schemas.microsoft.com/office/drawing/2014/main" id="{5CC87CBE-E9A4-71AB-FDF7-0E68BC41A9DC}"/>
                  </a:ext>
                </a:extLst>
              </p:cNvPr>
              <p:cNvSpPr/>
              <p:nvPr/>
            </p:nvSpPr>
            <p:spPr>
              <a:xfrm>
                <a:off x="8679203" y="5161101"/>
                <a:ext cx="6343" cy="6345"/>
              </a:xfrm>
              <a:custGeom>
                <a:avLst/>
                <a:gdLst>
                  <a:gd name="connsiteX0" fmla="*/ 3351 w 6343"/>
                  <a:gd name="connsiteY0" fmla="*/ 6478 h 6345"/>
                  <a:gd name="connsiteX1" fmla="*/ 5593 w 6343"/>
                  <a:gd name="connsiteY1" fmla="*/ 5549 h 6345"/>
                  <a:gd name="connsiteX2" fmla="*/ 6522 w 6343"/>
                  <a:gd name="connsiteY2" fmla="*/ 3305 h 6345"/>
                  <a:gd name="connsiteX3" fmla="*/ 5593 w 6343"/>
                  <a:gd name="connsiteY3" fmla="*/ 1062 h 6345"/>
                  <a:gd name="connsiteX4" fmla="*/ 3351 w 6343"/>
                  <a:gd name="connsiteY4" fmla="*/ 133 h 6345"/>
                  <a:gd name="connsiteX5" fmla="*/ 1108 w 6343"/>
                  <a:gd name="connsiteY5" fmla="*/ 1062 h 6345"/>
                  <a:gd name="connsiteX6" fmla="*/ 179 w 6343"/>
                  <a:gd name="connsiteY6" fmla="*/ 3305 h 6345"/>
                  <a:gd name="connsiteX7" fmla="*/ 1108 w 6343"/>
                  <a:gd name="connsiteY7" fmla="*/ 5549 h 6345"/>
                  <a:gd name="connsiteX8" fmla="*/ 335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478"/>
                    </a:moveTo>
                    <a:cubicBezTo>
                      <a:pt x="4192" y="6478"/>
                      <a:pt x="4998" y="6144"/>
                      <a:pt x="5593" y="5549"/>
                    </a:cubicBezTo>
                    <a:cubicBezTo>
                      <a:pt x="6188" y="4954"/>
                      <a:pt x="6522" y="4147"/>
                      <a:pt x="6522" y="3305"/>
                    </a:cubicBezTo>
                    <a:cubicBezTo>
                      <a:pt x="6522" y="2464"/>
                      <a:pt x="6188" y="1657"/>
                      <a:pt x="5593" y="1062"/>
                    </a:cubicBezTo>
                    <a:cubicBezTo>
                      <a:pt x="4998" y="467"/>
                      <a:pt x="4192" y="133"/>
                      <a:pt x="3351" y="133"/>
                    </a:cubicBezTo>
                    <a:cubicBezTo>
                      <a:pt x="2509" y="133"/>
                      <a:pt x="1703" y="467"/>
                      <a:pt x="1108" y="1062"/>
                    </a:cubicBezTo>
                    <a:cubicBezTo>
                      <a:pt x="513" y="1657"/>
                      <a:pt x="179" y="2464"/>
                      <a:pt x="179" y="3305"/>
                    </a:cubicBezTo>
                    <a:cubicBezTo>
                      <a:pt x="179" y="4147"/>
                      <a:pt x="513" y="4954"/>
                      <a:pt x="1108" y="5549"/>
                    </a:cubicBezTo>
                    <a:cubicBezTo>
                      <a:pt x="1703" y="6144"/>
                      <a:pt x="2509" y="6478"/>
                      <a:pt x="335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20" name="Freeform: Shape 9519">
                <a:extLst>
                  <a:ext uri="{FF2B5EF4-FFF2-40B4-BE49-F238E27FC236}">
                    <a16:creationId xmlns:a16="http://schemas.microsoft.com/office/drawing/2014/main" id="{1D478FC4-C78F-BC15-357C-20272FB67DEF}"/>
                  </a:ext>
                </a:extLst>
              </p:cNvPr>
              <p:cNvSpPr/>
              <p:nvPr/>
            </p:nvSpPr>
            <p:spPr>
              <a:xfrm>
                <a:off x="8696977" y="5159458"/>
                <a:ext cx="6343" cy="6345"/>
              </a:xfrm>
              <a:custGeom>
                <a:avLst/>
                <a:gdLst>
                  <a:gd name="connsiteX0" fmla="*/ 3352 w 6343"/>
                  <a:gd name="connsiteY0" fmla="*/ 6478 h 6345"/>
                  <a:gd name="connsiteX1" fmla="*/ 5595 w 6343"/>
                  <a:gd name="connsiteY1" fmla="*/ 5549 h 6345"/>
                  <a:gd name="connsiteX2" fmla="*/ 6523 w 6343"/>
                  <a:gd name="connsiteY2" fmla="*/ 3305 h 6345"/>
                  <a:gd name="connsiteX3" fmla="*/ 5595 w 6343"/>
                  <a:gd name="connsiteY3" fmla="*/ 1062 h 6345"/>
                  <a:gd name="connsiteX4" fmla="*/ 3352 w 6343"/>
                  <a:gd name="connsiteY4" fmla="*/ 132 h 6345"/>
                  <a:gd name="connsiteX5" fmla="*/ 1109 w 6343"/>
                  <a:gd name="connsiteY5" fmla="*/ 1062 h 6345"/>
                  <a:gd name="connsiteX6" fmla="*/ 180 w 6343"/>
                  <a:gd name="connsiteY6" fmla="*/ 3305 h 6345"/>
                  <a:gd name="connsiteX7" fmla="*/ 1109 w 6343"/>
                  <a:gd name="connsiteY7" fmla="*/ 5549 h 6345"/>
                  <a:gd name="connsiteX8" fmla="*/ 335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478"/>
                    </a:moveTo>
                    <a:cubicBezTo>
                      <a:pt x="4193" y="6478"/>
                      <a:pt x="5000" y="6143"/>
                      <a:pt x="5595" y="5549"/>
                    </a:cubicBezTo>
                    <a:cubicBezTo>
                      <a:pt x="6189" y="4954"/>
                      <a:pt x="6523" y="4146"/>
                      <a:pt x="6523" y="3305"/>
                    </a:cubicBezTo>
                    <a:cubicBezTo>
                      <a:pt x="6523" y="2464"/>
                      <a:pt x="6189" y="1657"/>
                      <a:pt x="5595" y="1062"/>
                    </a:cubicBezTo>
                    <a:cubicBezTo>
                      <a:pt x="5000" y="467"/>
                      <a:pt x="4193" y="132"/>
                      <a:pt x="3352" y="132"/>
                    </a:cubicBezTo>
                    <a:cubicBezTo>
                      <a:pt x="2511" y="132"/>
                      <a:pt x="1704" y="467"/>
                      <a:pt x="1109" y="1062"/>
                    </a:cubicBezTo>
                    <a:cubicBezTo>
                      <a:pt x="515" y="1657"/>
                      <a:pt x="180" y="2464"/>
                      <a:pt x="180" y="3305"/>
                    </a:cubicBezTo>
                    <a:cubicBezTo>
                      <a:pt x="180" y="4146"/>
                      <a:pt x="515" y="4954"/>
                      <a:pt x="1109" y="5549"/>
                    </a:cubicBezTo>
                    <a:cubicBezTo>
                      <a:pt x="1704" y="6143"/>
                      <a:pt x="2511" y="6478"/>
                      <a:pt x="335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21" name="Freeform: Shape 9520">
                <a:extLst>
                  <a:ext uri="{FF2B5EF4-FFF2-40B4-BE49-F238E27FC236}">
                    <a16:creationId xmlns:a16="http://schemas.microsoft.com/office/drawing/2014/main" id="{38F8EC81-8282-0E1A-7EA5-B37B04CE5B1C}"/>
                  </a:ext>
                </a:extLst>
              </p:cNvPr>
              <p:cNvSpPr/>
              <p:nvPr/>
            </p:nvSpPr>
            <p:spPr>
              <a:xfrm>
                <a:off x="8729195" y="5160724"/>
                <a:ext cx="6343" cy="6345"/>
              </a:xfrm>
              <a:custGeom>
                <a:avLst/>
                <a:gdLst>
                  <a:gd name="connsiteX0" fmla="*/ 3354 w 6343"/>
                  <a:gd name="connsiteY0" fmla="*/ 6478 h 6345"/>
                  <a:gd name="connsiteX1" fmla="*/ 5597 w 6343"/>
                  <a:gd name="connsiteY1" fmla="*/ 5549 h 6345"/>
                  <a:gd name="connsiteX2" fmla="*/ 6526 w 6343"/>
                  <a:gd name="connsiteY2" fmla="*/ 3305 h 6345"/>
                  <a:gd name="connsiteX3" fmla="*/ 5597 w 6343"/>
                  <a:gd name="connsiteY3" fmla="*/ 1062 h 6345"/>
                  <a:gd name="connsiteX4" fmla="*/ 3354 w 6343"/>
                  <a:gd name="connsiteY4" fmla="*/ 132 h 6345"/>
                  <a:gd name="connsiteX5" fmla="*/ 1112 w 6343"/>
                  <a:gd name="connsiteY5" fmla="*/ 1062 h 6345"/>
                  <a:gd name="connsiteX6" fmla="*/ 183 w 6343"/>
                  <a:gd name="connsiteY6" fmla="*/ 3305 h 6345"/>
                  <a:gd name="connsiteX7" fmla="*/ 1112 w 6343"/>
                  <a:gd name="connsiteY7" fmla="*/ 5549 h 6345"/>
                  <a:gd name="connsiteX8" fmla="*/ 335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478"/>
                    </a:moveTo>
                    <a:cubicBezTo>
                      <a:pt x="4196" y="6478"/>
                      <a:pt x="5002" y="6144"/>
                      <a:pt x="5597" y="5549"/>
                    </a:cubicBezTo>
                    <a:cubicBezTo>
                      <a:pt x="6192" y="4954"/>
                      <a:pt x="6526" y="4147"/>
                      <a:pt x="6526" y="3305"/>
                    </a:cubicBezTo>
                    <a:cubicBezTo>
                      <a:pt x="6526" y="2464"/>
                      <a:pt x="6192" y="1657"/>
                      <a:pt x="5597" y="1062"/>
                    </a:cubicBezTo>
                    <a:cubicBezTo>
                      <a:pt x="5002" y="467"/>
                      <a:pt x="4196" y="132"/>
                      <a:pt x="3354" y="132"/>
                    </a:cubicBezTo>
                    <a:cubicBezTo>
                      <a:pt x="2513" y="132"/>
                      <a:pt x="1707" y="467"/>
                      <a:pt x="1112" y="1062"/>
                    </a:cubicBezTo>
                    <a:cubicBezTo>
                      <a:pt x="517" y="1657"/>
                      <a:pt x="183" y="2464"/>
                      <a:pt x="183" y="3305"/>
                    </a:cubicBezTo>
                    <a:cubicBezTo>
                      <a:pt x="183" y="4147"/>
                      <a:pt x="517" y="4954"/>
                      <a:pt x="1112" y="5549"/>
                    </a:cubicBezTo>
                    <a:cubicBezTo>
                      <a:pt x="1707" y="6144"/>
                      <a:pt x="2513" y="6478"/>
                      <a:pt x="335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22" name="Freeform: Shape 9521">
                <a:extLst>
                  <a:ext uri="{FF2B5EF4-FFF2-40B4-BE49-F238E27FC236}">
                    <a16:creationId xmlns:a16="http://schemas.microsoft.com/office/drawing/2014/main" id="{43D338D8-B2C4-2A94-9A8D-4CB928F81B55}"/>
                  </a:ext>
                </a:extLst>
              </p:cNvPr>
              <p:cNvSpPr/>
              <p:nvPr/>
            </p:nvSpPr>
            <p:spPr>
              <a:xfrm>
                <a:off x="8749769" y="5160144"/>
                <a:ext cx="6343" cy="6345"/>
              </a:xfrm>
              <a:custGeom>
                <a:avLst/>
                <a:gdLst>
                  <a:gd name="connsiteX0" fmla="*/ 3356 w 6343"/>
                  <a:gd name="connsiteY0" fmla="*/ 6478 h 6345"/>
                  <a:gd name="connsiteX1" fmla="*/ 5599 w 6343"/>
                  <a:gd name="connsiteY1" fmla="*/ 5549 h 6345"/>
                  <a:gd name="connsiteX2" fmla="*/ 6528 w 6343"/>
                  <a:gd name="connsiteY2" fmla="*/ 3305 h 6345"/>
                  <a:gd name="connsiteX3" fmla="*/ 5599 w 6343"/>
                  <a:gd name="connsiteY3" fmla="*/ 1062 h 6345"/>
                  <a:gd name="connsiteX4" fmla="*/ 3356 w 6343"/>
                  <a:gd name="connsiteY4" fmla="*/ 132 h 6345"/>
                  <a:gd name="connsiteX5" fmla="*/ 1113 w 6343"/>
                  <a:gd name="connsiteY5" fmla="*/ 1062 h 6345"/>
                  <a:gd name="connsiteX6" fmla="*/ 185 w 6343"/>
                  <a:gd name="connsiteY6" fmla="*/ 3305 h 6345"/>
                  <a:gd name="connsiteX7" fmla="*/ 1113 w 6343"/>
                  <a:gd name="connsiteY7" fmla="*/ 5549 h 6345"/>
                  <a:gd name="connsiteX8" fmla="*/ 335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478"/>
                    </a:moveTo>
                    <a:cubicBezTo>
                      <a:pt x="4197" y="6478"/>
                      <a:pt x="5004" y="6144"/>
                      <a:pt x="5599" y="5549"/>
                    </a:cubicBezTo>
                    <a:cubicBezTo>
                      <a:pt x="6193" y="4954"/>
                      <a:pt x="6528" y="4147"/>
                      <a:pt x="6528" y="3305"/>
                    </a:cubicBezTo>
                    <a:cubicBezTo>
                      <a:pt x="6528" y="2464"/>
                      <a:pt x="6193" y="1657"/>
                      <a:pt x="5599" y="1062"/>
                    </a:cubicBezTo>
                    <a:cubicBezTo>
                      <a:pt x="5004" y="467"/>
                      <a:pt x="4197" y="132"/>
                      <a:pt x="3356" y="132"/>
                    </a:cubicBezTo>
                    <a:cubicBezTo>
                      <a:pt x="2515" y="132"/>
                      <a:pt x="1708" y="467"/>
                      <a:pt x="1113" y="1062"/>
                    </a:cubicBezTo>
                    <a:cubicBezTo>
                      <a:pt x="519" y="1657"/>
                      <a:pt x="185" y="2464"/>
                      <a:pt x="185" y="3305"/>
                    </a:cubicBezTo>
                    <a:cubicBezTo>
                      <a:pt x="185" y="4147"/>
                      <a:pt x="519" y="4954"/>
                      <a:pt x="1113" y="5549"/>
                    </a:cubicBezTo>
                    <a:cubicBezTo>
                      <a:pt x="1708" y="6144"/>
                      <a:pt x="2515" y="6478"/>
                      <a:pt x="335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23" name="Freeform: Shape 9522">
                <a:extLst>
                  <a:ext uri="{FF2B5EF4-FFF2-40B4-BE49-F238E27FC236}">
                    <a16:creationId xmlns:a16="http://schemas.microsoft.com/office/drawing/2014/main" id="{620C5D61-0264-7A17-337E-D9D02146ABF4}"/>
                  </a:ext>
                </a:extLst>
              </p:cNvPr>
              <p:cNvSpPr/>
              <p:nvPr/>
            </p:nvSpPr>
            <p:spPr>
              <a:xfrm>
                <a:off x="8774822" y="5160706"/>
                <a:ext cx="6343" cy="6345"/>
              </a:xfrm>
              <a:custGeom>
                <a:avLst/>
                <a:gdLst>
                  <a:gd name="connsiteX0" fmla="*/ 3358 w 6343"/>
                  <a:gd name="connsiteY0" fmla="*/ 6478 h 6345"/>
                  <a:gd name="connsiteX1" fmla="*/ 5601 w 6343"/>
                  <a:gd name="connsiteY1" fmla="*/ 5549 h 6345"/>
                  <a:gd name="connsiteX2" fmla="*/ 6530 w 6343"/>
                  <a:gd name="connsiteY2" fmla="*/ 3305 h 6345"/>
                  <a:gd name="connsiteX3" fmla="*/ 5601 w 6343"/>
                  <a:gd name="connsiteY3" fmla="*/ 1062 h 6345"/>
                  <a:gd name="connsiteX4" fmla="*/ 3358 w 6343"/>
                  <a:gd name="connsiteY4" fmla="*/ 132 h 6345"/>
                  <a:gd name="connsiteX5" fmla="*/ 1115 w 6343"/>
                  <a:gd name="connsiteY5" fmla="*/ 1062 h 6345"/>
                  <a:gd name="connsiteX6" fmla="*/ 186 w 6343"/>
                  <a:gd name="connsiteY6" fmla="*/ 3305 h 6345"/>
                  <a:gd name="connsiteX7" fmla="*/ 1115 w 6343"/>
                  <a:gd name="connsiteY7" fmla="*/ 5549 h 6345"/>
                  <a:gd name="connsiteX8" fmla="*/ 335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478"/>
                    </a:moveTo>
                    <a:cubicBezTo>
                      <a:pt x="4199" y="6478"/>
                      <a:pt x="5006" y="6144"/>
                      <a:pt x="5601" y="5549"/>
                    </a:cubicBezTo>
                    <a:cubicBezTo>
                      <a:pt x="6195" y="4954"/>
                      <a:pt x="6530" y="4147"/>
                      <a:pt x="6530" y="3305"/>
                    </a:cubicBezTo>
                    <a:cubicBezTo>
                      <a:pt x="6530" y="2464"/>
                      <a:pt x="6195" y="1657"/>
                      <a:pt x="5601" y="1062"/>
                    </a:cubicBezTo>
                    <a:cubicBezTo>
                      <a:pt x="5006" y="467"/>
                      <a:pt x="4199" y="132"/>
                      <a:pt x="3358" y="132"/>
                    </a:cubicBezTo>
                    <a:cubicBezTo>
                      <a:pt x="2517" y="132"/>
                      <a:pt x="1710" y="467"/>
                      <a:pt x="1115" y="1062"/>
                    </a:cubicBezTo>
                    <a:cubicBezTo>
                      <a:pt x="521" y="1657"/>
                      <a:pt x="186" y="2464"/>
                      <a:pt x="186" y="3305"/>
                    </a:cubicBezTo>
                    <a:cubicBezTo>
                      <a:pt x="186" y="4147"/>
                      <a:pt x="521" y="4954"/>
                      <a:pt x="1115" y="5549"/>
                    </a:cubicBezTo>
                    <a:cubicBezTo>
                      <a:pt x="1710" y="6144"/>
                      <a:pt x="2517" y="6478"/>
                      <a:pt x="335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24" name="Freeform: Shape 9523">
                <a:extLst>
                  <a:ext uri="{FF2B5EF4-FFF2-40B4-BE49-F238E27FC236}">
                    <a16:creationId xmlns:a16="http://schemas.microsoft.com/office/drawing/2014/main" id="{3744E885-39BE-1BC3-0129-C1AF6DE3A6E4}"/>
                  </a:ext>
                </a:extLst>
              </p:cNvPr>
              <p:cNvSpPr/>
              <p:nvPr/>
            </p:nvSpPr>
            <p:spPr>
              <a:xfrm>
                <a:off x="8800086" y="5161622"/>
                <a:ext cx="6343" cy="6345"/>
              </a:xfrm>
              <a:custGeom>
                <a:avLst/>
                <a:gdLst>
                  <a:gd name="connsiteX0" fmla="*/ 3360 w 6343"/>
                  <a:gd name="connsiteY0" fmla="*/ 6478 h 6345"/>
                  <a:gd name="connsiteX1" fmla="*/ 5603 w 6343"/>
                  <a:gd name="connsiteY1" fmla="*/ 5549 h 6345"/>
                  <a:gd name="connsiteX2" fmla="*/ 6532 w 6343"/>
                  <a:gd name="connsiteY2" fmla="*/ 3305 h 6345"/>
                  <a:gd name="connsiteX3" fmla="*/ 5603 w 6343"/>
                  <a:gd name="connsiteY3" fmla="*/ 1062 h 6345"/>
                  <a:gd name="connsiteX4" fmla="*/ 3360 w 6343"/>
                  <a:gd name="connsiteY4" fmla="*/ 133 h 6345"/>
                  <a:gd name="connsiteX5" fmla="*/ 1117 w 6343"/>
                  <a:gd name="connsiteY5" fmla="*/ 1062 h 6345"/>
                  <a:gd name="connsiteX6" fmla="*/ 188 w 6343"/>
                  <a:gd name="connsiteY6" fmla="*/ 3305 h 6345"/>
                  <a:gd name="connsiteX7" fmla="*/ 1117 w 6343"/>
                  <a:gd name="connsiteY7" fmla="*/ 5549 h 6345"/>
                  <a:gd name="connsiteX8" fmla="*/ 336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478"/>
                    </a:moveTo>
                    <a:cubicBezTo>
                      <a:pt x="4201" y="6478"/>
                      <a:pt x="5008" y="6144"/>
                      <a:pt x="5603" y="5549"/>
                    </a:cubicBezTo>
                    <a:cubicBezTo>
                      <a:pt x="6197" y="4954"/>
                      <a:pt x="6532" y="4147"/>
                      <a:pt x="6532" y="3305"/>
                    </a:cubicBezTo>
                    <a:cubicBezTo>
                      <a:pt x="6532" y="2464"/>
                      <a:pt x="6197" y="1657"/>
                      <a:pt x="5603" y="1062"/>
                    </a:cubicBezTo>
                    <a:cubicBezTo>
                      <a:pt x="5008" y="467"/>
                      <a:pt x="4201" y="133"/>
                      <a:pt x="3360" y="133"/>
                    </a:cubicBezTo>
                    <a:cubicBezTo>
                      <a:pt x="2519" y="133"/>
                      <a:pt x="1712" y="467"/>
                      <a:pt x="1117" y="1062"/>
                    </a:cubicBezTo>
                    <a:cubicBezTo>
                      <a:pt x="523" y="1657"/>
                      <a:pt x="188" y="2464"/>
                      <a:pt x="188" y="3305"/>
                    </a:cubicBezTo>
                    <a:cubicBezTo>
                      <a:pt x="188" y="4147"/>
                      <a:pt x="523" y="4954"/>
                      <a:pt x="1117" y="5549"/>
                    </a:cubicBezTo>
                    <a:cubicBezTo>
                      <a:pt x="1712" y="6144"/>
                      <a:pt x="2519" y="6478"/>
                      <a:pt x="336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25" name="Freeform: Shape 9524">
                <a:extLst>
                  <a:ext uri="{FF2B5EF4-FFF2-40B4-BE49-F238E27FC236}">
                    <a16:creationId xmlns:a16="http://schemas.microsoft.com/office/drawing/2014/main" id="{9C32D9EC-4E9D-83F8-451A-02EDCD569C1D}"/>
                  </a:ext>
                </a:extLst>
              </p:cNvPr>
              <p:cNvSpPr/>
              <p:nvPr/>
            </p:nvSpPr>
            <p:spPr>
              <a:xfrm>
                <a:off x="8809823" y="5159560"/>
                <a:ext cx="6343" cy="6345"/>
              </a:xfrm>
              <a:custGeom>
                <a:avLst/>
                <a:gdLst>
                  <a:gd name="connsiteX0" fmla="*/ 3361 w 6343"/>
                  <a:gd name="connsiteY0" fmla="*/ 6478 h 6345"/>
                  <a:gd name="connsiteX1" fmla="*/ 5603 w 6343"/>
                  <a:gd name="connsiteY1" fmla="*/ 5549 h 6345"/>
                  <a:gd name="connsiteX2" fmla="*/ 6532 w 6343"/>
                  <a:gd name="connsiteY2" fmla="*/ 3305 h 6345"/>
                  <a:gd name="connsiteX3" fmla="*/ 5603 w 6343"/>
                  <a:gd name="connsiteY3" fmla="*/ 1062 h 6345"/>
                  <a:gd name="connsiteX4" fmla="*/ 3361 w 6343"/>
                  <a:gd name="connsiteY4" fmla="*/ 132 h 6345"/>
                  <a:gd name="connsiteX5" fmla="*/ 1118 w 6343"/>
                  <a:gd name="connsiteY5" fmla="*/ 1062 h 6345"/>
                  <a:gd name="connsiteX6" fmla="*/ 189 w 6343"/>
                  <a:gd name="connsiteY6" fmla="*/ 3305 h 6345"/>
                  <a:gd name="connsiteX7" fmla="*/ 1118 w 6343"/>
                  <a:gd name="connsiteY7" fmla="*/ 5549 h 6345"/>
                  <a:gd name="connsiteX8" fmla="*/ 336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78"/>
                    </a:moveTo>
                    <a:cubicBezTo>
                      <a:pt x="4202" y="6478"/>
                      <a:pt x="5009" y="6143"/>
                      <a:pt x="5603" y="5549"/>
                    </a:cubicBezTo>
                    <a:cubicBezTo>
                      <a:pt x="6198" y="4954"/>
                      <a:pt x="6532" y="4147"/>
                      <a:pt x="6532" y="3305"/>
                    </a:cubicBezTo>
                    <a:cubicBezTo>
                      <a:pt x="6532" y="2464"/>
                      <a:pt x="6198" y="1657"/>
                      <a:pt x="5603" y="1062"/>
                    </a:cubicBezTo>
                    <a:cubicBezTo>
                      <a:pt x="5009" y="467"/>
                      <a:pt x="4202" y="132"/>
                      <a:pt x="3361" y="132"/>
                    </a:cubicBezTo>
                    <a:cubicBezTo>
                      <a:pt x="2520" y="132"/>
                      <a:pt x="1713" y="467"/>
                      <a:pt x="1118" y="1062"/>
                    </a:cubicBezTo>
                    <a:cubicBezTo>
                      <a:pt x="523" y="1657"/>
                      <a:pt x="189" y="2464"/>
                      <a:pt x="189" y="3305"/>
                    </a:cubicBezTo>
                    <a:cubicBezTo>
                      <a:pt x="189" y="4147"/>
                      <a:pt x="523" y="4954"/>
                      <a:pt x="1118" y="5549"/>
                    </a:cubicBezTo>
                    <a:cubicBezTo>
                      <a:pt x="1713" y="6143"/>
                      <a:pt x="2520" y="6478"/>
                      <a:pt x="336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26" name="Freeform: Shape 9525">
                <a:extLst>
                  <a:ext uri="{FF2B5EF4-FFF2-40B4-BE49-F238E27FC236}">
                    <a16:creationId xmlns:a16="http://schemas.microsoft.com/office/drawing/2014/main" id="{ABB8C0D6-B58D-90AA-F370-597EEC437145}"/>
                  </a:ext>
                </a:extLst>
              </p:cNvPr>
              <p:cNvSpPr/>
              <p:nvPr/>
            </p:nvSpPr>
            <p:spPr>
              <a:xfrm>
                <a:off x="8843809" y="5162907"/>
                <a:ext cx="6343" cy="6345"/>
              </a:xfrm>
              <a:custGeom>
                <a:avLst/>
                <a:gdLst>
                  <a:gd name="connsiteX0" fmla="*/ 3363 w 6343"/>
                  <a:gd name="connsiteY0" fmla="*/ 6478 h 6345"/>
                  <a:gd name="connsiteX1" fmla="*/ 5606 w 6343"/>
                  <a:gd name="connsiteY1" fmla="*/ 5549 h 6345"/>
                  <a:gd name="connsiteX2" fmla="*/ 6535 w 6343"/>
                  <a:gd name="connsiteY2" fmla="*/ 3305 h 6345"/>
                  <a:gd name="connsiteX3" fmla="*/ 5606 w 6343"/>
                  <a:gd name="connsiteY3" fmla="*/ 1062 h 6345"/>
                  <a:gd name="connsiteX4" fmla="*/ 3363 w 6343"/>
                  <a:gd name="connsiteY4" fmla="*/ 133 h 6345"/>
                  <a:gd name="connsiteX5" fmla="*/ 1121 w 6343"/>
                  <a:gd name="connsiteY5" fmla="*/ 1062 h 6345"/>
                  <a:gd name="connsiteX6" fmla="*/ 192 w 6343"/>
                  <a:gd name="connsiteY6" fmla="*/ 3305 h 6345"/>
                  <a:gd name="connsiteX7" fmla="*/ 1121 w 6343"/>
                  <a:gd name="connsiteY7" fmla="*/ 5549 h 6345"/>
                  <a:gd name="connsiteX8" fmla="*/ 336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478"/>
                    </a:moveTo>
                    <a:cubicBezTo>
                      <a:pt x="4205" y="6478"/>
                      <a:pt x="5011" y="6144"/>
                      <a:pt x="5606" y="5549"/>
                    </a:cubicBezTo>
                    <a:cubicBezTo>
                      <a:pt x="6201" y="4954"/>
                      <a:pt x="6535" y="4147"/>
                      <a:pt x="6535" y="3305"/>
                    </a:cubicBezTo>
                    <a:cubicBezTo>
                      <a:pt x="6535" y="2464"/>
                      <a:pt x="6201" y="1657"/>
                      <a:pt x="5606" y="1062"/>
                    </a:cubicBezTo>
                    <a:cubicBezTo>
                      <a:pt x="5011" y="467"/>
                      <a:pt x="4205" y="133"/>
                      <a:pt x="3363" y="133"/>
                    </a:cubicBezTo>
                    <a:cubicBezTo>
                      <a:pt x="2522" y="133"/>
                      <a:pt x="1716" y="467"/>
                      <a:pt x="1121" y="1062"/>
                    </a:cubicBezTo>
                    <a:cubicBezTo>
                      <a:pt x="526" y="1657"/>
                      <a:pt x="192" y="2464"/>
                      <a:pt x="192" y="3305"/>
                    </a:cubicBezTo>
                    <a:cubicBezTo>
                      <a:pt x="192" y="4147"/>
                      <a:pt x="526" y="4954"/>
                      <a:pt x="1121" y="5549"/>
                    </a:cubicBezTo>
                    <a:cubicBezTo>
                      <a:pt x="1716" y="6144"/>
                      <a:pt x="2522" y="6478"/>
                      <a:pt x="336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27" name="Freeform: Shape 9526">
                <a:extLst>
                  <a:ext uri="{FF2B5EF4-FFF2-40B4-BE49-F238E27FC236}">
                    <a16:creationId xmlns:a16="http://schemas.microsoft.com/office/drawing/2014/main" id="{7C016C89-68DD-6953-F757-DFB74901EBC1}"/>
                  </a:ext>
                </a:extLst>
              </p:cNvPr>
              <p:cNvSpPr/>
              <p:nvPr/>
            </p:nvSpPr>
            <p:spPr>
              <a:xfrm>
                <a:off x="8850694" y="5160588"/>
                <a:ext cx="6343" cy="6345"/>
              </a:xfrm>
              <a:custGeom>
                <a:avLst/>
                <a:gdLst>
                  <a:gd name="connsiteX0" fmla="*/ 3364 w 6343"/>
                  <a:gd name="connsiteY0" fmla="*/ 6478 h 6345"/>
                  <a:gd name="connsiteX1" fmla="*/ 5607 w 6343"/>
                  <a:gd name="connsiteY1" fmla="*/ 5549 h 6345"/>
                  <a:gd name="connsiteX2" fmla="*/ 6536 w 6343"/>
                  <a:gd name="connsiteY2" fmla="*/ 3305 h 6345"/>
                  <a:gd name="connsiteX3" fmla="*/ 5607 w 6343"/>
                  <a:gd name="connsiteY3" fmla="*/ 1062 h 6345"/>
                  <a:gd name="connsiteX4" fmla="*/ 3364 w 6343"/>
                  <a:gd name="connsiteY4" fmla="*/ 132 h 6345"/>
                  <a:gd name="connsiteX5" fmla="*/ 1121 w 6343"/>
                  <a:gd name="connsiteY5" fmla="*/ 1062 h 6345"/>
                  <a:gd name="connsiteX6" fmla="*/ 192 w 6343"/>
                  <a:gd name="connsiteY6" fmla="*/ 3305 h 6345"/>
                  <a:gd name="connsiteX7" fmla="*/ 1121 w 6343"/>
                  <a:gd name="connsiteY7" fmla="*/ 5549 h 6345"/>
                  <a:gd name="connsiteX8" fmla="*/ 336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478"/>
                    </a:moveTo>
                    <a:cubicBezTo>
                      <a:pt x="4205" y="6478"/>
                      <a:pt x="5012" y="6144"/>
                      <a:pt x="5607" y="5549"/>
                    </a:cubicBezTo>
                    <a:cubicBezTo>
                      <a:pt x="6201" y="4954"/>
                      <a:pt x="6536" y="4147"/>
                      <a:pt x="6536" y="3305"/>
                    </a:cubicBezTo>
                    <a:cubicBezTo>
                      <a:pt x="6536" y="2464"/>
                      <a:pt x="6201" y="1657"/>
                      <a:pt x="5607" y="1062"/>
                    </a:cubicBezTo>
                    <a:cubicBezTo>
                      <a:pt x="5012" y="467"/>
                      <a:pt x="4205" y="132"/>
                      <a:pt x="3364" y="132"/>
                    </a:cubicBezTo>
                    <a:cubicBezTo>
                      <a:pt x="2523" y="132"/>
                      <a:pt x="1716" y="467"/>
                      <a:pt x="1121" y="1062"/>
                    </a:cubicBezTo>
                    <a:cubicBezTo>
                      <a:pt x="527" y="1657"/>
                      <a:pt x="192" y="2464"/>
                      <a:pt x="192" y="3305"/>
                    </a:cubicBezTo>
                    <a:cubicBezTo>
                      <a:pt x="192" y="4147"/>
                      <a:pt x="527" y="4954"/>
                      <a:pt x="1121" y="5549"/>
                    </a:cubicBezTo>
                    <a:cubicBezTo>
                      <a:pt x="1716" y="6144"/>
                      <a:pt x="2523" y="6478"/>
                      <a:pt x="336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28" name="Freeform: Shape 9527">
                <a:extLst>
                  <a:ext uri="{FF2B5EF4-FFF2-40B4-BE49-F238E27FC236}">
                    <a16:creationId xmlns:a16="http://schemas.microsoft.com/office/drawing/2014/main" id="{3A82B855-0E2A-A803-8A26-1D55CCBC3B65}"/>
                  </a:ext>
                </a:extLst>
              </p:cNvPr>
              <p:cNvSpPr/>
              <p:nvPr/>
            </p:nvSpPr>
            <p:spPr>
              <a:xfrm>
                <a:off x="8867012" y="5160529"/>
                <a:ext cx="6343" cy="6345"/>
              </a:xfrm>
              <a:custGeom>
                <a:avLst/>
                <a:gdLst>
                  <a:gd name="connsiteX0" fmla="*/ 3365 w 6343"/>
                  <a:gd name="connsiteY0" fmla="*/ 6478 h 6345"/>
                  <a:gd name="connsiteX1" fmla="*/ 5608 w 6343"/>
                  <a:gd name="connsiteY1" fmla="*/ 5549 h 6345"/>
                  <a:gd name="connsiteX2" fmla="*/ 6537 w 6343"/>
                  <a:gd name="connsiteY2" fmla="*/ 3305 h 6345"/>
                  <a:gd name="connsiteX3" fmla="*/ 5608 w 6343"/>
                  <a:gd name="connsiteY3" fmla="*/ 1062 h 6345"/>
                  <a:gd name="connsiteX4" fmla="*/ 3365 w 6343"/>
                  <a:gd name="connsiteY4" fmla="*/ 132 h 6345"/>
                  <a:gd name="connsiteX5" fmla="*/ 1123 w 6343"/>
                  <a:gd name="connsiteY5" fmla="*/ 1062 h 6345"/>
                  <a:gd name="connsiteX6" fmla="*/ 194 w 6343"/>
                  <a:gd name="connsiteY6" fmla="*/ 3305 h 6345"/>
                  <a:gd name="connsiteX7" fmla="*/ 1123 w 6343"/>
                  <a:gd name="connsiteY7" fmla="*/ 5549 h 6345"/>
                  <a:gd name="connsiteX8" fmla="*/ 336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478"/>
                    </a:moveTo>
                    <a:cubicBezTo>
                      <a:pt x="4206" y="6478"/>
                      <a:pt x="5013" y="6144"/>
                      <a:pt x="5608" y="5549"/>
                    </a:cubicBezTo>
                    <a:cubicBezTo>
                      <a:pt x="6203" y="4954"/>
                      <a:pt x="6537" y="4147"/>
                      <a:pt x="6537" y="3305"/>
                    </a:cubicBezTo>
                    <a:cubicBezTo>
                      <a:pt x="6537" y="2464"/>
                      <a:pt x="6203" y="1657"/>
                      <a:pt x="5608" y="1062"/>
                    </a:cubicBezTo>
                    <a:cubicBezTo>
                      <a:pt x="5013" y="467"/>
                      <a:pt x="4206" y="132"/>
                      <a:pt x="3365" y="132"/>
                    </a:cubicBezTo>
                    <a:cubicBezTo>
                      <a:pt x="2524" y="132"/>
                      <a:pt x="1717" y="467"/>
                      <a:pt x="1123" y="1062"/>
                    </a:cubicBezTo>
                    <a:cubicBezTo>
                      <a:pt x="528" y="1657"/>
                      <a:pt x="194" y="2464"/>
                      <a:pt x="194" y="3305"/>
                    </a:cubicBezTo>
                    <a:cubicBezTo>
                      <a:pt x="194" y="4147"/>
                      <a:pt x="528" y="4954"/>
                      <a:pt x="1123" y="5549"/>
                    </a:cubicBezTo>
                    <a:cubicBezTo>
                      <a:pt x="1717" y="6144"/>
                      <a:pt x="2524" y="6478"/>
                      <a:pt x="336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29" name="Freeform: Shape 9528">
                <a:extLst>
                  <a:ext uri="{FF2B5EF4-FFF2-40B4-BE49-F238E27FC236}">
                    <a16:creationId xmlns:a16="http://schemas.microsoft.com/office/drawing/2014/main" id="{0126B953-E8F3-21A8-5C68-60B6329785EE}"/>
                  </a:ext>
                </a:extLst>
              </p:cNvPr>
              <p:cNvSpPr/>
              <p:nvPr/>
            </p:nvSpPr>
            <p:spPr>
              <a:xfrm>
                <a:off x="8895533" y="5163572"/>
                <a:ext cx="6343" cy="6345"/>
              </a:xfrm>
              <a:custGeom>
                <a:avLst/>
                <a:gdLst>
                  <a:gd name="connsiteX0" fmla="*/ 3368 w 6343"/>
                  <a:gd name="connsiteY0" fmla="*/ 6478 h 6345"/>
                  <a:gd name="connsiteX1" fmla="*/ 5610 w 6343"/>
                  <a:gd name="connsiteY1" fmla="*/ 5549 h 6345"/>
                  <a:gd name="connsiteX2" fmla="*/ 6539 w 6343"/>
                  <a:gd name="connsiteY2" fmla="*/ 3305 h 6345"/>
                  <a:gd name="connsiteX3" fmla="*/ 5610 w 6343"/>
                  <a:gd name="connsiteY3" fmla="*/ 1062 h 6345"/>
                  <a:gd name="connsiteX4" fmla="*/ 3368 w 6343"/>
                  <a:gd name="connsiteY4" fmla="*/ 133 h 6345"/>
                  <a:gd name="connsiteX5" fmla="*/ 1125 w 6343"/>
                  <a:gd name="connsiteY5" fmla="*/ 1062 h 6345"/>
                  <a:gd name="connsiteX6" fmla="*/ 196 w 6343"/>
                  <a:gd name="connsiteY6" fmla="*/ 3305 h 6345"/>
                  <a:gd name="connsiteX7" fmla="*/ 1125 w 6343"/>
                  <a:gd name="connsiteY7" fmla="*/ 5549 h 6345"/>
                  <a:gd name="connsiteX8" fmla="*/ 336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78"/>
                    </a:moveTo>
                    <a:cubicBezTo>
                      <a:pt x="4209" y="6478"/>
                      <a:pt x="5015" y="6144"/>
                      <a:pt x="5610" y="5549"/>
                    </a:cubicBezTo>
                    <a:cubicBezTo>
                      <a:pt x="6205" y="4954"/>
                      <a:pt x="6539" y="4147"/>
                      <a:pt x="6539" y="3305"/>
                    </a:cubicBezTo>
                    <a:cubicBezTo>
                      <a:pt x="6539" y="2464"/>
                      <a:pt x="6205" y="1657"/>
                      <a:pt x="5610" y="1062"/>
                    </a:cubicBezTo>
                    <a:cubicBezTo>
                      <a:pt x="5015" y="467"/>
                      <a:pt x="4209" y="133"/>
                      <a:pt x="3368" y="133"/>
                    </a:cubicBezTo>
                    <a:cubicBezTo>
                      <a:pt x="2526" y="133"/>
                      <a:pt x="1720" y="467"/>
                      <a:pt x="1125" y="1062"/>
                    </a:cubicBezTo>
                    <a:cubicBezTo>
                      <a:pt x="530" y="1657"/>
                      <a:pt x="196" y="2464"/>
                      <a:pt x="196" y="3305"/>
                    </a:cubicBezTo>
                    <a:cubicBezTo>
                      <a:pt x="196" y="4147"/>
                      <a:pt x="530" y="4954"/>
                      <a:pt x="1125" y="5549"/>
                    </a:cubicBezTo>
                    <a:cubicBezTo>
                      <a:pt x="1720" y="6144"/>
                      <a:pt x="2526" y="6478"/>
                      <a:pt x="336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30" name="Freeform: Shape 9529">
                <a:extLst>
                  <a:ext uri="{FF2B5EF4-FFF2-40B4-BE49-F238E27FC236}">
                    <a16:creationId xmlns:a16="http://schemas.microsoft.com/office/drawing/2014/main" id="{63AA15BE-A6B4-5FB0-AA48-FEC3F6B41CF9}"/>
                  </a:ext>
                </a:extLst>
              </p:cNvPr>
              <p:cNvSpPr/>
              <p:nvPr/>
            </p:nvSpPr>
            <p:spPr>
              <a:xfrm>
                <a:off x="8904279" y="5162144"/>
                <a:ext cx="6343" cy="6345"/>
              </a:xfrm>
              <a:custGeom>
                <a:avLst/>
                <a:gdLst>
                  <a:gd name="connsiteX0" fmla="*/ 3368 w 6343"/>
                  <a:gd name="connsiteY0" fmla="*/ 6478 h 6345"/>
                  <a:gd name="connsiteX1" fmla="*/ 5611 w 6343"/>
                  <a:gd name="connsiteY1" fmla="*/ 5549 h 6345"/>
                  <a:gd name="connsiteX2" fmla="*/ 6540 w 6343"/>
                  <a:gd name="connsiteY2" fmla="*/ 3305 h 6345"/>
                  <a:gd name="connsiteX3" fmla="*/ 5611 w 6343"/>
                  <a:gd name="connsiteY3" fmla="*/ 1062 h 6345"/>
                  <a:gd name="connsiteX4" fmla="*/ 3368 w 6343"/>
                  <a:gd name="connsiteY4" fmla="*/ 133 h 6345"/>
                  <a:gd name="connsiteX5" fmla="*/ 1126 w 6343"/>
                  <a:gd name="connsiteY5" fmla="*/ 1062 h 6345"/>
                  <a:gd name="connsiteX6" fmla="*/ 197 w 6343"/>
                  <a:gd name="connsiteY6" fmla="*/ 3305 h 6345"/>
                  <a:gd name="connsiteX7" fmla="*/ 1126 w 6343"/>
                  <a:gd name="connsiteY7" fmla="*/ 5549 h 6345"/>
                  <a:gd name="connsiteX8" fmla="*/ 336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78"/>
                    </a:moveTo>
                    <a:cubicBezTo>
                      <a:pt x="4209" y="6478"/>
                      <a:pt x="5016" y="6144"/>
                      <a:pt x="5611" y="5549"/>
                    </a:cubicBezTo>
                    <a:cubicBezTo>
                      <a:pt x="6206" y="4954"/>
                      <a:pt x="6540" y="4147"/>
                      <a:pt x="6540" y="3305"/>
                    </a:cubicBezTo>
                    <a:cubicBezTo>
                      <a:pt x="6540" y="2464"/>
                      <a:pt x="6206" y="1657"/>
                      <a:pt x="5611" y="1062"/>
                    </a:cubicBezTo>
                    <a:cubicBezTo>
                      <a:pt x="5016" y="467"/>
                      <a:pt x="4209" y="133"/>
                      <a:pt x="3368" y="133"/>
                    </a:cubicBezTo>
                    <a:cubicBezTo>
                      <a:pt x="2527" y="133"/>
                      <a:pt x="1720" y="467"/>
                      <a:pt x="1126" y="1062"/>
                    </a:cubicBezTo>
                    <a:cubicBezTo>
                      <a:pt x="531" y="1657"/>
                      <a:pt x="197" y="2464"/>
                      <a:pt x="197" y="3305"/>
                    </a:cubicBezTo>
                    <a:cubicBezTo>
                      <a:pt x="197" y="4147"/>
                      <a:pt x="531" y="4954"/>
                      <a:pt x="1126" y="5549"/>
                    </a:cubicBezTo>
                    <a:cubicBezTo>
                      <a:pt x="1720" y="6144"/>
                      <a:pt x="2527" y="6478"/>
                      <a:pt x="336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31" name="Freeform: Shape 9530">
                <a:extLst>
                  <a:ext uri="{FF2B5EF4-FFF2-40B4-BE49-F238E27FC236}">
                    <a16:creationId xmlns:a16="http://schemas.microsoft.com/office/drawing/2014/main" id="{F55BBD91-9ACB-A49D-EA15-5B4C8CE507AF}"/>
                  </a:ext>
                </a:extLst>
              </p:cNvPr>
              <p:cNvSpPr/>
              <p:nvPr/>
            </p:nvSpPr>
            <p:spPr>
              <a:xfrm>
                <a:off x="8925028" y="5163829"/>
                <a:ext cx="6343" cy="6345"/>
              </a:xfrm>
              <a:custGeom>
                <a:avLst/>
                <a:gdLst>
                  <a:gd name="connsiteX0" fmla="*/ 3370 w 6343"/>
                  <a:gd name="connsiteY0" fmla="*/ 6478 h 6345"/>
                  <a:gd name="connsiteX1" fmla="*/ 5613 w 6343"/>
                  <a:gd name="connsiteY1" fmla="*/ 5549 h 6345"/>
                  <a:gd name="connsiteX2" fmla="*/ 6541 w 6343"/>
                  <a:gd name="connsiteY2" fmla="*/ 3305 h 6345"/>
                  <a:gd name="connsiteX3" fmla="*/ 5613 w 6343"/>
                  <a:gd name="connsiteY3" fmla="*/ 1062 h 6345"/>
                  <a:gd name="connsiteX4" fmla="*/ 3370 w 6343"/>
                  <a:gd name="connsiteY4" fmla="*/ 133 h 6345"/>
                  <a:gd name="connsiteX5" fmla="*/ 1127 w 6343"/>
                  <a:gd name="connsiteY5" fmla="*/ 1062 h 6345"/>
                  <a:gd name="connsiteX6" fmla="*/ 198 w 6343"/>
                  <a:gd name="connsiteY6" fmla="*/ 3305 h 6345"/>
                  <a:gd name="connsiteX7" fmla="*/ 1127 w 6343"/>
                  <a:gd name="connsiteY7" fmla="*/ 5549 h 6345"/>
                  <a:gd name="connsiteX8" fmla="*/ 337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78"/>
                    </a:moveTo>
                    <a:cubicBezTo>
                      <a:pt x="4211" y="6478"/>
                      <a:pt x="5018" y="6144"/>
                      <a:pt x="5613" y="5549"/>
                    </a:cubicBezTo>
                    <a:cubicBezTo>
                      <a:pt x="6207" y="4954"/>
                      <a:pt x="6541" y="4147"/>
                      <a:pt x="6541" y="3305"/>
                    </a:cubicBezTo>
                    <a:cubicBezTo>
                      <a:pt x="6541" y="2464"/>
                      <a:pt x="6207" y="1657"/>
                      <a:pt x="5613" y="1062"/>
                    </a:cubicBezTo>
                    <a:cubicBezTo>
                      <a:pt x="5018" y="467"/>
                      <a:pt x="4211" y="133"/>
                      <a:pt x="3370" y="133"/>
                    </a:cubicBezTo>
                    <a:cubicBezTo>
                      <a:pt x="2529" y="133"/>
                      <a:pt x="1722" y="467"/>
                      <a:pt x="1127" y="1062"/>
                    </a:cubicBezTo>
                    <a:cubicBezTo>
                      <a:pt x="533" y="1657"/>
                      <a:pt x="198" y="2464"/>
                      <a:pt x="198" y="3305"/>
                    </a:cubicBezTo>
                    <a:cubicBezTo>
                      <a:pt x="198" y="4147"/>
                      <a:pt x="533" y="4954"/>
                      <a:pt x="1127" y="5549"/>
                    </a:cubicBezTo>
                    <a:cubicBezTo>
                      <a:pt x="1722" y="6144"/>
                      <a:pt x="2529" y="6478"/>
                      <a:pt x="337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32" name="Freeform: Shape 9531">
                <a:extLst>
                  <a:ext uri="{FF2B5EF4-FFF2-40B4-BE49-F238E27FC236}">
                    <a16:creationId xmlns:a16="http://schemas.microsoft.com/office/drawing/2014/main" id="{33496C0E-0EE8-444E-B9DD-D21DC950A06E}"/>
                  </a:ext>
                </a:extLst>
              </p:cNvPr>
              <p:cNvSpPr/>
              <p:nvPr/>
            </p:nvSpPr>
            <p:spPr>
              <a:xfrm>
                <a:off x="8936303" y="5163337"/>
                <a:ext cx="6343" cy="6345"/>
              </a:xfrm>
              <a:custGeom>
                <a:avLst/>
                <a:gdLst>
                  <a:gd name="connsiteX0" fmla="*/ 3371 w 6343"/>
                  <a:gd name="connsiteY0" fmla="*/ 6478 h 6345"/>
                  <a:gd name="connsiteX1" fmla="*/ 5613 w 6343"/>
                  <a:gd name="connsiteY1" fmla="*/ 5549 h 6345"/>
                  <a:gd name="connsiteX2" fmla="*/ 6542 w 6343"/>
                  <a:gd name="connsiteY2" fmla="*/ 3305 h 6345"/>
                  <a:gd name="connsiteX3" fmla="*/ 5613 w 6343"/>
                  <a:gd name="connsiteY3" fmla="*/ 1062 h 6345"/>
                  <a:gd name="connsiteX4" fmla="*/ 3371 w 6343"/>
                  <a:gd name="connsiteY4" fmla="*/ 133 h 6345"/>
                  <a:gd name="connsiteX5" fmla="*/ 1128 w 6343"/>
                  <a:gd name="connsiteY5" fmla="*/ 1062 h 6345"/>
                  <a:gd name="connsiteX6" fmla="*/ 199 w 6343"/>
                  <a:gd name="connsiteY6" fmla="*/ 3305 h 6345"/>
                  <a:gd name="connsiteX7" fmla="*/ 1128 w 6343"/>
                  <a:gd name="connsiteY7" fmla="*/ 5549 h 6345"/>
                  <a:gd name="connsiteX8" fmla="*/ 337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78"/>
                    </a:moveTo>
                    <a:cubicBezTo>
                      <a:pt x="4212" y="6478"/>
                      <a:pt x="5019" y="6144"/>
                      <a:pt x="5613" y="5549"/>
                    </a:cubicBezTo>
                    <a:cubicBezTo>
                      <a:pt x="6208" y="4954"/>
                      <a:pt x="6542" y="4147"/>
                      <a:pt x="6542" y="3305"/>
                    </a:cubicBezTo>
                    <a:cubicBezTo>
                      <a:pt x="6542" y="2464"/>
                      <a:pt x="6208" y="1657"/>
                      <a:pt x="5613" y="1062"/>
                    </a:cubicBezTo>
                    <a:cubicBezTo>
                      <a:pt x="5019" y="467"/>
                      <a:pt x="4212" y="133"/>
                      <a:pt x="3371" y="133"/>
                    </a:cubicBezTo>
                    <a:cubicBezTo>
                      <a:pt x="2530" y="133"/>
                      <a:pt x="1723" y="467"/>
                      <a:pt x="1128" y="1062"/>
                    </a:cubicBezTo>
                    <a:cubicBezTo>
                      <a:pt x="533" y="1657"/>
                      <a:pt x="199" y="2464"/>
                      <a:pt x="199" y="3305"/>
                    </a:cubicBezTo>
                    <a:cubicBezTo>
                      <a:pt x="199" y="4147"/>
                      <a:pt x="533" y="4954"/>
                      <a:pt x="1128" y="5549"/>
                    </a:cubicBezTo>
                    <a:cubicBezTo>
                      <a:pt x="1723" y="6144"/>
                      <a:pt x="2530" y="6478"/>
                      <a:pt x="337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33" name="Freeform: Shape 9532">
                <a:extLst>
                  <a:ext uri="{FF2B5EF4-FFF2-40B4-BE49-F238E27FC236}">
                    <a16:creationId xmlns:a16="http://schemas.microsoft.com/office/drawing/2014/main" id="{91D3C078-093B-02E5-D994-3B72751E8213}"/>
                  </a:ext>
                </a:extLst>
              </p:cNvPr>
              <p:cNvSpPr/>
              <p:nvPr/>
            </p:nvSpPr>
            <p:spPr>
              <a:xfrm>
                <a:off x="8946592" y="5162722"/>
                <a:ext cx="6343" cy="6345"/>
              </a:xfrm>
              <a:custGeom>
                <a:avLst/>
                <a:gdLst>
                  <a:gd name="connsiteX0" fmla="*/ 3372 w 6343"/>
                  <a:gd name="connsiteY0" fmla="*/ 6478 h 6345"/>
                  <a:gd name="connsiteX1" fmla="*/ 5614 w 6343"/>
                  <a:gd name="connsiteY1" fmla="*/ 5549 h 6345"/>
                  <a:gd name="connsiteX2" fmla="*/ 6543 w 6343"/>
                  <a:gd name="connsiteY2" fmla="*/ 3305 h 6345"/>
                  <a:gd name="connsiteX3" fmla="*/ 5614 w 6343"/>
                  <a:gd name="connsiteY3" fmla="*/ 1062 h 6345"/>
                  <a:gd name="connsiteX4" fmla="*/ 3372 w 6343"/>
                  <a:gd name="connsiteY4" fmla="*/ 133 h 6345"/>
                  <a:gd name="connsiteX5" fmla="*/ 1129 w 6343"/>
                  <a:gd name="connsiteY5" fmla="*/ 1062 h 6345"/>
                  <a:gd name="connsiteX6" fmla="*/ 200 w 6343"/>
                  <a:gd name="connsiteY6" fmla="*/ 3305 h 6345"/>
                  <a:gd name="connsiteX7" fmla="*/ 1129 w 6343"/>
                  <a:gd name="connsiteY7" fmla="*/ 5549 h 6345"/>
                  <a:gd name="connsiteX8" fmla="*/ 337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78"/>
                    </a:moveTo>
                    <a:cubicBezTo>
                      <a:pt x="4213" y="6478"/>
                      <a:pt x="5019" y="6144"/>
                      <a:pt x="5614" y="5549"/>
                    </a:cubicBezTo>
                    <a:cubicBezTo>
                      <a:pt x="6209" y="4954"/>
                      <a:pt x="6543" y="4147"/>
                      <a:pt x="6543" y="3305"/>
                    </a:cubicBezTo>
                    <a:cubicBezTo>
                      <a:pt x="6543" y="2464"/>
                      <a:pt x="6209" y="1657"/>
                      <a:pt x="5614" y="1062"/>
                    </a:cubicBezTo>
                    <a:cubicBezTo>
                      <a:pt x="5019" y="467"/>
                      <a:pt x="4213" y="133"/>
                      <a:pt x="3372" y="133"/>
                    </a:cubicBezTo>
                    <a:cubicBezTo>
                      <a:pt x="2530" y="133"/>
                      <a:pt x="1724" y="467"/>
                      <a:pt x="1129" y="1062"/>
                    </a:cubicBezTo>
                    <a:cubicBezTo>
                      <a:pt x="534" y="1657"/>
                      <a:pt x="200" y="2464"/>
                      <a:pt x="200" y="3305"/>
                    </a:cubicBezTo>
                    <a:cubicBezTo>
                      <a:pt x="200" y="4147"/>
                      <a:pt x="534" y="4954"/>
                      <a:pt x="1129" y="5549"/>
                    </a:cubicBezTo>
                    <a:cubicBezTo>
                      <a:pt x="1724" y="6144"/>
                      <a:pt x="2530" y="6478"/>
                      <a:pt x="337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34" name="Freeform: Shape 9533">
                <a:extLst>
                  <a:ext uri="{FF2B5EF4-FFF2-40B4-BE49-F238E27FC236}">
                    <a16:creationId xmlns:a16="http://schemas.microsoft.com/office/drawing/2014/main" id="{25F1F3F0-DE82-49B0-39A3-59C90B39C2A8}"/>
                  </a:ext>
                </a:extLst>
              </p:cNvPr>
              <p:cNvSpPr/>
              <p:nvPr/>
            </p:nvSpPr>
            <p:spPr>
              <a:xfrm>
                <a:off x="8959173" y="5162851"/>
                <a:ext cx="6343" cy="6345"/>
              </a:xfrm>
              <a:custGeom>
                <a:avLst/>
                <a:gdLst>
                  <a:gd name="connsiteX0" fmla="*/ 3373 w 6343"/>
                  <a:gd name="connsiteY0" fmla="*/ 6478 h 6345"/>
                  <a:gd name="connsiteX1" fmla="*/ 5615 w 6343"/>
                  <a:gd name="connsiteY1" fmla="*/ 5549 h 6345"/>
                  <a:gd name="connsiteX2" fmla="*/ 6544 w 6343"/>
                  <a:gd name="connsiteY2" fmla="*/ 3305 h 6345"/>
                  <a:gd name="connsiteX3" fmla="*/ 5615 w 6343"/>
                  <a:gd name="connsiteY3" fmla="*/ 1062 h 6345"/>
                  <a:gd name="connsiteX4" fmla="*/ 3373 w 6343"/>
                  <a:gd name="connsiteY4" fmla="*/ 133 h 6345"/>
                  <a:gd name="connsiteX5" fmla="*/ 1130 w 6343"/>
                  <a:gd name="connsiteY5" fmla="*/ 1062 h 6345"/>
                  <a:gd name="connsiteX6" fmla="*/ 201 w 6343"/>
                  <a:gd name="connsiteY6" fmla="*/ 3305 h 6345"/>
                  <a:gd name="connsiteX7" fmla="*/ 1130 w 6343"/>
                  <a:gd name="connsiteY7" fmla="*/ 5549 h 6345"/>
                  <a:gd name="connsiteX8" fmla="*/ 337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78"/>
                    </a:moveTo>
                    <a:cubicBezTo>
                      <a:pt x="4214" y="6478"/>
                      <a:pt x="5020" y="6144"/>
                      <a:pt x="5615" y="5549"/>
                    </a:cubicBezTo>
                    <a:cubicBezTo>
                      <a:pt x="6210" y="4954"/>
                      <a:pt x="6544" y="4147"/>
                      <a:pt x="6544" y="3305"/>
                    </a:cubicBezTo>
                    <a:cubicBezTo>
                      <a:pt x="6544" y="2464"/>
                      <a:pt x="6210" y="1657"/>
                      <a:pt x="5615" y="1062"/>
                    </a:cubicBezTo>
                    <a:cubicBezTo>
                      <a:pt x="5020" y="467"/>
                      <a:pt x="4214" y="133"/>
                      <a:pt x="3373" y="133"/>
                    </a:cubicBezTo>
                    <a:cubicBezTo>
                      <a:pt x="2531" y="133"/>
                      <a:pt x="1725" y="467"/>
                      <a:pt x="1130" y="1062"/>
                    </a:cubicBezTo>
                    <a:cubicBezTo>
                      <a:pt x="535" y="1657"/>
                      <a:pt x="201" y="2464"/>
                      <a:pt x="201" y="3305"/>
                    </a:cubicBezTo>
                    <a:cubicBezTo>
                      <a:pt x="201" y="4147"/>
                      <a:pt x="535" y="4954"/>
                      <a:pt x="1130" y="5549"/>
                    </a:cubicBezTo>
                    <a:cubicBezTo>
                      <a:pt x="1725" y="6144"/>
                      <a:pt x="2531" y="6478"/>
                      <a:pt x="337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35" name="Freeform: Shape 9534">
                <a:extLst>
                  <a:ext uri="{FF2B5EF4-FFF2-40B4-BE49-F238E27FC236}">
                    <a16:creationId xmlns:a16="http://schemas.microsoft.com/office/drawing/2014/main" id="{7852F1C8-B052-D0F5-6ACA-1DC58FC3B3AD}"/>
                  </a:ext>
                </a:extLst>
              </p:cNvPr>
              <p:cNvSpPr/>
              <p:nvPr/>
            </p:nvSpPr>
            <p:spPr>
              <a:xfrm>
                <a:off x="8969555" y="5162526"/>
                <a:ext cx="6343" cy="6345"/>
              </a:xfrm>
              <a:custGeom>
                <a:avLst/>
                <a:gdLst>
                  <a:gd name="connsiteX0" fmla="*/ 3373 w 6343"/>
                  <a:gd name="connsiteY0" fmla="*/ 6478 h 6345"/>
                  <a:gd name="connsiteX1" fmla="*/ 5616 w 6343"/>
                  <a:gd name="connsiteY1" fmla="*/ 5549 h 6345"/>
                  <a:gd name="connsiteX2" fmla="*/ 6545 w 6343"/>
                  <a:gd name="connsiteY2" fmla="*/ 3305 h 6345"/>
                  <a:gd name="connsiteX3" fmla="*/ 5616 w 6343"/>
                  <a:gd name="connsiteY3" fmla="*/ 1062 h 6345"/>
                  <a:gd name="connsiteX4" fmla="*/ 3373 w 6343"/>
                  <a:gd name="connsiteY4" fmla="*/ 133 h 6345"/>
                  <a:gd name="connsiteX5" fmla="*/ 1131 w 6343"/>
                  <a:gd name="connsiteY5" fmla="*/ 1062 h 6345"/>
                  <a:gd name="connsiteX6" fmla="*/ 202 w 6343"/>
                  <a:gd name="connsiteY6" fmla="*/ 3305 h 6345"/>
                  <a:gd name="connsiteX7" fmla="*/ 1131 w 6343"/>
                  <a:gd name="connsiteY7" fmla="*/ 5549 h 6345"/>
                  <a:gd name="connsiteX8" fmla="*/ 337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78"/>
                    </a:moveTo>
                    <a:cubicBezTo>
                      <a:pt x="4215" y="6478"/>
                      <a:pt x="5021" y="6144"/>
                      <a:pt x="5616" y="5549"/>
                    </a:cubicBezTo>
                    <a:cubicBezTo>
                      <a:pt x="6211" y="4954"/>
                      <a:pt x="6545" y="4147"/>
                      <a:pt x="6545" y="3305"/>
                    </a:cubicBezTo>
                    <a:cubicBezTo>
                      <a:pt x="6545" y="2464"/>
                      <a:pt x="6211" y="1657"/>
                      <a:pt x="5616" y="1062"/>
                    </a:cubicBezTo>
                    <a:cubicBezTo>
                      <a:pt x="5021" y="467"/>
                      <a:pt x="4215" y="133"/>
                      <a:pt x="3373" y="133"/>
                    </a:cubicBezTo>
                    <a:cubicBezTo>
                      <a:pt x="2532" y="133"/>
                      <a:pt x="1726" y="467"/>
                      <a:pt x="1131" y="1062"/>
                    </a:cubicBezTo>
                    <a:cubicBezTo>
                      <a:pt x="536" y="1657"/>
                      <a:pt x="202" y="2464"/>
                      <a:pt x="202" y="3305"/>
                    </a:cubicBezTo>
                    <a:cubicBezTo>
                      <a:pt x="202" y="4147"/>
                      <a:pt x="536" y="4954"/>
                      <a:pt x="1131" y="5549"/>
                    </a:cubicBezTo>
                    <a:cubicBezTo>
                      <a:pt x="1726" y="6144"/>
                      <a:pt x="2532" y="6478"/>
                      <a:pt x="337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36" name="Freeform: Shape 9535">
                <a:extLst>
                  <a:ext uri="{FF2B5EF4-FFF2-40B4-BE49-F238E27FC236}">
                    <a16:creationId xmlns:a16="http://schemas.microsoft.com/office/drawing/2014/main" id="{DD3A6CCE-D660-F314-3A0D-8EDD00CBC53E}"/>
                  </a:ext>
                </a:extLst>
              </p:cNvPr>
              <p:cNvSpPr/>
              <p:nvPr/>
            </p:nvSpPr>
            <p:spPr>
              <a:xfrm>
                <a:off x="8977322" y="5161586"/>
                <a:ext cx="6343" cy="6345"/>
              </a:xfrm>
              <a:custGeom>
                <a:avLst/>
                <a:gdLst>
                  <a:gd name="connsiteX0" fmla="*/ 3374 w 6343"/>
                  <a:gd name="connsiteY0" fmla="*/ 6478 h 6345"/>
                  <a:gd name="connsiteX1" fmla="*/ 5617 w 6343"/>
                  <a:gd name="connsiteY1" fmla="*/ 5549 h 6345"/>
                  <a:gd name="connsiteX2" fmla="*/ 6546 w 6343"/>
                  <a:gd name="connsiteY2" fmla="*/ 3305 h 6345"/>
                  <a:gd name="connsiteX3" fmla="*/ 5617 w 6343"/>
                  <a:gd name="connsiteY3" fmla="*/ 1062 h 6345"/>
                  <a:gd name="connsiteX4" fmla="*/ 3374 w 6343"/>
                  <a:gd name="connsiteY4" fmla="*/ 133 h 6345"/>
                  <a:gd name="connsiteX5" fmla="*/ 1131 w 6343"/>
                  <a:gd name="connsiteY5" fmla="*/ 1062 h 6345"/>
                  <a:gd name="connsiteX6" fmla="*/ 202 w 6343"/>
                  <a:gd name="connsiteY6" fmla="*/ 3305 h 6345"/>
                  <a:gd name="connsiteX7" fmla="*/ 1131 w 6343"/>
                  <a:gd name="connsiteY7" fmla="*/ 5549 h 6345"/>
                  <a:gd name="connsiteX8" fmla="*/ 337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78"/>
                    </a:moveTo>
                    <a:cubicBezTo>
                      <a:pt x="4215" y="6478"/>
                      <a:pt x="5022" y="6144"/>
                      <a:pt x="5617" y="5549"/>
                    </a:cubicBezTo>
                    <a:cubicBezTo>
                      <a:pt x="6211" y="4954"/>
                      <a:pt x="6546" y="4147"/>
                      <a:pt x="6546" y="3305"/>
                    </a:cubicBezTo>
                    <a:cubicBezTo>
                      <a:pt x="6546" y="2464"/>
                      <a:pt x="6211" y="1657"/>
                      <a:pt x="5617" y="1062"/>
                    </a:cubicBezTo>
                    <a:cubicBezTo>
                      <a:pt x="5022" y="467"/>
                      <a:pt x="4215" y="133"/>
                      <a:pt x="3374" y="133"/>
                    </a:cubicBezTo>
                    <a:cubicBezTo>
                      <a:pt x="2533" y="133"/>
                      <a:pt x="1726" y="467"/>
                      <a:pt x="1131" y="1062"/>
                    </a:cubicBezTo>
                    <a:cubicBezTo>
                      <a:pt x="537" y="1657"/>
                      <a:pt x="202" y="2464"/>
                      <a:pt x="202" y="3305"/>
                    </a:cubicBezTo>
                    <a:cubicBezTo>
                      <a:pt x="202" y="4147"/>
                      <a:pt x="537" y="4954"/>
                      <a:pt x="1131" y="5549"/>
                    </a:cubicBezTo>
                    <a:cubicBezTo>
                      <a:pt x="1726" y="6144"/>
                      <a:pt x="2533" y="6478"/>
                      <a:pt x="337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37" name="Freeform: Shape 9536">
                <a:extLst>
                  <a:ext uri="{FF2B5EF4-FFF2-40B4-BE49-F238E27FC236}">
                    <a16:creationId xmlns:a16="http://schemas.microsoft.com/office/drawing/2014/main" id="{31E841B9-2AD6-60C0-7768-9CA79282987A}"/>
                  </a:ext>
                </a:extLst>
              </p:cNvPr>
              <p:cNvSpPr/>
              <p:nvPr/>
            </p:nvSpPr>
            <p:spPr>
              <a:xfrm>
                <a:off x="8996910" y="5164170"/>
                <a:ext cx="6343" cy="6345"/>
              </a:xfrm>
              <a:custGeom>
                <a:avLst/>
                <a:gdLst>
                  <a:gd name="connsiteX0" fmla="*/ 3376 w 6343"/>
                  <a:gd name="connsiteY0" fmla="*/ 6478 h 6345"/>
                  <a:gd name="connsiteX1" fmla="*/ 5618 w 6343"/>
                  <a:gd name="connsiteY1" fmla="*/ 5549 h 6345"/>
                  <a:gd name="connsiteX2" fmla="*/ 6547 w 6343"/>
                  <a:gd name="connsiteY2" fmla="*/ 3305 h 6345"/>
                  <a:gd name="connsiteX3" fmla="*/ 5618 w 6343"/>
                  <a:gd name="connsiteY3" fmla="*/ 1062 h 6345"/>
                  <a:gd name="connsiteX4" fmla="*/ 3376 w 6343"/>
                  <a:gd name="connsiteY4" fmla="*/ 133 h 6345"/>
                  <a:gd name="connsiteX5" fmla="*/ 1133 w 6343"/>
                  <a:gd name="connsiteY5" fmla="*/ 1062 h 6345"/>
                  <a:gd name="connsiteX6" fmla="*/ 204 w 6343"/>
                  <a:gd name="connsiteY6" fmla="*/ 3305 h 6345"/>
                  <a:gd name="connsiteX7" fmla="*/ 1133 w 6343"/>
                  <a:gd name="connsiteY7" fmla="*/ 5549 h 6345"/>
                  <a:gd name="connsiteX8" fmla="*/ 337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78"/>
                    </a:moveTo>
                    <a:cubicBezTo>
                      <a:pt x="4217" y="6478"/>
                      <a:pt x="5023" y="6144"/>
                      <a:pt x="5618" y="5549"/>
                    </a:cubicBezTo>
                    <a:cubicBezTo>
                      <a:pt x="6213" y="4954"/>
                      <a:pt x="6547" y="4147"/>
                      <a:pt x="6547" y="3305"/>
                    </a:cubicBezTo>
                    <a:cubicBezTo>
                      <a:pt x="6547" y="2464"/>
                      <a:pt x="6213" y="1657"/>
                      <a:pt x="5618" y="1062"/>
                    </a:cubicBezTo>
                    <a:cubicBezTo>
                      <a:pt x="5023" y="467"/>
                      <a:pt x="4217" y="133"/>
                      <a:pt x="3376" y="133"/>
                    </a:cubicBezTo>
                    <a:cubicBezTo>
                      <a:pt x="2534" y="133"/>
                      <a:pt x="1728" y="467"/>
                      <a:pt x="1133" y="1062"/>
                    </a:cubicBezTo>
                    <a:cubicBezTo>
                      <a:pt x="538" y="1657"/>
                      <a:pt x="204" y="2464"/>
                      <a:pt x="204" y="3305"/>
                    </a:cubicBezTo>
                    <a:cubicBezTo>
                      <a:pt x="204" y="4147"/>
                      <a:pt x="538" y="4954"/>
                      <a:pt x="1133" y="5549"/>
                    </a:cubicBezTo>
                    <a:cubicBezTo>
                      <a:pt x="1728" y="6144"/>
                      <a:pt x="2534" y="6478"/>
                      <a:pt x="337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38" name="Freeform: Shape 9537">
                <a:extLst>
                  <a:ext uri="{FF2B5EF4-FFF2-40B4-BE49-F238E27FC236}">
                    <a16:creationId xmlns:a16="http://schemas.microsoft.com/office/drawing/2014/main" id="{708B643F-BE7F-E00A-8135-1C02CB458B19}"/>
                  </a:ext>
                </a:extLst>
              </p:cNvPr>
              <p:cNvSpPr/>
              <p:nvPr/>
            </p:nvSpPr>
            <p:spPr>
              <a:xfrm>
                <a:off x="9006449" y="5164020"/>
                <a:ext cx="6343" cy="6345"/>
              </a:xfrm>
              <a:custGeom>
                <a:avLst/>
                <a:gdLst>
                  <a:gd name="connsiteX0" fmla="*/ 3376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5 h 6345"/>
                  <a:gd name="connsiteX3" fmla="*/ 5619 w 6343"/>
                  <a:gd name="connsiteY3" fmla="*/ 1062 h 6345"/>
                  <a:gd name="connsiteX4" fmla="*/ 3376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78"/>
                    </a:moveTo>
                    <a:cubicBezTo>
                      <a:pt x="4217" y="6478"/>
                      <a:pt x="5024" y="6144"/>
                      <a:pt x="5619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4" y="467"/>
                      <a:pt x="4217" y="133"/>
                      <a:pt x="3376" y="133"/>
                    </a:cubicBezTo>
                    <a:cubicBezTo>
                      <a:pt x="2535" y="133"/>
                      <a:pt x="1728" y="467"/>
                      <a:pt x="1134" y="1062"/>
                    </a:cubicBezTo>
                    <a:cubicBezTo>
                      <a:pt x="539" y="1657"/>
                      <a:pt x="205" y="2464"/>
                      <a:pt x="205" y="3305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8" y="6144"/>
                      <a:pt x="2535" y="6478"/>
                      <a:pt x="337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39" name="Freeform: Shape 9538">
                <a:extLst>
                  <a:ext uri="{FF2B5EF4-FFF2-40B4-BE49-F238E27FC236}">
                    <a16:creationId xmlns:a16="http://schemas.microsoft.com/office/drawing/2014/main" id="{5546399D-0150-5229-E259-BB8AB670F3DB}"/>
                  </a:ext>
                </a:extLst>
              </p:cNvPr>
              <p:cNvSpPr/>
              <p:nvPr/>
            </p:nvSpPr>
            <p:spPr>
              <a:xfrm>
                <a:off x="9013808" y="5163324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9 h 6345"/>
                  <a:gd name="connsiteX2" fmla="*/ 6548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20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20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40" y="1657"/>
                      <a:pt x="205" y="2464"/>
                      <a:pt x="205" y="3305"/>
                    </a:cubicBezTo>
                    <a:cubicBezTo>
                      <a:pt x="205" y="4147"/>
                      <a:pt x="540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40" name="Freeform: Shape 9539">
                <a:extLst>
                  <a:ext uri="{FF2B5EF4-FFF2-40B4-BE49-F238E27FC236}">
                    <a16:creationId xmlns:a16="http://schemas.microsoft.com/office/drawing/2014/main" id="{423EA7A7-6B29-A9E7-7268-B08D0A2C30D3}"/>
                  </a:ext>
                </a:extLst>
              </p:cNvPr>
              <p:cNvSpPr/>
              <p:nvPr/>
            </p:nvSpPr>
            <p:spPr>
              <a:xfrm>
                <a:off x="9011317" y="5159660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5 h 6345"/>
                  <a:gd name="connsiteX3" fmla="*/ 5619 w 6343"/>
                  <a:gd name="connsiteY3" fmla="*/ 1062 h 6345"/>
                  <a:gd name="connsiteX4" fmla="*/ 3377 w 6343"/>
                  <a:gd name="connsiteY4" fmla="*/ 132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19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5" y="467"/>
                      <a:pt x="4218" y="132"/>
                      <a:pt x="3377" y="132"/>
                    </a:cubicBezTo>
                    <a:cubicBezTo>
                      <a:pt x="2536" y="132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5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41" name="Freeform: Shape 9540">
                <a:extLst>
                  <a:ext uri="{FF2B5EF4-FFF2-40B4-BE49-F238E27FC236}">
                    <a16:creationId xmlns:a16="http://schemas.microsoft.com/office/drawing/2014/main" id="{B84D7B6D-5020-2986-8888-77F44EEA6749}"/>
                  </a:ext>
                </a:extLst>
              </p:cNvPr>
              <p:cNvSpPr/>
              <p:nvPr/>
            </p:nvSpPr>
            <p:spPr>
              <a:xfrm>
                <a:off x="9018558" y="5159036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8 h 6345"/>
                  <a:gd name="connsiteX2" fmla="*/ 6549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2 h 6345"/>
                  <a:gd name="connsiteX5" fmla="*/ 1135 w 6343"/>
                  <a:gd name="connsiteY5" fmla="*/ 1062 h 6345"/>
                  <a:gd name="connsiteX6" fmla="*/ 206 w 6343"/>
                  <a:gd name="connsiteY6" fmla="*/ 3305 h 6345"/>
                  <a:gd name="connsiteX7" fmla="*/ 1135 w 6343"/>
                  <a:gd name="connsiteY7" fmla="*/ 5548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3"/>
                      <a:pt x="5620" y="5548"/>
                    </a:cubicBezTo>
                    <a:cubicBezTo>
                      <a:pt x="6215" y="4954"/>
                      <a:pt x="6549" y="4146"/>
                      <a:pt x="6549" y="3305"/>
                    </a:cubicBezTo>
                    <a:cubicBezTo>
                      <a:pt x="6549" y="2464"/>
                      <a:pt x="6215" y="1657"/>
                      <a:pt x="5620" y="1062"/>
                    </a:cubicBezTo>
                    <a:cubicBezTo>
                      <a:pt x="5025" y="467"/>
                      <a:pt x="4218" y="132"/>
                      <a:pt x="3377" y="132"/>
                    </a:cubicBezTo>
                    <a:cubicBezTo>
                      <a:pt x="2536" y="132"/>
                      <a:pt x="1729" y="467"/>
                      <a:pt x="1135" y="1062"/>
                    </a:cubicBezTo>
                    <a:cubicBezTo>
                      <a:pt x="540" y="1657"/>
                      <a:pt x="206" y="2464"/>
                      <a:pt x="206" y="3305"/>
                    </a:cubicBezTo>
                    <a:cubicBezTo>
                      <a:pt x="206" y="4146"/>
                      <a:pt x="540" y="4954"/>
                      <a:pt x="1135" y="5548"/>
                    </a:cubicBezTo>
                    <a:cubicBezTo>
                      <a:pt x="1729" y="6143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42" name="Freeform: Shape 9541">
                <a:extLst>
                  <a:ext uri="{FF2B5EF4-FFF2-40B4-BE49-F238E27FC236}">
                    <a16:creationId xmlns:a16="http://schemas.microsoft.com/office/drawing/2014/main" id="{E0DCDE6D-CA7F-4AA5-C25A-E9758FFEF402}"/>
                  </a:ext>
                </a:extLst>
              </p:cNvPr>
              <p:cNvSpPr/>
              <p:nvPr/>
            </p:nvSpPr>
            <p:spPr>
              <a:xfrm>
                <a:off x="9024654" y="5158129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0 w 6343"/>
                  <a:gd name="connsiteY1" fmla="*/ 5548 h 6345"/>
                  <a:gd name="connsiteX2" fmla="*/ 6549 w 6343"/>
                  <a:gd name="connsiteY2" fmla="*/ 3305 h 6345"/>
                  <a:gd name="connsiteX3" fmla="*/ 5620 w 6343"/>
                  <a:gd name="connsiteY3" fmla="*/ 1062 h 6345"/>
                  <a:gd name="connsiteX4" fmla="*/ 3378 w 6343"/>
                  <a:gd name="connsiteY4" fmla="*/ 132 h 6345"/>
                  <a:gd name="connsiteX5" fmla="*/ 1135 w 6343"/>
                  <a:gd name="connsiteY5" fmla="*/ 1062 h 6345"/>
                  <a:gd name="connsiteX6" fmla="*/ 206 w 6343"/>
                  <a:gd name="connsiteY6" fmla="*/ 3305 h 6345"/>
                  <a:gd name="connsiteX7" fmla="*/ 1135 w 6343"/>
                  <a:gd name="connsiteY7" fmla="*/ 5548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19" y="6478"/>
                      <a:pt x="5026" y="6143"/>
                      <a:pt x="5620" y="5548"/>
                    </a:cubicBezTo>
                    <a:cubicBezTo>
                      <a:pt x="6215" y="4953"/>
                      <a:pt x="6549" y="4146"/>
                      <a:pt x="6549" y="3305"/>
                    </a:cubicBezTo>
                    <a:cubicBezTo>
                      <a:pt x="6549" y="2464"/>
                      <a:pt x="6215" y="1657"/>
                      <a:pt x="5620" y="1062"/>
                    </a:cubicBezTo>
                    <a:cubicBezTo>
                      <a:pt x="5026" y="467"/>
                      <a:pt x="4219" y="132"/>
                      <a:pt x="3378" y="132"/>
                    </a:cubicBezTo>
                    <a:cubicBezTo>
                      <a:pt x="2537" y="132"/>
                      <a:pt x="1730" y="467"/>
                      <a:pt x="1135" y="1062"/>
                    </a:cubicBezTo>
                    <a:cubicBezTo>
                      <a:pt x="540" y="1657"/>
                      <a:pt x="206" y="2464"/>
                      <a:pt x="206" y="3305"/>
                    </a:cubicBezTo>
                    <a:cubicBezTo>
                      <a:pt x="206" y="4146"/>
                      <a:pt x="540" y="4953"/>
                      <a:pt x="1135" y="5548"/>
                    </a:cubicBezTo>
                    <a:cubicBezTo>
                      <a:pt x="1730" y="6143"/>
                      <a:pt x="2537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43" name="Freeform: Shape 9542">
                <a:extLst>
                  <a:ext uri="{FF2B5EF4-FFF2-40B4-BE49-F238E27FC236}">
                    <a16:creationId xmlns:a16="http://schemas.microsoft.com/office/drawing/2014/main" id="{0E1204AB-1767-E897-F80B-1D5E723BC010}"/>
                  </a:ext>
                </a:extLst>
              </p:cNvPr>
              <p:cNvSpPr/>
              <p:nvPr/>
            </p:nvSpPr>
            <p:spPr>
              <a:xfrm>
                <a:off x="9033132" y="5158081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1 w 6343"/>
                  <a:gd name="connsiteY1" fmla="*/ 5548 h 6345"/>
                  <a:gd name="connsiteX2" fmla="*/ 6550 w 6343"/>
                  <a:gd name="connsiteY2" fmla="*/ 3305 h 6345"/>
                  <a:gd name="connsiteX3" fmla="*/ 5621 w 6343"/>
                  <a:gd name="connsiteY3" fmla="*/ 1062 h 6345"/>
                  <a:gd name="connsiteX4" fmla="*/ 3378 w 6343"/>
                  <a:gd name="connsiteY4" fmla="*/ 132 h 6345"/>
                  <a:gd name="connsiteX5" fmla="*/ 1136 w 6343"/>
                  <a:gd name="connsiteY5" fmla="*/ 1062 h 6345"/>
                  <a:gd name="connsiteX6" fmla="*/ 207 w 6343"/>
                  <a:gd name="connsiteY6" fmla="*/ 3305 h 6345"/>
                  <a:gd name="connsiteX7" fmla="*/ 1136 w 6343"/>
                  <a:gd name="connsiteY7" fmla="*/ 5548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20" y="6478"/>
                      <a:pt x="5026" y="6143"/>
                      <a:pt x="5621" y="5548"/>
                    </a:cubicBezTo>
                    <a:cubicBezTo>
                      <a:pt x="6216" y="4953"/>
                      <a:pt x="6550" y="4146"/>
                      <a:pt x="6550" y="3305"/>
                    </a:cubicBezTo>
                    <a:cubicBezTo>
                      <a:pt x="6550" y="2464"/>
                      <a:pt x="6216" y="1657"/>
                      <a:pt x="5621" y="1062"/>
                    </a:cubicBezTo>
                    <a:cubicBezTo>
                      <a:pt x="5026" y="467"/>
                      <a:pt x="4220" y="132"/>
                      <a:pt x="3378" y="132"/>
                    </a:cubicBezTo>
                    <a:cubicBezTo>
                      <a:pt x="2537" y="132"/>
                      <a:pt x="1731" y="467"/>
                      <a:pt x="1136" y="1062"/>
                    </a:cubicBezTo>
                    <a:cubicBezTo>
                      <a:pt x="541" y="1657"/>
                      <a:pt x="207" y="2464"/>
                      <a:pt x="207" y="3305"/>
                    </a:cubicBezTo>
                    <a:cubicBezTo>
                      <a:pt x="207" y="4146"/>
                      <a:pt x="541" y="4953"/>
                      <a:pt x="1136" y="5548"/>
                    </a:cubicBezTo>
                    <a:cubicBezTo>
                      <a:pt x="1731" y="6143"/>
                      <a:pt x="2537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44" name="Freeform: Shape 9543">
                <a:extLst>
                  <a:ext uri="{FF2B5EF4-FFF2-40B4-BE49-F238E27FC236}">
                    <a16:creationId xmlns:a16="http://schemas.microsoft.com/office/drawing/2014/main" id="{D0CC3297-953D-3D6F-97DD-FB2EC839E159}"/>
                  </a:ext>
                </a:extLst>
              </p:cNvPr>
              <p:cNvSpPr/>
              <p:nvPr/>
            </p:nvSpPr>
            <p:spPr>
              <a:xfrm>
                <a:off x="9041653" y="5158151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2 w 6343"/>
                  <a:gd name="connsiteY1" fmla="*/ 5548 h 6345"/>
                  <a:gd name="connsiteX2" fmla="*/ 6551 w 6343"/>
                  <a:gd name="connsiteY2" fmla="*/ 3305 h 6345"/>
                  <a:gd name="connsiteX3" fmla="*/ 5622 w 6343"/>
                  <a:gd name="connsiteY3" fmla="*/ 1062 h 6345"/>
                  <a:gd name="connsiteX4" fmla="*/ 3379 w 6343"/>
                  <a:gd name="connsiteY4" fmla="*/ 132 h 6345"/>
                  <a:gd name="connsiteX5" fmla="*/ 1136 w 6343"/>
                  <a:gd name="connsiteY5" fmla="*/ 1062 h 6345"/>
                  <a:gd name="connsiteX6" fmla="*/ 208 w 6343"/>
                  <a:gd name="connsiteY6" fmla="*/ 3305 h 6345"/>
                  <a:gd name="connsiteX7" fmla="*/ 1136 w 6343"/>
                  <a:gd name="connsiteY7" fmla="*/ 5548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0" y="6478"/>
                      <a:pt x="5027" y="6143"/>
                      <a:pt x="5622" y="5548"/>
                    </a:cubicBezTo>
                    <a:cubicBezTo>
                      <a:pt x="6216" y="4953"/>
                      <a:pt x="6551" y="4146"/>
                      <a:pt x="6551" y="3305"/>
                    </a:cubicBezTo>
                    <a:cubicBezTo>
                      <a:pt x="6551" y="2464"/>
                      <a:pt x="6216" y="1657"/>
                      <a:pt x="5622" y="1062"/>
                    </a:cubicBezTo>
                    <a:cubicBezTo>
                      <a:pt x="5027" y="467"/>
                      <a:pt x="4220" y="132"/>
                      <a:pt x="3379" y="132"/>
                    </a:cubicBezTo>
                    <a:cubicBezTo>
                      <a:pt x="2538" y="132"/>
                      <a:pt x="1731" y="467"/>
                      <a:pt x="1136" y="1062"/>
                    </a:cubicBezTo>
                    <a:cubicBezTo>
                      <a:pt x="542" y="1657"/>
                      <a:pt x="208" y="2464"/>
                      <a:pt x="208" y="3305"/>
                    </a:cubicBezTo>
                    <a:cubicBezTo>
                      <a:pt x="208" y="4146"/>
                      <a:pt x="542" y="4953"/>
                      <a:pt x="1136" y="5548"/>
                    </a:cubicBezTo>
                    <a:cubicBezTo>
                      <a:pt x="1731" y="6143"/>
                      <a:pt x="2538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45" name="Freeform: Shape 9544">
                <a:extLst>
                  <a:ext uri="{FF2B5EF4-FFF2-40B4-BE49-F238E27FC236}">
                    <a16:creationId xmlns:a16="http://schemas.microsoft.com/office/drawing/2014/main" id="{F40E6228-FFAD-BCAC-9325-BA965F2D6FC7}"/>
                  </a:ext>
                </a:extLst>
              </p:cNvPr>
              <p:cNvSpPr/>
              <p:nvPr/>
            </p:nvSpPr>
            <p:spPr>
              <a:xfrm>
                <a:off x="9050515" y="5158444"/>
                <a:ext cx="6343" cy="6345"/>
              </a:xfrm>
              <a:custGeom>
                <a:avLst/>
                <a:gdLst>
                  <a:gd name="connsiteX0" fmla="*/ 3380 w 6343"/>
                  <a:gd name="connsiteY0" fmla="*/ 6478 h 6345"/>
                  <a:gd name="connsiteX1" fmla="*/ 5622 w 6343"/>
                  <a:gd name="connsiteY1" fmla="*/ 5548 h 6345"/>
                  <a:gd name="connsiteX2" fmla="*/ 6551 w 6343"/>
                  <a:gd name="connsiteY2" fmla="*/ 3305 h 6345"/>
                  <a:gd name="connsiteX3" fmla="*/ 5622 w 6343"/>
                  <a:gd name="connsiteY3" fmla="*/ 1062 h 6345"/>
                  <a:gd name="connsiteX4" fmla="*/ 3380 w 6343"/>
                  <a:gd name="connsiteY4" fmla="*/ 132 h 6345"/>
                  <a:gd name="connsiteX5" fmla="*/ 1137 w 6343"/>
                  <a:gd name="connsiteY5" fmla="*/ 1062 h 6345"/>
                  <a:gd name="connsiteX6" fmla="*/ 208 w 6343"/>
                  <a:gd name="connsiteY6" fmla="*/ 3305 h 6345"/>
                  <a:gd name="connsiteX7" fmla="*/ 1137 w 6343"/>
                  <a:gd name="connsiteY7" fmla="*/ 5548 h 6345"/>
                  <a:gd name="connsiteX8" fmla="*/ 338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78"/>
                    </a:moveTo>
                    <a:cubicBezTo>
                      <a:pt x="4221" y="6478"/>
                      <a:pt x="5028" y="6143"/>
                      <a:pt x="5622" y="5548"/>
                    </a:cubicBezTo>
                    <a:cubicBezTo>
                      <a:pt x="6217" y="4953"/>
                      <a:pt x="6551" y="4146"/>
                      <a:pt x="6551" y="3305"/>
                    </a:cubicBezTo>
                    <a:cubicBezTo>
                      <a:pt x="6551" y="2464"/>
                      <a:pt x="6217" y="1657"/>
                      <a:pt x="5622" y="1062"/>
                    </a:cubicBezTo>
                    <a:cubicBezTo>
                      <a:pt x="5028" y="467"/>
                      <a:pt x="4221" y="132"/>
                      <a:pt x="3380" y="132"/>
                    </a:cubicBezTo>
                    <a:cubicBezTo>
                      <a:pt x="2539" y="132"/>
                      <a:pt x="1732" y="467"/>
                      <a:pt x="1137" y="1062"/>
                    </a:cubicBezTo>
                    <a:cubicBezTo>
                      <a:pt x="542" y="1657"/>
                      <a:pt x="208" y="2464"/>
                      <a:pt x="208" y="3305"/>
                    </a:cubicBezTo>
                    <a:cubicBezTo>
                      <a:pt x="208" y="4146"/>
                      <a:pt x="542" y="4953"/>
                      <a:pt x="1137" y="5548"/>
                    </a:cubicBezTo>
                    <a:cubicBezTo>
                      <a:pt x="1732" y="6143"/>
                      <a:pt x="2539" y="6478"/>
                      <a:pt x="338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46" name="Freeform: Shape 9545">
                <a:extLst>
                  <a:ext uri="{FF2B5EF4-FFF2-40B4-BE49-F238E27FC236}">
                    <a16:creationId xmlns:a16="http://schemas.microsoft.com/office/drawing/2014/main" id="{E9FEF188-A8DF-90FA-D78E-F8B57C5B86D7}"/>
                  </a:ext>
                </a:extLst>
              </p:cNvPr>
              <p:cNvSpPr/>
              <p:nvPr/>
            </p:nvSpPr>
            <p:spPr>
              <a:xfrm>
                <a:off x="9072400" y="5163421"/>
                <a:ext cx="6343" cy="6345"/>
              </a:xfrm>
              <a:custGeom>
                <a:avLst/>
                <a:gdLst>
                  <a:gd name="connsiteX0" fmla="*/ 3381 w 6343"/>
                  <a:gd name="connsiteY0" fmla="*/ 6478 h 6345"/>
                  <a:gd name="connsiteX1" fmla="*/ 5624 w 6343"/>
                  <a:gd name="connsiteY1" fmla="*/ 5549 h 6345"/>
                  <a:gd name="connsiteX2" fmla="*/ 6553 w 6343"/>
                  <a:gd name="connsiteY2" fmla="*/ 3305 h 6345"/>
                  <a:gd name="connsiteX3" fmla="*/ 5624 w 6343"/>
                  <a:gd name="connsiteY3" fmla="*/ 1062 h 6345"/>
                  <a:gd name="connsiteX4" fmla="*/ 3381 w 6343"/>
                  <a:gd name="connsiteY4" fmla="*/ 133 h 6345"/>
                  <a:gd name="connsiteX5" fmla="*/ 1139 w 6343"/>
                  <a:gd name="connsiteY5" fmla="*/ 1062 h 6345"/>
                  <a:gd name="connsiteX6" fmla="*/ 210 w 6343"/>
                  <a:gd name="connsiteY6" fmla="*/ 3305 h 6345"/>
                  <a:gd name="connsiteX7" fmla="*/ 1139 w 6343"/>
                  <a:gd name="connsiteY7" fmla="*/ 5549 h 6345"/>
                  <a:gd name="connsiteX8" fmla="*/ 338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78"/>
                    </a:moveTo>
                    <a:cubicBezTo>
                      <a:pt x="4223" y="6478"/>
                      <a:pt x="5029" y="6144"/>
                      <a:pt x="5624" y="5549"/>
                    </a:cubicBezTo>
                    <a:cubicBezTo>
                      <a:pt x="6219" y="4954"/>
                      <a:pt x="6553" y="4147"/>
                      <a:pt x="6553" y="3305"/>
                    </a:cubicBezTo>
                    <a:cubicBezTo>
                      <a:pt x="6553" y="2464"/>
                      <a:pt x="6219" y="1657"/>
                      <a:pt x="5624" y="1062"/>
                    </a:cubicBezTo>
                    <a:cubicBezTo>
                      <a:pt x="5029" y="467"/>
                      <a:pt x="4223" y="133"/>
                      <a:pt x="3381" y="133"/>
                    </a:cubicBezTo>
                    <a:cubicBezTo>
                      <a:pt x="2540" y="133"/>
                      <a:pt x="1734" y="467"/>
                      <a:pt x="1139" y="1062"/>
                    </a:cubicBezTo>
                    <a:cubicBezTo>
                      <a:pt x="544" y="1657"/>
                      <a:pt x="210" y="2464"/>
                      <a:pt x="210" y="3305"/>
                    </a:cubicBezTo>
                    <a:cubicBezTo>
                      <a:pt x="210" y="4147"/>
                      <a:pt x="544" y="4954"/>
                      <a:pt x="1139" y="5549"/>
                    </a:cubicBezTo>
                    <a:cubicBezTo>
                      <a:pt x="1734" y="6144"/>
                      <a:pt x="2540" y="6478"/>
                      <a:pt x="338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47" name="Freeform: Shape 9546">
                <a:extLst>
                  <a:ext uri="{FF2B5EF4-FFF2-40B4-BE49-F238E27FC236}">
                    <a16:creationId xmlns:a16="http://schemas.microsoft.com/office/drawing/2014/main" id="{2DB14553-0455-F73E-3247-B94C0BF09CFC}"/>
                  </a:ext>
                </a:extLst>
              </p:cNvPr>
              <p:cNvSpPr/>
              <p:nvPr/>
            </p:nvSpPr>
            <p:spPr>
              <a:xfrm>
                <a:off x="9084448" y="5165166"/>
                <a:ext cx="6343" cy="6345"/>
              </a:xfrm>
              <a:custGeom>
                <a:avLst/>
                <a:gdLst>
                  <a:gd name="connsiteX0" fmla="*/ 3382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6 h 6345"/>
                  <a:gd name="connsiteX3" fmla="*/ 5625 w 6343"/>
                  <a:gd name="connsiteY3" fmla="*/ 1062 h 6345"/>
                  <a:gd name="connsiteX4" fmla="*/ 3382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6 h 6345"/>
                  <a:gd name="connsiteX7" fmla="*/ 1140 w 6343"/>
                  <a:gd name="connsiteY7" fmla="*/ 5549 h 6345"/>
                  <a:gd name="connsiteX8" fmla="*/ 338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8"/>
                    </a:moveTo>
                    <a:cubicBezTo>
                      <a:pt x="4224" y="6478"/>
                      <a:pt x="5030" y="6144"/>
                      <a:pt x="5625" y="5549"/>
                    </a:cubicBezTo>
                    <a:cubicBezTo>
                      <a:pt x="6220" y="4954"/>
                      <a:pt x="6554" y="4147"/>
                      <a:pt x="6554" y="3306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0" y="467"/>
                      <a:pt x="4224" y="133"/>
                      <a:pt x="3382" y="133"/>
                    </a:cubicBezTo>
                    <a:cubicBezTo>
                      <a:pt x="2541" y="133"/>
                      <a:pt x="1735" y="467"/>
                      <a:pt x="1140" y="1062"/>
                    </a:cubicBezTo>
                    <a:cubicBezTo>
                      <a:pt x="545" y="1657"/>
                      <a:pt x="211" y="2464"/>
                      <a:pt x="211" y="3306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5" y="6144"/>
                      <a:pt x="2541" y="6478"/>
                      <a:pt x="338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48" name="Freeform: Shape 9547">
                <a:extLst>
                  <a:ext uri="{FF2B5EF4-FFF2-40B4-BE49-F238E27FC236}">
                    <a16:creationId xmlns:a16="http://schemas.microsoft.com/office/drawing/2014/main" id="{2ED80859-5E5F-DF86-1DBC-8DA344AD2DD0}"/>
                  </a:ext>
                </a:extLst>
              </p:cNvPr>
              <p:cNvSpPr/>
              <p:nvPr/>
            </p:nvSpPr>
            <p:spPr>
              <a:xfrm>
                <a:off x="9088786" y="5164252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5 h 6345"/>
                  <a:gd name="connsiteX3" fmla="*/ 5625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5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1" y="6144"/>
                      <a:pt x="5625" y="5549"/>
                    </a:cubicBezTo>
                    <a:cubicBezTo>
                      <a:pt x="6220" y="4954"/>
                      <a:pt x="6554" y="4147"/>
                      <a:pt x="6554" y="3305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1" y="467"/>
                      <a:pt x="4224" y="133"/>
                      <a:pt x="3383" y="133"/>
                    </a:cubicBezTo>
                    <a:cubicBezTo>
                      <a:pt x="2542" y="133"/>
                      <a:pt x="1735" y="467"/>
                      <a:pt x="1140" y="1062"/>
                    </a:cubicBezTo>
                    <a:cubicBezTo>
                      <a:pt x="545" y="1657"/>
                      <a:pt x="211" y="2464"/>
                      <a:pt x="211" y="3305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5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49" name="Freeform: Shape 9548">
                <a:extLst>
                  <a:ext uri="{FF2B5EF4-FFF2-40B4-BE49-F238E27FC236}">
                    <a16:creationId xmlns:a16="http://schemas.microsoft.com/office/drawing/2014/main" id="{BA9EBB09-ED02-F0DC-5B3F-008892512A95}"/>
                  </a:ext>
                </a:extLst>
              </p:cNvPr>
              <p:cNvSpPr/>
              <p:nvPr/>
            </p:nvSpPr>
            <p:spPr>
              <a:xfrm>
                <a:off x="9097480" y="5165008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6 h 6345"/>
                  <a:gd name="connsiteX3" fmla="*/ 5626 w 6343"/>
                  <a:gd name="connsiteY3" fmla="*/ 1062 h 6345"/>
                  <a:gd name="connsiteX4" fmla="*/ 3383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6 h 6345"/>
                  <a:gd name="connsiteX7" fmla="*/ 1141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5" y="6478"/>
                      <a:pt x="5031" y="6144"/>
                      <a:pt x="5626" y="5549"/>
                    </a:cubicBezTo>
                    <a:cubicBezTo>
                      <a:pt x="6221" y="4954"/>
                      <a:pt x="6555" y="4147"/>
                      <a:pt x="6555" y="3306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1" y="467"/>
                      <a:pt x="4225" y="133"/>
                      <a:pt x="3383" y="133"/>
                    </a:cubicBezTo>
                    <a:cubicBezTo>
                      <a:pt x="2542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6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50" name="Freeform: Shape 9549">
                <a:extLst>
                  <a:ext uri="{FF2B5EF4-FFF2-40B4-BE49-F238E27FC236}">
                    <a16:creationId xmlns:a16="http://schemas.microsoft.com/office/drawing/2014/main" id="{3ED64D3E-CAF3-746C-AA5F-19ECAE4FED6F}"/>
                  </a:ext>
                </a:extLst>
              </p:cNvPr>
              <p:cNvSpPr/>
              <p:nvPr/>
            </p:nvSpPr>
            <p:spPr>
              <a:xfrm>
                <a:off x="9100217" y="5163616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5 h 6345"/>
                  <a:gd name="connsiteX3" fmla="*/ 5626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5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6" y="5549"/>
                    </a:cubicBezTo>
                    <a:cubicBezTo>
                      <a:pt x="6221" y="4954"/>
                      <a:pt x="6555" y="4147"/>
                      <a:pt x="6555" y="3305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5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51" name="Freeform: Shape 9550">
                <a:extLst>
                  <a:ext uri="{FF2B5EF4-FFF2-40B4-BE49-F238E27FC236}">
                    <a16:creationId xmlns:a16="http://schemas.microsoft.com/office/drawing/2014/main" id="{77CF1ECF-283C-9EF2-212B-5C155DF802EB}"/>
                  </a:ext>
                </a:extLst>
              </p:cNvPr>
              <p:cNvSpPr/>
              <p:nvPr/>
            </p:nvSpPr>
            <p:spPr>
              <a:xfrm>
                <a:off x="9106299" y="5163543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5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5 h 6345"/>
                  <a:gd name="connsiteX7" fmla="*/ 1142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7" y="5549"/>
                    </a:cubicBezTo>
                    <a:cubicBezTo>
                      <a:pt x="6222" y="4954"/>
                      <a:pt x="6556" y="4147"/>
                      <a:pt x="6556" y="3305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2" y="1062"/>
                    </a:cubicBezTo>
                    <a:cubicBezTo>
                      <a:pt x="547" y="1657"/>
                      <a:pt x="213" y="2464"/>
                      <a:pt x="213" y="3305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52" name="Freeform: Shape 9551">
                <a:extLst>
                  <a:ext uri="{FF2B5EF4-FFF2-40B4-BE49-F238E27FC236}">
                    <a16:creationId xmlns:a16="http://schemas.microsoft.com/office/drawing/2014/main" id="{FB0D144E-CAFA-BA97-BA19-422D746506C7}"/>
                  </a:ext>
                </a:extLst>
              </p:cNvPr>
              <p:cNvSpPr/>
              <p:nvPr/>
            </p:nvSpPr>
            <p:spPr>
              <a:xfrm>
                <a:off x="9080322" y="5150940"/>
                <a:ext cx="6343" cy="6345"/>
              </a:xfrm>
              <a:custGeom>
                <a:avLst/>
                <a:gdLst>
                  <a:gd name="connsiteX0" fmla="*/ 3382 w 6343"/>
                  <a:gd name="connsiteY0" fmla="*/ 6477 h 6345"/>
                  <a:gd name="connsiteX1" fmla="*/ 5625 w 6343"/>
                  <a:gd name="connsiteY1" fmla="*/ 5548 h 6345"/>
                  <a:gd name="connsiteX2" fmla="*/ 6554 w 6343"/>
                  <a:gd name="connsiteY2" fmla="*/ 3304 h 6345"/>
                  <a:gd name="connsiteX3" fmla="*/ 5625 w 6343"/>
                  <a:gd name="connsiteY3" fmla="*/ 1061 h 6345"/>
                  <a:gd name="connsiteX4" fmla="*/ 3382 w 6343"/>
                  <a:gd name="connsiteY4" fmla="*/ 132 h 6345"/>
                  <a:gd name="connsiteX5" fmla="*/ 1139 w 6343"/>
                  <a:gd name="connsiteY5" fmla="*/ 1061 h 6345"/>
                  <a:gd name="connsiteX6" fmla="*/ 211 w 6343"/>
                  <a:gd name="connsiteY6" fmla="*/ 3304 h 6345"/>
                  <a:gd name="connsiteX7" fmla="*/ 1139 w 6343"/>
                  <a:gd name="connsiteY7" fmla="*/ 5548 h 6345"/>
                  <a:gd name="connsiteX8" fmla="*/ 3382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7"/>
                    </a:moveTo>
                    <a:cubicBezTo>
                      <a:pt x="4223" y="6477"/>
                      <a:pt x="5030" y="6143"/>
                      <a:pt x="5625" y="5548"/>
                    </a:cubicBezTo>
                    <a:cubicBezTo>
                      <a:pt x="6220" y="4953"/>
                      <a:pt x="6554" y="4146"/>
                      <a:pt x="6554" y="3304"/>
                    </a:cubicBezTo>
                    <a:cubicBezTo>
                      <a:pt x="6554" y="2463"/>
                      <a:pt x="6220" y="1656"/>
                      <a:pt x="5625" y="1061"/>
                    </a:cubicBezTo>
                    <a:cubicBezTo>
                      <a:pt x="5030" y="466"/>
                      <a:pt x="4223" y="132"/>
                      <a:pt x="3382" y="132"/>
                    </a:cubicBezTo>
                    <a:cubicBezTo>
                      <a:pt x="2541" y="132"/>
                      <a:pt x="1734" y="466"/>
                      <a:pt x="1139" y="1061"/>
                    </a:cubicBezTo>
                    <a:cubicBezTo>
                      <a:pt x="545" y="1656"/>
                      <a:pt x="211" y="2463"/>
                      <a:pt x="211" y="3304"/>
                    </a:cubicBezTo>
                    <a:cubicBezTo>
                      <a:pt x="211" y="4146"/>
                      <a:pt x="545" y="4953"/>
                      <a:pt x="1139" y="5548"/>
                    </a:cubicBezTo>
                    <a:cubicBezTo>
                      <a:pt x="1734" y="6143"/>
                      <a:pt x="2541" y="6477"/>
                      <a:pt x="3382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53" name="Freeform: Shape 9552">
                <a:extLst>
                  <a:ext uri="{FF2B5EF4-FFF2-40B4-BE49-F238E27FC236}">
                    <a16:creationId xmlns:a16="http://schemas.microsoft.com/office/drawing/2014/main" id="{35BCC172-AEC1-BF93-0CBD-49C437E2CCCB}"/>
                  </a:ext>
                </a:extLst>
              </p:cNvPr>
              <p:cNvSpPr/>
              <p:nvPr/>
            </p:nvSpPr>
            <p:spPr>
              <a:xfrm>
                <a:off x="9077823" y="5147353"/>
                <a:ext cx="6343" cy="6345"/>
              </a:xfrm>
              <a:custGeom>
                <a:avLst/>
                <a:gdLst>
                  <a:gd name="connsiteX0" fmla="*/ 3382 w 6343"/>
                  <a:gd name="connsiteY0" fmla="*/ 6477 h 6345"/>
                  <a:gd name="connsiteX1" fmla="*/ 5625 w 6343"/>
                  <a:gd name="connsiteY1" fmla="*/ 5548 h 6345"/>
                  <a:gd name="connsiteX2" fmla="*/ 6553 w 6343"/>
                  <a:gd name="connsiteY2" fmla="*/ 3304 h 6345"/>
                  <a:gd name="connsiteX3" fmla="*/ 5625 w 6343"/>
                  <a:gd name="connsiteY3" fmla="*/ 1061 h 6345"/>
                  <a:gd name="connsiteX4" fmla="*/ 3382 w 6343"/>
                  <a:gd name="connsiteY4" fmla="*/ 131 h 6345"/>
                  <a:gd name="connsiteX5" fmla="*/ 1139 w 6343"/>
                  <a:gd name="connsiteY5" fmla="*/ 1061 h 6345"/>
                  <a:gd name="connsiteX6" fmla="*/ 210 w 6343"/>
                  <a:gd name="connsiteY6" fmla="*/ 3304 h 6345"/>
                  <a:gd name="connsiteX7" fmla="*/ 1139 w 6343"/>
                  <a:gd name="connsiteY7" fmla="*/ 5548 h 6345"/>
                  <a:gd name="connsiteX8" fmla="*/ 3382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7"/>
                    </a:moveTo>
                    <a:cubicBezTo>
                      <a:pt x="4223" y="6477"/>
                      <a:pt x="5030" y="6143"/>
                      <a:pt x="5625" y="5548"/>
                    </a:cubicBezTo>
                    <a:cubicBezTo>
                      <a:pt x="6219" y="4953"/>
                      <a:pt x="6553" y="4146"/>
                      <a:pt x="6553" y="3304"/>
                    </a:cubicBezTo>
                    <a:cubicBezTo>
                      <a:pt x="6553" y="2463"/>
                      <a:pt x="6219" y="1656"/>
                      <a:pt x="5625" y="1061"/>
                    </a:cubicBezTo>
                    <a:cubicBezTo>
                      <a:pt x="5030" y="466"/>
                      <a:pt x="4223" y="131"/>
                      <a:pt x="3382" y="131"/>
                    </a:cubicBezTo>
                    <a:cubicBezTo>
                      <a:pt x="2541" y="131"/>
                      <a:pt x="1734" y="466"/>
                      <a:pt x="1139" y="1061"/>
                    </a:cubicBezTo>
                    <a:cubicBezTo>
                      <a:pt x="545" y="1656"/>
                      <a:pt x="210" y="2463"/>
                      <a:pt x="210" y="3304"/>
                    </a:cubicBezTo>
                    <a:cubicBezTo>
                      <a:pt x="210" y="4146"/>
                      <a:pt x="545" y="4953"/>
                      <a:pt x="1139" y="5548"/>
                    </a:cubicBezTo>
                    <a:cubicBezTo>
                      <a:pt x="1734" y="6143"/>
                      <a:pt x="2541" y="6477"/>
                      <a:pt x="3382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54" name="Freeform: Shape 9553">
                <a:extLst>
                  <a:ext uri="{FF2B5EF4-FFF2-40B4-BE49-F238E27FC236}">
                    <a16:creationId xmlns:a16="http://schemas.microsoft.com/office/drawing/2014/main" id="{477FE109-D7E6-A676-70DD-9179D9E51A91}"/>
                  </a:ext>
                </a:extLst>
              </p:cNvPr>
              <p:cNvSpPr/>
              <p:nvPr/>
            </p:nvSpPr>
            <p:spPr>
              <a:xfrm>
                <a:off x="9077682" y="5144679"/>
                <a:ext cx="6343" cy="6345"/>
              </a:xfrm>
              <a:custGeom>
                <a:avLst/>
                <a:gdLst>
                  <a:gd name="connsiteX0" fmla="*/ 3382 w 6343"/>
                  <a:gd name="connsiteY0" fmla="*/ 6477 h 6345"/>
                  <a:gd name="connsiteX1" fmla="*/ 5625 w 6343"/>
                  <a:gd name="connsiteY1" fmla="*/ 5547 h 6345"/>
                  <a:gd name="connsiteX2" fmla="*/ 6553 w 6343"/>
                  <a:gd name="connsiteY2" fmla="*/ 3304 h 6345"/>
                  <a:gd name="connsiteX3" fmla="*/ 5625 w 6343"/>
                  <a:gd name="connsiteY3" fmla="*/ 1060 h 6345"/>
                  <a:gd name="connsiteX4" fmla="*/ 3382 w 6343"/>
                  <a:gd name="connsiteY4" fmla="*/ 131 h 6345"/>
                  <a:gd name="connsiteX5" fmla="*/ 1139 w 6343"/>
                  <a:gd name="connsiteY5" fmla="*/ 1060 h 6345"/>
                  <a:gd name="connsiteX6" fmla="*/ 210 w 6343"/>
                  <a:gd name="connsiteY6" fmla="*/ 3304 h 6345"/>
                  <a:gd name="connsiteX7" fmla="*/ 1139 w 6343"/>
                  <a:gd name="connsiteY7" fmla="*/ 5547 h 6345"/>
                  <a:gd name="connsiteX8" fmla="*/ 3382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7"/>
                    </a:moveTo>
                    <a:cubicBezTo>
                      <a:pt x="4223" y="6477"/>
                      <a:pt x="5030" y="6142"/>
                      <a:pt x="5625" y="5547"/>
                    </a:cubicBezTo>
                    <a:cubicBezTo>
                      <a:pt x="6219" y="4952"/>
                      <a:pt x="6553" y="4145"/>
                      <a:pt x="6553" y="3304"/>
                    </a:cubicBezTo>
                    <a:cubicBezTo>
                      <a:pt x="6553" y="2463"/>
                      <a:pt x="6219" y="1655"/>
                      <a:pt x="5625" y="1060"/>
                    </a:cubicBezTo>
                    <a:cubicBezTo>
                      <a:pt x="5030" y="466"/>
                      <a:pt x="4223" y="131"/>
                      <a:pt x="3382" y="131"/>
                    </a:cubicBezTo>
                    <a:cubicBezTo>
                      <a:pt x="2541" y="131"/>
                      <a:pt x="1734" y="466"/>
                      <a:pt x="1139" y="1060"/>
                    </a:cubicBezTo>
                    <a:cubicBezTo>
                      <a:pt x="545" y="1655"/>
                      <a:pt x="210" y="2463"/>
                      <a:pt x="210" y="3304"/>
                    </a:cubicBezTo>
                    <a:cubicBezTo>
                      <a:pt x="210" y="4145"/>
                      <a:pt x="545" y="4952"/>
                      <a:pt x="1139" y="5547"/>
                    </a:cubicBezTo>
                    <a:cubicBezTo>
                      <a:pt x="1734" y="6142"/>
                      <a:pt x="2541" y="6477"/>
                      <a:pt x="3382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55" name="Freeform: Shape 9554">
                <a:extLst>
                  <a:ext uri="{FF2B5EF4-FFF2-40B4-BE49-F238E27FC236}">
                    <a16:creationId xmlns:a16="http://schemas.microsoft.com/office/drawing/2014/main" id="{1C1420B4-AA77-F7B8-AD41-556321BF4717}"/>
                  </a:ext>
                </a:extLst>
              </p:cNvPr>
              <p:cNvSpPr/>
              <p:nvPr/>
            </p:nvSpPr>
            <p:spPr>
              <a:xfrm>
                <a:off x="9077734" y="5142071"/>
                <a:ext cx="6343" cy="6345"/>
              </a:xfrm>
              <a:custGeom>
                <a:avLst/>
                <a:gdLst>
                  <a:gd name="connsiteX0" fmla="*/ 3382 w 6343"/>
                  <a:gd name="connsiteY0" fmla="*/ 6476 h 6345"/>
                  <a:gd name="connsiteX1" fmla="*/ 5625 w 6343"/>
                  <a:gd name="connsiteY1" fmla="*/ 5547 h 6345"/>
                  <a:gd name="connsiteX2" fmla="*/ 6553 w 6343"/>
                  <a:gd name="connsiteY2" fmla="*/ 3304 h 6345"/>
                  <a:gd name="connsiteX3" fmla="*/ 5625 w 6343"/>
                  <a:gd name="connsiteY3" fmla="*/ 1060 h 6345"/>
                  <a:gd name="connsiteX4" fmla="*/ 3382 w 6343"/>
                  <a:gd name="connsiteY4" fmla="*/ 131 h 6345"/>
                  <a:gd name="connsiteX5" fmla="*/ 1139 w 6343"/>
                  <a:gd name="connsiteY5" fmla="*/ 1060 h 6345"/>
                  <a:gd name="connsiteX6" fmla="*/ 210 w 6343"/>
                  <a:gd name="connsiteY6" fmla="*/ 3304 h 6345"/>
                  <a:gd name="connsiteX7" fmla="*/ 1139 w 6343"/>
                  <a:gd name="connsiteY7" fmla="*/ 5547 h 6345"/>
                  <a:gd name="connsiteX8" fmla="*/ 338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6"/>
                    </a:moveTo>
                    <a:cubicBezTo>
                      <a:pt x="4223" y="6476"/>
                      <a:pt x="5030" y="6142"/>
                      <a:pt x="5625" y="5547"/>
                    </a:cubicBezTo>
                    <a:cubicBezTo>
                      <a:pt x="6219" y="4952"/>
                      <a:pt x="6553" y="4145"/>
                      <a:pt x="6553" y="3304"/>
                    </a:cubicBezTo>
                    <a:cubicBezTo>
                      <a:pt x="6553" y="2462"/>
                      <a:pt x="6219" y="1655"/>
                      <a:pt x="5625" y="1060"/>
                    </a:cubicBezTo>
                    <a:cubicBezTo>
                      <a:pt x="5030" y="465"/>
                      <a:pt x="4223" y="131"/>
                      <a:pt x="3382" y="131"/>
                    </a:cubicBezTo>
                    <a:cubicBezTo>
                      <a:pt x="2541" y="131"/>
                      <a:pt x="1734" y="465"/>
                      <a:pt x="1139" y="1060"/>
                    </a:cubicBezTo>
                    <a:cubicBezTo>
                      <a:pt x="545" y="1655"/>
                      <a:pt x="210" y="2462"/>
                      <a:pt x="210" y="3304"/>
                    </a:cubicBezTo>
                    <a:cubicBezTo>
                      <a:pt x="210" y="4145"/>
                      <a:pt x="545" y="4952"/>
                      <a:pt x="1139" y="5547"/>
                    </a:cubicBezTo>
                    <a:cubicBezTo>
                      <a:pt x="1734" y="6142"/>
                      <a:pt x="2541" y="6476"/>
                      <a:pt x="338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56" name="Freeform: Shape 9555">
                <a:extLst>
                  <a:ext uri="{FF2B5EF4-FFF2-40B4-BE49-F238E27FC236}">
                    <a16:creationId xmlns:a16="http://schemas.microsoft.com/office/drawing/2014/main" id="{36899679-D531-1664-FBF8-83AA299C76B1}"/>
                  </a:ext>
                </a:extLst>
              </p:cNvPr>
              <p:cNvSpPr/>
              <p:nvPr/>
            </p:nvSpPr>
            <p:spPr>
              <a:xfrm>
                <a:off x="9078094" y="5139579"/>
                <a:ext cx="6343" cy="6345"/>
              </a:xfrm>
              <a:custGeom>
                <a:avLst/>
                <a:gdLst>
                  <a:gd name="connsiteX0" fmla="*/ 3382 w 6343"/>
                  <a:gd name="connsiteY0" fmla="*/ 6476 h 6345"/>
                  <a:gd name="connsiteX1" fmla="*/ 5625 w 6343"/>
                  <a:gd name="connsiteY1" fmla="*/ 5547 h 6345"/>
                  <a:gd name="connsiteX2" fmla="*/ 6554 w 6343"/>
                  <a:gd name="connsiteY2" fmla="*/ 3304 h 6345"/>
                  <a:gd name="connsiteX3" fmla="*/ 5625 w 6343"/>
                  <a:gd name="connsiteY3" fmla="*/ 1060 h 6345"/>
                  <a:gd name="connsiteX4" fmla="*/ 3382 w 6343"/>
                  <a:gd name="connsiteY4" fmla="*/ 131 h 6345"/>
                  <a:gd name="connsiteX5" fmla="*/ 1139 w 6343"/>
                  <a:gd name="connsiteY5" fmla="*/ 1060 h 6345"/>
                  <a:gd name="connsiteX6" fmla="*/ 210 w 6343"/>
                  <a:gd name="connsiteY6" fmla="*/ 3304 h 6345"/>
                  <a:gd name="connsiteX7" fmla="*/ 1139 w 6343"/>
                  <a:gd name="connsiteY7" fmla="*/ 5547 h 6345"/>
                  <a:gd name="connsiteX8" fmla="*/ 338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6"/>
                    </a:moveTo>
                    <a:cubicBezTo>
                      <a:pt x="4223" y="6476"/>
                      <a:pt x="5030" y="6142"/>
                      <a:pt x="5625" y="5547"/>
                    </a:cubicBezTo>
                    <a:cubicBezTo>
                      <a:pt x="6219" y="4952"/>
                      <a:pt x="6554" y="4145"/>
                      <a:pt x="6554" y="3304"/>
                    </a:cubicBezTo>
                    <a:cubicBezTo>
                      <a:pt x="6554" y="2462"/>
                      <a:pt x="6219" y="1655"/>
                      <a:pt x="5625" y="1060"/>
                    </a:cubicBezTo>
                    <a:cubicBezTo>
                      <a:pt x="5030" y="465"/>
                      <a:pt x="4223" y="131"/>
                      <a:pt x="3382" y="131"/>
                    </a:cubicBezTo>
                    <a:cubicBezTo>
                      <a:pt x="2541" y="131"/>
                      <a:pt x="1734" y="465"/>
                      <a:pt x="1139" y="1060"/>
                    </a:cubicBezTo>
                    <a:cubicBezTo>
                      <a:pt x="545" y="1655"/>
                      <a:pt x="210" y="2462"/>
                      <a:pt x="210" y="3304"/>
                    </a:cubicBezTo>
                    <a:cubicBezTo>
                      <a:pt x="210" y="4145"/>
                      <a:pt x="545" y="4952"/>
                      <a:pt x="1139" y="5547"/>
                    </a:cubicBezTo>
                    <a:cubicBezTo>
                      <a:pt x="1734" y="6142"/>
                      <a:pt x="2541" y="6476"/>
                      <a:pt x="338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57" name="Freeform: Shape 9556">
                <a:extLst>
                  <a:ext uri="{FF2B5EF4-FFF2-40B4-BE49-F238E27FC236}">
                    <a16:creationId xmlns:a16="http://schemas.microsoft.com/office/drawing/2014/main" id="{BDCEAE5C-5996-535A-0753-96282C01798B}"/>
                  </a:ext>
                </a:extLst>
              </p:cNvPr>
              <p:cNvSpPr/>
              <p:nvPr/>
            </p:nvSpPr>
            <p:spPr>
              <a:xfrm>
                <a:off x="9078239" y="5136986"/>
                <a:ext cx="6343" cy="6345"/>
              </a:xfrm>
              <a:custGeom>
                <a:avLst/>
                <a:gdLst>
                  <a:gd name="connsiteX0" fmla="*/ 3382 w 6343"/>
                  <a:gd name="connsiteY0" fmla="*/ 6476 h 6345"/>
                  <a:gd name="connsiteX1" fmla="*/ 5625 w 6343"/>
                  <a:gd name="connsiteY1" fmla="*/ 5547 h 6345"/>
                  <a:gd name="connsiteX2" fmla="*/ 6554 w 6343"/>
                  <a:gd name="connsiteY2" fmla="*/ 3303 h 6345"/>
                  <a:gd name="connsiteX3" fmla="*/ 5625 w 6343"/>
                  <a:gd name="connsiteY3" fmla="*/ 1060 h 6345"/>
                  <a:gd name="connsiteX4" fmla="*/ 3382 w 6343"/>
                  <a:gd name="connsiteY4" fmla="*/ 131 h 6345"/>
                  <a:gd name="connsiteX5" fmla="*/ 1139 w 6343"/>
                  <a:gd name="connsiteY5" fmla="*/ 1060 h 6345"/>
                  <a:gd name="connsiteX6" fmla="*/ 210 w 6343"/>
                  <a:gd name="connsiteY6" fmla="*/ 3303 h 6345"/>
                  <a:gd name="connsiteX7" fmla="*/ 1139 w 6343"/>
                  <a:gd name="connsiteY7" fmla="*/ 5547 h 6345"/>
                  <a:gd name="connsiteX8" fmla="*/ 338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6"/>
                    </a:moveTo>
                    <a:cubicBezTo>
                      <a:pt x="4223" y="6476"/>
                      <a:pt x="5030" y="6142"/>
                      <a:pt x="5625" y="5547"/>
                    </a:cubicBezTo>
                    <a:cubicBezTo>
                      <a:pt x="6219" y="4952"/>
                      <a:pt x="6554" y="4145"/>
                      <a:pt x="6554" y="3303"/>
                    </a:cubicBezTo>
                    <a:cubicBezTo>
                      <a:pt x="6554" y="2462"/>
                      <a:pt x="6219" y="1655"/>
                      <a:pt x="5625" y="1060"/>
                    </a:cubicBezTo>
                    <a:cubicBezTo>
                      <a:pt x="5030" y="465"/>
                      <a:pt x="4223" y="131"/>
                      <a:pt x="3382" y="131"/>
                    </a:cubicBezTo>
                    <a:cubicBezTo>
                      <a:pt x="2541" y="131"/>
                      <a:pt x="1734" y="465"/>
                      <a:pt x="1139" y="1060"/>
                    </a:cubicBezTo>
                    <a:cubicBezTo>
                      <a:pt x="545" y="1655"/>
                      <a:pt x="210" y="2462"/>
                      <a:pt x="210" y="3303"/>
                    </a:cubicBezTo>
                    <a:cubicBezTo>
                      <a:pt x="210" y="4145"/>
                      <a:pt x="545" y="4952"/>
                      <a:pt x="1139" y="5547"/>
                    </a:cubicBezTo>
                    <a:cubicBezTo>
                      <a:pt x="1734" y="6142"/>
                      <a:pt x="2541" y="6476"/>
                      <a:pt x="338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58" name="Freeform: Shape 9557">
                <a:extLst>
                  <a:ext uri="{FF2B5EF4-FFF2-40B4-BE49-F238E27FC236}">
                    <a16:creationId xmlns:a16="http://schemas.microsoft.com/office/drawing/2014/main" id="{3E747848-D07F-6C4C-47E6-E11418F3F3FC}"/>
                  </a:ext>
                </a:extLst>
              </p:cNvPr>
              <p:cNvSpPr/>
              <p:nvPr/>
            </p:nvSpPr>
            <p:spPr>
              <a:xfrm>
                <a:off x="8797232" y="5011704"/>
                <a:ext cx="6343" cy="6345"/>
              </a:xfrm>
              <a:custGeom>
                <a:avLst/>
                <a:gdLst>
                  <a:gd name="connsiteX0" fmla="*/ 3360 w 6343"/>
                  <a:gd name="connsiteY0" fmla="*/ 6466 h 6345"/>
                  <a:gd name="connsiteX1" fmla="*/ 5602 w 6343"/>
                  <a:gd name="connsiteY1" fmla="*/ 5537 h 6345"/>
                  <a:gd name="connsiteX2" fmla="*/ 6531 w 6343"/>
                  <a:gd name="connsiteY2" fmla="*/ 3293 h 6345"/>
                  <a:gd name="connsiteX3" fmla="*/ 5602 w 6343"/>
                  <a:gd name="connsiteY3" fmla="*/ 1050 h 6345"/>
                  <a:gd name="connsiteX4" fmla="*/ 3360 w 6343"/>
                  <a:gd name="connsiteY4" fmla="*/ 121 h 6345"/>
                  <a:gd name="connsiteX5" fmla="*/ 1117 w 6343"/>
                  <a:gd name="connsiteY5" fmla="*/ 1050 h 6345"/>
                  <a:gd name="connsiteX6" fmla="*/ 188 w 6343"/>
                  <a:gd name="connsiteY6" fmla="*/ 3293 h 6345"/>
                  <a:gd name="connsiteX7" fmla="*/ 1117 w 6343"/>
                  <a:gd name="connsiteY7" fmla="*/ 5537 h 6345"/>
                  <a:gd name="connsiteX8" fmla="*/ 336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466"/>
                    </a:moveTo>
                    <a:cubicBezTo>
                      <a:pt x="4201" y="6466"/>
                      <a:pt x="5008" y="6132"/>
                      <a:pt x="5602" y="5537"/>
                    </a:cubicBezTo>
                    <a:cubicBezTo>
                      <a:pt x="6197" y="4942"/>
                      <a:pt x="6531" y="4135"/>
                      <a:pt x="6531" y="3293"/>
                    </a:cubicBezTo>
                    <a:cubicBezTo>
                      <a:pt x="6531" y="2452"/>
                      <a:pt x="6197" y="1645"/>
                      <a:pt x="5602" y="1050"/>
                    </a:cubicBezTo>
                    <a:cubicBezTo>
                      <a:pt x="5008" y="455"/>
                      <a:pt x="4201" y="121"/>
                      <a:pt x="3360" y="121"/>
                    </a:cubicBezTo>
                    <a:cubicBezTo>
                      <a:pt x="2519" y="121"/>
                      <a:pt x="1712" y="455"/>
                      <a:pt x="1117" y="1050"/>
                    </a:cubicBezTo>
                    <a:cubicBezTo>
                      <a:pt x="522" y="1645"/>
                      <a:pt x="188" y="2452"/>
                      <a:pt x="188" y="3293"/>
                    </a:cubicBezTo>
                    <a:cubicBezTo>
                      <a:pt x="188" y="4135"/>
                      <a:pt x="522" y="4942"/>
                      <a:pt x="1117" y="5537"/>
                    </a:cubicBezTo>
                    <a:cubicBezTo>
                      <a:pt x="1712" y="6132"/>
                      <a:pt x="2519" y="6466"/>
                      <a:pt x="336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59" name="Freeform: Shape 9558">
                <a:extLst>
                  <a:ext uri="{FF2B5EF4-FFF2-40B4-BE49-F238E27FC236}">
                    <a16:creationId xmlns:a16="http://schemas.microsoft.com/office/drawing/2014/main" id="{248FF65A-7BB4-27C7-7C87-83AD32D88C4C}"/>
                  </a:ext>
                </a:extLst>
              </p:cNvPr>
              <p:cNvSpPr/>
              <p:nvPr/>
            </p:nvSpPr>
            <p:spPr>
              <a:xfrm>
                <a:off x="8801732" y="5008960"/>
                <a:ext cx="6343" cy="6345"/>
              </a:xfrm>
              <a:custGeom>
                <a:avLst/>
                <a:gdLst>
                  <a:gd name="connsiteX0" fmla="*/ 3360 w 6343"/>
                  <a:gd name="connsiteY0" fmla="*/ 6466 h 6345"/>
                  <a:gd name="connsiteX1" fmla="*/ 5603 w 6343"/>
                  <a:gd name="connsiteY1" fmla="*/ 5537 h 6345"/>
                  <a:gd name="connsiteX2" fmla="*/ 6532 w 6343"/>
                  <a:gd name="connsiteY2" fmla="*/ 3293 h 6345"/>
                  <a:gd name="connsiteX3" fmla="*/ 5603 w 6343"/>
                  <a:gd name="connsiteY3" fmla="*/ 1050 h 6345"/>
                  <a:gd name="connsiteX4" fmla="*/ 3360 w 6343"/>
                  <a:gd name="connsiteY4" fmla="*/ 121 h 6345"/>
                  <a:gd name="connsiteX5" fmla="*/ 1118 w 6343"/>
                  <a:gd name="connsiteY5" fmla="*/ 1050 h 6345"/>
                  <a:gd name="connsiteX6" fmla="*/ 189 w 6343"/>
                  <a:gd name="connsiteY6" fmla="*/ 3293 h 6345"/>
                  <a:gd name="connsiteX7" fmla="*/ 1118 w 6343"/>
                  <a:gd name="connsiteY7" fmla="*/ 5537 h 6345"/>
                  <a:gd name="connsiteX8" fmla="*/ 336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466"/>
                    </a:moveTo>
                    <a:cubicBezTo>
                      <a:pt x="4201" y="6466"/>
                      <a:pt x="5008" y="6132"/>
                      <a:pt x="5603" y="5537"/>
                    </a:cubicBezTo>
                    <a:cubicBezTo>
                      <a:pt x="6198" y="4942"/>
                      <a:pt x="6532" y="4135"/>
                      <a:pt x="6532" y="3293"/>
                    </a:cubicBezTo>
                    <a:cubicBezTo>
                      <a:pt x="6532" y="2452"/>
                      <a:pt x="6198" y="1645"/>
                      <a:pt x="5603" y="1050"/>
                    </a:cubicBezTo>
                    <a:cubicBezTo>
                      <a:pt x="5008" y="455"/>
                      <a:pt x="4201" y="121"/>
                      <a:pt x="3360" y="121"/>
                    </a:cubicBezTo>
                    <a:cubicBezTo>
                      <a:pt x="2519" y="121"/>
                      <a:pt x="1712" y="455"/>
                      <a:pt x="1118" y="1050"/>
                    </a:cubicBezTo>
                    <a:cubicBezTo>
                      <a:pt x="523" y="1645"/>
                      <a:pt x="189" y="2452"/>
                      <a:pt x="189" y="3293"/>
                    </a:cubicBezTo>
                    <a:cubicBezTo>
                      <a:pt x="189" y="4135"/>
                      <a:pt x="523" y="4942"/>
                      <a:pt x="1118" y="5537"/>
                    </a:cubicBezTo>
                    <a:cubicBezTo>
                      <a:pt x="1712" y="6132"/>
                      <a:pt x="2519" y="6466"/>
                      <a:pt x="336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60" name="Freeform: Shape 9559">
                <a:extLst>
                  <a:ext uri="{FF2B5EF4-FFF2-40B4-BE49-F238E27FC236}">
                    <a16:creationId xmlns:a16="http://schemas.microsoft.com/office/drawing/2014/main" id="{428597DA-CE10-DE9F-1247-C124745A163C}"/>
                  </a:ext>
                </a:extLst>
              </p:cNvPr>
              <p:cNvSpPr/>
              <p:nvPr/>
            </p:nvSpPr>
            <p:spPr>
              <a:xfrm>
                <a:off x="9078383" y="5129005"/>
                <a:ext cx="6343" cy="6345"/>
              </a:xfrm>
              <a:custGeom>
                <a:avLst/>
                <a:gdLst>
                  <a:gd name="connsiteX0" fmla="*/ 3382 w 6343"/>
                  <a:gd name="connsiteY0" fmla="*/ 6475 h 6345"/>
                  <a:gd name="connsiteX1" fmla="*/ 5625 w 6343"/>
                  <a:gd name="connsiteY1" fmla="*/ 5546 h 6345"/>
                  <a:gd name="connsiteX2" fmla="*/ 6554 w 6343"/>
                  <a:gd name="connsiteY2" fmla="*/ 3303 h 6345"/>
                  <a:gd name="connsiteX3" fmla="*/ 5625 w 6343"/>
                  <a:gd name="connsiteY3" fmla="*/ 1059 h 6345"/>
                  <a:gd name="connsiteX4" fmla="*/ 3382 w 6343"/>
                  <a:gd name="connsiteY4" fmla="*/ 130 h 6345"/>
                  <a:gd name="connsiteX5" fmla="*/ 1139 w 6343"/>
                  <a:gd name="connsiteY5" fmla="*/ 1059 h 6345"/>
                  <a:gd name="connsiteX6" fmla="*/ 210 w 6343"/>
                  <a:gd name="connsiteY6" fmla="*/ 3303 h 6345"/>
                  <a:gd name="connsiteX7" fmla="*/ 1139 w 6343"/>
                  <a:gd name="connsiteY7" fmla="*/ 5546 h 6345"/>
                  <a:gd name="connsiteX8" fmla="*/ 338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5"/>
                    </a:moveTo>
                    <a:cubicBezTo>
                      <a:pt x="4223" y="6475"/>
                      <a:pt x="5030" y="6141"/>
                      <a:pt x="5625" y="5546"/>
                    </a:cubicBezTo>
                    <a:cubicBezTo>
                      <a:pt x="6219" y="4951"/>
                      <a:pt x="6554" y="4144"/>
                      <a:pt x="6554" y="3303"/>
                    </a:cubicBezTo>
                    <a:cubicBezTo>
                      <a:pt x="6554" y="2461"/>
                      <a:pt x="6219" y="1654"/>
                      <a:pt x="5625" y="1059"/>
                    </a:cubicBezTo>
                    <a:cubicBezTo>
                      <a:pt x="5030" y="464"/>
                      <a:pt x="4223" y="130"/>
                      <a:pt x="3382" y="130"/>
                    </a:cubicBezTo>
                    <a:cubicBezTo>
                      <a:pt x="2541" y="130"/>
                      <a:pt x="1734" y="464"/>
                      <a:pt x="1139" y="1059"/>
                    </a:cubicBezTo>
                    <a:cubicBezTo>
                      <a:pt x="545" y="1654"/>
                      <a:pt x="210" y="2461"/>
                      <a:pt x="210" y="3303"/>
                    </a:cubicBezTo>
                    <a:cubicBezTo>
                      <a:pt x="210" y="4144"/>
                      <a:pt x="545" y="4951"/>
                      <a:pt x="1139" y="5546"/>
                    </a:cubicBezTo>
                    <a:cubicBezTo>
                      <a:pt x="1734" y="6141"/>
                      <a:pt x="2541" y="6475"/>
                      <a:pt x="338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61" name="Freeform: Shape 9560">
                <a:extLst>
                  <a:ext uri="{FF2B5EF4-FFF2-40B4-BE49-F238E27FC236}">
                    <a16:creationId xmlns:a16="http://schemas.microsoft.com/office/drawing/2014/main" id="{4BC99DAD-6ABC-0C4F-DF6D-E85373D09286}"/>
                  </a:ext>
                </a:extLst>
              </p:cNvPr>
              <p:cNvSpPr/>
              <p:nvPr/>
            </p:nvSpPr>
            <p:spPr>
              <a:xfrm>
                <a:off x="8809447" y="5003004"/>
                <a:ext cx="6343" cy="6345"/>
              </a:xfrm>
              <a:custGeom>
                <a:avLst/>
                <a:gdLst>
                  <a:gd name="connsiteX0" fmla="*/ 3361 w 6343"/>
                  <a:gd name="connsiteY0" fmla="*/ 6465 h 6345"/>
                  <a:gd name="connsiteX1" fmla="*/ 5603 w 6343"/>
                  <a:gd name="connsiteY1" fmla="*/ 5536 h 6345"/>
                  <a:gd name="connsiteX2" fmla="*/ 6532 w 6343"/>
                  <a:gd name="connsiteY2" fmla="*/ 3293 h 6345"/>
                  <a:gd name="connsiteX3" fmla="*/ 5603 w 6343"/>
                  <a:gd name="connsiteY3" fmla="*/ 1049 h 6345"/>
                  <a:gd name="connsiteX4" fmla="*/ 3361 w 6343"/>
                  <a:gd name="connsiteY4" fmla="*/ 120 h 6345"/>
                  <a:gd name="connsiteX5" fmla="*/ 1118 w 6343"/>
                  <a:gd name="connsiteY5" fmla="*/ 1049 h 6345"/>
                  <a:gd name="connsiteX6" fmla="*/ 189 w 6343"/>
                  <a:gd name="connsiteY6" fmla="*/ 3293 h 6345"/>
                  <a:gd name="connsiteX7" fmla="*/ 1118 w 6343"/>
                  <a:gd name="connsiteY7" fmla="*/ 5536 h 6345"/>
                  <a:gd name="connsiteX8" fmla="*/ 3361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65"/>
                    </a:moveTo>
                    <a:cubicBezTo>
                      <a:pt x="4202" y="6465"/>
                      <a:pt x="5009" y="6131"/>
                      <a:pt x="5603" y="5536"/>
                    </a:cubicBezTo>
                    <a:cubicBezTo>
                      <a:pt x="6198" y="4941"/>
                      <a:pt x="6532" y="4134"/>
                      <a:pt x="6532" y="3293"/>
                    </a:cubicBezTo>
                    <a:cubicBezTo>
                      <a:pt x="6532" y="2451"/>
                      <a:pt x="6198" y="1644"/>
                      <a:pt x="5603" y="1049"/>
                    </a:cubicBezTo>
                    <a:cubicBezTo>
                      <a:pt x="5009" y="454"/>
                      <a:pt x="4202" y="120"/>
                      <a:pt x="3361" y="120"/>
                    </a:cubicBezTo>
                    <a:cubicBezTo>
                      <a:pt x="2520" y="120"/>
                      <a:pt x="1713" y="454"/>
                      <a:pt x="1118" y="1049"/>
                    </a:cubicBezTo>
                    <a:cubicBezTo>
                      <a:pt x="523" y="1644"/>
                      <a:pt x="189" y="2451"/>
                      <a:pt x="189" y="3293"/>
                    </a:cubicBezTo>
                    <a:cubicBezTo>
                      <a:pt x="189" y="4134"/>
                      <a:pt x="523" y="4941"/>
                      <a:pt x="1118" y="5536"/>
                    </a:cubicBezTo>
                    <a:cubicBezTo>
                      <a:pt x="1713" y="6131"/>
                      <a:pt x="2520" y="6465"/>
                      <a:pt x="3361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62" name="Freeform: Shape 9561">
                <a:extLst>
                  <a:ext uri="{FF2B5EF4-FFF2-40B4-BE49-F238E27FC236}">
                    <a16:creationId xmlns:a16="http://schemas.microsoft.com/office/drawing/2014/main" id="{06F7F87E-77DF-31DB-EABB-16CD27CD7A9E}"/>
                  </a:ext>
                </a:extLst>
              </p:cNvPr>
              <p:cNvSpPr/>
              <p:nvPr/>
            </p:nvSpPr>
            <p:spPr>
              <a:xfrm>
                <a:off x="8813408" y="5000121"/>
                <a:ext cx="6343" cy="6345"/>
              </a:xfrm>
              <a:custGeom>
                <a:avLst/>
                <a:gdLst>
                  <a:gd name="connsiteX0" fmla="*/ 3361 w 6343"/>
                  <a:gd name="connsiteY0" fmla="*/ 6465 h 6345"/>
                  <a:gd name="connsiteX1" fmla="*/ 5604 w 6343"/>
                  <a:gd name="connsiteY1" fmla="*/ 5536 h 6345"/>
                  <a:gd name="connsiteX2" fmla="*/ 6533 w 6343"/>
                  <a:gd name="connsiteY2" fmla="*/ 3293 h 6345"/>
                  <a:gd name="connsiteX3" fmla="*/ 5604 w 6343"/>
                  <a:gd name="connsiteY3" fmla="*/ 1049 h 6345"/>
                  <a:gd name="connsiteX4" fmla="*/ 3361 w 6343"/>
                  <a:gd name="connsiteY4" fmla="*/ 120 h 6345"/>
                  <a:gd name="connsiteX5" fmla="*/ 1118 w 6343"/>
                  <a:gd name="connsiteY5" fmla="*/ 1049 h 6345"/>
                  <a:gd name="connsiteX6" fmla="*/ 190 w 6343"/>
                  <a:gd name="connsiteY6" fmla="*/ 3293 h 6345"/>
                  <a:gd name="connsiteX7" fmla="*/ 1118 w 6343"/>
                  <a:gd name="connsiteY7" fmla="*/ 5536 h 6345"/>
                  <a:gd name="connsiteX8" fmla="*/ 3361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65"/>
                    </a:moveTo>
                    <a:cubicBezTo>
                      <a:pt x="4202" y="6465"/>
                      <a:pt x="5009" y="6131"/>
                      <a:pt x="5604" y="5536"/>
                    </a:cubicBezTo>
                    <a:cubicBezTo>
                      <a:pt x="6198" y="4941"/>
                      <a:pt x="6533" y="4134"/>
                      <a:pt x="6533" y="3293"/>
                    </a:cubicBezTo>
                    <a:cubicBezTo>
                      <a:pt x="6533" y="2451"/>
                      <a:pt x="6198" y="1644"/>
                      <a:pt x="5604" y="1049"/>
                    </a:cubicBezTo>
                    <a:cubicBezTo>
                      <a:pt x="5009" y="454"/>
                      <a:pt x="4202" y="120"/>
                      <a:pt x="3361" y="120"/>
                    </a:cubicBezTo>
                    <a:cubicBezTo>
                      <a:pt x="2520" y="120"/>
                      <a:pt x="1713" y="454"/>
                      <a:pt x="1118" y="1049"/>
                    </a:cubicBezTo>
                    <a:cubicBezTo>
                      <a:pt x="524" y="1644"/>
                      <a:pt x="190" y="2451"/>
                      <a:pt x="190" y="3293"/>
                    </a:cubicBezTo>
                    <a:cubicBezTo>
                      <a:pt x="190" y="4134"/>
                      <a:pt x="524" y="4941"/>
                      <a:pt x="1118" y="5536"/>
                    </a:cubicBezTo>
                    <a:cubicBezTo>
                      <a:pt x="1713" y="6131"/>
                      <a:pt x="2520" y="6465"/>
                      <a:pt x="3361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63" name="Freeform: Shape 9562">
                <a:extLst>
                  <a:ext uri="{FF2B5EF4-FFF2-40B4-BE49-F238E27FC236}">
                    <a16:creationId xmlns:a16="http://schemas.microsoft.com/office/drawing/2014/main" id="{0AD53C91-3ADD-E449-3854-79AEF2CA6FDA}"/>
                  </a:ext>
                </a:extLst>
              </p:cNvPr>
              <p:cNvSpPr/>
              <p:nvPr/>
            </p:nvSpPr>
            <p:spPr>
              <a:xfrm>
                <a:off x="9180165" y="5165015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3" y="5549"/>
                    </a:cubicBezTo>
                    <a:cubicBezTo>
                      <a:pt x="6227" y="4954"/>
                      <a:pt x="6562" y="4147"/>
                      <a:pt x="6562" y="3306"/>
                    </a:cubicBezTo>
                    <a:cubicBezTo>
                      <a:pt x="6562" y="2464"/>
                      <a:pt x="6227" y="1657"/>
                      <a:pt x="5633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3" y="1657"/>
                      <a:pt x="218" y="2464"/>
                      <a:pt x="218" y="3306"/>
                    </a:cubicBezTo>
                    <a:cubicBezTo>
                      <a:pt x="218" y="4147"/>
                      <a:pt x="553" y="4954"/>
                      <a:pt x="1147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64" name="Freeform: Shape 9563">
                <a:extLst>
                  <a:ext uri="{FF2B5EF4-FFF2-40B4-BE49-F238E27FC236}">
                    <a16:creationId xmlns:a16="http://schemas.microsoft.com/office/drawing/2014/main" id="{F8FF7B78-ADD1-9926-9CD7-3AD28077C8EB}"/>
                  </a:ext>
                </a:extLst>
              </p:cNvPr>
              <p:cNvSpPr/>
              <p:nvPr/>
            </p:nvSpPr>
            <p:spPr>
              <a:xfrm>
                <a:off x="9187265" y="5166524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2" y="133"/>
                      <a:pt x="3391" y="133"/>
                    </a:cubicBezTo>
                    <a:cubicBezTo>
                      <a:pt x="2549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49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65" name="Freeform: Shape 9564">
                <a:extLst>
                  <a:ext uri="{FF2B5EF4-FFF2-40B4-BE49-F238E27FC236}">
                    <a16:creationId xmlns:a16="http://schemas.microsoft.com/office/drawing/2014/main" id="{80D29E7D-9C34-FF87-7976-9C2516E546C0}"/>
                  </a:ext>
                </a:extLst>
              </p:cNvPr>
              <p:cNvSpPr/>
              <p:nvPr/>
            </p:nvSpPr>
            <p:spPr>
              <a:xfrm>
                <a:off x="9188950" y="5165400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66" name="Freeform: Shape 9565">
                <a:extLst>
                  <a:ext uri="{FF2B5EF4-FFF2-40B4-BE49-F238E27FC236}">
                    <a16:creationId xmlns:a16="http://schemas.microsoft.com/office/drawing/2014/main" id="{9CAF7B39-206C-48D4-4324-F2BD2AE59E84}"/>
                  </a:ext>
                </a:extLst>
              </p:cNvPr>
              <p:cNvSpPr/>
              <p:nvPr/>
            </p:nvSpPr>
            <p:spPr>
              <a:xfrm>
                <a:off x="9194946" y="5166496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67" name="Freeform: Shape 9566">
                <a:extLst>
                  <a:ext uri="{FF2B5EF4-FFF2-40B4-BE49-F238E27FC236}">
                    <a16:creationId xmlns:a16="http://schemas.microsoft.com/office/drawing/2014/main" id="{2FE65B4E-A907-F477-9D99-91B995BA9DCB}"/>
                  </a:ext>
                </a:extLst>
              </p:cNvPr>
              <p:cNvSpPr/>
              <p:nvPr/>
            </p:nvSpPr>
            <p:spPr>
              <a:xfrm>
                <a:off x="9199531" y="5165026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3" y="133"/>
                      <a:pt x="3392" y="133"/>
                    </a:cubicBezTo>
                    <a:cubicBezTo>
                      <a:pt x="2550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68" name="Freeform: Shape 9567">
                <a:extLst>
                  <a:ext uri="{FF2B5EF4-FFF2-40B4-BE49-F238E27FC236}">
                    <a16:creationId xmlns:a16="http://schemas.microsoft.com/office/drawing/2014/main" id="{9CC55422-039F-9642-7501-2C73603EFF53}"/>
                  </a:ext>
                </a:extLst>
              </p:cNvPr>
              <p:cNvSpPr/>
              <p:nvPr/>
            </p:nvSpPr>
            <p:spPr>
              <a:xfrm>
                <a:off x="9200271" y="5163496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3" y="133"/>
                      <a:pt x="3392" y="133"/>
                    </a:cubicBezTo>
                    <a:cubicBezTo>
                      <a:pt x="2550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69" name="Freeform: Shape 9568">
                <a:extLst>
                  <a:ext uri="{FF2B5EF4-FFF2-40B4-BE49-F238E27FC236}">
                    <a16:creationId xmlns:a16="http://schemas.microsoft.com/office/drawing/2014/main" id="{19F23E1A-B0FA-2852-EC07-9FE8137F61F7}"/>
                  </a:ext>
                </a:extLst>
              </p:cNvPr>
              <p:cNvSpPr/>
              <p:nvPr/>
            </p:nvSpPr>
            <p:spPr>
              <a:xfrm>
                <a:off x="9013143" y="5059975"/>
                <a:ext cx="6343" cy="6345"/>
              </a:xfrm>
              <a:custGeom>
                <a:avLst/>
                <a:gdLst>
                  <a:gd name="connsiteX0" fmla="*/ 3377 w 6343"/>
                  <a:gd name="connsiteY0" fmla="*/ 6470 h 6345"/>
                  <a:gd name="connsiteX1" fmla="*/ 5619 w 6343"/>
                  <a:gd name="connsiteY1" fmla="*/ 5541 h 6345"/>
                  <a:gd name="connsiteX2" fmla="*/ 6548 w 6343"/>
                  <a:gd name="connsiteY2" fmla="*/ 3297 h 6345"/>
                  <a:gd name="connsiteX3" fmla="*/ 5619 w 6343"/>
                  <a:gd name="connsiteY3" fmla="*/ 1054 h 6345"/>
                  <a:gd name="connsiteX4" fmla="*/ 3377 w 6343"/>
                  <a:gd name="connsiteY4" fmla="*/ 125 h 6345"/>
                  <a:gd name="connsiteX5" fmla="*/ 1134 w 6343"/>
                  <a:gd name="connsiteY5" fmla="*/ 1054 h 6345"/>
                  <a:gd name="connsiteX6" fmla="*/ 205 w 6343"/>
                  <a:gd name="connsiteY6" fmla="*/ 3297 h 6345"/>
                  <a:gd name="connsiteX7" fmla="*/ 1134 w 6343"/>
                  <a:gd name="connsiteY7" fmla="*/ 5541 h 6345"/>
                  <a:gd name="connsiteX8" fmla="*/ 3377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0"/>
                    </a:moveTo>
                    <a:cubicBezTo>
                      <a:pt x="4218" y="6470"/>
                      <a:pt x="5025" y="6136"/>
                      <a:pt x="5619" y="5541"/>
                    </a:cubicBezTo>
                    <a:cubicBezTo>
                      <a:pt x="6214" y="4946"/>
                      <a:pt x="6548" y="4139"/>
                      <a:pt x="6548" y="3297"/>
                    </a:cubicBezTo>
                    <a:cubicBezTo>
                      <a:pt x="6548" y="2456"/>
                      <a:pt x="6214" y="1649"/>
                      <a:pt x="5619" y="1054"/>
                    </a:cubicBezTo>
                    <a:cubicBezTo>
                      <a:pt x="5025" y="459"/>
                      <a:pt x="4218" y="125"/>
                      <a:pt x="3377" y="125"/>
                    </a:cubicBezTo>
                    <a:cubicBezTo>
                      <a:pt x="2536" y="125"/>
                      <a:pt x="1729" y="459"/>
                      <a:pt x="1134" y="1054"/>
                    </a:cubicBezTo>
                    <a:cubicBezTo>
                      <a:pt x="539" y="1649"/>
                      <a:pt x="205" y="2456"/>
                      <a:pt x="205" y="3297"/>
                    </a:cubicBezTo>
                    <a:cubicBezTo>
                      <a:pt x="205" y="4139"/>
                      <a:pt x="539" y="4946"/>
                      <a:pt x="1134" y="5541"/>
                    </a:cubicBezTo>
                    <a:cubicBezTo>
                      <a:pt x="1729" y="6136"/>
                      <a:pt x="2536" y="6470"/>
                      <a:pt x="3377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70" name="Freeform: Shape 9569">
                <a:extLst>
                  <a:ext uri="{FF2B5EF4-FFF2-40B4-BE49-F238E27FC236}">
                    <a16:creationId xmlns:a16="http://schemas.microsoft.com/office/drawing/2014/main" id="{CA87641E-B5D2-C466-C14A-5FEF5B8796B4}"/>
                  </a:ext>
                </a:extLst>
              </p:cNvPr>
              <p:cNvSpPr/>
              <p:nvPr/>
            </p:nvSpPr>
            <p:spPr>
              <a:xfrm>
                <a:off x="9019338" y="5056539"/>
                <a:ext cx="6343" cy="6345"/>
              </a:xfrm>
              <a:custGeom>
                <a:avLst/>
                <a:gdLst>
                  <a:gd name="connsiteX0" fmla="*/ 3377 w 6343"/>
                  <a:gd name="connsiteY0" fmla="*/ 6470 h 6345"/>
                  <a:gd name="connsiteX1" fmla="*/ 5620 w 6343"/>
                  <a:gd name="connsiteY1" fmla="*/ 5540 h 6345"/>
                  <a:gd name="connsiteX2" fmla="*/ 6549 w 6343"/>
                  <a:gd name="connsiteY2" fmla="*/ 3297 h 6345"/>
                  <a:gd name="connsiteX3" fmla="*/ 5620 w 6343"/>
                  <a:gd name="connsiteY3" fmla="*/ 1054 h 6345"/>
                  <a:gd name="connsiteX4" fmla="*/ 3377 w 6343"/>
                  <a:gd name="connsiteY4" fmla="*/ 124 h 6345"/>
                  <a:gd name="connsiteX5" fmla="*/ 1135 w 6343"/>
                  <a:gd name="connsiteY5" fmla="*/ 1054 h 6345"/>
                  <a:gd name="connsiteX6" fmla="*/ 206 w 6343"/>
                  <a:gd name="connsiteY6" fmla="*/ 3297 h 6345"/>
                  <a:gd name="connsiteX7" fmla="*/ 1135 w 6343"/>
                  <a:gd name="connsiteY7" fmla="*/ 5540 h 6345"/>
                  <a:gd name="connsiteX8" fmla="*/ 3377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0"/>
                    </a:moveTo>
                    <a:cubicBezTo>
                      <a:pt x="4218" y="6470"/>
                      <a:pt x="5025" y="6135"/>
                      <a:pt x="5620" y="5540"/>
                    </a:cubicBezTo>
                    <a:cubicBezTo>
                      <a:pt x="6215" y="4945"/>
                      <a:pt x="6549" y="4138"/>
                      <a:pt x="6549" y="3297"/>
                    </a:cubicBezTo>
                    <a:cubicBezTo>
                      <a:pt x="6549" y="2456"/>
                      <a:pt x="6215" y="1649"/>
                      <a:pt x="5620" y="1054"/>
                    </a:cubicBezTo>
                    <a:cubicBezTo>
                      <a:pt x="5025" y="459"/>
                      <a:pt x="4218" y="124"/>
                      <a:pt x="3377" y="124"/>
                    </a:cubicBezTo>
                    <a:cubicBezTo>
                      <a:pt x="2536" y="124"/>
                      <a:pt x="1729" y="459"/>
                      <a:pt x="1135" y="1054"/>
                    </a:cubicBezTo>
                    <a:cubicBezTo>
                      <a:pt x="540" y="1649"/>
                      <a:pt x="206" y="2456"/>
                      <a:pt x="206" y="3297"/>
                    </a:cubicBezTo>
                    <a:cubicBezTo>
                      <a:pt x="206" y="4138"/>
                      <a:pt x="540" y="4945"/>
                      <a:pt x="1135" y="5540"/>
                    </a:cubicBezTo>
                    <a:cubicBezTo>
                      <a:pt x="1729" y="6135"/>
                      <a:pt x="2536" y="6470"/>
                      <a:pt x="3377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71" name="Freeform: Shape 9570">
                <a:extLst>
                  <a:ext uri="{FF2B5EF4-FFF2-40B4-BE49-F238E27FC236}">
                    <a16:creationId xmlns:a16="http://schemas.microsoft.com/office/drawing/2014/main" id="{83A3B769-9AE8-DBEF-FDF9-F35187A3AB90}"/>
                  </a:ext>
                </a:extLst>
              </p:cNvPr>
              <p:cNvSpPr/>
              <p:nvPr/>
            </p:nvSpPr>
            <p:spPr>
              <a:xfrm>
                <a:off x="9217541" y="5165477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4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0" y="1062"/>
                    </a:cubicBezTo>
                    <a:cubicBezTo>
                      <a:pt x="556" y="1657"/>
                      <a:pt x="221" y="2464"/>
                      <a:pt x="221" y="3306"/>
                    </a:cubicBezTo>
                    <a:cubicBezTo>
                      <a:pt x="221" y="4147"/>
                      <a:pt x="556" y="4954"/>
                      <a:pt x="1150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72" name="Freeform: Shape 9571">
                <a:extLst>
                  <a:ext uri="{FF2B5EF4-FFF2-40B4-BE49-F238E27FC236}">
                    <a16:creationId xmlns:a16="http://schemas.microsoft.com/office/drawing/2014/main" id="{623B8924-BCCE-A427-906A-284072A0A720}"/>
                  </a:ext>
                </a:extLst>
              </p:cNvPr>
              <p:cNvSpPr/>
              <p:nvPr/>
            </p:nvSpPr>
            <p:spPr>
              <a:xfrm>
                <a:off x="9219804" y="5164932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2 w 6343"/>
                  <a:gd name="connsiteY6" fmla="*/ 3306 h 6345"/>
                  <a:gd name="connsiteX7" fmla="*/ 1150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0" y="4954"/>
                      <a:pt x="6565" y="4147"/>
                      <a:pt x="6565" y="3306"/>
                    </a:cubicBezTo>
                    <a:cubicBezTo>
                      <a:pt x="6565" y="2464"/>
                      <a:pt x="6230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0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0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73" name="Freeform: Shape 9572">
                <a:extLst>
                  <a:ext uri="{FF2B5EF4-FFF2-40B4-BE49-F238E27FC236}">
                    <a16:creationId xmlns:a16="http://schemas.microsoft.com/office/drawing/2014/main" id="{72155F17-C55B-9BF0-F845-D1BEAC51D61F}"/>
                  </a:ext>
                </a:extLst>
              </p:cNvPr>
              <p:cNvSpPr/>
              <p:nvPr/>
            </p:nvSpPr>
            <p:spPr>
              <a:xfrm>
                <a:off x="9222500" y="5164665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5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5 h 6345"/>
                  <a:gd name="connsiteX7" fmla="*/ 1151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4" y="6478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5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1" y="1062"/>
                    </a:cubicBezTo>
                    <a:cubicBezTo>
                      <a:pt x="556" y="1657"/>
                      <a:pt x="222" y="2464"/>
                      <a:pt x="222" y="3305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5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74" name="Freeform: Shape 9573">
                <a:extLst>
                  <a:ext uri="{FF2B5EF4-FFF2-40B4-BE49-F238E27FC236}">
                    <a16:creationId xmlns:a16="http://schemas.microsoft.com/office/drawing/2014/main" id="{852D548C-367C-B54B-D2BF-AFEBD6E23801}"/>
                  </a:ext>
                </a:extLst>
              </p:cNvPr>
              <p:cNvSpPr/>
              <p:nvPr/>
            </p:nvSpPr>
            <p:spPr>
              <a:xfrm>
                <a:off x="9224920" y="5164265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5 h 6345"/>
                  <a:gd name="connsiteX3" fmla="*/ 5636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5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5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5" y="133"/>
                      <a:pt x="3394" y="133"/>
                    </a:cubicBezTo>
                    <a:cubicBezTo>
                      <a:pt x="2552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5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2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75" name="Freeform: Shape 9574">
                <a:extLst>
                  <a:ext uri="{FF2B5EF4-FFF2-40B4-BE49-F238E27FC236}">
                    <a16:creationId xmlns:a16="http://schemas.microsoft.com/office/drawing/2014/main" id="{326CA2BC-B07E-4FFA-8615-029607F2DA95}"/>
                  </a:ext>
                </a:extLst>
              </p:cNvPr>
              <p:cNvSpPr/>
              <p:nvPr/>
            </p:nvSpPr>
            <p:spPr>
              <a:xfrm>
                <a:off x="9235468" y="5163480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7 w 6343"/>
                  <a:gd name="connsiteY1" fmla="*/ 5549 h 6345"/>
                  <a:gd name="connsiteX2" fmla="*/ 6566 w 6343"/>
                  <a:gd name="connsiteY2" fmla="*/ 3305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5 h 6345"/>
                  <a:gd name="connsiteX7" fmla="*/ 1152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5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2" y="1062"/>
                    </a:cubicBezTo>
                    <a:cubicBezTo>
                      <a:pt x="557" y="1657"/>
                      <a:pt x="223" y="2464"/>
                      <a:pt x="223" y="3305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76" name="Freeform: Shape 9575">
                <a:extLst>
                  <a:ext uri="{FF2B5EF4-FFF2-40B4-BE49-F238E27FC236}">
                    <a16:creationId xmlns:a16="http://schemas.microsoft.com/office/drawing/2014/main" id="{368AC7E1-05CE-F41A-E185-E1FA4A4D30E9}"/>
                  </a:ext>
                </a:extLst>
              </p:cNvPr>
              <p:cNvSpPr/>
              <p:nvPr/>
            </p:nvSpPr>
            <p:spPr>
              <a:xfrm>
                <a:off x="9026730" y="5022162"/>
                <a:ext cx="6343" cy="6345"/>
              </a:xfrm>
              <a:custGeom>
                <a:avLst/>
                <a:gdLst>
                  <a:gd name="connsiteX0" fmla="*/ 3378 w 6343"/>
                  <a:gd name="connsiteY0" fmla="*/ 6467 h 6345"/>
                  <a:gd name="connsiteX1" fmla="*/ 5621 w 6343"/>
                  <a:gd name="connsiteY1" fmla="*/ 5538 h 6345"/>
                  <a:gd name="connsiteX2" fmla="*/ 6549 w 6343"/>
                  <a:gd name="connsiteY2" fmla="*/ 3294 h 6345"/>
                  <a:gd name="connsiteX3" fmla="*/ 5621 w 6343"/>
                  <a:gd name="connsiteY3" fmla="*/ 1051 h 6345"/>
                  <a:gd name="connsiteX4" fmla="*/ 3378 w 6343"/>
                  <a:gd name="connsiteY4" fmla="*/ 122 h 6345"/>
                  <a:gd name="connsiteX5" fmla="*/ 1135 w 6343"/>
                  <a:gd name="connsiteY5" fmla="*/ 1051 h 6345"/>
                  <a:gd name="connsiteX6" fmla="*/ 206 w 6343"/>
                  <a:gd name="connsiteY6" fmla="*/ 3294 h 6345"/>
                  <a:gd name="connsiteX7" fmla="*/ 1135 w 6343"/>
                  <a:gd name="connsiteY7" fmla="*/ 5538 h 6345"/>
                  <a:gd name="connsiteX8" fmla="*/ 337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7"/>
                    </a:moveTo>
                    <a:cubicBezTo>
                      <a:pt x="4219" y="6467"/>
                      <a:pt x="5026" y="6133"/>
                      <a:pt x="5621" y="5538"/>
                    </a:cubicBezTo>
                    <a:cubicBezTo>
                      <a:pt x="6215" y="4943"/>
                      <a:pt x="6549" y="4136"/>
                      <a:pt x="6549" y="3294"/>
                    </a:cubicBezTo>
                    <a:cubicBezTo>
                      <a:pt x="6549" y="2453"/>
                      <a:pt x="6215" y="1646"/>
                      <a:pt x="5621" y="1051"/>
                    </a:cubicBezTo>
                    <a:cubicBezTo>
                      <a:pt x="5026" y="456"/>
                      <a:pt x="4219" y="122"/>
                      <a:pt x="3378" y="122"/>
                    </a:cubicBezTo>
                    <a:cubicBezTo>
                      <a:pt x="2537" y="122"/>
                      <a:pt x="1730" y="456"/>
                      <a:pt x="1135" y="1051"/>
                    </a:cubicBezTo>
                    <a:cubicBezTo>
                      <a:pt x="541" y="1646"/>
                      <a:pt x="206" y="2453"/>
                      <a:pt x="206" y="3294"/>
                    </a:cubicBezTo>
                    <a:cubicBezTo>
                      <a:pt x="206" y="4136"/>
                      <a:pt x="541" y="4943"/>
                      <a:pt x="1135" y="5538"/>
                    </a:cubicBezTo>
                    <a:cubicBezTo>
                      <a:pt x="1730" y="6133"/>
                      <a:pt x="2537" y="6467"/>
                      <a:pt x="337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77" name="Freeform: Shape 9576">
                <a:extLst>
                  <a:ext uri="{FF2B5EF4-FFF2-40B4-BE49-F238E27FC236}">
                    <a16:creationId xmlns:a16="http://schemas.microsoft.com/office/drawing/2014/main" id="{A63E0289-3DDC-1AFF-18FF-23A7BA56EA86}"/>
                  </a:ext>
                </a:extLst>
              </p:cNvPr>
              <p:cNvSpPr/>
              <p:nvPr/>
            </p:nvSpPr>
            <p:spPr>
              <a:xfrm>
                <a:off x="9028248" y="5019500"/>
                <a:ext cx="6343" cy="6345"/>
              </a:xfrm>
              <a:custGeom>
                <a:avLst/>
                <a:gdLst>
                  <a:gd name="connsiteX0" fmla="*/ 3378 w 6343"/>
                  <a:gd name="connsiteY0" fmla="*/ 6467 h 6345"/>
                  <a:gd name="connsiteX1" fmla="*/ 5621 w 6343"/>
                  <a:gd name="connsiteY1" fmla="*/ 5538 h 6345"/>
                  <a:gd name="connsiteX2" fmla="*/ 6550 w 6343"/>
                  <a:gd name="connsiteY2" fmla="*/ 3294 h 6345"/>
                  <a:gd name="connsiteX3" fmla="*/ 5621 w 6343"/>
                  <a:gd name="connsiteY3" fmla="*/ 1051 h 6345"/>
                  <a:gd name="connsiteX4" fmla="*/ 3378 w 6343"/>
                  <a:gd name="connsiteY4" fmla="*/ 121 h 6345"/>
                  <a:gd name="connsiteX5" fmla="*/ 1135 w 6343"/>
                  <a:gd name="connsiteY5" fmla="*/ 1051 h 6345"/>
                  <a:gd name="connsiteX6" fmla="*/ 206 w 6343"/>
                  <a:gd name="connsiteY6" fmla="*/ 3294 h 6345"/>
                  <a:gd name="connsiteX7" fmla="*/ 1135 w 6343"/>
                  <a:gd name="connsiteY7" fmla="*/ 5538 h 6345"/>
                  <a:gd name="connsiteX8" fmla="*/ 337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7"/>
                    </a:moveTo>
                    <a:cubicBezTo>
                      <a:pt x="4219" y="6467"/>
                      <a:pt x="5026" y="6132"/>
                      <a:pt x="5621" y="5538"/>
                    </a:cubicBezTo>
                    <a:cubicBezTo>
                      <a:pt x="6215" y="4943"/>
                      <a:pt x="6550" y="4135"/>
                      <a:pt x="6550" y="3294"/>
                    </a:cubicBezTo>
                    <a:cubicBezTo>
                      <a:pt x="6550" y="2453"/>
                      <a:pt x="6215" y="1646"/>
                      <a:pt x="5621" y="1051"/>
                    </a:cubicBezTo>
                    <a:cubicBezTo>
                      <a:pt x="5026" y="456"/>
                      <a:pt x="4219" y="121"/>
                      <a:pt x="3378" y="121"/>
                    </a:cubicBezTo>
                    <a:cubicBezTo>
                      <a:pt x="2537" y="121"/>
                      <a:pt x="1730" y="456"/>
                      <a:pt x="1135" y="1051"/>
                    </a:cubicBezTo>
                    <a:cubicBezTo>
                      <a:pt x="541" y="1646"/>
                      <a:pt x="206" y="2453"/>
                      <a:pt x="206" y="3294"/>
                    </a:cubicBezTo>
                    <a:cubicBezTo>
                      <a:pt x="206" y="4135"/>
                      <a:pt x="541" y="4943"/>
                      <a:pt x="1135" y="5538"/>
                    </a:cubicBezTo>
                    <a:cubicBezTo>
                      <a:pt x="1730" y="6132"/>
                      <a:pt x="2537" y="6467"/>
                      <a:pt x="337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78" name="Freeform: Shape 9577">
                <a:extLst>
                  <a:ext uri="{FF2B5EF4-FFF2-40B4-BE49-F238E27FC236}">
                    <a16:creationId xmlns:a16="http://schemas.microsoft.com/office/drawing/2014/main" id="{8DC6D06F-6317-AFBF-56F5-B40E687F5C4C}"/>
                  </a:ext>
                </a:extLst>
              </p:cNvPr>
              <p:cNvSpPr/>
              <p:nvPr/>
            </p:nvSpPr>
            <p:spPr>
              <a:xfrm>
                <a:off x="9034014" y="5019675"/>
                <a:ext cx="6343" cy="6345"/>
              </a:xfrm>
              <a:custGeom>
                <a:avLst/>
                <a:gdLst>
                  <a:gd name="connsiteX0" fmla="*/ 3378 w 6343"/>
                  <a:gd name="connsiteY0" fmla="*/ 6467 h 6345"/>
                  <a:gd name="connsiteX1" fmla="*/ 5621 w 6343"/>
                  <a:gd name="connsiteY1" fmla="*/ 5538 h 6345"/>
                  <a:gd name="connsiteX2" fmla="*/ 6550 w 6343"/>
                  <a:gd name="connsiteY2" fmla="*/ 3294 h 6345"/>
                  <a:gd name="connsiteX3" fmla="*/ 5621 w 6343"/>
                  <a:gd name="connsiteY3" fmla="*/ 1051 h 6345"/>
                  <a:gd name="connsiteX4" fmla="*/ 3378 w 6343"/>
                  <a:gd name="connsiteY4" fmla="*/ 121 h 6345"/>
                  <a:gd name="connsiteX5" fmla="*/ 1136 w 6343"/>
                  <a:gd name="connsiteY5" fmla="*/ 1051 h 6345"/>
                  <a:gd name="connsiteX6" fmla="*/ 207 w 6343"/>
                  <a:gd name="connsiteY6" fmla="*/ 3294 h 6345"/>
                  <a:gd name="connsiteX7" fmla="*/ 1136 w 6343"/>
                  <a:gd name="connsiteY7" fmla="*/ 5538 h 6345"/>
                  <a:gd name="connsiteX8" fmla="*/ 337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7"/>
                    </a:moveTo>
                    <a:cubicBezTo>
                      <a:pt x="4220" y="6467"/>
                      <a:pt x="5026" y="6132"/>
                      <a:pt x="5621" y="5538"/>
                    </a:cubicBezTo>
                    <a:cubicBezTo>
                      <a:pt x="6216" y="4943"/>
                      <a:pt x="6550" y="4135"/>
                      <a:pt x="6550" y="3294"/>
                    </a:cubicBezTo>
                    <a:cubicBezTo>
                      <a:pt x="6550" y="2453"/>
                      <a:pt x="6216" y="1646"/>
                      <a:pt x="5621" y="1051"/>
                    </a:cubicBezTo>
                    <a:cubicBezTo>
                      <a:pt x="5026" y="456"/>
                      <a:pt x="4220" y="121"/>
                      <a:pt x="3378" y="121"/>
                    </a:cubicBezTo>
                    <a:cubicBezTo>
                      <a:pt x="2537" y="121"/>
                      <a:pt x="1731" y="456"/>
                      <a:pt x="1136" y="1051"/>
                    </a:cubicBezTo>
                    <a:cubicBezTo>
                      <a:pt x="541" y="1646"/>
                      <a:pt x="207" y="2453"/>
                      <a:pt x="207" y="3294"/>
                    </a:cubicBezTo>
                    <a:cubicBezTo>
                      <a:pt x="207" y="4135"/>
                      <a:pt x="541" y="4943"/>
                      <a:pt x="1136" y="5538"/>
                    </a:cubicBezTo>
                    <a:cubicBezTo>
                      <a:pt x="1731" y="6132"/>
                      <a:pt x="2537" y="6467"/>
                      <a:pt x="337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79" name="Freeform: Shape 9578">
                <a:extLst>
                  <a:ext uri="{FF2B5EF4-FFF2-40B4-BE49-F238E27FC236}">
                    <a16:creationId xmlns:a16="http://schemas.microsoft.com/office/drawing/2014/main" id="{E0C6CB8A-8AEB-5BA2-373F-D7A881A9254E}"/>
                  </a:ext>
                </a:extLst>
              </p:cNvPr>
              <p:cNvSpPr/>
              <p:nvPr/>
            </p:nvSpPr>
            <p:spPr>
              <a:xfrm>
                <a:off x="9038306" y="5018924"/>
                <a:ext cx="6343" cy="6345"/>
              </a:xfrm>
              <a:custGeom>
                <a:avLst/>
                <a:gdLst>
                  <a:gd name="connsiteX0" fmla="*/ 3379 w 6343"/>
                  <a:gd name="connsiteY0" fmla="*/ 6467 h 6345"/>
                  <a:gd name="connsiteX1" fmla="*/ 5621 w 6343"/>
                  <a:gd name="connsiteY1" fmla="*/ 5537 h 6345"/>
                  <a:gd name="connsiteX2" fmla="*/ 6550 w 6343"/>
                  <a:gd name="connsiteY2" fmla="*/ 3294 h 6345"/>
                  <a:gd name="connsiteX3" fmla="*/ 5621 w 6343"/>
                  <a:gd name="connsiteY3" fmla="*/ 1051 h 6345"/>
                  <a:gd name="connsiteX4" fmla="*/ 3379 w 6343"/>
                  <a:gd name="connsiteY4" fmla="*/ 121 h 6345"/>
                  <a:gd name="connsiteX5" fmla="*/ 1136 w 6343"/>
                  <a:gd name="connsiteY5" fmla="*/ 1051 h 6345"/>
                  <a:gd name="connsiteX6" fmla="*/ 207 w 6343"/>
                  <a:gd name="connsiteY6" fmla="*/ 3294 h 6345"/>
                  <a:gd name="connsiteX7" fmla="*/ 1136 w 6343"/>
                  <a:gd name="connsiteY7" fmla="*/ 5537 h 6345"/>
                  <a:gd name="connsiteX8" fmla="*/ 337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67"/>
                    </a:moveTo>
                    <a:cubicBezTo>
                      <a:pt x="4220" y="6467"/>
                      <a:pt x="5027" y="6132"/>
                      <a:pt x="5621" y="5537"/>
                    </a:cubicBezTo>
                    <a:cubicBezTo>
                      <a:pt x="6216" y="4942"/>
                      <a:pt x="6550" y="4135"/>
                      <a:pt x="6550" y="3294"/>
                    </a:cubicBezTo>
                    <a:cubicBezTo>
                      <a:pt x="6550" y="2453"/>
                      <a:pt x="6216" y="1646"/>
                      <a:pt x="5621" y="1051"/>
                    </a:cubicBezTo>
                    <a:cubicBezTo>
                      <a:pt x="5027" y="456"/>
                      <a:pt x="4220" y="121"/>
                      <a:pt x="3379" y="121"/>
                    </a:cubicBezTo>
                    <a:cubicBezTo>
                      <a:pt x="2538" y="121"/>
                      <a:pt x="1731" y="456"/>
                      <a:pt x="1136" y="1051"/>
                    </a:cubicBezTo>
                    <a:cubicBezTo>
                      <a:pt x="541" y="1646"/>
                      <a:pt x="207" y="2453"/>
                      <a:pt x="207" y="3294"/>
                    </a:cubicBezTo>
                    <a:cubicBezTo>
                      <a:pt x="207" y="4135"/>
                      <a:pt x="541" y="4942"/>
                      <a:pt x="1136" y="5537"/>
                    </a:cubicBezTo>
                    <a:cubicBezTo>
                      <a:pt x="1731" y="6132"/>
                      <a:pt x="2538" y="6467"/>
                      <a:pt x="337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80" name="Freeform: Shape 9579">
                <a:extLst>
                  <a:ext uri="{FF2B5EF4-FFF2-40B4-BE49-F238E27FC236}">
                    <a16:creationId xmlns:a16="http://schemas.microsoft.com/office/drawing/2014/main" id="{BAD2808A-CF0E-5689-E15E-53DE7BD511ED}"/>
                  </a:ext>
                </a:extLst>
              </p:cNvPr>
              <p:cNvSpPr/>
              <p:nvPr/>
            </p:nvSpPr>
            <p:spPr>
              <a:xfrm>
                <a:off x="9075693" y="5034229"/>
                <a:ext cx="6343" cy="6345"/>
              </a:xfrm>
              <a:custGeom>
                <a:avLst/>
                <a:gdLst>
                  <a:gd name="connsiteX0" fmla="*/ 3382 w 6343"/>
                  <a:gd name="connsiteY0" fmla="*/ 6468 h 6345"/>
                  <a:gd name="connsiteX1" fmla="*/ 5624 w 6343"/>
                  <a:gd name="connsiteY1" fmla="*/ 5539 h 6345"/>
                  <a:gd name="connsiteX2" fmla="*/ 6553 w 6343"/>
                  <a:gd name="connsiteY2" fmla="*/ 3295 h 6345"/>
                  <a:gd name="connsiteX3" fmla="*/ 5624 w 6343"/>
                  <a:gd name="connsiteY3" fmla="*/ 1052 h 6345"/>
                  <a:gd name="connsiteX4" fmla="*/ 3382 w 6343"/>
                  <a:gd name="connsiteY4" fmla="*/ 123 h 6345"/>
                  <a:gd name="connsiteX5" fmla="*/ 1139 w 6343"/>
                  <a:gd name="connsiteY5" fmla="*/ 1052 h 6345"/>
                  <a:gd name="connsiteX6" fmla="*/ 210 w 6343"/>
                  <a:gd name="connsiteY6" fmla="*/ 3295 h 6345"/>
                  <a:gd name="connsiteX7" fmla="*/ 1139 w 6343"/>
                  <a:gd name="connsiteY7" fmla="*/ 5539 h 6345"/>
                  <a:gd name="connsiteX8" fmla="*/ 3382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68"/>
                    </a:moveTo>
                    <a:cubicBezTo>
                      <a:pt x="4223" y="6468"/>
                      <a:pt x="5030" y="6134"/>
                      <a:pt x="5624" y="5539"/>
                    </a:cubicBezTo>
                    <a:cubicBezTo>
                      <a:pt x="6219" y="4944"/>
                      <a:pt x="6553" y="4137"/>
                      <a:pt x="6553" y="3295"/>
                    </a:cubicBezTo>
                    <a:cubicBezTo>
                      <a:pt x="6553" y="2454"/>
                      <a:pt x="6219" y="1647"/>
                      <a:pt x="5624" y="1052"/>
                    </a:cubicBezTo>
                    <a:cubicBezTo>
                      <a:pt x="5030" y="457"/>
                      <a:pt x="4223" y="123"/>
                      <a:pt x="3382" y="123"/>
                    </a:cubicBezTo>
                    <a:cubicBezTo>
                      <a:pt x="2541" y="123"/>
                      <a:pt x="1734" y="457"/>
                      <a:pt x="1139" y="1052"/>
                    </a:cubicBezTo>
                    <a:cubicBezTo>
                      <a:pt x="544" y="1647"/>
                      <a:pt x="210" y="2454"/>
                      <a:pt x="210" y="3295"/>
                    </a:cubicBezTo>
                    <a:cubicBezTo>
                      <a:pt x="210" y="4137"/>
                      <a:pt x="544" y="4944"/>
                      <a:pt x="1139" y="5539"/>
                    </a:cubicBezTo>
                    <a:cubicBezTo>
                      <a:pt x="1734" y="6134"/>
                      <a:pt x="2541" y="6468"/>
                      <a:pt x="3382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81" name="Freeform: Shape 9580">
                <a:extLst>
                  <a:ext uri="{FF2B5EF4-FFF2-40B4-BE49-F238E27FC236}">
                    <a16:creationId xmlns:a16="http://schemas.microsoft.com/office/drawing/2014/main" id="{1EC0D243-3933-1A4B-F0D5-A4246A4FF34D}"/>
                  </a:ext>
                </a:extLst>
              </p:cNvPr>
              <p:cNvSpPr/>
              <p:nvPr/>
            </p:nvSpPr>
            <p:spPr>
              <a:xfrm>
                <a:off x="9080028" y="5027113"/>
                <a:ext cx="6343" cy="6345"/>
              </a:xfrm>
              <a:custGeom>
                <a:avLst/>
                <a:gdLst>
                  <a:gd name="connsiteX0" fmla="*/ 3382 w 6343"/>
                  <a:gd name="connsiteY0" fmla="*/ 6467 h 6345"/>
                  <a:gd name="connsiteX1" fmla="*/ 5625 w 6343"/>
                  <a:gd name="connsiteY1" fmla="*/ 5538 h 6345"/>
                  <a:gd name="connsiteX2" fmla="*/ 6554 w 6343"/>
                  <a:gd name="connsiteY2" fmla="*/ 3295 h 6345"/>
                  <a:gd name="connsiteX3" fmla="*/ 5625 w 6343"/>
                  <a:gd name="connsiteY3" fmla="*/ 1051 h 6345"/>
                  <a:gd name="connsiteX4" fmla="*/ 3382 w 6343"/>
                  <a:gd name="connsiteY4" fmla="*/ 122 h 6345"/>
                  <a:gd name="connsiteX5" fmla="*/ 1139 w 6343"/>
                  <a:gd name="connsiteY5" fmla="*/ 1051 h 6345"/>
                  <a:gd name="connsiteX6" fmla="*/ 211 w 6343"/>
                  <a:gd name="connsiteY6" fmla="*/ 3295 h 6345"/>
                  <a:gd name="connsiteX7" fmla="*/ 1139 w 6343"/>
                  <a:gd name="connsiteY7" fmla="*/ 5538 h 6345"/>
                  <a:gd name="connsiteX8" fmla="*/ 3382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67"/>
                    </a:moveTo>
                    <a:cubicBezTo>
                      <a:pt x="4223" y="6467"/>
                      <a:pt x="5030" y="6133"/>
                      <a:pt x="5625" y="5538"/>
                    </a:cubicBezTo>
                    <a:cubicBezTo>
                      <a:pt x="6219" y="4943"/>
                      <a:pt x="6554" y="4136"/>
                      <a:pt x="6554" y="3295"/>
                    </a:cubicBezTo>
                    <a:cubicBezTo>
                      <a:pt x="6554" y="2453"/>
                      <a:pt x="6219" y="1646"/>
                      <a:pt x="5625" y="1051"/>
                    </a:cubicBezTo>
                    <a:cubicBezTo>
                      <a:pt x="5030" y="456"/>
                      <a:pt x="4223" y="122"/>
                      <a:pt x="3382" y="122"/>
                    </a:cubicBezTo>
                    <a:cubicBezTo>
                      <a:pt x="2541" y="122"/>
                      <a:pt x="1734" y="456"/>
                      <a:pt x="1139" y="1051"/>
                    </a:cubicBezTo>
                    <a:cubicBezTo>
                      <a:pt x="545" y="1646"/>
                      <a:pt x="211" y="2453"/>
                      <a:pt x="211" y="3295"/>
                    </a:cubicBezTo>
                    <a:cubicBezTo>
                      <a:pt x="211" y="4136"/>
                      <a:pt x="545" y="4943"/>
                      <a:pt x="1139" y="5538"/>
                    </a:cubicBezTo>
                    <a:cubicBezTo>
                      <a:pt x="1734" y="6133"/>
                      <a:pt x="2541" y="6467"/>
                      <a:pt x="3382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82" name="Freeform: Shape 9581">
                <a:extLst>
                  <a:ext uri="{FF2B5EF4-FFF2-40B4-BE49-F238E27FC236}">
                    <a16:creationId xmlns:a16="http://schemas.microsoft.com/office/drawing/2014/main" id="{696CA88F-0BF0-16C2-25DE-2175DB9ECB0F}"/>
                  </a:ext>
                </a:extLst>
              </p:cNvPr>
              <p:cNvSpPr/>
              <p:nvPr/>
            </p:nvSpPr>
            <p:spPr>
              <a:xfrm>
                <a:off x="9080815" y="5024245"/>
                <a:ext cx="6343" cy="6345"/>
              </a:xfrm>
              <a:custGeom>
                <a:avLst/>
                <a:gdLst>
                  <a:gd name="connsiteX0" fmla="*/ 3382 w 6343"/>
                  <a:gd name="connsiteY0" fmla="*/ 6467 h 6345"/>
                  <a:gd name="connsiteX1" fmla="*/ 5625 w 6343"/>
                  <a:gd name="connsiteY1" fmla="*/ 5538 h 6345"/>
                  <a:gd name="connsiteX2" fmla="*/ 6554 w 6343"/>
                  <a:gd name="connsiteY2" fmla="*/ 3294 h 6345"/>
                  <a:gd name="connsiteX3" fmla="*/ 5625 w 6343"/>
                  <a:gd name="connsiteY3" fmla="*/ 1051 h 6345"/>
                  <a:gd name="connsiteX4" fmla="*/ 3382 w 6343"/>
                  <a:gd name="connsiteY4" fmla="*/ 122 h 6345"/>
                  <a:gd name="connsiteX5" fmla="*/ 1140 w 6343"/>
                  <a:gd name="connsiteY5" fmla="*/ 1051 h 6345"/>
                  <a:gd name="connsiteX6" fmla="*/ 211 w 6343"/>
                  <a:gd name="connsiteY6" fmla="*/ 3294 h 6345"/>
                  <a:gd name="connsiteX7" fmla="*/ 1140 w 6343"/>
                  <a:gd name="connsiteY7" fmla="*/ 5538 h 6345"/>
                  <a:gd name="connsiteX8" fmla="*/ 3382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67"/>
                    </a:moveTo>
                    <a:cubicBezTo>
                      <a:pt x="4223" y="6467"/>
                      <a:pt x="5030" y="6133"/>
                      <a:pt x="5625" y="5538"/>
                    </a:cubicBezTo>
                    <a:cubicBezTo>
                      <a:pt x="6220" y="4943"/>
                      <a:pt x="6554" y="4136"/>
                      <a:pt x="6554" y="3294"/>
                    </a:cubicBezTo>
                    <a:cubicBezTo>
                      <a:pt x="6554" y="2453"/>
                      <a:pt x="6220" y="1646"/>
                      <a:pt x="5625" y="1051"/>
                    </a:cubicBezTo>
                    <a:cubicBezTo>
                      <a:pt x="5030" y="456"/>
                      <a:pt x="4223" y="122"/>
                      <a:pt x="3382" y="122"/>
                    </a:cubicBezTo>
                    <a:cubicBezTo>
                      <a:pt x="2541" y="122"/>
                      <a:pt x="1734" y="456"/>
                      <a:pt x="1140" y="1051"/>
                    </a:cubicBezTo>
                    <a:cubicBezTo>
                      <a:pt x="545" y="1646"/>
                      <a:pt x="211" y="2453"/>
                      <a:pt x="211" y="3294"/>
                    </a:cubicBezTo>
                    <a:cubicBezTo>
                      <a:pt x="211" y="4136"/>
                      <a:pt x="545" y="4943"/>
                      <a:pt x="1140" y="5538"/>
                    </a:cubicBezTo>
                    <a:cubicBezTo>
                      <a:pt x="1734" y="6133"/>
                      <a:pt x="2541" y="6467"/>
                      <a:pt x="3382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83" name="Freeform: Shape 9582">
                <a:extLst>
                  <a:ext uri="{FF2B5EF4-FFF2-40B4-BE49-F238E27FC236}">
                    <a16:creationId xmlns:a16="http://schemas.microsoft.com/office/drawing/2014/main" id="{1317EC18-A645-83B7-5439-2477C94E3DA2}"/>
                  </a:ext>
                </a:extLst>
              </p:cNvPr>
              <p:cNvSpPr/>
              <p:nvPr/>
            </p:nvSpPr>
            <p:spPr>
              <a:xfrm>
                <a:off x="9283868" y="5168733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84" name="Freeform: Shape 9583">
                <a:extLst>
                  <a:ext uri="{FF2B5EF4-FFF2-40B4-BE49-F238E27FC236}">
                    <a16:creationId xmlns:a16="http://schemas.microsoft.com/office/drawing/2014/main" id="{B933858D-9BCC-FE63-5611-24184AB15F48}"/>
                  </a:ext>
                </a:extLst>
              </p:cNvPr>
              <p:cNvSpPr/>
              <p:nvPr/>
            </p:nvSpPr>
            <p:spPr>
              <a:xfrm>
                <a:off x="9285378" y="5168335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85" name="Freeform: Shape 9584">
                <a:extLst>
                  <a:ext uri="{FF2B5EF4-FFF2-40B4-BE49-F238E27FC236}">
                    <a16:creationId xmlns:a16="http://schemas.microsoft.com/office/drawing/2014/main" id="{F5C68084-4307-D5FE-E512-7C4F06D7CF3A}"/>
                  </a:ext>
                </a:extLst>
              </p:cNvPr>
              <p:cNvSpPr/>
              <p:nvPr/>
            </p:nvSpPr>
            <p:spPr>
              <a:xfrm>
                <a:off x="9286937" y="5167990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86" name="Freeform: Shape 9585">
                <a:extLst>
                  <a:ext uri="{FF2B5EF4-FFF2-40B4-BE49-F238E27FC236}">
                    <a16:creationId xmlns:a16="http://schemas.microsoft.com/office/drawing/2014/main" id="{C44A7761-407E-0BB1-120A-FDE122DD25A8}"/>
                  </a:ext>
                </a:extLst>
              </p:cNvPr>
              <p:cNvSpPr/>
              <p:nvPr/>
            </p:nvSpPr>
            <p:spPr>
              <a:xfrm>
                <a:off x="9288298" y="5167501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87" name="Freeform: Shape 9586">
                <a:extLst>
                  <a:ext uri="{FF2B5EF4-FFF2-40B4-BE49-F238E27FC236}">
                    <a16:creationId xmlns:a16="http://schemas.microsoft.com/office/drawing/2014/main" id="{5790E8F6-C948-479B-7CDD-34A3A44FC405}"/>
                  </a:ext>
                </a:extLst>
              </p:cNvPr>
              <p:cNvSpPr/>
              <p:nvPr/>
            </p:nvSpPr>
            <p:spPr>
              <a:xfrm>
                <a:off x="9289903" y="5167223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88" name="Freeform: Shape 9587">
                <a:extLst>
                  <a:ext uri="{FF2B5EF4-FFF2-40B4-BE49-F238E27FC236}">
                    <a16:creationId xmlns:a16="http://schemas.microsoft.com/office/drawing/2014/main" id="{B29E3F9D-94EE-2BFC-1192-786D8A648D94}"/>
                  </a:ext>
                </a:extLst>
              </p:cNvPr>
              <p:cNvSpPr/>
              <p:nvPr/>
            </p:nvSpPr>
            <p:spPr>
              <a:xfrm>
                <a:off x="9291456" y="5166920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89" name="Freeform: Shape 9588">
                <a:extLst>
                  <a:ext uri="{FF2B5EF4-FFF2-40B4-BE49-F238E27FC236}">
                    <a16:creationId xmlns:a16="http://schemas.microsoft.com/office/drawing/2014/main" id="{1A1DC99B-474F-52BC-7EA4-9638AA6806EE}"/>
                  </a:ext>
                </a:extLst>
              </p:cNvPr>
              <p:cNvSpPr/>
              <p:nvPr/>
            </p:nvSpPr>
            <p:spPr>
              <a:xfrm>
                <a:off x="9292960" y="5166591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0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7" y="2464"/>
                      <a:pt x="227" y="3306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90" name="Freeform: Shape 9589">
                <a:extLst>
                  <a:ext uri="{FF2B5EF4-FFF2-40B4-BE49-F238E27FC236}">
                    <a16:creationId xmlns:a16="http://schemas.microsoft.com/office/drawing/2014/main" id="{2208AEDB-4022-2690-63B9-5799CAD32858}"/>
                  </a:ext>
                </a:extLst>
              </p:cNvPr>
              <p:cNvSpPr/>
              <p:nvPr/>
            </p:nvSpPr>
            <p:spPr>
              <a:xfrm>
                <a:off x="9303150" y="5166000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91" name="Freeform: Shape 9590">
                <a:extLst>
                  <a:ext uri="{FF2B5EF4-FFF2-40B4-BE49-F238E27FC236}">
                    <a16:creationId xmlns:a16="http://schemas.microsoft.com/office/drawing/2014/main" id="{3856F55F-FBEF-93ED-0141-B61287D21766}"/>
                  </a:ext>
                </a:extLst>
              </p:cNvPr>
              <p:cNvSpPr/>
              <p:nvPr/>
            </p:nvSpPr>
            <p:spPr>
              <a:xfrm>
                <a:off x="9303442" y="5163077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92" name="Freeform: Shape 9591">
                <a:extLst>
                  <a:ext uri="{FF2B5EF4-FFF2-40B4-BE49-F238E27FC236}">
                    <a16:creationId xmlns:a16="http://schemas.microsoft.com/office/drawing/2014/main" id="{3332D635-AA1C-CB98-DC67-3F044A67E75E}"/>
                  </a:ext>
                </a:extLst>
              </p:cNvPr>
              <p:cNvSpPr/>
              <p:nvPr/>
            </p:nvSpPr>
            <p:spPr>
              <a:xfrm>
                <a:off x="9303653" y="5161655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93" name="Freeform: Shape 9592">
                <a:extLst>
                  <a:ext uri="{FF2B5EF4-FFF2-40B4-BE49-F238E27FC236}">
                    <a16:creationId xmlns:a16="http://schemas.microsoft.com/office/drawing/2014/main" id="{24F78E19-139F-7DCF-23F3-A9A09C85B795}"/>
                  </a:ext>
                </a:extLst>
              </p:cNvPr>
              <p:cNvSpPr/>
              <p:nvPr/>
            </p:nvSpPr>
            <p:spPr>
              <a:xfrm>
                <a:off x="9302329" y="5158756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2" y="5548"/>
                    </a:cubicBezTo>
                    <a:cubicBezTo>
                      <a:pt x="6237" y="4954"/>
                      <a:pt x="6571" y="4146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6"/>
                      <a:pt x="562" y="4954"/>
                      <a:pt x="1157" y="5548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94" name="Freeform: Shape 9593">
                <a:extLst>
                  <a:ext uri="{FF2B5EF4-FFF2-40B4-BE49-F238E27FC236}">
                    <a16:creationId xmlns:a16="http://schemas.microsoft.com/office/drawing/2014/main" id="{3E3C8E07-26C1-141C-F1AB-1273D3DABB99}"/>
                  </a:ext>
                </a:extLst>
              </p:cNvPr>
              <p:cNvSpPr/>
              <p:nvPr/>
            </p:nvSpPr>
            <p:spPr>
              <a:xfrm>
                <a:off x="9303251" y="5157974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4"/>
                      <a:pt x="6237" y="1656"/>
                      <a:pt x="5642" y="1062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6"/>
                      <a:pt x="228" y="2464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95" name="Freeform: Shape 9594">
                <a:extLst>
                  <a:ext uri="{FF2B5EF4-FFF2-40B4-BE49-F238E27FC236}">
                    <a16:creationId xmlns:a16="http://schemas.microsoft.com/office/drawing/2014/main" id="{D2214EE8-CA93-FC4D-95D1-9E9F48675DE8}"/>
                  </a:ext>
                </a:extLst>
              </p:cNvPr>
              <p:cNvSpPr/>
              <p:nvPr/>
            </p:nvSpPr>
            <p:spPr>
              <a:xfrm>
                <a:off x="9303684" y="5156715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8" y="466"/>
                      <a:pt x="4241" y="132"/>
                      <a:pt x="3400" y="132"/>
                    </a:cubicBezTo>
                    <a:cubicBezTo>
                      <a:pt x="2559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96" name="Freeform: Shape 9595">
                <a:extLst>
                  <a:ext uri="{FF2B5EF4-FFF2-40B4-BE49-F238E27FC236}">
                    <a16:creationId xmlns:a16="http://schemas.microsoft.com/office/drawing/2014/main" id="{A2E13447-553B-A93C-20C4-D339727568B5}"/>
                  </a:ext>
                </a:extLst>
              </p:cNvPr>
              <p:cNvSpPr/>
              <p:nvPr/>
            </p:nvSpPr>
            <p:spPr>
              <a:xfrm>
                <a:off x="9304037" y="5155368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8" y="466"/>
                      <a:pt x="4241" y="132"/>
                      <a:pt x="3400" y="132"/>
                    </a:cubicBezTo>
                    <a:cubicBezTo>
                      <a:pt x="2559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97" name="Freeform: Shape 9596">
                <a:extLst>
                  <a:ext uri="{FF2B5EF4-FFF2-40B4-BE49-F238E27FC236}">
                    <a16:creationId xmlns:a16="http://schemas.microsoft.com/office/drawing/2014/main" id="{33567872-AC78-C02B-B0A0-56E4C9BCF573}"/>
                  </a:ext>
                </a:extLst>
              </p:cNvPr>
              <p:cNvSpPr/>
              <p:nvPr/>
            </p:nvSpPr>
            <p:spPr>
              <a:xfrm>
                <a:off x="9303824" y="5153442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8" y="466"/>
                      <a:pt x="4241" y="132"/>
                      <a:pt x="3400" y="132"/>
                    </a:cubicBezTo>
                    <a:cubicBezTo>
                      <a:pt x="2559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98" name="Freeform: Shape 9597">
                <a:extLst>
                  <a:ext uri="{FF2B5EF4-FFF2-40B4-BE49-F238E27FC236}">
                    <a16:creationId xmlns:a16="http://schemas.microsoft.com/office/drawing/2014/main" id="{0F39AE0F-5F8C-8955-1DB4-50E1E07E3B12}"/>
                  </a:ext>
                </a:extLst>
              </p:cNvPr>
              <p:cNvSpPr/>
              <p:nvPr/>
            </p:nvSpPr>
            <p:spPr>
              <a:xfrm>
                <a:off x="9306719" y="5154640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3 w 6343"/>
                  <a:gd name="connsiteY1" fmla="*/ 5548 h 6345"/>
                  <a:gd name="connsiteX2" fmla="*/ 6572 w 6343"/>
                  <a:gd name="connsiteY2" fmla="*/ 3305 h 6345"/>
                  <a:gd name="connsiteX3" fmla="*/ 5643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8" y="6143"/>
                      <a:pt x="5643" y="5548"/>
                    </a:cubicBezTo>
                    <a:cubicBezTo>
                      <a:pt x="6237" y="4953"/>
                      <a:pt x="6572" y="4146"/>
                      <a:pt x="6572" y="3305"/>
                    </a:cubicBezTo>
                    <a:cubicBezTo>
                      <a:pt x="6572" y="2463"/>
                      <a:pt x="6237" y="1656"/>
                      <a:pt x="5643" y="1061"/>
                    </a:cubicBezTo>
                    <a:cubicBezTo>
                      <a:pt x="5048" y="466"/>
                      <a:pt x="4241" y="132"/>
                      <a:pt x="3400" y="132"/>
                    </a:cubicBezTo>
                    <a:cubicBezTo>
                      <a:pt x="2559" y="132"/>
                      <a:pt x="1752" y="466"/>
                      <a:pt x="1157" y="1061"/>
                    </a:cubicBezTo>
                    <a:cubicBezTo>
                      <a:pt x="563" y="1656"/>
                      <a:pt x="228" y="2463"/>
                      <a:pt x="228" y="3305"/>
                    </a:cubicBezTo>
                    <a:cubicBezTo>
                      <a:pt x="228" y="4146"/>
                      <a:pt x="563" y="4953"/>
                      <a:pt x="1157" y="5548"/>
                    </a:cubicBezTo>
                    <a:cubicBezTo>
                      <a:pt x="1752" y="6143"/>
                      <a:pt x="2559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599" name="Freeform: Shape 9598">
                <a:extLst>
                  <a:ext uri="{FF2B5EF4-FFF2-40B4-BE49-F238E27FC236}">
                    <a16:creationId xmlns:a16="http://schemas.microsoft.com/office/drawing/2014/main" id="{A6308FBB-0576-2E76-C9D6-1A5248A1E2EE}"/>
                  </a:ext>
                </a:extLst>
              </p:cNvPr>
              <p:cNvSpPr/>
              <p:nvPr/>
            </p:nvSpPr>
            <p:spPr>
              <a:xfrm>
                <a:off x="9178472" y="5007647"/>
                <a:ext cx="6343" cy="6345"/>
              </a:xfrm>
              <a:custGeom>
                <a:avLst/>
                <a:gdLst>
                  <a:gd name="connsiteX0" fmla="*/ 3390 w 6343"/>
                  <a:gd name="connsiteY0" fmla="*/ 6466 h 6345"/>
                  <a:gd name="connsiteX1" fmla="*/ 5632 w 6343"/>
                  <a:gd name="connsiteY1" fmla="*/ 5537 h 6345"/>
                  <a:gd name="connsiteX2" fmla="*/ 6561 w 6343"/>
                  <a:gd name="connsiteY2" fmla="*/ 3293 h 6345"/>
                  <a:gd name="connsiteX3" fmla="*/ 5632 w 6343"/>
                  <a:gd name="connsiteY3" fmla="*/ 1050 h 6345"/>
                  <a:gd name="connsiteX4" fmla="*/ 3390 w 6343"/>
                  <a:gd name="connsiteY4" fmla="*/ 120 h 6345"/>
                  <a:gd name="connsiteX5" fmla="*/ 1147 w 6343"/>
                  <a:gd name="connsiteY5" fmla="*/ 1050 h 6345"/>
                  <a:gd name="connsiteX6" fmla="*/ 218 w 6343"/>
                  <a:gd name="connsiteY6" fmla="*/ 3293 h 6345"/>
                  <a:gd name="connsiteX7" fmla="*/ 1147 w 6343"/>
                  <a:gd name="connsiteY7" fmla="*/ 5537 h 6345"/>
                  <a:gd name="connsiteX8" fmla="*/ 339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66"/>
                    </a:moveTo>
                    <a:cubicBezTo>
                      <a:pt x="4231" y="6466"/>
                      <a:pt x="5038" y="6132"/>
                      <a:pt x="5632" y="5537"/>
                    </a:cubicBezTo>
                    <a:cubicBezTo>
                      <a:pt x="6227" y="4942"/>
                      <a:pt x="6561" y="4135"/>
                      <a:pt x="6561" y="3293"/>
                    </a:cubicBezTo>
                    <a:cubicBezTo>
                      <a:pt x="6561" y="2452"/>
                      <a:pt x="6227" y="1645"/>
                      <a:pt x="5632" y="1050"/>
                    </a:cubicBezTo>
                    <a:cubicBezTo>
                      <a:pt x="5038" y="455"/>
                      <a:pt x="4231" y="120"/>
                      <a:pt x="3390" y="120"/>
                    </a:cubicBezTo>
                    <a:cubicBezTo>
                      <a:pt x="2549" y="120"/>
                      <a:pt x="1742" y="455"/>
                      <a:pt x="1147" y="1050"/>
                    </a:cubicBezTo>
                    <a:cubicBezTo>
                      <a:pt x="552" y="1645"/>
                      <a:pt x="218" y="2452"/>
                      <a:pt x="218" y="3293"/>
                    </a:cubicBezTo>
                    <a:cubicBezTo>
                      <a:pt x="218" y="4135"/>
                      <a:pt x="552" y="4942"/>
                      <a:pt x="1147" y="5537"/>
                    </a:cubicBezTo>
                    <a:cubicBezTo>
                      <a:pt x="1742" y="6132"/>
                      <a:pt x="2549" y="6466"/>
                      <a:pt x="339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00" name="Freeform: Shape 9599">
                <a:extLst>
                  <a:ext uri="{FF2B5EF4-FFF2-40B4-BE49-F238E27FC236}">
                    <a16:creationId xmlns:a16="http://schemas.microsoft.com/office/drawing/2014/main" id="{D1071F0F-F139-DAE5-FC15-101E467C09AE}"/>
                  </a:ext>
                </a:extLst>
              </p:cNvPr>
              <p:cNvSpPr/>
              <p:nvPr/>
            </p:nvSpPr>
            <p:spPr>
              <a:xfrm>
                <a:off x="9184013" y="5010143"/>
                <a:ext cx="6343" cy="6345"/>
              </a:xfrm>
              <a:custGeom>
                <a:avLst/>
                <a:gdLst>
                  <a:gd name="connsiteX0" fmla="*/ 3390 w 6343"/>
                  <a:gd name="connsiteY0" fmla="*/ 6466 h 6345"/>
                  <a:gd name="connsiteX1" fmla="*/ 5633 w 6343"/>
                  <a:gd name="connsiteY1" fmla="*/ 5537 h 6345"/>
                  <a:gd name="connsiteX2" fmla="*/ 6562 w 6343"/>
                  <a:gd name="connsiteY2" fmla="*/ 3293 h 6345"/>
                  <a:gd name="connsiteX3" fmla="*/ 5633 w 6343"/>
                  <a:gd name="connsiteY3" fmla="*/ 1050 h 6345"/>
                  <a:gd name="connsiteX4" fmla="*/ 3390 w 6343"/>
                  <a:gd name="connsiteY4" fmla="*/ 121 h 6345"/>
                  <a:gd name="connsiteX5" fmla="*/ 1148 w 6343"/>
                  <a:gd name="connsiteY5" fmla="*/ 1050 h 6345"/>
                  <a:gd name="connsiteX6" fmla="*/ 219 w 6343"/>
                  <a:gd name="connsiteY6" fmla="*/ 3293 h 6345"/>
                  <a:gd name="connsiteX7" fmla="*/ 1148 w 6343"/>
                  <a:gd name="connsiteY7" fmla="*/ 5537 h 6345"/>
                  <a:gd name="connsiteX8" fmla="*/ 339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66"/>
                    </a:moveTo>
                    <a:cubicBezTo>
                      <a:pt x="4231" y="6466"/>
                      <a:pt x="5038" y="6132"/>
                      <a:pt x="5633" y="5537"/>
                    </a:cubicBezTo>
                    <a:cubicBezTo>
                      <a:pt x="6228" y="4942"/>
                      <a:pt x="6562" y="4135"/>
                      <a:pt x="6562" y="3293"/>
                    </a:cubicBezTo>
                    <a:cubicBezTo>
                      <a:pt x="6562" y="2452"/>
                      <a:pt x="6228" y="1645"/>
                      <a:pt x="5633" y="1050"/>
                    </a:cubicBezTo>
                    <a:cubicBezTo>
                      <a:pt x="5038" y="455"/>
                      <a:pt x="4231" y="121"/>
                      <a:pt x="3390" y="121"/>
                    </a:cubicBezTo>
                    <a:cubicBezTo>
                      <a:pt x="2549" y="121"/>
                      <a:pt x="1742" y="455"/>
                      <a:pt x="1148" y="1050"/>
                    </a:cubicBezTo>
                    <a:cubicBezTo>
                      <a:pt x="553" y="1645"/>
                      <a:pt x="219" y="2452"/>
                      <a:pt x="219" y="3293"/>
                    </a:cubicBezTo>
                    <a:cubicBezTo>
                      <a:pt x="219" y="4135"/>
                      <a:pt x="553" y="4942"/>
                      <a:pt x="1148" y="5537"/>
                    </a:cubicBezTo>
                    <a:cubicBezTo>
                      <a:pt x="1742" y="6132"/>
                      <a:pt x="2549" y="6466"/>
                      <a:pt x="339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01" name="Freeform: Shape 9600">
                <a:extLst>
                  <a:ext uri="{FF2B5EF4-FFF2-40B4-BE49-F238E27FC236}">
                    <a16:creationId xmlns:a16="http://schemas.microsoft.com/office/drawing/2014/main" id="{AD3D0A2B-E673-916B-9E48-260335D3A89F}"/>
                  </a:ext>
                </a:extLst>
              </p:cNvPr>
              <p:cNvSpPr/>
              <p:nvPr/>
            </p:nvSpPr>
            <p:spPr>
              <a:xfrm>
                <a:off x="9300509" y="5135253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1 w 6343"/>
                  <a:gd name="connsiteY2" fmla="*/ 3303 h 6345"/>
                  <a:gd name="connsiteX3" fmla="*/ 5642 w 6343"/>
                  <a:gd name="connsiteY3" fmla="*/ 1060 h 6345"/>
                  <a:gd name="connsiteX4" fmla="*/ 3399 w 6343"/>
                  <a:gd name="connsiteY4" fmla="*/ 130 h 6345"/>
                  <a:gd name="connsiteX5" fmla="*/ 1157 w 6343"/>
                  <a:gd name="connsiteY5" fmla="*/ 1060 h 6345"/>
                  <a:gd name="connsiteX6" fmla="*/ 228 w 6343"/>
                  <a:gd name="connsiteY6" fmla="*/ 3303 h 6345"/>
                  <a:gd name="connsiteX7" fmla="*/ 1157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1" y="6476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3"/>
                    </a:cubicBezTo>
                    <a:cubicBezTo>
                      <a:pt x="6571" y="2462"/>
                      <a:pt x="6237" y="1655"/>
                      <a:pt x="5642" y="1060"/>
                    </a:cubicBezTo>
                    <a:cubicBezTo>
                      <a:pt x="5047" y="465"/>
                      <a:pt x="4241" y="130"/>
                      <a:pt x="3399" y="130"/>
                    </a:cubicBezTo>
                    <a:cubicBezTo>
                      <a:pt x="2558" y="130"/>
                      <a:pt x="1752" y="465"/>
                      <a:pt x="1157" y="1060"/>
                    </a:cubicBezTo>
                    <a:cubicBezTo>
                      <a:pt x="562" y="1655"/>
                      <a:pt x="228" y="2462"/>
                      <a:pt x="228" y="3303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2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02" name="Freeform: Shape 9601">
                <a:extLst>
                  <a:ext uri="{FF2B5EF4-FFF2-40B4-BE49-F238E27FC236}">
                    <a16:creationId xmlns:a16="http://schemas.microsoft.com/office/drawing/2014/main" id="{F383FFD0-6EA4-A7C7-C53B-3E482D4E48AB}"/>
                  </a:ext>
                </a:extLst>
              </p:cNvPr>
              <p:cNvSpPr/>
              <p:nvPr/>
            </p:nvSpPr>
            <p:spPr>
              <a:xfrm>
                <a:off x="9192193" y="5008694"/>
                <a:ext cx="6343" cy="6345"/>
              </a:xfrm>
              <a:custGeom>
                <a:avLst/>
                <a:gdLst>
                  <a:gd name="connsiteX0" fmla="*/ 3391 w 6343"/>
                  <a:gd name="connsiteY0" fmla="*/ 6466 h 6345"/>
                  <a:gd name="connsiteX1" fmla="*/ 5634 w 6343"/>
                  <a:gd name="connsiteY1" fmla="*/ 5537 h 6345"/>
                  <a:gd name="connsiteX2" fmla="*/ 6562 w 6343"/>
                  <a:gd name="connsiteY2" fmla="*/ 3293 h 6345"/>
                  <a:gd name="connsiteX3" fmla="*/ 5634 w 6343"/>
                  <a:gd name="connsiteY3" fmla="*/ 1050 h 6345"/>
                  <a:gd name="connsiteX4" fmla="*/ 3391 w 6343"/>
                  <a:gd name="connsiteY4" fmla="*/ 120 h 6345"/>
                  <a:gd name="connsiteX5" fmla="*/ 1148 w 6343"/>
                  <a:gd name="connsiteY5" fmla="*/ 1050 h 6345"/>
                  <a:gd name="connsiteX6" fmla="*/ 219 w 6343"/>
                  <a:gd name="connsiteY6" fmla="*/ 3293 h 6345"/>
                  <a:gd name="connsiteX7" fmla="*/ 1148 w 6343"/>
                  <a:gd name="connsiteY7" fmla="*/ 5537 h 6345"/>
                  <a:gd name="connsiteX8" fmla="*/ 339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66"/>
                    </a:moveTo>
                    <a:cubicBezTo>
                      <a:pt x="4232" y="6466"/>
                      <a:pt x="5039" y="6132"/>
                      <a:pt x="5634" y="5537"/>
                    </a:cubicBezTo>
                    <a:cubicBezTo>
                      <a:pt x="6228" y="4942"/>
                      <a:pt x="6562" y="4135"/>
                      <a:pt x="6562" y="3293"/>
                    </a:cubicBezTo>
                    <a:cubicBezTo>
                      <a:pt x="6562" y="2452"/>
                      <a:pt x="6228" y="1645"/>
                      <a:pt x="5634" y="1050"/>
                    </a:cubicBezTo>
                    <a:cubicBezTo>
                      <a:pt x="5039" y="455"/>
                      <a:pt x="4232" y="120"/>
                      <a:pt x="3391" y="120"/>
                    </a:cubicBezTo>
                    <a:cubicBezTo>
                      <a:pt x="2550" y="120"/>
                      <a:pt x="1743" y="455"/>
                      <a:pt x="1148" y="1050"/>
                    </a:cubicBezTo>
                    <a:cubicBezTo>
                      <a:pt x="554" y="1645"/>
                      <a:pt x="219" y="2452"/>
                      <a:pt x="219" y="3293"/>
                    </a:cubicBezTo>
                    <a:cubicBezTo>
                      <a:pt x="219" y="4135"/>
                      <a:pt x="554" y="4942"/>
                      <a:pt x="1148" y="5537"/>
                    </a:cubicBezTo>
                    <a:cubicBezTo>
                      <a:pt x="1743" y="6132"/>
                      <a:pt x="2550" y="6466"/>
                      <a:pt x="339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03" name="Freeform: Shape 9602">
                <a:extLst>
                  <a:ext uri="{FF2B5EF4-FFF2-40B4-BE49-F238E27FC236}">
                    <a16:creationId xmlns:a16="http://schemas.microsoft.com/office/drawing/2014/main" id="{4FB42153-1F21-7340-E4F7-1B4FA6AA1FCF}"/>
                  </a:ext>
                </a:extLst>
              </p:cNvPr>
              <p:cNvSpPr/>
              <p:nvPr/>
            </p:nvSpPr>
            <p:spPr>
              <a:xfrm>
                <a:off x="9343542" y="5169603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4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04" name="Freeform: Shape 9603">
                <a:extLst>
                  <a:ext uri="{FF2B5EF4-FFF2-40B4-BE49-F238E27FC236}">
                    <a16:creationId xmlns:a16="http://schemas.microsoft.com/office/drawing/2014/main" id="{DDF6F640-9D46-1632-CC7A-C9F6EDCAE1DF}"/>
                  </a:ext>
                </a:extLst>
              </p:cNvPr>
              <p:cNvSpPr/>
              <p:nvPr/>
            </p:nvSpPr>
            <p:spPr>
              <a:xfrm>
                <a:off x="9355086" y="5170492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4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5" y="6479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5"/>
                      <a:pt x="6241" y="1657"/>
                      <a:pt x="5646" y="1063"/>
                    </a:cubicBezTo>
                    <a:cubicBezTo>
                      <a:pt x="5052" y="468"/>
                      <a:pt x="4245" y="133"/>
                      <a:pt x="3404" y="133"/>
                    </a:cubicBezTo>
                    <a:cubicBezTo>
                      <a:pt x="2563" y="133"/>
                      <a:pt x="1756" y="468"/>
                      <a:pt x="1161" y="1063"/>
                    </a:cubicBezTo>
                    <a:cubicBezTo>
                      <a:pt x="566" y="1657"/>
                      <a:pt x="232" y="2465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05" name="Freeform: Shape 9604">
                <a:extLst>
                  <a:ext uri="{FF2B5EF4-FFF2-40B4-BE49-F238E27FC236}">
                    <a16:creationId xmlns:a16="http://schemas.microsoft.com/office/drawing/2014/main" id="{1D868954-F3E8-E600-8FF3-92224B2BC9CC}"/>
                  </a:ext>
                </a:extLst>
              </p:cNvPr>
              <p:cNvSpPr/>
              <p:nvPr/>
            </p:nvSpPr>
            <p:spPr>
              <a:xfrm>
                <a:off x="9360659" y="5175161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7 w 6343"/>
                  <a:gd name="connsiteY1" fmla="*/ 5550 h 6345"/>
                  <a:gd name="connsiteX2" fmla="*/ 6576 w 6343"/>
                  <a:gd name="connsiteY2" fmla="*/ 3306 h 6345"/>
                  <a:gd name="connsiteX3" fmla="*/ 5647 w 6343"/>
                  <a:gd name="connsiteY3" fmla="*/ 1063 h 6345"/>
                  <a:gd name="connsiteX4" fmla="*/ 3404 w 6343"/>
                  <a:gd name="connsiteY4" fmla="*/ 134 h 6345"/>
                  <a:gd name="connsiteX5" fmla="*/ 1162 w 6343"/>
                  <a:gd name="connsiteY5" fmla="*/ 1063 h 6345"/>
                  <a:gd name="connsiteX6" fmla="*/ 233 w 6343"/>
                  <a:gd name="connsiteY6" fmla="*/ 3306 h 6345"/>
                  <a:gd name="connsiteX7" fmla="*/ 1162 w 6343"/>
                  <a:gd name="connsiteY7" fmla="*/ 5550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5" y="6479"/>
                      <a:pt x="5052" y="6145"/>
                      <a:pt x="5647" y="5550"/>
                    </a:cubicBezTo>
                    <a:cubicBezTo>
                      <a:pt x="6242" y="4955"/>
                      <a:pt x="6576" y="4148"/>
                      <a:pt x="6576" y="3306"/>
                    </a:cubicBezTo>
                    <a:cubicBezTo>
                      <a:pt x="6576" y="2465"/>
                      <a:pt x="6242" y="1658"/>
                      <a:pt x="5647" y="1063"/>
                    </a:cubicBezTo>
                    <a:cubicBezTo>
                      <a:pt x="5052" y="468"/>
                      <a:pt x="4245" y="134"/>
                      <a:pt x="3404" y="134"/>
                    </a:cubicBezTo>
                    <a:cubicBezTo>
                      <a:pt x="2563" y="134"/>
                      <a:pt x="1756" y="468"/>
                      <a:pt x="1162" y="1063"/>
                    </a:cubicBezTo>
                    <a:cubicBezTo>
                      <a:pt x="567" y="1658"/>
                      <a:pt x="233" y="2465"/>
                      <a:pt x="233" y="3306"/>
                    </a:cubicBezTo>
                    <a:cubicBezTo>
                      <a:pt x="233" y="4148"/>
                      <a:pt x="567" y="4955"/>
                      <a:pt x="1162" y="5550"/>
                    </a:cubicBezTo>
                    <a:cubicBezTo>
                      <a:pt x="1756" y="6145"/>
                      <a:pt x="2563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06" name="Freeform: Shape 9605">
                <a:extLst>
                  <a:ext uri="{FF2B5EF4-FFF2-40B4-BE49-F238E27FC236}">
                    <a16:creationId xmlns:a16="http://schemas.microsoft.com/office/drawing/2014/main" id="{5F6B336D-3CAA-3972-D860-CCCEC84F1E50}"/>
                  </a:ext>
                </a:extLst>
              </p:cNvPr>
              <p:cNvSpPr/>
              <p:nvPr/>
            </p:nvSpPr>
            <p:spPr>
              <a:xfrm>
                <a:off x="9358853" y="5169374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3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5" y="6479"/>
                      <a:pt x="5052" y="6144"/>
                      <a:pt x="5647" y="5549"/>
                    </a:cubicBezTo>
                    <a:cubicBezTo>
                      <a:pt x="6241" y="4954"/>
                      <a:pt x="6576" y="4147"/>
                      <a:pt x="6576" y="3306"/>
                    </a:cubicBezTo>
                    <a:cubicBezTo>
                      <a:pt x="6576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1" y="5549"/>
                    </a:cubicBezTo>
                    <a:cubicBezTo>
                      <a:pt x="1756" y="6144"/>
                      <a:pt x="2563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07" name="Freeform: Shape 9606">
                <a:extLst>
                  <a:ext uri="{FF2B5EF4-FFF2-40B4-BE49-F238E27FC236}">
                    <a16:creationId xmlns:a16="http://schemas.microsoft.com/office/drawing/2014/main" id="{45A96396-41C5-E332-04B2-8359B1381F70}"/>
                  </a:ext>
                </a:extLst>
              </p:cNvPr>
              <p:cNvSpPr/>
              <p:nvPr/>
            </p:nvSpPr>
            <p:spPr>
              <a:xfrm>
                <a:off x="9359831" y="5169163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5" y="6479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08" name="Freeform: Shape 9607">
                <a:extLst>
                  <a:ext uri="{FF2B5EF4-FFF2-40B4-BE49-F238E27FC236}">
                    <a16:creationId xmlns:a16="http://schemas.microsoft.com/office/drawing/2014/main" id="{8A1ADA41-7D83-8C48-4C8D-4205DB967ED5}"/>
                  </a:ext>
                </a:extLst>
              </p:cNvPr>
              <p:cNvSpPr/>
              <p:nvPr/>
            </p:nvSpPr>
            <p:spPr>
              <a:xfrm>
                <a:off x="9363033" y="5168998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6" y="6479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4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09" name="Freeform: Shape 9608">
                <a:extLst>
                  <a:ext uri="{FF2B5EF4-FFF2-40B4-BE49-F238E27FC236}">
                    <a16:creationId xmlns:a16="http://schemas.microsoft.com/office/drawing/2014/main" id="{CFB42849-0E2D-560A-E209-FE4EB3117235}"/>
                  </a:ext>
                </a:extLst>
              </p:cNvPr>
              <p:cNvSpPr/>
              <p:nvPr/>
            </p:nvSpPr>
            <p:spPr>
              <a:xfrm>
                <a:off x="9364038" y="5168871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6" y="6479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6" y="133"/>
                      <a:pt x="3404" y="133"/>
                    </a:cubicBezTo>
                    <a:cubicBezTo>
                      <a:pt x="2563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3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10" name="Freeform: Shape 9609">
                <a:extLst>
                  <a:ext uri="{FF2B5EF4-FFF2-40B4-BE49-F238E27FC236}">
                    <a16:creationId xmlns:a16="http://schemas.microsoft.com/office/drawing/2014/main" id="{2DD263B3-DB45-6633-FDBB-D16D505CB679}"/>
                  </a:ext>
                </a:extLst>
              </p:cNvPr>
              <p:cNvSpPr/>
              <p:nvPr/>
            </p:nvSpPr>
            <p:spPr>
              <a:xfrm>
                <a:off x="9366145" y="5168801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11" name="Freeform: Shape 9610">
                <a:extLst>
                  <a:ext uri="{FF2B5EF4-FFF2-40B4-BE49-F238E27FC236}">
                    <a16:creationId xmlns:a16="http://schemas.microsoft.com/office/drawing/2014/main" id="{BB2CBCFC-C7B9-6102-67F2-721F697A2E80}"/>
                  </a:ext>
                </a:extLst>
              </p:cNvPr>
              <p:cNvSpPr/>
              <p:nvPr/>
            </p:nvSpPr>
            <p:spPr>
              <a:xfrm>
                <a:off x="9367244" y="5168858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12" name="Freeform: Shape 9611">
                <a:extLst>
                  <a:ext uri="{FF2B5EF4-FFF2-40B4-BE49-F238E27FC236}">
                    <a16:creationId xmlns:a16="http://schemas.microsoft.com/office/drawing/2014/main" id="{E3E2F9D5-4CFE-2EBC-0F99-1F9F934AA959}"/>
                  </a:ext>
                </a:extLst>
              </p:cNvPr>
              <p:cNvSpPr/>
              <p:nvPr/>
            </p:nvSpPr>
            <p:spPr>
              <a:xfrm>
                <a:off x="9368568" y="5169300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13" name="Freeform: Shape 9612">
                <a:extLst>
                  <a:ext uri="{FF2B5EF4-FFF2-40B4-BE49-F238E27FC236}">
                    <a16:creationId xmlns:a16="http://schemas.microsoft.com/office/drawing/2014/main" id="{C6C97288-562A-AF6B-3AC4-968BB439D29F}"/>
                  </a:ext>
                </a:extLst>
              </p:cNvPr>
              <p:cNvSpPr/>
              <p:nvPr/>
            </p:nvSpPr>
            <p:spPr>
              <a:xfrm>
                <a:off x="9369173" y="5168568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6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14" name="Freeform: Shape 9613">
                <a:extLst>
                  <a:ext uri="{FF2B5EF4-FFF2-40B4-BE49-F238E27FC236}">
                    <a16:creationId xmlns:a16="http://schemas.microsoft.com/office/drawing/2014/main" id="{EC245DBD-DDAC-25A3-8896-A0DD75E8F441}"/>
                  </a:ext>
                </a:extLst>
              </p:cNvPr>
              <p:cNvSpPr/>
              <p:nvPr/>
            </p:nvSpPr>
            <p:spPr>
              <a:xfrm>
                <a:off x="9370455" y="5168974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15" name="Freeform: Shape 9614">
                <a:extLst>
                  <a:ext uri="{FF2B5EF4-FFF2-40B4-BE49-F238E27FC236}">
                    <a16:creationId xmlns:a16="http://schemas.microsoft.com/office/drawing/2014/main" id="{696A8E61-7823-316C-DA35-AF6BF4A01C5A}"/>
                  </a:ext>
                </a:extLst>
              </p:cNvPr>
              <p:cNvSpPr/>
              <p:nvPr/>
            </p:nvSpPr>
            <p:spPr>
              <a:xfrm>
                <a:off x="9279943" y="5011777"/>
                <a:ext cx="6343" cy="6345"/>
              </a:xfrm>
              <a:custGeom>
                <a:avLst/>
                <a:gdLst>
                  <a:gd name="connsiteX0" fmla="*/ 3398 w 6343"/>
                  <a:gd name="connsiteY0" fmla="*/ 6466 h 6345"/>
                  <a:gd name="connsiteX1" fmla="*/ 5640 w 6343"/>
                  <a:gd name="connsiteY1" fmla="*/ 5537 h 6345"/>
                  <a:gd name="connsiteX2" fmla="*/ 6569 w 6343"/>
                  <a:gd name="connsiteY2" fmla="*/ 3293 h 6345"/>
                  <a:gd name="connsiteX3" fmla="*/ 5640 w 6343"/>
                  <a:gd name="connsiteY3" fmla="*/ 1050 h 6345"/>
                  <a:gd name="connsiteX4" fmla="*/ 3398 w 6343"/>
                  <a:gd name="connsiteY4" fmla="*/ 121 h 6345"/>
                  <a:gd name="connsiteX5" fmla="*/ 1155 w 6343"/>
                  <a:gd name="connsiteY5" fmla="*/ 1050 h 6345"/>
                  <a:gd name="connsiteX6" fmla="*/ 226 w 6343"/>
                  <a:gd name="connsiteY6" fmla="*/ 3293 h 6345"/>
                  <a:gd name="connsiteX7" fmla="*/ 1155 w 6343"/>
                  <a:gd name="connsiteY7" fmla="*/ 5537 h 6345"/>
                  <a:gd name="connsiteX8" fmla="*/ 339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66"/>
                    </a:moveTo>
                    <a:cubicBezTo>
                      <a:pt x="4239" y="6466"/>
                      <a:pt x="5046" y="6132"/>
                      <a:pt x="5640" y="5537"/>
                    </a:cubicBezTo>
                    <a:cubicBezTo>
                      <a:pt x="6235" y="4942"/>
                      <a:pt x="6569" y="4135"/>
                      <a:pt x="6569" y="3293"/>
                    </a:cubicBezTo>
                    <a:cubicBezTo>
                      <a:pt x="6569" y="2452"/>
                      <a:pt x="6235" y="1645"/>
                      <a:pt x="5640" y="1050"/>
                    </a:cubicBezTo>
                    <a:cubicBezTo>
                      <a:pt x="5046" y="455"/>
                      <a:pt x="4239" y="121"/>
                      <a:pt x="3398" y="121"/>
                    </a:cubicBezTo>
                    <a:cubicBezTo>
                      <a:pt x="2557" y="121"/>
                      <a:pt x="1750" y="455"/>
                      <a:pt x="1155" y="1050"/>
                    </a:cubicBezTo>
                    <a:cubicBezTo>
                      <a:pt x="560" y="1645"/>
                      <a:pt x="226" y="2452"/>
                      <a:pt x="226" y="3293"/>
                    </a:cubicBezTo>
                    <a:cubicBezTo>
                      <a:pt x="226" y="4135"/>
                      <a:pt x="560" y="4942"/>
                      <a:pt x="1155" y="5537"/>
                    </a:cubicBezTo>
                    <a:cubicBezTo>
                      <a:pt x="1750" y="6132"/>
                      <a:pt x="2557" y="6466"/>
                      <a:pt x="339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16" name="Freeform: Shape 9615">
                <a:extLst>
                  <a:ext uri="{FF2B5EF4-FFF2-40B4-BE49-F238E27FC236}">
                    <a16:creationId xmlns:a16="http://schemas.microsoft.com/office/drawing/2014/main" id="{640A3018-8332-7ABA-4B16-F87F01E77272}"/>
                  </a:ext>
                </a:extLst>
              </p:cNvPr>
              <p:cNvSpPr/>
              <p:nvPr/>
            </p:nvSpPr>
            <p:spPr>
              <a:xfrm>
                <a:off x="9299766" y="5042277"/>
                <a:ext cx="6343" cy="6345"/>
              </a:xfrm>
              <a:custGeom>
                <a:avLst/>
                <a:gdLst>
                  <a:gd name="connsiteX0" fmla="*/ 3399 w 6343"/>
                  <a:gd name="connsiteY0" fmla="*/ 6469 h 6345"/>
                  <a:gd name="connsiteX1" fmla="*/ 5642 w 6343"/>
                  <a:gd name="connsiteY1" fmla="*/ 5539 h 6345"/>
                  <a:gd name="connsiteX2" fmla="*/ 6571 w 6343"/>
                  <a:gd name="connsiteY2" fmla="*/ 3296 h 6345"/>
                  <a:gd name="connsiteX3" fmla="*/ 5642 w 6343"/>
                  <a:gd name="connsiteY3" fmla="*/ 1052 h 6345"/>
                  <a:gd name="connsiteX4" fmla="*/ 3399 w 6343"/>
                  <a:gd name="connsiteY4" fmla="*/ 123 h 6345"/>
                  <a:gd name="connsiteX5" fmla="*/ 1157 w 6343"/>
                  <a:gd name="connsiteY5" fmla="*/ 1052 h 6345"/>
                  <a:gd name="connsiteX6" fmla="*/ 228 w 6343"/>
                  <a:gd name="connsiteY6" fmla="*/ 3296 h 6345"/>
                  <a:gd name="connsiteX7" fmla="*/ 1157 w 6343"/>
                  <a:gd name="connsiteY7" fmla="*/ 5539 h 6345"/>
                  <a:gd name="connsiteX8" fmla="*/ 339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9"/>
                    </a:moveTo>
                    <a:cubicBezTo>
                      <a:pt x="4241" y="6469"/>
                      <a:pt x="5047" y="6134"/>
                      <a:pt x="5642" y="5539"/>
                    </a:cubicBezTo>
                    <a:cubicBezTo>
                      <a:pt x="6237" y="4944"/>
                      <a:pt x="6571" y="4137"/>
                      <a:pt x="6571" y="3296"/>
                    </a:cubicBezTo>
                    <a:cubicBezTo>
                      <a:pt x="6571" y="2454"/>
                      <a:pt x="6237" y="1647"/>
                      <a:pt x="5642" y="1052"/>
                    </a:cubicBezTo>
                    <a:cubicBezTo>
                      <a:pt x="5047" y="457"/>
                      <a:pt x="4241" y="123"/>
                      <a:pt x="3399" y="123"/>
                    </a:cubicBezTo>
                    <a:cubicBezTo>
                      <a:pt x="2558" y="123"/>
                      <a:pt x="1752" y="457"/>
                      <a:pt x="1157" y="1052"/>
                    </a:cubicBezTo>
                    <a:cubicBezTo>
                      <a:pt x="562" y="1647"/>
                      <a:pt x="228" y="2454"/>
                      <a:pt x="228" y="3296"/>
                    </a:cubicBezTo>
                    <a:cubicBezTo>
                      <a:pt x="228" y="4137"/>
                      <a:pt x="562" y="4944"/>
                      <a:pt x="1157" y="5539"/>
                    </a:cubicBezTo>
                    <a:cubicBezTo>
                      <a:pt x="1752" y="6134"/>
                      <a:pt x="2558" y="6469"/>
                      <a:pt x="339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17" name="Freeform: Shape 9616">
                <a:extLst>
                  <a:ext uri="{FF2B5EF4-FFF2-40B4-BE49-F238E27FC236}">
                    <a16:creationId xmlns:a16="http://schemas.microsoft.com/office/drawing/2014/main" id="{72917A57-3E1F-94F1-4A8B-F5F4BCC55DE9}"/>
                  </a:ext>
                </a:extLst>
              </p:cNvPr>
              <p:cNvSpPr/>
              <p:nvPr/>
            </p:nvSpPr>
            <p:spPr>
              <a:xfrm>
                <a:off x="9284099" y="5010983"/>
                <a:ext cx="6343" cy="6345"/>
              </a:xfrm>
              <a:custGeom>
                <a:avLst/>
                <a:gdLst>
                  <a:gd name="connsiteX0" fmla="*/ 3398 w 6343"/>
                  <a:gd name="connsiteY0" fmla="*/ 6466 h 6345"/>
                  <a:gd name="connsiteX1" fmla="*/ 5641 w 6343"/>
                  <a:gd name="connsiteY1" fmla="*/ 5537 h 6345"/>
                  <a:gd name="connsiteX2" fmla="*/ 6570 w 6343"/>
                  <a:gd name="connsiteY2" fmla="*/ 3293 h 6345"/>
                  <a:gd name="connsiteX3" fmla="*/ 5641 w 6343"/>
                  <a:gd name="connsiteY3" fmla="*/ 1050 h 6345"/>
                  <a:gd name="connsiteX4" fmla="*/ 3398 w 6343"/>
                  <a:gd name="connsiteY4" fmla="*/ 121 h 6345"/>
                  <a:gd name="connsiteX5" fmla="*/ 1156 w 6343"/>
                  <a:gd name="connsiteY5" fmla="*/ 1050 h 6345"/>
                  <a:gd name="connsiteX6" fmla="*/ 227 w 6343"/>
                  <a:gd name="connsiteY6" fmla="*/ 3293 h 6345"/>
                  <a:gd name="connsiteX7" fmla="*/ 1156 w 6343"/>
                  <a:gd name="connsiteY7" fmla="*/ 5537 h 6345"/>
                  <a:gd name="connsiteX8" fmla="*/ 339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66"/>
                    </a:moveTo>
                    <a:cubicBezTo>
                      <a:pt x="4239" y="6466"/>
                      <a:pt x="5046" y="6132"/>
                      <a:pt x="5641" y="5537"/>
                    </a:cubicBezTo>
                    <a:cubicBezTo>
                      <a:pt x="6236" y="4942"/>
                      <a:pt x="6570" y="4135"/>
                      <a:pt x="6570" y="3293"/>
                    </a:cubicBezTo>
                    <a:cubicBezTo>
                      <a:pt x="6570" y="2452"/>
                      <a:pt x="6236" y="1645"/>
                      <a:pt x="5641" y="1050"/>
                    </a:cubicBezTo>
                    <a:cubicBezTo>
                      <a:pt x="5046" y="455"/>
                      <a:pt x="4239" y="121"/>
                      <a:pt x="3398" y="121"/>
                    </a:cubicBezTo>
                    <a:cubicBezTo>
                      <a:pt x="2557" y="121"/>
                      <a:pt x="1750" y="455"/>
                      <a:pt x="1156" y="1050"/>
                    </a:cubicBezTo>
                    <a:cubicBezTo>
                      <a:pt x="561" y="1645"/>
                      <a:pt x="227" y="2452"/>
                      <a:pt x="227" y="3293"/>
                    </a:cubicBezTo>
                    <a:cubicBezTo>
                      <a:pt x="227" y="4135"/>
                      <a:pt x="561" y="4942"/>
                      <a:pt x="1156" y="5537"/>
                    </a:cubicBezTo>
                    <a:cubicBezTo>
                      <a:pt x="1750" y="6132"/>
                      <a:pt x="2557" y="6466"/>
                      <a:pt x="339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18" name="Freeform: Shape 9617">
                <a:extLst>
                  <a:ext uri="{FF2B5EF4-FFF2-40B4-BE49-F238E27FC236}">
                    <a16:creationId xmlns:a16="http://schemas.microsoft.com/office/drawing/2014/main" id="{08A95DE5-EA78-E654-8757-F238D2D9E2C9}"/>
                  </a:ext>
                </a:extLst>
              </p:cNvPr>
              <p:cNvSpPr/>
              <p:nvPr/>
            </p:nvSpPr>
            <p:spPr>
              <a:xfrm>
                <a:off x="9287307" y="5012639"/>
                <a:ext cx="6343" cy="6345"/>
              </a:xfrm>
              <a:custGeom>
                <a:avLst/>
                <a:gdLst>
                  <a:gd name="connsiteX0" fmla="*/ 3398 w 6343"/>
                  <a:gd name="connsiteY0" fmla="*/ 6466 h 6345"/>
                  <a:gd name="connsiteX1" fmla="*/ 5641 w 6343"/>
                  <a:gd name="connsiteY1" fmla="*/ 5537 h 6345"/>
                  <a:gd name="connsiteX2" fmla="*/ 6570 w 6343"/>
                  <a:gd name="connsiteY2" fmla="*/ 3294 h 6345"/>
                  <a:gd name="connsiteX3" fmla="*/ 5641 w 6343"/>
                  <a:gd name="connsiteY3" fmla="*/ 1050 h 6345"/>
                  <a:gd name="connsiteX4" fmla="*/ 3398 w 6343"/>
                  <a:gd name="connsiteY4" fmla="*/ 121 h 6345"/>
                  <a:gd name="connsiteX5" fmla="*/ 1156 w 6343"/>
                  <a:gd name="connsiteY5" fmla="*/ 1050 h 6345"/>
                  <a:gd name="connsiteX6" fmla="*/ 227 w 6343"/>
                  <a:gd name="connsiteY6" fmla="*/ 3294 h 6345"/>
                  <a:gd name="connsiteX7" fmla="*/ 1156 w 6343"/>
                  <a:gd name="connsiteY7" fmla="*/ 5537 h 6345"/>
                  <a:gd name="connsiteX8" fmla="*/ 339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66"/>
                    </a:moveTo>
                    <a:cubicBezTo>
                      <a:pt x="4240" y="6466"/>
                      <a:pt x="5046" y="6132"/>
                      <a:pt x="5641" y="5537"/>
                    </a:cubicBezTo>
                    <a:cubicBezTo>
                      <a:pt x="6236" y="4942"/>
                      <a:pt x="6570" y="4135"/>
                      <a:pt x="6570" y="3294"/>
                    </a:cubicBezTo>
                    <a:cubicBezTo>
                      <a:pt x="6570" y="2452"/>
                      <a:pt x="6236" y="1645"/>
                      <a:pt x="5641" y="1050"/>
                    </a:cubicBezTo>
                    <a:cubicBezTo>
                      <a:pt x="5046" y="455"/>
                      <a:pt x="4240" y="121"/>
                      <a:pt x="3398" y="121"/>
                    </a:cubicBezTo>
                    <a:cubicBezTo>
                      <a:pt x="2557" y="121"/>
                      <a:pt x="1751" y="455"/>
                      <a:pt x="1156" y="1050"/>
                    </a:cubicBezTo>
                    <a:cubicBezTo>
                      <a:pt x="561" y="1645"/>
                      <a:pt x="227" y="2452"/>
                      <a:pt x="227" y="3294"/>
                    </a:cubicBezTo>
                    <a:cubicBezTo>
                      <a:pt x="227" y="4135"/>
                      <a:pt x="561" y="4942"/>
                      <a:pt x="1156" y="5537"/>
                    </a:cubicBezTo>
                    <a:cubicBezTo>
                      <a:pt x="1751" y="6132"/>
                      <a:pt x="2557" y="6466"/>
                      <a:pt x="339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19" name="Freeform: Shape 9618">
                <a:extLst>
                  <a:ext uri="{FF2B5EF4-FFF2-40B4-BE49-F238E27FC236}">
                    <a16:creationId xmlns:a16="http://schemas.microsoft.com/office/drawing/2014/main" id="{39FEE1B6-9B6B-FABD-3AEC-F91126BAE24E}"/>
                  </a:ext>
                </a:extLst>
              </p:cNvPr>
              <p:cNvSpPr/>
              <p:nvPr/>
            </p:nvSpPr>
            <p:spPr>
              <a:xfrm>
                <a:off x="9290581" y="5014489"/>
                <a:ext cx="6343" cy="6345"/>
              </a:xfrm>
              <a:custGeom>
                <a:avLst/>
                <a:gdLst>
                  <a:gd name="connsiteX0" fmla="*/ 3399 w 6343"/>
                  <a:gd name="connsiteY0" fmla="*/ 6466 h 6345"/>
                  <a:gd name="connsiteX1" fmla="*/ 5641 w 6343"/>
                  <a:gd name="connsiteY1" fmla="*/ 5537 h 6345"/>
                  <a:gd name="connsiteX2" fmla="*/ 6570 w 6343"/>
                  <a:gd name="connsiteY2" fmla="*/ 3294 h 6345"/>
                  <a:gd name="connsiteX3" fmla="*/ 5641 w 6343"/>
                  <a:gd name="connsiteY3" fmla="*/ 1050 h 6345"/>
                  <a:gd name="connsiteX4" fmla="*/ 3399 w 6343"/>
                  <a:gd name="connsiteY4" fmla="*/ 121 h 6345"/>
                  <a:gd name="connsiteX5" fmla="*/ 1156 w 6343"/>
                  <a:gd name="connsiteY5" fmla="*/ 1050 h 6345"/>
                  <a:gd name="connsiteX6" fmla="*/ 227 w 6343"/>
                  <a:gd name="connsiteY6" fmla="*/ 3294 h 6345"/>
                  <a:gd name="connsiteX7" fmla="*/ 1156 w 6343"/>
                  <a:gd name="connsiteY7" fmla="*/ 5537 h 6345"/>
                  <a:gd name="connsiteX8" fmla="*/ 339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6"/>
                    </a:moveTo>
                    <a:cubicBezTo>
                      <a:pt x="4240" y="6466"/>
                      <a:pt x="5047" y="6132"/>
                      <a:pt x="5641" y="5537"/>
                    </a:cubicBezTo>
                    <a:cubicBezTo>
                      <a:pt x="6236" y="4942"/>
                      <a:pt x="6570" y="4135"/>
                      <a:pt x="6570" y="3294"/>
                    </a:cubicBezTo>
                    <a:cubicBezTo>
                      <a:pt x="6570" y="2452"/>
                      <a:pt x="6236" y="1645"/>
                      <a:pt x="5641" y="1050"/>
                    </a:cubicBezTo>
                    <a:cubicBezTo>
                      <a:pt x="5047" y="455"/>
                      <a:pt x="4240" y="121"/>
                      <a:pt x="3399" y="121"/>
                    </a:cubicBezTo>
                    <a:cubicBezTo>
                      <a:pt x="2558" y="121"/>
                      <a:pt x="1751" y="455"/>
                      <a:pt x="1156" y="1050"/>
                    </a:cubicBezTo>
                    <a:cubicBezTo>
                      <a:pt x="561" y="1645"/>
                      <a:pt x="227" y="2452"/>
                      <a:pt x="227" y="3294"/>
                    </a:cubicBezTo>
                    <a:cubicBezTo>
                      <a:pt x="227" y="4135"/>
                      <a:pt x="561" y="4942"/>
                      <a:pt x="1156" y="5537"/>
                    </a:cubicBezTo>
                    <a:cubicBezTo>
                      <a:pt x="1751" y="6132"/>
                      <a:pt x="2558" y="6466"/>
                      <a:pt x="339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20" name="Freeform: Shape 9619">
                <a:extLst>
                  <a:ext uri="{FF2B5EF4-FFF2-40B4-BE49-F238E27FC236}">
                    <a16:creationId xmlns:a16="http://schemas.microsoft.com/office/drawing/2014/main" id="{C332F957-4EEB-3F95-6467-1DC8C973ED46}"/>
                  </a:ext>
                </a:extLst>
              </p:cNvPr>
              <p:cNvSpPr/>
              <p:nvPr/>
            </p:nvSpPr>
            <p:spPr>
              <a:xfrm>
                <a:off x="9296611" y="5021507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399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0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0" y="122"/>
                      <a:pt x="3399" y="122"/>
                    </a:cubicBezTo>
                    <a:cubicBezTo>
                      <a:pt x="2558" y="122"/>
                      <a:pt x="1751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1" y="6133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21" name="Freeform: Shape 9620">
                <a:extLst>
                  <a:ext uri="{FF2B5EF4-FFF2-40B4-BE49-F238E27FC236}">
                    <a16:creationId xmlns:a16="http://schemas.microsoft.com/office/drawing/2014/main" id="{501307DD-6B45-3B48-7C39-673BBFB0D3E2}"/>
                  </a:ext>
                </a:extLst>
              </p:cNvPr>
              <p:cNvSpPr/>
              <p:nvPr/>
            </p:nvSpPr>
            <p:spPr>
              <a:xfrm>
                <a:off x="9300209" y="5024209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399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1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2"/>
                      <a:pt x="3399" y="122"/>
                    </a:cubicBezTo>
                    <a:cubicBezTo>
                      <a:pt x="2558" y="122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22" name="Freeform: Shape 9621">
                <a:extLst>
                  <a:ext uri="{FF2B5EF4-FFF2-40B4-BE49-F238E27FC236}">
                    <a16:creationId xmlns:a16="http://schemas.microsoft.com/office/drawing/2014/main" id="{BCCC3677-0E20-D9E8-A3F9-E41D3941AC17}"/>
                  </a:ext>
                </a:extLst>
              </p:cNvPr>
              <p:cNvSpPr/>
              <p:nvPr/>
            </p:nvSpPr>
            <p:spPr>
              <a:xfrm>
                <a:off x="9301867" y="5023329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2"/>
                      <a:pt x="3400" y="122"/>
                    </a:cubicBezTo>
                    <a:cubicBezTo>
                      <a:pt x="2558" y="122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8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23" name="Freeform: Shape 9622">
                <a:extLst>
                  <a:ext uri="{FF2B5EF4-FFF2-40B4-BE49-F238E27FC236}">
                    <a16:creationId xmlns:a16="http://schemas.microsoft.com/office/drawing/2014/main" id="{75141909-88A2-8D82-30AE-8D37C6047428}"/>
                  </a:ext>
                </a:extLst>
              </p:cNvPr>
              <p:cNvSpPr/>
              <p:nvPr/>
            </p:nvSpPr>
            <p:spPr>
              <a:xfrm>
                <a:off x="9302865" y="5021176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8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24" name="Freeform: Shape 9623">
                <a:extLst>
                  <a:ext uri="{FF2B5EF4-FFF2-40B4-BE49-F238E27FC236}">
                    <a16:creationId xmlns:a16="http://schemas.microsoft.com/office/drawing/2014/main" id="{56476678-9F2D-AF22-00BA-8BBB2003A60D}"/>
                  </a:ext>
                </a:extLst>
              </p:cNvPr>
              <p:cNvSpPr/>
              <p:nvPr/>
            </p:nvSpPr>
            <p:spPr>
              <a:xfrm>
                <a:off x="9303855" y="5018969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7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2"/>
                      <a:pt x="5642" y="5537"/>
                    </a:cubicBezTo>
                    <a:cubicBezTo>
                      <a:pt x="6237" y="4942"/>
                      <a:pt x="6571" y="4135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8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5"/>
                      <a:pt x="562" y="4942"/>
                      <a:pt x="1157" y="5537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25" name="Freeform: Shape 9624">
                <a:extLst>
                  <a:ext uri="{FF2B5EF4-FFF2-40B4-BE49-F238E27FC236}">
                    <a16:creationId xmlns:a16="http://schemas.microsoft.com/office/drawing/2014/main" id="{E27C98ED-5327-682E-675A-643916E4AE21}"/>
                  </a:ext>
                </a:extLst>
              </p:cNvPr>
              <p:cNvSpPr/>
              <p:nvPr/>
            </p:nvSpPr>
            <p:spPr>
              <a:xfrm>
                <a:off x="9304866" y="5016764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0 h 6345"/>
                  <a:gd name="connsiteX4" fmla="*/ 3400 w 6343"/>
                  <a:gd name="connsiteY4" fmla="*/ 121 h 6345"/>
                  <a:gd name="connsiteX5" fmla="*/ 1157 w 6343"/>
                  <a:gd name="connsiteY5" fmla="*/ 1050 h 6345"/>
                  <a:gd name="connsiteX6" fmla="*/ 228 w 6343"/>
                  <a:gd name="connsiteY6" fmla="*/ 3294 h 6345"/>
                  <a:gd name="connsiteX7" fmla="*/ 1157 w 6343"/>
                  <a:gd name="connsiteY7" fmla="*/ 5537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2"/>
                      <a:pt x="5642" y="5537"/>
                    </a:cubicBezTo>
                    <a:cubicBezTo>
                      <a:pt x="6237" y="4942"/>
                      <a:pt x="6571" y="4135"/>
                      <a:pt x="6571" y="3294"/>
                    </a:cubicBezTo>
                    <a:cubicBezTo>
                      <a:pt x="6571" y="2452"/>
                      <a:pt x="6237" y="1645"/>
                      <a:pt x="5642" y="1050"/>
                    </a:cubicBezTo>
                    <a:cubicBezTo>
                      <a:pt x="5048" y="455"/>
                      <a:pt x="4241" y="121"/>
                      <a:pt x="3400" y="121"/>
                    </a:cubicBezTo>
                    <a:cubicBezTo>
                      <a:pt x="2559" y="121"/>
                      <a:pt x="1752" y="455"/>
                      <a:pt x="1157" y="1050"/>
                    </a:cubicBezTo>
                    <a:cubicBezTo>
                      <a:pt x="562" y="1645"/>
                      <a:pt x="228" y="2452"/>
                      <a:pt x="228" y="3294"/>
                    </a:cubicBezTo>
                    <a:cubicBezTo>
                      <a:pt x="228" y="4135"/>
                      <a:pt x="562" y="4942"/>
                      <a:pt x="1157" y="5537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26" name="Freeform: Shape 9625">
                <a:extLst>
                  <a:ext uri="{FF2B5EF4-FFF2-40B4-BE49-F238E27FC236}">
                    <a16:creationId xmlns:a16="http://schemas.microsoft.com/office/drawing/2014/main" id="{C1CE23D0-F8D1-BA8D-923A-139440444CEE}"/>
                  </a:ext>
                </a:extLst>
              </p:cNvPr>
              <p:cNvSpPr/>
              <p:nvPr/>
            </p:nvSpPr>
            <p:spPr>
              <a:xfrm>
                <a:off x="9390177" y="517179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50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50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27" name="Freeform: Shape 9626">
                <a:extLst>
                  <a:ext uri="{FF2B5EF4-FFF2-40B4-BE49-F238E27FC236}">
                    <a16:creationId xmlns:a16="http://schemas.microsoft.com/office/drawing/2014/main" id="{D0107137-FE8F-6947-BFD4-A6461D322045}"/>
                  </a:ext>
                </a:extLst>
              </p:cNvPr>
              <p:cNvSpPr/>
              <p:nvPr/>
            </p:nvSpPr>
            <p:spPr>
              <a:xfrm>
                <a:off x="9390903" y="517140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28" name="Freeform: Shape 9627">
                <a:extLst>
                  <a:ext uri="{FF2B5EF4-FFF2-40B4-BE49-F238E27FC236}">
                    <a16:creationId xmlns:a16="http://schemas.microsoft.com/office/drawing/2014/main" id="{91A6B859-2BF0-B63C-1377-D9E357B1091C}"/>
                  </a:ext>
                </a:extLst>
              </p:cNvPr>
              <p:cNvSpPr/>
              <p:nvPr/>
            </p:nvSpPr>
            <p:spPr>
              <a:xfrm>
                <a:off x="9391680" y="517113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29" name="Freeform: Shape 9628">
                <a:extLst>
                  <a:ext uri="{FF2B5EF4-FFF2-40B4-BE49-F238E27FC236}">
                    <a16:creationId xmlns:a16="http://schemas.microsoft.com/office/drawing/2014/main" id="{56A23DBA-C30F-5419-41A2-B3CE502F2371}"/>
                  </a:ext>
                </a:extLst>
              </p:cNvPr>
              <p:cNvSpPr/>
              <p:nvPr/>
            </p:nvSpPr>
            <p:spPr>
              <a:xfrm>
                <a:off x="9392459" y="517087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30" name="Freeform: Shape 9629">
                <a:extLst>
                  <a:ext uri="{FF2B5EF4-FFF2-40B4-BE49-F238E27FC236}">
                    <a16:creationId xmlns:a16="http://schemas.microsoft.com/office/drawing/2014/main" id="{BE67EE9B-48F5-42ED-B262-C41ADAA706AF}"/>
                  </a:ext>
                </a:extLst>
              </p:cNvPr>
              <p:cNvSpPr/>
              <p:nvPr/>
            </p:nvSpPr>
            <p:spPr>
              <a:xfrm>
                <a:off x="9393624" y="517154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31" name="Freeform: Shape 9630">
                <a:extLst>
                  <a:ext uri="{FF2B5EF4-FFF2-40B4-BE49-F238E27FC236}">
                    <a16:creationId xmlns:a16="http://schemas.microsoft.com/office/drawing/2014/main" id="{7E07E8E2-677D-1DDF-C749-E0D8719A28A1}"/>
                  </a:ext>
                </a:extLst>
              </p:cNvPr>
              <p:cNvSpPr/>
              <p:nvPr/>
            </p:nvSpPr>
            <p:spPr>
              <a:xfrm>
                <a:off x="9394376" y="517123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32" name="Freeform: Shape 9631">
                <a:extLst>
                  <a:ext uri="{FF2B5EF4-FFF2-40B4-BE49-F238E27FC236}">
                    <a16:creationId xmlns:a16="http://schemas.microsoft.com/office/drawing/2014/main" id="{32442116-0C4F-E946-2C9F-807C4C0C6C8E}"/>
                  </a:ext>
                </a:extLst>
              </p:cNvPr>
              <p:cNvSpPr/>
              <p:nvPr/>
            </p:nvSpPr>
            <p:spPr>
              <a:xfrm>
                <a:off x="9395200" y="517110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33" name="Freeform: Shape 9632">
                <a:extLst>
                  <a:ext uri="{FF2B5EF4-FFF2-40B4-BE49-F238E27FC236}">
                    <a16:creationId xmlns:a16="http://schemas.microsoft.com/office/drawing/2014/main" id="{54A8BD30-F4DA-693B-B73B-68B1F263F419}"/>
                  </a:ext>
                </a:extLst>
              </p:cNvPr>
              <p:cNvSpPr/>
              <p:nvPr/>
            </p:nvSpPr>
            <p:spPr>
              <a:xfrm>
                <a:off x="9395955" y="517080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34" name="Freeform: Shape 9633">
                <a:extLst>
                  <a:ext uri="{FF2B5EF4-FFF2-40B4-BE49-F238E27FC236}">
                    <a16:creationId xmlns:a16="http://schemas.microsoft.com/office/drawing/2014/main" id="{C12E01BB-EC49-C349-A82F-6ED72F26CBA1}"/>
                  </a:ext>
                </a:extLst>
              </p:cNvPr>
              <p:cNvSpPr/>
              <p:nvPr/>
            </p:nvSpPr>
            <p:spPr>
              <a:xfrm>
                <a:off x="9396756" y="517063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7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35" name="Freeform: Shape 9634">
                <a:extLst>
                  <a:ext uri="{FF2B5EF4-FFF2-40B4-BE49-F238E27FC236}">
                    <a16:creationId xmlns:a16="http://schemas.microsoft.com/office/drawing/2014/main" id="{DBEDC17F-89D9-E022-7938-B99A19F3659F}"/>
                  </a:ext>
                </a:extLst>
              </p:cNvPr>
              <p:cNvSpPr/>
              <p:nvPr/>
            </p:nvSpPr>
            <p:spPr>
              <a:xfrm>
                <a:off x="9397559" y="517045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36" name="Freeform: Shape 9635">
                <a:extLst>
                  <a:ext uri="{FF2B5EF4-FFF2-40B4-BE49-F238E27FC236}">
                    <a16:creationId xmlns:a16="http://schemas.microsoft.com/office/drawing/2014/main" id="{9587AA1E-79AE-A3E2-889F-31CC9ECB095D}"/>
                  </a:ext>
                </a:extLst>
              </p:cNvPr>
              <p:cNvSpPr/>
              <p:nvPr/>
            </p:nvSpPr>
            <p:spPr>
              <a:xfrm>
                <a:off x="9398448" y="517052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37" name="Freeform: Shape 9636">
                <a:extLst>
                  <a:ext uri="{FF2B5EF4-FFF2-40B4-BE49-F238E27FC236}">
                    <a16:creationId xmlns:a16="http://schemas.microsoft.com/office/drawing/2014/main" id="{3AB230FC-C1F8-866F-4C41-B5F22FFA7123}"/>
                  </a:ext>
                </a:extLst>
              </p:cNvPr>
              <p:cNvSpPr/>
              <p:nvPr/>
            </p:nvSpPr>
            <p:spPr>
              <a:xfrm>
                <a:off x="9399336" y="517060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38" name="Freeform: Shape 9637">
                <a:extLst>
                  <a:ext uri="{FF2B5EF4-FFF2-40B4-BE49-F238E27FC236}">
                    <a16:creationId xmlns:a16="http://schemas.microsoft.com/office/drawing/2014/main" id="{86098268-ECF5-2291-FD48-6776DEB33436}"/>
                  </a:ext>
                </a:extLst>
              </p:cNvPr>
              <p:cNvSpPr/>
              <p:nvPr/>
            </p:nvSpPr>
            <p:spPr>
              <a:xfrm>
                <a:off x="9400199" y="517062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39" name="Freeform: Shape 9638">
                <a:extLst>
                  <a:ext uri="{FF2B5EF4-FFF2-40B4-BE49-F238E27FC236}">
                    <a16:creationId xmlns:a16="http://schemas.microsoft.com/office/drawing/2014/main" id="{32BE1862-36C5-58CD-843B-9E720CFC65C4}"/>
                  </a:ext>
                </a:extLst>
              </p:cNvPr>
              <p:cNvSpPr/>
              <p:nvPr/>
            </p:nvSpPr>
            <p:spPr>
              <a:xfrm>
                <a:off x="9401061" y="517065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40" name="Freeform: Shape 9639">
                <a:extLst>
                  <a:ext uri="{FF2B5EF4-FFF2-40B4-BE49-F238E27FC236}">
                    <a16:creationId xmlns:a16="http://schemas.microsoft.com/office/drawing/2014/main" id="{29DEE24C-FE69-225D-2765-C757F5D5EE74}"/>
                  </a:ext>
                </a:extLst>
              </p:cNvPr>
              <p:cNvSpPr/>
              <p:nvPr/>
            </p:nvSpPr>
            <p:spPr>
              <a:xfrm>
                <a:off x="9401859" y="517050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41" name="Freeform: Shape 9640">
                <a:extLst>
                  <a:ext uri="{FF2B5EF4-FFF2-40B4-BE49-F238E27FC236}">
                    <a16:creationId xmlns:a16="http://schemas.microsoft.com/office/drawing/2014/main" id="{1C158A78-5DBC-A15A-E17F-85798716AE00}"/>
                  </a:ext>
                </a:extLst>
              </p:cNvPr>
              <p:cNvSpPr/>
              <p:nvPr/>
            </p:nvSpPr>
            <p:spPr>
              <a:xfrm>
                <a:off x="9402718" y="517054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42" name="Freeform: Shape 9641">
                <a:extLst>
                  <a:ext uri="{FF2B5EF4-FFF2-40B4-BE49-F238E27FC236}">
                    <a16:creationId xmlns:a16="http://schemas.microsoft.com/office/drawing/2014/main" id="{DC766100-4F13-8CDC-3795-D6F30F79027E}"/>
                  </a:ext>
                </a:extLst>
              </p:cNvPr>
              <p:cNvSpPr/>
              <p:nvPr/>
            </p:nvSpPr>
            <p:spPr>
              <a:xfrm>
                <a:off x="9403614" y="517071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43" name="Freeform: Shape 9642">
                <a:extLst>
                  <a:ext uri="{FF2B5EF4-FFF2-40B4-BE49-F238E27FC236}">
                    <a16:creationId xmlns:a16="http://schemas.microsoft.com/office/drawing/2014/main" id="{1E9D596D-9C58-F2EC-2F35-9815C4EED7A6}"/>
                  </a:ext>
                </a:extLst>
              </p:cNvPr>
              <p:cNvSpPr/>
              <p:nvPr/>
            </p:nvSpPr>
            <p:spPr>
              <a:xfrm>
                <a:off x="9404583" y="517112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44" name="Freeform: Shape 9643">
                <a:extLst>
                  <a:ext uri="{FF2B5EF4-FFF2-40B4-BE49-F238E27FC236}">
                    <a16:creationId xmlns:a16="http://schemas.microsoft.com/office/drawing/2014/main" id="{412FED84-5AE6-5778-B802-A200D3A56DA0}"/>
                  </a:ext>
                </a:extLst>
              </p:cNvPr>
              <p:cNvSpPr/>
              <p:nvPr/>
            </p:nvSpPr>
            <p:spPr>
              <a:xfrm>
                <a:off x="9405888" y="517261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5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5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45" name="Freeform: Shape 9644">
                <a:extLst>
                  <a:ext uri="{FF2B5EF4-FFF2-40B4-BE49-F238E27FC236}">
                    <a16:creationId xmlns:a16="http://schemas.microsoft.com/office/drawing/2014/main" id="{D8A3E27C-5E72-0291-85B6-4E5981A5AB37}"/>
                  </a:ext>
                </a:extLst>
              </p:cNvPr>
              <p:cNvSpPr/>
              <p:nvPr/>
            </p:nvSpPr>
            <p:spPr>
              <a:xfrm>
                <a:off x="9406484" y="517190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46" name="Freeform: Shape 9645">
                <a:extLst>
                  <a:ext uri="{FF2B5EF4-FFF2-40B4-BE49-F238E27FC236}">
                    <a16:creationId xmlns:a16="http://schemas.microsoft.com/office/drawing/2014/main" id="{AC4FD978-7ACB-FCE3-34BD-1DE54454A823}"/>
                  </a:ext>
                </a:extLst>
              </p:cNvPr>
              <p:cNvSpPr/>
              <p:nvPr/>
            </p:nvSpPr>
            <p:spPr>
              <a:xfrm>
                <a:off x="9407216" y="517161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79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1" y="1658"/>
                      <a:pt x="236" y="2465"/>
                      <a:pt x="236" y="3306"/>
                    </a:cubicBezTo>
                    <a:cubicBezTo>
                      <a:pt x="236" y="4147"/>
                      <a:pt x="571" y="4955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47" name="Freeform: Shape 9646">
                <a:extLst>
                  <a:ext uri="{FF2B5EF4-FFF2-40B4-BE49-F238E27FC236}">
                    <a16:creationId xmlns:a16="http://schemas.microsoft.com/office/drawing/2014/main" id="{B61C5B0C-B429-A6C4-442C-908AEBA03B8D}"/>
                  </a:ext>
                </a:extLst>
              </p:cNvPr>
              <p:cNvSpPr/>
              <p:nvPr/>
            </p:nvSpPr>
            <p:spPr>
              <a:xfrm>
                <a:off x="9407967" y="5171385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5"/>
                      <a:pt x="6245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1" y="1658"/>
                      <a:pt x="236" y="2465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48" name="Freeform: Shape 9647">
                <a:extLst>
                  <a:ext uri="{FF2B5EF4-FFF2-40B4-BE49-F238E27FC236}">
                    <a16:creationId xmlns:a16="http://schemas.microsoft.com/office/drawing/2014/main" id="{7092D1CE-DF4D-6407-63A5-6DC3BE3557E9}"/>
                  </a:ext>
                </a:extLst>
              </p:cNvPr>
              <p:cNvSpPr/>
              <p:nvPr/>
            </p:nvSpPr>
            <p:spPr>
              <a:xfrm>
                <a:off x="9408597" y="517074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5"/>
                      <a:pt x="6245" y="1657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1" y="1657"/>
                      <a:pt x="236" y="2465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49" name="Freeform: Shape 9648">
                <a:extLst>
                  <a:ext uri="{FF2B5EF4-FFF2-40B4-BE49-F238E27FC236}">
                    <a16:creationId xmlns:a16="http://schemas.microsoft.com/office/drawing/2014/main" id="{61E0D838-0856-87EF-30EA-9185651DDB50}"/>
                  </a:ext>
                </a:extLst>
              </p:cNvPr>
              <p:cNvSpPr/>
              <p:nvPr/>
            </p:nvSpPr>
            <p:spPr>
              <a:xfrm>
                <a:off x="9410313" y="517103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6 w 6343"/>
                  <a:gd name="connsiteY5" fmla="*/ 1063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3"/>
                    </a:cubicBezTo>
                    <a:cubicBezTo>
                      <a:pt x="571" y="1658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50" name="Freeform: Shape 9649">
                <a:extLst>
                  <a:ext uri="{FF2B5EF4-FFF2-40B4-BE49-F238E27FC236}">
                    <a16:creationId xmlns:a16="http://schemas.microsoft.com/office/drawing/2014/main" id="{B72F7810-EAEF-D450-266B-985F80DF75E4}"/>
                  </a:ext>
                </a:extLst>
              </p:cNvPr>
              <p:cNvSpPr/>
              <p:nvPr/>
            </p:nvSpPr>
            <p:spPr>
              <a:xfrm>
                <a:off x="9413309" y="517011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1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2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51" name="Freeform: Shape 9650">
                <a:extLst>
                  <a:ext uri="{FF2B5EF4-FFF2-40B4-BE49-F238E27FC236}">
                    <a16:creationId xmlns:a16="http://schemas.microsoft.com/office/drawing/2014/main" id="{D1D34758-5F22-D02B-A62E-8BA13421B12B}"/>
                  </a:ext>
                </a:extLst>
              </p:cNvPr>
              <p:cNvSpPr/>
              <p:nvPr/>
            </p:nvSpPr>
            <p:spPr>
              <a:xfrm>
                <a:off x="9340432" y="4843797"/>
                <a:ext cx="6343" cy="6345"/>
              </a:xfrm>
              <a:custGeom>
                <a:avLst/>
                <a:gdLst>
                  <a:gd name="connsiteX0" fmla="*/ 3403 w 6343"/>
                  <a:gd name="connsiteY0" fmla="*/ 6453 h 6345"/>
                  <a:gd name="connsiteX1" fmla="*/ 5645 w 6343"/>
                  <a:gd name="connsiteY1" fmla="*/ 5524 h 6345"/>
                  <a:gd name="connsiteX2" fmla="*/ 6574 w 6343"/>
                  <a:gd name="connsiteY2" fmla="*/ 3280 h 6345"/>
                  <a:gd name="connsiteX3" fmla="*/ 5645 w 6343"/>
                  <a:gd name="connsiteY3" fmla="*/ 1037 h 6345"/>
                  <a:gd name="connsiteX4" fmla="*/ 3403 w 6343"/>
                  <a:gd name="connsiteY4" fmla="*/ 108 h 6345"/>
                  <a:gd name="connsiteX5" fmla="*/ 1160 w 6343"/>
                  <a:gd name="connsiteY5" fmla="*/ 1037 h 6345"/>
                  <a:gd name="connsiteX6" fmla="*/ 231 w 6343"/>
                  <a:gd name="connsiteY6" fmla="*/ 3280 h 6345"/>
                  <a:gd name="connsiteX7" fmla="*/ 1160 w 6343"/>
                  <a:gd name="connsiteY7" fmla="*/ 5524 h 6345"/>
                  <a:gd name="connsiteX8" fmla="*/ 3403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53"/>
                    </a:moveTo>
                    <a:cubicBezTo>
                      <a:pt x="4244" y="6453"/>
                      <a:pt x="5051" y="6119"/>
                      <a:pt x="5645" y="5524"/>
                    </a:cubicBezTo>
                    <a:cubicBezTo>
                      <a:pt x="6240" y="4929"/>
                      <a:pt x="6574" y="4122"/>
                      <a:pt x="6574" y="3280"/>
                    </a:cubicBezTo>
                    <a:cubicBezTo>
                      <a:pt x="6574" y="2439"/>
                      <a:pt x="6240" y="1632"/>
                      <a:pt x="5645" y="1037"/>
                    </a:cubicBezTo>
                    <a:cubicBezTo>
                      <a:pt x="5051" y="442"/>
                      <a:pt x="4244" y="108"/>
                      <a:pt x="3403" y="108"/>
                    </a:cubicBezTo>
                    <a:cubicBezTo>
                      <a:pt x="2562" y="108"/>
                      <a:pt x="1755" y="442"/>
                      <a:pt x="1160" y="1037"/>
                    </a:cubicBezTo>
                    <a:cubicBezTo>
                      <a:pt x="565" y="1632"/>
                      <a:pt x="231" y="2439"/>
                      <a:pt x="231" y="3280"/>
                    </a:cubicBezTo>
                    <a:cubicBezTo>
                      <a:pt x="231" y="4122"/>
                      <a:pt x="565" y="4929"/>
                      <a:pt x="1160" y="5524"/>
                    </a:cubicBezTo>
                    <a:cubicBezTo>
                      <a:pt x="1755" y="6119"/>
                      <a:pt x="2562" y="6453"/>
                      <a:pt x="3403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52" name="Freeform: Shape 9651">
                <a:extLst>
                  <a:ext uri="{FF2B5EF4-FFF2-40B4-BE49-F238E27FC236}">
                    <a16:creationId xmlns:a16="http://schemas.microsoft.com/office/drawing/2014/main" id="{85D7B69E-2217-F587-75AF-D5B0A3AC0DE9}"/>
                  </a:ext>
                </a:extLst>
              </p:cNvPr>
              <p:cNvSpPr/>
              <p:nvPr/>
            </p:nvSpPr>
            <p:spPr>
              <a:xfrm>
                <a:off x="9390443" y="5053843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4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8" y="124"/>
                      <a:pt x="3407" y="124"/>
                    </a:cubicBezTo>
                    <a:cubicBezTo>
                      <a:pt x="2565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5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53" name="Freeform: Shape 9652">
                <a:extLst>
                  <a:ext uri="{FF2B5EF4-FFF2-40B4-BE49-F238E27FC236}">
                    <a16:creationId xmlns:a16="http://schemas.microsoft.com/office/drawing/2014/main" id="{CBA8A2CB-ADCF-3D0B-CA74-A773D671E865}"/>
                  </a:ext>
                </a:extLst>
              </p:cNvPr>
              <p:cNvSpPr/>
              <p:nvPr/>
            </p:nvSpPr>
            <p:spPr>
              <a:xfrm>
                <a:off x="9392707" y="5057139"/>
                <a:ext cx="6343" cy="6345"/>
              </a:xfrm>
              <a:custGeom>
                <a:avLst/>
                <a:gdLst>
                  <a:gd name="connsiteX0" fmla="*/ 3407 w 6343"/>
                  <a:gd name="connsiteY0" fmla="*/ 6470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4 h 6345"/>
                  <a:gd name="connsiteX4" fmla="*/ 3407 w 6343"/>
                  <a:gd name="connsiteY4" fmla="*/ 124 h 6345"/>
                  <a:gd name="connsiteX5" fmla="*/ 1164 w 6343"/>
                  <a:gd name="connsiteY5" fmla="*/ 1054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0"/>
                    </a:moveTo>
                    <a:cubicBezTo>
                      <a:pt x="4248" y="6470"/>
                      <a:pt x="5055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6"/>
                      <a:pt x="6244" y="1649"/>
                      <a:pt x="5649" y="1054"/>
                    </a:cubicBezTo>
                    <a:cubicBezTo>
                      <a:pt x="5055" y="459"/>
                      <a:pt x="4248" y="124"/>
                      <a:pt x="3407" y="124"/>
                    </a:cubicBezTo>
                    <a:cubicBezTo>
                      <a:pt x="2566" y="124"/>
                      <a:pt x="1759" y="459"/>
                      <a:pt x="1164" y="1054"/>
                    </a:cubicBezTo>
                    <a:cubicBezTo>
                      <a:pt x="569" y="1649"/>
                      <a:pt x="235" y="2456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6" y="6470"/>
                      <a:pt x="3407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54" name="Freeform: Shape 9653">
                <a:extLst>
                  <a:ext uri="{FF2B5EF4-FFF2-40B4-BE49-F238E27FC236}">
                    <a16:creationId xmlns:a16="http://schemas.microsoft.com/office/drawing/2014/main" id="{83FE4025-08FF-CF49-3036-BBF229ACEC0C}"/>
                  </a:ext>
                </a:extLst>
              </p:cNvPr>
              <p:cNvSpPr/>
              <p:nvPr/>
            </p:nvSpPr>
            <p:spPr>
              <a:xfrm>
                <a:off x="9388749" y="5023026"/>
                <a:ext cx="6343" cy="6345"/>
              </a:xfrm>
              <a:custGeom>
                <a:avLst/>
                <a:gdLst>
                  <a:gd name="connsiteX0" fmla="*/ 3406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6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6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7"/>
                    </a:moveTo>
                    <a:cubicBezTo>
                      <a:pt x="4248" y="6467"/>
                      <a:pt x="5054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4" y="456"/>
                      <a:pt x="4248" y="122"/>
                      <a:pt x="3406" y="122"/>
                    </a:cubicBezTo>
                    <a:cubicBezTo>
                      <a:pt x="2565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5" y="6467"/>
                      <a:pt x="3406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55" name="Freeform: Shape 9654">
                <a:extLst>
                  <a:ext uri="{FF2B5EF4-FFF2-40B4-BE49-F238E27FC236}">
                    <a16:creationId xmlns:a16="http://schemas.microsoft.com/office/drawing/2014/main" id="{70DA12CC-F081-F5EE-6B72-1A769E12DE22}"/>
                  </a:ext>
                </a:extLst>
              </p:cNvPr>
              <p:cNvSpPr/>
              <p:nvPr/>
            </p:nvSpPr>
            <p:spPr>
              <a:xfrm>
                <a:off x="9390792" y="5024601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4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4" y="456"/>
                      <a:pt x="4248" y="122"/>
                      <a:pt x="3407" y="122"/>
                    </a:cubicBezTo>
                    <a:cubicBezTo>
                      <a:pt x="2565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5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56" name="Freeform: Shape 9655">
                <a:extLst>
                  <a:ext uri="{FF2B5EF4-FFF2-40B4-BE49-F238E27FC236}">
                    <a16:creationId xmlns:a16="http://schemas.microsoft.com/office/drawing/2014/main" id="{715EF54F-2DE5-2E5E-B1F4-FE221FC95151}"/>
                  </a:ext>
                </a:extLst>
              </p:cNvPr>
              <p:cNvSpPr/>
              <p:nvPr/>
            </p:nvSpPr>
            <p:spPr>
              <a:xfrm>
                <a:off x="9392860" y="5026438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5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5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5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5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57" name="Freeform: Shape 9656">
                <a:extLst>
                  <a:ext uri="{FF2B5EF4-FFF2-40B4-BE49-F238E27FC236}">
                    <a16:creationId xmlns:a16="http://schemas.microsoft.com/office/drawing/2014/main" id="{A5A79123-EA46-90A4-4080-5196A1133D86}"/>
                  </a:ext>
                </a:extLst>
              </p:cNvPr>
              <p:cNvSpPr/>
              <p:nvPr/>
            </p:nvSpPr>
            <p:spPr>
              <a:xfrm>
                <a:off x="9394077" y="5023840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58" name="Freeform: Shape 9657">
                <a:extLst>
                  <a:ext uri="{FF2B5EF4-FFF2-40B4-BE49-F238E27FC236}">
                    <a16:creationId xmlns:a16="http://schemas.microsoft.com/office/drawing/2014/main" id="{5F68938C-9E7F-DA2C-CC4F-43DAB071F780}"/>
                  </a:ext>
                </a:extLst>
              </p:cNvPr>
              <p:cNvSpPr/>
              <p:nvPr/>
            </p:nvSpPr>
            <p:spPr>
              <a:xfrm>
                <a:off x="9395513" y="5022299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4" y="4943"/>
                      <a:pt x="6579" y="4136"/>
                      <a:pt x="6579" y="3294"/>
                    </a:cubicBezTo>
                    <a:cubicBezTo>
                      <a:pt x="6579" y="2453"/>
                      <a:pt x="6244" y="1646"/>
                      <a:pt x="5650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70" y="1646"/>
                      <a:pt x="235" y="2453"/>
                      <a:pt x="235" y="3294"/>
                    </a:cubicBezTo>
                    <a:cubicBezTo>
                      <a:pt x="235" y="4136"/>
                      <a:pt x="570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59" name="Freeform: Shape 9658">
                <a:extLst>
                  <a:ext uri="{FF2B5EF4-FFF2-40B4-BE49-F238E27FC236}">
                    <a16:creationId xmlns:a16="http://schemas.microsoft.com/office/drawing/2014/main" id="{1221B0A8-9099-D016-A5C0-3DB16D2392BD}"/>
                  </a:ext>
                </a:extLst>
              </p:cNvPr>
              <p:cNvSpPr/>
              <p:nvPr/>
            </p:nvSpPr>
            <p:spPr>
              <a:xfrm>
                <a:off x="9396741" y="5019465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6 w 6343"/>
                  <a:gd name="connsiteY6" fmla="*/ 3294 h 6345"/>
                  <a:gd name="connsiteX7" fmla="*/ 1164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4" y="4943"/>
                      <a:pt x="6579" y="4135"/>
                      <a:pt x="6579" y="3294"/>
                    </a:cubicBezTo>
                    <a:cubicBezTo>
                      <a:pt x="6579" y="2453"/>
                      <a:pt x="6244" y="1646"/>
                      <a:pt x="5650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1"/>
                    </a:cubicBezTo>
                    <a:cubicBezTo>
                      <a:pt x="570" y="1646"/>
                      <a:pt x="236" y="2453"/>
                      <a:pt x="236" y="3294"/>
                    </a:cubicBezTo>
                    <a:cubicBezTo>
                      <a:pt x="236" y="4135"/>
                      <a:pt x="570" y="4943"/>
                      <a:pt x="1164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60" name="Freeform: Shape 9659">
                <a:extLst>
                  <a:ext uri="{FF2B5EF4-FFF2-40B4-BE49-F238E27FC236}">
                    <a16:creationId xmlns:a16="http://schemas.microsoft.com/office/drawing/2014/main" id="{8CBDF595-6CAB-31F1-628E-BF77033C108C}"/>
                  </a:ext>
                </a:extLst>
              </p:cNvPr>
              <p:cNvSpPr/>
              <p:nvPr/>
            </p:nvSpPr>
            <p:spPr>
              <a:xfrm>
                <a:off x="9398229" y="5018000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3"/>
                      <a:pt x="6245" y="1645"/>
                      <a:pt x="5650" y="1050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5" y="1050"/>
                    </a:cubicBezTo>
                    <a:cubicBezTo>
                      <a:pt x="570" y="1645"/>
                      <a:pt x="236" y="2453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61" name="Freeform: Shape 9660">
                <a:extLst>
                  <a:ext uri="{FF2B5EF4-FFF2-40B4-BE49-F238E27FC236}">
                    <a16:creationId xmlns:a16="http://schemas.microsoft.com/office/drawing/2014/main" id="{F3E31336-DD94-EFFC-6339-86031FEB807B}"/>
                  </a:ext>
                </a:extLst>
              </p:cNvPr>
              <p:cNvSpPr/>
              <p:nvPr/>
            </p:nvSpPr>
            <p:spPr>
              <a:xfrm>
                <a:off x="9399484" y="5014991"/>
                <a:ext cx="6343" cy="6345"/>
              </a:xfrm>
              <a:custGeom>
                <a:avLst/>
                <a:gdLst>
                  <a:gd name="connsiteX0" fmla="*/ 3407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6"/>
                    </a:moveTo>
                    <a:cubicBezTo>
                      <a:pt x="4248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8" y="121"/>
                      <a:pt x="3407" y="121"/>
                    </a:cubicBezTo>
                    <a:cubicBezTo>
                      <a:pt x="2566" y="121"/>
                      <a:pt x="1759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59" y="6132"/>
                      <a:pt x="2566" y="6466"/>
                      <a:pt x="340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62" name="Freeform: Shape 9661">
                <a:extLst>
                  <a:ext uri="{FF2B5EF4-FFF2-40B4-BE49-F238E27FC236}">
                    <a16:creationId xmlns:a16="http://schemas.microsoft.com/office/drawing/2014/main" id="{6196CD67-279F-F2FE-3AE6-DF470DD6C716}"/>
                  </a:ext>
                </a:extLst>
              </p:cNvPr>
              <p:cNvSpPr/>
              <p:nvPr/>
            </p:nvSpPr>
            <p:spPr>
              <a:xfrm>
                <a:off x="9400976" y="5013292"/>
                <a:ext cx="6343" cy="6345"/>
              </a:xfrm>
              <a:custGeom>
                <a:avLst/>
                <a:gdLst>
                  <a:gd name="connsiteX0" fmla="*/ 3407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6"/>
                    </a:moveTo>
                    <a:cubicBezTo>
                      <a:pt x="4249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9" y="121"/>
                      <a:pt x="3407" y="121"/>
                    </a:cubicBezTo>
                    <a:cubicBezTo>
                      <a:pt x="2566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6"/>
                      <a:pt x="340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63" name="Freeform: Shape 9662">
                <a:extLst>
                  <a:ext uri="{FF2B5EF4-FFF2-40B4-BE49-F238E27FC236}">
                    <a16:creationId xmlns:a16="http://schemas.microsoft.com/office/drawing/2014/main" id="{0E3820C9-3F61-4ACD-AFA1-2EC31464AA9F}"/>
                  </a:ext>
                </a:extLst>
              </p:cNvPr>
              <p:cNvSpPr/>
              <p:nvPr/>
            </p:nvSpPr>
            <p:spPr>
              <a:xfrm>
                <a:off x="9402514" y="5011787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3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9" y="121"/>
                      <a:pt x="3408" y="121"/>
                    </a:cubicBezTo>
                    <a:cubicBezTo>
                      <a:pt x="2566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3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64" name="Freeform: Shape 9663">
                <a:extLst>
                  <a:ext uri="{FF2B5EF4-FFF2-40B4-BE49-F238E27FC236}">
                    <a16:creationId xmlns:a16="http://schemas.microsoft.com/office/drawing/2014/main" id="{2914D03E-0FD4-B127-377B-8935C88397C2}"/>
                  </a:ext>
                </a:extLst>
              </p:cNvPr>
              <p:cNvSpPr/>
              <p:nvPr/>
            </p:nvSpPr>
            <p:spPr>
              <a:xfrm>
                <a:off x="9404308" y="5011971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3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0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3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65" name="Freeform: Shape 9664">
                <a:extLst>
                  <a:ext uri="{FF2B5EF4-FFF2-40B4-BE49-F238E27FC236}">
                    <a16:creationId xmlns:a16="http://schemas.microsoft.com/office/drawing/2014/main" id="{E27EE6D0-0995-D111-CF32-0AA2D3254D7D}"/>
                  </a:ext>
                </a:extLst>
              </p:cNvPr>
              <p:cNvSpPr/>
              <p:nvPr/>
            </p:nvSpPr>
            <p:spPr>
              <a:xfrm>
                <a:off x="9406072" y="5011980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3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0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3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66" name="Freeform: Shape 9665">
                <a:extLst>
                  <a:ext uri="{FF2B5EF4-FFF2-40B4-BE49-F238E27FC236}">
                    <a16:creationId xmlns:a16="http://schemas.microsoft.com/office/drawing/2014/main" id="{CAA5771D-399E-1C8E-AA45-CD42640C9C5F}"/>
                  </a:ext>
                </a:extLst>
              </p:cNvPr>
              <p:cNvSpPr/>
              <p:nvPr/>
            </p:nvSpPr>
            <p:spPr>
              <a:xfrm>
                <a:off x="9407835" y="5011999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79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1" y="1645"/>
                      <a:pt x="236" y="2452"/>
                      <a:pt x="236" y="3293"/>
                    </a:cubicBezTo>
                    <a:cubicBezTo>
                      <a:pt x="236" y="4135"/>
                      <a:pt x="571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67" name="Freeform: Shape 9666">
                <a:extLst>
                  <a:ext uri="{FF2B5EF4-FFF2-40B4-BE49-F238E27FC236}">
                    <a16:creationId xmlns:a16="http://schemas.microsoft.com/office/drawing/2014/main" id="{1FF5178A-8361-6E36-78F6-9F5A9A0A9EC7}"/>
                  </a:ext>
                </a:extLst>
              </p:cNvPr>
              <p:cNvSpPr/>
              <p:nvPr/>
            </p:nvSpPr>
            <p:spPr>
              <a:xfrm>
                <a:off x="9409542" y="5011593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80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7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5" y="4942"/>
                      <a:pt x="6580" y="4135"/>
                      <a:pt x="6580" y="3293"/>
                    </a:cubicBezTo>
                    <a:cubicBezTo>
                      <a:pt x="6580" y="2452"/>
                      <a:pt x="6245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1" y="1645"/>
                      <a:pt x="237" y="2452"/>
                      <a:pt x="237" y="3293"/>
                    </a:cubicBezTo>
                    <a:cubicBezTo>
                      <a:pt x="237" y="4135"/>
                      <a:pt x="571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68" name="Freeform: Shape 9667">
                <a:extLst>
                  <a:ext uri="{FF2B5EF4-FFF2-40B4-BE49-F238E27FC236}">
                    <a16:creationId xmlns:a16="http://schemas.microsoft.com/office/drawing/2014/main" id="{D923473F-DCBE-64CF-4CB2-6B45F658C77F}"/>
                  </a:ext>
                </a:extLst>
              </p:cNvPr>
              <p:cNvSpPr/>
              <p:nvPr/>
            </p:nvSpPr>
            <p:spPr>
              <a:xfrm>
                <a:off x="9411362" y="5012134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80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6 w 6343"/>
                  <a:gd name="connsiteY5" fmla="*/ 1050 h 6345"/>
                  <a:gd name="connsiteX6" fmla="*/ 237 w 6343"/>
                  <a:gd name="connsiteY6" fmla="*/ 3293 h 6345"/>
                  <a:gd name="connsiteX7" fmla="*/ 1166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6" y="4942"/>
                      <a:pt x="6580" y="4135"/>
                      <a:pt x="6580" y="3293"/>
                    </a:cubicBezTo>
                    <a:cubicBezTo>
                      <a:pt x="6580" y="2452"/>
                      <a:pt x="6246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6" y="1050"/>
                    </a:cubicBezTo>
                    <a:cubicBezTo>
                      <a:pt x="571" y="1645"/>
                      <a:pt x="237" y="2452"/>
                      <a:pt x="237" y="3293"/>
                    </a:cubicBezTo>
                    <a:cubicBezTo>
                      <a:pt x="237" y="4135"/>
                      <a:pt x="571" y="4942"/>
                      <a:pt x="1166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69" name="Freeform: Shape 9668">
                <a:extLst>
                  <a:ext uri="{FF2B5EF4-FFF2-40B4-BE49-F238E27FC236}">
                    <a16:creationId xmlns:a16="http://schemas.microsoft.com/office/drawing/2014/main" id="{6E3015C2-E21F-7680-16BD-2A1781ACBF88}"/>
                  </a:ext>
                </a:extLst>
              </p:cNvPr>
              <p:cNvSpPr/>
              <p:nvPr/>
            </p:nvSpPr>
            <p:spPr>
              <a:xfrm>
                <a:off x="9412781" y="5009125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80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6 w 6343"/>
                  <a:gd name="connsiteY5" fmla="*/ 1050 h 6345"/>
                  <a:gd name="connsiteX6" fmla="*/ 237 w 6343"/>
                  <a:gd name="connsiteY6" fmla="*/ 3293 h 6345"/>
                  <a:gd name="connsiteX7" fmla="*/ 1166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6" y="4942"/>
                      <a:pt x="6580" y="4135"/>
                      <a:pt x="6580" y="3293"/>
                    </a:cubicBezTo>
                    <a:cubicBezTo>
                      <a:pt x="6580" y="2452"/>
                      <a:pt x="6246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6" y="1050"/>
                    </a:cubicBezTo>
                    <a:cubicBezTo>
                      <a:pt x="571" y="1645"/>
                      <a:pt x="237" y="2452"/>
                      <a:pt x="237" y="3293"/>
                    </a:cubicBezTo>
                    <a:cubicBezTo>
                      <a:pt x="237" y="4135"/>
                      <a:pt x="571" y="4942"/>
                      <a:pt x="1166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70" name="Freeform: Shape 9669">
                <a:extLst>
                  <a:ext uri="{FF2B5EF4-FFF2-40B4-BE49-F238E27FC236}">
                    <a16:creationId xmlns:a16="http://schemas.microsoft.com/office/drawing/2014/main" id="{5537998D-F3BC-103F-D75B-1A4F72F22ED2}"/>
                  </a:ext>
                </a:extLst>
              </p:cNvPr>
              <p:cNvSpPr/>
              <p:nvPr/>
            </p:nvSpPr>
            <p:spPr>
              <a:xfrm>
                <a:off x="9414424" y="5007936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80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0 h 6345"/>
                  <a:gd name="connsiteX5" fmla="*/ 1166 w 6343"/>
                  <a:gd name="connsiteY5" fmla="*/ 1050 h 6345"/>
                  <a:gd name="connsiteX6" fmla="*/ 237 w 6343"/>
                  <a:gd name="connsiteY6" fmla="*/ 3293 h 6345"/>
                  <a:gd name="connsiteX7" fmla="*/ 1166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50" y="6466"/>
                      <a:pt x="5056" y="6132"/>
                      <a:pt x="5651" y="5537"/>
                    </a:cubicBezTo>
                    <a:cubicBezTo>
                      <a:pt x="6246" y="4942"/>
                      <a:pt x="6580" y="4135"/>
                      <a:pt x="6580" y="3293"/>
                    </a:cubicBezTo>
                    <a:cubicBezTo>
                      <a:pt x="6580" y="2452"/>
                      <a:pt x="6246" y="1645"/>
                      <a:pt x="5651" y="1050"/>
                    </a:cubicBezTo>
                    <a:cubicBezTo>
                      <a:pt x="5056" y="455"/>
                      <a:pt x="4250" y="120"/>
                      <a:pt x="3408" y="120"/>
                    </a:cubicBezTo>
                    <a:cubicBezTo>
                      <a:pt x="2567" y="120"/>
                      <a:pt x="1761" y="455"/>
                      <a:pt x="1166" y="1050"/>
                    </a:cubicBezTo>
                    <a:cubicBezTo>
                      <a:pt x="571" y="1645"/>
                      <a:pt x="237" y="2452"/>
                      <a:pt x="237" y="3293"/>
                    </a:cubicBezTo>
                    <a:cubicBezTo>
                      <a:pt x="237" y="4135"/>
                      <a:pt x="571" y="4942"/>
                      <a:pt x="1166" y="5537"/>
                    </a:cubicBezTo>
                    <a:cubicBezTo>
                      <a:pt x="1761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71" name="Freeform: Shape 9670">
                <a:extLst>
                  <a:ext uri="{FF2B5EF4-FFF2-40B4-BE49-F238E27FC236}">
                    <a16:creationId xmlns:a16="http://schemas.microsoft.com/office/drawing/2014/main" id="{C105D2F6-0CD7-1D9A-EE88-F87B5CDF9AD8}"/>
                  </a:ext>
                </a:extLst>
              </p:cNvPr>
              <p:cNvSpPr/>
              <p:nvPr/>
            </p:nvSpPr>
            <p:spPr>
              <a:xfrm>
                <a:off x="9431951" y="5168274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72" name="Freeform: Shape 9671">
                <a:extLst>
                  <a:ext uri="{FF2B5EF4-FFF2-40B4-BE49-F238E27FC236}">
                    <a16:creationId xmlns:a16="http://schemas.microsoft.com/office/drawing/2014/main" id="{24B8D5F7-CA8F-0FF4-76E9-6F468D5B0827}"/>
                  </a:ext>
                </a:extLst>
              </p:cNvPr>
              <p:cNvSpPr/>
              <p:nvPr/>
            </p:nvSpPr>
            <p:spPr>
              <a:xfrm>
                <a:off x="9419553" y="5005805"/>
                <a:ext cx="6343" cy="6345"/>
              </a:xfrm>
              <a:custGeom>
                <a:avLst/>
                <a:gdLst>
                  <a:gd name="connsiteX0" fmla="*/ 3409 w 6343"/>
                  <a:gd name="connsiteY0" fmla="*/ 6466 h 6345"/>
                  <a:gd name="connsiteX1" fmla="*/ 5651 w 6343"/>
                  <a:gd name="connsiteY1" fmla="*/ 5536 h 6345"/>
                  <a:gd name="connsiteX2" fmla="*/ 6580 w 6343"/>
                  <a:gd name="connsiteY2" fmla="*/ 3293 h 6345"/>
                  <a:gd name="connsiteX3" fmla="*/ 5651 w 6343"/>
                  <a:gd name="connsiteY3" fmla="*/ 1050 h 6345"/>
                  <a:gd name="connsiteX4" fmla="*/ 3409 w 6343"/>
                  <a:gd name="connsiteY4" fmla="*/ 120 h 6345"/>
                  <a:gd name="connsiteX5" fmla="*/ 1166 w 6343"/>
                  <a:gd name="connsiteY5" fmla="*/ 1050 h 6345"/>
                  <a:gd name="connsiteX6" fmla="*/ 237 w 6343"/>
                  <a:gd name="connsiteY6" fmla="*/ 3293 h 6345"/>
                  <a:gd name="connsiteX7" fmla="*/ 1166 w 6343"/>
                  <a:gd name="connsiteY7" fmla="*/ 5536 h 6345"/>
                  <a:gd name="connsiteX8" fmla="*/ 340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66"/>
                    </a:moveTo>
                    <a:cubicBezTo>
                      <a:pt x="4250" y="6466"/>
                      <a:pt x="5057" y="6131"/>
                      <a:pt x="5651" y="5536"/>
                    </a:cubicBezTo>
                    <a:cubicBezTo>
                      <a:pt x="6246" y="4941"/>
                      <a:pt x="6580" y="4134"/>
                      <a:pt x="6580" y="3293"/>
                    </a:cubicBezTo>
                    <a:cubicBezTo>
                      <a:pt x="6580" y="2452"/>
                      <a:pt x="6246" y="1645"/>
                      <a:pt x="5651" y="1050"/>
                    </a:cubicBezTo>
                    <a:cubicBezTo>
                      <a:pt x="5057" y="455"/>
                      <a:pt x="4250" y="120"/>
                      <a:pt x="3409" y="120"/>
                    </a:cubicBezTo>
                    <a:cubicBezTo>
                      <a:pt x="2568" y="120"/>
                      <a:pt x="1761" y="455"/>
                      <a:pt x="1166" y="1050"/>
                    </a:cubicBezTo>
                    <a:cubicBezTo>
                      <a:pt x="571" y="1645"/>
                      <a:pt x="237" y="2452"/>
                      <a:pt x="237" y="3293"/>
                    </a:cubicBezTo>
                    <a:cubicBezTo>
                      <a:pt x="237" y="4134"/>
                      <a:pt x="571" y="4941"/>
                      <a:pt x="1166" y="5536"/>
                    </a:cubicBezTo>
                    <a:cubicBezTo>
                      <a:pt x="1761" y="6131"/>
                      <a:pt x="2568" y="6466"/>
                      <a:pt x="340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73" name="Freeform: Shape 9672">
                <a:extLst>
                  <a:ext uri="{FF2B5EF4-FFF2-40B4-BE49-F238E27FC236}">
                    <a16:creationId xmlns:a16="http://schemas.microsoft.com/office/drawing/2014/main" id="{AB9A3D06-DA27-D22E-A41C-D62475E1D1DE}"/>
                  </a:ext>
                </a:extLst>
              </p:cNvPr>
              <p:cNvSpPr/>
              <p:nvPr/>
            </p:nvSpPr>
            <p:spPr>
              <a:xfrm>
                <a:off x="9434252" y="5167878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2" y="4147"/>
                      <a:pt x="6582" y="3306"/>
                    </a:cubicBezTo>
                    <a:cubicBezTo>
                      <a:pt x="6582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8" y="2464"/>
                      <a:pt x="238" y="3306"/>
                    </a:cubicBezTo>
                    <a:cubicBezTo>
                      <a:pt x="238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74" name="Freeform: Shape 9673">
                <a:extLst>
                  <a:ext uri="{FF2B5EF4-FFF2-40B4-BE49-F238E27FC236}">
                    <a16:creationId xmlns:a16="http://schemas.microsoft.com/office/drawing/2014/main" id="{1B49BAFB-4E9D-E1A4-F2C4-F3FA722CAF30}"/>
                  </a:ext>
                </a:extLst>
              </p:cNvPr>
              <p:cNvSpPr/>
              <p:nvPr/>
            </p:nvSpPr>
            <p:spPr>
              <a:xfrm>
                <a:off x="9411422" y="4846861"/>
                <a:ext cx="6343" cy="6345"/>
              </a:xfrm>
              <a:custGeom>
                <a:avLst/>
                <a:gdLst>
                  <a:gd name="connsiteX0" fmla="*/ 3408 w 6343"/>
                  <a:gd name="connsiteY0" fmla="*/ 6453 h 6345"/>
                  <a:gd name="connsiteX1" fmla="*/ 5651 w 6343"/>
                  <a:gd name="connsiteY1" fmla="*/ 5524 h 6345"/>
                  <a:gd name="connsiteX2" fmla="*/ 6580 w 6343"/>
                  <a:gd name="connsiteY2" fmla="*/ 3280 h 6345"/>
                  <a:gd name="connsiteX3" fmla="*/ 5651 w 6343"/>
                  <a:gd name="connsiteY3" fmla="*/ 1037 h 6345"/>
                  <a:gd name="connsiteX4" fmla="*/ 3408 w 6343"/>
                  <a:gd name="connsiteY4" fmla="*/ 108 h 6345"/>
                  <a:gd name="connsiteX5" fmla="*/ 1166 w 6343"/>
                  <a:gd name="connsiteY5" fmla="*/ 1037 h 6345"/>
                  <a:gd name="connsiteX6" fmla="*/ 237 w 6343"/>
                  <a:gd name="connsiteY6" fmla="*/ 3280 h 6345"/>
                  <a:gd name="connsiteX7" fmla="*/ 1166 w 6343"/>
                  <a:gd name="connsiteY7" fmla="*/ 5524 h 6345"/>
                  <a:gd name="connsiteX8" fmla="*/ 3408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53"/>
                    </a:moveTo>
                    <a:cubicBezTo>
                      <a:pt x="4249" y="6453"/>
                      <a:pt x="5056" y="6119"/>
                      <a:pt x="5651" y="5524"/>
                    </a:cubicBezTo>
                    <a:cubicBezTo>
                      <a:pt x="6246" y="4929"/>
                      <a:pt x="6580" y="4122"/>
                      <a:pt x="6580" y="3280"/>
                    </a:cubicBezTo>
                    <a:cubicBezTo>
                      <a:pt x="6580" y="2439"/>
                      <a:pt x="6246" y="1632"/>
                      <a:pt x="5651" y="1037"/>
                    </a:cubicBezTo>
                    <a:cubicBezTo>
                      <a:pt x="5056" y="442"/>
                      <a:pt x="4249" y="108"/>
                      <a:pt x="3408" y="108"/>
                    </a:cubicBezTo>
                    <a:cubicBezTo>
                      <a:pt x="2567" y="108"/>
                      <a:pt x="1760" y="442"/>
                      <a:pt x="1166" y="1037"/>
                    </a:cubicBezTo>
                    <a:cubicBezTo>
                      <a:pt x="571" y="1632"/>
                      <a:pt x="237" y="2439"/>
                      <a:pt x="237" y="3280"/>
                    </a:cubicBezTo>
                    <a:cubicBezTo>
                      <a:pt x="237" y="4122"/>
                      <a:pt x="571" y="4929"/>
                      <a:pt x="1166" y="5524"/>
                    </a:cubicBezTo>
                    <a:cubicBezTo>
                      <a:pt x="1760" y="6119"/>
                      <a:pt x="2567" y="6453"/>
                      <a:pt x="3408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75" name="Freeform: Shape 9674">
                <a:extLst>
                  <a:ext uri="{FF2B5EF4-FFF2-40B4-BE49-F238E27FC236}">
                    <a16:creationId xmlns:a16="http://schemas.microsoft.com/office/drawing/2014/main" id="{22E7DE76-F0DD-759A-5A44-B94A5205E0C9}"/>
                  </a:ext>
                </a:extLst>
              </p:cNvPr>
              <p:cNvSpPr/>
              <p:nvPr/>
            </p:nvSpPr>
            <p:spPr>
              <a:xfrm>
                <a:off x="9435829" y="5168203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76" name="Freeform: Shape 9675">
                <a:extLst>
                  <a:ext uri="{FF2B5EF4-FFF2-40B4-BE49-F238E27FC236}">
                    <a16:creationId xmlns:a16="http://schemas.microsoft.com/office/drawing/2014/main" id="{383A0C99-30E2-FC0C-5CF5-D95A87CF3D9F}"/>
                  </a:ext>
                </a:extLst>
              </p:cNvPr>
              <p:cNvSpPr/>
              <p:nvPr/>
            </p:nvSpPr>
            <p:spPr>
              <a:xfrm>
                <a:off x="9442599" y="5006628"/>
                <a:ext cx="6343" cy="6345"/>
              </a:xfrm>
              <a:custGeom>
                <a:avLst/>
                <a:gdLst>
                  <a:gd name="connsiteX0" fmla="*/ 3411 w 6343"/>
                  <a:gd name="connsiteY0" fmla="*/ 6466 h 6345"/>
                  <a:gd name="connsiteX1" fmla="*/ 5653 w 6343"/>
                  <a:gd name="connsiteY1" fmla="*/ 5536 h 6345"/>
                  <a:gd name="connsiteX2" fmla="*/ 6582 w 6343"/>
                  <a:gd name="connsiteY2" fmla="*/ 3293 h 6345"/>
                  <a:gd name="connsiteX3" fmla="*/ 5653 w 6343"/>
                  <a:gd name="connsiteY3" fmla="*/ 1050 h 6345"/>
                  <a:gd name="connsiteX4" fmla="*/ 3411 w 6343"/>
                  <a:gd name="connsiteY4" fmla="*/ 120 h 6345"/>
                  <a:gd name="connsiteX5" fmla="*/ 1168 w 6343"/>
                  <a:gd name="connsiteY5" fmla="*/ 1050 h 6345"/>
                  <a:gd name="connsiteX6" fmla="*/ 239 w 6343"/>
                  <a:gd name="connsiteY6" fmla="*/ 3293 h 6345"/>
                  <a:gd name="connsiteX7" fmla="*/ 1168 w 6343"/>
                  <a:gd name="connsiteY7" fmla="*/ 5536 h 6345"/>
                  <a:gd name="connsiteX8" fmla="*/ 341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66"/>
                    </a:moveTo>
                    <a:cubicBezTo>
                      <a:pt x="4252" y="6466"/>
                      <a:pt x="5059" y="6131"/>
                      <a:pt x="5653" y="5536"/>
                    </a:cubicBezTo>
                    <a:cubicBezTo>
                      <a:pt x="6248" y="4942"/>
                      <a:pt x="6582" y="4134"/>
                      <a:pt x="6582" y="3293"/>
                    </a:cubicBezTo>
                    <a:cubicBezTo>
                      <a:pt x="6582" y="2452"/>
                      <a:pt x="6248" y="1645"/>
                      <a:pt x="5653" y="1050"/>
                    </a:cubicBezTo>
                    <a:cubicBezTo>
                      <a:pt x="5059" y="455"/>
                      <a:pt x="4252" y="120"/>
                      <a:pt x="3411" y="120"/>
                    </a:cubicBezTo>
                    <a:cubicBezTo>
                      <a:pt x="2570" y="120"/>
                      <a:pt x="1763" y="455"/>
                      <a:pt x="1168" y="1050"/>
                    </a:cubicBezTo>
                    <a:cubicBezTo>
                      <a:pt x="573" y="1645"/>
                      <a:pt x="239" y="2452"/>
                      <a:pt x="239" y="3293"/>
                    </a:cubicBezTo>
                    <a:cubicBezTo>
                      <a:pt x="239" y="4134"/>
                      <a:pt x="573" y="4942"/>
                      <a:pt x="1168" y="5536"/>
                    </a:cubicBezTo>
                    <a:cubicBezTo>
                      <a:pt x="1763" y="6131"/>
                      <a:pt x="2570" y="6466"/>
                      <a:pt x="341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77" name="Freeform: Shape 9676">
                <a:extLst>
                  <a:ext uri="{FF2B5EF4-FFF2-40B4-BE49-F238E27FC236}">
                    <a16:creationId xmlns:a16="http://schemas.microsoft.com/office/drawing/2014/main" id="{E6B3D36B-1076-4573-A216-33D299D2B8B1}"/>
                  </a:ext>
                </a:extLst>
              </p:cNvPr>
              <p:cNvSpPr/>
              <p:nvPr/>
            </p:nvSpPr>
            <p:spPr>
              <a:xfrm>
                <a:off x="9465092" y="5012853"/>
                <a:ext cx="6343" cy="6345"/>
              </a:xfrm>
              <a:custGeom>
                <a:avLst/>
                <a:gdLst>
                  <a:gd name="connsiteX0" fmla="*/ 3412 w 6343"/>
                  <a:gd name="connsiteY0" fmla="*/ 6466 h 6345"/>
                  <a:gd name="connsiteX1" fmla="*/ 5655 w 6343"/>
                  <a:gd name="connsiteY1" fmla="*/ 5537 h 6345"/>
                  <a:gd name="connsiteX2" fmla="*/ 6584 w 6343"/>
                  <a:gd name="connsiteY2" fmla="*/ 3294 h 6345"/>
                  <a:gd name="connsiteX3" fmla="*/ 5655 w 6343"/>
                  <a:gd name="connsiteY3" fmla="*/ 1050 h 6345"/>
                  <a:gd name="connsiteX4" fmla="*/ 3412 w 6343"/>
                  <a:gd name="connsiteY4" fmla="*/ 121 h 6345"/>
                  <a:gd name="connsiteX5" fmla="*/ 1170 w 6343"/>
                  <a:gd name="connsiteY5" fmla="*/ 1050 h 6345"/>
                  <a:gd name="connsiteX6" fmla="*/ 241 w 6343"/>
                  <a:gd name="connsiteY6" fmla="*/ 3294 h 6345"/>
                  <a:gd name="connsiteX7" fmla="*/ 1170 w 6343"/>
                  <a:gd name="connsiteY7" fmla="*/ 5537 h 6345"/>
                  <a:gd name="connsiteX8" fmla="*/ 3412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66"/>
                    </a:moveTo>
                    <a:cubicBezTo>
                      <a:pt x="4254" y="6466"/>
                      <a:pt x="5060" y="6132"/>
                      <a:pt x="5655" y="5537"/>
                    </a:cubicBezTo>
                    <a:cubicBezTo>
                      <a:pt x="6250" y="4942"/>
                      <a:pt x="6584" y="4135"/>
                      <a:pt x="6584" y="3294"/>
                    </a:cubicBezTo>
                    <a:cubicBezTo>
                      <a:pt x="6584" y="2452"/>
                      <a:pt x="6250" y="1645"/>
                      <a:pt x="5655" y="1050"/>
                    </a:cubicBezTo>
                    <a:cubicBezTo>
                      <a:pt x="5060" y="455"/>
                      <a:pt x="4254" y="121"/>
                      <a:pt x="3412" y="121"/>
                    </a:cubicBezTo>
                    <a:cubicBezTo>
                      <a:pt x="2571" y="121"/>
                      <a:pt x="1765" y="455"/>
                      <a:pt x="1170" y="1050"/>
                    </a:cubicBezTo>
                    <a:cubicBezTo>
                      <a:pt x="575" y="1645"/>
                      <a:pt x="241" y="2452"/>
                      <a:pt x="241" y="3294"/>
                    </a:cubicBezTo>
                    <a:cubicBezTo>
                      <a:pt x="241" y="4135"/>
                      <a:pt x="575" y="4942"/>
                      <a:pt x="1170" y="5537"/>
                    </a:cubicBezTo>
                    <a:cubicBezTo>
                      <a:pt x="1765" y="6132"/>
                      <a:pt x="2571" y="6466"/>
                      <a:pt x="3412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78" name="Freeform: Shape 9677">
                <a:extLst>
                  <a:ext uri="{FF2B5EF4-FFF2-40B4-BE49-F238E27FC236}">
                    <a16:creationId xmlns:a16="http://schemas.microsoft.com/office/drawing/2014/main" id="{ADBE1E1B-30C2-014E-1BCD-E132A11CA9C4}"/>
                  </a:ext>
                </a:extLst>
              </p:cNvPr>
              <p:cNvSpPr/>
              <p:nvPr/>
            </p:nvSpPr>
            <p:spPr>
              <a:xfrm>
                <a:off x="9468593" y="5012503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5 w 6343"/>
                  <a:gd name="connsiteY1" fmla="*/ 5537 h 6345"/>
                  <a:gd name="connsiteX2" fmla="*/ 6584 w 6343"/>
                  <a:gd name="connsiteY2" fmla="*/ 3294 h 6345"/>
                  <a:gd name="connsiteX3" fmla="*/ 5655 w 6343"/>
                  <a:gd name="connsiteY3" fmla="*/ 1050 h 6345"/>
                  <a:gd name="connsiteX4" fmla="*/ 3413 w 6343"/>
                  <a:gd name="connsiteY4" fmla="*/ 121 h 6345"/>
                  <a:gd name="connsiteX5" fmla="*/ 1170 w 6343"/>
                  <a:gd name="connsiteY5" fmla="*/ 1050 h 6345"/>
                  <a:gd name="connsiteX6" fmla="*/ 241 w 6343"/>
                  <a:gd name="connsiteY6" fmla="*/ 3294 h 6345"/>
                  <a:gd name="connsiteX7" fmla="*/ 1170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4" y="6466"/>
                      <a:pt x="5061" y="6132"/>
                      <a:pt x="5655" y="5537"/>
                    </a:cubicBezTo>
                    <a:cubicBezTo>
                      <a:pt x="6250" y="4942"/>
                      <a:pt x="6584" y="4135"/>
                      <a:pt x="6584" y="3294"/>
                    </a:cubicBezTo>
                    <a:cubicBezTo>
                      <a:pt x="6584" y="2452"/>
                      <a:pt x="6250" y="1645"/>
                      <a:pt x="5655" y="1050"/>
                    </a:cubicBezTo>
                    <a:cubicBezTo>
                      <a:pt x="5061" y="455"/>
                      <a:pt x="4254" y="121"/>
                      <a:pt x="3413" y="121"/>
                    </a:cubicBezTo>
                    <a:cubicBezTo>
                      <a:pt x="2572" y="121"/>
                      <a:pt x="1765" y="455"/>
                      <a:pt x="1170" y="1050"/>
                    </a:cubicBezTo>
                    <a:cubicBezTo>
                      <a:pt x="575" y="1645"/>
                      <a:pt x="241" y="2452"/>
                      <a:pt x="241" y="3294"/>
                    </a:cubicBezTo>
                    <a:cubicBezTo>
                      <a:pt x="241" y="4135"/>
                      <a:pt x="575" y="4942"/>
                      <a:pt x="1170" y="5537"/>
                    </a:cubicBezTo>
                    <a:cubicBezTo>
                      <a:pt x="1765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79" name="Freeform: Shape 9678">
                <a:extLst>
                  <a:ext uri="{FF2B5EF4-FFF2-40B4-BE49-F238E27FC236}">
                    <a16:creationId xmlns:a16="http://schemas.microsoft.com/office/drawing/2014/main" id="{DE6E6779-B961-90C2-5715-EA4E5329510B}"/>
                  </a:ext>
                </a:extLst>
              </p:cNvPr>
              <p:cNvSpPr/>
              <p:nvPr/>
            </p:nvSpPr>
            <p:spPr>
              <a:xfrm>
                <a:off x="9470342" y="5012406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6 w 6343"/>
                  <a:gd name="connsiteY1" fmla="*/ 5537 h 6345"/>
                  <a:gd name="connsiteX2" fmla="*/ 6584 w 6343"/>
                  <a:gd name="connsiteY2" fmla="*/ 3293 h 6345"/>
                  <a:gd name="connsiteX3" fmla="*/ 5656 w 6343"/>
                  <a:gd name="connsiteY3" fmla="*/ 1050 h 6345"/>
                  <a:gd name="connsiteX4" fmla="*/ 3413 w 6343"/>
                  <a:gd name="connsiteY4" fmla="*/ 121 h 6345"/>
                  <a:gd name="connsiteX5" fmla="*/ 1170 w 6343"/>
                  <a:gd name="connsiteY5" fmla="*/ 1050 h 6345"/>
                  <a:gd name="connsiteX6" fmla="*/ 241 w 6343"/>
                  <a:gd name="connsiteY6" fmla="*/ 3293 h 6345"/>
                  <a:gd name="connsiteX7" fmla="*/ 1170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4" y="6466"/>
                      <a:pt x="5061" y="6132"/>
                      <a:pt x="5656" y="5537"/>
                    </a:cubicBezTo>
                    <a:cubicBezTo>
                      <a:pt x="6250" y="4942"/>
                      <a:pt x="6584" y="4135"/>
                      <a:pt x="6584" y="3293"/>
                    </a:cubicBezTo>
                    <a:cubicBezTo>
                      <a:pt x="6584" y="2452"/>
                      <a:pt x="6250" y="1645"/>
                      <a:pt x="5656" y="1050"/>
                    </a:cubicBezTo>
                    <a:cubicBezTo>
                      <a:pt x="5061" y="455"/>
                      <a:pt x="4254" y="121"/>
                      <a:pt x="3413" y="121"/>
                    </a:cubicBezTo>
                    <a:cubicBezTo>
                      <a:pt x="2572" y="121"/>
                      <a:pt x="1765" y="455"/>
                      <a:pt x="1170" y="1050"/>
                    </a:cubicBezTo>
                    <a:cubicBezTo>
                      <a:pt x="575" y="1645"/>
                      <a:pt x="241" y="2452"/>
                      <a:pt x="241" y="3293"/>
                    </a:cubicBezTo>
                    <a:cubicBezTo>
                      <a:pt x="241" y="4135"/>
                      <a:pt x="575" y="4942"/>
                      <a:pt x="1170" y="5537"/>
                    </a:cubicBezTo>
                    <a:cubicBezTo>
                      <a:pt x="1765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80" name="Freeform: Shape 9679">
                <a:extLst>
                  <a:ext uri="{FF2B5EF4-FFF2-40B4-BE49-F238E27FC236}">
                    <a16:creationId xmlns:a16="http://schemas.microsoft.com/office/drawing/2014/main" id="{742D531F-FCC5-82C6-614F-75BCD2D16DCB}"/>
                  </a:ext>
                </a:extLst>
              </p:cNvPr>
              <p:cNvSpPr/>
              <p:nvPr/>
            </p:nvSpPr>
            <p:spPr>
              <a:xfrm>
                <a:off x="9472075" y="5012508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6 w 6343"/>
                  <a:gd name="connsiteY1" fmla="*/ 5537 h 6345"/>
                  <a:gd name="connsiteX2" fmla="*/ 6585 w 6343"/>
                  <a:gd name="connsiteY2" fmla="*/ 3294 h 6345"/>
                  <a:gd name="connsiteX3" fmla="*/ 5656 w 6343"/>
                  <a:gd name="connsiteY3" fmla="*/ 1050 h 6345"/>
                  <a:gd name="connsiteX4" fmla="*/ 3413 w 6343"/>
                  <a:gd name="connsiteY4" fmla="*/ 121 h 6345"/>
                  <a:gd name="connsiteX5" fmla="*/ 1170 w 6343"/>
                  <a:gd name="connsiteY5" fmla="*/ 1050 h 6345"/>
                  <a:gd name="connsiteX6" fmla="*/ 241 w 6343"/>
                  <a:gd name="connsiteY6" fmla="*/ 3294 h 6345"/>
                  <a:gd name="connsiteX7" fmla="*/ 1170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4" y="6466"/>
                      <a:pt x="5061" y="6132"/>
                      <a:pt x="5656" y="5537"/>
                    </a:cubicBezTo>
                    <a:cubicBezTo>
                      <a:pt x="6250" y="4942"/>
                      <a:pt x="6585" y="4135"/>
                      <a:pt x="6585" y="3294"/>
                    </a:cubicBezTo>
                    <a:cubicBezTo>
                      <a:pt x="6585" y="2452"/>
                      <a:pt x="6250" y="1645"/>
                      <a:pt x="5656" y="1050"/>
                    </a:cubicBezTo>
                    <a:cubicBezTo>
                      <a:pt x="5061" y="455"/>
                      <a:pt x="4254" y="121"/>
                      <a:pt x="3413" y="121"/>
                    </a:cubicBezTo>
                    <a:cubicBezTo>
                      <a:pt x="2572" y="121"/>
                      <a:pt x="1765" y="455"/>
                      <a:pt x="1170" y="1050"/>
                    </a:cubicBezTo>
                    <a:cubicBezTo>
                      <a:pt x="576" y="1645"/>
                      <a:pt x="241" y="2452"/>
                      <a:pt x="241" y="3294"/>
                    </a:cubicBezTo>
                    <a:cubicBezTo>
                      <a:pt x="241" y="4135"/>
                      <a:pt x="576" y="4942"/>
                      <a:pt x="1170" y="5537"/>
                    </a:cubicBezTo>
                    <a:cubicBezTo>
                      <a:pt x="1765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81" name="Freeform: Shape 9680">
                <a:extLst>
                  <a:ext uri="{FF2B5EF4-FFF2-40B4-BE49-F238E27FC236}">
                    <a16:creationId xmlns:a16="http://schemas.microsoft.com/office/drawing/2014/main" id="{7CF69762-0A86-3D11-58AA-0C580F951403}"/>
                  </a:ext>
                </a:extLst>
              </p:cNvPr>
              <p:cNvSpPr/>
              <p:nvPr/>
            </p:nvSpPr>
            <p:spPr>
              <a:xfrm>
                <a:off x="9473801" y="5012684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6 w 6343"/>
                  <a:gd name="connsiteY1" fmla="*/ 5537 h 6345"/>
                  <a:gd name="connsiteX2" fmla="*/ 6585 w 6343"/>
                  <a:gd name="connsiteY2" fmla="*/ 3294 h 6345"/>
                  <a:gd name="connsiteX3" fmla="*/ 5656 w 6343"/>
                  <a:gd name="connsiteY3" fmla="*/ 1050 h 6345"/>
                  <a:gd name="connsiteX4" fmla="*/ 3413 w 6343"/>
                  <a:gd name="connsiteY4" fmla="*/ 121 h 6345"/>
                  <a:gd name="connsiteX5" fmla="*/ 1171 w 6343"/>
                  <a:gd name="connsiteY5" fmla="*/ 1050 h 6345"/>
                  <a:gd name="connsiteX6" fmla="*/ 242 w 6343"/>
                  <a:gd name="connsiteY6" fmla="*/ 3294 h 6345"/>
                  <a:gd name="connsiteX7" fmla="*/ 1171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4" y="6466"/>
                      <a:pt x="5061" y="6132"/>
                      <a:pt x="5656" y="5537"/>
                    </a:cubicBezTo>
                    <a:cubicBezTo>
                      <a:pt x="6251" y="4942"/>
                      <a:pt x="6585" y="4135"/>
                      <a:pt x="6585" y="3294"/>
                    </a:cubicBezTo>
                    <a:cubicBezTo>
                      <a:pt x="6585" y="2452"/>
                      <a:pt x="6251" y="1645"/>
                      <a:pt x="5656" y="1050"/>
                    </a:cubicBezTo>
                    <a:cubicBezTo>
                      <a:pt x="5061" y="455"/>
                      <a:pt x="4254" y="121"/>
                      <a:pt x="3413" y="121"/>
                    </a:cubicBezTo>
                    <a:cubicBezTo>
                      <a:pt x="2572" y="121"/>
                      <a:pt x="1765" y="455"/>
                      <a:pt x="1171" y="1050"/>
                    </a:cubicBezTo>
                    <a:cubicBezTo>
                      <a:pt x="576" y="1645"/>
                      <a:pt x="242" y="2452"/>
                      <a:pt x="242" y="3294"/>
                    </a:cubicBezTo>
                    <a:cubicBezTo>
                      <a:pt x="242" y="4135"/>
                      <a:pt x="576" y="4942"/>
                      <a:pt x="1171" y="5537"/>
                    </a:cubicBezTo>
                    <a:cubicBezTo>
                      <a:pt x="1765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82" name="Freeform: Shape 9681">
                <a:extLst>
                  <a:ext uri="{FF2B5EF4-FFF2-40B4-BE49-F238E27FC236}">
                    <a16:creationId xmlns:a16="http://schemas.microsoft.com/office/drawing/2014/main" id="{8E40F17B-BCE0-E359-ACDF-4D244406DAC0}"/>
                  </a:ext>
                </a:extLst>
              </p:cNvPr>
              <p:cNvSpPr/>
              <p:nvPr/>
            </p:nvSpPr>
            <p:spPr>
              <a:xfrm>
                <a:off x="9475512" y="5012994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6 w 6343"/>
                  <a:gd name="connsiteY1" fmla="*/ 5537 h 6345"/>
                  <a:gd name="connsiteX2" fmla="*/ 6585 w 6343"/>
                  <a:gd name="connsiteY2" fmla="*/ 3294 h 6345"/>
                  <a:gd name="connsiteX3" fmla="*/ 5656 w 6343"/>
                  <a:gd name="connsiteY3" fmla="*/ 1050 h 6345"/>
                  <a:gd name="connsiteX4" fmla="*/ 3413 w 6343"/>
                  <a:gd name="connsiteY4" fmla="*/ 121 h 6345"/>
                  <a:gd name="connsiteX5" fmla="*/ 1171 w 6343"/>
                  <a:gd name="connsiteY5" fmla="*/ 1050 h 6345"/>
                  <a:gd name="connsiteX6" fmla="*/ 242 w 6343"/>
                  <a:gd name="connsiteY6" fmla="*/ 3294 h 6345"/>
                  <a:gd name="connsiteX7" fmla="*/ 1171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4" y="6466"/>
                      <a:pt x="5061" y="6132"/>
                      <a:pt x="5656" y="5537"/>
                    </a:cubicBezTo>
                    <a:cubicBezTo>
                      <a:pt x="6251" y="4942"/>
                      <a:pt x="6585" y="4135"/>
                      <a:pt x="6585" y="3294"/>
                    </a:cubicBezTo>
                    <a:cubicBezTo>
                      <a:pt x="6585" y="2452"/>
                      <a:pt x="6251" y="1645"/>
                      <a:pt x="5656" y="1050"/>
                    </a:cubicBezTo>
                    <a:cubicBezTo>
                      <a:pt x="5061" y="455"/>
                      <a:pt x="4254" y="121"/>
                      <a:pt x="3413" y="121"/>
                    </a:cubicBezTo>
                    <a:cubicBezTo>
                      <a:pt x="2572" y="121"/>
                      <a:pt x="1765" y="455"/>
                      <a:pt x="1171" y="1050"/>
                    </a:cubicBezTo>
                    <a:cubicBezTo>
                      <a:pt x="576" y="1645"/>
                      <a:pt x="242" y="2452"/>
                      <a:pt x="242" y="3294"/>
                    </a:cubicBezTo>
                    <a:cubicBezTo>
                      <a:pt x="242" y="4135"/>
                      <a:pt x="576" y="4942"/>
                      <a:pt x="1171" y="5537"/>
                    </a:cubicBezTo>
                    <a:cubicBezTo>
                      <a:pt x="1765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83" name="Freeform: Shape 9682">
                <a:extLst>
                  <a:ext uri="{FF2B5EF4-FFF2-40B4-BE49-F238E27FC236}">
                    <a16:creationId xmlns:a16="http://schemas.microsoft.com/office/drawing/2014/main" id="{A2C2470B-5E47-2067-C584-51B0C43062C0}"/>
                  </a:ext>
                </a:extLst>
              </p:cNvPr>
              <p:cNvSpPr/>
              <p:nvPr/>
            </p:nvSpPr>
            <p:spPr>
              <a:xfrm>
                <a:off x="9477360" y="5012130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6 w 6343"/>
                  <a:gd name="connsiteY1" fmla="*/ 5537 h 6345"/>
                  <a:gd name="connsiteX2" fmla="*/ 6585 w 6343"/>
                  <a:gd name="connsiteY2" fmla="*/ 3293 h 6345"/>
                  <a:gd name="connsiteX3" fmla="*/ 5656 w 6343"/>
                  <a:gd name="connsiteY3" fmla="*/ 1050 h 6345"/>
                  <a:gd name="connsiteX4" fmla="*/ 3413 w 6343"/>
                  <a:gd name="connsiteY4" fmla="*/ 121 h 6345"/>
                  <a:gd name="connsiteX5" fmla="*/ 1171 w 6343"/>
                  <a:gd name="connsiteY5" fmla="*/ 1050 h 6345"/>
                  <a:gd name="connsiteX6" fmla="*/ 242 w 6343"/>
                  <a:gd name="connsiteY6" fmla="*/ 3293 h 6345"/>
                  <a:gd name="connsiteX7" fmla="*/ 1171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5" y="6466"/>
                      <a:pt x="5061" y="6132"/>
                      <a:pt x="5656" y="5537"/>
                    </a:cubicBezTo>
                    <a:cubicBezTo>
                      <a:pt x="6251" y="4942"/>
                      <a:pt x="6585" y="4135"/>
                      <a:pt x="6585" y="3293"/>
                    </a:cubicBezTo>
                    <a:cubicBezTo>
                      <a:pt x="6585" y="2452"/>
                      <a:pt x="6251" y="1645"/>
                      <a:pt x="5656" y="1050"/>
                    </a:cubicBezTo>
                    <a:cubicBezTo>
                      <a:pt x="5061" y="455"/>
                      <a:pt x="4255" y="121"/>
                      <a:pt x="3413" y="121"/>
                    </a:cubicBezTo>
                    <a:cubicBezTo>
                      <a:pt x="2572" y="121"/>
                      <a:pt x="1766" y="455"/>
                      <a:pt x="1171" y="1050"/>
                    </a:cubicBezTo>
                    <a:cubicBezTo>
                      <a:pt x="576" y="1645"/>
                      <a:pt x="242" y="2452"/>
                      <a:pt x="242" y="3293"/>
                    </a:cubicBezTo>
                    <a:cubicBezTo>
                      <a:pt x="242" y="4135"/>
                      <a:pt x="576" y="4942"/>
                      <a:pt x="1171" y="5537"/>
                    </a:cubicBezTo>
                    <a:cubicBezTo>
                      <a:pt x="1766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84" name="Freeform: Shape 9683">
                <a:extLst>
                  <a:ext uri="{FF2B5EF4-FFF2-40B4-BE49-F238E27FC236}">
                    <a16:creationId xmlns:a16="http://schemas.microsoft.com/office/drawing/2014/main" id="{912626D1-6B49-7303-636D-6B2F5F105D97}"/>
                  </a:ext>
                </a:extLst>
              </p:cNvPr>
              <p:cNvSpPr/>
              <p:nvPr/>
            </p:nvSpPr>
            <p:spPr>
              <a:xfrm>
                <a:off x="9478996" y="5013086"/>
                <a:ext cx="6343" cy="6345"/>
              </a:xfrm>
              <a:custGeom>
                <a:avLst/>
                <a:gdLst>
                  <a:gd name="connsiteX0" fmla="*/ 3414 w 6343"/>
                  <a:gd name="connsiteY0" fmla="*/ 6466 h 6345"/>
                  <a:gd name="connsiteX1" fmla="*/ 5656 w 6343"/>
                  <a:gd name="connsiteY1" fmla="*/ 5537 h 6345"/>
                  <a:gd name="connsiteX2" fmla="*/ 6585 w 6343"/>
                  <a:gd name="connsiteY2" fmla="*/ 3294 h 6345"/>
                  <a:gd name="connsiteX3" fmla="*/ 5656 w 6343"/>
                  <a:gd name="connsiteY3" fmla="*/ 1050 h 6345"/>
                  <a:gd name="connsiteX4" fmla="*/ 3414 w 6343"/>
                  <a:gd name="connsiteY4" fmla="*/ 121 h 6345"/>
                  <a:gd name="connsiteX5" fmla="*/ 1171 w 6343"/>
                  <a:gd name="connsiteY5" fmla="*/ 1050 h 6345"/>
                  <a:gd name="connsiteX6" fmla="*/ 242 w 6343"/>
                  <a:gd name="connsiteY6" fmla="*/ 3294 h 6345"/>
                  <a:gd name="connsiteX7" fmla="*/ 1171 w 6343"/>
                  <a:gd name="connsiteY7" fmla="*/ 5537 h 6345"/>
                  <a:gd name="connsiteX8" fmla="*/ 3414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66"/>
                    </a:moveTo>
                    <a:cubicBezTo>
                      <a:pt x="4255" y="6466"/>
                      <a:pt x="5061" y="6132"/>
                      <a:pt x="5656" y="5537"/>
                    </a:cubicBezTo>
                    <a:cubicBezTo>
                      <a:pt x="6251" y="4942"/>
                      <a:pt x="6585" y="4135"/>
                      <a:pt x="6585" y="3294"/>
                    </a:cubicBezTo>
                    <a:cubicBezTo>
                      <a:pt x="6585" y="2452"/>
                      <a:pt x="6251" y="1645"/>
                      <a:pt x="5656" y="1050"/>
                    </a:cubicBezTo>
                    <a:cubicBezTo>
                      <a:pt x="5061" y="455"/>
                      <a:pt x="4255" y="121"/>
                      <a:pt x="3414" y="121"/>
                    </a:cubicBezTo>
                    <a:cubicBezTo>
                      <a:pt x="2572" y="121"/>
                      <a:pt x="1766" y="455"/>
                      <a:pt x="1171" y="1050"/>
                    </a:cubicBezTo>
                    <a:cubicBezTo>
                      <a:pt x="576" y="1645"/>
                      <a:pt x="242" y="2452"/>
                      <a:pt x="242" y="3294"/>
                    </a:cubicBezTo>
                    <a:cubicBezTo>
                      <a:pt x="242" y="4135"/>
                      <a:pt x="576" y="4942"/>
                      <a:pt x="1171" y="5537"/>
                    </a:cubicBezTo>
                    <a:cubicBezTo>
                      <a:pt x="1766" y="6132"/>
                      <a:pt x="2572" y="6466"/>
                      <a:pt x="3414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85" name="Freeform: Shape 9684">
                <a:extLst>
                  <a:ext uri="{FF2B5EF4-FFF2-40B4-BE49-F238E27FC236}">
                    <a16:creationId xmlns:a16="http://schemas.microsoft.com/office/drawing/2014/main" id="{4898BEE8-2844-60D9-0092-2BDC8D86303F}"/>
                  </a:ext>
                </a:extLst>
              </p:cNvPr>
              <p:cNvSpPr/>
              <p:nvPr/>
            </p:nvSpPr>
            <p:spPr>
              <a:xfrm>
                <a:off x="9473629" y="5170579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2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86" name="Freeform: Shape 9685">
                <a:extLst>
                  <a:ext uri="{FF2B5EF4-FFF2-40B4-BE49-F238E27FC236}">
                    <a16:creationId xmlns:a16="http://schemas.microsoft.com/office/drawing/2014/main" id="{5FB0D97A-E223-4C2E-052F-6009F34AEC3D}"/>
                  </a:ext>
                </a:extLst>
              </p:cNvPr>
              <p:cNvSpPr/>
              <p:nvPr/>
            </p:nvSpPr>
            <p:spPr>
              <a:xfrm>
                <a:off x="9474728" y="5169357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87" name="Freeform: Shape 9686">
                <a:extLst>
                  <a:ext uri="{FF2B5EF4-FFF2-40B4-BE49-F238E27FC236}">
                    <a16:creationId xmlns:a16="http://schemas.microsoft.com/office/drawing/2014/main" id="{6FF71032-F50D-D193-FCB0-15329585C18B}"/>
                  </a:ext>
                </a:extLst>
              </p:cNvPr>
              <p:cNvSpPr/>
              <p:nvPr/>
            </p:nvSpPr>
            <p:spPr>
              <a:xfrm>
                <a:off x="9475293" y="5170338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2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88" name="Freeform: Shape 9687">
                <a:extLst>
                  <a:ext uri="{FF2B5EF4-FFF2-40B4-BE49-F238E27FC236}">
                    <a16:creationId xmlns:a16="http://schemas.microsoft.com/office/drawing/2014/main" id="{D6BDA2FF-8652-3E55-0B74-B5D715193F70}"/>
                  </a:ext>
                </a:extLst>
              </p:cNvPr>
              <p:cNvSpPr/>
              <p:nvPr/>
            </p:nvSpPr>
            <p:spPr>
              <a:xfrm>
                <a:off x="9475785" y="5171565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5"/>
                      <a:pt x="6585" y="4147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5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89" name="Freeform: Shape 9688">
                <a:extLst>
                  <a:ext uri="{FF2B5EF4-FFF2-40B4-BE49-F238E27FC236}">
                    <a16:creationId xmlns:a16="http://schemas.microsoft.com/office/drawing/2014/main" id="{CB0E2E39-3D89-2984-3B25-77843FB64936}"/>
                  </a:ext>
                </a:extLst>
              </p:cNvPr>
              <p:cNvSpPr/>
              <p:nvPr/>
            </p:nvSpPr>
            <p:spPr>
              <a:xfrm>
                <a:off x="9476856" y="517054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6" y="468"/>
                      <a:pt x="1171" y="1063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90" name="Freeform: Shape 9689">
                <a:extLst>
                  <a:ext uri="{FF2B5EF4-FFF2-40B4-BE49-F238E27FC236}">
                    <a16:creationId xmlns:a16="http://schemas.microsoft.com/office/drawing/2014/main" id="{78FBBF4C-CFBF-C95B-F3FF-604628240771}"/>
                  </a:ext>
                </a:extLst>
              </p:cNvPr>
              <p:cNvSpPr/>
              <p:nvPr/>
            </p:nvSpPr>
            <p:spPr>
              <a:xfrm>
                <a:off x="9532734" y="5008883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0 w 6343"/>
                  <a:gd name="connsiteY1" fmla="*/ 5537 h 6345"/>
                  <a:gd name="connsiteX2" fmla="*/ 6589 w 6343"/>
                  <a:gd name="connsiteY2" fmla="*/ 3293 h 6345"/>
                  <a:gd name="connsiteX3" fmla="*/ 5660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3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0" y="5537"/>
                    </a:cubicBezTo>
                    <a:cubicBezTo>
                      <a:pt x="6255" y="4942"/>
                      <a:pt x="6589" y="4135"/>
                      <a:pt x="6589" y="3293"/>
                    </a:cubicBezTo>
                    <a:cubicBezTo>
                      <a:pt x="6589" y="2452"/>
                      <a:pt x="6255" y="1645"/>
                      <a:pt x="5660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0" y="1645"/>
                      <a:pt x="246" y="2452"/>
                      <a:pt x="246" y="3293"/>
                    </a:cubicBezTo>
                    <a:cubicBezTo>
                      <a:pt x="246" y="4135"/>
                      <a:pt x="580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91" name="Freeform: Shape 9690">
                <a:extLst>
                  <a:ext uri="{FF2B5EF4-FFF2-40B4-BE49-F238E27FC236}">
                    <a16:creationId xmlns:a16="http://schemas.microsoft.com/office/drawing/2014/main" id="{4C6ECB0A-01CD-DBE9-B1B5-D9C7E41F6E05}"/>
                  </a:ext>
                </a:extLst>
              </p:cNvPr>
              <p:cNvSpPr/>
              <p:nvPr/>
            </p:nvSpPr>
            <p:spPr>
              <a:xfrm>
                <a:off x="9533988" y="5010989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89 w 6343"/>
                  <a:gd name="connsiteY2" fmla="*/ 3293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3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89" y="4135"/>
                      <a:pt x="6589" y="3293"/>
                    </a:cubicBezTo>
                    <a:cubicBezTo>
                      <a:pt x="6589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6" y="2452"/>
                      <a:pt x="246" y="3293"/>
                    </a:cubicBezTo>
                    <a:cubicBezTo>
                      <a:pt x="246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92" name="Freeform: Shape 9691">
                <a:extLst>
                  <a:ext uri="{FF2B5EF4-FFF2-40B4-BE49-F238E27FC236}">
                    <a16:creationId xmlns:a16="http://schemas.microsoft.com/office/drawing/2014/main" id="{5FF2B888-8791-27DE-7A21-7983E258F8E5}"/>
                  </a:ext>
                </a:extLst>
              </p:cNvPr>
              <p:cNvSpPr/>
              <p:nvPr/>
            </p:nvSpPr>
            <p:spPr>
              <a:xfrm>
                <a:off x="9535064" y="5013577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90" y="4135"/>
                      <a:pt x="6590" y="3294"/>
                    </a:cubicBezTo>
                    <a:cubicBezTo>
                      <a:pt x="6590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6" y="2452"/>
                      <a:pt x="246" y="3294"/>
                    </a:cubicBezTo>
                    <a:cubicBezTo>
                      <a:pt x="246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93" name="Freeform: Shape 9692">
                <a:extLst>
                  <a:ext uri="{FF2B5EF4-FFF2-40B4-BE49-F238E27FC236}">
                    <a16:creationId xmlns:a16="http://schemas.microsoft.com/office/drawing/2014/main" id="{16A76286-22D1-C041-0E59-36F4C201A2EB}"/>
                  </a:ext>
                </a:extLst>
              </p:cNvPr>
              <p:cNvSpPr/>
              <p:nvPr/>
            </p:nvSpPr>
            <p:spPr>
              <a:xfrm>
                <a:off x="9536861" y="5013900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7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90" y="4135"/>
                      <a:pt x="6590" y="3294"/>
                    </a:cubicBezTo>
                    <a:cubicBezTo>
                      <a:pt x="6590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94" name="Freeform: Shape 9693">
                <a:extLst>
                  <a:ext uri="{FF2B5EF4-FFF2-40B4-BE49-F238E27FC236}">
                    <a16:creationId xmlns:a16="http://schemas.microsoft.com/office/drawing/2014/main" id="{C40B36B7-27E3-0DC6-680A-7BAF0D28276C}"/>
                  </a:ext>
                </a:extLst>
              </p:cNvPr>
              <p:cNvSpPr/>
              <p:nvPr/>
            </p:nvSpPr>
            <p:spPr>
              <a:xfrm>
                <a:off x="9538819" y="5013759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95" name="Freeform: Shape 9694">
                <a:extLst>
                  <a:ext uri="{FF2B5EF4-FFF2-40B4-BE49-F238E27FC236}">
                    <a16:creationId xmlns:a16="http://schemas.microsoft.com/office/drawing/2014/main" id="{9402516B-8A37-3C69-D9AE-BD57880654DF}"/>
                  </a:ext>
                </a:extLst>
              </p:cNvPr>
              <p:cNvSpPr/>
              <p:nvPr/>
            </p:nvSpPr>
            <p:spPr>
              <a:xfrm>
                <a:off x="9540679" y="5013927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60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60" y="121"/>
                      <a:pt x="3418" y="121"/>
                    </a:cubicBezTo>
                    <a:cubicBezTo>
                      <a:pt x="2577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96" name="Freeform: Shape 9695">
                <a:extLst>
                  <a:ext uri="{FF2B5EF4-FFF2-40B4-BE49-F238E27FC236}">
                    <a16:creationId xmlns:a16="http://schemas.microsoft.com/office/drawing/2014/main" id="{564097DC-7E98-CE59-2FAE-3268D0F360F8}"/>
                  </a:ext>
                </a:extLst>
              </p:cNvPr>
              <p:cNvSpPr/>
              <p:nvPr/>
            </p:nvSpPr>
            <p:spPr>
              <a:xfrm>
                <a:off x="9542520" y="5014168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60" y="121"/>
                      <a:pt x="3419" y="121"/>
                    </a:cubicBezTo>
                    <a:cubicBezTo>
                      <a:pt x="2577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97" name="Freeform: Shape 9696">
                <a:extLst>
                  <a:ext uri="{FF2B5EF4-FFF2-40B4-BE49-F238E27FC236}">
                    <a16:creationId xmlns:a16="http://schemas.microsoft.com/office/drawing/2014/main" id="{E2420FAF-7B5E-FFA4-83F1-1E99C8E707DE}"/>
                  </a:ext>
                </a:extLst>
              </p:cNvPr>
              <p:cNvSpPr/>
              <p:nvPr/>
            </p:nvSpPr>
            <p:spPr>
              <a:xfrm>
                <a:off x="9544383" y="5014361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98" name="Freeform: Shape 9697">
                <a:extLst>
                  <a:ext uri="{FF2B5EF4-FFF2-40B4-BE49-F238E27FC236}">
                    <a16:creationId xmlns:a16="http://schemas.microsoft.com/office/drawing/2014/main" id="{E4B19412-8BFC-799C-C9F7-4B8883B7D249}"/>
                  </a:ext>
                </a:extLst>
              </p:cNvPr>
              <p:cNvSpPr/>
              <p:nvPr/>
            </p:nvSpPr>
            <p:spPr>
              <a:xfrm>
                <a:off x="9546225" y="5014626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699" name="Freeform: Shape 9698">
                <a:extLst>
                  <a:ext uri="{FF2B5EF4-FFF2-40B4-BE49-F238E27FC236}">
                    <a16:creationId xmlns:a16="http://schemas.microsoft.com/office/drawing/2014/main" id="{E4040B3A-6C7B-4110-9A8E-5FBE724F4E87}"/>
                  </a:ext>
                </a:extLst>
              </p:cNvPr>
              <p:cNvSpPr/>
              <p:nvPr/>
            </p:nvSpPr>
            <p:spPr>
              <a:xfrm>
                <a:off x="9548090" y="5014844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2" y="5537"/>
                    </a:cubicBezTo>
                    <a:cubicBezTo>
                      <a:pt x="6256" y="4942"/>
                      <a:pt x="6591" y="4135"/>
                      <a:pt x="6591" y="3294"/>
                    </a:cubicBezTo>
                    <a:cubicBezTo>
                      <a:pt x="6591" y="2452"/>
                      <a:pt x="6256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2" y="1645"/>
                      <a:pt x="247" y="2452"/>
                      <a:pt x="247" y="3294"/>
                    </a:cubicBezTo>
                    <a:cubicBezTo>
                      <a:pt x="247" y="4135"/>
                      <a:pt x="582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00" name="Freeform: Shape 9699">
                <a:extLst>
                  <a:ext uri="{FF2B5EF4-FFF2-40B4-BE49-F238E27FC236}">
                    <a16:creationId xmlns:a16="http://schemas.microsoft.com/office/drawing/2014/main" id="{0BA19BCB-E4A6-713D-1BD8-0B4D1D36E6C5}"/>
                  </a:ext>
                </a:extLst>
              </p:cNvPr>
              <p:cNvSpPr/>
              <p:nvPr/>
            </p:nvSpPr>
            <p:spPr>
              <a:xfrm>
                <a:off x="9549756" y="5015604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8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2" y="5537"/>
                    </a:cubicBezTo>
                    <a:cubicBezTo>
                      <a:pt x="6257" y="4942"/>
                      <a:pt x="6591" y="4135"/>
                      <a:pt x="6591" y="3294"/>
                    </a:cubicBezTo>
                    <a:cubicBezTo>
                      <a:pt x="6591" y="2452"/>
                      <a:pt x="6257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2" y="1645"/>
                      <a:pt x="248" y="2452"/>
                      <a:pt x="248" y="3294"/>
                    </a:cubicBezTo>
                    <a:cubicBezTo>
                      <a:pt x="248" y="4135"/>
                      <a:pt x="582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01" name="Freeform: Shape 9700">
                <a:extLst>
                  <a:ext uri="{FF2B5EF4-FFF2-40B4-BE49-F238E27FC236}">
                    <a16:creationId xmlns:a16="http://schemas.microsoft.com/office/drawing/2014/main" id="{9B8D4113-D466-E53B-D4D8-33B73870CCAD}"/>
                  </a:ext>
                </a:extLst>
              </p:cNvPr>
              <p:cNvSpPr/>
              <p:nvPr/>
            </p:nvSpPr>
            <p:spPr>
              <a:xfrm>
                <a:off x="9551348" y="5016549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7 w 6343"/>
                  <a:gd name="connsiteY5" fmla="*/ 1050 h 6345"/>
                  <a:gd name="connsiteX6" fmla="*/ 248 w 6343"/>
                  <a:gd name="connsiteY6" fmla="*/ 3294 h 6345"/>
                  <a:gd name="connsiteX7" fmla="*/ 1177 w 6343"/>
                  <a:gd name="connsiteY7" fmla="*/ 5537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2"/>
                      <a:pt x="5662" y="5537"/>
                    </a:cubicBezTo>
                    <a:cubicBezTo>
                      <a:pt x="6257" y="4942"/>
                      <a:pt x="6591" y="4135"/>
                      <a:pt x="6591" y="3294"/>
                    </a:cubicBezTo>
                    <a:cubicBezTo>
                      <a:pt x="6591" y="2452"/>
                      <a:pt x="6257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7" y="1050"/>
                    </a:cubicBezTo>
                    <a:cubicBezTo>
                      <a:pt x="582" y="1645"/>
                      <a:pt x="248" y="2452"/>
                      <a:pt x="248" y="3294"/>
                    </a:cubicBezTo>
                    <a:cubicBezTo>
                      <a:pt x="248" y="4135"/>
                      <a:pt x="582" y="4942"/>
                      <a:pt x="1177" y="5537"/>
                    </a:cubicBezTo>
                    <a:cubicBezTo>
                      <a:pt x="1771" y="6132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02" name="Freeform: Shape 9701">
                <a:extLst>
                  <a:ext uri="{FF2B5EF4-FFF2-40B4-BE49-F238E27FC236}">
                    <a16:creationId xmlns:a16="http://schemas.microsoft.com/office/drawing/2014/main" id="{78187EA2-DCCF-D0A2-518C-5FB92C03F3F3}"/>
                  </a:ext>
                </a:extLst>
              </p:cNvPr>
              <p:cNvSpPr/>
              <p:nvPr/>
            </p:nvSpPr>
            <p:spPr>
              <a:xfrm>
                <a:off x="9552681" y="5018147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1 h 6345"/>
                  <a:gd name="connsiteX4" fmla="*/ 3419 w 6343"/>
                  <a:gd name="connsiteY4" fmla="*/ 121 h 6345"/>
                  <a:gd name="connsiteX5" fmla="*/ 1177 w 6343"/>
                  <a:gd name="connsiteY5" fmla="*/ 1051 h 6345"/>
                  <a:gd name="connsiteX6" fmla="*/ 248 w 6343"/>
                  <a:gd name="connsiteY6" fmla="*/ 3294 h 6345"/>
                  <a:gd name="connsiteX7" fmla="*/ 1177 w 6343"/>
                  <a:gd name="connsiteY7" fmla="*/ 5537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2"/>
                      <a:pt x="5662" y="5537"/>
                    </a:cubicBezTo>
                    <a:cubicBezTo>
                      <a:pt x="6257" y="4942"/>
                      <a:pt x="6591" y="4135"/>
                      <a:pt x="6591" y="3294"/>
                    </a:cubicBezTo>
                    <a:cubicBezTo>
                      <a:pt x="6591" y="2453"/>
                      <a:pt x="6257" y="1645"/>
                      <a:pt x="5662" y="1051"/>
                    </a:cubicBezTo>
                    <a:cubicBezTo>
                      <a:pt x="5067" y="456"/>
                      <a:pt x="4260" y="121"/>
                      <a:pt x="3419" y="121"/>
                    </a:cubicBezTo>
                    <a:cubicBezTo>
                      <a:pt x="2578" y="121"/>
                      <a:pt x="1771" y="456"/>
                      <a:pt x="1177" y="1051"/>
                    </a:cubicBezTo>
                    <a:cubicBezTo>
                      <a:pt x="582" y="1645"/>
                      <a:pt x="248" y="2453"/>
                      <a:pt x="248" y="3294"/>
                    </a:cubicBezTo>
                    <a:cubicBezTo>
                      <a:pt x="248" y="4135"/>
                      <a:pt x="582" y="4942"/>
                      <a:pt x="1177" y="5537"/>
                    </a:cubicBezTo>
                    <a:cubicBezTo>
                      <a:pt x="1771" y="6132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03" name="Freeform: Shape 9702">
                <a:extLst>
                  <a:ext uri="{FF2B5EF4-FFF2-40B4-BE49-F238E27FC236}">
                    <a16:creationId xmlns:a16="http://schemas.microsoft.com/office/drawing/2014/main" id="{BF4A8777-60A6-8008-D3B0-219BE4F6777D}"/>
                  </a:ext>
                </a:extLst>
              </p:cNvPr>
              <p:cNvSpPr/>
              <p:nvPr/>
            </p:nvSpPr>
            <p:spPr>
              <a:xfrm>
                <a:off x="9553857" y="5020101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8 h 6345"/>
                  <a:gd name="connsiteX2" fmla="*/ 6591 w 6343"/>
                  <a:gd name="connsiteY2" fmla="*/ 3294 h 6345"/>
                  <a:gd name="connsiteX3" fmla="*/ 5662 w 6343"/>
                  <a:gd name="connsiteY3" fmla="*/ 1051 h 6345"/>
                  <a:gd name="connsiteX4" fmla="*/ 3419 w 6343"/>
                  <a:gd name="connsiteY4" fmla="*/ 121 h 6345"/>
                  <a:gd name="connsiteX5" fmla="*/ 1177 w 6343"/>
                  <a:gd name="connsiteY5" fmla="*/ 1051 h 6345"/>
                  <a:gd name="connsiteX6" fmla="*/ 248 w 6343"/>
                  <a:gd name="connsiteY6" fmla="*/ 3294 h 6345"/>
                  <a:gd name="connsiteX7" fmla="*/ 1177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1" y="6467"/>
                      <a:pt x="5067" y="6133"/>
                      <a:pt x="5662" y="5538"/>
                    </a:cubicBezTo>
                    <a:cubicBezTo>
                      <a:pt x="6257" y="4943"/>
                      <a:pt x="6591" y="4136"/>
                      <a:pt x="6591" y="3294"/>
                    </a:cubicBezTo>
                    <a:cubicBezTo>
                      <a:pt x="6591" y="2453"/>
                      <a:pt x="6257" y="1646"/>
                      <a:pt x="5662" y="1051"/>
                    </a:cubicBezTo>
                    <a:cubicBezTo>
                      <a:pt x="5067" y="456"/>
                      <a:pt x="4261" y="121"/>
                      <a:pt x="3419" y="121"/>
                    </a:cubicBezTo>
                    <a:cubicBezTo>
                      <a:pt x="2578" y="121"/>
                      <a:pt x="1772" y="456"/>
                      <a:pt x="1177" y="1051"/>
                    </a:cubicBezTo>
                    <a:cubicBezTo>
                      <a:pt x="582" y="1646"/>
                      <a:pt x="248" y="2453"/>
                      <a:pt x="248" y="3294"/>
                    </a:cubicBezTo>
                    <a:cubicBezTo>
                      <a:pt x="248" y="4136"/>
                      <a:pt x="582" y="4943"/>
                      <a:pt x="1177" y="5538"/>
                    </a:cubicBezTo>
                    <a:cubicBezTo>
                      <a:pt x="1772" y="6133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04" name="Freeform: Shape 9703">
                <a:extLst>
                  <a:ext uri="{FF2B5EF4-FFF2-40B4-BE49-F238E27FC236}">
                    <a16:creationId xmlns:a16="http://schemas.microsoft.com/office/drawing/2014/main" id="{70BF7C2B-87B4-A515-4960-A014BE4C2DE3}"/>
                  </a:ext>
                </a:extLst>
              </p:cNvPr>
              <p:cNvSpPr/>
              <p:nvPr/>
            </p:nvSpPr>
            <p:spPr>
              <a:xfrm>
                <a:off x="9554848" y="5022466"/>
                <a:ext cx="6343" cy="6345"/>
              </a:xfrm>
              <a:custGeom>
                <a:avLst/>
                <a:gdLst>
                  <a:gd name="connsiteX0" fmla="*/ 3420 w 6343"/>
                  <a:gd name="connsiteY0" fmla="*/ 6467 h 6345"/>
                  <a:gd name="connsiteX1" fmla="*/ 5662 w 6343"/>
                  <a:gd name="connsiteY1" fmla="*/ 5538 h 6345"/>
                  <a:gd name="connsiteX2" fmla="*/ 6591 w 6343"/>
                  <a:gd name="connsiteY2" fmla="*/ 3294 h 6345"/>
                  <a:gd name="connsiteX3" fmla="*/ 5662 w 6343"/>
                  <a:gd name="connsiteY3" fmla="*/ 1051 h 6345"/>
                  <a:gd name="connsiteX4" fmla="*/ 3420 w 6343"/>
                  <a:gd name="connsiteY4" fmla="*/ 122 h 6345"/>
                  <a:gd name="connsiteX5" fmla="*/ 1177 w 6343"/>
                  <a:gd name="connsiteY5" fmla="*/ 1051 h 6345"/>
                  <a:gd name="connsiteX6" fmla="*/ 248 w 6343"/>
                  <a:gd name="connsiteY6" fmla="*/ 3294 h 6345"/>
                  <a:gd name="connsiteX7" fmla="*/ 1177 w 6343"/>
                  <a:gd name="connsiteY7" fmla="*/ 5538 h 6345"/>
                  <a:gd name="connsiteX8" fmla="*/ 342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67"/>
                    </a:moveTo>
                    <a:cubicBezTo>
                      <a:pt x="4261" y="6467"/>
                      <a:pt x="5067" y="6133"/>
                      <a:pt x="5662" y="5538"/>
                    </a:cubicBezTo>
                    <a:cubicBezTo>
                      <a:pt x="6257" y="4943"/>
                      <a:pt x="6591" y="4136"/>
                      <a:pt x="6591" y="3294"/>
                    </a:cubicBezTo>
                    <a:cubicBezTo>
                      <a:pt x="6591" y="2453"/>
                      <a:pt x="6257" y="1646"/>
                      <a:pt x="5662" y="1051"/>
                    </a:cubicBezTo>
                    <a:cubicBezTo>
                      <a:pt x="5067" y="456"/>
                      <a:pt x="4261" y="122"/>
                      <a:pt x="3420" y="122"/>
                    </a:cubicBezTo>
                    <a:cubicBezTo>
                      <a:pt x="2578" y="122"/>
                      <a:pt x="1772" y="456"/>
                      <a:pt x="1177" y="1051"/>
                    </a:cubicBezTo>
                    <a:cubicBezTo>
                      <a:pt x="582" y="1646"/>
                      <a:pt x="248" y="2453"/>
                      <a:pt x="248" y="3294"/>
                    </a:cubicBezTo>
                    <a:cubicBezTo>
                      <a:pt x="248" y="4136"/>
                      <a:pt x="582" y="4943"/>
                      <a:pt x="1177" y="5538"/>
                    </a:cubicBezTo>
                    <a:cubicBezTo>
                      <a:pt x="1772" y="6133"/>
                      <a:pt x="2578" y="6467"/>
                      <a:pt x="342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05" name="Freeform: Shape 9704">
                <a:extLst>
                  <a:ext uri="{FF2B5EF4-FFF2-40B4-BE49-F238E27FC236}">
                    <a16:creationId xmlns:a16="http://schemas.microsoft.com/office/drawing/2014/main" id="{4E5E9ED0-784A-DA1C-E934-9D22D418D5C9}"/>
                  </a:ext>
                </a:extLst>
              </p:cNvPr>
              <p:cNvSpPr/>
              <p:nvPr/>
            </p:nvSpPr>
            <p:spPr>
              <a:xfrm>
                <a:off x="9555525" y="5025530"/>
                <a:ext cx="6343" cy="6345"/>
              </a:xfrm>
              <a:custGeom>
                <a:avLst/>
                <a:gdLst>
                  <a:gd name="connsiteX0" fmla="*/ 3420 w 6343"/>
                  <a:gd name="connsiteY0" fmla="*/ 6467 h 6345"/>
                  <a:gd name="connsiteX1" fmla="*/ 5662 w 6343"/>
                  <a:gd name="connsiteY1" fmla="*/ 5538 h 6345"/>
                  <a:gd name="connsiteX2" fmla="*/ 6591 w 6343"/>
                  <a:gd name="connsiteY2" fmla="*/ 3295 h 6345"/>
                  <a:gd name="connsiteX3" fmla="*/ 5662 w 6343"/>
                  <a:gd name="connsiteY3" fmla="*/ 1051 h 6345"/>
                  <a:gd name="connsiteX4" fmla="*/ 3420 w 6343"/>
                  <a:gd name="connsiteY4" fmla="*/ 122 h 6345"/>
                  <a:gd name="connsiteX5" fmla="*/ 1177 w 6343"/>
                  <a:gd name="connsiteY5" fmla="*/ 1051 h 6345"/>
                  <a:gd name="connsiteX6" fmla="*/ 248 w 6343"/>
                  <a:gd name="connsiteY6" fmla="*/ 3295 h 6345"/>
                  <a:gd name="connsiteX7" fmla="*/ 1177 w 6343"/>
                  <a:gd name="connsiteY7" fmla="*/ 5538 h 6345"/>
                  <a:gd name="connsiteX8" fmla="*/ 342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67"/>
                    </a:moveTo>
                    <a:cubicBezTo>
                      <a:pt x="4261" y="6467"/>
                      <a:pt x="5067" y="6133"/>
                      <a:pt x="5662" y="5538"/>
                    </a:cubicBezTo>
                    <a:cubicBezTo>
                      <a:pt x="6257" y="4943"/>
                      <a:pt x="6591" y="4136"/>
                      <a:pt x="6591" y="3295"/>
                    </a:cubicBezTo>
                    <a:cubicBezTo>
                      <a:pt x="6591" y="2453"/>
                      <a:pt x="6257" y="1646"/>
                      <a:pt x="5662" y="1051"/>
                    </a:cubicBezTo>
                    <a:cubicBezTo>
                      <a:pt x="5067" y="456"/>
                      <a:pt x="4261" y="122"/>
                      <a:pt x="3420" y="122"/>
                    </a:cubicBezTo>
                    <a:cubicBezTo>
                      <a:pt x="2578" y="122"/>
                      <a:pt x="1772" y="456"/>
                      <a:pt x="1177" y="1051"/>
                    </a:cubicBezTo>
                    <a:cubicBezTo>
                      <a:pt x="582" y="1646"/>
                      <a:pt x="248" y="2453"/>
                      <a:pt x="248" y="3295"/>
                    </a:cubicBezTo>
                    <a:cubicBezTo>
                      <a:pt x="248" y="4136"/>
                      <a:pt x="582" y="4943"/>
                      <a:pt x="1177" y="5538"/>
                    </a:cubicBezTo>
                    <a:cubicBezTo>
                      <a:pt x="1772" y="6133"/>
                      <a:pt x="2578" y="6467"/>
                      <a:pt x="342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06" name="Freeform: Shape 9705">
                <a:extLst>
                  <a:ext uri="{FF2B5EF4-FFF2-40B4-BE49-F238E27FC236}">
                    <a16:creationId xmlns:a16="http://schemas.microsoft.com/office/drawing/2014/main" id="{C51CAE8E-E351-36B8-9119-CEC09EA2A6AC}"/>
                  </a:ext>
                </a:extLst>
              </p:cNvPr>
              <p:cNvSpPr/>
              <p:nvPr/>
            </p:nvSpPr>
            <p:spPr>
              <a:xfrm>
                <a:off x="9555848" y="5038165"/>
                <a:ext cx="6343" cy="6345"/>
              </a:xfrm>
              <a:custGeom>
                <a:avLst/>
                <a:gdLst>
                  <a:gd name="connsiteX0" fmla="*/ 3420 w 6343"/>
                  <a:gd name="connsiteY0" fmla="*/ 6468 h 6345"/>
                  <a:gd name="connsiteX1" fmla="*/ 5662 w 6343"/>
                  <a:gd name="connsiteY1" fmla="*/ 5539 h 6345"/>
                  <a:gd name="connsiteX2" fmla="*/ 6591 w 6343"/>
                  <a:gd name="connsiteY2" fmla="*/ 3296 h 6345"/>
                  <a:gd name="connsiteX3" fmla="*/ 5662 w 6343"/>
                  <a:gd name="connsiteY3" fmla="*/ 1052 h 6345"/>
                  <a:gd name="connsiteX4" fmla="*/ 3420 w 6343"/>
                  <a:gd name="connsiteY4" fmla="*/ 123 h 6345"/>
                  <a:gd name="connsiteX5" fmla="*/ 1177 w 6343"/>
                  <a:gd name="connsiteY5" fmla="*/ 1052 h 6345"/>
                  <a:gd name="connsiteX6" fmla="*/ 248 w 6343"/>
                  <a:gd name="connsiteY6" fmla="*/ 3296 h 6345"/>
                  <a:gd name="connsiteX7" fmla="*/ 1177 w 6343"/>
                  <a:gd name="connsiteY7" fmla="*/ 5539 h 6345"/>
                  <a:gd name="connsiteX8" fmla="*/ 342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68"/>
                    </a:moveTo>
                    <a:cubicBezTo>
                      <a:pt x="4261" y="6468"/>
                      <a:pt x="5067" y="6134"/>
                      <a:pt x="5662" y="5539"/>
                    </a:cubicBezTo>
                    <a:cubicBezTo>
                      <a:pt x="6257" y="4944"/>
                      <a:pt x="6591" y="4137"/>
                      <a:pt x="6591" y="3296"/>
                    </a:cubicBezTo>
                    <a:cubicBezTo>
                      <a:pt x="6591" y="2454"/>
                      <a:pt x="6257" y="1647"/>
                      <a:pt x="5662" y="1052"/>
                    </a:cubicBezTo>
                    <a:cubicBezTo>
                      <a:pt x="5067" y="457"/>
                      <a:pt x="4261" y="123"/>
                      <a:pt x="3420" y="123"/>
                    </a:cubicBezTo>
                    <a:cubicBezTo>
                      <a:pt x="2578" y="123"/>
                      <a:pt x="1772" y="457"/>
                      <a:pt x="1177" y="1052"/>
                    </a:cubicBezTo>
                    <a:cubicBezTo>
                      <a:pt x="582" y="1647"/>
                      <a:pt x="248" y="2454"/>
                      <a:pt x="248" y="3296"/>
                    </a:cubicBezTo>
                    <a:cubicBezTo>
                      <a:pt x="248" y="4137"/>
                      <a:pt x="582" y="4944"/>
                      <a:pt x="1177" y="5539"/>
                    </a:cubicBezTo>
                    <a:cubicBezTo>
                      <a:pt x="1772" y="6134"/>
                      <a:pt x="2578" y="6468"/>
                      <a:pt x="342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07" name="Freeform: Shape 9706">
                <a:extLst>
                  <a:ext uri="{FF2B5EF4-FFF2-40B4-BE49-F238E27FC236}">
                    <a16:creationId xmlns:a16="http://schemas.microsoft.com/office/drawing/2014/main" id="{FF996290-1F13-136C-DC91-90837A6B024B}"/>
                  </a:ext>
                </a:extLst>
              </p:cNvPr>
              <p:cNvSpPr/>
              <p:nvPr/>
            </p:nvSpPr>
            <p:spPr>
              <a:xfrm>
                <a:off x="9555913" y="5042244"/>
                <a:ext cx="6343" cy="6345"/>
              </a:xfrm>
              <a:custGeom>
                <a:avLst/>
                <a:gdLst>
                  <a:gd name="connsiteX0" fmla="*/ 3420 w 6343"/>
                  <a:gd name="connsiteY0" fmla="*/ 6469 h 6345"/>
                  <a:gd name="connsiteX1" fmla="*/ 5662 w 6343"/>
                  <a:gd name="connsiteY1" fmla="*/ 5539 h 6345"/>
                  <a:gd name="connsiteX2" fmla="*/ 6591 w 6343"/>
                  <a:gd name="connsiteY2" fmla="*/ 3296 h 6345"/>
                  <a:gd name="connsiteX3" fmla="*/ 5662 w 6343"/>
                  <a:gd name="connsiteY3" fmla="*/ 1052 h 6345"/>
                  <a:gd name="connsiteX4" fmla="*/ 3420 w 6343"/>
                  <a:gd name="connsiteY4" fmla="*/ 123 h 6345"/>
                  <a:gd name="connsiteX5" fmla="*/ 1177 w 6343"/>
                  <a:gd name="connsiteY5" fmla="*/ 1052 h 6345"/>
                  <a:gd name="connsiteX6" fmla="*/ 248 w 6343"/>
                  <a:gd name="connsiteY6" fmla="*/ 3296 h 6345"/>
                  <a:gd name="connsiteX7" fmla="*/ 1177 w 6343"/>
                  <a:gd name="connsiteY7" fmla="*/ 5539 h 6345"/>
                  <a:gd name="connsiteX8" fmla="*/ 3420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69"/>
                    </a:moveTo>
                    <a:cubicBezTo>
                      <a:pt x="4261" y="6469"/>
                      <a:pt x="5067" y="6134"/>
                      <a:pt x="5662" y="5539"/>
                    </a:cubicBezTo>
                    <a:cubicBezTo>
                      <a:pt x="6257" y="4944"/>
                      <a:pt x="6591" y="4137"/>
                      <a:pt x="6591" y="3296"/>
                    </a:cubicBezTo>
                    <a:cubicBezTo>
                      <a:pt x="6591" y="2454"/>
                      <a:pt x="6257" y="1647"/>
                      <a:pt x="5662" y="1052"/>
                    </a:cubicBezTo>
                    <a:cubicBezTo>
                      <a:pt x="5067" y="457"/>
                      <a:pt x="4261" y="123"/>
                      <a:pt x="3420" y="123"/>
                    </a:cubicBezTo>
                    <a:cubicBezTo>
                      <a:pt x="2579" y="123"/>
                      <a:pt x="1772" y="457"/>
                      <a:pt x="1177" y="1052"/>
                    </a:cubicBezTo>
                    <a:cubicBezTo>
                      <a:pt x="582" y="1647"/>
                      <a:pt x="248" y="2454"/>
                      <a:pt x="248" y="3296"/>
                    </a:cubicBezTo>
                    <a:cubicBezTo>
                      <a:pt x="248" y="4137"/>
                      <a:pt x="582" y="4944"/>
                      <a:pt x="1177" y="5539"/>
                    </a:cubicBezTo>
                    <a:cubicBezTo>
                      <a:pt x="1772" y="6134"/>
                      <a:pt x="2579" y="6469"/>
                      <a:pt x="3420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08" name="Freeform: Shape 9707">
                <a:extLst>
                  <a:ext uri="{FF2B5EF4-FFF2-40B4-BE49-F238E27FC236}">
                    <a16:creationId xmlns:a16="http://schemas.microsoft.com/office/drawing/2014/main" id="{A8555F0B-728C-1E16-8F3B-780635FAABDF}"/>
                  </a:ext>
                </a:extLst>
              </p:cNvPr>
              <p:cNvSpPr/>
              <p:nvPr/>
            </p:nvSpPr>
            <p:spPr>
              <a:xfrm>
                <a:off x="9557788" y="5046261"/>
                <a:ext cx="6343" cy="6345"/>
              </a:xfrm>
              <a:custGeom>
                <a:avLst/>
                <a:gdLst>
                  <a:gd name="connsiteX0" fmla="*/ 3420 w 6343"/>
                  <a:gd name="connsiteY0" fmla="*/ 6469 h 6345"/>
                  <a:gd name="connsiteX1" fmla="*/ 5662 w 6343"/>
                  <a:gd name="connsiteY1" fmla="*/ 5540 h 6345"/>
                  <a:gd name="connsiteX2" fmla="*/ 6591 w 6343"/>
                  <a:gd name="connsiteY2" fmla="*/ 3296 h 6345"/>
                  <a:gd name="connsiteX3" fmla="*/ 5662 w 6343"/>
                  <a:gd name="connsiteY3" fmla="*/ 1053 h 6345"/>
                  <a:gd name="connsiteX4" fmla="*/ 3420 w 6343"/>
                  <a:gd name="connsiteY4" fmla="*/ 123 h 6345"/>
                  <a:gd name="connsiteX5" fmla="*/ 1177 w 6343"/>
                  <a:gd name="connsiteY5" fmla="*/ 1053 h 6345"/>
                  <a:gd name="connsiteX6" fmla="*/ 248 w 6343"/>
                  <a:gd name="connsiteY6" fmla="*/ 3296 h 6345"/>
                  <a:gd name="connsiteX7" fmla="*/ 1177 w 6343"/>
                  <a:gd name="connsiteY7" fmla="*/ 5540 h 6345"/>
                  <a:gd name="connsiteX8" fmla="*/ 3420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69"/>
                    </a:moveTo>
                    <a:cubicBezTo>
                      <a:pt x="4261" y="6469"/>
                      <a:pt x="5068" y="6135"/>
                      <a:pt x="5662" y="5540"/>
                    </a:cubicBezTo>
                    <a:cubicBezTo>
                      <a:pt x="6257" y="4945"/>
                      <a:pt x="6591" y="4138"/>
                      <a:pt x="6591" y="3296"/>
                    </a:cubicBezTo>
                    <a:cubicBezTo>
                      <a:pt x="6591" y="2455"/>
                      <a:pt x="6257" y="1648"/>
                      <a:pt x="5662" y="1053"/>
                    </a:cubicBezTo>
                    <a:cubicBezTo>
                      <a:pt x="5068" y="458"/>
                      <a:pt x="4261" y="123"/>
                      <a:pt x="3420" y="123"/>
                    </a:cubicBezTo>
                    <a:cubicBezTo>
                      <a:pt x="2579" y="123"/>
                      <a:pt x="1772" y="458"/>
                      <a:pt x="1177" y="1053"/>
                    </a:cubicBezTo>
                    <a:cubicBezTo>
                      <a:pt x="582" y="1648"/>
                      <a:pt x="248" y="2455"/>
                      <a:pt x="248" y="3296"/>
                    </a:cubicBezTo>
                    <a:cubicBezTo>
                      <a:pt x="248" y="4138"/>
                      <a:pt x="582" y="4945"/>
                      <a:pt x="1177" y="5540"/>
                    </a:cubicBezTo>
                    <a:cubicBezTo>
                      <a:pt x="1772" y="6135"/>
                      <a:pt x="2579" y="6469"/>
                      <a:pt x="3420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09" name="Freeform: Shape 9708">
                <a:extLst>
                  <a:ext uri="{FF2B5EF4-FFF2-40B4-BE49-F238E27FC236}">
                    <a16:creationId xmlns:a16="http://schemas.microsoft.com/office/drawing/2014/main" id="{2A7CF89E-43AB-7749-42B3-78704232EF43}"/>
                  </a:ext>
                </a:extLst>
              </p:cNvPr>
              <p:cNvSpPr/>
              <p:nvPr/>
            </p:nvSpPr>
            <p:spPr>
              <a:xfrm>
                <a:off x="9557582" y="5050666"/>
                <a:ext cx="6343" cy="6345"/>
              </a:xfrm>
              <a:custGeom>
                <a:avLst/>
                <a:gdLst>
                  <a:gd name="connsiteX0" fmla="*/ 3420 w 6343"/>
                  <a:gd name="connsiteY0" fmla="*/ 6469 h 6345"/>
                  <a:gd name="connsiteX1" fmla="*/ 5662 w 6343"/>
                  <a:gd name="connsiteY1" fmla="*/ 5540 h 6345"/>
                  <a:gd name="connsiteX2" fmla="*/ 6591 w 6343"/>
                  <a:gd name="connsiteY2" fmla="*/ 3297 h 6345"/>
                  <a:gd name="connsiteX3" fmla="*/ 5662 w 6343"/>
                  <a:gd name="connsiteY3" fmla="*/ 1053 h 6345"/>
                  <a:gd name="connsiteX4" fmla="*/ 3420 w 6343"/>
                  <a:gd name="connsiteY4" fmla="*/ 124 h 6345"/>
                  <a:gd name="connsiteX5" fmla="*/ 1177 w 6343"/>
                  <a:gd name="connsiteY5" fmla="*/ 1053 h 6345"/>
                  <a:gd name="connsiteX6" fmla="*/ 248 w 6343"/>
                  <a:gd name="connsiteY6" fmla="*/ 3297 h 6345"/>
                  <a:gd name="connsiteX7" fmla="*/ 1177 w 6343"/>
                  <a:gd name="connsiteY7" fmla="*/ 5540 h 6345"/>
                  <a:gd name="connsiteX8" fmla="*/ 3420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69"/>
                    </a:moveTo>
                    <a:cubicBezTo>
                      <a:pt x="4261" y="6469"/>
                      <a:pt x="5068" y="6135"/>
                      <a:pt x="5662" y="5540"/>
                    </a:cubicBezTo>
                    <a:cubicBezTo>
                      <a:pt x="6257" y="4945"/>
                      <a:pt x="6591" y="4138"/>
                      <a:pt x="6591" y="3297"/>
                    </a:cubicBezTo>
                    <a:cubicBezTo>
                      <a:pt x="6591" y="2455"/>
                      <a:pt x="6257" y="1648"/>
                      <a:pt x="5662" y="1053"/>
                    </a:cubicBezTo>
                    <a:cubicBezTo>
                      <a:pt x="5068" y="458"/>
                      <a:pt x="4261" y="124"/>
                      <a:pt x="3420" y="124"/>
                    </a:cubicBezTo>
                    <a:cubicBezTo>
                      <a:pt x="2579" y="124"/>
                      <a:pt x="1772" y="458"/>
                      <a:pt x="1177" y="1053"/>
                    </a:cubicBezTo>
                    <a:cubicBezTo>
                      <a:pt x="582" y="1648"/>
                      <a:pt x="248" y="2455"/>
                      <a:pt x="248" y="3297"/>
                    </a:cubicBezTo>
                    <a:cubicBezTo>
                      <a:pt x="248" y="4138"/>
                      <a:pt x="582" y="4945"/>
                      <a:pt x="1177" y="5540"/>
                    </a:cubicBezTo>
                    <a:cubicBezTo>
                      <a:pt x="1772" y="6135"/>
                      <a:pt x="2579" y="6469"/>
                      <a:pt x="3420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10" name="Freeform: Shape 9709">
                <a:extLst>
                  <a:ext uri="{FF2B5EF4-FFF2-40B4-BE49-F238E27FC236}">
                    <a16:creationId xmlns:a16="http://schemas.microsoft.com/office/drawing/2014/main" id="{FBE2AE9F-F44B-3727-E0B5-0B49E444722B}"/>
                  </a:ext>
                </a:extLst>
              </p:cNvPr>
              <p:cNvSpPr/>
              <p:nvPr/>
            </p:nvSpPr>
            <p:spPr>
              <a:xfrm>
                <a:off x="9557408" y="5062280"/>
                <a:ext cx="6343" cy="6345"/>
              </a:xfrm>
              <a:custGeom>
                <a:avLst/>
                <a:gdLst>
                  <a:gd name="connsiteX0" fmla="*/ 3420 w 6343"/>
                  <a:gd name="connsiteY0" fmla="*/ 6470 h 6345"/>
                  <a:gd name="connsiteX1" fmla="*/ 5662 w 6343"/>
                  <a:gd name="connsiteY1" fmla="*/ 5541 h 6345"/>
                  <a:gd name="connsiteX2" fmla="*/ 6591 w 6343"/>
                  <a:gd name="connsiteY2" fmla="*/ 3297 h 6345"/>
                  <a:gd name="connsiteX3" fmla="*/ 5662 w 6343"/>
                  <a:gd name="connsiteY3" fmla="*/ 1054 h 6345"/>
                  <a:gd name="connsiteX4" fmla="*/ 3420 w 6343"/>
                  <a:gd name="connsiteY4" fmla="*/ 125 h 6345"/>
                  <a:gd name="connsiteX5" fmla="*/ 1177 w 6343"/>
                  <a:gd name="connsiteY5" fmla="*/ 1054 h 6345"/>
                  <a:gd name="connsiteX6" fmla="*/ 248 w 6343"/>
                  <a:gd name="connsiteY6" fmla="*/ 3297 h 6345"/>
                  <a:gd name="connsiteX7" fmla="*/ 1177 w 6343"/>
                  <a:gd name="connsiteY7" fmla="*/ 5541 h 6345"/>
                  <a:gd name="connsiteX8" fmla="*/ 3420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0"/>
                    </a:moveTo>
                    <a:cubicBezTo>
                      <a:pt x="4261" y="6470"/>
                      <a:pt x="5068" y="6136"/>
                      <a:pt x="5662" y="5541"/>
                    </a:cubicBezTo>
                    <a:cubicBezTo>
                      <a:pt x="6257" y="4946"/>
                      <a:pt x="6591" y="4139"/>
                      <a:pt x="6591" y="3297"/>
                    </a:cubicBezTo>
                    <a:cubicBezTo>
                      <a:pt x="6591" y="2456"/>
                      <a:pt x="6257" y="1649"/>
                      <a:pt x="5662" y="1054"/>
                    </a:cubicBezTo>
                    <a:cubicBezTo>
                      <a:pt x="5068" y="459"/>
                      <a:pt x="4261" y="125"/>
                      <a:pt x="3420" y="125"/>
                    </a:cubicBezTo>
                    <a:cubicBezTo>
                      <a:pt x="2579" y="125"/>
                      <a:pt x="1772" y="459"/>
                      <a:pt x="1177" y="1054"/>
                    </a:cubicBezTo>
                    <a:cubicBezTo>
                      <a:pt x="582" y="1649"/>
                      <a:pt x="248" y="2456"/>
                      <a:pt x="248" y="3297"/>
                    </a:cubicBezTo>
                    <a:cubicBezTo>
                      <a:pt x="248" y="4139"/>
                      <a:pt x="582" y="4946"/>
                      <a:pt x="1177" y="5541"/>
                    </a:cubicBezTo>
                    <a:cubicBezTo>
                      <a:pt x="1772" y="6136"/>
                      <a:pt x="2579" y="6470"/>
                      <a:pt x="3420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11" name="Freeform: Shape 9710">
                <a:extLst>
                  <a:ext uri="{FF2B5EF4-FFF2-40B4-BE49-F238E27FC236}">
                    <a16:creationId xmlns:a16="http://schemas.microsoft.com/office/drawing/2014/main" id="{7B1296EA-6E53-F204-6C69-B93C44C987EC}"/>
                  </a:ext>
                </a:extLst>
              </p:cNvPr>
              <p:cNvSpPr/>
              <p:nvPr/>
            </p:nvSpPr>
            <p:spPr>
              <a:xfrm>
                <a:off x="9558490" y="5067166"/>
                <a:ext cx="6343" cy="6345"/>
              </a:xfrm>
              <a:custGeom>
                <a:avLst/>
                <a:gdLst>
                  <a:gd name="connsiteX0" fmla="*/ 3420 w 6343"/>
                  <a:gd name="connsiteY0" fmla="*/ 6471 h 6345"/>
                  <a:gd name="connsiteX1" fmla="*/ 5662 w 6343"/>
                  <a:gd name="connsiteY1" fmla="*/ 5541 h 6345"/>
                  <a:gd name="connsiteX2" fmla="*/ 6591 w 6343"/>
                  <a:gd name="connsiteY2" fmla="*/ 3298 h 6345"/>
                  <a:gd name="connsiteX3" fmla="*/ 5662 w 6343"/>
                  <a:gd name="connsiteY3" fmla="*/ 1054 h 6345"/>
                  <a:gd name="connsiteX4" fmla="*/ 3420 w 6343"/>
                  <a:gd name="connsiteY4" fmla="*/ 125 h 6345"/>
                  <a:gd name="connsiteX5" fmla="*/ 1177 w 6343"/>
                  <a:gd name="connsiteY5" fmla="*/ 1054 h 6345"/>
                  <a:gd name="connsiteX6" fmla="*/ 248 w 6343"/>
                  <a:gd name="connsiteY6" fmla="*/ 3298 h 6345"/>
                  <a:gd name="connsiteX7" fmla="*/ 1177 w 6343"/>
                  <a:gd name="connsiteY7" fmla="*/ 5541 h 6345"/>
                  <a:gd name="connsiteX8" fmla="*/ 3420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1"/>
                    </a:moveTo>
                    <a:cubicBezTo>
                      <a:pt x="4261" y="6471"/>
                      <a:pt x="5068" y="6136"/>
                      <a:pt x="5662" y="5541"/>
                    </a:cubicBezTo>
                    <a:cubicBezTo>
                      <a:pt x="6257" y="4946"/>
                      <a:pt x="6591" y="4139"/>
                      <a:pt x="6591" y="3298"/>
                    </a:cubicBezTo>
                    <a:cubicBezTo>
                      <a:pt x="6591" y="2456"/>
                      <a:pt x="6257" y="1649"/>
                      <a:pt x="5662" y="1054"/>
                    </a:cubicBezTo>
                    <a:cubicBezTo>
                      <a:pt x="5068" y="459"/>
                      <a:pt x="4261" y="125"/>
                      <a:pt x="3420" y="125"/>
                    </a:cubicBezTo>
                    <a:cubicBezTo>
                      <a:pt x="2579" y="125"/>
                      <a:pt x="1772" y="459"/>
                      <a:pt x="1177" y="1054"/>
                    </a:cubicBezTo>
                    <a:cubicBezTo>
                      <a:pt x="582" y="1649"/>
                      <a:pt x="248" y="2456"/>
                      <a:pt x="248" y="3298"/>
                    </a:cubicBezTo>
                    <a:cubicBezTo>
                      <a:pt x="248" y="4139"/>
                      <a:pt x="582" y="4946"/>
                      <a:pt x="1177" y="5541"/>
                    </a:cubicBezTo>
                    <a:cubicBezTo>
                      <a:pt x="1772" y="6136"/>
                      <a:pt x="2579" y="6471"/>
                      <a:pt x="3420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12" name="Freeform: Shape 9711">
                <a:extLst>
                  <a:ext uri="{FF2B5EF4-FFF2-40B4-BE49-F238E27FC236}">
                    <a16:creationId xmlns:a16="http://schemas.microsoft.com/office/drawing/2014/main" id="{3D08EEB4-B0EE-D6E2-7555-D65957ABF971}"/>
                  </a:ext>
                </a:extLst>
              </p:cNvPr>
              <p:cNvSpPr/>
              <p:nvPr/>
            </p:nvSpPr>
            <p:spPr>
              <a:xfrm>
                <a:off x="9559106" y="5069382"/>
                <a:ext cx="6343" cy="6345"/>
              </a:xfrm>
              <a:custGeom>
                <a:avLst/>
                <a:gdLst>
                  <a:gd name="connsiteX0" fmla="*/ 3420 w 6343"/>
                  <a:gd name="connsiteY0" fmla="*/ 6471 h 6345"/>
                  <a:gd name="connsiteX1" fmla="*/ 5662 w 6343"/>
                  <a:gd name="connsiteY1" fmla="*/ 5541 h 6345"/>
                  <a:gd name="connsiteX2" fmla="*/ 6591 w 6343"/>
                  <a:gd name="connsiteY2" fmla="*/ 3298 h 6345"/>
                  <a:gd name="connsiteX3" fmla="*/ 5662 w 6343"/>
                  <a:gd name="connsiteY3" fmla="*/ 1055 h 6345"/>
                  <a:gd name="connsiteX4" fmla="*/ 3420 w 6343"/>
                  <a:gd name="connsiteY4" fmla="*/ 125 h 6345"/>
                  <a:gd name="connsiteX5" fmla="*/ 1177 w 6343"/>
                  <a:gd name="connsiteY5" fmla="*/ 1055 h 6345"/>
                  <a:gd name="connsiteX6" fmla="*/ 248 w 6343"/>
                  <a:gd name="connsiteY6" fmla="*/ 3298 h 6345"/>
                  <a:gd name="connsiteX7" fmla="*/ 1177 w 6343"/>
                  <a:gd name="connsiteY7" fmla="*/ 5541 h 6345"/>
                  <a:gd name="connsiteX8" fmla="*/ 3420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1"/>
                    </a:moveTo>
                    <a:cubicBezTo>
                      <a:pt x="4261" y="6471"/>
                      <a:pt x="5068" y="6136"/>
                      <a:pt x="5662" y="5541"/>
                    </a:cubicBezTo>
                    <a:cubicBezTo>
                      <a:pt x="6257" y="4946"/>
                      <a:pt x="6591" y="4139"/>
                      <a:pt x="6591" y="3298"/>
                    </a:cubicBezTo>
                    <a:cubicBezTo>
                      <a:pt x="6591" y="2457"/>
                      <a:pt x="6257" y="1650"/>
                      <a:pt x="5662" y="1055"/>
                    </a:cubicBezTo>
                    <a:cubicBezTo>
                      <a:pt x="5068" y="460"/>
                      <a:pt x="4261" y="125"/>
                      <a:pt x="3420" y="125"/>
                    </a:cubicBezTo>
                    <a:cubicBezTo>
                      <a:pt x="2579" y="125"/>
                      <a:pt x="1772" y="460"/>
                      <a:pt x="1177" y="1055"/>
                    </a:cubicBezTo>
                    <a:cubicBezTo>
                      <a:pt x="582" y="1650"/>
                      <a:pt x="248" y="2457"/>
                      <a:pt x="248" y="3298"/>
                    </a:cubicBezTo>
                    <a:cubicBezTo>
                      <a:pt x="248" y="4139"/>
                      <a:pt x="582" y="4946"/>
                      <a:pt x="1177" y="5541"/>
                    </a:cubicBezTo>
                    <a:cubicBezTo>
                      <a:pt x="1772" y="6136"/>
                      <a:pt x="2579" y="6471"/>
                      <a:pt x="3420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13" name="Freeform: Shape 9712">
                <a:extLst>
                  <a:ext uri="{FF2B5EF4-FFF2-40B4-BE49-F238E27FC236}">
                    <a16:creationId xmlns:a16="http://schemas.microsoft.com/office/drawing/2014/main" id="{4C97AC34-694A-122C-EA3C-2DE40ACE0E14}"/>
                  </a:ext>
                </a:extLst>
              </p:cNvPr>
              <p:cNvSpPr/>
              <p:nvPr/>
            </p:nvSpPr>
            <p:spPr>
              <a:xfrm>
                <a:off x="9527406" y="5162758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14" name="Freeform: Shape 9713">
                <a:extLst>
                  <a:ext uri="{FF2B5EF4-FFF2-40B4-BE49-F238E27FC236}">
                    <a16:creationId xmlns:a16="http://schemas.microsoft.com/office/drawing/2014/main" id="{A585AD35-16F5-DEA0-294A-EF8EB5CB64B8}"/>
                  </a:ext>
                </a:extLst>
              </p:cNvPr>
              <p:cNvSpPr/>
              <p:nvPr/>
            </p:nvSpPr>
            <p:spPr>
              <a:xfrm>
                <a:off x="9529115" y="5165358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15" name="Freeform: Shape 9714">
                <a:extLst>
                  <a:ext uri="{FF2B5EF4-FFF2-40B4-BE49-F238E27FC236}">
                    <a16:creationId xmlns:a16="http://schemas.microsoft.com/office/drawing/2014/main" id="{231B164F-ED24-5195-6E88-A3BDDFC558FE}"/>
                  </a:ext>
                </a:extLst>
              </p:cNvPr>
              <p:cNvSpPr/>
              <p:nvPr/>
            </p:nvSpPr>
            <p:spPr>
              <a:xfrm>
                <a:off x="9530686" y="5166408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16" name="Freeform: Shape 9715">
                <a:extLst>
                  <a:ext uri="{FF2B5EF4-FFF2-40B4-BE49-F238E27FC236}">
                    <a16:creationId xmlns:a16="http://schemas.microsoft.com/office/drawing/2014/main" id="{2F499CE3-D9E3-F1C1-0C9B-3440A48A2C02}"/>
                  </a:ext>
                </a:extLst>
              </p:cNvPr>
              <p:cNvSpPr/>
              <p:nvPr/>
            </p:nvSpPr>
            <p:spPr>
              <a:xfrm>
                <a:off x="9534283" y="5171092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89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3"/>
                    </a:cubicBezTo>
                    <a:cubicBezTo>
                      <a:pt x="581" y="1658"/>
                      <a:pt x="246" y="2465"/>
                      <a:pt x="246" y="3306"/>
                    </a:cubicBezTo>
                    <a:cubicBezTo>
                      <a:pt x="246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17" name="Freeform: Shape 9716">
                <a:extLst>
                  <a:ext uri="{FF2B5EF4-FFF2-40B4-BE49-F238E27FC236}">
                    <a16:creationId xmlns:a16="http://schemas.microsoft.com/office/drawing/2014/main" id="{5F1F69BE-8BE2-8B55-C669-9F9BD7CC5D32}"/>
                  </a:ext>
                </a:extLst>
              </p:cNvPr>
              <p:cNvSpPr/>
              <p:nvPr/>
            </p:nvSpPr>
            <p:spPr>
              <a:xfrm>
                <a:off x="9536916" y="5170698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7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5"/>
                      <a:pt x="6255" y="1657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3"/>
                    </a:cubicBezTo>
                    <a:cubicBezTo>
                      <a:pt x="581" y="1657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18" name="Freeform: Shape 9717">
                <a:extLst>
                  <a:ext uri="{FF2B5EF4-FFF2-40B4-BE49-F238E27FC236}">
                    <a16:creationId xmlns:a16="http://schemas.microsoft.com/office/drawing/2014/main" id="{776C8DF4-17C6-C1AB-7BA1-43FA2C47F236}"/>
                  </a:ext>
                </a:extLst>
              </p:cNvPr>
              <p:cNvSpPr/>
              <p:nvPr/>
            </p:nvSpPr>
            <p:spPr>
              <a:xfrm>
                <a:off x="9537899" y="5170968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19" name="Freeform: Shape 9718">
                <a:extLst>
                  <a:ext uri="{FF2B5EF4-FFF2-40B4-BE49-F238E27FC236}">
                    <a16:creationId xmlns:a16="http://schemas.microsoft.com/office/drawing/2014/main" id="{A7822AD1-C8F2-7B01-3B9D-1C4CBBE266A1}"/>
                  </a:ext>
                </a:extLst>
              </p:cNvPr>
              <p:cNvSpPr/>
              <p:nvPr/>
            </p:nvSpPr>
            <p:spPr>
              <a:xfrm>
                <a:off x="9538959" y="517114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20" name="Freeform: Shape 9719">
                <a:extLst>
                  <a:ext uri="{FF2B5EF4-FFF2-40B4-BE49-F238E27FC236}">
                    <a16:creationId xmlns:a16="http://schemas.microsoft.com/office/drawing/2014/main" id="{D6EA2F62-5FE7-E09A-9FFC-200E19ECED05}"/>
                  </a:ext>
                </a:extLst>
              </p:cNvPr>
              <p:cNvSpPr/>
              <p:nvPr/>
            </p:nvSpPr>
            <p:spPr>
              <a:xfrm>
                <a:off x="9539943" y="5171432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21" name="Freeform: Shape 9720">
                <a:extLst>
                  <a:ext uri="{FF2B5EF4-FFF2-40B4-BE49-F238E27FC236}">
                    <a16:creationId xmlns:a16="http://schemas.microsoft.com/office/drawing/2014/main" id="{499D7868-1F07-A271-6E0B-FFCD66CB1519}"/>
                  </a:ext>
                </a:extLst>
              </p:cNvPr>
              <p:cNvSpPr/>
              <p:nvPr/>
            </p:nvSpPr>
            <p:spPr>
              <a:xfrm>
                <a:off x="9541005" y="517162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49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22" name="Freeform: Shape 9721">
                <a:extLst>
                  <a:ext uri="{FF2B5EF4-FFF2-40B4-BE49-F238E27FC236}">
                    <a16:creationId xmlns:a16="http://schemas.microsoft.com/office/drawing/2014/main" id="{FC673870-FFC6-9D16-2E3B-A542FB62BD61}"/>
                  </a:ext>
                </a:extLst>
              </p:cNvPr>
              <p:cNvSpPr/>
              <p:nvPr/>
            </p:nvSpPr>
            <p:spPr>
              <a:xfrm>
                <a:off x="9542225" y="517163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49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49"/>
                    </a:cubicBezTo>
                    <a:cubicBezTo>
                      <a:pt x="1771" y="6144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23" name="Freeform: Shape 9722">
                <a:extLst>
                  <a:ext uri="{FF2B5EF4-FFF2-40B4-BE49-F238E27FC236}">
                    <a16:creationId xmlns:a16="http://schemas.microsoft.com/office/drawing/2014/main" id="{EF0ABA04-3C2D-73A8-7769-2D89E0527392}"/>
                  </a:ext>
                </a:extLst>
              </p:cNvPr>
              <p:cNvSpPr/>
              <p:nvPr/>
            </p:nvSpPr>
            <p:spPr>
              <a:xfrm>
                <a:off x="9543527" y="517155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49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24" name="Freeform: Shape 9723">
                <a:extLst>
                  <a:ext uri="{FF2B5EF4-FFF2-40B4-BE49-F238E27FC236}">
                    <a16:creationId xmlns:a16="http://schemas.microsoft.com/office/drawing/2014/main" id="{1EFBB903-52BD-E382-08A0-53DEFA14C7C0}"/>
                  </a:ext>
                </a:extLst>
              </p:cNvPr>
              <p:cNvSpPr/>
              <p:nvPr/>
            </p:nvSpPr>
            <p:spPr>
              <a:xfrm>
                <a:off x="9544556" y="517182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25" name="Freeform: Shape 9724">
                <a:extLst>
                  <a:ext uri="{FF2B5EF4-FFF2-40B4-BE49-F238E27FC236}">
                    <a16:creationId xmlns:a16="http://schemas.microsoft.com/office/drawing/2014/main" id="{BC044F15-872D-154B-1128-69E8857133ED}"/>
                  </a:ext>
                </a:extLst>
              </p:cNvPr>
              <p:cNvSpPr/>
              <p:nvPr/>
            </p:nvSpPr>
            <p:spPr>
              <a:xfrm>
                <a:off x="9545624" y="517205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26" name="Freeform: Shape 9725">
                <a:extLst>
                  <a:ext uri="{FF2B5EF4-FFF2-40B4-BE49-F238E27FC236}">
                    <a16:creationId xmlns:a16="http://schemas.microsoft.com/office/drawing/2014/main" id="{274CC9C1-B90E-F327-F1E2-08FA04937B2A}"/>
                  </a:ext>
                </a:extLst>
              </p:cNvPr>
              <p:cNvSpPr/>
              <p:nvPr/>
            </p:nvSpPr>
            <p:spPr>
              <a:xfrm>
                <a:off x="9546937" y="517200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0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7"/>
                      <a:pt x="582" y="4955"/>
                      <a:pt x="1176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27" name="Freeform: Shape 9726">
                <a:extLst>
                  <a:ext uri="{FF2B5EF4-FFF2-40B4-BE49-F238E27FC236}">
                    <a16:creationId xmlns:a16="http://schemas.microsoft.com/office/drawing/2014/main" id="{6E8CB0E8-B615-72CD-DABD-78B56803EA39}"/>
                  </a:ext>
                </a:extLst>
              </p:cNvPr>
              <p:cNvSpPr/>
              <p:nvPr/>
            </p:nvSpPr>
            <p:spPr>
              <a:xfrm>
                <a:off x="9548335" y="517187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50"/>
                    </a:cubicBezTo>
                    <a:cubicBezTo>
                      <a:pt x="6256" y="4955"/>
                      <a:pt x="6591" y="4147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7"/>
                      <a:pt x="582" y="4955"/>
                      <a:pt x="1176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28" name="Freeform: Shape 9727">
                <a:extLst>
                  <a:ext uri="{FF2B5EF4-FFF2-40B4-BE49-F238E27FC236}">
                    <a16:creationId xmlns:a16="http://schemas.microsoft.com/office/drawing/2014/main" id="{7BC68B59-5544-BED1-7249-B1E8888F43FA}"/>
                  </a:ext>
                </a:extLst>
              </p:cNvPr>
              <p:cNvSpPr/>
              <p:nvPr/>
            </p:nvSpPr>
            <p:spPr>
              <a:xfrm>
                <a:off x="9549411" y="517213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50"/>
                    </a:cubicBezTo>
                    <a:cubicBezTo>
                      <a:pt x="6256" y="4955"/>
                      <a:pt x="6591" y="4147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6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29" name="Freeform: Shape 9728">
                <a:extLst>
                  <a:ext uri="{FF2B5EF4-FFF2-40B4-BE49-F238E27FC236}">
                    <a16:creationId xmlns:a16="http://schemas.microsoft.com/office/drawing/2014/main" id="{F7A298CA-18B2-74F4-F50B-B5C2770BB38E}"/>
                  </a:ext>
                </a:extLst>
              </p:cNvPr>
              <p:cNvSpPr/>
              <p:nvPr/>
            </p:nvSpPr>
            <p:spPr>
              <a:xfrm>
                <a:off x="9551025" y="517178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50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30" name="Freeform: Shape 9729">
                <a:extLst>
                  <a:ext uri="{FF2B5EF4-FFF2-40B4-BE49-F238E27FC236}">
                    <a16:creationId xmlns:a16="http://schemas.microsoft.com/office/drawing/2014/main" id="{5799FC30-3B36-7CF9-02AE-12CEE832583F}"/>
                  </a:ext>
                </a:extLst>
              </p:cNvPr>
              <p:cNvSpPr/>
              <p:nvPr/>
            </p:nvSpPr>
            <p:spPr>
              <a:xfrm>
                <a:off x="9552397" y="517173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31" name="Freeform: Shape 9730">
                <a:extLst>
                  <a:ext uri="{FF2B5EF4-FFF2-40B4-BE49-F238E27FC236}">
                    <a16:creationId xmlns:a16="http://schemas.microsoft.com/office/drawing/2014/main" id="{5A8E88D4-F34E-B0DD-CB1E-45C272701A0F}"/>
                  </a:ext>
                </a:extLst>
              </p:cNvPr>
              <p:cNvSpPr/>
              <p:nvPr/>
            </p:nvSpPr>
            <p:spPr>
              <a:xfrm>
                <a:off x="9553774" y="517169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32" name="Freeform: Shape 9731">
                <a:extLst>
                  <a:ext uri="{FF2B5EF4-FFF2-40B4-BE49-F238E27FC236}">
                    <a16:creationId xmlns:a16="http://schemas.microsoft.com/office/drawing/2014/main" id="{8F055887-ECE9-F7AD-6D90-0C7B0C736F71}"/>
                  </a:ext>
                </a:extLst>
              </p:cNvPr>
              <p:cNvSpPr/>
              <p:nvPr/>
            </p:nvSpPr>
            <p:spPr>
              <a:xfrm>
                <a:off x="9555155" y="517167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49"/>
                    </a:cubicBezTo>
                    <a:cubicBezTo>
                      <a:pt x="1772" y="6144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33" name="Freeform: Shape 9732">
                <a:extLst>
                  <a:ext uri="{FF2B5EF4-FFF2-40B4-BE49-F238E27FC236}">
                    <a16:creationId xmlns:a16="http://schemas.microsoft.com/office/drawing/2014/main" id="{14537EF2-2A46-A3E8-A2F6-B182E890EB2A}"/>
                  </a:ext>
                </a:extLst>
              </p:cNvPr>
              <p:cNvSpPr/>
              <p:nvPr/>
            </p:nvSpPr>
            <p:spPr>
              <a:xfrm>
                <a:off x="9556413" y="517179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50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34" name="Freeform: Shape 9733">
                <a:extLst>
                  <a:ext uri="{FF2B5EF4-FFF2-40B4-BE49-F238E27FC236}">
                    <a16:creationId xmlns:a16="http://schemas.microsoft.com/office/drawing/2014/main" id="{A2C1CDBF-4F06-500B-B527-C9709D9950D4}"/>
                  </a:ext>
                </a:extLst>
              </p:cNvPr>
              <p:cNvSpPr/>
              <p:nvPr/>
            </p:nvSpPr>
            <p:spPr>
              <a:xfrm>
                <a:off x="9557845" y="517175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35" name="Freeform: Shape 9734">
                <a:extLst>
                  <a:ext uri="{FF2B5EF4-FFF2-40B4-BE49-F238E27FC236}">
                    <a16:creationId xmlns:a16="http://schemas.microsoft.com/office/drawing/2014/main" id="{7AD8558C-3427-7936-26D9-6665D34B3FA9}"/>
                  </a:ext>
                </a:extLst>
              </p:cNvPr>
              <p:cNvSpPr/>
              <p:nvPr/>
            </p:nvSpPr>
            <p:spPr>
              <a:xfrm>
                <a:off x="9559324" y="517167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1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7"/>
                      <a:pt x="583" y="4955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36" name="Freeform: Shape 9735">
                <a:extLst>
                  <a:ext uri="{FF2B5EF4-FFF2-40B4-BE49-F238E27FC236}">
                    <a16:creationId xmlns:a16="http://schemas.microsoft.com/office/drawing/2014/main" id="{2B949196-CA55-32F3-9372-A0BB6F0F8BCA}"/>
                  </a:ext>
                </a:extLst>
              </p:cNvPr>
              <p:cNvSpPr/>
              <p:nvPr/>
            </p:nvSpPr>
            <p:spPr>
              <a:xfrm>
                <a:off x="9561026" y="517137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4"/>
                      <a:pt x="6592" y="4147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7"/>
                      <a:pt x="583" y="4954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37" name="Freeform: Shape 9736">
                <a:extLst>
                  <a:ext uri="{FF2B5EF4-FFF2-40B4-BE49-F238E27FC236}">
                    <a16:creationId xmlns:a16="http://schemas.microsoft.com/office/drawing/2014/main" id="{20DDCB00-045D-A22A-C056-6BB6634C959F}"/>
                  </a:ext>
                </a:extLst>
              </p:cNvPr>
              <p:cNvSpPr/>
              <p:nvPr/>
            </p:nvSpPr>
            <p:spPr>
              <a:xfrm>
                <a:off x="9562343" y="517150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9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5"/>
                      <a:pt x="6592" y="4147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5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38" name="Freeform: Shape 9737">
                <a:extLst>
                  <a:ext uri="{FF2B5EF4-FFF2-40B4-BE49-F238E27FC236}">
                    <a16:creationId xmlns:a16="http://schemas.microsoft.com/office/drawing/2014/main" id="{69073FFD-B8A1-77EF-E538-2352BE4831F3}"/>
                  </a:ext>
                </a:extLst>
              </p:cNvPr>
              <p:cNvSpPr/>
              <p:nvPr/>
            </p:nvSpPr>
            <p:spPr>
              <a:xfrm>
                <a:off x="9563838" y="517147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8" y="4955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5"/>
                      <a:pt x="1178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39" name="Freeform: Shape 9738">
                <a:extLst>
                  <a:ext uri="{FF2B5EF4-FFF2-40B4-BE49-F238E27FC236}">
                    <a16:creationId xmlns:a16="http://schemas.microsoft.com/office/drawing/2014/main" id="{2AB81BF1-EB58-2AC2-75AC-709EDF664EE1}"/>
                  </a:ext>
                </a:extLst>
              </p:cNvPr>
              <p:cNvSpPr/>
              <p:nvPr/>
            </p:nvSpPr>
            <p:spPr>
              <a:xfrm>
                <a:off x="9564852" y="517193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8" y="4955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5"/>
                      <a:pt x="1178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40" name="Freeform: Shape 9739">
                <a:extLst>
                  <a:ext uri="{FF2B5EF4-FFF2-40B4-BE49-F238E27FC236}">
                    <a16:creationId xmlns:a16="http://schemas.microsoft.com/office/drawing/2014/main" id="{9EB8553D-9398-68B1-F3FF-0A01C39AC08E}"/>
                  </a:ext>
                </a:extLst>
              </p:cNvPr>
              <p:cNvSpPr/>
              <p:nvPr/>
            </p:nvSpPr>
            <p:spPr>
              <a:xfrm>
                <a:off x="9564665" y="517361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41" name="Freeform: Shape 9740">
                <a:extLst>
                  <a:ext uri="{FF2B5EF4-FFF2-40B4-BE49-F238E27FC236}">
                    <a16:creationId xmlns:a16="http://schemas.microsoft.com/office/drawing/2014/main" id="{DD38CB4A-D67B-1FF8-E9DF-C34FCEE92106}"/>
                  </a:ext>
                </a:extLst>
              </p:cNvPr>
              <p:cNvSpPr/>
              <p:nvPr/>
            </p:nvSpPr>
            <p:spPr>
              <a:xfrm>
                <a:off x="9599063" y="5153708"/>
                <a:ext cx="6343" cy="6345"/>
              </a:xfrm>
              <a:custGeom>
                <a:avLst/>
                <a:gdLst>
                  <a:gd name="connsiteX0" fmla="*/ 3423 w 6343"/>
                  <a:gd name="connsiteY0" fmla="*/ 6477 h 6345"/>
                  <a:gd name="connsiteX1" fmla="*/ 5666 w 6343"/>
                  <a:gd name="connsiteY1" fmla="*/ 5548 h 6345"/>
                  <a:gd name="connsiteX2" fmla="*/ 6595 w 6343"/>
                  <a:gd name="connsiteY2" fmla="*/ 3305 h 6345"/>
                  <a:gd name="connsiteX3" fmla="*/ 5666 w 6343"/>
                  <a:gd name="connsiteY3" fmla="*/ 1061 h 6345"/>
                  <a:gd name="connsiteX4" fmla="*/ 3423 w 6343"/>
                  <a:gd name="connsiteY4" fmla="*/ 132 h 6345"/>
                  <a:gd name="connsiteX5" fmla="*/ 1180 w 6343"/>
                  <a:gd name="connsiteY5" fmla="*/ 1061 h 6345"/>
                  <a:gd name="connsiteX6" fmla="*/ 251 w 6343"/>
                  <a:gd name="connsiteY6" fmla="*/ 3305 h 6345"/>
                  <a:gd name="connsiteX7" fmla="*/ 1180 w 6343"/>
                  <a:gd name="connsiteY7" fmla="*/ 5548 h 6345"/>
                  <a:gd name="connsiteX8" fmla="*/ 342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7"/>
                    </a:moveTo>
                    <a:cubicBezTo>
                      <a:pt x="4264" y="6477"/>
                      <a:pt x="5071" y="6143"/>
                      <a:pt x="5666" y="5548"/>
                    </a:cubicBezTo>
                    <a:cubicBezTo>
                      <a:pt x="6260" y="4953"/>
                      <a:pt x="6595" y="4146"/>
                      <a:pt x="6595" y="3305"/>
                    </a:cubicBezTo>
                    <a:cubicBezTo>
                      <a:pt x="6595" y="2463"/>
                      <a:pt x="6260" y="1656"/>
                      <a:pt x="5666" y="1061"/>
                    </a:cubicBezTo>
                    <a:cubicBezTo>
                      <a:pt x="5071" y="466"/>
                      <a:pt x="4264" y="132"/>
                      <a:pt x="3423" y="132"/>
                    </a:cubicBezTo>
                    <a:cubicBezTo>
                      <a:pt x="2582" y="132"/>
                      <a:pt x="1775" y="466"/>
                      <a:pt x="1180" y="1061"/>
                    </a:cubicBezTo>
                    <a:cubicBezTo>
                      <a:pt x="586" y="1656"/>
                      <a:pt x="251" y="2463"/>
                      <a:pt x="251" y="3305"/>
                    </a:cubicBezTo>
                    <a:cubicBezTo>
                      <a:pt x="251" y="4146"/>
                      <a:pt x="586" y="4953"/>
                      <a:pt x="1180" y="5548"/>
                    </a:cubicBezTo>
                    <a:cubicBezTo>
                      <a:pt x="1775" y="6143"/>
                      <a:pt x="2582" y="6477"/>
                      <a:pt x="342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42" name="Freeform: Shape 9741">
                <a:extLst>
                  <a:ext uri="{FF2B5EF4-FFF2-40B4-BE49-F238E27FC236}">
                    <a16:creationId xmlns:a16="http://schemas.microsoft.com/office/drawing/2014/main" id="{593B5D25-3BC2-E02F-B0E7-B9A5F552016C}"/>
                  </a:ext>
                </a:extLst>
              </p:cNvPr>
              <p:cNvSpPr/>
              <p:nvPr/>
            </p:nvSpPr>
            <p:spPr>
              <a:xfrm>
                <a:off x="9599874" y="5154702"/>
                <a:ext cx="6343" cy="6345"/>
              </a:xfrm>
              <a:custGeom>
                <a:avLst/>
                <a:gdLst>
                  <a:gd name="connsiteX0" fmla="*/ 3423 w 6343"/>
                  <a:gd name="connsiteY0" fmla="*/ 6477 h 6345"/>
                  <a:gd name="connsiteX1" fmla="*/ 5666 w 6343"/>
                  <a:gd name="connsiteY1" fmla="*/ 5548 h 6345"/>
                  <a:gd name="connsiteX2" fmla="*/ 6595 w 6343"/>
                  <a:gd name="connsiteY2" fmla="*/ 3305 h 6345"/>
                  <a:gd name="connsiteX3" fmla="*/ 5666 w 6343"/>
                  <a:gd name="connsiteY3" fmla="*/ 1061 h 6345"/>
                  <a:gd name="connsiteX4" fmla="*/ 3423 w 6343"/>
                  <a:gd name="connsiteY4" fmla="*/ 132 h 6345"/>
                  <a:gd name="connsiteX5" fmla="*/ 1180 w 6343"/>
                  <a:gd name="connsiteY5" fmla="*/ 1061 h 6345"/>
                  <a:gd name="connsiteX6" fmla="*/ 252 w 6343"/>
                  <a:gd name="connsiteY6" fmla="*/ 3305 h 6345"/>
                  <a:gd name="connsiteX7" fmla="*/ 1180 w 6343"/>
                  <a:gd name="connsiteY7" fmla="*/ 5548 h 6345"/>
                  <a:gd name="connsiteX8" fmla="*/ 342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7"/>
                    </a:moveTo>
                    <a:cubicBezTo>
                      <a:pt x="4264" y="6477"/>
                      <a:pt x="5071" y="6143"/>
                      <a:pt x="5666" y="5548"/>
                    </a:cubicBezTo>
                    <a:cubicBezTo>
                      <a:pt x="6260" y="4953"/>
                      <a:pt x="6595" y="4146"/>
                      <a:pt x="6595" y="3305"/>
                    </a:cubicBezTo>
                    <a:cubicBezTo>
                      <a:pt x="6595" y="2463"/>
                      <a:pt x="6260" y="1656"/>
                      <a:pt x="5666" y="1061"/>
                    </a:cubicBezTo>
                    <a:cubicBezTo>
                      <a:pt x="5071" y="466"/>
                      <a:pt x="4264" y="132"/>
                      <a:pt x="3423" y="132"/>
                    </a:cubicBezTo>
                    <a:cubicBezTo>
                      <a:pt x="2582" y="132"/>
                      <a:pt x="1775" y="466"/>
                      <a:pt x="1180" y="1061"/>
                    </a:cubicBezTo>
                    <a:cubicBezTo>
                      <a:pt x="586" y="1656"/>
                      <a:pt x="252" y="2463"/>
                      <a:pt x="252" y="3305"/>
                    </a:cubicBezTo>
                    <a:cubicBezTo>
                      <a:pt x="252" y="4146"/>
                      <a:pt x="586" y="4953"/>
                      <a:pt x="1180" y="5548"/>
                    </a:cubicBezTo>
                    <a:cubicBezTo>
                      <a:pt x="1775" y="6143"/>
                      <a:pt x="2582" y="6477"/>
                      <a:pt x="342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43" name="Freeform: Shape 9742">
                <a:extLst>
                  <a:ext uri="{FF2B5EF4-FFF2-40B4-BE49-F238E27FC236}">
                    <a16:creationId xmlns:a16="http://schemas.microsoft.com/office/drawing/2014/main" id="{8E551DA8-C448-BD59-FEB0-4A9BC5E5A76A}"/>
                  </a:ext>
                </a:extLst>
              </p:cNvPr>
              <p:cNvSpPr/>
              <p:nvPr/>
            </p:nvSpPr>
            <p:spPr>
              <a:xfrm>
                <a:off x="9597147" y="5158823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8 h 6345"/>
                  <a:gd name="connsiteX2" fmla="*/ 6594 w 6343"/>
                  <a:gd name="connsiteY2" fmla="*/ 3305 h 6345"/>
                  <a:gd name="connsiteX3" fmla="*/ 5665 w 6343"/>
                  <a:gd name="connsiteY3" fmla="*/ 1062 h 6345"/>
                  <a:gd name="connsiteX4" fmla="*/ 3423 w 6343"/>
                  <a:gd name="connsiteY4" fmla="*/ 132 h 6345"/>
                  <a:gd name="connsiteX5" fmla="*/ 1180 w 6343"/>
                  <a:gd name="connsiteY5" fmla="*/ 1062 h 6345"/>
                  <a:gd name="connsiteX6" fmla="*/ 251 w 6343"/>
                  <a:gd name="connsiteY6" fmla="*/ 3305 h 6345"/>
                  <a:gd name="connsiteX7" fmla="*/ 1180 w 6343"/>
                  <a:gd name="connsiteY7" fmla="*/ 5548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3"/>
                      <a:pt x="5665" y="5548"/>
                    </a:cubicBezTo>
                    <a:cubicBezTo>
                      <a:pt x="6260" y="4954"/>
                      <a:pt x="6594" y="4146"/>
                      <a:pt x="6594" y="3305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2"/>
                      <a:pt x="3423" y="132"/>
                    </a:cubicBezTo>
                    <a:cubicBezTo>
                      <a:pt x="2582" y="132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5"/>
                    </a:cubicBezTo>
                    <a:cubicBezTo>
                      <a:pt x="251" y="4146"/>
                      <a:pt x="585" y="4954"/>
                      <a:pt x="1180" y="5548"/>
                    </a:cubicBezTo>
                    <a:cubicBezTo>
                      <a:pt x="1775" y="6143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44" name="Freeform: Shape 9743">
                <a:extLst>
                  <a:ext uri="{FF2B5EF4-FFF2-40B4-BE49-F238E27FC236}">
                    <a16:creationId xmlns:a16="http://schemas.microsoft.com/office/drawing/2014/main" id="{68392124-33FC-2CAA-5F67-517419A36FB4}"/>
                  </a:ext>
                </a:extLst>
              </p:cNvPr>
              <p:cNvSpPr/>
              <p:nvPr/>
            </p:nvSpPr>
            <p:spPr>
              <a:xfrm>
                <a:off x="9598258" y="5159515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9 h 6345"/>
                  <a:gd name="connsiteX2" fmla="*/ 6595 w 6343"/>
                  <a:gd name="connsiteY2" fmla="*/ 3305 h 6345"/>
                  <a:gd name="connsiteX3" fmla="*/ 5666 w 6343"/>
                  <a:gd name="connsiteY3" fmla="*/ 1062 h 6345"/>
                  <a:gd name="connsiteX4" fmla="*/ 3423 w 6343"/>
                  <a:gd name="connsiteY4" fmla="*/ 132 h 6345"/>
                  <a:gd name="connsiteX5" fmla="*/ 1180 w 6343"/>
                  <a:gd name="connsiteY5" fmla="*/ 1062 h 6345"/>
                  <a:gd name="connsiteX6" fmla="*/ 251 w 6343"/>
                  <a:gd name="connsiteY6" fmla="*/ 3305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3"/>
                      <a:pt x="5666" y="5549"/>
                    </a:cubicBezTo>
                    <a:cubicBezTo>
                      <a:pt x="6260" y="4954"/>
                      <a:pt x="6595" y="4147"/>
                      <a:pt x="6595" y="3305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7"/>
                      <a:pt x="4264" y="132"/>
                      <a:pt x="3423" y="132"/>
                    </a:cubicBezTo>
                    <a:cubicBezTo>
                      <a:pt x="2582" y="132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5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3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45" name="Freeform: Shape 9744">
                <a:extLst>
                  <a:ext uri="{FF2B5EF4-FFF2-40B4-BE49-F238E27FC236}">
                    <a16:creationId xmlns:a16="http://schemas.microsoft.com/office/drawing/2014/main" id="{5942D65F-046D-347C-7566-1BBCEF96C94A}"/>
                  </a:ext>
                </a:extLst>
              </p:cNvPr>
              <p:cNvSpPr/>
              <p:nvPr/>
            </p:nvSpPr>
            <p:spPr>
              <a:xfrm>
                <a:off x="9593417" y="5165346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3"/>
                      <a:pt x="3423" y="133"/>
                    </a:cubicBezTo>
                    <a:cubicBezTo>
                      <a:pt x="2581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46" name="Freeform: Shape 9745">
                <a:extLst>
                  <a:ext uri="{FF2B5EF4-FFF2-40B4-BE49-F238E27FC236}">
                    <a16:creationId xmlns:a16="http://schemas.microsoft.com/office/drawing/2014/main" id="{7F7D5592-AB2C-4A9D-3AAB-EB12696540B4}"/>
                  </a:ext>
                </a:extLst>
              </p:cNvPr>
              <p:cNvSpPr/>
              <p:nvPr/>
            </p:nvSpPr>
            <p:spPr>
              <a:xfrm>
                <a:off x="9594825" y="5165734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47" name="Freeform: Shape 9746">
                <a:extLst>
                  <a:ext uri="{FF2B5EF4-FFF2-40B4-BE49-F238E27FC236}">
                    <a16:creationId xmlns:a16="http://schemas.microsoft.com/office/drawing/2014/main" id="{C29D2C5C-96F3-3E1F-9C41-4AC7E49E0032}"/>
                  </a:ext>
                </a:extLst>
              </p:cNvPr>
              <p:cNvSpPr/>
              <p:nvPr/>
            </p:nvSpPr>
            <p:spPr>
              <a:xfrm>
                <a:off x="9595609" y="5166660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48" name="Freeform: Shape 9747">
                <a:extLst>
                  <a:ext uri="{FF2B5EF4-FFF2-40B4-BE49-F238E27FC236}">
                    <a16:creationId xmlns:a16="http://schemas.microsoft.com/office/drawing/2014/main" id="{0E6C09E0-07B5-BD85-1195-BB58D8B6808F}"/>
                  </a:ext>
                </a:extLst>
              </p:cNvPr>
              <p:cNvSpPr/>
              <p:nvPr/>
            </p:nvSpPr>
            <p:spPr>
              <a:xfrm>
                <a:off x="9596868" y="5168765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49" name="Freeform: Shape 9748">
                <a:extLst>
                  <a:ext uri="{FF2B5EF4-FFF2-40B4-BE49-F238E27FC236}">
                    <a16:creationId xmlns:a16="http://schemas.microsoft.com/office/drawing/2014/main" id="{61248189-13F1-D886-D442-4FE27122CD96}"/>
                  </a:ext>
                </a:extLst>
              </p:cNvPr>
              <p:cNvSpPr/>
              <p:nvPr/>
            </p:nvSpPr>
            <p:spPr>
              <a:xfrm>
                <a:off x="9597731" y="516962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4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50" name="Freeform: Shape 9749">
                <a:extLst>
                  <a:ext uri="{FF2B5EF4-FFF2-40B4-BE49-F238E27FC236}">
                    <a16:creationId xmlns:a16="http://schemas.microsoft.com/office/drawing/2014/main" id="{E2000E74-C341-4AB3-7B74-ECC3768B7B39}"/>
                  </a:ext>
                </a:extLst>
              </p:cNvPr>
              <p:cNvSpPr/>
              <p:nvPr/>
            </p:nvSpPr>
            <p:spPr>
              <a:xfrm>
                <a:off x="9599227" y="516997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4"/>
                      <a:pt x="6260" y="1657"/>
                      <a:pt x="5666" y="1062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51" name="Freeform: Shape 9750">
                <a:extLst>
                  <a:ext uri="{FF2B5EF4-FFF2-40B4-BE49-F238E27FC236}">
                    <a16:creationId xmlns:a16="http://schemas.microsoft.com/office/drawing/2014/main" id="{6DB40805-73C8-D578-FB7F-001AF16371CC}"/>
                  </a:ext>
                </a:extLst>
              </p:cNvPr>
              <p:cNvSpPr/>
              <p:nvPr/>
            </p:nvSpPr>
            <p:spPr>
              <a:xfrm>
                <a:off x="9601316" y="5169880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4"/>
                      <a:pt x="6261" y="1657"/>
                      <a:pt x="5666" y="1062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2"/>
                    </a:cubicBezTo>
                    <a:cubicBezTo>
                      <a:pt x="586" y="1657"/>
                      <a:pt x="252" y="2464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52" name="Freeform: Shape 9751">
                <a:extLst>
                  <a:ext uri="{FF2B5EF4-FFF2-40B4-BE49-F238E27FC236}">
                    <a16:creationId xmlns:a16="http://schemas.microsoft.com/office/drawing/2014/main" id="{78B8B916-2BFE-61DD-429C-6D9D0BA48B64}"/>
                  </a:ext>
                </a:extLst>
              </p:cNvPr>
              <p:cNvSpPr/>
              <p:nvPr/>
            </p:nvSpPr>
            <p:spPr>
              <a:xfrm>
                <a:off x="9602917" y="517018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2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2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53" name="Freeform: Shape 9752">
                <a:extLst>
                  <a:ext uri="{FF2B5EF4-FFF2-40B4-BE49-F238E27FC236}">
                    <a16:creationId xmlns:a16="http://schemas.microsoft.com/office/drawing/2014/main" id="{A291D353-17B6-48E7-0F02-00CFFCB2B968}"/>
                  </a:ext>
                </a:extLst>
              </p:cNvPr>
              <p:cNvSpPr/>
              <p:nvPr/>
            </p:nvSpPr>
            <p:spPr>
              <a:xfrm>
                <a:off x="9604619" y="5170435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3"/>
                    </a:cubicBezTo>
                    <a:cubicBezTo>
                      <a:pt x="5071" y="468"/>
                      <a:pt x="4265" y="133"/>
                      <a:pt x="3423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54" name="Freeform: Shape 9753">
                <a:extLst>
                  <a:ext uri="{FF2B5EF4-FFF2-40B4-BE49-F238E27FC236}">
                    <a16:creationId xmlns:a16="http://schemas.microsoft.com/office/drawing/2014/main" id="{38501A87-49F1-CB74-A6E5-8A80401C6DDB}"/>
                  </a:ext>
                </a:extLst>
              </p:cNvPr>
              <p:cNvSpPr/>
              <p:nvPr/>
            </p:nvSpPr>
            <p:spPr>
              <a:xfrm>
                <a:off x="9606674" y="5170431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3"/>
                    </a:cubicBezTo>
                    <a:cubicBezTo>
                      <a:pt x="5071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55" name="Freeform: Shape 9754">
                <a:extLst>
                  <a:ext uri="{FF2B5EF4-FFF2-40B4-BE49-F238E27FC236}">
                    <a16:creationId xmlns:a16="http://schemas.microsoft.com/office/drawing/2014/main" id="{B6EBB5B3-964E-7638-EA63-DD51AA512C1B}"/>
                  </a:ext>
                </a:extLst>
              </p:cNvPr>
              <p:cNvSpPr/>
              <p:nvPr/>
            </p:nvSpPr>
            <p:spPr>
              <a:xfrm>
                <a:off x="9608384" y="5170713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56" name="Freeform: Shape 9755">
                <a:extLst>
                  <a:ext uri="{FF2B5EF4-FFF2-40B4-BE49-F238E27FC236}">
                    <a16:creationId xmlns:a16="http://schemas.microsoft.com/office/drawing/2014/main" id="{ADD9A055-D2AC-CB41-858C-5583370A668A}"/>
                  </a:ext>
                </a:extLst>
              </p:cNvPr>
              <p:cNvSpPr/>
              <p:nvPr/>
            </p:nvSpPr>
            <p:spPr>
              <a:xfrm>
                <a:off x="9610146" y="5170973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5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7"/>
                      <a:pt x="587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57" name="Freeform: Shape 9756">
                <a:extLst>
                  <a:ext uri="{FF2B5EF4-FFF2-40B4-BE49-F238E27FC236}">
                    <a16:creationId xmlns:a16="http://schemas.microsoft.com/office/drawing/2014/main" id="{ACEABE2C-6524-E9F0-3F50-D38DEFBF9592}"/>
                  </a:ext>
                </a:extLst>
              </p:cNvPr>
              <p:cNvSpPr/>
              <p:nvPr/>
            </p:nvSpPr>
            <p:spPr>
              <a:xfrm>
                <a:off x="9612064" y="5171139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1" y="4954"/>
                      <a:pt x="6596" y="4147"/>
                      <a:pt x="6596" y="3306"/>
                    </a:cubicBezTo>
                    <a:cubicBezTo>
                      <a:pt x="6596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7"/>
                      <a:pt x="587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58" name="Freeform: Shape 9757">
                <a:extLst>
                  <a:ext uri="{FF2B5EF4-FFF2-40B4-BE49-F238E27FC236}">
                    <a16:creationId xmlns:a16="http://schemas.microsoft.com/office/drawing/2014/main" id="{50360803-4A03-31FD-387D-F6C7F70DDF5B}"/>
                  </a:ext>
                </a:extLst>
              </p:cNvPr>
              <p:cNvSpPr/>
              <p:nvPr/>
            </p:nvSpPr>
            <p:spPr>
              <a:xfrm>
                <a:off x="9658539" y="5160142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0 w 6343"/>
                  <a:gd name="connsiteY1" fmla="*/ 5549 h 6345"/>
                  <a:gd name="connsiteX2" fmla="*/ 6599 w 6343"/>
                  <a:gd name="connsiteY2" fmla="*/ 3305 h 6345"/>
                  <a:gd name="connsiteX3" fmla="*/ 5670 w 6343"/>
                  <a:gd name="connsiteY3" fmla="*/ 1062 h 6345"/>
                  <a:gd name="connsiteX4" fmla="*/ 3428 w 6343"/>
                  <a:gd name="connsiteY4" fmla="*/ 132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4"/>
                      <a:pt x="5670" y="5549"/>
                    </a:cubicBezTo>
                    <a:cubicBezTo>
                      <a:pt x="6265" y="4954"/>
                      <a:pt x="6599" y="4147"/>
                      <a:pt x="6599" y="3305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6" y="467"/>
                      <a:pt x="4269" y="132"/>
                      <a:pt x="3428" y="132"/>
                    </a:cubicBezTo>
                    <a:cubicBezTo>
                      <a:pt x="2587" y="132"/>
                      <a:pt x="1780" y="467"/>
                      <a:pt x="1185" y="1062"/>
                    </a:cubicBezTo>
                    <a:cubicBezTo>
                      <a:pt x="590" y="1657"/>
                      <a:pt x="256" y="2464"/>
                      <a:pt x="256" y="3305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59" name="Freeform: Shape 9758">
                <a:extLst>
                  <a:ext uri="{FF2B5EF4-FFF2-40B4-BE49-F238E27FC236}">
                    <a16:creationId xmlns:a16="http://schemas.microsoft.com/office/drawing/2014/main" id="{B23FECE0-E50D-D32C-D364-233984AD1E3B}"/>
                  </a:ext>
                </a:extLst>
              </p:cNvPr>
              <p:cNvSpPr/>
              <p:nvPr/>
            </p:nvSpPr>
            <p:spPr>
              <a:xfrm>
                <a:off x="9661710" y="5160009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8 w 6343"/>
                  <a:gd name="connsiteY4" fmla="*/ 132 h 6345"/>
                  <a:gd name="connsiteX5" fmla="*/ 1185 w 6343"/>
                  <a:gd name="connsiteY5" fmla="*/ 1062 h 6345"/>
                  <a:gd name="connsiteX6" fmla="*/ 256 w 6343"/>
                  <a:gd name="connsiteY6" fmla="*/ 3305 h 6345"/>
                  <a:gd name="connsiteX7" fmla="*/ 1185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4"/>
                      <a:pt x="5671" y="5549"/>
                    </a:cubicBezTo>
                    <a:cubicBezTo>
                      <a:pt x="6265" y="4954"/>
                      <a:pt x="6600" y="4147"/>
                      <a:pt x="6600" y="3305"/>
                    </a:cubicBezTo>
                    <a:cubicBezTo>
                      <a:pt x="6600" y="2464"/>
                      <a:pt x="6265" y="1657"/>
                      <a:pt x="5671" y="1062"/>
                    </a:cubicBezTo>
                    <a:cubicBezTo>
                      <a:pt x="5076" y="467"/>
                      <a:pt x="4269" y="132"/>
                      <a:pt x="3428" y="132"/>
                    </a:cubicBezTo>
                    <a:cubicBezTo>
                      <a:pt x="2587" y="132"/>
                      <a:pt x="1780" y="467"/>
                      <a:pt x="1185" y="1062"/>
                    </a:cubicBezTo>
                    <a:cubicBezTo>
                      <a:pt x="591" y="1657"/>
                      <a:pt x="256" y="2464"/>
                      <a:pt x="256" y="3305"/>
                    </a:cubicBezTo>
                    <a:cubicBezTo>
                      <a:pt x="256" y="4147"/>
                      <a:pt x="591" y="4954"/>
                      <a:pt x="1185" y="5549"/>
                    </a:cubicBezTo>
                    <a:cubicBezTo>
                      <a:pt x="1780" y="6144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60" name="Freeform: Shape 9759">
                <a:extLst>
                  <a:ext uri="{FF2B5EF4-FFF2-40B4-BE49-F238E27FC236}">
                    <a16:creationId xmlns:a16="http://schemas.microsoft.com/office/drawing/2014/main" id="{9CB31BE8-E856-2CA3-91E8-AC15B417A6C9}"/>
                  </a:ext>
                </a:extLst>
              </p:cNvPr>
              <p:cNvSpPr/>
              <p:nvPr/>
            </p:nvSpPr>
            <p:spPr>
              <a:xfrm>
                <a:off x="10024637" y="4941292"/>
                <a:ext cx="6343" cy="6345"/>
              </a:xfrm>
              <a:custGeom>
                <a:avLst/>
                <a:gdLst>
                  <a:gd name="connsiteX0" fmla="*/ 3457 w 6343"/>
                  <a:gd name="connsiteY0" fmla="*/ 6461 h 6345"/>
                  <a:gd name="connsiteX1" fmla="*/ 5699 w 6343"/>
                  <a:gd name="connsiteY1" fmla="*/ 5531 h 6345"/>
                  <a:gd name="connsiteX2" fmla="*/ 6628 w 6343"/>
                  <a:gd name="connsiteY2" fmla="*/ 3288 h 6345"/>
                  <a:gd name="connsiteX3" fmla="*/ 5699 w 6343"/>
                  <a:gd name="connsiteY3" fmla="*/ 1044 h 6345"/>
                  <a:gd name="connsiteX4" fmla="*/ 3457 w 6343"/>
                  <a:gd name="connsiteY4" fmla="*/ 115 h 6345"/>
                  <a:gd name="connsiteX5" fmla="*/ 1214 w 6343"/>
                  <a:gd name="connsiteY5" fmla="*/ 1044 h 6345"/>
                  <a:gd name="connsiteX6" fmla="*/ 285 w 6343"/>
                  <a:gd name="connsiteY6" fmla="*/ 3288 h 6345"/>
                  <a:gd name="connsiteX7" fmla="*/ 1214 w 6343"/>
                  <a:gd name="connsiteY7" fmla="*/ 5531 h 6345"/>
                  <a:gd name="connsiteX8" fmla="*/ 3457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61"/>
                    </a:moveTo>
                    <a:cubicBezTo>
                      <a:pt x="4298" y="6461"/>
                      <a:pt x="5104" y="6126"/>
                      <a:pt x="5699" y="5531"/>
                    </a:cubicBezTo>
                    <a:cubicBezTo>
                      <a:pt x="6294" y="4936"/>
                      <a:pt x="6628" y="4129"/>
                      <a:pt x="6628" y="3288"/>
                    </a:cubicBezTo>
                    <a:cubicBezTo>
                      <a:pt x="6628" y="2446"/>
                      <a:pt x="6294" y="1639"/>
                      <a:pt x="5699" y="1044"/>
                    </a:cubicBezTo>
                    <a:cubicBezTo>
                      <a:pt x="5104" y="449"/>
                      <a:pt x="4298" y="115"/>
                      <a:pt x="3457" y="115"/>
                    </a:cubicBezTo>
                    <a:cubicBezTo>
                      <a:pt x="2615" y="115"/>
                      <a:pt x="1809" y="449"/>
                      <a:pt x="1214" y="1044"/>
                    </a:cubicBezTo>
                    <a:cubicBezTo>
                      <a:pt x="619" y="1639"/>
                      <a:pt x="285" y="2446"/>
                      <a:pt x="285" y="3288"/>
                    </a:cubicBezTo>
                    <a:cubicBezTo>
                      <a:pt x="285" y="4129"/>
                      <a:pt x="619" y="4936"/>
                      <a:pt x="1214" y="5531"/>
                    </a:cubicBezTo>
                    <a:cubicBezTo>
                      <a:pt x="1809" y="6126"/>
                      <a:pt x="2615" y="6461"/>
                      <a:pt x="3457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61" name="Freeform: Shape 9760">
                <a:extLst>
                  <a:ext uri="{FF2B5EF4-FFF2-40B4-BE49-F238E27FC236}">
                    <a16:creationId xmlns:a16="http://schemas.microsoft.com/office/drawing/2014/main" id="{2CB9A629-DD7F-F93A-4C0C-E73690474630}"/>
                  </a:ext>
                </a:extLst>
              </p:cNvPr>
              <p:cNvSpPr/>
              <p:nvPr/>
            </p:nvSpPr>
            <p:spPr>
              <a:xfrm>
                <a:off x="10026574" y="4944989"/>
                <a:ext cx="6343" cy="6345"/>
              </a:xfrm>
              <a:custGeom>
                <a:avLst/>
                <a:gdLst>
                  <a:gd name="connsiteX0" fmla="*/ 3457 w 6343"/>
                  <a:gd name="connsiteY0" fmla="*/ 6461 h 6345"/>
                  <a:gd name="connsiteX1" fmla="*/ 5699 w 6343"/>
                  <a:gd name="connsiteY1" fmla="*/ 5532 h 6345"/>
                  <a:gd name="connsiteX2" fmla="*/ 6628 w 6343"/>
                  <a:gd name="connsiteY2" fmla="*/ 3288 h 6345"/>
                  <a:gd name="connsiteX3" fmla="*/ 5699 w 6343"/>
                  <a:gd name="connsiteY3" fmla="*/ 1045 h 6345"/>
                  <a:gd name="connsiteX4" fmla="*/ 3457 w 6343"/>
                  <a:gd name="connsiteY4" fmla="*/ 115 h 6345"/>
                  <a:gd name="connsiteX5" fmla="*/ 1214 w 6343"/>
                  <a:gd name="connsiteY5" fmla="*/ 1045 h 6345"/>
                  <a:gd name="connsiteX6" fmla="*/ 285 w 6343"/>
                  <a:gd name="connsiteY6" fmla="*/ 3288 h 6345"/>
                  <a:gd name="connsiteX7" fmla="*/ 1214 w 6343"/>
                  <a:gd name="connsiteY7" fmla="*/ 5532 h 6345"/>
                  <a:gd name="connsiteX8" fmla="*/ 3457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61"/>
                    </a:moveTo>
                    <a:cubicBezTo>
                      <a:pt x="4298" y="6461"/>
                      <a:pt x="5105" y="6127"/>
                      <a:pt x="5699" y="5532"/>
                    </a:cubicBezTo>
                    <a:cubicBezTo>
                      <a:pt x="6294" y="4937"/>
                      <a:pt x="6628" y="4130"/>
                      <a:pt x="6628" y="3288"/>
                    </a:cubicBezTo>
                    <a:cubicBezTo>
                      <a:pt x="6628" y="2447"/>
                      <a:pt x="6294" y="1640"/>
                      <a:pt x="5699" y="1045"/>
                    </a:cubicBezTo>
                    <a:cubicBezTo>
                      <a:pt x="5105" y="450"/>
                      <a:pt x="4298" y="115"/>
                      <a:pt x="3457" y="115"/>
                    </a:cubicBezTo>
                    <a:cubicBezTo>
                      <a:pt x="2616" y="115"/>
                      <a:pt x="1809" y="450"/>
                      <a:pt x="1214" y="1045"/>
                    </a:cubicBezTo>
                    <a:cubicBezTo>
                      <a:pt x="619" y="1640"/>
                      <a:pt x="285" y="2447"/>
                      <a:pt x="285" y="3288"/>
                    </a:cubicBezTo>
                    <a:cubicBezTo>
                      <a:pt x="285" y="4130"/>
                      <a:pt x="619" y="4937"/>
                      <a:pt x="1214" y="5532"/>
                    </a:cubicBezTo>
                    <a:cubicBezTo>
                      <a:pt x="1809" y="6127"/>
                      <a:pt x="2616" y="6461"/>
                      <a:pt x="3457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62" name="Freeform: Shape 9761">
                <a:extLst>
                  <a:ext uri="{FF2B5EF4-FFF2-40B4-BE49-F238E27FC236}">
                    <a16:creationId xmlns:a16="http://schemas.microsoft.com/office/drawing/2014/main" id="{22E13731-FD9E-D54C-A9A5-2A77987558DB}"/>
                  </a:ext>
                </a:extLst>
              </p:cNvPr>
              <p:cNvSpPr/>
              <p:nvPr/>
            </p:nvSpPr>
            <p:spPr>
              <a:xfrm>
                <a:off x="10030597" y="4947450"/>
                <a:ext cx="6343" cy="6345"/>
              </a:xfrm>
              <a:custGeom>
                <a:avLst/>
                <a:gdLst>
                  <a:gd name="connsiteX0" fmla="*/ 3457 w 6343"/>
                  <a:gd name="connsiteY0" fmla="*/ 6461 h 6345"/>
                  <a:gd name="connsiteX1" fmla="*/ 5700 w 6343"/>
                  <a:gd name="connsiteY1" fmla="*/ 5532 h 6345"/>
                  <a:gd name="connsiteX2" fmla="*/ 6629 w 6343"/>
                  <a:gd name="connsiteY2" fmla="*/ 3288 h 6345"/>
                  <a:gd name="connsiteX3" fmla="*/ 5700 w 6343"/>
                  <a:gd name="connsiteY3" fmla="*/ 1045 h 6345"/>
                  <a:gd name="connsiteX4" fmla="*/ 3457 w 6343"/>
                  <a:gd name="connsiteY4" fmla="*/ 116 h 6345"/>
                  <a:gd name="connsiteX5" fmla="*/ 1214 w 6343"/>
                  <a:gd name="connsiteY5" fmla="*/ 1045 h 6345"/>
                  <a:gd name="connsiteX6" fmla="*/ 285 w 6343"/>
                  <a:gd name="connsiteY6" fmla="*/ 3288 h 6345"/>
                  <a:gd name="connsiteX7" fmla="*/ 1214 w 6343"/>
                  <a:gd name="connsiteY7" fmla="*/ 5532 h 6345"/>
                  <a:gd name="connsiteX8" fmla="*/ 3457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61"/>
                    </a:moveTo>
                    <a:cubicBezTo>
                      <a:pt x="4298" y="6461"/>
                      <a:pt x="5105" y="6127"/>
                      <a:pt x="5700" y="5532"/>
                    </a:cubicBezTo>
                    <a:cubicBezTo>
                      <a:pt x="6294" y="4937"/>
                      <a:pt x="6629" y="4130"/>
                      <a:pt x="6629" y="3288"/>
                    </a:cubicBezTo>
                    <a:cubicBezTo>
                      <a:pt x="6629" y="2447"/>
                      <a:pt x="6294" y="1640"/>
                      <a:pt x="5700" y="1045"/>
                    </a:cubicBezTo>
                    <a:cubicBezTo>
                      <a:pt x="5105" y="450"/>
                      <a:pt x="4298" y="116"/>
                      <a:pt x="3457" y="116"/>
                    </a:cubicBezTo>
                    <a:cubicBezTo>
                      <a:pt x="2616" y="116"/>
                      <a:pt x="1809" y="450"/>
                      <a:pt x="1214" y="1045"/>
                    </a:cubicBezTo>
                    <a:cubicBezTo>
                      <a:pt x="620" y="1640"/>
                      <a:pt x="285" y="2447"/>
                      <a:pt x="285" y="3288"/>
                    </a:cubicBezTo>
                    <a:cubicBezTo>
                      <a:pt x="285" y="4130"/>
                      <a:pt x="620" y="4937"/>
                      <a:pt x="1214" y="5532"/>
                    </a:cubicBezTo>
                    <a:cubicBezTo>
                      <a:pt x="1809" y="6127"/>
                      <a:pt x="2616" y="6461"/>
                      <a:pt x="3457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63" name="Freeform: Shape 9762">
                <a:extLst>
                  <a:ext uri="{FF2B5EF4-FFF2-40B4-BE49-F238E27FC236}">
                    <a16:creationId xmlns:a16="http://schemas.microsoft.com/office/drawing/2014/main" id="{74355388-1D54-7183-6028-0867FFC0504C}"/>
                  </a:ext>
                </a:extLst>
              </p:cNvPr>
              <p:cNvSpPr/>
              <p:nvPr/>
            </p:nvSpPr>
            <p:spPr>
              <a:xfrm>
                <a:off x="10031137" y="4951973"/>
                <a:ext cx="6343" cy="6345"/>
              </a:xfrm>
              <a:custGeom>
                <a:avLst/>
                <a:gdLst>
                  <a:gd name="connsiteX0" fmla="*/ 3457 w 6343"/>
                  <a:gd name="connsiteY0" fmla="*/ 6461 h 6345"/>
                  <a:gd name="connsiteX1" fmla="*/ 5700 w 6343"/>
                  <a:gd name="connsiteY1" fmla="*/ 5532 h 6345"/>
                  <a:gd name="connsiteX2" fmla="*/ 6629 w 6343"/>
                  <a:gd name="connsiteY2" fmla="*/ 3289 h 6345"/>
                  <a:gd name="connsiteX3" fmla="*/ 5700 w 6343"/>
                  <a:gd name="connsiteY3" fmla="*/ 1045 h 6345"/>
                  <a:gd name="connsiteX4" fmla="*/ 3457 w 6343"/>
                  <a:gd name="connsiteY4" fmla="*/ 116 h 6345"/>
                  <a:gd name="connsiteX5" fmla="*/ 1214 w 6343"/>
                  <a:gd name="connsiteY5" fmla="*/ 1045 h 6345"/>
                  <a:gd name="connsiteX6" fmla="*/ 286 w 6343"/>
                  <a:gd name="connsiteY6" fmla="*/ 3289 h 6345"/>
                  <a:gd name="connsiteX7" fmla="*/ 1214 w 6343"/>
                  <a:gd name="connsiteY7" fmla="*/ 5532 h 6345"/>
                  <a:gd name="connsiteX8" fmla="*/ 3457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61"/>
                    </a:moveTo>
                    <a:cubicBezTo>
                      <a:pt x="4298" y="6461"/>
                      <a:pt x="5105" y="6127"/>
                      <a:pt x="5700" y="5532"/>
                    </a:cubicBezTo>
                    <a:cubicBezTo>
                      <a:pt x="6294" y="4937"/>
                      <a:pt x="6629" y="4130"/>
                      <a:pt x="6629" y="3289"/>
                    </a:cubicBezTo>
                    <a:cubicBezTo>
                      <a:pt x="6629" y="2447"/>
                      <a:pt x="6294" y="1640"/>
                      <a:pt x="5700" y="1045"/>
                    </a:cubicBezTo>
                    <a:cubicBezTo>
                      <a:pt x="5105" y="450"/>
                      <a:pt x="4298" y="116"/>
                      <a:pt x="3457" y="116"/>
                    </a:cubicBezTo>
                    <a:cubicBezTo>
                      <a:pt x="2616" y="116"/>
                      <a:pt x="1809" y="450"/>
                      <a:pt x="1214" y="1045"/>
                    </a:cubicBezTo>
                    <a:cubicBezTo>
                      <a:pt x="620" y="1640"/>
                      <a:pt x="286" y="2447"/>
                      <a:pt x="286" y="3289"/>
                    </a:cubicBezTo>
                    <a:cubicBezTo>
                      <a:pt x="286" y="4130"/>
                      <a:pt x="620" y="4937"/>
                      <a:pt x="1214" y="5532"/>
                    </a:cubicBezTo>
                    <a:cubicBezTo>
                      <a:pt x="1809" y="6127"/>
                      <a:pt x="2616" y="6461"/>
                      <a:pt x="3457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64" name="Freeform: Shape 9763">
                <a:extLst>
                  <a:ext uri="{FF2B5EF4-FFF2-40B4-BE49-F238E27FC236}">
                    <a16:creationId xmlns:a16="http://schemas.microsoft.com/office/drawing/2014/main" id="{7A63717C-908C-82D2-975B-C565D9E10E08}"/>
                  </a:ext>
                </a:extLst>
              </p:cNvPr>
              <p:cNvSpPr/>
              <p:nvPr/>
            </p:nvSpPr>
            <p:spPr>
              <a:xfrm>
                <a:off x="10032679" y="4955894"/>
                <a:ext cx="6343" cy="6345"/>
              </a:xfrm>
              <a:custGeom>
                <a:avLst/>
                <a:gdLst>
                  <a:gd name="connsiteX0" fmla="*/ 3457 w 6343"/>
                  <a:gd name="connsiteY0" fmla="*/ 6462 h 6345"/>
                  <a:gd name="connsiteX1" fmla="*/ 5700 w 6343"/>
                  <a:gd name="connsiteY1" fmla="*/ 5532 h 6345"/>
                  <a:gd name="connsiteX2" fmla="*/ 6629 w 6343"/>
                  <a:gd name="connsiteY2" fmla="*/ 3289 h 6345"/>
                  <a:gd name="connsiteX3" fmla="*/ 5700 w 6343"/>
                  <a:gd name="connsiteY3" fmla="*/ 1046 h 6345"/>
                  <a:gd name="connsiteX4" fmla="*/ 3457 w 6343"/>
                  <a:gd name="connsiteY4" fmla="*/ 116 h 6345"/>
                  <a:gd name="connsiteX5" fmla="*/ 1215 w 6343"/>
                  <a:gd name="connsiteY5" fmla="*/ 1046 h 6345"/>
                  <a:gd name="connsiteX6" fmla="*/ 286 w 6343"/>
                  <a:gd name="connsiteY6" fmla="*/ 3289 h 6345"/>
                  <a:gd name="connsiteX7" fmla="*/ 1215 w 6343"/>
                  <a:gd name="connsiteY7" fmla="*/ 5532 h 6345"/>
                  <a:gd name="connsiteX8" fmla="*/ 3457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62"/>
                    </a:moveTo>
                    <a:cubicBezTo>
                      <a:pt x="4298" y="6462"/>
                      <a:pt x="5105" y="6127"/>
                      <a:pt x="5700" y="5532"/>
                    </a:cubicBezTo>
                    <a:cubicBezTo>
                      <a:pt x="6295" y="4938"/>
                      <a:pt x="6629" y="4130"/>
                      <a:pt x="6629" y="3289"/>
                    </a:cubicBezTo>
                    <a:cubicBezTo>
                      <a:pt x="6629" y="2448"/>
                      <a:pt x="6295" y="1641"/>
                      <a:pt x="5700" y="1046"/>
                    </a:cubicBezTo>
                    <a:cubicBezTo>
                      <a:pt x="5105" y="451"/>
                      <a:pt x="4298" y="116"/>
                      <a:pt x="3457" y="116"/>
                    </a:cubicBezTo>
                    <a:cubicBezTo>
                      <a:pt x="2616" y="116"/>
                      <a:pt x="1809" y="451"/>
                      <a:pt x="1215" y="1046"/>
                    </a:cubicBezTo>
                    <a:cubicBezTo>
                      <a:pt x="620" y="1641"/>
                      <a:pt x="286" y="2448"/>
                      <a:pt x="286" y="3289"/>
                    </a:cubicBezTo>
                    <a:cubicBezTo>
                      <a:pt x="286" y="4130"/>
                      <a:pt x="620" y="4938"/>
                      <a:pt x="1215" y="5532"/>
                    </a:cubicBezTo>
                    <a:cubicBezTo>
                      <a:pt x="1809" y="6127"/>
                      <a:pt x="2616" y="6462"/>
                      <a:pt x="3457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65" name="Freeform: Shape 9764">
                <a:extLst>
                  <a:ext uri="{FF2B5EF4-FFF2-40B4-BE49-F238E27FC236}">
                    <a16:creationId xmlns:a16="http://schemas.microsoft.com/office/drawing/2014/main" id="{7874B250-7811-8C48-C80E-8E88B74D82DC}"/>
                  </a:ext>
                </a:extLst>
              </p:cNvPr>
              <p:cNvSpPr/>
              <p:nvPr/>
            </p:nvSpPr>
            <p:spPr>
              <a:xfrm>
                <a:off x="10034906" y="4959418"/>
                <a:ext cx="6343" cy="6345"/>
              </a:xfrm>
              <a:custGeom>
                <a:avLst/>
                <a:gdLst>
                  <a:gd name="connsiteX0" fmla="*/ 3457 w 6343"/>
                  <a:gd name="connsiteY0" fmla="*/ 6462 h 6345"/>
                  <a:gd name="connsiteX1" fmla="*/ 5700 w 6343"/>
                  <a:gd name="connsiteY1" fmla="*/ 5533 h 6345"/>
                  <a:gd name="connsiteX2" fmla="*/ 6629 w 6343"/>
                  <a:gd name="connsiteY2" fmla="*/ 3289 h 6345"/>
                  <a:gd name="connsiteX3" fmla="*/ 5700 w 6343"/>
                  <a:gd name="connsiteY3" fmla="*/ 1046 h 6345"/>
                  <a:gd name="connsiteX4" fmla="*/ 3457 w 6343"/>
                  <a:gd name="connsiteY4" fmla="*/ 117 h 6345"/>
                  <a:gd name="connsiteX5" fmla="*/ 1215 w 6343"/>
                  <a:gd name="connsiteY5" fmla="*/ 1046 h 6345"/>
                  <a:gd name="connsiteX6" fmla="*/ 286 w 6343"/>
                  <a:gd name="connsiteY6" fmla="*/ 3289 h 6345"/>
                  <a:gd name="connsiteX7" fmla="*/ 1215 w 6343"/>
                  <a:gd name="connsiteY7" fmla="*/ 5533 h 6345"/>
                  <a:gd name="connsiteX8" fmla="*/ 3457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62"/>
                    </a:moveTo>
                    <a:cubicBezTo>
                      <a:pt x="4298" y="6462"/>
                      <a:pt x="5105" y="6128"/>
                      <a:pt x="5700" y="5533"/>
                    </a:cubicBezTo>
                    <a:cubicBezTo>
                      <a:pt x="6295" y="4938"/>
                      <a:pt x="6629" y="4131"/>
                      <a:pt x="6629" y="3289"/>
                    </a:cubicBezTo>
                    <a:cubicBezTo>
                      <a:pt x="6629" y="2448"/>
                      <a:pt x="6295" y="1641"/>
                      <a:pt x="5700" y="1046"/>
                    </a:cubicBezTo>
                    <a:cubicBezTo>
                      <a:pt x="5105" y="451"/>
                      <a:pt x="4298" y="117"/>
                      <a:pt x="3457" y="117"/>
                    </a:cubicBezTo>
                    <a:cubicBezTo>
                      <a:pt x="2616" y="117"/>
                      <a:pt x="1809" y="451"/>
                      <a:pt x="1215" y="1046"/>
                    </a:cubicBezTo>
                    <a:cubicBezTo>
                      <a:pt x="620" y="1641"/>
                      <a:pt x="286" y="2448"/>
                      <a:pt x="286" y="3289"/>
                    </a:cubicBezTo>
                    <a:cubicBezTo>
                      <a:pt x="286" y="4131"/>
                      <a:pt x="620" y="4938"/>
                      <a:pt x="1215" y="5533"/>
                    </a:cubicBezTo>
                    <a:cubicBezTo>
                      <a:pt x="1809" y="6128"/>
                      <a:pt x="2616" y="6462"/>
                      <a:pt x="3457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66" name="Freeform: Shape 9765">
                <a:extLst>
                  <a:ext uri="{FF2B5EF4-FFF2-40B4-BE49-F238E27FC236}">
                    <a16:creationId xmlns:a16="http://schemas.microsoft.com/office/drawing/2014/main" id="{BCDEC721-032B-7CEE-233E-A00D47472C4E}"/>
                  </a:ext>
                </a:extLst>
              </p:cNvPr>
              <p:cNvSpPr/>
              <p:nvPr/>
            </p:nvSpPr>
            <p:spPr>
              <a:xfrm>
                <a:off x="10036179" y="4963478"/>
                <a:ext cx="6343" cy="6345"/>
              </a:xfrm>
              <a:custGeom>
                <a:avLst/>
                <a:gdLst>
                  <a:gd name="connsiteX0" fmla="*/ 3457 w 6343"/>
                  <a:gd name="connsiteY0" fmla="*/ 6462 h 6345"/>
                  <a:gd name="connsiteX1" fmla="*/ 5700 w 6343"/>
                  <a:gd name="connsiteY1" fmla="*/ 5533 h 6345"/>
                  <a:gd name="connsiteX2" fmla="*/ 6629 w 6343"/>
                  <a:gd name="connsiteY2" fmla="*/ 3290 h 6345"/>
                  <a:gd name="connsiteX3" fmla="*/ 5700 w 6343"/>
                  <a:gd name="connsiteY3" fmla="*/ 1046 h 6345"/>
                  <a:gd name="connsiteX4" fmla="*/ 3457 w 6343"/>
                  <a:gd name="connsiteY4" fmla="*/ 117 h 6345"/>
                  <a:gd name="connsiteX5" fmla="*/ 1215 w 6343"/>
                  <a:gd name="connsiteY5" fmla="*/ 1046 h 6345"/>
                  <a:gd name="connsiteX6" fmla="*/ 286 w 6343"/>
                  <a:gd name="connsiteY6" fmla="*/ 3290 h 6345"/>
                  <a:gd name="connsiteX7" fmla="*/ 1215 w 6343"/>
                  <a:gd name="connsiteY7" fmla="*/ 5533 h 6345"/>
                  <a:gd name="connsiteX8" fmla="*/ 3457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62"/>
                    </a:moveTo>
                    <a:cubicBezTo>
                      <a:pt x="4299" y="6462"/>
                      <a:pt x="5105" y="6128"/>
                      <a:pt x="5700" y="5533"/>
                    </a:cubicBezTo>
                    <a:cubicBezTo>
                      <a:pt x="6295" y="4938"/>
                      <a:pt x="6629" y="4131"/>
                      <a:pt x="6629" y="3290"/>
                    </a:cubicBezTo>
                    <a:cubicBezTo>
                      <a:pt x="6629" y="2448"/>
                      <a:pt x="6295" y="1641"/>
                      <a:pt x="5700" y="1046"/>
                    </a:cubicBezTo>
                    <a:cubicBezTo>
                      <a:pt x="5105" y="451"/>
                      <a:pt x="4299" y="117"/>
                      <a:pt x="3457" y="117"/>
                    </a:cubicBezTo>
                    <a:cubicBezTo>
                      <a:pt x="2616" y="117"/>
                      <a:pt x="1810" y="451"/>
                      <a:pt x="1215" y="1046"/>
                    </a:cubicBezTo>
                    <a:cubicBezTo>
                      <a:pt x="620" y="1641"/>
                      <a:pt x="286" y="2448"/>
                      <a:pt x="286" y="3290"/>
                    </a:cubicBezTo>
                    <a:cubicBezTo>
                      <a:pt x="286" y="4131"/>
                      <a:pt x="620" y="4938"/>
                      <a:pt x="1215" y="5533"/>
                    </a:cubicBezTo>
                    <a:cubicBezTo>
                      <a:pt x="1810" y="6128"/>
                      <a:pt x="2616" y="6462"/>
                      <a:pt x="3457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67" name="Freeform: Shape 9766">
                <a:extLst>
                  <a:ext uri="{FF2B5EF4-FFF2-40B4-BE49-F238E27FC236}">
                    <a16:creationId xmlns:a16="http://schemas.microsoft.com/office/drawing/2014/main" id="{538FFF78-CA6B-5C56-4CE8-863861D8BA02}"/>
                  </a:ext>
                </a:extLst>
              </p:cNvPr>
              <p:cNvSpPr/>
              <p:nvPr/>
            </p:nvSpPr>
            <p:spPr>
              <a:xfrm>
                <a:off x="10039131" y="4966602"/>
                <a:ext cx="6343" cy="6345"/>
              </a:xfrm>
              <a:custGeom>
                <a:avLst/>
                <a:gdLst>
                  <a:gd name="connsiteX0" fmla="*/ 3458 w 6343"/>
                  <a:gd name="connsiteY0" fmla="*/ 6463 h 6345"/>
                  <a:gd name="connsiteX1" fmla="*/ 5700 w 6343"/>
                  <a:gd name="connsiteY1" fmla="*/ 5533 h 6345"/>
                  <a:gd name="connsiteX2" fmla="*/ 6629 w 6343"/>
                  <a:gd name="connsiteY2" fmla="*/ 3290 h 6345"/>
                  <a:gd name="connsiteX3" fmla="*/ 5700 w 6343"/>
                  <a:gd name="connsiteY3" fmla="*/ 1046 h 6345"/>
                  <a:gd name="connsiteX4" fmla="*/ 3458 w 6343"/>
                  <a:gd name="connsiteY4" fmla="*/ 117 h 6345"/>
                  <a:gd name="connsiteX5" fmla="*/ 1215 w 6343"/>
                  <a:gd name="connsiteY5" fmla="*/ 1046 h 6345"/>
                  <a:gd name="connsiteX6" fmla="*/ 286 w 6343"/>
                  <a:gd name="connsiteY6" fmla="*/ 3290 h 6345"/>
                  <a:gd name="connsiteX7" fmla="*/ 1215 w 6343"/>
                  <a:gd name="connsiteY7" fmla="*/ 5533 h 6345"/>
                  <a:gd name="connsiteX8" fmla="*/ 3458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463"/>
                    </a:moveTo>
                    <a:cubicBezTo>
                      <a:pt x="4299" y="6463"/>
                      <a:pt x="5106" y="6128"/>
                      <a:pt x="5700" y="5533"/>
                    </a:cubicBezTo>
                    <a:cubicBezTo>
                      <a:pt x="6295" y="4938"/>
                      <a:pt x="6629" y="4131"/>
                      <a:pt x="6629" y="3290"/>
                    </a:cubicBezTo>
                    <a:cubicBezTo>
                      <a:pt x="6629" y="2448"/>
                      <a:pt x="6295" y="1641"/>
                      <a:pt x="5700" y="1046"/>
                    </a:cubicBezTo>
                    <a:cubicBezTo>
                      <a:pt x="5106" y="451"/>
                      <a:pt x="4299" y="117"/>
                      <a:pt x="3458" y="117"/>
                    </a:cubicBezTo>
                    <a:cubicBezTo>
                      <a:pt x="2617" y="117"/>
                      <a:pt x="1810" y="451"/>
                      <a:pt x="1215" y="1046"/>
                    </a:cubicBezTo>
                    <a:cubicBezTo>
                      <a:pt x="620" y="1641"/>
                      <a:pt x="286" y="2448"/>
                      <a:pt x="286" y="3290"/>
                    </a:cubicBezTo>
                    <a:cubicBezTo>
                      <a:pt x="286" y="4131"/>
                      <a:pt x="620" y="4938"/>
                      <a:pt x="1215" y="5533"/>
                    </a:cubicBezTo>
                    <a:cubicBezTo>
                      <a:pt x="1810" y="6128"/>
                      <a:pt x="2617" y="6463"/>
                      <a:pt x="3458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68" name="Freeform: Shape 9767">
                <a:extLst>
                  <a:ext uri="{FF2B5EF4-FFF2-40B4-BE49-F238E27FC236}">
                    <a16:creationId xmlns:a16="http://schemas.microsoft.com/office/drawing/2014/main" id="{63C893E2-BE52-1EBD-F25D-6D73FF194AE3}"/>
                  </a:ext>
                </a:extLst>
              </p:cNvPr>
              <p:cNvSpPr/>
              <p:nvPr/>
            </p:nvSpPr>
            <p:spPr>
              <a:xfrm>
                <a:off x="10041238" y="4970199"/>
                <a:ext cx="6343" cy="6345"/>
              </a:xfrm>
              <a:custGeom>
                <a:avLst/>
                <a:gdLst>
                  <a:gd name="connsiteX0" fmla="*/ 3458 w 6343"/>
                  <a:gd name="connsiteY0" fmla="*/ 6463 h 6345"/>
                  <a:gd name="connsiteX1" fmla="*/ 5701 w 6343"/>
                  <a:gd name="connsiteY1" fmla="*/ 5534 h 6345"/>
                  <a:gd name="connsiteX2" fmla="*/ 6629 w 6343"/>
                  <a:gd name="connsiteY2" fmla="*/ 3290 h 6345"/>
                  <a:gd name="connsiteX3" fmla="*/ 5701 w 6343"/>
                  <a:gd name="connsiteY3" fmla="*/ 1047 h 6345"/>
                  <a:gd name="connsiteX4" fmla="*/ 3458 w 6343"/>
                  <a:gd name="connsiteY4" fmla="*/ 117 h 6345"/>
                  <a:gd name="connsiteX5" fmla="*/ 1215 w 6343"/>
                  <a:gd name="connsiteY5" fmla="*/ 1047 h 6345"/>
                  <a:gd name="connsiteX6" fmla="*/ 286 w 6343"/>
                  <a:gd name="connsiteY6" fmla="*/ 3290 h 6345"/>
                  <a:gd name="connsiteX7" fmla="*/ 1215 w 6343"/>
                  <a:gd name="connsiteY7" fmla="*/ 5534 h 6345"/>
                  <a:gd name="connsiteX8" fmla="*/ 3458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463"/>
                    </a:moveTo>
                    <a:cubicBezTo>
                      <a:pt x="4299" y="6463"/>
                      <a:pt x="5106" y="6129"/>
                      <a:pt x="5701" y="5534"/>
                    </a:cubicBezTo>
                    <a:cubicBezTo>
                      <a:pt x="6295" y="4939"/>
                      <a:pt x="6629" y="4132"/>
                      <a:pt x="6629" y="3290"/>
                    </a:cubicBezTo>
                    <a:cubicBezTo>
                      <a:pt x="6629" y="2449"/>
                      <a:pt x="6295" y="1642"/>
                      <a:pt x="5701" y="1047"/>
                    </a:cubicBezTo>
                    <a:cubicBezTo>
                      <a:pt x="5106" y="452"/>
                      <a:pt x="4299" y="117"/>
                      <a:pt x="3458" y="117"/>
                    </a:cubicBezTo>
                    <a:cubicBezTo>
                      <a:pt x="2617" y="117"/>
                      <a:pt x="1810" y="452"/>
                      <a:pt x="1215" y="1047"/>
                    </a:cubicBezTo>
                    <a:cubicBezTo>
                      <a:pt x="620" y="1642"/>
                      <a:pt x="286" y="2449"/>
                      <a:pt x="286" y="3290"/>
                    </a:cubicBezTo>
                    <a:cubicBezTo>
                      <a:pt x="286" y="4132"/>
                      <a:pt x="620" y="4939"/>
                      <a:pt x="1215" y="5534"/>
                    </a:cubicBezTo>
                    <a:cubicBezTo>
                      <a:pt x="1810" y="6129"/>
                      <a:pt x="2617" y="6463"/>
                      <a:pt x="3458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69" name="Freeform: Shape 9768">
                <a:extLst>
                  <a:ext uri="{FF2B5EF4-FFF2-40B4-BE49-F238E27FC236}">
                    <a16:creationId xmlns:a16="http://schemas.microsoft.com/office/drawing/2014/main" id="{9848C720-2A3F-6BFF-DD40-3AE2FB0B3FD5}"/>
                  </a:ext>
                </a:extLst>
              </p:cNvPr>
              <p:cNvSpPr/>
              <p:nvPr/>
            </p:nvSpPr>
            <p:spPr>
              <a:xfrm>
                <a:off x="10043158" y="4973898"/>
                <a:ext cx="6343" cy="6345"/>
              </a:xfrm>
              <a:custGeom>
                <a:avLst/>
                <a:gdLst>
                  <a:gd name="connsiteX0" fmla="*/ 3458 w 6343"/>
                  <a:gd name="connsiteY0" fmla="*/ 6463 h 6345"/>
                  <a:gd name="connsiteX1" fmla="*/ 5701 w 6343"/>
                  <a:gd name="connsiteY1" fmla="*/ 5534 h 6345"/>
                  <a:gd name="connsiteX2" fmla="*/ 6630 w 6343"/>
                  <a:gd name="connsiteY2" fmla="*/ 3290 h 6345"/>
                  <a:gd name="connsiteX3" fmla="*/ 5701 w 6343"/>
                  <a:gd name="connsiteY3" fmla="*/ 1047 h 6345"/>
                  <a:gd name="connsiteX4" fmla="*/ 3458 w 6343"/>
                  <a:gd name="connsiteY4" fmla="*/ 118 h 6345"/>
                  <a:gd name="connsiteX5" fmla="*/ 1215 w 6343"/>
                  <a:gd name="connsiteY5" fmla="*/ 1047 h 6345"/>
                  <a:gd name="connsiteX6" fmla="*/ 286 w 6343"/>
                  <a:gd name="connsiteY6" fmla="*/ 3290 h 6345"/>
                  <a:gd name="connsiteX7" fmla="*/ 1215 w 6343"/>
                  <a:gd name="connsiteY7" fmla="*/ 5534 h 6345"/>
                  <a:gd name="connsiteX8" fmla="*/ 3458 w 6343"/>
                  <a:gd name="connsiteY8" fmla="*/ 64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463"/>
                    </a:moveTo>
                    <a:cubicBezTo>
                      <a:pt x="4299" y="6463"/>
                      <a:pt x="5106" y="6129"/>
                      <a:pt x="5701" y="5534"/>
                    </a:cubicBezTo>
                    <a:cubicBezTo>
                      <a:pt x="6295" y="4939"/>
                      <a:pt x="6630" y="4132"/>
                      <a:pt x="6630" y="3290"/>
                    </a:cubicBezTo>
                    <a:cubicBezTo>
                      <a:pt x="6630" y="2449"/>
                      <a:pt x="6295" y="1642"/>
                      <a:pt x="5701" y="1047"/>
                    </a:cubicBezTo>
                    <a:cubicBezTo>
                      <a:pt x="5106" y="452"/>
                      <a:pt x="4299" y="118"/>
                      <a:pt x="3458" y="118"/>
                    </a:cubicBezTo>
                    <a:cubicBezTo>
                      <a:pt x="2617" y="118"/>
                      <a:pt x="1810" y="452"/>
                      <a:pt x="1215" y="1047"/>
                    </a:cubicBezTo>
                    <a:cubicBezTo>
                      <a:pt x="621" y="1642"/>
                      <a:pt x="286" y="2449"/>
                      <a:pt x="286" y="3290"/>
                    </a:cubicBezTo>
                    <a:cubicBezTo>
                      <a:pt x="286" y="4132"/>
                      <a:pt x="621" y="4939"/>
                      <a:pt x="1215" y="5534"/>
                    </a:cubicBezTo>
                    <a:cubicBezTo>
                      <a:pt x="1810" y="6129"/>
                      <a:pt x="2617" y="6463"/>
                      <a:pt x="3458" y="64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70" name="Freeform: Shape 9769">
                <a:extLst>
                  <a:ext uri="{FF2B5EF4-FFF2-40B4-BE49-F238E27FC236}">
                    <a16:creationId xmlns:a16="http://schemas.microsoft.com/office/drawing/2014/main" id="{DEB836EA-A241-1236-C81E-B6789E5A8AC4}"/>
                  </a:ext>
                </a:extLst>
              </p:cNvPr>
              <p:cNvSpPr/>
              <p:nvPr/>
            </p:nvSpPr>
            <p:spPr>
              <a:xfrm>
                <a:off x="10591914" y="4953619"/>
                <a:ext cx="6343" cy="6345"/>
              </a:xfrm>
              <a:custGeom>
                <a:avLst/>
                <a:gdLst>
                  <a:gd name="connsiteX0" fmla="*/ 3501 w 6343"/>
                  <a:gd name="connsiteY0" fmla="*/ 6462 h 6345"/>
                  <a:gd name="connsiteX1" fmla="*/ 5744 w 6343"/>
                  <a:gd name="connsiteY1" fmla="*/ 5532 h 6345"/>
                  <a:gd name="connsiteX2" fmla="*/ 6673 w 6343"/>
                  <a:gd name="connsiteY2" fmla="*/ 3289 h 6345"/>
                  <a:gd name="connsiteX3" fmla="*/ 5744 w 6343"/>
                  <a:gd name="connsiteY3" fmla="*/ 1045 h 6345"/>
                  <a:gd name="connsiteX4" fmla="*/ 3501 w 6343"/>
                  <a:gd name="connsiteY4" fmla="*/ 116 h 6345"/>
                  <a:gd name="connsiteX5" fmla="*/ 1259 w 6343"/>
                  <a:gd name="connsiteY5" fmla="*/ 1045 h 6345"/>
                  <a:gd name="connsiteX6" fmla="*/ 330 w 6343"/>
                  <a:gd name="connsiteY6" fmla="*/ 3289 h 6345"/>
                  <a:gd name="connsiteX7" fmla="*/ 1259 w 6343"/>
                  <a:gd name="connsiteY7" fmla="*/ 5532 h 6345"/>
                  <a:gd name="connsiteX8" fmla="*/ 3501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1" y="6462"/>
                    </a:moveTo>
                    <a:cubicBezTo>
                      <a:pt x="4342" y="6462"/>
                      <a:pt x="5149" y="6127"/>
                      <a:pt x="5744" y="5532"/>
                    </a:cubicBezTo>
                    <a:cubicBezTo>
                      <a:pt x="6339" y="4937"/>
                      <a:pt x="6673" y="4130"/>
                      <a:pt x="6673" y="3289"/>
                    </a:cubicBezTo>
                    <a:cubicBezTo>
                      <a:pt x="6673" y="2447"/>
                      <a:pt x="6339" y="1640"/>
                      <a:pt x="5744" y="1045"/>
                    </a:cubicBezTo>
                    <a:cubicBezTo>
                      <a:pt x="5149" y="450"/>
                      <a:pt x="4342" y="116"/>
                      <a:pt x="3501" y="116"/>
                    </a:cubicBezTo>
                    <a:cubicBezTo>
                      <a:pt x="2660" y="116"/>
                      <a:pt x="1853" y="450"/>
                      <a:pt x="1259" y="1045"/>
                    </a:cubicBezTo>
                    <a:cubicBezTo>
                      <a:pt x="664" y="1640"/>
                      <a:pt x="330" y="2447"/>
                      <a:pt x="330" y="3289"/>
                    </a:cubicBezTo>
                    <a:cubicBezTo>
                      <a:pt x="330" y="4130"/>
                      <a:pt x="664" y="4937"/>
                      <a:pt x="1259" y="5532"/>
                    </a:cubicBezTo>
                    <a:cubicBezTo>
                      <a:pt x="1853" y="6127"/>
                      <a:pt x="2660" y="6462"/>
                      <a:pt x="3501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71" name="Freeform: Shape 9770">
                <a:extLst>
                  <a:ext uri="{FF2B5EF4-FFF2-40B4-BE49-F238E27FC236}">
                    <a16:creationId xmlns:a16="http://schemas.microsoft.com/office/drawing/2014/main" id="{C4FD5E33-668E-1C85-591A-D103A14DE951}"/>
                  </a:ext>
                </a:extLst>
              </p:cNvPr>
              <p:cNvSpPr/>
              <p:nvPr/>
            </p:nvSpPr>
            <p:spPr>
              <a:xfrm>
                <a:off x="10601946" y="4958360"/>
                <a:ext cx="6343" cy="6345"/>
              </a:xfrm>
              <a:custGeom>
                <a:avLst/>
                <a:gdLst>
                  <a:gd name="connsiteX0" fmla="*/ 3502 w 6343"/>
                  <a:gd name="connsiteY0" fmla="*/ 6462 h 6345"/>
                  <a:gd name="connsiteX1" fmla="*/ 5745 w 6343"/>
                  <a:gd name="connsiteY1" fmla="*/ 5533 h 6345"/>
                  <a:gd name="connsiteX2" fmla="*/ 6674 w 6343"/>
                  <a:gd name="connsiteY2" fmla="*/ 3289 h 6345"/>
                  <a:gd name="connsiteX3" fmla="*/ 5745 w 6343"/>
                  <a:gd name="connsiteY3" fmla="*/ 1046 h 6345"/>
                  <a:gd name="connsiteX4" fmla="*/ 3502 w 6343"/>
                  <a:gd name="connsiteY4" fmla="*/ 117 h 6345"/>
                  <a:gd name="connsiteX5" fmla="*/ 1259 w 6343"/>
                  <a:gd name="connsiteY5" fmla="*/ 1046 h 6345"/>
                  <a:gd name="connsiteX6" fmla="*/ 331 w 6343"/>
                  <a:gd name="connsiteY6" fmla="*/ 3289 h 6345"/>
                  <a:gd name="connsiteX7" fmla="*/ 1259 w 6343"/>
                  <a:gd name="connsiteY7" fmla="*/ 5533 h 6345"/>
                  <a:gd name="connsiteX8" fmla="*/ 3502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462"/>
                    </a:moveTo>
                    <a:cubicBezTo>
                      <a:pt x="4343" y="6462"/>
                      <a:pt x="5150" y="6128"/>
                      <a:pt x="5745" y="5533"/>
                    </a:cubicBezTo>
                    <a:cubicBezTo>
                      <a:pt x="6339" y="4938"/>
                      <a:pt x="6674" y="4131"/>
                      <a:pt x="6674" y="3289"/>
                    </a:cubicBezTo>
                    <a:cubicBezTo>
                      <a:pt x="6674" y="2448"/>
                      <a:pt x="6339" y="1641"/>
                      <a:pt x="5745" y="1046"/>
                    </a:cubicBezTo>
                    <a:cubicBezTo>
                      <a:pt x="5150" y="451"/>
                      <a:pt x="4343" y="117"/>
                      <a:pt x="3502" y="117"/>
                    </a:cubicBezTo>
                    <a:cubicBezTo>
                      <a:pt x="2661" y="117"/>
                      <a:pt x="1854" y="451"/>
                      <a:pt x="1259" y="1046"/>
                    </a:cubicBezTo>
                    <a:cubicBezTo>
                      <a:pt x="665" y="1641"/>
                      <a:pt x="331" y="2448"/>
                      <a:pt x="331" y="3289"/>
                    </a:cubicBezTo>
                    <a:cubicBezTo>
                      <a:pt x="331" y="4131"/>
                      <a:pt x="665" y="4938"/>
                      <a:pt x="1259" y="5533"/>
                    </a:cubicBezTo>
                    <a:cubicBezTo>
                      <a:pt x="1854" y="6128"/>
                      <a:pt x="2661" y="6462"/>
                      <a:pt x="3502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72" name="Freeform: Shape 9771">
                <a:extLst>
                  <a:ext uri="{FF2B5EF4-FFF2-40B4-BE49-F238E27FC236}">
                    <a16:creationId xmlns:a16="http://schemas.microsoft.com/office/drawing/2014/main" id="{A59B0F47-2AA4-C1DD-5FF0-BF70EA08948B}"/>
                  </a:ext>
                </a:extLst>
              </p:cNvPr>
              <p:cNvSpPr/>
              <p:nvPr/>
            </p:nvSpPr>
            <p:spPr>
              <a:xfrm>
                <a:off x="10601811" y="4988993"/>
                <a:ext cx="6343" cy="6345"/>
              </a:xfrm>
              <a:custGeom>
                <a:avLst/>
                <a:gdLst>
                  <a:gd name="connsiteX0" fmla="*/ 3502 w 6343"/>
                  <a:gd name="connsiteY0" fmla="*/ 6464 h 6345"/>
                  <a:gd name="connsiteX1" fmla="*/ 5745 w 6343"/>
                  <a:gd name="connsiteY1" fmla="*/ 5535 h 6345"/>
                  <a:gd name="connsiteX2" fmla="*/ 6674 w 6343"/>
                  <a:gd name="connsiteY2" fmla="*/ 3292 h 6345"/>
                  <a:gd name="connsiteX3" fmla="*/ 5745 w 6343"/>
                  <a:gd name="connsiteY3" fmla="*/ 1048 h 6345"/>
                  <a:gd name="connsiteX4" fmla="*/ 3502 w 6343"/>
                  <a:gd name="connsiteY4" fmla="*/ 119 h 6345"/>
                  <a:gd name="connsiteX5" fmla="*/ 1259 w 6343"/>
                  <a:gd name="connsiteY5" fmla="*/ 1048 h 6345"/>
                  <a:gd name="connsiteX6" fmla="*/ 331 w 6343"/>
                  <a:gd name="connsiteY6" fmla="*/ 3292 h 6345"/>
                  <a:gd name="connsiteX7" fmla="*/ 1259 w 6343"/>
                  <a:gd name="connsiteY7" fmla="*/ 5535 h 6345"/>
                  <a:gd name="connsiteX8" fmla="*/ 3502 w 6343"/>
                  <a:gd name="connsiteY8" fmla="*/ 64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464"/>
                    </a:moveTo>
                    <a:cubicBezTo>
                      <a:pt x="4343" y="6464"/>
                      <a:pt x="5150" y="6130"/>
                      <a:pt x="5745" y="5535"/>
                    </a:cubicBezTo>
                    <a:cubicBezTo>
                      <a:pt x="6339" y="4940"/>
                      <a:pt x="6674" y="4133"/>
                      <a:pt x="6674" y="3292"/>
                    </a:cubicBezTo>
                    <a:cubicBezTo>
                      <a:pt x="6674" y="2450"/>
                      <a:pt x="6339" y="1643"/>
                      <a:pt x="5745" y="1048"/>
                    </a:cubicBezTo>
                    <a:cubicBezTo>
                      <a:pt x="5150" y="453"/>
                      <a:pt x="4343" y="119"/>
                      <a:pt x="3502" y="119"/>
                    </a:cubicBezTo>
                    <a:cubicBezTo>
                      <a:pt x="2661" y="119"/>
                      <a:pt x="1854" y="453"/>
                      <a:pt x="1259" y="1048"/>
                    </a:cubicBezTo>
                    <a:cubicBezTo>
                      <a:pt x="665" y="1643"/>
                      <a:pt x="331" y="2450"/>
                      <a:pt x="331" y="3292"/>
                    </a:cubicBezTo>
                    <a:cubicBezTo>
                      <a:pt x="331" y="4133"/>
                      <a:pt x="665" y="4940"/>
                      <a:pt x="1259" y="5535"/>
                    </a:cubicBezTo>
                    <a:cubicBezTo>
                      <a:pt x="1854" y="6130"/>
                      <a:pt x="2661" y="6464"/>
                      <a:pt x="3502" y="64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73" name="Freeform: Shape 9772">
                <a:extLst>
                  <a:ext uri="{FF2B5EF4-FFF2-40B4-BE49-F238E27FC236}">
                    <a16:creationId xmlns:a16="http://schemas.microsoft.com/office/drawing/2014/main" id="{B8A3CA70-304D-041D-7986-4D9D171E9E4A}"/>
                  </a:ext>
                </a:extLst>
              </p:cNvPr>
              <p:cNvSpPr/>
              <p:nvPr/>
            </p:nvSpPr>
            <p:spPr>
              <a:xfrm>
                <a:off x="11177328" y="5751206"/>
                <a:ext cx="6343" cy="6345"/>
              </a:xfrm>
              <a:custGeom>
                <a:avLst/>
                <a:gdLst>
                  <a:gd name="connsiteX0" fmla="*/ 3547 w 6343"/>
                  <a:gd name="connsiteY0" fmla="*/ 6524 h 6345"/>
                  <a:gd name="connsiteX1" fmla="*/ 5790 w 6343"/>
                  <a:gd name="connsiteY1" fmla="*/ 5595 h 6345"/>
                  <a:gd name="connsiteX2" fmla="*/ 6719 w 6343"/>
                  <a:gd name="connsiteY2" fmla="*/ 3352 h 6345"/>
                  <a:gd name="connsiteX3" fmla="*/ 5790 w 6343"/>
                  <a:gd name="connsiteY3" fmla="*/ 1108 h 6345"/>
                  <a:gd name="connsiteX4" fmla="*/ 3547 w 6343"/>
                  <a:gd name="connsiteY4" fmla="*/ 179 h 6345"/>
                  <a:gd name="connsiteX5" fmla="*/ 1305 w 6343"/>
                  <a:gd name="connsiteY5" fmla="*/ 1108 h 6345"/>
                  <a:gd name="connsiteX6" fmla="*/ 376 w 6343"/>
                  <a:gd name="connsiteY6" fmla="*/ 3352 h 6345"/>
                  <a:gd name="connsiteX7" fmla="*/ 1305 w 6343"/>
                  <a:gd name="connsiteY7" fmla="*/ 5595 h 6345"/>
                  <a:gd name="connsiteX8" fmla="*/ 3547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47" y="6524"/>
                    </a:moveTo>
                    <a:cubicBezTo>
                      <a:pt x="4389" y="6524"/>
                      <a:pt x="5195" y="6190"/>
                      <a:pt x="5790" y="5595"/>
                    </a:cubicBezTo>
                    <a:cubicBezTo>
                      <a:pt x="6385" y="5000"/>
                      <a:pt x="6719" y="4193"/>
                      <a:pt x="6719" y="3352"/>
                    </a:cubicBezTo>
                    <a:cubicBezTo>
                      <a:pt x="6719" y="2510"/>
                      <a:pt x="6385" y="1703"/>
                      <a:pt x="5790" y="1108"/>
                    </a:cubicBezTo>
                    <a:cubicBezTo>
                      <a:pt x="5195" y="513"/>
                      <a:pt x="4389" y="179"/>
                      <a:pt x="3547" y="179"/>
                    </a:cubicBezTo>
                    <a:cubicBezTo>
                      <a:pt x="2706" y="179"/>
                      <a:pt x="1900" y="513"/>
                      <a:pt x="1305" y="1108"/>
                    </a:cubicBezTo>
                    <a:cubicBezTo>
                      <a:pt x="710" y="1703"/>
                      <a:pt x="376" y="2510"/>
                      <a:pt x="376" y="3352"/>
                    </a:cubicBezTo>
                    <a:cubicBezTo>
                      <a:pt x="376" y="4193"/>
                      <a:pt x="710" y="5000"/>
                      <a:pt x="1305" y="5595"/>
                    </a:cubicBezTo>
                    <a:cubicBezTo>
                      <a:pt x="1900" y="6190"/>
                      <a:pt x="2706" y="6524"/>
                      <a:pt x="3547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74" name="Freeform: Shape 9773">
                <a:extLst>
                  <a:ext uri="{FF2B5EF4-FFF2-40B4-BE49-F238E27FC236}">
                    <a16:creationId xmlns:a16="http://schemas.microsoft.com/office/drawing/2014/main" id="{36C4C980-53C1-1A42-3A1D-1AD6F655AF37}"/>
                  </a:ext>
                </a:extLst>
              </p:cNvPr>
              <p:cNvSpPr/>
              <p:nvPr/>
            </p:nvSpPr>
            <p:spPr>
              <a:xfrm>
                <a:off x="11197934" y="5803003"/>
                <a:ext cx="6343" cy="6345"/>
              </a:xfrm>
              <a:custGeom>
                <a:avLst/>
                <a:gdLst>
                  <a:gd name="connsiteX0" fmla="*/ 3549 w 6343"/>
                  <a:gd name="connsiteY0" fmla="*/ 6529 h 6345"/>
                  <a:gd name="connsiteX1" fmla="*/ 5792 w 6343"/>
                  <a:gd name="connsiteY1" fmla="*/ 5599 h 6345"/>
                  <a:gd name="connsiteX2" fmla="*/ 6721 w 6343"/>
                  <a:gd name="connsiteY2" fmla="*/ 3356 h 6345"/>
                  <a:gd name="connsiteX3" fmla="*/ 5792 w 6343"/>
                  <a:gd name="connsiteY3" fmla="*/ 1112 h 6345"/>
                  <a:gd name="connsiteX4" fmla="*/ 3549 w 6343"/>
                  <a:gd name="connsiteY4" fmla="*/ 183 h 6345"/>
                  <a:gd name="connsiteX5" fmla="*/ 1306 w 6343"/>
                  <a:gd name="connsiteY5" fmla="*/ 1112 h 6345"/>
                  <a:gd name="connsiteX6" fmla="*/ 377 w 6343"/>
                  <a:gd name="connsiteY6" fmla="*/ 3356 h 6345"/>
                  <a:gd name="connsiteX7" fmla="*/ 1306 w 6343"/>
                  <a:gd name="connsiteY7" fmla="*/ 5599 h 6345"/>
                  <a:gd name="connsiteX8" fmla="*/ 3549 w 6343"/>
                  <a:gd name="connsiteY8" fmla="*/ 65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49" y="6529"/>
                    </a:moveTo>
                    <a:cubicBezTo>
                      <a:pt x="4390" y="6529"/>
                      <a:pt x="5197" y="6194"/>
                      <a:pt x="5792" y="5599"/>
                    </a:cubicBezTo>
                    <a:cubicBezTo>
                      <a:pt x="6386" y="5004"/>
                      <a:pt x="6721" y="4197"/>
                      <a:pt x="6721" y="3356"/>
                    </a:cubicBezTo>
                    <a:cubicBezTo>
                      <a:pt x="6721" y="2514"/>
                      <a:pt x="6386" y="1707"/>
                      <a:pt x="5792" y="1112"/>
                    </a:cubicBezTo>
                    <a:cubicBezTo>
                      <a:pt x="5197" y="517"/>
                      <a:pt x="4390" y="183"/>
                      <a:pt x="3549" y="183"/>
                    </a:cubicBezTo>
                    <a:cubicBezTo>
                      <a:pt x="2708" y="183"/>
                      <a:pt x="1901" y="517"/>
                      <a:pt x="1306" y="1112"/>
                    </a:cubicBezTo>
                    <a:cubicBezTo>
                      <a:pt x="712" y="1707"/>
                      <a:pt x="377" y="2514"/>
                      <a:pt x="377" y="3356"/>
                    </a:cubicBezTo>
                    <a:cubicBezTo>
                      <a:pt x="377" y="4197"/>
                      <a:pt x="712" y="5004"/>
                      <a:pt x="1306" y="5599"/>
                    </a:cubicBezTo>
                    <a:cubicBezTo>
                      <a:pt x="1901" y="6194"/>
                      <a:pt x="2708" y="6529"/>
                      <a:pt x="3549" y="65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75" name="Freeform: Shape 9774">
                <a:extLst>
                  <a:ext uri="{FF2B5EF4-FFF2-40B4-BE49-F238E27FC236}">
                    <a16:creationId xmlns:a16="http://schemas.microsoft.com/office/drawing/2014/main" id="{F6C87BD2-2D5B-13B6-FF7F-B2EEB9B311E7}"/>
                  </a:ext>
                </a:extLst>
              </p:cNvPr>
              <p:cNvSpPr/>
              <p:nvPr/>
            </p:nvSpPr>
            <p:spPr>
              <a:xfrm>
                <a:off x="11194056" y="5813542"/>
                <a:ext cx="6343" cy="6345"/>
              </a:xfrm>
              <a:custGeom>
                <a:avLst/>
                <a:gdLst>
                  <a:gd name="connsiteX0" fmla="*/ 3549 w 6343"/>
                  <a:gd name="connsiteY0" fmla="*/ 6529 h 6345"/>
                  <a:gd name="connsiteX1" fmla="*/ 5791 w 6343"/>
                  <a:gd name="connsiteY1" fmla="*/ 5600 h 6345"/>
                  <a:gd name="connsiteX2" fmla="*/ 6720 w 6343"/>
                  <a:gd name="connsiteY2" fmla="*/ 3357 h 6345"/>
                  <a:gd name="connsiteX3" fmla="*/ 5791 w 6343"/>
                  <a:gd name="connsiteY3" fmla="*/ 1113 h 6345"/>
                  <a:gd name="connsiteX4" fmla="*/ 3549 w 6343"/>
                  <a:gd name="connsiteY4" fmla="*/ 184 h 6345"/>
                  <a:gd name="connsiteX5" fmla="*/ 1306 w 6343"/>
                  <a:gd name="connsiteY5" fmla="*/ 1113 h 6345"/>
                  <a:gd name="connsiteX6" fmla="*/ 377 w 6343"/>
                  <a:gd name="connsiteY6" fmla="*/ 3357 h 6345"/>
                  <a:gd name="connsiteX7" fmla="*/ 1306 w 6343"/>
                  <a:gd name="connsiteY7" fmla="*/ 5600 h 6345"/>
                  <a:gd name="connsiteX8" fmla="*/ 3549 w 6343"/>
                  <a:gd name="connsiteY8" fmla="*/ 65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49" y="6529"/>
                    </a:moveTo>
                    <a:cubicBezTo>
                      <a:pt x="4390" y="6529"/>
                      <a:pt x="5197" y="6195"/>
                      <a:pt x="5791" y="5600"/>
                    </a:cubicBezTo>
                    <a:cubicBezTo>
                      <a:pt x="6386" y="5005"/>
                      <a:pt x="6720" y="4198"/>
                      <a:pt x="6720" y="3357"/>
                    </a:cubicBezTo>
                    <a:cubicBezTo>
                      <a:pt x="6720" y="2515"/>
                      <a:pt x="6386" y="1708"/>
                      <a:pt x="5791" y="1113"/>
                    </a:cubicBezTo>
                    <a:cubicBezTo>
                      <a:pt x="5197" y="518"/>
                      <a:pt x="4390" y="184"/>
                      <a:pt x="3549" y="184"/>
                    </a:cubicBezTo>
                    <a:cubicBezTo>
                      <a:pt x="2708" y="184"/>
                      <a:pt x="1901" y="518"/>
                      <a:pt x="1306" y="1113"/>
                    </a:cubicBezTo>
                    <a:cubicBezTo>
                      <a:pt x="711" y="1708"/>
                      <a:pt x="377" y="2515"/>
                      <a:pt x="377" y="3357"/>
                    </a:cubicBezTo>
                    <a:cubicBezTo>
                      <a:pt x="377" y="4198"/>
                      <a:pt x="711" y="5005"/>
                      <a:pt x="1306" y="5600"/>
                    </a:cubicBezTo>
                    <a:cubicBezTo>
                      <a:pt x="1901" y="6195"/>
                      <a:pt x="2708" y="6529"/>
                      <a:pt x="3549" y="65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76" name="Freeform: Shape 9775">
                <a:extLst>
                  <a:ext uri="{FF2B5EF4-FFF2-40B4-BE49-F238E27FC236}">
                    <a16:creationId xmlns:a16="http://schemas.microsoft.com/office/drawing/2014/main" id="{176A55DB-CE84-824F-B6C8-F47892ED548E}"/>
                  </a:ext>
                </a:extLst>
              </p:cNvPr>
              <p:cNvSpPr/>
              <p:nvPr/>
            </p:nvSpPr>
            <p:spPr>
              <a:xfrm>
                <a:off x="11191437" y="5824455"/>
                <a:ext cx="6343" cy="6345"/>
              </a:xfrm>
              <a:custGeom>
                <a:avLst/>
                <a:gdLst>
                  <a:gd name="connsiteX0" fmla="*/ 3549 w 6343"/>
                  <a:gd name="connsiteY0" fmla="*/ 6530 h 6345"/>
                  <a:gd name="connsiteX1" fmla="*/ 5791 w 6343"/>
                  <a:gd name="connsiteY1" fmla="*/ 5601 h 6345"/>
                  <a:gd name="connsiteX2" fmla="*/ 6720 w 6343"/>
                  <a:gd name="connsiteY2" fmla="*/ 3357 h 6345"/>
                  <a:gd name="connsiteX3" fmla="*/ 5791 w 6343"/>
                  <a:gd name="connsiteY3" fmla="*/ 1114 h 6345"/>
                  <a:gd name="connsiteX4" fmla="*/ 3549 w 6343"/>
                  <a:gd name="connsiteY4" fmla="*/ 185 h 6345"/>
                  <a:gd name="connsiteX5" fmla="*/ 1306 w 6343"/>
                  <a:gd name="connsiteY5" fmla="*/ 1114 h 6345"/>
                  <a:gd name="connsiteX6" fmla="*/ 377 w 6343"/>
                  <a:gd name="connsiteY6" fmla="*/ 3357 h 6345"/>
                  <a:gd name="connsiteX7" fmla="*/ 1306 w 6343"/>
                  <a:gd name="connsiteY7" fmla="*/ 5601 h 6345"/>
                  <a:gd name="connsiteX8" fmla="*/ 3549 w 6343"/>
                  <a:gd name="connsiteY8" fmla="*/ 65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49" y="6530"/>
                    </a:moveTo>
                    <a:cubicBezTo>
                      <a:pt x="4390" y="6530"/>
                      <a:pt x="5196" y="6196"/>
                      <a:pt x="5791" y="5601"/>
                    </a:cubicBezTo>
                    <a:cubicBezTo>
                      <a:pt x="6386" y="5006"/>
                      <a:pt x="6720" y="4199"/>
                      <a:pt x="6720" y="3357"/>
                    </a:cubicBezTo>
                    <a:cubicBezTo>
                      <a:pt x="6720" y="2516"/>
                      <a:pt x="6386" y="1709"/>
                      <a:pt x="5791" y="1114"/>
                    </a:cubicBezTo>
                    <a:cubicBezTo>
                      <a:pt x="5196" y="519"/>
                      <a:pt x="4390" y="185"/>
                      <a:pt x="3549" y="185"/>
                    </a:cubicBezTo>
                    <a:cubicBezTo>
                      <a:pt x="2707" y="185"/>
                      <a:pt x="1901" y="519"/>
                      <a:pt x="1306" y="1114"/>
                    </a:cubicBezTo>
                    <a:cubicBezTo>
                      <a:pt x="711" y="1709"/>
                      <a:pt x="377" y="2516"/>
                      <a:pt x="377" y="3357"/>
                    </a:cubicBezTo>
                    <a:cubicBezTo>
                      <a:pt x="377" y="4199"/>
                      <a:pt x="711" y="5006"/>
                      <a:pt x="1306" y="5601"/>
                    </a:cubicBezTo>
                    <a:cubicBezTo>
                      <a:pt x="1901" y="6196"/>
                      <a:pt x="2707" y="6530"/>
                      <a:pt x="3549" y="65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77" name="Freeform: Shape 9776">
                <a:extLst>
                  <a:ext uri="{FF2B5EF4-FFF2-40B4-BE49-F238E27FC236}">
                    <a16:creationId xmlns:a16="http://schemas.microsoft.com/office/drawing/2014/main" id="{284E06BA-0D2B-DF02-F6F9-AA4C7F5095BC}"/>
                  </a:ext>
                </a:extLst>
              </p:cNvPr>
              <p:cNvSpPr/>
              <p:nvPr/>
            </p:nvSpPr>
            <p:spPr>
              <a:xfrm>
                <a:off x="11496374" y="6000562"/>
                <a:ext cx="6343" cy="6345"/>
              </a:xfrm>
              <a:custGeom>
                <a:avLst/>
                <a:gdLst>
                  <a:gd name="connsiteX0" fmla="*/ 3573 w 6343"/>
                  <a:gd name="connsiteY0" fmla="*/ 6544 h 6345"/>
                  <a:gd name="connsiteX1" fmla="*/ 5815 w 6343"/>
                  <a:gd name="connsiteY1" fmla="*/ 5615 h 6345"/>
                  <a:gd name="connsiteX2" fmla="*/ 6744 w 6343"/>
                  <a:gd name="connsiteY2" fmla="*/ 3371 h 6345"/>
                  <a:gd name="connsiteX3" fmla="*/ 5815 w 6343"/>
                  <a:gd name="connsiteY3" fmla="*/ 1128 h 6345"/>
                  <a:gd name="connsiteX4" fmla="*/ 3573 w 6343"/>
                  <a:gd name="connsiteY4" fmla="*/ 199 h 6345"/>
                  <a:gd name="connsiteX5" fmla="*/ 1330 w 6343"/>
                  <a:gd name="connsiteY5" fmla="*/ 1128 h 6345"/>
                  <a:gd name="connsiteX6" fmla="*/ 401 w 6343"/>
                  <a:gd name="connsiteY6" fmla="*/ 3371 h 6345"/>
                  <a:gd name="connsiteX7" fmla="*/ 1330 w 6343"/>
                  <a:gd name="connsiteY7" fmla="*/ 5615 h 6345"/>
                  <a:gd name="connsiteX8" fmla="*/ 3573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73" y="6544"/>
                    </a:moveTo>
                    <a:cubicBezTo>
                      <a:pt x="4414" y="6544"/>
                      <a:pt x="5220" y="6210"/>
                      <a:pt x="5815" y="5615"/>
                    </a:cubicBezTo>
                    <a:cubicBezTo>
                      <a:pt x="6410" y="5020"/>
                      <a:pt x="6744" y="4213"/>
                      <a:pt x="6744" y="3371"/>
                    </a:cubicBezTo>
                    <a:cubicBezTo>
                      <a:pt x="6744" y="2530"/>
                      <a:pt x="6410" y="1723"/>
                      <a:pt x="5815" y="1128"/>
                    </a:cubicBezTo>
                    <a:cubicBezTo>
                      <a:pt x="5220" y="533"/>
                      <a:pt x="4414" y="199"/>
                      <a:pt x="3573" y="199"/>
                    </a:cubicBezTo>
                    <a:cubicBezTo>
                      <a:pt x="2731" y="199"/>
                      <a:pt x="1925" y="533"/>
                      <a:pt x="1330" y="1128"/>
                    </a:cubicBezTo>
                    <a:cubicBezTo>
                      <a:pt x="735" y="1723"/>
                      <a:pt x="401" y="2530"/>
                      <a:pt x="401" y="3371"/>
                    </a:cubicBezTo>
                    <a:cubicBezTo>
                      <a:pt x="401" y="4213"/>
                      <a:pt x="735" y="5020"/>
                      <a:pt x="1330" y="5615"/>
                    </a:cubicBezTo>
                    <a:cubicBezTo>
                      <a:pt x="1925" y="6210"/>
                      <a:pt x="2731" y="6544"/>
                      <a:pt x="3573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78" name="Freeform: Shape 9777">
                <a:extLst>
                  <a:ext uri="{FF2B5EF4-FFF2-40B4-BE49-F238E27FC236}">
                    <a16:creationId xmlns:a16="http://schemas.microsoft.com/office/drawing/2014/main" id="{FB532B8A-FEFE-E886-D7D5-7C891317B1D6}"/>
                  </a:ext>
                </a:extLst>
              </p:cNvPr>
              <p:cNvSpPr/>
              <p:nvPr/>
            </p:nvSpPr>
            <p:spPr>
              <a:xfrm>
                <a:off x="11494314" y="6013956"/>
                <a:ext cx="6343" cy="6345"/>
              </a:xfrm>
              <a:custGeom>
                <a:avLst/>
                <a:gdLst>
                  <a:gd name="connsiteX0" fmla="*/ 3572 w 6343"/>
                  <a:gd name="connsiteY0" fmla="*/ 6545 h 6345"/>
                  <a:gd name="connsiteX1" fmla="*/ 5815 w 6343"/>
                  <a:gd name="connsiteY1" fmla="*/ 5616 h 6345"/>
                  <a:gd name="connsiteX2" fmla="*/ 6744 w 6343"/>
                  <a:gd name="connsiteY2" fmla="*/ 3372 h 6345"/>
                  <a:gd name="connsiteX3" fmla="*/ 5815 w 6343"/>
                  <a:gd name="connsiteY3" fmla="*/ 1129 h 6345"/>
                  <a:gd name="connsiteX4" fmla="*/ 3572 w 6343"/>
                  <a:gd name="connsiteY4" fmla="*/ 200 h 6345"/>
                  <a:gd name="connsiteX5" fmla="*/ 1330 w 6343"/>
                  <a:gd name="connsiteY5" fmla="*/ 1129 h 6345"/>
                  <a:gd name="connsiteX6" fmla="*/ 401 w 6343"/>
                  <a:gd name="connsiteY6" fmla="*/ 3372 h 6345"/>
                  <a:gd name="connsiteX7" fmla="*/ 1330 w 6343"/>
                  <a:gd name="connsiteY7" fmla="*/ 5616 h 6345"/>
                  <a:gd name="connsiteX8" fmla="*/ 3572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72" y="6545"/>
                    </a:moveTo>
                    <a:cubicBezTo>
                      <a:pt x="4414" y="6545"/>
                      <a:pt x="5220" y="6211"/>
                      <a:pt x="5815" y="5616"/>
                    </a:cubicBezTo>
                    <a:cubicBezTo>
                      <a:pt x="6410" y="5021"/>
                      <a:pt x="6744" y="4214"/>
                      <a:pt x="6744" y="3372"/>
                    </a:cubicBezTo>
                    <a:cubicBezTo>
                      <a:pt x="6744" y="2531"/>
                      <a:pt x="6410" y="1724"/>
                      <a:pt x="5815" y="1129"/>
                    </a:cubicBezTo>
                    <a:cubicBezTo>
                      <a:pt x="5220" y="534"/>
                      <a:pt x="4414" y="200"/>
                      <a:pt x="3572" y="200"/>
                    </a:cubicBezTo>
                    <a:cubicBezTo>
                      <a:pt x="2731" y="200"/>
                      <a:pt x="1925" y="534"/>
                      <a:pt x="1330" y="1129"/>
                    </a:cubicBezTo>
                    <a:cubicBezTo>
                      <a:pt x="735" y="1724"/>
                      <a:pt x="401" y="2531"/>
                      <a:pt x="401" y="3372"/>
                    </a:cubicBezTo>
                    <a:cubicBezTo>
                      <a:pt x="401" y="4214"/>
                      <a:pt x="735" y="5021"/>
                      <a:pt x="1330" y="5616"/>
                    </a:cubicBezTo>
                    <a:cubicBezTo>
                      <a:pt x="1925" y="6211"/>
                      <a:pt x="2731" y="6545"/>
                      <a:pt x="3572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79" name="Freeform: Shape 9778">
                <a:extLst>
                  <a:ext uri="{FF2B5EF4-FFF2-40B4-BE49-F238E27FC236}">
                    <a16:creationId xmlns:a16="http://schemas.microsoft.com/office/drawing/2014/main" id="{39D7A79B-82AD-EA20-0A3D-CA979B2C57DC}"/>
                  </a:ext>
                </a:extLst>
              </p:cNvPr>
              <p:cNvSpPr/>
              <p:nvPr/>
            </p:nvSpPr>
            <p:spPr>
              <a:xfrm>
                <a:off x="11492343" y="6027415"/>
                <a:ext cx="6343" cy="6345"/>
              </a:xfrm>
              <a:custGeom>
                <a:avLst/>
                <a:gdLst>
                  <a:gd name="connsiteX0" fmla="*/ 3572 w 6343"/>
                  <a:gd name="connsiteY0" fmla="*/ 6546 h 6345"/>
                  <a:gd name="connsiteX1" fmla="*/ 5815 w 6343"/>
                  <a:gd name="connsiteY1" fmla="*/ 5617 h 6345"/>
                  <a:gd name="connsiteX2" fmla="*/ 6744 w 6343"/>
                  <a:gd name="connsiteY2" fmla="*/ 3373 h 6345"/>
                  <a:gd name="connsiteX3" fmla="*/ 5815 w 6343"/>
                  <a:gd name="connsiteY3" fmla="*/ 1130 h 6345"/>
                  <a:gd name="connsiteX4" fmla="*/ 3572 w 6343"/>
                  <a:gd name="connsiteY4" fmla="*/ 201 h 6345"/>
                  <a:gd name="connsiteX5" fmla="*/ 1330 w 6343"/>
                  <a:gd name="connsiteY5" fmla="*/ 1130 h 6345"/>
                  <a:gd name="connsiteX6" fmla="*/ 401 w 6343"/>
                  <a:gd name="connsiteY6" fmla="*/ 3373 h 6345"/>
                  <a:gd name="connsiteX7" fmla="*/ 1330 w 6343"/>
                  <a:gd name="connsiteY7" fmla="*/ 5617 h 6345"/>
                  <a:gd name="connsiteX8" fmla="*/ 3572 w 6343"/>
                  <a:gd name="connsiteY8" fmla="*/ 65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72" y="6546"/>
                    </a:moveTo>
                    <a:cubicBezTo>
                      <a:pt x="4413" y="6546"/>
                      <a:pt x="5220" y="6212"/>
                      <a:pt x="5815" y="5617"/>
                    </a:cubicBezTo>
                    <a:cubicBezTo>
                      <a:pt x="6410" y="5022"/>
                      <a:pt x="6744" y="4215"/>
                      <a:pt x="6744" y="3373"/>
                    </a:cubicBezTo>
                    <a:cubicBezTo>
                      <a:pt x="6744" y="2532"/>
                      <a:pt x="6410" y="1725"/>
                      <a:pt x="5815" y="1130"/>
                    </a:cubicBezTo>
                    <a:cubicBezTo>
                      <a:pt x="5220" y="535"/>
                      <a:pt x="4413" y="201"/>
                      <a:pt x="3572" y="201"/>
                    </a:cubicBezTo>
                    <a:cubicBezTo>
                      <a:pt x="2731" y="201"/>
                      <a:pt x="1924" y="535"/>
                      <a:pt x="1330" y="1130"/>
                    </a:cubicBezTo>
                    <a:cubicBezTo>
                      <a:pt x="735" y="1725"/>
                      <a:pt x="401" y="2532"/>
                      <a:pt x="401" y="3373"/>
                    </a:cubicBezTo>
                    <a:cubicBezTo>
                      <a:pt x="401" y="4215"/>
                      <a:pt x="735" y="5022"/>
                      <a:pt x="1330" y="5617"/>
                    </a:cubicBezTo>
                    <a:cubicBezTo>
                      <a:pt x="1924" y="6212"/>
                      <a:pt x="2731" y="6546"/>
                      <a:pt x="3572" y="65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80" name="Freeform: Shape 9779">
                <a:extLst>
                  <a:ext uri="{FF2B5EF4-FFF2-40B4-BE49-F238E27FC236}">
                    <a16:creationId xmlns:a16="http://schemas.microsoft.com/office/drawing/2014/main" id="{05EFB227-ADEC-07DE-DFBE-31826B7E308E}"/>
                  </a:ext>
                </a:extLst>
              </p:cNvPr>
              <p:cNvSpPr/>
              <p:nvPr/>
            </p:nvSpPr>
            <p:spPr>
              <a:xfrm>
                <a:off x="10502455" y="5755601"/>
                <a:ext cx="6343" cy="6345"/>
              </a:xfrm>
              <a:custGeom>
                <a:avLst/>
                <a:gdLst>
                  <a:gd name="connsiteX0" fmla="*/ 3494 w 6343"/>
                  <a:gd name="connsiteY0" fmla="*/ 6525 h 6345"/>
                  <a:gd name="connsiteX1" fmla="*/ 5737 w 6343"/>
                  <a:gd name="connsiteY1" fmla="*/ 5596 h 6345"/>
                  <a:gd name="connsiteX2" fmla="*/ 6666 w 6343"/>
                  <a:gd name="connsiteY2" fmla="*/ 3352 h 6345"/>
                  <a:gd name="connsiteX3" fmla="*/ 5737 w 6343"/>
                  <a:gd name="connsiteY3" fmla="*/ 1109 h 6345"/>
                  <a:gd name="connsiteX4" fmla="*/ 3494 w 6343"/>
                  <a:gd name="connsiteY4" fmla="*/ 179 h 6345"/>
                  <a:gd name="connsiteX5" fmla="*/ 1252 w 6343"/>
                  <a:gd name="connsiteY5" fmla="*/ 1109 h 6345"/>
                  <a:gd name="connsiteX6" fmla="*/ 323 w 6343"/>
                  <a:gd name="connsiteY6" fmla="*/ 3352 h 6345"/>
                  <a:gd name="connsiteX7" fmla="*/ 1252 w 6343"/>
                  <a:gd name="connsiteY7" fmla="*/ 5596 h 6345"/>
                  <a:gd name="connsiteX8" fmla="*/ 349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4" y="6525"/>
                    </a:moveTo>
                    <a:cubicBezTo>
                      <a:pt x="4335" y="6525"/>
                      <a:pt x="5142" y="6190"/>
                      <a:pt x="5737" y="5596"/>
                    </a:cubicBezTo>
                    <a:cubicBezTo>
                      <a:pt x="6332" y="5001"/>
                      <a:pt x="6666" y="4193"/>
                      <a:pt x="6666" y="3352"/>
                    </a:cubicBezTo>
                    <a:cubicBezTo>
                      <a:pt x="6666" y="2511"/>
                      <a:pt x="6332" y="1704"/>
                      <a:pt x="5737" y="1109"/>
                    </a:cubicBezTo>
                    <a:cubicBezTo>
                      <a:pt x="5142" y="514"/>
                      <a:pt x="4335" y="179"/>
                      <a:pt x="3494" y="179"/>
                    </a:cubicBezTo>
                    <a:cubicBezTo>
                      <a:pt x="2653" y="179"/>
                      <a:pt x="1846" y="514"/>
                      <a:pt x="1252" y="1109"/>
                    </a:cubicBezTo>
                    <a:cubicBezTo>
                      <a:pt x="657" y="1704"/>
                      <a:pt x="323" y="2511"/>
                      <a:pt x="323" y="3352"/>
                    </a:cubicBezTo>
                    <a:cubicBezTo>
                      <a:pt x="323" y="4193"/>
                      <a:pt x="657" y="5001"/>
                      <a:pt x="1252" y="5596"/>
                    </a:cubicBezTo>
                    <a:cubicBezTo>
                      <a:pt x="1846" y="6190"/>
                      <a:pt x="2653" y="6525"/>
                      <a:pt x="349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81" name="Freeform: Shape 9780">
                <a:extLst>
                  <a:ext uri="{FF2B5EF4-FFF2-40B4-BE49-F238E27FC236}">
                    <a16:creationId xmlns:a16="http://schemas.microsoft.com/office/drawing/2014/main" id="{88C9B77E-35D0-B210-08F1-5DB49998402C}"/>
                  </a:ext>
                </a:extLst>
              </p:cNvPr>
              <p:cNvSpPr/>
              <p:nvPr/>
            </p:nvSpPr>
            <p:spPr>
              <a:xfrm>
                <a:off x="10716606" y="5858363"/>
                <a:ext cx="6343" cy="6345"/>
              </a:xfrm>
              <a:custGeom>
                <a:avLst/>
                <a:gdLst>
                  <a:gd name="connsiteX0" fmla="*/ 3511 w 6343"/>
                  <a:gd name="connsiteY0" fmla="*/ 6533 h 6345"/>
                  <a:gd name="connsiteX1" fmla="*/ 5754 w 6343"/>
                  <a:gd name="connsiteY1" fmla="*/ 5604 h 6345"/>
                  <a:gd name="connsiteX2" fmla="*/ 6683 w 6343"/>
                  <a:gd name="connsiteY2" fmla="*/ 3360 h 6345"/>
                  <a:gd name="connsiteX3" fmla="*/ 5754 w 6343"/>
                  <a:gd name="connsiteY3" fmla="*/ 1117 h 6345"/>
                  <a:gd name="connsiteX4" fmla="*/ 3511 w 6343"/>
                  <a:gd name="connsiteY4" fmla="*/ 187 h 6345"/>
                  <a:gd name="connsiteX5" fmla="*/ 1268 w 6343"/>
                  <a:gd name="connsiteY5" fmla="*/ 1117 h 6345"/>
                  <a:gd name="connsiteX6" fmla="*/ 340 w 6343"/>
                  <a:gd name="connsiteY6" fmla="*/ 3360 h 6345"/>
                  <a:gd name="connsiteX7" fmla="*/ 1268 w 6343"/>
                  <a:gd name="connsiteY7" fmla="*/ 5604 h 6345"/>
                  <a:gd name="connsiteX8" fmla="*/ 3511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1" y="6533"/>
                    </a:moveTo>
                    <a:cubicBezTo>
                      <a:pt x="4352" y="6533"/>
                      <a:pt x="5159" y="6199"/>
                      <a:pt x="5754" y="5604"/>
                    </a:cubicBezTo>
                    <a:cubicBezTo>
                      <a:pt x="6348" y="5009"/>
                      <a:pt x="6683" y="4202"/>
                      <a:pt x="6683" y="3360"/>
                    </a:cubicBezTo>
                    <a:cubicBezTo>
                      <a:pt x="6683" y="2519"/>
                      <a:pt x="6348" y="1712"/>
                      <a:pt x="5754" y="1117"/>
                    </a:cubicBezTo>
                    <a:cubicBezTo>
                      <a:pt x="5159" y="522"/>
                      <a:pt x="4352" y="187"/>
                      <a:pt x="3511" y="187"/>
                    </a:cubicBezTo>
                    <a:cubicBezTo>
                      <a:pt x="2670" y="187"/>
                      <a:pt x="1863" y="522"/>
                      <a:pt x="1268" y="1117"/>
                    </a:cubicBezTo>
                    <a:cubicBezTo>
                      <a:pt x="674" y="1712"/>
                      <a:pt x="340" y="2519"/>
                      <a:pt x="340" y="3360"/>
                    </a:cubicBezTo>
                    <a:cubicBezTo>
                      <a:pt x="340" y="4202"/>
                      <a:pt x="674" y="5009"/>
                      <a:pt x="1268" y="5604"/>
                    </a:cubicBezTo>
                    <a:cubicBezTo>
                      <a:pt x="1863" y="6199"/>
                      <a:pt x="2670" y="6533"/>
                      <a:pt x="3511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82" name="Freeform: Shape 9781">
                <a:extLst>
                  <a:ext uri="{FF2B5EF4-FFF2-40B4-BE49-F238E27FC236}">
                    <a16:creationId xmlns:a16="http://schemas.microsoft.com/office/drawing/2014/main" id="{C7A9F4ED-F5DE-FBAB-3396-5EBFCB260F44}"/>
                  </a:ext>
                </a:extLst>
              </p:cNvPr>
              <p:cNvSpPr/>
              <p:nvPr/>
            </p:nvSpPr>
            <p:spPr>
              <a:xfrm>
                <a:off x="10709225" y="5864404"/>
                <a:ext cx="6343" cy="6345"/>
              </a:xfrm>
              <a:custGeom>
                <a:avLst/>
                <a:gdLst>
                  <a:gd name="connsiteX0" fmla="*/ 3511 w 6343"/>
                  <a:gd name="connsiteY0" fmla="*/ 6533 h 6345"/>
                  <a:gd name="connsiteX1" fmla="*/ 5753 w 6343"/>
                  <a:gd name="connsiteY1" fmla="*/ 5604 h 6345"/>
                  <a:gd name="connsiteX2" fmla="*/ 6682 w 6343"/>
                  <a:gd name="connsiteY2" fmla="*/ 3361 h 6345"/>
                  <a:gd name="connsiteX3" fmla="*/ 5753 w 6343"/>
                  <a:gd name="connsiteY3" fmla="*/ 1117 h 6345"/>
                  <a:gd name="connsiteX4" fmla="*/ 3511 w 6343"/>
                  <a:gd name="connsiteY4" fmla="*/ 188 h 6345"/>
                  <a:gd name="connsiteX5" fmla="*/ 1268 w 6343"/>
                  <a:gd name="connsiteY5" fmla="*/ 1117 h 6345"/>
                  <a:gd name="connsiteX6" fmla="*/ 339 w 6343"/>
                  <a:gd name="connsiteY6" fmla="*/ 3361 h 6345"/>
                  <a:gd name="connsiteX7" fmla="*/ 1268 w 6343"/>
                  <a:gd name="connsiteY7" fmla="*/ 5604 h 6345"/>
                  <a:gd name="connsiteX8" fmla="*/ 3511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1" y="6533"/>
                    </a:moveTo>
                    <a:cubicBezTo>
                      <a:pt x="4352" y="6533"/>
                      <a:pt x="5158" y="6199"/>
                      <a:pt x="5753" y="5604"/>
                    </a:cubicBezTo>
                    <a:cubicBezTo>
                      <a:pt x="6348" y="5009"/>
                      <a:pt x="6682" y="4202"/>
                      <a:pt x="6682" y="3361"/>
                    </a:cubicBezTo>
                    <a:cubicBezTo>
                      <a:pt x="6682" y="2519"/>
                      <a:pt x="6348" y="1712"/>
                      <a:pt x="5753" y="1117"/>
                    </a:cubicBezTo>
                    <a:cubicBezTo>
                      <a:pt x="5158" y="522"/>
                      <a:pt x="4352" y="188"/>
                      <a:pt x="3511" y="188"/>
                    </a:cubicBezTo>
                    <a:cubicBezTo>
                      <a:pt x="2669" y="188"/>
                      <a:pt x="1863" y="522"/>
                      <a:pt x="1268" y="1117"/>
                    </a:cubicBezTo>
                    <a:cubicBezTo>
                      <a:pt x="673" y="1712"/>
                      <a:pt x="339" y="2519"/>
                      <a:pt x="339" y="3361"/>
                    </a:cubicBezTo>
                    <a:cubicBezTo>
                      <a:pt x="339" y="4202"/>
                      <a:pt x="673" y="5009"/>
                      <a:pt x="1268" y="5604"/>
                    </a:cubicBezTo>
                    <a:cubicBezTo>
                      <a:pt x="1863" y="6199"/>
                      <a:pt x="2669" y="6533"/>
                      <a:pt x="3511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83" name="Freeform: Shape 9782">
                <a:extLst>
                  <a:ext uri="{FF2B5EF4-FFF2-40B4-BE49-F238E27FC236}">
                    <a16:creationId xmlns:a16="http://schemas.microsoft.com/office/drawing/2014/main" id="{D676A96B-7BC7-1497-3F86-5BFAEAE8F217}"/>
                  </a:ext>
                </a:extLst>
              </p:cNvPr>
              <p:cNvSpPr/>
              <p:nvPr/>
            </p:nvSpPr>
            <p:spPr>
              <a:xfrm>
                <a:off x="10600004" y="5832308"/>
                <a:ext cx="6343" cy="6345"/>
              </a:xfrm>
              <a:custGeom>
                <a:avLst/>
                <a:gdLst>
                  <a:gd name="connsiteX0" fmla="*/ 3502 w 6343"/>
                  <a:gd name="connsiteY0" fmla="*/ 6531 h 6345"/>
                  <a:gd name="connsiteX1" fmla="*/ 5745 w 6343"/>
                  <a:gd name="connsiteY1" fmla="*/ 5602 h 6345"/>
                  <a:gd name="connsiteX2" fmla="*/ 6673 w 6343"/>
                  <a:gd name="connsiteY2" fmla="*/ 3358 h 6345"/>
                  <a:gd name="connsiteX3" fmla="*/ 5745 w 6343"/>
                  <a:gd name="connsiteY3" fmla="*/ 1115 h 6345"/>
                  <a:gd name="connsiteX4" fmla="*/ 3502 w 6343"/>
                  <a:gd name="connsiteY4" fmla="*/ 185 h 6345"/>
                  <a:gd name="connsiteX5" fmla="*/ 1259 w 6343"/>
                  <a:gd name="connsiteY5" fmla="*/ 1115 h 6345"/>
                  <a:gd name="connsiteX6" fmla="*/ 330 w 6343"/>
                  <a:gd name="connsiteY6" fmla="*/ 3358 h 6345"/>
                  <a:gd name="connsiteX7" fmla="*/ 1259 w 6343"/>
                  <a:gd name="connsiteY7" fmla="*/ 5602 h 6345"/>
                  <a:gd name="connsiteX8" fmla="*/ 3502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531"/>
                    </a:moveTo>
                    <a:cubicBezTo>
                      <a:pt x="4343" y="6531"/>
                      <a:pt x="5150" y="6197"/>
                      <a:pt x="5745" y="5602"/>
                    </a:cubicBezTo>
                    <a:cubicBezTo>
                      <a:pt x="6339" y="5007"/>
                      <a:pt x="6673" y="4200"/>
                      <a:pt x="6673" y="3358"/>
                    </a:cubicBezTo>
                    <a:cubicBezTo>
                      <a:pt x="6673" y="2517"/>
                      <a:pt x="6339" y="1710"/>
                      <a:pt x="5745" y="1115"/>
                    </a:cubicBezTo>
                    <a:cubicBezTo>
                      <a:pt x="5150" y="520"/>
                      <a:pt x="4343" y="185"/>
                      <a:pt x="3502" y="185"/>
                    </a:cubicBezTo>
                    <a:cubicBezTo>
                      <a:pt x="2661" y="185"/>
                      <a:pt x="1854" y="520"/>
                      <a:pt x="1259" y="1115"/>
                    </a:cubicBezTo>
                    <a:cubicBezTo>
                      <a:pt x="665" y="1710"/>
                      <a:pt x="330" y="2517"/>
                      <a:pt x="330" y="3358"/>
                    </a:cubicBezTo>
                    <a:cubicBezTo>
                      <a:pt x="330" y="4200"/>
                      <a:pt x="665" y="5007"/>
                      <a:pt x="1259" y="5602"/>
                    </a:cubicBezTo>
                    <a:cubicBezTo>
                      <a:pt x="1854" y="6197"/>
                      <a:pt x="2661" y="6531"/>
                      <a:pt x="3502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84" name="Freeform: Shape 9783">
                <a:extLst>
                  <a:ext uri="{FF2B5EF4-FFF2-40B4-BE49-F238E27FC236}">
                    <a16:creationId xmlns:a16="http://schemas.microsoft.com/office/drawing/2014/main" id="{FBD196FD-2BF3-16FF-AC74-B65CACBD005E}"/>
                  </a:ext>
                </a:extLst>
              </p:cNvPr>
              <p:cNvSpPr/>
              <p:nvPr/>
            </p:nvSpPr>
            <p:spPr>
              <a:xfrm>
                <a:off x="10599350" y="5840655"/>
                <a:ext cx="6343" cy="6345"/>
              </a:xfrm>
              <a:custGeom>
                <a:avLst/>
                <a:gdLst>
                  <a:gd name="connsiteX0" fmla="*/ 3502 w 6343"/>
                  <a:gd name="connsiteY0" fmla="*/ 6531 h 6345"/>
                  <a:gd name="connsiteX1" fmla="*/ 5744 w 6343"/>
                  <a:gd name="connsiteY1" fmla="*/ 5602 h 6345"/>
                  <a:gd name="connsiteX2" fmla="*/ 6673 w 6343"/>
                  <a:gd name="connsiteY2" fmla="*/ 3359 h 6345"/>
                  <a:gd name="connsiteX3" fmla="*/ 5744 w 6343"/>
                  <a:gd name="connsiteY3" fmla="*/ 1115 h 6345"/>
                  <a:gd name="connsiteX4" fmla="*/ 3502 w 6343"/>
                  <a:gd name="connsiteY4" fmla="*/ 186 h 6345"/>
                  <a:gd name="connsiteX5" fmla="*/ 1259 w 6343"/>
                  <a:gd name="connsiteY5" fmla="*/ 1115 h 6345"/>
                  <a:gd name="connsiteX6" fmla="*/ 330 w 6343"/>
                  <a:gd name="connsiteY6" fmla="*/ 3359 h 6345"/>
                  <a:gd name="connsiteX7" fmla="*/ 1259 w 6343"/>
                  <a:gd name="connsiteY7" fmla="*/ 5602 h 6345"/>
                  <a:gd name="connsiteX8" fmla="*/ 3502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531"/>
                    </a:moveTo>
                    <a:cubicBezTo>
                      <a:pt x="4343" y="6531"/>
                      <a:pt x="5150" y="6197"/>
                      <a:pt x="5744" y="5602"/>
                    </a:cubicBezTo>
                    <a:cubicBezTo>
                      <a:pt x="6339" y="5007"/>
                      <a:pt x="6673" y="4200"/>
                      <a:pt x="6673" y="3359"/>
                    </a:cubicBezTo>
                    <a:cubicBezTo>
                      <a:pt x="6673" y="2517"/>
                      <a:pt x="6339" y="1710"/>
                      <a:pt x="5744" y="1115"/>
                    </a:cubicBezTo>
                    <a:cubicBezTo>
                      <a:pt x="5150" y="520"/>
                      <a:pt x="4343" y="186"/>
                      <a:pt x="3502" y="186"/>
                    </a:cubicBezTo>
                    <a:cubicBezTo>
                      <a:pt x="2661" y="186"/>
                      <a:pt x="1854" y="520"/>
                      <a:pt x="1259" y="1115"/>
                    </a:cubicBezTo>
                    <a:cubicBezTo>
                      <a:pt x="664" y="1710"/>
                      <a:pt x="330" y="2517"/>
                      <a:pt x="330" y="3359"/>
                    </a:cubicBezTo>
                    <a:cubicBezTo>
                      <a:pt x="330" y="4200"/>
                      <a:pt x="664" y="5007"/>
                      <a:pt x="1259" y="5602"/>
                    </a:cubicBezTo>
                    <a:cubicBezTo>
                      <a:pt x="1854" y="6197"/>
                      <a:pt x="2661" y="6531"/>
                      <a:pt x="3502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85" name="Freeform: Shape 9784">
                <a:extLst>
                  <a:ext uri="{FF2B5EF4-FFF2-40B4-BE49-F238E27FC236}">
                    <a16:creationId xmlns:a16="http://schemas.microsoft.com/office/drawing/2014/main" id="{74778DA0-821D-DF94-E97F-47C481494D11}"/>
                  </a:ext>
                </a:extLst>
              </p:cNvPr>
              <p:cNvSpPr/>
              <p:nvPr/>
            </p:nvSpPr>
            <p:spPr>
              <a:xfrm>
                <a:off x="10596258" y="5847870"/>
                <a:ext cx="6343" cy="6345"/>
              </a:xfrm>
              <a:custGeom>
                <a:avLst/>
                <a:gdLst>
                  <a:gd name="connsiteX0" fmla="*/ 3502 w 6343"/>
                  <a:gd name="connsiteY0" fmla="*/ 6532 h 6345"/>
                  <a:gd name="connsiteX1" fmla="*/ 5744 w 6343"/>
                  <a:gd name="connsiteY1" fmla="*/ 5603 h 6345"/>
                  <a:gd name="connsiteX2" fmla="*/ 6673 w 6343"/>
                  <a:gd name="connsiteY2" fmla="*/ 3359 h 6345"/>
                  <a:gd name="connsiteX3" fmla="*/ 5744 w 6343"/>
                  <a:gd name="connsiteY3" fmla="*/ 1116 h 6345"/>
                  <a:gd name="connsiteX4" fmla="*/ 3502 w 6343"/>
                  <a:gd name="connsiteY4" fmla="*/ 187 h 6345"/>
                  <a:gd name="connsiteX5" fmla="*/ 1259 w 6343"/>
                  <a:gd name="connsiteY5" fmla="*/ 1116 h 6345"/>
                  <a:gd name="connsiteX6" fmla="*/ 330 w 6343"/>
                  <a:gd name="connsiteY6" fmla="*/ 3359 h 6345"/>
                  <a:gd name="connsiteX7" fmla="*/ 1259 w 6343"/>
                  <a:gd name="connsiteY7" fmla="*/ 5603 h 6345"/>
                  <a:gd name="connsiteX8" fmla="*/ 3502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532"/>
                    </a:moveTo>
                    <a:cubicBezTo>
                      <a:pt x="4343" y="6532"/>
                      <a:pt x="5149" y="6198"/>
                      <a:pt x="5744" y="5603"/>
                    </a:cubicBezTo>
                    <a:cubicBezTo>
                      <a:pt x="6339" y="5008"/>
                      <a:pt x="6673" y="4201"/>
                      <a:pt x="6673" y="3359"/>
                    </a:cubicBezTo>
                    <a:cubicBezTo>
                      <a:pt x="6673" y="2518"/>
                      <a:pt x="6339" y="1711"/>
                      <a:pt x="5744" y="1116"/>
                    </a:cubicBezTo>
                    <a:cubicBezTo>
                      <a:pt x="5149" y="521"/>
                      <a:pt x="4343" y="187"/>
                      <a:pt x="3502" y="187"/>
                    </a:cubicBezTo>
                    <a:cubicBezTo>
                      <a:pt x="2661" y="187"/>
                      <a:pt x="1854" y="521"/>
                      <a:pt x="1259" y="1116"/>
                    </a:cubicBezTo>
                    <a:cubicBezTo>
                      <a:pt x="664" y="1711"/>
                      <a:pt x="330" y="2518"/>
                      <a:pt x="330" y="3359"/>
                    </a:cubicBezTo>
                    <a:cubicBezTo>
                      <a:pt x="330" y="4201"/>
                      <a:pt x="664" y="5008"/>
                      <a:pt x="1259" y="5603"/>
                    </a:cubicBezTo>
                    <a:cubicBezTo>
                      <a:pt x="1854" y="6198"/>
                      <a:pt x="2661" y="6532"/>
                      <a:pt x="3502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86" name="Freeform: Shape 9785">
                <a:extLst>
                  <a:ext uri="{FF2B5EF4-FFF2-40B4-BE49-F238E27FC236}">
                    <a16:creationId xmlns:a16="http://schemas.microsoft.com/office/drawing/2014/main" id="{564D3595-30A2-22F9-70EC-75A50DE04D7F}"/>
                  </a:ext>
                </a:extLst>
              </p:cNvPr>
              <p:cNvSpPr/>
              <p:nvPr/>
            </p:nvSpPr>
            <p:spPr>
              <a:xfrm>
                <a:off x="10663035" y="5907860"/>
                <a:ext cx="6343" cy="6345"/>
              </a:xfrm>
              <a:custGeom>
                <a:avLst/>
                <a:gdLst>
                  <a:gd name="connsiteX0" fmla="*/ 3507 w 6343"/>
                  <a:gd name="connsiteY0" fmla="*/ 6537 h 6345"/>
                  <a:gd name="connsiteX1" fmla="*/ 5750 w 6343"/>
                  <a:gd name="connsiteY1" fmla="*/ 5608 h 6345"/>
                  <a:gd name="connsiteX2" fmla="*/ 6678 w 6343"/>
                  <a:gd name="connsiteY2" fmla="*/ 3364 h 6345"/>
                  <a:gd name="connsiteX3" fmla="*/ 5750 w 6343"/>
                  <a:gd name="connsiteY3" fmla="*/ 1121 h 6345"/>
                  <a:gd name="connsiteX4" fmla="*/ 3507 w 6343"/>
                  <a:gd name="connsiteY4" fmla="*/ 191 h 6345"/>
                  <a:gd name="connsiteX5" fmla="*/ 1264 w 6343"/>
                  <a:gd name="connsiteY5" fmla="*/ 1121 h 6345"/>
                  <a:gd name="connsiteX6" fmla="*/ 335 w 6343"/>
                  <a:gd name="connsiteY6" fmla="*/ 3364 h 6345"/>
                  <a:gd name="connsiteX7" fmla="*/ 1264 w 6343"/>
                  <a:gd name="connsiteY7" fmla="*/ 5608 h 6345"/>
                  <a:gd name="connsiteX8" fmla="*/ 3507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7" y="6537"/>
                    </a:moveTo>
                    <a:cubicBezTo>
                      <a:pt x="4348" y="6537"/>
                      <a:pt x="5155" y="6202"/>
                      <a:pt x="5750" y="5608"/>
                    </a:cubicBezTo>
                    <a:cubicBezTo>
                      <a:pt x="6344" y="5013"/>
                      <a:pt x="6678" y="4205"/>
                      <a:pt x="6678" y="3364"/>
                    </a:cubicBezTo>
                    <a:cubicBezTo>
                      <a:pt x="6678" y="2523"/>
                      <a:pt x="6344" y="1716"/>
                      <a:pt x="5750" y="1121"/>
                    </a:cubicBezTo>
                    <a:cubicBezTo>
                      <a:pt x="5155" y="526"/>
                      <a:pt x="4348" y="191"/>
                      <a:pt x="3507" y="191"/>
                    </a:cubicBezTo>
                    <a:cubicBezTo>
                      <a:pt x="2666" y="191"/>
                      <a:pt x="1859" y="526"/>
                      <a:pt x="1264" y="1121"/>
                    </a:cubicBezTo>
                    <a:cubicBezTo>
                      <a:pt x="670" y="1716"/>
                      <a:pt x="335" y="2523"/>
                      <a:pt x="335" y="3364"/>
                    </a:cubicBezTo>
                    <a:cubicBezTo>
                      <a:pt x="335" y="4205"/>
                      <a:pt x="670" y="5013"/>
                      <a:pt x="1264" y="5608"/>
                    </a:cubicBezTo>
                    <a:cubicBezTo>
                      <a:pt x="1859" y="6202"/>
                      <a:pt x="2666" y="6537"/>
                      <a:pt x="3507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87" name="Freeform: Shape 9786">
                <a:extLst>
                  <a:ext uri="{FF2B5EF4-FFF2-40B4-BE49-F238E27FC236}">
                    <a16:creationId xmlns:a16="http://schemas.microsoft.com/office/drawing/2014/main" id="{916A0FAD-94DB-403D-00C2-7488D985B48C}"/>
                  </a:ext>
                </a:extLst>
              </p:cNvPr>
              <p:cNvSpPr/>
              <p:nvPr/>
            </p:nvSpPr>
            <p:spPr>
              <a:xfrm>
                <a:off x="10659975" y="5915701"/>
                <a:ext cx="6343" cy="6345"/>
              </a:xfrm>
              <a:custGeom>
                <a:avLst/>
                <a:gdLst>
                  <a:gd name="connsiteX0" fmla="*/ 3507 w 6343"/>
                  <a:gd name="connsiteY0" fmla="*/ 6537 h 6345"/>
                  <a:gd name="connsiteX1" fmla="*/ 5749 w 6343"/>
                  <a:gd name="connsiteY1" fmla="*/ 5608 h 6345"/>
                  <a:gd name="connsiteX2" fmla="*/ 6678 w 6343"/>
                  <a:gd name="connsiteY2" fmla="*/ 3365 h 6345"/>
                  <a:gd name="connsiteX3" fmla="*/ 5749 w 6343"/>
                  <a:gd name="connsiteY3" fmla="*/ 1121 h 6345"/>
                  <a:gd name="connsiteX4" fmla="*/ 3507 w 6343"/>
                  <a:gd name="connsiteY4" fmla="*/ 192 h 6345"/>
                  <a:gd name="connsiteX5" fmla="*/ 1264 w 6343"/>
                  <a:gd name="connsiteY5" fmla="*/ 1121 h 6345"/>
                  <a:gd name="connsiteX6" fmla="*/ 335 w 6343"/>
                  <a:gd name="connsiteY6" fmla="*/ 3365 h 6345"/>
                  <a:gd name="connsiteX7" fmla="*/ 1264 w 6343"/>
                  <a:gd name="connsiteY7" fmla="*/ 5608 h 6345"/>
                  <a:gd name="connsiteX8" fmla="*/ 3507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7" y="6537"/>
                    </a:moveTo>
                    <a:cubicBezTo>
                      <a:pt x="4348" y="6537"/>
                      <a:pt x="5155" y="6203"/>
                      <a:pt x="5749" y="5608"/>
                    </a:cubicBezTo>
                    <a:cubicBezTo>
                      <a:pt x="6344" y="5013"/>
                      <a:pt x="6678" y="4206"/>
                      <a:pt x="6678" y="3365"/>
                    </a:cubicBezTo>
                    <a:cubicBezTo>
                      <a:pt x="6678" y="2523"/>
                      <a:pt x="6344" y="1716"/>
                      <a:pt x="5749" y="1121"/>
                    </a:cubicBezTo>
                    <a:cubicBezTo>
                      <a:pt x="5155" y="526"/>
                      <a:pt x="4348" y="192"/>
                      <a:pt x="3507" y="192"/>
                    </a:cubicBezTo>
                    <a:cubicBezTo>
                      <a:pt x="2666" y="192"/>
                      <a:pt x="1859" y="526"/>
                      <a:pt x="1264" y="1121"/>
                    </a:cubicBezTo>
                    <a:cubicBezTo>
                      <a:pt x="669" y="1716"/>
                      <a:pt x="335" y="2523"/>
                      <a:pt x="335" y="3365"/>
                    </a:cubicBezTo>
                    <a:cubicBezTo>
                      <a:pt x="335" y="4206"/>
                      <a:pt x="669" y="5013"/>
                      <a:pt x="1264" y="5608"/>
                    </a:cubicBezTo>
                    <a:cubicBezTo>
                      <a:pt x="1859" y="6203"/>
                      <a:pt x="2666" y="6537"/>
                      <a:pt x="3507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88" name="Freeform: Shape 9787">
                <a:extLst>
                  <a:ext uri="{FF2B5EF4-FFF2-40B4-BE49-F238E27FC236}">
                    <a16:creationId xmlns:a16="http://schemas.microsoft.com/office/drawing/2014/main" id="{D981AD16-28E9-9133-C261-276F54E36238}"/>
                  </a:ext>
                </a:extLst>
              </p:cNvPr>
              <p:cNvSpPr/>
              <p:nvPr/>
            </p:nvSpPr>
            <p:spPr>
              <a:xfrm>
                <a:off x="10659540" y="5924917"/>
                <a:ext cx="6343" cy="6345"/>
              </a:xfrm>
              <a:custGeom>
                <a:avLst/>
                <a:gdLst>
                  <a:gd name="connsiteX0" fmla="*/ 3507 w 6343"/>
                  <a:gd name="connsiteY0" fmla="*/ 6538 h 6345"/>
                  <a:gd name="connsiteX1" fmla="*/ 5749 w 6343"/>
                  <a:gd name="connsiteY1" fmla="*/ 5609 h 6345"/>
                  <a:gd name="connsiteX2" fmla="*/ 6678 w 6343"/>
                  <a:gd name="connsiteY2" fmla="*/ 3365 h 6345"/>
                  <a:gd name="connsiteX3" fmla="*/ 5749 w 6343"/>
                  <a:gd name="connsiteY3" fmla="*/ 1122 h 6345"/>
                  <a:gd name="connsiteX4" fmla="*/ 3507 w 6343"/>
                  <a:gd name="connsiteY4" fmla="*/ 193 h 6345"/>
                  <a:gd name="connsiteX5" fmla="*/ 1264 w 6343"/>
                  <a:gd name="connsiteY5" fmla="*/ 1122 h 6345"/>
                  <a:gd name="connsiteX6" fmla="*/ 335 w 6343"/>
                  <a:gd name="connsiteY6" fmla="*/ 3365 h 6345"/>
                  <a:gd name="connsiteX7" fmla="*/ 1264 w 6343"/>
                  <a:gd name="connsiteY7" fmla="*/ 5609 h 6345"/>
                  <a:gd name="connsiteX8" fmla="*/ 3507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7" y="6538"/>
                    </a:moveTo>
                    <a:cubicBezTo>
                      <a:pt x="4348" y="6538"/>
                      <a:pt x="5154" y="6204"/>
                      <a:pt x="5749" y="5609"/>
                    </a:cubicBezTo>
                    <a:cubicBezTo>
                      <a:pt x="6344" y="5014"/>
                      <a:pt x="6678" y="4207"/>
                      <a:pt x="6678" y="3365"/>
                    </a:cubicBezTo>
                    <a:cubicBezTo>
                      <a:pt x="6678" y="2524"/>
                      <a:pt x="6344" y="1717"/>
                      <a:pt x="5749" y="1122"/>
                    </a:cubicBezTo>
                    <a:cubicBezTo>
                      <a:pt x="5154" y="527"/>
                      <a:pt x="4348" y="193"/>
                      <a:pt x="3507" y="193"/>
                    </a:cubicBezTo>
                    <a:cubicBezTo>
                      <a:pt x="2665" y="193"/>
                      <a:pt x="1859" y="527"/>
                      <a:pt x="1264" y="1122"/>
                    </a:cubicBezTo>
                    <a:cubicBezTo>
                      <a:pt x="669" y="1717"/>
                      <a:pt x="335" y="2524"/>
                      <a:pt x="335" y="3365"/>
                    </a:cubicBezTo>
                    <a:cubicBezTo>
                      <a:pt x="335" y="4207"/>
                      <a:pt x="669" y="5014"/>
                      <a:pt x="1264" y="5609"/>
                    </a:cubicBezTo>
                    <a:cubicBezTo>
                      <a:pt x="1859" y="6204"/>
                      <a:pt x="2665" y="6538"/>
                      <a:pt x="3507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89" name="Freeform: Shape 9788">
                <a:extLst>
                  <a:ext uri="{FF2B5EF4-FFF2-40B4-BE49-F238E27FC236}">
                    <a16:creationId xmlns:a16="http://schemas.microsoft.com/office/drawing/2014/main" id="{226042A6-C3B4-7899-8F8A-3771BADDBF55}"/>
                  </a:ext>
                </a:extLst>
              </p:cNvPr>
              <p:cNvSpPr/>
              <p:nvPr/>
            </p:nvSpPr>
            <p:spPr>
              <a:xfrm>
                <a:off x="10648280" y="5986274"/>
                <a:ext cx="6343" cy="6345"/>
              </a:xfrm>
              <a:custGeom>
                <a:avLst/>
                <a:gdLst>
                  <a:gd name="connsiteX0" fmla="*/ 3506 w 6343"/>
                  <a:gd name="connsiteY0" fmla="*/ 6543 h 6345"/>
                  <a:gd name="connsiteX1" fmla="*/ 5748 w 6343"/>
                  <a:gd name="connsiteY1" fmla="*/ 5614 h 6345"/>
                  <a:gd name="connsiteX2" fmla="*/ 6677 w 6343"/>
                  <a:gd name="connsiteY2" fmla="*/ 3370 h 6345"/>
                  <a:gd name="connsiteX3" fmla="*/ 5748 w 6343"/>
                  <a:gd name="connsiteY3" fmla="*/ 1127 h 6345"/>
                  <a:gd name="connsiteX4" fmla="*/ 3506 w 6343"/>
                  <a:gd name="connsiteY4" fmla="*/ 198 h 6345"/>
                  <a:gd name="connsiteX5" fmla="*/ 1263 w 6343"/>
                  <a:gd name="connsiteY5" fmla="*/ 1127 h 6345"/>
                  <a:gd name="connsiteX6" fmla="*/ 334 w 6343"/>
                  <a:gd name="connsiteY6" fmla="*/ 3370 h 6345"/>
                  <a:gd name="connsiteX7" fmla="*/ 1263 w 6343"/>
                  <a:gd name="connsiteY7" fmla="*/ 5614 h 6345"/>
                  <a:gd name="connsiteX8" fmla="*/ 350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6" y="6543"/>
                    </a:moveTo>
                    <a:cubicBezTo>
                      <a:pt x="4347" y="6543"/>
                      <a:pt x="5154" y="6209"/>
                      <a:pt x="5748" y="5614"/>
                    </a:cubicBezTo>
                    <a:cubicBezTo>
                      <a:pt x="6343" y="5019"/>
                      <a:pt x="6677" y="4212"/>
                      <a:pt x="6677" y="3370"/>
                    </a:cubicBezTo>
                    <a:cubicBezTo>
                      <a:pt x="6677" y="2529"/>
                      <a:pt x="6343" y="1722"/>
                      <a:pt x="5748" y="1127"/>
                    </a:cubicBezTo>
                    <a:cubicBezTo>
                      <a:pt x="5154" y="532"/>
                      <a:pt x="4347" y="198"/>
                      <a:pt x="3506" y="198"/>
                    </a:cubicBezTo>
                    <a:cubicBezTo>
                      <a:pt x="2665" y="198"/>
                      <a:pt x="1858" y="532"/>
                      <a:pt x="1263" y="1127"/>
                    </a:cubicBezTo>
                    <a:cubicBezTo>
                      <a:pt x="668" y="1722"/>
                      <a:pt x="334" y="2529"/>
                      <a:pt x="334" y="3370"/>
                    </a:cubicBezTo>
                    <a:cubicBezTo>
                      <a:pt x="334" y="4212"/>
                      <a:pt x="668" y="5019"/>
                      <a:pt x="1263" y="5614"/>
                    </a:cubicBezTo>
                    <a:cubicBezTo>
                      <a:pt x="1858" y="6209"/>
                      <a:pt x="2665" y="6543"/>
                      <a:pt x="350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90" name="Freeform: Shape 9789">
                <a:extLst>
                  <a:ext uri="{FF2B5EF4-FFF2-40B4-BE49-F238E27FC236}">
                    <a16:creationId xmlns:a16="http://schemas.microsoft.com/office/drawing/2014/main" id="{38539632-7C49-7C00-77D9-846B4E79E782}"/>
                  </a:ext>
                </a:extLst>
              </p:cNvPr>
              <p:cNvSpPr/>
              <p:nvPr/>
            </p:nvSpPr>
            <p:spPr>
              <a:xfrm>
                <a:off x="10646942" y="5995361"/>
                <a:ext cx="6343" cy="6345"/>
              </a:xfrm>
              <a:custGeom>
                <a:avLst/>
                <a:gdLst>
                  <a:gd name="connsiteX0" fmla="*/ 3506 w 6343"/>
                  <a:gd name="connsiteY0" fmla="*/ 6544 h 6345"/>
                  <a:gd name="connsiteX1" fmla="*/ 5748 w 6343"/>
                  <a:gd name="connsiteY1" fmla="*/ 5614 h 6345"/>
                  <a:gd name="connsiteX2" fmla="*/ 6677 w 6343"/>
                  <a:gd name="connsiteY2" fmla="*/ 3371 h 6345"/>
                  <a:gd name="connsiteX3" fmla="*/ 5748 w 6343"/>
                  <a:gd name="connsiteY3" fmla="*/ 1128 h 6345"/>
                  <a:gd name="connsiteX4" fmla="*/ 3506 w 6343"/>
                  <a:gd name="connsiteY4" fmla="*/ 198 h 6345"/>
                  <a:gd name="connsiteX5" fmla="*/ 1263 w 6343"/>
                  <a:gd name="connsiteY5" fmla="*/ 1128 h 6345"/>
                  <a:gd name="connsiteX6" fmla="*/ 334 w 6343"/>
                  <a:gd name="connsiteY6" fmla="*/ 3371 h 6345"/>
                  <a:gd name="connsiteX7" fmla="*/ 1263 w 6343"/>
                  <a:gd name="connsiteY7" fmla="*/ 5614 h 6345"/>
                  <a:gd name="connsiteX8" fmla="*/ 3506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6" y="6544"/>
                    </a:moveTo>
                    <a:cubicBezTo>
                      <a:pt x="4347" y="6544"/>
                      <a:pt x="5153" y="6209"/>
                      <a:pt x="5748" y="5614"/>
                    </a:cubicBezTo>
                    <a:cubicBezTo>
                      <a:pt x="6343" y="5019"/>
                      <a:pt x="6677" y="4212"/>
                      <a:pt x="6677" y="3371"/>
                    </a:cubicBezTo>
                    <a:cubicBezTo>
                      <a:pt x="6677" y="2530"/>
                      <a:pt x="6343" y="1722"/>
                      <a:pt x="5748" y="1128"/>
                    </a:cubicBezTo>
                    <a:cubicBezTo>
                      <a:pt x="5153" y="533"/>
                      <a:pt x="4347" y="198"/>
                      <a:pt x="3506" y="198"/>
                    </a:cubicBezTo>
                    <a:cubicBezTo>
                      <a:pt x="2665" y="198"/>
                      <a:pt x="1858" y="533"/>
                      <a:pt x="1263" y="1128"/>
                    </a:cubicBezTo>
                    <a:cubicBezTo>
                      <a:pt x="668" y="1722"/>
                      <a:pt x="334" y="2530"/>
                      <a:pt x="334" y="3371"/>
                    </a:cubicBezTo>
                    <a:cubicBezTo>
                      <a:pt x="334" y="4212"/>
                      <a:pt x="668" y="5019"/>
                      <a:pt x="1263" y="5614"/>
                    </a:cubicBezTo>
                    <a:cubicBezTo>
                      <a:pt x="1858" y="6209"/>
                      <a:pt x="2665" y="6544"/>
                      <a:pt x="3506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91" name="Freeform: Shape 9790">
                <a:extLst>
                  <a:ext uri="{FF2B5EF4-FFF2-40B4-BE49-F238E27FC236}">
                    <a16:creationId xmlns:a16="http://schemas.microsoft.com/office/drawing/2014/main" id="{65972512-498E-1D0B-B547-E85F10CD7DFB}"/>
                  </a:ext>
                </a:extLst>
              </p:cNvPr>
              <p:cNvSpPr/>
              <p:nvPr/>
            </p:nvSpPr>
            <p:spPr>
              <a:xfrm>
                <a:off x="10535151" y="5939157"/>
                <a:ext cx="6343" cy="6345"/>
              </a:xfrm>
              <a:custGeom>
                <a:avLst/>
                <a:gdLst>
                  <a:gd name="connsiteX0" fmla="*/ 3497 w 6343"/>
                  <a:gd name="connsiteY0" fmla="*/ 6539 h 6345"/>
                  <a:gd name="connsiteX1" fmla="*/ 5739 w 6343"/>
                  <a:gd name="connsiteY1" fmla="*/ 5610 h 6345"/>
                  <a:gd name="connsiteX2" fmla="*/ 6668 w 6343"/>
                  <a:gd name="connsiteY2" fmla="*/ 3367 h 6345"/>
                  <a:gd name="connsiteX3" fmla="*/ 5739 w 6343"/>
                  <a:gd name="connsiteY3" fmla="*/ 1123 h 6345"/>
                  <a:gd name="connsiteX4" fmla="*/ 3497 w 6343"/>
                  <a:gd name="connsiteY4" fmla="*/ 194 h 6345"/>
                  <a:gd name="connsiteX5" fmla="*/ 1254 w 6343"/>
                  <a:gd name="connsiteY5" fmla="*/ 1123 h 6345"/>
                  <a:gd name="connsiteX6" fmla="*/ 325 w 6343"/>
                  <a:gd name="connsiteY6" fmla="*/ 3367 h 6345"/>
                  <a:gd name="connsiteX7" fmla="*/ 1254 w 6343"/>
                  <a:gd name="connsiteY7" fmla="*/ 5610 h 6345"/>
                  <a:gd name="connsiteX8" fmla="*/ 3497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7" y="6539"/>
                    </a:moveTo>
                    <a:cubicBezTo>
                      <a:pt x="4338" y="6539"/>
                      <a:pt x="5145" y="6205"/>
                      <a:pt x="5739" y="5610"/>
                    </a:cubicBezTo>
                    <a:cubicBezTo>
                      <a:pt x="6334" y="5015"/>
                      <a:pt x="6668" y="4208"/>
                      <a:pt x="6668" y="3367"/>
                    </a:cubicBezTo>
                    <a:cubicBezTo>
                      <a:pt x="6668" y="2525"/>
                      <a:pt x="6334" y="1718"/>
                      <a:pt x="5739" y="1123"/>
                    </a:cubicBezTo>
                    <a:cubicBezTo>
                      <a:pt x="5145" y="528"/>
                      <a:pt x="4338" y="194"/>
                      <a:pt x="3497" y="194"/>
                    </a:cubicBezTo>
                    <a:cubicBezTo>
                      <a:pt x="2656" y="194"/>
                      <a:pt x="1849" y="528"/>
                      <a:pt x="1254" y="1123"/>
                    </a:cubicBezTo>
                    <a:cubicBezTo>
                      <a:pt x="659" y="1718"/>
                      <a:pt x="325" y="2525"/>
                      <a:pt x="325" y="3367"/>
                    </a:cubicBezTo>
                    <a:cubicBezTo>
                      <a:pt x="325" y="4208"/>
                      <a:pt x="659" y="5015"/>
                      <a:pt x="1254" y="5610"/>
                    </a:cubicBezTo>
                    <a:cubicBezTo>
                      <a:pt x="1849" y="6205"/>
                      <a:pt x="2656" y="6539"/>
                      <a:pt x="3497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92" name="Freeform: Shape 9791">
                <a:extLst>
                  <a:ext uri="{FF2B5EF4-FFF2-40B4-BE49-F238E27FC236}">
                    <a16:creationId xmlns:a16="http://schemas.microsoft.com/office/drawing/2014/main" id="{33BC2CE7-5156-F070-E24D-BC042E7E2300}"/>
                  </a:ext>
                </a:extLst>
              </p:cNvPr>
              <p:cNvSpPr/>
              <p:nvPr/>
            </p:nvSpPr>
            <p:spPr>
              <a:xfrm>
                <a:off x="10530849" y="5945646"/>
                <a:ext cx="6343" cy="6345"/>
              </a:xfrm>
              <a:custGeom>
                <a:avLst/>
                <a:gdLst>
                  <a:gd name="connsiteX0" fmla="*/ 3496 w 6343"/>
                  <a:gd name="connsiteY0" fmla="*/ 6540 h 6345"/>
                  <a:gd name="connsiteX1" fmla="*/ 5739 w 6343"/>
                  <a:gd name="connsiteY1" fmla="*/ 5610 h 6345"/>
                  <a:gd name="connsiteX2" fmla="*/ 6668 w 6343"/>
                  <a:gd name="connsiteY2" fmla="*/ 3367 h 6345"/>
                  <a:gd name="connsiteX3" fmla="*/ 5739 w 6343"/>
                  <a:gd name="connsiteY3" fmla="*/ 1124 h 6345"/>
                  <a:gd name="connsiteX4" fmla="*/ 3496 w 6343"/>
                  <a:gd name="connsiteY4" fmla="*/ 194 h 6345"/>
                  <a:gd name="connsiteX5" fmla="*/ 1254 w 6343"/>
                  <a:gd name="connsiteY5" fmla="*/ 1124 h 6345"/>
                  <a:gd name="connsiteX6" fmla="*/ 325 w 6343"/>
                  <a:gd name="connsiteY6" fmla="*/ 3367 h 6345"/>
                  <a:gd name="connsiteX7" fmla="*/ 1254 w 6343"/>
                  <a:gd name="connsiteY7" fmla="*/ 5610 h 6345"/>
                  <a:gd name="connsiteX8" fmla="*/ 3496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6" y="6540"/>
                    </a:moveTo>
                    <a:cubicBezTo>
                      <a:pt x="4338" y="6540"/>
                      <a:pt x="5144" y="6205"/>
                      <a:pt x="5739" y="5610"/>
                    </a:cubicBezTo>
                    <a:cubicBezTo>
                      <a:pt x="6334" y="5016"/>
                      <a:pt x="6668" y="4208"/>
                      <a:pt x="6668" y="3367"/>
                    </a:cubicBezTo>
                    <a:cubicBezTo>
                      <a:pt x="6668" y="2526"/>
                      <a:pt x="6334" y="1719"/>
                      <a:pt x="5739" y="1124"/>
                    </a:cubicBezTo>
                    <a:cubicBezTo>
                      <a:pt x="5144" y="529"/>
                      <a:pt x="4338" y="194"/>
                      <a:pt x="3496" y="194"/>
                    </a:cubicBezTo>
                    <a:cubicBezTo>
                      <a:pt x="2655" y="194"/>
                      <a:pt x="1849" y="529"/>
                      <a:pt x="1254" y="1124"/>
                    </a:cubicBezTo>
                    <a:cubicBezTo>
                      <a:pt x="659" y="1719"/>
                      <a:pt x="325" y="2526"/>
                      <a:pt x="325" y="3367"/>
                    </a:cubicBezTo>
                    <a:cubicBezTo>
                      <a:pt x="325" y="4208"/>
                      <a:pt x="659" y="5016"/>
                      <a:pt x="1254" y="5610"/>
                    </a:cubicBezTo>
                    <a:cubicBezTo>
                      <a:pt x="1849" y="6205"/>
                      <a:pt x="2655" y="6540"/>
                      <a:pt x="3496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93" name="Freeform: Shape 9792">
                <a:extLst>
                  <a:ext uri="{FF2B5EF4-FFF2-40B4-BE49-F238E27FC236}">
                    <a16:creationId xmlns:a16="http://schemas.microsoft.com/office/drawing/2014/main" id="{0D22CCB0-3B88-A4CA-B839-BFDF51FF07D6}"/>
                  </a:ext>
                </a:extLst>
              </p:cNvPr>
              <p:cNvSpPr/>
              <p:nvPr/>
            </p:nvSpPr>
            <p:spPr>
              <a:xfrm>
                <a:off x="10527798" y="5952891"/>
                <a:ext cx="6343" cy="6345"/>
              </a:xfrm>
              <a:custGeom>
                <a:avLst/>
                <a:gdLst>
                  <a:gd name="connsiteX0" fmla="*/ 3496 w 6343"/>
                  <a:gd name="connsiteY0" fmla="*/ 6540 h 6345"/>
                  <a:gd name="connsiteX1" fmla="*/ 5739 w 6343"/>
                  <a:gd name="connsiteY1" fmla="*/ 5611 h 6345"/>
                  <a:gd name="connsiteX2" fmla="*/ 6668 w 6343"/>
                  <a:gd name="connsiteY2" fmla="*/ 3368 h 6345"/>
                  <a:gd name="connsiteX3" fmla="*/ 5739 w 6343"/>
                  <a:gd name="connsiteY3" fmla="*/ 1124 h 6345"/>
                  <a:gd name="connsiteX4" fmla="*/ 3496 w 6343"/>
                  <a:gd name="connsiteY4" fmla="*/ 195 h 6345"/>
                  <a:gd name="connsiteX5" fmla="*/ 1254 w 6343"/>
                  <a:gd name="connsiteY5" fmla="*/ 1124 h 6345"/>
                  <a:gd name="connsiteX6" fmla="*/ 325 w 6343"/>
                  <a:gd name="connsiteY6" fmla="*/ 3368 h 6345"/>
                  <a:gd name="connsiteX7" fmla="*/ 1254 w 6343"/>
                  <a:gd name="connsiteY7" fmla="*/ 5611 h 6345"/>
                  <a:gd name="connsiteX8" fmla="*/ 3496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6" y="6540"/>
                    </a:moveTo>
                    <a:cubicBezTo>
                      <a:pt x="4337" y="6540"/>
                      <a:pt x="5144" y="6206"/>
                      <a:pt x="5739" y="5611"/>
                    </a:cubicBezTo>
                    <a:cubicBezTo>
                      <a:pt x="6334" y="5016"/>
                      <a:pt x="6668" y="4209"/>
                      <a:pt x="6668" y="3368"/>
                    </a:cubicBezTo>
                    <a:cubicBezTo>
                      <a:pt x="6668" y="2526"/>
                      <a:pt x="6334" y="1719"/>
                      <a:pt x="5739" y="1124"/>
                    </a:cubicBezTo>
                    <a:cubicBezTo>
                      <a:pt x="5144" y="529"/>
                      <a:pt x="4337" y="195"/>
                      <a:pt x="3496" y="195"/>
                    </a:cubicBezTo>
                    <a:cubicBezTo>
                      <a:pt x="2655" y="195"/>
                      <a:pt x="1848" y="529"/>
                      <a:pt x="1254" y="1124"/>
                    </a:cubicBezTo>
                    <a:cubicBezTo>
                      <a:pt x="659" y="1719"/>
                      <a:pt x="325" y="2526"/>
                      <a:pt x="325" y="3368"/>
                    </a:cubicBezTo>
                    <a:cubicBezTo>
                      <a:pt x="325" y="4209"/>
                      <a:pt x="659" y="5016"/>
                      <a:pt x="1254" y="5611"/>
                    </a:cubicBezTo>
                    <a:cubicBezTo>
                      <a:pt x="1848" y="6206"/>
                      <a:pt x="2655" y="6540"/>
                      <a:pt x="3496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94" name="Freeform: Shape 9793">
                <a:extLst>
                  <a:ext uri="{FF2B5EF4-FFF2-40B4-BE49-F238E27FC236}">
                    <a16:creationId xmlns:a16="http://schemas.microsoft.com/office/drawing/2014/main" id="{BD1507E2-2B31-BEE2-5176-907F71E2F8E9}"/>
                  </a:ext>
                </a:extLst>
              </p:cNvPr>
              <p:cNvSpPr/>
              <p:nvPr/>
            </p:nvSpPr>
            <p:spPr>
              <a:xfrm>
                <a:off x="10535878" y="5967016"/>
                <a:ext cx="6343" cy="6345"/>
              </a:xfrm>
              <a:custGeom>
                <a:avLst/>
                <a:gdLst>
                  <a:gd name="connsiteX0" fmla="*/ 3497 w 6343"/>
                  <a:gd name="connsiteY0" fmla="*/ 6541 h 6345"/>
                  <a:gd name="connsiteX1" fmla="*/ 5739 w 6343"/>
                  <a:gd name="connsiteY1" fmla="*/ 5612 h 6345"/>
                  <a:gd name="connsiteX2" fmla="*/ 6668 w 6343"/>
                  <a:gd name="connsiteY2" fmla="*/ 3369 h 6345"/>
                  <a:gd name="connsiteX3" fmla="*/ 5739 w 6343"/>
                  <a:gd name="connsiteY3" fmla="*/ 1125 h 6345"/>
                  <a:gd name="connsiteX4" fmla="*/ 3497 w 6343"/>
                  <a:gd name="connsiteY4" fmla="*/ 196 h 6345"/>
                  <a:gd name="connsiteX5" fmla="*/ 1254 w 6343"/>
                  <a:gd name="connsiteY5" fmla="*/ 1125 h 6345"/>
                  <a:gd name="connsiteX6" fmla="*/ 325 w 6343"/>
                  <a:gd name="connsiteY6" fmla="*/ 3369 h 6345"/>
                  <a:gd name="connsiteX7" fmla="*/ 1254 w 6343"/>
                  <a:gd name="connsiteY7" fmla="*/ 5612 h 6345"/>
                  <a:gd name="connsiteX8" fmla="*/ 3497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7" y="6541"/>
                    </a:moveTo>
                    <a:cubicBezTo>
                      <a:pt x="4338" y="6541"/>
                      <a:pt x="5145" y="6207"/>
                      <a:pt x="5739" y="5612"/>
                    </a:cubicBezTo>
                    <a:cubicBezTo>
                      <a:pt x="6334" y="5017"/>
                      <a:pt x="6668" y="4210"/>
                      <a:pt x="6668" y="3369"/>
                    </a:cubicBezTo>
                    <a:cubicBezTo>
                      <a:pt x="6668" y="2527"/>
                      <a:pt x="6334" y="1720"/>
                      <a:pt x="5739" y="1125"/>
                    </a:cubicBezTo>
                    <a:cubicBezTo>
                      <a:pt x="5145" y="530"/>
                      <a:pt x="4338" y="196"/>
                      <a:pt x="3497" y="196"/>
                    </a:cubicBezTo>
                    <a:cubicBezTo>
                      <a:pt x="2656" y="196"/>
                      <a:pt x="1849" y="530"/>
                      <a:pt x="1254" y="1125"/>
                    </a:cubicBezTo>
                    <a:cubicBezTo>
                      <a:pt x="659" y="1720"/>
                      <a:pt x="325" y="2527"/>
                      <a:pt x="325" y="3369"/>
                    </a:cubicBezTo>
                    <a:cubicBezTo>
                      <a:pt x="325" y="4210"/>
                      <a:pt x="659" y="5017"/>
                      <a:pt x="1254" y="5612"/>
                    </a:cubicBezTo>
                    <a:cubicBezTo>
                      <a:pt x="1849" y="6207"/>
                      <a:pt x="2656" y="6541"/>
                      <a:pt x="3497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95" name="Freeform: Shape 9794">
                <a:extLst>
                  <a:ext uri="{FF2B5EF4-FFF2-40B4-BE49-F238E27FC236}">
                    <a16:creationId xmlns:a16="http://schemas.microsoft.com/office/drawing/2014/main" id="{8B8496E9-9FB3-310A-A190-067A19233444}"/>
                  </a:ext>
                </a:extLst>
              </p:cNvPr>
              <p:cNvSpPr/>
              <p:nvPr/>
            </p:nvSpPr>
            <p:spPr>
              <a:xfrm>
                <a:off x="10538870" y="5978167"/>
                <a:ext cx="6343" cy="6345"/>
              </a:xfrm>
              <a:custGeom>
                <a:avLst/>
                <a:gdLst>
                  <a:gd name="connsiteX0" fmla="*/ 3497 w 6343"/>
                  <a:gd name="connsiteY0" fmla="*/ 6542 h 6345"/>
                  <a:gd name="connsiteX1" fmla="*/ 5740 w 6343"/>
                  <a:gd name="connsiteY1" fmla="*/ 5613 h 6345"/>
                  <a:gd name="connsiteX2" fmla="*/ 6669 w 6343"/>
                  <a:gd name="connsiteY2" fmla="*/ 3370 h 6345"/>
                  <a:gd name="connsiteX3" fmla="*/ 5740 w 6343"/>
                  <a:gd name="connsiteY3" fmla="*/ 1126 h 6345"/>
                  <a:gd name="connsiteX4" fmla="*/ 3497 w 6343"/>
                  <a:gd name="connsiteY4" fmla="*/ 197 h 6345"/>
                  <a:gd name="connsiteX5" fmla="*/ 1254 w 6343"/>
                  <a:gd name="connsiteY5" fmla="*/ 1126 h 6345"/>
                  <a:gd name="connsiteX6" fmla="*/ 326 w 6343"/>
                  <a:gd name="connsiteY6" fmla="*/ 3370 h 6345"/>
                  <a:gd name="connsiteX7" fmla="*/ 1254 w 6343"/>
                  <a:gd name="connsiteY7" fmla="*/ 5613 h 6345"/>
                  <a:gd name="connsiteX8" fmla="*/ 349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7" y="6542"/>
                    </a:moveTo>
                    <a:cubicBezTo>
                      <a:pt x="4338" y="6542"/>
                      <a:pt x="5145" y="6208"/>
                      <a:pt x="5740" y="5613"/>
                    </a:cubicBezTo>
                    <a:cubicBezTo>
                      <a:pt x="6334" y="5018"/>
                      <a:pt x="6669" y="4211"/>
                      <a:pt x="6669" y="3370"/>
                    </a:cubicBezTo>
                    <a:cubicBezTo>
                      <a:pt x="6669" y="2528"/>
                      <a:pt x="6334" y="1721"/>
                      <a:pt x="5740" y="1126"/>
                    </a:cubicBezTo>
                    <a:cubicBezTo>
                      <a:pt x="5145" y="531"/>
                      <a:pt x="4338" y="197"/>
                      <a:pt x="3497" y="197"/>
                    </a:cubicBezTo>
                    <a:cubicBezTo>
                      <a:pt x="2656" y="197"/>
                      <a:pt x="1849" y="531"/>
                      <a:pt x="1254" y="1126"/>
                    </a:cubicBezTo>
                    <a:cubicBezTo>
                      <a:pt x="660" y="1721"/>
                      <a:pt x="326" y="2528"/>
                      <a:pt x="326" y="3370"/>
                    </a:cubicBezTo>
                    <a:cubicBezTo>
                      <a:pt x="326" y="4211"/>
                      <a:pt x="660" y="5018"/>
                      <a:pt x="1254" y="5613"/>
                    </a:cubicBezTo>
                    <a:cubicBezTo>
                      <a:pt x="1849" y="6208"/>
                      <a:pt x="2656" y="6542"/>
                      <a:pt x="349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96" name="Freeform: Shape 9795">
                <a:extLst>
                  <a:ext uri="{FF2B5EF4-FFF2-40B4-BE49-F238E27FC236}">
                    <a16:creationId xmlns:a16="http://schemas.microsoft.com/office/drawing/2014/main" id="{29F355AC-A97E-802E-221E-669759F1B3A3}"/>
                  </a:ext>
                </a:extLst>
              </p:cNvPr>
              <p:cNvSpPr/>
              <p:nvPr/>
            </p:nvSpPr>
            <p:spPr>
              <a:xfrm>
                <a:off x="10130352" y="5728647"/>
                <a:ext cx="6343" cy="6345"/>
              </a:xfrm>
              <a:custGeom>
                <a:avLst/>
                <a:gdLst>
                  <a:gd name="connsiteX0" fmla="*/ 3465 w 6343"/>
                  <a:gd name="connsiteY0" fmla="*/ 6523 h 6345"/>
                  <a:gd name="connsiteX1" fmla="*/ 5708 w 6343"/>
                  <a:gd name="connsiteY1" fmla="*/ 5593 h 6345"/>
                  <a:gd name="connsiteX2" fmla="*/ 6636 w 6343"/>
                  <a:gd name="connsiteY2" fmla="*/ 3350 h 6345"/>
                  <a:gd name="connsiteX3" fmla="*/ 5708 w 6343"/>
                  <a:gd name="connsiteY3" fmla="*/ 1106 h 6345"/>
                  <a:gd name="connsiteX4" fmla="*/ 3465 w 6343"/>
                  <a:gd name="connsiteY4" fmla="*/ 177 h 6345"/>
                  <a:gd name="connsiteX5" fmla="*/ 1222 w 6343"/>
                  <a:gd name="connsiteY5" fmla="*/ 1106 h 6345"/>
                  <a:gd name="connsiteX6" fmla="*/ 293 w 6343"/>
                  <a:gd name="connsiteY6" fmla="*/ 3350 h 6345"/>
                  <a:gd name="connsiteX7" fmla="*/ 1222 w 6343"/>
                  <a:gd name="connsiteY7" fmla="*/ 5593 h 6345"/>
                  <a:gd name="connsiteX8" fmla="*/ 3465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5" y="6523"/>
                    </a:moveTo>
                    <a:cubicBezTo>
                      <a:pt x="4306" y="6523"/>
                      <a:pt x="5113" y="6188"/>
                      <a:pt x="5708" y="5593"/>
                    </a:cubicBezTo>
                    <a:cubicBezTo>
                      <a:pt x="6302" y="4998"/>
                      <a:pt x="6636" y="4191"/>
                      <a:pt x="6636" y="3350"/>
                    </a:cubicBezTo>
                    <a:cubicBezTo>
                      <a:pt x="6636" y="2509"/>
                      <a:pt x="6302" y="1701"/>
                      <a:pt x="5708" y="1106"/>
                    </a:cubicBezTo>
                    <a:cubicBezTo>
                      <a:pt x="5113" y="512"/>
                      <a:pt x="4306" y="177"/>
                      <a:pt x="3465" y="177"/>
                    </a:cubicBezTo>
                    <a:cubicBezTo>
                      <a:pt x="2624" y="177"/>
                      <a:pt x="1817" y="512"/>
                      <a:pt x="1222" y="1106"/>
                    </a:cubicBezTo>
                    <a:cubicBezTo>
                      <a:pt x="628" y="1701"/>
                      <a:pt x="293" y="2509"/>
                      <a:pt x="293" y="3350"/>
                    </a:cubicBezTo>
                    <a:cubicBezTo>
                      <a:pt x="293" y="4191"/>
                      <a:pt x="628" y="4998"/>
                      <a:pt x="1222" y="5593"/>
                    </a:cubicBezTo>
                    <a:cubicBezTo>
                      <a:pt x="1817" y="6188"/>
                      <a:pt x="2624" y="6523"/>
                      <a:pt x="3465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97" name="Freeform: Shape 9796">
                <a:extLst>
                  <a:ext uri="{FF2B5EF4-FFF2-40B4-BE49-F238E27FC236}">
                    <a16:creationId xmlns:a16="http://schemas.microsoft.com/office/drawing/2014/main" id="{2426FD00-D531-6E18-B4DE-F242771EACEE}"/>
                  </a:ext>
                </a:extLst>
              </p:cNvPr>
              <p:cNvSpPr/>
              <p:nvPr/>
            </p:nvSpPr>
            <p:spPr>
              <a:xfrm>
                <a:off x="10129894" y="5734276"/>
                <a:ext cx="6343" cy="6345"/>
              </a:xfrm>
              <a:custGeom>
                <a:avLst/>
                <a:gdLst>
                  <a:gd name="connsiteX0" fmla="*/ 3465 w 6343"/>
                  <a:gd name="connsiteY0" fmla="*/ 6523 h 6345"/>
                  <a:gd name="connsiteX1" fmla="*/ 5707 w 6343"/>
                  <a:gd name="connsiteY1" fmla="*/ 5594 h 6345"/>
                  <a:gd name="connsiteX2" fmla="*/ 6636 w 6343"/>
                  <a:gd name="connsiteY2" fmla="*/ 3350 h 6345"/>
                  <a:gd name="connsiteX3" fmla="*/ 5707 w 6343"/>
                  <a:gd name="connsiteY3" fmla="*/ 1107 h 6345"/>
                  <a:gd name="connsiteX4" fmla="*/ 3465 w 6343"/>
                  <a:gd name="connsiteY4" fmla="*/ 178 h 6345"/>
                  <a:gd name="connsiteX5" fmla="*/ 1222 w 6343"/>
                  <a:gd name="connsiteY5" fmla="*/ 1107 h 6345"/>
                  <a:gd name="connsiteX6" fmla="*/ 293 w 6343"/>
                  <a:gd name="connsiteY6" fmla="*/ 3350 h 6345"/>
                  <a:gd name="connsiteX7" fmla="*/ 1222 w 6343"/>
                  <a:gd name="connsiteY7" fmla="*/ 5594 h 6345"/>
                  <a:gd name="connsiteX8" fmla="*/ 3465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5" y="6523"/>
                    </a:moveTo>
                    <a:cubicBezTo>
                      <a:pt x="4306" y="6523"/>
                      <a:pt x="5113" y="6189"/>
                      <a:pt x="5707" y="5594"/>
                    </a:cubicBezTo>
                    <a:cubicBezTo>
                      <a:pt x="6302" y="4999"/>
                      <a:pt x="6636" y="4192"/>
                      <a:pt x="6636" y="3350"/>
                    </a:cubicBezTo>
                    <a:cubicBezTo>
                      <a:pt x="6636" y="2509"/>
                      <a:pt x="6302" y="1702"/>
                      <a:pt x="5707" y="1107"/>
                    </a:cubicBezTo>
                    <a:cubicBezTo>
                      <a:pt x="5113" y="512"/>
                      <a:pt x="4306" y="178"/>
                      <a:pt x="3465" y="178"/>
                    </a:cubicBezTo>
                    <a:cubicBezTo>
                      <a:pt x="2624" y="178"/>
                      <a:pt x="1817" y="512"/>
                      <a:pt x="1222" y="1107"/>
                    </a:cubicBezTo>
                    <a:cubicBezTo>
                      <a:pt x="627" y="1702"/>
                      <a:pt x="293" y="2509"/>
                      <a:pt x="293" y="3350"/>
                    </a:cubicBezTo>
                    <a:cubicBezTo>
                      <a:pt x="293" y="4192"/>
                      <a:pt x="627" y="4999"/>
                      <a:pt x="1222" y="5594"/>
                    </a:cubicBezTo>
                    <a:cubicBezTo>
                      <a:pt x="1817" y="6189"/>
                      <a:pt x="2624" y="6523"/>
                      <a:pt x="3465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98" name="Freeform: Shape 9797">
                <a:extLst>
                  <a:ext uri="{FF2B5EF4-FFF2-40B4-BE49-F238E27FC236}">
                    <a16:creationId xmlns:a16="http://schemas.microsoft.com/office/drawing/2014/main" id="{63A91B58-D566-6B3D-1449-F03A9F130202}"/>
                  </a:ext>
                </a:extLst>
              </p:cNvPr>
              <p:cNvSpPr/>
              <p:nvPr/>
            </p:nvSpPr>
            <p:spPr>
              <a:xfrm>
                <a:off x="10132552" y="5741973"/>
                <a:ext cx="6343" cy="6345"/>
              </a:xfrm>
              <a:custGeom>
                <a:avLst/>
                <a:gdLst>
                  <a:gd name="connsiteX0" fmla="*/ 3465 w 6343"/>
                  <a:gd name="connsiteY0" fmla="*/ 6524 h 6345"/>
                  <a:gd name="connsiteX1" fmla="*/ 5708 w 6343"/>
                  <a:gd name="connsiteY1" fmla="*/ 5594 h 6345"/>
                  <a:gd name="connsiteX2" fmla="*/ 6637 w 6343"/>
                  <a:gd name="connsiteY2" fmla="*/ 3351 h 6345"/>
                  <a:gd name="connsiteX3" fmla="*/ 5708 w 6343"/>
                  <a:gd name="connsiteY3" fmla="*/ 1108 h 6345"/>
                  <a:gd name="connsiteX4" fmla="*/ 3465 w 6343"/>
                  <a:gd name="connsiteY4" fmla="*/ 178 h 6345"/>
                  <a:gd name="connsiteX5" fmla="*/ 1222 w 6343"/>
                  <a:gd name="connsiteY5" fmla="*/ 1108 h 6345"/>
                  <a:gd name="connsiteX6" fmla="*/ 294 w 6343"/>
                  <a:gd name="connsiteY6" fmla="*/ 3351 h 6345"/>
                  <a:gd name="connsiteX7" fmla="*/ 1222 w 6343"/>
                  <a:gd name="connsiteY7" fmla="*/ 5594 h 6345"/>
                  <a:gd name="connsiteX8" fmla="*/ 3465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5" y="6524"/>
                    </a:moveTo>
                    <a:cubicBezTo>
                      <a:pt x="4306" y="6524"/>
                      <a:pt x="5113" y="6189"/>
                      <a:pt x="5708" y="5594"/>
                    </a:cubicBezTo>
                    <a:cubicBezTo>
                      <a:pt x="6302" y="4999"/>
                      <a:pt x="6637" y="4192"/>
                      <a:pt x="6637" y="3351"/>
                    </a:cubicBezTo>
                    <a:cubicBezTo>
                      <a:pt x="6637" y="2510"/>
                      <a:pt x="6302" y="1703"/>
                      <a:pt x="5708" y="1108"/>
                    </a:cubicBezTo>
                    <a:cubicBezTo>
                      <a:pt x="5113" y="513"/>
                      <a:pt x="4306" y="178"/>
                      <a:pt x="3465" y="178"/>
                    </a:cubicBezTo>
                    <a:cubicBezTo>
                      <a:pt x="2624" y="178"/>
                      <a:pt x="1817" y="513"/>
                      <a:pt x="1222" y="1108"/>
                    </a:cubicBezTo>
                    <a:cubicBezTo>
                      <a:pt x="628" y="1703"/>
                      <a:pt x="294" y="2510"/>
                      <a:pt x="294" y="3351"/>
                    </a:cubicBezTo>
                    <a:cubicBezTo>
                      <a:pt x="294" y="4192"/>
                      <a:pt x="628" y="4999"/>
                      <a:pt x="1222" y="5594"/>
                    </a:cubicBezTo>
                    <a:cubicBezTo>
                      <a:pt x="1817" y="6189"/>
                      <a:pt x="2624" y="6524"/>
                      <a:pt x="3465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799" name="Freeform: Shape 9798">
                <a:extLst>
                  <a:ext uri="{FF2B5EF4-FFF2-40B4-BE49-F238E27FC236}">
                    <a16:creationId xmlns:a16="http://schemas.microsoft.com/office/drawing/2014/main" id="{38D88100-BC79-632D-0ADA-FE350DCE4B59}"/>
                  </a:ext>
                </a:extLst>
              </p:cNvPr>
              <p:cNvSpPr/>
              <p:nvPr/>
            </p:nvSpPr>
            <p:spPr>
              <a:xfrm>
                <a:off x="10579538" y="6052999"/>
                <a:ext cx="6343" cy="6345"/>
              </a:xfrm>
              <a:custGeom>
                <a:avLst/>
                <a:gdLst>
                  <a:gd name="connsiteX0" fmla="*/ 3500 w 6343"/>
                  <a:gd name="connsiteY0" fmla="*/ 6548 h 6345"/>
                  <a:gd name="connsiteX1" fmla="*/ 5743 w 6343"/>
                  <a:gd name="connsiteY1" fmla="*/ 5619 h 6345"/>
                  <a:gd name="connsiteX2" fmla="*/ 6672 w 6343"/>
                  <a:gd name="connsiteY2" fmla="*/ 3375 h 6345"/>
                  <a:gd name="connsiteX3" fmla="*/ 5743 w 6343"/>
                  <a:gd name="connsiteY3" fmla="*/ 1132 h 6345"/>
                  <a:gd name="connsiteX4" fmla="*/ 3500 w 6343"/>
                  <a:gd name="connsiteY4" fmla="*/ 203 h 6345"/>
                  <a:gd name="connsiteX5" fmla="*/ 1258 w 6343"/>
                  <a:gd name="connsiteY5" fmla="*/ 1132 h 6345"/>
                  <a:gd name="connsiteX6" fmla="*/ 329 w 6343"/>
                  <a:gd name="connsiteY6" fmla="*/ 3375 h 6345"/>
                  <a:gd name="connsiteX7" fmla="*/ 1258 w 6343"/>
                  <a:gd name="connsiteY7" fmla="*/ 5619 h 6345"/>
                  <a:gd name="connsiteX8" fmla="*/ 3500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0" y="6548"/>
                    </a:moveTo>
                    <a:cubicBezTo>
                      <a:pt x="4341" y="6548"/>
                      <a:pt x="5148" y="6214"/>
                      <a:pt x="5743" y="5619"/>
                    </a:cubicBezTo>
                    <a:cubicBezTo>
                      <a:pt x="6338" y="5024"/>
                      <a:pt x="6672" y="4217"/>
                      <a:pt x="6672" y="3375"/>
                    </a:cubicBezTo>
                    <a:cubicBezTo>
                      <a:pt x="6672" y="2534"/>
                      <a:pt x="6338" y="1727"/>
                      <a:pt x="5743" y="1132"/>
                    </a:cubicBezTo>
                    <a:cubicBezTo>
                      <a:pt x="5148" y="537"/>
                      <a:pt x="4341" y="203"/>
                      <a:pt x="3500" y="203"/>
                    </a:cubicBezTo>
                    <a:cubicBezTo>
                      <a:pt x="2659" y="203"/>
                      <a:pt x="1852" y="537"/>
                      <a:pt x="1258" y="1132"/>
                    </a:cubicBezTo>
                    <a:cubicBezTo>
                      <a:pt x="663" y="1727"/>
                      <a:pt x="329" y="2534"/>
                      <a:pt x="329" y="3375"/>
                    </a:cubicBezTo>
                    <a:cubicBezTo>
                      <a:pt x="329" y="4217"/>
                      <a:pt x="663" y="5024"/>
                      <a:pt x="1258" y="5619"/>
                    </a:cubicBezTo>
                    <a:cubicBezTo>
                      <a:pt x="1852" y="6214"/>
                      <a:pt x="2659" y="6548"/>
                      <a:pt x="3500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00" name="Freeform: Shape 9799">
                <a:extLst>
                  <a:ext uri="{FF2B5EF4-FFF2-40B4-BE49-F238E27FC236}">
                    <a16:creationId xmlns:a16="http://schemas.microsoft.com/office/drawing/2014/main" id="{74746201-BCD9-11FE-F14E-DABF67EAC9D6}"/>
                  </a:ext>
                </a:extLst>
              </p:cNvPr>
              <p:cNvSpPr/>
              <p:nvPr/>
            </p:nvSpPr>
            <p:spPr>
              <a:xfrm>
                <a:off x="10575590" y="6060446"/>
                <a:ext cx="6343" cy="6345"/>
              </a:xfrm>
              <a:custGeom>
                <a:avLst/>
                <a:gdLst>
                  <a:gd name="connsiteX0" fmla="*/ 3500 w 6343"/>
                  <a:gd name="connsiteY0" fmla="*/ 6549 h 6345"/>
                  <a:gd name="connsiteX1" fmla="*/ 5743 w 6343"/>
                  <a:gd name="connsiteY1" fmla="*/ 5620 h 6345"/>
                  <a:gd name="connsiteX2" fmla="*/ 6672 w 6343"/>
                  <a:gd name="connsiteY2" fmla="*/ 3376 h 6345"/>
                  <a:gd name="connsiteX3" fmla="*/ 5743 w 6343"/>
                  <a:gd name="connsiteY3" fmla="*/ 1133 h 6345"/>
                  <a:gd name="connsiteX4" fmla="*/ 3500 w 6343"/>
                  <a:gd name="connsiteY4" fmla="*/ 203 h 6345"/>
                  <a:gd name="connsiteX5" fmla="*/ 1257 w 6343"/>
                  <a:gd name="connsiteY5" fmla="*/ 1133 h 6345"/>
                  <a:gd name="connsiteX6" fmla="*/ 328 w 6343"/>
                  <a:gd name="connsiteY6" fmla="*/ 3376 h 6345"/>
                  <a:gd name="connsiteX7" fmla="*/ 1257 w 6343"/>
                  <a:gd name="connsiteY7" fmla="*/ 5620 h 6345"/>
                  <a:gd name="connsiteX8" fmla="*/ 3500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0" y="6549"/>
                    </a:moveTo>
                    <a:cubicBezTo>
                      <a:pt x="4341" y="6549"/>
                      <a:pt x="5148" y="6214"/>
                      <a:pt x="5743" y="5620"/>
                    </a:cubicBezTo>
                    <a:cubicBezTo>
                      <a:pt x="6337" y="5025"/>
                      <a:pt x="6672" y="4217"/>
                      <a:pt x="6672" y="3376"/>
                    </a:cubicBezTo>
                    <a:cubicBezTo>
                      <a:pt x="6672" y="2535"/>
                      <a:pt x="6337" y="1728"/>
                      <a:pt x="5743" y="1133"/>
                    </a:cubicBezTo>
                    <a:cubicBezTo>
                      <a:pt x="5148" y="538"/>
                      <a:pt x="4341" y="203"/>
                      <a:pt x="3500" y="203"/>
                    </a:cubicBezTo>
                    <a:cubicBezTo>
                      <a:pt x="2659" y="203"/>
                      <a:pt x="1852" y="538"/>
                      <a:pt x="1257" y="1133"/>
                    </a:cubicBezTo>
                    <a:cubicBezTo>
                      <a:pt x="663" y="1728"/>
                      <a:pt x="328" y="2535"/>
                      <a:pt x="328" y="3376"/>
                    </a:cubicBezTo>
                    <a:cubicBezTo>
                      <a:pt x="328" y="4217"/>
                      <a:pt x="663" y="5025"/>
                      <a:pt x="1257" y="5620"/>
                    </a:cubicBezTo>
                    <a:cubicBezTo>
                      <a:pt x="1852" y="6214"/>
                      <a:pt x="2659" y="6549"/>
                      <a:pt x="3500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01" name="Freeform: Shape 9800">
                <a:extLst>
                  <a:ext uri="{FF2B5EF4-FFF2-40B4-BE49-F238E27FC236}">
                    <a16:creationId xmlns:a16="http://schemas.microsoft.com/office/drawing/2014/main" id="{E62C3A2A-4CB6-561C-8D39-EBF382042414}"/>
                  </a:ext>
                </a:extLst>
              </p:cNvPr>
              <p:cNvSpPr/>
              <p:nvPr/>
            </p:nvSpPr>
            <p:spPr>
              <a:xfrm>
                <a:off x="10565221" y="6063498"/>
                <a:ext cx="6343" cy="6345"/>
              </a:xfrm>
              <a:custGeom>
                <a:avLst/>
                <a:gdLst>
                  <a:gd name="connsiteX0" fmla="*/ 3499 w 6343"/>
                  <a:gd name="connsiteY0" fmla="*/ 6549 h 6345"/>
                  <a:gd name="connsiteX1" fmla="*/ 5742 w 6343"/>
                  <a:gd name="connsiteY1" fmla="*/ 5620 h 6345"/>
                  <a:gd name="connsiteX2" fmla="*/ 6671 w 6343"/>
                  <a:gd name="connsiteY2" fmla="*/ 3376 h 6345"/>
                  <a:gd name="connsiteX3" fmla="*/ 5742 w 6343"/>
                  <a:gd name="connsiteY3" fmla="*/ 1133 h 6345"/>
                  <a:gd name="connsiteX4" fmla="*/ 3499 w 6343"/>
                  <a:gd name="connsiteY4" fmla="*/ 204 h 6345"/>
                  <a:gd name="connsiteX5" fmla="*/ 1257 w 6343"/>
                  <a:gd name="connsiteY5" fmla="*/ 1133 h 6345"/>
                  <a:gd name="connsiteX6" fmla="*/ 328 w 6343"/>
                  <a:gd name="connsiteY6" fmla="*/ 3376 h 6345"/>
                  <a:gd name="connsiteX7" fmla="*/ 1257 w 6343"/>
                  <a:gd name="connsiteY7" fmla="*/ 5620 h 6345"/>
                  <a:gd name="connsiteX8" fmla="*/ 3499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9" y="6549"/>
                    </a:moveTo>
                    <a:cubicBezTo>
                      <a:pt x="4340" y="6549"/>
                      <a:pt x="5147" y="6215"/>
                      <a:pt x="5742" y="5620"/>
                    </a:cubicBezTo>
                    <a:cubicBezTo>
                      <a:pt x="6337" y="5025"/>
                      <a:pt x="6671" y="4218"/>
                      <a:pt x="6671" y="3376"/>
                    </a:cubicBezTo>
                    <a:cubicBezTo>
                      <a:pt x="6671" y="2535"/>
                      <a:pt x="6337" y="1728"/>
                      <a:pt x="5742" y="1133"/>
                    </a:cubicBezTo>
                    <a:cubicBezTo>
                      <a:pt x="5147" y="538"/>
                      <a:pt x="4340" y="204"/>
                      <a:pt x="3499" y="204"/>
                    </a:cubicBezTo>
                    <a:cubicBezTo>
                      <a:pt x="2658" y="204"/>
                      <a:pt x="1851" y="538"/>
                      <a:pt x="1257" y="1133"/>
                    </a:cubicBezTo>
                    <a:cubicBezTo>
                      <a:pt x="662" y="1728"/>
                      <a:pt x="328" y="2535"/>
                      <a:pt x="328" y="3376"/>
                    </a:cubicBezTo>
                    <a:cubicBezTo>
                      <a:pt x="328" y="4218"/>
                      <a:pt x="662" y="5025"/>
                      <a:pt x="1257" y="5620"/>
                    </a:cubicBezTo>
                    <a:cubicBezTo>
                      <a:pt x="1851" y="6215"/>
                      <a:pt x="2658" y="6549"/>
                      <a:pt x="3499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02" name="Freeform: Shape 9801">
                <a:extLst>
                  <a:ext uri="{FF2B5EF4-FFF2-40B4-BE49-F238E27FC236}">
                    <a16:creationId xmlns:a16="http://schemas.microsoft.com/office/drawing/2014/main" id="{DA047A8A-E983-A198-85FC-9098878DF2E5}"/>
                  </a:ext>
                </a:extLst>
              </p:cNvPr>
              <p:cNvSpPr/>
              <p:nvPr/>
            </p:nvSpPr>
            <p:spPr>
              <a:xfrm>
                <a:off x="10556766" y="6067779"/>
                <a:ext cx="6343" cy="6345"/>
              </a:xfrm>
              <a:custGeom>
                <a:avLst/>
                <a:gdLst>
                  <a:gd name="connsiteX0" fmla="*/ 3499 w 6343"/>
                  <a:gd name="connsiteY0" fmla="*/ 6549 h 6345"/>
                  <a:gd name="connsiteX1" fmla="*/ 5741 w 6343"/>
                  <a:gd name="connsiteY1" fmla="*/ 5620 h 6345"/>
                  <a:gd name="connsiteX2" fmla="*/ 6670 w 6343"/>
                  <a:gd name="connsiteY2" fmla="*/ 3377 h 6345"/>
                  <a:gd name="connsiteX3" fmla="*/ 5741 w 6343"/>
                  <a:gd name="connsiteY3" fmla="*/ 1133 h 6345"/>
                  <a:gd name="connsiteX4" fmla="*/ 3499 w 6343"/>
                  <a:gd name="connsiteY4" fmla="*/ 204 h 6345"/>
                  <a:gd name="connsiteX5" fmla="*/ 1256 w 6343"/>
                  <a:gd name="connsiteY5" fmla="*/ 1133 h 6345"/>
                  <a:gd name="connsiteX6" fmla="*/ 327 w 6343"/>
                  <a:gd name="connsiteY6" fmla="*/ 3377 h 6345"/>
                  <a:gd name="connsiteX7" fmla="*/ 1256 w 6343"/>
                  <a:gd name="connsiteY7" fmla="*/ 5620 h 6345"/>
                  <a:gd name="connsiteX8" fmla="*/ 3499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9" y="6549"/>
                    </a:moveTo>
                    <a:cubicBezTo>
                      <a:pt x="4340" y="6549"/>
                      <a:pt x="5146" y="6215"/>
                      <a:pt x="5741" y="5620"/>
                    </a:cubicBezTo>
                    <a:cubicBezTo>
                      <a:pt x="6336" y="5025"/>
                      <a:pt x="6670" y="4218"/>
                      <a:pt x="6670" y="3377"/>
                    </a:cubicBezTo>
                    <a:cubicBezTo>
                      <a:pt x="6670" y="2535"/>
                      <a:pt x="6336" y="1728"/>
                      <a:pt x="5741" y="1133"/>
                    </a:cubicBezTo>
                    <a:cubicBezTo>
                      <a:pt x="5146" y="538"/>
                      <a:pt x="4340" y="204"/>
                      <a:pt x="3499" y="204"/>
                    </a:cubicBezTo>
                    <a:cubicBezTo>
                      <a:pt x="2657" y="204"/>
                      <a:pt x="1851" y="538"/>
                      <a:pt x="1256" y="1133"/>
                    </a:cubicBezTo>
                    <a:cubicBezTo>
                      <a:pt x="661" y="1728"/>
                      <a:pt x="327" y="2535"/>
                      <a:pt x="327" y="3377"/>
                    </a:cubicBezTo>
                    <a:cubicBezTo>
                      <a:pt x="327" y="4218"/>
                      <a:pt x="661" y="5025"/>
                      <a:pt x="1256" y="5620"/>
                    </a:cubicBezTo>
                    <a:cubicBezTo>
                      <a:pt x="1851" y="6215"/>
                      <a:pt x="2657" y="6549"/>
                      <a:pt x="3499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03" name="Freeform: Shape 9802">
                <a:extLst>
                  <a:ext uri="{FF2B5EF4-FFF2-40B4-BE49-F238E27FC236}">
                    <a16:creationId xmlns:a16="http://schemas.microsoft.com/office/drawing/2014/main" id="{A5603801-B385-711D-1EFA-2483C5BA179A}"/>
                  </a:ext>
                </a:extLst>
              </p:cNvPr>
              <p:cNvSpPr/>
              <p:nvPr/>
            </p:nvSpPr>
            <p:spPr>
              <a:xfrm>
                <a:off x="10586413" y="6098849"/>
                <a:ext cx="6343" cy="6345"/>
              </a:xfrm>
              <a:custGeom>
                <a:avLst/>
                <a:gdLst>
                  <a:gd name="connsiteX0" fmla="*/ 3501 w 6343"/>
                  <a:gd name="connsiteY0" fmla="*/ 6552 h 6345"/>
                  <a:gd name="connsiteX1" fmla="*/ 5743 w 6343"/>
                  <a:gd name="connsiteY1" fmla="*/ 5623 h 6345"/>
                  <a:gd name="connsiteX2" fmla="*/ 6672 w 6343"/>
                  <a:gd name="connsiteY2" fmla="*/ 3379 h 6345"/>
                  <a:gd name="connsiteX3" fmla="*/ 5743 w 6343"/>
                  <a:gd name="connsiteY3" fmla="*/ 1136 h 6345"/>
                  <a:gd name="connsiteX4" fmla="*/ 3501 w 6343"/>
                  <a:gd name="connsiteY4" fmla="*/ 206 h 6345"/>
                  <a:gd name="connsiteX5" fmla="*/ 1258 w 6343"/>
                  <a:gd name="connsiteY5" fmla="*/ 1136 h 6345"/>
                  <a:gd name="connsiteX6" fmla="*/ 329 w 6343"/>
                  <a:gd name="connsiteY6" fmla="*/ 3379 h 6345"/>
                  <a:gd name="connsiteX7" fmla="*/ 1258 w 6343"/>
                  <a:gd name="connsiteY7" fmla="*/ 5623 h 6345"/>
                  <a:gd name="connsiteX8" fmla="*/ 3501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1" y="6552"/>
                    </a:moveTo>
                    <a:cubicBezTo>
                      <a:pt x="4342" y="6552"/>
                      <a:pt x="5149" y="6218"/>
                      <a:pt x="5743" y="5623"/>
                    </a:cubicBezTo>
                    <a:cubicBezTo>
                      <a:pt x="6338" y="5028"/>
                      <a:pt x="6672" y="4221"/>
                      <a:pt x="6672" y="3379"/>
                    </a:cubicBezTo>
                    <a:cubicBezTo>
                      <a:pt x="6672" y="2538"/>
                      <a:pt x="6338" y="1731"/>
                      <a:pt x="5743" y="1136"/>
                    </a:cubicBezTo>
                    <a:cubicBezTo>
                      <a:pt x="5149" y="541"/>
                      <a:pt x="4342" y="206"/>
                      <a:pt x="3501" y="206"/>
                    </a:cubicBezTo>
                    <a:cubicBezTo>
                      <a:pt x="2660" y="206"/>
                      <a:pt x="1853" y="541"/>
                      <a:pt x="1258" y="1136"/>
                    </a:cubicBezTo>
                    <a:cubicBezTo>
                      <a:pt x="663" y="1731"/>
                      <a:pt x="329" y="2538"/>
                      <a:pt x="329" y="3379"/>
                    </a:cubicBezTo>
                    <a:cubicBezTo>
                      <a:pt x="329" y="4221"/>
                      <a:pt x="663" y="5028"/>
                      <a:pt x="1258" y="5623"/>
                    </a:cubicBezTo>
                    <a:cubicBezTo>
                      <a:pt x="1853" y="6218"/>
                      <a:pt x="2660" y="6552"/>
                      <a:pt x="3501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04" name="Freeform: Shape 9803">
                <a:extLst>
                  <a:ext uri="{FF2B5EF4-FFF2-40B4-BE49-F238E27FC236}">
                    <a16:creationId xmlns:a16="http://schemas.microsoft.com/office/drawing/2014/main" id="{038580D1-08F5-B88D-93EA-917F1EBFE1E2}"/>
                  </a:ext>
                </a:extLst>
              </p:cNvPr>
              <p:cNvSpPr/>
              <p:nvPr/>
            </p:nvSpPr>
            <p:spPr>
              <a:xfrm>
                <a:off x="10578846" y="6103981"/>
                <a:ext cx="6343" cy="6345"/>
              </a:xfrm>
              <a:custGeom>
                <a:avLst/>
                <a:gdLst>
                  <a:gd name="connsiteX0" fmla="*/ 3500 w 6343"/>
                  <a:gd name="connsiteY0" fmla="*/ 6552 h 6345"/>
                  <a:gd name="connsiteX1" fmla="*/ 5743 w 6343"/>
                  <a:gd name="connsiteY1" fmla="*/ 5623 h 6345"/>
                  <a:gd name="connsiteX2" fmla="*/ 6672 w 6343"/>
                  <a:gd name="connsiteY2" fmla="*/ 3380 h 6345"/>
                  <a:gd name="connsiteX3" fmla="*/ 5743 w 6343"/>
                  <a:gd name="connsiteY3" fmla="*/ 1136 h 6345"/>
                  <a:gd name="connsiteX4" fmla="*/ 3500 w 6343"/>
                  <a:gd name="connsiteY4" fmla="*/ 207 h 6345"/>
                  <a:gd name="connsiteX5" fmla="*/ 1258 w 6343"/>
                  <a:gd name="connsiteY5" fmla="*/ 1136 h 6345"/>
                  <a:gd name="connsiteX6" fmla="*/ 329 w 6343"/>
                  <a:gd name="connsiteY6" fmla="*/ 3380 h 6345"/>
                  <a:gd name="connsiteX7" fmla="*/ 1258 w 6343"/>
                  <a:gd name="connsiteY7" fmla="*/ 5623 h 6345"/>
                  <a:gd name="connsiteX8" fmla="*/ 3500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0" y="6552"/>
                    </a:moveTo>
                    <a:cubicBezTo>
                      <a:pt x="4341" y="6552"/>
                      <a:pt x="5148" y="6218"/>
                      <a:pt x="5743" y="5623"/>
                    </a:cubicBezTo>
                    <a:cubicBezTo>
                      <a:pt x="6338" y="5028"/>
                      <a:pt x="6672" y="4221"/>
                      <a:pt x="6672" y="3380"/>
                    </a:cubicBezTo>
                    <a:cubicBezTo>
                      <a:pt x="6672" y="2538"/>
                      <a:pt x="6338" y="1731"/>
                      <a:pt x="5743" y="1136"/>
                    </a:cubicBezTo>
                    <a:cubicBezTo>
                      <a:pt x="5148" y="541"/>
                      <a:pt x="4341" y="207"/>
                      <a:pt x="3500" y="207"/>
                    </a:cubicBezTo>
                    <a:cubicBezTo>
                      <a:pt x="2659" y="207"/>
                      <a:pt x="1852" y="541"/>
                      <a:pt x="1258" y="1136"/>
                    </a:cubicBezTo>
                    <a:cubicBezTo>
                      <a:pt x="663" y="1731"/>
                      <a:pt x="329" y="2538"/>
                      <a:pt x="329" y="3380"/>
                    </a:cubicBezTo>
                    <a:cubicBezTo>
                      <a:pt x="329" y="4221"/>
                      <a:pt x="663" y="5028"/>
                      <a:pt x="1258" y="5623"/>
                    </a:cubicBezTo>
                    <a:cubicBezTo>
                      <a:pt x="1852" y="6218"/>
                      <a:pt x="2659" y="6552"/>
                      <a:pt x="3500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05" name="Freeform: Shape 9804">
                <a:extLst>
                  <a:ext uri="{FF2B5EF4-FFF2-40B4-BE49-F238E27FC236}">
                    <a16:creationId xmlns:a16="http://schemas.microsoft.com/office/drawing/2014/main" id="{0A6AC4BA-3F0B-8D9C-F6D9-FE7DC19AF406}"/>
                  </a:ext>
                </a:extLst>
              </p:cNvPr>
              <p:cNvSpPr/>
              <p:nvPr/>
            </p:nvSpPr>
            <p:spPr>
              <a:xfrm>
                <a:off x="10580833" y="6115975"/>
                <a:ext cx="6343" cy="6345"/>
              </a:xfrm>
              <a:custGeom>
                <a:avLst/>
                <a:gdLst>
                  <a:gd name="connsiteX0" fmla="*/ 3500 w 6343"/>
                  <a:gd name="connsiteY0" fmla="*/ 6553 h 6345"/>
                  <a:gd name="connsiteX1" fmla="*/ 5743 w 6343"/>
                  <a:gd name="connsiteY1" fmla="*/ 5624 h 6345"/>
                  <a:gd name="connsiteX2" fmla="*/ 6672 w 6343"/>
                  <a:gd name="connsiteY2" fmla="*/ 3380 h 6345"/>
                  <a:gd name="connsiteX3" fmla="*/ 5743 w 6343"/>
                  <a:gd name="connsiteY3" fmla="*/ 1137 h 6345"/>
                  <a:gd name="connsiteX4" fmla="*/ 3500 w 6343"/>
                  <a:gd name="connsiteY4" fmla="*/ 208 h 6345"/>
                  <a:gd name="connsiteX5" fmla="*/ 1258 w 6343"/>
                  <a:gd name="connsiteY5" fmla="*/ 1137 h 6345"/>
                  <a:gd name="connsiteX6" fmla="*/ 329 w 6343"/>
                  <a:gd name="connsiteY6" fmla="*/ 3380 h 6345"/>
                  <a:gd name="connsiteX7" fmla="*/ 1258 w 6343"/>
                  <a:gd name="connsiteY7" fmla="*/ 5624 h 6345"/>
                  <a:gd name="connsiteX8" fmla="*/ 3500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0" y="6553"/>
                    </a:moveTo>
                    <a:cubicBezTo>
                      <a:pt x="4342" y="6553"/>
                      <a:pt x="5148" y="6219"/>
                      <a:pt x="5743" y="5624"/>
                    </a:cubicBezTo>
                    <a:cubicBezTo>
                      <a:pt x="6338" y="5029"/>
                      <a:pt x="6672" y="4222"/>
                      <a:pt x="6672" y="3380"/>
                    </a:cubicBezTo>
                    <a:cubicBezTo>
                      <a:pt x="6672" y="2539"/>
                      <a:pt x="6338" y="1732"/>
                      <a:pt x="5743" y="1137"/>
                    </a:cubicBezTo>
                    <a:cubicBezTo>
                      <a:pt x="5148" y="542"/>
                      <a:pt x="4342" y="208"/>
                      <a:pt x="3500" y="208"/>
                    </a:cubicBezTo>
                    <a:cubicBezTo>
                      <a:pt x="2659" y="208"/>
                      <a:pt x="1853" y="542"/>
                      <a:pt x="1258" y="1137"/>
                    </a:cubicBezTo>
                    <a:cubicBezTo>
                      <a:pt x="663" y="1732"/>
                      <a:pt x="329" y="2539"/>
                      <a:pt x="329" y="3380"/>
                    </a:cubicBezTo>
                    <a:cubicBezTo>
                      <a:pt x="329" y="4222"/>
                      <a:pt x="663" y="5029"/>
                      <a:pt x="1258" y="5624"/>
                    </a:cubicBezTo>
                    <a:cubicBezTo>
                      <a:pt x="1853" y="6219"/>
                      <a:pt x="2659" y="6553"/>
                      <a:pt x="3500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06" name="Freeform: Shape 9805">
                <a:extLst>
                  <a:ext uri="{FF2B5EF4-FFF2-40B4-BE49-F238E27FC236}">
                    <a16:creationId xmlns:a16="http://schemas.microsoft.com/office/drawing/2014/main" id="{08B0AFB0-8FF5-01B2-574B-FAF77A8FD295}"/>
                  </a:ext>
                </a:extLst>
              </p:cNvPr>
              <p:cNvSpPr/>
              <p:nvPr/>
            </p:nvSpPr>
            <p:spPr>
              <a:xfrm>
                <a:off x="10576226" y="6123270"/>
                <a:ext cx="6343" cy="6345"/>
              </a:xfrm>
              <a:custGeom>
                <a:avLst/>
                <a:gdLst>
                  <a:gd name="connsiteX0" fmla="*/ 3500 w 6343"/>
                  <a:gd name="connsiteY0" fmla="*/ 6554 h 6345"/>
                  <a:gd name="connsiteX1" fmla="*/ 5743 w 6343"/>
                  <a:gd name="connsiteY1" fmla="*/ 5624 h 6345"/>
                  <a:gd name="connsiteX2" fmla="*/ 6672 w 6343"/>
                  <a:gd name="connsiteY2" fmla="*/ 3381 h 6345"/>
                  <a:gd name="connsiteX3" fmla="*/ 5743 w 6343"/>
                  <a:gd name="connsiteY3" fmla="*/ 1138 h 6345"/>
                  <a:gd name="connsiteX4" fmla="*/ 3500 w 6343"/>
                  <a:gd name="connsiteY4" fmla="*/ 208 h 6345"/>
                  <a:gd name="connsiteX5" fmla="*/ 1257 w 6343"/>
                  <a:gd name="connsiteY5" fmla="*/ 1138 h 6345"/>
                  <a:gd name="connsiteX6" fmla="*/ 328 w 6343"/>
                  <a:gd name="connsiteY6" fmla="*/ 3381 h 6345"/>
                  <a:gd name="connsiteX7" fmla="*/ 1257 w 6343"/>
                  <a:gd name="connsiteY7" fmla="*/ 5624 h 6345"/>
                  <a:gd name="connsiteX8" fmla="*/ 3500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0" y="6554"/>
                    </a:moveTo>
                    <a:cubicBezTo>
                      <a:pt x="4341" y="6554"/>
                      <a:pt x="5148" y="6219"/>
                      <a:pt x="5743" y="5624"/>
                    </a:cubicBezTo>
                    <a:cubicBezTo>
                      <a:pt x="6337" y="5030"/>
                      <a:pt x="6672" y="4222"/>
                      <a:pt x="6672" y="3381"/>
                    </a:cubicBezTo>
                    <a:cubicBezTo>
                      <a:pt x="6672" y="2540"/>
                      <a:pt x="6337" y="1733"/>
                      <a:pt x="5743" y="1138"/>
                    </a:cubicBezTo>
                    <a:cubicBezTo>
                      <a:pt x="5148" y="543"/>
                      <a:pt x="4341" y="208"/>
                      <a:pt x="3500" y="208"/>
                    </a:cubicBezTo>
                    <a:cubicBezTo>
                      <a:pt x="2659" y="208"/>
                      <a:pt x="1852" y="543"/>
                      <a:pt x="1257" y="1138"/>
                    </a:cubicBezTo>
                    <a:cubicBezTo>
                      <a:pt x="663" y="1733"/>
                      <a:pt x="328" y="2540"/>
                      <a:pt x="328" y="3381"/>
                    </a:cubicBezTo>
                    <a:cubicBezTo>
                      <a:pt x="328" y="4222"/>
                      <a:pt x="663" y="5030"/>
                      <a:pt x="1257" y="5624"/>
                    </a:cubicBezTo>
                    <a:cubicBezTo>
                      <a:pt x="1852" y="6219"/>
                      <a:pt x="2659" y="6554"/>
                      <a:pt x="3500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07" name="Freeform: Shape 9806">
                <a:extLst>
                  <a:ext uri="{FF2B5EF4-FFF2-40B4-BE49-F238E27FC236}">
                    <a16:creationId xmlns:a16="http://schemas.microsoft.com/office/drawing/2014/main" id="{A7E2F184-64C6-6D7B-BCD3-53538A608531}"/>
                  </a:ext>
                </a:extLst>
              </p:cNvPr>
              <p:cNvSpPr/>
              <p:nvPr/>
            </p:nvSpPr>
            <p:spPr>
              <a:xfrm>
                <a:off x="10523230" y="6094658"/>
                <a:ext cx="6343" cy="6345"/>
              </a:xfrm>
              <a:custGeom>
                <a:avLst/>
                <a:gdLst>
                  <a:gd name="connsiteX0" fmla="*/ 3496 w 6343"/>
                  <a:gd name="connsiteY0" fmla="*/ 6551 h 6345"/>
                  <a:gd name="connsiteX1" fmla="*/ 5738 w 6343"/>
                  <a:gd name="connsiteY1" fmla="*/ 5622 h 6345"/>
                  <a:gd name="connsiteX2" fmla="*/ 6667 w 6343"/>
                  <a:gd name="connsiteY2" fmla="*/ 3379 h 6345"/>
                  <a:gd name="connsiteX3" fmla="*/ 5738 w 6343"/>
                  <a:gd name="connsiteY3" fmla="*/ 1135 h 6345"/>
                  <a:gd name="connsiteX4" fmla="*/ 3496 w 6343"/>
                  <a:gd name="connsiteY4" fmla="*/ 206 h 6345"/>
                  <a:gd name="connsiteX5" fmla="*/ 1253 w 6343"/>
                  <a:gd name="connsiteY5" fmla="*/ 1135 h 6345"/>
                  <a:gd name="connsiteX6" fmla="*/ 324 w 6343"/>
                  <a:gd name="connsiteY6" fmla="*/ 3379 h 6345"/>
                  <a:gd name="connsiteX7" fmla="*/ 1253 w 6343"/>
                  <a:gd name="connsiteY7" fmla="*/ 5622 h 6345"/>
                  <a:gd name="connsiteX8" fmla="*/ 3496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6" y="6551"/>
                    </a:moveTo>
                    <a:cubicBezTo>
                      <a:pt x="4337" y="6551"/>
                      <a:pt x="5144" y="6217"/>
                      <a:pt x="5738" y="5622"/>
                    </a:cubicBezTo>
                    <a:cubicBezTo>
                      <a:pt x="6333" y="5027"/>
                      <a:pt x="6667" y="4220"/>
                      <a:pt x="6667" y="3379"/>
                    </a:cubicBezTo>
                    <a:cubicBezTo>
                      <a:pt x="6667" y="2537"/>
                      <a:pt x="6333" y="1730"/>
                      <a:pt x="5738" y="1135"/>
                    </a:cubicBezTo>
                    <a:cubicBezTo>
                      <a:pt x="5144" y="540"/>
                      <a:pt x="4337" y="206"/>
                      <a:pt x="3496" y="206"/>
                    </a:cubicBezTo>
                    <a:cubicBezTo>
                      <a:pt x="2655" y="206"/>
                      <a:pt x="1848" y="540"/>
                      <a:pt x="1253" y="1135"/>
                    </a:cubicBezTo>
                    <a:cubicBezTo>
                      <a:pt x="658" y="1730"/>
                      <a:pt x="324" y="2537"/>
                      <a:pt x="324" y="3379"/>
                    </a:cubicBezTo>
                    <a:cubicBezTo>
                      <a:pt x="324" y="4220"/>
                      <a:pt x="658" y="5027"/>
                      <a:pt x="1253" y="5622"/>
                    </a:cubicBezTo>
                    <a:cubicBezTo>
                      <a:pt x="1848" y="6217"/>
                      <a:pt x="2655" y="6551"/>
                      <a:pt x="3496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08" name="Freeform: Shape 9807">
                <a:extLst>
                  <a:ext uri="{FF2B5EF4-FFF2-40B4-BE49-F238E27FC236}">
                    <a16:creationId xmlns:a16="http://schemas.microsoft.com/office/drawing/2014/main" id="{F066E657-B345-4872-4EC5-0F99F357134F}"/>
                  </a:ext>
                </a:extLst>
              </p:cNvPr>
              <p:cNvSpPr/>
              <p:nvPr/>
            </p:nvSpPr>
            <p:spPr>
              <a:xfrm>
                <a:off x="10518198" y="6101190"/>
                <a:ext cx="6343" cy="6345"/>
              </a:xfrm>
              <a:custGeom>
                <a:avLst/>
                <a:gdLst>
                  <a:gd name="connsiteX0" fmla="*/ 3495 w 6343"/>
                  <a:gd name="connsiteY0" fmla="*/ 6552 h 6345"/>
                  <a:gd name="connsiteX1" fmla="*/ 5738 w 6343"/>
                  <a:gd name="connsiteY1" fmla="*/ 5623 h 6345"/>
                  <a:gd name="connsiteX2" fmla="*/ 6667 w 6343"/>
                  <a:gd name="connsiteY2" fmla="*/ 3379 h 6345"/>
                  <a:gd name="connsiteX3" fmla="*/ 5738 w 6343"/>
                  <a:gd name="connsiteY3" fmla="*/ 1136 h 6345"/>
                  <a:gd name="connsiteX4" fmla="*/ 3495 w 6343"/>
                  <a:gd name="connsiteY4" fmla="*/ 207 h 6345"/>
                  <a:gd name="connsiteX5" fmla="*/ 1253 w 6343"/>
                  <a:gd name="connsiteY5" fmla="*/ 1136 h 6345"/>
                  <a:gd name="connsiteX6" fmla="*/ 324 w 6343"/>
                  <a:gd name="connsiteY6" fmla="*/ 3379 h 6345"/>
                  <a:gd name="connsiteX7" fmla="*/ 1253 w 6343"/>
                  <a:gd name="connsiteY7" fmla="*/ 5623 h 6345"/>
                  <a:gd name="connsiteX8" fmla="*/ 3495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5" y="6552"/>
                    </a:moveTo>
                    <a:cubicBezTo>
                      <a:pt x="4337" y="6552"/>
                      <a:pt x="5143" y="6218"/>
                      <a:pt x="5738" y="5623"/>
                    </a:cubicBezTo>
                    <a:cubicBezTo>
                      <a:pt x="6333" y="5028"/>
                      <a:pt x="6667" y="4221"/>
                      <a:pt x="6667" y="3379"/>
                    </a:cubicBezTo>
                    <a:cubicBezTo>
                      <a:pt x="6667" y="2538"/>
                      <a:pt x="6333" y="1731"/>
                      <a:pt x="5738" y="1136"/>
                    </a:cubicBezTo>
                    <a:cubicBezTo>
                      <a:pt x="5143" y="541"/>
                      <a:pt x="4337" y="207"/>
                      <a:pt x="3495" y="207"/>
                    </a:cubicBezTo>
                    <a:cubicBezTo>
                      <a:pt x="2654" y="207"/>
                      <a:pt x="1848" y="541"/>
                      <a:pt x="1253" y="1136"/>
                    </a:cubicBezTo>
                    <a:cubicBezTo>
                      <a:pt x="658" y="1731"/>
                      <a:pt x="324" y="2538"/>
                      <a:pt x="324" y="3379"/>
                    </a:cubicBezTo>
                    <a:cubicBezTo>
                      <a:pt x="324" y="4221"/>
                      <a:pt x="658" y="5028"/>
                      <a:pt x="1253" y="5623"/>
                    </a:cubicBezTo>
                    <a:cubicBezTo>
                      <a:pt x="1848" y="6218"/>
                      <a:pt x="2654" y="6552"/>
                      <a:pt x="3495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09" name="Freeform: Shape 9808">
                <a:extLst>
                  <a:ext uri="{FF2B5EF4-FFF2-40B4-BE49-F238E27FC236}">
                    <a16:creationId xmlns:a16="http://schemas.microsoft.com/office/drawing/2014/main" id="{AE80EE1A-5EF7-7FB0-8240-E76468FB4CF3}"/>
                  </a:ext>
                </a:extLst>
              </p:cNvPr>
              <p:cNvSpPr/>
              <p:nvPr/>
            </p:nvSpPr>
            <p:spPr>
              <a:xfrm>
                <a:off x="10513027" y="6107613"/>
                <a:ext cx="6343" cy="6345"/>
              </a:xfrm>
              <a:custGeom>
                <a:avLst/>
                <a:gdLst>
                  <a:gd name="connsiteX0" fmla="*/ 3495 w 6343"/>
                  <a:gd name="connsiteY0" fmla="*/ 6553 h 6345"/>
                  <a:gd name="connsiteX1" fmla="*/ 5738 w 6343"/>
                  <a:gd name="connsiteY1" fmla="*/ 5623 h 6345"/>
                  <a:gd name="connsiteX2" fmla="*/ 6667 w 6343"/>
                  <a:gd name="connsiteY2" fmla="*/ 3380 h 6345"/>
                  <a:gd name="connsiteX3" fmla="*/ 5738 w 6343"/>
                  <a:gd name="connsiteY3" fmla="*/ 1136 h 6345"/>
                  <a:gd name="connsiteX4" fmla="*/ 3495 w 6343"/>
                  <a:gd name="connsiteY4" fmla="*/ 207 h 6345"/>
                  <a:gd name="connsiteX5" fmla="*/ 1252 w 6343"/>
                  <a:gd name="connsiteY5" fmla="*/ 1136 h 6345"/>
                  <a:gd name="connsiteX6" fmla="*/ 324 w 6343"/>
                  <a:gd name="connsiteY6" fmla="*/ 3380 h 6345"/>
                  <a:gd name="connsiteX7" fmla="*/ 1252 w 6343"/>
                  <a:gd name="connsiteY7" fmla="*/ 5623 h 6345"/>
                  <a:gd name="connsiteX8" fmla="*/ 3495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5" y="6553"/>
                    </a:moveTo>
                    <a:cubicBezTo>
                      <a:pt x="4336" y="6553"/>
                      <a:pt x="5143" y="6218"/>
                      <a:pt x="5738" y="5623"/>
                    </a:cubicBezTo>
                    <a:cubicBezTo>
                      <a:pt x="6332" y="5028"/>
                      <a:pt x="6667" y="4221"/>
                      <a:pt x="6667" y="3380"/>
                    </a:cubicBezTo>
                    <a:cubicBezTo>
                      <a:pt x="6667" y="2538"/>
                      <a:pt x="6332" y="1731"/>
                      <a:pt x="5738" y="1136"/>
                    </a:cubicBezTo>
                    <a:cubicBezTo>
                      <a:pt x="5143" y="541"/>
                      <a:pt x="4336" y="207"/>
                      <a:pt x="3495" y="207"/>
                    </a:cubicBezTo>
                    <a:cubicBezTo>
                      <a:pt x="2654" y="207"/>
                      <a:pt x="1847" y="541"/>
                      <a:pt x="1252" y="1136"/>
                    </a:cubicBezTo>
                    <a:cubicBezTo>
                      <a:pt x="658" y="1731"/>
                      <a:pt x="324" y="2538"/>
                      <a:pt x="324" y="3380"/>
                    </a:cubicBezTo>
                    <a:cubicBezTo>
                      <a:pt x="324" y="4221"/>
                      <a:pt x="658" y="5028"/>
                      <a:pt x="1252" y="5623"/>
                    </a:cubicBezTo>
                    <a:cubicBezTo>
                      <a:pt x="1847" y="6218"/>
                      <a:pt x="2654" y="6553"/>
                      <a:pt x="3495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10" name="Freeform: Shape 9809">
                <a:extLst>
                  <a:ext uri="{FF2B5EF4-FFF2-40B4-BE49-F238E27FC236}">
                    <a16:creationId xmlns:a16="http://schemas.microsoft.com/office/drawing/2014/main" id="{3BB29EDD-A1B0-2316-8F5E-101AA1D760F6}"/>
                  </a:ext>
                </a:extLst>
              </p:cNvPr>
              <p:cNvSpPr/>
              <p:nvPr/>
            </p:nvSpPr>
            <p:spPr>
              <a:xfrm>
                <a:off x="10508166" y="6114273"/>
                <a:ext cx="6343" cy="6345"/>
              </a:xfrm>
              <a:custGeom>
                <a:avLst/>
                <a:gdLst>
                  <a:gd name="connsiteX0" fmla="*/ 3495 w 6343"/>
                  <a:gd name="connsiteY0" fmla="*/ 6553 h 6345"/>
                  <a:gd name="connsiteX1" fmla="*/ 5737 w 6343"/>
                  <a:gd name="connsiteY1" fmla="*/ 5624 h 6345"/>
                  <a:gd name="connsiteX2" fmla="*/ 6666 w 6343"/>
                  <a:gd name="connsiteY2" fmla="*/ 3380 h 6345"/>
                  <a:gd name="connsiteX3" fmla="*/ 5737 w 6343"/>
                  <a:gd name="connsiteY3" fmla="*/ 1137 h 6345"/>
                  <a:gd name="connsiteX4" fmla="*/ 3495 w 6343"/>
                  <a:gd name="connsiteY4" fmla="*/ 208 h 6345"/>
                  <a:gd name="connsiteX5" fmla="*/ 1252 w 6343"/>
                  <a:gd name="connsiteY5" fmla="*/ 1137 h 6345"/>
                  <a:gd name="connsiteX6" fmla="*/ 323 w 6343"/>
                  <a:gd name="connsiteY6" fmla="*/ 3380 h 6345"/>
                  <a:gd name="connsiteX7" fmla="*/ 1252 w 6343"/>
                  <a:gd name="connsiteY7" fmla="*/ 5624 h 6345"/>
                  <a:gd name="connsiteX8" fmla="*/ 3495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5" y="6553"/>
                    </a:moveTo>
                    <a:cubicBezTo>
                      <a:pt x="4336" y="6553"/>
                      <a:pt x="5143" y="6219"/>
                      <a:pt x="5737" y="5624"/>
                    </a:cubicBezTo>
                    <a:cubicBezTo>
                      <a:pt x="6332" y="5029"/>
                      <a:pt x="6666" y="4222"/>
                      <a:pt x="6666" y="3380"/>
                    </a:cubicBezTo>
                    <a:cubicBezTo>
                      <a:pt x="6666" y="2539"/>
                      <a:pt x="6332" y="1732"/>
                      <a:pt x="5737" y="1137"/>
                    </a:cubicBezTo>
                    <a:cubicBezTo>
                      <a:pt x="5143" y="542"/>
                      <a:pt x="4336" y="208"/>
                      <a:pt x="3495" y="208"/>
                    </a:cubicBezTo>
                    <a:cubicBezTo>
                      <a:pt x="2654" y="208"/>
                      <a:pt x="1847" y="542"/>
                      <a:pt x="1252" y="1137"/>
                    </a:cubicBezTo>
                    <a:cubicBezTo>
                      <a:pt x="657" y="1732"/>
                      <a:pt x="323" y="2539"/>
                      <a:pt x="323" y="3380"/>
                    </a:cubicBezTo>
                    <a:cubicBezTo>
                      <a:pt x="323" y="4222"/>
                      <a:pt x="657" y="5029"/>
                      <a:pt x="1252" y="5624"/>
                    </a:cubicBezTo>
                    <a:cubicBezTo>
                      <a:pt x="1847" y="6219"/>
                      <a:pt x="2654" y="6553"/>
                      <a:pt x="3495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11" name="Freeform: Shape 9810">
                <a:extLst>
                  <a:ext uri="{FF2B5EF4-FFF2-40B4-BE49-F238E27FC236}">
                    <a16:creationId xmlns:a16="http://schemas.microsoft.com/office/drawing/2014/main" id="{EC1E001C-0862-4A60-185F-AB87020F6D5E}"/>
                  </a:ext>
                </a:extLst>
              </p:cNvPr>
              <p:cNvSpPr/>
              <p:nvPr/>
            </p:nvSpPr>
            <p:spPr>
              <a:xfrm>
                <a:off x="10516239" y="6131037"/>
                <a:ext cx="6343" cy="6345"/>
              </a:xfrm>
              <a:custGeom>
                <a:avLst/>
                <a:gdLst>
                  <a:gd name="connsiteX0" fmla="*/ 3495 w 6343"/>
                  <a:gd name="connsiteY0" fmla="*/ 6554 h 6345"/>
                  <a:gd name="connsiteX1" fmla="*/ 5738 w 6343"/>
                  <a:gd name="connsiteY1" fmla="*/ 5625 h 6345"/>
                  <a:gd name="connsiteX2" fmla="*/ 6667 w 6343"/>
                  <a:gd name="connsiteY2" fmla="*/ 3382 h 6345"/>
                  <a:gd name="connsiteX3" fmla="*/ 5738 w 6343"/>
                  <a:gd name="connsiteY3" fmla="*/ 1138 h 6345"/>
                  <a:gd name="connsiteX4" fmla="*/ 3495 w 6343"/>
                  <a:gd name="connsiteY4" fmla="*/ 209 h 6345"/>
                  <a:gd name="connsiteX5" fmla="*/ 1253 w 6343"/>
                  <a:gd name="connsiteY5" fmla="*/ 1138 h 6345"/>
                  <a:gd name="connsiteX6" fmla="*/ 324 w 6343"/>
                  <a:gd name="connsiteY6" fmla="*/ 3382 h 6345"/>
                  <a:gd name="connsiteX7" fmla="*/ 1253 w 6343"/>
                  <a:gd name="connsiteY7" fmla="*/ 5625 h 6345"/>
                  <a:gd name="connsiteX8" fmla="*/ 3495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5" y="6554"/>
                    </a:moveTo>
                    <a:cubicBezTo>
                      <a:pt x="4336" y="6554"/>
                      <a:pt x="5143" y="6220"/>
                      <a:pt x="5738" y="5625"/>
                    </a:cubicBezTo>
                    <a:cubicBezTo>
                      <a:pt x="6333" y="5030"/>
                      <a:pt x="6667" y="4223"/>
                      <a:pt x="6667" y="3382"/>
                    </a:cubicBezTo>
                    <a:cubicBezTo>
                      <a:pt x="6667" y="2540"/>
                      <a:pt x="6333" y="1733"/>
                      <a:pt x="5738" y="1138"/>
                    </a:cubicBezTo>
                    <a:cubicBezTo>
                      <a:pt x="5143" y="543"/>
                      <a:pt x="4336" y="209"/>
                      <a:pt x="3495" y="209"/>
                    </a:cubicBezTo>
                    <a:cubicBezTo>
                      <a:pt x="2654" y="209"/>
                      <a:pt x="1847" y="543"/>
                      <a:pt x="1253" y="1138"/>
                    </a:cubicBezTo>
                    <a:cubicBezTo>
                      <a:pt x="658" y="1733"/>
                      <a:pt x="324" y="2540"/>
                      <a:pt x="324" y="3382"/>
                    </a:cubicBezTo>
                    <a:cubicBezTo>
                      <a:pt x="324" y="4223"/>
                      <a:pt x="658" y="5030"/>
                      <a:pt x="1253" y="5625"/>
                    </a:cubicBezTo>
                    <a:cubicBezTo>
                      <a:pt x="1847" y="6220"/>
                      <a:pt x="2654" y="6554"/>
                      <a:pt x="3495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12" name="Freeform: Shape 9811">
                <a:extLst>
                  <a:ext uri="{FF2B5EF4-FFF2-40B4-BE49-F238E27FC236}">
                    <a16:creationId xmlns:a16="http://schemas.microsoft.com/office/drawing/2014/main" id="{6E5D3864-F8EF-87F9-B59F-7F629E89D35A}"/>
                  </a:ext>
                </a:extLst>
              </p:cNvPr>
              <p:cNvSpPr/>
              <p:nvPr/>
            </p:nvSpPr>
            <p:spPr>
              <a:xfrm>
                <a:off x="10509952" y="6136704"/>
                <a:ext cx="6343" cy="6345"/>
              </a:xfrm>
              <a:custGeom>
                <a:avLst/>
                <a:gdLst>
                  <a:gd name="connsiteX0" fmla="*/ 3495 w 6343"/>
                  <a:gd name="connsiteY0" fmla="*/ 6555 h 6345"/>
                  <a:gd name="connsiteX1" fmla="*/ 5737 w 6343"/>
                  <a:gd name="connsiteY1" fmla="*/ 5626 h 6345"/>
                  <a:gd name="connsiteX2" fmla="*/ 6666 w 6343"/>
                  <a:gd name="connsiteY2" fmla="*/ 3382 h 6345"/>
                  <a:gd name="connsiteX3" fmla="*/ 5737 w 6343"/>
                  <a:gd name="connsiteY3" fmla="*/ 1139 h 6345"/>
                  <a:gd name="connsiteX4" fmla="*/ 3495 w 6343"/>
                  <a:gd name="connsiteY4" fmla="*/ 209 h 6345"/>
                  <a:gd name="connsiteX5" fmla="*/ 1252 w 6343"/>
                  <a:gd name="connsiteY5" fmla="*/ 1139 h 6345"/>
                  <a:gd name="connsiteX6" fmla="*/ 323 w 6343"/>
                  <a:gd name="connsiteY6" fmla="*/ 3382 h 6345"/>
                  <a:gd name="connsiteX7" fmla="*/ 1252 w 6343"/>
                  <a:gd name="connsiteY7" fmla="*/ 5626 h 6345"/>
                  <a:gd name="connsiteX8" fmla="*/ 3495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5" y="6555"/>
                    </a:moveTo>
                    <a:cubicBezTo>
                      <a:pt x="4336" y="6555"/>
                      <a:pt x="5143" y="6220"/>
                      <a:pt x="5737" y="5626"/>
                    </a:cubicBezTo>
                    <a:cubicBezTo>
                      <a:pt x="6332" y="5031"/>
                      <a:pt x="6666" y="4224"/>
                      <a:pt x="6666" y="3382"/>
                    </a:cubicBezTo>
                    <a:cubicBezTo>
                      <a:pt x="6666" y="2541"/>
                      <a:pt x="6332" y="1734"/>
                      <a:pt x="5737" y="1139"/>
                    </a:cubicBezTo>
                    <a:cubicBezTo>
                      <a:pt x="5143" y="544"/>
                      <a:pt x="4336" y="209"/>
                      <a:pt x="3495" y="209"/>
                    </a:cubicBezTo>
                    <a:cubicBezTo>
                      <a:pt x="2654" y="209"/>
                      <a:pt x="1847" y="544"/>
                      <a:pt x="1252" y="1139"/>
                    </a:cubicBezTo>
                    <a:cubicBezTo>
                      <a:pt x="657" y="1734"/>
                      <a:pt x="323" y="2541"/>
                      <a:pt x="323" y="3382"/>
                    </a:cubicBezTo>
                    <a:cubicBezTo>
                      <a:pt x="323" y="4224"/>
                      <a:pt x="657" y="5031"/>
                      <a:pt x="1252" y="5626"/>
                    </a:cubicBezTo>
                    <a:cubicBezTo>
                      <a:pt x="1847" y="6220"/>
                      <a:pt x="2654" y="6555"/>
                      <a:pt x="3495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13" name="Freeform: Shape 9812">
                <a:extLst>
                  <a:ext uri="{FF2B5EF4-FFF2-40B4-BE49-F238E27FC236}">
                    <a16:creationId xmlns:a16="http://schemas.microsoft.com/office/drawing/2014/main" id="{AD83CE32-636F-E804-F801-1B2CDE199452}"/>
                  </a:ext>
                </a:extLst>
              </p:cNvPr>
              <p:cNvSpPr/>
              <p:nvPr/>
            </p:nvSpPr>
            <p:spPr>
              <a:xfrm>
                <a:off x="10505204" y="6143582"/>
                <a:ext cx="6343" cy="6345"/>
              </a:xfrm>
              <a:custGeom>
                <a:avLst/>
                <a:gdLst>
                  <a:gd name="connsiteX0" fmla="*/ 3494 w 6343"/>
                  <a:gd name="connsiteY0" fmla="*/ 6555 h 6345"/>
                  <a:gd name="connsiteX1" fmla="*/ 5737 w 6343"/>
                  <a:gd name="connsiteY1" fmla="*/ 5626 h 6345"/>
                  <a:gd name="connsiteX2" fmla="*/ 6666 w 6343"/>
                  <a:gd name="connsiteY2" fmla="*/ 3383 h 6345"/>
                  <a:gd name="connsiteX3" fmla="*/ 5737 w 6343"/>
                  <a:gd name="connsiteY3" fmla="*/ 1139 h 6345"/>
                  <a:gd name="connsiteX4" fmla="*/ 3494 w 6343"/>
                  <a:gd name="connsiteY4" fmla="*/ 210 h 6345"/>
                  <a:gd name="connsiteX5" fmla="*/ 1252 w 6343"/>
                  <a:gd name="connsiteY5" fmla="*/ 1139 h 6345"/>
                  <a:gd name="connsiteX6" fmla="*/ 323 w 6343"/>
                  <a:gd name="connsiteY6" fmla="*/ 3383 h 6345"/>
                  <a:gd name="connsiteX7" fmla="*/ 1252 w 6343"/>
                  <a:gd name="connsiteY7" fmla="*/ 5626 h 6345"/>
                  <a:gd name="connsiteX8" fmla="*/ 3494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4" y="6555"/>
                    </a:moveTo>
                    <a:cubicBezTo>
                      <a:pt x="4336" y="6555"/>
                      <a:pt x="5142" y="6221"/>
                      <a:pt x="5737" y="5626"/>
                    </a:cubicBezTo>
                    <a:cubicBezTo>
                      <a:pt x="6332" y="5031"/>
                      <a:pt x="6666" y="4224"/>
                      <a:pt x="6666" y="3383"/>
                    </a:cubicBezTo>
                    <a:cubicBezTo>
                      <a:pt x="6666" y="2541"/>
                      <a:pt x="6332" y="1734"/>
                      <a:pt x="5737" y="1139"/>
                    </a:cubicBezTo>
                    <a:cubicBezTo>
                      <a:pt x="5142" y="544"/>
                      <a:pt x="4336" y="210"/>
                      <a:pt x="3494" y="210"/>
                    </a:cubicBezTo>
                    <a:cubicBezTo>
                      <a:pt x="2653" y="210"/>
                      <a:pt x="1847" y="544"/>
                      <a:pt x="1252" y="1139"/>
                    </a:cubicBezTo>
                    <a:cubicBezTo>
                      <a:pt x="657" y="1734"/>
                      <a:pt x="323" y="2541"/>
                      <a:pt x="323" y="3383"/>
                    </a:cubicBezTo>
                    <a:cubicBezTo>
                      <a:pt x="323" y="4224"/>
                      <a:pt x="657" y="5031"/>
                      <a:pt x="1252" y="5626"/>
                    </a:cubicBezTo>
                    <a:cubicBezTo>
                      <a:pt x="1847" y="6221"/>
                      <a:pt x="2653" y="6555"/>
                      <a:pt x="3494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14" name="Freeform: Shape 9813">
                <a:extLst>
                  <a:ext uri="{FF2B5EF4-FFF2-40B4-BE49-F238E27FC236}">
                    <a16:creationId xmlns:a16="http://schemas.microsoft.com/office/drawing/2014/main" id="{FCD666D1-D59C-0788-9505-0DD499A5E1AE}"/>
                  </a:ext>
                </a:extLst>
              </p:cNvPr>
              <p:cNvSpPr/>
              <p:nvPr/>
            </p:nvSpPr>
            <p:spPr>
              <a:xfrm>
                <a:off x="10501584" y="6151384"/>
                <a:ext cx="6343" cy="6345"/>
              </a:xfrm>
              <a:custGeom>
                <a:avLst/>
                <a:gdLst>
                  <a:gd name="connsiteX0" fmla="*/ 3494 w 6343"/>
                  <a:gd name="connsiteY0" fmla="*/ 6556 h 6345"/>
                  <a:gd name="connsiteX1" fmla="*/ 5737 w 6343"/>
                  <a:gd name="connsiteY1" fmla="*/ 5627 h 6345"/>
                  <a:gd name="connsiteX2" fmla="*/ 6666 w 6343"/>
                  <a:gd name="connsiteY2" fmla="*/ 3383 h 6345"/>
                  <a:gd name="connsiteX3" fmla="*/ 5737 w 6343"/>
                  <a:gd name="connsiteY3" fmla="*/ 1140 h 6345"/>
                  <a:gd name="connsiteX4" fmla="*/ 3494 w 6343"/>
                  <a:gd name="connsiteY4" fmla="*/ 211 h 6345"/>
                  <a:gd name="connsiteX5" fmla="*/ 1252 w 6343"/>
                  <a:gd name="connsiteY5" fmla="*/ 1140 h 6345"/>
                  <a:gd name="connsiteX6" fmla="*/ 323 w 6343"/>
                  <a:gd name="connsiteY6" fmla="*/ 3383 h 6345"/>
                  <a:gd name="connsiteX7" fmla="*/ 1252 w 6343"/>
                  <a:gd name="connsiteY7" fmla="*/ 5627 h 6345"/>
                  <a:gd name="connsiteX8" fmla="*/ 3494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4" y="6556"/>
                    </a:moveTo>
                    <a:cubicBezTo>
                      <a:pt x="4335" y="6556"/>
                      <a:pt x="5142" y="6222"/>
                      <a:pt x="5737" y="5627"/>
                    </a:cubicBezTo>
                    <a:cubicBezTo>
                      <a:pt x="6332" y="5032"/>
                      <a:pt x="6666" y="4225"/>
                      <a:pt x="6666" y="3383"/>
                    </a:cubicBezTo>
                    <a:cubicBezTo>
                      <a:pt x="6666" y="2542"/>
                      <a:pt x="6332" y="1735"/>
                      <a:pt x="5737" y="1140"/>
                    </a:cubicBezTo>
                    <a:cubicBezTo>
                      <a:pt x="5142" y="545"/>
                      <a:pt x="4335" y="211"/>
                      <a:pt x="3494" y="211"/>
                    </a:cubicBezTo>
                    <a:cubicBezTo>
                      <a:pt x="2653" y="211"/>
                      <a:pt x="1846" y="545"/>
                      <a:pt x="1252" y="1140"/>
                    </a:cubicBezTo>
                    <a:cubicBezTo>
                      <a:pt x="657" y="1735"/>
                      <a:pt x="323" y="2542"/>
                      <a:pt x="323" y="3383"/>
                    </a:cubicBezTo>
                    <a:cubicBezTo>
                      <a:pt x="323" y="4225"/>
                      <a:pt x="657" y="5032"/>
                      <a:pt x="1252" y="5627"/>
                    </a:cubicBezTo>
                    <a:cubicBezTo>
                      <a:pt x="1846" y="6222"/>
                      <a:pt x="2653" y="6556"/>
                      <a:pt x="3494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15" name="Freeform: Shape 9814">
                <a:extLst>
                  <a:ext uri="{FF2B5EF4-FFF2-40B4-BE49-F238E27FC236}">
                    <a16:creationId xmlns:a16="http://schemas.microsoft.com/office/drawing/2014/main" id="{C44AAB97-B5DD-61BC-DB49-A3D730494DA8}"/>
                  </a:ext>
                </a:extLst>
              </p:cNvPr>
              <p:cNvSpPr/>
              <p:nvPr/>
            </p:nvSpPr>
            <p:spPr>
              <a:xfrm>
                <a:off x="10509174" y="6168427"/>
                <a:ext cx="6343" cy="6345"/>
              </a:xfrm>
              <a:custGeom>
                <a:avLst/>
                <a:gdLst>
                  <a:gd name="connsiteX0" fmla="*/ 3495 w 6343"/>
                  <a:gd name="connsiteY0" fmla="*/ 6557 h 6345"/>
                  <a:gd name="connsiteX1" fmla="*/ 5737 w 6343"/>
                  <a:gd name="connsiteY1" fmla="*/ 5628 h 6345"/>
                  <a:gd name="connsiteX2" fmla="*/ 6666 w 6343"/>
                  <a:gd name="connsiteY2" fmla="*/ 3385 h 6345"/>
                  <a:gd name="connsiteX3" fmla="*/ 5737 w 6343"/>
                  <a:gd name="connsiteY3" fmla="*/ 1141 h 6345"/>
                  <a:gd name="connsiteX4" fmla="*/ 3495 w 6343"/>
                  <a:gd name="connsiteY4" fmla="*/ 212 h 6345"/>
                  <a:gd name="connsiteX5" fmla="*/ 1252 w 6343"/>
                  <a:gd name="connsiteY5" fmla="*/ 1141 h 6345"/>
                  <a:gd name="connsiteX6" fmla="*/ 323 w 6343"/>
                  <a:gd name="connsiteY6" fmla="*/ 3385 h 6345"/>
                  <a:gd name="connsiteX7" fmla="*/ 1252 w 6343"/>
                  <a:gd name="connsiteY7" fmla="*/ 5628 h 6345"/>
                  <a:gd name="connsiteX8" fmla="*/ 3495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5" y="6557"/>
                    </a:moveTo>
                    <a:cubicBezTo>
                      <a:pt x="4336" y="6557"/>
                      <a:pt x="5143" y="6223"/>
                      <a:pt x="5737" y="5628"/>
                    </a:cubicBezTo>
                    <a:cubicBezTo>
                      <a:pt x="6332" y="5033"/>
                      <a:pt x="6666" y="4226"/>
                      <a:pt x="6666" y="3385"/>
                    </a:cubicBezTo>
                    <a:cubicBezTo>
                      <a:pt x="6666" y="2543"/>
                      <a:pt x="6332" y="1736"/>
                      <a:pt x="5737" y="1141"/>
                    </a:cubicBezTo>
                    <a:cubicBezTo>
                      <a:pt x="5143" y="546"/>
                      <a:pt x="4336" y="212"/>
                      <a:pt x="3495" y="212"/>
                    </a:cubicBezTo>
                    <a:cubicBezTo>
                      <a:pt x="2654" y="212"/>
                      <a:pt x="1847" y="546"/>
                      <a:pt x="1252" y="1141"/>
                    </a:cubicBezTo>
                    <a:cubicBezTo>
                      <a:pt x="657" y="1736"/>
                      <a:pt x="323" y="2543"/>
                      <a:pt x="323" y="3385"/>
                    </a:cubicBezTo>
                    <a:cubicBezTo>
                      <a:pt x="323" y="4226"/>
                      <a:pt x="657" y="5033"/>
                      <a:pt x="1252" y="5628"/>
                    </a:cubicBezTo>
                    <a:cubicBezTo>
                      <a:pt x="1847" y="6223"/>
                      <a:pt x="2654" y="6557"/>
                      <a:pt x="3495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16" name="Freeform: Shape 9815">
                <a:extLst>
                  <a:ext uri="{FF2B5EF4-FFF2-40B4-BE49-F238E27FC236}">
                    <a16:creationId xmlns:a16="http://schemas.microsoft.com/office/drawing/2014/main" id="{E4B68978-7D16-984D-F1A6-68A9A8A8F50B}"/>
                  </a:ext>
                </a:extLst>
              </p:cNvPr>
              <p:cNvSpPr/>
              <p:nvPr/>
            </p:nvSpPr>
            <p:spPr>
              <a:xfrm>
                <a:off x="10702570" y="6340258"/>
                <a:ext cx="6343" cy="6345"/>
              </a:xfrm>
              <a:custGeom>
                <a:avLst/>
                <a:gdLst>
                  <a:gd name="connsiteX0" fmla="*/ 3510 w 6343"/>
                  <a:gd name="connsiteY0" fmla="*/ 6571 h 6345"/>
                  <a:gd name="connsiteX1" fmla="*/ 5753 w 6343"/>
                  <a:gd name="connsiteY1" fmla="*/ 5642 h 6345"/>
                  <a:gd name="connsiteX2" fmla="*/ 6682 w 6343"/>
                  <a:gd name="connsiteY2" fmla="*/ 3398 h 6345"/>
                  <a:gd name="connsiteX3" fmla="*/ 5753 w 6343"/>
                  <a:gd name="connsiteY3" fmla="*/ 1155 h 6345"/>
                  <a:gd name="connsiteX4" fmla="*/ 3510 w 6343"/>
                  <a:gd name="connsiteY4" fmla="*/ 225 h 6345"/>
                  <a:gd name="connsiteX5" fmla="*/ 1267 w 6343"/>
                  <a:gd name="connsiteY5" fmla="*/ 1155 h 6345"/>
                  <a:gd name="connsiteX6" fmla="*/ 338 w 6343"/>
                  <a:gd name="connsiteY6" fmla="*/ 3398 h 6345"/>
                  <a:gd name="connsiteX7" fmla="*/ 1267 w 6343"/>
                  <a:gd name="connsiteY7" fmla="*/ 5642 h 6345"/>
                  <a:gd name="connsiteX8" fmla="*/ 3510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0" y="6571"/>
                    </a:moveTo>
                    <a:cubicBezTo>
                      <a:pt x="4351" y="6571"/>
                      <a:pt x="5158" y="6237"/>
                      <a:pt x="5753" y="5642"/>
                    </a:cubicBezTo>
                    <a:cubicBezTo>
                      <a:pt x="6347" y="5047"/>
                      <a:pt x="6682" y="4240"/>
                      <a:pt x="6682" y="3398"/>
                    </a:cubicBezTo>
                    <a:cubicBezTo>
                      <a:pt x="6682" y="2557"/>
                      <a:pt x="6347" y="1750"/>
                      <a:pt x="5753" y="1155"/>
                    </a:cubicBezTo>
                    <a:cubicBezTo>
                      <a:pt x="5158" y="560"/>
                      <a:pt x="4351" y="225"/>
                      <a:pt x="3510" y="225"/>
                    </a:cubicBezTo>
                    <a:cubicBezTo>
                      <a:pt x="2669" y="225"/>
                      <a:pt x="1862" y="560"/>
                      <a:pt x="1267" y="1155"/>
                    </a:cubicBezTo>
                    <a:cubicBezTo>
                      <a:pt x="673" y="1750"/>
                      <a:pt x="338" y="2557"/>
                      <a:pt x="338" y="3398"/>
                    </a:cubicBezTo>
                    <a:cubicBezTo>
                      <a:pt x="338" y="4240"/>
                      <a:pt x="673" y="5047"/>
                      <a:pt x="1267" y="5642"/>
                    </a:cubicBezTo>
                    <a:cubicBezTo>
                      <a:pt x="1862" y="6237"/>
                      <a:pt x="2669" y="6571"/>
                      <a:pt x="3510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17" name="Freeform: Shape 9816">
                <a:extLst>
                  <a:ext uri="{FF2B5EF4-FFF2-40B4-BE49-F238E27FC236}">
                    <a16:creationId xmlns:a16="http://schemas.microsoft.com/office/drawing/2014/main" id="{15431CF4-3C5B-C9DA-422D-FCA60036EC4B}"/>
                  </a:ext>
                </a:extLst>
              </p:cNvPr>
              <p:cNvSpPr/>
              <p:nvPr/>
            </p:nvSpPr>
            <p:spPr>
              <a:xfrm>
                <a:off x="10069326" y="5846924"/>
                <a:ext cx="6343" cy="6345"/>
              </a:xfrm>
              <a:custGeom>
                <a:avLst/>
                <a:gdLst>
                  <a:gd name="connsiteX0" fmla="*/ 3460 w 6343"/>
                  <a:gd name="connsiteY0" fmla="*/ 6532 h 6345"/>
                  <a:gd name="connsiteX1" fmla="*/ 5703 w 6343"/>
                  <a:gd name="connsiteY1" fmla="*/ 5603 h 6345"/>
                  <a:gd name="connsiteX2" fmla="*/ 6632 w 6343"/>
                  <a:gd name="connsiteY2" fmla="*/ 3359 h 6345"/>
                  <a:gd name="connsiteX3" fmla="*/ 5703 w 6343"/>
                  <a:gd name="connsiteY3" fmla="*/ 1116 h 6345"/>
                  <a:gd name="connsiteX4" fmla="*/ 3460 w 6343"/>
                  <a:gd name="connsiteY4" fmla="*/ 187 h 6345"/>
                  <a:gd name="connsiteX5" fmla="*/ 1217 w 6343"/>
                  <a:gd name="connsiteY5" fmla="*/ 1116 h 6345"/>
                  <a:gd name="connsiteX6" fmla="*/ 289 w 6343"/>
                  <a:gd name="connsiteY6" fmla="*/ 3359 h 6345"/>
                  <a:gd name="connsiteX7" fmla="*/ 1217 w 6343"/>
                  <a:gd name="connsiteY7" fmla="*/ 5603 h 6345"/>
                  <a:gd name="connsiteX8" fmla="*/ 3460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2"/>
                    </a:moveTo>
                    <a:cubicBezTo>
                      <a:pt x="4301" y="6532"/>
                      <a:pt x="5108" y="6198"/>
                      <a:pt x="5703" y="5603"/>
                    </a:cubicBezTo>
                    <a:cubicBezTo>
                      <a:pt x="6297" y="5008"/>
                      <a:pt x="6632" y="4201"/>
                      <a:pt x="6632" y="3359"/>
                    </a:cubicBezTo>
                    <a:cubicBezTo>
                      <a:pt x="6632" y="2518"/>
                      <a:pt x="6297" y="1711"/>
                      <a:pt x="5703" y="1116"/>
                    </a:cubicBezTo>
                    <a:cubicBezTo>
                      <a:pt x="5108" y="521"/>
                      <a:pt x="4301" y="187"/>
                      <a:pt x="3460" y="187"/>
                    </a:cubicBezTo>
                    <a:cubicBezTo>
                      <a:pt x="2619" y="187"/>
                      <a:pt x="1812" y="521"/>
                      <a:pt x="1217" y="1116"/>
                    </a:cubicBezTo>
                    <a:cubicBezTo>
                      <a:pt x="623" y="1711"/>
                      <a:pt x="289" y="2518"/>
                      <a:pt x="289" y="3359"/>
                    </a:cubicBezTo>
                    <a:cubicBezTo>
                      <a:pt x="289" y="4201"/>
                      <a:pt x="623" y="5008"/>
                      <a:pt x="1217" y="5603"/>
                    </a:cubicBezTo>
                    <a:cubicBezTo>
                      <a:pt x="1812" y="6198"/>
                      <a:pt x="2619" y="6532"/>
                      <a:pt x="3460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18" name="Freeform: Shape 9817">
                <a:extLst>
                  <a:ext uri="{FF2B5EF4-FFF2-40B4-BE49-F238E27FC236}">
                    <a16:creationId xmlns:a16="http://schemas.microsoft.com/office/drawing/2014/main" id="{E6A85C61-2B0A-5C61-C241-5FAF3F56EF20}"/>
                  </a:ext>
                </a:extLst>
              </p:cNvPr>
              <p:cNvSpPr/>
              <p:nvPr/>
            </p:nvSpPr>
            <p:spPr>
              <a:xfrm>
                <a:off x="10066017" y="5850834"/>
                <a:ext cx="6343" cy="6345"/>
              </a:xfrm>
              <a:custGeom>
                <a:avLst/>
                <a:gdLst>
                  <a:gd name="connsiteX0" fmla="*/ 3460 w 6343"/>
                  <a:gd name="connsiteY0" fmla="*/ 6532 h 6345"/>
                  <a:gd name="connsiteX1" fmla="*/ 5702 w 6343"/>
                  <a:gd name="connsiteY1" fmla="*/ 5603 h 6345"/>
                  <a:gd name="connsiteX2" fmla="*/ 6631 w 6343"/>
                  <a:gd name="connsiteY2" fmla="*/ 3360 h 6345"/>
                  <a:gd name="connsiteX3" fmla="*/ 5702 w 6343"/>
                  <a:gd name="connsiteY3" fmla="*/ 1116 h 6345"/>
                  <a:gd name="connsiteX4" fmla="*/ 3460 w 6343"/>
                  <a:gd name="connsiteY4" fmla="*/ 187 h 6345"/>
                  <a:gd name="connsiteX5" fmla="*/ 1217 w 6343"/>
                  <a:gd name="connsiteY5" fmla="*/ 1116 h 6345"/>
                  <a:gd name="connsiteX6" fmla="*/ 288 w 6343"/>
                  <a:gd name="connsiteY6" fmla="*/ 3360 h 6345"/>
                  <a:gd name="connsiteX7" fmla="*/ 1217 w 6343"/>
                  <a:gd name="connsiteY7" fmla="*/ 5603 h 6345"/>
                  <a:gd name="connsiteX8" fmla="*/ 3460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2"/>
                    </a:moveTo>
                    <a:cubicBezTo>
                      <a:pt x="4301" y="6532"/>
                      <a:pt x="5108" y="6198"/>
                      <a:pt x="5702" y="5603"/>
                    </a:cubicBezTo>
                    <a:cubicBezTo>
                      <a:pt x="6297" y="5008"/>
                      <a:pt x="6631" y="4201"/>
                      <a:pt x="6631" y="3360"/>
                    </a:cubicBezTo>
                    <a:cubicBezTo>
                      <a:pt x="6631" y="2518"/>
                      <a:pt x="6297" y="1711"/>
                      <a:pt x="5702" y="1116"/>
                    </a:cubicBezTo>
                    <a:cubicBezTo>
                      <a:pt x="5108" y="521"/>
                      <a:pt x="4301" y="187"/>
                      <a:pt x="3460" y="187"/>
                    </a:cubicBezTo>
                    <a:cubicBezTo>
                      <a:pt x="2619" y="187"/>
                      <a:pt x="1812" y="521"/>
                      <a:pt x="1217" y="1116"/>
                    </a:cubicBezTo>
                    <a:cubicBezTo>
                      <a:pt x="622" y="1711"/>
                      <a:pt x="288" y="2518"/>
                      <a:pt x="288" y="3360"/>
                    </a:cubicBezTo>
                    <a:cubicBezTo>
                      <a:pt x="288" y="4201"/>
                      <a:pt x="622" y="5008"/>
                      <a:pt x="1217" y="5603"/>
                    </a:cubicBezTo>
                    <a:cubicBezTo>
                      <a:pt x="1812" y="6198"/>
                      <a:pt x="2619" y="6532"/>
                      <a:pt x="3460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19" name="Freeform: Shape 9818">
                <a:extLst>
                  <a:ext uri="{FF2B5EF4-FFF2-40B4-BE49-F238E27FC236}">
                    <a16:creationId xmlns:a16="http://schemas.microsoft.com/office/drawing/2014/main" id="{158CC6FD-A20C-FDE4-0945-77143913D0EF}"/>
                  </a:ext>
                </a:extLst>
              </p:cNvPr>
              <p:cNvSpPr/>
              <p:nvPr/>
            </p:nvSpPr>
            <p:spPr>
              <a:xfrm>
                <a:off x="10505452" y="6256330"/>
                <a:ext cx="6343" cy="6345"/>
              </a:xfrm>
              <a:custGeom>
                <a:avLst/>
                <a:gdLst>
                  <a:gd name="connsiteX0" fmla="*/ 3494 w 6343"/>
                  <a:gd name="connsiteY0" fmla="*/ 6564 h 6345"/>
                  <a:gd name="connsiteX1" fmla="*/ 5737 w 6343"/>
                  <a:gd name="connsiteY1" fmla="*/ 5635 h 6345"/>
                  <a:gd name="connsiteX2" fmla="*/ 6666 w 6343"/>
                  <a:gd name="connsiteY2" fmla="*/ 3392 h 6345"/>
                  <a:gd name="connsiteX3" fmla="*/ 5737 w 6343"/>
                  <a:gd name="connsiteY3" fmla="*/ 1148 h 6345"/>
                  <a:gd name="connsiteX4" fmla="*/ 3494 w 6343"/>
                  <a:gd name="connsiteY4" fmla="*/ 219 h 6345"/>
                  <a:gd name="connsiteX5" fmla="*/ 1252 w 6343"/>
                  <a:gd name="connsiteY5" fmla="*/ 1148 h 6345"/>
                  <a:gd name="connsiteX6" fmla="*/ 323 w 6343"/>
                  <a:gd name="connsiteY6" fmla="*/ 3392 h 6345"/>
                  <a:gd name="connsiteX7" fmla="*/ 1252 w 6343"/>
                  <a:gd name="connsiteY7" fmla="*/ 5635 h 6345"/>
                  <a:gd name="connsiteX8" fmla="*/ 3494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4" y="6564"/>
                    </a:moveTo>
                    <a:cubicBezTo>
                      <a:pt x="4336" y="6564"/>
                      <a:pt x="5142" y="6230"/>
                      <a:pt x="5737" y="5635"/>
                    </a:cubicBezTo>
                    <a:cubicBezTo>
                      <a:pt x="6332" y="5040"/>
                      <a:pt x="6666" y="4233"/>
                      <a:pt x="6666" y="3392"/>
                    </a:cubicBezTo>
                    <a:cubicBezTo>
                      <a:pt x="6666" y="2550"/>
                      <a:pt x="6332" y="1743"/>
                      <a:pt x="5737" y="1148"/>
                    </a:cubicBezTo>
                    <a:cubicBezTo>
                      <a:pt x="5142" y="553"/>
                      <a:pt x="4336" y="219"/>
                      <a:pt x="3494" y="219"/>
                    </a:cubicBezTo>
                    <a:cubicBezTo>
                      <a:pt x="2653" y="219"/>
                      <a:pt x="1847" y="553"/>
                      <a:pt x="1252" y="1148"/>
                    </a:cubicBezTo>
                    <a:cubicBezTo>
                      <a:pt x="657" y="1743"/>
                      <a:pt x="323" y="2550"/>
                      <a:pt x="323" y="3392"/>
                    </a:cubicBezTo>
                    <a:cubicBezTo>
                      <a:pt x="323" y="4233"/>
                      <a:pt x="657" y="5040"/>
                      <a:pt x="1252" y="5635"/>
                    </a:cubicBezTo>
                    <a:cubicBezTo>
                      <a:pt x="1847" y="6230"/>
                      <a:pt x="2653" y="6564"/>
                      <a:pt x="3494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20" name="Freeform: Shape 9819">
                <a:extLst>
                  <a:ext uri="{FF2B5EF4-FFF2-40B4-BE49-F238E27FC236}">
                    <a16:creationId xmlns:a16="http://schemas.microsoft.com/office/drawing/2014/main" id="{EDB30622-8B9D-5998-1739-4646D77809A1}"/>
                  </a:ext>
                </a:extLst>
              </p:cNvPr>
              <p:cNvSpPr/>
              <p:nvPr/>
            </p:nvSpPr>
            <p:spPr>
              <a:xfrm>
                <a:off x="10390363" y="6184222"/>
                <a:ext cx="6343" cy="6345"/>
              </a:xfrm>
              <a:custGeom>
                <a:avLst/>
                <a:gdLst>
                  <a:gd name="connsiteX0" fmla="*/ 3485 w 6343"/>
                  <a:gd name="connsiteY0" fmla="*/ 6559 h 6345"/>
                  <a:gd name="connsiteX1" fmla="*/ 5728 w 6343"/>
                  <a:gd name="connsiteY1" fmla="*/ 5629 h 6345"/>
                  <a:gd name="connsiteX2" fmla="*/ 6657 w 6343"/>
                  <a:gd name="connsiteY2" fmla="*/ 3386 h 6345"/>
                  <a:gd name="connsiteX3" fmla="*/ 5728 w 6343"/>
                  <a:gd name="connsiteY3" fmla="*/ 1142 h 6345"/>
                  <a:gd name="connsiteX4" fmla="*/ 3485 w 6343"/>
                  <a:gd name="connsiteY4" fmla="*/ 213 h 6345"/>
                  <a:gd name="connsiteX5" fmla="*/ 1243 w 6343"/>
                  <a:gd name="connsiteY5" fmla="*/ 1142 h 6345"/>
                  <a:gd name="connsiteX6" fmla="*/ 314 w 6343"/>
                  <a:gd name="connsiteY6" fmla="*/ 3386 h 6345"/>
                  <a:gd name="connsiteX7" fmla="*/ 1243 w 6343"/>
                  <a:gd name="connsiteY7" fmla="*/ 5629 h 6345"/>
                  <a:gd name="connsiteX8" fmla="*/ 348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5" y="6559"/>
                    </a:moveTo>
                    <a:cubicBezTo>
                      <a:pt x="4326" y="6559"/>
                      <a:pt x="5133" y="6224"/>
                      <a:pt x="5728" y="5629"/>
                    </a:cubicBezTo>
                    <a:cubicBezTo>
                      <a:pt x="6323" y="5034"/>
                      <a:pt x="6657" y="4227"/>
                      <a:pt x="6657" y="3386"/>
                    </a:cubicBezTo>
                    <a:cubicBezTo>
                      <a:pt x="6657" y="2544"/>
                      <a:pt x="6323" y="1737"/>
                      <a:pt x="5728" y="1142"/>
                    </a:cubicBezTo>
                    <a:cubicBezTo>
                      <a:pt x="5133" y="547"/>
                      <a:pt x="4326" y="213"/>
                      <a:pt x="3485" y="213"/>
                    </a:cubicBezTo>
                    <a:cubicBezTo>
                      <a:pt x="2644" y="213"/>
                      <a:pt x="1838" y="547"/>
                      <a:pt x="1243" y="1142"/>
                    </a:cubicBezTo>
                    <a:cubicBezTo>
                      <a:pt x="648" y="1737"/>
                      <a:pt x="314" y="2544"/>
                      <a:pt x="314" y="3386"/>
                    </a:cubicBezTo>
                    <a:cubicBezTo>
                      <a:pt x="314" y="4227"/>
                      <a:pt x="648" y="5034"/>
                      <a:pt x="1243" y="5629"/>
                    </a:cubicBezTo>
                    <a:cubicBezTo>
                      <a:pt x="1838" y="6224"/>
                      <a:pt x="2644" y="6559"/>
                      <a:pt x="348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21" name="Freeform: Shape 9820">
                <a:extLst>
                  <a:ext uri="{FF2B5EF4-FFF2-40B4-BE49-F238E27FC236}">
                    <a16:creationId xmlns:a16="http://schemas.microsoft.com/office/drawing/2014/main" id="{F4D3B91D-86BC-32C1-B5FE-40B8FAD7CAA0}"/>
                  </a:ext>
                </a:extLst>
              </p:cNvPr>
              <p:cNvSpPr/>
              <p:nvPr/>
            </p:nvSpPr>
            <p:spPr>
              <a:xfrm>
                <a:off x="10553740" y="6363960"/>
                <a:ext cx="6343" cy="6345"/>
              </a:xfrm>
              <a:custGeom>
                <a:avLst/>
                <a:gdLst>
                  <a:gd name="connsiteX0" fmla="*/ 3498 w 6343"/>
                  <a:gd name="connsiteY0" fmla="*/ 6573 h 6345"/>
                  <a:gd name="connsiteX1" fmla="*/ 5741 w 6343"/>
                  <a:gd name="connsiteY1" fmla="*/ 5643 h 6345"/>
                  <a:gd name="connsiteX2" fmla="*/ 6670 w 6343"/>
                  <a:gd name="connsiteY2" fmla="*/ 3400 h 6345"/>
                  <a:gd name="connsiteX3" fmla="*/ 5741 w 6343"/>
                  <a:gd name="connsiteY3" fmla="*/ 1157 h 6345"/>
                  <a:gd name="connsiteX4" fmla="*/ 3498 w 6343"/>
                  <a:gd name="connsiteY4" fmla="*/ 227 h 6345"/>
                  <a:gd name="connsiteX5" fmla="*/ 1256 w 6343"/>
                  <a:gd name="connsiteY5" fmla="*/ 1157 h 6345"/>
                  <a:gd name="connsiteX6" fmla="*/ 327 w 6343"/>
                  <a:gd name="connsiteY6" fmla="*/ 3400 h 6345"/>
                  <a:gd name="connsiteX7" fmla="*/ 1256 w 6343"/>
                  <a:gd name="connsiteY7" fmla="*/ 5643 h 6345"/>
                  <a:gd name="connsiteX8" fmla="*/ 3498 w 6343"/>
                  <a:gd name="connsiteY8" fmla="*/ 65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8" y="6573"/>
                    </a:moveTo>
                    <a:cubicBezTo>
                      <a:pt x="4339" y="6573"/>
                      <a:pt x="5146" y="6238"/>
                      <a:pt x="5741" y="5643"/>
                    </a:cubicBezTo>
                    <a:cubicBezTo>
                      <a:pt x="6336" y="5048"/>
                      <a:pt x="6670" y="4241"/>
                      <a:pt x="6670" y="3400"/>
                    </a:cubicBezTo>
                    <a:cubicBezTo>
                      <a:pt x="6670" y="2559"/>
                      <a:pt x="6336" y="1752"/>
                      <a:pt x="5741" y="1157"/>
                    </a:cubicBezTo>
                    <a:cubicBezTo>
                      <a:pt x="5146" y="562"/>
                      <a:pt x="4339" y="227"/>
                      <a:pt x="3498" y="227"/>
                    </a:cubicBezTo>
                    <a:cubicBezTo>
                      <a:pt x="2657" y="227"/>
                      <a:pt x="1850" y="562"/>
                      <a:pt x="1256" y="1157"/>
                    </a:cubicBezTo>
                    <a:cubicBezTo>
                      <a:pt x="661" y="1752"/>
                      <a:pt x="327" y="2559"/>
                      <a:pt x="327" y="3400"/>
                    </a:cubicBezTo>
                    <a:cubicBezTo>
                      <a:pt x="327" y="4241"/>
                      <a:pt x="661" y="5048"/>
                      <a:pt x="1256" y="5643"/>
                    </a:cubicBezTo>
                    <a:cubicBezTo>
                      <a:pt x="1850" y="6238"/>
                      <a:pt x="2657" y="6573"/>
                      <a:pt x="3498" y="65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22" name="Freeform: Shape 9821">
                <a:extLst>
                  <a:ext uri="{FF2B5EF4-FFF2-40B4-BE49-F238E27FC236}">
                    <a16:creationId xmlns:a16="http://schemas.microsoft.com/office/drawing/2014/main" id="{C0C87063-D904-F92F-CD75-625C913CFA31}"/>
                  </a:ext>
                </a:extLst>
              </p:cNvPr>
              <p:cNvSpPr/>
              <p:nvPr/>
            </p:nvSpPr>
            <p:spPr>
              <a:xfrm>
                <a:off x="10364785" y="6192665"/>
                <a:ext cx="6343" cy="6345"/>
              </a:xfrm>
              <a:custGeom>
                <a:avLst/>
                <a:gdLst>
                  <a:gd name="connsiteX0" fmla="*/ 3483 w 6343"/>
                  <a:gd name="connsiteY0" fmla="*/ 6559 h 6345"/>
                  <a:gd name="connsiteX1" fmla="*/ 5726 w 6343"/>
                  <a:gd name="connsiteY1" fmla="*/ 5630 h 6345"/>
                  <a:gd name="connsiteX2" fmla="*/ 6655 w 6343"/>
                  <a:gd name="connsiteY2" fmla="*/ 3386 h 6345"/>
                  <a:gd name="connsiteX3" fmla="*/ 5726 w 6343"/>
                  <a:gd name="connsiteY3" fmla="*/ 1143 h 6345"/>
                  <a:gd name="connsiteX4" fmla="*/ 3483 w 6343"/>
                  <a:gd name="connsiteY4" fmla="*/ 214 h 6345"/>
                  <a:gd name="connsiteX5" fmla="*/ 1241 w 6343"/>
                  <a:gd name="connsiteY5" fmla="*/ 1143 h 6345"/>
                  <a:gd name="connsiteX6" fmla="*/ 312 w 6343"/>
                  <a:gd name="connsiteY6" fmla="*/ 3386 h 6345"/>
                  <a:gd name="connsiteX7" fmla="*/ 1241 w 6343"/>
                  <a:gd name="connsiteY7" fmla="*/ 5630 h 6345"/>
                  <a:gd name="connsiteX8" fmla="*/ 348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3" y="6559"/>
                    </a:moveTo>
                    <a:cubicBezTo>
                      <a:pt x="4324" y="6559"/>
                      <a:pt x="5131" y="6225"/>
                      <a:pt x="5726" y="5630"/>
                    </a:cubicBezTo>
                    <a:cubicBezTo>
                      <a:pt x="6321" y="5035"/>
                      <a:pt x="6655" y="4228"/>
                      <a:pt x="6655" y="3386"/>
                    </a:cubicBezTo>
                    <a:cubicBezTo>
                      <a:pt x="6655" y="2545"/>
                      <a:pt x="6321" y="1738"/>
                      <a:pt x="5726" y="1143"/>
                    </a:cubicBezTo>
                    <a:cubicBezTo>
                      <a:pt x="5131" y="548"/>
                      <a:pt x="4324" y="214"/>
                      <a:pt x="3483" y="214"/>
                    </a:cubicBezTo>
                    <a:cubicBezTo>
                      <a:pt x="2642" y="214"/>
                      <a:pt x="1835" y="548"/>
                      <a:pt x="1241" y="1143"/>
                    </a:cubicBezTo>
                    <a:cubicBezTo>
                      <a:pt x="646" y="1738"/>
                      <a:pt x="312" y="2545"/>
                      <a:pt x="312" y="3386"/>
                    </a:cubicBezTo>
                    <a:cubicBezTo>
                      <a:pt x="312" y="4228"/>
                      <a:pt x="646" y="5035"/>
                      <a:pt x="1241" y="5630"/>
                    </a:cubicBezTo>
                    <a:cubicBezTo>
                      <a:pt x="1835" y="6225"/>
                      <a:pt x="2642" y="6559"/>
                      <a:pt x="348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23" name="Freeform: Shape 9822">
                <a:extLst>
                  <a:ext uri="{FF2B5EF4-FFF2-40B4-BE49-F238E27FC236}">
                    <a16:creationId xmlns:a16="http://schemas.microsoft.com/office/drawing/2014/main" id="{DCECE933-5C84-A969-93F4-B90D4EC439D3}"/>
                  </a:ext>
                </a:extLst>
              </p:cNvPr>
              <p:cNvSpPr/>
              <p:nvPr/>
            </p:nvSpPr>
            <p:spPr>
              <a:xfrm>
                <a:off x="10361847" y="6200860"/>
                <a:ext cx="6343" cy="6345"/>
              </a:xfrm>
              <a:custGeom>
                <a:avLst/>
                <a:gdLst>
                  <a:gd name="connsiteX0" fmla="*/ 3483 w 6343"/>
                  <a:gd name="connsiteY0" fmla="*/ 6560 h 6345"/>
                  <a:gd name="connsiteX1" fmla="*/ 5726 w 6343"/>
                  <a:gd name="connsiteY1" fmla="*/ 5631 h 6345"/>
                  <a:gd name="connsiteX2" fmla="*/ 6655 w 6343"/>
                  <a:gd name="connsiteY2" fmla="*/ 3387 h 6345"/>
                  <a:gd name="connsiteX3" fmla="*/ 5726 w 6343"/>
                  <a:gd name="connsiteY3" fmla="*/ 1144 h 6345"/>
                  <a:gd name="connsiteX4" fmla="*/ 3483 w 6343"/>
                  <a:gd name="connsiteY4" fmla="*/ 214 h 6345"/>
                  <a:gd name="connsiteX5" fmla="*/ 1241 w 6343"/>
                  <a:gd name="connsiteY5" fmla="*/ 1144 h 6345"/>
                  <a:gd name="connsiteX6" fmla="*/ 312 w 6343"/>
                  <a:gd name="connsiteY6" fmla="*/ 3387 h 6345"/>
                  <a:gd name="connsiteX7" fmla="*/ 1241 w 6343"/>
                  <a:gd name="connsiteY7" fmla="*/ 5631 h 6345"/>
                  <a:gd name="connsiteX8" fmla="*/ 3483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3" y="6560"/>
                    </a:moveTo>
                    <a:cubicBezTo>
                      <a:pt x="4324" y="6560"/>
                      <a:pt x="5131" y="6226"/>
                      <a:pt x="5726" y="5631"/>
                    </a:cubicBezTo>
                    <a:cubicBezTo>
                      <a:pt x="6321" y="5036"/>
                      <a:pt x="6655" y="4229"/>
                      <a:pt x="6655" y="3387"/>
                    </a:cubicBezTo>
                    <a:cubicBezTo>
                      <a:pt x="6655" y="2546"/>
                      <a:pt x="6321" y="1739"/>
                      <a:pt x="5726" y="1144"/>
                    </a:cubicBezTo>
                    <a:cubicBezTo>
                      <a:pt x="5131" y="549"/>
                      <a:pt x="4324" y="214"/>
                      <a:pt x="3483" y="214"/>
                    </a:cubicBezTo>
                    <a:cubicBezTo>
                      <a:pt x="2642" y="214"/>
                      <a:pt x="1835" y="549"/>
                      <a:pt x="1241" y="1144"/>
                    </a:cubicBezTo>
                    <a:cubicBezTo>
                      <a:pt x="646" y="1739"/>
                      <a:pt x="312" y="2546"/>
                      <a:pt x="312" y="3387"/>
                    </a:cubicBezTo>
                    <a:cubicBezTo>
                      <a:pt x="312" y="4229"/>
                      <a:pt x="646" y="5036"/>
                      <a:pt x="1241" y="5631"/>
                    </a:cubicBezTo>
                    <a:cubicBezTo>
                      <a:pt x="1835" y="6226"/>
                      <a:pt x="2642" y="6560"/>
                      <a:pt x="3483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24" name="Freeform: Shape 9823">
                <a:extLst>
                  <a:ext uri="{FF2B5EF4-FFF2-40B4-BE49-F238E27FC236}">
                    <a16:creationId xmlns:a16="http://schemas.microsoft.com/office/drawing/2014/main" id="{A797FFC5-A618-FD10-9219-8139BA75FD19}"/>
                  </a:ext>
                </a:extLst>
              </p:cNvPr>
              <p:cNvSpPr/>
              <p:nvPr/>
            </p:nvSpPr>
            <p:spPr>
              <a:xfrm>
                <a:off x="10354846" y="6205052"/>
                <a:ext cx="6343" cy="6345"/>
              </a:xfrm>
              <a:custGeom>
                <a:avLst/>
                <a:gdLst>
                  <a:gd name="connsiteX0" fmla="*/ 3483 w 6343"/>
                  <a:gd name="connsiteY0" fmla="*/ 6560 h 6345"/>
                  <a:gd name="connsiteX1" fmla="*/ 5725 w 6343"/>
                  <a:gd name="connsiteY1" fmla="*/ 5631 h 6345"/>
                  <a:gd name="connsiteX2" fmla="*/ 6654 w 6343"/>
                  <a:gd name="connsiteY2" fmla="*/ 3387 h 6345"/>
                  <a:gd name="connsiteX3" fmla="*/ 5725 w 6343"/>
                  <a:gd name="connsiteY3" fmla="*/ 1144 h 6345"/>
                  <a:gd name="connsiteX4" fmla="*/ 3483 w 6343"/>
                  <a:gd name="connsiteY4" fmla="*/ 215 h 6345"/>
                  <a:gd name="connsiteX5" fmla="*/ 1240 w 6343"/>
                  <a:gd name="connsiteY5" fmla="*/ 1144 h 6345"/>
                  <a:gd name="connsiteX6" fmla="*/ 311 w 6343"/>
                  <a:gd name="connsiteY6" fmla="*/ 3387 h 6345"/>
                  <a:gd name="connsiteX7" fmla="*/ 1240 w 6343"/>
                  <a:gd name="connsiteY7" fmla="*/ 5631 h 6345"/>
                  <a:gd name="connsiteX8" fmla="*/ 3483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3" y="6560"/>
                    </a:moveTo>
                    <a:cubicBezTo>
                      <a:pt x="4324" y="6560"/>
                      <a:pt x="5130" y="6226"/>
                      <a:pt x="5725" y="5631"/>
                    </a:cubicBezTo>
                    <a:cubicBezTo>
                      <a:pt x="6320" y="5036"/>
                      <a:pt x="6654" y="4229"/>
                      <a:pt x="6654" y="3387"/>
                    </a:cubicBezTo>
                    <a:cubicBezTo>
                      <a:pt x="6654" y="2546"/>
                      <a:pt x="6320" y="1739"/>
                      <a:pt x="5725" y="1144"/>
                    </a:cubicBezTo>
                    <a:cubicBezTo>
                      <a:pt x="5130" y="549"/>
                      <a:pt x="4324" y="215"/>
                      <a:pt x="3483" y="215"/>
                    </a:cubicBezTo>
                    <a:cubicBezTo>
                      <a:pt x="2641" y="215"/>
                      <a:pt x="1835" y="549"/>
                      <a:pt x="1240" y="1144"/>
                    </a:cubicBezTo>
                    <a:cubicBezTo>
                      <a:pt x="645" y="1739"/>
                      <a:pt x="311" y="2546"/>
                      <a:pt x="311" y="3387"/>
                    </a:cubicBezTo>
                    <a:cubicBezTo>
                      <a:pt x="311" y="4229"/>
                      <a:pt x="645" y="5036"/>
                      <a:pt x="1240" y="5631"/>
                    </a:cubicBezTo>
                    <a:cubicBezTo>
                      <a:pt x="1835" y="6226"/>
                      <a:pt x="2641" y="6560"/>
                      <a:pt x="3483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25" name="Freeform: Shape 9824">
                <a:extLst>
                  <a:ext uri="{FF2B5EF4-FFF2-40B4-BE49-F238E27FC236}">
                    <a16:creationId xmlns:a16="http://schemas.microsoft.com/office/drawing/2014/main" id="{19721A31-3AEA-80F2-B872-3203EEF55C29}"/>
                  </a:ext>
                </a:extLst>
              </p:cNvPr>
              <p:cNvSpPr/>
              <p:nvPr/>
            </p:nvSpPr>
            <p:spPr>
              <a:xfrm>
                <a:off x="10534852" y="6426126"/>
                <a:ext cx="6343" cy="6345"/>
              </a:xfrm>
              <a:custGeom>
                <a:avLst/>
                <a:gdLst>
                  <a:gd name="connsiteX0" fmla="*/ 3497 w 6343"/>
                  <a:gd name="connsiteY0" fmla="*/ 6578 h 6345"/>
                  <a:gd name="connsiteX1" fmla="*/ 5739 w 6343"/>
                  <a:gd name="connsiteY1" fmla="*/ 5648 h 6345"/>
                  <a:gd name="connsiteX2" fmla="*/ 6668 w 6343"/>
                  <a:gd name="connsiteY2" fmla="*/ 3405 h 6345"/>
                  <a:gd name="connsiteX3" fmla="*/ 5739 w 6343"/>
                  <a:gd name="connsiteY3" fmla="*/ 1161 h 6345"/>
                  <a:gd name="connsiteX4" fmla="*/ 3497 w 6343"/>
                  <a:gd name="connsiteY4" fmla="*/ 232 h 6345"/>
                  <a:gd name="connsiteX5" fmla="*/ 1254 w 6343"/>
                  <a:gd name="connsiteY5" fmla="*/ 1161 h 6345"/>
                  <a:gd name="connsiteX6" fmla="*/ 325 w 6343"/>
                  <a:gd name="connsiteY6" fmla="*/ 3405 h 6345"/>
                  <a:gd name="connsiteX7" fmla="*/ 1254 w 6343"/>
                  <a:gd name="connsiteY7" fmla="*/ 5648 h 6345"/>
                  <a:gd name="connsiteX8" fmla="*/ 3497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7" y="6578"/>
                    </a:moveTo>
                    <a:cubicBezTo>
                      <a:pt x="4338" y="6578"/>
                      <a:pt x="5145" y="6243"/>
                      <a:pt x="5739" y="5648"/>
                    </a:cubicBezTo>
                    <a:cubicBezTo>
                      <a:pt x="6334" y="5053"/>
                      <a:pt x="6668" y="4246"/>
                      <a:pt x="6668" y="3405"/>
                    </a:cubicBezTo>
                    <a:cubicBezTo>
                      <a:pt x="6668" y="2563"/>
                      <a:pt x="6334" y="1756"/>
                      <a:pt x="5739" y="1161"/>
                    </a:cubicBezTo>
                    <a:cubicBezTo>
                      <a:pt x="5145" y="566"/>
                      <a:pt x="4338" y="232"/>
                      <a:pt x="3497" y="232"/>
                    </a:cubicBezTo>
                    <a:cubicBezTo>
                      <a:pt x="2656" y="232"/>
                      <a:pt x="1849" y="566"/>
                      <a:pt x="1254" y="1161"/>
                    </a:cubicBezTo>
                    <a:cubicBezTo>
                      <a:pt x="659" y="1756"/>
                      <a:pt x="325" y="2563"/>
                      <a:pt x="325" y="3405"/>
                    </a:cubicBezTo>
                    <a:cubicBezTo>
                      <a:pt x="325" y="4246"/>
                      <a:pt x="659" y="5053"/>
                      <a:pt x="1254" y="5648"/>
                    </a:cubicBezTo>
                    <a:cubicBezTo>
                      <a:pt x="1849" y="6243"/>
                      <a:pt x="2656" y="6578"/>
                      <a:pt x="3497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26" name="Freeform: Shape 9825">
                <a:extLst>
                  <a:ext uri="{FF2B5EF4-FFF2-40B4-BE49-F238E27FC236}">
                    <a16:creationId xmlns:a16="http://schemas.microsoft.com/office/drawing/2014/main" id="{79B9476E-B4D0-FF68-567B-C38A146C2492}"/>
                  </a:ext>
                </a:extLst>
              </p:cNvPr>
              <p:cNvSpPr/>
              <p:nvPr/>
            </p:nvSpPr>
            <p:spPr>
              <a:xfrm>
                <a:off x="10337030" y="6232183"/>
                <a:ext cx="6343" cy="6345"/>
              </a:xfrm>
              <a:custGeom>
                <a:avLst/>
                <a:gdLst>
                  <a:gd name="connsiteX0" fmla="*/ 3481 w 6343"/>
                  <a:gd name="connsiteY0" fmla="*/ 6562 h 6345"/>
                  <a:gd name="connsiteX1" fmla="*/ 5724 w 6343"/>
                  <a:gd name="connsiteY1" fmla="*/ 5633 h 6345"/>
                  <a:gd name="connsiteX2" fmla="*/ 6653 w 6343"/>
                  <a:gd name="connsiteY2" fmla="*/ 3390 h 6345"/>
                  <a:gd name="connsiteX3" fmla="*/ 5724 w 6343"/>
                  <a:gd name="connsiteY3" fmla="*/ 1146 h 6345"/>
                  <a:gd name="connsiteX4" fmla="*/ 3481 w 6343"/>
                  <a:gd name="connsiteY4" fmla="*/ 217 h 6345"/>
                  <a:gd name="connsiteX5" fmla="*/ 1239 w 6343"/>
                  <a:gd name="connsiteY5" fmla="*/ 1146 h 6345"/>
                  <a:gd name="connsiteX6" fmla="*/ 310 w 6343"/>
                  <a:gd name="connsiteY6" fmla="*/ 3390 h 6345"/>
                  <a:gd name="connsiteX7" fmla="*/ 1239 w 6343"/>
                  <a:gd name="connsiteY7" fmla="*/ 5633 h 6345"/>
                  <a:gd name="connsiteX8" fmla="*/ 3481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1" y="6562"/>
                    </a:moveTo>
                    <a:cubicBezTo>
                      <a:pt x="4322" y="6562"/>
                      <a:pt x="5129" y="6228"/>
                      <a:pt x="5724" y="5633"/>
                    </a:cubicBezTo>
                    <a:cubicBezTo>
                      <a:pt x="6319" y="5038"/>
                      <a:pt x="6653" y="4231"/>
                      <a:pt x="6653" y="3390"/>
                    </a:cubicBezTo>
                    <a:cubicBezTo>
                      <a:pt x="6653" y="2548"/>
                      <a:pt x="6319" y="1741"/>
                      <a:pt x="5724" y="1146"/>
                    </a:cubicBezTo>
                    <a:cubicBezTo>
                      <a:pt x="5129" y="551"/>
                      <a:pt x="4322" y="217"/>
                      <a:pt x="3481" y="217"/>
                    </a:cubicBezTo>
                    <a:cubicBezTo>
                      <a:pt x="2640" y="217"/>
                      <a:pt x="1833" y="551"/>
                      <a:pt x="1239" y="1146"/>
                    </a:cubicBezTo>
                    <a:cubicBezTo>
                      <a:pt x="644" y="1741"/>
                      <a:pt x="310" y="2548"/>
                      <a:pt x="310" y="3390"/>
                    </a:cubicBezTo>
                    <a:cubicBezTo>
                      <a:pt x="310" y="4231"/>
                      <a:pt x="644" y="5038"/>
                      <a:pt x="1239" y="5633"/>
                    </a:cubicBezTo>
                    <a:cubicBezTo>
                      <a:pt x="1833" y="6228"/>
                      <a:pt x="2640" y="6562"/>
                      <a:pt x="3481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27" name="Freeform: Shape 9826">
                <a:extLst>
                  <a:ext uri="{FF2B5EF4-FFF2-40B4-BE49-F238E27FC236}">
                    <a16:creationId xmlns:a16="http://schemas.microsoft.com/office/drawing/2014/main" id="{7316DC5D-E292-7C23-8387-7DE4F24D5EF4}"/>
                  </a:ext>
                </a:extLst>
              </p:cNvPr>
              <p:cNvSpPr/>
              <p:nvPr/>
            </p:nvSpPr>
            <p:spPr>
              <a:xfrm>
                <a:off x="10524196" y="6442954"/>
                <a:ext cx="6343" cy="6345"/>
              </a:xfrm>
              <a:custGeom>
                <a:avLst/>
                <a:gdLst>
                  <a:gd name="connsiteX0" fmla="*/ 3496 w 6343"/>
                  <a:gd name="connsiteY0" fmla="*/ 6579 h 6345"/>
                  <a:gd name="connsiteX1" fmla="*/ 5739 w 6343"/>
                  <a:gd name="connsiteY1" fmla="*/ 5650 h 6345"/>
                  <a:gd name="connsiteX2" fmla="*/ 6667 w 6343"/>
                  <a:gd name="connsiteY2" fmla="*/ 3406 h 6345"/>
                  <a:gd name="connsiteX3" fmla="*/ 5739 w 6343"/>
                  <a:gd name="connsiteY3" fmla="*/ 1163 h 6345"/>
                  <a:gd name="connsiteX4" fmla="*/ 3496 w 6343"/>
                  <a:gd name="connsiteY4" fmla="*/ 234 h 6345"/>
                  <a:gd name="connsiteX5" fmla="*/ 1253 w 6343"/>
                  <a:gd name="connsiteY5" fmla="*/ 1163 h 6345"/>
                  <a:gd name="connsiteX6" fmla="*/ 324 w 6343"/>
                  <a:gd name="connsiteY6" fmla="*/ 3406 h 6345"/>
                  <a:gd name="connsiteX7" fmla="*/ 1253 w 6343"/>
                  <a:gd name="connsiteY7" fmla="*/ 5650 h 6345"/>
                  <a:gd name="connsiteX8" fmla="*/ 3496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6" y="6579"/>
                    </a:moveTo>
                    <a:cubicBezTo>
                      <a:pt x="4337" y="6579"/>
                      <a:pt x="5144" y="6245"/>
                      <a:pt x="5739" y="5650"/>
                    </a:cubicBezTo>
                    <a:cubicBezTo>
                      <a:pt x="6333" y="5055"/>
                      <a:pt x="6667" y="4248"/>
                      <a:pt x="6667" y="3406"/>
                    </a:cubicBezTo>
                    <a:cubicBezTo>
                      <a:pt x="6667" y="2565"/>
                      <a:pt x="6333" y="1758"/>
                      <a:pt x="5739" y="1163"/>
                    </a:cubicBezTo>
                    <a:cubicBezTo>
                      <a:pt x="5144" y="568"/>
                      <a:pt x="4337" y="234"/>
                      <a:pt x="3496" y="234"/>
                    </a:cubicBezTo>
                    <a:cubicBezTo>
                      <a:pt x="2655" y="234"/>
                      <a:pt x="1848" y="568"/>
                      <a:pt x="1253" y="1163"/>
                    </a:cubicBezTo>
                    <a:cubicBezTo>
                      <a:pt x="659" y="1758"/>
                      <a:pt x="324" y="2565"/>
                      <a:pt x="324" y="3406"/>
                    </a:cubicBezTo>
                    <a:cubicBezTo>
                      <a:pt x="324" y="4248"/>
                      <a:pt x="659" y="5055"/>
                      <a:pt x="1253" y="5650"/>
                    </a:cubicBezTo>
                    <a:cubicBezTo>
                      <a:pt x="1848" y="6245"/>
                      <a:pt x="2655" y="6579"/>
                      <a:pt x="3496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28" name="Freeform: Shape 9827">
                <a:extLst>
                  <a:ext uri="{FF2B5EF4-FFF2-40B4-BE49-F238E27FC236}">
                    <a16:creationId xmlns:a16="http://schemas.microsoft.com/office/drawing/2014/main" id="{84ACC911-665E-46D9-7EFE-0FCF2AC4F772}"/>
                  </a:ext>
                </a:extLst>
              </p:cNvPr>
              <p:cNvSpPr/>
              <p:nvPr/>
            </p:nvSpPr>
            <p:spPr>
              <a:xfrm>
                <a:off x="10291463" y="6206453"/>
                <a:ext cx="6343" cy="6345"/>
              </a:xfrm>
              <a:custGeom>
                <a:avLst/>
                <a:gdLst>
                  <a:gd name="connsiteX0" fmla="*/ 3478 w 6343"/>
                  <a:gd name="connsiteY0" fmla="*/ 6560 h 6345"/>
                  <a:gd name="connsiteX1" fmla="*/ 5720 w 6343"/>
                  <a:gd name="connsiteY1" fmla="*/ 5631 h 6345"/>
                  <a:gd name="connsiteX2" fmla="*/ 6649 w 6343"/>
                  <a:gd name="connsiteY2" fmla="*/ 3388 h 6345"/>
                  <a:gd name="connsiteX3" fmla="*/ 5720 w 6343"/>
                  <a:gd name="connsiteY3" fmla="*/ 1144 h 6345"/>
                  <a:gd name="connsiteX4" fmla="*/ 3478 w 6343"/>
                  <a:gd name="connsiteY4" fmla="*/ 215 h 6345"/>
                  <a:gd name="connsiteX5" fmla="*/ 1235 w 6343"/>
                  <a:gd name="connsiteY5" fmla="*/ 1144 h 6345"/>
                  <a:gd name="connsiteX6" fmla="*/ 306 w 6343"/>
                  <a:gd name="connsiteY6" fmla="*/ 3388 h 6345"/>
                  <a:gd name="connsiteX7" fmla="*/ 1235 w 6343"/>
                  <a:gd name="connsiteY7" fmla="*/ 5631 h 6345"/>
                  <a:gd name="connsiteX8" fmla="*/ 3478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8" y="6560"/>
                    </a:moveTo>
                    <a:cubicBezTo>
                      <a:pt x="4319" y="6560"/>
                      <a:pt x="5125" y="6226"/>
                      <a:pt x="5720" y="5631"/>
                    </a:cubicBezTo>
                    <a:cubicBezTo>
                      <a:pt x="6315" y="5036"/>
                      <a:pt x="6649" y="4229"/>
                      <a:pt x="6649" y="3388"/>
                    </a:cubicBezTo>
                    <a:cubicBezTo>
                      <a:pt x="6649" y="2546"/>
                      <a:pt x="6315" y="1739"/>
                      <a:pt x="5720" y="1144"/>
                    </a:cubicBezTo>
                    <a:cubicBezTo>
                      <a:pt x="5125" y="549"/>
                      <a:pt x="4319" y="215"/>
                      <a:pt x="3478" y="215"/>
                    </a:cubicBezTo>
                    <a:cubicBezTo>
                      <a:pt x="2636" y="215"/>
                      <a:pt x="1830" y="549"/>
                      <a:pt x="1235" y="1144"/>
                    </a:cubicBezTo>
                    <a:cubicBezTo>
                      <a:pt x="640" y="1739"/>
                      <a:pt x="306" y="2546"/>
                      <a:pt x="306" y="3388"/>
                    </a:cubicBezTo>
                    <a:cubicBezTo>
                      <a:pt x="306" y="4229"/>
                      <a:pt x="640" y="5036"/>
                      <a:pt x="1235" y="5631"/>
                    </a:cubicBezTo>
                    <a:cubicBezTo>
                      <a:pt x="1830" y="6226"/>
                      <a:pt x="2636" y="6560"/>
                      <a:pt x="3478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29" name="Freeform: Shape 9828">
                <a:extLst>
                  <a:ext uri="{FF2B5EF4-FFF2-40B4-BE49-F238E27FC236}">
                    <a16:creationId xmlns:a16="http://schemas.microsoft.com/office/drawing/2014/main" id="{322603EB-3137-0A64-B288-8095A993D64D}"/>
                  </a:ext>
                </a:extLst>
              </p:cNvPr>
              <p:cNvSpPr/>
              <p:nvPr/>
            </p:nvSpPr>
            <p:spPr>
              <a:xfrm>
                <a:off x="10286955" y="6212840"/>
                <a:ext cx="6343" cy="6345"/>
              </a:xfrm>
              <a:custGeom>
                <a:avLst/>
                <a:gdLst>
                  <a:gd name="connsiteX0" fmla="*/ 3477 w 6343"/>
                  <a:gd name="connsiteY0" fmla="*/ 6561 h 6345"/>
                  <a:gd name="connsiteX1" fmla="*/ 5720 w 6343"/>
                  <a:gd name="connsiteY1" fmla="*/ 5632 h 6345"/>
                  <a:gd name="connsiteX2" fmla="*/ 6649 w 6343"/>
                  <a:gd name="connsiteY2" fmla="*/ 3388 h 6345"/>
                  <a:gd name="connsiteX3" fmla="*/ 5720 w 6343"/>
                  <a:gd name="connsiteY3" fmla="*/ 1145 h 6345"/>
                  <a:gd name="connsiteX4" fmla="*/ 3477 w 6343"/>
                  <a:gd name="connsiteY4" fmla="*/ 215 h 6345"/>
                  <a:gd name="connsiteX5" fmla="*/ 1235 w 6343"/>
                  <a:gd name="connsiteY5" fmla="*/ 1145 h 6345"/>
                  <a:gd name="connsiteX6" fmla="*/ 306 w 6343"/>
                  <a:gd name="connsiteY6" fmla="*/ 3388 h 6345"/>
                  <a:gd name="connsiteX7" fmla="*/ 1235 w 6343"/>
                  <a:gd name="connsiteY7" fmla="*/ 5632 h 6345"/>
                  <a:gd name="connsiteX8" fmla="*/ 3477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7" y="6561"/>
                    </a:moveTo>
                    <a:cubicBezTo>
                      <a:pt x="4318" y="6561"/>
                      <a:pt x="5125" y="6226"/>
                      <a:pt x="5720" y="5632"/>
                    </a:cubicBezTo>
                    <a:cubicBezTo>
                      <a:pt x="6315" y="5037"/>
                      <a:pt x="6649" y="4230"/>
                      <a:pt x="6649" y="3388"/>
                    </a:cubicBezTo>
                    <a:cubicBezTo>
                      <a:pt x="6649" y="2547"/>
                      <a:pt x="6315" y="1740"/>
                      <a:pt x="5720" y="1145"/>
                    </a:cubicBezTo>
                    <a:cubicBezTo>
                      <a:pt x="5125" y="550"/>
                      <a:pt x="4318" y="215"/>
                      <a:pt x="3477" y="215"/>
                    </a:cubicBezTo>
                    <a:cubicBezTo>
                      <a:pt x="2636" y="215"/>
                      <a:pt x="1829" y="550"/>
                      <a:pt x="1235" y="1145"/>
                    </a:cubicBezTo>
                    <a:cubicBezTo>
                      <a:pt x="640" y="1740"/>
                      <a:pt x="306" y="2547"/>
                      <a:pt x="306" y="3388"/>
                    </a:cubicBezTo>
                    <a:cubicBezTo>
                      <a:pt x="306" y="4230"/>
                      <a:pt x="640" y="5037"/>
                      <a:pt x="1235" y="5632"/>
                    </a:cubicBezTo>
                    <a:cubicBezTo>
                      <a:pt x="1829" y="6226"/>
                      <a:pt x="2636" y="6561"/>
                      <a:pt x="3477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30" name="Freeform: Shape 9829">
                <a:extLst>
                  <a:ext uri="{FF2B5EF4-FFF2-40B4-BE49-F238E27FC236}">
                    <a16:creationId xmlns:a16="http://schemas.microsoft.com/office/drawing/2014/main" id="{D6B18C45-0CFB-E868-61C9-1A3D481C9691}"/>
                  </a:ext>
                </a:extLst>
              </p:cNvPr>
              <p:cNvSpPr/>
              <p:nvPr/>
            </p:nvSpPr>
            <p:spPr>
              <a:xfrm>
                <a:off x="10268120" y="6214730"/>
                <a:ext cx="6343" cy="6345"/>
              </a:xfrm>
              <a:custGeom>
                <a:avLst/>
                <a:gdLst>
                  <a:gd name="connsiteX0" fmla="*/ 3476 w 6343"/>
                  <a:gd name="connsiteY0" fmla="*/ 6561 h 6345"/>
                  <a:gd name="connsiteX1" fmla="*/ 5718 w 6343"/>
                  <a:gd name="connsiteY1" fmla="*/ 5632 h 6345"/>
                  <a:gd name="connsiteX2" fmla="*/ 6647 w 6343"/>
                  <a:gd name="connsiteY2" fmla="*/ 3388 h 6345"/>
                  <a:gd name="connsiteX3" fmla="*/ 5718 w 6343"/>
                  <a:gd name="connsiteY3" fmla="*/ 1145 h 6345"/>
                  <a:gd name="connsiteX4" fmla="*/ 3476 w 6343"/>
                  <a:gd name="connsiteY4" fmla="*/ 216 h 6345"/>
                  <a:gd name="connsiteX5" fmla="*/ 1233 w 6343"/>
                  <a:gd name="connsiteY5" fmla="*/ 1145 h 6345"/>
                  <a:gd name="connsiteX6" fmla="*/ 304 w 6343"/>
                  <a:gd name="connsiteY6" fmla="*/ 3388 h 6345"/>
                  <a:gd name="connsiteX7" fmla="*/ 1233 w 6343"/>
                  <a:gd name="connsiteY7" fmla="*/ 5632 h 6345"/>
                  <a:gd name="connsiteX8" fmla="*/ 3476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6" y="6561"/>
                    </a:moveTo>
                    <a:cubicBezTo>
                      <a:pt x="4317" y="6561"/>
                      <a:pt x="5124" y="6227"/>
                      <a:pt x="5718" y="5632"/>
                    </a:cubicBezTo>
                    <a:cubicBezTo>
                      <a:pt x="6313" y="5037"/>
                      <a:pt x="6647" y="4230"/>
                      <a:pt x="6647" y="3388"/>
                    </a:cubicBezTo>
                    <a:cubicBezTo>
                      <a:pt x="6647" y="2547"/>
                      <a:pt x="6313" y="1740"/>
                      <a:pt x="5718" y="1145"/>
                    </a:cubicBezTo>
                    <a:cubicBezTo>
                      <a:pt x="5124" y="550"/>
                      <a:pt x="4317" y="216"/>
                      <a:pt x="3476" y="216"/>
                    </a:cubicBezTo>
                    <a:cubicBezTo>
                      <a:pt x="2635" y="216"/>
                      <a:pt x="1828" y="550"/>
                      <a:pt x="1233" y="1145"/>
                    </a:cubicBezTo>
                    <a:cubicBezTo>
                      <a:pt x="638" y="1740"/>
                      <a:pt x="304" y="2547"/>
                      <a:pt x="304" y="3388"/>
                    </a:cubicBezTo>
                    <a:cubicBezTo>
                      <a:pt x="304" y="4230"/>
                      <a:pt x="638" y="5037"/>
                      <a:pt x="1233" y="5632"/>
                    </a:cubicBezTo>
                    <a:cubicBezTo>
                      <a:pt x="1828" y="6227"/>
                      <a:pt x="2635" y="6561"/>
                      <a:pt x="3476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31" name="Freeform: Shape 9830">
                <a:extLst>
                  <a:ext uri="{FF2B5EF4-FFF2-40B4-BE49-F238E27FC236}">
                    <a16:creationId xmlns:a16="http://schemas.microsoft.com/office/drawing/2014/main" id="{3F142B3E-7F52-41A7-05DD-9194C201887E}"/>
                  </a:ext>
                </a:extLst>
              </p:cNvPr>
              <p:cNvSpPr/>
              <p:nvPr/>
            </p:nvSpPr>
            <p:spPr>
              <a:xfrm>
                <a:off x="10258004" y="6214729"/>
                <a:ext cx="6343" cy="6345"/>
              </a:xfrm>
              <a:custGeom>
                <a:avLst/>
                <a:gdLst>
                  <a:gd name="connsiteX0" fmla="*/ 3475 w 6343"/>
                  <a:gd name="connsiteY0" fmla="*/ 6561 h 6345"/>
                  <a:gd name="connsiteX1" fmla="*/ 5718 w 6343"/>
                  <a:gd name="connsiteY1" fmla="*/ 5632 h 6345"/>
                  <a:gd name="connsiteX2" fmla="*/ 6647 w 6343"/>
                  <a:gd name="connsiteY2" fmla="*/ 3388 h 6345"/>
                  <a:gd name="connsiteX3" fmla="*/ 5718 w 6343"/>
                  <a:gd name="connsiteY3" fmla="*/ 1145 h 6345"/>
                  <a:gd name="connsiteX4" fmla="*/ 3475 w 6343"/>
                  <a:gd name="connsiteY4" fmla="*/ 216 h 6345"/>
                  <a:gd name="connsiteX5" fmla="*/ 1232 w 6343"/>
                  <a:gd name="connsiteY5" fmla="*/ 1145 h 6345"/>
                  <a:gd name="connsiteX6" fmla="*/ 303 w 6343"/>
                  <a:gd name="connsiteY6" fmla="*/ 3388 h 6345"/>
                  <a:gd name="connsiteX7" fmla="*/ 1232 w 6343"/>
                  <a:gd name="connsiteY7" fmla="*/ 5632 h 6345"/>
                  <a:gd name="connsiteX8" fmla="*/ 3475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561"/>
                    </a:moveTo>
                    <a:cubicBezTo>
                      <a:pt x="4316" y="6561"/>
                      <a:pt x="5123" y="6227"/>
                      <a:pt x="5718" y="5632"/>
                    </a:cubicBezTo>
                    <a:cubicBezTo>
                      <a:pt x="6312" y="5037"/>
                      <a:pt x="6647" y="4230"/>
                      <a:pt x="6647" y="3388"/>
                    </a:cubicBezTo>
                    <a:cubicBezTo>
                      <a:pt x="6647" y="2547"/>
                      <a:pt x="6312" y="1740"/>
                      <a:pt x="5718" y="1145"/>
                    </a:cubicBezTo>
                    <a:cubicBezTo>
                      <a:pt x="5123" y="550"/>
                      <a:pt x="4316" y="216"/>
                      <a:pt x="3475" y="216"/>
                    </a:cubicBezTo>
                    <a:cubicBezTo>
                      <a:pt x="2634" y="216"/>
                      <a:pt x="1827" y="550"/>
                      <a:pt x="1232" y="1145"/>
                    </a:cubicBezTo>
                    <a:cubicBezTo>
                      <a:pt x="638" y="1740"/>
                      <a:pt x="303" y="2547"/>
                      <a:pt x="303" y="3388"/>
                    </a:cubicBezTo>
                    <a:cubicBezTo>
                      <a:pt x="303" y="4230"/>
                      <a:pt x="638" y="5037"/>
                      <a:pt x="1232" y="5632"/>
                    </a:cubicBezTo>
                    <a:cubicBezTo>
                      <a:pt x="1827" y="6227"/>
                      <a:pt x="2634" y="6561"/>
                      <a:pt x="3475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32" name="Freeform: Shape 9831">
                <a:extLst>
                  <a:ext uri="{FF2B5EF4-FFF2-40B4-BE49-F238E27FC236}">
                    <a16:creationId xmlns:a16="http://schemas.microsoft.com/office/drawing/2014/main" id="{E8CE69A3-EA68-AF07-45F1-F02492004973}"/>
                  </a:ext>
                </a:extLst>
              </p:cNvPr>
              <p:cNvSpPr/>
              <p:nvPr/>
            </p:nvSpPr>
            <p:spPr>
              <a:xfrm>
                <a:off x="10249408" y="6216344"/>
                <a:ext cx="6343" cy="6345"/>
              </a:xfrm>
              <a:custGeom>
                <a:avLst/>
                <a:gdLst>
                  <a:gd name="connsiteX0" fmla="*/ 3474 w 6343"/>
                  <a:gd name="connsiteY0" fmla="*/ 6561 h 6345"/>
                  <a:gd name="connsiteX1" fmla="*/ 5717 w 6343"/>
                  <a:gd name="connsiteY1" fmla="*/ 5632 h 6345"/>
                  <a:gd name="connsiteX2" fmla="*/ 6646 w 6343"/>
                  <a:gd name="connsiteY2" fmla="*/ 3388 h 6345"/>
                  <a:gd name="connsiteX3" fmla="*/ 5717 w 6343"/>
                  <a:gd name="connsiteY3" fmla="*/ 1145 h 6345"/>
                  <a:gd name="connsiteX4" fmla="*/ 3474 w 6343"/>
                  <a:gd name="connsiteY4" fmla="*/ 216 h 6345"/>
                  <a:gd name="connsiteX5" fmla="*/ 1232 w 6343"/>
                  <a:gd name="connsiteY5" fmla="*/ 1145 h 6345"/>
                  <a:gd name="connsiteX6" fmla="*/ 303 w 6343"/>
                  <a:gd name="connsiteY6" fmla="*/ 3388 h 6345"/>
                  <a:gd name="connsiteX7" fmla="*/ 1232 w 6343"/>
                  <a:gd name="connsiteY7" fmla="*/ 5632 h 6345"/>
                  <a:gd name="connsiteX8" fmla="*/ 3474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4" y="6561"/>
                    </a:moveTo>
                    <a:cubicBezTo>
                      <a:pt x="4315" y="6561"/>
                      <a:pt x="5122" y="6227"/>
                      <a:pt x="5717" y="5632"/>
                    </a:cubicBezTo>
                    <a:cubicBezTo>
                      <a:pt x="6312" y="5037"/>
                      <a:pt x="6646" y="4230"/>
                      <a:pt x="6646" y="3388"/>
                    </a:cubicBezTo>
                    <a:cubicBezTo>
                      <a:pt x="6646" y="2547"/>
                      <a:pt x="6312" y="1740"/>
                      <a:pt x="5717" y="1145"/>
                    </a:cubicBezTo>
                    <a:cubicBezTo>
                      <a:pt x="5122" y="550"/>
                      <a:pt x="4315" y="216"/>
                      <a:pt x="3474" y="216"/>
                    </a:cubicBezTo>
                    <a:cubicBezTo>
                      <a:pt x="2633" y="216"/>
                      <a:pt x="1826" y="550"/>
                      <a:pt x="1232" y="1145"/>
                    </a:cubicBezTo>
                    <a:cubicBezTo>
                      <a:pt x="637" y="1740"/>
                      <a:pt x="303" y="2547"/>
                      <a:pt x="303" y="3388"/>
                    </a:cubicBezTo>
                    <a:cubicBezTo>
                      <a:pt x="303" y="4230"/>
                      <a:pt x="637" y="5037"/>
                      <a:pt x="1232" y="5632"/>
                    </a:cubicBezTo>
                    <a:cubicBezTo>
                      <a:pt x="1826" y="6227"/>
                      <a:pt x="2633" y="6561"/>
                      <a:pt x="3474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33" name="Freeform: Shape 9832">
                <a:extLst>
                  <a:ext uri="{FF2B5EF4-FFF2-40B4-BE49-F238E27FC236}">
                    <a16:creationId xmlns:a16="http://schemas.microsoft.com/office/drawing/2014/main" id="{C055E1A4-8DDD-FE02-F32B-C016C12F6D59}"/>
                  </a:ext>
                </a:extLst>
              </p:cNvPr>
              <p:cNvSpPr/>
              <p:nvPr/>
            </p:nvSpPr>
            <p:spPr>
              <a:xfrm>
                <a:off x="10201164" y="6182849"/>
                <a:ext cx="6343" cy="6345"/>
              </a:xfrm>
              <a:custGeom>
                <a:avLst/>
                <a:gdLst>
                  <a:gd name="connsiteX0" fmla="*/ 3470 w 6343"/>
                  <a:gd name="connsiteY0" fmla="*/ 6558 h 6345"/>
                  <a:gd name="connsiteX1" fmla="*/ 5713 w 6343"/>
                  <a:gd name="connsiteY1" fmla="*/ 5629 h 6345"/>
                  <a:gd name="connsiteX2" fmla="*/ 6642 w 6343"/>
                  <a:gd name="connsiteY2" fmla="*/ 3386 h 6345"/>
                  <a:gd name="connsiteX3" fmla="*/ 5713 w 6343"/>
                  <a:gd name="connsiteY3" fmla="*/ 1142 h 6345"/>
                  <a:gd name="connsiteX4" fmla="*/ 3470 w 6343"/>
                  <a:gd name="connsiteY4" fmla="*/ 213 h 6345"/>
                  <a:gd name="connsiteX5" fmla="*/ 1228 w 6343"/>
                  <a:gd name="connsiteY5" fmla="*/ 1142 h 6345"/>
                  <a:gd name="connsiteX6" fmla="*/ 299 w 6343"/>
                  <a:gd name="connsiteY6" fmla="*/ 3386 h 6345"/>
                  <a:gd name="connsiteX7" fmla="*/ 1228 w 6343"/>
                  <a:gd name="connsiteY7" fmla="*/ 5629 h 6345"/>
                  <a:gd name="connsiteX8" fmla="*/ 3470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0" y="6558"/>
                    </a:moveTo>
                    <a:cubicBezTo>
                      <a:pt x="4312" y="6558"/>
                      <a:pt x="5118" y="6224"/>
                      <a:pt x="5713" y="5629"/>
                    </a:cubicBezTo>
                    <a:cubicBezTo>
                      <a:pt x="6308" y="5034"/>
                      <a:pt x="6642" y="4227"/>
                      <a:pt x="6642" y="3386"/>
                    </a:cubicBezTo>
                    <a:cubicBezTo>
                      <a:pt x="6642" y="2544"/>
                      <a:pt x="6308" y="1737"/>
                      <a:pt x="5713" y="1142"/>
                    </a:cubicBezTo>
                    <a:cubicBezTo>
                      <a:pt x="5118" y="547"/>
                      <a:pt x="4312" y="213"/>
                      <a:pt x="3470" y="213"/>
                    </a:cubicBezTo>
                    <a:cubicBezTo>
                      <a:pt x="2629" y="213"/>
                      <a:pt x="1823" y="547"/>
                      <a:pt x="1228" y="1142"/>
                    </a:cubicBezTo>
                    <a:cubicBezTo>
                      <a:pt x="633" y="1737"/>
                      <a:pt x="299" y="2544"/>
                      <a:pt x="299" y="3386"/>
                    </a:cubicBezTo>
                    <a:cubicBezTo>
                      <a:pt x="299" y="4227"/>
                      <a:pt x="633" y="5034"/>
                      <a:pt x="1228" y="5629"/>
                    </a:cubicBezTo>
                    <a:cubicBezTo>
                      <a:pt x="1823" y="6224"/>
                      <a:pt x="2629" y="6558"/>
                      <a:pt x="3470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34" name="Freeform: Shape 9833">
                <a:extLst>
                  <a:ext uri="{FF2B5EF4-FFF2-40B4-BE49-F238E27FC236}">
                    <a16:creationId xmlns:a16="http://schemas.microsoft.com/office/drawing/2014/main" id="{D0A7D52A-F06E-38B1-279A-0C5E6C2E2E68}"/>
                  </a:ext>
                </a:extLst>
              </p:cNvPr>
              <p:cNvSpPr/>
              <p:nvPr/>
            </p:nvSpPr>
            <p:spPr>
              <a:xfrm>
                <a:off x="10195657" y="6187429"/>
                <a:ext cx="6343" cy="6345"/>
              </a:xfrm>
              <a:custGeom>
                <a:avLst/>
                <a:gdLst>
                  <a:gd name="connsiteX0" fmla="*/ 3470 w 6343"/>
                  <a:gd name="connsiteY0" fmla="*/ 6559 h 6345"/>
                  <a:gd name="connsiteX1" fmla="*/ 5713 w 6343"/>
                  <a:gd name="connsiteY1" fmla="*/ 5630 h 6345"/>
                  <a:gd name="connsiteX2" fmla="*/ 6642 w 6343"/>
                  <a:gd name="connsiteY2" fmla="*/ 3386 h 6345"/>
                  <a:gd name="connsiteX3" fmla="*/ 5713 w 6343"/>
                  <a:gd name="connsiteY3" fmla="*/ 1143 h 6345"/>
                  <a:gd name="connsiteX4" fmla="*/ 3470 w 6343"/>
                  <a:gd name="connsiteY4" fmla="*/ 213 h 6345"/>
                  <a:gd name="connsiteX5" fmla="*/ 1227 w 6343"/>
                  <a:gd name="connsiteY5" fmla="*/ 1143 h 6345"/>
                  <a:gd name="connsiteX6" fmla="*/ 298 w 6343"/>
                  <a:gd name="connsiteY6" fmla="*/ 3386 h 6345"/>
                  <a:gd name="connsiteX7" fmla="*/ 1227 w 6343"/>
                  <a:gd name="connsiteY7" fmla="*/ 5630 h 6345"/>
                  <a:gd name="connsiteX8" fmla="*/ 347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0" y="6559"/>
                    </a:moveTo>
                    <a:cubicBezTo>
                      <a:pt x="4311" y="6559"/>
                      <a:pt x="5118" y="6224"/>
                      <a:pt x="5713" y="5630"/>
                    </a:cubicBezTo>
                    <a:cubicBezTo>
                      <a:pt x="6307" y="5035"/>
                      <a:pt x="6642" y="4228"/>
                      <a:pt x="6642" y="3386"/>
                    </a:cubicBezTo>
                    <a:cubicBezTo>
                      <a:pt x="6642" y="2545"/>
                      <a:pt x="6307" y="1738"/>
                      <a:pt x="5713" y="1143"/>
                    </a:cubicBezTo>
                    <a:cubicBezTo>
                      <a:pt x="5118" y="548"/>
                      <a:pt x="4311" y="213"/>
                      <a:pt x="3470" y="213"/>
                    </a:cubicBezTo>
                    <a:cubicBezTo>
                      <a:pt x="2629" y="213"/>
                      <a:pt x="1822" y="548"/>
                      <a:pt x="1227" y="1143"/>
                    </a:cubicBezTo>
                    <a:cubicBezTo>
                      <a:pt x="633" y="1738"/>
                      <a:pt x="298" y="2545"/>
                      <a:pt x="298" y="3386"/>
                    </a:cubicBezTo>
                    <a:cubicBezTo>
                      <a:pt x="298" y="4228"/>
                      <a:pt x="633" y="5035"/>
                      <a:pt x="1227" y="5630"/>
                    </a:cubicBezTo>
                    <a:cubicBezTo>
                      <a:pt x="1822" y="6224"/>
                      <a:pt x="2629" y="6559"/>
                      <a:pt x="347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35" name="Freeform: Shape 9834">
                <a:extLst>
                  <a:ext uri="{FF2B5EF4-FFF2-40B4-BE49-F238E27FC236}">
                    <a16:creationId xmlns:a16="http://schemas.microsoft.com/office/drawing/2014/main" id="{6445D602-29FC-9E48-8F00-2DF8CBD40BF7}"/>
                  </a:ext>
                </a:extLst>
              </p:cNvPr>
              <p:cNvSpPr/>
              <p:nvPr/>
            </p:nvSpPr>
            <p:spPr>
              <a:xfrm>
                <a:off x="10186027" y="6187044"/>
                <a:ext cx="6343" cy="6345"/>
              </a:xfrm>
              <a:custGeom>
                <a:avLst/>
                <a:gdLst>
                  <a:gd name="connsiteX0" fmla="*/ 3469 w 6343"/>
                  <a:gd name="connsiteY0" fmla="*/ 6559 h 6345"/>
                  <a:gd name="connsiteX1" fmla="*/ 5712 w 6343"/>
                  <a:gd name="connsiteY1" fmla="*/ 5630 h 6345"/>
                  <a:gd name="connsiteX2" fmla="*/ 6641 w 6343"/>
                  <a:gd name="connsiteY2" fmla="*/ 3386 h 6345"/>
                  <a:gd name="connsiteX3" fmla="*/ 5712 w 6343"/>
                  <a:gd name="connsiteY3" fmla="*/ 1143 h 6345"/>
                  <a:gd name="connsiteX4" fmla="*/ 3469 w 6343"/>
                  <a:gd name="connsiteY4" fmla="*/ 213 h 6345"/>
                  <a:gd name="connsiteX5" fmla="*/ 1227 w 6343"/>
                  <a:gd name="connsiteY5" fmla="*/ 1143 h 6345"/>
                  <a:gd name="connsiteX6" fmla="*/ 298 w 6343"/>
                  <a:gd name="connsiteY6" fmla="*/ 3386 h 6345"/>
                  <a:gd name="connsiteX7" fmla="*/ 1227 w 6343"/>
                  <a:gd name="connsiteY7" fmla="*/ 5630 h 6345"/>
                  <a:gd name="connsiteX8" fmla="*/ 346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9" y="6559"/>
                    </a:moveTo>
                    <a:cubicBezTo>
                      <a:pt x="4310" y="6559"/>
                      <a:pt x="5117" y="6224"/>
                      <a:pt x="5712" y="5630"/>
                    </a:cubicBezTo>
                    <a:cubicBezTo>
                      <a:pt x="6307" y="5035"/>
                      <a:pt x="6641" y="4227"/>
                      <a:pt x="6641" y="3386"/>
                    </a:cubicBezTo>
                    <a:cubicBezTo>
                      <a:pt x="6641" y="2545"/>
                      <a:pt x="6307" y="1738"/>
                      <a:pt x="5712" y="1143"/>
                    </a:cubicBezTo>
                    <a:cubicBezTo>
                      <a:pt x="5117" y="548"/>
                      <a:pt x="4310" y="213"/>
                      <a:pt x="3469" y="213"/>
                    </a:cubicBezTo>
                    <a:cubicBezTo>
                      <a:pt x="2628" y="213"/>
                      <a:pt x="1821" y="548"/>
                      <a:pt x="1227" y="1143"/>
                    </a:cubicBezTo>
                    <a:cubicBezTo>
                      <a:pt x="632" y="1738"/>
                      <a:pt x="298" y="2545"/>
                      <a:pt x="298" y="3386"/>
                    </a:cubicBezTo>
                    <a:cubicBezTo>
                      <a:pt x="298" y="4227"/>
                      <a:pt x="632" y="5035"/>
                      <a:pt x="1227" y="5630"/>
                    </a:cubicBezTo>
                    <a:cubicBezTo>
                      <a:pt x="1821" y="6224"/>
                      <a:pt x="2628" y="6559"/>
                      <a:pt x="346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36" name="Freeform: Shape 9835">
                <a:extLst>
                  <a:ext uri="{FF2B5EF4-FFF2-40B4-BE49-F238E27FC236}">
                    <a16:creationId xmlns:a16="http://schemas.microsoft.com/office/drawing/2014/main" id="{7E8A9723-0D57-11C7-99E8-4B83FD1EF55C}"/>
                  </a:ext>
                </a:extLst>
              </p:cNvPr>
              <p:cNvSpPr/>
              <p:nvPr/>
            </p:nvSpPr>
            <p:spPr>
              <a:xfrm>
                <a:off x="10181692" y="6192988"/>
                <a:ext cx="6343" cy="6345"/>
              </a:xfrm>
              <a:custGeom>
                <a:avLst/>
                <a:gdLst>
                  <a:gd name="connsiteX0" fmla="*/ 3469 w 6343"/>
                  <a:gd name="connsiteY0" fmla="*/ 6559 h 6345"/>
                  <a:gd name="connsiteX1" fmla="*/ 5712 w 6343"/>
                  <a:gd name="connsiteY1" fmla="*/ 5630 h 6345"/>
                  <a:gd name="connsiteX2" fmla="*/ 6640 w 6343"/>
                  <a:gd name="connsiteY2" fmla="*/ 3387 h 6345"/>
                  <a:gd name="connsiteX3" fmla="*/ 5712 w 6343"/>
                  <a:gd name="connsiteY3" fmla="*/ 1143 h 6345"/>
                  <a:gd name="connsiteX4" fmla="*/ 3469 w 6343"/>
                  <a:gd name="connsiteY4" fmla="*/ 214 h 6345"/>
                  <a:gd name="connsiteX5" fmla="*/ 1226 w 6343"/>
                  <a:gd name="connsiteY5" fmla="*/ 1143 h 6345"/>
                  <a:gd name="connsiteX6" fmla="*/ 297 w 6343"/>
                  <a:gd name="connsiteY6" fmla="*/ 3387 h 6345"/>
                  <a:gd name="connsiteX7" fmla="*/ 1226 w 6343"/>
                  <a:gd name="connsiteY7" fmla="*/ 5630 h 6345"/>
                  <a:gd name="connsiteX8" fmla="*/ 346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9" y="6559"/>
                    </a:moveTo>
                    <a:cubicBezTo>
                      <a:pt x="4310" y="6559"/>
                      <a:pt x="5117" y="6225"/>
                      <a:pt x="5712" y="5630"/>
                    </a:cubicBezTo>
                    <a:cubicBezTo>
                      <a:pt x="6306" y="5035"/>
                      <a:pt x="6640" y="4228"/>
                      <a:pt x="6640" y="3387"/>
                    </a:cubicBezTo>
                    <a:cubicBezTo>
                      <a:pt x="6640" y="2545"/>
                      <a:pt x="6306" y="1738"/>
                      <a:pt x="5712" y="1143"/>
                    </a:cubicBezTo>
                    <a:cubicBezTo>
                      <a:pt x="5117" y="548"/>
                      <a:pt x="4310" y="214"/>
                      <a:pt x="3469" y="214"/>
                    </a:cubicBezTo>
                    <a:cubicBezTo>
                      <a:pt x="2628" y="214"/>
                      <a:pt x="1821" y="548"/>
                      <a:pt x="1226" y="1143"/>
                    </a:cubicBezTo>
                    <a:cubicBezTo>
                      <a:pt x="632" y="1738"/>
                      <a:pt x="297" y="2545"/>
                      <a:pt x="297" y="3387"/>
                    </a:cubicBezTo>
                    <a:cubicBezTo>
                      <a:pt x="297" y="4228"/>
                      <a:pt x="632" y="5035"/>
                      <a:pt x="1226" y="5630"/>
                    </a:cubicBezTo>
                    <a:cubicBezTo>
                      <a:pt x="1821" y="6225"/>
                      <a:pt x="2628" y="6559"/>
                      <a:pt x="346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37" name="Freeform: Shape 9836">
                <a:extLst>
                  <a:ext uri="{FF2B5EF4-FFF2-40B4-BE49-F238E27FC236}">
                    <a16:creationId xmlns:a16="http://schemas.microsoft.com/office/drawing/2014/main" id="{82DBB684-7417-C08E-AD1B-D8BD0E3AC2F5}"/>
                  </a:ext>
                </a:extLst>
              </p:cNvPr>
              <p:cNvSpPr/>
              <p:nvPr/>
            </p:nvSpPr>
            <p:spPr>
              <a:xfrm>
                <a:off x="10169598" y="6189390"/>
                <a:ext cx="6343" cy="6345"/>
              </a:xfrm>
              <a:custGeom>
                <a:avLst/>
                <a:gdLst>
                  <a:gd name="connsiteX0" fmla="*/ 3468 w 6343"/>
                  <a:gd name="connsiteY0" fmla="*/ 6559 h 6345"/>
                  <a:gd name="connsiteX1" fmla="*/ 5711 w 6343"/>
                  <a:gd name="connsiteY1" fmla="*/ 5630 h 6345"/>
                  <a:gd name="connsiteX2" fmla="*/ 6640 w 6343"/>
                  <a:gd name="connsiteY2" fmla="*/ 3386 h 6345"/>
                  <a:gd name="connsiteX3" fmla="*/ 5711 w 6343"/>
                  <a:gd name="connsiteY3" fmla="*/ 1143 h 6345"/>
                  <a:gd name="connsiteX4" fmla="*/ 3468 w 6343"/>
                  <a:gd name="connsiteY4" fmla="*/ 214 h 6345"/>
                  <a:gd name="connsiteX5" fmla="*/ 1225 w 6343"/>
                  <a:gd name="connsiteY5" fmla="*/ 1143 h 6345"/>
                  <a:gd name="connsiteX6" fmla="*/ 296 w 6343"/>
                  <a:gd name="connsiteY6" fmla="*/ 3386 h 6345"/>
                  <a:gd name="connsiteX7" fmla="*/ 1225 w 6343"/>
                  <a:gd name="connsiteY7" fmla="*/ 5630 h 6345"/>
                  <a:gd name="connsiteX8" fmla="*/ 3468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8" y="6559"/>
                    </a:moveTo>
                    <a:cubicBezTo>
                      <a:pt x="4309" y="6559"/>
                      <a:pt x="5116" y="6225"/>
                      <a:pt x="5711" y="5630"/>
                    </a:cubicBezTo>
                    <a:cubicBezTo>
                      <a:pt x="6305" y="5035"/>
                      <a:pt x="6640" y="4228"/>
                      <a:pt x="6640" y="3386"/>
                    </a:cubicBezTo>
                    <a:cubicBezTo>
                      <a:pt x="6640" y="2545"/>
                      <a:pt x="6305" y="1738"/>
                      <a:pt x="5711" y="1143"/>
                    </a:cubicBezTo>
                    <a:cubicBezTo>
                      <a:pt x="5116" y="548"/>
                      <a:pt x="4309" y="214"/>
                      <a:pt x="3468" y="214"/>
                    </a:cubicBezTo>
                    <a:cubicBezTo>
                      <a:pt x="2627" y="214"/>
                      <a:pt x="1820" y="548"/>
                      <a:pt x="1225" y="1143"/>
                    </a:cubicBezTo>
                    <a:cubicBezTo>
                      <a:pt x="631" y="1738"/>
                      <a:pt x="296" y="2545"/>
                      <a:pt x="296" y="3386"/>
                    </a:cubicBezTo>
                    <a:cubicBezTo>
                      <a:pt x="296" y="4228"/>
                      <a:pt x="631" y="5035"/>
                      <a:pt x="1225" y="5630"/>
                    </a:cubicBezTo>
                    <a:cubicBezTo>
                      <a:pt x="1820" y="6225"/>
                      <a:pt x="2627" y="6559"/>
                      <a:pt x="3468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38" name="Freeform: Shape 9837">
                <a:extLst>
                  <a:ext uri="{FF2B5EF4-FFF2-40B4-BE49-F238E27FC236}">
                    <a16:creationId xmlns:a16="http://schemas.microsoft.com/office/drawing/2014/main" id="{E7389487-D38D-D65A-1A1D-FA100B9F8748}"/>
                  </a:ext>
                </a:extLst>
              </p:cNvPr>
              <p:cNvSpPr/>
              <p:nvPr/>
            </p:nvSpPr>
            <p:spPr>
              <a:xfrm>
                <a:off x="10497112" y="6610237"/>
                <a:ext cx="6343" cy="6345"/>
              </a:xfrm>
              <a:custGeom>
                <a:avLst/>
                <a:gdLst>
                  <a:gd name="connsiteX0" fmla="*/ 3494 w 6343"/>
                  <a:gd name="connsiteY0" fmla="*/ 6592 h 6345"/>
                  <a:gd name="connsiteX1" fmla="*/ 5736 w 6343"/>
                  <a:gd name="connsiteY1" fmla="*/ 5663 h 6345"/>
                  <a:gd name="connsiteX2" fmla="*/ 6665 w 6343"/>
                  <a:gd name="connsiteY2" fmla="*/ 3419 h 6345"/>
                  <a:gd name="connsiteX3" fmla="*/ 5736 w 6343"/>
                  <a:gd name="connsiteY3" fmla="*/ 1176 h 6345"/>
                  <a:gd name="connsiteX4" fmla="*/ 3494 w 6343"/>
                  <a:gd name="connsiteY4" fmla="*/ 247 h 6345"/>
                  <a:gd name="connsiteX5" fmla="*/ 1251 w 6343"/>
                  <a:gd name="connsiteY5" fmla="*/ 1176 h 6345"/>
                  <a:gd name="connsiteX6" fmla="*/ 322 w 6343"/>
                  <a:gd name="connsiteY6" fmla="*/ 3419 h 6345"/>
                  <a:gd name="connsiteX7" fmla="*/ 1251 w 6343"/>
                  <a:gd name="connsiteY7" fmla="*/ 5663 h 6345"/>
                  <a:gd name="connsiteX8" fmla="*/ 3494 w 6343"/>
                  <a:gd name="connsiteY8" fmla="*/ 65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4" y="6592"/>
                    </a:moveTo>
                    <a:cubicBezTo>
                      <a:pt x="4335" y="6592"/>
                      <a:pt x="5142" y="6258"/>
                      <a:pt x="5736" y="5663"/>
                    </a:cubicBezTo>
                    <a:cubicBezTo>
                      <a:pt x="6331" y="5068"/>
                      <a:pt x="6665" y="4261"/>
                      <a:pt x="6665" y="3419"/>
                    </a:cubicBezTo>
                    <a:cubicBezTo>
                      <a:pt x="6665" y="2578"/>
                      <a:pt x="6331" y="1771"/>
                      <a:pt x="5736" y="1176"/>
                    </a:cubicBezTo>
                    <a:cubicBezTo>
                      <a:pt x="5142" y="581"/>
                      <a:pt x="4335" y="247"/>
                      <a:pt x="3494" y="247"/>
                    </a:cubicBezTo>
                    <a:cubicBezTo>
                      <a:pt x="2653" y="247"/>
                      <a:pt x="1846" y="581"/>
                      <a:pt x="1251" y="1176"/>
                    </a:cubicBezTo>
                    <a:cubicBezTo>
                      <a:pt x="656" y="1771"/>
                      <a:pt x="322" y="2578"/>
                      <a:pt x="322" y="3419"/>
                    </a:cubicBezTo>
                    <a:cubicBezTo>
                      <a:pt x="322" y="4261"/>
                      <a:pt x="656" y="5068"/>
                      <a:pt x="1251" y="5663"/>
                    </a:cubicBezTo>
                    <a:cubicBezTo>
                      <a:pt x="1846" y="6258"/>
                      <a:pt x="2653" y="6592"/>
                      <a:pt x="3494" y="6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39" name="Freeform: Shape 9838">
                <a:extLst>
                  <a:ext uri="{FF2B5EF4-FFF2-40B4-BE49-F238E27FC236}">
                    <a16:creationId xmlns:a16="http://schemas.microsoft.com/office/drawing/2014/main" id="{7D7A6E75-3327-EA8E-2F4C-E4660CF65E6C}"/>
                  </a:ext>
                </a:extLst>
              </p:cNvPr>
              <p:cNvSpPr/>
              <p:nvPr/>
            </p:nvSpPr>
            <p:spPr>
              <a:xfrm>
                <a:off x="9802042" y="5746779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2 w 6343"/>
                  <a:gd name="connsiteY1" fmla="*/ 5595 h 6345"/>
                  <a:gd name="connsiteX2" fmla="*/ 6611 w 6343"/>
                  <a:gd name="connsiteY2" fmla="*/ 3351 h 6345"/>
                  <a:gd name="connsiteX3" fmla="*/ 5682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1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7" y="6190"/>
                      <a:pt x="5682" y="5595"/>
                    </a:cubicBezTo>
                    <a:cubicBezTo>
                      <a:pt x="6276" y="5000"/>
                      <a:pt x="6611" y="4193"/>
                      <a:pt x="6611" y="3351"/>
                    </a:cubicBezTo>
                    <a:cubicBezTo>
                      <a:pt x="6611" y="2510"/>
                      <a:pt x="6276" y="1703"/>
                      <a:pt x="5682" y="1108"/>
                    </a:cubicBezTo>
                    <a:cubicBezTo>
                      <a:pt x="5087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6" y="1108"/>
                    </a:cubicBezTo>
                    <a:cubicBezTo>
                      <a:pt x="602" y="1703"/>
                      <a:pt x="267" y="2510"/>
                      <a:pt x="267" y="3351"/>
                    </a:cubicBezTo>
                    <a:cubicBezTo>
                      <a:pt x="267" y="4193"/>
                      <a:pt x="602" y="5000"/>
                      <a:pt x="1196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40" name="Freeform: Shape 9839">
                <a:extLst>
                  <a:ext uri="{FF2B5EF4-FFF2-40B4-BE49-F238E27FC236}">
                    <a16:creationId xmlns:a16="http://schemas.microsoft.com/office/drawing/2014/main" id="{F790C369-2AEB-23A1-4FDA-43465A242282}"/>
                  </a:ext>
                </a:extLst>
              </p:cNvPr>
              <p:cNvSpPr/>
              <p:nvPr/>
            </p:nvSpPr>
            <p:spPr>
              <a:xfrm>
                <a:off x="9798485" y="5747975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1 h 6345"/>
                  <a:gd name="connsiteX3" fmla="*/ 5681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1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7" y="6190"/>
                      <a:pt x="5681" y="5595"/>
                    </a:cubicBezTo>
                    <a:cubicBezTo>
                      <a:pt x="6276" y="5000"/>
                      <a:pt x="6610" y="4193"/>
                      <a:pt x="6610" y="3351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7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6" y="1108"/>
                    </a:cubicBezTo>
                    <a:cubicBezTo>
                      <a:pt x="601" y="1703"/>
                      <a:pt x="267" y="2510"/>
                      <a:pt x="267" y="3351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41" name="Freeform: Shape 9840">
                <a:extLst>
                  <a:ext uri="{FF2B5EF4-FFF2-40B4-BE49-F238E27FC236}">
                    <a16:creationId xmlns:a16="http://schemas.microsoft.com/office/drawing/2014/main" id="{AFB8C1C6-1D8D-4549-A5CA-B20D0299CD51}"/>
                  </a:ext>
                </a:extLst>
              </p:cNvPr>
              <p:cNvSpPr/>
              <p:nvPr/>
            </p:nvSpPr>
            <p:spPr>
              <a:xfrm>
                <a:off x="9795196" y="5749492"/>
                <a:ext cx="6343" cy="6345"/>
              </a:xfrm>
              <a:custGeom>
                <a:avLst/>
                <a:gdLst>
                  <a:gd name="connsiteX0" fmla="*/ 3438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4"/>
                    </a:moveTo>
                    <a:cubicBezTo>
                      <a:pt x="4280" y="6524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80" y="179"/>
                      <a:pt x="3438" y="179"/>
                    </a:cubicBezTo>
                    <a:cubicBezTo>
                      <a:pt x="2597" y="179"/>
                      <a:pt x="1791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7" y="6524"/>
                      <a:pt x="343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42" name="Freeform: Shape 9841">
                <a:extLst>
                  <a:ext uri="{FF2B5EF4-FFF2-40B4-BE49-F238E27FC236}">
                    <a16:creationId xmlns:a16="http://schemas.microsoft.com/office/drawing/2014/main" id="{C82597FA-3427-33C1-550D-EBE7C985B141}"/>
                  </a:ext>
                </a:extLst>
              </p:cNvPr>
              <p:cNvSpPr/>
              <p:nvPr/>
            </p:nvSpPr>
            <p:spPr>
              <a:xfrm>
                <a:off x="9792243" y="5751437"/>
                <a:ext cx="6343" cy="6345"/>
              </a:xfrm>
              <a:custGeom>
                <a:avLst/>
                <a:gdLst>
                  <a:gd name="connsiteX0" fmla="*/ 3438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4"/>
                    </a:moveTo>
                    <a:cubicBezTo>
                      <a:pt x="4279" y="6524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79" y="179"/>
                      <a:pt x="3438" y="179"/>
                    </a:cubicBezTo>
                    <a:cubicBezTo>
                      <a:pt x="2597" y="179"/>
                      <a:pt x="1790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0" y="6190"/>
                      <a:pt x="2597" y="6524"/>
                      <a:pt x="343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43" name="Freeform: Shape 9842">
                <a:extLst>
                  <a:ext uri="{FF2B5EF4-FFF2-40B4-BE49-F238E27FC236}">
                    <a16:creationId xmlns:a16="http://schemas.microsoft.com/office/drawing/2014/main" id="{936052F0-9E8B-4B28-E70E-336FA7D0A1AC}"/>
                  </a:ext>
                </a:extLst>
              </p:cNvPr>
              <p:cNvSpPr/>
              <p:nvPr/>
            </p:nvSpPr>
            <p:spPr>
              <a:xfrm>
                <a:off x="9789846" y="5754117"/>
                <a:ext cx="6343" cy="6345"/>
              </a:xfrm>
              <a:custGeom>
                <a:avLst/>
                <a:gdLst>
                  <a:gd name="connsiteX0" fmla="*/ 3438 w 6343"/>
                  <a:gd name="connsiteY0" fmla="*/ 6525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5 w 6343"/>
                  <a:gd name="connsiteY5" fmla="*/ 1108 h 6345"/>
                  <a:gd name="connsiteX6" fmla="*/ 266 w 6343"/>
                  <a:gd name="connsiteY6" fmla="*/ 3352 h 6345"/>
                  <a:gd name="connsiteX7" fmla="*/ 1195 w 6343"/>
                  <a:gd name="connsiteY7" fmla="*/ 5595 h 6345"/>
                  <a:gd name="connsiteX8" fmla="*/ 343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5"/>
                    </a:moveTo>
                    <a:cubicBezTo>
                      <a:pt x="4279" y="6525"/>
                      <a:pt x="5086" y="6190"/>
                      <a:pt x="5681" y="5595"/>
                    </a:cubicBezTo>
                    <a:cubicBezTo>
                      <a:pt x="6275" y="5000"/>
                      <a:pt x="6610" y="4193"/>
                      <a:pt x="6610" y="3352"/>
                    </a:cubicBezTo>
                    <a:cubicBezTo>
                      <a:pt x="6610" y="2511"/>
                      <a:pt x="6275" y="1703"/>
                      <a:pt x="5681" y="1108"/>
                    </a:cubicBezTo>
                    <a:cubicBezTo>
                      <a:pt x="5086" y="514"/>
                      <a:pt x="4279" y="179"/>
                      <a:pt x="3438" y="179"/>
                    </a:cubicBezTo>
                    <a:cubicBezTo>
                      <a:pt x="2597" y="179"/>
                      <a:pt x="1790" y="514"/>
                      <a:pt x="1195" y="1108"/>
                    </a:cubicBezTo>
                    <a:cubicBezTo>
                      <a:pt x="601" y="1703"/>
                      <a:pt x="266" y="2511"/>
                      <a:pt x="266" y="3352"/>
                    </a:cubicBezTo>
                    <a:cubicBezTo>
                      <a:pt x="266" y="4193"/>
                      <a:pt x="601" y="5000"/>
                      <a:pt x="1195" y="5595"/>
                    </a:cubicBezTo>
                    <a:cubicBezTo>
                      <a:pt x="1790" y="6190"/>
                      <a:pt x="2597" y="6525"/>
                      <a:pt x="343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44" name="Freeform: Shape 9843">
                <a:extLst>
                  <a:ext uri="{FF2B5EF4-FFF2-40B4-BE49-F238E27FC236}">
                    <a16:creationId xmlns:a16="http://schemas.microsoft.com/office/drawing/2014/main" id="{5881BDE3-D490-A8B8-DB65-2C4003CF9563}"/>
                  </a:ext>
                </a:extLst>
              </p:cNvPr>
              <p:cNvSpPr/>
              <p:nvPr/>
            </p:nvSpPr>
            <p:spPr>
              <a:xfrm>
                <a:off x="9886742" y="5890796"/>
                <a:ext cx="6343" cy="6345"/>
              </a:xfrm>
              <a:custGeom>
                <a:avLst/>
                <a:gdLst>
                  <a:gd name="connsiteX0" fmla="*/ 3446 w 6343"/>
                  <a:gd name="connsiteY0" fmla="*/ 6535 h 6345"/>
                  <a:gd name="connsiteX1" fmla="*/ 5688 w 6343"/>
                  <a:gd name="connsiteY1" fmla="*/ 5606 h 6345"/>
                  <a:gd name="connsiteX2" fmla="*/ 6617 w 6343"/>
                  <a:gd name="connsiteY2" fmla="*/ 3363 h 6345"/>
                  <a:gd name="connsiteX3" fmla="*/ 5688 w 6343"/>
                  <a:gd name="connsiteY3" fmla="*/ 1119 h 6345"/>
                  <a:gd name="connsiteX4" fmla="*/ 3446 w 6343"/>
                  <a:gd name="connsiteY4" fmla="*/ 190 h 6345"/>
                  <a:gd name="connsiteX5" fmla="*/ 1203 w 6343"/>
                  <a:gd name="connsiteY5" fmla="*/ 1119 h 6345"/>
                  <a:gd name="connsiteX6" fmla="*/ 274 w 6343"/>
                  <a:gd name="connsiteY6" fmla="*/ 3363 h 6345"/>
                  <a:gd name="connsiteX7" fmla="*/ 1203 w 6343"/>
                  <a:gd name="connsiteY7" fmla="*/ 5606 h 6345"/>
                  <a:gd name="connsiteX8" fmla="*/ 3446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35"/>
                    </a:moveTo>
                    <a:cubicBezTo>
                      <a:pt x="4287" y="6535"/>
                      <a:pt x="5094" y="6201"/>
                      <a:pt x="5688" y="5606"/>
                    </a:cubicBezTo>
                    <a:cubicBezTo>
                      <a:pt x="6283" y="5011"/>
                      <a:pt x="6617" y="4204"/>
                      <a:pt x="6617" y="3363"/>
                    </a:cubicBezTo>
                    <a:cubicBezTo>
                      <a:pt x="6617" y="2521"/>
                      <a:pt x="6283" y="1714"/>
                      <a:pt x="5688" y="1119"/>
                    </a:cubicBezTo>
                    <a:cubicBezTo>
                      <a:pt x="5094" y="524"/>
                      <a:pt x="4287" y="190"/>
                      <a:pt x="3446" y="190"/>
                    </a:cubicBezTo>
                    <a:cubicBezTo>
                      <a:pt x="2605" y="190"/>
                      <a:pt x="1798" y="524"/>
                      <a:pt x="1203" y="1119"/>
                    </a:cubicBezTo>
                    <a:cubicBezTo>
                      <a:pt x="608" y="1714"/>
                      <a:pt x="274" y="2521"/>
                      <a:pt x="274" y="3363"/>
                    </a:cubicBezTo>
                    <a:cubicBezTo>
                      <a:pt x="274" y="4204"/>
                      <a:pt x="608" y="5011"/>
                      <a:pt x="1203" y="5606"/>
                    </a:cubicBezTo>
                    <a:cubicBezTo>
                      <a:pt x="1798" y="6201"/>
                      <a:pt x="2605" y="6535"/>
                      <a:pt x="3446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45" name="Freeform: Shape 9844">
                <a:extLst>
                  <a:ext uri="{FF2B5EF4-FFF2-40B4-BE49-F238E27FC236}">
                    <a16:creationId xmlns:a16="http://schemas.microsoft.com/office/drawing/2014/main" id="{FE694CBB-669E-238F-D59D-3151AEF4BB62}"/>
                  </a:ext>
                </a:extLst>
              </p:cNvPr>
              <p:cNvSpPr/>
              <p:nvPr/>
            </p:nvSpPr>
            <p:spPr>
              <a:xfrm>
                <a:off x="9882479" y="5892688"/>
                <a:ext cx="6343" cy="6345"/>
              </a:xfrm>
              <a:custGeom>
                <a:avLst/>
                <a:gdLst>
                  <a:gd name="connsiteX0" fmla="*/ 3445 w 6343"/>
                  <a:gd name="connsiteY0" fmla="*/ 6536 h 6345"/>
                  <a:gd name="connsiteX1" fmla="*/ 5688 w 6343"/>
                  <a:gd name="connsiteY1" fmla="*/ 5606 h 6345"/>
                  <a:gd name="connsiteX2" fmla="*/ 6617 w 6343"/>
                  <a:gd name="connsiteY2" fmla="*/ 3363 h 6345"/>
                  <a:gd name="connsiteX3" fmla="*/ 5688 w 6343"/>
                  <a:gd name="connsiteY3" fmla="*/ 1119 h 6345"/>
                  <a:gd name="connsiteX4" fmla="*/ 3445 w 6343"/>
                  <a:gd name="connsiteY4" fmla="*/ 190 h 6345"/>
                  <a:gd name="connsiteX5" fmla="*/ 1203 w 6343"/>
                  <a:gd name="connsiteY5" fmla="*/ 1119 h 6345"/>
                  <a:gd name="connsiteX6" fmla="*/ 274 w 6343"/>
                  <a:gd name="connsiteY6" fmla="*/ 3363 h 6345"/>
                  <a:gd name="connsiteX7" fmla="*/ 1203 w 6343"/>
                  <a:gd name="connsiteY7" fmla="*/ 5606 h 6345"/>
                  <a:gd name="connsiteX8" fmla="*/ 3445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36"/>
                    </a:moveTo>
                    <a:cubicBezTo>
                      <a:pt x="4286" y="6536"/>
                      <a:pt x="5093" y="6201"/>
                      <a:pt x="5688" y="5606"/>
                    </a:cubicBezTo>
                    <a:cubicBezTo>
                      <a:pt x="6283" y="5011"/>
                      <a:pt x="6617" y="4204"/>
                      <a:pt x="6617" y="3363"/>
                    </a:cubicBezTo>
                    <a:cubicBezTo>
                      <a:pt x="6617" y="2521"/>
                      <a:pt x="6283" y="1714"/>
                      <a:pt x="5688" y="1119"/>
                    </a:cubicBezTo>
                    <a:cubicBezTo>
                      <a:pt x="5093" y="524"/>
                      <a:pt x="4286" y="190"/>
                      <a:pt x="3445" y="190"/>
                    </a:cubicBezTo>
                    <a:cubicBezTo>
                      <a:pt x="2604" y="190"/>
                      <a:pt x="1797" y="524"/>
                      <a:pt x="1203" y="1119"/>
                    </a:cubicBezTo>
                    <a:cubicBezTo>
                      <a:pt x="608" y="1714"/>
                      <a:pt x="274" y="2521"/>
                      <a:pt x="274" y="3363"/>
                    </a:cubicBezTo>
                    <a:cubicBezTo>
                      <a:pt x="274" y="4204"/>
                      <a:pt x="608" y="5011"/>
                      <a:pt x="1203" y="5606"/>
                    </a:cubicBezTo>
                    <a:cubicBezTo>
                      <a:pt x="1797" y="6201"/>
                      <a:pt x="2604" y="6536"/>
                      <a:pt x="3445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46" name="Freeform: Shape 9845">
                <a:extLst>
                  <a:ext uri="{FF2B5EF4-FFF2-40B4-BE49-F238E27FC236}">
                    <a16:creationId xmlns:a16="http://schemas.microsoft.com/office/drawing/2014/main" id="{7B40D4B4-C9E4-31A7-CB15-E2775FEA5DFA}"/>
                  </a:ext>
                </a:extLst>
              </p:cNvPr>
              <p:cNvSpPr/>
              <p:nvPr/>
            </p:nvSpPr>
            <p:spPr>
              <a:xfrm>
                <a:off x="9879387" y="5896181"/>
                <a:ext cx="6343" cy="6345"/>
              </a:xfrm>
              <a:custGeom>
                <a:avLst/>
                <a:gdLst>
                  <a:gd name="connsiteX0" fmla="*/ 3445 w 6343"/>
                  <a:gd name="connsiteY0" fmla="*/ 6536 h 6345"/>
                  <a:gd name="connsiteX1" fmla="*/ 5688 w 6343"/>
                  <a:gd name="connsiteY1" fmla="*/ 5607 h 6345"/>
                  <a:gd name="connsiteX2" fmla="*/ 6617 w 6343"/>
                  <a:gd name="connsiteY2" fmla="*/ 3363 h 6345"/>
                  <a:gd name="connsiteX3" fmla="*/ 5688 w 6343"/>
                  <a:gd name="connsiteY3" fmla="*/ 1120 h 6345"/>
                  <a:gd name="connsiteX4" fmla="*/ 3445 w 6343"/>
                  <a:gd name="connsiteY4" fmla="*/ 190 h 6345"/>
                  <a:gd name="connsiteX5" fmla="*/ 1202 w 6343"/>
                  <a:gd name="connsiteY5" fmla="*/ 1120 h 6345"/>
                  <a:gd name="connsiteX6" fmla="*/ 274 w 6343"/>
                  <a:gd name="connsiteY6" fmla="*/ 3363 h 6345"/>
                  <a:gd name="connsiteX7" fmla="*/ 1202 w 6343"/>
                  <a:gd name="connsiteY7" fmla="*/ 5607 h 6345"/>
                  <a:gd name="connsiteX8" fmla="*/ 3445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36"/>
                    </a:moveTo>
                    <a:cubicBezTo>
                      <a:pt x="4286" y="6536"/>
                      <a:pt x="5093" y="6202"/>
                      <a:pt x="5688" y="5607"/>
                    </a:cubicBezTo>
                    <a:cubicBezTo>
                      <a:pt x="6282" y="5012"/>
                      <a:pt x="6617" y="4205"/>
                      <a:pt x="6617" y="3363"/>
                    </a:cubicBezTo>
                    <a:cubicBezTo>
                      <a:pt x="6617" y="2522"/>
                      <a:pt x="6282" y="1715"/>
                      <a:pt x="5688" y="1120"/>
                    </a:cubicBezTo>
                    <a:cubicBezTo>
                      <a:pt x="5093" y="525"/>
                      <a:pt x="4286" y="190"/>
                      <a:pt x="3445" y="190"/>
                    </a:cubicBezTo>
                    <a:cubicBezTo>
                      <a:pt x="2604" y="190"/>
                      <a:pt x="1797" y="525"/>
                      <a:pt x="1202" y="1120"/>
                    </a:cubicBezTo>
                    <a:cubicBezTo>
                      <a:pt x="608" y="1715"/>
                      <a:pt x="274" y="2522"/>
                      <a:pt x="274" y="3363"/>
                    </a:cubicBezTo>
                    <a:cubicBezTo>
                      <a:pt x="274" y="4205"/>
                      <a:pt x="608" y="5012"/>
                      <a:pt x="1202" y="5607"/>
                    </a:cubicBezTo>
                    <a:cubicBezTo>
                      <a:pt x="1797" y="6202"/>
                      <a:pt x="2604" y="6536"/>
                      <a:pt x="3445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47" name="Freeform: Shape 9846">
                <a:extLst>
                  <a:ext uri="{FF2B5EF4-FFF2-40B4-BE49-F238E27FC236}">
                    <a16:creationId xmlns:a16="http://schemas.microsoft.com/office/drawing/2014/main" id="{C6017D56-EFF2-17F8-55C7-CBA590458ECA}"/>
                  </a:ext>
                </a:extLst>
              </p:cNvPr>
              <p:cNvSpPr/>
              <p:nvPr/>
            </p:nvSpPr>
            <p:spPr>
              <a:xfrm>
                <a:off x="10084415" y="6191610"/>
                <a:ext cx="6343" cy="6345"/>
              </a:xfrm>
              <a:custGeom>
                <a:avLst/>
                <a:gdLst>
                  <a:gd name="connsiteX0" fmla="*/ 3461 w 6343"/>
                  <a:gd name="connsiteY0" fmla="*/ 6559 h 6345"/>
                  <a:gd name="connsiteX1" fmla="*/ 5704 w 6343"/>
                  <a:gd name="connsiteY1" fmla="*/ 5630 h 6345"/>
                  <a:gd name="connsiteX2" fmla="*/ 6633 w 6343"/>
                  <a:gd name="connsiteY2" fmla="*/ 3386 h 6345"/>
                  <a:gd name="connsiteX3" fmla="*/ 5704 w 6343"/>
                  <a:gd name="connsiteY3" fmla="*/ 1143 h 6345"/>
                  <a:gd name="connsiteX4" fmla="*/ 3461 w 6343"/>
                  <a:gd name="connsiteY4" fmla="*/ 214 h 6345"/>
                  <a:gd name="connsiteX5" fmla="*/ 1219 w 6343"/>
                  <a:gd name="connsiteY5" fmla="*/ 1143 h 6345"/>
                  <a:gd name="connsiteX6" fmla="*/ 290 w 6343"/>
                  <a:gd name="connsiteY6" fmla="*/ 3386 h 6345"/>
                  <a:gd name="connsiteX7" fmla="*/ 1219 w 6343"/>
                  <a:gd name="connsiteY7" fmla="*/ 5630 h 6345"/>
                  <a:gd name="connsiteX8" fmla="*/ 346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59"/>
                    </a:moveTo>
                    <a:cubicBezTo>
                      <a:pt x="4302" y="6559"/>
                      <a:pt x="5109" y="6225"/>
                      <a:pt x="5704" y="5630"/>
                    </a:cubicBezTo>
                    <a:cubicBezTo>
                      <a:pt x="6299" y="5035"/>
                      <a:pt x="6633" y="4228"/>
                      <a:pt x="6633" y="3386"/>
                    </a:cubicBezTo>
                    <a:cubicBezTo>
                      <a:pt x="6633" y="2545"/>
                      <a:pt x="6299" y="1738"/>
                      <a:pt x="5704" y="1143"/>
                    </a:cubicBezTo>
                    <a:cubicBezTo>
                      <a:pt x="5109" y="548"/>
                      <a:pt x="4302" y="214"/>
                      <a:pt x="3461" y="214"/>
                    </a:cubicBezTo>
                    <a:cubicBezTo>
                      <a:pt x="2620" y="214"/>
                      <a:pt x="1813" y="548"/>
                      <a:pt x="1219" y="1143"/>
                    </a:cubicBezTo>
                    <a:cubicBezTo>
                      <a:pt x="624" y="1738"/>
                      <a:pt x="290" y="2545"/>
                      <a:pt x="290" y="3386"/>
                    </a:cubicBezTo>
                    <a:cubicBezTo>
                      <a:pt x="290" y="4228"/>
                      <a:pt x="624" y="5035"/>
                      <a:pt x="1219" y="5630"/>
                    </a:cubicBezTo>
                    <a:cubicBezTo>
                      <a:pt x="1813" y="6225"/>
                      <a:pt x="2620" y="6559"/>
                      <a:pt x="346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48" name="Freeform: Shape 9847">
                <a:extLst>
                  <a:ext uri="{FF2B5EF4-FFF2-40B4-BE49-F238E27FC236}">
                    <a16:creationId xmlns:a16="http://schemas.microsoft.com/office/drawing/2014/main" id="{C11220E3-C6D5-A9B8-BF6C-AA95C757B2F2}"/>
                  </a:ext>
                </a:extLst>
              </p:cNvPr>
              <p:cNvSpPr/>
              <p:nvPr/>
            </p:nvSpPr>
            <p:spPr>
              <a:xfrm>
                <a:off x="10091533" y="6225570"/>
                <a:ext cx="6343" cy="6345"/>
              </a:xfrm>
              <a:custGeom>
                <a:avLst/>
                <a:gdLst>
                  <a:gd name="connsiteX0" fmla="*/ 3462 w 6343"/>
                  <a:gd name="connsiteY0" fmla="*/ 6562 h 6345"/>
                  <a:gd name="connsiteX1" fmla="*/ 5704 w 6343"/>
                  <a:gd name="connsiteY1" fmla="*/ 5633 h 6345"/>
                  <a:gd name="connsiteX2" fmla="*/ 6633 w 6343"/>
                  <a:gd name="connsiteY2" fmla="*/ 3389 h 6345"/>
                  <a:gd name="connsiteX3" fmla="*/ 5704 w 6343"/>
                  <a:gd name="connsiteY3" fmla="*/ 1146 h 6345"/>
                  <a:gd name="connsiteX4" fmla="*/ 3462 w 6343"/>
                  <a:gd name="connsiteY4" fmla="*/ 216 h 6345"/>
                  <a:gd name="connsiteX5" fmla="*/ 1219 w 6343"/>
                  <a:gd name="connsiteY5" fmla="*/ 1146 h 6345"/>
                  <a:gd name="connsiteX6" fmla="*/ 290 w 6343"/>
                  <a:gd name="connsiteY6" fmla="*/ 3389 h 6345"/>
                  <a:gd name="connsiteX7" fmla="*/ 1219 w 6343"/>
                  <a:gd name="connsiteY7" fmla="*/ 5633 h 6345"/>
                  <a:gd name="connsiteX8" fmla="*/ 3462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2" y="6562"/>
                    </a:moveTo>
                    <a:cubicBezTo>
                      <a:pt x="4303" y="6562"/>
                      <a:pt x="5110" y="6227"/>
                      <a:pt x="5704" y="5633"/>
                    </a:cubicBezTo>
                    <a:cubicBezTo>
                      <a:pt x="6299" y="5038"/>
                      <a:pt x="6633" y="4231"/>
                      <a:pt x="6633" y="3389"/>
                    </a:cubicBezTo>
                    <a:cubicBezTo>
                      <a:pt x="6633" y="2548"/>
                      <a:pt x="6299" y="1741"/>
                      <a:pt x="5704" y="1146"/>
                    </a:cubicBezTo>
                    <a:cubicBezTo>
                      <a:pt x="5110" y="551"/>
                      <a:pt x="4303" y="216"/>
                      <a:pt x="3462" y="216"/>
                    </a:cubicBezTo>
                    <a:cubicBezTo>
                      <a:pt x="2621" y="216"/>
                      <a:pt x="1814" y="551"/>
                      <a:pt x="1219" y="1146"/>
                    </a:cubicBezTo>
                    <a:cubicBezTo>
                      <a:pt x="624" y="1741"/>
                      <a:pt x="290" y="2548"/>
                      <a:pt x="290" y="3389"/>
                    </a:cubicBezTo>
                    <a:cubicBezTo>
                      <a:pt x="290" y="4231"/>
                      <a:pt x="624" y="5038"/>
                      <a:pt x="1219" y="5633"/>
                    </a:cubicBezTo>
                    <a:cubicBezTo>
                      <a:pt x="1814" y="6227"/>
                      <a:pt x="2621" y="6562"/>
                      <a:pt x="3462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49" name="Freeform: Shape 9848">
                <a:extLst>
                  <a:ext uri="{FF2B5EF4-FFF2-40B4-BE49-F238E27FC236}">
                    <a16:creationId xmlns:a16="http://schemas.microsoft.com/office/drawing/2014/main" id="{B4D9F1CE-820C-2B83-3CBD-8CBA26FE022A}"/>
                  </a:ext>
                </a:extLst>
              </p:cNvPr>
              <p:cNvSpPr/>
              <p:nvPr/>
            </p:nvSpPr>
            <p:spPr>
              <a:xfrm>
                <a:off x="10082822" y="6225171"/>
                <a:ext cx="6343" cy="6345"/>
              </a:xfrm>
              <a:custGeom>
                <a:avLst/>
                <a:gdLst>
                  <a:gd name="connsiteX0" fmla="*/ 3461 w 6343"/>
                  <a:gd name="connsiteY0" fmla="*/ 6562 h 6345"/>
                  <a:gd name="connsiteX1" fmla="*/ 5704 w 6343"/>
                  <a:gd name="connsiteY1" fmla="*/ 5633 h 6345"/>
                  <a:gd name="connsiteX2" fmla="*/ 6633 w 6343"/>
                  <a:gd name="connsiteY2" fmla="*/ 3389 h 6345"/>
                  <a:gd name="connsiteX3" fmla="*/ 5704 w 6343"/>
                  <a:gd name="connsiteY3" fmla="*/ 1146 h 6345"/>
                  <a:gd name="connsiteX4" fmla="*/ 3461 w 6343"/>
                  <a:gd name="connsiteY4" fmla="*/ 216 h 6345"/>
                  <a:gd name="connsiteX5" fmla="*/ 1219 w 6343"/>
                  <a:gd name="connsiteY5" fmla="*/ 1146 h 6345"/>
                  <a:gd name="connsiteX6" fmla="*/ 290 w 6343"/>
                  <a:gd name="connsiteY6" fmla="*/ 3389 h 6345"/>
                  <a:gd name="connsiteX7" fmla="*/ 1219 w 6343"/>
                  <a:gd name="connsiteY7" fmla="*/ 5633 h 6345"/>
                  <a:gd name="connsiteX8" fmla="*/ 3461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62"/>
                    </a:moveTo>
                    <a:cubicBezTo>
                      <a:pt x="4302" y="6562"/>
                      <a:pt x="5109" y="6227"/>
                      <a:pt x="5704" y="5633"/>
                    </a:cubicBezTo>
                    <a:cubicBezTo>
                      <a:pt x="6299" y="5038"/>
                      <a:pt x="6633" y="4230"/>
                      <a:pt x="6633" y="3389"/>
                    </a:cubicBezTo>
                    <a:cubicBezTo>
                      <a:pt x="6633" y="2548"/>
                      <a:pt x="6299" y="1741"/>
                      <a:pt x="5704" y="1146"/>
                    </a:cubicBezTo>
                    <a:cubicBezTo>
                      <a:pt x="5109" y="551"/>
                      <a:pt x="4302" y="216"/>
                      <a:pt x="3461" y="216"/>
                    </a:cubicBezTo>
                    <a:cubicBezTo>
                      <a:pt x="2620" y="216"/>
                      <a:pt x="1813" y="551"/>
                      <a:pt x="1219" y="1146"/>
                    </a:cubicBezTo>
                    <a:cubicBezTo>
                      <a:pt x="624" y="1741"/>
                      <a:pt x="290" y="2548"/>
                      <a:pt x="290" y="3389"/>
                    </a:cubicBezTo>
                    <a:cubicBezTo>
                      <a:pt x="290" y="4230"/>
                      <a:pt x="624" y="5038"/>
                      <a:pt x="1219" y="5633"/>
                    </a:cubicBezTo>
                    <a:cubicBezTo>
                      <a:pt x="1813" y="6227"/>
                      <a:pt x="2620" y="6562"/>
                      <a:pt x="3461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50" name="Freeform: Shape 9849">
                <a:extLst>
                  <a:ext uri="{FF2B5EF4-FFF2-40B4-BE49-F238E27FC236}">
                    <a16:creationId xmlns:a16="http://schemas.microsoft.com/office/drawing/2014/main" id="{66D49F76-B27A-EDB4-97FF-38BF0BCD93F4}"/>
                  </a:ext>
                </a:extLst>
              </p:cNvPr>
              <p:cNvSpPr/>
              <p:nvPr/>
            </p:nvSpPr>
            <p:spPr>
              <a:xfrm>
                <a:off x="10077556" y="6229749"/>
                <a:ext cx="6343" cy="6345"/>
              </a:xfrm>
              <a:custGeom>
                <a:avLst/>
                <a:gdLst>
                  <a:gd name="connsiteX0" fmla="*/ 3461 w 6343"/>
                  <a:gd name="connsiteY0" fmla="*/ 6562 h 6345"/>
                  <a:gd name="connsiteX1" fmla="*/ 5703 w 6343"/>
                  <a:gd name="connsiteY1" fmla="*/ 5633 h 6345"/>
                  <a:gd name="connsiteX2" fmla="*/ 6632 w 6343"/>
                  <a:gd name="connsiteY2" fmla="*/ 3389 h 6345"/>
                  <a:gd name="connsiteX3" fmla="*/ 5703 w 6343"/>
                  <a:gd name="connsiteY3" fmla="*/ 1146 h 6345"/>
                  <a:gd name="connsiteX4" fmla="*/ 3461 w 6343"/>
                  <a:gd name="connsiteY4" fmla="*/ 217 h 6345"/>
                  <a:gd name="connsiteX5" fmla="*/ 1218 w 6343"/>
                  <a:gd name="connsiteY5" fmla="*/ 1146 h 6345"/>
                  <a:gd name="connsiteX6" fmla="*/ 289 w 6343"/>
                  <a:gd name="connsiteY6" fmla="*/ 3389 h 6345"/>
                  <a:gd name="connsiteX7" fmla="*/ 1218 w 6343"/>
                  <a:gd name="connsiteY7" fmla="*/ 5633 h 6345"/>
                  <a:gd name="connsiteX8" fmla="*/ 3461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62"/>
                    </a:moveTo>
                    <a:cubicBezTo>
                      <a:pt x="4302" y="6562"/>
                      <a:pt x="5109" y="6228"/>
                      <a:pt x="5703" y="5633"/>
                    </a:cubicBezTo>
                    <a:cubicBezTo>
                      <a:pt x="6298" y="5038"/>
                      <a:pt x="6632" y="4231"/>
                      <a:pt x="6632" y="3389"/>
                    </a:cubicBezTo>
                    <a:cubicBezTo>
                      <a:pt x="6632" y="2548"/>
                      <a:pt x="6298" y="1741"/>
                      <a:pt x="5703" y="1146"/>
                    </a:cubicBezTo>
                    <a:cubicBezTo>
                      <a:pt x="5109" y="551"/>
                      <a:pt x="4302" y="217"/>
                      <a:pt x="3461" y="217"/>
                    </a:cubicBezTo>
                    <a:cubicBezTo>
                      <a:pt x="2620" y="217"/>
                      <a:pt x="1813" y="551"/>
                      <a:pt x="1218" y="1146"/>
                    </a:cubicBezTo>
                    <a:cubicBezTo>
                      <a:pt x="623" y="1741"/>
                      <a:pt x="289" y="2548"/>
                      <a:pt x="289" y="3389"/>
                    </a:cubicBezTo>
                    <a:cubicBezTo>
                      <a:pt x="289" y="4231"/>
                      <a:pt x="623" y="5038"/>
                      <a:pt x="1218" y="5633"/>
                    </a:cubicBezTo>
                    <a:cubicBezTo>
                      <a:pt x="1813" y="6228"/>
                      <a:pt x="2620" y="6562"/>
                      <a:pt x="3461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51" name="Freeform: Shape 9850">
                <a:extLst>
                  <a:ext uri="{FF2B5EF4-FFF2-40B4-BE49-F238E27FC236}">
                    <a16:creationId xmlns:a16="http://schemas.microsoft.com/office/drawing/2014/main" id="{1489E134-5980-0240-A4BD-DA4BD8D90F8B}"/>
                  </a:ext>
                </a:extLst>
              </p:cNvPr>
              <p:cNvSpPr/>
              <p:nvPr/>
            </p:nvSpPr>
            <p:spPr>
              <a:xfrm>
                <a:off x="9884296" y="5952770"/>
                <a:ext cx="6343" cy="6345"/>
              </a:xfrm>
              <a:custGeom>
                <a:avLst/>
                <a:gdLst>
                  <a:gd name="connsiteX0" fmla="*/ 3445 w 6343"/>
                  <a:gd name="connsiteY0" fmla="*/ 6540 h 6345"/>
                  <a:gd name="connsiteX1" fmla="*/ 5688 w 6343"/>
                  <a:gd name="connsiteY1" fmla="*/ 5611 h 6345"/>
                  <a:gd name="connsiteX2" fmla="*/ 6617 w 6343"/>
                  <a:gd name="connsiteY2" fmla="*/ 3368 h 6345"/>
                  <a:gd name="connsiteX3" fmla="*/ 5688 w 6343"/>
                  <a:gd name="connsiteY3" fmla="*/ 1124 h 6345"/>
                  <a:gd name="connsiteX4" fmla="*/ 3445 w 6343"/>
                  <a:gd name="connsiteY4" fmla="*/ 195 h 6345"/>
                  <a:gd name="connsiteX5" fmla="*/ 1203 w 6343"/>
                  <a:gd name="connsiteY5" fmla="*/ 1124 h 6345"/>
                  <a:gd name="connsiteX6" fmla="*/ 274 w 6343"/>
                  <a:gd name="connsiteY6" fmla="*/ 3368 h 6345"/>
                  <a:gd name="connsiteX7" fmla="*/ 1203 w 6343"/>
                  <a:gd name="connsiteY7" fmla="*/ 5611 h 6345"/>
                  <a:gd name="connsiteX8" fmla="*/ 344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40"/>
                    </a:moveTo>
                    <a:cubicBezTo>
                      <a:pt x="4287" y="6540"/>
                      <a:pt x="5093" y="6206"/>
                      <a:pt x="5688" y="5611"/>
                    </a:cubicBezTo>
                    <a:cubicBezTo>
                      <a:pt x="6283" y="5016"/>
                      <a:pt x="6617" y="4209"/>
                      <a:pt x="6617" y="3368"/>
                    </a:cubicBezTo>
                    <a:cubicBezTo>
                      <a:pt x="6617" y="2526"/>
                      <a:pt x="6283" y="1719"/>
                      <a:pt x="5688" y="1124"/>
                    </a:cubicBezTo>
                    <a:cubicBezTo>
                      <a:pt x="5093" y="529"/>
                      <a:pt x="4287" y="195"/>
                      <a:pt x="3445" y="195"/>
                    </a:cubicBezTo>
                    <a:cubicBezTo>
                      <a:pt x="2604" y="195"/>
                      <a:pt x="1798" y="529"/>
                      <a:pt x="1203" y="1124"/>
                    </a:cubicBezTo>
                    <a:cubicBezTo>
                      <a:pt x="608" y="1719"/>
                      <a:pt x="274" y="2526"/>
                      <a:pt x="274" y="3368"/>
                    </a:cubicBezTo>
                    <a:cubicBezTo>
                      <a:pt x="274" y="4209"/>
                      <a:pt x="608" y="5016"/>
                      <a:pt x="1203" y="5611"/>
                    </a:cubicBezTo>
                    <a:cubicBezTo>
                      <a:pt x="1798" y="6206"/>
                      <a:pt x="2604" y="6540"/>
                      <a:pt x="344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52" name="Freeform: Shape 9851">
                <a:extLst>
                  <a:ext uri="{FF2B5EF4-FFF2-40B4-BE49-F238E27FC236}">
                    <a16:creationId xmlns:a16="http://schemas.microsoft.com/office/drawing/2014/main" id="{60F01345-9C34-360C-4B65-450A144F2F5D}"/>
                  </a:ext>
                </a:extLst>
              </p:cNvPr>
              <p:cNvSpPr/>
              <p:nvPr/>
            </p:nvSpPr>
            <p:spPr>
              <a:xfrm>
                <a:off x="9877758" y="5951679"/>
                <a:ext cx="6343" cy="6345"/>
              </a:xfrm>
              <a:custGeom>
                <a:avLst/>
                <a:gdLst>
                  <a:gd name="connsiteX0" fmla="*/ 3445 w 6343"/>
                  <a:gd name="connsiteY0" fmla="*/ 6540 h 6345"/>
                  <a:gd name="connsiteX1" fmla="*/ 5688 w 6343"/>
                  <a:gd name="connsiteY1" fmla="*/ 5611 h 6345"/>
                  <a:gd name="connsiteX2" fmla="*/ 6617 w 6343"/>
                  <a:gd name="connsiteY2" fmla="*/ 3368 h 6345"/>
                  <a:gd name="connsiteX3" fmla="*/ 5688 w 6343"/>
                  <a:gd name="connsiteY3" fmla="*/ 1124 h 6345"/>
                  <a:gd name="connsiteX4" fmla="*/ 3445 w 6343"/>
                  <a:gd name="connsiteY4" fmla="*/ 195 h 6345"/>
                  <a:gd name="connsiteX5" fmla="*/ 1202 w 6343"/>
                  <a:gd name="connsiteY5" fmla="*/ 1124 h 6345"/>
                  <a:gd name="connsiteX6" fmla="*/ 273 w 6343"/>
                  <a:gd name="connsiteY6" fmla="*/ 3368 h 6345"/>
                  <a:gd name="connsiteX7" fmla="*/ 1202 w 6343"/>
                  <a:gd name="connsiteY7" fmla="*/ 5611 h 6345"/>
                  <a:gd name="connsiteX8" fmla="*/ 344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40"/>
                    </a:moveTo>
                    <a:cubicBezTo>
                      <a:pt x="4286" y="6540"/>
                      <a:pt x="5093" y="6206"/>
                      <a:pt x="5688" y="5611"/>
                    </a:cubicBezTo>
                    <a:cubicBezTo>
                      <a:pt x="6282" y="5016"/>
                      <a:pt x="6617" y="4209"/>
                      <a:pt x="6617" y="3368"/>
                    </a:cubicBezTo>
                    <a:cubicBezTo>
                      <a:pt x="6617" y="2526"/>
                      <a:pt x="6282" y="1719"/>
                      <a:pt x="5688" y="1124"/>
                    </a:cubicBezTo>
                    <a:cubicBezTo>
                      <a:pt x="5093" y="529"/>
                      <a:pt x="4286" y="195"/>
                      <a:pt x="3445" y="195"/>
                    </a:cubicBezTo>
                    <a:cubicBezTo>
                      <a:pt x="2604" y="195"/>
                      <a:pt x="1797" y="529"/>
                      <a:pt x="1202" y="1124"/>
                    </a:cubicBezTo>
                    <a:cubicBezTo>
                      <a:pt x="608" y="1719"/>
                      <a:pt x="273" y="2526"/>
                      <a:pt x="273" y="3368"/>
                    </a:cubicBezTo>
                    <a:cubicBezTo>
                      <a:pt x="273" y="4209"/>
                      <a:pt x="608" y="5016"/>
                      <a:pt x="1202" y="5611"/>
                    </a:cubicBezTo>
                    <a:cubicBezTo>
                      <a:pt x="1797" y="6206"/>
                      <a:pt x="2604" y="6540"/>
                      <a:pt x="344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53" name="Freeform: Shape 9852">
                <a:extLst>
                  <a:ext uri="{FF2B5EF4-FFF2-40B4-BE49-F238E27FC236}">
                    <a16:creationId xmlns:a16="http://schemas.microsoft.com/office/drawing/2014/main" id="{9DE59210-5708-36E7-508F-4EDBFE105F8A}"/>
                  </a:ext>
                </a:extLst>
              </p:cNvPr>
              <p:cNvSpPr/>
              <p:nvPr/>
            </p:nvSpPr>
            <p:spPr>
              <a:xfrm>
                <a:off x="9873544" y="5954063"/>
                <a:ext cx="6343" cy="6345"/>
              </a:xfrm>
              <a:custGeom>
                <a:avLst/>
                <a:gdLst>
                  <a:gd name="connsiteX0" fmla="*/ 3445 w 6343"/>
                  <a:gd name="connsiteY0" fmla="*/ 6540 h 6345"/>
                  <a:gd name="connsiteX1" fmla="*/ 5687 w 6343"/>
                  <a:gd name="connsiteY1" fmla="*/ 5611 h 6345"/>
                  <a:gd name="connsiteX2" fmla="*/ 6616 w 6343"/>
                  <a:gd name="connsiteY2" fmla="*/ 3368 h 6345"/>
                  <a:gd name="connsiteX3" fmla="*/ 5687 w 6343"/>
                  <a:gd name="connsiteY3" fmla="*/ 1124 h 6345"/>
                  <a:gd name="connsiteX4" fmla="*/ 3445 w 6343"/>
                  <a:gd name="connsiteY4" fmla="*/ 195 h 6345"/>
                  <a:gd name="connsiteX5" fmla="*/ 1202 w 6343"/>
                  <a:gd name="connsiteY5" fmla="*/ 1124 h 6345"/>
                  <a:gd name="connsiteX6" fmla="*/ 273 w 6343"/>
                  <a:gd name="connsiteY6" fmla="*/ 3368 h 6345"/>
                  <a:gd name="connsiteX7" fmla="*/ 1202 w 6343"/>
                  <a:gd name="connsiteY7" fmla="*/ 5611 h 6345"/>
                  <a:gd name="connsiteX8" fmla="*/ 344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40"/>
                    </a:moveTo>
                    <a:cubicBezTo>
                      <a:pt x="4286" y="6540"/>
                      <a:pt x="5093" y="6206"/>
                      <a:pt x="5687" y="5611"/>
                    </a:cubicBezTo>
                    <a:cubicBezTo>
                      <a:pt x="6282" y="5016"/>
                      <a:pt x="6616" y="4209"/>
                      <a:pt x="6616" y="3368"/>
                    </a:cubicBezTo>
                    <a:cubicBezTo>
                      <a:pt x="6616" y="2526"/>
                      <a:pt x="6282" y="1719"/>
                      <a:pt x="5687" y="1124"/>
                    </a:cubicBezTo>
                    <a:cubicBezTo>
                      <a:pt x="5093" y="529"/>
                      <a:pt x="4286" y="195"/>
                      <a:pt x="3445" y="195"/>
                    </a:cubicBezTo>
                    <a:cubicBezTo>
                      <a:pt x="2604" y="195"/>
                      <a:pt x="1797" y="529"/>
                      <a:pt x="1202" y="1124"/>
                    </a:cubicBezTo>
                    <a:cubicBezTo>
                      <a:pt x="607" y="1719"/>
                      <a:pt x="273" y="2526"/>
                      <a:pt x="273" y="3368"/>
                    </a:cubicBezTo>
                    <a:cubicBezTo>
                      <a:pt x="273" y="4209"/>
                      <a:pt x="607" y="5016"/>
                      <a:pt x="1202" y="5611"/>
                    </a:cubicBezTo>
                    <a:cubicBezTo>
                      <a:pt x="1797" y="6206"/>
                      <a:pt x="2604" y="6540"/>
                      <a:pt x="344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54" name="Freeform: Shape 9853">
                <a:extLst>
                  <a:ext uri="{FF2B5EF4-FFF2-40B4-BE49-F238E27FC236}">
                    <a16:creationId xmlns:a16="http://schemas.microsoft.com/office/drawing/2014/main" id="{DE7B4BD7-C14C-C571-269C-8592FA535C5E}"/>
                  </a:ext>
                </a:extLst>
              </p:cNvPr>
              <p:cNvSpPr/>
              <p:nvPr/>
            </p:nvSpPr>
            <p:spPr>
              <a:xfrm>
                <a:off x="9870302" y="5957955"/>
                <a:ext cx="6343" cy="6345"/>
              </a:xfrm>
              <a:custGeom>
                <a:avLst/>
                <a:gdLst>
                  <a:gd name="connsiteX0" fmla="*/ 3444 w 6343"/>
                  <a:gd name="connsiteY0" fmla="*/ 6541 h 6345"/>
                  <a:gd name="connsiteX1" fmla="*/ 5687 w 6343"/>
                  <a:gd name="connsiteY1" fmla="*/ 5611 h 6345"/>
                  <a:gd name="connsiteX2" fmla="*/ 6616 w 6343"/>
                  <a:gd name="connsiteY2" fmla="*/ 3368 h 6345"/>
                  <a:gd name="connsiteX3" fmla="*/ 5687 w 6343"/>
                  <a:gd name="connsiteY3" fmla="*/ 1125 h 6345"/>
                  <a:gd name="connsiteX4" fmla="*/ 3444 w 6343"/>
                  <a:gd name="connsiteY4" fmla="*/ 195 h 6345"/>
                  <a:gd name="connsiteX5" fmla="*/ 1202 w 6343"/>
                  <a:gd name="connsiteY5" fmla="*/ 1125 h 6345"/>
                  <a:gd name="connsiteX6" fmla="*/ 273 w 6343"/>
                  <a:gd name="connsiteY6" fmla="*/ 3368 h 6345"/>
                  <a:gd name="connsiteX7" fmla="*/ 1202 w 6343"/>
                  <a:gd name="connsiteY7" fmla="*/ 5611 h 6345"/>
                  <a:gd name="connsiteX8" fmla="*/ 3444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41"/>
                    </a:moveTo>
                    <a:cubicBezTo>
                      <a:pt x="4286" y="6541"/>
                      <a:pt x="5092" y="6206"/>
                      <a:pt x="5687" y="5611"/>
                    </a:cubicBezTo>
                    <a:cubicBezTo>
                      <a:pt x="6282" y="5016"/>
                      <a:pt x="6616" y="4209"/>
                      <a:pt x="6616" y="3368"/>
                    </a:cubicBezTo>
                    <a:cubicBezTo>
                      <a:pt x="6616" y="2527"/>
                      <a:pt x="6282" y="1720"/>
                      <a:pt x="5687" y="1125"/>
                    </a:cubicBezTo>
                    <a:cubicBezTo>
                      <a:pt x="5092" y="530"/>
                      <a:pt x="4286" y="195"/>
                      <a:pt x="3444" y="195"/>
                    </a:cubicBezTo>
                    <a:cubicBezTo>
                      <a:pt x="2603" y="195"/>
                      <a:pt x="1797" y="530"/>
                      <a:pt x="1202" y="1125"/>
                    </a:cubicBezTo>
                    <a:cubicBezTo>
                      <a:pt x="607" y="1720"/>
                      <a:pt x="273" y="2527"/>
                      <a:pt x="273" y="3368"/>
                    </a:cubicBezTo>
                    <a:cubicBezTo>
                      <a:pt x="273" y="4209"/>
                      <a:pt x="607" y="5016"/>
                      <a:pt x="1202" y="5611"/>
                    </a:cubicBezTo>
                    <a:cubicBezTo>
                      <a:pt x="1797" y="6206"/>
                      <a:pt x="2603" y="6541"/>
                      <a:pt x="3444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55" name="Freeform: Shape 9854">
                <a:extLst>
                  <a:ext uri="{FF2B5EF4-FFF2-40B4-BE49-F238E27FC236}">
                    <a16:creationId xmlns:a16="http://schemas.microsoft.com/office/drawing/2014/main" id="{77768A68-D1FE-A3B9-D7FB-6DF9C6BE45AD}"/>
                  </a:ext>
                </a:extLst>
              </p:cNvPr>
              <p:cNvSpPr/>
              <p:nvPr/>
            </p:nvSpPr>
            <p:spPr>
              <a:xfrm>
                <a:off x="10037341" y="6230999"/>
                <a:ext cx="6343" cy="6345"/>
              </a:xfrm>
              <a:custGeom>
                <a:avLst/>
                <a:gdLst>
                  <a:gd name="connsiteX0" fmla="*/ 3458 w 6343"/>
                  <a:gd name="connsiteY0" fmla="*/ 6562 h 6345"/>
                  <a:gd name="connsiteX1" fmla="*/ 5700 w 6343"/>
                  <a:gd name="connsiteY1" fmla="*/ 5633 h 6345"/>
                  <a:gd name="connsiteX2" fmla="*/ 6629 w 6343"/>
                  <a:gd name="connsiteY2" fmla="*/ 3390 h 6345"/>
                  <a:gd name="connsiteX3" fmla="*/ 5700 w 6343"/>
                  <a:gd name="connsiteY3" fmla="*/ 1146 h 6345"/>
                  <a:gd name="connsiteX4" fmla="*/ 3458 w 6343"/>
                  <a:gd name="connsiteY4" fmla="*/ 217 h 6345"/>
                  <a:gd name="connsiteX5" fmla="*/ 1215 w 6343"/>
                  <a:gd name="connsiteY5" fmla="*/ 1146 h 6345"/>
                  <a:gd name="connsiteX6" fmla="*/ 286 w 6343"/>
                  <a:gd name="connsiteY6" fmla="*/ 3390 h 6345"/>
                  <a:gd name="connsiteX7" fmla="*/ 1215 w 6343"/>
                  <a:gd name="connsiteY7" fmla="*/ 5633 h 6345"/>
                  <a:gd name="connsiteX8" fmla="*/ 3458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562"/>
                    </a:moveTo>
                    <a:cubicBezTo>
                      <a:pt x="4299" y="6562"/>
                      <a:pt x="5105" y="6228"/>
                      <a:pt x="5700" y="5633"/>
                    </a:cubicBezTo>
                    <a:cubicBezTo>
                      <a:pt x="6295" y="5038"/>
                      <a:pt x="6629" y="4231"/>
                      <a:pt x="6629" y="3390"/>
                    </a:cubicBezTo>
                    <a:cubicBezTo>
                      <a:pt x="6629" y="2548"/>
                      <a:pt x="6295" y="1741"/>
                      <a:pt x="5700" y="1146"/>
                    </a:cubicBezTo>
                    <a:cubicBezTo>
                      <a:pt x="5105" y="551"/>
                      <a:pt x="4299" y="217"/>
                      <a:pt x="3458" y="217"/>
                    </a:cubicBezTo>
                    <a:cubicBezTo>
                      <a:pt x="2616" y="217"/>
                      <a:pt x="1810" y="551"/>
                      <a:pt x="1215" y="1146"/>
                    </a:cubicBezTo>
                    <a:cubicBezTo>
                      <a:pt x="620" y="1741"/>
                      <a:pt x="286" y="2548"/>
                      <a:pt x="286" y="3390"/>
                    </a:cubicBezTo>
                    <a:cubicBezTo>
                      <a:pt x="286" y="4231"/>
                      <a:pt x="620" y="5038"/>
                      <a:pt x="1215" y="5633"/>
                    </a:cubicBezTo>
                    <a:cubicBezTo>
                      <a:pt x="1810" y="6228"/>
                      <a:pt x="2616" y="6562"/>
                      <a:pt x="3458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56" name="Freeform: Shape 9855">
                <a:extLst>
                  <a:ext uri="{FF2B5EF4-FFF2-40B4-BE49-F238E27FC236}">
                    <a16:creationId xmlns:a16="http://schemas.microsoft.com/office/drawing/2014/main" id="{82A10EAF-9BFA-61EE-A260-82B2E8E4FA5E}"/>
                  </a:ext>
                </a:extLst>
              </p:cNvPr>
              <p:cNvSpPr/>
              <p:nvPr/>
            </p:nvSpPr>
            <p:spPr>
              <a:xfrm>
                <a:off x="10030584" y="6233021"/>
                <a:ext cx="6343" cy="6345"/>
              </a:xfrm>
              <a:custGeom>
                <a:avLst/>
                <a:gdLst>
                  <a:gd name="connsiteX0" fmla="*/ 3457 w 6343"/>
                  <a:gd name="connsiteY0" fmla="*/ 6562 h 6345"/>
                  <a:gd name="connsiteX1" fmla="*/ 5700 w 6343"/>
                  <a:gd name="connsiteY1" fmla="*/ 5633 h 6345"/>
                  <a:gd name="connsiteX2" fmla="*/ 6629 w 6343"/>
                  <a:gd name="connsiteY2" fmla="*/ 3390 h 6345"/>
                  <a:gd name="connsiteX3" fmla="*/ 5700 w 6343"/>
                  <a:gd name="connsiteY3" fmla="*/ 1146 h 6345"/>
                  <a:gd name="connsiteX4" fmla="*/ 3457 w 6343"/>
                  <a:gd name="connsiteY4" fmla="*/ 217 h 6345"/>
                  <a:gd name="connsiteX5" fmla="*/ 1214 w 6343"/>
                  <a:gd name="connsiteY5" fmla="*/ 1146 h 6345"/>
                  <a:gd name="connsiteX6" fmla="*/ 285 w 6343"/>
                  <a:gd name="connsiteY6" fmla="*/ 3390 h 6345"/>
                  <a:gd name="connsiteX7" fmla="*/ 1214 w 6343"/>
                  <a:gd name="connsiteY7" fmla="*/ 5633 h 6345"/>
                  <a:gd name="connsiteX8" fmla="*/ 3457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562"/>
                    </a:moveTo>
                    <a:cubicBezTo>
                      <a:pt x="4298" y="6562"/>
                      <a:pt x="5105" y="6228"/>
                      <a:pt x="5700" y="5633"/>
                    </a:cubicBezTo>
                    <a:cubicBezTo>
                      <a:pt x="6294" y="5038"/>
                      <a:pt x="6629" y="4231"/>
                      <a:pt x="6629" y="3390"/>
                    </a:cubicBezTo>
                    <a:cubicBezTo>
                      <a:pt x="6629" y="2548"/>
                      <a:pt x="6294" y="1741"/>
                      <a:pt x="5700" y="1146"/>
                    </a:cubicBezTo>
                    <a:cubicBezTo>
                      <a:pt x="5105" y="551"/>
                      <a:pt x="4298" y="217"/>
                      <a:pt x="3457" y="217"/>
                    </a:cubicBezTo>
                    <a:cubicBezTo>
                      <a:pt x="2616" y="217"/>
                      <a:pt x="1809" y="551"/>
                      <a:pt x="1214" y="1146"/>
                    </a:cubicBezTo>
                    <a:cubicBezTo>
                      <a:pt x="620" y="1741"/>
                      <a:pt x="285" y="2548"/>
                      <a:pt x="285" y="3390"/>
                    </a:cubicBezTo>
                    <a:cubicBezTo>
                      <a:pt x="285" y="4231"/>
                      <a:pt x="620" y="5038"/>
                      <a:pt x="1214" y="5633"/>
                    </a:cubicBezTo>
                    <a:cubicBezTo>
                      <a:pt x="1809" y="6228"/>
                      <a:pt x="2616" y="6562"/>
                      <a:pt x="3457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57" name="Freeform: Shape 9856">
                <a:extLst>
                  <a:ext uri="{FF2B5EF4-FFF2-40B4-BE49-F238E27FC236}">
                    <a16:creationId xmlns:a16="http://schemas.microsoft.com/office/drawing/2014/main" id="{D854C9BC-1F49-2C83-9C05-28B280A3C7B4}"/>
                  </a:ext>
                </a:extLst>
              </p:cNvPr>
              <p:cNvSpPr/>
              <p:nvPr/>
            </p:nvSpPr>
            <p:spPr>
              <a:xfrm>
                <a:off x="10023232" y="6234033"/>
                <a:ext cx="6343" cy="6345"/>
              </a:xfrm>
              <a:custGeom>
                <a:avLst/>
                <a:gdLst>
                  <a:gd name="connsiteX0" fmla="*/ 3456 w 6343"/>
                  <a:gd name="connsiteY0" fmla="*/ 6562 h 6345"/>
                  <a:gd name="connsiteX1" fmla="*/ 5699 w 6343"/>
                  <a:gd name="connsiteY1" fmla="*/ 5633 h 6345"/>
                  <a:gd name="connsiteX2" fmla="*/ 6628 w 6343"/>
                  <a:gd name="connsiteY2" fmla="*/ 3390 h 6345"/>
                  <a:gd name="connsiteX3" fmla="*/ 5699 w 6343"/>
                  <a:gd name="connsiteY3" fmla="*/ 1146 h 6345"/>
                  <a:gd name="connsiteX4" fmla="*/ 3456 w 6343"/>
                  <a:gd name="connsiteY4" fmla="*/ 217 h 6345"/>
                  <a:gd name="connsiteX5" fmla="*/ 1214 w 6343"/>
                  <a:gd name="connsiteY5" fmla="*/ 1146 h 6345"/>
                  <a:gd name="connsiteX6" fmla="*/ 285 w 6343"/>
                  <a:gd name="connsiteY6" fmla="*/ 3390 h 6345"/>
                  <a:gd name="connsiteX7" fmla="*/ 1214 w 6343"/>
                  <a:gd name="connsiteY7" fmla="*/ 5633 h 6345"/>
                  <a:gd name="connsiteX8" fmla="*/ 3456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62"/>
                    </a:moveTo>
                    <a:cubicBezTo>
                      <a:pt x="4298" y="6562"/>
                      <a:pt x="5104" y="6228"/>
                      <a:pt x="5699" y="5633"/>
                    </a:cubicBezTo>
                    <a:cubicBezTo>
                      <a:pt x="6294" y="5038"/>
                      <a:pt x="6628" y="4231"/>
                      <a:pt x="6628" y="3390"/>
                    </a:cubicBezTo>
                    <a:cubicBezTo>
                      <a:pt x="6628" y="2548"/>
                      <a:pt x="6294" y="1741"/>
                      <a:pt x="5699" y="1146"/>
                    </a:cubicBezTo>
                    <a:cubicBezTo>
                      <a:pt x="5104" y="551"/>
                      <a:pt x="4298" y="217"/>
                      <a:pt x="3456" y="217"/>
                    </a:cubicBezTo>
                    <a:cubicBezTo>
                      <a:pt x="2615" y="217"/>
                      <a:pt x="1809" y="551"/>
                      <a:pt x="1214" y="1146"/>
                    </a:cubicBezTo>
                    <a:cubicBezTo>
                      <a:pt x="619" y="1741"/>
                      <a:pt x="285" y="2548"/>
                      <a:pt x="285" y="3390"/>
                    </a:cubicBezTo>
                    <a:cubicBezTo>
                      <a:pt x="285" y="4231"/>
                      <a:pt x="619" y="5038"/>
                      <a:pt x="1214" y="5633"/>
                    </a:cubicBezTo>
                    <a:cubicBezTo>
                      <a:pt x="1809" y="6228"/>
                      <a:pt x="2615" y="6562"/>
                      <a:pt x="3456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58" name="Freeform: Shape 9857">
                <a:extLst>
                  <a:ext uri="{FF2B5EF4-FFF2-40B4-BE49-F238E27FC236}">
                    <a16:creationId xmlns:a16="http://schemas.microsoft.com/office/drawing/2014/main" id="{00BF9207-AA0F-AAB2-0FF3-B95AC7EDD8CD}"/>
                  </a:ext>
                </a:extLst>
              </p:cNvPr>
              <p:cNvSpPr/>
              <p:nvPr/>
            </p:nvSpPr>
            <p:spPr>
              <a:xfrm>
                <a:off x="10016281" y="6235634"/>
                <a:ext cx="6343" cy="6345"/>
              </a:xfrm>
              <a:custGeom>
                <a:avLst/>
                <a:gdLst>
                  <a:gd name="connsiteX0" fmla="*/ 3456 w 6343"/>
                  <a:gd name="connsiteY0" fmla="*/ 6563 h 6345"/>
                  <a:gd name="connsiteX1" fmla="*/ 5699 w 6343"/>
                  <a:gd name="connsiteY1" fmla="*/ 5633 h 6345"/>
                  <a:gd name="connsiteX2" fmla="*/ 6627 w 6343"/>
                  <a:gd name="connsiteY2" fmla="*/ 3390 h 6345"/>
                  <a:gd name="connsiteX3" fmla="*/ 5699 w 6343"/>
                  <a:gd name="connsiteY3" fmla="*/ 1146 h 6345"/>
                  <a:gd name="connsiteX4" fmla="*/ 3456 w 6343"/>
                  <a:gd name="connsiteY4" fmla="*/ 217 h 6345"/>
                  <a:gd name="connsiteX5" fmla="*/ 1213 w 6343"/>
                  <a:gd name="connsiteY5" fmla="*/ 1146 h 6345"/>
                  <a:gd name="connsiteX6" fmla="*/ 284 w 6343"/>
                  <a:gd name="connsiteY6" fmla="*/ 3390 h 6345"/>
                  <a:gd name="connsiteX7" fmla="*/ 1213 w 6343"/>
                  <a:gd name="connsiteY7" fmla="*/ 5633 h 6345"/>
                  <a:gd name="connsiteX8" fmla="*/ 3456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63"/>
                    </a:moveTo>
                    <a:cubicBezTo>
                      <a:pt x="4297" y="6563"/>
                      <a:pt x="5104" y="6228"/>
                      <a:pt x="5699" y="5633"/>
                    </a:cubicBezTo>
                    <a:cubicBezTo>
                      <a:pt x="6293" y="5038"/>
                      <a:pt x="6627" y="4231"/>
                      <a:pt x="6627" y="3390"/>
                    </a:cubicBezTo>
                    <a:cubicBezTo>
                      <a:pt x="6627" y="2548"/>
                      <a:pt x="6293" y="1741"/>
                      <a:pt x="5699" y="1146"/>
                    </a:cubicBezTo>
                    <a:cubicBezTo>
                      <a:pt x="5104" y="551"/>
                      <a:pt x="4297" y="217"/>
                      <a:pt x="3456" y="217"/>
                    </a:cubicBezTo>
                    <a:cubicBezTo>
                      <a:pt x="2615" y="217"/>
                      <a:pt x="1808" y="551"/>
                      <a:pt x="1213" y="1146"/>
                    </a:cubicBezTo>
                    <a:cubicBezTo>
                      <a:pt x="619" y="1741"/>
                      <a:pt x="284" y="2548"/>
                      <a:pt x="284" y="3390"/>
                    </a:cubicBezTo>
                    <a:cubicBezTo>
                      <a:pt x="284" y="4231"/>
                      <a:pt x="619" y="5038"/>
                      <a:pt x="1213" y="5633"/>
                    </a:cubicBezTo>
                    <a:cubicBezTo>
                      <a:pt x="1808" y="6228"/>
                      <a:pt x="2615" y="6563"/>
                      <a:pt x="3456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59" name="Freeform: Shape 9858">
                <a:extLst>
                  <a:ext uri="{FF2B5EF4-FFF2-40B4-BE49-F238E27FC236}">
                    <a16:creationId xmlns:a16="http://schemas.microsoft.com/office/drawing/2014/main" id="{1A175E91-FC3A-02F8-3297-F99C1414DDC1}"/>
                  </a:ext>
                </a:extLst>
              </p:cNvPr>
              <p:cNvSpPr/>
              <p:nvPr/>
            </p:nvSpPr>
            <p:spPr>
              <a:xfrm>
                <a:off x="10008072" y="6235083"/>
                <a:ext cx="6343" cy="6345"/>
              </a:xfrm>
              <a:custGeom>
                <a:avLst/>
                <a:gdLst>
                  <a:gd name="connsiteX0" fmla="*/ 3455 w 6343"/>
                  <a:gd name="connsiteY0" fmla="*/ 6563 h 6345"/>
                  <a:gd name="connsiteX1" fmla="*/ 5698 w 6343"/>
                  <a:gd name="connsiteY1" fmla="*/ 5633 h 6345"/>
                  <a:gd name="connsiteX2" fmla="*/ 6627 w 6343"/>
                  <a:gd name="connsiteY2" fmla="*/ 3390 h 6345"/>
                  <a:gd name="connsiteX3" fmla="*/ 5698 w 6343"/>
                  <a:gd name="connsiteY3" fmla="*/ 1146 h 6345"/>
                  <a:gd name="connsiteX4" fmla="*/ 3455 w 6343"/>
                  <a:gd name="connsiteY4" fmla="*/ 217 h 6345"/>
                  <a:gd name="connsiteX5" fmla="*/ 1213 w 6343"/>
                  <a:gd name="connsiteY5" fmla="*/ 1146 h 6345"/>
                  <a:gd name="connsiteX6" fmla="*/ 284 w 6343"/>
                  <a:gd name="connsiteY6" fmla="*/ 3390 h 6345"/>
                  <a:gd name="connsiteX7" fmla="*/ 1213 w 6343"/>
                  <a:gd name="connsiteY7" fmla="*/ 5633 h 6345"/>
                  <a:gd name="connsiteX8" fmla="*/ 3455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563"/>
                    </a:moveTo>
                    <a:cubicBezTo>
                      <a:pt x="4296" y="6563"/>
                      <a:pt x="5103" y="6228"/>
                      <a:pt x="5698" y="5633"/>
                    </a:cubicBezTo>
                    <a:cubicBezTo>
                      <a:pt x="6293" y="5038"/>
                      <a:pt x="6627" y="4231"/>
                      <a:pt x="6627" y="3390"/>
                    </a:cubicBezTo>
                    <a:cubicBezTo>
                      <a:pt x="6627" y="2548"/>
                      <a:pt x="6293" y="1741"/>
                      <a:pt x="5698" y="1146"/>
                    </a:cubicBezTo>
                    <a:cubicBezTo>
                      <a:pt x="5103" y="551"/>
                      <a:pt x="4296" y="217"/>
                      <a:pt x="3455" y="217"/>
                    </a:cubicBezTo>
                    <a:cubicBezTo>
                      <a:pt x="2614" y="217"/>
                      <a:pt x="1807" y="551"/>
                      <a:pt x="1213" y="1146"/>
                    </a:cubicBezTo>
                    <a:cubicBezTo>
                      <a:pt x="618" y="1741"/>
                      <a:pt x="284" y="2548"/>
                      <a:pt x="284" y="3390"/>
                    </a:cubicBezTo>
                    <a:cubicBezTo>
                      <a:pt x="284" y="4231"/>
                      <a:pt x="618" y="5038"/>
                      <a:pt x="1213" y="5633"/>
                    </a:cubicBezTo>
                    <a:cubicBezTo>
                      <a:pt x="1807" y="6228"/>
                      <a:pt x="2614" y="6563"/>
                      <a:pt x="3455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60" name="Freeform: Shape 9859">
                <a:extLst>
                  <a:ext uri="{FF2B5EF4-FFF2-40B4-BE49-F238E27FC236}">
                    <a16:creationId xmlns:a16="http://schemas.microsoft.com/office/drawing/2014/main" id="{3E43E8DF-92CC-E612-A6AD-A5BEA0F58E25}"/>
                  </a:ext>
                </a:extLst>
              </p:cNvPr>
              <p:cNvSpPr/>
              <p:nvPr/>
            </p:nvSpPr>
            <p:spPr>
              <a:xfrm>
                <a:off x="10000212" y="6235008"/>
                <a:ext cx="6343" cy="6345"/>
              </a:xfrm>
              <a:custGeom>
                <a:avLst/>
                <a:gdLst>
                  <a:gd name="connsiteX0" fmla="*/ 3455 w 6343"/>
                  <a:gd name="connsiteY0" fmla="*/ 6563 h 6345"/>
                  <a:gd name="connsiteX1" fmla="*/ 5697 w 6343"/>
                  <a:gd name="connsiteY1" fmla="*/ 5633 h 6345"/>
                  <a:gd name="connsiteX2" fmla="*/ 6626 w 6343"/>
                  <a:gd name="connsiteY2" fmla="*/ 3390 h 6345"/>
                  <a:gd name="connsiteX3" fmla="*/ 5697 w 6343"/>
                  <a:gd name="connsiteY3" fmla="*/ 1146 h 6345"/>
                  <a:gd name="connsiteX4" fmla="*/ 3455 w 6343"/>
                  <a:gd name="connsiteY4" fmla="*/ 217 h 6345"/>
                  <a:gd name="connsiteX5" fmla="*/ 1212 w 6343"/>
                  <a:gd name="connsiteY5" fmla="*/ 1146 h 6345"/>
                  <a:gd name="connsiteX6" fmla="*/ 283 w 6343"/>
                  <a:gd name="connsiteY6" fmla="*/ 3390 h 6345"/>
                  <a:gd name="connsiteX7" fmla="*/ 1212 w 6343"/>
                  <a:gd name="connsiteY7" fmla="*/ 5633 h 6345"/>
                  <a:gd name="connsiteX8" fmla="*/ 3455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563"/>
                    </a:moveTo>
                    <a:cubicBezTo>
                      <a:pt x="4296" y="6563"/>
                      <a:pt x="5103" y="6228"/>
                      <a:pt x="5697" y="5633"/>
                    </a:cubicBezTo>
                    <a:cubicBezTo>
                      <a:pt x="6292" y="5038"/>
                      <a:pt x="6626" y="4231"/>
                      <a:pt x="6626" y="3390"/>
                    </a:cubicBezTo>
                    <a:cubicBezTo>
                      <a:pt x="6626" y="2548"/>
                      <a:pt x="6292" y="1741"/>
                      <a:pt x="5697" y="1146"/>
                    </a:cubicBezTo>
                    <a:cubicBezTo>
                      <a:pt x="5103" y="551"/>
                      <a:pt x="4296" y="217"/>
                      <a:pt x="3455" y="217"/>
                    </a:cubicBezTo>
                    <a:cubicBezTo>
                      <a:pt x="2614" y="217"/>
                      <a:pt x="1807" y="551"/>
                      <a:pt x="1212" y="1146"/>
                    </a:cubicBezTo>
                    <a:cubicBezTo>
                      <a:pt x="617" y="1741"/>
                      <a:pt x="283" y="2548"/>
                      <a:pt x="283" y="3390"/>
                    </a:cubicBezTo>
                    <a:cubicBezTo>
                      <a:pt x="283" y="4231"/>
                      <a:pt x="617" y="5038"/>
                      <a:pt x="1212" y="5633"/>
                    </a:cubicBezTo>
                    <a:cubicBezTo>
                      <a:pt x="1807" y="6228"/>
                      <a:pt x="2614" y="6563"/>
                      <a:pt x="3455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61" name="Freeform: Shape 9860">
                <a:extLst>
                  <a:ext uri="{FF2B5EF4-FFF2-40B4-BE49-F238E27FC236}">
                    <a16:creationId xmlns:a16="http://schemas.microsoft.com/office/drawing/2014/main" id="{883226F0-427B-7F3F-4B3F-E67CF2A3078F}"/>
                  </a:ext>
                </a:extLst>
              </p:cNvPr>
              <p:cNvSpPr/>
              <p:nvPr/>
            </p:nvSpPr>
            <p:spPr>
              <a:xfrm>
                <a:off x="9992911" y="6235795"/>
                <a:ext cx="6343" cy="6345"/>
              </a:xfrm>
              <a:custGeom>
                <a:avLst/>
                <a:gdLst>
                  <a:gd name="connsiteX0" fmla="*/ 3454 w 6343"/>
                  <a:gd name="connsiteY0" fmla="*/ 6563 h 6345"/>
                  <a:gd name="connsiteX1" fmla="*/ 5697 w 6343"/>
                  <a:gd name="connsiteY1" fmla="*/ 5633 h 6345"/>
                  <a:gd name="connsiteX2" fmla="*/ 6626 w 6343"/>
                  <a:gd name="connsiteY2" fmla="*/ 3390 h 6345"/>
                  <a:gd name="connsiteX3" fmla="*/ 5697 w 6343"/>
                  <a:gd name="connsiteY3" fmla="*/ 1146 h 6345"/>
                  <a:gd name="connsiteX4" fmla="*/ 3454 w 6343"/>
                  <a:gd name="connsiteY4" fmla="*/ 217 h 6345"/>
                  <a:gd name="connsiteX5" fmla="*/ 1211 w 6343"/>
                  <a:gd name="connsiteY5" fmla="*/ 1146 h 6345"/>
                  <a:gd name="connsiteX6" fmla="*/ 283 w 6343"/>
                  <a:gd name="connsiteY6" fmla="*/ 3390 h 6345"/>
                  <a:gd name="connsiteX7" fmla="*/ 1211 w 6343"/>
                  <a:gd name="connsiteY7" fmla="*/ 5633 h 6345"/>
                  <a:gd name="connsiteX8" fmla="*/ 345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4" y="6563"/>
                    </a:moveTo>
                    <a:cubicBezTo>
                      <a:pt x="4295" y="6563"/>
                      <a:pt x="5102" y="6228"/>
                      <a:pt x="5697" y="5633"/>
                    </a:cubicBezTo>
                    <a:cubicBezTo>
                      <a:pt x="6291" y="5038"/>
                      <a:pt x="6626" y="4231"/>
                      <a:pt x="6626" y="3390"/>
                    </a:cubicBezTo>
                    <a:cubicBezTo>
                      <a:pt x="6626" y="2548"/>
                      <a:pt x="6291" y="1741"/>
                      <a:pt x="5697" y="1146"/>
                    </a:cubicBezTo>
                    <a:cubicBezTo>
                      <a:pt x="5102" y="551"/>
                      <a:pt x="4295" y="217"/>
                      <a:pt x="3454" y="217"/>
                    </a:cubicBezTo>
                    <a:cubicBezTo>
                      <a:pt x="2613" y="217"/>
                      <a:pt x="1806" y="551"/>
                      <a:pt x="1211" y="1146"/>
                    </a:cubicBezTo>
                    <a:cubicBezTo>
                      <a:pt x="617" y="1741"/>
                      <a:pt x="283" y="2548"/>
                      <a:pt x="283" y="3390"/>
                    </a:cubicBezTo>
                    <a:cubicBezTo>
                      <a:pt x="283" y="4231"/>
                      <a:pt x="617" y="5038"/>
                      <a:pt x="1211" y="5633"/>
                    </a:cubicBezTo>
                    <a:cubicBezTo>
                      <a:pt x="1806" y="6228"/>
                      <a:pt x="2613" y="6563"/>
                      <a:pt x="345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62" name="Freeform: Shape 9861">
                <a:extLst>
                  <a:ext uri="{FF2B5EF4-FFF2-40B4-BE49-F238E27FC236}">
                    <a16:creationId xmlns:a16="http://schemas.microsoft.com/office/drawing/2014/main" id="{156AFDCB-B28B-F3ED-5784-CA990F7C565D}"/>
                  </a:ext>
                </a:extLst>
              </p:cNvPr>
              <p:cNvSpPr/>
              <p:nvPr/>
            </p:nvSpPr>
            <p:spPr>
              <a:xfrm>
                <a:off x="9984871" y="6235220"/>
                <a:ext cx="6343" cy="6345"/>
              </a:xfrm>
              <a:custGeom>
                <a:avLst/>
                <a:gdLst>
                  <a:gd name="connsiteX0" fmla="*/ 3453 w 6343"/>
                  <a:gd name="connsiteY0" fmla="*/ 6563 h 6345"/>
                  <a:gd name="connsiteX1" fmla="*/ 5696 w 6343"/>
                  <a:gd name="connsiteY1" fmla="*/ 5633 h 6345"/>
                  <a:gd name="connsiteX2" fmla="*/ 6625 w 6343"/>
                  <a:gd name="connsiteY2" fmla="*/ 3390 h 6345"/>
                  <a:gd name="connsiteX3" fmla="*/ 5696 w 6343"/>
                  <a:gd name="connsiteY3" fmla="*/ 1146 h 6345"/>
                  <a:gd name="connsiteX4" fmla="*/ 3453 w 6343"/>
                  <a:gd name="connsiteY4" fmla="*/ 217 h 6345"/>
                  <a:gd name="connsiteX5" fmla="*/ 1211 w 6343"/>
                  <a:gd name="connsiteY5" fmla="*/ 1146 h 6345"/>
                  <a:gd name="connsiteX6" fmla="*/ 282 w 6343"/>
                  <a:gd name="connsiteY6" fmla="*/ 3390 h 6345"/>
                  <a:gd name="connsiteX7" fmla="*/ 1211 w 6343"/>
                  <a:gd name="connsiteY7" fmla="*/ 5633 h 6345"/>
                  <a:gd name="connsiteX8" fmla="*/ 3453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63"/>
                    </a:moveTo>
                    <a:cubicBezTo>
                      <a:pt x="4295" y="6563"/>
                      <a:pt x="5101" y="6228"/>
                      <a:pt x="5696" y="5633"/>
                    </a:cubicBezTo>
                    <a:cubicBezTo>
                      <a:pt x="6291" y="5038"/>
                      <a:pt x="6625" y="4231"/>
                      <a:pt x="6625" y="3390"/>
                    </a:cubicBezTo>
                    <a:cubicBezTo>
                      <a:pt x="6625" y="2548"/>
                      <a:pt x="6291" y="1741"/>
                      <a:pt x="5696" y="1146"/>
                    </a:cubicBezTo>
                    <a:cubicBezTo>
                      <a:pt x="5101" y="551"/>
                      <a:pt x="4295" y="217"/>
                      <a:pt x="3453" y="217"/>
                    </a:cubicBezTo>
                    <a:cubicBezTo>
                      <a:pt x="2612" y="217"/>
                      <a:pt x="1806" y="551"/>
                      <a:pt x="1211" y="1146"/>
                    </a:cubicBezTo>
                    <a:cubicBezTo>
                      <a:pt x="616" y="1741"/>
                      <a:pt x="282" y="2548"/>
                      <a:pt x="282" y="3390"/>
                    </a:cubicBezTo>
                    <a:cubicBezTo>
                      <a:pt x="282" y="4231"/>
                      <a:pt x="616" y="5038"/>
                      <a:pt x="1211" y="5633"/>
                    </a:cubicBezTo>
                    <a:cubicBezTo>
                      <a:pt x="1806" y="6228"/>
                      <a:pt x="2612" y="6563"/>
                      <a:pt x="3453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63" name="Freeform: Shape 9862">
                <a:extLst>
                  <a:ext uri="{FF2B5EF4-FFF2-40B4-BE49-F238E27FC236}">
                    <a16:creationId xmlns:a16="http://schemas.microsoft.com/office/drawing/2014/main" id="{B8C5D95D-2F8C-4208-A662-715108B84FA6}"/>
                  </a:ext>
                </a:extLst>
              </p:cNvPr>
              <p:cNvSpPr/>
              <p:nvPr/>
            </p:nvSpPr>
            <p:spPr>
              <a:xfrm>
                <a:off x="9976456" y="6233870"/>
                <a:ext cx="6343" cy="6345"/>
              </a:xfrm>
              <a:custGeom>
                <a:avLst/>
                <a:gdLst>
                  <a:gd name="connsiteX0" fmla="*/ 3453 w 6343"/>
                  <a:gd name="connsiteY0" fmla="*/ 6562 h 6345"/>
                  <a:gd name="connsiteX1" fmla="*/ 5695 w 6343"/>
                  <a:gd name="connsiteY1" fmla="*/ 5633 h 6345"/>
                  <a:gd name="connsiteX2" fmla="*/ 6624 w 6343"/>
                  <a:gd name="connsiteY2" fmla="*/ 3390 h 6345"/>
                  <a:gd name="connsiteX3" fmla="*/ 5695 w 6343"/>
                  <a:gd name="connsiteY3" fmla="*/ 1146 h 6345"/>
                  <a:gd name="connsiteX4" fmla="*/ 3453 w 6343"/>
                  <a:gd name="connsiteY4" fmla="*/ 217 h 6345"/>
                  <a:gd name="connsiteX5" fmla="*/ 1210 w 6343"/>
                  <a:gd name="connsiteY5" fmla="*/ 1146 h 6345"/>
                  <a:gd name="connsiteX6" fmla="*/ 281 w 6343"/>
                  <a:gd name="connsiteY6" fmla="*/ 3390 h 6345"/>
                  <a:gd name="connsiteX7" fmla="*/ 1210 w 6343"/>
                  <a:gd name="connsiteY7" fmla="*/ 5633 h 6345"/>
                  <a:gd name="connsiteX8" fmla="*/ 3453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62"/>
                    </a:moveTo>
                    <a:cubicBezTo>
                      <a:pt x="4294" y="6562"/>
                      <a:pt x="5101" y="6228"/>
                      <a:pt x="5695" y="5633"/>
                    </a:cubicBezTo>
                    <a:cubicBezTo>
                      <a:pt x="6290" y="5038"/>
                      <a:pt x="6624" y="4231"/>
                      <a:pt x="6624" y="3390"/>
                    </a:cubicBezTo>
                    <a:cubicBezTo>
                      <a:pt x="6624" y="2548"/>
                      <a:pt x="6290" y="1741"/>
                      <a:pt x="5695" y="1146"/>
                    </a:cubicBezTo>
                    <a:cubicBezTo>
                      <a:pt x="5101" y="551"/>
                      <a:pt x="4294" y="217"/>
                      <a:pt x="3453" y="217"/>
                    </a:cubicBezTo>
                    <a:cubicBezTo>
                      <a:pt x="2612" y="217"/>
                      <a:pt x="1805" y="551"/>
                      <a:pt x="1210" y="1146"/>
                    </a:cubicBezTo>
                    <a:cubicBezTo>
                      <a:pt x="615" y="1741"/>
                      <a:pt x="281" y="2548"/>
                      <a:pt x="281" y="3390"/>
                    </a:cubicBezTo>
                    <a:cubicBezTo>
                      <a:pt x="281" y="4231"/>
                      <a:pt x="615" y="5038"/>
                      <a:pt x="1210" y="5633"/>
                    </a:cubicBezTo>
                    <a:cubicBezTo>
                      <a:pt x="1805" y="6228"/>
                      <a:pt x="2612" y="6562"/>
                      <a:pt x="3453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64" name="Freeform: Shape 9863">
                <a:extLst>
                  <a:ext uri="{FF2B5EF4-FFF2-40B4-BE49-F238E27FC236}">
                    <a16:creationId xmlns:a16="http://schemas.microsoft.com/office/drawing/2014/main" id="{3677AD56-D25C-E682-4C85-31EF2C56C18B}"/>
                  </a:ext>
                </a:extLst>
              </p:cNvPr>
              <p:cNvSpPr/>
              <p:nvPr/>
            </p:nvSpPr>
            <p:spPr>
              <a:xfrm>
                <a:off x="9968905" y="6233935"/>
                <a:ext cx="6343" cy="6345"/>
              </a:xfrm>
              <a:custGeom>
                <a:avLst/>
                <a:gdLst>
                  <a:gd name="connsiteX0" fmla="*/ 3452 w 6343"/>
                  <a:gd name="connsiteY0" fmla="*/ 6562 h 6345"/>
                  <a:gd name="connsiteX1" fmla="*/ 5695 w 6343"/>
                  <a:gd name="connsiteY1" fmla="*/ 5633 h 6345"/>
                  <a:gd name="connsiteX2" fmla="*/ 6624 w 6343"/>
                  <a:gd name="connsiteY2" fmla="*/ 3390 h 6345"/>
                  <a:gd name="connsiteX3" fmla="*/ 5695 w 6343"/>
                  <a:gd name="connsiteY3" fmla="*/ 1146 h 6345"/>
                  <a:gd name="connsiteX4" fmla="*/ 3452 w 6343"/>
                  <a:gd name="connsiteY4" fmla="*/ 217 h 6345"/>
                  <a:gd name="connsiteX5" fmla="*/ 1210 w 6343"/>
                  <a:gd name="connsiteY5" fmla="*/ 1146 h 6345"/>
                  <a:gd name="connsiteX6" fmla="*/ 281 w 6343"/>
                  <a:gd name="connsiteY6" fmla="*/ 3390 h 6345"/>
                  <a:gd name="connsiteX7" fmla="*/ 1210 w 6343"/>
                  <a:gd name="connsiteY7" fmla="*/ 5633 h 6345"/>
                  <a:gd name="connsiteX8" fmla="*/ 3452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2"/>
                    </a:moveTo>
                    <a:cubicBezTo>
                      <a:pt x="4293" y="6562"/>
                      <a:pt x="5100" y="6228"/>
                      <a:pt x="5695" y="5633"/>
                    </a:cubicBezTo>
                    <a:cubicBezTo>
                      <a:pt x="6290" y="5038"/>
                      <a:pt x="6624" y="4231"/>
                      <a:pt x="6624" y="3390"/>
                    </a:cubicBezTo>
                    <a:cubicBezTo>
                      <a:pt x="6624" y="2548"/>
                      <a:pt x="6290" y="1741"/>
                      <a:pt x="5695" y="1146"/>
                    </a:cubicBezTo>
                    <a:cubicBezTo>
                      <a:pt x="5100" y="551"/>
                      <a:pt x="4293" y="217"/>
                      <a:pt x="3452" y="217"/>
                    </a:cubicBezTo>
                    <a:cubicBezTo>
                      <a:pt x="2611" y="217"/>
                      <a:pt x="1804" y="551"/>
                      <a:pt x="1210" y="1146"/>
                    </a:cubicBezTo>
                    <a:cubicBezTo>
                      <a:pt x="615" y="1741"/>
                      <a:pt x="281" y="2548"/>
                      <a:pt x="281" y="3390"/>
                    </a:cubicBezTo>
                    <a:cubicBezTo>
                      <a:pt x="281" y="4231"/>
                      <a:pt x="615" y="5038"/>
                      <a:pt x="1210" y="5633"/>
                    </a:cubicBezTo>
                    <a:cubicBezTo>
                      <a:pt x="1804" y="6228"/>
                      <a:pt x="2611" y="6562"/>
                      <a:pt x="3452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65" name="Freeform: Shape 9864">
                <a:extLst>
                  <a:ext uri="{FF2B5EF4-FFF2-40B4-BE49-F238E27FC236}">
                    <a16:creationId xmlns:a16="http://schemas.microsoft.com/office/drawing/2014/main" id="{89EE3189-FE8D-464F-2AF8-6BD52FEAA4A9}"/>
                  </a:ext>
                </a:extLst>
              </p:cNvPr>
              <p:cNvSpPr/>
              <p:nvPr/>
            </p:nvSpPr>
            <p:spPr>
              <a:xfrm>
                <a:off x="9961676" y="6234494"/>
                <a:ext cx="6343" cy="6345"/>
              </a:xfrm>
              <a:custGeom>
                <a:avLst/>
                <a:gdLst>
                  <a:gd name="connsiteX0" fmla="*/ 3452 w 6343"/>
                  <a:gd name="connsiteY0" fmla="*/ 6563 h 6345"/>
                  <a:gd name="connsiteX1" fmla="*/ 5694 w 6343"/>
                  <a:gd name="connsiteY1" fmla="*/ 5633 h 6345"/>
                  <a:gd name="connsiteX2" fmla="*/ 6623 w 6343"/>
                  <a:gd name="connsiteY2" fmla="*/ 3390 h 6345"/>
                  <a:gd name="connsiteX3" fmla="*/ 5694 w 6343"/>
                  <a:gd name="connsiteY3" fmla="*/ 1146 h 6345"/>
                  <a:gd name="connsiteX4" fmla="*/ 3452 w 6343"/>
                  <a:gd name="connsiteY4" fmla="*/ 217 h 6345"/>
                  <a:gd name="connsiteX5" fmla="*/ 1209 w 6343"/>
                  <a:gd name="connsiteY5" fmla="*/ 1146 h 6345"/>
                  <a:gd name="connsiteX6" fmla="*/ 280 w 6343"/>
                  <a:gd name="connsiteY6" fmla="*/ 3390 h 6345"/>
                  <a:gd name="connsiteX7" fmla="*/ 1209 w 6343"/>
                  <a:gd name="connsiteY7" fmla="*/ 5633 h 6345"/>
                  <a:gd name="connsiteX8" fmla="*/ 345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3"/>
                    </a:moveTo>
                    <a:cubicBezTo>
                      <a:pt x="4293" y="6563"/>
                      <a:pt x="5099" y="6228"/>
                      <a:pt x="5694" y="5633"/>
                    </a:cubicBezTo>
                    <a:cubicBezTo>
                      <a:pt x="6289" y="5038"/>
                      <a:pt x="6623" y="4231"/>
                      <a:pt x="6623" y="3390"/>
                    </a:cubicBezTo>
                    <a:cubicBezTo>
                      <a:pt x="6623" y="2548"/>
                      <a:pt x="6289" y="1741"/>
                      <a:pt x="5694" y="1146"/>
                    </a:cubicBezTo>
                    <a:cubicBezTo>
                      <a:pt x="5099" y="551"/>
                      <a:pt x="4293" y="217"/>
                      <a:pt x="3452" y="217"/>
                    </a:cubicBezTo>
                    <a:cubicBezTo>
                      <a:pt x="2610" y="217"/>
                      <a:pt x="1804" y="551"/>
                      <a:pt x="1209" y="1146"/>
                    </a:cubicBezTo>
                    <a:cubicBezTo>
                      <a:pt x="614" y="1741"/>
                      <a:pt x="280" y="2548"/>
                      <a:pt x="280" y="3390"/>
                    </a:cubicBezTo>
                    <a:cubicBezTo>
                      <a:pt x="280" y="4231"/>
                      <a:pt x="614" y="5038"/>
                      <a:pt x="1209" y="5633"/>
                    </a:cubicBezTo>
                    <a:cubicBezTo>
                      <a:pt x="1804" y="6228"/>
                      <a:pt x="2610" y="6563"/>
                      <a:pt x="345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66" name="Freeform: Shape 9865">
                <a:extLst>
                  <a:ext uri="{FF2B5EF4-FFF2-40B4-BE49-F238E27FC236}">
                    <a16:creationId xmlns:a16="http://schemas.microsoft.com/office/drawing/2014/main" id="{791AAAF0-EC64-A0CA-8543-898F730018C9}"/>
                  </a:ext>
                </a:extLst>
              </p:cNvPr>
              <p:cNvSpPr/>
              <p:nvPr/>
            </p:nvSpPr>
            <p:spPr>
              <a:xfrm>
                <a:off x="9955299" y="6236546"/>
                <a:ext cx="6343" cy="6345"/>
              </a:xfrm>
              <a:custGeom>
                <a:avLst/>
                <a:gdLst>
                  <a:gd name="connsiteX0" fmla="*/ 3451 w 6343"/>
                  <a:gd name="connsiteY0" fmla="*/ 6563 h 6345"/>
                  <a:gd name="connsiteX1" fmla="*/ 5694 w 6343"/>
                  <a:gd name="connsiteY1" fmla="*/ 5633 h 6345"/>
                  <a:gd name="connsiteX2" fmla="*/ 6623 w 6343"/>
                  <a:gd name="connsiteY2" fmla="*/ 3390 h 6345"/>
                  <a:gd name="connsiteX3" fmla="*/ 5694 w 6343"/>
                  <a:gd name="connsiteY3" fmla="*/ 1147 h 6345"/>
                  <a:gd name="connsiteX4" fmla="*/ 3451 w 6343"/>
                  <a:gd name="connsiteY4" fmla="*/ 217 h 6345"/>
                  <a:gd name="connsiteX5" fmla="*/ 1208 w 6343"/>
                  <a:gd name="connsiteY5" fmla="*/ 1147 h 6345"/>
                  <a:gd name="connsiteX6" fmla="*/ 280 w 6343"/>
                  <a:gd name="connsiteY6" fmla="*/ 3390 h 6345"/>
                  <a:gd name="connsiteX7" fmla="*/ 1208 w 6343"/>
                  <a:gd name="connsiteY7" fmla="*/ 5633 h 6345"/>
                  <a:gd name="connsiteX8" fmla="*/ 345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563"/>
                    </a:moveTo>
                    <a:cubicBezTo>
                      <a:pt x="4292" y="6563"/>
                      <a:pt x="5099" y="6228"/>
                      <a:pt x="5694" y="5633"/>
                    </a:cubicBezTo>
                    <a:cubicBezTo>
                      <a:pt x="6288" y="5038"/>
                      <a:pt x="6623" y="4231"/>
                      <a:pt x="6623" y="3390"/>
                    </a:cubicBezTo>
                    <a:cubicBezTo>
                      <a:pt x="6623" y="2549"/>
                      <a:pt x="6288" y="1741"/>
                      <a:pt x="5694" y="1147"/>
                    </a:cubicBezTo>
                    <a:cubicBezTo>
                      <a:pt x="5099" y="552"/>
                      <a:pt x="4292" y="217"/>
                      <a:pt x="3451" y="217"/>
                    </a:cubicBezTo>
                    <a:cubicBezTo>
                      <a:pt x="2610" y="217"/>
                      <a:pt x="1803" y="552"/>
                      <a:pt x="1208" y="1147"/>
                    </a:cubicBezTo>
                    <a:cubicBezTo>
                      <a:pt x="614" y="1741"/>
                      <a:pt x="280" y="2549"/>
                      <a:pt x="280" y="3390"/>
                    </a:cubicBezTo>
                    <a:cubicBezTo>
                      <a:pt x="280" y="4231"/>
                      <a:pt x="614" y="5038"/>
                      <a:pt x="1208" y="5633"/>
                    </a:cubicBezTo>
                    <a:cubicBezTo>
                      <a:pt x="1803" y="6228"/>
                      <a:pt x="2610" y="6563"/>
                      <a:pt x="345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67" name="Freeform: Shape 9866">
                <a:extLst>
                  <a:ext uri="{FF2B5EF4-FFF2-40B4-BE49-F238E27FC236}">
                    <a16:creationId xmlns:a16="http://schemas.microsoft.com/office/drawing/2014/main" id="{C1CFA8DF-3BB1-F6CD-3977-85B07BDE2027}"/>
                  </a:ext>
                </a:extLst>
              </p:cNvPr>
              <p:cNvSpPr/>
              <p:nvPr/>
            </p:nvSpPr>
            <p:spPr>
              <a:xfrm>
                <a:off x="9948472" y="6237724"/>
                <a:ext cx="6343" cy="6345"/>
              </a:xfrm>
              <a:custGeom>
                <a:avLst/>
                <a:gdLst>
                  <a:gd name="connsiteX0" fmla="*/ 3451 w 6343"/>
                  <a:gd name="connsiteY0" fmla="*/ 6563 h 6345"/>
                  <a:gd name="connsiteX1" fmla="*/ 5693 w 6343"/>
                  <a:gd name="connsiteY1" fmla="*/ 5633 h 6345"/>
                  <a:gd name="connsiteX2" fmla="*/ 6622 w 6343"/>
                  <a:gd name="connsiteY2" fmla="*/ 3390 h 6345"/>
                  <a:gd name="connsiteX3" fmla="*/ 5693 w 6343"/>
                  <a:gd name="connsiteY3" fmla="*/ 1147 h 6345"/>
                  <a:gd name="connsiteX4" fmla="*/ 3451 w 6343"/>
                  <a:gd name="connsiteY4" fmla="*/ 217 h 6345"/>
                  <a:gd name="connsiteX5" fmla="*/ 1208 w 6343"/>
                  <a:gd name="connsiteY5" fmla="*/ 1147 h 6345"/>
                  <a:gd name="connsiteX6" fmla="*/ 279 w 6343"/>
                  <a:gd name="connsiteY6" fmla="*/ 3390 h 6345"/>
                  <a:gd name="connsiteX7" fmla="*/ 1208 w 6343"/>
                  <a:gd name="connsiteY7" fmla="*/ 5633 h 6345"/>
                  <a:gd name="connsiteX8" fmla="*/ 345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563"/>
                    </a:moveTo>
                    <a:cubicBezTo>
                      <a:pt x="4292" y="6563"/>
                      <a:pt x="5098" y="6228"/>
                      <a:pt x="5693" y="5633"/>
                    </a:cubicBezTo>
                    <a:cubicBezTo>
                      <a:pt x="6288" y="5039"/>
                      <a:pt x="6622" y="4231"/>
                      <a:pt x="6622" y="3390"/>
                    </a:cubicBezTo>
                    <a:cubicBezTo>
                      <a:pt x="6622" y="2549"/>
                      <a:pt x="6288" y="1742"/>
                      <a:pt x="5693" y="1147"/>
                    </a:cubicBezTo>
                    <a:cubicBezTo>
                      <a:pt x="5098" y="552"/>
                      <a:pt x="4292" y="217"/>
                      <a:pt x="3451" y="217"/>
                    </a:cubicBezTo>
                    <a:cubicBezTo>
                      <a:pt x="2609" y="217"/>
                      <a:pt x="1803" y="552"/>
                      <a:pt x="1208" y="1147"/>
                    </a:cubicBezTo>
                    <a:cubicBezTo>
                      <a:pt x="613" y="1742"/>
                      <a:pt x="279" y="2549"/>
                      <a:pt x="279" y="3390"/>
                    </a:cubicBezTo>
                    <a:cubicBezTo>
                      <a:pt x="279" y="4231"/>
                      <a:pt x="613" y="5039"/>
                      <a:pt x="1208" y="5633"/>
                    </a:cubicBezTo>
                    <a:cubicBezTo>
                      <a:pt x="1803" y="6228"/>
                      <a:pt x="2609" y="6563"/>
                      <a:pt x="345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68" name="Freeform: Shape 9867">
                <a:extLst>
                  <a:ext uri="{FF2B5EF4-FFF2-40B4-BE49-F238E27FC236}">
                    <a16:creationId xmlns:a16="http://schemas.microsoft.com/office/drawing/2014/main" id="{EC7190C5-5AC2-F881-1E1D-5E6ECF2EDC01}"/>
                  </a:ext>
                </a:extLst>
              </p:cNvPr>
              <p:cNvSpPr/>
              <p:nvPr/>
            </p:nvSpPr>
            <p:spPr>
              <a:xfrm>
                <a:off x="10015288" y="6378796"/>
                <a:ext cx="6343" cy="6345"/>
              </a:xfrm>
              <a:custGeom>
                <a:avLst/>
                <a:gdLst>
                  <a:gd name="connsiteX0" fmla="*/ 3456 w 6343"/>
                  <a:gd name="connsiteY0" fmla="*/ 6574 h 6345"/>
                  <a:gd name="connsiteX1" fmla="*/ 5698 w 6343"/>
                  <a:gd name="connsiteY1" fmla="*/ 5645 h 6345"/>
                  <a:gd name="connsiteX2" fmla="*/ 6627 w 6343"/>
                  <a:gd name="connsiteY2" fmla="*/ 3401 h 6345"/>
                  <a:gd name="connsiteX3" fmla="*/ 5698 w 6343"/>
                  <a:gd name="connsiteY3" fmla="*/ 1158 h 6345"/>
                  <a:gd name="connsiteX4" fmla="*/ 3456 w 6343"/>
                  <a:gd name="connsiteY4" fmla="*/ 228 h 6345"/>
                  <a:gd name="connsiteX5" fmla="*/ 1213 w 6343"/>
                  <a:gd name="connsiteY5" fmla="*/ 1158 h 6345"/>
                  <a:gd name="connsiteX6" fmla="*/ 284 w 6343"/>
                  <a:gd name="connsiteY6" fmla="*/ 3401 h 6345"/>
                  <a:gd name="connsiteX7" fmla="*/ 1213 w 6343"/>
                  <a:gd name="connsiteY7" fmla="*/ 5645 h 6345"/>
                  <a:gd name="connsiteX8" fmla="*/ 3456 w 6343"/>
                  <a:gd name="connsiteY8" fmla="*/ 65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74"/>
                    </a:moveTo>
                    <a:cubicBezTo>
                      <a:pt x="4297" y="6574"/>
                      <a:pt x="5104" y="6240"/>
                      <a:pt x="5698" y="5645"/>
                    </a:cubicBezTo>
                    <a:cubicBezTo>
                      <a:pt x="6293" y="5050"/>
                      <a:pt x="6627" y="4243"/>
                      <a:pt x="6627" y="3401"/>
                    </a:cubicBezTo>
                    <a:cubicBezTo>
                      <a:pt x="6627" y="2560"/>
                      <a:pt x="6293" y="1753"/>
                      <a:pt x="5698" y="1158"/>
                    </a:cubicBezTo>
                    <a:cubicBezTo>
                      <a:pt x="5104" y="563"/>
                      <a:pt x="4297" y="228"/>
                      <a:pt x="3456" y="228"/>
                    </a:cubicBezTo>
                    <a:cubicBezTo>
                      <a:pt x="2615" y="228"/>
                      <a:pt x="1808" y="563"/>
                      <a:pt x="1213" y="1158"/>
                    </a:cubicBezTo>
                    <a:cubicBezTo>
                      <a:pt x="618" y="1753"/>
                      <a:pt x="284" y="2560"/>
                      <a:pt x="284" y="3401"/>
                    </a:cubicBezTo>
                    <a:cubicBezTo>
                      <a:pt x="284" y="4243"/>
                      <a:pt x="618" y="5050"/>
                      <a:pt x="1213" y="5645"/>
                    </a:cubicBezTo>
                    <a:cubicBezTo>
                      <a:pt x="1808" y="6240"/>
                      <a:pt x="2615" y="6574"/>
                      <a:pt x="3456" y="65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69" name="Freeform: Shape 9868">
                <a:extLst>
                  <a:ext uri="{FF2B5EF4-FFF2-40B4-BE49-F238E27FC236}">
                    <a16:creationId xmlns:a16="http://schemas.microsoft.com/office/drawing/2014/main" id="{EDBC9A47-0D04-8B0A-06FF-2235BADAEC39}"/>
                  </a:ext>
                </a:extLst>
              </p:cNvPr>
              <p:cNvSpPr/>
              <p:nvPr/>
            </p:nvSpPr>
            <p:spPr>
              <a:xfrm>
                <a:off x="9906802" y="6185865"/>
                <a:ext cx="6343" cy="6345"/>
              </a:xfrm>
              <a:custGeom>
                <a:avLst/>
                <a:gdLst>
                  <a:gd name="connsiteX0" fmla="*/ 3447 w 6343"/>
                  <a:gd name="connsiteY0" fmla="*/ 6559 h 6345"/>
                  <a:gd name="connsiteX1" fmla="*/ 5690 w 6343"/>
                  <a:gd name="connsiteY1" fmla="*/ 5629 h 6345"/>
                  <a:gd name="connsiteX2" fmla="*/ 6619 w 6343"/>
                  <a:gd name="connsiteY2" fmla="*/ 3386 h 6345"/>
                  <a:gd name="connsiteX3" fmla="*/ 5690 w 6343"/>
                  <a:gd name="connsiteY3" fmla="*/ 1143 h 6345"/>
                  <a:gd name="connsiteX4" fmla="*/ 3447 w 6343"/>
                  <a:gd name="connsiteY4" fmla="*/ 213 h 6345"/>
                  <a:gd name="connsiteX5" fmla="*/ 1205 w 6343"/>
                  <a:gd name="connsiteY5" fmla="*/ 1143 h 6345"/>
                  <a:gd name="connsiteX6" fmla="*/ 276 w 6343"/>
                  <a:gd name="connsiteY6" fmla="*/ 3386 h 6345"/>
                  <a:gd name="connsiteX7" fmla="*/ 1205 w 6343"/>
                  <a:gd name="connsiteY7" fmla="*/ 5629 h 6345"/>
                  <a:gd name="connsiteX8" fmla="*/ 344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59"/>
                    </a:moveTo>
                    <a:cubicBezTo>
                      <a:pt x="4288" y="6559"/>
                      <a:pt x="5095" y="6224"/>
                      <a:pt x="5690" y="5629"/>
                    </a:cubicBezTo>
                    <a:cubicBezTo>
                      <a:pt x="6285" y="5034"/>
                      <a:pt x="6619" y="4227"/>
                      <a:pt x="6619" y="3386"/>
                    </a:cubicBezTo>
                    <a:cubicBezTo>
                      <a:pt x="6619" y="2545"/>
                      <a:pt x="6285" y="1737"/>
                      <a:pt x="5690" y="1143"/>
                    </a:cubicBezTo>
                    <a:cubicBezTo>
                      <a:pt x="5095" y="548"/>
                      <a:pt x="4288" y="213"/>
                      <a:pt x="3447" y="213"/>
                    </a:cubicBezTo>
                    <a:cubicBezTo>
                      <a:pt x="2606" y="213"/>
                      <a:pt x="1799" y="548"/>
                      <a:pt x="1205" y="1143"/>
                    </a:cubicBezTo>
                    <a:cubicBezTo>
                      <a:pt x="610" y="1737"/>
                      <a:pt x="276" y="2545"/>
                      <a:pt x="276" y="3386"/>
                    </a:cubicBezTo>
                    <a:cubicBezTo>
                      <a:pt x="276" y="4227"/>
                      <a:pt x="610" y="5034"/>
                      <a:pt x="1205" y="5629"/>
                    </a:cubicBezTo>
                    <a:cubicBezTo>
                      <a:pt x="1799" y="6224"/>
                      <a:pt x="2606" y="6559"/>
                      <a:pt x="344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70" name="Freeform: Shape 9869">
                <a:extLst>
                  <a:ext uri="{FF2B5EF4-FFF2-40B4-BE49-F238E27FC236}">
                    <a16:creationId xmlns:a16="http://schemas.microsoft.com/office/drawing/2014/main" id="{8980C8E2-F49F-C852-7A58-41EDD96776EF}"/>
                  </a:ext>
                </a:extLst>
              </p:cNvPr>
              <p:cNvSpPr/>
              <p:nvPr/>
            </p:nvSpPr>
            <p:spPr>
              <a:xfrm>
                <a:off x="10066880" y="6512901"/>
                <a:ext cx="6343" cy="6345"/>
              </a:xfrm>
              <a:custGeom>
                <a:avLst/>
                <a:gdLst>
                  <a:gd name="connsiteX0" fmla="*/ 3460 w 6343"/>
                  <a:gd name="connsiteY0" fmla="*/ 6584 h 6345"/>
                  <a:gd name="connsiteX1" fmla="*/ 5703 w 6343"/>
                  <a:gd name="connsiteY1" fmla="*/ 5655 h 6345"/>
                  <a:gd name="connsiteX2" fmla="*/ 6631 w 6343"/>
                  <a:gd name="connsiteY2" fmla="*/ 3412 h 6345"/>
                  <a:gd name="connsiteX3" fmla="*/ 5703 w 6343"/>
                  <a:gd name="connsiteY3" fmla="*/ 1168 h 6345"/>
                  <a:gd name="connsiteX4" fmla="*/ 3460 w 6343"/>
                  <a:gd name="connsiteY4" fmla="*/ 239 h 6345"/>
                  <a:gd name="connsiteX5" fmla="*/ 1217 w 6343"/>
                  <a:gd name="connsiteY5" fmla="*/ 1168 h 6345"/>
                  <a:gd name="connsiteX6" fmla="*/ 288 w 6343"/>
                  <a:gd name="connsiteY6" fmla="*/ 3412 h 6345"/>
                  <a:gd name="connsiteX7" fmla="*/ 1217 w 6343"/>
                  <a:gd name="connsiteY7" fmla="*/ 5655 h 6345"/>
                  <a:gd name="connsiteX8" fmla="*/ 3460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84"/>
                    </a:moveTo>
                    <a:cubicBezTo>
                      <a:pt x="4301" y="6584"/>
                      <a:pt x="5108" y="6250"/>
                      <a:pt x="5703" y="5655"/>
                    </a:cubicBezTo>
                    <a:cubicBezTo>
                      <a:pt x="6297" y="5060"/>
                      <a:pt x="6631" y="4253"/>
                      <a:pt x="6631" y="3412"/>
                    </a:cubicBezTo>
                    <a:cubicBezTo>
                      <a:pt x="6631" y="2570"/>
                      <a:pt x="6297" y="1763"/>
                      <a:pt x="5703" y="1168"/>
                    </a:cubicBezTo>
                    <a:cubicBezTo>
                      <a:pt x="5108" y="573"/>
                      <a:pt x="4301" y="239"/>
                      <a:pt x="3460" y="239"/>
                    </a:cubicBezTo>
                    <a:cubicBezTo>
                      <a:pt x="2619" y="239"/>
                      <a:pt x="1812" y="573"/>
                      <a:pt x="1217" y="1168"/>
                    </a:cubicBezTo>
                    <a:cubicBezTo>
                      <a:pt x="623" y="1763"/>
                      <a:pt x="288" y="2570"/>
                      <a:pt x="288" y="3412"/>
                    </a:cubicBezTo>
                    <a:cubicBezTo>
                      <a:pt x="288" y="4253"/>
                      <a:pt x="623" y="5060"/>
                      <a:pt x="1217" y="5655"/>
                    </a:cubicBezTo>
                    <a:cubicBezTo>
                      <a:pt x="1812" y="6250"/>
                      <a:pt x="2619" y="6584"/>
                      <a:pt x="3460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71" name="Freeform: Shape 9870">
                <a:extLst>
                  <a:ext uri="{FF2B5EF4-FFF2-40B4-BE49-F238E27FC236}">
                    <a16:creationId xmlns:a16="http://schemas.microsoft.com/office/drawing/2014/main" id="{A301A08D-D70E-2166-F182-6F698795120A}"/>
                  </a:ext>
                </a:extLst>
              </p:cNvPr>
              <p:cNvSpPr/>
              <p:nvPr/>
            </p:nvSpPr>
            <p:spPr>
              <a:xfrm>
                <a:off x="9878971" y="6185029"/>
                <a:ext cx="6343" cy="6345"/>
              </a:xfrm>
              <a:custGeom>
                <a:avLst/>
                <a:gdLst>
                  <a:gd name="connsiteX0" fmla="*/ 3445 w 6343"/>
                  <a:gd name="connsiteY0" fmla="*/ 6559 h 6345"/>
                  <a:gd name="connsiteX1" fmla="*/ 5688 w 6343"/>
                  <a:gd name="connsiteY1" fmla="*/ 5629 h 6345"/>
                  <a:gd name="connsiteX2" fmla="*/ 6617 w 6343"/>
                  <a:gd name="connsiteY2" fmla="*/ 3386 h 6345"/>
                  <a:gd name="connsiteX3" fmla="*/ 5688 w 6343"/>
                  <a:gd name="connsiteY3" fmla="*/ 1142 h 6345"/>
                  <a:gd name="connsiteX4" fmla="*/ 3445 w 6343"/>
                  <a:gd name="connsiteY4" fmla="*/ 213 h 6345"/>
                  <a:gd name="connsiteX5" fmla="*/ 1202 w 6343"/>
                  <a:gd name="connsiteY5" fmla="*/ 1142 h 6345"/>
                  <a:gd name="connsiteX6" fmla="*/ 274 w 6343"/>
                  <a:gd name="connsiteY6" fmla="*/ 3386 h 6345"/>
                  <a:gd name="connsiteX7" fmla="*/ 1202 w 6343"/>
                  <a:gd name="connsiteY7" fmla="*/ 5629 h 6345"/>
                  <a:gd name="connsiteX8" fmla="*/ 344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59"/>
                    </a:moveTo>
                    <a:cubicBezTo>
                      <a:pt x="4286" y="6559"/>
                      <a:pt x="5093" y="6224"/>
                      <a:pt x="5688" y="5629"/>
                    </a:cubicBezTo>
                    <a:cubicBezTo>
                      <a:pt x="6282" y="5034"/>
                      <a:pt x="6617" y="4227"/>
                      <a:pt x="6617" y="3386"/>
                    </a:cubicBezTo>
                    <a:cubicBezTo>
                      <a:pt x="6617" y="2544"/>
                      <a:pt x="6282" y="1737"/>
                      <a:pt x="5688" y="1142"/>
                    </a:cubicBezTo>
                    <a:cubicBezTo>
                      <a:pt x="5093" y="547"/>
                      <a:pt x="4286" y="213"/>
                      <a:pt x="3445" y="213"/>
                    </a:cubicBezTo>
                    <a:cubicBezTo>
                      <a:pt x="2604" y="213"/>
                      <a:pt x="1797" y="547"/>
                      <a:pt x="1202" y="1142"/>
                    </a:cubicBezTo>
                    <a:cubicBezTo>
                      <a:pt x="608" y="1737"/>
                      <a:pt x="274" y="2544"/>
                      <a:pt x="274" y="3386"/>
                    </a:cubicBezTo>
                    <a:cubicBezTo>
                      <a:pt x="274" y="4227"/>
                      <a:pt x="608" y="5034"/>
                      <a:pt x="1202" y="5629"/>
                    </a:cubicBezTo>
                    <a:cubicBezTo>
                      <a:pt x="1797" y="6224"/>
                      <a:pt x="2604" y="6559"/>
                      <a:pt x="344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72" name="Freeform: Shape 9871">
                <a:extLst>
                  <a:ext uri="{FF2B5EF4-FFF2-40B4-BE49-F238E27FC236}">
                    <a16:creationId xmlns:a16="http://schemas.microsoft.com/office/drawing/2014/main" id="{7C309826-8D51-1B77-39A7-E2C157EA21CE}"/>
                  </a:ext>
                </a:extLst>
              </p:cNvPr>
              <p:cNvSpPr/>
              <p:nvPr/>
            </p:nvSpPr>
            <p:spPr>
              <a:xfrm>
                <a:off x="9834762" y="6106995"/>
                <a:ext cx="6343" cy="6345"/>
              </a:xfrm>
              <a:custGeom>
                <a:avLst/>
                <a:gdLst>
                  <a:gd name="connsiteX0" fmla="*/ 3442 w 6343"/>
                  <a:gd name="connsiteY0" fmla="*/ 6552 h 6345"/>
                  <a:gd name="connsiteX1" fmla="*/ 5684 w 6343"/>
                  <a:gd name="connsiteY1" fmla="*/ 5623 h 6345"/>
                  <a:gd name="connsiteX2" fmla="*/ 6613 w 6343"/>
                  <a:gd name="connsiteY2" fmla="*/ 3380 h 6345"/>
                  <a:gd name="connsiteX3" fmla="*/ 5684 w 6343"/>
                  <a:gd name="connsiteY3" fmla="*/ 1136 h 6345"/>
                  <a:gd name="connsiteX4" fmla="*/ 3442 w 6343"/>
                  <a:gd name="connsiteY4" fmla="*/ 207 h 6345"/>
                  <a:gd name="connsiteX5" fmla="*/ 1199 w 6343"/>
                  <a:gd name="connsiteY5" fmla="*/ 1136 h 6345"/>
                  <a:gd name="connsiteX6" fmla="*/ 270 w 6343"/>
                  <a:gd name="connsiteY6" fmla="*/ 3380 h 6345"/>
                  <a:gd name="connsiteX7" fmla="*/ 1199 w 6343"/>
                  <a:gd name="connsiteY7" fmla="*/ 5623 h 6345"/>
                  <a:gd name="connsiteX8" fmla="*/ 3442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52"/>
                    </a:moveTo>
                    <a:cubicBezTo>
                      <a:pt x="4283" y="6552"/>
                      <a:pt x="5089" y="6218"/>
                      <a:pt x="5684" y="5623"/>
                    </a:cubicBezTo>
                    <a:cubicBezTo>
                      <a:pt x="6279" y="5028"/>
                      <a:pt x="6613" y="4221"/>
                      <a:pt x="6613" y="3380"/>
                    </a:cubicBezTo>
                    <a:cubicBezTo>
                      <a:pt x="6613" y="2538"/>
                      <a:pt x="6279" y="1731"/>
                      <a:pt x="5684" y="1136"/>
                    </a:cubicBezTo>
                    <a:cubicBezTo>
                      <a:pt x="5089" y="541"/>
                      <a:pt x="4283" y="207"/>
                      <a:pt x="3442" y="207"/>
                    </a:cubicBezTo>
                    <a:cubicBezTo>
                      <a:pt x="2600" y="207"/>
                      <a:pt x="1794" y="541"/>
                      <a:pt x="1199" y="1136"/>
                    </a:cubicBezTo>
                    <a:cubicBezTo>
                      <a:pt x="604" y="1731"/>
                      <a:pt x="270" y="2538"/>
                      <a:pt x="270" y="3380"/>
                    </a:cubicBezTo>
                    <a:cubicBezTo>
                      <a:pt x="270" y="4221"/>
                      <a:pt x="604" y="5028"/>
                      <a:pt x="1199" y="5623"/>
                    </a:cubicBezTo>
                    <a:cubicBezTo>
                      <a:pt x="1794" y="6218"/>
                      <a:pt x="2600" y="6552"/>
                      <a:pt x="3442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73" name="Freeform: Shape 9872">
                <a:extLst>
                  <a:ext uri="{FF2B5EF4-FFF2-40B4-BE49-F238E27FC236}">
                    <a16:creationId xmlns:a16="http://schemas.microsoft.com/office/drawing/2014/main" id="{3A86E18B-F4EB-8036-AE83-57846C8D2ECB}"/>
                  </a:ext>
                </a:extLst>
              </p:cNvPr>
              <p:cNvSpPr/>
              <p:nvPr/>
            </p:nvSpPr>
            <p:spPr>
              <a:xfrm>
                <a:off x="9823726" y="6096590"/>
                <a:ext cx="6343" cy="6345"/>
              </a:xfrm>
              <a:custGeom>
                <a:avLst/>
                <a:gdLst>
                  <a:gd name="connsiteX0" fmla="*/ 3441 w 6343"/>
                  <a:gd name="connsiteY0" fmla="*/ 6552 h 6345"/>
                  <a:gd name="connsiteX1" fmla="*/ 5683 w 6343"/>
                  <a:gd name="connsiteY1" fmla="*/ 5622 h 6345"/>
                  <a:gd name="connsiteX2" fmla="*/ 6612 w 6343"/>
                  <a:gd name="connsiteY2" fmla="*/ 3379 h 6345"/>
                  <a:gd name="connsiteX3" fmla="*/ 5683 w 6343"/>
                  <a:gd name="connsiteY3" fmla="*/ 1135 h 6345"/>
                  <a:gd name="connsiteX4" fmla="*/ 3441 w 6343"/>
                  <a:gd name="connsiteY4" fmla="*/ 206 h 6345"/>
                  <a:gd name="connsiteX5" fmla="*/ 1198 w 6343"/>
                  <a:gd name="connsiteY5" fmla="*/ 1135 h 6345"/>
                  <a:gd name="connsiteX6" fmla="*/ 269 w 6343"/>
                  <a:gd name="connsiteY6" fmla="*/ 3379 h 6345"/>
                  <a:gd name="connsiteX7" fmla="*/ 1198 w 6343"/>
                  <a:gd name="connsiteY7" fmla="*/ 5622 h 6345"/>
                  <a:gd name="connsiteX8" fmla="*/ 3441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52"/>
                    </a:moveTo>
                    <a:cubicBezTo>
                      <a:pt x="4282" y="6552"/>
                      <a:pt x="5089" y="6217"/>
                      <a:pt x="5683" y="5622"/>
                    </a:cubicBezTo>
                    <a:cubicBezTo>
                      <a:pt x="6278" y="5027"/>
                      <a:pt x="6612" y="4220"/>
                      <a:pt x="6612" y="3379"/>
                    </a:cubicBezTo>
                    <a:cubicBezTo>
                      <a:pt x="6612" y="2538"/>
                      <a:pt x="6278" y="1730"/>
                      <a:pt x="5683" y="1135"/>
                    </a:cubicBezTo>
                    <a:cubicBezTo>
                      <a:pt x="5089" y="541"/>
                      <a:pt x="4282" y="206"/>
                      <a:pt x="3441" y="206"/>
                    </a:cubicBezTo>
                    <a:cubicBezTo>
                      <a:pt x="2600" y="206"/>
                      <a:pt x="1793" y="541"/>
                      <a:pt x="1198" y="1135"/>
                    </a:cubicBezTo>
                    <a:cubicBezTo>
                      <a:pt x="603" y="1730"/>
                      <a:pt x="269" y="2538"/>
                      <a:pt x="269" y="3379"/>
                    </a:cubicBezTo>
                    <a:cubicBezTo>
                      <a:pt x="269" y="4220"/>
                      <a:pt x="603" y="5027"/>
                      <a:pt x="1198" y="5622"/>
                    </a:cubicBezTo>
                    <a:cubicBezTo>
                      <a:pt x="1793" y="6217"/>
                      <a:pt x="2600" y="6552"/>
                      <a:pt x="3441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74" name="Freeform: Shape 9873">
                <a:extLst>
                  <a:ext uri="{FF2B5EF4-FFF2-40B4-BE49-F238E27FC236}">
                    <a16:creationId xmlns:a16="http://schemas.microsoft.com/office/drawing/2014/main" id="{0800116D-AD87-71C0-7349-A70C01A2BE17}"/>
                  </a:ext>
                </a:extLst>
              </p:cNvPr>
              <p:cNvSpPr/>
              <p:nvPr/>
            </p:nvSpPr>
            <p:spPr>
              <a:xfrm>
                <a:off x="9818982" y="6099302"/>
                <a:ext cx="6343" cy="6345"/>
              </a:xfrm>
              <a:custGeom>
                <a:avLst/>
                <a:gdLst>
                  <a:gd name="connsiteX0" fmla="*/ 3440 w 6343"/>
                  <a:gd name="connsiteY0" fmla="*/ 6552 h 6345"/>
                  <a:gd name="connsiteX1" fmla="*/ 5683 w 6343"/>
                  <a:gd name="connsiteY1" fmla="*/ 5623 h 6345"/>
                  <a:gd name="connsiteX2" fmla="*/ 6612 w 6343"/>
                  <a:gd name="connsiteY2" fmla="*/ 3379 h 6345"/>
                  <a:gd name="connsiteX3" fmla="*/ 5683 w 6343"/>
                  <a:gd name="connsiteY3" fmla="*/ 1136 h 6345"/>
                  <a:gd name="connsiteX4" fmla="*/ 3440 w 6343"/>
                  <a:gd name="connsiteY4" fmla="*/ 206 h 6345"/>
                  <a:gd name="connsiteX5" fmla="*/ 1198 w 6343"/>
                  <a:gd name="connsiteY5" fmla="*/ 1136 h 6345"/>
                  <a:gd name="connsiteX6" fmla="*/ 269 w 6343"/>
                  <a:gd name="connsiteY6" fmla="*/ 3379 h 6345"/>
                  <a:gd name="connsiteX7" fmla="*/ 1198 w 6343"/>
                  <a:gd name="connsiteY7" fmla="*/ 5623 h 6345"/>
                  <a:gd name="connsiteX8" fmla="*/ 3440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52"/>
                    </a:moveTo>
                    <a:cubicBezTo>
                      <a:pt x="4281" y="6552"/>
                      <a:pt x="5088" y="6218"/>
                      <a:pt x="5683" y="5623"/>
                    </a:cubicBezTo>
                    <a:cubicBezTo>
                      <a:pt x="6278" y="5028"/>
                      <a:pt x="6612" y="4221"/>
                      <a:pt x="6612" y="3379"/>
                    </a:cubicBezTo>
                    <a:cubicBezTo>
                      <a:pt x="6612" y="2538"/>
                      <a:pt x="6278" y="1731"/>
                      <a:pt x="5683" y="1136"/>
                    </a:cubicBezTo>
                    <a:cubicBezTo>
                      <a:pt x="5088" y="541"/>
                      <a:pt x="4281" y="206"/>
                      <a:pt x="3440" y="206"/>
                    </a:cubicBezTo>
                    <a:cubicBezTo>
                      <a:pt x="2599" y="206"/>
                      <a:pt x="1792" y="541"/>
                      <a:pt x="1198" y="1136"/>
                    </a:cubicBezTo>
                    <a:cubicBezTo>
                      <a:pt x="603" y="1731"/>
                      <a:pt x="269" y="2538"/>
                      <a:pt x="269" y="3379"/>
                    </a:cubicBezTo>
                    <a:cubicBezTo>
                      <a:pt x="269" y="4221"/>
                      <a:pt x="603" y="5028"/>
                      <a:pt x="1198" y="5623"/>
                    </a:cubicBezTo>
                    <a:cubicBezTo>
                      <a:pt x="1792" y="6218"/>
                      <a:pt x="2599" y="6552"/>
                      <a:pt x="3440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75" name="Freeform: Shape 9874">
                <a:extLst>
                  <a:ext uri="{FF2B5EF4-FFF2-40B4-BE49-F238E27FC236}">
                    <a16:creationId xmlns:a16="http://schemas.microsoft.com/office/drawing/2014/main" id="{06C182B6-9D18-6A91-2325-A359297FF346}"/>
                  </a:ext>
                </a:extLst>
              </p:cNvPr>
              <p:cNvSpPr/>
              <p:nvPr/>
            </p:nvSpPr>
            <p:spPr>
              <a:xfrm>
                <a:off x="9816467" y="6106901"/>
                <a:ext cx="6343" cy="6345"/>
              </a:xfrm>
              <a:custGeom>
                <a:avLst/>
                <a:gdLst>
                  <a:gd name="connsiteX0" fmla="*/ 3440 w 6343"/>
                  <a:gd name="connsiteY0" fmla="*/ 6552 h 6345"/>
                  <a:gd name="connsiteX1" fmla="*/ 5683 w 6343"/>
                  <a:gd name="connsiteY1" fmla="*/ 5623 h 6345"/>
                  <a:gd name="connsiteX2" fmla="*/ 6612 w 6343"/>
                  <a:gd name="connsiteY2" fmla="*/ 3380 h 6345"/>
                  <a:gd name="connsiteX3" fmla="*/ 5683 w 6343"/>
                  <a:gd name="connsiteY3" fmla="*/ 1136 h 6345"/>
                  <a:gd name="connsiteX4" fmla="*/ 3440 w 6343"/>
                  <a:gd name="connsiteY4" fmla="*/ 207 h 6345"/>
                  <a:gd name="connsiteX5" fmla="*/ 1198 w 6343"/>
                  <a:gd name="connsiteY5" fmla="*/ 1136 h 6345"/>
                  <a:gd name="connsiteX6" fmla="*/ 269 w 6343"/>
                  <a:gd name="connsiteY6" fmla="*/ 3380 h 6345"/>
                  <a:gd name="connsiteX7" fmla="*/ 1198 w 6343"/>
                  <a:gd name="connsiteY7" fmla="*/ 5623 h 6345"/>
                  <a:gd name="connsiteX8" fmla="*/ 3440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52"/>
                    </a:moveTo>
                    <a:cubicBezTo>
                      <a:pt x="4281" y="6552"/>
                      <a:pt x="5088" y="6218"/>
                      <a:pt x="5683" y="5623"/>
                    </a:cubicBezTo>
                    <a:cubicBezTo>
                      <a:pt x="6278" y="5028"/>
                      <a:pt x="6612" y="4221"/>
                      <a:pt x="6612" y="3380"/>
                    </a:cubicBezTo>
                    <a:cubicBezTo>
                      <a:pt x="6612" y="2538"/>
                      <a:pt x="6278" y="1731"/>
                      <a:pt x="5683" y="1136"/>
                    </a:cubicBezTo>
                    <a:cubicBezTo>
                      <a:pt x="5088" y="541"/>
                      <a:pt x="4281" y="207"/>
                      <a:pt x="3440" y="207"/>
                    </a:cubicBezTo>
                    <a:cubicBezTo>
                      <a:pt x="2599" y="207"/>
                      <a:pt x="1792" y="541"/>
                      <a:pt x="1198" y="1136"/>
                    </a:cubicBezTo>
                    <a:cubicBezTo>
                      <a:pt x="603" y="1731"/>
                      <a:pt x="269" y="2538"/>
                      <a:pt x="269" y="3380"/>
                    </a:cubicBezTo>
                    <a:cubicBezTo>
                      <a:pt x="269" y="4221"/>
                      <a:pt x="603" y="5028"/>
                      <a:pt x="1198" y="5623"/>
                    </a:cubicBezTo>
                    <a:cubicBezTo>
                      <a:pt x="1792" y="6218"/>
                      <a:pt x="2599" y="6552"/>
                      <a:pt x="3440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76" name="Freeform: Shape 9875">
                <a:extLst>
                  <a:ext uri="{FF2B5EF4-FFF2-40B4-BE49-F238E27FC236}">
                    <a16:creationId xmlns:a16="http://schemas.microsoft.com/office/drawing/2014/main" id="{4F68F0E6-E3F2-E285-22FC-A323B05B8EB2}"/>
                  </a:ext>
                </a:extLst>
              </p:cNvPr>
              <p:cNvSpPr/>
              <p:nvPr/>
            </p:nvSpPr>
            <p:spPr>
              <a:xfrm>
                <a:off x="9896058" y="6297038"/>
                <a:ext cx="6343" cy="6345"/>
              </a:xfrm>
              <a:custGeom>
                <a:avLst/>
                <a:gdLst>
                  <a:gd name="connsiteX0" fmla="*/ 3446 w 6343"/>
                  <a:gd name="connsiteY0" fmla="*/ 6567 h 6345"/>
                  <a:gd name="connsiteX1" fmla="*/ 5689 w 6343"/>
                  <a:gd name="connsiteY1" fmla="*/ 5638 h 6345"/>
                  <a:gd name="connsiteX2" fmla="*/ 6618 w 6343"/>
                  <a:gd name="connsiteY2" fmla="*/ 3395 h 6345"/>
                  <a:gd name="connsiteX3" fmla="*/ 5689 w 6343"/>
                  <a:gd name="connsiteY3" fmla="*/ 1151 h 6345"/>
                  <a:gd name="connsiteX4" fmla="*/ 3446 w 6343"/>
                  <a:gd name="connsiteY4" fmla="*/ 222 h 6345"/>
                  <a:gd name="connsiteX5" fmla="*/ 1204 w 6343"/>
                  <a:gd name="connsiteY5" fmla="*/ 1151 h 6345"/>
                  <a:gd name="connsiteX6" fmla="*/ 275 w 6343"/>
                  <a:gd name="connsiteY6" fmla="*/ 3395 h 6345"/>
                  <a:gd name="connsiteX7" fmla="*/ 1204 w 6343"/>
                  <a:gd name="connsiteY7" fmla="*/ 5638 h 6345"/>
                  <a:gd name="connsiteX8" fmla="*/ 3446 w 6343"/>
                  <a:gd name="connsiteY8" fmla="*/ 65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67"/>
                    </a:moveTo>
                    <a:cubicBezTo>
                      <a:pt x="4288" y="6567"/>
                      <a:pt x="5094" y="6233"/>
                      <a:pt x="5689" y="5638"/>
                    </a:cubicBezTo>
                    <a:cubicBezTo>
                      <a:pt x="6284" y="5043"/>
                      <a:pt x="6618" y="4236"/>
                      <a:pt x="6618" y="3395"/>
                    </a:cubicBezTo>
                    <a:cubicBezTo>
                      <a:pt x="6618" y="2553"/>
                      <a:pt x="6284" y="1746"/>
                      <a:pt x="5689" y="1151"/>
                    </a:cubicBezTo>
                    <a:cubicBezTo>
                      <a:pt x="5094" y="556"/>
                      <a:pt x="4288" y="222"/>
                      <a:pt x="3446" y="222"/>
                    </a:cubicBezTo>
                    <a:cubicBezTo>
                      <a:pt x="2605" y="222"/>
                      <a:pt x="1799" y="556"/>
                      <a:pt x="1204" y="1151"/>
                    </a:cubicBezTo>
                    <a:cubicBezTo>
                      <a:pt x="609" y="1746"/>
                      <a:pt x="275" y="2553"/>
                      <a:pt x="275" y="3395"/>
                    </a:cubicBezTo>
                    <a:cubicBezTo>
                      <a:pt x="275" y="4236"/>
                      <a:pt x="609" y="5043"/>
                      <a:pt x="1204" y="5638"/>
                    </a:cubicBezTo>
                    <a:cubicBezTo>
                      <a:pt x="1799" y="6233"/>
                      <a:pt x="2605" y="6567"/>
                      <a:pt x="3446" y="65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77" name="Freeform: Shape 9876">
                <a:extLst>
                  <a:ext uri="{FF2B5EF4-FFF2-40B4-BE49-F238E27FC236}">
                    <a16:creationId xmlns:a16="http://schemas.microsoft.com/office/drawing/2014/main" id="{D1B98663-5B93-355F-C618-0A1308B69D00}"/>
                  </a:ext>
                </a:extLst>
              </p:cNvPr>
              <p:cNvSpPr/>
              <p:nvPr/>
            </p:nvSpPr>
            <p:spPr>
              <a:xfrm>
                <a:off x="9894352" y="6309848"/>
                <a:ext cx="6343" cy="6345"/>
              </a:xfrm>
              <a:custGeom>
                <a:avLst/>
                <a:gdLst>
                  <a:gd name="connsiteX0" fmla="*/ 3446 w 6343"/>
                  <a:gd name="connsiteY0" fmla="*/ 6568 h 6345"/>
                  <a:gd name="connsiteX1" fmla="*/ 5689 w 6343"/>
                  <a:gd name="connsiteY1" fmla="*/ 5639 h 6345"/>
                  <a:gd name="connsiteX2" fmla="*/ 6618 w 6343"/>
                  <a:gd name="connsiteY2" fmla="*/ 3396 h 6345"/>
                  <a:gd name="connsiteX3" fmla="*/ 5689 w 6343"/>
                  <a:gd name="connsiteY3" fmla="*/ 1152 h 6345"/>
                  <a:gd name="connsiteX4" fmla="*/ 3446 w 6343"/>
                  <a:gd name="connsiteY4" fmla="*/ 223 h 6345"/>
                  <a:gd name="connsiteX5" fmla="*/ 1204 w 6343"/>
                  <a:gd name="connsiteY5" fmla="*/ 1152 h 6345"/>
                  <a:gd name="connsiteX6" fmla="*/ 275 w 6343"/>
                  <a:gd name="connsiteY6" fmla="*/ 3396 h 6345"/>
                  <a:gd name="connsiteX7" fmla="*/ 1204 w 6343"/>
                  <a:gd name="connsiteY7" fmla="*/ 5639 h 6345"/>
                  <a:gd name="connsiteX8" fmla="*/ 3446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68"/>
                    </a:moveTo>
                    <a:cubicBezTo>
                      <a:pt x="4287" y="6568"/>
                      <a:pt x="5094" y="6234"/>
                      <a:pt x="5689" y="5639"/>
                    </a:cubicBezTo>
                    <a:cubicBezTo>
                      <a:pt x="6284" y="5044"/>
                      <a:pt x="6618" y="4237"/>
                      <a:pt x="6618" y="3396"/>
                    </a:cubicBezTo>
                    <a:cubicBezTo>
                      <a:pt x="6618" y="2554"/>
                      <a:pt x="6284" y="1747"/>
                      <a:pt x="5689" y="1152"/>
                    </a:cubicBezTo>
                    <a:cubicBezTo>
                      <a:pt x="5094" y="557"/>
                      <a:pt x="4287" y="223"/>
                      <a:pt x="3446" y="223"/>
                    </a:cubicBezTo>
                    <a:cubicBezTo>
                      <a:pt x="2605" y="223"/>
                      <a:pt x="1798" y="557"/>
                      <a:pt x="1204" y="1152"/>
                    </a:cubicBezTo>
                    <a:cubicBezTo>
                      <a:pt x="609" y="1747"/>
                      <a:pt x="275" y="2554"/>
                      <a:pt x="275" y="3396"/>
                    </a:cubicBezTo>
                    <a:cubicBezTo>
                      <a:pt x="275" y="4237"/>
                      <a:pt x="609" y="5044"/>
                      <a:pt x="1204" y="5639"/>
                    </a:cubicBezTo>
                    <a:cubicBezTo>
                      <a:pt x="1798" y="6234"/>
                      <a:pt x="2605" y="6568"/>
                      <a:pt x="3446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78" name="Freeform: Shape 9877">
                <a:extLst>
                  <a:ext uri="{FF2B5EF4-FFF2-40B4-BE49-F238E27FC236}">
                    <a16:creationId xmlns:a16="http://schemas.microsoft.com/office/drawing/2014/main" id="{3355B7B8-70DF-517F-EF17-BE16E61B2155}"/>
                  </a:ext>
                </a:extLst>
              </p:cNvPr>
              <p:cNvSpPr/>
              <p:nvPr/>
            </p:nvSpPr>
            <p:spPr>
              <a:xfrm>
                <a:off x="9895215" y="6328899"/>
                <a:ext cx="6343" cy="6345"/>
              </a:xfrm>
              <a:custGeom>
                <a:avLst/>
                <a:gdLst>
                  <a:gd name="connsiteX0" fmla="*/ 3446 w 6343"/>
                  <a:gd name="connsiteY0" fmla="*/ 6570 h 6345"/>
                  <a:gd name="connsiteX1" fmla="*/ 5689 w 6343"/>
                  <a:gd name="connsiteY1" fmla="*/ 5641 h 6345"/>
                  <a:gd name="connsiteX2" fmla="*/ 6618 w 6343"/>
                  <a:gd name="connsiteY2" fmla="*/ 3397 h 6345"/>
                  <a:gd name="connsiteX3" fmla="*/ 5689 w 6343"/>
                  <a:gd name="connsiteY3" fmla="*/ 1154 h 6345"/>
                  <a:gd name="connsiteX4" fmla="*/ 3446 w 6343"/>
                  <a:gd name="connsiteY4" fmla="*/ 225 h 6345"/>
                  <a:gd name="connsiteX5" fmla="*/ 1204 w 6343"/>
                  <a:gd name="connsiteY5" fmla="*/ 1154 h 6345"/>
                  <a:gd name="connsiteX6" fmla="*/ 275 w 6343"/>
                  <a:gd name="connsiteY6" fmla="*/ 3397 h 6345"/>
                  <a:gd name="connsiteX7" fmla="*/ 1204 w 6343"/>
                  <a:gd name="connsiteY7" fmla="*/ 5641 h 6345"/>
                  <a:gd name="connsiteX8" fmla="*/ 3446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0"/>
                    </a:moveTo>
                    <a:cubicBezTo>
                      <a:pt x="4287" y="6570"/>
                      <a:pt x="5094" y="6236"/>
                      <a:pt x="5689" y="5641"/>
                    </a:cubicBezTo>
                    <a:cubicBezTo>
                      <a:pt x="6284" y="5046"/>
                      <a:pt x="6618" y="4239"/>
                      <a:pt x="6618" y="3397"/>
                    </a:cubicBezTo>
                    <a:cubicBezTo>
                      <a:pt x="6618" y="2556"/>
                      <a:pt x="6284" y="1749"/>
                      <a:pt x="5689" y="1154"/>
                    </a:cubicBezTo>
                    <a:cubicBezTo>
                      <a:pt x="5094" y="559"/>
                      <a:pt x="4287" y="225"/>
                      <a:pt x="3446" y="225"/>
                    </a:cubicBezTo>
                    <a:cubicBezTo>
                      <a:pt x="2605" y="225"/>
                      <a:pt x="1798" y="559"/>
                      <a:pt x="1204" y="1154"/>
                    </a:cubicBezTo>
                    <a:cubicBezTo>
                      <a:pt x="609" y="1749"/>
                      <a:pt x="275" y="2556"/>
                      <a:pt x="275" y="3397"/>
                    </a:cubicBezTo>
                    <a:cubicBezTo>
                      <a:pt x="275" y="4239"/>
                      <a:pt x="609" y="5046"/>
                      <a:pt x="1204" y="5641"/>
                    </a:cubicBezTo>
                    <a:cubicBezTo>
                      <a:pt x="1798" y="6236"/>
                      <a:pt x="2605" y="6570"/>
                      <a:pt x="3446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79" name="Freeform: Shape 9878">
                <a:extLst>
                  <a:ext uri="{FF2B5EF4-FFF2-40B4-BE49-F238E27FC236}">
                    <a16:creationId xmlns:a16="http://schemas.microsoft.com/office/drawing/2014/main" id="{CF206F0B-4789-B3A1-DE56-E8FAB4650831}"/>
                  </a:ext>
                </a:extLst>
              </p:cNvPr>
              <p:cNvSpPr/>
              <p:nvPr/>
            </p:nvSpPr>
            <p:spPr>
              <a:xfrm>
                <a:off x="9895639" y="6347478"/>
                <a:ext cx="6343" cy="6345"/>
              </a:xfrm>
              <a:custGeom>
                <a:avLst/>
                <a:gdLst>
                  <a:gd name="connsiteX0" fmla="*/ 3446 w 6343"/>
                  <a:gd name="connsiteY0" fmla="*/ 6571 h 6345"/>
                  <a:gd name="connsiteX1" fmla="*/ 5689 w 6343"/>
                  <a:gd name="connsiteY1" fmla="*/ 5642 h 6345"/>
                  <a:gd name="connsiteX2" fmla="*/ 6618 w 6343"/>
                  <a:gd name="connsiteY2" fmla="*/ 3399 h 6345"/>
                  <a:gd name="connsiteX3" fmla="*/ 5689 w 6343"/>
                  <a:gd name="connsiteY3" fmla="*/ 1155 h 6345"/>
                  <a:gd name="connsiteX4" fmla="*/ 3446 w 6343"/>
                  <a:gd name="connsiteY4" fmla="*/ 226 h 6345"/>
                  <a:gd name="connsiteX5" fmla="*/ 1204 w 6343"/>
                  <a:gd name="connsiteY5" fmla="*/ 1155 h 6345"/>
                  <a:gd name="connsiteX6" fmla="*/ 275 w 6343"/>
                  <a:gd name="connsiteY6" fmla="*/ 3399 h 6345"/>
                  <a:gd name="connsiteX7" fmla="*/ 1204 w 6343"/>
                  <a:gd name="connsiteY7" fmla="*/ 5642 h 6345"/>
                  <a:gd name="connsiteX8" fmla="*/ 3446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1"/>
                    </a:moveTo>
                    <a:cubicBezTo>
                      <a:pt x="4288" y="6571"/>
                      <a:pt x="5094" y="6237"/>
                      <a:pt x="5689" y="5642"/>
                    </a:cubicBezTo>
                    <a:cubicBezTo>
                      <a:pt x="6284" y="5047"/>
                      <a:pt x="6618" y="4240"/>
                      <a:pt x="6618" y="3399"/>
                    </a:cubicBezTo>
                    <a:cubicBezTo>
                      <a:pt x="6618" y="2557"/>
                      <a:pt x="6284" y="1750"/>
                      <a:pt x="5689" y="1155"/>
                    </a:cubicBezTo>
                    <a:cubicBezTo>
                      <a:pt x="5094" y="560"/>
                      <a:pt x="4288" y="226"/>
                      <a:pt x="3446" y="226"/>
                    </a:cubicBezTo>
                    <a:cubicBezTo>
                      <a:pt x="2605" y="226"/>
                      <a:pt x="1799" y="560"/>
                      <a:pt x="1204" y="1155"/>
                    </a:cubicBezTo>
                    <a:cubicBezTo>
                      <a:pt x="609" y="1750"/>
                      <a:pt x="275" y="2557"/>
                      <a:pt x="275" y="3399"/>
                    </a:cubicBezTo>
                    <a:cubicBezTo>
                      <a:pt x="275" y="4240"/>
                      <a:pt x="609" y="5047"/>
                      <a:pt x="1204" y="5642"/>
                    </a:cubicBezTo>
                    <a:cubicBezTo>
                      <a:pt x="1799" y="6237"/>
                      <a:pt x="2605" y="6571"/>
                      <a:pt x="3446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80" name="Freeform: Shape 9879">
                <a:extLst>
                  <a:ext uri="{FF2B5EF4-FFF2-40B4-BE49-F238E27FC236}">
                    <a16:creationId xmlns:a16="http://schemas.microsoft.com/office/drawing/2014/main" id="{622F9BF5-7792-6646-4FEF-5837C8F770BB}"/>
                  </a:ext>
                </a:extLst>
              </p:cNvPr>
              <p:cNvSpPr/>
              <p:nvPr/>
            </p:nvSpPr>
            <p:spPr>
              <a:xfrm>
                <a:off x="9893681" y="6360944"/>
                <a:ext cx="6343" cy="6345"/>
              </a:xfrm>
              <a:custGeom>
                <a:avLst/>
                <a:gdLst>
                  <a:gd name="connsiteX0" fmla="*/ 3446 w 6343"/>
                  <a:gd name="connsiteY0" fmla="*/ 6572 h 6345"/>
                  <a:gd name="connsiteX1" fmla="*/ 5689 w 6343"/>
                  <a:gd name="connsiteY1" fmla="*/ 5643 h 6345"/>
                  <a:gd name="connsiteX2" fmla="*/ 6618 w 6343"/>
                  <a:gd name="connsiteY2" fmla="*/ 3400 h 6345"/>
                  <a:gd name="connsiteX3" fmla="*/ 5689 w 6343"/>
                  <a:gd name="connsiteY3" fmla="*/ 1156 h 6345"/>
                  <a:gd name="connsiteX4" fmla="*/ 3446 w 6343"/>
                  <a:gd name="connsiteY4" fmla="*/ 227 h 6345"/>
                  <a:gd name="connsiteX5" fmla="*/ 1204 w 6343"/>
                  <a:gd name="connsiteY5" fmla="*/ 1156 h 6345"/>
                  <a:gd name="connsiteX6" fmla="*/ 275 w 6343"/>
                  <a:gd name="connsiteY6" fmla="*/ 3400 h 6345"/>
                  <a:gd name="connsiteX7" fmla="*/ 1204 w 6343"/>
                  <a:gd name="connsiteY7" fmla="*/ 5643 h 6345"/>
                  <a:gd name="connsiteX8" fmla="*/ 3446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2"/>
                    </a:moveTo>
                    <a:cubicBezTo>
                      <a:pt x="4287" y="6572"/>
                      <a:pt x="5094" y="6238"/>
                      <a:pt x="5689" y="5643"/>
                    </a:cubicBezTo>
                    <a:cubicBezTo>
                      <a:pt x="6284" y="5048"/>
                      <a:pt x="6618" y="4241"/>
                      <a:pt x="6618" y="3400"/>
                    </a:cubicBezTo>
                    <a:cubicBezTo>
                      <a:pt x="6618" y="2558"/>
                      <a:pt x="6284" y="1751"/>
                      <a:pt x="5689" y="1156"/>
                    </a:cubicBezTo>
                    <a:cubicBezTo>
                      <a:pt x="5094" y="561"/>
                      <a:pt x="4287" y="227"/>
                      <a:pt x="3446" y="227"/>
                    </a:cubicBezTo>
                    <a:cubicBezTo>
                      <a:pt x="2605" y="227"/>
                      <a:pt x="1798" y="561"/>
                      <a:pt x="1204" y="1156"/>
                    </a:cubicBezTo>
                    <a:cubicBezTo>
                      <a:pt x="609" y="1751"/>
                      <a:pt x="275" y="2558"/>
                      <a:pt x="275" y="3400"/>
                    </a:cubicBezTo>
                    <a:cubicBezTo>
                      <a:pt x="275" y="4241"/>
                      <a:pt x="609" y="5048"/>
                      <a:pt x="1204" y="5643"/>
                    </a:cubicBezTo>
                    <a:cubicBezTo>
                      <a:pt x="1798" y="6238"/>
                      <a:pt x="2605" y="6572"/>
                      <a:pt x="3446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81" name="Freeform: Shape 9880">
                <a:extLst>
                  <a:ext uri="{FF2B5EF4-FFF2-40B4-BE49-F238E27FC236}">
                    <a16:creationId xmlns:a16="http://schemas.microsoft.com/office/drawing/2014/main" id="{02406810-63A7-737D-4594-B44BC6CA6425}"/>
                  </a:ext>
                </a:extLst>
              </p:cNvPr>
              <p:cNvSpPr/>
              <p:nvPr/>
            </p:nvSpPr>
            <p:spPr>
              <a:xfrm>
                <a:off x="9894675" y="6381918"/>
                <a:ext cx="6343" cy="6345"/>
              </a:xfrm>
              <a:custGeom>
                <a:avLst/>
                <a:gdLst>
                  <a:gd name="connsiteX0" fmla="*/ 3446 w 6343"/>
                  <a:gd name="connsiteY0" fmla="*/ 6574 h 6345"/>
                  <a:gd name="connsiteX1" fmla="*/ 5689 w 6343"/>
                  <a:gd name="connsiteY1" fmla="*/ 5645 h 6345"/>
                  <a:gd name="connsiteX2" fmla="*/ 6618 w 6343"/>
                  <a:gd name="connsiteY2" fmla="*/ 3401 h 6345"/>
                  <a:gd name="connsiteX3" fmla="*/ 5689 w 6343"/>
                  <a:gd name="connsiteY3" fmla="*/ 1158 h 6345"/>
                  <a:gd name="connsiteX4" fmla="*/ 3446 w 6343"/>
                  <a:gd name="connsiteY4" fmla="*/ 229 h 6345"/>
                  <a:gd name="connsiteX5" fmla="*/ 1204 w 6343"/>
                  <a:gd name="connsiteY5" fmla="*/ 1158 h 6345"/>
                  <a:gd name="connsiteX6" fmla="*/ 275 w 6343"/>
                  <a:gd name="connsiteY6" fmla="*/ 3401 h 6345"/>
                  <a:gd name="connsiteX7" fmla="*/ 1204 w 6343"/>
                  <a:gd name="connsiteY7" fmla="*/ 5645 h 6345"/>
                  <a:gd name="connsiteX8" fmla="*/ 3446 w 6343"/>
                  <a:gd name="connsiteY8" fmla="*/ 65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4"/>
                    </a:moveTo>
                    <a:cubicBezTo>
                      <a:pt x="4287" y="6574"/>
                      <a:pt x="5094" y="6240"/>
                      <a:pt x="5689" y="5645"/>
                    </a:cubicBezTo>
                    <a:cubicBezTo>
                      <a:pt x="6284" y="5050"/>
                      <a:pt x="6618" y="4243"/>
                      <a:pt x="6618" y="3401"/>
                    </a:cubicBezTo>
                    <a:cubicBezTo>
                      <a:pt x="6618" y="2560"/>
                      <a:pt x="6284" y="1753"/>
                      <a:pt x="5689" y="1158"/>
                    </a:cubicBezTo>
                    <a:cubicBezTo>
                      <a:pt x="5094" y="563"/>
                      <a:pt x="4287" y="229"/>
                      <a:pt x="3446" y="229"/>
                    </a:cubicBezTo>
                    <a:cubicBezTo>
                      <a:pt x="2605" y="229"/>
                      <a:pt x="1798" y="563"/>
                      <a:pt x="1204" y="1158"/>
                    </a:cubicBezTo>
                    <a:cubicBezTo>
                      <a:pt x="609" y="1753"/>
                      <a:pt x="275" y="2560"/>
                      <a:pt x="275" y="3401"/>
                    </a:cubicBezTo>
                    <a:cubicBezTo>
                      <a:pt x="275" y="4243"/>
                      <a:pt x="609" y="5050"/>
                      <a:pt x="1204" y="5645"/>
                    </a:cubicBezTo>
                    <a:cubicBezTo>
                      <a:pt x="1798" y="6240"/>
                      <a:pt x="2605" y="6574"/>
                      <a:pt x="3446" y="65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82" name="Freeform: Shape 9881">
                <a:extLst>
                  <a:ext uri="{FF2B5EF4-FFF2-40B4-BE49-F238E27FC236}">
                    <a16:creationId xmlns:a16="http://schemas.microsoft.com/office/drawing/2014/main" id="{C26F3138-7208-F803-DAE0-0BEA5F75C352}"/>
                  </a:ext>
                </a:extLst>
              </p:cNvPr>
              <p:cNvSpPr/>
              <p:nvPr/>
            </p:nvSpPr>
            <p:spPr>
              <a:xfrm>
                <a:off x="9893795" y="6398926"/>
                <a:ext cx="6343" cy="6345"/>
              </a:xfrm>
              <a:custGeom>
                <a:avLst/>
                <a:gdLst>
                  <a:gd name="connsiteX0" fmla="*/ 3446 w 6343"/>
                  <a:gd name="connsiteY0" fmla="*/ 6575 h 6345"/>
                  <a:gd name="connsiteX1" fmla="*/ 5689 w 6343"/>
                  <a:gd name="connsiteY1" fmla="*/ 5646 h 6345"/>
                  <a:gd name="connsiteX2" fmla="*/ 6618 w 6343"/>
                  <a:gd name="connsiteY2" fmla="*/ 3403 h 6345"/>
                  <a:gd name="connsiteX3" fmla="*/ 5689 w 6343"/>
                  <a:gd name="connsiteY3" fmla="*/ 1159 h 6345"/>
                  <a:gd name="connsiteX4" fmla="*/ 3446 w 6343"/>
                  <a:gd name="connsiteY4" fmla="*/ 230 h 6345"/>
                  <a:gd name="connsiteX5" fmla="*/ 1204 w 6343"/>
                  <a:gd name="connsiteY5" fmla="*/ 1159 h 6345"/>
                  <a:gd name="connsiteX6" fmla="*/ 275 w 6343"/>
                  <a:gd name="connsiteY6" fmla="*/ 3403 h 6345"/>
                  <a:gd name="connsiteX7" fmla="*/ 1204 w 6343"/>
                  <a:gd name="connsiteY7" fmla="*/ 5646 h 6345"/>
                  <a:gd name="connsiteX8" fmla="*/ 3446 w 6343"/>
                  <a:gd name="connsiteY8" fmla="*/ 65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5"/>
                    </a:moveTo>
                    <a:cubicBezTo>
                      <a:pt x="4287" y="6575"/>
                      <a:pt x="5094" y="6241"/>
                      <a:pt x="5689" y="5646"/>
                    </a:cubicBezTo>
                    <a:cubicBezTo>
                      <a:pt x="6284" y="5051"/>
                      <a:pt x="6618" y="4244"/>
                      <a:pt x="6618" y="3403"/>
                    </a:cubicBezTo>
                    <a:cubicBezTo>
                      <a:pt x="6618" y="2561"/>
                      <a:pt x="6284" y="1754"/>
                      <a:pt x="5689" y="1159"/>
                    </a:cubicBezTo>
                    <a:cubicBezTo>
                      <a:pt x="5094" y="564"/>
                      <a:pt x="4287" y="230"/>
                      <a:pt x="3446" y="230"/>
                    </a:cubicBezTo>
                    <a:cubicBezTo>
                      <a:pt x="2605" y="230"/>
                      <a:pt x="1798" y="564"/>
                      <a:pt x="1204" y="1159"/>
                    </a:cubicBezTo>
                    <a:cubicBezTo>
                      <a:pt x="609" y="1754"/>
                      <a:pt x="275" y="2561"/>
                      <a:pt x="275" y="3403"/>
                    </a:cubicBezTo>
                    <a:cubicBezTo>
                      <a:pt x="275" y="4244"/>
                      <a:pt x="609" y="5051"/>
                      <a:pt x="1204" y="5646"/>
                    </a:cubicBezTo>
                    <a:cubicBezTo>
                      <a:pt x="1798" y="6241"/>
                      <a:pt x="2605" y="6575"/>
                      <a:pt x="3446" y="65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83" name="Freeform: Shape 9882">
                <a:extLst>
                  <a:ext uri="{FF2B5EF4-FFF2-40B4-BE49-F238E27FC236}">
                    <a16:creationId xmlns:a16="http://schemas.microsoft.com/office/drawing/2014/main" id="{07CA5153-B93F-4020-C412-0144FE9E7837}"/>
                  </a:ext>
                </a:extLst>
              </p:cNvPr>
              <p:cNvSpPr/>
              <p:nvPr/>
            </p:nvSpPr>
            <p:spPr>
              <a:xfrm>
                <a:off x="9809634" y="6208002"/>
                <a:ext cx="6343" cy="6345"/>
              </a:xfrm>
              <a:custGeom>
                <a:avLst/>
                <a:gdLst>
                  <a:gd name="connsiteX0" fmla="*/ 3440 w 6343"/>
                  <a:gd name="connsiteY0" fmla="*/ 6560 h 6345"/>
                  <a:gd name="connsiteX1" fmla="*/ 5682 w 6343"/>
                  <a:gd name="connsiteY1" fmla="*/ 5631 h 6345"/>
                  <a:gd name="connsiteX2" fmla="*/ 6611 w 6343"/>
                  <a:gd name="connsiteY2" fmla="*/ 3388 h 6345"/>
                  <a:gd name="connsiteX3" fmla="*/ 5682 w 6343"/>
                  <a:gd name="connsiteY3" fmla="*/ 1144 h 6345"/>
                  <a:gd name="connsiteX4" fmla="*/ 3440 w 6343"/>
                  <a:gd name="connsiteY4" fmla="*/ 215 h 6345"/>
                  <a:gd name="connsiteX5" fmla="*/ 1197 w 6343"/>
                  <a:gd name="connsiteY5" fmla="*/ 1144 h 6345"/>
                  <a:gd name="connsiteX6" fmla="*/ 268 w 6343"/>
                  <a:gd name="connsiteY6" fmla="*/ 3388 h 6345"/>
                  <a:gd name="connsiteX7" fmla="*/ 1197 w 6343"/>
                  <a:gd name="connsiteY7" fmla="*/ 5631 h 6345"/>
                  <a:gd name="connsiteX8" fmla="*/ 3440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60"/>
                    </a:moveTo>
                    <a:cubicBezTo>
                      <a:pt x="4281" y="6560"/>
                      <a:pt x="5087" y="6226"/>
                      <a:pt x="5682" y="5631"/>
                    </a:cubicBezTo>
                    <a:cubicBezTo>
                      <a:pt x="6277" y="5036"/>
                      <a:pt x="6611" y="4229"/>
                      <a:pt x="6611" y="3388"/>
                    </a:cubicBezTo>
                    <a:cubicBezTo>
                      <a:pt x="6611" y="2546"/>
                      <a:pt x="6277" y="1739"/>
                      <a:pt x="5682" y="1144"/>
                    </a:cubicBezTo>
                    <a:cubicBezTo>
                      <a:pt x="5087" y="549"/>
                      <a:pt x="4281" y="215"/>
                      <a:pt x="3440" y="215"/>
                    </a:cubicBezTo>
                    <a:cubicBezTo>
                      <a:pt x="2599" y="215"/>
                      <a:pt x="1792" y="549"/>
                      <a:pt x="1197" y="1144"/>
                    </a:cubicBezTo>
                    <a:cubicBezTo>
                      <a:pt x="602" y="1739"/>
                      <a:pt x="268" y="2546"/>
                      <a:pt x="268" y="3388"/>
                    </a:cubicBezTo>
                    <a:cubicBezTo>
                      <a:pt x="268" y="4229"/>
                      <a:pt x="602" y="5036"/>
                      <a:pt x="1197" y="5631"/>
                    </a:cubicBezTo>
                    <a:cubicBezTo>
                      <a:pt x="1792" y="6226"/>
                      <a:pt x="2599" y="6560"/>
                      <a:pt x="3440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84" name="Freeform: Shape 9883">
                <a:extLst>
                  <a:ext uri="{FF2B5EF4-FFF2-40B4-BE49-F238E27FC236}">
                    <a16:creationId xmlns:a16="http://schemas.microsoft.com/office/drawing/2014/main" id="{D5111B6F-6C3E-7021-B141-21DDC0E1645E}"/>
                  </a:ext>
                </a:extLst>
              </p:cNvPr>
              <p:cNvSpPr/>
              <p:nvPr/>
            </p:nvSpPr>
            <p:spPr>
              <a:xfrm>
                <a:off x="9751022" y="6186014"/>
                <a:ext cx="6343" cy="6345"/>
              </a:xfrm>
              <a:custGeom>
                <a:avLst/>
                <a:gdLst>
                  <a:gd name="connsiteX0" fmla="*/ 3435 w 6343"/>
                  <a:gd name="connsiteY0" fmla="*/ 6559 h 6345"/>
                  <a:gd name="connsiteX1" fmla="*/ 5678 w 6343"/>
                  <a:gd name="connsiteY1" fmla="*/ 5629 h 6345"/>
                  <a:gd name="connsiteX2" fmla="*/ 6607 w 6343"/>
                  <a:gd name="connsiteY2" fmla="*/ 3386 h 6345"/>
                  <a:gd name="connsiteX3" fmla="*/ 5678 w 6343"/>
                  <a:gd name="connsiteY3" fmla="*/ 1143 h 6345"/>
                  <a:gd name="connsiteX4" fmla="*/ 3435 w 6343"/>
                  <a:gd name="connsiteY4" fmla="*/ 213 h 6345"/>
                  <a:gd name="connsiteX5" fmla="*/ 1192 w 6343"/>
                  <a:gd name="connsiteY5" fmla="*/ 1143 h 6345"/>
                  <a:gd name="connsiteX6" fmla="*/ 263 w 6343"/>
                  <a:gd name="connsiteY6" fmla="*/ 3386 h 6345"/>
                  <a:gd name="connsiteX7" fmla="*/ 1192 w 6343"/>
                  <a:gd name="connsiteY7" fmla="*/ 5629 h 6345"/>
                  <a:gd name="connsiteX8" fmla="*/ 343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59"/>
                    </a:moveTo>
                    <a:cubicBezTo>
                      <a:pt x="4276" y="6559"/>
                      <a:pt x="5083" y="6224"/>
                      <a:pt x="5678" y="5629"/>
                    </a:cubicBezTo>
                    <a:cubicBezTo>
                      <a:pt x="6272" y="5034"/>
                      <a:pt x="6607" y="4227"/>
                      <a:pt x="6607" y="3386"/>
                    </a:cubicBezTo>
                    <a:cubicBezTo>
                      <a:pt x="6607" y="2545"/>
                      <a:pt x="6272" y="1737"/>
                      <a:pt x="5678" y="1143"/>
                    </a:cubicBezTo>
                    <a:cubicBezTo>
                      <a:pt x="5083" y="548"/>
                      <a:pt x="4276" y="213"/>
                      <a:pt x="3435" y="213"/>
                    </a:cubicBezTo>
                    <a:cubicBezTo>
                      <a:pt x="2594" y="213"/>
                      <a:pt x="1787" y="548"/>
                      <a:pt x="1192" y="1143"/>
                    </a:cubicBezTo>
                    <a:cubicBezTo>
                      <a:pt x="598" y="1737"/>
                      <a:pt x="263" y="2545"/>
                      <a:pt x="263" y="3386"/>
                    </a:cubicBezTo>
                    <a:cubicBezTo>
                      <a:pt x="263" y="4227"/>
                      <a:pt x="598" y="5034"/>
                      <a:pt x="1192" y="5629"/>
                    </a:cubicBezTo>
                    <a:cubicBezTo>
                      <a:pt x="1787" y="6224"/>
                      <a:pt x="2594" y="6559"/>
                      <a:pt x="343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85" name="Freeform: Shape 9884">
                <a:extLst>
                  <a:ext uri="{FF2B5EF4-FFF2-40B4-BE49-F238E27FC236}">
                    <a16:creationId xmlns:a16="http://schemas.microsoft.com/office/drawing/2014/main" id="{865F985F-686B-802B-9F97-DBAC261B6629}"/>
                  </a:ext>
                </a:extLst>
              </p:cNvPr>
              <p:cNvSpPr/>
              <p:nvPr/>
            </p:nvSpPr>
            <p:spPr>
              <a:xfrm>
                <a:off x="9745043" y="6186390"/>
                <a:ext cx="6343" cy="6345"/>
              </a:xfrm>
              <a:custGeom>
                <a:avLst/>
                <a:gdLst>
                  <a:gd name="connsiteX0" fmla="*/ 3435 w 6343"/>
                  <a:gd name="connsiteY0" fmla="*/ 6559 h 6345"/>
                  <a:gd name="connsiteX1" fmla="*/ 5677 w 6343"/>
                  <a:gd name="connsiteY1" fmla="*/ 5629 h 6345"/>
                  <a:gd name="connsiteX2" fmla="*/ 6606 w 6343"/>
                  <a:gd name="connsiteY2" fmla="*/ 3386 h 6345"/>
                  <a:gd name="connsiteX3" fmla="*/ 5677 w 6343"/>
                  <a:gd name="connsiteY3" fmla="*/ 1143 h 6345"/>
                  <a:gd name="connsiteX4" fmla="*/ 3435 w 6343"/>
                  <a:gd name="connsiteY4" fmla="*/ 213 h 6345"/>
                  <a:gd name="connsiteX5" fmla="*/ 1192 w 6343"/>
                  <a:gd name="connsiteY5" fmla="*/ 1143 h 6345"/>
                  <a:gd name="connsiteX6" fmla="*/ 263 w 6343"/>
                  <a:gd name="connsiteY6" fmla="*/ 3386 h 6345"/>
                  <a:gd name="connsiteX7" fmla="*/ 1192 w 6343"/>
                  <a:gd name="connsiteY7" fmla="*/ 5629 h 6345"/>
                  <a:gd name="connsiteX8" fmla="*/ 343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59"/>
                    </a:moveTo>
                    <a:cubicBezTo>
                      <a:pt x="4276" y="6559"/>
                      <a:pt x="5082" y="6224"/>
                      <a:pt x="5677" y="5629"/>
                    </a:cubicBezTo>
                    <a:cubicBezTo>
                      <a:pt x="6272" y="5034"/>
                      <a:pt x="6606" y="4227"/>
                      <a:pt x="6606" y="3386"/>
                    </a:cubicBezTo>
                    <a:cubicBezTo>
                      <a:pt x="6606" y="2545"/>
                      <a:pt x="6272" y="1738"/>
                      <a:pt x="5677" y="1143"/>
                    </a:cubicBezTo>
                    <a:cubicBezTo>
                      <a:pt x="5082" y="548"/>
                      <a:pt x="4276" y="213"/>
                      <a:pt x="3435" y="213"/>
                    </a:cubicBezTo>
                    <a:cubicBezTo>
                      <a:pt x="2593" y="213"/>
                      <a:pt x="1787" y="548"/>
                      <a:pt x="1192" y="1143"/>
                    </a:cubicBezTo>
                    <a:cubicBezTo>
                      <a:pt x="597" y="1738"/>
                      <a:pt x="263" y="2545"/>
                      <a:pt x="263" y="3386"/>
                    </a:cubicBezTo>
                    <a:cubicBezTo>
                      <a:pt x="263" y="4227"/>
                      <a:pt x="597" y="5034"/>
                      <a:pt x="1192" y="5629"/>
                    </a:cubicBezTo>
                    <a:cubicBezTo>
                      <a:pt x="1787" y="6224"/>
                      <a:pt x="2593" y="6559"/>
                      <a:pt x="343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86" name="Freeform: Shape 9885">
                <a:extLst>
                  <a:ext uri="{FF2B5EF4-FFF2-40B4-BE49-F238E27FC236}">
                    <a16:creationId xmlns:a16="http://schemas.microsoft.com/office/drawing/2014/main" id="{40FC2405-A36C-7D66-80F0-E25C680D0086}"/>
                  </a:ext>
                </a:extLst>
              </p:cNvPr>
              <p:cNvSpPr/>
              <p:nvPr/>
            </p:nvSpPr>
            <p:spPr>
              <a:xfrm>
                <a:off x="9719044" y="6180534"/>
                <a:ext cx="6343" cy="6345"/>
              </a:xfrm>
              <a:custGeom>
                <a:avLst/>
                <a:gdLst>
                  <a:gd name="connsiteX0" fmla="*/ 3432 w 6343"/>
                  <a:gd name="connsiteY0" fmla="*/ 6558 h 6345"/>
                  <a:gd name="connsiteX1" fmla="*/ 5675 w 6343"/>
                  <a:gd name="connsiteY1" fmla="*/ 5629 h 6345"/>
                  <a:gd name="connsiteX2" fmla="*/ 6604 w 6343"/>
                  <a:gd name="connsiteY2" fmla="*/ 3386 h 6345"/>
                  <a:gd name="connsiteX3" fmla="*/ 5675 w 6343"/>
                  <a:gd name="connsiteY3" fmla="*/ 1142 h 6345"/>
                  <a:gd name="connsiteX4" fmla="*/ 3432 w 6343"/>
                  <a:gd name="connsiteY4" fmla="*/ 213 h 6345"/>
                  <a:gd name="connsiteX5" fmla="*/ 1190 w 6343"/>
                  <a:gd name="connsiteY5" fmla="*/ 1142 h 6345"/>
                  <a:gd name="connsiteX6" fmla="*/ 261 w 6343"/>
                  <a:gd name="connsiteY6" fmla="*/ 3386 h 6345"/>
                  <a:gd name="connsiteX7" fmla="*/ 1190 w 6343"/>
                  <a:gd name="connsiteY7" fmla="*/ 5629 h 6345"/>
                  <a:gd name="connsiteX8" fmla="*/ 343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58"/>
                    </a:moveTo>
                    <a:cubicBezTo>
                      <a:pt x="4274" y="6558"/>
                      <a:pt x="5080" y="6224"/>
                      <a:pt x="5675" y="5629"/>
                    </a:cubicBezTo>
                    <a:cubicBezTo>
                      <a:pt x="6270" y="5034"/>
                      <a:pt x="6604" y="4227"/>
                      <a:pt x="6604" y="3386"/>
                    </a:cubicBezTo>
                    <a:cubicBezTo>
                      <a:pt x="6604" y="2544"/>
                      <a:pt x="6270" y="1737"/>
                      <a:pt x="5675" y="1142"/>
                    </a:cubicBezTo>
                    <a:cubicBezTo>
                      <a:pt x="5080" y="547"/>
                      <a:pt x="4274" y="213"/>
                      <a:pt x="3432" y="213"/>
                    </a:cubicBezTo>
                    <a:cubicBezTo>
                      <a:pt x="2591" y="213"/>
                      <a:pt x="1785" y="547"/>
                      <a:pt x="1190" y="1142"/>
                    </a:cubicBezTo>
                    <a:cubicBezTo>
                      <a:pt x="595" y="1737"/>
                      <a:pt x="261" y="2544"/>
                      <a:pt x="261" y="3386"/>
                    </a:cubicBezTo>
                    <a:cubicBezTo>
                      <a:pt x="261" y="4227"/>
                      <a:pt x="595" y="5034"/>
                      <a:pt x="1190" y="5629"/>
                    </a:cubicBezTo>
                    <a:cubicBezTo>
                      <a:pt x="1785" y="6224"/>
                      <a:pt x="2591" y="6558"/>
                      <a:pt x="343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87" name="Freeform: Shape 9886">
                <a:extLst>
                  <a:ext uri="{FF2B5EF4-FFF2-40B4-BE49-F238E27FC236}">
                    <a16:creationId xmlns:a16="http://schemas.microsoft.com/office/drawing/2014/main" id="{150E241C-5E99-B65B-633F-8D888E620949}"/>
                  </a:ext>
                </a:extLst>
              </p:cNvPr>
              <p:cNvSpPr/>
              <p:nvPr/>
            </p:nvSpPr>
            <p:spPr>
              <a:xfrm>
                <a:off x="9713582" y="6182143"/>
                <a:ext cx="6343" cy="6345"/>
              </a:xfrm>
              <a:custGeom>
                <a:avLst/>
                <a:gdLst>
                  <a:gd name="connsiteX0" fmla="*/ 3432 w 6343"/>
                  <a:gd name="connsiteY0" fmla="*/ 6558 h 6345"/>
                  <a:gd name="connsiteX1" fmla="*/ 5675 w 6343"/>
                  <a:gd name="connsiteY1" fmla="*/ 5629 h 6345"/>
                  <a:gd name="connsiteX2" fmla="*/ 6604 w 6343"/>
                  <a:gd name="connsiteY2" fmla="*/ 3386 h 6345"/>
                  <a:gd name="connsiteX3" fmla="*/ 5675 w 6343"/>
                  <a:gd name="connsiteY3" fmla="*/ 1142 h 6345"/>
                  <a:gd name="connsiteX4" fmla="*/ 3432 w 6343"/>
                  <a:gd name="connsiteY4" fmla="*/ 213 h 6345"/>
                  <a:gd name="connsiteX5" fmla="*/ 1189 w 6343"/>
                  <a:gd name="connsiteY5" fmla="*/ 1142 h 6345"/>
                  <a:gd name="connsiteX6" fmla="*/ 260 w 6343"/>
                  <a:gd name="connsiteY6" fmla="*/ 3386 h 6345"/>
                  <a:gd name="connsiteX7" fmla="*/ 1189 w 6343"/>
                  <a:gd name="connsiteY7" fmla="*/ 5629 h 6345"/>
                  <a:gd name="connsiteX8" fmla="*/ 343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58"/>
                    </a:moveTo>
                    <a:cubicBezTo>
                      <a:pt x="4273" y="6558"/>
                      <a:pt x="5080" y="6224"/>
                      <a:pt x="5675" y="5629"/>
                    </a:cubicBezTo>
                    <a:cubicBezTo>
                      <a:pt x="6269" y="5034"/>
                      <a:pt x="6604" y="4227"/>
                      <a:pt x="6604" y="3386"/>
                    </a:cubicBezTo>
                    <a:cubicBezTo>
                      <a:pt x="6604" y="2544"/>
                      <a:pt x="6269" y="1737"/>
                      <a:pt x="5675" y="1142"/>
                    </a:cubicBezTo>
                    <a:cubicBezTo>
                      <a:pt x="5080" y="547"/>
                      <a:pt x="4273" y="213"/>
                      <a:pt x="3432" y="213"/>
                    </a:cubicBezTo>
                    <a:cubicBezTo>
                      <a:pt x="2591" y="213"/>
                      <a:pt x="1784" y="547"/>
                      <a:pt x="1189" y="1142"/>
                    </a:cubicBezTo>
                    <a:cubicBezTo>
                      <a:pt x="595" y="1737"/>
                      <a:pt x="260" y="2544"/>
                      <a:pt x="260" y="3386"/>
                    </a:cubicBezTo>
                    <a:cubicBezTo>
                      <a:pt x="260" y="4227"/>
                      <a:pt x="595" y="5034"/>
                      <a:pt x="1189" y="5629"/>
                    </a:cubicBezTo>
                    <a:cubicBezTo>
                      <a:pt x="1784" y="6224"/>
                      <a:pt x="2591" y="6558"/>
                      <a:pt x="343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88" name="Freeform: Shape 9887">
                <a:extLst>
                  <a:ext uri="{FF2B5EF4-FFF2-40B4-BE49-F238E27FC236}">
                    <a16:creationId xmlns:a16="http://schemas.microsoft.com/office/drawing/2014/main" id="{5DA9081C-1BAE-1835-B610-9B569EBB6F05}"/>
                  </a:ext>
                </a:extLst>
              </p:cNvPr>
              <p:cNvSpPr/>
              <p:nvPr/>
            </p:nvSpPr>
            <p:spPr>
              <a:xfrm>
                <a:off x="9707916" y="6183056"/>
                <a:ext cx="6343" cy="6345"/>
              </a:xfrm>
              <a:custGeom>
                <a:avLst/>
                <a:gdLst>
                  <a:gd name="connsiteX0" fmla="*/ 3432 w 6343"/>
                  <a:gd name="connsiteY0" fmla="*/ 6558 h 6345"/>
                  <a:gd name="connsiteX1" fmla="*/ 5674 w 6343"/>
                  <a:gd name="connsiteY1" fmla="*/ 5629 h 6345"/>
                  <a:gd name="connsiteX2" fmla="*/ 6603 w 6343"/>
                  <a:gd name="connsiteY2" fmla="*/ 3386 h 6345"/>
                  <a:gd name="connsiteX3" fmla="*/ 5674 w 6343"/>
                  <a:gd name="connsiteY3" fmla="*/ 1142 h 6345"/>
                  <a:gd name="connsiteX4" fmla="*/ 3432 w 6343"/>
                  <a:gd name="connsiteY4" fmla="*/ 213 h 6345"/>
                  <a:gd name="connsiteX5" fmla="*/ 1189 w 6343"/>
                  <a:gd name="connsiteY5" fmla="*/ 1142 h 6345"/>
                  <a:gd name="connsiteX6" fmla="*/ 260 w 6343"/>
                  <a:gd name="connsiteY6" fmla="*/ 3386 h 6345"/>
                  <a:gd name="connsiteX7" fmla="*/ 1189 w 6343"/>
                  <a:gd name="connsiteY7" fmla="*/ 5629 h 6345"/>
                  <a:gd name="connsiteX8" fmla="*/ 343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58"/>
                    </a:moveTo>
                    <a:cubicBezTo>
                      <a:pt x="4273" y="6558"/>
                      <a:pt x="5079" y="6224"/>
                      <a:pt x="5674" y="5629"/>
                    </a:cubicBezTo>
                    <a:cubicBezTo>
                      <a:pt x="6269" y="5034"/>
                      <a:pt x="6603" y="4227"/>
                      <a:pt x="6603" y="3386"/>
                    </a:cubicBezTo>
                    <a:cubicBezTo>
                      <a:pt x="6603" y="2544"/>
                      <a:pt x="6269" y="1737"/>
                      <a:pt x="5674" y="1142"/>
                    </a:cubicBezTo>
                    <a:cubicBezTo>
                      <a:pt x="5079" y="547"/>
                      <a:pt x="4273" y="213"/>
                      <a:pt x="3432" y="213"/>
                    </a:cubicBezTo>
                    <a:cubicBezTo>
                      <a:pt x="2590" y="213"/>
                      <a:pt x="1784" y="547"/>
                      <a:pt x="1189" y="1142"/>
                    </a:cubicBezTo>
                    <a:cubicBezTo>
                      <a:pt x="594" y="1737"/>
                      <a:pt x="260" y="2544"/>
                      <a:pt x="260" y="3386"/>
                    </a:cubicBezTo>
                    <a:cubicBezTo>
                      <a:pt x="260" y="4227"/>
                      <a:pt x="594" y="5034"/>
                      <a:pt x="1189" y="5629"/>
                    </a:cubicBezTo>
                    <a:cubicBezTo>
                      <a:pt x="1784" y="6224"/>
                      <a:pt x="2590" y="6558"/>
                      <a:pt x="343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89" name="Freeform: Shape 9888">
                <a:extLst>
                  <a:ext uri="{FF2B5EF4-FFF2-40B4-BE49-F238E27FC236}">
                    <a16:creationId xmlns:a16="http://schemas.microsoft.com/office/drawing/2014/main" id="{7B4C5794-4C8B-129C-D21E-A3B827B47DDE}"/>
                  </a:ext>
                </a:extLst>
              </p:cNvPr>
              <p:cNvSpPr/>
              <p:nvPr/>
            </p:nvSpPr>
            <p:spPr>
              <a:xfrm>
                <a:off x="9702073" y="6183328"/>
                <a:ext cx="6343" cy="6345"/>
              </a:xfrm>
              <a:custGeom>
                <a:avLst/>
                <a:gdLst>
                  <a:gd name="connsiteX0" fmla="*/ 3431 w 6343"/>
                  <a:gd name="connsiteY0" fmla="*/ 6558 h 6345"/>
                  <a:gd name="connsiteX1" fmla="*/ 5674 w 6343"/>
                  <a:gd name="connsiteY1" fmla="*/ 5629 h 6345"/>
                  <a:gd name="connsiteX2" fmla="*/ 6603 w 6343"/>
                  <a:gd name="connsiteY2" fmla="*/ 3386 h 6345"/>
                  <a:gd name="connsiteX3" fmla="*/ 5674 w 6343"/>
                  <a:gd name="connsiteY3" fmla="*/ 1142 h 6345"/>
                  <a:gd name="connsiteX4" fmla="*/ 3431 w 6343"/>
                  <a:gd name="connsiteY4" fmla="*/ 213 h 6345"/>
                  <a:gd name="connsiteX5" fmla="*/ 1189 w 6343"/>
                  <a:gd name="connsiteY5" fmla="*/ 1142 h 6345"/>
                  <a:gd name="connsiteX6" fmla="*/ 260 w 6343"/>
                  <a:gd name="connsiteY6" fmla="*/ 3386 h 6345"/>
                  <a:gd name="connsiteX7" fmla="*/ 1189 w 6343"/>
                  <a:gd name="connsiteY7" fmla="*/ 5629 h 6345"/>
                  <a:gd name="connsiteX8" fmla="*/ 343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58"/>
                    </a:moveTo>
                    <a:cubicBezTo>
                      <a:pt x="4272" y="6558"/>
                      <a:pt x="5079" y="6224"/>
                      <a:pt x="5674" y="5629"/>
                    </a:cubicBezTo>
                    <a:cubicBezTo>
                      <a:pt x="6269" y="5034"/>
                      <a:pt x="6603" y="4227"/>
                      <a:pt x="6603" y="3386"/>
                    </a:cubicBezTo>
                    <a:cubicBezTo>
                      <a:pt x="6603" y="2544"/>
                      <a:pt x="6269" y="1737"/>
                      <a:pt x="5674" y="1142"/>
                    </a:cubicBezTo>
                    <a:cubicBezTo>
                      <a:pt x="5079" y="547"/>
                      <a:pt x="4272" y="213"/>
                      <a:pt x="3431" y="213"/>
                    </a:cubicBezTo>
                    <a:cubicBezTo>
                      <a:pt x="2590" y="213"/>
                      <a:pt x="1783" y="547"/>
                      <a:pt x="1189" y="1142"/>
                    </a:cubicBezTo>
                    <a:cubicBezTo>
                      <a:pt x="594" y="1737"/>
                      <a:pt x="260" y="2544"/>
                      <a:pt x="260" y="3386"/>
                    </a:cubicBezTo>
                    <a:cubicBezTo>
                      <a:pt x="260" y="4227"/>
                      <a:pt x="594" y="5034"/>
                      <a:pt x="1189" y="5629"/>
                    </a:cubicBezTo>
                    <a:cubicBezTo>
                      <a:pt x="1783" y="6224"/>
                      <a:pt x="2590" y="6558"/>
                      <a:pt x="343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90" name="Freeform: Shape 9889">
                <a:extLst>
                  <a:ext uri="{FF2B5EF4-FFF2-40B4-BE49-F238E27FC236}">
                    <a16:creationId xmlns:a16="http://schemas.microsoft.com/office/drawing/2014/main" id="{C210F7FC-552E-4EF4-AF10-8C3DFA2CCC99}"/>
                  </a:ext>
                </a:extLst>
              </p:cNvPr>
              <p:cNvSpPr/>
              <p:nvPr/>
            </p:nvSpPr>
            <p:spPr>
              <a:xfrm>
                <a:off x="9696202" y="6183442"/>
                <a:ext cx="6343" cy="6345"/>
              </a:xfrm>
              <a:custGeom>
                <a:avLst/>
                <a:gdLst>
                  <a:gd name="connsiteX0" fmla="*/ 3431 w 6343"/>
                  <a:gd name="connsiteY0" fmla="*/ 6558 h 6345"/>
                  <a:gd name="connsiteX1" fmla="*/ 5673 w 6343"/>
                  <a:gd name="connsiteY1" fmla="*/ 5629 h 6345"/>
                  <a:gd name="connsiteX2" fmla="*/ 6602 w 6343"/>
                  <a:gd name="connsiteY2" fmla="*/ 3386 h 6345"/>
                  <a:gd name="connsiteX3" fmla="*/ 5673 w 6343"/>
                  <a:gd name="connsiteY3" fmla="*/ 1142 h 6345"/>
                  <a:gd name="connsiteX4" fmla="*/ 3431 w 6343"/>
                  <a:gd name="connsiteY4" fmla="*/ 213 h 6345"/>
                  <a:gd name="connsiteX5" fmla="*/ 1188 w 6343"/>
                  <a:gd name="connsiteY5" fmla="*/ 1142 h 6345"/>
                  <a:gd name="connsiteX6" fmla="*/ 259 w 6343"/>
                  <a:gd name="connsiteY6" fmla="*/ 3386 h 6345"/>
                  <a:gd name="connsiteX7" fmla="*/ 1188 w 6343"/>
                  <a:gd name="connsiteY7" fmla="*/ 5629 h 6345"/>
                  <a:gd name="connsiteX8" fmla="*/ 343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58"/>
                    </a:moveTo>
                    <a:cubicBezTo>
                      <a:pt x="4272" y="6558"/>
                      <a:pt x="5079" y="6224"/>
                      <a:pt x="5673" y="5629"/>
                    </a:cubicBezTo>
                    <a:cubicBezTo>
                      <a:pt x="6268" y="5034"/>
                      <a:pt x="6602" y="4227"/>
                      <a:pt x="6602" y="3386"/>
                    </a:cubicBezTo>
                    <a:cubicBezTo>
                      <a:pt x="6602" y="2544"/>
                      <a:pt x="6268" y="1737"/>
                      <a:pt x="5673" y="1142"/>
                    </a:cubicBezTo>
                    <a:cubicBezTo>
                      <a:pt x="5079" y="547"/>
                      <a:pt x="4272" y="213"/>
                      <a:pt x="3431" y="213"/>
                    </a:cubicBezTo>
                    <a:cubicBezTo>
                      <a:pt x="2590" y="213"/>
                      <a:pt x="1783" y="547"/>
                      <a:pt x="1188" y="1142"/>
                    </a:cubicBezTo>
                    <a:cubicBezTo>
                      <a:pt x="593" y="1737"/>
                      <a:pt x="259" y="2544"/>
                      <a:pt x="259" y="3386"/>
                    </a:cubicBezTo>
                    <a:cubicBezTo>
                      <a:pt x="259" y="4227"/>
                      <a:pt x="593" y="5034"/>
                      <a:pt x="1188" y="5629"/>
                    </a:cubicBezTo>
                    <a:cubicBezTo>
                      <a:pt x="1783" y="6224"/>
                      <a:pt x="2590" y="6558"/>
                      <a:pt x="343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91" name="Freeform: Shape 9890">
                <a:extLst>
                  <a:ext uri="{FF2B5EF4-FFF2-40B4-BE49-F238E27FC236}">
                    <a16:creationId xmlns:a16="http://schemas.microsoft.com/office/drawing/2014/main" id="{4D6AE02F-F2D5-8C2E-4087-BD011A3D4431}"/>
                  </a:ext>
                </a:extLst>
              </p:cNvPr>
              <p:cNvSpPr/>
              <p:nvPr/>
            </p:nvSpPr>
            <p:spPr>
              <a:xfrm>
                <a:off x="9690440" y="6183880"/>
                <a:ext cx="6343" cy="6345"/>
              </a:xfrm>
              <a:custGeom>
                <a:avLst/>
                <a:gdLst>
                  <a:gd name="connsiteX0" fmla="*/ 3430 w 6343"/>
                  <a:gd name="connsiteY0" fmla="*/ 6559 h 6345"/>
                  <a:gd name="connsiteX1" fmla="*/ 5673 w 6343"/>
                  <a:gd name="connsiteY1" fmla="*/ 5629 h 6345"/>
                  <a:gd name="connsiteX2" fmla="*/ 6602 w 6343"/>
                  <a:gd name="connsiteY2" fmla="*/ 3386 h 6345"/>
                  <a:gd name="connsiteX3" fmla="*/ 5673 w 6343"/>
                  <a:gd name="connsiteY3" fmla="*/ 1142 h 6345"/>
                  <a:gd name="connsiteX4" fmla="*/ 3430 w 6343"/>
                  <a:gd name="connsiteY4" fmla="*/ 213 h 6345"/>
                  <a:gd name="connsiteX5" fmla="*/ 1188 w 6343"/>
                  <a:gd name="connsiteY5" fmla="*/ 1142 h 6345"/>
                  <a:gd name="connsiteX6" fmla="*/ 259 w 6343"/>
                  <a:gd name="connsiteY6" fmla="*/ 3386 h 6345"/>
                  <a:gd name="connsiteX7" fmla="*/ 1188 w 6343"/>
                  <a:gd name="connsiteY7" fmla="*/ 5629 h 6345"/>
                  <a:gd name="connsiteX8" fmla="*/ 343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59"/>
                    </a:moveTo>
                    <a:cubicBezTo>
                      <a:pt x="4271" y="6559"/>
                      <a:pt x="5078" y="6224"/>
                      <a:pt x="5673" y="5629"/>
                    </a:cubicBezTo>
                    <a:cubicBezTo>
                      <a:pt x="6268" y="5034"/>
                      <a:pt x="6602" y="4227"/>
                      <a:pt x="6602" y="3386"/>
                    </a:cubicBezTo>
                    <a:cubicBezTo>
                      <a:pt x="6602" y="2544"/>
                      <a:pt x="6268" y="1737"/>
                      <a:pt x="5673" y="1142"/>
                    </a:cubicBezTo>
                    <a:cubicBezTo>
                      <a:pt x="5078" y="547"/>
                      <a:pt x="4271" y="213"/>
                      <a:pt x="3430" y="213"/>
                    </a:cubicBezTo>
                    <a:cubicBezTo>
                      <a:pt x="2589" y="213"/>
                      <a:pt x="1782" y="547"/>
                      <a:pt x="1188" y="1142"/>
                    </a:cubicBezTo>
                    <a:cubicBezTo>
                      <a:pt x="593" y="1737"/>
                      <a:pt x="259" y="2544"/>
                      <a:pt x="259" y="3386"/>
                    </a:cubicBezTo>
                    <a:cubicBezTo>
                      <a:pt x="259" y="4227"/>
                      <a:pt x="593" y="5034"/>
                      <a:pt x="1188" y="5629"/>
                    </a:cubicBezTo>
                    <a:cubicBezTo>
                      <a:pt x="1782" y="6224"/>
                      <a:pt x="2589" y="6559"/>
                      <a:pt x="343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92" name="Freeform: Shape 9891">
                <a:extLst>
                  <a:ext uri="{FF2B5EF4-FFF2-40B4-BE49-F238E27FC236}">
                    <a16:creationId xmlns:a16="http://schemas.microsoft.com/office/drawing/2014/main" id="{74F5F1B1-F14D-A8B4-BDB7-3451B804E204}"/>
                  </a:ext>
                </a:extLst>
              </p:cNvPr>
              <p:cNvSpPr/>
              <p:nvPr/>
            </p:nvSpPr>
            <p:spPr>
              <a:xfrm>
                <a:off x="9685141" y="6185981"/>
                <a:ext cx="6343" cy="6345"/>
              </a:xfrm>
              <a:custGeom>
                <a:avLst/>
                <a:gdLst>
                  <a:gd name="connsiteX0" fmla="*/ 3430 w 6343"/>
                  <a:gd name="connsiteY0" fmla="*/ 6559 h 6345"/>
                  <a:gd name="connsiteX1" fmla="*/ 5672 w 6343"/>
                  <a:gd name="connsiteY1" fmla="*/ 5629 h 6345"/>
                  <a:gd name="connsiteX2" fmla="*/ 6601 w 6343"/>
                  <a:gd name="connsiteY2" fmla="*/ 3386 h 6345"/>
                  <a:gd name="connsiteX3" fmla="*/ 5672 w 6343"/>
                  <a:gd name="connsiteY3" fmla="*/ 1143 h 6345"/>
                  <a:gd name="connsiteX4" fmla="*/ 3430 w 6343"/>
                  <a:gd name="connsiteY4" fmla="*/ 213 h 6345"/>
                  <a:gd name="connsiteX5" fmla="*/ 1187 w 6343"/>
                  <a:gd name="connsiteY5" fmla="*/ 1143 h 6345"/>
                  <a:gd name="connsiteX6" fmla="*/ 258 w 6343"/>
                  <a:gd name="connsiteY6" fmla="*/ 3386 h 6345"/>
                  <a:gd name="connsiteX7" fmla="*/ 1187 w 6343"/>
                  <a:gd name="connsiteY7" fmla="*/ 5629 h 6345"/>
                  <a:gd name="connsiteX8" fmla="*/ 343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59"/>
                    </a:moveTo>
                    <a:cubicBezTo>
                      <a:pt x="4271" y="6559"/>
                      <a:pt x="5078" y="6224"/>
                      <a:pt x="5672" y="5629"/>
                    </a:cubicBezTo>
                    <a:cubicBezTo>
                      <a:pt x="6267" y="5034"/>
                      <a:pt x="6601" y="4227"/>
                      <a:pt x="6601" y="3386"/>
                    </a:cubicBezTo>
                    <a:cubicBezTo>
                      <a:pt x="6601" y="2545"/>
                      <a:pt x="6267" y="1737"/>
                      <a:pt x="5672" y="1143"/>
                    </a:cubicBezTo>
                    <a:cubicBezTo>
                      <a:pt x="5078" y="548"/>
                      <a:pt x="4271" y="213"/>
                      <a:pt x="3430" y="213"/>
                    </a:cubicBezTo>
                    <a:cubicBezTo>
                      <a:pt x="2589" y="213"/>
                      <a:pt x="1782" y="548"/>
                      <a:pt x="1187" y="1143"/>
                    </a:cubicBezTo>
                    <a:cubicBezTo>
                      <a:pt x="592" y="1737"/>
                      <a:pt x="258" y="2545"/>
                      <a:pt x="258" y="3386"/>
                    </a:cubicBezTo>
                    <a:cubicBezTo>
                      <a:pt x="258" y="4227"/>
                      <a:pt x="592" y="5034"/>
                      <a:pt x="1187" y="5629"/>
                    </a:cubicBezTo>
                    <a:cubicBezTo>
                      <a:pt x="1782" y="6224"/>
                      <a:pt x="2589" y="6559"/>
                      <a:pt x="343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93" name="Freeform: Shape 9892">
                <a:extLst>
                  <a:ext uri="{FF2B5EF4-FFF2-40B4-BE49-F238E27FC236}">
                    <a16:creationId xmlns:a16="http://schemas.microsoft.com/office/drawing/2014/main" id="{7F7858B4-4B2F-A14A-26ED-C16F5C14BC5D}"/>
                  </a:ext>
                </a:extLst>
              </p:cNvPr>
              <p:cNvSpPr/>
              <p:nvPr/>
            </p:nvSpPr>
            <p:spPr>
              <a:xfrm>
                <a:off x="9685458" y="6209446"/>
                <a:ext cx="6343" cy="6345"/>
              </a:xfrm>
              <a:custGeom>
                <a:avLst/>
                <a:gdLst>
                  <a:gd name="connsiteX0" fmla="*/ 3430 w 6343"/>
                  <a:gd name="connsiteY0" fmla="*/ 6561 h 6345"/>
                  <a:gd name="connsiteX1" fmla="*/ 5672 w 6343"/>
                  <a:gd name="connsiteY1" fmla="*/ 5631 h 6345"/>
                  <a:gd name="connsiteX2" fmla="*/ 6601 w 6343"/>
                  <a:gd name="connsiteY2" fmla="*/ 3388 h 6345"/>
                  <a:gd name="connsiteX3" fmla="*/ 5672 w 6343"/>
                  <a:gd name="connsiteY3" fmla="*/ 1144 h 6345"/>
                  <a:gd name="connsiteX4" fmla="*/ 3430 w 6343"/>
                  <a:gd name="connsiteY4" fmla="*/ 215 h 6345"/>
                  <a:gd name="connsiteX5" fmla="*/ 1187 w 6343"/>
                  <a:gd name="connsiteY5" fmla="*/ 1144 h 6345"/>
                  <a:gd name="connsiteX6" fmla="*/ 258 w 6343"/>
                  <a:gd name="connsiteY6" fmla="*/ 3388 h 6345"/>
                  <a:gd name="connsiteX7" fmla="*/ 1187 w 6343"/>
                  <a:gd name="connsiteY7" fmla="*/ 5631 h 6345"/>
                  <a:gd name="connsiteX8" fmla="*/ 3430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61"/>
                    </a:moveTo>
                    <a:cubicBezTo>
                      <a:pt x="4271" y="6561"/>
                      <a:pt x="5078" y="6226"/>
                      <a:pt x="5672" y="5631"/>
                    </a:cubicBezTo>
                    <a:cubicBezTo>
                      <a:pt x="6267" y="5036"/>
                      <a:pt x="6601" y="4229"/>
                      <a:pt x="6601" y="3388"/>
                    </a:cubicBezTo>
                    <a:cubicBezTo>
                      <a:pt x="6601" y="2546"/>
                      <a:pt x="6267" y="1739"/>
                      <a:pt x="5672" y="1144"/>
                    </a:cubicBezTo>
                    <a:cubicBezTo>
                      <a:pt x="5078" y="549"/>
                      <a:pt x="4271" y="215"/>
                      <a:pt x="3430" y="215"/>
                    </a:cubicBezTo>
                    <a:cubicBezTo>
                      <a:pt x="2589" y="215"/>
                      <a:pt x="1782" y="549"/>
                      <a:pt x="1187" y="1144"/>
                    </a:cubicBezTo>
                    <a:cubicBezTo>
                      <a:pt x="592" y="1739"/>
                      <a:pt x="258" y="2546"/>
                      <a:pt x="258" y="3388"/>
                    </a:cubicBezTo>
                    <a:cubicBezTo>
                      <a:pt x="258" y="4229"/>
                      <a:pt x="592" y="5036"/>
                      <a:pt x="1187" y="5631"/>
                    </a:cubicBezTo>
                    <a:cubicBezTo>
                      <a:pt x="1782" y="6226"/>
                      <a:pt x="2589" y="6561"/>
                      <a:pt x="3430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94" name="Freeform: Shape 9893">
                <a:extLst>
                  <a:ext uri="{FF2B5EF4-FFF2-40B4-BE49-F238E27FC236}">
                    <a16:creationId xmlns:a16="http://schemas.microsoft.com/office/drawing/2014/main" id="{8ADFE3D5-FC67-6EA4-C212-3814B9AA0A36}"/>
                  </a:ext>
                </a:extLst>
              </p:cNvPr>
              <p:cNvSpPr/>
              <p:nvPr/>
            </p:nvSpPr>
            <p:spPr>
              <a:xfrm>
                <a:off x="9687091" y="6239157"/>
                <a:ext cx="6343" cy="6345"/>
              </a:xfrm>
              <a:custGeom>
                <a:avLst/>
                <a:gdLst>
                  <a:gd name="connsiteX0" fmla="*/ 3430 w 6343"/>
                  <a:gd name="connsiteY0" fmla="*/ 6563 h 6345"/>
                  <a:gd name="connsiteX1" fmla="*/ 5673 w 6343"/>
                  <a:gd name="connsiteY1" fmla="*/ 5634 h 6345"/>
                  <a:gd name="connsiteX2" fmla="*/ 6602 w 6343"/>
                  <a:gd name="connsiteY2" fmla="*/ 3390 h 6345"/>
                  <a:gd name="connsiteX3" fmla="*/ 5673 w 6343"/>
                  <a:gd name="connsiteY3" fmla="*/ 1147 h 6345"/>
                  <a:gd name="connsiteX4" fmla="*/ 3430 w 6343"/>
                  <a:gd name="connsiteY4" fmla="*/ 217 h 6345"/>
                  <a:gd name="connsiteX5" fmla="*/ 1187 w 6343"/>
                  <a:gd name="connsiteY5" fmla="*/ 1147 h 6345"/>
                  <a:gd name="connsiteX6" fmla="*/ 258 w 6343"/>
                  <a:gd name="connsiteY6" fmla="*/ 3390 h 6345"/>
                  <a:gd name="connsiteX7" fmla="*/ 1187 w 6343"/>
                  <a:gd name="connsiteY7" fmla="*/ 5634 h 6345"/>
                  <a:gd name="connsiteX8" fmla="*/ 343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63"/>
                    </a:moveTo>
                    <a:cubicBezTo>
                      <a:pt x="4271" y="6563"/>
                      <a:pt x="5078" y="6229"/>
                      <a:pt x="5673" y="5634"/>
                    </a:cubicBezTo>
                    <a:cubicBezTo>
                      <a:pt x="6267" y="5039"/>
                      <a:pt x="6602" y="4232"/>
                      <a:pt x="6602" y="3390"/>
                    </a:cubicBezTo>
                    <a:cubicBezTo>
                      <a:pt x="6602" y="2549"/>
                      <a:pt x="6267" y="1742"/>
                      <a:pt x="5673" y="1147"/>
                    </a:cubicBezTo>
                    <a:cubicBezTo>
                      <a:pt x="5078" y="552"/>
                      <a:pt x="4271" y="217"/>
                      <a:pt x="3430" y="217"/>
                    </a:cubicBezTo>
                    <a:cubicBezTo>
                      <a:pt x="2589" y="217"/>
                      <a:pt x="1782" y="552"/>
                      <a:pt x="1187" y="1147"/>
                    </a:cubicBezTo>
                    <a:cubicBezTo>
                      <a:pt x="593" y="1742"/>
                      <a:pt x="258" y="2549"/>
                      <a:pt x="258" y="3390"/>
                    </a:cubicBezTo>
                    <a:cubicBezTo>
                      <a:pt x="258" y="4232"/>
                      <a:pt x="593" y="5039"/>
                      <a:pt x="1187" y="5634"/>
                    </a:cubicBezTo>
                    <a:cubicBezTo>
                      <a:pt x="1782" y="6229"/>
                      <a:pt x="2589" y="6563"/>
                      <a:pt x="343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95" name="Freeform: Shape 9894">
                <a:extLst>
                  <a:ext uri="{FF2B5EF4-FFF2-40B4-BE49-F238E27FC236}">
                    <a16:creationId xmlns:a16="http://schemas.microsoft.com/office/drawing/2014/main" id="{483D992F-CAD7-1234-B12E-4CEEAE7FDA82}"/>
                  </a:ext>
                </a:extLst>
              </p:cNvPr>
              <p:cNvSpPr/>
              <p:nvPr/>
            </p:nvSpPr>
            <p:spPr>
              <a:xfrm>
                <a:off x="9685072" y="6255751"/>
                <a:ext cx="6343" cy="6345"/>
              </a:xfrm>
              <a:custGeom>
                <a:avLst/>
                <a:gdLst>
                  <a:gd name="connsiteX0" fmla="*/ 3430 w 6343"/>
                  <a:gd name="connsiteY0" fmla="*/ 6564 h 6345"/>
                  <a:gd name="connsiteX1" fmla="*/ 5672 w 6343"/>
                  <a:gd name="connsiteY1" fmla="*/ 5635 h 6345"/>
                  <a:gd name="connsiteX2" fmla="*/ 6601 w 6343"/>
                  <a:gd name="connsiteY2" fmla="*/ 3391 h 6345"/>
                  <a:gd name="connsiteX3" fmla="*/ 5672 w 6343"/>
                  <a:gd name="connsiteY3" fmla="*/ 1148 h 6345"/>
                  <a:gd name="connsiteX4" fmla="*/ 3430 w 6343"/>
                  <a:gd name="connsiteY4" fmla="*/ 219 h 6345"/>
                  <a:gd name="connsiteX5" fmla="*/ 1187 w 6343"/>
                  <a:gd name="connsiteY5" fmla="*/ 1148 h 6345"/>
                  <a:gd name="connsiteX6" fmla="*/ 258 w 6343"/>
                  <a:gd name="connsiteY6" fmla="*/ 3391 h 6345"/>
                  <a:gd name="connsiteX7" fmla="*/ 1187 w 6343"/>
                  <a:gd name="connsiteY7" fmla="*/ 5635 h 6345"/>
                  <a:gd name="connsiteX8" fmla="*/ 3430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64"/>
                    </a:moveTo>
                    <a:cubicBezTo>
                      <a:pt x="4271" y="6564"/>
                      <a:pt x="5078" y="6230"/>
                      <a:pt x="5672" y="5635"/>
                    </a:cubicBezTo>
                    <a:cubicBezTo>
                      <a:pt x="6267" y="5040"/>
                      <a:pt x="6601" y="4233"/>
                      <a:pt x="6601" y="3391"/>
                    </a:cubicBezTo>
                    <a:cubicBezTo>
                      <a:pt x="6601" y="2550"/>
                      <a:pt x="6267" y="1743"/>
                      <a:pt x="5672" y="1148"/>
                    </a:cubicBezTo>
                    <a:cubicBezTo>
                      <a:pt x="5078" y="553"/>
                      <a:pt x="4271" y="219"/>
                      <a:pt x="3430" y="219"/>
                    </a:cubicBezTo>
                    <a:cubicBezTo>
                      <a:pt x="2589" y="219"/>
                      <a:pt x="1782" y="553"/>
                      <a:pt x="1187" y="1148"/>
                    </a:cubicBezTo>
                    <a:cubicBezTo>
                      <a:pt x="592" y="1743"/>
                      <a:pt x="258" y="2550"/>
                      <a:pt x="258" y="3391"/>
                    </a:cubicBezTo>
                    <a:cubicBezTo>
                      <a:pt x="258" y="4233"/>
                      <a:pt x="592" y="5040"/>
                      <a:pt x="1187" y="5635"/>
                    </a:cubicBezTo>
                    <a:cubicBezTo>
                      <a:pt x="1782" y="6230"/>
                      <a:pt x="2589" y="6564"/>
                      <a:pt x="3430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96" name="Freeform: Shape 9895">
                <a:extLst>
                  <a:ext uri="{FF2B5EF4-FFF2-40B4-BE49-F238E27FC236}">
                    <a16:creationId xmlns:a16="http://schemas.microsoft.com/office/drawing/2014/main" id="{C2517896-42EF-55C3-FCAB-326D1AA104E4}"/>
                  </a:ext>
                </a:extLst>
              </p:cNvPr>
              <p:cNvSpPr/>
              <p:nvPr/>
            </p:nvSpPr>
            <p:spPr>
              <a:xfrm>
                <a:off x="9893873" y="7138304"/>
                <a:ext cx="6343" cy="6345"/>
              </a:xfrm>
              <a:custGeom>
                <a:avLst/>
                <a:gdLst>
                  <a:gd name="connsiteX0" fmla="*/ 3446 w 6343"/>
                  <a:gd name="connsiteY0" fmla="*/ 6634 h 6345"/>
                  <a:gd name="connsiteX1" fmla="*/ 5689 w 6343"/>
                  <a:gd name="connsiteY1" fmla="*/ 5704 h 6345"/>
                  <a:gd name="connsiteX2" fmla="*/ 6618 w 6343"/>
                  <a:gd name="connsiteY2" fmla="*/ 3461 h 6345"/>
                  <a:gd name="connsiteX3" fmla="*/ 5689 w 6343"/>
                  <a:gd name="connsiteY3" fmla="*/ 1218 h 6345"/>
                  <a:gd name="connsiteX4" fmla="*/ 3446 w 6343"/>
                  <a:gd name="connsiteY4" fmla="*/ 288 h 6345"/>
                  <a:gd name="connsiteX5" fmla="*/ 1204 w 6343"/>
                  <a:gd name="connsiteY5" fmla="*/ 1218 h 6345"/>
                  <a:gd name="connsiteX6" fmla="*/ 275 w 6343"/>
                  <a:gd name="connsiteY6" fmla="*/ 3461 h 6345"/>
                  <a:gd name="connsiteX7" fmla="*/ 1204 w 6343"/>
                  <a:gd name="connsiteY7" fmla="*/ 5704 h 6345"/>
                  <a:gd name="connsiteX8" fmla="*/ 3446 w 6343"/>
                  <a:gd name="connsiteY8" fmla="*/ 66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634"/>
                    </a:moveTo>
                    <a:cubicBezTo>
                      <a:pt x="4287" y="6634"/>
                      <a:pt x="5094" y="6299"/>
                      <a:pt x="5689" y="5704"/>
                    </a:cubicBezTo>
                    <a:cubicBezTo>
                      <a:pt x="6284" y="5109"/>
                      <a:pt x="6618" y="4302"/>
                      <a:pt x="6618" y="3461"/>
                    </a:cubicBezTo>
                    <a:cubicBezTo>
                      <a:pt x="6618" y="2620"/>
                      <a:pt x="6284" y="1813"/>
                      <a:pt x="5689" y="1218"/>
                    </a:cubicBezTo>
                    <a:cubicBezTo>
                      <a:pt x="5094" y="623"/>
                      <a:pt x="4287" y="288"/>
                      <a:pt x="3446" y="288"/>
                    </a:cubicBezTo>
                    <a:cubicBezTo>
                      <a:pt x="2605" y="288"/>
                      <a:pt x="1798" y="623"/>
                      <a:pt x="1204" y="1218"/>
                    </a:cubicBezTo>
                    <a:cubicBezTo>
                      <a:pt x="609" y="1813"/>
                      <a:pt x="275" y="2620"/>
                      <a:pt x="275" y="3461"/>
                    </a:cubicBezTo>
                    <a:cubicBezTo>
                      <a:pt x="275" y="4302"/>
                      <a:pt x="609" y="5109"/>
                      <a:pt x="1204" y="5704"/>
                    </a:cubicBezTo>
                    <a:cubicBezTo>
                      <a:pt x="1798" y="6299"/>
                      <a:pt x="2605" y="6634"/>
                      <a:pt x="3446" y="66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97" name="Freeform: Shape 9896">
                <a:extLst>
                  <a:ext uri="{FF2B5EF4-FFF2-40B4-BE49-F238E27FC236}">
                    <a16:creationId xmlns:a16="http://schemas.microsoft.com/office/drawing/2014/main" id="{F3E91308-0A0E-6D8F-41A4-544583752AF7}"/>
                  </a:ext>
                </a:extLst>
              </p:cNvPr>
              <p:cNvSpPr/>
              <p:nvPr/>
            </p:nvSpPr>
            <p:spPr>
              <a:xfrm>
                <a:off x="9839861" y="6961039"/>
                <a:ext cx="6343" cy="6345"/>
              </a:xfrm>
              <a:custGeom>
                <a:avLst/>
                <a:gdLst>
                  <a:gd name="connsiteX0" fmla="*/ 3442 w 6343"/>
                  <a:gd name="connsiteY0" fmla="*/ 6620 h 6345"/>
                  <a:gd name="connsiteX1" fmla="*/ 5685 w 6343"/>
                  <a:gd name="connsiteY1" fmla="*/ 5690 h 6345"/>
                  <a:gd name="connsiteX2" fmla="*/ 6614 w 6343"/>
                  <a:gd name="connsiteY2" fmla="*/ 3447 h 6345"/>
                  <a:gd name="connsiteX3" fmla="*/ 5685 w 6343"/>
                  <a:gd name="connsiteY3" fmla="*/ 1204 h 6345"/>
                  <a:gd name="connsiteX4" fmla="*/ 3442 w 6343"/>
                  <a:gd name="connsiteY4" fmla="*/ 274 h 6345"/>
                  <a:gd name="connsiteX5" fmla="*/ 1199 w 6343"/>
                  <a:gd name="connsiteY5" fmla="*/ 1204 h 6345"/>
                  <a:gd name="connsiteX6" fmla="*/ 270 w 6343"/>
                  <a:gd name="connsiteY6" fmla="*/ 3447 h 6345"/>
                  <a:gd name="connsiteX7" fmla="*/ 1199 w 6343"/>
                  <a:gd name="connsiteY7" fmla="*/ 5690 h 6345"/>
                  <a:gd name="connsiteX8" fmla="*/ 3442 w 6343"/>
                  <a:gd name="connsiteY8" fmla="*/ 66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620"/>
                    </a:moveTo>
                    <a:cubicBezTo>
                      <a:pt x="4283" y="6620"/>
                      <a:pt x="5090" y="6285"/>
                      <a:pt x="5685" y="5690"/>
                    </a:cubicBezTo>
                    <a:cubicBezTo>
                      <a:pt x="6279" y="5096"/>
                      <a:pt x="6614" y="4288"/>
                      <a:pt x="6614" y="3447"/>
                    </a:cubicBezTo>
                    <a:cubicBezTo>
                      <a:pt x="6614" y="2606"/>
                      <a:pt x="6279" y="1799"/>
                      <a:pt x="5685" y="1204"/>
                    </a:cubicBezTo>
                    <a:cubicBezTo>
                      <a:pt x="5090" y="609"/>
                      <a:pt x="4283" y="274"/>
                      <a:pt x="3442" y="274"/>
                    </a:cubicBezTo>
                    <a:cubicBezTo>
                      <a:pt x="2601" y="274"/>
                      <a:pt x="1794" y="609"/>
                      <a:pt x="1199" y="1204"/>
                    </a:cubicBezTo>
                    <a:cubicBezTo>
                      <a:pt x="605" y="1799"/>
                      <a:pt x="270" y="2606"/>
                      <a:pt x="270" y="3447"/>
                    </a:cubicBezTo>
                    <a:cubicBezTo>
                      <a:pt x="270" y="4288"/>
                      <a:pt x="605" y="5096"/>
                      <a:pt x="1199" y="5690"/>
                    </a:cubicBezTo>
                    <a:cubicBezTo>
                      <a:pt x="1794" y="6285"/>
                      <a:pt x="2601" y="6620"/>
                      <a:pt x="3442" y="66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98" name="Freeform: Shape 9897">
                <a:extLst>
                  <a:ext uri="{FF2B5EF4-FFF2-40B4-BE49-F238E27FC236}">
                    <a16:creationId xmlns:a16="http://schemas.microsoft.com/office/drawing/2014/main" id="{3543F0CC-9861-02FB-37E3-38B2EB8AC09C}"/>
                  </a:ext>
                </a:extLst>
              </p:cNvPr>
              <p:cNvSpPr/>
              <p:nvPr/>
            </p:nvSpPr>
            <p:spPr>
              <a:xfrm>
                <a:off x="9796674" y="6959976"/>
                <a:ext cx="6343" cy="6345"/>
              </a:xfrm>
              <a:custGeom>
                <a:avLst/>
                <a:gdLst>
                  <a:gd name="connsiteX0" fmla="*/ 3439 w 6343"/>
                  <a:gd name="connsiteY0" fmla="*/ 6620 h 6345"/>
                  <a:gd name="connsiteX1" fmla="*/ 5681 w 6343"/>
                  <a:gd name="connsiteY1" fmla="*/ 5690 h 6345"/>
                  <a:gd name="connsiteX2" fmla="*/ 6610 w 6343"/>
                  <a:gd name="connsiteY2" fmla="*/ 3447 h 6345"/>
                  <a:gd name="connsiteX3" fmla="*/ 5681 w 6343"/>
                  <a:gd name="connsiteY3" fmla="*/ 1204 h 6345"/>
                  <a:gd name="connsiteX4" fmla="*/ 3439 w 6343"/>
                  <a:gd name="connsiteY4" fmla="*/ 274 h 6345"/>
                  <a:gd name="connsiteX5" fmla="*/ 1196 w 6343"/>
                  <a:gd name="connsiteY5" fmla="*/ 1204 h 6345"/>
                  <a:gd name="connsiteX6" fmla="*/ 267 w 6343"/>
                  <a:gd name="connsiteY6" fmla="*/ 3447 h 6345"/>
                  <a:gd name="connsiteX7" fmla="*/ 1196 w 6343"/>
                  <a:gd name="connsiteY7" fmla="*/ 5690 h 6345"/>
                  <a:gd name="connsiteX8" fmla="*/ 3439 w 6343"/>
                  <a:gd name="connsiteY8" fmla="*/ 66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620"/>
                    </a:moveTo>
                    <a:cubicBezTo>
                      <a:pt x="4280" y="6620"/>
                      <a:pt x="5086" y="6285"/>
                      <a:pt x="5681" y="5690"/>
                    </a:cubicBezTo>
                    <a:cubicBezTo>
                      <a:pt x="6276" y="5095"/>
                      <a:pt x="6610" y="4288"/>
                      <a:pt x="6610" y="3447"/>
                    </a:cubicBezTo>
                    <a:cubicBezTo>
                      <a:pt x="6610" y="2606"/>
                      <a:pt x="6276" y="1798"/>
                      <a:pt x="5681" y="1204"/>
                    </a:cubicBezTo>
                    <a:cubicBezTo>
                      <a:pt x="5086" y="609"/>
                      <a:pt x="4280" y="274"/>
                      <a:pt x="3439" y="274"/>
                    </a:cubicBezTo>
                    <a:cubicBezTo>
                      <a:pt x="2597" y="274"/>
                      <a:pt x="1791" y="609"/>
                      <a:pt x="1196" y="1204"/>
                    </a:cubicBezTo>
                    <a:cubicBezTo>
                      <a:pt x="601" y="1798"/>
                      <a:pt x="267" y="2606"/>
                      <a:pt x="267" y="3447"/>
                    </a:cubicBezTo>
                    <a:cubicBezTo>
                      <a:pt x="267" y="4288"/>
                      <a:pt x="601" y="5095"/>
                      <a:pt x="1196" y="5690"/>
                    </a:cubicBezTo>
                    <a:cubicBezTo>
                      <a:pt x="1791" y="6285"/>
                      <a:pt x="2597" y="6620"/>
                      <a:pt x="3439" y="66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899" name="Freeform: Shape 9898">
                <a:extLst>
                  <a:ext uri="{FF2B5EF4-FFF2-40B4-BE49-F238E27FC236}">
                    <a16:creationId xmlns:a16="http://schemas.microsoft.com/office/drawing/2014/main" id="{73413C5E-D126-D163-0F83-F2F900B3F865}"/>
                  </a:ext>
                </a:extLst>
              </p:cNvPr>
              <p:cNvSpPr/>
              <p:nvPr/>
            </p:nvSpPr>
            <p:spPr>
              <a:xfrm>
                <a:off x="9721642" y="6689457"/>
                <a:ext cx="6343" cy="6345"/>
              </a:xfrm>
              <a:custGeom>
                <a:avLst/>
                <a:gdLst>
                  <a:gd name="connsiteX0" fmla="*/ 3433 w 6343"/>
                  <a:gd name="connsiteY0" fmla="*/ 6598 h 6345"/>
                  <a:gd name="connsiteX1" fmla="*/ 5675 w 6343"/>
                  <a:gd name="connsiteY1" fmla="*/ 5669 h 6345"/>
                  <a:gd name="connsiteX2" fmla="*/ 6604 w 6343"/>
                  <a:gd name="connsiteY2" fmla="*/ 3426 h 6345"/>
                  <a:gd name="connsiteX3" fmla="*/ 5675 w 6343"/>
                  <a:gd name="connsiteY3" fmla="*/ 1182 h 6345"/>
                  <a:gd name="connsiteX4" fmla="*/ 3433 w 6343"/>
                  <a:gd name="connsiteY4" fmla="*/ 253 h 6345"/>
                  <a:gd name="connsiteX5" fmla="*/ 1190 w 6343"/>
                  <a:gd name="connsiteY5" fmla="*/ 1182 h 6345"/>
                  <a:gd name="connsiteX6" fmla="*/ 261 w 6343"/>
                  <a:gd name="connsiteY6" fmla="*/ 3426 h 6345"/>
                  <a:gd name="connsiteX7" fmla="*/ 1190 w 6343"/>
                  <a:gd name="connsiteY7" fmla="*/ 5669 h 6345"/>
                  <a:gd name="connsiteX8" fmla="*/ 3433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98"/>
                    </a:moveTo>
                    <a:cubicBezTo>
                      <a:pt x="4274" y="6598"/>
                      <a:pt x="5081" y="6264"/>
                      <a:pt x="5675" y="5669"/>
                    </a:cubicBezTo>
                    <a:cubicBezTo>
                      <a:pt x="6270" y="5074"/>
                      <a:pt x="6604" y="4267"/>
                      <a:pt x="6604" y="3426"/>
                    </a:cubicBezTo>
                    <a:cubicBezTo>
                      <a:pt x="6604" y="2584"/>
                      <a:pt x="6270" y="1777"/>
                      <a:pt x="5675" y="1182"/>
                    </a:cubicBezTo>
                    <a:cubicBezTo>
                      <a:pt x="5081" y="587"/>
                      <a:pt x="4274" y="253"/>
                      <a:pt x="3433" y="253"/>
                    </a:cubicBezTo>
                    <a:cubicBezTo>
                      <a:pt x="2592" y="253"/>
                      <a:pt x="1785" y="587"/>
                      <a:pt x="1190" y="1182"/>
                    </a:cubicBezTo>
                    <a:cubicBezTo>
                      <a:pt x="595" y="1777"/>
                      <a:pt x="261" y="2584"/>
                      <a:pt x="261" y="3426"/>
                    </a:cubicBezTo>
                    <a:cubicBezTo>
                      <a:pt x="261" y="4267"/>
                      <a:pt x="595" y="5074"/>
                      <a:pt x="1190" y="5669"/>
                    </a:cubicBezTo>
                    <a:cubicBezTo>
                      <a:pt x="1785" y="6264"/>
                      <a:pt x="2592" y="6598"/>
                      <a:pt x="3433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00" name="Freeform: Shape 9899">
                <a:extLst>
                  <a:ext uri="{FF2B5EF4-FFF2-40B4-BE49-F238E27FC236}">
                    <a16:creationId xmlns:a16="http://schemas.microsoft.com/office/drawing/2014/main" id="{F3463605-029A-C67F-FAD1-6DBD43CB1F1B}"/>
                  </a:ext>
                </a:extLst>
              </p:cNvPr>
              <p:cNvSpPr/>
              <p:nvPr/>
            </p:nvSpPr>
            <p:spPr>
              <a:xfrm>
                <a:off x="9532367" y="5751244"/>
                <a:ext cx="6343" cy="6345"/>
              </a:xfrm>
              <a:custGeom>
                <a:avLst/>
                <a:gdLst>
                  <a:gd name="connsiteX0" fmla="*/ 3418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8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2 h 6345"/>
                  <a:gd name="connsiteX7" fmla="*/ 1175 w 6343"/>
                  <a:gd name="connsiteY7" fmla="*/ 5595 h 6345"/>
                  <a:gd name="connsiteX8" fmla="*/ 341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24"/>
                    </a:moveTo>
                    <a:cubicBezTo>
                      <a:pt x="4259" y="6524"/>
                      <a:pt x="5066" y="6190"/>
                      <a:pt x="5660" y="5595"/>
                    </a:cubicBezTo>
                    <a:cubicBezTo>
                      <a:pt x="6255" y="5000"/>
                      <a:pt x="6589" y="4193"/>
                      <a:pt x="6589" y="3352"/>
                    </a:cubicBezTo>
                    <a:cubicBezTo>
                      <a:pt x="6589" y="2510"/>
                      <a:pt x="6255" y="1703"/>
                      <a:pt x="5660" y="1108"/>
                    </a:cubicBezTo>
                    <a:cubicBezTo>
                      <a:pt x="5066" y="513"/>
                      <a:pt x="4259" y="179"/>
                      <a:pt x="3418" y="179"/>
                    </a:cubicBezTo>
                    <a:cubicBezTo>
                      <a:pt x="2577" y="179"/>
                      <a:pt x="1770" y="513"/>
                      <a:pt x="1175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70" y="6190"/>
                      <a:pt x="2577" y="6524"/>
                      <a:pt x="341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01" name="Freeform: Shape 9900">
                <a:extLst>
                  <a:ext uri="{FF2B5EF4-FFF2-40B4-BE49-F238E27FC236}">
                    <a16:creationId xmlns:a16="http://schemas.microsoft.com/office/drawing/2014/main" id="{4A092A4E-4811-3650-1AB9-7D49866E3BDC}"/>
                  </a:ext>
                </a:extLst>
              </p:cNvPr>
              <p:cNvSpPr/>
              <p:nvPr/>
            </p:nvSpPr>
            <p:spPr>
              <a:xfrm>
                <a:off x="9529399" y="5750910"/>
                <a:ext cx="6343" cy="6345"/>
              </a:xfrm>
              <a:custGeom>
                <a:avLst/>
                <a:gdLst>
                  <a:gd name="connsiteX0" fmla="*/ 3418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8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2 h 6345"/>
                  <a:gd name="connsiteX7" fmla="*/ 1175 w 6343"/>
                  <a:gd name="connsiteY7" fmla="*/ 5595 h 6345"/>
                  <a:gd name="connsiteX8" fmla="*/ 341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24"/>
                    </a:moveTo>
                    <a:cubicBezTo>
                      <a:pt x="4259" y="6524"/>
                      <a:pt x="5065" y="6190"/>
                      <a:pt x="5660" y="5595"/>
                    </a:cubicBezTo>
                    <a:cubicBezTo>
                      <a:pt x="6255" y="5000"/>
                      <a:pt x="6589" y="4193"/>
                      <a:pt x="6589" y="3352"/>
                    </a:cubicBezTo>
                    <a:cubicBezTo>
                      <a:pt x="6589" y="2510"/>
                      <a:pt x="6255" y="1703"/>
                      <a:pt x="5660" y="1108"/>
                    </a:cubicBezTo>
                    <a:cubicBezTo>
                      <a:pt x="5065" y="513"/>
                      <a:pt x="4259" y="179"/>
                      <a:pt x="3418" y="179"/>
                    </a:cubicBezTo>
                    <a:cubicBezTo>
                      <a:pt x="2576" y="179"/>
                      <a:pt x="1770" y="513"/>
                      <a:pt x="1175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70" y="6190"/>
                      <a:pt x="2576" y="6524"/>
                      <a:pt x="341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02" name="Freeform: Shape 9901">
                <a:extLst>
                  <a:ext uri="{FF2B5EF4-FFF2-40B4-BE49-F238E27FC236}">
                    <a16:creationId xmlns:a16="http://schemas.microsoft.com/office/drawing/2014/main" id="{2A324F67-B1E5-95AF-32FB-C4EA198F866C}"/>
                  </a:ext>
                </a:extLst>
              </p:cNvPr>
              <p:cNvSpPr/>
              <p:nvPr/>
            </p:nvSpPr>
            <p:spPr>
              <a:xfrm>
                <a:off x="9526551" y="5751176"/>
                <a:ext cx="6343" cy="6345"/>
              </a:xfrm>
              <a:custGeom>
                <a:avLst/>
                <a:gdLst>
                  <a:gd name="connsiteX0" fmla="*/ 3417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7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2 h 6345"/>
                  <a:gd name="connsiteX7" fmla="*/ 1175 w 6343"/>
                  <a:gd name="connsiteY7" fmla="*/ 5595 h 6345"/>
                  <a:gd name="connsiteX8" fmla="*/ 3417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24"/>
                    </a:moveTo>
                    <a:cubicBezTo>
                      <a:pt x="4258" y="6524"/>
                      <a:pt x="5065" y="6190"/>
                      <a:pt x="5660" y="5595"/>
                    </a:cubicBezTo>
                    <a:cubicBezTo>
                      <a:pt x="6255" y="5000"/>
                      <a:pt x="6589" y="4193"/>
                      <a:pt x="6589" y="3352"/>
                    </a:cubicBezTo>
                    <a:cubicBezTo>
                      <a:pt x="6589" y="2510"/>
                      <a:pt x="6255" y="1703"/>
                      <a:pt x="5660" y="1108"/>
                    </a:cubicBezTo>
                    <a:cubicBezTo>
                      <a:pt x="5065" y="513"/>
                      <a:pt x="4258" y="179"/>
                      <a:pt x="3417" y="179"/>
                    </a:cubicBezTo>
                    <a:cubicBezTo>
                      <a:pt x="2576" y="179"/>
                      <a:pt x="1769" y="513"/>
                      <a:pt x="1175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69" y="6190"/>
                      <a:pt x="2576" y="6524"/>
                      <a:pt x="3417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03" name="Freeform: Shape 9902">
                <a:extLst>
                  <a:ext uri="{FF2B5EF4-FFF2-40B4-BE49-F238E27FC236}">
                    <a16:creationId xmlns:a16="http://schemas.microsoft.com/office/drawing/2014/main" id="{F682CE0D-1E9B-5ED7-0D3D-32F8D7D37EFC}"/>
                  </a:ext>
                </a:extLst>
              </p:cNvPr>
              <p:cNvSpPr/>
              <p:nvPr/>
            </p:nvSpPr>
            <p:spPr>
              <a:xfrm>
                <a:off x="9524035" y="5753344"/>
                <a:ext cx="6343" cy="6345"/>
              </a:xfrm>
              <a:custGeom>
                <a:avLst/>
                <a:gdLst>
                  <a:gd name="connsiteX0" fmla="*/ 3417 w 6343"/>
                  <a:gd name="connsiteY0" fmla="*/ 6525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7 w 6343"/>
                  <a:gd name="connsiteY4" fmla="*/ 179 h 6345"/>
                  <a:gd name="connsiteX5" fmla="*/ 1174 w 6343"/>
                  <a:gd name="connsiteY5" fmla="*/ 1108 h 6345"/>
                  <a:gd name="connsiteX6" fmla="*/ 246 w 6343"/>
                  <a:gd name="connsiteY6" fmla="*/ 3352 h 6345"/>
                  <a:gd name="connsiteX7" fmla="*/ 1174 w 6343"/>
                  <a:gd name="connsiteY7" fmla="*/ 5595 h 6345"/>
                  <a:gd name="connsiteX8" fmla="*/ 3417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25"/>
                    </a:moveTo>
                    <a:cubicBezTo>
                      <a:pt x="4258" y="6525"/>
                      <a:pt x="5065" y="6190"/>
                      <a:pt x="5660" y="5595"/>
                    </a:cubicBezTo>
                    <a:cubicBezTo>
                      <a:pt x="6254" y="5000"/>
                      <a:pt x="6589" y="4193"/>
                      <a:pt x="6589" y="3352"/>
                    </a:cubicBezTo>
                    <a:cubicBezTo>
                      <a:pt x="6589" y="2510"/>
                      <a:pt x="6254" y="1703"/>
                      <a:pt x="5660" y="1108"/>
                    </a:cubicBezTo>
                    <a:cubicBezTo>
                      <a:pt x="5065" y="513"/>
                      <a:pt x="4258" y="179"/>
                      <a:pt x="3417" y="179"/>
                    </a:cubicBezTo>
                    <a:cubicBezTo>
                      <a:pt x="2576" y="179"/>
                      <a:pt x="1769" y="513"/>
                      <a:pt x="1174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4" y="5595"/>
                    </a:cubicBezTo>
                    <a:cubicBezTo>
                      <a:pt x="1769" y="6190"/>
                      <a:pt x="2576" y="6525"/>
                      <a:pt x="3417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04" name="Freeform: Shape 9903">
                <a:extLst>
                  <a:ext uri="{FF2B5EF4-FFF2-40B4-BE49-F238E27FC236}">
                    <a16:creationId xmlns:a16="http://schemas.microsoft.com/office/drawing/2014/main" id="{1D23A2C6-EC1B-65E3-A147-2B872100D98C}"/>
                  </a:ext>
                </a:extLst>
              </p:cNvPr>
              <p:cNvSpPr/>
              <p:nvPr/>
            </p:nvSpPr>
            <p:spPr>
              <a:xfrm>
                <a:off x="9721622" y="6954290"/>
                <a:ext cx="6343" cy="6345"/>
              </a:xfrm>
              <a:custGeom>
                <a:avLst/>
                <a:gdLst>
                  <a:gd name="connsiteX0" fmla="*/ 3433 w 6343"/>
                  <a:gd name="connsiteY0" fmla="*/ 6619 h 6345"/>
                  <a:gd name="connsiteX1" fmla="*/ 5675 w 6343"/>
                  <a:gd name="connsiteY1" fmla="*/ 5690 h 6345"/>
                  <a:gd name="connsiteX2" fmla="*/ 6604 w 6343"/>
                  <a:gd name="connsiteY2" fmla="*/ 3447 h 6345"/>
                  <a:gd name="connsiteX3" fmla="*/ 5675 w 6343"/>
                  <a:gd name="connsiteY3" fmla="*/ 1203 h 6345"/>
                  <a:gd name="connsiteX4" fmla="*/ 3433 w 6343"/>
                  <a:gd name="connsiteY4" fmla="*/ 274 h 6345"/>
                  <a:gd name="connsiteX5" fmla="*/ 1190 w 6343"/>
                  <a:gd name="connsiteY5" fmla="*/ 1203 h 6345"/>
                  <a:gd name="connsiteX6" fmla="*/ 261 w 6343"/>
                  <a:gd name="connsiteY6" fmla="*/ 3447 h 6345"/>
                  <a:gd name="connsiteX7" fmla="*/ 1190 w 6343"/>
                  <a:gd name="connsiteY7" fmla="*/ 5690 h 6345"/>
                  <a:gd name="connsiteX8" fmla="*/ 3433 w 6343"/>
                  <a:gd name="connsiteY8" fmla="*/ 66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619"/>
                    </a:moveTo>
                    <a:cubicBezTo>
                      <a:pt x="4274" y="6619"/>
                      <a:pt x="5081" y="6285"/>
                      <a:pt x="5675" y="5690"/>
                    </a:cubicBezTo>
                    <a:cubicBezTo>
                      <a:pt x="6270" y="5095"/>
                      <a:pt x="6604" y="4288"/>
                      <a:pt x="6604" y="3447"/>
                    </a:cubicBezTo>
                    <a:cubicBezTo>
                      <a:pt x="6604" y="2605"/>
                      <a:pt x="6270" y="1798"/>
                      <a:pt x="5675" y="1203"/>
                    </a:cubicBezTo>
                    <a:cubicBezTo>
                      <a:pt x="5081" y="608"/>
                      <a:pt x="4274" y="274"/>
                      <a:pt x="3433" y="274"/>
                    </a:cubicBezTo>
                    <a:cubicBezTo>
                      <a:pt x="2592" y="274"/>
                      <a:pt x="1785" y="608"/>
                      <a:pt x="1190" y="1203"/>
                    </a:cubicBezTo>
                    <a:cubicBezTo>
                      <a:pt x="595" y="1798"/>
                      <a:pt x="261" y="2605"/>
                      <a:pt x="261" y="3447"/>
                    </a:cubicBezTo>
                    <a:cubicBezTo>
                      <a:pt x="261" y="4288"/>
                      <a:pt x="595" y="5095"/>
                      <a:pt x="1190" y="5690"/>
                    </a:cubicBezTo>
                    <a:cubicBezTo>
                      <a:pt x="1785" y="6285"/>
                      <a:pt x="2592" y="6619"/>
                      <a:pt x="3433" y="66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05" name="Freeform: Shape 9904">
                <a:extLst>
                  <a:ext uri="{FF2B5EF4-FFF2-40B4-BE49-F238E27FC236}">
                    <a16:creationId xmlns:a16="http://schemas.microsoft.com/office/drawing/2014/main" id="{1AF587EB-B17A-8F50-82AE-BFA6CBB6BE25}"/>
                  </a:ext>
                </a:extLst>
              </p:cNvPr>
              <p:cNvSpPr/>
              <p:nvPr/>
            </p:nvSpPr>
            <p:spPr>
              <a:xfrm>
                <a:off x="9711423" y="6955899"/>
                <a:ext cx="6343" cy="6345"/>
              </a:xfrm>
              <a:custGeom>
                <a:avLst/>
                <a:gdLst>
                  <a:gd name="connsiteX0" fmla="*/ 3432 w 6343"/>
                  <a:gd name="connsiteY0" fmla="*/ 6619 h 6345"/>
                  <a:gd name="connsiteX1" fmla="*/ 5675 w 6343"/>
                  <a:gd name="connsiteY1" fmla="*/ 5690 h 6345"/>
                  <a:gd name="connsiteX2" fmla="*/ 6603 w 6343"/>
                  <a:gd name="connsiteY2" fmla="*/ 3447 h 6345"/>
                  <a:gd name="connsiteX3" fmla="*/ 5675 w 6343"/>
                  <a:gd name="connsiteY3" fmla="*/ 1203 h 6345"/>
                  <a:gd name="connsiteX4" fmla="*/ 3432 w 6343"/>
                  <a:gd name="connsiteY4" fmla="*/ 274 h 6345"/>
                  <a:gd name="connsiteX5" fmla="*/ 1189 w 6343"/>
                  <a:gd name="connsiteY5" fmla="*/ 1203 h 6345"/>
                  <a:gd name="connsiteX6" fmla="*/ 260 w 6343"/>
                  <a:gd name="connsiteY6" fmla="*/ 3447 h 6345"/>
                  <a:gd name="connsiteX7" fmla="*/ 1189 w 6343"/>
                  <a:gd name="connsiteY7" fmla="*/ 5690 h 6345"/>
                  <a:gd name="connsiteX8" fmla="*/ 3432 w 6343"/>
                  <a:gd name="connsiteY8" fmla="*/ 66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619"/>
                    </a:moveTo>
                    <a:cubicBezTo>
                      <a:pt x="4273" y="6619"/>
                      <a:pt x="5080" y="6285"/>
                      <a:pt x="5675" y="5690"/>
                    </a:cubicBezTo>
                    <a:cubicBezTo>
                      <a:pt x="6269" y="5095"/>
                      <a:pt x="6603" y="4288"/>
                      <a:pt x="6603" y="3447"/>
                    </a:cubicBezTo>
                    <a:cubicBezTo>
                      <a:pt x="6603" y="2605"/>
                      <a:pt x="6269" y="1798"/>
                      <a:pt x="5675" y="1203"/>
                    </a:cubicBezTo>
                    <a:cubicBezTo>
                      <a:pt x="5080" y="608"/>
                      <a:pt x="4273" y="274"/>
                      <a:pt x="3432" y="274"/>
                    </a:cubicBezTo>
                    <a:cubicBezTo>
                      <a:pt x="2591" y="274"/>
                      <a:pt x="1784" y="608"/>
                      <a:pt x="1189" y="1203"/>
                    </a:cubicBezTo>
                    <a:cubicBezTo>
                      <a:pt x="594" y="1798"/>
                      <a:pt x="260" y="2605"/>
                      <a:pt x="260" y="3447"/>
                    </a:cubicBezTo>
                    <a:cubicBezTo>
                      <a:pt x="260" y="4288"/>
                      <a:pt x="594" y="5095"/>
                      <a:pt x="1189" y="5690"/>
                    </a:cubicBezTo>
                    <a:cubicBezTo>
                      <a:pt x="1784" y="6285"/>
                      <a:pt x="2591" y="6619"/>
                      <a:pt x="3432" y="66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06" name="Freeform: Shape 9905">
                <a:extLst>
                  <a:ext uri="{FF2B5EF4-FFF2-40B4-BE49-F238E27FC236}">
                    <a16:creationId xmlns:a16="http://schemas.microsoft.com/office/drawing/2014/main" id="{1C65201F-EE0D-2B3A-7F57-0C780685ED08}"/>
                  </a:ext>
                </a:extLst>
              </p:cNvPr>
              <p:cNvSpPr/>
              <p:nvPr/>
            </p:nvSpPr>
            <p:spPr>
              <a:xfrm>
                <a:off x="9699834" y="6948499"/>
                <a:ext cx="6343" cy="6345"/>
              </a:xfrm>
              <a:custGeom>
                <a:avLst/>
                <a:gdLst>
                  <a:gd name="connsiteX0" fmla="*/ 3431 w 6343"/>
                  <a:gd name="connsiteY0" fmla="*/ 6619 h 6345"/>
                  <a:gd name="connsiteX1" fmla="*/ 5674 w 6343"/>
                  <a:gd name="connsiteY1" fmla="*/ 5690 h 6345"/>
                  <a:gd name="connsiteX2" fmla="*/ 6603 w 6343"/>
                  <a:gd name="connsiteY2" fmla="*/ 3446 h 6345"/>
                  <a:gd name="connsiteX3" fmla="*/ 5674 w 6343"/>
                  <a:gd name="connsiteY3" fmla="*/ 1203 h 6345"/>
                  <a:gd name="connsiteX4" fmla="*/ 3431 w 6343"/>
                  <a:gd name="connsiteY4" fmla="*/ 273 h 6345"/>
                  <a:gd name="connsiteX5" fmla="*/ 1188 w 6343"/>
                  <a:gd name="connsiteY5" fmla="*/ 1203 h 6345"/>
                  <a:gd name="connsiteX6" fmla="*/ 259 w 6343"/>
                  <a:gd name="connsiteY6" fmla="*/ 3446 h 6345"/>
                  <a:gd name="connsiteX7" fmla="*/ 1188 w 6343"/>
                  <a:gd name="connsiteY7" fmla="*/ 5690 h 6345"/>
                  <a:gd name="connsiteX8" fmla="*/ 3431 w 6343"/>
                  <a:gd name="connsiteY8" fmla="*/ 661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619"/>
                    </a:moveTo>
                    <a:cubicBezTo>
                      <a:pt x="4272" y="6619"/>
                      <a:pt x="5079" y="6284"/>
                      <a:pt x="5674" y="5690"/>
                    </a:cubicBezTo>
                    <a:cubicBezTo>
                      <a:pt x="6268" y="5095"/>
                      <a:pt x="6603" y="4287"/>
                      <a:pt x="6603" y="3446"/>
                    </a:cubicBezTo>
                    <a:cubicBezTo>
                      <a:pt x="6603" y="2605"/>
                      <a:pt x="6268" y="1798"/>
                      <a:pt x="5674" y="1203"/>
                    </a:cubicBezTo>
                    <a:cubicBezTo>
                      <a:pt x="5079" y="608"/>
                      <a:pt x="4272" y="273"/>
                      <a:pt x="3431" y="273"/>
                    </a:cubicBezTo>
                    <a:cubicBezTo>
                      <a:pt x="2590" y="273"/>
                      <a:pt x="1783" y="608"/>
                      <a:pt x="1188" y="1203"/>
                    </a:cubicBezTo>
                    <a:cubicBezTo>
                      <a:pt x="594" y="1798"/>
                      <a:pt x="259" y="2605"/>
                      <a:pt x="259" y="3446"/>
                    </a:cubicBezTo>
                    <a:cubicBezTo>
                      <a:pt x="259" y="4287"/>
                      <a:pt x="594" y="5095"/>
                      <a:pt x="1188" y="5690"/>
                    </a:cubicBezTo>
                    <a:cubicBezTo>
                      <a:pt x="1783" y="6284"/>
                      <a:pt x="2590" y="6619"/>
                      <a:pt x="3431" y="66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07" name="Freeform: Shape 9906">
                <a:extLst>
                  <a:ext uri="{FF2B5EF4-FFF2-40B4-BE49-F238E27FC236}">
                    <a16:creationId xmlns:a16="http://schemas.microsoft.com/office/drawing/2014/main" id="{52A78D1D-FC0A-EF1F-B958-64DA2FABACDF}"/>
                  </a:ext>
                </a:extLst>
              </p:cNvPr>
              <p:cNvSpPr/>
              <p:nvPr/>
            </p:nvSpPr>
            <p:spPr>
              <a:xfrm>
                <a:off x="9584330" y="6238595"/>
                <a:ext cx="6343" cy="6345"/>
              </a:xfrm>
              <a:custGeom>
                <a:avLst/>
                <a:gdLst>
                  <a:gd name="connsiteX0" fmla="*/ 3422 w 6343"/>
                  <a:gd name="connsiteY0" fmla="*/ 6563 h 6345"/>
                  <a:gd name="connsiteX1" fmla="*/ 5664 w 6343"/>
                  <a:gd name="connsiteY1" fmla="*/ 5634 h 6345"/>
                  <a:gd name="connsiteX2" fmla="*/ 6593 w 6343"/>
                  <a:gd name="connsiteY2" fmla="*/ 3390 h 6345"/>
                  <a:gd name="connsiteX3" fmla="*/ 5664 w 6343"/>
                  <a:gd name="connsiteY3" fmla="*/ 1147 h 6345"/>
                  <a:gd name="connsiteX4" fmla="*/ 3422 w 6343"/>
                  <a:gd name="connsiteY4" fmla="*/ 217 h 6345"/>
                  <a:gd name="connsiteX5" fmla="*/ 1179 w 6343"/>
                  <a:gd name="connsiteY5" fmla="*/ 1147 h 6345"/>
                  <a:gd name="connsiteX6" fmla="*/ 250 w 6343"/>
                  <a:gd name="connsiteY6" fmla="*/ 3390 h 6345"/>
                  <a:gd name="connsiteX7" fmla="*/ 1179 w 6343"/>
                  <a:gd name="connsiteY7" fmla="*/ 5634 h 6345"/>
                  <a:gd name="connsiteX8" fmla="*/ 342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63"/>
                    </a:moveTo>
                    <a:cubicBezTo>
                      <a:pt x="4263" y="6563"/>
                      <a:pt x="5070" y="6229"/>
                      <a:pt x="5664" y="5634"/>
                    </a:cubicBezTo>
                    <a:cubicBezTo>
                      <a:pt x="6259" y="5039"/>
                      <a:pt x="6593" y="4232"/>
                      <a:pt x="6593" y="3390"/>
                    </a:cubicBezTo>
                    <a:cubicBezTo>
                      <a:pt x="6593" y="2549"/>
                      <a:pt x="6259" y="1742"/>
                      <a:pt x="5664" y="1147"/>
                    </a:cubicBezTo>
                    <a:cubicBezTo>
                      <a:pt x="5070" y="552"/>
                      <a:pt x="4263" y="217"/>
                      <a:pt x="3422" y="217"/>
                    </a:cubicBezTo>
                    <a:cubicBezTo>
                      <a:pt x="2581" y="217"/>
                      <a:pt x="1774" y="552"/>
                      <a:pt x="1179" y="1147"/>
                    </a:cubicBezTo>
                    <a:cubicBezTo>
                      <a:pt x="584" y="1742"/>
                      <a:pt x="250" y="2549"/>
                      <a:pt x="250" y="3390"/>
                    </a:cubicBezTo>
                    <a:cubicBezTo>
                      <a:pt x="250" y="4232"/>
                      <a:pt x="584" y="5039"/>
                      <a:pt x="1179" y="5634"/>
                    </a:cubicBezTo>
                    <a:cubicBezTo>
                      <a:pt x="1774" y="6229"/>
                      <a:pt x="2581" y="6563"/>
                      <a:pt x="342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08" name="Freeform: Shape 9907">
                <a:extLst>
                  <a:ext uri="{FF2B5EF4-FFF2-40B4-BE49-F238E27FC236}">
                    <a16:creationId xmlns:a16="http://schemas.microsoft.com/office/drawing/2014/main" id="{754FAF35-961F-B746-2B65-5E9A9F6CB249}"/>
                  </a:ext>
                </a:extLst>
              </p:cNvPr>
              <p:cNvSpPr/>
              <p:nvPr/>
            </p:nvSpPr>
            <p:spPr>
              <a:xfrm>
                <a:off x="9578427" y="6238689"/>
                <a:ext cx="6343" cy="6345"/>
              </a:xfrm>
              <a:custGeom>
                <a:avLst/>
                <a:gdLst>
                  <a:gd name="connsiteX0" fmla="*/ 3421 w 6343"/>
                  <a:gd name="connsiteY0" fmla="*/ 6563 h 6345"/>
                  <a:gd name="connsiteX1" fmla="*/ 5664 w 6343"/>
                  <a:gd name="connsiteY1" fmla="*/ 5634 h 6345"/>
                  <a:gd name="connsiteX2" fmla="*/ 6593 w 6343"/>
                  <a:gd name="connsiteY2" fmla="*/ 3390 h 6345"/>
                  <a:gd name="connsiteX3" fmla="*/ 5664 w 6343"/>
                  <a:gd name="connsiteY3" fmla="*/ 1147 h 6345"/>
                  <a:gd name="connsiteX4" fmla="*/ 3421 w 6343"/>
                  <a:gd name="connsiteY4" fmla="*/ 217 h 6345"/>
                  <a:gd name="connsiteX5" fmla="*/ 1179 w 6343"/>
                  <a:gd name="connsiteY5" fmla="*/ 1147 h 6345"/>
                  <a:gd name="connsiteX6" fmla="*/ 250 w 6343"/>
                  <a:gd name="connsiteY6" fmla="*/ 3390 h 6345"/>
                  <a:gd name="connsiteX7" fmla="*/ 1179 w 6343"/>
                  <a:gd name="connsiteY7" fmla="*/ 5634 h 6345"/>
                  <a:gd name="connsiteX8" fmla="*/ 342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3"/>
                    </a:moveTo>
                    <a:cubicBezTo>
                      <a:pt x="4262" y="6563"/>
                      <a:pt x="5069" y="6229"/>
                      <a:pt x="5664" y="5634"/>
                    </a:cubicBezTo>
                    <a:cubicBezTo>
                      <a:pt x="6259" y="5039"/>
                      <a:pt x="6593" y="4232"/>
                      <a:pt x="6593" y="3390"/>
                    </a:cubicBezTo>
                    <a:cubicBezTo>
                      <a:pt x="6593" y="2549"/>
                      <a:pt x="6259" y="1742"/>
                      <a:pt x="5664" y="1147"/>
                    </a:cubicBezTo>
                    <a:cubicBezTo>
                      <a:pt x="5069" y="552"/>
                      <a:pt x="4262" y="217"/>
                      <a:pt x="3421" y="217"/>
                    </a:cubicBezTo>
                    <a:cubicBezTo>
                      <a:pt x="2580" y="217"/>
                      <a:pt x="1774" y="552"/>
                      <a:pt x="1179" y="1147"/>
                    </a:cubicBezTo>
                    <a:cubicBezTo>
                      <a:pt x="584" y="1742"/>
                      <a:pt x="250" y="2549"/>
                      <a:pt x="250" y="3390"/>
                    </a:cubicBezTo>
                    <a:cubicBezTo>
                      <a:pt x="250" y="4232"/>
                      <a:pt x="584" y="5039"/>
                      <a:pt x="1179" y="5634"/>
                    </a:cubicBezTo>
                    <a:cubicBezTo>
                      <a:pt x="1774" y="6229"/>
                      <a:pt x="2580" y="6563"/>
                      <a:pt x="342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09" name="Freeform: Shape 9908">
                <a:extLst>
                  <a:ext uri="{FF2B5EF4-FFF2-40B4-BE49-F238E27FC236}">
                    <a16:creationId xmlns:a16="http://schemas.microsoft.com/office/drawing/2014/main" id="{6FFD6870-7D0B-506A-B54D-04E1D636A1CF}"/>
                  </a:ext>
                </a:extLst>
              </p:cNvPr>
              <p:cNvSpPr/>
              <p:nvPr/>
            </p:nvSpPr>
            <p:spPr>
              <a:xfrm>
                <a:off x="9572428" y="6238000"/>
                <a:ext cx="6343" cy="6345"/>
              </a:xfrm>
              <a:custGeom>
                <a:avLst/>
                <a:gdLst>
                  <a:gd name="connsiteX0" fmla="*/ 3421 w 6343"/>
                  <a:gd name="connsiteY0" fmla="*/ 6563 h 6345"/>
                  <a:gd name="connsiteX1" fmla="*/ 5664 w 6343"/>
                  <a:gd name="connsiteY1" fmla="*/ 5634 h 6345"/>
                  <a:gd name="connsiteX2" fmla="*/ 6592 w 6343"/>
                  <a:gd name="connsiteY2" fmla="*/ 3390 h 6345"/>
                  <a:gd name="connsiteX3" fmla="*/ 5664 w 6343"/>
                  <a:gd name="connsiteY3" fmla="*/ 1147 h 6345"/>
                  <a:gd name="connsiteX4" fmla="*/ 3421 w 6343"/>
                  <a:gd name="connsiteY4" fmla="*/ 217 h 6345"/>
                  <a:gd name="connsiteX5" fmla="*/ 1178 w 6343"/>
                  <a:gd name="connsiteY5" fmla="*/ 1147 h 6345"/>
                  <a:gd name="connsiteX6" fmla="*/ 249 w 6343"/>
                  <a:gd name="connsiteY6" fmla="*/ 3390 h 6345"/>
                  <a:gd name="connsiteX7" fmla="*/ 1178 w 6343"/>
                  <a:gd name="connsiteY7" fmla="*/ 5634 h 6345"/>
                  <a:gd name="connsiteX8" fmla="*/ 342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3"/>
                    </a:moveTo>
                    <a:cubicBezTo>
                      <a:pt x="4262" y="6563"/>
                      <a:pt x="5069" y="6228"/>
                      <a:pt x="5664" y="5634"/>
                    </a:cubicBezTo>
                    <a:cubicBezTo>
                      <a:pt x="6258" y="5039"/>
                      <a:pt x="6592" y="4231"/>
                      <a:pt x="6592" y="3390"/>
                    </a:cubicBezTo>
                    <a:cubicBezTo>
                      <a:pt x="6592" y="2549"/>
                      <a:pt x="6258" y="1742"/>
                      <a:pt x="5664" y="1147"/>
                    </a:cubicBezTo>
                    <a:cubicBezTo>
                      <a:pt x="5069" y="552"/>
                      <a:pt x="4262" y="217"/>
                      <a:pt x="3421" y="217"/>
                    </a:cubicBezTo>
                    <a:cubicBezTo>
                      <a:pt x="2580" y="217"/>
                      <a:pt x="1773" y="552"/>
                      <a:pt x="1178" y="1147"/>
                    </a:cubicBezTo>
                    <a:cubicBezTo>
                      <a:pt x="584" y="1742"/>
                      <a:pt x="249" y="2549"/>
                      <a:pt x="249" y="3390"/>
                    </a:cubicBezTo>
                    <a:cubicBezTo>
                      <a:pt x="249" y="4231"/>
                      <a:pt x="584" y="5039"/>
                      <a:pt x="1178" y="5634"/>
                    </a:cubicBezTo>
                    <a:cubicBezTo>
                      <a:pt x="1773" y="6228"/>
                      <a:pt x="2580" y="6563"/>
                      <a:pt x="342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10" name="Freeform: Shape 9909">
                <a:extLst>
                  <a:ext uri="{FF2B5EF4-FFF2-40B4-BE49-F238E27FC236}">
                    <a16:creationId xmlns:a16="http://schemas.microsoft.com/office/drawing/2014/main" id="{6D7396FB-8CB2-828B-0733-496E3E5E0F6E}"/>
                  </a:ext>
                </a:extLst>
              </p:cNvPr>
              <p:cNvSpPr/>
              <p:nvPr/>
            </p:nvSpPr>
            <p:spPr>
              <a:xfrm>
                <a:off x="9566530" y="6237958"/>
                <a:ext cx="6343" cy="6345"/>
              </a:xfrm>
              <a:custGeom>
                <a:avLst/>
                <a:gdLst>
                  <a:gd name="connsiteX0" fmla="*/ 3420 w 6343"/>
                  <a:gd name="connsiteY0" fmla="*/ 6563 h 6345"/>
                  <a:gd name="connsiteX1" fmla="*/ 5663 w 6343"/>
                  <a:gd name="connsiteY1" fmla="*/ 5634 h 6345"/>
                  <a:gd name="connsiteX2" fmla="*/ 6592 w 6343"/>
                  <a:gd name="connsiteY2" fmla="*/ 3390 h 6345"/>
                  <a:gd name="connsiteX3" fmla="*/ 5663 w 6343"/>
                  <a:gd name="connsiteY3" fmla="*/ 1147 h 6345"/>
                  <a:gd name="connsiteX4" fmla="*/ 3420 w 6343"/>
                  <a:gd name="connsiteY4" fmla="*/ 217 h 6345"/>
                  <a:gd name="connsiteX5" fmla="*/ 1178 w 6343"/>
                  <a:gd name="connsiteY5" fmla="*/ 1147 h 6345"/>
                  <a:gd name="connsiteX6" fmla="*/ 249 w 6343"/>
                  <a:gd name="connsiteY6" fmla="*/ 3390 h 6345"/>
                  <a:gd name="connsiteX7" fmla="*/ 1178 w 6343"/>
                  <a:gd name="connsiteY7" fmla="*/ 5634 h 6345"/>
                  <a:gd name="connsiteX8" fmla="*/ 342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3"/>
                    </a:moveTo>
                    <a:cubicBezTo>
                      <a:pt x="4262" y="6563"/>
                      <a:pt x="5068" y="6228"/>
                      <a:pt x="5663" y="5634"/>
                    </a:cubicBezTo>
                    <a:cubicBezTo>
                      <a:pt x="6258" y="5039"/>
                      <a:pt x="6592" y="4231"/>
                      <a:pt x="6592" y="3390"/>
                    </a:cubicBezTo>
                    <a:cubicBezTo>
                      <a:pt x="6592" y="2549"/>
                      <a:pt x="6258" y="1742"/>
                      <a:pt x="5663" y="1147"/>
                    </a:cubicBezTo>
                    <a:cubicBezTo>
                      <a:pt x="5068" y="552"/>
                      <a:pt x="4262" y="217"/>
                      <a:pt x="3420" y="217"/>
                    </a:cubicBezTo>
                    <a:cubicBezTo>
                      <a:pt x="2579" y="217"/>
                      <a:pt x="1773" y="552"/>
                      <a:pt x="1178" y="1147"/>
                    </a:cubicBezTo>
                    <a:cubicBezTo>
                      <a:pt x="583" y="1742"/>
                      <a:pt x="249" y="2549"/>
                      <a:pt x="249" y="3390"/>
                    </a:cubicBezTo>
                    <a:cubicBezTo>
                      <a:pt x="249" y="4231"/>
                      <a:pt x="583" y="5039"/>
                      <a:pt x="1178" y="5634"/>
                    </a:cubicBezTo>
                    <a:cubicBezTo>
                      <a:pt x="1773" y="6228"/>
                      <a:pt x="2579" y="6563"/>
                      <a:pt x="342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11" name="Freeform: Shape 9910">
                <a:extLst>
                  <a:ext uri="{FF2B5EF4-FFF2-40B4-BE49-F238E27FC236}">
                    <a16:creationId xmlns:a16="http://schemas.microsoft.com/office/drawing/2014/main" id="{0B0C6928-47BB-8FD2-95B1-A263EA00C02C}"/>
                  </a:ext>
                </a:extLst>
              </p:cNvPr>
              <p:cNvSpPr/>
              <p:nvPr/>
            </p:nvSpPr>
            <p:spPr>
              <a:xfrm>
                <a:off x="9560700" y="6238378"/>
                <a:ext cx="6343" cy="6345"/>
              </a:xfrm>
              <a:custGeom>
                <a:avLst/>
                <a:gdLst>
                  <a:gd name="connsiteX0" fmla="*/ 3420 w 6343"/>
                  <a:gd name="connsiteY0" fmla="*/ 6563 h 6345"/>
                  <a:gd name="connsiteX1" fmla="*/ 5663 w 6343"/>
                  <a:gd name="connsiteY1" fmla="*/ 5634 h 6345"/>
                  <a:gd name="connsiteX2" fmla="*/ 6592 w 6343"/>
                  <a:gd name="connsiteY2" fmla="*/ 3390 h 6345"/>
                  <a:gd name="connsiteX3" fmla="*/ 5663 w 6343"/>
                  <a:gd name="connsiteY3" fmla="*/ 1147 h 6345"/>
                  <a:gd name="connsiteX4" fmla="*/ 3420 w 6343"/>
                  <a:gd name="connsiteY4" fmla="*/ 217 h 6345"/>
                  <a:gd name="connsiteX5" fmla="*/ 1177 w 6343"/>
                  <a:gd name="connsiteY5" fmla="*/ 1147 h 6345"/>
                  <a:gd name="connsiteX6" fmla="*/ 248 w 6343"/>
                  <a:gd name="connsiteY6" fmla="*/ 3390 h 6345"/>
                  <a:gd name="connsiteX7" fmla="*/ 1177 w 6343"/>
                  <a:gd name="connsiteY7" fmla="*/ 5634 h 6345"/>
                  <a:gd name="connsiteX8" fmla="*/ 342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3"/>
                    </a:moveTo>
                    <a:cubicBezTo>
                      <a:pt x="4261" y="6563"/>
                      <a:pt x="5068" y="6229"/>
                      <a:pt x="5663" y="5634"/>
                    </a:cubicBezTo>
                    <a:cubicBezTo>
                      <a:pt x="6257" y="5039"/>
                      <a:pt x="6592" y="4232"/>
                      <a:pt x="6592" y="3390"/>
                    </a:cubicBezTo>
                    <a:cubicBezTo>
                      <a:pt x="6592" y="2549"/>
                      <a:pt x="6257" y="1742"/>
                      <a:pt x="5663" y="1147"/>
                    </a:cubicBezTo>
                    <a:cubicBezTo>
                      <a:pt x="5068" y="552"/>
                      <a:pt x="4261" y="217"/>
                      <a:pt x="3420" y="217"/>
                    </a:cubicBezTo>
                    <a:cubicBezTo>
                      <a:pt x="2579" y="217"/>
                      <a:pt x="1772" y="552"/>
                      <a:pt x="1177" y="1147"/>
                    </a:cubicBezTo>
                    <a:cubicBezTo>
                      <a:pt x="583" y="1742"/>
                      <a:pt x="248" y="2549"/>
                      <a:pt x="248" y="3390"/>
                    </a:cubicBezTo>
                    <a:cubicBezTo>
                      <a:pt x="248" y="4232"/>
                      <a:pt x="583" y="5039"/>
                      <a:pt x="1177" y="5634"/>
                    </a:cubicBezTo>
                    <a:cubicBezTo>
                      <a:pt x="1772" y="6229"/>
                      <a:pt x="2579" y="6563"/>
                      <a:pt x="342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12" name="Freeform: Shape 9911">
                <a:extLst>
                  <a:ext uri="{FF2B5EF4-FFF2-40B4-BE49-F238E27FC236}">
                    <a16:creationId xmlns:a16="http://schemas.microsoft.com/office/drawing/2014/main" id="{B288CA68-16DB-4853-8170-6382042740C9}"/>
                  </a:ext>
                </a:extLst>
              </p:cNvPr>
              <p:cNvSpPr/>
              <p:nvPr/>
            </p:nvSpPr>
            <p:spPr>
              <a:xfrm>
                <a:off x="9554818" y="6238325"/>
                <a:ext cx="6343" cy="6345"/>
              </a:xfrm>
              <a:custGeom>
                <a:avLst/>
                <a:gdLst>
                  <a:gd name="connsiteX0" fmla="*/ 3420 w 6343"/>
                  <a:gd name="connsiteY0" fmla="*/ 6563 h 6345"/>
                  <a:gd name="connsiteX1" fmla="*/ 5662 w 6343"/>
                  <a:gd name="connsiteY1" fmla="*/ 5634 h 6345"/>
                  <a:gd name="connsiteX2" fmla="*/ 6591 w 6343"/>
                  <a:gd name="connsiteY2" fmla="*/ 3390 h 6345"/>
                  <a:gd name="connsiteX3" fmla="*/ 5662 w 6343"/>
                  <a:gd name="connsiteY3" fmla="*/ 1147 h 6345"/>
                  <a:gd name="connsiteX4" fmla="*/ 3420 w 6343"/>
                  <a:gd name="connsiteY4" fmla="*/ 217 h 6345"/>
                  <a:gd name="connsiteX5" fmla="*/ 1177 w 6343"/>
                  <a:gd name="connsiteY5" fmla="*/ 1147 h 6345"/>
                  <a:gd name="connsiteX6" fmla="*/ 248 w 6343"/>
                  <a:gd name="connsiteY6" fmla="*/ 3390 h 6345"/>
                  <a:gd name="connsiteX7" fmla="*/ 1177 w 6343"/>
                  <a:gd name="connsiteY7" fmla="*/ 5634 h 6345"/>
                  <a:gd name="connsiteX8" fmla="*/ 342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3"/>
                    </a:moveTo>
                    <a:cubicBezTo>
                      <a:pt x="4261" y="6563"/>
                      <a:pt x="5067" y="6229"/>
                      <a:pt x="5662" y="5634"/>
                    </a:cubicBezTo>
                    <a:cubicBezTo>
                      <a:pt x="6257" y="5039"/>
                      <a:pt x="6591" y="4232"/>
                      <a:pt x="6591" y="3390"/>
                    </a:cubicBezTo>
                    <a:cubicBezTo>
                      <a:pt x="6591" y="2549"/>
                      <a:pt x="6257" y="1742"/>
                      <a:pt x="5662" y="1147"/>
                    </a:cubicBezTo>
                    <a:cubicBezTo>
                      <a:pt x="5067" y="552"/>
                      <a:pt x="4261" y="217"/>
                      <a:pt x="3420" y="217"/>
                    </a:cubicBezTo>
                    <a:cubicBezTo>
                      <a:pt x="2578" y="217"/>
                      <a:pt x="1772" y="552"/>
                      <a:pt x="1177" y="1147"/>
                    </a:cubicBezTo>
                    <a:cubicBezTo>
                      <a:pt x="582" y="1742"/>
                      <a:pt x="248" y="2549"/>
                      <a:pt x="248" y="3390"/>
                    </a:cubicBezTo>
                    <a:cubicBezTo>
                      <a:pt x="248" y="4232"/>
                      <a:pt x="582" y="5039"/>
                      <a:pt x="1177" y="5634"/>
                    </a:cubicBezTo>
                    <a:cubicBezTo>
                      <a:pt x="1772" y="6229"/>
                      <a:pt x="2578" y="6563"/>
                      <a:pt x="342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13" name="Freeform: Shape 9912">
                <a:extLst>
                  <a:ext uri="{FF2B5EF4-FFF2-40B4-BE49-F238E27FC236}">
                    <a16:creationId xmlns:a16="http://schemas.microsoft.com/office/drawing/2014/main" id="{AF124E14-FF18-B4CC-B84F-B1785EC77E2F}"/>
                  </a:ext>
                </a:extLst>
              </p:cNvPr>
              <p:cNvSpPr/>
              <p:nvPr/>
            </p:nvSpPr>
            <p:spPr>
              <a:xfrm>
                <a:off x="9548954" y="6238360"/>
                <a:ext cx="6343" cy="6345"/>
              </a:xfrm>
              <a:custGeom>
                <a:avLst/>
                <a:gdLst>
                  <a:gd name="connsiteX0" fmla="*/ 3419 w 6343"/>
                  <a:gd name="connsiteY0" fmla="*/ 6563 h 6345"/>
                  <a:gd name="connsiteX1" fmla="*/ 5662 w 6343"/>
                  <a:gd name="connsiteY1" fmla="*/ 5634 h 6345"/>
                  <a:gd name="connsiteX2" fmla="*/ 6591 w 6343"/>
                  <a:gd name="connsiteY2" fmla="*/ 3390 h 6345"/>
                  <a:gd name="connsiteX3" fmla="*/ 5662 w 6343"/>
                  <a:gd name="connsiteY3" fmla="*/ 1147 h 6345"/>
                  <a:gd name="connsiteX4" fmla="*/ 3419 w 6343"/>
                  <a:gd name="connsiteY4" fmla="*/ 217 h 6345"/>
                  <a:gd name="connsiteX5" fmla="*/ 1176 w 6343"/>
                  <a:gd name="connsiteY5" fmla="*/ 1147 h 6345"/>
                  <a:gd name="connsiteX6" fmla="*/ 248 w 6343"/>
                  <a:gd name="connsiteY6" fmla="*/ 3390 h 6345"/>
                  <a:gd name="connsiteX7" fmla="*/ 1176 w 6343"/>
                  <a:gd name="connsiteY7" fmla="*/ 5634 h 6345"/>
                  <a:gd name="connsiteX8" fmla="*/ 341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3"/>
                    </a:moveTo>
                    <a:cubicBezTo>
                      <a:pt x="4260" y="6563"/>
                      <a:pt x="5067" y="6229"/>
                      <a:pt x="5662" y="5634"/>
                    </a:cubicBezTo>
                    <a:cubicBezTo>
                      <a:pt x="6256" y="5039"/>
                      <a:pt x="6591" y="4232"/>
                      <a:pt x="6591" y="3390"/>
                    </a:cubicBezTo>
                    <a:cubicBezTo>
                      <a:pt x="6591" y="2549"/>
                      <a:pt x="6256" y="1742"/>
                      <a:pt x="5662" y="1147"/>
                    </a:cubicBezTo>
                    <a:cubicBezTo>
                      <a:pt x="5067" y="552"/>
                      <a:pt x="4260" y="217"/>
                      <a:pt x="3419" y="217"/>
                    </a:cubicBezTo>
                    <a:cubicBezTo>
                      <a:pt x="2578" y="217"/>
                      <a:pt x="1771" y="552"/>
                      <a:pt x="1176" y="1147"/>
                    </a:cubicBezTo>
                    <a:cubicBezTo>
                      <a:pt x="582" y="1742"/>
                      <a:pt x="248" y="2549"/>
                      <a:pt x="248" y="3390"/>
                    </a:cubicBezTo>
                    <a:cubicBezTo>
                      <a:pt x="248" y="4232"/>
                      <a:pt x="582" y="5039"/>
                      <a:pt x="1176" y="5634"/>
                    </a:cubicBezTo>
                    <a:cubicBezTo>
                      <a:pt x="1771" y="6229"/>
                      <a:pt x="2578" y="6563"/>
                      <a:pt x="341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14" name="Freeform: Shape 9913">
                <a:extLst>
                  <a:ext uri="{FF2B5EF4-FFF2-40B4-BE49-F238E27FC236}">
                    <a16:creationId xmlns:a16="http://schemas.microsoft.com/office/drawing/2014/main" id="{830B01A6-26EE-2927-E6DD-A276D7A3C46E}"/>
                  </a:ext>
                </a:extLst>
              </p:cNvPr>
              <p:cNvSpPr/>
              <p:nvPr/>
            </p:nvSpPr>
            <p:spPr>
              <a:xfrm>
                <a:off x="9543082" y="6238234"/>
                <a:ext cx="6343" cy="6345"/>
              </a:xfrm>
              <a:custGeom>
                <a:avLst/>
                <a:gdLst>
                  <a:gd name="connsiteX0" fmla="*/ 3419 w 6343"/>
                  <a:gd name="connsiteY0" fmla="*/ 6563 h 6345"/>
                  <a:gd name="connsiteX1" fmla="*/ 5661 w 6343"/>
                  <a:gd name="connsiteY1" fmla="*/ 5634 h 6345"/>
                  <a:gd name="connsiteX2" fmla="*/ 6590 w 6343"/>
                  <a:gd name="connsiteY2" fmla="*/ 3390 h 6345"/>
                  <a:gd name="connsiteX3" fmla="*/ 5661 w 6343"/>
                  <a:gd name="connsiteY3" fmla="*/ 1147 h 6345"/>
                  <a:gd name="connsiteX4" fmla="*/ 3419 w 6343"/>
                  <a:gd name="connsiteY4" fmla="*/ 217 h 6345"/>
                  <a:gd name="connsiteX5" fmla="*/ 1176 w 6343"/>
                  <a:gd name="connsiteY5" fmla="*/ 1147 h 6345"/>
                  <a:gd name="connsiteX6" fmla="*/ 247 w 6343"/>
                  <a:gd name="connsiteY6" fmla="*/ 3390 h 6345"/>
                  <a:gd name="connsiteX7" fmla="*/ 1176 w 6343"/>
                  <a:gd name="connsiteY7" fmla="*/ 5634 h 6345"/>
                  <a:gd name="connsiteX8" fmla="*/ 341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3"/>
                    </a:moveTo>
                    <a:cubicBezTo>
                      <a:pt x="4260" y="6563"/>
                      <a:pt x="5066" y="6228"/>
                      <a:pt x="5661" y="5634"/>
                    </a:cubicBezTo>
                    <a:cubicBezTo>
                      <a:pt x="6256" y="5039"/>
                      <a:pt x="6590" y="4232"/>
                      <a:pt x="6590" y="3390"/>
                    </a:cubicBezTo>
                    <a:cubicBezTo>
                      <a:pt x="6590" y="2549"/>
                      <a:pt x="6256" y="1742"/>
                      <a:pt x="5661" y="1147"/>
                    </a:cubicBezTo>
                    <a:cubicBezTo>
                      <a:pt x="5066" y="552"/>
                      <a:pt x="4260" y="217"/>
                      <a:pt x="3419" y="217"/>
                    </a:cubicBezTo>
                    <a:cubicBezTo>
                      <a:pt x="2577" y="217"/>
                      <a:pt x="1771" y="552"/>
                      <a:pt x="1176" y="1147"/>
                    </a:cubicBezTo>
                    <a:cubicBezTo>
                      <a:pt x="581" y="1742"/>
                      <a:pt x="247" y="2549"/>
                      <a:pt x="247" y="3390"/>
                    </a:cubicBezTo>
                    <a:cubicBezTo>
                      <a:pt x="247" y="4232"/>
                      <a:pt x="581" y="5039"/>
                      <a:pt x="1176" y="5634"/>
                    </a:cubicBezTo>
                    <a:cubicBezTo>
                      <a:pt x="1771" y="6228"/>
                      <a:pt x="2577" y="6563"/>
                      <a:pt x="341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15" name="Freeform: Shape 9914">
                <a:extLst>
                  <a:ext uri="{FF2B5EF4-FFF2-40B4-BE49-F238E27FC236}">
                    <a16:creationId xmlns:a16="http://schemas.microsoft.com/office/drawing/2014/main" id="{BC2E2654-FED7-932D-369E-1F894DAB6BC3}"/>
                  </a:ext>
                </a:extLst>
              </p:cNvPr>
              <p:cNvSpPr/>
              <p:nvPr/>
            </p:nvSpPr>
            <p:spPr>
              <a:xfrm>
                <a:off x="9537257" y="6238509"/>
                <a:ext cx="6343" cy="6345"/>
              </a:xfrm>
              <a:custGeom>
                <a:avLst/>
                <a:gdLst>
                  <a:gd name="connsiteX0" fmla="*/ 3418 w 6343"/>
                  <a:gd name="connsiteY0" fmla="*/ 6563 h 6345"/>
                  <a:gd name="connsiteX1" fmla="*/ 5661 w 6343"/>
                  <a:gd name="connsiteY1" fmla="*/ 5634 h 6345"/>
                  <a:gd name="connsiteX2" fmla="*/ 6590 w 6343"/>
                  <a:gd name="connsiteY2" fmla="*/ 3390 h 6345"/>
                  <a:gd name="connsiteX3" fmla="*/ 5661 w 6343"/>
                  <a:gd name="connsiteY3" fmla="*/ 1147 h 6345"/>
                  <a:gd name="connsiteX4" fmla="*/ 3418 w 6343"/>
                  <a:gd name="connsiteY4" fmla="*/ 217 h 6345"/>
                  <a:gd name="connsiteX5" fmla="*/ 1176 w 6343"/>
                  <a:gd name="connsiteY5" fmla="*/ 1147 h 6345"/>
                  <a:gd name="connsiteX6" fmla="*/ 247 w 6343"/>
                  <a:gd name="connsiteY6" fmla="*/ 3390 h 6345"/>
                  <a:gd name="connsiteX7" fmla="*/ 1176 w 6343"/>
                  <a:gd name="connsiteY7" fmla="*/ 5634 h 6345"/>
                  <a:gd name="connsiteX8" fmla="*/ 3418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3"/>
                    </a:moveTo>
                    <a:cubicBezTo>
                      <a:pt x="4259" y="6563"/>
                      <a:pt x="5066" y="6229"/>
                      <a:pt x="5661" y="5634"/>
                    </a:cubicBezTo>
                    <a:cubicBezTo>
                      <a:pt x="6256" y="5039"/>
                      <a:pt x="6590" y="4232"/>
                      <a:pt x="6590" y="3390"/>
                    </a:cubicBezTo>
                    <a:cubicBezTo>
                      <a:pt x="6590" y="2549"/>
                      <a:pt x="6256" y="1742"/>
                      <a:pt x="5661" y="1147"/>
                    </a:cubicBezTo>
                    <a:cubicBezTo>
                      <a:pt x="5066" y="552"/>
                      <a:pt x="4259" y="217"/>
                      <a:pt x="3418" y="217"/>
                    </a:cubicBezTo>
                    <a:cubicBezTo>
                      <a:pt x="2577" y="217"/>
                      <a:pt x="1770" y="552"/>
                      <a:pt x="1176" y="1147"/>
                    </a:cubicBezTo>
                    <a:cubicBezTo>
                      <a:pt x="581" y="1742"/>
                      <a:pt x="247" y="2549"/>
                      <a:pt x="247" y="3390"/>
                    </a:cubicBezTo>
                    <a:cubicBezTo>
                      <a:pt x="247" y="4232"/>
                      <a:pt x="581" y="5039"/>
                      <a:pt x="1176" y="5634"/>
                    </a:cubicBezTo>
                    <a:cubicBezTo>
                      <a:pt x="1770" y="6229"/>
                      <a:pt x="2577" y="6563"/>
                      <a:pt x="3418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16" name="Freeform: Shape 9915">
                <a:extLst>
                  <a:ext uri="{FF2B5EF4-FFF2-40B4-BE49-F238E27FC236}">
                    <a16:creationId xmlns:a16="http://schemas.microsoft.com/office/drawing/2014/main" id="{0160C5D8-D15D-9F72-6461-985BA71BA1A7}"/>
                  </a:ext>
                </a:extLst>
              </p:cNvPr>
              <p:cNvSpPr/>
              <p:nvPr/>
            </p:nvSpPr>
            <p:spPr>
              <a:xfrm>
                <a:off x="9531399" y="6238373"/>
                <a:ext cx="6343" cy="6345"/>
              </a:xfrm>
              <a:custGeom>
                <a:avLst/>
                <a:gdLst>
                  <a:gd name="connsiteX0" fmla="*/ 3418 w 6343"/>
                  <a:gd name="connsiteY0" fmla="*/ 6563 h 6345"/>
                  <a:gd name="connsiteX1" fmla="*/ 5660 w 6343"/>
                  <a:gd name="connsiteY1" fmla="*/ 5634 h 6345"/>
                  <a:gd name="connsiteX2" fmla="*/ 6589 w 6343"/>
                  <a:gd name="connsiteY2" fmla="*/ 3390 h 6345"/>
                  <a:gd name="connsiteX3" fmla="*/ 5660 w 6343"/>
                  <a:gd name="connsiteY3" fmla="*/ 1147 h 6345"/>
                  <a:gd name="connsiteX4" fmla="*/ 3418 w 6343"/>
                  <a:gd name="connsiteY4" fmla="*/ 217 h 6345"/>
                  <a:gd name="connsiteX5" fmla="*/ 1175 w 6343"/>
                  <a:gd name="connsiteY5" fmla="*/ 1147 h 6345"/>
                  <a:gd name="connsiteX6" fmla="*/ 246 w 6343"/>
                  <a:gd name="connsiteY6" fmla="*/ 3390 h 6345"/>
                  <a:gd name="connsiteX7" fmla="*/ 1175 w 6343"/>
                  <a:gd name="connsiteY7" fmla="*/ 5634 h 6345"/>
                  <a:gd name="connsiteX8" fmla="*/ 3418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3"/>
                    </a:moveTo>
                    <a:cubicBezTo>
                      <a:pt x="4259" y="6563"/>
                      <a:pt x="5066" y="6229"/>
                      <a:pt x="5660" y="5634"/>
                    </a:cubicBezTo>
                    <a:cubicBezTo>
                      <a:pt x="6255" y="5039"/>
                      <a:pt x="6589" y="4232"/>
                      <a:pt x="6589" y="3390"/>
                    </a:cubicBezTo>
                    <a:cubicBezTo>
                      <a:pt x="6589" y="2549"/>
                      <a:pt x="6255" y="1742"/>
                      <a:pt x="5660" y="1147"/>
                    </a:cubicBezTo>
                    <a:cubicBezTo>
                      <a:pt x="5066" y="552"/>
                      <a:pt x="4259" y="217"/>
                      <a:pt x="3418" y="217"/>
                    </a:cubicBezTo>
                    <a:cubicBezTo>
                      <a:pt x="2577" y="217"/>
                      <a:pt x="1770" y="552"/>
                      <a:pt x="1175" y="1147"/>
                    </a:cubicBezTo>
                    <a:cubicBezTo>
                      <a:pt x="580" y="1742"/>
                      <a:pt x="246" y="2549"/>
                      <a:pt x="246" y="3390"/>
                    </a:cubicBezTo>
                    <a:cubicBezTo>
                      <a:pt x="246" y="4232"/>
                      <a:pt x="580" y="5039"/>
                      <a:pt x="1175" y="5634"/>
                    </a:cubicBezTo>
                    <a:cubicBezTo>
                      <a:pt x="1770" y="6229"/>
                      <a:pt x="2577" y="6563"/>
                      <a:pt x="3418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17" name="Freeform: Shape 9916">
                <a:extLst>
                  <a:ext uri="{FF2B5EF4-FFF2-40B4-BE49-F238E27FC236}">
                    <a16:creationId xmlns:a16="http://schemas.microsoft.com/office/drawing/2014/main" id="{8E5F18BA-3E3D-9BBD-E6DE-4D7D18CE43DB}"/>
                  </a:ext>
                </a:extLst>
              </p:cNvPr>
              <p:cNvSpPr/>
              <p:nvPr/>
            </p:nvSpPr>
            <p:spPr>
              <a:xfrm>
                <a:off x="9525551" y="6238263"/>
                <a:ext cx="6343" cy="6345"/>
              </a:xfrm>
              <a:custGeom>
                <a:avLst/>
                <a:gdLst>
                  <a:gd name="connsiteX0" fmla="*/ 3417 w 6343"/>
                  <a:gd name="connsiteY0" fmla="*/ 6563 h 6345"/>
                  <a:gd name="connsiteX1" fmla="*/ 5660 w 6343"/>
                  <a:gd name="connsiteY1" fmla="*/ 5634 h 6345"/>
                  <a:gd name="connsiteX2" fmla="*/ 6589 w 6343"/>
                  <a:gd name="connsiteY2" fmla="*/ 3390 h 6345"/>
                  <a:gd name="connsiteX3" fmla="*/ 5660 w 6343"/>
                  <a:gd name="connsiteY3" fmla="*/ 1147 h 6345"/>
                  <a:gd name="connsiteX4" fmla="*/ 3417 w 6343"/>
                  <a:gd name="connsiteY4" fmla="*/ 217 h 6345"/>
                  <a:gd name="connsiteX5" fmla="*/ 1175 w 6343"/>
                  <a:gd name="connsiteY5" fmla="*/ 1147 h 6345"/>
                  <a:gd name="connsiteX6" fmla="*/ 246 w 6343"/>
                  <a:gd name="connsiteY6" fmla="*/ 3390 h 6345"/>
                  <a:gd name="connsiteX7" fmla="*/ 1175 w 6343"/>
                  <a:gd name="connsiteY7" fmla="*/ 5634 h 6345"/>
                  <a:gd name="connsiteX8" fmla="*/ 3417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63"/>
                    </a:moveTo>
                    <a:cubicBezTo>
                      <a:pt x="4258" y="6563"/>
                      <a:pt x="5065" y="6228"/>
                      <a:pt x="5660" y="5634"/>
                    </a:cubicBezTo>
                    <a:cubicBezTo>
                      <a:pt x="6255" y="5039"/>
                      <a:pt x="6589" y="4232"/>
                      <a:pt x="6589" y="3390"/>
                    </a:cubicBezTo>
                    <a:cubicBezTo>
                      <a:pt x="6589" y="2549"/>
                      <a:pt x="6255" y="1742"/>
                      <a:pt x="5660" y="1147"/>
                    </a:cubicBezTo>
                    <a:cubicBezTo>
                      <a:pt x="5065" y="552"/>
                      <a:pt x="4258" y="217"/>
                      <a:pt x="3417" y="217"/>
                    </a:cubicBezTo>
                    <a:cubicBezTo>
                      <a:pt x="2576" y="217"/>
                      <a:pt x="1769" y="552"/>
                      <a:pt x="1175" y="1147"/>
                    </a:cubicBezTo>
                    <a:cubicBezTo>
                      <a:pt x="580" y="1742"/>
                      <a:pt x="246" y="2549"/>
                      <a:pt x="246" y="3390"/>
                    </a:cubicBezTo>
                    <a:cubicBezTo>
                      <a:pt x="246" y="4232"/>
                      <a:pt x="580" y="5039"/>
                      <a:pt x="1175" y="5634"/>
                    </a:cubicBezTo>
                    <a:cubicBezTo>
                      <a:pt x="1769" y="6228"/>
                      <a:pt x="2576" y="6563"/>
                      <a:pt x="3417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18" name="Freeform: Shape 9917">
                <a:extLst>
                  <a:ext uri="{FF2B5EF4-FFF2-40B4-BE49-F238E27FC236}">
                    <a16:creationId xmlns:a16="http://schemas.microsoft.com/office/drawing/2014/main" id="{7AEE1E83-F325-1253-9CEE-88B7979540E4}"/>
                  </a:ext>
                </a:extLst>
              </p:cNvPr>
              <p:cNvSpPr/>
              <p:nvPr/>
            </p:nvSpPr>
            <p:spPr>
              <a:xfrm>
                <a:off x="9515447" y="6184670"/>
                <a:ext cx="6343" cy="6345"/>
              </a:xfrm>
              <a:custGeom>
                <a:avLst/>
                <a:gdLst>
                  <a:gd name="connsiteX0" fmla="*/ 3416 w 6343"/>
                  <a:gd name="connsiteY0" fmla="*/ 6559 h 6345"/>
                  <a:gd name="connsiteX1" fmla="*/ 5659 w 6343"/>
                  <a:gd name="connsiteY1" fmla="*/ 5629 h 6345"/>
                  <a:gd name="connsiteX2" fmla="*/ 6588 w 6343"/>
                  <a:gd name="connsiteY2" fmla="*/ 3386 h 6345"/>
                  <a:gd name="connsiteX3" fmla="*/ 5659 w 6343"/>
                  <a:gd name="connsiteY3" fmla="*/ 1142 h 6345"/>
                  <a:gd name="connsiteX4" fmla="*/ 3416 w 6343"/>
                  <a:gd name="connsiteY4" fmla="*/ 213 h 6345"/>
                  <a:gd name="connsiteX5" fmla="*/ 1174 w 6343"/>
                  <a:gd name="connsiteY5" fmla="*/ 1142 h 6345"/>
                  <a:gd name="connsiteX6" fmla="*/ 245 w 6343"/>
                  <a:gd name="connsiteY6" fmla="*/ 3386 h 6345"/>
                  <a:gd name="connsiteX7" fmla="*/ 1174 w 6343"/>
                  <a:gd name="connsiteY7" fmla="*/ 5629 h 6345"/>
                  <a:gd name="connsiteX8" fmla="*/ 341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59"/>
                    </a:moveTo>
                    <a:cubicBezTo>
                      <a:pt x="4258" y="6559"/>
                      <a:pt x="5064" y="6224"/>
                      <a:pt x="5659" y="5629"/>
                    </a:cubicBezTo>
                    <a:cubicBezTo>
                      <a:pt x="6254" y="5034"/>
                      <a:pt x="6588" y="4227"/>
                      <a:pt x="6588" y="3386"/>
                    </a:cubicBezTo>
                    <a:cubicBezTo>
                      <a:pt x="6588" y="2544"/>
                      <a:pt x="6254" y="1737"/>
                      <a:pt x="5659" y="1142"/>
                    </a:cubicBezTo>
                    <a:cubicBezTo>
                      <a:pt x="5064" y="547"/>
                      <a:pt x="4258" y="213"/>
                      <a:pt x="3416" y="213"/>
                    </a:cubicBezTo>
                    <a:cubicBezTo>
                      <a:pt x="2575" y="213"/>
                      <a:pt x="1769" y="547"/>
                      <a:pt x="1174" y="1142"/>
                    </a:cubicBezTo>
                    <a:cubicBezTo>
                      <a:pt x="579" y="1737"/>
                      <a:pt x="245" y="2544"/>
                      <a:pt x="245" y="3386"/>
                    </a:cubicBezTo>
                    <a:cubicBezTo>
                      <a:pt x="245" y="4227"/>
                      <a:pt x="579" y="5034"/>
                      <a:pt x="1174" y="5629"/>
                    </a:cubicBezTo>
                    <a:cubicBezTo>
                      <a:pt x="1769" y="6224"/>
                      <a:pt x="2575" y="6559"/>
                      <a:pt x="341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19" name="Freeform: Shape 9918">
                <a:extLst>
                  <a:ext uri="{FF2B5EF4-FFF2-40B4-BE49-F238E27FC236}">
                    <a16:creationId xmlns:a16="http://schemas.microsoft.com/office/drawing/2014/main" id="{C93DFAEE-0F22-85C9-49C6-1B2E70450C2D}"/>
                  </a:ext>
                </a:extLst>
              </p:cNvPr>
              <p:cNvSpPr/>
              <p:nvPr/>
            </p:nvSpPr>
            <p:spPr>
              <a:xfrm>
                <a:off x="9513883" y="6238123"/>
                <a:ext cx="6343" cy="6345"/>
              </a:xfrm>
              <a:custGeom>
                <a:avLst/>
                <a:gdLst>
                  <a:gd name="connsiteX0" fmla="*/ 3416 w 6343"/>
                  <a:gd name="connsiteY0" fmla="*/ 6563 h 6345"/>
                  <a:gd name="connsiteX1" fmla="*/ 5659 w 6343"/>
                  <a:gd name="connsiteY1" fmla="*/ 5634 h 6345"/>
                  <a:gd name="connsiteX2" fmla="*/ 6588 w 6343"/>
                  <a:gd name="connsiteY2" fmla="*/ 3390 h 6345"/>
                  <a:gd name="connsiteX3" fmla="*/ 5659 w 6343"/>
                  <a:gd name="connsiteY3" fmla="*/ 1147 h 6345"/>
                  <a:gd name="connsiteX4" fmla="*/ 3416 w 6343"/>
                  <a:gd name="connsiteY4" fmla="*/ 217 h 6345"/>
                  <a:gd name="connsiteX5" fmla="*/ 1174 w 6343"/>
                  <a:gd name="connsiteY5" fmla="*/ 1147 h 6345"/>
                  <a:gd name="connsiteX6" fmla="*/ 245 w 6343"/>
                  <a:gd name="connsiteY6" fmla="*/ 3390 h 6345"/>
                  <a:gd name="connsiteX7" fmla="*/ 1174 w 6343"/>
                  <a:gd name="connsiteY7" fmla="*/ 5634 h 6345"/>
                  <a:gd name="connsiteX8" fmla="*/ 3416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63"/>
                    </a:moveTo>
                    <a:cubicBezTo>
                      <a:pt x="4257" y="6563"/>
                      <a:pt x="5064" y="6228"/>
                      <a:pt x="5659" y="5634"/>
                    </a:cubicBezTo>
                    <a:cubicBezTo>
                      <a:pt x="6254" y="5039"/>
                      <a:pt x="6588" y="4231"/>
                      <a:pt x="6588" y="3390"/>
                    </a:cubicBezTo>
                    <a:cubicBezTo>
                      <a:pt x="6588" y="2549"/>
                      <a:pt x="6254" y="1742"/>
                      <a:pt x="5659" y="1147"/>
                    </a:cubicBezTo>
                    <a:cubicBezTo>
                      <a:pt x="5064" y="552"/>
                      <a:pt x="4257" y="217"/>
                      <a:pt x="3416" y="217"/>
                    </a:cubicBezTo>
                    <a:cubicBezTo>
                      <a:pt x="2575" y="217"/>
                      <a:pt x="1768" y="552"/>
                      <a:pt x="1174" y="1147"/>
                    </a:cubicBezTo>
                    <a:cubicBezTo>
                      <a:pt x="579" y="1742"/>
                      <a:pt x="245" y="2549"/>
                      <a:pt x="245" y="3390"/>
                    </a:cubicBezTo>
                    <a:cubicBezTo>
                      <a:pt x="245" y="4231"/>
                      <a:pt x="579" y="5039"/>
                      <a:pt x="1174" y="5634"/>
                    </a:cubicBezTo>
                    <a:cubicBezTo>
                      <a:pt x="1768" y="6228"/>
                      <a:pt x="2575" y="6563"/>
                      <a:pt x="3416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20" name="Freeform: Shape 9919">
                <a:extLst>
                  <a:ext uri="{FF2B5EF4-FFF2-40B4-BE49-F238E27FC236}">
                    <a16:creationId xmlns:a16="http://schemas.microsoft.com/office/drawing/2014/main" id="{105A2B12-8D06-71EC-F442-08B7F5C21B34}"/>
                  </a:ext>
                </a:extLst>
              </p:cNvPr>
              <p:cNvSpPr/>
              <p:nvPr/>
            </p:nvSpPr>
            <p:spPr>
              <a:xfrm>
                <a:off x="9508082" y="6238406"/>
                <a:ext cx="6343" cy="6345"/>
              </a:xfrm>
              <a:custGeom>
                <a:avLst/>
                <a:gdLst>
                  <a:gd name="connsiteX0" fmla="*/ 3416 w 6343"/>
                  <a:gd name="connsiteY0" fmla="*/ 6563 h 6345"/>
                  <a:gd name="connsiteX1" fmla="*/ 5658 w 6343"/>
                  <a:gd name="connsiteY1" fmla="*/ 5634 h 6345"/>
                  <a:gd name="connsiteX2" fmla="*/ 6587 w 6343"/>
                  <a:gd name="connsiteY2" fmla="*/ 3390 h 6345"/>
                  <a:gd name="connsiteX3" fmla="*/ 5658 w 6343"/>
                  <a:gd name="connsiteY3" fmla="*/ 1147 h 6345"/>
                  <a:gd name="connsiteX4" fmla="*/ 3416 w 6343"/>
                  <a:gd name="connsiteY4" fmla="*/ 217 h 6345"/>
                  <a:gd name="connsiteX5" fmla="*/ 1173 w 6343"/>
                  <a:gd name="connsiteY5" fmla="*/ 1147 h 6345"/>
                  <a:gd name="connsiteX6" fmla="*/ 244 w 6343"/>
                  <a:gd name="connsiteY6" fmla="*/ 3390 h 6345"/>
                  <a:gd name="connsiteX7" fmla="*/ 1173 w 6343"/>
                  <a:gd name="connsiteY7" fmla="*/ 5634 h 6345"/>
                  <a:gd name="connsiteX8" fmla="*/ 3416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63"/>
                    </a:moveTo>
                    <a:cubicBezTo>
                      <a:pt x="4257" y="6563"/>
                      <a:pt x="5064" y="6229"/>
                      <a:pt x="5658" y="5634"/>
                    </a:cubicBezTo>
                    <a:cubicBezTo>
                      <a:pt x="6253" y="5039"/>
                      <a:pt x="6587" y="4232"/>
                      <a:pt x="6587" y="3390"/>
                    </a:cubicBezTo>
                    <a:cubicBezTo>
                      <a:pt x="6587" y="2549"/>
                      <a:pt x="6253" y="1742"/>
                      <a:pt x="5658" y="1147"/>
                    </a:cubicBezTo>
                    <a:cubicBezTo>
                      <a:pt x="5064" y="552"/>
                      <a:pt x="4257" y="217"/>
                      <a:pt x="3416" y="217"/>
                    </a:cubicBezTo>
                    <a:cubicBezTo>
                      <a:pt x="2575" y="217"/>
                      <a:pt x="1768" y="552"/>
                      <a:pt x="1173" y="1147"/>
                    </a:cubicBezTo>
                    <a:cubicBezTo>
                      <a:pt x="578" y="1742"/>
                      <a:pt x="244" y="2549"/>
                      <a:pt x="244" y="3390"/>
                    </a:cubicBezTo>
                    <a:cubicBezTo>
                      <a:pt x="244" y="4232"/>
                      <a:pt x="578" y="5039"/>
                      <a:pt x="1173" y="5634"/>
                    </a:cubicBezTo>
                    <a:cubicBezTo>
                      <a:pt x="1768" y="6229"/>
                      <a:pt x="2575" y="6563"/>
                      <a:pt x="3416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21" name="Freeform: Shape 9920">
                <a:extLst>
                  <a:ext uri="{FF2B5EF4-FFF2-40B4-BE49-F238E27FC236}">
                    <a16:creationId xmlns:a16="http://schemas.microsoft.com/office/drawing/2014/main" id="{B12FFA4A-5D41-6596-4CDC-426705D7D256}"/>
                  </a:ext>
                </a:extLst>
              </p:cNvPr>
              <p:cNvSpPr/>
              <p:nvPr/>
            </p:nvSpPr>
            <p:spPr>
              <a:xfrm>
                <a:off x="9502262" y="6238340"/>
                <a:ext cx="6343" cy="6345"/>
              </a:xfrm>
              <a:custGeom>
                <a:avLst/>
                <a:gdLst>
                  <a:gd name="connsiteX0" fmla="*/ 3415 w 6343"/>
                  <a:gd name="connsiteY0" fmla="*/ 6563 h 6345"/>
                  <a:gd name="connsiteX1" fmla="*/ 5658 w 6343"/>
                  <a:gd name="connsiteY1" fmla="*/ 5634 h 6345"/>
                  <a:gd name="connsiteX2" fmla="*/ 6587 w 6343"/>
                  <a:gd name="connsiteY2" fmla="*/ 3390 h 6345"/>
                  <a:gd name="connsiteX3" fmla="*/ 5658 w 6343"/>
                  <a:gd name="connsiteY3" fmla="*/ 1147 h 6345"/>
                  <a:gd name="connsiteX4" fmla="*/ 3415 w 6343"/>
                  <a:gd name="connsiteY4" fmla="*/ 217 h 6345"/>
                  <a:gd name="connsiteX5" fmla="*/ 1173 w 6343"/>
                  <a:gd name="connsiteY5" fmla="*/ 1147 h 6345"/>
                  <a:gd name="connsiteX6" fmla="*/ 244 w 6343"/>
                  <a:gd name="connsiteY6" fmla="*/ 3390 h 6345"/>
                  <a:gd name="connsiteX7" fmla="*/ 1173 w 6343"/>
                  <a:gd name="connsiteY7" fmla="*/ 5634 h 6345"/>
                  <a:gd name="connsiteX8" fmla="*/ 3415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63"/>
                    </a:moveTo>
                    <a:cubicBezTo>
                      <a:pt x="4256" y="6563"/>
                      <a:pt x="5063" y="6229"/>
                      <a:pt x="5658" y="5634"/>
                    </a:cubicBezTo>
                    <a:cubicBezTo>
                      <a:pt x="6253" y="5039"/>
                      <a:pt x="6587" y="4232"/>
                      <a:pt x="6587" y="3390"/>
                    </a:cubicBezTo>
                    <a:cubicBezTo>
                      <a:pt x="6587" y="2549"/>
                      <a:pt x="6253" y="1742"/>
                      <a:pt x="5658" y="1147"/>
                    </a:cubicBezTo>
                    <a:cubicBezTo>
                      <a:pt x="5063" y="552"/>
                      <a:pt x="4256" y="217"/>
                      <a:pt x="3415" y="217"/>
                    </a:cubicBezTo>
                    <a:cubicBezTo>
                      <a:pt x="2574" y="217"/>
                      <a:pt x="1768" y="552"/>
                      <a:pt x="1173" y="1147"/>
                    </a:cubicBezTo>
                    <a:cubicBezTo>
                      <a:pt x="578" y="1742"/>
                      <a:pt x="244" y="2549"/>
                      <a:pt x="244" y="3390"/>
                    </a:cubicBezTo>
                    <a:cubicBezTo>
                      <a:pt x="244" y="4232"/>
                      <a:pt x="578" y="5039"/>
                      <a:pt x="1173" y="5634"/>
                    </a:cubicBezTo>
                    <a:cubicBezTo>
                      <a:pt x="1768" y="6229"/>
                      <a:pt x="2574" y="6563"/>
                      <a:pt x="3415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22" name="Freeform: Shape 9921">
                <a:extLst>
                  <a:ext uri="{FF2B5EF4-FFF2-40B4-BE49-F238E27FC236}">
                    <a16:creationId xmlns:a16="http://schemas.microsoft.com/office/drawing/2014/main" id="{E8168E0C-0394-21E6-DA71-DC6E6E4AFF19}"/>
                  </a:ext>
                </a:extLst>
              </p:cNvPr>
              <p:cNvSpPr/>
              <p:nvPr/>
            </p:nvSpPr>
            <p:spPr>
              <a:xfrm>
                <a:off x="9496444" y="6238238"/>
                <a:ext cx="6343" cy="6345"/>
              </a:xfrm>
              <a:custGeom>
                <a:avLst/>
                <a:gdLst>
                  <a:gd name="connsiteX0" fmla="*/ 3415 w 6343"/>
                  <a:gd name="connsiteY0" fmla="*/ 6563 h 6345"/>
                  <a:gd name="connsiteX1" fmla="*/ 5658 w 6343"/>
                  <a:gd name="connsiteY1" fmla="*/ 5634 h 6345"/>
                  <a:gd name="connsiteX2" fmla="*/ 6586 w 6343"/>
                  <a:gd name="connsiteY2" fmla="*/ 3390 h 6345"/>
                  <a:gd name="connsiteX3" fmla="*/ 5658 w 6343"/>
                  <a:gd name="connsiteY3" fmla="*/ 1147 h 6345"/>
                  <a:gd name="connsiteX4" fmla="*/ 3415 w 6343"/>
                  <a:gd name="connsiteY4" fmla="*/ 217 h 6345"/>
                  <a:gd name="connsiteX5" fmla="*/ 1172 w 6343"/>
                  <a:gd name="connsiteY5" fmla="*/ 1147 h 6345"/>
                  <a:gd name="connsiteX6" fmla="*/ 243 w 6343"/>
                  <a:gd name="connsiteY6" fmla="*/ 3390 h 6345"/>
                  <a:gd name="connsiteX7" fmla="*/ 1172 w 6343"/>
                  <a:gd name="connsiteY7" fmla="*/ 5634 h 6345"/>
                  <a:gd name="connsiteX8" fmla="*/ 3415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63"/>
                    </a:moveTo>
                    <a:cubicBezTo>
                      <a:pt x="4256" y="6563"/>
                      <a:pt x="5063" y="6228"/>
                      <a:pt x="5658" y="5634"/>
                    </a:cubicBezTo>
                    <a:cubicBezTo>
                      <a:pt x="6252" y="5039"/>
                      <a:pt x="6586" y="4232"/>
                      <a:pt x="6586" y="3390"/>
                    </a:cubicBezTo>
                    <a:cubicBezTo>
                      <a:pt x="6586" y="2549"/>
                      <a:pt x="6252" y="1742"/>
                      <a:pt x="5658" y="1147"/>
                    </a:cubicBezTo>
                    <a:cubicBezTo>
                      <a:pt x="5063" y="552"/>
                      <a:pt x="4256" y="217"/>
                      <a:pt x="3415" y="217"/>
                    </a:cubicBezTo>
                    <a:cubicBezTo>
                      <a:pt x="2574" y="217"/>
                      <a:pt x="1767" y="552"/>
                      <a:pt x="1172" y="1147"/>
                    </a:cubicBezTo>
                    <a:cubicBezTo>
                      <a:pt x="578" y="1742"/>
                      <a:pt x="243" y="2549"/>
                      <a:pt x="243" y="3390"/>
                    </a:cubicBezTo>
                    <a:cubicBezTo>
                      <a:pt x="243" y="4232"/>
                      <a:pt x="578" y="5039"/>
                      <a:pt x="1172" y="5634"/>
                    </a:cubicBezTo>
                    <a:cubicBezTo>
                      <a:pt x="1767" y="6228"/>
                      <a:pt x="2574" y="6563"/>
                      <a:pt x="3415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23" name="Freeform: Shape 9922">
                <a:extLst>
                  <a:ext uri="{FF2B5EF4-FFF2-40B4-BE49-F238E27FC236}">
                    <a16:creationId xmlns:a16="http://schemas.microsoft.com/office/drawing/2014/main" id="{6A363BD6-ACEB-ACC9-389E-C87847C5A830}"/>
                  </a:ext>
                </a:extLst>
              </p:cNvPr>
              <p:cNvSpPr/>
              <p:nvPr/>
            </p:nvSpPr>
            <p:spPr>
              <a:xfrm>
                <a:off x="9490618" y="6237850"/>
                <a:ext cx="6343" cy="6345"/>
              </a:xfrm>
              <a:custGeom>
                <a:avLst/>
                <a:gdLst>
                  <a:gd name="connsiteX0" fmla="*/ 3414 w 6343"/>
                  <a:gd name="connsiteY0" fmla="*/ 6563 h 6345"/>
                  <a:gd name="connsiteX1" fmla="*/ 5657 w 6343"/>
                  <a:gd name="connsiteY1" fmla="*/ 5634 h 6345"/>
                  <a:gd name="connsiteX2" fmla="*/ 6586 w 6343"/>
                  <a:gd name="connsiteY2" fmla="*/ 3390 h 6345"/>
                  <a:gd name="connsiteX3" fmla="*/ 5657 w 6343"/>
                  <a:gd name="connsiteY3" fmla="*/ 1147 h 6345"/>
                  <a:gd name="connsiteX4" fmla="*/ 3414 w 6343"/>
                  <a:gd name="connsiteY4" fmla="*/ 217 h 6345"/>
                  <a:gd name="connsiteX5" fmla="*/ 1172 w 6343"/>
                  <a:gd name="connsiteY5" fmla="*/ 1147 h 6345"/>
                  <a:gd name="connsiteX6" fmla="*/ 243 w 6343"/>
                  <a:gd name="connsiteY6" fmla="*/ 3390 h 6345"/>
                  <a:gd name="connsiteX7" fmla="*/ 1172 w 6343"/>
                  <a:gd name="connsiteY7" fmla="*/ 5634 h 6345"/>
                  <a:gd name="connsiteX8" fmla="*/ 341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63"/>
                    </a:moveTo>
                    <a:cubicBezTo>
                      <a:pt x="4256" y="6563"/>
                      <a:pt x="5062" y="6228"/>
                      <a:pt x="5657" y="5634"/>
                    </a:cubicBezTo>
                    <a:cubicBezTo>
                      <a:pt x="6252" y="5039"/>
                      <a:pt x="6586" y="4231"/>
                      <a:pt x="6586" y="3390"/>
                    </a:cubicBezTo>
                    <a:cubicBezTo>
                      <a:pt x="6586" y="2549"/>
                      <a:pt x="6252" y="1742"/>
                      <a:pt x="5657" y="1147"/>
                    </a:cubicBezTo>
                    <a:cubicBezTo>
                      <a:pt x="5062" y="552"/>
                      <a:pt x="4256" y="217"/>
                      <a:pt x="3414" y="217"/>
                    </a:cubicBezTo>
                    <a:cubicBezTo>
                      <a:pt x="2573" y="217"/>
                      <a:pt x="1767" y="552"/>
                      <a:pt x="1172" y="1147"/>
                    </a:cubicBezTo>
                    <a:cubicBezTo>
                      <a:pt x="577" y="1742"/>
                      <a:pt x="243" y="2549"/>
                      <a:pt x="243" y="3390"/>
                    </a:cubicBezTo>
                    <a:cubicBezTo>
                      <a:pt x="243" y="4231"/>
                      <a:pt x="577" y="5039"/>
                      <a:pt x="1172" y="5634"/>
                    </a:cubicBezTo>
                    <a:cubicBezTo>
                      <a:pt x="1767" y="6228"/>
                      <a:pt x="2573" y="6563"/>
                      <a:pt x="341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24" name="Freeform: Shape 9923">
                <a:extLst>
                  <a:ext uri="{FF2B5EF4-FFF2-40B4-BE49-F238E27FC236}">
                    <a16:creationId xmlns:a16="http://schemas.microsoft.com/office/drawing/2014/main" id="{4F3430DC-F234-59D8-F29F-42E70C0F0793}"/>
                  </a:ext>
                </a:extLst>
              </p:cNvPr>
              <p:cNvSpPr/>
              <p:nvPr/>
            </p:nvSpPr>
            <p:spPr>
              <a:xfrm>
                <a:off x="9484812" y="6237739"/>
                <a:ext cx="6343" cy="6345"/>
              </a:xfrm>
              <a:custGeom>
                <a:avLst/>
                <a:gdLst>
                  <a:gd name="connsiteX0" fmla="*/ 3414 w 6343"/>
                  <a:gd name="connsiteY0" fmla="*/ 6563 h 6345"/>
                  <a:gd name="connsiteX1" fmla="*/ 5657 w 6343"/>
                  <a:gd name="connsiteY1" fmla="*/ 5633 h 6345"/>
                  <a:gd name="connsiteX2" fmla="*/ 6586 w 6343"/>
                  <a:gd name="connsiteY2" fmla="*/ 3390 h 6345"/>
                  <a:gd name="connsiteX3" fmla="*/ 5657 w 6343"/>
                  <a:gd name="connsiteY3" fmla="*/ 1147 h 6345"/>
                  <a:gd name="connsiteX4" fmla="*/ 3414 w 6343"/>
                  <a:gd name="connsiteY4" fmla="*/ 217 h 6345"/>
                  <a:gd name="connsiteX5" fmla="*/ 1171 w 6343"/>
                  <a:gd name="connsiteY5" fmla="*/ 1147 h 6345"/>
                  <a:gd name="connsiteX6" fmla="*/ 242 w 6343"/>
                  <a:gd name="connsiteY6" fmla="*/ 3390 h 6345"/>
                  <a:gd name="connsiteX7" fmla="*/ 1171 w 6343"/>
                  <a:gd name="connsiteY7" fmla="*/ 5633 h 6345"/>
                  <a:gd name="connsiteX8" fmla="*/ 341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63"/>
                    </a:moveTo>
                    <a:cubicBezTo>
                      <a:pt x="4255" y="6563"/>
                      <a:pt x="5062" y="6228"/>
                      <a:pt x="5657" y="5633"/>
                    </a:cubicBezTo>
                    <a:cubicBezTo>
                      <a:pt x="6251" y="5039"/>
                      <a:pt x="6586" y="4231"/>
                      <a:pt x="6586" y="3390"/>
                    </a:cubicBezTo>
                    <a:cubicBezTo>
                      <a:pt x="6586" y="2549"/>
                      <a:pt x="6251" y="1742"/>
                      <a:pt x="5657" y="1147"/>
                    </a:cubicBezTo>
                    <a:cubicBezTo>
                      <a:pt x="5062" y="552"/>
                      <a:pt x="4255" y="217"/>
                      <a:pt x="3414" y="217"/>
                    </a:cubicBezTo>
                    <a:cubicBezTo>
                      <a:pt x="2573" y="217"/>
                      <a:pt x="1766" y="552"/>
                      <a:pt x="1171" y="1147"/>
                    </a:cubicBezTo>
                    <a:cubicBezTo>
                      <a:pt x="577" y="1742"/>
                      <a:pt x="242" y="2549"/>
                      <a:pt x="242" y="3390"/>
                    </a:cubicBezTo>
                    <a:cubicBezTo>
                      <a:pt x="242" y="4231"/>
                      <a:pt x="577" y="5039"/>
                      <a:pt x="1171" y="5633"/>
                    </a:cubicBezTo>
                    <a:cubicBezTo>
                      <a:pt x="1766" y="6228"/>
                      <a:pt x="2573" y="6563"/>
                      <a:pt x="341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25" name="Freeform: Shape 9924">
                <a:extLst>
                  <a:ext uri="{FF2B5EF4-FFF2-40B4-BE49-F238E27FC236}">
                    <a16:creationId xmlns:a16="http://schemas.microsoft.com/office/drawing/2014/main" id="{4FC5190E-73BB-3DF7-F03E-4EC4CFF921ED}"/>
                  </a:ext>
                </a:extLst>
              </p:cNvPr>
              <p:cNvSpPr/>
              <p:nvPr/>
            </p:nvSpPr>
            <p:spPr>
              <a:xfrm>
                <a:off x="9478999" y="6237341"/>
                <a:ext cx="6343" cy="6345"/>
              </a:xfrm>
              <a:custGeom>
                <a:avLst/>
                <a:gdLst>
                  <a:gd name="connsiteX0" fmla="*/ 3414 w 6343"/>
                  <a:gd name="connsiteY0" fmla="*/ 6563 h 6345"/>
                  <a:gd name="connsiteX1" fmla="*/ 5656 w 6343"/>
                  <a:gd name="connsiteY1" fmla="*/ 5633 h 6345"/>
                  <a:gd name="connsiteX2" fmla="*/ 6585 w 6343"/>
                  <a:gd name="connsiteY2" fmla="*/ 3390 h 6345"/>
                  <a:gd name="connsiteX3" fmla="*/ 5656 w 6343"/>
                  <a:gd name="connsiteY3" fmla="*/ 1147 h 6345"/>
                  <a:gd name="connsiteX4" fmla="*/ 3414 w 6343"/>
                  <a:gd name="connsiteY4" fmla="*/ 217 h 6345"/>
                  <a:gd name="connsiteX5" fmla="*/ 1171 w 6343"/>
                  <a:gd name="connsiteY5" fmla="*/ 1147 h 6345"/>
                  <a:gd name="connsiteX6" fmla="*/ 242 w 6343"/>
                  <a:gd name="connsiteY6" fmla="*/ 3390 h 6345"/>
                  <a:gd name="connsiteX7" fmla="*/ 1171 w 6343"/>
                  <a:gd name="connsiteY7" fmla="*/ 5633 h 6345"/>
                  <a:gd name="connsiteX8" fmla="*/ 341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63"/>
                    </a:moveTo>
                    <a:cubicBezTo>
                      <a:pt x="4255" y="6563"/>
                      <a:pt x="5061" y="6228"/>
                      <a:pt x="5656" y="5633"/>
                    </a:cubicBezTo>
                    <a:cubicBezTo>
                      <a:pt x="6251" y="5038"/>
                      <a:pt x="6585" y="4231"/>
                      <a:pt x="6585" y="3390"/>
                    </a:cubicBezTo>
                    <a:cubicBezTo>
                      <a:pt x="6585" y="2549"/>
                      <a:pt x="6251" y="1742"/>
                      <a:pt x="5656" y="1147"/>
                    </a:cubicBezTo>
                    <a:cubicBezTo>
                      <a:pt x="5061" y="552"/>
                      <a:pt x="4255" y="217"/>
                      <a:pt x="3414" y="217"/>
                    </a:cubicBezTo>
                    <a:cubicBezTo>
                      <a:pt x="2572" y="217"/>
                      <a:pt x="1766" y="552"/>
                      <a:pt x="1171" y="1147"/>
                    </a:cubicBezTo>
                    <a:cubicBezTo>
                      <a:pt x="576" y="1742"/>
                      <a:pt x="242" y="2549"/>
                      <a:pt x="242" y="3390"/>
                    </a:cubicBezTo>
                    <a:cubicBezTo>
                      <a:pt x="242" y="4231"/>
                      <a:pt x="576" y="5038"/>
                      <a:pt x="1171" y="5633"/>
                    </a:cubicBezTo>
                    <a:cubicBezTo>
                      <a:pt x="1766" y="6228"/>
                      <a:pt x="2572" y="6563"/>
                      <a:pt x="341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26" name="Freeform: Shape 9925">
                <a:extLst>
                  <a:ext uri="{FF2B5EF4-FFF2-40B4-BE49-F238E27FC236}">
                    <a16:creationId xmlns:a16="http://schemas.microsoft.com/office/drawing/2014/main" id="{DE7674DA-685A-623D-AC0B-E5191D5EA0E4}"/>
                  </a:ext>
                </a:extLst>
              </p:cNvPr>
              <p:cNvSpPr/>
              <p:nvPr/>
            </p:nvSpPr>
            <p:spPr>
              <a:xfrm>
                <a:off x="9473203" y="6237222"/>
                <a:ext cx="6343" cy="6345"/>
              </a:xfrm>
              <a:custGeom>
                <a:avLst/>
                <a:gdLst>
                  <a:gd name="connsiteX0" fmla="*/ 3413 w 6343"/>
                  <a:gd name="connsiteY0" fmla="*/ 6563 h 6345"/>
                  <a:gd name="connsiteX1" fmla="*/ 5656 w 6343"/>
                  <a:gd name="connsiteY1" fmla="*/ 5633 h 6345"/>
                  <a:gd name="connsiteX2" fmla="*/ 6585 w 6343"/>
                  <a:gd name="connsiteY2" fmla="*/ 3390 h 6345"/>
                  <a:gd name="connsiteX3" fmla="*/ 5656 w 6343"/>
                  <a:gd name="connsiteY3" fmla="*/ 1147 h 6345"/>
                  <a:gd name="connsiteX4" fmla="*/ 3413 w 6343"/>
                  <a:gd name="connsiteY4" fmla="*/ 217 h 6345"/>
                  <a:gd name="connsiteX5" fmla="*/ 1170 w 6343"/>
                  <a:gd name="connsiteY5" fmla="*/ 1147 h 6345"/>
                  <a:gd name="connsiteX6" fmla="*/ 242 w 6343"/>
                  <a:gd name="connsiteY6" fmla="*/ 3390 h 6345"/>
                  <a:gd name="connsiteX7" fmla="*/ 1170 w 6343"/>
                  <a:gd name="connsiteY7" fmla="*/ 5633 h 6345"/>
                  <a:gd name="connsiteX8" fmla="*/ 3413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63"/>
                    </a:moveTo>
                    <a:cubicBezTo>
                      <a:pt x="4254" y="6563"/>
                      <a:pt x="5061" y="6228"/>
                      <a:pt x="5656" y="5633"/>
                    </a:cubicBezTo>
                    <a:cubicBezTo>
                      <a:pt x="6250" y="5038"/>
                      <a:pt x="6585" y="4231"/>
                      <a:pt x="6585" y="3390"/>
                    </a:cubicBezTo>
                    <a:cubicBezTo>
                      <a:pt x="6585" y="2549"/>
                      <a:pt x="6250" y="1742"/>
                      <a:pt x="5656" y="1147"/>
                    </a:cubicBezTo>
                    <a:cubicBezTo>
                      <a:pt x="5061" y="552"/>
                      <a:pt x="4254" y="217"/>
                      <a:pt x="3413" y="217"/>
                    </a:cubicBezTo>
                    <a:cubicBezTo>
                      <a:pt x="2572" y="217"/>
                      <a:pt x="1765" y="552"/>
                      <a:pt x="1170" y="1147"/>
                    </a:cubicBezTo>
                    <a:cubicBezTo>
                      <a:pt x="576" y="1742"/>
                      <a:pt x="242" y="2549"/>
                      <a:pt x="242" y="3390"/>
                    </a:cubicBezTo>
                    <a:cubicBezTo>
                      <a:pt x="242" y="4231"/>
                      <a:pt x="576" y="5038"/>
                      <a:pt x="1170" y="5633"/>
                    </a:cubicBezTo>
                    <a:cubicBezTo>
                      <a:pt x="1765" y="6228"/>
                      <a:pt x="2572" y="6563"/>
                      <a:pt x="3413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27" name="Freeform: Shape 9926">
                <a:extLst>
                  <a:ext uri="{FF2B5EF4-FFF2-40B4-BE49-F238E27FC236}">
                    <a16:creationId xmlns:a16="http://schemas.microsoft.com/office/drawing/2014/main" id="{DAD4B586-0E45-11F5-AFF3-FFE29307FD31}"/>
                  </a:ext>
                </a:extLst>
              </p:cNvPr>
              <p:cNvSpPr/>
              <p:nvPr/>
            </p:nvSpPr>
            <p:spPr>
              <a:xfrm>
                <a:off x="9467426" y="6237758"/>
                <a:ext cx="6343" cy="6345"/>
              </a:xfrm>
              <a:custGeom>
                <a:avLst/>
                <a:gdLst>
                  <a:gd name="connsiteX0" fmla="*/ 3413 w 6343"/>
                  <a:gd name="connsiteY0" fmla="*/ 6563 h 6345"/>
                  <a:gd name="connsiteX1" fmla="*/ 5655 w 6343"/>
                  <a:gd name="connsiteY1" fmla="*/ 5633 h 6345"/>
                  <a:gd name="connsiteX2" fmla="*/ 6584 w 6343"/>
                  <a:gd name="connsiteY2" fmla="*/ 3390 h 6345"/>
                  <a:gd name="connsiteX3" fmla="*/ 5655 w 6343"/>
                  <a:gd name="connsiteY3" fmla="*/ 1147 h 6345"/>
                  <a:gd name="connsiteX4" fmla="*/ 3413 w 6343"/>
                  <a:gd name="connsiteY4" fmla="*/ 217 h 6345"/>
                  <a:gd name="connsiteX5" fmla="*/ 1170 w 6343"/>
                  <a:gd name="connsiteY5" fmla="*/ 1147 h 6345"/>
                  <a:gd name="connsiteX6" fmla="*/ 241 w 6343"/>
                  <a:gd name="connsiteY6" fmla="*/ 3390 h 6345"/>
                  <a:gd name="connsiteX7" fmla="*/ 1170 w 6343"/>
                  <a:gd name="connsiteY7" fmla="*/ 5633 h 6345"/>
                  <a:gd name="connsiteX8" fmla="*/ 3413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63"/>
                    </a:moveTo>
                    <a:cubicBezTo>
                      <a:pt x="4254" y="6563"/>
                      <a:pt x="5061" y="6228"/>
                      <a:pt x="5655" y="5633"/>
                    </a:cubicBezTo>
                    <a:cubicBezTo>
                      <a:pt x="6250" y="5039"/>
                      <a:pt x="6584" y="4231"/>
                      <a:pt x="6584" y="3390"/>
                    </a:cubicBezTo>
                    <a:cubicBezTo>
                      <a:pt x="6584" y="2549"/>
                      <a:pt x="6250" y="1742"/>
                      <a:pt x="5655" y="1147"/>
                    </a:cubicBezTo>
                    <a:cubicBezTo>
                      <a:pt x="5061" y="552"/>
                      <a:pt x="4254" y="217"/>
                      <a:pt x="3413" y="217"/>
                    </a:cubicBezTo>
                    <a:cubicBezTo>
                      <a:pt x="2572" y="217"/>
                      <a:pt x="1765" y="552"/>
                      <a:pt x="1170" y="1147"/>
                    </a:cubicBezTo>
                    <a:cubicBezTo>
                      <a:pt x="575" y="1742"/>
                      <a:pt x="241" y="2549"/>
                      <a:pt x="241" y="3390"/>
                    </a:cubicBezTo>
                    <a:cubicBezTo>
                      <a:pt x="241" y="4231"/>
                      <a:pt x="575" y="5039"/>
                      <a:pt x="1170" y="5633"/>
                    </a:cubicBezTo>
                    <a:cubicBezTo>
                      <a:pt x="1765" y="6228"/>
                      <a:pt x="2572" y="6563"/>
                      <a:pt x="3413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28" name="Freeform: Shape 9927">
                <a:extLst>
                  <a:ext uri="{FF2B5EF4-FFF2-40B4-BE49-F238E27FC236}">
                    <a16:creationId xmlns:a16="http://schemas.microsoft.com/office/drawing/2014/main" id="{20CDDAFA-899A-23E7-7990-0C12DC20C023}"/>
                  </a:ext>
                </a:extLst>
              </p:cNvPr>
              <p:cNvSpPr/>
              <p:nvPr/>
            </p:nvSpPr>
            <p:spPr>
              <a:xfrm>
                <a:off x="9461640" y="6238070"/>
                <a:ext cx="6343" cy="6345"/>
              </a:xfrm>
              <a:custGeom>
                <a:avLst/>
                <a:gdLst>
                  <a:gd name="connsiteX0" fmla="*/ 3412 w 6343"/>
                  <a:gd name="connsiteY0" fmla="*/ 6563 h 6345"/>
                  <a:gd name="connsiteX1" fmla="*/ 5655 w 6343"/>
                  <a:gd name="connsiteY1" fmla="*/ 5634 h 6345"/>
                  <a:gd name="connsiteX2" fmla="*/ 6584 w 6343"/>
                  <a:gd name="connsiteY2" fmla="*/ 3390 h 6345"/>
                  <a:gd name="connsiteX3" fmla="*/ 5655 w 6343"/>
                  <a:gd name="connsiteY3" fmla="*/ 1147 h 6345"/>
                  <a:gd name="connsiteX4" fmla="*/ 3412 w 6343"/>
                  <a:gd name="connsiteY4" fmla="*/ 217 h 6345"/>
                  <a:gd name="connsiteX5" fmla="*/ 1170 w 6343"/>
                  <a:gd name="connsiteY5" fmla="*/ 1147 h 6345"/>
                  <a:gd name="connsiteX6" fmla="*/ 241 w 6343"/>
                  <a:gd name="connsiteY6" fmla="*/ 3390 h 6345"/>
                  <a:gd name="connsiteX7" fmla="*/ 1170 w 6343"/>
                  <a:gd name="connsiteY7" fmla="*/ 5634 h 6345"/>
                  <a:gd name="connsiteX8" fmla="*/ 341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3"/>
                    </a:moveTo>
                    <a:cubicBezTo>
                      <a:pt x="4253" y="6563"/>
                      <a:pt x="5060" y="6228"/>
                      <a:pt x="5655" y="5634"/>
                    </a:cubicBezTo>
                    <a:cubicBezTo>
                      <a:pt x="6250" y="5039"/>
                      <a:pt x="6584" y="4231"/>
                      <a:pt x="6584" y="3390"/>
                    </a:cubicBezTo>
                    <a:cubicBezTo>
                      <a:pt x="6584" y="2549"/>
                      <a:pt x="6250" y="1742"/>
                      <a:pt x="5655" y="1147"/>
                    </a:cubicBezTo>
                    <a:cubicBezTo>
                      <a:pt x="5060" y="552"/>
                      <a:pt x="4253" y="217"/>
                      <a:pt x="3412" y="217"/>
                    </a:cubicBezTo>
                    <a:cubicBezTo>
                      <a:pt x="2571" y="217"/>
                      <a:pt x="1764" y="552"/>
                      <a:pt x="1170" y="1147"/>
                    </a:cubicBezTo>
                    <a:cubicBezTo>
                      <a:pt x="575" y="1742"/>
                      <a:pt x="241" y="2549"/>
                      <a:pt x="241" y="3390"/>
                    </a:cubicBezTo>
                    <a:cubicBezTo>
                      <a:pt x="241" y="4231"/>
                      <a:pt x="575" y="5039"/>
                      <a:pt x="1170" y="5634"/>
                    </a:cubicBezTo>
                    <a:cubicBezTo>
                      <a:pt x="1764" y="6228"/>
                      <a:pt x="2571" y="6563"/>
                      <a:pt x="341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29" name="Freeform: Shape 9928">
                <a:extLst>
                  <a:ext uri="{FF2B5EF4-FFF2-40B4-BE49-F238E27FC236}">
                    <a16:creationId xmlns:a16="http://schemas.microsoft.com/office/drawing/2014/main" id="{77FD384B-2494-AF05-5A52-E52A5B5195AF}"/>
                  </a:ext>
                </a:extLst>
              </p:cNvPr>
              <p:cNvSpPr/>
              <p:nvPr/>
            </p:nvSpPr>
            <p:spPr>
              <a:xfrm>
                <a:off x="9455849" y="6238158"/>
                <a:ext cx="6343" cy="6345"/>
              </a:xfrm>
              <a:custGeom>
                <a:avLst/>
                <a:gdLst>
                  <a:gd name="connsiteX0" fmla="*/ 3412 w 6343"/>
                  <a:gd name="connsiteY0" fmla="*/ 6563 h 6345"/>
                  <a:gd name="connsiteX1" fmla="*/ 5654 w 6343"/>
                  <a:gd name="connsiteY1" fmla="*/ 5634 h 6345"/>
                  <a:gd name="connsiteX2" fmla="*/ 6583 w 6343"/>
                  <a:gd name="connsiteY2" fmla="*/ 3390 h 6345"/>
                  <a:gd name="connsiteX3" fmla="*/ 5654 w 6343"/>
                  <a:gd name="connsiteY3" fmla="*/ 1147 h 6345"/>
                  <a:gd name="connsiteX4" fmla="*/ 3412 w 6343"/>
                  <a:gd name="connsiteY4" fmla="*/ 217 h 6345"/>
                  <a:gd name="connsiteX5" fmla="*/ 1169 w 6343"/>
                  <a:gd name="connsiteY5" fmla="*/ 1147 h 6345"/>
                  <a:gd name="connsiteX6" fmla="*/ 240 w 6343"/>
                  <a:gd name="connsiteY6" fmla="*/ 3390 h 6345"/>
                  <a:gd name="connsiteX7" fmla="*/ 1169 w 6343"/>
                  <a:gd name="connsiteY7" fmla="*/ 5634 h 6345"/>
                  <a:gd name="connsiteX8" fmla="*/ 341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3"/>
                    </a:moveTo>
                    <a:cubicBezTo>
                      <a:pt x="4253" y="6563"/>
                      <a:pt x="5060" y="6228"/>
                      <a:pt x="5654" y="5634"/>
                    </a:cubicBezTo>
                    <a:cubicBezTo>
                      <a:pt x="6249" y="5039"/>
                      <a:pt x="6583" y="4231"/>
                      <a:pt x="6583" y="3390"/>
                    </a:cubicBezTo>
                    <a:cubicBezTo>
                      <a:pt x="6583" y="2549"/>
                      <a:pt x="6249" y="1742"/>
                      <a:pt x="5654" y="1147"/>
                    </a:cubicBezTo>
                    <a:cubicBezTo>
                      <a:pt x="5060" y="552"/>
                      <a:pt x="4253" y="217"/>
                      <a:pt x="3412" y="217"/>
                    </a:cubicBezTo>
                    <a:cubicBezTo>
                      <a:pt x="2571" y="217"/>
                      <a:pt x="1764" y="552"/>
                      <a:pt x="1169" y="1147"/>
                    </a:cubicBezTo>
                    <a:cubicBezTo>
                      <a:pt x="574" y="1742"/>
                      <a:pt x="240" y="2549"/>
                      <a:pt x="240" y="3390"/>
                    </a:cubicBezTo>
                    <a:cubicBezTo>
                      <a:pt x="240" y="4231"/>
                      <a:pt x="574" y="5039"/>
                      <a:pt x="1169" y="5634"/>
                    </a:cubicBezTo>
                    <a:cubicBezTo>
                      <a:pt x="1764" y="6228"/>
                      <a:pt x="2571" y="6563"/>
                      <a:pt x="341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30" name="Freeform: Shape 9929">
                <a:extLst>
                  <a:ext uri="{FF2B5EF4-FFF2-40B4-BE49-F238E27FC236}">
                    <a16:creationId xmlns:a16="http://schemas.microsoft.com/office/drawing/2014/main" id="{B83F1F04-3914-43FC-D86D-2F88DD807804}"/>
                  </a:ext>
                </a:extLst>
              </p:cNvPr>
              <p:cNvSpPr/>
              <p:nvPr/>
            </p:nvSpPr>
            <p:spPr>
              <a:xfrm>
                <a:off x="9450058" y="6238274"/>
                <a:ext cx="6343" cy="6345"/>
              </a:xfrm>
              <a:custGeom>
                <a:avLst/>
                <a:gdLst>
                  <a:gd name="connsiteX0" fmla="*/ 3411 w 6343"/>
                  <a:gd name="connsiteY0" fmla="*/ 6563 h 6345"/>
                  <a:gd name="connsiteX1" fmla="*/ 5654 w 6343"/>
                  <a:gd name="connsiteY1" fmla="*/ 5634 h 6345"/>
                  <a:gd name="connsiteX2" fmla="*/ 6583 w 6343"/>
                  <a:gd name="connsiteY2" fmla="*/ 3390 h 6345"/>
                  <a:gd name="connsiteX3" fmla="*/ 5654 w 6343"/>
                  <a:gd name="connsiteY3" fmla="*/ 1147 h 6345"/>
                  <a:gd name="connsiteX4" fmla="*/ 3411 w 6343"/>
                  <a:gd name="connsiteY4" fmla="*/ 217 h 6345"/>
                  <a:gd name="connsiteX5" fmla="*/ 1169 w 6343"/>
                  <a:gd name="connsiteY5" fmla="*/ 1147 h 6345"/>
                  <a:gd name="connsiteX6" fmla="*/ 240 w 6343"/>
                  <a:gd name="connsiteY6" fmla="*/ 3390 h 6345"/>
                  <a:gd name="connsiteX7" fmla="*/ 1169 w 6343"/>
                  <a:gd name="connsiteY7" fmla="*/ 5634 h 6345"/>
                  <a:gd name="connsiteX8" fmla="*/ 341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3"/>
                    </a:moveTo>
                    <a:cubicBezTo>
                      <a:pt x="4252" y="6563"/>
                      <a:pt x="5059" y="6228"/>
                      <a:pt x="5654" y="5634"/>
                    </a:cubicBezTo>
                    <a:cubicBezTo>
                      <a:pt x="6249" y="5039"/>
                      <a:pt x="6583" y="4232"/>
                      <a:pt x="6583" y="3390"/>
                    </a:cubicBezTo>
                    <a:cubicBezTo>
                      <a:pt x="6583" y="2549"/>
                      <a:pt x="6249" y="1742"/>
                      <a:pt x="5654" y="1147"/>
                    </a:cubicBezTo>
                    <a:cubicBezTo>
                      <a:pt x="5059" y="552"/>
                      <a:pt x="4252" y="217"/>
                      <a:pt x="3411" y="217"/>
                    </a:cubicBezTo>
                    <a:cubicBezTo>
                      <a:pt x="2570" y="217"/>
                      <a:pt x="1763" y="552"/>
                      <a:pt x="1169" y="1147"/>
                    </a:cubicBezTo>
                    <a:cubicBezTo>
                      <a:pt x="574" y="1742"/>
                      <a:pt x="240" y="2549"/>
                      <a:pt x="240" y="3390"/>
                    </a:cubicBezTo>
                    <a:cubicBezTo>
                      <a:pt x="240" y="4232"/>
                      <a:pt x="574" y="5039"/>
                      <a:pt x="1169" y="5634"/>
                    </a:cubicBezTo>
                    <a:cubicBezTo>
                      <a:pt x="1763" y="6228"/>
                      <a:pt x="2570" y="6563"/>
                      <a:pt x="341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31" name="Freeform: Shape 9930">
                <a:extLst>
                  <a:ext uri="{FF2B5EF4-FFF2-40B4-BE49-F238E27FC236}">
                    <a16:creationId xmlns:a16="http://schemas.microsoft.com/office/drawing/2014/main" id="{B814E94B-BFB7-A49E-1820-788E08FD38C0}"/>
                  </a:ext>
                </a:extLst>
              </p:cNvPr>
              <p:cNvSpPr/>
              <p:nvPr/>
            </p:nvSpPr>
            <p:spPr>
              <a:xfrm>
                <a:off x="9444266" y="6238543"/>
                <a:ext cx="6343" cy="6345"/>
              </a:xfrm>
              <a:custGeom>
                <a:avLst/>
                <a:gdLst>
                  <a:gd name="connsiteX0" fmla="*/ 3411 w 6343"/>
                  <a:gd name="connsiteY0" fmla="*/ 6563 h 6345"/>
                  <a:gd name="connsiteX1" fmla="*/ 5653 w 6343"/>
                  <a:gd name="connsiteY1" fmla="*/ 5634 h 6345"/>
                  <a:gd name="connsiteX2" fmla="*/ 6582 w 6343"/>
                  <a:gd name="connsiteY2" fmla="*/ 3390 h 6345"/>
                  <a:gd name="connsiteX3" fmla="*/ 5653 w 6343"/>
                  <a:gd name="connsiteY3" fmla="*/ 1147 h 6345"/>
                  <a:gd name="connsiteX4" fmla="*/ 3411 w 6343"/>
                  <a:gd name="connsiteY4" fmla="*/ 217 h 6345"/>
                  <a:gd name="connsiteX5" fmla="*/ 1168 w 6343"/>
                  <a:gd name="connsiteY5" fmla="*/ 1147 h 6345"/>
                  <a:gd name="connsiteX6" fmla="*/ 239 w 6343"/>
                  <a:gd name="connsiteY6" fmla="*/ 3390 h 6345"/>
                  <a:gd name="connsiteX7" fmla="*/ 1168 w 6343"/>
                  <a:gd name="connsiteY7" fmla="*/ 5634 h 6345"/>
                  <a:gd name="connsiteX8" fmla="*/ 341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3"/>
                    </a:moveTo>
                    <a:cubicBezTo>
                      <a:pt x="4252" y="6563"/>
                      <a:pt x="5059" y="6229"/>
                      <a:pt x="5653" y="5634"/>
                    </a:cubicBezTo>
                    <a:cubicBezTo>
                      <a:pt x="6248" y="5039"/>
                      <a:pt x="6582" y="4232"/>
                      <a:pt x="6582" y="3390"/>
                    </a:cubicBezTo>
                    <a:cubicBezTo>
                      <a:pt x="6582" y="2549"/>
                      <a:pt x="6248" y="1742"/>
                      <a:pt x="5653" y="1147"/>
                    </a:cubicBezTo>
                    <a:cubicBezTo>
                      <a:pt x="5059" y="552"/>
                      <a:pt x="4252" y="217"/>
                      <a:pt x="3411" y="217"/>
                    </a:cubicBezTo>
                    <a:cubicBezTo>
                      <a:pt x="2570" y="217"/>
                      <a:pt x="1763" y="552"/>
                      <a:pt x="1168" y="1147"/>
                    </a:cubicBezTo>
                    <a:cubicBezTo>
                      <a:pt x="573" y="1742"/>
                      <a:pt x="239" y="2549"/>
                      <a:pt x="239" y="3390"/>
                    </a:cubicBezTo>
                    <a:cubicBezTo>
                      <a:pt x="239" y="4232"/>
                      <a:pt x="573" y="5039"/>
                      <a:pt x="1168" y="5634"/>
                    </a:cubicBezTo>
                    <a:cubicBezTo>
                      <a:pt x="1763" y="6229"/>
                      <a:pt x="2570" y="6563"/>
                      <a:pt x="341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32" name="Freeform: Shape 9931">
                <a:extLst>
                  <a:ext uri="{FF2B5EF4-FFF2-40B4-BE49-F238E27FC236}">
                    <a16:creationId xmlns:a16="http://schemas.microsoft.com/office/drawing/2014/main" id="{D99A8A5F-7C45-BA78-F85B-4B147008028F}"/>
                  </a:ext>
                </a:extLst>
              </p:cNvPr>
              <p:cNvSpPr/>
              <p:nvPr/>
            </p:nvSpPr>
            <p:spPr>
              <a:xfrm>
                <a:off x="9438479" y="6237644"/>
                <a:ext cx="6343" cy="6345"/>
              </a:xfrm>
              <a:custGeom>
                <a:avLst/>
                <a:gdLst>
                  <a:gd name="connsiteX0" fmla="*/ 3410 w 6343"/>
                  <a:gd name="connsiteY0" fmla="*/ 6563 h 6345"/>
                  <a:gd name="connsiteX1" fmla="*/ 5653 w 6343"/>
                  <a:gd name="connsiteY1" fmla="*/ 5633 h 6345"/>
                  <a:gd name="connsiteX2" fmla="*/ 6582 w 6343"/>
                  <a:gd name="connsiteY2" fmla="*/ 3390 h 6345"/>
                  <a:gd name="connsiteX3" fmla="*/ 5653 w 6343"/>
                  <a:gd name="connsiteY3" fmla="*/ 1147 h 6345"/>
                  <a:gd name="connsiteX4" fmla="*/ 3410 w 6343"/>
                  <a:gd name="connsiteY4" fmla="*/ 217 h 6345"/>
                  <a:gd name="connsiteX5" fmla="*/ 1168 w 6343"/>
                  <a:gd name="connsiteY5" fmla="*/ 1147 h 6345"/>
                  <a:gd name="connsiteX6" fmla="*/ 239 w 6343"/>
                  <a:gd name="connsiteY6" fmla="*/ 3390 h 6345"/>
                  <a:gd name="connsiteX7" fmla="*/ 1168 w 6343"/>
                  <a:gd name="connsiteY7" fmla="*/ 5633 h 6345"/>
                  <a:gd name="connsiteX8" fmla="*/ 341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3"/>
                    </a:moveTo>
                    <a:cubicBezTo>
                      <a:pt x="4251" y="6563"/>
                      <a:pt x="5058" y="6228"/>
                      <a:pt x="5653" y="5633"/>
                    </a:cubicBezTo>
                    <a:cubicBezTo>
                      <a:pt x="6248" y="5039"/>
                      <a:pt x="6582" y="4231"/>
                      <a:pt x="6582" y="3390"/>
                    </a:cubicBezTo>
                    <a:cubicBezTo>
                      <a:pt x="6582" y="2549"/>
                      <a:pt x="6248" y="1742"/>
                      <a:pt x="5653" y="1147"/>
                    </a:cubicBezTo>
                    <a:cubicBezTo>
                      <a:pt x="5058" y="552"/>
                      <a:pt x="4251" y="217"/>
                      <a:pt x="3410" y="217"/>
                    </a:cubicBezTo>
                    <a:cubicBezTo>
                      <a:pt x="2569" y="217"/>
                      <a:pt x="1762" y="552"/>
                      <a:pt x="1168" y="1147"/>
                    </a:cubicBezTo>
                    <a:cubicBezTo>
                      <a:pt x="573" y="1742"/>
                      <a:pt x="239" y="2549"/>
                      <a:pt x="239" y="3390"/>
                    </a:cubicBezTo>
                    <a:cubicBezTo>
                      <a:pt x="239" y="4231"/>
                      <a:pt x="573" y="5039"/>
                      <a:pt x="1168" y="5633"/>
                    </a:cubicBezTo>
                    <a:cubicBezTo>
                      <a:pt x="1762" y="6228"/>
                      <a:pt x="2569" y="6563"/>
                      <a:pt x="341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33" name="Freeform: Shape 9932">
                <a:extLst>
                  <a:ext uri="{FF2B5EF4-FFF2-40B4-BE49-F238E27FC236}">
                    <a16:creationId xmlns:a16="http://schemas.microsoft.com/office/drawing/2014/main" id="{288F0A9C-124C-57B3-0332-00FE1858FD71}"/>
                  </a:ext>
                </a:extLst>
              </p:cNvPr>
              <p:cNvSpPr/>
              <p:nvPr/>
            </p:nvSpPr>
            <p:spPr>
              <a:xfrm>
                <a:off x="9432686" y="6237967"/>
                <a:ext cx="6343" cy="6345"/>
              </a:xfrm>
              <a:custGeom>
                <a:avLst/>
                <a:gdLst>
                  <a:gd name="connsiteX0" fmla="*/ 3410 w 6343"/>
                  <a:gd name="connsiteY0" fmla="*/ 6563 h 6345"/>
                  <a:gd name="connsiteX1" fmla="*/ 5653 w 6343"/>
                  <a:gd name="connsiteY1" fmla="*/ 5634 h 6345"/>
                  <a:gd name="connsiteX2" fmla="*/ 6581 w 6343"/>
                  <a:gd name="connsiteY2" fmla="*/ 3390 h 6345"/>
                  <a:gd name="connsiteX3" fmla="*/ 5653 w 6343"/>
                  <a:gd name="connsiteY3" fmla="*/ 1147 h 6345"/>
                  <a:gd name="connsiteX4" fmla="*/ 3410 w 6343"/>
                  <a:gd name="connsiteY4" fmla="*/ 217 h 6345"/>
                  <a:gd name="connsiteX5" fmla="*/ 1167 w 6343"/>
                  <a:gd name="connsiteY5" fmla="*/ 1147 h 6345"/>
                  <a:gd name="connsiteX6" fmla="*/ 238 w 6343"/>
                  <a:gd name="connsiteY6" fmla="*/ 3390 h 6345"/>
                  <a:gd name="connsiteX7" fmla="*/ 1167 w 6343"/>
                  <a:gd name="connsiteY7" fmla="*/ 5634 h 6345"/>
                  <a:gd name="connsiteX8" fmla="*/ 341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3"/>
                    </a:moveTo>
                    <a:cubicBezTo>
                      <a:pt x="4251" y="6563"/>
                      <a:pt x="5058" y="6228"/>
                      <a:pt x="5653" y="5634"/>
                    </a:cubicBezTo>
                    <a:cubicBezTo>
                      <a:pt x="6247" y="5039"/>
                      <a:pt x="6581" y="4231"/>
                      <a:pt x="6581" y="3390"/>
                    </a:cubicBezTo>
                    <a:cubicBezTo>
                      <a:pt x="6581" y="2549"/>
                      <a:pt x="6247" y="1742"/>
                      <a:pt x="5653" y="1147"/>
                    </a:cubicBezTo>
                    <a:cubicBezTo>
                      <a:pt x="5058" y="552"/>
                      <a:pt x="4251" y="217"/>
                      <a:pt x="3410" y="217"/>
                    </a:cubicBezTo>
                    <a:cubicBezTo>
                      <a:pt x="2569" y="217"/>
                      <a:pt x="1762" y="552"/>
                      <a:pt x="1167" y="1147"/>
                    </a:cubicBezTo>
                    <a:cubicBezTo>
                      <a:pt x="573" y="1742"/>
                      <a:pt x="238" y="2549"/>
                      <a:pt x="238" y="3390"/>
                    </a:cubicBezTo>
                    <a:cubicBezTo>
                      <a:pt x="238" y="4231"/>
                      <a:pt x="573" y="5039"/>
                      <a:pt x="1167" y="5634"/>
                    </a:cubicBezTo>
                    <a:cubicBezTo>
                      <a:pt x="1762" y="6228"/>
                      <a:pt x="2569" y="6563"/>
                      <a:pt x="341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34" name="Freeform: Shape 9933">
                <a:extLst>
                  <a:ext uri="{FF2B5EF4-FFF2-40B4-BE49-F238E27FC236}">
                    <a16:creationId xmlns:a16="http://schemas.microsoft.com/office/drawing/2014/main" id="{D20572A9-43C1-48C1-6C59-CA37D4CB0DBC}"/>
                  </a:ext>
                </a:extLst>
              </p:cNvPr>
              <p:cNvSpPr/>
              <p:nvPr/>
            </p:nvSpPr>
            <p:spPr>
              <a:xfrm>
                <a:off x="9426897" y="6237815"/>
                <a:ext cx="6343" cy="6345"/>
              </a:xfrm>
              <a:custGeom>
                <a:avLst/>
                <a:gdLst>
                  <a:gd name="connsiteX0" fmla="*/ 3409 w 6343"/>
                  <a:gd name="connsiteY0" fmla="*/ 6563 h 6345"/>
                  <a:gd name="connsiteX1" fmla="*/ 5652 w 6343"/>
                  <a:gd name="connsiteY1" fmla="*/ 5634 h 6345"/>
                  <a:gd name="connsiteX2" fmla="*/ 6581 w 6343"/>
                  <a:gd name="connsiteY2" fmla="*/ 3390 h 6345"/>
                  <a:gd name="connsiteX3" fmla="*/ 5652 w 6343"/>
                  <a:gd name="connsiteY3" fmla="*/ 1147 h 6345"/>
                  <a:gd name="connsiteX4" fmla="*/ 3409 w 6343"/>
                  <a:gd name="connsiteY4" fmla="*/ 217 h 6345"/>
                  <a:gd name="connsiteX5" fmla="*/ 1167 w 6343"/>
                  <a:gd name="connsiteY5" fmla="*/ 1147 h 6345"/>
                  <a:gd name="connsiteX6" fmla="*/ 238 w 6343"/>
                  <a:gd name="connsiteY6" fmla="*/ 3390 h 6345"/>
                  <a:gd name="connsiteX7" fmla="*/ 1167 w 6343"/>
                  <a:gd name="connsiteY7" fmla="*/ 5634 h 6345"/>
                  <a:gd name="connsiteX8" fmla="*/ 340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3"/>
                    </a:moveTo>
                    <a:cubicBezTo>
                      <a:pt x="4251" y="6563"/>
                      <a:pt x="5057" y="6228"/>
                      <a:pt x="5652" y="5634"/>
                    </a:cubicBezTo>
                    <a:cubicBezTo>
                      <a:pt x="6247" y="5039"/>
                      <a:pt x="6581" y="4231"/>
                      <a:pt x="6581" y="3390"/>
                    </a:cubicBezTo>
                    <a:cubicBezTo>
                      <a:pt x="6581" y="2549"/>
                      <a:pt x="6247" y="1742"/>
                      <a:pt x="5652" y="1147"/>
                    </a:cubicBezTo>
                    <a:cubicBezTo>
                      <a:pt x="5057" y="552"/>
                      <a:pt x="4251" y="217"/>
                      <a:pt x="3409" y="217"/>
                    </a:cubicBezTo>
                    <a:cubicBezTo>
                      <a:pt x="2568" y="217"/>
                      <a:pt x="1762" y="552"/>
                      <a:pt x="1167" y="1147"/>
                    </a:cubicBezTo>
                    <a:cubicBezTo>
                      <a:pt x="572" y="1742"/>
                      <a:pt x="238" y="2549"/>
                      <a:pt x="238" y="3390"/>
                    </a:cubicBezTo>
                    <a:cubicBezTo>
                      <a:pt x="238" y="4231"/>
                      <a:pt x="572" y="5039"/>
                      <a:pt x="1167" y="5634"/>
                    </a:cubicBezTo>
                    <a:cubicBezTo>
                      <a:pt x="1762" y="6228"/>
                      <a:pt x="2568" y="6563"/>
                      <a:pt x="340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35" name="Freeform: Shape 9934">
                <a:extLst>
                  <a:ext uri="{FF2B5EF4-FFF2-40B4-BE49-F238E27FC236}">
                    <a16:creationId xmlns:a16="http://schemas.microsoft.com/office/drawing/2014/main" id="{23037587-58F5-D39D-B393-7C2E840BD1D4}"/>
                  </a:ext>
                </a:extLst>
              </p:cNvPr>
              <p:cNvSpPr/>
              <p:nvPr/>
            </p:nvSpPr>
            <p:spPr>
              <a:xfrm>
                <a:off x="9421112" y="6237564"/>
                <a:ext cx="6343" cy="6345"/>
              </a:xfrm>
              <a:custGeom>
                <a:avLst/>
                <a:gdLst>
                  <a:gd name="connsiteX0" fmla="*/ 3409 w 6343"/>
                  <a:gd name="connsiteY0" fmla="*/ 6563 h 6345"/>
                  <a:gd name="connsiteX1" fmla="*/ 5652 w 6343"/>
                  <a:gd name="connsiteY1" fmla="*/ 5633 h 6345"/>
                  <a:gd name="connsiteX2" fmla="*/ 6581 w 6343"/>
                  <a:gd name="connsiteY2" fmla="*/ 3390 h 6345"/>
                  <a:gd name="connsiteX3" fmla="*/ 5652 w 6343"/>
                  <a:gd name="connsiteY3" fmla="*/ 1147 h 6345"/>
                  <a:gd name="connsiteX4" fmla="*/ 3409 w 6343"/>
                  <a:gd name="connsiteY4" fmla="*/ 217 h 6345"/>
                  <a:gd name="connsiteX5" fmla="*/ 1166 w 6343"/>
                  <a:gd name="connsiteY5" fmla="*/ 1147 h 6345"/>
                  <a:gd name="connsiteX6" fmla="*/ 237 w 6343"/>
                  <a:gd name="connsiteY6" fmla="*/ 3390 h 6345"/>
                  <a:gd name="connsiteX7" fmla="*/ 1166 w 6343"/>
                  <a:gd name="connsiteY7" fmla="*/ 5633 h 6345"/>
                  <a:gd name="connsiteX8" fmla="*/ 340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3"/>
                    </a:moveTo>
                    <a:cubicBezTo>
                      <a:pt x="4250" y="6563"/>
                      <a:pt x="5057" y="6228"/>
                      <a:pt x="5652" y="5633"/>
                    </a:cubicBezTo>
                    <a:cubicBezTo>
                      <a:pt x="6246" y="5039"/>
                      <a:pt x="6581" y="4231"/>
                      <a:pt x="6581" y="3390"/>
                    </a:cubicBezTo>
                    <a:cubicBezTo>
                      <a:pt x="6581" y="2549"/>
                      <a:pt x="6246" y="1742"/>
                      <a:pt x="5652" y="1147"/>
                    </a:cubicBezTo>
                    <a:cubicBezTo>
                      <a:pt x="5057" y="552"/>
                      <a:pt x="4250" y="217"/>
                      <a:pt x="3409" y="217"/>
                    </a:cubicBezTo>
                    <a:cubicBezTo>
                      <a:pt x="2568" y="217"/>
                      <a:pt x="1761" y="552"/>
                      <a:pt x="1166" y="1147"/>
                    </a:cubicBezTo>
                    <a:cubicBezTo>
                      <a:pt x="572" y="1742"/>
                      <a:pt x="237" y="2549"/>
                      <a:pt x="237" y="3390"/>
                    </a:cubicBezTo>
                    <a:cubicBezTo>
                      <a:pt x="237" y="4231"/>
                      <a:pt x="572" y="5039"/>
                      <a:pt x="1166" y="5633"/>
                    </a:cubicBezTo>
                    <a:cubicBezTo>
                      <a:pt x="1761" y="6228"/>
                      <a:pt x="2568" y="6563"/>
                      <a:pt x="340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36" name="Freeform: Shape 9935">
                <a:extLst>
                  <a:ext uri="{FF2B5EF4-FFF2-40B4-BE49-F238E27FC236}">
                    <a16:creationId xmlns:a16="http://schemas.microsoft.com/office/drawing/2014/main" id="{1ED06232-46F8-F8D6-3DC4-58D1D6B5454A}"/>
                  </a:ext>
                </a:extLst>
              </p:cNvPr>
              <p:cNvSpPr/>
              <p:nvPr/>
            </p:nvSpPr>
            <p:spPr>
              <a:xfrm>
                <a:off x="9415299" y="6238220"/>
                <a:ext cx="6343" cy="6345"/>
              </a:xfrm>
              <a:custGeom>
                <a:avLst/>
                <a:gdLst>
                  <a:gd name="connsiteX0" fmla="*/ 3409 w 6343"/>
                  <a:gd name="connsiteY0" fmla="*/ 6563 h 6345"/>
                  <a:gd name="connsiteX1" fmla="*/ 5651 w 6343"/>
                  <a:gd name="connsiteY1" fmla="*/ 5634 h 6345"/>
                  <a:gd name="connsiteX2" fmla="*/ 6580 w 6343"/>
                  <a:gd name="connsiteY2" fmla="*/ 3390 h 6345"/>
                  <a:gd name="connsiteX3" fmla="*/ 5651 w 6343"/>
                  <a:gd name="connsiteY3" fmla="*/ 1147 h 6345"/>
                  <a:gd name="connsiteX4" fmla="*/ 3409 w 6343"/>
                  <a:gd name="connsiteY4" fmla="*/ 217 h 6345"/>
                  <a:gd name="connsiteX5" fmla="*/ 1166 w 6343"/>
                  <a:gd name="connsiteY5" fmla="*/ 1147 h 6345"/>
                  <a:gd name="connsiteX6" fmla="*/ 237 w 6343"/>
                  <a:gd name="connsiteY6" fmla="*/ 3390 h 6345"/>
                  <a:gd name="connsiteX7" fmla="*/ 1166 w 6343"/>
                  <a:gd name="connsiteY7" fmla="*/ 5634 h 6345"/>
                  <a:gd name="connsiteX8" fmla="*/ 340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3"/>
                    </a:moveTo>
                    <a:cubicBezTo>
                      <a:pt x="4250" y="6563"/>
                      <a:pt x="5056" y="6228"/>
                      <a:pt x="5651" y="5634"/>
                    </a:cubicBezTo>
                    <a:cubicBezTo>
                      <a:pt x="6246" y="5039"/>
                      <a:pt x="6580" y="4232"/>
                      <a:pt x="6580" y="3390"/>
                    </a:cubicBezTo>
                    <a:cubicBezTo>
                      <a:pt x="6580" y="2549"/>
                      <a:pt x="6246" y="1742"/>
                      <a:pt x="5651" y="1147"/>
                    </a:cubicBezTo>
                    <a:cubicBezTo>
                      <a:pt x="5056" y="552"/>
                      <a:pt x="4250" y="217"/>
                      <a:pt x="3409" y="217"/>
                    </a:cubicBezTo>
                    <a:cubicBezTo>
                      <a:pt x="2567" y="217"/>
                      <a:pt x="1761" y="552"/>
                      <a:pt x="1166" y="1147"/>
                    </a:cubicBezTo>
                    <a:cubicBezTo>
                      <a:pt x="571" y="1742"/>
                      <a:pt x="237" y="2549"/>
                      <a:pt x="237" y="3390"/>
                    </a:cubicBezTo>
                    <a:cubicBezTo>
                      <a:pt x="237" y="4232"/>
                      <a:pt x="571" y="5039"/>
                      <a:pt x="1166" y="5634"/>
                    </a:cubicBezTo>
                    <a:cubicBezTo>
                      <a:pt x="1761" y="6228"/>
                      <a:pt x="2567" y="6563"/>
                      <a:pt x="340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37" name="Freeform: Shape 9936">
                <a:extLst>
                  <a:ext uri="{FF2B5EF4-FFF2-40B4-BE49-F238E27FC236}">
                    <a16:creationId xmlns:a16="http://schemas.microsoft.com/office/drawing/2014/main" id="{BEFA88C1-A320-475E-1399-7282C8BD404B}"/>
                  </a:ext>
                </a:extLst>
              </p:cNvPr>
              <p:cNvSpPr/>
              <p:nvPr/>
            </p:nvSpPr>
            <p:spPr>
              <a:xfrm>
                <a:off x="9401996" y="6440974"/>
                <a:ext cx="6343" cy="6345"/>
              </a:xfrm>
              <a:custGeom>
                <a:avLst/>
                <a:gdLst>
                  <a:gd name="connsiteX0" fmla="*/ 3407 w 6343"/>
                  <a:gd name="connsiteY0" fmla="*/ 6579 h 6345"/>
                  <a:gd name="connsiteX1" fmla="*/ 5650 w 6343"/>
                  <a:gd name="connsiteY1" fmla="*/ 5650 h 6345"/>
                  <a:gd name="connsiteX2" fmla="*/ 6579 w 6343"/>
                  <a:gd name="connsiteY2" fmla="*/ 3406 h 6345"/>
                  <a:gd name="connsiteX3" fmla="*/ 5650 w 6343"/>
                  <a:gd name="connsiteY3" fmla="*/ 1163 h 6345"/>
                  <a:gd name="connsiteX4" fmla="*/ 3407 w 6343"/>
                  <a:gd name="connsiteY4" fmla="*/ 233 h 6345"/>
                  <a:gd name="connsiteX5" fmla="*/ 1165 w 6343"/>
                  <a:gd name="connsiteY5" fmla="*/ 1163 h 6345"/>
                  <a:gd name="connsiteX6" fmla="*/ 236 w 6343"/>
                  <a:gd name="connsiteY6" fmla="*/ 3406 h 6345"/>
                  <a:gd name="connsiteX7" fmla="*/ 1165 w 6343"/>
                  <a:gd name="connsiteY7" fmla="*/ 5650 h 6345"/>
                  <a:gd name="connsiteX8" fmla="*/ 3407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79"/>
                    </a:moveTo>
                    <a:cubicBezTo>
                      <a:pt x="4249" y="6579"/>
                      <a:pt x="5055" y="6244"/>
                      <a:pt x="5650" y="5650"/>
                    </a:cubicBezTo>
                    <a:cubicBezTo>
                      <a:pt x="6245" y="5055"/>
                      <a:pt x="6579" y="4247"/>
                      <a:pt x="6579" y="3406"/>
                    </a:cubicBezTo>
                    <a:cubicBezTo>
                      <a:pt x="6579" y="2565"/>
                      <a:pt x="6245" y="1758"/>
                      <a:pt x="5650" y="1163"/>
                    </a:cubicBezTo>
                    <a:cubicBezTo>
                      <a:pt x="5055" y="568"/>
                      <a:pt x="4249" y="233"/>
                      <a:pt x="3407" y="233"/>
                    </a:cubicBezTo>
                    <a:cubicBezTo>
                      <a:pt x="2566" y="233"/>
                      <a:pt x="1760" y="568"/>
                      <a:pt x="1165" y="1163"/>
                    </a:cubicBezTo>
                    <a:cubicBezTo>
                      <a:pt x="570" y="1758"/>
                      <a:pt x="236" y="2565"/>
                      <a:pt x="236" y="3406"/>
                    </a:cubicBezTo>
                    <a:cubicBezTo>
                      <a:pt x="236" y="4247"/>
                      <a:pt x="570" y="5055"/>
                      <a:pt x="1165" y="5650"/>
                    </a:cubicBezTo>
                    <a:cubicBezTo>
                      <a:pt x="1760" y="6244"/>
                      <a:pt x="2566" y="6579"/>
                      <a:pt x="3407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38" name="Freeform: Shape 9937">
                <a:extLst>
                  <a:ext uri="{FF2B5EF4-FFF2-40B4-BE49-F238E27FC236}">
                    <a16:creationId xmlns:a16="http://schemas.microsoft.com/office/drawing/2014/main" id="{FF6E7F92-2CC0-0AA7-F2AE-AA774BCC4ECC}"/>
                  </a:ext>
                </a:extLst>
              </p:cNvPr>
              <p:cNvSpPr/>
              <p:nvPr/>
            </p:nvSpPr>
            <p:spPr>
              <a:xfrm>
                <a:off x="9394962" y="6440693"/>
                <a:ext cx="6343" cy="6345"/>
              </a:xfrm>
              <a:custGeom>
                <a:avLst/>
                <a:gdLst>
                  <a:gd name="connsiteX0" fmla="*/ 3407 w 6343"/>
                  <a:gd name="connsiteY0" fmla="*/ 6579 h 6345"/>
                  <a:gd name="connsiteX1" fmla="*/ 5650 w 6343"/>
                  <a:gd name="connsiteY1" fmla="*/ 5649 h 6345"/>
                  <a:gd name="connsiteX2" fmla="*/ 6578 w 6343"/>
                  <a:gd name="connsiteY2" fmla="*/ 3406 h 6345"/>
                  <a:gd name="connsiteX3" fmla="*/ 5650 w 6343"/>
                  <a:gd name="connsiteY3" fmla="*/ 1163 h 6345"/>
                  <a:gd name="connsiteX4" fmla="*/ 3407 w 6343"/>
                  <a:gd name="connsiteY4" fmla="*/ 233 h 6345"/>
                  <a:gd name="connsiteX5" fmla="*/ 1164 w 6343"/>
                  <a:gd name="connsiteY5" fmla="*/ 1163 h 6345"/>
                  <a:gd name="connsiteX6" fmla="*/ 235 w 6343"/>
                  <a:gd name="connsiteY6" fmla="*/ 3406 h 6345"/>
                  <a:gd name="connsiteX7" fmla="*/ 1164 w 6343"/>
                  <a:gd name="connsiteY7" fmla="*/ 5649 h 6345"/>
                  <a:gd name="connsiteX8" fmla="*/ 3407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79"/>
                    </a:moveTo>
                    <a:cubicBezTo>
                      <a:pt x="4248" y="6579"/>
                      <a:pt x="5055" y="6244"/>
                      <a:pt x="5650" y="5649"/>
                    </a:cubicBezTo>
                    <a:cubicBezTo>
                      <a:pt x="6244" y="5055"/>
                      <a:pt x="6578" y="4247"/>
                      <a:pt x="6578" y="3406"/>
                    </a:cubicBezTo>
                    <a:cubicBezTo>
                      <a:pt x="6578" y="2565"/>
                      <a:pt x="6244" y="1758"/>
                      <a:pt x="5650" y="1163"/>
                    </a:cubicBezTo>
                    <a:cubicBezTo>
                      <a:pt x="5055" y="568"/>
                      <a:pt x="4248" y="233"/>
                      <a:pt x="3407" y="233"/>
                    </a:cubicBezTo>
                    <a:cubicBezTo>
                      <a:pt x="2566" y="233"/>
                      <a:pt x="1759" y="568"/>
                      <a:pt x="1164" y="1163"/>
                    </a:cubicBezTo>
                    <a:cubicBezTo>
                      <a:pt x="570" y="1758"/>
                      <a:pt x="235" y="2565"/>
                      <a:pt x="235" y="3406"/>
                    </a:cubicBezTo>
                    <a:cubicBezTo>
                      <a:pt x="235" y="4247"/>
                      <a:pt x="570" y="5055"/>
                      <a:pt x="1164" y="5649"/>
                    </a:cubicBezTo>
                    <a:cubicBezTo>
                      <a:pt x="1759" y="6244"/>
                      <a:pt x="2566" y="6579"/>
                      <a:pt x="3407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39" name="Freeform: Shape 9938">
                <a:extLst>
                  <a:ext uri="{FF2B5EF4-FFF2-40B4-BE49-F238E27FC236}">
                    <a16:creationId xmlns:a16="http://schemas.microsoft.com/office/drawing/2014/main" id="{9D367F5A-13D0-EF56-BB9B-90BB83CE2867}"/>
                  </a:ext>
                </a:extLst>
              </p:cNvPr>
              <p:cNvSpPr/>
              <p:nvPr/>
            </p:nvSpPr>
            <p:spPr>
              <a:xfrm>
                <a:off x="9387923" y="6440493"/>
                <a:ext cx="6343" cy="6345"/>
              </a:xfrm>
              <a:custGeom>
                <a:avLst/>
                <a:gdLst>
                  <a:gd name="connsiteX0" fmla="*/ 3406 w 6343"/>
                  <a:gd name="connsiteY0" fmla="*/ 6579 h 6345"/>
                  <a:gd name="connsiteX1" fmla="*/ 5649 w 6343"/>
                  <a:gd name="connsiteY1" fmla="*/ 5649 h 6345"/>
                  <a:gd name="connsiteX2" fmla="*/ 6578 w 6343"/>
                  <a:gd name="connsiteY2" fmla="*/ 3406 h 6345"/>
                  <a:gd name="connsiteX3" fmla="*/ 5649 w 6343"/>
                  <a:gd name="connsiteY3" fmla="*/ 1163 h 6345"/>
                  <a:gd name="connsiteX4" fmla="*/ 3406 w 6343"/>
                  <a:gd name="connsiteY4" fmla="*/ 233 h 6345"/>
                  <a:gd name="connsiteX5" fmla="*/ 1164 w 6343"/>
                  <a:gd name="connsiteY5" fmla="*/ 1163 h 6345"/>
                  <a:gd name="connsiteX6" fmla="*/ 235 w 6343"/>
                  <a:gd name="connsiteY6" fmla="*/ 3406 h 6345"/>
                  <a:gd name="connsiteX7" fmla="*/ 1164 w 6343"/>
                  <a:gd name="connsiteY7" fmla="*/ 5649 h 6345"/>
                  <a:gd name="connsiteX8" fmla="*/ 3406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79"/>
                    </a:moveTo>
                    <a:cubicBezTo>
                      <a:pt x="4247" y="6579"/>
                      <a:pt x="5054" y="6244"/>
                      <a:pt x="5649" y="5649"/>
                    </a:cubicBezTo>
                    <a:cubicBezTo>
                      <a:pt x="6244" y="5055"/>
                      <a:pt x="6578" y="4247"/>
                      <a:pt x="6578" y="3406"/>
                    </a:cubicBezTo>
                    <a:cubicBezTo>
                      <a:pt x="6578" y="2565"/>
                      <a:pt x="6244" y="1758"/>
                      <a:pt x="5649" y="1163"/>
                    </a:cubicBezTo>
                    <a:cubicBezTo>
                      <a:pt x="5054" y="568"/>
                      <a:pt x="4247" y="233"/>
                      <a:pt x="3406" y="233"/>
                    </a:cubicBezTo>
                    <a:cubicBezTo>
                      <a:pt x="2565" y="233"/>
                      <a:pt x="1758" y="568"/>
                      <a:pt x="1164" y="1163"/>
                    </a:cubicBezTo>
                    <a:cubicBezTo>
                      <a:pt x="569" y="1758"/>
                      <a:pt x="235" y="2565"/>
                      <a:pt x="235" y="3406"/>
                    </a:cubicBezTo>
                    <a:cubicBezTo>
                      <a:pt x="235" y="4247"/>
                      <a:pt x="569" y="5055"/>
                      <a:pt x="1164" y="5649"/>
                    </a:cubicBezTo>
                    <a:cubicBezTo>
                      <a:pt x="1758" y="6244"/>
                      <a:pt x="2565" y="6579"/>
                      <a:pt x="3406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40" name="Freeform: Shape 9939">
                <a:extLst>
                  <a:ext uri="{FF2B5EF4-FFF2-40B4-BE49-F238E27FC236}">
                    <a16:creationId xmlns:a16="http://schemas.microsoft.com/office/drawing/2014/main" id="{128609E2-461B-66CE-BA55-E922CEF65260}"/>
                  </a:ext>
                </a:extLst>
              </p:cNvPr>
              <p:cNvSpPr/>
              <p:nvPr/>
            </p:nvSpPr>
            <p:spPr>
              <a:xfrm>
                <a:off x="9380871" y="6440502"/>
                <a:ext cx="6343" cy="6345"/>
              </a:xfrm>
              <a:custGeom>
                <a:avLst/>
                <a:gdLst>
                  <a:gd name="connsiteX0" fmla="*/ 3406 w 6343"/>
                  <a:gd name="connsiteY0" fmla="*/ 6579 h 6345"/>
                  <a:gd name="connsiteX1" fmla="*/ 5648 w 6343"/>
                  <a:gd name="connsiteY1" fmla="*/ 5649 h 6345"/>
                  <a:gd name="connsiteX2" fmla="*/ 6577 w 6343"/>
                  <a:gd name="connsiteY2" fmla="*/ 3406 h 6345"/>
                  <a:gd name="connsiteX3" fmla="*/ 5648 w 6343"/>
                  <a:gd name="connsiteY3" fmla="*/ 1163 h 6345"/>
                  <a:gd name="connsiteX4" fmla="*/ 3406 w 6343"/>
                  <a:gd name="connsiteY4" fmla="*/ 233 h 6345"/>
                  <a:gd name="connsiteX5" fmla="*/ 1163 w 6343"/>
                  <a:gd name="connsiteY5" fmla="*/ 1163 h 6345"/>
                  <a:gd name="connsiteX6" fmla="*/ 234 w 6343"/>
                  <a:gd name="connsiteY6" fmla="*/ 3406 h 6345"/>
                  <a:gd name="connsiteX7" fmla="*/ 1163 w 6343"/>
                  <a:gd name="connsiteY7" fmla="*/ 5649 h 6345"/>
                  <a:gd name="connsiteX8" fmla="*/ 3406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79"/>
                    </a:moveTo>
                    <a:cubicBezTo>
                      <a:pt x="4247" y="6579"/>
                      <a:pt x="5054" y="6244"/>
                      <a:pt x="5648" y="5649"/>
                    </a:cubicBezTo>
                    <a:cubicBezTo>
                      <a:pt x="6243" y="5055"/>
                      <a:pt x="6577" y="4247"/>
                      <a:pt x="6577" y="3406"/>
                    </a:cubicBezTo>
                    <a:cubicBezTo>
                      <a:pt x="6577" y="2565"/>
                      <a:pt x="6243" y="1758"/>
                      <a:pt x="5648" y="1163"/>
                    </a:cubicBezTo>
                    <a:cubicBezTo>
                      <a:pt x="5054" y="568"/>
                      <a:pt x="4247" y="233"/>
                      <a:pt x="3406" y="233"/>
                    </a:cubicBezTo>
                    <a:cubicBezTo>
                      <a:pt x="2565" y="233"/>
                      <a:pt x="1758" y="568"/>
                      <a:pt x="1163" y="1163"/>
                    </a:cubicBezTo>
                    <a:cubicBezTo>
                      <a:pt x="568" y="1758"/>
                      <a:pt x="234" y="2565"/>
                      <a:pt x="234" y="3406"/>
                    </a:cubicBezTo>
                    <a:cubicBezTo>
                      <a:pt x="234" y="4247"/>
                      <a:pt x="568" y="5055"/>
                      <a:pt x="1163" y="5649"/>
                    </a:cubicBezTo>
                    <a:cubicBezTo>
                      <a:pt x="1758" y="6244"/>
                      <a:pt x="2565" y="6579"/>
                      <a:pt x="3406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41" name="Freeform: Shape 9940">
                <a:extLst>
                  <a:ext uri="{FF2B5EF4-FFF2-40B4-BE49-F238E27FC236}">
                    <a16:creationId xmlns:a16="http://schemas.microsoft.com/office/drawing/2014/main" id="{57DE8356-A5A8-2C84-DB31-F0B6288A6AE2}"/>
                  </a:ext>
                </a:extLst>
              </p:cNvPr>
              <p:cNvSpPr/>
              <p:nvPr/>
            </p:nvSpPr>
            <p:spPr>
              <a:xfrm>
                <a:off x="9373794" y="6440843"/>
                <a:ext cx="6343" cy="6345"/>
              </a:xfrm>
              <a:custGeom>
                <a:avLst/>
                <a:gdLst>
                  <a:gd name="connsiteX0" fmla="*/ 3405 w 6343"/>
                  <a:gd name="connsiteY0" fmla="*/ 6579 h 6345"/>
                  <a:gd name="connsiteX1" fmla="*/ 5648 w 6343"/>
                  <a:gd name="connsiteY1" fmla="*/ 5650 h 6345"/>
                  <a:gd name="connsiteX2" fmla="*/ 6577 w 6343"/>
                  <a:gd name="connsiteY2" fmla="*/ 3406 h 6345"/>
                  <a:gd name="connsiteX3" fmla="*/ 5648 w 6343"/>
                  <a:gd name="connsiteY3" fmla="*/ 1163 h 6345"/>
                  <a:gd name="connsiteX4" fmla="*/ 3405 w 6343"/>
                  <a:gd name="connsiteY4" fmla="*/ 233 h 6345"/>
                  <a:gd name="connsiteX5" fmla="*/ 1163 w 6343"/>
                  <a:gd name="connsiteY5" fmla="*/ 1163 h 6345"/>
                  <a:gd name="connsiteX6" fmla="*/ 234 w 6343"/>
                  <a:gd name="connsiteY6" fmla="*/ 3406 h 6345"/>
                  <a:gd name="connsiteX7" fmla="*/ 1163 w 6343"/>
                  <a:gd name="connsiteY7" fmla="*/ 5650 h 6345"/>
                  <a:gd name="connsiteX8" fmla="*/ 3405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79"/>
                    </a:moveTo>
                    <a:cubicBezTo>
                      <a:pt x="4246" y="6579"/>
                      <a:pt x="5053" y="6244"/>
                      <a:pt x="5648" y="5650"/>
                    </a:cubicBezTo>
                    <a:cubicBezTo>
                      <a:pt x="6243" y="5055"/>
                      <a:pt x="6577" y="4247"/>
                      <a:pt x="6577" y="3406"/>
                    </a:cubicBezTo>
                    <a:cubicBezTo>
                      <a:pt x="6577" y="2565"/>
                      <a:pt x="6243" y="1758"/>
                      <a:pt x="5648" y="1163"/>
                    </a:cubicBezTo>
                    <a:cubicBezTo>
                      <a:pt x="5053" y="568"/>
                      <a:pt x="4246" y="233"/>
                      <a:pt x="3405" y="233"/>
                    </a:cubicBezTo>
                    <a:cubicBezTo>
                      <a:pt x="2564" y="233"/>
                      <a:pt x="1757" y="568"/>
                      <a:pt x="1163" y="1163"/>
                    </a:cubicBezTo>
                    <a:cubicBezTo>
                      <a:pt x="568" y="1758"/>
                      <a:pt x="234" y="2565"/>
                      <a:pt x="234" y="3406"/>
                    </a:cubicBezTo>
                    <a:cubicBezTo>
                      <a:pt x="234" y="4247"/>
                      <a:pt x="568" y="5055"/>
                      <a:pt x="1163" y="5650"/>
                    </a:cubicBezTo>
                    <a:cubicBezTo>
                      <a:pt x="1757" y="6244"/>
                      <a:pt x="2564" y="6579"/>
                      <a:pt x="3405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42" name="Freeform: Shape 9941">
                <a:extLst>
                  <a:ext uri="{FF2B5EF4-FFF2-40B4-BE49-F238E27FC236}">
                    <a16:creationId xmlns:a16="http://schemas.microsoft.com/office/drawing/2014/main" id="{C5C8D9E1-A160-D79D-9D48-36495D2301A4}"/>
                  </a:ext>
                </a:extLst>
              </p:cNvPr>
              <p:cNvSpPr/>
              <p:nvPr/>
            </p:nvSpPr>
            <p:spPr>
              <a:xfrm>
                <a:off x="9366701" y="6441266"/>
                <a:ext cx="6343" cy="6345"/>
              </a:xfrm>
              <a:custGeom>
                <a:avLst/>
                <a:gdLst>
                  <a:gd name="connsiteX0" fmla="*/ 3405 w 6343"/>
                  <a:gd name="connsiteY0" fmla="*/ 6579 h 6345"/>
                  <a:gd name="connsiteX1" fmla="*/ 5647 w 6343"/>
                  <a:gd name="connsiteY1" fmla="*/ 5650 h 6345"/>
                  <a:gd name="connsiteX2" fmla="*/ 6576 w 6343"/>
                  <a:gd name="connsiteY2" fmla="*/ 3406 h 6345"/>
                  <a:gd name="connsiteX3" fmla="*/ 5647 w 6343"/>
                  <a:gd name="connsiteY3" fmla="*/ 1163 h 6345"/>
                  <a:gd name="connsiteX4" fmla="*/ 3405 w 6343"/>
                  <a:gd name="connsiteY4" fmla="*/ 233 h 6345"/>
                  <a:gd name="connsiteX5" fmla="*/ 1162 w 6343"/>
                  <a:gd name="connsiteY5" fmla="*/ 1163 h 6345"/>
                  <a:gd name="connsiteX6" fmla="*/ 233 w 6343"/>
                  <a:gd name="connsiteY6" fmla="*/ 3406 h 6345"/>
                  <a:gd name="connsiteX7" fmla="*/ 1162 w 6343"/>
                  <a:gd name="connsiteY7" fmla="*/ 5650 h 6345"/>
                  <a:gd name="connsiteX8" fmla="*/ 3405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79"/>
                    </a:moveTo>
                    <a:cubicBezTo>
                      <a:pt x="4246" y="6579"/>
                      <a:pt x="5053" y="6244"/>
                      <a:pt x="5647" y="5650"/>
                    </a:cubicBezTo>
                    <a:cubicBezTo>
                      <a:pt x="6242" y="5055"/>
                      <a:pt x="6576" y="4248"/>
                      <a:pt x="6576" y="3406"/>
                    </a:cubicBezTo>
                    <a:cubicBezTo>
                      <a:pt x="6576" y="2565"/>
                      <a:pt x="6242" y="1758"/>
                      <a:pt x="5647" y="1163"/>
                    </a:cubicBezTo>
                    <a:cubicBezTo>
                      <a:pt x="5053" y="568"/>
                      <a:pt x="4246" y="233"/>
                      <a:pt x="3405" y="233"/>
                    </a:cubicBezTo>
                    <a:cubicBezTo>
                      <a:pt x="2564" y="233"/>
                      <a:pt x="1757" y="568"/>
                      <a:pt x="1162" y="1163"/>
                    </a:cubicBezTo>
                    <a:cubicBezTo>
                      <a:pt x="567" y="1758"/>
                      <a:pt x="233" y="2565"/>
                      <a:pt x="233" y="3406"/>
                    </a:cubicBezTo>
                    <a:cubicBezTo>
                      <a:pt x="233" y="4248"/>
                      <a:pt x="567" y="5055"/>
                      <a:pt x="1162" y="5650"/>
                    </a:cubicBezTo>
                    <a:cubicBezTo>
                      <a:pt x="1757" y="6244"/>
                      <a:pt x="2564" y="6579"/>
                      <a:pt x="3405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43" name="Freeform: Shape 9942">
                <a:extLst>
                  <a:ext uri="{FF2B5EF4-FFF2-40B4-BE49-F238E27FC236}">
                    <a16:creationId xmlns:a16="http://schemas.microsoft.com/office/drawing/2014/main" id="{070D70FA-D842-D137-BCF1-317BC13B081A}"/>
                  </a:ext>
                </a:extLst>
              </p:cNvPr>
              <p:cNvSpPr/>
              <p:nvPr/>
            </p:nvSpPr>
            <p:spPr>
              <a:xfrm>
                <a:off x="9316165" y="7029132"/>
                <a:ext cx="6343" cy="6345"/>
              </a:xfrm>
              <a:custGeom>
                <a:avLst/>
                <a:gdLst>
                  <a:gd name="connsiteX0" fmla="*/ 3401 w 6343"/>
                  <a:gd name="connsiteY0" fmla="*/ 6625 h 6345"/>
                  <a:gd name="connsiteX1" fmla="*/ 5643 w 6343"/>
                  <a:gd name="connsiteY1" fmla="*/ 5696 h 6345"/>
                  <a:gd name="connsiteX2" fmla="*/ 6572 w 6343"/>
                  <a:gd name="connsiteY2" fmla="*/ 3452 h 6345"/>
                  <a:gd name="connsiteX3" fmla="*/ 5643 w 6343"/>
                  <a:gd name="connsiteY3" fmla="*/ 1209 h 6345"/>
                  <a:gd name="connsiteX4" fmla="*/ 3401 w 6343"/>
                  <a:gd name="connsiteY4" fmla="*/ 280 h 6345"/>
                  <a:gd name="connsiteX5" fmla="*/ 1158 w 6343"/>
                  <a:gd name="connsiteY5" fmla="*/ 1209 h 6345"/>
                  <a:gd name="connsiteX6" fmla="*/ 229 w 6343"/>
                  <a:gd name="connsiteY6" fmla="*/ 3452 h 6345"/>
                  <a:gd name="connsiteX7" fmla="*/ 1158 w 6343"/>
                  <a:gd name="connsiteY7" fmla="*/ 5696 h 6345"/>
                  <a:gd name="connsiteX8" fmla="*/ 3401 w 6343"/>
                  <a:gd name="connsiteY8" fmla="*/ 66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625"/>
                    </a:moveTo>
                    <a:cubicBezTo>
                      <a:pt x="4242" y="6625"/>
                      <a:pt x="5049" y="6291"/>
                      <a:pt x="5643" y="5696"/>
                    </a:cubicBezTo>
                    <a:cubicBezTo>
                      <a:pt x="6238" y="5101"/>
                      <a:pt x="6572" y="4294"/>
                      <a:pt x="6572" y="3452"/>
                    </a:cubicBezTo>
                    <a:cubicBezTo>
                      <a:pt x="6572" y="2611"/>
                      <a:pt x="6238" y="1804"/>
                      <a:pt x="5643" y="1209"/>
                    </a:cubicBezTo>
                    <a:cubicBezTo>
                      <a:pt x="5049" y="614"/>
                      <a:pt x="4242" y="280"/>
                      <a:pt x="3401" y="280"/>
                    </a:cubicBezTo>
                    <a:cubicBezTo>
                      <a:pt x="2560" y="280"/>
                      <a:pt x="1753" y="614"/>
                      <a:pt x="1158" y="1209"/>
                    </a:cubicBezTo>
                    <a:cubicBezTo>
                      <a:pt x="563" y="1804"/>
                      <a:pt x="229" y="2611"/>
                      <a:pt x="229" y="3452"/>
                    </a:cubicBezTo>
                    <a:cubicBezTo>
                      <a:pt x="229" y="4294"/>
                      <a:pt x="563" y="5101"/>
                      <a:pt x="1158" y="5696"/>
                    </a:cubicBezTo>
                    <a:cubicBezTo>
                      <a:pt x="1753" y="6291"/>
                      <a:pt x="2560" y="6625"/>
                      <a:pt x="3401" y="66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44" name="Freeform: Shape 9943">
                <a:extLst>
                  <a:ext uri="{FF2B5EF4-FFF2-40B4-BE49-F238E27FC236}">
                    <a16:creationId xmlns:a16="http://schemas.microsoft.com/office/drawing/2014/main" id="{EA237742-8D3E-4577-8040-30D94CDC0251}"/>
                  </a:ext>
                </a:extLst>
              </p:cNvPr>
              <p:cNvSpPr/>
              <p:nvPr/>
            </p:nvSpPr>
            <p:spPr>
              <a:xfrm>
                <a:off x="9352603" y="6440602"/>
                <a:ext cx="6343" cy="6345"/>
              </a:xfrm>
              <a:custGeom>
                <a:avLst/>
                <a:gdLst>
                  <a:gd name="connsiteX0" fmla="*/ 3404 w 6343"/>
                  <a:gd name="connsiteY0" fmla="*/ 6579 h 6345"/>
                  <a:gd name="connsiteX1" fmla="*/ 5646 w 6343"/>
                  <a:gd name="connsiteY1" fmla="*/ 5649 h 6345"/>
                  <a:gd name="connsiteX2" fmla="*/ 6575 w 6343"/>
                  <a:gd name="connsiteY2" fmla="*/ 3406 h 6345"/>
                  <a:gd name="connsiteX3" fmla="*/ 5646 w 6343"/>
                  <a:gd name="connsiteY3" fmla="*/ 1163 h 6345"/>
                  <a:gd name="connsiteX4" fmla="*/ 3404 w 6343"/>
                  <a:gd name="connsiteY4" fmla="*/ 233 h 6345"/>
                  <a:gd name="connsiteX5" fmla="*/ 1161 w 6343"/>
                  <a:gd name="connsiteY5" fmla="*/ 1163 h 6345"/>
                  <a:gd name="connsiteX6" fmla="*/ 232 w 6343"/>
                  <a:gd name="connsiteY6" fmla="*/ 3406 h 6345"/>
                  <a:gd name="connsiteX7" fmla="*/ 1161 w 6343"/>
                  <a:gd name="connsiteY7" fmla="*/ 5649 h 6345"/>
                  <a:gd name="connsiteX8" fmla="*/ 3404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79"/>
                    </a:moveTo>
                    <a:cubicBezTo>
                      <a:pt x="4245" y="6579"/>
                      <a:pt x="5051" y="6244"/>
                      <a:pt x="5646" y="5649"/>
                    </a:cubicBezTo>
                    <a:cubicBezTo>
                      <a:pt x="6241" y="5055"/>
                      <a:pt x="6575" y="4247"/>
                      <a:pt x="6575" y="3406"/>
                    </a:cubicBezTo>
                    <a:cubicBezTo>
                      <a:pt x="6575" y="2565"/>
                      <a:pt x="6241" y="1758"/>
                      <a:pt x="5646" y="1163"/>
                    </a:cubicBezTo>
                    <a:cubicBezTo>
                      <a:pt x="5051" y="568"/>
                      <a:pt x="4245" y="233"/>
                      <a:pt x="3404" y="233"/>
                    </a:cubicBezTo>
                    <a:cubicBezTo>
                      <a:pt x="2562" y="233"/>
                      <a:pt x="1756" y="568"/>
                      <a:pt x="1161" y="1163"/>
                    </a:cubicBezTo>
                    <a:cubicBezTo>
                      <a:pt x="566" y="1758"/>
                      <a:pt x="232" y="2565"/>
                      <a:pt x="232" y="3406"/>
                    </a:cubicBezTo>
                    <a:cubicBezTo>
                      <a:pt x="232" y="4247"/>
                      <a:pt x="566" y="5055"/>
                      <a:pt x="1161" y="5649"/>
                    </a:cubicBezTo>
                    <a:cubicBezTo>
                      <a:pt x="1756" y="6244"/>
                      <a:pt x="2562" y="6579"/>
                      <a:pt x="3404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45" name="Freeform: Shape 9944">
                <a:extLst>
                  <a:ext uri="{FF2B5EF4-FFF2-40B4-BE49-F238E27FC236}">
                    <a16:creationId xmlns:a16="http://schemas.microsoft.com/office/drawing/2014/main" id="{B03EF48E-9624-A867-40B5-CDA02DBF61CD}"/>
                  </a:ext>
                </a:extLst>
              </p:cNvPr>
              <p:cNvSpPr/>
              <p:nvPr/>
            </p:nvSpPr>
            <p:spPr>
              <a:xfrm>
                <a:off x="9324181" y="6687945"/>
                <a:ext cx="6343" cy="6345"/>
              </a:xfrm>
              <a:custGeom>
                <a:avLst/>
                <a:gdLst>
                  <a:gd name="connsiteX0" fmla="*/ 3401 w 6343"/>
                  <a:gd name="connsiteY0" fmla="*/ 6598 h 6345"/>
                  <a:gd name="connsiteX1" fmla="*/ 5644 w 6343"/>
                  <a:gd name="connsiteY1" fmla="*/ 5669 h 6345"/>
                  <a:gd name="connsiteX2" fmla="*/ 6573 w 6343"/>
                  <a:gd name="connsiteY2" fmla="*/ 3426 h 6345"/>
                  <a:gd name="connsiteX3" fmla="*/ 5644 w 6343"/>
                  <a:gd name="connsiteY3" fmla="*/ 1182 h 6345"/>
                  <a:gd name="connsiteX4" fmla="*/ 3401 w 6343"/>
                  <a:gd name="connsiteY4" fmla="*/ 253 h 6345"/>
                  <a:gd name="connsiteX5" fmla="*/ 1159 w 6343"/>
                  <a:gd name="connsiteY5" fmla="*/ 1182 h 6345"/>
                  <a:gd name="connsiteX6" fmla="*/ 230 w 6343"/>
                  <a:gd name="connsiteY6" fmla="*/ 3426 h 6345"/>
                  <a:gd name="connsiteX7" fmla="*/ 1159 w 6343"/>
                  <a:gd name="connsiteY7" fmla="*/ 5669 h 6345"/>
                  <a:gd name="connsiteX8" fmla="*/ 3401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98"/>
                    </a:moveTo>
                    <a:cubicBezTo>
                      <a:pt x="4242" y="6598"/>
                      <a:pt x="5049" y="6264"/>
                      <a:pt x="5644" y="5669"/>
                    </a:cubicBezTo>
                    <a:cubicBezTo>
                      <a:pt x="6239" y="5074"/>
                      <a:pt x="6573" y="4267"/>
                      <a:pt x="6573" y="3426"/>
                    </a:cubicBezTo>
                    <a:cubicBezTo>
                      <a:pt x="6573" y="2584"/>
                      <a:pt x="6239" y="1777"/>
                      <a:pt x="5644" y="1182"/>
                    </a:cubicBezTo>
                    <a:cubicBezTo>
                      <a:pt x="5049" y="587"/>
                      <a:pt x="4242" y="253"/>
                      <a:pt x="3401" y="253"/>
                    </a:cubicBezTo>
                    <a:cubicBezTo>
                      <a:pt x="2560" y="253"/>
                      <a:pt x="1753" y="587"/>
                      <a:pt x="1159" y="1182"/>
                    </a:cubicBezTo>
                    <a:cubicBezTo>
                      <a:pt x="564" y="1777"/>
                      <a:pt x="230" y="2584"/>
                      <a:pt x="230" y="3426"/>
                    </a:cubicBezTo>
                    <a:cubicBezTo>
                      <a:pt x="230" y="4267"/>
                      <a:pt x="564" y="5074"/>
                      <a:pt x="1159" y="5669"/>
                    </a:cubicBezTo>
                    <a:cubicBezTo>
                      <a:pt x="1753" y="6264"/>
                      <a:pt x="2560" y="6598"/>
                      <a:pt x="3401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46" name="Freeform: Shape 9945">
                <a:extLst>
                  <a:ext uri="{FF2B5EF4-FFF2-40B4-BE49-F238E27FC236}">
                    <a16:creationId xmlns:a16="http://schemas.microsoft.com/office/drawing/2014/main" id="{9D85CCD1-630F-8924-BA36-8887D70C8923}"/>
                  </a:ext>
                </a:extLst>
              </p:cNvPr>
              <p:cNvSpPr/>
              <p:nvPr/>
            </p:nvSpPr>
            <p:spPr>
              <a:xfrm>
                <a:off x="9315616" y="6687368"/>
                <a:ext cx="6343" cy="6345"/>
              </a:xfrm>
              <a:custGeom>
                <a:avLst/>
                <a:gdLst>
                  <a:gd name="connsiteX0" fmla="*/ 3401 w 6343"/>
                  <a:gd name="connsiteY0" fmla="*/ 6598 h 6345"/>
                  <a:gd name="connsiteX1" fmla="*/ 5643 w 6343"/>
                  <a:gd name="connsiteY1" fmla="*/ 5669 h 6345"/>
                  <a:gd name="connsiteX2" fmla="*/ 6572 w 6343"/>
                  <a:gd name="connsiteY2" fmla="*/ 3425 h 6345"/>
                  <a:gd name="connsiteX3" fmla="*/ 5643 w 6343"/>
                  <a:gd name="connsiteY3" fmla="*/ 1182 h 6345"/>
                  <a:gd name="connsiteX4" fmla="*/ 3401 w 6343"/>
                  <a:gd name="connsiteY4" fmla="*/ 253 h 6345"/>
                  <a:gd name="connsiteX5" fmla="*/ 1158 w 6343"/>
                  <a:gd name="connsiteY5" fmla="*/ 1182 h 6345"/>
                  <a:gd name="connsiteX6" fmla="*/ 229 w 6343"/>
                  <a:gd name="connsiteY6" fmla="*/ 3425 h 6345"/>
                  <a:gd name="connsiteX7" fmla="*/ 1158 w 6343"/>
                  <a:gd name="connsiteY7" fmla="*/ 5669 h 6345"/>
                  <a:gd name="connsiteX8" fmla="*/ 3401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98"/>
                    </a:moveTo>
                    <a:cubicBezTo>
                      <a:pt x="4242" y="6598"/>
                      <a:pt x="5049" y="6264"/>
                      <a:pt x="5643" y="5669"/>
                    </a:cubicBezTo>
                    <a:cubicBezTo>
                      <a:pt x="6238" y="5074"/>
                      <a:pt x="6572" y="4267"/>
                      <a:pt x="6572" y="3425"/>
                    </a:cubicBezTo>
                    <a:cubicBezTo>
                      <a:pt x="6572" y="2584"/>
                      <a:pt x="6238" y="1777"/>
                      <a:pt x="5643" y="1182"/>
                    </a:cubicBezTo>
                    <a:cubicBezTo>
                      <a:pt x="5049" y="587"/>
                      <a:pt x="4242" y="253"/>
                      <a:pt x="3401" y="253"/>
                    </a:cubicBezTo>
                    <a:cubicBezTo>
                      <a:pt x="2560" y="253"/>
                      <a:pt x="1753" y="587"/>
                      <a:pt x="1158" y="1182"/>
                    </a:cubicBezTo>
                    <a:cubicBezTo>
                      <a:pt x="563" y="1777"/>
                      <a:pt x="229" y="2584"/>
                      <a:pt x="229" y="3425"/>
                    </a:cubicBezTo>
                    <a:cubicBezTo>
                      <a:pt x="229" y="4267"/>
                      <a:pt x="563" y="5074"/>
                      <a:pt x="1158" y="5669"/>
                    </a:cubicBezTo>
                    <a:cubicBezTo>
                      <a:pt x="1753" y="6264"/>
                      <a:pt x="2560" y="6598"/>
                      <a:pt x="3401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47" name="Freeform: Shape 9946">
                <a:extLst>
                  <a:ext uri="{FF2B5EF4-FFF2-40B4-BE49-F238E27FC236}">
                    <a16:creationId xmlns:a16="http://schemas.microsoft.com/office/drawing/2014/main" id="{F318FE88-19CC-CD1B-63BE-213B669F4D1E}"/>
                  </a:ext>
                </a:extLst>
              </p:cNvPr>
              <p:cNvSpPr/>
              <p:nvPr/>
            </p:nvSpPr>
            <p:spPr>
              <a:xfrm>
                <a:off x="9307041" y="6686865"/>
                <a:ext cx="6343" cy="6345"/>
              </a:xfrm>
              <a:custGeom>
                <a:avLst/>
                <a:gdLst>
                  <a:gd name="connsiteX0" fmla="*/ 3400 w 6343"/>
                  <a:gd name="connsiteY0" fmla="*/ 6598 h 6345"/>
                  <a:gd name="connsiteX1" fmla="*/ 5643 w 6343"/>
                  <a:gd name="connsiteY1" fmla="*/ 5669 h 6345"/>
                  <a:gd name="connsiteX2" fmla="*/ 6572 w 6343"/>
                  <a:gd name="connsiteY2" fmla="*/ 3425 h 6345"/>
                  <a:gd name="connsiteX3" fmla="*/ 5643 w 6343"/>
                  <a:gd name="connsiteY3" fmla="*/ 1182 h 6345"/>
                  <a:gd name="connsiteX4" fmla="*/ 3400 w 6343"/>
                  <a:gd name="connsiteY4" fmla="*/ 253 h 6345"/>
                  <a:gd name="connsiteX5" fmla="*/ 1157 w 6343"/>
                  <a:gd name="connsiteY5" fmla="*/ 1182 h 6345"/>
                  <a:gd name="connsiteX6" fmla="*/ 228 w 6343"/>
                  <a:gd name="connsiteY6" fmla="*/ 3425 h 6345"/>
                  <a:gd name="connsiteX7" fmla="*/ 1157 w 6343"/>
                  <a:gd name="connsiteY7" fmla="*/ 5669 h 6345"/>
                  <a:gd name="connsiteX8" fmla="*/ 3400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98"/>
                    </a:moveTo>
                    <a:cubicBezTo>
                      <a:pt x="4241" y="6598"/>
                      <a:pt x="5048" y="6264"/>
                      <a:pt x="5643" y="5669"/>
                    </a:cubicBezTo>
                    <a:cubicBezTo>
                      <a:pt x="6237" y="5074"/>
                      <a:pt x="6572" y="4267"/>
                      <a:pt x="6572" y="3425"/>
                    </a:cubicBezTo>
                    <a:cubicBezTo>
                      <a:pt x="6572" y="2584"/>
                      <a:pt x="6237" y="1777"/>
                      <a:pt x="5643" y="1182"/>
                    </a:cubicBezTo>
                    <a:cubicBezTo>
                      <a:pt x="5048" y="587"/>
                      <a:pt x="4241" y="253"/>
                      <a:pt x="3400" y="253"/>
                    </a:cubicBezTo>
                    <a:cubicBezTo>
                      <a:pt x="2559" y="253"/>
                      <a:pt x="1752" y="587"/>
                      <a:pt x="1157" y="1182"/>
                    </a:cubicBezTo>
                    <a:cubicBezTo>
                      <a:pt x="563" y="1777"/>
                      <a:pt x="228" y="2584"/>
                      <a:pt x="228" y="3425"/>
                    </a:cubicBezTo>
                    <a:cubicBezTo>
                      <a:pt x="228" y="4267"/>
                      <a:pt x="563" y="5074"/>
                      <a:pt x="1157" y="5669"/>
                    </a:cubicBezTo>
                    <a:cubicBezTo>
                      <a:pt x="1752" y="6264"/>
                      <a:pt x="2559" y="6598"/>
                      <a:pt x="3400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48" name="Freeform: Shape 9947">
                <a:extLst>
                  <a:ext uri="{FF2B5EF4-FFF2-40B4-BE49-F238E27FC236}">
                    <a16:creationId xmlns:a16="http://schemas.microsoft.com/office/drawing/2014/main" id="{0CF80953-60CD-7A60-C895-1D1492564224}"/>
                  </a:ext>
                </a:extLst>
              </p:cNvPr>
              <p:cNvSpPr/>
              <p:nvPr/>
            </p:nvSpPr>
            <p:spPr>
              <a:xfrm>
                <a:off x="9298434" y="6686621"/>
                <a:ext cx="6343" cy="6345"/>
              </a:xfrm>
              <a:custGeom>
                <a:avLst/>
                <a:gdLst>
                  <a:gd name="connsiteX0" fmla="*/ 3399 w 6343"/>
                  <a:gd name="connsiteY0" fmla="*/ 6598 h 6345"/>
                  <a:gd name="connsiteX1" fmla="*/ 5642 w 6343"/>
                  <a:gd name="connsiteY1" fmla="*/ 5669 h 6345"/>
                  <a:gd name="connsiteX2" fmla="*/ 6571 w 6343"/>
                  <a:gd name="connsiteY2" fmla="*/ 3425 h 6345"/>
                  <a:gd name="connsiteX3" fmla="*/ 5642 w 6343"/>
                  <a:gd name="connsiteY3" fmla="*/ 1182 h 6345"/>
                  <a:gd name="connsiteX4" fmla="*/ 3399 w 6343"/>
                  <a:gd name="connsiteY4" fmla="*/ 253 h 6345"/>
                  <a:gd name="connsiteX5" fmla="*/ 1157 w 6343"/>
                  <a:gd name="connsiteY5" fmla="*/ 1182 h 6345"/>
                  <a:gd name="connsiteX6" fmla="*/ 228 w 6343"/>
                  <a:gd name="connsiteY6" fmla="*/ 3425 h 6345"/>
                  <a:gd name="connsiteX7" fmla="*/ 1157 w 6343"/>
                  <a:gd name="connsiteY7" fmla="*/ 5669 h 6345"/>
                  <a:gd name="connsiteX8" fmla="*/ 3399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98"/>
                    </a:moveTo>
                    <a:cubicBezTo>
                      <a:pt x="4240" y="6598"/>
                      <a:pt x="5047" y="6264"/>
                      <a:pt x="5642" y="5669"/>
                    </a:cubicBezTo>
                    <a:cubicBezTo>
                      <a:pt x="6237" y="5074"/>
                      <a:pt x="6571" y="4267"/>
                      <a:pt x="6571" y="3425"/>
                    </a:cubicBezTo>
                    <a:cubicBezTo>
                      <a:pt x="6571" y="2584"/>
                      <a:pt x="6237" y="1777"/>
                      <a:pt x="5642" y="1182"/>
                    </a:cubicBezTo>
                    <a:cubicBezTo>
                      <a:pt x="5047" y="587"/>
                      <a:pt x="4240" y="253"/>
                      <a:pt x="3399" y="253"/>
                    </a:cubicBezTo>
                    <a:cubicBezTo>
                      <a:pt x="2558" y="253"/>
                      <a:pt x="1751" y="587"/>
                      <a:pt x="1157" y="1182"/>
                    </a:cubicBezTo>
                    <a:cubicBezTo>
                      <a:pt x="562" y="1777"/>
                      <a:pt x="228" y="2584"/>
                      <a:pt x="228" y="3425"/>
                    </a:cubicBezTo>
                    <a:cubicBezTo>
                      <a:pt x="228" y="4267"/>
                      <a:pt x="562" y="5074"/>
                      <a:pt x="1157" y="5669"/>
                    </a:cubicBezTo>
                    <a:cubicBezTo>
                      <a:pt x="1751" y="6264"/>
                      <a:pt x="2558" y="6598"/>
                      <a:pt x="3399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49" name="Freeform: Shape 9948">
                <a:extLst>
                  <a:ext uri="{FF2B5EF4-FFF2-40B4-BE49-F238E27FC236}">
                    <a16:creationId xmlns:a16="http://schemas.microsoft.com/office/drawing/2014/main" id="{0A716D55-77BE-8AE0-3810-53160172E033}"/>
                  </a:ext>
                </a:extLst>
              </p:cNvPr>
              <p:cNvSpPr/>
              <p:nvPr/>
            </p:nvSpPr>
            <p:spPr>
              <a:xfrm>
                <a:off x="9219858" y="7209185"/>
                <a:ext cx="6343" cy="6345"/>
              </a:xfrm>
              <a:custGeom>
                <a:avLst/>
                <a:gdLst>
                  <a:gd name="connsiteX0" fmla="*/ 3393 w 6343"/>
                  <a:gd name="connsiteY0" fmla="*/ 6639 h 6345"/>
                  <a:gd name="connsiteX1" fmla="*/ 5636 w 6343"/>
                  <a:gd name="connsiteY1" fmla="*/ 5710 h 6345"/>
                  <a:gd name="connsiteX2" fmla="*/ 6565 w 6343"/>
                  <a:gd name="connsiteY2" fmla="*/ 3467 h 6345"/>
                  <a:gd name="connsiteX3" fmla="*/ 5636 w 6343"/>
                  <a:gd name="connsiteY3" fmla="*/ 1223 h 6345"/>
                  <a:gd name="connsiteX4" fmla="*/ 3393 w 6343"/>
                  <a:gd name="connsiteY4" fmla="*/ 294 h 6345"/>
                  <a:gd name="connsiteX5" fmla="*/ 1150 w 6343"/>
                  <a:gd name="connsiteY5" fmla="*/ 1223 h 6345"/>
                  <a:gd name="connsiteX6" fmla="*/ 222 w 6343"/>
                  <a:gd name="connsiteY6" fmla="*/ 3467 h 6345"/>
                  <a:gd name="connsiteX7" fmla="*/ 1150 w 6343"/>
                  <a:gd name="connsiteY7" fmla="*/ 5710 h 6345"/>
                  <a:gd name="connsiteX8" fmla="*/ 3393 w 6343"/>
                  <a:gd name="connsiteY8" fmla="*/ 66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639"/>
                    </a:moveTo>
                    <a:cubicBezTo>
                      <a:pt x="4234" y="6639"/>
                      <a:pt x="5041" y="6305"/>
                      <a:pt x="5636" y="5710"/>
                    </a:cubicBezTo>
                    <a:cubicBezTo>
                      <a:pt x="6230" y="5115"/>
                      <a:pt x="6565" y="4308"/>
                      <a:pt x="6565" y="3467"/>
                    </a:cubicBezTo>
                    <a:cubicBezTo>
                      <a:pt x="6565" y="2625"/>
                      <a:pt x="6230" y="1818"/>
                      <a:pt x="5636" y="1223"/>
                    </a:cubicBezTo>
                    <a:cubicBezTo>
                      <a:pt x="5041" y="628"/>
                      <a:pt x="4234" y="294"/>
                      <a:pt x="3393" y="294"/>
                    </a:cubicBezTo>
                    <a:cubicBezTo>
                      <a:pt x="2552" y="294"/>
                      <a:pt x="1745" y="628"/>
                      <a:pt x="1150" y="1223"/>
                    </a:cubicBezTo>
                    <a:cubicBezTo>
                      <a:pt x="556" y="1818"/>
                      <a:pt x="222" y="2625"/>
                      <a:pt x="222" y="3467"/>
                    </a:cubicBezTo>
                    <a:cubicBezTo>
                      <a:pt x="222" y="4308"/>
                      <a:pt x="556" y="5115"/>
                      <a:pt x="1150" y="5710"/>
                    </a:cubicBezTo>
                    <a:cubicBezTo>
                      <a:pt x="1745" y="6305"/>
                      <a:pt x="2552" y="6639"/>
                      <a:pt x="3393" y="66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50" name="Freeform: Shape 9949">
                <a:extLst>
                  <a:ext uri="{FF2B5EF4-FFF2-40B4-BE49-F238E27FC236}">
                    <a16:creationId xmlns:a16="http://schemas.microsoft.com/office/drawing/2014/main" id="{85D78B37-4243-920B-F3B8-41F8FF0E59B9}"/>
                  </a:ext>
                </a:extLst>
              </p:cNvPr>
              <p:cNvSpPr/>
              <p:nvPr/>
            </p:nvSpPr>
            <p:spPr>
              <a:xfrm>
                <a:off x="9207900" y="7209518"/>
                <a:ext cx="6343" cy="6345"/>
              </a:xfrm>
              <a:custGeom>
                <a:avLst/>
                <a:gdLst>
                  <a:gd name="connsiteX0" fmla="*/ 3392 w 6343"/>
                  <a:gd name="connsiteY0" fmla="*/ 6639 h 6345"/>
                  <a:gd name="connsiteX1" fmla="*/ 5635 w 6343"/>
                  <a:gd name="connsiteY1" fmla="*/ 5710 h 6345"/>
                  <a:gd name="connsiteX2" fmla="*/ 6564 w 6343"/>
                  <a:gd name="connsiteY2" fmla="*/ 3467 h 6345"/>
                  <a:gd name="connsiteX3" fmla="*/ 5635 w 6343"/>
                  <a:gd name="connsiteY3" fmla="*/ 1223 h 6345"/>
                  <a:gd name="connsiteX4" fmla="*/ 3392 w 6343"/>
                  <a:gd name="connsiteY4" fmla="*/ 294 h 6345"/>
                  <a:gd name="connsiteX5" fmla="*/ 1150 w 6343"/>
                  <a:gd name="connsiteY5" fmla="*/ 1223 h 6345"/>
                  <a:gd name="connsiteX6" fmla="*/ 221 w 6343"/>
                  <a:gd name="connsiteY6" fmla="*/ 3467 h 6345"/>
                  <a:gd name="connsiteX7" fmla="*/ 1150 w 6343"/>
                  <a:gd name="connsiteY7" fmla="*/ 5710 h 6345"/>
                  <a:gd name="connsiteX8" fmla="*/ 3392 w 6343"/>
                  <a:gd name="connsiteY8" fmla="*/ 66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639"/>
                    </a:moveTo>
                    <a:cubicBezTo>
                      <a:pt x="4233" y="6639"/>
                      <a:pt x="5040" y="6305"/>
                      <a:pt x="5635" y="5710"/>
                    </a:cubicBezTo>
                    <a:cubicBezTo>
                      <a:pt x="6230" y="5115"/>
                      <a:pt x="6564" y="4308"/>
                      <a:pt x="6564" y="3467"/>
                    </a:cubicBezTo>
                    <a:cubicBezTo>
                      <a:pt x="6564" y="2625"/>
                      <a:pt x="6230" y="1818"/>
                      <a:pt x="5635" y="1223"/>
                    </a:cubicBezTo>
                    <a:cubicBezTo>
                      <a:pt x="5040" y="628"/>
                      <a:pt x="4233" y="294"/>
                      <a:pt x="3392" y="294"/>
                    </a:cubicBezTo>
                    <a:cubicBezTo>
                      <a:pt x="2551" y="294"/>
                      <a:pt x="1744" y="628"/>
                      <a:pt x="1150" y="1223"/>
                    </a:cubicBezTo>
                    <a:cubicBezTo>
                      <a:pt x="555" y="1818"/>
                      <a:pt x="221" y="2625"/>
                      <a:pt x="221" y="3467"/>
                    </a:cubicBezTo>
                    <a:cubicBezTo>
                      <a:pt x="221" y="4308"/>
                      <a:pt x="555" y="5115"/>
                      <a:pt x="1150" y="5710"/>
                    </a:cubicBezTo>
                    <a:cubicBezTo>
                      <a:pt x="1744" y="6305"/>
                      <a:pt x="2551" y="6639"/>
                      <a:pt x="3392" y="66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51" name="Freeform: Shape 9950">
                <a:extLst>
                  <a:ext uri="{FF2B5EF4-FFF2-40B4-BE49-F238E27FC236}">
                    <a16:creationId xmlns:a16="http://schemas.microsoft.com/office/drawing/2014/main" id="{67C1F670-144B-0957-2EE0-DE8A90424370}"/>
                  </a:ext>
                </a:extLst>
              </p:cNvPr>
              <p:cNvSpPr/>
              <p:nvPr/>
            </p:nvSpPr>
            <p:spPr>
              <a:xfrm>
                <a:off x="9328810" y="6185443"/>
                <a:ext cx="6343" cy="6345"/>
              </a:xfrm>
              <a:custGeom>
                <a:avLst/>
                <a:gdLst>
                  <a:gd name="connsiteX0" fmla="*/ 3402 w 6343"/>
                  <a:gd name="connsiteY0" fmla="*/ 6559 h 6345"/>
                  <a:gd name="connsiteX1" fmla="*/ 5644 w 6343"/>
                  <a:gd name="connsiteY1" fmla="*/ 5629 h 6345"/>
                  <a:gd name="connsiteX2" fmla="*/ 6573 w 6343"/>
                  <a:gd name="connsiteY2" fmla="*/ 3386 h 6345"/>
                  <a:gd name="connsiteX3" fmla="*/ 5644 w 6343"/>
                  <a:gd name="connsiteY3" fmla="*/ 1142 h 6345"/>
                  <a:gd name="connsiteX4" fmla="*/ 3402 w 6343"/>
                  <a:gd name="connsiteY4" fmla="*/ 213 h 6345"/>
                  <a:gd name="connsiteX5" fmla="*/ 1159 w 6343"/>
                  <a:gd name="connsiteY5" fmla="*/ 1142 h 6345"/>
                  <a:gd name="connsiteX6" fmla="*/ 230 w 6343"/>
                  <a:gd name="connsiteY6" fmla="*/ 3386 h 6345"/>
                  <a:gd name="connsiteX7" fmla="*/ 1159 w 6343"/>
                  <a:gd name="connsiteY7" fmla="*/ 5629 h 6345"/>
                  <a:gd name="connsiteX8" fmla="*/ 340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59"/>
                    </a:moveTo>
                    <a:cubicBezTo>
                      <a:pt x="4243" y="6559"/>
                      <a:pt x="5050" y="6224"/>
                      <a:pt x="5644" y="5629"/>
                    </a:cubicBezTo>
                    <a:cubicBezTo>
                      <a:pt x="6239" y="5034"/>
                      <a:pt x="6573" y="4227"/>
                      <a:pt x="6573" y="3386"/>
                    </a:cubicBezTo>
                    <a:cubicBezTo>
                      <a:pt x="6573" y="2545"/>
                      <a:pt x="6239" y="1737"/>
                      <a:pt x="5644" y="1142"/>
                    </a:cubicBezTo>
                    <a:cubicBezTo>
                      <a:pt x="5050" y="548"/>
                      <a:pt x="4243" y="213"/>
                      <a:pt x="3402" y="213"/>
                    </a:cubicBezTo>
                    <a:cubicBezTo>
                      <a:pt x="2561" y="213"/>
                      <a:pt x="1754" y="548"/>
                      <a:pt x="1159" y="1142"/>
                    </a:cubicBezTo>
                    <a:cubicBezTo>
                      <a:pt x="564" y="1737"/>
                      <a:pt x="230" y="2545"/>
                      <a:pt x="230" y="3386"/>
                    </a:cubicBezTo>
                    <a:cubicBezTo>
                      <a:pt x="230" y="4227"/>
                      <a:pt x="564" y="5034"/>
                      <a:pt x="1159" y="5629"/>
                    </a:cubicBezTo>
                    <a:cubicBezTo>
                      <a:pt x="1754" y="6224"/>
                      <a:pt x="2561" y="6559"/>
                      <a:pt x="340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52" name="Freeform: Shape 9951">
                <a:extLst>
                  <a:ext uri="{FF2B5EF4-FFF2-40B4-BE49-F238E27FC236}">
                    <a16:creationId xmlns:a16="http://schemas.microsoft.com/office/drawing/2014/main" id="{47BC40F9-072D-08B5-865C-1663F0DFACB4}"/>
                  </a:ext>
                </a:extLst>
              </p:cNvPr>
              <p:cNvSpPr/>
              <p:nvPr/>
            </p:nvSpPr>
            <p:spPr>
              <a:xfrm>
                <a:off x="9322548" y="6190572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4 w 6343"/>
                  <a:gd name="connsiteY1" fmla="*/ 5630 h 6345"/>
                  <a:gd name="connsiteX2" fmla="*/ 6573 w 6343"/>
                  <a:gd name="connsiteY2" fmla="*/ 3386 h 6345"/>
                  <a:gd name="connsiteX3" fmla="*/ 5644 w 6343"/>
                  <a:gd name="connsiteY3" fmla="*/ 1143 h 6345"/>
                  <a:gd name="connsiteX4" fmla="*/ 3401 w 6343"/>
                  <a:gd name="connsiteY4" fmla="*/ 214 h 6345"/>
                  <a:gd name="connsiteX5" fmla="*/ 1159 w 6343"/>
                  <a:gd name="connsiteY5" fmla="*/ 1143 h 6345"/>
                  <a:gd name="connsiteX6" fmla="*/ 230 w 6343"/>
                  <a:gd name="connsiteY6" fmla="*/ 3386 h 6345"/>
                  <a:gd name="connsiteX7" fmla="*/ 1159 w 6343"/>
                  <a:gd name="connsiteY7" fmla="*/ 5630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5"/>
                      <a:pt x="5644" y="5630"/>
                    </a:cubicBezTo>
                    <a:cubicBezTo>
                      <a:pt x="6239" y="5035"/>
                      <a:pt x="6573" y="4228"/>
                      <a:pt x="6573" y="3386"/>
                    </a:cubicBezTo>
                    <a:cubicBezTo>
                      <a:pt x="6573" y="2545"/>
                      <a:pt x="6239" y="1738"/>
                      <a:pt x="5644" y="1143"/>
                    </a:cubicBezTo>
                    <a:cubicBezTo>
                      <a:pt x="5049" y="548"/>
                      <a:pt x="4242" y="214"/>
                      <a:pt x="3401" y="214"/>
                    </a:cubicBezTo>
                    <a:cubicBezTo>
                      <a:pt x="2560" y="214"/>
                      <a:pt x="1753" y="548"/>
                      <a:pt x="1159" y="1143"/>
                    </a:cubicBezTo>
                    <a:cubicBezTo>
                      <a:pt x="564" y="1738"/>
                      <a:pt x="230" y="2545"/>
                      <a:pt x="230" y="3386"/>
                    </a:cubicBezTo>
                    <a:cubicBezTo>
                      <a:pt x="230" y="4228"/>
                      <a:pt x="564" y="5035"/>
                      <a:pt x="1159" y="5630"/>
                    </a:cubicBezTo>
                    <a:cubicBezTo>
                      <a:pt x="1753" y="6225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53" name="Freeform: Shape 9952">
                <a:extLst>
                  <a:ext uri="{FF2B5EF4-FFF2-40B4-BE49-F238E27FC236}">
                    <a16:creationId xmlns:a16="http://schemas.microsoft.com/office/drawing/2014/main" id="{5E26E565-CF21-580F-6196-A7A63228C2CD}"/>
                  </a:ext>
                </a:extLst>
              </p:cNvPr>
              <p:cNvSpPr/>
              <p:nvPr/>
            </p:nvSpPr>
            <p:spPr>
              <a:xfrm>
                <a:off x="9266301" y="6400226"/>
                <a:ext cx="6343" cy="6345"/>
              </a:xfrm>
              <a:custGeom>
                <a:avLst/>
                <a:gdLst>
                  <a:gd name="connsiteX0" fmla="*/ 3397 w 6343"/>
                  <a:gd name="connsiteY0" fmla="*/ 6576 h 6345"/>
                  <a:gd name="connsiteX1" fmla="*/ 5639 w 6343"/>
                  <a:gd name="connsiteY1" fmla="*/ 5646 h 6345"/>
                  <a:gd name="connsiteX2" fmla="*/ 6568 w 6343"/>
                  <a:gd name="connsiteY2" fmla="*/ 3403 h 6345"/>
                  <a:gd name="connsiteX3" fmla="*/ 5639 w 6343"/>
                  <a:gd name="connsiteY3" fmla="*/ 1159 h 6345"/>
                  <a:gd name="connsiteX4" fmla="*/ 3397 w 6343"/>
                  <a:gd name="connsiteY4" fmla="*/ 230 h 6345"/>
                  <a:gd name="connsiteX5" fmla="*/ 1154 w 6343"/>
                  <a:gd name="connsiteY5" fmla="*/ 1159 h 6345"/>
                  <a:gd name="connsiteX6" fmla="*/ 225 w 6343"/>
                  <a:gd name="connsiteY6" fmla="*/ 3403 h 6345"/>
                  <a:gd name="connsiteX7" fmla="*/ 1154 w 6343"/>
                  <a:gd name="connsiteY7" fmla="*/ 5646 h 6345"/>
                  <a:gd name="connsiteX8" fmla="*/ 3397 w 6343"/>
                  <a:gd name="connsiteY8" fmla="*/ 65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76"/>
                    </a:moveTo>
                    <a:cubicBezTo>
                      <a:pt x="4238" y="6576"/>
                      <a:pt x="5045" y="6241"/>
                      <a:pt x="5639" y="5646"/>
                    </a:cubicBezTo>
                    <a:cubicBezTo>
                      <a:pt x="6234" y="5051"/>
                      <a:pt x="6568" y="4244"/>
                      <a:pt x="6568" y="3403"/>
                    </a:cubicBezTo>
                    <a:cubicBezTo>
                      <a:pt x="6568" y="2561"/>
                      <a:pt x="6234" y="1754"/>
                      <a:pt x="5639" y="1159"/>
                    </a:cubicBezTo>
                    <a:cubicBezTo>
                      <a:pt x="5045" y="564"/>
                      <a:pt x="4238" y="230"/>
                      <a:pt x="3397" y="230"/>
                    </a:cubicBezTo>
                    <a:cubicBezTo>
                      <a:pt x="2556" y="230"/>
                      <a:pt x="1749" y="564"/>
                      <a:pt x="1154" y="1159"/>
                    </a:cubicBezTo>
                    <a:cubicBezTo>
                      <a:pt x="559" y="1754"/>
                      <a:pt x="225" y="2561"/>
                      <a:pt x="225" y="3403"/>
                    </a:cubicBezTo>
                    <a:cubicBezTo>
                      <a:pt x="225" y="4244"/>
                      <a:pt x="559" y="5051"/>
                      <a:pt x="1154" y="5646"/>
                    </a:cubicBezTo>
                    <a:cubicBezTo>
                      <a:pt x="1749" y="6241"/>
                      <a:pt x="2556" y="6576"/>
                      <a:pt x="3397" y="65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54" name="Freeform: Shape 9953">
                <a:extLst>
                  <a:ext uri="{FF2B5EF4-FFF2-40B4-BE49-F238E27FC236}">
                    <a16:creationId xmlns:a16="http://schemas.microsoft.com/office/drawing/2014/main" id="{30030C9C-9342-7308-7F42-BFA2879E8E9F}"/>
                  </a:ext>
                </a:extLst>
              </p:cNvPr>
              <p:cNvSpPr/>
              <p:nvPr/>
            </p:nvSpPr>
            <p:spPr>
              <a:xfrm>
                <a:off x="9252356" y="6361313"/>
                <a:ext cx="6343" cy="6345"/>
              </a:xfrm>
              <a:custGeom>
                <a:avLst/>
                <a:gdLst>
                  <a:gd name="connsiteX0" fmla="*/ 3396 w 6343"/>
                  <a:gd name="connsiteY0" fmla="*/ 6572 h 6345"/>
                  <a:gd name="connsiteX1" fmla="*/ 5638 w 6343"/>
                  <a:gd name="connsiteY1" fmla="*/ 5643 h 6345"/>
                  <a:gd name="connsiteX2" fmla="*/ 6567 w 6343"/>
                  <a:gd name="connsiteY2" fmla="*/ 3400 h 6345"/>
                  <a:gd name="connsiteX3" fmla="*/ 5638 w 6343"/>
                  <a:gd name="connsiteY3" fmla="*/ 1156 h 6345"/>
                  <a:gd name="connsiteX4" fmla="*/ 3396 w 6343"/>
                  <a:gd name="connsiteY4" fmla="*/ 227 h 6345"/>
                  <a:gd name="connsiteX5" fmla="*/ 1153 w 6343"/>
                  <a:gd name="connsiteY5" fmla="*/ 1156 h 6345"/>
                  <a:gd name="connsiteX6" fmla="*/ 224 w 6343"/>
                  <a:gd name="connsiteY6" fmla="*/ 3400 h 6345"/>
                  <a:gd name="connsiteX7" fmla="*/ 1153 w 6343"/>
                  <a:gd name="connsiteY7" fmla="*/ 5643 h 6345"/>
                  <a:gd name="connsiteX8" fmla="*/ 3396 w 6343"/>
                  <a:gd name="connsiteY8" fmla="*/ 657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72"/>
                    </a:moveTo>
                    <a:cubicBezTo>
                      <a:pt x="4237" y="6572"/>
                      <a:pt x="5044" y="6238"/>
                      <a:pt x="5638" y="5643"/>
                    </a:cubicBezTo>
                    <a:cubicBezTo>
                      <a:pt x="6233" y="5048"/>
                      <a:pt x="6567" y="4241"/>
                      <a:pt x="6567" y="3400"/>
                    </a:cubicBezTo>
                    <a:cubicBezTo>
                      <a:pt x="6567" y="2558"/>
                      <a:pt x="6233" y="1751"/>
                      <a:pt x="5638" y="1156"/>
                    </a:cubicBezTo>
                    <a:cubicBezTo>
                      <a:pt x="5044" y="561"/>
                      <a:pt x="4237" y="227"/>
                      <a:pt x="3396" y="227"/>
                    </a:cubicBezTo>
                    <a:cubicBezTo>
                      <a:pt x="2555" y="227"/>
                      <a:pt x="1748" y="561"/>
                      <a:pt x="1153" y="1156"/>
                    </a:cubicBezTo>
                    <a:cubicBezTo>
                      <a:pt x="558" y="1751"/>
                      <a:pt x="224" y="2558"/>
                      <a:pt x="224" y="3400"/>
                    </a:cubicBezTo>
                    <a:cubicBezTo>
                      <a:pt x="224" y="4241"/>
                      <a:pt x="558" y="5048"/>
                      <a:pt x="1153" y="5643"/>
                    </a:cubicBezTo>
                    <a:cubicBezTo>
                      <a:pt x="1748" y="6238"/>
                      <a:pt x="2555" y="6572"/>
                      <a:pt x="3396" y="65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55" name="Freeform: Shape 9954">
                <a:extLst>
                  <a:ext uri="{FF2B5EF4-FFF2-40B4-BE49-F238E27FC236}">
                    <a16:creationId xmlns:a16="http://schemas.microsoft.com/office/drawing/2014/main" id="{3A954493-3D8F-E763-6DF2-AE71C71634F2}"/>
                  </a:ext>
                </a:extLst>
              </p:cNvPr>
              <p:cNvSpPr/>
              <p:nvPr/>
            </p:nvSpPr>
            <p:spPr>
              <a:xfrm>
                <a:off x="9248220" y="6347200"/>
                <a:ext cx="6343" cy="6345"/>
              </a:xfrm>
              <a:custGeom>
                <a:avLst/>
                <a:gdLst>
                  <a:gd name="connsiteX0" fmla="*/ 3395 w 6343"/>
                  <a:gd name="connsiteY0" fmla="*/ 6571 h 6345"/>
                  <a:gd name="connsiteX1" fmla="*/ 5638 w 6343"/>
                  <a:gd name="connsiteY1" fmla="*/ 5642 h 6345"/>
                  <a:gd name="connsiteX2" fmla="*/ 6567 w 6343"/>
                  <a:gd name="connsiteY2" fmla="*/ 3399 h 6345"/>
                  <a:gd name="connsiteX3" fmla="*/ 5638 w 6343"/>
                  <a:gd name="connsiteY3" fmla="*/ 1155 h 6345"/>
                  <a:gd name="connsiteX4" fmla="*/ 3395 w 6343"/>
                  <a:gd name="connsiteY4" fmla="*/ 226 h 6345"/>
                  <a:gd name="connsiteX5" fmla="*/ 1153 w 6343"/>
                  <a:gd name="connsiteY5" fmla="*/ 1155 h 6345"/>
                  <a:gd name="connsiteX6" fmla="*/ 224 w 6343"/>
                  <a:gd name="connsiteY6" fmla="*/ 3399 h 6345"/>
                  <a:gd name="connsiteX7" fmla="*/ 1153 w 6343"/>
                  <a:gd name="connsiteY7" fmla="*/ 5642 h 6345"/>
                  <a:gd name="connsiteX8" fmla="*/ 3395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71"/>
                    </a:moveTo>
                    <a:cubicBezTo>
                      <a:pt x="4236" y="6571"/>
                      <a:pt x="5043" y="6237"/>
                      <a:pt x="5638" y="5642"/>
                    </a:cubicBezTo>
                    <a:cubicBezTo>
                      <a:pt x="6233" y="5047"/>
                      <a:pt x="6567" y="4240"/>
                      <a:pt x="6567" y="3399"/>
                    </a:cubicBezTo>
                    <a:cubicBezTo>
                      <a:pt x="6567" y="2557"/>
                      <a:pt x="6233" y="1750"/>
                      <a:pt x="5638" y="1155"/>
                    </a:cubicBezTo>
                    <a:cubicBezTo>
                      <a:pt x="5043" y="560"/>
                      <a:pt x="4236" y="226"/>
                      <a:pt x="3395" y="226"/>
                    </a:cubicBezTo>
                    <a:cubicBezTo>
                      <a:pt x="2554" y="226"/>
                      <a:pt x="1747" y="560"/>
                      <a:pt x="1153" y="1155"/>
                    </a:cubicBezTo>
                    <a:cubicBezTo>
                      <a:pt x="558" y="1750"/>
                      <a:pt x="224" y="2557"/>
                      <a:pt x="224" y="3399"/>
                    </a:cubicBezTo>
                    <a:cubicBezTo>
                      <a:pt x="224" y="4240"/>
                      <a:pt x="558" y="5047"/>
                      <a:pt x="1153" y="5642"/>
                    </a:cubicBezTo>
                    <a:cubicBezTo>
                      <a:pt x="1747" y="6237"/>
                      <a:pt x="2554" y="6571"/>
                      <a:pt x="3395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56" name="Freeform: Shape 9955">
                <a:extLst>
                  <a:ext uri="{FF2B5EF4-FFF2-40B4-BE49-F238E27FC236}">
                    <a16:creationId xmlns:a16="http://schemas.microsoft.com/office/drawing/2014/main" id="{EAAD80A1-3967-B7F5-041B-22187DD47256}"/>
                  </a:ext>
                </a:extLst>
              </p:cNvPr>
              <p:cNvSpPr/>
              <p:nvPr/>
            </p:nvSpPr>
            <p:spPr>
              <a:xfrm>
                <a:off x="9242097" y="6344248"/>
                <a:ext cx="6343" cy="6345"/>
              </a:xfrm>
              <a:custGeom>
                <a:avLst/>
                <a:gdLst>
                  <a:gd name="connsiteX0" fmla="*/ 3395 w 6343"/>
                  <a:gd name="connsiteY0" fmla="*/ 6571 h 6345"/>
                  <a:gd name="connsiteX1" fmla="*/ 5638 w 6343"/>
                  <a:gd name="connsiteY1" fmla="*/ 5642 h 6345"/>
                  <a:gd name="connsiteX2" fmla="*/ 6566 w 6343"/>
                  <a:gd name="connsiteY2" fmla="*/ 3398 h 6345"/>
                  <a:gd name="connsiteX3" fmla="*/ 5638 w 6343"/>
                  <a:gd name="connsiteY3" fmla="*/ 1155 h 6345"/>
                  <a:gd name="connsiteX4" fmla="*/ 3395 w 6343"/>
                  <a:gd name="connsiteY4" fmla="*/ 226 h 6345"/>
                  <a:gd name="connsiteX5" fmla="*/ 1152 w 6343"/>
                  <a:gd name="connsiteY5" fmla="*/ 1155 h 6345"/>
                  <a:gd name="connsiteX6" fmla="*/ 223 w 6343"/>
                  <a:gd name="connsiteY6" fmla="*/ 3398 h 6345"/>
                  <a:gd name="connsiteX7" fmla="*/ 1152 w 6343"/>
                  <a:gd name="connsiteY7" fmla="*/ 5642 h 6345"/>
                  <a:gd name="connsiteX8" fmla="*/ 3395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71"/>
                    </a:moveTo>
                    <a:cubicBezTo>
                      <a:pt x="4236" y="6571"/>
                      <a:pt x="5043" y="6237"/>
                      <a:pt x="5638" y="5642"/>
                    </a:cubicBezTo>
                    <a:cubicBezTo>
                      <a:pt x="6232" y="5047"/>
                      <a:pt x="6566" y="4240"/>
                      <a:pt x="6566" y="3398"/>
                    </a:cubicBezTo>
                    <a:cubicBezTo>
                      <a:pt x="6566" y="2557"/>
                      <a:pt x="6232" y="1750"/>
                      <a:pt x="5638" y="1155"/>
                    </a:cubicBezTo>
                    <a:cubicBezTo>
                      <a:pt x="5043" y="560"/>
                      <a:pt x="4236" y="226"/>
                      <a:pt x="3395" y="226"/>
                    </a:cubicBezTo>
                    <a:cubicBezTo>
                      <a:pt x="2554" y="226"/>
                      <a:pt x="1747" y="560"/>
                      <a:pt x="1152" y="1155"/>
                    </a:cubicBezTo>
                    <a:cubicBezTo>
                      <a:pt x="558" y="1750"/>
                      <a:pt x="223" y="2557"/>
                      <a:pt x="223" y="3398"/>
                    </a:cubicBezTo>
                    <a:cubicBezTo>
                      <a:pt x="223" y="4240"/>
                      <a:pt x="558" y="5047"/>
                      <a:pt x="1152" y="5642"/>
                    </a:cubicBezTo>
                    <a:cubicBezTo>
                      <a:pt x="1747" y="6237"/>
                      <a:pt x="2554" y="6571"/>
                      <a:pt x="3395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57" name="Freeform: Shape 9956">
                <a:extLst>
                  <a:ext uri="{FF2B5EF4-FFF2-40B4-BE49-F238E27FC236}">
                    <a16:creationId xmlns:a16="http://schemas.microsoft.com/office/drawing/2014/main" id="{26D473DC-B738-16DB-FF7B-A167C4D82B09}"/>
                  </a:ext>
                </a:extLst>
              </p:cNvPr>
              <p:cNvSpPr/>
              <p:nvPr/>
            </p:nvSpPr>
            <p:spPr>
              <a:xfrm>
                <a:off x="9236198" y="6340274"/>
                <a:ext cx="6343" cy="6345"/>
              </a:xfrm>
              <a:custGeom>
                <a:avLst/>
                <a:gdLst>
                  <a:gd name="connsiteX0" fmla="*/ 3394 w 6343"/>
                  <a:gd name="connsiteY0" fmla="*/ 6571 h 6345"/>
                  <a:gd name="connsiteX1" fmla="*/ 5637 w 6343"/>
                  <a:gd name="connsiteY1" fmla="*/ 5642 h 6345"/>
                  <a:gd name="connsiteX2" fmla="*/ 6566 w 6343"/>
                  <a:gd name="connsiteY2" fmla="*/ 3398 h 6345"/>
                  <a:gd name="connsiteX3" fmla="*/ 5637 w 6343"/>
                  <a:gd name="connsiteY3" fmla="*/ 1155 h 6345"/>
                  <a:gd name="connsiteX4" fmla="*/ 3394 w 6343"/>
                  <a:gd name="connsiteY4" fmla="*/ 225 h 6345"/>
                  <a:gd name="connsiteX5" fmla="*/ 1152 w 6343"/>
                  <a:gd name="connsiteY5" fmla="*/ 1155 h 6345"/>
                  <a:gd name="connsiteX6" fmla="*/ 223 w 6343"/>
                  <a:gd name="connsiteY6" fmla="*/ 3398 h 6345"/>
                  <a:gd name="connsiteX7" fmla="*/ 1152 w 6343"/>
                  <a:gd name="connsiteY7" fmla="*/ 5642 h 6345"/>
                  <a:gd name="connsiteX8" fmla="*/ 3394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71"/>
                    </a:moveTo>
                    <a:cubicBezTo>
                      <a:pt x="4236" y="6571"/>
                      <a:pt x="5042" y="6237"/>
                      <a:pt x="5637" y="5642"/>
                    </a:cubicBezTo>
                    <a:cubicBezTo>
                      <a:pt x="6232" y="5047"/>
                      <a:pt x="6566" y="4240"/>
                      <a:pt x="6566" y="3398"/>
                    </a:cubicBezTo>
                    <a:cubicBezTo>
                      <a:pt x="6566" y="2557"/>
                      <a:pt x="6232" y="1750"/>
                      <a:pt x="5637" y="1155"/>
                    </a:cubicBezTo>
                    <a:cubicBezTo>
                      <a:pt x="5042" y="560"/>
                      <a:pt x="4236" y="225"/>
                      <a:pt x="3394" y="225"/>
                    </a:cubicBezTo>
                    <a:cubicBezTo>
                      <a:pt x="2553" y="225"/>
                      <a:pt x="1747" y="560"/>
                      <a:pt x="1152" y="1155"/>
                    </a:cubicBezTo>
                    <a:cubicBezTo>
                      <a:pt x="557" y="1750"/>
                      <a:pt x="223" y="2557"/>
                      <a:pt x="223" y="3398"/>
                    </a:cubicBezTo>
                    <a:cubicBezTo>
                      <a:pt x="223" y="4240"/>
                      <a:pt x="557" y="5047"/>
                      <a:pt x="1152" y="5642"/>
                    </a:cubicBezTo>
                    <a:cubicBezTo>
                      <a:pt x="1747" y="6237"/>
                      <a:pt x="2553" y="6571"/>
                      <a:pt x="3394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58" name="Freeform: Shape 9957">
                <a:extLst>
                  <a:ext uri="{FF2B5EF4-FFF2-40B4-BE49-F238E27FC236}">
                    <a16:creationId xmlns:a16="http://schemas.microsoft.com/office/drawing/2014/main" id="{A382396F-E439-895C-92E4-1770FA82DD99}"/>
                  </a:ext>
                </a:extLst>
              </p:cNvPr>
              <p:cNvSpPr/>
              <p:nvPr/>
            </p:nvSpPr>
            <p:spPr>
              <a:xfrm>
                <a:off x="9229924" y="6338299"/>
                <a:ext cx="6343" cy="6345"/>
              </a:xfrm>
              <a:custGeom>
                <a:avLst/>
                <a:gdLst>
                  <a:gd name="connsiteX0" fmla="*/ 3394 w 6343"/>
                  <a:gd name="connsiteY0" fmla="*/ 6571 h 6345"/>
                  <a:gd name="connsiteX1" fmla="*/ 5637 w 6343"/>
                  <a:gd name="connsiteY1" fmla="*/ 5641 h 6345"/>
                  <a:gd name="connsiteX2" fmla="*/ 6565 w 6343"/>
                  <a:gd name="connsiteY2" fmla="*/ 3398 h 6345"/>
                  <a:gd name="connsiteX3" fmla="*/ 5637 w 6343"/>
                  <a:gd name="connsiteY3" fmla="*/ 1155 h 6345"/>
                  <a:gd name="connsiteX4" fmla="*/ 3394 w 6343"/>
                  <a:gd name="connsiteY4" fmla="*/ 225 h 6345"/>
                  <a:gd name="connsiteX5" fmla="*/ 1151 w 6343"/>
                  <a:gd name="connsiteY5" fmla="*/ 1155 h 6345"/>
                  <a:gd name="connsiteX6" fmla="*/ 222 w 6343"/>
                  <a:gd name="connsiteY6" fmla="*/ 3398 h 6345"/>
                  <a:gd name="connsiteX7" fmla="*/ 1151 w 6343"/>
                  <a:gd name="connsiteY7" fmla="*/ 5641 h 6345"/>
                  <a:gd name="connsiteX8" fmla="*/ 3394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71"/>
                    </a:moveTo>
                    <a:cubicBezTo>
                      <a:pt x="4235" y="6571"/>
                      <a:pt x="5042" y="6236"/>
                      <a:pt x="5637" y="5641"/>
                    </a:cubicBezTo>
                    <a:cubicBezTo>
                      <a:pt x="6231" y="5046"/>
                      <a:pt x="6565" y="4239"/>
                      <a:pt x="6565" y="3398"/>
                    </a:cubicBezTo>
                    <a:cubicBezTo>
                      <a:pt x="6565" y="2557"/>
                      <a:pt x="6231" y="1749"/>
                      <a:pt x="5637" y="1155"/>
                    </a:cubicBezTo>
                    <a:cubicBezTo>
                      <a:pt x="5042" y="560"/>
                      <a:pt x="4235" y="225"/>
                      <a:pt x="3394" y="225"/>
                    </a:cubicBezTo>
                    <a:cubicBezTo>
                      <a:pt x="2553" y="225"/>
                      <a:pt x="1746" y="560"/>
                      <a:pt x="1151" y="1155"/>
                    </a:cubicBezTo>
                    <a:cubicBezTo>
                      <a:pt x="557" y="1749"/>
                      <a:pt x="222" y="2557"/>
                      <a:pt x="222" y="3398"/>
                    </a:cubicBezTo>
                    <a:cubicBezTo>
                      <a:pt x="222" y="4239"/>
                      <a:pt x="557" y="5046"/>
                      <a:pt x="1151" y="5641"/>
                    </a:cubicBezTo>
                    <a:cubicBezTo>
                      <a:pt x="1746" y="6236"/>
                      <a:pt x="2553" y="6571"/>
                      <a:pt x="3394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59" name="Freeform: Shape 9958">
                <a:extLst>
                  <a:ext uri="{FF2B5EF4-FFF2-40B4-BE49-F238E27FC236}">
                    <a16:creationId xmlns:a16="http://schemas.microsoft.com/office/drawing/2014/main" id="{BFABEF43-5436-BEAD-DDDC-B5BBDB994C8F}"/>
                  </a:ext>
                </a:extLst>
              </p:cNvPr>
              <p:cNvSpPr/>
              <p:nvPr/>
            </p:nvSpPr>
            <p:spPr>
              <a:xfrm>
                <a:off x="9218523" y="6329201"/>
                <a:ext cx="6343" cy="6345"/>
              </a:xfrm>
              <a:custGeom>
                <a:avLst/>
                <a:gdLst>
                  <a:gd name="connsiteX0" fmla="*/ 3393 w 6343"/>
                  <a:gd name="connsiteY0" fmla="*/ 6570 h 6345"/>
                  <a:gd name="connsiteX1" fmla="*/ 5636 w 6343"/>
                  <a:gd name="connsiteY1" fmla="*/ 5641 h 6345"/>
                  <a:gd name="connsiteX2" fmla="*/ 6565 w 6343"/>
                  <a:gd name="connsiteY2" fmla="*/ 3397 h 6345"/>
                  <a:gd name="connsiteX3" fmla="*/ 5636 w 6343"/>
                  <a:gd name="connsiteY3" fmla="*/ 1154 h 6345"/>
                  <a:gd name="connsiteX4" fmla="*/ 3393 w 6343"/>
                  <a:gd name="connsiteY4" fmla="*/ 225 h 6345"/>
                  <a:gd name="connsiteX5" fmla="*/ 1150 w 6343"/>
                  <a:gd name="connsiteY5" fmla="*/ 1154 h 6345"/>
                  <a:gd name="connsiteX6" fmla="*/ 221 w 6343"/>
                  <a:gd name="connsiteY6" fmla="*/ 3397 h 6345"/>
                  <a:gd name="connsiteX7" fmla="*/ 1150 w 6343"/>
                  <a:gd name="connsiteY7" fmla="*/ 5641 h 6345"/>
                  <a:gd name="connsiteX8" fmla="*/ 339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70"/>
                    </a:moveTo>
                    <a:cubicBezTo>
                      <a:pt x="4234" y="6570"/>
                      <a:pt x="5041" y="6236"/>
                      <a:pt x="5636" y="5641"/>
                    </a:cubicBezTo>
                    <a:cubicBezTo>
                      <a:pt x="6230" y="5046"/>
                      <a:pt x="6565" y="4239"/>
                      <a:pt x="6565" y="3397"/>
                    </a:cubicBezTo>
                    <a:cubicBezTo>
                      <a:pt x="6565" y="2556"/>
                      <a:pt x="6230" y="1749"/>
                      <a:pt x="5636" y="1154"/>
                    </a:cubicBezTo>
                    <a:cubicBezTo>
                      <a:pt x="5041" y="559"/>
                      <a:pt x="4234" y="225"/>
                      <a:pt x="3393" y="225"/>
                    </a:cubicBezTo>
                    <a:cubicBezTo>
                      <a:pt x="2552" y="225"/>
                      <a:pt x="1745" y="559"/>
                      <a:pt x="1150" y="1154"/>
                    </a:cubicBezTo>
                    <a:cubicBezTo>
                      <a:pt x="556" y="1749"/>
                      <a:pt x="221" y="2556"/>
                      <a:pt x="221" y="3397"/>
                    </a:cubicBezTo>
                    <a:cubicBezTo>
                      <a:pt x="221" y="4239"/>
                      <a:pt x="556" y="5046"/>
                      <a:pt x="1150" y="5641"/>
                    </a:cubicBezTo>
                    <a:cubicBezTo>
                      <a:pt x="1745" y="6236"/>
                      <a:pt x="2552" y="6570"/>
                      <a:pt x="339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60" name="Freeform: Shape 9959">
                <a:extLst>
                  <a:ext uri="{FF2B5EF4-FFF2-40B4-BE49-F238E27FC236}">
                    <a16:creationId xmlns:a16="http://schemas.microsoft.com/office/drawing/2014/main" id="{7494D269-2C1B-CCA3-756C-B9F7EFBC2D87}"/>
                  </a:ext>
                </a:extLst>
              </p:cNvPr>
              <p:cNvSpPr/>
              <p:nvPr/>
            </p:nvSpPr>
            <p:spPr>
              <a:xfrm>
                <a:off x="9213032" y="6323993"/>
                <a:ext cx="6343" cy="6345"/>
              </a:xfrm>
              <a:custGeom>
                <a:avLst/>
                <a:gdLst>
                  <a:gd name="connsiteX0" fmla="*/ 3393 w 6343"/>
                  <a:gd name="connsiteY0" fmla="*/ 6570 h 6345"/>
                  <a:gd name="connsiteX1" fmla="*/ 5635 w 6343"/>
                  <a:gd name="connsiteY1" fmla="*/ 5640 h 6345"/>
                  <a:gd name="connsiteX2" fmla="*/ 6564 w 6343"/>
                  <a:gd name="connsiteY2" fmla="*/ 3397 h 6345"/>
                  <a:gd name="connsiteX3" fmla="*/ 5635 w 6343"/>
                  <a:gd name="connsiteY3" fmla="*/ 1153 h 6345"/>
                  <a:gd name="connsiteX4" fmla="*/ 3393 w 6343"/>
                  <a:gd name="connsiteY4" fmla="*/ 224 h 6345"/>
                  <a:gd name="connsiteX5" fmla="*/ 1150 w 6343"/>
                  <a:gd name="connsiteY5" fmla="*/ 1153 h 6345"/>
                  <a:gd name="connsiteX6" fmla="*/ 221 w 6343"/>
                  <a:gd name="connsiteY6" fmla="*/ 3397 h 6345"/>
                  <a:gd name="connsiteX7" fmla="*/ 1150 w 6343"/>
                  <a:gd name="connsiteY7" fmla="*/ 5640 h 6345"/>
                  <a:gd name="connsiteX8" fmla="*/ 3393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70"/>
                    </a:moveTo>
                    <a:cubicBezTo>
                      <a:pt x="4234" y="6570"/>
                      <a:pt x="5040" y="6235"/>
                      <a:pt x="5635" y="5640"/>
                    </a:cubicBezTo>
                    <a:cubicBezTo>
                      <a:pt x="6230" y="5045"/>
                      <a:pt x="6564" y="4238"/>
                      <a:pt x="6564" y="3397"/>
                    </a:cubicBezTo>
                    <a:cubicBezTo>
                      <a:pt x="6564" y="2555"/>
                      <a:pt x="6230" y="1748"/>
                      <a:pt x="5635" y="1153"/>
                    </a:cubicBezTo>
                    <a:cubicBezTo>
                      <a:pt x="5040" y="558"/>
                      <a:pt x="4234" y="224"/>
                      <a:pt x="3393" y="224"/>
                    </a:cubicBezTo>
                    <a:cubicBezTo>
                      <a:pt x="2551" y="224"/>
                      <a:pt x="1745" y="558"/>
                      <a:pt x="1150" y="1153"/>
                    </a:cubicBezTo>
                    <a:cubicBezTo>
                      <a:pt x="555" y="1748"/>
                      <a:pt x="221" y="2555"/>
                      <a:pt x="221" y="3397"/>
                    </a:cubicBezTo>
                    <a:cubicBezTo>
                      <a:pt x="221" y="4238"/>
                      <a:pt x="555" y="5045"/>
                      <a:pt x="1150" y="5640"/>
                    </a:cubicBezTo>
                    <a:cubicBezTo>
                      <a:pt x="1745" y="6235"/>
                      <a:pt x="2551" y="6570"/>
                      <a:pt x="3393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61" name="Freeform: Shape 9960">
                <a:extLst>
                  <a:ext uri="{FF2B5EF4-FFF2-40B4-BE49-F238E27FC236}">
                    <a16:creationId xmlns:a16="http://schemas.microsoft.com/office/drawing/2014/main" id="{5F7D847B-6352-7520-6A26-20979A2DA5CF}"/>
                  </a:ext>
                </a:extLst>
              </p:cNvPr>
              <p:cNvSpPr/>
              <p:nvPr/>
            </p:nvSpPr>
            <p:spPr>
              <a:xfrm>
                <a:off x="9206634" y="6322921"/>
                <a:ext cx="6343" cy="6345"/>
              </a:xfrm>
              <a:custGeom>
                <a:avLst/>
                <a:gdLst>
                  <a:gd name="connsiteX0" fmla="*/ 3392 w 6343"/>
                  <a:gd name="connsiteY0" fmla="*/ 6569 h 6345"/>
                  <a:gd name="connsiteX1" fmla="*/ 5635 w 6343"/>
                  <a:gd name="connsiteY1" fmla="*/ 5640 h 6345"/>
                  <a:gd name="connsiteX2" fmla="*/ 6564 w 6343"/>
                  <a:gd name="connsiteY2" fmla="*/ 3397 h 6345"/>
                  <a:gd name="connsiteX3" fmla="*/ 5635 w 6343"/>
                  <a:gd name="connsiteY3" fmla="*/ 1153 h 6345"/>
                  <a:gd name="connsiteX4" fmla="*/ 3392 w 6343"/>
                  <a:gd name="connsiteY4" fmla="*/ 224 h 6345"/>
                  <a:gd name="connsiteX5" fmla="*/ 1149 w 6343"/>
                  <a:gd name="connsiteY5" fmla="*/ 1153 h 6345"/>
                  <a:gd name="connsiteX6" fmla="*/ 221 w 6343"/>
                  <a:gd name="connsiteY6" fmla="*/ 3397 h 6345"/>
                  <a:gd name="connsiteX7" fmla="*/ 1149 w 6343"/>
                  <a:gd name="connsiteY7" fmla="*/ 5640 h 6345"/>
                  <a:gd name="connsiteX8" fmla="*/ 339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69"/>
                    </a:moveTo>
                    <a:cubicBezTo>
                      <a:pt x="4233" y="6569"/>
                      <a:pt x="5040" y="6235"/>
                      <a:pt x="5635" y="5640"/>
                    </a:cubicBezTo>
                    <a:cubicBezTo>
                      <a:pt x="6229" y="5045"/>
                      <a:pt x="6564" y="4238"/>
                      <a:pt x="6564" y="3397"/>
                    </a:cubicBezTo>
                    <a:cubicBezTo>
                      <a:pt x="6564" y="2555"/>
                      <a:pt x="6229" y="1748"/>
                      <a:pt x="5635" y="1153"/>
                    </a:cubicBezTo>
                    <a:cubicBezTo>
                      <a:pt x="5040" y="558"/>
                      <a:pt x="4233" y="224"/>
                      <a:pt x="3392" y="224"/>
                    </a:cubicBezTo>
                    <a:cubicBezTo>
                      <a:pt x="2551" y="224"/>
                      <a:pt x="1744" y="558"/>
                      <a:pt x="1149" y="1153"/>
                    </a:cubicBezTo>
                    <a:cubicBezTo>
                      <a:pt x="555" y="1748"/>
                      <a:pt x="221" y="2555"/>
                      <a:pt x="221" y="3397"/>
                    </a:cubicBezTo>
                    <a:cubicBezTo>
                      <a:pt x="221" y="4238"/>
                      <a:pt x="555" y="5045"/>
                      <a:pt x="1149" y="5640"/>
                    </a:cubicBezTo>
                    <a:cubicBezTo>
                      <a:pt x="1744" y="6235"/>
                      <a:pt x="2551" y="6569"/>
                      <a:pt x="339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62" name="Freeform: Shape 9961">
                <a:extLst>
                  <a:ext uri="{FF2B5EF4-FFF2-40B4-BE49-F238E27FC236}">
                    <a16:creationId xmlns:a16="http://schemas.microsoft.com/office/drawing/2014/main" id="{9090A6DD-4788-02BF-32CC-CE25236D8705}"/>
                  </a:ext>
                </a:extLst>
              </p:cNvPr>
              <p:cNvSpPr/>
              <p:nvPr/>
            </p:nvSpPr>
            <p:spPr>
              <a:xfrm>
                <a:off x="9200270" y="6321687"/>
                <a:ext cx="6343" cy="6345"/>
              </a:xfrm>
              <a:custGeom>
                <a:avLst/>
                <a:gdLst>
                  <a:gd name="connsiteX0" fmla="*/ 3392 w 6343"/>
                  <a:gd name="connsiteY0" fmla="*/ 6569 h 6345"/>
                  <a:gd name="connsiteX1" fmla="*/ 5634 w 6343"/>
                  <a:gd name="connsiteY1" fmla="*/ 5640 h 6345"/>
                  <a:gd name="connsiteX2" fmla="*/ 6563 w 6343"/>
                  <a:gd name="connsiteY2" fmla="*/ 3397 h 6345"/>
                  <a:gd name="connsiteX3" fmla="*/ 5634 w 6343"/>
                  <a:gd name="connsiteY3" fmla="*/ 1153 h 6345"/>
                  <a:gd name="connsiteX4" fmla="*/ 3392 w 6343"/>
                  <a:gd name="connsiteY4" fmla="*/ 224 h 6345"/>
                  <a:gd name="connsiteX5" fmla="*/ 1149 w 6343"/>
                  <a:gd name="connsiteY5" fmla="*/ 1153 h 6345"/>
                  <a:gd name="connsiteX6" fmla="*/ 220 w 6343"/>
                  <a:gd name="connsiteY6" fmla="*/ 3397 h 6345"/>
                  <a:gd name="connsiteX7" fmla="*/ 1149 w 6343"/>
                  <a:gd name="connsiteY7" fmla="*/ 5640 h 6345"/>
                  <a:gd name="connsiteX8" fmla="*/ 3392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69"/>
                    </a:moveTo>
                    <a:cubicBezTo>
                      <a:pt x="4233" y="6569"/>
                      <a:pt x="5039" y="6235"/>
                      <a:pt x="5634" y="5640"/>
                    </a:cubicBezTo>
                    <a:cubicBezTo>
                      <a:pt x="6229" y="5045"/>
                      <a:pt x="6563" y="4238"/>
                      <a:pt x="6563" y="3397"/>
                    </a:cubicBezTo>
                    <a:cubicBezTo>
                      <a:pt x="6563" y="2555"/>
                      <a:pt x="6229" y="1748"/>
                      <a:pt x="5634" y="1153"/>
                    </a:cubicBezTo>
                    <a:cubicBezTo>
                      <a:pt x="5039" y="558"/>
                      <a:pt x="4233" y="224"/>
                      <a:pt x="3392" y="224"/>
                    </a:cubicBezTo>
                    <a:cubicBezTo>
                      <a:pt x="2550" y="224"/>
                      <a:pt x="1744" y="558"/>
                      <a:pt x="1149" y="1153"/>
                    </a:cubicBezTo>
                    <a:cubicBezTo>
                      <a:pt x="554" y="1748"/>
                      <a:pt x="220" y="2555"/>
                      <a:pt x="220" y="3397"/>
                    </a:cubicBezTo>
                    <a:cubicBezTo>
                      <a:pt x="220" y="4238"/>
                      <a:pt x="554" y="5045"/>
                      <a:pt x="1149" y="5640"/>
                    </a:cubicBezTo>
                    <a:cubicBezTo>
                      <a:pt x="1744" y="6235"/>
                      <a:pt x="2550" y="6569"/>
                      <a:pt x="3392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63" name="Freeform: Shape 9962">
                <a:extLst>
                  <a:ext uri="{FF2B5EF4-FFF2-40B4-BE49-F238E27FC236}">
                    <a16:creationId xmlns:a16="http://schemas.microsoft.com/office/drawing/2014/main" id="{BDDBCE31-F030-DC39-1FBF-D5589136D296}"/>
                  </a:ext>
                </a:extLst>
              </p:cNvPr>
              <p:cNvSpPr/>
              <p:nvPr/>
            </p:nvSpPr>
            <p:spPr>
              <a:xfrm>
                <a:off x="9193583" y="6321757"/>
                <a:ext cx="6343" cy="6345"/>
              </a:xfrm>
              <a:custGeom>
                <a:avLst/>
                <a:gdLst>
                  <a:gd name="connsiteX0" fmla="*/ 3391 w 6343"/>
                  <a:gd name="connsiteY0" fmla="*/ 6569 h 6345"/>
                  <a:gd name="connsiteX1" fmla="*/ 5634 w 6343"/>
                  <a:gd name="connsiteY1" fmla="*/ 5640 h 6345"/>
                  <a:gd name="connsiteX2" fmla="*/ 6563 w 6343"/>
                  <a:gd name="connsiteY2" fmla="*/ 3397 h 6345"/>
                  <a:gd name="connsiteX3" fmla="*/ 5634 w 6343"/>
                  <a:gd name="connsiteY3" fmla="*/ 1153 h 6345"/>
                  <a:gd name="connsiteX4" fmla="*/ 3391 w 6343"/>
                  <a:gd name="connsiteY4" fmla="*/ 224 h 6345"/>
                  <a:gd name="connsiteX5" fmla="*/ 1148 w 6343"/>
                  <a:gd name="connsiteY5" fmla="*/ 1153 h 6345"/>
                  <a:gd name="connsiteX6" fmla="*/ 219 w 6343"/>
                  <a:gd name="connsiteY6" fmla="*/ 3397 h 6345"/>
                  <a:gd name="connsiteX7" fmla="*/ 1148 w 6343"/>
                  <a:gd name="connsiteY7" fmla="*/ 5640 h 6345"/>
                  <a:gd name="connsiteX8" fmla="*/ 339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9"/>
                    </a:moveTo>
                    <a:cubicBezTo>
                      <a:pt x="4232" y="6569"/>
                      <a:pt x="5039" y="6235"/>
                      <a:pt x="5634" y="5640"/>
                    </a:cubicBezTo>
                    <a:cubicBezTo>
                      <a:pt x="6228" y="5045"/>
                      <a:pt x="6563" y="4238"/>
                      <a:pt x="6563" y="3397"/>
                    </a:cubicBezTo>
                    <a:cubicBezTo>
                      <a:pt x="6563" y="2555"/>
                      <a:pt x="6228" y="1748"/>
                      <a:pt x="5634" y="1153"/>
                    </a:cubicBezTo>
                    <a:cubicBezTo>
                      <a:pt x="5039" y="558"/>
                      <a:pt x="4232" y="224"/>
                      <a:pt x="3391" y="224"/>
                    </a:cubicBezTo>
                    <a:cubicBezTo>
                      <a:pt x="2550" y="224"/>
                      <a:pt x="1743" y="558"/>
                      <a:pt x="1148" y="1153"/>
                    </a:cubicBezTo>
                    <a:cubicBezTo>
                      <a:pt x="554" y="1748"/>
                      <a:pt x="219" y="2555"/>
                      <a:pt x="219" y="3397"/>
                    </a:cubicBezTo>
                    <a:cubicBezTo>
                      <a:pt x="219" y="4238"/>
                      <a:pt x="554" y="5045"/>
                      <a:pt x="1148" y="5640"/>
                    </a:cubicBezTo>
                    <a:cubicBezTo>
                      <a:pt x="1743" y="6235"/>
                      <a:pt x="2550" y="6569"/>
                      <a:pt x="339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64" name="Freeform: Shape 9963">
                <a:extLst>
                  <a:ext uri="{FF2B5EF4-FFF2-40B4-BE49-F238E27FC236}">
                    <a16:creationId xmlns:a16="http://schemas.microsoft.com/office/drawing/2014/main" id="{139EAFCB-F6EA-470A-FE11-215424C50DF8}"/>
                  </a:ext>
                </a:extLst>
              </p:cNvPr>
              <p:cNvSpPr/>
              <p:nvPr/>
            </p:nvSpPr>
            <p:spPr>
              <a:xfrm>
                <a:off x="9187116" y="6320869"/>
                <a:ext cx="6343" cy="6345"/>
              </a:xfrm>
              <a:custGeom>
                <a:avLst/>
                <a:gdLst>
                  <a:gd name="connsiteX0" fmla="*/ 3391 w 6343"/>
                  <a:gd name="connsiteY0" fmla="*/ 6569 h 6345"/>
                  <a:gd name="connsiteX1" fmla="*/ 5633 w 6343"/>
                  <a:gd name="connsiteY1" fmla="*/ 5640 h 6345"/>
                  <a:gd name="connsiteX2" fmla="*/ 6562 w 6343"/>
                  <a:gd name="connsiteY2" fmla="*/ 3397 h 6345"/>
                  <a:gd name="connsiteX3" fmla="*/ 5633 w 6343"/>
                  <a:gd name="connsiteY3" fmla="*/ 1153 h 6345"/>
                  <a:gd name="connsiteX4" fmla="*/ 3391 w 6343"/>
                  <a:gd name="connsiteY4" fmla="*/ 224 h 6345"/>
                  <a:gd name="connsiteX5" fmla="*/ 1148 w 6343"/>
                  <a:gd name="connsiteY5" fmla="*/ 1153 h 6345"/>
                  <a:gd name="connsiteX6" fmla="*/ 219 w 6343"/>
                  <a:gd name="connsiteY6" fmla="*/ 3397 h 6345"/>
                  <a:gd name="connsiteX7" fmla="*/ 1148 w 6343"/>
                  <a:gd name="connsiteY7" fmla="*/ 5640 h 6345"/>
                  <a:gd name="connsiteX8" fmla="*/ 3391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69"/>
                    </a:moveTo>
                    <a:cubicBezTo>
                      <a:pt x="4232" y="6569"/>
                      <a:pt x="5038" y="6235"/>
                      <a:pt x="5633" y="5640"/>
                    </a:cubicBezTo>
                    <a:cubicBezTo>
                      <a:pt x="6228" y="5045"/>
                      <a:pt x="6562" y="4238"/>
                      <a:pt x="6562" y="3397"/>
                    </a:cubicBezTo>
                    <a:cubicBezTo>
                      <a:pt x="6562" y="2555"/>
                      <a:pt x="6228" y="1748"/>
                      <a:pt x="5633" y="1153"/>
                    </a:cubicBezTo>
                    <a:cubicBezTo>
                      <a:pt x="5038" y="558"/>
                      <a:pt x="4232" y="224"/>
                      <a:pt x="3391" y="224"/>
                    </a:cubicBezTo>
                    <a:cubicBezTo>
                      <a:pt x="2549" y="224"/>
                      <a:pt x="1743" y="558"/>
                      <a:pt x="1148" y="1153"/>
                    </a:cubicBezTo>
                    <a:cubicBezTo>
                      <a:pt x="553" y="1748"/>
                      <a:pt x="219" y="2555"/>
                      <a:pt x="219" y="3397"/>
                    </a:cubicBezTo>
                    <a:cubicBezTo>
                      <a:pt x="219" y="4238"/>
                      <a:pt x="553" y="5045"/>
                      <a:pt x="1148" y="5640"/>
                    </a:cubicBezTo>
                    <a:cubicBezTo>
                      <a:pt x="1743" y="6235"/>
                      <a:pt x="2549" y="6569"/>
                      <a:pt x="3391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65" name="Freeform: Shape 9964">
                <a:extLst>
                  <a:ext uri="{FF2B5EF4-FFF2-40B4-BE49-F238E27FC236}">
                    <a16:creationId xmlns:a16="http://schemas.microsoft.com/office/drawing/2014/main" id="{E5EFF48A-525C-4BCD-7509-23CF4D095D06}"/>
                  </a:ext>
                </a:extLst>
              </p:cNvPr>
              <p:cNvSpPr/>
              <p:nvPr/>
            </p:nvSpPr>
            <p:spPr>
              <a:xfrm>
                <a:off x="9178349" y="6328889"/>
                <a:ext cx="6343" cy="6345"/>
              </a:xfrm>
              <a:custGeom>
                <a:avLst/>
                <a:gdLst>
                  <a:gd name="connsiteX0" fmla="*/ 3390 w 6343"/>
                  <a:gd name="connsiteY0" fmla="*/ 6570 h 6345"/>
                  <a:gd name="connsiteX1" fmla="*/ 5632 w 6343"/>
                  <a:gd name="connsiteY1" fmla="*/ 5641 h 6345"/>
                  <a:gd name="connsiteX2" fmla="*/ 6561 w 6343"/>
                  <a:gd name="connsiteY2" fmla="*/ 3397 h 6345"/>
                  <a:gd name="connsiteX3" fmla="*/ 5632 w 6343"/>
                  <a:gd name="connsiteY3" fmla="*/ 1154 h 6345"/>
                  <a:gd name="connsiteX4" fmla="*/ 3390 w 6343"/>
                  <a:gd name="connsiteY4" fmla="*/ 225 h 6345"/>
                  <a:gd name="connsiteX5" fmla="*/ 1147 w 6343"/>
                  <a:gd name="connsiteY5" fmla="*/ 1154 h 6345"/>
                  <a:gd name="connsiteX6" fmla="*/ 218 w 6343"/>
                  <a:gd name="connsiteY6" fmla="*/ 3397 h 6345"/>
                  <a:gd name="connsiteX7" fmla="*/ 1147 w 6343"/>
                  <a:gd name="connsiteY7" fmla="*/ 5641 h 6345"/>
                  <a:gd name="connsiteX8" fmla="*/ 3390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70"/>
                    </a:moveTo>
                    <a:cubicBezTo>
                      <a:pt x="4231" y="6570"/>
                      <a:pt x="5038" y="6236"/>
                      <a:pt x="5632" y="5641"/>
                    </a:cubicBezTo>
                    <a:cubicBezTo>
                      <a:pt x="6227" y="5046"/>
                      <a:pt x="6561" y="4239"/>
                      <a:pt x="6561" y="3397"/>
                    </a:cubicBezTo>
                    <a:cubicBezTo>
                      <a:pt x="6561" y="2556"/>
                      <a:pt x="6227" y="1749"/>
                      <a:pt x="5632" y="1154"/>
                    </a:cubicBezTo>
                    <a:cubicBezTo>
                      <a:pt x="5038" y="559"/>
                      <a:pt x="4231" y="225"/>
                      <a:pt x="3390" y="225"/>
                    </a:cubicBezTo>
                    <a:cubicBezTo>
                      <a:pt x="2549" y="225"/>
                      <a:pt x="1742" y="559"/>
                      <a:pt x="1147" y="1154"/>
                    </a:cubicBezTo>
                    <a:cubicBezTo>
                      <a:pt x="552" y="1749"/>
                      <a:pt x="218" y="2556"/>
                      <a:pt x="218" y="3397"/>
                    </a:cubicBezTo>
                    <a:cubicBezTo>
                      <a:pt x="218" y="4239"/>
                      <a:pt x="552" y="5046"/>
                      <a:pt x="1147" y="5641"/>
                    </a:cubicBezTo>
                    <a:cubicBezTo>
                      <a:pt x="1742" y="6236"/>
                      <a:pt x="2549" y="6570"/>
                      <a:pt x="3390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66" name="Freeform: Shape 9965">
                <a:extLst>
                  <a:ext uri="{FF2B5EF4-FFF2-40B4-BE49-F238E27FC236}">
                    <a16:creationId xmlns:a16="http://schemas.microsoft.com/office/drawing/2014/main" id="{E5F8D774-A40D-A315-4B59-64E385AEF971}"/>
                  </a:ext>
                </a:extLst>
              </p:cNvPr>
              <p:cNvSpPr/>
              <p:nvPr/>
            </p:nvSpPr>
            <p:spPr>
              <a:xfrm>
                <a:off x="9170981" y="6331126"/>
                <a:ext cx="6343" cy="6345"/>
              </a:xfrm>
              <a:custGeom>
                <a:avLst/>
                <a:gdLst>
                  <a:gd name="connsiteX0" fmla="*/ 3389 w 6343"/>
                  <a:gd name="connsiteY0" fmla="*/ 6570 h 6345"/>
                  <a:gd name="connsiteX1" fmla="*/ 5632 w 6343"/>
                  <a:gd name="connsiteY1" fmla="*/ 5641 h 6345"/>
                  <a:gd name="connsiteX2" fmla="*/ 6561 w 6343"/>
                  <a:gd name="connsiteY2" fmla="*/ 3397 h 6345"/>
                  <a:gd name="connsiteX3" fmla="*/ 5632 w 6343"/>
                  <a:gd name="connsiteY3" fmla="*/ 1154 h 6345"/>
                  <a:gd name="connsiteX4" fmla="*/ 3389 w 6343"/>
                  <a:gd name="connsiteY4" fmla="*/ 225 h 6345"/>
                  <a:gd name="connsiteX5" fmla="*/ 1147 w 6343"/>
                  <a:gd name="connsiteY5" fmla="*/ 1154 h 6345"/>
                  <a:gd name="connsiteX6" fmla="*/ 218 w 6343"/>
                  <a:gd name="connsiteY6" fmla="*/ 3397 h 6345"/>
                  <a:gd name="connsiteX7" fmla="*/ 1147 w 6343"/>
                  <a:gd name="connsiteY7" fmla="*/ 5641 h 6345"/>
                  <a:gd name="connsiteX8" fmla="*/ 3389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70"/>
                    </a:moveTo>
                    <a:cubicBezTo>
                      <a:pt x="4230" y="6570"/>
                      <a:pt x="5037" y="6236"/>
                      <a:pt x="5632" y="5641"/>
                    </a:cubicBezTo>
                    <a:cubicBezTo>
                      <a:pt x="6227" y="5046"/>
                      <a:pt x="6561" y="4239"/>
                      <a:pt x="6561" y="3397"/>
                    </a:cubicBezTo>
                    <a:cubicBezTo>
                      <a:pt x="6561" y="2556"/>
                      <a:pt x="6227" y="1749"/>
                      <a:pt x="5632" y="1154"/>
                    </a:cubicBezTo>
                    <a:cubicBezTo>
                      <a:pt x="5037" y="559"/>
                      <a:pt x="4230" y="225"/>
                      <a:pt x="3389" y="225"/>
                    </a:cubicBezTo>
                    <a:cubicBezTo>
                      <a:pt x="2548" y="225"/>
                      <a:pt x="1741" y="559"/>
                      <a:pt x="1147" y="1154"/>
                    </a:cubicBezTo>
                    <a:cubicBezTo>
                      <a:pt x="552" y="1749"/>
                      <a:pt x="218" y="2556"/>
                      <a:pt x="218" y="3397"/>
                    </a:cubicBezTo>
                    <a:cubicBezTo>
                      <a:pt x="218" y="4239"/>
                      <a:pt x="552" y="5046"/>
                      <a:pt x="1147" y="5641"/>
                    </a:cubicBezTo>
                    <a:cubicBezTo>
                      <a:pt x="1741" y="6236"/>
                      <a:pt x="2548" y="6570"/>
                      <a:pt x="3389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67" name="Freeform: Shape 9966">
                <a:extLst>
                  <a:ext uri="{FF2B5EF4-FFF2-40B4-BE49-F238E27FC236}">
                    <a16:creationId xmlns:a16="http://schemas.microsoft.com/office/drawing/2014/main" id="{CBB0C887-5026-ED6D-AA05-093903F77D20}"/>
                  </a:ext>
                </a:extLst>
              </p:cNvPr>
              <p:cNvSpPr/>
              <p:nvPr/>
            </p:nvSpPr>
            <p:spPr>
              <a:xfrm>
                <a:off x="8804880" y="7229449"/>
                <a:ext cx="6343" cy="6345"/>
              </a:xfrm>
              <a:custGeom>
                <a:avLst/>
                <a:gdLst>
                  <a:gd name="connsiteX0" fmla="*/ 3360 w 6343"/>
                  <a:gd name="connsiteY0" fmla="*/ 6641 h 6345"/>
                  <a:gd name="connsiteX1" fmla="*/ 5603 w 6343"/>
                  <a:gd name="connsiteY1" fmla="*/ 5712 h 6345"/>
                  <a:gd name="connsiteX2" fmla="*/ 6532 w 6343"/>
                  <a:gd name="connsiteY2" fmla="*/ 3468 h 6345"/>
                  <a:gd name="connsiteX3" fmla="*/ 5603 w 6343"/>
                  <a:gd name="connsiteY3" fmla="*/ 1225 h 6345"/>
                  <a:gd name="connsiteX4" fmla="*/ 3360 w 6343"/>
                  <a:gd name="connsiteY4" fmla="*/ 295 h 6345"/>
                  <a:gd name="connsiteX5" fmla="*/ 1118 w 6343"/>
                  <a:gd name="connsiteY5" fmla="*/ 1225 h 6345"/>
                  <a:gd name="connsiteX6" fmla="*/ 189 w 6343"/>
                  <a:gd name="connsiteY6" fmla="*/ 3468 h 6345"/>
                  <a:gd name="connsiteX7" fmla="*/ 1118 w 6343"/>
                  <a:gd name="connsiteY7" fmla="*/ 5712 h 6345"/>
                  <a:gd name="connsiteX8" fmla="*/ 3360 w 6343"/>
                  <a:gd name="connsiteY8" fmla="*/ 66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641"/>
                    </a:moveTo>
                    <a:cubicBezTo>
                      <a:pt x="4202" y="6641"/>
                      <a:pt x="5008" y="6307"/>
                      <a:pt x="5603" y="5712"/>
                    </a:cubicBezTo>
                    <a:cubicBezTo>
                      <a:pt x="6198" y="5117"/>
                      <a:pt x="6532" y="4310"/>
                      <a:pt x="6532" y="3468"/>
                    </a:cubicBezTo>
                    <a:cubicBezTo>
                      <a:pt x="6532" y="2627"/>
                      <a:pt x="6198" y="1820"/>
                      <a:pt x="5603" y="1225"/>
                    </a:cubicBezTo>
                    <a:cubicBezTo>
                      <a:pt x="5008" y="630"/>
                      <a:pt x="4202" y="295"/>
                      <a:pt x="3360" y="295"/>
                    </a:cubicBezTo>
                    <a:cubicBezTo>
                      <a:pt x="2519" y="295"/>
                      <a:pt x="1713" y="630"/>
                      <a:pt x="1118" y="1225"/>
                    </a:cubicBezTo>
                    <a:cubicBezTo>
                      <a:pt x="523" y="1820"/>
                      <a:pt x="189" y="2627"/>
                      <a:pt x="189" y="3468"/>
                    </a:cubicBezTo>
                    <a:cubicBezTo>
                      <a:pt x="189" y="4310"/>
                      <a:pt x="523" y="5117"/>
                      <a:pt x="1118" y="5712"/>
                    </a:cubicBezTo>
                    <a:cubicBezTo>
                      <a:pt x="1713" y="6307"/>
                      <a:pt x="2519" y="6641"/>
                      <a:pt x="3360" y="66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68" name="Freeform: Shape 9967">
                <a:extLst>
                  <a:ext uri="{FF2B5EF4-FFF2-40B4-BE49-F238E27FC236}">
                    <a16:creationId xmlns:a16="http://schemas.microsoft.com/office/drawing/2014/main" id="{B1868E39-FEF7-4AFA-FDC7-DB3EAA54C54E}"/>
                  </a:ext>
                </a:extLst>
              </p:cNvPr>
              <p:cNvSpPr/>
              <p:nvPr/>
            </p:nvSpPr>
            <p:spPr>
              <a:xfrm>
                <a:off x="9142799" y="6188403"/>
                <a:ext cx="6343" cy="6345"/>
              </a:xfrm>
              <a:custGeom>
                <a:avLst/>
                <a:gdLst>
                  <a:gd name="connsiteX0" fmla="*/ 3387 w 6343"/>
                  <a:gd name="connsiteY0" fmla="*/ 6559 h 6345"/>
                  <a:gd name="connsiteX1" fmla="*/ 5630 w 6343"/>
                  <a:gd name="connsiteY1" fmla="*/ 5630 h 6345"/>
                  <a:gd name="connsiteX2" fmla="*/ 6559 w 6343"/>
                  <a:gd name="connsiteY2" fmla="*/ 3386 h 6345"/>
                  <a:gd name="connsiteX3" fmla="*/ 5630 w 6343"/>
                  <a:gd name="connsiteY3" fmla="*/ 1143 h 6345"/>
                  <a:gd name="connsiteX4" fmla="*/ 3387 w 6343"/>
                  <a:gd name="connsiteY4" fmla="*/ 213 h 6345"/>
                  <a:gd name="connsiteX5" fmla="*/ 1144 w 6343"/>
                  <a:gd name="connsiteY5" fmla="*/ 1143 h 6345"/>
                  <a:gd name="connsiteX6" fmla="*/ 215 w 6343"/>
                  <a:gd name="connsiteY6" fmla="*/ 3386 h 6345"/>
                  <a:gd name="connsiteX7" fmla="*/ 1144 w 6343"/>
                  <a:gd name="connsiteY7" fmla="*/ 5630 h 6345"/>
                  <a:gd name="connsiteX8" fmla="*/ 338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59"/>
                    </a:moveTo>
                    <a:cubicBezTo>
                      <a:pt x="4228" y="6559"/>
                      <a:pt x="5035" y="6225"/>
                      <a:pt x="5630" y="5630"/>
                    </a:cubicBezTo>
                    <a:cubicBezTo>
                      <a:pt x="6224" y="5035"/>
                      <a:pt x="6559" y="4228"/>
                      <a:pt x="6559" y="3386"/>
                    </a:cubicBezTo>
                    <a:cubicBezTo>
                      <a:pt x="6559" y="2545"/>
                      <a:pt x="6224" y="1738"/>
                      <a:pt x="5630" y="1143"/>
                    </a:cubicBezTo>
                    <a:cubicBezTo>
                      <a:pt x="5035" y="548"/>
                      <a:pt x="4228" y="213"/>
                      <a:pt x="3387" y="213"/>
                    </a:cubicBezTo>
                    <a:cubicBezTo>
                      <a:pt x="2546" y="213"/>
                      <a:pt x="1739" y="548"/>
                      <a:pt x="1144" y="1143"/>
                    </a:cubicBezTo>
                    <a:cubicBezTo>
                      <a:pt x="550" y="1738"/>
                      <a:pt x="215" y="2545"/>
                      <a:pt x="215" y="3386"/>
                    </a:cubicBezTo>
                    <a:cubicBezTo>
                      <a:pt x="215" y="4228"/>
                      <a:pt x="550" y="5035"/>
                      <a:pt x="1144" y="5630"/>
                    </a:cubicBezTo>
                    <a:cubicBezTo>
                      <a:pt x="1739" y="6225"/>
                      <a:pt x="2546" y="6559"/>
                      <a:pt x="338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69" name="Freeform: Shape 9968">
                <a:extLst>
                  <a:ext uri="{FF2B5EF4-FFF2-40B4-BE49-F238E27FC236}">
                    <a16:creationId xmlns:a16="http://schemas.microsoft.com/office/drawing/2014/main" id="{FE3E2FB9-FECD-EC3E-2AE7-515DD3292F8F}"/>
                  </a:ext>
                </a:extLst>
              </p:cNvPr>
              <p:cNvSpPr/>
              <p:nvPr/>
            </p:nvSpPr>
            <p:spPr>
              <a:xfrm>
                <a:off x="9137994" y="6184574"/>
                <a:ext cx="6343" cy="6345"/>
              </a:xfrm>
              <a:custGeom>
                <a:avLst/>
                <a:gdLst>
                  <a:gd name="connsiteX0" fmla="*/ 3387 w 6343"/>
                  <a:gd name="connsiteY0" fmla="*/ 6559 h 6345"/>
                  <a:gd name="connsiteX1" fmla="*/ 5629 w 6343"/>
                  <a:gd name="connsiteY1" fmla="*/ 5629 h 6345"/>
                  <a:gd name="connsiteX2" fmla="*/ 6558 w 6343"/>
                  <a:gd name="connsiteY2" fmla="*/ 3386 h 6345"/>
                  <a:gd name="connsiteX3" fmla="*/ 5629 w 6343"/>
                  <a:gd name="connsiteY3" fmla="*/ 1142 h 6345"/>
                  <a:gd name="connsiteX4" fmla="*/ 3387 w 6343"/>
                  <a:gd name="connsiteY4" fmla="*/ 213 h 6345"/>
                  <a:gd name="connsiteX5" fmla="*/ 1144 w 6343"/>
                  <a:gd name="connsiteY5" fmla="*/ 1142 h 6345"/>
                  <a:gd name="connsiteX6" fmla="*/ 215 w 6343"/>
                  <a:gd name="connsiteY6" fmla="*/ 3386 h 6345"/>
                  <a:gd name="connsiteX7" fmla="*/ 1144 w 6343"/>
                  <a:gd name="connsiteY7" fmla="*/ 5629 h 6345"/>
                  <a:gd name="connsiteX8" fmla="*/ 338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59"/>
                    </a:moveTo>
                    <a:cubicBezTo>
                      <a:pt x="4228" y="6559"/>
                      <a:pt x="5035" y="6224"/>
                      <a:pt x="5629" y="5629"/>
                    </a:cubicBezTo>
                    <a:cubicBezTo>
                      <a:pt x="6224" y="5034"/>
                      <a:pt x="6558" y="4227"/>
                      <a:pt x="6558" y="3386"/>
                    </a:cubicBezTo>
                    <a:cubicBezTo>
                      <a:pt x="6558" y="2544"/>
                      <a:pt x="6224" y="1737"/>
                      <a:pt x="5629" y="1142"/>
                    </a:cubicBezTo>
                    <a:cubicBezTo>
                      <a:pt x="5035" y="547"/>
                      <a:pt x="4228" y="213"/>
                      <a:pt x="3387" y="213"/>
                    </a:cubicBezTo>
                    <a:cubicBezTo>
                      <a:pt x="2546" y="213"/>
                      <a:pt x="1739" y="547"/>
                      <a:pt x="1144" y="1142"/>
                    </a:cubicBezTo>
                    <a:cubicBezTo>
                      <a:pt x="549" y="1737"/>
                      <a:pt x="215" y="2544"/>
                      <a:pt x="215" y="3386"/>
                    </a:cubicBezTo>
                    <a:cubicBezTo>
                      <a:pt x="215" y="4227"/>
                      <a:pt x="549" y="5034"/>
                      <a:pt x="1144" y="5629"/>
                    </a:cubicBezTo>
                    <a:cubicBezTo>
                      <a:pt x="1739" y="6224"/>
                      <a:pt x="2546" y="6559"/>
                      <a:pt x="338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70" name="Freeform: Shape 9969">
                <a:extLst>
                  <a:ext uri="{FF2B5EF4-FFF2-40B4-BE49-F238E27FC236}">
                    <a16:creationId xmlns:a16="http://schemas.microsoft.com/office/drawing/2014/main" id="{0316AC31-F3CE-F7AC-3E47-A4FF1C20F34A}"/>
                  </a:ext>
                </a:extLst>
              </p:cNvPr>
              <p:cNvSpPr/>
              <p:nvPr/>
            </p:nvSpPr>
            <p:spPr>
              <a:xfrm>
                <a:off x="9016549" y="6383124"/>
                <a:ext cx="6343" cy="6345"/>
              </a:xfrm>
              <a:custGeom>
                <a:avLst/>
                <a:gdLst>
                  <a:gd name="connsiteX0" fmla="*/ 3377 w 6343"/>
                  <a:gd name="connsiteY0" fmla="*/ 6574 h 6345"/>
                  <a:gd name="connsiteX1" fmla="*/ 5620 w 6343"/>
                  <a:gd name="connsiteY1" fmla="*/ 5645 h 6345"/>
                  <a:gd name="connsiteX2" fmla="*/ 6549 w 6343"/>
                  <a:gd name="connsiteY2" fmla="*/ 3402 h 6345"/>
                  <a:gd name="connsiteX3" fmla="*/ 5620 w 6343"/>
                  <a:gd name="connsiteY3" fmla="*/ 1158 h 6345"/>
                  <a:gd name="connsiteX4" fmla="*/ 3377 w 6343"/>
                  <a:gd name="connsiteY4" fmla="*/ 229 h 6345"/>
                  <a:gd name="connsiteX5" fmla="*/ 1134 w 6343"/>
                  <a:gd name="connsiteY5" fmla="*/ 1158 h 6345"/>
                  <a:gd name="connsiteX6" fmla="*/ 206 w 6343"/>
                  <a:gd name="connsiteY6" fmla="*/ 3402 h 6345"/>
                  <a:gd name="connsiteX7" fmla="*/ 1134 w 6343"/>
                  <a:gd name="connsiteY7" fmla="*/ 5645 h 6345"/>
                  <a:gd name="connsiteX8" fmla="*/ 3377 w 6343"/>
                  <a:gd name="connsiteY8" fmla="*/ 65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74"/>
                    </a:moveTo>
                    <a:cubicBezTo>
                      <a:pt x="4218" y="6574"/>
                      <a:pt x="5025" y="6240"/>
                      <a:pt x="5620" y="5645"/>
                    </a:cubicBezTo>
                    <a:cubicBezTo>
                      <a:pt x="6214" y="5050"/>
                      <a:pt x="6549" y="4243"/>
                      <a:pt x="6549" y="3402"/>
                    </a:cubicBezTo>
                    <a:cubicBezTo>
                      <a:pt x="6549" y="2560"/>
                      <a:pt x="6214" y="1753"/>
                      <a:pt x="5620" y="1158"/>
                    </a:cubicBezTo>
                    <a:cubicBezTo>
                      <a:pt x="5025" y="563"/>
                      <a:pt x="4218" y="229"/>
                      <a:pt x="3377" y="229"/>
                    </a:cubicBezTo>
                    <a:cubicBezTo>
                      <a:pt x="2536" y="229"/>
                      <a:pt x="1729" y="563"/>
                      <a:pt x="1134" y="1158"/>
                    </a:cubicBezTo>
                    <a:cubicBezTo>
                      <a:pt x="540" y="1753"/>
                      <a:pt x="206" y="2560"/>
                      <a:pt x="206" y="3402"/>
                    </a:cubicBezTo>
                    <a:cubicBezTo>
                      <a:pt x="206" y="4243"/>
                      <a:pt x="540" y="5050"/>
                      <a:pt x="1134" y="5645"/>
                    </a:cubicBezTo>
                    <a:cubicBezTo>
                      <a:pt x="1729" y="6240"/>
                      <a:pt x="2536" y="6574"/>
                      <a:pt x="3377" y="65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71" name="Freeform: Shape 9970">
                <a:extLst>
                  <a:ext uri="{FF2B5EF4-FFF2-40B4-BE49-F238E27FC236}">
                    <a16:creationId xmlns:a16="http://schemas.microsoft.com/office/drawing/2014/main" id="{F92C28AE-DEAC-48AC-9E85-3FC4AE3771C1}"/>
                  </a:ext>
                </a:extLst>
              </p:cNvPr>
              <p:cNvSpPr/>
              <p:nvPr/>
            </p:nvSpPr>
            <p:spPr>
              <a:xfrm>
                <a:off x="9012491" y="6373941"/>
                <a:ext cx="6343" cy="6345"/>
              </a:xfrm>
              <a:custGeom>
                <a:avLst/>
                <a:gdLst>
                  <a:gd name="connsiteX0" fmla="*/ 3377 w 6343"/>
                  <a:gd name="connsiteY0" fmla="*/ 6573 h 6345"/>
                  <a:gd name="connsiteX1" fmla="*/ 5619 w 6343"/>
                  <a:gd name="connsiteY1" fmla="*/ 5644 h 6345"/>
                  <a:gd name="connsiteX2" fmla="*/ 6548 w 6343"/>
                  <a:gd name="connsiteY2" fmla="*/ 3401 h 6345"/>
                  <a:gd name="connsiteX3" fmla="*/ 5619 w 6343"/>
                  <a:gd name="connsiteY3" fmla="*/ 1157 h 6345"/>
                  <a:gd name="connsiteX4" fmla="*/ 3377 w 6343"/>
                  <a:gd name="connsiteY4" fmla="*/ 228 h 6345"/>
                  <a:gd name="connsiteX5" fmla="*/ 1134 w 6343"/>
                  <a:gd name="connsiteY5" fmla="*/ 1157 h 6345"/>
                  <a:gd name="connsiteX6" fmla="*/ 205 w 6343"/>
                  <a:gd name="connsiteY6" fmla="*/ 3401 h 6345"/>
                  <a:gd name="connsiteX7" fmla="*/ 1134 w 6343"/>
                  <a:gd name="connsiteY7" fmla="*/ 5644 h 6345"/>
                  <a:gd name="connsiteX8" fmla="*/ 3377 w 6343"/>
                  <a:gd name="connsiteY8" fmla="*/ 65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73"/>
                    </a:moveTo>
                    <a:cubicBezTo>
                      <a:pt x="4218" y="6573"/>
                      <a:pt x="5025" y="6239"/>
                      <a:pt x="5619" y="5644"/>
                    </a:cubicBezTo>
                    <a:cubicBezTo>
                      <a:pt x="6214" y="5049"/>
                      <a:pt x="6548" y="4242"/>
                      <a:pt x="6548" y="3401"/>
                    </a:cubicBezTo>
                    <a:cubicBezTo>
                      <a:pt x="6548" y="2559"/>
                      <a:pt x="6214" y="1752"/>
                      <a:pt x="5619" y="1157"/>
                    </a:cubicBezTo>
                    <a:cubicBezTo>
                      <a:pt x="5025" y="562"/>
                      <a:pt x="4218" y="228"/>
                      <a:pt x="3377" y="228"/>
                    </a:cubicBezTo>
                    <a:cubicBezTo>
                      <a:pt x="2536" y="228"/>
                      <a:pt x="1729" y="562"/>
                      <a:pt x="1134" y="1157"/>
                    </a:cubicBezTo>
                    <a:cubicBezTo>
                      <a:pt x="539" y="1752"/>
                      <a:pt x="205" y="2559"/>
                      <a:pt x="205" y="3401"/>
                    </a:cubicBezTo>
                    <a:cubicBezTo>
                      <a:pt x="205" y="4242"/>
                      <a:pt x="539" y="5049"/>
                      <a:pt x="1134" y="5644"/>
                    </a:cubicBezTo>
                    <a:cubicBezTo>
                      <a:pt x="1729" y="6239"/>
                      <a:pt x="2536" y="6573"/>
                      <a:pt x="3377" y="65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72" name="Freeform: Shape 9971">
                <a:extLst>
                  <a:ext uri="{FF2B5EF4-FFF2-40B4-BE49-F238E27FC236}">
                    <a16:creationId xmlns:a16="http://schemas.microsoft.com/office/drawing/2014/main" id="{26E64568-31F3-D515-FB81-E41D340CBD80}"/>
                  </a:ext>
                </a:extLst>
              </p:cNvPr>
              <p:cNvSpPr/>
              <p:nvPr/>
            </p:nvSpPr>
            <p:spPr>
              <a:xfrm>
                <a:off x="9006230" y="6370397"/>
                <a:ext cx="6343" cy="6345"/>
              </a:xfrm>
              <a:custGeom>
                <a:avLst/>
                <a:gdLst>
                  <a:gd name="connsiteX0" fmla="*/ 3376 w 6343"/>
                  <a:gd name="connsiteY0" fmla="*/ 6573 h 6345"/>
                  <a:gd name="connsiteX1" fmla="*/ 5619 w 6343"/>
                  <a:gd name="connsiteY1" fmla="*/ 5644 h 6345"/>
                  <a:gd name="connsiteX2" fmla="*/ 6548 w 6343"/>
                  <a:gd name="connsiteY2" fmla="*/ 3401 h 6345"/>
                  <a:gd name="connsiteX3" fmla="*/ 5619 w 6343"/>
                  <a:gd name="connsiteY3" fmla="*/ 1157 h 6345"/>
                  <a:gd name="connsiteX4" fmla="*/ 3376 w 6343"/>
                  <a:gd name="connsiteY4" fmla="*/ 228 h 6345"/>
                  <a:gd name="connsiteX5" fmla="*/ 1134 w 6343"/>
                  <a:gd name="connsiteY5" fmla="*/ 1157 h 6345"/>
                  <a:gd name="connsiteX6" fmla="*/ 205 w 6343"/>
                  <a:gd name="connsiteY6" fmla="*/ 3401 h 6345"/>
                  <a:gd name="connsiteX7" fmla="*/ 1134 w 6343"/>
                  <a:gd name="connsiteY7" fmla="*/ 5644 h 6345"/>
                  <a:gd name="connsiteX8" fmla="*/ 3376 w 6343"/>
                  <a:gd name="connsiteY8" fmla="*/ 65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573"/>
                    </a:moveTo>
                    <a:cubicBezTo>
                      <a:pt x="4217" y="6573"/>
                      <a:pt x="5024" y="6239"/>
                      <a:pt x="5619" y="5644"/>
                    </a:cubicBezTo>
                    <a:cubicBezTo>
                      <a:pt x="6214" y="5049"/>
                      <a:pt x="6548" y="4242"/>
                      <a:pt x="6548" y="3401"/>
                    </a:cubicBezTo>
                    <a:cubicBezTo>
                      <a:pt x="6548" y="2559"/>
                      <a:pt x="6214" y="1752"/>
                      <a:pt x="5619" y="1157"/>
                    </a:cubicBezTo>
                    <a:cubicBezTo>
                      <a:pt x="5024" y="562"/>
                      <a:pt x="4217" y="228"/>
                      <a:pt x="3376" y="228"/>
                    </a:cubicBezTo>
                    <a:cubicBezTo>
                      <a:pt x="2535" y="228"/>
                      <a:pt x="1728" y="562"/>
                      <a:pt x="1134" y="1157"/>
                    </a:cubicBezTo>
                    <a:cubicBezTo>
                      <a:pt x="539" y="1752"/>
                      <a:pt x="205" y="2559"/>
                      <a:pt x="205" y="3401"/>
                    </a:cubicBezTo>
                    <a:cubicBezTo>
                      <a:pt x="205" y="4242"/>
                      <a:pt x="539" y="5049"/>
                      <a:pt x="1134" y="5644"/>
                    </a:cubicBezTo>
                    <a:cubicBezTo>
                      <a:pt x="1728" y="6239"/>
                      <a:pt x="2535" y="6573"/>
                      <a:pt x="3376" y="65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73" name="Freeform: Shape 9972">
                <a:extLst>
                  <a:ext uri="{FF2B5EF4-FFF2-40B4-BE49-F238E27FC236}">
                    <a16:creationId xmlns:a16="http://schemas.microsoft.com/office/drawing/2014/main" id="{8EE3EDBA-11C3-B59A-3E3A-F70753D0B4B3}"/>
                  </a:ext>
                </a:extLst>
              </p:cNvPr>
              <p:cNvSpPr/>
              <p:nvPr/>
            </p:nvSpPr>
            <p:spPr>
              <a:xfrm>
                <a:off x="8970831" y="6264280"/>
                <a:ext cx="6343" cy="6345"/>
              </a:xfrm>
              <a:custGeom>
                <a:avLst/>
                <a:gdLst>
                  <a:gd name="connsiteX0" fmla="*/ 3373 w 6343"/>
                  <a:gd name="connsiteY0" fmla="*/ 6565 h 6345"/>
                  <a:gd name="connsiteX1" fmla="*/ 5616 w 6343"/>
                  <a:gd name="connsiteY1" fmla="*/ 5636 h 6345"/>
                  <a:gd name="connsiteX2" fmla="*/ 6545 w 6343"/>
                  <a:gd name="connsiteY2" fmla="*/ 3392 h 6345"/>
                  <a:gd name="connsiteX3" fmla="*/ 5616 w 6343"/>
                  <a:gd name="connsiteY3" fmla="*/ 1149 h 6345"/>
                  <a:gd name="connsiteX4" fmla="*/ 3373 w 6343"/>
                  <a:gd name="connsiteY4" fmla="*/ 219 h 6345"/>
                  <a:gd name="connsiteX5" fmla="*/ 1131 w 6343"/>
                  <a:gd name="connsiteY5" fmla="*/ 1149 h 6345"/>
                  <a:gd name="connsiteX6" fmla="*/ 202 w 6343"/>
                  <a:gd name="connsiteY6" fmla="*/ 3392 h 6345"/>
                  <a:gd name="connsiteX7" fmla="*/ 1131 w 6343"/>
                  <a:gd name="connsiteY7" fmla="*/ 5636 h 6345"/>
                  <a:gd name="connsiteX8" fmla="*/ 3373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65"/>
                    </a:moveTo>
                    <a:cubicBezTo>
                      <a:pt x="4215" y="6565"/>
                      <a:pt x="5021" y="6231"/>
                      <a:pt x="5616" y="5636"/>
                    </a:cubicBezTo>
                    <a:cubicBezTo>
                      <a:pt x="6211" y="5041"/>
                      <a:pt x="6545" y="4234"/>
                      <a:pt x="6545" y="3392"/>
                    </a:cubicBezTo>
                    <a:cubicBezTo>
                      <a:pt x="6545" y="2551"/>
                      <a:pt x="6211" y="1744"/>
                      <a:pt x="5616" y="1149"/>
                    </a:cubicBezTo>
                    <a:cubicBezTo>
                      <a:pt x="5021" y="554"/>
                      <a:pt x="4215" y="219"/>
                      <a:pt x="3373" y="219"/>
                    </a:cubicBezTo>
                    <a:cubicBezTo>
                      <a:pt x="2532" y="219"/>
                      <a:pt x="1726" y="554"/>
                      <a:pt x="1131" y="1149"/>
                    </a:cubicBezTo>
                    <a:cubicBezTo>
                      <a:pt x="536" y="1744"/>
                      <a:pt x="202" y="2551"/>
                      <a:pt x="202" y="3392"/>
                    </a:cubicBezTo>
                    <a:cubicBezTo>
                      <a:pt x="202" y="4234"/>
                      <a:pt x="536" y="5041"/>
                      <a:pt x="1131" y="5636"/>
                    </a:cubicBezTo>
                    <a:cubicBezTo>
                      <a:pt x="1726" y="6231"/>
                      <a:pt x="2532" y="6565"/>
                      <a:pt x="3373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74" name="Freeform: Shape 9973">
                <a:extLst>
                  <a:ext uri="{FF2B5EF4-FFF2-40B4-BE49-F238E27FC236}">
                    <a16:creationId xmlns:a16="http://schemas.microsoft.com/office/drawing/2014/main" id="{DB9B8C2A-3327-015C-4C95-3F4E90146AB0}"/>
                  </a:ext>
                </a:extLst>
              </p:cNvPr>
              <p:cNvSpPr/>
              <p:nvPr/>
            </p:nvSpPr>
            <p:spPr>
              <a:xfrm>
                <a:off x="8966954" y="6257188"/>
                <a:ext cx="6343" cy="6345"/>
              </a:xfrm>
              <a:custGeom>
                <a:avLst/>
                <a:gdLst>
                  <a:gd name="connsiteX0" fmla="*/ 3373 w 6343"/>
                  <a:gd name="connsiteY0" fmla="*/ 6564 h 6345"/>
                  <a:gd name="connsiteX1" fmla="*/ 5616 w 6343"/>
                  <a:gd name="connsiteY1" fmla="*/ 5635 h 6345"/>
                  <a:gd name="connsiteX2" fmla="*/ 6545 w 6343"/>
                  <a:gd name="connsiteY2" fmla="*/ 3392 h 6345"/>
                  <a:gd name="connsiteX3" fmla="*/ 5616 w 6343"/>
                  <a:gd name="connsiteY3" fmla="*/ 1148 h 6345"/>
                  <a:gd name="connsiteX4" fmla="*/ 3373 w 6343"/>
                  <a:gd name="connsiteY4" fmla="*/ 219 h 6345"/>
                  <a:gd name="connsiteX5" fmla="*/ 1131 w 6343"/>
                  <a:gd name="connsiteY5" fmla="*/ 1148 h 6345"/>
                  <a:gd name="connsiteX6" fmla="*/ 202 w 6343"/>
                  <a:gd name="connsiteY6" fmla="*/ 3392 h 6345"/>
                  <a:gd name="connsiteX7" fmla="*/ 1131 w 6343"/>
                  <a:gd name="connsiteY7" fmla="*/ 5635 h 6345"/>
                  <a:gd name="connsiteX8" fmla="*/ 3373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64"/>
                    </a:moveTo>
                    <a:cubicBezTo>
                      <a:pt x="4214" y="6564"/>
                      <a:pt x="5021" y="6230"/>
                      <a:pt x="5616" y="5635"/>
                    </a:cubicBezTo>
                    <a:cubicBezTo>
                      <a:pt x="6211" y="5040"/>
                      <a:pt x="6545" y="4233"/>
                      <a:pt x="6545" y="3392"/>
                    </a:cubicBezTo>
                    <a:cubicBezTo>
                      <a:pt x="6545" y="2550"/>
                      <a:pt x="6211" y="1743"/>
                      <a:pt x="5616" y="1148"/>
                    </a:cubicBezTo>
                    <a:cubicBezTo>
                      <a:pt x="5021" y="553"/>
                      <a:pt x="4214" y="219"/>
                      <a:pt x="3373" y="219"/>
                    </a:cubicBezTo>
                    <a:cubicBezTo>
                      <a:pt x="2532" y="219"/>
                      <a:pt x="1725" y="553"/>
                      <a:pt x="1131" y="1148"/>
                    </a:cubicBezTo>
                    <a:cubicBezTo>
                      <a:pt x="536" y="1743"/>
                      <a:pt x="202" y="2550"/>
                      <a:pt x="202" y="3392"/>
                    </a:cubicBezTo>
                    <a:cubicBezTo>
                      <a:pt x="202" y="4233"/>
                      <a:pt x="536" y="5040"/>
                      <a:pt x="1131" y="5635"/>
                    </a:cubicBezTo>
                    <a:cubicBezTo>
                      <a:pt x="1725" y="6230"/>
                      <a:pt x="2532" y="6564"/>
                      <a:pt x="3373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75" name="Freeform: Shape 9974">
                <a:extLst>
                  <a:ext uri="{FF2B5EF4-FFF2-40B4-BE49-F238E27FC236}">
                    <a16:creationId xmlns:a16="http://schemas.microsoft.com/office/drawing/2014/main" id="{630B8BB7-8472-2CFC-7A48-CB4AECA852AD}"/>
                  </a:ext>
                </a:extLst>
              </p:cNvPr>
              <p:cNvSpPr/>
              <p:nvPr/>
            </p:nvSpPr>
            <p:spPr>
              <a:xfrm>
                <a:off x="8965521" y="6245369"/>
                <a:ext cx="6343" cy="6345"/>
              </a:xfrm>
              <a:custGeom>
                <a:avLst/>
                <a:gdLst>
                  <a:gd name="connsiteX0" fmla="*/ 3373 w 6343"/>
                  <a:gd name="connsiteY0" fmla="*/ 6563 h 6345"/>
                  <a:gd name="connsiteX1" fmla="*/ 5616 w 6343"/>
                  <a:gd name="connsiteY1" fmla="*/ 5634 h 6345"/>
                  <a:gd name="connsiteX2" fmla="*/ 6545 w 6343"/>
                  <a:gd name="connsiteY2" fmla="*/ 3391 h 6345"/>
                  <a:gd name="connsiteX3" fmla="*/ 5616 w 6343"/>
                  <a:gd name="connsiteY3" fmla="*/ 1147 h 6345"/>
                  <a:gd name="connsiteX4" fmla="*/ 3373 w 6343"/>
                  <a:gd name="connsiteY4" fmla="*/ 218 h 6345"/>
                  <a:gd name="connsiteX5" fmla="*/ 1130 w 6343"/>
                  <a:gd name="connsiteY5" fmla="*/ 1147 h 6345"/>
                  <a:gd name="connsiteX6" fmla="*/ 202 w 6343"/>
                  <a:gd name="connsiteY6" fmla="*/ 3391 h 6345"/>
                  <a:gd name="connsiteX7" fmla="*/ 1130 w 6343"/>
                  <a:gd name="connsiteY7" fmla="*/ 5634 h 6345"/>
                  <a:gd name="connsiteX8" fmla="*/ 3373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63"/>
                    </a:moveTo>
                    <a:cubicBezTo>
                      <a:pt x="4214" y="6563"/>
                      <a:pt x="5021" y="6229"/>
                      <a:pt x="5616" y="5634"/>
                    </a:cubicBezTo>
                    <a:cubicBezTo>
                      <a:pt x="6210" y="5039"/>
                      <a:pt x="6545" y="4232"/>
                      <a:pt x="6545" y="3391"/>
                    </a:cubicBezTo>
                    <a:cubicBezTo>
                      <a:pt x="6545" y="2549"/>
                      <a:pt x="6210" y="1742"/>
                      <a:pt x="5616" y="1147"/>
                    </a:cubicBezTo>
                    <a:cubicBezTo>
                      <a:pt x="5021" y="552"/>
                      <a:pt x="4214" y="218"/>
                      <a:pt x="3373" y="218"/>
                    </a:cubicBezTo>
                    <a:cubicBezTo>
                      <a:pt x="2532" y="218"/>
                      <a:pt x="1725" y="552"/>
                      <a:pt x="1130" y="1147"/>
                    </a:cubicBezTo>
                    <a:cubicBezTo>
                      <a:pt x="536" y="1742"/>
                      <a:pt x="202" y="2549"/>
                      <a:pt x="202" y="3391"/>
                    </a:cubicBezTo>
                    <a:cubicBezTo>
                      <a:pt x="202" y="4232"/>
                      <a:pt x="536" y="5039"/>
                      <a:pt x="1130" y="5634"/>
                    </a:cubicBezTo>
                    <a:cubicBezTo>
                      <a:pt x="1725" y="6229"/>
                      <a:pt x="2532" y="6563"/>
                      <a:pt x="3373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76" name="Freeform: Shape 9975">
                <a:extLst>
                  <a:ext uri="{FF2B5EF4-FFF2-40B4-BE49-F238E27FC236}">
                    <a16:creationId xmlns:a16="http://schemas.microsoft.com/office/drawing/2014/main" id="{4EC99FA3-B274-0DE7-968A-7036E4132F81}"/>
                  </a:ext>
                </a:extLst>
              </p:cNvPr>
              <p:cNvSpPr/>
              <p:nvPr/>
            </p:nvSpPr>
            <p:spPr>
              <a:xfrm>
                <a:off x="8960638" y="6240565"/>
                <a:ext cx="6343" cy="6345"/>
              </a:xfrm>
              <a:custGeom>
                <a:avLst/>
                <a:gdLst>
                  <a:gd name="connsiteX0" fmla="*/ 3373 w 6343"/>
                  <a:gd name="connsiteY0" fmla="*/ 6563 h 6345"/>
                  <a:gd name="connsiteX1" fmla="*/ 5615 w 6343"/>
                  <a:gd name="connsiteY1" fmla="*/ 5634 h 6345"/>
                  <a:gd name="connsiteX2" fmla="*/ 6544 w 6343"/>
                  <a:gd name="connsiteY2" fmla="*/ 3390 h 6345"/>
                  <a:gd name="connsiteX3" fmla="*/ 5615 w 6343"/>
                  <a:gd name="connsiteY3" fmla="*/ 1147 h 6345"/>
                  <a:gd name="connsiteX4" fmla="*/ 3373 w 6343"/>
                  <a:gd name="connsiteY4" fmla="*/ 218 h 6345"/>
                  <a:gd name="connsiteX5" fmla="*/ 1130 w 6343"/>
                  <a:gd name="connsiteY5" fmla="*/ 1147 h 6345"/>
                  <a:gd name="connsiteX6" fmla="*/ 201 w 6343"/>
                  <a:gd name="connsiteY6" fmla="*/ 3390 h 6345"/>
                  <a:gd name="connsiteX7" fmla="*/ 1130 w 6343"/>
                  <a:gd name="connsiteY7" fmla="*/ 5634 h 6345"/>
                  <a:gd name="connsiteX8" fmla="*/ 3373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63"/>
                    </a:moveTo>
                    <a:cubicBezTo>
                      <a:pt x="4214" y="6563"/>
                      <a:pt x="5021" y="6229"/>
                      <a:pt x="5615" y="5634"/>
                    </a:cubicBezTo>
                    <a:cubicBezTo>
                      <a:pt x="6210" y="5039"/>
                      <a:pt x="6544" y="4232"/>
                      <a:pt x="6544" y="3390"/>
                    </a:cubicBezTo>
                    <a:cubicBezTo>
                      <a:pt x="6544" y="2549"/>
                      <a:pt x="6210" y="1742"/>
                      <a:pt x="5615" y="1147"/>
                    </a:cubicBezTo>
                    <a:cubicBezTo>
                      <a:pt x="5021" y="552"/>
                      <a:pt x="4214" y="218"/>
                      <a:pt x="3373" y="218"/>
                    </a:cubicBezTo>
                    <a:cubicBezTo>
                      <a:pt x="2532" y="218"/>
                      <a:pt x="1725" y="552"/>
                      <a:pt x="1130" y="1147"/>
                    </a:cubicBezTo>
                    <a:cubicBezTo>
                      <a:pt x="535" y="1742"/>
                      <a:pt x="201" y="2549"/>
                      <a:pt x="201" y="3390"/>
                    </a:cubicBezTo>
                    <a:cubicBezTo>
                      <a:pt x="201" y="4232"/>
                      <a:pt x="535" y="5039"/>
                      <a:pt x="1130" y="5634"/>
                    </a:cubicBezTo>
                    <a:cubicBezTo>
                      <a:pt x="1725" y="6229"/>
                      <a:pt x="2532" y="6563"/>
                      <a:pt x="3373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77" name="Freeform: Shape 9976">
                <a:extLst>
                  <a:ext uri="{FF2B5EF4-FFF2-40B4-BE49-F238E27FC236}">
                    <a16:creationId xmlns:a16="http://schemas.microsoft.com/office/drawing/2014/main" id="{A28525B9-3E2C-5FB7-66F5-F668A33AAC21}"/>
                  </a:ext>
                </a:extLst>
              </p:cNvPr>
              <p:cNvSpPr/>
              <p:nvPr/>
            </p:nvSpPr>
            <p:spPr>
              <a:xfrm>
                <a:off x="8954147" y="6238917"/>
                <a:ext cx="6343" cy="6345"/>
              </a:xfrm>
              <a:custGeom>
                <a:avLst/>
                <a:gdLst>
                  <a:gd name="connsiteX0" fmla="*/ 3372 w 6343"/>
                  <a:gd name="connsiteY0" fmla="*/ 6563 h 6345"/>
                  <a:gd name="connsiteX1" fmla="*/ 5615 w 6343"/>
                  <a:gd name="connsiteY1" fmla="*/ 5634 h 6345"/>
                  <a:gd name="connsiteX2" fmla="*/ 6544 w 6343"/>
                  <a:gd name="connsiteY2" fmla="*/ 3390 h 6345"/>
                  <a:gd name="connsiteX3" fmla="*/ 5615 w 6343"/>
                  <a:gd name="connsiteY3" fmla="*/ 1147 h 6345"/>
                  <a:gd name="connsiteX4" fmla="*/ 3372 w 6343"/>
                  <a:gd name="connsiteY4" fmla="*/ 217 h 6345"/>
                  <a:gd name="connsiteX5" fmla="*/ 1130 w 6343"/>
                  <a:gd name="connsiteY5" fmla="*/ 1147 h 6345"/>
                  <a:gd name="connsiteX6" fmla="*/ 201 w 6343"/>
                  <a:gd name="connsiteY6" fmla="*/ 3390 h 6345"/>
                  <a:gd name="connsiteX7" fmla="*/ 1130 w 6343"/>
                  <a:gd name="connsiteY7" fmla="*/ 5634 h 6345"/>
                  <a:gd name="connsiteX8" fmla="*/ 337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63"/>
                    </a:moveTo>
                    <a:cubicBezTo>
                      <a:pt x="4213" y="6563"/>
                      <a:pt x="5020" y="6229"/>
                      <a:pt x="5615" y="5634"/>
                    </a:cubicBezTo>
                    <a:cubicBezTo>
                      <a:pt x="6210" y="5039"/>
                      <a:pt x="6544" y="4232"/>
                      <a:pt x="6544" y="3390"/>
                    </a:cubicBezTo>
                    <a:cubicBezTo>
                      <a:pt x="6544" y="2549"/>
                      <a:pt x="6210" y="1742"/>
                      <a:pt x="5615" y="1147"/>
                    </a:cubicBezTo>
                    <a:cubicBezTo>
                      <a:pt x="5020" y="552"/>
                      <a:pt x="4213" y="217"/>
                      <a:pt x="3372" y="217"/>
                    </a:cubicBezTo>
                    <a:cubicBezTo>
                      <a:pt x="2531" y="217"/>
                      <a:pt x="1724" y="552"/>
                      <a:pt x="1130" y="1147"/>
                    </a:cubicBezTo>
                    <a:cubicBezTo>
                      <a:pt x="535" y="1742"/>
                      <a:pt x="201" y="2549"/>
                      <a:pt x="201" y="3390"/>
                    </a:cubicBezTo>
                    <a:cubicBezTo>
                      <a:pt x="201" y="4232"/>
                      <a:pt x="535" y="5039"/>
                      <a:pt x="1130" y="5634"/>
                    </a:cubicBezTo>
                    <a:cubicBezTo>
                      <a:pt x="1724" y="6229"/>
                      <a:pt x="2531" y="6563"/>
                      <a:pt x="337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78" name="Freeform: Shape 9977">
                <a:extLst>
                  <a:ext uri="{FF2B5EF4-FFF2-40B4-BE49-F238E27FC236}">
                    <a16:creationId xmlns:a16="http://schemas.microsoft.com/office/drawing/2014/main" id="{E7C1CFF2-EB4C-EF6F-1997-7929E3A58198}"/>
                  </a:ext>
                </a:extLst>
              </p:cNvPr>
              <p:cNvSpPr/>
              <p:nvPr/>
            </p:nvSpPr>
            <p:spPr>
              <a:xfrm>
                <a:off x="8972378" y="6190291"/>
                <a:ext cx="6343" cy="6345"/>
              </a:xfrm>
              <a:custGeom>
                <a:avLst/>
                <a:gdLst>
                  <a:gd name="connsiteX0" fmla="*/ 3374 w 6343"/>
                  <a:gd name="connsiteY0" fmla="*/ 6559 h 6345"/>
                  <a:gd name="connsiteX1" fmla="*/ 5616 w 6343"/>
                  <a:gd name="connsiteY1" fmla="*/ 5630 h 6345"/>
                  <a:gd name="connsiteX2" fmla="*/ 6545 w 6343"/>
                  <a:gd name="connsiteY2" fmla="*/ 3386 h 6345"/>
                  <a:gd name="connsiteX3" fmla="*/ 5616 w 6343"/>
                  <a:gd name="connsiteY3" fmla="*/ 1143 h 6345"/>
                  <a:gd name="connsiteX4" fmla="*/ 3374 w 6343"/>
                  <a:gd name="connsiteY4" fmla="*/ 214 h 6345"/>
                  <a:gd name="connsiteX5" fmla="*/ 1131 w 6343"/>
                  <a:gd name="connsiteY5" fmla="*/ 1143 h 6345"/>
                  <a:gd name="connsiteX6" fmla="*/ 202 w 6343"/>
                  <a:gd name="connsiteY6" fmla="*/ 3386 h 6345"/>
                  <a:gd name="connsiteX7" fmla="*/ 1131 w 6343"/>
                  <a:gd name="connsiteY7" fmla="*/ 5630 h 6345"/>
                  <a:gd name="connsiteX8" fmla="*/ 337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559"/>
                    </a:moveTo>
                    <a:cubicBezTo>
                      <a:pt x="4215" y="6559"/>
                      <a:pt x="5021" y="6225"/>
                      <a:pt x="5616" y="5630"/>
                    </a:cubicBezTo>
                    <a:cubicBezTo>
                      <a:pt x="6211" y="5035"/>
                      <a:pt x="6545" y="4228"/>
                      <a:pt x="6545" y="3386"/>
                    </a:cubicBezTo>
                    <a:cubicBezTo>
                      <a:pt x="6545" y="2545"/>
                      <a:pt x="6211" y="1738"/>
                      <a:pt x="5616" y="1143"/>
                    </a:cubicBezTo>
                    <a:cubicBezTo>
                      <a:pt x="5021" y="548"/>
                      <a:pt x="4215" y="214"/>
                      <a:pt x="3374" y="214"/>
                    </a:cubicBezTo>
                    <a:cubicBezTo>
                      <a:pt x="2533" y="214"/>
                      <a:pt x="1726" y="548"/>
                      <a:pt x="1131" y="1143"/>
                    </a:cubicBezTo>
                    <a:cubicBezTo>
                      <a:pt x="536" y="1738"/>
                      <a:pt x="202" y="2545"/>
                      <a:pt x="202" y="3386"/>
                    </a:cubicBezTo>
                    <a:cubicBezTo>
                      <a:pt x="202" y="4228"/>
                      <a:pt x="536" y="5035"/>
                      <a:pt x="1131" y="5630"/>
                    </a:cubicBezTo>
                    <a:cubicBezTo>
                      <a:pt x="1726" y="6225"/>
                      <a:pt x="2533" y="6559"/>
                      <a:pt x="337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79" name="Freeform: Shape 9978">
                <a:extLst>
                  <a:ext uri="{FF2B5EF4-FFF2-40B4-BE49-F238E27FC236}">
                    <a16:creationId xmlns:a16="http://schemas.microsoft.com/office/drawing/2014/main" id="{C73AB9C5-0501-BDD1-ACBE-BECDF7CA7AE9}"/>
                  </a:ext>
                </a:extLst>
              </p:cNvPr>
              <p:cNvSpPr/>
              <p:nvPr/>
            </p:nvSpPr>
            <p:spPr>
              <a:xfrm>
                <a:off x="8966563" y="6187986"/>
                <a:ext cx="6343" cy="6345"/>
              </a:xfrm>
              <a:custGeom>
                <a:avLst/>
                <a:gdLst>
                  <a:gd name="connsiteX0" fmla="*/ 3373 w 6343"/>
                  <a:gd name="connsiteY0" fmla="*/ 6559 h 6345"/>
                  <a:gd name="connsiteX1" fmla="*/ 5616 w 6343"/>
                  <a:gd name="connsiteY1" fmla="*/ 5630 h 6345"/>
                  <a:gd name="connsiteX2" fmla="*/ 6545 w 6343"/>
                  <a:gd name="connsiteY2" fmla="*/ 3386 h 6345"/>
                  <a:gd name="connsiteX3" fmla="*/ 5616 w 6343"/>
                  <a:gd name="connsiteY3" fmla="*/ 1143 h 6345"/>
                  <a:gd name="connsiteX4" fmla="*/ 3373 w 6343"/>
                  <a:gd name="connsiteY4" fmla="*/ 213 h 6345"/>
                  <a:gd name="connsiteX5" fmla="*/ 1131 w 6343"/>
                  <a:gd name="connsiteY5" fmla="*/ 1143 h 6345"/>
                  <a:gd name="connsiteX6" fmla="*/ 202 w 6343"/>
                  <a:gd name="connsiteY6" fmla="*/ 3386 h 6345"/>
                  <a:gd name="connsiteX7" fmla="*/ 1131 w 6343"/>
                  <a:gd name="connsiteY7" fmla="*/ 5630 h 6345"/>
                  <a:gd name="connsiteX8" fmla="*/ 337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59"/>
                    </a:moveTo>
                    <a:cubicBezTo>
                      <a:pt x="4214" y="6559"/>
                      <a:pt x="5021" y="6225"/>
                      <a:pt x="5616" y="5630"/>
                    </a:cubicBezTo>
                    <a:cubicBezTo>
                      <a:pt x="6211" y="5035"/>
                      <a:pt x="6545" y="4228"/>
                      <a:pt x="6545" y="3386"/>
                    </a:cubicBezTo>
                    <a:cubicBezTo>
                      <a:pt x="6545" y="2545"/>
                      <a:pt x="6211" y="1738"/>
                      <a:pt x="5616" y="1143"/>
                    </a:cubicBezTo>
                    <a:cubicBezTo>
                      <a:pt x="5021" y="548"/>
                      <a:pt x="4214" y="213"/>
                      <a:pt x="3373" y="213"/>
                    </a:cubicBezTo>
                    <a:cubicBezTo>
                      <a:pt x="2532" y="213"/>
                      <a:pt x="1725" y="548"/>
                      <a:pt x="1131" y="1143"/>
                    </a:cubicBezTo>
                    <a:cubicBezTo>
                      <a:pt x="536" y="1738"/>
                      <a:pt x="202" y="2545"/>
                      <a:pt x="202" y="3386"/>
                    </a:cubicBezTo>
                    <a:cubicBezTo>
                      <a:pt x="202" y="4228"/>
                      <a:pt x="536" y="5035"/>
                      <a:pt x="1131" y="5630"/>
                    </a:cubicBezTo>
                    <a:cubicBezTo>
                      <a:pt x="1725" y="6225"/>
                      <a:pt x="2532" y="6559"/>
                      <a:pt x="337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80" name="Freeform: Shape 9979">
                <a:extLst>
                  <a:ext uri="{FF2B5EF4-FFF2-40B4-BE49-F238E27FC236}">
                    <a16:creationId xmlns:a16="http://schemas.microsoft.com/office/drawing/2014/main" id="{B9D74872-5B20-AB92-67C2-FE7534D68E65}"/>
                  </a:ext>
                </a:extLst>
              </p:cNvPr>
              <p:cNvSpPr/>
              <p:nvPr/>
            </p:nvSpPr>
            <p:spPr>
              <a:xfrm>
                <a:off x="8960789" y="6185589"/>
                <a:ext cx="6343" cy="6345"/>
              </a:xfrm>
              <a:custGeom>
                <a:avLst/>
                <a:gdLst>
                  <a:gd name="connsiteX0" fmla="*/ 3373 w 6343"/>
                  <a:gd name="connsiteY0" fmla="*/ 6559 h 6345"/>
                  <a:gd name="connsiteX1" fmla="*/ 5615 w 6343"/>
                  <a:gd name="connsiteY1" fmla="*/ 5629 h 6345"/>
                  <a:gd name="connsiteX2" fmla="*/ 6544 w 6343"/>
                  <a:gd name="connsiteY2" fmla="*/ 3386 h 6345"/>
                  <a:gd name="connsiteX3" fmla="*/ 5615 w 6343"/>
                  <a:gd name="connsiteY3" fmla="*/ 1142 h 6345"/>
                  <a:gd name="connsiteX4" fmla="*/ 3373 w 6343"/>
                  <a:gd name="connsiteY4" fmla="*/ 213 h 6345"/>
                  <a:gd name="connsiteX5" fmla="*/ 1130 w 6343"/>
                  <a:gd name="connsiteY5" fmla="*/ 1142 h 6345"/>
                  <a:gd name="connsiteX6" fmla="*/ 201 w 6343"/>
                  <a:gd name="connsiteY6" fmla="*/ 3386 h 6345"/>
                  <a:gd name="connsiteX7" fmla="*/ 1130 w 6343"/>
                  <a:gd name="connsiteY7" fmla="*/ 5629 h 6345"/>
                  <a:gd name="connsiteX8" fmla="*/ 337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59"/>
                    </a:moveTo>
                    <a:cubicBezTo>
                      <a:pt x="4214" y="6559"/>
                      <a:pt x="5021" y="6224"/>
                      <a:pt x="5615" y="5629"/>
                    </a:cubicBezTo>
                    <a:cubicBezTo>
                      <a:pt x="6210" y="5034"/>
                      <a:pt x="6544" y="4227"/>
                      <a:pt x="6544" y="3386"/>
                    </a:cubicBezTo>
                    <a:cubicBezTo>
                      <a:pt x="6544" y="2545"/>
                      <a:pt x="6210" y="1737"/>
                      <a:pt x="5615" y="1142"/>
                    </a:cubicBezTo>
                    <a:cubicBezTo>
                      <a:pt x="5021" y="548"/>
                      <a:pt x="4214" y="213"/>
                      <a:pt x="3373" y="213"/>
                    </a:cubicBezTo>
                    <a:cubicBezTo>
                      <a:pt x="2532" y="213"/>
                      <a:pt x="1725" y="548"/>
                      <a:pt x="1130" y="1142"/>
                    </a:cubicBezTo>
                    <a:cubicBezTo>
                      <a:pt x="535" y="1737"/>
                      <a:pt x="201" y="2545"/>
                      <a:pt x="201" y="3386"/>
                    </a:cubicBezTo>
                    <a:cubicBezTo>
                      <a:pt x="201" y="4227"/>
                      <a:pt x="535" y="5034"/>
                      <a:pt x="1130" y="5629"/>
                    </a:cubicBezTo>
                    <a:cubicBezTo>
                      <a:pt x="1725" y="6224"/>
                      <a:pt x="2532" y="6559"/>
                      <a:pt x="337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81" name="Freeform: Shape 9980">
                <a:extLst>
                  <a:ext uri="{FF2B5EF4-FFF2-40B4-BE49-F238E27FC236}">
                    <a16:creationId xmlns:a16="http://schemas.microsoft.com/office/drawing/2014/main" id="{DC66CCA6-48DA-5A33-2BE4-BFF12EB4E8E8}"/>
                  </a:ext>
                </a:extLst>
              </p:cNvPr>
              <p:cNvSpPr/>
              <p:nvPr/>
            </p:nvSpPr>
            <p:spPr>
              <a:xfrm>
                <a:off x="8954542" y="6184036"/>
                <a:ext cx="6343" cy="6345"/>
              </a:xfrm>
              <a:custGeom>
                <a:avLst/>
                <a:gdLst>
                  <a:gd name="connsiteX0" fmla="*/ 3372 w 6343"/>
                  <a:gd name="connsiteY0" fmla="*/ 6559 h 6345"/>
                  <a:gd name="connsiteX1" fmla="*/ 5615 w 6343"/>
                  <a:gd name="connsiteY1" fmla="*/ 5629 h 6345"/>
                  <a:gd name="connsiteX2" fmla="*/ 6544 w 6343"/>
                  <a:gd name="connsiteY2" fmla="*/ 3386 h 6345"/>
                  <a:gd name="connsiteX3" fmla="*/ 5615 w 6343"/>
                  <a:gd name="connsiteY3" fmla="*/ 1142 h 6345"/>
                  <a:gd name="connsiteX4" fmla="*/ 3372 w 6343"/>
                  <a:gd name="connsiteY4" fmla="*/ 213 h 6345"/>
                  <a:gd name="connsiteX5" fmla="*/ 1130 w 6343"/>
                  <a:gd name="connsiteY5" fmla="*/ 1142 h 6345"/>
                  <a:gd name="connsiteX6" fmla="*/ 201 w 6343"/>
                  <a:gd name="connsiteY6" fmla="*/ 3386 h 6345"/>
                  <a:gd name="connsiteX7" fmla="*/ 1130 w 6343"/>
                  <a:gd name="connsiteY7" fmla="*/ 5629 h 6345"/>
                  <a:gd name="connsiteX8" fmla="*/ 337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9"/>
                    </a:moveTo>
                    <a:cubicBezTo>
                      <a:pt x="4213" y="6559"/>
                      <a:pt x="5020" y="6224"/>
                      <a:pt x="5615" y="5629"/>
                    </a:cubicBezTo>
                    <a:cubicBezTo>
                      <a:pt x="6210" y="5034"/>
                      <a:pt x="6544" y="4227"/>
                      <a:pt x="6544" y="3386"/>
                    </a:cubicBezTo>
                    <a:cubicBezTo>
                      <a:pt x="6544" y="2544"/>
                      <a:pt x="6210" y="1737"/>
                      <a:pt x="5615" y="1142"/>
                    </a:cubicBezTo>
                    <a:cubicBezTo>
                      <a:pt x="5020" y="547"/>
                      <a:pt x="4213" y="213"/>
                      <a:pt x="3372" y="213"/>
                    </a:cubicBezTo>
                    <a:cubicBezTo>
                      <a:pt x="2531" y="213"/>
                      <a:pt x="1724" y="547"/>
                      <a:pt x="1130" y="1142"/>
                    </a:cubicBezTo>
                    <a:cubicBezTo>
                      <a:pt x="535" y="1737"/>
                      <a:pt x="201" y="2544"/>
                      <a:pt x="201" y="3386"/>
                    </a:cubicBezTo>
                    <a:cubicBezTo>
                      <a:pt x="201" y="4227"/>
                      <a:pt x="535" y="5034"/>
                      <a:pt x="1130" y="5629"/>
                    </a:cubicBezTo>
                    <a:cubicBezTo>
                      <a:pt x="1724" y="6224"/>
                      <a:pt x="2531" y="6559"/>
                      <a:pt x="337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82" name="Freeform: Shape 9981">
                <a:extLst>
                  <a:ext uri="{FF2B5EF4-FFF2-40B4-BE49-F238E27FC236}">
                    <a16:creationId xmlns:a16="http://schemas.microsoft.com/office/drawing/2014/main" id="{B5D72744-BD33-0793-B592-67F3CA9A8DA7}"/>
                  </a:ext>
                </a:extLst>
              </p:cNvPr>
              <p:cNvSpPr/>
              <p:nvPr/>
            </p:nvSpPr>
            <p:spPr>
              <a:xfrm>
                <a:off x="8948540" y="6182000"/>
                <a:ext cx="6343" cy="6345"/>
              </a:xfrm>
              <a:custGeom>
                <a:avLst/>
                <a:gdLst>
                  <a:gd name="connsiteX0" fmla="*/ 3372 w 6343"/>
                  <a:gd name="connsiteY0" fmla="*/ 6558 h 6345"/>
                  <a:gd name="connsiteX1" fmla="*/ 5614 w 6343"/>
                  <a:gd name="connsiteY1" fmla="*/ 5629 h 6345"/>
                  <a:gd name="connsiteX2" fmla="*/ 6543 w 6343"/>
                  <a:gd name="connsiteY2" fmla="*/ 3386 h 6345"/>
                  <a:gd name="connsiteX3" fmla="*/ 5614 w 6343"/>
                  <a:gd name="connsiteY3" fmla="*/ 1142 h 6345"/>
                  <a:gd name="connsiteX4" fmla="*/ 3372 w 6343"/>
                  <a:gd name="connsiteY4" fmla="*/ 213 h 6345"/>
                  <a:gd name="connsiteX5" fmla="*/ 1129 w 6343"/>
                  <a:gd name="connsiteY5" fmla="*/ 1142 h 6345"/>
                  <a:gd name="connsiteX6" fmla="*/ 200 w 6343"/>
                  <a:gd name="connsiteY6" fmla="*/ 3386 h 6345"/>
                  <a:gd name="connsiteX7" fmla="*/ 1129 w 6343"/>
                  <a:gd name="connsiteY7" fmla="*/ 5629 h 6345"/>
                  <a:gd name="connsiteX8" fmla="*/ 337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8"/>
                    </a:moveTo>
                    <a:cubicBezTo>
                      <a:pt x="4213" y="6558"/>
                      <a:pt x="5020" y="6224"/>
                      <a:pt x="5614" y="5629"/>
                    </a:cubicBezTo>
                    <a:cubicBezTo>
                      <a:pt x="6209" y="5034"/>
                      <a:pt x="6543" y="4227"/>
                      <a:pt x="6543" y="3386"/>
                    </a:cubicBezTo>
                    <a:cubicBezTo>
                      <a:pt x="6543" y="2544"/>
                      <a:pt x="6209" y="1737"/>
                      <a:pt x="5614" y="1142"/>
                    </a:cubicBezTo>
                    <a:cubicBezTo>
                      <a:pt x="5020" y="547"/>
                      <a:pt x="4213" y="213"/>
                      <a:pt x="3372" y="213"/>
                    </a:cubicBezTo>
                    <a:cubicBezTo>
                      <a:pt x="2531" y="213"/>
                      <a:pt x="1724" y="547"/>
                      <a:pt x="1129" y="1142"/>
                    </a:cubicBezTo>
                    <a:cubicBezTo>
                      <a:pt x="534" y="1737"/>
                      <a:pt x="200" y="2544"/>
                      <a:pt x="200" y="3386"/>
                    </a:cubicBezTo>
                    <a:cubicBezTo>
                      <a:pt x="200" y="4227"/>
                      <a:pt x="534" y="5034"/>
                      <a:pt x="1129" y="5629"/>
                    </a:cubicBezTo>
                    <a:cubicBezTo>
                      <a:pt x="1724" y="6224"/>
                      <a:pt x="2531" y="6558"/>
                      <a:pt x="337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83" name="Freeform: Shape 9982">
                <a:extLst>
                  <a:ext uri="{FF2B5EF4-FFF2-40B4-BE49-F238E27FC236}">
                    <a16:creationId xmlns:a16="http://schemas.microsoft.com/office/drawing/2014/main" id="{90A52941-3FFE-8EA9-4653-DADD8864650D}"/>
                  </a:ext>
                </a:extLst>
              </p:cNvPr>
              <p:cNvSpPr/>
              <p:nvPr/>
            </p:nvSpPr>
            <p:spPr>
              <a:xfrm>
                <a:off x="8942576" y="6179869"/>
                <a:ext cx="6343" cy="6345"/>
              </a:xfrm>
              <a:custGeom>
                <a:avLst/>
                <a:gdLst>
                  <a:gd name="connsiteX0" fmla="*/ 3371 w 6343"/>
                  <a:gd name="connsiteY0" fmla="*/ 6558 h 6345"/>
                  <a:gd name="connsiteX1" fmla="*/ 5614 w 6343"/>
                  <a:gd name="connsiteY1" fmla="*/ 5629 h 6345"/>
                  <a:gd name="connsiteX2" fmla="*/ 6543 w 6343"/>
                  <a:gd name="connsiteY2" fmla="*/ 3385 h 6345"/>
                  <a:gd name="connsiteX3" fmla="*/ 5614 w 6343"/>
                  <a:gd name="connsiteY3" fmla="*/ 1142 h 6345"/>
                  <a:gd name="connsiteX4" fmla="*/ 3371 w 6343"/>
                  <a:gd name="connsiteY4" fmla="*/ 213 h 6345"/>
                  <a:gd name="connsiteX5" fmla="*/ 1129 w 6343"/>
                  <a:gd name="connsiteY5" fmla="*/ 1142 h 6345"/>
                  <a:gd name="connsiteX6" fmla="*/ 200 w 6343"/>
                  <a:gd name="connsiteY6" fmla="*/ 3385 h 6345"/>
                  <a:gd name="connsiteX7" fmla="*/ 1129 w 6343"/>
                  <a:gd name="connsiteY7" fmla="*/ 5629 h 6345"/>
                  <a:gd name="connsiteX8" fmla="*/ 337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58"/>
                    </a:moveTo>
                    <a:cubicBezTo>
                      <a:pt x="4212" y="6558"/>
                      <a:pt x="5019" y="6224"/>
                      <a:pt x="5614" y="5629"/>
                    </a:cubicBezTo>
                    <a:cubicBezTo>
                      <a:pt x="6209" y="5034"/>
                      <a:pt x="6543" y="4227"/>
                      <a:pt x="6543" y="3385"/>
                    </a:cubicBezTo>
                    <a:cubicBezTo>
                      <a:pt x="6543" y="2544"/>
                      <a:pt x="6209" y="1737"/>
                      <a:pt x="5614" y="1142"/>
                    </a:cubicBezTo>
                    <a:cubicBezTo>
                      <a:pt x="5019" y="547"/>
                      <a:pt x="4212" y="213"/>
                      <a:pt x="3371" y="213"/>
                    </a:cubicBezTo>
                    <a:cubicBezTo>
                      <a:pt x="2530" y="213"/>
                      <a:pt x="1723" y="547"/>
                      <a:pt x="1129" y="1142"/>
                    </a:cubicBezTo>
                    <a:cubicBezTo>
                      <a:pt x="534" y="1737"/>
                      <a:pt x="200" y="2544"/>
                      <a:pt x="200" y="3385"/>
                    </a:cubicBezTo>
                    <a:cubicBezTo>
                      <a:pt x="200" y="4227"/>
                      <a:pt x="534" y="5034"/>
                      <a:pt x="1129" y="5629"/>
                    </a:cubicBezTo>
                    <a:cubicBezTo>
                      <a:pt x="1723" y="6224"/>
                      <a:pt x="2530" y="6558"/>
                      <a:pt x="337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84" name="Freeform: Shape 9983">
                <a:extLst>
                  <a:ext uri="{FF2B5EF4-FFF2-40B4-BE49-F238E27FC236}">
                    <a16:creationId xmlns:a16="http://schemas.microsoft.com/office/drawing/2014/main" id="{8D26AA49-0253-05ED-A942-4855C5F9C94C}"/>
                  </a:ext>
                </a:extLst>
              </p:cNvPr>
              <p:cNvSpPr/>
              <p:nvPr/>
            </p:nvSpPr>
            <p:spPr>
              <a:xfrm>
                <a:off x="8949616" y="6155084"/>
                <a:ext cx="6343" cy="6345"/>
              </a:xfrm>
              <a:custGeom>
                <a:avLst/>
                <a:gdLst>
                  <a:gd name="connsiteX0" fmla="*/ 3372 w 6343"/>
                  <a:gd name="connsiteY0" fmla="*/ 6556 h 6345"/>
                  <a:gd name="connsiteX1" fmla="*/ 5614 w 6343"/>
                  <a:gd name="connsiteY1" fmla="*/ 5627 h 6345"/>
                  <a:gd name="connsiteX2" fmla="*/ 6543 w 6343"/>
                  <a:gd name="connsiteY2" fmla="*/ 3384 h 6345"/>
                  <a:gd name="connsiteX3" fmla="*/ 5614 w 6343"/>
                  <a:gd name="connsiteY3" fmla="*/ 1140 h 6345"/>
                  <a:gd name="connsiteX4" fmla="*/ 3372 w 6343"/>
                  <a:gd name="connsiteY4" fmla="*/ 211 h 6345"/>
                  <a:gd name="connsiteX5" fmla="*/ 1129 w 6343"/>
                  <a:gd name="connsiteY5" fmla="*/ 1140 h 6345"/>
                  <a:gd name="connsiteX6" fmla="*/ 200 w 6343"/>
                  <a:gd name="connsiteY6" fmla="*/ 3384 h 6345"/>
                  <a:gd name="connsiteX7" fmla="*/ 1129 w 6343"/>
                  <a:gd name="connsiteY7" fmla="*/ 5627 h 6345"/>
                  <a:gd name="connsiteX8" fmla="*/ 3372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6"/>
                    </a:moveTo>
                    <a:cubicBezTo>
                      <a:pt x="4213" y="6556"/>
                      <a:pt x="5020" y="6222"/>
                      <a:pt x="5614" y="5627"/>
                    </a:cubicBezTo>
                    <a:cubicBezTo>
                      <a:pt x="6209" y="5032"/>
                      <a:pt x="6543" y="4225"/>
                      <a:pt x="6543" y="3384"/>
                    </a:cubicBezTo>
                    <a:cubicBezTo>
                      <a:pt x="6543" y="2542"/>
                      <a:pt x="6209" y="1735"/>
                      <a:pt x="5614" y="1140"/>
                    </a:cubicBezTo>
                    <a:cubicBezTo>
                      <a:pt x="5020" y="545"/>
                      <a:pt x="4213" y="211"/>
                      <a:pt x="3372" y="211"/>
                    </a:cubicBezTo>
                    <a:cubicBezTo>
                      <a:pt x="2531" y="211"/>
                      <a:pt x="1724" y="545"/>
                      <a:pt x="1129" y="1140"/>
                    </a:cubicBezTo>
                    <a:cubicBezTo>
                      <a:pt x="534" y="1735"/>
                      <a:pt x="200" y="2542"/>
                      <a:pt x="200" y="3384"/>
                    </a:cubicBezTo>
                    <a:cubicBezTo>
                      <a:pt x="200" y="4225"/>
                      <a:pt x="534" y="5032"/>
                      <a:pt x="1129" y="5627"/>
                    </a:cubicBezTo>
                    <a:cubicBezTo>
                      <a:pt x="1724" y="6222"/>
                      <a:pt x="2531" y="6556"/>
                      <a:pt x="3372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85" name="Freeform: Shape 9984">
                <a:extLst>
                  <a:ext uri="{FF2B5EF4-FFF2-40B4-BE49-F238E27FC236}">
                    <a16:creationId xmlns:a16="http://schemas.microsoft.com/office/drawing/2014/main" id="{1205EA57-2631-12CA-0188-439627D2B9F1}"/>
                  </a:ext>
                </a:extLst>
              </p:cNvPr>
              <p:cNvSpPr/>
              <p:nvPr/>
            </p:nvSpPr>
            <p:spPr>
              <a:xfrm>
                <a:off x="8953459" y="6136392"/>
                <a:ext cx="6343" cy="6345"/>
              </a:xfrm>
              <a:custGeom>
                <a:avLst/>
                <a:gdLst>
                  <a:gd name="connsiteX0" fmla="*/ 3372 w 6343"/>
                  <a:gd name="connsiteY0" fmla="*/ 6555 h 6345"/>
                  <a:gd name="connsiteX1" fmla="*/ 5615 w 6343"/>
                  <a:gd name="connsiteY1" fmla="*/ 5626 h 6345"/>
                  <a:gd name="connsiteX2" fmla="*/ 6544 w 6343"/>
                  <a:gd name="connsiteY2" fmla="*/ 3382 h 6345"/>
                  <a:gd name="connsiteX3" fmla="*/ 5615 w 6343"/>
                  <a:gd name="connsiteY3" fmla="*/ 1139 h 6345"/>
                  <a:gd name="connsiteX4" fmla="*/ 3372 w 6343"/>
                  <a:gd name="connsiteY4" fmla="*/ 209 h 6345"/>
                  <a:gd name="connsiteX5" fmla="*/ 1129 w 6343"/>
                  <a:gd name="connsiteY5" fmla="*/ 1139 h 6345"/>
                  <a:gd name="connsiteX6" fmla="*/ 201 w 6343"/>
                  <a:gd name="connsiteY6" fmla="*/ 3382 h 6345"/>
                  <a:gd name="connsiteX7" fmla="*/ 1129 w 6343"/>
                  <a:gd name="connsiteY7" fmla="*/ 5626 h 6345"/>
                  <a:gd name="connsiteX8" fmla="*/ 3372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5"/>
                    </a:moveTo>
                    <a:cubicBezTo>
                      <a:pt x="4213" y="6555"/>
                      <a:pt x="5020" y="6220"/>
                      <a:pt x="5615" y="5626"/>
                    </a:cubicBezTo>
                    <a:cubicBezTo>
                      <a:pt x="6210" y="5031"/>
                      <a:pt x="6544" y="4223"/>
                      <a:pt x="6544" y="3382"/>
                    </a:cubicBezTo>
                    <a:cubicBezTo>
                      <a:pt x="6544" y="2541"/>
                      <a:pt x="6210" y="1734"/>
                      <a:pt x="5615" y="1139"/>
                    </a:cubicBezTo>
                    <a:cubicBezTo>
                      <a:pt x="5020" y="544"/>
                      <a:pt x="4213" y="209"/>
                      <a:pt x="3372" y="209"/>
                    </a:cubicBezTo>
                    <a:cubicBezTo>
                      <a:pt x="2531" y="209"/>
                      <a:pt x="1724" y="544"/>
                      <a:pt x="1129" y="1139"/>
                    </a:cubicBezTo>
                    <a:cubicBezTo>
                      <a:pt x="535" y="1734"/>
                      <a:pt x="201" y="2541"/>
                      <a:pt x="201" y="3382"/>
                    </a:cubicBezTo>
                    <a:cubicBezTo>
                      <a:pt x="201" y="4223"/>
                      <a:pt x="535" y="5031"/>
                      <a:pt x="1129" y="5626"/>
                    </a:cubicBezTo>
                    <a:cubicBezTo>
                      <a:pt x="1724" y="6220"/>
                      <a:pt x="2531" y="6555"/>
                      <a:pt x="3372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86" name="Freeform: Shape 9985">
                <a:extLst>
                  <a:ext uri="{FF2B5EF4-FFF2-40B4-BE49-F238E27FC236}">
                    <a16:creationId xmlns:a16="http://schemas.microsoft.com/office/drawing/2014/main" id="{DB8F8586-B7E3-FDE7-05C9-39AA8816B941}"/>
                  </a:ext>
                </a:extLst>
              </p:cNvPr>
              <p:cNvSpPr/>
              <p:nvPr/>
            </p:nvSpPr>
            <p:spPr>
              <a:xfrm>
                <a:off x="8950316" y="6129955"/>
                <a:ext cx="6343" cy="6345"/>
              </a:xfrm>
              <a:custGeom>
                <a:avLst/>
                <a:gdLst>
                  <a:gd name="connsiteX0" fmla="*/ 3372 w 6343"/>
                  <a:gd name="connsiteY0" fmla="*/ 6554 h 6345"/>
                  <a:gd name="connsiteX1" fmla="*/ 5615 w 6343"/>
                  <a:gd name="connsiteY1" fmla="*/ 5625 h 6345"/>
                  <a:gd name="connsiteX2" fmla="*/ 6543 w 6343"/>
                  <a:gd name="connsiteY2" fmla="*/ 3382 h 6345"/>
                  <a:gd name="connsiteX3" fmla="*/ 5615 w 6343"/>
                  <a:gd name="connsiteY3" fmla="*/ 1138 h 6345"/>
                  <a:gd name="connsiteX4" fmla="*/ 3372 w 6343"/>
                  <a:gd name="connsiteY4" fmla="*/ 209 h 6345"/>
                  <a:gd name="connsiteX5" fmla="*/ 1129 w 6343"/>
                  <a:gd name="connsiteY5" fmla="*/ 1138 h 6345"/>
                  <a:gd name="connsiteX6" fmla="*/ 200 w 6343"/>
                  <a:gd name="connsiteY6" fmla="*/ 3382 h 6345"/>
                  <a:gd name="connsiteX7" fmla="*/ 1129 w 6343"/>
                  <a:gd name="connsiteY7" fmla="*/ 5625 h 6345"/>
                  <a:gd name="connsiteX8" fmla="*/ 3372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4"/>
                    </a:moveTo>
                    <a:cubicBezTo>
                      <a:pt x="4213" y="6554"/>
                      <a:pt x="5020" y="6220"/>
                      <a:pt x="5615" y="5625"/>
                    </a:cubicBezTo>
                    <a:cubicBezTo>
                      <a:pt x="6209" y="5030"/>
                      <a:pt x="6543" y="4223"/>
                      <a:pt x="6543" y="3382"/>
                    </a:cubicBezTo>
                    <a:cubicBezTo>
                      <a:pt x="6543" y="2540"/>
                      <a:pt x="6209" y="1733"/>
                      <a:pt x="5615" y="1138"/>
                    </a:cubicBezTo>
                    <a:cubicBezTo>
                      <a:pt x="5020" y="543"/>
                      <a:pt x="4213" y="209"/>
                      <a:pt x="3372" y="209"/>
                    </a:cubicBezTo>
                    <a:cubicBezTo>
                      <a:pt x="2531" y="209"/>
                      <a:pt x="1724" y="543"/>
                      <a:pt x="1129" y="1138"/>
                    </a:cubicBezTo>
                    <a:cubicBezTo>
                      <a:pt x="535" y="1733"/>
                      <a:pt x="200" y="2540"/>
                      <a:pt x="200" y="3382"/>
                    </a:cubicBezTo>
                    <a:cubicBezTo>
                      <a:pt x="200" y="4223"/>
                      <a:pt x="535" y="5030"/>
                      <a:pt x="1129" y="5625"/>
                    </a:cubicBezTo>
                    <a:cubicBezTo>
                      <a:pt x="1724" y="6220"/>
                      <a:pt x="2531" y="6554"/>
                      <a:pt x="3372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87" name="Freeform: Shape 9986">
                <a:extLst>
                  <a:ext uri="{FF2B5EF4-FFF2-40B4-BE49-F238E27FC236}">
                    <a16:creationId xmlns:a16="http://schemas.microsoft.com/office/drawing/2014/main" id="{FC253363-C698-7D32-6C79-64EEDA11D136}"/>
                  </a:ext>
                </a:extLst>
              </p:cNvPr>
              <p:cNvSpPr/>
              <p:nvPr/>
            </p:nvSpPr>
            <p:spPr>
              <a:xfrm>
                <a:off x="8946135" y="6125343"/>
                <a:ext cx="6343" cy="6345"/>
              </a:xfrm>
              <a:custGeom>
                <a:avLst/>
                <a:gdLst>
                  <a:gd name="connsiteX0" fmla="*/ 3372 w 6343"/>
                  <a:gd name="connsiteY0" fmla="*/ 6554 h 6345"/>
                  <a:gd name="connsiteX1" fmla="*/ 5614 w 6343"/>
                  <a:gd name="connsiteY1" fmla="*/ 5625 h 6345"/>
                  <a:gd name="connsiteX2" fmla="*/ 6543 w 6343"/>
                  <a:gd name="connsiteY2" fmla="*/ 3381 h 6345"/>
                  <a:gd name="connsiteX3" fmla="*/ 5614 w 6343"/>
                  <a:gd name="connsiteY3" fmla="*/ 1138 h 6345"/>
                  <a:gd name="connsiteX4" fmla="*/ 3372 w 6343"/>
                  <a:gd name="connsiteY4" fmla="*/ 208 h 6345"/>
                  <a:gd name="connsiteX5" fmla="*/ 1129 w 6343"/>
                  <a:gd name="connsiteY5" fmla="*/ 1138 h 6345"/>
                  <a:gd name="connsiteX6" fmla="*/ 200 w 6343"/>
                  <a:gd name="connsiteY6" fmla="*/ 3381 h 6345"/>
                  <a:gd name="connsiteX7" fmla="*/ 1129 w 6343"/>
                  <a:gd name="connsiteY7" fmla="*/ 5625 h 6345"/>
                  <a:gd name="connsiteX8" fmla="*/ 3372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4"/>
                    </a:moveTo>
                    <a:cubicBezTo>
                      <a:pt x="4213" y="6554"/>
                      <a:pt x="5019" y="6220"/>
                      <a:pt x="5614" y="5625"/>
                    </a:cubicBezTo>
                    <a:cubicBezTo>
                      <a:pt x="6209" y="5030"/>
                      <a:pt x="6543" y="4223"/>
                      <a:pt x="6543" y="3381"/>
                    </a:cubicBezTo>
                    <a:cubicBezTo>
                      <a:pt x="6543" y="2540"/>
                      <a:pt x="6209" y="1733"/>
                      <a:pt x="5614" y="1138"/>
                    </a:cubicBezTo>
                    <a:cubicBezTo>
                      <a:pt x="5019" y="543"/>
                      <a:pt x="4213" y="208"/>
                      <a:pt x="3372" y="208"/>
                    </a:cubicBezTo>
                    <a:cubicBezTo>
                      <a:pt x="2530" y="208"/>
                      <a:pt x="1724" y="543"/>
                      <a:pt x="1129" y="1138"/>
                    </a:cubicBezTo>
                    <a:cubicBezTo>
                      <a:pt x="534" y="1733"/>
                      <a:pt x="200" y="2540"/>
                      <a:pt x="200" y="3381"/>
                    </a:cubicBezTo>
                    <a:cubicBezTo>
                      <a:pt x="200" y="4223"/>
                      <a:pt x="534" y="5030"/>
                      <a:pt x="1129" y="5625"/>
                    </a:cubicBezTo>
                    <a:cubicBezTo>
                      <a:pt x="1724" y="6220"/>
                      <a:pt x="2530" y="6554"/>
                      <a:pt x="3372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88" name="Freeform: Shape 9987">
                <a:extLst>
                  <a:ext uri="{FF2B5EF4-FFF2-40B4-BE49-F238E27FC236}">
                    <a16:creationId xmlns:a16="http://schemas.microsoft.com/office/drawing/2014/main" id="{F7378A7E-A1C9-E9CD-B9B8-D54759F530FE}"/>
                  </a:ext>
                </a:extLst>
              </p:cNvPr>
              <p:cNvSpPr/>
              <p:nvPr/>
            </p:nvSpPr>
            <p:spPr>
              <a:xfrm>
                <a:off x="8941339" y="6121786"/>
                <a:ext cx="6343" cy="6345"/>
              </a:xfrm>
              <a:custGeom>
                <a:avLst/>
                <a:gdLst>
                  <a:gd name="connsiteX0" fmla="*/ 3371 w 6343"/>
                  <a:gd name="connsiteY0" fmla="*/ 6554 h 6345"/>
                  <a:gd name="connsiteX1" fmla="*/ 5614 w 6343"/>
                  <a:gd name="connsiteY1" fmla="*/ 5624 h 6345"/>
                  <a:gd name="connsiteX2" fmla="*/ 6543 w 6343"/>
                  <a:gd name="connsiteY2" fmla="*/ 3381 h 6345"/>
                  <a:gd name="connsiteX3" fmla="*/ 5614 w 6343"/>
                  <a:gd name="connsiteY3" fmla="*/ 1137 h 6345"/>
                  <a:gd name="connsiteX4" fmla="*/ 3371 w 6343"/>
                  <a:gd name="connsiteY4" fmla="*/ 208 h 6345"/>
                  <a:gd name="connsiteX5" fmla="*/ 1129 w 6343"/>
                  <a:gd name="connsiteY5" fmla="*/ 1137 h 6345"/>
                  <a:gd name="connsiteX6" fmla="*/ 200 w 6343"/>
                  <a:gd name="connsiteY6" fmla="*/ 3381 h 6345"/>
                  <a:gd name="connsiteX7" fmla="*/ 1129 w 6343"/>
                  <a:gd name="connsiteY7" fmla="*/ 5624 h 6345"/>
                  <a:gd name="connsiteX8" fmla="*/ 3371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54"/>
                    </a:moveTo>
                    <a:cubicBezTo>
                      <a:pt x="4212" y="6554"/>
                      <a:pt x="5019" y="6219"/>
                      <a:pt x="5614" y="5624"/>
                    </a:cubicBezTo>
                    <a:cubicBezTo>
                      <a:pt x="6209" y="5029"/>
                      <a:pt x="6543" y="4222"/>
                      <a:pt x="6543" y="3381"/>
                    </a:cubicBezTo>
                    <a:cubicBezTo>
                      <a:pt x="6543" y="2539"/>
                      <a:pt x="6209" y="1732"/>
                      <a:pt x="5614" y="1137"/>
                    </a:cubicBezTo>
                    <a:cubicBezTo>
                      <a:pt x="5019" y="543"/>
                      <a:pt x="4212" y="208"/>
                      <a:pt x="3371" y="208"/>
                    </a:cubicBezTo>
                    <a:cubicBezTo>
                      <a:pt x="2530" y="208"/>
                      <a:pt x="1723" y="543"/>
                      <a:pt x="1129" y="1137"/>
                    </a:cubicBezTo>
                    <a:cubicBezTo>
                      <a:pt x="534" y="1732"/>
                      <a:pt x="200" y="2539"/>
                      <a:pt x="200" y="3381"/>
                    </a:cubicBezTo>
                    <a:cubicBezTo>
                      <a:pt x="200" y="4222"/>
                      <a:pt x="534" y="5029"/>
                      <a:pt x="1129" y="5624"/>
                    </a:cubicBezTo>
                    <a:cubicBezTo>
                      <a:pt x="1723" y="6219"/>
                      <a:pt x="2530" y="6554"/>
                      <a:pt x="3371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89" name="Freeform: Shape 9988">
                <a:extLst>
                  <a:ext uri="{FF2B5EF4-FFF2-40B4-BE49-F238E27FC236}">
                    <a16:creationId xmlns:a16="http://schemas.microsoft.com/office/drawing/2014/main" id="{F648F4C5-8291-9150-626B-1CEEBC5CAA55}"/>
                  </a:ext>
                </a:extLst>
              </p:cNvPr>
              <p:cNvSpPr/>
              <p:nvPr/>
            </p:nvSpPr>
            <p:spPr>
              <a:xfrm>
                <a:off x="8715323" y="6477231"/>
                <a:ext cx="6343" cy="6345"/>
              </a:xfrm>
              <a:custGeom>
                <a:avLst/>
                <a:gdLst>
                  <a:gd name="connsiteX0" fmla="*/ 3353 w 6343"/>
                  <a:gd name="connsiteY0" fmla="*/ 6582 h 6345"/>
                  <a:gd name="connsiteX1" fmla="*/ 5596 w 6343"/>
                  <a:gd name="connsiteY1" fmla="*/ 5652 h 6345"/>
                  <a:gd name="connsiteX2" fmla="*/ 6525 w 6343"/>
                  <a:gd name="connsiteY2" fmla="*/ 3409 h 6345"/>
                  <a:gd name="connsiteX3" fmla="*/ 5596 w 6343"/>
                  <a:gd name="connsiteY3" fmla="*/ 1165 h 6345"/>
                  <a:gd name="connsiteX4" fmla="*/ 3353 w 6343"/>
                  <a:gd name="connsiteY4" fmla="*/ 236 h 6345"/>
                  <a:gd name="connsiteX5" fmla="*/ 1111 w 6343"/>
                  <a:gd name="connsiteY5" fmla="*/ 1165 h 6345"/>
                  <a:gd name="connsiteX6" fmla="*/ 182 w 6343"/>
                  <a:gd name="connsiteY6" fmla="*/ 3409 h 6345"/>
                  <a:gd name="connsiteX7" fmla="*/ 1111 w 6343"/>
                  <a:gd name="connsiteY7" fmla="*/ 5652 h 6345"/>
                  <a:gd name="connsiteX8" fmla="*/ 3353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82"/>
                    </a:moveTo>
                    <a:cubicBezTo>
                      <a:pt x="4194" y="6582"/>
                      <a:pt x="5001" y="6247"/>
                      <a:pt x="5596" y="5652"/>
                    </a:cubicBezTo>
                    <a:cubicBezTo>
                      <a:pt x="6191" y="5057"/>
                      <a:pt x="6525" y="4250"/>
                      <a:pt x="6525" y="3409"/>
                    </a:cubicBezTo>
                    <a:cubicBezTo>
                      <a:pt x="6525" y="2568"/>
                      <a:pt x="6191" y="1760"/>
                      <a:pt x="5596" y="1165"/>
                    </a:cubicBezTo>
                    <a:cubicBezTo>
                      <a:pt x="5001" y="571"/>
                      <a:pt x="4194" y="236"/>
                      <a:pt x="3353" y="236"/>
                    </a:cubicBezTo>
                    <a:cubicBezTo>
                      <a:pt x="2512" y="236"/>
                      <a:pt x="1705" y="571"/>
                      <a:pt x="1111" y="1165"/>
                    </a:cubicBezTo>
                    <a:cubicBezTo>
                      <a:pt x="516" y="1760"/>
                      <a:pt x="182" y="2568"/>
                      <a:pt x="182" y="3409"/>
                    </a:cubicBezTo>
                    <a:cubicBezTo>
                      <a:pt x="182" y="4250"/>
                      <a:pt x="516" y="5057"/>
                      <a:pt x="1111" y="5652"/>
                    </a:cubicBezTo>
                    <a:cubicBezTo>
                      <a:pt x="1705" y="6247"/>
                      <a:pt x="2512" y="6582"/>
                      <a:pt x="3353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90" name="Freeform: Shape 9989">
                <a:extLst>
                  <a:ext uri="{FF2B5EF4-FFF2-40B4-BE49-F238E27FC236}">
                    <a16:creationId xmlns:a16="http://schemas.microsoft.com/office/drawing/2014/main" id="{3C1A2013-43AE-269C-D779-6E536AC75FC0}"/>
                  </a:ext>
                </a:extLst>
              </p:cNvPr>
              <p:cNvSpPr/>
              <p:nvPr/>
            </p:nvSpPr>
            <p:spPr>
              <a:xfrm>
                <a:off x="8799953" y="6325670"/>
                <a:ext cx="6343" cy="6345"/>
              </a:xfrm>
              <a:custGeom>
                <a:avLst/>
                <a:gdLst>
                  <a:gd name="connsiteX0" fmla="*/ 3360 w 6343"/>
                  <a:gd name="connsiteY0" fmla="*/ 6570 h 6345"/>
                  <a:gd name="connsiteX1" fmla="*/ 5603 w 6343"/>
                  <a:gd name="connsiteY1" fmla="*/ 5640 h 6345"/>
                  <a:gd name="connsiteX2" fmla="*/ 6532 w 6343"/>
                  <a:gd name="connsiteY2" fmla="*/ 3397 h 6345"/>
                  <a:gd name="connsiteX3" fmla="*/ 5603 w 6343"/>
                  <a:gd name="connsiteY3" fmla="*/ 1154 h 6345"/>
                  <a:gd name="connsiteX4" fmla="*/ 3360 w 6343"/>
                  <a:gd name="connsiteY4" fmla="*/ 224 h 6345"/>
                  <a:gd name="connsiteX5" fmla="*/ 1117 w 6343"/>
                  <a:gd name="connsiteY5" fmla="*/ 1154 h 6345"/>
                  <a:gd name="connsiteX6" fmla="*/ 188 w 6343"/>
                  <a:gd name="connsiteY6" fmla="*/ 3397 h 6345"/>
                  <a:gd name="connsiteX7" fmla="*/ 1117 w 6343"/>
                  <a:gd name="connsiteY7" fmla="*/ 5640 h 6345"/>
                  <a:gd name="connsiteX8" fmla="*/ 3360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570"/>
                    </a:moveTo>
                    <a:cubicBezTo>
                      <a:pt x="4201" y="6570"/>
                      <a:pt x="5008" y="6235"/>
                      <a:pt x="5603" y="5640"/>
                    </a:cubicBezTo>
                    <a:cubicBezTo>
                      <a:pt x="6197" y="5045"/>
                      <a:pt x="6532" y="4238"/>
                      <a:pt x="6532" y="3397"/>
                    </a:cubicBezTo>
                    <a:cubicBezTo>
                      <a:pt x="6532" y="2556"/>
                      <a:pt x="6197" y="1749"/>
                      <a:pt x="5603" y="1154"/>
                    </a:cubicBezTo>
                    <a:cubicBezTo>
                      <a:pt x="5008" y="559"/>
                      <a:pt x="4201" y="224"/>
                      <a:pt x="3360" y="224"/>
                    </a:cubicBezTo>
                    <a:cubicBezTo>
                      <a:pt x="2519" y="224"/>
                      <a:pt x="1712" y="559"/>
                      <a:pt x="1117" y="1154"/>
                    </a:cubicBezTo>
                    <a:cubicBezTo>
                      <a:pt x="523" y="1749"/>
                      <a:pt x="188" y="2556"/>
                      <a:pt x="188" y="3397"/>
                    </a:cubicBezTo>
                    <a:cubicBezTo>
                      <a:pt x="188" y="4238"/>
                      <a:pt x="523" y="5045"/>
                      <a:pt x="1117" y="5640"/>
                    </a:cubicBezTo>
                    <a:cubicBezTo>
                      <a:pt x="1712" y="6235"/>
                      <a:pt x="2519" y="6570"/>
                      <a:pt x="3360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91" name="Freeform: Shape 9990">
                <a:extLst>
                  <a:ext uri="{FF2B5EF4-FFF2-40B4-BE49-F238E27FC236}">
                    <a16:creationId xmlns:a16="http://schemas.microsoft.com/office/drawing/2014/main" id="{A8BFC442-6100-9001-28D3-BD60224F62A8}"/>
                  </a:ext>
                </a:extLst>
              </p:cNvPr>
              <p:cNvSpPr/>
              <p:nvPr/>
            </p:nvSpPr>
            <p:spPr>
              <a:xfrm>
                <a:off x="8793638" y="6321695"/>
                <a:ext cx="6343" cy="6345"/>
              </a:xfrm>
              <a:custGeom>
                <a:avLst/>
                <a:gdLst>
                  <a:gd name="connsiteX0" fmla="*/ 3360 w 6343"/>
                  <a:gd name="connsiteY0" fmla="*/ 6569 h 6345"/>
                  <a:gd name="connsiteX1" fmla="*/ 5602 w 6343"/>
                  <a:gd name="connsiteY1" fmla="*/ 5640 h 6345"/>
                  <a:gd name="connsiteX2" fmla="*/ 6531 w 6343"/>
                  <a:gd name="connsiteY2" fmla="*/ 3397 h 6345"/>
                  <a:gd name="connsiteX3" fmla="*/ 5602 w 6343"/>
                  <a:gd name="connsiteY3" fmla="*/ 1153 h 6345"/>
                  <a:gd name="connsiteX4" fmla="*/ 3360 w 6343"/>
                  <a:gd name="connsiteY4" fmla="*/ 224 h 6345"/>
                  <a:gd name="connsiteX5" fmla="*/ 1117 w 6343"/>
                  <a:gd name="connsiteY5" fmla="*/ 1153 h 6345"/>
                  <a:gd name="connsiteX6" fmla="*/ 188 w 6343"/>
                  <a:gd name="connsiteY6" fmla="*/ 3397 h 6345"/>
                  <a:gd name="connsiteX7" fmla="*/ 1117 w 6343"/>
                  <a:gd name="connsiteY7" fmla="*/ 5640 h 6345"/>
                  <a:gd name="connsiteX8" fmla="*/ 3360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569"/>
                    </a:moveTo>
                    <a:cubicBezTo>
                      <a:pt x="4201" y="6569"/>
                      <a:pt x="5007" y="6235"/>
                      <a:pt x="5602" y="5640"/>
                    </a:cubicBezTo>
                    <a:cubicBezTo>
                      <a:pt x="6197" y="5045"/>
                      <a:pt x="6531" y="4238"/>
                      <a:pt x="6531" y="3397"/>
                    </a:cubicBezTo>
                    <a:cubicBezTo>
                      <a:pt x="6531" y="2555"/>
                      <a:pt x="6197" y="1748"/>
                      <a:pt x="5602" y="1153"/>
                    </a:cubicBezTo>
                    <a:cubicBezTo>
                      <a:pt x="5007" y="558"/>
                      <a:pt x="4201" y="224"/>
                      <a:pt x="3360" y="224"/>
                    </a:cubicBezTo>
                    <a:cubicBezTo>
                      <a:pt x="2518" y="224"/>
                      <a:pt x="1712" y="558"/>
                      <a:pt x="1117" y="1153"/>
                    </a:cubicBezTo>
                    <a:cubicBezTo>
                      <a:pt x="522" y="1748"/>
                      <a:pt x="188" y="2555"/>
                      <a:pt x="188" y="3397"/>
                    </a:cubicBezTo>
                    <a:cubicBezTo>
                      <a:pt x="188" y="4238"/>
                      <a:pt x="522" y="5045"/>
                      <a:pt x="1117" y="5640"/>
                    </a:cubicBezTo>
                    <a:cubicBezTo>
                      <a:pt x="1712" y="6235"/>
                      <a:pt x="2518" y="6569"/>
                      <a:pt x="3360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92" name="Freeform: Shape 9991">
                <a:extLst>
                  <a:ext uri="{FF2B5EF4-FFF2-40B4-BE49-F238E27FC236}">
                    <a16:creationId xmlns:a16="http://schemas.microsoft.com/office/drawing/2014/main" id="{ECD4C05C-4E00-68AE-75EE-B6F89AEE204E}"/>
                  </a:ext>
                </a:extLst>
              </p:cNvPr>
              <p:cNvSpPr/>
              <p:nvPr/>
            </p:nvSpPr>
            <p:spPr>
              <a:xfrm>
                <a:off x="9013259" y="5965747"/>
                <a:ext cx="6343" cy="6345"/>
              </a:xfrm>
              <a:custGeom>
                <a:avLst/>
                <a:gdLst>
                  <a:gd name="connsiteX0" fmla="*/ 3377 w 6343"/>
                  <a:gd name="connsiteY0" fmla="*/ 6541 h 6345"/>
                  <a:gd name="connsiteX1" fmla="*/ 5619 w 6343"/>
                  <a:gd name="connsiteY1" fmla="*/ 5612 h 6345"/>
                  <a:gd name="connsiteX2" fmla="*/ 6548 w 6343"/>
                  <a:gd name="connsiteY2" fmla="*/ 3369 h 6345"/>
                  <a:gd name="connsiteX3" fmla="*/ 5619 w 6343"/>
                  <a:gd name="connsiteY3" fmla="*/ 1125 h 6345"/>
                  <a:gd name="connsiteX4" fmla="*/ 3377 w 6343"/>
                  <a:gd name="connsiteY4" fmla="*/ 196 h 6345"/>
                  <a:gd name="connsiteX5" fmla="*/ 1134 w 6343"/>
                  <a:gd name="connsiteY5" fmla="*/ 1125 h 6345"/>
                  <a:gd name="connsiteX6" fmla="*/ 205 w 6343"/>
                  <a:gd name="connsiteY6" fmla="*/ 3369 h 6345"/>
                  <a:gd name="connsiteX7" fmla="*/ 1134 w 6343"/>
                  <a:gd name="connsiteY7" fmla="*/ 5612 h 6345"/>
                  <a:gd name="connsiteX8" fmla="*/ 3377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1"/>
                    </a:moveTo>
                    <a:cubicBezTo>
                      <a:pt x="4218" y="6541"/>
                      <a:pt x="5025" y="6207"/>
                      <a:pt x="5619" y="5612"/>
                    </a:cubicBezTo>
                    <a:cubicBezTo>
                      <a:pt x="6214" y="5017"/>
                      <a:pt x="6548" y="4210"/>
                      <a:pt x="6548" y="3369"/>
                    </a:cubicBezTo>
                    <a:cubicBezTo>
                      <a:pt x="6548" y="2527"/>
                      <a:pt x="6214" y="1720"/>
                      <a:pt x="5619" y="1125"/>
                    </a:cubicBezTo>
                    <a:cubicBezTo>
                      <a:pt x="5025" y="530"/>
                      <a:pt x="4218" y="196"/>
                      <a:pt x="3377" y="196"/>
                    </a:cubicBezTo>
                    <a:cubicBezTo>
                      <a:pt x="2536" y="196"/>
                      <a:pt x="1729" y="530"/>
                      <a:pt x="1134" y="1125"/>
                    </a:cubicBezTo>
                    <a:cubicBezTo>
                      <a:pt x="539" y="1720"/>
                      <a:pt x="205" y="2527"/>
                      <a:pt x="205" y="3369"/>
                    </a:cubicBezTo>
                    <a:cubicBezTo>
                      <a:pt x="205" y="4210"/>
                      <a:pt x="539" y="5017"/>
                      <a:pt x="1134" y="5612"/>
                    </a:cubicBezTo>
                    <a:cubicBezTo>
                      <a:pt x="1729" y="6207"/>
                      <a:pt x="2536" y="6541"/>
                      <a:pt x="3377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93" name="Freeform: Shape 9992">
                <a:extLst>
                  <a:ext uri="{FF2B5EF4-FFF2-40B4-BE49-F238E27FC236}">
                    <a16:creationId xmlns:a16="http://schemas.microsoft.com/office/drawing/2014/main" id="{B65FF93A-911C-FA85-E884-678DBFC75F69}"/>
                  </a:ext>
                </a:extLst>
              </p:cNvPr>
              <p:cNvSpPr/>
              <p:nvPr/>
            </p:nvSpPr>
            <p:spPr>
              <a:xfrm>
                <a:off x="8780531" y="6314472"/>
                <a:ext cx="6343" cy="6345"/>
              </a:xfrm>
              <a:custGeom>
                <a:avLst/>
                <a:gdLst>
                  <a:gd name="connsiteX0" fmla="*/ 3358 w 6343"/>
                  <a:gd name="connsiteY0" fmla="*/ 6569 h 6345"/>
                  <a:gd name="connsiteX1" fmla="*/ 5601 w 6343"/>
                  <a:gd name="connsiteY1" fmla="*/ 5640 h 6345"/>
                  <a:gd name="connsiteX2" fmla="*/ 6530 w 6343"/>
                  <a:gd name="connsiteY2" fmla="*/ 3396 h 6345"/>
                  <a:gd name="connsiteX3" fmla="*/ 5601 w 6343"/>
                  <a:gd name="connsiteY3" fmla="*/ 1153 h 6345"/>
                  <a:gd name="connsiteX4" fmla="*/ 3358 w 6343"/>
                  <a:gd name="connsiteY4" fmla="*/ 223 h 6345"/>
                  <a:gd name="connsiteX5" fmla="*/ 1116 w 6343"/>
                  <a:gd name="connsiteY5" fmla="*/ 1153 h 6345"/>
                  <a:gd name="connsiteX6" fmla="*/ 187 w 6343"/>
                  <a:gd name="connsiteY6" fmla="*/ 3396 h 6345"/>
                  <a:gd name="connsiteX7" fmla="*/ 1116 w 6343"/>
                  <a:gd name="connsiteY7" fmla="*/ 5640 h 6345"/>
                  <a:gd name="connsiteX8" fmla="*/ 3358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569"/>
                    </a:moveTo>
                    <a:cubicBezTo>
                      <a:pt x="4200" y="6569"/>
                      <a:pt x="5006" y="6235"/>
                      <a:pt x="5601" y="5640"/>
                    </a:cubicBezTo>
                    <a:cubicBezTo>
                      <a:pt x="6196" y="5045"/>
                      <a:pt x="6530" y="4238"/>
                      <a:pt x="6530" y="3396"/>
                    </a:cubicBezTo>
                    <a:cubicBezTo>
                      <a:pt x="6530" y="2555"/>
                      <a:pt x="6196" y="1748"/>
                      <a:pt x="5601" y="1153"/>
                    </a:cubicBezTo>
                    <a:cubicBezTo>
                      <a:pt x="5006" y="558"/>
                      <a:pt x="4200" y="223"/>
                      <a:pt x="3358" y="223"/>
                    </a:cubicBezTo>
                    <a:cubicBezTo>
                      <a:pt x="2517" y="223"/>
                      <a:pt x="1711" y="558"/>
                      <a:pt x="1116" y="1153"/>
                    </a:cubicBezTo>
                    <a:cubicBezTo>
                      <a:pt x="521" y="1748"/>
                      <a:pt x="187" y="2555"/>
                      <a:pt x="187" y="3396"/>
                    </a:cubicBezTo>
                    <a:cubicBezTo>
                      <a:pt x="187" y="4238"/>
                      <a:pt x="521" y="5045"/>
                      <a:pt x="1116" y="5640"/>
                    </a:cubicBezTo>
                    <a:cubicBezTo>
                      <a:pt x="1711" y="6235"/>
                      <a:pt x="2517" y="6569"/>
                      <a:pt x="3358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94" name="Freeform: Shape 9993">
                <a:extLst>
                  <a:ext uri="{FF2B5EF4-FFF2-40B4-BE49-F238E27FC236}">
                    <a16:creationId xmlns:a16="http://schemas.microsoft.com/office/drawing/2014/main" id="{C78A89C0-51B6-59A8-8CB1-2FAA32ADFA89}"/>
                  </a:ext>
                </a:extLst>
              </p:cNvPr>
              <p:cNvSpPr/>
              <p:nvPr/>
            </p:nvSpPr>
            <p:spPr>
              <a:xfrm>
                <a:off x="8772486" y="6313107"/>
                <a:ext cx="6343" cy="6345"/>
              </a:xfrm>
              <a:custGeom>
                <a:avLst/>
                <a:gdLst>
                  <a:gd name="connsiteX0" fmla="*/ 3358 w 6343"/>
                  <a:gd name="connsiteY0" fmla="*/ 6569 h 6345"/>
                  <a:gd name="connsiteX1" fmla="*/ 5600 w 6343"/>
                  <a:gd name="connsiteY1" fmla="*/ 5639 h 6345"/>
                  <a:gd name="connsiteX2" fmla="*/ 6529 w 6343"/>
                  <a:gd name="connsiteY2" fmla="*/ 3396 h 6345"/>
                  <a:gd name="connsiteX3" fmla="*/ 5600 w 6343"/>
                  <a:gd name="connsiteY3" fmla="*/ 1153 h 6345"/>
                  <a:gd name="connsiteX4" fmla="*/ 3358 w 6343"/>
                  <a:gd name="connsiteY4" fmla="*/ 223 h 6345"/>
                  <a:gd name="connsiteX5" fmla="*/ 1115 w 6343"/>
                  <a:gd name="connsiteY5" fmla="*/ 1153 h 6345"/>
                  <a:gd name="connsiteX6" fmla="*/ 186 w 6343"/>
                  <a:gd name="connsiteY6" fmla="*/ 3396 h 6345"/>
                  <a:gd name="connsiteX7" fmla="*/ 1115 w 6343"/>
                  <a:gd name="connsiteY7" fmla="*/ 5639 h 6345"/>
                  <a:gd name="connsiteX8" fmla="*/ 3358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569"/>
                    </a:moveTo>
                    <a:cubicBezTo>
                      <a:pt x="4199" y="6569"/>
                      <a:pt x="5006" y="6234"/>
                      <a:pt x="5600" y="5639"/>
                    </a:cubicBezTo>
                    <a:cubicBezTo>
                      <a:pt x="6195" y="5044"/>
                      <a:pt x="6529" y="4237"/>
                      <a:pt x="6529" y="3396"/>
                    </a:cubicBezTo>
                    <a:cubicBezTo>
                      <a:pt x="6529" y="2555"/>
                      <a:pt x="6195" y="1748"/>
                      <a:pt x="5600" y="1153"/>
                    </a:cubicBezTo>
                    <a:cubicBezTo>
                      <a:pt x="5006" y="558"/>
                      <a:pt x="4199" y="223"/>
                      <a:pt x="3358" y="223"/>
                    </a:cubicBezTo>
                    <a:cubicBezTo>
                      <a:pt x="2517" y="223"/>
                      <a:pt x="1710" y="558"/>
                      <a:pt x="1115" y="1153"/>
                    </a:cubicBezTo>
                    <a:cubicBezTo>
                      <a:pt x="520" y="1748"/>
                      <a:pt x="186" y="2555"/>
                      <a:pt x="186" y="3396"/>
                    </a:cubicBezTo>
                    <a:cubicBezTo>
                      <a:pt x="186" y="4237"/>
                      <a:pt x="520" y="5044"/>
                      <a:pt x="1115" y="5639"/>
                    </a:cubicBezTo>
                    <a:cubicBezTo>
                      <a:pt x="1710" y="6234"/>
                      <a:pt x="2517" y="6569"/>
                      <a:pt x="3358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95" name="Freeform: Shape 9994">
                <a:extLst>
                  <a:ext uri="{FF2B5EF4-FFF2-40B4-BE49-F238E27FC236}">
                    <a16:creationId xmlns:a16="http://schemas.microsoft.com/office/drawing/2014/main" id="{221A3305-6840-3946-FDF7-C6FAEA7CB646}"/>
                  </a:ext>
                </a:extLst>
              </p:cNvPr>
              <p:cNvSpPr/>
              <p:nvPr/>
            </p:nvSpPr>
            <p:spPr>
              <a:xfrm>
                <a:off x="8759683" y="6318787"/>
                <a:ext cx="6343" cy="6345"/>
              </a:xfrm>
              <a:custGeom>
                <a:avLst/>
                <a:gdLst>
                  <a:gd name="connsiteX0" fmla="*/ 3357 w 6343"/>
                  <a:gd name="connsiteY0" fmla="*/ 6569 h 6345"/>
                  <a:gd name="connsiteX1" fmla="*/ 5599 w 6343"/>
                  <a:gd name="connsiteY1" fmla="*/ 5640 h 6345"/>
                  <a:gd name="connsiteX2" fmla="*/ 6528 w 6343"/>
                  <a:gd name="connsiteY2" fmla="*/ 3396 h 6345"/>
                  <a:gd name="connsiteX3" fmla="*/ 5599 w 6343"/>
                  <a:gd name="connsiteY3" fmla="*/ 1153 h 6345"/>
                  <a:gd name="connsiteX4" fmla="*/ 3357 w 6343"/>
                  <a:gd name="connsiteY4" fmla="*/ 224 h 6345"/>
                  <a:gd name="connsiteX5" fmla="*/ 1114 w 6343"/>
                  <a:gd name="connsiteY5" fmla="*/ 1153 h 6345"/>
                  <a:gd name="connsiteX6" fmla="*/ 185 w 6343"/>
                  <a:gd name="connsiteY6" fmla="*/ 3396 h 6345"/>
                  <a:gd name="connsiteX7" fmla="*/ 1114 w 6343"/>
                  <a:gd name="connsiteY7" fmla="*/ 5640 h 6345"/>
                  <a:gd name="connsiteX8" fmla="*/ 3357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69"/>
                    </a:moveTo>
                    <a:cubicBezTo>
                      <a:pt x="4198" y="6569"/>
                      <a:pt x="5005" y="6235"/>
                      <a:pt x="5599" y="5640"/>
                    </a:cubicBezTo>
                    <a:cubicBezTo>
                      <a:pt x="6194" y="5045"/>
                      <a:pt x="6528" y="4238"/>
                      <a:pt x="6528" y="3396"/>
                    </a:cubicBezTo>
                    <a:cubicBezTo>
                      <a:pt x="6528" y="2555"/>
                      <a:pt x="6194" y="1748"/>
                      <a:pt x="5599" y="1153"/>
                    </a:cubicBezTo>
                    <a:cubicBezTo>
                      <a:pt x="5005" y="558"/>
                      <a:pt x="4198" y="224"/>
                      <a:pt x="3357" y="224"/>
                    </a:cubicBezTo>
                    <a:cubicBezTo>
                      <a:pt x="2516" y="224"/>
                      <a:pt x="1709" y="558"/>
                      <a:pt x="1114" y="1153"/>
                    </a:cubicBezTo>
                    <a:cubicBezTo>
                      <a:pt x="519" y="1748"/>
                      <a:pt x="185" y="2555"/>
                      <a:pt x="185" y="3396"/>
                    </a:cubicBezTo>
                    <a:cubicBezTo>
                      <a:pt x="185" y="4238"/>
                      <a:pt x="519" y="5045"/>
                      <a:pt x="1114" y="5640"/>
                    </a:cubicBezTo>
                    <a:cubicBezTo>
                      <a:pt x="1709" y="6235"/>
                      <a:pt x="2516" y="6569"/>
                      <a:pt x="3357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96" name="Freeform: Shape 9995">
                <a:extLst>
                  <a:ext uri="{FF2B5EF4-FFF2-40B4-BE49-F238E27FC236}">
                    <a16:creationId xmlns:a16="http://schemas.microsoft.com/office/drawing/2014/main" id="{E1A4DC16-D65B-6C06-C245-737DCC572143}"/>
                  </a:ext>
                </a:extLst>
              </p:cNvPr>
              <p:cNvSpPr/>
              <p:nvPr/>
            </p:nvSpPr>
            <p:spPr>
              <a:xfrm>
                <a:off x="8751648" y="6317167"/>
                <a:ext cx="6343" cy="6345"/>
              </a:xfrm>
              <a:custGeom>
                <a:avLst/>
                <a:gdLst>
                  <a:gd name="connsiteX0" fmla="*/ 3356 w 6343"/>
                  <a:gd name="connsiteY0" fmla="*/ 6569 h 6345"/>
                  <a:gd name="connsiteX1" fmla="*/ 5599 w 6343"/>
                  <a:gd name="connsiteY1" fmla="*/ 5640 h 6345"/>
                  <a:gd name="connsiteX2" fmla="*/ 6528 w 6343"/>
                  <a:gd name="connsiteY2" fmla="*/ 3396 h 6345"/>
                  <a:gd name="connsiteX3" fmla="*/ 5599 w 6343"/>
                  <a:gd name="connsiteY3" fmla="*/ 1153 h 6345"/>
                  <a:gd name="connsiteX4" fmla="*/ 3356 w 6343"/>
                  <a:gd name="connsiteY4" fmla="*/ 224 h 6345"/>
                  <a:gd name="connsiteX5" fmla="*/ 1114 w 6343"/>
                  <a:gd name="connsiteY5" fmla="*/ 1153 h 6345"/>
                  <a:gd name="connsiteX6" fmla="*/ 185 w 6343"/>
                  <a:gd name="connsiteY6" fmla="*/ 3396 h 6345"/>
                  <a:gd name="connsiteX7" fmla="*/ 1114 w 6343"/>
                  <a:gd name="connsiteY7" fmla="*/ 5640 h 6345"/>
                  <a:gd name="connsiteX8" fmla="*/ 3356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569"/>
                    </a:moveTo>
                    <a:cubicBezTo>
                      <a:pt x="4197" y="6569"/>
                      <a:pt x="5004" y="6235"/>
                      <a:pt x="5599" y="5640"/>
                    </a:cubicBezTo>
                    <a:cubicBezTo>
                      <a:pt x="6194" y="5045"/>
                      <a:pt x="6528" y="4238"/>
                      <a:pt x="6528" y="3396"/>
                    </a:cubicBezTo>
                    <a:cubicBezTo>
                      <a:pt x="6528" y="2555"/>
                      <a:pt x="6194" y="1748"/>
                      <a:pt x="5599" y="1153"/>
                    </a:cubicBezTo>
                    <a:cubicBezTo>
                      <a:pt x="5004" y="558"/>
                      <a:pt x="4197" y="224"/>
                      <a:pt x="3356" y="224"/>
                    </a:cubicBezTo>
                    <a:cubicBezTo>
                      <a:pt x="2515" y="224"/>
                      <a:pt x="1708" y="558"/>
                      <a:pt x="1114" y="1153"/>
                    </a:cubicBezTo>
                    <a:cubicBezTo>
                      <a:pt x="519" y="1748"/>
                      <a:pt x="185" y="2555"/>
                      <a:pt x="185" y="3396"/>
                    </a:cubicBezTo>
                    <a:cubicBezTo>
                      <a:pt x="185" y="4238"/>
                      <a:pt x="519" y="5045"/>
                      <a:pt x="1114" y="5640"/>
                    </a:cubicBezTo>
                    <a:cubicBezTo>
                      <a:pt x="1708" y="6235"/>
                      <a:pt x="2515" y="6569"/>
                      <a:pt x="3356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97" name="Freeform: Shape 9996">
                <a:extLst>
                  <a:ext uri="{FF2B5EF4-FFF2-40B4-BE49-F238E27FC236}">
                    <a16:creationId xmlns:a16="http://schemas.microsoft.com/office/drawing/2014/main" id="{E1F046AD-533B-C24A-1BE3-DEB7E666FDE5}"/>
                  </a:ext>
                </a:extLst>
              </p:cNvPr>
              <p:cNvSpPr/>
              <p:nvPr/>
            </p:nvSpPr>
            <p:spPr>
              <a:xfrm>
                <a:off x="8743287" y="6315954"/>
                <a:ext cx="6343" cy="6345"/>
              </a:xfrm>
              <a:custGeom>
                <a:avLst/>
                <a:gdLst>
                  <a:gd name="connsiteX0" fmla="*/ 3356 w 6343"/>
                  <a:gd name="connsiteY0" fmla="*/ 6569 h 6345"/>
                  <a:gd name="connsiteX1" fmla="*/ 5598 w 6343"/>
                  <a:gd name="connsiteY1" fmla="*/ 5640 h 6345"/>
                  <a:gd name="connsiteX2" fmla="*/ 6527 w 6343"/>
                  <a:gd name="connsiteY2" fmla="*/ 3396 h 6345"/>
                  <a:gd name="connsiteX3" fmla="*/ 5598 w 6343"/>
                  <a:gd name="connsiteY3" fmla="*/ 1153 h 6345"/>
                  <a:gd name="connsiteX4" fmla="*/ 3356 w 6343"/>
                  <a:gd name="connsiteY4" fmla="*/ 224 h 6345"/>
                  <a:gd name="connsiteX5" fmla="*/ 1113 w 6343"/>
                  <a:gd name="connsiteY5" fmla="*/ 1153 h 6345"/>
                  <a:gd name="connsiteX6" fmla="*/ 184 w 6343"/>
                  <a:gd name="connsiteY6" fmla="*/ 3396 h 6345"/>
                  <a:gd name="connsiteX7" fmla="*/ 1113 w 6343"/>
                  <a:gd name="connsiteY7" fmla="*/ 5640 h 6345"/>
                  <a:gd name="connsiteX8" fmla="*/ 3356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569"/>
                    </a:moveTo>
                    <a:cubicBezTo>
                      <a:pt x="4197" y="6569"/>
                      <a:pt x="5003" y="6235"/>
                      <a:pt x="5598" y="5640"/>
                    </a:cubicBezTo>
                    <a:cubicBezTo>
                      <a:pt x="6193" y="5045"/>
                      <a:pt x="6527" y="4238"/>
                      <a:pt x="6527" y="3396"/>
                    </a:cubicBezTo>
                    <a:cubicBezTo>
                      <a:pt x="6527" y="2555"/>
                      <a:pt x="6193" y="1748"/>
                      <a:pt x="5598" y="1153"/>
                    </a:cubicBezTo>
                    <a:cubicBezTo>
                      <a:pt x="5003" y="558"/>
                      <a:pt x="4197" y="224"/>
                      <a:pt x="3356" y="224"/>
                    </a:cubicBezTo>
                    <a:cubicBezTo>
                      <a:pt x="2514" y="224"/>
                      <a:pt x="1708" y="558"/>
                      <a:pt x="1113" y="1153"/>
                    </a:cubicBezTo>
                    <a:cubicBezTo>
                      <a:pt x="518" y="1748"/>
                      <a:pt x="184" y="2555"/>
                      <a:pt x="184" y="3396"/>
                    </a:cubicBezTo>
                    <a:cubicBezTo>
                      <a:pt x="184" y="4238"/>
                      <a:pt x="518" y="5045"/>
                      <a:pt x="1113" y="5640"/>
                    </a:cubicBezTo>
                    <a:cubicBezTo>
                      <a:pt x="1708" y="6235"/>
                      <a:pt x="2514" y="6569"/>
                      <a:pt x="3356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98" name="Freeform: Shape 9997">
                <a:extLst>
                  <a:ext uri="{FF2B5EF4-FFF2-40B4-BE49-F238E27FC236}">
                    <a16:creationId xmlns:a16="http://schemas.microsoft.com/office/drawing/2014/main" id="{960CA511-5B80-8D70-AF66-74063C016309}"/>
                  </a:ext>
                </a:extLst>
              </p:cNvPr>
              <p:cNvSpPr/>
              <p:nvPr/>
            </p:nvSpPr>
            <p:spPr>
              <a:xfrm>
                <a:off x="8735167" y="6314315"/>
                <a:ext cx="6343" cy="6345"/>
              </a:xfrm>
              <a:custGeom>
                <a:avLst/>
                <a:gdLst>
                  <a:gd name="connsiteX0" fmla="*/ 3355 w 6343"/>
                  <a:gd name="connsiteY0" fmla="*/ 6569 h 6345"/>
                  <a:gd name="connsiteX1" fmla="*/ 5598 w 6343"/>
                  <a:gd name="connsiteY1" fmla="*/ 5640 h 6345"/>
                  <a:gd name="connsiteX2" fmla="*/ 6526 w 6343"/>
                  <a:gd name="connsiteY2" fmla="*/ 3396 h 6345"/>
                  <a:gd name="connsiteX3" fmla="*/ 5598 w 6343"/>
                  <a:gd name="connsiteY3" fmla="*/ 1153 h 6345"/>
                  <a:gd name="connsiteX4" fmla="*/ 3355 w 6343"/>
                  <a:gd name="connsiteY4" fmla="*/ 223 h 6345"/>
                  <a:gd name="connsiteX5" fmla="*/ 1112 w 6343"/>
                  <a:gd name="connsiteY5" fmla="*/ 1153 h 6345"/>
                  <a:gd name="connsiteX6" fmla="*/ 183 w 6343"/>
                  <a:gd name="connsiteY6" fmla="*/ 3396 h 6345"/>
                  <a:gd name="connsiteX7" fmla="*/ 1112 w 6343"/>
                  <a:gd name="connsiteY7" fmla="*/ 5640 h 6345"/>
                  <a:gd name="connsiteX8" fmla="*/ 3355 w 6343"/>
                  <a:gd name="connsiteY8" fmla="*/ 65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69"/>
                    </a:moveTo>
                    <a:cubicBezTo>
                      <a:pt x="4196" y="6569"/>
                      <a:pt x="5003" y="6234"/>
                      <a:pt x="5598" y="5640"/>
                    </a:cubicBezTo>
                    <a:cubicBezTo>
                      <a:pt x="6192" y="5045"/>
                      <a:pt x="6526" y="4237"/>
                      <a:pt x="6526" y="3396"/>
                    </a:cubicBezTo>
                    <a:cubicBezTo>
                      <a:pt x="6526" y="2555"/>
                      <a:pt x="6192" y="1748"/>
                      <a:pt x="5598" y="1153"/>
                    </a:cubicBezTo>
                    <a:cubicBezTo>
                      <a:pt x="5003" y="558"/>
                      <a:pt x="4196" y="223"/>
                      <a:pt x="3355" y="223"/>
                    </a:cubicBezTo>
                    <a:cubicBezTo>
                      <a:pt x="2514" y="223"/>
                      <a:pt x="1707" y="558"/>
                      <a:pt x="1112" y="1153"/>
                    </a:cubicBezTo>
                    <a:cubicBezTo>
                      <a:pt x="518" y="1748"/>
                      <a:pt x="183" y="2555"/>
                      <a:pt x="183" y="3396"/>
                    </a:cubicBezTo>
                    <a:cubicBezTo>
                      <a:pt x="183" y="4237"/>
                      <a:pt x="518" y="5045"/>
                      <a:pt x="1112" y="5640"/>
                    </a:cubicBezTo>
                    <a:cubicBezTo>
                      <a:pt x="1707" y="6234"/>
                      <a:pt x="2514" y="6569"/>
                      <a:pt x="3355" y="65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9999" name="Freeform: Shape 9998">
                <a:extLst>
                  <a:ext uri="{FF2B5EF4-FFF2-40B4-BE49-F238E27FC236}">
                    <a16:creationId xmlns:a16="http://schemas.microsoft.com/office/drawing/2014/main" id="{FDD3831F-9FBA-B5E2-B020-481A34B56493}"/>
                  </a:ext>
                </a:extLst>
              </p:cNvPr>
              <p:cNvSpPr/>
              <p:nvPr/>
            </p:nvSpPr>
            <p:spPr>
              <a:xfrm>
                <a:off x="8678935" y="6366873"/>
                <a:ext cx="6343" cy="6345"/>
              </a:xfrm>
              <a:custGeom>
                <a:avLst/>
                <a:gdLst>
                  <a:gd name="connsiteX0" fmla="*/ 3350 w 6343"/>
                  <a:gd name="connsiteY0" fmla="*/ 6573 h 6345"/>
                  <a:gd name="connsiteX1" fmla="*/ 5593 w 6343"/>
                  <a:gd name="connsiteY1" fmla="*/ 5644 h 6345"/>
                  <a:gd name="connsiteX2" fmla="*/ 6522 w 6343"/>
                  <a:gd name="connsiteY2" fmla="*/ 3400 h 6345"/>
                  <a:gd name="connsiteX3" fmla="*/ 5593 w 6343"/>
                  <a:gd name="connsiteY3" fmla="*/ 1157 h 6345"/>
                  <a:gd name="connsiteX4" fmla="*/ 3350 w 6343"/>
                  <a:gd name="connsiteY4" fmla="*/ 228 h 6345"/>
                  <a:gd name="connsiteX5" fmla="*/ 1108 w 6343"/>
                  <a:gd name="connsiteY5" fmla="*/ 1157 h 6345"/>
                  <a:gd name="connsiteX6" fmla="*/ 179 w 6343"/>
                  <a:gd name="connsiteY6" fmla="*/ 3400 h 6345"/>
                  <a:gd name="connsiteX7" fmla="*/ 1108 w 6343"/>
                  <a:gd name="connsiteY7" fmla="*/ 5644 h 6345"/>
                  <a:gd name="connsiteX8" fmla="*/ 3350 w 6343"/>
                  <a:gd name="connsiteY8" fmla="*/ 65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73"/>
                    </a:moveTo>
                    <a:cubicBezTo>
                      <a:pt x="4192" y="6573"/>
                      <a:pt x="4998" y="6239"/>
                      <a:pt x="5593" y="5644"/>
                    </a:cubicBezTo>
                    <a:cubicBezTo>
                      <a:pt x="6188" y="5049"/>
                      <a:pt x="6522" y="4242"/>
                      <a:pt x="6522" y="3400"/>
                    </a:cubicBezTo>
                    <a:cubicBezTo>
                      <a:pt x="6522" y="2559"/>
                      <a:pt x="6188" y="1752"/>
                      <a:pt x="5593" y="1157"/>
                    </a:cubicBezTo>
                    <a:cubicBezTo>
                      <a:pt x="4998" y="562"/>
                      <a:pt x="4192" y="228"/>
                      <a:pt x="3350" y="228"/>
                    </a:cubicBezTo>
                    <a:cubicBezTo>
                      <a:pt x="2509" y="228"/>
                      <a:pt x="1703" y="562"/>
                      <a:pt x="1108" y="1157"/>
                    </a:cubicBezTo>
                    <a:cubicBezTo>
                      <a:pt x="513" y="1752"/>
                      <a:pt x="179" y="2559"/>
                      <a:pt x="179" y="3400"/>
                    </a:cubicBezTo>
                    <a:cubicBezTo>
                      <a:pt x="179" y="4242"/>
                      <a:pt x="513" y="5049"/>
                      <a:pt x="1108" y="5644"/>
                    </a:cubicBezTo>
                    <a:cubicBezTo>
                      <a:pt x="1703" y="6239"/>
                      <a:pt x="2509" y="6573"/>
                      <a:pt x="3350" y="65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00" name="Freeform: Shape 9999">
                <a:extLst>
                  <a:ext uri="{FF2B5EF4-FFF2-40B4-BE49-F238E27FC236}">
                    <a16:creationId xmlns:a16="http://schemas.microsoft.com/office/drawing/2014/main" id="{A1BAF85B-6E64-C56D-CD06-5FB0EEF1F540}"/>
                  </a:ext>
                </a:extLst>
              </p:cNvPr>
              <p:cNvSpPr/>
              <p:nvPr/>
            </p:nvSpPr>
            <p:spPr>
              <a:xfrm>
                <a:off x="9098868" y="5759967"/>
                <a:ext cx="6343" cy="6345"/>
              </a:xfrm>
              <a:custGeom>
                <a:avLst/>
                <a:gdLst>
                  <a:gd name="connsiteX0" fmla="*/ 3384 w 6343"/>
                  <a:gd name="connsiteY0" fmla="*/ 6525 h 6345"/>
                  <a:gd name="connsiteX1" fmla="*/ 5626 w 6343"/>
                  <a:gd name="connsiteY1" fmla="*/ 5596 h 6345"/>
                  <a:gd name="connsiteX2" fmla="*/ 6555 w 6343"/>
                  <a:gd name="connsiteY2" fmla="*/ 3352 h 6345"/>
                  <a:gd name="connsiteX3" fmla="*/ 5626 w 6343"/>
                  <a:gd name="connsiteY3" fmla="*/ 1109 h 6345"/>
                  <a:gd name="connsiteX4" fmla="*/ 3384 w 6343"/>
                  <a:gd name="connsiteY4" fmla="*/ 180 h 6345"/>
                  <a:gd name="connsiteX5" fmla="*/ 1141 w 6343"/>
                  <a:gd name="connsiteY5" fmla="*/ 1109 h 6345"/>
                  <a:gd name="connsiteX6" fmla="*/ 212 w 6343"/>
                  <a:gd name="connsiteY6" fmla="*/ 3352 h 6345"/>
                  <a:gd name="connsiteX7" fmla="*/ 1141 w 6343"/>
                  <a:gd name="connsiteY7" fmla="*/ 5596 h 6345"/>
                  <a:gd name="connsiteX8" fmla="*/ 338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25"/>
                    </a:moveTo>
                    <a:cubicBezTo>
                      <a:pt x="4225" y="6525"/>
                      <a:pt x="5031" y="6191"/>
                      <a:pt x="5626" y="5596"/>
                    </a:cubicBezTo>
                    <a:cubicBezTo>
                      <a:pt x="6221" y="5001"/>
                      <a:pt x="6555" y="4194"/>
                      <a:pt x="6555" y="3352"/>
                    </a:cubicBezTo>
                    <a:cubicBezTo>
                      <a:pt x="6555" y="2511"/>
                      <a:pt x="6221" y="1704"/>
                      <a:pt x="5626" y="1109"/>
                    </a:cubicBezTo>
                    <a:cubicBezTo>
                      <a:pt x="5031" y="514"/>
                      <a:pt x="4225" y="180"/>
                      <a:pt x="3384" y="180"/>
                    </a:cubicBezTo>
                    <a:cubicBezTo>
                      <a:pt x="2542" y="180"/>
                      <a:pt x="1736" y="514"/>
                      <a:pt x="1141" y="1109"/>
                    </a:cubicBezTo>
                    <a:cubicBezTo>
                      <a:pt x="546" y="1704"/>
                      <a:pt x="212" y="2511"/>
                      <a:pt x="212" y="3352"/>
                    </a:cubicBezTo>
                    <a:cubicBezTo>
                      <a:pt x="212" y="4194"/>
                      <a:pt x="546" y="5001"/>
                      <a:pt x="1141" y="5596"/>
                    </a:cubicBezTo>
                    <a:cubicBezTo>
                      <a:pt x="1736" y="6191"/>
                      <a:pt x="2542" y="6525"/>
                      <a:pt x="338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01" name="Freeform: Shape 10000">
                <a:extLst>
                  <a:ext uri="{FF2B5EF4-FFF2-40B4-BE49-F238E27FC236}">
                    <a16:creationId xmlns:a16="http://schemas.microsoft.com/office/drawing/2014/main" id="{3F1A42F1-704E-5FF8-45A4-0440F296ECF1}"/>
                  </a:ext>
                </a:extLst>
              </p:cNvPr>
              <p:cNvSpPr/>
              <p:nvPr/>
            </p:nvSpPr>
            <p:spPr>
              <a:xfrm>
                <a:off x="9097262" y="5756179"/>
                <a:ext cx="6343" cy="6345"/>
              </a:xfrm>
              <a:custGeom>
                <a:avLst/>
                <a:gdLst>
                  <a:gd name="connsiteX0" fmla="*/ 3383 w 6343"/>
                  <a:gd name="connsiteY0" fmla="*/ 6525 h 6345"/>
                  <a:gd name="connsiteX1" fmla="*/ 5626 w 6343"/>
                  <a:gd name="connsiteY1" fmla="*/ 5596 h 6345"/>
                  <a:gd name="connsiteX2" fmla="*/ 6555 w 6343"/>
                  <a:gd name="connsiteY2" fmla="*/ 3352 h 6345"/>
                  <a:gd name="connsiteX3" fmla="*/ 5626 w 6343"/>
                  <a:gd name="connsiteY3" fmla="*/ 1109 h 6345"/>
                  <a:gd name="connsiteX4" fmla="*/ 3383 w 6343"/>
                  <a:gd name="connsiteY4" fmla="*/ 179 h 6345"/>
                  <a:gd name="connsiteX5" fmla="*/ 1141 w 6343"/>
                  <a:gd name="connsiteY5" fmla="*/ 1109 h 6345"/>
                  <a:gd name="connsiteX6" fmla="*/ 212 w 6343"/>
                  <a:gd name="connsiteY6" fmla="*/ 3352 h 6345"/>
                  <a:gd name="connsiteX7" fmla="*/ 1141 w 6343"/>
                  <a:gd name="connsiteY7" fmla="*/ 5596 h 6345"/>
                  <a:gd name="connsiteX8" fmla="*/ 338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5"/>
                    </a:moveTo>
                    <a:cubicBezTo>
                      <a:pt x="4225" y="6525"/>
                      <a:pt x="5031" y="6191"/>
                      <a:pt x="5626" y="5596"/>
                    </a:cubicBezTo>
                    <a:cubicBezTo>
                      <a:pt x="6221" y="5001"/>
                      <a:pt x="6555" y="4194"/>
                      <a:pt x="6555" y="3352"/>
                    </a:cubicBezTo>
                    <a:cubicBezTo>
                      <a:pt x="6555" y="2511"/>
                      <a:pt x="6221" y="1704"/>
                      <a:pt x="5626" y="1109"/>
                    </a:cubicBezTo>
                    <a:cubicBezTo>
                      <a:pt x="5031" y="514"/>
                      <a:pt x="4225" y="179"/>
                      <a:pt x="3383" y="179"/>
                    </a:cubicBezTo>
                    <a:cubicBezTo>
                      <a:pt x="2542" y="179"/>
                      <a:pt x="1736" y="514"/>
                      <a:pt x="1141" y="1109"/>
                    </a:cubicBezTo>
                    <a:cubicBezTo>
                      <a:pt x="546" y="1704"/>
                      <a:pt x="212" y="2511"/>
                      <a:pt x="212" y="3352"/>
                    </a:cubicBezTo>
                    <a:cubicBezTo>
                      <a:pt x="212" y="4194"/>
                      <a:pt x="546" y="5001"/>
                      <a:pt x="1141" y="5596"/>
                    </a:cubicBezTo>
                    <a:cubicBezTo>
                      <a:pt x="1736" y="6191"/>
                      <a:pt x="2542" y="6525"/>
                      <a:pt x="338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02" name="Freeform: Shape 10001">
                <a:extLst>
                  <a:ext uri="{FF2B5EF4-FFF2-40B4-BE49-F238E27FC236}">
                    <a16:creationId xmlns:a16="http://schemas.microsoft.com/office/drawing/2014/main" id="{296283ED-B3FE-A83A-44BC-1F57CDAFB8C6}"/>
                  </a:ext>
                </a:extLst>
              </p:cNvPr>
              <p:cNvSpPr/>
              <p:nvPr/>
            </p:nvSpPr>
            <p:spPr>
              <a:xfrm>
                <a:off x="9094282" y="5754240"/>
                <a:ext cx="6343" cy="6345"/>
              </a:xfrm>
              <a:custGeom>
                <a:avLst/>
                <a:gdLst>
                  <a:gd name="connsiteX0" fmla="*/ 3383 w 6343"/>
                  <a:gd name="connsiteY0" fmla="*/ 6525 h 6345"/>
                  <a:gd name="connsiteX1" fmla="*/ 5626 w 6343"/>
                  <a:gd name="connsiteY1" fmla="*/ 5595 h 6345"/>
                  <a:gd name="connsiteX2" fmla="*/ 6555 w 6343"/>
                  <a:gd name="connsiteY2" fmla="*/ 3352 h 6345"/>
                  <a:gd name="connsiteX3" fmla="*/ 5626 w 6343"/>
                  <a:gd name="connsiteY3" fmla="*/ 1109 h 6345"/>
                  <a:gd name="connsiteX4" fmla="*/ 3383 w 6343"/>
                  <a:gd name="connsiteY4" fmla="*/ 179 h 6345"/>
                  <a:gd name="connsiteX5" fmla="*/ 1141 w 6343"/>
                  <a:gd name="connsiteY5" fmla="*/ 1109 h 6345"/>
                  <a:gd name="connsiteX6" fmla="*/ 212 w 6343"/>
                  <a:gd name="connsiteY6" fmla="*/ 3352 h 6345"/>
                  <a:gd name="connsiteX7" fmla="*/ 1141 w 6343"/>
                  <a:gd name="connsiteY7" fmla="*/ 5595 h 6345"/>
                  <a:gd name="connsiteX8" fmla="*/ 338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5"/>
                    </a:moveTo>
                    <a:cubicBezTo>
                      <a:pt x="4224" y="6525"/>
                      <a:pt x="5031" y="6190"/>
                      <a:pt x="5626" y="5595"/>
                    </a:cubicBezTo>
                    <a:cubicBezTo>
                      <a:pt x="6221" y="5000"/>
                      <a:pt x="6555" y="4193"/>
                      <a:pt x="6555" y="3352"/>
                    </a:cubicBezTo>
                    <a:cubicBezTo>
                      <a:pt x="6555" y="2511"/>
                      <a:pt x="6221" y="1703"/>
                      <a:pt x="5626" y="1109"/>
                    </a:cubicBezTo>
                    <a:cubicBezTo>
                      <a:pt x="5031" y="514"/>
                      <a:pt x="4224" y="179"/>
                      <a:pt x="3383" y="179"/>
                    </a:cubicBezTo>
                    <a:cubicBezTo>
                      <a:pt x="2542" y="179"/>
                      <a:pt x="1735" y="514"/>
                      <a:pt x="1141" y="1109"/>
                    </a:cubicBezTo>
                    <a:cubicBezTo>
                      <a:pt x="546" y="1703"/>
                      <a:pt x="212" y="2511"/>
                      <a:pt x="212" y="3352"/>
                    </a:cubicBezTo>
                    <a:cubicBezTo>
                      <a:pt x="212" y="4193"/>
                      <a:pt x="546" y="5000"/>
                      <a:pt x="1141" y="5595"/>
                    </a:cubicBezTo>
                    <a:cubicBezTo>
                      <a:pt x="1735" y="6190"/>
                      <a:pt x="2542" y="6525"/>
                      <a:pt x="338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03" name="Freeform: Shape 10002">
                <a:extLst>
                  <a:ext uri="{FF2B5EF4-FFF2-40B4-BE49-F238E27FC236}">
                    <a16:creationId xmlns:a16="http://schemas.microsoft.com/office/drawing/2014/main" id="{EEDB3CC0-C976-EDD2-099A-F607DF879CE8}"/>
                  </a:ext>
                </a:extLst>
              </p:cNvPr>
              <p:cNvSpPr/>
              <p:nvPr/>
            </p:nvSpPr>
            <p:spPr>
              <a:xfrm>
                <a:off x="8084728" y="7014409"/>
                <a:ext cx="6343" cy="6345"/>
              </a:xfrm>
              <a:custGeom>
                <a:avLst/>
                <a:gdLst>
                  <a:gd name="connsiteX0" fmla="*/ 3304 w 6343"/>
                  <a:gd name="connsiteY0" fmla="*/ 6624 h 6345"/>
                  <a:gd name="connsiteX1" fmla="*/ 5546 w 6343"/>
                  <a:gd name="connsiteY1" fmla="*/ 5695 h 6345"/>
                  <a:gd name="connsiteX2" fmla="*/ 6475 w 6343"/>
                  <a:gd name="connsiteY2" fmla="*/ 3451 h 6345"/>
                  <a:gd name="connsiteX3" fmla="*/ 5546 w 6343"/>
                  <a:gd name="connsiteY3" fmla="*/ 1208 h 6345"/>
                  <a:gd name="connsiteX4" fmla="*/ 3304 w 6343"/>
                  <a:gd name="connsiteY4" fmla="*/ 279 h 6345"/>
                  <a:gd name="connsiteX5" fmla="*/ 1061 w 6343"/>
                  <a:gd name="connsiteY5" fmla="*/ 1208 h 6345"/>
                  <a:gd name="connsiteX6" fmla="*/ 132 w 6343"/>
                  <a:gd name="connsiteY6" fmla="*/ 3451 h 6345"/>
                  <a:gd name="connsiteX7" fmla="*/ 1061 w 6343"/>
                  <a:gd name="connsiteY7" fmla="*/ 5695 h 6345"/>
                  <a:gd name="connsiteX8" fmla="*/ 3304 w 6343"/>
                  <a:gd name="connsiteY8" fmla="*/ 66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4" y="6624"/>
                    </a:moveTo>
                    <a:cubicBezTo>
                      <a:pt x="4145" y="6624"/>
                      <a:pt x="4952" y="6290"/>
                      <a:pt x="5546" y="5695"/>
                    </a:cubicBezTo>
                    <a:cubicBezTo>
                      <a:pt x="6141" y="5100"/>
                      <a:pt x="6475" y="4293"/>
                      <a:pt x="6475" y="3451"/>
                    </a:cubicBezTo>
                    <a:cubicBezTo>
                      <a:pt x="6475" y="2610"/>
                      <a:pt x="6141" y="1803"/>
                      <a:pt x="5546" y="1208"/>
                    </a:cubicBezTo>
                    <a:cubicBezTo>
                      <a:pt x="4952" y="613"/>
                      <a:pt x="4145" y="279"/>
                      <a:pt x="3304" y="279"/>
                    </a:cubicBezTo>
                    <a:cubicBezTo>
                      <a:pt x="2463" y="279"/>
                      <a:pt x="1656" y="613"/>
                      <a:pt x="1061" y="1208"/>
                    </a:cubicBezTo>
                    <a:cubicBezTo>
                      <a:pt x="466" y="1803"/>
                      <a:pt x="132" y="2610"/>
                      <a:pt x="132" y="3451"/>
                    </a:cubicBezTo>
                    <a:cubicBezTo>
                      <a:pt x="132" y="4293"/>
                      <a:pt x="466" y="5100"/>
                      <a:pt x="1061" y="5695"/>
                    </a:cubicBezTo>
                    <a:cubicBezTo>
                      <a:pt x="1656" y="6290"/>
                      <a:pt x="2463" y="6624"/>
                      <a:pt x="3304" y="66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04" name="Freeform: Shape 10003">
                <a:extLst>
                  <a:ext uri="{FF2B5EF4-FFF2-40B4-BE49-F238E27FC236}">
                    <a16:creationId xmlns:a16="http://schemas.microsoft.com/office/drawing/2014/main" id="{F3E3C2E3-BCE4-FCD6-31DE-39F3BFE74680}"/>
                  </a:ext>
                </a:extLst>
              </p:cNvPr>
              <p:cNvSpPr/>
              <p:nvPr/>
            </p:nvSpPr>
            <p:spPr>
              <a:xfrm>
                <a:off x="8798218" y="6052526"/>
                <a:ext cx="6343" cy="6345"/>
              </a:xfrm>
              <a:custGeom>
                <a:avLst/>
                <a:gdLst>
                  <a:gd name="connsiteX0" fmla="*/ 3360 w 6343"/>
                  <a:gd name="connsiteY0" fmla="*/ 6548 h 6345"/>
                  <a:gd name="connsiteX1" fmla="*/ 5603 w 6343"/>
                  <a:gd name="connsiteY1" fmla="*/ 5619 h 6345"/>
                  <a:gd name="connsiteX2" fmla="*/ 6531 w 6343"/>
                  <a:gd name="connsiteY2" fmla="*/ 3375 h 6345"/>
                  <a:gd name="connsiteX3" fmla="*/ 5603 w 6343"/>
                  <a:gd name="connsiteY3" fmla="*/ 1132 h 6345"/>
                  <a:gd name="connsiteX4" fmla="*/ 3360 w 6343"/>
                  <a:gd name="connsiteY4" fmla="*/ 203 h 6345"/>
                  <a:gd name="connsiteX5" fmla="*/ 1117 w 6343"/>
                  <a:gd name="connsiteY5" fmla="*/ 1132 h 6345"/>
                  <a:gd name="connsiteX6" fmla="*/ 188 w 6343"/>
                  <a:gd name="connsiteY6" fmla="*/ 3375 h 6345"/>
                  <a:gd name="connsiteX7" fmla="*/ 1117 w 6343"/>
                  <a:gd name="connsiteY7" fmla="*/ 5619 h 6345"/>
                  <a:gd name="connsiteX8" fmla="*/ 3360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548"/>
                    </a:moveTo>
                    <a:cubicBezTo>
                      <a:pt x="4201" y="6548"/>
                      <a:pt x="5008" y="6214"/>
                      <a:pt x="5603" y="5619"/>
                    </a:cubicBezTo>
                    <a:cubicBezTo>
                      <a:pt x="6197" y="5024"/>
                      <a:pt x="6531" y="4217"/>
                      <a:pt x="6531" y="3375"/>
                    </a:cubicBezTo>
                    <a:cubicBezTo>
                      <a:pt x="6531" y="2534"/>
                      <a:pt x="6197" y="1727"/>
                      <a:pt x="5603" y="1132"/>
                    </a:cubicBezTo>
                    <a:cubicBezTo>
                      <a:pt x="5008" y="537"/>
                      <a:pt x="4201" y="203"/>
                      <a:pt x="3360" y="203"/>
                    </a:cubicBezTo>
                    <a:cubicBezTo>
                      <a:pt x="2519" y="203"/>
                      <a:pt x="1712" y="537"/>
                      <a:pt x="1117" y="1132"/>
                    </a:cubicBezTo>
                    <a:cubicBezTo>
                      <a:pt x="523" y="1727"/>
                      <a:pt x="188" y="2534"/>
                      <a:pt x="188" y="3375"/>
                    </a:cubicBezTo>
                    <a:cubicBezTo>
                      <a:pt x="188" y="4217"/>
                      <a:pt x="523" y="5024"/>
                      <a:pt x="1117" y="5619"/>
                    </a:cubicBezTo>
                    <a:cubicBezTo>
                      <a:pt x="1712" y="6214"/>
                      <a:pt x="2519" y="6548"/>
                      <a:pt x="3360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05" name="Freeform: Shape 10004">
                <a:extLst>
                  <a:ext uri="{FF2B5EF4-FFF2-40B4-BE49-F238E27FC236}">
                    <a16:creationId xmlns:a16="http://schemas.microsoft.com/office/drawing/2014/main" id="{87701C6A-D760-D6A6-3EB8-D68DA366FDC9}"/>
                  </a:ext>
                </a:extLst>
              </p:cNvPr>
              <p:cNvSpPr/>
              <p:nvPr/>
            </p:nvSpPr>
            <p:spPr>
              <a:xfrm>
                <a:off x="8794973" y="6046927"/>
                <a:ext cx="6343" cy="6345"/>
              </a:xfrm>
              <a:custGeom>
                <a:avLst/>
                <a:gdLst>
                  <a:gd name="connsiteX0" fmla="*/ 3360 w 6343"/>
                  <a:gd name="connsiteY0" fmla="*/ 6548 h 6345"/>
                  <a:gd name="connsiteX1" fmla="*/ 5602 w 6343"/>
                  <a:gd name="connsiteY1" fmla="*/ 5618 h 6345"/>
                  <a:gd name="connsiteX2" fmla="*/ 6531 w 6343"/>
                  <a:gd name="connsiteY2" fmla="*/ 3375 h 6345"/>
                  <a:gd name="connsiteX3" fmla="*/ 5602 w 6343"/>
                  <a:gd name="connsiteY3" fmla="*/ 1132 h 6345"/>
                  <a:gd name="connsiteX4" fmla="*/ 3360 w 6343"/>
                  <a:gd name="connsiteY4" fmla="*/ 202 h 6345"/>
                  <a:gd name="connsiteX5" fmla="*/ 1117 w 6343"/>
                  <a:gd name="connsiteY5" fmla="*/ 1132 h 6345"/>
                  <a:gd name="connsiteX6" fmla="*/ 188 w 6343"/>
                  <a:gd name="connsiteY6" fmla="*/ 3375 h 6345"/>
                  <a:gd name="connsiteX7" fmla="*/ 1117 w 6343"/>
                  <a:gd name="connsiteY7" fmla="*/ 5618 h 6345"/>
                  <a:gd name="connsiteX8" fmla="*/ 3360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548"/>
                    </a:moveTo>
                    <a:cubicBezTo>
                      <a:pt x="4201" y="6548"/>
                      <a:pt x="5008" y="6213"/>
                      <a:pt x="5602" y="5618"/>
                    </a:cubicBezTo>
                    <a:cubicBezTo>
                      <a:pt x="6197" y="5023"/>
                      <a:pt x="6531" y="4216"/>
                      <a:pt x="6531" y="3375"/>
                    </a:cubicBezTo>
                    <a:cubicBezTo>
                      <a:pt x="6531" y="2534"/>
                      <a:pt x="6197" y="1727"/>
                      <a:pt x="5602" y="1132"/>
                    </a:cubicBezTo>
                    <a:cubicBezTo>
                      <a:pt x="5008" y="537"/>
                      <a:pt x="4201" y="202"/>
                      <a:pt x="3360" y="202"/>
                    </a:cubicBezTo>
                    <a:cubicBezTo>
                      <a:pt x="2519" y="202"/>
                      <a:pt x="1712" y="537"/>
                      <a:pt x="1117" y="1132"/>
                    </a:cubicBezTo>
                    <a:cubicBezTo>
                      <a:pt x="522" y="1727"/>
                      <a:pt x="188" y="2534"/>
                      <a:pt x="188" y="3375"/>
                    </a:cubicBezTo>
                    <a:cubicBezTo>
                      <a:pt x="188" y="4216"/>
                      <a:pt x="522" y="5023"/>
                      <a:pt x="1117" y="5618"/>
                    </a:cubicBezTo>
                    <a:cubicBezTo>
                      <a:pt x="1712" y="6213"/>
                      <a:pt x="2519" y="6548"/>
                      <a:pt x="3360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06" name="Freeform: Shape 10005">
                <a:extLst>
                  <a:ext uri="{FF2B5EF4-FFF2-40B4-BE49-F238E27FC236}">
                    <a16:creationId xmlns:a16="http://schemas.microsoft.com/office/drawing/2014/main" id="{C5209F9C-51A2-1111-99AE-1431036DBCE8}"/>
                  </a:ext>
                </a:extLst>
              </p:cNvPr>
              <p:cNvSpPr/>
              <p:nvPr/>
            </p:nvSpPr>
            <p:spPr>
              <a:xfrm>
                <a:off x="8793509" y="6039329"/>
                <a:ext cx="6343" cy="6345"/>
              </a:xfrm>
              <a:custGeom>
                <a:avLst/>
                <a:gdLst>
                  <a:gd name="connsiteX0" fmla="*/ 3360 w 6343"/>
                  <a:gd name="connsiteY0" fmla="*/ 6547 h 6345"/>
                  <a:gd name="connsiteX1" fmla="*/ 5602 w 6343"/>
                  <a:gd name="connsiteY1" fmla="*/ 5618 h 6345"/>
                  <a:gd name="connsiteX2" fmla="*/ 6531 w 6343"/>
                  <a:gd name="connsiteY2" fmla="*/ 3374 h 6345"/>
                  <a:gd name="connsiteX3" fmla="*/ 5602 w 6343"/>
                  <a:gd name="connsiteY3" fmla="*/ 1131 h 6345"/>
                  <a:gd name="connsiteX4" fmla="*/ 3360 w 6343"/>
                  <a:gd name="connsiteY4" fmla="*/ 202 h 6345"/>
                  <a:gd name="connsiteX5" fmla="*/ 1117 w 6343"/>
                  <a:gd name="connsiteY5" fmla="*/ 1131 h 6345"/>
                  <a:gd name="connsiteX6" fmla="*/ 188 w 6343"/>
                  <a:gd name="connsiteY6" fmla="*/ 3374 h 6345"/>
                  <a:gd name="connsiteX7" fmla="*/ 1117 w 6343"/>
                  <a:gd name="connsiteY7" fmla="*/ 5618 h 6345"/>
                  <a:gd name="connsiteX8" fmla="*/ 336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547"/>
                    </a:moveTo>
                    <a:cubicBezTo>
                      <a:pt x="4201" y="6547"/>
                      <a:pt x="5007" y="6213"/>
                      <a:pt x="5602" y="5618"/>
                    </a:cubicBezTo>
                    <a:cubicBezTo>
                      <a:pt x="6197" y="5023"/>
                      <a:pt x="6531" y="4216"/>
                      <a:pt x="6531" y="3374"/>
                    </a:cubicBezTo>
                    <a:cubicBezTo>
                      <a:pt x="6531" y="2533"/>
                      <a:pt x="6197" y="1726"/>
                      <a:pt x="5602" y="1131"/>
                    </a:cubicBezTo>
                    <a:cubicBezTo>
                      <a:pt x="5007" y="536"/>
                      <a:pt x="4201" y="202"/>
                      <a:pt x="3360" y="202"/>
                    </a:cubicBezTo>
                    <a:cubicBezTo>
                      <a:pt x="2518" y="202"/>
                      <a:pt x="1712" y="536"/>
                      <a:pt x="1117" y="1131"/>
                    </a:cubicBezTo>
                    <a:cubicBezTo>
                      <a:pt x="522" y="1726"/>
                      <a:pt x="188" y="2533"/>
                      <a:pt x="188" y="3374"/>
                    </a:cubicBezTo>
                    <a:cubicBezTo>
                      <a:pt x="188" y="4216"/>
                      <a:pt x="522" y="5023"/>
                      <a:pt x="1117" y="5618"/>
                    </a:cubicBezTo>
                    <a:cubicBezTo>
                      <a:pt x="1712" y="6213"/>
                      <a:pt x="2518" y="6547"/>
                      <a:pt x="336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07" name="Freeform: Shape 10006">
                <a:extLst>
                  <a:ext uri="{FF2B5EF4-FFF2-40B4-BE49-F238E27FC236}">
                    <a16:creationId xmlns:a16="http://schemas.microsoft.com/office/drawing/2014/main" id="{C9B8134C-B462-442A-380A-39FB6BA38202}"/>
                  </a:ext>
                </a:extLst>
              </p:cNvPr>
              <p:cNvSpPr/>
              <p:nvPr/>
            </p:nvSpPr>
            <p:spPr>
              <a:xfrm>
                <a:off x="8785620" y="6039087"/>
                <a:ext cx="6343" cy="6345"/>
              </a:xfrm>
              <a:custGeom>
                <a:avLst/>
                <a:gdLst>
                  <a:gd name="connsiteX0" fmla="*/ 3359 w 6343"/>
                  <a:gd name="connsiteY0" fmla="*/ 6547 h 6345"/>
                  <a:gd name="connsiteX1" fmla="*/ 5602 w 6343"/>
                  <a:gd name="connsiteY1" fmla="*/ 5618 h 6345"/>
                  <a:gd name="connsiteX2" fmla="*/ 6530 w 6343"/>
                  <a:gd name="connsiteY2" fmla="*/ 3374 h 6345"/>
                  <a:gd name="connsiteX3" fmla="*/ 5602 w 6343"/>
                  <a:gd name="connsiteY3" fmla="*/ 1131 h 6345"/>
                  <a:gd name="connsiteX4" fmla="*/ 3359 w 6343"/>
                  <a:gd name="connsiteY4" fmla="*/ 202 h 6345"/>
                  <a:gd name="connsiteX5" fmla="*/ 1116 w 6343"/>
                  <a:gd name="connsiteY5" fmla="*/ 1131 h 6345"/>
                  <a:gd name="connsiteX6" fmla="*/ 187 w 6343"/>
                  <a:gd name="connsiteY6" fmla="*/ 3374 h 6345"/>
                  <a:gd name="connsiteX7" fmla="*/ 1116 w 6343"/>
                  <a:gd name="connsiteY7" fmla="*/ 5618 h 6345"/>
                  <a:gd name="connsiteX8" fmla="*/ 3359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547"/>
                    </a:moveTo>
                    <a:cubicBezTo>
                      <a:pt x="4200" y="6547"/>
                      <a:pt x="5007" y="6213"/>
                      <a:pt x="5602" y="5618"/>
                    </a:cubicBezTo>
                    <a:cubicBezTo>
                      <a:pt x="6196" y="5023"/>
                      <a:pt x="6530" y="4216"/>
                      <a:pt x="6530" y="3374"/>
                    </a:cubicBezTo>
                    <a:cubicBezTo>
                      <a:pt x="6530" y="2533"/>
                      <a:pt x="6196" y="1726"/>
                      <a:pt x="5602" y="1131"/>
                    </a:cubicBezTo>
                    <a:cubicBezTo>
                      <a:pt x="5007" y="536"/>
                      <a:pt x="4200" y="202"/>
                      <a:pt x="3359" y="202"/>
                    </a:cubicBezTo>
                    <a:cubicBezTo>
                      <a:pt x="2518" y="202"/>
                      <a:pt x="1711" y="536"/>
                      <a:pt x="1116" y="1131"/>
                    </a:cubicBezTo>
                    <a:cubicBezTo>
                      <a:pt x="522" y="1726"/>
                      <a:pt x="187" y="2533"/>
                      <a:pt x="187" y="3374"/>
                    </a:cubicBezTo>
                    <a:cubicBezTo>
                      <a:pt x="187" y="4216"/>
                      <a:pt x="522" y="5023"/>
                      <a:pt x="1116" y="5618"/>
                    </a:cubicBezTo>
                    <a:cubicBezTo>
                      <a:pt x="1711" y="6213"/>
                      <a:pt x="2518" y="6547"/>
                      <a:pt x="3359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08" name="Freeform: Shape 10007">
                <a:extLst>
                  <a:ext uri="{FF2B5EF4-FFF2-40B4-BE49-F238E27FC236}">
                    <a16:creationId xmlns:a16="http://schemas.microsoft.com/office/drawing/2014/main" id="{D99B9C84-C16D-C7CA-9B43-19873FAC3FED}"/>
                  </a:ext>
                </a:extLst>
              </p:cNvPr>
              <p:cNvSpPr/>
              <p:nvPr/>
            </p:nvSpPr>
            <p:spPr>
              <a:xfrm>
                <a:off x="8776618" y="6039992"/>
                <a:ext cx="6343" cy="6345"/>
              </a:xfrm>
              <a:custGeom>
                <a:avLst/>
                <a:gdLst>
                  <a:gd name="connsiteX0" fmla="*/ 3358 w 6343"/>
                  <a:gd name="connsiteY0" fmla="*/ 6547 h 6345"/>
                  <a:gd name="connsiteX1" fmla="*/ 5601 w 6343"/>
                  <a:gd name="connsiteY1" fmla="*/ 5618 h 6345"/>
                  <a:gd name="connsiteX2" fmla="*/ 6530 w 6343"/>
                  <a:gd name="connsiteY2" fmla="*/ 3374 h 6345"/>
                  <a:gd name="connsiteX3" fmla="*/ 5601 w 6343"/>
                  <a:gd name="connsiteY3" fmla="*/ 1131 h 6345"/>
                  <a:gd name="connsiteX4" fmla="*/ 3358 w 6343"/>
                  <a:gd name="connsiteY4" fmla="*/ 202 h 6345"/>
                  <a:gd name="connsiteX5" fmla="*/ 1116 w 6343"/>
                  <a:gd name="connsiteY5" fmla="*/ 1131 h 6345"/>
                  <a:gd name="connsiteX6" fmla="*/ 187 w 6343"/>
                  <a:gd name="connsiteY6" fmla="*/ 3374 h 6345"/>
                  <a:gd name="connsiteX7" fmla="*/ 1116 w 6343"/>
                  <a:gd name="connsiteY7" fmla="*/ 5618 h 6345"/>
                  <a:gd name="connsiteX8" fmla="*/ 3358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547"/>
                    </a:moveTo>
                    <a:cubicBezTo>
                      <a:pt x="4199" y="6547"/>
                      <a:pt x="5006" y="6213"/>
                      <a:pt x="5601" y="5618"/>
                    </a:cubicBezTo>
                    <a:cubicBezTo>
                      <a:pt x="6196" y="5023"/>
                      <a:pt x="6530" y="4216"/>
                      <a:pt x="6530" y="3374"/>
                    </a:cubicBezTo>
                    <a:cubicBezTo>
                      <a:pt x="6530" y="2533"/>
                      <a:pt x="6196" y="1726"/>
                      <a:pt x="5601" y="1131"/>
                    </a:cubicBezTo>
                    <a:cubicBezTo>
                      <a:pt x="5006" y="536"/>
                      <a:pt x="4199" y="202"/>
                      <a:pt x="3358" y="202"/>
                    </a:cubicBezTo>
                    <a:cubicBezTo>
                      <a:pt x="2517" y="202"/>
                      <a:pt x="1710" y="536"/>
                      <a:pt x="1116" y="1131"/>
                    </a:cubicBezTo>
                    <a:cubicBezTo>
                      <a:pt x="521" y="1726"/>
                      <a:pt x="187" y="2533"/>
                      <a:pt x="187" y="3374"/>
                    </a:cubicBezTo>
                    <a:cubicBezTo>
                      <a:pt x="187" y="4216"/>
                      <a:pt x="521" y="5023"/>
                      <a:pt x="1116" y="5618"/>
                    </a:cubicBezTo>
                    <a:cubicBezTo>
                      <a:pt x="1710" y="6213"/>
                      <a:pt x="2517" y="6547"/>
                      <a:pt x="3358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09" name="Freeform: Shape 10008">
                <a:extLst>
                  <a:ext uri="{FF2B5EF4-FFF2-40B4-BE49-F238E27FC236}">
                    <a16:creationId xmlns:a16="http://schemas.microsoft.com/office/drawing/2014/main" id="{5F6612C0-9A60-8557-A77F-82B4CD93775D}"/>
                  </a:ext>
                </a:extLst>
              </p:cNvPr>
              <p:cNvSpPr/>
              <p:nvPr/>
            </p:nvSpPr>
            <p:spPr>
              <a:xfrm>
                <a:off x="8763108" y="6045751"/>
                <a:ext cx="6343" cy="6345"/>
              </a:xfrm>
              <a:custGeom>
                <a:avLst/>
                <a:gdLst>
                  <a:gd name="connsiteX0" fmla="*/ 3357 w 6343"/>
                  <a:gd name="connsiteY0" fmla="*/ 6548 h 6345"/>
                  <a:gd name="connsiteX1" fmla="*/ 5600 w 6343"/>
                  <a:gd name="connsiteY1" fmla="*/ 5618 h 6345"/>
                  <a:gd name="connsiteX2" fmla="*/ 6529 w 6343"/>
                  <a:gd name="connsiteY2" fmla="*/ 3375 h 6345"/>
                  <a:gd name="connsiteX3" fmla="*/ 5600 w 6343"/>
                  <a:gd name="connsiteY3" fmla="*/ 1131 h 6345"/>
                  <a:gd name="connsiteX4" fmla="*/ 3357 w 6343"/>
                  <a:gd name="connsiteY4" fmla="*/ 202 h 6345"/>
                  <a:gd name="connsiteX5" fmla="*/ 1114 w 6343"/>
                  <a:gd name="connsiteY5" fmla="*/ 1131 h 6345"/>
                  <a:gd name="connsiteX6" fmla="*/ 186 w 6343"/>
                  <a:gd name="connsiteY6" fmla="*/ 3375 h 6345"/>
                  <a:gd name="connsiteX7" fmla="*/ 1114 w 6343"/>
                  <a:gd name="connsiteY7" fmla="*/ 5618 h 6345"/>
                  <a:gd name="connsiteX8" fmla="*/ 3357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48"/>
                    </a:moveTo>
                    <a:cubicBezTo>
                      <a:pt x="4198" y="6548"/>
                      <a:pt x="5005" y="6213"/>
                      <a:pt x="5600" y="5618"/>
                    </a:cubicBezTo>
                    <a:cubicBezTo>
                      <a:pt x="6194" y="5023"/>
                      <a:pt x="6529" y="4216"/>
                      <a:pt x="6529" y="3375"/>
                    </a:cubicBezTo>
                    <a:cubicBezTo>
                      <a:pt x="6529" y="2534"/>
                      <a:pt x="6194" y="1726"/>
                      <a:pt x="5600" y="1131"/>
                    </a:cubicBezTo>
                    <a:cubicBezTo>
                      <a:pt x="5005" y="537"/>
                      <a:pt x="4198" y="202"/>
                      <a:pt x="3357" y="202"/>
                    </a:cubicBezTo>
                    <a:cubicBezTo>
                      <a:pt x="2516" y="202"/>
                      <a:pt x="1709" y="537"/>
                      <a:pt x="1114" y="1131"/>
                    </a:cubicBezTo>
                    <a:cubicBezTo>
                      <a:pt x="520" y="1726"/>
                      <a:pt x="186" y="2534"/>
                      <a:pt x="186" y="3375"/>
                    </a:cubicBezTo>
                    <a:cubicBezTo>
                      <a:pt x="186" y="4216"/>
                      <a:pt x="520" y="5023"/>
                      <a:pt x="1114" y="5618"/>
                    </a:cubicBezTo>
                    <a:cubicBezTo>
                      <a:pt x="1709" y="6213"/>
                      <a:pt x="2516" y="6548"/>
                      <a:pt x="3357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10" name="Freeform: Shape 10009">
                <a:extLst>
                  <a:ext uri="{FF2B5EF4-FFF2-40B4-BE49-F238E27FC236}">
                    <a16:creationId xmlns:a16="http://schemas.microsoft.com/office/drawing/2014/main" id="{3328BE77-8880-A983-A35B-E1B1E81BA94B}"/>
                  </a:ext>
                </a:extLst>
              </p:cNvPr>
              <p:cNvSpPr/>
              <p:nvPr/>
            </p:nvSpPr>
            <p:spPr>
              <a:xfrm>
                <a:off x="8581583" y="6200301"/>
                <a:ext cx="6343" cy="6345"/>
              </a:xfrm>
              <a:custGeom>
                <a:avLst/>
                <a:gdLst>
                  <a:gd name="connsiteX0" fmla="*/ 3343 w 6343"/>
                  <a:gd name="connsiteY0" fmla="*/ 6560 h 6345"/>
                  <a:gd name="connsiteX1" fmla="*/ 5585 w 6343"/>
                  <a:gd name="connsiteY1" fmla="*/ 5631 h 6345"/>
                  <a:gd name="connsiteX2" fmla="*/ 6514 w 6343"/>
                  <a:gd name="connsiteY2" fmla="*/ 3387 h 6345"/>
                  <a:gd name="connsiteX3" fmla="*/ 5585 w 6343"/>
                  <a:gd name="connsiteY3" fmla="*/ 1144 h 6345"/>
                  <a:gd name="connsiteX4" fmla="*/ 3343 w 6343"/>
                  <a:gd name="connsiteY4" fmla="*/ 214 h 6345"/>
                  <a:gd name="connsiteX5" fmla="*/ 1100 w 6343"/>
                  <a:gd name="connsiteY5" fmla="*/ 1144 h 6345"/>
                  <a:gd name="connsiteX6" fmla="*/ 171 w 6343"/>
                  <a:gd name="connsiteY6" fmla="*/ 3387 h 6345"/>
                  <a:gd name="connsiteX7" fmla="*/ 1100 w 6343"/>
                  <a:gd name="connsiteY7" fmla="*/ 5631 h 6345"/>
                  <a:gd name="connsiteX8" fmla="*/ 3343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3" y="6560"/>
                    </a:moveTo>
                    <a:cubicBezTo>
                      <a:pt x="4184" y="6560"/>
                      <a:pt x="4991" y="6226"/>
                      <a:pt x="5585" y="5631"/>
                    </a:cubicBezTo>
                    <a:cubicBezTo>
                      <a:pt x="6180" y="5036"/>
                      <a:pt x="6514" y="4229"/>
                      <a:pt x="6514" y="3387"/>
                    </a:cubicBezTo>
                    <a:cubicBezTo>
                      <a:pt x="6514" y="2546"/>
                      <a:pt x="6180" y="1739"/>
                      <a:pt x="5585" y="1144"/>
                    </a:cubicBezTo>
                    <a:cubicBezTo>
                      <a:pt x="4991" y="549"/>
                      <a:pt x="4184" y="214"/>
                      <a:pt x="3343" y="214"/>
                    </a:cubicBezTo>
                    <a:cubicBezTo>
                      <a:pt x="2502" y="214"/>
                      <a:pt x="1695" y="549"/>
                      <a:pt x="1100" y="1144"/>
                    </a:cubicBezTo>
                    <a:cubicBezTo>
                      <a:pt x="505" y="1739"/>
                      <a:pt x="171" y="2546"/>
                      <a:pt x="171" y="3387"/>
                    </a:cubicBezTo>
                    <a:cubicBezTo>
                      <a:pt x="171" y="4229"/>
                      <a:pt x="505" y="5036"/>
                      <a:pt x="1100" y="5631"/>
                    </a:cubicBezTo>
                    <a:cubicBezTo>
                      <a:pt x="1695" y="6226"/>
                      <a:pt x="2502" y="6560"/>
                      <a:pt x="3343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11" name="Freeform: Shape 10010">
                <a:extLst>
                  <a:ext uri="{FF2B5EF4-FFF2-40B4-BE49-F238E27FC236}">
                    <a16:creationId xmlns:a16="http://schemas.microsoft.com/office/drawing/2014/main" id="{1A271CAD-845A-B873-617C-D6C2F40B11E6}"/>
                  </a:ext>
                </a:extLst>
              </p:cNvPr>
              <p:cNvSpPr/>
              <p:nvPr/>
            </p:nvSpPr>
            <p:spPr>
              <a:xfrm>
                <a:off x="8577741" y="6193223"/>
                <a:ext cx="6343" cy="6345"/>
              </a:xfrm>
              <a:custGeom>
                <a:avLst/>
                <a:gdLst>
                  <a:gd name="connsiteX0" fmla="*/ 3343 w 6343"/>
                  <a:gd name="connsiteY0" fmla="*/ 6559 h 6345"/>
                  <a:gd name="connsiteX1" fmla="*/ 5585 w 6343"/>
                  <a:gd name="connsiteY1" fmla="*/ 5630 h 6345"/>
                  <a:gd name="connsiteX2" fmla="*/ 6514 w 6343"/>
                  <a:gd name="connsiteY2" fmla="*/ 3387 h 6345"/>
                  <a:gd name="connsiteX3" fmla="*/ 5585 w 6343"/>
                  <a:gd name="connsiteY3" fmla="*/ 1143 h 6345"/>
                  <a:gd name="connsiteX4" fmla="*/ 3343 w 6343"/>
                  <a:gd name="connsiteY4" fmla="*/ 214 h 6345"/>
                  <a:gd name="connsiteX5" fmla="*/ 1100 w 6343"/>
                  <a:gd name="connsiteY5" fmla="*/ 1143 h 6345"/>
                  <a:gd name="connsiteX6" fmla="*/ 171 w 6343"/>
                  <a:gd name="connsiteY6" fmla="*/ 3387 h 6345"/>
                  <a:gd name="connsiteX7" fmla="*/ 1100 w 6343"/>
                  <a:gd name="connsiteY7" fmla="*/ 5630 h 6345"/>
                  <a:gd name="connsiteX8" fmla="*/ 334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3" y="6559"/>
                    </a:moveTo>
                    <a:cubicBezTo>
                      <a:pt x="4184" y="6559"/>
                      <a:pt x="4990" y="6225"/>
                      <a:pt x="5585" y="5630"/>
                    </a:cubicBezTo>
                    <a:cubicBezTo>
                      <a:pt x="6180" y="5035"/>
                      <a:pt x="6514" y="4228"/>
                      <a:pt x="6514" y="3387"/>
                    </a:cubicBezTo>
                    <a:cubicBezTo>
                      <a:pt x="6514" y="2545"/>
                      <a:pt x="6180" y="1738"/>
                      <a:pt x="5585" y="1143"/>
                    </a:cubicBezTo>
                    <a:cubicBezTo>
                      <a:pt x="4990" y="548"/>
                      <a:pt x="4184" y="214"/>
                      <a:pt x="3343" y="214"/>
                    </a:cubicBezTo>
                    <a:cubicBezTo>
                      <a:pt x="2501" y="214"/>
                      <a:pt x="1695" y="548"/>
                      <a:pt x="1100" y="1143"/>
                    </a:cubicBezTo>
                    <a:cubicBezTo>
                      <a:pt x="505" y="1738"/>
                      <a:pt x="171" y="2545"/>
                      <a:pt x="171" y="3387"/>
                    </a:cubicBezTo>
                    <a:cubicBezTo>
                      <a:pt x="171" y="4228"/>
                      <a:pt x="505" y="5035"/>
                      <a:pt x="1100" y="5630"/>
                    </a:cubicBezTo>
                    <a:cubicBezTo>
                      <a:pt x="1695" y="6225"/>
                      <a:pt x="2501" y="6559"/>
                      <a:pt x="334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12" name="Freeform: Shape 10011">
                <a:extLst>
                  <a:ext uri="{FF2B5EF4-FFF2-40B4-BE49-F238E27FC236}">
                    <a16:creationId xmlns:a16="http://schemas.microsoft.com/office/drawing/2014/main" id="{56AB74CA-7372-F797-2203-BA9980662DE8}"/>
                  </a:ext>
                </a:extLst>
              </p:cNvPr>
              <p:cNvSpPr/>
              <p:nvPr/>
            </p:nvSpPr>
            <p:spPr>
              <a:xfrm>
                <a:off x="8575665" y="6184378"/>
                <a:ext cx="6343" cy="6345"/>
              </a:xfrm>
              <a:custGeom>
                <a:avLst/>
                <a:gdLst>
                  <a:gd name="connsiteX0" fmla="*/ 3342 w 6343"/>
                  <a:gd name="connsiteY0" fmla="*/ 6559 h 6345"/>
                  <a:gd name="connsiteX1" fmla="*/ 5585 w 6343"/>
                  <a:gd name="connsiteY1" fmla="*/ 5629 h 6345"/>
                  <a:gd name="connsiteX2" fmla="*/ 6514 w 6343"/>
                  <a:gd name="connsiteY2" fmla="*/ 3386 h 6345"/>
                  <a:gd name="connsiteX3" fmla="*/ 5585 w 6343"/>
                  <a:gd name="connsiteY3" fmla="*/ 1142 h 6345"/>
                  <a:gd name="connsiteX4" fmla="*/ 3342 w 6343"/>
                  <a:gd name="connsiteY4" fmla="*/ 213 h 6345"/>
                  <a:gd name="connsiteX5" fmla="*/ 1100 w 6343"/>
                  <a:gd name="connsiteY5" fmla="*/ 1142 h 6345"/>
                  <a:gd name="connsiteX6" fmla="*/ 171 w 6343"/>
                  <a:gd name="connsiteY6" fmla="*/ 3386 h 6345"/>
                  <a:gd name="connsiteX7" fmla="*/ 1100 w 6343"/>
                  <a:gd name="connsiteY7" fmla="*/ 5629 h 6345"/>
                  <a:gd name="connsiteX8" fmla="*/ 334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559"/>
                    </a:moveTo>
                    <a:cubicBezTo>
                      <a:pt x="4183" y="6559"/>
                      <a:pt x="4990" y="6224"/>
                      <a:pt x="5585" y="5629"/>
                    </a:cubicBezTo>
                    <a:cubicBezTo>
                      <a:pt x="6180" y="5034"/>
                      <a:pt x="6514" y="4227"/>
                      <a:pt x="6514" y="3386"/>
                    </a:cubicBezTo>
                    <a:cubicBezTo>
                      <a:pt x="6514" y="2544"/>
                      <a:pt x="6180" y="1737"/>
                      <a:pt x="5585" y="1142"/>
                    </a:cubicBezTo>
                    <a:cubicBezTo>
                      <a:pt x="4990" y="547"/>
                      <a:pt x="4183" y="213"/>
                      <a:pt x="3342" y="213"/>
                    </a:cubicBezTo>
                    <a:cubicBezTo>
                      <a:pt x="2501" y="213"/>
                      <a:pt x="1694" y="547"/>
                      <a:pt x="1100" y="1142"/>
                    </a:cubicBezTo>
                    <a:cubicBezTo>
                      <a:pt x="505" y="1737"/>
                      <a:pt x="171" y="2544"/>
                      <a:pt x="171" y="3386"/>
                    </a:cubicBezTo>
                    <a:cubicBezTo>
                      <a:pt x="171" y="4227"/>
                      <a:pt x="505" y="5034"/>
                      <a:pt x="1100" y="5629"/>
                    </a:cubicBezTo>
                    <a:cubicBezTo>
                      <a:pt x="1694" y="6224"/>
                      <a:pt x="2501" y="6559"/>
                      <a:pt x="334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13" name="Freeform: Shape 10012">
                <a:extLst>
                  <a:ext uri="{FF2B5EF4-FFF2-40B4-BE49-F238E27FC236}">
                    <a16:creationId xmlns:a16="http://schemas.microsoft.com/office/drawing/2014/main" id="{39EB5AB6-6973-B36E-1319-0696534BA92D}"/>
                  </a:ext>
                </a:extLst>
              </p:cNvPr>
              <p:cNvSpPr/>
              <p:nvPr/>
            </p:nvSpPr>
            <p:spPr>
              <a:xfrm>
                <a:off x="8392580" y="6201353"/>
                <a:ext cx="6343" cy="6345"/>
              </a:xfrm>
              <a:custGeom>
                <a:avLst/>
                <a:gdLst>
                  <a:gd name="connsiteX0" fmla="*/ 3328 w 6343"/>
                  <a:gd name="connsiteY0" fmla="*/ 6560 h 6345"/>
                  <a:gd name="connsiteX1" fmla="*/ 5571 w 6343"/>
                  <a:gd name="connsiteY1" fmla="*/ 5631 h 6345"/>
                  <a:gd name="connsiteX2" fmla="*/ 6499 w 6343"/>
                  <a:gd name="connsiteY2" fmla="*/ 3387 h 6345"/>
                  <a:gd name="connsiteX3" fmla="*/ 5571 w 6343"/>
                  <a:gd name="connsiteY3" fmla="*/ 1144 h 6345"/>
                  <a:gd name="connsiteX4" fmla="*/ 3328 w 6343"/>
                  <a:gd name="connsiteY4" fmla="*/ 214 h 6345"/>
                  <a:gd name="connsiteX5" fmla="*/ 1085 w 6343"/>
                  <a:gd name="connsiteY5" fmla="*/ 1144 h 6345"/>
                  <a:gd name="connsiteX6" fmla="*/ 156 w 6343"/>
                  <a:gd name="connsiteY6" fmla="*/ 3387 h 6345"/>
                  <a:gd name="connsiteX7" fmla="*/ 1085 w 6343"/>
                  <a:gd name="connsiteY7" fmla="*/ 5631 h 6345"/>
                  <a:gd name="connsiteX8" fmla="*/ 3328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8" y="6560"/>
                    </a:moveTo>
                    <a:cubicBezTo>
                      <a:pt x="4169" y="6560"/>
                      <a:pt x="4976" y="6226"/>
                      <a:pt x="5571" y="5631"/>
                    </a:cubicBezTo>
                    <a:cubicBezTo>
                      <a:pt x="6165" y="5036"/>
                      <a:pt x="6499" y="4229"/>
                      <a:pt x="6499" y="3387"/>
                    </a:cubicBezTo>
                    <a:cubicBezTo>
                      <a:pt x="6499" y="2546"/>
                      <a:pt x="6165" y="1739"/>
                      <a:pt x="5571" y="1144"/>
                    </a:cubicBezTo>
                    <a:cubicBezTo>
                      <a:pt x="4976" y="549"/>
                      <a:pt x="4169" y="214"/>
                      <a:pt x="3328" y="214"/>
                    </a:cubicBezTo>
                    <a:cubicBezTo>
                      <a:pt x="2487" y="214"/>
                      <a:pt x="1680" y="549"/>
                      <a:pt x="1085" y="1144"/>
                    </a:cubicBezTo>
                    <a:cubicBezTo>
                      <a:pt x="491" y="1739"/>
                      <a:pt x="156" y="2546"/>
                      <a:pt x="156" y="3387"/>
                    </a:cubicBezTo>
                    <a:cubicBezTo>
                      <a:pt x="156" y="4229"/>
                      <a:pt x="491" y="5036"/>
                      <a:pt x="1085" y="5631"/>
                    </a:cubicBezTo>
                    <a:cubicBezTo>
                      <a:pt x="1680" y="6226"/>
                      <a:pt x="2487" y="6560"/>
                      <a:pt x="3328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14" name="Freeform: Shape 10013">
                <a:extLst>
                  <a:ext uri="{FF2B5EF4-FFF2-40B4-BE49-F238E27FC236}">
                    <a16:creationId xmlns:a16="http://schemas.microsoft.com/office/drawing/2014/main" id="{607CAF69-F7BA-5F22-5E1A-3528E1970122}"/>
                  </a:ext>
                </a:extLst>
              </p:cNvPr>
              <p:cNvSpPr/>
              <p:nvPr/>
            </p:nvSpPr>
            <p:spPr>
              <a:xfrm>
                <a:off x="8389761" y="6192557"/>
                <a:ext cx="6343" cy="6345"/>
              </a:xfrm>
              <a:custGeom>
                <a:avLst/>
                <a:gdLst>
                  <a:gd name="connsiteX0" fmla="*/ 3328 w 6343"/>
                  <a:gd name="connsiteY0" fmla="*/ 6559 h 6345"/>
                  <a:gd name="connsiteX1" fmla="*/ 5570 w 6343"/>
                  <a:gd name="connsiteY1" fmla="*/ 5630 h 6345"/>
                  <a:gd name="connsiteX2" fmla="*/ 6499 w 6343"/>
                  <a:gd name="connsiteY2" fmla="*/ 3386 h 6345"/>
                  <a:gd name="connsiteX3" fmla="*/ 5570 w 6343"/>
                  <a:gd name="connsiteY3" fmla="*/ 1143 h 6345"/>
                  <a:gd name="connsiteX4" fmla="*/ 3328 w 6343"/>
                  <a:gd name="connsiteY4" fmla="*/ 214 h 6345"/>
                  <a:gd name="connsiteX5" fmla="*/ 1085 w 6343"/>
                  <a:gd name="connsiteY5" fmla="*/ 1143 h 6345"/>
                  <a:gd name="connsiteX6" fmla="*/ 156 w 6343"/>
                  <a:gd name="connsiteY6" fmla="*/ 3386 h 6345"/>
                  <a:gd name="connsiteX7" fmla="*/ 1085 w 6343"/>
                  <a:gd name="connsiteY7" fmla="*/ 5630 h 6345"/>
                  <a:gd name="connsiteX8" fmla="*/ 3328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8" y="6559"/>
                    </a:moveTo>
                    <a:cubicBezTo>
                      <a:pt x="4169" y="6559"/>
                      <a:pt x="4976" y="6225"/>
                      <a:pt x="5570" y="5630"/>
                    </a:cubicBezTo>
                    <a:cubicBezTo>
                      <a:pt x="6165" y="5035"/>
                      <a:pt x="6499" y="4228"/>
                      <a:pt x="6499" y="3386"/>
                    </a:cubicBezTo>
                    <a:cubicBezTo>
                      <a:pt x="6499" y="2545"/>
                      <a:pt x="6165" y="1738"/>
                      <a:pt x="5570" y="1143"/>
                    </a:cubicBezTo>
                    <a:cubicBezTo>
                      <a:pt x="4976" y="548"/>
                      <a:pt x="4169" y="214"/>
                      <a:pt x="3328" y="214"/>
                    </a:cubicBezTo>
                    <a:cubicBezTo>
                      <a:pt x="2487" y="214"/>
                      <a:pt x="1680" y="548"/>
                      <a:pt x="1085" y="1143"/>
                    </a:cubicBezTo>
                    <a:cubicBezTo>
                      <a:pt x="490" y="1738"/>
                      <a:pt x="156" y="2545"/>
                      <a:pt x="156" y="3386"/>
                    </a:cubicBezTo>
                    <a:cubicBezTo>
                      <a:pt x="156" y="4228"/>
                      <a:pt x="490" y="5035"/>
                      <a:pt x="1085" y="5630"/>
                    </a:cubicBezTo>
                    <a:cubicBezTo>
                      <a:pt x="1680" y="6225"/>
                      <a:pt x="2487" y="6559"/>
                      <a:pt x="3328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15" name="Freeform: Shape 10014">
                <a:extLst>
                  <a:ext uri="{FF2B5EF4-FFF2-40B4-BE49-F238E27FC236}">
                    <a16:creationId xmlns:a16="http://schemas.microsoft.com/office/drawing/2014/main" id="{AA6E9777-CDD6-1F8E-A951-B1FCAD8EAB32}"/>
                  </a:ext>
                </a:extLst>
              </p:cNvPr>
              <p:cNvSpPr/>
              <p:nvPr/>
            </p:nvSpPr>
            <p:spPr>
              <a:xfrm>
                <a:off x="8385904" y="6184691"/>
                <a:ext cx="6343" cy="6345"/>
              </a:xfrm>
              <a:custGeom>
                <a:avLst/>
                <a:gdLst>
                  <a:gd name="connsiteX0" fmla="*/ 3327 w 6343"/>
                  <a:gd name="connsiteY0" fmla="*/ 6559 h 6345"/>
                  <a:gd name="connsiteX1" fmla="*/ 5570 w 6343"/>
                  <a:gd name="connsiteY1" fmla="*/ 5629 h 6345"/>
                  <a:gd name="connsiteX2" fmla="*/ 6499 w 6343"/>
                  <a:gd name="connsiteY2" fmla="*/ 3386 h 6345"/>
                  <a:gd name="connsiteX3" fmla="*/ 5570 w 6343"/>
                  <a:gd name="connsiteY3" fmla="*/ 1142 h 6345"/>
                  <a:gd name="connsiteX4" fmla="*/ 3327 w 6343"/>
                  <a:gd name="connsiteY4" fmla="*/ 213 h 6345"/>
                  <a:gd name="connsiteX5" fmla="*/ 1085 w 6343"/>
                  <a:gd name="connsiteY5" fmla="*/ 1142 h 6345"/>
                  <a:gd name="connsiteX6" fmla="*/ 156 w 6343"/>
                  <a:gd name="connsiteY6" fmla="*/ 3386 h 6345"/>
                  <a:gd name="connsiteX7" fmla="*/ 1085 w 6343"/>
                  <a:gd name="connsiteY7" fmla="*/ 5629 h 6345"/>
                  <a:gd name="connsiteX8" fmla="*/ 332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7" y="6559"/>
                    </a:moveTo>
                    <a:cubicBezTo>
                      <a:pt x="4168" y="6559"/>
                      <a:pt x="4975" y="6224"/>
                      <a:pt x="5570" y="5629"/>
                    </a:cubicBezTo>
                    <a:cubicBezTo>
                      <a:pt x="6165" y="5034"/>
                      <a:pt x="6499" y="4227"/>
                      <a:pt x="6499" y="3386"/>
                    </a:cubicBezTo>
                    <a:cubicBezTo>
                      <a:pt x="6499" y="2544"/>
                      <a:pt x="6165" y="1737"/>
                      <a:pt x="5570" y="1142"/>
                    </a:cubicBezTo>
                    <a:cubicBezTo>
                      <a:pt x="4975" y="547"/>
                      <a:pt x="4168" y="213"/>
                      <a:pt x="3327" y="213"/>
                    </a:cubicBezTo>
                    <a:cubicBezTo>
                      <a:pt x="2486" y="213"/>
                      <a:pt x="1680" y="547"/>
                      <a:pt x="1085" y="1142"/>
                    </a:cubicBezTo>
                    <a:cubicBezTo>
                      <a:pt x="490" y="1737"/>
                      <a:pt x="156" y="2544"/>
                      <a:pt x="156" y="3386"/>
                    </a:cubicBezTo>
                    <a:cubicBezTo>
                      <a:pt x="156" y="4227"/>
                      <a:pt x="490" y="5034"/>
                      <a:pt x="1085" y="5629"/>
                    </a:cubicBezTo>
                    <a:cubicBezTo>
                      <a:pt x="1680" y="6224"/>
                      <a:pt x="2486" y="6559"/>
                      <a:pt x="332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16" name="Freeform: Shape 10015">
                <a:extLst>
                  <a:ext uri="{FF2B5EF4-FFF2-40B4-BE49-F238E27FC236}">
                    <a16:creationId xmlns:a16="http://schemas.microsoft.com/office/drawing/2014/main" id="{26373DC0-A74F-779F-7A76-8920314754D4}"/>
                  </a:ext>
                </a:extLst>
              </p:cNvPr>
              <p:cNvSpPr/>
              <p:nvPr/>
            </p:nvSpPr>
            <p:spPr>
              <a:xfrm>
                <a:off x="8721648" y="5894662"/>
                <a:ext cx="6343" cy="6345"/>
              </a:xfrm>
              <a:custGeom>
                <a:avLst/>
                <a:gdLst>
                  <a:gd name="connsiteX0" fmla="*/ 3354 w 6343"/>
                  <a:gd name="connsiteY0" fmla="*/ 6536 h 6345"/>
                  <a:gd name="connsiteX1" fmla="*/ 5596 w 6343"/>
                  <a:gd name="connsiteY1" fmla="*/ 5606 h 6345"/>
                  <a:gd name="connsiteX2" fmla="*/ 6525 w 6343"/>
                  <a:gd name="connsiteY2" fmla="*/ 3363 h 6345"/>
                  <a:gd name="connsiteX3" fmla="*/ 5596 w 6343"/>
                  <a:gd name="connsiteY3" fmla="*/ 1120 h 6345"/>
                  <a:gd name="connsiteX4" fmla="*/ 3354 w 6343"/>
                  <a:gd name="connsiteY4" fmla="*/ 190 h 6345"/>
                  <a:gd name="connsiteX5" fmla="*/ 1111 w 6343"/>
                  <a:gd name="connsiteY5" fmla="*/ 1120 h 6345"/>
                  <a:gd name="connsiteX6" fmla="*/ 182 w 6343"/>
                  <a:gd name="connsiteY6" fmla="*/ 3363 h 6345"/>
                  <a:gd name="connsiteX7" fmla="*/ 1111 w 6343"/>
                  <a:gd name="connsiteY7" fmla="*/ 5606 h 6345"/>
                  <a:gd name="connsiteX8" fmla="*/ 3354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36"/>
                    </a:moveTo>
                    <a:cubicBezTo>
                      <a:pt x="4195" y="6536"/>
                      <a:pt x="5002" y="6201"/>
                      <a:pt x="5596" y="5606"/>
                    </a:cubicBezTo>
                    <a:cubicBezTo>
                      <a:pt x="6191" y="5011"/>
                      <a:pt x="6525" y="4204"/>
                      <a:pt x="6525" y="3363"/>
                    </a:cubicBezTo>
                    <a:cubicBezTo>
                      <a:pt x="6525" y="2522"/>
                      <a:pt x="6191" y="1715"/>
                      <a:pt x="5596" y="1120"/>
                    </a:cubicBezTo>
                    <a:cubicBezTo>
                      <a:pt x="5002" y="525"/>
                      <a:pt x="4195" y="190"/>
                      <a:pt x="3354" y="190"/>
                    </a:cubicBezTo>
                    <a:cubicBezTo>
                      <a:pt x="2513" y="190"/>
                      <a:pt x="1706" y="525"/>
                      <a:pt x="1111" y="1120"/>
                    </a:cubicBezTo>
                    <a:cubicBezTo>
                      <a:pt x="516" y="1715"/>
                      <a:pt x="182" y="2522"/>
                      <a:pt x="182" y="3363"/>
                    </a:cubicBezTo>
                    <a:cubicBezTo>
                      <a:pt x="182" y="4204"/>
                      <a:pt x="516" y="5011"/>
                      <a:pt x="1111" y="5606"/>
                    </a:cubicBezTo>
                    <a:cubicBezTo>
                      <a:pt x="1706" y="6201"/>
                      <a:pt x="2513" y="6536"/>
                      <a:pt x="3354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17" name="Freeform: Shape 10016">
                <a:extLst>
                  <a:ext uri="{FF2B5EF4-FFF2-40B4-BE49-F238E27FC236}">
                    <a16:creationId xmlns:a16="http://schemas.microsoft.com/office/drawing/2014/main" id="{5BE0973D-EF0D-04FB-643D-32FF887E5E9A}"/>
                  </a:ext>
                </a:extLst>
              </p:cNvPr>
              <p:cNvSpPr/>
              <p:nvPr/>
            </p:nvSpPr>
            <p:spPr>
              <a:xfrm>
                <a:off x="8718608" y="5889696"/>
                <a:ext cx="6343" cy="6345"/>
              </a:xfrm>
              <a:custGeom>
                <a:avLst/>
                <a:gdLst>
                  <a:gd name="connsiteX0" fmla="*/ 3354 w 6343"/>
                  <a:gd name="connsiteY0" fmla="*/ 6535 h 6345"/>
                  <a:gd name="connsiteX1" fmla="*/ 5596 w 6343"/>
                  <a:gd name="connsiteY1" fmla="*/ 5606 h 6345"/>
                  <a:gd name="connsiteX2" fmla="*/ 6525 w 6343"/>
                  <a:gd name="connsiteY2" fmla="*/ 3363 h 6345"/>
                  <a:gd name="connsiteX3" fmla="*/ 5596 w 6343"/>
                  <a:gd name="connsiteY3" fmla="*/ 1119 h 6345"/>
                  <a:gd name="connsiteX4" fmla="*/ 3354 w 6343"/>
                  <a:gd name="connsiteY4" fmla="*/ 190 h 6345"/>
                  <a:gd name="connsiteX5" fmla="*/ 1111 w 6343"/>
                  <a:gd name="connsiteY5" fmla="*/ 1119 h 6345"/>
                  <a:gd name="connsiteX6" fmla="*/ 182 w 6343"/>
                  <a:gd name="connsiteY6" fmla="*/ 3363 h 6345"/>
                  <a:gd name="connsiteX7" fmla="*/ 1111 w 6343"/>
                  <a:gd name="connsiteY7" fmla="*/ 5606 h 6345"/>
                  <a:gd name="connsiteX8" fmla="*/ 3354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35"/>
                    </a:moveTo>
                    <a:cubicBezTo>
                      <a:pt x="4195" y="6535"/>
                      <a:pt x="5001" y="6201"/>
                      <a:pt x="5596" y="5606"/>
                    </a:cubicBezTo>
                    <a:cubicBezTo>
                      <a:pt x="6191" y="5011"/>
                      <a:pt x="6525" y="4204"/>
                      <a:pt x="6525" y="3363"/>
                    </a:cubicBezTo>
                    <a:cubicBezTo>
                      <a:pt x="6525" y="2521"/>
                      <a:pt x="6191" y="1714"/>
                      <a:pt x="5596" y="1119"/>
                    </a:cubicBezTo>
                    <a:cubicBezTo>
                      <a:pt x="5001" y="524"/>
                      <a:pt x="4195" y="190"/>
                      <a:pt x="3354" y="190"/>
                    </a:cubicBezTo>
                    <a:cubicBezTo>
                      <a:pt x="2513" y="190"/>
                      <a:pt x="1706" y="524"/>
                      <a:pt x="1111" y="1119"/>
                    </a:cubicBezTo>
                    <a:cubicBezTo>
                      <a:pt x="516" y="1714"/>
                      <a:pt x="182" y="2521"/>
                      <a:pt x="182" y="3363"/>
                    </a:cubicBezTo>
                    <a:cubicBezTo>
                      <a:pt x="182" y="4204"/>
                      <a:pt x="516" y="5011"/>
                      <a:pt x="1111" y="5606"/>
                    </a:cubicBezTo>
                    <a:cubicBezTo>
                      <a:pt x="1706" y="6201"/>
                      <a:pt x="2513" y="6535"/>
                      <a:pt x="3354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18" name="Freeform: Shape 10017">
                <a:extLst>
                  <a:ext uri="{FF2B5EF4-FFF2-40B4-BE49-F238E27FC236}">
                    <a16:creationId xmlns:a16="http://schemas.microsoft.com/office/drawing/2014/main" id="{8992CE82-F762-FCC0-2955-0345CA791F18}"/>
                  </a:ext>
                </a:extLst>
              </p:cNvPr>
              <p:cNvSpPr/>
              <p:nvPr/>
            </p:nvSpPr>
            <p:spPr>
              <a:xfrm>
                <a:off x="8221938" y="6272429"/>
                <a:ext cx="6343" cy="6345"/>
              </a:xfrm>
              <a:custGeom>
                <a:avLst/>
                <a:gdLst>
                  <a:gd name="connsiteX0" fmla="*/ 3314 w 6343"/>
                  <a:gd name="connsiteY0" fmla="*/ 6565 h 6345"/>
                  <a:gd name="connsiteX1" fmla="*/ 5557 w 6343"/>
                  <a:gd name="connsiteY1" fmla="*/ 5636 h 6345"/>
                  <a:gd name="connsiteX2" fmla="*/ 6486 w 6343"/>
                  <a:gd name="connsiteY2" fmla="*/ 3393 h 6345"/>
                  <a:gd name="connsiteX3" fmla="*/ 5557 w 6343"/>
                  <a:gd name="connsiteY3" fmla="*/ 1149 h 6345"/>
                  <a:gd name="connsiteX4" fmla="*/ 3314 w 6343"/>
                  <a:gd name="connsiteY4" fmla="*/ 220 h 6345"/>
                  <a:gd name="connsiteX5" fmla="*/ 1072 w 6343"/>
                  <a:gd name="connsiteY5" fmla="*/ 1149 h 6345"/>
                  <a:gd name="connsiteX6" fmla="*/ 143 w 6343"/>
                  <a:gd name="connsiteY6" fmla="*/ 3393 h 6345"/>
                  <a:gd name="connsiteX7" fmla="*/ 1072 w 6343"/>
                  <a:gd name="connsiteY7" fmla="*/ 5636 h 6345"/>
                  <a:gd name="connsiteX8" fmla="*/ 3314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4" y="6565"/>
                    </a:moveTo>
                    <a:cubicBezTo>
                      <a:pt x="4156" y="6565"/>
                      <a:pt x="4962" y="6231"/>
                      <a:pt x="5557" y="5636"/>
                    </a:cubicBezTo>
                    <a:cubicBezTo>
                      <a:pt x="6152" y="5041"/>
                      <a:pt x="6486" y="4234"/>
                      <a:pt x="6486" y="3393"/>
                    </a:cubicBezTo>
                    <a:cubicBezTo>
                      <a:pt x="6486" y="2551"/>
                      <a:pt x="6152" y="1744"/>
                      <a:pt x="5557" y="1149"/>
                    </a:cubicBezTo>
                    <a:cubicBezTo>
                      <a:pt x="4962" y="554"/>
                      <a:pt x="4156" y="220"/>
                      <a:pt x="3314" y="220"/>
                    </a:cubicBezTo>
                    <a:cubicBezTo>
                      <a:pt x="2473" y="220"/>
                      <a:pt x="1667" y="554"/>
                      <a:pt x="1072" y="1149"/>
                    </a:cubicBezTo>
                    <a:cubicBezTo>
                      <a:pt x="477" y="1744"/>
                      <a:pt x="143" y="2551"/>
                      <a:pt x="143" y="3393"/>
                    </a:cubicBezTo>
                    <a:cubicBezTo>
                      <a:pt x="143" y="4234"/>
                      <a:pt x="477" y="5041"/>
                      <a:pt x="1072" y="5636"/>
                    </a:cubicBezTo>
                    <a:cubicBezTo>
                      <a:pt x="1667" y="6231"/>
                      <a:pt x="2473" y="6565"/>
                      <a:pt x="3314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19" name="Freeform: Shape 10018">
                <a:extLst>
                  <a:ext uri="{FF2B5EF4-FFF2-40B4-BE49-F238E27FC236}">
                    <a16:creationId xmlns:a16="http://schemas.microsoft.com/office/drawing/2014/main" id="{255434D6-3A87-3BAA-9147-9F4C6A56A2DE}"/>
                  </a:ext>
                </a:extLst>
              </p:cNvPr>
              <p:cNvSpPr/>
              <p:nvPr/>
            </p:nvSpPr>
            <p:spPr>
              <a:xfrm>
                <a:off x="8219461" y="6262140"/>
                <a:ext cx="6343" cy="6345"/>
              </a:xfrm>
              <a:custGeom>
                <a:avLst/>
                <a:gdLst>
                  <a:gd name="connsiteX0" fmla="*/ 3314 w 6343"/>
                  <a:gd name="connsiteY0" fmla="*/ 6565 h 6345"/>
                  <a:gd name="connsiteX1" fmla="*/ 5557 w 6343"/>
                  <a:gd name="connsiteY1" fmla="*/ 5635 h 6345"/>
                  <a:gd name="connsiteX2" fmla="*/ 6486 w 6343"/>
                  <a:gd name="connsiteY2" fmla="*/ 3392 h 6345"/>
                  <a:gd name="connsiteX3" fmla="*/ 5557 w 6343"/>
                  <a:gd name="connsiteY3" fmla="*/ 1149 h 6345"/>
                  <a:gd name="connsiteX4" fmla="*/ 3314 w 6343"/>
                  <a:gd name="connsiteY4" fmla="*/ 219 h 6345"/>
                  <a:gd name="connsiteX5" fmla="*/ 1072 w 6343"/>
                  <a:gd name="connsiteY5" fmla="*/ 1149 h 6345"/>
                  <a:gd name="connsiteX6" fmla="*/ 143 w 6343"/>
                  <a:gd name="connsiteY6" fmla="*/ 3392 h 6345"/>
                  <a:gd name="connsiteX7" fmla="*/ 1072 w 6343"/>
                  <a:gd name="connsiteY7" fmla="*/ 5635 h 6345"/>
                  <a:gd name="connsiteX8" fmla="*/ 3314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4" y="6565"/>
                    </a:moveTo>
                    <a:cubicBezTo>
                      <a:pt x="4155" y="6565"/>
                      <a:pt x="4962" y="6230"/>
                      <a:pt x="5557" y="5635"/>
                    </a:cubicBezTo>
                    <a:cubicBezTo>
                      <a:pt x="6152" y="5040"/>
                      <a:pt x="6486" y="4233"/>
                      <a:pt x="6486" y="3392"/>
                    </a:cubicBezTo>
                    <a:cubicBezTo>
                      <a:pt x="6486" y="2551"/>
                      <a:pt x="6152" y="1743"/>
                      <a:pt x="5557" y="1149"/>
                    </a:cubicBezTo>
                    <a:cubicBezTo>
                      <a:pt x="4962" y="554"/>
                      <a:pt x="4155" y="219"/>
                      <a:pt x="3314" y="219"/>
                    </a:cubicBezTo>
                    <a:cubicBezTo>
                      <a:pt x="2473" y="219"/>
                      <a:pt x="1666" y="554"/>
                      <a:pt x="1072" y="1149"/>
                    </a:cubicBezTo>
                    <a:cubicBezTo>
                      <a:pt x="477" y="1743"/>
                      <a:pt x="143" y="2551"/>
                      <a:pt x="143" y="3392"/>
                    </a:cubicBezTo>
                    <a:cubicBezTo>
                      <a:pt x="143" y="4233"/>
                      <a:pt x="477" y="5040"/>
                      <a:pt x="1072" y="5635"/>
                    </a:cubicBezTo>
                    <a:cubicBezTo>
                      <a:pt x="1666" y="6230"/>
                      <a:pt x="2473" y="6565"/>
                      <a:pt x="3314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20" name="Freeform: Shape 10019">
                <a:extLst>
                  <a:ext uri="{FF2B5EF4-FFF2-40B4-BE49-F238E27FC236}">
                    <a16:creationId xmlns:a16="http://schemas.microsoft.com/office/drawing/2014/main" id="{0F684104-1DD8-1AC5-47E0-91C9379E3648}"/>
                  </a:ext>
                </a:extLst>
              </p:cNvPr>
              <p:cNvSpPr/>
              <p:nvPr/>
            </p:nvSpPr>
            <p:spPr>
              <a:xfrm>
                <a:off x="8213595" y="6254565"/>
                <a:ext cx="6343" cy="6345"/>
              </a:xfrm>
              <a:custGeom>
                <a:avLst/>
                <a:gdLst>
                  <a:gd name="connsiteX0" fmla="*/ 3314 w 6343"/>
                  <a:gd name="connsiteY0" fmla="*/ 6564 h 6345"/>
                  <a:gd name="connsiteX1" fmla="*/ 5556 w 6343"/>
                  <a:gd name="connsiteY1" fmla="*/ 5635 h 6345"/>
                  <a:gd name="connsiteX2" fmla="*/ 6485 w 6343"/>
                  <a:gd name="connsiteY2" fmla="*/ 3391 h 6345"/>
                  <a:gd name="connsiteX3" fmla="*/ 5556 w 6343"/>
                  <a:gd name="connsiteY3" fmla="*/ 1148 h 6345"/>
                  <a:gd name="connsiteX4" fmla="*/ 3314 w 6343"/>
                  <a:gd name="connsiteY4" fmla="*/ 219 h 6345"/>
                  <a:gd name="connsiteX5" fmla="*/ 1071 w 6343"/>
                  <a:gd name="connsiteY5" fmla="*/ 1148 h 6345"/>
                  <a:gd name="connsiteX6" fmla="*/ 142 w 6343"/>
                  <a:gd name="connsiteY6" fmla="*/ 3391 h 6345"/>
                  <a:gd name="connsiteX7" fmla="*/ 1071 w 6343"/>
                  <a:gd name="connsiteY7" fmla="*/ 5635 h 6345"/>
                  <a:gd name="connsiteX8" fmla="*/ 3314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4" y="6564"/>
                    </a:moveTo>
                    <a:cubicBezTo>
                      <a:pt x="4155" y="6564"/>
                      <a:pt x="4962" y="6230"/>
                      <a:pt x="5556" y="5635"/>
                    </a:cubicBezTo>
                    <a:cubicBezTo>
                      <a:pt x="6151" y="5040"/>
                      <a:pt x="6485" y="4233"/>
                      <a:pt x="6485" y="3391"/>
                    </a:cubicBezTo>
                    <a:cubicBezTo>
                      <a:pt x="6485" y="2550"/>
                      <a:pt x="6151" y="1743"/>
                      <a:pt x="5556" y="1148"/>
                    </a:cubicBezTo>
                    <a:cubicBezTo>
                      <a:pt x="4962" y="553"/>
                      <a:pt x="4155" y="219"/>
                      <a:pt x="3314" y="219"/>
                    </a:cubicBezTo>
                    <a:cubicBezTo>
                      <a:pt x="2473" y="219"/>
                      <a:pt x="1666" y="553"/>
                      <a:pt x="1071" y="1148"/>
                    </a:cubicBezTo>
                    <a:cubicBezTo>
                      <a:pt x="476" y="1743"/>
                      <a:pt x="142" y="2550"/>
                      <a:pt x="142" y="3391"/>
                    </a:cubicBezTo>
                    <a:cubicBezTo>
                      <a:pt x="142" y="4233"/>
                      <a:pt x="476" y="5040"/>
                      <a:pt x="1071" y="5635"/>
                    </a:cubicBezTo>
                    <a:cubicBezTo>
                      <a:pt x="1666" y="6230"/>
                      <a:pt x="2473" y="6564"/>
                      <a:pt x="3314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21" name="Freeform: Shape 10020">
                <a:extLst>
                  <a:ext uri="{FF2B5EF4-FFF2-40B4-BE49-F238E27FC236}">
                    <a16:creationId xmlns:a16="http://schemas.microsoft.com/office/drawing/2014/main" id="{A5D7ECB1-1980-3FAE-1AA5-EC8BDBCF093D}"/>
                  </a:ext>
                </a:extLst>
              </p:cNvPr>
              <p:cNvSpPr/>
              <p:nvPr/>
            </p:nvSpPr>
            <p:spPr>
              <a:xfrm>
                <a:off x="8713477" y="5857287"/>
                <a:ext cx="6343" cy="6345"/>
              </a:xfrm>
              <a:custGeom>
                <a:avLst/>
                <a:gdLst>
                  <a:gd name="connsiteX0" fmla="*/ 3353 w 6343"/>
                  <a:gd name="connsiteY0" fmla="*/ 6533 h 6345"/>
                  <a:gd name="connsiteX1" fmla="*/ 5596 w 6343"/>
                  <a:gd name="connsiteY1" fmla="*/ 5604 h 6345"/>
                  <a:gd name="connsiteX2" fmla="*/ 6525 w 6343"/>
                  <a:gd name="connsiteY2" fmla="*/ 3360 h 6345"/>
                  <a:gd name="connsiteX3" fmla="*/ 5596 w 6343"/>
                  <a:gd name="connsiteY3" fmla="*/ 1117 h 6345"/>
                  <a:gd name="connsiteX4" fmla="*/ 3353 w 6343"/>
                  <a:gd name="connsiteY4" fmla="*/ 187 h 6345"/>
                  <a:gd name="connsiteX5" fmla="*/ 1111 w 6343"/>
                  <a:gd name="connsiteY5" fmla="*/ 1117 h 6345"/>
                  <a:gd name="connsiteX6" fmla="*/ 182 w 6343"/>
                  <a:gd name="connsiteY6" fmla="*/ 3360 h 6345"/>
                  <a:gd name="connsiteX7" fmla="*/ 1111 w 6343"/>
                  <a:gd name="connsiteY7" fmla="*/ 5604 h 6345"/>
                  <a:gd name="connsiteX8" fmla="*/ 3353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33"/>
                    </a:moveTo>
                    <a:cubicBezTo>
                      <a:pt x="4194" y="6533"/>
                      <a:pt x="5001" y="6198"/>
                      <a:pt x="5596" y="5604"/>
                    </a:cubicBezTo>
                    <a:cubicBezTo>
                      <a:pt x="6191" y="5009"/>
                      <a:pt x="6525" y="4201"/>
                      <a:pt x="6525" y="3360"/>
                    </a:cubicBezTo>
                    <a:cubicBezTo>
                      <a:pt x="6525" y="2519"/>
                      <a:pt x="6191" y="1712"/>
                      <a:pt x="5596" y="1117"/>
                    </a:cubicBezTo>
                    <a:cubicBezTo>
                      <a:pt x="5001" y="522"/>
                      <a:pt x="4194" y="187"/>
                      <a:pt x="3353" y="187"/>
                    </a:cubicBezTo>
                    <a:cubicBezTo>
                      <a:pt x="2512" y="187"/>
                      <a:pt x="1705" y="522"/>
                      <a:pt x="1111" y="1117"/>
                    </a:cubicBezTo>
                    <a:cubicBezTo>
                      <a:pt x="516" y="1712"/>
                      <a:pt x="182" y="2519"/>
                      <a:pt x="182" y="3360"/>
                    </a:cubicBezTo>
                    <a:cubicBezTo>
                      <a:pt x="182" y="4201"/>
                      <a:pt x="516" y="5009"/>
                      <a:pt x="1111" y="5604"/>
                    </a:cubicBezTo>
                    <a:cubicBezTo>
                      <a:pt x="1705" y="6198"/>
                      <a:pt x="2512" y="6533"/>
                      <a:pt x="3353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22" name="Freeform: Shape 10021">
                <a:extLst>
                  <a:ext uri="{FF2B5EF4-FFF2-40B4-BE49-F238E27FC236}">
                    <a16:creationId xmlns:a16="http://schemas.microsoft.com/office/drawing/2014/main" id="{037A6AB3-C28F-3CF1-099F-EE99D7295294}"/>
                  </a:ext>
                </a:extLst>
              </p:cNvPr>
              <p:cNvSpPr/>
              <p:nvPr/>
            </p:nvSpPr>
            <p:spPr>
              <a:xfrm>
                <a:off x="8710436" y="5852486"/>
                <a:ext cx="6343" cy="6345"/>
              </a:xfrm>
              <a:custGeom>
                <a:avLst/>
                <a:gdLst>
                  <a:gd name="connsiteX0" fmla="*/ 3353 w 6343"/>
                  <a:gd name="connsiteY0" fmla="*/ 6532 h 6345"/>
                  <a:gd name="connsiteX1" fmla="*/ 5596 w 6343"/>
                  <a:gd name="connsiteY1" fmla="*/ 5603 h 6345"/>
                  <a:gd name="connsiteX2" fmla="*/ 6525 w 6343"/>
                  <a:gd name="connsiteY2" fmla="*/ 3360 h 6345"/>
                  <a:gd name="connsiteX3" fmla="*/ 5596 w 6343"/>
                  <a:gd name="connsiteY3" fmla="*/ 1116 h 6345"/>
                  <a:gd name="connsiteX4" fmla="*/ 3353 w 6343"/>
                  <a:gd name="connsiteY4" fmla="*/ 187 h 6345"/>
                  <a:gd name="connsiteX5" fmla="*/ 1110 w 6343"/>
                  <a:gd name="connsiteY5" fmla="*/ 1116 h 6345"/>
                  <a:gd name="connsiteX6" fmla="*/ 181 w 6343"/>
                  <a:gd name="connsiteY6" fmla="*/ 3360 h 6345"/>
                  <a:gd name="connsiteX7" fmla="*/ 1110 w 6343"/>
                  <a:gd name="connsiteY7" fmla="*/ 5603 h 6345"/>
                  <a:gd name="connsiteX8" fmla="*/ 3353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32"/>
                    </a:moveTo>
                    <a:cubicBezTo>
                      <a:pt x="4194" y="6532"/>
                      <a:pt x="5001" y="6198"/>
                      <a:pt x="5596" y="5603"/>
                    </a:cubicBezTo>
                    <a:cubicBezTo>
                      <a:pt x="6190" y="5008"/>
                      <a:pt x="6525" y="4201"/>
                      <a:pt x="6525" y="3360"/>
                    </a:cubicBezTo>
                    <a:cubicBezTo>
                      <a:pt x="6525" y="2518"/>
                      <a:pt x="6190" y="1711"/>
                      <a:pt x="5596" y="1116"/>
                    </a:cubicBezTo>
                    <a:cubicBezTo>
                      <a:pt x="5001" y="521"/>
                      <a:pt x="4194" y="187"/>
                      <a:pt x="3353" y="187"/>
                    </a:cubicBezTo>
                    <a:cubicBezTo>
                      <a:pt x="2512" y="187"/>
                      <a:pt x="1705" y="521"/>
                      <a:pt x="1110" y="1116"/>
                    </a:cubicBezTo>
                    <a:cubicBezTo>
                      <a:pt x="516" y="1711"/>
                      <a:pt x="181" y="2518"/>
                      <a:pt x="181" y="3360"/>
                    </a:cubicBezTo>
                    <a:cubicBezTo>
                      <a:pt x="181" y="4201"/>
                      <a:pt x="516" y="5008"/>
                      <a:pt x="1110" y="5603"/>
                    </a:cubicBezTo>
                    <a:cubicBezTo>
                      <a:pt x="1705" y="6198"/>
                      <a:pt x="2512" y="6532"/>
                      <a:pt x="3353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23" name="Freeform: Shape 10022">
                <a:extLst>
                  <a:ext uri="{FF2B5EF4-FFF2-40B4-BE49-F238E27FC236}">
                    <a16:creationId xmlns:a16="http://schemas.microsoft.com/office/drawing/2014/main" id="{1F2EB722-096B-8F50-9062-784046450D25}"/>
                  </a:ext>
                </a:extLst>
              </p:cNvPr>
              <p:cNvSpPr/>
              <p:nvPr/>
            </p:nvSpPr>
            <p:spPr>
              <a:xfrm>
                <a:off x="8706622" y="5848272"/>
                <a:ext cx="6343" cy="6345"/>
              </a:xfrm>
              <a:custGeom>
                <a:avLst/>
                <a:gdLst>
                  <a:gd name="connsiteX0" fmla="*/ 3353 w 6343"/>
                  <a:gd name="connsiteY0" fmla="*/ 6532 h 6345"/>
                  <a:gd name="connsiteX1" fmla="*/ 5595 w 6343"/>
                  <a:gd name="connsiteY1" fmla="*/ 5603 h 6345"/>
                  <a:gd name="connsiteX2" fmla="*/ 6524 w 6343"/>
                  <a:gd name="connsiteY2" fmla="*/ 3359 h 6345"/>
                  <a:gd name="connsiteX3" fmla="*/ 5595 w 6343"/>
                  <a:gd name="connsiteY3" fmla="*/ 1116 h 6345"/>
                  <a:gd name="connsiteX4" fmla="*/ 3353 w 6343"/>
                  <a:gd name="connsiteY4" fmla="*/ 187 h 6345"/>
                  <a:gd name="connsiteX5" fmla="*/ 1110 w 6343"/>
                  <a:gd name="connsiteY5" fmla="*/ 1116 h 6345"/>
                  <a:gd name="connsiteX6" fmla="*/ 181 w 6343"/>
                  <a:gd name="connsiteY6" fmla="*/ 3359 h 6345"/>
                  <a:gd name="connsiteX7" fmla="*/ 1110 w 6343"/>
                  <a:gd name="connsiteY7" fmla="*/ 5603 h 6345"/>
                  <a:gd name="connsiteX8" fmla="*/ 3353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32"/>
                    </a:moveTo>
                    <a:cubicBezTo>
                      <a:pt x="4194" y="6532"/>
                      <a:pt x="5001" y="6198"/>
                      <a:pt x="5595" y="5603"/>
                    </a:cubicBezTo>
                    <a:cubicBezTo>
                      <a:pt x="6190" y="5008"/>
                      <a:pt x="6524" y="4201"/>
                      <a:pt x="6524" y="3359"/>
                    </a:cubicBezTo>
                    <a:cubicBezTo>
                      <a:pt x="6524" y="2518"/>
                      <a:pt x="6190" y="1711"/>
                      <a:pt x="5595" y="1116"/>
                    </a:cubicBezTo>
                    <a:cubicBezTo>
                      <a:pt x="5001" y="521"/>
                      <a:pt x="4194" y="187"/>
                      <a:pt x="3353" y="187"/>
                    </a:cubicBezTo>
                    <a:cubicBezTo>
                      <a:pt x="2512" y="187"/>
                      <a:pt x="1705" y="521"/>
                      <a:pt x="1110" y="1116"/>
                    </a:cubicBezTo>
                    <a:cubicBezTo>
                      <a:pt x="515" y="1711"/>
                      <a:pt x="181" y="2518"/>
                      <a:pt x="181" y="3359"/>
                    </a:cubicBezTo>
                    <a:cubicBezTo>
                      <a:pt x="181" y="4201"/>
                      <a:pt x="515" y="5008"/>
                      <a:pt x="1110" y="5603"/>
                    </a:cubicBezTo>
                    <a:cubicBezTo>
                      <a:pt x="1705" y="6198"/>
                      <a:pt x="2512" y="6532"/>
                      <a:pt x="3353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24" name="Freeform: Shape 10023">
                <a:extLst>
                  <a:ext uri="{FF2B5EF4-FFF2-40B4-BE49-F238E27FC236}">
                    <a16:creationId xmlns:a16="http://schemas.microsoft.com/office/drawing/2014/main" id="{203E6FE3-60F5-497E-9F95-A5A258796778}"/>
                  </a:ext>
                </a:extLst>
              </p:cNvPr>
              <p:cNvSpPr/>
              <p:nvPr/>
            </p:nvSpPr>
            <p:spPr>
              <a:xfrm>
                <a:off x="8212358" y="6207776"/>
                <a:ext cx="6343" cy="6345"/>
              </a:xfrm>
              <a:custGeom>
                <a:avLst/>
                <a:gdLst>
                  <a:gd name="connsiteX0" fmla="*/ 3314 w 6343"/>
                  <a:gd name="connsiteY0" fmla="*/ 6560 h 6345"/>
                  <a:gd name="connsiteX1" fmla="*/ 5556 w 6343"/>
                  <a:gd name="connsiteY1" fmla="*/ 5631 h 6345"/>
                  <a:gd name="connsiteX2" fmla="*/ 6485 w 6343"/>
                  <a:gd name="connsiteY2" fmla="*/ 3388 h 6345"/>
                  <a:gd name="connsiteX3" fmla="*/ 5556 w 6343"/>
                  <a:gd name="connsiteY3" fmla="*/ 1144 h 6345"/>
                  <a:gd name="connsiteX4" fmla="*/ 3314 w 6343"/>
                  <a:gd name="connsiteY4" fmla="*/ 215 h 6345"/>
                  <a:gd name="connsiteX5" fmla="*/ 1071 w 6343"/>
                  <a:gd name="connsiteY5" fmla="*/ 1144 h 6345"/>
                  <a:gd name="connsiteX6" fmla="*/ 142 w 6343"/>
                  <a:gd name="connsiteY6" fmla="*/ 3388 h 6345"/>
                  <a:gd name="connsiteX7" fmla="*/ 1071 w 6343"/>
                  <a:gd name="connsiteY7" fmla="*/ 5631 h 6345"/>
                  <a:gd name="connsiteX8" fmla="*/ 3314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4" y="6560"/>
                    </a:moveTo>
                    <a:cubicBezTo>
                      <a:pt x="4155" y="6560"/>
                      <a:pt x="4962" y="6226"/>
                      <a:pt x="5556" y="5631"/>
                    </a:cubicBezTo>
                    <a:cubicBezTo>
                      <a:pt x="6151" y="5036"/>
                      <a:pt x="6485" y="4229"/>
                      <a:pt x="6485" y="3388"/>
                    </a:cubicBezTo>
                    <a:cubicBezTo>
                      <a:pt x="6485" y="2546"/>
                      <a:pt x="6151" y="1739"/>
                      <a:pt x="5556" y="1144"/>
                    </a:cubicBezTo>
                    <a:cubicBezTo>
                      <a:pt x="4962" y="549"/>
                      <a:pt x="4155" y="215"/>
                      <a:pt x="3314" y="215"/>
                    </a:cubicBezTo>
                    <a:cubicBezTo>
                      <a:pt x="2473" y="215"/>
                      <a:pt x="1666" y="549"/>
                      <a:pt x="1071" y="1144"/>
                    </a:cubicBezTo>
                    <a:cubicBezTo>
                      <a:pt x="476" y="1739"/>
                      <a:pt x="142" y="2546"/>
                      <a:pt x="142" y="3388"/>
                    </a:cubicBezTo>
                    <a:cubicBezTo>
                      <a:pt x="142" y="4229"/>
                      <a:pt x="476" y="5036"/>
                      <a:pt x="1071" y="5631"/>
                    </a:cubicBezTo>
                    <a:cubicBezTo>
                      <a:pt x="1666" y="6226"/>
                      <a:pt x="2473" y="6560"/>
                      <a:pt x="3314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25" name="Freeform: Shape 10024">
                <a:extLst>
                  <a:ext uri="{FF2B5EF4-FFF2-40B4-BE49-F238E27FC236}">
                    <a16:creationId xmlns:a16="http://schemas.microsoft.com/office/drawing/2014/main" id="{D701A88F-5BD6-8ABE-C524-0092DD0C2033}"/>
                  </a:ext>
                </a:extLst>
              </p:cNvPr>
              <p:cNvSpPr/>
              <p:nvPr/>
            </p:nvSpPr>
            <p:spPr>
              <a:xfrm>
                <a:off x="8213469" y="6195296"/>
                <a:ext cx="6343" cy="6345"/>
              </a:xfrm>
              <a:custGeom>
                <a:avLst/>
                <a:gdLst>
                  <a:gd name="connsiteX0" fmla="*/ 3314 w 6343"/>
                  <a:gd name="connsiteY0" fmla="*/ 6559 h 6345"/>
                  <a:gd name="connsiteX1" fmla="*/ 5556 w 6343"/>
                  <a:gd name="connsiteY1" fmla="*/ 5630 h 6345"/>
                  <a:gd name="connsiteX2" fmla="*/ 6485 w 6343"/>
                  <a:gd name="connsiteY2" fmla="*/ 3387 h 6345"/>
                  <a:gd name="connsiteX3" fmla="*/ 5556 w 6343"/>
                  <a:gd name="connsiteY3" fmla="*/ 1143 h 6345"/>
                  <a:gd name="connsiteX4" fmla="*/ 3314 w 6343"/>
                  <a:gd name="connsiteY4" fmla="*/ 214 h 6345"/>
                  <a:gd name="connsiteX5" fmla="*/ 1071 w 6343"/>
                  <a:gd name="connsiteY5" fmla="*/ 1143 h 6345"/>
                  <a:gd name="connsiteX6" fmla="*/ 142 w 6343"/>
                  <a:gd name="connsiteY6" fmla="*/ 3387 h 6345"/>
                  <a:gd name="connsiteX7" fmla="*/ 1071 w 6343"/>
                  <a:gd name="connsiteY7" fmla="*/ 5630 h 6345"/>
                  <a:gd name="connsiteX8" fmla="*/ 331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4" y="6559"/>
                    </a:moveTo>
                    <a:cubicBezTo>
                      <a:pt x="4155" y="6559"/>
                      <a:pt x="4962" y="6225"/>
                      <a:pt x="5556" y="5630"/>
                    </a:cubicBezTo>
                    <a:cubicBezTo>
                      <a:pt x="6151" y="5035"/>
                      <a:pt x="6485" y="4228"/>
                      <a:pt x="6485" y="3387"/>
                    </a:cubicBezTo>
                    <a:cubicBezTo>
                      <a:pt x="6485" y="2545"/>
                      <a:pt x="6151" y="1738"/>
                      <a:pt x="5556" y="1143"/>
                    </a:cubicBezTo>
                    <a:cubicBezTo>
                      <a:pt x="4962" y="548"/>
                      <a:pt x="4155" y="214"/>
                      <a:pt x="3314" y="214"/>
                    </a:cubicBezTo>
                    <a:cubicBezTo>
                      <a:pt x="2473" y="214"/>
                      <a:pt x="1666" y="548"/>
                      <a:pt x="1071" y="1143"/>
                    </a:cubicBezTo>
                    <a:cubicBezTo>
                      <a:pt x="476" y="1738"/>
                      <a:pt x="142" y="2545"/>
                      <a:pt x="142" y="3387"/>
                    </a:cubicBezTo>
                    <a:cubicBezTo>
                      <a:pt x="142" y="4228"/>
                      <a:pt x="476" y="5035"/>
                      <a:pt x="1071" y="5630"/>
                    </a:cubicBezTo>
                    <a:cubicBezTo>
                      <a:pt x="1666" y="6225"/>
                      <a:pt x="2473" y="6559"/>
                      <a:pt x="331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26" name="Freeform: Shape 10025">
                <a:extLst>
                  <a:ext uri="{FF2B5EF4-FFF2-40B4-BE49-F238E27FC236}">
                    <a16:creationId xmlns:a16="http://schemas.microsoft.com/office/drawing/2014/main" id="{16162B72-209B-A74B-D249-200A86AA2D06}"/>
                  </a:ext>
                </a:extLst>
              </p:cNvPr>
              <p:cNvSpPr/>
              <p:nvPr/>
            </p:nvSpPr>
            <p:spPr>
              <a:xfrm>
                <a:off x="8202311" y="6191810"/>
                <a:ext cx="6343" cy="6345"/>
              </a:xfrm>
              <a:custGeom>
                <a:avLst/>
                <a:gdLst>
                  <a:gd name="connsiteX0" fmla="*/ 3313 w 6343"/>
                  <a:gd name="connsiteY0" fmla="*/ 6559 h 6345"/>
                  <a:gd name="connsiteX1" fmla="*/ 5556 w 6343"/>
                  <a:gd name="connsiteY1" fmla="*/ 5630 h 6345"/>
                  <a:gd name="connsiteX2" fmla="*/ 6484 w 6343"/>
                  <a:gd name="connsiteY2" fmla="*/ 3386 h 6345"/>
                  <a:gd name="connsiteX3" fmla="*/ 5556 w 6343"/>
                  <a:gd name="connsiteY3" fmla="*/ 1143 h 6345"/>
                  <a:gd name="connsiteX4" fmla="*/ 3313 w 6343"/>
                  <a:gd name="connsiteY4" fmla="*/ 214 h 6345"/>
                  <a:gd name="connsiteX5" fmla="*/ 1070 w 6343"/>
                  <a:gd name="connsiteY5" fmla="*/ 1143 h 6345"/>
                  <a:gd name="connsiteX6" fmla="*/ 141 w 6343"/>
                  <a:gd name="connsiteY6" fmla="*/ 3386 h 6345"/>
                  <a:gd name="connsiteX7" fmla="*/ 1070 w 6343"/>
                  <a:gd name="connsiteY7" fmla="*/ 5630 h 6345"/>
                  <a:gd name="connsiteX8" fmla="*/ 331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59"/>
                    </a:moveTo>
                    <a:cubicBezTo>
                      <a:pt x="4154" y="6559"/>
                      <a:pt x="4961" y="6225"/>
                      <a:pt x="5556" y="5630"/>
                    </a:cubicBezTo>
                    <a:cubicBezTo>
                      <a:pt x="6150" y="5035"/>
                      <a:pt x="6484" y="4228"/>
                      <a:pt x="6484" y="3386"/>
                    </a:cubicBezTo>
                    <a:cubicBezTo>
                      <a:pt x="6484" y="2545"/>
                      <a:pt x="6150" y="1738"/>
                      <a:pt x="5556" y="1143"/>
                    </a:cubicBezTo>
                    <a:cubicBezTo>
                      <a:pt x="4961" y="548"/>
                      <a:pt x="4154" y="214"/>
                      <a:pt x="3313" y="214"/>
                    </a:cubicBezTo>
                    <a:cubicBezTo>
                      <a:pt x="2472" y="214"/>
                      <a:pt x="1665" y="548"/>
                      <a:pt x="1070" y="1143"/>
                    </a:cubicBezTo>
                    <a:cubicBezTo>
                      <a:pt x="476" y="1738"/>
                      <a:pt x="141" y="2545"/>
                      <a:pt x="141" y="3386"/>
                    </a:cubicBezTo>
                    <a:cubicBezTo>
                      <a:pt x="141" y="4228"/>
                      <a:pt x="476" y="5035"/>
                      <a:pt x="1070" y="5630"/>
                    </a:cubicBezTo>
                    <a:cubicBezTo>
                      <a:pt x="1665" y="6225"/>
                      <a:pt x="2472" y="6559"/>
                      <a:pt x="331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27" name="Freeform: Shape 10026">
                <a:extLst>
                  <a:ext uri="{FF2B5EF4-FFF2-40B4-BE49-F238E27FC236}">
                    <a16:creationId xmlns:a16="http://schemas.microsoft.com/office/drawing/2014/main" id="{A7A6C0DA-54A9-349F-67E8-315DF9D7AFBF}"/>
                  </a:ext>
                </a:extLst>
              </p:cNvPr>
              <p:cNvSpPr/>
              <p:nvPr/>
            </p:nvSpPr>
            <p:spPr>
              <a:xfrm>
                <a:off x="8192939" y="6186943"/>
                <a:ext cx="6343" cy="6345"/>
              </a:xfrm>
              <a:custGeom>
                <a:avLst/>
                <a:gdLst>
                  <a:gd name="connsiteX0" fmla="*/ 3312 w 6343"/>
                  <a:gd name="connsiteY0" fmla="*/ 6559 h 6345"/>
                  <a:gd name="connsiteX1" fmla="*/ 5555 w 6343"/>
                  <a:gd name="connsiteY1" fmla="*/ 5629 h 6345"/>
                  <a:gd name="connsiteX2" fmla="*/ 6484 w 6343"/>
                  <a:gd name="connsiteY2" fmla="*/ 3386 h 6345"/>
                  <a:gd name="connsiteX3" fmla="*/ 5555 w 6343"/>
                  <a:gd name="connsiteY3" fmla="*/ 1143 h 6345"/>
                  <a:gd name="connsiteX4" fmla="*/ 3312 w 6343"/>
                  <a:gd name="connsiteY4" fmla="*/ 213 h 6345"/>
                  <a:gd name="connsiteX5" fmla="*/ 1070 w 6343"/>
                  <a:gd name="connsiteY5" fmla="*/ 1143 h 6345"/>
                  <a:gd name="connsiteX6" fmla="*/ 141 w 6343"/>
                  <a:gd name="connsiteY6" fmla="*/ 3386 h 6345"/>
                  <a:gd name="connsiteX7" fmla="*/ 1070 w 6343"/>
                  <a:gd name="connsiteY7" fmla="*/ 5629 h 6345"/>
                  <a:gd name="connsiteX8" fmla="*/ 331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2" y="6559"/>
                    </a:moveTo>
                    <a:cubicBezTo>
                      <a:pt x="4153" y="6559"/>
                      <a:pt x="4960" y="6224"/>
                      <a:pt x="5555" y="5629"/>
                    </a:cubicBezTo>
                    <a:cubicBezTo>
                      <a:pt x="6150" y="5035"/>
                      <a:pt x="6484" y="4227"/>
                      <a:pt x="6484" y="3386"/>
                    </a:cubicBezTo>
                    <a:cubicBezTo>
                      <a:pt x="6484" y="2545"/>
                      <a:pt x="6150" y="1738"/>
                      <a:pt x="5555" y="1143"/>
                    </a:cubicBezTo>
                    <a:cubicBezTo>
                      <a:pt x="4960" y="548"/>
                      <a:pt x="4153" y="213"/>
                      <a:pt x="3312" y="213"/>
                    </a:cubicBezTo>
                    <a:cubicBezTo>
                      <a:pt x="2471" y="213"/>
                      <a:pt x="1664" y="548"/>
                      <a:pt x="1070" y="1143"/>
                    </a:cubicBezTo>
                    <a:cubicBezTo>
                      <a:pt x="475" y="1738"/>
                      <a:pt x="141" y="2545"/>
                      <a:pt x="141" y="3386"/>
                    </a:cubicBezTo>
                    <a:cubicBezTo>
                      <a:pt x="141" y="4227"/>
                      <a:pt x="475" y="5035"/>
                      <a:pt x="1070" y="5629"/>
                    </a:cubicBezTo>
                    <a:cubicBezTo>
                      <a:pt x="1664" y="6224"/>
                      <a:pt x="2471" y="6559"/>
                      <a:pt x="331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28" name="Freeform: Shape 10027">
                <a:extLst>
                  <a:ext uri="{FF2B5EF4-FFF2-40B4-BE49-F238E27FC236}">
                    <a16:creationId xmlns:a16="http://schemas.microsoft.com/office/drawing/2014/main" id="{5952D50F-930A-40B5-BED7-924BD3203888}"/>
                  </a:ext>
                </a:extLst>
              </p:cNvPr>
              <p:cNvSpPr/>
              <p:nvPr/>
            </p:nvSpPr>
            <p:spPr>
              <a:xfrm>
                <a:off x="8160564" y="6198205"/>
                <a:ext cx="6343" cy="6345"/>
              </a:xfrm>
              <a:custGeom>
                <a:avLst/>
                <a:gdLst>
                  <a:gd name="connsiteX0" fmla="*/ 3310 w 6343"/>
                  <a:gd name="connsiteY0" fmla="*/ 6560 h 6345"/>
                  <a:gd name="connsiteX1" fmla="*/ 5552 w 6343"/>
                  <a:gd name="connsiteY1" fmla="*/ 5630 h 6345"/>
                  <a:gd name="connsiteX2" fmla="*/ 6481 w 6343"/>
                  <a:gd name="connsiteY2" fmla="*/ 3387 h 6345"/>
                  <a:gd name="connsiteX3" fmla="*/ 5552 w 6343"/>
                  <a:gd name="connsiteY3" fmla="*/ 1143 h 6345"/>
                  <a:gd name="connsiteX4" fmla="*/ 3310 w 6343"/>
                  <a:gd name="connsiteY4" fmla="*/ 214 h 6345"/>
                  <a:gd name="connsiteX5" fmla="*/ 1067 w 6343"/>
                  <a:gd name="connsiteY5" fmla="*/ 1143 h 6345"/>
                  <a:gd name="connsiteX6" fmla="*/ 138 w 6343"/>
                  <a:gd name="connsiteY6" fmla="*/ 3387 h 6345"/>
                  <a:gd name="connsiteX7" fmla="*/ 1067 w 6343"/>
                  <a:gd name="connsiteY7" fmla="*/ 5630 h 6345"/>
                  <a:gd name="connsiteX8" fmla="*/ 3310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0" y="6560"/>
                    </a:moveTo>
                    <a:cubicBezTo>
                      <a:pt x="4151" y="6560"/>
                      <a:pt x="4958" y="6225"/>
                      <a:pt x="5552" y="5630"/>
                    </a:cubicBezTo>
                    <a:cubicBezTo>
                      <a:pt x="6147" y="5035"/>
                      <a:pt x="6481" y="4228"/>
                      <a:pt x="6481" y="3387"/>
                    </a:cubicBezTo>
                    <a:cubicBezTo>
                      <a:pt x="6481" y="2546"/>
                      <a:pt x="6147" y="1738"/>
                      <a:pt x="5552" y="1143"/>
                    </a:cubicBezTo>
                    <a:cubicBezTo>
                      <a:pt x="4958" y="549"/>
                      <a:pt x="4151" y="214"/>
                      <a:pt x="3310" y="214"/>
                    </a:cubicBezTo>
                    <a:cubicBezTo>
                      <a:pt x="2469" y="214"/>
                      <a:pt x="1662" y="549"/>
                      <a:pt x="1067" y="1143"/>
                    </a:cubicBezTo>
                    <a:cubicBezTo>
                      <a:pt x="472" y="1738"/>
                      <a:pt x="138" y="2546"/>
                      <a:pt x="138" y="3387"/>
                    </a:cubicBezTo>
                    <a:cubicBezTo>
                      <a:pt x="138" y="4228"/>
                      <a:pt x="472" y="5035"/>
                      <a:pt x="1067" y="5630"/>
                    </a:cubicBezTo>
                    <a:cubicBezTo>
                      <a:pt x="1662" y="6225"/>
                      <a:pt x="2469" y="6560"/>
                      <a:pt x="3310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29" name="Freeform: Shape 10028">
                <a:extLst>
                  <a:ext uri="{FF2B5EF4-FFF2-40B4-BE49-F238E27FC236}">
                    <a16:creationId xmlns:a16="http://schemas.microsoft.com/office/drawing/2014/main" id="{148A3145-4242-0AFC-BE17-498ADD3C5F4D}"/>
                  </a:ext>
                </a:extLst>
              </p:cNvPr>
              <p:cNvSpPr/>
              <p:nvPr/>
            </p:nvSpPr>
            <p:spPr>
              <a:xfrm>
                <a:off x="8142400" y="6199095"/>
                <a:ext cx="6343" cy="6345"/>
              </a:xfrm>
              <a:custGeom>
                <a:avLst/>
                <a:gdLst>
                  <a:gd name="connsiteX0" fmla="*/ 3308 w 6343"/>
                  <a:gd name="connsiteY0" fmla="*/ 6560 h 6345"/>
                  <a:gd name="connsiteX1" fmla="*/ 5551 w 6343"/>
                  <a:gd name="connsiteY1" fmla="*/ 5630 h 6345"/>
                  <a:gd name="connsiteX2" fmla="*/ 6480 w 6343"/>
                  <a:gd name="connsiteY2" fmla="*/ 3387 h 6345"/>
                  <a:gd name="connsiteX3" fmla="*/ 5551 w 6343"/>
                  <a:gd name="connsiteY3" fmla="*/ 1144 h 6345"/>
                  <a:gd name="connsiteX4" fmla="*/ 3308 w 6343"/>
                  <a:gd name="connsiteY4" fmla="*/ 214 h 6345"/>
                  <a:gd name="connsiteX5" fmla="*/ 1066 w 6343"/>
                  <a:gd name="connsiteY5" fmla="*/ 1144 h 6345"/>
                  <a:gd name="connsiteX6" fmla="*/ 137 w 6343"/>
                  <a:gd name="connsiteY6" fmla="*/ 3387 h 6345"/>
                  <a:gd name="connsiteX7" fmla="*/ 1066 w 6343"/>
                  <a:gd name="connsiteY7" fmla="*/ 5630 h 6345"/>
                  <a:gd name="connsiteX8" fmla="*/ 3308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560"/>
                    </a:moveTo>
                    <a:cubicBezTo>
                      <a:pt x="4149" y="6560"/>
                      <a:pt x="4956" y="6225"/>
                      <a:pt x="5551" y="5630"/>
                    </a:cubicBezTo>
                    <a:cubicBezTo>
                      <a:pt x="6146" y="5035"/>
                      <a:pt x="6480" y="4228"/>
                      <a:pt x="6480" y="3387"/>
                    </a:cubicBezTo>
                    <a:cubicBezTo>
                      <a:pt x="6480" y="2546"/>
                      <a:pt x="6146" y="1739"/>
                      <a:pt x="5551" y="1144"/>
                    </a:cubicBezTo>
                    <a:cubicBezTo>
                      <a:pt x="4956" y="549"/>
                      <a:pt x="4149" y="214"/>
                      <a:pt x="3308" y="214"/>
                    </a:cubicBezTo>
                    <a:cubicBezTo>
                      <a:pt x="2467" y="214"/>
                      <a:pt x="1660" y="549"/>
                      <a:pt x="1066" y="1144"/>
                    </a:cubicBezTo>
                    <a:cubicBezTo>
                      <a:pt x="471" y="1739"/>
                      <a:pt x="137" y="2546"/>
                      <a:pt x="137" y="3387"/>
                    </a:cubicBezTo>
                    <a:cubicBezTo>
                      <a:pt x="137" y="4228"/>
                      <a:pt x="471" y="5035"/>
                      <a:pt x="1066" y="5630"/>
                    </a:cubicBezTo>
                    <a:cubicBezTo>
                      <a:pt x="1660" y="6225"/>
                      <a:pt x="2467" y="6560"/>
                      <a:pt x="3308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30" name="Freeform: Shape 10029">
                <a:extLst>
                  <a:ext uri="{FF2B5EF4-FFF2-40B4-BE49-F238E27FC236}">
                    <a16:creationId xmlns:a16="http://schemas.microsoft.com/office/drawing/2014/main" id="{2A3D7E5C-55BC-6AB4-5C01-ECC45A8D6E5A}"/>
                  </a:ext>
                </a:extLst>
              </p:cNvPr>
              <p:cNvSpPr/>
              <p:nvPr/>
            </p:nvSpPr>
            <p:spPr>
              <a:xfrm>
                <a:off x="8121534" y="6201609"/>
                <a:ext cx="6343" cy="6345"/>
              </a:xfrm>
              <a:custGeom>
                <a:avLst/>
                <a:gdLst>
                  <a:gd name="connsiteX0" fmla="*/ 3307 w 6343"/>
                  <a:gd name="connsiteY0" fmla="*/ 6560 h 6345"/>
                  <a:gd name="connsiteX1" fmla="*/ 5549 w 6343"/>
                  <a:gd name="connsiteY1" fmla="*/ 5631 h 6345"/>
                  <a:gd name="connsiteX2" fmla="*/ 6478 w 6343"/>
                  <a:gd name="connsiteY2" fmla="*/ 3387 h 6345"/>
                  <a:gd name="connsiteX3" fmla="*/ 5549 w 6343"/>
                  <a:gd name="connsiteY3" fmla="*/ 1144 h 6345"/>
                  <a:gd name="connsiteX4" fmla="*/ 3307 w 6343"/>
                  <a:gd name="connsiteY4" fmla="*/ 214 h 6345"/>
                  <a:gd name="connsiteX5" fmla="*/ 1064 w 6343"/>
                  <a:gd name="connsiteY5" fmla="*/ 1144 h 6345"/>
                  <a:gd name="connsiteX6" fmla="*/ 135 w 6343"/>
                  <a:gd name="connsiteY6" fmla="*/ 3387 h 6345"/>
                  <a:gd name="connsiteX7" fmla="*/ 1064 w 6343"/>
                  <a:gd name="connsiteY7" fmla="*/ 5631 h 6345"/>
                  <a:gd name="connsiteX8" fmla="*/ 3307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7" y="6560"/>
                    </a:moveTo>
                    <a:cubicBezTo>
                      <a:pt x="4148" y="6560"/>
                      <a:pt x="4954" y="6226"/>
                      <a:pt x="5549" y="5631"/>
                    </a:cubicBezTo>
                    <a:cubicBezTo>
                      <a:pt x="6144" y="5036"/>
                      <a:pt x="6478" y="4229"/>
                      <a:pt x="6478" y="3387"/>
                    </a:cubicBezTo>
                    <a:cubicBezTo>
                      <a:pt x="6478" y="2546"/>
                      <a:pt x="6144" y="1739"/>
                      <a:pt x="5549" y="1144"/>
                    </a:cubicBezTo>
                    <a:cubicBezTo>
                      <a:pt x="4954" y="549"/>
                      <a:pt x="4148" y="214"/>
                      <a:pt x="3307" y="214"/>
                    </a:cubicBezTo>
                    <a:cubicBezTo>
                      <a:pt x="2465" y="214"/>
                      <a:pt x="1659" y="549"/>
                      <a:pt x="1064" y="1144"/>
                    </a:cubicBezTo>
                    <a:cubicBezTo>
                      <a:pt x="469" y="1739"/>
                      <a:pt x="135" y="2546"/>
                      <a:pt x="135" y="3387"/>
                    </a:cubicBezTo>
                    <a:cubicBezTo>
                      <a:pt x="135" y="4229"/>
                      <a:pt x="469" y="5036"/>
                      <a:pt x="1064" y="5631"/>
                    </a:cubicBezTo>
                    <a:cubicBezTo>
                      <a:pt x="1659" y="6226"/>
                      <a:pt x="2465" y="6560"/>
                      <a:pt x="3307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31" name="Freeform: Shape 10030">
                <a:extLst>
                  <a:ext uri="{FF2B5EF4-FFF2-40B4-BE49-F238E27FC236}">
                    <a16:creationId xmlns:a16="http://schemas.microsoft.com/office/drawing/2014/main" id="{5E367AD7-C6AF-F456-B41E-023647B56C5A}"/>
                  </a:ext>
                </a:extLst>
              </p:cNvPr>
              <p:cNvSpPr/>
              <p:nvPr/>
            </p:nvSpPr>
            <p:spPr>
              <a:xfrm>
                <a:off x="8110008" y="6197524"/>
                <a:ext cx="6343" cy="6345"/>
              </a:xfrm>
              <a:custGeom>
                <a:avLst/>
                <a:gdLst>
                  <a:gd name="connsiteX0" fmla="*/ 3306 w 6343"/>
                  <a:gd name="connsiteY0" fmla="*/ 6560 h 6345"/>
                  <a:gd name="connsiteX1" fmla="*/ 5548 w 6343"/>
                  <a:gd name="connsiteY1" fmla="*/ 5630 h 6345"/>
                  <a:gd name="connsiteX2" fmla="*/ 6477 w 6343"/>
                  <a:gd name="connsiteY2" fmla="*/ 3387 h 6345"/>
                  <a:gd name="connsiteX3" fmla="*/ 5548 w 6343"/>
                  <a:gd name="connsiteY3" fmla="*/ 1143 h 6345"/>
                  <a:gd name="connsiteX4" fmla="*/ 3306 w 6343"/>
                  <a:gd name="connsiteY4" fmla="*/ 214 h 6345"/>
                  <a:gd name="connsiteX5" fmla="*/ 1063 w 6343"/>
                  <a:gd name="connsiteY5" fmla="*/ 1143 h 6345"/>
                  <a:gd name="connsiteX6" fmla="*/ 134 w 6343"/>
                  <a:gd name="connsiteY6" fmla="*/ 3387 h 6345"/>
                  <a:gd name="connsiteX7" fmla="*/ 1063 w 6343"/>
                  <a:gd name="connsiteY7" fmla="*/ 5630 h 6345"/>
                  <a:gd name="connsiteX8" fmla="*/ 3306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6" y="6560"/>
                    </a:moveTo>
                    <a:cubicBezTo>
                      <a:pt x="4147" y="6560"/>
                      <a:pt x="4954" y="6225"/>
                      <a:pt x="5548" y="5630"/>
                    </a:cubicBezTo>
                    <a:cubicBezTo>
                      <a:pt x="6143" y="5035"/>
                      <a:pt x="6477" y="4228"/>
                      <a:pt x="6477" y="3387"/>
                    </a:cubicBezTo>
                    <a:cubicBezTo>
                      <a:pt x="6477" y="2545"/>
                      <a:pt x="6143" y="1738"/>
                      <a:pt x="5548" y="1143"/>
                    </a:cubicBezTo>
                    <a:cubicBezTo>
                      <a:pt x="4954" y="548"/>
                      <a:pt x="4147" y="214"/>
                      <a:pt x="3306" y="214"/>
                    </a:cubicBezTo>
                    <a:cubicBezTo>
                      <a:pt x="2465" y="214"/>
                      <a:pt x="1658" y="548"/>
                      <a:pt x="1063" y="1143"/>
                    </a:cubicBezTo>
                    <a:cubicBezTo>
                      <a:pt x="468" y="1738"/>
                      <a:pt x="134" y="2545"/>
                      <a:pt x="134" y="3387"/>
                    </a:cubicBezTo>
                    <a:cubicBezTo>
                      <a:pt x="134" y="4228"/>
                      <a:pt x="468" y="5035"/>
                      <a:pt x="1063" y="5630"/>
                    </a:cubicBezTo>
                    <a:cubicBezTo>
                      <a:pt x="1658" y="6225"/>
                      <a:pt x="2465" y="6560"/>
                      <a:pt x="3306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32" name="Freeform: Shape 10031">
                <a:extLst>
                  <a:ext uri="{FF2B5EF4-FFF2-40B4-BE49-F238E27FC236}">
                    <a16:creationId xmlns:a16="http://schemas.microsoft.com/office/drawing/2014/main" id="{A7A97767-F932-2D4E-730D-B881F249A901}"/>
                  </a:ext>
                </a:extLst>
              </p:cNvPr>
              <p:cNvSpPr/>
              <p:nvPr/>
            </p:nvSpPr>
            <p:spPr>
              <a:xfrm>
                <a:off x="7839210" y="6324330"/>
                <a:ext cx="6343" cy="6345"/>
              </a:xfrm>
              <a:custGeom>
                <a:avLst/>
                <a:gdLst>
                  <a:gd name="connsiteX0" fmla="*/ 3284 w 6343"/>
                  <a:gd name="connsiteY0" fmla="*/ 6570 h 6345"/>
                  <a:gd name="connsiteX1" fmla="*/ 5527 w 6343"/>
                  <a:gd name="connsiteY1" fmla="*/ 5640 h 6345"/>
                  <a:gd name="connsiteX2" fmla="*/ 6456 w 6343"/>
                  <a:gd name="connsiteY2" fmla="*/ 3397 h 6345"/>
                  <a:gd name="connsiteX3" fmla="*/ 5527 w 6343"/>
                  <a:gd name="connsiteY3" fmla="*/ 1153 h 6345"/>
                  <a:gd name="connsiteX4" fmla="*/ 3284 w 6343"/>
                  <a:gd name="connsiteY4" fmla="*/ 224 h 6345"/>
                  <a:gd name="connsiteX5" fmla="*/ 1042 w 6343"/>
                  <a:gd name="connsiteY5" fmla="*/ 1153 h 6345"/>
                  <a:gd name="connsiteX6" fmla="*/ 113 w 6343"/>
                  <a:gd name="connsiteY6" fmla="*/ 3397 h 6345"/>
                  <a:gd name="connsiteX7" fmla="*/ 1042 w 6343"/>
                  <a:gd name="connsiteY7" fmla="*/ 5640 h 6345"/>
                  <a:gd name="connsiteX8" fmla="*/ 328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84" y="6570"/>
                    </a:moveTo>
                    <a:cubicBezTo>
                      <a:pt x="4125" y="6570"/>
                      <a:pt x="4932" y="6235"/>
                      <a:pt x="5527" y="5640"/>
                    </a:cubicBezTo>
                    <a:cubicBezTo>
                      <a:pt x="6122" y="5045"/>
                      <a:pt x="6456" y="4238"/>
                      <a:pt x="6456" y="3397"/>
                    </a:cubicBezTo>
                    <a:cubicBezTo>
                      <a:pt x="6456" y="2555"/>
                      <a:pt x="6122" y="1748"/>
                      <a:pt x="5527" y="1153"/>
                    </a:cubicBezTo>
                    <a:cubicBezTo>
                      <a:pt x="4932" y="558"/>
                      <a:pt x="4125" y="224"/>
                      <a:pt x="3284" y="224"/>
                    </a:cubicBezTo>
                    <a:cubicBezTo>
                      <a:pt x="2443" y="224"/>
                      <a:pt x="1636" y="558"/>
                      <a:pt x="1042" y="1153"/>
                    </a:cubicBezTo>
                    <a:cubicBezTo>
                      <a:pt x="447" y="1748"/>
                      <a:pt x="113" y="2555"/>
                      <a:pt x="113" y="3397"/>
                    </a:cubicBezTo>
                    <a:cubicBezTo>
                      <a:pt x="113" y="4238"/>
                      <a:pt x="447" y="5045"/>
                      <a:pt x="1042" y="5640"/>
                    </a:cubicBezTo>
                    <a:cubicBezTo>
                      <a:pt x="1636" y="6235"/>
                      <a:pt x="2443" y="6570"/>
                      <a:pt x="328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33" name="Freeform: Shape 10032">
                <a:extLst>
                  <a:ext uri="{FF2B5EF4-FFF2-40B4-BE49-F238E27FC236}">
                    <a16:creationId xmlns:a16="http://schemas.microsoft.com/office/drawing/2014/main" id="{557C2C1A-4961-5A8E-172A-C9A00E5470F7}"/>
                  </a:ext>
                </a:extLst>
              </p:cNvPr>
              <p:cNvSpPr/>
              <p:nvPr/>
            </p:nvSpPr>
            <p:spPr>
              <a:xfrm>
                <a:off x="8204888" y="6068313"/>
                <a:ext cx="6343" cy="6345"/>
              </a:xfrm>
              <a:custGeom>
                <a:avLst/>
                <a:gdLst>
                  <a:gd name="connsiteX0" fmla="*/ 3313 w 6343"/>
                  <a:gd name="connsiteY0" fmla="*/ 6549 h 6345"/>
                  <a:gd name="connsiteX1" fmla="*/ 5556 w 6343"/>
                  <a:gd name="connsiteY1" fmla="*/ 5620 h 6345"/>
                  <a:gd name="connsiteX2" fmla="*/ 6485 w 6343"/>
                  <a:gd name="connsiteY2" fmla="*/ 3377 h 6345"/>
                  <a:gd name="connsiteX3" fmla="*/ 5556 w 6343"/>
                  <a:gd name="connsiteY3" fmla="*/ 1133 h 6345"/>
                  <a:gd name="connsiteX4" fmla="*/ 3313 w 6343"/>
                  <a:gd name="connsiteY4" fmla="*/ 204 h 6345"/>
                  <a:gd name="connsiteX5" fmla="*/ 1070 w 6343"/>
                  <a:gd name="connsiteY5" fmla="*/ 1133 h 6345"/>
                  <a:gd name="connsiteX6" fmla="*/ 142 w 6343"/>
                  <a:gd name="connsiteY6" fmla="*/ 3377 h 6345"/>
                  <a:gd name="connsiteX7" fmla="*/ 1070 w 6343"/>
                  <a:gd name="connsiteY7" fmla="*/ 5620 h 6345"/>
                  <a:gd name="connsiteX8" fmla="*/ 3313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49"/>
                    </a:moveTo>
                    <a:cubicBezTo>
                      <a:pt x="4154" y="6549"/>
                      <a:pt x="4961" y="6215"/>
                      <a:pt x="5556" y="5620"/>
                    </a:cubicBezTo>
                    <a:cubicBezTo>
                      <a:pt x="6150" y="5025"/>
                      <a:pt x="6485" y="4218"/>
                      <a:pt x="6485" y="3377"/>
                    </a:cubicBezTo>
                    <a:cubicBezTo>
                      <a:pt x="6485" y="2535"/>
                      <a:pt x="6150" y="1728"/>
                      <a:pt x="5556" y="1133"/>
                    </a:cubicBezTo>
                    <a:cubicBezTo>
                      <a:pt x="4961" y="538"/>
                      <a:pt x="4154" y="204"/>
                      <a:pt x="3313" y="204"/>
                    </a:cubicBezTo>
                    <a:cubicBezTo>
                      <a:pt x="2472" y="204"/>
                      <a:pt x="1665" y="538"/>
                      <a:pt x="1070" y="1133"/>
                    </a:cubicBezTo>
                    <a:cubicBezTo>
                      <a:pt x="476" y="1728"/>
                      <a:pt x="142" y="2535"/>
                      <a:pt x="142" y="3377"/>
                    </a:cubicBezTo>
                    <a:cubicBezTo>
                      <a:pt x="142" y="4218"/>
                      <a:pt x="476" y="5025"/>
                      <a:pt x="1070" y="5620"/>
                    </a:cubicBezTo>
                    <a:cubicBezTo>
                      <a:pt x="1665" y="6215"/>
                      <a:pt x="2472" y="6549"/>
                      <a:pt x="3313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34" name="Freeform: Shape 10033">
                <a:extLst>
                  <a:ext uri="{FF2B5EF4-FFF2-40B4-BE49-F238E27FC236}">
                    <a16:creationId xmlns:a16="http://schemas.microsoft.com/office/drawing/2014/main" id="{D7C70E9C-BED0-5F33-A9FA-0C0C51A1CA78}"/>
                  </a:ext>
                </a:extLst>
              </p:cNvPr>
              <p:cNvSpPr/>
              <p:nvPr/>
            </p:nvSpPr>
            <p:spPr>
              <a:xfrm>
                <a:off x="8200162" y="6060690"/>
                <a:ext cx="6343" cy="6345"/>
              </a:xfrm>
              <a:custGeom>
                <a:avLst/>
                <a:gdLst>
                  <a:gd name="connsiteX0" fmla="*/ 3313 w 6343"/>
                  <a:gd name="connsiteY0" fmla="*/ 6549 h 6345"/>
                  <a:gd name="connsiteX1" fmla="*/ 5555 w 6343"/>
                  <a:gd name="connsiteY1" fmla="*/ 5620 h 6345"/>
                  <a:gd name="connsiteX2" fmla="*/ 6484 w 6343"/>
                  <a:gd name="connsiteY2" fmla="*/ 3376 h 6345"/>
                  <a:gd name="connsiteX3" fmla="*/ 5555 w 6343"/>
                  <a:gd name="connsiteY3" fmla="*/ 1133 h 6345"/>
                  <a:gd name="connsiteX4" fmla="*/ 3313 w 6343"/>
                  <a:gd name="connsiteY4" fmla="*/ 203 h 6345"/>
                  <a:gd name="connsiteX5" fmla="*/ 1070 w 6343"/>
                  <a:gd name="connsiteY5" fmla="*/ 1133 h 6345"/>
                  <a:gd name="connsiteX6" fmla="*/ 141 w 6343"/>
                  <a:gd name="connsiteY6" fmla="*/ 3376 h 6345"/>
                  <a:gd name="connsiteX7" fmla="*/ 1070 w 6343"/>
                  <a:gd name="connsiteY7" fmla="*/ 5620 h 6345"/>
                  <a:gd name="connsiteX8" fmla="*/ 3313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49"/>
                    </a:moveTo>
                    <a:cubicBezTo>
                      <a:pt x="4154" y="6549"/>
                      <a:pt x="4961" y="6215"/>
                      <a:pt x="5555" y="5620"/>
                    </a:cubicBezTo>
                    <a:cubicBezTo>
                      <a:pt x="6150" y="5025"/>
                      <a:pt x="6484" y="4218"/>
                      <a:pt x="6484" y="3376"/>
                    </a:cubicBezTo>
                    <a:cubicBezTo>
                      <a:pt x="6484" y="2535"/>
                      <a:pt x="6150" y="1728"/>
                      <a:pt x="5555" y="1133"/>
                    </a:cubicBezTo>
                    <a:cubicBezTo>
                      <a:pt x="4961" y="538"/>
                      <a:pt x="4154" y="203"/>
                      <a:pt x="3313" y="203"/>
                    </a:cubicBezTo>
                    <a:cubicBezTo>
                      <a:pt x="2472" y="203"/>
                      <a:pt x="1665" y="538"/>
                      <a:pt x="1070" y="1133"/>
                    </a:cubicBezTo>
                    <a:cubicBezTo>
                      <a:pt x="475" y="1728"/>
                      <a:pt x="141" y="2535"/>
                      <a:pt x="141" y="3376"/>
                    </a:cubicBezTo>
                    <a:cubicBezTo>
                      <a:pt x="141" y="4218"/>
                      <a:pt x="475" y="5025"/>
                      <a:pt x="1070" y="5620"/>
                    </a:cubicBezTo>
                    <a:cubicBezTo>
                      <a:pt x="1665" y="6215"/>
                      <a:pt x="2472" y="6549"/>
                      <a:pt x="3313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35" name="Freeform: Shape 10034">
                <a:extLst>
                  <a:ext uri="{FF2B5EF4-FFF2-40B4-BE49-F238E27FC236}">
                    <a16:creationId xmlns:a16="http://schemas.microsoft.com/office/drawing/2014/main" id="{C3077446-D294-8E99-F47F-9136460B0AC6}"/>
                  </a:ext>
                </a:extLst>
              </p:cNvPr>
              <p:cNvSpPr/>
              <p:nvPr/>
            </p:nvSpPr>
            <p:spPr>
              <a:xfrm>
                <a:off x="8668033" y="5759370"/>
                <a:ext cx="6343" cy="6345"/>
              </a:xfrm>
              <a:custGeom>
                <a:avLst/>
                <a:gdLst>
                  <a:gd name="connsiteX0" fmla="*/ 3350 w 6343"/>
                  <a:gd name="connsiteY0" fmla="*/ 6525 h 6345"/>
                  <a:gd name="connsiteX1" fmla="*/ 5592 w 6343"/>
                  <a:gd name="connsiteY1" fmla="*/ 5596 h 6345"/>
                  <a:gd name="connsiteX2" fmla="*/ 6521 w 6343"/>
                  <a:gd name="connsiteY2" fmla="*/ 3352 h 6345"/>
                  <a:gd name="connsiteX3" fmla="*/ 5592 w 6343"/>
                  <a:gd name="connsiteY3" fmla="*/ 1109 h 6345"/>
                  <a:gd name="connsiteX4" fmla="*/ 3350 w 6343"/>
                  <a:gd name="connsiteY4" fmla="*/ 180 h 6345"/>
                  <a:gd name="connsiteX5" fmla="*/ 1107 w 6343"/>
                  <a:gd name="connsiteY5" fmla="*/ 1109 h 6345"/>
                  <a:gd name="connsiteX6" fmla="*/ 178 w 6343"/>
                  <a:gd name="connsiteY6" fmla="*/ 3352 h 6345"/>
                  <a:gd name="connsiteX7" fmla="*/ 1107 w 6343"/>
                  <a:gd name="connsiteY7" fmla="*/ 5596 h 6345"/>
                  <a:gd name="connsiteX8" fmla="*/ 335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25"/>
                    </a:moveTo>
                    <a:cubicBezTo>
                      <a:pt x="4191" y="6525"/>
                      <a:pt x="4998" y="6191"/>
                      <a:pt x="5592" y="5596"/>
                    </a:cubicBezTo>
                    <a:cubicBezTo>
                      <a:pt x="6187" y="5001"/>
                      <a:pt x="6521" y="4194"/>
                      <a:pt x="6521" y="3352"/>
                    </a:cubicBezTo>
                    <a:cubicBezTo>
                      <a:pt x="6521" y="2511"/>
                      <a:pt x="6187" y="1704"/>
                      <a:pt x="5592" y="1109"/>
                    </a:cubicBezTo>
                    <a:cubicBezTo>
                      <a:pt x="4998" y="514"/>
                      <a:pt x="4191" y="180"/>
                      <a:pt x="3350" y="180"/>
                    </a:cubicBezTo>
                    <a:cubicBezTo>
                      <a:pt x="2509" y="180"/>
                      <a:pt x="1702" y="514"/>
                      <a:pt x="1107" y="1109"/>
                    </a:cubicBezTo>
                    <a:cubicBezTo>
                      <a:pt x="512" y="1704"/>
                      <a:pt x="178" y="2511"/>
                      <a:pt x="178" y="3352"/>
                    </a:cubicBezTo>
                    <a:cubicBezTo>
                      <a:pt x="178" y="4194"/>
                      <a:pt x="512" y="5001"/>
                      <a:pt x="1107" y="5596"/>
                    </a:cubicBezTo>
                    <a:cubicBezTo>
                      <a:pt x="1702" y="6191"/>
                      <a:pt x="2509" y="6525"/>
                      <a:pt x="335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36" name="Freeform: Shape 10035">
                <a:extLst>
                  <a:ext uri="{FF2B5EF4-FFF2-40B4-BE49-F238E27FC236}">
                    <a16:creationId xmlns:a16="http://schemas.microsoft.com/office/drawing/2014/main" id="{A750C9E6-D672-F64C-B7ED-C0F46FA89472}"/>
                  </a:ext>
                </a:extLst>
              </p:cNvPr>
              <p:cNvSpPr/>
              <p:nvPr/>
            </p:nvSpPr>
            <p:spPr>
              <a:xfrm>
                <a:off x="8665735" y="5754276"/>
                <a:ext cx="6343" cy="6345"/>
              </a:xfrm>
              <a:custGeom>
                <a:avLst/>
                <a:gdLst>
                  <a:gd name="connsiteX0" fmla="*/ 3349 w 6343"/>
                  <a:gd name="connsiteY0" fmla="*/ 6525 h 6345"/>
                  <a:gd name="connsiteX1" fmla="*/ 5592 w 6343"/>
                  <a:gd name="connsiteY1" fmla="*/ 5595 h 6345"/>
                  <a:gd name="connsiteX2" fmla="*/ 6521 w 6343"/>
                  <a:gd name="connsiteY2" fmla="*/ 3352 h 6345"/>
                  <a:gd name="connsiteX3" fmla="*/ 5592 w 6343"/>
                  <a:gd name="connsiteY3" fmla="*/ 1109 h 6345"/>
                  <a:gd name="connsiteX4" fmla="*/ 3349 w 6343"/>
                  <a:gd name="connsiteY4" fmla="*/ 179 h 6345"/>
                  <a:gd name="connsiteX5" fmla="*/ 1107 w 6343"/>
                  <a:gd name="connsiteY5" fmla="*/ 1109 h 6345"/>
                  <a:gd name="connsiteX6" fmla="*/ 178 w 6343"/>
                  <a:gd name="connsiteY6" fmla="*/ 3352 h 6345"/>
                  <a:gd name="connsiteX7" fmla="*/ 1107 w 6343"/>
                  <a:gd name="connsiteY7" fmla="*/ 5595 h 6345"/>
                  <a:gd name="connsiteX8" fmla="*/ 3349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25"/>
                    </a:moveTo>
                    <a:cubicBezTo>
                      <a:pt x="4191" y="6525"/>
                      <a:pt x="4997" y="6190"/>
                      <a:pt x="5592" y="5595"/>
                    </a:cubicBezTo>
                    <a:cubicBezTo>
                      <a:pt x="6187" y="5000"/>
                      <a:pt x="6521" y="4193"/>
                      <a:pt x="6521" y="3352"/>
                    </a:cubicBezTo>
                    <a:cubicBezTo>
                      <a:pt x="6521" y="2511"/>
                      <a:pt x="6187" y="1703"/>
                      <a:pt x="5592" y="1109"/>
                    </a:cubicBezTo>
                    <a:cubicBezTo>
                      <a:pt x="4997" y="514"/>
                      <a:pt x="4191" y="179"/>
                      <a:pt x="3349" y="179"/>
                    </a:cubicBezTo>
                    <a:cubicBezTo>
                      <a:pt x="2508" y="179"/>
                      <a:pt x="1702" y="514"/>
                      <a:pt x="1107" y="1109"/>
                    </a:cubicBezTo>
                    <a:cubicBezTo>
                      <a:pt x="512" y="1703"/>
                      <a:pt x="178" y="2511"/>
                      <a:pt x="178" y="3352"/>
                    </a:cubicBezTo>
                    <a:cubicBezTo>
                      <a:pt x="178" y="4193"/>
                      <a:pt x="512" y="5000"/>
                      <a:pt x="1107" y="5595"/>
                    </a:cubicBezTo>
                    <a:cubicBezTo>
                      <a:pt x="1702" y="6190"/>
                      <a:pt x="2508" y="6525"/>
                      <a:pt x="3349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37" name="Freeform: Shape 10036">
                <a:extLst>
                  <a:ext uri="{FF2B5EF4-FFF2-40B4-BE49-F238E27FC236}">
                    <a16:creationId xmlns:a16="http://schemas.microsoft.com/office/drawing/2014/main" id="{D8961E25-9E03-56BA-B894-85D2BC3A8194}"/>
                  </a:ext>
                </a:extLst>
              </p:cNvPr>
              <p:cNvSpPr/>
              <p:nvPr/>
            </p:nvSpPr>
            <p:spPr>
              <a:xfrm>
                <a:off x="7731931" y="6182456"/>
                <a:ext cx="6343" cy="6345"/>
              </a:xfrm>
              <a:custGeom>
                <a:avLst/>
                <a:gdLst>
                  <a:gd name="connsiteX0" fmla="*/ 3276 w 6343"/>
                  <a:gd name="connsiteY0" fmla="*/ 6558 h 6345"/>
                  <a:gd name="connsiteX1" fmla="*/ 5518 w 6343"/>
                  <a:gd name="connsiteY1" fmla="*/ 5629 h 6345"/>
                  <a:gd name="connsiteX2" fmla="*/ 6447 w 6343"/>
                  <a:gd name="connsiteY2" fmla="*/ 3386 h 6345"/>
                  <a:gd name="connsiteX3" fmla="*/ 5518 w 6343"/>
                  <a:gd name="connsiteY3" fmla="*/ 1142 h 6345"/>
                  <a:gd name="connsiteX4" fmla="*/ 3276 w 6343"/>
                  <a:gd name="connsiteY4" fmla="*/ 213 h 6345"/>
                  <a:gd name="connsiteX5" fmla="*/ 1033 w 6343"/>
                  <a:gd name="connsiteY5" fmla="*/ 1142 h 6345"/>
                  <a:gd name="connsiteX6" fmla="*/ 104 w 6343"/>
                  <a:gd name="connsiteY6" fmla="*/ 3386 h 6345"/>
                  <a:gd name="connsiteX7" fmla="*/ 1033 w 6343"/>
                  <a:gd name="connsiteY7" fmla="*/ 5629 h 6345"/>
                  <a:gd name="connsiteX8" fmla="*/ 3276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76" y="6558"/>
                    </a:moveTo>
                    <a:cubicBezTo>
                      <a:pt x="4117" y="6558"/>
                      <a:pt x="4924" y="6224"/>
                      <a:pt x="5518" y="5629"/>
                    </a:cubicBezTo>
                    <a:cubicBezTo>
                      <a:pt x="6113" y="5034"/>
                      <a:pt x="6447" y="4227"/>
                      <a:pt x="6447" y="3386"/>
                    </a:cubicBezTo>
                    <a:cubicBezTo>
                      <a:pt x="6447" y="2544"/>
                      <a:pt x="6113" y="1737"/>
                      <a:pt x="5518" y="1142"/>
                    </a:cubicBezTo>
                    <a:cubicBezTo>
                      <a:pt x="4924" y="547"/>
                      <a:pt x="4117" y="213"/>
                      <a:pt x="3276" y="213"/>
                    </a:cubicBezTo>
                    <a:cubicBezTo>
                      <a:pt x="2435" y="213"/>
                      <a:pt x="1628" y="547"/>
                      <a:pt x="1033" y="1142"/>
                    </a:cubicBezTo>
                    <a:cubicBezTo>
                      <a:pt x="438" y="1737"/>
                      <a:pt x="104" y="2544"/>
                      <a:pt x="104" y="3386"/>
                    </a:cubicBezTo>
                    <a:cubicBezTo>
                      <a:pt x="104" y="4227"/>
                      <a:pt x="438" y="5034"/>
                      <a:pt x="1033" y="5629"/>
                    </a:cubicBezTo>
                    <a:cubicBezTo>
                      <a:pt x="1628" y="6224"/>
                      <a:pt x="2435" y="6558"/>
                      <a:pt x="3276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38" name="Freeform: Shape 10037">
                <a:extLst>
                  <a:ext uri="{FF2B5EF4-FFF2-40B4-BE49-F238E27FC236}">
                    <a16:creationId xmlns:a16="http://schemas.microsoft.com/office/drawing/2014/main" id="{B0429637-EEEB-C9BB-C523-A14A24C8B1B4}"/>
                  </a:ext>
                </a:extLst>
              </p:cNvPr>
              <p:cNvSpPr/>
              <p:nvPr/>
            </p:nvSpPr>
            <p:spPr>
              <a:xfrm>
                <a:off x="7726569" y="6171899"/>
                <a:ext cx="6343" cy="6345"/>
              </a:xfrm>
              <a:custGeom>
                <a:avLst/>
                <a:gdLst>
                  <a:gd name="connsiteX0" fmla="*/ 3275 w 6343"/>
                  <a:gd name="connsiteY0" fmla="*/ 6558 h 6345"/>
                  <a:gd name="connsiteX1" fmla="*/ 5518 w 6343"/>
                  <a:gd name="connsiteY1" fmla="*/ 5628 h 6345"/>
                  <a:gd name="connsiteX2" fmla="*/ 6447 w 6343"/>
                  <a:gd name="connsiteY2" fmla="*/ 3385 h 6345"/>
                  <a:gd name="connsiteX3" fmla="*/ 5518 w 6343"/>
                  <a:gd name="connsiteY3" fmla="*/ 1141 h 6345"/>
                  <a:gd name="connsiteX4" fmla="*/ 3275 w 6343"/>
                  <a:gd name="connsiteY4" fmla="*/ 212 h 6345"/>
                  <a:gd name="connsiteX5" fmla="*/ 1033 w 6343"/>
                  <a:gd name="connsiteY5" fmla="*/ 1141 h 6345"/>
                  <a:gd name="connsiteX6" fmla="*/ 104 w 6343"/>
                  <a:gd name="connsiteY6" fmla="*/ 3385 h 6345"/>
                  <a:gd name="connsiteX7" fmla="*/ 1033 w 6343"/>
                  <a:gd name="connsiteY7" fmla="*/ 5628 h 6345"/>
                  <a:gd name="connsiteX8" fmla="*/ 327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75" y="6558"/>
                    </a:moveTo>
                    <a:cubicBezTo>
                      <a:pt x="4117" y="6558"/>
                      <a:pt x="4923" y="6223"/>
                      <a:pt x="5518" y="5628"/>
                    </a:cubicBezTo>
                    <a:cubicBezTo>
                      <a:pt x="6113" y="5033"/>
                      <a:pt x="6447" y="4226"/>
                      <a:pt x="6447" y="3385"/>
                    </a:cubicBezTo>
                    <a:cubicBezTo>
                      <a:pt x="6447" y="2543"/>
                      <a:pt x="6113" y="1736"/>
                      <a:pt x="5518" y="1141"/>
                    </a:cubicBezTo>
                    <a:cubicBezTo>
                      <a:pt x="4923" y="546"/>
                      <a:pt x="4117" y="212"/>
                      <a:pt x="3275" y="212"/>
                    </a:cubicBezTo>
                    <a:cubicBezTo>
                      <a:pt x="2434" y="212"/>
                      <a:pt x="1628" y="546"/>
                      <a:pt x="1033" y="1141"/>
                    </a:cubicBezTo>
                    <a:cubicBezTo>
                      <a:pt x="438" y="1736"/>
                      <a:pt x="104" y="2543"/>
                      <a:pt x="104" y="3385"/>
                    </a:cubicBezTo>
                    <a:cubicBezTo>
                      <a:pt x="104" y="4226"/>
                      <a:pt x="438" y="5033"/>
                      <a:pt x="1033" y="5628"/>
                    </a:cubicBezTo>
                    <a:cubicBezTo>
                      <a:pt x="1628" y="6223"/>
                      <a:pt x="2434" y="6558"/>
                      <a:pt x="327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39" name="Freeform: Shape 10038">
                <a:extLst>
                  <a:ext uri="{FF2B5EF4-FFF2-40B4-BE49-F238E27FC236}">
                    <a16:creationId xmlns:a16="http://schemas.microsoft.com/office/drawing/2014/main" id="{E2110656-B5FE-F633-03AB-7D8EF897764A}"/>
                  </a:ext>
                </a:extLst>
              </p:cNvPr>
              <p:cNvSpPr/>
              <p:nvPr/>
            </p:nvSpPr>
            <p:spPr>
              <a:xfrm>
                <a:off x="7685575" y="6125812"/>
                <a:ext cx="6343" cy="6345"/>
              </a:xfrm>
              <a:custGeom>
                <a:avLst/>
                <a:gdLst>
                  <a:gd name="connsiteX0" fmla="*/ 3272 w 6343"/>
                  <a:gd name="connsiteY0" fmla="*/ 6554 h 6345"/>
                  <a:gd name="connsiteX1" fmla="*/ 5515 w 6343"/>
                  <a:gd name="connsiteY1" fmla="*/ 5625 h 6345"/>
                  <a:gd name="connsiteX2" fmla="*/ 6444 w 6343"/>
                  <a:gd name="connsiteY2" fmla="*/ 3381 h 6345"/>
                  <a:gd name="connsiteX3" fmla="*/ 5515 w 6343"/>
                  <a:gd name="connsiteY3" fmla="*/ 1138 h 6345"/>
                  <a:gd name="connsiteX4" fmla="*/ 3272 w 6343"/>
                  <a:gd name="connsiteY4" fmla="*/ 209 h 6345"/>
                  <a:gd name="connsiteX5" fmla="*/ 1030 w 6343"/>
                  <a:gd name="connsiteY5" fmla="*/ 1138 h 6345"/>
                  <a:gd name="connsiteX6" fmla="*/ 101 w 6343"/>
                  <a:gd name="connsiteY6" fmla="*/ 3381 h 6345"/>
                  <a:gd name="connsiteX7" fmla="*/ 1030 w 6343"/>
                  <a:gd name="connsiteY7" fmla="*/ 5625 h 6345"/>
                  <a:gd name="connsiteX8" fmla="*/ 3272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72" y="6554"/>
                    </a:moveTo>
                    <a:cubicBezTo>
                      <a:pt x="4113" y="6554"/>
                      <a:pt x="4920" y="6220"/>
                      <a:pt x="5515" y="5625"/>
                    </a:cubicBezTo>
                    <a:cubicBezTo>
                      <a:pt x="6110" y="5030"/>
                      <a:pt x="6444" y="4223"/>
                      <a:pt x="6444" y="3381"/>
                    </a:cubicBezTo>
                    <a:cubicBezTo>
                      <a:pt x="6444" y="2540"/>
                      <a:pt x="6110" y="1733"/>
                      <a:pt x="5515" y="1138"/>
                    </a:cubicBezTo>
                    <a:cubicBezTo>
                      <a:pt x="4920" y="543"/>
                      <a:pt x="4113" y="209"/>
                      <a:pt x="3272" y="209"/>
                    </a:cubicBezTo>
                    <a:cubicBezTo>
                      <a:pt x="2431" y="209"/>
                      <a:pt x="1624" y="543"/>
                      <a:pt x="1030" y="1138"/>
                    </a:cubicBezTo>
                    <a:cubicBezTo>
                      <a:pt x="435" y="1733"/>
                      <a:pt x="101" y="2540"/>
                      <a:pt x="101" y="3381"/>
                    </a:cubicBezTo>
                    <a:cubicBezTo>
                      <a:pt x="101" y="4223"/>
                      <a:pt x="435" y="5030"/>
                      <a:pt x="1030" y="5625"/>
                    </a:cubicBezTo>
                    <a:cubicBezTo>
                      <a:pt x="1624" y="6220"/>
                      <a:pt x="2431" y="6554"/>
                      <a:pt x="3272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40" name="Freeform: Shape 10039">
                <a:extLst>
                  <a:ext uri="{FF2B5EF4-FFF2-40B4-BE49-F238E27FC236}">
                    <a16:creationId xmlns:a16="http://schemas.microsoft.com/office/drawing/2014/main" id="{3A08D9E9-1C64-A8A8-7F9B-B2A53708F213}"/>
                  </a:ext>
                </a:extLst>
              </p:cNvPr>
              <p:cNvSpPr/>
              <p:nvPr/>
            </p:nvSpPr>
            <p:spPr>
              <a:xfrm>
                <a:off x="8334101" y="5761886"/>
                <a:ext cx="6343" cy="6345"/>
              </a:xfrm>
              <a:custGeom>
                <a:avLst/>
                <a:gdLst>
                  <a:gd name="connsiteX0" fmla="*/ 3323 w 6343"/>
                  <a:gd name="connsiteY0" fmla="*/ 6525 h 6345"/>
                  <a:gd name="connsiteX1" fmla="*/ 5566 w 6343"/>
                  <a:gd name="connsiteY1" fmla="*/ 5596 h 6345"/>
                  <a:gd name="connsiteX2" fmla="*/ 6495 w 6343"/>
                  <a:gd name="connsiteY2" fmla="*/ 3353 h 6345"/>
                  <a:gd name="connsiteX3" fmla="*/ 5566 w 6343"/>
                  <a:gd name="connsiteY3" fmla="*/ 1109 h 6345"/>
                  <a:gd name="connsiteX4" fmla="*/ 3323 w 6343"/>
                  <a:gd name="connsiteY4" fmla="*/ 180 h 6345"/>
                  <a:gd name="connsiteX5" fmla="*/ 1081 w 6343"/>
                  <a:gd name="connsiteY5" fmla="*/ 1109 h 6345"/>
                  <a:gd name="connsiteX6" fmla="*/ 152 w 6343"/>
                  <a:gd name="connsiteY6" fmla="*/ 3353 h 6345"/>
                  <a:gd name="connsiteX7" fmla="*/ 1081 w 6343"/>
                  <a:gd name="connsiteY7" fmla="*/ 5596 h 6345"/>
                  <a:gd name="connsiteX8" fmla="*/ 332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525"/>
                    </a:moveTo>
                    <a:cubicBezTo>
                      <a:pt x="4164" y="6525"/>
                      <a:pt x="4971" y="6191"/>
                      <a:pt x="5566" y="5596"/>
                    </a:cubicBezTo>
                    <a:cubicBezTo>
                      <a:pt x="6161" y="5001"/>
                      <a:pt x="6495" y="4194"/>
                      <a:pt x="6495" y="3353"/>
                    </a:cubicBezTo>
                    <a:cubicBezTo>
                      <a:pt x="6495" y="2511"/>
                      <a:pt x="6161" y="1704"/>
                      <a:pt x="5566" y="1109"/>
                    </a:cubicBezTo>
                    <a:cubicBezTo>
                      <a:pt x="4971" y="514"/>
                      <a:pt x="4164" y="180"/>
                      <a:pt x="3323" y="180"/>
                    </a:cubicBezTo>
                    <a:cubicBezTo>
                      <a:pt x="2482" y="180"/>
                      <a:pt x="1675" y="514"/>
                      <a:pt x="1081" y="1109"/>
                    </a:cubicBezTo>
                    <a:cubicBezTo>
                      <a:pt x="486" y="1704"/>
                      <a:pt x="152" y="2511"/>
                      <a:pt x="152" y="3353"/>
                    </a:cubicBezTo>
                    <a:cubicBezTo>
                      <a:pt x="152" y="4194"/>
                      <a:pt x="486" y="5001"/>
                      <a:pt x="1081" y="5596"/>
                    </a:cubicBezTo>
                    <a:cubicBezTo>
                      <a:pt x="1675" y="6191"/>
                      <a:pt x="2482" y="6525"/>
                      <a:pt x="332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41" name="Freeform: Shape 10040">
                <a:extLst>
                  <a:ext uri="{FF2B5EF4-FFF2-40B4-BE49-F238E27FC236}">
                    <a16:creationId xmlns:a16="http://schemas.microsoft.com/office/drawing/2014/main" id="{F000711D-F1E2-E6E9-B396-5B9D14052471}"/>
                  </a:ext>
                </a:extLst>
              </p:cNvPr>
              <p:cNvSpPr/>
              <p:nvPr/>
            </p:nvSpPr>
            <p:spPr>
              <a:xfrm>
                <a:off x="8331832" y="5754822"/>
                <a:ext cx="6343" cy="6345"/>
              </a:xfrm>
              <a:custGeom>
                <a:avLst/>
                <a:gdLst>
                  <a:gd name="connsiteX0" fmla="*/ 3323 w 6343"/>
                  <a:gd name="connsiteY0" fmla="*/ 6525 h 6345"/>
                  <a:gd name="connsiteX1" fmla="*/ 5566 w 6343"/>
                  <a:gd name="connsiteY1" fmla="*/ 5595 h 6345"/>
                  <a:gd name="connsiteX2" fmla="*/ 6495 w 6343"/>
                  <a:gd name="connsiteY2" fmla="*/ 3352 h 6345"/>
                  <a:gd name="connsiteX3" fmla="*/ 5566 w 6343"/>
                  <a:gd name="connsiteY3" fmla="*/ 1109 h 6345"/>
                  <a:gd name="connsiteX4" fmla="*/ 3323 w 6343"/>
                  <a:gd name="connsiteY4" fmla="*/ 179 h 6345"/>
                  <a:gd name="connsiteX5" fmla="*/ 1080 w 6343"/>
                  <a:gd name="connsiteY5" fmla="*/ 1109 h 6345"/>
                  <a:gd name="connsiteX6" fmla="*/ 152 w 6343"/>
                  <a:gd name="connsiteY6" fmla="*/ 3352 h 6345"/>
                  <a:gd name="connsiteX7" fmla="*/ 1080 w 6343"/>
                  <a:gd name="connsiteY7" fmla="*/ 5595 h 6345"/>
                  <a:gd name="connsiteX8" fmla="*/ 332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525"/>
                    </a:moveTo>
                    <a:cubicBezTo>
                      <a:pt x="4164" y="6525"/>
                      <a:pt x="4971" y="6190"/>
                      <a:pt x="5566" y="5595"/>
                    </a:cubicBezTo>
                    <a:cubicBezTo>
                      <a:pt x="6160" y="5000"/>
                      <a:pt x="6495" y="4193"/>
                      <a:pt x="6495" y="3352"/>
                    </a:cubicBezTo>
                    <a:cubicBezTo>
                      <a:pt x="6495" y="2511"/>
                      <a:pt x="6160" y="1704"/>
                      <a:pt x="5566" y="1109"/>
                    </a:cubicBezTo>
                    <a:cubicBezTo>
                      <a:pt x="4971" y="514"/>
                      <a:pt x="4164" y="179"/>
                      <a:pt x="3323" y="179"/>
                    </a:cubicBezTo>
                    <a:cubicBezTo>
                      <a:pt x="2482" y="179"/>
                      <a:pt x="1675" y="514"/>
                      <a:pt x="1080" y="1109"/>
                    </a:cubicBezTo>
                    <a:cubicBezTo>
                      <a:pt x="486" y="1704"/>
                      <a:pt x="152" y="2511"/>
                      <a:pt x="152" y="3352"/>
                    </a:cubicBezTo>
                    <a:cubicBezTo>
                      <a:pt x="152" y="4193"/>
                      <a:pt x="486" y="5000"/>
                      <a:pt x="1080" y="5595"/>
                    </a:cubicBezTo>
                    <a:cubicBezTo>
                      <a:pt x="1675" y="6190"/>
                      <a:pt x="2482" y="6525"/>
                      <a:pt x="332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42" name="Freeform: Shape 10041">
                <a:extLst>
                  <a:ext uri="{FF2B5EF4-FFF2-40B4-BE49-F238E27FC236}">
                    <a16:creationId xmlns:a16="http://schemas.microsoft.com/office/drawing/2014/main" id="{B287EF69-B1B5-B8BC-1F89-452A782F5572}"/>
                  </a:ext>
                </a:extLst>
              </p:cNvPr>
              <p:cNvSpPr/>
              <p:nvPr/>
            </p:nvSpPr>
            <p:spPr>
              <a:xfrm>
                <a:off x="8325535" y="5749405"/>
                <a:ext cx="6343" cy="6345"/>
              </a:xfrm>
              <a:custGeom>
                <a:avLst/>
                <a:gdLst>
                  <a:gd name="connsiteX0" fmla="*/ 3323 w 6343"/>
                  <a:gd name="connsiteY0" fmla="*/ 6524 h 6345"/>
                  <a:gd name="connsiteX1" fmla="*/ 5565 w 6343"/>
                  <a:gd name="connsiteY1" fmla="*/ 5595 h 6345"/>
                  <a:gd name="connsiteX2" fmla="*/ 6494 w 6343"/>
                  <a:gd name="connsiteY2" fmla="*/ 3352 h 6345"/>
                  <a:gd name="connsiteX3" fmla="*/ 5565 w 6343"/>
                  <a:gd name="connsiteY3" fmla="*/ 1108 h 6345"/>
                  <a:gd name="connsiteX4" fmla="*/ 3323 w 6343"/>
                  <a:gd name="connsiteY4" fmla="*/ 179 h 6345"/>
                  <a:gd name="connsiteX5" fmla="*/ 1080 w 6343"/>
                  <a:gd name="connsiteY5" fmla="*/ 1108 h 6345"/>
                  <a:gd name="connsiteX6" fmla="*/ 151 w 6343"/>
                  <a:gd name="connsiteY6" fmla="*/ 3352 h 6345"/>
                  <a:gd name="connsiteX7" fmla="*/ 1080 w 6343"/>
                  <a:gd name="connsiteY7" fmla="*/ 5595 h 6345"/>
                  <a:gd name="connsiteX8" fmla="*/ 3323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524"/>
                    </a:moveTo>
                    <a:cubicBezTo>
                      <a:pt x="4164" y="6524"/>
                      <a:pt x="4971" y="6190"/>
                      <a:pt x="5565" y="5595"/>
                    </a:cubicBezTo>
                    <a:cubicBezTo>
                      <a:pt x="6160" y="5000"/>
                      <a:pt x="6494" y="4193"/>
                      <a:pt x="6494" y="3352"/>
                    </a:cubicBezTo>
                    <a:cubicBezTo>
                      <a:pt x="6494" y="2510"/>
                      <a:pt x="6160" y="1703"/>
                      <a:pt x="5565" y="1108"/>
                    </a:cubicBezTo>
                    <a:cubicBezTo>
                      <a:pt x="4971" y="513"/>
                      <a:pt x="4164" y="179"/>
                      <a:pt x="3323" y="179"/>
                    </a:cubicBezTo>
                    <a:cubicBezTo>
                      <a:pt x="2482" y="179"/>
                      <a:pt x="1675" y="513"/>
                      <a:pt x="1080" y="1108"/>
                    </a:cubicBezTo>
                    <a:cubicBezTo>
                      <a:pt x="485" y="1703"/>
                      <a:pt x="151" y="2510"/>
                      <a:pt x="151" y="3352"/>
                    </a:cubicBezTo>
                    <a:cubicBezTo>
                      <a:pt x="151" y="4193"/>
                      <a:pt x="485" y="5000"/>
                      <a:pt x="1080" y="5595"/>
                    </a:cubicBezTo>
                    <a:cubicBezTo>
                      <a:pt x="1675" y="6190"/>
                      <a:pt x="2482" y="6524"/>
                      <a:pt x="3323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43" name="Freeform: Shape 10042">
                <a:extLst>
                  <a:ext uri="{FF2B5EF4-FFF2-40B4-BE49-F238E27FC236}">
                    <a16:creationId xmlns:a16="http://schemas.microsoft.com/office/drawing/2014/main" id="{C52392DE-2A56-4D70-C701-31E1A9E49C57}"/>
                  </a:ext>
                </a:extLst>
              </p:cNvPr>
              <p:cNvSpPr/>
              <p:nvPr/>
            </p:nvSpPr>
            <p:spPr>
              <a:xfrm>
                <a:off x="8203153" y="5790352"/>
                <a:ext cx="6343" cy="6345"/>
              </a:xfrm>
              <a:custGeom>
                <a:avLst/>
                <a:gdLst>
                  <a:gd name="connsiteX0" fmla="*/ 3313 w 6343"/>
                  <a:gd name="connsiteY0" fmla="*/ 6528 h 6345"/>
                  <a:gd name="connsiteX1" fmla="*/ 5556 w 6343"/>
                  <a:gd name="connsiteY1" fmla="*/ 5598 h 6345"/>
                  <a:gd name="connsiteX2" fmla="*/ 6485 w 6343"/>
                  <a:gd name="connsiteY2" fmla="*/ 3355 h 6345"/>
                  <a:gd name="connsiteX3" fmla="*/ 5556 w 6343"/>
                  <a:gd name="connsiteY3" fmla="*/ 1111 h 6345"/>
                  <a:gd name="connsiteX4" fmla="*/ 3313 w 6343"/>
                  <a:gd name="connsiteY4" fmla="*/ 182 h 6345"/>
                  <a:gd name="connsiteX5" fmla="*/ 1070 w 6343"/>
                  <a:gd name="connsiteY5" fmla="*/ 1111 h 6345"/>
                  <a:gd name="connsiteX6" fmla="*/ 141 w 6343"/>
                  <a:gd name="connsiteY6" fmla="*/ 3355 h 6345"/>
                  <a:gd name="connsiteX7" fmla="*/ 1070 w 6343"/>
                  <a:gd name="connsiteY7" fmla="*/ 5598 h 6345"/>
                  <a:gd name="connsiteX8" fmla="*/ 3313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8"/>
                    </a:moveTo>
                    <a:cubicBezTo>
                      <a:pt x="4154" y="6528"/>
                      <a:pt x="4961" y="6193"/>
                      <a:pt x="5556" y="5598"/>
                    </a:cubicBezTo>
                    <a:cubicBezTo>
                      <a:pt x="6150" y="5003"/>
                      <a:pt x="6485" y="4196"/>
                      <a:pt x="6485" y="3355"/>
                    </a:cubicBezTo>
                    <a:cubicBezTo>
                      <a:pt x="6485" y="2513"/>
                      <a:pt x="6150" y="1706"/>
                      <a:pt x="5556" y="1111"/>
                    </a:cubicBezTo>
                    <a:cubicBezTo>
                      <a:pt x="4961" y="516"/>
                      <a:pt x="4154" y="182"/>
                      <a:pt x="3313" y="182"/>
                    </a:cubicBezTo>
                    <a:cubicBezTo>
                      <a:pt x="2472" y="182"/>
                      <a:pt x="1665" y="516"/>
                      <a:pt x="1070" y="1111"/>
                    </a:cubicBezTo>
                    <a:cubicBezTo>
                      <a:pt x="476" y="1706"/>
                      <a:pt x="141" y="2513"/>
                      <a:pt x="141" y="3355"/>
                    </a:cubicBezTo>
                    <a:cubicBezTo>
                      <a:pt x="141" y="4196"/>
                      <a:pt x="476" y="5003"/>
                      <a:pt x="1070" y="5598"/>
                    </a:cubicBezTo>
                    <a:cubicBezTo>
                      <a:pt x="1665" y="6193"/>
                      <a:pt x="2472" y="6528"/>
                      <a:pt x="3313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44" name="Freeform: Shape 10043">
                <a:extLst>
                  <a:ext uri="{FF2B5EF4-FFF2-40B4-BE49-F238E27FC236}">
                    <a16:creationId xmlns:a16="http://schemas.microsoft.com/office/drawing/2014/main" id="{5B0B5307-948D-9ABD-73D1-63489DA9961F}"/>
                  </a:ext>
                </a:extLst>
              </p:cNvPr>
              <p:cNvSpPr/>
              <p:nvPr/>
            </p:nvSpPr>
            <p:spPr>
              <a:xfrm>
                <a:off x="8201945" y="5782012"/>
                <a:ext cx="6343" cy="6345"/>
              </a:xfrm>
              <a:custGeom>
                <a:avLst/>
                <a:gdLst>
                  <a:gd name="connsiteX0" fmla="*/ 3313 w 6343"/>
                  <a:gd name="connsiteY0" fmla="*/ 6527 h 6345"/>
                  <a:gd name="connsiteX1" fmla="*/ 5556 w 6343"/>
                  <a:gd name="connsiteY1" fmla="*/ 5598 h 6345"/>
                  <a:gd name="connsiteX2" fmla="*/ 6484 w 6343"/>
                  <a:gd name="connsiteY2" fmla="*/ 3354 h 6345"/>
                  <a:gd name="connsiteX3" fmla="*/ 5556 w 6343"/>
                  <a:gd name="connsiteY3" fmla="*/ 1111 h 6345"/>
                  <a:gd name="connsiteX4" fmla="*/ 3313 w 6343"/>
                  <a:gd name="connsiteY4" fmla="*/ 181 h 6345"/>
                  <a:gd name="connsiteX5" fmla="*/ 1070 w 6343"/>
                  <a:gd name="connsiteY5" fmla="*/ 1111 h 6345"/>
                  <a:gd name="connsiteX6" fmla="*/ 141 w 6343"/>
                  <a:gd name="connsiteY6" fmla="*/ 3354 h 6345"/>
                  <a:gd name="connsiteX7" fmla="*/ 1070 w 6343"/>
                  <a:gd name="connsiteY7" fmla="*/ 5598 h 6345"/>
                  <a:gd name="connsiteX8" fmla="*/ 3313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7"/>
                    </a:moveTo>
                    <a:cubicBezTo>
                      <a:pt x="4154" y="6527"/>
                      <a:pt x="4961" y="6193"/>
                      <a:pt x="5556" y="5598"/>
                    </a:cubicBezTo>
                    <a:cubicBezTo>
                      <a:pt x="6150" y="5003"/>
                      <a:pt x="6484" y="4196"/>
                      <a:pt x="6484" y="3354"/>
                    </a:cubicBezTo>
                    <a:cubicBezTo>
                      <a:pt x="6484" y="2513"/>
                      <a:pt x="6150" y="1706"/>
                      <a:pt x="5556" y="1111"/>
                    </a:cubicBezTo>
                    <a:cubicBezTo>
                      <a:pt x="4961" y="516"/>
                      <a:pt x="4154" y="181"/>
                      <a:pt x="3313" y="181"/>
                    </a:cubicBezTo>
                    <a:cubicBezTo>
                      <a:pt x="2472" y="181"/>
                      <a:pt x="1665" y="516"/>
                      <a:pt x="1070" y="1111"/>
                    </a:cubicBezTo>
                    <a:cubicBezTo>
                      <a:pt x="476" y="1706"/>
                      <a:pt x="141" y="2513"/>
                      <a:pt x="141" y="3354"/>
                    </a:cubicBezTo>
                    <a:cubicBezTo>
                      <a:pt x="141" y="4196"/>
                      <a:pt x="476" y="5003"/>
                      <a:pt x="1070" y="5598"/>
                    </a:cubicBezTo>
                    <a:cubicBezTo>
                      <a:pt x="1665" y="6193"/>
                      <a:pt x="2472" y="6527"/>
                      <a:pt x="3313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45" name="Freeform: Shape 10044">
                <a:extLst>
                  <a:ext uri="{FF2B5EF4-FFF2-40B4-BE49-F238E27FC236}">
                    <a16:creationId xmlns:a16="http://schemas.microsoft.com/office/drawing/2014/main" id="{E1C422CE-521C-0E32-8E88-C54CD5D76CAF}"/>
                  </a:ext>
                </a:extLst>
              </p:cNvPr>
              <p:cNvSpPr/>
              <p:nvPr/>
            </p:nvSpPr>
            <p:spPr>
              <a:xfrm>
                <a:off x="8201672" y="5773337"/>
                <a:ext cx="6343" cy="6345"/>
              </a:xfrm>
              <a:custGeom>
                <a:avLst/>
                <a:gdLst>
                  <a:gd name="connsiteX0" fmla="*/ 3313 w 6343"/>
                  <a:gd name="connsiteY0" fmla="*/ 6526 h 6345"/>
                  <a:gd name="connsiteX1" fmla="*/ 5555 w 6343"/>
                  <a:gd name="connsiteY1" fmla="*/ 5597 h 6345"/>
                  <a:gd name="connsiteX2" fmla="*/ 6484 w 6343"/>
                  <a:gd name="connsiteY2" fmla="*/ 3353 h 6345"/>
                  <a:gd name="connsiteX3" fmla="*/ 5555 w 6343"/>
                  <a:gd name="connsiteY3" fmla="*/ 1110 h 6345"/>
                  <a:gd name="connsiteX4" fmla="*/ 3313 w 6343"/>
                  <a:gd name="connsiteY4" fmla="*/ 181 h 6345"/>
                  <a:gd name="connsiteX5" fmla="*/ 1070 w 6343"/>
                  <a:gd name="connsiteY5" fmla="*/ 1110 h 6345"/>
                  <a:gd name="connsiteX6" fmla="*/ 141 w 6343"/>
                  <a:gd name="connsiteY6" fmla="*/ 3353 h 6345"/>
                  <a:gd name="connsiteX7" fmla="*/ 1070 w 6343"/>
                  <a:gd name="connsiteY7" fmla="*/ 5597 h 6345"/>
                  <a:gd name="connsiteX8" fmla="*/ 3313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6"/>
                    </a:moveTo>
                    <a:cubicBezTo>
                      <a:pt x="4154" y="6526"/>
                      <a:pt x="4961" y="6192"/>
                      <a:pt x="5555" y="5597"/>
                    </a:cubicBezTo>
                    <a:cubicBezTo>
                      <a:pt x="6150" y="5002"/>
                      <a:pt x="6484" y="4195"/>
                      <a:pt x="6484" y="3353"/>
                    </a:cubicBezTo>
                    <a:cubicBezTo>
                      <a:pt x="6484" y="2512"/>
                      <a:pt x="6150" y="1705"/>
                      <a:pt x="5555" y="1110"/>
                    </a:cubicBezTo>
                    <a:cubicBezTo>
                      <a:pt x="4961" y="515"/>
                      <a:pt x="4154" y="181"/>
                      <a:pt x="3313" y="181"/>
                    </a:cubicBezTo>
                    <a:cubicBezTo>
                      <a:pt x="2472" y="181"/>
                      <a:pt x="1665" y="515"/>
                      <a:pt x="1070" y="1110"/>
                    </a:cubicBezTo>
                    <a:cubicBezTo>
                      <a:pt x="475" y="1705"/>
                      <a:pt x="141" y="2512"/>
                      <a:pt x="141" y="3353"/>
                    </a:cubicBezTo>
                    <a:cubicBezTo>
                      <a:pt x="141" y="4195"/>
                      <a:pt x="475" y="5002"/>
                      <a:pt x="1070" y="5597"/>
                    </a:cubicBezTo>
                    <a:cubicBezTo>
                      <a:pt x="1665" y="6192"/>
                      <a:pt x="2472" y="6526"/>
                      <a:pt x="3313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46" name="Freeform: Shape 10045">
                <a:extLst>
                  <a:ext uri="{FF2B5EF4-FFF2-40B4-BE49-F238E27FC236}">
                    <a16:creationId xmlns:a16="http://schemas.microsoft.com/office/drawing/2014/main" id="{F5030A81-A1DA-FCB0-0C67-013AC648BC35}"/>
                  </a:ext>
                </a:extLst>
              </p:cNvPr>
              <p:cNvSpPr/>
              <p:nvPr/>
            </p:nvSpPr>
            <p:spPr>
              <a:xfrm>
                <a:off x="8200753" y="5764943"/>
                <a:ext cx="6343" cy="6345"/>
              </a:xfrm>
              <a:custGeom>
                <a:avLst/>
                <a:gdLst>
                  <a:gd name="connsiteX0" fmla="*/ 3313 w 6343"/>
                  <a:gd name="connsiteY0" fmla="*/ 6526 h 6345"/>
                  <a:gd name="connsiteX1" fmla="*/ 5555 w 6343"/>
                  <a:gd name="connsiteY1" fmla="*/ 5596 h 6345"/>
                  <a:gd name="connsiteX2" fmla="*/ 6484 w 6343"/>
                  <a:gd name="connsiteY2" fmla="*/ 3353 h 6345"/>
                  <a:gd name="connsiteX3" fmla="*/ 5555 w 6343"/>
                  <a:gd name="connsiteY3" fmla="*/ 1109 h 6345"/>
                  <a:gd name="connsiteX4" fmla="*/ 3313 w 6343"/>
                  <a:gd name="connsiteY4" fmla="*/ 180 h 6345"/>
                  <a:gd name="connsiteX5" fmla="*/ 1070 w 6343"/>
                  <a:gd name="connsiteY5" fmla="*/ 1109 h 6345"/>
                  <a:gd name="connsiteX6" fmla="*/ 141 w 6343"/>
                  <a:gd name="connsiteY6" fmla="*/ 3353 h 6345"/>
                  <a:gd name="connsiteX7" fmla="*/ 1070 w 6343"/>
                  <a:gd name="connsiteY7" fmla="*/ 5596 h 6345"/>
                  <a:gd name="connsiteX8" fmla="*/ 3313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6"/>
                    </a:moveTo>
                    <a:cubicBezTo>
                      <a:pt x="4154" y="6526"/>
                      <a:pt x="4961" y="6191"/>
                      <a:pt x="5555" y="5596"/>
                    </a:cubicBezTo>
                    <a:cubicBezTo>
                      <a:pt x="6150" y="5001"/>
                      <a:pt x="6484" y="4194"/>
                      <a:pt x="6484" y="3353"/>
                    </a:cubicBezTo>
                    <a:cubicBezTo>
                      <a:pt x="6484" y="2511"/>
                      <a:pt x="6150" y="1704"/>
                      <a:pt x="5555" y="1109"/>
                    </a:cubicBezTo>
                    <a:cubicBezTo>
                      <a:pt x="4961" y="514"/>
                      <a:pt x="4154" y="180"/>
                      <a:pt x="3313" y="180"/>
                    </a:cubicBezTo>
                    <a:cubicBezTo>
                      <a:pt x="2472" y="180"/>
                      <a:pt x="1665" y="514"/>
                      <a:pt x="1070" y="1109"/>
                    </a:cubicBezTo>
                    <a:cubicBezTo>
                      <a:pt x="475" y="1704"/>
                      <a:pt x="141" y="2511"/>
                      <a:pt x="141" y="3353"/>
                    </a:cubicBezTo>
                    <a:cubicBezTo>
                      <a:pt x="141" y="4194"/>
                      <a:pt x="475" y="5001"/>
                      <a:pt x="1070" y="5596"/>
                    </a:cubicBezTo>
                    <a:cubicBezTo>
                      <a:pt x="1665" y="6191"/>
                      <a:pt x="2472" y="6526"/>
                      <a:pt x="3313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47" name="Freeform: Shape 10046">
                <a:extLst>
                  <a:ext uri="{FF2B5EF4-FFF2-40B4-BE49-F238E27FC236}">
                    <a16:creationId xmlns:a16="http://schemas.microsoft.com/office/drawing/2014/main" id="{362A4ACC-A95E-E7CA-B180-E6D7E5BE71B0}"/>
                  </a:ext>
                </a:extLst>
              </p:cNvPr>
              <p:cNvSpPr/>
              <p:nvPr/>
            </p:nvSpPr>
            <p:spPr>
              <a:xfrm>
                <a:off x="8200951" y="5756163"/>
                <a:ext cx="6343" cy="6345"/>
              </a:xfrm>
              <a:custGeom>
                <a:avLst/>
                <a:gdLst>
                  <a:gd name="connsiteX0" fmla="*/ 3313 w 6343"/>
                  <a:gd name="connsiteY0" fmla="*/ 6525 h 6345"/>
                  <a:gd name="connsiteX1" fmla="*/ 5555 w 6343"/>
                  <a:gd name="connsiteY1" fmla="*/ 5596 h 6345"/>
                  <a:gd name="connsiteX2" fmla="*/ 6484 w 6343"/>
                  <a:gd name="connsiteY2" fmla="*/ 3352 h 6345"/>
                  <a:gd name="connsiteX3" fmla="*/ 5555 w 6343"/>
                  <a:gd name="connsiteY3" fmla="*/ 1109 h 6345"/>
                  <a:gd name="connsiteX4" fmla="*/ 3313 w 6343"/>
                  <a:gd name="connsiteY4" fmla="*/ 179 h 6345"/>
                  <a:gd name="connsiteX5" fmla="*/ 1070 w 6343"/>
                  <a:gd name="connsiteY5" fmla="*/ 1109 h 6345"/>
                  <a:gd name="connsiteX6" fmla="*/ 141 w 6343"/>
                  <a:gd name="connsiteY6" fmla="*/ 3352 h 6345"/>
                  <a:gd name="connsiteX7" fmla="*/ 1070 w 6343"/>
                  <a:gd name="connsiteY7" fmla="*/ 5596 h 6345"/>
                  <a:gd name="connsiteX8" fmla="*/ 331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5"/>
                    </a:moveTo>
                    <a:cubicBezTo>
                      <a:pt x="4154" y="6525"/>
                      <a:pt x="4961" y="6191"/>
                      <a:pt x="5555" y="5596"/>
                    </a:cubicBezTo>
                    <a:cubicBezTo>
                      <a:pt x="6150" y="5001"/>
                      <a:pt x="6484" y="4194"/>
                      <a:pt x="6484" y="3352"/>
                    </a:cubicBezTo>
                    <a:cubicBezTo>
                      <a:pt x="6484" y="2511"/>
                      <a:pt x="6150" y="1704"/>
                      <a:pt x="5555" y="1109"/>
                    </a:cubicBezTo>
                    <a:cubicBezTo>
                      <a:pt x="4961" y="514"/>
                      <a:pt x="4154" y="179"/>
                      <a:pt x="3313" y="179"/>
                    </a:cubicBezTo>
                    <a:cubicBezTo>
                      <a:pt x="2472" y="179"/>
                      <a:pt x="1665" y="514"/>
                      <a:pt x="1070" y="1109"/>
                    </a:cubicBezTo>
                    <a:cubicBezTo>
                      <a:pt x="475" y="1704"/>
                      <a:pt x="141" y="2511"/>
                      <a:pt x="141" y="3352"/>
                    </a:cubicBezTo>
                    <a:cubicBezTo>
                      <a:pt x="141" y="4194"/>
                      <a:pt x="475" y="5001"/>
                      <a:pt x="1070" y="5596"/>
                    </a:cubicBezTo>
                    <a:cubicBezTo>
                      <a:pt x="1665" y="6191"/>
                      <a:pt x="2472" y="6525"/>
                      <a:pt x="331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48" name="Freeform: Shape 10047">
                <a:extLst>
                  <a:ext uri="{FF2B5EF4-FFF2-40B4-BE49-F238E27FC236}">
                    <a16:creationId xmlns:a16="http://schemas.microsoft.com/office/drawing/2014/main" id="{90033869-FCAA-55DC-10F4-BE0D4C777DC5}"/>
                  </a:ext>
                </a:extLst>
              </p:cNvPr>
              <p:cNvSpPr/>
              <p:nvPr/>
            </p:nvSpPr>
            <p:spPr>
              <a:xfrm>
                <a:off x="8200383" y="5747704"/>
                <a:ext cx="6343" cy="6345"/>
              </a:xfrm>
              <a:custGeom>
                <a:avLst/>
                <a:gdLst>
                  <a:gd name="connsiteX0" fmla="*/ 3313 w 6343"/>
                  <a:gd name="connsiteY0" fmla="*/ 6524 h 6345"/>
                  <a:gd name="connsiteX1" fmla="*/ 5555 w 6343"/>
                  <a:gd name="connsiteY1" fmla="*/ 5595 h 6345"/>
                  <a:gd name="connsiteX2" fmla="*/ 6484 w 6343"/>
                  <a:gd name="connsiteY2" fmla="*/ 3351 h 6345"/>
                  <a:gd name="connsiteX3" fmla="*/ 5555 w 6343"/>
                  <a:gd name="connsiteY3" fmla="*/ 1108 h 6345"/>
                  <a:gd name="connsiteX4" fmla="*/ 3313 w 6343"/>
                  <a:gd name="connsiteY4" fmla="*/ 179 h 6345"/>
                  <a:gd name="connsiteX5" fmla="*/ 1070 w 6343"/>
                  <a:gd name="connsiteY5" fmla="*/ 1108 h 6345"/>
                  <a:gd name="connsiteX6" fmla="*/ 141 w 6343"/>
                  <a:gd name="connsiteY6" fmla="*/ 3351 h 6345"/>
                  <a:gd name="connsiteX7" fmla="*/ 1070 w 6343"/>
                  <a:gd name="connsiteY7" fmla="*/ 5595 h 6345"/>
                  <a:gd name="connsiteX8" fmla="*/ 3313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4"/>
                    </a:moveTo>
                    <a:cubicBezTo>
                      <a:pt x="4154" y="6524"/>
                      <a:pt x="4961" y="6190"/>
                      <a:pt x="5555" y="5595"/>
                    </a:cubicBezTo>
                    <a:cubicBezTo>
                      <a:pt x="6150" y="5000"/>
                      <a:pt x="6484" y="4193"/>
                      <a:pt x="6484" y="3351"/>
                    </a:cubicBezTo>
                    <a:cubicBezTo>
                      <a:pt x="6484" y="2510"/>
                      <a:pt x="6150" y="1703"/>
                      <a:pt x="5555" y="1108"/>
                    </a:cubicBezTo>
                    <a:cubicBezTo>
                      <a:pt x="4961" y="513"/>
                      <a:pt x="4154" y="179"/>
                      <a:pt x="3313" y="179"/>
                    </a:cubicBezTo>
                    <a:cubicBezTo>
                      <a:pt x="2472" y="179"/>
                      <a:pt x="1665" y="513"/>
                      <a:pt x="1070" y="1108"/>
                    </a:cubicBezTo>
                    <a:cubicBezTo>
                      <a:pt x="475" y="1703"/>
                      <a:pt x="141" y="2510"/>
                      <a:pt x="141" y="3351"/>
                    </a:cubicBezTo>
                    <a:cubicBezTo>
                      <a:pt x="141" y="4193"/>
                      <a:pt x="475" y="5000"/>
                      <a:pt x="1070" y="5595"/>
                    </a:cubicBezTo>
                    <a:cubicBezTo>
                      <a:pt x="1665" y="6190"/>
                      <a:pt x="2472" y="6524"/>
                      <a:pt x="3313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49" name="Freeform: Shape 10048">
                <a:extLst>
                  <a:ext uri="{FF2B5EF4-FFF2-40B4-BE49-F238E27FC236}">
                    <a16:creationId xmlns:a16="http://schemas.microsoft.com/office/drawing/2014/main" id="{774CE08C-9769-74A6-2CD5-6D7741619896}"/>
                  </a:ext>
                </a:extLst>
              </p:cNvPr>
              <p:cNvSpPr/>
              <p:nvPr/>
            </p:nvSpPr>
            <p:spPr>
              <a:xfrm>
                <a:off x="8199832" y="5730672"/>
                <a:ext cx="6343" cy="6345"/>
              </a:xfrm>
              <a:custGeom>
                <a:avLst/>
                <a:gdLst>
                  <a:gd name="connsiteX0" fmla="*/ 3313 w 6343"/>
                  <a:gd name="connsiteY0" fmla="*/ 6523 h 6345"/>
                  <a:gd name="connsiteX1" fmla="*/ 5555 w 6343"/>
                  <a:gd name="connsiteY1" fmla="*/ 5594 h 6345"/>
                  <a:gd name="connsiteX2" fmla="*/ 6484 w 6343"/>
                  <a:gd name="connsiteY2" fmla="*/ 3350 h 6345"/>
                  <a:gd name="connsiteX3" fmla="*/ 5555 w 6343"/>
                  <a:gd name="connsiteY3" fmla="*/ 1107 h 6345"/>
                  <a:gd name="connsiteX4" fmla="*/ 3313 w 6343"/>
                  <a:gd name="connsiteY4" fmla="*/ 177 h 6345"/>
                  <a:gd name="connsiteX5" fmla="*/ 1070 w 6343"/>
                  <a:gd name="connsiteY5" fmla="*/ 1107 h 6345"/>
                  <a:gd name="connsiteX6" fmla="*/ 141 w 6343"/>
                  <a:gd name="connsiteY6" fmla="*/ 3350 h 6345"/>
                  <a:gd name="connsiteX7" fmla="*/ 1070 w 6343"/>
                  <a:gd name="connsiteY7" fmla="*/ 5594 h 6345"/>
                  <a:gd name="connsiteX8" fmla="*/ 3313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3"/>
                    </a:moveTo>
                    <a:cubicBezTo>
                      <a:pt x="4154" y="6523"/>
                      <a:pt x="4961" y="6188"/>
                      <a:pt x="5555" y="5594"/>
                    </a:cubicBezTo>
                    <a:cubicBezTo>
                      <a:pt x="6150" y="4999"/>
                      <a:pt x="6484" y="4192"/>
                      <a:pt x="6484" y="3350"/>
                    </a:cubicBezTo>
                    <a:cubicBezTo>
                      <a:pt x="6484" y="2509"/>
                      <a:pt x="6150" y="1702"/>
                      <a:pt x="5555" y="1107"/>
                    </a:cubicBezTo>
                    <a:cubicBezTo>
                      <a:pt x="4961" y="512"/>
                      <a:pt x="4154" y="177"/>
                      <a:pt x="3313" y="177"/>
                    </a:cubicBezTo>
                    <a:cubicBezTo>
                      <a:pt x="2472" y="177"/>
                      <a:pt x="1665" y="512"/>
                      <a:pt x="1070" y="1107"/>
                    </a:cubicBezTo>
                    <a:cubicBezTo>
                      <a:pt x="475" y="1702"/>
                      <a:pt x="141" y="2509"/>
                      <a:pt x="141" y="3350"/>
                    </a:cubicBezTo>
                    <a:cubicBezTo>
                      <a:pt x="141" y="4192"/>
                      <a:pt x="475" y="4999"/>
                      <a:pt x="1070" y="5594"/>
                    </a:cubicBezTo>
                    <a:cubicBezTo>
                      <a:pt x="1665" y="6188"/>
                      <a:pt x="2472" y="6523"/>
                      <a:pt x="3313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50" name="Freeform: Shape 10049">
                <a:extLst>
                  <a:ext uri="{FF2B5EF4-FFF2-40B4-BE49-F238E27FC236}">
                    <a16:creationId xmlns:a16="http://schemas.microsoft.com/office/drawing/2014/main" id="{6DAD2695-58CC-1E7C-0F2F-4D34CBF71F4E}"/>
                  </a:ext>
                </a:extLst>
              </p:cNvPr>
              <p:cNvSpPr/>
              <p:nvPr/>
            </p:nvSpPr>
            <p:spPr>
              <a:xfrm>
                <a:off x="7312085" y="5800203"/>
                <a:ext cx="6343" cy="6345"/>
              </a:xfrm>
              <a:custGeom>
                <a:avLst/>
                <a:gdLst>
                  <a:gd name="connsiteX0" fmla="*/ 3243 w 6343"/>
                  <a:gd name="connsiteY0" fmla="*/ 6528 h 6345"/>
                  <a:gd name="connsiteX1" fmla="*/ 5485 w 6343"/>
                  <a:gd name="connsiteY1" fmla="*/ 5599 h 6345"/>
                  <a:gd name="connsiteX2" fmla="*/ 6414 w 6343"/>
                  <a:gd name="connsiteY2" fmla="*/ 3356 h 6345"/>
                  <a:gd name="connsiteX3" fmla="*/ 5485 w 6343"/>
                  <a:gd name="connsiteY3" fmla="*/ 1112 h 6345"/>
                  <a:gd name="connsiteX4" fmla="*/ 3243 w 6343"/>
                  <a:gd name="connsiteY4" fmla="*/ 183 h 6345"/>
                  <a:gd name="connsiteX5" fmla="*/ 1000 w 6343"/>
                  <a:gd name="connsiteY5" fmla="*/ 1112 h 6345"/>
                  <a:gd name="connsiteX6" fmla="*/ 71 w 6343"/>
                  <a:gd name="connsiteY6" fmla="*/ 3356 h 6345"/>
                  <a:gd name="connsiteX7" fmla="*/ 1000 w 6343"/>
                  <a:gd name="connsiteY7" fmla="*/ 5599 h 6345"/>
                  <a:gd name="connsiteX8" fmla="*/ 3243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43" y="6528"/>
                    </a:moveTo>
                    <a:cubicBezTo>
                      <a:pt x="4084" y="6528"/>
                      <a:pt x="4891" y="6194"/>
                      <a:pt x="5485" y="5599"/>
                    </a:cubicBezTo>
                    <a:cubicBezTo>
                      <a:pt x="6080" y="5004"/>
                      <a:pt x="6414" y="4197"/>
                      <a:pt x="6414" y="3356"/>
                    </a:cubicBezTo>
                    <a:cubicBezTo>
                      <a:pt x="6414" y="2514"/>
                      <a:pt x="6080" y="1707"/>
                      <a:pt x="5485" y="1112"/>
                    </a:cubicBezTo>
                    <a:cubicBezTo>
                      <a:pt x="4891" y="517"/>
                      <a:pt x="4084" y="183"/>
                      <a:pt x="3243" y="183"/>
                    </a:cubicBezTo>
                    <a:cubicBezTo>
                      <a:pt x="2402" y="183"/>
                      <a:pt x="1595" y="517"/>
                      <a:pt x="1000" y="1112"/>
                    </a:cubicBezTo>
                    <a:cubicBezTo>
                      <a:pt x="405" y="1707"/>
                      <a:pt x="71" y="2514"/>
                      <a:pt x="71" y="3356"/>
                    </a:cubicBezTo>
                    <a:cubicBezTo>
                      <a:pt x="71" y="4197"/>
                      <a:pt x="405" y="5004"/>
                      <a:pt x="1000" y="5599"/>
                    </a:cubicBezTo>
                    <a:cubicBezTo>
                      <a:pt x="1595" y="6194"/>
                      <a:pt x="2402" y="6528"/>
                      <a:pt x="3243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51" name="Freeform: Shape 10050">
                <a:extLst>
                  <a:ext uri="{FF2B5EF4-FFF2-40B4-BE49-F238E27FC236}">
                    <a16:creationId xmlns:a16="http://schemas.microsoft.com/office/drawing/2014/main" id="{A8B25D45-CC99-DFC6-3202-76897694FB67}"/>
                  </a:ext>
                </a:extLst>
              </p:cNvPr>
              <p:cNvSpPr/>
              <p:nvPr/>
            </p:nvSpPr>
            <p:spPr>
              <a:xfrm>
                <a:off x="7313734" y="5786017"/>
                <a:ext cx="6343" cy="6345"/>
              </a:xfrm>
              <a:custGeom>
                <a:avLst/>
                <a:gdLst>
                  <a:gd name="connsiteX0" fmla="*/ 3243 w 6343"/>
                  <a:gd name="connsiteY0" fmla="*/ 6527 h 6345"/>
                  <a:gd name="connsiteX1" fmla="*/ 5486 w 6343"/>
                  <a:gd name="connsiteY1" fmla="*/ 5598 h 6345"/>
                  <a:gd name="connsiteX2" fmla="*/ 6414 w 6343"/>
                  <a:gd name="connsiteY2" fmla="*/ 3354 h 6345"/>
                  <a:gd name="connsiteX3" fmla="*/ 5486 w 6343"/>
                  <a:gd name="connsiteY3" fmla="*/ 1111 h 6345"/>
                  <a:gd name="connsiteX4" fmla="*/ 3243 w 6343"/>
                  <a:gd name="connsiteY4" fmla="*/ 182 h 6345"/>
                  <a:gd name="connsiteX5" fmla="*/ 1000 w 6343"/>
                  <a:gd name="connsiteY5" fmla="*/ 1111 h 6345"/>
                  <a:gd name="connsiteX6" fmla="*/ 71 w 6343"/>
                  <a:gd name="connsiteY6" fmla="*/ 3354 h 6345"/>
                  <a:gd name="connsiteX7" fmla="*/ 1000 w 6343"/>
                  <a:gd name="connsiteY7" fmla="*/ 5598 h 6345"/>
                  <a:gd name="connsiteX8" fmla="*/ 3243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43" y="6527"/>
                    </a:moveTo>
                    <a:cubicBezTo>
                      <a:pt x="4084" y="6527"/>
                      <a:pt x="4891" y="6193"/>
                      <a:pt x="5486" y="5598"/>
                    </a:cubicBezTo>
                    <a:cubicBezTo>
                      <a:pt x="6080" y="5003"/>
                      <a:pt x="6414" y="4196"/>
                      <a:pt x="6414" y="3354"/>
                    </a:cubicBezTo>
                    <a:cubicBezTo>
                      <a:pt x="6414" y="2513"/>
                      <a:pt x="6080" y="1706"/>
                      <a:pt x="5486" y="1111"/>
                    </a:cubicBezTo>
                    <a:cubicBezTo>
                      <a:pt x="4891" y="516"/>
                      <a:pt x="4084" y="182"/>
                      <a:pt x="3243" y="182"/>
                    </a:cubicBezTo>
                    <a:cubicBezTo>
                      <a:pt x="2402" y="182"/>
                      <a:pt x="1595" y="516"/>
                      <a:pt x="1000" y="1111"/>
                    </a:cubicBezTo>
                    <a:cubicBezTo>
                      <a:pt x="405" y="1706"/>
                      <a:pt x="71" y="2513"/>
                      <a:pt x="71" y="3354"/>
                    </a:cubicBezTo>
                    <a:cubicBezTo>
                      <a:pt x="71" y="4196"/>
                      <a:pt x="405" y="5003"/>
                      <a:pt x="1000" y="5598"/>
                    </a:cubicBezTo>
                    <a:cubicBezTo>
                      <a:pt x="1595" y="6193"/>
                      <a:pt x="2402" y="6527"/>
                      <a:pt x="3243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52" name="Freeform: Shape 10051">
                <a:extLst>
                  <a:ext uri="{FF2B5EF4-FFF2-40B4-BE49-F238E27FC236}">
                    <a16:creationId xmlns:a16="http://schemas.microsoft.com/office/drawing/2014/main" id="{B55BB65C-A414-FAD4-D2EF-B159D4A9E08B}"/>
                  </a:ext>
                </a:extLst>
              </p:cNvPr>
              <p:cNvSpPr/>
              <p:nvPr/>
            </p:nvSpPr>
            <p:spPr>
              <a:xfrm>
                <a:off x="7311492" y="5772764"/>
                <a:ext cx="6343" cy="6345"/>
              </a:xfrm>
              <a:custGeom>
                <a:avLst/>
                <a:gdLst>
                  <a:gd name="connsiteX0" fmla="*/ 3243 w 6343"/>
                  <a:gd name="connsiteY0" fmla="*/ 6526 h 6345"/>
                  <a:gd name="connsiteX1" fmla="*/ 5485 w 6343"/>
                  <a:gd name="connsiteY1" fmla="*/ 5597 h 6345"/>
                  <a:gd name="connsiteX2" fmla="*/ 6414 w 6343"/>
                  <a:gd name="connsiteY2" fmla="*/ 3353 h 6345"/>
                  <a:gd name="connsiteX3" fmla="*/ 5485 w 6343"/>
                  <a:gd name="connsiteY3" fmla="*/ 1110 h 6345"/>
                  <a:gd name="connsiteX4" fmla="*/ 3243 w 6343"/>
                  <a:gd name="connsiteY4" fmla="*/ 181 h 6345"/>
                  <a:gd name="connsiteX5" fmla="*/ 1000 w 6343"/>
                  <a:gd name="connsiteY5" fmla="*/ 1110 h 6345"/>
                  <a:gd name="connsiteX6" fmla="*/ 71 w 6343"/>
                  <a:gd name="connsiteY6" fmla="*/ 3353 h 6345"/>
                  <a:gd name="connsiteX7" fmla="*/ 1000 w 6343"/>
                  <a:gd name="connsiteY7" fmla="*/ 5597 h 6345"/>
                  <a:gd name="connsiteX8" fmla="*/ 3243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43" y="6526"/>
                    </a:moveTo>
                    <a:cubicBezTo>
                      <a:pt x="4084" y="6526"/>
                      <a:pt x="4891" y="6192"/>
                      <a:pt x="5485" y="5597"/>
                    </a:cubicBezTo>
                    <a:cubicBezTo>
                      <a:pt x="6080" y="5002"/>
                      <a:pt x="6414" y="4195"/>
                      <a:pt x="6414" y="3353"/>
                    </a:cubicBezTo>
                    <a:cubicBezTo>
                      <a:pt x="6414" y="2512"/>
                      <a:pt x="6080" y="1705"/>
                      <a:pt x="5485" y="1110"/>
                    </a:cubicBezTo>
                    <a:cubicBezTo>
                      <a:pt x="4891" y="515"/>
                      <a:pt x="4084" y="181"/>
                      <a:pt x="3243" y="181"/>
                    </a:cubicBezTo>
                    <a:cubicBezTo>
                      <a:pt x="2402" y="181"/>
                      <a:pt x="1595" y="515"/>
                      <a:pt x="1000" y="1110"/>
                    </a:cubicBezTo>
                    <a:cubicBezTo>
                      <a:pt x="405" y="1705"/>
                      <a:pt x="71" y="2512"/>
                      <a:pt x="71" y="3353"/>
                    </a:cubicBezTo>
                    <a:cubicBezTo>
                      <a:pt x="71" y="4195"/>
                      <a:pt x="405" y="5002"/>
                      <a:pt x="1000" y="5597"/>
                    </a:cubicBezTo>
                    <a:cubicBezTo>
                      <a:pt x="1595" y="6192"/>
                      <a:pt x="2402" y="6526"/>
                      <a:pt x="3243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53" name="Freeform: Shape 10052">
                <a:extLst>
                  <a:ext uri="{FF2B5EF4-FFF2-40B4-BE49-F238E27FC236}">
                    <a16:creationId xmlns:a16="http://schemas.microsoft.com/office/drawing/2014/main" id="{C8612A8B-9C6E-50BD-B6E5-A218A9F3C6EC}"/>
                  </a:ext>
                </a:extLst>
              </p:cNvPr>
              <p:cNvSpPr/>
              <p:nvPr/>
            </p:nvSpPr>
            <p:spPr>
              <a:xfrm>
                <a:off x="7311113" y="5759115"/>
                <a:ext cx="6343" cy="6345"/>
              </a:xfrm>
              <a:custGeom>
                <a:avLst/>
                <a:gdLst>
                  <a:gd name="connsiteX0" fmla="*/ 3243 w 6343"/>
                  <a:gd name="connsiteY0" fmla="*/ 6525 h 6345"/>
                  <a:gd name="connsiteX1" fmla="*/ 5485 w 6343"/>
                  <a:gd name="connsiteY1" fmla="*/ 5596 h 6345"/>
                  <a:gd name="connsiteX2" fmla="*/ 6414 w 6343"/>
                  <a:gd name="connsiteY2" fmla="*/ 3352 h 6345"/>
                  <a:gd name="connsiteX3" fmla="*/ 5485 w 6343"/>
                  <a:gd name="connsiteY3" fmla="*/ 1109 h 6345"/>
                  <a:gd name="connsiteX4" fmla="*/ 3243 w 6343"/>
                  <a:gd name="connsiteY4" fmla="*/ 180 h 6345"/>
                  <a:gd name="connsiteX5" fmla="*/ 1000 w 6343"/>
                  <a:gd name="connsiteY5" fmla="*/ 1109 h 6345"/>
                  <a:gd name="connsiteX6" fmla="*/ 71 w 6343"/>
                  <a:gd name="connsiteY6" fmla="*/ 3352 h 6345"/>
                  <a:gd name="connsiteX7" fmla="*/ 1000 w 6343"/>
                  <a:gd name="connsiteY7" fmla="*/ 5596 h 6345"/>
                  <a:gd name="connsiteX8" fmla="*/ 324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43" y="6525"/>
                    </a:moveTo>
                    <a:cubicBezTo>
                      <a:pt x="4084" y="6525"/>
                      <a:pt x="4891" y="6191"/>
                      <a:pt x="5485" y="5596"/>
                    </a:cubicBezTo>
                    <a:cubicBezTo>
                      <a:pt x="6080" y="5001"/>
                      <a:pt x="6414" y="4194"/>
                      <a:pt x="6414" y="3352"/>
                    </a:cubicBezTo>
                    <a:cubicBezTo>
                      <a:pt x="6414" y="2511"/>
                      <a:pt x="6080" y="1704"/>
                      <a:pt x="5485" y="1109"/>
                    </a:cubicBezTo>
                    <a:cubicBezTo>
                      <a:pt x="4891" y="514"/>
                      <a:pt x="4084" y="180"/>
                      <a:pt x="3243" y="180"/>
                    </a:cubicBezTo>
                    <a:cubicBezTo>
                      <a:pt x="2402" y="180"/>
                      <a:pt x="1595" y="514"/>
                      <a:pt x="1000" y="1109"/>
                    </a:cubicBezTo>
                    <a:cubicBezTo>
                      <a:pt x="405" y="1704"/>
                      <a:pt x="71" y="2511"/>
                      <a:pt x="71" y="3352"/>
                    </a:cubicBezTo>
                    <a:cubicBezTo>
                      <a:pt x="71" y="4194"/>
                      <a:pt x="405" y="5001"/>
                      <a:pt x="1000" y="5596"/>
                    </a:cubicBezTo>
                    <a:cubicBezTo>
                      <a:pt x="1595" y="6191"/>
                      <a:pt x="2402" y="6525"/>
                      <a:pt x="324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54" name="Freeform: Shape 10053">
                <a:extLst>
                  <a:ext uri="{FF2B5EF4-FFF2-40B4-BE49-F238E27FC236}">
                    <a16:creationId xmlns:a16="http://schemas.microsoft.com/office/drawing/2014/main" id="{076B0674-6889-D3A6-64E3-1F72BD152A35}"/>
                  </a:ext>
                </a:extLst>
              </p:cNvPr>
              <p:cNvSpPr/>
              <p:nvPr/>
            </p:nvSpPr>
            <p:spPr>
              <a:xfrm>
                <a:off x="7308976" y="5745868"/>
                <a:ext cx="6343" cy="6345"/>
              </a:xfrm>
              <a:custGeom>
                <a:avLst/>
                <a:gdLst>
                  <a:gd name="connsiteX0" fmla="*/ 3242 w 6343"/>
                  <a:gd name="connsiteY0" fmla="*/ 6524 h 6345"/>
                  <a:gd name="connsiteX1" fmla="*/ 5485 w 6343"/>
                  <a:gd name="connsiteY1" fmla="*/ 5595 h 6345"/>
                  <a:gd name="connsiteX2" fmla="*/ 6414 w 6343"/>
                  <a:gd name="connsiteY2" fmla="*/ 3351 h 6345"/>
                  <a:gd name="connsiteX3" fmla="*/ 5485 w 6343"/>
                  <a:gd name="connsiteY3" fmla="*/ 1108 h 6345"/>
                  <a:gd name="connsiteX4" fmla="*/ 3242 w 6343"/>
                  <a:gd name="connsiteY4" fmla="*/ 179 h 6345"/>
                  <a:gd name="connsiteX5" fmla="*/ 1000 w 6343"/>
                  <a:gd name="connsiteY5" fmla="*/ 1108 h 6345"/>
                  <a:gd name="connsiteX6" fmla="*/ 71 w 6343"/>
                  <a:gd name="connsiteY6" fmla="*/ 3351 h 6345"/>
                  <a:gd name="connsiteX7" fmla="*/ 1000 w 6343"/>
                  <a:gd name="connsiteY7" fmla="*/ 5595 h 6345"/>
                  <a:gd name="connsiteX8" fmla="*/ 324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42" y="6524"/>
                    </a:moveTo>
                    <a:cubicBezTo>
                      <a:pt x="4084" y="6524"/>
                      <a:pt x="4890" y="6190"/>
                      <a:pt x="5485" y="5595"/>
                    </a:cubicBezTo>
                    <a:cubicBezTo>
                      <a:pt x="6080" y="5000"/>
                      <a:pt x="6414" y="4193"/>
                      <a:pt x="6414" y="3351"/>
                    </a:cubicBezTo>
                    <a:cubicBezTo>
                      <a:pt x="6414" y="2510"/>
                      <a:pt x="6080" y="1703"/>
                      <a:pt x="5485" y="1108"/>
                    </a:cubicBezTo>
                    <a:cubicBezTo>
                      <a:pt x="4890" y="513"/>
                      <a:pt x="4084" y="179"/>
                      <a:pt x="3242" y="179"/>
                    </a:cubicBezTo>
                    <a:cubicBezTo>
                      <a:pt x="2401" y="179"/>
                      <a:pt x="1595" y="513"/>
                      <a:pt x="1000" y="1108"/>
                    </a:cubicBezTo>
                    <a:cubicBezTo>
                      <a:pt x="405" y="1703"/>
                      <a:pt x="71" y="2510"/>
                      <a:pt x="71" y="3351"/>
                    </a:cubicBezTo>
                    <a:cubicBezTo>
                      <a:pt x="71" y="4193"/>
                      <a:pt x="405" y="5000"/>
                      <a:pt x="1000" y="5595"/>
                    </a:cubicBezTo>
                    <a:cubicBezTo>
                      <a:pt x="1595" y="6190"/>
                      <a:pt x="2401" y="6524"/>
                      <a:pt x="324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55" name="Freeform: Shape 10054">
                <a:extLst>
                  <a:ext uri="{FF2B5EF4-FFF2-40B4-BE49-F238E27FC236}">
                    <a16:creationId xmlns:a16="http://schemas.microsoft.com/office/drawing/2014/main" id="{461A7E46-48F9-8489-34E3-834E3D85AFE3}"/>
                  </a:ext>
                </a:extLst>
              </p:cNvPr>
              <p:cNvSpPr/>
              <p:nvPr/>
            </p:nvSpPr>
            <p:spPr>
              <a:xfrm>
                <a:off x="7306307" y="5732740"/>
                <a:ext cx="6343" cy="6345"/>
              </a:xfrm>
              <a:custGeom>
                <a:avLst/>
                <a:gdLst>
                  <a:gd name="connsiteX0" fmla="*/ 3242 w 6343"/>
                  <a:gd name="connsiteY0" fmla="*/ 6523 h 6345"/>
                  <a:gd name="connsiteX1" fmla="*/ 5485 w 6343"/>
                  <a:gd name="connsiteY1" fmla="*/ 5594 h 6345"/>
                  <a:gd name="connsiteX2" fmla="*/ 6414 w 6343"/>
                  <a:gd name="connsiteY2" fmla="*/ 3350 h 6345"/>
                  <a:gd name="connsiteX3" fmla="*/ 5485 w 6343"/>
                  <a:gd name="connsiteY3" fmla="*/ 1107 h 6345"/>
                  <a:gd name="connsiteX4" fmla="*/ 3242 w 6343"/>
                  <a:gd name="connsiteY4" fmla="*/ 178 h 6345"/>
                  <a:gd name="connsiteX5" fmla="*/ 1000 w 6343"/>
                  <a:gd name="connsiteY5" fmla="*/ 1107 h 6345"/>
                  <a:gd name="connsiteX6" fmla="*/ 71 w 6343"/>
                  <a:gd name="connsiteY6" fmla="*/ 3350 h 6345"/>
                  <a:gd name="connsiteX7" fmla="*/ 1000 w 6343"/>
                  <a:gd name="connsiteY7" fmla="*/ 5594 h 6345"/>
                  <a:gd name="connsiteX8" fmla="*/ 3242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42" y="6523"/>
                    </a:moveTo>
                    <a:cubicBezTo>
                      <a:pt x="4083" y="6523"/>
                      <a:pt x="4890" y="6189"/>
                      <a:pt x="5485" y="5594"/>
                    </a:cubicBezTo>
                    <a:cubicBezTo>
                      <a:pt x="6080" y="4999"/>
                      <a:pt x="6414" y="4192"/>
                      <a:pt x="6414" y="3350"/>
                    </a:cubicBezTo>
                    <a:cubicBezTo>
                      <a:pt x="6414" y="2509"/>
                      <a:pt x="6080" y="1702"/>
                      <a:pt x="5485" y="1107"/>
                    </a:cubicBezTo>
                    <a:cubicBezTo>
                      <a:pt x="4890" y="512"/>
                      <a:pt x="4083" y="178"/>
                      <a:pt x="3242" y="178"/>
                    </a:cubicBezTo>
                    <a:cubicBezTo>
                      <a:pt x="2401" y="178"/>
                      <a:pt x="1594" y="512"/>
                      <a:pt x="1000" y="1107"/>
                    </a:cubicBezTo>
                    <a:cubicBezTo>
                      <a:pt x="405" y="1702"/>
                      <a:pt x="71" y="2509"/>
                      <a:pt x="71" y="3350"/>
                    </a:cubicBezTo>
                    <a:cubicBezTo>
                      <a:pt x="71" y="4192"/>
                      <a:pt x="405" y="4999"/>
                      <a:pt x="1000" y="5594"/>
                    </a:cubicBezTo>
                    <a:cubicBezTo>
                      <a:pt x="1594" y="6189"/>
                      <a:pt x="2401" y="6523"/>
                      <a:pt x="3242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56" name="Freeform: Shape 10055">
                <a:extLst>
                  <a:ext uri="{FF2B5EF4-FFF2-40B4-BE49-F238E27FC236}">
                    <a16:creationId xmlns:a16="http://schemas.microsoft.com/office/drawing/2014/main" id="{E963C7EB-9F28-775E-DA75-DC56057AEBC2}"/>
                  </a:ext>
                </a:extLst>
              </p:cNvPr>
              <p:cNvSpPr/>
              <p:nvPr/>
            </p:nvSpPr>
            <p:spPr>
              <a:xfrm>
                <a:off x="8131641" y="5366408"/>
                <a:ext cx="6343" cy="6345"/>
              </a:xfrm>
              <a:custGeom>
                <a:avLst/>
                <a:gdLst>
                  <a:gd name="connsiteX0" fmla="*/ 3307 w 6343"/>
                  <a:gd name="connsiteY0" fmla="*/ 6494 h 6345"/>
                  <a:gd name="connsiteX1" fmla="*/ 5550 w 6343"/>
                  <a:gd name="connsiteY1" fmla="*/ 5565 h 6345"/>
                  <a:gd name="connsiteX2" fmla="*/ 6479 w 6343"/>
                  <a:gd name="connsiteY2" fmla="*/ 3321 h 6345"/>
                  <a:gd name="connsiteX3" fmla="*/ 5550 w 6343"/>
                  <a:gd name="connsiteY3" fmla="*/ 1078 h 6345"/>
                  <a:gd name="connsiteX4" fmla="*/ 3307 w 6343"/>
                  <a:gd name="connsiteY4" fmla="*/ 149 h 6345"/>
                  <a:gd name="connsiteX5" fmla="*/ 1065 w 6343"/>
                  <a:gd name="connsiteY5" fmla="*/ 1078 h 6345"/>
                  <a:gd name="connsiteX6" fmla="*/ 136 w 6343"/>
                  <a:gd name="connsiteY6" fmla="*/ 3321 h 6345"/>
                  <a:gd name="connsiteX7" fmla="*/ 1065 w 6343"/>
                  <a:gd name="connsiteY7" fmla="*/ 5565 h 6345"/>
                  <a:gd name="connsiteX8" fmla="*/ 3307 w 6343"/>
                  <a:gd name="connsiteY8" fmla="*/ 64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7" y="6494"/>
                    </a:moveTo>
                    <a:cubicBezTo>
                      <a:pt x="4148" y="6494"/>
                      <a:pt x="4955" y="6160"/>
                      <a:pt x="5550" y="5565"/>
                    </a:cubicBezTo>
                    <a:cubicBezTo>
                      <a:pt x="6145" y="4970"/>
                      <a:pt x="6479" y="4163"/>
                      <a:pt x="6479" y="3321"/>
                    </a:cubicBezTo>
                    <a:cubicBezTo>
                      <a:pt x="6479" y="2480"/>
                      <a:pt x="6145" y="1673"/>
                      <a:pt x="5550" y="1078"/>
                    </a:cubicBezTo>
                    <a:cubicBezTo>
                      <a:pt x="4955" y="483"/>
                      <a:pt x="4148" y="149"/>
                      <a:pt x="3307" y="149"/>
                    </a:cubicBezTo>
                    <a:cubicBezTo>
                      <a:pt x="2466" y="149"/>
                      <a:pt x="1659" y="483"/>
                      <a:pt x="1065" y="1078"/>
                    </a:cubicBezTo>
                    <a:cubicBezTo>
                      <a:pt x="470" y="1673"/>
                      <a:pt x="136" y="2480"/>
                      <a:pt x="136" y="3321"/>
                    </a:cubicBezTo>
                    <a:cubicBezTo>
                      <a:pt x="136" y="4163"/>
                      <a:pt x="470" y="4970"/>
                      <a:pt x="1065" y="5565"/>
                    </a:cubicBezTo>
                    <a:cubicBezTo>
                      <a:pt x="1659" y="6160"/>
                      <a:pt x="2466" y="6494"/>
                      <a:pt x="3307" y="64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57" name="Freeform: Shape 10056">
                <a:extLst>
                  <a:ext uri="{FF2B5EF4-FFF2-40B4-BE49-F238E27FC236}">
                    <a16:creationId xmlns:a16="http://schemas.microsoft.com/office/drawing/2014/main" id="{358A5015-9D3A-F989-21EC-A358C6F3BDC2}"/>
                  </a:ext>
                </a:extLst>
              </p:cNvPr>
              <p:cNvSpPr/>
              <p:nvPr/>
            </p:nvSpPr>
            <p:spPr>
              <a:xfrm>
                <a:off x="8132603" y="5358282"/>
                <a:ext cx="6343" cy="6345"/>
              </a:xfrm>
              <a:custGeom>
                <a:avLst/>
                <a:gdLst>
                  <a:gd name="connsiteX0" fmla="*/ 3307 w 6343"/>
                  <a:gd name="connsiteY0" fmla="*/ 6493 h 6345"/>
                  <a:gd name="connsiteX1" fmla="*/ 5550 w 6343"/>
                  <a:gd name="connsiteY1" fmla="*/ 5564 h 6345"/>
                  <a:gd name="connsiteX2" fmla="*/ 6479 w 6343"/>
                  <a:gd name="connsiteY2" fmla="*/ 3321 h 6345"/>
                  <a:gd name="connsiteX3" fmla="*/ 5550 w 6343"/>
                  <a:gd name="connsiteY3" fmla="*/ 1077 h 6345"/>
                  <a:gd name="connsiteX4" fmla="*/ 3307 w 6343"/>
                  <a:gd name="connsiteY4" fmla="*/ 148 h 6345"/>
                  <a:gd name="connsiteX5" fmla="*/ 1065 w 6343"/>
                  <a:gd name="connsiteY5" fmla="*/ 1077 h 6345"/>
                  <a:gd name="connsiteX6" fmla="*/ 136 w 6343"/>
                  <a:gd name="connsiteY6" fmla="*/ 3321 h 6345"/>
                  <a:gd name="connsiteX7" fmla="*/ 1065 w 6343"/>
                  <a:gd name="connsiteY7" fmla="*/ 5564 h 6345"/>
                  <a:gd name="connsiteX8" fmla="*/ 3307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7" y="6493"/>
                    </a:moveTo>
                    <a:cubicBezTo>
                      <a:pt x="4149" y="6493"/>
                      <a:pt x="4955" y="6159"/>
                      <a:pt x="5550" y="5564"/>
                    </a:cubicBezTo>
                    <a:cubicBezTo>
                      <a:pt x="6145" y="4969"/>
                      <a:pt x="6479" y="4162"/>
                      <a:pt x="6479" y="3321"/>
                    </a:cubicBezTo>
                    <a:cubicBezTo>
                      <a:pt x="6479" y="2479"/>
                      <a:pt x="6145" y="1672"/>
                      <a:pt x="5550" y="1077"/>
                    </a:cubicBezTo>
                    <a:cubicBezTo>
                      <a:pt x="4955" y="482"/>
                      <a:pt x="4149" y="148"/>
                      <a:pt x="3307" y="148"/>
                    </a:cubicBezTo>
                    <a:cubicBezTo>
                      <a:pt x="2466" y="148"/>
                      <a:pt x="1660" y="482"/>
                      <a:pt x="1065" y="1077"/>
                    </a:cubicBezTo>
                    <a:cubicBezTo>
                      <a:pt x="470" y="1672"/>
                      <a:pt x="136" y="2479"/>
                      <a:pt x="136" y="3321"/>
                    </a:cubicBezTo>
                    <a:cubicBezTo>
                      <a:pt x="136" y="4162"/>
                      <a:pt x="470" y="4969"/>
                      <a:pt x="1065" y="5564"/>
                    </a:cubicBezTo>
                    <a:cubicBezTo>
                      <a:pt x="1660" y="6159"/>
                      <a:pt x="2466" y="6493"/>
                      <a:pt x="3307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58" name="Freeform: Shape 10057">
                <a:extLst>
                  <a:ext uri="{FF2B5EF4-FFF2-40B4-BE49-F238E27FC236}">
                    <a16:creationId xmlns:a16="http://schemas.microsoft.com/office/drawing/2014/main" id="{DE676FB1-1BB3-6542-CDB6-1E627B30AF09}"/>
                  </a:ext>
                </a:extLst>
              </p:cNvPr>
              <p:cNvSpPr/>
              <p:nvPr/>
            </p:nvSpPr>
            <p:spPr>
              <a:xfrm>
                <a:off x="8133426" y="5350178"/>
                <a:ext cx="6343" cy="6345"/>
              </a:xfrm>
              <a:custGeom>
                <a:avLst/>
                <a:gdLst>
                  <a:gd name="connsiteX0" fmla="*/ 3307 w 6343"/>
                  <a:gd name="connsiteY0" fmla="*/ 6493 h 6345"/>
                  <a:gd name="connsiteX1" fmla="*/ 5550 w 6343"/>
                  <a:gd name="connsiteY1" fmla="*/ 5564 h 6345"/>
                  <a:gd name="connsiteX2" fmla="*/ 6479 w 6343"/>
                  <a:gd name="connsiteY2" fmla="*/ 3320 h 6345"/>
                  <a:gd name="connsiteX3" fmla="*/ 5550 w 6343"/>
                  <a:gd name="connsiteY3" fmla="*/ 1077 h 6345"/>
                  <a:gd name="connsiteX4" fmla="*/ 3307 w 6343"/>
                  <a:gd name="connsiteY4" fmla="*/ 147 h 6345"/>
                  <a:gd name="connsiteX5" fmla="*/ 1065 w 6343"/>
                  <a:gd name="connsiteY5" fmla="*/ 1077 h 6345"/>
                  <a:gd name="connsiteX6" fmla="*/ 136 w 6343"/>
                  <a:gd name="connsiteY6" fmla="*/ 3320 h 6345"/>
                  <a:gd name="connsiteX7" fmla="*/ 1065 w 6343"/>
                  <a:gd name="connsiteY7" fmla="*/ 5564 h 6345"/>
                  <a:gd name="connsiteX8" fmla="*/ 3307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7" y="6493"/>
                    </a:moveTo>
                    <a:cubicBezTo>
                      <a:pt x="4149" y="6493"/>
                      <a:pt x="4955" y="6159"/>
                      <a:pt x="5550" y="5564"/>
                    </a:cubicBezTo>
                    <a:cubicBezTo>
                      <a:pt x="6145" y="4969"/>
                      <a:pt x="6479" y="4162"/>
                      <a:pt x="6479" y="3320"/>
                    </a:cubicBezTo>
                    <a:cubicBezTo>
                      <a:pt x="6479" y="2479"/>
                      <a:pt x="6145" y="1672"/>
                      <a:pt x="5550" y="1077"/>
                    </a:cubicBezTo>
                    <a:cubicBezTo>
                      <a:pt x="4955" y="482"/>
                      <a:pt x="4149" y="147"/>
                      <a:pt x="3307" y="147"/>
                    </a:cubicBezTo>
                    <a:cubicBezTo>
                      <a:pt x="2466" y="147"/>
                      <a:pt x="1660" y="482"/>
                      <a:pt x="1065" y="1077"/>
                    </a:cubicBezTo>
                    <a:cubicBezTo>
                      <a:pt x="470" y="1672"/>
                      <a:pt x="136" y="2479"/>
                      <a:pt x="136" y="3320"/>
                    </a:cubicBezTo>
                    <a:cubicBezTo>
                      <a:pt x="136" y="4162"/>
                      <a:pt x="470" y="4969"/>
                      <a:pt x="1065" y="5564"/>
                    </a:cubicBezTo>
                    <a:cubicBezTo>
                      <a:pt x="1660" y="6159"/>
                      <a:pt x="2466" y="6493"/>
                      <a:pt x="3307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59" name="Freeform: Shape 10058">
                <a:extLst>
                  <a:ext uri="{FF2B5EF4-FFF2-40B4-BE49-F238E27FC236}">
                    <a16:creationId xmlns:a16="http://schemas.microsoft.com/office/drawing/2014/main" id="{0F32ADCE-1791-6CF2-D179-5AE0F53E06F0}"/>
                  </a:ext>
                </a:extLst>
              </p:cNvPr>
              <p:cNvSpPr/>
              <p:nvPr/>
            </p:nvSpPr>
            <p:spPr>
              <a:xfrm>
                <a:off x="8134362" y="5342084"/>
                <a:ext cx="6343" cy="6345"/>
              </a:xfrm>
              <a:custGeom>
                <a:avLst/>
                <a:gdLst>
                  <a:gd name="connsiteX0" fmla="*/ 3308 w 6343"/>
                  <a:gd name="connsiteY0" fmla="*/ 6492 h 6345"/>
                  <a:gd name="connsiteX1" fmla="*/ 5550 w 6343"/>
                  <a:gd name="connsiteY1" fmla="*/ 5563 h 6345"/>
                  <a:gd name="connsiteX2" fmla="*/ 6479 w 6343"/>
                  <a:gd name="connsiteY2" fmla="*/ 3319 h 6345"/>
                  <a:gd name="connsiteX3" fmla="*/ 5550 w 6343"/>
                  <a:gd name="connsiteY3" fmla="*/ 1076 h 6345"/>
                  <a:gd name="connsiteX4" fmla="*/ 3308 w 6343"/>
                  <a:gd name="connsiteY4" fmla="*/ 147 h 6345"/>
                  <a:gd name="connsiteX5" fmla="*/ 1065 w 6343"/>
                  <a:gd name="connsiteY5" fmla="*/ 1076 h 6345"/>
                  <a:gd name="connsiteX6" fmla="*/ 136 w 6343"/>
                  <a:gd name="connsiteY6" fmla="*/ 3319 h 6345"/>
                  <a:gd name="connsiteX7" fmla="*/ 1065 w 6343"/>
                  <a:gd name="connsiteY7" fmla="*/ 5563 h 6345"/>
                  <a:gd name="connsiteX8" fmla="*/ 3308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492"/>
                    </a:moveTo>
                    <a:cubicBezTo>
                      <a:pt x="4149" y="6492"/>
                      <a:pt x="4955" y="6158"/>
                      <a:pt x="5550" y="5563"/>
                    </a:cubicBezTo>
                    <a:cubicBezTo>
                      <a:pt x="6145" y="4968"/>
                      <a:pt x="6479" y="4161"/>
                      <a:pt x="6479" y="3319"/>
                    </a:cubicBezTo>
                    <a:cubicBezTo>
                      <a:pt x="6479" y="2478"/>
                      <a:pt x="6145" y="1671"/>
                      <a:pt x="5550" y="1076"/>
                    </a:cubicBezTo>
                    <a:cubicBezTo>
                      <a:pt x="4955" y="481"/>
                      <a:pt x="4149" y="147"/>
                      <a:pt x="3308" y="147"/>
                    </a:cubicBezTo>
                    <a:cubicBezTo>
                      <a:pt x="2466" y="147"/>
                      <a:pt x="1660" y="481"/>
                      <a:pt x="1065" y="1076"/>
                    </a:cubicBezTo>
                    <a:cubicBezTo>
                      <a:pt x="470" y="1671"/>
                      <a:pt x="136" y="2478"/>
                      <a:pt x="136" y="3319"/>
                    </a:cubicBezTo>
                    <a:cubicBezTo>
                      <a:pt x="136" y="4161"/>
                      <a:pt x="470" y="4968"/>
                      <a:pt x="1065" y="5563"/>
                    </a:cubicBezTo>
                    <a:cubicBezTo>
                      <a:pt x="1660" y="6158"/>
                      <a:pt x="2466" y="6492"/>
                      <a:pt x="3308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60" name="Freeform: Shape 10059">
                <a:extLst>
                  <a:ext uri="{FF2B5EF4-FFF2-40B4-BE49-F238E27FC236}">
                    <a16:creationId xmlns:a16="http://schemas.microsoft.com/office/drawing/2014/main" id="{C7D33666-C697-7852-5F37-B84C6852B448}"/>
                  </a:ext>
                </a:extLst>
              </p:cNvPr>
              <p:cNvSpPr/>
              <p:nvPr/>
            </p:nvSpPr>
            <p:spPr>
              <a:xfrm>
                <a:off x="8135599" y="5333996"/>
                <a:ext cx="6343" cy="6345"/>
              </a:xfrm>
              <a:custGeom>
                <a:avLst/>
                <a:gdLst>
                  <a:gd name="connsiteX0" fmla="*/ 3308 w 6343"/>
                  <a:gd name="connsiteY0" fmla="*/ 6492 h 6345"/>
                  <a:gd name="connsiteX1" fmla="*/ 5550 w 6343"/>
                  <a:gd name="connsiteY1" fmla="*/ 5562 h 6345"/>
                  <a:gd name="connsiteX2" fmla="*/ 6479 w 6343"/>
                  <a:gd name="connsiteY2" fmla="*/ 3319 h 6345"/>
                  <a:gd name="connsiteX3" fmla="*/ 5550 w 6343"/>
                  <a:gd name="connsiteY3" fmla="*/ 1075 h 6345"/>
                  <a:gd name="connsiteX4" fmla="*/ 3308 w 6343"/>
                  <a:gd name="connsiteY4" fmla="*/ 146 h 6345"/>
                  <a:gd name="connsiteX5" fmla="*/ 1065 w 6343"/>
                  <a:gd name="connsiteY5" fmla="*/ 1075 h 6345"/>
                  <a:gd name="connsiteX6" fmla="*/ 136 w 6343"/>
                  <a:gd name="connsiteY6" fmla="*/ 3319 h 6345"/>
                  <a:gd name="connsiteX7" fmla="*/ 1065 w 6343"/>
                  <a:gd name="connsiteY7" fmla="*/ 5562 h 6345"/>
                  <a:gd name="connsiteX8" fmla="*/ 3308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492"/>
                    </a:moveTo>
                    <a:cubicBezTo>
                      <a:pt x="4149" y="6492"/>
                      <a:pt x="4956" y="6157"/>
                      <a:pt x="5550" y="5562"/>
                    </a:cubicBezTo>
                    <a:cubicBezTo>
                      <a:pt x="6145" y="4967"/>
                      <a:pt x="6479" y="4160"/>
                      <a:pt x="6479" y="3319"/>
                    </a:cubicBezTo>
                    <a:cubicBezTo>
                      <a:pt x="6479" y="2477"/>
                      <a:pt x="6145" y="1670"/>
                      <a:pt x="5550" y="1075"/>
                    </a:cubicBezTo>
                    <a:cubicBezTo>
                      <a:pt x="4956" y="480"/>
                      <a:pt x="4149" y="146"/>
                      <a:pt x="3308" y="146"/>
                    </a:cubicBezTo>
                    <a:cubicBezTo>
                      <a:pt x="2467" y="146"/>
                      <a:pt x="1660" y="480"/>
                      <a:pt x="1065" y="1075"/>
                    </a:cubicBezTo>
                    <a:cubicBezTo>
                      <a:pt x="470" y="1670"/>
                      <a:pt x="136" y="2477"/>
                      <a:pt x="136" y="3319"/>
                    </a:cubicBezTo>
                    <a:cubicBezTo>
                      <a:pt x="136" y="4160"/>
                      <a:pt x="470" y="4967"/>
                      <a:pt x="1065" y="5562"/>
                    </a:cubicBezTo>
                    <a:cubicBezTo>
                      <a:pt x="1660" y="6157"/>
                      <a:pt x="2467" y="6492"/>
                      <a:pt x="3308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61" name="Freeform: Shape 10060">
                <a:extLst>
                  <a:ext uri="{FF2B5EF4-FFF2-40B4-BE49-F238E27FC236}">
                    <a16:creationId xmlns:a16="http://schemas.microsoft.com/office/drawing/2014/main" id="{B8D5AFA4-BE3D-9353-78E0-569DF87C11A2}"/>
                  </a:ext>
                </a:extLst>
              </p:cNvPr>
              <p:cNvSpPr/>
              <p:nvPr/>
            </p:nvSpPr>
            <p:spPr>
              <a:xfrm>
                <a:off x="8135881" y="5325949"/>
                <a:ext cx="6343" cy="6345"/>
              </a:xfrm>
              <a:custGeom>
                <a:avLst/>
                <a:gdLst>
                  <a:gd name="connsiteX0" fmla="*/ 3308 w 6343"/>
                  <a:gd name="connsiteY0" fmla="*/ 6491 h 6345"/>
                  <a:gd name="connsiteX1" fmla="*/ 5550 w 6343"/>
                  <a:gd name="connsiteY1" fmla="*/ 5562 h 6345"/>
                  <a:gd name="connsiteX2" fmla="*/ 6479 w 6343"/>
                  <a:gd name="connsiteY2" fmla="*/ 3318 h 6345"/>
                  <a:gd name="connsiteX3" fmla="*/ 5550 w 6343"/>
                  <a:gd name="connsiteY3" fmla="*/ 1075 h 6345"/>
                  <a:gd name="connsiteX4" fmla="*/ 3308 w 6343"/>
                  <a:gd name="connsiteY4" fmla="*/ 145 h 6345"/>
                  <a:gd name="connsiteX5" fmla="*/ 1065 w 6343"/>
                  <a:gd name="connsiteY5" fmla="*/ 1075 h 6345"/>
                  <a:gd name="connsiteX6" fmla="*/ 136 w 6343"/>
                  <a:gd name="connsiteY6" fmla="*/ 3318 h 6345"/>
                  <a:gd name="connsiteX7" fmla="*/ 1065 w 6343"/>
                  <a:gd name="connsiteY7" fmla="*/ 5562 h 6345"/>
                  <a:gd name="connsiteX8" fmla="*/ 3308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491"/>
                    </a:moveTo>
                    <a:cubicBezTo>
                      <a:pt x="4149" y="6491"/>
                      <a:pt x="4956" y="6157"/>
                      <a:pt x="5550" y="5562"/>
                    </a:cubicBezTo>
                    <a:cubicBezTo>
                      <a:pt x="6145" y="4967"/>
                      <a:pt x="6479" y="4160"/>
                      <a:pt x="6479" y="3318"/>
                    </a:cubicBezTo>
                    <a:cubicBezTo>
                      <a:pt x="6479" y="2477"/>
                      <a:pt x="6145" y="1670"/>
                      <a:pt x="5550" y="1075"/>
                    </a:cubicBezTo>
                    <a:cubicBezTo>
                      <a:pt x="4956" y="480"/>
                      <a:pt x="4149" y="145"/>
                      <a:pt x="3308" y="145"/>
                    </a:cubicBezTo>
                    <a:cubicBezTo>
                      <a:pt x="2467" y="145"/>
                      <a:pt x="1660" y="480"/>
                      <a:pt x="1065" y="1075"/>
                    </a:cubicBezTo>
                    <a:cubicBezTo>
                      <a:pt x="470" y="1670"/>
                      <a:pt x="136" y="2477"/>
                      <a:pt x="136" y="3318"/>
                    </a:cubicBezTo>
                    <a:cubicBezTo>
                      <a:pt x="136" y="4160"/>
                      <a:pt x="470" y="4967"/>
                      <a:pt x="1065" y="5562"/>
                    </a:cubicBezTo>
                    <a:cubicBezTo>
                      <a:pt x="1660" y="6157"/>
                      <a:pt x="2467" y="6491"/>
                      <a:pt x="3308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62" name="Freeform: Shape 10061">
                <a:extLst>
                  <a:ext uri="{FF2B5EF4-FFF2-40B4-BE49-F238E27FC236}">
                    <a16:creationId xmlns:a16="http://schemas.microsoft.com/office/drawing/2014/main" id="{9F8DE7A3-2319-3295-991B-3863BF51E167}"/>
                  </a:ext>
                </a:extLst>
              </p:cNvPr>
              <p:cNvSpPr/>
              <p:nvPr/>
            </p:nvSpPr>
            <p:spPr>
              <a:xfrm>
                <a:off x="8135647" y="5317918"/>
                <a:ext cx="6343" cy="6345"/>
              </a:xfrm>
              <a:custGeom>
                <a:avLst/>
                <a:gdLst>
                  <a:gd name="connsiteX0" fmla="*/ 3308 w 6343"/>
                  <a:gd name="connsiteY0" fmla="*/ 6490 h 6345"/>
                  <a:gd name="connsiteX1" fmla="*/ 5550 w 6343"/>
                  <a:gd name="connsiteY1" fmla="*/ 5561 h 6345"/>
                  <a:gd name="connsiteX2" fmla="*/ 6479 w 6343"/>
                  <a:gd name="connsiteY2" fmla="*/ 3318 h 6345"/>
                  <a:gd name="connsiteX3" fmla="*/ 5550 w 6343"/>
                  <a:gd name="connsiteY3" fmla="*/ 1074 h 6345"/>
                  <a:gd name="connsiteX4" fmla="*/ 3308 w 6343"/>
                  <a:gd name="connsiteY4" fmla="*/ 145 h 6345"/>
                  <a:gd name="connsiteX5" fmla="*/ 1065 w 6343"/>
                  <a:gd name="connsiteY5" fmla="*/ 1074 h 6345"/>
                  <a:gd name="connsiteX6" fmla="*/ 136 w 6343"/>
                  <a:gd name="connsiteY6" fmla="*/ 3318 h 6345"/>
                  <a:gd name="connsiteX7" fmla="*/ 1065 w 6343"/>
                  <a:gd name="connsiteY7" fmla="*/ 5561 h 6345"/>
                  <a:gd name="connsiteX8" fmla="*/ 3308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490"/>
                    </a:moveTo>
                    <a:cubicBezTo>
                      <a:pt x="4149" y="6490"/>
                      <a:pt x="4956" y="6156"/>
                      <a:pt x="5550" y="5561"/>
                    </a:cubicBezTo>
                    <a:cubicBezTo>
                      <a:pt x="6145" y="4966"/>
                      <a:pt x="6479" y="4159"/>
                      <a:pt x="6479" y="3318"/>
                    </a:cubicBezTo>
                    <a:cubicBezTo>
                      <a:pt x="6479" y="2476"/>
                      <a:pt x="6145" y="1669"/>
                      <a:pt x="5550" y="1074"/>
                    </a:cubicBezTo>
                    <a:cubicBezTo>
                      <a:pt x="4956" y="479"/>
                      <a:pt x="4149" y="145"/>
                      <a:pt x="3308" y="145"/>
                    </a:cubicBezTo>
                    <a:cubicBezTo>
                      <a:pt x="2467" y="145"/>
                      <a:pt x="1660" y="479"/>
                      <a:pt x="1065" y="1074"/>
                    </a:cubicBezTo>
                    <a:cubicBezTo>
                      <a:pt x="470" y="1669"/>
                      <a:pt x="136" y="2476"/>
                      <a:pt x="136" y="3318"/>
                    </a:cubicBezTo>
                    <a:cubicBezTo>
                      <a:pt x="136" y="4159"/>
                      <a:pt x="470" y="4966"/>
                      <a:pt x="1065" y="5561"/>
                    </a:cubicBezTo>
                    <a:cubicBezTo>
                      <a:pt x="1660" y="6156"/>
                      <a:pt x="2467" y="6490"/>
                      <a:pt x="3308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63" name="Freeform: Shape 10062">
                <a:extLst>
                  <a:ext uri="{FF2B5EF4-FFF2-40B4-BE49-F238E27FC236}">
                    <a16:creationId xmlns:a16="http://schemas.microsoft.com/office/drawing/2014/main" id="{199F4F64-5A34-8C63-7F33-9AEFE93BC1D2}"/>
                  </a:ext>
                </a:extLst>
              </p:cNvPr>
              <p:cNvSpPr/>
              <p:nvPr/>
            </p:nvSpPr>
            <p:spPr>
              <a:xfrm>
                <a:off x="8135210" y="5309889"/>
                <a:ext cx="6343" cy="6345"/>
              </a:xfrm>
              <a:custGeom>
                <a:avLst/>
                <a:gdLst>
                  <a:gd name="connsiteX0" fmla="*/ 3308 w 6343"/>
                  <a:gd name="connsiteY0" fmla="*/ 6490 h 6345"/>
                  <a:gd name="connsiteX1" fmla="*/ 5550 w 6343"/>
                  <a:gd name="connsiteY1" fmla="*/ 5560 h 6345"/>
                  <a:gd name="connsiteX2" fmla="*/ 6479 w 6343"/>
                  <a:gd name="connsiteY2" fmla="*/ 3317 h 6345"/>
                  <a:gd name="connsiteX3" fmla="*/ 5550 w 6343"/>
                  <a:gd name="connsiteY3" fmla="*/ 1073 h 6345"/>
                  <a:gd name="connsiteX4" fmla="*/ 3308 w 6343"/>
                  <a:gd name="connsiteY4" fmla="*/ 144 h 6345"/>
                  <a:gd name="connsiteX5" fmla="*/ 1065 w 6343"/>
                  <a:gd name="connsiteY5" fmla="*/ 1073 h 6345"/>
                  <a:gd name="connsiteX6" fmla="*/ 136 w 6343"/>
                  <a:gd name="connsiteY6" fmla="*/ 3317 h 6345"/>
                  <a:gd name="connsiteX7" fmla="*/ 1065 w 6343"/>
                  <a:gd name="connsiteY7" fmla="*/ 5560 h 6345"/>
                  <a:gd name="connsiteX8" fmla="*/ 3308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490"/>
                    </a:moveTo>
                    <a:cubicBezTo>
                      <a:pt x="4149" y="6490"/>
                      <a:pt x="4956" y="6155"/>
                      <a:pt x="5550" y="5560"/>
                    </a:cubicBezTo>
                    <a:cubicBezTo>
                      <a:pt x="6145" y="4965"/>
                      <a:pt x="6479" y="4158"/>
                      <a:pt x="6479" y="3317"/>
                    </a:cubicBezTo>
                    <a:cubicBezTo>
                      <a:pt x="6479" y="2476"/>
                      <a:pt x="6145" y="1668"/>
                      <a:pt x="5550" y="1073"/>
                    </a:cubicBezTo>
                    <a:cubicBezTo>
                      <a:pt x="4956" y="479"/>
                      <a:pt x="4149" y="144"/>
                      <a:pt x="3308" y="144"/>
                    </a:cubicBezTo>
                    <a:cubicBezTo>
                      <a:pt x="2467" y="144"/>
                      <a:pt x="1660" y="479"/>
                      <a:pt x="1065" y="1073"/>
                    </a:cubicBezTo>
                    <a:cubicBezTo>
                      <a:pt x="470" y="1668"/>
                      <a:pt x="136" y="2476"/>
                      <a:pt x="136" y="3317"/>
                    </a:cubicBezTo>
                    <a:cubicBezTo>
                      <a:pt x="136" y="4158"/>
                      <a:pt x="470" y="4965"/>
                      <a:pt x="1065" y="5560"/>
                    </a:cubicBezTo>
                    <a:cubicBezTo>
                      <a:pt x="1660" y="6155"/>
                      <a:pt x="2467" y="6490"/>
                      <a:pt x="3308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64" name="Freeform: Shape 10063">
                <a:extLst>
                  <a:ext uri="{FF2B5EF4-FFF2-40B4-BE49-F238E27FC236}">
                    <a16:creationId xmlns:a16="http://schemas.microsoft.com/office/drawing/2014/main" id="{22A6F158-258E-6C78-4B94-ADA1FE3C2B83}"/>
                  </a:ext>
                </a:extLst>
              </p:cNvPr>
              <p:cNvSpPr/>
              <p:nvPr/>
            </p:nvSpPr>
            <p:spPr>
              <a:xfrm>
                <a:off x="8135138" y="5301852"/>
                <a:ext cx="6343" cy="6345"/>
              </a:xfrm>
              <a:custGeom>
                <a:avLst/>
                <a:gdLst>
                  <a:gd name="connsiteX0" fmla="*/ 3308 w 6343"/>
                  <a:gd name="connsiteY0" fmla="*/ 6489 h 6345"/>
                  <a:gd name="connsiteX1" fmla="*/ 5550 w 6343"/>
                  <a:gd name="connsiteY1" fmla="*/ 5560 h 6345"/>
                  <a:gd name="connsiteX2" fmla="*/ 6479 w 6343"/>
                  <a:gd name="connsiteY2" fmla="*/ 3316 h 6345"/>
                  <a:gd name="connsiteX3" fmla="*/ 5550 w 6343"/>
                  <a:gd name="connsiteY3" fmla="*/ 1073 h 6345"/>
                  <a:gd name="connsiteX4" fmla="*/ 3308 w 6343"/>
                  <a:gd name="connsiteY4" fmla="*/ 144 h 6345"/>
                  <a:gd name="connsiteX5" fmla="*/ 1065 w 6343"/>
                  <a:gd name="connsiteY5" fmla="*/ 1073 h 6345"/>
                  <a:gd name="connsiteX6" fmla="*/ 136 w 6343"/>
                  <a:gd name="connsiteY6" fmla="*/ 3316 h 6345"/>
                  <a:gd name="connsiteX7" fmla="*/ 1065 w 6343"/>
                  <a:gd name="connsiteY7" fmla="*/ 5560 h 6345"/>
                  <a:gd name="connsiteX8" fmla="*/ 3308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489"/>
                    </a:moveTo>
                    <a:cubicBezTo>
                      <a:pt x="4149" y="6489"/>
                      <a:pt x="4955" y="6155"/>
                      <a:pt x="5550" y="5560"/>
                    </a:cubicBezTo>
                    <a:cubicBezTo>
                      <a:pt x="6145" y="4965"/>
                      <a:pt x="6479" y="4158"/>
                      <a:pt x="6479" y="3316"/>
                    </a:cubicBezTo>
                    <a:cubicBezTo>
                      <a:pt x="6479" y="2475"/>
                      <a:pt x="6145" y="1668"/>
                      <a:pt x="5550" y="1073"/>
                    </a:cubicBezTo>
                    <a:cubicBezTo>
                      <a:pt x="4955" y="478"/>
                      <a:pt x="4149" y="144"/>
                      <a:pt x="3308" y="144"/>
                    </a:cubicBezTo>
                    <a:cubicBezTo>
                      <a:pt x="2467" y="144"/>
                      <a:pt x="1660" y="478"/>
                      <a:pt x="1065" y="1073"/>
                    </a:cubicBezTo>
                    <a:cubicBezTo>
                      <a:pt x="470" y="1668"/>
                      <a:pt x="136" y="2475"/>
                      <a:pt x="136" y="3316"/>
                    </a:cubicBezTo>
                    <a:cubicBezTo>
                      <a:pt x="136" y="4158"/>
                      <a:pt x="470" y="4965"/>
                      <a:pt x="1065" y="5560"/>
                    </a:cubicBezTo>
                    <a:cubicBezTo>
                      <a:pt x="1660" y="6155"/>
                      <a:pt x="2467" y="6489"/>
                      <a:pt x="3308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65" name="Freeform: Shape 10064">
                <a:extLst>
                  <a:ext uri="{FF2B5EF4-FFF2-40B4-BE49-F238E27FC236}">
                    <a16:creationId xmlns:a16="http://schemas.microsoft.com/office/drawing/2014/main" id="{BDE698B1-0E1E-0D3B-AC56-AD6D9CED00FA}"/>
                  </a:ext>
                </a:extLst>
              </p:cNvPr>
              <p:cNvSpPr/>
              <p:nvPr/>
            </p:nvSpPr>
            <p:spPr>
              <a:xfrm>
                <a:off x="8098497" y="5285782"/>
                <a:ext cx="6343" cy="6345"/>
              </a:xfrm>
              <a:custGeom>
                <a:avLst/>
                <a:gdLst>
                  <a:gd name="connsiteX0" fmla="*/ 3305 w 6343"/>
                  <a:gd name="connsiteY0" fmla="*/ 6488 h 6345"/>
                  <a:gd name="connsiteX1" fmla="*/ 5547 w 6343"/>
                  <a:gd name="connsiteY1" fmla="*/ 5558 h 6345"/>
                  <a:gd name="connsiteX2" fmla="*/ 6476 w 6343"/>
                  <a:gd name="connsiteY2" fmla="*/ 3315 h 6345"/>
                  <a:gd name="connsiteX3" fmla="*/ 5547 w 6343"/>
                  <a:gd name="connsiteY3" fmla="*/ 1072 h 6345"/>
                  <a:gd name="connsiteX4" fmla="*/ 3305 w 6343"/>
                  <a:gd name="connsiteY4" fmla="*/ 142 h 6345"/>
                  <a:gd name="connsiteX5" fmla="*/ 1062 w 6343"/>
                  <a:gd name="connsiteY5" fmla="*/ 1072 h 6345"/>
                  <a:gd name="connsiteX6" fmla="*/ 133 w 6343"/>
                  <a:gd name="connsiteY6" fmla="*/ 3315 h 6345"/>
                  <a:gd name="connsiteX7" fmla="*/ 1062 w 6343"/>
                  <a:gd name="connsiteY7" fmla="*/ 5558 h 6345"/>
                  <a:gd name="connsiteX8" fmla="*/ 3305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5" y="6488"/>
                    </a:moveTo>
                    <a:cubicBezTo>
                      <a:pt x="4146" y="6488"/>
                      <a:pt x="4953" y="6153"/>
                      <a:pt x="5547" y="5558"/>
                    </a:cubicBezTo>
                    <a:cubicBezTo>
                      <a:pt x="6142" y="4964"/>
                      <a:pt x="6476" y="4156"/>
                      <a:pt x="6476" y="3315"/>
                    </a:cubicBezTo>
                    <a:cubicBezTo>
                      <a:pt x="6476" y="2474"/>
                      <a:pt x="6142" y="1667"/>
                      <a:pt x="5547" y="1072"/>
                    </a:cubicBezTo>
                    <a:cubicBezTo>
                      <a:pt x="4953" y="477"/>
                      <a:pt x="4146" y="142"/>
                      <a:pt x="3305" y="142"/>
                    </a:cubicBezTo>
                    <a:cubicBezTo>
                      <a:pt x="2464" y="142"/>
                      <a:pt x="1657" y="477"/>
                      <a:pt x="1062" y="1072"/>
                    </a:cubicBezTo>
                    <a:cubicBezTo>
                      <a:pt x="467" y="1667"/>
                      <a:pt x="133" y="2474"/>
                      <a:pt x="133" y="3315"/>
                    </a:cubicBezTo>
                    <a:cubicBezTo>
                      <a:pt x="133" y="4156"/>
                      <a:pt x="467" y="4964"/>
                      <a:pt x="1062" y="5558"/>
                    </a:cubicBezTo>
                    <a:cubicBezTo>
                      <a:pt x="1657" y="6153"/>
                      <a:pt x="2464" y="6488"/>
                      <a:pt x="3305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66" name="Freeform: Shape 10065">
                <a:extLst>
                  <a:ext uri="{FF2B5EF4-FFF2-40B4-BE49-F238E27FC236}">
                    <a16:creationId xmlns:a16="http://schemas.microsoft.com/office/drawing/2014/main" id="{F8ACC057-562E-99DA-CEA7-C05F4B00A2A7}"/>
                  </a:ext>
                </a:extLst>
              </p:cNvPr>
              <p:cNvSpPr/>
              <p:nvPr/>
            </p:nvSpPr>
            <p:spPr>
              <a:xfrm>
                <a:off x="8103345" y="5277580"/>
                <a:ext cx="6343" cy="6345"/>
              </a:xfrm>
              <a:custGeom>
                <a:avLst/>
                <a:gdLst>
                  <a:gd name="connsiteX0" fmla="*/ 3305 w 6343"/>
                  <a:gd name="connsiteY0" fmla="*/ 6487 h 6345"/>
                  <a:gd name="connsiteX1" fmla="*/ 5548 w 6343"/>
                  <a:gd name="connsiteY1" fmla="*/ 5558 h 6345"/>
                  <a:gd name="connsiteX2" fmla="*/ 6477 w 6343"/>
                  <a:gd name="connsiteY2" fmla="*/ 3314 h 6345"/>
                  <a:gd name="connsiteX3" fmla="*/ 5548 w 6343"/>
                  <a:gd name="connsiteY3" fmla="*/ 1071 h 6345"/>
                  <a:gd name="connsiteX4" fmla="*/ 3305 w 6343"/>
                  <a:gd name="connsiteY4" fmla="*/ 142 h 6345"/>
                  <a:gd name="connsiteX5" fmla="*/ 1062 w 6343"/>
                  <a:gd name="connsiteY5" fmla="*/ 1071 h 6345"/>
                  <a:gd name="connsiteX6" fmla="*/ 134 w 6343"/>
                  <a:gd name="connsiteY6" fmla="*/ 3314 h 6345"/>
                  <a:gd name="connsiteX7" fmla="*/ 1062 w 6343"/>
                  <a:gd name="connsiteY7" fmla="*/ 5558 h 6345"/>
                  <a:gd name="connsiteX8" fmla="*/ 3305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5" y="6487"/>
                    </a:moveTo>
                    <a:cubicBezTo>
                      <a:pt x="4146" y="6487"/>
                      <a:pt x="4953" y="6153"/>
                      <a:pt x="5548" y="5558"/>
                    </a:cubicBezTo>
                    <a:cubicBezTo>
                      <a:pt x="6142" y="4963"/>
                      <a:pt x="6477" y="4156"/>
                      <a:pt x="6477" y="3314"/>
                    </a:cubicBezTo>
                    <a:cubicBezTo>
                      <a:pt x="6477" y="2473"/>
                      <a:pt x="6142" y="1666"/>
                      <a:pt x="5548" y="1071"/>
                    </a:cubicBezTo>
                    <a:cubicBezTo>
                      <a:pt x="4953" y="476"/>
                      <a:pt x="4146" y="142"/>
                      <a:pt x="3305" y="142"/>
                    </a:cubicBezTo>
                    <a:cubicBezTo>
                      <a:pt x="2464" y="142"/>
                      <a:pt x="1657" y="476"/>
                      <a:pt x="1062" y="1071"/>
                    </a:cubicBezTo>
                    <a:cubicBezTo>
                      <a:pt x="468" y="1666"/>
                      <a:pt x="134" y="2473"/>
                      <a:pt x="134" y="3314"/>
                    </a:cubicBezTo>
                    <a:cubicBezTo>
                      <a:pt x="134" y="4156"/>
                      <a:pt x="468" y="4963"/>
                      <a:pt x="1062" y="5558"/>
                    </a:cubicBezTo>
                    <a:cubicBezTo>
                      <a:pt x="1657" y="6153"/>
                      <a:pt x="2464" y="6487"/>
                      <a:pt x="3305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67" name="Freeform: Shape 10066">
                <a:extLst>
                  <a:ext uri="{FF2B5EF4-FFF2-40B4-BE49-F238E27FC236}">
                    <a16:creationId xmlns:a16="http://schemas.microsoft.com/office/drawing/2014/main" id="{B085368E-CBCA-9234-6B1E-D9962F9C9109}"/>
                  </a:ext>
                </a:extLst>
              </p:cNvPr>
              <p:cNvSpPr/>
              <p:nvPr/>
            </p:nvSpPr>
            <p:spPr>
              <a:xfrm>
                <a:off x="8102780" y="5269336"/>
                <a:ext cx="6343" cy="6345"/>
              </a:xfrm>
              <a:custGeom>
                <a:avLst/>
                <a:gdLst>
                  <a:gd name="connsiteX0" fmla="*/ 3305 w 6343"/>
                  <a:gd name="connsiteY0" fmla="*/ 6486 h 6345"/>
                  <a:gd name="connsiteX1" fmla="*/ 5548 w 6343"/>
                  <a:gd name="connsiteY1" fmla="*/ 5557 h 6345"/>
                  <a:gd name="connsiteX2" fmla="*/ 6477 w 6343"/>
                  <a:gd name="connsiteY2" fmla="*/ 3314 h 6345"/>
                  <a:gd name="connsiteX3" fmla="*/ 5548 w 6343"/>
                  <a:gd name="connsiteY3" fmla="*/ 1070 h 6345"/>
                  <a:gd name="connsiteX4" fmla="*/ 3305 w 6343"/>
                  <a:gd name="connsiteY4" fmla="*/ 141 h 6345"/>
                  <a:gd name="connsiteX5" fmla="*/ 1062 w 6343"/>
                  <a:gd name="connsiteY5" fmla="*/ 1070 h 6345"/>
                  <a:gd name="connsiteX6" fmla="*/ 134 w 6343"/>
                  <a:gd name="connsiteY6" fmla="*/ 3314 h 6345"/>
                  <a:gd name="connsiteX7" fmla="*/ 1062 w 6343"/>
                  <a:gd name="connsiteY7" fmla="*/ 5557 h 6345"/>
                  <a:gd name="connsiteX8" fmla="*/ 3305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5" y="6486"/>
                    </a:moveTo>
                    <a:cubicBezTo>
                      <a:pt x="4146" y="6486"/>
                      <a:pt x="4953" y="6152"/>
                      <a:pt x="5548" y="5557"/>
                    </a:cubicBezTo>
                    <a:cubicBezTo>
                      <a:pt x="6142" y="4962"/>
                      <a:pt x="6477" y="4155"/>
                      <a:pt x="6477" y="3314"/>
                    </a:cubicBezTo>
                    <a:cubicBezTo>
                      <a:pt x="6477" y="2472"/>
                      <a:pt x="6142" y="1665"/>
                      <a:pt x="5548" y="1070"/>
                    </a:cubicBezTo>
                    <a:cubicBezTo>
                      <a:pt x="4953" y="475"/>
                      <a:pt x="4146" y="141"/>
                      <a:pt x="3305" y="141"/>
                    </a:cubicBezTo>
                    <a:cubicBezTo>
                      <a:pt x="2464" y="141"/>
                      <a:pt x="1657" y="475"/>
                      <a:pt x="1062" y="1070"/>
                    </a:cubicBezTo>
                    <a:cubicBezTo>
                      <a:pt x="468" y="1665"/>
                      <a:pt x="134" y="2472"/>
                      <a:pt x="134" y="3314"/>
                    </a:cubicBezTo>
                    <a:cubicBezTo>
                      <a:pt x="134" y="4155"/>
                      <a:pt x="468" y="4962"/>
                      <a:pt x="1062" y="5557"/>
                    </a:cubicBezTo>
                    <a:cubicBezTo>
                      <a:pt x="1657" y="6152"/>
                      <a:pt x="2464" y="6486"/>
                      <a:pt x="3305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68" name="Freeform: Shape 10067">
                <a:extLst>
                  <a:ext uri="{FF2B5EF4-FFF2-40B4-BE49-F238E27FC236}">
                    <a16:creationId xmlns:a16="http://schemas.microsoft.com/office/drawing/2014/main" id="{ACB617F2-C0EE-BC8B-725A-314979A312C7}"/>
                  </a:ext>
                </a:extLst>
              </p:cNvPr>
              <p:cNvSpPr/>
              <p:nvPr/>
            </p:nvSpPr>
            <p:spPr>
              <a:xfrm>
                <a:off x="8098562" y="5260994"/>
                <a:ext cx="6343" cy="6345"/>
              </a:xfrm>
              <a:custGeom>
                <a:avLst/>
                <a:gdLst>
                  <a:gd name="connsiteX0" fmla="*/ 3305 w 6343"/>
                  <a:gd name="connsiteY0" fmla="*/ 6486 h 6345"/>
                  <a:gd name="connsiteX1" fmla="*/ 5547 w 6343"/>
                  <a:gd name="connsiteY1" fmla="*/ 5557 h 6345"/>
                  <a:gd name="connsiteX2" fmla="*/ 6476 w 6343"/>
                  <a:gd name="connsiteY2" fmla="*/ 3313 h 6345"/>
                  <a:gd name="connsiteX3" fmla="*/ 5547 w 6343"/>
                  <a:gd name="connsiteY3" fmla="*/ 1070 h 6345"/>
                  <a:gd name="connsiteX4" fmla="*/ 3305 w 6343"/>
                  <a:gd name="connsiteY4" fmla="*/ 140 h 6345"/>
                  <a:gd name="connsiteX5" fmla="*/ 1062 w 6343"/>
                  <a:gd name="connsiteY5" fmla="*/ 1070 h 6345"/>
                  <a:gd name="connsiteX6" fmla="*/ 133 w 6343"/>
                  <a:gd name="connsiteY6" fmla="*/ 3313 h 6345"/>
                  <a:gd name="connsiteX7" fmla="*/ 1062 w 6343"/>
                  <a:gd name="connsiteY7" fmla="*/ 5557 h 6345"/>
                  <a:gd name="connsiteX8" fmla="*/ 3305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5" y="6486"/>
                    </a:moveTo>
                    <a:cubicBezTo>
                      <a:pt x="4146" y="6486"/>
                      <a:pt x="4953" y="6151"/>
                      <a:pt x="5547" y="5557"/>
                    </a:cubicBezTo>
                    <a:cubicBezTo>
                      <a:pt x="6142" y="4962"/>
                      <a:pt x="6476" y="4154"/>
                      <a:pt x="6476" y="3313"/>
                    </a:cubicBezTo>
                    <a:cubicBezTo>
                      <a:pt x="6476" y="2472"/>
                      <a:pt x="6142" y="1665"/>
                      <a:pt x="5547" y="1070"/>
                    </a:cubicBezTo>
                    <a:cubicBezTo>
                      <a:pt x="4953" y="475"/>
                      <a:pt x="4146" y="140"/>
                      <a:pt x="3305" y="140"/>
                    </a:cubicBezTo>
                    <a:cubicBezTo>
                      <a:pt x="2464" y="140"/>
                      <a:pt x="1657" y="475"/>
                      <a:pt x="1062" y="1070"/>
                    </a:cubicBezTo>
                    <a:cubicBezTo>
                      <a:pt x="467" y="1665"/>
                      <a:pt x="133" y="2472"/>
                      <a:pt x="133" y="3313"/>
                    </a:cubicBezTo>
                    <a:cubicBezTo>
                      <a:pt x="133" y="4154"/>
                      <a:pt x="467" y="4962"/>
                      <a:pt x="1062" y="5557"/>
                    </a:cubicBezTo>
                    <a:cubicBezTo>
                      <a:pt x="1657" y="6151"/>
                      <a:pt x="2464" y="6486"/>
                      <a:pt x="3305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69" name="Freeform: Shape 10068">
                <a:extLst>
                  <a:ext uri="{FF2B5EF4-FFF2-40B4-BE49-F238E27FC236}">
                    <a16:creationId xmlns:a16="http://schemas.microsoft.com/office/drawing/2014/main" id="{71444A78-8FE7-9702-5542-761594858DCB}"/>
                  </a:ext>
                </a:extLst>
              </p:cNvPr>
              <p:cNvSpPr/>
              <p:nvPr/>
            </p:nvSpPr>
            <p:spPr>
              <a:xfrm>
                <a:off x="8160558" y="5254631"/>
                <a:ext cx="6343" cy="6345"/>
              </a:xfrm>
              <a:custGeom>
                <a:avLst/>
                <a:gdLst>
                  <a:gd name="connsiteX0" fmla="*/ 3310 w 6343"/>
                  <a:gd name="connsiteY0" fmla="*/ 6485 h 6345"/>
                  <a:gd name="connsiteX1" fmla="*/ 5552 w 6343"/>
                  <a:gd name="connsiteY1" fmla="*/ 5556 h 6345"/>
                  <a:gd name="connsiteX2" fmla="*/ 6481 w 6343"/>
                  <a:gd name="connsiteY2" fmla="*/ 3313 h 6345"/>
                  <a:gd name="connsiteX3" fmla="*/ 5552 w 6343"/>
                  <a:gd name="connsiteY3" fmla="*/ 1069 h 6345"/>
                  <a:gd name="connsiteX4" fmla="*/ 3310 w 6343"/>
                  <a:gd name="connsiteY4" fmla="*/ 140 h 6345"/>
                  <a:gd name="connsiteX5" fmla="*/ 1067 w 6343"/>
                  <a:gd name="connsiteY5" fmla="*/ 1069 h 6345"/>
                  <a:gd name="connsiteX6" fmla="*/ 138 w 6343"/>
                  <a:gd name="connsiteY6" fmla="*/ 3313 h 6345"/>
                  <a:gd name="connsiteX7" fmla="*/ 1067 w 6343"/>
                  <a:gd name="connsiteY7" fmla="*/ 5556 h 6345"/>
                  <a:gd name="connsiteX8" fmla="*/ 3310 w 6343"/>
                  <a:gd name="connsiteY8" fmla="*/ 64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0" y="6485"/>
                    </a:moveTo>
                    <a:cubicBezTo>
                      <a:pt x="4151" y="6485"/>
                      <a:pt x="4958" y="6151"/>
                      <a:pt x="5552" y="5556"/>
                    </a:cubicBezTo>
                    <a:cubicBezTo>
                      <a:pt x="6147" y="4961"/>
                      <a:pt x="6481" y="4154"/>
                      <a:pt x="6481" y="3313"/>
                    </a:cubicBezTo>
                    <a:cubicBezTo>
                      <a:pt x="6481" y="2471"/>
                      <a:pt x="6147" y="1664"/>
                      <a:pt x="5552" y="1069"/>
                    </a:cubicBezTo>
                    <a:cubicBezTo>
                      <a:pt x="4958" y="474"/>
                      <a:pt x="4151" y="140"/>
                      <a:pt x="3310" y="140"/>
                    </a:cubicBezTo>
                    <a:cubicBezTo>
                      <a:pt x="2469" y="140"/>
                      <a:pt x="1662" y="474"/>
                      <a:pt x="1067" y="1069"/>
                    </a:cubicBezTo>
                    <a:cubicBezTo>
                      <a:pt x="472" y="1664"/>
                      <a:pt x="138" y="2471"/>
                      <a:pt x="138" y="3313"/>
                    </a:cubicBezTo>
                    <a:cubicBezTo>
                      <a:pt x="138" y="4154"/>
                      <a:pt x="472" y="4961"/>
                      <a:pt x="1067" y="5556"/>
                    </a:cubicBezTo>
                    <a:cubicBezTo>
                      <a:pt x="1662" y="6151"/>
                      <a:pt x="2469" y="6485"/>
                      <a:pt x="3310" y="6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70" name="Freeform: Shape 10069">
                <a:extLst>
                  <a:ext uri="{FF2B5EF4-FFF2-40B4-BE49-F238E27FC236}">
                    <a16:creationId xmlns:a16="http://schemas.microsoft.com/office/drawing/2014/main" id="{955C9984-38AF-88AE-3E55-3A601B110613}"/>
                  </a:ext>
                </a:extLst>
              </p:cNvPr>
              <p:cNvSpPr/>
              <p:nvPr/>
            </p:nvSpPr>
            <p:spPr>
              <a:xfrm>
                <a:off x="8158250" y="5246657"/>
                <a:ext cx="6343" cy="6345"/>
              </a:xfrm>
              <a:custGeom>
                <a:avLst/>
                <a:gdLst>
                  <a:gd name="connsiteX0" fmla="*/ 3309 w 6343"/>
                  <a:gd name="connsiteY0" fmla="*/ 6485 h 6345"/>
                  <a:gd name="connsiteX1" fmla="*/ 5552 w 6343"/>
                  <a:gd name="connsiteY1" fmla="*/ 5555 h 6345"/>
                  <a:gd name="connsiteX2" fmla="*/ 6481 w 6343"/>
                  <a:gd name="connsiteY2" fmla="*/ 3312 h 6345"/>
                  <a:gd name="connsiteX3" fmla="*/ 5552 w 6343"/>
                  <a:gd name="connsiteY3" fmla="*/ 1069 h 6345"/>
                  <a:gd name="connsiteX4" fmla="*/ 3309 w 6343"/>
                  <a:gd name="connsiteY4" fmla="*/ 139 h 6345"/>
                  <a:gd name="connsiteX5" fmla="*/ 1067 w 6343"/>
                  <a:gd name="connsiteY5" fmla="*/ 1069 h 6345"/>
                  <a:gd name="connsiteX6" fmla="*/ 138 w 6343"/>
                  <a:gd name="connsiteY6" fmla="*/ 3312 h 6345"/>
                  <a:gd name="connsiteX7" fmla="*/ 1067 w 6343"/>
                  <a:gd name="connsiteY7" fmla="*/ 5555 h 6345"/>
                  <a:gd name="connsiteX8" fmla="*/ 3309 w 6343"/>
                  <a:gd name="connsiteY8" fmla="*/ 64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9" y="6485"/>
                    </a:moveTo>
                    <a:cubicBezTo>
                      <a:pt x="4151" y="6485"/>
                      <a:pt x="4957" y="6150"/>
                      <a:pt x="5552" y="5555"/>
                    </a:cubicBezTo>
                    <a:cubicBezTo>
                      <a:pt x="6147" y="4960"/>
                      <a:pt x="6481" y="4153"/>
                      <a:pt x="6481" y="3312"/>
                    </a:cubicBezTo>
                    <a:cubicBezTo>
                      <a:pt x="6481" y="2471"/>
                      <a:pt x="6147" y="1663"/>
                      <a:pt x="5552" y="1069"/>
                    </a:cubicBezTo>
                    <a:cubicBezTo>
                      <a:pt x="4957" y="474"/>
                      <a:pt x="4151" y="139"/>
                      <a:pt x="3309" y="139"/>
                    </a:cubicBezTo>
                    <a:cubicBezTo>
                      <a:pt x="2468" y="139"/>
                      <a:pt x="1662" y="474"/>
                      <a:pt x="1067" y="1069"/>
                    </a:cubicBezTo>
                    <a:cubicBezTo>
                      <a:pt x="472" y="1663"/>
                      <a:pt x="138" y="2471"/>
                      <a:pt x="138" y="3312"/>
                    </a:cubicBezTo>
                    <a:cubicBezTo>
                      <a:pt x="138" y="4153"/>
                      <a:pt x="472" y="4960"/>
                      <a:pt x="1067" y="5555"/>
                    </a:cubicBezTo>
                    <a:cubicBezTo>
                      <a:pt x="1662" y="6150"/>
                      <a:pt x="2468" y="6485"/>
                      <a:pt x="3309" y="6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71" name="Freeform: Shape 10070">
                <a:extLst>
                  <a:ext uri="{FF2B5EF4-FFF2-40B4-BE49-F238E27FC236}">
                    <a16:creationId xmlns:a16="http://schemas.microsoft.com/office/drawing/2014/main" id="{EDAE4E59-6D58-3058-09AC-D85FD6F38939}"/>
                  </a:ext>
                </a:extLst>
              </p:cNvPr>
              <p:cNvSpPr/>
              <p:nvPr/>
            </p:nvSpPr>
            <p:spPr>
              <a:xfrm>
                <a:off x="8158565" y="5238763"/>
                <a:ext cx="6343" cy="6345"/>
              </a:xfrm>
              <a:custGeom>
                <a:avLst/>
                <a:gdLst>
                  <a:gd name="connsiteX0" fmla="*/ 3309 w 6343"/>
                  <a:gd name="connsiteY0" fmla="*/ 6484 h 6345"/>
                  <a:gd name="connsiteX1" fmla="*/ 5552 w 6343"/>
                  <a:gd name="connsiteY1" fmla="*/ 5555 h 6345"/>
                  <a:gd name="connsiteX2" fmla="*/ 6481 w 6343"/>
                  <a:gd name="connsiteY2" fmla="*/ 3311 h 6345"/>
                  <a:gd name="connsiteX3" fmla="*/ 5552 w 6343"/>
                  <a:gd name="connsiteY3" fmla="*/ 1068 h 6345"/>
                  <a:gd name="connsiteX4" fmla="*/ 3309 w 6343"/>
                  <a:gd name="connsiteY4" fmla="*/ 139 h 6345"/>
                  <a:gd name="connsiteX5" fmla="*/ 1067 w 6343"/>
                  <a:gd name="connsiteY5" fmla="*/ 1068 h 6345"/>
                  <a:gd name="connsiteX6" fmla="*/ 138 w 6343"/>
                  <a:gd name="connsiteY6" fmla="*/ 3311 h 6345"/>
                  <a:gd name="connsiteX7" fmla="*/ 1067 w 6343"/>
                  <a:gd name="connsiteY7" fmla="*/ 5555 h 6345"/>
                  <a:gd name="connsiteX8" fmla="*/ 3309 w 6343"/>
                  <a:gd name="connsiteY8" fmla="*/ 64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9" y="6484"/>
                    </a:moveTo>
                    <a:cubicBezTo>
                      <a:pt x="4151" y="6484"/>
                      <a:pt x="4957" y="6150"/>
                      <a:pt x="5552" y="5555"/>
                    </a:cubicBezTo>
                    <a:cubicBezTo>
                      <a:pt x="6147" y="4960"/>
                      <a:pt x="6481" y="4153"/>
                      <a:pt x="6481" y="3311"/>
                    </a:cubicBezTo>
                    <a:cubicBezTo>
                      <a:pt x="6481" y="2470"/>
                      <a:pt x="6147" y="1663"/>
                      <a:pt x="5552" y="1068"/>
                    </a:cubicBezTo>
                    <a:cubicBezTo>
                      <a:pt x="4957" y="473"/>
                      <a:pt x="4151" y="139"/>
                      <a:pt x="3309" y="139"/>
                    </a:cubicBezTo>
                    <a:cubicBezTo>
                      <a:pt x="2468" y="139"/>
                      <a:pt x="1662" y="473"/>
                      <a:pt x="1067" y="1068"/>
                    </a:cubicBezTo>
                    <a:cubicBezTo>
                      <a:pt x="472" y="1663"/>
                      <a:pt x="138" y="2470"/>
                      <a:pt x="138" y="3311"/>
                    </a:cubicBezTo>
                    <a:cubicBezTo>
                      <a:pt x="138" y="4153"/>
                      <a:pt x="472" y="4960"/>
                      <a:pt x="1067" y="5555"/>
                    </a:cubicBezTo>
                    <a:cubicBezTo>
                      <a:pt x="1662" y="6150"/>
                      <a:pt x="2468" y="6484"/>
                      <a:pt x="3309" y="64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72" name="Freeform: Shape 10071">
                <a:extLst>
                  <a:ext uri="{FF2B5EF4-FFF2-40B4-BE49-F238E27FC236}">
                    <a16:creationId xmlns:a16="http://schemas.microsoft.com/office/drawing/2014/main" id="{B1787905-F0C5-30BA-6B76-B6B0EC7F9F85}"/>
                  </a:ext>
                </a:extLst>
              </p:cNvPr>
              <p:cNvSpPr/>
              <p:nvPr/>
            </p:nvSpPr>
            <p:spPr>
              <a:xfrm>
                <a:off x="8016324" y="5153340"/>
                <a:ext cx="6343" cy="6345"/>
              </a:xfrm>
              <a:custGeom>
                <a:avLst/>
                <a:gdLst>
                  <a:gd name="connsiteX0" fmla="*/ 3298 w 6343"/>
                  <a:gd name="connsiteY0" fmla="*/ 6477 h 6345"/>
                  <a:gd name="connsiteX1" fmla="*/ 5541 w 6343"/>
                  <a:gd name="connsiteY1" fmla="*/ 5548 h 6345"/>
                  <a:gd name="connsiteX2" fmla="*/ 6470 w 6343"/>
                  <a:gd name="connsiteY2" fmla="*/ 3305 h 6345"/>
                  <a:gd name="connsiteX3" fmla="*/ 5541 w 6343"/>
                  <a:gd name="connsiteY3" fmla="*/ 1061 h 6345"/>
                  <a:gd name="connsiteX4" fmla="*/ 3298 w 6343"/>
                  <a:gd name="connsiteY4" fmla="*/ 132 h 6345"/>
                  <a:gd name="connsiteX5" fmla="*/ 1056 w 6343"/>
                  <a:gd name="connsiteY5" fmla="*/ 1061 h 6345"/>
                  <a:gd name="connsiteX6" fmla="*/ 127 w 6343"/>
                  <a:gd name="connsiteY6" fmla="*/ 3305 h 6345"/>
                  <a:gd name="connsiteX7" fmla="*/ 1056 w 6343"/>
                  <a:gd name="connsiteY7" fmla="*/ 5548 h 6345"/>
                  <a:gd name="connsiteX8" fmla="*/ 3298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98" y="6477"/>
                    </a:moveTo>
                    <a:cubicBezTo>
                      <a:pt x="4139" y="6477"/>
                      <a:pt x="4946" y="6143"/>
                      <a:pt x="5541" y="5548"/>
                    </a:cubicBezTo>
                    <a:cubicBezTo>
                      <a:pt x="6136" y="4953"/>
                      <a:pt x="6470" y="4146"/>
                      <a:pt x="6470" y="3305"/>
                    </a:cubicBezTo>
                    <a:cubicBezTo>
                      <a:pt x="6470" y="2463"/>
                      <a:pt x="6136" y="1656"/>
                      <a:pt x="5541" y="1061"/>
                    </a:cubicBezTo>
                    <a:cubicBezTo>
                      <a:pt x="4946" y="466"/>
                      <a:pt x="4139" y="132"/>
                      <a:pt x="3298" y="132"/>
                    </a:cubicBezTo>
                    <a:cubicBezTo>
                      <a:pt x="2457" y="132"/>
                      <a:pt x="1650" y="466"/>
                      <a:pt x="1056" y="1061"/>
                    </a:cubicBezTo>
                    <a:cubicBezTo>
                      <a:pt x="461" y="1656"/>
                      <a:pt x="127" y="2463"/>
                      <a:pt x="127" y="3305"/>
                    </a:cubicBezTo>
                    <a:cubicBezTo>
                      <a:pt x="127" y="4146"/>
                      <a:pt x="461" y="4953"/>
                      <a:pt x="1056" y="5548"/>
                    </a:cubicBezTo>
                    <a:cubicBezTo>
                      <a:pt x="1650" y="6143"/>
                      <a:pt x="2457" y="6477"/>
                      <a:pt x="3298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73" name="Freeform: Shape 10072">
                <a:extLst>
                  <a:ext uri="{FF2B5EF4-FFF2-40B4-BE49-F238E27FC236}">
                    <a16:creationId xmlns:a16="http://schemas.microsoft.com/office/drawing/2014/main" id="{624537A0-8E47-9AA4-039A-E8F87894B1BD}"/>
                  </a:ext>
                </a:extLst>
              </p:cNvPr>
              <p:cNvSpPr/>
              <p:nvPr/>
            </p:nvSpPr>
            <p:spPr>
              <a:xfrm>
                <a:off x="8202918" y="5156321"/>
                <a:ext cx="6343" cy="6345"/>
              </a:xfrm>
              <a:custGeom>
                <a:avLst/>
                <a:gdLst>
                  <a:gd name="connsiteX0" fmla="*/ 3313 w 6343"/>
                  <a:gd name="connsiteY0" fmla="*/ 6478 h 6345"/>
                  <a:gd name="connsiteX1" fmla="*/ 5556 w 6343"/>
                  <a:gd name="connsiteY1" fmla="*/ 5548 h 6345"/>
                  <a:gd name="connsiteX2" fmla="*/ 6485 w 6343"/>
                  <a:gd name="connsiteY2" fmla="*/ 3305 h 6345"/>
                  <a:gd name="connsiteX3" fmla="*/ 5556 w 6343"/>
                  <a:gd name="connsiteY3" fmla="*/ 1061 h 6345"/>
                  <a:gd name="connsiteX4" fmla="*/ 3313 w 6343"/>
                  <a:gd name="connsiteY4" fmla="*/ 132 h 6345"/>
                  <a:gd name="connsiteX5" fmla="*/ 1070 w 6343"/>
                  <a:gd name="connsiteY5" fmla="*/ 1061 h 6345"/>
                  <a:gd name="connsiteX6" fmla="*/ 141 w 6343"/>
                  <a:gd name="connsiteY6" fmla="*/ 3305 h 6345"/>
                  <a:gd name="connsiteX7" fmla="*/ 1070 w 6343"/>
                  <a:gd name="connsiteY7" fmla="*/ 5548 h 6345"/>
                  <a:gd name="connsiteX8" fmla="*/ 331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478"/>
                    </a:moveTo>
                    <a:cubicBezTo>
                      <a:pt x="4154" y="6478"/>
                      <a:pt x="4961" y="6143"/>
                      <a:pt x="5556" y="5548"/>
                    </a:cubicBezTo>
                    <a:cubicBezTo>
                      <a:pt x="6150" y="4953"/>
                      <a:pt x="6485" y="4146"/>
                      <a:pt x="6485" y="3305"/>
                    </a:cubicBezTo>
                    <a:cubicBezTo>
                      <a:pt x="6485" y="2463"/>
                      <a:pt x="6150" y="1656"/>
                      <a:pt x="5556" y="1061"/>
                    </a:cubicBezTo>
                    <a:cubicBezTo>
                      <a:pt x="4961" y="466"/>
                      <a:pt x="4154" y="132"/>
                      <a:pt x="3313" y="132"/>
                    </a:cubicBezTo>
                    <a:cubicBezTo>
                      <a:pt x="2472" y="132"/>
                      <a:pt x="1665" y="466"/>
                      <a:pt x="1070" y="1061"/>
                    </a:cubicBezTo>
                    <a:cubicBezTo>
                      <a:pt x="476" y="1656"/>
                      <a:pt x="141" y="2463"/>
                      <a:pt x="141" y="3305"/>
                    </a:cubicBezTo>
                    <a:cubicBezTo>
                      <a:pt x="141" y="4146"/>
                      <a:pt x="476" y="4953"/>
                      <a:pt x="1070" y="5548"/>
                    </a:cubicBezTo>
                    <a:cubicBezTo>
                      <a:pt x="1665" y="6143"/>
                      <a:pt x="2472" y="6478"/>
                      <a:pt x="331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74" name="Freeform: Shape 10073">
                <a:extLst>
                  <a:ext uri="{FF2B5EF4-FFF2-40B4-BE49-F238E27FC236}">
                    <a16:creationId xmlns:a16="http://schemas.microsoft.com/office/drawing/2014/main" id="{4472CC33-3216-A784-33FA-302869824F7C}"/>
                  </a:ext>
                </a:extLst>
              </p:cNvPr>
              <p:cNvSpPr/>
              <p:nvPr/>
            </p:nvSpPr>
            <p:spPr>
              <a:xfrm>
                <a:off x="8394124" y="5157917"/>
                <a:ext cx="6343" cy="6345"/>
              </a:xfrm>
              <a:custGeom>
                <a:avLst/>
                <a:gdLst>
                  <a:gd name="connsiteX0" fmla="*/ 3328 w 6343"/>
                  <a:gd name="connsiteY0" fmla="*/ 6478 h 6345"/>
                  <a:gd name="connsiteX1" fmla="*/ 5571 w 6343"/>
                  <a:gd name="connsiteY1" fmla="*/ 5548 h 6345"/>
                  <a:gd name="connsiteX2" fmla="*/ 6500 w 6343"/>
                  <a:gd name="connsiteY2" fmla="*/ 3305 h 6345"/>
                  <a:gd name="connsiteX3" fmla="*/ 5571 w 6343"/>
                  <a:gd name="connsiteY3" fmla="*/ 1062 h 6345"/>
                  <a:gd name="connsiteX4" fmla="*/ 3328 w 6343"/>
                  <a:gd name="connsiteY4" fmla="*/ 132 h 6345"/>
                  <a:gd name="connsiteX5" fmla="*/ 1085 w 6343"/>
                  <a:gd name="connsiteY5" fmla="*/ 1062 h 6345"/>
                  <a:gd name="connsiteX6" fmla="*/ 156 w 6343"/>
                  <a:gd name="connsiteY6" fmla="*/ 3305 h 6345"/>
                  <a:gd name="connsiteX7" fmla="*/ 1085 w 6343"/>
                  <a:gd name="connsiteY7" fmla="*/ 5548 h 6345"/>
                  <a:gd name="connsiteX8" fmla="*/ 33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8" y="6478"/>
                    </a:moveTo>
                    <a:cubicBezTo>
                      <a:pt x="4169" y="6478"/>
                      <a:pt x="4976" y="6143"/>
                      <a:pt x="5571" y="5548"/>
                    </a:cubicBezTo>
                    <a:cubicBezTo>
                      <a:pt x="6165" y="4953"/>
                      <a:pt x="6500" y="4146"/>
                      <a:pt x="6500" y="3305"/>
                    </a:cubicBezTo>
                    <a:cubicBezTo>
                      <a:pt x="6500" y="2464"/>
                      <a:pt x="6165" y="1656"/>
                      <a:pt x="5571" y="1062"/>
                    </a:cubicBezTo>
                    <a:cubicBezTo>
                      <a:pt x="4976" y="467"/>
                      <a:pt x="4169" y="132"/>
                      <a:pt x="3328" y="132"/>
                    </a:cubicBezTo>
                    <a:cubicBezTo>
                      <a:pt x="2487" y="132"/>
                      <a:pt x="1680" y="467"/>
                      <a:pt x="1085" y="1062"/>
                    </a:cubicBezTo>
                    <a:cubicBezTo>
                      <a:pt x="491" y="1656"/>
                      <a:pt x="156" y="2464"/>
                      <a:pt x="156" y="3305"/>
                    </a:cubicBezTo>
                    <a:cubicBezTo>
                      <a:pt x="156" y="4146"/>
                      <a:pt x="491" y="4953"/>
                      <a:pt x="1085" y="5548"/>
                    </a:cubicBezTo>
                    <a:cubicBezTo>
                      <a:pt x="1680" y="6143"/>
                      <a:pt x="2487" y="6478"/>
                      <a:pt x="33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75" name="Freeform: Shape 10074">
                <a:extLst>
                  <a:ext uri="{FF2B5EF4-FFF2-40B4-BE49-F238E27FC236}">
                    <a16:creationId xmlns:a16="http://schemas.microsoft.com/office/drawing/2014/main" id="{ED7B630D-6D6A-38BD-2069-B9481DAC39ED}"/>
                  </a:ext>
                </a:extLst>
              </p:cNvPr>
              <p:cNvSpPr/>
              <p:nvPr/>
            </p:nvSpPr>
            <p:spPr>
              <a:xfrm>
                <a:off x="8416946" y="5154458"/>
                <a:ext cx="6343" cy="6345"/>
              </a:xfrm>
              <a:custGeom>
                <a:avLst/>
                <a:gdLst>
                  <a:gd name="connsiteX0" fmla="*/ 3330 w 6343"/>
                  <a:gd name="connsiteY0" fmla="*/ 6477 h 6345"/>
                  <a:gd name="connsiteX1" fmla="*/ 5572 w 6343"/>
                  <a:gd name="connsiteY1" fmla="*/ 5548 h 6345"/>
                  <a:gd name="connsiteX2" fmla="*/ 6501 w 6343"/>
                  <a:gd name="connsiteY2" fmla="*/ 3305 h 6345"/>
                  <a:gd name="connsiteX3" fmla="*/ 5572 w 6343"/>
                  <a:gd name="connsiteY3" fmla="*/ 1061 h 6345"/>
                  <a:gd name="connsiteX4" fmla="*/ 3330 w 6343"/>
                  <a:gd name="connsiteY4" fmla="*/ 132 h 6345"/>
                  <a:gd name="connsiteX5" fmla="*/ 1087 w 6343"/>
                  <a:gd name="connsiteY5" fmla="*/ 1061 h 6345"/>
                  <a:gd name="connsiteX6" fmla="*/ 158 w 6343"/>
                  <a:gd name="connsiteY6" fmla="*/ 3305 h 6345"/>
                  <a:gd name="connsiteX7" fmla="*/ 1087 w 6343"/>
                  <a:gd name="connsiteY7" fmla="*/ 5548 h 6345"/>
                  <a:gd name="connsiteX8" fmla="*/ 333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477"/>
                    </a:moveTo>
                    <a:cubicBezTo>
                      <a:pt x="4171" y="6477"/>
                      <a:pt x="4978" y="6143"/>
                      <a:pt x="5572" y="5548"/>
                    </a:cubicBezTo>
                    <a:cubicBezTo>
                      <a:pt x="6167" y="4953"/>
                      <a:pt x="6501" y="4146"/>
                      <a:pt x="6501" y="3305"/>
                    </a:cubicBezTo>
                    <a:cubicBezTo>
                      <a:pt x="6501" y="2463"/>
                      <a:pt x="6167" y="1656"/>
                      <a:pt x="5572" y="1061"/>
                    </a:cubicBezTo>
                    <a:cubicBezTo>
                      <a:pt x="4978" y="466"/>
                      <a:pt x="4171" y="132"/>
                      <a:pt x="3330" y="132"/>
                    </a:cubicBezTo>
                    <a:cubicBezTo>
                      <a:pt x="2489" y="132"/>
                      <a:pt x="1682" y="466"/>
                      <a:pt x="1087" y="1061"/>
                    </a:cubicBezTo>
                    <a:cubicBezTo>
                      <a:pt x="492" y="1656"/>
                      <a:pt x="158" y="2463"/>
                      <a:pt x="158" y="3305"/>
                    </a:cubicBezTo>
                    <a:cubicBezTo>
                      <a:pt x="158" y="4146"/>
                      <a:pt x="492" y="4953"/>
                      <a:pt x="1087" y="5548"/>
                    </a:cubicBezTo>
                    <a:cubicBezTo>
                      <a:pt x="1682" y="6143"/>
                      <a:pt x="2489" y="6477"/>
                      <a:pt x="333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76" name="Freeform: Shape 10075">
                <a:extLst>
                  <a:ext uri="{FF2B5EF4-FFF2-40B4-BE49-F238E27FC236}">
                    <a16:creationId xmlns:a16="http://schemas.microsoft.com/office/drawing/2014/main" id="{0066036A-84FD-80C8-140A-AC5A621C0644}"/>
                  </a:ext>
                </a:extLst>
              </p:cNvPr>
              <p:cNvSpPr/>
              <p:nvPr/>
            </p:nvSpPr>
            <p:spPr>
              <a:xfrm>
                <a:off x="8421614" y="5148693"/>
                <a:ext cx="6343" cy="6345"/>
              </a:xfrm>
              <a:custGeom>
                <a:avLst/>
                <a:gdLst>
                  <a:gd name="connsiteX0" fmla="*/ 3330 w 6343"/>
                  <a:gd name="connsiteY0" fmla="*/ 6477 h 6345"/>
                  <a:gd name="connsiteX1" fmla="*/ 5573 w 6343"/>
                  <a:gd name="connsiteY1" fmla="*/ 5548 h 6345"/>
                  <a:gd name="connsiteX2" fmla="*/ 6502 w 6343"/>
                  <a:gd name="connsiteY2" fmla="*/ 3304 h 6345"/>
                  <a:gd name="connsiteX3" fmla="*/ 5573 w 6343"/>
                  <a:gd name="connsiteY3" fmla="*/ 1061 h 6345"/>
                  <a:gd name="connsiteX4" fmla="*/ 3330 w 6343"/>
                  <a:gd name="connsiteY4" fmla="*/ 132 h 6345"/>
                  <a:gd name="connsiteX5" fmla="*/ 1088 w 6343"/>
                  <a:gd name="connsiteY5" fmla="*/ 1061 h 6345"/>
                  <a:gd name="connsiteX6" fmla="*/ 159 w 6343"/>
                  <a:gd name="connsiteY6" fmla="*/ 3304 h 6345"/>
                  <a:gd name="connsiteX7" fmla="*/ 1088 w 6343"/>
                  <a:gd name="connsiteY7" fmla="*/ 5548 h 6345"/>
                  <a:gd name="connsiteX8" fmla="*/ 333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477"/>
                    </a:moveTo>
                    <a:cubicBezTo>
                      <a:pt x="4171" y="6477"/>
                      <a:pt x="4978" y="6143"/>
                      <a:pt x="5573" y="5548"/>
                    </a:cubicBezTo>
                    <a:cubicBezTo>
                      <a:pt x="6168" y="4953"/>
                      <a:pt x="6502" y="4146"/>
                      <a:pt x="6502" y="3304"/>
                    </a:cubicBezTo>
                    <a:cubicBezTo>
                      <a:pt x="6502" y="2463"/>
                      <a:pt x="6168" y="1656"/>
                      <a:pt x="5573" y="1061"/>
                    </a:cubicBezTo>
                    <a:cubicBezTo>
                      <a:pt x="4978" y="466"/>
                      <a:pt x="4171" y="132"/>
                      <a:pt x="3330" y="132"/>
                    </a:cubicBezTo>
                    <a:cubicBezTo>
                      <a:pt x="2489" y="132"/>
                      <a:pt x="1682" y="466"/>
                      <a:pt x="1088" y="1061"/>
                    </a:cubicBezTo>
                    <a:cubicBezTo>
                      <a:pt x="493" y="1656"/>
                      <a:pt x="159" y="2463"/>
                      <a:pt x="159" y="3304"/>
                    </a:cubicBezTo>
                    <a:cubicBezTo>
                      <a:pt x="159" y="4146"/>
                      <a:pt x="493" y="4953"/>
                      <a:pt x="1088" y="5548"/>
                    </a:cubicBezTo>
                    <a:cubicBezTo>
                      <a:pt x="1682" y="6143"/>
                      <a:pt x="2489" y="6477"/>
                      <a:pt x="333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77" name="Freeform: Shape 10076">
                <a:extLst>
                  <a:ext uri="{FF2B5EF4-FFF2-40B4-BE49-F238E27FC236}">
                    <a16:creationId xmlns:a16="http://schemas.microsoft.com/office/drawing/2014/main" id="{0A7E6B84-4683-9297-5455-3CD3F43A889B}"/>
                  </a:ext>
                </a:extLst>
              </p:cNvPr>
              <p:cNvSpPr/>
              <p:nvPr/>
            </p:nvSpPr>
            <p:spPr>
              <a:xfrm>
                <a:off x="8533102" y="5158829"/>
                <a:ext cx="6343" cy="6345"/>
              </a:xfrm>
              <a:custGeom>
                <a:avLst/>
                <a:gdLst>
                  <a:gd name="connsiteX0" fmla="*/ 3339 w 6343"/>
                  <a:gd name="connsiteY0" fmla="*/ 6478 h 6345"/>
                  <a:gd name="connsiteX1" fmla="*/ 5582 w 6343"/>
                  <a:gd name="connsiteY1" fmla="*/ 5548 h 6345"/>
                  <a:gd name="connsiteX2" fmla="*/ 6511 w 6343"/>
                  <a:gd name="connsiteY2" fmla="*/ 3305 h 6345"/>
                  <a:gd name="connsiteX3" fmla="*/ 5582 w 6343"/>
                  <a:gd name="connsiteY3" fmla="*/ 1062 h 6345"/>
                  <a:gd name="connsiteX4" fmla="*/ 3339 w 6343"/>
                  <a:gd name="connsiteY4" fmla="*/ 132 h 6345"/>
                  <a:gd name="connsiteX5" fmla="*/ 1096 w 6343"/>
                  <a:gd name="connsiteY5" fmla="*/ 1062 h 6345"/>
                  <a:gd name="connsiteX6" fmla="*/ 167 w 6343"/>
                  <a:gd name="connsiteY6" fmla="*/ 3305 h 6345"/>
                  <a:gd name="connsiteX7" fmla="*/ 1096 w 6343"/>
                  <a:gd name="connsiteY7" fmla="*/ 5548 h 6345"/>
                  <a:gd name="connsiteX8" fmla="*/ 333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478"/>
                    </a:moveTo>
                    <a:cubicBezTo>
                      <a:pt x="4180" y="6478"/>
                      <a:pt x="4987" y="6143"/>
                      <a:pt x="5582" y="5548"/>
                    </a:cubicBezTo>
                    <a:cubicBezTo>
                      <a:pt x="6176" y="4954"/>
                      <a:pt x="6511" y="4146"/>
                      <a:pt x="6511" y="3305"/>
                    </a:cubicBezTo>
                    <a:cubicBezTo>
                      <a:pt x="6511" y="2464"/>
                      <a:pt x="6176" y="1657"/>
                      <a:pt x="5582" y="1062"/>
                    </a:cubicBezTo>
                    <a:cubicBezTo>
                      <a:pt x="4987" y="467"/>
                      <a:pt x="4180" y="132"/>
                      <a:pt x="3339" y="132"/>
                    </a:cubicBezTo>
                    <a:cubicBezTo>
                      <a:pt x="2498" y="132"/>
                      <a:pt x="1691" y="467"/>
                      <a:pt x="1096" y="1062"/>
                    </a:cubicBezTo>
                    <a:cubicBezTo>
                      <a:pt x="502" y="1657"/>
                      <a:pt x="167" y="2464"/>
                      <a:pt x="167" y="3305"/>
                    </a:cubicBezTo>
                    <a:cubicBezTo>
                      <a:pt x="167" y="4146"/>
                      <a:pt x="502" y="4954"/>
                      <a:pt x="1096" y="5548"/>
                    </a:cubicBezTo>
                    <a:cubicBezTo>
                      <a:pt x="1691" y="6143"/>
                      <a:pt x="2498" y="6478"/>
                      <a:pt x="333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78" name="Freeform: Shape 10077">
                <a:extLst>
                  <a:ext uri="{FF2B5EF4-FFF2-40B4-BE49-F238E27FC236}">
                    <a16:creationId xmlns:a16="http://schemas.microsoft.com/office/drawing/2014/main" id="{CFE4F74A-C579-E547-DA2D-F9CCAF55A464}"/>
                  </a:ext>
                </a:extLst>
              </p:cNvPr>
              <p:cNvSpPr/>
              <p:nvPr/>
            </p:nvSpPr>
            <p:spPr>
              <a:xfrm>
                <a:off x="8604335" y="5158842"/>
                <a:ext cx="6343" cy="6345"/>
              </a:xfrm>
              <a:custGeom>
                <a:avLst/>
                <a:gdLst>
                  <a:gd name="connsiteX0" fmla="*/ 3345 w 6343"/>
                  <a:gd name="connsiteY0" fmla="*/ 6478 h 6345"/>
                  <a:gd name="connsiteX1" fmla="*/ 5587 w 6343"/>
                  <a:gd name="connsiteY1" fmla="*/ 5548 h 6345"/>
                  <a:gd name="connsiteX2" fmla="*/ 6516 w 6343"/>
                  <a:gd name="connsiteY2" fmla="*/ 3305 h 6345"/>
                  <a:gd name="connsiteX3" fmla="*/ 5587 w 6343"/>
                  <a:gd name="connsiteY3" fmla="*/ 1062 h 6345"/>
                  <a:gd name="connsiteX4" fmla="*/ 3345 w 6343"/>
                  <a:gd name="connsiteY4" fmla="*/ 132 h 6345"/>
                  <a:gd name="connsiteX5" fmla="*/ 1102 w 6343"/>
                  <a:gd name="connsiteY5" fmla="*/ 1062 h 6345"/>
                  <a:gd name="connsiteX6" fmla="*/ 173 w 6343"/>
                  <a:gd name="connsiteY6" fmla="*/ 3305 h 6345"/>
                  <a:gd name="connsiteX7" fmla="*/ 1102 w 6343"/>
                  <a:gd name="connsiteY7" fmla="*/ 5548 h 6345"/>
                  <a:gd name="connsiteX8" fmla="*/ 334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478"/>
                    </a:moveTo>
                    <a:cubicBezTo>
                      <a:pt x="4186" y="6478"/>
                      <a:pt x="4992" y="6143"/>
                      <a:pt x="5587" y="5548"/>
                    </a:cubicBezTo>
                    <a:cubicBezTo>
                      <a:pt x="6182" y="4954"/>
                      <a:pt x="6516" y="4146"/>
                      <a:pt x="6516" y="3305"/>
                    </a:cubicBezTo>
                    <a:cubicBezTo>
                      <a:pt x="6516" y="2464"/>
                      <a:pt x="6182" y="1657"/>
                      <a:pt x="5587" y="1062"/>
                    </a:cubicBezTo>
                    <a:cubicBezTo>
                      <a:pt x="4992" y="467"/>
                      <a:pt x="4186" y="132"/>
                      <a:pt x="3345" y="132"/>
                    </a:cubicBezTo>
                    <a:cubicBezTo>
                      <a:pt x="2503" y="132"/>
                      <a:pt x="1697" y="467"/>
                      <a:pt x="1102" y="1062"/>
                    </a:cubicBezTo>
                    <a:cubicBezTo>
                      <a:pt x="507" y="1657"/>
                      <a:pt x="173" y="2464"/>
                      <a:pt x="173" y="3305"/>
                    </a:cubicBezTo>
                    <a:cubicBezTo>
                      <a:pt x="173" y="4146"/>
                      <a:pt x="507" y="4954"/>
                      <a:pt x="1102" y="5548"/>
                    </a:cubicBezTo>
                    <a:cubicBezTo>
                      <a:pt x="1697" y="6143"/>
                      <a:pt x="2503" y="6478"/>
                      <a:pt x="334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79" name="Freeform: Shape 10078">
                <a:extLst>
                  <a:ext uri="{FF2B5EF4-FFF2-40B4-BE49-F238E27FC236}">
                    <a16:creationId xmlns:a16="http://schemas.microsoft.com/office/drawing/2014/main" id="{B05CE3C2-4B02-308B-2BB3-F9410A6C4454}"/>
                  </a:ext>
                </a:extLst>
              </p:cNvPr>
              <p:cNvSpPr/>
              <p:nvPr/>
            </p:nvSpPr>
            <p:spPr>
              <a:xfrm>
                <a:off x="8634417" y="5158579"/>
                <a:ext cx="6343" cy="6345"/>
              </a:xfrm>
              <a:custGeom>
                <a:avLst/>
                <a:gdLst>
                  <a:gd name="connsiteX0" fmla="*/ 3347 w 6343"/>
                  <a:gd name="connsiteY0" fmla="*/ 6478 h 6345"/>
                  <a:gd name="connsiteX1" fmla="*/ 5590 w 6343"/>
                  <a:gd name="connsiteY1" fmla="*/ 5548 h 6345"/>
                  <a:gd name="connsiteX2" fmla="*/ 6519 w 6343"/>
                  <a:gd name="connsiteY2" fmla="*/ 3305 h 6345"/>
                  <a:gd name="connsiteX3" fmla="*/ 5590 w 6343"/>
                  <a:gd name="connsiteY3" fmla="*/ 1062 h 6345"/>
                  <a:gd name="connsiteX4" fmla="*/ 3347 w 6343"/>
                  <a:gd name="connsiteY4" fmla="*/ 132 h 6345"/>
                  <a:gd name="connsiteX5" fmla="*/ 1104 w 6343"/>
                  <a:gd name="connsiteY5" fmla="*/ 1062 h 6345"/>
                  <a:gd name="connsiteX6" fmla="*/ 175 w 6343"/>
                  <a:gd name="connsiteY6" fmla="*/ 3305 h 6345"/>
                  <a:gd name="connsiteX7" fmla="*/ 1104 w 6343"/>
                  <a:gd name="connsiteY7" fmla="*/ 5548 h 6345"/>
                  <a:gd name="connsiteX8" fmla="*/ 334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7" y="6478"/>
                    </a:moveTo>
                    <a:cubicBezTo>
                      <a:pt x="4188" y="6478"/>
                      <a:pt x="4995" y="6143"/>
                      <a:pt x="5590" y="5548"/>
                    </a:cubicBezTo>
                    <a:cubicBezTo>
                      <a:pt x="6184" y="4953"/>
                      <a:pt x="6519" y="4146"/>
                      <a:pt x="6519" y="3305"/>
                    </a:cubicBezTo>
                    <a:cubicBezTo>
                      <a:pt x="6519" y="2464"/>
                      <a:pt x="6184" y="1657"/>
                      <a:pt x="5590" y="1062"/>
                    </a:cubicBezTo>
                    <a:cubicBezTo>
                      <a:pt x="4995" y="467"/>
                      <a:pt x="4188" y="132"/>
                      <a:pt x="3347" y="132"/>
                    </a:cubicBezTo>
                    <a:cubicBezTo>
                      <a:pt x="2506" y="132"/>
                      <a:pt x="1699" y="467"/>
                      <a:pt x="1104" y="1062"/>
                    </a:cubicBezTo>
                    <a:cubicBezTo>
                      <a:pt x="510" y="1657"/>
                      <a:pt x="175" y="2464"/>
                      <a:pt x="175" y="3305"/>
                    </a:cubicBezTo>
                    <a:cubicBezTo>
                      <a:pt x="175" y="4146"/>
                      <a:pt x="510" y="4953"/>
                      <a:pt x="1104" y="5548"/>
                    </a:cubicBezTo>
                    <a:cubicBezTo>
                      <a:pt x="1699" y="6143"/>
                      <a:pt x="2506" y="6478"/>
                      <a:pt x="334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80" name="Freeform: Shape 10079">
                <a:extLst>
                  <a:ext uri="{FF2B5EF4-FFF2-40B4-BE49-F238E27FC236}">
                    <a16:creationId xmlns:a16="http://schemas.microsoft.com/office/drawing/2014/main" id="{5B192A03-7126-4552-463E-8640E7CF1E71}"/>
                  </a:ext>
                </a:extLst>
              </p:cNvPr>
              <p:cNvSpPr/>
              <p:nvPr/>
            </p:nvSpPr>
            <p:spPr>
              <a:xfrm>
                <a:off x="8685631" y="5162354"/>
                <a:ext cx="6343" cy="6345"/>
              </a:xfrm>
              <a:custGeom>
                <a:avLst/>
                <a:gdLst>
                  <a:gd name="connsiteX0" fmla="*/ 3351 w 6343"/>
                  <a:gd name="connsiteY0" fmla="*/ 6478 h 6345"/>
                  <a:gd name="connsiteX1" fmla="*/ 5594 w 6343"/>
                  <a:gd name="connsiteY1" fmla="*/ 5549 h 6345"/>
                  <a:gd name="connsiteX2" fmla="*/ 6523 w 6343"/>
                  <a:gd name="connsiteY2" fmla="*/ 3305 h 6345"/>
                  <a:gd name="connsiteX3" fmla="*/ 5594 w 6343"/>
                  <a:gd name="connsiteY3" fmla="*/ 1062 h 6345"/>
                  <a:gd name="connsiteX4" fmla="*/ 3351 w 6343"/>
                  <a:gd name="connsiteY4" fmla="*/ 133 h 6345"/>
                  <a:gd name="connsiteX5" fmla="*/ 1108 w 6343"/>
                  <a:gd name="connsiteY5" fmla="*/ 1062 h 6345"/>
                  <a:gd name="connsiteX6" fmla="*/ 179 w 6343"/>
                  <a:gd name="connsiteY6" fmla="*/ 3305 h 6345"/>
                  <a:gd name="connsiteX7" fmla="*/ 1108 w 6343"/>
                  <a:gd name="connsiteY7" fmla="*/ 5549 h 6345"/>
                  <a:gd name="connsiteX8" fmla="*/ 335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478"/>
                    </a:moveTo>
                    <a:cubicBezTo>
                      <a:pt x="4192" y="6478"/>
                      <a:pt x="4999" y="6144"/>
                      <a:pt x="5594" y="5549"/>
                    </a:cubicBezTo>
                    <a:cubicBezTo>
                      <a:pt x="6188" y="4954"/>
                      <a:pt x="6523" y="4147"/>
                      <a:pt x="6523" y="3305"/>
                    </a:cubicBezTo>
                    <a:cubicBezTo>
                      <a:pt x="6523" y="2464"/>
                      <a:pt x="6188" y="1657"/>
                      <a:pt x="5594" y="1062"/>
                    </a:cubicBezTo>
                    <a:cubicBezTo>
                      <a:pt x="4999" y="467"/>
                      <a:pt x="4192" y="133"/>
                      <a:pt x="3351" y="133"/>
                    </a:cubicBezTo>
                    <a:cubicBezTo>
                      <a:pt x="2510" y="133"/>
                      <a:pt x="1703" y="467"/>
                      <a:pt x="1108" y="1062"/>
                    </a:cubicBezTo>
                    <a:cubicBezTo>
                      <a:pt x="514" y="1657"/>
                      <a:pt x="179" y="2464"/>
                      <a:pt x="179" y="3305"/>
                    </a:cubicBezTo>
                    <a:cubicBezTo>
                      <a:pt x="179" y="4147"/>
                      <a:pt x="514" y="4954"/>
                      <a:pt x="1108" y="5549"/>
                    </a:cubicBezTo>
                    <a:cubicBezTo>
                      <a:pt x="1703" y="6144"/>
                      <a:pt x="2510" y="6478"/>
                      <a:pt x="335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81" name="Freeform: Shape 10080">
                <a:extLst>
                  <a:ext uri="{FF2B5EF4-FFF2-40B4-BE49-F238E27FC236}">
                    <a16:creationId xmlns:a16="http://schemas.microsoft.com/office/drawing/2014/main" id="{6FC25DA8-498B-566B-0FEF-A5FE3935DE7C}"/>
                  </a:ext>
                </a:extLst>
              </p:cNvPr>
              <p:cNvSpPr/>
              <p:nvPr/>
            </p:nvSpPr>
            <p:spPr>
              <a:xfrm>
                <a:off x="8708333" y="5161636"/>
                <a:ext cx="6343" cy="6345"/>
              </a:xfrm>
              <a:custGeom>
                <a:avLst/>
                <a:gdLst>
                  <a:gd name="connsiteX0" fmla="*/ 3353 w 6343"/>
                  <a:gd name="connsiteY0" fmla="*/ 6478 h 6345"/>
                  <a:gd name="connsiteX1" fmla="*/ 5595 w 6343"/>
                  <a:gd name="connsiteY1" fmla="*/ 5549 h 6345"/>
                  <a:gd name="connsiteX2" fmla="*/ 6524 w 6343"/>
                  <a:gd name="connsiteY2" fmla="*/ 3305 h 6345"/>
                  <a:gd name="connsiteX3" fmla="*/ 5595 w 6343"/>
                  <a:gd name="connsiteY3" fmla="*/ 1062 h 6345"/>
                  <a:gd name="connsiteX4" fmla="*/ 3353 w 6343"/>
                  <a:gd name="connsiteY4" fmla="*/ 133 h 6345"/>
                  <a:gd name="connsiteX5" fmla="*/ 1110 w 6343"/>
                  <a:gd name="connsiteY5" fmla="*/ 1062 h 6345"/>
                  <a:gd name="connsiteX6" fmla="*/ 181 w 6343"/>
                  <a:gd name="connsiteY6" fmla="*/ 3305 h 6345"/>
                  <a:gd name="connsiteX7" fmla="*/ 1110 w 6343"/>
                  <a:gd name="connsiteY7" fmla="*/ 5549 h 6345"/>
                  <a:gd name="connsiteX8" fmla="*/ 335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478"/>
                    </a:moveTo>
                    <a:cubicBezTo>
                      <a:pt x="4194" y="6478"/>
                      <a:pt x="5001" y="6144"/>
                      <a:pt x="5595" y="5549"/>
                    </a:cubicBezTo>
                    <a:cubicBezTo>
                      <a:pt x="6190" y="4954"/>
                      <a:pt x="6524" y="4147"/>
                      <a:pt x="6524" y="3305"/>
                    </a:cubicBezTo>
                    <a:cubicBezTo>
                      <a:pt x="6524" y="2464"/>
                      <a:pt x="6190" y="1657"/>
                      <a:pt x="5595" y="1062"/>
                    </a:cubicBezTo>
                    <a:cubicBezTo>
                      <a:pt x="5001" y="467"/>
                      <a:pt x="4194" y="133"/>
                      <a:pt x="3353" y="133"/>
                    </a:cubicBezTo>
                    <a:cubicBezTo>
                      <a:pt x="2512" y="133"/>
                      <a:pt x="1705" y="467"/>
                      <a:pt x="1110" y="1062"/>
                    </a:cubicBezTo>
                    <a:cubicBezTo>
                      <a:pt x="515" y="1657"/>
                      <a:pt x="181" y="2464"/>
                      <a:pt x="181" y="3305"/>
                    </a:cubicBezTo>
                    <a:cubicBezTo>
                      <a:pt x="181" y="4147"/>
                      <a:pt x="515" y="4954"/>
                      <a:pt x="1110" y="5549"/>
                    </a:cubicBezTo>
                    <a:cubicBezTo>
                      <a:pt x="1705" y="6144"/>
                      <a:pt x="2512" y="6478"/>
                      <a:pt x="335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82" name="Freeform: Shape 10081">
                <a:extLst>
                  <a:ext uri="{FF2B5EF4-FFF2-40B4-BE49-F238E27FC236}">
                    <a16:creationId xmlns:a16="http://schemas.microsoft.com/office/drawing/2014/main" id="{415042E9-9CBC-2D38-1772-AC4F0910B395}"/>
                  </a:ext>
                </a:extLst>
              </p:cNvPr>
              <p:cNvSpPr/>
              <p:nvPr/>
            </p:nvSpPr>
            <p:spPr>
              <a:xfrm>
                <a:off x="8735893" y="5162101"/>
                <a:ext cx="6343" cy="6345"/>
              </a:xfrm>
              <a:custGeom>
                <a:avLst/>
                <a:gdLst>
                  <a:gd name="connsiteX0" fmla="*/ 3355 w 6343"/>
                  <a:gd name="connsiteY0" fmla="*/ 6478 h 6345"/>
                  <a:gd name="connsiteX1" fmla="*/ 5598 w 6343"/>
                  <a:gd name="connsiteY1" fmla="*/ 5549 h 6345"/>
                  <a:gd name="connsiteX2" fmla="*/ 6527 w 6343"/>
                  <a:gd name="connsiteY2" fmla="*/ 3305 h 6345"/>
                  <a:gd name="connsiteX3" fmla="*/ 5598 w 6343"/>
                  <a:gd name="connsiteY3" fmla="*/ 1062 h 6345"/>
                  <a:gd name="connsiteX4" fmla="*/ 3355 w 6343"/>
                  <a:gd name="connsiteY4" fmla="*/ 133 h 6345"/>
                  <a:gd name="connsiteX5" fmla="*/ 1112 w 6343"/>
                  <a:gd name="connsiteY5" fmla="*/ 1062 h 6345"/>
                  <a:gd name="connsiteX6" fmla="*/ 183 w 6343"/>
                  <a:gd name="connsiteY6" fmla="*/ 3305 h 6345"/>
                  <a:gd name="connsiteX7" fmla="*/ 1112 w 6343"/>
                  <a:gd name="connsiteY7" fmla="*/ 5549 h 6345"/>
                  <a:gd name="connsiteX8" fmla="*/ 335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478"/>
                    </a:moveTo>
                    <a:cubicBezTo>
                      <a:pt x="4196" y="6478"/>
                      <a:pt x="5003" y="6144"/>
                      <a:pt x="5598" y="5549"/>
                    </a:cubicBezTo>
                    <a:cubicBezTo>
                      <a:pt x="6192" y="4954"/>
                      <a:pt x="6527" y="4147"/>
                      <a:pt x="6527" y="3305"/>
                    </a:cubicBezTo>
                    <a:cubicBezTo>
                      <a:pt x="6527" y="2464"/>
                      <a:pt x="6192" y="1657"/>
                      <a:pt x="5598" y="1062"/>
                    </a:cubicBezTo>
                    <a:cubicBezTo>
                      <a:pt x="5003" y="467"/>
                      <a:pt x="4196" y="133"/>
                      <a:pt x="3355" y="133"/>
                    </a:cubicBezTo>
                    <a:cubicBezTo>
                      <a:pt x="2514" y="133"/>
                      <a:pt x="1707" y="467"/>
                      <a:pt x="1112" y="1062"/>
                    </a:cubicBezTo>
                    <a:cubicBezTo>
                      <a:pt x="518" y="1657"/>
                      <a:pt x="183" y="2464"/>
                      <a:pt x="183" y="3305"/>
                    </a:cubicBezTo>
                    <a:cubicBezTo>
                      <a:pt x="183" y="4147"/>
                      <a:pt x="518" y="4954"/>
                      <a:pt x="1112" y="5549"/>
                    </a:cubicBezTo>
                    <a:cubicBezTo>
                      <a:pt x="1707" y="6144"/>
                      <a:pt x="2514" y="6478"/>
                      <a:pt x="335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83" name="Freeform: Shape 10082">
                <a:extLst>
                  <a:ext uri="{FF2B5EF4-FFF2-40B4-BE49-F238E27FC236}">
                    <a16:creationId xmlns:a16="http://schemas.microsoft.com/office/drawing/2014/main" id="{92B2E8DC-56B0-B3F1-7FD2-E12EB8F99A98}"/>
                  </a:ext>
                </a:extLst>
              </p:cNvPr>
              <p:cNvSpPr/>
              <p:nvPr/>
            </p:nvSpPr>
            <p:spPr>
              <a:xfrm>
                <a:off x="8751824" y="5160665"/>
                <a:ext cx="6343" cy="6345"/>
              </a:xfrm>
              <a:custGeom>
                <a:avLst/>
                <a:gdLst>
                  <a:gd name="connsiteX0" fmla="*/ 3356 w 6343"/>
                  <a:gd name="connsiteY0" fmla="*/ 6478 h 6345"/>
                  <a:gd name="connsiteX1" fmla="*/ 5599 w 6343"/>
                  <a:gd name="connsiteY1" fmla="*/ 5549 h 6345"/>
                  <a:gd name="connsiteX2" fmla="*/ 6528 w 6343"/>
                  <a:gd name="connsiteY2" fmla="*/ 3305 h 6345"/>
                  <a:gd name="connsiteX3" fmla="*/ 5599 w 6343"/>
                  <a:gd name="connsiteY3" fmla="*/ 1062 h 6345"/>
                  <a:gd name="connsiteX4" fmla="*/ 3356 w 6343"/>
                  <a:gd name="connsiteY4" fmla="*/ 132 h 6345"/>
                  <a:gd name="connsiteX5" fmla="*/ 1114 w 6343"/>
                  <a:gd name="connsiteY5" fmla="*/ 1062 h 6345"/>
                  <a:gd name="connsiteX6" fmla="*/ 185 w 6343"/>
                  <a:gd name="connsiteY6" fmla="*/ 3305 h 6345"/>
                  <a:gd name="connsiteX7" fmla="*/ 1114 w 6343"/>
                  <a:gd name="connsiteY7" fmla="*/ 5549 h 6345"/>
                  <a:gd name="connsiteX8" fmla="*/ 335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478"/>
                    </a:moveTo>
                    <a:cubicBezTo>
                      <a:pt x="4197" y="6478"/>
                      <a:pt x="5004" y="6144"/>
                      <a:pt x="5599" y="5549"/>
                    </a:cubicBezTo>
                    <a:cubicBezTo>
                      <a:pt x="6194" y="4954"/>
                      <a:pt x="6528" y="4147"/>
                      <a:pt x="6528" y="3305"/>
                    </a:cubicBezTo>
                    <a:cubicBezTo>
                      <a:pt x="6528" y="2464"/>
                      <a:pt x="6194" y="1657"/>
                      <a:pt x="5599" y="1062"/>
                    </a:cubicBezTo>
                    <a:cubicBezTo>
                      <a:pt x="5004" y="467"/>
                      <a:pt x="4197" y="132"/>
                      <a:pt x="3356" y="132"/>
                    </a:cubicBezTo>
                    <a:cubicBezTo>
                      <a:pt x="2515" y="132"/>
                      <a:pt x="1708" y="467"/>
                      <a:pt x="1114" y="1062"/>
                    </a:cubicBezTo>
                    <a:cubicBezTo>
                      <a:pt x="519" y="1657"/>
                      <a:pt x="185" y="2464"/>
                      <a:pt x="185" y="3305"/>
                    </a:cubicBezTo>
                    <a:cubicBezTo>
                      <a:pt x="185" y="4147"/>
                      <a:pt x="519" y="4954"/>
                      <a:pt x="1114" y="5549"/>
                    </a:cubicBezTo>
                    <a:cubicBezTo>
                      <a:pt x="1708" y="6144"/>
                      <a:pt x="2515" y="6478"/>
                      <a:pt x="335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84" name="Freeform: Shape 10083">
                <a:extLst>
                  <a:ext uri="{FF2B5EF4-FFF2-40B4-BE49-F238E27FC236}">
                    <a16:creationId xmlns:a16="http://schemas.microsoft.com/office/drawing/2014/main" id="{4107682B-421C-59CF-A0D4-E60F1EA50674}"/>
                  </a:ext>
                </a:extLst>
              </p:cNvPr>
              <p:cNvSpPr/>
              <p:nvPr/>
            </p:nvSpPr>
            <p:spPr>
              <a:xfrm>
                <a:off x="8787086" y="5163269"/>
                <a:ext cx="6343" cy="6345"/>
              </a:xfrm>
              <a:custGeom>
                <a:avLst/>
                <a:gdLst>
                  <a:gd name="connsiteX0" fmla="*/ 3359 w 6343"/>
                  <a:gd name="connsiteY0" fmla="*/ 6478 h 6345"/>
                  <a:gd name="connsiteX1" fmla="*/ 5602 w 6343"/>
                  <a:gd name="connsiteY1" fmla="*/ 5549 h 6345"/>
                  <a:gd name="connsiteX2" fmla="*/ 6531 w 6343"/>
                  <a:gd name="connsiteY2" fmla="*/ 3305 h 6345"/>
                  <a:gd name="connsiteX3" fmla="*/ 5602 w 6343"/>
                  <a:gd name="connsiteY3" fmla="*/ 1062 h 6345"/>
                  <a:gd name="connsiteX4" fmla="*/ 3359 w 6343"/>
                  <a:gd name="connsiteY4" fmla="*/ 133 h 6345"/>
                  <a:gd name="connsiteX5" fmla="*/ 1116 w 6343"/>
                  <a:gd name="connsiteY5" fmla="*/ 1062 h 6345"/>
                  <a:gd name="connsiteX6" fmla="*/ 187 w 6343"/>
                  <a:gd name="connsiteY6" fmla="*/ 3305 h 6345"/>
                  <a:gd name="connsiteX7" fmla="*/ 1116 w 6343"/>
                  <a:gd name="connsiteY7" fmla="*/ 5549 h 6345"/>
                  <a:gd name="connsiteX8" fmla="*/ 335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478"/>
                    </a:moveTo>
                    <a:cubicBezTo>
                      <a:pt x="4200" y="6478"/>
                      <a:pt x="5007" y="6144"/>
                      <a:pt x="5602" y="5549"/>
                    </a:cubicBezTo>
                    <a:cubicBezTo>
                      <a:pt x="6196" y="4954"/>
                      <a:pt x="6531" y="4147"/>
                      <a:pt x="6531" y="3305"/>
                    </a:cubicBezTo>
                    <a:cubicBezTo>
                      <a:pt x="6531" y="2464"/>
                      <a:pt x="6196" y="1657"/>
                      <a:pt x="5602" y="1062"/>
                    </a:cubicBezTo>
                    <a:cubicBezTo>
                      <a:pt x="5007" y="467"/>
                      <a:pt x="4200" y="133"/>
                      <a:pt x="3359" y="133"/>
                    </a:cubicBezTo>
                    <a:cubicBezTo>
                      <a:pt x="2518" y="133"/>
                      <a:pt x="1711" y="467"/>
                      <a:pt x="1116" y="1062"/>
                    </a:cubicBezTo>
                    <a:cubicBezTo>
                      <a:pt x="522" y="1657"/>
                      <a:pt x="187" y="2464"/>
                      <a:pt x="187" y="3305"/>
                    </a:cubicBezTo>
                    <a:cubicBezTo>
                      <a:pt x="187" y="4147"/>
                      <a:pt x="522" y="4954"/>
                      <a:pt x="1116" y="5549"/>
                    </a:cubicBezTo>
                    <a:cubicBezTo>
                      <a:pt x="1711" y="6144"/>
                      <a:pt x="2518" y="6478"/>
                      <a:pt x="335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85" name="Freeform: Shape 10084">
                <a:extLst>
                  <a:ext uri="{FF2B5EF4-FFF2-40B4-BE49-F238E27FC236}">
                    <a16:creationId xmlns:a16="http://schemas.microsoft.com/office/drawing/2014/main" id="{E5B23943-002A-24CE-7C18-E2EB69160918}"/>
                  </a:ext>
                </a:extLst>
              </p:cNvPr>
              <p:cNvSpPr/>
              <p:nvPr/>
            </p:nvSpPr>
            <p:spPr>
              <a:xfrm>
                <a:off x="8801250" y="5161978"/>
                <a:ext cx="6343" cy="6345"/>
              </a:xfrm>
              <a:custGeom>
                <a:avLst/>
                <a:gdLst>
                  <a:gd name="connsiteX0" fmla="*/ 3360 w 6343"/>
                  <a:gd name="connsiteY0" fmla="*/ 6478 h 6345"/>
                  <a:gd name="connsiteX1" fmla="*/ 5603 w 6343"/>
                  <a:gd name="connsiteY1" fmla="*/ 5549 h 6345"/>
                  <a:gd name="connsiteX2" fmla="*/ 6532 w 6343"/>
                  <a:gd name="connsiteY2" fmla="*/ 3305 h 6345"/>
                  <a:gd name="connsiteX3" fmla="*/ 5603 w 6343"/>
                  <a:gd name="connsiteY3" fmla="*/ 1062 h 6345"/>
                  <a:gd name="connsiteX4" fmla="*/ 3360 w 6343"/>
                  <a:gd name="connsiteY4" fmla="*/ 133 h 6345"/>
                  <a:gd name="connsiteX5" fmla="*/ 1117 w 6343"/>
                  <a:gd name="connsiteY5" fmla="*/ 1062 h 6345"/>
                  <a:gd name="connsiteX6" fmla="*/ 189 w 6343"/>
                  <a:gd name="connsiteY6" fmla="*/ 3305 h 6345"/>
                  <a:gd name="connsiteX7" fmla="*/ 1117 w 6343"/>
                  <a:gd name="connsiteY7" fmla="*/ 5549 h 6345"/>
                  <a:gd name="connsiteX8" fmla="*/ 336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478"/>
                    </a:moveTo>
                    <a:cubicBezTo>
                      <a:pt x="4201" y="6478"/>
                      <a:pt x="5008" y="6144"/>
                      <a:pt x="5603" y="5549"/>
                    </a:cubicBezTo>
                    <a:cubicBezTo>
                      <a:pt x="6198" y="4954"/>
                      <a:pt x="6532" y="4147"/>
                      <a:pt x="6532" y="3305"/>
                    </a:cubicBezTo>
                    <a:cubicBezTo>
                      <a:pt x="6532" y="2464"/>
                      <a:pt x="6198" y="1657"/>
                      <a:pt x="5603" y="1062"/>
                    </a:cubicBezTo>
                    <a:cubicBezTo>
                      <a:pt x="5008" y="467"/>
                      <a:pt x="4201" y="133"/>
                      <a:pt x="3360" y="133"/>
                    </a:cubicBezTo>
                    <a:cubicBezTo>
                      <a:pt x="2519" y="133"/>
                      <a:pt x="1712" y="467"/>
                      <a:pt x="1117" y="1062"/>
                    </a:cubicBezTo>
                    <a:cubicBezTo>
                      <a:pt x="523" y="1657"/>
                      <a:pt x="189" y="2464"/>
                      <a:pt x="189" y="3305"/>
                    </a:cubicBezTo>
                    <a:cubicBezTo>
                      <a:pt x="189" y="4147"/>
                      <a:pt x="523" y="4954"/>
                      <a:pt x="1117" y="5549"/>
                    </a:cubicBezTo>
                    <a:cubicBezTo>
                      <a:pt x="1712" y="6144"/>
                      <a:pt x="2519" y="6478"/>
                      <a:pt x="336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86" name="Freeform: Shape 10085">
                <a:extLst>
                  <a:ext uri="{FF2B5EF4-FFF2-40B4-BE49-F238E27FC236}">
                    <a16:creationId xmlns:a16="http://schemas.microsoft.com/office/drawing/2014/main" id="{7A0ED030-B59A-1883-CFE1-E6A5ABCBCB21}"/>
                  </a:ext>
                </a:extLst>
              </p:cNvPr>
              <p:cNvSpPr/>
              <p:nvPr/>
            </p:nvSpPr>
            <p:spPr>
              <a:xfrm>
                <a:off x="8805697" y="5158801"/>
                <a:ext cx="6343" cy="6345"/>
              </a:xfrm>
              <a:custGeom>
                <a:avLst/>
                <a:gdLst>
                  <a:gd name="connsiteX0" fmla="*/ 3360 w 6343"/>
                  <a:gd name="connsiteY0" fmla="*/ 6478 h 6345"/>
                  <a:gd name="connsiteX1" fmla="*/ 5603 w 6343"/>
                  <a:gd name="connsiteY1" fmla="*/ 5548 h 6345"/>
                  <a:gd name="connsiteX2" fmla="*/ 6532 w 6343"/>
                  <a:gd name="connsiteY2" fmla="*/ 3305 h 6345"/>
                  <a:gd name="connsiteX3" fmla="*/ 5603 w 6343"/>
                  <a:gd name="connsiteY3" fmla="*/ 1062 h 6345"/>
                  <a:gd name="connsiteX4" fmla="*/ 3360 w 6343"/>
                  <a:gd name="connsiteY4" fmla="*/ 132 h 6345"/>
                  <a:gd name="connsiteX5" fmla="*/ 1118 w 6343"/>
                  <a:gd name="connsiteY5" fmla="*/ 1062 h 6345"/>
                  <a:gd name="connsiteX6" fmla="*/ 189 w 6343"/>
                  <a:gd name="connsiteY6" fmla="*/ 3305 h 6345"/>
                  <a:gd name="connsiteX7" fmla="*/ 1118 w 6343"/>
                  <a:gd name="connsiteY7" fmla="*/ 5548 h 6345"/>
                  <a:gd name="connsiteX8" fmla="*/ 336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478"/>
                    </a:moveTo>
                    <a:cubicBezTo>
                      <a:pt x="4202" y="6478"/>
                      <a:pt x="5008" y="6143"/>
                      <a:pt x="5603" y="5548"/>
                    </a:cubicBezTo>
                    <a:cubicBezTo>
                      <a:pt x="6198" y="4954"/>
                      <a:pt x="6532" y="4146"/>
                      <a:pt x="6532" y="3305"/>
                    </a:cubicBezTo>
                    <a:cubicBezTo>
                      <a:pt x="6532" y="2464"/>
                      <a:pt x="6198" y="1657"/>
                      <a:pt x="5603" y="1062"/>
                    </a:cubicBezTo>
                    <a:cubicBezTo>
                      <a:pt x="5008" y="467"/>
                      <a:pt x="4202" y="132"/>
                      <a:pt x="3360" y="132"/>
                    </a:cubicBezTo>
                    <a:cubicBezTo>
                      <a:pt x="2519" y="132"/>
                      <a:pt x="1713" y="467"/>
                      <a:pt x="1118" y="1062"/>
                    </a:cubicBezTo>
                    <a:cubicBezTo>
                      <a:pt x="523" y="1657"/>
                      <a:pt x="189" y="2464"/>
                      <a:pt x="189" y="3305"/>
                    </a:cubicBezTo>
                    <a:cubicBezTo>
                      <a:pt x="189" y="4146"/>
                      <a:pt x="523" y="4954"/>
                      <a:pt x="1118" y="5548"/>
                    </a:cubicBezTo>
                    <a:cubicBezTo>
                      <a:pt x="1713" y="6143"/>
                      <a:pt x="2519" y="6478"/>
                      <a:pt x="336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87" name="Freeform: Shape 10086">
                <a:extLst>
                  <a:ext uri="{FF2B5EF4-FFF2-40B4-BE49-F238E27FC236}">
                    <a16:creationId xmlns:a16="http://schemas.microsoft.com/office/drawing/2014/main" id="{34B7F8B9-173B-0BA5-021F-AA5B95B0810C}"/>
                  </a:ext>
                </a:extLst>
              </p:cNvPr>
              <p:cNvSpPr/>
              <p:nvPr/>
            </p:nvSpPr>
            <p:spPr>
              <a:xfrm>
                <a:off x="8846606" y="5163627"/>
                <a:ext cx="6343" cy="6345"/>
              </a:xfrm>
              <a:custGeom>
                <a:avLst/>
                <a:gdLst>
                  <a:gd name="connsiteX0" fmla="*/ 3364 w 6343"/>
                  <a:gd name="connsiteY0" fmla="*/ 6478 h 6345"/>
                  <a:gd name="connsiteX1" fmla="*/ 5606 w 6343"/>
                  <a:gd name="connsiteY1" fmla="*/ 5549 h 6345"/>
                  <a:gd name="connsiteX2" fmla="*/ 6535 w 6343"/>
                  <a:gd name="connsiteY2" fmla="*/ 3305 h 6345"/>
                  <a:gd name="connsiteX3" fmla="*/ 5606 w 6343"/>
                  <a:gd name="connsiteY3" fmla="*/ 1062 h 6345"/>
                  <a:gd name="connsiteX4" fmla="*/ 3364 w 6343"/>
                  <a:gd name="connsiteY4" fmla="*/ 133 h 6345"/>
                  <a:gd name="connsiteX5" fmla="*/ 1121 w 6343"/>
                  <a:gd name="connsiteY5" fmla="*/ 1062 h 6345"/>
                  <a:gd name="connsiteX6" fmla="*/ 192 w 6343"/>
                  <a:gd name="connsiteY6" fmla="*/ 3305 h 6345"/>
                  <a:gd name="connsiteX7" fmla="*/ 1121 w 6343"/>
                  <a:gd name="connsiteY7" fmla="*/ 5549 h 6345"/>
                  <a:gd name="connsiteX8" fmla="*/ 336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478"/>
                    </a:moveTo>
                    <a:cubicBezTo>
                      <a:pt x="4205" y="6478"/>
                      <a:pt x="5012" y="6144"/>
                      <a:pt x="5606" y="5549"/>
                    </a:cubicBezTo>
                    <a:cubicBezTo>
                      <a:pt x="6201" y="4954"/>
                      <a:pt x="6535" y="4147"/>
                      <a:pt x="6535" y="3305"/>
                    </a:cubicBezTo>
                    <a:cubicBezTo>
                      <a:pt x="6535" y="2464"/>
                      <a:pt x="6201" y="1657"/>
                      <a:pt x="5606" y="1062"/>
                    </a:cubicBezTo>
                    <a:cubicBezTo>
                      <a:pt x="5012" y="467"/>
                      <a:pt x="4205" y="133"/>
                      <a:pt x="3364" y="133"/>
                    </a:cubicBezTo>
                    <a:cubicBezTo>
                      <a:pt x="2523" y="133"/>
                      <a:pt x="1716" y="467"/>
                      <a:pt x="1121" y="1062"/>
                    </a:cubicBezTo>
                    <a:cubicBezTo>
                      <a:pt x="526" y="1657"/>
                      <a:pt x="192" y="2464"/>
                      <a:pt x="192" y="3305"/>
                    </a:cubicBezTo>
                    <a:cubicBezTo>
                      <a:pt x="192" y="4147"/>
                      <a:pt x="526" y="4954"/>
                      <a:pt x="1121" y="5549"/>
                    </a:cubicBezTo>
                    <a:cubicBezTo>
                      <a:pt x="1716" y="6144"/>
                      <a:pt x="2523" y="6478"/>
                      <a:pt x="336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88" name="Freeform: Shape 10087">
                <a:extLst>
                  <a:ext uri="{FF2B5EF4-FFF2-40B4-BE49-F238E27FC236}">
                    <a16:creationId xmlns:a16="http://schemas.microsoft.com/office/drawing/2014/main" id="{6617E119-2C7F-4C81-4F7D-BF57D10E022E}"/>
                  </a:ext>
                </a:extLst>
              </p:cNvPr>
              <p:cNvSpPr/>
              <p:nvPr/>
            </p:nvSpPr>
            <p:spPr>
              <a:xfrm>
                <a:off x="8857588" y="5162245"/>
                <a:ext cx="6343" cy="6345"/>
              </a:xfrm>
              <a:custGeom>
                <a:avLst/>
                <a:gdLst>
                  <a:gd name="connsiteX0" fmla="*/ 3365 w 6343"/>
                  <a:gd name="connsiteY0" fmla="*/ 6478 h 6345"/>
                  <a:gd name="connsiteX1" fmla="*/ 5607 w 6343"/>
                  <a:gd name="connsiteY1" fmla="*/ 5549 h 6345"/>
                  <a:gd name="connsiteX2" fmla="*/ 6536 w 6343"/>
                  <a:gd name="connsiteY2" fmla="*/ 3305 h 6345"/>
                  <a:gd name="connsiteX3" fmla="*/ 5607 w 6343"/>
                  <a:gd name="connsiteY3" fmla="*/ 1062 h 6345"/>
                  <a:gd name="connsiteX4" fmla="*/ 3365 w 6343"/>
                  <a:gd name="connsiteY4" fmla="*/ 133 h 6345"/>
                  <a:gd name="connsiteX5" fmla="*/ 1122 w 6343"/>
                  <a:gd name="connsiteY5" fmla="*/ 1062 h 6345"/>
                  <a:gd name="connsiteX6" fmla="*/ 193 w 6343"/>
                  <a:gd name="connsiteY6" fmla="*/ 3305 h 6345"/>
                  <a:gd name="connsiteX7" fmla="*/ 1122 w 6343"/>
                  <a:gd name="connsiteY7" fmla="*/ 5549 h 6345"/>
                  <a:gd name="connsiteX8" fmla="*/ 336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478"/>
                    </a:moveTo>
                    <a:cubicBezTo>
                      <a:pt x="4206" y="6478"/>
                      <a:pt x="5012" y="6144"/>
                      <a:pt x="5607" y="5549"/>
                    </a:cubicBezTo>
                    <a:cubicBezTo>
                      <a:pt x="6202" y="4954"/>
                      <a:pt x="6536" y="4147"/>
                      <a:pt x="6536" y="3305"/>
                    </a:cubicBezTo>
                    <a:cubicBezTo>
                      <a:pt x="6536" y="2464"/>
                      <a:pt x="6202" y="1657"/>
                      <a:pt x="5607" y="1062"/>
                    </a:cubicBezTo>
                    <a:cubicBezTo>
                      <a:pt x="5012" y="467"/>
                      <a:pt x="4206" y="133"/>
                      <a:pt x="3365" y="133"/>
                    </a:cubicBezTo>
                    <a:cubicBezTo>
                      <a:pt x="2523" y="133"/>
                      <a:pt x="1717" y="467"/>
                      <a:pt x="1122" y="1062"/>
                    </a:cubicBezTo>
                    <a:cubicBezTo>
                      <a:pt x="527" y="1657"/>
                      <a:pt x="193" y="2464"/>
                      <a:pt x="193" y="3305"/>
                    </a:cubicBezTo>
                    <a:cubicBezTo>
                      <a:pt x="193" y="4147"/>
                      <a:pt x="527" y="4954"/>
                      <a:pt x="1122" y="5549"/>
                    </a:cubicBezTo>
                    <a:cubicBezTo>
                      <a:pt x="1717" y="6144"/>
                      <a:pt x="2523" y="6478"/>
                      <a:pt x="336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89" name="Freeform: Shape 10088">
                <a:extLst>
                  <a:ext uri="{FF2B5EF4-FFF2-40B4-BE49-F238E27FC236}">
                    <a16:creationId xmlns:a16="http://schemas.microsoft.com/office/drawing/2014/main" id="{7DB297CD-E54D-4CD2-AE08-0DC64100A341}"/>
                  </a:ext>
                </a:extLst>
              </p:cNvPr>
              <p:cNvSpPr/>
              <p:nvPr/>
            </p:nvSpPr>
            <p:spPr>
              <a:xfrm>
                <a:off x="8869299" y="5161163"/>
                <a:ext cx="6343" cy="6345"/>
              </a:xfrm>
              <a:custGeom>
                <a:avLst/>
                <a:gdLst>
                  <a:gd name="connsiteX0" fmla="*/ 3365 w 6343"/>
                  <a:gd name="connsiteY0" fmla="*/ 6478 h 6345"/>
                  <a:gd name="connsiteX1" fmla="*/ 5608 w 6343"/>
                  <a:gd name="connsiteY1" fmla="*/ 5549 h 6345"/>
                  <a:gd name="connsiteX2" fmla="*/ 6537 w 6343"/>
                  <a:gd name="connsiteY2" fmla="*/ 3305 h 6345"/>
                  <a:gd name="connsiteX3" fmla="*/ 5608 w 6343"/>
                  <a:gd name="connsiteY3" fmla="*/ 1062 h 6345"/>
                  <a:gd name="connsiteX4" fmla="*/ 3365 w 6343"/>
                  <a:gd name="connsiteY4" fmla="*/ 133 h 6345"/>
                  <a:gd name="connsiteX5" fmla="*/ 1123 w 6343"/>
                  <a:gd name="connsiteY5" fmla="*/ 1062 h 6345"/>
                  <a:gd name="connsiteX6" fmla="*/ 194 w 6343"/>
                  <a:gd name="connsiteY6" fmla="*/ 3305 h 6345"/>
                  <a:gd name="connsiteX7" fmla="*/ 1123 w 6343"/>
                  <a:gd name="connsiteY7" fmla="*/ 5549 h 6345"/>
                  <a:gd name="connsiteX8" fmla="*/ 336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478"/>
                    </a:moveTo>
                    <a:cubicBezTo>
                      <a:pt x="4207" y="6478"/>
                      <a:pt x="5013" y="6144"/>
                      <a:pt x="5608" y="5549"/>
                    </a:cubicBezTo>
                    <a:cubicBezTo>
                      <a:pt x="6203" y="4954"/>
                      <a:pt x="6537" y="4147"/>
                      <a:pt x="6537" y="3305"/>
                    </a:cubicBezTo>
                    <a:cubicBezTo>
                      <a:pt x="6537" y="2464"/>
                      <a:pt x="6203" y="1657"/>
                      <a:pt x="5608" y="1062"/>
                    </a:cubicBezTo>
                    <a:cubicBezTo>
                      <a:pt x="5013" y="467"/>
                      <a:pt x="4207" y="133"/>
                      <a:pt x="3365" y="133"/>
                    </a:cubicBezTo>
                    <a:cubicBezTo>
                      <a:pt x="2524" y="133"/>
                      <a:pt x="1718" y="467"/>
                      <a:pt x="1123" y="1062"/>
                    </a:cubicBezTo>
                    <a:cubicBezTo>
                      <a:pt x="528" y="1657"/>
                      <a:pt x="194" y="2464"/>
                      <a:pt x="194" y="3305"/>
                    </a:cubicBezTo>
                    <a:cubicBezTo>
                      <a:pt x="194" y="4147"/>
                      <a:pt x="528" y="4954"/>
                      <a:pt x="1123" y="5549"/>
                    </a:cubicBezTo>
                    <a:cubicBezTo>
                      <a:pt x="1718" y="6144"/>
                      <a:pt x="2524" y="6478"/>
                      <a:pt x="336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90" name="Freeform: Shape 10089">
                <a:extLst>
                  <a:ext uri="{FF2B5EF4-FFF2-40B4-BE49-F238E27FC236}">
                    <a16:creationId xmlns:a16="http://schemas.microsoft.com/office/drawing/2014/main" id="{391A3282-66FD-49CE-2E2C-F370E078C3B9}"/>
                  </a:ext>
                </a:extLst>
              </p:cNvPr>
              <p:cNvSpPr/>
              <p:nvPr/>
            </p:nvSpPr>
            <p:spPr>
              <a:xfrm>
                <a:off x="8898232" y="5164314"/>
                <a:ext cx="6343" cy="6345"/>
              </a:xfrm>
              <a:custGeom>
                <a:avLst/>
                <a:gdLst>
                  <a:gd name="connsiteX0" fmla="*/ 3368 w 6343"/>
                  <a:gd name="connsiteY0" fmla="*/ 6478 h 6345"/>
                  <a:gd name="connsiteX1" fmla="*/ 5610 w 6343"/>
                  <a:gd name="connsiteY1" fmla="*/ 5549 h 6345"/>
                  <a:gd name="connsiteX2" fmla="*/ 6539 w 6343"/>
                  <a:gd name="connsiteY2" fmla="*/ 3305 h 6345"/>
                  <a:gd name="connsiteX3" fmla="*/ 5610 w 6343"/>
                  <a:gd name="connsiteY3" fmla="*/ 1062 h 6345"/>
                  <a:gd name="connsiteX4" fmla="*/ 3368 w 6343"/>
                  <a:gd name="connsiteY4" fmla="*/ 133 h 6345"/>
                  <a:gd name="connsiteX5" fmla="*/ 1125 w 6343"/>
                  <a:gd name="connsiteY5" fmla="*/ 1062 h 6345"/>
                  <a:gd name="connsiteX6" fmla="*/ 196 w 6343"/>
                  <a:gd name="connsiteY6" fmla="*/ 3305 h 6345"/>
                  <a:gd name="connsiteX7" fmla="*/ 1125 w 6343"/>
                  <a:gd name="connsiteY7" fmla="*/ 5549 h 6345"/>
                  <a:gd name="connsiteX8" fmla="*/ 336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78"/>
                    </a:moveTo>
                    <a:cubicBezTo>
                      <a:pt x="4209" y="6478"/>
                      <a:pt x="5016" y="6144"/>
                      <a:pt x="5610" y="5549"/>
                    </a:cubicBezTo>
                    <a:cubicBezTo>
                      <a:pt x="6205" y="4954"/>
                      <a:pt x="6539" y="4147"/>
                      <a:pt x="6539" y="3305"/>
                    </a:cubicBezTo>
                    <a:cubicBezTo>
                      <a:pt x="6539" y="2464"/>
                      <a:pt x="6205" y="1657"/>
                      <a:pt x="5610" y="1062"/>
                    </a:cubicBezTo>
                    <a:cubicBezTo>
                      <a:pt x="5016" y="467"/>
                      <a:pt x="4209" y="133"/>
                      <a:pt x="3368" y="133"/>
                    </a:cubicBezTo>
                    <a:cubicBezTo>
                      <a:pt x="2527" y="133"/>
                      <a:pt x="1720" y="467"/>
                      <a:pt x="1125" y="1062"/>
                    </a:cubicBezTo>
                    <a:cubicBezTo>
                      <a:pt x="530" y="1657"/>
                      <a:pt x="196" y="2464"/>
                      <a:pt x="196" y="3305"/>
                    </a:cubicBezTo>
                    <a:cubicBezTo>
                      <a:pt x="196" y="4147"/>
                      <a:pt x="530" y="4954"/>
                      <a:pt x="1125" y="5549"/>
                    </a:cubicBezTo>
                    <a:cubicBezTo>
                      <a:pt x="1720" y="6144"/>
                      <a:pt x="2527" y="6478"/>
                      <a:pt x="336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91" name="Freeform: Shape 10090">
                <a:extLst>
                  <a:ext uri="{FF2B5EF4-FFF2-40B4-BE49-F238E27FC236}">
                    <a16:creationId xmlns:a16="http://schemas.microsoft.com/office/drawing/2014/main" id="{B7043154-102F-C21F-9676-E07AEB8670BA}"/>
                  </a:ext>
                </a:extLst>
              </p:cNvPr>
              <p:cNvSpPr/>
              <p:nvPr/>
            </p:nvSpPr>
            <p:spPr>
              <a:xfrm>
                <a:off x="8913559" y="5164509"/>
                <a:ext cx="6343" cy="6345"/>
              </a:xfrm>
              <a:custGeom>
                <a:avLst/>
                <a:gdLst>
                  <a:gd name="connsiteX0" fmla="*/ 3369 w 6343"/>
                  <a:gd name="connsiteY0" fmla="*/ 6478 h 6345"/>
                  <a:gd name="connsiteX1" fmla="*/ 5612 w 6343"/>
                  <a:gd name="connsiteY1" fmla="*/ 5549 h 6345"/>
                  <a:gd name="connsiteX2" fmla="*/ 6541 w 6343"/>
                  <a:gd name="connsiteY2" fmla="*/ 3305 h 6345"/>
                  <a:gd name="connsiteX3" fmla="*/ 5612 w 6343"/>
                  <a:gd name="connsiteY3" fmla="*/ 1062 h 6345"/>
                  <a:gd name="connsiteX4" fmla="*/ 3369 w 6343"/>
                  <a:gd name="connsiteY4" fmla="*/ 133 h 6345"/>
                  <a:gd name="connsiteX5" fmla="*/ 1126 w 6343"/>
                  <a:gd name="connsiteY5" fmla="*/ 1062 h 6345"/>
                  <a:gd name="connsiteX6" fmla="*/ 197 w 6343"/>
                  <a:gd name="connsiteY6" fmla="*/ 3305 h 6345"/>
                  <a:gd name="connsiteX7" fmla="*/ 1126 w 6343"/>
                  <a:gd name="connsiteY7" fmla="*/ 5549 h 6345"/>
                  <a:gd name="connsiteX8" fmla="*/ 336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78"/>
                    </a:moveTo>
                    <a:cubicBezTo>
                      <a:pt x="4210" y="6478"/>
                      <a:pt x="5017" y="6144"/>
                      <a:pt x="5612" y="5549"/>
                    </a:cubicBezTo>
                    <a:cubicBezTo>
                      <a:pt x="6206" y="4954"/>
                      <a:pt x="6541" y="4147"/>
                      <a:pt x="6541" y="3305"/>
                    </a:cubicBezTo>
                    <a:cubicBezTo>
                      <a:pt x="6541" y="2464"/>
                      <a:pt x="6206" y="1657"/>
                      <a:pt x="5612" y="1062"/>
                    </a:cubicBezTo>
                    <a:cubicBezTo>
                      <a:pt x="5017" y="467"/>
                      <a:pt x="4210" y="133"/>
                      <a:pt x="3369" y="133"/>
                    </a:cubicBezTo>
                    <a:cubicBezTo>
                      <a:pt x="2528" y="133"/>
                      <a:pt x="1721" y="467"/>
                      <a:pt x="1126" y="1062"/>
                    </a:cubicBezTo>
                    <a:cubicBezTo>
                      <a:pt x="532" y="1657"/>
                      <a:pt x="197" y="2464"/>
                      <a:pt x="197" y="3305"/>
                    </a:cubicBezTo>
                    <a:cubicBezTo>
                      <a:pt x="197" y="4147"/>
                      <a:pt x="532" y="4954"/>
                      <a:pt x="1126" y="5549"/>
                    </a:cubicBezTo>
                    <a:cubicBezTo>
                      <a:pt x="1721" y="6144"/>
                      <a:pt x="2528" y="6478"/>
                      <a:pt x="336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92" name="Freeform: Shape 10091">
                <a:extLst>
                  <a:ext uri="{FF2B5EF4-FFF2-40B4-BE49-F238E27FC236}">
                    <a16:creationId xmlns:a16="http://schemas.microsoft.com/office/drawing/2014/main" id="{71C29A84-F811-4E9F-0B68-8B17EBE1DFAF}"/>
                  </a:ext>
                </a:extLst>
              </p:cNvPr>
              <p:cNvSpPr/>
              <p:nvPr/>
            </p:nvSpPr>
            <p:spPr>
              <a:xfrm>
                <a:off x="8920516" y="5162795"/>
                <a:ext cx="6343" cy="6345"/>
              </a:xfrm>
              <a:custGeom>
                <a:avLst/>
                <a:gdLst>
                  <a:gd name="connsiteX0" fmla="*/ 3370 w 6343"/>
                  <a:gd name="connsiteY0" fmla="*/ 6478 h 6345"/>
                  <a:gd name="connsiteX1" fmla="*/ 5612 w 6343"/>
                  <a:gd name="connsiteY1" fmla="*/ 5549 h 6345"/>
                  <a:gd name="connsiteX2" fmla="*/ 6541 w 6343"/>
                  <a:gd name="connsiteY2" fmla="*/ 3305 h 6345"/>
                  <a:gd name="connsiteX3" fmla="*/ 5612 w 6343"/>
                  <a:gd name="connsiteY3" fmla="*/ 1062 h 6345"/>
                  <a:gd name="connsiteX4" fmla="*/ 3370 w 6343"/>
                  <a:gd name="connsiteY4" fmla="*/ 133 h 6345"/>
                  <a:gd name="connsiteX5" fmla="*/ 1127 w 6343"/>
                  <a:gd name="connsiteY5" fmla="*/ 1062 h 6345"/>
                  <a:gd name="connsiteX6" fmla="*/ 198 w 6343"/>
                  <a:gd name="connsiteY6" fmla="*/ 3305 h 6345"/>
                  <a:gd name="connsiteX7" fmla="*/ 1127 w 6343"/>
                  <a:gd name="connsiteY7" fmla="*/ 5549 h 6345"/>
                  <a:gd name="connsiteX8" fmla="*/ 337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78"/>
                    </a:moveTo>
                    <a:cubicBezTo>
                      <a:pt x="4211" y="6478"/>
                      <a:pt x="5017" y="6144"/>
                      <a:pt x="5612" y="5549"/>
                    </a:cubicBezTo>
                    <a:cubicBezTo>
                      <a:pt x="6207" y="4954"/>
                      <a:pt x="6541" y="4147"/>
                      <a:pt x="6541" y="3305"/>
                    </a:cubicBezTo>
                    <a:cubicBezTo>
                      <a:pt x="6541" y="2464"/>
                      <a:pt x="6207" y="1657"/>
                      <a:pt x="5612" y="1062"/>
                    </a:cubicBezTo>
                    <a:cubicBezTo>
                      <a:pt x="5017" y="467"/>
                      <a:pt x="4211" y="133"/>
                      <a:pt x="3370" y="133"/>
                    </a:cubicBezTo>
                    <a:cubicBezTo>
                      <a:pt x="2528" y="133"/>
                      <a:pt x="1722" y="467"/>
                      <a:pt x="1127" y="1062"/>
                    </a:cubicBezTo>
                    <a:cubicBezTo>
                      <a:pt x="532" y="1657"/>
                      <a:pt x="198" y="2464"/>
                      <a:pt x="198" y="3305"/>
                    </a:cubicBezTo>
                    <a:cubicBezTo>
                      <a:pt x="198" y="4147"/>
                      <a:pt x="532" y="4954"/>
                      <a:pt x="1127" y="5549"/>
                    </a:cubicBezTo>
                    <a:cubicBezTo>
                      <a:pt x="1722" y="6144"/>
                      <a:pt x="2528" y="6478"/>
                      <a:pt x="337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93" name="Freeform: Shape 10092">
                <a:extLst>
                  <a:ext uri="{FF2B5EF4-FFF2-40B4-BE49-F238E27FC236}">
                    <a16:creationId xmlns:a16="http://schemas.microsoft.com/office/drawing/2014/main" id="{26BD430F-EC64-7640-08ED-56280D343D6E}"/>
                  </a:ext>
                </a:extLst>
              </p:cNvPr>
              <p:cNvSpPr/>
              <p:nvPr/>
            </p:nvSpPr>
            <p:spPr>
              <a:xfrm>
                <a:off x="8933617" y="5162741"/>
                <a:ext cx="6343" cy="6345"/>
              </a:xfrm>
              <a:custGeom>
                <a:avLst/>
                <a:gdLst>
                  <a:gd name="connsiteX0" fmla="*/ 3371 w 6343"/>
                  <a:gd name="connsiteY0" fmla="*/ 6478 h 6345"/>
                  <a:gd name="connsiteX1" fmla="*/ 5613 w 6343"/>
                  <a:gd name="connsiteY1" fmla="*/ 5549 h 6345"/>
                  <a:gd name="connsiteX2" fmla="*/ 6542 w 6343"/>
                  <a:gd name="connsiteY2" fmla="*/ 3305 h 6345"/>
                  <a:gd name="connsiteX3" fmla="*/ 5613 w 6343"/>
                  <a:gd name="connsiteY3" fmla="*/ 1062 h 6345"/>
                  <a:gd name="connsiteX4" fmla="*/ 3371 w 6343"/>
                  <a:gd name="connsiteY4" fmla="*/ 133 h 6345"/>
                  <a:gd name="connsiteX5" fmla="*/ 1128 w 6343"/>
                  <a:gd name="connsiteY5" fmla="*/ 1062 h 6345"/>
                  <a:gd name="connsiteX6" fmla="*/ 199 w 6343"/>
                  <a:gd name="connsiteY6" fmla="*/ 3305 h 6345"/>
                  <a:gd name="connsiteX7" fmla="*/ 1128 w 6343"/>
                  <a:gd name="connsiteY7" fmla="*/ 5549 h 6345"/>
                  <a:gd name="connsiteX8" fmla="*/ 337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78"/>
                    </a:moveTo>
                    <a:cubicBezTo>
                      <a:pt x="4212" y="6478"/>
                      <a:pt x="5018" y="6144"/>
                      <a:pt x="5613" y="5549"/>
                    </a:cubicBezTo>
                    <a:cubicBezTo>
                      <a:pt x="6208" y="4954"/>
                      <a:pt x="6542" y="4147"/>
                      <a:pt x="6542" y="3305"/>
                    </a:cubicBezTo>
                    <a:cubicBezTo>
                      <a:pt x="6542" y="2464"/>
                      <a:pt x="6208" y="1657"/>
                      <a:pt x="5613" y="1062"/>
                    </a:cubicBezTo>
                    <a:cubicBezTo>
                      <a:pt x="5018" y="467"/>
                      <a:pt x="4212" y="133"/>
                      <a:pt x="3371" y="133"/>
                    </a:cubicBezTo>
                    <a:cubicBezTo>
                      <a:pt x="2529" y="133"/>
                      <a:pt x="1723" y="467"/>
                      <a:pt x="1128" y="1062"/>
                    </a:cubicBezTo>
                    <a:cubicBezTo>
                      <a:pt x="533" y="1657"/>
                      <a:pt x="199" y="2464"/>
                      <a:pt x="199" y="3305"/>
                    </a:cubicBezTo>
                    <a:cubicBezTo>
                      <a:pt x="199" y="4147"/>
                      <a:pt x="533" y="4954"/>
                      <a:pt x="1128" y="5549"/>
                    </a:cubicBezTo>
                    <a:cubicBezTo>
                      <a:pt x="1723" y="6144"/>
                      <a:pt x="2529" y="6478"/>
                      <a:pt x="337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94" name="Freeform: Shape 10093">
                <a:extLst>
                  <a:ext uri="{FF2B5EF4-FFF2-40B4-BE49-F238E27FC236}">
                    <a16:creationId xmlns:a16="http://schemas.microsoft.com/office/drawing/2014/main" id="{3AF3BC39-CBD7-0BB7-FD15-32C9CFA7B53B}"/>
                  </a:ext>
                </a:extLst>
              </p:cNvPr>
              <p:cNvSpPr/>
              <p:nvPr/>
            </p:nvSpPr>
            <p:spPr>
              <a:xfrm>
                <a:off x="8943844" y="5162090"/>
                <a:ext cx="6343" cy="6345"/>
              </a:xfrm>
              <a:custGeom>
                <a:avLst/>
                <a:gdLst>
                  <a:gd name="connsiteX0" fmla="*/ 3371 w 6343"/>
                  <a:gd name="connsiteY0" fmla="*/ 6478 h 6345"/>
                  <a:gd name="connsiteX1" fmla="*/ 5614 w 6343"/>
                  <a:gd name="connsiteY1" fmla="*/ 5549 h 6345"/>
                  <a:gd name="connsiteX2" fmla="*/ 6543 w 6343"/>
                  <a:gd name="connsiteY2" fmla="*/ 3305 h 6345"/>
                  <a:gd name="connsiteX3" fmla="*/ 5614 w 6343"/>
                  <a:gd name="connsiteY3" fmla="*/ 1062 h 6345"/>
                  <a:gd name="connsiteX4" fmla="*/ 3371 w 6343"/>
                  <a:gd name="connsiteY4" fmla="*/ 133 h 6345"/>
                  <a:gd name="connsiteX5" fmla="*/ 1129 w 6343"/>
                  <a:gd name="connsiteY5" fmla="*/ 1062 h 6345"/>
                  <a:gd name="connsiteX6" fmla="*/ 200 w 6343"/>
                  <a:gd name="connsiteY6" fmla="*/ 3305 h 6345"/>
                  <a:gd name="connsiteX7" fmla="*/ 1129 w 6343"/>
                  <a:gd name="connsiteY7" fmla="*/ 5549 h 6345"/>
                  <a:gd name="connsiteX8" fmla="*/ 337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78"/>
                    </a:moveTo>
                    <a:cubicBezTo>
                      <a:pt x="4212" y="6478"/>
                      <a:pt x="5019" y="6144"/>
                      <a:pt x="5614" y="5549"/>
                    </a:cubicBezTo>
                    <a:cubicBezTo>
                      <a:pt x="6209" y="4954"/>
                      <a:pt x="6543" y="4147"/>
                      <a:pt x="6543" y="3305"/>
                    </a:cubicBezTo>
                    <a:cubicBezTo>
                      <a:pt x="6543" y="2464"/>
                      <a:pt x="6209" y="1657"/>
                      <a:pt x="5614" y="1062"/>
                    </a:cubicBezTo>
                    <a:cubicBezTo>
                      <a:pt x="5019" y="467"/>
                      <a:pt x="4212" y="133"/>
                      <a:pt x="3371" y="133"/>
                    </a:cubicBezTo>
                    <a:cubicBezTo>
                      <a:pt x="2530" y="133"/>
                      <a:pt x="1723" y="467"/>
                      <a:pt x="1129" y="1062"/>
                    </a:cubicBezTo>
                    <a:cubicBezTo>
                      <a:pt x="534" y="1657"/>
                      <a:pt x="200" y="2464"/>
                      <a:pt x="200" y="3305"/>
                    </a:cubicBezTo>
                    <a:cubicBezTo>
                      <a:pt x="200" y="4147"/>
                      <a:pt x="534" y="4954"/>
                      <a:pt x="1129" y="5549"/>
                    </a:cubicBezTo>
                    <a:cubicBezTo>
                      <a:pt x="1723" y="6144"/>
                      <a:pt x="2530" y="6478"/>
                      <a:pt x="337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95" name="Freeform: Shape 10094">
                <a:extLst>
                  <a:ext uri="{FF2B5EF4-FFF2-40B4-BE49-F238E27FC236}">
                    <a16:creationId xmlns:a16="http://schemas.microsoft.com/office/drawing/2014/main" id="{2FCD14FF-C84C-A848-72B2-4B17E9C2CC53}"/>
                  </a:ext>
                </a:extLst>
              </p:cNvPr>
              <p:cNvSpPr/>
              <p:nvPr/>
            </p:nvSpPr>
            <p:spPr>
              <a:xfrm>
                <a:off x="8958911" y="5162871"/>
                <a:ext cx="6343" cy="6345"/>
              </a:xfrm>
              <a:custGeom>
                <a:avLst/>
                <a:gdLst>
                  <a:gd name="connsiteX0" fmla="*/ 3373 w 6343"/>
                  <a:gd name="connsiteY0" fmla="*/ 6478 h 6345"/>
                  <a:gd name="connsiteX1" fmla="*/ 5615 w 6343"/>
                  <a:gd name="connsiteY1" fmla="*/ 5549 h 6345"/>
                  <a:gd name="connsiteX2" fmla="*/ 6544 w 6343"/>
                  <a:gd name="connsiteY2" fmla="*/ 3305 h 6345"/>
                  <a:gd name="connsiteX3" fmla="*/ 5615 w 6343"/>
                  <a:gd name="connsiteY3" fmla="*/ 1062 h 6345"/>
                  <a:gd name="connsiteX4" fmla="*/ 3373 w 6343"/>
                  <a:gd name="connsiteY4" fmla="*/ 133 h 6345"/>
                  <a:gd name="connsiteX5" fmla="*/ 1130 w 6343"/>
                  <a:gd name="connsiteY5" fmla="*/ 1062 h 6345"/>
                  <a:gd name="connsiteX6" fmla="*/ 201 w 6343"/>
                  <a:gd name="connsiteY6" fmla="*/ 3305 h 6345"/>
                  <a:gd name="connsiteX7" fmla="*/ 1130 w 6343"/>
                  <a:gd name="connsiteY7" fmla="*/ 5549 h 6345"/>
                  <a:gd name="connsiteX8" fmla="*/ 337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78"/>
                    </a:moveTo>
                    <a:cubicBezTo>
                      <a:pt x="4214" y="6478"/>
                      <a:pt x="5020" y="6144"/>
                      <a:pt x="5615" y="5549"/>
                    </a:cubicBezTo>
                    <a:cubicBezTo>
                      <a:pt x="6210" y="4954"/>
                      <a:pt x="6544" y="4147"/>
                      <a:pt x="6544" y="3305"/>
                    </a:cubicBezTo>
                    <a:cubicBezTo>
                      <a:pt x="6544" y="2464"/>
                      <a:pt x="6210" y="1657"/>
                      <a:pt x="5615" y="1062"/>
                    </a:cubicBezTo>
                    <a:cubicBezTo>
                      <a:pt x="5020" y="467"/>
                      <a:pt x="4214" y="133"/>
                      <a:pt x="3373" y="133"/>
                    </a:cubicBezTo>
                    <a:cubicBezTo>
                      <a:pt x="2531" y="133"/>
                      <a:pt x="1725" y="467"/>
                      <a:pt x="1130" y="1062"/>
                    </a:cubicBezTo>
                    <a:cubicBezTo>
                      <a:pt x="535" y="1657"/>
                      <a:pt x="201" y="2464"/>
                      <a:pt x="201" y="3305"/>
                    </a:cubicBezTo>
                    <a:cubicBezTo>
                      <a:pt x="201" y="4147"/>
                      <a:pt x="535" y="4954"/>
                      <a:pt x="1130" y="5549"/>
                    </a:cubicBezTo>
                    <a:cubicBezTo>
                      <a:pt x="1725" y="6144"/>
                      <a:pt x="2531" y="6478"/>
                      <a:pt x="337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96" name="Freeform: Shape 10095">
                <a:extLst>
                  <a:ext uri="{FF2B5EF4-FFF2-40B4-BE49-F238E27FC236}">
                    <a16:creationId xmlns:a16="http://schemas.microsoft.com/office/drawing/2014/main" id="{930C3328-3BF0-B2CB-0B6F-71CB328FEA41}"/>
                  </a:ext>
                </a:extLst>
              </p:cNvPr>
              <p:cNvSpPr/>
              <p:nvPr/>
            </p:nvSpPr>
            <p:spPr>
              <a:xfrm>
                <a:off x="8966322" y="5161720"/>
                <a:ext cx="6343" cy="6345"/>
              </a:xfrm>
              <a:custGeom>
                <a:avLst/>
                <a:gdLst>
                  <a:gd name="connsiteX0" fmla="*/ 3373 w 6343"/>
                  <a:gd name="connsiteY0" fmla="*/ 6478 h 6345"/>
                  <a:gd name="connsiteX1" fmla="*/ 5616 w 6343"/>
                  <a:gd name="connsiteY1" fmla="*/ 5549 h 6345"/>
                  <a:gd name="connsiteX2" fmla="*/ 6545 w 6343"/>
                  <a:gd name="connsiteY2" fmla="*/ 3305 h 6345"/>
                  <a:gd name="connsiteX3" fmla="*/ 5616 w 6343"/>
                  <a:gd name="connsiteY3" fmla="*/ 1062 h 6345"/>
                  <a:gd name="connsiteX4" fmla="*/ 3373 w 6343"/>
                  <a:gd name="connsiteY4" fmla="*/ 133 h 6345"/>
                  <a:gd name="connsiteX5" fmla="*/ 1131 w 6343"/>
                  <a:gd name="connsiteY5" fmla="*/ 1062 h 6345"/>
                  <a:gd name="connsiteX6" fmla="*/ 202 w 6343"/>
                  <a:gd name="connsiteY6" fmla="*/ 3305 h 6345"/>
                  <a:gd name="connsiteX7" fmla="*/ 1131 w 6343"/>
                  <a:gd name="connsiteY7" fmla="*/ 5549 h 6345"/>
                  <a:gd name="connsiteX8" fmla="*/ 337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78"/>
                    </a:moveTo>
                    <a:cubicBezTo>
                      <a:pt x="4214" y="6478"/>
                      <a:pt x="5021" y="6144"/>
                      <a:pt x="5616" y="5549"/>
                    </a:cubicBezTo>
                    <a:cubicBezTo>
                      <a:pt x="6211" y="4954"/>
                      <a:pt x="6545" y="4147"/>
                      <a:pt x="6545" y="3305"/>
                    </a:cubicBezTo>
                    <a:cubicBezTo>
                      <a:pt x="6545" y="2464"/>
                      <a:pt x="6211" y="1657"/>
                      <a:pt x="5616" y="1062"/>
                    </a:cubicBezTo>
                    <a:cubicBezTo>
                      <a:pt x="5021" y="467"/>
                      <a:pt x="4214" y="133"/>
                      <a:pt x="3373" y="133"/>
                    </a:cubicBezTo>
                    <a:cubicBezTo>
                      <a:pt x="2532" y="133"/>
                      <a:pt x="1725" y="467"/>
                      <a:pt x="1131" y="1062"/>
                    </a:cubicBezTo>
                    <a:cubicBezTo>
                      <a:pt x="536" y="1657"/>
                      <a:pt x="202" y="2464"/>
                      <a:pt x="202" y="3305"/>
                    </a:cubicBezTo>
                    <a:cubicBezTo>
                      <a:pt x="202" y="4147"/>
                      <a:pt x="536" y="4954"/>
                      <a:pt x="1131" y="5549"/>
                    </a:cubicBezTo>
                    <a:cubicBezTo>
                      <a:pt x="1725" y="6144"/>
                      <a:pt x="2532" y="6478"/>
                      <a:pt x="337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97" name="Freeform: Shape 10096">
                <a:extLst>
                  <a:ext uri="{FF2B5EF4-FFF2-40B4-BE49-F238E27FC236}">
                    <a16:creationId xmlns:a16="http://schemas.microsoft.com/office/drawing/2014/main" id="{6592DAEC-3BA1-4F43-1E20-C8B46EA5AA7F}"/>
                  </a:ext>
                </a:extLst>
              </p:cNvPr>
              <p:cNvSpPr/>
              <p:nvPr/>
            </p:nvSpPr>
            <p:spPr>
              <a:xfrm>
                <a:off x="8978743" y="5162077"/>
                <a:ext cx="6343" cy="6345"/>
              </a:xfrm>
              <a:custGeom>
                <a:avLst/>
                <a:gdLst>
                  <a:gd name="connsiteX0" fmla="*/ 3374 w 6343"/>
                  <a:gd name="connsiteY0" fmla="*/ 6478 h 6345"/>
                  <a:gd name="connsiteX1" fmla="*/ 5617 w 6343"/>
                  <a:gd name="connsiteY1" fmla="*/ 5549 h 6345"/>
                  <a:gd name="connsiteX2" fmla="*/ 6546 w 6343"/>
                  <a:gd name="connsiteY2" fmla="*/ 3305 h 6345"/>
                  <a:gd name="connsiteX3" fmla="*/ 5617 w 6343"/>
                  <a:gd name="connsiteY3" fmla="*/ 1062 h 6345"/>
                  <a:gd name="connsiteX4" fmla="*/ 3374 w 6343"/>
                  <a:gd name="connsiteY4" fmla="*/ 133 h 6345"/>
                  <a:gd name="connsiteX5" fmla="*/ 1131 w 6343"/>
                  <a:gd name="connsiteY5" fmla="*/ 1062 h 6345"/>
                  <a:gd name="connsiteX6" fmla="*/ 203 w 6343"/>
                  <a:gd name="connsiteY6" fmla="*/ 3305 h 6345"/>
                  <a:gd name="connsiteX7" fmla="*/ 1131 w 6343"/>
                  <a:gd name="connsiteY7" fmla="*/ 5549 h 6345"/>
                  <a:gd name="connsiteX8" fmla="*/ 337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78"/>
                    </a:moveTo>
                    <a:cubicBezTo>
                      <a:pt x="4215" y="6478"/>
                      <a:pt x="5022" y="6144"/>
                      <a:pt x="5617" y="5549"/>
                    </a:cubicBezTo>
                    <a:cubicBezTo>
                      <a:pt x="6211" y="4954"/>
                      <a:pt x="6546" y="4147"/>
                      <a:pt x="6546" y="3305"/>
                    </a:cubicBezTo>
                    <a:cubicBezTo>
                      <a:pt x="6546" y="2464"/>
                      <a:pt x="6211" y="1657"/>
                      <a:pt x="5617" y="1062"/>
                    </a:cubicBezTo>
                    <a:cubicBezTo>
                      <a:pt x="5022" y="467"/>
                      <a:pt x="4215" y="133"/>
                      <a:pt x="3374" y="133"/>
                    </a:cubicBezTo>
                    <a:cubicBezTo>
                      <a:pt x="2533" y="133"/>
                      <a:pt x="1726" y="467"/>
                      <a:pt x="1131" y="1062"/>
                    </a:cubicBezTo>
                    <a:cubicBezTo>
                      <a:pt x="537" y="1657"/>
                      <a:pt x="203" y="2464"/>
                      <a:pt x="203" y="3305"/>
                    </a:cubicBezTo>
                    <a:cubicBezTo>
                      <a:pt x="203" y="4147"/>
                      <a:pt x="537" y="4954"/>
                      <a:pt x="1131" y="5549"/>
                    </a:cubicBezTo>
                    <a:cubicBezTo>
                      <a:pt x="1726" y="6144"/>
                      <a:pt x="2533" y="6478"/>
                      <a:pt x="337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98" name="Freeform: Shape 10097">
                <a:extLst>
                  <a:ext uri="{FF2B5EF4-FFF2-40B4-BE49-F238E27FC236}">
                    <a16:creationId xmlns:a16="http://schemas.microsoft.com/office/drawing/2014/main" id="{09F5F8F2-3FCB-EC56-66C6-86E678ED5600}"/>
                  </a:ext>
                </a:extLst>
              </p:cNvPr>
              <p:cNvSpPr/>
              <p:nvPr/>
            </p:nvSpPr>
            <p:spPr>
              <a:xfrm>
                <a:off x="8997716" y="5164489"/>
                <a:ext cx="6343" cy="6345"/>
              </a:xfrm>
              <a:custGeom>
                <a:avLst/>
                <a:gdLst>
                  <a:gd name="connsiteX0" fmla="*/ 3376 w 6343"/>
                  <a:gd name="connsiteY0" fmla="*/ 6478 h 6345"/>
                  <a:gd name="connsiteX1" fmla="*/ 5618 w 6343"/>
                  <a:gd name="connsiteY1" fmla="*/ 5549 h 6345"/>
                  <a:gd name="connsiteX2" fmla="*/ 6547 w 6343"/>
                  <a:gd name="connsiteY2" fmla="*/ 3305 h 6345"/>
                  <a:gd name="connsiteX3" fmla="*/ 5618 w 6343"/>
                  <a:gd name="connsiteY3" fmla="*/ 1062 h 6345"/>
                  <a:gd name="connsiteX4" fmla="*/ 3376 w 6343"/>
                  <a:gd name="connsiteY4" fmla="*/ 133 h 6345"/>
                  <a:gd name="connsiteX5" fmla="*/ 1133 w 6343"/>
                  <a:gd name="connsiteY5" fmla="*/ 1062 h 6345"/>
                  <a:gd name="connsiteX6" fmla="*/ 204 w 6343"/>
                  <a:gd name="connsiteY6" fmla="*/ 3305 h 6345"/>
                  <a:gd name="connsiteX7" fmla="*/ 1133 w 6343"/>
                  <a:gd name="connsiteY7" fmla="*/ 5549 h 6345"/>
                  <a:gd name="connsiteX8" fmla="*/ 337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78"/>
                    </a:moveTo>
                    <a:cubicBezTo>
                      <a:pt x="4217" y="6478"/>
                      <a:pt x="5023" y="6144"/>
                      <a:pt x="5618" y="5549"/>
                    </a:cubicBezTo>
                    <a:cubicBezTo>
                      <a:pt x="6213" y="4954"/>
                      <a:pt x="6547" y="4147"/>
                      <a:pt x="6547" y="3305"/>
                    </a:cubicBezTo>
                    <a:cubicBezTo>
                      <a:pt x="6547" y="2464"/>
                      <a:pt x="6213" y="1657"/>
                      <a:pt x="5618" y="1062"/>
                    </a:cubicBezTo>
                    <a:cubicBezTo>
                      <a:pt x="5023" y="467"/>
                      <a:pt x="4217" y="133"/>
                      <a:pt x="3376" y="133"/>
                    </a:cubicBezTo>
                    <a:cubicBezTo>
                      <a:pt x="2535" y="133"/>
                      <a:pt x="1728" y="467"/>
                      <a:pt x="1133" y="1062"/>
                    </a:cubicBezTo>
                    <a:cubicBezTo>
                      <a:pt x="538" y="1657"/>
                      <a:pt x="204" y="2464"/>
                      <a:pt x="204" y="3305"/>
                    </a:cubicBezTo>
                    <a:cubicBezTo>
                      <a:pt x="204" y="4147"/>
                      <a:pt x="538" y="4954"/>
                      <a:pt x="1133" y="5549"/>
                    </a:cubicBezTo>
                    <a:cubicBezTo>
                      <a:pt x="1728" y="6144"/>
                      <a:pt x="2535" y="6478"/>
                      <a:pt x="337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099" name="Freeform: Shape 10098">
                <a:extLst>
                  <a:ext uri="{FF2B5EF4-FFF2-40B4-BE49-F238E27FC236}">
                    <a16:creationId xmlns:a16="http://schemas.microsoft.com/office/drawing/2014/main" id="{8FB8310C-3A6C-074D-9734-513753902868}"/>
                  </a:ext>
                </a:extLst>
              </p:cNvPr>
              <p:cNvSpPr/>
              <p:nvPr/>
            </p:nvSpPr>
            <p:spPr>
              <a:xfrm>
                <a:off x="9008092" y="5164591"/>
                <a:ext cx="6343" cy="6345"/>
              </a:xfrm>
              <a:custGeom>
                <a:avLst/>
                <a:gdLst>
                  <a:gd name="connsiteX0" fmla="*/ 3376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5 h 6345"/>
                  <a:gd name="connsiteX3" fmla="*/ 5619 w 6343"/>
                  <a:gd name="connsiteY3" fmla="*/ 1062 h 6345"/>
                  <a:gd name="connsiteX4" fmla="*/ 3376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78"/>
                    </a:moveTo>
                    <a:cubicBezTo>
                      <a:pt x="4218" y="6478"/>
                      <a:pt x="5024" y="6144"/>
                      <a:pt x="5619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4" y="467"/>
                      <a:pt x="4218" y="133"/>
                      <a:pt x="3376" y="133"/>
                    </a:cubicBezTo>
                    <a:cubicBezTo>
                      <a:pt x="2535" y="133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5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5" y="6478"/>
                      <a:pt x="337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00" name="Freeform: Shape 10099">
                <a:extLst>
                  <a:ext uri="{FF2B5EF4-FFF2-40B4-BE49-F238E27FC236}">
                    <a16:creationId xmlns:a16="http://schemas.microsoft.com/office/drawing/2014/main" id="{D62236FF-79F1-49F4-BC1B-1D45392ED997}"/>
                  </a:ext>
                </a:extLst>
              </p:cNvPr>
              <p:cNvSpPr/>
              <p:nvPr/>
            </p:nvSpPr>
            <p:spPr>
              <a:xfrm>
                <a:off x="9013161" y="5163210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5 h 6345"/>
                  <a:gd name="connsiteX3" fmla="*/ 5619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19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5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01" name="Freeform: Shape 10100">
                <a:extLst>
                  <a:ext uri="{FF2B5EF4-FFF2-40B4-BE49-F238E27FC236}">
                    <a16:creationId xmlns:a16="http://schemas.microsoft.com/office/drawing/2014/main" id="{A2905E48-4694-CE48-7F7E-698A07682500}"/>
                  </a:ext>
                </a:extLst>
              </p:cNvPr>
              <p:cNvSpPr/>
              <p:nvPr/>
            </p:nvSpPr>
            <p:spPr>
              <a:xfrm>
                <a:off x="9013791" y="5160510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9 h 6345"/>
                  <a:gd name="connsiteX2" fmla="*/ 6548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2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20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20" y="1062"/>
                    </a:cubicBezTo>
                    <a:cubicBezTo>
                      <a:pt x="5025" y="467"/>
                      <a:pt x="4218" y="132"/>
                      <a:pt x="3377" y="132"/>
                    </a:cubicBezTo>
                    <a:cubicBezTo>
                      <a:pt x="2536" y="132"/>
                      <a:pt x="1729" y="467"/>
                      <a:pt x="1134" y="1062"/>
                    </a:cubicBezTo>
                    <a:cubicBezTo>
                      <a:pt x="540" y="1657"/>
                      <a:pt x="205" y="2464"/>
                      <a:pt x="205" y="3305"/>
                    </a:cubicBezTo>
                    <a:cubicBezTo>
                      <a:pt x="205" y="4147"/>
                      <a:pt x="540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02" name="Freeform: Shape 10101">
                <a:extLst>
                  <a:ext uri="{FF2B5EF4-FFF2-40B4-BE49-F238E27FC236}">
                    <a16:creationId xmlns:a16="http://schemas.microsoft.com/office/drawing/2014/main" id="{972C8818-15E0-30DB-6C11-E95431787F81}"/>
                  </a:ext>
                </a:extLst>
              </p:cNvPr>
              <p:cNvSpPr/>
              <p:nvPr/>
            </p:nvSpPr>
            <p:spPr>
              <a:xfrm>
                <a:off x="9018450" y="5159084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9 h 6345"/>
                  <a:gd name="connsiteX2" fmla="*/ 6549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2 h 6345"/>
                  <a:gd name="connsiteX5" fmla="*/ 1135 w 6343"/>
                  <a:gd name="connsiteY5" fmla="*/ 1062 h 6345"/>
                  <a:gd name="connsiteX6" fmla="*/ 206 w 6343"/>
                  <a:gd name="connsiteY6" fmla="*/ 3305 h 6345"/>
                  <a:gd name="connsiteX7" fmla="*/ 1135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3"/>
                      <a:pt x="5620" y="5549"/>
                    </a:cubicBezTo>
                    <a:cubicBezTo>
                      <a:pt x="6215" y="4954"/>
                      <a:pt x="6549" y="4146"/>
                      <a:pt x="6549" y="3305"/>
                    </a:cubicBezTo>
                    <a:cubicBezTo>
                      <a:pt x="6549" y="2464"/>
                      <a:pt x="6215" y="1657"/>
                      <a:pt x="5620" y="1062"/>
                    </a:cubicBezTo>
                    <a:cubicBezTo>
                      <a:pt x="5025" y="467"/>
                      <a:pt x="4218" y="132"/>
                      <a:pt x="3377" y="132"/>
                    </a:cubicBezTo>
                    <a:cubicBezTo>
                      <a:pt x="2536" y="132"/>
                      <a:pt x="1729" y="467"/>
                      <a:pt x="1135" y="1062"/>
                    </a:cubicBezTo>
                    <a:cubicBezTo>
                      <a:pt x="540" y="1657"/>
                      <a:pt x="206" y="2464"/>
                      <a:pt x="206" y="3305"/>
                    </a:cubicBezTo>
                    <a:cubicBezTo>
                      <a:pt x="206" y="4146"/>
                      <a:pt x="540" y="4954"/>
                      <a:pt x="1135" y="5549"/>
                    </a:cubicBezTo>
                    <a:cubicBezTo>
                      <a:pt x="1729" y="6143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03" name="Freeform: Shape 10102">
                <a:extLst>
                  <a:ext uri="{FF2B5EF4-FFF2-40B4-BE49-F238E27FC236}">
                    <a16:creationId xmlns:a16="http://schemas.microsoft.com/office/drawing/2014/main" id="{E4BFC3E5-3FE8-A189-483B-0F6224111EA1}"/>
                  </a:ext>
                </a:extLst>
              </p:cNvPr>
              <p:cNvSpPr/>
              <p:nvPr/>
            </p:nvSpPr>
            <p:spPr>
              <a:xfrm>
                <a:off x="9027053" y="5158986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1 w 6343"/>
                  <a:gd name="connsiteY1" fmla="*/ 5548 h 6345"/>
                  <a:gd name="connsiteX2" fmla="*/ 6549 w 6343"/>
                  <a:gd name="connsiteY2" fmla="*/ 3305 h 6345"/>
                  <a:gd name="connsiteX3" fmla="*/ 5621 w 6343"/>
                  <a:gd name="connsiteY3" fmla="*/ 1062 h 6345"/>
                  <a:gd name="connsiteX4" fmla="*/ 3378 w 6343"/>
                  <a:gd name="connsiteY4" fmla="*/ 132 h 6345"/>
                  <a:gd name="connsiteX5" fmla="*/ 1135 w 6343"/>
                  <a:gd name="connsiteY5" fmla="*/ 1062 h 6345"/>
                  <a:gd name="connsiteX6" fmla="*/ 206 w 6343"/>
                  <a:gd name="connsiteY6" fmla="*/ 3305 h 6345"/>
                  <a:gd name="connsiteX7" fmla="*/ 1135 w 6343"/>
                  <a:gd name="connsiteY7" fmla="*/ 5548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19" y="6478"/>
                      <a:pt x="5026" y="6143"/>
                      <a:pt x="5621" y="5548"/>
                    </a:cubicBezTo>
                    <a:cubicBezTo>
                      <a:pt x="6215" y="4954"/>
                      <a:pt x="6549" y="4146"/>
                      <a:pt x="6549" y="3305"/>
                    </a:cubicBezTo>
                    <a:cubicBezTo>
                      <a:pt x="6549" y="2464"/>
                      <a:pt x="6215" y="1657"/>
                      <a:pt x="5621" y="1062"/>
                    </a:cubicBezTo>
                    <a:cubicBezTo>
                      <a:pt x="5026" y="467"/>
                      <a:pt x="4219" y="132"/>
                      <a:pt x="3378" y="132"/>
                    </a:cubicBezTo>
                    <a:cubicBezTo>
                      <a:pt x="2537" y="132"/>
                      <a:pt x="1730" y="467"/>
                      <a:pt x="1135" y="1062"/>
                    </a:cubicBezTo>
                    <a:cubicBezTo>
                      <a:pt x="541" y="1657"/>
                      <a:pt x="206" y="2464"/>
                      <a:pt x="206" y="3305"/>
                    </a:cubicBezTo>
                    <a:cubicBezTo>
                      <a:pt x="206" y="4146"/>
                      <a:pt x="541" y="4954"/>
                      <a:pt x="1135" y="5548"/>
                    </a:cubicBezTo>
                    <a:cubicBezTo>
                      <a:pt x="1730" y="6143"/>
                      <a:pt x="2537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04" name="Freeform: Shape 10103">
                <a:extLst>
                  <a:ext uri="{FF2B5EF4-FFF2-40B4-BE49-F238E27FC236}">
                    <a16:creationId xmlns:a16="http://schemas.microsoft.com/office/drawing/2014/main" id="{573CD6DF-E720-BA9C-2B9A-5CDF99428B12}"/>
                  </a:ext>
                </a:extLst>
              </p:cNvPr>
              <p:cNvSpPr/>
              <p:nvPr/>
            </p:nvSpPr>
            <p:spPr>
              <a:xfrm>
                <a:off x="9034329" y="5158556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1 w 6343"/>
                  <a:gd name="connsiteY1" fmla="*/ 5548 h 6345"/>
                  <a:gd name="connsiteX2" fmla="*/ 6550 w 6343"/>
                  <a:gd name="connsiteY2" fmla="*/ 3305 h 6345"/>
                  <a:gd name="connsiteX3" fmla="*/ 5621 w 6343"/>
                  <a:gd name="connsiteY3" fmla="*/ 1062 h 6345"/>
                  <a:gd name="connsiteX4" fmla="*/ 3378 w 6343"/>
                  <a:gd name="connsiteY4" fmla="*/ 132 h 6345"/>
                  <a:gd name="connsiteX5" fmla="*/ 1136 w 6343"/>
                  <a:gd name="connsiteY5" fmla="*/ 1062 h 6345"/>
                  <a:gd name="connsiteX6" fmla="*/ 207 w 6343"/>
                  <a:gd name="connsiteY6" fmla="*/ 3305 h 6345"/>
                  <a:gd name="connsiteX7" fmla="*/ 1136 w 6343"/>
                  <a:gd name="connsiteY7" fmla="*/ 5548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20" y="6478"/>
                      <a:pt x="5026" y="6143"/>
                      <a:pt x="5621" y="5548"/>
                    </a:cubicBezTo>
                    <a:cubicBezTo>
                      <a:pt x="6216" y="4953"/>
                      <a:pt x="6550" y="4146"/>
                      <a:pt x="6550" y="3305"/>
                    </a:cubicBezTo>
                    <a:cubicBezTo>
                      <a:pt x="6550" y="2464"/>
                      <a:pt x="6216" y="1657"/>
                      <a:pt x="5621" y="1062"/>
                    </a:cubicBezTo>
                    <a:cubicBezTo>
                      <a:pt x="5026" y="467"/>
                      <a:pt x="4220" y="132"/>
                      <a:pt x="3378" y="132"/>
                    </a:cubicBezTo>
                    <a:cubicBezTo>
                      <a:pt x="2537" y="132"/>
                      <a:pt x="1731" y="467"/>
                      <a:pt x="1136" y="1062"/>
                    </a:cubicBezTo>
                    <a:cubicBezTo>
                      <a:pt x="541" y="1657"/>
                      <a:pt x="207" y="2464"/>
                      <a:pt x="207" y="3305"/>
                    </a:cubicBezTo>
                    <a:cubicBezTo>
                      <a:pt x="207" y="4146"/>
                      <a:pt x="541" y="4953"/>
                      <a:pt x="1136" y="5548"/>
                    </a:cubicBezTo>
                    <a:cubicBezTo>
                      <a:pt x="1731" y="6143"/>
                      <a:pt x="2537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05" name="Freeform: Shape 10104">
                <a:extLst>
                  <a:ext uri="{FF2B5EF4-FFF2-40B4-BE49-F238E27FC236}">
                    <a16:creationId xmlns:a16="http://schemas.microsoft.com/office/drawing/2014/main" id="{928ADB46-B04D-0F1E-07E8-07B8D796BADA}"/>
                  </a:ext>
                </a:extLst>
              </p:cNvPr>
              <p:cNvSpPr/>
              <p:nvPr/>
            </p:nvSpPr>
            <p:spPr>
              <a:xfrm>
                <a:off x="9044868" y="5159314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2 w 6343"/>
                  <a:gd name="connsiteY1" fmla="*/ 5549 h 6345"/>
                  <a:gd name="connsiteX2" fmla="*/ 6551 w 6343"/>
                  <a:gd name="connsiteY2" fmla="*/ 3305 h 6345"/>
                  <a:gd name="connsiteX3" fmla="*/ 5622 w 6343"/>
                  <a:gd name="connsiteY3" fmla="*/ 1062 h 6345"/>
                  <a:gd name="connsiteX4" fmla="*/ 3379 w 6343"/>
                  <a:gd name="connsiteY4" fmla="*/ 132 h 6345"/>
                  <a:gd name="connsiteX5" fmla="*/ 1137 w 6343"/>
                  <a:gd name="connsiteY5" fmla="*/ 1062 h 6345"/>
                  <a:gd name="connsiteX6" fmla="*/ 208 w 6343"/>
                  <a:gd name="connsiteY6" fmla="*/ 3305 h 6345"/>
                  <a:gd name="connsiteX7" fmla="*/ 1137 w 6343"/>
                  <a:gd name="connsiteY7" fmla="*/ 5549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0" y="6478"/>
                      <a:pt x="5027" y="6143"/>
                      <a:pt x="5622" y="5549"/>
                    </a:cubicBezTo>
                    <a:cubicBezTo>
                      <a:pt x="6217" y="4954"/>
                      <a:pt x="6551" y="4146"/>
                      <a:pt x="6551" y="3305"/>
                    </a:cubicBezTo>
                    <a:cubicBezTo>
                      <a:pt x="6551" y="2464"/>
                      <a:pt x="6217" y="1657"/>
                      <a:pt x="5622" y="1062"/>
                    </a:cubicBezTo>
                    <a:cubicBezTo>
                      <a:pt x="5027" y="467"/>
                      <a:pt x="4220" y="132"/>
                      <a:pt x="3379" y="132"/>
                    </a:cubicBezTo>
                    <a:cubicBezTo>
                      <a:pt x="2538" y="132"/>
                      <a:pt x="1731" y="467"/>
                      <a:pt x="1137" y="1062"/>
                    </a:cubicBezTo>
                    <a:cubicBezTo>
                      <a:pt x="542" y="1657"/>
                      <a:pt x="208" y="2464"/>
                      <a:pt x="208" y="3305"/>
                    </a:cubicBezTo>
                    <a:cubicBezTo>
                      <a:pt x="208" y="4146"/>
                      <a:pt x="542" y="4954"/>
                      <a:pt x="1137" y="5549"/>
                    </a:cubicBezTo>
                    <a:cubicBezTo>
                      <a:pt x="1731" y="6143"/>
                      <a:pt x="2538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06" name="Freeform: Shape 10105">
                <a:extLst>
                  <a:ext uri="{FF2B5EF4-FFF2-40B4-BE49-F238E27FC236}">
                    <a16:creationId xmlns:a16="http://schemas.microsoft.com/office/drawing/2014/main" id="{9E276C63-476F-73AE-6C40-107362040940}"/>
                  </a:ext>
                </a:extLst>
              </p:cNvPr>
              <p:cNvSpPr/>
              <p:nvPr/>
            </p:nvSpPr>
            <p:spPr>
              <a:xfrm>
                <a:off x="9052828" y="5159317"/>
                <a:ext cx="6343" cy="6345"/>
              </a:xfrm>
              <a:custGeom>
                <a:avLst/>
                <a:gdLst>
                  <a:gd name="connsiteX0" fmla="*/ 3380 w 6343"/>
                  <a:gd name="connsiteY0" fmla="*/ 6478 h 6345"/>
                  <a:gd name="connsiteX1" fmla="*/ 5623 w 6343"/>
                  <a:gd name="connsiteY1" fmla="*/ 5549 h 6345"/>
                  <a:gd name="connsiteX2" fmla="*/ 6552 w 6343"/>
                  <a:gd name="connsiteY2" fmla="*/ 3305 h 6345"/>
                  <a:gd name="connsiteX3" fmla="*/ 5623 w 6343"/>
                  <a:gd name="connsiteY3" fmla="*/ 1062 h 6345"/>
                  <a:gd name="connsiteX4" fmla="*/ 3380 w 6343"/>
                  <a:gd name="connsiteY4" fmla="*/ 132 h 6345"/>
                  <a:gd name="connsiteX5" fmla="*/ 1137 w 6343"/>
                  <a:gd name="connsiteY5" fmla="*/ 1062 h 6345"/>
                  <a:gd name="connsiteX6" fmla="*/ 208 w 6343"/>
                  <a:gd name="connsiteY6" fmla="*/ 3305 h 6345"/>
                  <a:gd name="connsiteX7" fmla="*/ 1137 w 6343"/>
                  <a:gd name="connsiteY7" fmla="*/ 5549 h 6345"/>
                  <a:gd name="connsiteX8" fmla="*/ 338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78"/>
                    </a:moveTo>
                    <a:cubicBezTo>
                      <a:pt x="4221" y="6478"/>
                      <a:pt x="5028" y="6143"/>
                      <a:pt x="5623" y="5549"/>
                    </a:cubicBezTo>
                    <a:cubicBezTo>
                      <a:pt x="6217" y="4954"/>
                      <a:pt x="6552" y="4146"/>
                      <a:pt x="6552" y="3305"/>
                    </a:cubicBezTo>
                    <a:cubicBezTo>
                      <a:pt x="6552" y="2464"/>
                      <a:pt x="6217" y="1657"/>
                      <a:pt x="5623" y="1062"/>
                    </a:cubicBezTo>
                    <a:cubicBezTo>
                      <a:pt x="5028" y="467"/>
                      <a:pt x="4221" y="132"/>
                      <a:pt x="3380" y="132"/>
                    </a:cubicBezTo>
                    <a:cubicBezTo>
                      <a:pt x="2539" y="132"/>
                      <a:pt x="1732" y="467"/>
                      <a:pt x="1137" y="1062"/>
                    </a:cubicBezTo>
                    <a:cubicBezTo>
                      <a:pt x="543" y="1657"/>
                      <a:pt x="208" y="2464"/>
                      <a:pt x="208" y="3305"/>
                    </a:cubicBezTo>
                    <a:cubicBezTo>
                      <a:pt x="208" y="4146"/>
                      <a:pt x="543" y="4954"/>
                      <a:pt x="1137" y="5549"/>
                    </a:cubicBezTo>
                    <a:cubicBezTo>
                      <a:pt x="1732" y="6143"/>
                      <a:pt x="2539" y="6478"/>
                      <a:pt x="338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07" name="Freeform: Shape 10106">
                <a:extLst>
                  <a:ext uri="{FF2B5EF4-FFF2-40B4-BE49-F238E27FC236}">
                    <a16:creationId xmlns:a16="http://schemas.microsoft.com/office/drawing/2014/main" id="{485D6AFC-6038-AA29-4401-FA576E941CBD}"/>
                  </a:ext>
                </a:extLst>
              </p:cNvPr>
              <p:cNvSpPr/>
              <p:nvPr/>
            </p:nvSpPr>
            <p:spPr>
              <a:xfrm>
                <a:off x="9077365" y="5165237"/>
                <a:ext cx="6343" cy="6345"/>
              </a:xfrm>
              <a:custGeom>
                <a:avLst/>
                <a:gdLst>
                  <a:gd name="connsiteX0" fmla="*/ 3382 w 6343"/>
                  <a:gd name="connsiteY0" fmla="*/ 6478 h 6345"/>
                  <a:gd name="connsiteX1" fmla="*/ 5625 w 6343"/>
                  <a:gd name="connsiteY1" fmla="*/ 5549 h 6345"/>
                  <a:gd name="connsiteX2" fmla="*/ 6553 w 6343"/>
                  <a:gd name="connsiteY2" fmla="*/ 3306 h 6345"/>
                  <a:gd name="connsiteX3" fmla="*/ 5625 w 6343"/>
                  <a:gd name="connsiteY3" fmla="*/ 1062 h 6345"/>
                  <a:gd name="connsiteX4" fmla="*/ 3382 w 6343"/>
                  <a:gd name="connsiteY4" fmla="*/ 133 h 6345"/>
                  <a:gd name="connsiteX5" fmla="*/ 1139 w 6343"/>
                  <a:gd name="connsiteY5" fmla="*/ 1062 h 6345"/>
                  <a:gd name="connsiteX6" fmla="*/ 210 w 6343"/>
                  <a:gd name="connsiteY6" fmla="*/ 3306 h 6345"/>
                  <a:gd name="connsiteX7" fmla="*/ 1139 w 6343"/>
                  <a:gd name="connsiteY7" fmla="*/ 5549 h 6345"/>
                  <a:gd name="connsiteX8" fmla="*/ 338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8"/>
                    </a:moveTo>
                    <a:cubicBezTo>
                      <a:pt x="4223" y="6478"/>
                      <a:pt x="5030" y="6144"/>
                      <a:pt x="5625" y="5549"/>
                    </a:cubicBezTo>
                    <a:cubicBezTo>
                      <a:pt x="6219" y="4954"/>
                      <a:pt x="6553" y="4147"/>
                      <a:pt x="6553" y="3306"/>
                    </a:cubicBezTo>
                    <a:cubicBezTo>
                      <a:pt x="6553" y="2464"/>
                      <a:pt x="6219" y="1657"/>
                      <a:pt x="5625" y="1062"/>
                    </a:cubicBezTo>
                    <a:cubicBezTo>
                      <a:pt x="5030" y="467"/>
                      <a:pt x="4223" y="133"/>
                      <a:pt x="3382" y="133"/>
                    </a:cubicBezTo>
                    <a:cubicBezTo>
                      <a:pt x="2541" y="133"/>
                      <a:pt x="1734" y="467"/>
                      <a:pt x="1139" y="1062"/>
                    </a:cubicBezTo>
                    <a:cubicBezTo>
                      <a:pt x="545" y="1657"/>
                      <a:pt x="210" y="2464"/>
                      <a:pt x="210" y="3306"/>
                    </a:cubicBezTo>
                    <a:cubicBezTo>
                      <a:pt x="210" y="4147"/>
                      <a:pt x="545" y="4954"/>
                      <a:pt x="1139" y="5549"/>
                    </a:cubicBezTo>
                    <a:cubicBezTo>
                      <a:pt x="1734" y="6144"/>
                      <a:pt x="2541" y="6478"/>
                      <a:pt x="338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08" name="Freeform: Shape 10107">
                <a:extLst>
                  <a:ext uri="{FF2B5EF4-FFF2-40B4-BE49-F238E27FC236}">
                    <a16:creationId xmlns:a16="http://schemas.microsoft.com/office/drawing/2014/main" id="{FFAA990F-0305-A283-057C-138EBF85ED58}"/>
                  </a:ext>
                </a:extLst>
              </p:cNvPr>
              <p:cNvSpPr/>
              <p:nvPr/>
            </p:nvSpPr>
            <p:spPr>
              <a:xfrm>
                <a:off x="9085553" y="5165632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6 h 6345"/>
                  <a:gd name="connsiteX3" fmla="*/ 5625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6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0" y="6144"/>
                      <a:pt x="5625" y="5549"/>
                    </a:cubicBezTo>
                    <a:cubicBezTo>
                      <a:pt x="6220" y="4954"/>
                      <a:pt x="6554" y="4147"/>
                      <a:pt x="6554" y="3306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0" y="467"/>
                      <a:pt x="4224" y="133"/>
                      <a:pt x="3383" y="133"/>
                    </a:cubicBezTo>
                    <a:cubicBezTo>
                      <a:pt x="2541" y="133"/>
                      <a:pt x="1735" y="467"/>
                      <a:pt x="1140" y="1062"/>
                    </a:cubicBezTo>
                    <a:cubicBezTo>
                      <a:pt x="545" y="1657"/>
                      <a:pt x="211" y="2464"/>
                      <a:pt x="211" y="3306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5" y="6144"/>
                      <a:pt x="2541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09" name="Freeform: Shape 10108">
                <a:extLst>
                  <a:ext uri="{FF2B5EF4-FFF2-40B4-BE49-F238E27FC236}">
                    <a16:creationId xmlns:a16="http://schemas.microsoft.com/office/drawing/2014/main" id="{4CDE5147-0B3E-2D36-EC93-F4EBFCF6FB59}"/>
                  </a:ext>
                </a:extLst>
              </p:cNvPr>
              <p:cNvSpPr/>
              <p:nvPr/>
            </p:nvSpPr>
            <p:spPr>
              <a:xfrm>
                <a:off x="9090477" y="5164939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6 w 6343"/>
                  <a:gd name="connsiteY1" fmla="*/ 5549 h 6345"/>
                  <a:gd name="connsiteX2" fmla="*/ 6554 w 6343"/>
                  <a:gd name="connsiteY2" fmla="*/ 3306 h 6345"/>
                  <a:gd name="connsiteX3" fmla="*/ 5626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6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1" y="6144"/>
                      <a:pt x="5626" y="5549"/>
                    </a:cubicBezTo>
                    <a:cubicBezTo>
                      <a:pt x="6220" y="4954"/>
                      <a:pt x="6554" y="4147"/>
                      <a:pt x="6554" y="3306"/>
                    </a:cubicBezTo>
                    <a:cubicBezTo>
                      <a:pt x="6554" y="2464"/>
                      <a:pt x="6220" y="1657"/>
                      <a:pt x="5626" y="1062"/>
                    </a:cubicBezTo>
                    <a:cubicBezTo>
                      <a:pt x="5031" y="467"/>
                      <a:pt x="4224" y="133"/>
                      <a:pt x="3383" y="133"/>
                    </a:cubicBezTo>
                    <a:cubicBezTo>
                      <a:pt x="2542" y="133"/>
                      <a:pt x="1735" y="467"/>
                      <a:pt x="1140" y="1062"/>
                    </a:cubicBezTo>
                    <a:cubicBezTo>
                      <a:pt x="546" y="1657"/>
                      <a:pt x="211" y="2464"/>
                      <a:pt x="211" y="3306"/>
                    </a:cubicBezTo>
                    <a:cubicBezTo>
                      <a:pt x="211" y="4147"/>
                      <a:pt x="546" y="4954"/>
                      <a:pt x="1140" y="5549"/>
                    </a:cubicBezTo>
                    <a:cubicBezTo>
                      <a:pt x="1735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10" name="Freeform: Shape 10109">
                <a:extLst>
                  <a:ext uri="{FF2B5EF4-FFF2-40B4-BE49-F238E27FC236}">
                    <a16:creationId xmlns:a16="http://schemas.microsoft.com/office/drawing/2014/main" id="{0A8E0520-E378-F12E-7680-F6D4D23D8446}"/>
                  </a:ext>
                </a:extLst>
              </p:cNvPr>
              <p:cNvSpPr/>
              <p:nvPr/>
            </p:nvSpPr>
            <p:spPr>
              <a:xfrm>
                <a:off x="9103637" y="5167366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6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6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7" y="5549"/>
                    </a:cubicBezTo>
                    <a:cubicBezTo>
                      <a:pt x="6221" y="4954"/>
                      <a:pt x="6556" y="4147"/>
                      <a:pt x="6556" y="3306"/>
                    </a:cubicBezTo>
                    <a:cubicBezTo>
                      <a:pt x="6556" y="2464"/>
                      <a:pt x="6221" y="1657"/>
                      <a:pt x="5627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7" y="1657"/>
                      <a:pt x="212" y="2464"/>
                      <a:pt x="212" y="3306"/>
                    </a:cubicBezTo>
                    <a:cubicBezTo>
                      <a:pt x="212" y="4147"/>
                      <a:pt x="547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11" name="Freeform: Shape 10110">
                <a:extLst>
                  <a:ext uri="{FF2B5EF4-FFF2-40B4-BE49-F238E27FC236}">
                    <a16:creationId xmlns:a16="http://schemas.microsoft.com/office/drawing/2014/main" id="{D213F5FE-8B3B-3AB8-9D6D-96B3E4F58EBE}"/>
                  </a:ext>
                </a:extLst>
              </p:cNvPr>
              <p:cNvSpPr/>
              <p:nvPr/>
            </p:nvSpPr>
            <p:spPr>
              <a:xfrm>
                <a:off x="9100133" y="5163653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5 h 6345"/>
                  <a:gd name="connsiteX3" fmla="*/ 5626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5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6" y="5549"/>
                    </a:cubicBezTo>
                    <a:cubicBezTo>
                      <a:pt x="6221" y="4954"/>
                      <a:pt x="6555" y="4147"/>
                      <a:pt x="6555" y="3305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5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12" name="Freeform: Shape 10111">
                <a:extLst>
                  <a:ext uri="{FF2B5EF4-FFF2-40B4-BE49-F238E27FC236}">
                    <a16:creationId xmlns:a16="http://schemas.microsoft.com/office/drawing/2014/main" id="{A4CF92CE-30FC-BEE7-CF2F-FF3A6352B24E}"/>
                  </a:ext>
                </a:extLst>
              </p:cNvPr>
              <p:cNvSpPr/>
              <p:nvPr/>
            </p:nvSpPr>
            <p:spPr>
              <a:xfrm>
                <a:off x="9111193" y="5165499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6 h 6345"/>
                  <a:gd name="connsiteX3" fmla="*/ 5627 w 6343"/>
                  <a:gd name="connsiteY3" fmla="*/ 1062 h 6345"/>
                  <a:gd name="connsiteX4" fmla="*/ 3385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6 h 6345"/>
                  <a:gd name="connsiteX7" fmla="*/ 1142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2" y="6144"/>
                      <a:pt x="5627" y="5549"/>
                    </a:cubicBezTo>
                    <a:cubicBezTo>
                      <a:pt x="6222" y="4954"/>
                      <a:pt x="6556" y="4147"/>
                      <a:pt x="6556" y="3306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2" y="467"/>
                      <a:pt x="4226" y="133"/>
                      <a:pt x="3385" y="133"/>
                    </a:cubicBezTo>
                    <a:cubicBezTo>
                      <a:pt x="2543" y="133"/>
                      <a:pt x="1737" y="467"/>
                      <a:pt x="1142" y="1062"/>
                    </a:cubicBezTo>
                    <a:cubicBezTo>
                      <a:pt x="547" y="1657"/>
                      <a:pt x="213" y="2464"/>
                      <a:pt x="213" y="3306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7" y="6144"/>
                      <a:pt x="2543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13" name="Freeform: Shape 10112">
                <a:extLst>
                  <a:ext uri="{FF2B5EF4-FFF2-40B4-BE49-F238E27FC236}">
                    <a16:creationId xmlns:a16="http://schemas.microsoft.com/office/drawing/2014/main" id="{3CBA942C-1BCA-623E-9930-42724E94888E}"/>
                  </a:ext>
                </a:extLst>
              </p:cNvPr>
              <p:cNvSpPr/>
              <p:nvPr/>
            </p:nvSpPr>
            <p:spPr>
              <a:xfrm>
                <a:off x="9086151" y="5153304"/>
                <a:ext cx="6343" cy="6345"/>
              </a:xfrm>
              <a:custGeom>
                <a:avLst/>
                <a:gdLst>
                  <a:gd name="connsiteX0" fmla="*/ 3383 w 6343"/>
                  <a:gd name="connsiteY0" fmla="*/ 6477 h 6345"/>
                  <a:gd name="connsiteX1" fmla="*/ 5625 w 6343"/>
                  <a:gd name="connsiteY1" fmla="*/ 5548 h 6345"/>
                  <a:gd name="connsiteX2" fmla="*/ 6554 w 6343"/>
                  <a:gd name="connsiteY2" fmla="*/ 3305 h 6345"/>
                  <a:gd name="connsiteX3" fmla="*/ 5625 w 6343"/>
                  <a:gd name="connsiteY3" fmla="*/ 1061 h 6345"/>
                  <a:gd name="connsiteX4" fmla="*/ 3383 w 6343"/>
                  <a:gd name="connsiteY4" fmla="*/ 132 h 6345"/>
                  <a:gd name="connsiteX5" fmla="*/ 1140 w 6343"/>
                  <a:gd name="connsiteY5" fmla="*/ 1061 h 6345"/>
                  <a:gd name="connsiteX6" fmla="*/ 211 w 6343"/>
                  <a:gd name="connsiteY6" fmla="*/ 3305 h 6345"/>
                  <a:gd name="connsiteX7" fmla="*/ 1140 w 6343"/>
                  <a:gd name="connsiteY7" fmla="*/ 5548 h 6345"/>
                  <a:gd name="connsiteX8" fmla="*/ 338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7"/>
                    </a:moveTo>
                    <a:cubicBezTo>
                      <a:pt x="4224" y="6477"/>
                      <a:pt x="5030" y="6143"/>
                      <a:pt x="5625" y="5548"/>
                    </a:cubicBezTo>
                    <a:cubicBezTo>
                      <a:pt x="6220" y="4953"/>
                      <a:pt x="6554" y="4146"/>
                      <a:pt x="6554" y="3305"/>
                    </a:cubicBezTo>
                    <a:cubicBezTo>
                      <a:pt x="6554" y="2463"/>
                      <a:pt x="6220" y="1656"/>
                      <a:pt x="5625" y="1061"/>
                    </a:cubicBezTo>
                    <a:cubicBezTo>
                      <a:pt x="5030" y="466"/>
                      <a:pt x="4224" y="132"/>
                      <a:pt x="3383" y="132"/>
                    </a:cubicBezTo>
                    <a:cubicBezTo>
                      <a:pt x="2541" y="132"/>
                      <a:pt x="1735" y="466"/>
                      <a:pt x="1140" y="1061"/>
                    </a:cubicBezTo>
                    <a:cubicBezTo>
                      <a:pt x="545" y="1656"/>
                      <a:pt x="211" y="2463"/>
                      <a:pt x="211" y="3305"/>
                    </a:cubicBezTo>
                    <a:cubicBezTo>
                      <a:pt x="211" y="4146"/>
                      <a:pt x="545" y="4953"/>
                      <a:pt x="1140" y="5548"/>
                    </a:cubicBezTo>
                    <a:cubicBezTo>
                      <a:pt x="1735" y="6143"/>
                      <a:pt x="2541" y="6477"/>
                      <a:pt x="338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14" name="Freeform: Shape 10113">
                <a:extLst>
                  <a:ext uri="{FF2B5EF4-FFF2-40B4-BE49-F238E27FC236}">
                    <a16:creationId xmlns:a16="http://schemas.microsoft.com/office/drawing/2014/main" id="{79C81104-1B51-0AB2-5CCE-7E7616DAFE77}"/>
                  </a:ext>
                </a:extLst>
              </p:cNvPr>
              <p:cNvSpPr/>
              <p:nvPr/>
            </p:nvSpPr>
            <p:spPr>
              <a:xfrm>
                <a:off x="9081306" y="5148821"/>
                <a:ext cx="6343" cy="6345"/>
              </a:xfrm>
              <a:custGeom>
                <a:avLst/>
                <a:gdLst>
                  <a:gd name="connsiteX0" fmla="*/ 3382 w 6343"/>
                  <a:gd name="connsiteY0" fmla="*/ 6477 h 6345"/>
                  <a:gd name="connsiteX1" fmla="*/ 5625 w 6343"/>
                  <a:gd name="connsiteY1" fmla="*/ 5548 h 6345"/>
                  <a:gd name="connsiteX2" fmla="*/ 6554 w 6343"/>
                  <a:gd name="connsiteY2" fmla="*/ 3304 h 6345"/>
                  <a:gd name="connsiteX3" fmla="*/ 5625 w 6343"/>
                  <a:gd name="connsiteY3" fmla="*/ 1061 h 6345"/>
                  <a:gd name="connsiteX4" fmla="*/ 3382 w 6343"/>
                  <a:gd name="connsiteY4" fmla="*/ 132 h 6345"/>
                  <a:gd name="connsiteX5" fmla="*/ 1140 w 6343"/>
                  <a:gd name="connsiteY5" fmla="*/ 1061 h 6345"/>
                  <a:gd name="connsiteX6" fmla="*/ 211 w 6343"/>
                  <a:gd name="connsiteY6" fmla="*/ 3304 h 6345"/>
                  <a:gd name="connsiteX7" fmla="*/ 1140 w 6343"/>
                  <a:gd name="connsiteY7" fmla="*/ 5548 h 6345"/>
                  <a:gd name="connsiteX8" fmla="*/ 3382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7"/>
                    </a:moveTo>
                    <a:cubicBezTo>
                      <a:pt x="4223" y="6477"/>
                      <a:pt x="5030" y="6143"/>
                      <a:pt x="5625" y="5548"/>
                    </a:cubicBezTo>
                    <a:cubicBezTo>
                      <a:pt x="6220" y="4953"/>
                      <a:pt x="6554" y="4146"/>
                      <a:pt x="6554" y="3304"/>
                    </a:cubicBezTo>
                    <a:cubicBezTo>
                      <a:pt x="6554" y="2463"/>
                      <a:pt x="6220" y="1656"/>
                      <a:pt x="5625" y="1061"/>
                    </a:cubicBezTo>
                    <a:cubicBezTo>
                      <a:pt x="5030" y="466"/>
                      <a:pt x="4223" y="132"/>
                      <a:pt x="3382" y="132"/>
                    </a:cubicBezTo>
                    <a:cubicBezTo>
                      <a:pt x="2541" y="132"/>
                      <a:pt x="1734" y="466"/>
                      <a:pt x="1140" y="1061"/>
                    </a:cubicBezTo>
                    <a:cubicBezTo>
                      <a:pt x="545" y="1656"/>
                      <a:pt x="211" y="2463"/>
                      <a:pt x="211" y="3304"/>
                    </a:cubicBezTo>
                    <a:cubicBezTo>
                      <a:pt x="211" y="4146"/>
                      <a:pt x="545" y="4953"/>
                      <a:pt x="1140" y="5548"/>
                    </a:cubicBezTo>
                    <a:cubicBezTo>
                      <a:pt x="1734" y="6143"/>
                      <a:pt x="2541" y="6477"/>
                      <a:pt x="3382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15" name="Freeform: Shape 10114">
                <a:extLst>
                  <a:ext uri="{FF2B5EF4-FFF2-40B4-BE49-F238E27FC236}">
                    <a16:creationId xmlns:a16="http://schemas.microsoft.com/office/drawing/2014/main" id="{8AB18993-6CBE-194D-AEFE-F6DAD0B74C40}"/>
                  </a:ext>
                </a:extLst>
              </p:cNvPr>
              <p:cNvSpPr/>
              <p:nvPr/>
            </p:nvSpPr>
            <p:spPr>
              <a:xfrm>
                <a:off x="9080749" y="5146003"/>
                <a:ext cx="6343" cy="6345"/>
              </a:xfrm>
              <a:custGeom>
                <a:avLst/>
                <a:gdLst>
                  <a:gd name="connsiteX0" fmla="*/ 3382 w 6343"/>
                  <a:gd name="connsiteY0" fmla="*/ 6477 h 6345"/>
                  <a:gd name="connsiteX1" fmla="*/ 5625 w 6343"/>
                  <a:gd name="connsiteY1" fmla="*/ 5547 h 6345"/>
                  <a:gd name="connsiteX2" fmla="*/ 6554 w 6343"/>
                  <a:gd name="connsiteY2" fmla="*/ 3304 h 6345"/>
                  <a:gd name="connsiteX3" fmla="*/ 5625 w 6343"/>
                  <a:gd name="connsiteY3" fmla="*/ 1061 h 6345"/>
                  <a:gd name="connsiteX4" fmla="*/ 3382 w 6343"/>
                  <a:gd name="connsiteY4" fmla="*/ 131 h 6345"/>
                  <a:gd name="connsiteX5" fmla="*/ 1140 w 6343"/>
                  <a:gd name="connsiteY5" fmla="*/ 1061 h 6345"/>
                  <a:gd name="connsiteX6" fmla="*/ 211 w 6343"/>
                  <a:gd name="connsiteY6" fmla="*/ 3304 h 6345"/>
                  <a:gd name="connsiteX7" fmla="*/ 1140 w 6343"/>
                  <a:gd name="connsiteY7" fmla="*/ 5547 h 6345"/>
                  <a:gd name="connsiteX8" fmla="*/ 3382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7"/>
                    </a:moveTo>
                    <a:cubicBezTo>
                      <a:pt x="4223" y="6477"/>
                      <a:pt x="5030" y="6142"/>
                      <a:pt x="5625" y="5547"/>
                    </a:cubicBezTo>
                    <a:cubicBezTo>
                      <a:pt x="6220" y="4952"/>
                      <a:pt x="6554" y="4145"/>
                      <a:pt x="6554" y="3304"/>
                    </a:cubicBezTo>
                    <a:cubicBezTo>
                      <a:pt x="6554" y="2463"/>
                      <a:pt x="6220" y="1656"/>
                      <a:pt x="5625" y="1061"/>
                    </a:cubicBezTo>
                    <a:cubicBezTo>
                      <a:pt x="5030" y="466"/>
                      <a:pt x="4223" y="131"/>
                      <a:pt x="3382" y="131"/>
                    </a:cubicBezTo>
                    <a:cubicBezTo>
                      <a:pt x="2541" y="131"/>
                      <a:pt x="1734" y="466"/>
                      <a:pt x="1140" y="1061"/>
                    </a:cubicBezTo>
                    <a:cubicBezTo>
                      <a:pt x="545" y="1656"/>
                      <a:pt x="211" y="2463"/>
                      <a:pt x="211" y="3304"/>
                    </a:cubicBezTo>
                    <a:cubicBezTo>
                      <a:pt x="211" y="4145"/>
                      <a:pt x="545" y="4952"/>
                      <a:pt x="1140" y="5547"/>
                    </a:cubicBezTo>
                    <a:cubicBezTo>
                      <a:pt x="1734" y="6142"/>
                      <a:pt x="2541" y="6477"/>
                      <a:pt x="3382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16" name="Freeform: Shape 10115">
                <a:extLst>
                  <a:ext uri="{FF2B5EF4-FFF2-40B4-BE49-F238E27FC236}">
                    <a16:creationId xmlns:a16="http://schemas.microsoft.com/office/drawing/2014/main" id="{6C4F6979-6BE6-D96F-537C-ADAB0E9F9199}"/>
                  </a:ext>
                </a:extLst>
              </p:cNvPr>
              <p:cNvSpPr/>
              <p:nvPr/>
            </p:nvSpPr>
            <p:spPr>
              <a:xfrm>
                <a:off x="9079749" y="5142980"/>
                <a:ext cx="6343" cy="6345"/>
              </a:xfrm>
              <a:custGeom>
                <a:avLst/>
                <a:gdLst>
                  <a:gd name="connsiteX0" fmla="*/ 3382 w 6343"/>
                  <a:gd name="connsiteY0" fmla="*/ 6476 h 6345"/>
                  <a:gd name="connsiteX1" fmla="*/ 5625 w 6343"/>
                  <a:gd name="connsiteY1" fmla="*/ 5547 h 6345"/>
                  <a:gd name="connsiteX2" fmla="*/ 6554 w 6343"/>
                  <a:gd name="connsiteY2" fmla="*/ 3304 h 6345"/>
                  <a:gd name="connsiteX3" fmla="*/ 5625 w 6343"/>
                  <a:gd name="connsiteY3" fmla="*/ 1060 h 6345"/>
                  <a:gd name="connsiteX4" fmla="*/ 3382 w 6343"/>
                  <a:gd name="connsiteY4" fmla="*/ 131 h 6345"/>
                  <a:gd name="connsiteX5" fmla="*/ 1139 w 6343"/>
                  <a:gd name="connsiteY5" fmla="*/ 1060 h 6345"/>
                  <a:gd name="connsiteX6" fmla="*/ 211 w 6343"/>
                  <a:gd name="connsiteY6" fmla="*/ 3304 h 6345"/>
                  <a:gd name="connsiteX7" fmla="*/ 1139 w 6343"/>
                  <a:gd name="connsiteY7" fmla="*/ 5547 h 6345"/>
                  <a:gd name="connsiteX8" fmla="*/ 338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6"/>
                    </a:moveTo>
                    <a:cubicBezTo>
                      <a:pt x="4223" y="6476"/>
                      <a:pt x="5030" y="6142"/>
                      <a:pt x="5625" y="5547"/>
                    </a:cubicBezTo>
                    <a:cubicBezTo>
                      <a:pt x="6219" y="4952"/>
                      <a:pt x="6554" y="4145"/>
                      <a:pt x="6554" y="3304"/>
                    </a:cubicBezTo>
                    <a:cubicBezTo>
                      <a:pt x="6554" y="2462"/>
                      <a:pt x="6219" y="1655"/>
                      <a:pt x="5625" y="1060"/>
                    </a:cubicBezTo>
                    <a:cubicBezTo>
                      <a:pt x="5030" y="465"/>
                      <a:pt x="4223" y="131"/>
                      <a:pt x="3382" y="131"/>
                    </a:cubicBezTo>
                    <a:cubicBezTo>
                      <a:pt x="2541" y="131"/>
                      <a:pt x="1734" y="465"/>
                      <a:pt x="1139" y="1060"/>
                    </a:cubicBezTo>
                    <a:cubicBezTo>
                      <a:pt x="545" y="1655"/>
                      <a:pt x="211" y="2462"/>
                      <a:pt x="211" y="3304"/>
                    </a:cubicBezTo>
                    <a:cubicBezTo>
                      <a:pt x="211" y="4145"/>
                      <a:pt x="545" y="4952"/>
                      <a:pt x="1139" y="5547"/>
                    </a:cubicBezTo>
                    <a:cubicBezTo>
                      <a:pt x="1734" y="6142"/>
                      <a:pt x="2541" y="6476"/>
                      <a:pt x="338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17" name="Freeform: Shape 10116">
                <a:extLst>
                  <a:ext uri="{FF2B5EF4-FFF2-40B4-BE49-F238E27FC236}">
                    <a16:creationId xmlns:a16="http://schemas.microsoft.com/office/drawing/2014/main" id="{1DFBA2FB-1487-E124-10CE-0166C43D2E90}"/>
                  </a:ext>
                </a:extLst>
              </p:cNvPr>
              <p:cNvSpPr/>
              <p:nvPr/>
            </p:nvSpPr>
            <p:spPr>
              <a:xfrm>
                <a:off x="9079235" y="5140135"/>
                <a:ext cx="6343" cy="6345"/>
              </a:xfrm>
              <a:custGeom>
                <a:avLst/>
                <a:gdLst>
                  <a:gd name="connsiteX0" fmla="*/ 3382 w 6343"/>
                  <a:gd name="connsiteY0" fmla="*/ 6476 h 6345"/>
                  <a:gd name="connsiteX1" fmla="*/ 5625 w 6343"/>
                  <a:gd name="connsiteY1" fmla="*/ 5547 h 6345"/>
                  <a:gd name="connsiteX2" fmla="*/ 6554 w 6343"/>
                  <a:gd name="connsiteY2" fmla="*/ 3304 h 6345"/>
                  <a:gd name="connsiteX3" fmla="*/ 5625 w 6343"/>
                  <a:gd name="connsiteY3" fmla="*/ 1060 h 6345"/>
                  <a:gd name="connsiteX4" fmla="*/ 3382 w 6343"/>
                  <a:gd name="connsiteY4" fmla="*/ 131 h 6345"/>
                  <a:gd name="connsiteX5" fmla="*/ 1139 w 6343"/>
                  <a:gd name="connsiteY5" fmla="*/ 1060 h 6345"/>
                  <a:gd name="connsiteX6" fmla="*/ 210 w 6343"/>
                  <a:gd name="connsiteY6" fmla="*/ 3304 h 6345"/>
                  <a:gd name="connsiteX7" fmla="*/ 1139 w 6343"/>
                  <a:gd name="connsiteY7" fmla="*/ 5547 h 6345"/>
                  <a:gd name="connsiteX8" fmla="*/ 338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6"/>
                    </a:moveTo>
                    <a:cubicBezTo>
                      <a:pt x="4223" y="6476"/>
                      <a:pt x="5030" y="6142"/>
                      <a:pt x="5625" y="5547"/>
                    </a:cubicBezTo>
                    <a:cubicBezTo>
                      <a:pt x="6219" y="4952"/>
                      <a:pt x="6554" y="4145"/>
                      <a:pt x="6554" y="3304"/>
                    </a:cubicBezTo>
                    <a:cubicBezTo>
                      <a:pt x="6554" y="2462"/>
                      <a:pt x="6219" y="1655"/>
                      <a:pt x="5625" y="1060"/>
                    </a:cubicBezTo>
                    <a:cubicBezTo>
                      <a:pt x="5030" y="465"/>
                      <a:pt x="4223" y="131"/>
                      <a:pt x="3382" y="131"/>
                    </a:cubicBezTo>
                    <a:cubicBezTo>
                      <a:pt x="2541" y="131"/>
                      <a:pt x="1734" y="465"/>
                      <a:pt x="1139" y="1060"/>
                    </a:cubicBezTo>
                    <a:cubicBezTo>
                      <a:pt x="545" y="1655"/>
                      <a:pt x="210" y="2462"/>
                      <a:pt x="210" y="3304"/>
                    </a:cubicBezTo>
                    <a:cubicBezTo>
                      <a:pt x="210" y="4145"/>
                      <a:pt x="545" y="4952"/>
                      <a:pt x="1139" y="5547"/>
                    </a:cubicBezTo>
                    <a:cubicBezTo>
                      <a:pt x="1734" y="6142"/>
                      <a:pt x="2541" y="6476"/>
                      <a:pt x="338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18" name="Freeform: Shape 10117">
                <a:extLst>
                  <a:ext uri="{FF2B5EF4-FFF2-40B4-BE49-F238E27FC236}">
                    <a16:creationId xmlns:a16="http://schemas.microsoft.com/office/drawing/2014/main" id="{93F592B8-F6DC-AD3D-5E81-355EA1D138F4}"/>
                  </a:ext>
                </a:extLst>
              </p:cNvPr>
              <p:cNvSpPr/>
              <p:nvPr/>
            </p:nvSpPr>
            <p:spPr>
              <a:xfrm>
                <a:off x="9078166" y="5137030"/>
                <a:ext cx="6343" cy="6345"/>
              </a:xfrm>
              <a:custGeom>
                <a:avLst/>
                <a:gdLst>
                  <a:gd name="connsiteX0" fmla="*/ 3382 w 6343"/>
                  <a:gd name="connsiteY0" fmla="*/ 6476 h 6345"/>
                  <a:gd name="connsiteX1" fmla="*/ 5625 w 6343"/>
                  <a:gd name="connsiteY1" fmla="*/ 5547 h 6345"/>
                  <a:gd name="connsiteX2" fmla="*/ 6554 w 6343"/>
                  <a:gd name="connsiteY2" fmla="*/ 3303 h 6345"/>
                  <a:gd name="connsiteX3" fmla="*/ 5625 w 6343"/>
                  <a:gd name="connsiteY3" fmla="*/ 1060 h 6345"/>
                  <a:gd name="connsiteX4" fmla="*/ 3382 w 6343"/>
                  <a:gd name="connsiteY4" fmla="*/ 131 h 6345"/>
                  <a:gd name="connsiteX5" fmla="*/ 1139 w 6343"/>
                  <a:gd name="connsiteY5" fmla="*/ 1060 h 6345"/>
                  <a:gd name="connsiteX6" fmla="*/ 210 w 6343"/>
                  <a:gd name="connsiteY6" fmla="*/ 3303 h 6345"/>
                  <a:gd name="connsiteX7" fmla="*/ 1139 w 6343"/>
                  <a:gd name="connsiteY7" fmla="*/ 5547 h 6345"/>
                  <a:gd name="connsiteX8" fmla="*/ 338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6"/>
                    </a:moveTo>
                    <a:cubicBezTo>
                      <a:pt x="4223" y="6476"/>
                      <a:pt x="5030" y="6142"/>
                      <a:pt x="5625" y="5547"/>
                    </a:cubicBezTo>
                    <a:cubicBezTo>
                      <a:pt x="6219" y="4952"/>
                      <a:pt x="6554" y="4145"/>
                      <a:pt x="6554" y="3303"/>
                    </a:cubicBezTo>
                    <a:cubicBezTo>
                      <a:pt x="6554" y="2462"/>
                      <a:pt x="6219" y="1655"/>
                      <a:pt x="5625" y="1060"/>
                    </a:cubicBezTo>
                    <a:cubicBezTo>
                      <a:pt x="5030" y="465"/>
                      <a:pt x="4223" y="131"/>
                      <a:pt x="3382" y="131"/>
                    </a:cubicBezTo>
                    <a:cubicBezTo>
                      <a:pt x="2541" y="131"/>
                      <a:pt x="1734" y="465"/>
                      <a:pt x="1139" y="1060"/>
                    </a:cubicBezTo>
                    <a:cubicBezTo>
                      <a:pt x="545" y="1655"/>
                      <a:pt x="210" y="2462"/>
                      <a:pt x="210" y="3303"/>
                    </a:cubicBezTo>
                    <a:cubicBezTo>
                      <a:pt x="210" y="4145"/>
                      <a:pt x="545" y="4952"/>
                      <a:pt x="1139" y="5547"/>
                    </a:cubicBezTo>
                    <a:cubicBezTo>
                      <a:pt x="1734" y="6142"/>
                      <a:pt x="2541" y="6476"/>
                      <a:pt x="338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19" name="Freeform: Shape 10118">
                <a:extLst>
                  <a:ext uri="{FF2B5EF4-FFF2-40B4-BE49-F238E27FC236}">
                    <a16:creationId xmlns:a16="http://schemas.microsoft.com/office/drawing/2014/main" id="{6015D53D-68E1-B170-0F22-1F89BEF86B2D}"/>
                  </a:ext>
                </a:extLst>
              </p:cNvPr>
              <p:cNvSpPr/>
              <p:nvPr/>
            </p:nvSpPr>
            <p:spPr>
              <a:xfrm>
                <a:off x="9076559" y="5130968"/>
                <a:ext cx="6343" cy="6345"/>
              </a:xfrm>
              <a:custGeom>
                <a:avLst/>
                <a:gdLst>
                  <a:gd name="connsiteX0" fmla="*/ 3382 w 6343"/>
                  <a:gd name="connsiteY0" fmla="*/ 6476 h 6345"/>
                  <a:gd name="connsiteX1" fmla="*/ 5624 w 6343"/>
                  <a:gd name="connsiteY1" fmla="*/ 5546 h 6345"/>
                  <a:gd name="connsiteX2" fmla="*/ 6553 w 6343"/>
                  <a:gd name="connsiteY2" fmla="*/ 3303 h 6345"/>
                  <a:gd name="connsiteX3" fmla="*/ 5624 w 6343"/>
                  <a:gd name="connsiteY3" fmla="*/ 1059 h 6345"/>
                  <a:gd name="connsiteX4" fmla="*/ 3382 w 6343"/>
                  <a:gd name="connsiteY4" fmla="*/ 130 h 6345"/>
                  <a:gd name="connsiteX5" fmla="*/ 1139 w 6343"/>
                  <a:gd name="connsiteY5" fmla="*/ 1059 h 6345"/>
                  <a:gd name="connsiteX6" fmla="*/ 210 w 6343"/>
                  <a:gd name="connsiteY6" fmla="*/ 3303 h 6345"/>
                  <a:gd name="connsiteX7" fmla="*/ 1139 w 6343"/>
                  <a:gd name="connsiteY7" fmla="*/ 5546 h 6345"/>
                  <a:gd name="connsiteX8" fmla="*/ 338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6"/>
                    </a:moveTo>
                    <a:cubicBezTo>
                      <a:pt x="4223" y="6476"/>
                      <a:pt x="5030" y="6141"/>
                      <a:pt x="5624" y="5546"/>
                    </a:cubicBezTo>
                    <a:cubicBezTo>
                      <a:pt x="6219" y="4951"/>
                      <a:pt x="6553" y="4144"/>
                      <a:pt x="6553" y="3303"/>
                    </a:cubicBezTo>
                    <a:cubicBezTo>
                      <a:pt x="6553" y="2461"/>
                      <a:pt x="6219" y="1654"/>
                      <a:pt x="5624" y="1059"/>
                    </a:cubicBezTo>
                    <a:cubicBezTo>
                      <a:pt x="5030" y="464"/>
                      <a:pt x="4223" y="130"/>
                      <a:pt x="3382" y="130"/>
                    </a:cubicBezTo>
                    <a:cubicBezTo>
                      <a:pt x="2541" y="130"/>
                      <a:pt x="1734" y="464"/>
                      <a:pt x="1139" y="1059"/>
                    </a:cubicBezTo>
                    <a:cubicBezTo>
                      <a:pt x="544" y="1654"/>
                      <a:pt x="210" y="2461"/>
                      <a:pt x="210" y="3303"/>
                    </a:cubicBezTo>
                    <a:cubicBezTo>
                      <a:pt x="210" y="4144"/>
                      <a:pt x="544" y="4951"/>
                      <a:pt x="1139" y="5546"/>
                    </a:cubicBezTo>
                    <a:cubicBezTo>
                      <a:pt x="1734" y="6141"/>
                      <a:pt x="2541" y="6476"/>
                      <a:pt x="338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20" name="Freeform: Shape 10119">
                <a:extLst>
                  <a:ext uri="{FF2B5EF4-FFF2-40B4-BE49-F238E27FC236}">
                    <a16:creationId xmlns:a16="http://schemas.microsoft.com/office/drawing/2014/main" id="{00097FFA-8B51-AB75-A015-C7CDC453DA24}"/>
                  </a:ext>
                </a:extLst>
              </p:cNvPr>
              <p:cNvSpPr/>
              <p:nvPr/>
            </p:nvSpPr>
            <p:spPr>
              <a:xfrm>
                <a:off x="9077509" y="5128688"/>
                <a:ext cx="6343" cy="6345"/>
              </a:xfrm>
              <a:custGeom>
                <a:avLst/>
                <a:gdLst>
                  <a:gd name="connsiteX0" fmla="*/ 3382 w 6343"/>
                  <a:gd name="connsiteY0" fmla="*/ 6475 h 6345"/>
                  <a:gd name="connsiteX1" fmla="*/ 5625 w 6343"/>
                  <a:gd name="connsiteY1" fmla="*/ 5546 h 6345"/>
                  <a:gd name="connsiteX2" fmla="*/ 6553 w 6343"/>
                  <a:gd name="connsiteY2" fmla="*/ 3303 h 6345"/>
                  <a:gd name="connsiteX3" fmla="*/ 5625 w 6343"/>
                  <a:gd name="connsiteY3" fmla="*/ 1059 h 6345"/>
                  <a:gd name="connsiteX4" fmla="*/ 3382 w 6343"/>
                  <a:gd name="connsiteY4" fmla="*/ 130 h 6345"/>
                  <a:gd name="connsiteX5" fmla="*/ 1139 w 6343"/>
                  <a:gd name="connsiteY5" fmla="*/ 1059 h 6345"/>
                  <a:gd name="connsiteX6" fmla="*/ 210 w 6343"/>
                  <a:gd name="connsiteY6" fmla="*/ 3303 h 6345"/>
                  <a:gd name="connsiteX7" fmla="*/ 1139 w 6343"/>
                  <a:gd name="connsiteY7" fmla="*/ 5546 h 6345"/>
                  <a:gd name="connsiteX8" fmla="*/ 338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5"/>
                    </a:moveTo>
                    <a:cubicBezTo>
                      <a:pt x="4223" y="6475"/>
                      <a:pt x="5030" y="6141"/>
                      <a:pt x="5625" y="5546"/>
                    </a:cubicBezTo>
                    <a:cubicBezTo>
                      <a:pt x="6219" y="4951"/>
                      <a:pt x="6553" y="4144"/>
                      <a:pt x="6553" y="3303"/>
                    </a:cubicBezTo>
                    <a:cubicBezTo>
                      <a:pt x="6553" y="2461"/>
                      <a:pt x="6219" y="1654"/>
                      <a:pt x="5625" y="1059"/>
                    </a:cubicBezTo>
                    <a:cubicBezTo>
                      <a:pt x="5030" y="464"/>
                      <a:pt x="4223" y="130"/>
                      <a:pt x="3382" y="130"/>
                    </a:cubicBezTo>
                    <a:cubicBezTo>
                      <a:pt x="2541" y="130"/>
                      <a:pt x="1734" y="464"/>
                      <a:pt x="1139" y="1059"/>
                    </a:cubicBezTo>
                    <a:cubicBezTo>
                      <a:pt x="545" y="1654"/>
                      <a:pt x="210" y="2461"/>
                      <a:pt x="210" y="3303"/>
                    </a:cubicBezTo>
                    <a:cubicBezTo>
                      <a:pt x="210" y="4144"/>
                      <a:pt x="545" y="4951"/>
                      <a:pt x="1139" y="5546"/>
                    </a:cubicBezTo>
                    <a:cubicBezTo>
                      <a:pt x="1734" y="6141"/>
                      <a:pt x="2541" y="6475"/>
                      <a:pt x="338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21" name="Freeform: Shape 10120">
                <a:extLst>
                  <a:ext uri="{FF2B5EF4-FFF2-40B4-BE49-F238E27FC236}">
                    <a16:creationId xmlns:a16="http://schemas.microsoft.com/office/drawing/2014/main" id="{DF5B7E31-035D-8833-6692-E236E1C29D67}"/>
                  </a:ext>
                </a:extLst>
              </p:cNvPr>
              <p:cNvSpPr/>
              <p:nvPr/>
            </p:nvSpPr>
            <p:spPr>
              <a:xfrm>
                <a:off x="8810231" y="5003497"/>
                <a:ext cx="6343" cy="6345"/>
              </a:xfrm>
              <a:custGeom>
                <a:avLst/>
                <a:gdLst>
                  <a:gd name="connsiteX0" fmla="*/ 3361 w 6343"/>
                  <a:gd name="connsiteY0" fmla="*/ 6466 h 6345"/>
                  <a:gd name="connsiteX1" fmla="*/ 5603 w 6343"/>
                  <a:gd name="connsiteY1" fmla="*/ 5536 h 6345"/>
                  <a:gd name="connsiteX2" fmla="*/ 6532 w 6343"/>
                  <a:gd name="connsiteY2" fmla="*/ 3293 h 6345"/>
                  <a:gd name="connsiteX3" fmla="*/ 5603 w 6343"/>
                  <a:gd name="connsiteY3" fmla="*/ 1049 h 6345"/>
                  <a:gd name="connsiteX4" fmla="*/ 3361 w 6343"/>
                  <a:gd name="connsiteY4" fmla="*/ 120 h 6345"/>
                  <a:gd name="connsiteX5" fmla="*/ 1118 w 6343"/>
                  <a:gd name="connsiteY5" fmla="*/ 1049 h 6345"/>
                  <a:gd name="connsiteX6" fmla="*/ 189 w 6343"/>
                  <a:gd name="connsiteY6" fmla="*/ 3293 h 6345"/>
                  <a:gd name="connsiteX7" fmla="*/ 1118 w 6343"/>
                  <a:gd name="connsiteY7" fmla="*/ 5536 h 6345"/>
                  <a:gd name="connsiteX8" fmla="*/ 3361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66"/>
                    </a:moveTo>
                    <a:cubicBezTo>
                      <a:pt x="4202" y="6466"/>
                      <a:pt x="5009" y="6131"/>
                      <a:pt x="5603" y="5536"/>
                    </a:cubicBezTo>
                    <a:cubicBezTo>
                      <a:pt x="6198" y="4941"/>
                      <a:pt x="6532" y="4134"/>
                      <a:pt x="6532" y="3293"/>
                    </a:cubicBezTo>
                    <a:cubicBezTo>
                      <a:pt x="6532" y="2451"/>
                      <a:pt x="6198" y="1644"/>
                      <a:pt x="5603" y="1049"/>
                    </a:cubicBezTo>
                    <a:cubicBezTo>
                      <a:pt x="5009" y="454"/>
                      <a:pt x="4202" y="120"/>
                      <a:pt x="3361" y="120"/>
                    </a:cubicBezTo>
                    <a:cubicBezTo>
                      <a:pt x="2520" y="120"/>
                      <a:pt x="1713" y="454"/>
                      <a:pt x="1118" y="1049"/>
                    </a:cubicBezTo>
                    <a:cubicBezTo>
                      <a:pt x="523" y="1644"/>
                      <a:pt x="189" y="2451"/>
                      <a:pt x="189" y="3293"/>
                    </a:cubicBezTo>
                    <a:cubicBezTo>
                      <a:pt x="189" y="4134"/>
                      <a:pt x="523" y="4941"/>
                      <a:pt x="1118" y="5536"/>
                    </a:cubicBezTo>
                    <a:cubicBezTo>
                      <a:pt x="1713" y="6131"/>
                      <a:pt x="2520" y="6466"/>
                      <a:pt x="3361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22" name="Freeform: Shape 10121">
                <a:extLst>
                  <a:ext uri="{FF2B5EF4-FFF2-40B4-BE49-F238E27FC236}">
                    <a16:creationId xmlns:a16="http://schemas.microsoft.com/office/drawing/2014/main" id="{BC048832-15BE-ADDF-B399-A9E6316893CC}"/>
                  </a:ext>
                </a:extLst>
              </p:cNvPr>
              <p:cNvSpPr/>
              <p:nvPr/>
            </p:nvSpPr>
            <p:spPr>
              <a:xfrm>
                <a:off x="8813334" y="5000220"/>
                <a:ext cx="6343" cy="6345"/>
              </a:xfrm>
              <a:custGeom>
                <a:avLst/>
                <a:gdLst>
                  <a:gd name="connsiteX0" fmla="*/ 3361 w 6343"/>
                  <a:gd name="connsiteY0" fmla="*/ 6465 h 6345"/>
                  <a:gd name="connsiteX1" fmla="*/ 5604 w 6343"/>
                  <a:gd name="connsiteY1" fmla="*/ 5536 h 6345"/>
                  <a:gd name="connsiteX2" fmla="*/ 6533 w 6343"/>
                  <a:gd name="connsiteY2" fmla="*/ 3293 h 6345"/>
                  <a:gd name="connsiteX3" fmla="*/ 5604 w 6343"/>
                  <a:gd name="connsiteY3" fmla="*/ 1049 h 6345"/>
                  <a:gd name="connsiteX4" fmla="*/ 3361 w 6343"/>
                  <a:gd name="connsiteY4" fmla="*/ 120 h 6345"/>
                  <a:gd name="connsiteX5" fmla="*/ 1118 w 6343"/>
                  <a:gd name="connsiteY5" fmla="*/ 1049 h 6345"/>
                  <a:gd name="connsiteX6" fmla="*/ 190 w 6343"/>
                  <a:gd name="connsiteY6" fmla="*/ 3293 h 6345"/>
                  <a:gd name="connsiteX7" fmla="*/ 1118 w 6343"/>
                  <a:gd name="connsiteY7" fmla="*/ 5536 h 6345"/>
                  <a:gd name="connsiteX8" fmla="*/ 3361 w 6343"/>
                  <a:gd name="connsiteY8" fmla="*/ 64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65"/>
                    </a:moveTo>
                    <a:cubicBezTo>
                      <a:pt x="4202" y="6465"/>
                      <a:pt x="5009" y="6131"/>
                      <a:pt x="5604" y="5536"/>
                    </a:cubicBezTo>
                    <a:cubicBezTo>
                      <a:pt x="6198" y="4941"/>
                      <a:pt x="6533" y="4134"/>
                      <a:pt x="6533" y="3293"/>
                    </a:cubicBezTo>
                    <a:cubicBezTo>
                      <a:pt x="6533" y="2451"/>
                      <a:pt x="6198" y="1644"/>
                      <a:pt x="5604" y="1049"/>
                    </a:cubicBezTo>
                    <a:cubicBezTo>
                      <a:pt x="5009" y="454"/>
                      <a:pt x="4202" y="120"/>
                      <a:pt x="3361" y="120"/>
                    </a:cubicBezTo>
                    <a:cubicBezTo>
                      <a:pt x="2520" y="120"/>
                      <a:pt x="1713" y="454"/>
                      <a:pt x="1118" y="1049"/>
                    </a:cubicBezTo>
                    <a:cubicBezTo>
                      <a:pt x="524" y="1644"/>
                      <a:pt x="190" y="2451"/>
                      <a:pt x="190" y="3293"/>
                    </a:cubicBezTo>
                    <a:cubicBezTo>
                      <a:pt x="190" y="4134"/>
                      <a:pt x="524" y="4941"/>
                      <a:pt x="1118" y="5536"/>
                    </a:cubicBezTo>
                    <a:cubicBezTo>
                      <a:pt x="1713" y="6131"/>
                      <a:pt x="2520" y="6465"/>
                      <a:pt x="3361" y="6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23" name="Freeform: Shape 10122">
                <a:extLst>
                  <a:ext uri="{FF2B5EF4-FFF2-40B4-BE49-F238E27FC236}">
                    <a16:creationId xmlns:a16="http://schemas.microsoft.com/office/drawing/2014/main" id="{DA050B89-3A38-7CB2-4254-5DF1E37F474A}"/>
                  </a:ext>
                </a:extLst>
              </p:cNvPr>
              <p:cNvSpPr/>
              <p:nvPr/>
            </p:nvSpPr>
            <p:spPr>
              <a:xfrm>
                <a:off x="9182984" y="5166449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24" name="Freeform: Shape 10123">
                <a:extLst>
                  <a:ext uri="{FF2B5EF4-FFF2-40B4-BE49-F238E27FC236}">
                    <a16:creationId xmlns:a16="http://schemas.microsoft.com/office/drawing/2014/main" id="{60D05DC2-6114-51C2-BFEE-8E92FF53D96F}"/>
                  </a:ext>
                </a:extLst>
              </p:cNvPr>
              <p:cNvSpPr/>
              <p:nvPr/>
            </p:nvSpPr>
            <p:spPr>
              <a:xfrm>
                <a:off x="9187373" y="5166633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2" y="133"/>
                      <a:pt x="3391" y="133"/>
                    </a:cubicBezTo>
                    <a:cubicBezTo>
                      <a:pt x="2549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49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25" name="Freeform: Shape 10124">
                <a:extLst>
                  <a:ext uri="{FF2B5EF4-FFF2-40B4-BE49-F238E27FC236}">
                    <a16:creationId xmlns:a16="http://schemas.microsoft.com/office/drawing/2014/main" id="{F49224EE-9C9E-73F1-B038-A396C060D674}"/>
                  </a:ext>
                </a:extLst>
              </p:cNvPr>
              <p:cNvSpPr/>
              <p:nvPr/>
            </p:nvSpPr>
            <p:spPr>
              <a:xfrm>
                <a:off x="9189000" y="5165482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26" name="Freeform: Shape 10125">
                <a:extLst>
                  <a:ext uri="{FF2B5EF4-FFF2-40B4-BE49-F238E27FC236}">
                    <a16:creationId xmlns:a16="http://schemas.microsoft.com/office/drawing/2014/main" id="{F349CF3A-95AA-EFAE-1F21-BA62472EB1ED}"/>
                  </a:ext>
                </a:extLst>
              </p:cNvPr>
              <p:cNvSpPr/>
              <p:nvPr/>
            </p:nvSpPr>
            <p:spPr>
              <a:xfrm>
                <a:off x="9198465" y="5164519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3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3" y="133"/>
                      <a:pt x="3391" y="133"/>
                    </a:cubicBezTo>
                    <a:cubicBezTo>
                      <a:pt x="2550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27" name="Freeform: Shape 10126">
                <a:extLst>
                  <a:ext uri="{FF2B5EF4-FFF2-40B4-BE49-F238E27FC236}">
                    <a16:creationId xmlns:a16="http://schemas.microsoft.com/office/drawing/2014/main" id="{7A9F879B-1E6C-1018-C7BD-4EC2A17F741B}"/>
                  </a:ext>
                </a:extLst>
              </p:cNvPr>
              <p:cNvSpPr/>
              <p:nvPr/>
            </p:nvSpPr>
            <p:spPr>
              <a:xfrm>
                <a:off x="9022815" y="5065321"/>
                <a:ext cx="6343" cy="6345"/>
              </a:xfrm>
              <a:custGeom>
                <a:avLst/>
                <a:gdLst>
                  <a:gd name="connsiteX0" fmla="*/ 3378 w 6343"/>
                  <a:gd name="connsiteY0" fmla="*/ 6470 h 6345"/>
                  <a:gd name="connsiteX1" fmla="*/ 5620 w 6343"/>
                  <a:gd name="connsiteY1" fmla="*/ 5541 h 6345"/>
                  <a:gd name="connsiteX2" fmla="*/ 6549 w 6343"/>
                  <a:gd name="connsiteY2" fmla="*/ 3298 h 6345"/>
                  <a:gd name="connsiteX3" fmla="*/ 5620 w 6343"/>
                  <a:gd name="connsiteY3" fmla="*/ 1054 h 6345"/>
                  <a:gd name="connsiteX4" fmla="*/ 3378 w 6343"/>
                  <a:gd name="connsiteY4" fmla="*/ 125 h 6345"/>
                  <a:gd name="connsiteX5" fmla="*/ 1135 w 6343"/>
                  <a:gd name="connsiteY5" fmla="*/ 1054 h 6345"/>
                  <a:gd name="connsiteX6" fmla="*/ 206 w 6343"/>
                  <a:gd name="connsiteY6" fmla="*/ 3298 h 6345"/>
                  <a:gd name="connsiteX7" fmla="*/ 1135 w 6343"/>
                  <a:gd name="connsiteY7" fmla="*/ 5541 h 6345"/>
                  <a:gd name="connsiteX8" fmla="*/ 337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0"/>
                    </a:moveTo>
                    <a:cubicBezTo>
                      <a:pt x="4219" y="6470"/>
                      <a:pt x="5025" y="6136"/>
                      <a:pt x="5620" y="5541"/>
                    </a:cubicBezTo>
                    <a:cubicBezTo>
                      <a:pt x="6215" y="4946"/>
                      <a:pt x="6549" y="4139"/>
                      <a:pt x="6549" y="3298"/>
                    </a:cubicBezTo>
                    <a:cubicBezTo>
                      <a:pt x="6549" y="2456"/>
                      <a:pt x="6215" y="1649"/>
                      <a:pt x="5620" y="1054"/>
                    </a:cubicBezTo>
                    <a:cubicBezTo>
                      <a:pt x="5025" y="459"/>
                      <a:pt x="4219" y="125"/>
                      <a:pt x="3378" y="125"/>
                    </a:cubicBezTo>
                    <a:cubicBezTo>
                      <a:pt x="2536" y="125"/>
                      <a:pt x="1730" y="459"/>
                      <a:pt x="1135" y="1054"/>
                    </a:cubicBezTo>
                    <a:cubicBezTo>
                      <a:pt x="540" y="1649"/>
                      <a:pt x="206" y="2456"/>
                      <a:pt x="206" y="3298"/>
                    </a:cubicBezTo>
                    <a:cubicBezTo>
                      <a:pt x="206" y="4139"/>
                      <a:pt x="540" y="4946"/>
                      <a:pt x="1135" y="5541"/>
                    </a:cubicBezTo>
                    <a:cubicBezTo>
                      <a:pt x="1730" y="6136"/>
                      <a:pt x="2536" y="6470"/>
                      <a:pt x="337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28" name="Freeform: Shape 10127">
                <a:extLst>
                  <a:ext uri="{FF2B5EF4-FFF2-40B4-BE49-F238E27FC236}">
                    <a16:creationId xmlns:a16="http://schemas.microsoft.com/office/drawing/2014/main" id="{C72C8C3F-49F6-16D6-7E08-1F8283A1D182}"/>
                  </a:ext>
                </a:extLst>
              </p:cNvPr>
              <p:cNvSpPr/>
              <p:nvPr/>
            </p:nvSpPr>
            <p:spPr>
              <a:xfrm>
                <a:off x="9020264" y="5060557"/>
                <a:ext cx="6343" cy="6345"/>
              </a:xfrm>
              <a:custGeom>
                <a:avLst/>
                <a:gdLst>
                  <a:gd name="connsiteX0" fmla="*/ 3377 w 6343"/>
                  <a:gd name="connsiteY0" fmla="*/ 6470 h 6345"/>
                  <a:gd name="connsiteX1" fmla="*/ 5620 w 6343"/>
                  <a:gd name="connsiteY1" fmla="*/ 5541 h 6345"/>
                  <a:gd name="connsiteX2" fmla="*/ 6549 w 6343"/>
                  <a:gd name="connsiteY2" fmla="*/ 3297 h 6345"/>
                  <a:gd name="connsiteX3" fmla="*/ 5620 w 6343"/>
                  <a:gd name="connsiteY3" fmla="*/ 1054 h 6345"/>
                  <a:gd name="connsiteX4" fmla="*/ 3377 w 6343"/>
                  <a:gd name="connsiteY4" fmla="*/ 125 h 6345"/>
                  <a:gd name="connsiteX5" fmla="*/ 1135 w 6343"/>
                  <a:gd name="connsiteY5" fmla="*/ 1054 h 6345"/>
                  <a:gd name="connsiteX6" fmla="*/ 206 w 6343"/>
                  <a:gd name="connsiteY6" fmla="*/ 3297 h 6345"/>
                  <a:gd name="connsiteX7" fmla="*/ 1135 w 6343"/>
                  <a:gd name="connsiteY7" fmla="*/ 5541 h 6345"/>
                  <a:gd name="connsiteX8" fmla="*/ 3377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0"/>
                    </a:moveTo>
                    <a:cubicBezTo>
                      <a:pt x="4218" y="6470"/>
                      <a:pt x="5025" y="6136"/>
                      <a:pt x="5620" y="5541"/>
                    </a:cubicBezTo>
                    <a:cubicBezTo>
                      <a:pt x="6215" y="4946"/>
                      <a:pt x="6549" y="4139"/>
                      <a:pt x="6549" y="3297"/>
                    </a:cubicBezTo>
                    <a:cubicBezTo>
                      <a:pt x="6549" y="2456"/>
                      <a:pt x="6215" y="1649"/>
                      <a:pt x="5620" y="1054"/>
                    </a:cubicBezTo>
                    <a:cubicBezTo>
                      <a:pt x="5025" y="459"/>
                      <a:pt x="4218" y="125"/>
                      <a:pt x="3377" y="125"/>
                    </a:cubicBezTo>
                    <a:cubicBezTo>
                      <a:pt x="2536" y="125"/>
                      <a:pt x="1730" y="459"/>
                      <a:pt x="1135" y="1054"/>
                    </a:cubicBezTo>
                    <a:cubicBezTo>
                      <a:pt x="540" y="1649"/>
                      <a:pt x="206" y="2456"/>
                      <a:pt x="206" y="3297"/>
                    </a:cubicBezTo>
                    <a:cubicBezTo>
                      <a:pt x="206" y="4139"/>
                      <a:pt x="540" y="4946"/>
                      <a:pt x="1135" y="5541"/>
                    </a:cubicBezTo>
                    <a:cubicBezTo>
                      <a:pt x="1730" y="6136"/>
                      <a:pt x="2536" y="6470"/>
                      <a:pt x="3377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29" name="Freeform: Shape 10128">
                <a:extLst>
                  <a:ext uri="{FF2B5EF4-FFF2-40B4-BE49-F238E27FC236}">
                    <a16:creationId xmlns:a16="http://schemas.microsoft.com/office/drawing/2014/main" id="{90E17824-8FF4-EF0C-E6F1-598D632B3488}"/>
                  </a:ext>
                </a:extLst>
              </p:cNvPr>
              <p:cNvSpPr/>
              <p:nvPr/>
            </p:nvSpPr>
            <p:spPr>
              <a:xfrm>
                <a:off x="9033109" y="5064329"/>
                <a:ext cx="6343" cy="6345"/>
              </a:xfrm>
              <a:custGeom>
                <a:avLst/>
                <a:gdLst>
                  <a:gd name="connsiteX0" fmla="*/ 3378 w 6343"/>
                  <a:gd name="connsiteY0" fmla="*/ 6470 h 6345"/>
                  <a:gd name="connsiteX1" fmla="*/ 5621 w 6343"/>
                  <a:gd name="connsiteY1" fmla="*/ 5541 h 6345"/>
                  <a:gd name="connsiteX2" fmla="*/ 6550 w 6343"/>
                  <a:gd name="connsiteY2" fmla="*/ 3298 h 6345"/>
                  <a:gd name="connsiteX3" fmla="*/ 5621 w 6343"/>
                  <a:gd name="connsiteY3" fmla="*/ 1054 h 6345"/>
                  <a:gd name="connsiteX4" fmla="*/ 3378 w 6343"/>
                  <a:gd name="connsiteY4" fmla="*/ 125 h 6345"/>
                  <a:gd name="connsiteX5" fmla="*/ 1136 w 6343"/>
                  <a:gd name="connsiteY5" fmla="*/ 1054 h 6345"/>
                  <a:gd name="connsiteX6" fmla="*/ 207 w 6343"/>
                  <a:gd name="connsiteY6" fmla="*/ 3298 h 6345"/>
                  <a:gd name="connsiteX7" fmla="*/ 1136 w 6343"/>
                  <a:gd name="connsiteY7" fmla="*/ 5541 h 6345"/>
                  <a:gd name="connsiteX8" fmla="*/ 337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0"/>
                    </a:moveTo>
                    <a:cubicBezTo>
                      <a:pt x="4220" y="6470"/>
                      <a:pt x="5026" y="6136"/>
                      <a:pt x="5621" y="5541"/>
                    </a:cubicBezTo>
                    <a:cubicBezTo>
                      <a:pt x="6216" y="4946"/>
                      <a:pt x="6550" y="4139"/>
                      <a:pt x="6550" y="3298"/>
                    </a:cubicBezTo>
                    <a:cubicBezTo>
                      <a:pt x="6550" y="2456"/>
                      <a:pt x="6216" y="1649"/>
                      <a:pt x="5621" y="1054"/>
                    </a:cubicBezTo>
                    <a:cubicBezTo>
                      <a:pt x="5026" y="459"/>
                      <a:pt x="4220" y="125"/>
                      <a:pt x="3378" y="125"/>
                    </a:cubicBezTo>
                    <a:cubicBezTo>
                      <a:pt x="2537" y="125"/>
                      <a:pt x="1731" y="459"/>
                      <a:pt x="1136" y="1054"/>
                    </a:cubicBezTo>
                    <a:cubicBezTo>
                      <a:pt x="541" y="1649"/>
                      <a:pt x="207" y="2456"/>
                      <a:pt x="207" y="3298"/>
                    </a:cubicBezTo>
                    <a:cubicBezTo>
                      <a:pt x="207" y="4139"/>
                      <a:pt x="541" y="4946"/>
                      <a:pt x="1136" y="5541"/>
                    </a:cubicBezTo>
                    <a:cubicBezTo>
                      <a:pt x="1731" y="6136"/>
                      <a:pt x="2537" y="6470"/>
                      <a:pt x="337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30" name="Freeform: Shape 10129">
                <a:extLst>
                  <a:ext uri="{FF2B5EF4-FFF2-40B4-BE49-F238E27FC236}">
                    <a16:creationId xmlns:a16="http://schemas.microsoft.com/office/drawing/2014/main" id="{94464E0C-DA43-3F39-8238-B600386233E4}"/>
                  </a:ext>
                </a:extLst>
              </p:cNvPr>
              <p:cNvSpPr/>
              <p:nvPr/>
            </p:nvSpPr>
            <p:spPr>
              <a:xfrm>
                <a:off x="9030622" y="5052841"/>
                <a:ext cx="6343" cy="6345"/>
              </a:xfrm>
              <a:custGeom>
                <a:avLst/>
                <a:gdLst>
                  <a:gd name="connsiteX0" fmla="*/ 3378 w 6343"/>
                  <a:gd name="connsiteY0" fmla="*/ 6469 h 6345"/>
                  <a:gd name="connsiteX1" fmla="*/ 5621 w 6343"/>
                  <a:gd name="connsiteY1" fmla="*/ 5540 h 6345"/>
                  <a:gd name="connsiteX2" fmla="*/ 6550 w 6343"/>
                  <a:gd name="connsiteY2" fmla="*/ 3297 h 6345"/>
                  <a:gd name="connsiteX3" fmla="*/ 5621 w 6343"/>
                  <a:gd name="connsiteY3" fmla="*/ 1053 h 6345"/>
                  <a:gd name="connsiteX4" fmla="*/ 3378 w 6343"/>
                  <a:gd name="connsiteY4" fmla="*/ 124 h 6345"/>
                  <a:gd name="connsiteX5" fmla="*/ 1136 w 6343"/>
                  <a:gd name="connsiteY5" fmla="*/ 1053 h 6345"/>
                  <a:gd name="connsiteX6" fmla="*/ 207 w 6343"/>
                  <a:gd name="connsiteY6" fmla="*/ 3297 h 6345"/>
                  <a:gd name="connsiteX7" fmla="*/ 1136 w 6343"/>
                  <a:gd name="connsiteY7" fmla="*/ 5540 h 6345"/>
                  <a:gd name="connsiteX8" fmla="*/ 337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9"/>
                    </a:moveTo>
                    <a:cubicBezTo>
                      <a:pt x="4219" y="6469"/>
                      <a:pt x="5026" y="6135"/>
                      <a:pt x="5621" y="5540"/>
                    </a:cubicBezTo>
                    <a:cubicBezTo>
                      <a:pt x="6216" y="4945"/>
                      <a:pt x="6550" y="4138"/>
                      <a:pt x="6550" y="3297"/>
                    </a:cubicBezTo>
                    <a:cubicBezTo>
                      <a:pt x="6550" y="2455"/>
                      <a:pt x="6216" y="1648"/>
                      <a:pt x="5621" y="1053"/>
                    </a:cubicBezTo>
                    <a:cubicBezTo>
                      <a:pt x="5026" y="458"/>
                      <a:pt x="4219" y="124"/>
                      <a:pt x="3378" y="124"/>
                    </a:cubicBezTo>
                    <a:cubicBezTo>
                      <a:pt x="2537" y="124"/>
                      <a:pt x="1730" y="458"/>
                      <a:pt x="1136" y="1053"/>
                    </a:cubicBezTo>
                    <a:cubicBezTo>
                      <a:pt x="541" y="1648"/>
                      <a:pt x="207" y="2455"/>
                      <a:pt x="207" y="3297"/>
                    </a:cubicBezTo>
                    <a:cubicBezTo>
                      <a:pt x="207" y="4138"/>
                      <a:pt x="541" y="4945"/>
                      <a:pt x="1136" y="5540"/>
                    </a:cubicBezTo>
                    <a:cubicBezTo>
                      <a:pt x="1730" y="6135"/>
                      <a:pt x="2537" y="6469"/>
                      <a:pt x="337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31" name="Freeform: Shape 10130">
                <a:extLst>
                  <a:ext uri="{FF2B5EF4-FFF2-40B4-BE49-F238E27FC236}">
                    <a16:creationId xmlns:a16="http://schemas.microsoft.com/office/drawing/2014/main" id="{2FA4E229-F1C3-3735-A7A6-5D770DB0145B}"/>
                  </a:ext>
                </a:extLst>
              </p:cNvPr>
              <p:cNvSpPr/>
              <p:nvPr/>
            </p:nvSpPr>
            <p:spPr>
              <a:xfrm>
                <a:off x="9027244" y="5047428"/>
                <a:ext cx="6343" cy="6345"/>
              </a:xfrm>
              <a:custGeom>
                <a:avLst/>
                <a:gdLst>
                  <a:gd name="connsiteX0" fmla="*/ 3378 w 6343"/>
                  <a:gd name="connsiteY0" fmla="*/ 6469 h 6345"/>
                  <a:gd name="connsiteX1" fmla="*/ 5621 w 6343"/>
                  <a:gd name="connsiteY1" fmla="*/ 5540 h 6345"/>
                  <a:gd name="connsiteX2" fmla="*/ 6549 w 6343"/>
                  <a:gd name="connsiteY2" fmla="*/ 3296 h 6345"/>
                  <a:gd name="connsiteX3" fmla="*/ 5621 w 6343"/>
                  <a:gd name="connsiteY3" fmla="*/ 1053 h 6345"/>
                  <a:gd name="connsiteX4" fmla="*/ 3378 w 6343"/>
                  <a:gd name="connsiteY4" fmla="*/ 124 h 6345"/>
                  <a:gd name="connsiteX5" fmla="*/ 1135 w 6343"/>
                  <a:gd name="connsiteY5" fmla="*/ 1053 h 6345"/>
                  <a:gd name="connsiteX6" fmla="*/ 206 w 6343"/>
                  <a:gd name="connsiteY6" fmla="*/ 3296 h 6345"/>
                  <a:gd name="connsiteX7" fmla="*/ 1135 w 6343"/>
                  <a:gd name="connsiteY7" fmla="*/ 5540 h 6345"/>
                  <a:gd name="connsiteX8" fmla="*/ 337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9"/>
                    </a:moveTo>
                    <a:cubicBezTo>
                      <a:pt x="4219" y="6469"/>
                      <a:pt x="5026" y="6135"/>
                      <a:pt x="5621" y="5540"/>
                    </a:cubicBezTo>
                    <a:cubicBezTo>
                      <a:pt x="6215" y="4945"/>
                      <a:pt x="6549" y="4138"/>
                      <a:pt x="6549" y="3296"/>
                    </a:cubicBezTo>
                    <a:cubicBezTo>
                      <a:pt x="6549" y="2455"/>
                      <a:pt x="6215" y="1648"/>
                      <a:pt x="5621" y="1053"/>
                    </a:cubicBezTo>
                    <a:cubicBezTo>
                      <a:pt x="5026" y="458"/>
                      <a:pt x="4219" y="124"/>
                      <a:pt x="3378" y="124"/>
                    </a:cubicBezTo>
                    <a:cubicBezTo>
                      <a:pt x="2537" y="124"/>
                      <a:pt x="1730" y="458"/>
                      <a:pt x="1135" y="1053"/>
                    </a:cubicBezTo>
                    <a:cubicBezTo>
                      <a:pt x="541" y="1648"/>
                      <a:pt x="206" y="2455"/>
                      <a:pt x="206" y="3296"/>
                    </a:cubicBezTo>
                    <a:cubicBezTo>
                      <a:pt x="206" y="4138"/>
                      <a:pt x="541" y="4945"/>
                      <a:pt x="1135" y="5540"/>
                    </a:cubicBezTo>
                    <a:cubicBezTo>
                      <a:pt x="1730" y="6135"/>
                      <a:pt x="2537" y="6469"/>
                      <a:pt x="337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32" name="Freeform: Shape 10131">
                <a:extLst>
                  <a:ext uri="{FF2B5EF4-FFF2-40B4-BE49-F238E27FC236}">
                    <a16:creationId xmlns:a16="http://schemas.microsoft.com/office/drawing/2014/main" id="{A16CD63F-CB0E-B087-70AA-D5E314AF3065}"/>
                  </a:ext>
                </a:extLst>
              </p:cNvPr>
              <p:cNvSpPr/>
              <p:nvPr/>
            </p:nvSpPr>
            <p:spPr>
              <a:xfrm>
                <a:off x="9017883" y="5038348"/>
                <a:ext cx="6343" cy="6345"/>
              </a:xfrm>
              <a:custGeom>
                <a:avLst/>
                <a:gdLst>
                  <a:gd name="connsiteX0" fmla="*/ 3377 w 6343"/>
                  <a:gd name="connsiteY0" fmla="*/ 6468 h 6345"/>
                  <a:gd name="connsiteX1" fmla="*/ 5620 w 6343"/>
                  <a:gd name="connsiteY1" fmla="*/ 5539 h 6345"/>
                  <a:gd name="connsiteX2" fmla="*/ 6549 w 6343"/>
                  <a:gd name="connsiteY2" fmla="*/ 3296 h 6345"/>
                  <a:gd name="connsiteX3" fmla="*/ 5620 w 6343"/>
                  <a:gd name="connsiteY3" fmla="*/ 1052 h 6345"/>
                  <a:gd name="connsiteX4" fmla="*/ 3377 w 6343"/>
                  <a:gd name="connsiteY4" fmla="*/ 123 h 6345"/>
                  <a:gd name="connsiteX5" fmla="*/ 1135 w 6343"/>
                  <a:gd name="connsiteY5" fmla="*/ 1052 h 6345"/>
                  <a:gd name="connsiteX6" fmla="*/ 206 w 6343"/>
                  <a:gd name="connsiteY6" fmla="*/ 3296 h 6345"/>
                  <a:gd name="connsiteX7" fmla="*/ 1135 w 6343"/>
                  <a:gd name="connsiteY7" fmla="*/ 5539 h 6345"/>
                  <a:gd name="connsiteX8" fmla="*/ 337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68"/>
                    </a:moveTo>
                    <a:cubicBezTo>
                      <a:pt x="4218" y="6468"/>
                      <a:pt x="5025" y="6134"/>
                      <a:pt x="5620" y="5539"/>
                    </a:cubicBezTo>
                    <a:cubicBezTo>
                      <a:pt x="6215" y="4944"/>
                      <a:pt x="6549" y="4137"/>
                      <a:pt x="6549" y="3296"/>
                    </a:cubicBezTo>
                    <a:cubicBezTo>
                      <a:pt x="6549" y="2454"/>
                      <a:pt x="6215" y="1647"/>
                      <a:pt x="5620" y="1052"/>
                    </a:cubicBezTo>
                    <a:cubicBezTo>
                      <a:pt x="5025" y="457"/>
                      <a:pt x="4218" y="123"/>
                      <a:pt x="3377" y="123"/>
                    </a:cubicBezTo>
                    <a:cubicBezTo>
                      <a:pt x="2536" y="123"/>
                      <a:pt x="1729" y="457"/>
                      <a:pt x="1135" y="1052"/>
                    </a:cubicBezTo>
                    <a:cubicBezTo>
                      <a:pt x="540" y="1647"/>
                      <a:pt x="206" y="2454"/>
                      <a:pt x="206" y="3296"/>
                    </a:cubicBezTo>
                    <a:cubicBezTo>
                      <a:pt x="206" y="4137"/>
                      <a:pt x="540" y="4944"/>
                      <a:pt x="1135" y="5539"/>
                    </a:cubicBezTo>
                    <a:cubicBezTo>
                      <a:pt x="1729" y="6134"/>
                      <a:pt x="2536" y="6468"/>
                      <a:pt x="337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33" name="Freeform: Shape 10132">
                <a:extLst>
                  <a:ext uri="{FF2B5EF4-FFF2-40B4-BE49-F238E27FC236}">
                    <a16:creationId xmlns:a16="http://schemas.microsoft.com/office/drawing/2014/main" id="{84E014B6-F2B4-C9DA-18CD-B0A9323D2086}"/>
                  </a:ext>
                </a:extLst>
              </p:cNvPr>
              <p:cNvSpPr/>
              <p:nvPr/>
            </p:nvSpPr>
            <p:spPr>
              <a:xfrm>
                <a:off x="9018117" y="5034919"/>
                <a:ext cx="6343" cy="6345"/>
              </a:xfrm>
              <a:custGeom>
                <a:avLst/>
                <a:gdLst>
                  <a:gd name="connsiteX0" fmla="*/ 3377 w 6343"/>
                  <a:gd name="connsiteY0" fmla="*/ 6468 h 6345"/>
                  <a:gd name="connsiteX1" fmla="*/ 5620 w 6343"/>
                  <a:gd name="connsiteY1" fmla="*/ 5539 h 6345"/>
                  <a:gd name="connsiteX2" fmla="*/ 6549 w 6343"/>
                  <a:gd name="connsiteY2" fmla="*/ 3295 h 6345"/>
                  <a:gd name="connsiteX3" fmla="*/ 5620 w 6343"/>
                  <a:gd name="connsiteY3" fmla="*/ 1052 h 6345"/>
                  <a:gd name="connsiteX4" fmla="*/ 3377 w 6343"/>
                  <a:gd name="connsiteY4" fmla="*/ 123 h 6345"/>
                  <a:gd name="connsiteX5" fmla="*/ 1135 w 6343"/>
                  <a:gd name="connsiteY5" fmla="*/ 1052 h 6345"/>
                  <a:gd name="connsiteX6" fmla="*/ 206 w 6343"/>
                  <a:gd name="connsiteY6" fmla="*/ 3295 h 6345"/>
                  <a:gd name="connsiteX7" fmla="*/ 1135 w 6343"/>
                  <a:gd name="connsiteY7" fmla="*/ 5539 h 6345"/>
                  <a:gd name="connsiteX8" fmla="*/ 337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68"/>
                    </a:moveTo>
                    <a:cubicBezTo>
                      <a:pt x="4218" y="6468"/>
                      <a:pt x="5025" y="6134"/>
                      <a:pt x="5620" y="5539"/>
                    </a:cubicBezTo>
                    <a:cubicBezTo>
                      <a:pt x="6215" y="4944"/>
                      <a:pt x="6549" y="4137"/>
                      <a:pt x="6549" y="3295"/>
                    </a:cubicBezTo>
                    <a:cubicBezTo>
                      <a:pt x="6549" y="2454"/>
                      <a:pt x="6215" y="1647"/>
                      <a:pt x="5620" y="1052"/>
                    </a:cubicBezTo>
                    <a:cubicBezTo>
                      <a:pt x="5025" y="457"/>
                      <a:pt x="4218" y="123"/>
                      <a:pt x="3377" y="123"/>
                    </a:cubicBezTo>
                    <a:cubicBezTo>
                      <a:pt x="2536" y="123"/>
                      <a:pt x="1729" y="457"/>
                      <a:pt x="1135" y="1052"/>
                    </a:cubicBezTo>
                    <a:cubicBezTo>
                      <a:pt x="540" y="1647"/>
                      <a:pt x="206" y="2454"/>
                      <a:pt x="206" y="3295"/>
                    </a:cubicBezTo>
                    <a:cubicBezTo>
                      <a:pt x="206" y="4137"/>
                      <a:pt x="540" y="4944"/>
                      <a:pt x="1135" y="5539"/>
                    </a:cubicBezTo>
                    <a:cubicBezTo>
                      <a:pt x="1729" y="6134"/>
                      <a:pt x="2536" y="6468"/>
                      <a:pt x="337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34" name="Freeform: Shape 10133">
                <a:extLst>
                  <a:ext uri="{FF2B5EF4-FFF2-40B4-BE49-F238E27FC236}">
                    <a16:creationId xmlns:a16="http://schemas.microsoft.com/office/drawing/2014/main" id="{48440D08-2E92-F03A-EF61-BAC4E74CA12E}"/>
                  </a:ext>
                </a:extLst>
              </p:cNvPr>
              <p:cNvSpPr/>
              <p:nvPr/>
            </p:nvSpPr>
            <p:spPr>
              <a:xfrm>
                <a:off x="9016079" y="5030067"/>
                <a:ext cx="6343" cy="6345"/>
              </a:xfrm>
              <a:custGeom>
                <a:avLst/>
                <a:gdLst>
                  <a:gd name="connsiteX0" fmla="*/ 3377 w 6343"/>
                  <a:gd name="connsiteY0" fmla="*/ 6468 h 6345"/>
                  <a:gd name="connsiteX1" fmla="*/ 5620 w 6343"/>
                  <a:gd name="connsiteY1" fmla="*/ 5538 h 6345"/>
                  <a:gd name="connsiteX2" fmla="*/ 6549 w 6343"/>
                  <a:gd name="connsiteY2" fmla="*/ 3295 h 6345"/>
                  <a:gd name="connsiteX3" fmla="*/ 5620 w 6343"/>
                  <a:gd name="connsiteY3" fmla="*/ 1051 h 6345"/>
                  <a:gd name="connsiteX4" fmla="*/ 3377 w 6343"/>
                  <a:gd name="connsiteY4" fmla="*/ 122 h 6345"/>
                  <a:gd name="connsiteX5" fmla="*/ 1134 w 6343"/>
                  <a:gd name="connsiteY5" fmla="*/ 1051 h 6345"/>
                  <a:gd name="connsiteX6" fmla="*/ 206 w 6343"/>
                  <a:gd name="connsiteY6" fmla="*/ 3295 h 6345"/>
                  <a:gd name="connsiteX7" fmla="*/ 1134 w 6343"/>
                  <a:gd name="connsiteY7" fmla="*/ 5538 h 6345"/>
                  <a:gd name="connsiteX8" fmla="*/ 337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68"/>
                    </a:moveTo>
                    <a:cubicBezTo>
                      <a:pt x="4218" y="6468"/>
                      <a:pt x="5025" y="6133"/>
                      <a:pt x="5620" y="5538"/>
                    </a:cubicBezTo>
                    <a:cubicBezTo>
                      <a:pt x="6214" y="4943"/>
                      <a:pt x="6549" y="4136"/>
                      <a:pt x="6549" y="3295"/>
                    </a:cubicBezTo>
                    <a:cubicBezTo>
                      <a:pt x="6549" y="2453"/>
                      <a:pt x="6214" y="1646"/>
                      <a:pt x="5620" y="1051"/>
                    </a:cubicBezTo>
                    <a:cubicBezTo>
                      <a:pt x="5025" y="456"/>
                      <a:pt x="4218" y="122"/>
                      <a:pt x="3377" y="122"/>
                    </a:cubicBezTo>
                    <a:cubicBezTo>
                      <a:pt x="2536" y="122"/>
                      <a:pt x="1729" y="456"/>
                      <a:pt x="1134" y="1051"/>
                    </a:cubicBezTo>
                    <a:cubicBezTo>
                      <a:pt x="540" y="1646"/>
                      <a:pt x="206" y="2453"/>
                      <a:pt x="206" y="3295"/>
                    </a:cubicBezTo>
                    <a:cubicBezTo>
                      <a:pt x="206" y="4136"/>
                      <a:pt x="540" y="4943"/>
                      <a:pt x="1134" y="5538"/>
                    </a:cubicBezTo>
                    <a:cubicBezTo>
                      <a:pt x="1729" y="6133"/>
                      <a:pt x="2536" y="6468"/>
                      <a:pt x="337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35" name="Freeform: Shape 10134">
                <a:extLst>
                  <a:ext uri="{FF2B5EF4-FFF2-40B4-BE49-F238E27FC236}">
                    <a16:creationId xmlns:a16="http://schemas.microsoft.com/office/drawing/2014/main" id="{E3002681-8CC9-62D8-22F8-AFAB26AC89E5}"/>
                  </a:ext>
                </a:extLst>
              </p:cNvPr>
              <p:cNvSpPr/>
              <p:nvPr/>
            </p:nvSpPr>
            <p:spPr>
              <a:xfrm>
                <a:off x="9016374" y="5026611"/>
                <a:ext cx="6343" cy="6345"/>
              </a:xfrm>
              <a:custGeom>
                <a:avLst/>
                <a:gdLst>
                  <a:gd name="connsiteX0" fmla="*/ 3377 w 6343"/>
                  <a:gd name="connsiteY0" fmla="*/ 6467 h 6345"/>
                  <a:gd name="connsiteX1" fmla="*/ 5620 w 6343"/>
                  <a:gd name="connsiteY1" fmla="*/ 5538 h 6345"/>
                  <a:gd name="connsiteX2" fmla="*/ 6549 w 6343"/>
                  <a:gd name="connsiteY2" fmla="*/ 3295 h 6345"/>
                  <a:gd name="connsiteX3" fmla="*/ 5620 w 6343"/>
                  <a:gd name="connsiteY3" fmla="*/ 1051 h 6345"/>
                  <a:gd name="connsiteX4" fmla="*/ 3377 w 6343"/>
                  <a:gd name="connsiteY4" fmla="*/ 122 h 6345"/>
                  <a:gd name="connsiteX5" fmla="*/ 1134 w 6343"/>
                  <a:gd name="connsiteY5" fmla="*/ 1051 h 6345"/>
                  <a:gd name="connsiteX6" fmla="*/ 206 w 6343"/>
                  <a:gd name="connsiteY6" fmla="*/ 3295 h 6345"/>
                  <a:gd name="connsiteX7" fmla="*/ 1134 w 6343"/>
                  <a:gd name="connsiteY7" fmla="*/ 5538 h 6345"/>
                  <a:gd name="connsiteX8" fmla="*/ 337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67"/>
                    </a:moveTo>
                    <a:cubicBezTo>
                      <a:pt x="4218" y="6467"/>
                      <a:pt x="5025" y="6133"/>
                      <a:pt x="5620" y="5538"/>
                    </a:cubicBezTo>
                    <a:cubicBezTo>
                      <a:pt x="6214" y="4943"/>
                      <a:pt x="6549" y="4136"/>
                      <a:pt x="6549" y="3295"/>
                    </a:cubicBezTo>
                    <a:cubicBezTo>
                      <a:pt x="6549" y="2453"/>
                      <a:pt x="6214" y="1646"/>
                      <a:pt x="5620" y="1051"/>
                    </a:cubicBezTo>
                    <a:cubicBezTo>
                      <a:pt x="5025" y="456"/>
                      <a:pt x="4218" y="122"/>
                      <a:pt x="3377" y="122"/>
                    </a:cubicBezTo>
                    <a:cubicBezTo>
                      <a:pt x="2536" y="122"/>
                      <a:pt x="1729" y="456"/>
                      <a:pt x="1134" y="1051"/>
                    </a:cubicBezTo>
                    <a:cubicBezTo>
                      <a:pt x="540" y="1646"/>
                      <a:pt x="206" y="2453"/>
                      <a:pt x="206" y="3295"/>
                    </a:cubicBezTo>
                    <a:cubicBezTo>
                      <a:pt x="206" y="4136"/>
                      <a:pt x="540" y="4943"/>
                      <a:pt x="1134" y="5538"/>
                    </a:cubicBezTo>
                    <a:cubicBezTo>
                      <a:pt x="1729" y="6133"/>
                      <a:pt x="2536" y="6467"/>
                      <a:pt x="337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36" name="Freeform: Shape 10135">
                <a:extLst>
                  <a:ext uri="{FF2B5EF4-FFF2-40B4-BE49-F238E27FC236}">
                    <a16:creationId xmlns:a16="http://schemas.microsoft.com/office/drawing/2014/main" id="{1E533DB5-6A23-A592-86DB-77543B02D34A}"/>
                  </a:ext>
                </a:extLst>
              </p:cNvPr>
              <p:cNvSpPr/>
              <p:nvPr/>
            </p:nvSpPr>
            <p:spPr>
              <a:xfrm>
                <a:off x="9017439" y="5023619"/>
                <a:ext cx="6343" cy="6345"/>
              </a:xfrm>
              <a:custGeom>
                <a:avLst/>
                <a:gdLst>
                  <a:gd name="connsiteX0" fmla="*/ 3377 w 6343"/>
                  <a:gd name="connsiteY0" fmla="*/ 6467 h 6345"/>
                  <a:gd name="connsiteX1" fmla="*/ 5620 w 6343"/>
                  <a:gd name="connsiteY1" fmla="*/ 5538 h 6345"/>
                  <a:gd name="connsiteX2" fmla="*/ 6549 w 6343"/>
                  <a:gd name="connsiteY2" fmla="*/ 3294 h 6345"/>
                  <a:gd name="connsiteX3" fmla="*/ 5620 w 6343"/>
                  <a:gd name="connsiteY3" fmla="*/ 1051 h 6345"/>
                  <a:gd name="connsiteX4" fmla="*/ 3377 w 6343"/>
                  <a:gd name="connsiteY4" fmla="*/ 122 h 6345"/>
                  <a:gd name="connsiteX5" fmla="*/ 1135 w 6343"/>
                  <a:gd name="connsiteY5" fmla="*/ 1051 h 6345"/>
                  <a:gd name="connsiteX6" fmla="*/ 206 w 6343"/>
                  <a:gd name="connsiteY6" fmla="*/ 3294 h 6345"/>
                  <a:gd name="connsiteX7" fmla="*/ 1135 w 6343"/>
                  <a:gd name="connsiteY7" fmla="*/ 5538 h 6345"/>
                  <a:gd name="connsiteX8" fmla="*/ 337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67"/>
                    </a:moveTo>
                    <a:cubicBezTo>
                      <a:pt x="4218" y="6467"/>
                      <a:pt x="5025" y="6133"/>
                      <a:pt x="5620" y="5538"/>
                    </a:cubicBezTo>
                    <a:cubicBezTo>
                      <a:pt x="6215" y="4943"/>
                      <a:pt x="6549" y="4136"/>
                      <a:pt x="6549" y="3294"/>
                    </a:cubicBezTo>
                    <a:cubicBezTo>
                      <a:pt x="6549" y="2453"/>
                      <a:pt x="6215" y="1646"/>
                      <a:pt x="5620" y="1051"/>
                    </a:cubicBezTo>
                    <a:cubicBezTo>
                      <a:pt x="5025" y="456"/>
                      <a:pt x="4218" y="122"/>
                      <a:pt x="3377" y="122"/>
                    </a:cubicBezTo>
                    <a:cubicBezTo>
                      <a:pt x="2536" y="122"/>
                      <a:pt x="1729" y="456"/>
                      <a:pt x="1135" y="1051"/>
                    </a:cubicBezTo>
                    <a:cubicBezTo>
                      <a:pt x="540" y="1646"/>
                      <a:pt x="206" y="2453"/>
                      <a:pt x="206" y="3294"/>
                    </a:cubicBezTo>
                    <a:cubicBezTo>
                      <a:pt x="206" y="4136"/>
                      <a:pt x="540" y="4943"/>
                      <a:pt x="1135" y="5538"/>
                    </a:cubicBezTo>
                    <a:cubicBezTo>
                      <a:pt x="1729" y="6133"/>
                      <a:pt x="2536" y="6467"/>
                      <a:pt x="337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37" name="Freeform: Shape 10136">
                <a:extLst>
                  <a:ext uri="{FF2B5EF4-FFF2-40B4-BE49-F238E27FC236}">
                    <a16:creationId xmlns:a16="http://schemas.microsoft.com/office/drawing/2014/main" id="{75174805-62A2-1655-4B67-86D62E599F62}"/>
                  </a:ext>
                </a:extLst>
              </p:cNvPr>
              <p:cNvSpPr/>
              <p:nvPr/>
            </p:nvSpPr>
            <p:spPr>
              <a:xfrm>
                <a:off x="9020585" y="5021953"/>
                <a:ext cx="6343" cy="6345"/>
              </a:xfrm>
              <a:custGeom>
                <a:avLst/>
                <a:gdLst>
                  <a:gd name="connsiteX0" fmla="*/ 3377 w 6343"/>
                  <a:gd name="connsiteY0" fmla="*/ 6467 h 6345"/>
                  <a:gd name="connsiteX1" fmla="*/ 5620 w 6343"/>
                  <a:gd name="connsiteY1" fmla="*/ 5538 h 6345"/>
                  <a:gd name="connsiteX2" fmla="*/ 6549 w 6343"/>
                  <a:gd name="connsiteY2" fmla="*/ 3294 h 6345"/>
                  <a:gd name="connsiteX3" fmla="*/ 5620 w 6343"/>
                  <a:gd name="connsiteY3" fmla="*/ 1051 h 6345"/>
                  <a:gd name="connsiteX4" fmla="*/ 3377 w 6343"/>
                  <a:gd name="connsiteY4" fmla="*/ 122 h 6345"/>
                  <a:gd name="connsiteX5" fmla="*/ 1135 w 6343"/>
                  <a:gd name="connsiteY5" fmla="*/ 1051 h 6345"/>
                  <a:gd name="connsiteX6" fmla="*/ 206 w 6343"/>
                  <a:gd name="connsiteY6" fmla="*/ 3294 h 6345"/>
                  <a:gd name="connsiteX7" fmla="*/ 1135 w 6343"/>
                  <a:gd name="connsiteY7" fmla="*/ 5538 h 6345"/>
                  <a:gd name="connsiteX8" fmla="*/ 337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67"/>
                    </a:moveTo>
                    <a:cubicBezTo>
                      <a:pt x="4219" y="6467"/>
                      <a:pt x="5025" y="6133"/>
                      <a:pt x="5620" y="5538"/>
                    </a:cubicBezTo>
                    <a:cubicBezTo>
                      <a:pt x="6215" y="4943"/>
                      <a:pt x="6549" y="4136"/>
                      <a:pt x="6549" y="3294"/>
                    </a:cubicBezTo>
                    <a:cubicBezTo>
                      <a:pt x="6549" y="2453"/>
                      <a:pt x="6215" y="1646"/>
                      <a:pt x="5620" y="1051"/>
                    </a:cubicBezTo>
                    <a:cubicBezTo>
                      <a:pt x="5025" y="456"/>
                      <a:pt x="4219" y="122"/>
                      <a:pt x="3377" y="122"/>
                    </a:cubicBezTo>
                    <a:cubicBezTo>
                      <a:pt x="2536" y="122"/>
                      <a:pt x="1730" y="456"/>
                      <a:pt x="1135" y="1051"/>
                    </a:cubicBezTo>
                    <a:cubicBezTo>
                      <a:pt x="540" y="1646"/>
                      <a:pt x="206" y="2453"/>
                      <a:pt x="206" y="3294"/>
                    </a:cubicBezTo>
                    <a:cubicBezTo>
                      <a:pt x="206" y="4136"/>
                      <a:pt x="540" y="4943"/>
                      <a:pt x="1135" y="5538"/>
                    </a:cubicBezTo>
                    <a:cubicBezTo>
                      <a:pt x="1730" y="6133"/>
                      <a:pt x="2536" y="6467"/>
                      <a:pt x="337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38" name="Freeform: Shape 10137">
                <a:extLst>
                  <a:ext uri="{FF2B5EF4-FFF2-40B4-BE49-F238E27FC236}">
                    <a16:creationId xmlns:a16="http://schemas.microsoft.com/office/drawing/2014/main" id="{7A41F027-5464-4748-EE52-90E60C8C5401}"/>
                  </a:ext>
                </a:extLst>
              </p:cNvPr>
              <p:cNvSpPr/>
              <p:nvPr/>
            </p:nvSpPr>
            <p:spPr>
              <a:xfrm>
                <a:off x="9023104" y="5019905"/>
                <a:ext cx="6343" cy="6345"/>
              </a:xfrm>
              <a:custGeom>
                <a:avLst/>
                <a:gdLst>
                  <a:gd name="connsiteX0" fmla="*/ 3378 w 6343"/>
                  <a:gd name="connsiteY0" fmla="*/ 6467 h 6345"/>
                  <a:gd name="connsiteX1" fmla="*/ 5620 w 6343"/>
                  <a:gd name="connsiteY1" fmla="*/ 5538 h 6345"/>
                  <a:gd name="connsiteX2" fmla="*/ 6549 w 6343"/>
                  <a:gd name="connsiteY2" fmla="*/ 3294 h 6345"/>
                  <a:gd name="connsiteX3" fmla="*/ 5620 w 6343"/>
                  <a:gd name="connsiteY3" fmla="*/ 1051 h 6345"/>
                  <a:gd name="connsiteX4" fmla="*/ 3378 w 6343"/>
                  <a:gd name="connsiteY4" fmla="*/ 121 h 6345"/>
                  <a:gd name="connsiteX5" fmla="*/ 1135 w 6343"/>
                  <a:gd name="connsiteY5" fmla="*/ 1051 h 6345"/>
                  <a:gd name="connsiteX6" fmla="*/ 206 w 6343"/>
                  <a:gd name="connsiteY6" fmla="*/ 3294 h 6345"/>
                  <a:gd name="connsiteX7" fmla="*/ 1135 w 6343"/>
                  <a:gd name="connsiteY7" fmla="*/ 5538 h 6345"/>
                  <a:gd name="connsiteX8" fmla="*/ 337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7"/>
                    </a:moveTo>
                    <a:cubicBezTo>
                      <a:pt x="4219" y="6467"/>
                      <a:pt x="5025" y="6132"/>
                      <a:pt x="5620" y="5538"/>
                    </a:cubicBezTo>
                    <a:cubicBezTo>
                      <a:pt x="6215" y="4943"/>
                      <a:pt x="6549" y="4136"/>
                      <a:pt x="6549" y="3294"/>
                    </a:cubicBezTo>
                    <a:cubicBezTo>
                      <a:pt x="6549" y="2453"/>
                      <a:pt x="6215" y="1646"/>
                      <a:pt x="5620" y="1051"/>
                    </a:cubicBezTo>
                    <a:cubicBezTo>
                      <a:pt x="5025" y="456"/>
                      <a:pt x="4219" y="121"/>
                      <a:pt x="3378" y="121"/>
                    </a:cubicBezTo>
                    <a:cubicBezTo>
                      <a:pt x="2537" y="121"/>
                      <a:pt x="1730" y="456"/>
                      <a:pt x="1135" y="1051"/>
                    </a:cubicBezTo>
                    <a:cubicBezTo>
                      <a:pt x="540" y="1646"/>
                      <a:pt x="206" y="2453"/>
                      <a:pt x="206" y="3294"/>
                    </a:cubicBezTo>
                    <a:cubicBezTo>
                      <a:pt x="206" y="4136"/>
                      <a:pt x="540" y="4943"/>
                      <a:pt x="1135" y="5538"/>
                    </a:cubicBezTo>
                    <a:cubicBezTo>
                      <a:pt x="1730" y="6132"/>
                      <a:pt x="2537" y="6467"/>
                      <a:pt x="337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39" name="Freeform: Shape 10138">
                <a:extLst>
                  <a:ext uri="{FF2B5EF4-FFF2-40B4-BE49-F238E27FC236}">
                    <a16:creationId xmlns:a16="http://schemas.microsoft.com/office/drawing/2014/main" id="{7EAE26A5-195F-40E3-C983-35E276AE46FC}"/>
                  </a:ext>
                </a:extLst>
              </p:cNvPr>
              <p:cNvSpPr/>
              <p:nvPr/>
            </p:nvSpPr>
            <p:spPr>
              <a:xfrm>
                <a:off x="9026104" y="5018189"/>
                <a:ext cx="6343" cy="6345"/>
              </a:xfrm>
              <a:custGeom>
                <a:avLst/>
                <a:gdLst>
                  <a:gd name="connsiteX0" fmla="*/ 3378 w 6343"/>
                  <a:gd name="connsiteY0" fmla="*/ 6467 h 6345"/>
                  <a:gd name="connsiteX1" fmla="*/ 5620 w 6343"/>
                  <a:gd name="connsiteY1" fmla="*/ 5537 h 6345"/>
                  <a:gd name="connsiteX2" fmla="*/ 6549 w 6343"/>
                  <a:gd name="connsiteY2" fmla="*/ 3294 h 6345"/>
                  <a:gd name="connsiteX3" fmla="*/ 5620 w 6343"/>
                  <a:gd name="connsiteY3" fmla="*/ 1051 h 6345"/>
                  <a:gd name="connsiteX4" fmla="*/ 3378 w 6343"/>
                  <a:gd name="connsiteY4" fmla="*/ 121 h 6345"/>
                  <a:gd name="connsiteX5" fmla="*/ 1135 w 6343"/>
                  <a:gd name="connsiteY5" fmla="*/ 1051 h 6345"/>
                  <a:gd name="connsiteX6" fmla="*/ 206 w 6343"/>
                  <a:gd name="connsiteY6" fmla="*/ 3294 h 6345"/>
                  <a:gd name="connsiteX7" fmla="*/ 1135 w 6343"/>
                  <a:gd name="connsiteY7" fmla="*/ 5537 h 6345"/>
                  <a:gd name="connsiteX8" fmla="*/ 337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7"/>
                    </a:moveTo>
                    <a:cubicBezTo>
                      <a:pt x="4219" y="6467"/>
                      <a:pt x="5026" y="6132"/>
                      <a:pt x="5620" y="5537"/>
                    </a:cubicBezTo>
                    <a:cubicBezTo>
                      <a:pt x="6215" y="4942"/>
                      <a:pt x="6549" y="4135"/>
                      <a:pt x="6549" y="3294"/>
                    </a:cubicBezTo>
                    <a:cubicBezTo>
                      <a:pt x="6549" y="2453"/>
                      <a:pt x="6215" y="1645"/>
                      <a:pt x="5620" y="1051"/>
                    </a:cubicBezTo>
                    <a:cubicBezTo>
                      <a:pt x="5026" y="456"/>
                      <a:pt x="4219" y="121"/>
                      <a:pt x="3378" y="121"/>
                    </a:cubicBezTo>
                    <a:cubicBezTo>
                      <a:pt x="2537" y="121"/>
                      <a:pt x="1730" y="456"/>
                      <a:pt x="1135" y="1051"/>
                    </a:cubicBezTo>
                    <a:cubicBezTo>
                      <a:pt x="540" y="1645"/>
                      <a:pt x="206" y="2453"/>
                      <a:pt x="206" y="3294"/>
                    </a:cubicBezTo>
                    <a:cubicBezTo>
                      <a:pt x="206" y="4135"/>
                      <a:pt x="540" y="4942"/>
                      <a:pt x="1135" y="5537"/>
                    </a:cubicBezTo>
                    <a:cubicBezTo>
                      <a:pt x="1730" y="6132"/>
                      <a:pt x="2537" y="6467"/>
                      <a:pt x="337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40" name="Freeform: Shape 10139">
                <a:extLst>
                  <a:ext uri="{FF2B5EF4-FFF2-40B4-BE49-F238E27FC236}">
                    <a16:creationId xmlns:a16="http://schemas.microsoft.com/office/drawing/2014/main" id="{0355ADD4-4392-19E9-6214-89157A885E43}"/>
                  </a:ext>
                </a:extLst>
              </p:cNvPr>
              <p:cNvSpPr/>
              <p:nvPr/>
            </p:nvSpPr>
            <p:spPr>
              <a:xfrm>
                <a:off x="9029370" y="5016674"/>
                <a:ext cx="6343" cy="6345"/>
              </a:xfrm>
              <a:custGeom>
                <a:avLst/>
                <a:gdLst>
                  <a:gd name="connsiteX0" fmla="*/ 3378 w 6343"/>
                  <a:gd name="connsiteY0" fmla="*/ 6467 h 6345"/>
                  <a:gd name="connsiteX1" fmla="*/ 5621 w 6343"/>
                  <a:gd name="connsiteY1" fmla="*/ 5537 h 6345"/>
                  <a:gd name="connsiteX2" fmla="*/ 6550 w 6343"/>
                  <a:gd name="connsiteY2" fmla="*/ 3294 h 6345"/>
                  <a:gd name="connsiteX3" fmla="*/ 5621 w 6343"/>
                  <a:gd name="connsiteY3" fmla="*/ 1050 h 6345"/>
                  <a:gd name="connsiteX4" fmla="*/ 3378 w 6343"/>
                  <a:gd name="connsiteY4" fmla="*/ 121 h 6345"/>
                  <a:gd name="connsiteX5" fmla="*/ 1135 w 6343"/>
                  <a:gd name="connsiteY5" fmla="*/ 1050 h 6345"/>
                  <a:gd name="connsiteX6" fmla="*/ 207 w 6343"/>
                  <a:gd name="connsiteY6" fmla="*/ 3294 h 6345"/>
                  <a:gd name="connsiteX7" fmla="*/ 1135 w 6343"/>
                  <a:gd name="connsiteY7" fmla="*/ 5537 h 6345"/>
                  <a:gd name="connsiteX8" fmla="*/ 337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7"/>
                    </a:moveTo>
                    <a:cubicBezTo>
                      <a:pt x="4219" y="6467"/>
                      <a:pt x="5026" y="6132"/>
                      <a:pt x="5621" y="5537"/>
                    </a:cubicBezTo>
                    <a:cubicBezTo>
                      <a:pt x="6215" y="4942"/>
                      <a:pt x="6550" y="4135"/>
                      <a:pt x="6550" y="3294"/>
                    </a:cubicBezTo>
                    <a:cubicBezTo>
                      <a:pt x="6550" y="2452"/>
                      <a:pt x="6215" y="1645"/>
                      <a:pt x="5621" y="1050"/>
                    </a:cubicBezTo>
                    <a:cubicBezTo>
                      <a:pt x="5026" y="455"/>
                      <a:pt x="4219" y="121"/>
                      <a:pt x="3378" y="121"/>
                    </a:cubicBezTo>
                    <a:cubicBezTo>
                      <a:pt x="2537" y="121"/>
                      <a:pt x="1730" y="455"/>
                      <a:pt x="1135" y="1050"/>
                    </a:cubicBezTo>
                    <a:cubicBezTo>
                      <a:pt x="541" y="1645"/>
                      <a:pt x="207" y="2452"/>
                      <a:pt x="207" y="3294"/>
                    </a:cubicBezTo>
                    <a:cubicBezTo>
                      <a:pt x="207" y="4135"/>
                      <a:pt x="541" y="4942"/>
                      <a:pt x="1135" y="5537"/>
                    </a:cubicBezTo>
                    <a:cubicBezTo>
                      <a:pt x="1730" y="6132"/>
                      <a:pt x="2537" y="6467"/>
                      <a:pt x="337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41" name="Freeform: Shape 10140">
                <a:extLst>
                  <a:ext uri="{FF2B5EF4-FFF2-40B4-BE49-F238E27FC236}">
                    <a16:creationId xmlns:a16="http://schemas.microsoft.com/office/drawing/2014/main" id="{598CE022-198A-F404-7CAC-9062CA7A2919}"/>
                  </a:ext>
                </a:extLst>
              </p:cNvPr>
              <p:cNvSpPr/>
              <p:nvPr/>
            </p:nvSpPr>
            <p:spPr>
              <a:xfrm>
                <a:off x="9203154" y="5130690"/>
                <a:ext cx="6343" cy="6345"/>
              </a:xfrm>
              <a:custGeom>
                <a:avLst/>
                <a:gdLst>
                  <a:gd name="connsiteX0" fmla="*/ 3392 w 6343"/>
                  <a:gd name="connsiteY0" fmla="*/ 6476 h 6345"/>
                  <a:gd name="connsiteX1" fmla="*/ 5634 w 6343"/>
                  <a:gd name="connsiteY1" fmla="*/ 5546 h 6345"/>
                  <a:gd name="connsiteX2" fmla="*/ 6563 w 6343"/>
                  <a:gd name="connsiteY2" fmla="*/ 3303 h 6345"/>
                  <a:gd name="connsiteX3" fmla="*/ 5634 w 6343"/>
                  <a:gd name="connsiteY3" fmla="*/ 1059 h 6345"/>
                  <a:gd name="connsiteX4" fmla="*/ 3392 w 6343"/>
                  <a:gd name="connsiteY4" fmla="*/ 130 h 6345"/>
                  <a:gd name="connsiteX5" fmla="*/ 1149 w 6343"/>
                  <a:gd name="connsiteY5" fmla="*/ 1059 h 6345"/>
                  <a:gd name="connsiteX6" fmla="*/ 220 w 6343"/>
                  <a:gd name="connsiteY6" fmla="*/ 3303 h 6345"/>
                  <a:gd name="connsiteX7" fmla="*/ 1149 w 6343"/>
                  <a:gd name="connsiteY7" fmla="*/ 5546 h 6345"/>
                  <a:gd name="connsiteX8" fmla="*/ 339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6"/>
                    </a:moveTo>
                    <a:cubicBezTo>
                      <a:pt x="4233" y="6476"/>
                      <a:pt x="5040" y="6141"/>
                      <a:pt x="5634" y="5546"/>
                    </a:cubicBezTo>
                    <a:cubicBezTo>
                      <a:pt x="6229" y="4951"/>
                      <a:pt x="6563" y="4144"/>
                      <a:pt x="6563" y="3303"/>
                    </a:cubicBezTo>
                    <a:cubicBezTo>
                      <a:pt x="6563" y="2461"/>
                      <a:pt x="6229" y="1654"/>
                      <a:pt x="5634" y="1059"/>
                    </a:cubicBezTo>
                    <a:cubicBezTo>
                      <a:pt x="5040" y="464"/>
                      <a:pt x="4233" y="130"/>
                      <a:pt x="3392" y="130"/>
                    </a:cubicBezTo>
                    <a:cubicBezTo>
                      <a:pt x="2551" y="130"/>
                      <a:pt x="1744" y="464"/>
                      <a:pt x="1149" y="1059"/>
                    </a:cubicBezTo>
                    <a:cubicBezTo>
                      <a:pt x="554" y="1654"/>
                      <a:pt x="220" y="2461"/>
                      <a:pt x="220" y="3303"/>
                    </a:cubicBezTo>
                    <a:cubicBezTo>
                      <a:pt x="220" y="4144"/>
                      <a:pt x="554" y="4951"/>
                      <a:pt x="1149" y="5546"/>
                    </a:cubicBezTo>
                    <a:cubicBezTo>
                      <a:pt x="1744" y="6141"/>
                      <a:pt x="2551" y="6476"/>
                      <a:pt x="339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42" name="Freeform: Shape 10141">
                <a:extLst>
                  <a:ext uri="{FF2B5EF4-FFF2-40B4-BE49-F238E27FC236}">
                    <a16:creationId xmlns:a16="http://schemas.microsoft.com/office/drawing/2014/main" id="{869AA028-2DA7-7282-8D66-92345F105079}"/>
                  </a:ext>
                </a:extLst>
              </p:cNvPr>
              <p:cNvSpPr/>
              <p:nvPr/>
            </p:nvSpPr>
            <p:spPr>
              <a:xfrm>
                <a:off x="9285313" y="5169906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43" name="Freeform: Shape 10142">
                <a:extLst>
                  <a:ext uri="{FF2B5EF4-FFF2-40B4-BE49-F238E27FC236}">
                    <a16:creationId xmlns:a16="http://schemas.microsoft.com/office/drawing/2014/main" id="{42F65FE3-017F-A2CE-FE2E-A089182FCEE9}"/>
                  </a:ext>
                </a:extLst>
              </p:cNvPr>
              <p:cNvSpPr/>
              <p:nvPr/>
            </p:nvSpPr>
            <p:spPr>
              <a:xfrm>
                <a:off x="9286668" y="5169399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44" name="Freeform: Shape 10143">
                <a:extLst>
                  <a:ext uri="{FF2B5EF4-FFF2-40B4-BE49-F238E27FC236}">
                    <a16:creationId xmlns:a16="http://schemas.microsoft.com/office/drawing/2014/main" id="{1B9C2073-E47A-2132-CFD6-3655825648C4}"/>
                  </a:ext>
                </a:extLst>
              </p:cNvPr>
              <p:cNvSpPr/>
              <p:nvPr/>
            </p:nvSpPr>
            <p:spPr>
              <a:xfrm>
                <a:off x="9287926" y="5168826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45" name="Freeform: Shape 10144">
                <a:extLst>
                  <a:ext uri="{FF2B5EF4-FFF2-40B4-BE49-F238E27FC236}">
                    <a16:creationId xmlns:a16="http://schemas.microsoft.com/office/drawing/2014/main" id="{E497E1FD-04AB-4BF2-DEEE-3D221626576A}"/>
                  </a:ext>
                </a:extLst>
              </p:cNvPr>
              <p:cNvSpPr/>
              <p:nvPr/>
            </p:nvSpPr>
            <p:spPr>
              <a:xfrm>
                <a:off x="9289233" y="5168303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46" name="Freeform: Shape 10145">
                <a:extLst>
                  <a:ext uri="{FF2B5EF4-FFF2-40B4-BE49-F238E27FC236}">
                    <a16:creationId xmlns:a16="http://schemas.microsoft.com/office/drawing/2014/main" id="{99685752-603A-75C6-BE5D-5D2199F909A5}"/>
                  </a:ext>
                </a:extLst>
              </p:cNvPr>
              <p:cNvSpPr/>
              <p:nvPr/>
            </p:nvSpPr>
            <p:spPr>
              <a:xfrm>
                <a:off x="9290832" y="5168031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47" name="Freeform: Shape 10146">
                <a:extLst>
                  <a:ext uri="{FF2B5EF4-FFF2-40B4-BE49-F238E27FC236}">
                    <a16:creationId xmlns:a16="http://schemas.microsoft.com/office/drawing/2014/main" id="{1DC688B5-FC3A-319E-D5C2-CFDBAC4B02EA}"/>
                  </a:ext>
                </a:extLst>
              </p:cNvPr>
              <p:cNvSpPr/>
              <p:nvPr/>
            </p:nvSpPr>
            <p:spPr>
              <a:xfrm>
                <a:off x="9292091" y="5167492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48" name="Freeform: Shape 10147">
                <a:extLst>
                  <a:ext uri="{FF2B5EF4-FFF2-40B4-BE49-F238E27FC236}">
                    <a16:creationId xmlns:a16="http://schemas.microsoft.com/office/drawing/2014/main" id="{EF296F9D-979B-0133-F79D-B44E59DDBFBC}"/>
                  </a:ext>
                </a:extLst>
              </p:cNvPr>
              <p:cNvSpPr/>
              <p:nvPr/>
            </p:nvSpPr>
            <p:spPr>
              <a:xfrm>
                <a:off x="9293893" y="5165836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6"/>
                    </a:cubicBezTo>
                    <a:cubicBezTo>
                      <a:pt x="6571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7" y="2464"/>
                      <a:pt x="227" y="3306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49" name="Freeform: Shape 10148">
                <a:extLst>
                  <a:ext uri="{FF2B5EF4-FFF2-40B4-BE49-F238E27FC236}">
                    <a16:creationId xmlns:a16="http://schemas.microsoft.com/office/drawing/2014/main" id="{A5F02192-F0D9-203E-4B13-26C360FAB10F}"/>
                  </a:ext>
                </a:extLst>
              </p:cNvPr>
              <p:cNvSpPr/>
              <p:nvPr/>
            </p:nvSpPr>
            <p:spPr>
              <a:xfrm>
                <a:off x="9302222" y="5165203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50" name="Freeform: Shape 10149">
                <a:extLst>
                  <a:ext uri="{FF2B5EF4-FFF2-40B4-BE49-F238E27FC236}">
                    <a16:creationId xmlns:a16="http://schemas.microsoft.com/office/drawing/2014/main" id="{37FEEFB2-DDA3-1D04-51FD-889384DB4EDF}"/>
                  </a:ext>
                </a:extLst>
              </p:cNvPr>
              <p:cNvSpPr/>
              <p:nvPr/>
            </p:nvSpPr>
            <p:spPr>
              <a:xfrm>
                <a:off x="9302968" y="5164290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51" name="Freeform: Shape 10150">
                <a:extLst>
                  <a:ext uri="{FF2B5EF4-FFF2-40B4-BE49-F238E27FC236}">
                    <a16:creationId xmlns:a16="http://schemas.microsoft.com/office/drawing/2014/main" id="{CF19D643-9FD2-EDE7-2439-8285FACD8DB5}"/>
                  </a:ext>
                </a:extLst>
              </p:cNvPr>
              <p:cNvSpPr/>
              <p:nvPr/>
            </p:nvSpPr>
            <p:spPr>
              <a:xfrm>
                <a:off x="9303490" y="5163168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52" name="Freeform: Shape 10151">
                <a:extLst>
                  <a:ext uri="{FF2B5EF4-FFF2-40B4-BE49-F238E27FC236}">
                    <a16:creationId xmlns:a16="http://schemas.microsoft.com/office/drawing/2014/main" id="{3F428C43-0882-56B8-E194-AFD15E2C1D24}"/>
                  </a:ext>
                </a:extLst>
              </p:cNvPr>
              <p:cNvSpPr/>
              <p:nvPr/>
            </p:nvSpPr>
            <p:spPr>
              <a:xfrm>
                <a:off x="9303884" y="5161918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53" name="Freeform: Shape 10152">
                <a:extLst>
                  <a:ext uri="{FF2B5EF4-FFF2-40B4-BE49-F238E27FC236}">
                    <a16:creationId xmlns:a16="http://schemas.microsoft.com/office/drawing/2014/main" id="{4954DC18-50B9-7570-F3E4-2F01D2EEE249}"/>
                  </a:ext>
                </a:extLst>
              </p:cNvPr>
              <p:cNvSpPr/>
              <p:nvPr/>
            </p:nvSpPr>
            <p:spPr>
              <a:xfrm>
                <a:off x="9303878" y="5160278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54" name="Freeform: Shape 10153">
                <a:extLst>
                  <a:ext uri="{FF2B5EF4-FFF2-40B4-BE49-F238E27FC236}">
                    <a16:creationId xmlns:a16="http://schemas.microsoft.com/office/drawing/2014/main" id="{9EB72CC0-A1D2-591B-1A47-940B994832E7}"/>
                  </a:ext>
                </a:extLst>
              </p:cNvPr>
              <p:cNvSpPr/>
              <p:nvPr/>
            </p:nvSpPr>
            <p:spPr>
              <a:xfrm>
                <a:off x="9304135" y="5157204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55" name="Freeform: Shape 10154">
                <a:extLst>
                  <a:ext uri="{FF2B5EF4-FFF2-40B4-BE49-F238E27FC236}">
                    <a16:creationId xmlns:a16="http://schemas.microsoft.com/office/drawing/2014/main" id="{55E02213-2705-E589-B452-FF006C0DE37D}"/>
                  </a:ext>
                </a:extLst>
              </p:cNvPr>
              <p:cNvSpPr/>
              <p:nvPr/>
            </p:nvSpPr>
            <p:spPr>
              <a:xfrm>
                <a:off x="9304664" y="5156036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8" y="466"/>
                      <a:pt x="4241" y="132"/>
                      <a:pt x="3400" y="132"/>
                    </a:cubicBezTo>
                    <a:cubicBezTo>
                      <a:pt x="2559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56" name="Freeform: Shape 10155">
                <a:extLst>
                  <a:ext uri="{FF2B5EF4-FFF2-40B4-BE49-F238E27FC236}">
                    <a16:creationId xmlns:a16="http://schemas.microsoft.com/office/drawing/2014/main" id="{630570CF-D9FE-818C-C165-DC1796257B81}"/>
                  </a:ext>
                </a:extLst>
              </p:cNvPr>
              <p:cNvSpPr/>
              <p:nvPr/>
            </p:nvSpPr>
            <p:spPr>
              <a:xfrm>
                <a:off x="9305158" y="5154826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8" y="466"/>
                      <a:pt x="4241" y="132"/>
                      <a:pt x="3400" y="132"/>
                    </a:cubicBezTo>
                    <a:cubicBezTo>
                      <a:pt x="2559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57" name="Freeform: Shape 10156">
                <a:extLst>
                  <a:ext uri="{FF2B5EF4-FFF2-40B4-BE49-F238E27FC236}">
                    <a16:creationId xmlns:a16="http://schemas.microsoft.com/office/drawing/2014/main" id="{7AD1B25C-410E-66BB-BA72-1D7B2ECBC30B}"/>
                  </a:ext>
                </a:extLst>
              </p:cNvPr>
              <p:cNvSpPr/>
              <p:nvPr/>
            </p:nvSpPr>
            <p:spPr>
              <a:xfrm>
                <a:off x="9329479" y="5170369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7"/>
                      <a:pt x="5644" y="1062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2"/>
                    </a:cubicBezTo>
                    <a:cubicBezTo>
                      <a:pt x="564" y="1657"/>
                      <a:pt x="230" y="2465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58" name="Freeform: Shape 10157">
                <a:extLst>
                  <a:ext uri="{FF2B5EF4-FFF2-40B4-BE49-F238E27FC236}">
                    <a16:creationId xmlns:a16="http://schemas.microsoft.com/office/drawing/2014/main" id="{876E525B-BDEC-D05F-9F12-CEA61D512EEF}"/>
                  </a:ext>
                </a:extLst>
              </p:cNvPr>
              <p:cNvSpPr/>
              <p:nvPr/>
            </p:nvSpPr>
            <p:spPr>
              <a:xfrm>
                <a:off x="9330494" y="5169944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59" name="Freeform: Shape 10158">
                <a:extLst>
                  <a:ext uri="{FF2B5EF4-FFF2-40B4-BE49-F238E27FC236}">
                    <a16:creationId xmlns:a16="http://schemas.microsoft.com/office/drawing/2014/main" id="{581AEE88-6681-9FB4-8D60-A105CFC2BCDF}"/>
                  </a:ext>
                </a:extLst>
              </p:cNvPr>
              <p:cNvSpPr/>
              <p:nvPr/>
            </p:nvSpPr>
            <p:spPr>
              <a:xfrm>
                <a:off x="9331383" y="5169387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3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60" name="Freeform: Shape 10159">
                <a:extLst>
                  <a:ext uri="{FF2B5EF4-FFF2-40B4-BE49-F238E27FC236}">
                    <a16:creationId xmlns:a16="http://schemas.microsoft.com/office/drawing/2014/main" id="{0A825935-3440-B5CC-1E34-44A155364228}"/>
                  </a:ext>
                </a:extLst>
              </p:cNvPr>
              <p:cNvSpPr/>
              <p:nvPr/>
            </p:nvSpPr>
            <p:spPr>
              <a:xfrm>
                <a:off x="9332652" y="5169258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61" name="Freeform: Shape 10160">
                <a:extLst>
                  <a:ext uri="{FF2B5EF4-FFF2-40B4-BE49-F238E27FC236}">
                    <a16:creationId xmlns:a16="http://schemas.microsoft.com/office/drawing/2014/main" id="{5BEAD177-AA55-EC1A-8D09-CCFF367AB9A3}"/>
                  </a:ext>
                </a:extLst>
              </p:cNvPr>
              <p:cNvSpPr/>
              <p:nvPr/>
            </p:nvSpPr>
            <p:spPr>
              <a:xfrm>
                <a:off x="9333336" y="5168480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1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62" name="Freeform: Shape 10161">
                <a:extLst>
                  <a:ext uri="{FF2B5EF4-FFF2-40B4-BE49-F238E27FC236}">
                    <a16:creationId xmlns:a16="http://schemas.microsoft.com/office/drawing/2014/main" id="{5C11569C-C124-A73A-46C6-8EF11C994609}"/>
                  </a:ext>
                </a:extLst>
              </p:cNvPr>
              <p:cNvSpPr/>
              <p:nvPr/>
            </p:nvSpPr>
            <p:spPr>
              <a:xfrm>
                <a:off x="9345709" y="5170783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0 w 6343"/>
                  <a:gd name="connsiteY5" fmla="*/ 1063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5"/>
                      <a:pt x="6240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0" y="1063"/>
                    </a:cubicBezTo>
                    <a:cubicBezTo>
                      <a:pt x="566" y="1658"/>
                      <a:pt x="231" y="2465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63" name="Freeform: Shape 10162">
                <a:extLst>
                  <a:ext uri="{FF2B5EF4-FFF2-40B4-BE49-F238E27FC236}">
                    <a16:creationId xmlns:a16="http://schemas.microsoft.com/office/drawing/2014/main" id="{69BAEBBC-C2CF-55C0-1DF3-3F59379AFA0E}"/>
                  </a:ext>
                </a:extLst>
              </p:cNvPr>
              <p:cNvSpPr/>
              <p:nvPr/>
            </p:nvSpPr>
            <p:spPr>
              <a:xfrm>
                <a:off x="9350867" y="5166355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3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64" name="Freeform: Shape 10163">
                <a:extLst>
                  <a:ext uri="{FF2B5EF4-FFF2-40B4-BE49-F238E27FC236}">
                    <a16:creationId xmlns:a16="http://schemas.microsoft.com/office/drawing/2014/main" id="{F1663324-C4A6-D19F-FC60-EEB3A904AD53}"/>
                  </a:ext>
                </a:extLst>
              </p:cNvPr>
              <p:cNvSpPr/>
              <p:nvPr/>
            </p:nvSpPr>
            <p:spPr>
              <a:xfrm>
                <a:off x="9353012" y="5167667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65" name="Freeform: Shape 10164">
                <a:extLst>
                  <a:ext uri="{FF2B5EF4-FFF2-40B4-BE49-F238E27FC236}">
                    <a16:creationId xmlns:a16="http://schemas.microsoft.com/office/drawing/2014/main" id="{3975BE29-39F8-101C-D794-2A258A918B80}"/>
                  </a:ext>
                </a:extLst>
              </p:cNvPr>
              <p:cNvSpPr/>
              <p:nvPr/>
            </p:nvSpPr>
            <p:spPr>
              <a:xfrm>
                <a:off x="9354190" y="5167671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66" name="Freeform: Shape 10165">
                <a:extLst>
                  <a:ext uri="{FF2B5EF4-FFF2-40B4-BE49-F238E27FC236}">
                    <a16:creationId xmlns:a16="http://schemas.microsoft.com/office/drawing/2014/main" id="{772F78EB-9AA1-AF32-9E4F-B076CE86F27E}"/>
                  </a:ext>
                </a:extLst>
              </p:cNvPr>
              <p:cNvSpPr/>
              <p:nvPr/>
            </p:nvSpPr>
            <p:spPr>
              <a:xfrm>
                <a:off x="9358129" y="5168363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7" y="5549"/>
                    </a:cubicBezTo>
                    <a:cubicBezTo>
                      <a:pt x="6241" y="4954"/>
                      <a:pt x="6576" y="4147"/>
                      <a:pt x="6576" y="3306"/>
                    </a:cubicBezTo>
                    <a:cubicBezTo>
                      <a:pt x="6576" y="2464"/>
                      <a:pt x="6241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7" y="1657"/>
                      <a:pt x="232" y="2464"/>
                      <a:pt x="232" y="3306"/>
                    </a:cubicBezTo>
                    <a:cubicBezTo>
                      <a:pt x="232" y="4147"/>
                      <a:pt x="567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67" name="Freeform: Shape 10166">
                <a:extLst>
                  <a:ext uri="{FF2B5EF4-FFF2-40B4-BE49-F238E27FC236}">
                    <a16:creationId xmlns:a16="http://schemas.microsoft.com/office/drawing/2014/main" id="{8D0BFEA6-59E7-70A1-FF3E-DD1FAAF34CBE}"/>
                  </a:ext>
                </a:extLst>
              </p:cNvPr>
              <p:cNvSpPr/>
              <p:nvPr/>
            </p:nvSpPr>
            <p:spPr>
              <a:xfrm>
                <a:off x="9359746" y="5169085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5" y="6479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68" name="Freeform: Shape 10167">
                <a:extLst>
                  <a:ext uri="{FF2B5EF4-FFF2-40B4-BE49-F238E27FC236}">
                    <a16:creationId xmlns:a16="http://schemas.microsoft.com/office/drawing/2014/main" id="{7FAF61BD-5EDA-524D-76A1-4E5130F031A7}"/>
                  </a:ext>
                </a:extLst>
              </p:cNvPr>
              <p:cNvSpPr/>
              <p:nvPr/>
            </p:nvSpPr>
            <p:spPr>
              <a:xfrm>
                <a:off x="9360723" y="5168881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4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5" y="6479"/>
                      <a:pt x="5052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4"/>
                      <a:pt x="6242" y="1657"/>
                      <a:pt x="5647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2" y="1062"/>
                    </a:cubicBezTo>
                    <a:cubicBezTo>
                      <a:pt x="567" y="1657"/>
                      <a:pt x="233" y="2464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6" y="6144"/>
                      <a:pt x="2563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69" name="Freeform: Shape 10168">
                <a:extLst>
                  <a:ext uri="{FF2B5EF4-FFF2-40B4-BE49-F238E27FC236}">
                    <a16:creationId xmlns:a16="http://schemas.microsoft.com/office/drawing/2014/main" id="{359860E2-BA38-56FB-F7DF-AEA5E92F2CEB}"/>
                  </a:ext>
                </a:extLst>
              </p:cNvPr>
              <p:cNvSpPr/>
              <p:nvPr/>
            </p:nvSpPr>
            <p:spPr>
              <a:xfrm>
                <a:off x="9327926" y="5117440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0"/>
                      <a:pt x="6239" y="1653"/>
                      <a:pt x="5644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4" y="1653"/>
                      <a:pt x="230" y="2460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70" name="Freeform: Shape 10169">
                <a:extLst>
                  <a:ext uri="{FF2B5EF4-FFF2-40B4-BE49-F238E27FC236}">
                    <a16:creationId xmlns:a16="http://schemas.microsoft.com/office/drawing/2014/main" id="{75ADD178-8AB1-0097-8A85-9E20449BC2BA}"/>
                  </a:ext>
                </a:extLst>
              </p:cNvPr>
              <p:cNvSpPr/>
              <p:nvPr/>
            </p:nvSpPr>
            <p:spPr>
              <a:xfrm>
                <a:off x="9330621" y="5119204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0"/>
                      <a:pt x="6239" y="1653"/>
                      <a:pt x="5644" y="1058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8"/>
                    </a:cubicBezTo>
                    <a:cubicBezTo>
                      <a:pt x="564" y="1653"/>
                      <a:pt x="230" y="2460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71" name="Freeform: Shape 10170">
                <a:extLst>
                  <a:ext uri="{FF2B5EF4-FFF2-40B4-BE49-F238E27FC236}">
                    <a16:creationId xmlns:a16="http://schemas.microsoft.com/office/drawing/2014/main" id="{4BFD18ED-99AF-E075-1A08-D7DEA4D11B73}"/>
                  </a:ext>
                </a:extLst>
              </p:cNvPr>
              <p:cNvSpPr/>
              <p:nvPr/>
            </p:nvSpPr>
            <p:spPr>
              <a:xfrm>
                <a:off x="9329422" y="5114966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0"/>
                      <a:pt x="6239" y="1653"/>
                      <a:pt x="5644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4" y="1653"/>
                      <a:pt x="230" y="2460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72" name="Freeform: Shape 10171">
                <a:extLst>
                  <a:ext uri="{FF2B5EF4-FFF2-40B4-BE49-F238E27FC236}">
                    <a16:creationId xmlns:a16="http://schemas.microsoft.com/office/drawing/2014/main" id="{A12E45B0-ACE3-346E-B588-18473C72FE16}"/>
                  </a:ext>
                </a:extLst>
              </p:cNvPr>
              <p:cNvSpPr/>
              <p:nvPr/>
            </p:nvSpPr>
            <p:spPr>
              <a:xfrm>
                <a:off x="9330186" y="5113733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4 w 6343"/>
                  <a:gd name="connsiteY1" fmla="*/ 5545 h 6345"/>
                  <a:gd name="connsiteX2" fmla="*/ 6573 w 6343"/>
                  <a:gd name="connsiteY2" fmla="*/ 3301 h 6345"/>
                  <a:gd name="connsiteX3" fmla="*/ 5644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1 h 6345"/>
                  <a:gd name="connsiteX7" fmla="*/ 1159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4" y="5545"/>
                    </a:cubicBezTo>
                    <a:cubicBezTo>
                      <a:pt x="6239" y="4950"/>
                      <a:pt x="6573" y="4143"/>
                      <a:pt x="6573" y="3301"/>
                    </a:cubicBezTo>
                    <a:cubicBezTo>
                      <a:pt x="6573" y="2460"/>
                      <a:pt x="6239" y="1653"/>
                      <a:pt x="5644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4" y="1653"/>
                      <a:pt x="230" y="2460"/>
                      <a:pt x="230" y="3301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73" name="Freeform: Shape 10172">
                <a:extLst>
                  <a:ext uri="{FF2B5EF4-FFF2-40B4-BE49-F238E27FC236}">
                    <a16:creationId xmlns:a16="http://schemas.microsoft.com/office/drawing/2014/main" id="{47E97798-C74E-A420-A3DD-CC4A9BC3880A}"/>
                  </a:ext>
                </a:extLst>
              </p:cNvPr>
              <p:cNvSpPr/>
              <p:nvPr/>
            </p:nvSpPr>
            <p:spPr>
              <a:xfrm>
                <a:off x="9331494" y="5113356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3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1 h 6345"/>
                  <a:gd name="connsiteX7" fmla="*/ 1159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39" y="4950"/>
                      <a:pt x="6573" y="4143"/>
                      <a:pt x="6573" y="3301"/>
                    </a:cubicBezTo>
                    <a:cubicBezTo>
                      <a:pt x="6573" y="2460"/>
                      <a:pt x="6239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5" y="1653"/>
                      <a:pt x="230" y="2460"/>
                      <a:pt x="230" y="3301"/>
                    </a:cubicBezTo>
                    <a:cubicBezTo>
                      <a:pt x="230" y="4143"/>
                      <a:pt x="565" y="4950"/>
                      <a:pt x="1159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74" name="Freeform: Shape 10173">
                <a:extLst>
                  <a:ext uri="{FF2B5EF4-FFF2-40B4-BE49-F238E27FC236}">
                    <a16:creationId xmlns:a16="http://schemas.microsoft.com/office/drawing/2014/main" id="{75879EB2-1D13-B359-E760-D838B54D0BFF}"/>
                  </a:ext>
                </a:extLst>
              </p:cNvPr>
              <p:cNvSpPr/>
              <p:nvPr/>
            </p:nvSpPr>
            <p:spPr>
              <a:xfrm>
                <a:off x="9368052" y="5170218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7 w 6343"/>
                  <a:gd name="connsiteY1" fmla="*/ 5549 h 6345"/>
                  <a:gd name="connsiteX2" fmla="*/ 6576 w 6343"/>
                  <a:gd name="connsiteY2" fmla="*/ 3306 h 6345"/>
                  <a:gd name="connsiteX3" fmla="*/ 5647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7" y="5549"/>
                    </a:cubicBezTo>
                    <a:cubicBezTo>
                      <a:pt x="6242" y="4954"/>
                      <a:pt x="6576" y="4147"/>
                      <a:pt x="6576" y="3306"/>
                    </a:cubicBezTo>
                    <a:cubicBezTo>
                      <a:pt x="6576" y="2465"/>
                      <a:pt x="6242" y="1657"/>
                      <a:pt x="5647" y="1062"/>
                    </a:cubicBezTo>
                    <a:cubicBezTo>
                      <a:pt x="5053" y="468"/>
                      <a:pt x="4246" y="133"/>
                      <a:pt x="3405" y="133"/>
                    </a:cubicBezTo>
                    <a:cubicBezTo>
                      <a:pt x="2564" y="133"/>
                      <a:pt x="1757" y="468"/>
                      <a:pt x="1162" y="1062"/>
                    </a:cubicBezTo>
                    <a:cubicBezTo>
                      <a:pt x="567" y="1657"/>
                      <a:pt x="233" y="2465"/>
                      <a:pt x="233" y="3306"/>
                    </a:cubicBezTo>
                    <a:cubicBezTo>
                      <a:pt x="233" y="4147"/>
                      <a:pt x="567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75" name="Freeform: Shape 10174">
                <a:extLst>
                  <a:ext uri="{FF2B5EF4-FFF2-40B4-BE49-F238E27FC236}">
                    <a16:creationId xmlns:a16="http://schemas.microsoft.com/office/drawing/2014/main" id="{F2CA1B66-63DF-C7AE-6C7E-E767D274E775}"/>
                  </a:ext>
                </a:extLst>
              </p:cNvPr>
              <p:cNvSpPr/>
              <p:nvPr/>
            </p:nvSpPr>
            <p:spPr>
              <a:xfrm>
                <a:off x="9370279" y="5168725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3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3" y="2464"/>
                      <a:pt x="233" y="3306"/>
                    </a:cubicBezTo>
                    <a:cubicBezTo>
                      <a:pt x="233" y="4147"/>
                      <a:pt x="568" y="4954"/>
                      <a:pt x="1162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76" name="Freeform: Shape 10175">
                <a:extLst>
                  <a:ext uri="{FF2B5EF4-FFF2-40B4-BE49-F238E27FC236}">
                    <a16:creationId xmlns:a16="http://schemas.microsoft.com/office/drawing/2014/main" id="{5815D3E1-A01C-A273-609F-1DD951BD80CF}"/>
                  </a:ext>
                </a:extLst>
              </p:cNvPr>
              <p:cNvSpPr/>
              <p:nvPr/>
            </p:nvSpPr>
            <p:spPr>
              <a:xfrm>
                <a:off x="9279597" y="5011296"/>
                <a:ext cx="6343" cy="6345"/>
              </a:xfrm>
              <a:custGeom>
                <a:avLst/>
                <a:gdLst>
                  <a:gd name="connsiteX0" fmla="*/ 3398 w 6343"/>
                  <a:gd name="connsiteY0" fmla="*/ 6466 h 6345"/>
                  <a:gd name="connsiteX1" fmla="*/ 5640 w 6343"/>
                  <a:gd name="connsiteY1" fmla="*/ 5537 h 6345"/>
                  <a:gd name="connsiteX2" fmla="*/ 6569 w 6343"/>
                  <a:gd name="connsiteY2" fmla="*/ 3293 h 6345"/>
                  <a:gd name="connsiteX3" fmla="*/ 5640 w 6343"/>
                  <a:gd name="connsiteY3" fmla="*/ 1050 h 6345"/>
                  <a:gd name="connsiteX4" fmla="*/ 3398 w 6343"/>
                  <a:gd name="connsiteY4" fmla="*/ 121 h 6345"/>
                  <a:gd name="connsiteX5" fmla="*/ 1155 w 6343"/>
                  <a:gd name="connsiteY5" fmla="*/ 1050 h 6345"/>
                  <a:gd name="connsiteX6" fmla="*/ 226 w 6343"/>
                  <a:gd name="connsiteY6" fmla="*/ 3293 h 6345"/>
                  <a:gd name="connsiteX7" fmla="*/ 1155 w 6343"/>
                  <a:gd name="connsiteY7" fmla="*/ 5537 h 6345"/>
                  <a:gd name="connsiteX8" fmla="*/ 339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66"/>
                    </a:moveTo>
                    <a:cubicBezTo>
                      <a:pt x="4239" y="6466"/>
                      <a:pt x="5046" y="6132"/>
                      <a:pt x="5640" y="5537"/>
                    </a:cubicBezTo>
                    <a:cubicBezTo>
                      <a:pt x="6235" y="4942"/>
                      <a:pt x="6569" y="4135"/>
                      <a:pt x="6569" y="3293"/>
                    </a:cubicBezTo>
                    <a:cubicBezTo>
                      <a:pt x="6569" y="2452"/>
                      <a:pt x="6235" y="1645"/>
                      <a:pt x="5640" y="1050"/>
                    </a:cubicBezTo>
                    <a:cubicBezTo>
                      <a:pt x="5046" y="455"/>
                      <a:pt x="4239" y="121"/>
                      <a:pt x="3398" y="121"/>
                    </a:cubicBezTo>
                    <a:cubicBezTo>
                      <a:pt x="2557" y="121"/>
                      <a:pt x="1750" y="455"/>
                      <a:pt x="1155" y="1050"/>
                    </a:cubicBezTo>
                    <a:cubicBezTo>
                      <a:pt x="560" y="1645"/>
                      <a:pt x="226" y="2452"/>
                      <a:pt x="226" y="3293"/>
                    </a:cubicBezTo>
                    <a:cubicBezTo>
                      <a:pt x="226" y="4135"/>
                      <a:pt x="560" y="4942"/>
                      <a:pt x="1155" y="5537"/>
                    </a:cubicBezTo>
                    <a:cubicBezTo>
                      <a:pt x="1750" y="6132"/>
                      <a:pt x="2557" y="6466"/>
                      <a:pt x="339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77" name="Freeform: Shape 10176">
                <a:extLst>
                  <a:ext uri="{FF2B5EF4-FFF2-40B4-BE49-F238E27FC236}">
                    <a16:creationId xmlns:a16="http://schemas.microsoft.com/office/drawing/2014/main" id="{727B8F18-7FE2-863A-1B3E-FCA937F6B372}"/>
                  </a:ext>
                </a:extLst>
              </p:cNvPr>
              <p:cNvSpPr/>
              <p:nvPr/>
            </p:nvSpPr>
            <p:spPr>
              <a:xfrm>
                <a:off x="9299857" y="5042538"/>
                <a:ext cx="6343" cy="6345"/>
              </a:xfrm>
              <a:custGeom>
                <a:avLst/>
                <a:gdLst>
                  <a:gd name="connsiteX0" fmla="*/ 3399 w 6343"/>
                  <a:gd name="connsiteY0" fmla="*/ 6469 h 6345"/>
                  <a:gd name="connsiteX1" fmla="*/ 5642 w 6343"/>
                  <a:gd name="connsiteY1" fmla="*/ 5539 h 6345"/>
                  <a:gd name="connsiteX2" fmla="*/ 6571 w 6343"/>
                  <a:gd name="connsiteY2" fmla="*/ 3296 h 6345"/>
                  <a:gd name="connsiteX3" fmla="*/ 5642 w 6343"/>
                  <a:gd name="connsiteY3" fmla="*/ 1052 h 6345"/>
                  <a:gd name="connsiteX4" fmla="*/ 3399 w 6343"/>
                  <a:gd name="connsiteY4" fmla="*/ 123 h 6345"/>
                  <a:gd name="connsiteX5" fmla="*/ 1157 w 6343"/>
                  <a:gd name="connsiteY5" fmla="*/ 1052 h 6345"/>
                  <a:gd name="connsiteX6" fmla="*/ 228 w 6343"/>
                  <a:gd name="connsiteY6" fmla="*/ 3296 h 6345"/>
                  <a:gd name="connsiteX7" fmla="*/ 1157 w 6343"/>
                  <a:gd name="connsiteY7" fmla="*/ 5539 h 6345"/>
                  <a:gd name="connsiteX8" fmla="*/ 339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9"/>
                    </a:moveTo>
                    <a:cubicBezTo>
                      <a:pt x="4241" y="6469"/>
                      <a:pt x="5047" y="6134"/>
                      <a:pt x="5642" y="5539"/>
                    </a:cubicBezTo>
                    <a:cubicBezTo>
                      <a:pt x="6237" y="4944"/>
                      <a:pt x="6571" y="4137"/>
                      <a:pt x="6571" y="3296"/>
                    </a:cubicBezTo>
                    <a:cubicBezTo>
                      <a:pt x="6571" y="2454"/>
                      <a:pt x="6237" y="1647"/>
                      <a:pt x="5642" y="1052"/>
                    </a:cubicBezTo>
                    <a:cubicBezTo>
                      <a:pt x="5047" y="457"/>
                      <a:pt x="4241" y="123"/>
                      <a:pt x="3399" y="123"/>
                    </a:cubicBezTo>
                    <a:cubicBezTo>
                      <a:pt x="2558" y="123"/>
                      <a:pt x="1752" y="457"/>
                      <a:pt x="1157" y="1052"/>
                    </a:cubicBezTo>
                    <a:cubicBezTo>
                      <a:pt x="562" y="1647"/>
                      <a:pt x="228" y="2454"/>
                      <a:pt x="228" y="3296"/>
                    </a:cubicBezTo>
                    <a:cubicBezTo>
                      <a:pt x="228" y="4137"/>
                      <a:pt x="562" y="4944"/>
                      <a:pt x="1157" y="5539"/>
                    </a:cubicBezTo>
                    <a:cubicBezTo>
                      <a:pt x="1752" y="6134"/>
                      <a:pt x="2558" y="6469"/>
                      <a:pt x="339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78" name="Freeform: Shape 10177">
                <a:extLst>
                  <a:ext uri="{FF2B5EF4-FFF2-40B4-BE49-F238E27FC236}">
                    <a16:creationId xmlns:a16="http://schemas.microsoft.com/office/drawing/2014/main" id="{5415EEB8-0C38-DCC1-4B75-A3279FB4F78B}"/>
                  </a:ext>
                </a:extLst>
              </p:cNvPr>
              <p:cNvSpPr/>
              <p:nvPr/>
            </p:nvSpPr>
            <p:spPr>
              <a:xfrm>
                <a:off x="9283604" y="5010224"/>
                <a:ext cx="6343" cy="6345"/>
              </a:xfrm>
              <a:custGeom>
                <a:avLst/>
                <a:gdLst>
                  <a:gd name="connsiteX0" fmla="*/ 3398 w 6343"/>
                  <a:gd name="connsiteY0" fmla="*/ 6466 h 6345"/>
                  <a:gd name="connsiteX1" fmla="*/ 5641 w 6343"/>
                  <a:gd name="connsiteY1" fmla="*/ 5537 h 6345"/>
                  <a:gd name="connsiteX2" fmla="*/ 6570 w 6343"/>
                  <a:gd name="connsiteY2" fmla="*/ 3293 h 6345"/>
                  <a:gd name="connsiteX3" fmla="*/ 5641 w 6343"/>
                  <a:gd name="connsiteY3" fmla="*/ 1050 h 6345"/>
                  <a:gd name="connsiteX4" fmla="*/ 3398 w 6343"/>
                  <a:gd name="connsiteY4" fmla="*/ 121 h 6345"/>
                  <a:gd name="connsiteX5" fmla="*/ 1156 w 6343"/>
                  <a:gd name="connsiteY5" fmla="*/ 1050 h 6345"/>
                  <a:gd name="connsiteX6" fmla="*/ 227 w 6343"/>
                  <a:gd name="connsiteY6" fmla="*/ 3293 h 6345"/>
                  <a:gd name="connsiteX7" fmla="*/ 1156 w 6343"/>
                  <a:gd name="connsiteY7" fmla="*/ 5537 h 6345"/>
                  <a:gd name="connsiteX8" fmla="*/ 339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66"/>
                    </a:moveTo>
                    <a:cubicBezTo>
                      <a:pt x="4239" y="6466"/>
                      <a:pt x="5046" y="6132"/>
                      <a:pt x="5641" y="5537"/>
                    </a:cubicBezTo>
                    <a:cubicBezTo>
                      <a:pt x="6236" y="4942"/>
                      <a:pt x="6570" y="4135"/>
                      <a:pt x="6570" y="3293"/>
                    </a:cubicBezTo>
                    <a:cubicBezTo>
                      <a:pt x="6570" y="2452"/>
                      <a:pt x="6236" y="1645"/>
                      <a:pt x="5641" y="1050"/>
                    </a:cubicBezTo>
                    <a:cubicBezTo>
                      <a:pt x="5046" y="455"/>
                      <a:pt x="4239" y="121"/>
                      <a:pt x="3398" y="121"/>
                    </a:cubicBezTo>
                    <a:cubicBezTo>
                      <a:pt x="2557" y="121"/>
                      <a:pt x="1750" y="455"/>
                      <a:pt x="1156" y="1050"/>
                    </a:cubicBezTo>
                    <a:cubicBezTo>
                      <a:pt x="561" y="1645"/>
                      <a:pt x="227" y="2452"/>
                      <a:pt x="227" y="3293"/>
                    </a:cubicBezTo>
                    <a:cubicBezTo>
                      <a:pt x="227" y="4135"/>
                      <a:pt x="561" y="4942"/>
                      <a:pt x="1156" y="5537"/>
                    </a:cubicBezTo>
                    <a:cubicBezTo>
                      <a:pt x="1750" y="6132"/>
                      <a:pt x="2557" y="6466"/>
                      <a:pt x="339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79" name="Freeform: Shape 10178">
                <a:extLst>
                  <a:ext uri="{FF2B5EF4-FFF2-40B4-BE49-F238E27FC236}">
                    <a16:creationId xmlns:a16="http://schemas.microsoft.com/office/drawing/2014/main" id="{6669D23B-B1F2-AD06-36B4-43DE5E499C36}"/>
                  </a:ext>
                </a:extLst>
              </p:cNvPr>
              <p:cNvSpPr/>
              <p:nvPr/>
            </p:nvSpPr>
            <p:spPr>
              <a:xfrm>
                <a:off x="9287368" y="5012863"/>
                <a:ext cx="6343" cy="6345"/>
              </a:xfrm>
              <a:custGeom>
                <a:avLst/>
                <a:gdLst>
                  <a:gd name="connsiteX0" fmla="*/ 3398 w 6343"/>
                  <a:gd name="connsiteY0" fmla="*/ 6466 h 6345"/>
                  <a:gd name="connsiteX1" fmla="*/ 5641 w 6343"/>
                  <a:gd name="connsiteY1" fmla="*/ 5537 h 6345"/>
                  <a:gd name="connsiteX2" fmla="*/ 6570 w 6343"/>
                  <a:gd name="connsiteY2" fmla="*/ 3294 h 6345"/>
                  <a:gd name="connsiteX3" fmla="*/ 5641 w 6343"/>
                  <a:gd name="connsiteY3" fmla="*/ 1050 h 6345"/>
                  <a:gd name="connsiteX4" fmla="*/ 3398 w 6343"/>
                  <a:gd name="connsiteY4" fmla="*/ 121 h 6345"/>
                  <a:gd name="connsiteX5" fmla="*/ 1156 w 6343"/>
                  <a:gd name="connsiteY5" fmla="*/ 1050 h 6345"/>
                  <a:gd name="connsiteX6" fmla="*/ 227 w 6343"/>
                  <a:gd name="connsiteY6" fmla="*/ 3294 h 6345"/>
                  <a:gd name="connsiteX7" fmla="*/ 1156 w 6343"/>
                  <a:gd name="connsiteY7" fmla="*/ 5537 h 6345"/>
                  <a:gd name="connsiteX8" fmla="*/ 339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66"/>
                    </a:moveTo>
                    <a:cubicBezTo>
                      <a:pt x="4240" y="6466"/>
                      <a:pt x="5046" y="6132"/>
                      <a:pt x="5641" y="5537"/>
                    </a:cubicBezTo>
                    <a:cubicBezTo>
                      <a:pt x="6236" y="4942"/>
                      <a:pt x="6570" y="4135"/>
                      <a:pt x="6570" y="3294"/>
                    </a:cubicBezTo>
                    <a:cubicBezTo>
                      <a:pt x="6570" y="2452"/>
                      <a:pt x="6236" y="1645"/>
                      <a:pt x="5641" y="1050"/>
                    </a:cubicBezTo>
                    <a:cubicBezTo>
                      <a:pt x="5046" y="455"/>
                      <a:pt x="4240" y="121"/>
                      <a:pt x="3398" y="121"/>
                    </a:cubicBezTo>
                    <a:cubicBezTo>
                      <a:pt x="2557" y="121"/>
                      <a:pt x="1751" y="455"/>
                      <a:pt x="1156" y="1050"/>
                    </a:cubicBezTo>
                    <a:cubicBezTo>
                      <a:pt x="561" y="1645"/>
                      <a:pt x="227" y="2452"/>
                      <a:pt x="227" y="3294"/>
                    </a:cubicBezTo>
                    <a:cubicBezTo>
                      <a:pt x="227" y="4135"/>
                      <a:pt x="561" y="4942"/>
                      <a:pt x="1156" y="5537"/>
                    </a:cubicBezTo>
                    <a:cubicBezTo>
                      <a:pt x="1751" y="6132"/>
                      <a:pt x="2557" y="6466"/>
                      <a:pt x="339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80" name="Freeform: Shape 10179">
                <a:extLst>
                  <a:ext uri="{FF2B5EF4-FFF2-40B4-BE49-F238E27FC236}">
                    <a16:creationId xmlns:a16="http://schemas.microsoft.com/office/drawing/2014/main" id="{131CFB24-22F8-AE73-502F-577186ED181D}"/>
                  </a:ext>
                </a:extLst>
              </p:cNvPr>
              <p:cNvSpPr/>
              <p:nvPr/>
            </p:nvSpPr>
            <p:spPr>
              <a:xfrm>
                <a:off x="9289701" y="5013005"/>
                <a:ext cx="6343" cy="6345"/>
              </a:xfrm>
              <a:custGeom>
                <a:avLst/>
                <a:gdLst>
                  <a:gd name="connsiteX0" fmla="*/ 3399 w 6343"/>
                  <a:gd name="connsiteY0" fmla="*/ 6466 h 6345"/>
                  <a:gd name="connsiteX1" fmla="*/ 5641 w 6343"/>
                  <a:gd name="connsiteY1" fmla="*/ 5537 h 6345"/>
                  <a:gd name="connsiteX2" fmla="*/ 6570 w 6343"/>
                  <a:gd name="connsiteY2" fmla="*/ 3294 h 6345"/>
                  <a:gd name="connsiteX3" fmla="*/ 5641 w 6343"/>
                  <a:gd name="connsiteY3" fmla="*/ 1050 h 6345"/>
                  <a:gd name="connsiteX4" fmla="*/ 3399 w 6343"/>
                  <a:gd name="connsiteY4" fmla="*/ 121 h 6345"/>
                  <a:gd name="connsiteX5" fmla="*/ 1156 w 6343"/>
                  <a:gd name="connsiteY5" fmla="*/ 1050 h 6345"/>
                  <a:gd name="connsiteX6" fmla="*/ 227 w 6343"/>
                  <a:gd name="connsiteY6" fmla="*/ 3294 h 6345"/>
                  <a:gd name="connsiteX7" fmla="*/ 1156 w 6343"/>
                  <a:gd name="connsiteY7" fmla="*/ 5537 h 6345"/>
                  <a:gd name="connsiteX8" fmla="*/ 339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6"/>
                    </a:moveTo>
                    <a:cubicBezTo>
                      <a:pt x="4240" y="6466"/>
                      <a:pt x="5047" y="6132"/>
                      <a:pt x="5641" y="5537"/>
                    </a:cubicBezTo>
                    <a:cubicBezTo>
                      <a:pt x="6236" y="4942"/>
                      <a:pt x="6570" y="4135"/>
                      <a:pt x="6570" y="3294"/>
                    </a:cubicBezTo>
                    <a:cubicBezTo>
                      <a:pt x="6570" y="2452"/>
                      <a:pt x="6236" y="1645"/>
                      <a:pt x="5641" y="1050"/>
                    </a:cubicBezTo>
                    <a:cubicBezTo>
                      <a:pt x="5047" y="455"/>
                      <a:pt x="4240" y="121"/>
                      <a:pt x="3399" y="121"/>
                    </a:cubicBezTo>
                    <a:cubicBezTo>
                      <a:pt x="2558" y="121"/>
                      <a:pt x="1751" y="455"/>
                      <a:pt x="1156" y="1050"/>
                    </a:cubicBezTo>
                    <a:cubicBezTo>
                      <a:pt x="561" y="1645"/>
                      <a:pt x="227" y="2452"/>
                      <a:pt x="227" y="3294"/>
                    </a:cubicBezTo>
                    <a:cubicBezTo>
                      <a:pt x="227" y="4135"/>
                      <a:pt x="561" y="4942"/>
                      <a:pt x="1156" y="5537"/>
                    </a:cubicBezTo>
                    <a:cubicBezTo>
                      <a:pt x="1751" y="6132"/>
                      <a:pt x="2558" y="6466"/>
                      <a:pt x="339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81" name="Freeform: Shape 10180">
                <a:extLst>
                  <a:ext uri="{FF2B5EF4-FFF2-40B4-BE49-F238E27FC236}">
                    <a16:creationId xmlns:a16="http://schemas.microsoft.com/office/drawing/2014/main" id="{4B3F8714-0F5B-7678-4D99-D96A5DFDB5E9}"/>
                  </a:ext>
                </a:extLst>
              </p:cNvPr>
              <p:cNvSpPr/>
              <p:nvPr/>
            </p:nvSpPr>
            <p:spPr>
              <a:xfrm>
                <a:off x="9297117" y="5022554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399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0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0" y="122"/>
                      <a:pt x="3399" y="122"/>
                    </a:cubicBezTo>
                    <a:cubicBezTo>
                      <a:pt x="2558" y="122"/>
                      <a:pt x="1751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1" y="6133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82" name="Freeform: Shape 10181">
                <a:extLst>
                  <a:ext uri="{FF2B5EF4-FFF2-40B4-BE49-F238E27FC236}">
                    <a16:creationId xmlns:a16="http://schemas.microsoft.com/office/drawing/2014/main" id="{0175A4EA-9B68-343A-95A6-7026853E025B}"/>
                  </a:ext>
                </a:extLst>
              </p:cNvPr>
              <p:cNvSpPr/>
              <p:nvPr/>
            </p:nvSpPr>
            <p:spPr>
              <a:xfrm>
                <a:off x="9300235" y="5024370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399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1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2"/>
                      <a:pt x="3399" y="122"/>
                    </a:cubicBezTo>
                    <a:cubicBezTo>
                      <a:pt x="2558" y="122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83" name="Freeform: Shape 10182">
                <a:extLst>
                  <a:ext uri="{FF2B5EF4-FFF2-40B4-BE49-F238E27FC236}">
                    <a16:creationId xmlns:a16="http://schemas.microsoft.com/office/drawing/2014/main" id="{AC4BB89C-A677-FE60-5E0E-E597862A9FA8}"/>
                  </a:ext>
                </a:extLst>
              </p:cNvPr>
              <p:cNvSpPr/>
              <p:nvPr/>
            </p:nvSpPr>
            <p:spPr>
              <a:xfrm>
                <a:off x="9301980" y="5023657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2"/>
                      <a:pt x="3400" y="122"/>
                    </a:cubicBezTo>
                    <a:cubicBezTo>
                      <a:pt x="2558" y="122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8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84" name="Freeform: Shape 10183">
                <a:extLst>
                  <a:ext uri="{FF2B5EF4-FFF2-40B4-BE49-F238E27FC236}">
                    <a16:creationId xmlns:a16="http://schemas.microsoft.com/office/drawing/2014/main" id="{54CDFB47-E84D-CF71-501C-BCBDBD1A7A7A}"/>
                  </a:ext>
                </a:extLst>
              </p:cNvPr>
              <p:cNvSpPr/>
              <p:nvPr/>
            </p:nvSpPr>
            <p:spPr>
              <a:xfrm>
                <a:off x="9302021" y="5019665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7" y="6132"/>
                      <a:pt x="5642" y="5538"/>
                    </a:cubicBezTo>
                    <a:cubicBezTo>
                      <a:pt x="6237" y="4943"/>
                      <a:pt x="6571" y="4135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1"/>
                      <a:pt x="3400" y="121"/>
                    </a:cubicBezTo>
                    <a:cubicBezTo>
                      <a:pt x="2558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5"/>
                      <a:pt x="562" y="4943"/>
                      <a:pt x="1157" y="5538"/>
                    </a:cubicBezTo>
                    <a:cubicBezTo>
                      <a:pt x="1752" y="6132"/>
                      <a:pt x="2558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85" name="Freeform: Shape 10184">
                <a:extLst>
                  <a:ext uri="{FF2B5EF4-FFF2-40B4-BE49-F238E27FC236}">
                    <a16:creationId xmlns:a16="http://schemas.microsoft.com/office/drawing/2014/main" id="{B6062113-6F5D-AE6F-1539-A51F9F2A4871}"/>
                  </a:ext>
                </a:extLst>
              </p:cNvPr>
              <p:cNvSpPr/>
              <p:nvPr/>
            </p:nvSpPr>
            <p:spPr>
              <a:xfrm>
                <a:off x="9303420" y="5018237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7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2"/>
                      <a:pt x="5642" y="5537"/>
                    </a:cubicBezTo>
                    <a:cubicBezTo>
                      <a:pt x="6237" y="4942"/>
                      <a:pt x="6571" y="4135"/>
                      <a:pt x="6571" y="3294"/>
                    </a:cubicBezTo>
                    <a:cubicBezTo>
                      <a:pt x="6571" y="2453"/>
                      <a:pt x="6237" y="1645"/>
                      <a:pt x="5642" y="1051"/>
                    </a:cubicBezTo>
                    <a:cubicBezTo>
                      <a:pt x="5048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5"/>
                      <a:pt x="228" y="2453"/>
                      <a:pt x="228" y="3294"/>
                    </a:cubicBezTo>
                    <a:cubicBezTo>
                      <a:pt x="228" y="4135"/>
                      <a:pt x="562" y="4942"/>
                      <a:pt x="1157" y="5537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86" name="Freeform: Shape 10185">
                <a:extLst>
                  <a:ext uri="{FF2B5EF4-FFF2-40B4-BE49-F238E27FC236}">
                    <a16:creationId xmlns:a16="http://schemas.microsoft.com/office/drawing/2014/main" id="{C819BEB9-280E-54F4-E2E1-4F61E2276CFF}"/>
                  </a:ext>
                </a:extLst>
              </p:cNvPr>
              <p:cNvSpPr/>
              <p:nvPr/>
            </p:nvSpPr>
            <p:spPr>
              <a:xfrm>
                <a:off x="9304973" y="5017096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0 h 6345"/>
                  <a:gd name="connsiteX4" fmla="*/ 3400 w 6343"/>
                  <a:gd name="connsiteY4" fmla="*/ 121 h 6345"/>
                  <a:gd name="connsiteX5" fmla="*/ 1157 w 6343"/>
                  <a:gd name="connsiteY5" fmla="*/ 1050 h 6345"/>
                  <a:gd name="connsiteX6" fmla="*/ 228 w 6343"/>
                  <a:gd name="connsiteY6" fmla="*/ 3294 h 6345"/>
                  <a:gd name="connsiteX7" fmla="*/ 1157 w 6343"/>
                  <a:gd name="connsiteY7" fmla="*/ 5537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2"/>
                      <a:pt x="5642" y="5537"/>
                    </a:cubicBezTo>
                    <a:cubicBezTo>
                      <a:pt x="6237" y="4942"/>
                      <a:pt x="6571" y="4135"/>
                      <a:pt x="6571" y="3294"/>
                    </a:cubicBezTo>
                    <a:cubicBezTo>
                      <a:pt x="6571" y="2452"/>
                      <a:pt x="6237" y="1645"/>
                      <a:pt x="5642" y="1050"/>
                    </a:cubicBezTo>
                    <a:cubicBezTo>
                      <a:pt x="5048" y="455"/>
                      <a:pt x="4241" y="121"/>
                      <a:pt x="3400" y="121"/>
                    </a:cubicBezTo>
                    <a:cubicBezTo>
                      <a:pt x="2559" y="121"/>
                      <a:pt x="1752" y="455"/>
                      <a:pt x="1157" y="1050"/>
                    </a:cubicBezTo>
                    <a:cubicBezTo>
                      <a:pt x="562" y="1645"/>
                      <a:pt x="228" y="2452"/>
                      <a:pt x="228" y="3294"/>
                    </a:cubicBezTo>
                    <a:cubicBezTo>
                      <a:pt x="228" y="4135"/>
                      <a:pt x="562" y="4942"/>
                      <a:pt x="1157" y="5537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87" name="Freeform: Shape 10186">
                <a:extLst>
                  <a:ext uri="{FF2B5EF4-FFF2-40B4-BE49-F238E27FC236}">
                    <a16:creationId xmlns:a16="http://schemas.microsoft.com/office/drawing/2014/main" id="{9E27E851-9DA7-1762-5870-E2D957FBD638}"/>
                  </a:ext>
                </a:extLst>
              </p:cNvPr>
              <p:cNvSpPr/>
              <p:nvPr/>
            </p:nvSpPr>
            <p:spPr>
              <a:xfrm>
                <a:off x="9385968" y="5170621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6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3"/>
                    </a:cubicBezTo>
                    <a:cubicBezTo>
                      <a:pt x="5054" y="468"/>
                      <a:pt x="4247" y="133"/>
                      <a:pt x="3406" y="133"/>
                    </a:cubicBezTo>
                    <a:cubicBezTo>
                      <a:pt x="2565" y="133"/>
                      <a:pt x="1758" y="468"/>
                      <a:pt x="1164" y="1063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88" name="Freeform: Shape 10187">
                <a:extLst>
                  <a:ext uri="{FF2B5EF4-FFF2-40B4-BE49-F238E27FC236}">
                    <a16:creationId xmlns:a16="http://schemas.microsoft.com/office/drawing/2014/main" id="{2ED1D43C-D1B5-DCE8-5524-343BF6431D8E}"/>
                  </a:ext>
                </a:extLst>
              </p:cNvPr>
              <p:cNvSpPr/>
              <p:nvPr/>
            </p:nvSpPr>
            <p:spPr>
              <a:xfrm>
                <a:off x="9389623" y="517060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89" name="Freeform: Shape 10188">
                <a:extLst>
                  <a:ext uri="{FF2B5EF4-FFF2-40B4-BE49-F238E27FC236}">
                    <a16:creationId xmlns:a16="http://schemas.microsoft.com/office/drawing/2014/main" id="{A2D431A5-96C7-FC5B-8CBA-033AC7468F95}"/>
                  </a:ext>
                </a:extLst>
              </p:cNvPr>
              <p:cNvSpPr/>
              <p:nvPr/>
            </p:nvSpPr>
            <p:spPr>
              <a:xfrm>
                <a:off x="9390582" y="517072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90" name="Freeform: Shape 10189">
                <a:extLst>
                  <a:ext uri="{FF2B5EF4-FFF2-40B4-BE49-F238E27FC236}">
                    <a16:creationId xmlns:a16="http://schemas.microsoft.com/office/drawing/2014/main" id="{A560046D-FB46-A36C-F546-8BF3AC399B35}"/>
                  </a:ext>
                </a:extLst>
              </p:cNvPr>
              <p:cNvSpPr/>
              <p:nvPr/>
            </p:nvSpPr>
            <p:spPr>
              <a:xfrm>
                <a:off x="9391438" y="517063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91" name="Freeform: Shape 10190">
                <a:extLst>
                  <a:ext uri="{FF2B5EF4-FFF2-40B4-BE49-F238E27FC236}">
                    <a16:creationId xmlns:a16="http://schemas.microsoft.com/office/drawing/2014/main" id="{A2F4BBFE-9E18-8B75-2E71-940232C63304}"/>
                  </a:ext>
                </a:extLst>
              </p:cNvPr>
              <p:cNvSpPr/>
              <p:nvPr/>
            </p:nvSpPr>
            <p:spPr>
              <a:xfrm>
                <a:off x="9392049" y="516996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92" name="Freeform: Shape 10191">
                <a:extLst>
                  <a:ext uri="{FF2B5EF4-FFF2-40B4-BE49-F238E27FC236}">
                    <a16:creationId xmlns:a16="http://schemas.microsoft.com/office/drawing/2014/main" id="{B5B32E09-F5CE-B29D-4CE0-ECBC8237212A}"/>
                  </a:ext>
                </a:extLst>
              </p:cNvPr>
              <p:cNvSpPr/>
              <p:nvPr/>
            </p:nvSpPr>
            <p:spPr>
              <a:xfrm>
                <a:off x="9393244" y="517068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93" name="Freeform: Shape 10192">
                <a:extLst>
                  <a:ext uri="{FF2B5EF4-FFF2-40B4-BE49-F238E27FC236}">
                    <a16:creationId xmlns:a16="http://schemas.microsoft.com/office/drawing/2014/main" id="{4A399E9C-8788-3164-B355-EAFF7A888B9D}"/>
                  </a:ext>
                </a:extLst>
              </p:cNvPr>
              <p:cNvSpPr/>
              <p:nvPr/>
            </p:nvSpPr>
            <p:spPr>
              <a:xfrm>
                <a:off x="9394333" y="517119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94" name="Freeform: Shape 10193">
                <a:extLst>
                  <a:ext uri="{FF2B5EF4-FFF2-40B4-BE49-F238E27FC236}">
                    <a16:creationId xmlns:a16="http://schemas.microsoft.com/office/drawing/2014/main" id="{253243CE-6D9B-982F-F84A-D649DA33E236}"/>
                  </a:ext>
                </a:extLst>
              </p:cNvPr>
              <p:cNvSpPr/>
              <p:nvPr/>
            </p:nvSpPr>
            <p:spPr>
              <a:xfrm>
                <a:off x="9395227" y="517123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95" name="Freeform: Shape 10194">
                <a:extLst>
                  <a:ext uri="{FF2B5EF4-FFF2-40B4-BE49-F238E27FC236}">
                    <a16:creationId xmlns:a16="http://schemas.microsoft.com/office/drawing/2014/main" id="{1B56AC55-E365-8D03-E19A-7C960955E272}"/>
                  </a:ext>
                </a:extLst>
              </p:cNvPr>
              <p:cNvSpPr/>
              <p:nvPr/>
            </p:nvSpPr>
            <p:spPr>
              <a:xfrm>
                <a:off x="9395958" y="517087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96" name="Freeform: Shape 10195">
                <a:extLst>
                  <a:ext uri="{FF2B5EF4-FFF2-40B4-BE49-F238E27FC236}">
                    <a16:creationId xmlns:a16="http://schemas.microsoft.com/office/drawing/2014/main" id="{AAD44DEC-C72E-610D-4C69-747FD5931C1B}"/>
                  </a:ext>
                </a:extLst>
              </p:cNvPr>
              <p:cNvSpPr/>
              <p:nvPr/>
            </p:nvSpPr>
            <p:spPr>
              <a:xfrm>
                <a:off x="9396759" y="517070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7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97" name="Freeform: Shape 10196">
                <a:extLst>
                  <a:ext uri="{FF2B5EF4-FFF2-40B4-BE49-F238E27FC236}">
                    <a16:creationId xmlns:a16="http://schemas.microsoft.com/office/drawing/2014/main" id="{777C17FE-A342-C80B-07EE-1CCAD6D709D5}"/>
                  </a:ext>
                </a:extLst>
              </p:cNvPr>
              <p:cNvSpPr/>
              <p:nvPr/>
            </p:nvSpPr>
            <p:spPr>
              <a:xfrm>
                <a:off x="9397605" y="517064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98" name="Freeform: Shape 10197">
                <a:extLst>
                  <a:ext uri="{FF2B5EF4-FFF2-40B4-BE49-F238E27FC236}">
                    <a16:creationId xmlns:a16="http://schemas.microsoft.com/office/drawing/2014/main" id="{BEF5E2A5-97E6-70BD-0EA9-10C618945DA2}"/>
                  </a:ext>
                </a:extLst>
              </p:cNvPr>
              <p:cNvSpPr/>
              <p:nvPr/>
            </p:nvSpPr>
            <p:spPr>
              <a:xfrm>
                <a:off x="9398538" y="517083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199" name="Freeform: Shape 10198">
                <a:extLst>
                  <a:ext uri="{FF2B5EF4-FFF2-40B4-BE49-F238E27FC236}">
                    <a16:creationId xmlns:a16="http://schemas.microsoft.com/office/drawing/2014/main" id="{1133BB12-68E3-C3A4-D452-ED8EE7609BC5}"/>
                  </a:ext>
                </a:extLst>
              </p:cNvPr>
              <p:cNvSpPr/>
              <p:nvPr/>
            </p:nvSpPr>
            <p:spPr>
              <a:xfrm>
                <a:off x="9399423" y="517090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00" name="Freeform: Shape 10199">
                <a:extLst>
                  <a:ext uri="{FF2B5EF4-FFF2-40B4-BE49-F238E27FC236}">
                    <a16:creationId xmlns:a16="http://schemas.microsoft.com/office/drawing/2014/main" id="{6DCD8ED3-075C-64E6-87B3-760B53947300}"/>
                  </a:ext>
                </a:extLst>
              </p:cNvPr>
              <p:cNvSpPr/>
              <p:nvPr/>
            </p:nvSpPr>
            <p:spPr>
              <a:xfrm>
                <a:off x="9400306" y="517098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01" name="Freeform: Shape 10200">
                <a:extLst>
                  <a:ext uri="{FF2B5EF4-FFF2-40B4-BE49-F238E27FC236}">
                    <a16:creationId xmlns:a16="http://schemas.microsoft.com/office/drawing/2014/main" id="{97D99D36-75AB-FE30-A9BF-93860E6E2446}"/>
                  </a:ext>
                </a:extLst>
              </p:cNvPr>
              <p:cNvSpPr/>
              <p:nvPr/>
            </p:nvSpPr>
            <p:spPr>
              <a:xfrm>
                <a:off x="9401207" y="517113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02" name="Freeform: Shape 10201">
                <a:extLst>
                  <a:ext uri="{FF2B5EF4-FFF2-40B4-BE49-F238E27FC236}">
                    <a16:creationId xmlns:a16="http://schemas.microsoft.com/office/drawing/2014/main" id="{DCF60EAA-96DE-469E-D386-C43D2520B3BC}"/>
                  </a:ext>
                </a:extLst>
              </p:cNvPr>
              <p:cNvSpPr/>
              <p:nvPr/>
            </p:nvSpPr>
            <p:spPr>
              <a:xfrm>
                <a:off x="9402022" y="517105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03" name="Freeform: Shape 10202">
                <a:extLst>
                  <a:ext uri="{FF2B5EF4-FFF2-40B4-BE49-F238E27FC236}">
                    <a16:creationId xmlns:a16="http://schemas.microsoft.com/office/drawing/2014/main" id="{27148E80-10AD-FB52-4770-0121C61816E2}"/>
                  </a:ext>
                </a:extLst>
              </p:cNvPr>
              <p:cNvSpPr/>
              <p:nvPr/>
            </p:nvSpPr>
            <p:spPr>
              <a:xfrm>
                <a:off x="9402838" y="517097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04" name="Freeform: Shape 10203">
                <a:extLst>
                  <a:ext uri="{FF2B5EF4-FFF2-40B4-BE49-F238E27FC236}">
                    <a16:creationId xmlns:a16="http://schemas.microsoft.com/office/drawing/2014/main" id="{A7304924-1B8B-3D46-7918-91BD8E67B4E8}"/>
                  </a:ext>
                </a:extLst>
              </p:cNvPr>
              <p:cNvSpPr/>
              <p:nvPr/>
            </p:nvSpPr>
            <p:spPr>
              <a:xfrm>
                <a:off x="9403652" y="517089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05" name="Freeform: Shape 10204">
                <a:extLst>
                  <a:ext uri="{FF2B5EF4-FFF2-40B4-BE49-F238E27FC236}">
                    <a16:creationId xmlns:a16="http://schemas.microsoft.com/office/drawing/2014/main" id="{D2FB03E4-0420-FC99-E1D0-0838D08DEE64}"/>
                  </a:ext>
                </a:extLst>
              </p:cNvPr>
              <p:cNvSpPr/>
              <p:nvPr/>
            </p:nvSpPr>
            <p:spPr>
              <a:xfrm>
                <a:off x="9404698" y="517154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06" name="Freeform: Shape 10205">
                <a:extLst>
                  <a:ext uri="{FF2B5EF4-FFF2-40B4-BE49-F238E27FC236}">
                    <a16:creationId xmlns:a16="http://schemas.microsoft.com/office/drawing/2014/main" id="{E4806ADC-9BE0-9A23-5258-461B83E38786}"/>
                  </a:ext>
                </a:extLst>
              </p:cNvPr>
              <p:cNvSpPr/>
              <p:nvPr/>
            </p:nvSpPr>
            <p:spPr>
              <a:xfrm>
                <a:off x="9405412" y="517118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07" name="Freeform: Shape 10206">
                <a:extLst>
                  <a:ext uri="{FF2B5EF4-FFF2-40B4-BE49-F238E27FC236}">
                    <a16:creationId xmlns:a16="http://schemas.microsoft.com/office/drawing/2014/main" id="{7EB989D3-FAF5-621B-0706-D70F02520EDC}"/>
                  </a:ext>
                </a:extLst>
              </p:cNvPr>
              <p:cNvSpPr/>
              <p:nvPr/>
            </p:nvSpPr>
            <p:spPr>
              <a:xfrm>
                <a:off x="9406129" y="517082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08" name="Freeform: Shape 10207">
                <a:extLst>
                  <a:ext uri="{FF2B5EF4-FFF2-40B4-BE49-F238E27FC236}">
                    <a16:creationId xmlns:a16="http://schemas.microsoft.com/office/drawing/2014/main" id="{F66C1089-7CD0-E5BD-EAFE-B66C910E6A44}"/>
                  </a:ext>
                </a:extLst>
              </p:cNvPr>
              <p:cNvSpPr/>
              <p:nvPr/>
            </p:nvSpPr>
            <p:spPr>
              <a:xfrm>
                <a:off x="9406684" y="516993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09" name="Freeform: Shape 10208">
                <a:extLst>
                  <a:ext uri="{FF2B5EF4-FFF2-40B4-BE49-F238E27FC236}">
                    <a16:creationId xmlns:a16="http://schemas.microsoft.com/office/drawing/2014/main" id="{5FB8059E-F99A-6C53-E85D-464A9815A4FC}"/>
                  </a:ext>
                </a:extLst>
              </p:cNvPr>
              <p:cNvSpPr/>
              <p:nvPr/>
            </p:nvSpPr>
            <p:spPr>
              <a:xfrm>
                <a:off x="9407660" y="517042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79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1" y="1657"/>
                      <a:pt x="236" y="2465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10" name="Freeform: Shape 10209">
                <a:extLst>
                  <a:ext uri="{FF2B5EF4-FFF2-40B4-BE49-F238E27FC236}">
                    <a16:creationId xmlns:a16="http://schemas.microsoft.com/office/drawing/2014/main" id="{B4979709-023A-F928-15A1-39A92B9D51B9}"/>
                  </a:ext>
                </a:extLst>
              </p:cNvPr>
              <p:cNvSpPr/>
              <p:nvPr/>
            </p:nvSpPr>
            <p:spPr>
              <a:xfrm>
                <a:off x="9337082" y="4842305"/>
                <a:ext cx="6343" cy="6345"/>
              </a:xfrm>
              <a:custGeom>
                <a:avLst/>
                <a:gdLst>
                  <a:gd name="connsiteX0" fmla="*/ 3402 w 6343"/>
                  <a:gd name="connsiteY0" fmla="*/ 6453 h 6345"/>
                  <a:gd name="connsiteX1" fmla="*/ 5645 w 6343"/>
                  <a:gd name="connsiteY1" fmla="*/ 5524 h 6345"/>
                  <a:gd name="connsiteX2" fmla="*/ 6574 w 6343"/>
                  <a:gd name="connsiteY2" fmla="*/ 3280 h 6345"/>
                  <a:gd name="connsiteX3" fmla="*/ 5645 w 6343"/>
                  <a:gd name="connsiteY3" fmla="*/ 1037 h 6345"/>
                  <a:gd name="connsiteX4" fmla="*/ 3402 w 6343"/>
                  <a:gd name="connsiteY4" fmla="*/ 107 h 6345"/>
                  <a:gd name="connsiteX5" fmla="*/ 1160 w 6343"/>
                  <a:gd name="connsiteY5" fmla="*/ 1037 h 6345"/>
                  <a:gd name="connsiteX6" fmla="*/ 231 w 6343"/>
                  <a:gd name="connsiteY6" fmla="*/ 3280 h 6345"/>
                  <a:gd name="connsiteX7" fmla="*/ 1160 w 6343"/>
                  <a:gd name="connsiteY7" fmla="*/ 5524 h 6345"/>
                  <a:gd name="connsiteX8" fmla="*/ 3402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53"/>
                    </a:moveTo>
                    <a:cubicBezTo>
                      <a:pt x="4243" y="6453"/>
                      <a:pt x="5050" y="6118"/>
                      <a:pt x="5645" y="5524"/>
                    </a:cubicBezTo>
                    <a:cubicBezTo>
                      <a:pt x="6240" y="4929"/>
                      <a:pt x="6574" y="4122"/>
                      <a:pt x="6574" y="3280"/>
                    </a:cubicBezTo>
                    <a:cubicBezTo>
                      <a:pt x="6574" y="2439"/>
                      <a:pt x="6240" y="1632"/>
                      <a:pt x="5645" y="1037"/>
                    </a:cubicBezTo>
                    <a:cubicBezTo>
                      <a:pt x="5050" y="442"/>
                      <a:pt x="4243" y="107"/>
                      <a:pt x="3402" y="107"/>
                    </a:cubicBezTo>
                    <a:cubicBezTo>
                      <a:pt x="2561" y="107"/>
                      <a:pt x="1754" y="442"/>
                      <a:pt x="1160" y="1037"/>
                    </a:cubicBezTo>
                    <a:cubicBezTo>
                      <a:pt x="565" y="1632"/>
                      <a:pt x="231" y="2439"/>
                      <a:pt x="231" y="3280"/>
                    </a:cubicBezTo>
                    <a:cubicBezTo>
                      <a:pt x="231" y="4122"/>
                      <a:pt x="565" y="4929"/>
                      <a:pt x="1160" y="5524"/>
                    </a:cubicBezTo>
                    <a:cubicBezTo>
                      <a:pt x="1754" y="6118"/>
                      <a:pt x="2561" y="6453"/>
                      <a:pt x="3402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11" name="Freeform: Shape 10210">
                <a:extLst>
                  <a:ext uri="{FF2B5EF4-FFF2-40B4-BE49-F238E27FC236}">
                    <a16:creationId xmlns:a16="http://schemas.microsoft.com/office/drawing/2014/main" id="{41EC6EA7-DC45-AA01-990C-D441234898F0}"/>
                  </a:ext>
                </a:extLst>
              </p:cNvPr>
              <p:cNvSpPr/>
              <p:nvPr/>
            </p:nvSpPr>
            <p:spPr>
              <a:xfrm>
                <a:off x="9339869" y="4841716"/>
                <a:ext cx="6343" cy="6345"/>
              </a:xfrm>
              <a:custGeom>
                <a:avLst/>
                <a:gdLst>
                  <a:gd name="connsiteX0" fmla="*/ 3403 w 6343"/>
                  <a:gd name="connsiteY0" fmla="*/ 6453 h 6345"/>
                  <a:gd name="connsiteX1" fmla="*/ 5645 w 6343"/>
                  <a:gd name="connsiteY1" fmla="*/ 5523 h 6345"/>
                  <a:gd name="connsiteX2" fmla="*/ 6574 w 6343"/>
                  <a:gd name="connsiteY2" fmla="*/ 3280 h 6345"/>
                  <a:gd name="connsiteX3" fmla="*/ 5645 w 6343"/>
                  <a:gd name="connsiteY3" fmla="*/ 1037 h 6345"/>
                  <a:gd name="connsiteX4" fmla="*/ 3403 w 6343"/>
                  <a:gd name="connsiteY4" fmla="*/ 107 h 6345"/>
                  <a:gd name="connsiteX5" fmla="*/ 1160 w 6343"/>
                  <a:gd name="connsiteY5" fmla="*/ 1037 h 6345"/>
                  <a:gd name="connsiteX6" fmla="*/ 231 w 6343"/>
                  <a:gd name="connsiteY6" fmla="*/ 3280 h 6345"/>
                  <a:gd name="connsiteX7" fmla="*/ 1160 w 6343"/>
                  <a:gd name="connsiteY7" fmla="*/ 5523 h 6345"/>
                  <a:gd name="connsiteX8" fmla="*/ 3403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53"/>
                    </a:moveTo>
                    <a:cubicBezTo>
                      <a:pt x="4244" y="6453"/>
                      <a:pt x="5050" y="6118"/>
                      <a:pt x="5645" y="5523"/>
                    </a:cubicBezTo>
                    <a:cubicBezTo>
                      <a:pt x="6240" y="4929"/>
                      <a:pt x="6574" y="4121"/>
                      <a:pt x="6574" y="3280"/>
                    </a:cubicBezTo>
                    <a:cubicBezTo>
                      <a:pt x="6574" y="2439"/>
                      <a:pt x="6240" y="1632"/>
                      <a:pt x="5645" y="1037"/>
                    </a:cubicBezTo>
                    <a:cubicBezTo>
                      <a:pt x="5050" y="442"/>
                      <a:pt x="4244" y="107"/>
                      <a:pt x="3403" y="107"/>
                    </a:cubicBezTo>
                    <a:cubicBezTo>
                      <a:pt x="2561" y="107"/>
                      <a:pt x="1755" y="442"/>
                      <a:pt x="1160" y="1037"/>
                    </a:cubicBezTo>
                    <a:cubicBezTo>
                      <a:pt x="565" y="1632"/>
                      <a:pt x="231" y="2439"/>
                      <a:pt x="231" y="3280"/>
                    </a:cubicBezTo>
                    <a:cubicBezTo>
                      <a:pt x="231" y="4121"/>
                      <a:pt x="565" y="4929"/>
                      <a:pt x="1160" y="5523"/>
                    </a:cubicBezTo>
                    <a:cubicBezTo>
                      <a:pt x="1755" y="6118"/>
                      <a:pt x="2561" y="6453"/>
                      <a:pt x="3403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12" name="Freeform: Shape 10211">
                <a:extLst>
                  <a:ext uri="{FF2B5EF4-FFF2-40B4-BE49-F238E27FC236}">
                    <a16:creationId xmlns:a16="http://schemas.microsoft.com/office/drawing/2014/main" id="{B7CC88FE-7A9C-C0BF-1EDF-7760C297FB63}"/>
                  </a:ext>
                </a:extLst>
              </p:cNvPr>
              <p:cNvSpPr/>
              <p:nvPr/>
            </p:nvSpPr>
            <p:spPr>
              <a:xfrm>
                <a:off x="9390443" y="5054034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4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8" y="124"/>
                      <a:pt x="3407" y="124"/>
                    </a:cubicBezTo>
                    <a:cubicBezTo>
                      <a:pt x="2565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5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13" name="Freeform: Shape 10212">
                <a:extLst>
                  <a:ext uri="{FF2B5EF4-FFF2-40B4-BE49-F238E27FC236}">
                    <a16:creationId xmlns:a16="http://schemas.microsoft.com/office/drawing/2014/main" id="{F21D8C22-3175-1DC1-93B6-67AEBA4EC127}"/>
                  </a:ext>
                </a:extLst>
              </p:cNvPr>
              <p:cNvSpPr/>
              <p:nvPr/>
            </p:nvSpPr>
            <p:spPr>
              <a:xfrm>
                <a:off x="9391501" y="5051805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5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5" y="458"/>
                      <a:pt x="4248" y="124"/>
                      <a:pt x="3407" y="124"/>
                    </a:cubicBezTo>
                    <a:cubicBezTo>
                      <a:pt x="2566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6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14" name="Freeform: Shape 10213">
                <a:extLst>
                  <a:ext uri="{FF2B5EF4-FFF2-40B4-BE49-F238E27FC236}">
                    <a16:creationId xmlns:a16="http://schemas.microsoft.com/office/drawing/2014/main" id="{0AAA1925-D203-9998-4F5D-74D52FB4A794}"/>
                  </a:ext>
                </a:extLst>
              </p:cNvPr>
              <p:cNvSpPr/>
              <p:nvPr/>
            </p:nvSpPr>
            <p:spPr>
              <a:xfrm>
                <a:off x="9391298" y="5027396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5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5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5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5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15" name="Freeform: Shape 10214">
                <a:extLst>
                  <a:ext uri="{FF2B5EF4-FFF2-40B4-BE49-F238E27FC236}">
                    <a16:creationId xmlns:a16="http://schemas.microsoft.com/office/drawing/2014/main" id="{A7AA0CA4-66F6-43E6-194F-8C7E5373B05B}"/>
                  </a:ext>
                </a:extLst>
              </p:cNvPr>
              <p:cNvSpPr/>
              <p:nvPr/>
            </p:nvSpPr>
            <p:spPr>
              <a:xfrm>
                <a:off x="9392697" y="5025841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5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5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5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5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16" name="Freeform: Shape 10215">
                <a:extLst>
                  <a:ext uri="{FF2B5EF4-FFF2-40B4-BE49-F238E27FC236}">
                    <a16:creationId xmlns:a16="http://schemas.microsoft.com/office/drawing/2014/main" id="{CAC74173-75A6-EDE6-CEDB-EC820C0D3929}"/>
                  </a:ext>
                </a:extLst>
              </p:cNvPr>
              <p:cNvSpPr/>
              <p:nvPr/>
            </p:nvSpPr>
            <p:spPr>
              <a:xfrm>
                <a:off x="9394274" y="5025158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8 w 6343"/>
                  <a:gd name="connsiteY2" fmla="*/ 3295 h 6345"/>
                  <a:gd name="connsiteX3" fmla="*/ 5650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5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4" y="4943"/>
                      <a:pt x="6578" y="4136"/>
                      <a:pt x="6578" y="3295"/>
                    </a:cubicBezTo>
                    <a:cubicBezTo>
                      <a:pt x="6578" y="2453"/>
                      <a:pt x="6244" y="1646"/>
                      <a:pt x="5650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5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17" name="Freeform: Shape 10216">
                <a:extLst>
                  <a:ext uri="{FF2B5EF4-FFF2-40B4-BE49-F238E27FC236}">
                    <a16:creationId xmlns:a16="http://schemas.microsoft.com/office/drawing/2014/main" id="{49CDBDC6-27AB-2177-B7D8-FC210CA96C88}"/>
                  </a:ext>
                </a:extLst>
              </p:cNvPr>
              <p:cNvSpPr/>
              <p:nvPr/>
            </p:nvSpPr>
            <p:spPr>
              <a:xfrm>
                <a:off x="9395624" y="5023186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4" y="4943"/>
                      <a:pt x="6579" y="4136"/>
                      <a:pt x="6579" y="3294"/>
                    </a:cubicBezTo>
                    <a:cubicBezTo>
                      <a:pt x="6579" y="2453"/>
                      <a:pt x="6244" y="1646"/>
                      <a:pt x="5650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70" y="1646"/>
                      <a:pt x="235" y="2453"/>
                      <a:pt x="235" y="3294"/>
                    </a:cubicBezTo>
                    <a:cubicBezTo>
                      <a:pt x="235" y="4136"/>
                      <a:pt x="570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18" name="Freeform: Shape 10217">
                <a:extLst>
                  <a:ext uri="{FF2B5EF4-FFF2-40B4-BE49-F238E27FC236}">
                    <a16:creationId xmlns:a16="http://schemas.microsoft.com/office/drawing/2014/main" id="{CC90F751-5D22-8C3B-1FA2-A2551D814172}"/>
                  </a:ext>
                </a:extLst>
              </p:cNvPr>
              <p:cNvSpPr/>
              <p:nvPr/>
            </p:nvSpPr>
            <p:spPr>
              <a:xfrm>
                <a:off x="9396942" y="5020911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6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4" y="4943"/>
                      <a:pt x="6579" y="4136"/>
                      <a:pt x="6579" y="3294"/>
                    </a:cubicBezTo>
                    <a:cubicBezTo>
                      <a:pt x="6579" y="2453"/>
                      <a:pt x="6244" y="1646"/>
                      <a:pt x="5650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1"/>
                    </a:cubicBezTo>
                    <a:cubicBezTo>
                      <a:pt x="570" y="1646"/>
                      <a:pt x="236" y="2453"/>
                      <a:pt x="236" y="3294"/>
                    </a:cubicBezTo>
                    <a:cubicBezTo>
                      <a:pt x="236" y="4136"/>
                      <a:pt x="570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19" name="Freeform: Shape 10218">
                <a:extLst>
                  <a:ext uri="{FF2B5EF4-FFF2-40B4-BE49-F238E27FC236}">
                    <a16:creationId xmlns:a16="http://schemas.microsoft.com/office/drawing/2014/main" id="{B700B9C6-6BA9-3E5C-EDC0-C8FE7CC5EFDD}"/>
                  </a:ext>
                </a:extLst>
              </p:cNvPr>
              <p:cNvSpPr/>
              <p:nvPr/>
            </p:nvSpPr>
            <p:spPr>
              <a:xfrm>
                <a:off x="9398390" y="5019262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1 h 6345"/>
                  <a:gd name="connsiteX5" fmla="*/ 1165 w 6343"/>
                  <a:gd name="connsiteY5" fmla="*/ 1051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5" y="4943"/>
                      <a:pt x="6579" y="4135"/>
                      <a:pt x="6579" y="3294"/>
                    </a:cubicBezTo>
                    <a:cubicBezTo>
                      <a:pt x="6579" y="2453"/>
                      <a:pt x="6245" y="1646"/>
                      <a:pt x="5650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5" y="1051"/>
                    </a:cubicBezTo>
                    <a:cubicBezTo>
                      <a:pt x="570" y="1646"/>
                      <a:pt x="236" y="2453"/>
                      <a:pt x="236" y="3294"/>
                    </a:cubicBezTo>
                    <a:cubicBezTo>
                      <a:pt x="236" y="4135"/>
                      <a:pt x="570" y="4943"/>
                      <a:pt x="1165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20" name="Freeform: Shape 10219">
                <a:extLst>
                  <a:ext uri="{FF2B5EF4-FFF2-40B4-BE49-F238E27FC236}">
                    <a16:creationId xmlns:a16="http://schemas.microsoft.com/office/drawing/2014/main" id="{B6A3250B-B6A5-6F23-381C-9EC3A5535135}"/>
                  </a:ext>
                </a:extLst>
              </p:cNvPr>
              <p:cNvSpPr/>
              <p:nvPr/>
            </p:nvSpPr>
            <p:spPr>
              <a:xfrm>
                <a:off x="9399827" y="5017434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8" y="121"/>
                      <a:pt x="3407" y="121"/>
                    </a:cubicBezTo>
                    <a:cubicBezTo>
                      <a:pt x="2566" y="121"/>
                      <a:pt x="1759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21" name="Freeform: Shape 10220">
                <a:extLst>
                  <a:ext uri="{FF2B5EF4-FFF2-40B4-BE49-F238E27FC236}">
                    <a16:creationId xmlns:a16="http://schemas.microsoft.com/office/drawing/2014/main" id="{F7843665-870C-0402-08A7-A29BDFAD4CD5}"/>
                  </a:ext>
                </a:extLst>
              </p:cNvPr>
              <p:cNvSpPr/>
              <p:nvPr/>
            </p:nvSpPr>
            <p:spPr>
              <a:xfrm>
                <a:off x="9401102" y="5014434"/>
                <a:ext cx="6343" cy="6345"/>
              </a:xfrm>
              <a:custGeom>
                <a:avLst/>
                <a:gdLst>
                  <a:gd name="connsiteX0" fmla="*/ 3407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6"/>
                    </a:moveTo>
                    <a:cubicBezTo>
                      <a:pt x="4249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9" y="121"/>
                      <a:pt x="3407" y="121"/>
                    </a:cubicBezTo>
                    <a:cubicBezTo>
                      <a:pt x="2566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6"/>
                      <a:pt x="340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22" name="Freeform: Shape 10221">
                <a:extLst>
                  <a:ext uri="{FF2B5EF4-FFF2-40B4-BE49-F238E27FC236}">
                    <a16:creationId xmlns:a16="http://schemas.microsoft.com/office/drawing/2014/main" id="{7DE95BAB-6A56-1196-6C0F-7572405C850F}"/>
                  </a:ext>
                </a:extLst>
              </p:cNvPr>
              <p:cNvSpPr/>
              <p:nvPr/>
            </p:nvSpPr>
            <p:spPr>
              <a:xfrm>
                <a:off x="9402652" y="5013055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9" y="121"/>
                      <a:pt x="3408" y="121"/>
                    </a:cubicBezTo>
                    <a:cubicBezTo>
                      <a:pt x="2566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23" name="Freeform: Shape 10222">
                <a:extLst>
                  <a:ext uri="{FF2B5EF4-FFF2-40B4-BE49-F238E27FC236}">
                    <a16:creationId xmlns:a16="http://schemas.microsoft.com/office/drawing/2014/main" id="{860383E1-80BF-425F-E73F-A45DB3DCB8DB}"/>
                  </a:ext>
                </a:extLst>
              </p:cNvPr>
              <p:cNvSpPr/>
              <p:nvPr/>
            </p:nvSpPr>
            <p:spPr>
              <a:xfrm>
                <a:off x="9404296" y="5012245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3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0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3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24" name="Freeform: Shape 10223">
                <a:extLst>
                  <a:ext uri="{FF2B5EF4-FFF2-40B4-BE49-F238E27FC236}">
                    <a16:creationId xmlns:a16="http://schemas.microsoft.com/office/drawing/2014/main" id="{E6CD541E-07F4-3954-C713-4C976858F039}"/>
                  </a:ext>
                </a:extLst>
              </p:cNvPr>
              <p:cNvSpPr/>
              <p:nvPr/>
            </p:nvSpPr>
            <p:spPr>
              <a:xfrm>
                <a:off x="9406084" y="5012440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25" name="Freeform: Shape 10224">
                <a:extLst>
                  <a:ext uri="{FF2B5EF4-FFF2-40B4-BE49-F238E27FC236}">
                    <a16:creationId xmlns:a16="http://schemas.microsoft.com/office/drawing/2014/main" id="{B4413ADD-E2B2-0D3D-BA1F-641A23CB0F36}"/>
                  </a:ext>
                </a:extLst>
              </p:cNvPr>
              <p:cNvSpPr/>
              <p:nvPr/>
            </p:nvSpPr>
            <p:spPr>
              <a:xfrm>
                <a:off x="9407820" y="5012272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79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1" y="1645"/>
                      <a:pt x="236" y="2452"/>
                      <a:pt x="236" y="3293"/>
                    </a:cubicBezTo>
                    <a:cubicBezTo>
                      <a:pt x="236" y="4135"/>
                      <a:pt x="571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26" name="Freeform: Shape 10225">
                <a:extLst>
                  <a:ext uri="{FF2B5EF4-FFF2-40B4-BE49-F238E27FC236}">
                    <a16:creationId xmlns:a16="http://schemas.microsoft.com/office/drawing/2014/main" id="{672CE51C-848C-4F59-23AF-BCF2C247D518}"/>
                  </a:ext>
                </a:extLst>
              </p:cNvPr>
              <p:cNvSpPr/>
              <p:nvPr/>
            </p:nvSpPr>
            <p:spPr>
              <a:xfrm>
                <a:off x="9409511" y="5011742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80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7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5" y="4942"/>
                      <a:pt x="6580" y="4135"/>
                      <a:pt x="6580" y="3293"/>
                    </a:cubicBezTo>
                    <a:cubicBezTo>
                      <a:pt x="6580" y="2452"/>
                      <a:pt x="6245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1" y="1645"/>
                      <a:pt x="237" y="2452"/>
                      <a:pt x="237" y="3293"/>
                    </a:cubicBezTo>
                    <a:cubicBezTo>
                      <a:pt x="237" y="4135"/>
                      <a:pt x="571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27" name="Freeform: Shape 10226">
                <a:extLst>
                  <a:ext uri="{FF2B5EF4-FFF2-40B4-BE49-F238E27FC236}">
                    <a16:creationId xmlns:a16="http://schemas.microsoft.com/office/drawing/2014/main" id="{59CD05BE-DB42-8561-9F4D-4F352C43ACFA}"/>
                  </a:ext>
                </a:extLst>
              </p:cNvPr>
              <p:cNvSpPr/>
              <p:nvPr/>
            </p:nvSpPr>
            <p:spPr>
              <a:xfrm>
                <a:off x="9411294" y="5011970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80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6 w 6343"/>
                  <a:gd name="connsiteY5" fmla="*/ 1050 h 6345"/>
                  <a:gd name="connsiteX6" fmla="*/ 237 w 6343"/>
                  <a:gd name="connsiteY6" fmla="*/ 3293 h 6345"/>
                  <a:gd name="connsiteX7" fmla="*/ 1166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6" y="4942"/>
                      <a:pt x="6580" y="4135"/>
                      <a:pt x="6580" y="3293"/>
                    </a:cubicBezTo>
                    <a:cubicBezTo>
                      <a:pt x="6580" y="2452"/>
                      <a:pt x="6246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6" y="1050"/>
                    </a:cubicBezTo>
                    <a:cubicBezTo>
                      <a:pt x="571" y="1645"/>
                      <a:pt x="237" y="2452"/>
                      <a:pt x="237" y="3293"/>
                    </a:cubicBezTo>
                    <a:cubicBezTo>
                      <a:pt x="237" y="4135"/>
                      <a:pt x="571" y="4942"/>
                      <a:pt x="1166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28" name="Freeform: Shape 10227">
                <a:extLst>
                  <a:ext uri="{FF2B5EF4-FFF2-40B4-BE49-F238E27FC236}">
                    <a16:creationId xmlns:a16="http://schemas.microsoft.com/office/drawing/2014/main" id="{AA18D975-C169-16D0-709E-88B781D8C11D}"/>
                  </a:ext>
                </a:extLst>
              </p:cNvPr>
              <p:cNvSpPr/>
              <p:nvPr/>
            </p:nvSpPr>
            <p:spPr>
              <a:xfrm>
                <a:off x="9412692" y="5008775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80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6 w 6343"/>
                  <a:gd name="connsiteY5" fmla="*/ 1050 h 6345"/>
                  <a:gd name="connsiteX6" fmla="*/ 237 w 6343"/>
                  <a:gd name="connsiteY6" fmla="*/ 3293 h 6345"/>
                  <a:gd name="connsiteX7" fmla="*/ 1166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6" y="4942"/>
                      <a:pt x="6580" y="4135"/>
                      <a:pt x="6580" y="3293"/>
                    </a:cubicBezTo>
                    <a:cubicBezTo>
                      <a:pt x="6580" y="2452"/>
                      <a:pt x="6246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6" y="1050"/>
                    </a:cubicBezTo>
                    <a:cubicBezTo>
                      <a:pt x="571" y="1645"/>
                      <a:pt x="237" y="2452"/>
                      <a:pt x="237" y="3293"/>
                    </a:cubicBezTo>
                    <a:cubicBezTo>
                      <a:pt x="237" y="4135"/>
                      <a:pt x="571" y="4942"/>
                      <a:pt x="1166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29" name="Freeform: Shape 10228">
                <a:extLst>
                  <a:ext uri="{FF2B5EF4-FFF2-40B4-BE49-F238E27FC236}">
                    <a16:creationId xmlns:a16="http://schemas.microsoft.com/office/drawing/2014/main" id="{7226E9F6-128D-632F-C721-F7721E96B01E}"/>
                  </a:ext>
                </a:extLst>
              </p:cNvPr>
              <p:cNvSpPr/>
              <p:nvPr/>
            </p:nvSpPr>
            <p:spPr>
              <a:xfrm>
                <a:off x="9431979" y="5168777"/>
                <a:ext cx="6343" cy="6345"/>
              </a:xfrm>
              <a:custGeom>
                <a:avLst/>
                <a:gdLst>
                  <a:gd name="connsiteX0" fmla="*/ 3410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9"/>
                    </a:moveTo>
                    <a:cubicBezTo>
                      <a:pt x="4251" y="6479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9"/>
                      <a:pt x="341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30" name="Freeform: Shape 10229">
                <a:extLst>
                  <a:ext uri="{FF2B5EF4-FFF2-40B4-BE49-F238E27FC236}">
                    <a16:creationId xmlns:a16="http://schemas.microsoft.com/office/drawing/2014/main" id="{63F1BC50-C1E7-433A-C808-3D90B642174A}"/>
                  </a:ext>
                </a:extLst>
              </p:cNvPr>
              <p:cNvSpPr/>
              <p:nvPr/>
            </p:nvSpPr>
            <p:spPr>
              <a:xfrm>
                <a:off x="9406102" y="4850097"/>
                <a:ext cx="6343" cy="6345"/>
              </a:xfrm>
              <a:custGeom>
                <a:avLst/>
                <a:gdLst>
                  <a:gd name="connsiteX0" fmla="*/ 3408 w 6343"/>
                  <a:gd name="connsiteY0" fmla="*/ 6453 h 6345"/>
                  <a:gd name="connsiteX1" fmla="*/ 5650 w 6343"/>
                  <a:gd name="connsiteY1" fmla="*/ 5524 h 6345"/>
                  <a:gd name="connsiteX2" fmla="*/ 6579 w 6343"/>
                  <a:gd name="connsiteY2" fmla="*/ 3281 h 6345"/>
                  <a:gd name="connsiteX3" fmla="*/ 5650 w 6343"/>
                  <a:gd name="connsiteY3" fmla="*/ 1037 h 6345"/>
                  <a:gd name="connsiteX4" fmla="*/ 3408 w 6343"/>
                  <a:gd name="connsiteY4" fmla="*/ 108 h 6345"/>
                  <a:gd name="connsiteX5" fmla="*/ 1165 w 6343"/>
                  <a:gd name="connsiteY5" fmla="*/ 1037 h 6345"/>
                  <a:gd name="connsiteX6" fmla="*/ 236 w 6343"/>
                  <a:gd name="connsiteY6" fmla="*/ 3281 h 6345"/>
                  <a:gd name="connsiteX7" fmla="*/ 1165 w 6343"/>
                  <a:gd name="connsiteY7" fmla="*/ 5524 h 6345"/>
                  <a:gd name="connsiteX8" fmla="*/ 3408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53"/>
                    </a:moveTo>
                    <a:cubicBezTo>
                      <a:pt x="4249" y="6453"/>
                      <a:pt x="5056" y="6119"/>
                      <a:pt x="5650" y="5524"/>
                    </a:cubicBezTo>
                    <a:cubicBezTo>
                      <a:pt x="6245" y="4929"/>
                      <a:pt x="6579" y="4122"/>
                      <a:pt x="6579" y="3281"/>
                    </a:cubicBezTo>
                    <a:cubicBezTo>
                      <a:pt x="6579" y="2439"/>
                      <a:pt x="6245" y="1632"/>
                      <a:pt x="5650" y="1037"/>
                    </a:cubicBezTo>
                    <a:cubicBezTo>
                      <a:pt x="5056" y="442"/>
                      <a:pt x="4249" y="108"/>
                      <a:pt x="3408" y="108"/>
                    </a:cubicBezTo>
                    <a:cubicBezTo>
                      <a:pt x="2567" y="108"/>
                      <a:pt x="1760" y="442"/>
                      <a:pt x="1165" y="1037"/>
                    </a:cubicBezTo>
                    <a:cubicBezTo>
                      <a:pt x="570" y="1632"/>
                      <a:pt x="236" y="2439"/>
                      <a:pt x="236" y="3281"/>
                    </a:cubicBezTo>
                    <a:cubicBezTo>
                      <a:pt x="236" y="4122"/>
                      <a:pt x="570" y="4929"/>
                      <a:pt x="1165" y="5524"/>
                    </a:cubicBezTo>
                    <a:cubicBezTo>
                      <a:pt x="1760" y="6119"/>
                      <a:pt x="2567" y="6453"/>
                      <a:pt x="3408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31" name="Freeform: Shape 10230">
                <a:extLst>
                  <a:ext uri="{FF2B5EF4-FFF2-40B4-BE49-F238E27FC236}">
                    <a16:creationId xmlns:a16="http://schemas.microsoft.com/office/drawing/2014/main" id="{D1E78F13-8B70-7CB0-6AC9-1CD927A0D841}"/>
                  </a:ext>
                </a:extLst>
              </p:cNvPr>
              <p:cNvSpPr/>
              <p:nvPr/>
            </p:nvSpPr>
            <p:spPr>
              <a:xfrm>
                <a:off x="9452076" y="5167519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3"/>
                      <a:pt x="3411" y="133"/>
                    </a:cubicBezTo>
                    <a:cubicBezTo>
                      <a:pt x="2570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32" name="Freeform: Shape 10231">
                <a:extLst>
                  <a:ext uri="{FF2B5EF4-FFF2-40B4-BE49-F238E27FC236}">
                    <a16:creationId xmlns:a16="http://schemas.microsoft.com/office/drawing/2014/main" id="{EF2100A6-F9BC-9985-6097-AC9F3DF9D139}"/>
                  </a:ext>
                </a:extLst>
              </p:cNvPr>
              <p:cNvSpPr/>
              <p:nvPr/>
            </p:nvSpPr>
            <p:spPr>
              <a:xfrm>
                <a:off x="9455758" y="5160986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33" name="Freeform: Shape 10232">
                <a:extLst>
                  <a:ext uri="{FF2B5EF4-FFF2-40B4-BE49-F238E27FC236}">
                    <a16:creationId xmlns:a16="http://schemas.microsoft.com/office/drawing/2014/main" id="{FC16BBF2-34A0-BA7E-EEBF-DD6F61D5B0B8}"/>
                  </a:ext>
                </a:extLst>
              </p:cNvPr>
              <p:cNvSpPr/>
              <p:nvPr/>
            </p:nvSpPr>
            <p:spPr>
              <a:xfrm>
                <a:off x="9456655" y="5160182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34" name="Freeform: Shape 10233">
                <a:extLst>
                  <a:ext uri="{FF2B5EF4-FFF2-40B4-BE49-F238E27FC236}">
                    <a16:creationId xmlns:a16="http://schemas.microsoft.com/office/drawing/2014/main" id="{7FABF793-E577-9B89-FA71-E03A7C8AC46C}"/>
                  </a:ext>
                </a:extLst>
              </p:cNvPr>
              <p:cNvSpPr/>
              <p:nvPr/>
            </p:nvSpPr>
            <p:spPr>
              <a:xfrm>
                <a:off x="9457469" y="5160323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35" name="Freeform: Shape 10234">
                <a:extLst>
                  <a:ext uri="{FF2B5EF4-FFF2-40B4-BE49-F238E27FC236}">
                    <a16:creationId xmlns:a16="http://schemas.microsoft.com/office/drawing/2014/main" id="{BD6A21C8-DA8C-7AF0-FC67-6C2ECC7EED45}"/>
                  </a:ext>
                </a:extLst>
              </p:cNvPr>
              <p:cNvSpPr/>
              <p:nvPr/>
            </p:nvSpPr>
            <p:spPr>
              <a:xfrm>
                <a:off x="9458472" y="5158656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8 h 6345"/>
                  <a:gd name="connsiteX2" fmla="*/ 6583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5" y="5548"/>
                    </a:cubicBezTo>
                    <a:cubicBezTo>
                      <a:pt x="6249" y="4953"/>
                      <a:pt x="6583" y="4146"/>
                      <a:pt x="6583" y="3305"/>
                    </a:cubicBezTo>
                    <a:cubicBezTo>
                      <a:pt x="6583" y="2464"/>
                      <a:pt x="6249" y="1657"/>
                      <a:pt x="5655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6"/>
                      <a:pt x="575" y="4953"/>
                      <a:pt x="1169" y="5548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36" name="Freeform: Shape 10235">
                <a:extLst>
                  <a:ext uri="{FF2B5EF4-FFF2-40B4-BE49-F238E27FC236}">
                    <a16:creationId xmlns:a16="http://schemas.microsoft.com/office/drawing/2014/main" id="{58A452D5-BA49-10AC-38EC-B087ACADA197}"/>
                  </a:ext>
                </a:extLst>
              </p:cNvPr>
              <p:cNvSpPr/>
              <p:nvPr/>
            </p:nvSpPr>
            <p:spPr>
              <a:xfrm>
                <a:off x="9458880" y="5162554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5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37" name="Freeform: Shape 10236">
                <a:extLst>
                  <a:ext uri="{FF2B5EF4-FFF2-40B4-BE49-F238E27FC236}">
                    <a16:creationId xmlns:a16="http://schemas.microsoft.com/office/drawing/2014/main" id="{35BF6D35-184B-A877-5D65-B65C4BB8B30B}"/>
                  </a:ext>
                </a:extLst>
              </p:cNvPr>
              <p:cNvSpPr/>
              <p:nvPr/>
            </p:nvSpPr>
            <p:spPr>
              <a:xfrm>
                <a:off x="9477353" y="5011767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6 w 6343"/>
                  <a:gd name="connsiteY1" fmla="*/ 5537 h 6345"/>
                  <a:gd name="connsiteX2" fmla="*/ 6585 w 6343"/>
                  <a:gd name="connsiteY2" fmla="*/ 3293 h 6345"/>
                  <a:gd name="connsiteX3" fmla="*/ 5656 w 6343"/>
                  <a:gd name="connsiteY3" fmla="*/ 1050 h 6345"/>
                  <a:gd name="connsiteX4" fmla="*/ 3413 w 6343"/>
                  <a:gd name="connsiteY4" fmla="*/ 121 h 6345"/>
                  <a:gd name="connsiteX5" fmla="*/ 1171 w 6343"/>
                  <a:gd name="connsiteY5" fmla="*/ 1050 h 6345"/>
                  <a:gd name="connsiteX6" fmla="*/ 242 w 6343"/>
                  <a:gd name="connsiteY6" fmla="*/ 3293 h 6345"/>
                  <a:gd name="connsiteX7" fmla="*/ 1171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5" y="6466"/>
                      <a:pt x="5061" y="6132"/>
                      <a:pt x="5656" y="5537"/>
                    </a:cubicBezTo>
                    <a:cubicBezTo>
                      <a:pt x="6251" y="4942"/>
                      <a:pt x="6585" y="4135"/>
                      <a:pt x="6585" y="3293"/>
                    </a:cubicBezTo>
                    <a:cubicBezTo>
                      <a:pt x="6585" y="2452"/>
                      <a:pt x="6251" y="1645"/>
                      <a:pt x="5656" y="1050"/>
                    </a:cubicBezTo>
                    <a:cubicBezTo>
                      <a:pt x="5061" y="455"/>
                      <a:pt x="4255" y="121"/>
                      <a:pt x="3413" y="121"/>
                    </a:cubicBezTo>
                    <a:cubicBezTo>
                      <a:pt x="2572" y="121"/>
                      <a:pt x="1766" y="455"/>
                      <a:pt x="1171" y="1050"/>
                    </a:cubicBezTo>
                    <a:cubicBezTo>
                      <a:pt x="576" y="1645"/>
                      <a:pt x="242" y="2452"/>
                      <a:pt x="242" y="3293"/>
                    </a:cubicBezTo>
                    <a:cubicBezTo>
                      <a:pt x="242" y="4135"/>
                      <a:pt x="576" y="4942"/>
                      <a:pt x="1171" y="5537"/>
                    </a:cubicBezTo>
                    <a:cubicBezTo>
                      <a:pt x="1766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38" name="Freeform: Shape 10237">
                <a:extLst>
                  <a:ext uri="{FF2B5EF4-FFF2-40B4-BE49-F238E27FC236}">
                    <a16:creationId xmlns:a16="http://schemas.microsoft.com/office/drawing/2014/main" id="{C9FE1A6D-C4D4-F58C-999E-2B31F7E3D49E}"/>
                  </a:ext>
                </a:extLst>
              </p:cNvPr>
              <p:cNvSpPr/>
              <p:nvPr/>
            </p:nvSpPr>
            <p:spPr>
              <a:xfrm>
                <a:off x="9479191" y="5011102"/>
                <a:ext cx="6343" cy="6345"/>
              </a:xfrm>
              <a:custGeom>
                <a:avLst/>
                <a:gdLst>
                  <a:gd name="connsiteX0" fmla="*/ 3414 w 6343"/>
                  <a:gd name="connsiteY0" fmla="*/ 6466 h 6345"/>
                  <a:gd name="connsiteX1" fmla="*/ 5656 w 6343"/>
                  <a:gd name="connsiteY1" fmla="*/ 5537 h 6345"/>
                  <a:gd name="connsiteX2" fmla="*/ 6585 w 6343"/>
                  <a:gd name="connsiteY2" fmla="*/ 3293 h 6345"/>
                  <a:gd name="connsiteX3" fmla="*/ 5656 w 6343"/>
                  <a:gd name="connsiteY3" fmla="*/ 1050 h 6345"/>
                  <a:gd name="connsiteX4" fmla="*/ 3414 w 6343"/>
                  <a:gd name="connsiteY4" fmla="*/ 121 h 6345"/>
                  <a:gd name="connsiteX5" fmla="*/ 1171 w 6343"/>
                  <a:gd name="connsiteY5" fmla="*/ 1050 h 6345"/>
                  <a:gd name="connsiteX6" fmla="*/ 242 w 6343"/>
                  <a:gd name="connsiteY6" fmla="*/ 3293 h 6345"/>
                  <a:gd name="connsiteX7" fmla="*/ 1171 w 6343"/>
                  <a:gd name="connsiteY7" fmla="*/ 5537 h 6345"/>
                  <a:gd name="connsiteX8" fmla="*/ 3414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66"/>
                    </a:moveTo>
                    <a:cubicBezTo>
                      <a:pt x="4255" y="6466"/>
                      <a:pt x="5061" y="6132"/>
                      <a:pt x="5656" y="5537"/>
                    </a:cubicBezTo>
                    <a:cubicBezTo>
                      <a:pt x="6251" y="4942"/>
                      <a:pt x="6585" y="4135"/>
                      <a:pt x="6585" y="3293"/>
                    </a:cubicBezTo>
                    <a:cubicBezTo>
                      <a:pt x="6585" y="2452"/>
                      <a:pt x="6251" y="1645"/>
                      <a:pt x="5656" y="1050"/>
                    </a:cubicBezTo>
                    <a:cubicBezTo>
                      <a:pt x="5061" y="455"/>
                      <a:pt x="4255" y="121"/>
                      <a:pt x="3414" y="121"/>
                    </a:cubicBezTo>
                    <a:cubicBezTo>
                      <a:pt x="2572" y="121"/>
                      <a:pt x="1766" y="455"/>
                      <a:pt x="1171" y="1050"/>
                    </a:cubicBezTo>
                    <a:cubicBezTo>
                      <a:pt x="576" y="1645"/>
                      <a:pt x="242" y="2452"/>
                      <a:pt x="242" y="3293"/>
                    </a:cubicBezTo>
                    <a:cubicBezTo>
                      <a:pt x="242" y="4135"/>
                      <a:pt x="576" y="4942"/>
                      <a:pt x="1171" y="5537"/>
                    </a:cubicBezTo>
                    <a:cubicBezTo>
                      <a:pt x="1766" y="6132"/>
                      <a:pt x="2572" y="6466"/>
                      <a:pt x="3414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39" name="Freeform: Shape 10238">
                <a:extLst>
                  <a:ext uri="{FF2B5EF4-FFF2-40B4-BE49-F238E27FC236}">
                    <a16:creationId xmlns:a16="http://schemas.microsoft.com/office/drawing/2014/main" id="{6059C7E6-13AB-C451-F77F-36A7CBA429C8}"/>
                  </a:ext>
                </a:extLst>
              </p:cNvPr>
              <p:cNvSpPr/>
              <p:nvPr/>
            </p:nvSpPr>
            <p:spPr>
              <a:xfrm>
                <a:off x="9480355" y="5172437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50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4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50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5"/>
                      <a:pt x="5656" y="5550"/>
                    </a:cubicBezTo>
                    <a:cubicBezTo>
                      <a:pt x="6251" y="4955"/>
                      <a:pt x="6585" y="4148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2" y="468"/>
                      <a:pt x="4255" y="133"/>
                      <a:pt x="3414" y="133"/>
                    </a:cubicBezTo>
                    <a:cubicBezTo>
                      <a:pt x="2573" y="133"/>
                      <a:pt x="1766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8"/>
                      <a:pt x="576" y="4955"/>
                      <a:pt x="1171" y="5550"/>
                    </a:cubicBezTo>
                    <a:cubicBezTo>
                      <a:pt x="1766" y="6145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40" name="Freeform: Shape 10239">
                <a:extLst>
                  <a:ext uri="{FF2B5EF4-FFF2-40B4-BE49-F238E27FC236}">
                    <a16:creationId xmlns:a16="http://schemas.microsoft.com/office/drawing/2014/main" id="{BBB1D70F-43AE-BB60-5D7C-C5D14AF71AAC}"/>
                  </a:ext>
                </a:extLst>
              </p:cNvPr>
              <p:cNvSpPr/>
              <p:nvPr/>
            </p:nvSpPr>
            <p:spPr>
              <a:xfrm>
                <a:off x="9531431" y="5012912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0 w 6343"/>
                  <a:gd name="connsiteY1" fmla="*/ 5537 h 6345"/>
                  <a:gd name="connsiteX2" fmla="*/ 6589 w 6343"/>
                  <a:gd name="connsiteY2" fmla="*/ 3294 h 6345"/>
                  <a:gd name="connsiteX3" fmla="*/ 5660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0" y="5537"/>
                    </a:cubicBezTo>
                    <a:cubicBezTo>
                      <a:pt x="6255" y="4942"/>
                      <a:pt x="6589" y="4135"/>
                      <a:pt x="6589" y="3294"/>
                    </a:cubicBezTo>
                    <a:cubicBezTo>
                      <a:pt x="6589" y="2452"/>
                      <a:pt x="6255" y="1645"/>
                      <a:pt x="5660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0" y="1645"/>
                      <a:pt x="246" y="2452"/>
                      <a:pt x="246" y="3294"/>
                    </a:cubicBezTo>
                    <a:cubicBezTo>
                      <a:pt x="246" y="4135"/>
                      <a:pt x="580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41" name="Freeform: Shape 10240">
                <a:extLst>
                  <a:ext uri="{FF2B5EF4-FFF2-40B4-BE49-F238E27FC236}">
                    <a16:creationId xmlns:a16="http://schemas.microsoft.com/office/drawing/2014/main" id="{488D6D2C-E7F6-A90F-3E61-BDC6EFD0CFC3}"/>
                  </a:ext>
                </a:extLst>
              </p:cNvPr>
              <p:cNvSpPr/>
              <p:nvPr/>
            </p:nvSpPr>
            <p:spPr>
              <a:xfrm>
                <a:off x="9533685" y="5011774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0 w 6343"/>
                  <a:gd name="connsiteY1" fmla="*/ 5537 h 6345"/>
                  <a:gd name="connsiteX2" fmla="*/ 6589 w 6343"/>
                  <a:gd name="connsiteY2" fmla="*/ 3293 h 6345"/>
                  <a:gd name="connsiteX3" fmla="*/ 5660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3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0" y="5537"/>
                    </a:cubicBezTo>
                    <a:cubicBezTo>
                      <a:pt x="6255" y="4942"/>
                      <a:pt x="6589" y="4135"/>
                      <a:pt x="6589" y="3293"/>
                    </a:cubicBezTo>
                    <a:cubicBezTo>
                      <a:pt x="6589" y="2452"/>
                      <a:pt x="6255" y="1645"/>
                      <a:pt x="5660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0" y="1645"/>
                      <a:pt x="246" y="2452"/>
                      <a:pt x="246" y="3293"/>
                    </a:cubicBezTo>
                    <a:cubicBezTo>
                      <a:pt x="246" y="4135"/>
                      <a:pt x="580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42" name="Freeform: Shape 10241">
                <a:extLst>
                  <a:ext uri="{FF2B5EF4-FFF2-40B4-BE49-F238E27FC236}">
                    <a16:creationId xmlns:a16="http://schemas.microsoft.com/office/drawing/2014/main" id="{D56BAF0A-A47A-FBAA-F251-FB69DFC87A9C}"/>
                  </a:ext>
                </a:extLst>
              </p:cNvPr>
              <p:cNvSpPr/>
              <p:nvPr/>
            </p:nvSpPr>
            <p:spPr>
              <a:xfrm>
                <a:off x="9535182" y="5013045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90" y="4135"/>
                      <a:pt x="6590" y="3294"/>
                    </a:cubicBezTo>
                    <a:cubicBezTo>
                      <a:pt x="6590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6" y="2452"/>
                      <a:pt x="246" y="3294"/>
                    </a:cubicBezTo>
                    <a:cubicBezTo>
                      <a:pt x="246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43" name="Freeform: Shape 10242">
                <a:extLst>
                  <a:ext uri="{FF2B5EF4-FFF2-40B4-BE49-F238E27FC236}">
                    <a16:creationId xmlns:a16="http://schemas.microsoft.com/office/drawing/2014/main" id="{2322F32C-381B-D8B5-07C3-03B6261C426B}"/>
                  </a:ext>
                </a:extLst>
              </p:cNvPr>
              <p:cNvSpPr/>
              <p:nvPr/>
            </p:nvSpPr>
            <p:spPr>
              <a:xfrm>
                <a:off x="9536904" y="5013608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7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90" y="4135"/>
                      <a:pt x="6590" y="3294"/>
                    </a:cubicBezTo>
                    <a:cubicBezTo>
                      <a:pt x="6590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44" name="Freeform: Shape 10243">
                <a:extLst>
                  <a:ext uri="{FF2B5EF4-FFF2-40B4-BE49-F238E27FC236}">
                    <a16:creationId xmlns:a16="http://schemas.microsoft.com/office/drawing/2014/main" id="{1F40497D-F842-69C3-1ED5-E4B237903614}"/>
                  </a:ext>
                </a:extLst>
              </p:cNvPr>
              <p:cNvSpPr/>
              <p:nvPr/>
            </p:nvSpPr>
            <p:spPr>
              <a:xfrm>
                <a:off x="9538923" y="5013288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45" name="Freeform: Shape 10244">
                <a:extLst>
                  <a:ext uri="{FF2B5EF4-FFF2-40B4-BE49-F238E27FC236}">
                    <a16:creationId xmlns:a16="http://schemas.microsoft.com/office/drawing/2014/main" id="{A758CF52-0615-5BE0-3998-D6A59C271AB0}"/>
                  </a:ext>
                </a:extLst>
              </p:cNvPr>
              <p:cNvSpPr/>
              <p:nvPr/>
            </p:nvSpPr>
            <p:spPr>
              <a:xfrm>
                <a:off x="9540806" y="5013398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60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60" y="121"/>
                      <a:pt x="3418" y="121"/>
                    </a:cubicBezTo>
                    <a:cubicBezTo>
                      <a:pt x="2577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46" name="Freeform: Shape 10245">
                <a:extLst>
                  <a:ext uri="{FF2B5EF4-FFF2-40B4-BE49-F238E27FC236}">
                    <a16:creationId xmlns:a16="http://schemas.microsoft.com/office/drawing/2014/main" id="{9533C80D-0AE3-EC31-672C-5439B7537406}"/>
                  </a:ext>
                </a:extLst>
              </p:cNvPr>
              <p:cNvSpPr/>
              <p:nvPr/>
            </p:nvSpPr>
            <p:spPr>
              <a:xfrm>
                <a:off x="9542734" y="5013403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60" y="121"/>
                      <a:pt x="3419" y="121"/>
                    </a:cubicBezTo>
                    <a:cubicBezTo>
                      <a:pt x="2577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47" name="Freeform: Shape 10246">
                <a:extLst>
                  <a:ext uri="{FF2B5EF4-FFF2-40B4-BE49-F238E27FC236}">
                    <a16:creationId xmlns:a16="http://schemas.microsoft.com/office/drawing/2014/main" id="{DC71F904-F315-698B-E83F-E44F11D957F0}"/>
                  </a:ext>
                </a:extLst>
              </p:cNvPr>
              <p:cNvSpPr/>
              <p:nvPr/>
            </p:nvSpPr>
            <p:spPr>
              <a:xfrm>
                <a:off x="9544516" y="5013834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48" name="Freeform: Shape 10247">
                <a:extLst>
                  <a:ext uri="{FF2B5EF4-FFF2-40B4-BE49-F238E27FC236}">
                    <a16:creationId xmlns:a16="http://schemas.microsoft.com/office/drawing/2014/main" id="{6A7CB6AC-9628-E1E6-95CA-87632AE33C19}"/>
                  </a:ext>
                </a:extLst>
              </p:cNvPr>
              <p:cNvSpPr/>
              <p:nvPr/>
            </p:nvSpPr>
            <p:spPr>
              <a:xfrm>
                <a:off x="9546276" y="5014336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49" name="Freeform: Shape 10248">
                <a:extLst>
                  <a:ext uri="{FF2B5EF4-FFF2-40B4-BE49-F238E27FC236}">
                    <a16:creationId xmlns:a16="http://schemas.microsoft.com/office/drawing/2014/main" id="{060D0FE5-87E2-31C8-B476-B377D917CB54}"/>
                  </a:ext>
                </a:extLst>
              </p:cNvPr>
              <p:cNvSpPr/>
              <p:nvPr/>
            </p:nvSpPr>
            <p:spPr>
              <a:xfrm>
                <a:off x="9548033" y="5014849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2" y="5537"/>
                    </a:cubicBezTo>
                    <a:cubicBezTo>
                      <a:pt x="6256" y="4942"/>
                      <a:pt x="6591" y="4135"/>
                      <a:pt x="6591" y="3294"/>
                    </a:cubicBezTo>
                    <a:cubicBezTo>
                      <a:pt x="6591" y="2452"/>
                      <a:pt x="6256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2" y="1645"/>
                      <a:pt x="247" y="2452"/>
                      <a:pt x="247" y="3294"/>
                    </a:cubicBezTo>
                    <a:cubicBezTo>
                      <a:pt x="247" y="4135"/>
                      <a:pt x="582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50" name="Freeform: Shape 10249">
                <a:extLst>
                  <a:ext uri="{FF2B5EF4-FFF2-40B4-BE49-F238E27FC236}">
                    <a16:creationId xmlns:a16="http://schemas.microsoft.com/office/drawing/2014/main" id="{74CC9E90-B021-2012-1909-E8D66E107BC6}"/>
                  </a:ext>
                </a:extLst>
              </p:cNvPr>
              <p:cNvSpPr/>
              <p:nvPr/>
            </p:nvSpPr>
            <p:spPr>
              <a:xfrm>
                <a:off x="9549721" y="5015549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8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2" y="5537"/>
                    </a:cubicBezTo>
                    <a:cubicBezTo>
                      <a:pt x="6257" y="4942"/>
                      <a:pt x="6591" y="4135"/>
                      <a:pt x="6591" y="3294"/>
                    </a:cubicBezTo>
                    <a:cubicBezTo>
                      <a:pt x="6591" y="2452"/>
                      <a:pt x="6257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2" y="1645"/>
                      <a:pt x="248" y="2452"/>
                      <a:pt x="248" y="3294"/>
                    </a:cubicBezTo>
                    <a:cubicBezTo>
                      <a:pt x="248" y="4135"/>
                      <a:pt x="582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51" name="Freeform: Shape 10250">
                <a:extLst>
                  <a:ext uri="{FF2B5EF4-FFF2-40B4-BE49-F238E27FC236}">
                    <a16:creationId xmlns:a16="http://schemas.microsoft.com/office/drawing/2014/main" id="{DFB2DEC5-0F5F-25C5-E695-AC6C3CCEABB7}"/>
                  </a:ext>
                </a:extLst>
              </p:cNvPr>
              <p:cNvSpPr/>
              <p:nvPr/>
            </p:nvSpPr>
            <p:spPr>
              <a:xfrm>
                <a:off x="9551563" y="5015850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7 w 6343"/>
                  <a:gd name="connsiteY5" fmla="*/ 1050 h 6345"/>
                  <a:gd name="connsiteX6" fmla="*/ 248 w 6343"/>
                  <a:gd name="connsiteY6" fmla="*/ 3294 h 6345"/>
                  <a:gd name="connsiteX7" fmla="*/ 1177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2" y="5537"/>
                    </a:cubicBezTo>
                    <a:cubicBezTo>
                      <a:pt x="6257" y="4942"/>
                      <a:pt x="6591" y="4135"/>
                      <a:pt x="6591" y="3294"/>
                    </a:cubicBezTo>
                    <a:cubicBezTo>
                      <a:pt x="6591" y="2452"/>
                      <a:pt x="6257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7" y="1050"/>
                    </a:cubicBezTo>
                    <a:cubicBezTo>
                      <a:pt x="582" y="1645"/>
                      <a:pt x="248" y="2452"/>
                      <a:pt x="248" y="3294"/>
                    </a:cubicBezTo>
                    <a:cubicBezTo>
                      <a:pt x="248" y="4135"/>
                      <a:pt x="582" y="4942"/>
                      <a:pt x="1177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52" name="Freeform: Shape 10251">
                <a:extLst>
                  <a:ext uri="{FF2B5EF4-FFF2-40B4-BE49-F238E27FC236}">
                    <a16:creationId xmlns:a16="http://schemas.microsoft.com/office/drawing/2014/main" id="{A8E783FC-506D-098B-9245-BAEECA233556}"/>
                  </a:ext>
                </a:extLst>
              </p:cNvPr>
              <p:cNvSpPr/>
              <p:nvPr/>
            </p:nvSpPr>
            <p:spPr>
              <a:xfrm>
                <a:off x="9552601" y="5018209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1 h 6345"/>
                  <a:gd name="connsiteX4" fmla="*/ 3419 w 6343"/>
                  <a:gd name="connsiteY4" fmla="*/ 121 h 6345"/>
                  <a:gd name="connsiteX5" fmla="*/ 1177 w 6343"/>
                  <a:gd name="connsiteY5" fmla="*/ 1051 h 6345"/>
                  <a:gd name="connsiteX6" fmla="*/ 248 w 6343"/>
                  <a:gd name="connsiteY6" fmla="*/ 3294 h 6345"/>
                  <a:gd name="connsiteX7" fmla="*/ 1177 w 6343"/>
                  <a:gd name="connsiteY7" fmla="*/ 5537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2"/>
                      <a:pt x="5662" y="5537"/>
                    </a:cubicBezTo>
                    <a:cubicBezTo>
                      <a:pt x="6257" y="4942"/>
                      <a:pt x="6591" y="4135"/>
                      <a:pt x="6591" y="3294"/>
                    </a:cubicBezTo>
                    <a:cubicBezTo>
                      <a:pt x="6591" y="2453"/>
                      <a:pt x="6257" y="1645"/>
                      <a:pt x="5662" y="1051"/>
                    </a:cubicBezTo>
                    <a:cubicBezTo>
                      <a:pt x="5067" y="456"/>
                      <a:pt x="4260" y="121"/>
                      <a:pt x="3419" y="121"/>
                    </a:cubicBezTo>
                    <a:cubicBezTo>
                      <a:pt x="2578" y="121"/>
                      <a:pt x="1771" y="456"/>
                      <a:pt x="1177" y="1051"/>
                    </a:cubicBezTo>
                    <a:cubicBezTo>
                      <a:pt x="582" y="1645"/>
                      <a:pt x="248" y="2453"/>
                      <a:pt x="248" y="3294"/>
                    </a:cubicBezTo>
                    <a:cubicBezTo>
                      <a:pt x="248" y="4135"/>
                      <a:pt x="582" y="4942"/>
                      <a:pt x="1177" y="5537"/>
                    </a:cubicBezTo>
                    <a:cubicBezTo>
                      <a:pt x="1771" y="6132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53" name="Freeform: Shape 10252">
                <a:extLst>
                  <a:ext uri="{FF2B5EF4-FFF2-40B4-BE49-F238E27FC236}">
                    <a16:creationId xmlns:a16="http://schemas.microsoft.com/office/drawing/2014/main" id="{6DBE0803-1C04-5807-D127-919260FA36C4}"/>
                  </a:ext>
                </a:extLst>
              </p:cNvPr>
              <p:cNvSpPr/>
              <p:nvPr/>
            </p:nvSpPr>
            <p:spPr>
              <a:xfrm>
                <a:off x="9553498" y="5020861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8 h 6345"/>
                  <a:gd name="connsiteX2" fmla="*/ 6591 w 6343"/>
                  <a:gd name="connsiteY2" fmla="*/ 3294 h 6345"/>
                  <a:gd name="connsiteX3" fmla="*/ 5662 w 6343"/>
                  <a:gd name="connsiteY3" fmla="*/ 1051 h 6345"/>
                  <a:gd name="connsiteX4" fmla="*/ 3419 w 6343"/>
                  <a:gd name="connsiteY4" fmla="*/ 121 h 6345"/>
                  <a:gd name="connsiteX5" fmla="*/ 1177 w 6343"/>
                  <a:gd name="connsiteY5" fmla="*/ 1051 h 6345"/>
                  <a:gd name="connsiteX6" fmla="*/ 248 w 6343"/>
                  <a:gd name="connsiteY6" fmla="*/ 3294 h 6345"/>
                  <a:gd name="connsiteX7" fmla="*/ 1177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1" y="6467"/>
                      <a:pt x="5067" y="6133"/>
                      <a:pt x="5662" y="5538"/>
                    </a:cubicBezTo>
                    <a:cubicBezTo>
                      <a:pt x="6257" y="4943"/>
                      <a:pt x="6591" y="4136"/>
                      <a:pt x="6591" y="3294"/>
                    </a:cubicBezTo>
                    <a:cubicBezTo>
                      <a:pt x="6591" y="2453"/>
                      <a:pt x="6257" y="1646"/>
                      <a:pt x="5662" y="1051"/>
                    </a:cubicBezTo>
                    <a:cubicBezTo>
                      <a:pt x="5067" y="456"/>
                      <a:pt x="4261" y="121"/>
                      <a:pt x="3419" y="121"/>
                    </a:cubicBezTo>
                    <a:cubicBezTo>
                      <a:pt x="2578" y="121"/>
                      <a:pt x="1772" y="456"/>
                      <a:pt x="1177" y="1051"/>
                    </a:cubicBezTo>
                    <a:cubicBezTo>
                      <a:pt x="582" y="1646"/>
                      <a:pt x="248" y="2453"/>
                      <a:pt x="248" y="3294"/>
                    </a:cubicBezTo>
                    <a:cubicBezTo>
                      <a:pt x="248" y="4136"/>
                      <a:pt x="582" y="4943"/>
                      <a:pt x="1177" y="5538"/>
                    </a:cubicBezTo>
                    <a:cubicBezTo>
                      <a:pt x="1772" y="6133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54" name="Freeform: Shape 10253">
                <a:extLst>
                  <a:ext uri="{FF2B5EF4-FFF2-40B4-BE49-F238E27FC236}">
                    <a16:creationId xmlns:a16="http://schemas.microsoft.com/office/drawing/2014/main" id="{E073FB7D-EC4F-4C38-E58A-7ADCC8783B3C}"/>
                  </a:ext>
                </a:extLst>
              </p:cNvPr>
              <p:cNvSpPr/>
              <p:nvPr/>
            </p:nvSpPr>
            <p:spPr>
              <a:xfrm>
                <a:off x="9554721" y="5022642"/>
                <a:ext cx="6343" cy="6345"/>
              </a:xfrm>
              <a:custGeom>
                <a:avLst/>
                <a:gdLst>
                  <a:gd name="connsiteX0" fmla="*/ 3420 w 6343"/>
                  <a:gd name="connsiteY0" fmla="*/ 6467 h 6345"/>
                  <a:gd name="connsiteX1" fmla="*/ 5662 w 6343"/>
                  <a:gd name="connsiteY1" fmla="*/ 5538 h 6345"/>
                  <a:gd name="connsiteX2" fmla="*/ 6591 w 6343"/>
                  <a:gd name="connsiteY2" fmla="*/ 3294 h 6345"/>
                  <a:gd name="connsiteX3" fmla="*/ 5662 w 6343"/>
                  <a:gd name="connsiteY3" fmla="*/ 1051 h 6345"/>
                  <a:gd name="connsiteX4" fmla="*/ 3420 w 6343"/>
                  <a:gd name="connsiteY4" fmla="*/ 122 h 6345"/>
                  <a:gd name="connsiteX5" fmla="*/ 1177 w 6343"/>
                  <a:gd name="connsiteY5" fmla="*/ 1051 h 6345"/>
                  <a:gd name="connsiteX6" fmla="*/ 248 w 6343"/>
                  <a:gd name="connsiteY6" fmla="*/ 3294 h 6345"/>
                  <a:gd name="connsiteX7" fmla="*/ 1177 w 6343"/>
                  <a:gd name="connsiteY7" fmla="*/ 5538 h 6345"/>
                  <a:gd name="connsiteX8" fmla="*/ 342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67"/>
                    </a:moveTo>
                    <a:cubicBezTo>
                      <a:pt x="4261" y="6467"/>
                      <a:pt x="5067" y="6133"/>
                      <a:pt x="5662" y="5538"/>
                    </a:cubicBezTo>
                    <a:cubicBezTo>
                      <a:pt x="6257" y="4943"/>
                      <a:pt x="6591" y="4136"/>
                      <a:pt x="6591" y="3294"/>
                    </a:cubicBezTo>
                    <a:cubicBezTo>
                      <a:pt x="6591" y="2453"/>
                      <a:pt x="6257" y="1646"/>
                      <a:pt x="5662" y="1051"/>
                    </a:cubicBezTo>
                    <a:cubicBezTo>
                      <a:pt x="5067" y="456"/>
                      <a:pt x="4261" y="122"/>
                      <a:pt x="3420" y="122"/>
                    </a:cubicBezTo>
                    <a:cubicBezTo>
                      <a:pt x="2578" y="122"/>
                      <a:pt x="1772" y="456"/>
                      <a:pt x="1177" y="1051"/>
                    </a:cubicBezTo>
                    <a:cubicBezTo>
                      <a:pt x="582" y="1646"/>
                      <a:pt x="248" y="2453"/>
                      <a:pt x="248" y="3294"/>
                    </a:cubicBezTo>
                    <a:cubicBezTo>
                      <a:pt x="248" y="4136"/>
                      <a:pt x="582" y="4943"/>
                      <a:pt x="1177" y="5538"/>
                    </a:cubicBezTo>
                    <a:cubicBezTo>
                      <a:pt x="1772" y="6133"/>
                      <a:pt x="2578" y="6467"/>
                      <a:pt x="342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55" name="Freeform: Shape 10254">
                <a:extLst>
                  <a:ext uri="{FF2B5EF4-FFF2-40B4-BE49-F238E27FC236}">
                    <a16:creationId xmlns:a16="http://schemas.microsoft.com/office/drawing/2014/main" id="{2D21BFAB-A886-7B44-8192-F4BD17421C21}"/>
                  </a:ext>
                </a:extLst>
              </p:cNvPr>
              <p:cNvSpPr/>
              <p:nvPr/>
            </p:nvSpPr>
            <p:spPr>
              <a:xfrm>
                <a:off x="9555758" y="5024833"/>
                <a:ext cx="6343" cy="6345"/>
              </a:xfrm>
              <a:custGeom>
                <a:avLst/>
                <a:gdLst>
                  <a:gd name="connsiteX0" fmla="*/ 3420 w 6343"/>
                  <a:gd name="connsiteY0" fmla="*/ 6467 h 6345"/>
                  <a:gd name="connsiteX1" fmla="*/ 5662 w 6343"/>
                  <a:gd name="connsiteY1" fmla="*/ 5538 h 6345"/>
                  <a:gd name="connsiteX2" fmla="*/ 6591 w 6343"/>
                  <a:gd name="connsiteY2" fmla="*/ 3294 h 6345"/>
                  <a:gd name="connsiteX3" fmla="*/ 5662 w 6343"/>
                  <a:gd name="connsiteY3" fmla="*/ 1051 h 6345"/>
                  <a:gd name="connsiteX4" fmla="*/ 3420 w 6343"/>
                  <a:gd name="connsiteY4" fmla="*/ 122 h 6345"/>
                  <a:gd name="connsiteX5" fmla="*/ 1177 w 6343"/>
                  <a:gd name="connsiteY5" fmla="*/ 1051 h 6345"/>
                  <a:gd name="connsiteX6" fmla="*/ 248 w 6343"/>
                  <a:gd name="connsiteY6" fmla="*/ 3294 h 6345"/>
                  <a:gd name="connsiteX7" fmla="*/ 1177 w 6343"/>
                  <a:gd name="connsiteY7" fmla="*/ 5538 h 6345"/>
                  <a:gd name="connsiteX8" fmla="*/ 342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67"/>
                    </a:moveTo>
                    <a:cubicBezTo>
                      <a:pt x="4261" y="6467"/>
                      <a:pt x="5067" y="6133"/>
                      <a:pt x="5662" y="5538"/>
                    </a:cubicBezTo>
                    <a:cubicBezTo>
                      <a:pt x="6257" y="4943"/>
                      <a:pt x="6591" y="4136"/>
                      <a:pt x="6591" y="3294"/>
                    </a:cubicBezTo>
                    <a:cubicBezTo>
                      <a:pt x="6591" y="2453"/>
                      <a:pt x="6257" y="1646"/>
                      <a:pt x="5662" y="1051"/>
                    </a:cubicBezTo>
                    <a:cubicBezTo>
                      <a:pt x="5067" y="456"/>
                      <a:pt x="4261" y="122"/>
                      <a:pt x="3420" y="122"/>
                    </a:cubicBezTo>
                    <a:cubicBezTo>
                      <a:pt x="2578" y="122"/>
                      <a:pt x="1772" y="456"/>
                      <a:pt x="1177" y="1051"/>
                    </a:cubicBezTo>
                    <a:cubicBezTo>
                      <a:pt x="582" y="1646"/>
                      <a:pt x="248" y="2453"/>
                      <a:pt x="248" y="3294"/>
                    </a:cubicBezTo>
                    <a:cubicBezTo>
                      <a:pt x="248" y="4136"/>
                      <a:pt x="582" y="4943"/>
                      <a:pt x="1177" y="5538"/>
                    </a:cubicBezTo>
                    <a:cubicBezTo>
                      <a:pt x="1772" y="6133"/>
                      <a:pt x="2578" y="6467"/>
                      <a:pt x="342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56" name="Freeform: Shape 10255">
                <a:extLst>
                  <a:ext uri="{FF2B5EF4-FFF2-40B4-BE49-F238E27FC236}">
                    <a16:creationId xmlns:a16="http://schemas.microsoft.com/office/drawing/2014/main" id="{6C7AE7D1-923C-BC08-0C0E-2C9B0822EF0D}"/>
                  </a:ext>
                </a:extLst>
              </p:cNvPr>
              <p:cNvSpPr/>
              <p:nvPr/>
            </p:nvSpPr>
            <p:spPr>
              <a:xfrm>
                <a:off x="9529082" y="5125509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7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2 h 6345"/>
                  <a:gd name="connsiteX7" fmla="*/ 1175 w 6343"/>
                  <a:gd name="connsiteY7" fmla="*/ 5546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9" y="6475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2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9" y="130"/>
                      <a:pt x="3417" y="130"/>
                    </a:cubicBezTo>
                    <a:cubicBezTo>
                      <a:pt x="2576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2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57" name="Freeform: Shape 10256">
                <a:extLst>
                  <a:ext uri="{FF2B5EF4-FFF2-40B4-BE49-F238E27FC236}">
                    <a16:creationId xmlns:a16="http://schemas.microsoft.com/office/drawing/2014/main" id="{3B16B8BE-208C-59A5-7D8E-F39A416D343D}"/>
                  </a:ext>
                </a:extLst>
              </p:cNvPr>
              <p:cNvSpPr/>
              <p:nvPr/>
            </p:nvSpPr>
            <p:spPr>
              <a:xfrm>
                <a:off x="9529971" y="5126312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8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2 h 6345"/>
                  <a:gd name="connsiteX7" fmla="*/ 1175 w 6343"/>
                  <a:gd name="connsiteY7" fmla="*/ 5546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2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9" y="130"/>
                      <a:pt x="3418" y="130"/>
                    </a:cubicBezTo>
                    <a:cubicBezTo>
                      <a:pt x="2576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2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6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58" name="Freeform: Shape 10257">
                <a:extLst>
                  <a:ext uri="{FF2B5EF4-FFF2-40B4-BE49-F238E27FC236}">
                    <a16:creationId xmlns:a16="http://schemas.microsoft.com/office/drawing/2014/main" id="{74B4E04C-DF13-B91C-1A4A-E4C4EAB5EE1A}"/>
                  </a:ext>
                </a:extLst>
              </p:cNvPr>
              <p:cNvSpPr/>
              <p:nvPr/>
            </p:nvSpPr>
            <p:spPr>
              <a:xfrm>
                <a:off x="9530159" y="5128457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59 h 6345"/>
                  <a:gd name="connsiteX4" fmla="*/ 3418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9" y="130"/>
                      <a:pt x="3418" y="130"/>
                    </a:cubicBezTo>
                    <a:cubicBezTo>
                      <a:pt x="2576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3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6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59" name="Freeform: Shape 10258">
                <a:extLst>
                  <a:ext uri="{FF2B5EF4-FFF2-40B4-BE49-F238E27FC236}">
                    <a16:creationId xmlns:a16="http://schemas.microsoft.com/office/drawing/2014/main" id="{5C26F419-EFB2-BCC4-D2AA-C79C10FA1F47}"/>
                  </a:ext>
                </a:extLst>
              </p:cNvPr>
              <p:cNvSpPr/>
              <p:nvPr/>
            </p:nvSpPr>
            <p:spPr>
              <a:xfrm>
                <a:off x="9531202" y="5128931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59 h 6345"/>
                  <a:gd name="connsiteX4" fmla="*/ 3418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6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6" y="464"/>
                      <a:pt x="4259" y="130"/>
                      <a:pt x="3418" y="130"/>
                    </a:cubicBezTo>
                    <a:cubicBezTo>
                      <a:pt x="2577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3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7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60" name="Freeform: Shape 10259">
                <a:extLst>
                  <a:ext uri="{FF2B5EF4-FFF2-40B4-BE49-F238E27FC236}">
                    <a16:creationId xmlns:a16="http://schemas.microsoft.com/office/drawing/2014/main" id="{C5B7F6D2-8C9C-4522-736F-7EC9E2C249D8}"/>
                  </a:ext>
                </a:extLst>
              </p:cNvPr>
              <p:cNvSpPr/>
              <p:nvPr/>
            </p:nvSpPr>
            <p:spPr>
              <a:xfrm>
                <a:off x="9531621" y="5130576"/>
                <a:ext cx="6343" cy="6345"/>
              </a:xfrm>
              <a:custGeom>
                <a:avLst/>
                <a:gdLst>
                  <a:gd name="connsiteX0" fmla="*/ 3418 w 6343"/>
                  <a:gd name="connsiteY0" fmla="*/ 6476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59 h 6345"/>
                  <a:gd name="connsiteX4" fmla="*/ 3418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8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6"/>
                    </a:moveTo>
                    <a:cubicBezTo>
                      <a:pt x="4259" y="6476"/>
                      <a:pt x="5066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6" y="464"/>
                      <a:pt x="4259" y="130"/>
                      <a:pt x="3418" y="130"/>
                    </a:cubicBezTo>
                    <a:cubicBezTo>
                      <a:pt x="2577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3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7" y="6476"/>
                      <a:pt x="3418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61" name="Freeform: Shape 10260">
                <a:extLst>
                  <a:ext uri="{FF2B5EF4-FFF2-40B4-BE49-F238E27FC236}">
                    <a16:creationId xmlns:a16="http://schemas.microsoft.com/office/drawing/2014/main" id="{0DC6DBA4-4CAF-A889-270B-63AE7A19F7DD}"/>
                  </a:ext>
                </a:extLst>
              </p:cNvPr>
              <p:cNvSpPr/>
              <p:nvPr/>
            </p:nvSpPr>
            <p:spPr>
              <a:xfrm>
                <a:off x="9528968" y="5137851"/>
                <a:ext cx="6343" cy="6345"/>
              </a:xfrm>
              <a:custGeom>
                <a:avLst/>
                <a:gdLst>
                  <a:gd name="connsiteX0" fmla="*/ 3417 w 6343"/>
                  <a:gd name="connsiteY0" fmla="*/ 6476 h 6345"/>
                  <a:gd name="connsiteX1" fmla="*/ 5660 w 6343"/>
                  <a:gd name="connsiteY1" fmla="*/ 5547 h 6345"/>
                  <a:gd name="connsiteX2" fmla="*/ 6589 w 6343"/>
                  <a:gd name="connsiteY2" fmla="*/ 3303 h 6345"/>
                  <a:gd name="connsiteX3" fmla="*/ 5660 w 6343"/>
                  <a:gd name="connsiteY3" fmla="*/ 1060 h 6345"/>
                  <a:gd name="connsiteX4" fmla="*/ 3417 w 6343"/>
                  <a:gd name="connsiteY4" fmla="*/ 131 h 6345"/>
                  <a:gd name="connsiteX5" fmla="*/ 1175 w 6343"/>
                  <a:gd name="connsiteY5" fmla="*/ 1060 h 6345"/>
                  <a:gd name="connsiteX6" fmla="*/ 246 w 6343"/>
                  <a:gd name="connsiteY6" fmla="*/ 3303 h 6345"/>
                  <a:gd name="connsiteX7" fmla="*/ 1175 w 6343"/>
                  <a:gd name="connsiteY7" fmla="*/ 5547 h 6345"/>
                  <a:gd name="connsiteX8" fmla="*/ 3417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6"/>
                    </a:moveTo>
                    <a:cubicBezTo>
                      <a:pt x="4259" y="6476"/>
                      <a:pt x="5065" y="6142"/>
                      <a:pt x="5660" y="5547"/>
                    </a:cubicBezTo>
                    <a:cubicBezTo>
                      <a:pt x="6255" y="4952"/>
                      <a:pt x="6589" y="4145"/>
                      <a:pt x="6589" y="3303"/>
                    </a:cubicBezTo>
                    <a:cubicBezTo>
                      <a:pt x="6589" y="2462"/>
                      <a:pt x="6255" y="1655"/>
                      <a:pt x="5660" y="1060"/>
                    </a:cubicBezTo>
                    <a:cubicBezTo>
                      <a:pt x="5065" y="465"/>
                      <a:pt x="4259" y="131"/>
                      <a:pt x="3417" y="131"/>
                    </a:cubicBezTo>
                    <a:cubicBezTo>
                      <a:pt x="2576" y="131"/>
                      <a:pt x="1770" y="465"/>
                      <a:pt x="1175" y="1060"/>
                    </a:cubicBezTo>
                    <a:cubicBezTo>
                      <a:pt x="580" y="1655"/>
                      <a:pt x="246" y="2462"/>
                      <a:pt x="246" y="3303"/>
                    </a:cubicBezTo>
                    <a:cubicBezTo>
                      <a:pt x="246" y="4145"/>
                      <a:pt x="580" y="4952"/>
                      <a:pt x="1175" y="5547"/>
                    </a:cubicBezTo>
                    <a:cubicBezTo>
                      <a:pt x="1770" y="6142"/>
                      <a:pt x="2576" y="6476"/>
                      <a:pt x="3417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62" name="Freeform: Shape 10261">
                <a:extLst>
                  <a:ext uri="{FF2B5EF4-FFF2-40B4-BE49-F238E27FC236}">
                    <a16:creationId xmlns:a16="http://schemas.microsoft.com/office/drawing/2014/main" id="{9BCF69A3-C470-A76B-3114-4F3EA07BE7CB}"/>
                  </a:ext>
                </a:extLst>
              </p:cNvPr>
              <p:cNvSpPr/>
              <p:nvPr/>
            </p:nvSpPr>
            <p:spPr>
              <a:xfrm>
                <a:off x="9530742" y="5136887"/>
                <a:ext cx="6343" cy="6345"/>
              </a:xfrm>
              <a:custGeom>
                <a:avLst/>
                <a:gdLst>
                  <a:gd name="connsiteX0" fmla="*/ 3418 w 6343"/>
                  <a:gd name="connsiteY0" fmla="*/ 6476 h 6345"/>
                  <a:gd name="connsiteX1" fmla="*/ 5660 w 6343"/>
                  <a:gd name="connsiteY1" fmla="*/ 5547 h 6345"/>
                  <a:gd name="connsiteX2" fmla="*/ 6589 w 6343"/>
                  <a:gd name="connsiteY2" fmla="*/ 3303 h 6345"/>
                  <a:gd name="connsiteX3" fmla="*/ 5660 w 6343"/>
                  <a:gd name="connsiteY3" fmla="*/ 1060 h 6345"/>
                  <a:gd name="connsiteX4" fmla="*/ 3418 w 6343"/>
                  <a:gd name="connsiteY4" fmla="*/ 131 h 6345"/>
                  <a:gd name="connsiteX5" fmla="*/ 1175 w 6343"/>
                  <a:gd name="connsiteY5" fmla="*/ 1060 h 6345"/>
                  <a:gd name="connsiteX6" fmla="*/ 246 w 6343"/>
                  <a:gd name="connsiteY6" fmla="*/ 3303 h 6345"/>
                  <a:gd name="connsiteX7" fmla="*/ 1175 w 6343"/>
                  <a:gd name="connsiteY7" fmla="*/ 5547 h 6345"/>
                  <a:gd name="connsiteX8" fmla="*/ 3418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6"/>
                    </a:moveTo>
                    <a:cubicBezTo>
                      <a:pt x="4259" y="6476"/>
                      <a:pt x="5066" y="6142"/>
                      <a:pt x="5660" y="5547"/>
                    </a:cubicBezTo>
                    <a:cubicBezTo>
                      <a:pt x="6255" y="4952"/>
                      <a:pt x="6589" y="4145"/>
                      <a:pt x="6589" y="3303"/>
                    </a:cubicBezTo>
                    <a:cubicBezTo>
                      <a:pt x="6589" y="2462"/>
                      <a:pt x="6255" y="1655"/>
                      <a:pt x="5660" y="1060"/>
                    </a:cubicBezTo>
                    <a:cubicBezTo>
                      <a:pt x="5066" y="465"/>
                      <a:pt x="4259" y="131"/>
                      <a:pt x="3418" y="131"/>
                    </a:cubicBezTo>
                    <a:cubicBezTo>
                      <a:pt x="2577" y="131"/>
                      <a:pt x="1770" y="465"/>
                      <a:pt x="1175" y="1060"/>
                    </a:cubicBezTo>
                    <a:cubicBezTo>
                      <a:pt x="580" y="1655"/>
                      <a:pt x="246" y="2462"/>
                      <a:pt x="246" y="3303"/>
                    </a:cubicBezTo>
                    <a:cubicBezTo>
                      <a:pt x="246" y="4145"/>
                      <a:pt x="580" y="4952"/>
                      <a:pt x="1175" y="5547"/>
                    </a:cubicBezTo>
                    <a:cubicBezTo>
                      <a:pt x="1770" y="6142"/>
                      <a:pt x="2577" y="6476"/>
                      <a:pt x="3418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63" name="Freeform: Shape 10262">
                <a:extLst>
                  <a:ext uri="{FF2B5EF4-FFF2-40B4-BE49-F238E27FC236}">
                    <a16:creationId xmlns:a16="http://schemas.microsoft.com/office/drawing/2014/main" id="{9F08F1F0-4A54-4A92-7905-AB0DA9FA2849}"/>
                  </a:ext>
                </a:extLst>
              </p:cNvPr>
              <p:cNvSpPr/>
              <p:nvPr/>
            </p:nvSpPr>
            <p:spPr>
              <a:xfrm>
                <a:off x="9524366" y="5158486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2 h 6345"/>
                  <a:gd name="connsiteX5" fmla="*/ 1174 w 6343"/>
                  <a:gd name="connsiteY5" fmla="*/ 1062 h 6345"/>
                  <a:gd name="connsiteX6" fmla="*/ 246 w 6343"/>
                  <a:gd name="connsiteY6" fmla="*/ 3305 h 6345"/>
                  <a:gd name="connsiteX7" fmla="*/ 1174 w 6343"/>
                  <a:gd name="connsiteY7" fmla="*/ 5548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2"/>
                      <a:pt x="3417" y="132"/>
                    </a:cubicBezTo>
                    <a:cubicBezTo>
                      <a:pt x="2576" y="132"/>
                      <a:pt x="1769" y="467"/>
                      <a:pt x="1174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6"/>
                      <a:pt x="580" y="4953"/>
                      <a:pt x="1174" y="5548"/>
                    </a:cubicBezTo>
                    <a:cubicBezTo>
                      <a:pt x="1769" y="6143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64" name="Freeform: Shape 10263">
                <a:extLst>
                  <a:ext uri="{FF2B5EF4-FFF2-40B4-BE49-F238E27FC236}">
                    <a16:creationId xmlns:a16="http://schemas.microsoft.com/office/drawing/2014/main" id="{5C8A6A53-F820-27DE-18A6-C24FBAFE690A}"/>
                  </a:ext>
                </a:extLst>
              </p:cNvPr>
              <p:cNvSpPr/>
              <p:nvPr/>
            </p:nvSpPr>
            <p:spPr>
              <a:xfrm>
                <a:off x="9525357" y="5158711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2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3"/>
                      <a:pt x="5660" y="5548"/>
                    </a:cubicBezTo>
                    <a:cubicBezTo>
                      <a:pt x="6255" y="4954"/>
                      <a:pt x="6589" y="4146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2"/>
                      <a:pt x="3417" y="132"/>
                    </a:cubicBezTo>
                    <a:cubicBezTo>
                      <a:pt x="2576" y="132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6"/>
                      <a:pt x="580" y="4954"/>
                      <a:pt x="1175" y="5548"/>
                    </a:cubicBezTo>
                    <a:cubicBezTo>
                      <a:pt x="1769" y="6143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65" name="Freeform: Shape 10264">
                <a:extLst>
                  <a:ext uri="{FF2B5EF4-FFF2-40B4-BE49-F238E27FC236}">
                    <a16:creationId xmlns:a16="http://schemas.microsoft.com/office/drawing/2014/main" id="{01276741-B146-D59F-85DF-66C773784D04}"/>
                  </a:ext>
                </a:extLst>
              </p:cNvPr>
              <p:cNvSpPr/>
              <p:nvPr/>
            </p:nvSpPr>
            <p:spPr>
              <a:xfrm>
                <a:off x="9526022" y="5161319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66" name="Freeform: Shape 10265">
                <a:extLst>
                  <a:ext uri="{FF2B5EF4-FFF2-40B4-BE49-F238E27FC236}">
                    <a16:creationId xmlns:a16="http://schemas.microsoft.com/office/drawing/2014/main" id="{AF8AC901-9EE9-06AD-591F-B20727BD170E}"/>
                  </a:ext>
                </a:extLst>
              </p:cNvPr>
              <p:cNvSpPr/>
              <p:nvPr/>
            </p:nvSpPr>
            <p:spPr>
              <a:xfrm>
                <a:off x="9526236" y="5162782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67" name="Freeform: Shape 10266">
                <a:extLst>
                  <a:ext uri="{FF2B5EF4-FFF2-40B4-BE49-F238E27FC236}">
                    <a16:creationId xmlns:a16="http://schemas.microsoft.com/office/drawing/2014/main" id="{8338BD44-1420-ED33-21FB-219199B02C54}"/>
                  </a:ext>
                </a:extLst>
              </p:cNvPr>
              <p:cNvSpPr/>
              <p:nvPr/>
            </p:nvSpPr>
            <p:spPr>
              <a:xfrm>
                <a:off x="9527425" y="5167873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68" name="Freeform: Shape 10267">
                <a:extLst>
                  <a:ext uri="{FF2B5EF4-FFF2-40B4-BE49-F238E27FC236}">
                    <a16:creationId xmlns:a16="http://schemas.microsoft.com/office/drawing/2014/main" id="{78344459-D8D4-D80A-2916-2A1ABDFEB433}"/>
                  </a:ext>
                </a:extLst>
              </p:cNvPr>
              <p:cNvSpPr/>
              <p:nvPr/>
            </p:nvSpPr>
            <p:spPr>
              <a:xfrm>
                <a:off x="9527918" y="5168803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69" name="Freeform: Shape 10268">
                <a:extLst>
                  <a:ext uri="{FF2B5EF4-FFF2-40B4-BE49-F238E27FC236}">
                    <a16:creationId xmlns:a16="http://schemas.microsoft.com/office/drawing/2014/main" id="{D7A8F445-4E2F-5FA0-0063-347C2FFA2010}"/>
                  </a:ext>
                </a:extLst>
              </p:cNvPr>
              <p:cNvSpPr/>
              <p:nvPr/>
            </p:nvSpPr>
            <p:spPr>
              <a:xfrm>
                <a:off x="9536689" y="516937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7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4"/>
                      <a:pt x="6255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70" name="Freeform: Shape 10269">
                <a:extLst>
                  <a:ext uri="{FF2B5EF4-FFF2-40B4-BE49-F238E27FC236}">
                    <a16:creationId xmlns:a16="http://schemas.microsoft.com/office/drawing/2014/main" id="{998AC3D1-25AE-52D2-1E1B-5CE3494DE7BA}"/>
                  </a:ext>
                </a:extLst>
              </p:cNvPr>
              <p:cNvSpPr/>
              <p:nvPr/>
            </p:nvSpPr>
            <p:spPr>
              <a:xfrm>
                <a:off x="9536434" y="517129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7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4"/>
                      <a:pt x="6590" y="4147"/>
                      <a:pt x="6590" y="3306"/>
                    </a:cubicBezTo>
                    <a:cubicBezTo>
                      <a:pt x="6590" y="2465"/>
                      <a:pt x="6255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71" name="Freeform: Shape 10270">
                <a:extLst>
                  <a:ext uri="{FF2B5EF4-FFF2-40B4-BE49-F238E27FC236}">
                    <a16:creationId xmlns:a16="http://schemas.microsoft.com/office/drawing/2014/main" id="{3267DAEE-7370-C4E6-191D-202BFEFC993E}"/>
                  </a:ext>
                </a:extLst>
              </p:cNvPr>
              <p:cNvSpPr/>
              <p:nvPr/>
            </p:nvSpPr>
            <p:spPr>
              <a:xfrm>
                <a:off x="9537565" y="517136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72" name="Freeform: Shape 10271">
                <a:extLst>
                  <a:ext uri="{FF2B5EF4-FFF2-40B4-BE49-F238E27FC236}">
                    <a16:creationId xmlns:a16="http://schemas.microsoft.com/office/drawing/2014/main" id="{CB39EC7B-1043-6C8A-E253-2E3A2A003176}"/>
                  </a:ext>
                </a:extLst>
              </p:cNvPr>
              <p:cNvSpPr/>
              <p:nvPr/>
            </p:nvSpPr>
            <p:spPr>
              <a:xfrm>
                <a:off x="9538468" y="517173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73" name="Freeform: Shape 10272">
                <a:extLst>
                  <a:ext uri="{FF2B5EF4-FFF2-40B4-BE49-F238E27FC236}">
                    <a16:creationId xmlns:a16="http://schemas.microsoft.com/office/drawing/2014/main" id="{DA802953-C1B4-A471-3B5B-CA0FE21A1DE5}"/>
                  </a:ext>
                </a:extLst>
              </p:cNvPr>
              <p:cNvSpPr/>
              <p:nvPr/>
            </p:nvSpPr>
            <p:spPr>
              <a:xfrm>
                <a:off x="9539410" y="517207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50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74" name="Freeform: Shape 10273">
                <a:extLst>
                  <a:ext uri="{FF2B5EF4-FFF2-40B4-BE49-F238E27FC236}">
                    <a16:creationId xmlns:a16="http://schemas.microsoft.com/office/drawing/2014/main" id="{210284B1-43EC-C557-0288-29700BB4F83A}"/>
                  </a:ext>
                </a:extLst>
              </p:cNvPr>
              <p:cNvSpPr/>
              <p:nvPr/>
            </p:nvSpPr>
            <p:spPr>
              <a:xfrm>
                <a:off x="9540545" y="517216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75" name="Freeform: Shape 10274">
                <a:extLst>
                  <a:ext uri="{FF2B5EF4-FFF2-40B4-BE49-F238E27FC236}">
                    <a16:creationId xmlns:a16="http://schemas.microsoft.com/office/drawing/2014/main" id="{737E7C08-40A0-13D1-6EC0-87C0F69821CF}"/>
                  </a:ext>
                </a:extLst>
              </p:cNvPr>
              <p:cNvSpPr/>
              <p:nvPr/>
            </p:nvSpPr>
            <p:spPr>
              <a:xfrm>
                <a:off x="9541722" y="517221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76" name="Freeform: Shape 10275">
                <a:extLst>
                  <a:ext uri="{FF2B5EF4-FFF2-40B4-BE49-F238E27FC236}">
                    <a16:creationId xmlns:a16="http://schemas.microsoft.com/office/drawing/2014/main" id="{FD5EEB3D-4619-C6D8-0EE5-2E294D1A9D73}"/>
                  </a:ext>
                </a:extLst>
              </p:cNvPr>
              <p:cNvSpPr/>
              <p:nvPr/>
            </p:nvSpPr>
            <p:spPr>
              <a:xfrm>
                <a:off x="9542982" y="517218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4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77" name="Freeform: Shape 10276">
                <a:extLst>
                  <a:ext uri="{FF2B5EF4-FFF2-40B4-BE49-F238E27FC236}">
                    <a16:creationId xmlns:a16="http://schemas.microsoft.com/office/drawing/2014/main" id="{EF928075-8DF7-22BC-ED1C-6852B9B6AE91}"/>
                  </a:ext>
                </a:extLst>
              </p:cNvPr>
              <p:cNvSpPr/>
              <p:nvPr/>
            </p:nvSpPr>
            <p:spPr>
              <a:xfrm>
                <a:off x="9544086" y="517235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78" name="Freeform: Shape 10277">
                <a:extLst>
                  <a:ext uri="{FF2B5EF4-FFF2-40B4-BE49-F238E27FC236}">
                    <a16:creationId xmlns:a16="http://schemas.microsoft.com/office/drawing/2014/main" id="{3B876C60-D9AD-F8CE-A901-F81F68D7DF12}"/>
                  </a:ext>
                </a:extLst>
              </p:cNvPr>
              <p:cNvSpPr/>
              <p:nvPr/>
            </p:nvSpPr>
            <p:spPr>
              <a:xfrm>
                <a:off x="9545271" y="517243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79" name="Freeform: Shape 10278">
                <a:extLst>
                  <a:ext uri="{FF2B5EF4-FFF2-40B4-BE49-F238E27FC236}">
                    <a16:creationId xmlns:a16="http://schemas.microsoft.com/office/drawing/2014/main" id="{AD0D5C43-359B-D76E-C83A-D9D52611B1E8}"/>
                  </a:ext>
                </a:extLst>
              </p:cNvPr>
              <p:cNvSpPr/>
              <p:nvPr/>
            </p:nvSpPr>
            <p:spPr>
              <a:xfrm>
                <a:off x="9546622" y="517233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0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80" name="Freeform: Shape 10279">
                <a:extLst>
                  <a:ext uri="{FF2B5EF4-FFF2-40B4-BE49-F238E27FC236}">
                    <a16:creationId xmlns:a16="http://schemas.microsoft.com/office/drawing/2014/main" id="{D7AE62A0-7356-1E0A-1035-1EAE2CAED076}"/>
                  </a:ext>
                </a:extLst>
              </p:cNvPr>
              <p:cNvSpPr/>
              <p:nvPr/>
            </p:nvSpPr>
            <p:spPr>
              <a:xfrm>
                <a:off x="9548018" y="517220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81" name="Freeform: Shape 10280">
                <a:extLst>
                  <a:ext uri="{FF2B5EF4-FFF2-40B4-BE49-F238E27FC236}">
                    <a16:creationId xmlns:a16="http://schemas.microsoft.com/office/drawing/2014/main" id="{90BE20CD-1770-22CD-6F59-E4882AFAEA2A}"/>
                  </a:ext>
                </a:extLst>
              </p:cNvPr>
              <p:cNvSpPr/>
              <p:nvPr/>
            </p:nvSpPr>
            <p:spPr>
              <a:xfrm>
                <a:off x="9549460" y="517203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50"/>
                    </a:cubicBezTo>
                    <a:cubicBezTo>
                      <a:pt x="6256" y="4955"/>
                      <a:pt x="6591" y="4147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6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82" name="Freeform: Shape 10281">
                <a:extLst>
                  <a:ext uri="{FF2B5EF4-FFF2-40B4-BE49-F238E27FC236}">
                    <a16:creationId xmlns:a16="http://schemas.microsoft.com/office/drawing/2014/main" id="{6623D80D-CEC5-3D1F-0B4F-6AA7888B7868}"/>
                  </a:ext>
                </a:extLst>
              </p:cNvPr>
              <p:cNvSpPr/>
              <p:nvPr/>
            </p:nvSpPr>
            <p:spPr>
              <a:xfrm>
                <a:off x="9551033" y="517173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83" name="Freeform: Shape 10282">
                <a:extLst>
                  <a:ext uri="{FF2B5EF4-FFF2-40B4-BE49-F238E27FC236}">
                    <a16:creationId xmlns:a16="http://schemas.microsoft.com/office/drawing/2014/main" id="{567EFDAE-FF54-8F6F-368A-1C489AACFC0C}"/>
                  </a:ext>
                </a:extLst>
              </p:cNvPr>
              <p:cNvSpPr/>
              <p:nvPr/>
            </p:nvSpPr>
            <p:spPr>
              <a:xfrm>
                <a:off x="9552654" y="517140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84" name="Freeform: Shape 10283">
                <a:extLst>
                  <a:ext uri="{FF2B5EF4-FFF2-40B4-BE49-F238E27FC236}">
                    <a16:creationId xmlns:a16="http://schemas.microsoft.com/office/drawing/2014/main" id="{C7DB5712-DFC8-1B95-544E-3DBC91AD7CCD}"/>
                  </a:ext>
                </a:extLst>
              </p:cNvPr>
              <p:cNvSpPr/>
              <p:nvPr/>
            </p:nvSpPr>
            <p:spPr>
              <a:xfrm>
                <a:off x="9553865" y="517155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85" name="Freeform: Shape 10284">
                <a:extLst>
                  <a:ext uri="{FF2B5EF4-FFF2-40B4-BE49-F238E27FC236}">
                    <a16:creationId xmlns:a16="http://schemas.microsoft.com/office/drawing/2014/main" id="{F2157E4F-7C60-18DC-FC69-F4C8C905B96C}"/>
                  </a:ext>
                </a:extLst>
              </p:cNvPr>
              <p:cNvSpPr/>
              <p:nvPr/>
            </p:nvSpPr>
            <p:spPr>
              <a:xfrm>
                <a:off x="9555331" y="517143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49"/>
                    </a:cubicBezTo>
                    <a:cubicBezTo>
                      <a:pt x="1772" y="6144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86" name="Freeform: Shape 10285">
                <a:extLst>
                  <a:ext uri="{FF2B5EF4-FFF2-40B4-BE49-F238E27FC236}">
                    <a16:creationId xmlns:a16="http://schemas.microsoft.com/office/drawing/2014/main" id="{FF32C102-F8B4-36DE-C50E-741A680D6A26}"/>
                  </a:ext>
                </a:extLst>
              </p:cNvPr>
              <p:cNvSpPr/>
              <p:nvPr/>
            </p:nvSpPr>
            <p:spPr>
              <a:xfrm>
                <a:off x="9556590" y="517156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87" name="Freeform: Shape 10286">
                <a:extLst>
                  <a:ext uri="{FF2B5EF4-FFF2-40B4-BE49-F238E27FC236}">
                    <a16:creationId xmlns:a16="http://schemas.microsoft.com/office/drawing/2014/main" id="{63CF7440-9273-DD9E-941D-EB8DDECCF4D7}"/>
                  </a:ext>
                </a:extLst>
              </p:cNvPr>
              <p:cNvSpPr/>
              <p:nvPr/>
            </p:nvSpPr>
            <p:spPr>
              <a:xfrm>
                <a:off x="9557766" y="517179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50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88" name="Freeform: Shape 10287">
                <a:extLst>
                  <a:ext uri="{FF2B5EF4-FFF2-40B4-BE49-F238E27FC236}">
                    <a16:creationId xmlns:a16="http://schemas.microsoft.com/office/drawing/2014/main" id="{1BC659B9-1E37-3C16-A4F4-559F14403830}"/>
                  </a:ext>
                </a:extLst>
              </p:cNvPr>
              <p:cNvSpPr/>
              <p:nvPr/>
            </p:nvSpPr>
            <p:spPr>
              <a:xfrm>
                <a:off x="9559159" y="517180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1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89" name="Freeform: Shape 10288">
                <a:extLst>
                  <a:ext uri="{FF2B5EF4-FFF2-40B4-BE49-F238E27FC236}">
                    <a16:creationId xmlns:a16="http://schemas.microsoft.com/office/drawing/2014/main" id="{99AADCFF-AE76-C999-CEFD-5B161A83FAD3}"/>
                  </a:ext>
                </a:extLst>
              </p:cNvPr>
              <p:cNvSpPr/>
              <p:nvPr/>
            </p:nvSpPr>
            <p:spPr>
              <a:xfrm>
                <a:off x="9560643" y="517173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5"/>
                      <a:pt x="6592" y="4147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7"/>
                      <a:pt x="583" y="4955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90" name="Freeform: Shape 10289">
                <a:extLst>
                  <a:ext uri="{FF2B5EF4-FFF2-40B4-BE49-F238E27FC236}">
                    <a16:creationId xmlns:a16="http://schemas.microsoft.com/office/drawing/2014/main" id="{DD645D3F-34B6-CE2C-5B51-38FECD784D7A}"/>
                  </a:ext>
                </a:extLst>
              </p:cNvPr>
              <p:cNvSpPr/>
              <p:nvPr/>
            </p:nvSpPr>
            <p:spPr>
              <a:xfrm>
                <a:off x="9562044" y="517177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9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7" y="4955"/>
                      <a:pt x="6592" y="4147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5"/>
                      <a:pt x="1177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91" name="Freeform: Shape 10290">
                <a:extLst>
                  <a:ext uri="{FF2B5EF4-FFF2-40B4-BE49-F238E27FC236}">
                    <a16:creationId xmlns:a16="http://schemas.microsoft.com/office/drawing/2014/main" id="{6B970D3A-7E7C-EC63-0DE9-41C3FC79363A}"/>
                  </a:ext>
                </a:extLst>
              </p:cNvPr>
              <p:cNvSpPr/>
              <p:nvPr/>
            </p:nvSpPr>
            <p:spPr>
              <a:xfrm>
                <a:off x="9563186" y="517209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8" y="4955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5"/>
                      <a:pt x="1178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92" name="Freeform: Shape 10291">
                <a:extLst>
                  <a:ext uri="{FF2B5EF4-FFF2-40B4-BE49-F238E27FC236}">
                    <a16:creationId xmlns:a16="http://schemas.microsoft.com/office/drawing/2014/main" id="{71D50DF5-E0F5-3528-C7FF-0BD36325D926}"/>
                  </a:ext>
                </a:extLst>
              </p:cNvPr>
              <p:cNvSpPr/>
              <p:nvPr/>
            </p:nvSpPr>
            <p:spPr>
              <a:xfrm>
                <a:off x="9564285" y="517247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93" name="Freeform: Shape 10292">
                <a:extLst>
                  <a:ext uri="{FF2B5EF4-FFF2-40B4-BE49-F238E27FC236}">
                    <a16:creationId xmlns:a16="http://schemas.microsoft.com/office/drawing/2014/main" id="{285090F0-ED2B-D0CE-5F0E-1842C19DBCC8}"/>
                  </a:ext>
                </a:extLst>
              </p:cNvPr>
              <p:cNvSpPr/>
              <p:nvPr/>
            </p:nvSpPr>
            <p:spPr>
              <a:xfrm>
                <a:off x="9566938" y="517129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2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0" y="133"/>
                    </a:cubicBezTo>
                    <a:cubicBezTo>
                      <a:pt x="2579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94" name="Freeform: Shape 10293">
                <a:extLst>
                  <a:ext uri="{FF2B5EF4-FFF2-40B4-BE49-F238E27FC236}">
                    <a16:creationId xmlns:a16="http://schemas.microsoft.com/office/drawing/2014/main" id="{BA8111F2-A82C-7342-A291-24CB87B266E9}"/>
                  </a:ext>
                </a:extLst>
              </p:cNvPr>
              <p:cNvSpPr/>
              <p:nvPr/>
            </p:nvSpPr>
            <p:spPr>
              <a:xfrm>
                <a:off x="9561343" y="517832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7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7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7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7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95" name="Freeform: Shape 10294">
                <a:extLst>
                  <a:ext uri="{FF2B5EF4-FFF2-40B4-BE49-F238E27FC236}">
                    <a16:creationId xmlns:a16="http://schemas.microsoft.com/office/drawing/2014/main" id="{52CEF6DB-4FB7-19C7-B990-C45FA546CB16}"/>
                  </a:ext>
                </a:extLst>
              </p:cNvPr>
              <p:cNvSpPr/>
              <p:nvPr/>
            </p:nvSpPr>
            <p:spPr>
              <a:xfrm>
                <a:off x="10465420" y="4333356"/>
                <a:ext cx="6343" cy="6345"/>
              </a:xfrm>
              <a:custGeom>
                <a:avLst/>
                <a:gdLst>
                  <a:gd name="connsiteX0" fmla="*/ 3491 w 6343"/>
                  <a:gd name="connsiteY0" fmla="*/ 6413 h 6345"/>
                  <a:gd name="connsiteX1" fmla="*/ 5734 w 6343"/>
                  <a:gd name="connsiteY1" fmla="*/ 5483 h 6345"/>
                  <a:gd name="connsiteX2" fmla="*/ 6663 w 6343"/>
                  <a:gd name="connsiteY2" fmla="*/ 3240 h 6345"/>
                  <a:gd name="connsiteX3" fmla="*/ 5734 w 6343"/>
                  <a:gd name="connsiteY3" fmla="*/ 997 h 6345"/>
                  <a:gd name="connsiteX4" fmla="*/ 3491 w 6343"/>
                  <a:gd name="connsiteY4" fmla="*/ 67 h 6345"/>
                  <a:gd name="connsiteX5" fmla="*/ 1249 w 6343"/>
                  <a:gd name="connsiteY5" fmla="*/ 997 h 6345"/>
                  <a:gd name="connsiteX6" fmla="*/ 320 w 6343"/>
                  <a:gd name="connsiteY6" fmla="*/ 3240 h 6345"/>
                  <a:gd name="connsiteX7" fmla="*/ 1249 w 6343"/>
                  <a:gd name="connsiteY7" fmla="*/ 5483 h 6345"/>
                  <a:gd name="connsiteX8" fmla="*/ 3491 w 6343"/>
                  <a:gd name="connsiteY8" fmla="*/ 64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1" y="6413"/>
                    </a:moveTo>
                    <a:cubicBezTo>
                      <a:pt x="4332" y="6413"/>
                      <a:pt x="5139" y="6078"/>
                      <a:pt x="5734" y="5483"/>
                    </a:cubicBezTo>
                    <a:cubicBezTo>
                      <a:pt x="6329" y="4888"/>
                      <a:pt x="6663" y="4081"/>
                      <a:pt x="6663" y="3240"/>
                    </a:cubicBezTo>
                    <a:cubicBezTo>
                      <a:pt x="6663" y="2399"/>
                      <a:pt x="6329" y="1592"/>
                      <a:pt x="5734" y="997"/>
                    </a:cubicBezTo>
                    <a:cubicBezTo>
                      <a:pt x="5139" y="402"/>
                      <a:pt x="4332" y="67"/>
                      <a:pt x="3491" y="67"/>
                    </a:cubicBezTo>
                    <a:cubicBezTo>
                      <a:pt x="2650" y="67"/>
                      <a:pt x="1843" y="402"/>
                      <a:pt x="1249" y="997"/>
                    </a:cubicBezTo>
                    <a:cubicBezTo>
                      <a:pt x="654" y="1592"/>
                      <a:pt x="320" y="2399"/>
                      <a:pt x="320" y="3240"/>
                    </a:cubicBezTo>
                    <a:cubicBezTo>
                      <a:pt x="320" y="4081"/>
                      <a:pt x="654" y="4888"/>
                      <a:pt x="1249" y="5483"/>
                    </a:cubicBezTo>
                    <a:cubicBezTo>
                      <a:pt x="1843" y="6078"/>
                      <a:pt x="2650" y="6413"/>
                      <a:pt x="3491" y="64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96" name="Freeform: Shape 10295">
                <a:extLst>
                  <a:ext uri="{FF2B5EF4-FFF2-40B4-BE49-F238E27FC236}">
                    <a16:creationId xmlns:a16="http://schemas.microsoft.com/office/drawing/2014/main" id="{E5FB240D-DCEB-7CFF-22AD-62C1305D711B}"/>
                  </a:ext>
                </a:extLst>
              </p:cNvPr>
              <p:cNvSpPr/>
              <p:nvPr/>
            </p:nvSpPr>
            <p:spPr>
              <a:xfrm>
                <a:off x="9600729" y="5152148"/>
                <a:ext cx="6343" cy="6345"/>
              </a:xfrm>
              <a:custGeom>
                <a:avLst/>
                <a:gdLst>
                  <a:gd name="connsiteX0" fmla="*/ 3423 w 6343"/>
                  <a:gd name="connsiteY0" fmla="*/ 6477 h 6345"/>
                  <a:gd name="connsiteX1" fmla="*/ 5666 w 6343"/>
                  <a:gd name="connsiteY1" fmla="*/ 5548 h 6345"/>
                  <a:gd name="connsiteX2" fmla="*/ 6595 w 6343"/>
                  <a:gd name="connsiteY2" fmla="*/ 3305 h 6345"/>
                  <a:gd name="connsiteX3" fmla="*/ 5666 w 6343"/>
                  <a:gd name="connsiteY3" fmla="*/ 1061 h 6345"/>
                  <a:gd name="connsiteX4" fmla="*/ 3423 w 6343"/>
                  <a:gd name="connsiteY4" fmla="*/ 132 h 6345"/>
                  <a:gd name="connsiteX5" fmla="*/ 1181 w 6343"/>
                  <a:gd name="connsiteY5" fmla="*/ 1061 h 6345"/>
                  <a:gd name="connsiteX6" fmla="*/ 252 w 6343"/>
                  <a:gd name="connsiteY6" fmla="*/ 3305 h 6345"/>
                  <a:gd name="connsiteX7" fmla="*/ 1181 w 6343"/>
                  <a:gd name="connsiteY7" fmla="*/ 5548 h 6345"/>
                  <a:gd name="connsiteX8" fmla="*/ 342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7"/>
                    </a:moveTo>
                    <a:cubicBezTo>
                      <a:pt x="4264" y="6477"/>
                      <a:pt x="5071" y="6143"/>
                      <a:pt x="5666" y="5548"/>
                    </a:cubicBezTo>
                    <a:cubicBezTo>
                      <a:pt x="6261" y="4953"/>
                      <a:pt x="6595" y="4146"/>
                      <a:pt x="6595" y="3305"/>
                    </a:cubicBezTo>
                    <a:cubicBezTo>
                      <a:pt x="6595" y="2463"/>
                      <a:pt x="6261" y="1656"/>
                      <a:pt x="5666" y="1061"/>
                    </a:cubicBezTo>
                    <a:cubicBezTo>
                      <a:pt x="5071" y="466"/>
                      <a:pt x="4264" y="132"/>
                      <a:pt x="3423" y="132"/>
                    </a:cubicBezTo>
                    <a:cubicBezTo>
                      <a:pt x="2582" y="132"/>
                      <a:pt x="1775" y="466"/>
                      <a:pt x="1181" y="1061"/>
                    </a:cubicBezTo>
                    <a:cubicBezTo>
                      <a:pt x="586" y="1656"/>
                      <a:pt x="252" y="2463"/>
                      <a:pt x="252" y="3305"/>
                    </a:cubicBezTo>
                    <a:cubicBezTo>
                      <a:pt x="252" y="4146"/>
                      <a:pt x="586" y="4953"/>
                      <a:pt x="1181" y="5548"/>
                    </a:cubicBezTo>
                    <a:cubicBezTo>
                      <a:pt x="1775" y="6143"/>
                      <a:pt x="2582" y="6477"/>
                      <a:pt x="342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97" name="Freeform: Shape 10296">
                <a:extLst>
                  <a:ext uri="{FF2B5EF4-FFF2-40B4-BE49-F238E27FC236}">
                    <a16:creationId xmlns:a16="http://schemas.microsoft.com/office/drawing/2014/main" id="{087D560D-728B-762E-D46D-736DE3751DD1}"/>
                  </a:ext>
                </a:extLst>
              </p:cNvPr>
              <p:cNvSpPr/>
              <p:nvPr/>
            </p:nvSpPr>
            <p:spPr>
              <a:xfrm>
                <a:off x="9600286" y="5154284"/>
                <a:ext cx="6343" cy="6345"/>
              </a:xfrm>
              <a:custGeom>
                <a:avLst/>
                <a:gdLst>
                  <a:gd name="connsiteX0" fmla="*/ 3423 w 6343"/>
                  <a:gd name="connsiteY0" fmla="*/ 6477 h 6345"/>
                  <a:gd name="connsiteX1" fmla="*/ 5666 w 6343"/>
                  <a:gd name="connsiteY1" fmla="*/ 5548 h 6345"/>
                  <a:gd name="connsiteX2" fmla="*/ 6595 w 6343"/>
                  <a:gd name="connsiteY2" fmla="*/ 3305 h 6345"/>
                  <a:gd name="connsiteX3" fmla="*/ 5666 w 6343"/>
                  <a:gd name="connsiteY3" fmla="*/ 1061 h 6345"/>
                  <a:gd name="connsiteX4" fmla="*/ 3423 w 6343"/>
                  <a:gd name="connsiteY4" fmla="*/ 132 h 6345"/>
                  <a:gd name="connsiteX5" fmla="*/ 1180 w 6343"/>
                  <a:gd name="connsiteY5" fmla="*/ 1061 h 6345"/>
                  <a:gd name="connsiteX6" fmla="*/ 252 w 6343"/>
                  <a:gd name="connsiteY6" fmla="*/ 3305 h 6345"/>
                  <a:gd name="connsiteX7" fmla="*/ 1180 w 6343"/>
                  <a:gd name="connsiteY7" fmla="*/ 5548 h 6345"/>
                  <a:gd name="connsiteX8" fmla="*/ 342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7"/>
                    </a:moveTo>
                    <a:cubicBezTo>
                      <a:pt x="4264" y="6477"/>
                      <a:pt x="5071" y="6143"/>
                      <a:pt x="5666" y="5548"/>
                    </a:cubicBezTo>
                    <a:cubicBezTo>
                      <a:pt x="6260" y="4953"/>
                      <a:pt x="6595" y="4146"/>
                      <a:pt x="6595" y="3305"/>
                    </a:cubicBezTo>
                    <a:cubicBezTo>
                      <a:pt x="6595" y="2463"/>
                      <a:pt x="6260" y="1656"/>
                      <a:pt x="5666" y="1061"/>
                    </a:cubicBezTo>
                    <a:cubicBezTo>
                      <a:pt x="5071" y="466"/>
                      <a:pt x="4264" y="132"/>
                      <a:pt x="3423" y="132"/>
                    </a:cubicBezTo>
                    <a:cubicBezTo>
                      <a:pt x="2582" y="132"/>
                      <a:pt x="1775" y="466"/>
                      <a:pt x="1180" y="1061"/>
                    </a:cubicBezTo>
                    <a:cubicBezTo>
                      <a:pt x="586" y="1656"/>
                      <a:pt x="252" y="2463"/>
                      <a:pt x="252" y="3305"/>
                    </a:cubicBezTo>
                    <a:cubicBezTo>
                      <a:pt x="252" y="4146"/>
                      <a:pt x="586" y="4953"/>
                      <a:pt x="1180" y="5548"/>
                    </a:cubicBezTo>
                    <a:cubicBezTo>
                      <a:pt x="1775" y="6143"/>
                      <a:pt x="2582" y="6477"/>
                      <a:pt x="342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98" name="Freeform: Shape 10297">
                <a:extLst>
                  <a:ext uri="{FF2B5EF4-FFF2-40B4-BE49-F238E27FC236}">
                    <a16:creationId xmlns:a16="http://schemas.microsoft.com/office/drawing/2014/main" id="{8F75FA9D-9752-B87E-2DAB-BB0A8F7FC23F}"/>
                  </a:ext>
                </a:extLst>
              </p:cNvPr>
              <p:cNvSpPr/>
              <p:nvPr/>
            </p:nvSpPr>
            <p:spPr>
              <a:xfrm>
                <a:off x="9597564" y="5158406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8 h 6345"/>
                  <a:gd name="connsiteX2" fmla="*/ 6594 w 6343"/>
                  <a:gd name="connsiteY2" fmla="*/ 3305 h 6345"/>
                  <a:gd name="connsiteX3" fmla="*/ 5666 w 6343"/>
                  <a:gd name="connsiteY3" fmla="*/ 1062 h 6345"/>
                  <a:gd name="connsiteX4" fmla="*/ 3423 w 6343"/>
                  <a:gd name="connsiteY4" fmla="*/ 132 h 6345"/>
                  <a:gd name="connsiteX5" fmla="*/ 1180 w 6343"/>
                  <a:gd name="connsiteY5" fmla="*/ 1062 h 6345"/>
                  <a:gd name="connsiteX6" fmla="*/ 251 w 6343"/>
                  <a:gd name="connsiteY6" fmla="*/ 3305 h 6345"/>
                  <a:gd name="connsiteX7" fmla="*/ 1180 w 6343"/>
                  <a:gd name="connsiteY7" fmla="*/ 5548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3"/>
                      <a:pt x="5666" y="5548"/>
                    </a:cubicBezTo>
                    <a:cubicBezTo>
                      <a:pt x="6260" y="4953"/>
                      <a:pt x="6594" y="4146"/>
                      <a:pt x="6594" y="3305"/>
                    </a:cubicBezTo>
                    <a:cubicBezTo>
                      <a:pt x="6594" y="2464"/>
                      <a:pt x="6260" y="1657"/>
                      <a:pt x="5666" y="1062"/>
                    </a:cubicBezTo>
                    <a:cubicBezTo>
                      <a:pt x="5071" y="467"/>
                      <a:pt x="4264" y="132"/>
                      <a:pt x="3423" y="132"/>
                    </a:cubicBezTo>
                    <a:cubicBezTo>
                      <a:pt x="2582" y="132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5"/>
                    </a:cubicBezTo>
                    <a:cubicBezTo>
                      <a:pt x="251" y="4146"/>
                      <a:pt x="586" y="4953"/>
                      <a:pt x="1180" y="5548"/>
                    </a:cubicBezTo>
                    <a:cubicBezTo>
                      <a:pt x="1775" y="6143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299" name="Freeform: Shape 10298">
                <a:extLst>
                  <a:ext uri="{FF2B5EF4-FFF2-40B4-BE49-F238E27FC236}">
                    <a16:creationId xmlns:a16="http://schemas.microsoft.com/office/drawing/2014/main" id="{367F14C6-D039-0226-4391-A313954844DD}"/>
                  </a:ext>
                </a:extLst>
              </p:cNvPr>
              <p:cNvSpPr/>
              <p:nvPr/>
            </p:nvSpPr>
            <p:spPr>
              <a:xfrm>
                <a:off x="9594080" y="5164729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00" name="Freeform: Shape 10299">
                <a:extLst>
                  <a:ext uri="{FF2B5EF4-FFF2-40B4-BE49-F238E27FC236}">
                    <a16:creationId xmlns:a16="http://schemas.microsoft.com/office/drawing/2014/main" id="{E39BA0CA-0665-58D4-2371-C38C93B932DD}"/>
                  </a:ext>
                </a:extLst>
              </p:cNvPr>
              <p:cNvSpPr/>
              <p:nvPr/>
            </p:nvSpPr>
            <p:spPr>
              <a:xfrm>
                <a:off x="9594392" y="5166057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01" name="Freeform: Shape 10300">
                <a:extLst>
                  <a:ext uri="{FF2B5EF4-FFF2-40B4-BE49-F238E27FC236}">
                    <a16:creationId xmlns:a16="http://schemas.microsoft.com/office/drawing/2014/main" id="{AA8B1EFC-2D7B-87AB-251B-2B41F1D5096C}"/>
                  </a:ext>
                </a:extLst>
              </p:cNvPr>
              <p:cNvSpPr/>
              <p:nvPr/>
            </p:nvSpPr>
            <p:spPr>
              <a:xfrm>
                <a:off x="9593781" y="5168154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3"/>
                      <a:pt x="3423" y="133"/>
                    </a:cubicBezTo>
                    <a:cubicBezTo>
                      <a:pt x="2581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02" name="Freeform: Shape 10301">
                <a:extLst>
                  <a:ext uri="{FF2B5EF4-FFF2-40B4-BE49-F238E27FC236}">
                    <a16:creationId xmlns:a16="http://schemas.microsoft.com/office/drawing/2014/main" id="{19865DF8-53F0-EE95-B47C-0E30CA264445}"/>
                  </a:ext>
                </a:extLst>
              </p:cNvPr>
              <p:cNvSpPr/>
              <p:nvPr/>
            </p:nvSpPr>
            <p:spPr>
              <a:xfrm>
                <a:off x="9595847" y="516955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03" name="Freeform: Shape 10302">
                <a:extLst>
                  <a:ext uri="{FF2B5EF4-FFF2-40B4-BE49-F238E27FC236}">
                    <a16:creationId xmlns:a16="http://schemas.microsoft.com/office/drawing/2014/main" id="{00893627-476D-B5A1-2E56-C1AD0421F0F1}"/>
                  </a:ext>
                </a:extLst>
              </p:cNvPr>
              <p:cNvSpPr/>
              <p:nvPr/>
            </p:nvSpPr>
            <p:spPr>
              <a:xfrm>
                <a:off x="9597535" y="516973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4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04" name="Freeform: Shape 10303">
                <a:extLst>
                  <a:ext uri="{FF2B5EF4-FFF2-40B4-BE49-F238E27FC236}">
                    <a16:creationId xmlns:a16="http://schemas.microsoft.com/office/drawing/2014/main" id="{75AE9292-40B1-277B-C6C8-60BABA410741}"/>
                  </a:ext>
                </a:extLst>
              </p:cNvPr>
              <p:cNvSpPr/>
              <p:nvPr/>
            </p:nvSpPr>
            <p:spPr>
              <a:xfrm>
                <a:off x="9598392" y="5170603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5"/>
                      <a:pt x="6260" y="1657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7"/>
                      <a:pt x="251" y="2465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05" name="Freeform: Shape 10304">
                <a:extLst>
                  <a:ext uri="{FF2B5EF4-FFF2-40B4-BE49-F238E27FC236}">
                    <a16:creationId xmlns:a16="http://schemas.microsoft.com/office/drawing/2014/main" id="{4B76D4B3-90AE-45D9-0140-7542F3EBF8E2}"/>
                  </a:ext>
                </a:extLst>
              </p:cNvPr>
              <p:cNvSpPr/>
              <p:nvPr/>
            </p:nvSpPr>
            <p:spPr>
              <a:xfrm>
                <a:off x="9600969" y="5170110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2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2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06" name="Freeform: Shape 10305">
                <a:extLst>
                  <a:ext uri="{FF2B5EF4-FFF2-40B4-BE49-F238E27FC236}">
                    <a16:creationId xmlns:a16="http://schemas.microsoft.com/office/drawing/2014/main" id="{9E9F5A7C-0C86-8FC2-14DF-9840698AB050}"/>
                  </a:ext>
                </a:extLst>
              </p:cNvPr>
              <p:cNvSpPr/>
              <p:nvPr/>
            </p:nvSpPr>
            <p:spPr>
              <a:xfrm>
                <a:off x="9603013" y="517006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2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2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07" name="Freeform: Shape 10306">
                <a:extLst>
                  <a:ext uri="{FF2B5EF4-FFF2-40B4-BE49-F238E27FC236}">
                    <a16:creationId xmlns:a16="http://schemas.microsoft.com/office/drawing/2014/main" id="{8CB8F238-47E7-FAA0-B4A2-74D761395A53}"/>
                  </a:ext>
                </a:extLst>
              </p:cNvPr>
              <p:cNvSpPr/>
              <p:nvPr/>
            </p:nvSpPr>
            <p:spPr>
              <a:xfrm>
                <a:off x="9604765" y="5170277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1 w 6343"/>
                  <a:gd name="connsiteY5" fmla="*/ 1062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2"/>
                    </a:cubicBezTo>
                    <a:cubicBezTo>
                      <a:pt x="5071" y="468"/>
                      <a:pt x="4265" y="133"/>
                      <a:pt x="3423" y="133"/>
                    </a:cubicBezTo>
                    <a:cubicBezTo>
                      <a:pt x="2582" y="133"/>
                      <a:pt x="1776" y="468"/>
                      <a:pt x="1181" y="1062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08" name="Freeform: Shape 10307">
                <a:extLst>
                  <a:ext uri="{FF2B5EF4-FFF2-40B4-BE49-F238E27FC236}">
                    <a16:creationId xmlns:a16="http://schemas.microsoft.com/office/drawing/2014/main" id="{0856A693-127C-0E4F-ECE9-04CA3A94D439}"/>
                  </a:ext>
                </a:extLst>
              </p:cNvPr>
              <p:cNvSpPr/>
              <p:nvPr/>
            </p:nvSpPr>
            <p:spPr>
              <a:xfrm>
                <a:off x="9606071" y="517084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4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09" name="Freeform: Shape 10308">
                <a:extLst>
                  <a:ext uri="{FF2B5EF4-FFF2-40B4-BE49-F238E27FC236}">
                    <a16:creationId xmlns:a16="http://schemas.microsoft.com/office/drawing/2014/main" id="{7FFA3EA8-5DA9-6C2E-F71A-48D749845A9F}"/>
                  </a:ext>
                </a:extLst>
              </p:cNvPr>
              <p:cNvSpPr/>
              <p:nvPr/>
            </p:nvSpPr>
            <p:spPr>
              <a:xfrm>
                <a:off x="9607828" y="517108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10" name="Freeform: Shape 10309">
                <a:extLst>
                  <a:ext uri="{FF2B5EF4-FFF2-40B4-BE49-F238E27FC236}">
                    <a16:creationId xmlns:a16="http://schemas.microsoft.com/office/drawing/2014/main" id="{9499C541-C25E-A864-F6E6-D2FE1B7AFBD8}"/>
                  </a:ext>
                </a:extLst>
              </p:cNvPr>
              <p:cNvSpPr/>
              <p:nvPr/>
            </p:nvSpPr>
            <p:spPr>
              <a:xfrm>
                <a:off x="9610092" y="5170969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5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7"/>
                      <a:pt x="587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11" name="Freeform: Shape 10310">
                <a:extLst>
                  <a:ext uri="{FF2B5EF4-FFF2-40B4-BE49-F238E27FC236}">
                    <a16:creationId xmlns:a16="http://schemas.microsoft.com/office/drawing/2014/main" id="{B1AE5182-141F-89B7-8DBC-ACDE5D97C927}"/>
                  </a:ext>
                </a:extLst>
              </p:cNvPr>
              <p:cNvSpPr/>
              <p:nvPr/>
            </p:nvSpPr>
            <p:spPr>
              <a:xfrm>
                <a:off x="9611603" y="5171431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1" y="4955"/>
                      <a:pt x="6596" y="4147"/>
                      <a:pt x="6596" y="3306"/>
                    </a:cubicBezTo>
                    <a:cubicBezTo>
                      <a:pt x="6596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7"/>
                      <a:pt x="587" y="4955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12" name="Freeform: Shape 10311">
                <a:extLst>
                  <a:ext uri="{FF2B5EF4-FFF2-40B4-BE49-F238E27FC236}">
                    <a16:creationId xmlns:a16="http://schemas.microsoft.com/office/drawing/2014/main" id="{F084A007-E5F0-02ED-422D-30972B56E8BD}"/>
                  </a:ext>
                </a:extLst>
              </p:cNvPr>
              <p:cNvSpPr/>
              <p:nvPr/>
            </p:nvSpPr>
            <p:spPr>
              <a:xfrm>
                <a:off x="9667036" y="5154780"/>
                <a:ext cx="6343" cy="6345"/>
              </a:xfrm>
              <a:custGeom>
                <a:avLst/>
                <a:gdLst>
                  <a:gd name="connsiteX0" fmla="*/ 3428 w 6343"/>
                  <a:gd name="connsiteY0" fmla="*/ 6477 h 6345"/>
                  <a:gd name="connsiteX1" fmla="*/ 5671 w 6343"/>
                  <a:gd name="connsiteY1" fmla="*/ 5548 h 6345"/>
                  <a:gd name="connsiteX2" fmla="*/ 6600 w 6343"/>
                  <a:gd name="connsiteY2" fmla="*/ 3305 h 6345"/>
                  <a:gd name="connsiteX3" fmla="*/ 5671 w 6343"/>
                  <a:gd name="connsiteY3" fmla="*/ 1061 h 6345"/>
                  <a:gd name="connsiteX4" fmla="*/ 3428 w 6343"/>
                  <a:gd name="connsiteY4" fmla="*/ 132 h 6345"/>
                  <a:gd name="connsiteX5" fmla="*/ 1186 w 6343"/>
                  <a:gd name="connsiteY5" fmla="*/ 1061 h 6345"/>
                  <a:gd name="connsiteX6" fmla="*/ 257 w 6343"/>
                  <a:gd name="connsiteY6" fmla="*/ 3305 h 6345"/>
                  <a:gd name="connsiteX7" fmla="*/ 1186 w 6343"/>
                  <a:gd name="connsiteY7" fmla="*/ 5548 h 6345"/>
                  <a:gd name="connsiteX8" fmla="*/ 3428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7"/>
                    </a:moveTo>
                    <a:cubicBezTo>
                      <a:pt x="4269" y="6477"/>
                      <a:pt x="5076" y="6143"/>
                      <a:pt x="5671" y="5548"/>
                    </a:cubicBezTo>
                    <a:cubicBezTo>
                      <a:pt x="6266" y="4953"/>
                      <a:pt x="6600" y="4146"/>
                      <a:pt x="6600" y="3305"/>
                    </a:cubicBezTo>
                    <a:cubicBezTo>
                      <a:pt x="6600" y="2463"/>
                      <a:pt x="6266" y="1656"/>
                      <a:pt x="5671" y="1061"/>
                    </a:cubicBezTo>
                    <a:cubicBezTo>
                      <a:pt x="5076" y="466"/>
                      <a:pt x="4269" y="132"/>
                      <a:pt x="3428" y="132"/>
                    </a:cubicBezTo>
                    <a:cubicBezTo>
                      <a:pt x="2587" y="132"/>
                      <a:pt x="1780" y="466"/>
                      <a:pt x="1186" y="1061"/>
                    </a:cubicBezTo>
                    <a:cubicBezTo>
                      <a:pt x="591" y="1656"/>
                      <a:pt x="257" y="2463"/>
                      <a:pt x="257" y="3305"/>
                    </a:cubicBezTo>
                    <a:cubicBezTo>
                      <a:pt x="257" y="4146"/>
                      <a:pt x="591" y="4953"/>
                      <a:pt x="1186" y="5548"/>
                    </a:cubicBezTo>
                    <a:cubicBezTo>
                      <a:pt x="1780" y="6143"/>
                      <a:pt x="2587" y="6477"/>
                      <a:pt x="3428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13" name="Freeform: Shape 10312">
                <a:extLst>
                  <a:ext uri="{FF2B5EF4-FFF2-40B4-BE49-F238E27FC236}">
                    <a16:creationId xmlns:a16="http://schemas.microsoft.com/office/drawing/2014/main" id="{F3651D93-8C05-54F1-93DB-045A3AFF25F7}"/>
                  </a:ext>
                </a:extLst>
              </p:cNvPr>
              <p:cNvSpPr/>
              <p:nvPr/>
            </p:nvSpPr>
            <p:spPr>
              <a:xfrm>
                <a:off x="10023873" y="4936728"/>
                <a:ext cx="6343" cy="6345"/>
              </a:xfrm>
              <a:custGeom>
                <a:avLst/>
                <a:gdLst>
                  <a:gd name="connsiteX0" fmla="*/ 3457 w 6343"/>
                  <a:gd name="connsiteY0" fmla="*/ 6460 h 6345"/>
                  <a:gd name="connsiteX1" fmla="*/ 5699 w 6343"/>
                  <a:gd name="connsiteY1" fmla="*/ 5531 h 6345"/>
                  <a:gd name="connsiteX2" fmla="*/ 6628 w 6343"/>
                  <a:gd name="connsiteY2" fmla="*/ 3288 h 6345"/>
                  <a:gd name="connsiteX3" fmla="*/ 5699 w 6343"/>
                  <a:gd name="connsiteY3" fmla="*/ 1044 h 6345"/>
                  <a:gd name="connsiteX4" fmla="*/ 3457 w 6343"/>
                  <a:gd name="connsiteY4" fmla="*/ 115 h 6345"/>
                  <a:gd name="connsiteX5" fmla="*/ 1214 w 6343"/>
                  <a:gd name="connsiteY5" fmla="*/ 1044 h 6345"/>
                  <a:gd name="connsiteX6" fmla="*/ 285 w 6343"/>
                  <a:gd name="connsiteY6" fmla="*/ 3288 h 6345"/>
                  <a:gd name="connsiteX7" fmla="*/ 1214 w 6343"/>
                  <a:gd name="connsiteY7" fmla="*/ 5531 h 6345"/>
                  <a:gd name="connsiteX8" fmla="*/ 3457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60"/>
                    </a:moveTo>
                    <a:cubicBezTo>
                      <a:pt x="4298" y="6460"/>
                      <a:pt x="5104" y="6126"/>
                      <a:pt x="5699" y="5531"/>
                    </a:cubicBezTo>
                    <a:cubicBezTo>
                      <a:pt x="6294" y="4936"/>
                      <a:pt x="6628" y="4129"/>
                      <a:pt x="6628" y="3288"/>
                    </a:cubicBezTo>
                    <a:cubicBezTo>
                      <a:pt x="6628" y="2446"/>
                      <a:pt x="6294" y="1639"/>
                      <a:pt x="5699" y="1044"/>
                    </a:cubicBezTo>
                    <a:cubicBezTo>
                      <a:pt x="5104" y="449"/>
                      <a:pt x="4298" y="115"/>
                      <a:pt x="3457" y="115"/>
                    </a:cubicBezTo>
                    <a:cubicBezTo>
                      <a:pt x="2615" y="115"/>
                      <a:pt x="1809" y="449"/>
                      <a:pt x="1214" y="1044"/>
                    </a:cubicBezTo>
                    <a:cubicBezTo>
                      <a:pt x="619" y="1639"/>
                      <a:pt x="285" y="2446"/>
                      <a:pt x="285" y="3288"/>
                    </a:cubicBezTo>
                    <a:cubicBezTo>
                      <a:pt x="285" y="4129"/>
                      <a:pt x="619" y="4936"/>
                      <a:pt x="1214" y="5531"/>
                    </a:cubicBezTo>
                    <a:cubicBezTo>
                      <a:pt x="1809" y="6126"/>
                      <a:pt x="2615" y="6460"/>
                      <a:pt x="3457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14" name="Freeform: Shape 10313">
                <a:extLst>
                  <a:ext uri="{FF2B5EF4-FFF2-40B4-BE49-F238E27FC236}">
                    <a16:creationId xmlns:a16="http://schemas.microsoft.com/office/drawing/2014/main" id="{E8C84205-3D8F-2D6D-6841-23974254524D}"/>
                  </a:ext>
                </a:extLst>
              </p:cNvPr>
              <p:cNvSpPr/>
              <p:nvPr/>
            </p:nvSpPr>
            <p:spPr>
              <a:xfrm>
                <a:off x="10024443" y="4941271"/>
                <a:ext cx="6343" cy="6345"/>
              </a:xfrm>
              <a:custGeom>
                <a:avLst/>
                <a:gdLst>
                  <a:gd name="connsiteX0" fmla="*/ 3457 w 6343"/>
                  <a:gd name="connsiteY0" fmla="*/ 6461 h 6345"/>
                  <a:gd name="connsiteX1" fmla="*/ 5699 w 6343"/>
                  <a:gd name="connsiteY1" fmla="*/ 5531 h 6345"/>
                  <a:gd name="connsiteX2" fmla="*/ 6628 w 6343"/>
                  <a:gd name="connsiteY2" fmla="*/ 3288 h 6345"/>
                  <a:gd name="connsiteX3" fmla="*/ 5699 w 6343"/>
                  <a:gd name="connsiteY3" fmla="*/ 1044 h 6345"/>
                  <a:gd name="connsiteX4" fmla="*/ 3457 w 6343"/>
                  <a:gd name="connsiteY4" fmla="*/ 115 h 6345"/>
                  <a:gd name="connsiteX5" fmla="*/ 1214 w 6343"/>
                  <a:gd name="connsiteY5" fmla="*/ 1044 h 6345"/>
                  <a:gd name="connsiteX6" fmla="*/ 285 w 6343"/>
                  <a:gd name="connsiteY6" fmla="*/ 3288 h 6345"/>
                  <a:gd name="connsiteX7" fmla="*/ 1214 w 6343"/>
                  <a:gd name="connsiteY7" fmla="*/ 5531 h 6345"/>
                  <a:gd name="connsiteX8" fmla="*/ 3457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61"/>
                    </a:moveTo>
                    <a:cubicBezTo>
                      <a:pt x="4298" y="6461"/>
                      <a:pt x="5104" y="6126"/>
                      <a:pt x="5699" y="5531"/>
                    </a:cubicBezTo>
                    <a:cubicBezTo>
                      <a:pt x="6294" y="4936"/>
                      <a:pt x="6628" y="4129"/>
                      <a:pt x="6628" y="3288"/>
                    </a:cubicBezTo>
                    <a:cubicBezTo>
                      <a:pt x="6628" y="2446"/>
                      <a:pt x="6294" y="1639"/>
                      <a:pt x="5699" y="1044"/>
                    </a:cubicBezTo>
                    <a:cubicBezTo>
                      <a:pt x="5104" y="449"/>
                      <a:pt x="4298" y="115"/>
                      <a:pt x="3457" y="115"/>
                    </a:cubicBezTo>
                    <a:cubicBezTo>
                      <a:pt x="2615" y="115"/>
                      <a:pt x="1809" y="449"/>
                      <a:pt x="1214" y="1044"/>
                    </a:cubicBezTo>
                    <a:cubicBezTo>
                      <a:pt x="619" y="1639"/>
                      <a:pt x="285" y="2446"/>
                      <a:pt x="285" y="3288"/>
                    </a:cubicBezTo>
                    <a:cubicBezTo>
                      <a:pt x="285" y="4129"/>
                      <a:pt x="619" y="4936"/>
                      <a:pt x="1214" y="5531"/>
                    </a:cubicBezTo>
                    <a:cubicBezTo>
                      <a:pt x="1809" y="6126"/>
                      <a:pt x="2615" y="6461"/>
                      <a:pt x="3457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15" name="Freeform: Shape 10314">
                <a:extLst>
                  <a:ext uri="{FF2B5EF4-FFF2-40B4-BE49-F238E27FC236}">
                    <a16:creationId xmlns:a16="http://schemas.microsoft.com/office/drawing/2014/main" id="{CD3AC611-3C16-5C21-A11A-CA70793FDBAD}"/>
                  </a:ext>
                </a:extLst>
              </p:cNvPr>
              <p:cNvSpPr/>
              <p:nvPr/>
            </p:nvSpPr>
            <p:spPr>
              <a:xfrm>
                <a:off x="10027565" y="4944257"/>
                <a:ext cx="6343" cy="6345"/>
              </a:xfrm>
              <a:custGeom>
                <a:avLst/>
                <a:gdLst>
                  <a:gd name="connsiteX0" fmla="*/ 3457 w 6343"/>
                  <a:gd name="connsiteY0" fmla="*/ 6461 h 6345"/>
                  <a:gd name="connsiteX1" fmla="*/ 5699 w 6343"/>
                  <a:gd name="connsiteY1" fmla="*/ 5532 h 6345"/>
                  <a:gd name="connsiteX2" fmla="*/ 6628 w 6343"/>
                  <a:gd name="connsiteY2" fmla="*/ 3288 h 6345"/>
                  <a:gd name="connsiteX3" fmla="*/ 5699 w 6343"/>
                  <a:gd name="connsiteY3" fmla="*/ 1045 h 6345"/>
                  <a:gd name="connsiteX4" fmla="*/ 3457 w 6343"/>
                  <a:gd name="connsiteY4" fmla="*/ 115 h 6345"/>
                  <a:gd name="connsiteX5" fmla="*/ 1214 w 6343"/>
                  <a:gd name="connsiteY5" fmla="*/ 1045 h 6345"/>
                  <a:gd name="connsiteX6" fmla="*/ 285 w 6343"/>
                  <a:gd name="connsiteY6" fmla="*/ 3288 h 6345"/>
                  <a:gd name="connsiteX7" fmla="*/ 1214 w 6343"/>
                  <a:gd name="connsiteY7" fmla="*/ 5532 h 6345"/>
                  <a:gd name="connsiteX8" fmla="*/ 3457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61"/>
                    </a:moveTo>
                    <a:cubicBezTo>
                      <a:pt x="4298" y="6461"/>
                      <a:pt x="5105" y="6127"/>
                      <a:pt x="5699" y="5532"/>
                    </a:cubicBezTo>
                    <a:cubicBezTo>
                      <a:pt x="6294" y="4937"/>
                      <a:pt x="6628" y="4130"/>
                      <a:pt x="6628" y="3288"/>
                    </a:cubicBezTo>
                    <a:cubicBezTo>
                      <a:pt x="6628" y="2447"/>
                      <a:pt x="6294" y="1640"/>
                      <a:pt x="5699" y="1045"/>
                    </a:cubicBezTo>
                    <a:cubicBezTo>
                      <a:pt x="5105" y="450"/>
                      <a:pt x="4298" y="115"/>
                      <a:pt x="3457" y="115"/>
                    </a:cubicBezTo>
                    <a:cubicBezTo>
                      <a:pt x="2616" y="115"/>
                      <a:pt x="1809" y="450"/>
                      <a:pt x="1214" y="1045"/>
                    </a:cubicBezTo>
                    <a:cubicBezTo>
                      <a:pt x="619" y="1640"/>
                      <a:pt x="285" y="2447"/>
                      <a:pt x="285" y="3288"/>
                    </a:cubicBezTo>
                    <a:cubicBezTo>
                      <a:pt x="285" y="4130"/>
                      <a:pt x="619" y="4937"/>
                      <a:pt x="1214" y="5532"/>
                    </a:cubicBezTo>
                    <a:cubicBezTo>
                      <a:pt x="1809" y="6127"/>
                      <a:pt x="2616" y="6461"/>
                      <a:pt x="3457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16" name="Freeform: Shape 10315">
                <a:extLst>
                  <a:ext uri="{FF2B5EF4-FFF2-40B4-BE49-F238E27FC236}">
                    <a16:creationId xmlns:a16="http://schemas.microsoft.com/office/drawing/2014/main" id="{632168FA-33F9-F108-6CA6-E5DBE0CD422F}"/>
                  </a:ext>
                </a:extLst>
              </p:cNvPr>
              <p:cNvSpPr/>
              <p:nvPr/>
            </p:nvSpPr>
            <p:spPr>
              <a:xfrm>
                <a:off x="9670168" y="5160416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9 w 6343"/>
                  <a:gd name="connsiteY4" fmla="*/ 132 h 6345"/>
                  <a:gd name="connsiteX5" fmla="*/ 1186 w 6343"/>
                  <a:gd name="connsiteY5" fmla="*/ 1062 h 6345"/>
                  <a:gd name="connsiteX6" fmla="*/ 257 w 6343"/>
                  <a:gd name="connsiteY6" fmla="*/ 3305 h 6345"/>
                  <a:gd name="connsiteX7" fmla="*/ 1186 w 6343"/>
                  <a:gd name="connsiteY7" fmla="*/ 5549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0" y="6478"/>
                      <a:pt x="5076" y="6144"/>
                      <a:pt x="5671" y="5549"/>
                    </a:cubicBezTo>
                    <a:cubicBezTo>
                      <a:pt x="6266" y="4954"/>
                      <a:pt x="6600" y="4147"/>
                      <a:pt x="6600" y="3305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6" y="467"/>
                      <a:pt x="4270" y="132"/>
                      <a:pt x="3429" y="132"/>
                    </a:cubicBezTo>
                    <a:cubicBezTo>
                      <a:pt x="2588" y="132"/>
                      <a:pt x="1781" y="467"/>
                      <a:pt x="1186" y="1062"/>
                    </a:cubicBezTo>
                    <a:cubicBezTo>
                      <a:pt x="591" y="1657"/>
                      <a:pt x="257" y="2464"/>
                      <a:pt x="257" y="3305"/>
                    </a:cubicBezTo>
                    <a:cubicBezTo>
                      <a:pt x="257" y="4147"/>
                      <a:pt x="591" y="4954"/>
                      <a:pt x="1186" y="5549"/>
                    </a:cubicBezTo>
                    <a:cubicBezTo>
                      <a:pt x="1781" y="6144"/>
                      <a:pt x="2588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17" name="Freeform: Shape 10316">
                <a:extLst>
                  <a:ext uri="{FF2B5EF4-FFF2-40B4-BE49-F238E27FC236}">
                    <a16:creationId xmlns:a16="http://schemas.microsoft.com/office/drawing/2014/main" id="{55D6FAFF-5F3D-F8A1-C848-FE583CFBC8F4}"/>
                  </a:ext>
                </a:extLst>
              </p:cNvPr>
              <p:cNvSpPr/>
              <p:nvPr/>
            </p:nvSpPr>
            <p:spPr>
              <a:xfrm>
                <a:off x="9671092" y="5161741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9 w 6343"/>
                  <a:gd name="connsiteY4" fmla="*/ 133 h 6345"/>
                  <a:gd name="connsiteX5" fmla="*/ 1186 w 6343"/>
                  <a:gd name="connsiteY5" fmla="*/ 1062 h 6345"/>
                  <a:gd name="connsiteX6" fmla="*/ 257 w 6343"/>
                  <a:gd name="connsiteY6" fmla="*/ 3305 h 6345"/>
                  <a:gd name="connsiteX7" fmla="*/ 1186 w 6343"/>
                  <a:gd name="connsiteY7" fmla="*/ 5549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0" y="6478"/>
                      <a:pt x="5077" y="6144"/>
                      <a:pt x="5671" y="5549"/>
                    </a:cubicBezTo>
                    <a:cubicBezTo>
                      <a:pt x="6266" y="4954"/>
                      <a:pt x="6600" y="4147"/>
                      <a:pt x="6600" y="3305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7" y="467"/>
                      <a:pt x="4270" y="133"/>
                      <a:pt x="3429" y="133"/>
                    </a:cubicBezTo>
                    <a:cubicBezTo>
                      <a:pt x="2588" y="133"/>
                      <a:pt x="1781" y="467"/>
                      <a:pt x="1186" y="1062"/>
                    </a:cubicBezTo>
                    <a:cubicBezTo>
                      <a:pt x="591" y="1657"/>
                      <a:pt x="257" y="2464"/>
                      <a:pt x="257" y="3305"/>
                    </a:cubicBezTo>
                    <a:cubicBezTo>
                      <a:pt x="257" y="4147"/>
                      <a:pt x="591" y="4954"/>
                      <a:pt x="1186" y="5549"/>
                    </a:cubicBezTo>
                    <a:cubicBezTo>
                      <a:pt x="1781" y="6144"/>
                      <a:pt x="2588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18" name="Freeform: Shape 10317">
                <a:extLst>
                  <a:ext uri="{FF2B5EF4-FFF2-40B4-BE49-F238E27FC236}">
                    <a16:creationId xmlns:a16="http://schemas.microsoft.com/office/drawing/2014/main" id="{D4751FBD-C66D-7E19-4CB7-A616B6678468}"/>
                  </a:ext>
                </a:extLst>
              </p:cNvPr>
              <p:cNvSpPr/>
              <p:nvPr/>
            </p:nvSpPr>
            <p:spPr>
              <a:xfrm>
                <a:off x="10033684" y="4955179"/>
                <a:ext cx="6343" cy="6345"/>
              </a:xfrm>
              <a:custGeom>
                <a:avLst/>
                <a:gdLst>
                  <a:gd name="connsiteX0" fmla="*/ 3457 w 6343"/>
                  <a:gd name="connsiteY0" fmla="*/ 6462 h 6345"/>
                  <a:gd name="connsiteX1" fmla="*/ 5700 w 6343"/>
                  <a:gd name="connsiteY1" fmla="*/ 5532 h 6345"/>
                  <a:gd name="connsiteX2" fmla="*/ 6629 w 6343"/>
                  <a:gd name="connsiteY2" fmla="*/ 3289 h 6345"/>
                  <a:gd name="connsiteX3" fmla="*/ 5700 w 6343"/>
                  <a:gd name="connsiteY3" fmla="*/ 1046 h 6345"/>
                  <a:gd name="connsiteX4" fmla="*/ 3457 w 6343"/>
                  <a:gd name="connsiteY4" fmla="*/ 116 h 6345"/>
                  <a:gd name="connsiteX5" fmla="*/ 1215 w 6343"/>
                  <a:gd name="connsiteY5" fmla="*/ 1046 h 6345"/>
                  <a:gd name="connsiteX6" fmla="*/ 286 w 6343"/>
                  <a:gd name="connsiteY6" fmla="*/ 3289 h 6345"/>
                  <a:gd name="connsiteX7" fmla="*/ 1215 w 6343"/>
                  <a:gd name="connsiteY7" fmla="*/ 5532 h 6345"/>
                  <a:gd name="connsiteX8" fmla="*/ 3457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462"/>
                    </a:moveTo>
                    <a:cubicBezTo>
                      <a:pt x="4298" y="6462"/>
                      <a:pt x="5105" y="6127"/>
                      <a:pt x="5700" y="5532"/>
                    </a:cubicBezTo>
                    <a:cubicBezTo>
                      <a:pt x="6295" y="4937"/>
                      <a:pt x="6629" y="4130"/>
                      <a:pt x="6629" y="3289"/>
                    </a:cubicBezTo>
                    <a:cubicBezTo>
                      <a:pt x="6629" y="2448"/>
                      <a:pt x="6295" y="1641"/>
                      <a:pt x="5700" y="1046"/>
                    </a:cubicBezTo>
                    <a:cubicBezTo>
                      <a:pt x="5105" y="451"/>
                      <a:pt x="4298" y="116"/>
                      <a:pt x="3457" y="116"/>
                    </a:cubicBezTo>
                    <a:cubicBezTo>
                      <a:pt x="2616" y="116"/>
                      <a:pt x="1809" y="451"/>
                      <a:pt x="1215" y="1046"/>
                    </a:cubicBezTo>
                    <a:cubicBezTo>
                      <a:pt x="620" y="1641"/>
                      <a:pt x="286" y="2448"/>
                      <a:pt x="286" y="3289"/>
                    </a:cubicBezTo>
                    <a:cubicBezTo>
                      <a:pt x="286" y="4130"/>
                      <a:pt x="620" y="4937"/>
                      <a:pt x="1215" y="5532"/>
                    </a:cubicBezTo>
                    <a:cubicBezTo>
                      <a:pt x="1809" y="6127"/>
                      <a:pt x="2616" y="6462"/>
                      <a:pt x="3457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19" name="Freeform: Shape 10318">
                <a:extLst>
                  <a:ext uri="{FF2B5EF4-FFF2-40B4-BE49-F238E27FC236}">
                    <a16:creationId xmlns:a16="http://schemas.microsoft.com/office/drawing/2014/main" id="{8D996AB2-F5E0-0785-33A1-4CA41E1EB9EE}"/>
                  </a:ext>
                </a:extLst>
              </p:cNvPr>
              <p:cNvSpPr/>
              <p:nvPr/>
            </p:nvSpPr>
            <p:spPr>
              <a:xfrm>
                <a:off x="10105028" y="4935452"/>
                <a:ext cx="6343" cy="6345"/>
              </a:xfrm>
              <a:custGeom>
                <a:avLst/>
                <a:gdLst>
                  <a:gd name="connsiteX0" fmla="*/ 3463 w 6343"/>
                  <a:gd name="connsiteY0" fmla="*/ 6460 h 6345"/>
                  <a:gd name="connsiteX1" fmla="*/ 5706 w 6343"/>
                  <a:gd name="connsiteY1" fmla="*/ 5531 h 6345"/>
                  <a:gd name="connsiteX2" fmla="*/ 6634 w 6343"/>
                  <a:gd name="connsiteY2" fmla="*/ 3287 h 6345"/>
                  <a:gd name="connsiteX3" fmla="*/ 5706 w 6343"/>
                  <a:gd name="connsiteY3" fmla="*/ 1044 h 6345"/>
                  <a:gd name="connsiteX4" fmla="*/ 3463 w 6343"/>
                  <a:gd name="connsiteY4" fmla="*/ 115 h 6345"/>
                  <a:gd name="connsiteX5" fmla="*/ 1220 w 6343"/>
                  <a:gd name="connsiteY5" fmla="*/ 1044 h 6345"/>
                  <a:gd name="connsiteX6" fmla="*/ 291 w 6343"/>
                  <a:gd name="connsiteY6" fmla="*/ 3287 h 6345"/>
                  <a:gd name="connsiteX7" fmla="*/ 1220 w 6343"/>
                  <a:gd name="connsiteY7" fmla="*/ 5531 h 6345"/>
                  <a:gd name="connsiteX8" fmla="*/ 3463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3" y="6460"/>
                    </a:moveTo>
                    <a:cubicBezTo>
                      <a:pt x="4304" y="6460"/>
                      <a:pt x="5111" y="6126"/>
                      <a:pt x="5706" y="5531"/>
                    </a:cubicBezTo>
                    <a:cubicBezTo>
                      <a:pt x="6300" y="4936"/>
                      <a:pt x="6634" y="4129"/>
                      <a:pt x="6634" y="3287"/>
                    </a:cubicBezTo>
                    <a:cubicBezTo>
                      <a:pt x="6634" y="2446"/>
                      <a:pt x="6300" y="1639"/>
                      <a:pt x="5706" y="1044"/>
                    </a:cubicBezTo>
                    <a:cubicBezTo>
                      <a:pt x="5111" y="449"/>
                      <a:pt x="4304" y="115"/>
                      <a:pt x="3463" y="115"/>
                    </a:cubicBezTo>
                    <a:cubicBezTo>
                      <a:pt x="2622" y="115"/>
                      <a:pt x="1815" y="449"/>
                      <a:pt x="1220" y="1044"/>
                    </a:cubicBezTo>
                    <a:cubicBezTo>
                      <a:pt x="626" y="1639"/>
                      <a:pt x="291" y="2446"/>
                      <a:pt x="291" y="3287"/>
                    </a:cubicBezTo>
                    <a:cubicBezTo>
                      <a:pt x="291" y="4129"/>
                      <a:pt x="626" y="4936"/>
                      <a:pt x="1220" y="5531"/>
                    </a:cubicBezTo>
                    <a:cubicBezTo>
                      <a:pt x="1815" y="6126"/>
                      <a:pt x="2622" y="6460"/>
                      <a:pt x="3463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20" name="Freeform: Shape 10319">
                <a:extLst>
                  <a:ext uri="{FF2B5EF4-FFF2-40B4-BE49-F238E27FC236}">
                    <a16:creationId xmlns:a16="http://schemas.microsoft.com/office/drawing/2014/main" id="{DBA590C8-6744-279C-D697-7FF285224C3E}"/>
                  </a:ext>
                </a:extLst>
              </p:cNvPr>
              <p:cNvSpPr/>
              <p:nvPr/>
            </p:nvSpPr>
            <p:spPr>
              <a:xfrm>
                <a:off x="10107491" y="4939366"/>
                <a:ext cx="6343" cy="6345"/>
              </a:xfrm>
              <a:custGeom>
                <a:avLst/>
                <a:gdLst>
                  <a:gd name="connsiteX0" fmla="*/ 3463 w 6343"/>
                  <a:gd name="connsiteY0" fmla="*/ 6460 h 6345"/>
                  <a:gd name="connsiteX1" fmla="*/ 5706 w 6343"/>
                  <a:gd name="connsiteY1" fmla="*/ 5531 h 6345"/>
                  <a:gd name="connsiteX2" fmla="*/ 6635 w 6343"/>
                  <a:gd name="connsiteY2" fmla="*/ 3288 h 6345"/>
                  <a:gd name="connsiteX3" fmla="*/ 5706 w 6343"/>
                  <a:gd name="connsiteY3" fmla="*/ 1044 h 6345"/>
                  <a:gd name="connsiteX4" fmla="*/ 3463 w 6343"/>
                  <a:gd name="connsiteY4" fmla="*/ 115 h 6345"/>
                  <a:gd name="connsiteX5" fmla="*/ 1220 w 6343"/>
                  <a:gd name="connsiteY5" fmla="*/ 1044 h 6345"/>
                  <a:gd name="connsiteX6" fmla="*/ 292 w 6343"/>
                  <a:gd name="connsiteY6" fmla="*/ 3288 h 6345"/>
                  <a:gd name="connsiteX7" fmla="*/ 1220 w 6343"/>
                  <a:gd name="connsiteY7" fmla="*/ 5531 h 6345"/>
                  <a:gd name="connsiteX8" fmla="*/ 3463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3" y="6460"/>
                    </a:moveTo>
                    <a:cubicBezTo>
                      <a:pt x="4304" y="6460"/>
                      <a:pt x="5111" y="6126"/>
                      <a:pt x="5706" y="5531"/>
                    </a:cubicBezTo>
                    <a:cubicBezTo>
                      <a:pt x="6300" y="4936"/>
                      <a:pt x="6635" y="4129"/>
                      <a:pt x="6635" y="3288"/>
                    </a:cubicBezTo>
                    <a:cubicBezTo>
                      <a:pt x="6635" y="2446"/>
                      <a:pt x="6300" y="1639"/>
                      <a:pt x="5706" y="1044"/>
                    </a:cubicBezTo>
                    <a:cubicBezTo>
                      <a:pt x="5111" y="449"/>
                      <a:pt x="4304" y="115"/>
                      <a:pt x="3463" y="115"/>
                    </a:cubicBezTo>
                    <a:cubicBezTo>
                      <a:pt x="2622" y="115"/>
                      <a:pt x="1815" y="449"/>
                      <a:pt x="1220" y="1044"/>
                    </a:cubicBezTo>
                    <a:cubicBezTo>
                      <a:pt x="626" y="1639"/>
                      <a:pt x="292" y="2446"/>
                      <a:pt x="292" y="3288"/>
                    </a:cubicBezTo>
                    <a:cubicBezTo>
                      <a:pt x="292" y="4129"/>
                      <a:pt x="626" y="4936"/>
                      <a:pt x="1220" y="5531"/>
                    </a:cubicBezTo>
                    <a:cubicBezTo>
                      <a:pt x="1815" y="6126"/>
                      <a:pt x="2622" y="6460"/>
                      <a:pt x="3463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21" name="Freeform: Shape 10320">
                <a:extLst>
                  <a:ext uri="{FF2B5EF4-FFF2-40B4-BE49-F238E27FC236}">
                    <a16:creationId xmlns:a16="http://schemas.microsoft.com/office/drawing/2014/main" id="{9FD3F0C8-2040-3C3B-4726-BB58E5691A88}"/>
                  </a:ext>
                </a:extLst>
              </p:cNvPr>
              <p:cNvSpPr/>
              <p:nvPr/>
            </p:nvSpPr>
            <p:spPr>
              <a:xfrm>
                <a:off x="10110432" y="4943033"/>
                <a:ext cx="6343" cy="6345"/>
              </a:xfrm>
              <a:custGeom>
                <a:avLst/>
                <a:gdLst>
                  <a:gd name="connsiteX0" fmla="*/ 3463 w 6343"/>
                  <a:gd name="connsiteY0" fmla="*/ 6461 h 6345"/>
                  <a:gd name="connsiteX1" fmla="*/ 5706 w 6343"/>
                  <a:gd name="connsiteY1" fmla="*/ 5531 h 6345"/>
                  <a:gd name="connsiteX2" fmla="*/ 6635 w 6343"/>
                  <a:gd name="connsiteY2" fmla="*/ 3288 h 6345"/>
                  <a:gd name="connsiteX3" fmla="*/ 5706 w 6343"/>
                  <a:gd name="connsiteY3" fmla="*/ 1045 h 6345"/>
                  <a:gd name="connsiteX4" fmla="*/ 3463 w 6343"/>
                  <a:gd name="connsiteY4" fmla="*/ 115 h 6345"/>
                  <a:gd name="connsiteX5" fmla="*/ 1221 w 6343"/>
                  <a:gd name="connsiteY5" fmla="*/ 1045 h 6345"/>
                  <a:gd name="connsiteX6" fmla="*/ 292 w 6343"/>
                  <a:gd name="connsiteY6" fmla="*/ 3288 h 6345"/>
                  <a:gd name="connsiteX7" fmla="*/ 1221 w 6343"/>
                  <a:gd name="connsiteY7" fmla="*/ 5531 h 6345"/>
                  <a:gd name="connsiteX8" fmla="*/ 3463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3" y="6461"/>
                    </a:moveTo>
                    <a:cubicBezTo>
                      <a:pt x="4304" y="6461"/>
                      <a:pt x="5111" y="6126"/>
                      <a:pt x="5706" y="5531"/>
                    </a:cubicBezTo>
                    <a:cubicBezTo>
                      <a:pt x="6301" y="4937"/>
                      <a:pt x="6635" y="4129"/>
                      <a:pt x="6635" y="3288"/>
                    </a:cubicBezTo>
                    <a:cubicBezTo>
                      <a:pt x="6635" y="2447"/>
                      <a:pt x="6301" y="1640"/>
                      <a:pt x="5706" y="1045"/>
                    </a:cubicBezTo>
                    <a:cubicBezTo>
                      <a:pt x="5111" y="450"/>
                      <a:pt x="4304" y="115"/>
                      <a:pt x="3463" y="115"/>
                    </a:cubicBezTo>
                    <a:cubicBezTo>
                      <a:pt x="2622" y="115"/>
                      <a:pt x="1815" y="450"/>
                      <a:pt x="1221" y="1045"/>
                    </a:cubicBezTo>
                    <a:cubicBezTo>
                      <a:pt x="626" y="1640"/>
                      <a:pt x="292" y="2447"/>
                      <a:pt x="292" y="3288"/>
                    </a:cubicBezTo>
                    <a:cubicBezTo>
                      <a:pt x="292" y="4129"/>
                      <a:pt x="626" y="4937"/>
                      <a:pt x="1221" y="5531"/>
                    </a:cubicBezTo>
                    <a:cubicBezTo>
                      <a:pt x="1815" y="6126"/>
                      <a:pt x="2622" y="6461"/>
                      <a:pt x="3463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22" name="Freeform: Shape 10321">
                <a:extLst>
                  <a:ext uri="{FF2B5EF4-FFF2-40B4-BE49-F238E27FC236}">
                    <a16:creationId xmlns:a16="http://schemas.microsoft.com/office/drawing/2014/main" id="{DF63BA80-87C1-7568-ACD2-806D0DFD43CD}"/>
                  </a:ext>
                </a:extLst>
              </p:cNvPr>
              <p:cNvSpPr/>
              <p:nvPr/>
            </p:nvSpPr>
            <p:spPr>
              <a:xfrm>
                <a:off x="10595413" y="4929172"/>
                <a:ext cx="6343" cy="6345"/>
              </a:xfrm>
              <a:custGeom>
                <a:avLst/>
                <a:gdLst>
                  <a:gd name="connsiteX0" fmla="*/ 3502 w 6343"/>
                  <a:gd name="connsiteY0" fmla="*/ 6460 h 6345"/>
                  <a:gd name="connsiteX1" fmla="*/ 5744 w 6343"/>
                  <a:gd name="connsiteY1" fmla="*/ 5530 h 6345"/>
                  <a:gd name="connsiteX2" fmla="*/ 6673 w 6343"/>
                  <a:gd name="connsiteY2" fmla="*/ 3287 h 6345"/>
                  <a:gd name="connsiteX3" fmla="*/ 5744 w 6343"/>
                  <a:gd name="connsiteY3" fmla="*/ 1043 h 6345"/>
                  <a:gd name="connsiteX4" fmla="*/ 3502 w 6343"/>
                  <a:gd name="connsiteY4" fmla="*/ 114 h 6345"/>
                  <a:gd name="connsiteX5" fmla="*/ 1259 w 6343"/>
                  <a:gd name="connsiteY5" fmla="*/ 1043 h 6345"/>
                  <a:gd name="connsiteX6" fmla="*/ 330 w 6343"/>
                  <a:gd name="connsiteY6" fmla="*/ 3287 h 6345"/>
                  <a:gd name="connsiteX7" fmla="*/ 1259 w 6343"/>
                  <a:gd name="connsiteY7" fmla="*/ 5530 h 6345"/>
                  <a:gd name="connsiteX8" fmla="*/ 3502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460"/>
                    </a:moveTo>
                    <a:cubicBezTo>
                      <a:pt x="4343" y="6460"/>
                      <a:pt x="5149" y="6125"/>
                      <a:pt x="5744" y="5530"/>
                    </a:cubicBezTo>
                    <a:cubicBezTo>
                      <a:pt x="6339" y="4935"/>
                      <a:pt x="6673" y="4128"/>
                      <a:pt x="6673" y="3287"/>
                    </a:cubicBezTo>
                    <a:cubicBezTo>
                      <a:pt x="6673" y="2446"/>
                      <a:pt x="6339" y="1638"/>
                      <a:pt x="5744" y="1043"/>
                    </a:cubicBezTo>
                    <a:cubicBezTo>
                      <a:pt x="5149" y="449"/>
                      <a:pt x="4343" y="114"/>
                      <a:pt x="3502" y="114"/>
                    </a:cubicBezTo>
                    <a:cubicBezTo>
                      <a:pt x="2660" y="114"/>
                      <a:pt x="1854" y="449"/>
                      <a:pt x="1259" y="1043"/>
                    </a:cubicBezTo>
                    <a:cubicBezTo>
                      <a:pt x="664" y="1638"/>
                      <a:pt x="330" y="2446"/>
                      <a:pt x="330" y="3287"/>
                    </a:cubicBezTo>
                    <a:cubicBezTo>
                      <a:pt x="330" y="4128"/>
                      <a:pt x="664" y="4935"/>
                      <a:pt x="1259" y="5530"/>
                    </a:cubicBezTo>
                    <a:cubicBezTo>
                      <a:pt x="1854" y="6125"/>
                      <a:pt x="2660" y="6460"/>
                      <a:pt x="3502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23" name="Freeform: Shape 10322">
                <a:extLst>
                  <a:ext uri="{FF2B5EF4-FFF2-40B4-BE49-F238E27FC236}">
                    <a16:creationId xmlns:a16="http://schemas.microsoft.com/office/drawing/2014/main" id="{E14E5251-4714-0DF7-0FA7-FF07BBC8E8CF}"/>
                  </a:ext>
                </a:extLst>
              </p:cNvPr>
              <p:cNvSpPr/>
              <p:nvPr/>
            </p:nvSpPr>
            <p:spPr>
              <a:xfrm>
                <a:off x="10592719" y="4953162"/>
                <a:ext cx="6343" cy="6345"/>
              </a:xfrm>
              <a:custGeom>
                <a:avLst/>
                <a:gdLst>
                  <a:gd name="connsiteX0" fmla="*/ 3501 w 6343"/>
                  <a:gd name="connsiteY0" fmla="*/ 6462 h 6345"/>
                  <a:gd name="connsiteX1" fmla="*/ 5744 w 6343"/>
                  <a:gd name="connsiteY1" fmla="*/ 5532 h 6345"/>
                  <a:gd name="connsiteX2" fmla="*/ 6673 w 6343"/>
                  <a:gd name="connsiteY2" fmla="*/ 3289 h 6345"/>
                  <a:gd name="connsiteX3" fmla="*/ 5744 w 6343"/>
                  <a:gd name="connsiteY3" fmla="*/ 1045 h 6345"/>
                  <a:gd name="connsiteX4" fmla="*/ 3501 w 6343"/>
                  <a:gd name="connsiteY4" fmla="*/ 116 h 6345"/>
                  <a:gd name="connsiteX5" fmla="*/ 1259 w 6343"/>
                  <a:gd name="connsiteY5" fmla="*/ 1045 h 6345"/>
                  <a:gd name="connsiteX6" fmla="*/ 330 w 6343"/>
                  <a:gd name="connsiteY6" fmla="*/ 3289 h 6345"/>
                  <a:gd name="connsiteX7" fmla="*/ 1259 w 6343"/>
                  <a:gd name="connsiteY7" fmla="*/ 5532 h 6345"/>
                  <a:gd name="connsiteX8" fmla="*/ 3501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1" y="6462"/>
                    </a:moveTo>
                    <a:cubicBezTo>
                      <a:pt x="4342" y="6462"/>
                      <a:pt x="5149" y="6127"/>
                      <a:pt x="5744" y="5532"/>
                    </a:cubicBezTo>
                    <a:cubicBezTo>
                      <a:pt x="6339" y="4937"/>
                      <a:pt x="6673" y="4130"/>
                      <a:pt x="6673" y="3289"/>
                    </a:cubicBezTo>
                    <a:cubicBezTo>
                      <a:pt x="6673" y="2447"/>
                      <a:pt x="6339" y="1640"/>
                      <a:pt x="5744" y="1045"/>
                    </a:cubicBezTo>
                    <a:cubicBezTo>
                      <a:pt x="5149" y="450"/>
                      <a:pt x="4342" y="116"/>
                      <a:pt x="3501" y="116"/>
                    </a:cubicBezTo>
                    <a:cubicBezTo>
                      <a:pt x="2660" y="116"/>
                      <a:pt x="1853" y="450"/>
                      <a:pt x="1259" y="1045"/>
                    </a:cubicBezTo>
                    <a:cubicBezTo>
                      <a:pt x="664" y="1640"/>
                      <a:pt x="330" y="2447"/>
                      <a:pt x="330" y="3289"/>
                    </a:cubicBezTo>
                    <a:cubicBezTo>
                      <a:pt x="330" y="4130"/>
                      <a:pt x="664" y="4937"/>
                      <a:pt x="1259" y="5532"/>
                    </a:cubicBezTo>
                    <a:cubicBezTo>
                      <a:pt x="1853" y="6127"/>
                      <a:pt x="2660" y="6462"/>
                      <a:pt x="3501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24" name="Freeform: Shape 10323">
                <a:extLst>
                  <a:ext uri="{FF2B5EF4-FFF2-40B4-BE49-F238E27FC236}">
                    <a16:creationId xmlns:a16="http://schemas.microsoft.com/office/drawing/2014/main" id="{5475E353-1890-B5D9-76F5-9B97A09C73FA}"/>
                  </a:ext>
                </a:extLst>
              </p:cNvPr>
              <p:cNvSpPr/>
              <p:nvPr/>
            </p:nvSpPr>
            <p:spPr>
              <a:xfrm>
                <a:off x="10601664" y="4958223"/>
                <a:ext cx="6343" cy="6345"/>
              </a:xfrm>
              <a:custGeom>
                <a:avLst/>
                <a:gdLst>
                  <a:gd name="connsiteX0" fmla="*/ 3502 w 6343"/>
                  <a:gd name="connsiteY0" fmla="*/ 6462 h 6345"/>
                  <a:gd name="connsiteX1" fmla="*/ 5745 w 6343"/>
                  <a:gd name="connsiteY1" fmla="*/ 5533 h 6345"/>
                  <a:gd name="connsiteX2" fmla="*/ 6674 w 6343"/>
                  <a:gd name="connsiteY2" fmla="*/ 3289 h 6345"/>
                  <a:gd name="connsiteX3" fmla="*/ 5745 w 6343"/>
                  <a:gd name="connsiteY3" fmla="*/ 1046 h 6345"/>
                  <a:gd name="connsiteX4" fmla="*/ 3502 w 6343"/>
                  <a:gd name="connsiteY4" fmla="*/ 117 h 6345"/>
                  <a:gd name="connsiteX5" fmla="*/ 1259 w 6343"/>
                  <a:gd name="connsiteY5" fmla="*/ 1046 h 6345"/>
                  <a:gd name="connsiteX6" fmla="*/ 330 w 6343"/>
                  <a:gd name="connsiteY6" fmla="*/ 3289 h 6345"/>
                  <a:gd name="connsiteX7" fmla="*/ 1259 w 6343"/>
                  <a:gd name="connsiteY7" fmla="*/ 5533 h 6345"/>
                  <a:gd name="connsiteX8" fmla="*/ 3502 w 6343"/>
                  <a:gd name="connsiteY8" fmla="*/ 64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462"/>
                    </a:moveTo>
                    <a:cubicBezTo>
                      <a:pt x="4343" y="6462"/>
                      <a:pt x="5150" y="6128"/>
                      <a:pt x="5745" y="5533"/>
                    </a:cubicBezTo>
                    <a:cubicBezTo>
                      <a:pt x="6339" y="4938"/>
                      <a:pt x="6674" y="4131"/>
                      <a:pt x="6674" y="3289"/>
                    </a:cubicBezTo>
                    <a:cubicBezTo>
                      <a:pt x="6674" y="2448"/>
                      <a:pt x="6339" y="1641"/>
                      <a:pt x="5745" y="1046"/>
                    </a:cubicBezTo>
                    <a:cubicBezTo>
                      <a:pt x="5150" y="451"/>
                      <a:pt x="4343" y="117"/>
                      <a:pt x="3502" y="117"/>
                    </a:cubicBezTo>
                    <a:cubicBezTo>
                      <a:pt x="2661" y="117"/>
                      <a:pt x="1854" y="451"/>
                      <a:pt x="1259" y="1046"/>
                    </a:cubicBezTo>
                    <a:cubicBezTo>
                      <a:pt x="665" y="1641"/>
                      <a:pt x="330" y="2448"/>
                      <a:pt x="330" y="3289"/>
                    </a:cubicBezTo>
                    <a:cubicBezTo>
                      <a:pt x="330" y="4131"/>
                      <a:pt x="665" y="4938"/>
                      <a:pt x="1259" y="5533"/>
                    </a:cubicBezTo>
                    <a:cubicBezTo>
                      <a:pt x="1854" y="6128"/>
                      <a:pt x="2661" y="6462"/>
                      <a:pt x="3502" y="64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25" name="Freeform: Shape 10324">
                <a:extLst>
                  <a:ext uri="{FF2B5EF4-FFF2-40B4-BE49-F238E27FC236}">
                    <a16:creationId xmlns:a16="http://schemas.microsoft.com/office/drawing/2014/main" id="{F376D826-F66B-070C-D0F3-0B3CFFC4F3ED}"/>
                  </a:ext>
                </a:extLst>
              </p:cNvPr>
              <p:cNvSpPr/>
              <p:nvPr/>
            </p:nvSpPr>
            <p:spPr>
              <a:xfrm>
                <a:off x="11197897" y="5814350"/>
                <a:ext cx="6343" cy="6345"/>
              </a:xfrm>
              <a:custGeom>
                <a:avLst/>
                <a:gdLst>
                  <a:gd name="connsiteX0" fmla="*/ 3549 w 6343"/>
                  <a:gd name="connsiteY0" fmla="*/ 6529 h 6345"/>
                  <a:gd name="connsiteX1" fmla="*/ 5792 w 6343"/>
                  <a:gd name="connsiteY1" fmla="*/ 5600 h 6345"/>
                  <a:gd name="connsiteX2" fmla="*/ 6721 w 6343"/>
                  <a:gd name="connsiteY2" fmla="*/ 3357 h 6345"/>
                  <a:gd name="connsiteX3" fmla="*/ 5792 w 6343"/>
                  <a:gd name="connsiteY3" fmla="*/ 1113 h 6345"/>
                  <a:gd name="connsiteX4" fmla="*/ 3549 w 6343"/>
                  <a:gd name="connsiteY4" fmla="*/ 184 h 6345"/>
                  <a:gd name="connsiteX5" fmla="*/ 1306 w 6343"/>
                  <a:gd name="connsiteY5" fmla="*/ 1113 h 6345"/>
                  <a:gd name="connsiteX6" fmla="*/ 377 w 6343"/>
                  <a:gd name="connsiteY6" fmla="*/ 3357 h 6345"/>
                  <a:gd name="connsiteX7" fmla="*/ 1306 w 6343"/>
                  <a:gd name="connsiteY7" fmla="*/ 5600 h 6345"/>
                  <a:gd name="connsiteX8" fmla="*/ 3549 w 6343"/>
                  <a:gd name="connsiteY8" fmla="*/ 65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49" y="6529"/>
                    </a:moveTo>
                    <a:cubicBezTo>
                      <a:pt x="4390" y="6529"/>
                      <a:pt x="5197" y="6195"/>
                      <a:pt x="5792" y="5600"/>
                    </a:cubicBezTo>
                    <a:cubicBezTo>
                      <a:pt x="6386" y="5005"/>
                      <a:pt x="6721" y="4198"/>
                      <a:pt x="6721" y="3357"/>
                    </a:cubicBezTo>
                    <a:cubicBezTo>
                      <a:pt x="6721" y="2515"/>
                      <a:pt x="6386" y="1708"/>
                      <a:pt x="5792" y="1113"/>
                    </a:cubicBezTo>
                    <a:cubicBezTo>
                      <a:pt x="5197" y="518"/>
                      <a:pt x="4390" y="184"/>
                      <a:pt x="3549" y="184"/>
                    </a:cubicBezTo>
                    <a:cubicBezTo>
                      <a:pt x="2708" y="184"/>
                      <a:pt x="1901" y="518"/>
                      <a:pt x="1306" y="1113"/>
                    </a:cubicBezTo>
                    <a:cubicBezTo>
                      <a:pt x="712" y="1708"/>
                      <a:pt x="377" y="2515"/>
                      <a:pt x="377" y="3357"/>
                    </a:cubicBezTo>
                    <a:cubicBezTo>
                      <a:pt x="377" y="4198"/>
                      <a:pt x="712" y="5005"/>
                      <a:pt x="1306" y="5600"/>
                    </a:cubicBezTo>
                    <a:cubicBezTo>
                      <a:pt x="1901" y="6195"/>
                      <a:pt x="2708" y="6529"/>
                      <a:pt x="3549" y="65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26" name="Freeform: Shape 10325">
                <a:extLst>
                  <a:ext uri="{FF2B5EF4-FFF2-40B4-BE49-F238E27FC236}">
                    <a16:creationId xmlns:a16="http://schemas.microsoft.com/office/drawing/2014/main" id="{F4DD0568-0EED-EE81-E087-8839B0FD0C2C}"/>
                  </a:ext>
                </a:extLst>
              </p:cNvPr>
              <p:cNvSpPr/>
              <p:nvPr/>
            </p:nvSpPr>
            <p:spPr>
              <a:xfrm>
                <a:off x="11198459" y="5826253"/>
                <a:ext cx="6343" cy="6345"/>
              </a:xfrm>
              <a:custGeom>
                <a:avLst/>
                <a:gdLst>
                  <a:gd name="connsiteX0" fmla="*/ 3549 w 6343"/>
                  <a:gd name="connsiteY0" fmla="*/ 6530 h 6345"/>
                  <a:gd name="connsiteX1" fmla="*/ 5792 w 6343"/>
                  <a:gd name="connsiteY1" fmla="*/ 5601 h 6345"/>
                  <a:gd name="connsiteX2" fmla="*/ 6721 w 6343"/>
                  <a:gd name="connsiteY2" fmla="*/ 3358 h 6345"/>
                  <a:gd name="connsiteX3" fmla="*/ 5792 w 6343"/>
                  <a:gd name="connsiteY3" fmla="*/ 1114 h 6345"/>
                  <a:gd name="connsiteX4" fmla="*/ 3549 w 6343"/>
                  <a:gd name="connsiteY4" fmla="*/ 185 h 6345"/>
                  <a:gd name="connsiteX5" fmla="*/ 1306 w 6343"/>
                  <a:gd name="connsiteY5" fmla="*/ 1114 h 6345"/>
                  <a:gd name="connsiteX6" fmla="*/ 378 w 6343"/>
                  <a:gd name="connsiteY6" fmla="*/ 3358 h 6345"/>
                  <a:gd name="connsiteX7" fmla="*/ 1306 w 6343"/>
                  <a:gd name="connsiteY7" fmla="*/ 5601 h 6345"/>
                  <a:gd name="connsiteX8" fmla="*/ 3549 w 6343"/>
                  <a:gd name="connsiteY8" fmla="*/ 65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49" y="6530"/>
                    </a:moveTo>
                    <a:cubicBezTo>
                      <a:pt x="4390" y="6530"/>
                      <a:pt x="5197" y="6196"/>
                      <a:pt x="5792" y="5601"/>
                    </a:cubicBezTo>
                    <a:cubicBezTo>
                      <a:pt x="6386" y="5006"/>
                      <a:pt x="6721" y="4199"/>
                      <a:pt x="6721" y="3358"/>
                    </a:cubicBezTo>
                    <a:cubicBezTo>
                      <a:pt x="6721" y="2516"/>
                      <a:pt x="6386" y="1709"/>
                      <a:pt x="5792" y="1114"/>
                    </a:cubicBezTo>
                    <a:cubicBezTo>
                      <a:pt x="5197" y="519"/>
                      <a:pt x="4390" y="185"/>
                      <a:pt x="3549" y="185"/>
                    </a:cubicBezTo>
                    <a:cubicBezTo>
                      <a:pt x="2708" y="185"/>
                      <a:pt x="1901" y="519"/>
                      <a:pt x="1306" y="1114"/>
                    </a:cubicBezTo>
                    <a:cubicBezTo>
                      <a:pt x="712" y="1709"/>
                      <a:pt x="378" y="2516"/>
                      <a:pt x="378" y="3358"/>
                    </a:cubicBezTo>
                    <a:cubicBezTo>
                      <a:pt x="378" y="4199"/>
                      <a:pt x="712" y="5006"/>
                      <a:pt x="1306" y="5601"/>
                    </a:cubicBezTo>
                    <a:cubicBezTo>
                      <a:pt x="1901" y="6196"/>
                      <a:pt x="2708" y="6530"/>
                      <a:pt x="3549" y="65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27" name="Freeform: Shape 10326">
                <a:extLst>
                  <a:ext uri="{FF2B5EF4-FFF2-40B4-BE49-F238E27FC236}">
                    <a16:creationId xmlns:a16="http://schemas.microsoft.com/office/drawing/2014/main" id="{AD3A3245-80AC-E788-E7A5-1434C385D032}"/>
                  </a:ext>
                </a:extLst>
              </p:cNvPr>
              <p:cNvSpPr/>
              <p:nvPr/>
            </p:nvSpPr>
            <p:spPr>
              <a:xfrm>
                <a:off x="11503677" y="5988568"/>
                <a:ext cx="6343" cy="6345"/>
              </a:xfrm>
              <a:custGeom>
                <a:avLst/>
                <a:gdLst>
                  <a:gd name="connsiteX0" fmla="*/ 3573 w 6343"/>
                  <a:gd name="connsiteY0" fmla="*/ 6543 h 6345"/>
                  <a:gd name="connsiteX1" fmla="*/ 5816 w 6343"/>
                  <a:gd name="connsiteY1" fmla="*/ 5614 h 6345"/>
                  <a:gd name="connsiteX2" fmla="*/ 6745 w 6343"/>
                  <a:gd name="connsiteY2" fmla="*/ 3370 h 6345"/>
                  <a:gd name="connsiteX3" fmla="*/ 5816 w 6343"/>
                  <a:gd name="connsiteY3" fmla="*/ 1127 h 6345"/>
                  <a:gd name="connsiteX4" fmla="*/ 3573 w 6343"/>
                  <a:gd name="connsiteY4" fmla="*/ 198 h 6345"/>
                  <a:gd name="connsiteX5" fmla="*/ 1331 w 6343"/>
                  <a:gd name="connsiteY5" fmla="*/ 1127 h 6345"/>
                  <a:gd name="connsiteX6" fmla="*/ 402 w 6343"/>
                  <a:gd name="connsiteY6" fmla="*/ 3370 h 6345"/>
                  <a:gd name="connsiteX7" fmla="*/ 1331 w 6343"/>
                  <a:gd name="connsiteY7" fmla="*/ 5614 h 6345"/>
                  <a:gd name="connsiteX8" fmla="*/ 3573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73" y="6543"/>
                    </a:moveTo>
                    <a:cubicBezTo>
                      <a:pt x="4414" y="6543"/>
                      <a:pt x="5221" y="6209"/>
                      <a:pt x="5816" y="5614"/>
                    </a:cubicBezTo>
                    <a:cubicBezTo>
                      <a:pt x="6411" y="5019"/>
                      <a:pt x="6745" y="4212"/>
                      <a:pt x="6745" y="3370"/>
                    </a:cubicBezTo>
                    <a:cubicBezTo>
                      <a:pt x="6745" y="2529"/>
                      <a:pt x="6411" y="1722"/>
                      <a:pt x="5816" y="1127"/>
                    </a:cubicBezTo>
                    <a:cubicBezTo>
                      <a:pt x="5221" y="532"/>
                      <a:pt x="4414" y="198"/>
                      <a:pt x="3573" y="198"/>
                    </a:cubicBezTo>
                    <a:cubicBezTo>
                      <a:pt x="2732" y="198"/>
                      <a:pt x="1925" y="532"/>
                      <a:pt x="1331" y="1127"/>
                    </a:cubicBezTo>
                    <a:cubicBezTo>
                      <a:pt x="736" y="1722"/>
                      <a:pt x="402" y="2529"/>
                      <a:pt x="402" y="3370"/>
                    </a:cubicBezTo>
                    <a:cubicBezTo>
                      <a:pt x="402" y="4212"/>
                      <a:pt x="736" y="5019"/>
                      <a:pt x="1331" y="5614"/>
                    </a:cubicBezTo>
                    <a:cubicBezTo>
                      <a:pt x="1925" y="6209"/>
                      <a:pt x="2732" y="6543"/>
                      <a:pt x="3573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28" name="Freeform: Shape 10327">
                <a:extLst>
                  <a:ext uri="{FF2B5EF4-FFF2-40B4-BE49-F238E27FC236}">
                    <a16:creationId xmlns:a16="http://schemas.microsoft.com/office/drawing/2014/main" id="{F738DBE3-29EE-2830-27AC-6E45CC6E92DA}"/>
                  </a:ext>
                </a:extLst>
              </p:cNvPr>
              <p:cNvSpPr/>
              <p:nvPr/>
            </p:nvSpPr>
            <p:spPr>
              <a:xfrm>
                <a:off x="11502763" y="6002360"/>
                <a:ext cx="6343" cy="6345"/>
              </a:xfrm>
              <a:custGeom>
                <a:avLst/>
                <a:gdLst>
                  <a:gd name="connsiteX0" fmla="*/ 3573 w 6343"/>
                  <a:gd name="connsiteY0" fmla="*/ 6544 h 6345"/>
                  <a:gd name="connsiteX1" fmla="*/ 5816 w 6343"/>
                  <a:gd name="connsiteY1" fmla="*/ 5615 h 6345"/>
                  <a:gd name="connsiteX2" fmla="*/ 6745 w 6343"/>
                  <a:gd name="connsiteY2" fmla="*/ 3372 h 6345"/>
                  <a:gd name="connsiteX3" fmla="*/ 5816 w 6343"/>
                  <a:gd name="connsiteY3" fmla="*/ 1128 h 6345"/>
                  <a:gd name="connsiteX4" fmla="*/ 3573 w 6343"/>
                  <a:gd name="connsiteY4" fmla="*/ 199 h 6345"/>
                  <a:gd name="connsiteX5" fmla="*/ 1330 w 6343"/>
                  <a:gd name="connsiteY5" fmla="*/ 1128 h 6345"/>
                  <a:gd name="connsiteX6" fmla="*/ 402 w 6343"/>
                  <a:gd name="connsiteY6" fmla="*/ 3372 h 6345"/>
                  <a:gd name="connsiteX7" fmla="*/ 1330 w 6343"/>
                  <a:gd name="connsiteY7" fmla="*/ 5615 h 6345"/>
                  <a:gd name="connsiteX8" fmla="*/ 3573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73" y="6544"/>
                    </a:moveTo>
                    <a:cubicBezTo>
                      <a:pt x="4414" y="6544"/>
                      <a:pt x="5221" y="6210"/>
                      <a:pt x="5816" y="5615"/>
                    </a:cubicBezTo>
                    <a:cubicBezTo>
                      <a:pt x="6410" y="5020"/>
                      <a:pt x="6745" y="4213"/>
                      <a:pt x="6745" y="3372"/>
                    </a:cubicBezTo>
                    <a:cubicBezTo>
                      <a:pt x="6745" y="2530"/>
                      <a:pt x="6410" y="1723"/>
                      <a:pt x="5816" y="1128"/>
                    </a:cubicBezTo>
                    <a:cubicBezTo>
                      <a:pt x="5221" y="533"/>
                      <a:pt x="4414" y="199"/>
                      <a:pt x="3573" y="199"/>
                    </a:cubicBezTo>
                    <a:cubicBezTo>
                      <a:pt x="2732" y="199"/>
                      <a:pt x="1925" y="533"/>
                      <a:pt x="1330" y="1128"/>
                    </a:cubicBezTo>
                    <a:cubicBezTo>
                      <a:pt x="736" y="1723"/>
                      <a:pt x="402" y="2530"/>
                      <a:pt x="402" y="3372"/>
                    </a:cubicBezTo>
                    <a:cubicBezTo>
                      <a:pt x="402" y="4213"/>
                      <a:pt x="736" y="5020"/>
                      <a:pt x="1330" y="5615"/>
                    </a:cubicBezTo>
                    <a:cubicBezTo>
                      <a:pt x="1925" y="6210"/>
                      <a:pt x="2732" y="6544"/>
                      <a:pt x="3573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29" name="Freeform: Shape 10328">
                <a:extLst>
                  <a:ext uri="{FF2B5EF4-FFF2-40B4-BE49-F238E27FC236}">
                    <a16:creationId xmlns:a16="http://schemas.microsoft.com/office/drawing/2014/main" id="{7C965965-00E3-DE97-664E-41FD14C92C5F}"/>
                  </a:ext>
                </a:extLst>
              </p:cNvPr>
              <p:cNvSpPr/>
              <p:nvPr/>
            </p:nvSpPr>
            <p:spPr>
              <a:xfrm>
                <a:off x="11483861" y="6009885"/>
                <a:ext cx="6343" cy="6345"/>
              </a:xfrm>
              <a:custGeom>
                <a:avLst/>
                <a:gdLst>
                  <a:gd name="connsiteX0" fmla="*/ 3572 w 6343"/>
                  <a:gd name="connsiteY0" fmla="*/ 6545 h 6345"/>
                  <a:gd name="connsiteX1" fmla="*/ 5814 w 6343"/>
                  <a:gd name="connsiteY1" fmla="*/ 5616 h 6345"/>
                  <a:gd name="connsiteX2" fmla="*/ 6743 w 6343"/>
                  <a:gd name="connsiteY2" fmla="*/ 3372 h 6345"/>
                  <a:gd name="connsiteX3" fmla="*/ 5814 w 6343"/>
                  <a:gd name="connsiteY3" fmla="*/ 1129 h 6345"/>
                  <a:gd name="connsiteX4" fmla="*/ 3572 w 6343"/>
                  <a:gd name="connsiteY4" fmla="*/ 199 h 6345"/>
                  <a:gd name="connsiteX5" fmla="*/ 1329 w 6343"/>
                  <a:gd name="connsiteY5" fmla="*/ 1129 h 6345"/>
                  <a:gd name="connsiteX6" fmla="*/ 400 w 6343"/>
                  <a:gd name="connsiteY6" fmla="*/ 3372 h 6345"/>
                  <a:gd name="connsiteX7" fmla="*/ 1329 w 6343"/>
                  <a:gd name="connsiteY7" fmla="*/ 5616 h 6345"/>
                  <a:gd name="connsiteX8" fmla="*/ 3572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72" y="6545"/>
                    </a:moveTo>
                    <a:cubicBezTo>
                      <a:pt x="4413" y="6545"/>
                      <a:pt x="5219" y="6211"/>
                      <a:pt x="5814" y="5616"/>
                    </a:cubicBezTo>
                    <a:cubicBezTo>
                      <a:pt x="6409" y="5021"/>
                      <a:pt x="6743" y="4214"/>
                      <a:pt x="6743" y="3372"/>
                    </a:cubicBezTo>
                    <a:cubicBezTo>
                      <a:pt x="6743" y="2531"/>
                      <a:pt x="6409" y="1724"/>
                      <a:pt x="5814" y="1129"/>
                    </a:cubicBezTo>
                    <a:cubicBezTo>
                      <a:pt x="5219" y="534"/>
                      <a:pt x="4413" y="199"/>
                      <a:pt x="3572" y="199"/>
                    </a:cubicBezTo>
                    <a:cubicBezTo>
                      <a:pt x="2730" y="199"/>
                      <a:pt x="1924" y="534"/>
                      <a:pt x="1329" y="1129"/>
                    </a:cubicBezTo>
                    <a:cubicBezTo>
                      <a:pt x="734" y="1724"/>
                      <a:pt x="400" y="2531"/>
                      <a:pt x="400" y="3372"/>
                    </a:cubicBezTo>
                    <a:cubicBezTo>
                      <a:pt x="400" y="4214"/>
                      <a:pt x="734" y="5021"/>
                      <a:pt x="1329" y="5616"/>
                    </a:cubicBezTo>
                    <a:cubicBezTo>
                      <a:pt x="1924" y="6211"/>
                      <a:pt x="2730" y="6545"/>
                      <a:pt x="3572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30" name="Freeform: Shape 10329">
                <a:extLst>
                  <a:ext uri="{FF2B5EF4-FFF2-40B4-BE49-F238E27FC236}">
                    <a16:creationId xmlns:a16="http://schemas.microsoft.com/office/drawing/2014/main" id="{7659EE72-5321-9E9F-964D-133604690149}"/>
                  </a:ext>
                </a:extLst>
              </p:cNvPr>
              <p:cNvSpPr/>
              <p:nvPr/>
            </p:nvSpPr>
            <p:spPr>
              <a:xfrm>
                <a:off x="10502058" y="5755208"/>
                <a:ext cx="6343" cy="6345"/>
              </a:xfrm>
              <a:custGeom>
                <a:avLst/>
                <a:gdLst>
                  <a:gd name="connsiteX0" fmla="*/ 3494 w 6343"/>
                  <a:gd name="connsiteY0" fmla="*/ 6525 h 6345"/>
                  <a:gd name="connsiteX1" fmla="*/ 5737 w 6343"/>
                  <a:gd name="connsiteY1" fmla="*/ 5595 h 6345"/>
                  <a:gd name="connsiteX2" fmla="*/ 6666 w 6343"/>
                  <a:gd name="connsiteY2" fmla="*/ 3352 h 6345"/>
                  <a:gd name="connsiteX3" fmla="*/ 5737 w 6343"/>
                  <a:gd name="connsiteY3" fmla="*/ 1109 h 6345"/>
                  <a:gd name="connsiteX4" fmla="*/ 3494 w 6343"/>
                  <a:gd name="connsiteY4" fmla="*/ 179 h 6345"/>
                  <a:gd name="connsiteX5" fmla="*/ 1252 w 6343"/>
                  <a:gd name="connsiteY5" fmla="*/ 1109 h 6345"/>
                  <a:gd name="connsiteX6" fmla="*/ 323 w 6343"/>
                  <a:gd name="connsiteY6" fmla="*/ 3352 h 6345"/>
                  <a:gd name="connsiteX7" fmla="*/ 1252 w 6343"/>
                  <a:gd name="connsiteY7" fmla="*/ 5595 h 6345"/>
                  <a:gd name="connsiteX8" fmla="*/ 349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4" y="6525"/>
                    </a:moveTo>
                    <a:cubicBezTo>
                      <a:pt x="4335" y="6525"/>
                      <a:pt x="5142" y="6190"/>
                      <a:pt x="5737" y="5595"/>
                    </a:cubicBezTo>
                    <a:cubicBezTo>
                      <a:pt x="6332" y="5001"/>
                      <a:pt x="6666" y="4193"/>
                      <a:pt x="6666" y="3352"/>
                    </a:cubicBezTo>
                    <a:cubicBezTo>
                      <a:pt x="6666" y="2511"/>
                      <a:pt x="6332" y="1704"/>
                      <a:pt x="5737" y="1109"/>
                    </a:cubicBezTo>
                    <a:cubicBezTo>
                      <a:pt x="5142" y="514"/>
                      <a:pt x="4335" y="179"/>
                      <a:pt x="3494" y="179"/>
                    </a:cubicBezTo>
                    <a:cubicBezTo>
                      <a:pt x="2653" y="179"/>
                      <a:pt x="1846" y="514"/>
                      <a:pt x="1252" y="1109"/>
                    </a:cubicBezTo>
                    <a:cubicBezTo>
                      <a:pt x="657" y="1704"/>
                      <a:pt x="323" y="2511"/>
                      <a:pt x="323" y="3352"/>
                    </a:cubicBezTo>
                    <a:cubicBezTo>
                      <a:pt x="323" y="4193"/>
                      <a:pt x="657" y="5001"/>
                      <a:pt x="1252" y="5595"/>
                    </a:cubicBezTo>
                    <a:cubicBezTo>
                      <a:pt x="1846" y="6190"/>
                      <a:pt x="2653" y="6525"/>
                      <a:pt x="349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31" name="Freeform: Shape 10330">
                <a:extLst>
                  <a:ext uri="{FF2B5EF4-FFF2-40B4-BE49-F238E27FC236}">
                    <a16:creationId xmlns:a16="http://schemas.microsoft.com/office/drawing/2014/main" id="{315BC3A6-1D68-D118-F445-10A6ABC62B48}"/>
                  </a:ext>
                </a:extLst>
              </p:cNvPr>
              <p:cNvSpPr/>
              <p:nvPr/>
            </p:nvSpPr>
            <p:spPr>
              <a:xfrm>
                <a:off x="10495592" y="5760087"/>
                <a:ext cx="6343" cy="6345"/>
              </a:xfrm>
              <a:custGeom>
                <a:avLst/>
                <a:gdLst>
                  <a:gd name="connsiteX0" fmla="*/ 3494 w 6343"/>
                  <a:gd name="connsiteY0" fmla="*/ 6525 h 6345"/>
                  <a:gd name="connsiteX1" fmla="*/ 5736 w 6343"/>
                  <a:gd name="connsiteY1" fmla="*/ 5596 h 6345"/>
                  <a:gd name="connsiteX2" fmla="*/ 6665 w 6343"/>
                  <a:gd name="connsiteY2" fmla="*/ 3352 h 6345"/>
                  <a:gd name="connsiteX3" fmla="*/ 5736 w 6343"/>
                  <a:gd name="connsiteY3" fmla="*/ 1109 h 6345"/>
                  <a:gd name="connsiteX4" fmla="*/ 3494 w 6343"/>
                  <a:gd name="connsiteY4" fmla="*/ 180 h 6345"/>
                  <a:gd name="connsiteX5" fmla="*/ 1251 w 6343"/>
                  <a:gd name="connsiteY5" fmla="*/ 1109 h 6345"/>
                  <a:gd name="connsiteX6" fmla="*/ 322 w 6343"/>
                  <a:gd name="connsiteY6" fmla="*/ 3352 h 6345"/>
                  <a:gd name="connsiteX7" fmla="*/ 1251 w 6343"/>
                  <a:gd name="connsiteY7" fmla="*/ 5596 h 6345"/>
                  <a:gd name="connsiteX8" fmla="*/ 349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4" y="6525"/>
                    </a:moveTo>
                    <a:cubicBezTo>
                      <a:pt x="4335" y="6525"/>
                      <a:pt x="5142" y="6191"/>
                      <a:pt x="5736" y="5596"/>
                    </a:cubicBezTo>
                    <a:cubicBezTo>
                      <a:pt x="6331" y="5001"/>
                      <a:pt x="6665" y="4194"/>
                      <a:pt x="6665" y="3352"/>
                    </a:cubicBezTo>
                    <a:cubicBezTo>
                      <a:pt x="6665" y="2511"/>
                      <a:pt x="6331" y="1704"/>
                      <a:pt x="5736" y="1109"/>
                    </a:cubicBezTo>
                    <a:cubicBezTo>
                      <a:pt x="5142" y="514"/>
                      <a:pt x="4335" y="180"/>
                      <a:pt x="3494" y="180"/>
                    </a:cubicBezTo>
                    <a:cubicBezTo>
                      <a:pt x="2653" y="180"/>
                      <a:pt x="1846" y="514"/>
                      <a:pt x="1251" y="1109"/>
                    </a:cubicBezTo>
                    <a:cubicBezTo>
                      <a:pt x="656" y="1704"/>
                      <a:pt x="322" y="2511"/>
                      <a:pt x="322" y="3352"/>
                    </a:cubicBezTo>
                    <a:cubicBezTo>
                      <a:pt x="322" y="4194"/>
                      <a:pt x="656" y="5001"/>
                      <a:pt x="1251" y="5596"/>
                    </a:cubicBezTo>
                    <a:cubicBezTo>
                      <a:pt x="1846" y="6191"/>
                      <a:pt x="2653" y="6525"/>
                      <a:pt x="349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32" name="Freeform: Shape 10331">
                <a:extLst>
                  <a:ext uri="{FF2B5EF4-FFF2-40B4-BE49-F238E27FC236}">
                    <a16:creationId xmlns:a16="http://schemas.microsoft.com/office/drawing/2014/main" id="{D742C824-A573-2AF5-E5A3-2BBAC6F3347D}"/>
                  </a:ext>
                </a:extLst>
              </p:cNvPr>
              <p:cNvSpPr/>
              <p:nvPr/>
            </p:nvSpPr>
            <p:spPr>
              <a:xfrm>
                <a:off x="10711261" y="5865057"/>
                <a:ext cx="6343" cy="6345"/>
              </a:xfrm>
              <a:custGeom>
                <a:avLst/>
                <a:gdLst>
                  <a:gd name="connsiteX0" fmla="*/ 3511 w 6343"/>
                  <a:gd name="connsiteY0" fmla="*/ 6533 h 6345"/>
                  <a:gd name="connsiteX1" fmla="*/ 5753 w 6343"/>
                  <a:gd name="connsiteY1" fmla="*/ 5604 h 6345"/>
                  <a:gd name="connsiteX2" fmla="*/ 6682 w 6343"/>
                  <a:gd name="connsiteY2" fmla="*/ 3361 h 6345"/>
                  <a:gd name="connsiteX3" fmla="*/ 5753 w 6343"/>
                  <a:gd name="connsiteY3" fmla="*/ 1117 h 6345"/>
                  <a:gd name="connsiteX4" fmla="*/ 3511 w 6343"/>
                  <a:gd name="connsiteY4" fmla="*/ 188 h 6345"/>
                  <a:gd name="connsiteX5" fmla="*/ 1268 w 6343"/>
                  <a:gd name="connsiteY5" fmla="*/ 1117 h 6345"/>
                  <a:gd name="connsiteX6" fmla="*/ 339 w 6343"/>
                  <a:gd name="connsiteY6" fmla="*/ 3361 h 6345"/>
                  <a:gd name="connsiteX7" fmla="*/ 1268 w 6343"/>
                  <a:gd name="connsiteY7" fmla="*/ 5604 h 6345"/>
                  <a:gd name="connsiteX8" fmla="*/ 3511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1" y="6533"/>
                    </a:moveTo>
                    <a:cubicBezTo>
                      <a:pt x="4352" y="6533"/>
                      <a:pt x="5159" y="6199"/>
                      <a:pt x="5753" y="5604"/>
                    </a:cubicBezTo>
                    <a:cubicBezTo>
                      <a:pt x="6348" y="5009"/>
                      <a:pt x="6682" y="4202"/>
                      <a:pt x="6682" y="3361"/>
                    </a:cubicBezTo>
                    <a:cubicBezTo>
                      <a:pt x="6682" y="2519"/>
                      <a:pt x="6348" y="1712"/>
                      <a:pt x="5753" y="1117"/>
                    </a:cubicBezTo>
                    <a:cubicBezTo>
                      <a:pt x="5159" y="522"/>
                      <a:pt x="4352" y="188"/>
                      <a:pt x="3511" y="188"/>
                    </a:cubicBezTo>
                    <a:cubicBezTo>
                      <a:pt x="2670" y="188"/>
                      <a:pt x="1863" y="522"/>
                      <a:pt x="1268" y="1117"/>
                    </a:cubicBezTo>
                    <a:cubicBezTo>
                      <a:pt x="673" y="1712"/>
                      <a:pt x="339" y="2519"/>
                      <a:pt x="339" y="3361"/>
                    </a:cubicBezTo>
                    <a:cubicBezTo>
                      <a:pt x="339" y="4202"/>
                      <a:pt x="673" y="5009"/>
                      <a:pt x="1268" y="5604"/>
                    </a:cubicBezTo>
                    <a:cubicBezTo>
                      <a:pt x="1863" y="6199"/>
                      <a:pt x="2670" y="6533"/>
                      <a:pt x="3511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33" name="Freeform: Shape 10332">
                <a:extLst>
                  <a:ext uri="{FF2B5EF4-FFF2-40B4-BE49-F238E27FC236}">
                    <a16:creationId xmlns:a16="http://schemas.microsoft.com/office/drawing/2014/main" id="{3137502E-3536-5DBD-0727-077FD427F41B}"/>
                  </a:ext>
                </a:extLst>
              </p:cNvPr>
              <p:cNvSpPr/>
              <p:nvPr/>
            </p:nvSpPr>
            <p:spPr>
              <a:xfrm>
                <a:off x="10606045" y="5826225"/>
                <a:ext cx="6343" cy="6345"/>
              </a:xfrm>
              <a:custGeom>
                <a:avLst/>
                <a:gdLst>
                  <a:gd name="connsiteX0" fmla="*/ 3502 w 6343"/>
                  <a:gd name="connsiteY0" fmla="*/ 6530 h 6345"/>
                  <a:gd name="connsiteX1" fmla="*/ 5745 w 6343"/>
                  <a:gd name="connsiteY1" fmla="*/ 5601 h 6345"/>
                  <a:gd name="connsiteX2" fmla="*/ 6674 w 6343"/>
                  <a:gd name="connsiteY2" fmla="*/ 3358 h 6345"/>
                  <a:gd name="connsiteX3" fmla="*/ 5745 w 6343"/>
                  <a:gd name="connsiteY3" fmla="*/ 1114 h 6345"/>
                  <a:gd name="connsiteX4" fmla="*/ 3502 w 6343"/>
                  <a:gd name="connsiteY4" fmla="*/ 185 h 6345"/>
                  <a:gd name="connsiteX5" fmla="*/ 1260 w 6343"/>
                  <a:gd name="connsiteY5" fmla="*/ 1114 h 6345"/>
                  <a:gd name="connsiteX6" fmla="*/ 331 w 6343"/>
                  <a:gd name="connsiteY6" fmla="*/ 3358 h 6345"/>
                  <a:gd name="connsiteX7" fmla="*/ 1260 w 6343"/>
                  <a:gd name="connsiteY7" fmla="*/ 5601 h 6345"/>
                  <a:gd name="connsiteX8" fmla="*/ 3502 w 6343"/>
                  <a:gd name="connsiteY8" fmla="*/ 65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530"/>
                    </a:moveTo>
                    <a:cubicBezTo>
                      <a:pt x="4343" y="6530"/>
                      <a:pt x="5150" y="6196"/>
                      <a:pt x="5745" y="5601"/>
                    </a:cubicBezTo>
                    <a:cubicBezTo>
                      <a:pt x="6340" y="5006"/>
                      <a:pt x="6674" y="4199"/>
                      <a:pt x="6674" y="3358"/>
                    </a:cubicBezTo>
                    <a:cubicBezTo>
                      <a:pt x="6674" y="2516"/>
                      <a:pt x="6340" y="1709"/>
                      <a:pt x="5745" y="1114"/>
                    </a:cubicBezTo>
                    <a:cubicBezTo>
                      <a:pt x="5150" y="519"/>
                      <a:pt x="4343" y="185"/>
                      <a:pt x="3502" y="185"/>
                    </a:cubicBezTo>
                    <a:cubicBezTo>
                      <a:pt x="2661" y="185"/>
                      <a:pt x="1855" y="519"/>
                      <a:pt x="1260" y="1114"/>
                    </a:cubicBezTo>
                    <a:cubicBezTo>
                      <a:pt x="665" y="1709"/>
                      <a:pt x="331" y="2516"/>
                      <a:pt x="331" y="3358"/>
                    </a:cubicBezTo>
                    <a:cubicBezTo>
                      <a:pt x="331" y="4199"/>
                      <a:pt x="665" y="5006"/>
                      <a:pt x="1260" y="5601"/>
                    </a:cubicBezTo>
                    <a:cubicBezTo>
                      <a:pt x="1855" y="6196"/>
                      <a:pt x="2661" y="6530"/>
                      <a:pt x="3502" y="65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34" name="Freeform: Shape 10333">
                <a:extLst>
                  <a:ext uri="{FF2B5EF4-FFF2-40B4-BE49-F238E27FC236}">
                    <a16:creationId xmlns:a16="http://schemas.microsoft.com/office/drawing/2014/main" id="{9064F611-1FE4-73E0-4369-69817E4F4C77}"/>
                  </a:ext>
                </a:extLst>
              </p:cNvPr>
              <p:cNvSpPr/>
              <p:nvPr/>
            </p:nvSpPr>
            <p:spPr>
              <a:xfrm>
                <a:off x="10599058" y="5831622"/>
                <a:ext cx="6343" cy="6345"/>
              </a:xfrm>
              <a:custGeom>
                <a:avLst/>
                <a:gdLst>
                  <a:gd name="connsiteX0" fmla="*/ 3502 w 6343"/>
                  <a:gd name="connsiteY0" fmla="*/ 6531 h 6345"/>
                  <a:gd name="connsiteX1" fmla="*/ 5744 w 6343"/>
                  <a:gd name="connsiteY1" fmla="*/ 5601 h 6345"/>
                  <a:gd name="connsiteX2" fmla="*/ 6673 w 6343"/>
                  <a:gd name="connsiteY2" fmla="*/ 3358 h 6345"/>
                  <a:gd name="connsiteX3" fmla="*/ 5744 w 6343"/>
                  <a:gd name="connsiteY3" fmla="*/ 1115 h 6345"/>
                  <a:gd name="connsiteX4" fmla="*/ 3502 w 6343"/>
                  <a:gd name="connsiteY4" fmla="*/ 185 h 6345"/>
                  <a:gd name="connsiteX5" fmla="*/ 1259 w 6343"/>
                  <a:gd name="connsiteY5" fmla="*/ 1115 h 6345"/>
                  <a:gd name="connsiteX6" fmla="*/ 330 w 6343"/>
                  <a:gd name="connsiteY6" fmla="*/ 3358 h 6345"/>
                  <a:gd name="connsiteX7" fmla="*/ 1259 w 6343"/>
                  <a:gd name="connsiteY7" fmla="*/ 5601 h 6345"/>
                  <a:gd name="connsiteX8" fmla="*/ 3502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531"/>
                    </a:moveTo>
                    <a:cubicBezTo>
                      <a:pt x="4343" y="6531"/>
                      <a:pt x="5150" y="6196"/>
                      <a:pt x="5744" y="5601"/>
                    </a:cubicBezTo>
                    <a:cubicBezTo>
                      <a:pt x="6339" y="5007"/>
                      <a:pt x="6673" y="4199"/>
                      <a:pt x="6673" y="3358"/>
                    </a:cubicBezTo>
                    <a:cubicBezTo>
                      <a:pt x="6673" y="2517"/>
                      <a:pt x="6339" y="1710"/>
                      <a:pt x="5744" y="1115"/>
                    </a:cubicBezTo>
                    <a:cubicBezTo>
                      <a:pt x="5150" y="520"/>
                      <a:pt x="4343" y="185"/>
                      <a:pt x="3502" y="185"/>
                    </a:cubicBezTo>
                    <a:cubicBezTo>
                      <a:pt x="2661" y="185"/>
                      <a:pt x="1854" y="520"/>
                      <a:pt x="1259" y="1115"/>
                    </a:cubicBezTo>
                    <a:cubicBezTo>
                      <a:pt x="664" y="1710"/>
                      <a:pt x="330" y="2517"/>
                      <a:pt x="330" y="3358"/>
                    </a:cubicBezTo>
                    <a:cubicBezTo>
                      <a:pt x="330" y="4199"/>
                      <a:pt x="664" y="5007"/>
                      <a:pt x="1259" y="5601"/>
                    </a:cubicBezTo>
                    <a:cubicBezTo>
                      <a:pt x="1854" y="6196"/>
                      <a:pt x="2661" y="6531"/>
                      <a:pt x="3502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35" name="Freeform: Shape 10334">
                <a:extLst>
                  <a:ext uri="{FF2B5EF4-FFF2-40B4-BE49-F238E27FC236}">
                    <a16:creationId xmlns:a16="http://schemas.microsoft.com/office/drawing/2014/main" id="{62B94A4C-F033-B316-28DD-63E579007E56}"/>
                  </a:ext>
                </a:extLst>
              </p:cNvPr>
              <p:cNvSpPr/>
              <p:nvPr/>
            </p:nvSpPr>
            <p:spPr>
              <a:xfrm>
                <a:off x="10596533" y="5839076"/>
                <a:ext cx="6343" cy="6345"/>
              </a:xfrm>
              <a:custGeom>
                <a:avLst/>
                <a:gdLst>
                  <a:gd name="connsiteX0" fmla="*/ 3502 w 6343"/>
                  <a:gd name="connsiteY0" fmla="*/ 6531 h 6345"/>
                  <a:gd name="connsiteX1" fmla="*/ 5744 w 6343"/>
                  <a:gd name="connsiteY1" fmla="*/ 5602 h 6345"/>
                  <a:gd name="connsiteX2" fmla="*/ 6673 w 6343"/>
                  <a:gd name="connsiteY2" fmla="*/ 3359 h 6345"/>
                  <a:gd name="connsiteX3" fmla="*/ 5744 w 6343"/>
                  <a:gd name="connsiteY3" fmla="*/ 1115 h 6345"/>
                  <a:gd name="connsiteX4" fmla="*/ 3502 w 6343"/>
                  <a:gd name="connsiteY4" fmla="*/ 186 h 6345"/>
                  <a:gd name="connsiteX5" fmla="*/ 1259 w 6343"/>
                  <a:gd name="connsiteY5" fmla="*/ 1115 h 6345"/>
                  <a:gd name="connsiteX6" fmla="*/ 330 w 6343"/>
                  <a:gd name="connsiteY6" fmla="*/ 3359 h 6345"/>
                  <a:gd name="connsiteX7" fmla="*/ 1259 w 6343"/>
                  <a:gd name="connsiteY7" fmla="*/ 5602 h 6345"/>
                  <a:gd name="connsiteX8" fmla="*/ 3502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531"/>
                    </a:moveTo>
                    <a:cubicBezTo>
                      <a:pt x="4343" y="6531"/>
                      <a:pt x="5150" y="6197"/>
                      <a:pt x="5744" y="5602"/>
                    </a:cubicBezTo>
                    <a:cubicBezTo>
                      <a:pt x="6339" y="5007"/>
                      <a:pt x="6673" y="4200"/>
                      <a:pt x="6673" y="3359"/>
                    </a:cubicBezTo>
                    <a:cubicBezTo>
                      <a:pt x="6673" y="2517"/>
                      <a:pt x="6339" y="1710"/>
                      <a:pt x="5744" y="1115"/>
                    </a:cubicBezTo>
                    <a:cubicBezTo>
                      <a:pt x="5150" y="520"/>
                      <a:pt x="4343" y="186"/>
                      <a:pt x="3502" y="186"/>
                    </a:cubicBezTo>
                    <a:cubicBezTo>
                      <a:pt x="2661" y="186"/>
                      <a:pt x="1854" y="520"/>
                      <a:pt x="1259" y="1115"/>
                    </a:cubicBezTo>
                    <a:cubicBezTo>
                      <a:pt x="664" y="1710"/>
                      <a:pt x="330" y="2517"/>
                      <a:pt x="330" y="3359"/>
                    </a:cubicBezTo>
                    <a:cubicBezTo>
                      <a:pt x="330" y="4200"/>
                      <a:pt x="664" y="5007"/>
                      <a:pt x="1259" y="5602"/>
                    </a:cubicBezTo>
                    <a:cubicBezTo>
                      <a:pt x="1854" y="6197"/>
                      <a:pt x="2661" y="6531"/>
                      <a:pt x="3502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36" name="Freeform: Shape 10335">
                <a:extLst>
                  <a:ext uri="{FF2B5EF4-FFF2-40B4-BE49-F238E27FC236}">
                    <a16:creationId xmlns:a16="http://schemas.microsoft.com/office/drawing/2014/main" id="{6C7F9B30-7252-9D96-397C-B18383A18538}"/>
                  </a:ext>
                </a:extLst>
              </p:cNvPr>
              <p:cNvSpPr/>
              <p:nvPr/>
            </p:nvSpPr>
            <p:spPr>
              <a:xfrm>
                <a:off x="10597867" y="5848396"/>
                <a:ext cx="6343" cy="6345"/>
              </a:xfrm>
              <a:custGeom>
                <a:avLst/>
                <a:gdLst>
                  <a:gd name="connsiteX0" fmla="*/ 3502 w 6343"/>
                  <a:gd name="connsiteY0" fmla="*/ 6532 h 6345"/>
                  <a:gd name="connsiteX1" fmla="*/ 5744 w 6343"/>
                  <a:gd name="connsiteY1" fmla="*/ 5603 h 6345"/>
                  <a:gd name="connsiteX2" fmla="*/ 6673 w 6343"/>
                  <a:gd name="connsiteY2" fmla="*/ 3359 h 6345"/>
                  <a:gd name="connsiteX3" fmla="*/ 5744 w 6343"/>
                  <a:gd name="connsiteY3" fmla="*/ 1116 h 6345"/>
                  <a:gd name="connsiteX4" fmla="*/ 3502 w 6343"/>
                  <a:gd name="connsiteY4" fmla="*/ 187 h 6345"/>
                  <a:gd name="connsiteX5" fmla="*/ 1259 w 6343"/>
                  <a:gd name="connsiteY5" fmla="*/ 1116 h 6345"/>
                  <a:gd name="connsiteX6" fmla="*/ 330 w 6343"/>
                  <a:gd name="connsiteY6" fmla="*/ 3359 h 6345"/>
                  <a:gd name="connsiteX7" fmla="*/ 1259 w 6343"/>
                  <a:gd name="connsiteY7" fmla="*/ 5603 h 6345"/>
                  <a:gd name="connsiteX8" fmla="*/ 3502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532"/>
                    </a:moveTo>
                    <a:cubicBezTo>
                      <a:pt x="4343" y="6532"/>
                      <a:pt x="5150" y="6198"/>
                      <a:pt x="5744" y="5603"/>
                    </a:cubicBezTo>
                    <a:cubicBezTo>
                      <a:pt x="6339" y="5008"/>
                      <a:pt x="6673" y="4201"/>
                      <a:pt x="6673" y="3359"/>
                    </a:cubicBezTo>
                    <a:cubicBezTo>
                      <a:pt x="6673" y="2518"/>
                      <a:pt x="6339" y="1711"/>
                      <a:pt x="5744" y="1116"/>
                    </a:cubicBezTo>
                    <a:cubicBezTo>
                      <a:pt x="5150" y="521"/>
                      <a:pt x="4343" y="187"/>
                      <a:pt x="3502" y="187"/>
                    </a:cubicBezTo>
                    <a:cubicBezTo>
                      <a:pt x="2661" y="187"/>
                      <a:pt x="1854" y="521"/>
                      <a:pt x="1259" y="1116"/>
                    </a:cubicBezTo>
                    <a:cubicBezTo>
                      <a:pt x="664" y="1711"/>
                      <a:pt x="330" y="2518"/>
                      <a:pt x="330" y="3359"/>
                    </a:cubicBezTo>
                    <a:cubicBezTo>
                      <a:pt x="330" y="4201"/>
                      <a:pt x="664" y="5008"/>
                      <a:pt x="1259" y="5603"/>
                    </a:cubicBezTo>
                    <a:cubicBezTo>
                      <a:pt x="1854" y="6198"/>
                      <a:pt x="2661" y="6532"/>
                      <a:pt x="3502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37" name="Freeform: Shape 10336">
                <a:extLst>
                  <a:ext uri="{FF2B5EF4-FFF2-40B4-BE49-F238E27FC236}">
                    <a16:creationId xmlns:a16="http://schemas.microsoft.com/office/drawing/2014/main" id="{42E3290D-3917-A025-FA07-EACD125B59AE}"/>
                  </a:ext>
                </a:extLst>
              </p:cNvPr>
              <p:cNvSpPr/>
              <p:nvPr/>
            </p:nvSpPr>
            <p:spPr>
              <a:xfrm>
                <a:off x="10593316" y="5854915"/>
                <a:ext cx="6343" cy="6345"/>
              </a:xfrm>
              <a:custGeom>
                <a:avLst/>
                <a:gdLst>
                  <a:gd name="connsiteX0" fmla="*/ 3501 w 6343"/>
                  <a:gd name="connsiteY0" fmla="*/ 6533 h 6345"/>
                  <a:gd name="connsiteX1" fmla="*/ 5744 w 6343"/>
                  <a:gd name="connsiteY1" fmla="*/ 5603 h 6345"/>
                  <a:gd name="connsiteX2" fmla="*/ 6673 w 6343"/>
                  <a:gd name="connsiteY2" fmla="*/ 3360 h 6345"/>
                  <a:gd name="connsiteX3" fmla="*/ 5744 w 6343"/>
                  <a:gd name="connsiteY3" fmla="*/ 1116 h 6345"/>
                  <a:gd name="connsiteX4" fmla="*/ 3501 w 6343"/>
                  <a:gd name="connsiteY4" fmla="*/ 187 h 6345"/>
                  <a:gd name="connsiteX5" fmla="*/ 1259 w 6343"/>
                  <a:gd name="connsiteY5" fmla="*/ 1116 h 6345"/>
                  <a:gd name="connsiteX6" fmla="*/ 330 w 6343"/>
                  <a:gd name="connsiteY6" fmla="*/ 3360 h 6345"/>
                  <a:gd name="connsiteX7" fmla="*/ 1259 w 6343"/>
                  <a:gd name="connsiteY7" fmla="*/ 5603 h 6345"/>
                  <a:gd name="connsiteX8" fmla="*/ 3501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1" y="6533"/>
                    </a:moveTo>
                    <a:cubicBezTo>
                      <a:pt x="4342" y="6533"/>
                      <a:pt x="5149" y="6198"/>
                      <a:pt x="5744" y="5603"/>
                    </a:cubicBezTo>
                    <a:cubicBezTo>
                      <a:pt x="6339" y="5008"/>
                      <a:pt x="6673" y="4201"/>
                      <a:pt x="6673" y="3360"/>
                    </a:cubicBezTo>
                    <a:cubicBezTo>
                      <a:pt x="6673" y="2518"/>
                      <a:pt x="6339" y="1711"/>
                      <a:pt x="5744" y="1116"/>
                    </a:cubicBezTo>
                    <a:cubicBezTo>
                      <a:pt x="5149" y="521"/>
                      <a:pt x="4342" y="187"/>
                      <a:pt x="3501" y="187"/>
                    </a:cubicBezTo>
                    <a:cubicBezTo>
                      <a:pt x="2660" y="187"/>
                      <a:pt x="1854" y="521"/>
                      <a:pt x="1259" y="1116"/>
                    </a:cubicBezTo>
                    <a:cubicBezTo>
                      <a:pt x="664" y="1711"/>
                      <a:pt x="330" y="2518"/>
                      <a:pt x="330" y="3360"/>
                    </a:cubicBezTo>
                    <a:cubicBezTo>
                      <a:pt x="330" y="4201"/>
                      <a:pt x="664" y="5008"/>
                      <a:pt x="1259" y="5603"/>
                    </a:cubicBezTo>
                    <a:cubicBezTo>
                      <a:pt x="1854" y="6198"/>
                      <a:pt x="2660" y="6533"/>
                      <a:pt x="3501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38" name="Freeform: Shape 10337">
                <a:extLst>
                  <a:ext uri="{FF2B5EF4-FFF2-40B4-BE49-F238E27FC236}">
                    <a16:creationId xmlns:a16="http://schemas.microsoft.com/office/drawing/2014/main" id="{6F47E75D-71C7-C529-B56E-99C67F168CC6}"/>
                  </a:ext>
                </a:extLst>
              </p:cNvPr>
              <p:cNvSpPr/>
              <p:nvPr/>
            </p:nvSpPr>
            <p:spPr>
              <a:xfrm>
                <a:off x="10673130" y="5903253"/>
                <a:ext cx="6343" cy="6345"/>
              </a:xfrm>
              <a:custGeom>
                <a:avLst/>
                <a:gdLst>
                  <a:gd name="connsiteX0" fmla="*/ 3508 w 6343"/>
                  <a:gd name="connsiteY0" fmla="*/ 6536 h 6345"/>
                  <a:gd name="connsiteX1" fmla="*/ 5750 w 6343"/>
                  <a:gd name="connsiteY1" fmla="*/ 5607 h 6345"/>
                  <a:gd name="connsiteX2" fmla="*/ 6679 w 6343"/>
                  <a:gd name="connsiteY2" fmla="*/ 3364 h 6345"/>
                  <a:gd name="connsiteX3" fmla="*/ 5750 w 6343"/>
                  <a:gd name="connsiteY3" fmla="*/ 1120 h 6345"/>
                  <a:gd name="connsiteX4" fmla="*/ 3508 w 6343"/>
                  <a:gd name="connsiteY4" fmla="*/ 191 h 6345"/>
                  <a:gd name="connsiteX5" fmla="*/ 1265 w 6343"/>
                  <a:gd name="connsiteY5" fmla="*/ 1120 h 6345"/>
                  <a:gd name="connsiteX6" fmla="*/ 336 w 6343"/>
                  <a:gd name="connsiteY6" fmla="*/ 3364 h 6345"/>
                  <a:gd name="connsiteX7" fmla="*/ 1265 w 6343"/>
                  <a:gd name="connsiteY7" fmla="*/ 5607 h 6345"/>
                  <a:gd name="connsiteX8" fmla="*/ 3508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8" y="6536"/>
                    </a:moveTo>
                    <a:cubicBezTo>
                      <a:pt x="4349" y="6536"/>
                      <a:pt x="5156" y="6202"/>
                      <a:pt x="5750" y="5607"/>
                    </a:cubicBezTo>
                    <a:cubicBezTo>
                      <a:pt x="6345" y="5012"/>
                      <a:pt x="6679" y="4205"/>
                      <a:pt x="6679" y="3364"/>
                    </a:cubicBezTo>
                    <a:cubicBezTo>
                      <a:pt x="6679" y="2522"/>
                      <a:pt x="6345" y="1715"/>
                      <a:pt x="5750" y="1120"/>
                    </a:cubicBezTo>
                    <a:cubicBezTo>
                      <a:pt x="5156" y="525"/>
                      <a:pt x="4349" y="191"/>
                      <a:pt x="3508" y="191"/>
                    </a:cubicBezTo>
                    <a:cubicBezTo>
                      <a:pt x="2667" y="191"/>
                      <a:pt x="1860" y="525"/>
                      <a:pt x="1265" y="1120"/>
                    </a:cubicBezTo>
                    <a:cubicBezTo>
                      <a:pt x="670" y="1715"/>
                      <a:pt x="336" y="2522"/>
                      <a:pt x="336" y="3364"/>
                    </a:cubicBezTo>
                    <a:cubicBezTo>
                      <a:pt x="336" y="4205"/>
                      <a:pt x="670" y="5012"/>
                      <a:pt x="1265" y="5607"/>
                    </a:cubicBezTo>
                    <a:cubicBezTo>
                      <a:pt x="1860" y="6202"/>
                      <a:pt x="2667" y="6536"/>
                      <a:pt x="3508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39" name="Freeform: Shape 10338">
                <a:extLst>
                  <a:ext uri="{FF2B5EF4-FFF2-40B4-BE49-F238E27FC236}">
                    <a16:creationId xmlns:a16="http://schemas.microsoft.com/office/drawing/2014/main" id="{9C44892E-DBCB-16BC-0D8E-67B1C223ADDF}"/>
                  </a:ext>
                </a:extLst>
              </p:cNvPr>
              <p:cNvSpPr/>
              <p:nvPr/>
            </p:nvSpPr>
            <p:spPr>
              <a:xfrm>
                <a:off x="10664097" y="5908128"/>
                <a:ext cx="6343" cy="6345"/>
              </a:xfrm>
              <a:custGeom>
                <a:avLst/>
                <a:gdLst>
                  <a:gd name="connsiteX0" fmla="*/ 3507 w 6343"/>
                  <a:gd name="connsiteY0" fmla="*/ 6537 h 6345"/>
                  <a:gd name="connsiteX1" fmla="*/ 5750 w 6343"/>
                  <a:gd name="connsiteY1" fmla="*/ 5608 h 6345"/>
                  <a:gd name="connsiteX2" fmla="*/ 6679 w 6343"/>
                  <a:gd name="connsiteY2" fmla="*/ 3364 h 6345"/>
                  <a:gd name="connsiteX3" fmla="*/ 5750 w 6343"/>
                  <a:gd name="connsiteY3" fmla="*/ 1121 h 6345"/>
                  <a:gd name="connsiteX4" fmla="*/ 3507 w 6343"/>
                  <a:gd name="connsiteY4" fmla="*/ 191 h 6345"/>
                  <a:gd name="connsiteX5" fmla="*/ 1264 w 6343"/>
                  <a:gd name="connsiteY5" fmla="*/ 1121 h 6345"/>
                  <a:gd name="connsiteX6" fmla="*/ 335 w 6343"/>
                  <a:gd name="connsiteY6" fmla="*/ 3364 h 6345"/>
                  <a:gd name="connsiteX7" fmla="*/ 1264 w 6343"/>
                  <a:gd name="connsiteY7" fmla="*/ 5608 h 6345"/>
                  <a:gd name="connsiteX8" fmla="*/ 3507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7" y="6537"/>
                    </a:moveTo>
                    <a:cubicBezTo>
                      <a:pt x="4348" y="6537"/>
                      <a:pt x="5155" y="6202"/>
                      <a:pt x="5750" y="5608"/>
                    </a:cubicBezTo>
                    <a:cubicBezTo>
                      <a:pt x="6344" y="5013"/>
                      <a:pt x="6679" y="4205"/>
                      <a:pt x="6679" y="3364"/>
                    </a:cubicBezTo>
                    <a:cubicBezTo>
                      <a:pt x="6679" y="2523"/>
                      <a:pt x="6344" y="1716"/>
                      <a:pt x="5750" y="1121"/>
                    </a:cubicBezTo>
                    <a:cubicBezTo>
                      <a:pt x="5155" y="526"/>
                      <a:pt x="4348" y="191"/>
                      <a:pt x="3507" y="191"/>
                    </a:cubicBezTo>
                    <a:cubicBezTo>
                      <a:pt x="2666" y="191"/>
                      <a:pt x="1859" y="526"/>
                      <a:pt x="1264" y="1121"/>
                    </a:cubicBezTo>
                    <a:cubicBezTo>
                      <a:pt x="670" y="1716"/>
                      <a:pt x="335" y="2523"/>
                      <a:pt x="335" y="3364"/>
                    </a:cubicBezTo>
                    <a:cubicBezTo>
                      <a:pt x="335" y="4205"/>
                      <a:pt x="670" y="5013"/>
                      <a:pt x="1264" y="5608"/>
                    </a:cubicBezTo>
                    <a:cubicBezTo>
                      <a:pt x="1859" y="6202"/>
                      <a:pt x="2666" y="6537"/>
                      <a:pt x="3507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40" name="Freeform: Shape 10339">
                <a:extLst>
                  <a:ext uri="{FF2B5EF4-FFF2-40B4-BE49-F238E27FC236}">
                    <a16:creationId xmlns:a16="http://schemas.microsoft.com/office/drawing/2014/main" id="{58ED54DC-B155-3533-828C-E25F3387FC2C}"/>
                  </a:ext>
                </a:extLst>
              </p:cNvPr>
              <p:cNvSpPr/>
              <p:nvPr/>
            </p:nvSpPr>
            <p:spPr>
              <a:xfrm>
                <a:off x="10659468" y="5915175"/>
                <a:ext cx="6343" cy="6345"/>
              </a:xfrm>
              <a:custGeom>
                <a:avLst/>
                <a:gdLst>
                  <a:gd name="connsiteX0" fmla="*/ 3507 w 6343"/>
                  <a:gd name="connsiteY0" fmla="*/ 6537 h 6345"/>
                  <a:gd name="connsiteX1" fmla="*/ 5749 w 6343"/>
                  <a:gd name="connsiteY1" fmla="*/ 5608 h 6345"/>
                  <a:gd name="connsiteX2" fmla="*/ 6678 w 6343"/>
                  <a:gd name="connsiteY2" fmla="*/ 3365 h 6345"/>
                  <a:gd name="connsiteX3" fmla="*/ 5749 w 6343"/>
                  <a:gd name="connsiteY3" fmla="*/ 1121 h 6345"/>
                  <a:gd name="connsiteX4" fmla="*/ 3507 w 6343"/>
                  <a:gd name="connsiteY4" fmla="*/ 192 h 6345"/>
                  <a:gd name="connsiteX5" fmla="*/ 1264 w 6343"/>
                  <a:gd name="connsiteY5" fmla="*/ 1121 h 6345"/>
                  <a:gd name="connsiteX6" fmla="*/ 335 w 6343"/>
                  <a:gd name="connsiteY6" fmla="*/ 3365 h 6345"/>
                  <a:gd name="connsiteX7" fmla="*/ 1264 w 6343"/>
                  <a:gd name="connsiteY7" fmla="*/ 5608 h 6345"/>
                  <a:gd name="connsiteX8" fmla="*/ 3507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7" y="6537"/>
                    </a:moveTo>
                    <a:cubicBezTo>
                      <a:pt x="4348" y="6537"/>
                      <a:pt x="5154" y="6203"/>
                      <a:pt x="5749" y="5608"/>
                    </a:cubicBezTo>
                    <a:cubicBezTo>
                      <a:pt x="6344" y="5013"/>
                      <a:pt x="6678" y="4206"/>
                      <a:pt x="6678" y="3365"/>
                    </a:cubicBezTo>
                    <a:cubicBezTo>
                      <a:pt x="6678" y="2523"/>
                      <a:pt x="6344" y="1716"/>
                      <a:pt x="5749" y="1121"/>
                    </a:cubicBezTo>
                    <a:cubicBezTo>
                      <a:pt x="5154" y="526"/>
                      <a:pt x="4348" y="192"/>
                      <a:pt x="3507" y="192"/>
                    </a:cubicBezTo>
                    <a:cubicBezTo>
                      <a:pt x="2665" y="192"/>
                      <a:pt x="1859" y="526"/>
                      <a:pt x="1264" y="1121"/>
                    </a:cubicBezTo>
                    <a:cubicBezTo>
                      <a:pt x="669" y="1716"/>
                      <a:pt x="335" y="2523"/>
                      <a:pt x="335" y="3365"/>
                    </a:cubicBezTo>
                    <a:cubicBezTo>
                      <a:pt x="335" y="4206"/>
                      <a:pt x="669" y="5013"/>
                      <a:pt x="1264" y="5608"/>
                    </a:cubicBezTo>
                    <a:cubicBezTo>
                      <a:pt x="1859" y="6203"/>
                      <a:pt x="2665" y="6537"/>
                      <a:pt x="3507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41" name="Freeform: Shape 10340">
                <a:extLst>
                  <a:ext uri="{FF2B5EF4-FFF2-40B4-BE49-F238E27FC236}">
                    <a16:creationId xmlns:a16="http://schemas.microsoft.com/office/drawing/2014/main" id="{07FA315E-A7CF-AF9D-E94A-A42CA0E615A8}"/>
                  </a:ext>
                </a:extLst>
              </p:cNvPr>
              <p:cNvSpPr/>
              <p:nvPr/>
            </p:nvSpPr>
            <p:spPr>
              <a:xfrm>
                <a:off x="10662325" y="5926094"/>
                <a:ext cx="6343" cy="6345"/>
              </a:xfrm>
              <a:custGeom>
                <a:avLst/>
                <a:gdLst>
                  <a:gd name="connsiteX0" fmla="*/ 3507 w 6343"/>
                  <a:gd name="connsiteY0" fmla="*/ 6538 h 6345"/>
                  <a:gd name="connsiteX1" fmla="*/ 5749 w 6343"/>
                  <a:gd name="connsiteY1" fmla="*/ 5609 h 6345"/>
                  <a:gd name="connsiteX2" fmla="*/ 6678 w 6343"/>
                  <a:gd name="connsiteY2" fmla="*/ 3365 h 6345"/>
                  <a:gd name="connsiteX3" fmla="*/ 5749 w 6343"/>
                  <a:gd name="connsiteY3" fmla="*/ 1122 h 6345"/>
                  <a:gd name="connsiteX4" fmla="*/ 3507 w 6343"/>
                  <a:gd name="connsiteY4" fmla="*/ 193 h 6345"/>
                  <a:gd name="connsiteX5" fmla="*/ 1264 w 6343"/>
                  <a:gd name="connsiteY5" fmla="*/ 1122 h 6345"/>
                  <a:gd name="connsiteX6" fmla="*/ 335 w 6343"/>
                  <a:gd name="connsiteY6" fmla="*/ 3365 h 6345"/>
                  <a:gd name="connsiteX7" fmla="*/ 1264 w 6343"/>
                  <a:gd name="connsiteY7" fmla="*/ 5609 h 6345"/>
                  <a:gd name="connsiteX8" fmla="*/ 3507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7" y="6538"/>
                    </a:moveTo>
                    <a:cubicBezTo>
                      <a:pt x="4348" y="6538"/>
                      <a:pt x="5155" y="6204"/>
                      <a:pt x="5749" y="5609"/>
                    </a:cubicBezTo>
                    <a:cubicBezTo>
                      <a:pt x="6344" y="5014"/>
                      <a:pt x="6678" y="4207"/>
                      <a:pt x="6678" y="3365"/>
                    </a:cubicBezTo>
                    <a:cubicBezTo>
                      <a:pt x="6678" y="2524"/>
                      <a:pt x="6344" y="1717"/>
                      <a:pt x="5749" y="1122"/>
                    </a:cubicBezTo>
                    <a:cubicBezTo>
                      <a:pt x="5155" y="527"/>
                      <a:pt x="4348" y="193"/>
                      <a:pt x="3507" y="193"/>
                    </a:cubicBezTo>
                    <a:cubicBezTo>
                      <a:pt x="2666" y="193"/>
                      <a:pt x="1859" y="527"/>
                      <a:pt x="1264" y="1122"/>
                    </a:cubicBezTo>
                    <a:cubicBezTo>
                      <a:pt x="669" y="1717"/>
                      <a:pt x="335" y="2524"/>
                      <a:pt x="335" y="3365"/>
                    </a:cubicBezTo>
                    <a:cubicBezTo>
                      <a:pt x="335" y="4207"/>
                      <a:pt x="669" y="5014"/>
                      <a:pt x="1264" y="5609"/>
                    </a:cubicBezTo>
                    <a:cubicBezTo>
                      <a:pt x="1859" y="6204"/>
                      <a:pt x="2666" y="6538"/>
                      <a:pt x="3507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42" name="Freeform: Shape 10341">
                <a:extLst>
                  <a:ext uri="{FF2B5EF4-FFF2-40B4-BE49-F238E27FC236}">
                    <a16:creationId xmlns:a16="http://schemas.microsoft.com/office/drawing/2014/main" id="{CA0C689C-72F0-0D42-EEF5-F07A5853E0A0}"/>
                  </a:ext>
                </a:extLst>
              </p:cNvPr>
              <p:cNvSpPr/>
              <p:nvPr/>
            </p:nvSpPr>
            <p:spPr>
              <a:xfrm>
                <a:off x="10662759" y="5935841"/>
                <a:ext cx="6343" cy="6345"/>
              </a:xfrm>
              <a:custGeom>
                <a:avLst/>
                <a:gdLst>
                  <a:gd name="connsiteX0" fmla="*/ 3507 w 6343"/>
                  <a:gd name="connsiteY0" fmla="*/ 6539 h 6345"/>
                  <a:gd name="connsiteX1" fmla="*/ 5749 w 6343"/>
                  <a:gd name="connsiteY1" fmla="*/ 5610 h 6345"/>
                  <a:gd name="connsiteX2" fmla="*/ 6678 w 6343"/>
                  <a:gd name="connsiteY2" fmla="*/ 3366 h 6345"/>
                  <a:gd name="connsiteX3" fmla="*/ 5749 w 6343"/>
                  <a:gd name="connsiteY3" fmla="*/ 1123 h 6345"/>
                  <a:gd name="connsiteX4" fmla="*/ 3507 w 6343"/>
                  <a:gd name="connsiteY4" fmla="*/ 194 h 6345"/>
                  <a:gd name="connsiteX5" fmla="*/ 1264 w 6343"/>
                  <a:gd name="connsiteY5" fmla="*/ 1123 h 6345"/>
                  <a:gd name="connsiteX6" fmla="*/ 335 w 6343"/>
                  <a:gd name="connsiteY6" fmla="*/ 3366 h 6345"/>
                  <a:gd name="connsiteX7" fmla="*/ 1264 w 6343"/>
                  <a:gd name="connsiteY7" fmla="*/ 5610 h 6345"/>
                  <a:gd name="connsiteX8" fmla="*/ 3507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7" y="6539"/>
                    </a:moveTo>
                    <a:cubicBezTo>
                      <a:pt x="4348" y="6539"/>
                      <a:pt x="5155" y="6205"/>
                      <a:pt x="5749" y="5610"/>
                    </a:cubicBezTo>
                    <a:cubicBezTo>
                      <a:pt x="6344" y="5015"/>
                      <a:pt x="6678" y="4208"/>
                      <a:pt x="6678" y="3366"/>
                    </a:cubicBezTo>
                    <a:cubicBezTo>
                      <a:pt x="6678" y="2525"/>
                      <a:pt x="6344" y="1718"/>
                      <a:pt x="5749" y="1123"/>
                    </a:cubicBezTo>
                    <a:cubicBezTo>
                      <a:pt x="5155" y="528"/>
                      <a:pt x="4348" y="194"/>
                      <a:pt x="3507" y="194"/>
                    </a:cubicBezTo>
                    <a:cubicBezTo>
                      <a:pt x="2666" y="194"/>
                      <a:pt x="1859" y="528"/>
                      <a:pt x="1264" y="1123"/>
                    </a:cubicBezTo>
                    <a:cubicBezTo>
                      <a:pt x="669" y="1718"/>
                      <a:pt x="335" y="2525"/>
                      <a:pt x="335" y="3366"/>
                    </a:cubicBezTo>
                    <a:cubicBezTo>
                      <a:pt x="335" y="4208"/>
                      <a:pt x="669" y="5015"/>
                      <a:pt x="1264" y="5610"/>
                    </a:cubicBezTo>
                    <a:cubicBezTo>
                      <a:pt x="1859" y="6205"/>
                      <a:pt x="2666" y="6539"/>
                      <a:pt x="3507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43" name="Freeform: Shape 10342">
                <a:extLst>
                  <a:ext uri="{FF2B5EF4-FFF2-40B4-BE49-F238E27FC236}">
                    <a16:creationId xmlns:a16="http://schemas.microsoft.com/office/drawing/2014/main" id="{DE5F193C-F573-20ED-F0ED-35B42F5A07D6}"/>
                  </a:ext>
                </a:extLst>
              </p:cNvPr>
              <p:cNvSpPr/>
              <p:nvPr/>
            </p:nvSpPr>
            <p:spPr>
              <a:xfrm>
                <a:off x="11197869" y="6231566"/>
                <a:ext cx="6343" cy="6345"/>
              </a:xfrm>
              <a:custGeom>
                <a:avLst/>
                <a:gdLst>
                  <a:gd name="connsiteX0" fmla="*/ 3549 w 6343"/>
                  <a:gd name="connsiteY0" fmla="*/ 6562 h 6345"/>
                  <a:gd name="connsiteX1" fmla="*/ 5792 w 6343"/>
                  <a:gd name="connsiteY1" fmla="*/ 5633 h 6345"/>
                  <a:gd name="connsiteX2" fmla="*/ 6721 w 6343"/>
                  <a:gd name="connsiteY2" fmla="*/ 3390 h 6345"/>
                  <a:gd name="connsiteX3" fmla="*/ 5792 w 6343"/>
                  <a:gd name="connsiteY3" fmla="*/ 1146 h 6345"/>
                  <a:gd name="connsiteX4" fmla="*/ 3549 w 6343"/>
                  <a:gd name="connsiteY4" fmla="*/ 217 h 6345"/>
                  <a:gd name="connsiteX5" fmla="*/ 1306 w 6343"/>
                  <a:gd name="connsiteY5" fmla="*/ 1146 h 6345"/>
                  <a:gd name="connsiteX6" fmla="*/ 377 w 6343"/>
                  <a:gd name="connsiteY6" fmla="*/ 3390 h 6345"/>
                  <a:gd name="connsiteX7" fmla="*/ 1306 w 6343"/>
                  <a:gd name="connsiteY7" fmla="*/ 5633 h 6345"/>
                  <a:gd name="connsiteX8" fmla="*/ 3549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49" y="6562"/>
                    </a:moveTo>
                    <a:cubicBezTo>
                      <a:pt x="4390" y="6562"/>
                      <a:pt x="5197" y="6228"/>
                      <a:pt x="5792" y="5633"/>
                    </a:cubicBezTo>
                    <a:cubicBezTo>
                      <a:pt x="6386" y="5038"/>
                      <a:pt x="6721" y="4231"/>
                      <a:pt x="6721" y="3390"/>
                    </a:cubicBezTo>
                    <a:cubicBezTo>
                      <a:pt x="6721" y="2548"/>
                      <a:pt x="6386" y="1741"/>
                      <a:pt x="5792" y="1146"/>
                    </a:cubicBezTo>
                    <a:cubicBezTo>
                      <a:pt x="5197" y="551"/>
                      <a:pt x="4390" y="217"/>
                      <a:pt x="3549" y="217"/>
                    </a:cubicBezTo>
                    <a:cubicBezTo>
                      <a:pt x="2708" y="217"/>
                      <a:pt x="1901" y="551"/>
                      <a:pt x="1306" y="1146"/>
                    </a:cubicBezTo>
                    <a:cubicBezTo>
                      <a:pt x="712" y="1741"/>
                      <a:pt x="377" y="2548"/>
                      <a:pt x="377" y="3390"/>
                    </a:cubicBezTo>
                    <a:cubicBezTo>
                      <a:pt x="377" y="4231"/>
                      <a:pt x="712" y="5038"/>
                      <a:pt x="1306" y="5633"/>
                    </a:cubicBezTo>
                    <a:cubicBezTo>
                      <a:pt x="1901" y="6228"/>
                      <a:pt x="2708" y="6562"/>
                      <a:pt x="3549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44" name="Freeform: Shape 10343">
                <a:extLst>
                  <a:ext uri="{FF2B5EF4-FFF2-40B4-BE49-F238E27FC236}">
                    <a16:creationId xmlns:a16="http://schemas.microsoft.com/office/drawing/2014/main" id="{00A5FFA1-7517-A515-49E3-381C41F2171C}"/>
                  </a:ext>
                </a:extLst>
              </p:cNvPr>
              <p:cNvSpPr/>
              <p:nvPr/>
            </p:nvSpPr>
            <p:spPr>
              <a:xfrm>
                <a:off x="11175745" y="6233444"/>
                <a:ext cx="6343" cy="6345"/>
              </a:xfrm>
              <a:custGeom>
                <a:avLst/>
                <a:gdLst>
                  <a:gd name="connsiteX0" fmla="*/ 3547 w 6343"/>
                  <a:gd name="connsiteY0" fmla="*/ 6562 h 6345"/>
                  <a:gd name="connsiteX1" fmla="*/ 5790 w 6343"/>
                  <a:gd name="connsiteY1" fmla="*/ 5633 h 6345"/>
                  <a:gd name="connsiteX2" fmla="*/ 6719 w 6343"/>
                  <a:gd name="connsiteY2" fmla="*/ 3390 h 6345"/>
                  <a:gd name="connsiteX3" fmla="*/ 5790 w 6343"/>
                  <a:gd name="connsiteY3" fmla="*/ 1146 h 6345"/>
                  <a:gd name="connsiteX4" fmla="*/ 3547 w 6343"/>
                  <a:gd name="connsiteY4" fmla="*/ 217 h 6345"/>
                  <a:gd name="connsiteX5" fmla="*/ 1305 w 6343"/>
                  <a:gd name="connsiteY5" fmla="*/ 1146 h 6345"/>
                  <a:gd name="connsiteX6" fmla="*/ 376 w 6343"/>
                  <a:gd name="connsiteY6" fmla="*/ 3390 h 6345"/>
                  <a:gd name="connsiteX7" fmla="*/ 1305 w 6343"/>
                  <a:gd name="connsiteY7" fmla="*/ 5633 h 6345"/>
                  <a:gd name="connsiteX8" fmla="*/ 3547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47" y="6562"/>
                    </a:moveTo>
                    <a:cubicBezTo>
                      <a:pt x="4388" y="6562"/>
                      <a:pt x="5195" y="6228"/>
                      <a:pt x="5790" y="5633"/>
                    </a:cubicBezTo>
                    <a:cubicBezTo>
                      <a:pt x="6385" y="5038"/>
                      <a:pt x="6719" y="4231"/>
                      <a:pt x="6719" y="3390"/>
                    </a:cubicBezTo>
                    <a:cubicBezTo>
                      <a:pt x="6719" y="2548"/>
                      <a:pt x="6385" y="1741"/>
                      <a:pt x="5790" y="1146"/>
                    </a:cubicBezTo>
                    <a:cubicBezTo>
                      <a:pt x="5195" y="551"/>
                      <a:pt x="4388" y="217"/>
                      <a:pt x="3547" y="217"/>
                    </a:cubicBezTo>
                    <a:cubicBezTo>
                      <a:pt x="2706" y="217"/>
                      <a:pt x="1899" y="551"/>
                      <a:pt x="1305" y="1146"/>
                    </a:cubicBezTo>
                    <a:cubicBezTo>
                      <a:pt x="710" y="1741"/>
                      <a:pt x="376" y="2548"/>
                      <a:pt x="376" y="3390"/>
                    </a:cubicBezTo>
                    <a:cubicBezTo>
                      <a:pt x="376" y="4231"/>
                      <a:pt x="710" y="5038"/>
                      <a:pt x="1305" y="5633"/>
                    </a:cubicBezTo>
                    <a:cubicBezTo>
                      <a:pt x="1899" y="6228"/>
                      <a:pt x="2706" y="6562"/>
                      <a:pt x="3547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45" name="Freeform: Shape 10344">
                <a:extLst>
                  <a:ext uri="{FF2B5EF4-FFF2-40B4-BE49-F238E27FC236}">
                    <a16:creationId xmlns:a16="http://schemas.microsoft.com/office/drawing/2014/main" id="{C2CAD545-4F84-F458-F8B2-F202C19E4A87}"/>
                  </a:ext>
                </a:extLst>
              </p:cNvPr>
              <p:cNvSpPr/>
              <p:nvPr/>
            </p:nvSpPr>
            <p:spPr>
              <a:xfrm>
                <a:off x="11160047" y="6238601"/>
                <a:ext cx="6343" cy="6345"/>
              </a:xfrm>
              <a:custGeom>
                <a:avLst/>
                <a:gdLst>
                  <a:gd name="connsiteX0" fmla="*/ 3546 w 6343"/>
                  <a:gd name="connsiteY0" fmla="*/ 6563 h 6345"/>
                  <a:gd name="connsiteX1" fmla="*/ 5789 w 6343"/>
                  <a:gd name="connsiteY1" fmla="*/ 5634 h 6345"/>
                  <a:gd name="connsiteX2" fmla="*/ 6718 w 6343"/>
                  <a:gd name="connsiteY2" fmla="*/ 3390 h 6345"/>
                  <a:gd name="connsiteX3" fmla="*/ 5789 w 6343"/>
                  <a:gd name="connsiteY3" fmla="*/ 1147 h 6345"/>
                  <a:gd name="connsiteX4" fmla="*/ 3546 w 6343"/>
                  <a:gd name="connsiteY4" fmla="*/ 217 h 6345"/>
                  <a:gd name="connsiteX5" fmla="*/ 1303 w 6343"/>
                  <a:gd name="connsiteY5" fmla="*/ 1147 h 6345"/>
                  <a:gd name="connsiteX6" fmla="*/ 375 w 6343"/>
                  <a:gd name="connsiteY6" fmla="*/ 3390 h 6345"/>
                  <a:gd name="connsiteX7" fmla="*/ 1303 w 6343"/>
                  <a:gd name="connsiteY7" fmla="*/ 5634 h 6345"/>
                  <a:gd name="connsiteX8" fmla="*/ 3546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46" y="6563"/>
                    </a:moveTo>
                    <a:cubicBezTo>
                      <a:pt x="4387" y="6563"/>
                      <a:pt x="5194" y="6229"/>
                      <a:pt x="5789" y="5634"/>
                    </a:cubicBezTo>
                    <a:cubicBezTo>
                      <a:pt x="6383" y="5039"/>
                      <a:pt x="6718" y="4232"/>
                      <a:pt x="6718" y="3390"/>
                    </a:cubicBezTo>
                    <a:cubicBezTo>
                      <a:pt x="6718" y="2549"/>
                      <a:pt x="6383" y="1742"/>
                      <a:pt x="5789" y="1147"/>
                    </a:cubicBezTo>
                    <a:cubicBezTo>
                      <a:pt x="5194" y="552"/>
                      <a:pt x="4387" y="217"/>
                      <a:pt x="3546" y="217"/>
                    </a:cubicBezTo>
                    <a:cubicBezTo>
                      <a:pt x="2705" y="217"/>
                      <a:pt x="1898" y="552"/>
                      <a:pt x="1303" y="1147"/>
                    </a:cubicBezTo>
                    <a:cubicBezTo>
                      <a:pt x="709" y="1742"/>
                      <a:pt x="375" y="2549"/>
                      <a:pt x="375" y="3390"/>
                    </a:cubicBezTo>
                    <a:cubicBezTo>
                      <a:pt x="375" y="4232"/>
                      <a:pt x="709" y="5039"/>
                      <a:pt x="1303" y="5634"/>
                    </a:cubicBezTo>
                    <a:cubicBezTo>
                      <a:pt x="1898" y="6229"/>
                      <a:pt x="2705" y="6563"/>
                      <a:pt x="3546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46" name="Freeform: Shape 10345">
                <a:extLst>
                  <a:ext uri="{FF2B5EF4-FFF2-40B4-BE49-F238E27FC236}">
                    <a16:creationId xmlns:a16="http://schemas.microsoft.com/office/drawing/2014/main" id="{9ADA1619-EB3C-0B81-FAB3-CE8EECFB3BE9}"/>
                  </a:ext>
                </a:extLst>
              </p:cNvPr>
              <p:cNvSpPr/>
              <p:nvPr/>
            </p:nvSpPr>
            <p:spPr>
              <a:xfrm>
                <a:off x="11155537" y="6249849"/>
                <a:ext cx="6343" cy="6345"/>
              </a:xfrm>
              <a:custGeom>
                <a:avLst/>
                <a:gdLst>
                  <a:gd name="connsiteX0" fmla="*/ 3546 w 6343"/>
                  <a:gd name="connsiteY0" fmla="*/ 6564 h 6345"/>
                  <a:gd name="connsiteX1" fmla="*/ 5788 w 6343"/>
                  <a:gd name="connsiteY1" fmla="*/ 5634 h 6345"/>
                  <a:gd name="connsiteX2" fmla="*/ 6717 w 6343"/>
                  <a:gd name="connsiteY2" fmla="*/ 3391 h 6345"/>
                  <a:gd name="connsiteX3" fmla="*/ 5788 w 6343"/>
                  <a:gd name="connsiteY3" fmla="*/ 1148 h 6345"/>
                  <a:gd name="connsiteX4" fmla="*/ 3546 w 6343"/>
                  <a:gd name="connsiteY4" fmla="*/ 218 h 6345"/>
                  <a:gd name="connsiteX5" fmla="*/ 1303 w 6343"/>
                  <a:gd name="connsiteY5" fmla="*/ 1148 h 6345"/>
                  <a:gd name="connsiteX6" fmla="*/ 374 w 6343"/>
                  <a:gd name="connsiteY6" fmla="*/ 3391 h 6345"/>
                  <a:gd name="connsiteX7" fmla="*/ 1303 w 6343"/>
                  <a:gd name="connsiteY7" fmla="*/ 5634 h 6345"/>
                  <a:gd name="connsiteX8" fmla="*/ 3546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46" y="6564"/>
                    </a:moveTo>
                    <a:cubicBezTo>
                      <a:pt x="4387" y="6564"/>
                      <a:pt x="5194" y="6229"/>
                      <a:pt x="5788" y="5634"/>
                    </a:cubicBezTo>
                    <a:cubicBezTo>
                      <a:pt x="6383" y="5039"/>
                      <a:pt x="6717" y="4232"/>
                      <a:pt x="6717" y="3391"/>
                    </a:cubicBezTo>
                    <a:cubicBezTo>
                      <a:pt x="6717" y="2550"/>
                      <a:pt x="6383" y="1743"/>
                      <a:pt x="5788" y="1148"/>
                    </a:cubicBezTo>
                    <a:cubicBezTo>
                      <a:pt x="5194" y="553"/>
                      <a:pt x="4387" y="218"/>
                      <a:pt x="3546" y="218"/>
                    </a:cubicBezTo>
                    <a:cubicBezTo>
                      <a:pt x="2705" y="218"/>
                      <a:pt x="1898" y="553"/>
                      <a:pt x="1303" y="1148"/>
                    </a:cubicBezTo>
                    <a:cubicBezTo>
                      <a:pt x="708" y="1743"/>
                      <a:pt x="374" y="2550"/>
                      <a:pt x="374" y="3391"/>
                    </a:cubicBezTo>
                    <a:cubicBezTo>
                      <a:pt x="374" y="4232"/>
                      <a:pt x="708" y="5039"/>
                      <a:pt x="1303" y="5634"/>
                    </a:cubicBezTo>
                    <a:cubicBezTo>
                      <a:pt x="1898" y="6229"/>
                      <a:pt x="2705" y="6564"/>
                      <a:pt x="3546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47" name="Freeform: Shape 10346">
                <a:extLst>
                  <a:ext uri="{FF2B5EF4-FFF2-40B4-BE49-F238E27FC236}">
                    <a16:creationId xmlns:a16="http://schemas.microsoft.com/office/drawing/2014/main" id="{C46CF8EF-0F68-A917-CF18-8C742712384D}"/>
                  </a:ext>
                </a:extLst>
              </p:cNvPr>
              <p:cNvSpPr/>
              <p:nvPr/>
            </p:nvSpPr>
            <p:spPr>
              <a:xfrm>
                <a:off x="11150898" y="6261047"/>
                <a:ext cx="6343" cy="6345"/>
              </a:xfrm>
              <a:custGeom>
                <a:avLst/>
                <a:gdLst>
                  <a:gd name="connsiteX0" fmla="*/ 3545 w 6343"/>
                  <a:gd name="connsiteY0" fmla="*/ 6565 h 6345"/>
                  <a:gd name="connsiteX1" fmla="*/ 5788 w 6343"/>
                  <a:gd name="connsiteY1" fmla="*/ 5635 h 6345"/>
                  <a:gd name="connsiteX2" fmla="*/ 6717 w 6343"/>
                  <a:gd name="connsiteY2" fmla="*/ 3392 h 6345"/>
                  <a:gd name="connsiteX3" fmla="*/ 5788 w 6343"/>
                  <a:gd name="connsiteY3" fmla="*/ 1148 h 6345"/>
                  <a:gd name="connsiteX4" fmla="*/ 3545 w 6343"/>
                  <a:gd name="connsiteY4" fmla="*/ 219 h 6345"/>
                  <a:gd name="connsiteX5" fmla="*/ 1303 w 6343"/>
                  <a:gd name="connsiteY5" fmla="*/ 1148 h 6345"/>
                  <a:gd name="connsiteX6" fmla="*/ 374 w 6343"/>
                  <a:gd name="connsiteY6" fmla="*/ 3392 h 6345"/>
                  <a:gd name="connsiteX7" fmla="*/ 1303 w 6343"/>
                  <a:gd name="connsiteY7" fmla="*/ 5635 h 6345"/>
                  <a:gd name="connsiteX8" fmla="*/ 3545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45" y="6565"/>
                    </a:moveTo>
                    <a:cubicBezTo>
                      <a:pt x="4386" y="6565"/>
                      <a:pt x="5193" y="6230"/>
                      <a:pt x="5788" y="5635"/>
                    </a:cubicBezTo>
                    <a:cubicBezTo>
                      <a:pt x="6383" y="5040"/>
                      <a:pt x="6717" y="4233"/>
                      <a:pt x="6717" y="3392"/>
                    </a:cubicBezTo>
                    <a:cubicBezTo>
                      <a:pt x="6717" y="2550"/>
                      <a:pt x="6383" y="1743"/>
                      <a:pt x="5788" y="1148"/>
                    </a:cubicBezTo>
                    <a:cubicBezTo>
                      <a:pt x="5193" y="553"/>
                      <a:pt x="4386" y="219"/>
                      <a:pt x="3545" y="219"/>
                    </a:cubicBezTo>
                    <a:cubicBezTo>
                      <a:pt x="2704" y="219"/>
                      <a:pt x="1897" y="553"/>
                      <a:pt x="1303" y="1148"/>
                    </a:cubicBezTo>
                    <a:cubicBezTo>
                      <a:pt x="708" y="1743"/>
                      <a:pt x="374" y="2550"/>
                      <a:pt x="374" y="3392"/>
                    </a:cubicBezTo>
                    <a:cubicBezTo>
                      <a:pt x="374" y="4233"/>
                      <a:pt x="708" y="5040"/>
                      <a:pt x="1303" y="5635"/>
                    </a:cubicBezTo>
                    <a:cubicBezTo>
                      <a:pt x="1897" y="6230"/>
                      <a:pt x="2704" y="6565"/>
                      <a:pt x="3545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48" name="Freeform: Shape 10347">
                <a:extLst>
                  <a:ext uri="{FF2B5EF4-FFF2-40B4-BE49-F238E27FC236}">
                    <a16:creationId xmlns:a16="http://schemas.microsoft.com/office/drawing/2014/main" id="{69E34595-C5F6-0D5C-4AA4-231586EB0123}"/>
                  </a:ext>
                </a:extLst>
              </p:cNvPr>
              <p:cNvSpPr/>
              <p:nvPr/>
            </p:nvSpPr>
            <p:spPr>
              <a:xfrm>
                <a:off x="11137475" y="6267215"/>
                <a:ext cx="6343" cy="6345"/>
              </a:xfrm>
              <a:custGeom>
                <a:avLst/>
                <a:gdLst>
                  <a:gd name="connsiteX0" fmla="*/ 3544 w 6343"/>
                  <a:gd name="connsiteY0" fmla="*/ 6565 h 6345"/>
                  <a:gd name="connsiteX1" fmla="*/ 5787 w 6343"/>
                  <a:gd name="connsiteY1" fmla="*/ 5636 h 6345"/>
                  <a:gd name="connsiteX2" fmla="*/ 6716 w 6343"/>
                  <a:gd name="connsiteY2" fmla="*/ 3392 h 6345"/>
                  <a:gd name="connsiteX3" fmla="*/ 5787 w 6343"/>
                  <a:gd name="connsiteY3" fmla="*/ 1149 h 6345"/>
                  <a:gd name="connsiteX4" fmla="*/ 3544 w 6343"/>
                  <a:gd name="connsiteY4" fmla="*/ 220 h 6345"/>
                  <a:gd name="connsiteX5" fmla="*/ 1302 w 6343"/>
                  <a:gd name="connsiteY5" fmla="*/ 1149 h 6345"/>
                  <a:gd name="connsiteX6" fmla="*/ 373 w 6343"/>
                  <a:gd name="connsiteY6" fmla="*/ 3392 h 6345"/>
                  <a:gd name="connsiteX7" fmla="*/ 1302 w 6343"/>
                  <a:gd name="connsiteY7" fmla="*/ 5636 h 6345"/>
                  <a:gd name="connsiteX8" fmla="*/ 3544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44" y="6565"/>
                    </a:moveTo>
                    <a:cubicBezTo>
                      <a:pt x="4385" y="6565"/>
                      <a:pt x="5192" y="6231"/>
                      <a:pt x="5787" y="5636"/>
                    </a:cubicBezTo>
                    <a:cubicBezTo>
                      <a:pt x="6382" y="5041"/>
                      <a:pt x="6716" y="4234"/>
                      <a:pt x="6716" y="3392"/>
                    </a:cubicBezTo>
                    <a:cubicBezTo>
                      <a:pt x="6716" y="2551"/>
                      <a:pt x="6382" y="1744"/>
                      <a:pt x="5787" y="1149"/>
                    </a:cubicBezTo>
                    <a:cubicBezTo>
                      <a:pt x="5192" y="554"/>
                      <a:pt x="4385" y="220"/>
                      <a:pt x="3544" y="220"/>
                    </a:cubicBezTo>
                    <a:cubicBezTo>
                      <a:pt x="2703" y="220"/>
                      <a:pt x="1896" y="554"/>
                      <a:pt x="1302" y="1149"/>
                    </a:cubicBezTo>
                    <a:cubicBezTo>
                      <a:pt x="707" y="1744"/>
                      <a:pt x="373" y="2551"/>
                      <a:pt x="373" y="3392"/>
                    </a:cubicBezTo>
                    <a:cubicBezTo>
                      <a:pt x="373" y="4234"/>
                      <a:pt x="707" y="5041"/>
                      <a:pt x="1302" y="5636"/>
                    </a:cubicBezTo>
                    <a:cubicBezTo>
                      <a:pt x="1896" y="6231"/>
                      <a:pt x="2703" y="6565"/>
                      <a:pt x="3544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49" name="Freeform: Shape 10348">
                <a:extLst>
                  <a:ext uri="{FF2B5EF4-FFF2-40B4-BE49-F238E27FC236}">
                    <a16:creationId xmlns:a16="http://schemas.microsoft.com/office/drawing/2014/main" id="{476E5FDD-B3AC-3989-2B92-9CBAAA26162B}"/>
                  </a:ext>
                </a:extLst>
              </p:cNvPr>
              <p:cNvSpPr/>
              <p:nvPr/>
            </p:nvSpPr>
            <p:spPr>
              <a:xfrm>
                <a:off x="10539622" y="5932505"/>
                <a:ext cx="6343" cy="6345"/>
              </a:xfrm>
              <a:custGeom>
                <a:avLst/>
                <a:gdLst>
                  <a:gd name="connsiteX0" fmla="*/ 3497 w 6343"/>
                  <a:gd name="connsiteY0" fmla="*/ 6539 h 6345"/>
                  <a:gd name="connsiteX1" fmla="*/ 5740 w 6343"/>
                  <a:gd name="connsiteY1" fmla="*/ 5609 h 6345"/>
                  <a:gd name="connsiteX2" fmla="*/ 6669 w 6343"/>
                  <a:gd name="connsiteY2" fmla="*/ 3366 h 6345"/>
                  <a:gd name="connsiteX3" fmla="*/ 5740 w 6343"/>
                  <a:gd name="connsiteY3" fmla="*/ 1123 h 6345"/>
                  <a:gd name="connsiteX4" fmla="*/ 3497 w 6343"/>
                  <a:gd name="connsiteY4" fmla="*/ 193 h 6345"/>
                  <a:gd name="connsiteX5" fmla="*/ 1255 w 6343"/>
                  <a:gd name="connsiteY5" fmla="*/ 1123 h 6345"/>
                  <a:gd name="connsiteX6" fmla="*/ 326 w 6343"/>
                  <a:gd name="connsiteY6" fmla="*/ 3366 h 6345"/>
                  <a:gd name="connsiteX7" fmla="*/ 1255 w 6343"/>
                  <a:gd name="connsiteY7" fmla="*/ 5609 h 6345"/>
                  <a:gd name="connsiteX8" fmla="*/ 3497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7" y="6539"/>
                    </a:moveTo>
                    <a:cubicBezTo>
                      <a:pt x="4338" y="6539"/>
                      <a:pt x="5145" y="6204"/>
                      <a:pt x="5740" y="5609"/>
                    </a:cubicBezTo>
                    <a:cubicBezTo>
                      <a:pt x="6335" y="5014"/>
                      <a:pt x="6669" y="4207"/>
                      <a:pt x="6669" y="3366"/>
                    </a:cubicBezTo>
                    <a:cubicBezTo>
                      <a:pt x="6669" y="2525"/>
                      <a:pt x="6335" y="1718"/>
                      <a:pt x="5740" y="1123"/>
                    </a:cubicBezTo>
                    <a:cubicBezTo>
                      <a:pt x="5145" y="528"/>
                      <a:pt x="4338" y="193"/>
                      <a:pt x="3497" y="193"/>
                    </a:cubicBezTo>
                    <a:cubicBezTo>
                      <a:pt x="2656" y="193"/>
                      <a:pt x="1849" y="528"/>
                      <a:pt x="1255" y="1123"/>
                    </a:cubicBezTo>
                    <a:cubicBezTo>
                      <a:pt x="660" y="1718"/>
                      <a:pt x="326" y="2525"/>
                      <a:pt x="326" y="3366"/>
                    </a:cubicBezTo>
                    <a:cubicBezTo>
                      <a:pt x="326" y="4207"/>
                      <a:pt x="660" y="5014"/>
                      <a:pt x="1255" y="5609"/>
                    </a:cubicBezTo>
                    <a:cubicBezTo>
                      <a:pt x="1849" y="6204"/>
                      <a:pt x="2656" y="6539"/>
                      <a:pt x="3497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50" name="Freeform: Shape 10349">
                <a:extLst>
                  <a:ext uri="{FF2B5EF4-FFF2-40B4-BE49-F238E27FC236}">
                    <a16:creationId xmlns:a16="http://schemas.microsoft.com/office/drawing/2014/main" id="{5F49C1BB-9084-87DB-4201-ED46B84FD16B}"/>
                  </a:ext>
                </a:extLst>
              </p:cNvPr>
              <p:cNvSpPr/>
              <p:nvPr/>
            </p:nvSpPr>
            <p:spPr>
              <a:xfrm>
                <a:off x="10532819" y="5937522"/>
                <a:ext cx="6343" cy="6345"/>
              </a:xfrm>
              <a:custGeom>
                <a:avLst/>
                <a:gdLst>
                  <a:gd name="connsiteX0" fmla="*/ 3497 w 6343"/>
                  <a:gd name="connsiteY0" fmla="*/ 6539 h 6345"/>
                  <a:gd name="connsiteX1" fmla="*/ 5739 w 6343"/>
                  <a:gd name="connsiteY1" fmla="*/ 5610 h 6345"/>
                  <a:gd name="connsiteX2" fmla="*/ 6668 w 6343"/>
                  <a:gd name="connsiteY2" fmla="*/ 3366 h 6345"/>
                  <a:gd name="connsiteX3" fmla="*/ 5739 w 6343"/>
                  <a:gd name="connsiteY3" fmla="*/ 1123 h 6345"/>
                  <a:gd name="connsiteX4" fmla="*/ 3497 w 6343"/>
                  <a:gd name="connsiteY4" fmla="*/ 194 h 6345"/>
                  <a:gd name="connsiteX5" fmla="*/ 1254 w 6343"/>
                  <a:gd name="connsiteY5" fmla="*/ 1123 h 6345"/>
                  <a:gd name="connsiteX6" fmla="*/ 325 w 6343"/>
                  <a:gd name="connsiteY6" fmla="*/ 3366 h 6345"/>
                  <a:gd name="connsiteX7" fmla="*/ 1254 w 6343"/>
                  <a:gd name="connsiteY7" fmla="*/ 5610 h 6345"/>
                  <a:gd name="connsiteX8" fmla="*/ 3497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7" y="6539"/>
                    </a:moveTo>
                    <a:cubicBezTo>
                      <a:pt x="4338" y="6539"/>
                      <a:pt x="5144" y="6205"/>
                      <a:pt x="5739" y="5610"/>
                    </a:cubicBezTo>
                    <a:cubicBezTo>
                      <a:pt x="6334" y="5015"/>
                      <a:pt x="6668" y="4208"/>
                      <a:pt x="6668" y="3366"/>
                    </a:cubicBezTo>
                    <a:cubicBezTo>
                      <a:pt x="6668" y="2525"/>
                      <a:pt x="6334" y="1718"/>
                      <a:pt x="5739" y="1123"/>
                    </a:cubicBezTo>
                    <a:cubicBezTo>
                      <a:pt x="5144" y="528"/>
                      <a:pt x="4338" y="194"/>
                      <a:pt x="3497" y="194"/>
                    </a:cubicBezTo>
                    <a:cubicBezTo>
                      <a:pt x="2656" y="194"/>
                      <a:pt x="1849" y="528"/>
                      <a:pt x="1254" y="1123"/>
                    </a:cubicBezTo>
                    <a:cubicBezTo>
                      <a:pt x="659" y="1718"/>
                      <a:pt x="325" y="2525"/>
                      <a:pt x="325" y="3366"/>
                    </a:cubicBezTo>
                    <a:cubicBezTo>
                      <a:pt x="325" y="4208"/>
                      <a:pt x="659" y="5015"/>
                      <a:pt x="1254" y="5610"/>
                    </a:cubicBezTo>
                    <a:cubicBezTo>
                      <a:pt x="1849" y="6205"/>
                      <a:pt x="2656" y="6539"/>
                      <a:pt x="3497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51" name="Freeform: Shape 10350">
                <a:extLst>
                  <a:ext uri="{FF2B5EF4-FFF2-40B4-BE49-F238E27FC236}">
                    <a16:creationId xmlns:a16="http://schemas.microsoft.com/office/drawing/2014/main" id="{D7AE4C9C-7BFA-71A5-F428-DAC5EB0CA12F}"/>
                  </a:ext>
                </a:extLst>
              </p:cNvPr>
              <p:cNvSpPr/>
              <p:nvPr/>
            </p:nvSpPr>
            <p:spPr>
              <a:xfrm>
                <a:off x="10526320" y="5942672"/>
                <a:ext cx="6343" cy="6345"/>
              </a:xfrm>
              <a:custGeom>
                <a:avLst/>
                <a:gdLst>
                  <a:gd name="connsiteX0" fmla="*/ 3496 w 6343"/>
                  <a:gd name="connsiteY0" fmla="*/ 6540 h 6345"/>
                  <a:gd name="connsiteX1" fmla="*/ 5739 w 6343"/>
                  <a:gd name="connsiteY1" fmla="*/ 5610 h 6345"/>
                  <a:gd name="connsiteX2" fmla="*/ 6668 w 6343"/>
                  <a:gd name="connsiteY2" fmla="*/ 3367 h 6345"/>
                  <a:gd name="connsiteX3" fmla="*/ 5739 w 6343"/>
                  <a:gd name="connsiteY3" fmla="*/ 1123 h 6345"/>
                  <a:gd name="connsiteX4" fmla="*/ 3496 w 6343"/>
                  <a:gd name="connsiteY4" fmla="*/ 194 h 6345"/>
                  <a:gd name="connsiteX5" fmla="*/ 1253 w 6343"/>
                  <a:gd name="connsiteY5" fmla="*/ 1123 h 6345"/>
                  <a:gd name="connsiteX6" fmla="*/ 325 w 6343"/>
                  <a:gd name="connsiteY6" fmla="*/ 3367 h 6345"/>
                  <a:gd name="connsiteX7" fmla="*/ 1253 w 6343"/>
                  <a:gd name="connsiteY7" fmla="*/ 5610 h 6345"/>
                  <a:gd name="connsiteX8" fmla="*/ 3496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6" y="6540"/>
                    </a:moveTo>
                    <a:cubicBezTo>
                      <a:pt x="4337" y="6540"/>
                      <a:pt x="5144" y="6205"/>
                      <a:pt x="5739" y="5610"/>
                    </a:cubicBezTo>
                    <a:cubicBezTo>
                      <a:pt x="6333" y="5015"/>
                      <a:pt x="6668" y="4208"/>
                      <a:pt x="6668" y="3367"/>
                    </a:cubicBezTo>
                    <a:cubicBezTo>
                      <a:pt x="6668" y="2525"/>
                      <a:pt x="6333" y="1718"/>
                      <a:pt x="5739" y="1123"/>
                    </a:cubicBezTo>
                    <a:cubicBezTo>
                      <a:pt x="5144" y="528"/>
                      <a:pt x="4337" y="194"/>
                      <a:pt x="3496" y="194"/>
                    </a:cubicBezTo>
                    <a:cubicBezTo>
                      <a:pt x="2655" y="194"/>
                      <a:pt x="1848" y="528"/>
                      <a:pt x="1253" y="1123"/>
                    </a:cubicBezTo>
                    <a:cubicBezTo>
                      <a:pt x="659" y="1718"/>
                      <a:pt x="325" y="2525"/>
                      <a:pt x="325" y="3367"/>
                    </a:cubicBezTo>
                    <a:cubicBezTo>
                      <a:pt x="325" y="4208"/>
                      <a:pt x="659" y="5015"/>
                      <a:pt x="1253" y="5610"/>
                    </a:cubicBezTo>
                    <a:cubicBezTo>
                      <a:pt x="1848" y="6205"/>
                      <a:pt x="2655" y="6540"/>
                      <a:pt x="3496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52" name="Freeform: Shape 10351">
                <a:extLst>
                  <a:ext uri="{FF2B5EF4-FFF2-40B4-BE49-F238E27FC236}">
                    <a16:creationId xmlns:a16="http://schemas.microsoft.com/office/drawing/2014/main" id="{945453C0-3BE7-8552-A0E6-6E5576D21B68}"/>
                  </a:ext>
                </a:extLst>
              </p:cNvPr>
              <p:cNvSpPr/>
              <p:nvPr/>
            </p:nvSpPr>
            <p:spPr>
              <a:xfrm>
                <a:off x="10522643" y="5949497"/>
                <a:ext cx="6343" cy="6345"/>
              </a:xfrm>
              <a:custGeom>
                <a:avLst/>
                <a:gdLst>
                  <a:gd name="connsiteX0" fmla="*/ 3496 w 6343"/>
                  <a:gd name="connsiteY0" fmla="*/ 6540 h 6345"/>
                  <a:gd name="connsiteX1" fmla="*/ 5738 w 6343"/>
                  <a:gd name="connsiteY1" fmla="*/ 5611 h 6345"/>
                  <a:gd name="connsiteX2" fmla="*/ 6667 w 6343"/>
                  <a:gd name="connsiteY2" fmla="*/ 3367 h 6345"/>
                  <a:gd name="connsiteX3" fmla="*/ 5738 w 6343"/>
                  <a:gd name="connsiteY3" fmla="*/ 1124 h 6345"/>
                  <a:gd name="connsiteX4" fmla="*/ 3496 w 6343"/>
                  <a:gd name="connsiteY4" fmla="*/ 195 h 6345"/>
                  <a:gd name="connsiteX5" fmla="*/ 1253 w 6343"/>
                  <a:gd name="connsiteY5" fmla="*/ 1124 h 6345"/>
                  <a:gd name="connsiteX6" fmla="*/ 324 w 6343"/>
                  <a:gd name="connsiteY6" fmla="*/ 3367 h 6345"/>
                  <a:gd name="connsiteX7" fmla="*/ 1253 w 6343"/>
                  <a:gd name="connsiteY7" fmla="*/ 5611 h 6345"/>
                  <a:gd name="connsiteX8" fmla="*/ 3496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6" y="6540"/>
                    </a:moveTo>
                    <a:cubicBezTo>
                      <a:pt x="4337" y="6540"/>
                      <a:pt x="5144" y="6206"/>
                      <a:pt x="5738" y="5611"/>
                    </a:cubicBezTo>
                    <a:cubicBezTo>
                      <a:pt x="6333" y="5016"/>
                      <a:pt x="6667" y="4209"/>
                      <a:pt x="6667" y="3367"/>
                    </a:cubicBezTo>
                    <a:cubicBezTo>
                      <a:pt x="6667" y="2526"/>
                      <a:pt x="6333" y="1719"/>
                      <a:pt x="5738" y="1124"/>
                    </a:cubicBezTo>
                    <a:cubicBezTo>
                      <a:pt x="5144" y="529"/>
                      <a:pt x="4337" y="195"/>
                      <a:pt x="3496" y="195"/>
                    </a:cubicBezTo>
                    <a:cubicBezTo>
                      <a:pt x="2655" y="195"/>
                      <a:pt x="1848" y="529"/>
                      <a:pt x="1253" y="1124"/>
                    </a:cubicBezTo>
                    <a:cubicBezTo>
                      <a:pt x="658" y="1719"/>
                      <a:pt x="324" y="2526"/>
                      <a:pt x="324" y="3367"/>
                    </a:cubicBezTo>
                    <a:cubicBezTo>
                      <a:pt x="324" y="4209"/>
                      <a:pt x="658" y="5016"/>
                      <a:pt x="1253" y="5611"/>
                    </a:cubicBezTo>
                    <a:cubicBezTo>
                      <a:pt x="1848" y="6206"/>
                      <a:pt x="2655" y="6540"/>
                      <a:pt x="3496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53" name="Freeform: Shape 10352">
                <a:extLst>
                  <a:ext uri="{FF2B5EF4-FFF2-40B4-BE49-F238E27FC236}">
                    <a16:creationId xmlns:a16="http://schemas.microsoft.com/office/drawing/2014/main" id="{0C086B83-5756-ABF0-F054-CAD8D5D3BD24}"/>
                  </a:ext>
                </a:extLst>
              </p:cNvPr>
              <p:cNvSpPr/>
              <p:nvPr/>
            </p:nvSpPr>
            <p:spPr>
              <a:xfrm>
                <a:off x="10549024" y="5974857"/>
                <a:ext cx="6343" cy="6345"/>
              </a:xfrm>
              <a:custGeom>
                <a:avLst/>
                <a:gdLst>
                  <a:gd name="connsiteX0" fmla="*/ 3498 w 6343"/>
                  <a:gd name="connsiteY0" fmla="*/ 6542 h 6345"/>
                  <a:gd name="connsiteX1" fmla="*/ 5741 w 6343"/>
                  <a:gd name="connsiteY1" fmla="*/ 5613 h 6345"/>
                  <a:gd name="connsiteX2" fmla="*/ 6669 w 6343"/>
                  <a:gd name="connsiteY2" fmla="*/ 3369 h 6345"/>
                  <a:gd name="connsiteX3" fmla="*/ 5741 w 6343"/>
                  <a:gd name="connsiteY3" fmla="*/ 1126 h 6345"/>
                  <a:gd name="connsiteX4" fmla="*/ 3498 w 6343"/>
                  <a:gd name="connsiteY4" fmla="*/ 197 h 6345"/>
                  <a:gd name="connsiteX5" fmla="*/ 1255 w 6343"/>
                  <a:gd name="connsiteY5" fmla="*/ 1126 h 6345"/>
                  <a:gd name="connsiteX6" fmla="*/ 326 w 6343"/>
                  <a:gd name="connsiteY6" fmla="*/ 3369 h 6345"/>
                  <a:gd name="connsiteX7" fmla="*/ 1255 w 6343"/>
                  <a:gd name="connsiteY7" fmla="*/ 5613 h 6345"/>
                  <a:gd name="connsiteX8" fmla="*/ 349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8" y="6542"/>
                    </a:moveTo>
                    <a:cubicBezTo>
                      <a:pt x="4339" y="6542"/>
                      <a:pt x="5146" y="6208"/>
                      <a:pt x="5741" y="5613"/>
                    </a:cubicBezTo>
                    <a:cubicBezTo>
                      <a:pt x="6335" y="5018"/>
                      <a:pt x="6669" y="4211"/>
                      <a:pt x="6669" y="3369"/>
                    </a:cubicBezTo>
                    <a:cubicBezTo>
                      <a:pt x="6669" y="2528"/>
                      <a:pt x="6335" y="1721"/>
                      <a:pt x="5741" y="1126"/>
                    </a:cubicBezTo>
                    <a:cubicBezTo>
                      <a:pt x="5146" y="531"/>
                      <a:pt x="4339" y="197"/>
                      <a:pt x="3498" y="197"/>
                    </a:cubicBezTo>
                    <a:cubicBezTo>
                      <a:pt x="2657" y="197"/>
                      <a:pt x="1850" y="531"/>
                      <a:pt x="1255" y="1126"/>
                    </a:cubicBezTo>
                    <a:cubicBezTo>
                      <a:pt x="661" y="1721"/>
                      <a:pt x="326" y="2528"/>
                      <a:pt x="326" y="3369"/>
                    </a:cubicBezTo>
                    <a:cubicBezTo>
                      <a:pt x="326" y="4211"/>
                      <a:pt x="661" y="5018"/>
                      <a:pt x="1255" y="5613"/>
                    </a:cubicBezTo>
                    <a:cubicBezTo>
                      <a:pt x="1850" y="6208"/>
                      <a:pt x="2657" y="6542"/>
                      <a:pt x="349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54" name="Freeform: Shape 10353">
                <a:extLst>
                  <a:ext uri="{FF2B5EF4-FFF2-40B4-BE49-F238E27FC236}">
                    <a16:creationId xmlns:a16="http://schemas.microsoft.com/office/drawing/2014/main" id="{9FB1E7CA-8123-89FD-F4B2-34548A8114AA}"/>
                  </a:ext>
                </a:extLst>
              </p:cNvPr>
              <p:cNvSpPr/>
              <p:nvPr/>
            </p:nvSpPr>
            <p:spPr>
              <a:xfrm>
                <a:off x="10541844" y="5979760"/>
                <a:ext cx="6343" cy="6345"/>
              </a:xfrm>
              <a:custGeom>
                <a:avLst/>
                <a:gdLst>
                  <a:gd name="connsiteX0" fmla="*/ 3497 w 6343"/>
                  <a:gd name="connsiteY0" fmla="*/ 6542 h 6345"/>
                  <a:gd name="connsiteX1" fmla="*/ 5740 w 6343"/>
                  <a:gd name="connsiteY1" fmla="*/ 5613 h 6345"/>
                  <a:gd name="connsiteX2" fmla="*/ 6669 w 6343"/>
                  <a:gd name="connsiteY2" fmla="*/ 3370 h 6345"/>
                  <a:gd name="connsiteX3" fmla="*/ 5740 w 6343"/>
                  <a:gd name="connsiteY3" fmla="*/ 1126 h 6345"/>
                  <a:gd name="connsiteX4" fmla="*/ 3497 w 6343"/>
                  <a:gd name="connsiteY4" fmla="*/ 197 h 6345"/>
                  <a:gd name="connsiteX5" fmla="*/ 1255 w 6343"/>
                  <a:gd name="connsiteY5" fmla="*/ 1126 h 6345"/>
                  <a:gd name="connsiteX6" fmla="*/ 326 w 6343"/>
                  <a:gd name="connsiteY6" fmla="*/ 3370 h 6345"/>
                  <a:gd name="connsiteX7" fmla="*/ 1255 w 6343"/>
                  <a:gd name="connsiteY7" fmla="*/ 5613 h 6345"/>
                  <a:gd name="connsiteX8" fmla="*/ 349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7" y="6542"/>
                    </a:moveTo>
                    <a:cubicBezTo>
                      <a:pt x="4338" y="6542"/>
                      <a:pt x="5145" y="6208"/>
                      <a:pt x="5740" y="5613"/>
                    </a:cubicBezTo>
                    <a:cubicBezTo>
                      <a:pt x="6335" y="5018"/>
                      <a:pt x="6669" y="4211"/>
                      <a:pt x="6669" y="3370"/>
                    </a:cubicBezTo>
                    <a:cubicBezTo>
                      <a:pt x="6669" y="2528"/>
                      <a:pt x="6335" y="1721"/>
                      <a:pt x="5740" y="1126"/>
                    </a:cubicBezTo>
                    <a:cubicBezTo>
                      <a:pt x="5145" y="531"/>
                      <a:pt x="4338" y="197"/>
                      <a:pt x="3497" y="197"/>
                    </a:cubicBezTo>
                    <a:cubicBezTo>
                      <a:pt x="2656" y="197"/>
                      <a:pt x="1849" y="531"/>
                      <a:pt x="1255" y="1126"/>
                    </a:cubicBezTo>
                    <a:cubicBezTo>
                      <a:pt x="660" y="1721"/>
                      <a:pt x="326" y="2528"/>
                      <a:pt x="326" y="3370"/>
                    </a:cubicBezTo>
                    <a:cubicBezTo>
                      <a:pt x="326" y="4211"/>
                      <a:pt x="660" y="5018"/>
                      <a:pt x="1255" y="5613"/>
                    </a:cubicBezTo>
                    <a:cubicBezTo>
                      <a:pt x="1849" y="6208"/>
                      <a:pt x="2656" y="6542"/>
                      <a:pt x="349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55" name="Freeform: Shape 10354">
                <a:extLst>
                  <a:ext uri="{FF2B5EF4-FFF2-40B4-BE49-F238E27FC236}">
                    <a16:creationId xmlns:a16="http://schemas.microsoft.com/office/drawing/2014/main" id="{C4B7255A-D4BE-D936-1175-316003D3E736}"/>
                  </a:ext>
                </a:extLst>
              </p:cNvPr>
              <p:cNvSpPr/>
              <p:nvPr/>
            </p:nvSpPr>
            <p:spPr>
              <a:xfrm>
                <a:off x="10537724" y="5986551"/>
                <a:ext cx="6343" cy="6345"/>
              </a:xfrm>
              <a:custGeom>
                <a:avLst/>
                <a:gdLst>
                  <a:gd name="connsiteX0" fmla="*/ 3497 w 6343"/>
                  <a:gd name="connsiteY0" fmla="*/ 6543 h 6345"/>
                  <a:gd name="connsiteX1" fmla="*/ 5740 w 6343"/>
                  <a:gd name="connsiteY1" fmla="*/ 5614 h 6345"/>
                  <a:gd name="connsiteX2" fmla="*/ 6669 w 6343"/>
                  <a:gd name="connsiteY2" fmla="*/ 3370 h 6345"/>
                  <a:gd name="connsiteX3" fmla="*/ 5740 w 6343"/>
                  <a:gd name="connsiteY3" fmla="*/ 1127 h 6345"/>
                  <a:gd name="connsiteX4" fmla="*/ 3497 w 6343"/>
                  <a:gd name="connsiteY4" fmla="*/ 198 h 6345"/>
                  <a:gd name="connsiteX5" fmla="*/ 1254 w 6343"/>
                  <a:gd name="connsiteY5" fmla="*/ 1127 h 6345"/>
                  <a:gd name="connsiteX6" fmla="*/ 325 w 6343"/>
                  <a:gd name="connsiteY6" fmla="*/ 3370 h 6345"/>
                  <a:gd name="connsiteX7" fmla="*/ 1254 w 6343"/>
                  <a:gd name="connsiteY7" fmla="*/ 5614 h 6345"/>
                  <a:gd name="connsiteX8" fmla="*/ 349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7" y="6543"/>
                    </a:moveTo>
                    <a:cubicBezTo>
                      <a:pt x="4338" y="6543"/>
                      <a:pt x="5145" y="6209"/>
                      <a:pt x="5740" y="5614"/>
                    </a:cubicBezTo>
                    <a:cubicBezTo>
                      <a:pt x="6334" y="5019"/>
                      <a:pt x="6669" y="4212"/>
                      <a:pt x="6669" y="3370"/>
                    </a:cubicBezTo>
                    <a:cubicBezTo>
                      <a:pt x="6669" y="2529"/>
                      <a:pt x="6334" y="1722"/>
                      <a:pt x="5740" y="1127"/>
                    </a:cubicBezTo>
                    <a:cubicBezTo>
                      <a:pt x="5145" y="532"/>
                      <a:pt x="4338" y="198"/>
                      <a:pt x="3497" y="198"/>
                    </a:cubicBezTo>
                    <a:cubicBezTo>
                      <a:pt x="2656" y="198"/>
                      <a:pt x="1849" y="532"/>
                      <a:pt x="1254" y="1127"/>
                    </a:cubicBezTo>
                    <a:cubicBezTo>
                      <a:pt x="660" y="1722"/>
                      <a:pt x="325" y="2529"/>
                      <a:pt x="325" y="3370"/>
                    </a:cubicBezTo>
                    <a:cubicBezTo>
                      <a:pt x="325" y="4212"/>
                      <a:pt x="660" y="5019"/>
                      <a:pt x="1254" y="5614"/>
                    </a:cubicBezTo>
                    <a:cubicBezTo>
                      <a:pt x="1849" y="6209"/>
                      <a:pt x="2656" y="6543"/>
                      <a:pt x="349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56" name="Freeform: Shape 10355">
                <a:extLst>
                  <a:ext uri="{FF2B5EF4-FFF2-40B4-BE49-F238E27FC236}">
                    <a16:creationId xmlns:a16="http://schemas.microsoft.com/office/drawing/2014/main" id="{A8364457-0561-BB80-FF2E-957DA00E1487}"/>
                  </a:ext>
                </a:extLst>
              </p:cNvPr>
              <p:cNvSpPr/>
              <p:nvPr/>
            </p:nvSpPr>
            <p:spPr>
              <a:xfrm>
                <a:off x="10543127" y="5999459"/>
                <a:ext cx="6343" cy="6345"/>
              </a:xfrm>
              <a:custGeom>
                <a:avLst/>
                <a:gdLst>
                  <a:gd name="connsiteX0" fmla="*/ 3497 w 6343"/>
                  <a:gd name="connsiteY0" fmla="*/ 6544 h 6345"/>
                  <a:gd name="connsiteX1" fmla="*/ 5740 w 6343"/>
                  <a:gd name="connsiteY1" fmla="*/ 5615 h 6345"/>
                  <a:gd name="connsiteX2" fmla="*/ 6669 w 6343"/>
                  <a:gd name="connsiteY2" fmla="*/ 3371 h 6345"/>
                  <a:gd name="connsiteX3" fmla="*/ 5740 w 6343"/>
                  <a:gd name="connsiteY3" fmla="*/ 1128 h 6345"/>
                  <a:gd name="connsiteX4" fmla="*/ 3497 w 6343"/>
                  <a:gd name="connsiteY4" fmla="*/ 199 h 6345"/>
                  <a:gd name="connsiteX5" fmla="*/ 1255 w 6343"/>
                  <a:gd name="connsiteY5" fmla="*/ 1128 h 6345"/>
                  <a:gd name="connsiteX6" fmla="*/ 326 w 6343"/>
                  <a:gd name="connsiteY6" fmla="*/ 3371 h 6345"/>
                  <a:gd name="connsiteX7" fmla="*/ 1255 w 6343"/>
                  <a:gd name="connsiteY7" fmla="*/ 5615 h 6345"/>
                  <a:gd name="connsiteX8" fmla="*/ 3497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7" y="6544"/>
                    </a:moveTo>
                    <a:cubicBezTo>
                      <a:pt x="4339" y="6544"/>
                      <a:pt x="5145" y="6210"/>
                      <a:pt x="5740" y="5615"/>
                    </a:cubicBezTo>
                    <a:cubicBezTo>
                      <a:pt x="6335" y="5020"/>
                      <a:pt x="6669" y="4213"/>
                      <a:pt x="6669" y="3371"/>
                    </a:cubicBezTo>
                    <a:cubicBezTo>
                      <a:pt x="6669" y="2530"/>
                      <a:pt x="6335" y="1723"/>
                      <a:pt x="5740" y="1128"/>
                    </a:cubicBezTo>
                    <a:cubicBezTo>
                      <a:pt x="5145" y="533"/>
                      <a:pt x="4339" y="199"/>
                      <a:pt x="3497" y="199"/>
                    </a:cubicBezTo>
                    <a:cubicBezTo>
                      <a:pt x="2656" y="199"/>
                      <a:pt x="1850" y="533"/>
                      <a:pt x="1255" y="1128"/>
                    </a:cubicBezTo>
                    <a:cubicBezTo>
                      <a:pt x="660" y="1723"/>
                      <a:pt x="326" y="2530"/>
                      <a:pt x="326" y="3371"/>
                    </a:cubicBezTo>
                    <a:cubicBezTo>
                      <a:pt x="326" y="4213"/>
                      <a:pt x="660" y="5020"/>
                      <a:pt x="1255" y="5615"/>
                    </a:cubicBezTo>
                    <a:cubicBezTo>
                      <a:pt x="1850" y="6210"/>
                      <a:pt x="2656" y="6544"/>
                      <a:pt x="3497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57" name="Freeform: Shape 10356">
                <a:extLst>
                  <a:ext uri="{FF2B5EF4-FFF2-40B4-BE49-F238E27FC236}">
                    <a16:creationId xmlns:a16="http://schemas.microsoft.com/office/drawing/2014/main" id="{C9891995-C10A-76C6-16F1-ABD4EC1240F8}"/>
                  </a:ext>
                </a:extLst>
              </p:cNvPr>
              <p:cNvSpPr/>
              <p:nvPr/>
            </p:nvSpPr>
            <p:spPr>
              <a:xfrm>
                <a:off x="10538779" y="6006190"/>
                <a:ext cx="6343" cy="6345"/>
              </a:xfrm>
              <a:custGeom>
                <a:avLst/>
                <a:gdLst>
                  <a:gd name="connsiteX0" fmla="*/ 3497 w 6343"/>
                  <a:gd name="connsiteY0" fmla="*/ 6545 h 6345"/>
                  <a:gd name="connsiteX1" fmla="*/ 5740 w 6343"/>
                  <a:gd name="connsiteY1" fmla="*/ 5615 h 6345"/>
                  <a:gd name="connsiteX2" fmla="*/ 6669 w 6343"/>
                  <a:gd name="connsiteY2" fmla="*/ 3372 h 6345"/>
                  <a:gd name="connsiteX3" fmla="*/ 5740 w 6343"/>
                  <a:gd name="connsiteY3" fmla="*/ 1128 h 6345"/>
                  <a:gd name="connsiteX4" fmla="*/ 3497 w 6343"/>
                  <a:gd name="connsiteY4" fmla="*/ 199 h 6345"/>
                  <a:gd name="connsiteX5" fmla="*/ 1254 w 6343"/>
                  <a:gd name="connsiteY5" fmla="*/ 1128 h 6345"/>
                  <a:gd name="connsiteX6" fmla="*/ 326 w 6343"/>
                  <a:gd name="connsiteY6" fmla="*/ 3372 h 6345"/>
                  <a:gd name="connsiteX7" fmla="*/ 1254 w 6343"/>
                  <a:gd name="connsiteY7" fmla="*/ 5615 h 6345"/>
                  <a:gd name="connsiteX8" fmla="*/ 3497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7" y="6545"/>
                    </a:moveTo>
                    <a:cubicBezTo>
                      <a:pt x="4338" y="6545"/>
                      <a:pt x="5145" y="6210"/>
                      <a:pt x="5740" y="5615"/>
                    </a:cubicBezTo>
                    <a:cubicBezTo>
                      <a:pt x="6334" y="5020"/>
                      <a:pt x="6669" y="4213"/>
                      <a:pt x="6669" y="3372"/>
                    </a:cubicBezTo>
                    <a:cubicBezTo>
                      <a:pt x="6669" y="2530"/>
                      <a:pt x="6334" y="1723"/>
                      <a:pt x="5740" y="1128"/>
                    </a:cubicBezTo>
                    <a:cubicBezTo>
                      <a:pt x="5145" y="533"/>
                      <a:pt x="4338" y="199"/>
                      <a:pt x="3497" y="199"/>
                    </a:cubicBezTo>
                    <a:cubicBezTo>
                      <a:pt x="2656" y="199"/>
                      <a:pt x="1849" y="533"/>
                      <a:pt x="1254" y="1128"/>
                    </a:cubicBezTo>
                    <a:cubicBezTo>
                      <a:pt x="660" y="1723"/>
                      <a:pt x="326" y="2530"/>
                      <a:pt x="326" y="3372"/>
                    </a:cubicBezTo>
                    <a:cubicBezTo>
                      <a:pt x="326" y="4213"/>
                      <a:pt x="660" y="5020"/>
                      <a:pt x="1254" y="5615"/>
                    </a:cubicBezTo>
                    <a:cubicBezTo>
                      <a:pt x="1849" y="6210"/>
                      <a:pt x="2656" y="6545"/>
                      <a:pt x="3497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58" name="Freeform: Shape 10357">
                <a:extLst>
                  <a:ext uri="{FF2B5EF4-FFF2-40B4-BE49-F238E27FC236}">
                    <a16:creationId xmlns:a16="http://schemas.microsoft.com/office/drawing/2014/main" id="{36DBAC15-A863-C43F-A2B7-AE4EF5CB1F34}"/>
                  </a:ext>
                </a:extLst>
              </p:cNvPr>
              <p:cNvSpPr/>
              <p:nvPr/>
            </p:nvSpPr>
            <p:spPr>
              <a:xfrm>
                <a:off x="11110494" y="6392898"/>
                <a:ext cx="6343" cy="6345"/>
              </a:xfrm>
              <a:custGeom>
                <a:avLst/>
                <a:gdLst>
                  <a:gd name="connsiteX0" fmla="*/ 3542 w 6343"/>
                  <a:gd name="connsiteY0" fmla="*/ 6575 h 6345"/>
                  <a:gd name="connsiteX1" fmla="*/ 5785 w 6343"/>
                  <a:gd name="connsiteY1" fmla="*/ 5646 h 6345"/>
                  <a:gd name="connsiteX2" fmla="*/ 6714 w 6343"/>
                  <a:gd name="connsiteY2" fmla="*/ 3402 h 6345"/>
                  <a:gd name="connsiteX3" fmla="*/ 5785 w 6343"/>
                  <a:gd name="connsiteY3" fmla="*/ 1159 h 6345"/>
                  <a:gd name="connsiteX4" fmla="*/ 3542 w 6343"/>
                  <a:gd name="connsiteY4" fmla="*/ 230 h 6345"/>
                  <a:gd name="connsiteX5" fmla="*/ 1300 w 6343"/>
                  <a:gd name="connsiteY5" fmla="*/ 1159 h 6345"/>
                  <a:gd name="connsiteX6" fmla="*/ 371 w 6343"/>
                  <a:gd name="connsiteY6" fmla="*/ 3402 h 6345"/>
                  <a:gd name="connsiteX7" fmla="*/ 1300 w 6343"/>
                  <a:gd name="connsiteY7" fmla="*/ 5646 h 6345"/>
                  <a:gd name="connsiteX8" fmla="*/ 3542 w 6343"/>
                  <a:gd name="connsiteY8" fmla="*/ 65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42" y="6575"/>
                    </a:moveTo>
                    <a:cubicBezTo>
                      <a:pt x="4383" y="6575"/>
                      <a:pt x="5190" y="6241"/>
                      <a:pt x="5785" y="5646"/>
                    </a:cubicBezTo>
                    <a:cubicBezTo>
                      <a:pt x="6380" y="5051"/>
                      <a:pt x="6714" y="4244"/>
                      <a:pt x="6714" y="3402"/>
                    </a:cubicBezTo>
                    <a:cubicBezTo>
                      <a:pt x="6714" y="2561"/>
                      <a:pt x="6380" y="1754"/>
                      <a:pt x="5785" y="1159"/>
                    </a:cubicBezTo>
                    <a:cubicBezTo>
                      <a:pt x="5190" y="564"/>
                      <a:pt x="4383" y="230"/>
                      <a:pt x="3542" y="230"/>
                    </a:cubicBezTo>
                    <a:cubicBezTo>
                      <a:pt x="2701" y="230"/>
                      <a:pt x="1894" y="564"/>
                      <a:pt x="1300" y="1159"/>
                    </a:cubicBezTo>
                    <a:cubicBezTo>
                      <a:pt x="705" y="1754"/>
                      <a:pt x="371" y="2561"/>
                      <a:pt x="371" y="3402"/>
                    </a:cubicBezTo>
                    <a:cubicBezTo>
                      <a:pt x="371" y="4244"/>
                      <a:pt x="705" y="5051"/>
                      <a:pt x="1300" y="5646"/>
                    </a:cubicBezTo>
                    <a:cubicBezTo>
                      <a:pt x="1894" y="6241"/>
                      <a:pt x="2701" y="6575"/>
                      <a:pt x="3542" y="65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59" name="Freeform: Shape 10358">
                <a:extLst>
                  <a:ext uri="{FF2B5EF4-FFF2-40B4-BE49-F238E27FC236}">
                    <a16:creationId xmlns:a16="http://schemas.microsoft.com/office/drawing/2014/main" id="{A51DE522-5F68-8D63-D674-BDF1C492818C}"/>
                  </a:ext>
                </a:extLst>
              </p:cNvPr>
              <p:cNvSpPr/>
              <p:nvPr/>
            </p:nvSpPr>
            <p:spPr>
              <a:xfrm>
                <a:off x="10580508" y="6063489"/>
                <a:ext cx="6343" cy="6345"/>
              </a:xfrm>
              <a:custGeom>
                <a:avLst/>
                <a:gdLst>
                  <a:gd name="connsiteX0" fmla="*/ 3500 w 6343"/>
                  <a:gd name="connsiteY0" fmla="*/ 6549 h 6345"/>
                  <a:gd name="connsiteX1" fmla="*/ 5743 w 6343"/>
                  <a:gd name="connsiteY1" fmla="*/ 5620 h 6345"/>
                  <a:gd name="connsiteX2" fmla="*/ 6672 w 6343"/>
                  <a:gd name="connsiteY2" fmla="*/ 3376 h 6345"/>
                  <a:gd name="connsiteX3" fmla="*/ 5743 w 6343"/>
                  <a:gd name="connsiteY3" fmla="*/ 1133 h 6345"/>
                  <a:gd name="connsiteX4" fmla="*/ 3500 w 6343"/>
                  <a:gd name="connsiteY4" fmla="*/ 204 h 6345"/>
                  <a:gd name="connsiteX5" fmla="*/ 1258 w 6343"/>
                  <a:gd name="connsiteY5" fmla="*/ 1133 h 6345"/>
                  <a:gd name="connsiteX6" fmla="*/ 329 w 6343"/>
                  <a:gd name="connsiteY6" fmla="*/ 3376 h 6345"/>
                  <a:gd name="connsiteX7" fmla="*/ 1258 w 6343"/>
                  <a:gd name="connsiteY7" fmla="*/ 5620 h 6345"/>
                  <a:gd name="connsiteX8" fmla="*/ 3500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0" y="6549"/>
                    </a:moveTo>
                    <a:cubicBezTo>
                      <a:pt x="4341" y="6549"/>
                      <a:pt x="5148" y="6215"/>
                      <a:pt x="5743" y="5620"/>
                    </a:cubicBezTo>
                    <a:cubicBezTo>
                      <a:pt x="6338" y="5025"/>
                      <a:pt x="6672" y="4218"/>
                      <a:pt x="6672" y="3376"/>
                    </a:cubicBezTo>
                    <a:cubicBezTo>
                      <a:pt x="6672" y="2535"/>
                      <a:pt x="6338" y="1728"/>
                      <a:pt x="5743" y="1133"/>
                    </a:cubicBezTo>
                    <a:cubicBezTo>
                      <a:pt x="5148" y="538"/>
                      <a:pt x="4341" y="204"/>
                      <a:pt x="3500" y="204"/>
                    </a:cubicBezTo>
                    <a:cubicBezTo>
                      <a:pt x="2659" y="204"/>
                      <a:pt x="1852" y="538"/>
                      <a:pt x="1258" y="1133"/>
                    </a:cubicBezTo>
                    <a:cubicBezTo>
                      <a:pt x="663" y="1728"/>
                      <a:pt x="329" y="2535"/>
                      <a:pt x="329" y="3376"/>
                    </a:cubicBezTo>
                    <a:cubicBezTo>
                      <a:pt x="329" y="4218"/>
                      <a:pt x="663" y="5025"/>
                      <a:pt x="1258" y="5620"/>
                    </a:cubicBezTo>
                    <a:cubicBezTo>
                      <a:pt x="1852" y="6215"/>
                      <a:pt x="2659" y="6549"/>
                      <a:pt x="3500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60" name="Freeform: Shape 10359">
                <a:extLst>
                  <a:ext uri="{FF2B5EF4-FFF2-40B4-BE49-F238E27FC236}">
                    <a16:creationId xmlns:a16="http://schemas.microsoft.com/office/drawing/2014/main" id="{5D7DFAE4-4F3D-17AA-B298-DF3F23921EC8}"/>
                  </a:ext>
                </a:extLst>
              </p:cNvPr>
              <p:cNvSpPr/>
              <p:nvPr/>
            </p:nvSpPr>
            <p:spPr>
              <a:xfrm>
                <a:off x="10576854" y="6071194"/>
                <a:ext cx="6343" cy="6345"/>
              </a:xfrm>
              <a:custGeom>
                <a:avLst/>
                <a:gdLst>
                  <a:gd name="connsiteX0" fmla="*/ 3500 w 6343"/>
                  <a:gd name="connsiteY0" fmla="*/ 6550 h 6345"/>
                  <a:gd name="connsiteX1" fmla="*/ 5743 w 6343"/>
                  <a:gd name="connsiteY1" fmla="*/ 5620 h 6345"/>
                  <a:gd name="connsiteX2" fmla="*/ 6672 w 6343"/>
                  <a:gd name="connsiteY2" fmla="*/ 3377 h 6345"/>
                  <a:gd name="connsiteX3" fmla="*/ 5743 w 6343"/>
                  <a:gd name="connsiteY3" fmla="*/ 1133 h 6345"/>
                  <a:gd name="connsiteX4" fmla="*/ 3500 w 6343"/>
                  <a:gd name="connsiteY4" fmla="*/ 204 h 6345"/>
                  <a:gd name="connsiteX5" fmla="*/ 1257 w 6343"/>
                  <a:gd name="connsiteY5" fmla="*/ 1133 h 6345"/>
                  <a:gd name="connsiteX6" fmla="*/ 329 w 6343"/>
                  <a:gd name="connsiteY6" fmla="*/ 3377 h 6345"/>
                  <a:gd name="connsiteX7" fmla="*/ 1257 w 6343"/>
                  <a:gd name="connsiteY7" fmla="*/ 5620 h 6345"/>
                  <a:gd name="connsiteX8" fmla="*/ 350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0" y="6550"/>
                    </a:moveTo>
                    <a:cubicBezTo>
                      <a:pt x="4341" y="6550"/>
                      <a:pt x="5148" y="6215"/>
                      <a:pt x="5743" y="5620"/>
                    </a:cubicBezTo>
                    <a:cubicBezTo>
                      <a:pt x="6337" y="5025"/>
                      <a:pt x="6672" y="4218"/>
                      <a:pt x="6672" y="3377"/>
                    </a:cubicBezTo>
                    <a:cubicBezTo>
                      <a:pt x="6672" y="2536"/>
                      <a:pt x="6337" y="1728"/>
                      <a:pt x="5743" y="1133"/>
                    </a:cubicBezTo>
                    <a:cubicBezTo>
                      <a:pt x="5148" y="539"/>
                      <a:pt x="4341" y="204"/>
                      <a:pt x="3500" y="204"/>
                    </a:cubicBezTo>
                    <a:cubicBezTo>
                      <a:pt x="2659" y="204"/>
                      <a:pt x="1852" y="539"/>
                      <a:pt x="1257" y="1133"/>
                    </a:cubicBezTo>
                    <a:cubicBezTo>
                      <a:pt x="663" y="1728"/>
                      <a:pt x="329" y="2536"/>
                      <a:pt x="329" y="3377"/>
                    </a:cubicBezTo>
                    <a:cubicBezTo>
                      <a:pt x="329" y="4218"/>
                      <a:pt x="663" y="5025"/>
                      <a:pt x="1257" y="5620"/>
                    </a:cubicBezTo>
                    <a:cubicBezTo>
                      <a:pt x="1852" y="6215"/>
                      <a:pt x="2659" y="6550"/>
                      <a:pt x="350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61" name="Freeform: Shape 10360">
                <a:extLst>
                  <a:ext uri="{FF2B5EF4-FFF2-40B4-BE49-F238E27FC236}">
                    <a16:creationId xmlns:a16="http://schemas.microsoft.com/office/drawing/2014/main" id="{638E67CD-66DF-5531-09CF-D1FFC77D8DBE}"/>
                  </a:ext>
                </a:extLst>
              </p:cNvPr>
              <p:cNvSpPr/>
              <p:nvPr/>
            </p:nvSpPr>
            <p:spPr>
              <a:xfrm>
                <a:off x="10573767" y="6079314"/>
                <a:ext cx="6343" cy="6345"/>
              </a:xfrm>
              <a:custGeom>
                <a:avLst/>
                <a:gdLst>
                  <a:gd name="connsiteX0" fmla="*/ 3500 w 6343"/>
                  <a:gd name="connsiteY0" fmla="*/ 6550 h 6345"/>
                  <a:gd name="connsiteX1" fmla="*/ 5742 w 6343"/>
                  <a:gd name="connsiteY1" fmla="*/ 5621 h 6345"/>
                  <a:gd name="connsiteX2" fmla="*/ 6671 w 6343"/>
                  <a:gd name="connsiteY2" fmla="*/ 3378 h 6345"/>
                  <a:gd name="connsiteX3" fmla="*/ 5742 w 6343"/>
                  <a:gd name="connsiteY3" fmla="*/ 1134 h 6345"/>
                  <a:gd name="connsiteX4" fmla="*/ 3500 w 6343"/>
                  <a:gd name="connsiteY4" fmla="*/ 205 h 6345"/>
                  <a:gd name="connsiteX5" fmla="*/ 1257 w 6343"/>
                  <a:gd name="connsiteY5" fmla="*/ 1134 h 6345"/>
                  <a:gd name="connsiteX6" fmla="*/ 328 w 6343"/>
                  <a:gd name="connsiteY6" fmla="*/ 3378 h 6345"/>
                  <a:gd name="connsiteX7" fmla="*/ 1257 w 6343"/>
                  <a:gd name="connsiteY7" fmla="*/ 5621 h 6345"/>
                  <a:gd name="connsiteX8" fmla="*/ 350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0" y="6550"/>
                    </a:moveTo>
                    <a:cubicBezTo>
                      <a:pt x="4341" y="6550"/>
                      <a:pt x="5148" y="6216"/>
                      <a:pt x="5742" y="5621"/>
                    </a:cubicBezTo>
                    <a:cubicBezTo>
                      <a:pt x="6337" y="5026"/>
                      <a:pt x="6671" y="4219"/>
                      <a:pt x="6671" y="3378"/>
                    </a:cubicBezTo>
                    <a:cubicBezTo>
                      <a:pt x="6671" y="2536"/>
                      <a:pt x="6337" y="1729"/>
                      <a:pt x="5742" y="1134"/>
                    </a:cubicBezTo>
                    <a:cubicBezTo>
                      <a:pt x="5148" y="539"/>
                      <a:pt x="4341" y="205"/>
                      <a:pt x="3500" y="205"/>
                    </a:cubicBezTo>
                    <a:cubicBezTo>
                      <a:pt x="2659" y="205"/>
                      <a:pt x="1852" y="539"/>
                      <a:pt x="1257" y="1134"/>
                    </a:cubicBezTo>
                    <a:cubicBezTo>
                      <a:pt x="662" y="1729"/>
                      <a:pt x="328" y="2536"/>
                      <a:pt x="328" y="3378"/>
                    </a:cubicBezTo>
                    <a:cubicBezTo>
                      <a:pt x="328" y="4219"/>
                      <a:pt x="662" y="5026"/>
                      <a:pt x="1257" y="5621"/>
                    </a:cubicBezTo>
                    <a:cubicBezTo>
                      <a:pt x="1852" y="6216"/>
                      <a:pt x="2659" y="6550"/>
                      <a:pt x="350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62" name="Freeform: Shape 10361">
                <a:extLst>
                  <a:ext uri="{FF2B5EF4-FFF2-40B4-BE49-F238E27FC236}">
                    <a16:creationId xmlns:a16="http://schemas.microsoft.com/office/drawing/2014/main" id="{8839742B-37FF-1B5E-48E4-82B5EBD1C7A8}"/>
                  </a:ext>
                </a:extLst>
              </p:cNvPr>
              <p:cNvSpPr/>
              <p:nvPr/>
            </p:nvSpPr>
            <p:spPr>
              <a:xfrm>
                <a:off x="10714313" y="6212192"/>
                <a:ext cx="6343" cy="6345"/>
              </a:xfrm>
              <a:custGeom>
                <a:avLst/>
                <a:gdLst>
                  <a:gd name="connsiteX0" fmla="*/ 3511 w 6343"/>
                  <a:gd name="connsiteY0" fmla="*/ 6561 h 6345"/>
                  <a:gd name="connsiteX1" fmla="*/ 5754 w 6343"/>
                  <a:gd name="connsiteY1" fmla="*/ 5631 h 6345"/>
                  <a:gd name="connsiteX2" fmla="*/ 6682 w 6343"/>
                  <a:gd name="connsiteY2" fmla="*/ 3388 h 6345"/>
                  <a:gd name="connsiteX3" fmla="*/ 5754 w 6343"/>
                  <a:gd name="connsiteY3" fmla="*/ 1145 h 6345"/>
                  <a:gd name="connsiteX4" fmla="*/ 3511 w 6343"/>
                  <a:gd name="connsiteY4" fmla="*/ 215 h 6345"/>
                  <a:gd name="connsiteX5" fmla="*/ 1268 w 6343"/>
                  <a:gd name="connsiteY5" fmla="*/ 1145 h 6345"/>
                  <a:gd name="connsiteX6" fmla="*/ 339 w 6343"/>
                  <a:gd name="connsiteY6" fmla="*/ 3388 h 6345"/>
                  <a:gd name="connsiteX7" fmla="*/ 1268 w 6343"/>
                  <a:gd name="connsiteY7" fmla="*/ 5631 h 6345"/>
                  <a:gd name="connsiteX8" fmla="*/ 3511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1" y="6561"/>
                    </a:moveTo>
                    <a:cubicBezTo>
                      <a:pt x="4352" y="6561"/>
                      <a:pt x="5159" y="6226"/>
                      <a:pt x="5754" y="5631"/>
                    </a:cubicBezTo>
                    <a:cubicBezTo>
                      <a:pt x="6348" y="5037"/>
                      <a:pt x="6682" y="4229"/>
                      <a:pt x="6682" y="3388"/>
                    </a:cubicBezTo>
                    <a:cubicBezTo>
                      <a:pt x="6682" y="2547"/>
                      <a:pt x="6348" y="1740"/>
                      <a:pt x="5754" y="1145"/>
                    </a:cubicBezTo>
                    <a:cubicBezTo>
                      <a:pt x="5159" y="550"/>
                      <a:pt x="4352" y="215"/>
                      <a:pt x="3511" y="215"/>
                    </a:cubicBezTo>
                    <a:cubicBezTo>
                      <a:pt x="2670" y="215"/>
                      <a:pt x="1863" y="550"/>
                      <a:pt x="1268" y="1145"/>
                    </a:cubicBezTo>
                    <a:cubicBezTo>
                      <a:pt x="674" y="1740"/>
                      <a:pt x="339" y="2547"/>
                      <a:pt x="339" y="3388"/>
                    </a:cubicBezTo>
                    <a:cubicBezTo>
                      <a:pt x="339" y="4229"/>
                      <a:pt x="674" y="5037"/>
                      <a:pt x="1268" y="5631"/>
                    </a:cubicBezTo>
                    <a:cubicBezTo>
                      <a:pt x="1863" y="6226"/>
                      <a:pt x="2670" y="6561"/>
                      <a:pt x="3511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63" name="Freeform: Shape 10362">
                <a:extLst>
                  <a:ext uri="{FF2B5EF4-FFF2-40B4-BE49-F238E27FC236}">
                    <a16:creationId xmlns:a16="http://schemas.microsoft.com/office/drawing/2014/main" id="{0AE4479D-F1FC-BAB8-8F3D-029F28DA9199}"/>
                  </a:ext>
                </a:extLst>
              </p:cNvPr>
              <p:cNvSpPr/>
              <p:nvPr/>
            </p:nvSpPr>
            <p:spPr>
              <a:xfrm>
                <a:off x="10708758" y="6220044"/>
                <a:ext cx="6343" cy="6345"/>
              </a:xfrm>
              <a:custGeom>
                <a:avLst/>
                <a:gdLst>
                  <a:gd name="connsiteX0" fmla="*/ 3510 w 6343"/>
                  <a:gd name="connsiteY0" fmla="*/ 6561 h 6345"/>
                  <a:gd name="connsiteX1" fmla="*/ 5753 w 6343"/>
                  <a:gd name="connsiteY1" fmla="*/ 5632 h 6345"/>
                  <a:gd name="connsiteX2" fmla="*/ 6682 w 6343"/>
                  <a:gd name="connsiteY2" fmla="*/ 3389 h 6345"/>
                  <a:gd name="connsiteX3" fmla="*/ 5753 w 6343"/>
                  <a:gd name="connsiteY3" fmla="*/ 1145 h 6345"/>
                  <a:gd name="connsiteX4" fmla="*/ 3510 w 6343"/>
                  <a:gd name="connsiteY4" fmla="*/ 216 h 6345"/>
                  <a:gd name="connsiteX5" fmla="*/ 1268 w 6343"/>
                  <a:gd name="connsiteY5" fmla="*/ 1145 h 6345"/>
                  <a:gd name="connsiteX6" fmla="*/ 339 w 6343"/>
                  <a:gd name="connsiteY6" fmla="*/ 3389 h 6345"/>
                  <a:gd name="connsiteX7" fmla="*/ 1268 w 6343"/>
                  <a:gd name="connsiteY7" fmla="*/ 5632 h 6345"/>
                  <a:gd name="connsiteX8" fmla="*/ 3510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0" y="6561"/>
                    </a:moveTo>
                    <a:cubicBezTo>
                      <a:pt x="4352" y="6561"/>
                      <a:pt x="5158" y="6227"/>
                      <a:pt x="5753" y="5632"/>
                    </a:cubicBezTo>
                    <a:cubicBezTo>
                      <a:pt x="6348" y="5037"/>
                      <a:pt x="6682" y="4230"/>
                      <a:pt x="6682" y="3389"/>
                    </a:cubicBezTo>
                    <a:cubicBezTo>
                      <a:pt x="6682" y="2547"/>
                      <a:pt x="6348" y="1740"/>
                      <a:pt x="5753" y="1145"/>
                    </a:cubicBezTo>
                    <a:cubicBezTo>
                      <a:pt x="5158" y="550"/>
                      <a:pt x="4352" y="216"/>
                      <a:pt x="3510" y="216"/>
                    </a:cubicBezTo>
                    <a:cubicBezTo>
                      <a:pt x="2669" y="216"/>
                      <a:pt x="1863" y="550"/>
                      <a:pt x="1268" y="1145"/>
                    </a:cubicBezTo>
                    <a:cubicBezTo>
                      <a:pt x="673" y="1740"/>
                      <a:pt x="339" y="2547"/>
                      <a:pt x="339" y="3389"/>
                    </a:cubicBezTo>
                    <a:cubicBezTo>
                      <a:pt x="339" y="4230"/>
                      <a:pt x="673" y="5037"/>
                      <a:pt x="1268" y="5632"/>
                    </a:cubicBezTo>
                    <a:cubicBezTo>
                      <a:pt x="1863" y="6227"/>
                      <a:pt x="2669" y="6561"/>
                      <a:pt x="3510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64" name="Freeform: Shape 10363">
                <a:extLst>
                  <a:ext uri="{FF2B5EF4-FFF2-40B4-BE49-F238E27FC236}">
                    <a16:creationId xmlns:a16="http://schemas.microsoft.com/office/drawing/2014/main" id="{EB9878BC-5547-776D-B374-25DEF680E649}"/>
                  </a:ext>
                </a:extLst>
              </p:cNvPr>
              <p:cNvSpPr/>
              <p:nvPr/>
            </p:nvSpPr>
            <p:spPr>
              <a:xfrm>
                <a:off x="10523984" y="6094926"/>
                <a:ext cx="6343" cy="6345"/>
              </a:xfrm>
              <a:custGeom>
                <a:avLst/>
                <a:gdLst>
                  <a:gd name="connsiteX0" fmla="*/ 3496 w 6343"/>
                  <a:gd name="connsiteY0" fmla="*/ 6552 h 6345"/>
                  <a:gd name="connsiteX1" fmla="*/ 5739 w 6343"/>
                  <a:gd name="connsiteY1" fmla="*/ 5622 h 6345"/>
                  <a:gd name="connsiteX2" fmla="*/ 6667 w 6343"/>
                  <a:gd name="connsiteY2" fmla="*/ 3379 h 6345"/>
                  <a:gd name="connsiteX3" fmla="*/ 5739 w 6343"/>
                  <a:gd name="connsiteY3" fmla="*/ 1135 h 6345"/>
                  <a:gd name="connsiteX4" fmla="*/ 3496 w 6343"/>
                  <a:gd name="connsiteY4" fmla="*/ 206 h 6345"/>
                  <a:gd name="connsiteX5" fmla="*/ 1253 w 6343"/>
                  <a:gd name="connsiteY5" fmla="*/ 1135 h 6345"/>
                  <a:gd name="connsiteX6" fmla="*/ 324 w 6343"/>
                  <a:gd name="connsiteY6" fmla="*/ 3379 h 6345"/>
                  <a:gd name="connsiteX7" fmla="*/ 1253 w 6343"/>
                  <a:gd name="connsiteY7" fmla="*/ 5622 h 6345"/>
                  <a:gd name="connsiteX8" fmla="*/ 3496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6" y="6552"/>
                    </a:moveTo>
                    <a:cubicBezTo>
                      <a:pt x="4337" y="6552"/>
                      <a:pt x="5144" y="6217"/>
                      <a:pt x="5739" y="5622"/>
                    </a:cubicBezTo>
                    <a:cubicBezTo>
                      <a:pt x="6333" y="5027"/>
                      <a:pt x="6667" y="4220"/>
                      <a:pt x="6667" y="3379"/>
                    </a:cubicBezTo>
                    <a:cubicBezTo>
                      <a:pt x="6667" y="2537"/>
                      <a:pt x="6333" y="1730"/>
                      <a:pt x="5739" y="1135"/>
                    </a:cubicBezTo>
                    <a:cubicBezTo>
                      <a:pt x="5144" y="540"/>
                      <a:pt x="4337" y="206"/>
                      <a:pt x="3496" y="206"/>
                    </a:cubicBezTo>
                    <a:cubicBezTo>
                      <a:pt x="2655" y="206"/>
                      <a:pt x="1848" y="540"/>
                      <a:pt x="1253" y="1135"/>
                    </a:cubicBezTo>
                    <a:cubicBezTo>
                      <a:pt x="659" y="1730"/>
                      <a:pt x="324" y="2537"/>
                      <a:pt x="324" y="3379"/>
                    </a:cubicBezTo>
                    <a:cubicBezTo>
                      <a:pt x="324" y="4220"/>
                      <a:pt x="659" y="5027"/>
                      <a:pt x="1253" y="5622"/>
                    </a:cubicBezTo>
                    <a:cubicBezTo>
                      <a:pt x="1848" y="6217"/>
                      <a:pt x="2655" y="6552"/>
                      <a:pt x="3496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65" name="Freeform: Shape 10364">
                <a:extLst>
                  <a:ext uri="{FF2B5EF4-FFF2-40B4-BE49-F238E27FC236}">
                    <a16:creationId xmlns:a16="http://schemas.microsoft.com/office/drawing/2014/main" id="{0D6E5B1C-D157-EBE5-3037-2B163427655D}"/>
                  </a:ext>
                </a:extLst>
              </p:cNvPr>
              <p:cNvSpPr/>
              <p:nvPr/>
            </p:nvSpPr>
            <p:spPr>
              <a:xfrm>
                <a:off x="10520257" y="6102443"/>
                <a:ext cx="6343" cy="6345"/>
              </a:xfrm>
              <a:custGeom>
                <a:avLst/>
                <a:gdLst>
                  <a:gd name="connsiteX0" fmla="*/ 3496 w 6343"/>
                  <a:gd name="connsiteY0" fmla="*/ 6552 h 6345"/>
                  <a:gd name="connsiteX1" fmla="*/ 5738 w 6343"/>
                  <a:gd name="connsiteY1" fmla="*/ 5623 h 6345"/>
                  <a:gd name="connsiteX2" fmla="*/ 6667 w 6343"/>
                  <a:gd name="connsiteY2" fmla="*/ 3379 h 6345"/>
                  <a:gd name="connsiteX3" fmla="*/ 5738 w 6343"/>
                  <a:gd name="connsiteY3" fmla="*/ 1136 h 6345"/>
                  <a:gd name="connsiteX4" fmla="*/ 3496 w 6343"/>
                  <a:gd name="connsiteY4" fmla="*/ 207 h 6345"/>
                  <a:gd name="connsiteX5" fmla="*/ 1253 w 6343"/>
                  <a:gd name="connsiteY5" fmla="*/ 1136 h 6345"/>
                  <a:gd name="connsiteX6" fmla="*/ 324 w 6343"/>
                  <a:gd name="connsiteY6" fmla="*/ 3379 h 6345"/>
                  <a:gd name="connsiteX7" fmla="*/ 1253 w 6343"/>
                  <a:gd name="connsiteY7" fmla="*/ 5623 h 6345"/>
                  <a:gd name="connsiteX8" fmla="*/ 3496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6" y="6552"/>
                    </a:moveTo>
                    <a:cubicBezTo>
                      <a:pt x="4337" y="6552"/>
                      <a:pt x="5144" y="6218"/>
                      <a:pt x="5738" y="5623"/>
                    </a:cubicBezTo>
                    <a:cubicBezTo>
                      <a:pt x="6333" y="5028"/>
                      <a:pt x="6667" y="4221"/>
                      <a:pt x="6667" y="3379"/>
                    </a:cubicBezTo>
                    <a:cubicBezTo>
                      <a:pt x="6667" y="2538"/>
                      <a:pt x="6333" y="1731"/>
                      <a:pt x="5738" y="1136"/>
                    </a:cubicBezTo>
                    <a:cubicBezTo>
                      <a:pt x="5144" y="541"/>
                      <a:pt x="4337" y="207"/>
                      <a:pt x="3496" y="207"/>
                    </a:cubicBezTo>
                    <a:cubicBezTo>
                      <a:pt x="2655" y="207"/>
                      <a:pt x="1848" y="541"/>
                      <a:pt x="1253" y="1136"/>
                    </a:cubicBezTo>
                    <a:cubicBezTo>
                      <a:pt x="658" y="1731"/>
                      <a:pt x="324" y="2538"/>
                      <a:pt x="324" y="3379"/>
                    </a:cubicBezTo>
                    <a:cubicBezTo>
                      <a:pt x="324" y="4221"/>
                      <a:pt x="658" y="5028"/>
                      <a:pt x="1253" y="5623"/>
                    </a:cubicBezTo>
                    <a:cubicBezTo>
                      <a:pt x="1848" y="6218"/>
                      <a:pt x="2655" y="6552"/>
                      <a:pt x="3496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66" name="Freeform: Shape 10365">
                <a:extLst>
                  <a:ext uri="{FF2B5EF4-FFF2-40B4-BE49-F238E27FC236}">
                    <a16:creationId xmlns:a16="http://schemas.microsoft.com/office/drawing/2014/main" id="{E7152B7D-3A9E-AC8A-9E86-CBB8E259CE01}"/>
                  </a:ext>
                </a:extLst>
              </p:cNvPr>
              <p:cNvSpPr/>
              <p:nvPr/>
            </p:nvSpPr>
            <p:spPr>
              <a:xfrm>
                <a:off x="10514828" y="6108689"/>
                <a:ext cx="6343" cy="6345"/>
              </a:xfrm>
              <a:custGeom>
                <a:avLst/>
                <a:gdLst>
                  <a:gd name="connsiteX0" fmla="*/ 3495 w 6343"/>
                  <a:gd name="connsiteY0" fmla="*/ 6553 h 6345"/>
                  <a:gd name="connsiteX1" fmla="*/ 5738 w 6343"/>
                  <a:gd name="connsiteY1" fmla="*/ 5623 h 6345"/>
                  <a:gd name="connsiteX2" fmla="*/ 6667 w 6343"/>
                  <a:gd name="connsiteY2" fmla="*/ 3380 h 6345"/>
                  <a:gd name="connsiteX3" fmla="*/ 5738 w 6343"/>
                  <a:gd name="connsiteY3" fmla="*/ 1136 h 6345"/>
                  <a:gd name="connsiteX4" fmla="*/ 3495 w 6343"/>
                  <a:gd name="connsiteY4" fmla="*/ 207 h 6345"/>
                  <a:gd name="connsiteX5" fmla="*/ 1253 w 6343"/>
                  <a:gd name="connsiteY5" fmla="*/ 1136 h 6345"/>
                  <a:gd name="connsiteX6" fmla="*/ 324 w 6343"/>
                  <a:gd name="connsiteY6" fmla="*/ 3380 h 6345"/>
                  <a:gd name="connsiteX7" fmla="*/ 1253 w 6343"/>
                  <a:gd name="connsiteY7" fmla="*/ 5623 h 6345"/>
                  <a:gd name="connsiteX8" fmla="*/ 3495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5" y="6553"/>
                    </a:moveTo>
                    <a:cubicBezTo>
                      <a:pt x="4336" y="6553"/>
                      <a:pt x="5143" y="6218"/>
                      <a:pt x="5738" y="5623"/>
                    </a:cubicBezTo>
                    <a:cubicBezTo>
                      <a:pt x="6333" y="5028"/>
                      <a:pt x="6667" y="4221"/>
                      <a:pt x="6667" y="3380"/>
                    </a:cubicBezTo>
                    <a:cubicBezTo>
                      <a:pt x="6667" y="2538"/>
                      <a:pt x="6333" y="1731"/>
                      <a:pt x="5738" y="1136"/>
                    </a:cubicBezTo>
                    <a:cubicBezTo>
                      <a:pt x="5143" y="541"/>
                      <a:pt x="4336" y="207"/>
                      <a:pt x="3495" y="207"/>
                    </a:cubicBezTo>
                    <a:cubicBezTo>
                      <a:pt x="2654" y="207"/>
                      <a:pt x="1847" y="541"/>
                      <a:pt x="1253" y="1136"/>
                    </a:cubicBezTo>
                    <a:cubicBezTo>
                      <a:pt x="658" y="1731"/>
                      <a:pt x="324" y="2538"/>
                      <a:pt x="324" y="3380"/>
                    </a:cubicBezTo>
                    <a:cubicBezTo>
                      <a:pt x="324" y="4221"/>
                      <a:pt x="658" y="5028"/>
                      <a:pt x="1253" y="5623"/>
                    </a:cubicBezTo>
                    <a:cubicBezTo>
                      <a:pt x="1847" y="6218"/>
                      <a:pt x="2654" y="6553"/>
                      <a:pt x="3495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67" name="Freeform: Shape 10366">
                <a:extLst>
                  <a:ext uri="{FF2B5EF4-FFF2-40B4-BE49-F238E27FC236}">
                    <a16:creationId xmlns:a16="http://schemas.microsoft.com/office/drawing/2014/main" id="{0F1C7FC5-F3C6-4E50-8B7F-70D0C3E08311}"/>
                  </a:ext>
                </a:extLst>
              </p:cNvPr>
              <p:cNvSpPr/>
              <p:nvPr/>
            </p:nvSpPr>
            <p:spPr>
              <a:xfrm>
                <a:off x="10510507" y="6115781"/>
                <a:ext cx="6343" cy="6345"/>
              </a:xfrm>
              <a:custGeom>
                <a:avLst/>
                <a:gdLst>
                  <a:gd name="connsiteX0" fmla="*/ 3495 w 6343"/>
                  <a:gd name="connsiteY0" fmla="*/ 6553 h 6345"/>
                  <a:gd name="connsiteX1" fmla="*/ 5737 w 6343"/>
                  <a:gd name="connsiteY1" fmla="*/ 5624 h 6345"/>
                  <a:gd name="connsiteX2" fmla="*/ 6666 w 6343"/>
                  <a:gd name="connsiteY2" fmla="*/ 3380 h 6345"/>
                  <a:gd name="connsiteX3" fmla="*/ 5737 w 6343"/>
                  <a:gd name="connsiteY3" fmla="*/ 1137 h 6345"/>
                  <a:gd name="connsiteX4" fmla="*/ 3495 w 6343"/>
                  <a:gd name="connsiteY4" fmla="*/ 208 h 6345"/>
                  <a:gd name="connsiteX5" fmla="*/ 1252 w 6343"/>
                  <a:gd name="connsiteY5" fmla="*/ 1137 h 6345"/>
                  <a:gd name="connsiteX6" fmla="*/ 323 w 6343"/>
                  <a:gd name="connsiteY6" fmla="*/ 3380 h 6345"/>
                  <a:gd name="connsiteX7" fmla="*/ 1252 w 6343"/>
                  <a:gd name="connsiteY7" fmla="*/ 5624 h 6345"/>
                  <a:gd name="connsiteX8" fmla="*/ 3495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5" y="6553"/>
                    </a:moveTo>
                    <a:cubicBezTo>
                      <a:pt x="4336" y="6553"/>
                      <a:pt x="5143" y="6219"/>
                      <a:pt x="5737" y="5624"/>
                    </a:cubicBezTo>
                    <a:cubicBezTo>
                      <a:pt x="6332" y="5029"/>
                      <a:pt x="6666" y="4222"/>
                      <a:pt x="6666" y="3380"/>
                    </a:cubicBezTo>
                    <a:cubicBezTo>
                      <a:pt x="6666" y="2539"/>
                      <a:pt x="6332" y="1732"/>
                      <a:pt x="5737" y="1137"/>
                    </a:cubicBezTo>
                    <a:cubicBezTo>
                      <a:pt x="5143" y="542"/>
                      <a:pt x="4336" y="208"/>
                      <a:pt x="3495" y="208"/>
                    </a:cubicBezTo>
                    <a:cubicBezTo>
                      <a:pt x="2654" y="208"/>
                      <a:pt x="1847" y="542"/>
                      <a:pt x="1252" y="1137"/>
                    </a:cubicBezTo>
                    <a:cubicBezTo>
                      <a:pt x="657" y="1732"/>
                      <a:pt x="323" y="2539"/>
                      <a:pt x="323" y="3380"/>
                    </a:cubicBezTo>
                    <a:cubicBezTo>
                      <a:pt x="323" y="4222"/>
                      <a:pt x="657" y="5029"/>
                      <a:pt x="1252" y="5624"/>
                    </a:cubicBezTo>
                    <a:cubicBezTo>
                      <a:pt x="1847" y="6219"/>
                      <a:pt x="2654" y="6553"/>
                      <a:pt x="3495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68" name="Freeform: Shape 10367">
                <a:extLst>
                  <a:ext uri="{FF2B5EF4-FFF2-40B4-BE49-F238E27FC236}">
                    <a16:creationId xmlns:a16="http://schemas.microsoft.com/office/drawing/2014/main" id="{4D024852-49BF-6E5E-622F-3C570412FE48}"/>
                  </a:ext>
                </a:extLst>
              </p:cNvPr>
              <p:cNvSpPr/>
              <p:nvPr/>
            </p:nvSpPr>
            <p:spPr>
              <a:xfrm>
                <a:off x="10511635" y="6127142"/>
                <a:ext cx="6343" cy="6345"/>
              </a:xfrm>
              <a:custGeom>
                <a:avLst/>
                <a:gdLst>
                  <a:gd name="connsiteX0" fmla="*/ 3495 w 6343"/>
                  <a:gd name="connsiteY0" fmla="*/ 6554 h 6345"/>
                  <a:gd name="connsiteX1" fmla="*/ 5738 w 6343"/>
                  <a:gd name="connsiteY1" fmla="*/ 5625 h 6345"/>
                  <a:gd name="connsiteX2" fmla="*/ 6667 w 6343"/>
                  <a:gd name="connsiteY2" fmla="*/ 3381 h 6345"/>
                  <a:gd name="connsiteX3" fmla="*/ 5738 w 6343"/>
                  <a:gd name="connsiteY3" fmla="*/ 1138 h 6345"/>
                  <a:gd name="connsiteX4" fmla="*/ 3495 w 6343"/>
                  <a:gd name="connsiteY4" fmla="*/ 209 h 6345"/>
                  <a:gd name="connsiteX5" fmla="*/ 1252 w 6343"/>
                  <a:gd name="connsiteY5" fmla="*/ 1138 h 6345"/>
                  <a:gd name="connsiteX6" fmla="*/ 323 w 6343"/>
                  <a:gd name="connsiteY6" fmla="*/ 3381 h 6345"/>
                  <a:gd name="connsiteX7" fmla="*/ 1252 w 6343"/>
                  <a:gd name="connsiteY7" fmla="*/ 5625 h 6345"/>
                  <a:gd name="connsiteX8" fmla="*/ 3495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5" y="6554"/>
                    </a:moveTo>
                    <a:cubicBezTo>
                      <a:pt x="4336" y="6554"/>
                      <a:pt x="5143" y="6220"/>
                      <a:pt x="5738" y="5625"/>
                    </a:cubicBezTo>
                    <a:cubicBezTo>
                      <a:pt x="6332" y="5030"/>
                      <a:pt x="6667" y="4223"/>
                      <a:pt x="6667" y="3381"/>
                    </a:cubicBezTo>
                    <a:cubicBezTo>
                      <a:pt x="6667" y="2540"/>
                      <a:pt x="6332" y="1733"/>
                      <a:pt x="5738" y="1138"/>
                    </a:cubicBezTo>
                    <a:cubicBezTo>
                      <a:pt x="5143" y="543"/>
                      <a:pt x="4336" y="209"/>
                      <a:pt x="3495" y="209"/>
                    </a:cubicBezTo>
                    <a:cubicBezTo>
                      <a:pt x="2654" y="209"/>
                      <a:pt x="1847" y="543"/>
                      <a:pt x="1252" y="1138"/>
                    </a:cubicBezTo>
                    <a:cubicBezTo>
                      <a:pt x="658" y="1733"/>
                      <a:pt x="323" y="2540"/>
                      <a:pt x="323" y="3381"/>
                    </a:cubicBezTo>
                    <a:cubicBezTo>
                      <a:pt x="323" y="4223"/>
                      <a:pt x="658" y="5030"/>
                      <a:pt x="1252" y="5625"/>
                    </a:cubicBezTo>
                    <a:cubicBezTo>
                      <a:pt x="1847" y="6220"/>
                      <a:pt x="2654" y="6554"/>
                      <a:pt x="3495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69" name="Freeform: Shape 10368">
                <a:extLst>
                  <a:ext uri="{FF2B5EF4-FFF2-40B4-BE49-F238E27FC236}">
                    <a16:creationId xmlns:a16="http://schemas.microsoft.com/office/drawing/2014/main" id="{0BB6B91A-10C0-1F7C-8588-14819F340972}"/>
                  </a:ext>
                </a:extLst>
              </p:cNvPr>
              <p:cNvSpPr/>
              <p:nvPr/>
            </p:nvSpPr>
            <p:spPr>
              <a:xfrm>
                <a:off x="10516162" y="6141312"/>
                <a:ext cx="6343" cy="6345"/>
              </a:xfrm>
              <a:custGeom>
                <a:avLst/>
                <a:gdLst>
                  <a:gd name="connsiteX0" fmla="*/ 3495 w 6343"/>
                  <a:gd name="connsiteY0" fmla="*/ 6555 h 6345"/>
                  <a:gd name="connsiteX1" fmla="*/ 5738 w 6343"/>
                  <a:gd name="connsiteY1" fmla="*/ 5626 h 6345"/>
                  <a:gd name="connsiteX2" fmla="*/ 6667 w 6343"/>
                  <a:gd name="connsiteY2" fmla="*/ 3382 h 6345"/>
                  <a:gd name="connsiteX3" fmla="*/ 5738 w 6343"/>
                  <a:gd name="connsiteY3" fmla="*/ 1139 h 6345"/>
                  <a:gd name="connsiteX4" fmla="*/ 3495 w 6343"/>
                  <a:gd name="connsiteY4" fmla="*/ 210 h 6345"/>
                  <a:gd name="connsiteX5" fmla="*/ 1253 w 6343"/>
                  <a:gd name="connsiteY5" fmla="*/ 1139 h 6345"/>
                  <a:gd name="connsiteX6" fmla="*/ 324 w 6343"/>
                  <a:gd name="connsiteY6" fmla="*/ 3382 h 6345"/>
                  <a:gd name="connsiteX7" fmla="*/ 1253 w 6343"/>
                  <a:gd name="connsiteY7" fmla="*/ 5626 h 6345"/>
                  <a:gd name="connsiteX8" fmla="*/ 3495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5" y="6555"/>
                    </a:moveTo>
                    <a:cubicBezTo>
                      <a:pt x="4336" y="6555"/>
                      <a:pt x="5143" y="6221"/>
                      <a:pt x="5738" y="5626"/>
                    </a:cubicBezTo>
                    <a:cubicBezTo>
                      <a:pt x="6333" y="5031"/>
                      <a:pt x="6667" y="4224"/>
                      <a:pt x="6667" y="3382"/>
                    </a:cubicBezTo>
                    <a:cubicBezTo>
                      <a:pt x="6667" y="2541"/>
                      <a:pt x="6333" y="1734"/>
                      <a:pt x="5738" y="1139"/>
                    </a:cubicBezTo>
                    <a:cubicBezTo>
                      <a:pt x="5143" y="544"/>
                      <a:pt x="4336" y="210"/>
                      <a:pt x="3495" y="210"/>
                    </a:cubicBezTo>
                    <a:cubicBezTo>
                      <a:pt x="2654" y="210"/>
                      <a:pt x="1847" y="544"/>
                      <a:pt x="1253" y="1139"/>
                    </a:cubicBezTo>
                    <a:cubicBezTo>
                      <a:pt x="658" y="1734"/>
                      <a:pt x="324" y="2541"/>
                      <a:pt x="324" y="3382"/>
                    </a:cubicBezTo>
                    <a:cubicBezTo>
                      <a:pt x="324" y="4224"/>
                      <a:pt x="658" y="5031"/>
                      <a:pt x="1253" y="5626"/>
                    </a:cubicBezTo>
                    <a:cubicBezTo>
                      <a:pt x="1847" y="6221"/>
                      <a:pt x="2654" y="6555"/>
                      <a:pt x="3495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70" name="Freeform: Shape 10369">
                <a:extLst>
                  <a:ext uri="{FF2B5EF4-FFF2-40B4-BE49-F238E27FC236}">
                    <a16:creationId xmlns:a16="http://schemas.microsoft.com/office/drawing/2014/main" id="{C07F3931-D7C0-FB5A-415D-36BA60DB1CDB}"/>
                  </a:ext>
                </a:extLst>
              </p:cNvPr>
              <p:cNvSpPr/>
              <p:nvPr/>
            </p:nvSpPr>
            <p:spPr>
              <a:xfrm>
                <a:off x="10511631" y="6148425"/>
                <a:ext cx="6343" cy="6345"/>
              </a:xfrm>
              <a:custGeom>
                <a:avLst/>
                <a:gdLst>
                  <a:gd name="connsiteX0" fmla="*/ 3495 w 6343"/>
                  <a:gd name="connsiteY0" fmla="*/ 6556 h 6345"/>
                  <a:gd name="connsiteX1" fmla="*/ 5738 w 6343"/>
                  <a:gd name="connsiteY1" fmla="*/ 5626 h 6345"/>
                  <a:gd name="connsiteX2" fmla="*/ 6667 w 6343"/>
                  <a:gd name="connsiteY2" fmla="*/ 3383 h 6345"/>
                  <a:gd name="connsiteX3" fmla="*/ 5738 w 6343"/>
                  <a:gd name="connsiteY3" fmla="*/ 1140 h 6345"/>
                  <a:gd name="connsiteX4" fmla="*/ 3495 w 6343"/>
                  <a:gd name="connsiteY4" fmla="*/ 210 h 6345"/>
                  <a:gd name="connsiteX5" fmla="*/ 1252 w 6343"/>
                  <a:gd name="connsiteY5" fmla="*/ 1140 h 6345"/>
                  <a:gd name="connsiteX6" fmla="*/ 323 w 6343"/>
                  <a:gd name="connsiteY6" fmla="*/ 3383 h 6345"/>
                  <a:gd name="connsiteX7" fmla="*/ 1252 w 6343"/>
                  <a:gd name="connsiteY7" fmla="*/ 5626 h 6345"/>
                  <a:gd name="connsiteX8" fmla="*/ 3495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5" y="6556"/>
                    </a:moveTo>
                    <a:cubicBezTo>
                      <a:pt x="4336" y="6556"/>
                      <a:pt x="5143" y="6221"/>
                      <a:pt x="5738" y="5626"/>
                    </a:cubicBezTo>
                    <a:cubicBezTo>
                      <a:pt x="6332" y="5031"/>
                      <a:pt x="6667" y="4224"/>
                      <a:pt x="6667" y="3383"/>
                    </a:cubicBezTo>
                    <a:cubicBezTo>
                      <a:pt x="6667" y="2542"/>
                      <a:pt x="6332" y="1735"/>
                      <a:pt x="5738" y="1140"/>
                    </a:cubicBezTo>
                    <a:cubicBezTo>
                      <a:pt x="5143" y="545"/>
                      <a:pt x="4336" y="210"/>
                      <a:pt x="3495" y="210"/>
                    </a:cubicBezTo>
                    <a:cubicBezTo>
                      <a:pt x="2654" y="210"/>
                      <a:pt x="1847" y="545"/>
                      <a:pt x="1252" y="1140"/>
                    </a:cubicBezTo>
                    <a:cubicBezTo>
                      <a:pt x="658" y="1735"/>
                      <a:pt x="323" y="2542"/>
                      <a:pt x="323" y="3383"/>
                    </a:cubicBezTo>
                    <a:cubicBezTo>
                      <a:pt x="323" y="4224"/>
                      <a:pt x="658" y="5031"/>
                      <a:pt x="1252" y="5626"/>
                    </a:cubicBezTo>
                    <a:cubicBezTo>
                      <a:pt x="1847" y="6221"/>
                      <a:pt x="2654" y="6556"/>
                      <a:pt x="3495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71" name="Freeform: Shape 10370">
                <a:extLst>
                  <a:ext uri="{FF2B5EF4-FFF2-40B4-BE49-F238E27FC236}">
                    <a16:creationId xmlns:a16="http://schemas.microsoft.com/office/drawing/2014/main" id="{0C209CFB-54F9-56EC-38E0-C5C5CDE905B8}"/>
                  </a:ext>
                </a:extLst>
              </p:cNvPr>
              <p:cNvSpPr/>
              <p:nvPr/>
            </p:nvSpPr>
            <p:spPr>
              <a:xfrm>
                <a:off x="10507687" y="6156027"/>
                <a:ext cx="6343" cy="6345"/>
              </a:xfrm>
              <a:custGeom>
                <a:avLst/>
                <a:gdLst>
                  <a:gd name="connsiteX0" fmla="*/ 3495 w 6343"/>
                  <a:gd name="connsiteY0" fmla="*/ 6556 h 6345"/>
                  <a:gd name="connsiteX1" fmla="*/ 5737 w 6343"/>
                  <a:gd name="connsiteY1" fmla="*/ 5627 h 6345"/>
                  <a:gd name="connsiteX2" fmla="*/ 6666 w 6343"/>
                  <a:gd name="connsiteY2" fmla="*/ 3384 h 6345"/>
                  <a:gd name="connsiteX3" fmla="*/ 5737 w 6343"/>
                  <a:gd name="connsiteY3" fmla="*/ 1140 h 6345"/>
                  <a:gd name="connsiteX4" fmla="*/ 3495 w 6343"/>
                  <a:gd name="connsiteY4" fmla="*/ 211 h 6345"/>
                  <a:gd name="connsiteX5" fmla="*/ 1252 w 6343"/>
                  <a:gd name="connsiteY5" fmla="*/ 1140 h 6345"/>
                  <a:gd name="connsiteX6" fmla="*/ 323 w 6343"/>
                  <a:gd name="connsiteY6" fmla="*/ 3384 h 6345"/>
                  <a:gd name="connsiteX7" fmla="*/ 1252 w 6343"/>
                  <a:gd name="connsiteY7" fmla="*/ 5627 h 6345"/>
                  <a:gd name="connsiteX8" fmla="*/ 3495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5" y="6556"/>
                    </a:moveTo>
                    <a:cubicBezTo>
                      <a:pt x="4336" y="6556"/>
                      <a:pt x="5143" y="6222"/>
                      <a:pt x="5737" y="5627"/>
                    </a:cubicBezTo>
                    <a:cubicBezTo>
                      <a:pt x="6332" y="5032"/>
                      <a:pt x="6666" y="4225"/>
                      <a:pt x="6666" y="3384"/>
                    </a:cubicBezTo>
                    <a:cubicBezTo>
                      <a:pt x="6666" y="2542"/>
                      <a:pt x="6332" y="1735"/>
                      <a:pt x="5737" y="1140"/>
                    </a:cubicBezTo>
                    <a:cubicBezTo>
                      <a:pt x="5143" y="545"/>
                      <a:pt x="4336" y="211"/>
                      <a:pt x="3495" y="211"/>
                    </a:cubicBezTo>
                    <a:cubicBezTo>
                      <a:pt x="2654" y="211"/>
                      <a:pt x="1847" y="545"/>
                      <a:pt x="1252" y="1140"/>
                    </a:cubicBezTo>
                    <a:cubicBezTo>
                      <a:pt x="657" y="1735"/>
                      <a:pt x="323" y="2542"/>
                      <a:pt x="323" y="3384"/>
                    </a:cubicBezTo>
                    <a:cubicBezTo>
                      <a:pt x="323" y="4225"/>
                      <a:pt x="657" y="5032"/>
                      <a:pt x="1252" y="5627"/>
                    </a:cubicBezTo>
                    <a:cubicBezTo>
                      <a:pt x="1847" y="6222"/>
                      <a:pt x="2654" y="6556"/>
                      <a:pt x="3495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72" name="Freeform: Shape 10371">
                <a:extLst>
                  <a:ext uri="{FF2B5EF4-FFF2-40B4-BE49-F238E27FC236}">
                    <a16:creationId xmlns:a16="http://schemas.microsoft.com/office/drawing/2014/main" id="{2D9B6D03-ADEB-42C3-1186-E1626AAAF4CA}"/>
                  </a:ext>
                </a:extLst>
              </p:cNvPr>
              <p:cNvSpPr/>
              <p:nvPr/>
            </p:nvSpPr>
            <p:spPr>
              <a:xfrm>
                <a:off x="10592044" y="6236153"/>
                <a:ext cx="6343" cy="6345"/>
              </a:xfrm>
              <a:custGeom>
                <a:avLst/>
                <a:gdLst>
                  <a:gd name="connsiteX0" fmla="*/ 3501 w 6343"/>
                  <a:gd name="connsiteY0" fmla="*/ 6563 h 6345"/>
                  <a:gd name="connsiteX1" fmla="*/ 5744 w 6343"/>
                  <a:gd name="connsiteY1" fmla="*/ 5633 h 6345"/>
                  <a:gd name="connsiteX2" fmla="*/ 6673 w 6343"/>
                  <a:gd name="connsiteY2" fmla="*/ 3390 h 6345"/>
                  <a:gd name="connsiteX3" fmla="*/ 5744 w 6343"/>
                  <a:gd name="connsiteY3" fmla="*/ 1146 h 6345"/>
                  <a:gd name="connsiteX4" fmla="*/ 3501 w 6343"/>
                  <a:gd name="connsiteY4" fmla="*/ 217 h 6345"/>
                  <a:gd name="connsiteX5" fmla="*/ 1259 w 6343"/>
                  <a:gd name="connsiteY5" fmla="*/ 1146 h 6345"/>
                  <a:gd name="connsiteX6" fmla="*/ 330 w 6343"/>
                  <a:gd name="connsiteY6" fmla="*/ 3390 h 6345"/>
                  <a:gd name="connsiteX7" fmla="*/ 1259 w 6343"/>
                  <a:gd name="connsiteY7" fmla="*/ 5633 h 6345"/>
                  <a:gd name="connsiteX8" fmla="*/ 350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1" y="6563"/>
                    </a:moveTo>
                    <a:cubicBezTo>
                      <a:pt x="4342" y="6563"/>
                      <a:pt x="5149" y="6228"/>
                      <a:pt x="5744" y="5633"/>
                    </a:cubicBezTo>
                    <a:cubicBezTo>
                      <a:pt x="6339" y="5038"/>
                      <a:pt x="6673" y="4231"/>
                      <a:pt x="6673" y="3390"/>
                    </a:cubicBezTo>
                    <a:cubicBezTo>
                      <a:pt x="6673" y="2549"/>
                      <a:pt x="6339" y="1741"/>
                      <a:pt x="5744" y="1146"/>
                    </a:cubicBezTo>
                    <a:cubicBezTo>
                      <a:pt x="5149" y="552"/>
                      <a:pt x="4342" y="217"/>
                      <a:pt x="3501" y="217"/>
                    </a:cubicBezTo>
                    <a:cubicBezTo>
                      <a:pt x="2660" y="217"/>
                      <a:pt x="1853" y="552"/>
                      <a:pt x="1259" y="1146"/>
                    </a:cubicBezTo>
                    <a:cubicBezTo>
                      <a:pt x="664" y="1741"/>
                      <a:pt x="330" y="2549"/>
                      <a:pt x="330" y="3390"/>
                    </a:cubicBezTo>
                    <a:cubicBezTo>
                      <a:pt x="330" y="4231"/>
                      <a:pt x="664" y="5038"/>
                      <a:pt x="1259" y="5633"/>
                    </a:cubicBezTo>
                    <a:cubicBezTo>
                      <a:pt x="1853" y="6228"/>
                      <a:pt x="2660" y="6563"/>
                      <a:pt x="350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73" name="Freeform: Shape 10372">
                <a:extLst>
                  <a:ext uri="{FF2B5EF4-FFF2-40B4-BE49-F238E27FC236}">
                    <a16:creationId xmlns:a16="http://schemas.microsoft.com/office/drawing/2014/main" id="{C4D5BFD7-0011-A139-E479-43D08461A13A}"/>
                  </a:ext>
                </a:extLst>
              </p:cNvPr>
              <p:cNvSpPr/>
              <p:nvPr/>
            </p:nvSpPr>
            <p:spPr>
              <a:xfrm>
                <a:off x="10700715" y="6338345"/>
                <a:ext cx="6343" cy="6345"/>
              </a:xfrm>
              <a:custGeom>
                <a:avLst/>
                <a:gdLst>
                  <a:gd name="connsiteX0" fmla="*/ 3510 w 6343"/>
                  <a:gd name="connsiteY0" fmla="*/ 6571 h 6345"/>
                  <a:gd name="connsiteX1" fmla="*/ 5752 w 6343"/>
                  <a:gd name="connsiteY1" fmla="*/ 5641 h 6345"/>
                  <a:gd name="connsiteX2" fmla="*/ 6681 w 6343"/>
                  <a:gd name="connsiteY2" fmla="*/ 3398 h 6345"/>
                  <a:gd name="connsiteX3" fmla="*/ 5752 w 6343"/>
                  <a:gd name="connsiteY3" fmla="*/ 1155 h 6345"/>
                  <a:gd name="connsiteX4" fmla="*/ 3510 w 6343"/>
                  <a:gd name="connsiteY4" fmla="*/ 225 h 6345"/>
                  <a:gd name="connsiteX5" fmla="*/ 1267 w 6343"/>
                  <a:gd name="connsiteY5" fmla="*/ 1155 h 6345"/>
                  <a:gd name="connsiteX6" fmla="*/ 338 w 6343"/>
                  <a:gd name="connsiteY6" fmla="*/ 3398 h 6345"/>
                  <a:gd name="connsiteX7" fmla="*/ 1267 w 6343"/>
                  <a:gd name="connsiteY7" fmla="*/ 5641 h 6345"/>
                  <a:gd name="connsiteX8" fmla="*/ 3510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0" y="6571"/>
                    </a:moveTo>
                    <a:cubicBezTo>
                      <a:pt x="4351" y="6571"/>
                      <a:pt x="5158" y="6236"/>
                      <a:pt x="5752" y="5641"/>
                    </a:cubicBezTo>
                    <a:cubicBezTo>
                      <a:pt x="6347" y="5046"/>
                      <a:pt x="6681" y="4239"/>
                      <a:pt x="6681" y="3398"/>
                    </a:cubicBezTo>
                    <a:cubicBezTo>
                      <a:pt x="6681" y="2557"/>
                      <a:pt x="6347" y="1750"/>
                      <a:pt x="5752" y="1155"/>
                    </a:cubicBezTo>
                    <a:cubicBezTo>
                      <a:pt x="5158" y="560"/>
                      <a:pt x="4351" y="225"/>
                      <a:pt x="3510" y="225"/>
                    </a:cubicBezTo>
                    <a:cubicBezTo>
                      <a:pt x="2669" y="225"/>
                      <a:pt x="1862" y="560"/>
                      <a:pt x="1267" y="1155"/>
                    </a:cubicBezTo>
                    <a:cubicBezTo>
                      <a:pt x="672" y="1750"/>
                      <a:pt x="338" y="2557"/>
                      <a:pt x="338" y="3398"/>
                    </a:cubicBezTo>
                    <a:cubicBezTo>
                      <a:pt x="338" y="4239"/>
                      <a:pt x="672" y="5046"/>
                      <a:pt x="1267" y="5641"/>
                    </a:cubicBezTo>
                    <a:cubicBezTo>
                      <a:pt x="1862" y="6236"/>
                      <a:pt x="2669" y="6571"/>
                      <a:pt x="3510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74" name="Freeform: Shape 10373">
                <a:extLst>
                  <a:ext uri="{FF2B5EF4-FFF2-40B4-BE49-F238E27FC236}">
                    <a16:creationId xmlns:a16="http://schemas.microsoft.com/office/drawing/2014/main" id="{6C5E6C3D-CE66-FAAA-F5CA-5A4E0C38A54A}"/>
                  </a:ext>
                </a:extLst>
              </p:cNvPr>
              <p:cNvSpPr/>
              <p:nvPr/>
            </p:nvSpPr>
            <p:spPr>
              <a:xfrm>
                <a:off x="10940751" y="6553503"/>
                <a:ext cx="6343" cy="6345"/>
              </a:xfrm>
              <a:custGeom>
                <a:avLst/>
                <a:gdLst>
                  <a:gd name="connsiteX0" fmla="*/ 3529 w 6343"/>
                  <a:gd name="connsiteY0" fmla="*/ 6588 h 6345"/>
                  <a:gd name="connsiteX1" fmla="*/ 5771 w 6343"/>
                  <a:gd name="connsiteY1" fmla="*/ 5658 h 6345"/>
                  <a:gd name="connsiteX2" fmla="*/ 6700 w 6343"/>
                  <a:gd name="connsiteY2" fmla="*/ 3415 h 6345"/>
                  <a:gd name="connsiteX3" fmla="*/ 5771 w 6343"/>
                  <a:gd name="connsiteY3" fmla="*/ 1171 h 6345"/>
                  <a:gd name="connsiteX4" fmla="*/ 3529 w 6343"/>
                  <a:gd name="connsiteY4" fmla="*/ 242 h 6345"/>
                  <a:gd name="connsiteX5" fmla="*/ 1286 w 6343"/>
                  <a:gd name="connsiteY5" fmla="*/ 1171 h 6345"/>
                  <a:gd name="connsiteX6" fmla="*/ 357 w 6343"/>
                  <a:gd name="connsiteY6" fmla="*/ 3415 h 6345"/>
                  <a:gd name="connsiteX7" fmla="*/ 1286 w 6343"/>
                  <a:gd name="connsiteY7" fmla="*/ 5658 h 6345"/>
                  <a:gd name="connsiteX8" fmla="*/ 3529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9" y="6588"/>
                    </a:moveTo>
                    <a:cubicBezTo>
                      <a:pt x="4370" y="6588"/>
                      <a:pt x="5177" y="6253"/>
                      <a:pt x="5771" y="5658"/>
                    </a:cubicBezTo>
                    <a:cubicBezTo>
                      <a:pt x="6366" y="5063"/>
                      <a:pt x="6700" y="4256"/>
                      <a:pt x="6700" y="3415"/>
                    </a:cubicBezTo>
                    <a:cubicBezTo>
                      <a:pt x="6700" y="2574"/>
                      <a:pt x="6366" y="1766"/>
                      <a:pt x="5771" y="1171"/>
                    </a:cubicBezTo>
                    <a:cubicBezTo>
                      <a:pt x="5177" y="577"/>
                      <a:pt x="4370" y="242"/>
                      <a:pt x="3529" y="242"/>
                    </a:cubicBezTo>
                    <a:cubicBezTo>
                      <a:pt x="2688" y="242"/>
                      <a:pt x="1881" y="577"/>
                      <a:pt x="1286" y="1171"/>
                    </a:cubicBezTo>
                    <a:cubicBezTo>
                      <a:pt x="691" y="1766"/>
                      <a:pt x="357" y="2574"/>
                      <a:pt x="357" y="3415"/>
                    </a:cubicBezTo>
                    <a:cubicBezTo>
                      <a:pt x="357" y="4256"/>
                      <a:pt x="691" y="5063"/>
                      <a:pt x="1286" y="5658"/>
                    </a:cubicBezTo>
                    <a:cubicBezTo>
                      <a:pt x="1881" y="6253"/>
                      <a:pt x="2688" y="6588"/>
                      <a:pt x="3529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75" name="Freeform: Shape 10374">
                <a:extLst>
                  <a:ext uri="{FF2B5EF4-FFF2-40B4-BE49-F238E27FC236}">
                    <a16:creationId xmlns:a16="http://schemas.microsoft.com/office/drawing/2014/main" id="{7C88C1C5-4332-CD62-96F9-57B9496E933C}"/>
                  </a:ext>
                </a:extLst>
              </p:cNvPr>
              <p:cNvSpPr/>
              <p:nvPr/>
            </p:nvSpPr>
            <p:spPr>
              <a:xfrm>
                <a:off x="10932471" y="6562216"/>
                <a:ext cx="6343" cy="6345"/>
              </a:xfrm>
              <a:custGeom>
                <a:avLst/>
                <a:gdLst>
                  <a:gd name="connsiteX0" fmla="*/ 3528 w 6343"/>
                  <a:gd name="connsiteY0" fmla="*/ 6588 h 6345"/>
                  <a:gd name="connsiteX1" fmla="*/ 5771 w 6343"/>
                  <a:gd name="connsiteY1" fmla="*/ 5659 h 6345"/>
                  <a:gd name="connsiteX2" fmla="*/ 6700 w 6343"/>
                  <a:gd name="connsiteY2" fmla="*/ 3416 h 6345"/>
                  <a:gd name="connsiteX3" fmla="*/ 5771 w 6343"/>
                  <a:gd name="connsiteY3" fmla="*/ 1172 h 6345"/>
                  <a:gd name="connsiteX4" fmla="*/ 3528 w 6343"/>
                  <a:gd name="connsiteY4" fmla="*/ 243 h 6345"/>
                  <a:gd name="connsiteX5" fmla="*/ 1285 w 6343"/>
                  <a:gd name="connsiteY5" fmla="*/ 1172 h 6345"/>
                  <a:gd name="connsiteX6" fmla="*/ 357 w 6343"/>
                  <a:gd name="connsiteY6" fmla="*/ 3416 h 6345"/>
                  <a:gd name="connsiteX7" fmla="*/ 1285 w 6343"/>
                  <a:gd name="connsiteY7" fmla="*/ 5659 h 6345"/>
                  <a:gd name="connsiteX8" fmla="*/ 3528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8" y="6588"/>
                    </a:moveTo>
                    <a:cubicBezTo>
                      <a:pt x="4369" y="6588"/>
                      <a:pt x="5176" y="6254"/>
                      <a:pt x="5771" y="5659"/>
                    </a:cubicBezTo>
                    <a:cubicBezTo>
                      <a:pt x="6365" y="5064"/>
                      <a:pt x="6700" y="4257"/>
                      <a:pt x="6700" y="3416"/>
                    </a:cubicBezTo>
                    <a:cubicBezTo>
                      <a:pt x="6700" y="2574"/>
                      <a:pt x="6365" y="1767"/>
                      <a:pt x="5771" y="1172"/>
                    </a:cubicBezTo>
                    <a:cubicBezTo>
                      <a:pt x="5176" y="577"/>
                      <a:pt x="4369" y="243"/>
                      <a:pt x="3528" y="243"/>
                    </a:cubicBezTo>
                    <a:cubicBezTo>
                      <a:pt x="2687" y="243"/>
                      <a:pt x="1880" y="577"/>
                      <a:pt x="1285" y="1172"/>
                    </a:cubicBezTo>
                    <a:cubicBezTo>
                      <a:pt x="691" y="1767"/>
                      <a:pt x="357" y="2574"/>
                      <a:pt x="357" y="3416"/>
                    </a:cubicBezTo>
                    <a:cubicBezTo>
                      <a:pt x="357" y="4257"/>
                      <a:pt x="691" y="5064"/>
                      <a:pt x="1285" y="5659"/>
                    </a:cubicBezTo>
                    <a:cubicBezTo>
                      <a:pt x="1880" y="6254"/>
                      <a:pt x="2687" y="6588"/>
                      <a:pt x="3528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76" name="Freeform: Shape 10375">
                <a:extLst>
                  <a:ext uri="{FF2B5EF4-FFF2-40B4-BE49-F238E27FC236}">
                    <a16:creationId xmlns:a16="http://schemas.microsoft.com/office/drawing/2014/main" id="{AE215585-6470-A764-9D29-118BA47ED748}"/>
                  </a:ext>
                </a:extLst>
              </p:cNvPr>
              <p:cNvSpPr/>
              <p:nvPr/>
            </p:nvSpPr>
            <p:spPr>
              <a:xfrm>
                <a:off x="10076075" y="5839030"/>
                <a:ext cx="6343" cy="6345"/>
              </a:xfrm>
              <a:custGeom>
                <a:avLst/>
                <a:gdLst>
                  <a:gd name="connsiteX0" fmla="*/ 3461 w 6343"/>
                  <a:gd name="connsiteY0" fmla="*/ 6531 h 6345"/>
                  <a:gd name="connsiteX1" fmla="*/ 5703 w 6343"/>
                  <a:gd name="connsiteY1" fmla="*/ 5602 h 6345"/>
                  <a:gd name="connsiteX2" fmla="*/ 6632 w 6343"/>
                  <a:gd name="connsiteY2" fmla="*/ 3359 h 6345"/>
                  <a:gd name="connsiteX3" fmla="*/ 5703 w 6343"/>
                  <a:gd name="connsiteY3" fmla="*/ 1115 h 6345"/>
                  <a:gd name="connsiteX4" fmla="*/ 3461 w 6343"/>
                  <a:gd name="connsiteY4" fmla="*/ 186 h 6345"/>
                  <a:gd name="connsiteX5" fmla="*/ 1218 w 6343"/>
                  <a:gd name="connsiteY5" fmla="*/ 1115 h 6345"/>
                  <a:gd name="connsiteX6" fmla="*/ 289 w 6343"/>
                  <a:gd name="connsiteY6" fmla="*/ 3359 h 6345"/>
                  <a:gd name="connsiteX7" fmla="*/ 1218 w 6343"/>
                  <a:gd name="connsiteY7" fmla="*/ 5602 h 6345"/>
                  <a:gd name="connsiteX8" fmla="*/ 3461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31"/>
                    </a:moveTo>
                    <a:cubicBezTo>
                      <a:pt x="4302" y="6531"/>
                      <a:pt x="5108" y="6197"/>
                      <a:pt x="5703" y="5602"/>
                    </a:cubicBezTo>
                    <a:cubicBezTo>
                      <a:pt x="6298" y="5007"/>
                      <a:pt x="6632" y="4200"/>
                      <a:pt x="6632" y="3359"/>
                    </a:cubicBezTo>
                    <a:cubicBezTo>
                      <a:pt x="6632" y="2517"/>
                      <a:pt x="6298" y="1710"/>
                      <a:pt x="5703" y="1115"/>
                    </a:cubicBezTo>
                    <a:cubicBezTo>
                      <a:pt x="5108" y="520"/>
                      <a:pt x="4302" y="186"/>
                      <a:pt x="3461" y="186"/>
                    </a:cubicBezTo>
                    <a:cubicBezTo>
                      <a:pt x="2620" y="186"/>
                      <a:pt x="1813" y="520"/>
                      <a:pt x="1218" y="1115"/>
                    </a:cubicBezTo>
                    <a:cubicBezTo>
                      <a:pt x="623" y="1710"/>
                      <a:pt x="289" y="2517"/>
                      <a:pt x="289" y="3359"/>
                    </a:cubicBezTo>
                    <a:cubicBezTo>
                      <a:pt x="289" y="4200"/>
                      <a:pt x="623" y="5007"/>
                      <a:pt x="1218" y="5602"/>
                    </a:cubicBezTo>
                    <a:cubicBezTo>
                      <a:pt x="1813" y="6197"/>
                      <a:pt x="2620" y="6531"/>
                      <a:pt x="3461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77" name="Freeform: Shape 10376">
                <a:extLst>
                  <a:ext uri="{FF2B5EF4-FFF2-40B4-BE49-F238E27FC236}">
                    <a16:creationId xmlns:a16="http://schemas.microsoft.com/office/drawing/2014/main" id="{CD93419F-902C-50DB-A521-DCC06A48F8F4}"/>
                  </a:ext>
                </a:extLst>
              </p:cNvPr>
              <p:cNvSpPr/>
              <p:nvPr/>
            </p:nvSpPr>
            <p:spPr>
              <a:xfrm>
                <a:off x="10064449" y="5842416"/>
                <a:ext cx="6343" cy="6345"/>
              </a:xfrm>
              <a:custGeom>
                <a:avLst/>
                <a:gdLst>
                  <a:gd name="connsiteX0" fmla="*/ 3460 w 6343"/>
                  <a:gd name="connsiteY0" fmla="*/ 6532 h 6345"/>
                  <a:gd name="connsiteX1" fmla="*/ 5702 w 6343"/>
                  <a:gd name="connsiteY1" fmla="*/ 5602 h 6345"/>
                  <a:gd name="connsiteX2" fmla="*/ 6631 w 6343"/>
                  <a:gd name="connsiteY2" fmla="*/ 3359 h 6345"/>
                  <a:gd name="connsiteX3" fmla="*/ 5702 w 6343"/>
                  <a:gd name="connsiteY3" fmla="*/ 1115 h 6345"/>
                  <a:gd name="connsiteX4" fmla="*/ 3460 w 6343"/>
                  <a:gd name="connsiteY4" fmla="*/ 186 h 6345"/>
                  <a:gd name="connsiteX5" fmla="*/ 1217 w 6343"/>
                  <a:gd name="connsiteY5" fmla="*/ 1115 h 6345"/>
                  <a:gd name="connsiteX6" fmla="*/ 288 w 6343"/>
                  <a:gd name="connsiteY6" fmla="*/ 3359 h 6345"/>
                  <a:gd name="connsiteX7" fmla="*/ 1217 w 6343"/>
                  <a:gd name="connsiteY7" fmla="*/ 5602 h 6345"/>
                  <a:gd name="connsiteX8" fmla="*/ 3460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2"/>
                    </a:moveTo>
                    <a:cubicBezTo>
                      <a:pt x="4301" y="6532"/>
                      <a:pt x="5108" y="6197"/>
                      <a:pt x="5702" y="5602"/>
                    </a:cubicBezTo>
                    <a:cubicBezTo>
                      <a:pt x="6297" y="5007"/>
                      <a:pt x="6631" y="4200"/>
                      <a:pt x="6631" y="3359"/>
                    </a:cubicBezTo>
                    <a:cubicBezTo>
                      <a:pt x="6631" y="2517"/>
                      <a:pt x="6297" y="1710"/>
                      <a:pt x="5702" y="1115"/>
                    </a:cubicBezTo>
                    <a:cubicBezTo>
                      <a:pt x="5108" y="520"/>
                      <a:pt x="4301" y="186"/>
                      <a:pt x="3460" y="186"/>
                    </a:cubicBezTo>
                    <a:cubicBezTo>
                      <a:pt x="2619" y="186"/>
                      <a:pt x="1812" y="520"/>
                      <a:pt x="1217" y="1115"/>
                    </a:cubicBezTo>
                    <a:cubicBezTo>
                      <a:pt x="622" y="1710"/>
                      <a:pt x="288" y="2517"/>
                      <a:pt x="288" y="3359"/>
                    </a:cubicBezTo>
                    <a:cubicBezTo>
                      <a:pt x="288" y="4200"/>
                      <a:pt x="622" y="5007"/>
                      <a:pt x="1217" y="5602"/>
                    </a:cubicBezTo>
                    <a:cubicBezTo>
                      <a:pt x="1812" y="6197"/>
                      <a:pt x="2619" y="6532"/>
                      <a:pt x="3460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78" name="Freeform: Shape 10377">
                <a:extLst>
                  <a:ext uri="{FF2B5EF4-FFF2-40B4-BE49-F238E27FC236}">
                    <a16:creationId xmlns:a16="http://schemas.microsoft.com/office/drawing/2014/main" id="{0D35CD53-FC95-57FF-E59E-DB68378C0E59}"/>
                  </a:ext>
                </a:extLst>
              </p:cNvPr>
              <p:cNvSpPr/>
              <p:nvPr/>
            </p:nvSpPr>
            <p:spPr>
              <a:xfrm>
                <a:off x="10061120" y="5846253"/>
                <a:ext cx="6343" cy="6345"/>
              </a:xfrm>
              <a:custGeom>
                <a:avLst/>
                <a:gdLst>
                  <a:gd name="connsiteX0" fmla="*/ 3459 w 6343"/>
                  <a:gd name="connsiteY0" fmla="*/ 6532 h 6345"/>
                  <a:gd name="connsiteX1" fmla="*/ 5702 w 6343"/>
                  <a:gd name="connsiteY1" fmla="*/ 5603 h 6345"/>
                  <a:gd name="connsiteX2" fmla="*/ 6631 w 6343"/>
                  <a:gd name="connsiteY2" fmla="*/ 3359 h 6345"/>
                  <a:gd name="connsiteX3" fmla="*/ 5702 w 6343"/>
                  <a:gd name="connsiteY3" fmla="*/ 1116 h 6345"/>
                  <a:gd name="connsiteX4" fmla="*/ 3459 w 6343"/>
                  <a:gd name="connsiteY4" fmla="*/ 186 h 6345"/>
                  <a:gd name="connsiteX5" fmla="*/ 1217 w 6343"/>
                  <a:gd name="connsiteY5" fmla="*/ 1116 h 6345"/>
                  <a:gd name="connsiteX6" fmla="*/ 288 w 6343"/>
                  <a:gd name="connsiteY6" fmla="*/ 3359 h 6345"/>
                  <a:gd name="connsiteX7" fmla="*/ 1217 w 6343"/>
                  <a:gd name="connsiteY7" fmla="*/ 5603 h 6345"/>
                  <a:gd name="connsiteX8" fmla="*/ 3459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32"/>
                    </a:moveTo>
                    <a:cubicBezTo>
                      <a:pt x="4301" y="6532"/>
                      <a:pt x="5107" y="6198"/>
                      <a:pt x="5702" y="5603"/>
                    </a:cubicBezTo>
                    <a:cubicBezTo>
                      <a:pt x="6297" y="5008"/>
                      <a:pt x="6631" y="4201"/>
                      <a:pt x="6631" y="3359"/>
                    </a:cubicBezTo>
                    <a:cubicBezTo>
                      <a:pt x="6631" y="2518"/>
                      <a:pt x="6297" y="1711"/>
                      <a:pt x="5702" y="1116"/>
                    </a:cubicBezTo>
                    <a:cubicBezTo>
                      <a:pt x="5107" y="521"/>
                      <a:pt x="4301" y="186"/>
                      <a:pt x="3459" y="186"/>
                    </a:cubicBezTo>
                    <a:cubicBezTo>
                      <a:pt x="2618" y="186"/>
                      <a:pt x="1812" y="521"/>
                      <a:pt x="1217" y="1116"/>
                    </a:cubicBezTo>
                    <a:cubicBezTo>
                      <a:pt x="622" y="1711"/>
                      <a:pt x="288" y="2518"/>
                      <a:pt x="288" y="3359"/>
                    </a:cubicBezTo>
                    <a:cubicBezTo>
                      <a:pt x="288" y="4201"/>
                      <a:pt x="622" y="5008"/>
                      <a:pt x="1217" y="5603"/>
                    </a:cubicBezTo>
                    <a:cubicBezTo>
                      <a:pt x="1812" y="6198"/>
                      <a:pt x="2618" y="6532"/>
                      <a:pt x="3459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79" name="Freeform: Shape 10378">
                <a:extLst>
                  <a:ext uri="{FF2B5EF4-FFF2-40B4-BE49-F238E27FC236}">
                    <a16:creationId xmlns:a16="http://schemas.microsoft.com/office/drawing/2014/main" id="{45C0E72A-5021-A4A3-7378-3DAB8F73C482}"/>
                  </a:ext>
                </a:extLst>
              </p:cNvPr>
              <p:cNvSpPr/>
              <p:nvPr/>
            </p:nvSpPr>
            <p:spPr>
              <a:xfrm>
                <a:off x="10058419" y="5850661"/>
                <a:ext cx="6343" cy="6345"/>
              </a:xfrm>
              <a:custGeom>
                <a:avLst/>
                <a:gdLst>
                  <a:gd name="connsiteX0" fmla="*/ 3459 w 6343"/>
                  <a:gd name="connsiteY0" fmla="*/ 6532 h 6345"/>
                  <a:gd name="connsiteX1" fmla="*/ 5702 w 6343"/>
                  <a:gd name="connsiteY1" fmla="*/ 5603 h 6345"/>
                  <a:gd name="connsiteX2" fmla="*/ 6631 w 6343"/>
                  <a:gd name="connsiteY2" fmla="*/ 3360 h 6345"/>
                  <a:gd name="connsiteX3" fmla="*/ 5702 w 6343"/>
                  <a:gd name="connsiteY3" fmla="*/ 1116 h 6345"/>
                  <a:gd name="connsiteX4" fmla="*/ 3459 w 6343"/>
                  <a:gd name="connsiteY4" fmla="*/ 187 h 6345"/>
                  <a:gd name="connsiteX5" fmla="*/ 1217 w 6343"/>
                  <a:gd name="connsiteY5" fmla="*/ 1116 h 6345"/>
                  <a:gd name="connsiteX6" fmla="*/ 288 w 6343"/>
                  <a:gd name="connsiteY6" fmla="*/ 3360 h 6345"/>
                  <a:gd name="connsiteX7" fmla="*/ 1217 w 6343"/>
                  <a:gd name="connsiteY7" fmla="*/ 5603 h 6345"/>
                  <a:gd name="connsiteX8" fmla="*/ 3459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32"/>
                    </a:moveTo>
                    <a:cubicBezTo>
                      <a:pt x="4300" y="6532"/>
                      <a:pt x="5107" y="6198"/>
                      <a:pt x="5702" y="5603"/>
                    </a:cubicBezTo>
                    <a:cubicBezTo>
                      <a:pt x="6297" y="5008"/>
                      <a:pt x="6631" y="4201"/>
                      <a:pt x="6631" y="3360"/>
                    </a:cubicBezTo>
                    <a:cubicBezTo>
                      <a:pt x="6631" y="2518"/>
                      <a:pt x="6297" y="1711"/>
                      <a:pt x="5702" y="1116"/>
                    </a:cubicBezTo>
                    <a:cubicBezTo>
                      <a:pt x="5107" y="521"/>
                      <a:pt x="4300" y="187"/>
                      <a:pt x="3459" y="187"/>
                    </a:cubicBezTo>
                    <a:cubicBezTo>
                      <a:pt x="2618" y="187"/>
                      <a:pt x="1811" y="521"/>
                      <a:pt x="1217" y="1116"/>
                    </a:cubicBezTo>
                    <a:cubicBezTo>
                      <a:pt x="622" y="1711"/>
                      <a:pt x="288" y="2518"/>
                      <a:pt x="288" y="3360"/>
                    </a:cubicBezTo>
                    <a:cubicBezTo>
                      <a:pt x="288" y="4201"/>
                      <a:pt x="622" y="5008"/>
                      <a:pt x="1217" y="5603"/>
                    </a:cubicBezTo>
                    <a:cubicBezTo>
                      <a:pt x="1811" y="6198"/>
                      <a:pt x="2618" y="6532"/>
                      <a:pt x="3459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80" name="Freeform: Shape 10379">
                <a:extLst>
                  <a:ext uri="{FF2B5EF4-FFF2-40B4-BE49-F238E27FC236}">
                    <a16:creationId xmlns:a16="http://schemas.microsoft.com/office/drawing/2014/main" id="{90A9973B-8B8F-376D-DFCA-39597C7F6C47}"/>
                  </a:ext>
                </a:extLst>
              </p:cNvPr>
              <p:cNvSpPr/>
              <p:nvPr/>
            </p:nvSpPr>
            <p:spPr>
              <a:xfrm>
                <a:off x="10061055" y="5859984"/>
                <a:ext cx="6343" cy="6345"/>
              </a:xfrm>
              <a:custGeom>
                <a:avLst/>
                <a:gdLst>
                  <a:gd name="connsiteX0" fmla="*/ 3459 w 6343"/>
                  <a:gd name="connsiteY0" fmla="*/ 6533 h 6345"/>
                  <a:gd name="connsiteX1" fmla="*/ 5702 w 6343"/>
                  <a:gd name="connsiteY1" fmla="*/ 5604 h 6345"/>
                  <a:gd name="connsiteX2" fmla="*/ 6631 w 6343"/>
                  <a:gd name="connsiteY2" fmla="*/ 3360 h 6345"/>
                  <a:gd name="connsiteX3" fmla="*/ 5702 w 6343"/>
                  <a:gd name="connsiteY3" fmla="*/ 1117 h 6345"/>
                  <a:gd name="connsiteX4" fmla="*/ 3459 w 6343"/>
                  <a:gd name="connsiteY4" fmla="*/ 188 h 6345"/>
                  <a:gd name="connsiteX5" fmla="*/ 1217 w 6343"/>
                  <a:gd name="connsiteY5" fmla="*/ 1117 h 6345"/>
                  <a:gd name="connsiteX6" fmla="*/ 288 w 6343"/>
                  <a:gd name="connsiteY6" fmla="*/ 3360 h 6345"/>
                  <a:gd name="connsiteX7" fmla="*/ 1217 w 6343"/>
                  <a:gd name="connsiteY7" fmla="*/ 5604 h 6345"/>
                  <a:gd name="connsiteX8" fmla="*/ 3459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33"/>
                    </a:moveTo>
                    <a:cubicBezTo>
                      <a:pt x="4301" y="6533"/>
                      <a:pt x="5107" y="6199"/>
                      <a:pt x="5702" y="5604"/>
                    </a:cubicBezTo>
                    <a:cubicBezTo>
                      <a:pt x="6297" y="5009"/>
                      <a:pt x="6631" y="4202"/>
                      <a:pt x="6631" y="3360"/>
                    </a:cubicBezTo>
                    <a:cubicBezTo>
                      <a:pt x="6631" y="2519"/>
                      <a:pt x="6297" y="1712"/>
                      <a:pt x="5702" y="1117"/>
                    </a:cubicBezTo>
                    <a:cubicBezTo>
                      <a:pt x="5107" y="522"/>
                      <a:pt x="4301" y="188"/>
                      <a:pt x="3459" y="188"/>
                    </a:cubicBezTo>
                    <a:cubicBezTo>
                      <a:pt x="2618" y="188"/>
                      <a:pt x="1812" y="522"/>
                      <a:pt x="1217" y="1117"/>
                    </a:cubicBezTo>
                    <a:cubicBezTo>
                      <a:pt x="622" y="1712"/>
                      <a:pt x="288" y="2519"/>
                      <a:pt x="288" y="3360"/>
                    </a:cubicBezTo>
                    <a:cubicBezTo>
                      <a:pt x="288" y="4202"/>
                      <a:pt x="622" y="5009"/>
                      <a:pt x="1217" y="5604"/>
                    </a:cubicBezTo>
                    <a:cubicBezTo>
                      <a:pt x="1812" y="6199"/>
                      <a:pt x="2618" y="6533"/>
                      <a:pt x="3459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81" name="Freeform: Shape 10380">
                <a:extLst>
                  <a:ext uri="{FF2B5EF4-FFF2-40B4-BE49-F238E27FC236}">
                    <a16:creationId xmlns:a16="http://schemas.microsoft.com/office/drawing/2014/main" id="{85B406BD-F5C4-951E-A736-D343EF9C3E11}"/>
                  </a:ext>
                </a:extLst>
              </p:cNvPr>
              <p:cNvSpPr/>
              <p:nvPr/>
            </p:nvSpPr>
            <p:spPr>
              <a:xfrm>
                <a:off x="10364611" y="6192181"/>
                <a:ext cx="6343" cy="6345"/>
              </a:xfrm>
              <a:custGeom>
                <a:avLst/>
                <a:gdLst>
                  <a:gd name="connsiteX0" fmla="*/ 3483 w 6343"/>
                  <a:gd name="connsiteY0" fmla="*/ 6559 h 6345"/>
                  <a:gd name="connsiteX1" fmla="*/ 5726 w 6343"/>
                  <a:gd name="connsiteY1" fmla="*/ 5630 h 6345"/>
                  <a:gd name="connsiteX2" fmla="*/ 6655 w 6343"/>
                  <a:gd name="connsiteY2" fmla="*/ 3386 h 6345"/>
                  <a:gd name="connsiteX3" fmla="*/ 5726 w 6343"/>
                  <a:gd name="connsiteY3" fmla="*/ 1143 h 6345"/>
                  <a:gd name="connsiteX4" fmla="*/ 3483 w 6343"/>
                  <a:gd name="connsiteY4" fmla="*/ 214 h 6345"/>
                  <a:gd name="connsiteX5" fmla="*/ 1241 w 6343"/>
                  <a:gd name="connsiteY5" fmla="*/ 1143 h 6345"/>
                  <a:gd name="connsiteX6" fmla="*/ 312 w 6343"/>
                  <a:gd name="connsiteY6" fmla="*/ 3386 h 6345"/>
                  <a:gd name="connsiteX7" fmla="*/ 1241 w 6343"/>
                  <a:gd name="connsiteY7" fmla="*/ 5630 h 6345"/>
                  <a:gd name="connsiteX8" fmla="*/ 348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3" y="6559"/>
                    </a:moveTo>
                    <a:cubicBezTo>
                      <a:pt x="4324" y="6559"/>
                      <a:pt x="5131" y="6225"/>
                      <a:pt x="5726" y="5630"/>
                    </a:cubicBezTo>
                    <a:cubicBezTo>
                      <a:pt x="6321" y="5035"/>
                      <a:pt x="6655" y="4228"/>
                      <a:pt x="6655" y="3386"/>
                    </a:cubicBezTo>
                    <a:cubicBezTo>
                      <a:pt x="6655" y="2545"/>
                      <a:pt x="6321" y="1738"/>
                      <a:pt x="5726" y="1143"/>
                    </a:cubicBezTo>
                    <a:cubicBezTo>
                      <a:pt x="5131" y="548"/>
                      <a:pt x="4324" y="214"/>
                      <a:pt x="3483" y="214"/>
                    </a:cubicBezTo>
                    <a:cubicBezTo>
                      <a:pt x="2642" y="214"/>
                      <a:pt x="1835" y="548"/>
                      <a:pt x="1241" y="1143"/>
                    </a:cubicBezTo>
                    <a:cubicBezTo>
                      <a:pt x="646" y="1738"/>
                      <a:pt x="312" y="2545"/>
                      <a:pt x="312" y="3386"/>
                    </a:cubicBezTo>
                    <a:cubicBezTo>
                      <a:pt x="312" y="4228"/>
                      <a:pt x="646" y="5035"/>
                      <a:pt x="1241" y="5630"/>
                    </a:cubicBezTo>
                    <a:cubicBezTo>
                      <a:pt x="1835" y="6225"/>
                      <a:pt x="2642" y="6559"/>
                      <a:pt x="348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82" name="Freeform: Shape 10381">
                <a:extLst>
                  <a:ext uri="{FF2B5EF4-FFF2-40B4-BE49-F238E27FC236}">
                    <a16:creationId xmlns:a16="http://schemas.microsoft.com/office/drawing/2014/main" id="{34287A4C-BE4B-0873-B3F1-0372455A5400}"/>
                  </a:ext>
                </a:extLst>
              </p:cNvPr>
              <p:cNvSpPr/>
              <p:nvPr/>
            </p:nvSpPr>
            <p:spPr>
              <a:xfrm>
                <a:off x="10354234" y="6204121"/>
                <a:ext cx="6343" cy="6345"/>
              </a:xfrm>
              <a:custGeom>
                <a:avLst/>
                <a:gdLst>
                  <a:gd name="connsiteX0" fmla="*/ 3483 w 6343"/>
                  <a:gd name="connsiteY0" fmla="*/ 6560 h 6345"/>
                  <a:gd name="connsiteX1" fmla="*/ 5725 w 6343"/>
                  <a:gd name="connsiteY1" fmla="*/ 5631 h 6345"/>
                  <a:gd name="connsiteX2" fmla="*/ 6654 w 6343"/>
                  <a:gd name="connsiteY2" fmla="*/ 3387 h 6345"/>
                  <a:gd name="connsiteX3" fmla="*/ 5725 w 6343"/>
                  <a:gd name="connsiteY3" fmla="*/ 1144 h 6345"/>
                  <a:gd name="connsiteX4" fmla="*/ 3483 w 6343"/>
                  <a:gd name="connsiteY4" fmla="*/ 215 h 6345"/>
                  <a:gd name="connsiteX5" fmla="*/ 1240 w 6343"/>
                  <a:gd name="connsiteY5" fmla="*/ 1144 h 6345"/>
                  <a:gd name="connsiteX6" fmla="*/ 311 w 6343"/>
                  <a:gd name="connsiteY6" fmla="*/ 3387 h 6345"/>
                  <a:gd name="connsiteX7" fmla="*/ 1240 w 6343"/>
                  <a:gd name="connsiteY7" fmla="*/ 5631 h 6345"/>
                  <a:gd name="connsiteX8" fmla="*/ 3483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3" y="6560"/>
                    </a:moveTo>
                    <a:cubicBezTo>
                      <a:pt x="4324" y="6560"/>
                      <a:pt x="5130" y="6226"/>
                      <a:pt x="5725" y="5631"/>
                    </a:cubicBezTo>
                    <a:cubicBezTo>
                      <a:pt x="6320" y="5036"/>
                      <a:pt x="6654" y="4229"/>
                      <a:pt x="6654" y="3387"/>
                    </a:cubicBezTo>
                    <a:cubicBezTo>
                      <a:pt x="6654" y="2546"/>
                      <a:pt x="6320" y="1739"/>
                      <a:pt x="5725" y="1144"/>
                    </a:cubicBezTo>
                    <a:cubicBezTo>
                      <a:pt x="5130" y="549"/>
                      <a:pt x="4324" y="215"/>
                      <a:pt x="3483" y="215"/>
                    </a:cubicBezTo>
                    <a:cubicBezTo>
                      <a:pt x="2641" y="215"/>
                      <a:pt x="1835" y="549"/>
                      <a:pt x="1240" y="1144"/>
                    </a:cubicBezTo>
                    <a:cubicBezTo>
                      <a:pt x="645" y="1739"/>
                      <a:pt x="311" y="2546"/>
                      <a:pt x="311" y="3387"/>
                    </a:cubicBezTo>
                    <a:cubicBezTo>
                      <a:pt x="311" y="4229"/>
                      <a:pt x="645" y="5036"/>
                      <a:pt x="1240" y="5631"/>
                    </a:cubicBezTo>
                    <a:cubicBezTo>
                      <a:pt x="1835" y="6226"/>
                      <a:pt x="2641" y="6560"/>
                      <a:pt x="3483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83" name="Freeform: Shape 10382">
                <a:extLst>
                  <a:ext uri="{FF2B5EF4-FFF2-40B4-BE49-F238E27FC236}">
                    <a16:creationId xmlns:a16="http://schemas.microsoft.com/office/drawing/2014/main" id="{EE4EFDC9-8007-C62E-5101-581363F8A94F}"/>
                  </a:ext>
                </a:extLst>
              </p:cNvPr>
              <p:cNvSpPr/>
              <p:nvPr/>
            </p:nvSpPr>
            <p:spPr>
              <a:xfrm>
                <a:off x="10344840" y="6240062"/>
                <a:ext cx="6343" cy="6345"/>
              </a:xfrm>
              <a:custGeom>
                <a:avLst/>
                <a:gdLst>
                  <a:gd name="connsiteX0" fmla="*/ 3482 w 6343"/>
                  <a:gd name="connsiteY0" fmla="*/ 6563 h 6345"/>
                  <a:gd name="connsiteX1" fmla="*/ 5724 w 6343"/>
                  <a:gd name="connsiteY1" fmla="*/ 5634 h 6345"/>
                  <a:gd name="connsiteX2" fmla="*/ 6653 w 6343"/>
                  <a:gd name="connsiteY2" fmla="*/ 3390 h 6345"/>
                  <a:gd name="connsiteX3" fmla="*/ 5724 w 6343"/>
                  <a:gd name="connsiteY3" fmla="*/ 1147 h 6345"/>
                  <a:gd name="connsiteX4" fmla="*/ 3482 w 6343"/>
                  <a:gd name="connsiteY4" fmla="*/ 218 h 6345"/>
                  <a:gd name="connsiteX5" fmla="*/ 1239 w 6343"/>
                  <a:gd name="connsiteY5" fmla="*/ 1147 h 6345"/>
                  <a:gd name="connsiteX6" fmla="*/ 310 w 6343"/>
                  <a:gd name="connsiteY6" fmla="*/ 3390 h 6345"/>
                  <a:gd name="connsiteX7" fmla="*/ 1239 w 6343"/>
                  <a:gd name="connsiteY7" fmla="*/ 5634 h 6345"/>
                  <a:gd name="connsiteX8" fmla="*/ 348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2" y="6563"/>
                    </a:moveTo>
                    <a:cubicBezTo>
                      <a:pt x="4323" y="6563"/>
                      <a:pt x="5130" y="6229"/>
                      <a:pt x="5724" y="5634"/>
                    </a:cubicBezTo>
                    <a:cubicBezTo>
                      <a:pt x="6319" y="5039"/>
                      <a:pt x="6653" y="4232"/>
                      <a:pt x="6653" y="3390"/>
                    </a:cubicBezTo>
                    <a:cubicBezTo>
                      <a:pt x="6653" y="2549"/>
                      <a:pt x="6319" y="1742"/>
                      <a:pt x="5724" y="1147"/>
                    </a:cubicBezTo>
                    <a:cubicBezTo>
                      <a:pt x="5130" y="552"/>
                      <a:pt x="4323" y="218"/>
                      <a:pt x="3482" y="218"/>
                    </a:cubicBezTo>
                    <a:cubicBezTo>
                      <a:pt x="2641" y="218"/>
                      <a:pt x="1834" y="552"/>
                      <a:pt x="1239" y="1147"/>
                    </a:cubicBezTo>
                    <a:cubicBezTo>
                      <a:pt x="644" y="1742"/>
                      <a:pt x="310" y="2549"/>
                      <a:pt x="310" y="3390"/>
                    </a:cubicBezTo>
                    <a:cubicBezTo>
                      <a:pt x="310" y="4232"/>
                      <a:pt x="644" y="5039"/>
                      <a:pt x="1239" y="5634"/>
                    </a:cubicBezTo>
                    <a:cubicBezTo>
                      <a:pt x="1834" y="6229"/>
                      <a:pt x="2641" y="6563"/>
                      <a:pt x="348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84" name="Freeform: Shape 10383">
                <a:extLst>
                  <a:ext uri="{FF2B5EF4-FFF2-40B4-BE49-F238E27FC236}">
                    <a16:creationId xmlns:a16="http://schemas.microsoft.com/office/drawing/2014/main" id="{DE2CFEB4-1179-50FF-BDC3-3AF1BC50B7B4}"/>
                  </a:ext>
                </a:extLst>
              </p:cNvPr>
              <p:cNvSpPr/>
              <p:nvPr/>
            </p:nvSpPr>
            <p:spPr>
              <a:xfrm>
                <a:off x="10284142" y="6209451"/>
                <a:ext cx="6343" cy="6345"/>
              </a:xfrm>
              <a:custGeom>
                <a:avLst/>
                <a:gdLst>
                  <a:gd name="connsiteX0" fmla="*/ 3477 w 6343"/>
                  <a:gd name="connsiteY0" fmla="*/ 6561 h 6345"/>
                  <a:gd name="connsiteX1" fmla="*/ 5720 w 6343"/>
                  <a:gd name="connsiteY1" fmla="*/ 5631 h 6345"/>
                  <a:gd name="connsiteX2" fmla="*/ 6649 w 6343"/>
                  <a:gd name="connsiteY2" fmla="*/ 3388 h 6345"/>
                  <a:gd name="connsiteX3" fmla="*/ 5720 w 6343"/>
                  <a:gd name="connsiteY3" fmla="*/ 1144 h 6345"/>
                  <a:gd name="connsiteX4" fmla="*/ 3477 w 6343"/>
                  <a:gd name="connsiteY4" fmla="*/ 215 h 6345"/>
                  <a:gd name="connsiteX5" fmla="*/ 1234 w 6343"/>
                  <a:gd name="connsiteY5" fmla="*/ 1144 h 6345"/>
                  <a:gd name="connsiteX6" fmla="*/ 305 w 6343"/>
                  <a:gd name="connsiteY6" fmla="*/ 3388 h 6345"/>
                  <a:gd name="connsiteX7" fmla="*/ 1234 w 6343"/>
                  <a:gd name="connsiteY7" fmla="*/ 5631 h 6345"/>
                  <a:gd name="connsiteX8" fmla="*/ 3477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7" y="6561"/>
                    </a:moveTo>
                    <a:cubicBezTo>
                      <a:pt x="4318" y="6561"/>
                      <a:pt x="5125" y="6226"/>
                      <a:pt x="5720" y="5631"/>
                    </a:cubicBezTo>
                    <a:cubicBezTo>
                      <a:pt x="6314" y="5036"/>
                      <a:pt x="6649" y="4229"/>
                      <a:pt x="6649" y="3388"/>
                    </a:cubicBezTo>
                    <a:cubicBezTo>
                      <a:pt x="6649" y="2546"/>
                      <a:pt x="6314" y="1739"/>
                      <a:pt x="5720" y="1144"/>
                    </a:cubicBezTo>
                    <a:cubicBezTo>
                      <a:pt x="5125" y="549"/>
                      <a:pt x="4318" y="215"/>
                      <a:pt x="3477" y="215"/>
                    </a:cubicBezTo>
                    <a:cubicBezTo>
                      <a:pt x="2636" y="215"/>
                      <a:pt x="1829" y="549"/>
                      <a:pt x="1234" y="1144"/>
                    </a:cubicBezTo>
                    <a:cubicBezTo>
                      <a:pt x="640" y="1739"/>
                      <a:pt x="305" y="2546"/>
                      <a:pt x="305" y="3388"/>
                    </a:cubicBezTo>
                    <a:cubicBezTo>
                      <a:pt x="305" y="4229"/>
                      <a:pt x="640" y="5036"/>
                      <a:pt x="1234" y="5631"/>
                    </a:cubicBezTo>
                    <a:cubicBezTo>
                      <a:pt x="1829" y="6226"/>
                      <a:pt x="2636" y="6561"/>
                      <a:pt x="3477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85" name="Freeform: Shape 10384">
                <a:extLst>
                  <a:ext uri="{FF2B5EF4-FFF2-40B4-BE49-F238E27FC236}">
                    <a16:creationId xmlns:a16="http://schemas.microsoft.com/office/drawing/2014/main" id="{272B4E75-B61E-34AD-26E1-B559A767D41F}"/>
                  </a:ext>
                </a:extLst>
              </p:cNvPr>
              <p:cNvSpPr/>
              <p:nvPr/>
            </p:nvSpPr>
            <p:spPr>
              <a:xfrm>
                <a:off x="10270419" y="6216976"/>
                <a:ext cx="6343" cy="6345"/>
              </a:xfrm>
              <a:custGeom>
                <a:avLst/>
                <a:gdLst>
                  <a:gd name="connsiteX0" fmla="*/ 3476 w 6343"/>
                  <a:gd name="connsiteY0" fmla="*/ 6561 h 6345"/>
                  <a:gd name="connsiteX1" fmla="*/ 5719 w 6343"/>
                  <a:gd name="connsiteY1" fmla="*/ 5632 h 6345"/>
                  <a:gd name="connsiteX2" fmla="*/ 6647 w 6343"/>
                  <a:gd name="connsiteY2" fmla="*/ 3388 h 6345"/>
                  <a:gd name="connsiteX3" fmla="*/ 5719 w 6343"/>
                  <a:gd name="connsiteY3" fmla="*/ 1145 h 6345"/>
                  <a:gd name="connsiteX4" fmla="*/ 3476 w 6343"/>
                  <a:gd name="connsiteY4" fmla="*/ 216 h 6345"/>
                  <a:gd name="connsiteX5" fmla="*/ 1233 w 6343"/>
                  <a:gd name="connsiteY5" fmla="*/ 1145 h 6345"/>
                  <a:gd name="connsiteX6" fmla="*/ 304 w 6343"/>
                  <a:gd name="connsiteY6" fmla="*/ 3388 h 6345"/>
                  <a:gd name="connsiteX7" fmla="*/ 1233 w 6343"/>
                  <a:gd name="connsiteY7" fmla="*/ 5632 h 6345"/>
                  <a:gd name="connsiteX8" fmla="*/ 3476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6" y="6561"/>
                    </a:moveTo>
                    <a:cubicBezTo>
                      <a:pt x="4317" y="6561"/>
                      <a:pt x="5124" y="6227"/>
                      <a:pt x="5719" y="5632"/>
                    </a:cubicBezTo>
                    <a:cubicBezTo>
                      <a:pt x="6313" y="5037"/>
                      <a:pt x="6647" y="4230"/>
                      <a:pt x="6647" y="3388"/>
                    </a:cubicBezTo>
                    <a:cubicBezTo>
                      <a:pt x="6647" y="2547"/>
                      <a:pt x="6313" y="1740"/>
                      <a:pt x="5719" y="1145"/>
                    </a:cubicBezTo>
                    <a:cubicBezTo>
                      <a:pt x="5124" y="550"/>
                      <a:pt x="4317" y="216"/>
                      <a:pt x="3476" y="216"/>
                    </a:cubicBezTo>
                    <a:cubicBezTo>
                      <a:pt x="2635" y="216"/>
                      <a:pt x="1828" y="550"/>
                      <a:pt x="1233" y="1145"/>
                    </a:cubicBezTo>
                    <a:cubicBezTo>
                      <a:pt x="639" y="1740"/>
                      <a:pt x="304" y="2547"/>
                      <a:pt x="304" y="3388"/>
                    </a:cubicBezTo>
                    <a:cubicBezTo>
                      <a:pt x="304" y="4230"/>
                      <a:pt x="639" y="5037"/>
                      <a:pt x="1233" y="5632"/>
                    </a:cubicBezTo>
                    <a:cubicBezTo>
                      <a:pt x="1828" y="6227"/>
                      <a:pt x="2635" y="6561"/>
                      <a:pt x="3476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86" name="Freeform: Shape 10385">
                <a:extLst>
                  <a:ext uri="{FF2B5EF4-FFF2-40B4-BE49-F238E27FC236}">
                    <a16:creationId xmlns:a16="http://schemas.microsoft.com/office/drawing/2014/main" id="{94FCB1A8-1C19-2D33-B738-B8371639830F}"/>
                  </a:ext>
                </a:extLst>
              </p:cNvPr>
              <p:cNvSpPr/>
              <p:nvPr/>
            </p:nvSpPr>
            <p:spPr>
              <a:xfrm>
                <a:off x="10170455" y="6190128"/>
                <a:ext cx="6343" cy="6345"/>
              </a:xfrm>
              <a:custGeom>
                <a:avLst/>
                <a:gdLst>
                  <a:gd name="connsiteX0" fmla="*/ 3468 w 6343"/>
                  <a:gd name="connsiteY0" fmla="*/ 6559 h 6345"/>
                  <a:gd name="connsiteX1" fmla="*/ 5711 w 6343"/>
                  <a:gd name="connsiteY1" fmla="*/ 5630 h 6345"/>
                  <a:gd name="connsiteX2" fmla="*/ 6640 w 6343"/>
                  <a:gd name="connsiteY2" fmla="*/ 3386 h 6345"/>
                  <a:gd name="connsiteX3" fmla="*/ 5711 w 6343"/>
                  <a:gd name="connsiteY3" fmla="*/ 1143 h 6345"/>
                  <a:gd name="connsiteX4" fmla="*/ 3468 w 6343"/>
                  <a:gd name="connsiteY4" fmla="*/ 214 h 6345"/>
                  <a:gd name="connsiteX5" fmla="*/ 1225 w 6343"/>
                  <a:gd name="connsiteY5" fmla="*/ 1143 h 6345"/>
                  <a:gd name="connsiteX6" fmla="*/ 296 w 6343"/>
                  <a:gd name="connsiteY6" fmla="*/ 3386 h 6345"/>
                  <a:gd name="connsiteX7" fmla="*/ 1225 w 6343"/>
                  <a:gd name="connsiteY7" fmla="*/ 5630 h 6345"/>
                  <a:gd name="connsiteX8" fmla="*/ 3468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8" y="6559"/>
                    </a:moveTo>
                    <a:cubicBezTo>
                      <a:pt x="4309" y="6559"/>
                      <a:pt x="5116" y="6225"/>
                      <a:pt x="5711" y="5630"/>
                    </a:cubicBezTo>
                    <a:cubicBezTo>
                      <a:pt x="6305" y="5035"/>
                      <a:pt x="6640" y="4228"/>
                      <a:pt x="6640" y="3386"/>
                    </a:cubicBezTo>
                    <a:cubicBezTo>
                      <a:pt x="6640" y="2545"/>
                      <a:pt x="6305" y="1738"/>
                      <a:pt x="5711" y="1143"/>
                    </a:cubicBezTo>
                    <a:cubicBezTo>
                      <a:pt x="5116" y="548"/>
                      <a:pt x="4309" y="214"/>
                      <a:pt x="3468" y="214"/>
                    </a:cubicBezTo>
                    <a:cubicBezTo>
                      <a:pt x="2627" y="214"/>
                      <a:pt x="1820" y="548"/>
                      <a:pt x="1225" y="1143"/>
                    </a:cubicBezTo>
                    <a:cubicBezTo>
                      <a:pt x="631" y="1738"/>
                      <a:pt x="296" y="2545"/>
                      <a:pt x="296" y="3386"/>
                    </a:cubicBezTo>
                    <a:cubicBezTo>
                      <a:pt x="296" y="4228"/>
                      <a:pt x="631" y="5035"/>
                      <a:pt x="1225" y="5630"/>
                    </a:cubicBezTo>
                    <a:cubicBezTo>
                      <a:pt x="1820" y="6225"/>
                      <a:pt x="2627" y="6559"/>
                      <a:pt x="3468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87" name="Freeform: Shape 10386">
                <a:extLst>
                  <a:ext uri="{FF2B5EF4-FFF2-40B4-BE49-F238E27FC236}">
                    <a16:creationId xmlns:a16="http://schemas.microsoft.com/office/drawing/2014/main" id="{B8EF7FA8-1662-8EF8-AFBE-8149C5AA6F50}"/>
                  </a:ext>
                </a:extLst>
              </p:cNvPr>
              <p:cNvSpPr/>
              <p:nvPr/>
            </p:nvSpPr>
            <p:spPr>
              <a:xfrm>
                <a:off x="10501949" y="6615814"/>
                <a:ext cx="6343" cy="6345"/>
              </a:xfrm>
              <a:custGeom>
                <a:avLst/>
                <a:gdLst>
                  <a:gd name="connsiteX0" fmla="*/ 3494 w 6343"/>
                  <a:gd name="connsiteY0" fmla="*/ 6593 h 6345"/>
                  <a:gd name="connsiteX1" fmla="*/ 5737 w 6343"/>
                  <a:gd name="connsiteY1" fmla="*/ 5663 h 6345"/>
                  <a:gd name="connsiteX2" fmla="*/ 6666 w 6343"/>
                  <a:gd name="connsiteY2" fmla="*/ 3420 h 6345"/>
                  <a:gd name="connsiteX3" fmla="*/ 5737 w 6343"/>
                  <a:gd name="connsiteY3" fmla="*/ 1176 h 6345"/>
                  <a:gd name="connsiteX4" fmla="*/ 3494 w 6343"/>
                  <a:gd name="connsiteY4" fmla="*/ 247 h 6345"/>
                  <a:gd name="connsiteX5" fmla="*/ 1252 w 6343"/>
                  <a:gd name="connsiteY5" fmla="*/ 1176 h 6345"/>
                  <a:gd name="connsiteX6" fmla="*/ 323 w 6343"/>
                  <a:gd name="connsiteY6" fmla="*/ 3420 h 6345"/>
                  <a:gd name="connsiteX7" fmla="*/ 1252 w 6343"/>
                  <a:gd name="connsiteY7" fmla="*/ 5663 h 6345"/>
                  <a:gd name="connsiteX8" fmla="*/ 3494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4" y="6593"/>
                    </a:moveTo>
                    <a:cubicBezTo>
                      <a:pt x="4335" y="6593"/>
                      <a:pt x="5142" y="6258"/>
                      <a:pt x="5737" y="5663"/>
                    </a:cubicBezTo>
                    <a:cubicBezTo>
                      <a:pt x="6332" y="5068"/>
                      <a:pt x="6666" y="4261"/>
                      <a:pt x="6666" y="3420"/>
                    </a:cubicBezTo>
                    <a:cubicBezTo>
                      <a:pt x="6666" y="2578"/>
                      <a:pt x="6332" y="1771"/>
                      <a:pt x="5737" y="1176"/>
                    </a:cubicBezTo>
                    <a:cubicBezTo>
                      <a:pt x="5142" y="581"/>
                      <a:pt x="4335" y="247"/>
                      <a:pt x="3494" y="247"/>
                    </a:cubicBezTo>
                    <a:cubicBezTo>
                      <a:pt x="2653" y="247"/>
                      <a:pt x="1846" y="581"/>
                      <a:pt x="1252" y="1176"/>
                    </a:cubicBezTo>
                    <a:cubicBezTo>
                      <a:pt x="657" y="1771"/>
                      <a:pt x="323" y="2578"/>
                      <a:pt x="323" y="3420"/>
                    </a:cubicBezTo>
                    <a:cubicBezTo>
                      <a:pt x="323" y="4261"/>
                      <a:pt x="657" y="5068"/>
                      <a:pt x="1252" y="5663"/>
                    </a:cubicBezTo>
                    <a:cubicBezTo>
                      <a:pt x="1846" y="6258"/>
                      <a:pt x="2653" y="6593"/>
                      <a:pt x="3494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88" name="Freeform: Shape 10387">
                <a:extLst>
                  <a:ext uri="{FF2B5EF4-FFF2-40B4-BE49-F238E27FC236}">
                    <a16:creationId xmlns:a16="http://schemas.microsoft.com/office/drawing/2014/main" id="{97A0466C-A05B-B01A-59FC-E0BA7BAB7D12}"/>
                  </a:ext>
                </a:extLst>
              </p:cNvPr>
              <p:cNvSpPr/>
              <p:nvPr/>
            </p:nvSpPr>
            <p:spPr>
              <a:xfrm>
                <a:off x="9802836" y="5747622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2 w 6343"/>
                  <a:gd name="connsiteY1" fmla="*/ 5595 h 6345"/>
                  <a:gd name="connsiteX2" fmla="*/ 6611 w 6343"/>
                  <a:gd name="connsiteY2" fmla="*/ 3351 h 6345"/>
                  <a:gd name="connsiteX3" fmla="*/ 5682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8 w 6343"/>
                  <a:gd name="connsiteY6" fmla="*/ 3351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7" y="6190"/>
                      <a:pt x="5682" y="5595"/>
                    </a:cubicBezTo>
                    <a:cubicBezTo>
                      <a:pt x="6276" y="5000"/>
                      <a:pt x="6611" y="4193"/>
                      <a:pt x="6611" y="3351"/>
                    </a:cubicBezTo>
                    <a:cubicBezTo>
                      <a:pt x="6611" y="2510"/>
                      <a:pt x="6276" y="1703"/>
                      <a:pt x="5682" y="1108"/>
                    </a:cubicBezTo>
                    <a:cubicBezTo>
                      <a:pt x="5087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6" y="1108"/>
                    </a:cubicBezTo>
                    <a:cubicBezTo>
                      <a:pt x="602" y="1703"/>
                      <a:pt x="268" y="2510"/>
                      <a:pt x="268" y="3351"/>
                    </a:cubicBezTo>
                    <a:cubicBezTo>
                      <a:pt x="268" y="4193"/>
                      <a:pt x="602" y="5000"/>
                      <a:pt x="1196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89" name="Freeform: Shape 10388">
                <a:extLst>
                  <a:ext uri="{FF2B5EF4-FFF2-40B4-BE49-F238E27FC236}">
                    <a16:creationId xmlns:a16="http://schemas.microsoft.com/office/drawing/2014/main" id="{DDFF64A8-83E0-278D-2A9E-2E6E54E6DE1F}"/>
                  </a:ext>
                </a:extLst>
              </p:cNvPr>
              <p:cNvSpPr/>
              <p:nvPr/>
            </p:nvSpPr>
            <p:spPr>
              <a:xfrm>
                <a:off x="9799120" y="5748625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7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7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90" name="Freeform: Shape 10389">
                <a:extLst>
                  <a:ext uri="{FF2B5EF4-FFF2-40B4-BE49-F238E27FC236}">
                    <a16:creationId xmlns:a16="http://schemas.microsoft.com/office/drawing/2014/main" id="{5A637883-E3C8-7BF4-AD97-1E35C06C3ADF}"/>
                  </a:ext>
                </a:extLst>
              </p:cNvPr>
              <p:cNvSpPr/>
              <p:nvPr/>
            </p:nvSpPr>
            <p:spPr>
              <a:xfrm>
                <a:off x="9795328" y="5749500"/>
                <a:ext cx="6343" cy="6345"/>
              </a:xfrm>
              <a:custGeom>
                <a:avLst/>
                <a:gdLst>
                  <a:gd name="connsiteX0" fmla="*/ 3438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4"/>
                    </a:moveTo>
                    <a:cubicBezTo>
                      <a:pt x="4280" y="6524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80" y="179"/>
                      <a:pt x="3438" y="179"/>
                    </a:cubicBezTo>
                    <a:cubicBezTo>
                      <a:pt x="2597" y="179"/>
                      <a:pt x="1791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7" y="6524"/>
                      <a:pt x="343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91" name="Freeform: Shape 10390">
                <a:extLst>
                  <a:ext uri="{FF2B5EF4-FFF2-40B4-BE49-F238E27FC236}">
                    <a16:creationId xmlns:a16="http://schemas.microsoft.com/office/drawing/2014/main" id="{F3A24680-82D5-D056-AA1A-86F40D4CD76A}"/>
                  </a:ext>
                </a:extLst>
              </p:cNvPr>
              <p:cNvSpPr/>
              <p:nvPr/>
            </p:nvSpPr>
            <p:spPr>
              <a:xfrm>
                <a:off x="9793098" y="5752395"/>
                <a:ext cx="6343" cy="6345"/>
              </a:xfrm>
              <a:custGeom>
                <a:avLst/>
                <a:gdLst>
                  <a:gd name="connsiteX0" fmla="*/ 3438 w 6343"/>
                  <a:gd name="connsiteY0" fmla="*/ 6525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5"/>
                    </a:moveTo>
                    <a:cubicBezTo>
                      <a:pt x="4279" y="6525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79" y="179"/>
                      <a:pt x="3438" y="179"/>
                    </a:cubicBezTo>
                    <a:cubicBezTo>
                      <a:pt x="2597" y="179"/>
                      <a:pt x="1790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0" y="6190"/>
                      <a:pt x="2597" y="6525"/>
                      <a:pt x="343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92" name="Freeform: Shape 10391">
                <a:extLst>
                  <a:ext uri="{FF2B5EF4-FFF2-40B4-BE49-F238E27FC236}">
                    <a16:creationId xmlns:a16="http://schemas.microsoft.com/office/drawing/2014/main" id="{50FE06F0-DD68-E1A9-C98A-886FBDFC007B}"/>
                  </a:ext>
                </a:extLst>
              </p:cNvPr>
              <p:cNvSpPr/>
              <p:nvPr/>
            </p:nvSpPr>
            <p:spPr>
              <a:xfrm>
                <a:off x="9790996" y="5755482"/>
                <a:ext cx="6343" cy="6345"/>
              </a:xfrm>
              <a:custGeom>
                <a:avLst/>
                <a:gdLst>
                  <a:gd name="connsiteX0" fmla="*/ 3438 w 6343"/>
                  <a:gd name="connsiteY0" fmla="*/ 6525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9 h 6345"/>
                  <a:gd name="connsiteX4" fmla="*/ 3438 w 6343"/>
                  <a:gd name="connsiteY4" fmla="*/ 179 h 6345"/>
                  <a:gd name="connsiteX5" fmla="*/ 1196 w 6343"/>
                  <a:gd name="connsiteY5" fmla="*/ 1109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5"/>
                    </a:moveTo>
                    <a:cubicBezTo>
                      <a:pt x="4279" y="6525"/>
                      <a:pt x="5086" y="6190"/>
                      <a:pt x="5681" y="5595"/>
                    </a:cubicBezTo>
                    <a:cubicBezTo>
                      <a:pt x="6276" y="5001"/>
                      <a:pt x="6610" y="4193"/>
                      <a:pt x="6610" y="3352"/>
                    </a:cubicBezTo>
                    <a:cubicBezTo>
                      <a:pt x="6610" y="2511"/>
                      <a:pt x="6276" y="1704"/>
                      <a:pt x="5681" y="1109"/>
                    </a:cubicBezTo>
                    <a:cubicBezTo>
                      <a:pt x="5086" y="514"/>
                      <a:pt x="4279" y="179"/>
                      <a:pt x="3438" y="179"/>
                    </a:cubicBezTo>
                    <a:cubicBezTo>
                      <a:pt x="2597" y="179"/>
                      <a:pt x="1790" y="514"/>
                      <a:pt x="1196" y="1109"/>
                    </a:cubicBezTo>
                    <a:cubicBezTo>
                      <a:pt x="601" y="1704"/>
                      <a:pt x="267" y="2511"/>
                      <a:pt x="267" y="3352"/>
                    </a:cubicBezTo>
                    <a:cubicBezTo>
                      <a:pt x="267" y="4193"/>
                      <a:pt x="601" y="5001"/>
                      <a:pt x="1196" y="5595"/>
                    </a:cubicBezTo>
                    <a:cubicBezTo>
                      <a:pt x="1790" y="6190"/>
                      <a:pt x="2597" y="6525"/>
                      <a:pt x="343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93" name="Freeform: Shape 10392">
                <a:extLst>
                  <a:ext uri="{FF2B5EF4-FFF2-40B4-BE49-F238E27FC236}">
                    <a16:creationId xmlns:a16="http://schemas.microsoft.com/office/drawing/2014/main" id="{1C571DD4-39B6-C171-1DCA-AA7283B03361}"/>
                  </a:ext>
                </a:extLst>
              </p:cNvPr>
              <p:cNvSpPr/>
              <p:nvPr/>
            </p:nvSpPr>
            <p:spPr>
              <a:xfrm>
                <a:off x="9881759" y="5883857"/>
                <a:ext cx="6343" cy="6345"/>
              </a:xfrm>
              <a:custGeom>
                <a:avLst/>
                <a:gdLst>
                  <a:gd name="connsiteX0" fmla="*/ 3445 w 6343"/>
                  <a:gd name="connsiteY0" fmla="*/ 6535 h 6345"/>
                  <a:gd name="connsiteX1" fmla="*/ 5688 w 6343"/>
                  <a:gd name="connsiteY1" fmla="*/ 5606 h 6345"/>
                  <a:gd name="connsiteX2" fmla="*/ 6617 w 6343"/>
                  <a:gd name="connsiteY2" fmla="*/ 3362 h 6345"/>
                  <a:gd name="connsiteX3" fmla="*/ 5688 w 6343"/>
                  <a:gd name="connsiteY3" fmla="*/ 1119 h 6345"/>
                  <a:gd name="connsiteX4" fmla="*/ 3445 w 6343"/>
                  <a:gd name="connsiteY4" fmla="*/ 189 h 6345"/>
                  <a:gd name="connsiteX5" fmla="*/ 1203 w 6343"/>
                  <a:gd name="connsiteY5" fmla="*/ 1119 h 6345"/>
                  <a:gd name="connsiteX6" fmla="*/ 274 w 6343"/>
                  <a:gd name="connsiteY6" fmla="*/ 3362 h 6345"/>
                  <a:gd name="connsiteX7" fmla="*/ 1203 w 6343"/>
                  <a:gd name="connsiteY7" fmla="*/ 5606 h 6345"/>
                  <a:gd name="connsiteX8" fmla="*/ 3445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35"/>
                    </a:moveTo>
                    <a:cubicBezTo>
                      <a:pt x="4286" y="6535"/>
                      <a:pt x="5093" y="6201"/>
                      <a:pt x="5688" y="5606"/>
                    </a:cubicBezTo>
                    <a:cubicBezTo>
                      <a:pt x="6283" y="5011"/>
                      <a:pt x="6617" y="4204"/>
                      <a:pt x="6617" y="3362"/>
                    </a:cubicBezTo>
                    <a:cubicBezTo>
                      <a:pt x="6617" y="2521"/>
                      <a:pt x="6283" y="1714"/>
                      <a:pt x="5688" y="1119"/>
                    </a:cubicBezTo>
                    <a:cubicBezTo>
                      <a:pt x="5093" y="524"/>
                      <a:pt x="4286" y="189"/>
                      <a:pt x="3445" y="189"/>
                    </a:cubicBezTo>
                    <a:cubicBezTo>
                      <a:pt x="2604" y="189"/>
                      <a:pt x="1797" y="524"/>
                      <a:pt x="1203" y="1119"/>
                    </a:cubicBezTo>
                    <a:cubicBezTo>
                      <a:pt x="608" y="1714"/>
                      <a:pt x="274" y="2521"/>
                      <a:pt x="274" y="3362"/>
                    </a:cubicBezTo>
                    <a:cubicBezTo>
                      <a:pt x="274" y="4204"/>
                      <a:pt x="608" y="5011"/>
                      <a:pt x="1203" y="5606"/>
                    </a:cubicBezTo>
                    <a:cubicBezTo>
                      <a:pt x="1797" y="6201"/>
                      <a:pt x="2604" y="6535"/>
                      <a:pt x="3445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94" name="Freeform: Shape 10393">
                <a:extLst>
                  <a:ext uri="{FF2B5EF4-FFF2-40B4-BE49-F238E27FC236}">
                    <a16:creationId xmlns:a16="http://schemas.microsoft.com/office/drawing/2014/main" id="{30520EDE-F39D-E2CD-5012-6D69FFFBA730}"/>
                  </a:ext>
                </a:extLst>
              </p:cNvPr>
              <p:cNvSpPr/>
              <p:nvPr/>
            </p:nvSpPr>
            <p:spPr>
              <a:xfrm>
                <a:off x="9878912" y="5887595"/>
                <a:ext cx="6343" cy="6345"/>
              </a:xfrm>
              <a:custGeom>
                <a:avLst/>
                <a:gdLst>
                  <a:gd name="connsiteX0" fmla="*/ 3445 w 6343"/>
                  <a:gd name="connsiteY0" fmla="*/ 6535 h 6345"/>
                  <a:gd name="connsiteX1" fmla="*/ 5688 w 6343"/>
                  <a:gd name="connsiteY1" fmla="*/ 5606 h 6345"/>
                  <a:gd name="connsiteX2" fmla="*/ 6617 w 6343"/>
                  <a:gd name="connsiteY2" fmla="*/ 3362 h 6345"/>
                  <a:gd name="connsiteX3" fmla="*/ 5688 w 6343"/>
                  <a:gd name="connsiteY3" fmla="*/ 1119 h 6345"/>
                  <a:gd name="connsiteX4" fmla="*/ 3445 w 6343"/>
                  <a:gd name="connsiteY4" fmla="*/ 190 h 6345"/>
                  <a:gd name="connsiteX5" fmla="*/ 1202 w 6343"/>
                  <a:gd name="connsiteY5" fmla="*/ 1119 h 6345"/>
                  <a:gd name="connsiteX6" fmla="*/ 274 w 6343"/>
                  <a:gd name="connsiteY6" fmla="*/ 3362 h 6345"/>
                  <a:gd name="connsiteX7" fmla="*/ 1202 w 6343"/>
                  <a:gd name="connsiteY7" fmla="*/ 5606 h 6345"/>
                  <a:gd name="connsiteX8" fmla="*/ 3445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35"/>
                    </a:moveTo>
                    <a:cubicBezTo>
                      <a:pt x="4286" y="6535"/>
                      <a:pt x="5093" y="6201"/>
                      <a:pt x="5688" y="5606"/>
                    </a:cubicBezTo>
                    <a:cubicBezTo>
                      <a:pt x="6282" y="5011"/>
                      <a:pt x="6617" y="4204"/>
                      <a:pt x="6617" y="3362"/>
                    </a:cubicBezTo>
                    <a:cubicBezTo>
                      <a:pt x="6617" y="2521"/>
                      <a:pt x="6282" y="1714"/>
                      <a:pt x="5688" y="1119"/>
                    </a:cubicBezTo>
                    <a:cubicBezTo>
                      <a:pt x="5093" y="524"/>
                      <a:pt x="4286" y="190"/>
                      <a:pt x="3445" y="190"/>
                    </a:cubicBezTo>
                    <a:cubicBezTo>
                      <a:pt x="2604" y="190"/>
                      <a:pt x="1797" y="524"/>
                      <a:pt x="1202" y="1119"/>
                    </a:cubicBezTo>
                    <a:cubicBezTo>
                      <a:pt x="608" y="1714"/>
                      <a:pt x="274" y="2521"/>
                      <a:pt x="274" y="3362"/>
                    </a:cubicBezTo>
                    <a:cubicBezTo>
                      <a:pt x="274" y="4204"/>
                      <a:pt x="608" y="5011"/>
                      <a:pt x="1202" y="5606"/>
                    </a:cubicBezTo>
                    <a:cubicBezTo>
                      <a:pt x="1797" y="6201"/>
                      <a:pt x="2604" y="6535"/>
                      <a:pt x="3445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95" name="Freeform: Shape 10394">
                <a:extLst>
                  <a:ext uri="{FF2B5EF4-FFF2-40B4-BE49-F238E27FC236}">
                    <a16:creationId xmlns:a16="http://schemas.microsoft.com/office/drawing/2014/main" id="{3C5A9BAA-B019-5AC1-DC8B-63F9B0899365}"/>
                  </a:ext>
                </a:extLst>
              </p:cNvPr>
              <p:cNvSpPr/>
              <p:nvPr/>
            </p:nvSpPr>
            <p:spPr>
              <a:xfrm>
                <a:off x="9876955" y="5892593"/>
                <a:ext cx="6343" cy="6345"/>
              </a:xfrm>
              <a:custGeom>
                <a:avLst/>
                <a:gdLst>
                  <a:gd name="connsiteX0" fmla="*/ 3445 w 6343"/>
                  <a:gd name="connsiteY0" fmla="*/ 6536 h 6345"/>
                  <a:gd name="connsiteX1" fmla="*/ 5688 w 6343"/>
                  <a:gd name="connsiteY1" fmla="*/ 5606 h 6345"/>
                  <a:gd name="connsiteX2" fmla="*/ 6616 w 6343"/>
                  <a:gd name="connsiteY2" fmla="*/ 3363 h 6345"/>
                  <a:gd name="connsiteX3" fmla="*/ 5688 w 6343"/>
                  <a:gd name="connsiteY3" fmla="*/ 1119 h 6345"/>
                  <a:gd name="connsiteX4" fmla="*/ 3445 w 6343"/>
                  <a:gd name="connsiteY4" fmla="*/ 190 h 6345"/>
                  <a:gd name="connsiteX5" fmla="*/ 1202 w 6343"/>
                  <a:gd name="connsiteY5" fmla="*/ 1119 h 6345"/>
                  <a:gd name="connsiteX6" fmla="*/ 273 w 6343"/>
                  <a:gd name="connsiteY6" fmla="*/ 3363 h 6345"/>
                  <a:gd name="connsiteX7" fmla="*/ 1202 w 6343"/>
                  <a:gd name="connsiteY7" fmla="*/ 5606 h 6345"/>
                  <a:gd name="connsiteX8" fmla="*/ 3445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36"/>
                    </a:moveTo>
                    <a:cubicBezTo>
                      <a:pt x="4286" y="6536"/>
                      <a:pt x="5093" y="6201"/>
                      <a:pt x="5688" y="5606"/>
                    </a:cubicBezTo>
                    <a:cubicBezTo>
                      <a:pt x="6282" y="5011"/>
                      <a:pt x="6616" y="4204"/>
                      <a:pt x="6616" y="3363"/>
                    </a:cubicBezTo>
                    <a:cubicBezTo>
                      <a:pt x="6616" y="2521"/>
                      <a:pt x="6282" y="1714"/>
                      <a:pt x="5688" y="1119"/>
                    </a:cubicBezTo>
                    <a:cubicBezTo>
                      <a:pt x="5093" y="524"/>
                      <a:pt x="4286" y="190"/>
                      <a:pt x="3445" y="190"/>
                    </a:cubicBezTo>
                    <a:cubicBezTo>
                      <a:pt x="2604" y="190"/>
                      <a:pt x="1797" y="524"/>
                      <a:pt x="1202" y="1119"/>
                    </a:cubicBezTo>
                    <a:cubicBezTo>
                      <a:pt x="608" y="1714"/>
                      <a:pt x="273" y="2521"/>
                      <a:pt x="273" y="3363"/>
                    </a:cubicBezTo>
                    <a:cubicBezTo>
                      <a:pt x="273" y="4204"/>
                      <a:pt x="608" y="5011"/>
                      <a:pt x="1202" y="5606"/>
                    </a:cubicBezTo>
                    <a:cubicBezTo>
                      <a:pt x="1797" y="6201"/>
                      <a:pt x="2604" y="6536"/>
                      <a:pt x="3445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96" name="Freeform: Shape 10395">
                <a:extLst>
                  <a:ext uri="{FF2B5EF4-FFF2-40B4-BE49-F238E27FC236}">
                    <a16:creationId xmlns:a16="http://schemas.microsoft.com/office/drawing/2014/main" id="{861D12A7-1B4B-56D6-A610-9FCB0BEE5D6A}"/>
                  </a:ext>
                </a:extLst>
              </p:cNvPr>
              <p:cNvSpPr/>
              <p:nvPr/>
            </p:nvSpPr>
            <p:spPr>
              <a:xfrm>
                <a:off x="9873968" y="5896209"/>
                <a:ext cx="6343" cy="6345"/>
              </a:xfrm>
              <a:custGeom>
                <a:avLst/>
                <a:gdLst>
                  <a:gd name="connsiteX0" fmla="*/ 3445 w 6343"/>
                  <a:gd name="connsiteY0" fmla="*/ 6536 h 6345"/>
                  <a:gd name="connsiteX1" fmla="*/ 5687 w 6343"/>
                  <a:gd name="connsiteY1" fmla="*/ 5607 h 6345"/>
                  <a:gd name="connsiteX2" fmla="*/ 6616 w 6343"/>
                  <a:gd name="connsiteY2" fmla="*/ 3363 h 6345"/>
                  <a:gd name="connsiteX3" fmla="*/ 5687 w 6343"/>
                  <a:gd name="connsiteY3" fmla="*/ 1120 h 6345"/>
                  <a:gd name="connsiteX4" fmla="*/ 3445 w 6343"/>
                  <a:gd name="connsiteY4" fmla="*/ 190 h 6345"/>
                  <a:gd name="connsiteX5" fmla="*/ 1202 w 6343"/>
                  <a:gd name="connsiteY5" fmla="*/ 1120 h 6345"/>
                  <a:gd name="connsiteX6" fmla="*/ 273 w 6343"/>
                  <a:gd name="connsiteY6" fmla="*/ 3363 h 6345"/>
                  <a:gd name="connsiteX7" fmla="*/ 1202 w 6343"/>
                  <a:gd name="connsiteY7" fmla="*/ 5607 h 6345"/>
                  <a:gd name="connsiteX8" fmla="*/ 3445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36"/>
                    </a:moveTo>
                    <a:cubicBezTo>
                      <a:pt x="4286" y="6536"/>
                      <a:pt x="5093" y="6202"/>
                      <a:pt x="5687" y="5607"/>
                    </a:cubicBezTo>
                    <a:cubicBezTo>
                      <a:pt x="6282" y="5012"/>
                      <a:pt x="6616" y="4205"/>
                      <a:pt x="6616" y="3363"/>
                    </a:cubicBezTo>
                    <a:cubicBezTo>
                      <a:pt x="6616" y="2522"/>
                      <a:pt x="6282" y="1715"/>
                      <a:pt x="5687" y="1120"/>
                    </a:cubicBezTo>
                    <a:cubicBezTo>
                      <a:pt x="5093" y="525"/>
                      <a:pt x="4286" y="190"/>
                      <a:pt x="3445" y="190"/>
                    </a:cubicBezTo>
                    <a:cubicBezTo>
                      <a:pt x="2604" y="190"/>
                      <a:pt x="1797" y="525"/>
                      <a:pt x="1202" y="1120"/>
                    </a:cubicBezTo>
                    <a:cubicBezTo>
                      <a:pt x="607" y="1715"/>
                      <a:pt x="273" y="2522"/>
                      <a:pt x="273" y="3363"/>
                    </a:cubicBezTo>
                    <a:cubicBezTo>
                      <a:pt x="273" y="4205"/>
                      <a:pt x="607" y="5012"/>
                      <a:pt x="1202" y="5607"/>
                    </a:cubicBezTo>
                    <a:cubicBezTo>
                      <a:pt x="1797" y="6202"/>
                      <a:pt x="2604" y="6536"/>
                      <a:pt x="3445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97" name="Freeform: Shape 10396">
                <a:extLst>
                  <a:ext uri="{FF2B5EF4-FFF2-40B4-BE49-F238E27FC236}">
                    <a16:creationId xmlns:a16="http://schemas.microsoft.com/office/drawing/2014/main" id="{AD22E27A-18F2-9EDC-A774-F0732CEDA179}"/>
                  </a:ext>
                </a:extLst>
              </p:cNvPr>
              <p:cNvSpPr/>
              <p:nvPr/>
            </p:nvSpPr>
            <p:spPr>
              <a:xfrm>
                <a:off x="9875907" y="5906847"/>
                <a:ext cx="6343" cy="6345"/>
              </a:xfrm>
              <a:custGeom>
                <a:avLst/>
                <a:gdLst>
                  <a:gd name="connsiteX0" fmla="*/ 3445 w 6343"/>
                  <a:gd name="connsiteY0" fmla="*/ 6537 h 6345"/>
                  <a:gd name="connsiteX1" fmla="*/ 5687 w 6343"/>
                  <a:gd name="connsiteY1" fmla="*/ 5607 h 6345"/>
                  <a:gd name="connsiteX2" fmla="*/ 6616 w 6343"/>
                  <a:gd name="connsiteY2" fmla="*/ 3364 h 6345"/>
                  <a:gd name="connsiteX3" fmla="*/ 5687 w 6343"/>
                  <a:gd name="connsiteY3" fmla="*/ 1121 h 6345"/>
                  <a:gd name="connsiteX4" fmla="*/ 3445 w 6343"/>
                  <a:gd name="connsiteY4" fmla="*/ 191 h 6345"/>
                  <a:gd name="connsiteX5" fmla="*/ 1202 w 6343"/>
                  <a:gd name="connsiteY5" fmla="*/ 1121 h 6345"/>
                  <a:gd name="connsiteX6" fmla="*/ 273 w 6343"/>
                  <a:gd name="connsiteY6" fmla="*/ 3364 h 6345"/>
                  <a:gd name="connsiteX7" fmla="*/ 1202 w 6343"/>
                  <a:gd name="connsiteY7" fmla="*/ 5607 h 6345"/>
                  <a:gd name="connsiteX8" fmla="*/ 3445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37"/>
                    </a:moveTo>
                    <a:cubicBezTo>
                      <a:pt x="4286" y="6537"/>
                      <a:pt x="5093" y="6202"/>
                      <a:pt x="5687" y="5607"/>
                    </a:cubicBezTo>
                    <a:cubicBezTo>
                      <a:pt x="6282" y="5012"/>
                      <a:pt x="6616" y="4205"/>
                      <a:pt x="6616" y="3364"/>
                    </a:cubicBezTo>
                    <a:cubicBezTo>
                      <a:pt x="6616" y="2523"/>
                      <a:pt x="6282" y="1716"/>
                      <a:pt x="5687" y="1121"/>
                    </a:cubicBezTo>
                    <a:cubicBezTo>
                      <a:pt x="5093" y="526"/>
                      <a:pt x="4286" y="191"/>
                      <a:pt x="3445" y="191"/>
                    </a:cubicBezTo>
                    <a:cubicBezTo>
                      <a:pt x="2604" y="191"/>
                      <a:pt x="1797" y="526"/>
                      <a:pt x="1202" y="1121"/>
                    </a:cubicBezTo>
                    <a:cubicBezTo>
                      <a:pt x="607" y="1716"/>
                      <a:pt x="273" y="2523"/>
                      <a:pt x="273" y="3364"/>
                    </a:cubicBezTo>
                    <a:cubicBezTo>
                      <a:pt x="273" y="4205"/>
                      <a:pt x="607" y="5012"/>
                      <a:pt x="1202" y="5607"/>
                    </a:cubicBezTo>
                    <a:cubicBezTo>
                      <a:pt x="1797" y="6202"/>
                      <a:pt x="2604" y="6537"/>
                      <a:pt x="3445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98" name="Freeform: Shape 10397">
                <a:extLst>
                  <a:ext uri="{FF2B5EF4-FFF2-40B4-BE49-F238E27FC236}">
                    <a16:creationId xmlns:a16="http://schemas.microsoft.com/office/drawing/2014/main" id="{E6444442-B0E3-3B5F-7AEB-43BD8979A7C8}"/>
                  </a:ext>
                </a:extLst>
              </p:cNvPr>
              <p:cNvSpPr/>
              <p:nvPr/>
            </p:nvSpPr>
            <p:spPr>
              <a:xfrm>
                <a:off x="10093698" y="6228340"/>
                <a:ext cx="6343" cy="6345"/>
              </a:xfrm>
              <a:custGeom>
                <a:avLst/>
                <a:gdLst>
                  <a:gd name="connsiteX0" fmla="*/ 3462 w 6343"/>
                  <a:gd name="connsiteY0" fmla="*/ 6562 h 6345"/>
                  <a:gd name="connsiteX1" fmla="*/ 5705 w 6343"/>
                  <a:gd name="connsiteY1" fmla="*/ 5633 h 6345"/>
                  <a:gd name="connsiteX2" fmla="*/ 6634 w 6343"/>
                  <a:gd name="connsiteY2" fmla="*/ 3389 h 6345"/>
                  <a:gd name="connsiteX3" fmla="*/ 5705 w 6343"/>
                  <a:gd name="connsiteY3" fmla="*/ 1146 h 6345"/>
                  <a:gd name="connsiteX4" fmla="*/ 3462 w 6343"/>
                  <a:gd name="connsiteY4" fmla="*/ 217 h 6345"/>
                  <a:gd name="connsiteX5" fmla="*/ 1219 w 6343"/>
                  <a:gd name="connsiteY5" fmla="*/ 1146 h 6345"/>
                  <a:gd name="connsiteX6" fmla="*/ 290 w 6343"/>
                  <a:gd name="connsiteY6" fmla="*/ 3389 h 6345"/>
                  <a:gd name="connsiteX7" fmla="*/ 1219 w 6343"/>
                  <a:gd name="connsiteY7" fmla="*/ 5633 h 6345"/>
                  <a:gd name="connsiteX8" fmla="*/ 3462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2" y="6562"/>
                    </a:moveTo>
                    <a:cubicBezTo>
                      <a:pt x="4303" y="6562"/>
                      <a:pt x="5110" y="6228"/>
                      <a:pt x="5705" y="5633"/>
                    </a:cubicBezTo>
                    <a:cubicBezTo>
                      <a:pt x="6299" y="5038"/>
                      <a:pt x="6634" y="4231"/>
                      <a:pt x="6634" y="3389"/>
                    </a:cubicBezTo>
                    <a:cubicBezTo>
                      <a:pt x="6634" y="2548"/>
                      <a:pt x="6299" y="1741"/>
                      <a:pt x="5705" y="1146"/>
                    </a:cubicBezTo>
                    <a:cubicBezTo>
                      <a:pt x="5110" y="551"/>
                      <a:pt x="4303" y="217"/>
                      <a:pt x="3462" y="217"/>
                    </a:cubicBezTo>
                    <a:cubicBezTo>
                      <a:pt x="2621" y="217"/>
                      <a:pt x="1814" y="551"/>
                      <a:pt x="1219" y="1146"/>
                    </a:cubicBezTo>
                    <a:cubicBezTo>
                      <a:pt x="625" y="1741"/>
                      <a:pt x="290" y="2548"/>
                      <a:pt x="290" y="3389"/>
                    </a:cubicBezTo>
                    <a:cubicBezTo>
                      <a:pt x="290" y="4231"/>
                      <a:pt x="625" y="5038"/>
                      <a:pt x="1219" y="5633"/>
                    </a:cubicBezTo>
                    <a:cubicBezTo>
                      <a:pt x="1814" y="6228"/>
                      <a:pt x="2621" y="6562"/>
                      <a:pt x="3462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399" name="Freeform: Shape 10398">
                <a:extLst>
                  <a:ext uri="{FF2B5EF4-FFF2-40B4-BE49-F238E27FC236}">
                    <a16:creationId xmlns:a16="http://schemas.microsoft.com/office/drawing/2014/main" id="{D2BA9CE7-D038-ADAA-67A8-CBAFBD75740B}"/>
                  </a:ext>
                </a:extLst>
              </p:cNvPr>
              <p:cNvSpPr/>
              <p:nvPr/>
            </p:nvSpPr>
            <p:spPr>
              <a:xfrm>
                <a:off x="10085930" y="6229355"/>
                <a:ext cx="6343" cy="6345"/>
              </a:xfrm>
              <a:custGeom>
                <a:avLst/>
                <a:gdLst>
                  <a:gd name="connsiteX0" fmla="*/ 3461 w 6343"/>
                  <a:gd name="connsiteY0" fmla="*/ 6562 h 6345"/>
                  <a:gd name="connsiteX1" fmla="*/ 5704 w 6343"/>
                  <a:gd name="connsiteY1" fmla="*/ 5633 h 6345"/>
                  <a:gd name="connsiteX2" fmla="*/ 6633 w 6343"/>
                  <a:gd name="connsiteY2" fmla="*/ 3389 h 6345"/>
                  <a:gd name="connsiteX3" fmla="*/ 5704 w 6343"/>
                  <a:gd name="connsiteY3" fmla="*/ 1146 h 6345"/>
                  <a:gd name="connsiteX4" fmla="*/ 3461 w 6343"/>
                  <a:gd name="connsiteY4" fmla="*/ 217 h 6345"/>
                  <a:gd name="connsiteX5" fmla="*/ 1219 w 6343"/>
                  <a:gd name="connsiteY5" fmla="*/ 1146 h 6345"/>
                  <a:gd name="connsiteX6" fmla="*/ 290 w 6343"/>
                  <a:gd name="connsiteY6" fmla="*/ 3389 h 6345"/>
                  <a:gd name="connsiteX7" fmla="*/ 1219 w 6343"/>
                  <a:gd name="connsiteY7" fmla="*/ 5633 h 6345"/>
                  <a:gd name="connsiteX8" fmla="*/ 3461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62"/>
                    </a:moveTo>
                    <a:cubicBezTo>
                      <a:pt x="4303" y="6562"/>
                      <a:pt x="5109" y="6228"/>
                      <a:pt x="5704" y="5633"/>
                    </a:cubicBezTo>
                    <a:cubicBezTo>
                      <a:pt x="6299" y="5038"/>
                      <a:pt x="6633" y="4231"/>
                      <a:pt x="6633" y="3389"/>
                    </a:cubicBezTo>
                    <a:cubicBezTo>
                      <a:pt x="6633" y="2548"/>
                      <a:pt x="6299" y="1741"/>
                      <a:pt x="5704" y="1146"/>
                    </a:cubicBezTo>
                    <a:cubicBezTo>
                      <a:pt x="5109" y="551"/>
                      <a:pt x="4303" y="217"/>
                      <a:pt x="3461" y="217"/>
                    </a:cubicBezTo>
                    <a:cubicBezTo>
                      <a:pt x="2620" y="217"/>
                      <a:pt x="1814" y="551"/>
                      <a:pt x="1219" y="1146"/>
                    </a:cubicBezTo>
                    <a:cubicBezTo>
                      <a:pt x="624" y="1741"/>
                      <a:pt x="290" y="2548"/>
                      <a:pt x="290" y="3389"/>
                    </a:cubicBezTo>
                    <a:cubicBezTo>
                      <a:pt x="290" y="4231"/>
                      <a:pt x="624" y="5038"/>
                      <a:pt x="1219" y="5633"/>
                    </a:cubicBezTo>
                    <a:cubicBezTo>
                      <a:pt x="1814" y="6228"/>
                      <a:pt x="2620" y="6562"/>
                      <a:pt x="3461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00" name="Freeform: Shape 10399">
                <a:extLst>
                  <a:ext uri="{FF2B5EF4-FFF2-40B4-BE49-F238E27FC236}">
                    <a16:creationId xmlns:a16="http://schemas.microsoft.com/office/drawing/2014/main" id="{96622A96-A7B6-38FE-51B0-A2DC3F9E7C79}"/>
                  </a:ext>
                </a:extLst>
              </p:cNvPr>
              <p:cNvSpPr/>
              <p:nvPr/>
            </p:nvSpPr>
            <p:spPr>
              <a:xfrm>
                <a:off x="9885613" y="5945799"/>
                <a:ext cx="6343" cy="6345"/>
              </a:xfrm>
              <a:custGeom>
                <a:avLst/>
                <a:gdLst>
                  <a:gd name="connsiteX0" fmla="*/ 3446 w 6343"/>
                  <a:gd name="connsiteY0" fmla="*/ 6540 h 6345"/>
                  <a:gd name="connsiteX1" fmla="*/ 5688 w 6343"/>
                  <a:gd name="connsiteY1" fmla="*/ 5610 h 6345"/>
                  <a:gd name="connsiteX2" fmla="*/ 6617 w 6343"/>
                  <a:gd name="connsiteY2" fmla="*/ 3367 h 6345"/>
                  <a:gd name="connsiteX3" fmla="*/ 5688 w 6343"/>
                  <a:gd name="connsiteY3" fmla="*/ 1124 h 6345"/>
                  <a:gd name="connsiteX4" fmla="*/ 3446 w 6343"/>
                  <a:gd name="connsiteY4" fmla="*/ 194 h 6345"/>
                  <a:gd name="connsiteX5" fmla="*/ 1203 w 6343"/>
                  <a:gd name="connsiteY5" fmla="*/ 1124 h 6345"/>
                  <a:gd name="connsiteX6" fmla="*/ 274 w 6343"/>
                  <a:gd name="connsiteY6" fmla="*/ 3367 h 6345"/>
                  <a:gd name="connsiteX7" fmla="*/ 1203 w 6343"/>
                  <a:gd name="connsiteY7" fmla="*/ 5610 h 6345"/>
                  <a:gd name="connsiteX8" fmla="*/ 3446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40"/>
                    </a:moveTo>
                    <a:cubicBezTo>
                      <a:pt x="4287" y="6540"/>
                      <a:pt x="5093" y="6205"/>
                      <a:pt x="5688" y="5610"/>
                    </a:cubicBezTo>
                    <a:cubicBezTo>
                      <a:pt x="6283" y="5016"/>
                      <a:pt x="6617" y="4208"/>
                      <a:pt x="6617" y="3367"/>
                    </a:cubicBezTo>
                    <a:cubicBezTo>
                      <a:pt x="6617" y="2526"/>
                      <a:pt x="6283" y="1719"/>
                      <a:pt x="5688" y="1124"/>
                    </a:cubicBezTo>
                    <a:cubicBezTo>
                      <a:pt x="5093" y="529"/>
                      <a:pt x="4287" y="194"/>
                      <a:pt x="3446" y="194"/>
                    </a:cubicBezTo>
                    <a:cubicBezTo>
                      <a:pt x="2604" y="194"/>
                      <a:pt x="1798" y="529"/>
                      <a:pt x="1203" y="1124"/>
                    </a:cubicBezTo>
                    <a:cubicBezTo>
                      <a:pt x="608" y="1719"/>
                      <a:pt x="274" y="2526"/>
                      <a:pt x="274" y="3367"/>
                    </a:cubicBezTo>
                    <a:cubicBezTo>
                      <a:pt x="274" y="4208"/>
                      <a:pt x="608" y="5016"/>
                      <a:pt x="1203" y="5610"/>
                    </a:cubicBezTo>
                    <a:cubicBezTo>
                      <a:pt x="1798" y="6205"/>
                      <a:pt x="2604" y="6540"/>
                      <a:pt x="3446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01" name="Freeform: Shape 10400">
                <a:extLst>
                  <a:ext uri="{FF2B5EF4-FFF2-40B4-BE49-F238E27FC236}">
                    <a16:creationId xmlns:a16="http://schemas.microsoft.com/office/drawing/2014/main" id="{36649A4F-E245-E61F-A33C-BECA97305F94}"/>
                  </a:ext>
                </a:extLst>
              </p:cNvPr>
              <p:cNvSpPr/>
              <p:nvPr/>
            </p:nvSpPr>
            <p:spPr>
              <a:xfrm>
                <a:off x="9877211" y="5941913"/>
                <a:ext cx="6343" cy="6345"/>
              </a:xfrm>
              <a:custGeom>
                <a:avLst/>
                <a:gdLst>
                  <a:gd name="connsiteX0" fmla="*/ 3445 w 6343"/>
                  <a:gd name="connsiteY0" fmla="*/ 6539 h 6345"/>
                  <a:gd name="connsiteX1" fmla="*/ 5688 w 6343"/>
                  <a:gd name="connsiteY1" fmla="*/ 5610 h 6345"/>
                  <a:gd name="connsiteX2" fmla="*/ 6616 w 6343"/>
                  <a:gd name="connsiteY2" fmla="*/ 3367 h 6345"/>
                  <a:gd name="connsiteX3" fmla="*/ 5688 w 6343"/>
                  <a:gd name="connsiteY3" fmla="*/ 1123 h 6345"/>
                  <a:gd name="connsiteX4" fmla="*/ 3445 w 6343"/>
                  <a:gd name="connsiteY4" fmla="*/ 194 h 6345"/>
                  <a:gd name="connsiteX5" fmla="*/ 1202 w 6343"/>
                  <a:gd name="connsiteY5" fmla="*/ 1123 h 6345"/>
                  <a:gd name="connsiteX6" fmla="*/ 273 w 6343"/>
                  <a:gd name="connsiteY6" fmla="*/ 3367 h 6345"/>
                  <a:gd name="connsiteX7" fmla="*/ 1202 w 6343"/>
                  <a:gd name="connsiteY7" fmla="*/ 5610 h 6345"/>
                  <a:gd name="connsiteX8" fmla="*/ 3445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39"/>
                    </a:moveTo>
                    <a:cubicBezTo>
                      <a:pt x="4286" y="6539"/>
                      <a:pt x="5093" y="6205"/>
                      <a:pt x="5688" y="5610"/>
                    </a:cubicBezTo>
                    <a:cubicBezTo>
                      <a:pt x="6282" y="5015"/>
                      <a:pt x="6616" y="4208"/>
                      <a:pt x="6616" y="3367"/>
                    </a:cubicBezTo>
                    <a:cubicBezTo>
                      <a:pt x="6616" y="2525"/>
                      <a:pt x="6282" y="1718"/>
                      <a:pt x="5688" y="1123"/>
                    </a:cubicBezTo>
                    <a:cubicBezTo>
                      <a:pt x="5093" y="528"/>
                      <a:pt x="4286" y="194"/>
                      <a:pt x="3445" y="194"/>
                    </a:cubicBezTo>
                    <a:cubicBezTo>
                      <a:pt x="2604" y="194"/>
                      <a:pt x="1797" y="528"/>
                      <a:pt x="1202" y="1123"/>
                    </a:cubicBezTo>
                    <a:cubicBezTo>
                      <a:pt x="608" y="1718"/>
                      <a:pt x="273" y="2525"/>
                      <a:pt x="273" y="3367"/>
                    </a:cubicBezTo>
                    <a:cubicBezTo>
                      <a:pt x="273" y="4208"/>
                      <a:pt x="608" y="5015"/>
                      <a:pt x="1202" y="5610"/>
                    </a:cubicBezTo>
                    <a:cubicBezTo>
                      <a:pt x="1797" y="6205"/>
                      <a:pt x="2604" y="6539"/>
                      <a:pt x="3445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02" name="Freeform: Shape 10401">
                <a:extLst>
                  <a:ext uri="{FF2B5EF4-FFF2-40B4-BE49-F238E27FC236}">
                    <a16:creationId xmlns:a16="http://schemas.microsoft.com/office/drawing/2014/main" id="{DFE34D76-D56D-B58B-89E4-7B85B9C904B6}"/>
                  </a:ext>
                </a:extLst>
              </p:cNvPr>
              <p:cNvSpPr/>
              <p:nvPr/>
            </p:nvSpPr>
            <p:spPr>
              <a:xfrm>
                <a:off x="9873021" y="5944243"/>
                <a:ext cx="6343" cy="6345"/>
              </a:xfrm>
              <a:custGeom>
                <a:avLst/>
                <a:gdLst>
                  <a:gd name="connsiteX0" fmla="*/ 3445 w 6343"/>
                  <a:gd name="connsiteY0" fmla="*/ 6540 h 6345"/>
                  <a:gd name="connsiteX1" fmla="*/ 5687 w 6343"/>
                  <a:gd name="connsiteY1" fmla="*/ 5610 h 6345"/>
                  <a:gd name="connsiteX2" fmla="*/ 6616 w 6343"/>
                  <a:gd name="connsiteY2" fmla="*/ 3367 h 6345"/>
                  <a:gd name="connsiteX3" fmla="*/ 5687 w 6343"/>
                  <a:gd name="connsiteY3" fmla="*/ 1123 h 6345"/>
                  <a:gd name="connsiteX4" fmla="*/ 3445 w 6343"/>
                  <a:gd name="connsiteY4" fmla="*/ 194 h 6345"/>
                  <a:gd name="connsiteX5" fmla="*/ 1202 w 6343"/>
                  <a:gd name="connsiteY5" fmla="*/ 1123 h 6345"/>
                  <a:gd name="connsiteX6" fmla="*/ 273 w 6343"/>
                  <a:gd name="connsiteY6" fmla="*/ 3367 h 6345"/>
                  <a:gd name="connsiteX7" fmla="*/ 1202 w 6343"/>
                  <a:gd name="connsiteY7" fmla="*/ 5610 h 6345"/>
                  <a:gd name="connsiteX8" fmla="*/ 344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40"/>
                    </a:moveTo>
                    <a:cubicBezTo>
                      <a:pt x="4286" y="6540"/>
                      <a:pt x="5092" y="6205"/>
                      <a:pt x="5687" y="5610"/>
                    </a:cubicBezTo>
                    <a:cubicBezTo>
                      <a:pt x="6282" y="5015"/>
                      <a:pt x="6616" y="4208"/>
                      <a:pt x="6616" y="3367"/>
                    </a:cubicBezTo>
                    <a:cubicBezTo>
                      <a:pt x="6616" y="2526"/>
                      <a:pt x="6282" y="1718"/>
                      <a:pt x="5687" y="1123"/>
                    </a:cubicBezTo>
                    <a:cubicBezTo>
                      <a:pt x="5092" y="529"/>
                      <a:pt x="4286" y="194"/>
                      <a:pt x="3445" y="194"/>
                    </a:cubicBezTo>
                    <a:cubicBezTo>
                      <a:pt x="2603" y="194"/>
                      <a:pt x="1797" y="529"/>
                      <a:pt x="1202" y="1123"/>
                    </a:cubicBezTo>
                    <a:cubicBezTo>
                      <a:pt x="607" y="1718"/>
                      <a:pt x="273" y="2526"/>
                      <a:pt x="273" y="3367"/>
                    </a:cubicBezTo>
                    <a:cubicBezTo>
                      <a:pt x="273" y="4208"/>
                      <a:pt x="607" y="5015"/>
                      <a:pt x="1202" y="5610"/>
                    </a:cubicBezTo>
                    <a:cubicBezTo>
                      <a:pt x="1797" y="6205"/>
                      <a:pt x="2603" y="6540"/>
                      <a:pt x="344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03" name="Freeform: Shape 10402">
                <a:extLst>
                  <a:ext uri="{FF2B5EF4-FFF2-40B4-BE49-F238E27FC236}">
                    <a16:creationId xmlns:a16="http://schemas.microsoft.com/office/drawing/2014/main" id="{3F9A097F-ED2F-C478-3463-FF4E04974052}"/>
                  </a:ext>
                </a:extLst>
              </p:cNvPr>
              <p:cNvSpPr/>
              <p:nvPr/>
            </p:nvSpPr>
            <p:spPr>
              <a:xfrm>
                <a:off x="9870497" y="5949126"/>
                <a:ext cx="6343" cy="6345"/>
              </a:xfrm>
              <a:custGeom>
                <a:avLst/>
                <a:gdLst>
                  <a:gd name="connsiteX0" fmla="*/ 3444 w 6343"/>
                  <a:gd name="connsiteY0" fmla="*/ 6540 h 6345"/>
                  <a:gd name="connsiteX1" fmla="*/ 5687 w 6343"/>
                  <a:gd name="connsiteY1" fmla="*/ 5611 h 6345"/>
                  <a:gd name="connsiteX2" fmla="*/ 6616 w 6343"/>
                  <a:gd name="connsiteY2" fmla="*/ 3367 h 6345"/>
                  <a:gd name="connsiteX3" fmla="*/ 5687 w 6343"/>
                  <a:gd name="connsiteY3" fmla="*/ 1124 h 6345"/>
                  <a:gd name="connsiteX4" fmla="*/ 3444 w 6343"/>
                  <a:gd name="connsiteY4" fmla="*/ 195 h 6345"/>
                  <a:gd name="connsiteX5" fmla="*/ 1202 w 6343"/>
                  <a:gd name="connsiteY5" fmla="*/ 1124 h 6345"/>
                  <a:gd name="connsiteX6" fmla="*/ 273 w 6343"/>
                  <a:gd name="connsiteY6" fmla="*/ 3367 h 6345"/>
                  <a:gd name="connsiteX7" fmla="*/ 1202 w 6343"/>
                  <a:gd name="connsiteY7" fmla="*/ 5611 h 6345"/>
                  <a:gd name="connsiteX8" fmla="*/ 344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40"/>
                    </a:moveTo>
                    <a:cubicBezTo>
                      <a:pt x="4286" y="6540"/>
                      <a:pt x="5092" y="6206"/>
                      <a:pt x="5687" y="5611"/>
                    </a:cubicBezTo>
                    <a:cubicBezTo>
                      <a:pt x="6282" y="5016"/>
                      <a:pt x="6616" y="4209"/>
                      <a:pt x="6616" y="3367"/>
                    </a:cubicBezTo>
                    <a:cubicBezTo>
                      <a:pt x="6616" y="2526"/>
                      <a:pt x="6282" y="1719"/>
                      <a:pt x="5687" y="1124"/>
                    </a:cubicBezTo>
                    <a:cubicBezTo>
                      <a:pt x="5092" y="529"/>
                      <a:pt x="4286" y="195"/>
                      <a:pt x="3444" y="195"/>
                    </a:cubicBezTo>
                    <a:cubicBezTo>
                      <a:pt x="2603" y="195"/>
                      <a:pt x="1797" y="529"/>
                      <a:pt x="1202" y="1124"/>
                    </a:cubicBezTo>
                    <a:cubicBezTo>
                      <a:pt x="607" y="1719"/>
                      <a:pt x="273" y="2526"/>
                      <a:pt x="273" y="3367"/>
                    </a:cubicBezTo>
                    <a:cubicBezTo>
                      <a:pt x="273" y="4209"/>
                      <a:pt x="607" y="5016"/>
                      <a:pt x="1202" y="5611"/>
                    </a:cubicBezTo>
                    <a:cubicBezTo>
                      <a:pt x="1797" y="6206"/>
                      <a:pt x="2603" y="6540"/>
                      <a:pt x="344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04" name="Freeform: Shape 10403">
                <a:extLst>
                  <a:ext uri="{FF2B5EF4-FFF2-40B4-BE49-F238E27FC236}">
                    <a16:creationId xmlns:a16="http://schemas.microsoft.com/office/drawing/2014/main" id="{8A8EA04A-E3B8-A574-FA0A-FED2280FCED1}"/>
                  </a:ext>
                </a:extLst>
              </p:cNvPr>
              <p:cNvSpPr/>
              <p:nvPr/>
            </p:nvSpPr>
            <p:spPr>
              <a:xfrm>
                <a:off x="9868574" y="5955007"/>
                <a:ext cx="6343" cy="6345"/>
              </a:xfrm>
              <a:custGeom>
                <a:avLst/>
                <a:gdLst>
                  <a:gd name="connsiteX0" fmla="*/ 3444 w 6343"/>
                  <a:gd name="connsiteY0" fmla="*/ 6540 h 6345"/>
                  <a:gd name="connsiteX1" fmla="*/ 5687 w 6343"/>
                  <a:gd name="connsiteY1" fmla="*/ 5611 h 6345"/>
                  <a:gd name="connsiteX2" fmla="*/ 6616 w 6343"/>
                  <a:gd name="connsiteY2" fmla="*/ 3368 h 6345"/>
                  <a:gd name="connsiteX3" fmla="*/ 5687 w 6343"/>
                  <a:gd name="connsiteY3" fmla="*/ 1124 h 6345"/>
                  <a:gd name="connsiteX4" fmla="*/ 3444 w 6343"/>
                  <a:gd name="connsiteY4" fmla="*/ 195 h 6345"/>
                  <a:gd name="connsiteX5" fmla="*/ 1202 w 6343"/>
                  <a:gd name="connsiteY5" fmla="*/ 1124 h 6345"/>
                  <a:gd name="connsiteX6" fmla="*/ 273 w 6343"/>
                  <a:gd name="connsiteY6" fmla="*/ 3368 h 6345"/>
                  <a:gd name="connsiteX7" fmla="*/ 1202 w 6343"/>
                  <a:gd name="connsiteY7" fmla="*/ 5611 h 6345"/>
                  <a:gd name="connsiteX8" fmla="*/ 344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40"/>
                    </a:moveTo>
                    <a:cubicBezTo>
                      <a:pt x="4285" y="6540"/>
                      <a:pt x="5092" y="6206"/>
                      <a:pt x="5687" y="5611"/>
                    </a:cubicBezTo>
                    <a:cubicBezTo>
                      <a:pt x="6282" y="5016"/>
                      <a:pt x="6616" y="4209"/>
                      <a:pt x="6616" y="3368"/>
                    </a:cubicBezTo>
                    <a:cubicBezTo>
                      <a:pt x="6616" y="2526"/>
                      <a:pt x="6282" y="1719"/>
                      <a:pt x="5687" y="1124"/>
                    </a:cubicBezTo>
                    <a:cubicBezTo>
                      <a:pt x="5092" y="529"/>
                      <a:pt x="4285" y="195"/>
                      <a:pt x="3444" y="195"/>
                    </a:cubicBezTo>
                    <a:cubicBezTo>
                      <a:pt x="2603" y="195"/>
                      <a:pt x="1796" y="529"/>
                      <a:pt x="1202" y="1124"/>
                    </a:cubicBezTo>
                    <a:cubicBezTo>
                      <a:pt x="607" y="1719"/>
                      <a:pt x="273" y="2526"/>
                      <a:pt x="273" y="3368"/>
                    </a:cubicBezTo>
                    <a:cubicBezTo>
                      <a:pt x="273" y="4209"/>
                      <a:pt x="607" y="5016"/>
                      <a:pt x="1202" y="5611"/>
                    </a:cubicBezTo>
                    <a:cubicBezTo>
                      <a:pt x="1796" y="6206"/>
                      <a:pt x="2603" y="6540"/>
                      <a:pt x="344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05" name="Freeform: Shape 10404">
                <a:extLst>
                  <a:ext uri="{FF2B5EF4-FFF2-40B4-BE49-F238E27FC236}">
                    <a16:creationId xmlns:a16="http://schemas.microsoft.com/office/drawing/2014/main" id="{5C2925BB-A765-5C6D-97C5-50CD09FB2C79}"/>
                  </a:ext>
                </a:extLst>
              </p:cNvPr>
              <p:cNvSpPr/>
              <p:nvPr/>
            </p:nvSpPr>
            <p:spPr>
              <a:xfrm>
                <a:off x="9869115" y="5964870"/>
                <a:ext cx="6343" cy="6345"/>
              </a:xfrm>
              <a:custGeom>
                <a:avLst/>
                <a:gdLst>
                  <a:gd name="connsiteX0" fmla="*/ 3444 w 6343"/>
                  <a:gd name="connsiteY0" fmla="*/ 6541 h 6345"/>
                  <a:gd name="connsiteX1" fmla="*/ 5687 w 6343"/>
                  <a:gd name="connsiteY1" fmla="*/ 5612 h 6345"/>
                  <a:gd name="connsiteX2" fmla="*/ 6616 w 6343"/>
                  <a:gd name="connsiteY2" fmla="*/ 3369 h 6345"/>
                  <a:gd name="connsiteX3" fmla="*/ 5687 w 6343"/>
                  <a:gd name="connsiteY3" fmla="*/ 1125 h 6345"/>
                  <a:gd name="connsiteX4" fmla="*/ 3444 w 6343"/>
                  <a:gd name="connsiteY4" fmla="*/ 196 h 6345"/>
                  <a:gd name="connsiteX5" fmla="*/ 1202 w 6343"/>
                  <a:gd name="connsiteY5" fmla="*/ 1125 h 6345"/>
                  <a:gd name="connsiteX6" fmla="*/ 273 w 6343"/>
                  <a:gd name="connsiteY6" fmla="*/ 3369 h 6345"/>
                  <a:gd name="connsiteX7" fmla="*/ 1202 w 6343"/>
                  <a:gd name="connsiteY7" fmla="*/ 5612 h 6345"/>
                  <a:gd name="connsiteX8" fmla="*/ 3444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41"/>
                    </a:moveTo>
                    <a:cubicBezTo>
                      <a:pt x="4285" y="6541"/>
                      <a:pt x="5092" y="6207"/>
                      <a:pt x="5687" y="5612"/>
                    </a:cubicBezTo>
                    <a:cubicBezTo>
                      <a:pt x="6282" y="5017"/>
                      <a:pt x="6616" y="4210"/>
                      <a:pt x="6616" y="3369"/>
                    </a:cubicBezTo>
                    <a:cubicBezTo>
                      <a:pt x="6616" y="2527"/>
                      <a:pt x="6282" y="1720"/>
                      <a:pt x="5687" y="1125"/>
                    </a:cubicBezTo>
                    <a:cubicBezTo>
                      <a:pt x="5092" y="530"/>
                      <a:pt x="4285" y="196"/>
                      <a:pt x="3444" y="196"/>
                    </a:cubicBezTo>
                    <a:cubicBezTo>
                      <a:pt x="2603" y="196"/>
                      <a:pt x="1796" y="530"/>
                      <a:pt x="1202" y="1125"/>
                    </a:cubicBezTo>
                    <a:cubicBezTo>
                      <a:pt x="607" y="1720"/>
                      <a:pt x="273" y="2527"/>
                      <a:pt x="273" y="3369"/>
                    </a:cubicBezTo>
                    <a:cubicBezTo>
                      <a:pt x="273" y="4210"/>
                      <a:pt x="607" y="5017"/>
                      <a:pt x="1202" y="5612"/>
                    </a:cubicBezTo>
                    <a:cubicBezTo>
                      <a:pt x="1796" y="6207"/>
                      <a:pt x="2603" y="6541"/>
                      <a:pt x="3444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06" name="Freeform: Shape 10405">
                <a:extLst>
                  <a:ext uri="{FF2B5EF4-FFF2-40B4-BE49-F238E27FC236}">
                    <a16:creationId xmlns:a16="http://schemas.microsoft.com/office/drawing/2014/main" id="{EF773A2E-128B-D8E0-B827-96CBFD036388}"/>
                  </a:ext>
                </a:extLst>
              </p:cNvPr>
              <p:cNvSpPr/>
              <p:nvPr/>
            </p:nvSpPr>
            <p:spPr>
              <a:xfrm>
                <a:off x="10030784" y="6232977"/>
                <a:ext cx="6343" cy="6345"/>
              </a:xfrm>
              <a:custGeom>
                <a:avLst/>
                <a:gdLst>
                  <a:gd name="connsiteX0" fmla="*/ 3457 w 6343"/>
                  <a:gd name="connsiteY0" fmla="*/ 6562 h 6345"/>
                  <a:gd name="connsiteX1" fmla="*/ 5700 w 6343"/>
                  <a:gd name="connsiteY1" fmla="*/ 5633 h 6345"/>
                  <a:gd name="connsiteX2" fmla="*/ 6629 w 6343"/>
                  <a:gd name="connsiteY2" fmla="*/ 3390 h 6345"/>
                  <a:gd name="connsiteX3" fmla="*/ 5700 w 6343"/>
                  <a:gd name="connsiteY3" fmla="*/ 1146 h 6345"/>
                  <a:gd name="connsiteX4" fmla="*/ 3457 w 6343"/>
                  <a:gd name="connsiteY4" fmla="*/ 217 h 6345"/>
                  <a:gd name="connsiteX5" fmla="*/ 1214 w 6343"/>
                  <a:gd name="connsiteY5" fmla="*/ 1146 h 6345"/>
                  <a:gd name="connsiteX6" fmla="*/ 285 w 6343"/>
                  <a:gd name="connsiteY6" fmla="*/ 3390 h 6345"/>
                  <a:gd name="connsiteX7" fmla="*/ 1214 w 6343"/>
                  <a:gd name="connsiteY7" fmla="*/ 5633 h 6345"/>
                  <a:gd name="connsiteX8" fmla="*/ 3457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562"/>
                    </a:moveTo>
                    <a:cubicBezTo>
                      <a:pt x="4298" y="6562"/>
                      <a:pt x="5105" y="6228"/>
                      <a:pt x="5700" y="5633"/>
                    </a:cubicBezTo>
                    <a:cubicBezTo>
                      <a:pt x="6294" y="5038"/>
                      <a:pt x="6629" y="4231"/>
                      <a:pt x="6629" y="3390"/>
                    </a:cubicBezTo>
                    <a:cubicBezTo>
                      <a:pt x="6629" y="2548"/>
                      <a:pt x="6294" y="1741"/>
                      <a:pt x="5700" y="1146"/>
                    </a:cubicBezTo>
                    <a:cubicBezTo>
                      <a:pt x="5105" y="551"/>
                      <a:pt x="4298" y="217"/>
                      <a:pt x="3457" y="217"/>
                    </a:cubicBezTo>
                    <a:cubicBezTo>
                      <a:pt x="2616" y="217"/>
                      <a:pt x="1809" y="551"/>
                      <a:pt x="1214" y="1146"/>
                    </a:cubicBezTo>
                    <a:cubicBezTo>
                      <a:pt x="620" y="1741"/>
                      <a:pt x="285" y="2548"/>
                      <a:pt x="285" y="3390"/>
                    </a:cubicBezTo>
                    <a:cubicBezTo>
                      <a:pt x="285" y="4231"/>
                      <a:pt x="620" y="5038"/>
                      <a:pt x="1214" y="5633"/>
                    </a:cubicBezTo>
                    <a:cubicBezTo>
                      <a:pt x="1809" y="6228"/>
                      <a:pt x="2616" y="6562"/>
                      <a:pt x="3457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07" name="Freeform: Shape 10406">
                <a:extLst>
                  <a:ext uri="{FF2B5EF4-FFF2-40B4-BE49-F238E27FC236}">
                    <a16:creationId xmlns:a16="http://schemas.microsoft.com/office/drawing/2014/main" id="{C571FFD9-0EEB-04F3-BBDB-41D866591CD4}"/>
                  </a:ext>
                </a:extLst>
              </p:cNvPr>
              <p:cNvSpPr/>
              <p:nvPr/>
            </p:nvSpPr>
            <p:spPr>
              <a:xfrm>
                <a:off x="10023333" y="6233831"/>
                <a:ext cx="6343" cy="6345"/>
              </a:xfrm>
              <a:custGeom>
                <a:avLst/>
                <a:gdLst>
                  <a:gd name="connsiteX0" fmla="*/ 3456 w 6343"/>
                  <a:gd name="connsiteY0" fmla="*/ 6562 h 6345"/>
                  <a:gd name="connsiteX1" fmla="*/ 5699 w 6343"/>
                  <a:gd name="connsiteY1" fmla="*/ 5633 h 6345"/>
                  <a:gd name="connsiteX2" fmla="*/ 6628 w 6343"/>
                  <a:gd name="connsiteY2" fmla="*/ 3390 h 6345"/>
                  <a:gd name="connsiteX3" fmla="*/ 5699 w 6343"/>
                  <a:gd name="connsiteY3" fmla="*/ 1146 h 6345"/>
                  <a:gd name="connsiteX4" fmla="*/ 3456 w 6343"/>
                  <a:gd name="connsiteY4" fmla="*/ 217 h 6345"/>
                  <a:gd name="connsiteX5" fmla="*/ 1214 w 6343"/>
                  <a:gd name="connsiteY5" fmla="*/ 1146 h 6345"/>
                  <a:gd name="connsiteX6" fmla="*/ 285 w 6343"/>
                  <a:gd name="connsiteY6" fmla="*/ 3390 h 6345"/>
                  <a:gd name="connsiteX7" fmla="*/ 1214 w 6343"/>
                  <a:gd name="connsiteY7" fmla="*/ 5633 h 6345"/>
                  <a:gd name="connsiteX8" fmla="*/ 3456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62"/>
                    </a:moveTo>
                    <a:cubicBezTo>
                      <a:pt x="4298" y="6562"/>
                      <a:pt x="5104" y="6228"/>
                      <a:pt x="5699" y="5633"/>
                    </a:cubicBezTo>
                    <a:cubicBezTo>
                      <a:pt x="6294" y="5038"/>
                      <a:pt x="6628" y="4231"/>
                      <a:pt x="6628" y="3390"/>
                    </a:cubicBezTo>
                    <a:cubicBezTo>
                      <a:pt x="6628" y="2548"/>
                      <a:pt x="6294" y="1741"/>
                      <a:pt x="5699" y="1146"/>
                    </a:cubicBezTo>
                    <a:cubicBezTo>
                      <a:pt x="5104" y="551"/>
                      <a:pt x="4298" y="217"/>
                      <a:pt x="3456" y="217"/>
                    </a:cubicBezTo>
                    <a:cubicBezTo>
                      <a:pt x="2615" y="217"/>
                      <a:pt x="1809" y="551"/>
                      <a:pt x="1214" y="1146"/>
                    </a:cubicBezTo>
                    <a:cubicBezTo>
                      <a:pt x="619" y="1741"/>
                      <a:pt x="285" y="2548"/>
                      <a:pt x="285" y="3390"/>
                    </a:cubicBezTo>
                    <a:cubicBezTo>
                      <a:pt x="285" y="4231"/>
                      <a:pt x="619" y="5038"/>
                      <a:pt x="1214" y="5633"/>
                    </a:cubicBezTo>
                    <a:cubicBezTo>
                      <a:pt x="1809" y="6228"/>
                      <a:pt x="2615" y="6562"/>
                      <a:pt x="3456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08" name="Freeform: Shape 10407">
                <a:extLst>
                  <a:ext uri="{FF2B5EF4-FFF2-40B4-BE49-F238E27FC236}">
                    <a16:creationId xmlns:a16="http://schemas.microsoft.com/office/drawing/2014/main" id="{D26D8256-FB94-0AF1-7A00-9EB5416CDD95}"/>
                  </a:ext>
                </a:extLst>
              </p:cNvPr>
              <p:cNvSpPr/>
              <p:nvPr/>
            </p:nvSpPr>
            <p:spPr>
              <a:xfrm>
                <a:off x="10015960" y="6234737"/>
                <a:ext cx="6343" cy="6345"/>
              </a:xfrm>
              <a:custGeom>
                <a:avLst/>
                <a:gdLst>
                  <a:gd name="connsiteX0" fmla="*/ 3456 w 6343"/>
                  <a:gd name="connsiteY0" fmla="*/ 6563 h 6345"/>
                  <a:gd name="connsiteX1" fmla="*/ 5699 w 6343"/>
                  <a:gd name="connsiteY1" fmla="*/ 5633 h 6345"/>
                  <a:gd name="connsiteX2" fmla="*/ 6627 w 6343"/>
                  <a:gd name="connsiteY2" fmla="*/ 3390 h 6345"/>
                  <a:gd name="connsiteX3" fmla="*/ 5699 w 6343"/>
                  <a:gd name="connsiteY3" fmla="*/ 1146 h 6345"/>
                  <a:gd name="connsiteX4" fmla="*/ 3456 w 6343"/>
                  <a:gd name="connsiteY4" fmla="*/ 217 h 6345"/>
                  <a:gd name="connsiteX5" fmla="*/ 1213 w 6343"/>
                  <a:gd name="connsiteY5" fmla="*/ 1146 h 6345"/>
                  <a:gd name="connsiteX6" fmla="*/ 284 w 6343"/>
                  <a:gd name="connsiteY6" fmla="*/ 3390 h 6345"/>
                  <a:gd name="connsiteX7" fmla="*/ 1213 w 6343"/>
                  <a:gd name="connsiteY7" fmla="*/ 5633 h 6345"/>
                  <a:gd name="connsiteX8" fmla="*/ 3456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63"/>
                    </a:moveTo>
                    <a:cubicBezTo>
                      <a:pt x="4297" y="6563"/>
                      <a:pt x="5104" y="6228"/>
                      <a:pt x="5699" y="5633"/>
                    </a:cubicBezTo>
                    <a:cubicBezTo>
                      <a:pt x="6293" y="5038"/>
                      <a:pt x="6627" y="4231"/>
                      <a:pt x="6627" y="3390"/>
                    </a:cubicBezTo>
                    <a:cubicBezTo>
                      <a:pt x="6627" y="2548"/>
                      <a:pt x="6293" y="1741"/>
                      <a:pt x="5699" y="1146"/>
                    </a:cubicBezTo>
                    <a:cubicBezTo>
                      <a:pt x="5104" y="551"/>
                      <a:pt x="4297" y="217"/>
                      <a:pt x="3456" y="217"/>
                    </a:cubicBezTo>
                    <a:cubicBezTo>
                      <a:pt x="2615" y="217"/>
                      <a:pt x="1808" y="551"/>
                      <a:pt x="1213" y="1146"/>
                    </a:cubicBezTo>
                    <a:cubicBezTo>
                      <a:pt x="619" y="1741"/>
                      <a:pt x="284" y="2548"/>
                      <a:pt x="284" y="3390"/>
                    </a:cubicBezTo>
                    <a:cubicBezTo>
                      <a:pt x="284" y="4231"/>
                      <a:pt x="619" y="5038"/>
                      <a:pt x="1213" y="5633"/>
                    </a:cubicBezTo>
                    <a:cubicBezTo>
                      <a:pt x="1808" y="6228"/>
                      <a:pt x="2615" y="6563"/>
                      <a:pt x="3456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09" name="Freeform: Shape 10408">
                <a:extLst>
                  <a:ext uri="{FF2B5EF4-FFF2-40B4-BE49-F238E27FC236}">
                    <a16:creationId xmlns:a16="http://schemas.microsoft.com/office/drawing/2014/main" id="{94897BEB-4A14-AE04-1BAE-D797D1149EC7}"/>
                  </a:ext>
                </a:extLst>
              </p:cNvPr>
              <p:cNvSpPr/>
              <p:nvPr/>
            </p:nvSpPr>
            <p:spPr>
              <a:xfrm>
                <a:off x="10007661" y="6234024"/>
                <a:ext cx="6343" cy="6345"/>
              </a:xfrm>
              <a:custGeom>
                <a:avLst/>
                <a:gdLst>
                  <a:gd name="connsiteX0" fmla="*/ 3455 w 6343"/>
                  <a:gd name="connsiteY0" fmla="*/ 6562 h 6345"/>
                  <a:gd name="connsiteX1" fmla="*/ 5698 w 6343"/>
                  <a:gd name="connsiteY1" fmla="*/ 5633 h 6345"/>
                  <a:gd name="connsiteX2" fmla="*/ 6627 w 6343"/>
                  <a:gd name="connsiteY2" fmla="*/ 3390 h 6345"/>
                  <a:gd name="connsiteX3" fmla="*/ 5698 w 6343"/>
                  <a:gd name="connsiteY3" fmla="*/ 1146 h 6345"/>
                  <a:gd name="connsiteX4" fmla="*/ 3455 w 6343"/>
                  <a:gd name="connsiteY4" fmla="*/ 217 h 6345"/>
                  <a:gd name="connsiteX5" fmla="*/ 1213 w 6343"/>
                  <a:gd name="connsiteY5" fmla="*/ 1146 h 6345"/>
                  <a:gd name="connsiteX6" fmla="*/ 284 w 6343"/>
                  <a:gd name="connsiteY6" fmla="*/ 3390 h 6345"/>
                  <a:gd name="connsiteX7" fmla="*/ 1213 w 6343"/>
                  <a:gd name="connsiteY7" fmla="*/ 5633 h 6345"/>
                  <a:gd name="connsiteX8" fmla="*/ 3455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562"/>
                    </a:moveTo>
                    <a:cubicBezTo>
                      <a:pt x="4296" y="6562"/>
                      <a:pt x="5103" y="6228"/>
                      <a:pt x="5698" y="5633"/>
                    </a:cubicBezTo>
                    <a:cubicBezTo>
                      <a:pt x="6293" y="5038"/>
                      <a:pt x="6627" y="4231"/>
                      <a:pt x="6627" y="3390"/>
                    </a:cubicBezTo>
                    <a:cubicBezTo>
                      <a:pt x="6627" y="2548"/>
                      <a:pt x="6293" y="1741"/>
                      <a:pt x="5698" y="1146"/>
                    </a:cubicBezTo>
                    <a:cubicBezTo>
                      <a:pt x="5103" y="551"/>
                      <a:pt x="4296" y="217"/>
                      <a:pt x="3455" y="217"/>
                    </a:cubicBezTo>
                    <a:cubicBezTo>
                      <a:pt x="2614" y="217"/>
                      <a:pt x="1807" y="551"/>
                      <a:pt x="1213" y="1146"/>
                    </a:cubicBezTo>
                    <a:cubicBezTo>
                      <a:pt x="618" y="1741"/>
                      <a:pt x="284" y="2548"/>
                      <a:pt x="284" y="3390"/>
                    </a:cubicBezTo>
                    <a:cubicBezTo>
                      <a:pt x="284" y="4231"/>
                      <a:pt x="618" y="5038"/>
                      <a:pt x="1213" y="5633"/>
                    </a:cubicBezTo>
                    <a:cubicBezTo>
                      <a:pt x="1807" y="6228"/>
                      <a:pt x="2614" y="6562"/>
                      <a:pt x="3455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10" name="Freeform: Shape 10409">
                <a:extLst>
                  <a:ext uri="{FF2B5EF4-FFF2-40B4-BE49-F238E27FC236}">
                    <a16:creationId xmlns:a16="http://schemas.microsoft.com/office/drawing/2014/main" id="{9FC22D0B-0A13-7857-7707-AC089C528546}"/>
                  </a:ext>
                </a:extLst>
              </p:cNvPr>
              <p:cNvSpPr/>
              <p:nvPr/>
            </p:nvSpPr>
            <p:spPr>
              <a:xfrm>
                <a:off x="10000638" y="6235354"/>
                <a:ext cx="6343" cy="6345"/>
              </a:xfrm>
              <a:custGeom>
                <a:avLst/>
                <a:gdLst>
                  <a:gd name="connsiteX0" fmla="*/ 3455 w 6343"/>
                  <a:gd name="connsiteY0" fmla="*/ 6563 h 6345"/>
                  <a:gd name="connsiteX1" fmla="*/ 5697 w 6343"/>
                  <a:gd name="connsiteY1" fmla="*/ 5633 h 6345"/>
                  <a:gd name="connsiteX2" fmla="*/ 6626 w 6343"/>
                  <a:gd name="connsiteY2" fmla="*/ 3390 h 6345"/>
                  <a:gd name="connsiteX3" fmla="*/ 5697 w 6343"/>
                  <a:gd name="connsiteY3" fmla="*/ 1146 h 6345"/>
                  <a:gd name="connsiteX4" fmla="*/ 3455 w 6343"/>
                  <a:gd name="connsiteY4" fmla="*/ 217 h 6345"/>
                  <a:gd name="connsiteX5" fmla="*/ 1212 w 6343"/>
                  <a:gd name="connsiteY5" fmla="*/ 1146 h 6345"/>
                  <a:gd name="connsiteX6" fmla="*/ 283 w 6343"/>
                  <a:gd name="connsiteY6" fmla="*/ 3390 h 6345"/>
                  <a:gd name="connsiteX7" fmla="*/ 1212 w 6343"/>
                  <a:gd name="connsiteY7" fmla="*/ 5633 h 6345"/>
                  <a:gd name="connsiteX8" fmla="*/ 3455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563"/>
                    </a:moveTo>
                    <a:cubicBezTo>
                      <a:pt x="4296" y="6563"/>
                      <a:pt x="5103" y="6228"/>
                      <a:pt x="5697" y="5633"/>
                    </a:cubicBezTo>
                    <a:cubicBezTo>
                      <a:pt x="6292" y="5038"/>
                      <a:pt x="6626" y="4231"/>
                      <a:pt x="6626" y="3390"/>
                    </a:cubicBezTo>
                    <a:cubicBezTo>
                      <a:pt x="6626" y="2548"/>
                      <a:pt x="6292" y="1741"/>
                      <a:pt x="5697" y="1146"/>
                    </a:cubicBezTo>
                    <a:cubicBezTo>
                      <a:pt x="5103" y="551"/>
                      <a:pt x="4296" y="217"/>
                      <a:pt x="3455" y="217"/>
                    </a:cubicBezTo>
                    <a:cubicBezTo>
                      <a:pt x="2614" y="217"/>
                      <a:pt x="1807" y="551"/>
                      <a:pt x="1212" y="1146"/>
                    </a:cubicBezTo>
                    <a:cubicBezTo>
                      <a:pt x="617" y="1741"/>
                      <a:pt x="283" y="2548"/>
                      <a:pt x="283" y="3390"/>
                    </a:cubicBezTo>
                    <a:cubicBezTo>
                      <a:pt x="283" y="4231"/>
                      <a:pt x="617" y="5038"/>
                      <a:pt x="1212" y="5633"/>
                    </a:cubicBezTo>
                    <a:cubicBezTo>
                      <a:pt x="1807" y="6228"/>
                      <a:pt x="2614" y="6563"/>
                      <a:pt x="3455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11" name="Freeform: Shape 10410">
                <a:extLst>
                  <a:ext uri="{FF2B5EF4-FFF2-40B4-BE49-F238E27FC236}">
                    <a16:creationId xmlns:a16="http://schemas.microsoft.com/office/drawing/2014/main" id="{5F2B90B1-588C-734D-930B-F83D3CA7CCF6}"/>
                  </a:ext>
                </a:extLst>
              </p:cNvPr>
              <p:cNvSpPr/>
              <p:nvPr/>
            </p:nvSpPr>
            <p:spPr>
              <a:xfrm>
                <a:off x="9992672" y="6235006"/>
                <a:ext cx="6343" cy="6345"/>
              </a:xfrm>
              <a:custGeom>
                <a:avLst/>
                <a:gdLst>
                  <a:gd name="connsiteX0" fmla="*/ 3454 w 6343"/>
                  <a:gd name="connsiteY0" fmla="*/ 6563 h 6345"/>
                  <a:gd name="connsiteX1" fmla="*/ 5697 w 6343"/>
                  <a:gd name="connsiteY1" fmla="*/ 5633 h 6345"/>
                  <a:gd name="connsiteX2" fmla="*/ 6626 w 6343"/>
                  <a:gd name="connsiteY2" fmla="*/ 3390 h 6345"/>
                  <a:gd name="connsiteX3" fmla="*/ 5697 w 6343"/>
                  <a:gd name="connsiteY3" fmla="*/ 1146 h 6345"/>
                  <a:gd name="connsiteX4" fmla="*/ 3454 w 6343"/>
                  <a:gd name="connsiteY4" fmla="*/ 217 h 6345"/>
                  <a:gd name="connsiteX5" fmla="*/ 1211 w 6343"/>
                  <a:gd name="connsiteY5" fmla="*/ 1146 h 6345"/>
                  <a:gd name="connsiteX6" fmla="*/ 282 w 6343"/>
                  <a:gd name="connsiteY6" fmla="*/ 3390 h 6345"/>
                  <a:gd name="connsiteX7" fmla="*/ 1211 w 6343"/>
                  <a:gd name="connsiteY7" fmla="*/ 5633 h 6345"/>
                  <a:gd name="connsiteX8" fmla="*/ 345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4" y="6563"/>
                    </a:moveTo>
                    <a:cubicBezTo>
                      <a:pt x="4295" y="6563"/>
                      <a:pt x="5102" y="6228"/>
                      <a:pt x="5697" y="5633"/>
                    </a:cubicBezTo>
                    <a:cubicBezTo>
                      <a:pt x="6291" y="5038"/>
                      <a:pt x="6626" y="4231"/>
                      <a:pt x="6626" y="3390"/>
                    </a:cubicBezTo>
                    <a:cubicBezTo>
                      <a:pt x="6626" y="2548"/>
                      <a:pt x="6291" y="1741"/>
                      <a:pt x="5697" y="1146"/>
                    </a:cubicBezTo>
                    <a:cubicBezTo>
                      <a:pt x="5102" y="551"/>
                      <a:pt x="4295" y="217"/>
                      <a:pt x="3454" y="217"/>
                    </a:cubicBezTo>
                    <a:cubicBezTo>
                      <a:pt x="2613" y="217"/>
                      <a:pt x="1806" y="551"/>
                      <a:pt x="1211" y="1146"/>
                    </a:cubicBezTo>
                    <a:cubicBezTo>
                      <a:pt x="617" y="1741"/>
                      <a:pt x="282" y="2548"/>
                      <a:pt x="282" y="3390"/>
                    </a:cubicBezTo>
                    <a:cubicBezTo>
                      <a:pt x="282" y="4231"/>
                      <a:pt x="617" y="5038"/>
                      <a:pt x="1211" y="5633"/>
                    </a:cubicBezTo>
                    <a:cubicBezTo>
                      <a:pt x="1806" y="6228"/>
                      <a:pt x="2613" y="6563"/>
                      <a:pt x="345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12" name="Freeform: Shape 10411">
                <a:extLst>
                  <a:ext uri="{FF2B5EF4-FFF2-40B4-BE49-F238E27FC236}">
                    <a16:creationId xmlns:a16="http://schemas.microsoft.com/office/drawing/2014/main" id="{73B77407-3B42-9B9A-CEDE-D2B54CA8E200}"/>
                  </a:ext>
                </a:extLst>
              </p:cNvPr>
              <p:cNvSpPr/>
              <p:nvPr/>
            </p:nvSpPr>
            <p:spPr>
              <a:xfrm>
                <a:off x="9986639" y="6237918"/>
                <a:ext cx="6343" cy="6345"/>
              </a:xfrm>
              <a:custGeom>
                <a:avLst/>
                <a:gdLst>
                  <a:gd name="connsiteX0" fmla="*/ 3454 w 6343"/>
                  <a:gd name="connsiteY0" fmla="*/ 6563 h 6345"/>
                  <a:gd name="connsiteX1" fmla="*/ 5696 w 6343"/>
                  <a:gd name="connsiteY1" fmla="*/ 5634 h 6345"/>
                  <a:gd name="connsiteX2" fmla="*/ 6625 w 6343"/>
                  <a:gd name="connsiteY2" fmla="*/ 3390 h 6345"/>
                  <a:gd name="connsiteX3" fmla="*/ 5696 w 6343"/>
                  <a:gd name="connsiteY3" fmla="*/ 1147 h 6345"/>
                  <a:gd name="connsiteX4" fmla="*/ 3454 w 6343"/>
                  <a:gd name="connsiteY4" fmla="*/ 217 h 6345"/>
                  <a:gd name="connsiteX5" fmla="*/ 1211 w 6343"/>
                  <a:gd name="connsiteY5" fmla="*/ 1147 h 6345"/>
                  <a:gd name="connsiteX6" fmla="*/ 282 w 6343"/>
                  <a:gd name="connsiteY6" fmla="*/ 3390 h 6345"/>
                  <a:gd name="connsiteX7" fmla="*/ 1211 w 6343"/>
                  <a:gd name="connsiteY7" fmla="*/ 5634 h 6345"/>
                  <a:gd name="connsiteX8" fmla="*/ 345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4" y="6563"/>
                    </a:moveTo>
                    <a:cubicBezTo>
                      <a:pt x="4295" y="6563"/>
                      <a:pt x="5101" y="6228"/>
                      <a:pt x="5696" y="5634"/>
                    </a:cubicBezTo>
                    <a:cubicBezTo>
                      <a:pt x="6291" y="5039"/>
                      <a:pt x="6625" y="4231"/>
                      <a:pt x="6625" y="3390"/>
                    </a:cubicBezTo>
                    <a:cubicBezTo>
                      <a:pt x="6625" y="2549"/>
                      <a:pt x="6291" y="1742"/>
                      <a:pt x="5696" y="1147"/>
                    </a:cubicBezTo>
                    <a:cubicBezTo>
                      <a:pt x="5101" y="552"/>
                      <a:pt x="4295" y="217"/>
                      <a:pt x="3454" y="217"/>
                    </a:cubicBezTo>
                    <a:cubicBezTo>
                      <a:pt x="2612" y="217"/>
                      <a:pt x="1806" y="552"/>
                      <a:pt x="1211" y="1147"/>
                    </a:cubicBezTo>
                    <a:cubicBezTo>
                      <a:pt x="616" y="1742"/>
                      <a:pt x="282" y="2549"/>
                      <a:pt x="282" y="3390"/>
                    </a:cubicBezTo>
                    <a:cubicBezTo>
                      <a:pt x="282" y="4231"/>
                      <a:pt x="616" y="5039"/>
                      <a:pt x="1211" y="5634"/>
                    </a:cubicBezTo>
                    <a:cubicBezTo>
                      <a:pt x="1806" y="6228"/>
                      <a:pt x="2612" y="6563"/>
                      <a:pt x="345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13" name="Freeform: Shape 10412">
                <a:extLst>
                  <a:ext uri="{FF2B5EF4-FFF2-40B4-BE49-F238E27FC236}">
                    <a16:creationId xmlns:a16="http://schemas.microsoft.com/office/drawing/2014/main" id="{5293D4F6-653F-89AE-F181-88F09D81CA60}"/>
                  </a:ext>
                </a:extLst>
              </p:cNvPr>
              <p:cNvSpPr/>
              <p:nvPr/>
            </p:nvSpPr>
            <p:spPr>
              <a:xfrm>
                <a:off x="9978146" y="6236473"/>
                <a:ext cx="6343" cy="6345"/>
              </a:xfrm>
              <a:custGeom>
                <a:avLst/>
                <a:gdLst>
                  <a:gd name="connsiteX0" fmla="*/ 3453 w 6343"/>
                  <a:gd name="connsiteY0" fmla="*/ 6563 h 6345"/>
                  <a:gd name="connsiteX1" fmla="*/ 5696 w 6343"/>
                  <a:gd name="connsiteY1" fmla="*/ 5633 h 6345"/>
                  <a:gd name="connsiteX2" fmla="*/ 6624 w 6343"/>
                  <a:gd name="connsiteY2" fmla="*/ 3390 h 6345"/>
                  <a:gd name="connsiteX3" fmla="*/ 5696 w 6343"/>
                  <a:gd name="connsiteY3" fmla="*/ 1147 h 6345"/>
                  <a:gd name="connsiteX4" fmla="*/ 3453 w 6343"/>
                  <a:gd name="connsiteY4" fmla="*/ 217 h 6345"/>
                  <a:gd name="connsiteX5" fmla="*/ 1210 w 6343"/>
                  <a:gd name="connsiteY5" fmla="*/ 1147 h 6345"/>
                  <a:gd name="connsiteX6" fmla="*/ 281 w 6343"/>
                  <a:gd name="connsiteY6" fmla="*/ 3390 h 6345"/>
                  <a:gd name="connsiteX7" fmla="*/ 1210 w 6343"/>
                  <a:gd name="connsiteY7" fmla="*/ 5633 h 6345"/>
                  <a:gd name="connsiteX8" fmla="*/ 3453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63"/>
                    </a:moveTo>
                    <a:cubicBezTo>
                      <a:pt x="4294" y="6563"/>
                      <a:pt x="5101" y="6228"/>
                      <a:pt x="5696" y="5633"/>
                    </a:cubicBezTo>
                    <a:cubicBezTo>
                      <a:pt x="6290" y="5038"/>
                      <a:pt x="6624" y="4231"/>
                      <a:pt x="6624" y="3390"/>
                    </a:cubicBezTo>
                    <a:cubicBezTo>
                      <a:pt x="6624" y="2549"/>
                      <a:pt x="6290" y="1741"/>
                      <a:pt x="5696" y="1147"/>
                    </a:cubicBezTo>
                    <a:cubicBezTo>
                      <a:pt x="5101" y="552"/>
                      <a:pt x="4294" y="217"/>
                      <a:pt x="3453" y="217"/>
                    </a:cubicBezTo>
                    <a:cubicBezTo>
                      <a:pt x="2612" y="217"/>
                      <a:pt x="1805" y="552"/>
                      <a:pt x="1210" y="1147"/>
                    </a:cubicBezTo>
                    <a:cubicBezTo>
                      <a:pt x="616" y="1741"/>
                      <a:pt x="281" y="2549"/>
                      <a:pt x="281" y="3390"/>
                    </a:cubicBezTo>
                    <a:cubicBezTo>
                      <a:pt x="281" y="4231"/>
                      <a:pt x="616" y="5038"/>
                      <a:pt x="1210" y="5633"/>
                    </a:cubicBezTo>
                    <a:cubicBezTo>
                      <a:pt x="1805" y="6228"/>
                      <a:pt x="2612" y="6563"/>
                      <a:pt x="3453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14" name="Freeform: Shape 10413">
                <a:extLst>
                  <a:ext uri="{FF2B5EF4-FFF2-40B4-BE49-F238E27FC236}">
                    <a16:creationId xmlns:a16="http://schemas.microsoft.com/office/drawing/2014/main" id="{623B0EFB-6FE0-B145-09F4-9D304CF3A1AC}"/>
                  </a:ext>
                </a:extLst>
              </p:cNvPr>
              <p:cNvSpPr/>
              <p:nvPr/>
            </p:nvSpPr>
            <p:spPr>
              <a:xfrm>
                <a:off x="9969967" y="6235453"/>
                <a:ext cx="6343" cy="6345"/>
              </a:xfrm>
              <a:custGeom>
                <a:avLst/>
                <a:gdLst>
                  <a:gd name="connsiteX0" fmla="*/ 3452 w 6343"/>
                  <a:gd name="connsiteY0" fmla="*/ 6563 h 6345"/>
                  <a:gd name="connsiteX1" fmla="*/ 5695 w 6343"/>
                  <a:gd name="connsiteY1" fmla="*/ 5633 h 6345"/>
                  <a:gd name="connsiteX2" fmla="*/ 6624 w 6343"/>
                  <a:gd name="connsiteY2" fmla="*/ 3390 h 6345"/>
                  <a:gd name="connsiteX3" fmla="*/ 5695 w 6343"/>
                  <a:gd name="connsiteY3" fmla="*/ 1146 h 6345"/>
                  <a:gd name="connsiteX4" fmla="*/ 3452 w 6343"/>
                  <a:gd name="connsiteY4" fmla="*/ 217 h 6345"/>
                  <a:gd name="connsiteX5" fmla="*/ 1210 w 6343"/>
                  <a:gd name="connsiteY5" fmla="*/ 1146 h 6345"/>
                  <a:gd name="connsiteX6" fmla="*/ 281 w 6343"/>
                  <a:gd name="connsiteY6" fmla="*/ 3390 h 6345"/>
                  <a:gd name="connsiteX7" fmla="*/ 1210 w 6343"/>
                  <a:gd name="connsiteY7" fmla="*/ 5633 h 6345"/>
                  <a:gd name="connsiteX8" fmla="*/ 345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3"/>
                    </a:moveTo>
                    <a:cubicBezTo>
                      <a:pt x="4293" y="6563"/>
                      <a:pt x="5100" y="6228"/>
                      <a:pt x="5695" y="5633"/>
                    </a:cubicBezTo>
                    <a:cubicBezTo>
                      <a:pt x="6290" y="5038"/>
                      <a:pt x="6624" y="4231"/>
                      <a:pt x="6624" y="3390"/>
                    </a:cubicBezTo>
                    <a:cubicBezTo>
                      <a:pt x="6624" y="2548"/>
                      <a:pt x="6290" y="1741"/>
                      <a:pt x="5695" y="1146"/>
                    </a:cubicBezTo>
                    <a:cubicBezTo>
                      <a:pt x="5100" y="551"/>
                      <a:pt x="4293" y="217"/>
                      <a:pt x="3452" y="217"/>
                    </a:cubicBezTo>
                    <a:cubicBezTo>
                      <a:pt x="2611" y="217"/>
                      <a:pt x="1804" y="551"/>
                      <a:pt x="1210" y="1146"/>
                    </a:cubicBezTo>
                    <a:cubicBezTo>
                      <a:pt x="615" y="1741"/>
                      <a:pt x="281" y="2548"/>
                      <a:pt x="281" y="3390"/>
                    </a:cubicBezTo>
                    <a:cubicBezTo>
                      <a:pt x="281" y="4231"/>
                      <a:pt x="615" y="5038"/>
                      <a:pt x="1210" y="5633"/>
                    </a:cubicBezTo>
                    <a:cubicBezTo>
                      <a:pt x="1804" y="6228"/>
                      <a:pt x="2611" y="6563"/>
                      <a:pt x="345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15" name="Freeform: Shape 10414">
                <a:extLst>
                  <a:ext uri="{FF2B5EF4-FFF2-40B4-BE49-F238E27FC236}">
                    <a16:creationId xmlns:a16="http://schemas.microsoft.com/office/drawing/2014/main" id="{F82F5B7C-57F5-7945-DA79-4059ABC023F1}"/>
                  </a:ext>
                </a:extLst>
              </p:cNvPr>
              <p:cNvSpPr/>
              <p:nvPr/>
            </p:nvSpPr>
            <p:spPr>
              <a:xfrm>
                <a:off x="9962669" y="6235909"/>
                <a:ext cx="6343" cy="6345"/>
              </a:xfrm>
              <a:custGeom>
                <a:avLst/>
                <a:gdLst>
                  <a:gd name="connsiteX0" fmla="*/ 3452 w 6343"/>
                  <a:gd name="connsiteY0" fmla="*/ 6563 h 6345"/>
                  <a:gd name="connsiteX1" fmla="*/ 5694 w 6343"/>
                  <a:gd name="connsiteY1" fmla="*/ 5633 h 6345"/>
                  <a:gd name="connsiteX2" fmla="*/ 6623 w 6343"/>
                  <a:gd name="connsiteY2" fmla="*/ 3390 h 6345"/>
                  <a:gd name="connsiteX3" fmla="*/ 5694 w 6343"/>
                  <a:gd name="connsiteY3" fmla="*/ 1146 h 6345"/>
                  <a:gd name="connsiteX4" fmla="*/ 3452 w 6343"/>
                  <a:gd name="connsiteY4" fmla="*/ 217 h 6345"/>
                  <a:gd name="connsiteX5" fmla="*/ 1209 w 6343"/>
                  <a:gd name="connsiteY5" fmla="*/ 1146 h 6345"/>
                  <a:gd name="connsiteX6" fmla="*/ 280 w 6343"/>
                  <a:gd name="connsiteY6" fmla="*/ 3390 h 6345"/>
                  <a:gd name="connsiteX7" fmla="*/ 1209 w 6343"/>
                  <a:gd name="connsiteY7" fmla="*/ 5633 h 6345"/>
                  <a:gd name="connsiteX8" fmla="*/ 345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3"/>
                    </a:moveTo>
                    <a:cubicBezTo>
                      <a:pt x="4293" y="6563"/>
                      <a:pt x="5100" y="6228"/>
                      <a:pt x="5694" y="5633"/>
                    </a:cubicBezTo>
                    <a:cubicBezTo>
                      <a:pt x="6289" y="5038"/>
                      <a:pt x="6623" y="4231"/>
                      <a:pt x="6623" y="3390"/>
                    </a:cubicBezTo>
                    <a:cubicBezTo>
                      <a:pt x="6623" y="2548"/>
                      <a:pt x="6289" y="1741"/>
                      <a:pt x="5694" y="1146"/>
                    </a:cubicBezTo>
                    <a:cubicBezTo>
                      <a:pt x="5100" y="552"/>
                      <a:pt x="4293" y="217"/>
                      <a:pt x="3452" y="217"/>
                    </a:cubicBezTo>
                    <a:cubicBezTo>
                      <a:pt x="2611" y="217"/>
                      <a:pt x="1804" y="552"/>
                      <a:pt x="1209" y="1146"/>
                    </a:cubicBezTo>
                    <a:cubicBezTo>
                      <a:pt x="614" y="1741"/>
                      <a:pt x="280" y="2548"/>
                      <a:pt x="280" y="3390"/>
                    </a:cubicBezTo>
                    <a:cubicBezTo>
                      <a:pt x="280" y="4231"/>
                      <a:pt x="614" y="5038"/>
                      <a:pt x="1209" y="5633"/>
                    </a:cubicBezTo>
                    <a:cubicBezTo>
                      <a:pt x="1804" y="6228"/>
                      <a:pt x="2611" y="6563"/>
                      <a:pt x="345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16" name="Freeform: Shape 10415">
                <a:extLst>
                  <a:ext uri="{FF2B5EF4-FFF2-40B4-BE49-F238E27FC236}">
                    <a16:creationId xmlns:a16="http://schemas.microsoft.com/office/drawing/2014/main" id="{5795D353-7B71-4572-8FA9-352E87B83929}"/>
                  </a:ext>
                </a:extLst>
              </p:cNvPr>
              <p:cNvSpPr/>
              <p:nvPr/>
            </p:nvSpPr>
            <p:spPr>
              <a:xfrm>
                <a:off x="9955834" y="6237140"/>
                <a:ext cx="6343" cy="6345"/>
              </a:xfrm>
              <a:custGeom>
                <a:avLst/>
                <a:gdLst>
                  <a:gd name="connsiteX0" fmla="*/ 3451 w 6343"/>
                  <a:gd name="connsiteY0" fmla="*/ 6563 h 6345"/>
                  <a:gd name="connsiteX1" fmla="*/ 5694 w 6343"/>
                  <a:gd name="connsiteY1" fmla="*/ 5633 h 6345"/>
                  <a:gd name="connsiteX2" fmla="*/ 6623 w 6343"/>
                  <a:gd name="connsiteY2" fmla="*/ 3390 h 6345"/>
                  <a:gd name="connsiteX3" fmla="*/ 5694 w 6343"/>
                  <a:gd name="connsiteY3" fmla="*/ 1147 h 6345"/>
                  <a:gd name="connsiteX4" fmla="*/ 3451 w 6343"/>
                  <a:gd name="connsiteY4" fmla="*/ 217 h 6345"/>
                  <a:gd name="connsiteX5" fmla="*/ 1209 w 6343"/>
                  <a:gd name="connsiteY5" fmla="*/ 1147 h 6345"/>
                  <a:gd name="connsiteX6" fmla="*/ 280 w 6343"/>
                  <a:gd name="connsiteY6" fmla="*/ 3390 h 6345"/>
                  <a:gd name="connsiteX7" fmla="*/ 1209 w 6343"/>
                  <a:gd name="connsiteY7" fmla="*/ 5633 h 6345"/>
                  <a:gd name="connsiteX8" fmla="*/ 345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563"/>
                    </a:moveTo>
                    <a:cubicBezTo>
                      <a:pt x="4292" y="6563"/>
                      <a:pt x="5099" y="6228"/>
                      <a:pt x="5694" y="5633"/>
                    </a:cubicBezTo>
                    <a:cubicBezTo>
                      <a:pt x="6289" y="5038"/>
                      <a:pt x="6623" y="4231"/>
                      <a:pt x="6623" y="3390"/>
                    </a:cubicBezTo>
                    <a:cubicBezTo>
                      <a:pt x="6623" y="2549"/>
                      <a:pt x="6289" y="1742"/>
                      <a:pt x="5694" y="1147"/>
                    </a:cubicBezTo>
                    <a:cubicBezTo>
                      <a:pt x="5099" y="552"/>
                      <a:pt x="4292" y="217"/>
                      <a:pt x="3451" y="217"/>
                    </a:cubicBezTo>
                    <a:cubicBezTo>
                      <a:pt x="2610" y="217"/>
                      <a:pt x="1803" y="552"/>
                      <a:pt x="1209" y="1147"/>
                    </a:cubicBezTo>
                    <a:cubicBezTo>
                      <a:pt x="614" y="1742"/>
                      <a:pt x="280" y="2549"/>
                      <a:pt x="280" y="3390"/>
                    </a:cubicBezTo>
                    <a:cubicBezTo>
                      <a:pt x="280" y="4231"/>
                      <a:pt x="614" y="5038"/>
                      <a:pt x="1209" y="5633"/>
                    </a:cubicBezTo>
                    <a:cubicBezTo>
                      <a:pt x="1803" y="6228"/>
                      <a:pt x="2610" y="6563"/>
                      <a:pt x="345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17" name="Freeform: Shape 10416">
                <a:extLst>
                  <a:ext uri="{FF2B5EF4-FFF2-40B4-BE49-F238E27FC236}">
                    <a16:creationId xmlns:a16="http://schemas.microsoft.com/office/drawing/2014/main" id="{5CD41901-9BC8-AD6D-B618-13E32EC5C781}"/>
                  </a:ext>
                </a:extLst>
              </p:cNvPr>
              <p:cNvSpPr/>
              <p:nvPr/>
            </p:nvSpPr>
            <p:spPr>
              <a:xfrm>
                <a:off x="9949299" y="6238876"/>
                <a:ext cx="6343" cy="6345"/>
              </a:xfrm>
              <a:custGeom>
                <a:avLst/>
                <a:gdLst>
                  <a:gd name="connsiteX0" fmla="*/ 3451 w 6343"/>
                  <a:gd name="connsiteY0" fmla="*/ 6563 h 6345"/>
                  <a:gd name="connsiteX1" fmla="*/ 5693 w 6343"/>
                  <a:gd name="connsiteY1" fmla="*/ 5634 h 6345"/>
                  <a:gd name="connsiteX2" fmla="*/ 6622 w 6343"/>
                  <a:gd name="connsiteY2" fmla="*/ 3390 h 6345"/>
                  <a:gd name="connsiteX3" fmla="*/ 5693 w 6343"/>
                  <a:gd name="connsiteY3" fmla="*/ 1147 h 6345"/>
                  <a:gd name="connsiteX4" fmla="*/ 3451 w 6343"/>
                  <a:gd name="connsiteY4" fmla="*/ 217 h 6345"/>
                  <a:gd name="connsiteX5" fmla="*/ 1208 w 6343"/>
                  <a:gd name="connsiteY5" fmla="*/ 1147 h 6345"/>
                  <a:gd name="connsiteX6" fmla="*/ 279 w 6343"/>
                  <a:gd name="connsiteY6" fmla="*/ 3390 h 6345"/>
                  <a:gd name="connsiteX7" fmla="*/ 1208 w 6343"/>
                  <a:gd name="connsiteY7" fmla="*/ 5634 h 6345"/>
                  <a:gd name="connsiteX8" fmla="*/ 345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563"/>
                    </a:moveTo>
                    <a:cubicBezTo>
                      <a:pt x="4292" y="6563"/>
                      <a:pt x="5098" y="6229"/>
                      <a:pt x="5693" y="5634"/>
                    </a:cubicBezTo>
                    <a:cubicBezTo>
                      <a:pt x="6288" y="5039"/>
                      <a:pt x="6622" y="4232"/>
                      <a:pt x="6622" y="3390"/>
                    </a:cubicBezTo>
                    <a:cubicBezTo>
                      <a:pt x="6622" y="2549"/>
                      <a:pt x="6288" y="1742"/>
                      <a:pt x="5693" y="1147"/>
                    </a:cubicBezTo>
                    <a:cubicBezTo>
                      <a:pt x="5098" y="552"/>
                      <a:pt x="4292" y="217"/>
                      <a:pt x="3451" y="217"/>
                    </a:cubicBezTo>
                    <a:cubicBezTo>
                      <a:pt x="2610" y="217"/>
                      <a:pt x="1803" y="552"/>
                      <a:pt x="1208" y="1147"/>
                    </a:cubicBezTo>
                    <a:cubicBezTo>
                      <a:pt x="613" y="1742"/>
                      <a:pt x="279" y="2549"/>
                      <a:pt x="279" y="3390"/>
                    </a:cubicBezTo>
                    <a:cubicBezTo>
                      <a:pt x="279" y="4232"/>
                      <a:pt x="613" y="5039"/>
                      <a:pt x="1208" y="5634"/>
                    </a:cubicBezTo>
                    <a:cubicBezTo>
                      <a:pt x="1803" y="6229"/>
                      <a:pt x="2610" y="6563"/>
                      <a:pt x="345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18" name="Freeform: Shape 10417">
                <a:extLst>
                  <a:ext uri="{FF2B5EF4-FFF2-40B4-BE49-F238E27FC236}">
                    <a16:creationId xmlns:a16="http://schemas.microsoft.com/office/drawing/2014/main" id="{D48ED849-3CCB-5901-A9FA-12CB7DB98F14}"/>
                  </a:ext>
                </a:extLst>
              </p:cNvPr>
              <p:cNvSpPr/>
              <p:nvPr/>
            </p:nvSpPr>
            <p:spPr>
              <a:xfrm>
                <a:off x="10012994" y="6373979"/>
                <a:ext cx="6343" cy="6345"/>
              </a:xfrm>
              <a:custGeom>
                <a:avLst/>
                <a:gdLst>
                  <a:gd name="connsiteX0" fmla="*/ 3456 w 6343"/>
                  <a:gd name="connsiteY0" fmla="*/ 6573 h 6345"/>
                  <a:gd name="connsiteX1" fmla="*/ 5698 w 6343"/>
                  <a:gd name="connsiteY1" fmla="*/ 5644 h 6345"/>
                  <a:gd name="connsiteX2" fmla="*/ 6627 w 6343"/>
                  <a:gd name="connsiteY2" fmla="*/ 3401 h 6345"/>
                  <a:gd name="connsiteX3" fmla="*/ 5698 w 6343"/>
                  <a:gd name="connsiteY3" fmla="*/ 1157 h 6345"/>
                  <a:gd name="connsiteX4" fmla="*/ 3456 w 6343"/>
                  <a:gd name="connsiteY4" fmla="*/ 228 h 6345"/>
                  <a:gd name="connsiteX5" fmla="*/ 1213 w 6343"/>
                  <a:gd name="connsiteY5" fmla="*/ 1157 h 6345"/>
                  <a:gd name="connsiteX6" fmla="*/ 284 w 6343"/>
                  <a:gd name="connsiteY6" fmla="*/ 3401 h 6345"/>
                  <a:gd name="connsiteX7" fmla="*/ 1213 w 6343"/>
                  <a:gd name="connsiteY7" fmla="*/ 5644 h 6345"/>
                  <a:gd name="connsiteX8" fmla="*/ 3456 w 6343"/>
                  <a:gd name="connsiteY8" fmla="*/ 65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73"/>
                    </a:moveTo>
                    <a:cubicBezTo>
                      <a:pt x="4297" y="6573"/>
                      <a:pt x="5104" y="6239"/>
                      <a:pt x="5698" y="5644"/>
                    </a:cubicBezTo>
                    <a:cubicBezTo>
                      <a:pt x="6293" y="5049"/>
                      <a:pt x="6627" y="4242"/>
                      <a:pt x="6627" y="3401"/>
                    </a:cubicBezTo>
                    <a:cubicBezTo>
                      <a:pt x="6627" y="2559"/>
                      <a:pt x="6293" y="1752"/>
                      <a:pt x="5698" y="1157"/>
                    </a:cubicBezTo>
                    <a:cubicBezTo>
                      <a:pt x="5104" y="562"/>
                      <a:pt x="4297" y="228"/>
                      <a:pt x="3456" y="228"/>
                    </a:cubicBezTo>
                    <a:cubicBezTo>
                      <a:pt x="2615" y="228"/>
                      <a:pt x="1808" y="562"/>
                      <a:pt x="1213" y="1157"/>
                    </a:cubicBezTo>
                    <a:cubicBezTo>
                      <a:pt x="618" y="1752"/>
                      <a:pt x="284" y="2559"/>
                      <a:pt x="284" y="3401"/>
                    </a:cubicBezTo>
                    <a:cubicBezTo>
                      <a:pt x="284" y="4242"/>
                      <a:pt x="618" y="5049"/>
                      <a:pt x="1213" y="5644"/>
                    </a:cubicBezTo>
                    <a:cubicBezTo>
                      <a:pt x="1808" y="6239"/>
                      <a:pt x="2615" y="6573"/>
                      <a:pt x="3456" y="65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19" name="Freeform: Shape 10418">
                <a:extLst>
                  <a:ext uri="{FF2B5EF4-FFF2-40B4-BE49-F238E27FC236}">
                    <a16:creationId xmlns:a16="http://schemas.microsoft.com/office/drawing/2014/main" id="{5398C8D9-EB50-0443-6ED2-A924192A1397}"/>
                  </a:ext>
                </a:extLst>
              </p:cNvPr>
              <p:cNvSpPr/>
              <p:nvPr/>
            </p:nvSpPr>
            <p:spPr>
              <a:xfrm>
                <a:off x="9907679" y="6187174"/>
                <a:ext cx="6343" cy="6345"/>
              </a:xfrm>
              <a:custGeom>
                <a:avLst/>
                <a:gdLst>
                  <a:gd name="connsiteX0" fmla="*/ 3447 w 6343"/>
                  <a:gd name="connsiteY0" fmla="*/ 6559 h 6345"/>
                  <a:gd name="connsiteX1" fmla="*/ 5690 w 6343"/>
                  <a:gd name="connsiteY1" fmla="*/ 5630 h 6345"/>
                  <a:gd name="connsiteX2" fmla="*/ 6619 w 6343"/>
                  <a:gd name="connsiteY2" fmla="*/ 3386 h 6345"/>
                  <a:gd name="connsiteX3" fmla="*/ 5690 w 6343"/>
                  <a:gd name="connsiteY3" fmla="*/ 1143 h 6345"/>
                  <a:gd name="connsiteX4" fmla="*/ 3447 w 6343"/>
                  <a:gd name="connsiteY4" fmla="*/ 213 h 6345"/>
                  <a:gd name="connsiteX5" fmla="*/ 1205 w 6343"/>
                  <a:gd name="connsiteY5" fmla="*/ 1143 h 6345"/>
                  <a:gd name="connsiteX6" fmla="*/ 276 w 6343"/>
                  <a:gd name="connsiteY6" fmla="*/ 3386 h 6345"/>
                  <a:gd name="connsiteX7" fmla="*/ 1205 w 6343"/>
                  <a:gd name="connsiteY7" fmla="*/ 5630 h 6345"/>
                  <a:gd name="connsiteX8" fmla="*/ 344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59"/>
                    </a:moveTo>
                    <a:cubicBezTo>
                      <a:pt x="4288" y="6559"/>
                      <a:pt x="5095" y="6224"/>
                      <a:pt x="5690" y="5630"/>
                    </a:cubicBezTo>
                    <a:cubicBezTo>
                      <a:pt x="6285" y="5035"/>
                      <a:pt x="6619" y="4227"/>
                      <a:pt x="6619" y="3386"/>
                    </a:cubicBezTo>
                    <a:cubicBezTo>
                      <a:pt x="6619" y="2545"/>
                      <a:pt x="6285" y="1738"/>
                      <a:pt x="5690" y="1143"/>
                    </a:cubicBezTo>
                    <a:cubicBezTo>
                      <a:pt x="5095" y="548"/>
                      <a:pt x="4288" y="213"/>
                      <a:pt x="3447" y="213"/>
                    </a:cubicBezTo>
                    <a:cubicBezTo>
                      <a:pt x="2606" y="213"/>
                      <a:pt x="1799" y="548"/>
                      <a:pt x="1205" y="1143"/>
                    </a:cubicBezTo>
                    <a:cubicBezTo>
                      <a:pt x="610" y="1738"/>
                      <a:pt x="276" y="2545"/>
                      <a:pt x="276" y="3386"/>
                    </a:cubicBezTo>
                    <a:cubicBezTo>
                      <a:pt x="276" y="4227"/>
                      <a:pt x="610" y="5035"/>
                      <a:pt x="1205" y="5630"/>
                    </a:cubicBezTo>
                    <a:cubicBezTo>
                      <a:pt x="1799" y="6224"/>
                      <a:pt x="2606" y="6559"/>
                      <a:pt x="344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20" name="Freeform: Shape 10419">
                <a:extLst>
                  <a:ext uri="{FF2B5EF4-FFF2-40B4-BE49-F238E27FC236}">
                    <a16:creationId xmlns:a16="http://schemas.microsoft.com/office/drawing/2014/main" id="{B7966C1F-6B0C-5746-9140-69C331424E19}"/>
                  </a:ext>
                </a:extLst>
              </p:cNvPr>
              <p:cNvSpPr/>
              <p:nvPr/>
            </p:nvSpPr>
            <p:spPr>
              <a:xfrm>
                <a:off x="9881413" y="6189641"/>
                <a:ext cx="6343" cy="6345"/>
              </a:xfrm>
              <a:custGeom>
                <a:avLst/>
                <a:gdLst>
                  <a:gd name="connsiteX0" fmla="*/ 3445 w 6343"/>
                  <a:gd name="connsiteY0" fmla="*/ 6559 h 6345"/>
                  <a:gd name="connsiteX1" fmla="*/ 5688 w 6343"/>
                  <a:gd name="connsiteY1" fmla="*/ 5630 h 6345"/>
                  <a:gd name="connsiteX2" fmla="*/ 6617 w 6343"/>
                  <a:gd name="connsiteY2" fmla="*/ 3386 h 6345"/>
                  <a:gd name="connsiteX3" fmla="*/ 5688 w 6343"/>
                  <a:gd name="connsiteY3" fmla="*/ 1143 h 6345"/>
                  <a:gd name="connsiteX4" fmla="*/ 3445 w 6343"/>
                  <a:gd name="connsiteY4" fmla="*/ 214 h 6345"/>
                  <a:gd name="connsiteX5" fmla="*/ 1203 w 6343"/>
                  <a:gd name="connsiteY5" fmla="*/ 1143 h 6345"/>
                  <a:gd name="connsiteX6" fmla="*/ 274 w 6343"/>
                  <a:gd name="connsiteY6" fmla="*/ 3386 h 6345"/>
                  <a:gd name="connsiteX7" fmla="*/ 1203 w 6343"/>
                  <a:gd name="connsiteY7" fmla="*/ 5630 h 6345"/>
                  <a:gd name="connsiteX8" fmla="*/ 344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59"/>
                    </a:moveTo>
                    <a:cubicBezTo>
                      <a:pt x="4286" y="6559"/>
                      <a:pt x="5093" y="6225"/>
                      <a:pt x="5688" y="5630"/>
                    </a:cubicBezTo>
                    <a:cubicBezTo>
                      <a:pt x="6283" y="5035"/>
                      <a:pt x="6617" y="4228"/>
                      <a:pt x="6617" y="3386"/>
                    </a:cubicBezTo>
                    <a:cubicBezTo>
                      <a:pt x="6617" y="2545"/>
                      <a:pt x="6283" y="1738"/>
                      <a:pt x="5688" y="1143"/>
                    </a:cubicBezTo>
                    <a:cubicBezTo>
                      <a:pt x="5093" y="548"/>
                      <a:pt x="4286" y="214"/>
                      <a:pt x="3445" y="214"/>
                    </a:cubicBezTo>
                    <a:cubicBezTo>
                      <a:pt x="2604" y="214"/>
                      <a:pt x="1797" y="548"/>
                      <a:pt x="1203" y="1143"/>
                    </a:cubicBezTo>
                    <a:cubicBezTo>
                      <a:pt x="608" y="1738"/>
                      <a:pt x="274" y="2545"/>
                      <a:pt x="274" y="3386"/>
                    </a:cubicBezTo>
                    <a:cubicBezTo>
                      <a:pt x="274" y="4228"/>
                      <a:pt x="608" y="5035"/>
                      <a:pt x="1203" y="5630"/>
                    </a:cubicBezTo>
                    <a:cubicBezTo>
                      <a:pt x="1797" y="6225"/>
                      <a:pt x="2604" y="6559"/>
                      <a:pt x="344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21" name="Freeform: Shape 10420">
                <a:extLst>
                  <a:ext uri="{FF2B5EF4-FFF2-40B4-BE49-F238E27FC236}">
                    <a16:creationId xmlns:a16="http://schemas.microsoft.com/office/drawing/2014/main" id="{581AFCC4-2184-E94D-1A4B-8F6A8D53CD19}"/>
                  </a:ext>
                </a:extLst>
              </p:cNvPr>
              <p:cNvSpPr/>
              <p:nvPr/>
            </p:nvSpPr>
            <p:spPr>
              <a:xfrm>
                <a:off x="9831225" y="6099267"/>
                <a:ext cx="6343" cy="6345"/>
              </a:xfrm>
              <a:custGeom>
                <a:avLst/>
                <a:gdLst>
                  <a:gd name="connsiteX0" fmla="*/ 3441 w 6343"/>
                  <a:gd name="connsiteY0" fmla="*/ 6552 h 6345"/>
                  <a:gd name="connsiteX1" fmla="*/ 5684 w 6343"/>
                  <a:gd name="connsiteY1" fmla="*/ 5623 h 6345"/>
                  <a:gd name="connsiteX2" fmla="*/ 6613 w 6343"/>
                  <a:gd name="connsiteY2" fmla="*/ 3379 h 6345"/>
                  <a:gd name="connsiteX3" fmla="*/ 5684 w 6343"/>
                  <a:gd name="connsiteY3" fmla="*/ 1136 h 6345"/>
                  <a:gd name="connsiteX4" fmla="*/ 3441 w 6343"/>
                  <a:gd name="connsiteY4" fmla="*/ 206 h 6345"/>
                  <a:gd name="connsiteX5" fmla="*/ 1199 w 6343"/>
                  <a:gd name="connsiteY5" fmla="*/ 1136 h 6345"/>
                  <a:gd name="connsiteX6" fmla="*/ 270 w 6343"/>
                  <a:gd name="connsiteY6" fmla="*/ 3379 h 6345"/>
                  <a:gd name="connsiteX7" fmla="*/ 1199 w 6343"/>
                  <a:gd name="connsiteY7" fmla="*/ 5623 h 6345"/>
                  <a:gd name="connsiteX8" fmla="*/ 3441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52"/>
                    </a:moveTo>
                    <a:cubicBezTo>
                      <a:pt x="4282" y="6552"/>
                      <a:pt x="5089" y="6218"/>
                      <a:pt x="5684" y="5623"/>
                    </a:cubicBezTo>
                    <a:cubicBezTo>
                      <a:pt x="6279" y="5028"/>
                      <a:pt x="6613" y="4221"/>
                      <a:pt x="6613" y="3379"/>
                    </a:cubicBezTo>
                    <a:cubicBezTo>
                      <a:pt x="6613" y="2538"/>
                      <a:pt x="6279" y="1731"/>
                      <a:pt x="5684" y="1136"/>
                    </a:cubicBezTo>
                    <a:cubicBezTo>
                      <a:pt x="5089" y="541"/>
                      <a:pt x="4282" y="206"/>
                      <a:pt x="3441" y="206"/>
                    </a:cubicBezTo>
                    <a:cubicBezTo>
                      <a:pt x="2600" y="206"/>
                      <a:pt x="1793" y="541"/>
                      <a:pt x="1199" y="1136"/>
                    </a:cubicBezTo>
                    <a:cubicBezTo>
                      <a:pt x="604" y="1731"/>
                      <a:pt x="270" y="2538"/>
                      <a:pt x="270" y="3379"/>
                    </a:cubicBezTo>
                    <a:cubicBezTo>
                      <a:pt x="270" y="4221"/>
                      <a:pt x="604" y="5028"/>
                      <a:pt x="1199" y="5623"/>
                    </a:cubicBezTo>
                    <a:cubicBezTo>
                      <a:pt x="1793" y="6218"/>
                      <a:pt x="2600" y="6552"/>
                      <a:pt x="3441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22" name="Freeform: Shape 10421">
                <a:extLst>
                  <a:ext uri="{FF2B5EF4-FFF2-40B4-BE49-F238E27FC236}">
                    <a16:creationId xmlns:a16="http://schemas.microsoft.com/office/drawing/2014/main" id="{3E553035-A105-42A0-647B-AAEC4CDDFD3B}"/>
                  </a:ext>
                </a:extLst>
              </p:cNvPr>
              <p:cNvSpPr/>
              <p:nvPr/>
            </p:nvSpPr>
            <p:spPr>
              <a:xfrm>
                <a:off x="9747447" y="5934881"/>
                <a:ext cx="6343" cy="6345"/>
              </a:xfrm>
              <a:custGeom>
                <a:avLst/>
                <a:gdLst>
                  <a:gd name="connsiteX0" fmla="*/ 3435 w 6343"/>
                  <a:gd name="connsiteY0" fmla="*/ 6539 h 6345"/>
                  <a:gd name="connsiteX1" fmla="*/ 5677 w 6343"/>
                  <a:gd name="connsiteY1" fmla="*/ 5610 h 6345"/>
                  <a:gd name="connsiteX2" fmla="*/ 6606 w 6343"/>
                  <a:gd name="connsiteY2" fmla="*/ 3366 h 6345"/>
                  <a:gd name="connsiteX3" fmla="*/ 5677 w 6343"/>
                  <a:gd name="connsiteY3" fmla="*/ 1123 h 6345"/>
                  <a:gd name="connsiteX4" fmla="*/ 3435 w 6343"/>
                  <a:gd name="connsiteY4" fmla="*/ 193 h 6345"/>
                  <a:gd name="connsiteX5" fmla="*/ 1192 w 6343"/>
                  <a:gd name="connsiteY5" fmla="*/ 1123 h 6345"/>
                  <a:gd name="connsiteX6" fmla="*/ 263 w 6343"/>
                  <a:gd name="connsiteY6" fmla="*/ 3366 h 6345"/>
                  <a:gd name="connsiteX7" fmla="*/ 1192 w 6343"/>
                  <a:gd name="connsiteY7" fmla="*/ 5610 h 6345"/>
                  <a:gd name="connsiteX8" fmla="*/ 3435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39"/>
                    </a:moveTo>
                    <a:cubicBezTo>
                      <a:pt x="4276" y="6539"/>
                      <a:pt x="5083" y="6205"/>
                      <a:pt x="5677" y="5610"/>
                    </a:cubicBezTo>
                    <a:cubicBezTo>
                      <a:pt x="6272" y="5015"/>
                      <a:pt x="6606" y="4208"/>
                      <a:pt x="6606" y="3366"/>
                    </a:cubicBezTo>
                    <a:cubicBezTo>
                      <a:pt x="6606" y="2525"/>
                      <a:pt x="6272" y="1718"/>
                      <a:pt x="5677" y="1123"/>
                    </a:cubicBezTo>
                    <a:cubicBezTo>
                      <a:pt x="5083" y="528"/>
                      <a:pt x="4276" y="193"/>
                      <a:pt x="3435" y="193"/>
                    </a:cubicBezTo>
                    <a:cubicBezTo>
                      <a:pt x="2594" y="193"/>
                      <a:pt x="1787" y="528"/>
                      <a:pt x="1192" y="1123"/>
                    </a:cubicBezTo>
                    <a:cubicBezTo>
                      <a:pt x="597" y="1718"/>
                      <a:pt x="263" y="2525"/>
                      <a:pt x="263" y="3366"/>
                    </a:cubicBezTo>
                    <a:cubicBezTo>
                      <a:pt x="263" y="4208"/>
                      <a:pt x="597" y="5015"/>
                      <a:pt x="1192" y="5610"/>
                    </a:cubicBezTo>
                    <a:cubicBezTo>
                      <a:pt x="1787" y="6205"/>
                      <a:pt x="2594" y="6539"/>
                      <a:pt x="3435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23" name="Freeform: Shape 10422">
                <a:extLst>
                  <a:ext uri="{FF2B5EF4-FFF2-40B4-BE49-F238E27FC236}">
                    <a16:creationId xmlns:a16="http://schemas.microsoft.com/office/drawing/2014/main" id="{72E9F3DE-3F33-DC1A-BF43-0BDC71FF529A}"/>
                  </a:ext>
                </a:extLst>
              </p:cNvPr>
              <p:cNvSpPr/>
              <p:nvPr/>
            </p:nvSpPr>
            <p:spPr>
              <a:xfrm>
                <a:off x="9743113" y="5935875"/>
                <a:ext cx="6343" cy="6345"/>
              </a:xfrm>
              <a:custGeom>
                <a:avLst/>
                <a:gdLst>
                  <a:gd name="connsiteX0" fmla="*/ 3434 w 6343"/>
                  <a:gd name="connsiteY0" fmla="*/ 6539 h 6345"/>
                  <a:gd name="connsiteX1" fmla="*/ 5677 w 6343"/>
                  <a:gd name="connsiteY1" fmla="*/ 5610 h 6345"/>
                  <a:gd name="connsiteX2" fmla="*/ 6606 w 6343"/>
                  <a:gd name="connsiteY2" fmla="*/ 3366 h 6345"/>
                  <a:gd name="connsiteX3" fmla="*/ 5677 w 6343"/>
                  <a:gd name="connsiteY3" fmla="*/ 1123 h 6345"/>
                  <a:gd name="connsiteX4" fmla="*/ 3434 w 6343"/>
                  <a:gd name="connsiteY4" fmla="*/ 194 h 6345"/>
                  <a:gd name="connsiteX5" fmla="*/ 1192 w 6343"/>
                  <a:gd name="connsiteY5" fmla="*/ 1123 h 6345"/>
                  <a:gd name="connsiteX6" fmla="*/ 263 w 6343"/>
                  <a:gd name="connsiteY6" fmla="*/ 3366 h 6345"/>
                  <a:gd name="connsiteX7" fmla="*/ 1192 w 6343"/>
                  <a:gd name="connsiteY7" fmla="*/ 5610 h 6345"/>
                  <a:gd name="connsiteX8" fmla="*/ 343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39"/>
                    </a:moveTo>
                    <a:cubicBezTo>
                      <a:pt x="4275" y="6539"/>
                      <a:pt x="5082" y="6205"/>
                      <a:pt x="5677" y="5610"/>
                    </a:cubicBezTo>
                    <a:cubicBezTo>
                      <a:pt x="6272" y="5015"/>
                      <a:pt x="6606" y="4208"/>
                      <a:pt x="6606" y="3366"/>
                    </a:cubicBezTo>
                    <a:cubicBezTo>
                      <a:pt x="6606" y="2525"/>
                      <a:pt x="6272" y="1718"/>
                      <a:pt x="5677" y="1123"/>
                    </a:cubicBezTo>
                    <a:cubicBezTo>
                      <a:pt x="5082" y="528"/>
                      <a:pt x="4275" y="194"/>
                      <a:pt x="3434" y="194"/>
                    </a:cubicBezTo>
                    <a:cubicBezTo>
                      <a:pt x="2593" y="194"/>
                      <a:pt x="1786" y="528"/>
                      <a:pt x="1192" y="1123"/>
                    </a:cubicBezTo>
                    <a:cubicBezTo>
                      <a:pt x="597" y="1718"/>
                      <a:pt x="263" y="2525"/>
                      <a:pt x="263" y="3366"/>
                    </a:cubicBezTo>
                    <a:cubicBezTo>
                      <a:pt x="263" y="4208"/>
                      <a:pt x="597" y="5015"/>
                      <a:pt x="1192" y="5610"/>
                    </a:cubicBezTo>
                    <a:cubicBezTo>
                      <a:pt x="1786" y="6205"/>
                      <a:pt x="2593" y="6539"/>
                      <a:pt x="343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24" name="Freeform: Shape 10423">
                <a:extLst>
                  <a:ext uri="{FF2B5EF4-FFF2-40B4-BE49-F238E27FC236}">
                    <a16:creationId xmlns:a16="http://schemas.microsoft.com/office/drawing/2014/main" id="{DA7D284D-A21B-161B-9AA4-9DEF05A30B8A}"/>
                  </a:ext>
                </a:extLst>
              </p:cNvPr>
              <p:cNvSpPr/>
              <p:nvPr/>
            </p:nvSpPr>
            <p:spPr>
              <a:xfrm>
                <a:off x="9735639" y="5929985"/>
                <a:ext cx="6343" cy="6345"/>
              </a:xfrm>
              <a:custGeom>
                <a:avLst/>
                <a:gdLst>
                  <a:gd name="connsiteX0" fmla="*/ 3434 w 6343"/>
                  <a:gd name="connsiteY0" fmla="*/ 6539 h 6345"/>
                  <a:gd name="connsiteX1" fmla="*/ 5676 w 6343"/>
                  <a:gd name="connsiteY1" fmla="*/ 5609 h 6345"/>
                  <a:gd name="connsiteX2" fmla="*/ 6605 w 6343"/>
                  <a:gd name="connsiteY2" fmla="*/ 3366 h 6345"/>
                  <a:gd name="connsiteX3" fmla="*/ 5676 w 6343"/>
                  <a:gd name="connsiteY3" fmla="*/ 1122 h 6345"/>
                  <a:gd name="connsiteX4" fmla="*/ 3434 w 6343"/>
                  <a:gd name="connsiteY4" fmla="*/ 193 h 6345"/>
                  <a:gd name="connsiteX5" fmla="*/ 1191 w 6343"/>
                  <a:gd name="connsiteY5" fmla="*/ 1122 h 6345"/>
                  <a:gd name="connsiteX6" fmla="*/ 262 w 6343"/>
                  <a:gd name="connsiteY6" fmla="*/ 3366 h 6345"/>
                  <a:gd name="connsiteX7" fmla="*/ 1191 w 6343"/>
                  <a:gd name="connsiteY7" fmla="*/ 5609 h 6345"/>
                  <a:gd name="connsiteX8" fmla="*/ 343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39"/>
                    </a:moveTo>
                    <a:cubicBezTo>
                      <a:pt x="4275" y="6539"/>
                      <a:pt x="5082" y="6204"/>
                      <a:pt x="5676" y="5609"/>
                    </a:cubicBezTo>
                    <a:cubicBezTo>
                      <a:pt x="6271" y="5014"/>
                      <a:pt x="6605" y="4207"/>
                      <a:pt x="6605" y="3366"/>
                    </a:cubicBezTo>
                    <a:cubicBezTo>
                      <a:pt x="6605" y="2524"/>
                      <a:pt x="6271" y="1717"/>
                      <a:pt x="5676" y="1122"/>
                    </a:cubicBezTo>
                    <a:cubicBezTo>
                      <a:pt x="5082" y="527"/>
                      <a:pt x="4275" y="193"/>
                      <a:pt x="3434" y="193"/>
                    </a:cubicBezTo>
                    <a:cubicBezTo>
                      <a:pt x="2593" y="193"/>
                      <a:pt x="1786" y="527"/>
                      <a:pt x="1191" y="1122"/>
                    </a:cubicBezTo>
                    <a:cubicBezTo>
                      <a:pt x="596" y="1717"/>
                      <a:pt x="262" y="2524"/>
                      <a:pt x="262" y="3366"/>
                    </a:cubicBezTo>
                    <a:cubicBezTo>
                      <a:pt x="262" y="4207"/>
                      <a:pt x="596" y="5014"/>
                      <a:pt x="1191" y="5609"/>
                    </a:cubicBezTo>
                    <a:cubicBezTo>
                      <a:pt x="1786" y="6204"/>
                      <a:pt x="2593" y="6539"/>
                      <a:pt x="343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25" name="Freeform: Shape 10424">
                <a:extLst>
                  <a:ext uri="{FF2B5EF4-FFF2-40B4-BE49-F238E27FC236}">
                    <a16:creationId xmlns:a16="http://schemas.microsoft.com/office/drawing/2014/main" id="{5F5AD1D9-4A8E-5CBB-699D-9ABC821BCD3E}"/>
                  </a:ext>
                </a:extLst>
              </p:cNvPr>
              <p:cNvSpPr/>
              <p:nvPr/>
            </p:nvSpPr>
            <p:spPr>
              <a:xfrm>
                <a:off x="9730598" y="5929241"/>
                <a:ext cx="6343" cy="6345"/>
              </a:xfrm>
              <a:custGeom>
                <a:avLst/>
                <a:gdLst>
                  <a:gd name="connsiteX0" fmla="*/ 3433 w 6343"/>
                  <a:gd name="connsiteY0" fmla="*/ 6538 h 6345"/>
                  <a:gd name="connsiteX1" fmla="*/ 5676 w 6343"/>
                  <a:gd name="connsiteY1" fmla="*/ 5609 h 6345"/>
                  <a:gd name="connsiteX2" fmla="*/ 6605 w 6343"/>
                  <a:gd name="connsiteY2" fmla="*/ 3366 h 6345"/>
                  <a:gd name="connsiteX3" fmla="*/ 5676 w 6343"/>
                  <a:gd name="connsiteY3" fmla="*/ 1122 h 6345"/>
                  <a:gd name="connsiteX4" fmla="*/ 3433 w 6343"/>
                  <a:gd name="connsiteY4" fmla="*/ 193 h 6345"/>
                  <a:gd name="connsiteX5" fmla="*/ 1191 w 6343"/>
                  <a:gd name="connsiteY5" fmla="*/ 1122 h 6345"/>
                  <a:gd name="connsiteX6" fmla="*/ 262 w 6343"/>
                  <a:gd name="connsiteY6" fmla="*/ 3366 h 6345"/>
                  <a:gd name="connsiteX7" fmla="*/ 1191 w 6343"/>
                  <a:gd name="connsiteY7" fmla="*/ 5609 h 6345"/>
                  <a:gd name="connsiteX8" fmla="*/ 3433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38"/>
                    </a:moveTo>
                    <a:cubicBezTo>
                      <a:pt x="4274" y="6538"/>
                      <a:pt x="5081" y="6204"/>
                      <a:pt x="5676" y="5609"/>
                    </a:cubicBezTo>
                    <a:cubicBezTo>
                      <a:pt x="6271" y="5014"/>
                      <a:pt x="6605" y="4207"/>
                      <a:pt x="6605" y="3366"/>
                    </a:cubicBezTo>
                    <a:cubicBezTo>
                      <a:pt x="6605" y="2524"/>
                      <a:pt x="6271" y="1717"/>
                      <a:pt x="5676" y="1122"/>
                    </a:cubicBezTo>
                    <a:cubicBezTo>
                      <a:pt x="5081" y="527"/>
                      <a:pt x="4274" y="193"/>
                      <a:pt x="3433" y="193"/>
                    </a:cubicBezTo>
                    <a:cubicBezTo>
                      <a:pt x="2592" y="193"/>
                      <a:pt x="1786" y="527"/>
                      <a:pt x="1191" y="1122"/>
                    </a:cubicBezTo>
                    <a:cubicBezTo>
                      <a:pt x="596" y="1717"/>
                      <a:pt x="262" y="2524"/>
                      <a:pt x="262" y="3366"/>
                    </a:cubicBezTo>
                    <a:cubicBezTo>
                      <a:pt x="262" y="4207"/>
                      <a:pt x="596" y="5014"/>
                      <a:pt x="1191" y="5609"/>
                    </a:cubicBezTo>
                    <a:cubicBezTo>
                      <a:pt x="1786" y="6204"/>
                      <a:pt x="2592" y="6538"/>
                      <a:pt x="3433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26" name="Freeform: Shape 10425">
                <a:extLst>
                  <a:ext uri="{FF2B5EF4-FFF2-40B4-BE49-F238E27FC236}">
                    <a16:creationId xmlns:a16="http://schemas.microsoft.com/office/drawing/2014/main" id="{0B632415-5821-FE3E-FA63-7A998E5FD888}"/>
                  </a:ext>
                </a:extLst>
              </p:cNvPr>
              <p:cNvSpPr/>
              <p:nvPr/>
            </p:nvSpPr>
            <p:spPr>
              <a:xfrm>
                <a:off x="9728859" y="5935868"/>
                <a:ext cx="6343" cy="6345"/>
              </a:xfrm>
              <a:custGeom>
                <a:avLst/>
                <a:gdLst>
                  <a:gd name="connsiteX0" fmla="*/ 3433 w 6343"/>
                  <a:gd name="connsiteY0" fmla="*/ 6539 h 6345"/>
                  <a:gd name="connsiteX1" fmla="*/ 5676 w 6343"/>
                  <a:gd name="connsiteY1" fmla="*/ 5610 h 6345"/>
                  <a:gd name="connsiteX2" fmla="*/ 6605 w 6343"/>
                  <a:gd name="connsiteY2" fmla="*/ 3366 h 6345"/>
                  <a:gd name="connsiteX3" fmla="*/ 5676 w 6343"/>
                  <a:gd name="connsiteY3" fmla="*/ 1123 h 6345"/>
                  <a:gd name="connsiteX4" fmla="*/ 3433 w 6343"/>
                  <a:gd name="connsiteY4" fmla="*/ 194 h 6345"/>
                  <a:gd name="connsiteX5" fmla="*/ 1191 w 6343"/>
                  <a:gd name="connsiteY5" fmla="*/ 1123 h 6345"/>
                  <a:gd name="connsiteX6" fmla="*/ 262 w 6343"/>
                  <a:gd name="connsiteY6" fmla="*/ 3366 h 6345"/>
                  <a:gd name="connsiteX7" fmla="*/ 1191 w 6343"/>
                  <a:gd name="connsiteY7" fmla="*/ 5610 h 6345"/>
                  <a:gd name="connsiteX8" fmla="*/ 343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39"/>
                    </a:moveTo>
                    <a:cubicBezTo>
                      <a:pt x="4274" y="6539"/>
                      <a:pt x="5081" y="6205"/>
                      <a:pt x="5676" y="5610"/>
                    </a:cubicBezTo>
                    <a:cubicBezTo>
                      <a:pt x="6271" y="5015"/>
                      <a:pt x="6605" y="4208"/>
                      <a:pt x="6605" y="3366"/>
                    </a:cubicBezTo>
                    <a:cubicBezTo>
                      <a:pt x="6605" y="2525"/>
                      <a:pt x="6271" y="1718"/>
                      <a:pt x="5676" y="1123"/>
                    </a:cubicBezTo>
                    <a:cubicBezTo>
                      <a:pt x="5081" y="528"/>
                      <a:pt x="4274" y="194"/>
                      <a:pt x="3433" y="194"/>
                    </a:cubicBezTo>
                    <a:cubicBezTo>
                      <a:pt x="2592" y="194"/>
                      <a:pt x="1785" y="528"/>
                      <a:pt x="1191" y="1123"/>
                    </a:cubicBezTo>
                    <a:cubicBezTo>
                      <a:pt x="596" y="1718"/>
                      <a:pt x="262" y="2525"/>
                      <a:pt x="262" y="3366"/>
                    </a:cubicBezTo>
                    <a:cubicBezTo>
                      <a:pt x="262" y="4208"/>
                      <a:pt x="596" y="5015"/>
                      <a:pt x="1191" y="5610"/>
                    </a:cubicBezTo>
                    <a:cubicBezTo>
                      <a:pt x="1785" y="6205"/>
                      <a:pt x="2592" y="6539"/>
                      <a:pt x="343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27" name="Freeform: Shape 10426">
                <a:extLst>
                  <a:ext uri="{FF2B5EF4-FFF2-40B4-BE49-F238E27FC236}">
                    <a16:creationId xmlns:a16="http://schemas.microsoft.com/office/drawing/2014/main" id="{8A0A4A03-5243-2131-2962-4340CAB16CD0}"/>
                  </a:ext>
                </a:extLst>
              </p:cNvPr>
              <p:cNvSpPr/>
              <p:nvPr/>
            </p:nvSpPr>
            <p:spPr>
              <a:xfrm>
                <a:off x="9725896" y="5939848"/>
                <a:ext cx="6343" cy="6345"/>
              </a:xfrm>
              <a:custGeom>
                <a:avLst/>
                <a:gdLst>
                  <a:gd name="connsiteX0" fmla="*/ 3433 w 6343"/>
                  <a:gd name="connsiteY0" fmla="*/ 6539 h 6345"/>
                  <a:gd name="connsiteX1" fmla="*/ 5676 w 6343"/>
                  <a:gd name="connsiteY1" fmla="*/ 5610 h 6345"/>
                  <a:gd name="connsiteX2" fmla="*/ 6605 w 6343"/>
                  <a:gd name="connsiteY2" fmla="*/ 3367 h 6345"/>
                  <a:gd name="connsiteX3" fmla="*/ 5676 w 6343"/>
                  <a:gd name="connsiteY3" fmla="*/ 1123 h 6345"/>
                  <a:gd name="connsiteX4" fmla="*/ 3433 w 6343"/>
                  <a:gd name="connsiteY4" fmla="*/ 194 h 6345"/>
                  <a:gd name="connsiteX5" fmla="*/ 1190 w 6343"/>
                  <a:gd name="connsiteY5" fmla="*/ 1123 h 6345"/>
                  <a:gd name="connsiteX6" fmla="*/ 261 w 6343"/>
                  <a:gd name="connsiteY6" fmla="*/ 3367 h 6345"/>
                  <a:gd name="connsiteX7" fmla="*/ 1190 w 6343"/>
                  <a:gd name="connsiteY7" fmla="*/ 5610 h 6345"/>
                  <a:gd name="connsiteX8" fmla="*/ 343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39"/>
                    </a:moveTo>
                    <a:cubicBezTo>
                      <a:pt x="4274" y="6539"/>
                      <a:pt x="5081" y="6205"/>
                      <a:pt x="5676" y="5610"/>
                    </a:cubicBezTo>
                    <a:cubicBezTo>
                      <a:pt x="6270" y="5015"/>
                      <a:pt x="6605" y="4208"/>
                      <a:pt x="6605" y="3367"/>
                    </a:cubicBezTo>
                    <a:cubicBezTo>
                      <a:pt x="6605" y="2525"/>
                      <a:pt x="6270" y="1718"/>
                      <a:pt x="5676" y="1123"/>
                    </a:cubicBezTo>
                    <a:cubicBezTo>
                      <a:pt x="5081" y="528"/>
                      <a:pt x="4274" y="194"/>
                      <a:pt x="3433" y="194"/>
                    </a:cubicBezTo>
                    <a:cubicBezTo>
                      <a:pt x="2592" y="194"/>
                      <a:pt x="1785" y="528"/>
                      <a:pt x="1190" y="1123"/>
                    </a:cubicBezTo>
                    <a:cubicBezTo>
                      <a:pt x="596" y="1718"/>
                      <a:pt x="261" y="2525"/>
                      <a:pt x="261" y="3367"/>
                    </a:cubicBezTo>
                    <a:cubicBezTo>
                      <a:pt x="261" y="4208"/>
                      <a:pt x="596" y="5015"/>
                      <a:pt x="1190" y="5610"/>
                    </a:cubicBezTo>
                    <a:cubicBezTo>
                      <a:pt x="1785" y="6205"/>
                      <a:pt x="2592" y="6539"/>
                      <a:pt x="343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28" name="Freeform: Shape 10427">
                <a:extLst>
                  <a:ext uri="{FF2B5EF4-FFF2-40B4-BE49-F238E27FC236}">
                    <a16:creationId xmlns:a16="http://schemas.microsoft.com/office/drawing/2014/main" id="{5309D4D5-88FC-F244-B9B4-62FCFB85AC21}"/>
                  </a:ext>
                </a:extLst>
              </p:cNvPr>
              <p:cNvSpPr/>
              <p:nvPr/>
            </p:nvSpPr>
            <p:spPr>
              <a:xfrm>
                <a:off x="9895248" y="6346058"/>
                <a:ext cx="6343" cy="6345"/>
              </a:xfrm>
              <a:custGeom>
                <a:avLst/>
                <a:gdLst>
                  <a:gd name="connsiteX0" fmla="*/ 3446 w 6343"/>
                  <a:gd name="connsiteY0" fmla="*/ 6571 h 6345"/>
                  <a:gd name="connsiteX1" fmla="*/ 5689 w 6343"/>
                  <a:gd name="connsiteY1" fmla="*/ 5642 h 6345"/>
                  <a:gd name="connsiteX2" fmla="*/ 6618 w 6343"/>
                  <a:gd name="connsiteY2" fmla="*/ 3399 h 6345"/>
                  <a:gd name="connsiteX3" fmla="*/ 5689 w 6343"/>
                  <a:gd name="connsiteY3" fmla="*/ 1155 h 6345"/>
                  <a:gd name="connsiteX4" fmla="*/ 3446 w 6343"/>
                  <a:gd name="connsiteY4" fmla="*/ 226 h 6345"/>
                  <a:gd name="connsiteX5" fmla="*/ 1204 w 6343"/>
                  <a:gd name="connsiteY5" fmla="*/ 1155 h 6345"/>
                  <a:gd name="connsiteX6" fmla="*/ 275 w 6343"/>
                  <a:gd name="connsiteY6" fmla="*/ 3399 h 6345"/>
                  <a:gd name="connsiteX7" fmla="*/ 1204 w 6343"/>
                  <a:gd name="connsiteY7" fmla="*/ 5642 h 6345"/>
                  <a:gd name="connsiteX8" fmla="*/ 3446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1"/>
                    </a:moveTo>
                    <a:cubicBezTo>
                      <a:pt x="4287" y="6571"/>
                      <a:pt x="5094" y="6237"/>
                      <a:pt x="5689" y="5642"/>
                    </a:cubicBezTo>
                    <a:cubicBezTo>
                      <a:pt x="6284" y="5047"/>
                      <a:pt x="6618" y="4240"/>
                      <a:pt x="6618" y="3399"/>
                    </a:cubicBezTo>
                    <a:cubicBezTo>
                      <a:pt x="6618" y="2557"/>
                      <a:pt x="6284" y="1750"/>
                      <a:pt x="5689" y="1155"/>
                    </a:cubicBezTo>
                    <a:cubicBezTo>
                      <a:pt x="5094" y="560"/>
                      <a:pt x="4287" y="226"/>
                      <a:pt x="3446" y="226"/>
                    </a:cubicBezTo>
                    <a:cubicBezTo>
                      <a:pt x="2605" y="226"/>
                      <a:pt x="1798" y="560"/>
                      <a:pt x="1204" y="1155"/>
                    </a:cubicBezTo>
                    <a:cubicBezTo>
                      <a:pt x="609" y="1750"/>
                      <a:pt x="275" y="2557"/>
                      <a:pt x="275" y="3399"/>
                    </a:cubicBezTo>
                    <a:cubicBezTo>
                      <a:pt x="275" y="4240"/>
                      <a:pt x="609" y="5047"/>
                      <a:pt x="1204" y="5642"/>
                    </a:cubicBezTo>
                    <a:cubicBezTo>
                      <a:pt x="1798" y="6237"/>
                      <a:pt x="2605" y="6571"/>
                      <a:pt x="3446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29" name="Freeform: Shape 10428">
                <a:extLst>
                  <a:ext uri="{FF2B5EF4-FFF2-40B4-BE49-F238E27FC236}">
                    <a16:creationId xmlns:a16="http://schemas.microsoft.com/office/drawing/2014/main" id="{1662827A-3489-A156-7E9A-328C914EEAEE}"/>
                  </a:ext>
                </a:extLst>
              </p:cNvPr>
              <p:cNvSpPr/>
              <p:nvPr/>
            </p:nvSpPr>
            <p:spPr>
              <a:xfrm>
                <a:off x="9895469" y="6364669"/>
                <a:ext cx="6343" cy="6345"/>
              </a:xfrm>
              <a:custGeom>
                <a:avLst/>
                <a:gdLst>
                  <a:gd name="connsiteX0" fmla="*/ 3446 w 6343"/>
                  <a:gd name="connsiteY0" fmla="*/ 6573 h 6345"/>
                  <a:gd name="connsiteX1" fmla="*/ 5689 w 6343"/>
                  <a:gd name="connsiteY1" fmla="*/ 5643 h 6345"/>
                  <a:gd name="connsiteX2" fmla="*/ 6618 w 6343"/>
                  <a:gd name="connsiteY2" fmla="*/ 3400 h 6345"/>
                  <a:gd name="connsiteX3" fmla="*/ 5689 w 6343"/>
                  <a:gd name="connsiteY3" fmla="*/ 1157 h 6345"/>
                  <a:gd name="connsiteX4" fmla="*/ 3446 w 6343"/>
                  <a:gd name="connsiteY4" fmla="*/ 227 h 6345"/>
                  <a:gd name="connsiteX5" fmla="*/ 1204 w 6343"/>
                  <a:gd name="connsiteY5" fmla="*/ 1157 h 6345"/>
                  <a:gd name="connsiteX6" fmla="*/ 275 w 6343"/>
                  <a:gd name="connsiteY6" fmla="*/ 3400 h 6345"/>
                  <a:gd name="connsiteX7" fmla="*/ 1204 w 6343"/>
                  <a:gd name="connsiteY7" fmla="*/ 5643 h 6345"/>
                  <a:gd name="connsiteX8" fmla="*/ 3446 w 6343"/>
                  <a:gd name="connsiteY8" fmla="*/ 65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3"/>
                    </a:moveTo>
                    <a:cubicBezTo>
                      <a:pt x="4287" y="6573"/>
                      <a:pt x="5094" y="6238"/>
                      <a:pt x="5689" y="5643"/>
                    </a:cubicBezTo>
                    <a:cubicBezTo>
                      <a:pt x="6284" y="5049"/>
                      <a:pt x="6618" y="4241"/>
                      <a:pt x="6618" y="3400"/>
                    </a:cubicBezTo>
                    <a:cubicBezTo>
                      <a:pt x="6618" y="2559"/>
                      <a:pt x="6284" y="1752"/>
                      <a:pt x="5689" y="1157"/>
                    </a:cubicBezTo>
                    <a:cubicBezTo>
                      <a:pt x="5094" y="562"/>
                      <a:pt x="4287" y="227"/>
                      <a:pt x="3446" y="227"/>
                    </a:cubicBezTo>
                    <a:cubicBezTo>
                      <a:pt x="2605" y="227"/>
                      <a:pt x="1799" y="562"/>
                      <a:pt x="1204" y="1157"/>
                    </a:cubicBezTo>
                    <a:cubicBezTo>
                      <a:pt x="609" y="1752"/>
                      <a:pt x="275" y="2559"/>
                      <a:pt x="275" y="3400"/>
                    </a:cubicBezTo>
                    <a:cubicBezTo>
                      <a:pt x="275" y="4241"/>
                      <a:pt x="609" y="5049"/>
                      <a:pt x="1204" y="5643"/>
                    </a:cubicBezTo>
                    <a:cubicBezTo>
                      <a:pt x="1799" y="6238"/>
                      <a:pt x="2605" y="6573"/>
                      <a:pt x="3446" y="65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30" name="Freeform: Shape 10429">
                <a:extLst>
                  <a:ext uri="{FF2B5EF4-FFF2-40B4-BE49-F238E27FC236}">
                    <a16:creationId xmlns:a16="http://schemas.microsoft.com/office/drawing/2014/main" id="{91495811-4FD3-6FD2-1F80-8D43BF1C5DE4}"/>
                  </a:ext>
                </a:extLst>
              </p:cNvPr>
              <p:cNvSpPr/>
              <p:nvPr/>
            </p:nvSpPr>
            <p:spPr>
              <a:xfrm>
                <a:off x="9895622" y="6383669"/>
                <a:ext cx="6343" cy="6345"/>
              </a:xfrm>
              <a:custGeom>
                <a:avLst/>
                <a:gdLst>
                  <a:gd name="connsiteX0" fmla="*/ 3446 w 6343"/>
                  <a:gd name="connsiteY0" fmla="*/ 6574 h 6345"/>
                  <a:gd name="connsiteX1" fmla="*/ 5689 w 6343"/>
                  <a:gd name="connsiteY1" fmla="*/ 5645 h 6345"/>
                  <a:gd name="connsiteX2" fmla="*/ 6618 w 6343"/>
                  <a:gd name="connsiteY2" fmla="*/ 3402 h 6345"/>
                  <a:gd name="connsiteX3" fmla="*/ 5689 w 6343"/>
                  <a:gd name="connsiteY3" fmla="*/ 1158 h 6345"/>
                  <a:gd name="connsiteX4" fmla="*/ 3446 w 6343"/>
                  <a:gd name="connsiteY4" fmla="*/ 229 h 6345"/>
                  <a:gd name="connsiteX5" fmla="*/ 1204 w 6343"/>
                  <a:gd name="connsiteY5" fmla="*/ 1158 h 6345"/>
                  <a:gd name="connsiteX6" fmla="*/ 275 w 6343"/>
                  <a:gd name="connsiteY6" fmla="*/ 3402 h 6345"/>
                  <a:gd name="connsiteX7" fmla="*/ 1204 w 6343"/>
                  <a:gd name="connsiteY7" fmla="*/ 5645 h 6345"/>
                  <a:gd name="connsiteX8" fmla="*/ 3446 w 6343"/>
                  <a:gd name="connsiteY8" fmla="*/ 65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4"/>
                    </a:moveTo>
                    <a:cubicBezTo>
                      <a:pt x="4288" y="6574"/>
                      <a:pt x="5094" y="6240"/>
                      <a:pt x="5689" y="5645"/>
                    </a:cubicBezTo>
                    <a:cubicBezTo>
                      <a:pt x="6284" y="5050"/>
                      <a:pt x="6618" y="4243"/>
                      <a:pt x="6618" y="3402"/>
                    </a:cubicBezTo>
                    <a:cubicBezTo>
                      <a:pt x="6618" y="2560"/>
                      <a:pt x="6284" y="1753"/>
                      <a:pt x="5689" y="1158"/>
                    </a:cubicBezTo>
                    <a:cubicBezTo>
                      <a:pt x="5094" y="563"/>
                      <a:pt x="4288" y="229"/>
                      <a:pt x="3446" y="229"/>
                    </a:cubicBezTo>
                    <a:cubicBezTo>
                      <a:pt x="2605" y="229"/>
                      <a:pt x="1799" y="563"/>
                      <a:pt x="1204" y="1158"/>
                    </a:cubicBezTo>
                    <a:cubicBezTo>
                      <a:pt x="609" y="1753"/>
                      <a:pt x="275" y="2560"/>
                      <a:pt x="275" y="3402"/>
                    </a:cubicBezTo>
                    <a:cubicBezTo>
                      <a:pt x="275" y="4243"/>
                      <a:pt x="609" y="5050"/>
                      <a:pt x="1204" y="5645"/>
                    </a:cubicBezTo>
                    <a:cubicBezTo>
                      <a:pt x="1799" y="6240"/>
                      <a:pt x="2605" y="6574"/>
                      <a:pt x="3446" y="65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31" name="Freeform: Shape 10430">
                <a:extLst>
                  <a:ext uri="{FF2B5EF4-FFF2-40B4-BE49-F238E27FC236}">
                    <a16:creationId xmlns:a16="http://schemas.microsoft.com/office/drawing/2014/main" id="{3D01E368-D35F-DDB7-F10D-32C8446F286A}"/>
                  </a:ext>
                </a:extLst>
              </p:cNvPr>
              <p:cNvSpPr/>
              <p:nvPr/>
            </p:nvSpPr>
            <p:spPr>
              <a:xfrm>
                <a:off x="9894470" y="6400035"/>
                <a:ext cx="6343" cy="6345"/>
              </a:xfrm>
              <a:custGeom>
                <a:avLst/>
                <a:gdLst>
                  <a:gd name="connsiteX0" fmla="*/ 3446 w 6343"/>
                  <a:gd name="connsiteY0" fmla="*/ 6576 h 6345"/>
                  <a:gd name="connsiteX1" fmla="*/ 5689 w 6343"/>
                  <a:gd name="connsiteY1" fmla="*/ 5646 h 6345"/>
                  <a:gd name="connsiteX2" fmla="*/ 6618 w 6343"/>
                  <a:gd name="connsiteY2" fmla="*/ 3403 h 6345"/>
                  <a:gd name="connsiteX3" fmla="*/ 5689 w 6343"/>
                  <a:gd name="connsiteY3" fmla="*/ 1159 h 6345"/>
                  <a:gd name="connsiteX4" fmla="*/ 3446 w 6343"/>
                  <a:gd name="connsiteY4" fmla="*/ 230 h 6345"/>
                  <a:gd name="connsiteX5" fmla="*/ 1204 w 6343"/>
                  <a:gd name="connsiteY5" fmla="*/ 1159 h 6345"/>
                  <a:gd name="connsiteX6" fmla="*/ 275 w 6343"/>
                  <a:gd name="connsiteY6" fmla="*/ 3403 h 6345"/>
                  <a:gd name="connsiteX7" fmla="*/ 1204 w 6343"/>
                  <a:gd name="connsiteY7" fmla="*/ 5646 h 6345"/>
                  <a:gd name="connsiteX8" fmla="*/ 3446 w 6343"/>
                  <a:gd name="connsiteY8" fmla="*/ 65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6"/>
                    </a:moveTo>
                    <a:cubicBezTo>
                      <a:pt x="4287" y="6576"/>
                      <a:pt x="5094" y="6241"/>
                      <a:pt x="5689" y="5646"/>
                    </a:cubicBezTo>
                    <a:cubicBezTo>
                      <a:pt x="6284" y="5051"/>
                      <a:pt x="6618" y="4244"/>
                      <a:pt x="6618" y="3403"/>
                    </a:cubicBezTo>
                    <a:cubicBezTo>
                      <a:pt x="6618" y="2561"/>
                      <a:pt x="6284" y="1754"/>
                      <a:pt x="5689" y="1159"/>
                    </a:cubicBezTo>
                    <a:cubicBezTo>
                      <a:pt x="5094" y="564"/>
                      <a:pt x="4287" y="230"/>
                      <a:pt x="3446" y="230"/>
                    </a:cubicBezTo>
                    <a:cubicBezTo>
                      <a:pt x="2605" y="230"/>
                      <a:pt x="1798" y="564"/>
                      <a:pt x="1204" y="1159"/>
                    </a:cubicBezTo>
                    <a:cubicBezTo>
                      <a:pt x="609" y="1754"/>
                      <a:pt x="275" y="2561"/>
                      <a:pt x="275" y="3403"/>
                    </a:cubicBezTo>
                    <a:cubicBezTo>
                      <a:pt x="275" y="4244"/>
                      <a:pt x="609" y="5051"/>
                      <a:pt x="1204" y="5646"/>
                    </a:cubicBezTo>
                    <a:cubicBezTo>
                      <a:pt x="1798" y="6241"/>
                      <a:pt x="2605" y="6576"/>
                      <a:pt x="3446" y="65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32" name="Freeform: Shape 10431">
                <a:extLst>
                  <a:ext uri="{FF2B5EF4-FFF2-40B4-BE49-F238E27FC236}">
                    <a16:creationId xmlns:a16="http://schemas.microsoft.com/office/drawing/2014/main" id="{013C1C36-063F-506F-D9A6-85D77A020C4B}"/>
                  </a:ext>
                </a:extLst>
              </p:cNvPr>
              <p:cNvSpPr/>
              <p:nvPr/>
            </p:nvSpPr>
            <p:spPr>
              <a:xfrm>
                <a:off x="9810541" y="6209809"/>
                <a:ext cx="6343" cy="6345"/>
              </a:xfrm>
              <a:custGeom>
                <a:avLst/>
                <a:gdLst>
                  <a:gd name="connsiteX0" fmla="*/ 3440 w 6343"/>
                  <a:gd name="connsiteY0" fmla="*/ 6561 h 6345"/>
                  <a:gd name="connsiteX1" fmla="*/ 5682 w 6343"/>
                  <a:gd name="connsiteY1" fmla="*/ 5631 h 6345"/>
                  <a:gd name="connsiteX2" fmla="*/ 6611 w 6343"/>
                  <a:gd name="connsiteY2" fmla="*/ 3388 h 6345"/>
                  <a:gd name="connsiteX3" fmla="*/ 5682 w 6343"/>
                  <a:gd name="connsiteY3" fmla="*/ 1144 h 6345"/>
                  <a:gd name="connsiteX4" fmla="*/ 3440 w 6343"/>
                  <a:gd name="connsiteY4" fmla="*/ 215 h 6345"/>
                  <a:gd name="connsiteX5" fmla="*/ 1197 w 6343"/>
                  <a:gd name="connsiteY5" fmla="*/ 1144 h 6345"/>
                  <a:gd name="connsiteX6" fmla="*/ 268 w 6343"/>
                  <a:gd name="connsiteY6" fmla="*/ 3388 h 6345"/>
                  <a:gd name="connsiteX7" fmla="*/ 1197 w 6343"/>
                  <a:gd name="connsiteY7" fmla="*/ 5631 h 6345"/>
                  <a:gd name="connsiteX8" fmla="*/ 3440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61"/>
                    </a:moveTo>
                    <a:cubicBezTo>
                      <a:pt x="4281" y="6561"/>
                      <a:pt x="5088" y="6226"/>
                      <a:pt x="5682" y="5631"/>
                    </a:cubicBezTo>
                    <a:cubicBezTo>
                      <a:pt x="6277" y="5036"/>
                      <a:pt x="6611" y="4229"/>
                      <a:pt x="6611" y="3388"/>
                    </a:cubicBezTo>
                    <a:cubicBezTo>
                      <a:pt x="6611" y="2546"/>
                      <a:pt x="6277" y="1739"/>
                      <a:pt x="5682" y="1144"/>
                    </a:cubicBezTo>
                    <a:cubicBezTo>
                      <a:pt x="5088" y="549"/>
                      <a:pt x="4281" y="215"/>
                      <a:pt x="3440" y="215"/>
                    </a:cubicBezTo>
                    <a:cubicBezTo>
                      <a:pt x="2599" y="215"/>
                      <a:pt x="1792" y="549"/>
                      <a:pt x="1197" y="1144"/>
                    </a:cubicBezTo>
                    <a:cubicBezTo>
                      <a:pt x="602" y="1739"/>
                      <a:pt x="268" y="2546"/>
                      <a:pt x="268" y="3388"/>
                    </a:cubicBezTo>
                    <a:cubicBezTo>
                      <a:pt x="268" y="4229"/>
                      <a:pt x="602" y="5036"/>
                      <a:pt x="1197" y="5631"/>
                    </a:cubicBezTo>
                    <a:cubicBezTo>
                      <a:pt x="1792" y="6226"/>
                      <a:pt x="2599" y="6561"/>
                      <a:pt x="3440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33" name="Freeform: Shape 10432">
                <a:extLst>
                  <a:ext uri="{FF2B5EF4-FFF2-40B4-BE49-F238E27FC236}">
                    <a16:creationId xmlns:a16="http://schemas.microsoft.com/office/drawing/2014/main" id="{780CC066-6288-CB71-0016-4A89082DA14A}"/>
                  </a:ext>
                </a:extLst>
              </p:cNvPr>
              <p:cNvSpPr/>
              <p:nvPr/>
            </p:nvSpPr>
            <p:spPr>
              <a:xfrm>
                <a:off x="9897629" y="6448164"/>
                <a:ext cx="6343" cy="6345"/>
              </a:xfrm>
              <a:custGeom>
                <a:avLst/>
                <a:gdLst>
                  <a:gd name="connsiteX0" fmla="*/ 3447 w 6343"/>
                  <a:gd name="connsiteY0" fmla="*/ 6579 h 6345"/>
                  <a:gd name="connsiteX1" fmla="*/ 5689 w 6343"/>
                  <a:gd name="connsiteY1" fmla="*/ 5650 h 6345"/>
                  <a:gd name="connsiteX2" fmla="*/ 6618 w 6343"/>
                  <a:gd name="connsiteY2" fmla="*/ 3407 h 6345"/>
                  <a:gd name="connsiteX3" fmla="*/ 5689 w 6343"/>
                  <a:gd name="connsiteY3" fmla="*/ 1163 h 6345"/>
                  <a:gd name="connsiteX4" fmla="*/ 3447 w 6343"/>
                  <a:gd name="connsiteY4" fmla="*/ 234 h 6345"/>
                  <a:gd name="connsiteX5" fmla="*/ 1204 w 6343"/>
                  <a:gd name="connsiteY5" fmla="*/ 1163 h 6345"/>
                  <a:gd name="connsiteX6" fmla="*/ 275 w 6343"/>
                  <a:gd name="connsiteY6" fmla="*/ 3407 h 6345"/>
                  <a:gd name="connsiteX7" fmla="*/ 1204 w 6343"/>
                  <a:gd name="connsiteY7" fmla="*/ 5650 h 6345"/>
                  <a:gd name="connsiteX8" fmla="*/ 3447 w 6343"/>
                  <a:gd name="connsiteY8" fmla="*/ 65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79"/>
                    </a:moveTo>
                    <a:cubicBezTo>
                      <a:pt x="4288" y="6579"/>
                      <a:pt x="5094" y="6245"/>
                      <a:pt x="5689" y="5650"/>
                    </a:cubicBezTo>
                    <a:cubicBezTo>
                      <a:pt x="6284" y="5055"/>
                      <a:pt x="6618" y="4248"/>
                      <a:pt x="6618" y="3407"/>
                    </a:cubicBezTo>
                    <a:cubicBezTo>
                      <a:pt x="6618" y="2565"/>
                      <a:pt x="6284" y="1758"/>
                      <a:pt x="5689" y="1163"/>
                    </a:cubicBezTo>
                    <a:cubicBezTo>
                      <a:pt x="5094" y="568"/>
                      <a:pt x="4288" y="234"/>
                      <a:pt x="3447" y="234"/>
                    </a:cubicBezTo>
                    <a:cubicBezTo>
                      <a:pt x="2605" y="234"/>
                      <a:pt x="1799" y="568"/>
                      <a:pt x="1204" y="1163"/>
                    </a:cubicBezTo>
                    <a:cubicBezTo>
                      <a:pt x="609" y="1758"/>
                      <a:pt x="275" y="2565"/>
                      <a:pt x="275" y="3407"/>
                    </a:cubicBezTo>
                    <a:cubicBezTo>
                      <a:pt x="275" y="4248"/>
                      <a:pt x="609" y="5055"/>
                      <a:pt x="1204" y="5650"/>
                    </a:cubicBezTo>
                    <a:cubicBezTo>
                      <a:pt x="1799" y="6245"/>
                      <a:pt x="2605" y="6579"/>
                      <a:pt x="3447" y="65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34" name="Freeform: Shape 10433">
                <a:extLst>
                  <a:ext uri="{FF2B5EF4-FFF2-40B4-BE49-F238E27FC236}">
                    <a16:creationId xmlns:a16="http://schemas.microsoft.com/office/drawing/2014/main" id="{9059C16C-E16E-821A-672D-43AE4B182D16}"/>
                  </a:ext>
                </a:extLst>
              </p:cNvPr>
              <p:cNvSpPr/>
              <p:nvPr/>
            </p:nvSpPr>
            <p:spPr>
              <a:xfrm>
                <a:off x="9896259" y="6465754"/>
                <a:ext cx="6343" cy="6345"/>
              </a:xfrm>
              <a:custGeom>
                <a:avLst/>
                <a:gdLst>
                  <a:gd name="connsiteX0" fmla="*/ 3446 w 6343"/>
                  <a:gd name="connsiteY0" fmla="*/ 6581 h 6345"/>
                  <a:gd name="connsiteX1" fmla="*/ 5689 w 6343"/>
                  <a:gd name="connsiteY1" fmla="*/ 5651 h 6345"/>
                  <a:gd name="connsiteX2" fmla="*/ 6618 w 6343"/>
                  <a:gd name="connsiteY2" fmla="*/ 3408 h 6345"/>
                  <a:gd name="connsiteX3" fmla="*/ 5689 w 6343"/>
                  <a:gd name="connsiteY3" fmla="*/ 1165 h 6345"/>
                  <a:gd name="connsiteX4" fmla="*/ 3446 w 6343"/>
                  <a:gd name="connsiteY4" fmla="*/ 235 h 6345"/>
                  <a:gd name="connsiteX5" fmla="*/ 1204 w 6343"/>
                  <a:gd name="connsiteY5" fmla="*/ 1165 h 6345"/>
                  <a:gd name="connsiteX6" fmla="*/ 275 w 6343"/>
                  <a:gd name="connsiteY6" fmla="*/ 3408 h 6345"/>
                  <a:gd name="connsiteX7" fmla="*/ 1204 w 6343"/>
                  <a:gd name="connsiteY7" fmla="*/ 5651 h 6345"/>
                  <a:gd name="connsiteX8" fmla="*/ 3446 w 6343"/>
                  <a:gd name="connsiteY8" fmla="*/ 658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81"/>
                    </a:moveTo>
                    <a:cubicBezTo>
                      <a:pt x="4288" y="6581"/>
                      <a:pt x="5094" y="6246"/>
                      <a:pt x="5689" y="5651"/>
                    </a:cubicBezTo>
                    <a:cubicBezTo>
                      <a:pt x="6284" y="5056"/>
                      <a:pt x="6618" y="4249"/>
                      <a:pt x="6618" y="3408"/>
                    </a:cubicBezTo>
                    <a:cubicBezTo>
                      <a:pt x="6618" y="2567"/>
                      <a:pt x="6284" y="1760"/>
                      <a:pt x="5689" y="1165"/>
                    </a:cubicBezTo>
                    <a:cubicBezTo>
                      <a:pt x="5094" y="570"/>
                      <a:pt x="4288" y="235"/>
                      <a:pt x="3446" y="235"/>
                    </a:cubicBezTo>
                    <a:cubicBezTo>
                      <a:pt x="2605" y="235"/>
                      <a:pt x="1799" y="570"/>
                      <a:pt x="1204" y="1165"/>
                    </a:cubicBezTo>
                    <a:cubicBezTo>
                      <a:pt x="609" y="1760"/>
                      <a:pt x="275" y="2567"/>
                      <a:pt x="275" y="3408"/>
                    </a:cubicBezTo>
                    <a:cubicBezTo>
                      <a:pt x="275" y="4249"/>
                      <a:pt x="609" y="5056"/>
                      <a:pt x="1204" y="5651"/>
                    </a:cubicBezTo>
                    <a:cubicBezTo>
                      <a:pt x="1799" y="6246"/>
                      <a:pt x="2605" y="6581"/>
                      <a:pt x="3446" y="65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35" name="Freeform: Shape 10434">
                <a:extLst>
                  <a:ext uri="{FF2B5EF4-FFF2-40B4-BE49-F238E27FC236}">
                    <a16:creationId xmlns:a16="http://schemas.microsoft.com/office/drawing/2014/main" id="{CB0EB446-3CE6-DEBC-0F6A-8F15BBE684B5}"/>
                  </a:ext>
                </a:extLst>
              </p:cNvPr>
              <p:cNvSpPr/>
              <p:nvPr/>
            </p:nvSpPr>
            <p:spPr>
              <a:xfrm>
                <a:off x="9895936" y="6486661"/>
                <a:ext cx="6343" cy="6345"/>
              </a:xfrm>
              <a:custGeom>
                <a:avLst/>
                <a:gdLst>
                  <a:gd name="connsiteX0" fmla="*/ 3446 w 6343"/>
                  <a:gd name="connsiteY0" fmla="*/ 6582 h 6345"/>
                  <a:gd name="connsiteX1" fmla="*/ 5689 w 6343"/>
                  <a:gd name="connsiteY1" fmla="*/ 5653 h 6345"/>
                  <a:gd name="connsiteX2" fmla="*/ 6618 w 6343"/>
                  <a:gd name="connsiteY2" fmla="*/ 3410 h 6345"/>
                  <a:gd name="connsiteX3" fmla="*/ 5689 w 6343"/>
                  <a:gd name="connsiteY3" fmla="*/ 1166 h 6345"/>
                  <a:gd name="connsiteX4" fmla="*/ 3446 w 6343"/>
                  <a:gd name="connsiteY4" fmla="*/ 237 h 6345"/>
                  <a:gd name="connsiteX5" fmla="*/ 1204 w 6343"/>
                  <a:gd name="connsiteY5" fmla="*/ 1166 h 6345"/>
                  <a:gd name="connsiteX6" fmla="*/ 275 w 6343"/>
                  <a:gd name="connsiteY6" fmla="*/ 3410 h 6345"/>
                  <a:gd name="connsiteX7" fmla="*/ 1204 w 6343"/>
                  <a:gd name="connsiteY7" fmla="*/ 5653 h 6345"/>
                  <a:gd name="connsiteX8" fmla="*/ 3446 w 6343"/>
                  <a:gd name="connsiteY8" fmla="*/ 658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82"/>
                    </a:moveTo>
                    <a:cubicBezTo>
                      <a:pt x="4288" y="6582"/>
                      <a:pt x="5094" y="6248"/>
                      <a:pt x="5689" y="5653"/>
                    </a:cubicBezTo>
                    <a:cubicBezTo>
                      <a:pt x="6284" y="5058"/>
                      <a:pt x="6618" y="4251"/>
                      <a:pt x="6618" y="3410"/>
                    </a:cubicBezTo>
                    <a:cubicBezTo>
                      <a:pt x="6618" y="2568"/>
                      <a:pt x="6284" y="1761"/>
                      <a:pt x="5689" y="1166"/>
                    </a:cubicBezTo>
                    <a:cubicBezTo>
                      <a:pt x="5094" y="571"/>
                      <a:pt x="4288" y="237"/>
                      <a:pt x="3446" y="237"/>
                    </a:cubicBezTo>
                    <a:cubicBezTo>
                      <a:pt x="2605" y="237"/>
                      <a:pt x="1799" y="571"/>
                      <a:pt x="1204" y="1166"/>
                    </a:cubicBezTo>
                    <a:cubicBezTo>
                      <a:pt x="609" y="1761"/>
                      <a:pt x="275" y="2568"/>
                      <a:pt x="275" y="3410"/>
                    </a:cubicBezTo>
                    <a:cubicBezTo>
                      <a:pt x="275" y="4251"/>
                      <a:pt x="609" y="5058"/>
                      <a:pt x="1204" y="5653"/>
                    </a:cubicBezTo>
                    <a:cubicBezTo>
                      <a:pt x="1799" y="6248"/>
                      <a:pt x="2605" y="6582"/>
                      <a:pt x="3446" y="65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36" name="Freeform: Shape 10435">
                <a:extLst>
                  <a:ext uri="{FF2B5EF4-FFF2-40B4-BE49-F238E27FC236}">
                    <a16:creationId xmlns:a16="http://schemas.microsoft.com/office/drawing/2014/main" id="{6293192B-54FF-5620-3991-9F5901A7ECE2}"/>
                  </a:ext>
                </a:extLst>
              </p:cNvPr>
              <p:cNvSpPr/>
              <p:nvPr/>
            </p:nvSpPr>
            <p:spPr>
              <a:xfrm>
                <a:off x="9897277" y="6512730"/>
                <a:ext cx="6343" cy="6345"/>
              </a:xfrm>
              <a:custGeom>
                <a:avLst/>
                <a:gdLst>
                  <a:gd name="connsiteX0" fmla="*/ 3447 w 6343"/>
                  <a:gd name="connsiteY0" fmla="*/ 6584 h 6345"/>
                  <a:gd name="connsiteX1" fmla="*/ 5689 w 6343"/>
                  <a:gd name="connsiteY1" fmla="*/ 5655 h 6345"/>
                  <a:gd name="connsiteX2" fmla="*/ 6618 w 6343"/>
                  <a:gd name="connsiteY2" fmla="*/ 3412 h 6345"/>
                  <a:gd name="connsiteX3" fmla="*/ 5689 w 6343"/>
                  <a:gd name="connsiteY3" fmla="*/ 1168 h 6345"/>
                  <a:gd name="connsiteX4" fmla="*/ 3447 w 6343"/>
                  <a:gd name="connsiteY4" fmla="*/ 239 h 6345"/>
                  <a:gd name="connsiteX5" fmla="*/ 1204 w 6343"/>
                  <a:gd name="connsiteY5" fmla="*/ 1168 h 6345"/>
                  <a:gd name="connsiteX6" fmla="*/ 275 w 6343"/>
                  <a:gd name="connsiteY6" fmla="*/ 3412 h 6345"/>
                  <a:gd name="connsiteX7" fmla="*/ 1204 w 6343"/>
                  <a:gd name="connsiteY7" fmla="*/ 5655 h 6345"/>
                  <a:gd name="connsiteX8" fmla="*/ 3447 w 6343"/>
                  <a:gd name="connsiteY8" fmla="*/ 65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84"/>
                    </a:moveTo>
                    <a:cubicBezTo>
                      <a:pt x="4288" y="6584"/>
                      <a:pt x="5094" y="6250"/>
                      <a:pt x="5689" y="5655"/>
                    </a:cubicBezTo>
                    <a:cubicBezTo>
                      <a:pt x="6284" y="5060"/>
                      <a:pt x="6618" y="4253"/>
                      <a:pt x="6618" y="3412"/>
                    </a:cubicBezTo>
                    <a:cubicBezTo>
                      <a:pt x="6618" y="2570"/>
                      <a:pt x="6284" y="1763"/>
                      <a:pt x="5689" y="1168"/>
                    </a:cubicBezTo>
                    <a:cubicBezTo>
                      <a:pt x="5094" y="573"/>
                      <a:pt x="4288" y="239"/>
                      <a:pt x="3447" y="239"/>
                    </a:cubicBezTo>
                    <a:cubicBezTo>
                      <a:pt x="2605" y="239"/>
                      <a:pt x="1799" y="573"/>
                      <a:pt x="1204" y="1168"/>
                    </a:cubicBezTo>
                    <a:cubicBezTo>
                      <a:pt x="609" y="1763"/>
                      <a:pt x="275" y="2570"/>
                      <a:pt x="275" y="3412"/>
                    </a:cubicBezTo>
                    <a:cubicBezTo>
                      <a:pt x="275" y="4253"/>
                      <a:pt x="609" y="5060"/>
                      <a:pt x="1204" y="5655"/>
                    </a:cubicBezTo>
                    <a:cubicBezTo>
                      <a:pt x="1799" y="6250"/>
                      <a:pt x="2605" y="6584"/>
                      <a:pt x="3447" y="6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37" name="Freeform: Shape 10436">
                <a:extLst>
                  <a:ext uri="{FF2B5EF4-FFF2-40B4-BE49-F238E27FC236}">
                    <a16:creationId xmlns:a16="http://schemas.microsoft.com/office/drawing/2014/main" id="{E3F26C30-7488-FAB9-01E9-334ADCFC0D04}"/>
                  </a:ext>
                </a:extLst>
              </p:cNvPr>
              <p:cNvSpPr/>
              <p:nvPr/>
            </p:nvSpPr>
            <p:spPr>
              <a:xfrm>
                <a:off x="9897066" y="6535436"/>
                <a:ext cx="6343" cy="6345"/>
              </a:xfrm>
              <a:custGeom>
                <a:avLst/>
                <a:gdLst>
                  <a:gd name="connsiteX0" fmla="*/ 3447 w 6343"/>
                  <a:gd name="connsiteY0" fmla="*/ 6586 h 6345"/>
                  <a:gd name="connsiteX1" fmla="*/ 5689 w 6343"/>
                  <a:gd name="connsiteY1" fmla="*/ 5657 h 6345"/>
                  <a:gd name="connsiteX2" fmla="*/ 6618 w 6343"/>
                  <a:gd name="connsiteY2" fmla="*/ 3414 h 6345"/>
                  <a:gd name="connsiteX3" fmla="*/ 5689 w 6343"/>
                  <a:gd name="connsiteY3" fmla="*/ 1170 h 6345"/>
                  <a:gd name="connsiteX4" fmla="*/ 3447 w 6343"/>
                  <a:gd name="connsiteY4" fmla="*/ 241 h 6345"/>
                  <a:gd name="connsiteX5" fmla="*/ 1204 w 6343"/>
                  <a:gd name="connsiteY5" fmla="*/ 1170 h 6345"/>
                  <a:gd name="connsiteX6" fmla="*/ 275 w 6343"/>
                  <a:gd name="connsiteY6" fmla="*/ 3414 h 6345"/>
                  <a:gd name="connsiteX7" fmla="*/ 1204 w 6343"/>
                  <a:gd name="connsiteY7" fmla="*/ 5657 h 6345"/>
                  <a:gd name="connsiteX8" fmla="*/ 3447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86"/>
                    </a:moveTo>
                    <a:cubicBezTo>
                      <a:pt x="4288" y="6586"/>
                      <a:pt x="5094" y="6252"/>
                      <a:pt x="5689" y="5657"/>
                    </a:cubicBezTo>
                    <a:cubicBezTo>
                      <a:pt x="6284" y="5062"/>
                      <a:pt x="6618" y="4255"/>
                      <a:pt x="6618" y="3414"/>
                    </a:cubicBezTo>
                    <a:cubicBezTo>
                      <a:pt x="6618" y="2572"/>
                      <a:pt x="6284" y="1765"/>
                      <a:pt x="5689" y="1170"/>
                    </a:cubicBezTo>
                    <a:cubicBezTo>
                      <a:pt x="5094" y="575"/>
                      <a:pt x="4288" y="241"/>
                      <a:pt x="3447" y="241"/>
                    </a:cubicBezTo>
                    <a:cubicBezTo>
                      <a:pt x="2605" y="241"/>
                      <a:pt x="1799" y="575"/>
                      <a:pt x="1204" y="1170"/>
                    </a:cubicBezTo>
                    <a:cubicBezTo>
                      <a:pt x="609" y="1765"/>
                      <a:pt x="275" y="2572"/>
                      <a:pt x="275" y="3414"/>
                    </a:cubicBezTo>
                    <a:cubicBezTo>
                      <a:pt x="275" y="4255"/>
                      <a:pt x="609" y="5062"/>
                      <a:pt x="1204" y="5657"/>
                    </a:cubicBezTo>
                    <a:cubicBezTo>
                      <a:pt x="1799" y="6252"/>
                      <a:pt x="2605" y="6586"/>
                      <a:pt x="3447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38" name="Freeform: Shape 10437">
                <a:extLst>
                  <a:ext uri="{FF2B5EF4-FFF2-40B4-BE49-F238E27FC236}">
                    <a16:creationId xmlns:a16="http://schemas.microsoft.com/office/drawing/2014/main" id="{8A15E37F-9605-36DA-DD5B-5FF6E66C2375}"/>
                  </a:ext>
                </a:extLst>
              </p:cNvPr>
              <p:cNvSpPr/>
              <p:nvPr/>
            </p:nvSpPr>
            <p:spPr>
              <a:xfrm>
                <a:off x="9897419" y="6560492"/>
                <a:ext cx="6343" cy="6345"/>
              </a:xfrm>
              <a:custGeom>
                <a:avLst/>
                <a:gdLst>
                  <a:gd name="connsiteX0" fmla="*/ 3447 w 6343"/>
                  <a:gd name="connsiteY0" fmla="*/ 6588 h 6345"/>
                  <a:gd name="connsiteX1" fmla="*/ 5689 w 6343"/>
                  <a:gd name="connsiteY1" fmla="*/ 5659 h 6345"/>
                  <a:gd name="connsiteX2" fmla="*/ 6618 w 6343"/>
                  <a:gd name="connsiteY2" fmla="*/ 3415 h 6345"/>
                  <a:gd name="connsiteX3" fmla="*/ 5689 w 6343"/>
                  <a:gd name="connsiteY3" fmla="*/ 1172 h 6345"/>
                  <a:gd name="connsiteX4" fmla="*/ 3447 w 6343"/>
                  <a:gd name="connsiteY4" fmla="*/ 243 h 6345"/>
                  <a:gd name="connsiteX5" fmla="*/ 1204 w 6343"/>
                  <a:gd name="connsiteY5" fmla="*/ 1172 h 6345"/>
                  <a:gd name="connsiteX6" fmla="*/ 275 w 6343"/>
                  <a:gd name="connsiteY6" fmla="*/ 3415 h 6345"/>
                  <a:gd name="connsiteX7" fmla="*/ 1204 w 6343"/>
                  <a:gd name="connsiteY7" fmla="*/ 5659 h 6345"/>
                  <a:gd name="connsiteX8" fmla="*/ 3447 w 6343"/>
                  <a:gd name="connsiteY8" fmla="*/ 65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88"/>
                    </a:moveTo>
                    <a:cubicBezTo>
                      <a:pt x="4288" y="6588"/>
                      <a:pt x="5094" y="6254"/>
                      <a:pt x="5689" y="5659"/>
                    </a:cubicBezTo>
                    <a:cubicBezTo>
                      <a:pt x="6284" y="5064"/>
                      <a:pt x="6618" y="4257"/>
                      <a:pt x="6618" y="3415"/>
                    </a:cubicBezTo>
                    <a:cubicBezTo>
                      <a:pt x="6618" y="2574"/>
                      <a:pt x="6284" y="1767"/>
                      <a:pt x="5689" y="1172"/>
                    </a:cubicBezTo>
                    <a:cubicBezTo>
                      <a:pt x="5094" y="577"/>
                      <a:pt x="4288" y="243"/>
                      <a:pt x="3447" y="243"/>
                    </a:cubicBezTo>
                    <a:cubicBezTo>
                      <a:pt x="2605" y="243"/>
                      <a:pt x="1799" y="577"/>
                      <a:pt x="1204" y="1172"/>
                    </a:cubicBezTo>
                    <a:cubicBezTo>
                      <a:pt x="609" y="1767"/>
                      <a:pt x="275" y="2574"/>
                      <a:pt x="275" y="3415"/>
                    </a:cubicBezTo>
                    <a:cubicBezTo>
                      <a:pt x="275" y="4257"/>
                      <a:pt x="609" y="5064"/>
                      <a:pt x="1204" y="5659"/>
                    </a:cubicBezTo>
                    <a:cubicBezTo>
                      <a:pt x="1799" y="6254"/>
                      <a:pt x="2605" y="6588"/>
                      <a:pt x="3447" y="6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39" name="Freeform: Shape 10438">
                <a:extLst>
                  <a:ext uri="{FF2B5EF4-FFF2-40B4-BE49-F238E27FC236}">
                    <a16:creationId xmlns:a16="http://schemas.microsoft.com/office/drawing/2014/main" id="{C2A13FEA-E2FC-586F-20AD-14EA0EF9291F}"/>
                  </a:ext>
                </a:extLst>
              </p:cNvPr>
              <p:cNvSpPr/>
              <p:nvPr/>
            </p:nvSpPr>
            <p:spPr>
              <a:xfrm>
                <a:off x="9896109" y="6581686"/>
                <a:ext cx="6343" cy="6345"/>
              </a:xfrm>
              <a:custGeom>
                <a:avLst/>
                <a:gdLst>
                  <a:gd name="connsiteX0" fmla="*/ 3446 w 6343"/>
                  <a:gd name="connsiteY0" fmla="*/ 6590 h 6345"/>
                  <a:gd name="connsiteX1" fmla="*/ 5689 w 6343"/>
                  <a:gd name="connsiteY1" fmla="*/ 5661 h 6345"/>
                  <a:gd name="connsiteX2" fmla="*/ 6618 w 6343"/>
                  <a:gd name="connsiteY2" fmla="*/ 3417 h 6345"/>
                  <a:gd name="connsiteX3" fmla="*/ 5689 w 6343"/>
                  <a:gd name="connsiteY3" fmla="*/ 1174 h 6345"/>
                  <a:gd name="connsiteX4" fmla="*/ 3446 w 6343"/>
                  <a:gd name="connsiteY4" fmla="*/ 244 h 6345"/>
                  <a:gd name="connsiteX5" fmla="*/ 1204 w 6343"/>
                  <a:gd name="connsiteY5" fmla="*/ 1174 h 6345"/>
                  <a:gd name="connsiteX6" fmla="*/ 275 w 6343"/>
                  <a:gd name="connsiteY6" fmla="*/ 3417 h 6345"/>
                  <a:gd name="connsiteX7" fmla="*/ 1204 w 6343"/>
                  <a:gd name="connsiteY7" fmla="*/ 5661 h 6345"/>
                  <a:gd name="connsiteX8" fmla="*/ 3446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90"/>
                    </a:moveTo>
                    <a:cubicBezTo>
                      <a:pt x="4288" y="6590"/>
                      <a:pt x="5094" y="6256"/>
                      <a:pt x="5689" y="5661"/>
                    </a:cubicBezTo>
                    <a:cubicBezTo>
                      <a:pt x="6284" y="5066"/>
                      <a:pt x="6618" y="4259"/>
                      <a:pt x="6618" y="3417"/>
                    </a:cubicBezTo>
                    <a:cubicBezTo>
                      <a:pt x="6618" y="2576"/>
                      <a:pt x="6284" y="1769"/>
                      <a:pt x="5689" y="1174"/>
                    </a:cubicBezTo>
                    <a:cubicBezTo>
                      <a:pt x="5094" y="579"/>
                      <a:pt x="4288" y="244"/>
                      <a:pt x="3446" y="244"/>
                    </a:cubicBezTo>
                    <a:cubicBezTo>
                      <a:pt x="2605" y="244"/>
                      <a:pt x="1799" y="579"/>
                      <a:pt x="1204" y="1174"/>
                    </a:cubicBezTo>
                    <a:cubicBezTo>
                      <a:pt x="609" y="1769"/>
                      <a:pt x="275" y="2576"/>
                      <a:pt x="275" y="3417"/>
                    </a:cubicBezTo>
                    <a:cubicBezTo>
                      <a:pt x="275" y="4259"/>
                      <a:pt x="609" y="5066"/>
                      <a:pt x="1204" y="5661"/>
                    </a:cubicBezTo>
                    <a:cubicBezTo>
                      <a:pt x="1799" y="6256"/>
                      <a:pt x="2605" y="6590"/>
                      <a:pt x="3446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40" name="Freeform: Shape 10439">
                <a:extLst>
                  <a:ext uri="{FF2B5EF4-FFF2-40B4-BE49-F238E27FC236}">
                    <a16:creationId xmlns:a16="http://schemas.microsoft.com/office/drawing/2014/main" id="{26BF38CC-1C9D-328D-2C36-F3A671601977}"/>
                  </a:ext>
                </a:extLst>
              </p:cNvPr>
              <p:cNvSpPr/>
              <p:nvPr/>
            </p:nvSpPr>
            <p:spPr>
              <a:xfrm>
                <a:off x="9894412" y="6602494"/>
                <a:ext cx="6343" cy="6345"/>
              </a:xfrm>
              <a:custGeom>
                <a:avLst/>
                <a:gdLst>
                  <a:gd name="connsiteX0" fmla="*/ 3446 w 6343"/>
                  <a:gd name="connsiteY0" fmla="*/ 6591 h 6345"/>
                  <a:gd name="connsiteX1" fmla="*/ 5689 w 6343"/>
                  <a:gd name="connsiteY1" fmla="*/ 5662 h 6345"/>
                  <a:gd name="connsiteX2" fmla="*/ 6618 w 6343"/>
                  <a:gd name="connsiteY2" fmla="*/ 3419 h 6345"/>
                  <a:gd name="connsiteX3" fmla="*/ 5689 w 6343"/>
                  <a:gd name="connsiteY3" fmla="*/ 1175 h 6345"/>
                  <a:gd name="connsiteX4" fmla="*/ 3446 w 6343"/>
                  <a:gd name="connsiteY4" fmla="*/ 246 h 6345"/>
                  <a:gd name="connsiteX5" fmla="*/ 1204 w 6343"/>
                  <a:gd name="connsiteY5" fmla="*/ 1175 h 6345"/>
                  <a:gd name="connsiteX6" fmla="*/ 275 w 6343"/>
                  <a:gd name="connsiteY6" fmla="*/ 3419 h 6345"/>
                  <a:gd name="connsiteX7" fmla="*/ 1204 w 6343"/>
                  <a:gd name="connsiteY7" fmla="*/ 5662 h 6345"/>
                  <a:gd name="connsiteX8" fmla="*/ 3446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91"/>
                    </a:moveTo>
                    <a:cubicBezTo>
                      <a:pt x="4287" y="6591"/>
                      <a:pt x="5094" y="6257"/>
                      <a:pt x="5689" y="5662"/>
                    </a:cubicBezTo>
                    <a:cubicBezTo>
                      <a:pt x="6284" y="5067"/>
                      <a:pt x="6618" y="4260"/>
                      <a:pt x="6618" y="3419"/>
                    </a:cubicBezTo>
                    <a:cubicBezTo>
                      <a:pt x="6618" y="2577"/>
                      <a:pt x="6284" y="1770"/>
                      <a:pt x="5689" y="1175"/>
                    </a:cubicBezTo>
                    <a:cubicBezTo>
                      <a:pt x="5094" y="580"/>
                      <a:pt x="4287" y="246"/>
                      <a:pt x="3446" y="246"/>
                    </a:cubicBezTo>
                    <a:cubicBezTo>
                      <a:pt x="2605" y="246"/>
                      <a:pt x="1798" y="580"/>
                      <a:pt x="1204" y="1175"/>
                    </a:cubicBezTo>
                    <a:cubicBezTo>
                      <a:pt x="609" y="1770"/>
                      <a:pt x="275" y="2577"/>
                      <a:pt x="275" y="3419"/>
                    </a:cubicBezTo>
                    <a:cubicBezTo>
                      <a:pt x="275" y="4260"/>
                      <a:pt x="609" y="5067"/>
                      <a:pt x="1204" y="5662"/>
                    </a:cubicBezTo>
                    <a:cubicBezTo>
                      <a:pt x="1798" y="6257"/>
                      <a:pt x="2605" y="6591"/>
                      <a:pt x="3446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41" name="Freeform: Shape 10440">
                <a:extLst>
                  <a:ext uri="{FF2B5EF4-FFF2-40B4-BE49-F238E27FC236}">
                    <a16:creationId xmlns:a16="http://schemas.microsoft.com/office/drawing/2014/main" id="{C930B6E7-4F6A-D967-F74E-D25630FB4291}"/>
                  </a:ext>
                </a:extLst>
              </p:cNvPr>
              <p:cNvSpPr/>
              <p:nvPr/>
            </p:nvSpPr>
            <p:spPr>
              <a:xfrm>
                <a:off x="9719431" y="6181238"/>
                <a:ext cx="6343" cy="6345"/>
              </a:xfrm>
              <a:custGeom>
                <a:avLst/>
                <a:gdLst>
                  <a:gd name="connsiteX0" fmla="*/ 3433 w 6343"/>
                  <a:gd name="connsiteY0" fmla="*/ 6558 h 6345"/>
                  <a:gd name="connsiteX1" fmla="*/ 5675 w 6343"/>
                  <a:gd name="connsiteY1" fmla="*/ 5629 h 6345"/>
                  <a:gd name="connsiteX2" fmla="*/ 6604 w 6343"/>
                  <a:gd name="connsiteY2" fmla="*/ 3386 h 6345"/>
                  <a:gd name="connsiteX3" fmla="*/ 5675 w 6343"/>
                  <a:gd name="connsiteY3" fmla="*/ 1142 h 6345"/>
                  <a:gd name="connsiteX4" fmla="*/ 3433 w 6343"/>
                  <a:gd name="connsiteY4" fmla="*/ 213 h 6345"/>
                  <a:gd name="connsiteX5" fmla="*/ 1190 w 6343"/>
                  <a:gd name="connsiteY5" fmla="*/ 1142 h 6345"/>
                  <a:gd name="connsiteX6" fmla="*/ 261 w 6343"/>
                  <a:gd name="connsiteY6" fmla="*/ 3386 h 6345"/>
                  <a:gd name="connsiteX7" fmla="*/ 1190 w 6343"/>
                  <a:gd name="connsiteY7" fmla="*/ 5629 h 6345"/>
                  <a:gd name="connsiteX8" fmla="*/ 3433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58"/>
                    </a:moveTo>
                    <a:cubicBezTo>
                      <a:pt x="4274" y="6558"/>
                      <a:pt x="5080" y="6224"/>
                      <a:pt x="5675" y="5629"/>
                    </a:cubicBezTo>
                    <a:cubicBezTo>
                      <a:pt x="6270" y="5034"/>
                      <a:pt x="6604" y="4227"/>
                      <a:pt x="6604" y="3386"/>
                    </a:cubicBezTo>
                    <a:cubicBezTo>
                      <a:pt x="6604" y="2544"/>
                      <a:pt x="6270" y="1737"/>
                      <a:pt x="5675" y="1142"/>
                    </a:cubicBezTo>
                    <a:cubicBezTo>
                      <a:pt x="5080" y="547"/>
                      <a:pt x="4274" y="213"/>
                      <a:pt x="3433" y="213"/>
                    </a:cubicBezTo>
                    <a:cubicBezTo>
                      <a:pt x="2591" y="213"/>
                      <a:pt x="1785" y="547"/>
                      <a:pt x="1190" y="1142"/>
                    </a:cubicBezTo>
                    <a:cubicBezTo>
                      <a:pt x="595" y="1737"/>
                      <a:pt x="261" y="2544"/>
                      <a:pt x="261" y="3386"/>
                    </a:cubicBezTo>
                    <a:cubicBezTo>
                      <a:pt x="261" y="4227"/>
                      <a:pt x="595" y="5034"/>
                      <a:pt x="1190" y="5629"/>
                    </a:cubicBezTo>
                    <a:cubicBezTo>
                      <a:pt x="1785" y="6224"/>
                      <a:pt x="2591" y="6558"/>
                      <a:pt x="3433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42" name="Freeform: Shape 10441">
                <a:extLst>
                  <a:ext uri="{FF2B5EF4-FFF2-40B4-BE49-F238E27FC236}">
                    <a16:creationId xmlns:a16="http://schemas.microsoft.com/office/drawing/2014/main" id="{E81BC9F5-96CD-F907-FD0F-80937C9A774A}"/>
                  </a:ext>
                </a:extLst>
              </p:cNvPr>
              <p:cNvSpPr/>
              <p:nvPr/>
            </p:nvSpPr>
            <p:spPr>
              <a:xfrm>
                <a:off x="9713802" y="6182309"/>
                <a:ext cx="6343" cy="6345"/>
              </a:xfrm>
              <a:custGeom>
                <a:avLst/>
                <a:gdLst>
                  <a:gd name="connsiteX0" fmla="*/ 3432 w 6343"/>
                  <a:gd name="connsiteY0" fmla="*/ 6558 h 6345"/>
                  <a:gd name="connsiteX1" fmla="*/ 5675 w 6343"/>
                  <a:gd name="connsiteY1" fmla="*/ 5629 h 6345"/>
                  <a:gd name="connsiteX2" fmla="*/ 6604 w 6343"/>
                  <a:gd name="connsiteY2" fmla="*/ 3386 h 6345"/>
                  <a:gd name="connsiteX3" fmla="*/ 5675 w 6343"/>
                  <a:gd name="connsiteY3" fmla="*/ 1142 h 6345"/>
                  <a:gd name="connsiteX4" fmla="*/ 3432 w 6343"/>
                  <a:gd name="connsiteY4" fmla="*/ 213 h 6345"/>
                  <a:gd name="connsiteX5" fmla="*/ 1189 w 6343"/>
                  <a:gd name="connsiteY5" fmla="*/ 1142 h 6345"/>
                  <a:gd name="connsiteX6" fmla="*/ 261 w 6343"/>
                  <a:gd name="connsiteY6" fmla="*/ 3386 h 6345"/>
                  <a:gd name="connsiteX7" fmla="*/ 1189 w 6343"/>
                  <a:gd name="connsiteY7" fmla="*/ 5629 h 6345"/>
                  <a:gd name="connsiteX8" fmla="*/ 343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58"/>
                    </a:moveTo>
                    <a:cubicBezTo>
                      <a:pt x="4273" y="6558"/>
                      <a:pt x="5080" y="6224"/>
                      <a:pt x="5675" y="5629"/>
                    </a:cubicBezTo>
                    <a:cubicBezTo>
                      <a:pt x="6269" y="5034"/>
                      <a:pt x="6604" y="4227"/>
                      <a:pt x="6604" y="3386"/>
                    </a:cubicBezTo>
                    <a:cubicBezTo>
                      <a:pt x="6604" y="2544"/>
                      <a:pt x="6269" y="1737"/>
                      <a:pt x="5675" y="1142"/>
                    </a:cubicBezTo>
                    <a:cubicBezTo>
                      <a:pt x="5080" y="547"/>
                      <a:pt x="4273" y="213"/>
                      <a:pt x="3432" y="213"/>
                    </a:cubicBezTo>
                    <a:cubicBezTo>
                      <a:pt x="2591" y="213"/>
                      <a:pt x="1784" y="547"/>
                      <a:pt x="1189" y="1142"/>
                    </a:cubicBezTo>
                    <a:cubicBezTo>
                      <a:pt x="595" y="1737"/>
                      <a:pt x="261" y="2544"/>
                      <a:pt x="261" y="3386"/>
                    </a:cubicBezTo>
                    <a:cubicBezTo>
                      <a:pt x="261" y="4227"/>
                      <a:pt x="595" y="5034"/>
                      <a:pt x="1189" y="5629"/>
                    </a:cubicBezTo>
                    <a:cubicBezTo>
                      <a:pt x="1784" y="6224"/>
                      <a:pt x="2591" y="6558"/>
                      <a:pt x="343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43" name="Freeform: Shape 10442">
                <a:extLst>
                  <a:ext uri="{FF2B5EF4-FFF2-40B4-BE49-F238E27FC236}">
                    <a16:creationId xmlns:a16="http://schemas.microsoft.com/office/drawing/2014/main" id="{D84A3061-CD5F-138F-F821-3A939416807C}"/>
                  </a:ext>
                </a:extLst>
              </p:cNvPr>
              <p:cNvSpPr/>
              <p:nvPr/>
            </p:nvSpPr>
            <p:spPr>
              <a:xfrm>
                <a:off x="9708205" y="6183464"/>
                <a:ext cx="6343" cy="6345"/>
              </a:xfrm>
              <a:custGeom>
                <a:avLst/>
                <a:gdLst>
                  <a:gd name="connsiteX0" fmla="*/ 3432 w 6343"/>
                  <a:gd name="connsiteY0" fmla="*/ 6558 h 6345"/>
                  <a:gd name="connsiteX1" fmla="*/ 5674 w 6343"/>
                  <a:gd name="connsiteY1" fmla="*/ 5629 h 6345"/>
                  <a:gd name="connsiteX2" fmla="*/ 6603 w 6343"/>
                  <a:gd name="connsiteY2" fmla="*/ 3386 h 6345"/>
                  <a:gd name="connsiteX3" fmla="*/ 5674 w 6343"/>
                  <a:gd name="connsiteY3" fmla="*/ 1142 h 6345"/>
                  <a:gd name="connsiteX4" fmla="*/ 3432 w 6343"/>
                  <a:gd name="connsiteY4" fmla="*/ 213 h 6345"/>
                  <a:gd name="connsiteX5" fmla="*/ 1189 w 6343"/>
                  <a:gd name="connsiteY5" fmla="*/ 1142 h 6345"/>
                  <a:gd name="connsiteX6" fmla="*/ 260 w 6343"/>
                  <a:gd name="connsiteY6" fmla="*/ 3386 h 6345"/>
                  <a:gd name="connsiteX7" fmla="*/ 1189 w 6343"/>
                  <a:gd name="connsiteY7" fmla="*/ 5629 h 6345"/>
                  <a:gd name="connsiteX8" fmla="*/ 343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58"/>
                    </a:moveTo>
                    <a:cubicBezTo>
                      <a:pt x="4273" y="6558"/>
                      <a:pt x="5079" y="6224"/>
                      <a:pt x="5674" y="5629"/>
                    </a:cubicBezTo>
                    <a:cubicBezTo>
                      <a:pt x="6269" y="5034"/>
                      <a:pt x="6603" y="4227"/>
                      <a:pt x="6603" y="3386"/>
                    </a:cubicBezTo>
                    <a:cubicBezTo>
                      <a:pt x="6603" y="2544"/>
                      <a:pt x="6269" y="1737"/>
                      <a:pt x="5674" y="1142"/>
                    </a:cubicBezTo>
                    <a:cubicBezTo>
                      <a:pt x="5079" y="547"/>
                      <a:pt x="4273" y="213"/>
                      <a:pt x="3432" y="213"/>
                    </a:cubicBezTo>
                    <a:cubicBezTo>
                      <a:pt x="2591" y="213"/>
                      <a:pt x="1784" y="547"/>
                      <a:pt x="1189" y="1142"/>
                    </a:cubicBezTo>
                    <a:cubicBezTo>
                      <a:pt x="594" y="1737"/>
                      <a:pt x="260" y="2544"/>
                      <a:pt x="260" y="3386"/>
                    </a:cubicBezTo>
                    <a:cubicBezTo>
                      <a:pt x="260" y="4227"/>
                      <a:pt x="594" y="5034"/>
                      <a:pt x="1189" y="5629"/>
                    </a:cubicBezTo>
                    <a:cubicBezTo>
                      <a:pt x="1784" y="6224"/>
                      <a:pt x="2591" y="6558"/>
                      <a:pt x="343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44" name="Freeform: Shape 10443">
                <a:extLst>
                  <a:ext uri="{FF2B5EF4-FFF2-40B4-BE49-F238E27FC236}">
                    <a16:creationId xmlns:a16="http://schemas.microsoft.com/office/drawing/2014/main" id="{993869CB-3CAE-45AE-70A7-82369ECBB5DD}"/>
                  </a:ext>
                </a:extLst>
              </p:cNvPr>
              <p:cNvSpPr/>
              <p:nvPr/>
            </p:nvSpPr>
            <p:spPr>
              <a:xfrm>
                <a:off x="9702395" y="6183860"/>
                <a:ext cx="6343" cy="6345"/>
              </a:xfrm>
              <a:custGeom>
                <a:avLst/>
                <a:gdLst>
                  <a:gd name="connsiteX0" fmla="*/ 3431 w 6343"/>
                  <a:gd name="connsiteY0" fmla="*/ 6559 h 6345"/>
                  <a:gd name="connsiteX1" fmla="*/ 5674 w 6343"/>
                  <a:gd name="connsiteY1" fmla="*/ 5629 h 6345"/>
                  <a:gd name="connsiteX2" fmla="*/ 6603 w 6343"/>
                  <a:gd name="connsiteY2" fmla="*/ 3386 h 6345"/>
                  <a:gd name="connsiteX3" fmla="*/ 5674 w 6343"/>
                  <a:gd name="connsiteY3" fmla="*/ 1142 h 6345"/>
                  <a:gd name="connsiteX4" fmla="*/ 3431 w 6343"/>
                  <a:gd name="connsiteY4" fmla="*/ 213 h 6345"/>
                  <a:gd name="connsiteX5" fmla="*/ 1189 w 6343"/>
                  <a:gd name="connsiteY5" fmla="*/ 1142 h 6345"/>
                  <a:gd name="connsiteX6" fmla="*/ 260 w 6343"/>
                  <a:gd name="connsiteY6" fmla="*/ 3386 h 6345"/>
                  <a:gd name="connsiteX7" fmla="*/ 1189 w 6343"/>
                  <a:gd name="connsiteY7" fmla="*/ 5629 h 6345"/>
                  <a:gd name="connsiteX8" fmla="*/ 343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59"/>
                    </a:moveTo>
                    <a:cubicBezTo>
                      <a:pt x="4272" y="6559"/>
                      <a:pt x="5079" y="6224"/>
                      <a:pt x="5674" y="5629"/>
                    </a:cubicBezTo>
                    <a:cubicBezTo>
                      <a:pt x="6269" y="5034"/>
                      <a:pt x="6603" y="4227"/>
                      <a:pt x="6603" y="3386"/>
                    </a:cubicBezTo>
                    <a:cubicBezTo>
                      <a:pt x="6603" y="2544"/>
                      <a:pt x="6269" y="1737"/>
                      <a:pt x="5674" y="1142"/>
                    </a:cubicBezTo>
                    <a:cubicBezTo>
                      <a:pt x="5079" y="547"/>
                      <a:pt x="4272" y="213"/>
                      <a:pt x="3431" y="213"/>
                    </a:cubicBezTo>
                    <a:cubicBezTo>
                      <a:pt x="2590" y="213"/>
                      <a:pt x="1783" y="547"/>
                      <a:pt x="1189" y="1142"/>
                    </a:cubicBezTo>
                    <a:cubicBezTo>
                      <a:pt x="594" y="1737"/>
                      <a:pt x="260" y="2544"/>
                      <a:pt x="260" y="3386"/>
                    </a:cubicBezTo>
                    <a:cubicBezTo>
                      <a:pt x="260" y="4227"/>
                      <a:pt x="594" y="5034"/>
                      <a:pt x="1189" y="5629"/>
                    </a:cubicBezTo>
                    <a:cubicBezTo>
                      <a:pt x="1783" y="6224"/>
                      <a:pt x="2590" y="6559"/>
                      <a:pt x="343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45" name="Freeform: Shape 10444">
                <a:extLst>
                  <a:ext uri="{FF2B5EF4-FFF2-40B4-BE49-F238E27FC236}">
                    <a16:creationId xmlns:a16="http://schemas.microsoft.com/office/drawing/2014/main" id="{2F90C8E4-4191-A391-3641-01EB17D9EDF8}"/>
                  </a:ext>
                </a:extLst>
              </p:cNvPr>
              <p:cNvSpPr/>
              <p:nvPr/>
            </p:nvSpPr>
            <p:spPr>
              <a:xfrm>
                <a:off x="9696435" y="6183674"/>
                <a:ext cx="6343" cy="6345"/>
              </a:xfrm>
              <a:custGeom>
                <a:avLst/>
                <a:gdLst>
                  <a:gd name="connsiteX0" fmla="*/ 3431 w 6343"/>
                  <a:gd name="connsiteY0" fmla="*/ 6558 h 6345"/>
                  <a:gd name="connsiteX1" fmla="*/ 5673 w 6343"/>
                  <a:gd name="connsiteY1" fmla="*/ 5629 h 6345"/>
                  <a:gd name="connsiteX2" fmla="*/ 6602 w 6343"/>
                  <a:gd name="connsiteY2" fmla="*/ 3386 h 6345"/>
                  <a:gd name="connsiteX3" fmla="*/ 5673 w 6343"/>
                  <a:gd name="connsiteY3" fmla="*/ 1142 h 6345"/>
                  <a:gd name="connsiteX4" fmla="*/ 3431 w 6343"/>
                  <a:gd name="connsiteY4" fmla="*/ 213 h 6345"/>
                  <a:gd name="connsiteX5" fmla="*/ 1188 w 6343"/>
                  <a:gd name="connsiteY5" fmla="*/ 1142 h 6345"/>
                  <a:gd name="connsiteX6" fmla="*/ 259 w 6343"/>
                  <a:gd name="connsiteY6" fmla="*/ 3386 h 6345"/>
                  <a:gd name="connsiteX7" fmla="*/ 1188 w 6343"/>
                  <a:gd name="connsiteY7" fmla="*/ 5629 h 6345"/>
                  <a:gd name="connsiteX8" fmla="*/ 343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58"/>
                    </a:moveTo>
                    <a:cubicBezTo>
                      <a:pt x="4272" y="6558"/>
                      <a:pt x="5079" y="6224"/>
                      <a:pt x="5673" y="5629"/>
                    </a:cubicBezTo>
                    <a:cubicBezTo>
                      <a:pt x="6268" y="5034"/>
                      <a:pt x="6602" y="4227"/>
                      <a:pt x="6602" y="3386"/>
                    </a:cubicBezTo>
                    <a:cubicBezTo>
                      <a:pt x="6602" y="2544"/>
                      <a:pt x="6268" y="1737"/>
                      <a:pt x="5673" y="1142"/>
                    </a:cubicBezTo>
                    <a:cubicBezTo>
                      <a:pt x="5079" y="547"/>
                      <a:pt x="4272" y="213"/>
                      <a:pt x="3431" y="213"/>
                    </a:cubicBezTo>
                    <a:cubicBezTo>
                      <a:pt x="2590" y="213"/>
                      <a:pt x="1783" y="547"/>
                      <a:pt x="1188" y="1142"/>
                    </a:cubicBezTo>
                    <a:cubicBezTo>
                      <a:pt x="593" y="1737"/>
                      <a:pt x="259" y="2544"/>
                      <a:pt x="259" y="3386"/>
                    </a:cubicBezTo>
                    <a:cubicBezTo>
                      <a:pt x="259" y="4227"/>
                      <a:pt x="593" y="5034"/>
                      <a:pt x="1188" y="5629"/>
                    </a:cubicBezTo>
                    <a:cubicBezTo>
                      <a:pt x="1783" y="6224"/>
                      <a:pt x="2590" y="6558"/>
                      <a:pt x="343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46" name="Freeform: Shape 10445">
                <a:extLst>
                  <a:ext uri="{FF2B5EF4-FFF2-40B4-BE49-F238E27FC236}">
                    <a16:creationId xmlns:a16="http://schemas.microsoft.com/office/drawing/2014/main" id="{D7F7D48E-1CC5-5CC4-63CD-F805CF207D6E}"/>
                  </a:ext>
                </a:extLst>
              </p:cNvPr>
              <p:cNvSpPr/>
              <p:nvPr/>
            </p:nvSpPr>
            <p:spPr>
              <a:xfrm>
                <a:off x="9690806" y="6184599"/>
                <a:ext cx="6343" cy="6345"/>
              </a:xfrm>
              <a:custGeom>
                <a:avLst/>
                <a:gdLst>
                  <a:gd name="connsiteX0" fmla="*/ 3430 w 6343"/>
                  <a:gd name="connsiteY0" fmla="*/ 6559 h 6345"/>
                  <a:gd name="connsiteX1" fmla="*/ 5673 w 6343"/>
                  <a:gd name="connsiteY1" fmla="*/ 5629 h 6345"/>
                  <a:gd name="connsiteX2" fmla="*/ 6602 w 6343"/>
                  <a:gd name="connsiteY2" fmla="*/ 3386 h 6345"/>
                  <a:gd name="connsiteX3" fmla="*/ 5673 w 6343"/>
                  <a:gd name="connsiteY3" fmla="*/ 1142 h 6345"/>
                  <a:gd name="connsiteX4" fmla="*/ 3430 w 6343"/>
                  <a:gd name="connsiteY4" fmla="*/ 213 h 6345"/>
                  <a:gd name="connsiteX5" fmla="*/ 1188 w 6343"/>
                  <a:gd name="connsiteY5" fmla="*/ 1142 h 6345"/>
                  <a:gd name="connsiteX6" fmla="*/ 259 w 6343"/>
                  <a:gd name="connsiteY6" fmla="*/ 3386 h 6345"/>
                  <a:gd name="connsiteX7" fmla="*/ 1188 w 6343"/>
                  <a:gd name="connsiteY7" fmla="*/ 5629 h 6345"/>
                  <a:gd name="connsiteX8" fmla="*/ 343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59"/>
                    </a:moveTo>
                    <a:cubicBezTo>
                      <a:pt x="4271" y="6559"/>
                      <a:pt x="5078" y="6224"/>
                      <a:pt x="5673" y="5629"/>
                    </a:cubicBezTo>
                    <a:cubicBezTo>
                      <a:pt x="6268" y="5034"/>
                      <a:pt x="6602" y="4227"/>
                      <a:pt x="6602" y="3386"/>
                    </a:cubicBezTo>
                    <a:cubicBezTo>
                      <a:pt x="6602" y="2544"/>
                      <a:pt x="6268" y="1737"/>
                      <a:pt x="5673" y="1142"/>
                    </a:cubicBezTo>
                    <a:cubicBezTo>
                      <a:pt x="5078" y="547"/>
                      <a:pt x="4271" y="213"/>
                      <a:pt x="3430" y="213"/>
                    </a:cubicBezTo>
                    <a:cubicBezTo>
                      <a:pt x="2589" y="213"/>
                      <a:pt x="1782" y="547"/>
                      <a:pt x="1188" y="1142"/>
                    </a:cubicBezTo>
                    <a:cubicBezTo>
                      <a:pt x="593" y="1737"/>
                      <a:pt x="259" y="2544"/>
                      <a:pt x="259" y="3386"/>
                    </a:cubicBezTo>
                    <a:cubicBezTo>
                      <a:pt x="259" y="4227"/>
                      <a:pt x="593" y="5034"/>
                      <a:pt x="1188" y="5629"/>
                    </a:cubicBezTo>
                    <a:cubicBezTo>
                      <a:pt x="1782" y="6224"/>
                      <a:pt x="2589" y="6559"/>
                      <a:pt x="343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47" name="Freeform: Shape 10446">
                <a:extLst>
                  <a:ext uri="{FF2B5EF4-FFF2-40B4-BE49-F238E27FC236}">
                    <a16:creationId xmlns:a16="http://schemas.microsoft.com/office/drawing/2014/main" id="{43F392DC-94D9-C919-743E-7C94D6B83792}"/>
                  </a:ext>
                </a:extLst>
              </p:cNvPr>
              <p:cNvSpPr/>
              <p:nvPr/>
            </p:nvSpPr>
            <p:spPr>
              <a:xfrm>
                <a:off x="9687206" y="6193009"/>
                <a:ext cx="6343" cy="6345"/>
              </a:xfrm>
              <a:custGeom>
                <a:avLst/>
                <a:gdLst>
                  <a:gd name="connsiteX0" fmla="*/ 3430 w 6343"/>
                  <a:gd name="connsiteY0" fmla="*/ 6559 h 6345"/>
                  <a:gd name="connsiteX1" fmla="*/ 5673 w 6343"/>
                  <a:gd name="connsiteY1" fmla="*/ 5630 h 6345"/>
                  <a:gd name="connsiteX2" fmla="*/ 6602 w 6343"/>
                  <a:gd name="connsiteY2" fmla="*/ 3387 h 6345"/>
                  <a:gd name="connsiteX3" fmla="*/ 5673 w 6343"/>
                  <a:gd name="connsiteY3" fmla="*/ 1143 h 6345"/>
                  <a:gd name="connsiteX4" fmla="*/ 3430 w 6343"/>
                  <a:gd name="connsiteY4" fmla="*/ 214 h 6345"/>
                  <a:gd name="connsiteX5" fmla="*/ 1187 w 6343"/>
                  <a:gd name="connsiteY5" fmla="*/ 1143 h 6345"/>
                  <a:gd name="connsiteX6" fmla="*/ 258 w 6343"/>
                  <a:gd name="connsiteY6" fmla="*/ 3387 h 6345"/>
                  <a:gd name="connsiteX7" fmla="*/ 1187 w 6343"/>
                  <a:gd name="connsiteY7" fmla="*/ 5630 h 6345"/>
                  <a:gd name="connsiteX8" fmla="*/ 343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59"/>
                    </a:moveTo>
                    <a:cubicBezTo>
                      <a:pt x="4271" y="6559"/>
                      <a:pt x="5078" y="6225"/>
                      <a:pt x="5673" y="5630"/>
                    </a:cubicBezTo>
                    <a:cubicBezTo>
                      <a:pt x="6267" y="5035"/>
                      <a:pt x="6602" y="4228"/>
                      <a:pt x="6602" y="3387"/>
                    </a:cubicBezTo>
                    <a:cubicBezTo>
                      <a:pt x="6602" y="2545"/>
                      <a:pt x="6267" y="1738"/>
                      <a:pt x="5673" y="1143"/>
                    </a:cubicBezTo>
                    <a:cubicBezTo>
                      <a:pt x="5078" y="548"/>
                      <a:pt x="4271" y="214"/>
                      <a:pt x="3430" y="214"/>
                    </a:cubicBezTo>
                    <a:cubicBezTo>
                      <a:pt x="2589" y="214"/>
                      <a:pt x="1782" y="548"/>
                      <a:pt x="1187" y="1143"/>
                    </a:cubicBezTo>
                    <a:cubicBezTo>
                      <a:pt x="593" y="1738"/>
                      <a:pt x="258" y="2545"/>
                      <a:pt x="258" y="3387"/>
                    </a:cubicBezTo>
                    <a:cubicBezTo>
                      <a:pt x="258" y="4228"/>
                      <a:pt x="593" y="5035"/>
                      <a:pt x="1187" y="5630"/>
                    </a:cubicBezTo>
                    <a:cubicBezTo>
                      <a:pt x="1782" y="6225"/>
                      <a:pt x="2589" y="6559"/>
                      <a:pt x="343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48" name="Freeform: Shape 10447">
                <a:extLst>
                  <a:ext uri="{FF2B5EF4-FFF2-40B4-BE49-F238E27FC236}">
                    <a16:creationId xmlns:a16="http://schemas.microsoft.com/office/drawing/2014/main" id="{FC60591B-BE88-D55B-7B5B-1F453BF4AABA}"/>
                  </a:ext>
                </a:extLst>
              </p:cNvPr>
              <p:cNvSpPr/>
              <p:nvPr/>
            </p:nvSpPr>
            <p:spPr>
              <a:xfrm>
                <a:off x="9687417" y="6216231"/>
                <a:ext cx="6343" cy="6345"/>
              </a:xfrm>
              <a:custGeom>
                <a:avLst/>
                <a:gdLst>
                  <a:gd name="connsiteX0" fmla="*/ 3430 w 6343"/>
                  <a:gd name="connsiteY0" fmla="*/ 6561 h 6345"/>
                  <a:gd name="connsiteX1" fmla="*/ 5673 w 6343"/>
                  <a:gd name="connsiteY1" fmla="*/ 5632 h 6345"/>
                  <a:gd name="connsiteX2" fmla="*/ 6602 w 6343"/>
                  <a:gd name="connsiteY2" fmla="*/ 3388 h 6345"/>
                  <a:gd name="connsiteX3" fmla="*/ 5673 w 6343"/>
                  <a:gd name="connsiteY3" fmla="*/ 1145 h 6345"/>
                  <a:gd name="connsiteX4" fmla="*/ 3430 w 6343"/>
                  <a:gd name="connsiteY4" fmla="*/ 216 h 6345"/>
                  <a:gd name="connsiteX5" fmla="*/ 1187 w 6343"/>
                  <a:gd name="connsiteY5" fmla="*/ 1145 h 6345"/>
                  <a:gd name="connsiteX6" fmla="*/ 258 w 6343"/>
                  <a:gd name="connsiteY6" fmla="*/ 3388 h 6345"/>
                  <a:gd name="connsiteX7" fmla="*/ 1187 w 6343"/>
                  <a:gd name="connsiteY7" fmla="*/ 5632 h 6345"/>
                  <a:gd name="connsiteX8" fmla="*/ 3430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61"/>
                    </a:moveTo>
                    <a:cubicBezTo>
                      <a:pt x="4271" y="6561"/>
                      <a:pt x="5078" y="6227"/>
                      <a:pt x="5673" y="5632"/>
                    </a:cubicBezTo>
                    <a:cubicBezTo>
                      <a:pt x="6267" y="5037"/>
                      <a:pt x="6602" y="4230"/>
                      <a:pt x="6602" y="3388"/>
                    </a:cubicBezTo>
                    <a:cubicBezTo>
                      <a:pt x="6602" y="2547"/>
                      <a:pt x="6267" y="1740"/>
                      <a:pt x="5673" y="1145"/>
                    </a:cubicBezTo>
                    <a:cubicBezTo>
                      <a:pt x="5078" y="550"/>
                      <a:pt x="4271" y="216"/>
                      <a:pt x="3430" y="216"/>
                    </a:cubicBezTo>
                    <a:cubicBezTo>
                      <a:pt x="2589" y="216"/>
                      <a:pt x="1782" y="550"/>
                      <a:pt x="1187" y="1145"/>
                    </a:cubicBezTo>
                    <a:cubicBezTo>
                      <a:pt x="593" y="1740"/>
                      <a:pt x="258" y="2547"/>
                      <a:pt x="258" y="3388"/>
                    </a:cubicBezTo>
                    <a:cubicBezTo>
                      <a:pt x="258" y="4230"/>
                      <a:pt x="593" y="5037"/>
                      <a:pt x="1187" y="5632"/>
                    </a:cubicBezTo>
                    <a:cubicBezTo>
                      <a:pt x="1782" y="6227"/>
                      <a:pt x="2589" y="6561"/>
                      <a:pt x="3430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49" name="Freeform: Shape 10448">
                <a:extLst>
                  <a:ext uri="{FF2B5EF4-FFF2-40B4-BE49-F238E27FC236}">
                    <a16:creationId xmlns:a16="http://schemas.microsoft.com/office/drawing/2014/main" id="{C3691DDA-65AE-54EF-17F0-9F04496593FE}"/>
                  </a:ext>
                </a:extLst>
              </p:cNvPr>
              <p:cNvSpPr/>
              <p:nvPr/>
            </p:nvSpPr>
            <p:spPr>
              <a:xfrm>
                <a:off x="9736717" y="6431645"/>
                <a:ext cx="6343" cy="6345"/>
              </a:xfrm>
              <a:custGeom>
                <a:avLst/>
                <a:gdLst>
                  <a:gd name="connsiteX0" fmla="*/ 3434 w 6343"/>
                  <a:gd name="connsiteY0" fmla="*/ 6578 h 6345"/>
                  <a:gd name="connsiteX1" fmla="*/ 5676 w 6343"/>
                  <a:gd name="connsiteY1" fmla="*/ 5649 h 6345"/>
                  <a:gd name="connsiteX2" fmla="*/ 6605 w 6343"/>
                  <a:gd name="connsiteY2" fmla="*/ 3405 h 6345"/>
                  <a:gd name="connsiteX3" fmla="*/ 5676 w 6343"/>
                  <a:gd name="connsiteY3" fmla="*/ 1162 h 6345"/>
                  <a:gd name="connsiteX4" fmla="*/ 3434 w 6343"/>
                  <a:gd name="connsiteY4" fmla="*/ 233 h 6345"/>
                  <a:gd name="connsiteX5" fmla="*/ 1191 w 6343"/>
                  <a:gd name="connsiteY5" fmla="*/ 1162 h 6345"/>
                  <a:gd name="connsiteX6" fmla="*/ 262 w 6343"/>
                  <a:gd name="connsiteY6" fmla="*/ 3405 h 6345"/>
                  <a:gd name="connsiteX7" fmla="*/ 1191 w 6343"/>
                  <a:gd name="connsiteY7" fmla="*/ 5649 h 6345"/>
                  <a:gd name="connsiteX8" fmla="*/ 3434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78"/>
                    </a:moveTo>
                    <a:cubicBezTo>
                      <a:pt x="4275" y="6578"/>
                      <a:pt x="5082" y="6244"/>
                      <a:pt x="5676" y="5649"/>
                    </a:cubicBezTo>
                    <a:cubicBezTo>
                      <a:pt x="6271" y="5054"/>
                      <a:pt x="6605" y="4247"/>
                      <a:pt x="6605" y="3405"/>
                    </a:cubicBezTo>
                    <a:cubicBezTo>
                      <a:pt x="6605" y="2564"/>
                      <a:pt x="6271" y="1757"/>
                      <a:pt x="5676" y="1162"/>
                    </a:cubicBezTo>
                    <a:cubicBezTo>
                      <a:pt x="5082" y="567"/>
                      <a:pt x="4275" y="233"/>
                      <a:pt x="3434" y="233"/>
                    </a:cubicBezTo>
                    <a:cubicBezTo>
                      <a:pt x="2593" y="233"/>
                      <a:pt x="1786" y="567"/>
                      <a:pt x="1191" y="1162"/>
                    </a:cubicBezTo>
                    <a:cubicBezTo>
                      <a:pt x="596" y="1757"/>
                      <a:pt x="262" y="2564"/>
                      <a:pt x="262" y="3405"/>
                    </a:cubicBezTo>
                    <a:cubicBezTo>
                      <a:pt x="262" y="4247"/>
                      <a:pt x="596" y="5054"/>
                      <a:pt x="1191" y="5649"/>
                    </a:cubicBezTo>
                    <a:cubicBezTo>
                      <a:pt x="1786" y="6244"/>
                      <a:pt x="2593" y="6578"/>
                      <a:pt x="3434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50" name="Freeform: Shape 10449">
                <a:extLst>
                  <a:ext uri="{FF2B5EF4-FFF2-40B4-BE49-F238E27FC236}">
                    <a16:creationId xmlns:a16="http://schemas.microsoft.com/office/drawing/2014/main" id="{987FB430-5D88-F0E1-8FBD-7F784A1B0877}"/>
                  </a:ext>
                </a:extLst>
              </p:cNvPr>
              <p:cNvSpPr/>
              <p:nvPr/>
            </p:nvSpPr>
            <p:spPr>
              <a:xfrm>
                <a:off x="9729260" y="6431529"/>
                <a:ext cx="6343" cy="6345"/>
              </a:xfrm>
              <a:custGeom>
                <a:avLst/>
                <a:gdLst>
                  <a:gd name="connsiteX0" fmla="*/ 3433 w 6343"/>
                  <a:gd name="connsiteY0" fmla="*/ 6578 h 6345"/>
                  <a:gd name="connsiteX1" fmla="*/ 5676 w 6343"/>
                  <a:gd name="connsiteY1" fmla="*/ 5649 h 6345"/>
                  <a:gd name="connsiteX2" fmla="*/ 6605 w 6343"/>
                  <a:gd name="connsiteY2" fmla="*/ 3405 h 6345"/>
                  <a:gd name="connsiteX3" fmla="*/ 5676 w 6343"/>
                  <a:gd name="connsiteY3" fmla="*/ 1162 h 6345"/>
                  <a:gd name="connsiteX4" fmla="*/ 3433 w 6343"/>
                  <a:gd name="connsiteY4" fmla="*/ 233 h 6345"/>
                  <a:gd name="connsiteX5" fmla="*/ 1191 w 6343"/>
                  <a:gd name="connsiteY5" fmla="*/ 1162 h 6345"/>
                  <a:gd name="connsiteX6" fmla="*/ 262 w 6343"/>
                  <a:gd name="connsiteY6" fmla="*/ 3405 h 6345"/>
                  <a:gd name="connsiteX7" fmla="*/ 1191 w 6343"/>
                  <a:gd name="connsiteY7" fmla="*/ 5649 h 6345"/>
                  <a:gd name="connsiteX8" fmla="*/ 3433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78"/>
                    </a:moveTo>
                    <a:cubicBezTo>
                      <a:pt x="4274" y="6578"/>
                      <a:pt x="5081" y="6244"/>
                      <a:pt x="5676" y="5649"/>
                    </a:cubicBezTo>
                    <a:cubicBezTo>
                      <a:pt x="6271" y="5054"/>
                      <a:pt x="6605" y="4247"/>
                      <a:pt x="6605" y="3405"/>
                    </a:cubicBezTo>
                    <a:cubicBezTo>
                      <a:pt x="6605" y="2564"/>
                      <a:pt x="6271" y="1757"/>
                      <a:pt x="5676" y="1162"/>
                    </a:cubicBezTo>
                    <a:cubicBezTo>
                      <a:pt x="5081" y="567"/>
                      <a:pt x="4274" y="233"/>
                      <a:pt x="3433" y="233"/>
                    </a:cubicBezTo>
                    <a:cubicBezTo>
                      <a:pt x="2592" y="233"/>
                      <a:pt x="1785" y="567"/>
                      <a:pt x="1191" y="1162"/>
                    </a:cubicBezTo>
                    <a:cubicBezTo>
                      <a:pt x="596" y="1757"/>
                      <a:pt x="262" y="2564"/>
                      <a:pt x="262" y="3405"/>
                    </a:cubicBezTo>
                    <a:cubicBezTo>
                      <a:pt x="262" y="4247"/>
                      <a:pt x="596" y="5054"/>
                      <a:pt x="1191" y="5649"/>
                    </a:cubicBezTo>
                    <a:cubicBezTo>
                      <a:pt x="1785" y="6244"/>
                      <a:pt x="2592" y="6578"/>
                      <a:pt x="3433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51" name="Freeform: Shape 10450">
                <a:extLst>
                  <a:ext uri="{FF2B5EF4-FFF2-40B4-BE49-F238E27FC236}">
                    <a16:creationId xmlns:a16="http://schemas.microsoft.com/office/drawing/2014/main" id="{12E22226-6072-9072-3641-E11EDBD3DB09}"/>
                  </a:ext>
                </a:extLst>
              </p:cNvPr>
              <p:cNvSpPr/>
              <p:nvPr/>
            </p:nvSpPr>
            <p:spPr>
              <a:xfrm>
                <a:off x="9718110" y="6416166"/>
                <a:ext cx="6343" cy="6345"/>
              </a:xfrm>
              <a:custGeom>
                <a:avLst/>
                <a:gdLst>
                  <a:gd name="connsiteX0" fmla="*/ 3432 w 6343"/>
                  <a:gd name="connsiteY0" fmla="*/ 6577 h 6345"/>
                  <a:gd name="connsiteX1" fmla="*/ 5675 w 6343"/>
                  <a:gd name="connsiteY1" fmla="*/ 5648 h 6345"/>
                  <a:gd name="connsiteX2" fmla="*/ 6604 w 6343"/>
                  <a:gd name="connsiteY2" fmla="*/ 3404 h 6345"/>
                  <a:gd name="connsiteX3" fmla="*/ 5675 w 6343"/>
                  <a:gd name="connsiteY3" fmla="*/ 1161 h 6345"/>
                  <a:gd name="connsiteX4" fmla="*/ 3432 w 6343"/>
                  <a:gd name="connsiteY4" fmla="*/ 231 h 6345"/>
                  <a:gd name="connsiteX5" fmla="*/ 1190 w 6343"/>
                  <a:gd name="connsiteY5" fmla="*/ 1161 h 6345"/>
                  <a:gd name="connsiteX6" fmla="*/ 261 w 6343"/>
                  <a:gd name="connsiteY6" fmla="*/ 3404 h 6345"/>
                  <a:gd name="connsiteX7" fmla="*/ 1190 w 6343"/>
                  <a:gd name="connsiteY7" fmla="*/ 5648 h 6345"/>
                  <a:gd name="connsiteX8" fmla="*/ 3432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77"/>
                    </a:moveTo>
                    <a:cubicBezTo>
                      <a:pt x="4274" y="6577"/>
                      <a:pt x="5080" y="6243"/>
                      <a:pt x="5675" y="5648"/>
                    </a:cubicBezTo>
                    <a:cubicBezTo>
                      <a:pt x="6270" y="5053"/>
                      <a:pt x="6604" y="4246"/>
                      <a:pt x="6604" y="3404"/>
                    </a:cubicBezTo>
                    <a:cubicBezTo>
                      <a:pt x="6604" y="2563"/>
                      <a:pt x="6270" y="1756"/>
                      <a:pt x="5675" y="1161"/>
                    </a:cubicBezTo>
                    <a:cubicBezTo>
                      <a:pt x="5080" y="566"/>
                      <a:pt x="4274" y="231"/>
                      <a:pt x="3432" y="231"/>
                    </a:cubicBezTo>
                    <a:cubicBezTo>
                      <a:pt x="2591" y="231"/>
                      <a:pt x="1785" y="566"/>
                      <a:pt x="1190" y="1161"/>
                    </a:cubicBezTo>
                    <a:cubicBezTo>
                      <a:pt x="595" y="1756"/>
                      <a:pt x="261" y="2563"/>
                      <a:pt x="261" y="3404"/>
                    </a:cubicBezTo>
                    <a:cubicBezTo>
                      <a:pt x="261" y="4246"/>
                      <a:pt x="595" y="5053"/>
                      <a:pt x="1190" y="5648"/>
                    </a:cubicBezTo>
                    <a:cubicBezTo>
                      <a:pt x="1785" y="6243"/>
                      <a:pt x="2591" y="6577"/>
                      <a:pt x="3432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52" name="Freeform: Shape 10451">
                <a:extLst>
                  <a:ext uri="{FF2B5EF4-FFF2-40B4-BE49-F238E27FC236}">
                    <a16:creationId xmlns:a16="http://schemas.microsoft.com/office/drawing/2014/main" id="{7924826E-FF59-B6C2-3B32-F216EA9318C4}"/>
                  </a:ext>
                </a:extLst>
              </p:cNvPr>
              <p:cNvSpPr/>
              <p:nvPr/>
            </p:nvSpPr>
            <p:spPr>
              <a:xfrm>
                <a:off x="9758798" y="6655357"/>
                <a:ext cx="6343" cy="6345"/>
              </a:xfrm>
              <a:custGeom>
                <a:avLst/>
                <a:gdLst>
                  <a:gd name="connsiteX0" fmla="*/ 3436 w 6343"/>
                  <a:gd name="connsiteY0" fmla="*/ 6596 h 6345"/>
                  <a:gd name="connsiteX1" fmla="*/ 5678 w 6343"/>
                  <a:gd name="connsiteY1" fmla="*/ 5666 h 6345"/>
                  <a:gd name="connsiteX2" fmla="*/ 6607 w 6343"/>
                  <a:gd name="connsiteY2" fmla="*/ 3423 h 6345"/>
                  <a:gd name="connsiteX3" fmla="*/ 5678 w 6343"/>
                  <a:gd name="connsiteY3" fmla="*/ 1180 h 6345"/>
                  <a:gd name="connsiteX4" fmla="*/ 3436 w 6343"/>
                  <a:gd name="connsiteY4" fmla="*/ 250 h 6345"/>
                  <a:gd name="connsiteX5" fmla="*/ 1193 w 6343"/>
                  <a:gd name="connsiteY5" fmla="*/ 1180 h 6345"/>
                  <a:gd name="connsiteX6" fmla="*/ 264 w 6343"/>
                  <a:gd name="connsiteY6" fmla="*/ 3423 h 6345"/>
                  <a:gd name="connsiteX7" fmla="*/ 1193 w 6343"/>
                  <a:gd name="connsiteY7" fmla="*/ 5666 h 6345"/>
                  <a:gd name="connsiteX8" fmla="*/ 3436 w 6343"/>
                  <a:gd name="connsiteY8" fmla="*/ 65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6" y="6596"/>
                    </a:moveTo>
                    <a:cubicBezTo>
                      <a:pt x="4277" y="6596"/>
                      <a:pt x="5083" y="6261"/>
                      <a:pt x="5678" y="5666"/>
                    </a:cubicBezTo>
                    <a:cubicBezTo>
                      <a:pt x="6273" y="5071"/>
                      <a:pt x="6607" y="4264"/>
                      <a:pt x="6607" y="3423"/>
                    </a:cubicBezTo>
                    <a:cubicBezTo>
                      <a:pt x="6607" y="2582"/>
                      <a:pt x="6273" y="1774"/>
                      <a:pt x="5678" y="1180"/>
                    </a:cubicBezTo>
                    <a:cubicBezTo>
                      <a:pt x="5083" y="585"/>
                      <a:pt x="4277" y="250"/>
                      <a:pt x="3436" y="250"/>
                    </a:cubicBezTo>
                    <a:cubicBezTo>
                      <a:pt x="2594" y="250"/>
                      <a:pt x="1788" y="585"/>
                      <a:pt x="1193" y="1180"/>
                    </a:cubicBezTo>
                    <a:cubicBezTo>
                      <a:pt x="598" y="1774"/>
                      <a:pt x="264" y="2582"/>
                      <a:pt x="264" y="3423"/>
                    </a:cubicBezTo>
                    <a:cubicBezTo>
                      <a:pt x="264" y="4264"/>
                      <a:pt x="598" y="5071"/>
                      <a:pt x="1193" y="5666"/>
                    </a:cubicBezTo>
                    <a:cubicBezTo>
                      <a:pt x="1788" y="6261"/>
                      <a:pt x="2594" y="6596"/>
                      <a:pt x="3436" y="65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53" name="Freeform: Shape 10452">
                <a:extLst>
                  <a:ext uri="{FF2B5EF4-FFF2-40B4-BE49-F238E27FC236}">
                    <a16:creationId xmlns:a16="http://schemas.microsoft.com/office/drawing/2014/main" id="{C7D8F40B-17A3-3DD9-DD1F-6C7C042962B4}"/>
                  </a:ext>
                </a:extLst>
              </p:cNvPr>
              <p:cNvSpPr/>
              <p:nvPr/>
            </p:nvSpPr>
            <p:spPr>
              <a:xfrm>
                <a:off x="9750758" y="6658671"/>
                <a:ext cx="6343" cy="6345"/>
              </a:xfrm>
              <a:custGeom>
                <a:avLst/>
                <a:gdLst>
                  <a:gd name="connsiteX0" fmla="*/ 3435 w 6343"/>
                  <a:gd name="connsiteY0" fmla="*/ 6596 h 6345"/>
                  <a:gd name="connsiteX1" fmla="*/ 5678 w 6343"/>
                  <a:gd name="connsiteY1" fmla="*/ 5667 h 6345"/>
                  <a:gd name="connsiteX2" fmla="*/ 6607 w 6343"/>
                  <a:gd name="connsiteY2" fmla="*/ 3423 h 6345"/>
                  <a:gd name="connsiteX3" fmla="*/ 5678 w 6343"/>
                  <a:gd name="connsiteY3" fmla="*/ 1180 h 6345"/>
                  <a:gd name="connsiteX4" fmla="*/ 3435 w 6343"/>
                  <a:gd name="connsiteY4" fmla="*/ 251 h 6345"/>
                  <a:gd name="connsiteX5" fmla="*/ 1192 w 6343"/>
                  <a:gd name="connsiteY5" fmla="*/ 1180 h 6345"/>
                  <a:gd name="connsiteX6" fmla="*/ 263 w 6343"/>
                  <a:gd name="connsiteY6" fmla="*/ 3423 h 6345"/>
                  <a:gd name="connsiteX7" fmla="*/ 1192 w 6343"/>
                  <a:gd name="connsiteY7" fmla="*/ 5667 h 6345"/>
                  <a:gd name="connsiteX8" fmla="*/ 3435 w 6343"/>
                  <a:gd name="connsiteY8" fmla="*/ 659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96"/>
                    </a:moveTo>
                    <a:cubicBezTo>
                      <a:pt x="4276" y="6596"/>
                      <a:pt x="5083" y="6262"/>
                      <a:pt x="5678" y="5667"/>
                    </a:cubicBezTo>
                    <a:cubicBezTo>
                      <a:pt x="6272" y="5072"/>
                      <a:pt x="6607" y="4265"/>
                      <a:pt x="6607" y="3423"/>
                    </a:cubicBezTo>
                    <a:cubicBezTo>
                      <a:pt x="6607" y="2582"/>
                      <a:pt x="6272" y="1775"/>
                      <a:pt x="5678" y="1180"/>
                    </a:cubicBezTo>
                    <a:cubicBezTo>
                      <a:pt x="5083" y="585"/>
                      <a:pt x="4276" y="251"/>
                      <a:pt x="3435" y="251"/>
                    </a:cubicBezTo>
                    <a:cubicBezTo>
                      <a:pt x="2594" y="251"/>
                      <a:pt x="1787" y="585"/>
                      <a:pt x="1192" y="1180"/>
                    </a:cubicBezTo>
                    <a:cubicBezTo>
                      <a:pt x="598" y="1775"/>
                      <a:pt x="263" y="2582"/>
                      <a:pt x="263" y="3423"/>
                    </a:cubicBezTo>
                    <a:cubicBezTo>
                      <a:pt x="263" y="4265"/>
                      <a:pt x="598" y="5072"/>
                      <a:pt x="1192" y="5667"/>
                    </a:cubicBezTo>
                    <a:cubicBezTo>
                      <a:pt x="1787" y="6262"/>
                      <a:pt x="2594" y="6596"/>
                      <a:pt x="3435" y="65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54" name="Freeform: Shape 10453">
                <a:extLst>
                  <a:ext uri="{FF2B5EF4-FFF2-40B4-BE49-F238E27FC236}">
                    <a16:creationId xmlns:a16="http://schemas.microsoft.com/office/drawing/2014/main" id="{DC8FF4AD-EDB8-5024-8805-2654EE4D26EE}"/>
                  </a:ext>
                </a:extLst>
              </p:cNvPr>
              <p:cNvSpPr/>
              <p:nvPr/>
            </p:nvSpPr>
            <p:spPr>
              <a:xfrm>
                <a:off x="9745768" y="6676055"/>
                <a:ext cx="6343" cy="6345"/>
              </a:xfrm>
              <a:custGeom>
                <a:avLst/>
                <a:gdLst>
                  <a:gd name="connsiteX0" fmla="*/ 3435 w 6343"/>
                  <a:gd name="connsiteY0" fmla="*/ 6597 h 6345"/>
                  <a:gd name="connsiteX1" fmla="*/ 5677 w 6343"/>
                  <a:gd name="connsiteY1" fmla="*/ 5668 h 6345"/>
                  <a:gd name="connsiteX2" fmla="*/ 6606 w 6343"/>
                  <a:gd name="connsiteY2" fmla="*/ 3425 h 6345"/>
                  <a:gd name="connsiteX3" fmla="*/ 5677 w 6343"/>
                  <a:gd name="connsiteY3" fmla="*/ 1181 h 6345"/>
                  <a:gd name="connsiteX4" fmla="*/ 3435 w 6343"/>
                  <a:gd name="connsiteY4" fmla="*/ 252 h 6345"/>
                  <a:gd name="connsiteX5" fmla="*/ 1192 w 6343"/>
                  <a:gd name="connsiteY5" fmla="*/ 1181 h 6345"/>
                  <a:gd name="connsiteX6" fmla="*/ 263 w 6343"/>
                  <a:gd name="connsiteY6" fmla="*/ 3425 h 6345"/>
                  <a:gd name="connsiteX7" fmla="*/ 1192 w 6343"/>
                  <a:gd name="connsiteY7" fmla="*/ 5668 h 6345"/>
                  <a:gd name="connsiteX8" fmla="*/ 3435 w 6343"/>
                  <a:gd name="connsiteY8" fmla="*/ 659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97"/>
                    </a:moveTo>
                    <a:cubicBezTo>
                      <a:pt x="4276" y="6597"/>
                      <a:pt x="5082" y="6263"/>
                      <a:pt x="5677" y="5668"/>
                    </a:cubicBezTo>
                    <a:cubicBezTo>
                      <a:pt x="6272" y="5073"/>
                      <a:pt x="6606" y="4266"/>
                      <a:pt x="6606" y="3425"/>
                    </a:cubicBezTo>
                    <a:cubicBezTo>
                      <a:pt x="6606" y="2583"/>
                      <a:pt x="6272" y="1776"/>
                      <a:pt x="5677" y="1181"/>
                    </a:cubicBezTo>
                    <a:cubicBezTo>
                      <a:pt x="5082" y="586"/>
                      <a:pt x="4276" y="252"/>
                      <a:pt x="3435" y="252"/>
                    </a:cubicBezTo>
                    <a:cubicBezTo>
                      <a:pt x="2593" y="252"/>
                      <a:pt x="1787" y="586"/>
                      <a:pt x="1192" y="1181"/>
                    </a:cubicBezTo>
                    <a:cubicBezTo>
                      <a:pt x="597" y="1776"/>
                      <a:pt x="263" y="2583"/>
                      <a:pt x="263" y="3425"/>
                    </a:cubicBezTo>
                    <a:cubicBezTo>
                      <a:pt x="263" y="4266"/>
                      <a:pt x="597" y="5073"/>
                      <a:pt x="1192" y="5668"/>
                    </a:cubicBezTo>
                    <a:cubicBezTo>
                      <a:pt x="1787" y="6263"/>
                      <a:pt x="2593" y="6597"/>
                      <a:pt x="3435" y="65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55" name="Freeform: Shape 10454">
                <a:extLst>
                  <a:ext uri="{FF2B5EF4-FFF2-40B4-BE49-F238E27FC236}">
                    <a16:creationId xmlns:a16="http://schemas.microsoft.com/office/drawing/2014/main" id="{F9955E65-8962-4551-C14E-2CAC8705442F}"/>
                  </a:ext>
                </a:extLst>
              </p:cNvPr>
              <p:cNvSpPr/>
              <p:nvPr/>
            </p:nvSpPr>
            <p:spPr>
              <a:xfrm>
                <a:off x="9739431" y="6688021"/>
                <a:ext cx="6343" cy="6345"/>
              </a:xfrm>
              <a:custGeom>
                <a:avLst/>
                <a:gdLst>
                  <a:gd name="connsiteX0" fmla="*/ 3434 w 6343"/>
                  <a:gd name="connsiteY0" fmla="*/ 6598 h 6345"/>
                  <a:gd name="connsiteX1" fmla="*/ 5677 w 6343"/>
                  <a:gd name="connsiteY1" fmla="*/ 5669 h 6345"/>
                  <a:gd name="connsiteX2" fmla="*/ 6606 w 6343"/>
                  <a:gd name="connsiteY2" fmla="*/ 3426 h 6345"/>
                  <a:gd name="connsiteX3" fmla="*/ 5677 w 6343"/>
                  <a:gd name="connsiteY3" fmla="*/ 1182 h 6345"/>
                  <a:gd name="connsiteX4" fmla="*/ 3434 w 6343"/>
                  <a:gd name="connsiteY4" fmla="*/ 253 h 6345"/>
                  <a:gd name="connsiteX5" fmla="*/ 1191 w 6343"/>
                  <a:gd name="connsiteY5" fmla="*/ 1182 h 6345"/>
                  <a:gd name="connsiteX6" fmla="*/ 263 w 6343"/>
                  <a:gd name="connsiteY6" fmla="*/ 3426 h 6345"/>
                  <a:gd name="connsiteX7" fmla="*/ 1191 w 6343"/>
                  <a:gd name="connsiteY7" fmla="*/ 5669 h 6345"/>
                  <a:gd name="connsiteX8" fmla="*/ 3434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98"/>
                    </a:moveTo>
                    <a:cubicBezTo>
                      <a:pt x="4275" y="6598"/>
                      <a:pt x="5082" y="6264"/>
                      <a:pt x="5677" y="5669"/>
                    </a:cubicBezTo>
                    <a:cubicBezTo>
                      <a:pt x="6271" y="5074"/>
                      <a:pt x="6606" y="4267"/>
                      <a:pt x="6606" y="3426"/>
                    </a:cubicBezTo>
                    <a:cubicBezTo>
                      <a:pt x="6606" y="2584"/>
                      <a:pt x="6271" y="1777"/>
                      <a:pt x="5677" y="1182"/>
                    </a:cubicBezTo>
                    <a:cubicBezTo>
                      <a:pt x="5082" y="587"/>
                      <a:pt x="4275" y="253"/>
                      <a:pt x="3434" y="253"/>
                    </a:cubicBezTo>
                    <a:cubicBezTo>
                      <a:pt x="2593" y="253"/>
                      <a:pt x="1786" y="587"/>
                      <a:pt x="1191" y="1182"/>
                    </a:cubicBezTo>
                    <a:cubicBezTo>
                      <a:pt x="597" y="1777"/>
                      <a:pt x="263" y="2584"/>
                      <a:pt x="263" y="3426"/>
                    </a:cubicBezTo>
                    <a:cubicBezTo>
                      <a:pt x="263" y="4267"/>
                      <a:pt x="597" y="5074"/>
                      <a:pt x="1191" y="5669"/>
                    </a:cubicBezTo>
                    <a:cubicBezTo>
                      <a:pt x="1786" y="6264"/>
                      <a:pt x="2593" y="6598"/>
                      <a:pt x="3434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56" name="Freeform: Shape 10455">
                <a:extLst>
                  <a:ext uri="{FF2B5EF4-FFF2-40B4-BE49-F238E27FC236}">
                    <a16:creationId xmlns:a16="http://schemas.microsoft.com/office/drawing/2014/main" id="{3BEF851B-96E5-4704-4491-FFD4D98743D1}"/>
                  </a:ext>
                </a:extLst>
              </p:cNvPr>
              <p:cNvSpPr/>
              <p:nvPr/>
            </p:nvSpPr>
            <p:spPr>
              <a:xfrm>
                <a:off x="9786579" y="6961265"/>
                <a:ext cx="6343" cy="6345"/>
              </a:xfrm>
              <a:custGeom>
                <a:avLst/>
                <a:gdLst>
                  <a:gd name="connsiteX0" fmla="*/ 3438 w 6343"/>
                  <a:gd name="connsiteY0" fmla="*/ 6620 h 6345"/>
                  <a:gd name="connsiteX1" fmla="*/ 5680 w 6343"/>
                  <a:gd name="connsiteY1" fmla="*/ 5691 h 6345"/>
                  <a:gd name="connsiteX2" fmla="*/ 6609 w 6343"/>
                  <a:gd name="connsiteY2" fmla="*/ 3447 h 6345"/>
                  <a:gd name="connsiteX3" fmla="*/ 5680 w 6343"/>
                  <a:gd name="connsiteY3" fmla="*/ 1204 h 6345"/>
                  <a:gd name="connsiteX4" fmla="*/ 3438 w 6343"/>
                  <a:gd name="connsiteY4" fmla="*/ 274 h 6345"/>
                  <a:gd name="connsiteX5" fmla="*/ 1195 w 6343"/>
                  <a:gd name="connsiteY5" fmla="*/ 1204 h 6345"/>
                  <a:gd name="connsiteX6" fmla="*/ 266 w 6343"/>
                  <a:gd name="connsiteY6" fmla="*/ 3447 h 6345"/>
                  <a:gd name="connsiteX7" fmla="*/ 1195 w 6343"/>
                  <a:gd name="connsiteY7" fmla="*/ 5691 h 6345"/>
                  <a:gd name="connsiteX8" fmla="*/ 3438 w 6343"/>
                  <a:gd name="connsiteY8" fmla="*/ 662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620"/>
                    </a:moveTo>
                    <a:cubicBezTo>
                      <a:pt x="4279" y="6620"/>
                      <a:pt x="5086" y="6285"/>
                      <a:pt x="5680" y="5691"/>
                    </a:cubicBezTo>
                    <a:cubicBezTo>
                      <a:pt x="6275" y="5096"/>
                      <a:pt x="6609" y="4288"/>
                      <a:pt x="6609" y="3447"/>
                    </a:cubicBezTo>
                    <a:cubicBezTo>
                      <a:pt x="6609" y="2606"/>
                      <a:pt x="6275" y="1799"/>
                      <a:pt x="5680" y="1204"/>
                    </a:cubicBezTo>
                    <a:cubicBezTo>
                      <a:pt x="5086" y="609"/>
                      <a:pt x="4279" y="274"/>
                      <a:pt x="3438" y="274"/>
                    </a:cubicBezTo>
                    <a:cubicBezTo>
                      <a:pt x="2597" y="274"/>
                      <a:pt x="1790" y="609"/>
                      <a:pt x="1195" y="1204"/>
                    </a:cubicBezTo>
                    <a:cubicBezTo>
                      <a:pt x="600" y="1799"/>
                      <a:pt x="266" y="2606"/>
                      <a:pt x="266" y="3447"/>
                    </a:cubicBezTo>
                    <a:cubicBezTo>
                      <a:pt x="266" y="4288"/>
                      <a:pt x="600" y="5096"/>
                      <a:pt x="1195" y="5691"/>
                    </a:cubicBezTo>
                    <a:cubicBezTo>
                      <a:pt x="1790" y="6285"/>
                      <a:pt x="2597" y="6620"/>
                      <a:pt x="3438" y="66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57" name="Freeform: Shape 10456">
                <a:extLst>
                  <a:ext uri="{FF2B5EF4-FFF2-40B4-BE49-F238E27FC236}">
                    <a16:creationId xmlns:a16="http://schemas.microsoft.com/office/drawing/2014/main" id="{2D91D748-804B-3563-918C-A8B9FE53F248}"/>
                  </a:ext>
                </a:extLst>
              </p:cNvPr>
              <p:cNvSpPr/>
              <p:nvPr/>
            </p:nvSpPr>
            <p:spPr>
              <a:xfrm>
                <a:off x="9722198" y="6690983"/>
                <a:ext cx="6343" cy="6345"/>
              </a:xfrm>
              <a:custGeom>
                <a:avLst/>
                <a:gdLst>
                  <a:gd name="connsiteX0" fmla="*/ 3433 w 6343"/>
                  <a:gd name="connsiteY0" fmla="*/ 6598 h 6345"/>
                  <a:gd name="connsiteX1" fmla="*/ 5675 w 6343"/>
                  <a:gd name="connsiteY1" fmla="*/ 5669 h 6345"/>
                  <a:gd name="connsiteX2" fmla="*/ 6604 w 6343"/>
                  <a:gd name="connsiteY2" fmla="*/ 3426 h 6345"/>
                  <a:gd name="connsiteX3" fmla="*/ 5675 w 6343"/>
                  <a:gd name="connsiteY3" fmla="*/ 1182 h 6345"/>
                  <a:gd name="connsiteX4" fmla="*/ 3433 w 6343"/>
                  <a:gd name="connsiteY4" fmla="*/ 253 h 6345"/>
                  <a:gd name="connsiteX5" fmla="*/ 1190 w 6343"/>
                  <a:gd name="connsiteY5" fmla="*/ 1182 h 6345"/>
                  <a:gd name="connsiteX6" fmla="*/ 261 w 6343"/>
                  <a:gd name="connsiteY6" fmla="*/ 3426 h 6345"/>
                  <a:gd name="connsiteX7" fmla="*/ 1190 w 6343"/>
                  <a:gd name="connsiteY7" fmla="*/ 5669 h 6345"/>
                  <a:gd name="connsiteX8" fmla="*/ 3433 w 6343"/>
                  <a:gd name="connsiteY8" fmla="*/ 659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98"/>
                    </a:moveTo>
                    <a:cubicBezTo>
                      <a:pt x="4274" y="6598"/>
                      <a:pt x="5081" y="6264"/>
                      <a:pt x="5675" y="5669"/>
                    </a:cubicBezTo>
                    <a:cubicBezTo>
                      <a:pt x="6270" y="5074"/>
                      <a:pt x="6604" y="4267"/>
                      <a:pt x="6604" y="3426"/>
                    </a:cubicBezTo>
                    <a:cubicBezTo>
                      <a:pt x="6604" y="2584"/>
                      <a:pt x="6270" y="1777"/>
                      <a:pt x="5675" y="1182"/>
                    </a:cubicBezTo>
                    <a:cubicBezTo>
                      <a:pt x="5081" y="587"/>
                      <a:pt x="4274" y="253"/>
                      <a:pt x="3433" y="253"/>
                    </a:cubicBezTo>
                    <a:cubicBezTo>
                      <a:pt x="2592" y="253"/>
                      <a:pt x="1785" y="587"/>
                      <a:pt x="1190" y="1182"/>
                    </a:cubicBezTo>
                    <a:cubicBezTo>
                      <a:pt x="595" y="1777"/>
                      <a:pt x="261" y="2584"/>
                      <a:pt x="261" y="3426"/>
                    </a:cubicBezTo>
                    <a:cubicBezTo>
                      <a:pt x="261" y="4267"/>
                      <a:pt x="595" y="5074"/>
                      <a:pt x="1190" y="5669"/>
                    </a:cubicBezTo>
                    <a:cubicBezTo>
                      <a:pt x="1785" y="6264"/>
                      <a:pt x="2592" y="6598"/>
                      <a:pt x="3433" y="6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58" name="Freeform: Shape 10457">
                <a:extLst>
                  <a:ext uri="{FF2B5EF4-FFF2-40B4-BE49-F238E27FC236}">
                    <a16:creationId xmlns:a16="http://schemas.microsoft.com/office/drawing/2014/main" id="{6CBF35DF-963E-5ECA-107A-33D257D02E33}"/>
                  </a:ext>
                </a:extLst>
              </p:cNvPr>
              <p:cNvSpPr/>
              <p:nvPr/>
            </p:nvSpPr>
            <p:spPr>
              <a:xfrm>
                <a:off x="9532687" y="5752478"/>
                <a:ext cx="6343" cy="6345"/>
              </a:xfrm>
              <a:custGeom>
                <a:avLst/>
                <a:gdLst>
                  <a:gd name="connsiteX0" fmla="*/ 3418 w 6343"/>
                  <a:gd name="connsiteY0" fmla="*/ 6525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8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2 h 6345"/>
                  <a:gd name="connsiteX7" fmla="*/ 1175 w 6343"/>
                  <a:gd name="connsiteY7" fmla="*/ 5595 h 6345"/>
                  <a:gd name="connsiteX8" fmla="*/ 341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25"/>
                    </a:moveTo>
                    <a:cubicBezTo>
                      <a:pt x="4259" y="6525"/>
                      <a:pt x="5066" y="6190"/>
                      <a:pt x="5660" y="5595"/>
                    </a:cubicBezTo>
                    <a:cubicBezTo>
                      <a:pt x="6255" y="5000"/>
                      <a:pt x="6589" y="4193"/>
                      <a:pt x="6589" y="3352"/>
                    </a:cubicBezTo>
                    <a:cubicBezTo>
                      <a:pt x="6589" y="2510"/>
                      <a:pt x="6255" y="1703"/>
                      <a:pt x="5660" y="1108"/>
                    </a:cubicBezTo>
                    <a:cubicBezTo>
                      <a:pt x="5066" y="513"/>
                      <a:pt x="4259" y="179"/>
                      <a:pt x="3418" y="179"/>
                    </a:cubicBezTo>
                    <a:cubicBezTo>
                      <a:pt x="2577" y="179"/>
                      <a:pt x="1770" y="513"/>
                      <a:pt x="1175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70" y="6190"/>
                      <a:pt x="2577" y="6525"/>
                      <a:pt x="341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59" name="Freeform: Shape 10458">
                <a:extLst>
                  <a:ext uri="{FF2B5EF4-FFF2-40B4-BE49-F238E27FC236}">
                    <a16:creationId xmlns:a16="http://schemas.microsoft.com/office/drawing/2014/main" id="{CD57A1DA-420D-E645-731C-F806D5253F30}"/>
                  </a:ext>
                </a:extLst>
              </p:cNvPr>
              <p:cNvSpPr/>
              <p:nvPr/>
            </p:nvSpPr>
            <p:spPr>
              <a:xfrm>
                <a:off x="9529597" y="5751529"/>
                <a:ext cx="6343" cy="6345"/>
              </a:xfrm>
              <a:custGeom>
                <a:avLst/>
                <a:gdLst>
                  <a:gd name="connsiteX0" fmla="*/ 3418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8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2 h 6345"/>
                  <a:gd name="connsiteX7" fmla="*/ 1175 w 6343"/>
                  <a:gd name="connsiteY7" fmla="*/ 5595 h 6345"/>
                  <a:gd name="connsiteX8" fmla="*/ 341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24"/>
                    </a:moveTo>
                    <a:cubicBezTo>
                      <a:pt x="4259" y="6524"/>
                      <a:pt x="5065" y="6190"/>
                      <a:pt x="5660" y="5595"/>
                    </a:cubicBezTo>
                    <a:cubicBezTo>
                      <a:pt x="6255" y="5000"/>
                      <a:pt x="6589" y="4193"/>
                      <a:pt x="6589" y="3352"/>
                    </a:cubicBezTo>
                    <a:cubicBezTo>
                      <a:pt x="6589" y="2510"/>
                      <a:pt x="6255" y="1703"/>
                      <a:pt x="5660" y="1108"/>
                    </a:cubicBezTo>
                    <a:cubicBezTo>
                      <a:pt x="5065" y="513"/>
                      <a:pt x="4259" y="179"/>
                      <a:pt x="3418" y="179"/>
                    </a:cubicBezTo>
                    <a:cubicBezTo>
                      <a:pt x="2576" y="179"/>
                      <a:pt x="1770" y="513"/>
                      <a:pt x="1175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70" y="6190"/>
                      <a:pt x="2576" y="6524"/>
                      <a:pt x="341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60" name="Freeform: Shape 10459">
                <a:extLst>
                  <a:ext uri="{FF2B5EF4-FFF2-40B4-BE49-F238E27FC236}">
                    <a16:creationId xmlns:a16="http://schemas.microsoft.com/office/drawing/2014/main" id="{EADF80E7-AE93-4570-7B52-C73814B30D85}"/>
                  </a:ext>
                </a:extLst>
              </p:cNvPr>
              <p:cNvSpPr/>
              <p:nvPr/>
            </p:nvSpPr>
            <p:spPr>
              <a:xfrm>
                <a:off x="9526722" y="5751673"/>
                <a:ext cx="6343" cy="6345"/>
              </a:xfrm>
              <a:custGeom>
                <a:avLst/>
                <a:gdLst>
                  <a:gd name="connsiteX0" fmla="*/ 3417 w 6343"/>
                  <a:gd name="connsiteY0" fmla="*/ 6524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7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2 h 6345"/>
                  <a:gd name="connsiteX7" fmla="*/ 1175 w 6343"/>
                  <a:gd name="connsiteY7" fmla="*/ 5595 h 6345"/>
                  <a:gd name="connsiteX8" fmla="*/ 3417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24"/>
                    </a:moveTo>
                    <a:cubicBezTo>
                      <a:pt x="4258" y="6524"/>
                      <a:pt x="5065" y="6190"/>
                      <a:pt x="5660" y="5595"/>
                    </a:cubicBezTo>
                    <a:cubicBezTo>
                      <a:pt x="6255" y="5000"/>
                      <a:pt x="6589" y="4193"/>
                      <a:pt x="6589" y="3352"/>
                    </a:cubicBezTo>
                    <a:cubicBezTo>
                      <a:pt x="6589" y="2510"/>
                      <a:pt x="6255" y="1703"/>
                      <a:pt x="5660" y="1108"/>
                    </a:cubicBezTo>
                    <a:cubicBezTo>
                      <a:pt x="5065" y="513"/>
                      <a:pt x="4258" y="179"/>
                      <a:pt x="3417" y="179"/>
                    </a:cubicBezTo>
                    <a:cubicBezTo>
                      <a:pt x="2576" y="179"/>
                      <a:pt x="1769" y="513"/>
                      <a:pt x="1175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69" y="6190"/>
                      <a:pt x="2576" y="6524"/>
                      <a:pt x="3417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61" name="Freeform: Shape 10460">
                <a:extLst>
                  <a:ext uri="{FF2B5EF4-FFF2-40B4-BE49-F238E27FC236}">
                    <a16:creationId xmlns:a16="http://schemas.microsoft.com/office/drawing/2014/main" id="{FA03D2DC-061C-518C-1AF1-BB0C09184B84}"/>
                  </a:ext>
                </a:extLst>
              </p:cNvPr>
              <p:cNvSpPr/>
              <p:nvPr/>
            </p:nvSpPr>
            <p:spPr>
              <a:xfrm>
                <a:off x="9524139" y="5753469"/>
                <a:ext cx="6343" cy="6345"/>
              </a:xfrm>
              <a:custGeom>
                <a:avLst/>
                <a:gdLst>
                  <a:gd name="connsiteX0" fmla="*/ 3417 w 6343"/>
                  <a:gd name="connsiteY0" fmla="*/ 6525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7 w 6343"/>
                  <a:gd name="connsiteY4" fmla="*/ 179 h 6345"/>
                  <a:gd name="connsiteX5" fmla="*/ 1174 w 6343"/>
                  <a:gd name="connsiteY5" fmla="*/ 1108 h 6345"/>
                  <a:gd name="connsiteX6" fmla="*/ 246 w 6343"/>
                  <a:gd name="connsiteY6" fmla="*/ 3352 h 6345"/>
                  <a:gd name="connsiteX7" fmla="*/ 1174 w 6343"/>
                  <a:gd name="connsiteY7" fmla="*/ 5595 h 6345"/>
                  <a:gd name="connsiteX8" fmla="*/ 3417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25"/>
                    </a:moveTo>
                    <a:cubicBezTo>
                      <a:pt x="4258" y="6525"/>
                      <a:pt x="5065" y="6190"/>
                      <a:pt x="5660" y="5595"/>
                    </a:cubicBezTo>
                    <a:cubicBezTo>
                      <a:pt x="6254" y="5000"/>
                      <a:pt x="6589" y="4193"/>
                      <a:pt x="6589" y="3352"/>
                    </a:cubicBezTo>
                    <a:cubicBezTo>
                      <a:pt x="6589" y="2510"/>
                      <a:pt x="6254" y="1703"/>
                      <a:pt x="5660" y="1108"/>
                    </a:cubicBezTo>
                    <a:cubicBezTo>
                      <a:pt x="5065" y="513"/>
                      <a:pt x="4258" y="179"/>
                      <a:pt x="3417" y="179"/>
                    </a:cubicBezTo>
                    <a:cubicBezTo>
                      <a:pt x="2576" y="179"/>
                      <a:pt x="1769" y="513"/>
                      <a:pt x="1174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4" y="5595"/>
                    </a:cubicBezTo>
                    <a:cubicBezTo>
                      <a:pt x="1769" y="6190"/>
                      <a:pt x="2576" y="6525"/>
                      <a:pt x="3417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62" name="Freeform: Shape 10461">
                <a:extLst>
                  <a:ext uri="{FF2B5EF4-FFF2-40B4-BE49-F238E27FC236}">
                    <a16:creationId xmlns:a16="http://schemas.microsoft.com/office/drawing/2014/main" id="{8E4FAD2E-A2EB-9649-DCD2-EB92506775FE}"/>
                  </a:ext>
                </a:extLst>
              </p:cNvPr>
              <p:cNvSpPr/>
              <p:nvPr/>
            </p:nvSpPr>
            <p:spPr>
              <a:xfrm>
                <a:off x="9670501" y="6646615"/>
                <a:ext cx="6343" cy="6345"/>
              </a:xfrm>
              <a:custGeom>
                <a:avLst/>
                <a:gdLst>
                  <a:gd name="connsiteX0" fmla="*/ 3429 w 6343"/>
                  <a:gd name="connsiteY0" fmla="*/ 6595 h 6345"/>
                  <a:gd name="connsiteX1" fmla="*/ 5671 w 6343"/>
                  <a:gd name="connsiteY1" fmla="*/ 5666 h 6345"/>
                  <a:gd name="connsiteX2" fmla="*/ 6600 w 6343"/>
                  <a:gd name="connsiteY2" fmla="*/ 3422 h 6345"/>
                  <a:gd name="connsiteX3" fmla="*/ 5671 w 6343"/>
                  <a:gd name="connsiteY3" fmla="*/ 1179 h 6345"/>
                  <a:gd name="connsiteX4" fmla="*/ 3429 w 6343"/>
                  <a:gd name="connsiteY4" fmla="*/ 250 h 6345"/>
                  <a:gd name="connsiteX5" fmla="*/ 1186 w 6343"/>
                  <a:gd name="connsiteY5" fmla="*/ 1179 h 6345"/>
                  <a:gd name="connsiteX6" fmla="*/ 257 w 6343"/>
                  <a:gd name="connsiteY6" fmla="*/ 3422 h 6345"/>
                  <a:gd name="connsiteX7" fmla="*/ 1186 w 6343"/>
                  <a:gd name="connsiteY7" fmla="*/ 5666 h 6345"/>
                  <a:gd name="connsiteX8" fmla="*/ 3429 w 6343"/>
                  <a:gd name="connsiteY8" fmla="*/ 65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95"/>
                    </a:moveTo>
                    <a:cubicBezTo>
                      <a:pt x="4270" y="6595"/>
                      <a:pt x="5077" y="6261"/>
                      <a:pt x="5671" y="5666"/>
                    </a:cubicBezTo>
                    <a:cubicBezTo>
                      <a:pt x="6266" y="5071"/>
                      <a:pt x="6600" y="4264"/>
                      <a:pt x="6600" y="3422"/>
                    </a:cubicBezTo>
                    <a:cubicBezTo>
                      <a:pt x="6600" y="2581"/>
                      <a:pt x="6266" y="1774"/>
                      <a:pt x="5671" y="1179"/>
                    </a:cubicBezTo>
                    <a:cubicBezTo>
                      <a:pt x="5077" y="584"/>
                      <a:pt x="4270" y="250"/>
                      <a:pt x="3429" y="250"/>
                    </a:cubicBezTo>
                    <a:cubicBezTo>
                      <a:pt x="2588" y="250"/>
                      <a:pt x="1781" y="584"/>
                      <a:pt x="1186" y="1179"/>
                    </a:cubicBezTo>
                    <a:cubicBezTo>
                      <a:pt x="591" y="1774"/>
                      <a:pt x="257" y="2581"/>
                      <a:pt x="257" y="3422"/>
                    </a:cubicBezTo>
                    <a:cubicBezTo>
                      <a:pt x="257" y="4264"/>
                      <a:pt x="591" y="5071"/>
                      <a:pt x="1186" y="5666"/>
                    </a:cubicBezTo>
                    <a:cubicBezTo>
                      <a:pt x="1781" y="6261"/>
                      <a:pt x="2588" y="6595"/>
                      <a:pt x="3429" y="65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63" name="Freeform: Shape 10462">
                <a:extLst>
                  <a:ext uri="{FF2B5EF4-FFF2-40B4-BE49-F238E27FC236}">
                    <a16:creationId xmlns:a16="http://schemas.microsoft.com/office/drawing/2014/main" id="{377709CF-3544-8C84-2CD1-280025F6AD0D}"/>
                  </a:ext>
                </a:extLst>
              </p:cNvPr>
              <p:cNvSpPr/>
              <p:nvPr/>
            </p:nvSpPr>
            <p:spPr>
              <a:xfrm>
                <a:off x="9662390" y="6649156"/>
                <a:ext cx="6343" cy="6345"/>
              </a:xfrm>
              <a:custGeom>
                <a:avLst/>
                <a:gdLst>
                  <a:gd name="connsiteX0" fmla="*/ 3428 w 6343"/>
                  <a:gd name="connsiteY0" fmla="*/ 6595 h 6345"/>
                  <a:gd name="connsiteX1" fmla="*/ 5671 w 6343"/>
                  <a:gd name="connsiteY1" fmla="*/ 5666 h 6345"/>
                  <a:gd name="connsiteX2" fmla="*/ 6600 w 6343"/>
                  <a:gd name="connsiteY2" fmla="*/ 3422 h 6345"/>
                  <a:gd name="connsiteX3" fmla="*/ 5671 w 6343"/>
                  <a:gd name="connsiteY3" fmla="*/ 1179 h 6345"/>
                  <a:gd name="connsiteX4" fmla="*/ 3428 w 6343"/>
                  <a:gd name="connsiteY4" fmla="*/ 250 h 6345"/>
                  <a:gd name="connsiteX5" fmla="*/ 1185 w 6343"/>
                  <a:gd name="connsiteY5" fmla="*/ 1179 h 6345"/>
                  <a:gd name="connsiteX6" fmla="*/ 256 w 6343"/>
                  <a:gd name="connsiteY6" fmla="*/ 3422 h 6345"/>
                  <a:gd name="connsiteX7" fmla="*/ 1185 w 6343"/>
                  <a:gd name="connsiteY7" fmla="*/ 5666 h 6345"/>
                  <a:gd name="connsiteX8" fmla="*/ 3428 w 6343"/>
                  <a:gd name="connsiteY8" fmla="*/ 65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95"/>
                    </a:moveTo>
                    <a:cubicBezTo>
                      <a:pt x="4269" y="6595"/>
                      <a:pt x="5076" y="6261"/>
                      <a:pt x="5671" y="5666"/>
                    </a:cubicBezTo>
                    <a:cubicBezTo>
                      <a:pt x="6265" y="5071"/>
                      <a:pt x="6600" y="4264"/>
                      <a:pt x="6600" y="3422"/>
                    </a:cubicBezTo>
                    <a:cubicBezTo>
                      <a:pt x="6600" y="2581"/>
                      <a:pt x="6265" y="1774"/>
                      <a:pt x="5671" y="1179"/>
                    </a:cubicBezTo>
                    <a:cubicBezTo>
                      <a:pt x="5076" y="584"/>
                      <a:pt x="4269" y="250"/>
                      <a:pt x="3428" y="250"/>
                    </a:cubicBezTo>
                    <a:cubicBezTo>
                      <a:pt x="2587" y="250"/>
                      <a:pt x="1780" y="584"/>
                      <a:pt x="1185" y="1179"/>
                    </a:cubicBezTo>
                    <a:cubicBezTo>
                      <a:pt x="591" y="1774"/>
                      <a:pt x="256" y="2581"/>
                      <a:pt x="256" y="3422"/>
                    </a:cubicBezTo>
                    <a:cubicBezTo>
                      <a:pt x="256" y="4264"/>
                      <a:pt x="591" y="5071"/>
                      <a:pt x="1185" y="5666"/>
                    </a:cubicBezTo>
                    <a:cubicBezTo>
                      <a:pt x="1780" y="6261"/>
                      <a:pt x="2587" y="6595"/>
                      <a:pt x="3428" y="65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64" name="Freeform: Shape 10463">
                <a:extLst>
                  <a:ext uri="{FF2B5EF4-FFF2-40B4-BE49-F238E27FC236}">
                    <a16:creationId xmlns:a16="http://schemas.microsoft.com/office/drawing/2014/main" id="{1D5AA1B8-128B-56F6-053A-8146D4F60845}"/>
                  </a:ext>
                </a:extLst>
              </p:cNvPr>
              <p:cNvSpPr/>
              <p:nvPr/>
            </p:nvSpPr>
            <p:spPr>
              <a:xfrm>
                <a:off x="9654438" y="6652828"/>
                <a:ext cx="6343" cy="6345"/>
              </a:xfrm>
              <a:custGeom>
                <a:avLst/>
                <a:gdLst>
                  <a:gd name="connsiteX0" fmla="*/ 3427 w 6343"/>
                  <a:gd name="connsiteY0" fmla="*/ 6595 h 6345"/>
                  <a:gd name="connsiteX1" fmla="*/ 5670 w 6343"/>
                  <a:gd name="connsiteY1" fmla="*/ 5666 h 6345"/>
                  <a:gd name="connsiteX2" fmla="*/ 6599 w 6343"/>
                  <a:gd name="connsiteY2" fmla="*/ 3423 h 6345"/>
                  <a:gd name="connsiteX3" fmla="*/ 5670 w 6343"/>
                  <a:gd name="connsiteY3" fmla="*/ 1179 h 6345"/>
                  <a:gd name="connsiteX4" fmla="*/ 3427 w 6343"/>
                  <a:gd name="connsiteY4" fmla="*/ 250 h 6345"/>
                  <a:gd name="connsiteX5" fmla="*/ 1185 w 6343"/>
                  <a:gd name="connsiteY5" fmla="*/ 1179 h 6345"/>
                  <a:gd name="connsiteX6" fmla="*/ 256 w 6343"/>
                  <a:gd name="connsiteY6" fmla="*/ 3423 h 6345"/>
                  <a:gd name="connsiteX7" fmla="*/ 1185 w 6343"/>
                  <a:gd name="connsiteY7" fmla="*/ 5666 h 6345"/>
                  <a:gd name="connsiteX8" fmla="*/ 3427 w 6343"/>
                  <a:gd name="connsiteY8" fmla="*/ 65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95"/>
                    </a:moveTo>
                    <a:cubicBezTo>
                      <a:pt x="4268" y="6595"/>
                      <a:pt x="5075" y="6261"/>
                      <a:pt x="5670" y="5666"/>
                    </a:cubicBezTo>
                    <a:cubicBezTo>
                      <a:pt x="6265" y="5071"/>
                      <a:pt x="6599" y="4264"/>
                      <a:pt x="6599" y="3423"/>
                    </a:cubicBezTo>
                    <a:cubicBezTo>
                      <a:pt x="6599" y="2581"/>
                      <a:pt x="6265" y="1774"/>
                      <a:pt x="5670" y="1179"/>
                    </a:cubicBezTo>
                    <a:cubicBezTo>
                      <a:pt x="5075" y="584"/>
                      <a:pt x="4268" y="250"/>
                      <a:pt x="3427" y="250"/>
                    </a:cubicBezTo>
                    <a:cubicBezTo>
                      <a:pt x="2586" y="250"/>
                      <a:pt x="1780" y="584"/>
                      <a:pt x="1185" y="1179"/>
                    </a:cubicBezTo>
                    <a:cubicBezTo>
                      <a:pt x="590" y="1774"/>
                      <a:pt x="256" y="2581"/>
                      <a:pt x="256" y="3423"/>
                    </a:cubicBezTo>
                    <a:cubicBezTo>
                      <a:pt x="256" y="4264"/>
                      <a:pt x="590" y="5071"/>
                      <a:pt x="1185" y="5666"/>
                    </a:cubicBezTo>
                    <a:cubicBezTo>
                      <a:pt x="1780" y="6261"/>
                      <a:pt x="2586" y="6595"/>
                      <a:pt x="3427" y="65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65" name="Freeform: Shape 10464">
                <a:extLst>
                  <a:ext uri="{FF2B5EF4-FFF2-40B4-BE49-F238E27FC236}">
                    <a16:creationId xmlns:a16="http://schemas.microsoft.com/office/drawing/2014/main" id="{81A14859-B24F-0F5B-682B-87F60F37838E}"/>
                  </a:ext>
                </a:extLst>
              </p:cNvPr>
              <p:cNvSpPr/>
              <p:nvPr/>
            </p:nvSpPr>
            <p:spPr>
              <a:xfrm>
                <a:off x="9584368" y="6237720"/>
                <a:ext cx="6343" cy="6345"/>
              </a:xfrm>
              <a:custGeom>
                <a:avLst/>
                <a:gdLst>
                  <a:gd name="connsiteX0" fmla="*/ 3422 w 6343"/>
                  <a:gd name="connsiteY0" fmla="*/ 6563 h 6345"/>
                  <a:gd name="connsiteX1" fmla="*/ 5664 w 6343"/>
                  <a:gd name="connsiteY1" fmla="*/ 5633 h 6345"/>
                  <a:gd name="connsiteX2" fmla="*/ 6593 w 6343"/>
                  <a:gd name="connsiteY2" fmla="*/ 3390 h 6345"/>
                  <a:gd name="connsiteX3" fmla="*/ 5664 w 6343"/>
                  <a:gd name="connsiteY3" fmla="*/ 1147 h 6345"/>
                  <a:gd name="connsiteX4" fmla="*/ 3422 w 6343"/>
                  <a:gd name="connsiteY4" fmla="*/ 217 h 6345"/>
                  <a:gd name="connsiteX5" fmla="*/ 1179 w 6343"/>
                  <a:gd name="connsiteY5" fmla="*/ 1147 h 6345"/>
                  <a:gd name="connsiteX6" fmla="*/ 250 w 6343"/>
                  <a:gd name="connsiteY6" fmla="*/ 3390 h 6345"/>
                  <a:gd name="connsiteX7" fmla="*/ 1179 w 6343"/>
                  <a:gd name="connsiteY7" fmla="*/ 5633 h 6345"/>
                  <a:gd name="connsiteX8" fmla="*/ 342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63"/>
                    </a:moveTo>
                    <a:cubicBezTo>
                      <a:pt x="4263" y="6563"/>
                      <a:pt x="5070" y="6228"/>
                      <a:pt x="5664" y="5633"/>
                    </a:cubicBezTo>
                    <a:cubicBezTo>
                      <a:pt x="6259" y="5039"/>
                      <a:pt x="6593" y="4231"/>
                      <a:pt x="6593" y="3390"/>
                    </a:cubicBezTo>
                    <a:cubicBezTo>
                      <a:pt x="6593" y="2549"/>
                      <a:pt x="6259" y="1742"/>
                      <a:pt x="5664" y="1147"/>
                    </a:cubicBezTo>
                    <a:cubicBezTo>
                      <a:pt x="5070" y="552"/>
                      <a:pt x="4263" y="217"/>
                      <a:pt x="3422" y="217"/>
                    </a:cubicBezTo>
                    <a:cubicBezTo>
                      <a:pt x="2581" y="217"/>
                      <a:pt x="1774" y="552"/>
                      <a:pt x="1179" y="1147"/>
                    </a:cubicBezTo>
                    <a:cubicBezTo>
                      <a:pt x="584" y="1742"/>
                      <a:pt x="250" y="2549"/>
                      <a:pt x="250" y="3390"/>
                    </a:cubicBezTo>
                    <a:cubicBezTo>
                      <a:pt x="250" y="4231"/>
                      <a:pt x="584" y="5039"/>
                      <a:pt x="1179" y="5633"/>
                    </a:cubicBezTo>
                    <a:cubicBezTo>
                      <a:pt x="1774" y="6228"/>
                      <a:pt x="2581" y="6563"/>
                      <a:pt x="342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66" name="Freeform: Shape 10465">
                <a:extLst>
                  <a:ext uri="{FF2B5EF4-FFF2-40B4-BE49-F238E27FC236}">
                    <a16:creationId xmlns:a16="http://schemas.microsoft.com/office/drawing/2014/main" id="{1BA9B612-3E53-3607-13B0-965EA19BF755}"/>
                  </a:ext>
                </a:extLst>
              </p:cNvPr>
              <p:cNvSpPr/>
              <p:nvPr/>
            </p:nvSpPr>
            <p:spPr>
              <a:xfrm>
                <a:off x="9578462" y="6237753"/>
                <a:ext cx="6343" cy="6345"/>
              </a:xfrm>
              <a:custGeom>
                <a:avLst/>
                <a:gdLst>
                  <a:gd name="connsiteX0" fmla="*/ 3421 w 6343"/>
                  <a:gd name="connsiteY0" fmla="*/ 6563 h 6345"/>
                  <a:gd name="connsiteX1" fmla="*/ 5664 w 6343"/>
                  <a:gd name="connsiteY1" fmla="*/ 5633 h 6345"/>
                  <a:gd name="connsiteX2" fmla="*/ 6593 w 6343"/>
                  <a:gd name="connsiteY2" fmla="*/ 3390 h 6345"/>
                  <a:gd name="connsiteX3" fmla="*/ 5664 w 6343"/>
                  <a:gd name="connsiteY3" fmla="*/ 1147 h 6345"/>
                  <a:gd name="connsiteX4" fmla="*/ 3421 w 6343"/>
                  <a:gd name="connsiteY4" fmla="*/ 217 h 6345"/>
                  <a:gd name="connsiteX5" fmla="*/ 1179 w 6343"/>
                  <a:gd name="connsiteY5" fmla="*/ 1147 h 6345"/>
                  <a:gd name="connsiteX6" fmla="*/ 250 w 6343"/>
                  <a:gd name="connsiteY6" fmla="*/ 3390 h 6345"/>
                  <a:gd name="connsiteX7" fmla="*/ 1179 w 6343"/>
                  <a:gd name="connsiteY7" fmla="*/ 5633 h 6345"/>
                  <a:gd name="connsiteX8" fmla="*/ 342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3"/>
                    </a:moveTo>
                    <a:cubicBezTo>
                      <a:pt x="4263" y="6563"/>
                      <a:pt x="5069" y="6228"/>
                      <a:pt x="5664" y="5633"/>
                    </a:cubicBezTo>
                    <a:cubicBezTo>
                      <a:pt x="6259" y="5039"/>
                      <a:pt x="6593" y="4231"/>
                      <a:pt x="6593" y="3390"/>
                    </a:cubicBezTo>
                    <a:cubicBezTo>
                      <a:pt x="6593" y="2549"/>
                      <a:pt x="6259" y="1742"/>
                      <a:pt x="5664" y="1147"/>
                    </a:cubicBezTo>
                    <a:cubicBezTo>
                      <a:pt x="5069" y="552"/>
                      <a:pt x="4263" y="217"/>
                      <a:pt x="3421" y="217"/>
                    </a:cubicBezTo>
                    <a:cubicBezTo>
                      <a:pt x="2580" y="217"/>
                      <a:pt x="1774" y="552"/>
                      <a:pt x="1179" y="1147"/>
                    </a:cubicBezTo>
                    <a:cubicBezTo>
                      <a:pt x="584" y="1742"/>
                      <a:pt x="250" y="2549"/>
                      <a:pt x="250" y="3390"/>
                    </a:cubicBezTo>
                    <a:cubicBezTo>
                      <a:pt x="250" y="4231"/>
                      <a:pt x="584" y="5039"/>
                      <a:pt x="1179" y="5633"/>
                    </a:cubicBezTo>
                    <a:cubicBezTo>
                      <a:pt x="1774" y="6228"/>
                      <a:pt x="2580" y="6563"/>
                      <a:pt x="342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67" name="Freeform: Shape 10466">
                <a:extLst>
                  <a:ext uri="{FF2B5EF4-FFF2-40B4-BE49-F238E27FC236}">
                    <a16:creationId xmlns:a16="http://schemas.microsoft.com/office/drawing/2014/main" id="{66642577-34EE-DA88-AE22-AE635C970655}"/>
                  </a:ext>
                </a:extLst>
              </p:cNvPr>
              <p:cNvSpPr/>
              <p:nvPr/>
            </p:nvSpPr>
            <p:spPr>
              <a:xfrm>
                <a:off x="9572629" y="6238247"/>
                <a:ext cx="6343" cy="6345"/>
              </a:xfrm>
              <a:custGeom>
                <a:avLst/>
                <a:gdLst>
                  <a:gd name="connsiteX0" fmla="*/ 3421 w 6343"/>
                  <a:gd name="connsiteY0" fmla="*/ 6563 h 6345"/>
                  <a:gd name="connsiteX1" fmla="*/ 5664 w 6343"/>
                  <a:gd name="connsiteY1" fmla="*/ 5634 h 6345"/>
                  <a:gd name="connsiteX2" fmla="*/ 6592 w 6343"/>
                  <a:gd name="connsiteY2" fmla="*/ 3390 h 6345"/>
                  <a:gd name="connsiteX3" fmla="*/ 5664 w 6343"/>
                  <a:gd name="connsiteY3" fmla="*/ 1147 h 6345"/>
                  <a:gd name="connsiteX4" fmla="*/ 3421 w 6343"/>
                  <a:gd name="connsiteY4" fmla="*/ 217 h 6345"/>
                  <a:gd name="connsiteX5" fmla="*/ 1178 w 6343"/>
                  <a:gd name="connsiteY5" fmla="*/ 1147 h 6345"/>
                  <a:gd name="connsiteX6" fmla="*/ 249 w 6343"/>
                  <a:gd name="connsiteY6" fmla="*/ 3390 h 6345"/>
                  <a:gd name="connsiteX7" fmla="*/ 1178 w 6343"/>
                  <a:gd name="connsiteY7" fmla="*/ 5634 h 6345"/>
                  <a:gd name="connsiteX8" fmla="*/ 342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3"/>
                    </a:moveTo>
                    <a:cubicBezTo>
                      <a:pt x="4262" y="6563"/>
                      <a:pt x="5069" y="6228"/>
                      <a:pt x="5664" y="5634"/>
                    </a:cubicBezTo>
                    <a:cubicBezTo>
                      <a:pt x="6258" y="5039"/>
                      <a:pt x="6592" y="4232"/>
                      <a:pt x="6592" y="3390"/>
                    </a:cubicBezTo>
                    <a:cubicBezTo>
                      <a:pt x="6592" y="2549"/>
                      <a:pt x="6258" y="1742"/>
                      <a:pt x="5664" y="1147"/>
                    </a:cubicBezTo>
                    <a:cubicBezTo>
                      <a:pt x="5069" y="552"/>
                      <a:pt x="4262" y="217"/>
                      <a:pt x="3421" y="217"/>
                    </a:cubicBezTo>
                    <a:cubicBezTo>
                      <a:pt x="2580" y="217"/>
                      <a:pt x="1773" y="552"/>
                      <a:pt x="1178" y="1147"/>
                    </a:cubicBezTo>
                    <a:cubicBezTo>
                      <a:pt x="584" y="1742"/>
                      <a:pt x="249" y="2549"/>
                      <a:pt x="249" y="3390"/>
                    </a:cubicBezTo>
                    <a:cubicBezTo>
                      <a:pt x="249" y="4232"/>
                      <a:pt x="584" y="5039"/>
                      <a:pt x="1178" y="5634"/>
                    </a:cubicBezTo>
                    <a:cubicBezTo>
                      <a:pt x="1773" y="6228"/>
                      <a:pt x="2580" y="6563"/>
                      <a:pt x="342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68" name="Freeform: Shape 10467">
                <a:extLst>
                  <a:ext uri="{FF2B5EF4-FFF2-40B4-BE49-F238E27FC236}">
                    <a16:creationId xmlns:a16="http://schemas.microsoft.com/office/drawing/2014/main" id="{075EA8A9-F418-339B-D929-3D6BC8F14650}"/>
                  </a:ext>
                </a:extLst>
              </p:cNvPr>
              <p:cNvSpPr/>
              <p:nvPr/>
            </p:nvSpPr>
            <p:spPr>
              <a:xfrm>
                <a:off x="9566835" y="6239017"/>
                <a:ext cx="6343" cy="6345"/>
              </a:xfrm>
              <a:custGeom>
                <a:avLst/>
                <a:gdLst>
                  <a:gd name="connsiteX0" fmla="*/ 3420 w 6343"/>
                  <a:gd name="connsiteY0" fmla="*/ 6563 h 6345"/>
                  <a:gd name="connsiteX1" fmla="*/ 5663 w 6343"/>
                  <a:gd name="connsiteY1" fmla="*/ 5634 h 6345"/>
                  <a:gd name="connsiteX2" fmla="*/ 6592 w 6343"/>
                  <a:gd name="connsiteY2" fmla="*/ 3390 h 6345"/>
                  <a:gd name="connsiteX3" fmla="*/ 5663 w 6343"/>
                  <a:gd name="connsiteY3" fmla="*/ 1147 h 6345"/>
                  <a:gd name="connsiteX4" fmla="*/ 3420 w 6343"/>
                  <a:gd name="connsiteY4" fmla="*/ 217 h 6345"/>
                  <a:gd name="connsiteX5" fmla="*/ 1178 w 6343"/>
                  <a:gd name="connsiteY5" fmla="*/ 1147 h 6345"/>
                  <a:gd name="connsiteX6" fmla="*/ 249 w 6343"/>
                  <a:gd name="connsiteY6" fmla="*/ 3390 h 6345"/>
                  <a:gd name="connsiteX7" fmla="*/ 1178 w 6343"/>
                  <a:gd name="connsiteY7" fmla="*/ 5634 h 6345"/>
                  <a:gd name="connsiteX8" fmla="*/ 342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3"/>
                    </a:moveTo>
                    <a:cubicBezTo>
                      <a:pt x="4262" y="6563"/>
                      <a:pt x="5068" y="6229"/>
                      <a:pt x="5663" y="5634"/>
                    </a:cubicBezTo>
                    <a:cubicBezTo>
                      <a:pt x="6258" y="5039"/>
                      <a:pt x="6592" y="4232"/>
                      <a:pt x="6592" y="3390"/>
                    </a:cubicBezTo>
                    <a:cubicBezTo>
                      <a:pt x="6592" y="2549"/>
                      <a:pt x="6258" y="1742"/>
                      <a:pt x="5663" y="1147"/>
                    </a:cubicBezTo>
                    <a:cubicBezTo>
                      <a:pt x="5068" y="552"/>
                      <a:pt x="4262" y="217"/>
                      <a:pt x="3420" y="217"/>
                    </a:cubicBezTo>
                    <a:cubicBezTo>
                      <a:pt x="2579" y="217"/>
                      <a:pt x="1773" y="552"/>
                      <a:pt x="1178" y="1147"/>
                    </a:cubicBezTo>
                    <a:cubicBezTo>
                      <a:pt x="583" y="1742"/>
                      <a:pt x="249" y="2549"/>
                      <a:pt x="249" y="3390"/>
                    </a:cubicBezTo>
                    <a:cubicBezTo>
                      <a:pt x="249" y="4232"/>
                      <a:pt x="583" y="5039"/>
                      <a:pt x="1178" y="5634"/>
                    </a:cubicBezTo>
                    <a:cubicBezTo>
                      <a:pt x="1773" y="6229"/>
                      <a:pt x="2579" y="6563"/>
                      <a:pt x="342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69" name="Freeform: Shape 10468">
                <a:extLst>
                  <a:ext uri="{FF2B5EF4-FFF2-40B4-BE49-F238E27FC236}">
                    <a16:creationId xmlns:a16="http://schemas.microsoft.com/office/drawing/2014/main" id="{236C30F9-63CC-4736-12C7-A5E008C3A9B6}"/>
                  </a:ext>
                </a:extLst>
              </p:cNvPr>
              <p:cNvSpPr/>
              <p:nvPr/>
            </p:nvSpPr>
            <p:spPr>
              <a:xfrm>
                <a:off x="9560982" y="6239314"/>
                <a:ext cx="6343" cy="6345"/>
              </a:xfrm>
              <a:custGeom>
                <a:avLst/>
                <a:gdLst>
                  <a:gd name="connsiteX0" fmla="*/ 3420 w 6343"/>
                  <a:gd name="connsiteY0" fmla="*/ 6563 h 6345"/>
                  <a:gd name="connsiteX1" fmla="*/ 5663 w 6343"/>
                  <a:gd name="connsiteY1" fmla="*/ 5634 h 6345"/>
                  <a:gd name="connsiteX2" fmla="*/ 6592 w 6343"/>
                  <a:gd name="connsiteY2" fmla="*/ 3390 h 6345"/>
                  <a:gd name="connsiteX3" fmla="*/ 5663 w 6343"/>
                  <a:gd name="connsiteY3" fmla="*/ 1147 h 6345"/>
                  <a:gd name="connsiteX4" fmla="*/ 3420 w 6343"/>
                  <a:gd name="connsiteY4" fmla="*/ 217 h 6345"/>
                  <a:gd name="connsiteX5" fmla="*/ 1177 w 6343"/>
                  <a:gd name="connsiteY5" fmla="*/ 1147 h 6345"/>
                  <a:gd name="connsiteX6" fmla="*/ 248 w 6343"/>
                  <a:gd name="connsiteY6" fmla="*/ 3390 h 6345"/>
                  <a:gd name="connsiteX7" fmla="*/ 1177 w 6343"/>
                  <a:gd name="connsiteY7" fmla="*/ 5634 h 6345"/>
                  <a:gd name="connsiteX8" fmla="*/ 342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3"/>
                    </a:moveTo>
                    <a:cubicBezTo>
                      <a:pt x="4261" y="6563"/>
                      <a:pt x="5068" y="6229"/>
                      <a:pt x="5663" y="5634"/>
                    </a:cubicBezTo>
                    <a:cubicBezTo>
                      <a:pt x="6257" y="5039"/>
                      <a:pt x="6592" y="4232"/>
                      <a:pt x="6592" y="3390"/>
                    </a:cubicBezTo>
                    <a:cubicBezTo>
                      <a:pt x="6592" y="2549"/>
                      <a:pt x="6257" y="1742"/>
                      <a:pt x="5663" y="1147"/>
                    </a:cubicBezTo>
                    <a:cubicBezTo>
                      <a:pt x="5068" y="552"/>
                      <a:pt x="4261" y="217"/>
                      <a:pt x="3420" y="217"/>
                    </a:cubicBezTo>
                    <a:cubicBezTo>
                      <a:pt x="2579" y="217"/>
                      <a:pt x="1772" y="552"/>
                      <a:pt x="1177" y="1147"/>
                    </a:cubicBezTo>
                    <a:cubicBezTo>
                      <a:pt x="583" y="1742"/>
                      <a:pt x="248" y="2549"/>
                      <a:pt x="248" y="3390"/>
                    </a:cubicBezTo>
                    <a:cubicBezTo>
                      <a:pt x="248" y="4232"/>
                      <a:pt x="583" y="5039"/>
                      <a:pt x="1177" y="5634"/>
                    </a:cubicBezTo>
                    <a:cubicBezTo>
                      <a:pt x="1772" y="6229"/>
                      <a:pt x="2579" y="6563"/>
                      <a:pt x="342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70" name="Freeform: Shape 10469">
                <a:extLst>
                  <a:ext uri="{FF2B5EF4-FFF2-40B4-BE49-F238E27FC236}">
                    <a16:creationId xmlns:a16="http://schemas.microsoft.com/office/drawing/2014/main" id="{6A4F1BAE-7FDB-7AFE-130C-F3C116B46C20}"/>
                  </a:ext>
                </a:extLst>
              </p:cNvPr>
              <p:cNvSpPr/>
              <p:nvPr/>
            </p:nvSpPr>
            <p:spPr>
              <a:xfrm>
                <a:off x="9555051" y="6238889"/>
                <a:ext cx="6343" cy="6345"/>
              </a:xfrm>
              <a:custGeom>
                <a:avLst/>
                <a:gdLst>
                  <a:gd name="connsiteX0" fmla="*/ 3420 w 6343"/>
                  <a:gd name="connsiteY0" fmla="*/ 6563 h 6345"/>
                  <a:gd name="connsiteX1" fmla="*/ 5662 w 6343"/>
                  <a:gd name="connsiteY1" fmla="*/ 5634 h 6345"/>
                  <a:gd name="connsiteX2" fmla="*/ 6591 w 6343"/>
                  <a:gd name="connsiteY2" fmla="*/ 3390 h 6345"/>
                  <a:gd name="connsiteX3" fmla="*/ 5662 w 6343"/>
                  <a:gd name="connsiteY3" fmla="*/ 1147 h 6345"/>
                  <a:gd name="connsiteX4" fmla="*/ 3420 w 6343"/>
                  <a:gd name="connsiteY4" fmla="*/ 217 h 6345"/>
                  <a:gd name="connsiteX5" fmla="*/ 1177 w 6343"/>
                  <a:gd name="connsiteY5" fmla="*/ 1147 h 6345"/>
                  <a:gd name="connsiteX6" fmla="*/ 248 w 6343"/>
                  <a:gd name="connsiteY6" fmla="*/ 3390 h 6345"/>
                  <a:gd name="connsiteX7" fmla="*/ 1177 w 6343"/>
                  <a:gd name="connsiteY7" fmla="*/ 5634 h 6345"/>
                  <a:gd name="connsiteX8" fmla="*/ 342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3"/>
                    </a:moveTo>
                    <a:cubicBezTo>
                      <a:pt x="4261" y="6563"/>
                      <a:pt x="5067" y="6229"/>
                      <a:pt x="5662" y="5634"/>
                    </a:cubicBezTo>
                    <a:cubicBezTo>
                      <a:pt x="6257" y="5039"/>
                      <a:pt x="6591" y="4232"/>
                      <a:pt x="6591" y="3390"/>
                    </a:cubicBezTo>
                    <a:cubicBezTo>
                      <a:pt x="6591" y="2549"/>
                      <a:pt x="6257" y="1742"/>
                      <a:pt x="5662" y="1147"/>
                    </a:cubicBezTo>
                    <a:cubicBezTo>
                      <a:pt x="5067" y="552"/>
                      <a:pt x="4261" y="217"/>
                      <a:pt x="3420" y="217"/>
                    </a:cubicBezTo>
                    <a:cubicBezTo>
                      <a:pt x="2578" y="217"/>
                      <a:pt x="1772" y="552"/>
                      <a:pt x="1177" y="1147"/>
                    </a:cubicBezTo>
                    <a:cubicBezTo>
                      <a:pt x="582" y="1742"/>
                      <a:pt x="248" y="2549"/>
                      <a:pt x="248" y="3390"/>
                    </a:cubicBezTo>
                    <a:cubicBezTo>
                      <a:pt x="248" y="4232"/>
                      <a:pt x="582" y="5039"/>
                      <a:pt x="1177" y="5634"/>
                    </a:cubicBezTo>
                    <a:cubicBezTo>
                      <a:pt x="1772" y="6229"/>
                      <a:pt x="2578" y="6563"/>
                      <a:pt x="342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71" name="Freeform: Shape 10470">
                <a:extLst>
                  <a:ext uri="{FF2B5EF4-FFF2-40B4-BE49-F238E27FC236}">
                    <a16:creationId xmlns:a16="http://schemas.microsoft.com/office/drawing/2014/main" id="{1D4FEBCA-FE17-1C32-54DB-5F01863E9B58}"/>
                  </a:ext>
                </a:extLst>
              </p:cNvPr>
              <p:cNvSpPr/>
              <p:nvPr/>
            </p:nvSpPr>
            <p:spPr>
              <a:xfrm>
                <a:off x="9549156" y="6238676"/>
                <a:ext cx="6343" cy="6345"/>
              </a:xfrm>
              <a:custGeom>
                <a:avLst/>
                <a:gdLst>
                  <a:gd name="connsiteX0" fmla="*/ 3419 w 6343"/>
                  <a:gd name="connsiteY0" fmla="*/ 6563 h 6345"/>
                  <a:gd name="connsiteX1" fmla="*/ 5662 w 6343"/>
                  <a:gd name="connsiteY1" fmla="*/ 5634 h 6345"/>
                  <a:gd name="connsiteX2" fmla="*/ 6591 w 6343"/>
                  <a:gd name="connsiteY2" fmla="*/ 3390 h 6345"/>
                  <a:gd name="connsiteX3" fmla="*/ 5662 w 6343"/>
                  <a:gd name="connsiteY3" fmla="*/ 1147 h 6345"/>
                  <a:gd name="connsiteX4" fmla="*/ 3419 w 6343"/>
                  <a:gd name="connsiteY4" fmla="*/ 217 h 6345"/>
                  <a:gd name="connsiteX5" fmla="*/ 1176 w 6343"/>
                  <a:gd name="connsiteY5" fmla="*/ 1147 h 6345"/>
                  <a:gd name="connsiteX6" fmla="*/ 248 w 6343"/>
                  <a:gd name="connsiteY6" fmla="*/ 3390 h 6345"/>
                  <a:gd name="connsiteX7" fmla="*/ 1176 w 6343"/>
                  <a:gd name="connsiteY7" fmla="*/ 5634 h 6345"/>
                  <a:gd name="connsiteX8" fmla="*/ 341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3"/>
                    </a:moveTo>
                    <a:cubicBezTo>
                      <a:pt x="4260" y="6563"/>
                      <a:pt x="5067" y="6229"/>
                      <a:pt x="5662" y="5634"/>
                    </a:cubicBezTo>
                    <a:cubicBezTo>
                      <a:pt x="6256" y="5039"/>
                      <a:pt x="6591" y="4232"/>
                      <a:pt x="6591" y="3390"/>
                    </a:cubicBezTo>
                    <a:cubicBezTo>
                      <a:pt x="6591" y="2549"/>
                      <a:pt x="6256" y="1742"/>
                      <a:pt x="5662" y="1147"/>
                    </a:cubicBezTo>
                    <a:cubicBezTo>
                      <a:pt x="5067" y="552"/>
                      <a:pt x="4260" y="217"/>
                      <a:pt x="3419" y="217"/>
                    </a:cubicBezTo>
                    <a:cubicBezTo>
                      <a:pt x="2578" y="217"/>
                      <a:pt x="1771" y="552"/>
                      <a:pt x="1176" y="1147"/>
                    </a:cubicBezTo>
                    <a:cubicBezTo>
                      <a:pt x="582" y="1742"/>
                      <a:pt x="248" y="2549"/>
                      <a:pt x="248" y="3390"/>
                    </a:cubicBezTo>
                    <a:cubicBezTo>
                      <a:pt x="248" y="4232"/>
                      <a:pt x="582" y="5039"/>
                      <a:pt x="1176" y="5634"/>
                    </a:cubicBezTo>
                    <a:cubicBezTo>
                      <a:pt x="1771" y="6229"/>
                      <a:pt x="2578" y="6563"/>
                      <a:pt x="341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72" name="Freeform: Shape 10471">
                <a:extLst>
                  <a:ext uri="{FF2B5EF4-FFF2-40B4-BE49-F238E27FC236}">
                    <a16:creationId xmlns:a16="http://schemas.microsoft.com/office/drawing/2014/main" id="{C27BF7E9-D4DE-0A47-1BCB-E6D38FB4EC97}"/>
                  </a:ext>
                </a:extLst>
              </p:cNvPr>
              <p:cNvSpPr/>
              <p:nvPr/>
            </p:nvSpPr>
            <p:spPr>
              <a:xfrm>
                <a:off x="9543340" y="6239114"/>
                <a:ext cx="6343" cy="6345"/>
              </a:xfrm>
              <a:custGeom>
                <a:avLst/>
                <a:gdLst>
                  <a:gd name="connsiteX0" fmla="*/ 3419 w 6343"/>
                  <a:gd name="connsiteY0" fmla="*/ 6563 h 6345"/>
                  <a:gd name="connsiteX1" fmla="*/ 5661 w 6343"/>
                  <a:gd name="connsiteY1" fmla="*/ 5634 h 6345"/>
                  <a:gd name="connsiteX2" fmla="*/ 6590 w 6343"/>
                  <a:gd name="connsiteY2" fmla="*/ 3390 h 6345"/>
                  <a:gd name="connsiteX3" fmla="*/ 5661 w 6343"/>
                  <a:gd name="connsiteY3" fmla="*/ 1147 h 6345"/>
                  <a:gd name="connsiteX4" fmla="*/ 3419 w 6343"/>
                  <a:gd name="connsiteY4" fmla="*/ 217 h 6345"/>
                  <a:gd name="connsiteX5" fmla="*/ 1176 w 6343"/>
                  <a:gd name="connsiteY5" fmla="*/ 1147 h 6345"/>
                  <a:gd name="connsiteX6" fmla="*/ 247 w 6343"/>
                  <a:gd name="connsiteY6" fmla="*/ 3390 h 6345"/>
                  <a:gd name="connsiteX7" fmla="*/ 1176 w 6343"/>
                  <a:gd name="connsiteY7" fmla="*/ 5634 h 6345"/>
                  <a:gd name="connsiteX8" fmla="*/ 341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3"/>
                    </a:moveTo>
                    <a:cubicBezTo>
                      <a:pt x="4260" y="6563"/>
                      <a:pt x="5066" y="6229"/>
                      <a:pt x="5661" y="5634"/>
                    </a:cubicBezTo>
                    <a:cubicBezTo>
                      <a:pt x="6256" y="5039"/>
                      <a:pt x="6590" y="4232"/>
                      <a:pt x="6590" y="3390"/>
                    </a:cubicBezTo>
                    <a:cubicBezTo>
                      <a:pt x="6590" y="2549"/>
                      <a:pt x="6256" y="1742"/>
                      <a:pt x="5661" y="1147"/>
                    </a:cubicBezTo>
                    <a:cubicBezTo>
                      <a:pt x="5066" y="552"/>
                      <a:pt x="4260" y="217"/>
                      <a:pt x="3419" y="217"/>
                    </a:cubicBezTo>
                    <a:cubicBezTo>
                      <a:pt x="2578" y="217"/>
                      <a:pt x="1771" y="552"/>
                      <a:pt x="1176" y="1147"/>
                    </a:cubicBezTo>
                    <a:cubicBezTo>
                      <a:pt x="581" y="1742"/>
                      <a:pt x="247" y="2549"/>
                      <a:pt x="247" y="3390"/>
                    </a:cubicBezTo>
                    <a:cubicBezTo>
                      <a:pt x="247" y="4232"/>
                      <a:pt x="581" y="5039"/>
                      <a:pt x="1176" y="5634"/>
                    </a:cubicBezTo>
                    <a:cubicBezTo>
                      <a:pt x="1771" y="6229"/>
                      <a:pt x="2578" y="6563"/>
                      <a:pt x="341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73" name="Freeform: Shape 10472">
                <a:extLst>
                  <a:ext uri="{FF2B5EF4-FFF2-40B4-BE49-F238E27FC236}">
                    <a16:creationId xmlns:a16="http://schemas.microsoft.com/office/drawing/2014/main" id="{34C4C2CA-57F7-BA1C-BF66-DA5655688E17}"/>
                  </a:ext>
                </a:extLst>
              </p:cNvPr>
              <p:cNvSpPr/>
              <p:nvPr/>
            </p:nvSpPr>
            <p:spPr>
              <a:xfrm>
                <a:off x="9537535" y="6239641"/>
                <a:ext cx="6343" cy="6345"/>
              </a:xfrm>
              <a:custGeom>
                <a:avLst/>
                <a:gdLst>
                  <a:gd name="connsiteX0" fmla="*/ 3418 w 6343"/>
                  <a:gd name="connsiteY0" fmla="*/ 6563 h 6345"/>
                  <a:gd name="connsiteX1" fmla="*/ 5661 w 6343"/>
                  <a:gd name="connsiteY1" fmla="*/ 5634 h 6345"/>
                  <a:gd name="connsiteX2" fmla="*/ 6590 w 6343"/>
                  <a:gd name="connsiteY2" fmla="*/ 3390 h 6345"/>
                  <a:gd name="connsiteX3" fmla="*/ 5661 w 6343"/>
                  <a:gd name="connsiteY3" fmla="*/ 1147 h 6345"/>
                  <a:gd name="connsiteX4" fmla="*/ 3418 w 6343"/>
                  <a:gd name="connsiteY4" fmla="*/ 217 h 6345"/>
                  <a:gd name="connsiteX5" fmla="*/ 1176 w 6343"/>
                  <a:gd name="connsiteY5" fmla="*/ 1147 h 6345"/>
                  <a:gd name="connsiteX6" fmla="*/ 247 w 6343"/>
                  <a:gd name="connsiteY6" fmla="*/ 3390 h 6345"/>
                  <a:gd name="connsiteX7" fmla="*/ 1176 w 6343"/>
                  <a:gd name="connsiteY7" fmla="*/ 5634 h 6345"/>
                  <a:gd name="connsiteX8" fmla="*/ 3418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3"/>
                    </a:moveTo>
                    <a:cubicBezTo>
                      <a:pt x="4259" y="6563"/>
                      <a:pt x="5066" y="6229"/>
                      <a:pt x="5661" y="5634"/>
                    </a:cubicBezTo>
                    <a:cubicBezTo>
                      <a:pt x="6256" y="5039"/>
                      <a:pt x="6590" y="4232"/>
                      <a:pt x="6590" y="3390"/>
                    </a:cubicBezTo>
                    <a:cubicBezTo>
                      <a:pt x="6590" y="2549"/>
                      <a:pt x="6256" y="1742"/>
                      <a:pt x="5661" y="1147"/>
                    </a:cubicBezTo>
                    <a:cubicBezTo>
                      <a:pt x="5066" y="552"/>
                      <a:pt x="4259" y="217"/>
                      <a:pt x="3418" y="217"/>
                    </a:cubicBezTo>
                    <a:cubicBezTo>
                      <a:pt x="2577" y="217"/>
                      <a:pt x="1770" y="552"/>
                      <a:pt x="1176" y="1147"/>
                    </a:cubicBezTo>
                    <a:cubicBezTo>
                      <a:pt x="581" y="1742"/>
                      <a:pt x="247" y="2549"/>
                      <a:pt x="247" y="3390"/>
                    </a:cubicBezTo>
                    <a:cubicBezTo>
                      <a:pt x="247" y="4232"/>
                      <a:pt x="581" y="5039"/>
                      <a:pt x="1176" y="5634"/>
                    </a:cubicBezTo>
                    <a:cubicBezTo>
                      <a:pt x="1770" y="6229"/>
                      <a:pt x="2577" y="6563"/>
                      <a:pt x="3418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74" name="Freeform: Shape 10473">
                <a:extLst>
                  <a:ext uri="{FF2B5EF4-FFF2-40B4-BE49-F238E27FC236}">
                    <a16:creationId xmlns:a16="http://schemas.microsoft.com/office/drawing/2014/main" id="{E0EC6C27-378D-C8E5-3412-B9183D5026FE}"/>
                  </a:ext>
                </a:extLst>
              </p:cNvPr>
              <p:cNvSpPr/>
              <p:nvPr/>
            </p:nvSpPr>
            <p:spPr>
              <a:xfrm>
                <a:off x="9531669" y="6239507"/>
                <a:ext cx="6343" cy="6345"/>
              </a:xfrm>
              <a:custGeom>
                <a:avLst/>
                <a:gdLst>
                  <a:gd name="connsiteX0" fmla="*/ 3418 w 6343"/>
                  <a:gd name="connsiteY0" fmla="*/ 6563 h 6345"/>
                  <a:gd name="connsiteX1" fmla="*/ 5660 w 6343"/>
                  <a:gd name="connsiteY1" fmla="*/ 5634 h 6345"/>
                  <a:gd name="connsiteX2" fmla="*/ 6589 w 6343"/>
                  <a:gd name="connsiteY2" fmla="*/ 3390 h 6345"/>
                  <a:gd name="connsiteX3" fmla="*/ 5660 w 6343"/>
                  <a:gd name="connsiteY3" fmla="*/ 1147 h 6345"/>
                  <a:gd name="connsiteX4" fmla="*/ 3418 w 6343"/>
                  <a:gd name="connsiteY4" fmla="*/ 217 h 6345"/>
                  <a:gd name="connsiteX5" fmla="*/ 1175 w 6343"/>
                  <a:gd name="connsiteY5" fmla="*/ 1147 h 6345"/>
                  <a:gd name="connsiteX6" fmla="*/ 246 w 6343"/>
                  <a:gd name="connsiteY6" fmla="*/ 3390 h 6345"/>
                  <a:gd name="connsiteX7" fmla="*/ 1175 w 6343"/>
                  <a:gd name="connsiteY7" fmla="*/ 5634 h 6345"/>
                  <a:gd name="connsiteX8" fmla="*/ 3418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3"/>
                    </a:moveTo>
                    <a:cubicBezTo>
                      <a:pt x="4259" y="6563"/>
                      <a:pt x="5066" y="6229"/>
                      <a:pt x="5660" y="5634"/>
                    </a:cubicBezTo>
                    <a:cubicBezTo>
                      <a:pt x="6255" y="5039"/>
                      <a:pt x="6589" y="4232"/>
                      <a:pt x="6589" y="3390"/>
                    </a:cubicBezTo>
                    <a:cubicBezTo>
                      <a:pt x="6589" y="2549"/>
                      <a:pt x="6255" y="1742"/>
                      <a:pt x="5660" y="1147"/>
                    </a:cubicBezTo>
                    <a:cubicBezTo>
                      <a:pt x="5066" y="552"/>
                      <a:pt x="4259" y="217"/>
                      <a:pt x="3418" y="217"/>
                    </a:cubicBezTo>
                    <a:cubicBezTo>
                      <a:pt x="2577" y="217"/>
                      <a:pt x="1770" y="552"/>
                      <a:pt x="1175" y="1147"/>
                    </a:cubicBezTo>
                    <a:cubicBezTo>
                      <a:pt x="580" y="1742"/>
                      <a:pt x="246" y="2549"/>
                      <a:pt x="246" y="3390"/>
                    </a:cubicBezTo>
                    <a:cubicBezTo>
                      <a:pt x="246" y="4232"/>
                      <a:pt x="580" y="5039"/>
                      <a:pt x="1175" y="5634"/>
                    </a:cubicBezTo>
                    <a:cubicBezTo>
                      <a:pt x="1770" y="6229"/>
                      <a:pt x="2577" y="6563"/>
                      <a:pt x="3418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75" name="Freeform: Shape 10474">
                <a:extLst>
                  <a:ext uri="{FF2B5EF4-FFF2-40B4-BE49-F238E27FC236}">
                    <a16:creationId xmlns:a16="http://schemas.microsoft.com/office/drawing/2014/main" id="{FB897D69-5F43-B692-CE15-51DBF0D90D95}"/>
                  </a:ext>
                </a:extLst>
              </p:cNvPr>
              <p:cNvSpPr/>
              <p:nvPr/>
            </p:nvSpPr>
            <p:spPr>
              <a:xfrm>
                <a:off x="9525782" y="6239024"/>
                <a:ext cx="6343" cy="6345"/>
              </a:xfrm>
              <a:custGeom>
                <a:avLst/>
                <a:gdLst>
                  <a:gd name="connsiteX0" fmla="*/ 3417 w 6343"/>
                  <a:gd name="connsiteY0" fmla="*/ 6563 h 6345"/>
                  <a:gd name="connsiteX1" fmla="*/ 5660 w 6343"/>
                  <a:gd name="connsiteY1" fmla="*/ 5634 h 6345"/>
                  <a:gd name="connsiteX2" fmla="*/ 6589 w 6343"/>
                  <a:gd name="connsiteY2" fmla="*/ 3390 h 6345"/>
                  <a:gd name="connsiteX3" fmla="*/ 5660 w 6343"/>
                  <a:gd name="connsiteY3" fmla="*/ 1147 h 6345"/>
                  <a:gd name="connsiteX4" fmla="*/ 3417 w 6343"/>
                  <a:gd name="connsiteY4" fmla="*/ 217 h 6345"/>
                  <a:gd name="connsiteX5" fmla="*/ 1175 w 6343"/>
                  <a:gd name="connsiteY5" fmla="*/ 1147 h 6345"/>
                  <a:gd name="connsiteX6" fmla="*/ 246 w 6343"/>
                  <a:gd name="connsiteY6" fmla="*/ 3390 h 6345"/>
                  <a:gd name="connsiteX7" fmla="*/ 1175 w 6343"/>
                  <a:gd name="connsiteY7" fmla="*/ 5634 h 6345"/>
                  <a:gd name="connsiteX8" fmla="*/ 3417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63"/>
                    </a:moveTo>
                    <a:cubicBezTo>
                      <a:pt x="4258" y="6563"/>
                      <a:pt x="5065" y="6229"/>
                      <a:pt x="5660" y="5634"/>
                    </a:cubicBezTo>
                    <a:cubicBezTo>
                      <a:pt x="6255" y="5039"/>
                      <a:pt x="6589" y="4232"/>
                      <a:pt x="6589" y="3390"/>
                    </a:cubicBezTo>
                    <a:cubicBezTo>
                      <a:pt x="6589" y="2549"/>
                      <a:pt x="6255" y="1742"/>
                      <a:pt x="5660" y="1147"/>
                    </a:cubicBezTo>
                    <a:cubicBezTo>
                      <a:pt x="5065" y="552"/>
                      <a:pt x="4258" y="217"/>
                      <a:pt x="3417" y="217"/>
                    </a:cubicBezTo>
                    <a:cubicBezTo>
                      <a:pt x="2576" y="217"/>
                      <a:pt x="1769" y="552"/>
                      <a:pt x="1175" y="1147"/>
                    </a:cubicBezTo>
                    <a:cubicBezTo>
                      <a:pt x="580" y="1742"/>
                      <a:pt x="246" y="2549"/>
                      <a:pt x="246" y="3390"/>
                    </a:cubicBezTo>
                    <a:cubicBezTo>
                      <a:pt x="246" y="4232"/>
                      <a:pt x="580" y="5039"/>
                      <a:pt x="1175" y="5634"/>
                    </a:cubicBezTo>
                    <a:cubicBezTo>
                      <a:pt x="1769" y="6229"/>
                      <a:pt x="2576" y="6563"/>
                      <a:pt x="3417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76" name="Freeform: Shape 10475">
                <a:extLst>
                  <a:ext uri="{FF2B5EF4-FFF2-40B4-BE49-F238E27FC236}">
                    <a16:creationId xmlns:a16="http://schemas.microsoft.com/office/drawing/2014/main" id="{227082B8-FE05-61AD-E8BC-7735DF324C8E}"/>
                  </a:ext>
                </a:extLst>
              </p:cNvPr>
              <p:cNvSpPr/>
              <p:nvPr/>
            </p:nvSpPr>
            <p:spPr>
              <a:xfrm>
                <a:off x="9515662" y="6185397"/>
                <a:ext cx="6343" cy="6345"/>
              </a:xfrm>
              <a:custGeom>
                <a:avLst/>
                <a:gdLst>
                  <a:gd name="connsiteX0" fmla="*/ 3416 w 6343"/>
                  <a:gd name="connsiteY0" fmla="*/ 6559 h 6345"/>
                  <a:gd name="connsiteX1" fmla="*/ 5659 w 6343"/>
                  <a:gd name="connsiteY1" fmla="*/ 5629 h 6345"/>
                  <a:gd name="connsiteX2" fmla="*/ 6588 w 6343"/>
                  <a:gd name="connsiteY2" fmla="*/ 3386 h 6345"/>
                  <a:gd name="connsiteX3" fmla="*/ 5659 w 6343"/>
                  <a:gd name="connsiteY3" fmla="*/ 1142 h 6345"/>
                  <a:gd name="connsiteX4" fmla="*/ 3416 w 6343"/>
                  <a:gd name="connsiteY4" fmla="*/ 213 h 6345"/>
                  <a:gd name="connsiteX5" fmla="*/ 1174 w 6343"/>
                  <a:gd name="connsiteY5" fmla="*/ 1142 h 6345"/>
                  <a:gd name="connsiteX6" fmla="*/ 245 w 6343"/>
                  <a:gd name="connsiteY6" fmla="*/ 3386 h 6345"/>
                  <a:gd name="connsiteX7" fmla="*/ 1174 w 6343"/>
                  <a:gd name="connsiteY7" fmla="*/ 5629 h 6345"/>
                  <a:gd name="connsiteX8" fmla="*/ 341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59"/>
                    </a:moveTo>
                    <a:cubicBezTo>
                      <a:pt x="4258" y="6559"/>
                      <a:pt x="5064" y="6224"/>
                      <a:pt x="5659" y="5629"/>
                    </a:cubicBezTo>
                    <a:cubicBezTo>
                      <a:pt x="6254" y="5034"/>
                      <a:pt x="6588" y="4227"/>
                      <a:pt x="6588" y="3386"/>
                    </a:cubicBezTo>
                    <a:cubicBezTo>
                      <a:pt x="6588" y="2545"/>
                      <a:pt x="6254" y="1737"/>
                      <a:pt x="5659" y="1142"/>
                    </a:cubicBezTo>
                    <a:cubicBezTo>
                      <a:pt x="5064" y="548"/>
                      <a:pt x="4258" y="213"/>
                      <a:pt x="3416" y="213"/>
                    </a:cubicBezTo>
                    <a:cubicBezTo>
                      <a:pt x="2575" y="213"/>
                      <a:pt x="1769" y="548"/>
                      <a:pt x="1174" y="1142"/>
                    </a:cubicBezTo>
                    <a:cubicBezTo>
                      <a:pt x="579" y="1737"/>
                      <a:pt x="245" y="2545"/>
                      <a:pt x="245" y="3386"/>
                    </a:cubicBezTo>
                    <a:cubicBezTo>
                      <a:pt x="245" y="4227"/>
                      <a:pt x="579" y="5034"/>
                      <a:pt x="1174" y="5629"/>
                    </a:cubicBezTo>
                    <a:cubicBezTo>
                      <a:pt x="1769" y="6224"/>
                      <a:pt x="2575" y="6559"/>
                      <a:pt x="341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77" name="Freeform: Shape 10476">
                <a:extLst>
                  <a:ext uri="{FF2B5EF4-FFF2-40B4-BE49-F238E27FC236}">
                    <a16:creationId xmlns:a16="http://schemas.microsoft.com/office/drawing/2014/main" id="{7E0371AF-8951-A9C8-7E13-C2E0D67E84F0}"/>
                  </a:ext>
                </a:extLst>
              </p:cNvPr>
              <p:cNvSpPr/>
              <p:nvPr/>
            </p:nvSpPr>
            <p:spPr>
              <a:xfrm>
                <a:off x="9514063" y="6238323"/>
                <a:ext cx="6343" cy="6345"/>
              </a:xfrm>
              <a:custGeom>
                <a:avLst/>
                <a:gdLst>
                  <a:gd name="connsiteX0" fmla="*/ 3416 w 6343"/>
                  <a:gd name="connsiteY0" fmla="*/ 6563 h 6345"/>
                  <a:gd name="connsiteX1" fmla="*/ 5659 w 6343"/>
                  <a:gd name="connsiteY1" fmla="*/ 5634 h 6345"/>
                  <a:gd name="connsiteX2" fmla="*/ 6588 w 6343"/>
                  <a:gd name="connsiteY2" fmla="*/ 3390 h 6345"/>
                  <a:gd name="connsiteX3" fmla="*/ 5659 w 6343"/>
                  <a:gd name="connsiteY3" fmla="*/ 1147 h 6345"/>
                  <a:gd name="connsiteX4" fmla="*/ 3416 w 6343"/>
                  <a:gd name="connsiteY4" fmla="*/ 217 h 6345"/>
                  <a:gd name="connsiteX5" fmla="*/ 1174 w 6343"/>
                  <a:gd name="connsiteY5" fmla="*/ 1147 h 6345"/>
                  <a:gd name="connsiteX6" fmla="*/ 245 w 6343"/>
                  <a:gd name="connsiteY6" fmla="*/ 3390 h 6345"/>
                  <a:gd name="connsiteX7" fmla="*/ 1174 w 6343"/>
                  <a:gd name="connsiteY7" fmla="*/ 5634 h 6345"/>
                  <a:gd name="connsiteX8" fmla="*/ 3416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63"/>
                    </a:moveTo>
                    <a:cubicBezTo>
                      <a:pt x="4257" y="6563"/>
                      <a:pt x="5064" y="6229"/>
                      <a:pt x="5659" y="5634"/>
                    </a:cubicBezTo>
                    <a:cubicBezTo>
                      <a:pt x="6254" y="5039"/>
                      <a:pt x="6588" y="4232"/>
                      <a:pt x="6588" y="3390"/>
                    </a:cubicBezTo>
                    <a:cubicBezTo>
                      <a:pt x="6588" y="2549"/>
                      <a:pt x="6254" y="1742"/>
                      <a:pt x="5659" y="1147"/>
                    </a:cubicBezTo>
                    <a:cubicBezTo>
                      <a:pt x="5064" y="552"/>
                      <a:pt x="4257" y="217"/>
                      <a:pt x="3416" y="217"/>
                    </a:cubicBezTo>
                    <a:cubicBezTo>
                      <a:pt x="2575" y="217"/>
                      <a:pt x="1768" y="552"/>
                      <a:pt x="1174" y="1147"/>
                    </a:cubicBezTo>
                    <a:cubicBezTo>
                      <a:pt x="579" y="1742"/>
                      <a:pt x="245" y="2549"/>
                      <a:pt x="245" y="3390"/>
                    </a:cubicBezTo>
                    <a:cubicBezTo>
                      <a:pt x="245" y="4232"/>
                      <a:pt x="579" y="5039"/>
                      <a:pt x="1174" y="5634"/>
                    </a:cubicBezTo>
                    <a:cubicBezTo>
                      <a:pt x="1768" y="6229"/>
                      <a:pt x="2575" y="6563"/>
                      <a:pt x="3416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78" name="Freeform: Shape 10477">
                <a:extLst>
                  <a:ext uri="{FF2B5EF4-FFF2-40B4-BE49-F238E27FC236}">
                    <a16:creationId xmlns:a16="http://schemas.microsoft.com/office/drawing/2014/main" id="{936F5BDB-A9DD-F4DF-B7F8-CA3C716C6B8E}"/>
                  </a:ext>
                </a:extLst>
              </p:cNvPr>
              <p:cNvSpPr/>
              <p:nvPr/>
            </p:nvSpPr>
            <p:spPr>
              <a:xfrm>
                <a:off x="9508232" y="6238168"/>
                <a:ext cx="6343" cy="6345"/>
              </a:xfrm>
              <a:custGeom>
                <a:avLst/>
                <a:gdLst>
                  <a:gd name="connsiteX0" fmla="*/ 3416 w 6343"/>
                  <a:gd name="connsiteY0" fmla="*/ 6563 h 6345"/>
                  <a:gd name="connsiteX1" fmla="*/ 5658 w 6343"/>
                  <a:gd name="connsiteY1" fmla="*/ 5634 h 6345"/>
                  <a:gd name="connsiteX2" fmla="*/ 6587 w 6343"/>
                  <a:gd name="connsiteY2" fmla="*/ 3390 h 6345"/>
                  <a:gd name="connsiteX3" fmla="*/ 5658 w 6343"/>
                  <a:gd name="connsiteY3" fmla="*/ 1147 h 6345"/>
                  <a:gd name="connsiteX4" fmla="*/ 3416 w 6343"/>
                  <a:gd name="connsiteY4" fmla="*/ 217 h 6345"/>
                  <a:gd name="connsiteX5" fmla="*/ 1173 w 6343"/>
                  <a:gd name="connsiteY5" fmla="*/ 1147 h 6345"/>
                  <a:gd name="connsiteX6" fmla="*/ 244 w 6343"/>
                  <a:gd name="connsiteY6" fmla="*/ 3390 h 6345"/>
                  <a:gd name="connsiteX7" fmla="*/ 1173 w 6343"/>
                  <a:gd name="connsiteY7" fmla="*/ 5634 h 6345"/>
                  <a:gd name="connsiteX8" fmla="*/ 3416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63"/>
                    </a:moveTo>
                    <a:cubicBezTo>
                      <a:pt x="4257" y="6563"/>
                      <a:pt x="5064" y="6228"/>
                      <a:pt x="5658" y="5634"/>
                    </a:cubicBezTo>
                    <a:cubicBezTo>
                      <a:pt x="6253" y="5039"/>
                      <a:pt x="6587" y="4231"/>
                      <a:pt x="6587" y="3390"/>
                    </a:cubicBezTo>
                    <a:cubicBezTo>
                      <a:pt x="6587" y="2549"/>
                      <a:pt x="6253" y="1742"/>
                      <a:pt x="5658" y="1147"/>
                    </a:cubicBezTo>
                    <a:cubicBezTo>
                      <a:pt x="5064" y="552"/>
                      <a:pt x="4257" y="217"/>
                      <a:pt x="3416" y="217"/>
                    </a:cubicBezTo>
                    <a:cubicBezTo>
                      <a:pt x="2575" y="217"/>
                      <a:pt x="1768" y="552"/>
                      <a:pt x="1173" y="1147"/>
                    </a:cubicBezTo>
                    <a:cubicBezTo>
                      <a:pt x="578" y="1742"/>
                      <a:pt x="244" y="2549"/>
                      <a:pt x="244" y="3390"/>
                    </a:cubicBezTo>
                    <a:cubicBezTo>
                      <a:pt x="244" y="4231"/>
                      <a:pt x="578" y="5039"/>
                      <a:pt x="1173" y="5634"/>
                    </a:cubicBezTo>
                    <a:cubicBezTo>
                      <a:pt x="1768" y="6228"/>
                      <a:pt x="2575" y="6563"/>
                      <a:pt x="3416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79" name="Freeform: Shape 10478">
                <a:extLst>
                  <a:ext uri="{FF2B5EF4-FFF2-40B4-BE49-F238E27FC236}">
                    <a16:creationId xmlns:a16="http://schemas.microsoft.com/office/drawing/2014/main" id="{E69AE7D5-F951-F661-B407-A5D5D7D1B44E}"/>
                  </a:ext>
                </a:extLst>
              </p:cNvPr>
              <p:cNvSpPr/>
              <p:nvPr/>
            </p:nvSpPr>
            <p:spPr>
              <a:xfrm>
                <a:off x="9502443" y="6238605"/>
                <a:ext cx="6343" cy="6345"/>
              </a:xfrm>
              <a:custGeom>
                <a:avLst/>
                <a:gdLst>
                  <a:gd name="connsiteX0" fmla="*/ 3415 w 6343"/>
                  <a:gd name="connsiteY0" fmla="*/ 6563 h 6345"/>
                  <a:gd name="connsiteX1" fmla="*/ 5658 w 6343"/>
                  <a:gd name="connsiteY1" fmla="*/ 5634 h 6345"/>
                  <a:gd name="connsiteX2" fmla="*/ 6587 w 6343"/>
                  <a:gd name="connsiteY2" fmla="*/ 3390 h 6345"/>
                  <a:gd name="connsiteX3" fmla="*/ 5658 w 6343"/>
                  <a:gd name="connsiteY3" fmla="*/ 1147 h 6345"/>
                  <a:gd name="connsiteX4" fmla="*/ 3415 w 6343"/>
                  <a:gd name="connsiteY4" fmla="*/ 217 h 6345"/>
                  <a:gd name="connsiteX5" fmla="*/ 1173 w 6343"/>
                  <a:gd name="connsiteY5" fmla="*/ 1147 h 6345"/>
                  <a:gd name="connsiteX6" fmla="*/ 244 w 6343"/>
                  <a:gd name="connsiteY6" fmla="*/ 3390 h 6345"/>
                  <a:gd name="connsiteX7" fmla="*/ 1173 w 6343"/>
                  <a:gd name="connsiteY7" fmla="*/ 5634 h 6345"/>
                  <a:gd name="connsiteX8" fmla="*/ 3415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63"/>
                    </a:moveTo>
                    <a:cubicBezTo>
                      <a:pt x="4257" y="6563"/>
                      <a:pt x="5063" y="6229"/>
                      <a:pt x="5658" y="5634"/>
                    </a:cubicBezTo>
                    <a:cubicBezTo>
                      <a:pt x="6253" y="5039"/>
                      <a:pt x="6587" y="4232"/>
                      <a:pt x="6587" y="3390"/>
                    </a:cubicBezTo>
                    <a:cubicBezTo>
                      <a:pt x="6587" y="2549"/>
                      <a:pt x="6253" y="1742"/>
                      <a:pt x="5658" y="1147"/>
                    </a:cubicBezTo>
                    <a:cubicBezTo>
                      <a:pt x="5063" y="552"/>
                      <a:pt x="4257" y="217"/>
                      <a:pt x="3415" y="217"/>
                    </a:cubicBezTo>
                    <a:cubicBezTo>
                      <a:pt x="2574" y="217"/>
                      <a:pt x="1768" y="552"/>
                      <a:pt x="1173" y="1147"/>
                    </a:cubicBezTo>
                    <a:cubicBezTo>
                      <a:pt x="578" y="1742"/>
                      <a:pt x="244" y="2549"/>
                      <a:pt x="244" y="3390"/>
                    </a:cubicBezTo>
                    <a:cubicBezTo>
                      <a:pt x="244" y="4232"/>
                      <a:pt x="578" y="5039"/>
                      <a:pt x="1173" y="5634"/>
                    </a:cubicBezTo>
                    <a:cubicBezTo>
                      <a:pt x="1768" y="6229"/>
                      <a:pt x="2574" y="6563"/>
                      <a:pt x="3415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80" name="Freeform: Shape 10479">
                <a:extLst>
                  <a:ext uri="{FF2B5EF4-FFF2-40B4-BE49-F238E27FC236}">
                    <a16:creationId xmlns:a16="http://schemas.microsoft.com/office/drawing/2014/main" id="{5A4389B0-A2CD-8D6B-DC04-9598A3FE76BD}"/>
                  </a:ext>
                </a:extLst>
              </p:cNvPr>
              <p:cNvSpPr/>
              <p:nvPr/>
            </p:nvSpPr>
            <p:spPr>
              <a:xfrm>
                <a:off x="9496627" y="6238568"/>
                <a:ext cx="6343" cy="6345"/>
              </a:xfrm>
              <a:custGeom>
                <a:avLst/>
                <a:gdLst>
                  <a:gd name="connsiteX0" fmla="*/ 3415 w 6343"/>
                  <a:gd name="connsiteY0" fmla="*/ 6563 h 6345"/>
                  <a:gd name="connsiteX1" fmla="*/ 5658 w 6343"/>
                  <a:gd name="connsiteY1" fmla="*/ 5634 h 6345"/>
                  <a:gd name="connsiteX2" fmla="*/ 6586 w 6343"/>
                  <a:gd name="connsiteY2" fmla="*/ 3390 h 6345"/>
                  <a:gd name="connsiteX3" fmla="*/ 5658 w 6343"/>
                  <a:gd name="connsiteY3" fmla="*/ 1147 h 6345"/>
                  <a:gd name="connsiteX4" fmla="*/ 3415 w 6343"/>
                  <a:gd name="connsiteY4" fmla="*/ 217 h 6345"/>
                  <a:gd name="connsiteX5" fmla="*/ 1172 w 6343"/>
                  <a:gd name="connsiteY5" fmla="*/ 1147 h 6345"/>
                  <a:gd name="connsiteX6" fmla="*/ 243 w 6343"/>
                  <a:gd name="connsiteY6" fmla="*/ 3390 h 6345"/>
                  <a:gd name="connsiteX7" fmla="*/ 1172 w 6343"/>
                  <a:gd name="connsiteY7" fmla="*/ 5634 h 6345"/>
                  <a:gd name="connsiteX8" fmla="*/ 3415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63"/>
                    </a:moveTo>
                    <a:cubicBezTo>
                      <a:pt x="4256" y="6563"/>
                      <a:pt x="5063" y="6229"/>
                      <a:pt x="5658" y="5634"/>
                    </a:cubicBezTo>
                    <a:cubicBezTo>
                      <a:pt x="6252" y="5039"/>
                      <a:pt x="6586" y="4232"/>
                      <a:pt x="6586" y="3390"/>
                    </a:cubicBezTo>
                    <a:cubicBezTo>
                      <a:pt x="6586" y="2549"/>
                      <a:pt x="6252" y="1742"/>
                      <a:pt x="5658" y="1147"/>
                    </a:cubicBezTo>
                    <a:cubicBezTo>
                      <a:pt x="5063" y="552"/>
                      <a:pt x="4256" y="217"/>
                      <a:pt x="3415" y="217"/>
                    </a:cubicBezTo>
                    <a:cubicBezTo>
                      <a:pt x="2574" y="217"/>
                      <a:pt x="1767" y="552"/>
                      <a:pt x="1172" y="1147"/>
                    </a:cubicBezTo>
                    <a:cubicBezTo>
                      <a:pt x="578" y="1742"/>
                      <a:pt x="243" y="2549"/>
                      <a:pt x="243" y="3390"/>
                    </a:cubicBezTo>
                    <a:cubicBezTo>
                      <a:pt x="243" y="4232"/>
                      <a:pt x="578" y="5039"/>
                      <a:pt x="1172" y="5634"/>
                    </a:cubicBezTo>
                    <a:cubicBezTo>
                      <a:pt x="1767" y="6229"/>
                      <a:pt x="2574" y="6563"/>
                      <a:pt x="3415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81" name="Freeform: Shape 10480">
                <a:extLst>
                  <a:ext uri="{FF2B5EF4-FFF2-40B4-BE49-F238E27FC236}">
                    <a16:creationId xmlns:a16="http://schemas.microsoft.com/office/drawing/2014/main" id="{80DFCD2F-AE30-D34B-031E-AE2D8C27D614}"/>
                  </a:ext>
                </a:extLst>
              </p:cNvPr>
              <p:cNvSpPr/>
              <p:nvPr/>
            </p:nvSpPr>
            <p:spPr>
              <a:xfrm>
                <a:off x="9490833" y="6238871"/>
                <a:ext cx="6343" cy="6345"/>
              </a:xfrm>
              <a:custGeom>
                <a:avLst/>
                <a:gdLst>
                  <a:gd name="connsiteX0" fmla="*/ 3414 w 6343"/>
                  <a:gd name="connsiteY0" fmla="*/ 6563 h 6345"/>
                  <a:gd name="connsiteX1" fmla="*/ 5657 w 6343"/>
                  <a:gd name="connsiteY1" fmla="*/ 5634 h 6345"/>
                  <a:gd name="connsiteX2" fmla="*/ 6586 w 6343"/>
                  <a:gd name="connsiteY2" fmla="*/ 3390 h 6345"/>
                  <a:gd name="connsiteX3" fmla="*/ 5657 w 6343"/>
                  <a:gd name="connsiteY3" fmla="*/ 1147 h 6345"/>
                  <a:gd name="connsiteX4" fmla="*/ 3414 w 6343"/>
                  <a:gd name="connsiteY4" fmla="*/ 217 h 6345"/>
                  <a:gd name="connsiteX5" fmla="*/ 1172 w 6343"/>
                  <a:gd name="connsiteY5" fmla="*/ 1147 h 6345"/>
                  <a:gd name="connsiteX6" fmla="*/ 243 w 6343"/>
                  <a:gd name="connsiteY6" fmla="*/ 3390 h 6345"/>
                  <a:gd name="connsiteX7" fmla="*/ 1172 w 6343"/>
                  <a:gd name="connsiteY7" fmla="*/ 5634 h 6345"/>
                  <a:gd name="connsiteX8" fmla="*/ 341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63"/>
                    </a:moveTo>
                    <a:cubicBezTo>
                      <a:pt x="4256" y="6563"/>
                      <a:pt x="5062" y="6229"/>
                      <a:pt x="5657" y="5634"/>
                    </a:cubicBezTo>
                    <a:cubicBezTo>
                      <a:pt x="6252" y="5039"/>
                      <a:pt x="6586" y="4232"/>
                      <a:pt x="6586" y="3390"/>
                    </a:cubicBezTo>
                    <a:cubicBezTo>
                      <a:pt x="6586" y="2549"/>
                      <a:pt x="6252" y="1742"/>
                      <a:pt x="5657" y="1147"/>
                    </a:cubicBezTo>
                    <a:cubicBezTo>
                      <a:pt x="5062" y="552"/>
                      <a:pt x="4256" y="217"/>
                      <a:pt x="3414" y="217"/>
                    </a:cubicBezTo>
                    <a:cubicBezTo>
                      <a:pt x="2573" y="217"/>
                      <a:pt x="1767" y="552"/>
                      <a:pt x="1172" y="1147"/>
                    </a:cubicBezTo>
                    <a:cubicBezTo>
                      <a:pt x="577" y="1742"/>
                      <a:pt x="243" y="2549"/>
                      <a:pt x="243" y="3390"/>
                    </a:cubicBezTo>
                    <a:cubicBezTo>
                      <a:pt x="243" y="4232"/>
                      <a:pt x="577" y="5039"/>
                      <a:pt x="1172" y="5634"/>
                    </a:cubicBezTo>
                    <a:cubicBezTo>
                      <a:pt x="1767" y="6229"/>
                      <a:pt x="2573" y="6563"/>
                      <a:pt x="341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82" name="Freeform: Shape 10481">
                <a:extLst>
                  <a:ext uri="{FF2B5EF4-FFF2-40B4-BE49-F238E27FC236}">
                    <a16:creationId xmlns:a16="http://schemas.microsoft.com/office/drawing/2014/main" id="{07976A52-42C4-629E-C67D-6497B2923CEF}"/>
                  </a:ext>
                </a:extLst>
              </p:cNvPr>
              <p:cNvSpPr/>
              <p:nvPr/>
            </p:nvSpPr>
            <p:spPr>
              <a:xfrm>
                <a:off x="9485012" y="6238573"/>
                <a:ext cx="6343" cy="6345"/>
              </a:xfrm>
              <a:custGeom>
                <a:avLst/>
                <a:gdLst>
                  <a:gd name="connsiteX0" fmla="*/ 3414 w 6343"/>
                  <a:gd name="connsiteY0" fmla="*/ 6563 h 6345"/>
                  <a:gd name="connsiteX1" fmla="*/ 5657 w 6343"/>
                  <a:gd name="connsiteY1" fmla="*/ 5634 h 6345"/>
                  <a:gd name="connsiteX2" fmla="*/ 6586 w 6343"/>
                  <a:gd name="connsiteY2" fmla="*/ 3390 h 6345"/>
                  <a:gd name="connsiteX3" fmla="*/ 5657 w 6343"/>
                  <a:gd name="connsiteY3" fmla="*/ 1147 h 6345"/>
                  <a:gd name="connsiteX4" fmla="*/ 3414 w 6343"/>
                  <a:gd name="connsiteY4" fmla="*/ 217 h 6345"/>
                  <a:gd name="connsiteX5" fmla="*/ 1171 w 6343"/>
                  <a:gd name="connsiteY5" fmla="*/ 1147 h 6345"/>
                  <a:gd name="connsiteX6" fmla="*/ 242 w 6343"/>
                  <a:gd name="connsiteY6" fmla="*/ 3390 h 6345"/>
                  <a:gd name="connsiteX7" fmla="*/ 1171 w 6343"/>
                  <a:gd name="connsiteY7" fmla="*/ 5634 h 6345"/>
                  <a:gd name="connsiteX8" fmla="*/ 341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63"/>
                    </a:moveTo>
                    <a:cubicBezTo>
                      <a:pt x="4255" y="6563"/>
                      <a:pt x="5062" y="6229"/>
                      <a:pt x="5657" y="5634"/>
                    </a:cubicBezTo>
                    <a:cubicBezTo>
                      <a:pt x="6251" y="5039"/>
                      <a:pt x="6586" y="4232"/>
                      <a:pt x="6586" y="3390"/>
                    </a:cubicBezTo>
                    <a:cubicBezTo>
                      <a:pt x="6586" y="2549"/>
                      <a:pt x="6251" y="1742"/>
                      <a:pt x="5657" y="1147"/>
                    </a:cubicBezTo>
                    <a:cubicBezTo>
                      <a:pt x="5062" y="552"/>
                      <a:pt x="4255" y="217"/>
                      <a:pt x="3414" y="217"/>
                    </a:cubicBezTo>
                    <a:cubicBezTo>
                      <a:pt x="2573" y="217"/>
                      <a:pt x="1766" y="552"/>
                      <a:pt x="1171" y="1147"/>
                    </a:cubicBezTo>
                    <a:cubicBezTo>
                      <a:pt x="577" y="1742"/>
                      <a:pt x="242" y="2549"/>
                      <a:pt x="242" y="3390"/>
                    </a:cubicBezTo>
                    <a:cubicBezTo>
                      <a:pt x="242" y="4232"/>
                      <a:pt x="577" y="5039"/>
                      <a:pt x="1171" y="5634"/>
                    </a:cubicBezTo>
                    <a:cubicBezTo>
                      <a:pt x="1766" y="6229"/>
                      <a:pt x="2573" y="6563"/>
                      <a:pt x="341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83" name="Freeform: Shape 10482">
                <a:extLst>
                  <a:ext uri="{FF2B5EF4-FFF2-40B4-BE49-F238E27FC236}">
                    <a16:creationId xmlns:a16="http://schemas.microsoft.com/office/drawing/2014/main" id="{1FCF0148-7BB8-0F58-820C-5335BE083E29}"/>
                  </a:ext>
                </a:extLst>
              </p:cNvPr>
              <p:cNvSpPr/>
              <p:nvPr/>
            </p:nvSpPr>
            <p:spPr>
              <a:xfrm>
                <a:off x="9479197" y="6238240"/>
                <a:ext cx="6343" cy="6345"/>
              </a:xfrm>
              <a:custGeom>
                <a:avLst/>
                <a:gdLst>
                  <a:gd name="connsiteX0" fmla="*/ 3414 w 6343"/>
                  <a:gd name="connsiteY0" fmla="*/ 6563 h 6345"/>
                  <a:gd name="connsiteX1" fmla="*/ 5656 w 6343"/>
                  <a:gd name="connsiteY1" fmla="*/ 5634 h 6345"/>
                  <a:gd name="connsiteX2" fmla="*/ 6585 w 6343"/>
                  <a:gd name="connsiteY2" fmla="*/ 3390 h 6345"/>
                  <a:gd name="connsiteX3" fmla="*/ 5656 w 6343"/>
                  <a:gd name="connsiteY3" fmla="*/ 1147 h 6345"/>
                  <a:gd name="connsiteX4" fmla="*/ 3414 w 6343"/>
                  <a:gd name="connsiteY4" fmla="*/ 217 h 6345"/>
                  <a:gd name="connsiteX5" fmla="*/ 1171 w 6343"/>
                  <a:gd name="connsiteY5" fmla="*/ 1147 h 6345"/>
                  <a:gd name="connsiteX6" fmla="*/ 242 w 6343"/>
                  <a:gd name="connsiteY6" fmla="*/ 3390 h 6345"/>
                  <a:gd name="connsiteX7" fmla="*/ 1171 w 6343"/>
                  <a:gd name="connsiteY7" fmla="*/ 5634 h 6345"/>
                  <a:gd name="connsiteX8" fmla="*/ 341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63"/>
                    </a:moveTo>
                    <a:cubicBezTo>
                      <a:pt x="4255" y="6563"/>
                      <a:pt x="5061" y="6228"/>
                      <a:pt x="5656" y="5634"/>
                    </a:cubicBezTo>
                    <a:cubicBezTo>
                      <a:pt x="6251" y="5039"/>
                      <a:pt x="6585" y="4232"/>
                      <a:pt x="6585" y="3390"/>
                    </a:cubicBezTo>
                    <a:cubicBezTo>
                      <a:pt x="6585" y="2549"/>
                      <a:pt x="6251" y="1742"/>
                      <a:pt x="5656" y="1147"/>
                    </a:cubicBezTo>
                    <a:cubicBezTo>
                      <a:pt x="5061" y="552"/>
                      <a:pt x="4255" y="217"/>
                      <a:pt x="3414" y="217"/>
                    </a:cubicBezTo>
                    <a:cubicBezTo>
                      <a:pt x="2572" y="217"/>
                      <a:pt x="1766" y="552"/>
                      <a:pt x="1171" y="1147"/>
                    </a:cubicBezTo>
                    <a:cubicBezTo>
                      <a:pt x="576" y="1742"/>
                      <a:pt x="242" y="2549"/>
                      <a:pt x="242" y="3390"/>
                    </a:cubicBezTo>
                    <a:cubicBezTo>
                      <a:pt x="242" y="4232"/>
                      <a:pt x="576" y="5039"/>
                      <a:pt x="1171" y="5634"/>
                    </a:cubicBezTo>
                    <a:cubicBezTo>
                      <a:pt x="1766" y="6228"/>
                      <a:pt x="2572" y="6563"/>
                      <a:pt x="341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84" name="Freeform: Shape 10483">
                <a:extLst>
                  <a:ext uri="{FF2B5EF4-FFF2-40B4-BE49-F238E27FC236}">
                    <a16:creationId xmlns:a16="http://schemas.microsoft.com/office/drawing/2014/main" id="{A5C7EAA9-185E-F04A-4B61-94D0635E3496}"/>
                  </a:ext>
                </a:extLst>
              </p:cNvPr>
              <p:cNvSpPr/>
              <p:nvPr/>
            </p:nvSpPr>
            <p:spPr>
              <a:xfrm>
                <a:off x="9473401" y="6238310"/>
                <a:ext cx="6343" cy="6345"/>
              </a:xfrm>
              <a:custGeom>
                <a:avLst/>
                <a:gdLst>
                  <a:gd name="connsiteX0" fmla="*/ 3413 w 6343"/>
                  <a:gd name="connsiteY0" fmla="*/ 6563 h 6345"/>
                  <a:gd name="connsiteX1" fmla="*/ 5656 w 6343"/>
                  <a:gd name="connsiteY1" fmla="*/ 5634 h 6345"/>
                  <a:gd name="connsiteX2" fmla="*/ 6585 w 6343"/>
                  <a:gd name="connsiteY2" fmla="*/ 3390 h 6345"/>
                  <a:gd name="connsiteX3" fmla="*/ 5656 w 6343"/>
                  <a:gd name="connsiteY3" fmla="*/ 1147 h 6345"/>
                  <a:gd name="connsiteX4" fmla="*/ 3413 w 6343"/>
                  <a:gd name="connsiteY4" fmla="*/ 217 h 6345"/>
                  <a:gd name="connsiteX5" fmla="*/ 1170 w 6343"/>
                  <a:gd name="connsiteY5" fmla="*/ 1147 h 6345"/>
                  <a:gd name="connsiteX6" fmla="*/ 242 w 6343"/>
                  <a:gd name="connsiteY6" fmla="*/ 3390 h 6345"/>
                  <a:gd name="connsiteX7" fmla="*/ 1170 w 6343"/>
                  <a:gd name="connsiteY7" fmla="*/ 5634 h 6345"/>
                  <a:gd name="connsiteX8" fmla="*/ 3413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63"/>
                    </a:moveTo>
                    <a:cubicBezTo>
                      <a:pt x="4254" y="6563"/>
                      <a:pt x="5061" y="6228"/>
                      <a:pt x="5656" y="5634"/>
                    </a:cubicBezTo>
                    <a:cubicBezTo>
                      <a:pt x="6250" y="5039"/>
                      <a:pt x="6585" y="4232"/>
                      <a:pt x="6585" y="3390"/>
                    </a:cubicBezTo>
                    <a:cubicBezTo>
                      <a:pt x="6585" y="2549"/>
                      <a:pt x="6250" y="1742"/>
                      <a:pt x="5656" y="1147"/>
                    </a:cubicBezTo>
                    <a:cubicBezTo>
                      <a:pt x="5061" y="552"/>
                      <a:pt x="4254" y="217"/>
                      <a:pt x="3413" y="217"/>
                    </a:cubicBezTo>
                    <a:cubicBezTo>
                      <a:pt x="2572" y="217"/>
                      <a:pt x="1765" y="552"/>
                      <a:pt x="1170" y="1147"/>
                    </a:cubicBezTo>
                    <a:cubicBezTo>
                      <a:pt x="576" y="1742"/>
                      <a:pt x="242" y="2549"/>
                      <a:pt x="242" y="3390"/>
                    </a:cubicBezTo>
                    <a:cubicBezTo>
                      <a:pt x="242" y="4232"/>
                      <a:pt x="576" y="5039"/>
                      <a:pt x="1170" y="5634"/>
                    </a:cubicBezTo>
                    <a:cubicBezTo>
                      <a:pt x="1765" y="6228"/>
                      <a:pt x="2572" y="6563"/>
                      <a:pt x="3413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85" name="Freeform: Shape 10484">
                <a:extLst>
                  <a:ext uri="{FF2B5EF4-FFF2-40B4-BE49-F238E27FC236}">
                    <a16:creationId xmlns:a16="http://schemas.microsoft.com/office/drawing/2014/main" id="{D1FF4B94-1E8B-5073-B15F-D6FA2DB7FAC4}"/>
                  </a:ext>
                </a:extLst>
              </p:cNvPr>
              <p:cNvSpPr/>
              <p:nvPr/>
            </p:nvSpPr>
            <p:spPr>
              <a:xfrm>
                <a:off x="9467602" y="6238219"/>
                <a:ext cx="6343" cy="6345"/>
              </a:xfrm>
              <a:custGeom>
                <a:avLst/>
                <a:gdLst>
                  <a:gd name="connsiteX0" fmla="*/ 3413 w 6343"/>
                  <a:gd name="connsiteY0" fmla="*/ 6563 h 6345"/>
                  <a:gd name="connsiteX1" fmla="*/ 5655 w 6343"/>
                  <a:gd name="connsiteY1" fmla="*/ 5634 h 6345"/>
                  <a:gd name="connsiteX2" fmla="*/ 6584 w 6343"/>
                  <a:gd name="connsiteY2" fmla="*/ 3390 h 6345"/>
                  <a:gd name="connsiteX3" fmla="*/ 5655 w 6343"/>
                  <a:gd name="connsiteY3" fmla="*/ 1147 h 6345"/>
                  <a:gd name="connsiteX4" fmla="*/ 3413 w 6343"/>
                  <a:gd name="connsiteY4" fmla="*/ 217 h 6345"/>
                  <a:gd name="connsiteX5" fmla="*/ 1170 w 6343"/>
                  <a:gd name="connsiteY5" fmla="*/ 1147 h 6345"/>
                  <a:gd name="connsiteX6" fmla="*/ 241 w 6343"/>
                  <a:gd name="connsiteY6" fmla="*/ 3390 h 6345"/>
                  <a:gd name="connsiteX7" fmla="*/ 1170 w 6343"/>
                  <a:gd name="connsiteY7" fmla="*/ 5634 h 6345"/>
                  <a:gd name="connsiteX8" fmla="*/ 3413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63"/>
                    </a:moveTo>
                    <a:cubicBezTo>
                      <a:pt x="4254" y="6563"/>
                      <a:pt x="5061" y="6228"/>
                      <a:pt x="5655" y="5634"/>
                    </a:cubicBezTo>
                    <a:cubicBezTo>
                      <a:pt x="6250" y="5039"/>
                      <a:pt x="6584" y="4232"/>
                      <a:pt x="6584" y="3390"/>
                    </a:cubicBezTo>
                    <a:cubicBezTo>
                      <a:pt x="6584" y="2549"/>
                      <a:pt x="6250" y="1742"/>
                      <a:pt x="5655" y="1147"/>
                    </a:cubicBezTo>
                    <a:cubicBezTo>
                      <a:pt x="5061" y="552"/>
                      <a:pt x="4254" y="217"/>
                      <a:pt x="3413" y="217"/>
                    </a:cubicBezTo>
                    <a:cubicBezTo>
                      <a:pt x="2572" y="217"/>
                      <a:pt x="1765" y="552"/>
                      <a:pt x="1170" y="1147"/>
                    </a:cubicBezTo>
                    <a:cubicBezTo>
                      <a:pt x="575" y="1742"/>
                      <a:pt x="241" y="2549"/>
                      <a:pt x="241" y="3390"/>
                    </a:cubicBezTo>
                    <a:cubicBezTo>
                      <a:pt x="241" y="4232"/>
                      <a:pt x="575" y="5039"/>
                      <a:pt x="1170" y="5634"/>
                    </a:cubicBezTo>
                    <a:cubicBezTo>
                      <a:pt x="1765" y="6228"/>
                      <a:pt x="2572" y="6563"/>
                      <a:pt x="3413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86" name="Freeform: Shape 10485">
                <a:extLst>
                  <a:ext uri="{FF2B5EF4-FFF2-40B4-BE49-F238E27FC236}">
                    <a16:creationId xmlns:a16="http://schemas.microsoft.com/office/drawing/2014/main" id="{6D57A3AB-E15B-9E26-9F7B-313D6725DA84}"/>
                  </a:ext>
                </a:extLst>
              </p:cNvPr>
              <p:cNvSpPr/>
              <p:nvPr/>
            </p:nvSpPr>
            <p:spPr>
              <a:xfrm>
                <a:off x="9461809" y="6238281"/>
                <a:ext cx="6343" cy="6345"/>
              </a:xfrm>
              <a:custGeom>
                <a:avLst/>
                <a:gdLst>
                  <a:gd name="connsiteX0" fmla="*/ 3412 w 6343"/>
                  <a:gd name="connsiteY0" fmla="*/ 6563 h 6345"/>
                  <a:gd name="connsiteX1" fmla="*/ 5655 w 6343"/>
                  <a:gd name="connsiteY1" fmla="*/ 5634 h 6345"/>
                  <a:gd name="connsiteX2" fmla="*/ 6584 w 6343"/>
                  <a:gd name="connsiteY2" fmla="*/ 3390 h 6345"/>
                  <a:gd name="connsiteX3" fmla="*/ 5655 w 6343"/>
                  <a:gd name="connsiteY3" fmla="*/ 1147 h 6345"/>
                  <a:gd name="connsiteX4" fmla="*/ 3412 w 6343"/>
                  <a:gd name="connsiteY4" fmla="*/ 217 h 6345"/>
                  <a:gd name="connsiteX5" fmla="*/ 1170 w 6343"/>
                  <a:gd name="connsiteY5" fmla="*/ 1147 h 6345"/>
                  <a:gd name="connsiteX6" fmla="*/ 241 w 6343"/>
                  <a:gd name="connsiteY6" fmla="*/ 3390 h 6345"/>
                  <a:gd name="connsiteX7" fmla="*/ 1170 w 6343"/>
                  <a:gd name="connsiteY7" fmla="*/ 5634 h 6345"/>
                  <a:gd name="connsiteX8" fmla="*/ 341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3"/>
                    </a:moveTo>
                    <a:cubicBezTo>
                      <a:pt x="4253" y="6563"/>
                      <a:pt x="5060" y="6228"/>
                      <a:pt x="5655" y="5634"/>
                    </a:cubicBezTo>
                    <a:cubicBezTo>
                      <a:pt x="6250" y="5039"/>
                      <a:pt x="6584" y="4232"/>
                      <a:pt x="6584" y="3390"/>
                    </a:cubicBezTo>
                    <a:cubicBezTo>
                      <a:pt x="6584" y="2549"/>
                      <a:pt x="6250" y="1742"/>
                      <a:pt x="5655" y="1147"/>
                    </a:cubicBezTo>
                    <a:cubicBezTo>
                      <a:pt x="5060" y="552"/>
                      <a:pt x="4253" y="217"/>
                      <a:pt x="3412" y="217"/>
                    </a:cubicBezTo>
                    <a:cubicBezTo>
                      <a:pt x="2571" y="217"/>
                      <a:pt x="1764" y="552"/>
                      <a:pt x="1170" y="1147"/>
                    </a:cubicBezTo>
                    <a:cubicBezTo>
                      <a:pt x="575" y="1742"/>
                      <a:pt x="241" y="2549"/>
                      <a:pt x="241" y="3390"/>
                    </a:cubicBezTo>
                    <a:cubicBezTo>
                      <a:pt x="241" y="4232"/>
                      <a:pt x="575" y="5039"/>
                      <a:pt x="1170" y="5634"/>
                    </a:cubicBezTo>
                    <a:cubicBezTo>
                      <a:pt x="1764" y="6228"/>
                      <a:pt x="2571" y="6563"/>
                      <a:pt x="341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87" name="Freeform: Shape 10486">
                <a:extLst>
                  <a:ext uri="{FF2B5EF4-FFF2-40B4-BE49-F238E27FC236}">
                    <a16:creationId xmlns:a16="http://schemas.microsoft.com/office/drawing/2014/main" id="{0863A950-0109-ED29-7B19-BC7D168252D2}"/>
                  </a:ext>
                </a:extLst>
              </p:cNvPr>
              <p:cNvSpPr/>
              <p:nvPr/>
            </p:nvSpPr>
            <p:spPr>
              <a:xfrm>
                <a:off x="9456024" y="6238998"/>
                <a:ext cx="6343" cy="6345"/>
              </a:xfrm>
              <a:custGeom>
                <a:avLst/>
                <a:gdLst>
                  <a:gd name="connsiteX0" fmla="*/ 3412 w 6343"/>
                  <a:gd name="connsiteY0" fmla="*/ 6563 h 6345"/>
                  <a:gd name="connsiteX1" fmla="*/ 5654 w 6343"/>
                  <a:gd name="connsiteY1" fmla="*/ 5634 h 6345"/>
                  <a:gd name="connsiteX2" fmla="*/ 6583 w 6343"/>
                  <a:gd name="connsiteY2" fmla="*/ 3390 h 6345"/>
                  <a:gd name="connsiteX3" fmla="*/ 5654 w 6343"/>
                  <a:gd name="connsiteY3" fmla="*/ 1147 h 6345"/>
                  <a:gd name="connsiteX4" fmla="*/ 3412 w 6343"/>
                  <a:gd name="connsiteY4" fmla="*/ 217 h 6345"/>
                  <a:gd name="connsiteX5" fmla="*/ 1169 w 6343"/>
                  <a:gd name="connsiteY5" fmla="*/ 1147 h 6345"/>
                  <a:gd name="connsiteX6" fmla="*/ 240 w 6343"/>
                  <a:gd name="connsiteY6" fmla="*/ 3390 h 6345"/>
                  <a:gd name="connsiteX7" fmla="*/ 1169 w 6343"/>
                  <a:gd name="connsiteY7" fmla="*/ 5634 h 6345"/>
                  <a:gd name="connsiteX8" fmla="*/ 341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3"/>
                    </a:moveTo>
                    <a:cubicBezTo>
                      <a:pt x="4253" y="6563"/>
                      <a:pt x="5060" y="6229"/>
                      <a:pt x="5654" y="5634"/>
                    </a:cubicBezTo>
                    <a:cubicBezTo>
                      <a:pt x="6249" y="5039"/>
                      <a:pt x="6583" y="4232"/>
                      <a:pt x="6583" y="3390"/>
                    </a:cubicBezTo>
                    <a:cubicBezTo>
                      <a:pt x="6583" y="2549"/>
                      <a:pt x="6249" y="1742"/>
                      <a:pt x="5654" y="1147"/>
                    </a:cubicBezTo>
                    <a:cubicBezTo>
                      <a:pt x="5060" y="552"/>
                      <a:pt x="4253" y="217"/>
                      <a:pt x="3412" y="217"/>
                    </a:cubicBezTo>
                    <a:cubicBezTo>
                      <a:pt x="2571" y="217"/>
                      <a:pt x="1764" y="552"/>
                      <a:pt x="1169" y="1147"/>
                    </a:cubicBezTo>
                    <a:cubicBezTo>
                      <a:pt x="574" y="1742"/>
                      <a:pt x="240" y="2549"/>
                      <a:pt x="240" y="3390"/>
                    </a:cubicBezTo>
                    <a:cubicBezTo>
                      <a:pt x="240" y="4232"/>
                      <a:pt x="574" y="5039"/>
                      <a:pt x="1169" y="5634"/>
                    </a:cubicBezTo>
                    <a:cubicBezTo>
                      <a:pt x="1764" y="6229"/>
                      <a:pt x="2571" y="6563"/>
                      <a:pt x="341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88" name="Freeform: Shape 10487">
                <a:extLst>
                  <a:ext uri="{FF2B5EF4-FFF2-40B4-BE49-F238E27FC236}">
                    <a16:creationId xmlns:a16="http://schemas.microsoft.com/office/drawing/2014/main" id="{E22F08A8-203F-ACA5-60F6-3469A46407AF}"/>
                  </a:ext>
                </a:extLst>
              </p:cNvPr>
              <p:cNvSpPr/>
              <p:nvPr/>
            </p:nvSpPr>
            <p:spPr>
              <a:xfrm>
                <a:off x="9450225" y="6238612"/>
                <a:ext cx="6343" cy="6345"/>
              </a:xfrm>
              <a:custGeom>
                <a:avLst/>
                <a:gdLst>
                  <a:gd name="connsiteX0" fmla="*/ 3411 w 6343"/>
                  <a:gd name="connsiteY0" fmla="*/ 6563 h 6345"/>
                  <a:gd name="connsiteX1" fmla="*/ 5654 w 6343"/>
                  <a:gd name="connsiteY1" fmla="*/ 5634 h 6345"/>
                  <a:gd name="connsiteX2" fmla="*/ 6583 w 6343"/>
                  <a:gd name="connsiteY2" fmla="*/ 3390 h 6345"/>
                  <a:gd name="connsiteX3" fmla="*/ 5654 w 6343"/>
                  <a:gd name="connsiteY3" fmla="*/ 1147 h 6345"/>
                  <a:gd name="connsiteX4" fmla="*/ 3411 w 6343"/>
                  <a:gd name="connsiteY4" fmla="*/ 217 h 6345"/>
                  <a:gd name="connsiteX5" fmla="*/ 1169 w 6343"/>
                  <a:gd name="connsiteY5" fmla="*/ 1147 h 6345"/>
                  <a:gd name="connsiteX6" fmla="*/ 240 w 6343"/>
                  <a:gd name="connsiteY6" fmla="*/ 3390 h 6345"/>
                  <a:gd name="connsiteX7" fmla="*/ 1169 w 6343"/>
                  <a:gd name="connsiteY7" fmla="*/ 5634 h 6345"/>
                  <a:gd name="connsiteX8" fmla="*/ 341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3"/>
                    </a:moveTo>
                    <a:cubicBezTo>
                      <a:pt x="4252" y="6563"/>
                      <a:pt x="5059" y="6229"/>
                      <a:pt x="5654" y="5634"/>
                    </a:cubicBezTo>
                    <a:cubicBezTo>
                      <a:pt x="6249" y="5039"/>
                      <a:pt x="6583" y="4232"/>
                      <a:pt x="6583" y="3390"/>
                    </a:cubicBezTo>
                    <a:cubicBezTo>
                      <a:pt x="6583" y="2549"/>
                      <a:pt x="6249" y="1742"/>
                      <a:pt x="5654" y="1147"/>
                    </a:cubicBezTo>
                    <a:cubicBezTo>
                      <a:pt x="5059" y="552"/>
                      <a:pt x="4252" y="217"/>
                      <a:pt x="3411" y="217"/>
                    </a:cubicBezTo>
                    <a:cubicBezTo>
                      <a:pt x="2570" y="217"/>
                      <a:pt x="1763" y="552"/>
                      <a:pt x="1169" y="1147"/>
                    </a:cubicBezTo>
                    <a:cubicBezTo>
                      <a:pt x="574" y="1742"/>
                      <a:pt x="240" y="2549"/>
                      <a:pt x="240" y="3390"/>
                    </a:cubicBezTo>
                    <a:cubicBezTo>
                      <a:pt x="240" y="4232"/>
                      <a:pt x="574" y="5039"/>
                      <a:pt x="1169" y="5634"/>
                    </a:cubicBezTo>
                    <a:cubicBezTo>
                      <a:pt x="1763" y="6229"/>
                      <a:pt x="2570" y="6563"/>
                      <a:pt x="341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89" name="Freeform: Shape 10488">
                <a:extLst>
                  <a:ext uri="{FF2B5EF4-FFF2-40B4-BE49-F238E27FC236}">
                    <a16:creationId xmlns:a16="http://schemas.microsoft.com/office/drawing/2014/main" id="{5B5D85DF-42FF-CDF2-BFA1-181449D40A4C}"/>
                  </a:ext>
                </a:extLst>
              </p:cNvPr>
              <p:cNvSpPr/>
              <p:nvPr/>
            </p:nvSpPr>
            <p:spPr>
              <a:xfrm>
                <a:off x="9444431" y="6238316"/>
                <a:ext cx="6343" cy="6345"/>
              </a:xfrm>
              <a:custGeom>
                <a:avLst/>
                <a:gdLst>
                  <a:gd name="connsiteX0" fmla="*/ 3411 w 6343"/>
                  <a:gd name="connsiteY0" fmla="*/ 6563 h 6345"/>
                  <a:gd name="connsiteX1" fmla="*/ 5653 w 6343"/>
                  <a:gd name="connsiteY1" fmla="*/ 5634 h 6345"/>
                  <a:gd name="connsiteX2" fmla="*/ 6582 w 6343"/>
                  <a:gd name="connsiteY2" fmla="*/ 3390 h 6345"/>
                  <a:gd name="connsiteX3" fmla="*/ 5653 w 6343"/>
                  <a:gd name="connsiteY3" fmla="*/ 1147 h 6345"/>
                  <a:gd name="connsiteX4" fmla="*/ 3411 w 6343"/>
                  <a:gd name="connsiteY4" fmla="*/ 217 h 6345"/>
                  <a:gd name="connsiteX5" fmla="*/ 1168 w 6343"/>
                  <a:gd name="connsiteY5" fmla="*/ 1147 h 6345"/>
                  <a:gd name="connsiteX6" fmla="*/ 239 w 6343"/>
                  <a:gd name="connsiteY6" fmla="*/ 3390 h 6345"/>
                  <a:gd name="connsiteX7" fmla="*/ 1168 w 6343"/>
                  <a:gd name="connsiteY7" fmla="*/ 5634 h 6345"/>
                  <a:gd name="connsiteX8" fmla="*/ 341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3"/>
                    </a:moveTo>
                    <a:cubicBezTo>
                      <a:pt x="4252" y="6563"/>
                      <a:pt x="5059" y="6228"/>
                      <a:pt x="5653" y="5634"/>
                    </a:cubicBezTo>
                    <a:cubicBezTo>
                      <a:pt x="6248" y="5039"/>
                      <a:pt x="6582" y="4232"/>
                      <a:pt x="6582" y="3390"/>
                    </a:cubicBezTo>
                    <a:cubicBezTo>
                      <a:pt x="6582" y="2549"/>
                      <a:pt x="6248" y="1742"/>
                      <a:pt x="5653" y="1147"/>
                    </a:cubicBezTo>
                    <a:cubicBezTo>
                      <a:pt x="5059" y="552"/>
                      <a:pt x="4252" y="217"/>
                      <a:pt x="3411" y="217"/>
                    </a:cubicBezTo>
                    <a:cubicBezTo>
                      <a:pt x="2570" y="217"/>
                      <a:pt x="1763" y="552"/>
                      <a:pt x="1168" y="1147"/>
                    </a:cubicBezTo>
                    <a:cubicBezTo>
                      <a:pt x="573" y="1742"/>
                      <a:pt x="239" y="2549"/>
                      <a:pt x="239" y="3390"/>
                    </a:cubicBezTo>
                    <a:cubicBezTo>
                      <a:pt x="239" y="4232"/>
                      <a:pt x="573" y="5039"/>
                      <a:pt x="1168" y="5634"/>
                    </a:cubicBezTo>
                    <a:cubicBezTo>
                      <a:pt x="1763" y="6228"/>
                      <a:pt x="2570" y="6563"/>
                      <a:pt x="341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90" name="Freeform: Shape 10489">
                <a:extLst>
                  <a:ext uri="{FF2B5EF4-FFF2-40B4-BE49-F238E27FC236}">
                    <a16:creationId xmlns:a16="http://schemas.microsoft.com/office/drawing/2014/main" id="{0127BE99-1B56-097D-1DF5-7DC61601CCF6}"/>
                  </a:ext>
                </a:extLst>
              </p:cNvPr>
              <p:cNvSpPr/>
              <p:nvPr/>
            </p:nvSpPr>
            <p:spPr>
              <a:xfrm>
                <a:off x="9438634" y="6239053"/>
                <a:ext cx="6343" cy="6345"/>
              </a:xfrm>
              <a:custGeom>
                <a:avLst/>
                <a:gdLst>
                  <a:gd name="connsiteX0" fmla="*/ 3410 w 6343"/>
                  <a:gd name="connsiteY0" fmla="*/ 6563 h 6345"/>
                  <a:gd name="connsiteX1" fmla="*/ 5653 w 6343"/>
                  <a:gd name="connsiteY1" fmla="*/ 5634 h 6345"/>
                  <a:gd name="connsiteX2" fmla="*/ 6582 w 6343"/>
                  <a:gd name="connsiteY2" fmla="*/ 3390 h 6345"/>
                  <a:gd name="connsiteX3" fmla="*/ 5653 w 6343"/>
                  <a:gd name="connsiteY3" fmla="*/ 1147 h 6345"/>
                  <a:gd name="connsiteX4" fmla="*/ 3410 w 6343"/>
                  <a:gd name="connsiteY4" fmla="*/ 217 h 6345"/>
                  <a:gd name="connsiteX5" fmla="*/ 1168 w 6343"/>
                  <a:gd name="connsiteY5" fmla="*/ 1147 h 6345"/>
                  <a:gd name="connsiteX6" fmla="*/ 239 w 6343"/>
                  <a:gd name="connsiteY6" fmla="*/ 3390 h 6345"/>
                  <a:gd name="connsiteX7" fmla="*/ 1168 w 6343"/>
                  <a:gd name="connsiteY7" fmla="*/ 5634 h 6345"/>
                  <a:gd name="connsiteX8" fmla="*/ 341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3"/>
                    </a:moveTo>
                    <a:cubicBezTo>
                      <a:pt x="4251" y="6563"/>
                      <a:pt x="5058" y="6229"/>
                      <a:pt x="5653" y="5634"/>
                    </a:cubicBezTo>
                    <a:cubicBezTo>
                      <a:pt x="6248" y="5039"/>
                      <a:pt x="6582" y="4232"/>
                      <a:pt x="6582" y="3390"/>
                    </a:cubicBezTo>
                    <a:cubicBezTo>
                      <a:pt x="6582" y="2549"/>
                      <a:pt x="6248" y="1742"/>
                      <a:pt x="5653" y="1147"/>
                    </a:cubicBezTo>
                    <a:cubicBezTo>
                      <a:pt x="5058" y="552"/>
                      <a:pt x="4251" y="217"/>
                      <a:pt x="3410" y="217"/>
                    </a:cubicBezTo>
                    <a:cubicBezTo>
                      <a:pt x="2569" y="217"/>
                      <a:pt x="1762" y="552"/>
                      <a:pt x="1168" y="1147"/>
                    </a:cubicBezTo>
                    <a:cubicBezTo>
                      <a:pt x="573" y="1742"/>
                      <a:pt x="239" y="2549"/>
                      <a:pt x="239" y="3390"/>
                    </a:cubicBezTo>
                    <a:cubicBezTo>
                      <a:pt x="239" y="4232"/>
                      <a:pt x="573" y="5039"/>
                      <a:pt x="1168" y="5634"/>
                    </a:cubicBezTo>
                    <a:cubicBezTo>
                      <a:pt x="1762" y="6229"/>
                      <a:pt x="2569" y="6563"/>
                      <a:pt x="341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91" name="Freeform: Shape 10490">
                <a:extLst>
                  <a:ext uri="{FF2B5EF4-FFF2-40B4-BE49-F238E27FC236}">
                    <a16:creationId xmlns:a16="http://schemas.microsoft.com/office/drawing/2014/main" id="{D62A43EA-45D2-5226-AC9F-D72B35A4EAF6}"/>
                  </a:ext>
                </a:extLst>
              </p:cNvPr>
              <p:cNvSpPr/>
              <p:nvPr/>
            </p:nvSpPr>
            <p:spPr>
              <a:xfrm>
                <a:off x="9432833" y="6239377"/>
                <a:ext cx="6343" cy="6345"/>
              </a:xfrm>
              <a:custGeom>
                <a:avLst/>
                <a:gdLst>
                  <a:gd name="connsiteX0" fmla="*/ 3410 w 6343"/>
                  <a:gd name="connsiteY0" fmla="*/ 6563 h 6345"/>
                  <a:gd name="connsiteX1" fmla="*/ 5653 w 6343"/>
                  <a:gd name="connsiteY1" fmla="*/ 5634 h 6345"/>
                  <a:gd name="connsiteX2" fmla="*/ 6581 w 6343"/>
                  <a:gd name="connsiteY2" fmla="*/ 3390 h 6345"/>
                  <a:gd name="connsiteX3" fmla="*/ 5653 w 6343"/>
                  <a:gd name="connsiteY3" fmla="*/ 1147 h 6345"/>
                  <a:gd name="connsiteX4" fmla="*/ 3410 w 6343"/>
                  <a:gd name="connsiteY4" fmla="*/ 217 h 6345"/>
                  <a:gd name="connsiteX5" fmla="*/ 1167 w 6343"/>
                  <a:gd name="connsiteY5" fmla="*/ 1147 h 6345"/>
                  <a:gd name="connsiteX6" fmla="*/ 238 w 6343"/>
                  <a:gd name="connsiteY6" fmla="*/ 3390 h 6345"/>
                  <a:gd name="connsiteX7" fmla="*/ 1167 w 6343"/>
                  <a:gd name="connsiteY7" fmla="*/ 5634 h 6345"/>
                  <a:gd name="connsiteX8" fmla="*/ 341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3"/>
                    </a:moveTo>
                    <a:cubicBezTo>
                      <a:pt x="4251" y="6563"/>
                      <a:pt x="5058" y="6229"/>
                      <a:pt x="5653" y="5634"/>
                    </a:cubicBezTo>
                    <a:cubicBezTo>
                      <a:pt x="6247" y="5039"/>
                      <a:pt x="6581" y="4232"/>
                      <a:pt x="6581" y="3390"/>
                    </a:cubicBezTo>
                    <a:cubicBezTo>
                      <a:pt x="6581" y="2549"/>
                      <a:pt x="6247" y="1742"/>
                      <a:pt x="5653" y="1147"/>
                    </a:cubicBezTo>
                    <a:cubicBezTo>
                      <a:pt x="5058" y="552"/>
                      <a:pt x="4251" y="217"/>
                      <a:pt x="3410" y="217"/>
                    </a:cubicBezTo>
                    <a:cubicBezTo>
                      <a:pt x="2569" y="217"/>
                      <a:pt x="1762" y="552"/>
                      <a:pt x="1167" y="1147"/>
                    </a:cubicBezTo>
                    <a:cubicBezTo>
                      <a:pt x="573" y="1742"/>
                      <a:pt x="238" y="2549"/>
                      <a:pt x="238" y="3390"/>
                    </a:cubicBezTo>
                    <a:cubicBezTo>
                      <a:pt x="238" y="4232"/>
                      <a:pt x="573" y="5039"/>
                      <a:pt x="1167" y="5634"/>
                    </a:cubicBezTo>
                    <a:cubicBezTo>
                      <a:pt x="1762" y="6229"/>
                      <a:pt x="2569" y="6563"/>
                      <a:pt x="341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92" name="Freeform: Shape 10491">
                <a:extLst>
                  <a:ext uri="{FF2B5EF4-FFF2-40B4-BE49-F238E27FC236}">
                    <a16:creationId xmlns:a16="http://schemas.microsoft.com/office/drawing/2014/main" id="{3A8C1607-FC3B-A461-1D53-4F25D88B3504}"/>
                  </a:ext>
                </a:extLst>
              </p:cNvPr>
              <p:cNvSpPr/>
              <p:nvPr/>
            </p:nvSpPr>
            <p:spPr>
              <a:xfrm>
                <a:off x="9427038" y="6239100"/>
                <a:ext cx="6343" cy="6345"/>
              </a:xfrm>
              <a:custGeom>
                <a:avLst/>
                <a:gdLst>
                  <a:gd name="connsiteX0" fmla="*/ 3409 w 6343"/>
                  <a:gd name="connsiteY0" fmla="*/ 6563 h 6345"/>
                  <a:gd name="connsiteX1" fmla="*/ 5652 w 6343"/>
                  <a:gd name="connsiteY1" fmla="*/ 5634 h 6345"/>
                  <a:gd name="connsiteX2" fmla="*/ 6581 w 6343"/>
                  <a:gd name="connsiteY2" fmla="*/ 3390 h 6345"/>
                  <a:gd name="connsiteX3" fmla="*/ 5652 w 6343"/>
                  <a:gd name="connsiteY3" fmla="*/ 1147 h 6345"/>
                  <a:gd name="connsiteX4" fmla="*/ 3409 w 6343"/>
                  <a:gd name="connsiteY4" fmla="*/ 217 h 6345"/>
                  <a:gd name="connsiteX5" fmla="*/ 1167 w 6343"/>
                  <a:gd name="connsiteY5" fmla="*/ 1147 h 6345"/>
                  <a:gd name="connsiteX6" fmla="*/ 238 w 6343"/>
                  <a:gd name="connsiteY6" fmla="*/ 3390 h 6345"/>
                  <a:gd name="connsiteX7" fmla="*/ 1167 w 6343"/>
                  <a:gd name="connsiteY7" fmla="*/ 5634 h 6345"/>
                  <a:gd name="connsiteX8" fmla="*/ 340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3"/>
                    </a:moveTo>
                    <a:cubicBezTo>
                      <a:pt x="4251" y="6563"/>
                      <a:pt x="5057" y="6229"/>
                      <a:pt x="5652" y="5634"/>
                    </a:cubicBezTo>
                    <a:cubicBezTo>
                      <a:pt x="6247" y="5039"/>
                      <a:pt x="6581" y="4232"/>
                      <a:pt x="6581" y="3390"/>
                    </a:cubicBezTo>
                    <a:cubicBezTo>
                      <a:pt x="6581" y="2549"/>
                      <a:pt x="6247" y="1742"/>
                      <a:pt x="5652" y="1147"/>
                    </a:cubicBezTo>
                    <a:cubicBezTo>
                      <a:pt x="5057" y="552"/>
                      <a:pt x="4251" y="217"/>
                      <a:pt x="3409" y="217"/>
                    </a:cubicBezTo>
                    <a:cubicBezTo>
                      <a:pt x="2568" y="217"/>
                      <a:pt x="1762" y="552"/>
                      <a:pt x="1167" y="1147"/>
                    </a:cubicBezTo>
                    <a:cubicBezTo>
                      <a:pt x="572" y="1742"/>
                      <a:pt x="238" y="2549"/>
                      <a:pt x="238" y="3390"/>
                    </a:cubicBezTo>
                    <a:cubicBezTo>
                      <a:pt x="238" y="4232"/>
                      <a:pt x="572" y="5039"/>
                      <a:pt x="1167" y="5634"/>
                    </a:cubicBezTo>
                    <a:cubicBezTo>
                      <a:pt x="1762" y="6229"/>
                      <a:pt x="2568" y="6563"/>
                      <a:pt x="340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93" name="Freeform: Shape 10492">
                <a:extLst>
                  <a:ext uri="{FF2B5EF4-FFF2-40B4-BE49-F238E27FC236}">
                    <a16:creationId xmlns:a16="http://schemas.microsoft.com/office/drawing/2014/main" id="{31CD1C2A-4363-0FF3-F7C9-A36BBB869F87}"/>
                  </a:ext>
                </a:extLst>
              </p:cNvPr>
              <p:cNvSpPr/>
              <p:nvPr/>
            </p:nvSpPr>
            <p:spPr>
              <a:xfrm>
                <a:off x="9421246" y="6238787"/>
                <a:ext cx="6343" cy="6345"/>
              </a:xfrm>
              <a:custGeom>
                <a:avLst/>
                <a:gdLst>
                  <a:gd name="connsiteX0" fmla="*/ 3409 w 6343"/>
                  <a:gd name="connsiteY0" fmla="*/ 6563 h 6345"/>
                  <a:gd name="connsiteX1" fmla="*/ 5652 w 6343"/>
                  <a:gd name="connsiteY1" fmla="*/ 5634 h 6345"/>
                  <a:gd name="connsiteX2" fmla="*/ 6581 w 6343"/>
                  <a:gd name="connsiteY2" fmla="*/ 3390 h 6345"/>
                  <a:gd name="connsiteX3" fmla="*/ 5652 w 6343"/>
                  <a:gd name="connsiteY3" fmla="*/ 1147 h 6345"/>
                  <a:gd name="connsiteX4" fmla="*/ 3409 w 6343"/>
                  <a:gd name="connsiteY4" fmla="*/ 217 h 6345"/>
                  <a:gd name="connsiteX5" fmla="*/ 1166 w 6343"/>
                  <a:gd name="connsiteY5" fmla="*/ 1147 h 6345"/>
                  <a:gd name="connsiteX6" fmla="*/ 237 w 6343"/>
                  <a:gd name="connsiteY6" fmla="*/ 3390 h 6345"/>
                  <a:gd name="connsiteX7" fmla="*/ 1166 w 6343"/>
                  <a:gd name="connsiteY7" fmla="*/ 5634 h 6345"/>
                  <a:gd name="connsiteX8" fmla="*/ 340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3"/>
                    </a:moveTo>
                    <a:cubicBezTo>
                      <a:pt x="4250" y="6563"/>
                      <a:pt x="5057" y="6229"/>
                      <a:pt x="5652" y="5634"/>
                    </a:cubicBezTo>
                    <a:cubicBezTo>
                      <a:pt x="6246" y="5039"/>
                      <a:pt x="6581" y="4232"/>
                      <a:pt x="6581" y="3390"/>
                    </a:cubicBezTo>
                    <a:cubicBezTo>
                      <a:pt x="6581" y="2549"/>
                      <a:pt x="6246" y="1742"/>
                      <a:pt x="5652" y="1147"/>
                    </a:cubicBezTo>
                    <a:cubicBezTo>
                      <a:pt x="5057" y="552"/>
                      <a:pt x="4250" y="217"/>
                      <a:pt x="3409" y="217"/>
                    </a:cubicBezTo>
                    <a:cubicBezTo>
                      <a:pt x="2568" y="217"/>
                      <a:pt x="1761" y="552"/>
                      <a:pt x="1166" y="1147"/>
                    </a:cubicBezTo>
                    <a:cubicBezTo>
                      <a:pt x="572" y="1742"/>
                      <a:pt x="237" y="2549"/>
                      <a:pt x="237" y="3390"/>
                    </a:cubicBezTo>
                    <a:cubicBezTo>
                      <a:pt x="237" y="4232"/>
                      <a:pt x="572" y="5039"/>
                      <a:pt x="1166" y="5634"/>
                    </a:cubicBezTo>
                    <a:cubicBezTo>
                      <a:pt x="1761" y="6229"/>
                      <a:pt x="2568" y="6563"/>
                      <a:pt x="340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94" name="Freeform: Shape 10493">
                <a:extLst>
                  <a:ext uri="{FF2B5EF4-FFF2-40B4-BE49-F238E27FC236}">
                    <a16:creationId xmlns:a16="http://schemas.microsoft.com/office/drawing/2014/main" id="{6751D34C-EC9C-38C5-C996-ACA8683032BD}"/>
                  </a:ext>
                </a:extLst>
              </p:cNvPr>
              <p:cNvSpPr/>
              <p:nvPr/>
            </p:nvSpPr>
            <p:spPr>
              <a:xfrm>
                <a:off x="9415446" y="6238815"/>
                <a:ext cx="6343" cy="6345"/>
              </a:xfrm>
              <a:custGeom>
                <a:avLst/>
                <a:gdLst>
                  <a:gd name="connsiteX0" fmla="*/ 3409 w 6343"/>
                  <a:gd name="connsiteY0" fmla="*/ 6563 h 6345"/>
                  <a:gd name="connsiteX1" fmla="*/ 5651 w 6343"/>
                  <a:gd name="connsiteY1" fmla="*/ 5634 h 6345"/>
                  <a:gd name="connsiteX2" fmla="*/ 6580 w 6343"/>
                  <a:gd name="connsiteY2" fmla="*/ 3390 h 6345"/>
                  <a:gd name="connsiteX3" fmla="*/ 5651 w 6343"/>
                  <a:gd name="connsiteY3" fmla="*/ 1147 h 6345"/>
                  <a:gd name="connsiteX4" fmla="*/ 3409 w 6343"/>
                  <a:gd name="connsiteY4" fmla="*/ 217 h 6345"/>
                  <a:gd name="connsiteX5" fmla="*/ 1166 w 6343"/>
                  <a:gd name="connsiteY5" fmla="*/ 1147 h 6345"/>
                  <a:gd name="connsiteX6" fmla="*/ 237 w 6343"/>
                  <a:gd name="connsiteY6" fmla="*/ 3390 h 6345"/>
                  <a:gd name="connsiteX7" fmla="*/ 1166 w 6343"/>
                  <a:gd name="connsiteY7" fmla="*/ 5634 h 6345"/>
                  <a:gd name="connsiteX8" fmla="*/ 3409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3"/>
                    </a:moveTo>
                    <a:cubicBezTo>
                      <a:pt x="4250" y="6563"/>
                      <a:pt x="5056" y="6229"/>
                      <a:pt x="5651" y="5634"/>
                    </a:cubicBezTo>
                    <a:cubicBezTo>
                      <a:pt x="6246" y="5039"/>
                      <a:pt x="6580" y="4232"/>
                      <a:pt x="6580" y="3390"/>
                    </a:cubicBezTo>
                    <a:cubicBezTo>
                      <a:pt x="6580" y="2549"/>
                      <a:pt x="6246" y="1742"/>
                      <a:pt x="5651" y="1147"/>
                    </a:cubicBezTo>
                    <a:cubicBezTo>
                      <a:pt x="5056" y="552"/>
                      <a:pt x="4250" y="217"/>
                      <a:pt x="3409" y="217"/>
                    </a:cubicBezTo>
                    <a:cubicBezTo>
                      <a:pt x="2567" y="217"/>
                      <a:pt x="1761" y="552"/>
                      <a:pt x="1166" y="1147"/>
                    </a:cubicBezTo>
                    <a:cubicBezTo>
                      <a:pt x="571" y="1742"/>
                      <a:pt x="237" y="2549"/>
                      <a:pt x="237" y="3390"/>
                    </a:cubicBezTo>
                    <a:cubicBezTo>
                      <a:pt x="237" y="4232"/>
                      <a:pt x="571" y="5039"/>
                      <a:pt x="1166" y="5634"/>
                    </a:cubicBezTo>
                    <a:cubicBezTo>
                      <a:pt x="1761" y="6229"/>
                      <a:pt x="2567" y="6563"/>
                      <a:pt x="3409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95" name="Freeform: Shape 10494">
                <a:extLst>
                  <a:ext uri="{FF2B5EF4-FFF2-40B4-BE49-F238E27FC236}">
                    <a16:creationId xmlns:a16="http://schemas.microsoft.com/office/drawing/2014/main" id="{088574AC-D6D8-B87E-B43E-1ECC8C9655CA}"/>
                  </a:ext>
                </a:extLst>
              </p:cNvPr>
              <p:cNvSpPr/>
              <p:nvPr/>
            </p:nvSpPr>
            <p:spPr>
              <a:xfrm>
                <a:off x="9382071" y="6422432"/>
                <a:ext cx="6343" cy="6345"/>
              </a:xfrm>
              <a:custGeom>
                <a:avLst/>
                <a:gdLst>
                  <a:gd name="connsiteX0" fmla="*/ 3406 w 6343"/>
                  <a:gd name="connsiteY0" fmla="*/ 6577 h 6345"/>
                  <a:gd name="connsiteX1" fmla="*/ 5649 w 6343"/>
                  <a:gd name="connsiteY1" fmla="*/ 5648 h 6345"/>
                  <a:gd name="connsiteX2" fmla="*/ 6577 w 6343"/>
                  <a:gd name="connsiteY2" fmla="*/ 3405 h 6345"/>
                  <a:gd name="connsiteX3" fmla="*/ 5649 w 6343"/>
                  <a:gd name="connsiteY3" fmla="*/ 1161 h 6345"/>
                  <a:gd name="connsiteX4" fmla="*/ 3406 w 6343"/>
                  <a:gd name="connsiteY4" fmla="*/ 232 h 6345"/>
                  <a:gd name="connsiteX5" fmla="*/ 1163 w 6343"/>
                  <a:gd name="connsiteY5" fmla="*/ 1161 h 6345"/>
                  <a:gd name="connsiteX6" fmla="*/ 234 w 6343"/>
                  <a:gd name="connsiteY6" fmla="*/ 3405 h 6345"/>
                  <a:gd name="connsiteX7" fmla="*/ 1163 w 6343"/>
                  <a:gd name="connsiteY7" fmla="*/ 5648 h 6345"/>
                  <a:gd name="connsiteX8" fmla="*/ 3406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77"/>
                    </a:moveTo>
                    <a:cubicBezTo>
                      <a:pt x="4247" y="6577"/>
                      <a:pt x="5054" y="6243"/>
                      <a:pt x="5649" y="5648"/>
                    </a:cubicBezTo>
                    <a:cubicBezTo>
                      <a:pt x="6243" y="5053"/>
                      <a:pt x="6577" y="4246"/>
                      <a:pt x="6577" y="3405"/>
                    </a:cubicBezTo>
                    <a:cubicBezTo>
                      <a:pt x="6577" y="2563"/>
                      <a:pt x="6243" y="1756"/>
                      <a:pt x="5649" y="1161"/>
                    </a:cubicBezTo>
                    <a:cubicBezTo>
                      <a:pt x="5054" y="566"/>
                      <a:pt x="4247" y="232"/>
                      <a:pt x="3406" y="232"/>
                    </a:cubicBezTo>
                    <a:cubicBezTo>
                      <a:pt x="2565" y="232"/>
                      <a:pt x="1758" y="566"/>
                      <a:pt x="1163" y="1161"/>
                    </a:cubicBezTo>
                    <a:cubicBezTo>
                      <a:pt x="569" y="1756"/>
                      <a:pt x="234" y="2563"/>
                      <a:pt x="234" y="3405"/>
                    </a:cubicBezTo>
                    <a:cubicBezTo>
                      <a:pt x="234" y="4246"/>
                      <a:pt x="569" y="5053"/>
                      <a:pt x="1163" y="5648"/>
                    </a:cubicBezTo>
                    <a:cubicBezTo>
                      <a:pt x="1758" y="6243"/>
                      <a:pt x="2565" y="6577"/>
                      <a:pt x="3406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96" name="Freeform: Shape 10495">
                <a:extLst>
                  <a:ext uri="{FF2B5EF4-FFF2-40B4-BE49-F238E27FC236}">
                    <a16:creationId xmlns:a16="http://schemas.microsoft.com/office/drawing/2014/main" id="{AFF9E7F0-A477-4294-EFA8-ED6F2CFA4F76}"/>
                  </a:ext>
                </a:extLst>
              </p:cNvPr>
              <p:cNvSpPr/>
              <p:nvPr/>
            </p:nvSpPr>
            <p:spPr>
              <a:xfrm>
                <a:off x="9337789" y="7030155"/>
                <a:ext cx="6343" cy="6345"/>
              </a:xfrm>
              <a:custGeom>
                <a:avLst/>
                <a:gdLst>
                  <a:gd name="connsiteX0" fmla="*/ 3402 w 6343"/>
                  <a:gd name="connsiteY0" fmla="*/ 6625 h 6345"/>
                  <a:gd name="connsiteX1" fmla="*/ 5645 w 6343"/>
                  <a:gd name="connsiteY1" fmla="*/ 5696 h 6345"/>
                  <a:gd name="connsiteX2" fmla="*/ 6574 w 6343"/>
                  <a:gd name="connsiteY2" fmla="*/ 3452 h 6345"/>
                  <a:gd name="connsiteX3" fmla="*/ 5645 w 6343"/>
                  <a:gd name="connsiteY3" fmla="*/ 1209 h 6345"/>
                  <a:gd name="connsiteX4" fmla="*/ 3402 w 6343"/>
                  <a:gd name="connsiteY4" fmla="*/ 280 h 6345"/>
                  <a:gd name="connsiteX5" fmla="*/ 1160 w 6343"/>
                  <a:gd name="connsiteY5" fmla="*/ 1209 h 6345"/>
                  <a:gd name="connsiteX6" fmla="*/ 231 w 6343"/>
                  <a:gd name="connsiteY6" fmla="*/ 3452 h 6345"/>
                  <a:gd name="connsiteX7" fmla="*/ 1160 w 6343"/>
                  <a:gd name="connsiteY7" fmla="*/ 5696 h 6345"/>
                  <a:gd name="connsiteX8" fmla="*/ 3402 w 6343"/>
                  <a:gd name="connsiteY8" fmla="*/ 66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625"/>
                    </a:moveTo>
                    <a:cubicBezTo>
                      <a:pt x="4244" y="6625"/>
                      <a:pt x="5050" y="6291"/>
                      <a:pt x="5645" y="5696"/>
                    </a:cubicBezTo>
                    <a:cubicBezTo>
                      <a:pt x="6240" y="5101"/>
                      <a:pt x="6574" y="4294"/>
                      <a:pt x="6574" y="3452"/>
                    </a:cubicBezTo>
                    <a:cubicBezTo>
                      <a:pt x="6574" y="2611"/>
                      <a:pt x="6240" y="1804"/>
                      <a:pt x="5645" y="1209"/>
                    </a:cubicBezTo>
                    <a:cubicBezTo>
                      <a:pt x="5050" y="614"/>
                      <a:pt x="4244" y="280"/>
                      <a:pt x="3402" y="280"/>
                    </a:cubicBezTo>
                    <a:cubicBezTo>
                      <a:pt x="2561" y="280"/>
                      <a:pt x="1755" y="614"/>
                      <a:pt x="1160" y="1209"/>
                    </a:cubicBezTo>
                    <a:cubicBezTo>
                      <a:pt x="565" y="1804"/>
                      <a:pt x="231" y="2611"/>
                      <a:pt x="231" y="3452"/>
                    </a:cubicBezTo>
                    <a:cubicBezTo>
                      <a:pt x="231" y="4294"/>
                      <a:pt x="565" y="5101"/>
                      <a:pt x="1160" y="5696"/>
                    </a:cubicBezTo>
                    <a:cubicBezTo>
                      <a:pt x="1755" y="6291"/>
                      <a:pt x="2561" y="6625"/>
                      <a:pt x="3402" y="66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97" name="Freeform: Shape 10496">
                <a:extLst>
                  <a:ext uri="{FF2B5EF4-FFF2-40B4-BE49-F238E27FC236}">
                    <a16:creationId xmlns:a16="http://schemas.microsoft.com/office/drawing/2014/main" id="{F1A42EE2-C0A8-D081-7700-69D61A7C7A1D}"/>
                  </a:ext>
                </a:extLst>
              </p:cNvPr>
              <p:cNvSpPr/>
              <p:nvPr/>
            </p:nvSpPr>
            <p:spPr>
              <a:xfrm>
                <a:off x="9367178" y="6437190"/>
                <a:ext cx="6343" cy="6345"/>
              </a:xfrm>
              <a:custGeom>
                <a:avLst/>
                <a:gdLst>
                  <a:gd name="connsiteX0" fmla="*/ 3405 w 6343"/>
                  <a:gd name="connsiteY0" fmla="*/ 6578 h 6345"/>
                  <a:gd name="connsiteX1" fmla="*/ 5647 w 6343"/>
                  <a:gd name="connsiteY1" fmla="*/ 5649 h 6345"/>
                  <a:gd name="connsiteX2" fmla="*/ 6576 w 6343"/>
                  <a:gd name="connsiteY2" fmla="*/ 3406 h 6345"/>
                  <a:gd name="connsiteX3" fmla="*/ 5647 w 6343"/>
                  <a:gd name="connsiteY3" fmla="*/ 1162 h 6345"/>
                  <a:gd name="connsiteX4" fmla="*/ 3405 w 6343"/>
                  <a:gd name="connsiteY4" fmla="*/ 233 h 6345"/>
                  <a:gd name="connsiteX5" fmla="*/ 1162 w 6343"/>
                  <a:gd name="connsiteY5" fmla="*/ 1162 h 6345"/>
                  <a:gd name="connsiteX6" fmla="*/ 233 w 6343"/>
                  <a:gd name="connsiteY6" fmla="*/ 3406 h 6345"/>
                  <a:gd name="connsiteX7" fmla="*/ 1162 w 6343"/>
                  <a:gd name="connsiteY7" fmla="*/ 5649 h 6345"/>
                  <a:gd name="connsiteX8" fmla="*/ 3405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78"/>
                    </a:moveTo>
                    <a:cubicBezTo>
                      <a:pt x="4246" y="6578"/>
                      <a:pt x="5053" y="6244"/>
                      <a:pt x="5647" y="5649"/>
                    </a:cubicBezTo>
                    <a:cubicBezTo>
                      <a:pt x="6242" y="5054"/>
                      <a:pt x="6576" y="4247"/>
                      <a:pt x="6576" y="3406"/>
                    </a:cubicBezTo>
                    <a:cubicBezTo>
                      <a:pt x="6576" y="2564"/>
                      <a:pt x="6242" y="1757"/>
                      <a:pt x="5647" y="1162"/>
                    </a:cubicBezTo>
                    <a:cubicBezTo>
                      <a:pt x="5053" y="567"/>
                      <a:pt x="4246" y="233"/>
                      <a:pt x="3405" y="233"/>
                    </a:cubicBezTo>
                    <a:cubicBezTo>
                      <a:pt x="2564" y="233"/>
                      <a:pt x="1757" y="567"/>
                      <a:pt x="1162" y="1162"/>
                    </a:cubicBezTo>
                    <a:cubicBezTo>
                      <a:pt x="567" y="1757"/>
                      <a:pt x="233" y="2564"/>
                      <a:pt x="233" y="3406"/>
                    </a:cubicBezTo>
                    <a:cubicBezTo>
                      <a:pt x="233" y="4247"/>
                      <a:pt x="567" y="5054"/>
                      <a:pt x="1162" y="5649"/>
                    </a:cubicBezTo>
                    <a:cubicBezTo>
                      <a:pt x="1757" y="6244"/>
                      <a:pt x="2564" y="6578"/>
                      <a:pt x="3405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98" name="Freeform: Shape 10497">
                <a:extLst>
                  <a:ext uri="{FF2B5EF4-FFF2-40B4-BE49-F238E27FC236}">
                    <a16:creationId xmlns:a16="http://schemas.microsoft.com/office/drawing/2014/main" id="{D30CC5D7-B50C-7909-D805-71DD5E4CB6C1}"/>
                  </a:ext>
                </a:extLst>
              </p:cNvPr>
              <p:cNvSpPr/>
              <p:nvPr/>
            </p:nvSpPr>
            <p:spPr>
              <a:xfrm>
                <a:off x="9353220" y="6435404"/>
                <a:ext cx="6343" cy="6345"/>
              </a:xfrm>
              <a:custGeom>
                <a:avLst/>
                <a:gdLst>
                  <a:gd name="connsiteX0" fmla="*/ 3404 w 6343"/>
                  <a:gd name="connsiteY0" fmla="*/ 6578 h 6345"/>
                  <a:gd name="connsiteX1" fmla="*/ 5646 w 6343"/>
                  <a:gd name="connsiteY1" fmla="*/ 5649 h 6345"/>
                  <a:gd name="connsiteX2" fmla="*/ 6575 w 6343"/>
                  <a:gd name="connsiteY2" fmla="*/ 3406 h 6345"/>
                  <a:gd name="connsiteX3" fmla="*/ 5646 w 6343"/>
                  <a:gd name="connsiteY3" fmla="*/ 1162 h 6345"/>
                  <a:gd name="connsiteX4" fmla="*/ 3404 w 6343"/>
                  <a:gd name="connsiteY4" fmla="*/ 233 h 6345"/>
                  <a:gd name="connsiteX5" fmla="*/ 1161 w 6343"/>
                  <a:gd name="connsiteY5" fmla="*/ 1162 h 6345"/>
                  <a:gd name="connsiteX6" fmla="*/ 232 w 6343"/>
                  <a:gd name="connsiteY6" fmla="*/ 3406 h 6345"/>
                  <a:gd name="connsiteX7" fmla="*/ 1161 w 6343"/>
                  <a:gd name="connsiteY7" fmla="*/ 5649 h 6345"/>
                  <a:gd name="connsiteX8" fmla="*/ 3404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78"/>
                    </a:moveTo>
                    <a:cubicBezTo>
                      <a:pt x="4245" y="6578"/>
                      <a:pt x="5052" y="6244"/>
                      <a:pt x="5646" y="5649"/>
                    </a:cubicBezTo>
                    <a:cubicBezTo>
                      <a:pt x="6241" y="5054"/>
                      <a:pt x="6575" y="4247"/>
                      <a:pt x="6575" y="3406"/>
                    </a:cubicBezTo>
                    <a:cubicBezTo>
                      <a:pt x="6575" y="2564"/>
                      <a:pt x="6241" y="1757"/>
                      <a:pt x="5646" y="1162"/>
                    </a:cubicBezTo>
                    <a:cubicBezTo>
                      <a:pt x="5052" y="567"/>
                      <a:pt x="4245" y="233"/>
                      <a:pt x="3404" y="233"/>
                    </a:cubicBezTo>
                    <a:cubicBezTo>
                      <a:pt x="2563" y="233"/>
                      <a:pt x="1756" y="567"/>
                      <a:pt x="1161" y="1162"/>
                    </a:cubicBezTo>
                    <a:cubicBezTo>
                      <a:pt x="566" y="1757"/>
                      <a:pt x="232" y="2564"/>
                      <a:pt x="232" y="3406"/>
                    </a:cubicBezTo>
                    <a:cubicBezTo>
                      <a:pt x="232" y="4247"/>
                      <a:pt x="566" y="5054"/>
                      <a:pt x="1161" y="5649"/>
                    </a:cubicBezTo>
                    <a:cubicBezTo>
                      <a:pt x="1756" y="6244"/>
                      <a:pt x="2563" y="6578"/>
                      <a:pt x="3404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499" name="Freeform: Shape 10498">
                <a:extLst>
                  <a:ext uri="{FF2B5EF4-FFF2-40B4-BE49-F238E27FC236}">
                    <a16:creationId xmlns:a16="http://schemas.microsoft.com/office/drawing/2014/main" id="{7C35C630-4870-C2FC-A0AC-E0C670162872}"/>
                  </a:ext>
                </a:extLst>
              </p:cNvPr>
              <p:cNvSpPr/>
              <p:nvPr/>
            </p:nvSpPr>
            <p:spPr>
              <a:xfrm>
                <a:off x="9291262" y="6757485"/>
                <a:ext cx="6343" cy="6345"/>
              </a:xfrm>
              <a:custGeom>
                <a:avLst/>
                <a:gdLst>
                  <a:gd name="connsiteX0" fmla="*/ 3399 w 6343"/>
                  <a:gd name="connsiteY0" fmla="*/ 6604 h 6345"/>
                  <a:gd name="connsiteX1" fmla="*/ 5641 w 6343"/>
                  <a:gd name="connsiteY1" fmla="*/ 5674 h 6345"/>
                  <a:gd name="connsiteX2" fmla="*/ 6570 w 6343"/>
                  <a:gd name="connsiteY2" fmla="*/ 3431 h 6345"/>
                  <a:gd name="connsiteX3" fmla="*/ 5641 w 6343"/>
                  <a:gd name="connsiteY3" fmla="*/ 1188 h 6345"/>
                  <a:gd name="connsiteX4" fmla="*/ 3399 w 6343"/>
                  <a:gd name="connsiteY4" fmla="*/ 258 h 6345"/>
                  <a:gd name="connsiteX5" fmla="*/ 1156 w 6343"/>
                  <a:gd name="connsiteY5" fmla="*/ 1188 h 6345"/>
                  <a:gd name="connsiteX6" fmla="*/ 227 w 6343"/>
                  <a:gd name="connsiteY6" fmla="*/ 3431 h 6345"/>
                  <a:gd name="connsiteX7" fmla="*/ 1156 w 6343"/>
                  <a:gd name="connsiteY7" fmla="*/ 5674 h 6345"/>
                  <a:gd name="connsiteX8" fmla="*/ 3399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604"/>
                    </a:moveTo>
                    <a:cubicBezTo>
                      <a:pt x="4240" y="6604"/>
                      <a:pt x="5047" y="6269"/>
                      <a:pt x="5641" y="5674"/>
                    </a:cubicBezTo>
                    <a:cubicBezTo>
                      <a:pt x="6236" y="5079"/>
                      <a:pt x="6570" y="4272"/>
                      <a:pt x="6570" y="3431"/>
                    </a:cubicBezTo>
                    <a:cubicBezTo>
                      <a:pt x="6570" y="2590"/>
                      <a:pt x="6236" y="1783"/>
                      <a:pt x="5641" y="1188"/>
                    </a:cubicBezTo>
                    <a:cubicBezTo>
                      <a:pt x="5047" y="593"/>
                      <a:pt x="4240" y="258"/>
                      <a:pt x="3399" y="258"/>
                    </a:cubicBezTo>
                    <a:cubicBezTo>
                      <a:pt x="2558" y="258"/>
                      <a:pt x="1751" y="593"/>
                      <a:pt x="1156" y="1188"/>
                    </a:cubicBezTo>
                    <a:cubicBezTo>
                      <a:pt x="561" y="1783"/>
                      <a:pt x="227" y="2590"/>
                      <a:pt x="227" y="3431"/>
                    </a:cubicBezTo>
                    <a:cubicBezTo>
                      <a:pt x="227" y="4272"/>
                      <a:pt x="561" y="5079"/>
                      <a:pt x="1156" y="5674"/>
                    </a:cubicBezTo>
                    <a:cubicBezTo>
                      <a:pt x="1751" y="6269"/>
                      <a:pt x="2558" y="6604"/>
                      <a:pt x="3399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00" name="Freeform: Shape 10499">
                <a:extLst>
                  <a:ext uri="{FF2B5EF4-FFF2-40B4-BE49-F238E27FC236}">
                    <a16:creationId xmlns:a16="http://schemas.microsoft.com/office/drawing/2014/main" id="{555A80D3-66E7-6CDF-8507-916D9B17DA73}"/>
                  </a:ext>
                </a:extLst>
              </p:cNvPr>
              <p:cNvSpPr/>
              <p:nvPr/>
            </p:nvSpPr>
            <p:spPr>
              <a:xfrm>
                <a:off x="9282372" y="6755768"/>
                <a:ext cx="6343" cy="6345"/>
              </a:xfrm>
              <a:custGeom>
                <a:avLst/>
                <a:gdLst>
                  <a:gd name="connsiteX0" fmla="*/ 3398 w 6343"/>
                  <a:gd name="connsiteY0" fmla="*/ 6604 h 6345"/>
                  <a:gd name="connsiteX1" fmla="*/ 5641 w 6343"/>
                  <a:gd name="connsiteY1" fmla="*/ 5674 h 6345"/>
                  <a:gd name="connsiteX2" fmla="*/ 6570 w 6343"/>
                  <a:gd name="connsiteY2" fmla="*/ 3431 h 6345"/>
                  <a:gd name="connsiteX3" fmla="*/ 5641 w 6343"/>
                  <a:gd name="connsiteY3" fmla="*/ 1187 h 6345"/>
                  <a:gd name="connsiteX4" fmla="*/ 3398 w 6343"/>
                  <a:gd name="connsiteY4" fmla="*/ 258 h 6345"/>
                  <a:gd name="connsiteX5" fmla="*/ 1155 w 6343"/>
                  <a:gd name="connsiteY5" fmla="*/ 1187 h 6345"/>
                  <a:gd name="connsiteX6" fmla="*/ 226 w 6343"/>
                  <a:gd name="connsiteY6" fmla="*/ 3431 h 6345"/>
                  <a:gd name="connsiteX7" fmla="*/ 1155 w 6343"/>
                  <a:gd name="connsiteY7" fmla="*/ 5674 h 6345"/>
                  <a:gd name="connsiteX8" fmla="*/ 3398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604"/>
                    </a:moveTo>
                    <a:cubicBezTo>
                      <a:pt x="4239" y="6604"/>
                      <a:pt x="5046" y="6269"/>
                      <a:pt x="5641" y="5674"/>
                    </a:cubicBezTo>
                    <a:cubicBezTo>
                      <a:pt x="6235" y="5079"/>
                      <a:pt x="6570" y="4272"/>
                      <a:pt x="6570" y="3431"/>
                    </a:cubicBezTo>
                    <a:cubicBezTo>
                      <a:pt x="6570" y="2589"/>
                      <a:pt x="6235" y="1782"/>
                      <a:pt x="5641" y="1187"/>
                    </a:cubicBezTo>
                    <a:cubicBezTo>
                      <a:pt x="5046" y="592"/>
                      <a:pt x="4239" y="258"/>
                      <a:pt x="3398" y="258"/>
                    </a:cubicBezTo>
                    <a:cubicBezTo>
                      <a:pt x="2557" y="258"/>
                      <a:pt x="1750" y="592"/>
                      <a:pt x="1155" y="1187"/>
                    </a:cubicBezTo>
                    <a:cubicBezTo>
                      <a:pt x="561" y="1782"/>
                      <a:pt x="226" y="2589"/>
                      <a:pt x="226" y="3431"/>
                    </a:cubicBezTo>
                    <a:cubicBezTo>
                      <a:pt x="226" y="4272"/>
                      <a:pt x="561" y="5079"/>
                      <a:pt x="1155" y="5674"/>
                    </a:cubicBezTo>
                    <a:cubicBezTo>
                      <a:pt x="1750" y="6269"/>
                      <a:pt x="2557" y="6604"/>
                      <a:pt x="3398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01" name="Freeform: Shape 10500">
                <a:extLst>
                  <a:ext uri="{FF2B5EF4-FFF2-40B4-BE49-F238E27FC236}">
                    <a16:creationId xmlns:a16="http://schemas.microsoft.com/office/drawing/2014/main" id="{B31E9FE1-D503-2808-AC44-5B5160309F2F}"/>
                  </a:ext>
                </a:extLst>
              </p:cNvPr>
              <p:cNvSpPr/>
              <p:nvPr/>
            </p:nvSpPr>
            <p:spPr>
              <a:xfrm>
                <a:off x="9273372" y="6755058"/>
                <a:ext cx="6343" cy="6345"/>
              </a:xfrm>
              <a:custGeom>
                <a:avLst/>
                <a:gdLst>
                  <a:gd name="connsiteX0" fmla="*/ 3397 w 6343"/>
                  <a:gd name="connsiteY0" fmla="*/ 6604 h 6345"/>
                  <a:gd name="connsiteX1" fmla="*/ 5640 w 6343"/>
                  <a:gd name="connsiteY1" fmla="*/ 5674 h 6345"/>
                  <a:gd name="connsiteX2" fmla="*/ 6569 w 6343"/>
                  <a:gd name="connsiteY2" fmla="*/ 3431 h 6345"/>
                  <a:gd name="connsiteX3" fmla="*/ 5640 w 6343"/>
                  <a:gd name="connsiteY3" fmla="*/ 1187 h 6345"/>
                  <a:gd name="connsiteX4" fmla="*/ 3397 w 6343"/>
                  <a:gd name="connsiteY4" fmla="*/ 258 h 6345"/>
                  <a:gd name="connsiteX5" fmla="*/ 1155 w 6343"/>
                  <a:gd name="connsiteY5" fmla="*/ 1187 h 6345"/>
                  <a:gd name="connsiteX6" fmla="*/ 226 w 6343"/>
                  <a:gd name="connsiteY6" fmla="*/ 3431 h 6345"/>
                  <a:gd name="connsiteX7" fmla="*/ 1155 w 6343"/>
                  <a:gd name="connsiteY7" fmla="*/ 5674 h 6345"/>
                  <a:gd name="connsiteX8" fmla="*/ 3397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604"/>
                    </a:moveTo>
                    <a:cubicBezTo>
                      <a:pt x="4238" y="6604"/>
                      <a:pt x="5045" y="6269"/>
                      <a:pt x="5640" y="5674"/>
                    </a:cubicBezTo>
                    <a:cubicBezTo>
                      <a:pt x="6235" y="5079"/>
                      <a:pt x="6569" y="4272"/>
                      <a:pt x="6569" y="3431"/>
                    </a:cubicBezTo>
                    <a:cubicBezTo>
                      <a:pt x="6569" y="2589"/>
                      <a:pt x="6235" y="1782"/>
                      <a:pt x="5640" y="1187"/>
                    </a:cubicBezTo>
                    <a:cubicBezTo>
                      <a:pt x="5045" y="592"/>
                      <a:pt x="4238" y="258"/>
                      <a:pt x="3397" y="258"/>
                    </a:cubicBezTo>
                    <a:cubicBezTo>
                      <a:pt x="2556" y="258"/>
                      <a:pt x="1749" y="592"/>
                      <a:pt x="1155" y="1187"/>
                    </a:cubicBezTo>
                    <a:cubicBezTo>
                      <a:pt x="560" y="1782"/>
                      <a:pt x="226" y="2589"/>
                      <a:pt x="226" y="3431"/>
                    </a:cubicBezTo>
                    <a:cubicBezTo>
                      <a:pt x="226" y="4272"/>
                      <a:pt x="560" y="5079"/>
                      <a:pt x="1155" y="5674"/>
                    </a:cubicBezTo>
                    <a:cubicBezTo>
                      <a:pt x="1749" y="6269"/>
                      <a:pt x="2556" y="6604"/>
                      <a:pt x="3397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02" name="Freeform: Shape 10501">
                <a:extLst>
                  <a:ext uri="{FF2B5EF4-FFF2-40B4-BE49-F238E27FC236}">
                    <a16:creationId xmlns:a16="http://schemas.microsoft.com/office/drawing/2014/main" id="{274933F2-9516-6DBE-9665-3B0D97A14A5D}"/>
                  </a:ext>
                </a:extLst>
              </p:cNvPr>
              <p:cNvSpPr/>
              <p:nvPr/>
            </p:nvSpPr>
            <p:spPr>
              <a:xfrm>
                <a:off x="9334014" y="6189570"/>
                <a:ext cx="6343" cy="6345"/>
              </a:xfrm>
              <a:custGeom>
                <a:avLst/>
                <a:gdLst>
                  <a:gd name="connsiteX0" fmla="*/ 3402 w 6343"/>
                  <a:gd name="connsiteY0" fmla="*/ 6559 h 6345"/>
                  <a:gd name="connsiteX1" fmla="*/ 5645 w 6343"/>
                  <a:gd name="connsiteY1" fmla="*/ 5630 h 6345"/>
                  <a:gd name="connsiteX2" fmla="*/ 6574 w 6343"/>
                  <a:gd name="connsiteY2" fmla="*/ 3386 h 6345"/>
                  <a:gd name="connsiteX3" fmla="*/ 5645 w 6343"/>
                  <a:gd name="connsiteY3" fmla="*/ 1143 h 6345"/>
                  <a:gd name="connsiteX4" fmla="*/ 3402 w 6343"/>
                  <a:gd name="connsiteY4" fmla="*/ 214 h 6345"/>
                  <a:gd name="connsiteX5" fmla="*/ 1159 w 6343"/>
                  <a:gd name="connsiteY5" fmla="*/ 1143 h 6345"/>
                  <a:gd name="connsiteX6" fmla="*/ 231 w 6343"/>
                  <a:gd name="connsiteY6" fmla="*/ 3386 h 6345"/>
                  <a:gd name="connsiteX7" fmla="*/ 1159 w 6343"/>
                  <a:gd name="connsiteY7" fmla="*/ 5630 h 6345"/>
                  <a:gd name="connsiteX8" fmla="*/ 340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59"/>
                    </a:moveTo>
                    <a:cubicBezTo>
                      <a:pt x="4243" y="6559"/>
                      <a:pt x="5050" y="6225"/>
                      <a:pt x="5645" y="5630"/>
                    </a:cubicBezTo>
                    <a:cubicBezTo>
                      <a:pt x="6239" y="5035"/>
                      <a:pt x="6574" y="4228"/>
                      <a:pt x="6574" y="3386"/>
                    </a:cubicBezTo>
                    <a:cubicBezTo>
                      <a:pt x="6574" y="2545"/>
                      <a:pt x="6239" y="1738"/>
                      <a:pt x="5645" y="1143"/>
                    </a:cubicBezTo>
                    <a:cubicBezTo>
                      <a:pt x="5050" y="548"/>
                      <a:pt x="4243" y="214"/>
                      <a:pt x="3402" y="214"/>
                    </a:cubicBezTo>
                    <a:cubicBezTo>
                      <a:pt x="2561" y="214"/>
                      <a:pt x="1754" y="548"/>
                      <a:pt x="1159" y="1143"/>
                    </a:cubicBezTo>
                    <a:cubicBezTo>
                      <a:pt x="565" y="1738"/>
                      <a:pt x="231" y="2545"/>
                      <a:pt x="231" y="3386"/>
                    </a:cubicBezTo>
                    <a:cubicBezTo>
                      <a:pt x="231" y="4228"/>
                      <a:pt x="565" y="5035"/>
                      <a:pt x="1159" y="5630"/>
                    </a:cubicBezTo>
                    <a:cubicBezTo>
                      <a:pt x="1754" y="6225"/>
                      <a:pt x="2561" y="6559"/>
                      <a:pt x="340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03" name="Freeform: Shape 10502">
                <a:extLst>
                  <a:ext uri="{FF2B5EF4-FFF2-40B4-BE49-F238E27FC236}">
                    <a16:creationId xmlns:a16="http://schemas.microsoft.com/office/drawing/2014/main" id="{E767AF9C-4E36-1393-9A68-F8A0BE705DE4}"/>
                  </a:ext>
                </a:extLst>
              </p:cNvPr>
              <p:cNvSpPr/>
              <p:nvPr/>
            </p:nvSpPr>
            <p:spPr>
              <a:xfrm>
                <a:off x="9328967" y="6185449"/>
                <a:ext cx="6343" cy="6345"/>
              </a:xfrm>
              <a:custGeom>
                <a:avLst/>
                <a:gdLst>
                  <a:gd name="connsiteX0" fmla="*/ 3402 w 6343"/>
                  <a:gd name="connsiteY0" fmla="*/ 6559 h 6345"/>
                  <a:gd name="connsiteX1" fmla="*/ 5644 w 6343"/>
                  <a:gd name="connsiteY1" fmla="*/ 5629 h 6345"/>
                  <a:gd name="connsiteX2" fmla="*/ 6573 w 6343"/>
                  <a:gd name="connsiteY2" fmla="*/ 3386 h 6345"/>
                  <a:gd name="connsiteX3" fmla="*/ 5644 w 6343"/>
                  <a:gd name="connsiteY3" fmla="*/ 1142 h 6345"/>
                  <a:gd name="connsiteX4" fmla="*/ 3402 w 6343"/>
                  <a:gd name="connsiteY4" fmla="*/ 213 h 6345"/>
                  <a:gd name="connsiteX5" fmla="*/ 1159 w 6343"/>
                  <a:gd name="connsiteY5" fmla="*/ 1142 h 6345"/>
                  <a:gd name="connsiteX6" fmla="*/ 230 w 6343"/>
                  <a:gd name="connsiteY6" fmla="*/ 3386 h 6345"/>
                  <a:gd name="connsiteX7" fmla="*/ 1159 w 6343"/>
                  <a:gd name="connsiteY7" fmla="*/ 5629 h 6345"/>
                  <a:gd name="connsiteX8" fmla="*/ 340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59"/>
                    </a:moveTo>
                    <a:cubicBezTo>
                      <a:pt x="4243" y="6559"/>
                      <a:pt x="5050" y="6224"/>
                      <a:pt x="5644" y="5629"/>
                    </a:cubicBezTo>
                    <a:cubicBezTo>
                      <a:pt x="6239" y="5034"/>
                      <a:pt x="6573" y="4227"/>
                      <a:pt x="6573" y="3386"/>
                    </a:cubicBezTo>
                    <a:cubicBezTo>
                      <a:pt x="6573" y="2545"/>
                      <a:pt x="6239" y="1737"/>
                      <a:pt x="5644" y="1142"/>
                    </a:cubicBezTo>
                    <a:cubicBezTo>
                      <a:pt x="5050" y="548"/>
                      <a:pt x="4243" y="213"/>
                      <a:pt x="3402" y="213"/>
                    </a:cubicBezTo>
                    <a:cubicBezTo>
                      <a:pt x="2561" y="213"/>
                      <a:pt x="1754" y="548"/>
                      <a:pt x="1159" y="1142"/>
                    </a:cubicBezTo>
                    <a:cubicBezTo>
                      <a:pt x="564" y="1737"/>
                      <a:pt x="230" y="2545"/>
                      <a:pt x="230" y="3386"/>
                    </a:cubicBezTo>
                    <a:cubicBezTo>
                      <a:pt x="230" y="4227"/>
                      <a:pt x="564" y="5034"/>
                      <a:pt x="1159" y="5629"/>
                    </a:cubicBezTo>
                    <a:cubicBezTo>
                      <a:pt x="1754" y="6224"/>
                      <a:pt x="2561" y="6559"/>
                      <a:pt x="340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04" name="Freeform: Shape 10503">
                <a:extLst>
                  <a:ext uri="{FF2B5EF4-FFF2-40B4-BE49-F238E27FC236}">
                    <a16:creationId xmlns:a16="http://schemas.microsoft.com/office/drawing/2014/main" id="{9F00B9FE-1E48-B7CF-80B9-2C1C6C3A8BCC}"/>
                  </a:ext>
                </a:extLst>
              </p:cNvPr>
              <p:cNvSpPr/>
              <p:nvPr/>
            </p:nvSpPr>
            <p:spPr>
              <a:xfrm>
                <a:off x="9246053" y="6755086"/>
                <a:ext cx="6343" cy="6345"/>
              </a:xfrm>
              <a:custGeom>
                <a:avLst/>
                <a:gdLst>
                  <a:gd name="connsiteX0" fmla="*/ 3395 w 6343"/>
                  <a:gd name="connsiteY0" fmla="*/ 6604 h 6345"/>
                  <a:gd name="connsiteX1" fmla="*/ 5638 w 6343"/>
                  <a:gd name="connsiteY1" fmla="*/ 5674 h 6345"/>
                  <a:gd name="connsiteX2" fmla="*/ 6567 w 6343"/>
                  <a:gd name="connsiteY2" fmla="*/ 3431 h 6345"/>
                  <a:gd name="connsiteX3" fmla="*/ 5638 w 6343"/>
                  <a:gd name="connsiteY3" fmla="*/ 1187 h 6345"/>
                  <a:gd name="connsiteX4" fmla="*/ 3395 w 6343"/>
                  <a:gd name="connsiteY4" fmla="*/ 258 h 6345"/>
                  <a:gd name="connsiteX5" fmla="*/ 1153 w 6343"/>
                  <a:gd name="connsiteY5" fmla="*/ 1187 h 6345"/>
                  <a:gd name="connsiteX6" fmla="*/ 224 w 6343"/>
                  <a:gd name="connsiteY6" fmla="*/ 3431 h 6345"/>
                  <a:gd name="connsiteX7" fmla="*/ 1153 w 6343"/>
                  <a:gd name="connsiteY7" fmla="*/ 5674 h 6345"/>
                  <a:gd name="connsiteX8" fmla="*/ 3395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604"/>
                    </a:moveTo>
                    <a:cubicBezTo>
                      <a:pt x="4236" y="6604"/>
                      <a:pt x="5043" y="6269"/>
                      <a:pt x="5638" y="5674"/>
                    </a:cubicBezTo>
                    <a:cubicBezTo>
                      <a:pt x="6233" y="5079"/>
                      <a:pt x="6567" y="4272"/>
                      <a:pt x="6567" y="3431"/>
                    </a:cubicBezTo>
                    <a:cubicBezTo>
                      <a:pt x="6567" y="2589"/>
                      <a:pt x="6233" y="1782"/>
                      <a:pt x="5638" y="1187"/>
                    </a:cubicBezTo>
                    <a:cubicBezTo>
                      <a:pt x="5043" y="592"/>
                      <a:pt x="4236" y="258"/>
                      <a:pt x="3395" y="258"/>
                    </a:cubicBezTo>
                    <a:cubicBezTo>
                      <a:pt x="2554" y="258"/>
                      <a:pt x="1747" y="592"/>
                      <a:pt x="1153" y="1187"/>
                    </a:cubicBezTo>
                    <a:cubicBezTo>
                      <a:pt x="558" y="1782"/>
                      <a:pt x="224" y="2589"/>
                      <a:pt x="224" y="3431"/>
                    </a:cubicBezTo>
                    <a:cubicBezTo>
                      <a:pt x="224" y="4272"/>
                      <a:pt x="558" y="5079"/>
                      <a:pt x="1153" y="5674"/>
                    </a:cubicBezTo>
                    <a:cubicBezTo>
                      <a:pt x="1747" y="6269"/>
                      <a:pt x="2554" y="6604"/>
                      <a:pt x="3395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05" name="Freeform: Shape 10504">
                <a:extLst>
                  <a:ext uri="{FF2B5EF4-FFF2-40B4-BE49-F238E27FC236}">
                    <a16:creationId xmlns:a16="http://schemas.microsoft.com/office/drawing/2014/main" id="{326A9879-F99A-7B8F-A037-724106FEC34E}"/>
                  </a:ext>
                </a:extLst>
              </p:cNvPr>
              <p:cNvSpPr/>
              <p:nvPr/>
            </p:nvSpPr>
            <p:spPr>
              <a:xfrm>
                <a:off x="9236953" y="6754836"/>
                <a:ext cx="6343" cy="6345"/>
              </a:xfrm>
              <a:custGeom>
                <a:avLst/>
                <a:gdLst>
                  <a:gd name="connsiteX0" fmla="*/ 3394 w 6343"/>
                  <a:gd name="connsiteY0" fmla="*/ 6604 h 6345"/>
                  <a:gd name="connsiteX1" fmla="*/ 5637 w 6343"/>
                  <a:gd name="connsiteY1" fmla="*/ 5674 h 6345"/>
                  <a:gd name="connsiteX2" fmla="*/ 6566 w 6343"/>
                  <a:gd name="connsiteY2" fmla="*/ 3431 h 6345"/>
                  <a:gd name="connsiteX3" fmla="*/ 5637 w 6343"/>
                  <a:gd name="connsiteY3" fmla="*/ 1187 h 6345"/>
                  <a:gd name="connsiteX4" fmla="*/ 3394 w 6343"/>
                  <a:gd name="connsiteY4" fmla="*/ 258 h 6345"/>
                  <a:gd name="connsiteX5" fmla="*/ 1152 w 6343"/>
                  <a:gd name="connsiteY5" fmla="*/ 1187 h 6345"/>
                  <a:gd name="connsiteX6" fmla="*/ 223 w 6343"/>
                  <a:gd name="connsiteY6" fmla="*/ 3431 h 6345"/>
                  <a:gd name="connsiteX7" fmla="*/ 1152 w 6343"/>
                  <a:gd name="connsiteY7" fmla="*/ 5674 h 6345"/>
                  <a:gd name="connsiteX8" fmla="*/ 3394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604"/>
                    </a:moveTo>
                    <a:cubicBezTo>
                      <a:pt x="4236" y="6604"/>
                      <a:pt x="5042" y="6269"/>
                      <a:pt x="5637" y="5674"/>
                    </a:cubicBezTo>
                    <a:cubicBezTo>
                      <a:pt x="6232" y="5079"/>
                      <a:pt x="6566" y="4272"/>
                      <a:pt x="6566" y="3431"/>
                    </a:cubicBezTo>
                    <a:cubicBezTo>
                      <a:pt x="6566" y="2589"/>
                      <a:pt x="6232" y="1782"/>
                      <a:pt x="5637" y="1187"/>
                    </a:cubicBezTo>
                    <a:cubicBezTo>
                      <a:pt x="5042" y="592"/>
                      <a:pt x="4236" y="258"/>
                      <a:pt x="3394" y="258"/>
                    </a:cubicBezTo>
                    <a:cubicBezTo>
                      <a:pt x="2553" y="258"/>
                      <a:pt x="1747" y="592"/>
                      <a:pt x="1152" y="1187"/>
                    </a:cubicBezTo>
                    <a:cubicBezTo>
                      <a:pt x="557" y="1782"/>
                      <a:pt x="223" y="2589"/>
                      <a:pt x="223" y="3431"/>
                    </a:cubicBezTo>
                    <a:cubicBezTo>
                      <a:pt x="223" y="4272"/>
                      <a:pt x="557" y="5079"/>
                      <a:pt x="1152" y="5674"/>
                    </a:cubicBezTo>
                    <a:cubicBezTo>
                      <a:pt x="1747" y="6269"/>
                      <a:pt x="2553" y="6604"/>
                      <a:pt x="3394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06" name="Freeform: Shape 10505">
                <a:extLst>
                  <a:ext uri="{FF2B5EF4-FFF2-40B4-BE49-F238E27FC236}">
                    <a16:creationId xmlns:a16="http://schemas.microsoft.com/office/drawing/2014/main" id="{398B1015-9681-708E-9CEE-2AD17E7C1D77}"/>
                  </a:ext>
                </a:extLst>
              </p:cNvPr>
              <p:cNvSpPr/>
              <p:nvPr/>
            </p:nvSpPr>
            <p:spPr>
              <a:xfrm>
                <a:off x="9227868" y="6754405"/>
                <a:ext cx="6343" cy="6345"/>
              </a:xfrm>
              <a:custGeom>
                <a:avLst/>
                <a:gdLst>
                  <a:gd name="connsiteX0" fmla="*/ 3394 w 6343"/>
                  <a:gd name="connsiteY0" fmla="*/ 6603 h 6345"/>
                  <a:gd name="connsiteX1" fmla="*/ 5636 w 6343"/>
                  <a:gd name="connsiteY1" fmla="*/ 5674 h 6345"/>
                  <a:gd name="connsiteX2" fmla="*/ 6565 w 6343"/>
                  <a:gd name="connsiteY2" fmla="*/ 3431 h 6345"/>
                  <a:gd name="connsiteX3" fmla="*/ 5636 w 6343"/>
                  <a:gd name="connsiteY3" fmla="*/ 1187 h 6345"/>
                  <a:gd name="connsiteX4" fmla="*/ 3394 w 6343"/>
                  <a:gd name="connsiteY4" fmla="*/ 258 h 6345"/>
                  <a:gd name="connsiteX5" fmla="*/ 1151 w 6343"/>
                  <a:gd name="connsiteY5" fmla="*/ 1187 h 6345"/>
                  <a:gd name="connsiteX6" fmla="*/ 222 w 6343"/>
                  <a:gd name="connsiteY6" fmla="*/ 3431 h 6345"/>
                  <a:gd name="connsiteX7" fmla="*/ 1151 w 6343"/>
                  <a:gd name="connsiteY7" fmla="*/ 5674 h 6345"/>
                  <a:gd name="connsiteX8" fmla="*/ 3394 w 6343"/>
                  <a:gd name="connsiteY8" fmla="*/ 66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603"/>
                    </a:moveTo>
                    <a:cubicBezTo>
                      <a:pt x="4235" y="6603"/>
                      <a:pt x="5042" y="6269"/>
                      <a:pt x="5636" y="5674"/>
                    </a:cubicBezTo>
                    <a:cubicBezTo>
                      <a:pt x="6231" y="5079"/>
                      <a:pt x="6565" y="4272"/>
                      <a:pt x="6565" y="3431"/>
                    </a:cubicBezTo>
                    <a:cubicBezTo>
                      <a:pt x="6565" y="2589"/>
                      <a:pt x="6231" y="1782"/>
                      <a:pt x="5636" y="1187"/>
                    </a:cubicBezTo>
                    <a:cubicBezTo>
                      <a:pt x="5042" y="592"/>
                      <a:pt x="4235" y="258"/>
                      <a:pt x="3394" y="258"/>
                    </a:cubicBezTo>
                    <a:cubicBezTo>
                      <a:pt x="2553" y="258"/>
                      <a:pt x="1746" y="592"/>
                      <a:pt x="1151" y="1187"/>
                    </a:cubicBezTo>
                    <a:cubicBezTo>
                      <a:pt x="556" y="1782"/>
                      <a:pt x="222" y="2589"/>
                      <a:pt x="222" y="3431"/>
                    </a:cubicBezTo>
                    <a:cubicBezTo>
                      <a:pt x="222" y="4272"/>
                      <a:pt x="556" y="5079"/>
                      <a:pt x="1151" y="5674"/>
                    </a:cubicBezTo>
                    <a:cubicBezTo>
                      <a:pt x="1746" y="6269"/>
                      <a:pt x="2553" y="6603"/>
                      <a:pt x="3394" y="66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07" name="Freeform: Shape 10506">
                <a:extLst>
                  <a:ext uri="{FF2B5EF4-FFF2-40B4-BE49-F238E27FC236}">
                    <a16:creationId xmlns:a16="http://schemas.microsoft.com/office/drawing/2014/main" id="{CB295812-5FE7-B471-BCDE-635E2D104B81}"/>
                  </a:ext>
                </a:extLst>
              </p:cNvPr>
              <p:cNvSpPr/>
              <p:nvPr/>
            </p:nvSpPr>
            <p:spPr>
              <a:xfrm>
                <a:off x="9218693" y="6754477"/>
                <a:ext cx="6343" cy="6345"/>
              </a:xfrm>
              <a:custGeom>
                <a:avLst/>
                <a:gdLst>
                  <a:gd name="connsiteX0" fmla="*/ 3393 w 6343"/>
                  <a:gd name="connsiteY0" fmla="*/ 6603 h 6345"/>
                  <a:gd name="connsiteX1" fmla="*/ 5636 w 6343"/>
                  <a:gd name="connsiteY1" fmla="*/ 5674 h 6345"/>
                  <a:gd name="connsiteX2" fmla="*/ 6565 w 6343"/>
                  <a:gd name="connsiteY2" fmla="*/ 3431 h 6345"/>
                  <a:gd name="connsiteX3" fmla="*/ 5636 w 6343"/>
                  <a:gd name="connsiteY3" fmla="*/ 1187 h 6345"/>
                  <a:gd name="connsiteX4" fmla="*/ 3393 w 6343"/>
                  <a:gd name="connsiteY4" fmla="*/ 258 h 6345"/>
                  <a:gd name="connsiteX5" fmla="*/ 1150 w 6343"/>
                  <a:gd name="connsiteY5" fmla="*/ 1187 h 6345"/>
                  <a:gd name="connsiteX6" fmla="*/ 221 w 6343"/>
                  <a:gd name="connsiteY6" fmla="*/ 3431 h 6345"/>
                  <a:gd name="connsiteX7" fmla="*/ 1150 w 6343"/>
                  <a:gd name="connsiteY7" fmla="*/ 5674 h 6345"/>
                  <a:gd name="connsiteX8" fmla="*/ 3393 w 6343"/>
                  <a:gd name="connsiteY8" fmla="*/ 66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603"/>
                    </a:moveTo>
                    <a:cubicBezTo>
                      <a:pt x="4234" y="6603"/>
                      <a:pt x="5041" y="6269"/>
                      <a:pt x="5636" y="5674"/>
                    </a:cubicBezTo>
                    <a:cubicBezTo>
                      <a:pt x="6230" y="5079"/>
                      <a:pt x="6565" y="4272"/>
                      <a:pt x="6565" y="3431"/>
                    </a:cubicBezTo>
                    <a:cubicBezTo>
                      <a:pt x="6565" y="2589"/>
                      <a:pt x="6230" y="1782"/>
                      <a:pt x="5636" y="1187"/>
                    </a:cubicBezTo>
                    <a:cubicBezTo>
                      <a:pt x="5041" y="592"/>
                      <a:pt x="4234" y="258"/>
                      <a:pt x="3393" y="258"/>
                    </a:cubicBezTo>
                    <a:cubicBezTo>
                      <a:pt x="2552" y="258"/>
                      <a:pt x="1745" y="592"/>
                      <a:pt x="1150" y="1187"/>
                    </a:cubicBezTo>
                    <a:cubicBezTo>
                      <a:pt x="556" y="1782"/>
                      <a:pt x="221" y="2589"/>
                      <a:pt x="221" y="3431"/>
                    </a:cubicBezTo>
                    <a:cubicBezTo>
                      <a:pt x="221" y="4272"/>
                      <a:pt x="556" y="5079"/>
                      <a:pt x="1150" y="5674"/>
                    </a:cubicBezTo>
                    <a:cubicBezTo>
                      <a:pt x="1745" y="6269"/>
                      <a:pt x="2552" y="6603"/>
                      <a:pt x="3393" y="66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08" name="Freeform: Shape 10507">
                <a:extLst>
                  <a:ext uri="{FF2B5EF4-FFF2-40B4-BE49-F238E27FC236}">
                    <a16:creationId xmlns:a16="http://schemas.microsoft.com/office/drawing/2014/main" id="{D80D65BF-E9DC-B713-68D3-E6983B5A39EF}"/>
                  </a:ext>
                </a:extLst>
              </p:cNvPr>
              <p:cNvSpPr/>
              <p:nvPr/>
            </p:nvSpPr>
            <p:spPr>
              <a:xfrm>
                <a:off x="9209430" y="6754987"/>
                <a:ext cx="6343" cy="6345"/>
              </a:xfrm>
              <a:custGeom>
                <a:avLst/>
                <a:gdLst>
                  <a:gd name="connsiteX0" fmla="*/ 3392 w 6343"/>
                  <a:gd name="connsiteY0" fmla="*/ 6604 h 6345"/>
                  <a:gd name="connsiteX1" fmla="*/ 5635 w 6343"/>
                  <a:gd name="connsiteY1" fmla="*/ 5674 h 6345"/>
                  <a:gd name="connsiteX2" fmla="*/ 6564 w 6343"/>
                  <a:gd name="connsiteY2" fmla="*/ 3431 h 6345"/>
                  <a:gd name="connsiteX3" fmla="*/ 5635 w 6343"/>
                  <a:gd name="connsiteY3" fmla="*/ 1187 h 6345"/>
                  <a:gd name="connsiteX4" fmla="*/ 3392 w 6343"/>
                  <a:gd name="connsiteY4" fmla="*/ 258 h 6345"/>
                  <a:gd name="connsiteX5" fmla="*/ 1150 w 6343"/>
                  <a:gd name="connsiteY5" fmla="*/ 1187 h 6345"/>
                  <a:gd name="connsiteX6" fmla="*/ 221 w 6343"/>
                  <a:gd name="connsiteY6" fmla="*/ 3431 h 6345"/>
                  <a:gd name="connsiteX7" fmla="*/ 1150 w 6343"/>
                  <a:gd name="connsiteY7" fmla="*/ 5674 h 6345"/>
                  <a:gd name="connsiteX8" fmla="*/ 3392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604"/>
                    </a:moveTo>
                    <a:cubicBezTo>
                      <a:pt x="4233" y="6604"/>
                      <a:pt x="5040" y="6269"/>
                      <a:pt x="5635" y="5674"/>
                    </a:cubicBezTo>
                    <a:cubicBezTo>
                      <a:pt x="6230" y="5079"/>
                      <a:pt x="6564" y="4272"/>
                      <a:pt x="6564" y="3431"/>
                    </a:cubicBezTo>
                    <a:cubicBezTo>
                      <a:pt x="6564" y="2589"/>
                      <a:pt x="6230" y="1782"/>
                      <a:pt x="5635" y="1187"/>
                    </a:cubicBezTo>
                    <a:cubicBezTo>
                      <a:pt x="5040" y="592"/>
                      <a:pt x="4233" y="258"/>
                      <a:pt x="3392" y="258"/>
                    </a:cubicBezTo>
                    <a:cubicBezTo>
                      <a:pt x="2551" y="258"/>
                      <a:pt x="1744" y="592"/>
                      <a:pt x="1150" y="1187"/>
                    </a:cubicBezTo>
                    <a:cubicBezTo>
                      <a:pt x="555" y="1782"/>
                      <a:pt x="221" y="2589"/>
                      <a:pt x="221" y="3431"/>
                    </a:cubicBezTo>
                    <a:cubicBezTo>
                      <a:pt x="221" y="4272"/>
                      <a:pt x="555" y="5079"/>
                      <a:pt x="1150" y="5674"/>
                    </a:cubicBezTo>
                    <a:cubicBezTo>
                      <a:pt x="1744" y="6269"/>
                      <a:pt x="2551" y="6604"/>
                      <a:pt x="3392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09" name="Freeform: Shape 10508">
                <a:extLst>
                  <a:ext uri="{FF2B5EF4-FFF2-40B4-BE49-F238E27FC236}">
                    <a16:creationId xmlns:a16="http://schemas.microsoft.com/office/drawing/2014/main" id="{CB873915-4B97-BB79-A6E1-A94D165DECEE}"/>
                  </a:ext>
                </a:extLst>
              </p:cNvPr>
              <p:cNvSpPr/>
              <p:nvPr/>
            </p:nvSpPr>
            <p:spPr>
              <a:xfrm>
                <a:off x="9200183" y="6755252"/>
                <a:ext cx="6343" cy="6345"/>
              </a:xfrm>
              <a:custGeom>
                <a:avLst/>
                <a:gdLst>
                  <a:gd name="connsiteX0" fmla="*/ 3392 w 6343"/>
                  <a:gd name="connsiteY0" fmla="*/ 6604 h 6345"/>
                  <a:gd name="connsiteX1" fmla="*/ 5634 w 6343"/>
                  <a:gd name="connsiteY1" fmla="*/ 5674 h 6345"/>
                  <a:gd name="connsiteX2" fmla="*/ 6563 w 6343"/>
                  <a:gd name="connsiteY2" fmla="*/ 3431 h 6345"/>
                  <a:gd name="connsiteX3" fmla="*/ 5634 w 6343"/>
                  <a:gd name="connsiteY3" fmla="*/ 1187 h 6345"/>
                  <a:gd name="connsiteX4" fmla="*/ 3392 w 6343"/>
                  <a:gd name="connsiteY4" fmla="*/ 258 h 6345"/>
                  <a:gd name="connsiteX5" fmla="*/ 1149 w 6343"/>
                  <a:gd name="connsiteY5" fmla="*/ 1187 h 6345"/>
                  <a:gd name="connsiteX6" fmla="*/ 220 w 6343"/>
                  <a:gd name="connsiteY6" fmla="*/ 3431 h 6345"/>
                  <a:gd name="connsiteX7" fmla="*/ 1149 w 6343"/>
                  <a:gd name="connsiteY7" fmla="*/ 5674 h 6345"/>
                  <a:gd name="connsiteX8" fmla="*/ 3392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604"/>
                    </a:moveTo>
                    <a:cubicBezTo>
                      <a:pt x="4233" y="6604"/>
                      <a:pt x="5039" y="6269"/>
                      <a:pt x="5634" y="5674"/>
                    </a:cubicBezTo>
                    <a:cubicBezTo>
                      <a:pt x="6229" y="5079"/>
                      <a:pt x="6563" y="4272"/>
                      <a:pt x="6563" y="3431"/>
                    </a:cubicBezTo>
                    <a:cubicBezTo>
                      <a:pt x="6563" y="2589"/>
                      <a:pt x="6229" y="1782"/>
                      <a:pt x="5634" y="1187"/>
                    </a:cubicBezTo>
                    <a:cubicBezTo>
                      <a:pt x="5039" y="592"/>
                      <a:pt x="4233" y="258"/>
                      <a:pt x="3392" y="258"/>
                    </a:cubicBezTo>
                    <a:cubicBezTo>
                      <a:pt x="2550" y="258"/>
                      <a:pt x="1744" y="592"/>
                      <a:pt x="1149" y="1187"/>
                    </a:cubicBezTo>
                    <a:cubicBezTo>
                      <a:pt x="554" y="1782"/>
                      <a:pt x="220" y="2589"/>
                      <a:pt x="220" y="3431"/>
                    </a:cubicBezTo>
                    <a:cubicBezTo>
                      <a:pt x="220" y="4272"/>
                      <a:pt x="554" y="5079"/>
                      <a:pt x="1149" y="5674"/>
                    </a:cubicBezTo>
                    <a:cubicBezTo>
                      <a:pt x="1744" y="6269"/>
                      <a:pt x="2550" y="6604"/>
                      <a:pt x="3392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10" name="Freeform: Shape 10509">
                <a:extLst>
                  <a:ext uri="{FF2B5EF4-FFF2-40B4-BE49-F238E27FC236}">
                    <a16:creationId xmlns:a16="http://schemas.microsoft.com/office/drawing/2014/main" id="{53ABCE36-1079-D2ED-4C5E-4C778B43BEA3}"/>
                  </a:ext>
                </a:extLst>
              </p:cNvPr>
              <p:cNvSpPr/>
              <p:nvPr/>
            </p:nvSpPr>
            <p:spPr>
              <a:xfrm>
                <a:off x="9190860" y="6755831"/>
                <a:ext cx="6343" cy="6345"/>
              </a:xfrm>
              <a:custGeom>
                <a:avLst/>
                <a:gdLst>
                  <a:gd name="connsiteX0" fmla="*/ 3391 w 6343"/>
                  <a:gd name="connsiteY0" fmla="*/ 6604 h 6345"/>
                  <a:gd name="connsiteX1" fmla="*/ 5633 w 6343"/>
                  <a:gd name="connsiteY1" fmla="*/ 5674 h 6345"/>
                  <a:gd name="connsiteX2" fmla="*/ 6562 w 6343"/>
                  <a:gd name="connsiteY2" fmla="*/ 3431 h 6345"/>
                  <a:gd name="connsiteX3" fmla="*/ 5633 w 6343"/>
                  <a:gd name="connsiteY3" fmla="*/ 1187 h 6345"/>
                  <a:gd name="connsiteX4" fmla="*/ 3391 w 6343"/>
                  <a:gd name="connsiteY4" fmla="*/ 258 h 6345"/>
                  <a:gd name="connsiteX5" fmla="*/ 1148 w 6343"/>
                  <a:gd name="connsiteY5" fmla="*/ 1187 h 6345"/>
                  <a:gd name="connsiteX6" fmla="*/ 219 w 6343"/>
                  <a:gd name="connsiteY6" fmla="*/ 3431 h 6345"/>
                  <a:gd name="connsiteX7" fmla="*/ 1148 w 6343"/>
                  <a:gd name="connsiteY7" fmla="*/ 5674 h 6345"/>
                  <a:gd name="connsiteX8" fmla="*/ 3391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604"/>
                    </a:moveTo>
                    <a:cubicBezTo>
                      <a:pt x="4232" y="6604"/>
                      <a:pt x="5039" y="6269"/>
                      <a:pt x="5633" y="5674"/>
                    </a:cubicBezTo>
                    <a:cubicBezTo>
                      <a:pt x="6228" y="5079"/>
                      <a:pt x="6562" y="4272"/>
                      <a:pt x="6562" y="3431"/>
                    </a:cubicBezTo>
                    <a:cubicBezTo>
                      <a:pt x="6562" y="2589"/>
                      <a:pt x="6228" y="1782"/>
                      <a:pt x="5633" y="1187"/>
                    </a:cubicBezTo>
                    <a:cubicBezTo>
                      <a:pt x="5039" y="592"/>
                      <a:pt x="4232" y="258"/>
                      <a:pt x="3391" y="258"/>
                    </a:cubicBezTo>
                    <a:cubicBezTo>
                      <a:pt x="2550" y="258"/>
                      <a:pt x="1743" y="592"/>
                      <a:pt x="1148" y="1187"/>
                    </a:cubicBezTo>
                    <a:cubicBezTo>
                      <a:pt x="553" y="1782"/>
                      <a:pt x="219" y="2589"/>
                      <a:pt x="219" y="3431"/>
                    </a:cubicBezTo>
                    <a:cubicBezTo>
                      <a:pt x="219" y="4272"/>
                      <a:pt x="553" y="5079"/>
                      <a:pt x="1148" y="5674"/>
                    </a:cubicBezTo>
                    <a:cubicBezTo>
                      <a:pt x="1743" y="6269"/>
                      <a:pt x="2550" y="6604"/>
                      <a:pt x="3391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11" name="Freeform: Shape 10510">
                <a:extLst>
                  <a:ext uri="{FF2B5EF4-FFF2-40B4-BE49-F238E27FC236}">
                    <a16:creationId xmlns:a16="http://schemas.microsoft.com/office/drawing/2014/main" id="{FAB06895-5046-ABED-B78D-841F660AFB55}"/>
                  </a:ext>
                </a:extLst>
              </p:cNvPr>
              <p:cNvSpPr/>
              <p:nvPr/>
            </p:nvSpPr>
            <p:spPr>
              <a:xfrm>
                <a:off x="9181521" y="6756349"/>
                <a:ext cx="6343" cy="6345"/>
              </a:xfrm>
              <a:custGeom>
                <a:avLst/>
                <a:gdLst>
                  <a:gd name="connsiteX0" fmla="*/ 3390 w 6343"/>
                  <a:gd name="connsiteY0" fmla="*/ 6604 h 6345"/>
                  <a:gd name="connsiteX1" fmla="*/ 5633 w 6343"/>
                  <a:gd name="connsiteY1" fmla="*/ 5674 h 6345"/>
                  <a:gd name="connsiteX2" fmla="*/ 6562 w 6343"/>
                  <a:gd name="connsiteY2" fmla="*/ 3431 h 6345"/>
                  <a:gd name="connsiteX3" fmla="*/ 5633 w 6343"/>
                  <a:gd name="connsiteY3" fmla="*/ 1187 h 6345"/>
                  <a:gd name="connsiteX4" fmla="*/ 3390 w 6343"/>
                  <a:gd name="connsiteY4" fmla="*/ 258 h 6345"/>
                  <a:gd name="connsiteX5" fmla="*/ 1147 w 6343"/>
                  <a:gd name="connsiteY5" fmla="*/ 1187 h 6345"/>
                  <a:gd name="connsiteX6" fmla="*/ 219 w 6343"/>
                  <a:gd name="connsiteY6" fmla="*/ 3431 h 6345"/>
                  <a:gd name="connsiteX7" fmla="*/ 1147 w 6343"/>
                  <a:gd name="connsiteY7" fmla="*/ 5674 h 6345"/>
                  <a:gd name="connsiteX8" fmla="*/ 3390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604"/>
                    </a:moveTo>
                    <a:cubicBezTo>
                      <a:pt x="4231" y="6604"/>
                      <a:pt x="5038" y="6269"/>
                      <a:pt x="5633" y="5674"/>
                    </a:cubicBezTo>
                    <a:cubicBezTo>
                      <a:pt x="6227" y="5079"/>
                      <a:pt x="6562" y="4272"/>
                      <a:pt x="6562" y="3431"/>
                    </a:cubicBezTo>
                    <a:cubicBezTo>
                      <a:pt x="6562" y="2590"/>
                      <a:pt x="6227" y="1782"/>
                      <a:pt x="5633" y="1187"/>
                    </a:cubicBezTo>
                    <a:cubicBezTo>
                      <a:pt x="5038" y="593"/>
                      <a:pt x="4231" y="258"/>
                      <a:pt x="3390" y="258"/>
                    </a:cubicBezTo>
                    <a:cubicBezTo>
                      <a:pt x="2549" y="258"/>
                      <a:pt x="1742" y="593"/>
                      <a:pt x="1147" y="1187"/>
                    </a:cubicBezTo>
                    <a:cubicBezTo>
                      <a:pt x="553" y="1782"/>
                      <a:pt x="219" y="2590"/>
                      <a:pt x="219" y="3431"/>
                    </a:cubicBezTo>
                    <a:cubicBezTo>
                      <a:pt x="219" y="4272"/>
                      <a:pt x="553" y="5079"/>
                      <a:pt x="1147" y="5674"/>
                    </a:cubicBezTo>
                    <a:cubicBezTo>
                      <a:pt x="1742" y="6269"/>
                      <a:pt x="2549" y="6604"/>
                      <a:pt x="3390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12" name="Freeform: Shape 10511">
                <a:extLst>
                  <a:ext uri="{FF2B5EF4-FFF2-40B4-BE49-F238E27FC236}">
                    <a16:creationId xmlns:a16="http://schemas.microsoft.com/office/drawing/2014/main" id="{95A4A3A0-2DA2-C664-FDF9-53D4086CF9B6}"/>
                  </a:ext>
                </a:extLst>
              </p:cNvPr>
              <p:cNvSpPr/>
              <p:nvPr/>
            </p:nvSpPr>
            <p:spPr>
              <a:xfrm>
                <a:off x="9172257" y="6756314"/>
                <a:ext cx="6343" cy="6345"/>
              </a:xfrm>
              <a:custGeom>
                <a:avLst/>
                <a:gdLst>
                  <a:gd name="connsiteX0" fmla="*/ 3389 w 6343"/>
                  <a:gd name="connsiteY0" fmla="*/ 6604 h 6345"/>
                  <a:gd name="connsiteX1" fmla="*/ 5632 w 6343"/>
                  <a:gd name="connsiteY1" fmla="*/ 5674 h 6345"/>
                  <a:gd name="connsiteX2" fmla="*/ 6561 w 6343"/>
                  <a:gd name="connsiteY2" fmla="*/ 3431 h 6345"/>
                  <a:gd name="connsiteX3" fmla="*/ 5632 w 6343"/>
                  <a:gd name="connsiteY3" fmla="*/ 1187 h 6345"/>
                  <a:gd name="connsiteX4" fmla="*/ 3389 w 6343"/>
                  <a:gd name="connsiteY4" fmla="*/ 258 h 6345"/>
                  <a:gd name="connsiteX5" fmla="*/ 1147 w 6343"/>
                  <a:gd name="connsiteY5" fmla="*/ 1187 h 6345"/>
                  <a:gd name="connsiteX6" fmla="*/ 218 w 6343"/>
                  <a:gd name="connsiteY6" fmla="*/ 3431 h 6345"/>
                  <a:gd name="connsiteX7" fmla="*/ 1147 w 6343"/>
                  <a:gd name="connsiteY7" fmla="*/ 5674 h 6345"/>
                  <a:gd name="connsiteX8" fmla="*/ 3389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604"/>
                    </a:moveTo>
                    <a:cubicBezTo>
                      <a:pt x="4230" y="6604"/>
                      <a:pt x="5037" y="6269"/>
                      <a:pt x="5632" y="5674"/>
                    </a:cubicBezTo>
                    <a:cubicBezTo>
                      <a:pt x="6227" y="5079"/>
                      <a:pt x="6561" y="4272"/>
                      <a:pt x="6561" y="3431"/>
                    </a:cubicBezTo>
                    <a:cubicBezTo>
                      <a:pt x="6561" y="2589"/>
                      <a:pt x="6227" y="1782"/>
                      <a:pt x="5632" y="1187"/>
                    </a:cubicBezTo>
                    <a:cubicBezTo>
                      <a:pt x="5037" y="593"/>
                      <a:pt x="4230" y="258"/>
                      <a:pt x="3389" y="258"/>
                    </a:cubicBezTo>
                    <a:cubicBezTo>
                      <a:pt x="2548" y="258"/>
                      <a:pt x="1741" y="593"/>
                      <a:pt x="1147" y="1187"/>
                    </a:cubicBezTo>
                    <a:cubicBezTo>
                      <a:pt x="552" y="1782"/>
                      <a:pt x="218" y="2589"/>
                      <a:pt x="218" y="3431"/>
                    </a:cubicBezTo>
                    <a:cubicBezTo>
                      <a:pt x="218" y="4272"/>
                      <a:pt x="552" y="5079"/>
                      <a:pt x="1147" y="5674"/>
                    </a:cubicBezTo>
                    <a:cubicBezTo>
                      <a:pt x="1741" y="6269"/>
                      <a:pt x="2548" y="6604"/>
                      <a:pt x="3389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13" name="Freeform: Shape 10512">
                <a:extLst>
                  <a:ext uri="{FF2B5EF4-FFF2-40B4-BE49-F238E27FC236}">
                    <a16:creationId xmlns:a16="http://schemas.microsoft.com/office/drawing/2014/main" id="{8ED85E83-9F00-F5D8-133C-E3B523CB6845}"/>
                  </a:ext>
                </a:extLst>
              </p:cNvPr>
              <p:cNvSpPr/>
              <p:nvPr/>
            </p:nvSpPr>
            <p:spPr>
              <a:xfrm>
                <a:off x="9162948" y="6756405"/>
                <a:ext cx="6343" cy="6345"/>
              </a:xfrm>
              <a:custGeom>
                <a:avLst/>
                <a:gdLst>
                  <a:gd name="connsiteX0" fmla="*/ 3389 w 6343"/>
                  <a:gd name="connsiteY0" fmla="*/ 6604 h 6345"/>
                  <a:gd name="connsiteX1" fmla="*/ 5631 w 6343"/>
                  <a:gd name="connsiteY1" fmla="*/ 5674 h 6345"/>
                  <a:gd name="connsiteX2" fmla="*/ 6560 w 6343"/>
                  <a:gd name="connsiteY2" fmla="*/ 3431 h 6345"/>
                  <a:gd name="connsiteX3" fmla="*/ 5631 w 6343"/>
                  <a:gd name="connsiteY3" fmla="*/ 1187 h 6345"/>
                  <a:gd name="connsiteX4" fmla="*/ 3389 w 6343"/>
                  <a:gd name="connsiteY4" fmla="*/ 258 h 6345"/>
                  <a:gd name="connsiteX5" fmla="*/ 1146 w 6343"/>
                  <a:gd name="connsiteY5" fmla="*/ 1187 h 6345"/>
                  <a:gd name="connsiteX6" fmla="*/ 217 w 6343"/>
                  <a:gd name="connsiteY6" fmla="*/ 3431 h 6345"/>
                  <a:gd name="connsiteX7" fmla="*/ 1146 w 6343"/>
                  <a:gd name="connsiteY7" fmla="*/ 5674 h 6345"/>
                  <a:gd name="connsiteX8" fmla="*/ 3389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604"/>
                    </a:moveTo>
                    <a:cubicBezTo>
                      <a:pt x="4230" y="6604"/>
                      <a:pt x="5037" y="6269"/>
                      <a:pt x="5631" y="5674"/>
                    </a:cubicBezTo>
                    <a:cubicBezTo>
                      <a:pt x="6226" y="5079"/>
                      <a:pt x="6560" y="4272"/>
                      <a:pt x="6560" y="3431"/>
                    </a:cubicBezTo>
                    <a:cubicBezTo>
                      <a:pt x="6560" y="2590"/>
                      <a:pt x="6226" y="1782"/>
                      <a:pt x="5631" y="1187"/>
                    </a:cubicBezTo>
                    <a:cubicBezTo>
                      <a:pt x="5037" y="593"/>
                      <a:pt x="4230" y="258"/>
                      <a:pt x="3389" y="258"/>
                    </a:cubicBezTo>
                    <a:cubicBezTo>
                      <a:pt x="2548" y="258"/>
                      <a:pt x="1741" y="593"/>
                      <a:pt x="1146" y="1187"/>
                    </a:cubicBezTo>
                    <a:cubicBezTo>
                      <a:pt x="551" y="1782"/>
                      <a:pt x="217" y="2590"/>
                      <a:pt x="217" y="3431"/>
                    </a:cubicBezTo>
                    <a:cubicBezTo>
                      <a:pt x="217" y="4272"/>
                      <a:pt x="551" y="5079"/>
                      <a:pt x="1146" y="5674"/>
                    </a:cubicBezTo>
                    <a:cubicBezTo>
                      <a:pt x="1741" y="6269"/>
                      <a:pt x="2548" y="6604"/>
                      <a:pt x="3389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14" name="Freeform: Shape 10513">
                <a:extLst>
                  <a:ext uri="{FF2B5EF4-FFF2-40B4-BE49-F238E27FC236}">
                    <a16:creationId xmlns:a16="http://schemas.microsoft.com/office/drawing/2014/main" id="{6CB32C7C-AF21-3967-81B2-F1941D1DA362}"/>
                  </a:ext>
                </a:extLst>
              </p:cNvPr>
              <p:cNvSpPr/>
              <p:nvPr/>
            </p:nvSpPr>
            <p:spPr>
              <a:xfrm>
                <a:off x="9153567" y="6756745"/>
                <a:ext cx="6343" cy="6345"/>
              </a:xfrm>
              <a:custGeom>
                <a:avLst/>
                <a:gdLst>
                  <a:gd name="connsiteX0" fmla="*/ 3388 w 6343"/>
                  <a:gd name="connsiteY0" fmla="*/ 6604 h 6345"/>
                  <a:gd name="connsiteX1" fmla="*/ 5631 w 6343"/>
                  <a:gd name="connsiteY1" fmla="*/ 5674 h 6345"/>
                  <a:gd name="connsiteX2" fmla="*/ 6559 w 6343"/>
                  <a:gd name="connsiteY2" fmla="*/ 3431 h 6345"/>
                  <a:gd name="connsiteX3" fmla="*/ 5631 w 6343"/>
                  <a:gd name="connsiteY3" fmla="*/ 1188 h 6345"/>
                  <a:gd name="connsiteX4" fmla="*/ 3388 w 6343"/>
                  <a:gd name="connsiteY4" fmla="*/ 258 h 6345"/>
                  <a:gd name="connsiteX5" fmla="*/ 1145 w 6343"/>
                  <a:gd name="connsiteY5" fmla="*/ 1188 h 6345"/>
                  <a:gd name="connsiteX6" fmla="*/ 216 w 6343"/>
                  <a:gd name="connsiteY6" fmla="*/ 3431 h 6345"/>
                  <a:gd name="connsiteX7" fmla="*/ 1145 w 6343"/>
                  <a:gd name="connsiteY7" fmla="*/ 5674 h 6345"/>
                  <a:gd name="connsiteX8" fmla="*/ 3388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604"/>
                    </a:moveTo>
                    <a:cubicBezTo>
                      <a:pt x="4229" y="6604"/>
                      <a:pt x="5036" y="6269"/>
                      <a:pt x="5631" y="5674"/>
                    </a:cubicBezTo>
                    <a:cubicBezTo>
                      <a:pt x="6225" y="5079"/>
                      <a:pt x="6559" y="4272"/>
                      <a:pt x="6559" y="3431"/>
                    </a:cubicBezTo>
                    <a:cubicBezTo>
                      <a:pt x="6559" y="2590"/>
                      <a:pt x="6225" y="1782"/>
                      <a:pt x="5631" y="1188"/>
                    </a:cubicBezTo>
                    <a:cubicBezTo>
                      <a:pt x="5036" y="593"/>
                      <a:pt x="4229" y="258"/>
                      <a:pt x="3388" y="258"/>
                    </a:cubicBezTo>
                    <a:cubicBezTo>
                      <a:pt x="2547" y="258"/>
                      <a:pt x="1740" y="593"/>
                      <a:pt x="1145" y="1188"/>
                    </a:cubicBezTo>
                    <a:cubicBezTo>
                      <a:pt x="551" y="1782"/>
                      <a:pt x="216" y="2590"/>
                      <a:pt x="216" y="3431"/>
                    </a:cubicBezTo>
                    <a:cubicBezTo>
                      <a:pt x="216" y="4272"/>
                      <a:pt x="551" y="5079"/>
                      <a:pt x="1145" y="5674"/>
                    </a:cubicBezTo>
                    <a:cubicBezTo>
                      <a:pt x="1740" y="6269"/>
                      <a:pt x="2547" y="6604"/>
                      <a:pt x="3388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15" name="Freeform: Shape 10514">
                <a:extLst>
                  <a:ext uri="{FF2B5EF4-FFF2-40B4-BE49-F238E27FC236}">
                    <a16:creationId xmlns:a16="http://schemas.microsoft.com/office/drawing/2014/main" id="{9A8DE710-37F1-B5AE-FC30-FCDEFAF627A2}"/>
                  </a:ext>
                </a:extLst>
              </p:cNvPr>
              <p:cNvSpPr/>
              <p:nvPr/>
            </p:nvSpPr>
            <p:spPr>
              <a:xfrm>
                <a:off x="9144184" y="6756964"/>
                <a:ext cx="6343" cy="6345"/>
              </a:xfrm>
              <a:custGeom>
                <a:avLst/>
                <a:gdLst>
                  <a:gd name="connsiteX0" fmla="*/ 3387 w 6343"/>
                  <a:gd name="connsiteY0" fmla="*/ 6604 h 6345"/>
                  <a:gd name="connsiteX1" fmla="*/ 5630 w 6343"/>
                  <a:gd name="connsiteY1" fmla="*/ 5674 h 6345"/>
                  <a:gd name="connsiteX2" fmla="*/ 6559 w 6343"/>
                  <a:gd name="connsiteY2" fmla="*/ 3431 h 6345"/>
                  <a:gd name="connsiteX3" fmla="*/ 5630 w 6343"/>
                  <a:gd name="connsiteY3" fmla="*/ 1188 h 6345"/>
                  <a:gd name="connsiteX4" fmla="*/ 3387 w 6343"/>
                  <a:gd name="connsiteY4" fmla="*/ 258 h 6345"/>
                  <a:gd name="connsiteX5" fmla="*/ 1145 w 6343"/>
                  <a:gd name="connsiteY5" fmla="*/ 1188 h 6345"/>
                  <a:gd name="connsiteX6" fmla="*/ 216 w 6343"/>
                  <a:gd name="connsiteY6" fmla="*/ 3431 h 6345"/>
                  <a:gd name="connsiteX7" fmla="*/ 1145 w 6343"/>
                  <a:gd name="connsiteY7" fmla="*/ 5674 h 6345"/>
                  <a:gd name="connsiteX8" fmla="*/ 3387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604"/>
                    </a:moveTo>
                    <a:cubicBezTo>
                      <a:pt x="4228" y="6604"/>
                      <a:pt x="5035" y="6269"/>
                      <a:pt x="5630" y="5674"/>
                    </a:cubicBezTo>
                    <a:cubicBezTo>
                      <a:pt x="6225" y="5079"/>
                      <a:pt x="6559" y="4272"/>
                      <a:pt x="6559" y="3431"/>
                    </a:cubicBezTo>
                    <a:cubicBezTo>
                      <a:pt x="6559" y="2590"/>
                      <a:pt x="6225" y="1782"/>
                      <a:pt x="5630" y="1188"/>
                    </a:cubicBezTo>
                    <a:cubicBezTo>
                      <a:pt x="5035" y="593"/>
                      <a:pt x="4228" y="258"/>
                      <a:pt x="3387" y="258"/>
                    </a:cubicBezTo>
                    <a:cubicBezTo>
                      <a:pt x="2546" y="258"/>
                      <a:pt x="1739" y="593"/>
                      <a:pt x="1145" y="1188"/>
                    </a:cubicBezTo>
                    <a:cubicBezTo>
                      <a:pt x="550" y="1782"/>
                      <a:pt x="216" y="2590"/>
                      <a:pt x="216" y="3431"/>
                    </a:cubicBezTo>
                    <a:cubicBezTo>
                      <a:pt x="216" y="4272"/>
                      <a:pt x="550" y="5079"/>
                      <a:pt x="1145" y="5674"/>
                    </a:cubicBezTo>
                    <a:cubicBezTo>
                      <a:pt x="1739" y="6269"/>
                      <a:pt x="2546" y="6604"/>
                      <a:pt x="3387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16" name="Freeform: Shape 10515">
                <a:extLst>
                  <a:ext uri="{FF2B5EF4-FFF2-40B4-BE49-F238E27FC236}">
                    <a16:creationId xmlns:a16="http://schemas.microsoft.com/office/drawing/2014/main" id="{400C9391-DBD4-C96E-D874-05311A0CDC85}"/>
                  </a:ext>
                </a:extLst>
              </p:cNvPr>
              <p:cNvSpPr/>
              <p:nvPr/>
            </p:nvSpPr>
            <p:spPr>
              <a:xfrm>
                <a:off x="9135060" y="6755831"/>
                <a:ext cx="6343" cy="6345"/>
              </a:xfrm>
              <a:custGeom>
                <a:avLst/>
                <a:gdLst>
                  <a:gd name="connsiteX0" fmla="*/ 3386 w 6343"/>
                  <a:gd name="connsiteY0" fmla="*/ 6604 h 6345"/>
                  <a:gd name="connsiteX1" fmla="*/ 5629 w 6343"/>
                  <a:gd name="connsiteY1" fmla="*/ 5674 h 6345"/>
                  <a:gd name="connsiteX2" fmla="*/ 6558 w 6343"/>
                  <a:gd name="connsiteY2" fmla="*/ 3431 h 6345"/>
                  <a:gd name="connsiteX3" fmla="*/ 5629 w 6343"/>
                  <a:gd name="connsiteY3" fmla="*/ 1187 h 6345"/>
                  <a:gd name="connsiteX4" fmla="*/ 3386 w 6343"/>
                  <a:gd name="connsiteY4" fmla="*/ 258 h 6345"/>
                  <a:gd name="connsiteX5" fmla="*/ 1144 w 6343"/>
                  <a:gd name="connsiteY5" fmla="*/ 1187 h 6345"/>
                  <a:gd name="connsiteX6" fmla="*/ 215 w 6343"/>
                  <a:gd name="connsiteY6" fmla="*/ 3431 h 6345"/>
                  <a:gd name="connsiteX7" fmla="*/ 1144 w 6343"/>
                  <a:gd name="connsiteY7" fmla="*/ 5674 h 6345"/>
                  <a:gd name="connsiteX8" fmla="*/ 3386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604"/>
                    </a:moveTo>
                    <a:cubicBezTo>
                      <a:pt x="4228" y="6604"/>
                      <a:pt x="5034" y="6269"/>
                      <a:pt x="5629" y="5674"/>
                    </a:cubicBezTo>
                    <a:cubicBezTo>
                      <a:pt x="6224" y="5079"/>
                      <a:pt x="6558" y="4272"/>
                      <a:pt x="6558" y="3431"/>
                    </a:cubicBezTo>
                    <a:cubicBezTo>
                      <a:pt x="6558" y="2589"/>
                      <a:pt x="6224" y="1782"/>
                      <a:pt x="5629" y="1187"/>
                    </a:cubicBezTo>
                    <a:cubicBezTo>
                      <a:pt x="5034" y="592"/>
                      <a:pt x="4228" y="258"/>
                      <a:pt x="3386" y="258"/>
                    </a:cubicBezTo>
                    <a:cubicBezTo>
                      <a:pt x="2545" y="258"/>
                      <a:pt x="1739" y="592"/>
                      <a:pt x="1144" y="1187"/>
                    </a:cubicBezTo>
                    <a:cubicBezTo>
                      <a:pt x="549" y="1782"/>
                      <a:pt x="215" y="2589"/>
                      <a:pt x="215" y="3431"/>
                    </a:cubicBezTo>
                    <a:cubicBezTo>
                      <a:pt x="215" y="4272"/>
                      <a:pt x="549" y="5079"/>
                      <a:pt x="1144" y="5674"/>
                    </a:cubicBezTo>
                    <a:cubicBezTo>
                      <a:pt x="1739" y="6269"/>
                      <a:pt x="2545" y="6604"/>
                      <a:pt x="3386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17" name="Freeform: Shape 10516">
                <a:extLst>
                  <a:ext uri="{FF2B5EF4-FFF2-40B4-BE49-F238E27FC236}">
                    <a16:creationId xmlns:a16="http://schemas.microsoft.com/office/drawing/2014/main" id="{BD861DA6-6999-AC69-1261-9D078E7A4457}"/>
                  </a:ext>
                </a:extLst>
              </p:cNvPr>
              <p:cNvSpPr/>
              <p:nvPr/>
            </p:nvSpPr>
            <p:spPr>
              <a:xfrm>
                <a:off x="9125671" y="6755869"/>
                <a:ext cx="6343" cy="6345"/>
              </a:xfrm>
              <a:custGeom>
                <a:avLst/>
                <a:gdLst>
                  <a:gd name="connsiteX0" fmla="*/ 3386 w 6343"/>
                  <a:gd name="connsiteY0" fmla="*/ 6604 h 6345"/>
                  <a:gd name="connsiteX1" fmla="*/ 5628 w 6343"/>
                  <a:gd name="connsiteY1" fmla="*/ 5674 h 6345"/>
                  <a:gd name="connsiteX2" fmla="*/ 6557 w 6343"/>
                  <a:gd name="connsiteY2" fmla="*/ 3431 h 6345"/>
                  <a:gd name="connsiteX3" fmla="*/ 5628 w 6343"/>
                  <a:gd name="connsiteY3" fmla="*/ 1187 h 6345"/>
                  <a:gd name="connsiteX4" fmla="*/ 3386 w 6343"/>
                  <a:gd name="connsiteY4" fmla="*/ 258 h 6345"/>
                  <a:gd name="connsiteX5" fmla="*/ 1143 w 6343"/>
                  <a:gd name="connsiteY5" fmla="*/ 1187 h 6345"/>
                  <a:gd name="connsiteX6" fmla="*/ 214 w 6343"/>
                  <a:gd name="connsiteY6" fmla="*/ 3431 h 6345"/>
                  <a:gd name="connsiteX7" fmla="*/ 1143 w 6343"/>
                  <a:gd name="connsiteY7" fmla="*/ 5674 h 6345"/>
                  <a:gd name="connsiteX8" fmla="*/ 3386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604"/>
                    </a:moveTo>
                    <a:cubicBezTo>
                      <a:pt x="4227" y="6604"/>
                      <a:pt x="5034" y="6269"/>
                      <a:pt x="5628" y="5674"/>
                    </a:cubicBezTo>
                    <a:cubicBezTo>
                      <a:pt x="6223" y="5079"/>
                      <a:pt x="6557" y="4272"/>
                      <a:pt x="6557" y="3431"/>
                    </a:cubicBezTo>
                    <a:cubicBezTo>
                      <a:pt x="6557" y="2589"/>
                      <a:pt x="6223" y="1782"/>
                      <a:pt x="5628" y="1187"/>
                    </a:cubicBezTo>
                    <a:cubicBezTo>
                      <a:pt x="5034" y="592"/>
                      <a:pt x="4227" y="258"/>
                      <a:pt x="3386" y="258"/>
                    </a:cubicBezTo>
                    <a:cubicBezTo>
                      <a:pt x="2545" y="258"/>
                      <a:pt x="1738" y="592"/>
                      <a:pt x="1143" y="1187"/>
                    </a:cubicBezTo>
                    <a:cubicBezTo>
                      <a:pt x="548" y="1782"/>
                      <a:pt x="214" y="2589"/>
                      <a:pt x="214" y="3431"/>
                    </a:cubicBezTo>
                    <a:cubicBezTo>
                      <a:pt x="214" y="4272"/>
                      <a:pt x="548" y="5079"/>
                      <a:pt x="1143" y="5674"/>
                    </a:cubicBezTo>
                    <a:cubicBezTo>
                      <a:pt x="1738" y="6269"/>
                      <a:pt x="2545" y="6604"/>
                      <a:pt x="3386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18" name="Freeform: Shape 10517">
                <a:extLst>
                  <a:ext uri="{FF2B5EF4-FFF2-40B4-BE49-F238E27FC236}">
                    <a16:creationId xmlns:a16="http://schemas.microsoft.com/office/drawing/2014/main" id="{0779DFBA-6580-CC3F-C33F-956A46526F98}"/>
                  </a:ext>
                </a:extLst>
              </p:cNvPr>
              <p:cNvSpPr/>
              <p:nvPr/>
            </p:nvSpPr>
            <p:spPr>
              <a:xfrm>
                <a:off x="9116380" y="6755356"/>
                <a:ext cx="6343" cy="6345"/>
              </a:xfrm>
              <a:custGeom>
                <a:avLst/>
                <a:gdLst>
                  <a:gd name="connsiteX0" fmla="*/ 3385 w 6343"/>
                  <a:gd name="connsiteY0" fmla="*/ 6604 h 6345"/>
                  <a:gd name="connsiteX1" fmla="*/ 5628 w 6343"/>
                  <a:gd name="connsiteY1" fmla="*/ 5674 h 6345"/>
                  <a:gd name="connsiteX2" fmla="*/ 6557 w 6343"/>
                  <a:gd name="connsiteY2" fmla="*/ 3431 h 6345"/>
                  <a:gd name="connsiteX3" fmla="*/ 5628 w 6343"/>
                  <a:gd name="connsiteY3" fmla="*/ 1187 h 6345"/>
                  <a:gd name="connsiteX4" fmla="*/ 3385 w 6343"/>
                  <a:gd name="connsiteY4" fmla="*/ 258 h 6345"/>
                  <a:gd name="connsiteX5" fmla="*/ 1142 w 6343"/>
                  <a:gd name="connsiteY5" fmla="*/ 1187 h 6345"/>
                  <a:gd name="connsiteX6" fmla="*/ 213 w 6343"/>
                  <a:gd name="connsiteY6" fmla="*/ 3431 h 6345"/>
                  <a:gd name="connsiteX7" fmla="*/ 1142 w 6343"/>
                  <a:gd name="connsiteY7" fmla="*/ 5674 h 6345"/>
                  <a:gd name="connsiteX8" fmla="*/ 3385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604"/>
                    </a:moveTo>
                    <a:cubicBezTo>
                      <a:pt x="4226" y="6604"/>
                      <a:pt x="5033" y="6269"/>
                      <a:pt x="5628" y="5674"/>
                    </a:cubicBezTo>
                    <a:cubicBezTo>
                      <a:pt x="6222" y="5079"/>
                      <a:pt x="6557" y="4272"/>
                      <a:pt x="6557" y="3431"/>
                    </a:cubicBezTo>
                    <a:cubicBezTo>
                      <a:pt x="6557" y="2589"/>
                      <a:pt x="6222" y="1782"/>
                      <a:pt x="5628" y="1187"/>
                    </a:cubicBezTo>
                    <a:cubicBezTo>
                      <a:pt x="5033" y="592"/>
                      <a:pt x="4226" y="258"/>
                      <a:pt x="3385" y="258"/>
                    </a:cubicBezTo>
                    <a:cubicBezTo>
                      <a:pt x="2544" y="258"/>
                      <a:pt x="1737" y="592"/>
                      <a:pt x="1142" y="1187"/>
                    </a:cubicBezTo>
                    <a:cubicBezTo>
                      <a:pt x="548" y="1782"/>
                      <a:pt x="213" y="2589"/>
                      <a:pt x="213" y="3431"/>
                    </a:cubicBezTo>
                    <a:cubicBezTo>
                      <a:pt x="213" y="4272"/>
                      <a:pt x="548" y="5079"/>
                      <a:pt x="1142" y="5674"/>
                    </a:cubicBezTo>
                    <a:cubicBezTo>
                      <a:pt x="1737" y="6269"/>
                      <a:pt x="2544" y="6604"/>
                      <a:pt x="3385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19" name="Freeform: Shape 10518">
                <a:extLst>
                  <a:ext uri="{FF2B5EF4-FFF2-40B4-BE49-F238E27FC236}">
                    <a16:creationId xmlns:a16="http://schemas.microsoft.com/office/drawing/2014/main" id="{1F4F98CD-558D-8872-9602-397B070BA61E}"/>
                  </a:ext>
                </a:extLst>
              </p:cNvPr>
              <p:cNvSpPr/>
              <p:nvPr/>
            </p:nvSpPr>
            <p:spPr>
              <a:xfrm>
                <a:off x="9176069" y="6338512"/>
                <a:ext cx="6343" cy="6345"/>
              </a:xfrm>
              <a:custGeom>
                <a:avLst/>
                <a:gdLst>
                  <a:gd name="connsiteX0" fmla="*/ 3390 w 6343"/>
                  <a:gd name="connsiteY0" fmla="*/ 6571 h 6345"/>
                  <a:gd name="connsiteX1" fmla="*/ 5632 w 6343"/>
                  <a:gd name="connsiteY1" fmla="*/ 5641 h 6345"/>
                  <a:gd name="connsiteX2" fmla="*/ 6561 w 6343"/>
                  <a:gd name="connsiteY2" fmla="*/ 3398 h 6345"/>
                  <a:gd name="connsiteX3" fmla="*/ 5632 w 6343"/>
                  <a:gd name="connsiteY3" fmla="*/ 1155 h 6345"/>
                  <a:gd name="connsiteX4" fmla="*/ 3390 w 6343"/>
                  <a:gd name="connsiteY4" fmla="*/ 225 h 6345"/>
                  <a:gd name="connsiteX5" fmla="*/ 1147 w 6343"/>
                  <a:gd name="connsiteY5" fmla="*/ 1155 h 6345"/>
                  <a:gd name="connsiteX6" fmla="*/ 218 w 6343"/>
                  <a:gd name="connsiteY6" fmla="*/ 3398 h 6345"/>
                  <a:gd name="connsiteX7" fmla="*/ 1147 w 6343"/>
                  <a:gd name="connsiteY7" fmla="*/ 5641 h 6345"/>
                  <a:gd name="connsiteX8" fmla="*/ 3390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71"/>
                    </a:moveTo>
                    <a:cubicBezTo>
                      <a:pt x="4231" y="6571"/>
                      <a:pt x="5038" y="6236"/>
                      <a:pt x="5632" y="5641"/>
                    </a:cubicBezTo>
                    <a:cubicBezTo>
                      <a:pt x="6227" y="5046"/>
                      <a:pt x="6561" y="4239"/>
                      <a:pt x="6561" y="3398"/>
                    </a:cubicBezTo>
                    <a:cubicBezTo>
                      <a:pt x="6561" y="2557"/>
                      <a:pt x="6227" y="1750"/>
                      <a:pt x="5632" y="1155"/>
                    </a:cubicBezTo>
                    <a:cubicBezTo>
                      <a:pt x="5038" y="560"/>
                      <a:pt x="4231" y="225"/>
                      <a:pt x="3390" y="225"/>
                    </a:cubicBezTo>
                    <a:cubicBezTo>
                      <a:pt x="2549" y="225"/>
                      <a:pt x="1742" y="560"/>
                      <a:pt x="1147" y="1155"/>
                    </a:cubicBezTo>
                    <a:cubicBezTo>
                      <a:pt x="552" y="1750"/>
                      <a:pt x="218" y="2557"/>
                      <a:pt x="218" y="3398"/>
                    </a:cubicBezTo>
                    <a:cubicBezTo>
                      <a:pt x="218" y="4239"/>
                      <a:pt x="552" y="5046"/>
                      <a:pt x="1147" y="5641"/>
                    </a:cubicBezTo>
                    <a:cubicBezTo>
                      <a:pt x="1742" y="6236"/>
                      <a:pt x="2549" y="6571"/>
                      <a:pt x="3390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20" name="Freeform: Shape 10519">
                <a:extLst>
                  <a:ext uri="{FF2B5EF4-FFF2-40B4-BE49-F238E27FC236}">
                    <a16:creationId xmlns:a16="http://schemas.microsoft.com/office/drawing/2014/main" id="{57EB5970-546F-B961-83F2-CB16D5DEE734}"/>
                  </a:ext>
                </a:extLst>
              </p:cNvPr>
              <p:cNvSpPr/>
              <p:nvPr/>
            </p:nvSpPr>
            <p:spPr>
              <a:xfrm>
                <a:off x="9095745" y="6617388"/>
                <a:ext cx="6343" cy="6345"/>
              </a:xfrm>
              <a:custGeom>
                <a:avLst/>
                <a:gdLst>
                  <a:gd name="connsiteX0" fmla="*/ 3383 w 6343"/>
                  <a:gd name="connsiteY0" fmla="*/ 6593 h 6345"/>
                  <a:gd name="connsiteX1" fmla="*/ 5626 w 6343"/>
                  <a:gd name="connsiteY1" fmla="*/ 5663 h 6345"/>
                  <a:gd name="connsiteX2" fmla="*/ 6555 w 6343"/>
                  <a:gd name="connsiteY2" fmla="*/ 3420 h 6345"/>
                  <a:gd name="connsiteX3" fmla="*/ 5626 w 6343"/>
                  <a:gd name="connsiteY3" fmla="*/ 1177 h 6345"/>
                  <a:gd name="connsiteX4" fmla="*/ 3383 w 6343"/>
                  <a:gd name="connsiteY4" fmla="*/ 247 h 6345"/>
                  <a:gd name="connsiteX5" fmla="*/ 1141 w 6343"/>
                  <a:gd name="connsiteY5" fmla="*/ 1177 h 6345"/>
                  <a:gd name="connsiteX6" fmla="*/ 212 w 6343"/>
                  <a:gd name="connsiteY6" fmla="*/ 3420 h 6345"/>
                  <a:gd name="connsiteX7" fmla="*/ 1141 w 6343"/>
                  <a:gd name="connsiteY7" fmla="*/ 5663 h 6345"/>
                  <a:gd name="connsiteX8" fmla="*/ 3383 w 6343"/>
                  <a:gd name="connsiteY8" fmla="*/ 65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93"/>
                    </a:moveTo>
                    <a:cubicBezTo>
                      <a:pt x="4224" y="6593"/>
                      <a:pt x="5031" y="6258"/>
                      <a:pt x="5626" y="5663"/>
                    </a:cubicBezTo>
                    <a:cubicBezTo>
                      <a:pt x="6221" y="5068"/>
                      <a:pt x="6555" y="4261"/>
                      <a:pt x="6555" y="3420"/>
                    </a:cubicBezTo>
                    <a:cubicBezTo>
                      <a:pt x="6555" y="2579"/>
                      <a:pt x="6221" y="1771"/>
                      <a:pt x="5626" y="1177"/>
                    </a:cubicBezTo>
                    <a:cubicBezTo>
                      <a:pt x="5031" y="582"/>
                      <a:pt x="4224" y="247"/>
                      <a:pt x="3383" y="247"/>
                    </a:cubicBezTo>
                    <a:cubicBezTo>
                      <a:pt x="2542" y="247"/>
                      <a:pt x="1735" y="582"/>
                      <a:pt x="1141" y="1177"/>
                    </a:cubicBezTo>
                    <a:cubicBezTo>
                      <a:pt x="546" y="1771"/>
                      <a:pt x="212" y="2579"/>
                      <a:pt x="212" y="3420"/>
                    </a:cubicBezTo>
                    <a:cubicBezTo>
                      <a:pt x="212" y="4261"/>
                      <a:pt x="546" y="5068"/>
                      <a:pt x="1141" y="5663"/>
                    </a:cubicBezTo>
                    <a:cubicBezTo>
                      <a:pt x="1735" y="6258"/>
                      <a:pt x="2542" y="6593"/>
                      <a:pt x="3383" y="65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21" name="Freeform: Shape 10520">
                <a:extLst>
                  <a:ext uri="{FF2B5EF4-FFF2-40B4-BE49-F238E27FC236}">
                    <a16:creationId xmlns:a16="http://schemas.microsoft.com/office/drawing/2014/main" id="{4E409E96-C9EB-FAA9-D8D3-E4A5BDB89FFA}"/>
                  </a:ext>
                </a:extLst>
              </p:cNvPr>
              <p:cNvSpPr/>
              <p:nvPr/>
            </p:nvSpPr>
            <p:spPr>
              <a:xfrm>
                <a:off x="9083641" y="6538558"/>
                <a:ext cx="6343" cy="6345"/>
              </a:xfrm>
              <a:custGeom>
                <a:avLst/>
                <a:gdLst>
                  <a:gd name="connsiteX0" fmla="*/ 3382 w 6343"/>
                  <a:gd name="connsiteY0" fmla="*/ 6586 h 6345"/>
                  <a:gd name="connsiteX1" fmla="*/ 5625 w 6343"/>
                  <a:gd name="connsiteY1" fmla="*/ 5657 h 6345"/>
                  <a:gd name="connsiteX2" fmla="*/ 6554 w 6343"/>
                  <a:gd name="connsiteY2" fmla="*/ 3414 h 6345"/>
                  <a:gd name="connsiteX3" fmla="*/ 5625 w 6343"/>
                  <a:gd name="connsiteY3" fmla="*/ 1170 h 6345"/>
                  <a:gd name="connsiteX4" fmla="*/ 3382 w 6343"/>
                  <a:gd name="connsiteY4" fmla="*/ 241 h 6345"/>
                  <a:gd name="connsiteX5" fmla="*/ 1140 w 6343"/>
                  <a:gd name="connsiteY5" fmla="*/ 1170 h 6345"/>
                  <a:gd name="connsiteX6" fmla="*/ 211 w 6343"/>
                  <a:gd name="connsiteY6" fmla="*/ 3414 h 6345"/>
                  <a:gd name="connsiteX7" fmla="*/ 1140 w 6343"/>
                  <a:gd name="connsiteY7" fmla="*/ 5657 h 6345"/>
                  <a:gd name="connsiteX8" fmla="*/ 3382 w 6343"/>
                  <a:gd name="connsiteY8" fmla="*/ 65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86"/>
                    </a:moveTo>
                    <a:cubicBezTo>
                      <a:pt x="4223" y="6586"/>
                      <a:pt x="5030" y="6252"/>
                      <a:pt x="5625" y="5657"/>
                    </a:cubicBezTo>
                    <a:cubicBezTo>
                      <a:pt x="6220" y="5062"/>
                      <a:pt x="6554" y="4255"/>
                      <a:pt x="6554" y="3414"/>
                    </a:cubicBezTo>
                    <a:cubicBezTo>
                      <a:pt x="6554" y="2572"/>
                      <a:pt x="6220" y="1765"/>
                      <a:pt x="5625" y="1170"/>
                    </a:cubicBezTo>
                    <a:cubicBezTo>
                      <a:pt x="5030" y="575"/>
                      <a:pt x="4223" y="241"/>
                      <a:pt x="3382" y="241"/>
                    </a:cubicBezTo>
                    <a:cubicBezTo>
                      <a:pt x="2541" y="241"/>
                      <a:pt x="1735" y="575"/>
                      <a:pt x="1140" y="1170"/>
                    </a:cubicBezTo>
                    <a:cubicBezTo>
                      <a:pt x="545" y="1765"/>
                      <a:pt x="211" y="2572"/>
                      <a:pt x="211" y="3414"/>
                    </a:cubicBezTo>
                    <a:cubicBezTo>
                      <a:pt x="211" y="4255"/>
                      <a:pt x="545" y="5062"/>
                      <a:pt x="1140" y="5657"/>
                    </a:cubicBezTo>
                    <a:cubicBezTo>
                      <a:pt x="1735" y="6252"/>
                      <a:pt x="2541" y="6586"/>
                      <a:pt x="3382" y="65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22" name="Freeform: Shape 10521">
                <a:extLst>
                  <a:ext uri="{FF2B5EF4-FFF2-40B4-BE49-F238E27FC236}">
                    <a16:creationId xmlns:a16="http://schemas.microsoft.com/office/drawing/2014/main" id="{3262671E-1C80-FBAF-2CD7-A53531785619}"/>
                  </a:ext>
                </a:extLst>
              </p:cNvPr>
              <p:cNvSpPr/>
              <p:nvPr/>
            </p:nvSpPr>
            <p:spPr>
              <a:xfrm>
                <a:off x="9073638" y="6544331"/>
                <a:ext cx="6343" cy="6345"/>
              </a:xfrm>
              <a:custGeom>
                <a:avLst/>
                <a:gdLst>
                  <a:gd name="connsiteX0" fmla="*/ 3382 w 6343"/>
                  <a:gd name="connsiteY0" fmla="*/ 6587 h 6345"/>
                  <a:gd name="connsiteX1" fmla="*/ 5624 w 6343"/>
                  <a:gd name="connsiteY1" fmla="*/ 5658 h 6345"/>
                  <a:gd name="connsiteX2" fmla="*/ 6553 w 6343"/>
                  <a:gd name="connsiteY2" fmla="*/ 3414 h 6345"/>
                  <a:gd name="connsiteX3" fmla="*/ 5624 w 6343"/>
                  <a:gd name="connsiteY3" fmla="*/ 1171 h 6345"/>
                  <a:gd name="connsiteX4" fmla="*/ 3382 w 6343"/>
                  <a:gd name="connsiteY4" fmla="*/ 242 h 6345"/>
                  <a:gd name="connsiteX5" fmla="*/ 1139 w 6343"/>
                  <a:gd name="connsiteY5" fmla="*/ 1171 h 6345"/>
                  <a:gd name="connsiteX6" fmla="*/ 210 w 6343"/>
                  <a:gd name="connsiteY6" fmla="*/ 3414 h 6345"/>
                  <a:gd name="connsiteX7" fmla="*/ 1139 w 6343"/>
                  <a:gd name="connsiteY7" fmla="*/ 5658 h 6345"/>
                  <a:gd name="connsiteX8" fmla="*/ 3382 w 6343"/>
                  <a:gd name="connsiteY8" fmla="*/ 65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87"/>
                    </a:moveTo>
                    <a:cubicBezTo>
                      <a:pt x="4223" y="6587"/>
                      <a:pt x="5029" y="6253"/>
                      <a:pt x="5624" y="5658"/>
                    </a:cubicBezTo>
                    <a:cubicBezTo>
                      <a:pt x="6219" y="5063"/>
                      <a:pt x="6553" y="4256"/>
                      <a:pt x="6553" y="3414"/>
                    </a:cubicBezTo>
                    <a:cubicBezTo>
                      <a:pt x="6553" y="2573"/>
                      <a:pt x="6219" y="1766"/>
                      <a:pt x="5624" y="1171"/>
                    </a:cubicBezTo>
                    <a:cubicBezTo>
                      <a:pt x="5029" y="576"/>
                      <a:pt x="4223" y="242"/>
                      <a:pt x="3382" y="242"/>
                    </a:cubicBezTo>
                    <a:cubicBezTo>
                      <a:pt x="2540" y="242"/>
                      <a:pt x="1734" y="576"/>
                      <a:pt x="1139" y="1171"/>
                    </a:cubicBezTo>
                    <a:cubicBezTo>
                      <a:pt x="544" y="1766"/>
                      <a:pt x="210" y="2573"/>
                      <a:pt x="210" y="3414"/>
                    </a:cubicBezTo>
                    <a:cubicBezTo>
                      <a:pt x="210" y="4256"/>
                      <a:pt x="544" y="5063"/>
                      <a:pt x="1139" y="5658"/>
                    </a:cubicBezTo>
                    <a:cubicBezTo>
                      <a:pt x="1734" y="6253"/>
                      <a:pt x="2540" y="6587"/>
                      <a:pt x="3382" y="65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23" name="Freeform: Shape 10522">
                <a:extLst>
                  <a:ext uri="{FF2B5EF4-FFF2-40B4-BE49-F238E27FC236}">
                    <a16:creationId xmlns:a16="http://schemas.microsoft.com/office/drawing/2014/main" id="{7091F302-7527-E08D-509E-7861D985488B}"/>
                  </a:ext>
                </a:extLst>
              </p:cNvPr>
              <p:cNvSpPr/>
              <p:nvPr/>
            </p:nvSpPr>
            <p:spPr>
              <a:xfrm>
                <a:off x="9142967" y="6188421"/>
                <a:ext cx="6343" cy="6345"/>
              </a:xfrm>
              <a:custGeom>
                <a:avLst/>
                <a:gdLst>
                  <a:gd name="connsiteX0" fmla="*/ 3387 w 6343"/>
                  <a:gd name="connsiteY0" fmla="*/ 6559 h 6345"/>
                  <a:gd name="connsiteX1" fmla="*/ 5630 w 6343"/>
                  <a:gd name="connsiteY1" fmla="*/ 5630 h 6345"/>
                  <a:gd name="connsiteX2" fmla="*/ 6559 w 6343"/>
                  <a:gd name="connsiteY2" fmla="*/ 3386 h 6345"/>
                  <a:gd name="connsiteX3" fmla="*/ 5630 w 6343"/>
                  <a:gd name="connsiteY3" fmla="*/ 1143 h 6345"/>
                  <a:gd name="connsiteX4" fmla="*/ 3387 w 6343"/>
                  <a:gd name="connsiteY4" fmla="*/ 213 h 6345"/>
                  <a:gd name="connsiteX5" fmla="*/ 1144 w 6343"/>
                  <a:gd name="connsiteY5" fmla="*/ 1143 h 6345"/>
                  <a:gd name="connsiteX6" fmla="*/ 216 w 6343"/>
                  <a:gd name="connsiteY6" fmla="*/ 3386 h 6345"/>
                  <a:gd name="connsiteX7" fmla="*/ 1144 w 6343"/>
                  <a:gd name="connsiteY7" fmla="*/ 5630 h 6345"/>
                  <a:gd name="connsiteX8" fmla="*/ 338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59"/>
                    </a:moveTo>
                    <a:cubicBezTo>
                      <a:pt x="4228" y="6559"/>
                      <a:pt x="5035" y="6225"/>
                      <a:pt x="5630" y="5630"/>
                    </a:cubicBezTo>
                    <a:cubicBezTo>
                      <a:pt x="6224" y="5035"/>
                      <a:pt x="6559" y="4228"/>
                      <a:pt x="6559" y="3386"/>
                    </a:cubicBezTo>
                    <a:cubicBezTo>
                      <a:pt x="6559" y="2545"/>
                      <a:pt x="6224" y="1738"/>
                      <a:pt x="5630" y="1143"/>
                    </a:cubicBezTo>
                    <a:cubicBezTo>
                      <a:pt x="5035" y="548"/>
                      <a:pt x="4228" y="213"/>
                      <a:pt x="3387" y="213"/>
                    </a:cubicBezTo>
                    <a:cubicBezTo>
                      <a:pt x="2546" y="213"/>
                      <a:pt x="1739" y="548"/>
                      <a:pt x="1144" y="1143"/>
                    </a:cubicBezTo>
                    <a:cubicBezTo>
                      <a:pt x="550" y="1738"/>
                      <a:pt x="216" y="2545"/>
                      <a:pt x="216" y="3386"/>
                    </a:cubicBezTo>
                    <a:cubicBezTo>
                      <a:pt x="216" y="4228"/>
                      <a:pt x="550" y="5035"/>
                      <a:pt x="1144" y="5630"/>
                    </a:cubicBezTo>
                    <a:cubicBezTo>
                      <a:pt x="1739" y="6225"/>
                      <a:pt x="2546" y="6559"/>
                      <a:pt x="338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24" name="Freeform: Shape 10523">
                <a:extLst>
                  <a:ext uri="{FF2B5EF4-FFF2-40B4-BE49-F238E27FC236}">
                    <a16:creationId xmlns:a16="http://schemas.microsoft.com/office/drawing/2014/main" id="{8BAE75AA-C335-C95C-313C-1DEF81333ADF}"/>
                  </a:ext>
                </a:extLst>
              </p:cNvPr>
              <p:cNvSpPr/>
              <p:nvPr/>
            </p:nvSpPr>
            <p:spPr>
              <a:xfrm>
                <a:off x="9137405" y="6186791"/>
                <a:ext cx="6343" cy="6345"/>
              </a:xfrm>
              <a:custGeom>
                <a:avLst/>
                <a:gdLst>
                  <a:gd name="connsiteX0" fmla="*/ 3387 w 6343"/>
                  <a:gd name="connsiteY0" fmla="*/ 6559 h 6345"/>
                  <a:gd name="connsiteX1" fmla="*/ 5629 w 6343"/>
                  <a:gd name="connsiteY1" fmla="*/ 5629 h 6345"/>
                  <a:gd name="connsiteX2" fmla="*/ 6558 w 6343"/>
                  <a:gd name="connsiteY2" fmla="*/ 3386 h 6345"/>
                  <a:gd name="connsiteX3" fmla="*/ 5629 w 6343"/>
                  <a:gd name="connsiteY3" fmla="*/ 1143 h 6345"/>
                  <a:gd name="connsiteX4" fmla="*/ 3387 w 6343"/>
                  <a:gd name="connsiteY4" fmla="*/ 213 h 6345"/>
                  <a:gd name="connsiteX5" fmla="*/ 1144 w 6343"/>
                  <a:gd name="connsiteY5" fmla="*/ 1143 h 6345"/>
                  <a:gd name="connsiteX6" fmla="*/ 215 w 6343"/>
                  <a:gd name="connsiteY6" fmla="*/ 3386 h 6345"/>
                  <a:gd name="connsiteX7" fmla="*/ 1144 w 6343"/>
                  <a:gd name="connsiteY7" fmla="*/ 5629 h 6345"/>
                  <a:gd name="connsiteX8" fmla="*/ 338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59"/>
                    </a:moveTo>
                    <a:cubicBezTo>
                      <a:pt x="4228" y="6559"/>
                      <a:pt x="5035" y="6224"/>
                      <a:pt x="5629" y="5629"/>
                    </a:cubicBezTo>
                    <a:cubicBezTo>
                      <a:pt x="6224" y="5035"/>
                      <a:pt x="6558" y="4227"/>
                      <a:pt x="6558" y="3386"/>
                    </a:cubicBezTo>
                    <a:cubicBezTo>
                      <a:pt x="6558" y="2545"/>
                      <a:pt x="6224" y="1738"/>
                      <a:pt x="5629" y="1143"/>
                    </a:cubicBezTo>
                    <a:cubicBezTo>
                      <a:pt x="5035" y="548"/>
                      <a:pt x="4228" y="213"/>
                      <a:pt x="3387" y="213"/>
                    </a:cubicBezTo>
                    <a:cubicBezTo>
                      <a:pt x="2546" y="213"/>
                      <a:pt x="1739" y="548"/>
                      <a:pt x="1144" y="1143"/>
                    </a:cubicBezTo>
                    <a:cubicBezTo>
                      <a:pt x="549" y="1738"/>
                      <a:pt x="215" y="2545"/>
                      <a:pt x="215" y="3386"/>
                    </a:cubicBezTo>
                    <a:cubicBezTo>
                      <a:pt x="215" y="4227"/>
                      <a:pt x="549" y="5035"/>
                      <a:pt x="1144" y="5629"/>
                    </a:cubicBezTo>
                    <a:cubicBezTo>
                      <a:pt x="1739" y="6224"/>
                      <a:pt x="2546" y="6559"/>
                      <a:pt x="338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25" name="Freeform: Shape 10524">
                <a:extLst>
                  <a:ext uri="{FF2B5EF4-FFF2-40B4-BE49-F238E27FC236}">
                    <a16:creationId xmlns:a16="http://schemas.microsoft.com/office/drawing/2014/main" id="{F0B56323-8268-8630-59D3-7A5F890392AF}"/>
                  </a:ext>
                </a:extLst>
              </p:cNvPr>
              <p:cNvSpPr/>
              <p:nvPr/>
            </p:nvSpPr>
            <p:spPr>
              <a:xfrm>
                <a:off x="9026048" y="6399152"/>
                <a:ext cx="6343" cy="6345"/>
              </a:xfrm>
              <a:custGeom>
                <a:avLst/>
                <a:gdLst>
                  <a:gd name="connsiteX0" fmla="*/ 3378 w 6343"/>
                  <a:gd name="connsiteY0" fmla="*/ 6575 h 6345"/>
                  <a:gd name="connsiteX1" fmla="*/ 5620 w 6343"/>
                  <a:gd name="connsiteY1" fmla="*/ 5646 h 6345"/>
                  <a:gd name="connsiteX2" fmla="*/ 6549 w 6343"/>
                  <a:gd name="connsiteY2" fmla="*/ 3403 h 6345"/>
                  <a:gd name="connsiteX3" fmla="*/ 5620 w 6343"/>
                  <a:gd name="connsiteY3" fmla="*/ 1159 h 6345"/>
                  <a:gd name="connsiteX4" fmla="*/ 3378 w 6343"/>
                  <a:gd name="connsiteY4" fmla="*/ 230 h 6345"/>
                  <a:gd name="connsiteX5" fmla="*/ 1135 w 6343"/>
                  <a:gd name="connsiteY5" fmla="*/ 1159 h 6345"/>
                  <a:gd name="connsiteX6" fmla="*/ 206 w 6343"/>
                  <a:gd name="connsiteY6" fmla="*/ 3403 h 6345"/>
                  <a:gd name="connsiteX7" fmla="*/ 1135 w 6343"/>
                  <a:gd name="connsiteY7" fmla="*/ 5646 h 6345"/>
                  <a:gd name="connsiteX8" fmla="*/ 3378 w 6343"/>
                  <a:gd name="connsiteY8" fmla="*/ 65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75"/>
                    </a:moveTo>
                    <a:cubicBezTo>
                      <a:pt x="4219" y="6575"/>
                      <a:pt x="5026" y="6241"/>
                      <a:pt x="5620" y="5646"/>
                    </a:cubicBezTo>
                    <a:cubicBezTo>
                      <a:pt x="6215" y="5051"/>
                      <a:pt x="6549" y="4244"/>
                      <a:pt x="6549" y="3403"/>
                    </a:cubicBezTo>
                    <a:cubicBezTo>
                      <a:pt x="6549" y="2561"/>
                      <a:pt x="6215" y="1754"/>
                      <a:pt x="5620" y="1159"/>
                    </a:cubicBezTo>
                    <a:cubicBezTo>
                      <a:pt x="5026" y="564"/>
                      <a:pt x="4219" y="230"/>
                      <a:pt x="3378" y="230"/>
                    </a:cubicBezTo>
                    <a:cubicBezTo>
                      <a:pt x="2537" y="230"/>
                      <a:pt x="1730" y="564"/>
                      <a:pt x="1135" y="1159"/>
                    </a:cubicBezTo>
                    <a:cubicBezTo>
                      <a:pt x="540" y="1754"/>
                      <a:pt x="206" y="2561"/>
                      <a:pt x="206" y="3403"/>
                    </a:cubicBezTo>
                    <a:cubicBezTo>
                      <a:pt x="206" y="4244"/>
                      <a:pt x="540" y="5051"/>
                      <a:pt x="1135" y="5646"/>
                    </a:cubicBezTo>
                    <a:cubicBezTo>
                      <a:pt x="1730" y="6241"/>
                      <a:pt x="2537" y="6575"/>
                      <a:pt x="3378" y="65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26" name="Freeform: Shape 10525">
                <a:extLst>
                  <a:ext uri="{FF2B5EF4-FFF2-40B4-BE49-F238E27FC236}">
                    <a16:creationId xmlns:a16="http://schemas.microsoft.com/office/drawing/2014/main" id="{0477C253-5745-6517-17A7-A5133D8208BB}"/>
                  </a:ext>
                </a:extLst>
              </p:cNvPr>
              <p:cNvSpPr/>
              <p:nvPr/>
            </p:nvSpPr>
            <p:spPr>
              <a:xfrm>
                <a:off x="9023233" y="6386306"/>
                <a:ext cx="6343" cy="6345"/>
              </a:xfrm>
              <a:custGeom>
                <a:avLst/>
                <a:gdLst>
                  <a:gd name="connsiteX0" fmla="*/ 3378 w 6343"/>
                  <a:gd name="connsiteY0" fmla="*/ 6574 h 6345"/>
                  <a:gd name="connsiteX1" fmla="*/ 5620 w 6343"/>
                  <a:gd name="connsiteY1" fmla="*/ 5645 h 6345"/>
                  <a:gd name="connsiteX2" fmla="*/ 6549 w 6343"/>
                  <a:gd name="connsiteY2" fmla="*/ 3402 h 6345"/>
                  <a:gd name="connsiteX3" fmla="*/ 5620 w 6343"/>
                  <a:gd name="connsiteY3" fmla="*/ 1158 h 6345"/>
                  <a:gd name="connsiteX4" fmla="*/ 3378 w 6343"/>
                  <a:gd name="connsiteY4" fmla="*/ 229 h 6345"/>
                  <a:gd name="connsiteX5" fmla="*/ 1135 w 6343"/>
                  <a:gd name="connsiteY5" fmla="*/ 1158 h 6345"/>
                  <a:gd name="connsiteX6" fmla="*/ 206 w 6343"/>
                  <a:gd name="connsiteY6" fmla="*/ 3402 h 6345"/>
                  <a:gd name="connsiteX7" fmla="*/ 1135 w 6343"/>
                  <a:gd name="connsiteY7" fmla="*/ 5645 h 6345"/>
                  <a:gd name="connsiteX8" fmla="*/ 3378 w 6343"/>
                  <a:gd name="connsiteY8" fmla="*/ 65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74"/>
                    </a:moveTo>
                    <a:cubicBezTo>
                      <a:pt x="4219" y="6574"/>
                      <a:pt x="5026" y="6240"/>
                      <a:pt x="5620" y="5645"/>
                    </a:cubicBezTo>
                    <a:cubicBezTo>
                      <a:pt x="6215" y="5050"/>
                      <a:pt x="6549" y="4243"/>
                      <a:pt x="6549" y="3402"/>
                    </a:cubicBezTo>
                    <a:cubicBezTo>
                      <a:pt x="6549" y="2560"/>
                      <a:pt x="6215" y="1753"/>
                      <a:pt x="5620" y="1158"/>
                    </a:cubicBezTo>
                    <a:cubicBezTo>
                      <a:pt x="5026" y="563"/>
                      <a:pt x="4219" y="229"/>
                      <a:pt x="3378" y="229"/>
                    </a:cubicBezTo>
                    <a:cubicBezTo>
                      <a:pt x="2537" y="229"/>
                      <a:pt x="1730" y="563"/>
                      <a:pt x="1135" y="1158"/>
                    </a:cubicBezTo>
                    <a:cubicBezTo>
                      <a:pt x="540" y="1753"/>
                      <a:pt x="206" y="2560"/>
                      <a:pt x="206" y="3402"/>
                    </a:cubicBezTo>
                    <a:cubicBezTo>
                      <a:pt x="206" y="4243"/>
                      <a:pt x="540" y="5050"/>
                      <a:pt x="1135" y="5645"/>
                    </a:cubicBezTo>
                    <a:cubicBezTo>
                      <a:pt x="1730" y="6240"/>
                      <a:pt x="2537" y="6574"/>
                      <a:pt x="3378" y="65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27" name="Freeform: Shape 10526">
                <a:extLst>
                  <a:ext uri="{FF2B5EF4-FFF2-40B4-BE49-F238E27FC236}">
                    <a16:creationId xmlns:a16="http://schemas.microsoft.com/office/drawing/2014/main" id="{6EA9CF9F-79A7-5243-C15B-9A4FC4191C86}"/>
                  </a:ext>
                </a:extLst>
              </p:cNvPr>
              <p:cNvSpPr/>
              <p:nvPr/>
            </p:nvSpPr>
            <p:spPr>
              <a:xfrm>
                <a:off x="9020996" y="6372356"/>
                <a:ext cx="6343" cy="6345"/>
              </a:xfrm>
              <a:custGeom>
                <a:avLst/>
                <a:gdLst>
                  <a:gd name="connsiteX0" fmla="*/ 3377 w 6343"/>
                  <a:gd name="connsiteY0" fmla="*/ 6573 h 6345"/>
                  <a:gd name="connsiteX1" fmla="*/ 5620 w 6343"/>
                  <a:gd name="connsiteY1" fmla="*/ 5644 h 6345"/>
                  <a:gd name="connsiteX2" fmla="*/ 6549 w 6343"/>
                  <a:gd name="connsiteY2" fmla="*/ 3401 h 6345"/>
                  <a:gd name="connsiteX3" fmla="*/ 5620 w 6343"/>
                  <a:gd name="connsiteY3" fmla="*/ 1157 h 6345"/>
                  <a:gd name="connsiteX4" fmla="*/ 3377 w 6343"/>
                  <a:gd name="connsiteY4" fmla="*/ 228 h 6345"/>
                  <a:gd name="connsiteX5" fmla="*/ 1135 w 6343"/>
                  <a:gd name="connsiteY5" fmla="*/ 1157 h 6345"/>
                  <a:gd name="connsiteX6" fmla="*/ 206 w 6343"/>
                  <a:gd name="connsiteY6" fmla="*/ 3401 h 6345"/>
                  <a:gd name="connsiteX7" fmla="*/ 1135 w 6343"/>
                  <a:gd name="connsiteY7" fmla="*/ 5644 h 6345"/>
                  <a:gd name="connsiteX8" fmla="*/ 3377 w 6343"/>
                  <a:gd name="connsiteY8" fmla="*/ 65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73"/>
                    </a:moveTo>
                    <a:cubicBezTo>
                      <a:pt x="4219" y="6573"/>
                      <a:pt x="5025" y="6239"/>
                      <a:pt x="5620" y="5644"/>
                    </a:cubicBezTo>
                    <a:cubicBezTo>
                      <a:pt x="6215" y="5049"/>
                      <a:pt x="6549" y="4242"/>
                      <a:pt x="6549" y="3401"/>
                    </a:cubicBezTo>
                    <a:cubicBezTo>
                      <a:pt x="6549" y="2559"/>
                      <a:pt x="6215" y="1752"/>
                      <a:pt x="5620" y="1157"/>
                    </a:cubicBezTo>
                    <a:cubicBezTo>
                      <a:pt x="5025" y="562"/>
                      <a:pt x="4219" y="228"/>
                      <a:pt x="3377" y="228"/>
                    </a:cubicBezTo>
                    <a:cubicBezTo>
                      <a:pt x="2536" y="228"/>
                      <a:pt x="1730" y="562"/>
                      <a:pt x="1135" y="1157"/>
                    </a:cubicBezTo>
                    <a:cubicBezTo>
                      <a:pt x="540" y="1752"/>
                      <a:pt x="206" y="2559"/>
                      <a:pt x="206" y="3401"/>
                    </a:cubicBezTo>
                    <a:cubicBezTo>
                      <a:pt x="206" y="4242"/>
                      <a:pt x="540" y="5049"/>
                      <a:pt x="1135" y="5644"/>
                    </a:cubicBezTo>
                    <a:cubicBezTo>
                      <a:pt x="1730" y="6239"/>
                      <a:pt x="2536" y="6573"/>
                      <a:pt x="3377" y="65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28" name="Freeform: Shape 10527">
                <a:extLst>
                  <a:ext uri="{FF2B5EF4-FFF2-40B4-BE49-F238E27FC236}">
                    <a16:creationId xmlns:a16="http://schemas.microsoft.com/office/drawing/2014/main" id="{E0783797-17D3-9D57-E2D4-D44CA93538E5}"/>
                  </a:ext>
                </a:extLst>
              </p:cNvPr>
              <p:cNvSpPr/>
              <p:nvPr/>
            </p:nvSpPr>
            <p:spPr>
              <a:xfrm>
                <a:off x="9015719" y="6366412"/>
                <a:ext cx="6343" cy="6345"/>
              </a:xfrm>
              <a:custGeom>
                <a:avLst/>
                <a:gdLst>
                  <a:gd name="connsiteX0" fmla="*/ 3377 w 6343"/>
                  <a:gd name="connsiteY0" fmla="*/ 6573 h 6345"/>
                  <a:gd name="connsiteX1" fmla="*/ 5620 w 6343"/>
                  <a:gd name="connsiteY1" fmla="*/ 5644 h 6345"/>
                  <a:gd name="connsiteX2" fmla="*/ 6549 w 6343"/>
                  <a:gd name="connsiteY2" fmla="*/ 3400 h 6345"/>
                  <a:gd name="connsiteX3" fmla="*/ 5620 w 6343"/>
                  <a:gd name="connsiteY3" fmla="*/ 1157 h 6345"/>
                  <a:gd name="connsiteX4" fmla="*/ 3377 w 6343"/>
                  <a:gd name="connsiteY4" fmla="*/ 227 h 6345"/>
                  <a:gd name="connsiteX5" fmla="*/ 1134 w 6343"/>
                  <a:gd name="connsiteY5" fmla="*/ 1157 h 6345"/>
                  <a:gd name="connsiteX6" fmla="*/ 205 w 6343"/>
                  <a:gd name="connsiteY6" fmla="*/ 3400 h 6345"/>
                  <a:gd name="connsiteX7" fmla="*/ 1134 w 6343"/>
                  <a:gd name="connsiteY7" fmla="*/ 5644 h 6345"/>
                  <a:gd name="connsiteX8" fmla="*/ 3377 w 6343"/>
                  <a:gd name="connsiteY8" fmla="*/ 65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73"/>
                    </a:moveTo>
                    <a:cubicBezTo>
                      <a:pt x="4218" y="6573"/>
                      <a:pt x="5025" y="6239"/>
                      <a:pt x="5620" y="5644"/>
                    </a:cubicBezTo>
                    <a:cubicBezTo>
                      <a:pt x="6214" y="5049"/>
                      <a:pt x="6549" y="4242"/>
                      <a:pt x="6549" y="3400"/>
                    </a:cubicBezTo>
                    <a:cubicBezTo>
                      <a:pt x="6549" y="2559"/>
                      <a:pt x="6214" y="1752"/>
                      <a:pt x="5620" y="1157"/>
                    </a:cubicBezTo>
                    <a:cubicBezTo>
                      <a:pt x="5025" y="562"/>
                      <a:pt x="4218" y="227"/>
                      <a:pt x="3377" y="227"/>
                    </a:cubicBezTo>
                    <a:cubicBezTo>
                      <a:pt x="2536" y="227"/>
                      <a:pt x="1729" y="562"/>
                      <a:pt x="1134" y="1157"/>
                    </a:cubicBezTo>
                    <a:cubicBezTo>
                      <a:pt x="540" y="1752"/>
                      <a:pt x="205" y="2559"/>
                      <a:pt x="205" y="3400"/>
                    </a:cubicBezTo>
                    <a:cubicBezTo>
                      <a:pt x="205" y="4242"/>
                      <a:pt x="540" y="5049"/>
                      <a:pt x="1134" y="5644"/>
                    </a:cubicBezTo>
                    <a:cubicBezTo>
                      <a:pt x="1729" y="6239"/>
                      <a:pt x="2536" y="6573"/>
                      <a:pt x="3377" y="65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29" name="Freeform: Shape 10528">
                <a:extLst>
                  <a:ext uri="{FF2B5EF4-FFF2-40B4-BE49-F238E27FC236}">
                    <a16:creationId xmlns:a16="http://schemas.microsoft.com/office/drawing/2014/main" id="{D046055A-6377-89E6-B28A-3EE4D0DB9AB0}"/>
                  </a:ext>
                </a:extLst>
              </p:cNvPr>
              <p:cNvSpPr/>
              <p:nvPr/>
            </p:nvSpPr>
            <p:spPr>
              <a:xfrm>
                <a:off x="9009575" y="6362713"/>
                <a:ext cx="6343" cy="6345"/>
              </a:xfrm>
              <a:custGeom>
                <a:avLst/>
                <a:gdLst>
                  <a:gd name="connsiteX0" fmla="*/ 3377 w 6343"/>
                  <a:gd name="connsiteY0" fmla="*/ 6573 h 6345"/>
                  <a:gd name="connsiteX1" fmla="*/ 5619 w 6343"/>
                  <a:gd name="connsiteY1" fmla="*/ 5643 h 6345"/>
                  <a:gd name="connsiteX2" fmla="*/ 6548 w 6343"/>
                  <a:gd name="connsiteY2" fmla="*/ 3400 h 6345"/>
                  <a:gd name="connsiteX3" fmla="*/ 5619 w 6343"/>
                  <a:gd name="connsiteY3" fmla="*/ 1156 h 6345"/>
                  <a:gd name="connsiteX4" fmla="*/ 3377 w 6343"/>
                  <a:gd name="connsiteY4" fmla="*/ 227 h 6345"/>
                  <a:gd name="connsiteX5" fmla="*/ 1134 w 6343"/>
                  <a:gd name="connsiteY5" fmla="*/ 1156 h 6345"/>
                  <a:gd name="connsiteX6" fmla="*/ 205 w 6343"/>
                  <a:gd name="connsiteY6" fmla="*/ 3400 h 6345"/>
                  <a:gd name="connsiteX7" fmla="*/ 1134 w 6343"/>
                  <a:gd name="connsiteY7" fmla="*/ 5643 h 6345"/>
                  <a:gd name="connsiteX8" fmla="*/ 3377 w 6343"/>
                  <a:gd name="connsiteY8" fmla="*/ 65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73"/>
                    </a:moveTo>
                    <a:cubicBezTo>
                      <a:pt x="4218" y="6573"/>
                      <a:pt x="5024" y="6238"/>
                      <a:pt x="5619" y="5643"/>
                    </a:cubicBezTo>
                    <a:cubicBezTo>
                      <a:pt x="6214" y="5048"/>
                      <a:pt x="6548" y="4241"/>
                      <a:pt x="6548" y="3400"/>
                    </a:cubicBezTo>
                    <a:cubicBezTo>
                      <a:pt x="6548" y="2558"/>
                      <a:pt x="6214" y="1751"/>
                      <a:pt x="5619" y="1156"/>
                    </a:cubicBezTo>
                    <a:cubicBezTo>
                      <a:pt x="5024" y="561"/>
                      <a:pt x="4218" y="227"/>
                      <a:pt x="3377" y="227"/>
                    </a:cubicBezTo>
                    <a:cubicBezTo>
                      <a:pt x="2535" y="227"/>
                      <a:pt x="1729" y="561"/>
                      <a:pt x="1134" y="1156"/>
                    </a:cubicBezTo>
                    <a:cubicBezTo>
                      <a:pt x="539" y="1751"/>
                      <a:pt x="205" y="2558"/>
                      <a:pt x="205" y="3400"/>
                    </a:cubicBezTo>
                    <a:cubicBezTo>
                      <a:pt x="205" y="4241"/>
                      <a:pt x="539" y="5048"/>
                      <a:pt x="1134" y="5643"/>
                    </a:cubicBezTo>
                    <a:cubicBezTo>
                      <a:pt x="1729" y="6238"/>
                      <a:pt x="2535" y="6573"/>
                      <a:pt x="3377" y="65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30" name="Freeform: Shape 10529">
                <a:extLst>
                  <a:ext uri="{FF2B5EF4-FFF2-40B4-BE49-F238E27FC236}">
                    <a16:creationId xmlns:a16="http://schemas.microsoft.com/office/drawing/2014/main" id="{1F0946E0-4712-EABD-1AF1-1B5F96239808}"/>
                  </a:ext>
                </a:extLst>
              </p:cNvPr>
              <p:cNvSpPr/>
              <p:nvPr/>
            </p:nvSpPr>
            <p:spPr>
              <a:xfrm>
                <a:off x="8840291" y="6753027"/>
                <a:ext cx="6343" cy="6345"/>
              </a:xfrm>
              <a:custGeom>
                <a:avLst/>
                <a:gdLst>
                  <a:gd name="connsiteX0" fmla="*/ 3363 w 6343"/>
                  <a:gd name="connsiteY0" fmla="*/ 6603 h 6345"/>
                  <a:gd name="connsiteX1" fmla="*/ 5606 w 6343"/>
                  <a:gd name="connsiteY1" fmla="*/ 5674 h 6345"/>
                  <a:gd name="connsiteX2" fmla="*/ 6535 w 6343"/>
                  <a:gd name="connsiteY2" fmla="*/ 3431 h 6345"/>
                  <a:gd name="connsiteX3" fmla="*/ 5606 w 6343"/>
                  <a:gd name="connsiteY3" fmla="*/ 1187 h 6345"/>
                  <a:gd name="connsiteX4" fmla="*/ 3363 w 6343"/>
                  <a:gd name="connsiteY4" fmla="*/ 258 h 6345"/>
                  <a:gd name="connsiteX5" fmla="*/ 1121 w 6343"/>
                  <a:gd name="connsiteY5" fmla="*/ 1187 h 6345"/>
                  <a:gd name="connsiteX6" fmla="*/ 192 w 6343"/>
                  <a:gd name="connsiteY6" fmla="*/ 3431 h 6345"/>
                  <a:gd name="connsiteX7" fmla="*/ 1121 w 6343"/>
                  <a:gd name="connsiteY7" fmla="*/ 5674 h 6345"/>
                  <a:gd name="connsiteX8" fmla="*/ 3363 w 6343"/>
                  <a:gd name="connsiteY8" fmla="*/ 66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603"/>
                    </a:moveTo>
                    <a:cubicBezTo>
                      <a:pt x="4204" y="6603"/>
                      <a:pt x="5011" y="6269"/>
                      <a:pt x="5606" y="5674"/>
                    </a:cubicBezTo>
                    <a:cubicBezTo>
                      <a:pt x="6201" y="5079"/>
                      <a:pt x="6535" y="4272"/>
                      <a:pt x="6535" y="3431"/>
                    </a:cubicBezTo>
                    <a:cubicBezTo>
                      <a:pt x="6535" y="2589"/>
                      <a:pt x="6201" y="1782"/>
                      <a:pt x="5606" y="1187"/>
                    </a:cubicBezTo>
                    <a:cubicBezTo>
                      <a:pt x="5011" y="592"/>
                      <a:pt x="4204" y="258"/>
                      <a:pt x="3363" y="258"/>
                    </a:cubicBezTo>
                    <a:cubicBezTo>
                      <a:pt x="2522" y="258"/>
                      <a:pt x="1715" y="592"/>
                      <a:pt x="1121" y="1187"/>
                    </a:cubicBezTo>
                    <a:cubicBezTo>
                      <a:pt x="526" y="1782"/>
                      <a:pt x="192" y="2589"/>
                      <a:pt x="192" y="3431"/>
                    </a:cubicBezTo>
                    <a:cubicBezTo>
                      <a:pt x="192" y="4272"/>
                      <a:pt x="526" y="5079"/>
                      <a:pt x="1121" y="5674"/>
                    </a:cubicBezTo>
                    <a:cubicBezTo>
                      <a:pt x="1715" y="6269"/>
                      <a:pt x="2522" y="6603"/>
                      <a:pt x="3363" y="66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31" name="Freeform: Shape 10530">
                <a:extLst>
                  <a:ext uri="{FF2B5EF4-FFF2-40B4-BE49-F238E27FC236}">
                    <a16:creationId xmlns:a16="http://schemas.microsoft.com/office/drawing/2014/main" id="{78713646-1D2E-7B0A-22DD-F66DC2DE6312}"/>
                  </a:ext>
                </a:extLst>
              </p:cNvPr>
              <p:cNvSpPr/>
              <p:nvPr/>
            </p:nvSpPr>
            <p:spPr>
              <a:xfrm>
                <a:off x="8830816" y="6750565"/>
                <a:ext cx="6343" cy="6345"/>
              </a:xfrm>
              <a:custGeom>
                <a:avLst/>
                <a:gdLst>
                  <a:gd name="connsiteX0" fmla="*/ 3362 w 6343"/>
                  <a:gd name="connsiteY0" fmla="*/ 6603 h 6345"/>
                  <a:gd name="connsiteX1" fmla="*/ 5605 w 6343"/>
                  <a:gd name="connsiteY1" fmla="*/ 5674 h 6345"/>
                  <a:gd name="connsiteX2" fmla="*/ 6534 w 6343"/>
                  <a:gd name="connsiteY2" fmla="*/ 3430 h 6345"/>
                  <a:gd name="connsiteX3" fmla="*/ 5605 w 6343"/>
                  <a:gd name="connsiteY3" fmla="*/ 1187 h 6345"/>
                  <a:gd name="connsiteX4" fmla="*/ 3362 w 6343"/>
                  <a:gd name="connsiteY4" fmla="*/ 258 h 6345"/>
                  <a:gd name="connsiteX5" fmla="*/ 1120 w 6343"/>
                  <a:gd name="connsiteY5" fmla="*/ 1187 h 6345"/>
                  <a:gd name="connsiteX6" fmla="*/ 191 w 6343"/>
                  <a:gd name="connsiteY6" fmla="*/ 3430 h 6345"/>
                  <a:gd name="connsiteX7" fmla="*/ 1120 w 6343"/>
                  <a:gd name="connsiteY7" fmla="*/ 5674 h 6345"/>
                  <a:gd name="connsiteX8" fmla="*/ 3362 w 6343"/>
                  <a:gd name="connsiteY8" fmla="*/ 66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2" y="6603"/>
                    </a:moveTo>
                    <a:cubicBezTo>
                      <a:pt x="4204" y="6603"/>
                      <a:pt x="5010" y="6269"/>
                      <a:pt x="5605" y="5674"/>
                    </a:cubicBezTo>
                    <a:cubicBezTo>
                      <a:pt x="6200" y="5079"/>
                      <a:pt x="6534" y="4272"/>
                      <a:pt x="6534" y="3430"/>
                    </a:cubicBezTo>
                    <a:cubicBezTo>
                      <a:pt x="6534" y="2589"/>
                      <a:pt x="6200" y="1782"/>
                      <a:pt x="5605" y="1187"/>
                    </a:cubicBezTo>
                    <a:cubicBezTo>
                      <a:pt x="5010" y="592"/>
                      <a:pt x="4204" y="258"/>
                      <a:pt x="3362" y="258"/>
                    </a:cubicBezTo>
                    <a:cubicBezTo>
                      <a:pt x="2521" y="258"/>
                      <a:pt x="1715" y="592"/>
                      <a:pt x="1120" y="1187"/>
                    </a:cubicBezTo>
                    <a:cubicBezTo>
                      <a:pt x="525" y="1782"/>
                      <a:pt x="191" y="2589"/>
                      <a:pt x="191" y="3430"/>
                    </a:cubicBezTo>
                    <a:cubicBezTo>
                      <a:pt x="191" y="4272"/>
                      <a:pt x="525" y="5079"/>
                      <a:pt x="1120" y="5674"/>
                    </a:cubicBezTo>
                    <a:cubicBezTo>
                      <a:pt x="1715" y="6269"/>
                      <a:pt x="2521" y="6603"/>
                      <a:pt x="3362" y="66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32" name="Freeform: Shape 10531">
                <a:extLst>
                  <a:ext uri="{FF2B5EF4-FFF2-40B4-BE49-F238E27FC236}">
                    <a16:creationId xmlns:a16="http://schemas.microsoft.com/office/drawing/2014/main" id="{F4804A0B-E433-CC3C-B3FC-A672279A322D}"/>
                  </a:ext>
                </a:extLst>
              </p:cNvPr>
              <p:cNvSpPr/>
              <p:nvPr/>
            </p:nvSpPr>
            <p:spPr>
              <a:xfrm>
                <a:off x="8821473" y="6747753"/>
                <a:ext cx="6343" cy="6345"/>
              </a:xfrm>
              <a:custGeom>
                <a:avLst/>
                <a:gdLst>
                  <a:gd name="connsiteX0" fmla="*/ 3362 w 6343"/>
                  <a:gd name="connsiteY0" fmla="*/ 6603 h 6345"/>
                  <a:gd name="connsiteX1" fmla="*/ 5604 w 6343"/>
                  <a:gd name="connsiteY1" fmla="*/ 5674 h 6345"/>
                  <a:gd name="connsiteX2" fmla="*/ 6533 w 6343"/>
                  <a:gd name="connsiteY2" fmla="*/ 3430 h 6345"/>
                  <a:gd name="connsiteX3" fmla="*/ 5604 w 6343"/>
                  <a:gd name="connsiteY3" fmla="*/ 1187 h 6345"/>
                  <a:gd name="connsiteX4" fmla="*/ 3362 w 6343"/>
                  <a:gd name="connsiteY4" fmla="*/ 258 h 6345"/>
                  <a:gd name="connsiteX5" fmla="*/ 1119 w 6343"/>
                  <a:gd name="connsiteY5" fmla="*/ 1187 h 6345"/>
                  <a:gd name="connsiteX6" fmla="*/ 190 w 6343"/>
                  <a:gd name="connsiteY6" fmla="*/ 3430 h 6345"/>
                  <a:gd name="connsiteX7" fmla="*/ 1119 w 6343"/>
                  <a:gd name="connsiteY7" fmla="*/ 5674 h 6345"/>
                  <a:gd name="connsiteX8" fmla="*/ 3362 w 6343"/>
                  <a:gd name="connsiteY8" fmla="*/ 66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2" y="6603"/>
                    </a:moveTo>
                    <a:cubicBezTo>
                      <a:pt x="4203" y="6603"/>
                      <a:pt x="5010" y="6269"/>
                      <a:pt x="5604" y="5674"/>
                    </a:cubicBezTo>
                    <a:cubicBezTo>
                      <a:pt x="6199" y="5079"/>
                      <a:pt x="6533" y="4272"/>
                      <a:pt x="6533" y="3430"/>
                    </a:cubicBezTo>
                    <a:cubicBezTo>
                      <a:pt x="6533" y="2589"/>
                      <a:pt x="6199" y="1782"/>
                      <a:pt x="5604" y="1187"/>
                    </a:cubicBezTo>
                    <a:cubicBezTo>
                      <a:pt x="5010" y="592"/>
                      <a:pt x="4203" y="258"/>
                      <a:pt x="3362" y="258"/>
                    </a:cubicBezTo>
                    <a:cubicBezTo>
                      <a:pt x="2521" y="258"/>
                      <a:pt x="1714" y="592"/>
                      <a:pt x="1119" y="1187"/>
                    </a:cubicBezTo>
                    <a:cubicBezTo>
                      <a:pt x="524" y="1782"/>
                      <a:pt x="190" y="2589"/>
                      <a:pt x="190" y="3430"/>
                    </a:cubicBezTo>
                    <a:cubicBezTo>
                      <a:pt x="190" y="4272"/>
                      <a:pt x="524" y="5079"/>
                      <a:pt x="1119" y="5674"/>
                    </a:cubicBezTo>
                    <a:cubicBezTo>
                      <a:pt x="1714" y="6269"/>
                      <a:pt x="2521" y="6603"/>
                      <a:pt x="3362" y="66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33" name="Freeform: Shape 10532">
                <a:extLst>
                  <a:ext uri="{FF2B5EF4-FFF2-40B4-BE49-F238E27FC236}">
                    <a16:creationId xmlns:a16="http://schemas.microsoft.com/office/drawing/2014/main" id="{37261ABC-021D-5C63-F87E-8003ED957BF3}"/>
                  </a:ext>
                </a:extLst>
              </p:cNvPr>
              <p:cNvSpPr/>
              <p:nvPr/>
            </p:nvSpPr>
            <p:spPr>
              <a:xfrm>
                <a:off x="8766640" y="6750623"/>
                <a:ext cx="6343" cy="6345"/>
              </a:xfrm>
              <a:custGeom>
                <a:avLst/>
                <a:gdLst>
                  <a:gd name="connsiteX0" fmla="*/ 3357 w 6343"/>
                  <a:gd name="connsiteY0" fmla="*/ 6603 h 6345"/>
                  <a:gd name="connsiteX1" fmla="*/ 5600 w 6343"/>
                  <a:gd name="connsiteY1" fmla="*/ 5674 h 6345"/>
                  <a:gd name="connsiteX2" fmla="*/ 6529 w 6343"/>
                  <a:gd name="connsiteY2" fmla="*/ 3430 h 6345"/>
                  <a:gd name="connsiteX3" fmla="*/ 5600 w 6343"/>
                  <a:gd name="connsiteY3" fmla="*/ 1187 h 6345"/>
                  <a:gd name="connsiteX4" fmla="*/ 3357 w 6343"/>
                  <a:gd name="connsiteY4" fmla="*/ 258 h 6345"/>
                  <a:gd name="connsiteX5" fmla="*/ 1115 w 6343"/>
                  <a:gd name="connsiteY5" fmla="*/ 1187 h 6345"/>
                  <a:gd name="connsiteX6" fmla="*/ 186 w 6343"/>
                  <a:gd name="connsiteY6" fmla="*/ 3430 h 6345"/>
                  <a:gd name="connsiteX7" fmla="*/ 1115 w 6343"/>
                  <a:gd name="connsiteY7" fmla="*/ 5674 h 6345"/>
                  <a:gd name="connsiteX8" fmla="*/ 3357 w 6343"/>
                  <a:gd name="connsiteY8" fmla="*/ 66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603"/>
                    </a:moveTo>
                    <a:cubicBezTo>
                      <a:pt x="4199" y="6603"/>
                      <a:pt x="5005" y="6269"/>
                      <a:pt x="5600" y="5674"/>
                    </a:cubicBezTo>
                    <a:cubicBezTo>
                      <a:pt x="6195" y="5079"/>
                      <a:pt x="6529" y="4272"/>
                      <a:pt x="6529" y="3430"/>
                    </a:cubicBezTo>
                    <a:cubicBezTo>
                      <a:pt x="6529" y="2589"/>
                      <a:pt x="6195" y="1782"/>
                      <a:pt x="5600" y="1187"/>
                    </a:cubicBezTo>
                    <a:cubicBezTo>
                      <a:pt x="5005" y="592"/>
                      <a:pt x="4199" y="258"/>
                      <a:pt x="3357" y="258"/>
                    </a:cubicBezTo>
                    <a:cubicBezTo>
                      <a:pt x="2516" y="258"/>
                      <a:pt x="1710" y="592"/>
                      <a:pt x="1115" y="1187"/>
                    </a:cubicBezTo>
                    <a:cubicBezTo>
                      <a:pt x="520" y="1782"/>
                      <a:pt x="186" y="2589"/>
                      <a:pt x="186" y="3430"/>
                    </a:cubicBezTo>
                    <a:cubicBezTo>
                      <a:pt x="186" y="4272"/>
                      <a:pt x="520" y="5079"/>
                      <a:pt x="1115" y="5674"/>
                    </a:cubicBezTo>
                    <a:cubicBezTo>
                      <a:pt x="1710" y="6269"/>
                      <a:pt x="2516" y="6603"/>
                      <a:pt x="3357" y="66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34" name="Freeform: Shape 10533">
                <a:extLst>
                  <a:ext uri="{FF2B5EF4-FFF2-40B4-BE49-F238E27FC236}">
                    <a16:creationId xmlns:a16="http://schemas.microsoft.com/office/drawing/2014/main" id="{7E7E3EA0-5B80-8572-D6D1-4C281F59625A}"/>
                  </a:ext>
                </a:extLst>
              </p:cNvPr>
              <p:cNvSpPr/>
              <p:nvPr/>
            </p:nvSpPr>
            <p:spPr>
              <a:xfrm>
                <a:off x="8757020" y="6747912"/>
                <a:ext cx="6343" cy="6345"/>
              </a:xfrm>
              <a:custGeom>
                <a:avLst/>
                <a:gdLst>
                  <a:gd name="connsiteX0" fmla="*/ 3357 w 6343"/>
                  <a:gd name="connsiteY0" fmla="*/ 6603 h 6345"/>
                  <a:gd name="connsiteX1" fmla="*/ 5599 w 6343"/>
                  <a:gd name="connsiteY1" fmla="*/ 5674 h 6345"/>
                  <a:gd name="connsiteX2" fmla="*/ 6528 w 6343"/>
                  <a:gd name="connsiteY2" fmla="*/ 3430 h 6345"/>
                  <a:gd name="connsiteX3" fmla="*/ 5599 w 6343"/>
                  <a:gd name="connsiteY3" fmla="*/ 1187 h 6345"/>
                  <a:gd name="connsiteX4" fmla="*/ 3357 w 6343"/>
                  <a:gd name="connsiteY4" fmla="*/ 258 h 6345"/>
                  <a:gd name="connsiteX5" fmla="*/ 1114 w 6343"/>
                  <a:gd name="connsiteY5" fmla="*/ 1187 h 6345"/>
                  <a:gd name="connsiteX6" fmla="*/ 185 w 6343"/>
                  <a:gd name="connsiteY6" fmla="*/ 3430 h 6345"/>
                  <a:gd name="connsiteX7" fmla="*/ 1114 w 6343"/>
                  <a:gd name="connsiteY7" fmla="*/ 5674 h 6345"/>
                  <a:gd name="connsiteX8" fmla="*/ 3357 w 6343"/>
                  <a:gd name="connsiteY8" fmla="*/ 66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603"/>
                    </a:moveTo>
                    <a:cubicBezTo>
                      <a:pt x="4198" y="6603"/>
                      <a:pt x="5005" y="6269"/>
                      <a:pt x="5599" y="5674"/>
                    </a:cubicBezTo>
                    <a:cubicBezTo>
                      <a:pt x="6194" y="5079"/>
                      <a:pt x="6528" y="4272"/>
                      <a:pt x="6528" y="3430"/>
                    </a:cubicBezTo>
                    <a:cubicBezTo>
                      <a:pt x="6528" y="2589"/>
                      <a:pt x="6194" y="1782"/>
                      <a:pt x="5599" y="1187"/>
                    </a:cubicBezTo>
                    <a:cubicBezTo>
                      <a:pt x="5005" y="592"/>
                      <a:pt x="4198" y="258"/>
                      <a:pt x="3357" y="258"/>
                    </a:cubicBezTo>
                    <a:cubicBezTo>
                      <a:pt x="2516" y="258"/>
                      <a:pt x="1709" y="592"/>
                      <a:pt x="1114" y="1187"/>
                    </a:cubicBezTo>
                    <a:cubicBezTo>
                      <a:pt x="519" y="1782"/>
                      <a:pt x="185" y="2589"/>
                      <a:pt x="185" y="3430"/>
                    </a:cubicBezTo>
                    <a:cubicBezTo>
                      <a:pt x="185" y="4272"/>
                      <a:pt x="519" y="5079"/>
                      <a:pt x="1114" y="5674"/>
                    </a:cubicBezTo>
                    <a:cubicBezTo>
                      <a:pt x="1709" y="6269"/>
                      <a:pt x="2516" y="6603"/>
                      <a:pt x="3357" y="66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35" name="Freeform: Shape 10534">
                <a:extLst>
                  <a:ext uri="{FF2B5EF4-FFF2-40B4-BE49-F238E27FC236}">
                    <a16:creationId xmlns:a16="http://schemas.microsoft.com/office/drawing/2014/main" id="{E176110E-607F-4CE3-75B6-1FF5CEAE6EEB}"/>
                  </a:ext>
                </a:extLst>
              </p:cNvPr>
              <p:cNvSpPr/>
              <p:nvPr/>
            </p:nvSpPr>
            <p:spPr>
              <a:xfrm>
                <a:off x="8746837" y="6746327"/>
                <a:ext cx="6343" cy="6345"/>
              </a:xfrm>
              <a:custGeom>
                <a:avLst/>
                <a:gdLst>
                  <a:gd name="connsiteX0" fmla="*/ 3356 w 6343"/>
                  <a:gd name="connsiteY0" fmla="*/ 6603 h 6345"/>
                  <a:gd name="connsiteX1" fmla="*/ 5598 w 6343"/>
                  <a:gd name="connsiteY1" fmla="*/ 5674 h 6345"/>
                  <a:gd name="connsiteX2" fmla="*/ 6527 w 6343"/>
                  <a:gd name="connsiteY2" fmla="*/ 3430 h 6345"/>
                  <a:gd name="connsiteX3" fmla="*/ 5598 w 6343"/>
                  <a:gd name="connsiteY3" fmla="*/ 1187 h 6345"/>
                  <a:gd name="connsiteX4" fmla="*/ 3356 w 6343"/>
                  <a:gd name="connsiteY4" fmla="*/ 257 h 6345"/>
                  <a:gd name="connsiteX5" fmla="*/ 1113 w 6343"/>
                  <a:gd name="connsiteY5" fmla="*/ 1187 h 6345"/>
                  <a:gd name="connsiteX6" fmla="*/ 184 w 6343"/>
                  <a:gd name="connsiteY6" fmla="*/ 3430 h 6345"/>
                  <a:gd name="connsiteX7" fmla="*/ 1113 w 6343"/>
                  <a:gd name="connsiteY7" fmla="*/ 5674 h 6345"/>
                  <a:gd name="connsiteX8" fmla="*/ 3356 w 6343"/>
                  <a:gd name="connsiteY8" fmla="*/ 660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603"/>
                    </a:moveTo>
                    <a:cubicBezTo>
                      <a:pt x="4197" y="6603"/>
                      <a:pt x="5004" y="6269"/>
                      <a:pt x="5598" y="5674"/>
                    </a:cubicBezTo>
                    <a:cubicBezTo>
                      <a:pt x="6193" y="5079"/>
                      <a:pt x="6527" y="4272"/>
                      <a:pt x="6527" y="3430"/>
                    </a:cubicBezTo>
                    <a:cubicBezTo>
                      <a:pt x="6527" y="2589"/>
                      <a:pt x="6193" y="1782"/>
                      <a:pt x="5598" y="1187"/>
                    </a:cubicBezTo>
                    <a:cubicBezTo>
                      <a:pt x="5004" y="592"/>
                      <a:pt x="4197" y="257"/>
                      <a:pt x="3356" y="257"/>
                    </a:cubicBezTo>
                    <a:cubicBezTo>
                      <a:pt x="2515" y="257"/>
                      <a:pt x="1708" y="592"/>
                      <a:pt x="1113" y="1187"/>
                    </a:cubicBezTo>
                    <a:cubicBezTo>
                      <a:pt x="518" y="1782"/>
                      <a:pt x="184" y="2589"/>
                      <a:pt x="184" y="3430"/>
                    </a:cubicBezTo>
                    <a:cubicBezTo>
                      <a:pt x="184" y="4272"/>
                      <a:pt x="518" y="5079"/>
                      <a:pt x="1113" y="5674"/>
                    </a:cubicBezTo>
                    <a:cubicBezTo>
                      <a:pt x="1708" y="6269"/>
                      <a:pt x="2515" y="6603"/>
                      <a:pt x="3356" y="66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36" name="Freeform: Shape 10535">
                <a:extLst>
                  <a:ext uri="{FF2B5EF4-FFF2-40B4-BE49-F238E27FC236}">
                    <a16:creationId xmlns:a16="http://schemas.microsoft.com/office/drawing/2014/main" id="{31E82F60-82DC-D00E-477F-2A538DA38E84}"/>
                  </a:ext>
                </a:extLst>
              </p:cNvPr>
              <p:cNvSpPr/>
              <p:nvPr/>
            </p:nvSpPr>
            <p:spPr>
              <a:xfrm>
                <a:off x="8970936" y="6264493"/>
                <a:ext cx="6343" cy="6345"/>
              </a:xfrm>
              <a:custGeom>
                <a:avLst/>
                <a:gdLst>
                  <a:gd name="connsiteX0" fmla="*/ 3374 w 6343"/>
                  <a:gd name="connsiteY0" fmla="*/ 6565 h 6345"/>
                  <a:gd name="connsiteX1" fmla="*/ 5616 w 6343"/>
                  <a:gd name="connsiteY1" fmla="*/ 5636 h 6345"/>
                  <a:gd name="connsiteX2" fmla="*/ 6545 w 6343"/>
                  <a:gd name="connsiteY2" fmla="*/ 3392 h 6345"/>
                  <a:gd name="connsiteX3" fmla="*/ 5616 w 6343"/>
                  <a:gd name="connsiteY3" fmla="*/ 1149 h 6345"/>
                  <a:gd name="connsiteX4" fmla="*/ 3374 w 6343"/>
                  <a:gd name="connsiteY4" fmla="*/ 219 h 6345"/>
                  <a:gd name="connsiteX5" fmla="*/ 1131 w 6343"/>
                  <a:gd name="connsiteY5" fmla="*/ 1149 h 6345"/>
                  <a:gd name="connsiteX6" fmla="*/ 202 w 6343"/>
                  <a:gd name="connsiteY6" fmla="*/ 3392 h 6345"/>
                  <a:gd name="connsiteX7" fmla="*/ 1131 w 6343"/>
                  <a:gd name="connsiteY7" fmla="*/ 5636 h 6345"/>
                  <a:gd name="connsiteX8" fmla="*/ 3374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565"/>
                    </a:moveTo>
                    <a:cubicBezTo>
                      <a:pt x="4215" y="6565"/>
                      <a:pt x="5021" y="6231"/>
                      <a:pt x="5616" y="5636"/>
                    </a:cubicBezTo>
                    <a:cubicBezTo>
                      <a:pt x="6211" y="5041"/>
                      <a:pt x="6545" y="4234"/>
                      <a:pt x="6545" y="3392"/>
                    </a:cubicBezTo>
                    <a:cubicBezTo>
                      <a:pt x="6545" y="2551"/>
                      <a:pt x="6211" y="1744"/>
                      <a:pt x="5616" y="1149"/>
                    </a:cubicBezTo>
                    <a:cubicBezTo>
                      <a:pt x="5021" y="554"/>
                      <a:pt x="4215" y="219"/>
                      <a:pt x="3374" y="219"/>
                    </a:cubicBezTo>
                    <a:cubicBezTo>
                      <a:pt x="2532" y="219"/>
                      <a:pt x="1726" y="554"/>
                      <a:pt x="1131" y="1149"/>
                    </a:cubicBezTo>
                    <a:cubicBezTo>
                      <a:pt x="536" y="1744"/>
                      <a:pt x="202" y="2551"/>
                      <a:pt x="202" y="3392"/>
                    </a:cubicBezTo>
                    <a:cubicBezTo>
                      <a:pt x="202" y="4234"/>
                      <a:pt x="536" y="5041"/>
                      <a:pt x="1131" y="5636"/>
                    </a:cubicBezTo>
                    <a:cubicBezTo>
                      <a:pt x="1726" y="6231"/>
                      <a:pt x="2532" y="6565"/>
                      <a:pt x="3374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37" name="Freeform: Shape 10536">
                <a:extLst>
                  <a:ext uri="{FF2B5EF4-FFF2-40B4-BE49-F238E27FC236}">
                    <a16:creationId xmlns:a16="http://schemas.microsoft.com/office/drawing/2014/main" id="{75954A80-1519-5DB3-9BB2-2C1F5446756C}"/>
                  </a:ext>
                </a:extLst>
              </p:cNvPr>
              <p:cNvSpPr/>
              <p:nvPr/>
            </p:nvSpPr>
            <p:spPr>
              <a:xfrm>
                <a:off x="8968117" y="6255265"/>
                <a:ext cx="6343" cy="6345"/>
              </a:xfrm>
              <a:custGeom>
                <a:avLst/>
                <a:gdLst>
                  <a:gd name="connsiteX0" fmla="*/ 3373 w 6343"/>
                  <a:gd name="connsiteY0" fmla="*/ 6564 h 6345"/>
                  <a:gd name="connsiteX1" fmla="*/ 5616 w 6343"/>
                  <a:gd name="connsiteY1" fmla="*/ 5635 h 6345"/>
                  <a:gd name="connsiteX2" fmla="*/ 6545 w 6343"/>
                  <a:gd name="connsiteY2" fmla="*/ 3391 h 6345"/>
                  <a:gd name="connsiteX3" fmla="*/ 5616 w 6343"/>
                  <a:gd name="connsiteY3" fmla="*/ 1148 h 6345"/>
                  <a:gd name="connsiteX4" fmla="*/ 3373 w 6343"/>
                  <a:gd name="connsiteY4" fmla="*/ 219 h 6345"/>
                  <a:gd name="connsiteX5" fmla="*/ 1131 w 6343"/>
                  <a:gd name="connsiteY5" fmla="*/ 1148 h 6345"/>
                  <a:gd name="connsiteX6" fmla="*/ 202 w 6343"/>
                  <a:gd name="connsiteY6" fmla="*/ 3391 h 6345"/>
                  <a:gd name="connsiteX7" fmla="*/ 1131 w 6343"/>
                  <a:gd name="connsiteY7" fmla="*/ 5635 h 6345"/>
                  <a:gd name="connsiteX8" fmla="*/ 3373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64"/>
                    </a:moveTo>
                    <a:cubicBezTo>
                      <a:pt x="4214" y="6564"/>
                      <a:pt x="5021" y="6230"/>
                      <a:pt x="5616" y="5635"/>
                    </a:cubicBezTo>
                    <a:cubicBezTo>
                      <a:pt x="6211" y="5040"/>
                      <a:pt x="6545" y="4233"/>
                      <a:pt x="6545" y="3391"/>
                    </a:cubicBezTo>
                    <a:cubicBezTo>
                      <a:pt x="6545" y="2550"/>
                      <a:pt x="6211" y="1743"/>
                      <a:pt x="5616" y="1148"/>
                    </a:cubicBezTo>
                    <a:cubicBezTo>
                      <a:pt x="5021" y="553"/>
                      <a:pt x="4214" y="219"/>
                      <a:pt x="3373" y="219"/>
                    </a:cubicBezTo>
                    <a:cubicBezTo>
                      <a:pt x="2532" y="219"/>
                      <a:pt x="1725" y="553"/>
                      <a:pt x="1131" y="1148"/>
                    </a:cubicBezTo>
                    <a:cubicBezTo>
                      <a:pt x="536" y="1743"/>
                      <a:pt x="202" y="2550"/>
                      <a:pt x="202" y="3391"/>
                    </a:cubicBezTo>
                    <a:cubicBezTo>
                      <a:pt x="202" y="4233"/>
                      <a:pt x="536" y="5040"/>
                      <a:pt x="1131" y="5635"/>
                    </a:cubicBezTo>
                    <a:cubicBezTo>
                      <a:pt x="1725" y="6230"/>
                      <a:pt x="2532" y="6564"/>
                      <a:pt x="3373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38" name="Freeform: Shape 10537">
                <a:extLst>
                  <a:ext uri="{FF2B5EF4-FFF2-40B4-BE49-F238E27FC236}">
                    <a16:creationId xmlns:a16="http://schemas.microsoft.com/office/drawing/2014/main" id="{BB27F27B-B538-0E9E-7E5D-D9C0CF6DC532}"/>
                  </a:ext>
                </a:extLst>
              </p:cNvPr>
              <p:cNvSpPr/>
              <p:nvPr/>
            </p:nvSpPr>
            <p:spPr>
              <a:xfrm>
                <a:off x="8966211" y="6244411"/>
                <a:ext cx="6343" cy="6345"/>
              </a:xfrm>
              <a:custGeom>
                <a:avLst/>
                <a:gdLst>
                  <a:gd name="connsiteX0" fmla="*/ 3373 w 6343"/>
                  <a:gd name="connsiteY0" fmla="*/ 6563 h 6345"/>
                  <a:gd name="connsiteX1" fmla="*/ 5616 w 6343"/>
                  <a:gd name="connsiteY1" fmla="*/ 5634 h 6345"/>
                  <a:gd name="connsiteX2" fmla="*/ 6545 w 6343"/>
                  <a:gd name="connsiteY2" fmla="*/ 3391 h 6345"/>
                  <a:gd name="connsiteX3" fmla="*/ 5616 w 6343"/>
                  <a:gd name="connsiteY3" fmla="*/ 1147 h 6345"/>
                  <a:gd name="connsiteX4" fmla="*/ 3373 w 6343"/>
                  <a:gd name="connsiteY4" fmla="*/ 218 h 6345"/>
                  <a:gd name="connsiteX5" fmla="*/ 1130 w 6343"/>
                  <a:gd name="connsiteY5" fmla="*/ 1147 h 6345"/>
                  <a:gd name="connsiteX6" fmla="*/ 202 w 6343"/>
                  <a:gd name="connsiteY6" fmla="*/ 3391 h 6345"/>
                  <a:gd name="connsiteX7" fmla="*/ 1130 w 6343"/>
                  <a:gd name="connsiteY7" fmla="*/ 5634 h 6345"/>
                  <a:gd name="connsiteX8" fmla="*/ 3373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63"/>
                    </a:moveTo>
                    <a:cubicBezTo>
                      <a:pt x="4214" y="6563"/>
                      <a:pt x="5021" y="6229"/>
                      <a:pt x="5616" y="5634"/>
                    </a:cubicBezTo>
                    <a:cubicBezTo>
                      <a:pt x="6211" y="5039"/>
                      <a:pt x="6545" y="4232"/>
                      <a:pt x="6545" y="3391"/>
                    </a:cubicBezTo>
                    <a:cubicBezTo>
                      <a:pt x="6545" y="2549"/>
                      <a:pt x="6211" y="1742"/>
                      <a:pt x="5616" y="1147"/>
                    </a:cubicBezTo>
                    <a:cubicBezTo>
                      <a:pt x="5021" y="552"/>
                      <a:pt x="4214" y="218"/>
                      <a:pt x="3373" y="218"/>
                    </a:cubicBezTo>
                    <a:cubicBezTo>
                      <a:pt x="2532" y="218"/>
                      <a:pt x="1725" y="552"/>
                      <a:pt x="1130" y="1147"/>
                    </a:cubicBezTo>
                    <a:cubicBezTo>
                      <a:pt x="536" y="1742"/>
                      <a:pt x="202" y="2549"/>
                      <a:pt x="202" y="3391"/>
                    </a:cubicBezTo>
                    <a:cubicBezTo>
                      <a:pt x="202" y="4232"/>
                      <a:pt x="536" y="5039"/>
                      <a:pt x="1130" y="5634"/>
                    </a:cubicBezTo>
                    <a:cubicBezTo>
                      <a:pt x="1725" y="6229"/>
                      <a:pt x="2532" y="6563"/>
                      <a:pt x="3373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39" name="Freeform: Shape 10538">
                <a:extLst>
                  <a:ext uri="{FF2B5EF4-FFF2-40B4-BE49-F238E27FC236}">
                    <a16:creationId xmlns:a16="http://schemas.microsoft.com/office/drawing/2014/main" id="{BE4B92C3-111E-A1B5-950E-C99334257CE9}"/>
                  </a:ext>
                </a:extLst>
              </p:cNvPr>
              <p:cNvSpPr/>
              <p:nvPr/>
            </p:nvSpPr>
            <p:spPr>
              <a:xfrm>
                <a:off x="8960876" y="6240507"/>
                <a:ext cx="6343" cy="6345"/>
              </a:xfrm>
              <a:custGeom>
                <a:avLst/>
                <a:gdLst>
                  <a:gd name="connsiteX0" fmla="*/ 3373 w 6343"/>
                  <a:gd name="connsiteY0" fmla="*/ 6563 h 6345"/>
                  <a:gd name="connsiteX1" fmla="*/ 5615 w 6343"/>
                  <a:gd name="connsiteY1" fmla="*/ 5634 h 6345"/>
                  <a:gd name="connsiteX2" fmla="*/ 6544 w 6343"/>
                  <a:gd name="connsiteY2" fmla="*/ 3390 h 6345"/>
                  <a:gd name="connsiteX3" fmla="*/ 5615 w 6343"/>
                  <a:gd name="connsiteY3" fmla="*/ 1147 h 6345"/>
                  <a:gd name="connsiteX4" fmla="*/ 3373 w 6343"/>
                  <a:gd name="connsiteY4" fmla="*/ 218 h 6345"/>
                  <a:gd name="connsiteX5" fmla="*/ 1130 w 6343"/>
                  <a:gd name="connsiteY5" fmla="*/ 1147 h 6345"/>
                  <a:gd name="connsiteX6" fmla="*/ 201 w 6343"/>
                  <a:gd name="connsiteY6" fmla="*/ 3390 h 6345"/>
                  <a:gd name="connsiteX7" fmla="*/ 1130 w 6343"/>
                  <a:gd name="connsiteY7" fmla="*/ 5634 h 6345"/>
                  <a:gd name="connsiteX8" fmla="*/ 3373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63"/>
                    </a:moveTo>
                    <a:cubicBezTo>
                      <a:pt x="4214" y="6563"/>
                      <a:pt x="5021" y="6229"/>
                      <a:pt x="5615" y="5634"/>
                    </a:cubicBezTo>
                    <a:cubicBezTo>
                      <a:pt x="6210" y="5039"/>
                      <a:pt x="6544" y="4232"/>
                      <a:pt x="6544" y="3390"/>
                    </a:cubicBezTo>
                    <a:cubicBezTo>
                      <a:pt x="6544" y="2549"/>
                      <a:pt x="6210" y="1742"/>
                      <a:pt x="5615" y="1147"/>
                    </a:cubicBezTo>
                    <a:cubicBezTo>
                      <a:pt x="5021" y="552"/>
                      <a:pt x="4214" y="218"/>
                      <a:pt x="3373" y="218"/>
                    </a:cubicBezTo>
                    <a:cubicBezTo>
                      <a:pt x="2532" y="218"/>
                      <a:pt x="1725" y="552"/>
                      <a:pt x="1130" y="1147"/>
                    </a:cubicBezTo>
                    <a:cubicBezTo>
                      <a:pt x="535" y="1742"/>
                      <a:pt x="201" y="2549"/>
                      <a:pt x="201" y="3390"/>
                    </a:cubicBezTo>
                    <a:cubicBezTo>
                      <a:pt x="201" y="4232"/>
                      <a:pt x="535" y="5039"/>
                      <a:pt x="1130" y="5634"/>
                    </a:cubicBezTo>
                    <a:cubicBezTo>
                      <a:pt x="1725" y="6229"/>
                      <a:pt x="2532" y="6563"/>
                      <a:pt x="3373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40" name="Freeform: Shape 10539">
                <a:extLst>
                  <a:ext uri="{FF2B5EF4-FFF2-40B4-BE49-F238E27FC236}">
                    <a16:creationId xmlns:a16="http://schemas.microsoft.com/office/drawing/2014/main" id="{FA32D808-0F2E-8026-19B5-E9BFA18FA0FE}"/>
                  </a:ext>
                </a:extLst>
              </p:cNvPr>
              <p:cNvSpPr/>
              <p:nvPr/>
            </p:nvSpPr>
            <p:spPr>
              <a:xfrm>
                <a:off x="8954357" y="6238915"/>
                <a:ext cx="6343" cy="6345"/>
              </a:xfrm>
              <a:custGeom>
                <a:avLst/>
                <a:gdLst>
                  <a:gd name="connsiteX0" fmla="*/ 3372 w 6343"/>
                  <a:gd name="connsiteY0" fmla="*/ 6563 h 6345"/>
                  <a:gd name="connsiteX1" fmla="*/ 5615 w 6343"/>
                  <a:gd name="connsiteY1" fmla="*/ 5634 h 6345"/>
                  <a:gd name="connsiteX2" fmla="*/ 6544 w 6343"/>
                  <a:gd name="connsiteY2" fmla="*/ 3390 h 6345"/>
                  <a:gd name="connsiteX3" fmla="*/ 5615 w 6343"/>
                  <a:gd name="connsiteY3" fmla="*/ 1147 h 6345"/>
                  <a:gd name="connsiteX4" fmla="*/ 3372 w 6343"/>
                  <a:gd name="connsiteY4" fmla="*/ 217 h 6345"/>
                  <a:gd name="connsiteX5" fmla="*/ 1130 w 6343"/>
                  <a:gd name="connsiteY5" fmla="*/ 1147 h 6345"/>
                  <a:gd name="connsiteX6" fmla="*/ 201 w 6343"/>
                  <a:gd name="connsiteY6" fmla="*/ 3390 h 6345"/>
                  <a:gd name="connsiteX7" fmla="*/ 1130 w 6343"/>
                  <a:gd name="connsiteY7" fmla="*/ 5634 h 6345"/>
                  <a:gd name="connsiteX8" fmla="*/ 337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63"/>
                    </a:moveTo>
                    <a:cubicBezTo>
                      <a:pt x="4213" y="6563"/>
                      <a:pt x="5020" y="6229"/>
                      <a:pt x="5615" y="5634"/>
                    </a:cubicBezTo>
                    <a:cubicBezTo>
                      <a:pt x="6210" y="5039"/>
                      <a:pt x="6544" y="4232"/>
                      <a:pt x="6544" y="3390"/>
                    </a:cubicBezTo>
                    <a:cubicBezTo>
                      <a:pt x="6544" y="2549"/>
                      <a:pt x="6210" y="1742"/>
                      <a:pt x="5615" y="1147"/>
                    </a:cubicBezTo>
                    <a:cubicBezTo>
                      <a:pt x="5020" y="552"/>
                      <a:pt x="4213" y="217"/>
                      <a:pt x="3372" y="217"/>
                    </a:cubicBezTo>
                    <a:cubicBezTo>
                      <a:pt x="2531" y="217"/>
                      <a:pt x="1724" y="552"/>
                      <a:pt x="1130" y="1147"/>
                    </a:cubicBezTo>
                    <a:cubicBezTo>
                      <a:pt x="535" y="1742"/>
                      <a:pt x="201" y="2549"/>
                      <a:pt x="201" y="3390"/>
                    </a:cubicBezTo>
                    <a:cubicBezTo>
                      <a:pt x="201" y="4232"/>
                      <a:pt x="535" y="5039"/>
                      <a:pt x="1130" y="5634"/>
                    </a:cubicBezTo>
                    <a:cubicBezTo>
                      <a:pt x="1724" y="6229"/>
                      <a:pt x="2531" y="6563"/>
                      <a:pt x="337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41" name="Freeform: Shape 10540">
                <a:extLst>
                  <a:ext uri="{FF2B5EF4-FFF2-40B4-BE49-F238E27FC236}">
                    <a16:creationId xmlns:a16="http://schemas.microsoft.com/office/drawing/2014/main" id="{EAA68F04-204B-CB55-FBB8-FD7B6BEC6007}"/>
                  </a:ext>
                </a:extLst>
              </p:cNvPr>
              <p:cNvSpPr/>
              <p:nvPr/>
            </p:nvSpPr>
            <p:spPr>
              <a:xfrm>
                <a:off x="8972334" y="6190754"/>
                <a:ext cx="6343" cy="6345"/>
              </a:xfrm>
              <a:custGeom>
                <a:avLst/>
                <a:gdLst>
                  <a:gd name="connsiteX0" fmla="*/ 3374 w 6343"/>
                  <a:gd name="connsiteY0" fmla="*/ 6559 h 6345"/>
                  <a:gd name="connsiteX1" fmla="*/ 5616 w 6343"/>
                  <a:gd name="connsiteY1" fmla="*/ 5630 h 6345"/>
                  <a:gd name="connsiteX2" fmla="*/ 6545 w 6343"/>
                  <a:gd name="connsiteY2" fmla="*/ 3386 h 6345"/>
                  <a:gd name="connsiteX3" fmla="*/ 5616 w 6343"/>
                  <a:gd name="connsiteY3" fmla="*/ 1143 h 6345"/>
                  <a:gd name="connsiteX4" fmla="*/ 3374 w 6343"/>
                  <a:gd name="connsiteY4" fmla="*/ 214 h 6345"/>
                  <a:gd name="connsiteX5" fmla="*/ 1131 w 6343"/>
                  <a:gd name="connsiteY5" fmla="*/ 1143 h 6345"/>
                  <a:gd name="connsiteX6" fmla="*/ 202 w 6343"/>
                  <a:gd name="connsiteY6" fmla="*/ 3386 h 6345"/>
                  <a:gd name="connsiteX7" fmla="*/ 1131 w 6343"/>
                  <a:gd name="connsiteY7" fmla="*/ 5630 h 6345"/>
                  <a:gd name="connsiteX8" fmla="*/ 337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559"/>
                    </a:moveTo>
                    <a:cubicBezTo>
                      <a:pt x="4215" y="6559"/>
                      <a:pt x="5021" y="6225"/>
                      <a:pt x="5616" y="5630"/>
                    </a:cubicBezTo>
                    <a:cubicBezTo>
                      <a:pt x="6211" y="5035"/>
                      <a:pt x="6545" y="4228"/>
                      <a:pt x="6545" y="3386"/>
                    </a:cubicBezTo>
                    <a:cubicBezTo>
                      <a:pt x="6545" y="2545"/>
                      <a:pt x="6211" y="1738"/>
                      <a:pt x="5616" y="1143"/>
                    </a:cubicBezTo>
                    <a:cubicBezTo>
                      <a:pt x="5021" y="548"/>
                      <a:pt x="4215" y="214"/>
                      <a:pt x="3374" y="214"/>
                    </a:cubicBezTo>
                    <a:cubicBezTo>
                      <a:pt x="2533" y="214"/>
                      <a:pt x="1726" y="548"/>
                      <a:pt x="1131" y="1143"/>
                    </a:cubicBezTo>
                    <a:cubicBezTo>
                      <a:pt x="536" y="1738"/>
                      <a:pt x="202" y="2545"/>
                      <a:pt x="202" y="3386"/>
                    </a:cubicBezTo>
                    <a:cubicBezTo>
                      <a:pt x="202" y="4228"/>
                      <a:pt x="536" y="5035"/>
                      <a:pt x="1131" y="5630"/>
                    </a:cubicBezTo>
                    <a:cubicBezTo>
                      <a:pt x="1726" y="6225"/>
                      <a:pt x="2533" y="6559"/>
                      <a:pt x="337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42" name="Freeform: Shape 10541">
                <a:extLst>
                  <a:ext uri="{FF2B5EF4-FFF2-40B4-BE49-F238E27FC236}">
                    <a16:creationId xmlns:a16="http://schemas.microsoft.com/office/drawing/2014/main" id="{05722100-E5E5-57D0-A52F-4040915B9B91}"/>
                  </a:ext>
                </a:extLst>
              </p:cNvPr>
              <p:cNvSpPr/>
              <p:nvPr/>
            </p:nvSpPr>
            <p:spPr>
              <a:xfrm>
                <a:off x="8966369" y="6188726"/>
                <a:ext cx="6343" cy="6345"/>
              </a:xfrm>
              <a:custGeom>
                <a:avLst/>
                <a:gdLst>
                  <a:gd name="connsiteX0" fmla="*/ 3373 w 6343"/>
                  <a:gd name="connsiteY0" fmla="*/ 6559 h 6345"/>
                  <a:gd name="connsiteX1" fmla="*/ 5616 w 6343"/>
                  <a:gd name="connsiteY1" fmla="*/ 5630 h 6345"/>
                  <a:gd name="connsiteX2" fmla="*/ 6545 w 6343"/>
                  <a:gd name="connsiteY2" fmla="*/ 3386 h 6345"/>
                  <a:gd name="connsiteX3" fmla="*/ 5616 w 6343"/>
                  <a:gd name="connsiteY3" fmla="*/ 1143 h 6345"/>
                  <a:gd name="connsiteX4" fmla="*/ 3373 w 6343"/>
                  <a:gd name="connsiteY4" fmla="*/ 213 h 6345"/>
                  <a:gd name="connsiteX5" fmla="*/ 1131 w 6343"/>
                  <a:gd name="connsiteY5" fmla="*/ 1143 h 6345"/>
                  <a:gd name="connsiteX6" fmla="*/ 202 w 6343"/>
                  <a:gd name="connsiteY6" fmla="*/ 3386 h 6345"/>
                  <a:gd name="connsiteX7" fmla="*/ 1131 w 6343"/>
                  <a:gd name="connsiteY7" fmla="*/ 5630 h 6345"/>
                  <a:gd name="connsiteX8" fmla="*/ 337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59"/>
                    </a:moveTo>
                    <a:cubicBezTo>
                      <a:pt x="4214" y="6559"/>
                      <a:pt x="5021" y="6225"/>
                      <a:pt x="5616" y="5630"/>
                    </a:cubicBezTo>
                    <a:cubicBezTo>
                      <a:pt x="6211" y="5035"/>
                      <a:pt x="6545" y="4228"/>
                      <a:pt x="6545" y="3386"/>
                    </a:cubicBezTo>
                    <a:cubicBezTo>
                      <a:pt x="6545" y="2545"/>
                      <a:pt x="6211" y="1738"/>
                      <a:pt x="5616" y="1143"/>
                    </a:cubicBezTo>
                    <a:cubicBezTo>
                      <a:pt x="5021" y="548"/>
                      <a:pt x="4214" y="213"/>
                      <a:pt x="3373" y="213"/>
                    </a:cubicBezTo>
                    <a:cubicBezTo>
                      <a:pt x="2532" y="213"/>
                      <a:pt x="1725" y="548"/>
                      <a:pt x="1131" y="1143"/>
                    </a:cubicBezTo>
                    <a:cubicBezTo>
                      <a:pt x="536" y="1738"/>
                      <a:pt x="202" y="2545"/>
                      <a:pt x="202" y="3386"/>
                    </a:cubicBezTo>
                    <a:cubicBezTo>
                      <a:pt x="202" y="4228"/>
                      <a:pt x="536" y="5035"/>
                      <a:pt x="1131" y="5630"/>
                    </a:cubicBezTo>
                    <a:cubicBezTo>
                      <a:pt x="1725" y="6225"/>
                      <a:pt x="2532" y="6559"/>
                      <a:pt x="337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43" name="Freeform: Shape 10542">
                <a:extLst>
                  <a:ext uri="{FF2B5EF4-FFF2-40B4-BE49-F238E27FC236}">
                    <a16:creationId xmlns:a16="http://schemas.microsoft.com/office/drawing/2014/main" id="{195F2A74-F5A6-514A-1C51-4501A8F1568E}"/>
                  </a:ext>
                </a:extLst>
              </p:cNvPr>
              <p:cNvSpPr/>
              <p:nvPr/>
            </p:nvSpPr>
            <p:spPr>
              <a:xfrm>
                <a:off x="8960710" y="6186106"/>
                <a:ext cx="6343" cy="6345"/>
              </a:xfrm>
              <a:custGeom>
                <a:avLst/>
                <a:gdLst>
                  <a:gd name="connsiteX0" fmla="*/ 3373 w 6343"/>
                  <a:gd name="connsiteY0" fmla="*/ 6559 h 6345"/>
                  <a:gd name="connsiteX1" fmla="*/ 5615 w 6343"/>
                  <a:gd name="connsiteY1" fmla="*/ 5629 h 6345"/>
                  <a:gd name="connsiteX2" fmla="*/ 6544 w 6343"/>
                  <a:gd name="connsiteY2" fmla="*/ 3386 h 6345"/>
                  <a:gd name="connsiteX3" fmla="*/ 5615 w 6343"/>
                  <a:gd name="connsiteY3" fmla="*/ 1143 h 6345"/>
                  <a:gd name="connsiteX4" fmla="*/ 3373 w 6343"/>
                  <a:gd name="connsiteY4" fmla="*/ 213 h 6345"/>
                  <a:gd name="connsiteX5" fmla="*/ 1130 w 6343"/>
                  <a:gd name="connsiteY5" fmla="*/ 1143 h 6345"/>
                  <a:gd name="connsiteX6" fmla="*/ 201 w 6343"/>
                  <a:gd name="connsiteY6" fmla="*/ 3386 h 6345"/>
                  <a:gd name="connsiteX7" fmla="*/ 1130 w 6343"/>
                  <a:gd name="connsiteY7" fmla="*/ 5629 h 6345"/>
                  <a:gd name="connsiteX8" fmla="*/ 337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59"/>
                    </a:moveTo>
                    <a:cubicBezTo>
                      <a:pt x="4214" y="6559"/>
                      <a:pt x="5021" y="6224"/>
                      <a:pt x="5615" y="5629"/>
                    </a:cubicBezTo>
                    <a:cubicBezTo>
                      <a:pt x="6210" y="5034"/>
                      <a:pt x="6544" y="4227"/>
                      <a:pt x="6544" y="3386"/>
                    </a:cubicBezTo>
                    <a:cubicBezTo>
                      <a:pt x="6544" y="2545"/>
                      <a:pt x="6210" y="1738"/>
                      <a:pt x="5615" y="1143"/>
                    </a:cubicBezTo>
                    <a:cubicBezTo>
                      <a:pt x="5021" y="548"/>
                      <a:pt x="4214" y="213"/>
                      <a:pt x="3373" y="213"/>
                    </a:cubicBezTo>
                    <a:cubicBezTo>
                      <a:pt x="2532" y="213"/>
                      <a:pt x="1725" y="548"/>
                      <a:pt x="1130" y="1143"/>
                    </a:cubicBezTo>
                    <a:cubicBezTo>
                      <a:pt x="535" y="1738"/>
                      <a:pt x="201" y="2545"/>
                      <a:pt x="201" y="3386"/>
                    </a:cubicBezTo>
                    <a:cubicBezTo>
                      <a:pt x="201" y="4227"/>
                      <a:pt x="535" y="5034"/>
                      <a:pt x="1130" y="5629"/>
                    </a:cubicBezTo>
                    <a:cubicBezTo>
                      <a:pt x="1725" y="6224"/>
                      <a:pt x="2532" y="6559"/>
                      <a:pt x="337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44" name="Freeform: Shape 10543">
                <a:extLst>
                  <a:ext uri="{FF2B5EF4-FFF2-40B4-BE49-F238E27FC236}">
                    <a16:creationId xmlns:a16="http://schemas.microsoft.com/office/drawing/2014/main" id="{C43EA0EB-56D0-237F-B29D-0E81B633C459}"/>
                  </a:ext>
                </a:extLst>
              </p:cNvPr>
              <p:cNvSpPr/>
              <p:nvPr/>
            </p:nvSpPr>
            <p:spPr>
              <a:xfrm>
                <a:off x="8954581" y="6184331"/>
                <a:ext cx="6343" cy="6345"/>
              </a:xfrm>
              <a:custGeom>
                <a:avLst/>
                <a:gdLst>
                  <a:gd name="connsiteX0" fmla="*/ 3372 w 6343"/>
                  <a:gd name="connsiteY0" fmla="*/ 6559 h 6345"/>
                  <a:gd name="connsiteX1" fmla="*/ 5615 w 6343"/>
                  <a:gd name="connsiteY1" fmla="*/ 5629 h 6345"/>
                  <a:gd name="connsiteX2" fmla="*/ 6544 w 6343"/>
                  <a:gd name="connsiteY2" fmla="*/ 3386 h 6345"/>
                  <a:gd name="connsiteX3" fmla="*/ 5615 w 6343"/>
                  <a:gd name="connsiteY3" fmla="*/ 1142 h 6345"/>
                  <a:gd name="connsiteX4" fmla="*/ 3372 w 6343"/>
                  <a:gd name="connsiteY4" fmla="*/ 213 h 6345"/>
                  <a:gd name="connsiteX5" fmla="*/ 1130 w 6343"/>
                  <a:gd name="connsiteY5" fmla="*/ 1142 h 6345"/>
                  <a:gd name="connsiteX6" fmla="*/ 201 w 6343"/>
                  <a:gd name="connsiteY6" fmla="*/ 3386 h 6345"/>
                  <a:gd name="connsiteX7" fmla="*/ 1130 w 6343"/>
                  <a:gd name="connsiteY7" fmla="*/ 5629 h 6345"/>
                  <a:gd name="connsiteX8" fmla="*/ 337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9"/>
                    </a:moveTo>
                    <a:cubicBezTo>
                      <a:pt x="4213" y="6559"/>
                      <a:pt x="5020" y="6224"/>
                      <a:pt x="5615" y="5629"/>
                    </a:cubicBezTo>
                    <a:cubicBezTo>
                      <a:pt x="6210" y="5034"/>
                      <a:pt x="6544" y="4227"/>
                      <a:pt x="6544" y="3386"/>
                    </a:cubicBezTo>
                    <a:cubicBezTo>
                      <a:pt x="6544" y="2544"/>
                      <a:pt x="6210" y="1737"/>
                      <a:pt x="5615" y="1142"/>
                    </a:cubicBezTo>
                    <a:cubicBezTo>
                      <a:pt x="5020" y="547"/>
                      <a:pt x="4213" y="213"/>
                      <a:pt x="3372" y="213"/>
                    </a:cubicBezTo>
                    <a:cubicBezTo>
                      <a:pt x="2531" y="213"/>
                      <a:pt x="1724" y="547"/>
                      <a:pt x="1130" y="1142"/>
                    </a:cubicBezTo>
                    <a:cubicBezTo>
                      <a:pt x="535" y="1737"/>
                      <a:pt x="201" y="2544"/>
                      <a:pt x="201" y="3386"/>
                    </a:cubicBezTo>
                    <a:cubicBezTo>
                      <a:pt x="201" y="4227"/>
                      <a:pt x="535" y="5034"/>
                      <a:pt x="1130" y="5629"/>
                    </a:cubicBezTo>
                    <a:cubicBezTo>
                      <a:pt x="1724" y="6224"/>
                      <a:pt x="2531" y="6559"/>
                      <a:pt x="337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45" name="Freeform: Shape 10544">
                <a:extLst>
                  <a:ext uri="{FF2B5EF4-FFF2-40B4-BE49-F238E27FC236}">
                    <a16:creationId xmlns:a16="http://schemas.microsoft.com/office/drawing/2014/main" id="{AFD88721-5546-F619-04E8-D8408923C777}"/>
                  </a:ext>
                </a:extLst>
              </p:cNvPr>
              <p:cNvSpPr/>
              <p:nvPr/>
            </p:nvSpPr>
            <p:spPr>
              <a:xfrm>
                <a:off x="8949099" y="6181363"/>
                <a:ext cx="6343" cy="6345"/>
              </a:xfrm>
              <a:custGeom>
                <a:avLst/>
                <a:gdLst>
                  <a:gd name="connsiteX0" fmla="*/ 3372 w 6343"/>
                  <a:gd name="connsiteY0" fmla="*/ 6558 h 6345"/>
                  <a:gd name="connsiteX1" fmla="*/ 5614 w 6343"/>
                  <a:gd name="connsiteY1" fmla="*/ 5629 h 6345"/>
                  <a:gd name="connsiteX2" fmla="*/ 6543 w 6343"/>
                  <a:gd name="connsiteY2" fmla="*/ 3386 h 6345"/>
                  <a:gd name="connsiteX3" fmla="*/ 5614 w 6343"/>
                  <a:gd name="connsiteY3" fmla="*/ 1142 h 6345"/>
                  <a:gd name="connsiteX4" fmla="*/ 3372 w 6343"/>
                  <a:gd name="connsiteY4" fmla="*/ 213 h 6345"/>
                  <a:gd name="connsiteX5" fmla="*/ 1129 w 6343"/>
                  <a:gd name="connsiteY5" fmla="*/ 1142 h 6345"/>
                  <a:gd name="connsiteX6" fmla="*/ 200 w 6343"/>
                  <a:gd name="connsiteY6" fmla="*/ 3386 h 6345"/>
                  <a:gd name="connsiteX7" fmla="*/ 1129 w 6343"/>
                  <a:gd name="connsiteY7" fmla="*/ 5629 h 6345"/>
                  <a:gd name="connsiteX8" fmla="*/ 337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8"/>
                    </a:moveTo>
                    <a:cubicBezTo>
                      <a:pt x="4213" y="6558"/>
                      <a:pt x="5020" y="6224"/>
                      <a:pt x="5614" y="5629"/>
                    </a:cubicBezTo>
                    <a:cubicBezTo>
                      <a:pt x="6209" y="5034"/>
                      <a:pt x="6543" y="4227"/>
                      <a:pt x="6543" y="3386"/>
                    </a:cubicBezTo>
                    <a:cubicBezTo>
                      <a:pt x="6543" y="2544"/>
                      <a:pt x="6209" y="1737"/>
                      <a:pt x="5614" y="1142"/>
                    </a:cubicBezTo>
                    <a:cubicBezTo>
                      <a:pt x="5020" y="547"/>
                      <a:pt x="4213" y="213"/>
                      <a:pt x="3372" y="213"/>
                    </a:cubicBezTo>
                    <a:cubicBezTo>
                      <a:pt x="2531" y="213"/>
                      <a:pt x="1724" y="547"/>
                      <a:pt x="1129" y="1142"/>
                    </a:cubicBezTo>
                    <a:cubicBezTo>
                      <a:pt x="534" y="1737"/>
                      <a:pt x="200" y="2544"/>
                      <a:pt x="200" y="3386"/>
                    </a:cubicBezTo>
                    <a:cubicBezTo>
                      <a:pt x="200" y="4227"/>
                      <a:pt x="534" y="5034"/>
                      <a:pt x="1129" y="5629"/>
                    </a:cubicBezTo>
                    <a:cubicBezTo>
                      <a:pt x="1724" y="6224"/>
                      <a:pt x="2531" y="6558"/>
                      <a:pt x="337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46" name="Freeform: Shape 10545">
                <a:extLst>
                  <a:ext uri="{FF2B5EF4-FFF2-40B4-BE49-F238E27FC236}">
                    <a16:creationId xmlns:a16="http://schemas.microsoft.com/office/drawing/2014/main" id="{0AC3D090-A83D-3529-C180-F19F35E6FF6B}"/>
                  </a:ext>
                </a:extLst>
              </p:cNvPr>
              <p:cNvSpPr/>
              <p:nvPr/>
            </p:nvSpPr>
            <p:spPr>
              <a:xfrm>
                <a:off x="8962394" y="6145236"/>
                <a:ext cx="6343" cy="6345"/>
              </a:xfrm>
              <a:custGeom>
                <a:avLst/>
                <a:gdLst>
                  <a:gd name="connsiteX0" fmla="*/ 3373 w 6343"/>
                  <a:gd name="connsiteY0" fmla="*/ 6555 h 6345"/>
                  <a:gd name="connsiteX1" fmla="*/ 5615 w 6343"/>
                  <a:gd name="connsiteY1" fmla="*/ 5626 h 6345"/>
                  <a:gd name="connsiteX2" fmla="*/ 6544 w 6343"/>
                  <a:gd name="connsiteY2" fmla="*/ 3383 h 6345"/>
                  <a:gd name="connsiteX3" fmla="*/ 5615 w 6343"/>
                  <a:gd name="connsiteY3" fmla="*/ 1139 h 6345"/>
                  <a:gd name="connsiteX4" fmla="*/ 3373 w 6343"/>
                  <a:gd name="connsiteY4" fmla="*/ 210 h 6345"/>
                  <a:gd name="connsiteX5" fmla="*/ 1130 w 6343"/>
                  <a:gd name="connsiteY5" fmla="*/ 1139 h 6345"/>
                  <a:gd name="connsiteX6" fmla="*/ 201 w 6343"/>
                  <a:gd name="connsiteY6" fmla="*/ 3383 h 6345"/>
                  <a:gd name="connsiteX7" fmla="*/ 1130 w 6343"/>
                  <a:gd name="connsiteY7" fmla="*/ 5626 h 6345"/>
                  <a:gd name="connsiteX8" fmla="*/ 3373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55"/>
                    </a:moveTo>
                    <a:cubicBezTo>
                      <a:pt x="4214" y="6555"/>
                      <a:pt x="5021" y="6221"/>
                      <a:pt x="5615" y="5626"/>
                    </a:cubicBezTo>
                    <a:cubicBezTo>
                      <a:pt x="6210" y="5031"/>
                      <a:pt x="6544" y="4224"/>
                      <a:pt x="6544" y="3383"/>
                    </a:cubicBezTo>
                    <a:cubicBezTo>
                      <a:pt x="6544" y="2541"/>
                      <a:pt x="6210" y="1734"/>
                      <a:pt x="5615" y="1139"/>
                    </a:cubicBezTo>
                    <a:cubicBezTo>
                      <a:pt x="5021" y="544"/>
                      <a:pt x="4214" y="210"/>
                      <a:pt x="3373" y="210"/>
                    </a:cubicBezTo>
                    <a:cubicBezTo>
                      <a:pt x="2532" y="210"/>
                      <a:pt x="1725" y="544"/>
                      <a:pt x="1130" y="1139"/>
                    </a:cubicBezTo>
                    <a:cubicBezTo>
                      <a:pt x="535" y="1734"/>
                      <a:pt x="201" y="2541"/>
                      <a:pt x="201" y="3383"/>
                    </a:cubicBezTo>
                    <a:cubicBezTo>
                      <a:pt x="201" y="4224"/>
                      <a:pt x="535" y="5031"/>
                      <a:pt x="1130" y="5626"/>
                    </a:cubicBezTo>
                    <a:cubicBezTo>
                      <a:pt x="1725" y="6221"/>
                      <a:pt x="2532" y="6555"/>
                      <a:pt x="3373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47" name="Freeform: Shape 10546">
                <a:extLst>
                  <a:ext uri="{FF2B5EF4-FFF2-40B4-BE49-F238E27FC236}">
                    <a16:creationId xmlns:a16="http://schemas.microsoft.com/office/drawing/2014/main" id="{6064C2A1-76EB-F5D5-2290-62CD6FF90B5C}"/>
                  </a:ext>
                </a:extLst>
              </p:cNvPr>
              <p:cNvSpPr/>
              <p:nvPr/>
            </p:nvSpPr>
            <p:spPr>
              <a:xfrm>
                <a:off x="8951768" y="6151684"/>
                <a:ext cx="6343" cy="6345"/>
              </a:xfrm>
              <a:custGeom>
                <a:avLst/>
                <a:gdLst>
                  <a:gd name="connsiteX0" fmla="*/ 3372 w 6343"/>
                  <a:gd name="connsiteY0" fmla="*/ 6556 h 6345"/>
                  <a:gd name="connsiteX1" fmla="*/ 5615 w 6343"/>
                  <a:gd name="connsiteY1" fmla="*/ 5627 h 6345"/>
                  <a:gd name="connsiteX2" fmla="*/ 6544 w 6343"/>
                  <a:gd name="connsiteY2" fmla="*/ 3383 h 6345"/>
                  <a:gd name="connsiteX3" fmla="*/ 5615 w 6343"/>
                  <a:gd name="connsiteY3" fmla="*/ 1140 h 6345"/>
                  <a:gd name="connsiteX4" fmla="*/ 3372 w 6343"/>
                  <a:gd name="connsiteY4" fmla="*/ 211 h 6345"/>
                  <a:gd name="connsiteX5" fmla="*/ 1129 w 6343"/>
                  <a:gd name="connsiteY5" fmla="*/ 1140 h 6345"/>
                  <a:gd name="connsiteX6" fmla="*/ 200 w 6343"/>
                  <a:gd name="connsiteY6" fmla="*/ 3383 h 6345"/>
                  <a:gd name="connsiteX7" fmla="*/ 1129 w 6343"/>
                  <a:gd name="connsiteY7" fmla="*/ 5627 h 6345"/>
                  <a:gd name="connsiteX8" fmla="*/ 3372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6"/>
                    </a:moveTo>
                    <a:cubicBezTo>
                      <a:pt x="4213" y="6556"/>
                      <a:pt x="5020" y="6222"/>
                      <a:pt x="5615" y="5627"/>
                    </a:cubicBezTo>
                    <a:cubicBezTo>
                      <a:pt x="6209" y="5032"/>
                      <a:pt x="6544" y="4225"/>
                      <a:pt x="6544" y="3383"/>
                    </a:cubicBezTo>
                    <a:cubicBezTo>
                      <a:pt x="6544" y="2542"/>
                      <a:pt x="6209" y="1735"/>
                      <a:pt x="5615" y="1140"/>
                    </a:cubicBezTo>
                    <a:cubicBezTo>
                      <a:pt x="5020" y="545"/>
                      <a:pt x="4213" y="211"/>
                      <a:pt x="3372" y="211"/>
                    </a:cubicBezTo>
                    <a:cubicBezTo>
                      <a:pt x="2531" y="211"/>
                      <a:pt x="1724" y="545"/>
                      <a:pt x="1129" y="1140"/>
                    </a:cubicBezTo>
                    <a:cubicBezTo>
                      <a:pt x="535" y="1735"/>
                      <a:pt x="200" y="2542"/>
                      <a:pt x="200" y="3383"/>
                    </a:cubicBezTo>
                    <a:cubicBezTo>
                      <a:pt x="200" y="4225"/>
                      <a:pt x="535" y="5032"/>
                      <a:pt x="1129" y="5627"/>
                    </a:cubicBezTo>
                    <a:cubicBezTo>
                      <a:pt x="1724" y="6222"/>
                      <a:pt x="2531" y="6556"/>
                      <a:pt x="3372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48" name="Freeform: Shape 10547">
                <a:extLst>
                  <a:ext uri="{FF2B5EF4-FFF2-40B4-BE49-F238E27FC236}">
                    <a16:creationId xmlns:a16="http://schemas.microsoft.com/office/drawing/2014/main" id="{0AC35823-7A61-FBF6-FFF8-5FD2A7FE5F54}"/>
                  </a:ext>
                </a:extLst>
              </p:cNvPr>
              <p:cNvSpPr/>
              <p:nvPr/>
            </p:nvSpPr>
            <p:spPr>
              <a:xfrm>
                <a:off x="8954423" y="6135075"/>
                <a:ext cx="6343" cy="6345"/>
              </a:xfrm>
              <a:custGeom>
                <a:avLst/>
                <a:gdLst>
                  <a:gd name="connsiteX0" fmla="*/ 3372 w 6343"/>
                  <a:gd name="connsiteY0" fmla="*/ 6555 h 6345"/>
                  <a:gd name="connsiteX1" fmla="*/ 5615 w 6343"/>
                  <a:gd name="connsiteY1" fmla="*/ 5625 h 6345"/>
                  <a:gd name="connsiteX2" fmla="*/ 6544 w 6343"/>
                  <a:gd name="connsiteY2" fmla="*/ 3382 h 6345"/>
                  <a:gd name="connsiteX3" fmla="*/ 5615 w 6343"/>
                  <a:gd name="connsiteY3" fmla="*/ 1139 h 6345"/>
                  <a:gd name="connsiteX4" fmla="*/ 3372 w 6343"/>
                  <a:gd name="connsiteY4" fmla="*/ 209 h 6345"/>
                  <a:gd name="connsiteX5" fmla="*/ 1130 w 6343"/>
                  <a:gd name="connsiteY5" fmla="*/ 1139 h 6345"/>
                  <a:gd name="connsiteX6" fmla="*/ 201 w 6343"/>
                  <a:gd name="connsiteY6" fmla="*/ 3382 h 6345"/>
                  <a:gd name="connsiteX7" fmla="*/ 1130 w 6343"/>
                  <a:gd name="connsiteY7" fmla="*/ 5625 h 6345"/>
                  <a:gd name="connsiteX8" fmla="*/ 3372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5"/>
                    </a:moveTo>
                    <a:cubicBezTo>
                      <a:pt x="4213" y="6555"/>
                      <a:pt x="5020" y="6220"/>
                      <a:pt x="5615" y="5625"/>
                    </a:cubicBezTo>
                    <a:cubicBezTo>
                      <a:pt x="6210" y="5030"/>
                      <a:pt x="6544" y="4223"/>
                      <a:pt x="6544" y="3382"/>
                    </a:cubicBezTo>
                    <a:cubicBezTo>
                      <a:pt x="6544" y="2541"/>
                      <a:pt x="6210" y="1733"/>
                      <a:pt x="5615" y="1139"/>
                    </a:cubicBezTo>
                    <a:cubicBezTo>
                      <a:pt x="5020" y="544"/>
                      <a:pt x="4213" y="209"/>
                      <a:pt x="3372" y="209"/>
                    </a:cubicBezTo>
                    <a:cubicBezTo>
                      <a:pt x="2531" y="209"/>
                      <a:pt x="1724" y="544"/>
                      <a:pt x="1130" y="1139"/>
                    </a:cubicBezTo>
                    <a:cubicBezTo>
                      <a:pt x="535" y="1733"/>
                      <a:pt x="201" y="2541"/>
                      <a:pt x="201" y="3382"/>
                    </a:cubicBezTo>
                    <a:cubicBezTo>
                      <a:pt x="201" y="4223"/>
                      <a:pt x="535" y="5030"/>
                      <a:pt x="1130" y="5625"/>
                    </a:cubicBezTo>
                    <a:cubicBezTo>
                      <a:pt x="1724" y="6220"/>
                      <a:pt x="2531" y="6555"/>
                      <a:pt x="3372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49" name="Freeform: Shape 10548">
                <a:extLst>
                  <a:ext uri="{FF2B5EF4-FFF2-40B4-BE49-F238E27FC236}">
                    <a16:creationId xmlns:a16="http://schemas.microsoft.com/office/drawing/2014/main" id="{3801C1D6-46DE-4773-A30A-4DA7C2245614}"/>
                  </a:ext>
                </a:extLst>
              </p:cNvPr>
              <p:cNvSpPr/>
              <p:nvPr/>
            </p:nvSpPr>
            <p:spPr>
              <a:xfrm>
                <a:off x="8952181" y="6127130"/>
                <a:ext cx="6343" cy="6345"/>
              </a:xfrm>
              <a:custGeom>
                <a:avLst/>
                <a:gdLst>
                  <a:gd name="connsiteX0" fmla="*/ 3372 w 6343"/>
                  <a:gd name="connsiteY0" fmla="*/ 6554 h 6345"/>
                  <a:gd name="connsiteX1" fmla="*/ 5615 w 6343"/>
                  <a:gd name="connsiteY1" fmla="*/ 5625 h 6345"/>
                  <a:gd name="connsiteX2" fmla="*/ 6544 w 6343"/>
                  <a:gd name="connsiteY2" fmla="*/ 3381 h 6345"/>
                  <a:gd name="connsiteX3" fmla="*/ 5615 w 6343"/>
                  <a:gd name="connsiteY3" fmla="*/ 1138 h 6345"/>
                  <a:gd name="connsiteX4" fmla="*/ 3372 w 6343"/>
                  <a:gd name="connsiteY4" fmla="*/ 209 h 6345"/>
                  <a:gd name="connsiteX5" fmla="*/ 1129 w 6343"/>
                  <a:gd name="connsiteY5" fmla="*/ 1138 h 6345"/>
                  <a:gd name="connsiteX6" fmla="*/ 200 w 6343"/>
                  <a:gd name="connsiteY6" fmla="*/ 3381 h 6345"/>
                  <a:gd name="connsiteX7" fmla="*/ 1129 w 6343"/>
                  <a:gd name="connsiteY7" fmla="*/ 5625 h 6345"/>
                  <a:gd name="connsiteX8" fmla="*/ 3372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4"/>
                    </a:moveTo>
                    <a:cubicBezTo>
                      <a:pt x="4213" y="6554"/>
                      <a:pt x="5020" y="6220"/>
                      <a:pt x="5615" y="5625"/>
                    </a:cubicBezTo>
                    <a:cubicBezTo>
                      <a:pt x="6209" y="5030"/>
                      <a:pt x="6544" y="4223"/>
                      <a:pt x="6544" y="3381"/>
                    </a:cubicBezTo>
                    <a:cubicBezTo>
                      <a:pt x="6544" y="2540"/>
                      <a:pt x="6209" y="1733"/>
                      <a:pt x="5615" y="1138"/>
                    </a:cubicBezTo>
                    <a:cubicBezTo>
                      <a:pt x="5020" y="543"/>
                      <a:pt x="4213" y="209"/>
                      <a:pt x="3372" y="209"/>
                    </a:cubicBezTo>
                    <a:cubicBezTo>
                      <a:pt x="2531" y="209"/>
                      <a:pt x="1724" y="543"/>
                      <a:pt x="1129" y="1138"/>
                    </a:cubicBezTo>
                    <a:cubicBezTo>
                      <a:pt x="535" y="1733"/>
                      <a:pt x="200" y="2540"/>
                      <a:pt x="200" y="3381"/>
                    </a:cubicBezTo>
                    <a:cubicBezTo>
                      <a:pt x="200" y="4223"/>
                      <a:pt x="535" y="5030"/>
                      <a:pt x="1129" y="5625"/>
                    </a:cubicBezTo>
                    <a:cubicBezTo>
                      <a:pt x="1724" y="6220"/>
                      <a:pt x="2531" y="6554"/>
                      <a:pt x="3372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50" name="Freeform: Shape 10549">
                <a:extLst>
                  <a:ext uri="{FF2B5EF4-FFF2-40B4-BE49-F238E27FC236}">
                    <a16:creationId xmlns:a16="http://schemas.microsoft.com/office/drawing/2014/main" id="{06884FA6-E9BD-67E8-C0AA-41689E1E648C}"/>
                  </a:ext>
                </a:extLst>
              </p:cNvPr>
              <p:cNvSpPr/>
              <p:nvPr/>
            </p:nvSpPr>
            <p:spPr>
              <a:xfrm>
                <a:off x="9018566" y="6004790"/>
                <a:ext cx="6343" cy="6345"/>
              </a:xfrm>
              <a:custGeom>
                <a:avLst/>
                <a:gdLst>
                  <a:gd name="connsiteX0" fmla="*/ 3377 w 6343"/>
                  <a:gd name="connsiteY0" fmla="*/ 6544 h 6345"/>
                  <a:gd name="connsiteX1" fmla="*/ 5620 w 6343"/>
                  <a:gd name="connsiteY1" fmla="*/ 5615 h 6345"/>
                  <a:gd name="connsiteX2" fmla="*/ 6549 w 6343"/>
                  <a:gd name="connsiteY2" fmla="*/ 3372 h 6345"/>
                  <a:gd name="connsiteX3" fmla="*/ 5620 w 6343"/>
                  <a:gd name="connsiteY3" fmla="*/ 1128 h 6345"/>
                  <a:gd name="connsiteX4" fmla="*/ 3377 w 6343"/>
                  <a:gd name="connsiteY4" fmla="*/ 199 h 6345"/>
                  <a:gd name="connsiteX5" fmla="*/ 1135 w 6343"/>
                  <a:gd name="connsiteY5" fmla="*/ 1128 h 6345"/>
                  <a:gd name="connsiteX6" fmla="*/ 206 w 6343"/>
                  <a:gd name="connsiteY6" fmla="*/ 3372 h 6345"/>
                  <a:gd name="connsiteX7" fmla="*/ 1135 w 6343"/>
                  <a:gd name="connsiteY7" fmla="*/ 5615 h 6345"/>
                  <a:gd name="connsiteX8" fmla="*/ 3377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4"/>
                    </a:moveTo>
                    <a:cubicBezTo>
                      <a:pt x="4218" y="6544"/>
                      <a:pt x="5025" y="6210"/>
                      <a:pt x="5620" y="5615"/>
                    </a:cubicBezTo>
                    <a:cubicBezTo>
                      <a:pt x="6215" y="5020"/>
                      <a:pt x="6549" y="4213"/>
                      <a:pt x="6549" y="3372"/>
                    </a:cubicBezTo>
                    <a:cubicBezTo>
                      <a:pt x="6549" y="2530"/>
                      <a:pt x="6215" y="1723"/>
                      <a:pt x="5620" y="1128"/>
                    </a:cubicBezTo>
                    <a:cubicBezTo>
                      <a:pt x="5025" y="533"/>
                      <a:pt x="4218" y="199"/>
                      <a:pt x="3377" y="199"/>
                    </a:cubicBezTo>
                    <a:cubicBezTo>
                      <a:pt x="2536" y="199"/>
                      <a:pt x="1729" y="533"/>
                      <a:pt x="1135" y="1128"/>
                    </a:cubicBezTo>
                    <a:cubicBezTo>
                      <a:pt x="540" y="1723"/>
                      <a:pt x="206" y="2530"/>
                      <a:pt x="206" y="3372"/>
                    </a:cubicBezTo>
                    <a:cubicBezTo>
                      <a:pt x="206" y="4213"/>
                      <a:pt x="540" y="5020"/>
                      <a:pt x="1135" y="5615"/>
                    </a:cubicBezTo>
                    <a:cubicBezTo>
                      <a:pt x="1729" y="6210"/>
                      <a:pt x="2536" y="6544"/>
                      <a:pt x="3377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51" name="Freeform: Shape 10550">
                <a:extLst>
                  <a:ext uri="{FF2B5EF4-FFF2-40B4-BE49-F238E27FC236}">
                    <a16:creationId xmlns:a16="http://schemas.microsoft.com/office/drawing/2014/main" id="{3B696462-09DD-3689-1221-C7F410FCFF37}"/>
                  </a:ext>
                </a:extLst>
              </p:cNvPr>
              <p:cNvSpPr/>
              <p:nvPr/>
            </p:nvSpPr>
            <p:spPr>
              <a:xfrm>
                <a:off x="9017672" y="5996472"/>
                <a:ext cx="6343" cy="6345"/>
              </a:xfrm>
              <a:custGeom>
                <a:avLst/>
                <a:gdLst>
                  <a:gd name="connsiteX0" fmla="*/ 3377 w 6343"/>
                  <a:gd name="connsiteY0" fmla="*/ 6544 h 6345"/>
                  <a:gd name="connsiteX1" fmla="*/ 5620 w 6343"/>
                  <a:gd name="connsiteY1" fmla="*/ 5614 h 6345"/>
                  <a:gd name="connsiteX2" fmla="*/ 6549 w 6343"/>
                  <a:gd name="connsiteY2" fmla="*/ 3371 h 6345"/>
                  <a:gd name="connsiteX3" fmla="*/ 5620 w 6343"/>
                  <a:gd name="connsiteY3" fmla="*/ 1128 h 6345"/>
                  <a:gd name="connsiteX4" fmla="*/ 3377 w 6343"/>
                  <a:gd name="connsiteY4" fmla="*/ 198 h 6345"/>
                  <a:gd name="connsiteX5" fmla="*/ 1135 w 6343"/>
                  <a:gd name="connsiteY5" fmla="*/ 1128 h 6345"/>
                  <a:gd name="connsiteX6" fmla="*/ 206 w 6343"/>
                  <a:gd name="connsiteY6" fmla="*/ 3371 h 6345"/>
                  <a:gd name="connsiteX7" fmla="*/ 1135 w 6343"/>
                  <a:gd name="connsiteY7" fmla="*/ 5614 h 6345"/>
                  <a:gd name="connsiteX8" fmla="*/ 3377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4"/>
                    </a:moveTo>
                    <a:cubicBezTo>
                      <a:pt x="4218" y="6544"/>
                      <a:pt x="5025" y="6209"/>
                      <a:pt x="5620" y="5614"/>
                    </a:cubicBezTo>
                    <a:cubicBezTo>
                      <a:pt x="6215" y="5020"/>
                      <a:pt x="6549" y="4212"/>
                      <a:pt x="6549" y="3371"/>
                    </a:cubicBezTo>
                    <a:cubicBezTo>
                      <a:pt x="6549" y="2530"/>
                      <a:pt x="6215" y="1723"/>
                      <a:pt x="5620" y="1128"/>
                    </a:cubicBezTo>
                    <a:cubicBezTo>
                      <a:pt x="5025" y="533"/>
                      <a:pt x="4218" y="198"/>
                      <a:pt x="3377" y="198"/>
                    </a:cubicBezTo>
                    <a:cubicBezTo>
                      <a:pt x="2536" y="198"/>
                      <a:pt x="1729" y="533"/>
                      <a:pt x="1135" y="1128"/>
                    </a:cubicBezTo>
                    <a:cubicBezTo>
                      <a:pt x="540" y="1723"/>
                      <a:pt x="206" y="2530"/>
                      <a:pt x="206" y="3371"/>
                    </a:cubicBezTo>
                    <a:cubicBezTo>
                      <a:pt x="206" y="4212"/>
                      <a:pt x="540" y="5020"/>
                      <a:pt x="1135" y="5614"/>
                    </a:cubicBezTo>
                    <a:cubicBezTo>
                      <a:pt x="1729" y="6209"/>
                      <a:pt x="2536" y="6544"/>
                      <a:pt x="3377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52" name="Freeform: Shape 10551">
                <a:extLst>
                  <a:ext uri="{FF2B5EF4-FFF2-40B4-BE49-F238E27FC236}">
                    <a16:creationId xmlns:a16="http://schemas.microsoft.com/office/drawing/2014/main" id="{4EDF8005-6D7C-0CCA-EB55-524C5DB5DD85}"/>
                  </a:ext>
                </a:extLst>
              </p:cNvPr>
              <p:cNvSpPr/>
              <p:nvPr/>
            </p:nvSpPr>
            <p:spPr>
              <a:xfrm>
                <a:off x="9013239" y="5994054"/>
                <a:ext cx="6343" cy="6345"/>
              </a:xfrm>
              <a:custGeom>
                <a:avLst/>
                <a:gdLst>
                  <a:gd name="connsiteX0" fmla="*/ 3377 w 6343"/>
                  <a:gd name="connsiteY0" fmla="*/ 6544 h 6345"/>
                  <a:gd name="connsiteX1" fmla="*/ 5619 w 6343"/>
                  <a:gd name="connsiteY1" fmla="*/ 5614 h 6345"/>
                  <a:gd name="connsiteX2" fmla="*/ 6548 w 6343"/>
                  <a:gd name="connsiteY2" fmla="*/ 3371 h 6345"/>
                  <a:gd name="connsiteX3" fmla="*/ 5619 w 6343"/>
                  <a:gd name="connsiteY3" fmla="*/ 1127 h 6345"/>
                  <a:gd name="connsiteX4" fmla="*/ 3377 w 6343"/>
                  <a:gd name="connsiteY4" fmla="*/ 198 h 6345"/>
                  <a:gd name="connsiteX5" fmla="*/ 1134 w 6343"/>
                  <a:gd name="connsiteY5" fmla="*/ 1127 h 6345"/>
                  <a:gd name="connsiteX6" fmla="*/ 205 w 6343"/>
                  <a:gd name="connsiteY6" fmla="*/ 3371 h 6345"/>
                  <a:gd name="connsiteX7" fmla="*/ 1134 w 6343"/>
                  <a:gd name="connsiteY7" fmla="*/ 5614 h 6345"/>
                  <a:gd name="connsiteX8" fmla="*/ 3377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4"/>
                    </a:moveTo>
                    <a:cubicBezTo>
                      <a:pt x="4218" y="6544"/>
                      <a:pt x="5025" y="6209"/>
                      <a:pt x="5619" y="5614"/>
                    </a:cubicBezTo>
                    <a:cubicBezTo>
                      <a:pt x="6214" y="5019"/>
                      <a:pt x="6548" y="4212"/>
                      <a:pt x="6548" y="3371"/>
                    </a:cubicBezTo>
                    <a:cubicBezTo>
                      <a:pt x="6548" y="2529"/>
                      <a:pt x="6214" y="1722"/>
                      <a:pt x="5619" y="1127"/>
                    </a:cubicBezTo>
                    <a:cubicBezTo>
                      <a:pt x="5025" y="532"/>
                      <a:pt x="4218" y="198"/>
                      <a:pt x="3377" y="198"/>
                    </a:cubicBezTo>
                    <a:cubicBezTo>
                      <a:pt x="2536" y="198"/>
                      <a:pt x="1729" y="532"/>
                      <a:pt x="1134" y="1127"/>
                    </a:cubicBezTo>
                    <a:cubicBezTo>
                      <a:pt x="539" y="1722"/>
                      <a:pt x="205" y="2529"/>
                      <a:pt x="205" y="3371"/>
                    </a:cubicBezTo>
                    <a:cubicBezTo>
                      <a:pt x="205" y="4212"/>
                      <a:pt x="539" y="5019"/>
                      <a:pt x="1134" y="5614"/>
                    </a:cubicBezTo>
                    <a:cubicBezTo>
                      <a:pt x="1729" y="6209"/>
                      <a:pt x="2536" y="6544"/>
                      <a:pt x="3377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53" name="Freeform: Shape 10552">
                <a:extLst>
                  <a:ext uri="{FF2B5EF4-FFF2-40B4-BE49-F238E27FC236}">
                    <a16:creationId xmlns:a16="http://schemas.microsoft.com/office/drawing/2014/main" id="{FB4A9880-296D-464B-EF34-BCC8D1D8F63A}"/>
                  </a:ext>
                </a:extLst>
              </p:cNvPr>
              <p:cNvSpPr/>
              <p:nvPr/>
            </p:nvSpPr>
            <p:spPr>
              <a:xfrm>
                <a:off x="9008454" y="5992194"/>
                <a:ext cx="6343" cy="6345"/>
              </a:xfrm>
              <a:custGeom>
                <a:avLst/>
                <a:gdLst>
                  <a:gd name="connsiteX0" fmla="*/ 3376 w 6343"/>
                  <a:gd name="connsiteY0" fmla="*/ 6543 h 6345"/>
                  <a:gd name="connsiteX1" fmla="*/ 5619 w 6343"/>
                  <a:gd name="connsiteY1" fmla="*/ 5614 h 6345"/>
                  <a:gd name="connsiteX2" fmla="*/ 6548 w 6343"/>
                  <a:gd name="connsiteY2" fmla="*/ 3371 h 6345"/>
                  <a:gd name="connsiteX3" fmla="*/ 5619 w 6343"/>
                  <a:gd name="connsiteY3" fmla="*/ 1127 h 6345"/>
                  <a:gd name="connsiteX4" fmla="*/ 3376 w 6343"/>
                  <a:gd name="connsiteY4" fmla="*/ 198 h 6345"/>
                  <a:gd name="connsiteX5" fmla="*/ 1134 w 6343"/>
                  <a:gd name="connsiteY5" fmla="*/ 1127 h 6345"/>
                  <a:gd name="connsiteX6" fmla="*/ 205 w 6343"/>
                  <a:gd name="connsiteY6" fmla="*/ 3371 h 6345"/>
                  <a:gd name="connsiteX7" fmla="*/ 1134 w 6343"/>
                  <a:gd name="connsiteY7" fmla="*/ 5614 h 6345"/>
                  <a:gd name="connsiteX8" fmla="*/ 337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543"/>
                    </a:moveTo>
                    <a:cubicBezTo>
                      <a:pt x="4218" y="6543"/>
                      <a:pt x="5024" y="6209"/>
                      <a:pt x="5619" y="5614"/>
                    </a:cubicBezTo>
                    <a:cubicBezTo>
                      <a:pt x="6214" y="5019"/>
                      <a:pt x="6548" y="4212"/>
                      <a:pt x="6548" y="3371"/>
                    </a:cubicBezTo>
                    <a:cubicBezTo>
                      <a:pt x="6548" y="2529"/>
                      <a:pt x="6214" y="1722"/>
                      <a:pt x="5619" y="1127"/>
                    </a:cubicBezTo>
                    <a:cubicBezTo>
                      <a:pt x="5024" y="532"/>
                      <a:pt x="4218" y="198"/>
                      <a:pt x="3376" y="198"/>
                    </a:cubicBezTo>
                    <a:cubicBezTo>
                      <a:pt x="2535" y="198"/>
                      <a:pt x="1729" y="532"/>
                      <a:pt x="1134" y="1127"/>
                    </a:cubicBezTo>
                    <a:cubicBezTo>
                      <a:pt x="539" y="1722"/>
                      <a:pt x="205" y="2529"/>
                      <a:pt x="205" y="3371"/>
                    </a:cubicBezTo>
                    <a:cubicBezTo>
                      <a:pt x="205" y="4212"/>
                      <a:pt x="539" y="5019"/>
                      <a:pt x="1134" y="5614"/>
                    </a:cubicBezTo>
                    <a:cubicBezTo>
                      <a:pt x="1729" y="6209"/>
                      <a:pt x="2535" y="6543"/>
                      <a:pt x="337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54" name="Freeform: Shape 10553">
                <a:extLst>
                  <a:ext uri="{FF2B5EF4-FFF2-40B4-BE49-F238E27FC236}">
                    <a16:creationId xmlns:a16="http://schemas.microsoft.com/office/drawing/2014/main" id="{78D5008E-1670-1E7A-CD06-399B3AB509A0}"/>
                  </a:ext>
                </a:extLst>
              </p:cNvPr>
              <p:cNvSpPr/>
              <p:nvPr/>
            </p:nvSpPr>
            <p:spPr>
              <a:xfrm>
                <a:off x="9018023" y="5967637"/>
                <a:ext cx="6343" cy="6345"/>
              </a:xfrm>
              <a:custGeom>
                <a:avLst/>
                <a:gdLst>
                  <a:gd name="connsiteX0" fmla="*/ 3377 w 6343"/>
                  <a:gd name="connsiteY0" fmla="*/ 6541 h 6345"/>
                  <a:gd name="connsiteX1" fmla="*/ 5620 w 6343"/>
                  <a:gd name="connsiteY1" fmla="*/ 5612 h 6345"/>
                  <a:gd name="connsiteX2" fmla="*/ 6549 w 6343"/>
                  <a:gd name="connsiteY2" fmla="*/ 3369 h 6345"/>
                  <a:gd name="connsiteX3" fmla="*/ 5620 w 6343"/>
                  <a:gd name="connsiteY3" fmla="*/ 1125 h 6345"/>
                  <a:gd name="connsiteX4" fmla="*/ 3377 w 6343"/>
                  <a:gd name="connsiteY4" fmla="*/ 196 h 6345"/>
                  <a:gd name="connsiteX5" fmla="*/ 1135 w 6343"/>
                  <a:gd name="connsiteY5" fmla="*/ 1125 h 6345"/>
                  <a:gd name="connsiteX6" fmla="*/ 206 w 6343"/>
                  <a:gd name="connsiteY6" fmla="*/ 3369 h 6345"/>
                  <a:gd name="connsiteX7" fmla="*/ 1135 w 6343"/>
                  <a:gd name="connsiteY7" fmla="*/ 5612 h 6345"/>
                  <a:gd name="connsiteX8" fmla="*/ 3377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1"/>
                    </a:moveTo>
                    <a:cubicBezTo>
                      <a:pt x="4218" y="6541"/>
                      <a:pt x="5025" y="6207"/>
                      <a:pt x="5620" y="5612"/>
                    </a:cubicBezTo>
                    <a:cubicBezTo>
                      <a:pt x="6215" y="5017"/>
                      <a:pt x="6549" y="4210"/>
                      <a:pt x="6549" y="3369"/>
                    </a:cubicBezTo>
                    <a:cubicBezTo>
                      <a:pt x="6549" y="2527"/>
                      <a:pt x="6215" y="1720"/>
                      <a:pt x="5620" y="1125"/>
                    </a:cubicBezTo>
                    <a:cubicBezTo>
                      <a:pt x="5025" y="530"/>
                      <a:pt x="4218" y="196"/>
                      <a:pt x="3377" y="196"/>
                    </a:cubicBezTo>
                    <a:cubicBezTo>
                      <a:pt x="2536" y="196"/>
                      <a:pt x="1729" y="530"/>
                      <a:pt x="1135" y="1125"/>
                    </a:cubicBezTo>
                    <a:cubicBezTo>
                      <a:pt x="540" y="1720"/>
                      <a:pt x="206" y="2527"/>
                      <a:pt x="206" y="3369"/>
                    </a:cubicBezTo>
                    <a:cubicBezTo>
                      <a:pt x="206" y="4210"/>
                      <a:pt x="540" y="5017"/>
                      <a:pt x="1135" y="5612"/>
                    </a:cubicBezTo>
                    <a:cubicBezTo>
                      <a:pt x="1729" y="6207"/>
                      <a:pt x="2536" y="6541"/>
                      <a:pt x="3377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55" name="Freeform: Shape 10554">
                <a:extLst>
                  <a:ext uri="{FF2B5EF4-FFF2-40B4-BE49-F238E27FC236}">
                    <a16:creationId xmlns:a16="http://schemas.microsoft.com/office/drawing/2014/main" id="{2CA4F368-81D3-4A68-12DC-B8B81FAAB3AF}"/>
                  </a:ext>
                </a:extLst>
              </p:cNvPr>
              <p:cNvSpPr/>
              <p:nvPr/>
            </p:nvSpPr>
            <p:spPr>
              <a:xfrm>
                <a:off x="9015460" y="5962575"/>
                <a:ext cx="6343" cy="6345"/>
              </a:xfrm>
              <a:custGeom>
                <a:avLst/>
                <a:gdLst>
                  <a:gd name="connsiteX0" fmla="*/ 3377 w 6343"/>
                  <a:gd name="connsiteY0" fmla="*/ 6541 h 6345"/>
                  <a:gd name="connsiteX1" fmla="*/ 5620 w 6343"/>
                  <a:gd name="connsiteY1" fmla="*/ 5612 h 6345"/>
                  <a:gd name="connsiteX2" fmla="*/ 6549 w 6343"/>
                  <a:gd name="connsiteY2" fmla="*/ 3368 h 6345"/>
                  <a:gd name="connsiteX3" fmla="*/ 5620 w 6343"/>
                  <a:gd name="connsiteY3" fmla="*/ 1125 h 6345"/>
                  <a:gd name="connsiteX4" fmla="*/ 3377 w 6343"/>
                  <a:gd name="connsiteY4" fmla="*/ 196 h 6345"/>
                  <a:gd name="connsiteX5" fmla="*/ 1134 w 6343"/>
                  <a:gd name="connsiteY5" fmla="*/ 1125 h 6345"/>
                  <a:gd name="connsiteX6" fmla="*/ 205 w 6343"/>
                  <a:gd name="connsiteY6" fmla="*/ 3368 h 6345"/>
                  <a:gd name="connsiteX7" fmla="*/ 1134 w 6343"/>
                  <a:gd name="connsiteY7" fmla="*/ 5612 h 6345"/>
                  <a:gd name="connsiteX8" fmla="*/ 3377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1"/>
                    </a:moveTo>
                    <a:cubicBezTo>
                      <a:pt x="4218" y="6541"/>
                      <a:pt x="5025" y="6207"/>
                      <a:pt x="5620" y="5612"/>
                    </a:cubicBezTo>
                    <a:cubicBezTo>
                      <a:pt x="6214" y="5017"/>
                      <a:pt x="6549" y="4210"/>
                      <a:pt x="6549" y="3368"/>
                    </a:cubicBezTo>
                    <a:cubicBezTo>
                      <a:pt x="6549" y="2527"/>
                      <a:pt x="6214" y="1720"/>
                      <a:pt x="5620" y="1125"/>
                    </a:cubicBezTo>
                    <a:cubicBezTo>
                      <a:pt x="5025" y="530"/>
                      <a:pt x="4218" y="196"/>
                      <a:pt x="3377" y="196"/>
                    </a:cubicBezTo>
                    <a:cubicBezTo>
                      <a:pt x="2536" y="196"/>
                      <a:pt x="1729" y="530"/>
                      <a:pt x="1134" y="1125"/>
                    </a:cubicBezTo>
                    <a:cubicBezTo>
                      <a:pt x="540" y="1720"/>
                      <a:pt x="205" y="2527"/>
                      <a:pt x="205" y="3368"/>
                    </a:cubicBezTo>
                    <a:cubicBezTo>
                      <a:pt x="205" y="4210"/>
                      <a:pt x="540" y="5017"/>
                      <a:pt x="1134" y="5612"/>
                    </a:cubicBezTo>
                    <a:cubicBezTo>
                      <a:pt x="1729" y="6207"/>
                      <a:pt x="2536" y="6541"/>
                      <a:pt x="3377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56" name="Freeform: Shape 10555">
                <a:extLst>
                  <a:ext uri="{FF2B5EF4-FFF2-40B4-BE49-F238E27FC236}">
                    <a16:creationId xmlns:a16="http://schemas.microsoft.com/office/drawing/2014/main" id="{707E38BA-B96C-5C0A-4F75-51D77C176C1A}"/>
                  </a:ext>
                </a:extLst>
              </p:cNvPr>
              <p:cNvSpPr/>
              <p:nvPr/>
            </p:nvSpPr>
            <p:spPr>
              <a:xfrm>
                <a:off x="9014689" y="5954822"/>
                <a:ext cx="6343" cy="6345"/>
              </a:xfrm>
              <a:custGeom>
                <a:avLst/>
                <a:gdLst>
                  <a:gd name="connsiteX0" fmla="*/ 3377 w 6343"/>
                  <a:gd name="connsiteY0" fmla="*/ 6540 h 6345"/>
                  <a:gd name="connsiteX1" fmla="*/ 5620 w 6343"/>
                  <a:gd name="connsiteY1" fmla="*/ 5611 h 6345"/>
                  <a:gd name="connsiteX2" fmla="*/ 6549 w 6343"/>
                  <a:gd name="connsiteY2" fmla="*/ 3368 h 6345"/>
                  <a:gd name="connsiteX3" fmla="*/ 5620 w 6343"/>
                  <a:gd name="connsiteY3" fmla="*/ 1124 h 6345"/>
                  <a:gd name="connsiteX4" fmla="*/ 3377 w 6343"/>
                  <a:gd name="connsiteY4" fmla="*/ 195 h 6345"/>
                  <a:gd name="connsiteX5" fmla="*/ 1134 w 6343"/>
                  <a:gd name="connsiteY5" fmla="*/ 1124 h 6345"/>
                  <a:gd name="connsiteX6" fmla="*/ 205 w 6343"/>
                  <a:gd name="connsiteY6" fmla="*/ 3368 h 6345"/>
                  <a:gd name="connsiteX7" fmla="*/ 1134 w 6343"/>
                  <a:gd name="connsiteY7" fmla="*/ 5611 h 6345"/>
                  <a:gd name="connsiteX8" fmla="*/ 337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0"/>
                    </a:moveTo>
                    <a:cubicBezTo>
                      <a:pt x="4218" y="6540"/>
                      <a:pt x="5025" y="6206"/>
                      <a:pt x="5620" y="5611"/>
                    </a:cubicBezTo>
                    <a:cubicBezTo>
                      <a:pt x="6214" y="5016"/>
                      <a:pt x="6549" y="4209"/>
                      <a:pt x="6549" y="3368"/>
                    </a:cubicBezTo>
                    <a:cubicBezTo>
                      <a:pt x="6549" y="2526"/>
                      <a:pt x="6214" y="1719"/>
                      <a:pt x="5620" y="1124"/>
                    </a:cubicBezTo>
                    <a:cubicBezTo>
                      <a:pt x="5025" y="529"/>
                      <a:pt x="4218" y="195"/>
                      <a:pt x="3377" y="195"/>
                    </a:cubicBezTo>
                    <a:cubicBezTo>
                      <a:pt x="2536" y="195"/>
                      <a:pt x="1729" y="529"/>
                      <a:pt x="1134" y="1124"/>
                    </a:cubicBezTo>
                    <a:cubicBezTo>
                      <a:pt x="540" y="1719"/>
                      <a:pt x="205" y="2526"/>
                      <a:pt x="205" y="3368"/>
                    </a:cubicBezTo>
                    <a:cubicBezTo>
                      <a:pt x="205" y="4209"/>
                      <a:pt x="540" y="5016"/>
                      <a:pt x="1134" y="5611"/>
                    </a:cubicBezTo>
                    <a:cubicBezTo>
                      <a:pt x="1729" y="6206"/>
                      <a:pt x="2536" y="6540"/>
                      <a:pt x="337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57" name="Freeform: Shape 10556">
                <a:extLst>
                  <a:ext uri="{FF2B5EF4-FFF2-40B4-BE49-F238E27FC236}">
                    <a16:creationId xmlns:a16="http://schemas.microsoft.com/office/drawing/2014/main" id="{F5A4BDC3-BB09-3086-B59C-CBB77E5AE0FF}"/>
                  </a:ext>
                </a:extLst>
              </p:cNvPr>
              <p:cNvSpPr/>
              <p:nvPr/>
            </p:nvSpPr>
            <p:spPr>
              <a:xfrm>
                <a:off x="9011024" y="5951595"/>
                <a:ext cx="6343" cy="6345"/>
              </a:xfrm>
              <a:custGeom>
                <a:avLst/>
                <a:gdLst>
                  <a:gd name="connsiteX0" fmla="*/ 3377 w 6343"/>
                  <a:gd name="connsiteY0" fmla="*/ 6540 h 6345"/>
                  <a:gd name="connsiteX1" fmla="*/ 5619 w 6343"/>
                  <a:gd name="connsiteY1" fmla="*/ 5611 h 6345"/>
                  <a:gd name="connsiteX2" fmla="*/ 6548 w 6343"/>
                  <a:gd name="connsiteY2" fmla="*/ 3368 h 6345"/>
                  <a:gd name="connsiteX3" fmla="*/ 5619 w 6343"/>
                  <a:gd name="connsiteY3" fmla="*/ 1124 h 6345"/>
                  <a:gd name="connsiteX4" fmla="*/ 3377 w 6343"/>
                  <a:gd name="connsiteY4" fmla="*/ 195 h 6345"/>
                  <a:gd name="connsiteX5" fmla="*/ 1134 w 6343"/>
                  <a:gd name="connsiteY5" fmla="*/ 1124 h 6345"/>
                  <a:gd name="connsiteX6" fmla="*/ 205 w 6343"/>
                  <a:gd name="connsiteY6" fmla="*/ 3368 h 6345"/>
                  <a:gd name="connsiteX7" fmla="*/ 1134 w 6343"/>
                  <a:gd name="connsiteY7" fmla="*/ 5611 h 6345"/>
                  <a:gd name="connsiteX8" fmla="*/ 337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0"/>
                    </a:moveTo>
                    <a:cubicBezTo>
                      <a:pt x="4218" y="6540"/>
                      <a:pt x="5025" y="6206"/>
                      <a:pt x="5619" y="5611"/>
                    </a:cubicBezTo>
                    <a:cubicBezTo>
                      <a:pt x="6214" y="5016"/>
                      <a:pt x="6548" y="4209"/>
                      <a:pt x="6548" y="3368"/>
                    </a:cubicBezTo>
                    <a:cubicBezTo>
                      <a:pt x="6548" y="2526"/>
                      <a:pt x="6214" y="1719"/>
                      <a:pt x="5619" y="1124"/>
                    </a:cubicBezTo>
                    <a:cubicBezTo>
                      <a:pt x="5025" y="529"/>
                      <a:pt x="4218" y="195"/>
                      <a:pt x="3377" y="195"/>
                    </a:cubicBezTo>
                    <a:cubicBezTo>
                      <a:pt x="2536" y="195"/>
                      <a:pt x="1729" y="529"/>
                      <a:pt x="1134" y="1124"/>
                    </a:cubicBezTo>
                    <a:cubicBezTo>
                      <a:pt x="539" y="1719"/>
                      <a:pt x="205" y="2526"/>
                      <a:pt x="205" y="3368"/>
                    </a:cubicBezTo>
                    <a:cubicBezTo>
                      <a:pt x="205" y="4209"/>
                      <a:pt x="539" y="5016"/>
                      <a:pt x="1134" y="5611"/>
                    </a:cubicBezTo>
                    <a:cubicBezTo>
                      <a:pt x="1729" y="6206"/>
                      <a:pt x="2536" y="6540"/>
                      <a:pt x="337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58" name="Freeform: Shape 10557">
                <a:extLst>
                  <a:ext uri="{FF2B5EF4-FFF2-40B4-BE49-F238E27FC236}">
                    <a16:creationId xmlns:a16="http://schemas.microsoft.com/office/drawing/2014/main" id="{EBAF7851-37B5-CAE2-772C-A1689ACAE622}"/>
                  </a:ext>
                </a:extLst>
              </p:cNvPr>
              <p:cNvSpPr/>
              <p:nvPr/>
            </p:nvSpPr>
            <p:spPr>
              <a:xfrm>
                <a:off x="8748474" y="6308773"/>
                <a:ext cx="6343" cy="6345"/>
              </a:xfrm>
              <a:custGeom>
                <a:avLst/>
                <a:gdLst>
                  <a:gd name="connsiteX0" fmla="*/ 3356 w 6343"/>
                  <a:gd name="connsiteY0" fmla="*/ 6568 h 6345"/>
                  <a:gd name="connsiteX1" fmla="*/ 5599 w 6343"/>
                  <a:gd name="connsiteY1" fmla="*/ 5639 h 6345"/>
                  <a:gd name="connsiteX2" fmla="*/ 6528 w 6343"/>
                  <a:gd name="connsiteY2" fmla="*/ 3396 h 6345"/>
                  <a:gd name="connsiteX3" fmla="*/ 5599 w 6343"/>
                  <a:gd name="connsiteY3" fmla="*/ 1152 h 6345"/>
                  <a:gd name="connsiteX4" fmla="*/ 3356 w 6343"/>
                  <a:gd name="connsiteY4" fmla="*/ 223 h 6345"/>
                  <a:gd name="connsiteX5" fmla="*/ 1113 w 6343"/>
                  <a:gd name="connsiteY5" fmla="*/ 1152 h 6345"/>
                  <a:gd name="connsiteX6" fmla="*/ 184 w 6343"/>
                  <a:gd name="connsiteY6" fmla="*/ 3396 h 6345"/>
                  <a:gd name="connsiteX7" fmla="*/ 1113 w 6343"/>
                  <a:gd name="connsiteY7" fmla="*/ 5639 h 6345"/>
                  <a:gd name="connsiteX8" fmla="*/ 3356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568"/>
                    </a:moveTo>
                    <a:cubicBezTo>
                      <a:pt x="4197" y="6568"/>
                      <a:pt x="5004" y="6234"/>
                      <a:pt x="5599" y="5639"/>
                    </a:cubicBezTo>
                    <a:cubicBezTo>
                      <a:pt x="6193" y="5044"/>
                      <a:pt x="6528" y="4237"/>
                      <a:pt x="6528" y="3396"/>
                    </a:cubicBezTo>
                    <a:cubicBezTo>
                      <a:pt x="6528" y="2554"/>
                      <a:pt x="6193" y="1747"/>
                      <a:pt x="5599" y="1152"/>
                    </a:cubicBezTo>
                    <a:cubicBezTo>
                      <a:pt x="5004" y="557"/>
                      <a:pt x="4197" y="223"/>
                      <a:pt x="3356" y="223"/>
                    </a:cubicBezTo>
                    <a:cubicBezTo>
                      <a:pt x="2515" y="223"/>
                      <a:pt x="1708" y="557"/>
                      <a:pt x="1113" y="1152"/>
                    </a:cubicBezTo>
                    <a:cubicBezTo>
                      <a:pt x="519" y="1747"/>
                      <a:pt x="184" y="2554"/>
                      <a:pt x="184" y="3396"/>
                    </a:cubicBezTo>
                    <a:cubicBezTo>
                      <a:pt x="184" y="4237"/>
                      <a:pt x="519" y="5044"/>
                      <a:pt x="1113" y="5639"/>
                    </a:cubicBezTo>
                    <a:cubicBezTo>
                      <a:pt x="1708" y="6234"/>
                      <a:pt x="2515" y="6568"/>
                      <a:pt x="3356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59" name="Freeform: Shape 10558">
                <a:extLst>
                  <a:ext uri="{FF2B5EF4-FFF2-40B4-BE49-F238E27FC236}">
                    <a16:creationId xmlns:a16="http://schemas.microsoft.com/office/drawing/2014/main" id="{46691D8E-67C5-D375-6F02-6CA776078438}"/>
                  </a:ext>
                </a:extLst>
              </p:cNvPr>
              <p:cNvSpPr/>
              <p:nvPr/>
            </p:nvSpPr>
            <p:spPr>
              <a:xfrm>
                <a:off x="8678852" y="6367384"/>
                <a:ext cx="6343" cy="6345"/>
              </a:xfrm>
              <a:custGeom>
                <a:avLst/>
                <a:gdLst>
                  <a:gd name="connsiteX0" fmla="*/ 3350 w 6343"/>
                  <a:gd name="connsiteY0" fmla="*/ 6573 h 6345"/>
                  <a:gd name="connsiteX1" fmla="*/ 5593 w 6343"/>
                  <a:gd name="connsiteY1" fmla="*/ 5644 h 6345"/>
                  <a:gd name="connsiteX2" fmla="*/ 6522 w 6343"/>
                  <a:gd name="connsiteY2" fmla="*/ 3400 h 6345"/>
                  <a:gd name="connsiteX3" fmla="*/ 5593 w 6343"/>
                  <a:gd name="connsiteY3" fmla="*/ 1157 h 6345"/>
                  <a:gd name="connsiteX4" fmla="*/ 3350 w 6343"/>
                  <a:gd name="connsiteY4" fmla="*/ 228 h 6345"/>
                  <a:gd name="connsiteX5" fmla="*/ 1108 w 6343"/>
                  <a:gd name="connsiteY5" fmla="*/ 1157 h 6345"/>
                  <a:gd name="connsiteX6" fmla="*/ 179 w 6343"/>
                  <a:gd name="connsiteY6" fmla="*/ 3400 h 6345"/>
                  <a:gd name="connsiteX7" fmla="*/ 1108 w 6343"/>
                  <a:gd name="connsiteY7" fmla="*/ 5644 h 6345"/>
                  <a:gd name="connsiteX8" fmla="*/ 3350 w 6343"/>
                  <a:gd name="connsiteY8" fmla="*/ 65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73"/>
                    </a:moveTo>
                    <a:cubicBezTo>
                      <a:pt x="4192" y="6573"/>
                      <a:pt x="4998" y="6239"/>
                      <a:pt x="5593" y="5644"/>
                    </a:cubicBezTo>
                    <a:cubicBezTo>
                      <a:pt x="6188" y="5049"/>
                      <a:pt x="6522" y="4242"/>
                      <a:pt x="6522" y="3400"/>
                    </a:cubicBezTo>
                    <a:cubicBezTo>
                      <a:pt x="6522" y="2559"/>
                      <a:pt x="6188" y="1752"/>
                      <a:pt x="5593" y="1157"/>
                    </a:cubicBezTo>
                    <a:cubicBezTo>
                      <a:pt x="4998" y="562"/>
                      <a:pt x="4192" y="228"/>
                      <a:pt x="3350" y="228"/>
                    </a:cubicBezTo>
                    <a:cubicBezTo>
                      <a:pt x="2509" y="228"/>
                      <a:pt x="1703" y="562"/>
                      <a:pt x="1108" y="1157"/>
                    </a:cubicBezTo>
                    <a:cubicBezTo>
                      <a:pt x="513" y="1752"/>
                      <a:pt x="179" y="2559"/>
                      <a:pt x="179" y="3400"/>
                    </a:cubicBezTo>
                    <a:cubicBezTo>
                      <a:pt x="179" y="4242"/>
                      <a:pt x="513" y="5049"/>
                      <a:pt x="1108" y="5644"/>
                    </a:cubicBezTo>
                    <a:cubicBezTo>
                      <a:pt x="1703" y="6239"/>
                      <a:pt x="2509" y="6573"/>
                      <a:pt x="3350" y="65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60" name="Freeform: Shape 10559">
                <a:extLst>
                  <a:ext uri="{FF2B5EF4-FFF2-40B4-BE49-F238E27FC236}">
                    <a16:creationId xmlns:a16="http://schemas.microsoft.com/office/drawing/2014/main" id="{A135A6F7-BCF1-C328-DC55-9D833573CBCB}"/>
                  </a:ext>
                </a:extLst>
              </p:cNvPr>
              <p:cNvSpPr/>
              <p:nvPr/>
            </p:nvSpPr>
            <p:spPr>
              <a:xfrm>
                <a:off x="8671915" y="6363174"/>
                <a:ext cx="6343" cy="6345"/>
              </a:xfrm>
              <a:custGeom>
                <a:avLst/>
                <a:gdLst>
                  <a:gd name="connsiteX0" fmla="*/ 3350 w 6343"/>
                  <a:gd name="connsiteY0" fmla="*/ 6573 h 6345"/>
                  <a:gd name="connsiteX1" fmla="*/ 5593 w 6343"/>
                  <a:gd name="connsiteY1" fmla="*/ 5643 h 6345"/>
                  <a:gd name="connsiteX2" fmla="*/ 6521 w 6343"/>
                  <a:gd name="connsiteY2" fmla="*/ 3400 h 6345"/>
                  <a:gd name="connsiteX3" fmla="*/ 5593 w 6343"/>
                  <a:gd name="connsiteY3" fmla="*/ 1156 h 6345"/>
                  <a:gd name="connsiteX4" fmla="*/ 3350 w 6343"/>
                  <a:gd name="connsiteY4" fmla="*/ 227 h 6345"/>
                  <a:gd name="connsiteX5" fmla="*/ 1107 w 6343"/>
                  <a:gd name="connsiteY5" fmla="*/ 1156 h 6345"/>
                  <a:gd name="connsiteX6" fmla="*/ 178 w 6343"/>
                  <a:gd name="connsiteY6" fmla="*/ 3400 h 6345"/>
                  <a:gd name="connsiteX7" fmla="*/ 1107 w 6343"/>
                  <a:gd name="connsiteY7" fmla="*/ 5643 h 6345"/>
                  <a:gd name="connsiteX8" fmla="*/ 3350 w 6343"/>
                  <a:gd name="connsiteY8" fmla="*/ 65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73"/>
                    </a:moveTo>
                    <a:cubicBezTo>
                      <a:pt x="4191" y="6573"/>
                      <a:pt x="4998" y="6238"/>
                      <a:pt x="5593" y="5643"/>
                    </a:cubicBezTo>
                    <a:cubicBezTo>
                      <a:pt x="6187" y="5048"/>
                      <a:pt x="6521" y="4241"/>
                      <a:pt x="6521" y="3400"/>
                    </a:cubicBezTo>
                    <a:cubicBezTo>
                      <a:pt x="6521" y="2559"/>
                      <a:pt x="6187" y="1751"/>
                      <a:pt x="5593" y="1156"/>
                    </a:cubicBezTo>
                    <a:cubicBezTo>
                      <a:pt x="4998" y="562"/>
                      <a:pt x="4191" y="227"/>
                      <a:pt x="3350" y="227"/>
                    </a:cubicBezTo>
                    <a:cubicBezTo>
                      <a:pt x="2509" y="227"/>
                      <a:pt x="1702" y="562"/>
                      <a:pt x="1107" y="1156"/>
                    </a:cubicBezTo>
                    <a:cubicBezTo>
                      <a:pt x="513" y="1751"/>
                      <a:pt x="178" y="2559"/>
                      <a:pt x="178" y="3400"/>
                    </a:cubicBezTo>
                    <a:cubicBezTo>
                      <a:pt x="178" y="4241"/>
                      <a:pt x="513" y="5048"/>
                      <a:pt x="1107" y="5643"/>
                    </a:cubicBezTo>
                    <a:cubicBezTo>
                      <a:pt x="1702" y="6238"/>
                      <a:pt x="2509" y="6573"/>
                      <a:pt x="3350" y="65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61" name="Freeform: Shape 10560">
                <a:extLst>
                  <a:ext uri="{FF2B5EF4-FFF2-40B4-BE49-F238E27FC236}">
                    <a16:creationId xmlns:a16="http://schemas.microsoft.com/office/drawing/2014/main" id="{9B367188-A994-606D-9994-D9E8AA24A213}"/>
                  </a:ext>
                </a:extLst>
              </p:cNvPr>
              <p:cNvSpPr/>
              <p:nvPr/>
            </p:nvSpPr>
            <p:spPr>
              <a:xfrm>
                <a:off x="9099985" y="5758631"/>
                <a:ext cx="6343" cy="6345"/>
              </a:xfrm>
              <a:custGeom>
                <a:avLst/>
                <a:gdLst>
                  <a:gd name="connsiteX0" fmla="*/ 3384 w 6343"/>
                  <a:gd name="connsiteY0" fmla="*/ 6525 h 6345"/>
                  <a:gd name="connsiteX1" fmla="*/ 5626 w 6343"/>
                  <a:gd name="connsiteY1" fmla="*/ 5596 h 6345"/>
                  <a:gd name="connsiteX2" fmla="*/ 6555 w 6343"/>
                  <a:gd name="connsiteY2" fmla="*/ 3352 h 6345"/>
                  <a:gd name="connsiteX3" fmla="*/ 5626 w 6343"/>
                  <a:gd name="connsiteY3" fmla="*/ 1109 h 6345"/>
                  <a:gd name="connsiteX4" fmla="*/ 3384 w 6343"/>
                  <a:gd name="connsiteY4" fmla="*/ 180 h 6345"/>
                  <a:gd name="connsiteX5" fmla="*/ 1141 w 6343"/>
                  <a:gd name="connsiteY5" fmla="*/ 1109 h 6345"/>
                  <a:gd name="connsiteX6" fmla="*/ 212 w 6343"/>
                  <a:gd name="connsiteY6" fmla="*/ 3352 h 6345"/>
                  <a:gd name="connsiteX7" fmla="*/ 1141 w 6343"/>
                  <a:gd name="connsiteY7" fmla="*/ 5596 h 6345"/>
                  <a:gd name="connsiteX8" fmla="*/ 338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25"/>
                    </a:moveTo>
                    <a:cubicBezTo>
                      <a:pt x="4225" y="6525"/>
                      <a:pt x="5032" y="6191"/>
                      <a:pt x="5626" y="5596"/>
                    </a:cubicBezTo>
                    <a:cubicBezTo>
                      <a:pt x="6221" y="5001"/>
                      <a:pt x="6555" y="4194"/>
                      <a:pt x="6555" y="3352"/>
                    </a:cubicBezTo>
                    <a:cubicBezTo>
                      <a:pt x="6555" y="2511"/>
                      <a:pt x="6221" y="1704"/>
                      <a:pt x="5626" y="1109"/>
                    </a:cubicBezTo>
                    <a:cubicBezTo>
                      <a:pt x="5032" y="514"/>
                      <a:pt x="4225" y="180"/>
                      <a:pt x="3384" y="180"/>
                    </a:cubicBezTo>
                    <a:cubicBezTo>
                      <a:pt x="2543" y="180"/>
                      <a:pt x="1736" y="514"/>
                      <a:pt x="1141" y="1109"/>
                    </a:cubicBezTo>
                    <a:cubicBezTo>
                      <a:pt x="546" y="1704"/>
                      <a:pt x="212" y="2511"/>
                      <a:pt x="212" y="3352"/>
                    </a:cubicBezTo>
                    <a:cubicBezTo>
                      <a:pt x="212" y="4194"/>
                      <a:pt x="546" y="5001"/>
                      <a:pt x="1141" y="5596"/>
                    </a:cubicBezTo>
                    <a:cubicBezTo>
                      <a:pt x="1736" y="6191"/>
                      <a:pt x="2543" y="6525"/>
                      <a:pt x="338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62" name="Freeform: Shape 10561">
                <a:extLst>
                  <a:ext uri="{FF2B5EF4-FFF2-40B4-BE49-F238E27FC236}">
                    <a16:creationId xmlns:a16="http://schemas.microsoft.com/office/drawing/2014/main" id="{3B7F52A3-9857-9BE3-3994-FAD95C79C0F2}"/>
                  </a:ext>
                </a:extLst>
              </p:cNvPr>
              <p:cNvSpPr/>
              <p:nvPr/>
            </p:nvSpPr>
            <p:spPr>
              <a:xfrm>
                <a:off x="9097669" y="5755805"/>
                <a:ext cx="6343" cy="6345"/>
              </a:xfrm>
              <a:custGeom>
                <a:avLst/>
                <a:gdLst>
                  <a:gd name="connsiteX0" fmla="*/ 3383 w 6343"/>
                  <a:gd name="connsiteY0" fmla="*/ 6525 h 6345"/>
                  <a:gd name="connsiteX1" fmla="*/ 5626 w 6343"/>
                  <a:gd name="connsiteY1" fmla="*/ 5596 h 6345"/>
                  <a:gd name="connsiteX2" fmla="*/ 6555 w 6343"/>
                  <a:gd name="connsiteY2" fmla="*/ 3352 h 6345"/>
                  <a:gd name="connsiteX3" fmla="*/ 5626 w 6343"/>
                  <a:gd name="connsiteY3" fmla="*/ 1109 h 6345"/>
                  <a:gd name="connsiteX4" fmla="*/ 3383 w 6343"/>
                  <a:gd name="connsiteY4" fmla="*/ 179 h 6345"/>
                  <a:gd name="connsiteX5" fmla="*/ 1141 w 6343"/>
                  <a:gd name="connsiteY5" fmla="*/ 1109 h 6345"/>
                  <a:gd name="connsiteX6" fmla="*/ 212 w 6343"/>
                  <a:gd name="connsiteY6" fmla="*/ 3352 h 6345"/>
                  <a:gd name="connsiteX7" fmla="*/ 1141 w 6343"/>
                  <a:gd name="connsiteY7" fmla="*/ 5596 h 6345"/>
                  <a:gd name="connsiteX8" fmla="*/ 338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5"/>
                    </a:moveTo>
                    <a:cubicBezTo>
                      <a:pt x="4225" y="6525"/>
                      <a:pt x="5031" y="6190"/>
                      <a:pt x="5626" y="5596"/>
                    </a:cubicBezTo>
                    <a:cubicBezTo>
                      <a:pt x="6221" y="5001"/>
                      <a:pt x="6555" y="4193"/>
                      <a:pt x="6555" y="3352"/>
                    </a:cubicBezTo>
                    <a:cubicBezTo>
                      <a:pt x="6555" y="2511"/>
                      <a:pt x="6221" y="1704"/>
                      <a:pt x="5626" y="1109"/>
                    </a:cubicBezTo>
                    <a:cubicBezTo>
                      <a:pt x="5031" y="514"/>
                      <a:pt x="4225" y="179"/>
                      <a:pt x="3383" y="179"/>
                    </a:cubicBezTo>
                    <a:cubicBezTo>
                      <a:pt x="2542" y="179"/>
                      <a:pt x="1736" y="514"/>
                      <a:pt x="1141" y="1109"/>
                    </a:cubicBezTo>
                    <a:cubicBezTo>
                      <a:pt x="546" y="1704"/>
                      <a:pt x="212" y="2511"/>
                      <a:pt x="212" y="3352"/>
                    </a:cubicBezTo>
                    <a:cubicBezTo>
                      <a:pt x="212" y="4193"/>
                      <a:pt x="546" y="5001"/>
                      <a:pt x="1141" y="5596"/>
                    </a:cubicBezTo>
                    <a:cubicBezTo>
                      <a:pt x="1736" y="6190"/>
                      <a:pt x="2542" y="6525"/>
                      <a:pt x="338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63" name="Freeform: Shape 10562">
                <a:extLst>
                  <a:ext uri="{FF2B5EF4-FFF2-40B4-BE49-F238E27FC236}">
                    <a16:creationId xmlns:a16="http://schemas.microsoft.com/office/drawing/2014/main" id="{8A9C1533-C471-F789-2B07-A77019B1E023}"/>
                  </a:ext>
                </a:extLst>
              </p:cNvPr>
              <p:cNvSpPr/>
              <p:nvPr/>
            </p:nvSpPr>
            <p:spPr>
              <a:xfrm>
                <a:off x="9094311" y="5754369"/>
                <a:ext cx="6343" cy="6345"/>
              </a:xfrm>
              <a:custGeom>
                <a:avLst/>
                <a:gdLst>
                  <a:gd name="connsiteX0" fmla="*/ 3383 w 6343"/>
                  <a:gd name="connsiteY0" fmla="*/ 6525 h 6345"/>
                  <a:gd name="connsiteX1" fmla="*/ 5626 w 6343"/>
                  <a:gd name="connsiteY1" fmla="*/ 5595 h 6345"/>
                  <a:gd name="connsiteX2" fmla="*/ 6555 w 6343"/>
                  <a:gd name="connsiteY2" fmla="*/ 3352 h 6345"/>
                  <a:gd name="connsiteX3" fmla="*/ 5626 w 6343"/>
                  <a:gd name="connsiteY3" fmla="*/ 1109 h 6345"/>
                  <a:gd name="connsiteX4" fmla="*/ 3383 w 6343"/>
                  <a:gd name="connsiteY4" fmla="*/ 179 h 6345"/>
                  <a:gd name="connsiteX5" fmla="*/ 1141 w 6343"/>
                  <a:gd name="connsiteY5" fmla="*/ 1109 h 6345"/>
                  <a:gd name="connsiteX6" fmla="*/ 212 w 6343"/>
                  <a:gd name="connsiteY6" fmla="*/ 3352 h 6345"/>
                  <a:gd name="connsiteX7" fmla="*/ 1141 w 6343"/>
                  <a:gd name="connsiteY7" fmla="*/ 5595 h 6345"/>
                  <a:gd name="connsiteX8" fmla="*/ 338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5"/>
                    </a:moveTo>
                    <a:cubicBezTo>
                      <a:pt x="4224" y="6525"/>
                      <a:pt x="5031" y="6190"/>
                      <a:pt x="5626" y="5595"/>
                    </a:cubicBezTo>
                    <a:cubicBezTo>
                      <a:pt x="6221" y="5000"/>
                      <a:pt x="6555" y="4193"/>
                      <a:pt x="6555" y="3352"/>
                    </a:cubicBezTo>
                    <a:cubicBezTo>
                      <a:pt x="6555" y="2511"/>
                      <a:pt x="6221" y="1703"/>
                      <a:pt x="5626" y="1109"/>
                    </a:cubicBezTo>
                    <a:cubicBezTo>
                      <a:pt x="5031" y="514"/>
                      <a:pt x="4224" y="179"/>
                      <a:pt x="3383" y="179"/>
                    </a:cubicBezTo>
                    <a:cubicBezTo>
                      <a:pt x="2542" y="179"/>
                      <a:pt x="1735" y="514"/>
                      <a:pt x="1141" y="1109"/>
                    </a:cubicBezTo>
                    <a:cubicBezTo>
                      <a:pt x="546" y="1703"/>
                      <a:pt x="212" y="2511"/>
                      <a:pt x="212" y="3352"/>
                    </a:cubicBezTo>
                    <a:cubicBezTo>
                      <a:pt x="212" y="4193"/>
                      <a:pt x="546" y="5000"/>
                      <a:pt x="1141" y="5595"/>
                    </a:cubicBezTo>
                    <a:cubicBezTo>
                      <a:pt x="1735" y="6190"/>
                      <a:pt x="2542" y="6525"/>
                      <a:pt x="338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64" name="Freeform: Shape 10563">
                <a:extLst>
                  <a:ext uri="{FF2B5EF4-FFF2-40B4-BE49-F238E27FC236}">
                    <a16:creationId xmlns:a16="http://schemas.microsoft.com/office/drawing/2014/main" id="{196F994F-09BD-0EBF-78F1-AD634724FCFD}"/>
                  </a:ext>
                </a:extLst>
              </p:cNvPr>
              <p:cNvSpPr/>
              <p:nvPr/>
            </p:nvSpPr>
            <p:spPr>
              <a:xfrm>
                <a:off x="8807345" y="6060946"/>
                <a:ext cx="6343" cy="6345"/>
              </a:xfrm>
              <a:custGeom>
                <a:avLst/>
                <a:gdLst>
                  <a:gd name="connsiteX0" fmla="*/ 3361 w 6343"/>
                  <a:gd name="connsiteY0" fmla="*/ 6549 h 6345"/>
                  <a:gd name="connsiteX1" fmla="*/ 5603 w 6343"/>
                  <a:gd name="connsiteY1" fmla="*/ 5620 h 6345"/>
                  <a:gd name="connsiteX2" fmla="*/ 6532 w 6343"/>
                  <a:gd name="connsiteY2" fmla="*/ 3376 h 6345"/>
                  <a:gd name="connsiteX3" fmla="*/ 5603 w 6343"/>
                  <a:gd name="connsiteY3" fmla="*/ 1133 h 6345"/>
                  <a:gd name="connsiteX4" fmla="*/ 3361 w 6343"/>
                  <a:gd name="connsiteY4" fmla="*/ 203 h 6345"/>
                  <a:gd name="connsiteX5" fmla="*/ 1118 w 6343"/>
                  <a:gd name="connsiteY5" fmla="*/ 1133 h 6345"/>
                  <a:gd name="connsiteX6" fmla="*/ 189 w 6343"/>
                  <a:gd name="connsiteY6" fmla="*/ 3376 h 6345"/>
                  <a:gd name="connsiteX7" fmla="*/ 1118 w 6343"/>
                  <a:gd name="connsiteY7" fmla="*/ 5620 h 6345"/>
                  <a:gd name="connsiteX8" fmla="*/ 3361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549"/>
                    </a:moveTo>
                    <a:cubicBezTo>
                      <a:pt x="4202" y="6549"/>
                      <a:pt x="5008" y="6215"/>
                      <a:pt x="5603" y="5620"/>
                    </a:cubicBezTo>
                    <a:cubicBezTo>
                      <a:pt x="6198" y="5025"/>
                      <a:pt x="6532" y="4218"/>
                      <a:pt x="6532" y="3376"/>
                    </a:cubicBezTo>
                    <a:cubicBezTo>
                      <a:pt x="6532" y="2535"/>
                      <a:pt x="6198" y="1728"/>
                      <a:pt x="5603" y="1133"/>
                    </a:cubicBezTo>
                    <a:cubicBezTo>
                      <a:pt x="5008" y="538"/>
                      <a:pt x="4202" y="203"/>
                      <a:pt x="3361" y="203"/>
                    </a:cubicBezTo>
                    <a:cubicBezTo>
                      <a:pt x="2519" y="203"/>
                      <a:pt x="1713" y="538"/>
                      <a:pt x="1118" y="1133"/>
                    </a:cubicBezTo>
                    <a:cubicBezTo>
                      <a:pt x="523" y="1728"/>
                      <a:pt x="189" y="2535"/>
                      <a:pt x="189" y="3376"/>
                    </a:cubicBezTo>
                    <a:cubicBezTo>
                      <a:pt x="189" y="4218"/>
                      <a:pt x="523" y="5025"/>
                      <a:pt x="1118" y="5620"/>
                    </a:cubicBezTo>
                    <a:cubicBezTo>
                      <a:pt x="1713" y="6215"/>
                      <a:pt x="2519" y="6549"/>
                      <a:pt x="3361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65" name="Freeform: Shape 10564">
                <a:extLst>
                  <a:ext uri="{FF2B5EF4-FFF2-40B4-BE49-F238E27FC236}">
                    <a16:creationId xmlns:a16="http://schemas.microsoft.com/office/drawing/2014/main" id="{B2C22753-0CC7-5FE5-8E3E-AC7242E9C753}"/>
                  </a:ext>
                </a:extLst>
              </p:cNvPr>
              <p:cNvSpPr/>
              <p:nvPr/>
            </p:nvSpPr>
            <p:spPr>
              <a:xfrm>
                <a:off x="8804674" y="6054618"/>
                <a:ext cx="6343" cy="6345"/>
              </a:xfrm>
              <a:custGeom>
                <a:avLst/>
                <a:gdLst>
                  <a:gd name="connsiteX0" fmla="*/ 3360 w 6343"/>
                  <a:gd name="connsiteY0" fmla="*/ 6548 h 6345"/>
                  <a:gd name="connsiteX1" fmla="*/ 5603 w 6343"/>
                  <a:gd name="connsiteY1" fmla="*/ 5619 h 6345"/>
                  <a:gd name="connsiteX2" fmla="*/ 6532 w 6343"/>
                  <a:gd name="connsiteY2" fmla="*/ 3376 h 6345"/>
                  <a:gd name="connsiteX3" fmla="*/ 5603 w 6343"/>
                  <a:gd name="connsiteY3" fmla="*/ 1132 h 6345"/>
                  <a:gd name="connsiteX4" fmla="*/ 3360 w 6343"/>
                  <a:gd name="connsiteY4" fmla="*/ 203 h 6345"/>
                  <a:gd name="connsiteX5" fmla="*/ 1118 w 6343"/>
                  <a:gd name="connsiteY5" fmla="*/ 1132 h 6345"/>
                  <a:gd name="connsiteX6" fmla="*/ 189 w 6343"/>
                  <a:gd name="connsiteY6" fmla="*/ 3376 h 6345"/>
                  <a:gd name="connsiteX7" fmla="*/ 1118 w 6343"/>
                  <a:gd name="connsiteY7" fmla="*/ 5619 h 6345"/>
                  <a:gd name="connsiteX8" fmla="*/ 3360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548"/>
                    </a:moveTo>
                    <a:cubicBezTo>
                      <a:pt x="4202" y="6548"/>
                      <a:pt x="5008" y="6214"/>
                      <a:pt x="5603" y="5619"/>
                    </a:cubicBezTo>
                    <a:cubicBezTo>
                      <a:pt x="6198" y="5024"/>
                      <a:pt x="6532" y="4217"/>
                      <a:pt x="6532" y="3376"/>
                    </a:cubicBezTo>
                    <a:cubicBezTo>
                      <a:pt x="6532" y="2534"/>
                      <a:pt x="6198" y="1727"/>
                      <a:pt x="5603" y="1132"/>
                    </a:cubicBezTo>
                    <a:cubicBezTo>
                      <a:pt x="5008" y="537"/>
                      <a:pt x="4202" y="203"/>
                      <a:pt x="3360" y="203"/>
                    </a:cubicBezTo>
                    <a:cubicBezTo>
                      <a:pt x="2519" y="203"/>
                      <a:pt x="1713" y="537"/>
                      <a:pt x="1118" y="1132"/>
                    </a:cubicBezTo>
                    <a:cubicBezTo>
                      <a:pt x="523" y="1727"/>
                      <a:pt x="189" y="2534"/>
                      <a:pt x="189" y="3376"/>
                    </a:cubicBezTo>
                    <a:cubicBezTo>
                      <a:pt x="189" y="4217"/>
                      <a:pt x="523" y="5024"/>
                      <a:pt x="1118" y="5619"/>
                    </a:cubicBezTo>
                    <a:cubicBezTo>
                      <a:pt x="1713" y="6214"/>
                      <a:pt x="2519" y="6548"/>
                      <a:pt x="3360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66" name="Freeform: Shape 10565">
                <a:extLst>
                  <a:ext uri="{FF2B5EF4-FFF2-40B4-BE49-F238E27FC236}">
                    <a16:creationId xmlns:a16="http://schemas.microsoft.com/office/drawing/2014/main" id="{BA118223-B4E7-BC27-3F51-625D28491E91}"/>
                  </a:ext>
                </a:extLst>
              </p:cNvPr>
              <p:cNvSpPr/>
              <p:nvPr/>
            </p:nvSpPr>
            <p:spPr>
              <a:xfrm>
                <a:off x="8803035" y="6047138"/>
                <a:ext cx="6343" cy="6345"/>
              </a:xfrm>
              <a:custGeom>
                <a:avLst/>
                <a:gdLst>
                  <a:gd name="connsiteX0" fmla="*/ 3360 w 6343"/>
                  <a:gd name="connsiteY0" fmla="*/ 6548 h 6345"/>
                  <a:gd name="connsiteX1" fmla="*/ 5603 w 6343"/>
                  <a:gd name="connsiteY1" fmla="*/ 5618 h 6345"/>
                  <a:gd name="connsiteX2" fmla="*/ 6532 w 6343"/>
                  <a:gd name="connsiteY2" fmla="*/ 3375 h 6345"/>
                  <a:gd name="connsiteX3" fmla="*/ 5603 w 6343"/>
                  <a:gd name="connsiteY3" fmla="*/ 1132 h 6345"/>
                  <a:gd name="connsiteX4" fmla="*/ 3360 w 6343"/>
                  <a:gd name="connsiteY4" fmla="*/ 202 h 6345"/>
                  <a:gd name="connsiteX5" fmla="*/ 1118 w 6343"/>
                  <a:gd name="connsiteY5" fmla="*/ 1132 h 6345"/>
                  <a:gd name="connsiteX6" fmla="*/ 189 w 6343"/>
                  <a:gd name="connsiteY6" fmla="*/ 3375 h 6345"/>
                  <a:gd name="connsiteX7" fmla="*/ 1118 w 6343"/>
                  <a:gd name="connsiteY7" fmla="*/ 5618 h 6345"/>
                  <a:gd name="connsiteX8" fmla="*/ 3360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548"/>
                    </a:moveTo>
                    <a:cubicBezTo>
                      <a:pt x="4201" y="6548"/>
                      <a:pt x="5008" y="6213"/>
                      <a:pt x="5603" y="5618"/>
                    </a:cubicBezTo>
                    <a:cubicBezTo>
                      <a:pt x="6198" y="5024"/>
                      <a:pt x="6532" y="4216"/>
                      <a:pt x="6532" y="3375"/>
                    </a:cubicBezTo>
                    <a:cubicBezTo>
                      <a:pt x="6532" y="2534"/>
                      <a:pt x="6198" y="1727"/>
                      <a:pt x="5603" y="1132"/>
                    </a:cubicBezTo>
                    <a:cubicBezTo>
                      <a:pt x="5008" y="537"/>
                      <a:pt x="4201" y="202"/>
                      <a:pt x="3360" y="202"/>
                    </a:cubicBezTo>
                    <a:cubicBezTo>
                      <a:pt x="2519" y="202"/>
                      <a:pt x="1712" y="537"/>
                      <a:pt x="1118" y="1132"/>
                    </a:cubicBezTo>
                    <a:cubicBezTo>
                      <a:pt x="523" y="1727"/>
                      <a:pt x="189" y="2534"/>
                      <a:pt x="189" y="3375"/>
                    </a:cubicBezTo>
                    <a:cubicBezTo>
                      <a:pt x="189" y="4216"/>
                      <a:pt x="523" y="5024"/>
                      <a:pt x="1118" y="5618"/>
                    </a:cubicBezTo>
                    <a:cubicBezTo>
                      <a:pt x="1712" y="6213"/>
                      <a:pt x="2519" y="6548"/>
                      <a:pt x="3360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67" name="Freeform: Shape 10566">
                <a:extLst>
                  <a:ext uri="{FF2B5EF4-FFF2-40B4-BE49-F238E27FC236}">
                    <a16:creationId xmlns:a16="http://schemas.microsoft.com/office/drawing/2014/main" id="{CD37025F-4A3B-E596-1AA7-90229E4D652B}"/>
                  </a:ext>
                </a:extLst>
              </p:cNvPr>
              <p:cNvSpPr/>
              <p:nvPr/>
            </p:nvSpPr>
            <p:spPr>
              <a:xfrm>
                <a:off x="8799986" y="6041379"/>
                <a:ext cx="6343" cy="6345"/>
              </a:xfrm>
              <a:custGeom>
                <a:avLst/>
                <a:gdLst>
                  <a:gd name="connsiteX0" fmla="*/ 3360 w 6343"/>
                  <a:gd name="connsiteY0" fmla="*/ 6547 h 6345"/>
                  <a:gd name="connsiteX1" fmla="*/ 5603 w 6343"/>
                  <a:gd name="connsiteY1" fmla="*/ 5618 h 6345"/>
                  <a:gd name="connsiteX2" fmla="*/ 6532 w 6343"/>
                  <a:gd name="connsiteY2" fmla="*/ 3375 h 6345"/>
                  <a:gd name="connsiteX3" fmla="*/ 5603 w 6343"/>
                  <a:gd name="connsiteY3" fmla="*/ 1131 h 6345"/>
                  <a:gd name="connsiteX4" fmla="*/ 3360 w 6343"/>
                  <a:gd name="connsiteY4" fmla="*/ 202 h 6345"/>
                  <a:gd name="connsiteX5" fmla="*/ 1117 w 6343"/>
                  <a:gd name="connsiteY5" fmla="*/ 1131 h 6345"/>
                  <a:gd name="connsiteX6" fmla="*/ 188 w 6343"/>
                  <a:gd name="connsiteY6" fmla="*/ 3375 h 6345"/>
                  <a:gd name="connsiteX7" fmla="*/ 1117 w 6343"/>
                  <a:gd name="connsiteY7" fmla="*/ 5618 h 6345"/>
                  <a:gd name="connsiteX8" fmla="*/ 336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547"/>
                    </a:moveTo>
                    <a:cubicBezTo>
                      <a:pt x="4201" y="6547"/>
                      <a:pt x="5008" y="6213"/>
                      <a:pt x="5603" y="5618"/>
                    </a:cubicBezTo>
                    <a:cubicBezTo>
                      <a:pt x="6197" y="5023"/>
                      <a:pt x="6532" y="4216"/>
                      <a:pt x="6532" y="3375"/>
                    </a:cubicBezTo>
                    <a:cubicBezTo>
                      <a:pt x="6532" y="2533"/>
                      <a:pt x="6197" y="1726"/>
                      <a:pt x="5603" y="1131"/>
                    </a:cubicBezTo>
                    <a:cubicBezTo>
                      <a:pt x="5008" y="536"/>
                      <a:pt x="4201" y="202"/>
                      <a:pt x="3360" y="202"/>
                    </a:cubicBezTo>
                    <a:cubicBezTo>
                      <a:pt x="2519" y="202"/>
                      <a:pt x="1712" y="536"/>
                      <a:pt x="1117" y="1131"/>
                    </a:cubicBezTo>
                    <a:cubicBezTo>
                      <a:pt x="523" y="1726"/>
                      <a:pt x="188" y="2533"/>
                      <a:pt x="188" y="3375"/>
                    </a:cubicBezTo>
                    <a:cubicBezTo>
                      <a:pt x="188" y="4216"/>
                      <a:pt x="523" y="5023"/>
                      <a:pt x="1117" y="5618"/>
                    </a:cubicBezTo>
                    <a:cubicBezTo>
                      <a:pt x="1712" y="6213"/>
                      <a:pt x="2519" y="6547"/>
                      <a:pt x="336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68" name="Freeform: Shape 10567">
                <a:extLst>
                  <a:ext uri="{FF2B5EF4-FFF2-40B4-BE49-F238E27FC236}">
                    <a16:creationId xmlns:a16="http://schemas.microsoft.com/office/drawing/2014/main" id="{DD861201-7B41-F13A-C9D5-1D1B58B7C567}"/>
                  </a:ext>
                </a:extLst>
              </p:cNvPr>
              <p:cNvSpPr/>
              <p:nvPr/>
            </p:nvSpPr>
            <p:spPr>
              <a:xfrm>
                <a:off x="8795786" y="6036984"/>
                <a:ext cx="6343" cy="6345"/>
              </a:xfrm>
              <a:custGeom>
                <a:avLst/>
                <a:gdLst>
                  <a:gd name="connsiteX0" fmla="*/ 3360 w 6343"/>
                  <a:gd name="connsiteY0" fmla="*/ 6547 h 6345"/>
                  <a:gd name="connsiteX1" fmla="*/ 5602 w 6343"/>
                  <a:gd name="connsiteY1" fmla="*/ 5618 h 6345"/>
                  <a:gd name="connsiteX2" fmla="*/ 6531 w 6343"/>
                  <a:gd name="connsiteY2" fmla="*/ 3374 h 6345"/>
                  <a:gd name="connsiteX3" fmla="*/ 5602 w 6343"/>
                  <a:gd name="connsiteY3" fmla="*/ 1131 h 6345"/>
                  <a:gd name="connsiteX4" fmla="*/ 3360 w 6343"/>
                  <a:gd name="connsiteY4" fmla="*/ 202 h 6345"/>
                  <a:gd name="connsiteX5" fmla="*/ 1117 w 6343"/>
                  <a:gd name="connsiteY5" fmla="*/ 1131 h 6345"/>
                  <a:gd name="connsiteX6" fmla="*/ 188 w 6343"/>
                  <a:gd name="connsiteY6" fmla="*/ 3374 h 6345"/>
                  <a:gd name="connsiteX7" fmla="*/ 1117 w 6343"/>
                  <a:gd name="connsiteY7" fmla="*/ 5618 h 6345"/>
                  <a:gd name="connsiteX8" fmla="*/ 336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547"/>
                    </a:moveTo>
                    <a:cubicBezTo>
                      <a:pt x="4201" y="6547"/>
                      <a:pt x="5008" y="6213"/>
                      <a:pt x="5602" y="5618"/>
                    </a:cubicBezTo>
                    <a:cubicBezTo>
                      <a:pt x="6197" y="5023"/>
                      <a:pt x="6531" y="4216"/>
                      <a:pt x="6531" y="3374"/>
                    </a:cubicBezTo>
                    <a:cubicBezTo>
                      <a:pt x="6531" y="2533"/>
                      <a:pt x="6197" y="1726"/>
                      <a:pt x="5602" y="1131"/>
                    </a:cubicBezTo>
                    <a:cubicBezTo>
                      <a:pt x="5008" y="536"/>
                      <a:pt x="4201" y="202"/>
                      <a:pt x="3360" y="202"/>
                    </a:cubicBezTo>
                    <a:cubicBezTo>
                      <a:pt x="2519" y="202"/>
                      <a:pt x="1712" y="536"/>
                      <a:pt x="1117" y="1131"/>
                    </a:cubicBezTo>
                    <a:cubicBezTo>
                      <a:pt x="522" y="1726"/>
                      <a:pt x="188" y="2533"/>
                      <a:pt x="188" y="3374"/>
                    </a:cubicBezTo>
                    <a:cubicBezTo>
                      <a:pt x="188" y="4216"/>
                      <a:pt x="522" y="5023"/>
                      <a:pt x="1117" y="5618"/>
                    </a:cubicBezTo>
                    <a:cubicBezTo>
                      <a:pt x="1712" y="6213"/>
                      <a:pt x="2519" y="6547"/>
                      <a:pt x="336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69" name="Freeform: Shape 10568">
                <a:extLst>
                  <a:ext uri="{FF2B5EF4-FFF2-40B4-BE49-F238E27FC236}">
                    <a16:creationId xmlns:a16="http://schemas.microsoft.com/office/drawing/2014/main" id="{BE0FC6DB-BF74-7151-7DBD-FCCB65ABE4F2}"/>
                  </a:ext>
                </a:extLst>
              </p:cNvPr>
              <p:cNvSpPr/>
              <p:nvPr/>
            </p:nvSpPr>
            <p:spPr>
              <a:xfrm>
                <a:off x="8786166" y="6038731"/>
                <a:ext cx="6343" cy="6345"/>
              </a:xfrm>
              <a:custGeom>
                <a:avLst/>
                <a:gdLst>
                  <a:gd name="connsiteX0" fmla="*/ 3359 w 6343"/>
                  <a:gd name="connsiteY0" fmla="*/ 6547 h 6345"/>
                  <a:gd name="connsiteX1" fmla="*/ 5602 w 6343"/>
                  <a:gd name="connsiteY1" fmla="*/ 5618 h 6345"/>
                  <a:gd name="connsiteX2" fmla="*/ 6530 w 6343"/>
                  <a:gd name="connsiteY2" fmla="*/ 3374 h 6345"/>
                  <a:gd name="connsiteX3" fmla="*/ 5602 w 6343"/>
                  <a:gd name="connsiteY3" fmla="*/ 1131 h 6345"/>
                  <a:gd name="connsiteX4" fmla="*/ 3359 w 6343"/>
                  <a:gd name="connsiteY4" fmla="*/ 202 h 6345"/>
                  <a:gd name="connsiteX5" fmla="*/ 1116 w 6343"/>
                  <a:gd name="connsiteY5" fmla="*/ 1131 h 6345"/>
                  <a:gd name="connsiteX6" fmla="*/ 187 w 6343"/>
                  <a:gd name="connsiteY6" fmla="*/ 3374 h 6345"/>
                  <a:gd name="connsiteX7" fmla="*/ 1116 w 6343"/>
                  <a:gd name="connsiteY7" fmla="*/ 5618 h 6345"/>
                  <a:gd name="connsiteX8" fmla="*/ 3359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547"/>
                    </a:moveTo>
                    <a:cubicBezTo>
                      <a:pt x="4200" y="6547"/>
                      <a:pt x="5007" y="6213"/>
                      <a:pt x="5602" y="5618"/>
                    </a:cubicBezTo>
                    <a:cubicBezTo>
                      <a:pt x="6196" y="5023"/>
                      <a:pt x="6530" y="4216"/>
                      <a:pt x="6530" y="3374"/>
                    </a:cubicBezTo>
                    <a:cubicBezTo>
                      <a:pt x="6530" y="2533"/>
                      <a:pt x="6196" y="1726"/>
                      <a:pt x="5602" y="1131"/>
                    </a:cubicBezTo>
                    <a:cubicBezTo>
                      <a:pt x="5007" y="536"/>
                      <a:pt x="4200" y="202"/>
                      <a:pt x="3359" y="202"/>
                    </a:cubicBezTo>
                    <a:cubicBezTo>
                      <a:pt x="2518" y="202"/>
                      <a:pt x="1711" y="536"/>
                      <a:pt x="1116" y="1131"/>
                    </a:cubicBezTo>
                    <a:cubicBezTo>
                      <a:pt x="522" y="1726"/>
                      <a:pt x="187" y="2533"/>
                      <a:pt x="187" y="3374"/>
                    </a:cubicBezTo>
                    <a:cubicBezTo>
                      <a:pt x="187" y="4216"/>
                      <a:pt x="522" y="5023"/>
                      <a:pt x="1116" y="5618"/>
                    </a:cubicBezTo>
                    <a:cubicBezTo>
                      <a:pt x="1711" y="6213"/>
                      <a:pt x="2518" y="6547"/>
                      <a:pt x="3359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70" name="Freeform: Shape 10569">
                <a:extLst>
                  <a:ext uri="{FF2B5EF4-FFF2-40B4-BE49-F238E27FC236}">
                    <a16:creationId xmlns:a16="http://schemas.microsoft.com/office/drawing/2014/main" id="{DAF75799-D245-AC4F-7BEC-9C3F2312A260}"/>
                  </a:ext>
                </a:extLst>
              </p:cNvPr>
              <p:cNvSpPr/>
              <p:nvPr/>
            </p:nvSpPr>
            <p:spPr>
              <a:xfrm>
                <a:off x="8781861" y="6034396"/>
                <a:ext cx="6343" cy="6345"/>
              </a:xfrm>
              <a:custGeom>
                <a:avLst/>
                <a:gdLst>
                  <a:gd name="connsiteX0" fmla="*/ 3359 w 6343"/>
                  <a:gd name="connsiteY0" fmla="*/ 6547 h 6345"/>
                  <a:gd name="connsiteX1" fmla="*/ 5601 w 6343"/>
                  <a:gd name="connsiteY1" fmla="*/ 5617 h 6345"/>
                  <a:gd name="connsiteX2" fmla="*/ 6530 w 6343"/>
                  <a:gd name="connsiteY2" fmla="*/ 3374 h 6345"/>
                  <a:gd name="connsiteX3" fmla="*/ 5601 w 6343"/>
                  <a:gd name="connsiteY3" fmla="*/ 1131 h 6345"/>
                  <a:gd name="connsiteX4" fmla="*/ 3359 w 6343"/>
                  <a:gd name="connsiteY4" fmla="*/ 201 h 6345"/>
                  <a:gd name="connsiteX5" fmla="*/ 1116 w 6343"/>
                  <a:gd name="connsiteY5" fmla="*/ 1131 h 6345"/>
                  <a:gd name="connsiteX6" fmla="*/ 187 w 6343"/>
                  <a:gd name="connsiteY6" fmla="*/ 3374 h 6345"/>
                  <a:gd name="connsiteX7" fmla="*/ 1116 w 6343"/>
                  <a:gd name="connsiteY7" fmla="*/ 5617 h 6345"/>
                  <a:gd name="connsiteX8" fmla="*/ 3359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547"/>
                    </a:moveTo>
                    <a:cubicBezTo>
                      <a:pt x="4200" y="6547"/>
                      <a:pt x="5006" y="6212"/>
                      <a:pt x="5601" y="5617"/>
                    </a:cubicBezTo>
                    <a:cubicBezTo>
                      <a:pt x="6196" y="5023"/>
                      <a:pt x="6530" y="4215"/>
                      <a:pt x="6530" y="3374"/>
                    </a:cubicBezTo>
                    <a:cubicBezTo>
                      <a:pt x="6530" y="2533"/>
                      <a:pt x="6196" y="1726"/>
                      <a:pt x="5601" y="1131"/>
                    </a:cubicBezTo>
                    <a:cubicBezTo>
                      <a:pt x="5006" y="536"/>
                      <a:pt x="4200" y="201"/>
                      <a:pt x="3359" y="201"/>
                    </a:cubicBezTo>
                    <a:cubicBezTo>
                      <a:pt x="2517" y="201"/>
                      <a:pt x="1711" y="536"/>
                      <a:pt x="1116" y="1131"/>
                    </a:cubicBezTo>
                    <a:cubicBezTo>
                      <a:pt x="521" y="1726"/>
                      <a:pt x="187" y="2533"/>
                      <a:pt x="187" y="3374"/>
                    </a:cubicBezTo>
                    <a:cubicBezTo>
                      <a:pt x="187" y="4215"/>
                      <a:pt x="521" y="5023"/>
                      <a:pt x="1116" y="5617"/>
                    </a:cubicBezTo>
                    <a:cubicBezTo>
                      <a:pt x="1711" y="6212"/>
                      <a:pt x="2517" y="6547"/>
                      <a:pt x="3359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71" name="Freeform: Shape 10570">
                <a:extLst>
                  <a:ext uri="{FF2B5EF4-FFF2-40B4-BE49-F238E27FC236}">
                    <a16:creationId xmlns:a16="http://schemas.microsoft.com/office/drawing/2014/main" id="{04219CED-A1A0-4B66-FF7F-87FD9E0D5262}"/>
                  </a:ext>
                </a:extLst>
              </p:cNvPr>
              <p:cNvSpPr/>
              <p:nvPr/>
            </p:nvSpPr>
            <p:spPr>
              <a:xfrm>
                <a:off x="8776869" y="6030827"/>
                <a:ext cx="6343" cy="6345"/>
              </a:xfrm>
              <a:custGeom>
                <a:avLst/>
                <a:gdLst>
                  <a:gd name="connsiteX0" fmla="*/ 3358 w 6343"/>
                  <a:gd name="connsiteY0" fmla="*/ 6546 h 6345"/>
                  <a:gd name="connsiteX1" fmla="*/ 5601 w 6343"/>
                  <a:gd name="connsiteY1" fmla="*/ 5617 h 6345"/>
                  <a:gd name="connsiteX2" fmla="*/ 6530 w 6343"/>
                  <a:gd name="connsiteY2" fmla="*/ 3374 h 6345"/>
                  <a:gd name="connsiteX3" fmla="*/ 5601 w 6343"/>
                  <a:gd name="connsiteY3" fmla="*/ 1130 h 6345"/>
                  <a:gd name="connsiteX4" fmla="*/ 3358 w 6343"/>
                  <a:gd name="connsiteY4" fmla="*/ 201 h 6345"/>
                  <a:gd name="connsiteX5" fmla="*/ 1116 w 6343"/>
                  <a:gd name="connsiteY5" fmla="*/ 1130 h 6345"/>
                  <a:gd name="connsiteX6" fmla="*/ 187 w 6343"/>
                  <a:gd name="connsiteY6" fmla="*/ 3374 h 6345"/>
                  <a:gd name="connsiteX7" fmla="*/ 1116 w 6343"/>
                  <a:gd name="connsiteY7" fmla="*/ 5617 h 6345"/>
                  <a:gd name="connsiteX8" fmla="*/ 3358 w 6343"/>
                  <a:gd name="connsiteY8" fmla="*/ 65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546"/>
                    </a:moveTo>
                    <a:cubicBezTo>
                      <a:pt x="4199" y="6546"/>
                      <a:pt x="5006" y="6212"/>
                      <a:pt x="5601" y="5617"/>
                    </a:cubicBezTo>
                    <a:cubicBezTo>
                      <a:pt x="6196" y="5022"/>
                      <a:pt x="6530" y="4215"/>
                      <a:pt x="6530" y="3374"/>
                    </a:cubicBezTo>
                    <a:cubicBezTo>
                      <a:pt x="6530" y="2532"/>
                      <a:pt x="6196" y="1725"/>
                      <a:pt x="5601" y="1130"/>
                    </a:cubicBezTo>
                    <a:cubicBezTo>
                      <a:pt x="5006" y="535"/>
                      <a:pt x="4199" y="201"/>
                      <a:pt x="3358" y="201"/>
                    </a:cubicBezTo>
                    <a:cubicBezTo>
                      <a:pt x="2517" y="201"/>
                      <a:pt x="1710" y="535"/>
                      <a:pt x="1116" y="1130"/>
                    </a:cubicBezTo>
                    <a:cubicBezTo>
                      <a:pt x="521" y="1725"/>
                      <a:pt x="187" y="2532"/>
                      <a:pt x="187" y="3374"/>
                    </a:cubicBezTo>
                    <a:cubicBezTo>
                      <a:pt x="187" y="4215"/>
                      <a:pt x="521" y="5022"/>
                      <a:pt x="1116" y="5617"/>
                    </a:cubicBezTo>
                    <a:cubicBezTo>
                      <a:pt x="1710" y="6212"/>
                      <a:pt x="2517" y="6546"/>
                      <a:pt x="3358" y="65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72" name="Freeform: Shape 10571">
                <a:extLst>
                  <a:ext uri="{FF2B5EF4-FFF2-40B4-BE49-F238E27FC236}">
                    <a16:creationId xmlns:a16="http://schemas.microsoft.com/office/drawing/2014/main" id="{D1F67AB2-4096-C8C1-C09E-58FE561F7E24}"/>
                  </a:ext>
                </a:extLst>
              </p:cNvPr>
              <p:cNvSpPr/>
              <p:nvPr/>
            </p:nvSpPr>
            <p:spPr>
              <a:xfrm>
                <a:off x="8488340" y="6336346"/>
                <a:ext cx="6343" cy="6345"/>
              </a:xfrm>
              <a:custGeom>
                <a:avLst/>
                <a:gdLst>
                  <a:gd name="connsiteX0" fmla="*/ 3335 w 6343"/>
                  <a:gd name="connsiteY0" fmla="*/ 6571 h 6345"/>
                  <a:gd name="connsiteX1" fmla="*/ 5578 w 6343"/>
                  <a:gd name="connsiteY1" fmla="*/ 5641 h 6345"/>
                  <a:gd name="connsiteX2" fmla="*/ 6507 w 6343"/>
                  <a:gd name="connsiteY2" fmla="*/ 3398 h 6345"/>
                  <a:gd name="connsiteX3" fmla="*/ 5578 w 6343"/>
                  <a:gd name="connsiteY3" fmla="*/ 1154 h 6345"/>
                  <a:gd name="connsiteX4" fmla="*/ 3335 w 6343"/>
                  <a:gd name="connsiteY4" fmla="*/ 225 h 6345"/>
                  <a:gd name="connsiteX5" fmla="*/ 1093 w 6343"/>
                  <a:gd name="connsiteY5" fmla="*/ 1154 h 6345"/>
                  <a:gd name="connsiteX6" fmla="*/ 164 w 6343"/>
                  <a:gd name="connsiteY6" fmla="*/ 3398 h 6345"/>
                  <a:gd name="connsiteX7" fmla="*/ 1093 w 6343"/>
                  <a:gd name="connsiteY7" fmla="*/ 5641 h 6345"/>
                  <a:gd name="connsiteX8" fmla="*/ 3335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5" y="6571"/>
                    </a:moveTo>
                    <a:cubicBezTo>
                      <a:pt x="4177" y="6571"/>
                      <a:pt x="4983" y="6236"/>
                      <a:pt x="5578" y="5641"/>
                    </a:cubicBezTo>
                    <a:cubicBezTo>
                      <a:pt x="6173" y="5046"/>
                      <a:pt x="6507" y="4239"/>
                      <a:pt x="6507" y="3398"/>
                    </a:cubicBezTo>
                    <a:cubicBezTo>
                      <a:pt x="6507" y="2556"/>
                      <a:pt x="6173" y="1749"/>
                      <a:pt x="5578" y="1154"/>
                    </a:cubicBezTo>
                    <a:cubicBezTo>
                      <a:pt x="4983" y="559"/>
                      <a:pt x="4177" y="225"/>
                      <a:pt x="3335" y="225"/>
                    </a:cubicBezTo>
                    <a:cubicBezTo>
                      <a:pt x="2494" y="225"/>
                      <a:pt x="1688" y="559"/>
                      <a:pt x="1093" y="1154"/>
                    </a:cubicBezTo>
                    <a:cubicBezTo>
                      <a:pt x="498" y="1749"/>
                      <a:pt x="164" y="2556"/>
                      <a:pt x="164" y="3398"/>
                    </a:cubicBezTo>
                    <a:cubicBezTo>
                      <a:pt x="164" y="4239"/>
                      <a:pt x="498" y="5046"/>
                      <a:pt x="1093" y="5641"/>
                    </a:cubicBezTo>
                    <a:cubicBezTo>
                      <a:pt x="1688" y="6236"/>
                      <a:pt x="2494" y="6571"/>
                      <a:pt x="3335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73" name="Freeform: Shape 10572">
                <a:extLst>
                  <a:ext uri="{FF2B5EF4-FFF2-40B4-BE49-F238E27FC236}">
                    <a16:creationId xmlns:a16="http://schemas.microsoft.com/office/drawing/2014/main" id="{5008228A-C642-1E40-8AAB-AB05B44E02DB}"/>
                  </a:ext>
                </a:extLst>
              </p:cNvPr>
              <p:cNvSpPr/>
              <p:nvPr/>
            </p:nvSpPr>
            <p:spPr>
              <a:xfrm>
                <a:off x="8481837" y="6330596"/>
                <a:ext cx="6343" cy="6345"/>
              </a:xfrm>
              <a:custGeom>
                <a:avLst/>
                <a:gdLst>
                  <a:gd name="connsiteX0" fmla="*/ 3335 w 6343"/>
                  <a:gd name="connsiteY0" fmla="*/ 6570 h 6345"/>
                  <a:gd name="connsiteX1" fmla="*/ 5578 w 6343"/>
                  <a:gd name="connsiteY1" fmla="*/ 5641 h 6345"/>
                  <a:gd name="connsiteX2" fmla="*/ 6507 w 6343"/>
                  <a:gd name="connsiteY2" fmla="*/ 3397 h 6345"/>
                  <a:gd name="connsiteX3" fmla="*/ 5578 w 6343"/>
                  <a:gd name="connsiteY3" fmla="*/ 1154 h 6345"/>
                  <a:gd name="connsiteX4" fmla="*/ 3335 w 6343"/>
                  <a:gd name="connsiteY4" fmla="*/ 225 h 6345"/>
                  <a:gd name="connsiteX5" fmla="*/ 1092 w 6343"/>
                  <a:gd name="connsiteY5" fmla="*/ 1154 h 6345"/>
                  <a:gd name="connsiteX6" fmla="*/ 163 w 6343"/>
                  <a:gd name="connsiteY6" fmla="*/ 3397 h 6345"/>
                  <a:gd name="connsiteX7" fmla="*/ 1092 w 6343"/>
                  <a:gd name="connsiteY7" fmla="*/ 5641 h 6345"/>
                  <a:gd name="connsiteX8" fmla="*/ 3335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5" y="6570"/>
                    </a:moveTo>
                    <a:cubicBezTo>
                      <a:pt x="4176" y="6570"/>
                      <a:pt x="4983" y="6236"/>
                      <a:pt x="5578" y="5641"/>
                    </a:cubicBezTo>
                    <a:cubicBezTo>
                      <a:pt x="6172" y="5046"/>
                      <a:pt x="6507" y="4239"/>
                      <a:pt x="6507" y="3397"/>
                    </a:cubicBezTo>
                    <a:cubicBezTo>
                      <a:pt x="6507" y="2556"/>
                      <a:pt x="6172" y="1749"/>
                      <a:pt x="5578" y="1154"/>
                    </a:cubicBezTo>
                    <a:cubicBezTo>
                      <a:pt x="4983" y="559"/>
                      <a:pt x="4176" y="225"/>
                      <a:pt x="3335" y="225"/>
                    </a:cubicBezTo>
                    <a:cubicBezTo>
                      <a:pt x="2494" y="225"/>
                      <a:pt x="1687" y="559"/>
                      <a:pt x="1092" y="1154"/>
                    </a:cubicBezTo>
                    <a:cubicBezTo>
                      <a:pt x="498" y="1749"/>
                      <a:pt x="163" y="2556"/>
                      <a:pt x="163" y="3397"/>
                    </a:cubicBezTo>
                    <a:cubicBezTo>
                      <a:pt x="163" y="4239"/>
                      <a:pt x="498" y="5046"/>
                      <a:pt x="1092" y="5641"/>
                    </a:cubicBezTo>
                    <a:cubicBezTo>
                      <a:pt x="1687" y="6236"/>
                      <a:pt x="2494" y="6570"/>
                      <a:pt x="3335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74" name="Freeform: Shape 10573">
                <a:extLst>
                  <a:ext uri="{FF2B5EF4-FFF2-40B4-BE49-F238E27FC236}">
                    <a16:creationId xmlns:a16="http://schemas.microsoft.com/office/drawing/2014/main" id="{34EBA42C-9DB6-958B-7842-13301EC4FB87}"/>
                  </a:ext>
                </a:extLst>
              </p:cNvPr>
              <p:cNvSpPr/>
              <p:nvPr/>
            </p:nvSpPr>
            <p:spPr>
              <a:xfrm>
                <a:off x="8474507" y="6325721"/>
                <a:ext cx="6343" cy="6345"/>
              </a:xfrm>
              <a:custGeom>
                <a:avLst/>
                <a:gdLst>
                  <a:gd name="connsiteX0" fmla="*/ 3334 w 6343"/>
                  <a:gd name="connsiteY0" fmla="*/ 6570 h 6345"/>
                  <a:gd name="connsiteX1" fmla="*/ 5577 w 6343"/>
                  <a:gd name="connsiteY1" fmla="*/ 5640 h 6345"/>
                  <a:gd name="connsiteX2" fmla="*/ 6506 w 6343"/>
                  <a:gd name="connsiteY2" fmla="*/ 3397 h 6345"/>
                  <a:gd name="connsiteX3" fmla="*/ 5577 w 6343"/>
                  <a:gd name="connsiteY3" fmla="*/ 1154 h 6345"/>
                  <a:gd name="connsiteX4" fmla="*/ 3334 w 6343"/>
                  <a:gd name="connsiteY4" fmla="*/ 224 h 6345"/>
                  <a:gd name="connsiteX5" fmla="*/ 1092 w 6343"/>
                  <a:gd name="connsiteY5" fmla="*/ 1154 h 6345"/>
                  <a:gd name="connsiteX6" fmla="*/ 163 w 6343"/>
                  <a:gd name="connsiteY6" fmla="*/ 3397 h 6345"/>
                  <a:gd name="connsiteX7" fmla="*/ 1092 w 6343"/>
                  <a:gd name="connsiteY7" fmla="*/ 5640 h 6345"/>
                  <a:gd name="connsiteX8" fmla="*/ 333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4" y="6570"/>
                    </a:moveTo>
                    <a:cubicBezTo>
                      <a:pt x="4175" y="6570"/>
                      <a:pt x="4982" y="6235"/>
                      <a:pt x="5577" y="5640"/>
                    </a:cubicBezTo>
                    <a:cubicBezTo>
                      <a:pt x="6172" y="5045"/>
                      <a:pt x="6506" y="4238"/>
                      <a:pt x="6506" y="3397"/>
                    </a:cubicBezTo>
                    <a:cubicBezTo>
                      <a:pt x="6506" y="2556"/>
                      <a:pt x="6172" y="1749"/>
                      <a:pt x="5577" y="1154"/>
                    </a:cubicBezTo>
                    <a:cubicBezTo>
                      <a:pt x="4982" y="559"/>
                      <a:pt x="4175" y="224"/>
                      <a:pt x="3334" y="224"/>
                    </a:cubicBezTo>
                    <a:cubicBezTo>
                      <a:pt x="2493" y="224"/>
                      <a:pt x="1686" y="559"/>
                      <a:pt x="1092" y="1154"/>
                    </a:cubicBezTo>
                    <a:cubicBezTo>
                      <a:pt x="497" y="1749"/>
                      <a:pt x="163" y="2556"/>
                      <a:pt x="163" y="3397"/>
                    </a:cubicBezTo>
                    <a:cubicBezTo>
                      <a:pt x="163" y="4238"/>
                      <a:pt x="497" y="5045"/>
                      <a:pt x="1092" y="5640"/>
                    </a:cubicBezTo>
                    <a:cubicBezTo>
                      <a:pt x="1686" y="6235"/>
                      <a:pt x="2493" y="6570"/>
                      <a:pt x="333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75" name="Freeform: Shape 10574">
                <a:extLst>
                  <a:ext uri="{FF2B5EF4-FFF2-40B4-BE49-F238E27FC236}">
                    <a16:creationId xmlns:a16="http://schemas.microsoft.com/office/drawing/2014/main" id="{E65D7F0A-5ABF-187B-79C9-DECF267D3140}"/>
                  </a:ext>
                </a:extLst>
              </p:cNvPr>
              <p:cNvSpPr/>
              <p:nvPr/>
            </p:nvSpPr>
            <p:spPr>
              <a:xfrm>
                <a:off x="8574339" y="6208228"/>
                <a:ext cx="6343" cy="6345"/>
              </a:xfrm>
              <a:custGeom>
                <a:avLst/>
                <a:gdLst>
                  <a:gd name="connsiteX0" fmla="*/ 3342 w 6343"/>
                  <a:gd name="connsiteY0" fmla="*/ 6560 h 6345"/>
                  <a:gd name="connsiteX1" fmla="*/ 5585 w 6343"/>
                  <a:gd name="connsiteY1" fmla="*/ 5631 h 6345"/>
                  <a:gd name="connsiteX2" fmla="*/ 6514 w 6343"/>
                  <a:gd name="connsiteY2" fmla="*/ 3388 h 6345"/>
                  <a:gd name="connsiteX3" fmla="*/ 5585 w 6343"/>
                  <a:gd name="connsiteY3" fmla="*/ 1144 h 6345"/>
                  <a:gd name="connsiteX4" fmla="*/ 3342 w 6343"/>
                  <a:gd name="connsiteY4" fmla="*/ 215 h 6345"/>
                  <a:gd name="connsiteX5" fmla="*/ 1100 w 6343"/>
                  <a:gd name="connsiteY5" fmla="*/ 1144 h 6345"/>
                  <a:gd name="connsiteX6" fmla="*/ 171 w 6343"/>
                  <a:gd name="connsiteY6" fmla="*/ 3388 h 6345"/>
                  <a:gd name="connsiteX7" fmla="*/ 1100 w 6343"/>
                  <a:gd name="connsiteY7" fmla="*/ 5631 h 6345"/>
                  <a:gd name="connsiteX8" fmla="*/ 3342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2" y="6560"/>
                    </a:moveTo>
                    <a:cubicBezTo>
                      <a:pt x="4183" y="6560"/>
                      <a:pt x="4990" y="6226"/>
                      <a:pt x="5585" y="5631"/>
                    </a:cubicBezTo>
                    <a:cubicBezTo>
                      <a:pt x="6180" y="5036"/>
                      <a:pt x="6514" y="4229"/>
                      <a:pt x="6514" y="3388"/>
                    </a:cubicBezTo>
                    <a:cubicBezTo>
                      <a:pt x="6514" y="2546"/>
                      <a:pt x="6180" y="1739"/>
                      <a:pt x="5585" y="1144"/>
                    </a:cubicBezTo>
                    <a:cubicBezTo>
                      <a:pt x="4990" y="549"/>
                      <a:pt x="4183" y="215"/>
                      <a:pt x="3342" y="215"/>
                    </a:cubicBezTo>
                    <a:cubicBezTo>
                      <a:pt x="2501" y="215"/>
                      <a:pt x="1694" y="549"/>
                      <a:pt x="1100" y="1144"/>
                    </a:cubicBezTo>
                    <a:cubicBezTo>
                      <a:pt x="505" y="1739"/>
                      <a:pt x="171" y="2546"/>
                      <a:pt x="171" y="3388"/>
                    </a:cubicBezTo>
                    <a:cubicBezTo>
                      <a:pt x="171" y="4229"/>
                      <a:pt x="505" y="5036"/>
                      <a:pt x="1100" y="5631"/>
                    </a:cubicBezTo>
                    <a:cubicBezTo>
                      <a:pt x="1694" y="6226"/>
                      <a:pt x="2501" y="6560"/>
                      <a:pt x="3342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76" name="Freeform: Shape 10575">
                <a:extLst>
                  <a:ext uri="{FF2B5EF4-FFF2-40B4-BE49-F238E27FC236}">
                    <a16:creationId xmlns:a16="http://schemas.microsoft.com/office/drawing/2014/main" id="{6DBCCD5E-7285-A12D-9C88-28E7FED230AA}"/>
                  </a:ext>
                </a:extLst>
              </p:cNvPr>
              <p:cNvSpPr/>
              <p:nvPr/>
            </p:nvSpPr>
            <p:spPr>
              <a:xfrm>
                <a:off x="8577726" y="6193553"/>
                <a:ext cx="6343" cy="6345"/>
              </a:xfrm>
              <a:custGeom>
                <a:avLst/>
                <a:gdLst>
                  <a:gd name="connsiteX0" fmla="*/ 3343 w 6343"/>
                  <a:gd name="connsiteY0" fmla="*/ 6559 h 6345"/>
                  <a:gd name="connsiteX1" fmla="*/ 5585 w 6343"/>
                  <a:gd name="connsiteY1" fmla="*/ 5630 h 6345"/>
                  <a:gd name="connsiteX2" fmla="*/ 6514 w 6343"/>
                  <a:gd name="connsiteY2" fmla="*/ 3387 h 6345"/>
                  <a:gd name="connsiteX3" fmla="*/ 5585 w 6343"/>
                  <a:gd name="connsiteY3" fmla="*/ 1143 h 6345"/>
                  <a:gd name="connsiteX4" fmla="*/ 3343 w 6343"/>
                  <a:gd name="connsiteY4" fmla="*/ 214 h 6345"/>
                  <a:gd name="connsiteX5" fmla="*/ 1100 w 6343"/>
                  <a:gd name="connsiteY5" fmla="*/ 1143 h 6345"/>
                  <a:gd name="connsiteX6" fmla="*/ 171 w 6343"/>
                  <a:gd name="connsiteY6" fmla="*/ 3387 h 6345"/>
                  <a:gd name="connsiteX7" fmla="*/ 1100 w 6343"/>
                  <a:gd name="connsiteY7" fmla="*/ 5630 h 6345"/>
                  <a:gd name="connsiteX8" fmla="*/ 334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3" y="6559"/>
                    </a:moveTo>
                    <a:cubicBezTo>
                      <a:pt x="4184" y="6559"/>
                      <a:pt x="4990" y="6225"/>
                      <a:pt x="5585" y="5630"/>
                    </a:cubicBezTo>
                    <a:cubicBezTo>
                      <a:pt x="6180" y="5035"/>
                      <a:pt x="6514" y="4228"/>
                      <a:pt x="6514" y="3387"/>
                    </a:cubicBezTo>
                    <a:cubicBezTo>
                      <a:pt x="6514" y="2545"/>
                      <a:pt x="6180" y="1738"/>
                      <a:pt x="5585" y="1143"/>
                    </a:cubicBezTo>
                    <a:cubicBezTo>
                      <a:pt x="4990" y="548"/>
                      <a:pt x="4184" y="214"/>
                      <a:pt x="3343" y="214"/>
                    </a:cubicBezTo>
                    <a:cubicBezTo>
                      <a:pt x="2501" y="214"/>
                      <a:pt x="1695" y="548"/>
                      <a:pt x="1100" y="1143"/>
                    </a:cubicBezTo>
                    <a:cubicBezTo>
                      <a:pt x="505" y="1738"/>
                      <a:pt x="171" y="2545"/>
                      <a:pt x="171" y="3387"/>
                    </a:cubicBezTo>
                    <a:cubicBezTo>
                      <a:pt x="171" y="4228"/>
                      <a:pt x="505" y="5035"/>
                      <a:pt x="1100" y="5630"/>
                    </a:cubicBezTo>
                    <a:cubicBezTo>
                      <a:pt x="1695" y="6225"/>
                      <a:pt x="2501" y="6559"/>
                      <a:pt x="334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77" name="Freeform: Shape 10576">
                <a:extLst>
                  <a:ext uri="{FF2B5EF4-FFF2-40B4-BE49-F238E27FC236}">
                    <a16:creationId xmlns:a16="http://schemas.microsoft.com/office/drawing/2014/main" id="{D55F585C-9024-7D0A-5204-32774D06B363}"/>
                  </a:ext>
                </a:extLst>
              </p:cNvPr>
              <p:cNvSpPr/>
              <p:nvPr/>
            </p:nvSpPr>
            <p:spPr>
              <a:xfrm>
                <a:off x="7862123" y="6782606"/>
                <a:ext cx="6343" cy="6345"/>
              </a:xfrm>
              <a:custGeom>
                <a:avLst/>
                <a:gdLst>
                  <a:gd name="connsiteX0" fmla="*/ 3286 w 6343"/>
                  <a:gd name="connsiteY0" fmla="*/ 6606 h 6345"/>
                  <a:gd name="connsiteX1" fmla="*/ 5529 w 6343"/>
                  <a:gd name="connsiteY1" fmla="*/ 5676 h 6345"/>
                  <a:gd name="connsiteX2" fmla="*/ 6458 w 6343"/>
                  <a:gd name="connsiteY2" fmla="*/ 3433 h 6345"/>
                  <a:gd name="connsiteX3" fmla="*/ 5529 w 6343"/>
                  <a:gd name="connsiteY3" fmla="*/ 1190 h 6345"/>
                  <a:gd name="connsiteX4" fmla="*/ 3286 w 6343"/>
                  <a:gd name="connsiteY4" fmla="*/ 260 h 6345"/>
                  <a:gd name="connsiteX5" fmla="*/ 1043 w 6343"/>
                  <a:gd name="connsiteY5" fmla="*/ 1190 h 6345"/>
                  <a:gd name="connsiteX6" fmla="*/ 115 w 6343"/>
                  <a:gd name="connsiteY6" fmla="*/ 3433 h 6345"/>
                  <a:gd name="connsiteX7" fmla="*/ 1043 w 6343"/>
                  <a:gd name="connsiteY7" fmla="*/ 5676 h 6345"/>
                  <a:gd name="connsiteX8" fmla="*/ 3286 w 6343"/>
                  <a:gd name="connsiteY8" fmla="*/ 66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86" y="6606"/>
                    </a:moveTo>
                    <a:cubicBezTo>
                      <a:pt x="4127" y="6606"/>
                      <a:pt x="4934" y="6271"/>
                      <a:pt x="5529" y="5676"/>
                    </a:cubicBezTo>
                    <a:cubicBezTo>
                      <a:pt x="6123" y="5081"/>
                      <a:pt x="6458" y="4274"/>
                      <a:pt x="6458" y="3433"/>
                    </a:cubicBezTo>
                    <a:cubicBezTo>
                      <a:pt x="6458" y="2592"/>
                      <a:pt x="6123" y="1785"/>
                      <a:pt x="5529" y="1190"/>
                    </a:cubicBezTo>
                    <a:cubicBezTo>
                      <a:pt x="4934" y="595"/>
                      <a:pt x="4127" y="260"/>
                      <a:pt x="3286" y="260"/>
                    </a:cubicBezTo>
                    <a:cubicBezTo>
                      <a:pt x="2445" y="260"/>
                      <a:pt x="1638" y="595"/>
                      <a:pt x="1043" y="1190"/>
                    </a:cubicBezTo>
                    <a:cubicBezTo>
                      <a:pt x="449" y="1785"/>
                      <a:pt x="115" y="2592"/>
                      <a:pt x="115" y="3433"/>
                    </a:cubicBezTo>
                    <a:cubicBezTo>
                      <a:pt x="115" y="4274"/>
                      <a:pt x="449" y="5081"/>
                      <a:pt x="1043" y="5676"/>
                    </a:cubicBezTo>
                    <a:cubicBezTo>
                      <a:pt x="1638" y="6271"/>
                      <a:pt x="2445" y="6606"/>
                      <a:pt x="3286" y="66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78" name="Freeform: Shape 10577">
                <a:extLst>
                  <a:ext uri="{FF2B5EF4-FFF2-40B4-BE49-F238E27FC236}">
                    <a16:creationId xmlns:a16="http://schemas.microsoft.com/office/drawing/2014/main" id="{D150D739-1DE3-0BD3-D2FB-3A4995C6B5B5}"/>
                  </a:ext>
                </a:extLst>
              </p:cNvPr>
              <p:cNvSpPr/>
              <p:nvPr/>
            </p:nvSpPr>
            <p:spPr>
              <a:xfrm>
                <a:off x="8727914" y="5959873"/>
                <a:ext cx="6343" cy="6345"/>
              </a:xfrm>
              <a:custGeom>
                <a:avLst/>
                <a:gdLst>
                  <a:gd name="connsiteX0" fmla="*/ 3354 w 6343"/>
                  <a:gd name="connsiteY0" fmla="*/ 6541 h 6345"/>
                  <a:gd name="connsiteX1" fmla="*/ 5597 w 6343"/>
                  <a:gd name="connsiteY1" fmla="*/ 5612 h 6345"/>
                  <a:gd name="connsiteX2" fmla="*/ 6526 w 6343"/>
                  <a:gd name="connsiteY2" fmla="*/ 3368 h 6345"/>
                  <a:gd name="connsiteX3" fmla="*/ 5597 w 6343"/>
                  <a:gd name="connsiteY3" fmla="*/ 1125 h 6345"/>
                  <a:gd name="connsiteX4" fmla="*/ 3354 w 6343"/>
                  <a:gd name="connsiteY4" fmla="*/ 195 h 6345"/>
                  <a:gd name="connsiteX5" fmla="*/ 1112 w 6343"/>
                  <a:gd name="connsiteY5" fmla="*/ 1125 h 6345"/>
                  <a:gd name="connsiteX6" fmla="*/ 183 w 6343"/>
                  <a:gd name="connsiteY6" fmla="*/ 3368 h 6345"/>
                  <a:gd name="connsiteX7" fmla="*/ 1112 w 6343"/>
                  <a:gd name="connsiteY7" fmla="*/ 5612 h 6345"/>
                  <a:gd name="connsiteX8" fmla="*/ 3354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41"/>
                    </a:moveTo>
                    <a:cubicBezTo>
                      <a:pt x="4195" y="6541"/>
                      <a:pt x="5002" y="6207"/>
                      <a:pt x="5597" y="5612"/>
                    </a:cubicBezTo>
                    <a:cubicBezTo>
                      <a:pt x="6192" y="5017"/>
                      <a:pt x="6526" y="4210"/>
                      <a:pt x="6526" y="3368"/>
                    </a:cubicBezTo>
                    <a:cubicBezTo>
                      <a:pt x="6526" y="2527"/>
                      <a:pt x="6192" y="1720"/>
                      <a:pt x="5597" y="1125"/>
                    </a:cubicBezTo>
                    <a:cubicBezTo>
                      <a:pt x="5002" y="530"/>
                      <a:pt x="4195" y="195"/>
                      <a:pt x="3354" y="195"/>
                    </a:cubicBezTo>
                    <a:cubicBezTo>
                      <a:pt x="2513" y="195"/>
                      <a:pt x="1706" y="530"/>
                      <a:pt x="1112" y="1125"/>
                    </a:cubicBezTo>
                    <a:cubicBezTo>
                      <a:pt x="517" y="1720"/>
                      <a:pt x="183" y="2527"/>
                      <a:pt x="183" y="3368"/>
                    </a:cubicBezTo>
                    <a:cubicBezTo>
                      <a:pt x="183" y="4210"/>
                      <a:pt x="517" y="5017"/>
                      <a:pt x="1112" y="5612"/>
                    </a:cubicBezTo>
                    <a:cubicBezTo>
                      <a:pt x="1706" y="6207"/>
                      <a:pt x="2513" y="6541"/>
                      <a:pt x="3354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79" name="Freeform: Shape 10578">
                <a:extLst>
                  <a:ext uri="{FF2B5EF4-FFF2-40B4-BE49-F238E27FC236}">
                    <a16:creationId xmlns:a16="http://schemas.microsoft.com/office/drawing/2014/main" id="{66A69CC7-9DB3-C842-EC92-EEB60B39ACCF}"/>
                  </a:ext>
                </a:extLst>
              </p:cNvPr>
              <p:cNvSpPr/>
              <p:nvPr/>
            </p:nvSpPr>
            <p:spPr>
              <a:xfrm>
                <a:off x="8728888" y="5950833"/>
                <a:ext cx="6343" cy="6345"/>
              </a:xfrm>
              <a:custGeom>
                <a:avLst/>
                <a:gdLst>
                  <a:gd name="connsiteX0" fmla="*/ 3354 w 6343"/>
                  <a:gd name="connsiteY0" fmla="*/ 6540 h 6345"/>
                  <a:gd name="connsiteX1" fmla="*/ 5597 w 6343"/>
                  <a:gd name="connsiteY1" fmla="*/ 5611 h 6345"/>
                  <a:gd name="connsiteX2" fmla="*/ 6526 w 6343"/>
                  <a:gd name="connsiteY2" fmla="*/ 3367 h 6345"/>
                  <a:gd name="connsiteX3" fmla="*/ 5597 w 6343"/>
                  <a:gd name="connsiteY3" fmla="*/ 1124 h 6345"/>
                  <a:gd name="connsiteX4" fmla="*/ 3354 w 6343"/>
                  <a:gd name="connsiteY4" fmla="*/ 195 h 6345"/>
                  <a:gd name="connsiteX5" fmla="*/ 1112 w 6343"/>
                  <a:gd name="connsiteY5" fmla="*/ 1124 h 6345"/>
                  <a:gd name="connsiteX6" fmla="*/ 183 w 6343"/>
                  <a:gd name="connsiteY6" fmla="*/ 3367 h 6345"/>
                  <a:gd name="connsiteX7" fmla="*/ 1112 w 6343"/>
                  <a:gd name="connsiteY7" fmla="*/ 5611 h 6345"/>
                  <a:gd name="connsiteX8" fmla="*/ 335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40"/>
                    </a:moveTo>
                    <a:cubicBezTo>
                      <a:pt x="4196" y="6540"/>
                      <a:pt x="5002" y="6206"/>
                      <a:pt x="5597" y="5611"/>
                    </a:cubicBezTo>
                    <a:cubicBezTo>
                      <a:pt x="6192" y="5016"/>
                      <a:pt x="6526" y="4209"/>
                      <a:pt x="6526" y="3367"/>
                    </a:cubicBezTo>
                    <a:cubicBezTo>
                      <a:pt x="6526" y="2526"/>
                      <a:pt x="6192" y="1719"/>
                      <a:pt x="5597" y="1124"/>
                    </a:cubicBezTo>
                    <a:cubicBezTo>
                      <a:pt x="5002" y="529"/>
                      <a:pt x="4196" y="195"/>
                      <a:pt x="3354" y="195"/>
                    </a:cubicBezTo>
                    <a:cubicBezTo>
                      <a:pt x="2513" y="195"/>
                      <a:pt x="1707" y="529"/>
                      <a:pt x="1112" y="1124"/>
                    </a:cubicBezTo>
                    <a:cubicBezTo>
                      <a:pt x="517" y="1719"/>
                      <a:pt x="183" y="2526"/>
                      <a:pt x="183" y="3367"/>
                    </a:cubicBezTo>
                    <a:cubicBezTo>
                      <a:pt x="183" y="4209"/>
                      <a:pt x="517" y="5016"/>
                      <a:pt x="1112" y="5611"/>
                    </a:cubicBezTo>
                    <a:cubicBezTo>
                      <a:pt x="1707" y="6206"/>
                      <a:pt x="2513" y="6540"/>
                      <a:pt x="335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80" name="Freeform: Shape 10579">
                <a:extLst>
                  <a:ext uri="{FF2B5EF4-FFF2-40B4-BE49-F238E27FC236}">
                    <a16:creationId xmlns:a16="http://schemas.microsoft.com/office/drawing/2014/main" id="{AB9B3900-4848-7B26-D33D-EC9A1A060FFD}"/>
                  </a:ext>
                </a:extLst>
              </p:cNvPr>
              <p:cNvSpPr/>
              <p:nvPr/>
            </p:nvSpPr>
            <p:spPr>
              <a:xfrm>
                <a:off x="8726361" y="5945079"/>
                <a:ext cx="6343" cy="6345"/>
              </a:xfrm>
              <a:custGeom>
                <a:avLst/>
                <a:gdLst>
                  <a:gd name="connsiteX0" fmla="*/ 3354 w 6343"/>
                  <a:gd name="connsiteY0" fmla="*/ 6540 h 6345"/>
                  <a:gd name="connsiteX1" fmla="*/ 5597 w 6343"/>
                  <a:gd name="connsiteY1" fmla="*/ 5610 h 6345"/>
                  <a:gd name="connsiteX2" fmla="*/ 6526 w 6343"/>
                  <a:gd name="connsiteY2" fmla="*/ 3367 h 6345"/>
                  <a:gd name="connsiteX3" fmla="*/ 5597 w 6343"/>
                  <a:gd name="connsiteY3" fmla="*/ 1124 h 6345"/>
                  <a:gd name="connsiteX4" fmla="*/ 3354 w 6343"/>
                  <a:gd name="connsiteY4" fmla="*/ 194 h 6345"/>
                  <a:gd name="connsiteX5" fmla="*/ 1112 w 6343"/>
                  <a:gd name="connsiteY5" fmla="*/ 1124 h 6345"/>
                  <a:gd name="connsiteX6" fmla="*/ 183 w 6343"/>
                  <a:gd name="connsiteY6" fmla="*/ 3367 h 6345"/>
                  <a:gd name="connsiteX7" fmla="*/ 1112 w 6343"/>
                  <a:gd name="connsiteY7" fmla="*/ 5610 h 6345"/>
                  <a:gd name="connsiteX8" fmla="*/ 335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40"/>
                    </a:moveTo>
                    <a:cubicBezTo>
                      <a:pt x="4195" y="6540"/>
                      <a:pt x="5002" y="6205"/>
                      <a:pt x="5597" y="5610"/>
                    </a:cubicBezTo>
                    <a:cubicBezTo>
                      <a:pt x="6192" y="5015"/>
                      <a:pt x="6526" y="4208"/>
                      <a:pt x="6526" y="3367"/>
                    </a:cubicBezTo>
                    <a:cubicBezTo>
                      <a:pt x="6526" y="2526"/>
                      <a:pt x="6192" y="1719"/>
                      <a:pt x="5597" y="1124"/>
                    </a:cubicBezTo>
                    <a:cubicBezTo>
                      <a:pt x="5002" y="529"/>
                      <a:pt x="4195" y="194"/>
                      <a:pt x="3354" y="194"/>
                    </a:cubicBezTo>
                    <a:cubicBezTo>
                      <a:pt x="2513" y="194"/>
                      <a:pt x="1706" y="529"/>
                      <a:pt x="1112" y="1124"/>
                    </a:cubicBezTo>
                    <a:cubicBezTo>
                      <a:pt x="517" y="1719"/>
                      <a:pt x="183" y="2526"/>
                      <a:pt x="183" y="3367"/>
                    </a:cubicBezTo>
                    <a:cubicBezTo>
                      <a:pt x="183" y="4208"/>
                      <a:pt x="517" y="5015"/>
                      <a:pt x="1112" y="5610"/>
                    </a:cubicBezTo>
                    <a:cubicBezTo>
                      <a:pt x="1706" y="6205"/>
                      <a:pt x="2513" y="6540"/>
                      <a:pt x="335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81" name="Freeform: Shape 10580">
                <a:extLst>
                  <a:ext uri="{FF2B5EF4-FFF2-40B4-BE49-F238E27FC236}">
                    <a16:creationId xmlns:a16="http://schemas.microsoft.com/office/drawing/2014/main" id="{D1D76530-D23B-08C8-ACF6-6E34668817D1}"/>
                  </a:ext>
                </a:extLst>
              </p:cNvPr>
              <p:cNvSpPr/>
              <p:nvPr/>
            </p:nvSpPr>
            <p:spPr>
              <a:xfrm>
                <a:off x="8722896" y="5940198"/>
                <a:ext cx="6343" cy="6345"/>
              </a:xfrm>
              <a:custGeom>
                <a:avLst/>
                <a:gdLst>
                  <a:gd name="connsiteX0" fmla="*/ 3354 w 6343"/>
                  <a:gd name="connsiteY0" fmla="*/ 6539 h 6345"/>
                  <a:gd name="connsiteX1" fmla="*/ 5597 w 6343"/>
                  <a:gd name="connsiteY1" fmla="*/ 5610 h 6345"/>
                  <a:gd name="connsiteX2" fmla="*/ 6526 w 6343"/>
                  <a:gd name="connsiteY2" fmla="*/ 3367 h 6345"/>
                  <a:gd name="connsiteX3" fmla="*/ 5597 w 6343"/>
                  <a:gd name="connsiteY3" fmla="*/ 1123 h 6345"/>
                  <a:gd name="connsiteX4" fmla="*/ 3354 w 6343"/>
                  <a:gd name="connsiteY4" fmla="*/ 194 h 6345"/>
                  <a:gd name="connsiteX5" fmla="*/ 1111 w 6343"/>
                  <a:gd name="connsiteY5" fmla="*/ 1123 h 6345"/>
                  <a:gd name="connsiteX6" fmla="*/ 182 w 6343"/>
                  <a:gd name="connsiteY6" fmla="*/ 3367 h 6345"/>
                  <a:gd name="connsiteX7" fmla="*/ 1111 w 6343"/>
                  <a:gd name="connsiteY7" fmla="*/ 5610 h 6345"/>
                  <a:gd name="connsiteX8" fmla="*/ 3354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39"/>
                    </a:moveTo>
                    <a:cubicBezTo>
                      <a:pt x="4195" y="6539"/>
                      <a:pt x="5002" y="6205"/>
                      <a:pt x="5597" y="5610"/>
                    </a:cubicBezTo>
                    <a:cubicBezTo>
                      <a:pt x="6191" y="5015"/>
                      <a:pt x="6526" y="4208"/>
                      <a:pt x="6526" y="3367"/>
                    </a:cubicBezTo>
                    <a:cubicBezTo>
                      <a:pt x="6526" y="2525"/>
                      <a:pt x="6191" y="1718"/>
                      <a:pt x="5597" y="1123"/>
                    </a:cubicBezTo>
                    <a:cubicBezTo>
                      <a:pt x="5002" y="528"/>
                      <a:pt x="4195" y="194"/>
                      <a:pt x="3354" y="194"/>
                    </a:cubicBezTo>
                    <a:cubicBezTo>
                      <a:pt x="2513" y="194"/>
                      <a:pt x="1706" y="528"/>
                      <a:pt x="1111" y="1123"/>
                    </a:cubicBezTo>
                    <a:cubicBezTo>
                      <a:pt x="517" y="1718"/>
                      <a:pt x="182" y="2525"/>
                      <a:pt x="182" y="3367"/>
                    </a:cubicBezTo>
                    <a:cubicBezTo>
                      <a:pt x="182" y="4208"/>
                      <a:pt x="517" y="5015"/>
                      <a:pt x="1111" y="5610"/>
                    </a:cubicBezTo>
                    <a:cubicBezTo>
                      <a:pt x="1706" y="6205"/>
                      <a:pt x="2513" y="6539"/>
                      <a:pt x="3354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82" name="Freeform: Shape 10581">
                <a:extLst>
                  <a:ext uri="{FF2B5EF4-FFF2-40B4-BE49-F238E27FC236}">
                    <a16:creationId xmlns:a16="http://schemas.microsoft.com/office/drawing/2014/main" id="{38EC9439-154C-48E6-8E0F-D62F7B3B0003}"/>
                  </a:ext>
                </a:extLst>
              </p:cNvPr>
              <p:cNvSpPr/>
              <p:nvPr/>
            </p:nvSpPr>
            <p:spPr>
              <a:xfrm>
                <a:off x="8710807" y="5942957"/>
                <a:ext cx="6343" cy="6345"/>
              </a:xfrm>
              <a:custGeom>
                <a:avLst/>
                <a:gdLst>
                  <a:gd name="connsiteX0" fmla="*/ 3353 w 6343"/>
                  <a:gd name="connsiteY0" fmla="*/ 6540 h 6345"/>
                  <a:gd name="connsiteX1" fmla="*/ 5596 w 6343"/>
                  <a:gd name="connsiteY1" fmla="*/ 5610 h 6345"/>
                  <a:gd name="connsiteX2" fmla="*/ 6525 w 6343"/>
                  <a:gd name="connsiteY2" fmla="*/ 3367 h 6345"/>
                  <a:gd name="connsiteX3" fmla="*/ 5596 w 6343"/>
                  <a:gd name="connsiteY3" fmla="*/ 1123 h 6345"/>
                  <a:gd name="connsiteX4" fmla="*/ 3353 w 6343"/>
                  <a:gd name="connsiteY4" fmla="*/ 194 h 6345"/>
                  <a:gd name="connsiteX5" fmla="*/ 1110 w 6343"/>
                  <a:gd name="connsiteY5" fmla="*/ 1123 h 6345"/>
                  <a:gd name="connsiteX6" fmla="*/ 181 w 6343"/>
                  <a:gd name="connsiteY6" fmla="*/ 3367 h 6345"/>
                  <a:gd name="connsiteX7" fmla="*/ 1110 w 6343"/>
                  <a:gd name="connsiteY7" fmla="*/ 5610 h 6345"/>
                  <a:gd name="connsiteX8" fmla="*/ 3353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40"/>
                    </a:moveTo>
                    <a:cubicBezTo>
                      <a:pt x="4194" y="6540"/>
                      <a:pt x="5001" y="6205"/>
                      <a:pt x="5596" y="5610"/>
                    </a:cubicBezTo>
                    <a:cubicBezTo>
                      <a:pt x="6190" y="5015"/>
                      <a:pt x="6525" y="4208"/>
                      <a:pt x="6525" y="3367"/>
                    </a:cubicBezTo>
                    <a:cubicBezTo>
                      <a:pt x="6525" y="2525"/>
                      <a:pt x="6190" y="1718"/>
                      <a:pt x="5596" y="1123"/>
                    </a:cubicBezTo>
                    <a:cubicBezTo>
                      <a:pt x="5001" y="528"/>
                      <a:pt x="4194" y="194"/>
                      <a:pt x="3353" y="194"/>
                    </a:cubicBezTo>
                    <a:cubicBezTo>
                      <a:pt x="2512" y="194"/>
                      <a:pt x="1705" y="528"/>
                      <a:pt x="1110" y="1123"/>
                    </a:cubicBezTo>
                    <a:cubicBezTo>
                      <a:pt x="516" y="1718"/>
                      <a:pt x="181" y="2525"/>
                      <a:pt x="181" y="3367"/>
                    </a:cubicBezTo>
                    <a:cubicBezTo>
                      <a:pt x="181" y="4208"/>
                      <a:pt x="516" y="5015"/>
                      <a:pt x="1110" y="5610"/>
                    </a:cubicBezTo>
                    <a:cubicBezTo>
                      <a:pt x="1705" y="6205"/>
                      <a:pt x="2512" y="6540"/>
                      <a:pt x="3353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83" name="Freeform: Shape 10582">
                <a:extLst>
                  <a:ext uri="{FF2B5EF4-FFF2-40B4-BE49-F238E27FC236}">
                    <a16:creationId xmlns:a16="http://schemas.microsoft.com/office/drawing/2014/main" id="{6356E90A-4DE3-FD9E-369B-8AE88A402400}"/>
                  </a:ext>
                </a:extLst>
              </p:cNvPr>
              <p:cNvSpPr/>
              <p:nvPr/>
            </p:nvSpPr>
            <p:spPr>
              <a:xfrm>
                <a:off x="8731403" y="5901717"/>
                <a:ext cx="6343" cy="6345"/>
              </a:xfrm>
              <a:custGeom>
                <a:avLst/>
                <a:gdLst>
                  <a:gd name="connsiteX0" fmla="*/ 3355 w 6343"/>
                  <a:gd name="connsiteY0" fmla="*/ 6536 h 6345"/>
                  <a:gd name="connsiteX1" fmla="*/ 5597 w 6343"/>
                  <a:gd name="connsiteY1" fmla="*/ 5607 h 6345"/>
                  <a:gd name="connsiteX2" fmla="*/ 6526 w 6343"/>
                  <a:gd name="connsiteY2" fmla="*/ 3364 h 6345"/>
                  <a:gd name="connsiteX3" fmla="*/ 5597 w 6343"/>
                  <a:gd name="connsiteY3" fmla="*/ 1120 h 6345"/>
                  <a:gd name="connsiteX4" fmla="*/ 3355 w 6343"/>
                  <a:gd name="connsiteY4" fmla="*/ 191 h 6345"/>
                  <a:gd name="connsiteX5" fmla="*/ 1112 w 6343"/>
                  <a:gd name="connsiteY5" fmla="*/ 1120 h 6345"/>
                  <a:gd name="connsiteX6" fmla="*/ 183 w 6343"/>
                  <a:gd name="connsiteY6" fmla="*/ 3364 h 6345"/>
                  <a:gd name="connsiteX7" fmla="*/ 1112 w 6343"/>
                  <a:gd name="connsiteY7" fmla="*/ 5607 h 6345"/>
                  <a:gd name="connsiteX8" fmla="*/ 3355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36"/>
                    </a:moveTo>
                    <a:cubicBezTo>
                      <a:pt x="4196" y="6536"/>
                      <a:pt x="5002" y="6202"/>
                      <a:pt x="5597" y="5607"/>
                    </a:cubicBezTo>
                    <a:cubicBezTo>
                      <a:pt x="6192" y="5012"/>
                      <a:pt x="6526" y="4205"/>
                      <a:pt x="6526" y="3364"/>
                    </a:cubicBezTo>
                    <a:cubicBezTo>
                      <a:pt x="6526" y="2522"/>
                      <a:pt x="6192" y="1715"/>
                      <a:pt x="5597" y="1120"/>
                    </a:cubicBezTo>
                    <a:cubicBezTo>
                      <a:pt x="5002" y="525"/>
                      <a:pt x="4196" y="191"/>
                      <a:pt x="3355" y="191"/>
                    </a:cubicBezTo>
                    <a:cubicBezTo>
                      <a:pt x="2514" y="191"/>
                      <a:pt x="1707" y="525"/>
                      <a:pt x="1112" y="1120"/>
                    </a:cubicBezTo>
                    <a:cubicBezTo>
                      <a:pt x="517" y="1715"/>
                      <a:pt x="183" y="2522"/>
                      <a:pt x="183" y="3364"/>
                    </a:cubicBezTo>
                    <a:cubicBezTo>
                      <a:pt x="183" y="4205"/>
                      <a:pt x="517" y="5012"/>
                      <a:pt x="1112" y="5607"/>
                    </a:cubicBezTo>
                    <a:cubicBezTo>
                      <a:pt x="1707" y="6202"/>
                      <a:pt x="2514" y="6536"/>
                      <a:pt x="3355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84" name="Freeform: Shape 10583">
                <a:extLst>
                  <a:ext uri="{FF2B5EF4-FFF2-40B4-BE49-F238E27FC236}">
                    <a16:creationId xmlns:a16="http://schemas.microsoft.com/office/drawing/2014/main" id="{647B728F-888E-A867-6B85-C1A6EEB86DC3}"/>
                  </a:ext>
                </a:extLst>
              </p:cNvPr>
              <p:cNvSpPr/>
              <p:nvPr/>
            </p:nvSpPr>
            <p:spPr>
              <a:xfrm>
                <a:off x="8730331" y="5895104"/>
                <a:ext cx="6343" cy="6345"/>
              </a:xfrm>
              <a:custGeom>
                <a:avLst/>
                <a:gdLst>
                  <a:gd name="connsiteX0" fmla="*/ 3355 w 6343"/>
                  <a:gd name="connsiteY0" fmla="*/ 6536 h 6345"/>
                  <a:gd name="connsiteX1" fmla="*/ 5597 w 6343"/>
                  <a:gd name="connsiteY1" fmla="*/ 5606 h 6345"/>
                  <a:gd name="connsiteX2" fmla="*/ 6526 w 6343"/>
                  <a:gd name="connsiteY2" fmla="*/ 3363 h 6345"/>
                  <a:gd name="connsiteX3" fmla="*/ 5597 w 6343"/>
                  <a:gd name="connsiteY3" fmla="*/ 1120 h 6345"/>
                  <a:gd name="connsiteX4" fmla="*/ 3355 w 6343"/>
                  <a:gd name="connsiteY4" fmla="*/ 190 h 6345"/>
                  <a:gd name="connsiteX5" fmla="*/ 1112 w 6343"/>
                  <a:gd name="connsiteY5" fmla="*/ 1120 h 6345"/>
                  <a:gd name="connsiteX6" fmla="*/ 183 w 6343"/>
                  <a:gd name="connsiteY6" fmla="*/ 3363 h 6345"/>
                  <a:gd name="connsiteX7" fmla="*/ 1112 w 6343"/>
                  <a:gd name="connsiteY7" fmla="*/ 5606 h 6345"/>
                  <a:gd name="connsiteX8" fmla="*/ 3355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36"/>
                    </a:moveTo>
                    <a:cubicBezTo>
                      <a:pt x="4196" y="6536"/>
                      <a:pt x="5002" y="6201"/>
                      <a:pt x="5597" y="5606"/>
                    </a:cubicBezTo>
                    <a:cubicBezTo>
                      <a:pt x="6192" y="5012"/>
                      <a:pt x="6526" y="4204"/>
                      <a:pt x="6526" y="3363"/>
                    </a:cubicBezTo>
                    <a:cubicBezTo>
                      <a:pt x="6526" y="2522"/>
                      <a:pt x="6192" y="1715"/>
                      <a:pt x="5597" y="1120"/>
                    </a:cubicBezTo>
                    <a:cubicBezTo>
                      <a:pt x="5002" y="525"/>
                      <a:pt x="4196" y="190"/>
                      <a:pt x="3355" y="190"/>
                    </a:cubicBezTo>
                    <a:cubicBezTo>
                      <a:pt x="2513" y="190"/>
                      <a:pt x="1707" y="525"/>
                      <a:pt x="1112" y="1120"/>
                    </a:cubicBezTo>
                    <a:cubicBezTo>
                      <a:pt x="517" y="1715"/>
                      <a:pt x="183" y="2522"/>
                      <a:pt x="183" y="3363"/>
                    </a:cubicBezTo>
                    <a:cubicBezTo>
                      <a:pt x="183" y="4204"/>
                      <a:pt x="517" y="5012"/>
                      <a:pt x="1112" y="5606"/>
                    </a:cubicBezTo>
                    <a:cubicBezTo>
                      <a:pt x="1707" y="6201"/>
                      <a:pt x="2513" y="6536"/>
                      <a:pt x="3355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85" name="Freeform: Shape 10584">
                <a:extLst>
                  <a:ext uri="{FF2B5EF4-FFF2-40B4-BE49-F238E27FC236}">
                    <a16:creationId xmlns:a16="http://schemas.microsoft.com/office/drawing/2014/main" id="{910C9010-493F-6A0D-7C9A-B696FAC5EB0B}"/>
                  </a:ext>
                </a:extLst>
              </p:cNvPr>
              <p:cNvSpPr/>
              <p:nvPr/>
            </p:nvSpPr>
            <p:spPr>
              <a:xfrm>
                <a:off x="8733807" y="5884768"/>
                <a:ext cx="6343" cy="6345"/>
              </a:xfrm>
              <a:custGeom>
                <a:avLst/>
                <a:gdLst>
                  <a:gd name="connsiteX0" fmla="*/ 3355 w 6343"/>
                  <a:gd name="connsiteY0" fmla="*/ 6535 h 6345"/>
                  <a:gd name="connsiteX1" fmla="*/ 5597 w 6343"/>
                  <a:gd name="connsiteY1" fmla="*/ 5606 h 6345"/>
                  <a:gd name="connsiteX2" fmla="*/ 6526 w 6343"/>
                  <a:gd name="connsiteY2" fmla="*/ 3362 h 6345"/>
                  <a:gd name="connsiteX3" fmla="*/ 5597 w 6343"/>
                  <a:gd name="connsiteY3" fmla="*/ 1119 h 6345"/>
                  <a:gd name="connsiteX4" fmla="*/ 3355 w 6343"/>
                  <a:gd name="connsiteY4" fmla="*/ 190 h 6345"/>
                  <a:gd name="connsiteX5" fmla="*/ 1112 w 6343"/>
                  <a:gd name="connsiteY5" fmla="*/ 1119 h 6345"/>
                  <a:gd name="connsiteX6" fmla="*/ 183 w 6343"/>
                  <a:gd name="connsiteY6" fmla="*/ 3362 h 6345"/>
                  <a:gd name="connsiteX7" fmla="*/ 1112 w 6343"/>
                  <a:gd name="connsiteY7" fmla="*/ 5606 h 6345"/>
                  <a:gd name="connsiteX8" fmla="*/ 3355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35"/>
                    </a:moveTo>
                    <a:cubicBezTo>
                      <a:pt x="4196" y="6535"/>
                      <a:pt x="5003" y="6201"/>
                      <a:pt x="5597" y="5606"/>
                    </a:cubicBezTo>
                    <a:cubicBezTo>
                      <a:pt x="6192" y="5011"/>
                      <a:pt x="6526" y="4204"/>
                      <a:pt x="6526" y="3362"/>
                    </a:cubicBezTo>
                    <a:cubicBezTo>
                      <a:pt x="6526" y="2521"/>
                      <a:pt x="6192" y="1714"/>
                      <a:pt x="5597" y="1119"/>
                    </a:cubicBezTo>
                    <a:cubicBezTo>
                      <a:pt x="5003" y="524"/>
                      <a:pt x="4196" y="190"/>
                      <a:pt x="3355" y="190"/>
                    </a:cubicBezTo>
                    <a:cubicBezTo>
                      <a:pt x="2514" y="190"/>
                      <a:pt x="1707" y="524"/>
                      <a:pt x="1112" y="1119"/>
                    </a:cubicBezTo>
                    <a:cubicBezTo>
                      <a:pt x="517" y="1714"/>
                      <a:pt x="183" y="2521"/>
                      <a:pt x="183" y="3362"/>
                    </a:cubicBezTo>
                    <a:cubicBezTo>
                      <a:pt x="183" y="4204"/>
                      <a:pt x="517" y="5011"/>
                      <a:pt x="1112" y="5606"/>
                    </a:cubicBezTo>
                    <a:cubicBezTo>
                      <a:pt x="1707" y="6201"/>
                      <a:pt x="2514" y="6535"/>
                      <a:pt x="3355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86" name="Freeform: Shape 10585">
                <a:extLst>
                  <a:ext uri="{FF2B5EF4-FFF2-40B4-BE49-F238E27FC236}">
                    <a16:creationId xmlns:a16="http://schemas.microsoft.com/office/drawing/2014/main" id="{43176B9C-95EB-24C9-3D4E-C9199FD3E79F}"/>
                  </a:ext>
                </a:extLst>
              </p:cNvPr>
              <p:cNvSpPr/>
              <p:nvPr/>
            </p:nvSpPr>
            <p:spPr>
              <a:xfrm>
                <a:off x="8720972" y="5887967"/>
                <a:ext cx="6343" cy="6345"/>
              </a:xfrm>
              <a:custGeom>
                <a:avLst/>
                <a:gdLst>
                  <a:gd name="connsiteX0" fmla="*/ 3354 w 6343"/>
                  <a:gd name="connsiteY0" fmla="*/ 6535 h 6345"/>
                  <a:gd name="connsiteX1" fmla="*/ 5596 w 6343"/>
                  <a:gd name="connsiteY1" fmla="*/ 5606 h 6345"/>
                  <a:gd name="connsiteX2" fmla="*/ 6525 w 6343"/>
                  <a:gd name="connsiteY2" fmla="*/ 3362 h 6345"/>
                  <a:gd name="connsiteX3" fmla="*/ 5596 w 6343"/>
                  <a:gd name="connsiteY3" fmla="*/ 1119 h 6345"/>
                  <a:gd name="connsiteX4" fmla="*/ 3354 w 6343"/>
                  <a:gd name="connsiteY4" fmla="*/ 190 h 6345"/>
                  <a:gd name="connsiteX5" fmla="*/ 1111 w 6343"/>
                  <a:gd name="connsiteY5" fmla="*/ 1119 h 6345"/>
                  <a:gd name="connsiteX6" fmla="*/ 182 w 6343"/>
                  <a:gd name="connsiteY6" fmla="*/ 3362 h 6345"/>
                  <a:gd name="connsiteX7" fmla="*/ 1111 w 6343"/>
                  <a:gd name="connsiteY7" fmla="*/ 5606 h 6345"/>
                  <a:gd name="connsiteX8" fmla="*/ 3354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35"/>
                    </a:moveTo>
                    <a:cubicBezTo>
                      <a:pt x="4195" y="6535"/>
                      <a:pt x="5002" y="6201"/>
                      <a:pt x="5596" y="5606"/>
                    </a:cubicBezTo>
                    <a:cubicBezTo>
                      <a:pt x="6191" y="5011"/>
                      <a:pt x="6525" y="4204"/>
                      <a:pt x="6525" y="3362"/>
                    </a:cubicBezTo>
                    <a:cubicBezTo>
                      <a:pt x="6525" y="2521"/>
                      <a:pt x="6191" y="1714"/>
                      <a:pt x="5596" y="1119"/>
                    </a:cubicBezTo>
                    <a:cubicBezTo>
                      <a:pt x="5002" y="524"/>
                      <a:pt x="4195" y="190"/>
                      <a:pt x="3354" y="190"/>
                    </a:cubicBezTo>
                    <a:cubicBezTo>
                      <a:pt x="2513" y="190"/>
                      <a:pt x="1706" y="524"/>
                      <a:pt x="1111" y="1119"/>
                    </a:cubicBezTo>
                    <a:cubicBezTo>
                      <a:pt x="516" y="1714"/>
                      <a:pt x="182" y="2521"/>
                      <a:pt x="182" y="3362"/>
                    </a:cubicBezTo>
                    <a:cubicBezTo>
                      <a:pt x="182" y="4204"/>
                      <a:pt x="516" y="5011"/>
                      <a:pt x="1111" y="5606"/>
                    </a:cubicBezTo>
                    <a:cubicBezTo>
                      <a:pt x="1706" y="6201"/>
                      <a:pt x="2513" y="6535"/>
                      <a:pt x="3354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87" name="Freeform: Shape 10586">
                <a:extLst>
                  <a:ext uri="{FF2B5EF4-FFF2-40B4-BE49-F238E27FC236}">
                    <a16:creationId xmlns:a16="http://schemas.microsoft.com/office/drawing/2014/main" id="{70CAC6BC-87B6-26E7-CE17-E573746232AF}"/>
                  </a:ext>
                </a:extLst>
              </p:cNvPr>
              <p:cNvSpPr/>
              <p:nvPr/>
            </p:nvSpPr>
            <p:spPr>
              <a:xfrm>
                <a:off x="8726711" y="5875921"/>
                <a:ext cx="6343" cy="6345"/>
              </a:xfrm>
              <a:custGeom>
                <a:avLst/>
                <a:gdLst>
                  <a:gd name="connsiteX0" fmla="*/ 3354 w 6343"/>
                  <a:gd name="connsiteY0" fmla="*/ 6534 h 6345"/>
                  <a:gd name="connsiteX1" fmla="*/ 5597 w 6343"/>
                  <a:gd name="connsiteY1" fmla="*/ 5605 h 6345"/>
                  <a:gd name="connsiteX2" fmla="*/ 6526 w 6343"/>
                  <a:gd name="connsiteY2" fmla="*/ 3362 h 6345"/>
                  <a:gd name="connsiteX3" fmla="*/ 5597 w 6343"/>
                  <a:gd name="connsiteY3" fmla="*/ 1118 h 6345"/>
                  <a:gd name="connsiteX4" fmla="*/ 3354 w 6343"/>
                  <a:gd name="connsiteY4" fmla="*/ 189 h 6345"/>
                  <a:gd name="connsiteX5" fmla="*/ 1112 w 6343"/>
                  <a:gd name="connsiteY5" fmla="*/ 1118 h 6345"/>
                  <a:gd name="connsiteX6" fmla="*/ 183 w 6343"/>
                  <a:gd name="connsiteY6" fmla="*/ 3362 h 6345"/>
                  <a:gd name="connsiteX7" fmla="*/ 1112 w 6343"/>
                  <a:gd name="connsiteY7" fmla="*/ 5605 h 6345"/>
                  <a:gd name="connsiteX8" fmla="*/ 3354 w 6343"/>
                  <a:gd name="connsiteY8" fmla="*/ 65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34"/>
                    </a:moveTo>
                    <a:cubicBezTo>
                      <a:pt x="4195" y="6534"/>
                      <a:pt x="5002" y="6200"/>
                      <a:pt x="5597" y="5605"/>
                    </a:cubicBezTo>
                    <a:cubicBezTo>
                      <a:pt x="6192" y="5010"/>
                      <a:pt x="6526" y="4203"/>
                      <a:pt x="6526" y="3362"/>
                    </a:cubicBezTo>
                    <a:cubicBezTo>
                      <a:pt x="6526" y="2520"/>
                      <a:pt x="6192" y="1713"/>
                      <a:pt x="5597" y="1118"/>
                    </a:cubicBezTo>
                    <a:cubicBezTo>
                      <a:pt x="5002" y="523"/>
                      <a:pt x="4195" y="189"/>
                      <a:pt x="3354" y="189"/>
                    </a:cubicBezTo>
                    <a:cubicBezTo>
                      <a:pt x="2513" y="189"/>
                      <a:pt x="1706" y="523"/>
                      <a:pt x="1112" y="1118"/>
                    </a:cubicBezTo>
                    <a:cubicBezTo>
                      <a:pt x="517" y="1713"/>
                      <a:pt x="183" y="2520"/>
                      <a:pt x="183" y="3362"/>
                    </a:cubicBezTo>
                    <a:cubicBezTo>
                      <a:pt x="183" y="4203"/>
                      <a:pt x="517" y="5010"/>
                      <a:pt x="1112" y="5605"/>
                    </a:cubicBezTo>
                    <a:cubicBezTo>
                      <a:pt x="1706" y="6200"/>
                      <a:pt x="2513" y="6534"/>
                      <a:pt x="3354" y="65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88" name="Freeform: Shape 10587">
                <a:extLst>
                  <a:ext uri="{FF2B5EF4-FFF2-40B4-BE49-F238E27FC236}">
                    <a16:creationId xmlns:a16="http://schemas.microsoft.com/office/drawing/2014/main" id="{651FA920-AB02-9388-73A7-359C8FBE46DD}"/>
                  </a:ext>
                </a:extLst>
              </p:cNvPr>
              <p:cNvSpPr/>
              <p:nvPr/>
            </p:nvSpPr>
            <p:spPr>
              <a:xfrm>
                <a:off x="8722714" y="5871858"/>
                <a:ext cx="6343" cy="6345"/>
              </a:xfrm>
              <a:custGeom>
                <a:avLst/>
                <a:gdLst>
                  <a:gd name="connsiteX0" fmla="*/ 3354 w 6343"/>
                  <a:gd name="connsiteY0" fmla="*/ 6534 h 6345"/>
                  <a:gd name="connsiteX1" fmla="*/ 5597 w 6343"/>
                  <a:gd name="connsiteY1" fmla="*/ 5605 h 6345"/>
                  <a:gd name="connsiteX2" fmla="*/ 6525 w 6343"/>
                  <a:gd name="connsiteY2" fmla="*/ 3361 h 6345"/>
                  <a:gd name="connsiteX3" fmla="*/ 5597 w 6343"/>
                  <a:gd name="connsiteY3" fmla="*/ 1118 h 6345"/>
                  <a:gd name="connsiteX4" fmla="*/ 3354 w 6343"/>
                  <a:gd name="connsiteY4" fmla="*/ 189 h 6345"/>
                  <a:gd name="connsiteX5" fmla="*/ 1111 w 6343"/>
                  <a:gd name="connsiteY5" fmla="*/ 1118 h 6345"/>
                  <a:gd name="connsiteX6" fmla="*/ 182 w 6343"/>
                  <a:gd name="connsiteY6" fmla="*/ 3361 h 6345"/>
                  <a:gd name="connsiteX7" fmla="*/ 1111 w 6343"/>
                  <a:gd name="connsiteY7" fmla="*/ 5605 h 6345"/>
                  <a:gd name="connsiteX8" fmla="*/ 3354 w 6343"/>
                  <a:gd name="connsiteY8" fmla="*/ 65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34"/>
                    </a:moveTo>
                    <a:cubicBezTo>
                      <a:pt x="4195" y="6534"/>
                      <a:pt x="5002" y="6200"/>
                      <a:pt x="5597" y="5605"/>
                    </a:cubicBezTo>
                    <a:cubicBezTo>
                      <a:pt x="6191" y="5010"/>
                      <a:pt x="6525" y="4203"/>
                      <a:pt x="6525" y="3361"/>
                    </a:cubicBezTo>
                    <a:cubicBezTo>
                      <a:pt x="6525" y="2520"/>
                      <a:pt x="6191" y="1713"/>
                      <a:pt x="5597" y="1118"/>
                    </a:cubicBezTo>
                    <a:cubicBezTo>
                      <a:pt x="5002" y="523"/>
                      <a:pt x="4195" y="189"/>
                      <a:pt x="3354" y="189"/>
                    </a:cubicBezTo>
                    <a:cubicBezTo>
                      <a:pt x="2513" y="189"/>
                      <a:pt x="1706" y="523"/>
                      <a:pt x="1111" y="1118"/>
                    </a:cubicBezTo>
                    <a:cubicBezTo>
                      <a:pt x="517" y="1713"/>
                      <a:pt x="182" y="2520"/>
                      <a:pt x="182" y="3361"/>
                    </a:cubicBezTo>
                    <a:cubicBezTo>
                      <a:pt x="182" y="4203"/>
                      <a:pt x="517" y="5010"/>
                      <a:pt x="1111" y="5605"/>
                    </a:cubicBezTo>
                    <a:cubicBezTo>
                      <a:pt x="1706" y="6200"/>
                      <a:pt x="2513" y="6534"/>
                      <a:pt x="3354" y="65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89" name="Freeform: Shape 10588">
                <a:extLst>
                  <a:ext uri="{FF2B5EF4-FFF2-40B4-BE49-F238E27FC236}">
                    <a16:creationId xmlns:a16="http://schemas.microsoft.com/office/drawing/2014/main" id="{6A191C4C-59C5-3782-9538-75B7BB37CE19}"/>
                  </a:ext>
                </a:extLst>
              </p:cNvPr>
              <p:cNvSpPr/>
              <p:nvPr/>
            </p:nvSpPr>
            <p:spPr>
              <a:xfrm>
                <a:off x="8217638" y="6263929"/>
                <a:ext cx="6343" cy="6345"/>
              </a:xfrm>
              <a:custGeom>
                <a:avLst/>
                <a:gdLst>
                  <a:gd name="connsiteX0" fmla="*/ 3314 w 6343"/>
                  <a:gd name="connsiteY0" fmla="*/ 6565 h 6345"/>
                  <a:gd name="connsiteX1" fmla="*/ 5557 w 6343"/>
                  <a:gd name="connsiteY1" fmla="*/ 5636 h 6345"/>
                  <a:gd name="connsiteX2" fmla="*/ 6486 w 6343"/>
                  <a:gd name="connsiteY2" fmla="*/ 3392 h 6345"/>
                  <a:gd name="connsiteX3" fmla="*/ 5557 w 6343"/>
                  <a:gd name="connsiteY3" fmla="*/ 1149 h 6345"/>
                  <a:gd name="connsiteX4" fmla="*/ 3314 w 6343"/>
                  <a:gd name="connsiteY4" fmla="*/ 219 h 6345"/>
                  <a:gd name="connsiteX5" fmla="*/ 1071 w 6343"/>
                  <a:gd name="connsiteY5" fmla="*/ 1149 h 6345"/>
                  <a:gd name="connsiteX6" fmla="*/ 143 w 6343"/>
                  <a:gd name="connsiteY6" fmla="*/ 3392 h 6345"/>
                  <a:gd name="connsiteX7" fmla="*/ 1071 w 6343"/>
                  <a:gd name="connsiteY7" fmla="*/ 5636 h 6345"/>
                  <a:gd name="connsiteX8" fmla="*/ 3314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4" y="6565"/>
                    </a:moveTo>
                    <a:cubicBezTo>
                      <a:pt x="4155" y="6565"/>
                      <a:pt x="4962" y="6231"/>
                      <a:pt x="5557" y="5636"/>
                    </a:cubicBezTo>
                    <a:cubicBezTo>
                      <a:pt x="6151" y="5041"/>
                      <a:pt x="6486" y="4234"/>
                      <a:pt x="6486" y="3392"/>
                    </a:cubicBezTo>
                    <a:cubicBezTo>
                      <a:pt x="6486" y="2551"/>
                      <a:pt x="6151" y="1744"/>
                      <a:pt x="5557" y="1149"/>
                    </a:cubicBezTo>
                    <a:cubicBezTo>
                      <a:pt x="4962" y="554"/>
                      <a:pt x="4155" y="219"/>
                      <a:pt x="3314" y="219"/>
                    </a:cubicBezTo>
                    <a:cubicBezTo>
                      <a:pt x="2473" y="219"/>
                      <a:pt x="1666" y="554"/>
                      <a:pt x="1071" y="1149"/>
                    </a:cubicBezTo>
                    <a:cubicBezTo>
                      <a:pt x="477" y="1744"/>
                      <a:pt x="143" y="2551"/>
                      <a:pt x="143" y="3392"/>
                    </a:cubicBezTo>
                    <a:cubicBezTo>
                      <a:pt x="143" y="4234"/>
                      <a:pt x="477" y="5041"/>
                      <a:pt x="1071" y="5636"/>
                    </a:cubicBezTo>
                    <a:cubicBezTo>
                      <a:pt x="1666" y="6231"/>
                      <a:pt x="2473" y="6565"/>
                      <a:pt x="3314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90" name="Freeform: Shape 10589">
                <a:extLst>
                  <a:ext uri="{FF2B5EF4-FFF2-40B4-BE49-F238E27FC236}">
                    <a16:creationId xmlns:a16="http://schemas.microsoft.com/office/drawing/2014/main" id="{65E0DEB5-AB4D-5E5C-5AFF-5621A35EEFA1}"/>
                  </a:ext>
                </a:extLst>
              </p:cNvPr>
              <p:cNvSpPr/>
              <p:nvPr/>
            </p:nvSpPr>
            <p:spPr>
              <a:xfrm>
                <a:off x="8213692" y="6254835"/>
                <a:ext cx="6343" cy="6345"/>
              </a:xfrm>
              <a:custGeom>
                <a:avLst/>
                <a:gdLst>
                  <a:gd name="connsiteX0" fmla="*/ 3314 w 6343"/>
                  <a:gd name="connsiteY0" fmla="*/ 6564 h 6345"/>
                  <a:gd name="connsiteX1" fmla="*/ 5556 w 6343"/>
                  <a:gd name="connsiteY1" fmla="*/ 5635 h 6345"/>
                  <a:gd name="connsiteX2" fmla="*/ 6485 w 6343"/>
                  <a:gd name="connsiteY2" fmla="*/ 3391 h 6345"/>
                  <a:gd name="connsiteX3" fmla="*/ 5556 w 6343"/>
                  <a:gd name="connsiteY3" fmla="*/ 1148 h 6345"/>
                  <a:gd name="connsiteX4" fmla="*/ 3314 w 6343"/>
                  <a:gd name="connsiteY4" fmla="*/ 219 h 6345"/>
                  <a:gd name="connsiteX5" fmla="*/ 1071 w 6343"/>
                  <a:gd name="connsiteY5" fmla="*/ 1148 h 6345"/>
                  <a:gd name="connsiteX6" fmla="*/ 142 w 6343"/>
                  <a:gd name="connsiteY6" fmla="*/ 3391 h 6345"/>
                  <a:gd name="connsiteX7" fmla="*/ 1071 w 6343"/>
                  <a:gd name="connsiteY7" fmla="*/ 5635 h 6345"/>
                  <a:gd name="connsiteX8" fmla="*/ 3314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4" y="6564"/>
                    </a:moveTo>
                    <a:cubicBezTo>
                      <a:pt x="4155" y="6564"/>
                      <a:pt x="4962" y="6230"/>
                      <a:pt x="5556" y="5635"/>
                    </a:cubicBezTo>
                    <a:cubicBezTo>
                      <a:pt x="6151" y="5040"/>
                      <a:pt x="6485" y="4233"/>
                      <a:pt x="6485" y="3391"/>
                    </a:cubicBezTo>
                    <a:cubicBezTo>
                      <a:pt x="6485" y="2550"/>
                      <a:pt x="6151" y="1743"/>
                      <a:pt x="5556" y="1148"/>
                    </a:cubicBezTo>
                    <a:cubicBezTo>
                      <a:pt x="4962" y="553"/>
                      <a:pt x="4155" y="219"/>
                      <a:pt x="3314" y="219"/>
                    </a:cubicBezTo>
                    <a:cubicBezTo>
                      <a:pt x="2473" y="219"/>
                      <a:pt x="1666" y="553"/>
                      <a:pt x="1071" y="1148"/>
                    </a:cubicBezTo>
                    <a:cubicBezTo>
                      <a:pt x="476" y="1743"/>
                      <a:pt x="142" y="2550"/>
                      <a:pt x="142" y="3391"/>
                    </a:cubicBezTo>
                    <a:cubicBezTo>
                      <a:pt x="142" y="4233"/>
                      <a:pt x="476" y="5040"/>
                      <a:pt x="1071" y="5635"/>
                    </a:cubicBezTo>
                    <a:cubicBezTo>
                      <a:pt x="1666" y="6230"/>
                      <a:pt x="2473" y="6564"/>
                      <a:pt x="3314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91" name="Freeform: Shape 10590">
                <a:extLst>
                  <a:ext uri="{FF2B5EF4-FFF2-40B4-BE49-F238E27FC236}">
                    <a16:creationId xmlns:a16="http://schemas.microsoft.com/office/drawing/2014/main" id="{398B86BB-BC96-7605-D40A-48CB5ECD9B14}"/>
                  </a:ext>
                </a:extLst>
              </p:cNvPr>
              <p:cNvSpPr/>
              <p:nvPr/>
            </p:nvSpPr>
            <p:spPr>
              <a:xfrm>
                <a:off x="8719267" y="5853027"/>
                <a:ext cx="6343" cy="6345"/>
              </a:xfrm>
              <a:custGeom>
                <a:avLst/>
                <a:gdLst>
                  <a:gd name="connsiteX0" fmla="*/ 3354 w 6343"/>
                  <a:gd name="connsiteY0" fmla="*/ 6532 h 6345"/>
                  <a:gd name="connsiteX1" fmla="*/ 5596 w 6343"/>
                  <a:gd name="connsiteY1" fmla="*/ 5603 h 6345"/>
                  <a:gd name="connsiteX2" fmla="*/ 6525 w 6343"/>
                  <a:gd name="connsiteY2" fmla="*/ 3360 h 6345"/>
                  <a:gd name="connsiteX3" fmla="*/ 5596 w 6343"/>
                  <a:gd name="connsiteY3" fmla="*/ 1116 h 6345"/>
                  <a:gd name="connsiteX4" fmla="*/ 3354 w 6343"/>
                  <a:gd name="connsiteY4" fmla="*/ 187 h 6345"/>
                  <a:gd name="connsiteX5" fmla="*/ 1111 w 6343"/>
                  <a:gd name="connsiteY5" fmla="*/ 1116 h 6345"/>
                  <a:gd name="connsiteX6" fmla="*/ 182 w 6343"/>
                  <a:gd name="connsiteY6" fmla="*/ 3360 h 6345"/>
                  <a:gd name="connsiteX7" fmla="*/ 1111 w 6343"/>
                  <a:gd name="connsiteY7" fmla="*/ 5603 h 6345"/>
                  <a:gd name="connsiteX8" fmla="*/ 3354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32"/>
                    </a:moveTo>
                    <a:cubicBezTo>
                      <a:pt x="4195" y="6532"/>
                      <a:pt x="5002" y="6198"/>
                      <a:pt x="5596" y="5603"/>
                    </a:cubicBezTo>
                    <a:cubicBezTo>
                      <a:pt x="6191" y="5008"/>
                      <a:pt x="6525" y="4201"/>
                      <a:pt x="6525" y="3360"/>
                    </a:cubicBezTo>
                    <a:cubicBezTo>
                      <a:pt x="6525" y="2518"/>
                      <a:pt x="6191" y="1711"/>
                      <a:pt x="5596" y="1116"/>
                    </a:cubicBezTo>
                    <a:cubicBezTo>
                      <a:pt x="5002" y="521"/>
                      <a:pt x="4195" y="187"/>
                      <a:pt x="3354" y="187"/>
                    </a:cubicBezTo>
                    <a:cubicBezTo>
                      <a:pt x="2513" y="187"/>
                      <a:pt x="1706" y="521"/>
                      <a:pt x="1111" y="1116"/>
                    </a:cubicBezTo>
                    <a:cubicBezTo>
                      <a:pt x="516" y="1711"/>
                      <a:pt x="182" y="2518"/>
                      <a:pt x="182" y="3360"/>
                    </a:cubicBezTo>
                    <a:cubicBezTo>
                      <a:pt x="182" y="4201"/>
                      <a:pt x="516" y="5008"/>
                      <a:pt x="1111" y="5603"/>
                    </a:cubicBezTo>
                    <a:cubicBezTo>
                      <a:pt x="1706" y="6198"/>
                      <a:pt x="2513" y="6532"/>
                      <a:pt x="3354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92" name="Freeform: Shape 10591">
                <a:extLst>
                  <a:ext uri="{FF2B5EF4-FFF2-40B4-BE49-F238E27FC236}">
                    <a16:creationId xmlns:a16="http://schemas.microsoft.com/office/drawing/2014/main" id="{5B2A7CF3-C3A3-8CDF-29A9-7038CCF4418B}"/>
                  </a:ext>
                </a:extLst>
              </p:cNvPr>
              <p:cNvSpPr/>
              <p:nvPr/>
            </p:nvSpPr>
            <p:spPr>
              <a:xfrm>
                <a:off x="8720700" y="5844876"/>
                <a:ext cx="6343" cy="6345"/>
              </a:xfrm>
              <a:custGeom>
                <a:avLst/>
                <a:gdLst>
                  <a:gd name="connsiteX0" fmla="*/ 3354 w 6343"/>
                  <a:gd name="connsiteY0" fmla="*/ 6532 h 6345"/>
                  <a:gd name="connsiteX1" fmla="*/ 5596 w 6343"/>
                  <a:gd name="connsiteY1" fmla="*/ 5603 h 6345"/>
                  <a:gd name="connsiteX2" fmla="*/ 6525 w 6343"/>
                  <a:gd name="connsiteY2" fmla="*/ 3359 h 6345"/>
                  <a:gd name="connsiteX3" fmla="*/ 5596 w 6343"/>
                  <a:gd name="connsiteY3" fmla="*/ 1116 h 6345"/>
                  <a:gd name="connsiteX4" fmla="*/ 3354 w 6343"/>
                  <a:gd name="connsiteY4" fmla="*/ 186 h 6345"/>
                  <a:gd name="connsiteX5" fmla="*/ 1111 w 6343"/>
                  <a:gd name="connsiteY5" fmla="*/ 1116 h 6345"/>
                  <a:gd name="connsiteX6" fmla="*/ 182 w 6343"/>
                  <a:gd name="connsiteY6" fmla="*/ 3359 h 6345"/>
                  <a:gd name="connsiteX7" fmla="*/ 1111 w 6343"/>
                  <a:gd name="connsiteY7" fmla="*/ 5603 h 6345"/>
                  <a:gd name="connsiteX8" fmla="*/ 3354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32"/>
                    </a:moveTo>
                    <a:cubicBezTo>
                      <a:pt x="4195" y="6532"/>
                      <a:pt x="5002" y="6197"/>
                      <a:pt x="5596" y="5603"/>
                    </a:cubicBezTo>
                    <a:cubicBezTo>
                      <a:pt x="6191" y="5008"/>
                      <a:pt x="6525" y="4201"/>
                      <a:pt x="6525" y="3359"/>
                    </a:cubicBezTo>
                    <a:cubicBezTo>
                      <a:pt x="6525" y="2518"/>
                      <a:pt x="6191" y="1711"/>
                      <a:pt x="5596" y="1116"/>
                    </a:cubicBezTo>
                    <a:cubicBezTo>
                      <a:pt x="5002" y="521"/>
                      <a:pt x="4195" y="186"/>
                      <a:pt x="3354" y="186"/>
                    </a:cubicBezTo>
                    <a:cubicBezTo>
                      <a:pt x="2513" y="186"/>
                      <a:pt x="1706" y="521"/>
                      <a:pt x="1111" y="1116"/>
                    </a:cubicBezTo>
                    <a:cubicBezTo>
                      <a:pt x="516" y="1711"/>
                      <a:pt x="182" y="2518"/>
                      <a:pt x="182" y="3359"/>
                    </a:cubicBezTo>
                    <a:cubicBezTo>
                      <a:pt x="182" y="4201"/>
                      <a:pt x="516" y="5008"/>
                      <a:pt x="1111" y="5603"/>
                    </a:cubicBezTo>
                    <a:cubicBezTo>
                      <a:pt x="1706" y="6197"/>
                      <a:pt x="2513" y="6532"/>
                      <a:pt x="3354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93" name="Freeform: Shape 10592">
                <a:extLst>
                  <a:ext uri="{FF2B5EF4-FFF2-40B4-BE49-F238E27FC236}">
                    <a16:creationId xmlns:a16="http://schemas.microsoft.com/office/drawing/2014/main" id="{74BC274F-9BDE-86E4-94BE-2E20674573F4}"/>
                  </a:ext>
                </a:extLst>
              </p:cNvPr>
              <p:cNvSpPr/>
              <p:nvPr/>
            </p:nvSpPr>
            <p:spPr>
              <a:xfrm>
                <a:off x="8716983" y="5840687"/>
                <a:ext cx="6343" cy="6345"/>
              </a:xfrm>
              <a:custGeom>
                <a:avLst/>
                <a:gdLst>
                  <a:gd name="connsiteX0" fmla="*/ 3353 w 6343"/>
                  <a:gd name="connsiteY0" fmla="*/ 6531 h 6345"/>
                  <a:gd name="connsiteX1" fmla="*/ 5596 w 6343"/>
                  <a:gd name="connsiteY1" fmla="*/ 5602 h 6345"/>
                  <a:gd name="connsiteX2" fmla="*/ 6525 w 6343"/>
                  <a:gd name="connsiteY2" fmla="*/ 3359 h 6345"/>
                  <a:gd name="connsiteX3" fmla="*/ 5596 w 6343"/>
                  <a:gd name="connsiteY3" fmla="*/ 1115 h 6345"/>
                  <a:gd name="connsiteX4" fmla="*/ 3353 w 6343"/>
                  <a:gd name="connsiteY4" fmla="*/ 186 h 6345"/>
                  <a:gd name="connsiteX5" fmla="*/ 1111 w 6343"/>
                  <a:gd name="connsiteY5" fmla="*/ 1115 h 6345"/>
                  <a:gd name="connsiteX6" fmla="*/ 182 w 6343"/>
                  <a:gd name="connsiteY6" fmla="*/ 3359 h 6345"/>
                  <a:gd name="connsiteX7" fmla="*/ 1111 w 6343"/>
                  <a:gd name="connsiteY7" fmla="*/ 5602 h 6345"/>
                  <a:gd name="connsiteX8" fmla="*/ 3353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31"/>
                    </a:moveTo>
                    <a:cubicBezTo>
                      <a:pt x="4195" y="6531"/>
                      <a:pt x="5001" y="6197"/>
                      <a:pt x="5596" y="5602"/>
                    </a:cubicBezTo>
                    <a:cubicBezTo>
                      <a:pt x="6191" y="5007"/>
                      <a:pt x="6525" y="4200"/>
                      <a:pt x="6525" y="3359"/>
                    </a:cubicBezTo>
                    <a:cubicBezTo>
                      <a:pt x="6525" y="2517"/>
                      <a:pt x="6191" y="1710"/>
                      <a:pt x="5596" y="1115"/>
                    </a:cubicBezTo>
                    <a:cubicBezTo>
                      <a:pt x="5001" y="520"/>
                      <a:pt x="4195" y="186"/>
                      <a:pt x="3353" y="186"/>
                    </a:cubicBezTo>
                    <a:cubicBezTo>
                      <a:pt x="2512" y="186"/>
                      <a:pt x="1706" y="520"/>
                      <a:pt x="1111" y="1115"/>
                    </a:cubicBezTo>
                    <a:cubicBezTo>
                      <a:pt x="516" y="1710"/>
                      <a:pt x="182" y="2517"/>
                      <a:pt x="182" y="3359"/>
                    </a:cubicBezTo>
                    <a:cubicBezTo>
                      <a:pt x="182" y="4200"/>
                      <a:pt x="516" y="5007"/>
                      <a:pt x="1111" y="5602"/>
                    </a:cubicBezTo>
                    <a:cubicBezTo>
                      <a:pt x="1706" y="6197"/>
                      <a:pt x="2512" y="6531"/>
                      <a:pt x="3353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94" name="Freeform: Shape 10593">
                <a:extLst>
                  <a:ext uri="{FF2B5EF4-FFF2-40B4-BE49-F238E27FC236}">
                    <a16:creationId xmlns:a16="http://schemas.microsoft.com/office/drawing/2014/main" id="{915014A9-D1DB-5062-50B4-F90E9E4DB905}"/>
                  </a:ext>
                </a:extLst>
              </p:cNvPr>
              <p:cNvSpPr/>
              <p:nvPr/>
            </p:nvSpPr>
            <p:spPr>
              <a:xfrm>
                <a:off x="8709709" y="5839131"/>
                <a:ext cx="6343" cy="6345"/>
              </a:xfrm>
              <a:custGeom>
                <a:avLst/>
                <a:gdLst>
                  <a:gd name="connsiteX0" fmla="*/ 3353 w 6343"/>
                  <a:gd name="connsiteY0" fmla="*/ 6531 h 6345"/>
                  <a:gd name="connsiteX1" fmla="*/ 5596 w 6343"/>
                  <a:gd name="connsiteY1" fmla="*/ 5602 h 6345"/>
                  <a:gd name="connsiteX2" fmla="*/ 6524 w 6343"/>
                  <a:gd name="connsiteY2" fmla="*/ 3359 h 6345"/>
                  <a:gd name="connsiteX3" fmla="*/ 5596 w 6343"/>
                  <a:gd name="connsiteY3" fmla="*/ 1115 h 6345"/>
                  <a:gd name="connsiteX4" fmla="*/ 3353 w 6343"/>
                  <a:gd name="connsiteY4" fmla="*/ 186 h 6345"/>
                  <a:gd name="connsiteX5" fmla="*/ 1110 w 6343"/>
                  <a:gd name="connsiteY5" fmla="*/ 1115 h 6345"/>
                  <a:gd name="connsiteX6" fmla="*/ 181 w 6343"/>
                  <a:gd name="connsiteY6" fmla="*/ 3359 h 6345"/>
                  <a:gd name="connsiteX7" fmla="*/ 1110 w 6343"/>
                  <a:gd name="connsiteY7" fmla="*/ 5602 h 6345"/>
                  <a:gd name="connsiteX8" fmla="*/ 3353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31"/>
                    </a:moveTo>
                    <a:cubicBezTo>
                      <a:pt x="4194" y="6531"/>
                      <a:pt x="5001" y="6197"/>
                      <a:pt x="5596" y="5602"/>
                    </a:cubicBezTo>
                    <a:cubicBezTo>
                      <a:pt x="6190" y="5007"/>
                      <a:pt x="6524" y="4200"/>
                      <a:pt x="6524" y="3359"/>
                    </a:cubicBezTo>
                    <a:cubicBezTo>
                      <a:pt x="6524" y="2517"/>
                      <a:pt x="6190" y="1710"/>
                      <a:pt x="5596" y="1115"/>
                    </a:cubicBezTo>
                    <a:cubicBezTo>
                      <a:pt x="5001" y="520"/>
                      <a:pt x="4194" y="186"/>
                      <a:pt x="3353" y="186"/>
                    </a:cubicBezTo>
                    <a:cubicBezTo>
                      <a:pt x="2512" y="186"/>
                      <a:pt x="1705" y="520"/>
                      <a:pt x="1110" y="1115"/>
                    </a:cubicBezTo>
                    <a:cubicBezTo>
                      <a:pt x="516" y="1710"/>
                      <a:pt x="181" y="2517"/>
                      <a:pt x="181" y="3359"/>
                    </a:cubicBezTo>
                    <a:cubicBezTo>
                      <a:pt x="181" y="4200"/>
                      <a:pt x="516" y="5007"/>
                      <a:pt x="1110" y="5602"/>
                    </a:cubicBezTo>
                    <a:cubicBezTo>
                      <a:pt x="1705" y="6197"/>
                      <a:pt x="2512" y="6531"/>
                      <a:pt x="3353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95" name="Freeform: Shape 10594">
                <a:extLst>
                  <a:ext uri="{FF2B5EF4-FFF2-40B4-BE49-F238E27FC236}">
                    <a16:creationId xmlns:a16="http://schemas.microsoft.com/office/drawing/2014/main" id="{A819454F-963D-0BC4-52F0-F02C50023C10}"/>
                  </a:ext>
                </a:extLst>
              </p:cNvPr>
              <p:cNvSpPr/>
              <p:nvPr/>
            </p:nvSpPr>
            <p:spPr>
              <a:xfrm>
                <a:off x="8698221" y="5840587"/>
                <a:ext cx="6343" cy="6345"/>
              </a:xfrm>
              <a:custGeom>
                <a:avLst/>
                <a:gdLst>
                  <a:gd name="connsiteX0" fmla="*/ 3352 w 6343"/>
                  <a:gd name="connsiteY0" fmla="*/ 6531 h 6345"/>
                  <a:gd name="connsiteX1" fmla="*/ 5595 w 6343"/>
                  <a:gd name="connsiteY1" fmla="*/ 5602 h 6345"/>
                  <a:gd name="connsiteX2" fmla="*/ 6524 w 6343"/>
                  <a:gd name="connsiteY2" fmla="*/ 3359 h 6345"/>
                  <a:gd name="connsiteX3" fmla="*/ 5595 w 6343"/>
                  <a:gd name="connsiteY3" fmla="*/ 1115 h 6345"/>
                  <a:gd name="connsiteX4" fmla="*/ 3352 w 6343"/>
                  <a:gd name="connsiteY4" fmla="*/ 186 h 6345"/>
                  <a:gd name="connsiteX5" fmla="*/ 1109 w 6343"/>
                  <a:gd name="connsiteY5" fmla="*/ 1115 h 6345"/>
                  <a:gd name="connsiteX6" fmla="*/ 180 w 6343"/>
                  <a:gd name="connsiteY6" fmla="*/ 3359 h 6345"/>
                  <a:gd name="connsiteX7" fmla="*/ 1109 w 6343"/>
                  <a:gd name="connsiteY7" fmla="*/ 5602 h 6345"/>
                  <a:gd name="connsiteX8" fmla="*/ 3352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531"/>
                    </a:moveTo>
                    <a:cubicBezTo>
                      <a:pt x="4193" y="6531"/>
                      <a:pt x="5000" y="6197"/>
                      <a:pt x="5595" y="5602"/>
                    </a:cubicBezTo>
                    <a:cubicBezTo>
                      <a:pt x="6189" y="5007"/>
                      <a:pt x="6524" y="4200"/>
                      <a:pt x="6524" y="3359"/>
                    </a:cubicBezTo>
                    <a:cubicBezTo>
                      <a:pt x="6524" y="2517"/>
                      <a:pt x="6189" y="1710"/>
                      <a:pt x="5595" y="1115"/>
                    </a:cubicBezTo>
                    <a:cubicBezTo>
                      <a:pt x="5000" y="520"/>
                      <a:pt x="4193" y="186"/>
                      <a:pt x="3352" y="186"/>
                    </a:cubicBezTo>
                    <a:cubicBezTo>
                      <a:pt x="2511" y="186"/>
                      <a:pt x="1704" y="520"/>
                      <a:pt x="1109" y="1115"/>
                    </a:cubicBezTo>
                    <a:cubicBezTo>
                      <a:pt x="515" y="1710"/>
                      <a:pt x="180" y="2517"/>
                      <a:pt x="180" y="3359"/>
                    </a:cubicBezTo>
                    <a:cubicBezTo>
                      <a:pt x="180" y="4200"/>
                      <a:pt x="515" y="5007"/>
                      <a:pt x="1109" y="5602"/>
                    </a:cubicBezTo>
                    <a:cubicBezTo>
                      <a:pt x="1704" y="6197"/>
                      <a:pt x="2511" y="6531"/>
                      <a:pt x="3352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96" name="Freeform: Shape 10595">
                <a:extLst>
                  <a:ext uri="{FF2B5EF4-FFF2-40B4-BE49-F238E27FC236}">
                    <a16:creationId xmlns:a16="http://schemas.microsoft.com/office/drawing/2014/main" id="{E1997CE7-59FD-9282-3A13-8780D7247CAE}"/>
                  </a:ext>
                </a:extLst>
              </p:cNvPr>
              <p:cNvSpPr/>
              <p:nvPr/>
            </p:nvSpPr>
            <p:spPr>
              <a:xfrm>
                <a:off x="8206353" y="6189217"/>
                <a:ext cx="6343" cy="6345"/>
              </a:xfrm>
              <a:custGeom>
                <a:avLst/>
                <a:gdLst>
                  <a:gd name="connsiteX0" fmla="*/ 3313 w 6343"/>
                  <a:gd name="connsiteY0" fmla="*/ 6559 h 6345"/>
                  <a:gd name="connsiteX1" fmla="*/ 5556 w 6343"/>
                  <a:gd name="connsiteY1" fmla="*/ 5630 h 6345"/>
                  <a:gd name="connsiteX2" fmla="*/ 6485 w 6343"/>
                  <a:gd name="connsiteY2" fmla="*/ 3386 h 6345"/>
                  <a:gd name="connsiteX3" fmla="*/ 5556 w 6343"/>
                  <a:gd name="connsiteY3" fmla="*/ 1143 h 6345"/>
                  <a:gd name="connsiteX4" fmla="*/ 3313 w 6343"/>
                  <a:gd name="connsiteY4" fmla="*/ 214 h 6345"/>
                  <a:gd name="connsiteX5" fmla="*/ 1071 w 6343"/>
                  <a:gd name="connsiteY5" fmla="*/ 1143 h 6345"/>
                  <a:gd name="connsiteX6" fmla="*/ 142 w 6343"/>
                  <a:gd name="connsiteY6" fmla="*/ 3386 h 6345"/>
                  <a:gd name="connsiteX7" fmla="*/ 1071 w 6343"/>
                  <a:gd name="connsiteY7" fmla="*/ 5630 h 6345"/>
                  <a:gd name="connsiteX8" fmla="*/ 331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59"/>
                    </a:moveTo>
                    <a:cubicBezTo>
                      <a:pt x="4154" y="6559"/>
                      <a:pt x="4961" y="6225"/>
                      <a:pt x="5556" y="5630"/>
                    </a:cubicBezTo>
                    <a:cubicBezTo>
                      <a:pt x="6151" y="5035"/>
                      <a:pt x="6485" y="4228"/>
                      <a:pt x="6485" y="3386"/>
                    </a:cubicBezTo>
                    <a:cubicBezTo>
                      <a:pt x="6485" y="2545"/>
                      <a:pt x="6151" y="1738"/>
                      <a:pt x="5556" y="1143"/>
                    </a:cubicBezTo>
                    <a:cubicBezTo>
                      <a:pt x="4961" y="548"/>
                      <a:pt x="4154" y="214"/>
                      <a:pt x="3313" y="214"/>
                    </a:cubicBezTo>
                    <a:cubicBezTo>
                      <a:pt x="2472" y="214"/>
                      <a:pt x="1665" y="548"/>
                      <a:pt x="1071" y="1143"/>
                    </a:cubicBezTo>
                    <a:cubicBezTo>
                      <a:pt x="476" y="1738"/>
                      <a:pt x="142" y="2545"/>
                      <a:pt x="142" y="3386"/>
                    </a:cubicBezTo>
                    <a:cubicBezTo>
                      <a:pt x="142" y="4228"/>
                      <a:pt x="476" y="5035"/>
                      <a:pt x="1071" y="5630"/>
                    </a:cubicBezTo>
                    <a:cubicBezTo>
                      <a:pt x="1665" y="6225"/>
                      <a:pt x="2472" y="6559"/>
                      <a:pt x="331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97" name="Freeform: Shape 10596">
                <a:extLst>
                  <a:ext uri="{FF2B5EF4-FFF2-40B4-BE49-F238E27FC236}">
                    <a16:creationId xmlns:a16="http://schemas.microsoft.com/office/drawing/2014/main" id="{4FCFB0C0-D56E-9A16-6B8E-8E9466F3C40D}"/>
                  </a:ext>
                </a:extLst>
              </p:cNvPr>
              <p:cNvSpPr/>
              <p:nvPr/>
            </p:nvSpPr>
            <p:spPr>
              <a:xfrm>
                <a:off x="8191990" y="6187950"/>
                <a:ext cx="6343" cy="6345"/>
              </a:xfrm>
              <a:custGeom>
                <a:avLst/>
                <a:gdLst>
                  <a:gd name="connsiteX0" fmla="*/ 3312 w 6343"/>
                  <a:gd name="connsiteY0" fmla="*/ 6559 h 6345"/>
                  <a:gd name="connsiteX1" fmla="*/ 5555 w 6343"/>
                  <a:gd name="connsiteY1" fmla="*/ 5630 h 6345"/>
                  <a:gd name="connsiteX2" fmla="*/ 6484 w 6343"/>
                  <a:gd name="connsiteY2" fmla="*/ 3386 h 6345"/>
                  <a:gd name="connsiteX3" fmla="*/ 5555 w 6343"/>
                  <a:gd name="connsiteY3" fmla="*/ 1143 h 6345"/>
                  <a:gd name="connsiteX4" fmla="*/ 3312 w 6343"/>
                  <a:gd name="connsiteY4" fmla="*/ 213 h 6345"/>
                  <a:gd name="connsiteX5" fmla="*/ 1069 w 6343"/>
                  <a:gd name="connsiteY5" fmla="*/ 1143 h 6345"/>
                  <a:gd name="connsiteX6" fmla="*/ 141 w 6343"/>
                  <a:gd name="connsiteY6" fmla="*/ 3386 h 6345"/>
                  <a:gd name="connsiteX7" fmla="*/ 1069 w 6343"/>
                  <a:gd name="connsiteY7" fmla="*/ 5630 h 6345"/>
                  <a:gd name="connsiteX8" fmla="*/ 331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2" y="6559"/>
                    </a:moveTo>
                    <a:cubicBezTo>
                      <a:pt x="4153" y="6559"/>
                      <a:pt x="4960" y="6225"/>
                      <a:pt x="5555" y="5630"/>
                    </a:cubicBezTo>
                    <a:cubicBezTo>
                      <a:pt x="6149" y="5035"/>
                      <a:pt x="6484" y="4228"/>
                      <a:pt x="6484" y="3386"/>
                    </a:cubicBezTo>
                    <a:cubicBezTo>
                      <a:pt x="6484" y="2545"/>
                      <a:pt x="6149" y="1738"/>
                      <a:pt x="5555" y="1143"/>
                    </a:cubicBezTo>
                    <a:cubicBezTo>
                      <a:pt x="4960" y="548"/>
                      <a:pt x="4153" y="213"/>
                      <a:pt x="3312" y="213"/>
                    </a:cubicBezTo>
                    <a:cubicBezTo>
                      <a:pt x="2471" y="213"/>
                      <a:pt x="1664" y="548"/>
                      <a:pt x="1069" y="1143"/>
                    </a:cubicBezTo>
                    <a:cubicBezTo>
                      <a:pt x="475" y="1738"/>
                      <a:pt x="141" y="2545"/>
                      <a:pt x="141" y="3386"/>
                    </a:cubicBezTo>
                    <a:cubicBezTo>
                      <a:pt x="141" y="4228"/>
                      <a:pt x="475" y="5035"/>
                      <a:pt x="1069" y="5630"/>
                    </a:cubicBezTo>
                    <a:cubicBezTo>
                      <a:pt x="1664" y="6225"/>
                      <a:pt x="2471" y="6559"/>
                      <a:pt x="331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98" name="Freeform: Shape 10597">
                <a:extLst>
                  <a:ext uri="{FF2B5EF4-FFF2-40B4-BE49-F238E27FC236}">
                    <a16:creationId xmlns:a16="http://schemas.microsoft.com/office/drawing/2014/main" id="{D382BEA6-BE29-ADA2-1304-4609518F0A8E}"/>
                  </a:ext>
                </a:extLst>
              </p:cNvPr>
              <p:cNvSpPr/>
              <p:nvPr/>
            </p:nvSpPr>
            <p:spPr>
              <a:xfrm>
                <a:off x="8148944" y="6206725"/>
                <a:ext cx="6343" cy="6345"/>
              </a:xfrm>
              <a:custGeom>
                <a:avLst/>
                <a:gdLst>
                  <a:gd name="connsiteX0" fmla="*/ 3309 w 6343"/>
                  <a:gd name="connsiteY0" fmla="*/ 6560 h 6345"/>
                  <a:gd name="connsiteX1" fmla="*/ 5551 w 6343"/>
                  <a:gd name="connsiteY1" fmla="*/ 5631 h 6345"/>
                  <a:gd name="connsiteX2" fmla="*/ 6480 w 6343"/>
                  <a:gd name="connsiteY2" fmla="*/ 3388 h 6345"/>
                  <a:gd name="connsiteX3" fmla="*/ 5551 w 6343"/>
                  <a:gd name="connsiteY3" fmla="*/ 1144 h 6345"/>
                  <a:gd name="connsiteX4" fmla="*/ 3309 w 6343"/>
                  <a:gd name="connsiteY4" fmla="*/ 215 h 6345"/>
                  <a:gd name="connsiteX5" fmla="*/ 1066 w 6343"/>
                  <a:gd name="connsiteY5" fmla="*/ 1144 h 6345"/>
                  <a:gd name="connsiteX6" fmla="*/ 137 w 6343"/>
                  <a:gd name="connsiteY6" fmla="*/ 3388 h 6345"/>
                  <a:gd name="connsiteX7" fmla="*/ 1066 w 6343"/>
                  <a:gd name="connsiteY7" fmla="*/ 5631 h 6345"/>
                  <a:gd name="connsiteX8" fmla="*/ 3309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9" y="6560"/>
                    </a:moveTo>
                    <a:cubicBezTo>
                      <a:pt x="4150" y="6560"/>
                      <a:pt x="4957" y="6226"/>
                      <a:pt x="5551" y="5631"/>
                    </a:cubicBezTo>
                    <a:cubicBezTo>
                      <a:pt x="6146" y="5036"/>
                      <a:pt x="6480" y="4229"/>
                      <a:pt x="6480" y="3388"/>
                    </a:cubicBezTo>
                    <a:cubicBezTo>
                      <a:pt x="6480" y="2546"/>
                      <a:pt x="6146" y="1739"/>
                      <a:pt x="5551" y="1144"/>
                    </a:cubicBezTo>
                    <a:cubicBezTo>
                      <a:pt x="4957" y="549"/>
                      <a:pt x="4150" y="215"/>
                      <a:pt x="3309" y="215"/>
                    </a:cubicBezTo>
                    <a:cubicBezTo>
                      <a:pt x="2468" y="215"/>
                      <a:pt x="1661" y="549"/>
                      <a:pt x="1066" y="1144"/>
                    </a:cubicBezTo>
                    <a:cubicBezTo>
                      <a:pt x="471" y="1739"/>
                      <a:pt x="137" y="2546"/>
                      <a:pt x="137" y="3388"/>
                    </a:cubicBezTo>
                    <a:cubicBezTo>
                      <a:pt x="137" y="4229"/>
                      <a:pt x="471" y="5036"/>
                      <a:pt x="1066" y="5631"/>
                    </a:cubicBezTo>
                    <a:cubicBezTo>
                      <a:pt x="1661" y="6226"/>
                      <a:pt x="2468" y="6560"/>
                      <a:pt x="3309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599" name="Freeform: Shape 10598">
                <a:extLst>
                  <a:ext uri="{FF2B5EF4-FFF2-40B4-BE49-F238E27FC236}">
                    <a16:creationId xmlns:a16="http://schemas.microsoft.com/office/drawing/2014/main" id="{C1758076-FCA9-B1A7-6C84-DE5619DF802F}"/>
                  </a:ext>
                </a:extLst>
              </p:cNvPr>
              <p:cNvSpPr/>
              <p:nvPr/>
            </p:nvSpPr>
            <p:spPr>
              <a:xfrm>
                <a:off x="8136615" y="6203454"/>
                <a:ext cx="6343" cy="6345"/>
              </a:xfrm>
              <a:custGeom>
                <a:avLst/>
                <a:gdLst>
                  <a:gd name="connsiteX0" fmla="*/ 3308 w 6343"/>
                  <a:gd name="connsiteY0" fmla="*/ 6560 h 6345"/>
                  <a:gd name="connsiteX1" fmla="*/ 5550 w 6343"/>
                  <a:gd name="connsiteY1" fmla="*/ 5631 h 6345"/>
                  <a:gd name="connsiteX2" fmla="*/ 6479 w 6343"/>
                  <a:gd name="connsiteY2" fmla="*/ 3387 h 6345"/>
                  <a:gd name="connsiteX3" fmla="*/ 5550 w 6343"/>
                  <a:gd name="connsiteY3" fmla="*/ 1144 h 6345"/>
                  <a:gd name="connsiteX4" fmla="*/ 3308 w 6343"/>
                  <a:gd name="connsiteY4" fmla="*/ 215 h 6345"/>
                  <a:gd name="connsiteX5" fmla="*/ 1065 w 6343"/>
                  <a:gd name="connsiteY5" fmla="*/ 1144 h 6345"/>
                  <a:gd name="connsiteX6" fmla="*/ 136 w 6343"/>
                  <a:gd name="connsiteY6" fmla="*/ 3387 h 6345"/>
                  <a:gd name="connsiteX7" fmla="*/ 1065 w 6343"/>
                  <a:gd name="connsiteY7" fmla="*/ 5631 h 6345"/>
                  <a:gd name="connsiteX8" fmla="*/ 3308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560"/>
                    </a:moveTo>
                    <a:cubicBezTo>
                      <a:pt x="4149" y="6560"/>
                      <a:pt x="4956" y="6226"/>
                      <a:pt x="5550" y="5631"/>
                    </a:cubicBezTo>
                    <a:cubicBezTo>
                      <a:pt x="6145" y="5036"/>
                      <a:pt x="6479" y="4229"/>
                      <a:pt x="6479" y="3387"/>
                    </a:cubicBezTo>
                    <a:cubicBezTo>
                      <a:pt x="6479" y="2546"/>
                      <a:pt x="6145" y="1739"/>
                      <a:pt x="5550" y="1144"/>
                    </a:cubicBezTo>
                    <a:cubicBezTo>
                      <a:pt x="4956" y="549"/>
                      <a:pt x="4149" y="215"/>
                      <a:pt x="3308" y="215"/>
                    </a:cubicBezTo>
                    <a:cubicBezTo>
                      <a:pt x="2467" y="215"/>
                      <a:pt x="1660" y="549"/>
                      <a:pt x="1065" y="1144"/>
                    </a:cubicBezTo>
                    <a:cubicBezTo>
                      <a:pt x="470" y="1739"/>
                      <a:pt x="136" y="2546"/>
                      <a:pt x="136" y="3387"/>
                    </a:cubicBezTo>
                    <a:cubicBezTo>
                      <a:pt x="136" y="4229"/>
                      <a:pt x="470" y="5036"/>
                      <a:pt x="1065" y="5631"/>
                    </a:cubicBezTo>
                    <a:cubicBezTo>
                      <a:pt x="1660" y="6226"/>
                      <a:pt x="2467" y="6560"/>
                      <a:pt x="3308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00" name="Freeform: Shape 10599">
                <a:extLst>
                  <a:ext uri="{FF2B5EF4-FFF2-40B4-BE49-F238E27FC236}">
                    <a16:creationId xmlns:a16="http://schemas.microsoft.com/office/drawing/2014/main" id="{D335E1DE-ABF3-7EFB-638F-872EDF3C6FDA}"/>
                  </a:ext>
                </a:extLst>
              </p:cNvPr>
              <p:cNvSpPr/>
              <p:nvPr/>
            </p:nvSpPr>
            <p:spPr>
              <a:xfrm>
                <a:off x="8120911" y="6202376"/>
                <a:ext cx="6343" cy="6345"/>
              </a:xfrm>
              <a:custGeom>
                <a:avLst/>
                <a:gdLst>
                  <a:gd name="connsiteX0" fmla="*/ 3306 w 6343"/>
                  <a:gd name="connsiteY0" fmla="*/ 6560 h 6345"/>
                  <a:gd name="connsiteX1" fmla="*/ 5549 w 6343"/>
                  <a:gd name="connsiteY1" fmla="*/ 5631 h 6345"/>
                  <a:gd name="connsiteX2" fmla="*/ 6478 w 6343"/>
                  <a:gd name="connsiteY2" fmla="*/ 3387 h 6345"/>
                  <a:gd name="connsiteX3" fmla="*/ 5549 w 6343"/>
                  <a:gd name="connsiteY3" fmla="*/ 1144 h 6345"/>
                  <a:gd name="connsiteX4" fmla="*/ 3306 w 6343"/>
                  <a:gd name="connsiteY4" fmla="*/ 215 h 6345"/>
                  <a:gd name="connsiteX5" fmla="*/ 1064 w 6343"/>
                  <a:gd name="connsiteY5" fmla="*/ 1144 h 6345"/>
                  <a:gd name="connsiteX6" fmla="*/ 135 w 6343"/>
                  <a:gd name="connsiteY6" fmla="*/ 3387 h 6345"/>
                  <a:gd name="connsiteX7" fmla="*/ 1064 w 6343"/>
                  <a:gd name="connsiteY7" fmla="*/ 5631 h 6345"/>
                  <a:gd name="connsiteX8" fmla="*/ 3306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6" y="6560"/>
                    </a:moveTo>
                    <a:cubicBezTo>
                      <a:pt x="4148" y="6560"/>
                      <a:pt x="4954" y="6226"/>
                      <a:pt x="5549" y="5631"/>
                    </a:cubicBezTo>
                    <a:cubicBezTo>
                      <a:pt x="6144" y="5036"/>
                      <a:pt x="6478" y="4229"/>
                      <a:pt x="6478" y="3387"/>
                    </a:cubicBezTo>
                    <a:cubicBezTo>
                      <a:pt x="6478" y="2546"/>
                      <a:pt x="6144" y="1739"/>
                      <a:pt x="5549" y="1144"/>
                    </a:cubicBezTo>
                    <a:cubicBezTo>
                      <a:pt x="4954" y="549"/>
                      <a:pt x="4148" y="215"/>
                      <a:pt x="3306" y="215"/>
                    </a:cubicBezTo>
                    <a:cubicBezTo>
                      <a:pt x="2465" y="215"/>
                      <a:pt x="1659" y="549"/>
                      <a:pt x="1064" y="1144"/>
                    </a:cubicBezTo>
                    <a:cubicBezTo>
                      <a:pt x="469" y="1739"/>
                      <a:pt x="135" y="2546"/>
                      <a:pt x="135" y="3387"/>
                    </a:cubicBezTo>
                    <a:cubicBezTo>
                      <a:pt x="135" y="4229"/>
                      <a:pt x="469" y="5036"/>
                      <a:pt x="1064" y="5631"/>
                    </a:cubicBezTo>
                    <a:cubicBezTo>
                      <a:pt x="1659" y="6226"/>
                      <a:pt x="2465" y="6560"/>
                      <a:pt x="3306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01" name="Freeform: Shape 10600">
                <a:extLst>
                  <a:ext uri="{FF2B5EF4-FFF2-40B4-BE49-F238E27FC236}">
                    <a16:creationId xmlns:a16="http://schemas.microsoft.com/office/drawing/2014/main" id="{5172AF67-5600-EADA-7CB1-9D34032560A3}"/>
                  </a:ext>
                </a:extLst>
              </p:cNvPr>
              <p:cNvSpPr/>
              <p:nvPr/>
            </p:nvSpPr>
            <p:spPr>
              <a:xfrm>
                <a:off x="8111984" y="6196525"/>
                <a:ext cx="6343" cy="6345"/>
              </a:xfrm>
              <a:custGeom>
                <a:avLst/>
                <a:gdLst>
                  <a:gd name="connsiteX0" fmla="*/ 3306 w 6343"/>
                  <a:gd name="connsiteY0" fmla="*/ 6560 h 6345"/>
                  <a:gd name="connsiteX1" fmla="*/ 5548 w 6343"/>
                  <a:gd name="connsiteY1" fmla="*/ 5630 h 6345"/>
                  <a:gd name="connsiteX2" fmla="*/ 6477 w 6343"/>
                  <a:gd name="connsiteY2" fmla="*/ 3387 h 6345"/>
                  <a:gd name="connsiteX3" fmla="*/ 5548 w 6343"/>
                  <a:gd name="connsiteY3" fmla="*/ 1143 h 6345"/>
                  <a:gd name="connsiteX4" fmla="*/ 3306 w 6343"/>
                  <a:gd name="connsiteY4" fmla="*/ 214 h 6345"/>
                  <a:gd name="connsiteX5" fmla="*/ 1063 w 6343"/>
                  <a:gd name="connsiteY5" fmla="*/ 1143 h 6345"/>
                  <a:gd name="connsiteX6" fmla="*/ 134 w 6343"/>
                  <a:gd name="connsiteY6" fmla="*/ 3387 h 6345"/>
                  <a:gd name="connsiteX7" fmla="*/ 1063 w 6343"/>
                  <a:gd name="connsiteY7" fmla="*/ 5630 h 6345"/>
                  <a:gd name="connsiteX8" fmla="*/ 3306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6" y="6560"/>
                    </a:moveTo>
                    <a:cubicBezTo>
                      <a:pt x="4147" y="6560"/>
                      <a:pt x="4954" y="6225"/>
                      <a:pt x="5548" y="5630"/>
                    </a:cubicBezTo>
                    <a:cubicBezTo>
                      <a:pt x="6143" y="5035"/>
                      <a:pt x="6477" y="4228"/>
                      <a:pt x="6477" y="3387"/>
                    </a:cubicBezTo>
                    <a:cubicBezTo>
                      <a:pt x="6477" y="2545"/>
                      <a:pt x="6143" y="1738"/>
                      <a:pt x="5548" y="1143"/>
                    </a:cubicBezTo>
                    <a:cubicBezTo>
                      <a:pt x="4954" y="548"/>
                      <a:pt x="4147" y="214"/>
                      <a:pt x="3306" y="214"/>
                    </a:cubicBezTo>
                    <a:cubicBezTo>
                      <a:pt x="2465" y="214"/>
                      <a:pt x="1658" y="548"/>
                      <a:pt x="1063" y="1143"/>
                    </a:cubicBezTo>
                    <a:cubicBezTo>
                      <a:pt x="468" y="1738"/>
                      <a:pt x="134" y="2545"/>
                      <a:pt x="134" y="3387"/>
                    </a:cubicBezTo>
                    <a:cubicBezTo>
                      <a:pt x="134" y="4228"/>
                      <a:pt x="468" y="5035"/>
                      <a:pt x="1063" y="5630"/>
                    </a:cubicBezTo>
                    <a:cubicBezTo>
                      <a:pt x="1658" y="6225"/>
                      <a:pt x="2465" y="6560"/>
                      <a:pt x="3306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02" name="Freeform: Shape 10601">
                <a:extLst>
                  <a:ext uri="{FF2B5EF4-FFF2-40B4-BE49-F238E27FC236}">
                    <a16:creationId xmlns:a16="http://schemas.microsoft.com/office/drawing/2014/main" id="{0FF76F91-C43C-D91F-A64D-19AD023AF290}"/>
                  </a:ext>
                </a:extLst>
              </p:cNvPr>
              <p:cNvSpPr/>
              <p:nvPr/>
            </p:nvSpPr>
            <p:spPr>
              <a:xfrm>
                <a:off x="8098798" y="6193460"/>
                <a:ext cx="6343" cy="6345"/>
              </a:xfrm>
              <a:custGeom>
                <a:avLst/>
                <a:gdLst>
                  <a:gd name="connsiteX0" fmla="*/ 3305 w 6343"/>
                  <a:gd name="connsiteY0" fmla="*/ 6559 h 6345"/>
                  <a:gd name="connsiteX1" fmla="*/ 5547 w 6343"/>
                  <a:gd name="connsiteY1" fmla="*/ 5630 h 6345"/>
                  <a:gd name="connsiteX2" fmla="*/ 6476 w 6343"/>
                  <a:gd name="connsiteY2" fmla="*/ 3387 h 6345"/>
                  <a:gd name="connsiteX3" fmla="*/ 5547 w 6343"/>
                  <a:gd name="connsiteY3" fmla="*/ 1143 h 6345"/>
                  <a:gd name="connsiteX4" fmla="*/ 3305 w 6343"/>
                  <a:gd name="connsiteY4" fmla="*/ 214 h 6345"/>
                  <a:gd name="connsiteX5" fmla="*/ 1062 w 6343"/>
                  <a:gd name="connsiteY5" fmla="*/ 1143 h 6345"/>
                  <a:gd name="connsiteX6" fmla="*/ 133 w 6343"/>
                  <a:gd name="connsiteY6" fmla="*/ 3387 h 6345"/>
                  <a:gd name="connsiteX7" fmla="*/ 1062 w 6343"/>
                  <a:gd name="connsiteY7" fmla="*/ 5630 h 6345"/>
                  <a:gd name="connsiteX8" fmla="*/ 330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5" y="6559"/>
                    </a:moveTo>
                    <a:cubicBezTo>
                      <a:pt x="4146" y="6559"/>
                      <a:pt x="4953" y="6225"/>
                      <a:pt x="5547" y="5630"/>
                    </a:cubicBezTo>
                    <a:cubicBezTo>
                      <a:pt x="6142" y="5035"/>
                      <a:pt x="6476" y="4228"/>
                      <a:pt x="6476" y="3387"/>
                    </a:cubicBezTo>
                    <a:cubicBezTo>
                      <a:pt x="6476" y="2545"/>
                      <a:pt x="6142" y="1738"/>
                      <a:pt x="5547" y="1143"/>
                    </a:cubicBezTo>
                    <a:cubicBezTo>
                      <a:pt x="4953" y="548"/>
                      <a:pt x="4146" y="214"/>
                      <a:pt x="3305" y="214"/>
                    </a:cubicBezTo>
                    <a:cubicBezTo>
                      <a:pt x="2464" y="214"/>
                      <a:pt x="1657" y="548"/>
                      <a:pt x="1062" y="1143"/>
                    </a:cubicBezTo>
                    <a:cubicBezTo>
                      <a:pt x="467" y="1738"/>
                      <a:pt x="133" y="2545"/>
                      <a:pt x="133" y="3387"/>
                    </a:cubicBezTo>
                    <a:cubicBezTo>
                      <a:pt x="133" y="4228"/>
                      <a:pt x="467" y="5035"/>
                      <a:pt x="1062" y="5630"/>
                    </a:cubicBezTo>
                    <a:cubicBezTo>
                      <a:pt x="1657" y="6225"/>
                      <a:pt x="2464" y="6559"/>
                      <a:pt x="330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03" name="Freeform: Shape 10602">
                <a:extLst>
                  <a:ext uri="{FF2B5EF4-FFF2-40B4-BE49-F238E27FC236}">
                    <a16:creationId xmlns:a16="http://schemas.microsoft.com/office/drawing/2014/main" id="{296A132D-393C-D270-50DC-2F93DA397FB1}"/>
                  </a:ext>
                </a:extLst>
              </p:cNvPr>
              <p:cNvSpPr/>
              <p:nvPr/>
            </p:nvSpPr>
            <p:spPr>
              <a:xfrm>
                <a:off x="7838034" y="6325480"/>
                <a:ext cx="6343" cy="6345"/>
              </a:xfrm>
              <a:custGeom>
                <a:avLst/>
                <a:gdLst>
                  <a:gd name="connsiteX0" fmla="*/ 3284 w 6343"/>
                  <a:gd name="connsiteY0" fmla="*/ 6570 h 6345"/>
                  <a:gd name="connsiteX1" fmla="*/ 5527 w 6343"/>
                  <a:gd name="connsiteY1" fmla="*/ 5640 h 6345"/>
                  <a:gd name="connsiteX2" fmla="*/ 6456 w 6343"/>
                  <a:gd name="connsiteY2" fmla="*/ 3397 h 6345"/>
                  <a:gd name="connsiteX3" fmla="*/ 5527 w 6343"/>
                  <a:gd name="connsiteY3" fmla="*/ 1154 h 6345"/>
                  <a:gd name="connsiteX4" fmla="*/ 3284 w 6343"/>
                  <a:gd name="connsiteY4" fmla="*/ 224 h 6345"/>
                  <a:gd name="connsiteX5" fmla="*/ 1042 w 6343"/>
                  <a:gd name="connsiteY5" fmla="*/ 1154 h 6345"/>
                  <a:gd name="connsiteX6" fmla="*/ 113 w 6343"/>
                  <a:gd name="connsiteY6" fmla="*/ 3397 h 6345"/>
                  <a:gd name="connsiteX7" fmla="*/ 1042 w 6343"/>
                  <a:gd name="connsiteY7" fmla="*/ 5640 h 6345"/>
                  <a:gd name="connsiteX8" fmla="*/ 3284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84" y="6570"/>
                    </a:moveTo>
                    <a:cubicBezTo>
                      <a:pt x="4125" y="6570"/>
                      <a:pt x="4932" y="6235"/>
                      <a:pt x="5527" y="5640"/>
                    </a:cubicBezTo>
                    <a:cubicBezTo>
                      <a:pt x="6122" y="5045"/>
                      <a:pt x="6456" y="4238"/>
                      <a:pt x="6456" y="3397"/>
                    </a:cubicBezTo>
                    <a:cubicBezTo>
                      <a:pt x="6456" y="2556"/>
                      <a:pt x="6122" y="1748"/>
                      <a:pt x="5527" y="1154"/>
                    </a:cubicBezTo>
                    <a:cubicBezTo>
                      <a:pt x="4932" y="559"/>
                      <a:pt x="4125" y="224"/>
                      <a:pt x="3284" y="224"/>
                    </a:cubicBezTo>
                    <a:cubicBezTo>
                      <a:pt x="2443" y="224"/>
                      <a:pt x="1636" y="559"/>
                      <a:pt x="1042" y="1154"/>
                    </a:cubicBezTo>
                    <a:cubicBezTo>
                      <a:pt x="447" y="1748"/>
                      <a:pt x="113" y="2556"/>
                      <a:pt x="113" y="3397"/>
                    </a:cubicBezTo>
                    <a:cubicBezTo>
                      <a:pt x="113" y="4238"/>
                      <a:pt x="447" y="5045"/>
                      <a:pt x="1042" y="5640"/>
                    </a:cubicBezTo>
                    <a:cubicBezTo>
                      <a:pt x="1636" y="6235"/>
                      <a:pt x="2443" y="6570"/>
                      <a:pt x="3284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04" name="Freeform: Shape 10603">
                <a:extLst>
                  <a:ext uri="{FF2B5EF4-FFF2-40B4-BE49-F238E27FC236}">
                    <a16:creationId xmlns:a16="http://schemas.microsoft.com/office/drawing/2014/main" id="{176D5DF4-5705-F65A-5A8A-4D8E2757F852}"/>
                  </a:ext>
                </a:extLst>
              </p:cNvPr>
              <p:cNvSpPr/>
              <p:nvPr/>
            </p:nvSpPr>
            <p:spPr>
              <a:xfrm>
                <a:off x="8213075" y="6074046"/>
                <a:ext cx="6343" cy="6345"/>
              </a:xfrm>
              <a:custGeom>
                <a:avLst/>
                <a:gdLst>
                  <a:gd name="connsiteX0" fmla="*/ 3314 w 6343"/>
                  <a:gd name="connsiteY0" fmla="*/ 6550 h 6345"/>
                  <a:gd name="connsiteX1" fmla="*/ 5556 w 6343"/>
                  <a:gd name="connsiteY1" fmla="*/ 5621 h 6345"/>
                  <a:gd name="connsiteX2" fmla="*/ 6485 w 6343"/>
                  <a:gd name="connsiteY2" fmla="*/ 3377 h 6345"/>
                  <a:gd name="connsiteX3" fmla="*/ 5556 w 6343"/>
                  <a:gd name="connsiteY3" fmla="*/ 1134 h 6345"/>
                  <a:gd name="connsiteX4" fmla="*/ 3314 w 6343"/>
                  <a:gd name="connsiteY4" fmla="*/ 204 h 6345"/>
                  <a:gd name="connsiteX5" fmla="*/ 1071 w 6343"/>
                  <a:gd name="connsiteY5" fmla="*/ 1134 h 6345"/>
                  <a:gd name="connsiteX6" fmla="*/ 142 w 6343"/>
                  <a:gd name="connsiteY6" fmla="*/ 3377 h 6345"/>
                  <a:gd name="connsiteX7" fmla="*/ 1071 w 6343"/>
                  <a:gd name="connsiteY7" fmla="*/ 5621 h 6345"/>
                  <a:gd name="connsiteX8" fmla="*/ 3314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4" y="6550"/>
                    </a:moveTo>
                    <a:cubicBezTo>
                      <a:pt x="4155" y="6550"/>
                      <a:pt x="4962" y="6216"/>
                      <a:pt x="5556" y="5621"/>
                    </a:cubicBezTo>
                    <a:cubicBezTo>
                      <a:pt x="6151" y="5026"/>
                      <a:pt x="6485" y="4219"/>
                      <a:pt x="6485" y="3377"/>
                    </a:cubicBezTo>
                    <a:cubicBezTo>
                      <a:pt x="6485" y="2536"/>
                      <a:pt x="6151" y="1729"/>
                      <a:pt x="5556" y="1134"/>
                    </a:cubicBezTo>
                    <a:cubicBezTo>
                      <a:pt x="4962" y="539"/>
                      <a:pt x="4155" y="204"/>
                      <a:pt x="3314" y="204"/>
                    </a:cubicBezTo>
                    <a:cubicBezTo>
                      <a:pt x="2473" y="204"/>
                      <a:pt x="1666" y="539"/>
                      <a:pt x="1071" y="1134"/>
                    </a:cubicBezTo>
                    <a:cubicBezTo>
                      <a:pt x="476" y="1729"/>
                      <a:pt x="142" y="2536"/>
                      <a:pt x="142" y="3377"/>
                    </a:cubicBezTo>
                    <a:cubicBezTo>
                      <a:pt x="142" y="4219"/>
                      <a:pt x="476" y="5026"/>
                      <a:pt x="1071" y="5621"/>
                    </a:cubicBezTo>
                    <a:cubicBezTo>
                      <a:pt x="1666" y="6216"/>
                      <a:pt x="2473" y="6550"/>
                      <a:pt x="3314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05" name="Freeform: Shape 10604">
                <a:extLst>
                  <a:ext uri="{FF2B5EF4-FFF2-40B4-BE49-F238E27FC236}">
                    <a16:creationId xmlns:a16="http://schemas.microsoft.com/office/drawing/2014/main" id="{9A51F4E1-BFF4-4ADF-A346-797034691CE8}"/>
                  </a:ext>
                </a:extLst>
              </p:cNvPr>
              <p:cNvSpPr/>
              <p:nvPr/>
            </p:nvSpPr>
            <p:spPr>
              <a:xfrm>
                <a:off x="8213267" y="6063378"/>
                <a:ext cx="6343" cy="6345"/>
              </a:xfrm>
              <a:custGeom>
                <a:avLst/>
                <a:gdLst>
                  <a:gd name="connsiteX0" fmla="*/ 3314 w 6343"/>
                  <a:gd name="connsiteY0" fmla="*/ 6549 h 6345"/>
                  <a:gd name="connsiteX1" fmla="*/ 5556 w 6343"/>
                  <a:gd name="connsiteY1" fmla="*/ 5620 h 6345"/>
                  <a:gd name="connsiteX2" fmla="*/ 6485 w 6343"/>
                  <a:gd name="connsiteY2" fmla="*/ 3376 h 6345"/>
                  <a:gd name="connsiteX3" fmla="*/ 5556 w 6343"/>
                  <a:gd name="connsiteY3" fmla="*/ 1133 h 6345"/>
                  <a:gd name="connsiteX4" fmla="*/ 3314 w 6343"/>
                  <a:gd name="connsiteY4" fmla="*/ 204 h 6345"/>
                  <a:gd name="connsiteX5" fmla="*/ 1071 w 6343"/>
                  <a:gd name="connsiteY5" fmla="*/ 1133 h 6345"/>
                  <a:gd name="connsiteX6" fmla="*/ 142 w 6343"/>
                  <a:gd name="connsiteY6" fmla="*/ 3376 h 6345"/>
                  <a:gd name="connsiteX7" fmla="*/ 1071 w 6343"/>
                  <a:gd name="connsiteY7" fmla="*/ 5620 h 6345"/>
                  <a:gd name="connsiteX8" fmla="*/ 3314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4" y="6549"/>
                    </a:moveTo>
                    <a:cubicBezTo>
                      <a:pt x="4155" y="6549"/>
                      <a:pt x="4962" y="6215"/>
                      <a:pt x="5556" y="5620"/>
                    </a:cubicBezTo>
                    <a:cubicBezTo>
                      <a:pt x="6151" y="5025"/>
                      <a:pt x="6485" y="4218"/>
                      <a:pt x="6485" y="3376"/>
                    </a:cubicBezTo>
                    <a:cubicBezTo>
                      <a:pt x="6485" y="2535"/>
                      <a:pt x="6151" y="1728"/>
                      <a:pt x="5556" y="1133"/>
                    </a:cubicBezTo>
                    <a:cubicBezTo>
                      <a:pt x="4962" y="538"/>
                      <a:pt x="4155" y="204"/>
                      <a:pt x="3314" y="204"/>
                    </a:cubicBezTo>
                    <a:cubicBezTo>
                      <a:pt x="2473" y="204"/>
                      <a:pt x="1666" y="538"/>
                      <a:pt x="1071" y="1133"/>
                    </a:cubicBezTo>
                    <a:cubicBezTo>
                      <a:pt x="476" y="1728"/>
                      <a:pt x="142" y="2535"/>
                      <a:pt x="142" y="3376"/>
                    </a:cubicBezTo>
                    <a:cubicBezTo>
                      <a:pt x="142" y="4218"/>
                      <a:pt x="476" y="5025"/>
                      <a:pt x="1071" y="5620"/>
                    </a:cubicBezTo>
                    <a:cubicBezTo>
                      <a:pt x="1666" y="6215"/>
                      <a:pt x="2473" y="6549"/>
                      <a:pt x="3314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06" name="Freeform: Shape 10605">
                <a:extLst>
                  <a:ext uri="{FF2B5EF4-FFF2-40B4-BE49-F238E27FC236}">
                    <a16:creationId xmlns:a16="http://schemas.microsoft.com/office/drawing/2014/main" id="{9CEC0694-BD0D-D769-760B-BA0FDE013004}"/>
                  </a:ext>
                </a:extLst>
              </p:cNvPr>
              <p:cNvSpPr/>
              <p:nvPr/>
            </p:nvSpPr>
            <p:spPr>
              <a:xfrm>
                <a:off x="8209587" y="6055181"/>
                <a:ext cx="6343" cy="6345"/>
              </a:xfrm>
              <a:custGeom>
                <a:avLst/>
                <a:gdLst>
                  <a:gd name="connsiteX0" fmla="*/ 3313 w 6343"/>
                  <a:gd name="connsiteY0" fmla="*/ 6548 h 6345"/>
                  <a:gd name="connsiteX1" fmla="*/ 5556 w 6343"/>
                  <a:gd name="connsiteY1" fmla="*/ 5619 h 6345"/>
                  <a:gd name="connsiteX2" fmla="*/ 6485 w 6343"/>
                  <a:gd name="connsiteY2" fmla="*/ 3376 h 6345"/>
                  <a:gd name="connsiteX3" fmla="*/ 5556 w 6343"/>
                  <a:gd name="connsiteY3" fmla="*/ 1132 h 6345"/>
                  <a:gd name="connsiteX4" fmla="*/ 3313 w 6343"/>
                  <a:gd name="connsiteY4" fmla="*/ 203 h 6345"/>
                  <a:gd name="connsiteX5" fmla="*/ 1071 w 6343"/>
                  <a:gd name="connsiteY5" fmla="*/ 1132 h 6345"/>
                  <a:gd name="connsiteX6" fmla="*/ 142 w 6343"/>
                  <a:gd name="connsiteY6" fmla="*/ 3376 h 6345"/>
                  <a:gd name="connsiteX7" fmla="*/ 1071 w 6343"/>
                  <a:gd name="connsiteY7" fmla="*/ 5619 h 6345"/>
                  <a:gd name="connsiteX8" fmla="*/ 331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48"/>
                    </a:moveTo>
                    <a:cubicBezTo>
                      <a:pt x="4155" y="6548"/>
                      <a:pt x="4961" y="6214"/>
                      <a:pt x="5556" y="5619"/>
                    </a:cubicBezTo>
                    <a:cubicBezTo>
                      <a:pt x="6151" y="5024"/>
                      <a:pt x="6485" y="4217"/>
                      <a:pt x="6485" y="3376"/>
                    </a:cubicBezTo>
                    <a:cubicBezTo>
                      <a:pt x="6485" y="2534"/>
                      <a:pt x="6151" y="1727"/>
                      <a:pt x="5556" y="1132"/>
                    </a:cubicBezTo>
                    <a:cubicBezTo>
                      <a:pt x="4961" y="537"/>
                      <a:pt x="4155" y="203"/>
                      <a:pt x="3313" y="203"/>
                    </a:cubicBezTo>
                    <a:cubicBezTo>
                      <a:pt x="2472" y="203"/>
                      <a:pt x="1666" y="537"/>
                      <a:pt x="1071" y="1132"/>
                    </a:cubicBezTo>
                    <a:cubicBezTo>
                      <a:pt x="476" y="1727"/>
                      <a:pt x="142" y="2534"/>
                      <a:pt x="142" y="3376"/>
                    </a:cubicBezTo>
                    <a:cubicBezTo>
                      <a:pt x="142" y="4217"/>
                      <a:pt x="476" y="5024"/>
                      <a:pt x="1071" y="5619"/>
                    </a:cubicBezTo>
                    <a:cubicBezTo>
                      <a:pt x="1666" y="6214"/>
                      <a:pt x="2472" y="6548"/>
                      <a:pt x="331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07" name="Freeform: Shape 10606">
                <a:extLst>
                  <a:ext uri="{FF2B5EF4-FFF2-40B4-BE49-F238E27FC236}">
                    <a16:creationId xmlns:a16="http://schemas.microsoft.com/office/drawing/2014/main" id="{953B3241-03A3-8E1A-1B05-D1D4C4FDC29C}"/>
                  </a:ext>
                </a:extLst>
              </p:cNvPr>
              <p:cNvSpPr/>
              <p:nvPr/>
            </p:nvSpPr>
            <p:spPr>
              <a:xfrm>
                <a:off x="8208483" y="6045434"/>
                <a:ext cx="6343" cy="6345"/>
              </a:xfrm>
              <a:custGeom>
                <a:avLst/>
                <a:gdLst>
                  <a:gd name="connsiteX0" fmla="*/ 3313 w 6343"/>
                  <a:gd name="connsiteY0" fmla="*/ 6548 h 6345"/>
                  <a:gd name="connsiteX1" fmla="*/ 5556 w 6343"/>
                  <a:gd name="connsiteY1" fmla="*/ 5618 h 6345"/>
                  <a:gd name="connsiteX2" fmla="*/ 6485 w 6343"/>
                  <a:gd name="connsiteY2" fmla="*/ 3375 h 6345"/>
                  <a:gd name="connsiteX3" fmla="*/ 5556 w 6343"/>
                  <a:gd name="connsiteY3" fmla="*/ 1131 h 6345"/>
                  <a:gd name="connsiteX4" fmla="*/ 3313 w 6343"/>
                  <a:gd name="connsiteY4" fmla="*/ 202 h 6345"/>
                  <a:gd name="connsiteX5" fmla="*/ 1071 w 6343"/>
                  <a:gd name="connsiteY5" fmla="*/ 1131 h 6345"/>
                  <a:gd name="connsiteX6" fmla="*/ 142 w 6343"/>
                  <a:gd name="connsiteY6" fmla="*/ 3375 h 6345"/>
                  <a:gd name="connsiteX7" fmla="*/ 1071 w 6343"/>
                  <a:gd name="connsiteY7" fmla="*/ 5618 h 6345"/>
                  <a:gd name="connsiteX8" fmla="*/ 3313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48"/>
                    </a:moveTo>
                    <a:cubicBezTo>
                      <a:pt x="4155" y="6548"/>
                      <a:pt x="4961" y="6213"/>
                      <a:pt x="5556" y="5618"/>
                    </a:cubicBezTo>
                    <a:cubicBezTo>
                      <a:pt x="6151" y="5023"/>
                      <a:pt x="6485" y="4216"/>
                      <a:pt x="6485" y="3375"/>
                    </a:cubicBezTo>
                    <a:cubicBezTo>
                      <a:pt x="6485" y="2533"/>
                      <a:pt x="6151" y="1726"/>
                      <a:pt x="5556" y="1131"/>
                    </a:cubicBezTo>
                    <a:cubicBezTo>
                      <a:pt x="4961" y="536"/>
                      <a:pt x="4155" y="202"/>
                      <a:pt x="3313" y="202"/>
                    </a:cubicBezTo>
                    <a:cubicBezTo>
                      <a:pt x="2472" y="202"/>
                      <a:pt x="1666" y="536"/>
                      <a:pt x="1071" y="1131"/>
                    </a:cubicBezTo>
                    <a:cubicBezTo>
                      <a:pt x="476" y="1726"/>
                      <a:pt x="142" y="2533"/>
                      <a:pt x="142" y="3375"/>
                    </a:cubicBezTo>
                    <a:cubicBezTo>
                      <a:pt x="142" y="4216"/>
                      <a:pt x="476" y="5023"/>
                      <a:pt x="1071" y="5618"/>
                    </a:cubicBezTo>
                    <a:cubicBezTo>
                      <a:pt x="1666" y="6213"/>
                      <a:pt x="2472" y="6548"/>
                      <a:pt x="3313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08" name="Freeform: Shape 10607">
                <a:extLst>
                  <a:ext uri="{FF2B5EF4-FFF2-40B4-BE49-F238E27FC236}">
                    <a16:creationId xmlns:a16="http://schemas.microsoft.com/office/drawing/2014/main" id="{A9566F12-1A85-5D7B-0A25-3EAC9D5EECCA}"/>
                  </a:ext>
                </a:extLst>
              </p:cNvPr>
              <p:cNvSpPr/>
              <p:nvPr/>
            </p:nvSpPr>
            <p:spPr>
              <a:xfrm>
                <a:off x="8667914" y="5759625"/>
                <a:ext cx="6343" cy="6345"/>
              </a:xfrm>
              <a:custGeom>
                <a:avLst/>
                <a:gdLst>
                  <a:gd name="connsiteX0" fmla="*/ 3350 w 6343"/>
                  <a:gd name="connsiteY0" fmla="*/ 6525 h 6345"/>
                  <a:gd name="connsiteX1" fmla="*/ 5592 w 6343"/>
                  <a:gd name="connsiteY1" fmla="*/ 5596 h 6345"/>
                  <a:gd name="connsiteX2" fmla="*/ 6521 w 6343"/>
                  <a:gd name="connsiteY2" fmla="*/ 3352 h 6345"/>
                  <a:gd name="connsiteX3" fmla="*/ 5592 w 6343"/>
                  <a:gd name="connsiteY3" fmla="*/ 1109 h 6345"/>
                  <a:gd name="connsiteX4" fmla="*/ 3350 w 6343"/>
                  <a:gd name="connsiteY4" fmla="*/ 180 h 6345"/>
                  <a:gd name="connsiteX5" fmla="*/ 1107 w 6343"/>
                  <a:gd name="connsiteY5" fmla="*/ 1109 h 6345"/>
                  <a:gd name="connsiteX6" fmla="*/ 178 w 6343"/>
                  <a:gd name="connsiteY6" fmla="*/ 3352 h 6345"/>
                  <a:gd name="connsiteX7" fmla="*/ 1107 w 6343"/>
                  <a:gd name="connsiteY7" fmla="*/ 5596 h 6345"/>
                  <a:gd name="connsiteX8" fmla="*/ 335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25"/>
                    </a:moveTo>
                    <a:cubicBezTo>
                      <a:pt x="4191" y="6525"/>
                      <a:pt x="4997" y="6191"/>
                      <a:pt x="5592" y="5596"/>
                    </a:cubicBezTo>
                    <a:cubicBezTo>
                      <a:pt x="6187" y="5001"/>
                      <a:pt x="6521" y="4194"/>
                      <a:pt x="6521" y="3352"/>
                    </a:cubicBezTo>
                    <a:cubicBezTo>
                      <a:pt x="6521" y="2511"/>
                      <a:pt x="6187" y="1704"/>
                      <a:pt x="5592" y="1109"/>
                    </a:cubicBezTo>
                    <a:cubicBezTo>
                      <a:pt x="4997" y="514"/>
                      <a:pt x="4191" y="180"/>
                      <a:pt x="3350" y="180"/>
                    </a:cubicBezTo>
                    <a:cubicBezTo>
                      <a:pt x="2509" y="180"/>
                      <a:pt x="1702" y="514"/>
                      <a:pt x="1107" y="1109"/>
                    </a:cubicBezTo>
                    <a:cubicBezTo>
                      <a:pt x="512" y="1704"/>
                      <a:pt x="178" y="2511"/>
                      <a:pt x="178" y="3352"/>
                    </a:cubicBezTo>
                    <a:cubicBezTo>
                      <a:pt x="178" y="4194"/>
                      <a:pt x="512" y="5001"/>
                      <a:pt x="1107" y="5596"/>
                    </a:cubicBezTo>
                    <a:cubicBezTo>
                      <a:pt x="1702" y="6191"/>
                      <a:pt x="2509" y="6525"/>
                      <a:pt x="335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09" name="Freeform: Shape 10608">
                <a:extLst>
                  <a:ext uri="{FF2B5EF4-FFF2-40B4-BE49-F238E27FC236}">
                    <a16:creationId xmlns:a16="http://schemas.microsoft.com/office/drawing/2014/main" id="{6CA8F0A4-D9FC-1B4A-F984-CCAF018791C9}"/>
                  </a:ext>
                </a:extLst>
              </p:cNvPr>
              <p:cNvSpPr/>
              <p:nvPr/>
            </p:nvSpPr>
            <p:spPr>
              <a:xfrm>
                <a:off x="8665019" y="5754883"/>
                <a:ext cx="6343" cy="6345"/>
              </a:xfrm>
              <a:custGeom>
                <a:avLst/>
                <a:gdLst>
                  <a:gd name="connsiteX0" fmla="*/ 3349 w 6343"/>
                  <a:gd name="connsiteY0" fmla="*/ 6525 h 6345"/>
                  <a:gd name="connsiteX1" fmla="*/ 5592 w 6343"/>
                  <a:gd name="connsiteY1" fmla="*/ 5595 h 6345"/>
                  <a:gd name="connsiteX2" fmla="*/ 6521 w 6343"/>
                  <a:gd name="connsiteY2" fmla="*/ 3352 h 6345"/>
                  <a:gd name="connsiteX3" fmla="*/ 5592 w 6343"/>
                  <a:gd name="connsiteY3" fmla="*/ 1109 h 6345"/>
                  <a:gd name="connsiteX4" fmla="*/ 3349 w 6343"/>
                  <a:gd name="connsiteY4" fmla="*/ 179 h 6345"/>
                  <a:gd name="connsiteX5" fmla="*/ 1107 w 6343"/>
                  <a:gd name="connsiteY5" fmla="*/ 1109 h 6345"/>
                  <a:gd name="connsiteX6" fmla="*/ 178 w 6343"/>
                  <a:gd name="connsiteY6" fmla="*/ 3352 h 6345"/>
                  <a:gd name="connsiteX7" fmla="*/ 1107 w 6343"/>
                  <a:gd name="connsiteY7" fmla="*/ 5595 h 6345"/>
                  <a:gd name="connsiteX8" fmla="*/ 3349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25"/>
                    </a:moveTo>
                    <a:cubicBezTo>
                      <a:pt x="4190" y="6525"/>
                      <a:pt x="4997" y="6190"/>
                      <a:pt x="5592" y="5595"/>
                    </a:cubicBezTo>
                    <a:cubicBezTo>
                      <a:pt x="6187" y="5000"/>
                      <a:pt x="6521" y="4193"/>
                      <a:pt x="6521" y="3352"/>
                    </a:cubicBezTo>
                    <a:cubicBezTo>
                      <a:pt x="6521" y="2511"/>
                      <a:pt x="6187" y="1704"/>
                      <a:pt x="5592" y="1109"/>
                    </a:cubicBezTo>
                    <a:cubicBezTo>
                      <a:pt x="4997" y="514"/>
                      <a:pt x="4190" y="179"/>
                      <a:pt x="3349" y="179"/>
                    </a:cubicBezTo>
                    <a:cubicBezTo>
                      <a:pt x="2508" y="179"/>
                      <a:pt x="1702" y="514"/>
                      <a:pt x="1107" y="1109"/>
                    </a:cubicBezTo>
                    <a:cubicBezTo>
                      <a:pt x="512" y="1704"/>
                      <a:pt x="178" y="2511"/>
                      <a:pt x="178" y="3352"/>
                    </a:cubicBezTo>
                    <a:cubicBezTo>
                      <a:pt x="178" y="4193"/>
                      <a:pt x="512" y="5000"/>
                      <a:pt x="1107" y="5595"/>
                    </a:cubicBezTo>
                    <a:cubicBezTo>
                      <a:pt x="1702" y="6190"/>
                      <a:pt x="2508" y="6525"/>
                      <a:pt x="3349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10" name="Freeform: Shape 10609">
                <a:extLst>
                  <a:ext uri="{FF2B5EF4-FFF2-40B4-BE49-F238E27FC236}">
                    <a16:creationId xmlns:a16="http://schemas.microsoft.com/office/drawing/2014/main" id="{DD0AA3C7-0A76-596B-3374-36F6500E5746}"/>
                  </a:ext>
                </a:extLst>
              </p:cNvPr>
              <p:cNvSpPr/>
              <p:nvPr/>
            </p:nvSpPr>
            <p:spPr>
              <a:xfrm>
                <a:off x="7514287" y="6326058"/>
                <a:ext cx="6343" cy="6345"/>
              </a:xfrm>
              <a:custGeom>
                <a:avLst/>
                <a:gdLst>
                  <a:gd name="connsiteX0" fmla="*/ 3259 w 6343"/>
                  <a:gd name="connsiteY0" fmla="*/ 6570 h 6345"/>
                  <a:gd name="connsiteX1" fmla="*/ 5501 w 6343"/>
                  <a:gd name="connsiteY1" fmla="*/ 5640 h 6345"/>
                  <a:gd name="connsiteX2" fmla="*/ 6430 w 6343"/>
                  <a:gd name="connsiteY2" fmla="*/ 3397 h 6345"/>
                  <a:gd name="connsiteX3" fmla="*/ 5501 w 6343"/>
                  <a:gd name="connsiteY3" fmla="*/ 1154 h 6345"/>
                  <a:gd name="connsiteX4" fmla="*/ 3259 w 6343"/>
                  <a:gd name="connsiteY4" fmla="*/ 224 h 6345"/>
                  <a:gd name="connsiteX5" fmla="*/ 1016 w 6343"/>
                  <a:gd name="connsiteY5" fmla="*/ 1154 h 6345"/>
                  <a:gd name="connsiteX6" fmla="*/ 87 w 6343"/>
                  <a:gd name="connsiteY6" fmla="*/ 3397 h 6345"/>
                  <a:gd name="connsiteX7" fmla="*/ 1016 w 6343"/>
                  <a:gd name="connsiteY7" fmla="*/ 5640 h 6345"/>
                  <a:gd name="connsiteX8" fmla="*/ 3259 w 6343"/>
                  <a:gd name="connsiteY8" fmla="*/ 65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59" y="6570"/>
                    </a:moveTo>
                    <a:cubicBezTo>
                      <a:pt x="4100" y="6570"/>
                      <a:pt x="4907" y="6235"/>
                      <a:pt x="5501" y="5640"/>
                    </a:cubicBezTo>
                    <a:cubicBezTo>
                      <a:pt x="6096" y="5045"/>
                      <a:pt x="6430" y="4238"/>
                      <a:pt x="6430" y="3397"/>
                    </a:cubicBezTo>
                    <a:cubicBezTo>
                      <a:pt x="6430" y="2556"/>
                      <a:pt x="6096" y="1749"/>
                      <a:pt x="5501" y="1154"/>
                    </a:cubicBezTo>
                    <a:cubicBezTo>
                      <a:pt x="4907" y="559"/>
                      <a:pt x="4100" y="224"/>
                      <a:pt x="3259" y="224"/>
                    </a:cubicBezTo>
                    <a:cubicBezTo>
                      <a:pt x="2418" y="224"/>
                      <a:pt x="1611" y="559"/>
                      <a:pt x="1016" y="1154"/>
                    </a:cubicBezTo>
                    <a:cubicBezTo>
                      <a:pt x="421" y="1749"/>
                      <a:pt x="87" y="2556"/>
                      <a:pt x="87" y="3397"/>
                    </a:cubicBezTo>
                    <a:cubicBezTo>
                      <a:pt x="87" y="4238"/>
                      <a:pt x="421" y="5045"/>
                      <a:pt x="1016" y="5640"/>
                    </a:cubicBezTo>
                    <a:cubicBezTo>
                      <a:pt x="1611" y="6235"/>
                      <a:pt x="2418" y="6570"/>
                      <a:pt x="3259" y="65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11" name="Freeform: Shape 10610">
                <a:extLst>
                  <a:ext uri="{FF2B5EF4-FFF2-40B4-BE49-F238E27FC236}">
                    <a16:creationId xmlns:a16="http://schemas.microsoft.com/office/drawing/2014/main" id="{CB9C2025-2319-5D93-5FF4-C1DC9699CE0F}"/>
                  </a:ext>
                </a:extLst>
              </p:cNvPr>
              <p:cNvSpPr/>
              <p:nvPr/>
            </p:nvSpPr>
            <p:spPr>
              <a:xfrm>
                <a:off x="7734320" y="6194960"/>
                <a:ext cx="6343" cy="6345"/>
              </a:xfrm>
              <a:custGeom>
                <a:avLst/>
                <a:gdLst>
                  <a:gd name="connsiteX0" fmla="*/ 3276 w 6343"/>
                  <a:gd name="connsiteY0" fmla="*/ 6559 h 6345"/>
                  <a:gd name="connsiteX1" fmla="*/ 5519 w 6343"/>
                  <a:gd name="connsiteY1" fmla="*/ 5630 h 6345"/>
                  <a:gd name="connsiteX2" fmla="*/ 6448 w 6343"/>
                  <a:gd name="connsiteY2" fmla="*/ 3387 h 6345"/>
                  <a:gd name="connsiteX3" fmla="*/ 5519 w 6343"/>
                  <a:gd name="connsiteY3" fmla="*/ 1143 h 6345"/>
                  <a:gd name="connsiteX4" fmla="*/ 3276 w 6343"/>
                  <a:gd name="connsiteY4" fmla="*/ 214 h 6345"/>
                  <a:gd name="connsiteX5" fmla="*/ 1033 w 6343"/>
                  <a:gd name="connsiteY5" fmla="*/ 1143 h 6345"/>
                  <a:gd name="connsiteX6" fmla="*/ 104 w 6343"/>
                  <a:gd name="connsiteY6" fmla="*/ 3387 h 6345"/>
                  <a:gd name="connsiteX7" fmla="*/ 1033 w 6343"/>
                  <a:gd name="connsiteY7" fmla="*/ 5630 h 6345"/>
                  <a:gd name="connsiteX8" fmla="*/ 327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76" y="6559"/>
                    </a:moveTo>
                    <a:cubicBezTo>
                      <a:pt x="4117" y="6559"/>
                      <a:pt x="4924" y="6225"/>
                      <a:pt x="5519" y="5630"/>
                    </a:cubicBezTo>
                    <a:cubicBezTo>
                      <a:pt x="6113" y="5035"/>
                      <a:pt x="6448" y="4228"/>
                      <a:pt x="6448" y="3387"/>
                    </a:cubicBezTo>
                    <a:cubicBezTo>
                      <a:pt x="6448" y="2545"/>
                      <a:pt x="6113" y="1738"/>
                      <a:pt x="5519" y="1143"/>
                    </a:cubicBezTo>
                    <a:cubicBezTo>
                      <a:pt x="4924" y="548"/>
                      <a:pt x="4117" y="214"/>
                      <a:pt x="3276" y="214"/>
                    </a:cubicBezTo>
                    <a:cubicBezTo>
                      <a:pt x="2435" y="214"/>
                      <a:pt x="1628" y="548"/>
                      <a:pt x="1033" y="1143"/>
                    </a:cubicBezTo>
                    <a:cubicBezTo>
                      <a:pt x="439" y="1738"/>
                      <a:pt x="104" y="2545"/>
                      <a:pt x="104" y="3387"/>
                    </a:cubicBezTo>
                    <a:cubicBezTo>
                      <a:pt x="104" y="4228"/>
                      <a:pt x="439" y="5035"/>
                      <a:pt x="1033" y="5630"/>
                    </a:cubicBezTo>
                    <a:cubicBezTo>
                      <a:pt x="1628" y="6225"/>
                      <a:pt x="2435" y="6559"/>
                      <a:pt x="327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12" name="Freeform: Shape 10611">
                <a:extLst>
                  <a:ext uri="{FF2B5EF4-FFF2-40B4-BE49-F238E27FC236}">
                    <a16:creationId xmlns:a16="http://schemas.microsoft.com/office/drawing/2014/main" id="{D5239C40-106C-86B1-55C7-84ED8D7BA3E1}"/>
                  </a:ext>
                </a:extLst>
              </p:cNvPr>
              <p:cNvSpPr/>
              <p:nvPr/>
            </p:nvSpPr>
            <p:spPr>
              <a:xfrm>
                <a:off x="7731000" y="6183318"/>
                <a:ext cx="6343" cy="6345"/>
              </a:xfrm>
              <a:custGeom>
                <a:avLst/>
                <a:gdLst>
                  <a:gd name="connsiteX0" fmla="*/ 3276 w 6343"/>
                  <a:gd name="connsiteY0" fmla="*/ 6558 h 6345"/>
                  <a:gd name="connsiteX1" fmla="*/ 5518 w 6343"/>
                  <a:gd name="connsiteY1" fmla="*/ 5629 h 6345"/>
                  <a:gd name="connsiteX2" fmla="*/ 6447 w 6343"/>
                  <a:gd name="connsiteY2" fmla="*/ 3386 h 6345"/>
                  <a:gd name="connsiteX3" fmla="*/ 5518 w 6343"/>
                  <a:gd name="connsiteY3" fmla="*/ 1142 h 6345"/>
                  <a:gd name="connsiteX4" fmla="*/ 3276 w 6343"/>
                  <a:gd name="connsiteY4" fmla="*/ 213 h 6345"/>
                  <a:gd name="connsiteX5" fmla="*/ 1033 w 6343"/>
                  <a:gd name="connsiteY5" fmla="*/ 1142 h 6345"/>
                  <a:gd name="connsiteX6" fmla="*/ 104 w 6343"/>
                  <a:gd name="connsiteY6" fmla="*/ 3386 h 6345"/>
                  <a:gd name="connsiteX7" fmla="*/ 1033 w 6343"/>
                  <a:gd name="connsiteY7" fmla="*/ 5629 h 6345"/>
                  <a:gd name="connsiteX8" fmla="*/ 3276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76" y="6558"/>
                    </a:moveTo>
                    <a:cubicBezTo>
                      <a:pt x="4117" y="6558"/>
                      <a:pt x="4924" y="6224"/>
                      <a:pt x="5518" y="5629"/>
                    </a:cubicBezTo>
                    <a:cubicBezTo>
                      <a:pt x="6113" y="5034"/>
                      <a:pt x="6447" y="4227"/>
                      <a:pt x="6447" y="3386"/>
                    </a:cubicBezTo>
                    <a:cubicBezTo>
                      <a:pt x="6447" y="2544"/>
                      <a:pt x="6113" y="1737"/>
                      <a:pt x="5518" y="1142"/>
                    </a:cubicBezTo>
                    <a:cubicBezTo>
                      <a:pt x="4924" y="547"/>
                      <a:pt x="4117" y="213"/>
                      <a:pt x="3276" y="213"/>
                    </a:cubicBezTo>
                    <a:cubicBezTo>
                      <a:pt x="2435" y="213"/>
                      <a:pt x="1628" y="547"/>
                      <a:pt x="1033" y="1142"/>
                    </a:cubicBezTo>
                    <a:cubicBezTo>
                      <a:pt x="438" y="1737"/>
                      <a:pt x="104" y="2544"/>
                      <a:pt x="104" y="3386"/>
                    </a:cubicBezTo>
                    <a:cubicBezTo>
                      <a:pt x="104" y="4227"/>
                      <a:pt x="438" y="5034"/>
                      <a:pt x="1033" y="5629"/>
                    </a:cubicBezTo>
                    <a:cubicBezTo>
                      <a:pt x="1628" y="6224"/>
                      <a:pt x="2435" y="6558"/>
                      <a:pt x="3276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13" name="Freeform: Shape 10612">
                <a:extLst>
                  <a:ext uri="{FF2B5EF4-FFF2-40B4-BE49-F238E27FC236}">
                    <a16:creationId xmlns:a16="http://schemas.microsoft.com/office/drawing/2014/main" id="{ABAE5135-BFDE-FAFA-758A-FE976DB37323}"/>
                  </a:ext>
                </a:extLst>
              </p:cNvPr>
              <p:cNvSpPr/>
              <p:nvPr/>
            </p:nvSpPr>
            <p:spPr>
              <a:xfrm>
                <a:off x="7725802" y="6172670"/>
                <a:ext cx="6343" cy="6345"/>
              </a:xfrm>
              <a:custGeom>
                <a:avLst/>
                <a:gdLst>
                  <a:gd name="connsiteX0" fmla="*/ 3275 w 6343"/>
                  <a:gd name="connsiteY0" fmla="*/ 6558 h 6345"/>
                  <a:gd name="connsiteX1" fmla="*/ 5518 w 6343"/>
                  <a:gd name="connsiteY1" fmla="*/ 5628 h 6345"/>
                  <a:gd name="connsiteX2" fmla="*/ 6447 w 6343"/>
                  <a:gd name="connsiteY2" fmla="*/ 3385 h 6345"/>
                  <a:gd name="connsiteX3" fmla="*/ 5518 w 6343"/>
                  <a:gd name="connsiteY3" fmla="*/ 1141 h 6345"/>
                  <a:gd name="connsiteX4" fmla="*/ 3275 w 6343"/>
                  <a:gd name="connsiteY4" fmla="*/ 212 h 6345"/>
                  <a:gd name="connsiteX5" fmla="*/ 1033 w 6343"/>
                  <a:gd name="connsiteY5" fmla="*/ 1141 h 6345"/>
                  <a:gd name="connsiteX6" fmla="*/ 104 w 6343"/>
                  <a:gd name="connsiteY6" fmla="*/ 3385 h 6345"/>
                  <a:gd name="connsiteX7" fmla="*/ 1033 w 6343"/>
                  <a:gd name="connsiteY7" fmla="*/ 5628 h 6345"/>
                  <a:gd name="connsiteX8" fmla="*/ 327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75" y="6558"/>
                    </a:moveTo>
                    <a:cubicBezTo>
                      <a:pt x="4116" y="6558"/>
                      <a:pt x="4923" y="6223"/>
                      <a:pt x="5518" y="5628"/>
                    </a:cubicBezTo>
                    <a:cubicBezTo>
                      <a:pt x="6113" y="5033"/>
                      <a:pt x="6447" y="4226"/>
                      <a:pt x="6447" y="3385"/>
                    </a:cubicBezTo>
                    <a:cubicBezTo>
                      <a:pt x="6447" y="2544"/>
                      <a:pt x="6113" y="1736"/>
                      <a:pt x="5518" y="1141"/>
                    </a:cubicBezTo>
                    <a:cubicBezTo>
                      <a:pt x="4923" y="547"/>
                      <a:pt x="4116" y="212"/>
                      <a:pt x="3275" y="212"/>
                    </a:cubicBezTo>
                    <a:cubicBezTo>
                      <a:pt x="2434" y="212"/>
                      <a:pt x="1627" y="547"/>
                      <a:pt x="1033" y="1141"/>
                    </a:cubicBezTo>
                    <a:cubicBezTo>
                      <a:pt x="438" y="1736"/>
                      <a:pt x="104" y="2544"/>
                      <a:pt x="104" y="3385"/>
                    </a:cubicBezTo>
                    <a:cubicBezTo>
                      <a:pt x="104" y="4226"/>
                      <a:pt x="438" y="5033"/>
                      <a:pt x="1033" y="5628"/>
                    </a:cubicBezTo>
                    <a:cubicBezTo>
                      <a:pt x="1627" y="6223"/>
                      <a:pt x="2434" y="6558"/>
                      <a:pt x="327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14" name="Freeform: Shape 10613">
                <a:extLst>
                  <a:ext uri="{FF2B5EF4-FFF2-40B4-BE49-F238E27FC236}">
                    <a16:creationId xmlns:a16="http://schemas.microsoft.com/office/drawing/2014/main" id="{A93A8C7B-1633-3D35-8F46-C6C562510052}"/>
                  </a:ext>
                </a:extLst>
              </p:cNvPr>
              <p:cNvSpPr/>
              <p:nvPr/>
            </p:nvSpPr>
            <p:spPr>
              <a:xfrm>
                <a:off x="7714442" y="6165127"/>
                <a:ext cx="6343" cy="6345"/>
              </a:xfrm>
              <a:custGeom>
                <a:avLst/>
                <a:gdLst>
                  <a:gd name="connsiteX0" fmla="*/ 3274 w 6343"/>
                  <a:gd name="connsiteY0" fmla="*/ 6557 h 6345"/>
                  <a:gd name="connsiteX1" fmla="*/ 5517 w 6343"/>
                  <a:gd name="connsiteY1" fmla="*/ 5628 h 6345"/>
                  <a:gd name="connsiteX2" fmla="*/ 6446 w 6343"/>
                  <a:gd name="connsiteY2" fmla="*/ 3384 h 6345"/>
                  <a:gd name="connsiteX3" fmla="*/ 5517 w 6343"/>
                  <a:gd name="connsiteY3" fmla="*/ 1141 h 6345"/>
                  <a:gd name="connsiteX4" fmla="*/ 3274 w 6343"/>
                  <a:gd name="connsiteY4" fmla="*/ 212 h 6345"/>
                  <a:gd name="connsiteX5" fmla="*/ 1032 w 6343"/>
                  <a:gd name="connsiteY5" fmla="*/ 1141 h 6345"/>
                  <a:gd name="connsiteX6" fmla="*/ 103 w 6343"/>
                  <a:gd name="connsiteY6" fmla="*/ 3384 h 6345"/>
                  <a:gd name="connsiteX7" fmla="*/ 1032 w 6343"/>
                  <a:gd name="connsiteY7" fmla="*/ 5628 h 6345"/>
                  <a:gd name="connsiteX8" fmla="*/ 3274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74" y="6557"/>
                    </a:moveTo>
                    <a:cubicBezTo>
                      <a:pt x="4116" y="6557"/>
                      <a:pt x="4922" y="6223"/>
                      <a:pt x="5517" y="5628"/>
                    </a:cubicBezTo>
                    <a:cubicBezTo>
                      <a:pt x="6112" y="5033"/>
                      <a:pt x="6446" y="4226"/>
                      <a:pt x="6446" y="3384"/>
                    </a:cubicBezTo>
                    <a:cubicBezTo>
                      <a:pt x="6446" y="2543"/>
                      <a:pt x="6112" y="1736"/>
                      <a:pt x="5517" y="1141"/>
                    </a:cubicBezTo>
                    <a:cubicBezTo>
                      <a:pt x="4922" y="546"/>
                      <a:pt x="4116" y="212"/>
                      <a:pt x="3274" y="212"/>
                    </a:cubicBezTo>
                    <a:cubicBezTo>
                      <a:pt x="2433" y="212"/>
                      <a:pt x="1627" y="546"/>
                      <a:pt x="1032" y="1141"/>
                    </a:cubicBezTo>
                    <a:cubicBezTo>
                      <a:pt x="437" y="1736"/>
                      <a:pt x="103" y="2543"/>
                      <a:pt x="103" y="3384"/>
                    </a:cubicBezTo>
                    <a:cubicBezTo>
                      <a:pt x="103" y="4226"/>
                      <a:pt x="437" y="5033"/>
                      <a:pt x="1032" y="5628"/>
                    </a:cubicBezTo>
                    <a:cubicBezTo>
                      <a:pt x="1627" y="6223"/>
                      <a:pt x="2433" y="6557"/>
                      <a:pt x="3274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15" name="Freeform: Shape 10614">
                <a:extLst>
                  <a:ext uri="{FF2B5EF4-FFF2-40B4-BE49-F238E27FC236}">
                    <a16:creationId xmlns:a16="http://schemas.microsoft.com/office/drawing/2014/main" id="{FD1BEDE8-079B-61D2-A9D2-D1082AB9B2F2}"/>
                  </a:ext>
                </a:extLst>
              </p:cNvPr>
              <p:cNvSpPr/>
              <p:nvPr/>
            </p:nvSpPr>
            <p:spPr>
              <a:xfrm>
                <a:off x="7695650" y="6134594"/>
                <a:ext cx="6343" cy="6345"/>
              </a:xfrm>
              <a:custGeom>
                <a:avLst/>
                <a:gdLst>
                  <a:gd name="connsiteX0" fmla="*/ 3273 w 6343"/>
                  <a:gd name="connsiteY0" fmla="*/ 6555 h 6345"/>
                  <a:gd name="connsiteX1" fmla="*/ 5516 w 6343"/>
                  <a:gd name="connsiteY1" fmla="*/ 5625 h 6345"/>
                  <a:gd name="connsiteX2" fmla="*/ 6445 w 6343"/>
                  <a:gd name="connsiteY2" fmla="*/ 3382 h 6345"/>
                  <a:gd name="connsiteX3" fmla="*/ 5516 w 6343"/>
                  <a:gd name="connsiteY3" fmla="*/ 1138 h 6345"/>
                  <a:gd name="connsiteX4" fmla="*/ 3273 w 6343"/>
                  <a:gd name="connsiteY4" fmla="*/ 209 h 6345"/>
                  <a:gd name="connsiteX5" fmla="*/ 1030 w 6343"/>
                  <a:gd name="connsiteY5" fmla="*/ 1138 h 6345"/>
                  <a:gd name="connsiteX6" fmla="*/ 101 w 6343"/>
                  <a:gd name="connsiteY6" fmla="*/ 3382 h 6345"/>
                  <a:gd name="connsiteX7" fmla="*/ 1030 w 6343"/>
                  <a:gd name="connsiteY7" fmla="*/ 5625 h 6345"/>
                  <a:gd name="connsiteX8" fmla="*/ 3273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73" y="6555"/>
                    </a:moveTo>
                    <a:cubicBezTo>
                      <a:pt x="4114" y="6555"/>
                      <a:pt x="4921" y="6220"/>
                      <a:pt x="5516" y="5625"/>
                    </a:cubicBezTo>
                    <a:cubicBezTo>
                      <a:pt x="6110" y="5030"/>
                      <a:pt x="6445" y="4223"/>
                      <a:pt x="6445" y="3382"/>
                    </a:cubicBezTo>
                    <a:cubicBezTo>
                      <a:pt x="6445" y="2541"/>
                      <a:pt x="6110" y="1733"/>
                      <a:pt x="5516" y="1138"/>
                    </a:cubicBezTo>
                    <a:cubicBezTo>
                      <a:pt x="4921" y="544"/>
                      <a:pt x="4114" y="209"/>
                      <a:pt x="3273" y="209"/>
                    </a:cubicBezTo>
                    <a:cubicBezTo>
                      <a:pt x="2432" y="209"/>
                      <a:pt x="1625" y="544"/>
                      <a:pt x="1030" y="1138"/>
                    </a:cubicBezTo>
                    <a:cubicBezTo>
                      <a:pt x="436" y="1733"/>
                      <a:pt x="101" y="2541"/>
                      <a:pt x="101" y="3382"/>
                    </a:cubicBezTo>
                    <a:cubicBezTo>
                      <a:pt x="101" y="4223"/>
                      <a:pt x="436" y="5030"/>
                      <a:pt x="1030" y="5625"/>
                    </a:cubicBezTo>
                    <a:cubicBezTo>
                      <a:pt x="1625" y="6220"/>
                      <a:pt x="2432" y="6555"/>
                      <a:pt x="3273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16" name="Freeform: Shape 10615">
                <a:extLst>
                  <a:ext uri="{FF2B5EF4-FFF2-40B4-BE49-F238E27FC236}">
                    <a16:creationId xmlns:a16="http://schemas.microsoft.com/office/drawing/2014/main" id="{599452C2-DCD2-4EDF-F4CD-87C9058E6EF6}"/>
                  </a:ext>
                </a:extLst>
              </p:cNvPr>
              <p:cNvSpPr/>
              <p:nvPr/>
            </p:nvSpPr>
            <p:spPr>
              <a:xfrm>
                <a:off x="7691719" y="6123281"/>
                <a:ext cx="6343" cy="6345"/>
              </a:xfrm>
              <a:custGeom>
                <a:avLst/>
                <a:gdLst>
                  <a:gd name="connsiteX0" fmla="*/ 3273 w 6343"/>
                  <a:gd name="connsiteY0" fmla="*/ 6554 h 6345"/>
                  <a:gd name="connsiteX1" fmla="*/ 5515 w 6343"/>
                  <a:gd name="connsiteY1" fmla="*/ 5624 h 6345"/>
                  <a:gd name="connsiteX2" fmla="*/ 6444 w 6343"/>
                  <a:gd name="connsiteY2" fmla="*/ 3381 h 6345"/>
                  <a:gd name="connsiteX3" fmla="*/ 5515 w 6343"/>
                  <a:gd name="connsiteY3" fmla="*/ 1138 h 6345"/>
                  <a:gd name="connsiteX4" fmla="*/ 3273 w 6343"/>
                  <a:gd name="connsiteY4" fmla="*/ 208 h 6345"/>
                  <a:gd name="connsiteX5" fmla="*/ 1030 w 6343"/>
                  <a:gd name="connsiteY5" fmla="*/ 1138 h 6345"/>
                  <a:gd name="connsiteX6" fmla="*/ 101 w 6343"/>
                  <a:gd name="connsiteY6" fmla="*/ 3381 h 6345"/>
                  <a:gd name="connsiteX7" fmla="*/ 1030 w 6343"/>
                  <a:gd name="connsiteY7" fmla="*/ 5624 h 6345"/>
                  <a:gd name="connsiteX8" fmla="*/ 3273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73" y="6554"/>
                    </a:moveTo>
                    <a:cubicBezTo>
                      <a:pt x="4114" y="6554"/>
                      <a:pt x="4921" y="6219"/>
                      <a:pt x="5515" y="5624"/>
                    </a:cubicBezTo>
                    <a:cubicBezTo>
                      <a:pt x="6110" y="5030"/>
                      <a:pt x="6444" y="4222"/>
                      <a:pt x="6444" y="3381"/>
                    </a:cubicBezTo>
                    <a:cubicBezTo>
                      <a:pt x="6444" y="2540"/>
                      <a:pt x="6110" y="1733"/>
                      <a:pt x="5515" y="1138"/>
                    </a:cubicBezTo>
                    <a:cubicBezTo>
                      <a:pt x="4921" y="543"/>
                      <a:pt x="4114" y="208"/>
                      <a:pt x="3273" y="208"/>
                    </a:cubicBezTo>
                    <a:cubicBezTo>
                      <a:pt x="2432" y="208"/>
                      <a:pt x="1625" y="543"/>
                      <a:pt x="1030" y="1138"/>
                    </a:cubicBezTo>
                    <a:cubicBezTo>
                      <a:pt x="435" y="1733"/>
                      <a:pt x="101" y="2540"/>
                      <a:pt x="101" y="3381"/>
                    </a:cubicBezTo>
                    <a:cubicBezTo>
                      <a:pt x="101" y="4222"/>
                      <a:pt x="435" y="5030"/>
                      <a:pt x="1030" y="5624"/>
                    </a:cubicBezTo>
                    <a:cubicBezTo>
                      <a:pt x="1625" y="6219"/>
                      <a:pt x="2432" y="6554"/>
                      <a:pt x="3273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17" name="Freeform: Shape 10616">
                <a:extLst>
                  <a:ext uri="{FF2B5EF4-FFF2-40B4-BE49-F238E27FC236}">
                    <a16:creationId xmlns:a16="http://schemas.microsoft.com/office/drawing/2014/main" id="{45FD0014-3ED4-C869-F118-EF3E5428EC2D}"/>
                  </a:ext>
                </a:extLst>
              </p:cNvPr>
              <p:cNvSpPr/>
              <p:nvPr/>
            </p:nvSpPr>
            <p:spPr>
              <a:xfrm>
                <a:off x="7684274" y="6113621"/>
                <a:ext cx="6343" cy="6345"/>
              </a:xfrm>
              <a:custGeom>
                <a:avLst/>
                <a:gdLst>
                  <a:gd name="connsiteX0" fmla="*/ 3272 w 6343"/>
                  <a:gd name="connsiteY0" fmla="*/ 6553 h 6345"/>
                  <a:gd name="connsiteX1" fmla="*/ 5515 w 6343"/>
                  <a:gd name="connsiteY1" fmla="*/ 5624 h 6345"/>
                  <a:gd name="connsiteX2" fmla="*/ 6444 w 6343"/>
                  <a:gd name="connsiteY2" fmla="*/ 3380 h 6345"/>
                  <a:gd name="connsiteX3" fmla="*/ 5515 w 6343"/>
                  <a:gd name="connsiteY3" fmla="*/ 1137 h 6345"/>
                  <a:gd name="connsiteX4" fmla="*/ 3272 w 6343"/>
                  <a:gd name="connsiteY4" fmla="*/ 208 h 6345"/>
                  <a:gd name="connsiteX5" fmla="*/ 1029 w 6343"/>
                  <a:gd name="connsiteY5" fmla="*/ 1137 h 6345"/>
                  <a:gd name="connsiteX6" fmla="*/ 101 w 6343"/>
                  <a:gd name="connsiteY6" fmla="*/ 3380 h 6345"/>
                  <a:gd name="connsiteX7" fmla="*/ 1029 w 6343"/>
                  <a:gd name="connsiteY7" fmla="*/ 5624 h 6345"/>
                  <a:gd name="connsiteX8" fmla="*/ 3272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72" y="6553"/>
                    </a:moveTo>
                    <a:cubicBezTo>
                      <a:pt x="4113" y="6553"/>
                      <a:pt x="4920" y="6219"/>
                      <a:pt x="5515" y="5624"/>
                    </a:cubicBezTo>
                    <a:cubicBezTo>
                      <a:pt x="6109" y="5029"/>
                      <a:pt x="6444" y="4222"/>
                      <a:pt x="6444" y="3380"/>
                    </a:cubicBezTo>
                    <a:cubicBezTo>
                      <a:pt x="6444" y="2539"/>
                      <a:pt x="6109" y="1732"/>
                      <a:pt x="5515" y="1137"/>
                    </a:cubicBezTo>
                    <a:cubicBezTo>
                      <a:pt x="4920" y="542"/>
                      <a:pt x="4113" y="208"/>
                      <a:pt x="3272" y="208"/>
                    </a:cubicBezTo>
                    <a:cubicBezTo>
                      <a:pt x="2431" y="208"/>
                      <a:pt x="1624" y="542"/>
                      <a:pt x="1029" y="1137"/>
                    </a:cubicBezTo>
                    <a:cubicBezTo>
                      <a:pt x="435" y="1732"/>
                      <a:pt x="101" y="2539"/>
                      <a:pt x="101" y="3380"/>
                    </a:cubicBezTo>
                    <a:cubicBezTo>
                      <a:pt x="101" y="4222"/>
                      <a:pt x="435" y="5029"/>
                      <a:pt x="1029" y="5624"/>
                    </a:cubicBezTo>
                    <a:cubicBezTo>
                      <a:pt x="1624" y="6219"/>
                      <a:pt x="2431" y="6553"/>
                      <a:pt x="3272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18" name="Freeform: Shape 10617">
                <a:extLst>
                  <a:ext uri="{FF2B5EF4-FFF2-40B4-BE49-F238E27FC236}">
                    <a16:creationId xmlns:a16="http://schemas.microsoft.com/office/drawing/2014/main" id="{9476B620-8775-0640-3D73-F09C5CE801AF}"/>
                  </a:ext>
                </a:extLst>
              </p:cNvPr>
              <p:cNvSpPr/>
              <p:nvPr/>
            </p:nvSpPr>
            <p:spPr>
              <a:xfrm>
                <a:off x="8336364" y="5761160"/>
                <a:ext cx="6343" cy="6345"/>
              </a:xfrm>
              <a:custGeom>
                <a:avLst/>
                <a:gdLst>
                  <a:gd name="connsiteX0" fmla="*/ 3323 w 6343"/>
                  <a:gd name="connsiteY0" fmla="*/ 6525 h 6345"/>
                  <a:gd name="connsiteX1" fmla="*/ 5566 w 6343"/>
                  <a:gd name="connsiteY1" fmla="*/ 5596 h 6345"/>
                  <a:gd name="connsiteX2" fmla="*/ 6495 w 6343"/>
                  <a:gd name="connsiteY2" fmla="*/ 3352 h 6345"/>
                  <a:gd name="connsiteX3" fmla="*/ 5566 w 6343"/>
                  <a:gd name="connsiteY3" fmla="*/ 1109 h 6345"/>
                  <a:gd name="connsiteX4" fmla="*/ 3323 w 6343"/>
                  <a:gd name="connsiteY4" fmla="*/ 180 h 6345"/>
                  <a:gd name="connsiteX5" fmla="*/ 1081 w 6343"/>
                  <a:gd name="connsiteY5" fmla="*/ 1109 h 6345"/>
                  <a:gd name="connsiteX6" fmla="*/ 152 w 6343"/>
                  <a:gd name="connsiteY6" fmla="*/ 3352 h 6345"/>
                  <a:gd name="connsiteX7" fmla="*/ 1081 w 6343"/>
                  <a:gd name="connsiteY7" fmla="*/ 5596 h 6345"/>
                  <a:gd name="connsiteX8" fmla="*/ 332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525"/>
                    </a:moveTo>
                    <a:cubicBezTo>
                      <a:pt x="4165" y="6525"/>
                      <a:pt x="4971" y="6191"/>
                      <a:pt x="5566" y="5596"/>
                    </a:cubicBezTo>
                    <a:cubicBezTo>
                      <a:pt x="6161" y="5001"/>
                      <a:pt x="6495" y="4194"/>
                      <a:pt x="6495" y="3352"/>
                    </a:cubicBezTo>
                    <a:cubicBezTo>
                      <a:pt x="6495" y="2511"/>
                      <a:pt x="6161" y="1704"/>
                      <a:pt x="5566" y="1109"/>
                    </a:cubicBezTo>
                    <a:cubicBezTo>
                      <a:pt x="4971" y="514"/>
                      <a:pt x="4165" y="180"/>
                      <a:pt x="3323" y="180"/>
                    </a:cubicBezTo>
                    <a:cubicBezTo>
                      <a:pt x="2482" y="180"/>
                      <a:pt x="1676" y="514"/>
                      <a:pt x="1081" y="1109"/>
                    </a:cubicBezTo>
                    <a:cubicBezTo>
                      <a:pt x="486" y="1704"/>
                      <a:pt x="152" y="2511"/>
                      <a:pt x="152" y="3352"/>
                    </a:cubicBezTo>
                    <a:cubicBezTo>
                      <a:pt x="152" y="4194"/>
                      <a:pt x="486" y="5001"/>
                      <a:pt x="1081" y="5596"/>
                    </a:cubicBezTo>
                    <a:cubicBezTo>
                      <a:pt x="1676" y="6191"/>
                      <a:pt x="2482" y="6525"/>
                      <a:pt x="332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19" name="Freeform: Shape 10618">
                <a:extLst>
                  <a:ext uri="{FF2B5EF4-FFF2-40B4-BE49-F238E27FC236}">
                    <a16:creationId xmlns:a16="http://schemas.microsoft.com/office/drawing/2014/main" id="{FA73B814-E6C9-31C0-390E-8A9DD81A6772}"/>
                  </a:ext>
                </a:extLst>
              </p:cNvPr>
              <p:cNvSpPr/>
              <p:nvPr/>
            </p:nvSpPr>
            <p:spPr>
              <a:xfrm>
                <a:off x="8333868" y="5754206"/>
                <a:ext cx="6343" cy="6345"/>
              </a:xfrm>
              <a:custGeom>
                <a:avLst/>
                <a:gdLst>
                  <a:gd name="connsiteX0" fmla="*/ 3323 w 6343"/>
                  <a:gd name="connsiteY0" fmla="*/ 6525 h 6345"/>
                  <a:gd name="connsiteX1" fmla="*/ 5566 w 6343"/>
                  <a:gd name="connsiteY1" fmla="*/ 5595 h 6345"/>
                  <a:gd name="connsiteX2" fmla="*/ 6495 w 6343"/>
                  <a:gd name="connsiteY2" fmla="*/ 3352 h 6345"/>
                  <a:gd name="connsiteX3" fmla="*/ 5566 w 6343"/>
                  <a:gd name="connsiteY3" fmla="*/ 1109 h 6345"/>
                  <a:gd name="connsiteX4" fmla="*/ 3323 w 6343"/>
                  <a:gd name="connsiteY4" fmla="*/ 179 h 6345"/>
                  <a:gd name="connsiteX5" fmla="*/ 1081 w 6343"/>
                  <a:gd name="connsiteY5" fmla="*/ 1109 h 6345"/>
                  <a:gd name="connsiteX6" fmla="*/ 152 w 6343"/>
                  <a:gd name="connsiteY6" fmla="*/ 3352 h 6345"/>
                  <a:gd name="connsiteX7" fmla="*/ 1081 w 6343"/>
                  <a:gd name="connsiteY7" fmla="*/ 5595 h 6345"/>
                  <a:gd name="connsiteX8" fmla="*/ 332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525"/>
                    </a:moveTo>
                    <a:cubicBezTo>
                      <a:pt x="4164" y="6525"/>
                      <a:pt x="4971" y="6190"/>
                      <a:pt x="5566" y="5595"/>
                    </a:cubicBezTo>
                    <a:cubicBezTo>
                      <a:pt x="6161" y="5000"/>
                      <a:pt x="6495" y="4193"/>
                      <a:pt x="6495" y="3352"/>
                    </a:cubicBezTo>
                    <a:cubicBezTo>
                      <a:pt x="6495" y="2511"/>
                      <a:pt x="6161" y="1703"/>
                      <a:pt x="5566" y="1109"/>
                    </a:cubicBezTo>
                    <a:cubicBezTo>
                      <a:pt x="4971" y="514"/>
                      <a:pt x="4164" y="179"/>
                      <a:pt x="3323" y="179"/>
                    </a:cubicBezTo>
                    <a:cubicBezTo>
                      <a:pt x="2482" y="179"/>
                      <a:pt x="1675" y="514"/>
                      <a:pt x="1081" y="1109"/>
                    </a:cubicBezTo>
                    <a:cubicBezTo>
                      <a:pt x="486" y="1703"/>
                      <a:pt x="152" y="2511"/>
                      <a:pt x="152" y="3352"/>
                    </a:cubicBezTo>
                    <a:cubicBezTo>
                      <a:pt x="152" y="4193"/>
                      <a:pt x="486" y="5000"/>
                      <a:pt x="1081" y="5595"/>
                    </a:cubicBezTo>
                    <a:cubicBezTo>
                      <a:pt x="1675" y="6190"/>
                      <a:pt x="2482" y="6525"/>
                      <a:pt x="332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20" name="Freeform: Shape 10619">
                <a:extLst>
                  <a:ext uri="{FF2B5EF4-FFF2-40B4-BE49-F238E27FC236}">
                    <a16:creationId xmlns:a16="http://schemas.microsoft.com/office/drawing/2014/main" id="{14D7C3BF-687A-4B81-692E-D72DD574C760}"/>
                  </a:ext>
                </a:extLst>
              </p:cNvPr>
              <p:cNvSpPr/>
              <p:nvPr/>
            </p:nvSpPr>
            <p:spPr>
              <a:xfrm>
                <a:off x="8205422" y="5798539"/>
                <a:ext cx="6343" cy="6345"/>
              </a:xfrm>
              <a:custGeom>
                <a:avLst/>
                <a:gdLst>
                  <a:gd name="connsiteX0" fmla="*/ 3313 w 6343"/>
                  <a:gd name="connsiteY0" fmla="*/ 6528 h 6345"/>
                  <a:gd name="connsiteX1" fmla="*/ 5556 w 6343"/>
                  <a:gd name="connsiteY1" fmla="*/ 5599 h 6345"/>
                  <a:gd name="connsiteX2" fmla="*/ 6485 w 6343"/>
                  <a:gd name="connsiteY2" fmla="*/ 3355 h 6345"/>
                  <a:gd name="connsiteX3" fmla="*/ 5556 w 6343"/>
                  <a:gd name="connsiteY3" fmla="*/ 1112 h 6345"/>
                  <a:gd name="connsiteX4" fmla="*/ 3313 w 6343"/>
                  <a:gd name="connsiteY4" fmla="*/ 183 h 6345"/>
                  <a:gd name="connsiteX5" fmla="*/ 1071 w 6343"/>
                  <a:gd name="connsiteY5" fmla="*/ 1112 h 6345"/>
                  <a:gd name="connsiteX6" fmla="*/ 142 w 6343"/>
                  <a:gd name="connsiteY6" fmla="*/ 3355 h 6345"/>
                  <a:gd name="connsiteX7" fmla="*/ 1071 w 6343"/>
                  <a:gd name="connsiteY7" fmla="*/ 5599 h 6345"/>
                  <a:gd name="connsiteX8" fmla="*/ 3313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8"/>
                    </a:moveTo>
                    <a:cubicBezTo>
                      <a:pt x="4154" y="6528"/>
                      <a:pt x="4961" y="6194"/>
                      <a:pt x="5556" y="5599"/>
                    </a:cubicBezTo>
                    <a:cubicBezTo>
                      <a:pt x="6151" y="5004"/>
                      <a:pt x="6485" y="4197"/>
                      <a:pt x="6485" y="3355"/>
                    </a:cubicBezTo>
                    <a:cubicBezTo>
                      <a:pt x="6485" y="2514"/>
                      <a:pt x="6151" y="1707"/>
                      <a:pt x="5556" y="1112"/>
                    </a:cubicBezTo>
                    <a:cubicBezTo>
                      <a:pt x="4961" y="517"/>
                      <a:pt x="4154" y="183"/>
                      <a:pt x="3313" y="183"/>
                    </a:cubicBezTo>
                    <a:cubicBezTo>
                      <a:pt x="2472" y="183"/>
                      <a:pt x="1665" y="517"/>
                      <a:pt x="1071" y="1112"/>
                    </a:cubicBezTo>
                    <a:cubicBezTo>
                      <a:pt x="476" y="1707"/>
                      <a:pt x="142" y="2514"/>
                      <a:pt x="142" y="3355"/>
                    </a:cubicBezTo>
                    <a:cubicBezTo>
                      <a:pt x="142" y="4197"/>
                      <a:pt x="476" y="5004"/>
                      <a:pt x="1071" y="5599"/>
                    </a:cubicBezTo>
                    <a:cubicBezTo>
                      <a:pt x="1665" y="6194"/>
                      <a:pt x="2472" y="6528"/>
                      <a:pt x="3313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21" name="Freeform: Shape 10620">
                <a:extLst>
                  <a:ext uri="{FF2B5EF4-FFF2-40B4-BE49-F238E27FC236}">
                    <a16:creationId xmlns:a16="http://schemas.microsoft.com/office/drawing/2014/main" id="{F2268C83-77D9-7455-4301-33F0E46CA875}"/>
                  </a:ext>
                </a:extLst>
              </p:cNvPr>
              <p:cNvSpPr/>
              <p:nvPr/>
            </p:nvSpPr>
            <p:spPr>
              <a:xfrm>
                <a:off x="8204917" y="5789898"/>
                <a:ext cx="6343" cy="6345"/>
              </a:xfrm>
              <a:custGeom>
                <a:avLst/>
                <a:gdLst>
                  <a:gd name="connsiteX0" fmla="*/ 3313 w 6343"/>
                  <a:gd name="connsiteY0" fmla="*/ 6527 h 6345"/>
                  <a:gd name="connsiteX1" fmla="*/ 5556 w 6343"/>
                  <a:gd name="connsiteY1" fmla="*/ 5598 h 6345"/>
                  <a:gd name="connsiteX2" fmla="*/ 6485 w 6343"/>
                  <a:gd name="connsiteY2" fmla="*/ 3355 h 6345"/>
                  <a:gd name="connsiteX3" fmla="*/ 5556 w 6343"/>
                  <a:gd name="connsiteY3" fmla="*/ 1111 h 6345"/>
                  <a:gd name="connsiteX4" fmla="*/ 3313 w 6343"/>
                  <a:gd name="connsiteY4" fmla="*/ 182 h 6345"/>
                  <a:gd name="connsiteX5" fmla="*/ 1070 w 6343"/>
                  <a:gd name="connsiteY5" fmla="*/ 1111 h 6345"/>
                  <a:gd name="connsiteX6" fmla="*/ 142 w 6343"/>
                  <a:gd name="connsiteY6" fmla="*/ 3355 h 6345"/>
                  <a:gd name="connsiteX7" fmla="*/ 1070 w 6343"/>
                  <a:gd name="connsiteY7" fmla="*/ 5598 h 6345"/>
                  <a:gd name="connsiteX8" fmla="*/ 3313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7"/>
                    </a:moveTo>
                    <a:cubicBezTo>
                      <a:pt x="4154" y="6527"/>
                      <a:pt x="4961" y="6193"/>
                      <a:pt x="5556" y="5598"/>
                    </a:cubicBezTo>
                    <a:cubicBezTo>
                      <a:pt x="6150" y="5003"/>
                      <a:pt x="6485" y="4196"/>
                      <a:pt x="6485" y="3355"/>
                    </a:cubicBezTo>
                    <a:cubicBezTo>
                      <a:pt x="6485" y="2513"/>
                      <a:pt x="6150" y="1706"/>
                      <a:pt x="5556" y="1111"/>
                    </a:cubicBezTo>
                    <a:cubicBezTo>
                      <a:pt x="4961" y="516"/>
                      <a:pt x="4154" y="182"/>
                      <a:pt x="3313" y="182"/>
                    </a:cubicBezTo>
                    <a:cubicBezTo>
                      <a:pt x="2472" y="182"/>
                      <a:pt x="1665" y="516"/>
                      <a:pt x="1070" y="1111"/>
                    </a:cubicBezTo>
                    <a:cubicBezTo>
                      <a:pt x="476" y="1706"/>
                      <a:pt x="142" y="2513"/>
                      <a:pt x="142" y="3355"/>
                    </a:cubicBezTo>
                    <a:cubicBezTo>
                      <a:pt x="142" y="4196"/>
                      <a:pt x="476" y="5003"/>
                      <a:pt x="1070" y="5598"/>
                    </a:cubicBezTo>
                    <a:cubicBezTo>
                      <a:pt x="1665" y="6193"/>
                      <a:pt x="2472" y="6527"/>
                      <a:pt x="3313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22" name="Freeform: Shape 10621">
                <a:extLst>
                  <a:ext uri="{FF2B5EF4-FFF2-40B4-BE49-F238E27FC236}">
                    <a16:creationId xmlns:a16="http://schemas.microsoft.com/office/drawing/2014/main" id="{34FE3620-4091-78ED-E853-6514986C9D3E}"/>
                  </a:ext>
                </a:extLst>
              </p:cNvPr>
              <p:cNvSpPr/>
              <p:nvPr/>
            </p:nvSpPr>
            <p:spPr>
              <a:xfrm>
                <a:off x="8204003" y="5781454"/>
                <a:ext cx="6343" cy="6345"/>
              </a:xfrm>
              <a:custGeom>
                <a:avLst/>
                <a:gdLst>
                  <a:gd name="connsiteX0" fmla="*/ 3313 w 6343"/>
                  <a:gd name="connsiteY0" fmla="*/ 6527 h 6345"/>
                  <a:gd name="connsiteX1" fmla="*/ 5556 w 6343"/>
                  <a:gd name="connsiteY1" fmla="*/ 5598 h 6345"/>
                  <a:gd name="connsiteX2" fmla="*/ 6485 w 6343"/>
                  <a:gd name="connsiteY2" fmla="*/ 3354 h 6345"/>
                  <a:gd name="connsiteX3" fmla="*/ 5556 w 6343"/>
                  <a:gd name="connsiteY3" fmla="*/ 1111 h 6345"/>
                  <a:gd name="connsiteX4" fmla="*/ 3313 w 6343"/>
                  <a:gd name="connsiteY4" fmla="*/ 181 h 6345"/>
                  <a:gd name="connsiteX5" fmla="*/ 1070 w 6343"/>
                  <a:gd name="connsiteY5" fmla="*/ 1111 h 6345"/>
                  <a:gd name="connsiteX6" fmla="*/ 141 w 6343"/>
                  <a:gd name="connsiteY6" fmla="*/ 3354 h 6345"/>
                  <a:gd name="connsiteX7" fmla="*/ 1070 w 6343"/>
                  <a:gd name="connsiteY7" fmla="*/ 5598 h 6345"/>
                  <a:gd name="connsiteX8" fmla="*/ 3313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7"/>
                    </a:moveTo>
                    <a:cubicBezTo>
                      <a:pt x="4154" y="6527"/>
                      <a:pt x="4961" y="6193"/>
                      <a:pt x="5556" y="5598"/>
                    </a:cubicBezTo>
                    <a:cubicBezTo>
                      <a:pt x="6150" y="5003"/>
                      <a:pt x="6485" y="4196"/>
                      <a:pt x="6485" y="3354"/>
                    </a:cubicBezTo>
                    <a:cubicBezTo>
                      <a:pt x="6485" y="2513"/>
                      <a:pt x="6150" y="1706"/>
                      <a:pt x="5556" y="1111"/>
                    </a:cubicBezTo>
                    <a:cubicBezTo>
                      <a:pt x="4961" y="516"/>
                      <a:pt x="4154" y="181"/>
                      <a:pt x="3313" y="181"/>
                    </a:cubicBezTo>
                    <a:cubicBezTo>
                      <a:pt x="2472" y="181"/>
                      <a:pt x="1665" y="516"/>
                      <a:pt x="1070" y="1111"/>
                    </a:cubicBezTo>
                    <a:cubicBezTo>
                      <a:pt x="476" y="1706"/>
                      <a:pt x="141" y="2513"/>
                      <a:pt x="141" y="3354"/>
                    </a:cubicBezTo>
                    <a:cubicBezTo>
                      <a:pt x="141" y="4196"/>
                      <a:pt x="476" y="5003"/>
                      <a:pt x="1070" y="5598"/>
                    </a:cubicBezTo>
                    <a:cubicBezTo>
                      <a:pt x="1665" y="6193"/>
                      <a:pt x="2472" y="6527"/>
                      <a:pt x="3313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23" name="Freeform: Shape 10622">
                <a:extLst>
                  <a:ext uri="{FF2B5EF4-FFF2-40B4-BE49-F238E27FC236}">
                    <a16:creationId xmlns:a16="http://schemas.microsoft.com/office/drawing/2014/main" id="{5864A7BB-2BE2-8220-982E-A5CE2B7AC2F2}"/>
                  </a:ext>
                </a:extLst>
              </p:cNvPr>
              <p:cNvSpPr/>
              <p:nvPr/>
            </p:nvSpPr>
            <p:spPr>
              <a:xfrm>
                <a:off x="8202384" y="5773311"/>
                <a:ext cx="6343" cy="6345"/>
              </a:xfrm>
              <a:custGeom>
                <a:avLst/>
                <a:gdLst>
                  <a:gd name="connsiteX0" fmla="*/ 3313 w 6343"/>
                  <a:gd name="connsiteY0" fmla="*/ 6526 h 6345"/>
                  <a:gd name="connsiteX1" fmla="*/ 5556 w 6343"/>
                  <a:gd name="connsiteY1" fmla="*/ 5597 h 6345"/>
                  <a:gd name="connsiteX2" fmla="*/ 6484 w 6343"/>
                  <a:gd name="connsiteY2" fmla="*/ 3353 h 6345"/>
                  <a:gd name="connsiteX3" fmla="*/ 5556 w 6343"/>
                  <a:gd name="connsiteY3" fmla="*/ 1110 h 6345"/>
                  <a:gd name="connsiteX4" fmla="*/ 3313 w 6343"/>
                  <a:gd name="connsiteY4" fmla="*/ 181 h 6345"/>
                  <a:gd name="connsiteX5" fmla="*/ 1070 w 6343"/>
                  <a:gd name="connsiteY5" fmla="*/ 1110 h 6345"/>
                  <a:gd name="connsiteX6" fmla="*/ 141 w 6343"/>
                  <a:gd name="connsiteY6" fmla="*/ 3353 h 6345"/>
                  <a:gd name="connsiteX7" fmla="*/ 1070 w 6343"/>
                  <a:gd name="connsiteY7" fmla="*/ 5597 h 6345"/>
                  <a:gd name="connsiteX8" fmla="*/ 3313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6"/>
                    </a:moveTo>
                    <a:cubicBezTo>
                      <a:pt x="4154" y="6526"/>
                      <a:pt x="4961" y="6192"/>
                      <a:pt x="5556" y="5597"/>
                    </a:cubicBezTo>
                    <a:cubicBezTo>
                      <a:pt x="6150" y="5002"/>
                      <a:pt x="6484" y="4195"/>
                      <a:pt x="6484" y="3353"/>
                    </a:cubicBezTo>
                    <a:cubicBezTo>
                      <a:pt x="6484" y="2512"/>
                      <a:pt x="6150" y="1705"/>
                      <a:pt x="5556" y="1110"/>
                    </a:cubicBezTo>
                    <a:cubicBezTo>
                      <a:pt x="4961" y="515"/>
                      <a:pt x="4154" y="181"/>
                      <a:pt x="3313" y="181"/>
                    </a:cubicBezTo>
                    <a:cubicBezTo>
                      <a:pt x="2472" y="181"/>
                      <a:pt x="1665" y="515"/>
                      <a:pt x="1070" y="1110"/>
                    </a:cubicBezTo>
                    <a:cubicBezTo>
                      <a:pt x="476" y="1705"/>
                      <a:pt x="141" y="2512"/>
                      <a:pt x="141" y="3353"/>
                    </a:cubicBezTo>
                    <a:cubicBezTo>
                      <a:pt x="141" y="4195"/>
                      <a:pt x="476" y="5002"/>
                      <a:pt x="1070" y="5597"/>
                    </a:cubicBezTo>
                    <a:cubicBezTo>
                      <a:pt x="1665" y="6192"/>
                      <a:pt x="2472" y="6526"/>
                      <a:pt x="3313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24" name="Freeform: Shape 10623">
                <a:extLst>
                  <a:ext uri="{FF2B5EF4-FFF2-40B4-BE49-F238E27FC236}">
                    <a16:creationId xmlns:a16="http://schemas.microsoft.com/office/drawing/2014/main" id="{242B00D4-B2E7-7244-A1B7-E286D68D044F}"/>
                  </a:ext>
                </a:extLst>
              </p:cNvPr>
              <p:cNvSpPr/>
              <p:nvPr/>
            </p:nvSpPr>
            <p:spPr>
              <a:xfrm>
                <a:off x="8201288" y="5764989"/>
                <a:ext cx="6343" cy="6345"/>
              </a:xfrm>
              <a:custGeom>
                <a:avLst/>
                <a:gdLst>
                  <a:gd name="connsiteX0" fmla="*/ 3313 w 6343"/>
                  <a:gd name="connsiteY0" fmla="*/ 6526 h 6345"/>
                  <a:gd name="connsiteX1" fmla="*/ 5555 w 6343"/>
                  <a:gd name="connsiteY1" fmla="*/ 5596 h 6345"/>
                  <a:gd name="connsiteX2" fmla="*/ 6484 w 6343"/>
                  <a:gd name="connsiteY2" fmla="*/ 3353 h 6345"/>
                  <a:gd name="connsiteX3" fmla="*/ 5555 w 6343"/>
                  <a:gd name="connsiteY3" fmla="*/ 1109 h 6345"/>
                  <a:gd name="connsiteX4" fmla="*/ 3313 w 6343"/>
                  <a:gd name="connsiteY4" fmla="*/ 180 h 6345"/>
                  <a:gd name="connsiteX5" fmla="*/ 1070 w 6343"/>
                  <a:gd name="connsiteY5" fmla="*/ 1109 h 6345"/>
                  <a:gd name="connsiteX6" fmla="*/ 141 w 6343"/>
                  <a:gd name="connsiteY6" fmla="*/ 3353 h 6345"/>
                  <a:gd name="connsiteX7" fmla="*/ 1070 w 6343"/>
                  <a:gd name="connsiteY7" fmla="*/ 5596 h 6345"/>
                  <a:gd name="connsiteX8" fmla="*/ 3313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6"/>
                    </a:moveTo>
                    <a:cubicBezTo>
                      <a:pt x="4154" y="6526"/>
                      <a:pt x="4961" y="6191"/>
                      <a:pt x="5555" y="5596"/>
                    </a:cubicBezTo>
                    <a:cubicBezTo>
                      <a:pt x="6150" y="5001"/>
                      <a:pt x="6484" y="4194"/>
                      <a:pt x="6484" y="3353"/>
                    </a:cubicBezTo>
                    <a:cubicBezTo>
                      <a:pt x="6484" y="2511"/>
                      <a:pt x="6150" y="1704"/>
                      <a:pt x="5555" y="1109"/>
                    </a:cubicBezTo>
                    <a:cubicBezTo>
                      <a:pt x="4961" y="514"/>
                      <a:pt x="4154" y="180"/>
                      <a:pt x="3313" y="180"/>
                    </a:cubicBezTo>
                    <a:cubicBezTo>
                      <a:pt x="2472" y="180"/>
                      <a:pt x="1665" y="514"/>
                      <a:pt x="1070" y="1109"/>
                    </a:cubicBezTo>
                    <a:cubicBezTo>
                      <a:pt x="475" y="1704"/>
                      <a:pt x="141" y="2511"/>
                      <a:pt x="141" y="3353"/>
                    </a:cubicBezTo>
                    <a:cubicBezTo>
                      <a:pt x="141" y="4194"/>
                      <a:pt x="475" y="5001"/>
                      <a:pt x="1070" y="5596"/>
                    </a:cubicBezTo>
                    <a:cubicBezTo>
                      <a:pt x="1665" y="6191"/>
                      <a:pt x="2472" y="6526"/>
                      <a:pt x="3313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25" name="Freeform: Shape 10624">
                <a:extLst>
                  <a:ext uri="{FF2B5EF4-FFF2-40B4-BE49-F238E27FC236}">
                    <a16:creationId xmlns:a16="http://schemas.microsoft.com/office/drawing/2014/main" id="{79E4B690-8546-8812-5F91-F34FC4CA105D}"/>
                  </a:ext>
                </a:extLst>
              </p:cNvPr>
              <p:cNvSpPr/>
              <p:nvPr/>
            </p:nvSpPr>
            <p:spPr>
              <a:xfrm>
                <a:off x="8201013" y="5756387"/>
                <a:ext cx="6343" cy="6345"/>
              </a:xfrm>
              <a:custGeom>
                <a:avLst/>
                <a:gdLst>
                  <a:gd name="connsiteX0" fmla="*/ 3313 w 6343"/>
                  <a:gd name="connsiteY0" fmla="*/ 6525 h 6345"/>
                  <a:gd name="connsiteX1" fmla="*/ 5555 w 6343"/>
                  <a:gd name="connsiteY1" fmla="*/ 5596 h 6345"/>
                  <a:gd name="connsiteX2" fmla="*/ 6484 w 6343"/>
                  <a:gd name="connsiteY2" fmla="*/ 3352 h 6345"/>
                  <a:gd name="connsiteX3" fmla="*/ 5555 w 6343"/>
                  <a:gd name="connsiteY3" fmla="*/ 1109 h 6345"/>
                  <a:gd name="connsiteX4" fmla="*/ 3313 w 6343"/>
                  <a:gd name="connsiteY4" fmla="*/ 179 h 6345"/>
                  <a:gd name="connsiteX5" fmla="*/ 1070 w 6343"/>
                  <a:gd name="connsiteY5" fmla="*/ 1109 h 6345"/>
                  <a:gd name="connsiteX6" fmla="*/ 141 w 6343"/>
                  <a:gd name="connsiteY6" fmla="*/ 3352 h 6345"/>
                  <a:gd name="connsiteX7" fmla="*/ 1070 w 6343"/>
                  <a:gd name="connsiteY7" fmla="*/ 5596 h 6345"/>
                  <a:gd name="connsiteX8" fmla="*/ 331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5"/>
                    </a:moveTo>
                    <a:cubicBezTo>
                      <a:pt x="4154" y="6525"/>
                      <a:pt x="4961" y="6191"/>
                      <a:pt x="5555" y="5596"/>
                    </a:cubicBezTo>
                    <a:cubicBezTo>
                      <a:pt x="6150" y="5001"/>
                      <a:pt x="6484" y="4194"/>
                      <a:pt x="6484" y="3352"/>
                    </a:cubicBezTo>
                    <a:cubicBezTo>
                      <a:pt x="6484" y="2511"/>
                      <a:pt x="6150" y="1704"/>
                      <a:pt x="5555" y="1109"/>
                    </a:cubicBezTo>
                    <a:cubicBezTo>
                      <a:pt x="4961" y="514"/>
                      <a:pt x="4154" y="179"/>
                      <a:pt x="3313" y="179"/>
                    </a:cubicBezTo>
                    <a:cubicBezTo>
                      <a:pt x="2472" y="179"/>
                      <a:pt x="1665" y="514"/>
                      <a:pt x="1070" y="1109"/>
                    </a:cubicBezTo>
                    <a:cubicBezTo>
                      <a:pt x="475" y="1704"/>
                      <a:pt x="141" y="2511"/>
                      <a:pt x="141" y="3352"/>
                    </a:cubicBezTo>
                    <a:cubicBezTo>
                      <a:pt x="141" y="4194"/>
                      <a:pt x="475" y="5001"/>
                      <a:pt x="1070" y="5596"/>
                    </a:cubicBezTo>
                    <a:cubicBezTo>
                      <a:pt x="1665" y="6191"/>
                      <a:pt x="2472" y="6525"/>
                      <a:pt x="331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26" name="Freeform: Shape 10625">
                <a:extLst>
                  <a:ext uri="{FF2B5EF4-FFF2-40B4-BE49-F238E27FC236}">
                    <a16:creationId xmlns:a16="http://schemas.microsoft.com/office/drawing/2014/main" id="{C81C57B5-1718-2694-6115-068CDD17833B}"/>
                  </a:ext>
                </a:extLst>
              </p:cNvPr>
              <p:cNvSpPr/>
              <p:nvPr/>
            </p:nvSpPr>
            <p:spPr>
              <a:xfrm>
                <a:off x="8199380" y="5748315"/>
                <a:ext cx="6343" cy="6345"/>
              </a:xfrm>
              <a:custGeom>
                <a:avLst/>
                <a:gdLst>
                  <a:gd name="connsiteX0" fmla="*/ 3313 w 6343"/>
                  <a:gd name="connsiteY0" fmla="*/ 6524 h 6345"/>
                  <a:gd name="connsiteX1" fmla="*/ 5555 w 6343"/>
                  <a:gd name="connsiteY1" fmla="*/ 5595 h 6345"/>
                  <a:gd name="connsiteX2" fmla="*/ 6484 w 6343"/>
                  <a:gd name="connsiteY2" fmla="*/ 3351 h 6345"/>
                  <a:gd name="connsiteX3" fmla="*/ 5555 w 6343"/>
                  <a:gd name="connsiteY3" fmla="*/ 1108 h 6345"/>
                  <a:gd name="connsiteX4" fmla="*/ 3313 w 6343"/>
                  <a:gd name="connsiteY4" fmla="*/ 179 h 6345"/>
                  <a:gd name="connsiteX5" fmla="*/ 1070 w 6343"/>
                  <a:gd name="connsiteY5" fmla="*/ 1108 h 6345"/>
                  <a:gd name="connsiteX6" fmla="*/ 141 w 6343"/>
                  <a:gd name="connsiteY6" fmla="*/ 3351 h 6345"/>
                  <a:gd name="connsiteX7" fmla="*/ 1070 w 6343"/>
                  <a:gd name="connsiteY7" fmla="*/ 5595 h 6345"/>
                  <a:gd name="connsiteX8" fmla="*/ 3313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4"/>
                    </a:moveTo>
                    <a:cubicBezTo>
                      <a:pt x="4154" y="6524"/>
                      <a:pt x="4961" y="6190"/>
                      <a:pt x="5555" y="5595"/>
                    </a:cubicBezTo>
                    <a:cubicBezTo>
                      <a:pt x="6150" y="5000"/>
                      <a:pt x="6484" y="4193"/>
                      <a:pt x="6484" y="3351"/>
                    </a:cubicBezTo>
                    <a:cubicBezTo>
                      <a:pt x="6484" y="2510"/>
                      <a:pt x="6150" y="1703"/>
                      <a:pt x="5555" y="1108"/>
                    </a:cubicBezTo>
                    <a:cubicBezTo>
                      <a:pt x="4961" y="513"/>
                      <a:pt x="4154" y="179"/>
                      <a:pt x="3313" y="179"/>
                    </a:cubicBezTo>
                    <a:cubicBezTo>
                      <a:pt x="2472" y="179"/>
                      <a:pt x="1665" y="513"/>
                      <a:pt x="1070" y="1108"/>
                    </a:cubicBezTo>
                    <a:cubicBezTo>
                      <a:pt x="475" y="1703"/>
                      <a:pt x="141" y="2510"/>
                      <a:pt x="141" y="3351"/>
                    </a:cubicBezTo>
                    <a:cubicBezTo>
                      <a:pt x="141" y="4193"/>
                      <a:pt x="475" y="5000"/>
                      <a:pt x="1070" y="5595"/>
                    </a:cubicBezTo>
                    <a:cubicBezTo>
                      <a:pt x="1665" y="6190"/>
                      <a:pt x="2472" y="6524"/>
                      <a:pt x="3313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27" name="Freeform: Shape 10626">
                <a:extLst>
                  <a:ext uri="{FF2B5EF4-FFF2-40B4-BE49-F238E27FC236}">
                    <a16:creationId xmlns:a16="http://schemas.microsoft.com/office/drawing/2014/main" id="{1FF6C1DD-A548-0E69-3583-DF4F6214C315}"/>
                  </a:ext>
                </a:extLst>
              </p:cNvPr>
              <p:cNvSpPr/>
              <p:nvPr/>
            </p:nvSpPr>
            <p:spPr>
              <a:xfrm>
                <a:off x="8198049" y="5731542"/>
                <a:ext cx="6343" cy="6345"/>
              </a:xfrm>
              <a:custGeom>
                <a:avLst/>
                <a:gdLst>
                  <a:gd name="connsiteX0" fmla="*/ 3313 w 6343"/>
                  <a:gd name="connsiteY0" fmla="*/ 6523 h 6345"/>
                  <a:gd name="connsiteX1" fmla="*/ 5555 w 6343"/>
                  <a:gd name="connsiteY1" fmla="*/ 5594 h 6345"/>
                  <a:gd name="connsiteX2" fmla="*/ 6484 w 6343"/>
                  <a:gd name="connsiteY2" fmla="*/ 3350 h 6345"/>
                  <a:gd name="connsiteX3" fmla="*/ 5555 w 6343"/>
                  <a:gd name="connsiteY3" fmla="*/ 1107 h 6345"/>
                  <a:gd name="connsiteX4" fmla="*/ 3313 w 6343"/>
                  <a:gd name="connsiteY4" fmla="*/ 177 h 6345"/>
                  <a:gd name="connsiteX5" fmla="*/ 1070 w 6343"/>
                  <a:gd name="connsiteY5" fmla="*/ 1107 h 6345"/>
                  <a:gd name="connsiteX6" fmla="*/ 141 w 6343"/>
                  <a:gd name="connsiteY6" fmla="*/ 3350 h 6345"/>
                  <a:gd name="connsiteX7" fmla="*/ 1070 w 6343"/>
                  <a:gd name="connsiteY7" fmla="*/ 5594 h 6345"/>
                  <a:gd name="connsiteX8" fmla="*/ 3313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23"/>
                    </a:moveTo>
                    <a:cubicBezTo>
                      <a:pt x="4154" y="6523"/>
                      <a:pt x="4960" y="6189"/>
                      <a:pt x="5555" y="5594"/>
                    </a:cubicBezTo>
                    <a:cubicBezTo>
                      <a:pt x="6150" y="4999"/>
                      <a:pt x="6484" y="4192"/>
                      <a:pt x="6484" y="3350"/>
                    </a:cubicBezTo>
                    <a:cubicBezTo>
                      <a:pt x="6484" y="2509"/>
                      <a:pt x="6150" y="1702"/>
                      <a:pt x="5555" y="1107"/>
                    </a:cubicBezTo>
                    <a:cubicBezTo>
                      <a:pt x="4960" y="512"/>
                      <a:pt x="4154" y="177"/>
                      <a:pt x="3313" y="177"/>
                    </a:cubicBezTo>
                    <a:cubicBezTo>
                      <a:pt x="2471" y="177"/>
                      <a:pt x="1665" y="512"/>
                      <a:pt x="1070" y="1107"/>
                    </a:cubicBezTo>
                    <a:cubicBezTo>
                      <a:pt x="475" y="1702"/>
                      <a:pt x="141" y="2509"/>
                      <a:pt x="141" y="3350"/>
                    </a:cubicBezTo>
                    <a:cubicBezTo>
                      <a:pt x="141" y="4192"/>
                      <a:pt x="475" y="4999"/>
                      <a:pt x="1070" y="5594"/>
                    </a:cubicBezTo>
                    <a:cubicBezTo>
                      <a:pt x="1665" y="6189"/>
                      <a:pt x="2471" y="6523"/>
                      <a:pt x="3313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28" name="Freeform: Shape 10627">
                <a:extLst>
                  <a:ext uri="{FF2B5EF4-FFF2-40B4-BE49-F238E27FC236}">
                    <a16:creationId xmlns:a16="http://schemas.microsoft.com/office/drawing/2014/main" id="{3262FBFE-1855-0BBA-1D6C-76420E069D8F}"/>
                  </a:ext>
                </a:extLst>
              </p:cNvPr>
              <p:cNvSpPr/>
              <p:nvPr/>
            </p:nvSpPr>
            <p:spPr>
              <a:xfrm>
                <a:off x="8624990" y="5576047"/>
                <a:ext cx="6343" cy="6345"/>
              </a:xfrm>
              <a:custGeom>
                <a:avLst/>
                <a:gdLst>
                  <a:gd name="connsiteX0" fmla="*/ 3346 w 6343"/>
                  <a:gd name="connsiteY0" fmla="*/ 6511 h 6345"/>
                  <a:gd name="connsiteX1" fmla="*/ 5589 w 6343"/>
                  <a:gd name="connsiteY1" fmla="*/ 5581 h 6345"/>
                  <a:gd name="connsiteX2" fmla="*/ 6518 w 6343"/>
                  <a:gd name="connsiteY2" fmla="*/ 3338 h 6345"/>
                  <a:gd name="connsiteX3" fmla="*/ 5589 w 6343"/>
                  <a:gd name="connsiteY3" fmla="*/ 1094 h 6345"/>
                  <a:gd name="connsiteX4" fmla="*/ 3346 w 6343"/>
                  <a:gd name="connsiteY4" fmla="*/ 165 h 6345"/>
                  <a:gd name="connsiteX5" fmla="*/ 1104 w 6343"/>
                  <a:gd name="connsiteY5" fmla="*/ 1094 h 6345"/>
                  <a:gd name="connsiteX6" fmla="*/ 175 w 6343"/>
                  <a:gd name="connsiteY6" fmla="*/ 3338 h 6345"/>
                  <a:gd name="connsiteX7" fmla="*/ 1104 w 6343"/>
                  <a:gd name="connsiteY7" fmla="*/ 5581 h 6345"/>
                  <a:gd name="connsiteX8" fmla="*/ 3346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6" y="6511"/>
                    </a:moveTo>
                    <a:cubicBezTo>
                      <a:pt x="4187" y="6511"/>
                      <a:pt x="4994" y="6176"/>
                      <a:pt x="5589" y="5581"/>
                    </a:cubicBezTo>
                    <a:cubicBezTo>
                      <a:pt x="6184" y="4986"/>
                      <a:pt x="6518" y="4179"/>
                      <a:pt x="6518" y="3338"/>
                    </a:cubicBezTo>
                    <a:cubicBezTo>
                      <a:pt x="6518" y="2496"/>
                      <a:pt x="6184" y="1689"/>
                      <a:pt x="5589" y="1094"/>
                    </a:cubicBezTo>
                    <a:cubicBezTo>
                      <a:pt x="4994" y="500"/>
                      <a:pt x="4187" y="165"/>
                      <a:pt x="3346" y="165"/>
                    </a:cubicBezTo>
                    <a:cubicBezTo>
                      <a:pt x="2505" y="165"/>
                      <a:pt x="1698" y="500"/>
                      <a:pt x="1104" y="1094"/>
                    </a:cubicBezTo>
                    <a:cubicBezTo>
                      <a:pt x="509" y="1689"/>
                      <a:pt x="175" y="2496"/>
                      <a:pt x="175" y="3338"/>
                    </a:cubicBezTo>
                    <a:cubicBezTo>
                      <a:pt x="175" y="4179"/>
                      <a:pt x="509" y="4986"/>
                      <a:pt x="1104" y="5581"/>
                    </a:cubicBezTo>
                    <a:cubicBezTo>
                      <a:pt x="1698" y="6176"/>
                      <a:pt x="2505" y="6511"/>
                      <a:pt x="3346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29" name="Freeform: Shape 10628">
                <a:extLst>
                  <a:ext uri="{FF2B5EF4-FFF2-40B4-BE49-F238E27FC236}">
                    <a16:creationId xmlns:a16="http://schemas.microsoft.com/office/drawing/2014/main" id="{732B1801-D1F5-80AE-9B45-27BBCBA2A3CD}"/>
                  </a:ext>
                </a:extLst>
              </p:cNvPr>
              <p:cNvSpPr/>
              <p:nvPr/>
            </p:nvSpPr>
            <p:spPr>
              <a:xfrm>
                <a:off x="7313557" y="5800246"/>
                <a:ext cx="6343" cy="6345"/>
              </a:xfrm>
              <a:custGeom>
                <a:avLst/>
                <a:gdLst>
                  <a:gd name="connsiteX0" fmla="*/ 3243 w 6343"/>
                  <a:gd name="connsiteY0" fmla="*/ 6528 h 6345"/>
                  <a:gd name="connsiteX1" fmla="*/ 5485 w 6343"/>
                  <a:gd name="connsiteY1" fmla="*/ 5599 h 6345"/>
                  <a:gd name="connsiteX2" fmla="*/ 6414 w 6343"/>
                  <a:gd name="connsiteY2" fmla="*/ 3356 h 6345"/>
                  <a:gd name="connsiteX3" fmla="*/ 5485 w 6343"/>
                  <a:gd name="connsiteY3" fmla="*/ 1112 h 6345"/>
                  <a:gd name="connsiteX4" fmla="*/ 3243 w 6343"/>
                  <a:gd name="connsiteY4" fmla="*/ 183 h 6345"/>
                  <a:gd name="connsiteX5" fmla="*/ 1000 w 6343"/>
                  <a:gd name="connsiteY5" fmla="*/ 1112 h 6345"/>
                  <a:gd name="connsiteX6" fmla="*/ 71 w 6343"/>
                  <a:gd name="connsiteY6" fmla="*/ 3356 h 6345"/>
                  <a:gd name="connsiteX7" fmla="*/ 1000 w 6343"/>
                  <a:gd name="connsiteY7" fmla="*/ 5599 h 6345"/>
                  <a:gd name="connsiteX8" fmla="*/ 3243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43" y="6528"/>
                    </a:moveTo>
                    <a:cubicBezTo>
                      <a:pt x="4084" y="6528"/>
                      <a:pt x="4891" y="6194"/>
                      <a:pt x="5485" y="5599"/>
                    </a:cubicBezTo>
                    <a:cubicBezTo>
                      <a:pt x="6080" y="5004"/>
                      <a:pt x="6414" y="4197"/>
                      <a:pt x="6414" y="3356"/>
                    </a:cubicBezTo>
                    <a:cubicBezTo>
                      <a:pt x="6414" y="2514"/>
                      <a:pt x="6080" y="1707"/>
                      <a:pt x="5485" y="1112"/>
                    </a:cubicBezTo>
                    <a:cubicBezTo>
                      <a:pt x="4891" y="517"/>
                      <a:pt x="4084" y="183"/>
                      <a:pt x="3243" y="183"/>
                    </a:cubicBezTo>
                    <a:cubicBezTo>
                      <a:pt x="2402" y="183"/>
                      <a:pt x="1595" y="517"/>
                      <a:pt x="1000" y="1112"/>
                    </a:cubicBezTo>
                    <a:cubicBezTo>
                      <a:pt x="405" y="1707"/>
                      <a:pt x="71" y="2514"/>
                      <a:pt x="71" y="3356"/>
                    </a:cubicBezTo>
                    <a:cubicBezTo>
                      <a:pt x="71" y="4197"/>
                      <a:pt x="405" y="5004"/>
                      <a:pt x="1000" y="5599"/>
                    </a:cubicBezTo>
                    <a:cubicBezTo>
                      <a:pt x="1595" y="6194"/>
                      <a:pt x="2402" y="6528"/>
                      <a:pt x="3243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30" name="Freeform: Shape 10629">
                <a:extLst>
                  <a:ext uri="{FF2B5EF4-FFF2-40B4-BE49-F238E27FC236}">
                    <a16:creationId xmlns:a16="http://schemas.microsoft.com/office/drawing/2014/main" id="{164309D2-F210-4ED0-61FC-C74ED1C2F869}"/>
                  </a:ext>
                </a:extLst>
              </p:cNvPr>
              <p:cNvSpPr/>
              <p:nvPr/>
            </p:nvSpPr>
            <p:spPr>
              <a:xfrm>
                <a:off x="7310492" y="5787157"/>
                <a:ext cx="6343" cy="6345"/>
              </a:xfrm>
              <a:custGeom>
                <a:avLst/>
                <a:gdLst>
                  <a:gd name="connsiteX0" fmla="*/ 3243 w 6343"/>
                  <a:gd name="connsiteY0" fmla="*/ 6527 h 6345"/>
                  <a:gd name="connsiteX1" fmla="*/ 5485 w 6343"/>
                  <a:gd name="connsiteY1" fmla="*/ 5598 h 6345"/>
                  <a:gd name="connsiteX2" fmla="*/ 6414 w 6343"/>
                  <a:gd name="connsiteY2" fmla="*/ 3355 h 6345"/>
                  <a:gd name="connsiteX3" fmla="*/ 5485 w 6343"/>
                  <a:gd name="connsiteY3" fmla="*/ 1111 h 6345"/>
                  <a:gd name="connsiteX4" fmla="*/ 3243 w 6343"/>
                  <a:gd name="connsiteY4" fmla="*/ 182 h 6345"/>
                  <a:gd name="connsiteX5" fmla="*/ 1000 w 6343"/>
                  <a:gd name="connsiteY5" fmla="*/ 1111 h 6345"/>
                  <a:gd name="connsiteX6" fmla="*/ 71 w 6343"/>
                  <a:gd name="connsiteY6" fmla="*/ 3355 h 6345"/>
                  <a:gd name="connsiteX7" fmla="*/ 1000 w 6343"/>
                  <a:gd name="connsiteY7" fmla="*/ 5598 h 6345"/>
                  <a:gd name="connsiteX8" fmla="*/ 3243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43" y="6527"/>
                    </a:moveTo>
                    <a:cubicBezTo>
                      <a:pt x="4084" y="6527"/>
                      <a:pt x="4890" y="6193"/>
                      <a:pt x="5485" y="5598"/>
                    </a:cubicBezTo>
                    <a:cubicBezTo>
                      <a:pt x="6080" y="5003"/>
                      <a:pt x="6414" y="4196"/>
                      <a:pt x="6414" y="3355"/>
                    </a:cubicBezTo>
                    <a:cubicBezTo>
                      <a:pt x="6414" y="2513"/>
                      <a:pt x="6080" y="1706"/>
                      <a:pt x="5485" y="1111"/>
                    </a:cubicBezTo>
                    <a:cubicBezTo>
                      <a:pt x="4890" y="516"/>
                      <a:pt x="4084" y="182"/>
                      <a:pt x="3243" y="182"/>
                    </a:cubicBezTo>
                    <a:cubicBezTo>
                      <a:pt x="2402" y="182"/>
                      <a:pt x="1595" y="516"/>
                      <a:pt x="1000" y="1111"/>
                    </a:cubicBezTo>
                    <a:cubicBezTo>
                      <a:pt x="405" y="1706"/>
                      <a:pt x="71" y="2513"/>
                      <a:pt x="71" y="3355"/>
                    </a:cubicBezTo>
                    <a:cubicBezTo>
                      <a:pt x="71" y="4196"/>
                      <a:pt x="405" y="5003"/>
                      <a:pt x="1000" y="5598"/>
                    </a:cubicBezTo>
                    <a:cubicBezTo>
                      <a:pt x="1595" y="6193"/>
                      <a:pt x="2402" y="6527"/>
                      <a:pt x="3243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31" name="Freeform: Shape 10630">
                <a:extLst>
                  <a:ext uri="{FF2B5EF4-FFF2-40B4-BE49-F238E27FC236}">
                    <a16:creationId xmlns:a16="http://schemas.microsoft.com/office/drawing/2014/main" id="{342E15F3-F7DA-1511-7F11-2A5ACA6CA81C}"/>
                  </a:ext>
                </a:extLst>
              </p:cNvPr>
              <p:cNvSpPr/>
              <p:nvPr/>
            </p:nvSpPr>
            <p:spPr>
              <a:xfrm>
                <a:off x="7778277" y="5583238"/>
                <a:ext cx="6343" cy="6345"/>
              </a:xfrm>
              <a:custGeom>
                <a:avLst/>
                <a:gdLst>
                  <a:gd name="connsiteX0" fmla="*/ 3279 w 6343"/>
                  <a:gd name="connsiteY0" fmla="*/ 6511 h 6345"/>
                  <a:gd name="connsiteX1" fmla="*/ 5522 w 6343"/>
                  <a:gd name="connsiteY1" fmla="*/ 5582 h 6345"/>
                  <a:gd name="connsiteX2" fmla="*/ 6451 w 6343"/>
                  <a:gd name="connsiteY2" fmla="*/ 3338 h 6345"/>
                  <a:gd name="connsiteX3" fmla="*/ 5522 w 6343"/>
                  <a:gd name="connsiteY3" fmla="*/ 1095 h 6345"/>
                  <a:gd name="connsiteX4" fmla="*/ 3279 w 6343"/>
                  <a:gd name="connsiteY4" fmla="*/ 166 h 6345"/>
                  <a:gd name="connsiteX5" fmla="*/ 1037 w 6343"/>
                  <a:gd name="connsiteY5" fmla="*/ 1095 h 6345"/>
                  <a:gd name="connsiteX6" fmla="*/ 108 w 6343"/>
                  <a:gd name="connsiteY6" fmla="*/ 3338 h 6345"/>
                  <a:gd name="connsiteX7" fmla="*/ 1037 w 6343"/>
                  <a:gd name="connsiteY7" fmla="*/ 5582 h 6345"/>
                  <a:gd name="connsiteX8" fmla="*/ 3279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79" y="6511"/>
                    </a:moveTo>
                    <a:cubicBezTo>
                      <a:pt x="4121" y="6511"/>
                      <a:pt x="4927" y="6177"/>
                      <a:pt x="5522" y="5582"/>
                    </a:cubicBezTo>
                    <a:cubicBezTo>
                      <a:pt x="6117" y="4987"/>
                      <a:pt x="6451" y="4180"/>
                      <a:pt x="6451" y="3338"/>
                    </a:cubicBezTo>
                    <a:cubicBezTo>
                      <a:pt x="6451" y="2497"/>
                      <a:pt x="6117" y="1690"/>
                      <a:pt x="5522" y="1095"/>
                    </a:cubicBezTo>
                    <a:cubicBezTo>
                      <a:pt x="4927" y="500"/>
                      <a:pt x="4121" y="166"/>
                      <a:pt x="3279" y="166"/>
                    </a:cubicBezTo>
                    <a:cubicBezTo>
                      <a:pt x="2438" y="166"/>
                      <a:pt x="1632" y="500"/>
                      <a:pt x="1037" y="1095"/>
                    </a:cubicBezTo>
                    <a:cubicBezTo>
                      <a:pt x="442" y="1690"/>
                      <a:pt x="108" y="2497"/>
                      <a:pt x="108" y="3338"/>
                    </a:cubicBezTo>
                    <a:cubicBezTo>
                      <a:pt x="108" y="4180"/>
                      <a:pt x="442" y="4987"/>
                      <a:pt x="1037" y="5582"/>
                    </a:cubicBezTo>
                    <a:cubicBezTo>
                      <a:pt x="1632" y="6177"/>
                      <a:pt x="2438" y="6511"/>
                      <a:pt x="3279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32" name="Freeform: Shape 10631">
                <a:extLst>
                  <a:ext uri="{FF2B5EF4-FFF2-40B4-BE49-F238E27FC236}">
                    <a16:creationId xmlns:a16="http://schemas.microsoft.com/office/drawing/2014/main" id="{47CBF805-30E8-25F5-E998-623384DA4C14}"/>
                  </a:ext>
                </a:extLst>
              </p:cNvPr>
              <p:cNvSpPr/>
              <p:nvPr/>
            </p:nvSpPr>
            <p:spPr>
              <a:xfrm>
                <a:off x="7781923" y="5572104"/>
                <a:ext cx="6343" cy="6345"/>
              </a:xfrm>
              <a:custGeom>
                <a:avLst/>
                <a:gdLst>
                  <a:gd name="connsiteX0" fmla="*/ 3280 w 6343"/>
                  <a:gd name="connsiteY0" fmla="*/ 6510 h 6345"/>
                  <a:gd name="connsiteX1" fmla="*/ 5522 w 6343"/>
                  <a:gd name="connsiteY1" fmla="*/ 5581 h 6345"/>
                  <a:gd name="connsiteX2" fmla="*/ 6451 w 6343"/>
                  <a:gd name="connsiteY2" fmla="*/ 3338 h 6345"/>
                  <a:gd name="connsiteX3" fmla="*/ 5522 w 6343"/>
                  <a:gd name="connsiteY3" fmla="*/ 1094 h 6345"/>
                  <a:gd name="connsiteX4" fmla="*/ 3280 w 6343"/>
                  <a:gd name="connsiteY4" fmla="*/ 165 h 6345"/>
                  <a:gd name="connsiteX5" fmla="*/ 1037 w 6343"/>
                  <a:gd name="connsiteY5" fmla="*/ 1094 h 6345"/>
                  <a:gd name="connsiteX6" fmla="*/ 108 w 6343"/>
                  <a:gd name="connsiteY6" fmla="*/ 3338 h 6345"/>
                  <a:gd name="connsiteX7" fmla="*/ 1037 w 6343"/>
                  <a:gd name="connsiteY7" fmla="*/ 5581 h 6345"/>
                  <a:gd name="connsiteX8" fmla="*/ 328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80" y="6510"/>
                    </a:moveTo>
                    <a:cubicBezTo>
                      <a:pt x="4121" y="6510"/>
                      <a:pt x="4928" y="6176"/>
                      <a:pt x="5522" y="5581"/>
                    </a:cubicBezTo>
                    <a:cubicBezTo>
                      <a:pt x="6117" y="4986"/>
                      <a:pt x="6451" y="4179"/>
                      <a:pt x="6451" y="3338"/>
                    </a:cubicBezTo>
                    <a:cubicBezTo>
                      <a:pt x="6451" y="2496"/>
                      <a:pt x="6117" y="1689"/>
                      <a:pt x="5522" y="1094"/>
                    </a:cubicBezTo>
                    <a:cubicBezTo>
                      <a:pt x="4928" y="499"/>
                      <a:pt x="4121" y="165"/>
                      <a:pt x="3280" y="165"/>
                    </a:cubicBezTo>
                    <a:cubicBezTo>
                      <a:pt x="2439" y="165"/>
                      <a:pt x="1632" y="499"/>
                      <a:pt x="1037" y="1094"/>
                    </a:cubicBezTo>
                    <a:cubicBezTo>
                      <a:pt x="442" y="1689"/>
                      <a:pt x="108" y="2496"/>
                      <a:pt x="108" y="3338"/>
                    </a:cubicBezTo>
                    <a:cubicBezTo>
                      <a:pt x="108" y="4179"/>
                      <a:pt x="442" y="4986"/>
                      <a:pt x="1037" y="5581"/>
                    </a:cubicBezTo>
                    <a:cubicBezTo>
                      <a:pt x="1632" y="6176"/>
                      <a:pt x="2439" y="6510"/>
                      <a:pt x="328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33" name="Freeform: Shape 10632">
                <a:extLst>
                  <a:ext uri="{FF2B5EF4-FFF2-40B4-BE49-F238E27FC236}">
                    <a16:creationId xmlns:a16="http://schemas.microsoft.com/office/drawing/2014/main" id="{C1C3111D-74EC-DD7D-87D9-43E3D6B4BB00}"/>
                  </a:ext>
                </a:extLst>
              </p:cNvPr>
              <p:cNvSpPr/>
              <p:nvPr/>
            </p:nvSpPr>
            <p:spPr>
              <a:xfrm>
                <a:off x="7699890" y="5574827"/>
                <a:ext cx="6343" cy="6345"/>
              </a:xfrm>
              <a:custGeom>
                <a:avLst/>
                <a:gdLst>
                  <a:gd name="connsiteX0" fmla="*/ 3273 w 6343"/>
                  <a:gd name="connsiteY0" fmla="*/ 6511 h 6345"/>
                  <a:gd name="connsiteX1" fmla="*/ 5516 w 6343"/>
                  <a:gd name="connsiteY1" fmla="*/ 5581 h 6345"/>
                  <a:gd name="connsiteX2" fmla="*/ 6445 w 6343"/>
                  <a:gd name="connsiteY2" fmla="*/ 3338 h 6345"/>
                  <a:gd name="connsiteX3" fmla="*/ 5516 w 6343"/>
                  <a:gd name="connsiteY3" fmla="*/ 1094 h 6345"/>
                  <a:gd name="connsiteX4" fmla="*/ 3273 w 6343"/>
                  <a:gd name="connsiteY4" fmla="*/ 165 h 6345"/>
                  <a:gd name="connsiteX5" fmla="*/ 1031 w 6343"/>
                  <a:gd name="connsiteY5" fmla="*/ 1094 h 6345"/>
                  <a:gd name="connsiteX6" fmla="*/ 102 w 6343"/>
                  <a:gd name="connsiteY6" fmla="*/ 3338 h 6345"/>
                  <a:gd name="connsiteX7" fmla="*/ 1031 w 6343"/>
                  <a:gd name="connsiteY7" fmla="*/ 5581 h 6345"/>
                  <a:gd name="connsiteX8" fmla="*/ 3273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73" y="6511"/>
                    </a:moveTo>
                    <a:cubicBezTo>
                      <a:pt x="4114" y="6511"/>
                      <a:pt x="4921" y="6176"/>
                      <a:pt x="5516" y="5581"/>
                    </a:cubicBezTo>
                    <a:cubicBezTo>
                      <a:pt x="6111" y="4986"/>
                      <a:pt x="6445" y="4179"/>
                      <a:pt x="6445" y="3338"/>
                    </a:cubicBezTo>
                    <a:cubicBezTo>
                      <a:pt x="6445" y="2496"/>
                      <a:pt x="6111" y="1689"/>
                      <a:pt x="5516" y="1094"/>
                    </a:cubicBezTo>
                    <a:cubicBezTo>
                      <a:pt x="4921" y="499"/>
                      <a:pt x="4114" y="165"/>
                      <a:pt x="3273" y="165"/>
                    </a:cubicBezTo>
                    <a:cubicBezTo>
                      <a:pt x="2432" y="165"/>
                      <a:pt x="1625" y="499"/>
                      <a:pt x="1031" y="1094"/>
                    </a:cubicBezTo>
                    <a:cubicBezTo>
                      <a:pt x="436" y="1689"/>
                      <a:pt x="102" y="2496"/>
                      <a:pt x="102" y="3338"/>
                    </a:cubicBezTo>
                    <a:cubicBezTo>
                      <a:pt x="102" y="4179"/>
                      <a:pt x="436" y="4986"/>
                      <a:pt x="1031" y="5581"/>
                    </a:cubicBezTo>
                    <a:cubicBezTo>
                      <a:pt x="1625" y="6176"/>
                      <a:pt x="2432" y="6511"/>
                      <a:pt x="3273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34" name="Freeform: Shape 10633">
                <a:extLst>
                  <a:ext uri="{FF2B5EF4-FFF2-40B4-BE49-F238E27FC236}">
                    <a16:creationId xmlns:a16="http://schemas.microsoft.com/office/drawing/2014/main" id="{2FEDE8C8-A844-1160-74D6-488EB7FB0EE3}"/>
                  </a:ext>
                </a:extLst>
              </p:cNvPr>
              <p:cNvSpPr/>
              <p:nvPr/>
            </p:nvSpPr>
            <p:spPr>
              <a:xfrm>
                <a:off x="7665368" y="5569191"/>
                <a:ext cx="6343" cy="6345"/>
              </a:xfrm>
              <a:custGeom>
                <a:avLst/>
                <a:gdLst>
                  <a:gd name="connsiteX0" fmla="*/ 3271 w 6343"/>
                  <a:gd name="connsiteY0" fmla="*/ 6510 h 6345"/>
                  <a:gd name="connsiteX1" fmla="*/ 5513 w 6343"/>
                  <a:gd name="connsiteY1" fmla="*/ 5581 h 6345"/>
                  <a:gd name="connsiteX2" fmla="*/ 6442 w 6343"/>
                  <a:gd name="connsiteY2" fmla="*/ 3337 h 6345"/>
                  <a:gd name="connsiteX3" fmla="*/ 5513 w 6343"/>
                  <a:gd name="connsiteY3" fmla="*/ 1094 h 6345"/>
                  <a:gd name="connsiteX4" fmla="*/ 3271 w 6343"/>
                  <a:gd name="connsiteY4" fmla="*/ 165 h 6345"/>
                  <a:gd name="connsiteX5" fmla="*/ 1028 w 6343"/>
                  <a:gd name="connsiteY5" fmla="*/ 1094 h 6345"/>
                  <a:gd name="connsiteX6" fmla="*/ 99 w 6343"/>
                  <a:gd name="connsiteY6" fmla="*/ 3337 h 6345"/>
                  <a:gd name="connsiteX7" fmla="*/ 1028 w 6343"/>
                  <a:gd name="connsiteY7" fmla="*/ 5581 h 6345"/>
                  <a:gd name="connsiteX8" fmla="*/ 3271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71" y="6510"/>
                    </a:moveTo>
                    <a:cubicBezTo>
                      <a:pt x="4112" y="6510"/>
                      <a:pt x="4918" y="6176"/>
                      <a:pt x="5513" y="5581"/>
                    </a:cubicBezTo>
                    <a:cubicBezTo>
                      <a:pt x="6108" y="4986"/>
                      <a:pt x="6442" y="4179"/>
                      <a:pt x="6442" y="3337"/>
                    </a:cubicBezTo>
                    <a:cubicBezTo>
                      <a:pt x="6442" y="2496"/>
                      <a:pt x="6108" y="1689"/>
                      <a:pt x="5513" y="1094"/>
                    </a:cubicBezTo>
                    <a:cubicBezTo>
                      <a:pt x="4918" y="499"/>
                      <a:pt x="4112" y="165"/>
                      <a:pt x="3271" y="165"/>
                    </a:cubicBezTo>
                    <a:cubicBezTo>
                      <a:pt x="2429" y="165"/>
                      <a:pt x="1623" y="499"/>
                      <a:pt x="1028" y="1094"/>
                    </a:cubicBezTo>
                    <a:cubicBezTo>
                      <a:pt x="433" y="1689"/>
                      <a:pt x="99" y="2496"/>
                      <a:pt x="99" y="3337"/>
                    </a:cubicBezTo>
                    <a:cubicBezTo>
                      <a:pt x="99" y="4179"/>
                      <a:pt x="433" y="4986"/>
                      <a:pt x="1028" y="5581"/>
                    </a:cubicBezTo>
                    <a:cubicBezTo>
                      <a:pt x="1623" y="6176"/>
                      <a:pt x="2429" y="6510"/>
                      <a:pt x="3271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35" name="Freeform: Shape 10634">
                <a:extLst>
                  <a:ext uri="{FF2B5EF4-FFF2-40B4-BE49-F238E27FC236}">
                    <a16:creationId xmlns:a16="http://schemas.microsoft.com/office/drawing/2014/main" id="{6813571B-942D-8A1E-EA17-DA3980E51214}"/>
                  </a:ext>
                </a:extLst>
              </p:cNvPr>
              <p:cNvSpPr/>
              <p:nvPr/>
            </p:nvSpPr>
            <p:spPr>
              <a:xfrm>
                <a:off x="7557671" y="5574000"/>
                <a:ext cx="6343" cy="6345"/>
              </a:xfrm>
              <a:custGeom>
                <a:avLst/>
                <a:gdLst>
                  <a:gd name="connsiteX0" fmla="*/ 3262 w 6343"/>
                  <a:gd name="connsiteY0" fmla="*/ 6510 h 6345"/>
                  <a:gd name="connsiteX1" fmla="*/ 5505 w 6343"/>
                  <a:gd name="connsiteY1" fmla="*/ 5581 h 6345"/>
                  <a:gd name="connsiteX2" fmla="*/ 6434 w 6343"/>
                  <a:gd name="connsiteY2" fmla="*/ 3338 h 6345"/>
                  <a:gd name="connsiteX3" fmla="*/ 5505 w 6343"/>
                  <a:gd name="connsiteY3" fmla="*/ 1094 h 6345"/>
                  <a:gd name="connsiteX4" fmla="*/ 3262 w 6343"/>
                  <a:gd name="connsiteY4" fmla="*/ 165 h 6345"/>
                  <a:gd name="connsiteX5" fmla="*/ 1019 w 6343"/>
                  <a:gd name="connsiteY5" fmla="*/ 1094 h 6345"/>
                  <a:gd name="connsiteX6" fmla="*/ 91 w 6343"/>
                  <a:gd name="connsiteY6" fmla="*/ 3338 h 6345"/>
                  <a:gd name="connsiteX7" fmla="*/ 1019 w 6343"/>
                  <a:gd name="connsiteY7" fmla="*/ 5581 h 6345"/>
                  <a:gd name="connsiteX8" fmla="*/ 3262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62" y="6510"/>
                    </a:moveTo>
                    <a:cubicBezTo>
                      <a:pt x="4103" y="6510"/>
                      <a:pt x="4910" y="6176"/>
                      <a:pt x="5505" y="5581"/>
                    </a:cubicBezTo>
                    <a:cubicBezTo>
                      <a:pt x="6099" y="4986"/>
                      <a:pt x="6434" y="4179"/>
                      <a:pt x="6434" y="3338"/>
                    </a:cubicBezTo>
                    <a:cubicBezTo>
                      <a:pt x="6434" y="2496"/>
                      <a:pt x="6099" y="1689"/>
                      <a:pt x="5505" y="1094"/>
                    </a:cubicBezTo>
                    <a:cubicBezTo>
                      <a:pt x="4910" y="499"/>
                      <a:pt x="4103" y="165"/>
                      <a:pt x="3262" y="165"/>
                    </a:cubicBezTo>
                    <a:cubicBezTo>
                      <a:pt x="2421" y="165"/>
                      <a:pt x="1614" y="499"/>
                      <a:pt x="1019" y="1094"/>
                    </a:cubicBezTo>
                    <a:cubicBezTo>
                      <a:pt x="425" y="1689"/>
                      <a:pt x="91" y="2496"/>
                      <a:pt x="91" y="3338"/>
                    </a:cubicBezTo>
                    <a:cubicBezTo>
                      <a:pt x="91" y="4179"/>
                      <a:pt x="425" y="4986"/>
                      <a:pt x="1019" y="5581"/>
                    </a:cubicBezTo>
                    <a:cubicBezTo>
                      <a:pt x="1614" y="6176"/>
                      <a:pt x="2421" y="6510"/>
                      <a:pt x="3262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36" name="Freeform: Shape 10635">
                <a:extLst>
                  <a:ext uri="{FF2B5EF4-FFF2-40B4-BE49-F238E27FC236}">
                    <a16:creationId xmlns:a16="http://schemas.microsoft.com/office/drawing/2014/main" id="{C7910582-226D-23EE-B007-06D10E440A80}"/>
                  </a:ext>
                </a:extLst>
              </p:cNvPr>
              <p:cNvSpPr/>
              <p:nvPr/>
            </p:nvSpPr>
            <p:spPr>
              <a:xfrm>
                <a:off x="8154235" y="5381287"/>
                <a:ext cx="6343" cy="6345"/>
              </a:xfrm>
              <a:custGeom>
                <a:avLst/>
                <a:gdLst>
                  <a:gd name="connsiteX0" fmla="*/ 3309 w 6343"/>
                  <a:gd name="connsiteY0" fmla="*/ 6495 h 6345"/>
                  <a:gd name="connsiteX1" fmla="*/ 5552 w 6343"/>
                  <a:gd name="connsiteY1" fmla="*/ 5566 h 6345"/>
                  <a:gd name="connsiteX2" fmla="*/ 6481 w 6343"/>
                  <a:gd name="connsiteY2" fmla="*/ 3323 h 6345"/>
                  <a:gd name="connsiteX3" fmla="*/ 5552 w 6343"/>
                  <a:gd name="connsiteY3" fmla="*/ 1079 h 6345"/>
                  <a:gd name="connsiteX4" fmla="*/ 3309 w 6343"/>
                  <a:gd name="connsiteY4" fmla="*/ 150 h 6345"/>
                  <a:gd name="connsiteX5" fmla="*/ 1066 w 6343"/>
                  <a:gd name="connsiteY5" fmla="*/ 1079 h 6345"/>
                  <a:gd name="connsiteX6" fmla="*/ 138 w 6343"/>
                  <a:gd name="connsiteY6" fmla="*/ 3323 h 6345"/>
                  <a:gd name="connsiteX7" fmla="*/ 1066 w 6343"/>
                  <a:gd name="connsiteY7" fmla="*/ 5566 h 6345"/>
                  <a:gd name="connsiteX8" fmla="*/ 3309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9" y="6495"/>
                    </a:moveTo>
                    <a:cubicBezTo>
                      <a:pt x="4150" y="6495"/>
                      <a:pt x="4957" y="6161"/>
                      <a:pt x="5552" y="5566"/>
                    </a:cubicBezTo>
                    <a:cubicBezTo>
                      <a:pt x="6147" y="4971"/>
                      <a:pt x="6481" y="4164"/>
                      <a:pt x="6481" y="3323"/>
                    </a:cubicBezTo>
                    <a:cubicBezTo>
                      <a:pt x="6481" y="2481"/>
                      <a:pt x="6147" y="1674"/>
                      <a:pt x="5552" y="1079"/>
                    </a:cubicBezTo>
                    <a:cubicBezTo>
                      <a:pt x="4957" y="484"/>
                      <a:pt x="4150" y="150"/>
                      <a:pt x="3309" y="150"/>
                    </a:cubicBezTo>
                    <a:cubicBezTo>
                      <a:pt x="2468" y="150"/>
                      <a:pt x="1661" y="484"/>
                      <a:pt x="1066" y="1079"/>
                    </a:cubicBezTo>
                    <a:cubicBezTo>
                      <a:pt x="472" y="1674"/>
                      <a:pt x="138" y="2481"/>
                      <a:pt x="138" y="3323"/>
                    </a:cubicBezTo>
                    <a:cubicBezTo>
                      <a:pt x="138" y="4164"/>
                      <a:pt x="472" y="4971"/>
                      <a:pt x="1066" y="5566"/>
                    </a:cubicBezTo>
                    <a:cubicBezTo>
                      <a:pt x="1661" y="6161"/>
                      <a:pt x="2468" y="6495"/>
                      <a:pt x="3309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37" name="Freeform: Shape 10636">
                <a:extLst>
                  <a:ext uri="{FF2B5EF4-FFF2-40B4-BE49-F238E27FC236}">
                    <a16:creationId xmlns:a16="http://schemas.microsoft.com/office/drawing/2014/main" id="{CC2AC0F7-8C5B-C6F7-83C4-9A2601C18784}"/>
                  </a:ext>
                </a:extLst>
              </p:cNvPr>
              <p:cNvSpPr/>
              <p:nvPr/>
            </p:nvSpPr>
            <p:spPr>
              <a:xfrm>
                <a:off x="8152659" y="5373432"/>
                <a:ext cx="6343" cy="6345"/>
              </a:xfrm>
              <a:custGeom>
                <a:avLst/>
                <a:gdLst>
                  <a:gd name="connsiteX0" fmla="*/ 3309 w 6343"/>
                  <a:gd name="connsiteY0" fmla="*/ 6495 h 6345"/>
                  <a:gd name="connsiteX1" fmla="*/ 5552 w 6343"/>
                  <a:gd name="connsiteY1" fmla="*/ 5565 h 6345"/>
                  <a:gd name="connsiteX2" fmla="*/ 6481 w 6343"/>
                  <a:gd name="connsiteY2" fmla="*/ 3322 h 6345"/>
                  <a:gd name="connsiteX3" fmla="*/ 5552 w 6343"/>
                  <a:gd name="connsiteY3" fmla="*/ 1078 h 6345"/>
                  <a:gd name="connsiteX4" fmla="*/ 3309 w 6343"/>
                  <a:gd name="connsiteY4" fmla="*/ 149 h 6345"/>
                  <a:gd name="connsiteX5" fmla="*/ 1066 w 6343"/>
                  <a:gd name="connsiteY5" fmla="*/ 1078 h 6345"/>
                  <a:gd name="connsiteX6" fmla="*/ 137 w 6343"/>
                  <a:gd name="connsiteY6" fmla="*/ 3322 h 6345"/>
                  <a:gd name="connsiteX7" fmla="*/ 1066 w 6343"/>
                  <a:gd name="connsiteY7" fmla="*/ 5565 h 6345"/>
                  <a:gd name="connsiteX8" fmla="*/ 3309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9" y="6495"/>
                    </a:moveTo>
                    <a:cubicBezTo>
                      <a:pt x="4150" y="6495"/>
                      <a:pt x="4957" y="6160"/>
                      <a:pt x="5552" y="5565"/>
                    </a:cubicBezTo>
                    <a:cubicBezTo>
                      <a:pt x="6146" y="4970"/>
                      <a:pt x="6481" y="4163"/>
                      <a:pt x="6481" y="3322"/>
                    </a:cubicBezTo>
                    <a:cubicBezTo>
                      <a:pt x="6481" y="2481"/>
                      <a:pt x="6146" y="1673"/>
                      <a:pt x="5552" y="1078"/>
                    </a:cubicBezTo>
                    <a:cubicBezTo>
                      <a:pt x="4957" y="484"/>
                      <a:pt x="4150" y="149"/>
                      <a:pt x="3309" y="149"/>
                    </a:cubicBezTo>
                    <a:cubicBezTo>
                      <a:pt x="2468" y="149"/>
                      <a:pt x="1661" y="484"/>
                      <a:pt x="1066" y="1078"/>
                    </a:cubicBezTo>
                    <a:cubicBezTo>
                      <a:pt x="472" y="1673"/>
                      <a:pt x="137" y="2481"/>
                      <a:pt x="137" y="3322"/>
                    </a:cubicBezTo>
                    <a:cubicBezTo>
                      <a:pt x="137" y="4163"/>
                      <a:pt x="472" y="4970"/>
                      <a:pt x="1066" y="5565"/>
                    </a:cubicBezTo>
                    <a:cubicBezTo>
                      <a:pt x="1661" y="6160"/>
                      <a:pt x="2468" y="6495"/>
                      <a:pt x="3309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38" name="Freeform: Shape 10637">
                <a:extLst>
                  <a:ext uri="{FF2B5EF4-FFF2-40B4-BE49-F238E27FC236}">
                    <a16:creationId xmlns:a16="http://schemas.microsoft.com/office/drawing/2014/main" id="{878D881F-44C2-E388-9D8C-1796A9F61636}"/>
                  </a:ext>
                </a:extLst>
              </p:cNvPr>
              <p:cNvSpPr/>
              <p:nvPr/>
            </p:nvSpPr>
            <p:spPr>
              <a:xfrm>
                <a:off x="8091308" y="5368868"/>
                <a:ext cx="6343" cy="6345"/>
              </a:xfrm>
              <a:custGeom>
                <a:avLst/>
                <a:gdLst>
                  <a:gd name="connsiteX0" fmla="*/ 3304 w 6343"/>
                  <a:gd name="connsiteY0" fmla="*/ 6494 h 6345"/>
                  <a:gd name="connsiteX1" fmla="*/ 5547 w 6343"/>
                  <a:gd name="connsiteY1" fmla="*/ 5565 h 6345"/>
                  <a:gd name="connsiteX2" fmla="*/ 6476 w 6343"/>
                  <a:gd name="connsiteY2" fmla="*/ 3322 h 6345"/>
                  <a:gd name="connsiteX3" fmla="*/ 5547 w 6343"/>
                  <a:gd name="connsiteY3" fmla="*/ 1078 h 6345"/>
                  <a:gd name="connsiteX4" fmla="*/ 3304 w 6343"/>
                  <a:gd name="connsiteY4" fmla="*/ 149 h 6345"/>
                  <a:gd name="connsiteX5" fmla="*/ 1062 w 6343"/>
                  <a:gd name="connsiteY5" fmla="*/ 1078 h 6345"/>
                  <a:gd name="connsiteX6" fmla="*/ 133 w 6343"/>
                  <a:gd name="connsiteY6" fmla="*/ 3322 h 6345"/>
                  <a:gd name="connsiteX7" fmla="*/ 1062 w 6343"/>
                  <a:gd name="connsiteY7" fmla="*/ 5565 h 6345"/>
                  <a:gd name="connsiteX8" fmla="*/ 3304 w 6343"/>
                  <a:gd name="connsiteY8" fmla="*/ 64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4" y="6494"/>
                    </a:moveTo>
                    <a:cubicBezTo>
                      <a:pt x="4145" y="6494"/>
                      <a:pt x="4952" y="6160"/>
                      <a:pt x="5547" y="5565"/>
                    </a:cubicBezTo>
                    <a:cubicBezTo>
                      <a:pt x="6142" y="4970"/>
                      <a:pt x="6476" y="4163"/>
                      <a:pt x="6476" y="3322"/>
                    </a:cubicBezTo>
                    <a:cubicBezTo>
                      <a:pt x="6476" y="2480"/>
                      <a:pt x="6142" y="1673"/>
                      <a:pt x="5547" y="1078"/>
                    </a:cubicBezTo>
                    <a:cubicBezTo>
                      <a:pt x="4952" y="483"/>
                      <a:pt x="4145" y="149"/>
                      <a:pt x="3304" y="149"/>
                    </a:cubicBezTo>
                    <a:cubicBezTo>
                      <a:pt x="2463" y="149"/>
                      <a:pt x="1656" y="483"/>
                      <a:pt x="1062" y="1078"/>
                    </a:cubicBezTo>
                    <a:cubicBezTo>
                      <a:pt x="467" y="1673"/>
                      <a:pt x="133" y="2480"/>
                      <a:pt x="133" y="3322"/>
                    </a:cubicBezTo>
                    <a:cubicBezTo>
                      <a:pt x="133" y="4163"/>
                      <a:pt x="467" y="4970"/>
                      <a:pt x="1062" y="5565"/>
                    </a:cubicBezTo>
                    <a:cubicBezTo>
                      <a:pt x="1656" y="6160"/>
                      <a:pt x="2463" y="6494"/>
                      <a:pt x="3304" y="64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39" name="Freeform: Shape 10638">
                <a:extLst>
                  <a:ext uri="{FF2B5EF4-FFF2-40B4-BE49-F238E27FC236}">
                    <a16:creationId xmlns:a16="http://schemas.microsoft.com/office/drawing/2014/main" id="{D15960EC-99F0-AE84-0D9A-83E7AF01391E}"/>
                  </a:ext>
                </a:extLst>
              </p:cNvPr>
              <p:cNvSpPr/>
              <p:nvPr/>
            </p:nvSpPr>
            <p:spPr>
              <a:xfrm>
                <a:off x="8086928" y="5335718"/>
                <a:ext cx="6343" cy="6345"/>
              </a:xfrm>
              <a:custGeom>
                <a:avLst/>
                <a:gdLst>
                  <a:gd name="connsiteX0" fmla="*/ 3304 w 6343"/>
                  <a:gd name="connsiteY0" fmla="*/ 6492 h 6345"/>
                  <a:gd name="connsiteX1" fmla="*/ 5546 w 6343"/>
                  <a:gd name="connsiteY1" fmla="*/ 5562 h 6345"/>
                  <a:gd name="connsiteX2" fmla="*/ 6475 w 6343"/>
                  <a:gd name="connsiteY2" fmla="*/ 3319 h 6345"/>
                  <a:gd name="connsiteX3" fmla="*/ 5546 w 6343"/>
                  <a:gd name="connsiteY3" fmla="*/ 1076 h 6345"/>
                  <a:gd name="connsiteX4" fmla="*/ 3304 w 6343"/>
                  <a:gd name="connsiteY4" fmla="*/ 146 h 6345"/>
                  <a:gd name="connsiteX5" fmla="*/ 1061 w 6343"/>
                  <a:gd name="connsiteY5" fmla="*/ 1076 h 6345"/>
                  <a:gd name="connsiteX6" fmla="*/ 132 w 6343"/>
                  <a:gd name="connsiteY6" fmla="*/ 3319 h 6345"/>
                  <a:gd name="connsiteX7" fmla="*/ 1061 w 6343"/>
                  <a:gd name="connsiteY7" fmla="*/ 5562 h 6345"/>
                  <a:gd name="connsiteX8" fmla="*/ 3304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4" y="6492"/>
                    </a:moveTo>
                    <a:cubicBezTo>
                      <a:pt x="4145" y="6492"/>
                      <a:pt x="4952" y="6157"/>
                      <a:pt x="5546" y="5562"/>
                    </a:cubicBezTo>
                    <a:cubicBezTo>
                      <a:pt x="6141" y="4967"/>
                      <a:pt x="6475" y="4160"/>
                      <a:pt x="6475" y="3319"/>
                    </a:cubicBezTo>
                    <a:cubicBezTo>
                      <a:pt x="6475" y="2478"/>
                      <a:pt x="6141" y="1670"/>
                      <a:pt x="5546" y="1076"/>
                    </a:cubicBezTo>
                    <a:cubicBezTo>
                      <a:pt x="4952" y="481"/>
                      <a:pt x="4145" y="146"/>
                      <a:pt x="3304" y="146"/>
                    </a:cubicBezTo>
                    <a:cubicBezTo>
                      <a:pt x="2463" y="146"/>
                      <a:pt x="1656" y="481"/>
                      <a:pt x="1061" y="1076"/>
                    </a:cubicBezTo>
                    <a:cubicBezTo>
                      <a:pt x="466" y="1670"/>
                      <a:pt x="132" y="2478"/>
                      <a:pt x="132" y="3319"/>
                    </a:cubicBezTo>
                    <a:cubicBezTo>
                      <a:pt x="132" y="4160"/>
                      <a:pt x="466" y="4967"/>
                      <a:pt x="1061" y="5562"/>
                    </a:cubicBezTo>
                    <a:cubicBezTo>
                      <a:pt x="1656" y="6157"/>
                      <a:pt x="2463" y="6492"/>
                      <a:pt x="3304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40" name="Freeform: Shape 10639">
                <a:extLst>
                  <a:ext uri="{FF2B5EF4-FFF2-40B4-BE49-F238E27FC236}">
                    <a16:creationId xmlns:a16="http://schemas.microsoft.com/office/drawing/2014/main" id="{A2BC704C-9E91-3484-558D-85CF2A4D0C15}"/>
                  </a:ext>
                </a:extLst>
              </p:cNvPr>
              <p:cNvSpPr/>
              <p:nvPr/>
            </p:nvSpPr>
            <p:spPr>
              <a:xfrm>
                <a:off x="8088582" y="5327338"/>
                <a:ext cx="6343" cy="6345"/>
              </a:xfrm>
              <a:custGeom>
                <a:avLst/>
                <a:gdLst>
                  <a:gd name="connsiteX0" fmla="*/ 3304 w 6343"/>
                  <a:gd name="connsiteY0" fmla="*/ 6491 h 6345"/>
                  <a:gd name="connsiteX1" fmla="*/ 5547 w 6343"/>
                  <a:gd name="connsiteY1" fmla="*/ 5562 h 6345"/>
                  <a:gd name="connsiteX2" fmla="*/ 6476 w 6343"/>
                  <a:gd name="connsiteY2" fmla="*/ 3318 h 6345"/>
                  <a:gd name="connsiteX3" fmla="*/ 5547 w 6343"/>
                  <a:gd name="connsiteY3" fmla="*/ 1075 h 6345"/>
                  <a:gd name="connsiteX4" fmla="*/ 3304 w 6343"/>
                  <a:gd name="connsiteY4" fmla="*/ 146 h 6345"/>
                  <a:gd name="connsiteX5" fmla="*/ 1061 w 6343"/>
                  <a:gd name="connsiteY5" fmla="*/ 1075 h 6345"/>
                  <a:gd name="connsiteX6" fmla="*/ 132 w 6343"/>
                  <a:gd name="connsiteY6" fmla="*/ 3318 h 6345"/>
                  <a:gd name="connsiteX7" fmla="*/ 1061 w 6343"/>
                  <a:gd name="connsiteY7" fmla="*/ 5562 h 6345"/>
                  <a:gd name="connsiteX8" fmla="*/ 3304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4" y="6491"/>
                    </a:moveTo>
                    <a:cubicBezTo>
                      <a:pt x="4145" y="6491"/>
                      <a:pt x="4952" y="6157"/>
                      <a:pt x="5547" y="5562"/>
                    </a:cubicBezTo>
                    <a:cubicBezTo>
                      <a:pt x="6141" y="4967"/>
                      <a:pt x="6476" y="4160"/>
                      <a:pt x="6476" y="3318"/>
                    </a:cubicBezTo>
                    <a:cubicBezTo>
                      <a:pt x="6476" y="2477"/>
                      <a:pt x="6141" y="1670"/>
                      <a:pt x="5547" y="1075"/>
                    </a:cubicBezTo>
                    <a:cubicBezTo>
                      <a:pt x="4952" y="480"/>
                      <a:pt x="4145" y="146"/>
                      <a:pt x="3304" y="146"/>
                    </a:cubicBezTo>
                    <a:cubicBezTo>
                      <a:pt x="2463" y="146"/>
                      <a:pt x="1656" y="480"/>
                      <a:pt x="1061" y="1075"/>
                    </a:cubicBezTo>
                    <a:cubicBezTo>
                      <a:pt x="467" y="1670"/>
                      <a:pt x="132" y="2477"/>
                      <a:pt x="132" y="3318"/>
                    </a:cubicBezTo>
                    <a:cubicBezTo>
                      <a:pt x="132" y="4160"/>
                      <a:pt x="467" y="4967"/>
                      <a:pt x="1061" y="5562"/>
                    </a:cubicBezTo>
                    <a:cubicBezTo>
                      <a:pt x="1656" y="6157"/>
                      <a:pt x="2463" y="6491"/>
                      <a:pt x="3304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41" name="Freeform: Shape 10640">
                <a:extLst>
                  <a:ext uri="{FF2B5EF4-FFF2-40B4-BE49-F238E27FC236}">
                    <a16:creationId xmlns:a16="http://schemas.microsoft.com/office/drawing/2014/main" id="{B388E06A-45D0-B533-D74B-3EB47EED2FB8}"/>
                  </a:ext>
                </a:extLst>
              </p:cNvPr>
              <p:cNvSpPr/>
              <p:nvPr/>
            </p:nvSpPr>
            <p:spPr>
              <a:xfrm>
                <a:off x="8088779" y="5319009"/>
                <a:ext cx="6343" cy="6345"/>
              </a:xfrm>
              <a:custGeom>
                <a:avLst/>
                <a:gdLst>
                  <a:gd name="connsiteX0" fmla="*/ 3304 w 6343"/>
                  <a:gd name="connsiteY0" fmla="*/ 6490 h 6345"/>
                  <a:gd name="connsiteX1" fmla="*/ 5547 w 6343"/>
                  <a:gd name="connsiteY1" fmla="*/ 5561 h 6345"/>
                  <a:gd name="connsiteX2" fmla="*/ 6476 w 6343"/>
                  <a:gd name="connsiteY2" fmla="*/ 3318 h 6345"/>
                  <a:gd name="connsiteX3" fmla="*/ 5547 w 6343"/>
                  <a:gd name="connsiteY3" fmla="*/ 1074 h 6345"/>
                  <a:gd name="connsiteX4" fmla="*/ 3304 w 6343"/>
                  <a:gd name="connsiteY4" fmla="*/ 145 h 6345"/>
                  <a:gd name="connsiteX5" fmla="*/ 1061 w 6343"/>
                  <a:gd name="connsiteY5" fmla="*/ 1074 h 6345"/>
                  <a:gd name="connsiteX6" fmla="*/ 132 w 6343"/>
                  <a:gd name="connsiteY6" fmla="*/ 3318 h 6345"/>
                  <a:gd name="connsiteX7" fmla="*/ 1061 w 6343"/>
                  <a:gd name="connsiteY7" fmla="*/ 5561 h 6345"/>
                  <a:gd name="connsiteX8" fmla="*/ 3304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4" y="6490"/>
                    </a:moveTo>
                    <a:cubicBezTo>
                      <a:pt x="4145" y="6490"/>
                      <a:pt x="4952" y="6156"/>
                      <a:pt x="5547" y="5561"/>
                    </a:cubicBezTo>
                    <a:cubicBezTo>
                      <a:pt x="6141" y="4966"/>
                      <a:pt x="6476" y="4159"/>
                      <a:pt x="6476" y="3318"/>
                    </a:cubicBezTo>
                    <a:cubicBezTo>
                      <a:pt x="6476" y="2476"/>
                      <a:pt x="6141" y="1669"/>
                      <a:pt x="5547" y="1074"/>
                    </a:cubicBezTo>
                    <a:cubicBezTo>
                      <a:pt x="4952" y="479"/>
                      <a:pt x="4145" y="145"/>
                      <a:pt x="3304" y="145"/>
                    </a:cubicBezTo>
                    <a:cubicBezTo>
                      <a:pt x="2463" y="145"/>
                      <a:pt x="1656" y="479"/>
                      <a:pt x="1061" y="1074"/>
                    </a:cubicBezTo>
                    <a:cubicBezTo>
                      <a:pt x="467" y="1669"/>
                      <a:pt x="132" y="2476"/>
                      <a:pt x="132" y="3318"/>
                    </a:cubicBezTo>
                    <a:cubicBezTo>
                      <a:pt x="132" y="4159"/>
                      <a:pt x="467" y="4966"/>
                      <a:pt x="1061" y="5561"/>
                    </a:cubicBezTo>
                    <a:cubicBezTo>
                      <a:pt x="1656" y="6156"/>
                      <a:pt x="2463" y="6490"/>
                      <a:pt x="3304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42" name="Freeform: Shape 10641">
                <a:extLst>
                  <a:ext uri="{FF2B5EF4-FFF2-40B4-BE49-F238E27FC236}">
                    <a16:creationId xmlns:a16="http://schemas.microsoft.com/office/drawing/2014/main" id="{156E2900-1E36-1E40-BE4A-AD9C7A1FC0C6}"/>
                  </a:ext>
                </a:extLst>
              </p:cNvPr>
              <p:cNvSpPr/>
              <p:nvPr/>
            </p:nvSpPr>
            <p:spPr>
              <a:xfrm>
                <a:off x="8095043" y="5302326"/>
                <a:ext cx="6343" cy="6345"/>
              </a:xfrm>
              <a:custGeom>
                <a:avLst/>
                <a:gdLst>
                  <a:gd name="connsiteX0" fmla="*/ 3304 w 6343"/>
                  <a:gd name="connsiteY0" fmla="*/ 6489 h 6345"/>
                  <a:gd name="connsiteX1" fmla="*/ 5547 w 6343"/>
                  <a:gd name="connsiteY1" fmla="*/ 5560 h 6345"/>
                  <a:gd name="connsiteX2" fmla="*/ 6476 w 6343"/>
                  <a:gd name="connsiteY2" fmla="*/ 3316 h 6345"/>
                  <a:gd name="connsiteX3" fmla="*/ 5547 w 6343"/>
                  <a:gd name="connsiteY3" fmla="*/ 1073 h 6345"/>
                  <a:gd name="connsiteX4" fmla="*/ 3304 w 6343"/>
                  <a:gd name="connsiteY4" fmla="*/ 144 h 6345"/>
                  <a:gd name="connsiteX5" fmla="*/ 1062 w 6343"/>
                  <a:gd name="connsiteY5" fmla="*/ 1073 h 6345"/>
                  <a:gd name="connsiteX6" fmla="*/ 133 w 6343"/>
                  <a:gd name="connsiteY6" fmla="*/ 3316 h 6345"/>
                  <a:gd name="connsiteX7" fmla="*/ 1062 w 6343"/>
                  <a:gd name="connsiteY7" fmla="*/ 5560 h 6345"/>
                  <a:gd name="connsiteX8" fmla="*/ 3304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4" y="6489"/>
                    </a:moveTo>
                    <a:cubicBezTo>
                      <a:pt x="4146" y="6489"/>
                      <a:pt x="4952" y="6155"/>
                      <a:pt x="5547" y="5560"/>
                    </a:cubicBezTo>
                    <a:cubicBezTo>
                      <a:pt x="6142" y="4965"/>
                      <a:pt x="6476" y="4158"/>
                      <a:pt x="6476" y="3316"/>
                    </a:cubicBezTo>
                    <a:cubicBezTo>
                      <a:pt x="6476" y="2475"/>
                      <a:pt x="6142" y="1668"/>
                      <a:pt x="5547" y="1073"/>
                    </a:cubicBezTo>
                    <a:cubicBezTo>
                      <a:pt x="4952" y="478"/>
                      <a:pt x="4146" y="144"/>
                      <a:pt x="3304" y="144"/>
                    </a:cubicBezTo>
                    <a:cubicBezTo>
                      <a:pt x="2463" y="144"/>
                      <a:pt x="1657" y="478"/>
                      <a:pt x="1062" y="1073"/>
                    </a:cubicBezTo>
                    <a:cubicBezTo>
                      <a:pt x="467" y="1668"/>
                      <a:pt x="133" y="2475"/>
                      <a:pt x="133" y="3316"/>
                    </a:cubicBezTo>
                    <a:cubicBezTo>
                      <a:pt x="133" y="4158"/>
                      <a:pt x="467" y="4965"/>
                      <a:pt x="1062" y="5560"/>
                    </a:cubicBezTo>
                    <a:cubicBezTo>
                      <a:pt x="1657" y="6155"/>
                      <a:pt x="2463" y="6489"/>
                      <a:pt x="3304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43" name="Freeform: Shape 10642">
                <a:extLst>
                  <a:ext uri="{FF2B5EF4-FFF2-40B4-BE49-F238E27FC236}">
                    <a16:creationId xmlns:a16="http://schemas.microsoft.com/office/drawing/2014/main" id="{9DE2F247-C559-D680-E9B7-E3E4351AC982}"/>
                  </a:ext>
                </a:extLst>
              </p:cNvPr>
              <p:cNvSpPr/>
              <p:nvPr/>
            </p:nvSpPr>
            <p:spPr>
              <a:xfrm>
                <a:off x="8508531" y="5294053"/>
                <a:ext cx="6343" cy="6345"/>
              </a:xfrm>
              <a:custGeom>
                <a:avLst/>
                <a:gdLst>
                  <a:gd name="connsiteX0" fmla="*/ 3337 w 6343"/>
                  <a:gd name="connsiteY0" fmla="*/ 6488 h 6345"/>
                  <a:gd name="connsiteX1" fmla="*/ 5580 w 6343"/>
                  <a:gd name="connsiteY1" fmla="*/ 5559 h 6345"/>
                  <a:gd name="connsiteX2" fmla="*/ 6509 w 6343"/>
                  <a:gd name="connsiteY2" fmla="*/ 3316 h 6345"/>
                  <a:gd name="connsiteX3" fmla="*/ 5580 w 6343"/>
                  <a:gd name="connsiteY3" fmla="*/ 1072 h 6345"/>
                  <a:gd name="connsiteX4" fmla="*/ 3337 w 6343"/>
                  <a:gd name="connsiteY4" fmla="*/ 143 h 6345"/>
                  <a:gd name="connsiteX5" fmla="*/ 1094 w 6343"/>
                  <a:gd name="connsiteY5" fmla="*/ 1072 h 6345"/>
                  <a:gd name="connsiteX6" fmla="*/ 165 w 6343"/>
                  <a:gd name="connsiteY6" fmla="*/ 3316 h 6345"/>
                  <a:gd name="connsiteX7" fmla="*/ 1094 w 6343"/>
                  <a:gd name="connsiteY7" fmla="*/ 5559 h 6345"/>
                  <a:gd name="connsiteX8" fmla="*/ 3337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7" y="6488"/>
                    </a:moveTo>
                    <a:cubicBezTo>
                      <a:pt x="4178" y="6488"/>
                      <a:pt x="4985" y="6154"/>
                      <a:pt x="5580" y="5559"/>
                    </a:cubicBezTo>
                    <a:cubicBezTo>
                      <a:pt x="6174" y="4964"/>
                      <a:pt x="6509" y="4157"/>
                      <a:pt x="6509" y="3316"/>
                    </a:cubicBezTo>
                    <a:cubicBezTo>
                      <a:pt x="6509" y="2474"/>
                      <a:pt x="6174" y="1667"/>
                      <a:pt x="5580" y="1072"/>
                    </a:cubicBezTo>
                    <a:cubicBezTo>
                      <a:pt x="4985" y="477"/>
                      <a:pt x="4178" y="143"/>
                      <a:pt x="3337" y="143"/>
                    </a:cubicBezTo>
                    <a:cubicBezTo>
                      <a:pt x="2496" y="143"/>
                      <a:pt x="1689" y="477"/>
                      <a:pt x="1094" y="1072"/>
                    </a:cubicBezTo>
                    <a:cubicBezTo>
                      <a:pt x="500" y="1667"/>
                      <a:pt x="165" y="2474"/>
                      <a:pt x="165" y="3316"/>
                    </a:cubicBezTo>
                    <a:cubicBezTo>
                      <a:pt x="165" y="4157"/>
                      <a:pt x="500" y="4964"/>
                      <a:pt x="1094" y="5559"/>
                    </a:cubicBezTo>
                    <a:cubicBezTo>
                      <a:pt x="1689" y="6154"/>
                      <a:pt x="2496" y="6488"/>
                      <a:pt x="3337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44" name="Freeform: Shape 10643">
                <a:extLst>
                  <a:ext uri="{FF2B5EF4-FFF2-40B4-BE49-F238E27FC236}">
                    <a16:creationId xmlns:a16="http://schemas.microsoft.com/office/drawing/2014/main" id="{AE6F63B7-E1AA-1FA3-1998-DD9A9B162870}"/>
                  </a:ext>
                </a:extLst>
              </p:cNvPr>
              <p:cNvSpPr/>
              <p:nvPr/>
            </p:nvSpPr>
            <p:spPr>
              <a:xfrm>
                <a:off x="8506907" y="5282543"/>
                <a:ext cx="6343" cy="6345"/>
              </a:xfrm>
              <a:custGeom>
                <a:avLst/>
                <a:gdLst>
                  <a:gd name="connsiteX0" fmla="*/ 3337 w 6343"/>
                  <a:gd name="connsiteY0" fmla="*/ 6487 h 6345"/>
                  <a:gd name="connsiteX1" fmla="*/ 5580 w 6343"/>
                  <a:gd name="connsiteY1" fmla="*/ 5558 h 6345"/>
                  <a:gd name="connsiteX2" fmla="*/ 6508 w 6343"/>
                  <a:gd name="connsiteY2" fmla="*/ 3315 h 6345"/>
                  <a:gd name="connsiteX3" fmla="*/ 5580 w 6343"/>
                  <a:gd name="connsiteY3" fmla="*/ 1071 h 6345"/>
                  <a:gd name="connsiteX4" fmla="*/ 3337 w 6343"/>
                  <a:gd name="connsiteY4" fmla="*/ 142 h 6345"/>
                  <a:gd name="connsiteX5" fmla="*/ 1094 w 6343"/>
                  <a:gd name="connsiteY5" fmla="*/ 1071 h 6345"/>
                  <a:gd name="connsiteX6" fmla="*/ 165 w 6343"/>
                  <a:gd name="connsiteY6" fmla="*/ 3315 h 6345"/>
                  <a:gd name="connsiteX7" fmla="*/ 1094 w 6343"/>
                  <a:gd name="connsiteY7" fmla="*/ 5558 h 6345"/>
                  <a:gd name="connsiteX8" fmla="*/ 3337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7" y="6487"/>
                    </a:moveTo>
                    <a:cubicBezTo>
                      <a:pt x="4178" y="6487"/>
                      <a:pt x="4985" y="6153"/>
                      <a:pt x="5580" y="5558"/>
                    </a:cubicBezTo>
                    <a:cubicBezTo>
                      <a:pt x="6174" y="4963"/>
                      <a:pt x="6508" y="4156"/>
                      <a:pt x="6508" y="3315"/>
                    </a:cubicBezTo>
                    <a:cubicBezTo>
                      <a:pt x="6508" y="2473"/>
                      <a:pt x="6174" y="1666"/>
                      <a:pt x="5580" y="1071"/>
                    </a:cubicBezTo>
                    <a:cubicBezTo>
                      <a:pt x="4985" y="476"/>
                      <a:pt x="4178" y="142"/>
                      <a:pt x="3337" y="142"/>
                    </a:cubicBezTo>
                    <a:cubicBezTo>
                      <a:pt x="2496" y="142"/>
                      <a:pt x="1689" y="476"/>
                      <a:pt x="1094" y="1071"/>
                    </a:cubicBezTo>
                    <a:cubicBezTo>
                      <a:pt x="500" y="1666"/>
                      <a:pt x="165" y="2473"/>
                      <a:pt x="165" y="3315"/>
                    </a:cubicBezTo>
                    <a:cubicBezTo>
                      <a:pt x="165" y="4156"/>
                      <a:pt x="500" y="4963"/>
                      <a:pt x="1094" y="5558"/>
                    </a:cubicBezTo>
                    <a:cubicBezTo>
                      <a:pt x="1689" y="6153"/>
                      <a:pt x="2496" y="6487"/>
                      <a:pt x="3337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45" name="Freeform: Shape 10644">
                <a:extLst>
                  <a:ext uri="{FF2B5EF4-FFF2-40B4-BE49-F238E27FC236}">
                    <a16:creationId xmlns:a16="http://schemas.microsoft.com/office/drawing/2014/main" id="{ADB8BC45-610E-A52B-8007-C3D575569E1B}"/>
                  </a:ext>
                </a:extLst>
              </p:cNvPr>
              <p:cNvSpPr/>
              <p:nvPr/>
            </p:nvSpPr>
            <p:spPr>
              <a:xfrm>
                <a:off x="8188931" y="5270925"/>
                <a:ext cx="6343" cy="6345"/>
              </a:xfrm>
              <a:custGeom>
                <a:avLst/>
                <a:gdLst>
                  <a:gd name="connsiteX0" fmla="*/ 3312 w 6343"/>
                  <a:gd name="connsiteY0" fmla="*/ 6487 h 6345"/>
                  <a:gd name="connsiteX1" fmla="*/ 5554 w 6343"/>
                  <a:gd name="connsiteY1" fmla="*/ 5557 h 6345"/>
                  <a:gd name="connsiteX2" fmla="*/ 6483 w 6343"/>
                  <a:gd name="connsiteY2" fmla="*/ 3314 h 6345"/>
                  <a:gd name="connsiteX3" fmla="*/ 5554 w 6343"/>
                  <a:gd name="connsiteY3" fmla="*/ 1070 h 6345"/>
                  <a:gd name="connsiteX4" fmla="*/ 3312 w 6343"/>
                  <a:gd name="connsiteY4" fmla="*/ 141 h 6345"/>
                  <a:gd name="connsiteX5" fmla="*/ 1069 w 6343"/>
                  <a:gd name="connsiteY5" fmla="*/ 1070 h 6345"/>
                  <a:gd name="connsiteX6" fmla="*/ 140 w 6343"/>
                  <a:gd name="connsiteY6" fmla="*/ 3314 h 6345"/>
                  <a:gd name="connsiteX7" fmla="*/ 1069 w 6343"/>
                  <a:gd name="connsiteY7" fmla="*/ 5557 h 6345"/>
                  <a:gd name="connsiteX8" fmla="*/ 3312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2" y="6487"/>
                    </a:moveTo>
                    <a:cubicBezTo>
                      <a:pt x="4153" y="6487"/>
                      <a:pt x="4960" y="6152"/>
                      <a:pt x="5554" y="5557"/>
                    </a:cubicBezTo>
                    <a:cubicBezTo>
                      <a:pt x="6149" y="4962"/>
                      <a:pt x="6483" y="4155"/>
                      <a:pt x="6483" y="3314"/>
                    </a:cubicBezTo>
                    <a:cubicBezTo>
                      <a:pt x="6483" y="2472"/>
                      <a:pt x="6149" y="1665"/>
                      <a:pt x="5554" y="1070"/>
                    </a:cubicBezTo>
                    <a:cubicBezTo>
                      <a:pt x="4960" y="475"/>
                      <a:pt x="4153" y="141"/>
                      <a:pt x="3312" y="141"/>
                    </a:cubicBezTo>
                    <a:cubicBezTo>
                      <a:pt x="2471" y="141"/>
                      <a:pt x="1664" y="475"/>
                      <a:pt x="1069" y="1070"/>
                    </a:cubicBezTo>
                    <a:cubicBezTo>
                      <a:pt x="474" y="1665"/>
                      <a:pt x="140" y="2472"/>
                      <a:pt x="140" y="3314"/>
                    </a:cubicBezTo>
                    <a:cubicBezTo>
                      <a:pt x="140" y="4155"/>
                      <a:pt x="474" y="4962"/>
                      <a:pt x="1069" y="5557"/>
                    </a:cubicBezTo>
                    <a:cubicBezTo>
                      <a:pt x="1664" y="6152"/>
                      <a:pt x="2471" y="6487"/>
                      <a:pt x="3312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46" name="Freeform: Shape 10645">
                <a:extLst>
                  <a:ext uri="{FF2B5EF4-FFF2-40B4-BE49-F238E27FC236}">
                    <a16:creationId xmlns:a16="http://schemas.microsoft.com/office/drawing/2014/main" id="{8BCF36AB-ABB6-6BC3-41AE-765AAF54D442}"/>
                  </a:ext>
                </a:extLst>
              </p:cNvPr>
              <p:cNvSpPr/>
              <p:nvPr/>
            </p:nvSpPr>
            <p:spPr>
              <a:xfrm>
                <a:off x="8187465" y="5263179"/>
                <a:ext cx="6343" cy="6345"/>
              </a:xfrm>
              <a:custGeom>
                <a:avLst/>
                <a:gdLst>
                  <a:gd name="connsiteX0" fmla="*/ 3312 w 6343"/>
                  <a:gd name="connsiteY0" fmla="*/ 6486 h 6345"/>
                  <a:gd name="connsiteX1" fmla="*/ 5554 w 6343"/>
                  <a:gd name="connsiteY1" fmla="*/ 5557 h 6345"/>
                  <a:gd name="connsiteX2" fmla="*/ 6483 w 6343"/>
                  <a:gd name="connsiteY2" fmla="*/ 3313 h 6345"/>
                  <a:gd name="connsiteX3" fmla="*/ 5554 w 6343"/>
                  <a:gd name="connsiteY3" fmla="*/ 1070 h 6345"/>
                  <a:gd name="connsiteX4" fmla="*/ 3312 w 6343"/>
                  <a:gd name="connsiteY4" fmla="*/ 141 h 6345"/>
                  <a:gd name="connsiteX5" fmla="*/ 1069 w 6343"/>
                  <a:gd name="connsiteY5" fmla="*/ 1070 h 6345"/>
                  <a:gd name="connsiteX6" fmla="*/ 140 w 6343"/>
                  <a:gd name="connsiteY6" fmla="*/ 3313 h 6345"/>
                  <a:gd name="connsiteX7" fmla="*/ 1069 w 6343"/>
                  <a:gd name="connsiteY7" fmla="*/ 5557 h 6345"/>
                  <a:gd name="connsiteX8" fmla="*/ 3312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2" y="6486"/>
                    </a:moveTo>
                    <a:cubicBezTo>
                      <a:pt x="4153" y="6486"/>
                      <a:pt x="4960" y="6152"/>
                      <a:pt x="5554" y="5557"/>
                    </a:cubicBezTo>
                    <a:cubicBezTo>
                      <a:pt x="6149" y="4962"/>
                      <a:pt x="6483" y="4155"/>
                      <a:pt x="6483" y="3313"/>
                    </a:cubicBezTo>
                    <a:cubicBezTo>
                      <a:pt x="6483" y="2472"/>
                      <a:pt x="6149" y="1665"/>
                      <a:pt x="5554" y="1070"/>
                    </a:cubicBezTo>
                    <a:cubicBezTo>
                      <a:pt x="4960" y="475"/>
                      <a:pt x="4153" y="141"/>
                      <a:pt x="3312" y="141"/>
                    </a:cubicBezTo>
                    <a:cubicBezTo>
                      <a:pt x="2471" y="141"/>
                      <a:pt x="1664" y="475"/>
                      <a:pt x="1069" y="1070"/>
                    </a:cubicBezTo>
                    <a:cubicBezTo>
                      <a:pt x="474" y="1665"/>
                      <a:pt x="140" y="2472"/>
                      <a:pt x="140" y="3313"/>
                    </a:cubicBezTo>
                    <a:cubicBezTo>
                      <a:pt x="140" y="4155"/>
                      <a:pt x="474" y="4962"/>
                      <a:pt x="1069" y="5557"/>
                    </a:cubicBezTo>
                    <a:cubicBezTo>
                      <a:pt x="1664" y="6152"/>
                      <a:pt x="2471" y="6486"/>
                      <a:pt x="3312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47" name="Freeform: Shape 10646">
                <a:extLst>
                  <a:ext uri="{FF2B5EF4-FFF2-40B4-BE49-F238E27FC236}">
                    <a16:creationId xmlns:a16="http://schemas.microsoft.com/office/drawing/2014/main" id="{2BA32356-F379-B0C5-4A6B-F1A1147929B2}"/>
                  </a:ext>
                </a:extLst>
              </p:cNvPr>
              <p:cNvSpPr/>
              <p:nvPr/>
            </p:nvSpPr>
            <p:spPr>
              <a:xfrm>
                <a:off x="8185985" y="5255412"/>
                <a:ext cx="6343" cy="6345"/>
              </a:xfrm>
              <a:custGeom>
                <a:avLst/>
                <a:gdLst>
                  <a:gd name="connsiteX0" fmla="*/ 3312 w 6343"/>
                  <a:gd name="connsiteY0" fmla="*/ 6485 h 6345"/>
                  <a:gd name="connsiteX1" fmla="*/ 5554 w 6343"/>
                  <a:gd name="connsiteY1" fmla="*/ 5556 h 6345"/>
                  <a:gd name="connsiteX2" fmla="*/ 6483 w 6343"/>
                  <a:gd name="connsiteY2" fmla="*/ 3313 h 6345"/>
                  <a:gd name="connsiteX3" fmla="*/ 5554 w 6343"/>
                  <a:gd name="connsiteY3" fmla="*/ 1069 h 6345"/>
                  <a:gd name="connsiteX4" fmla="*/ 3312 w 6343"/>
                  <a:gd name="connsiteY4" fmla="*/ 140 h 6345"/>
                  <a:gd name="connsiteX5" fmla="*/ 1069 w 6343"/>
                  <a:gd name="connsiteY5" fmla="*/ 1069 h 6345"/>
                  <a:gd name="connsiteX6" fmla="*/ 140 w 6343"/>
                  <a:gd name="connsiteY6" fmla="*/ 3313 h 6345"/>
                  <a:gd name="connsiteX7" fmla="*/ 1069 w 6343"/>
                  <a:gd name="connsiteY7" fmla="*/ 5556 h 6345"/>
                  <a:gd name="connsiteX8" fmla="*/ 3312 w 6343"/>
                  <a:gd name="connsiteY8" fmla="*/ 64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2" y="6485"/>
                    </a:moveTo>
                    <a:cubicBezTo>
                      <a:pt x="4153" y="6485"/>
                      <a:pt x="4960" y="6151"/>
                      <a:pt x="5554" y="5556"/>
                    </a:cubicBezTo>
                    <a:cubicBezTo>
                      <a:pt x="6149" y="4961"/>
                      <a:pt x="6483" y="4154"/>
                      <a:pt x="6483" y="3313"/>
                    </a:cubicBezTo>
                    <a:cubicBezTo>
                      <a:pt x="6483" y="2471"/>
                      <a:pt x="6149" y="1664"/>
                      <a:pt x="5554" y="1069"/>
                    </a:cubicBezTo>
                    <a:cubicBezTo>
                      <a:pt x="4960" y="474"/>
                      <a:pt x="4153" y="140"/>
                      <a:pt x="3312" y="140"/>
                    </a:cubicBezTo>
                    <a:cubicBezTo>
                      <a:pt x="2471" y="140"/>
                      <a:pt x="1664" y="474"/>
                      <a:pt x="1069" y="1069"/>
                    </a:cubicBezTo>
                    <a:cubicBezTo>
                      <a:pt x="474" y="1664"/>
                      <a:pt x="140" y="2471"/>
                      <a:pt x="140" y="3313"/>
                    </a:cubicBezTo>
                    <a:cubicBezTo>
                      <a:pt x="140" y="4154"/>
                      <a:pt x="474" y="4961"/>
                      <a:pt x="1069" y="5556"/>
                    </a:cubicBezTo>
                    <a:cubicBezTo>
                      <a:pt x="1664" y="6151"/>
                      <a:pt x="2471" y="6485"/>
                      <a:pt x="3312" y="6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48" name="Freeform: Shape 10647">
                <a:extLst>
                  <a:ext uri="{FF2B5EF4-FFF2-40B4-BE49-F238E27FC236}">
                    <a16:creationId xmlns:a16="http://schemas.microsoft.com/office/drawing/2014/main" id="{308DEE6C-A268-44A7-C11E-FA49C17F61FE}"/>
                  </a:ext>
                </a:extLst>
              </p:cNvPr>
              <p:cNvSpPr/>
              <p:nvPr/>
            </p:nvSpPr>
            <p:spPr>
              <a:xfrm>
                <a:off x="8048361" y="5156497"/>
                <a:ext cx="6343" cy="6345"/>
              </a:xfrm>
              <a:custGeom>
                <a:avLst/>
                <a:gdLst>
                  <a:gd name="connsiteX0" fmla="*/ 3301 w 6343"/>
                  <a:gd name="connsiteY0" fmla="*/ 6478 h 6345"/>
                  <a:gd name="connsiteX1" fmla="*/ 5543 w 6343"/>
                  <a:gd name="connsiteY1" fmla="*/ 5548 h 6345"/>
                  <a:gd name="connsiteX2" fmla="*/ 6472 w 6343"/>
                  <a:gd name="connsiteY2" fmla="*/ 3305 h 6345"/>
                  <a:gd name="connsiteX3" fmla="*/ 5543 w 6343"/>
                  <a:gd name="connsiteY3" fmla="*/ 1061 h 6345"/>
                  <a:gd name="connsiteX4" fmla="*/ 3301 w 6343"/>
                  <a:gd name="connsiteY4" fmla="*/ 132 h 6345"/>
                  <a:gd name="connsiteX5" fmla="*/ 1058 w 6343"/>
                  <a:gd name="connsiteY5" fmla="*/ 1061 h 6345"/>
                  <a:gd name="connsiteX6" fmla="*/ 129 w 6343"/>
                  <a:gd name="connsiteY6" fmla="*/ 3305 h 6345"/>
                  <a:gd name="connsiteX7" fmla="*/ 1058 w 6343"/>
                  <a:gd name="connsiteY7" fmla="*/ 5548 h 6345"/>
                  <a:gd name="connsiteX8" fmla="*/ 33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1" y="6478"/>
                    </a:moveTo>
                    <a:cubicBezTo>
                      <a:pt x="4142" y="6478"/>
                      <a:pt x="4949" y="6143"/>
                      <a:pt x="5543" y="5548"/>
                    </a:cubicBezTo>
                    <a:cubicBezTo>
                      <a:pt x="6138" y="4953"/>
                      <a:pt x="6472" y="4146"/>
                      <a:pt x="6472" y="3305"/>
                    </a:cubicBezTo>
                    <a:cubicBezTo>
                      <a:pt x="6472" y="2463"/>
                      <a:pt x="6138" y="1656"/>
                      <a:pt x="5543" y="1061"/>
                    </a:cubicBezTo>
                    <a:cubicBezTo>
                      <a:pt x="4949" y="466"/>
                      <a:pt x="4142" y="132"/>
                      <a:pt x="3301" y="132"/>
                    </a:cubicBezTo>
                    <a:cubicBezTo>
                      <a:pt x="2460" y="132"/>
                      <a:pt x="1653" y="466"/>
                      <a:pt x="1058" y="1061"/>
                    </a:cubicBezTo>
                    <a:cubicBezTo>
                      <a:pt x="463" y="1656"/>
                      <a:pt x="129" y="2463"/>
                      <a:pt x="129" y="3305"/>
                    </a:cubicBezTo>
                    <a:cubicBezTo>
                      <a:pt x="129" y="4146"/>
                      <a:pt x="463" y="4953"/>
                      <a:pt x="1058" y="5548"/>
                    </a:cubicBezTo>
                    <a:cubicBezTo>
                      <a:pt x="1653" y="6143"/>
                      <a:pt x="2460" y="6478"/>
                      <a:pt x="33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49" name="Freeform: Shape 10648">
                <a:extLst>
                  <a:ext uri="{FF2B5EF4-FFF2-40B4-BE49-F238E27FC236}">
                    <a16:creationId xmlns:a16="http://schemas.microsoft.com/office/drawing/2014/main" id="{C585434F-C37D-1512-9A2F-32ED2B9D411F}"/>
                  </a:ext>
                </a:extLst>
              </p:cNvPr>
              <p:cNvSpPr/>
              <p:nvPr/>
            </p:nvSpPr>
            <p:spPr>
              <a:xfrm>
                <a:off x="8202849" y="5156313"/>
                <a:ext cx="6343" cy="6345"/>
              </a:xfrm>
              <a:custGeom>
                <a:avLst/>
                <a:gdLst>
                  <a:gd name="connsiteX0" fmla="*/ 3313 w 6343"/>
                  <a:gd name="connsiteY0" fmla="*/ 6478 h 6345"/>
                  <a:gd name="connsiteX1" fmla="*/ 5556 w 6343"/>
                  <a:gd name="connsiteY1" fmla="*/ 5548 h 6345"/>
                  <a:gd name="connsiteX2" fmla="*/ 6485 w 6343"/>
                  <a:gd name="connsiteY2" fmla="*/ 3305 h 6345"/>
                  <a:gd name="connsiteX3" fmla="*/ 5556 w 6343"/>
                  <a:gd name="connsiteY3" fmla="*/ 1061 h 6345"/>
                  <a:gd name="connsiteX4" fmla="*/ 3313 w 6343"/>
                  <a:gd name="connsiteY4" fmla="*/ 132 h 6345"/>
                  <a:gd name="connsiteX5" fmla="*/ 1070 w 6343"/>
                  <a:gd name="connsiteY5" fmla="*/ 1061 h 6345"/>
                  <a:gd name="connsiteX6" fmla="*/ 141 w 6343"/>
                  <a:gd name="connsiteY6" fmla="*/ 3305 h 6345"/>
                  <a:gd name="connsiteX7" fmla="*/ 1070 w 6343"/>
                  <a:gd name="connsiteY7" fmla="*/ 5548 h 6345"/>
                  <a:gd name="connsiteX8" fmla="*/ 331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478"/>
                    </a:moveTo>
                    <a:cubicBezTo>
                      <a:pt x="4154" y="6478"/>
                      <a:pt x="4961" y="6143"/>
                      <a:pt x="5556" y="5548"/>
                    </a:cubicBezTo>
                    <a:cubicBezTo>
                      <a:pt x="6150" y="4953"/>
                      <a:pt x="6485" y="4146"/>
                      <a:pt x="6485" y="3305"/>
                    </a:cubicBezTo>
                    <a:cubicBezTo>
                      <a:pt x="6485" y="2463"/>
                      <a:pt x="6150" y="1656"/>
                      <a:pt x="5556" y="1061"/>
                    </a:cubicBezTo>
                    <a:cubicBezTo>
                      <a:pt x="4961" y="466"/>
                      <a:pt x="4154" y="132"/>
                      <a:pt x="3313" y="132"/>
                    </a:cubicBezTo>
                    <a:cubicBezTo>
                      <a:pt x="2472" y="132"/>
                      <a:pt x="1665" y="466"/>
                      <a:pt x="1070" y="1061"/>
                    </a:cubicBezTo>
                    <a:cubicBezTo>
                      <a:pt x="476" y="1656"/>
                      <a:pt x="141" y="2463"/>
                      <a:pt x="141" y="3305"/>
                    </a:cubicBezTo>
                    <a:cubicBezTo>
                      <a:pt x="141" y="4146"/>
                      <a:pt x="476" y="4953"/>
                      <a:pt x="1070" y="5548"/>
                    </a:cubicBezTo>
                    <a:cubicBezTo>
                      <a:pt x="1665" y="6143"/>
                      <a:pt x="2472" y="6478"/>
                      <a:pt x="331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50" name="Freeform: Shape 10649">
                <a:extLst>
                  <a:ext uri="{FF2B5EF4-FFF2-40B4-BE49-F238E27FC236}">
                    <a16:creationId xmlns:a16="http://schemas.microsoft.com/office/drawing/2014/main" id="{265657B3-1037-3341-CC5F-5F9C3735E911}"/>
                  </a:ext>
                </a:extLst>
              </p:cNvPr>
              <p:cNvSpPr/>
              <p:nvPr/>
            </p:nvSpPr>
            <p:spPr>
              <a:xfrm>
                <a:off x="8249761" y="5154090"/>
                <a:ext cx="6343" cy="6345"/>
              </a:xfrm>
              <a:custGeom>
                <a:avLst/>
                <a:gdLst>
                  <a:gd name="connsiteX0" fmla="*/ 3317 w 6343"/>
                  <a:gd name="connsiteY0" fmla="*/ 6477 h 6345"/>
                  <a:gd name="connsiteX1" fmla="*/ 5559 w 6343"/>
                  <a:gd name="connsiteY1" fmla="*/ 5548 h 6345"/>
                  <a:gd name="connsiteX2" fmla="*/ 6488 w 6343"/>
                  <a:gd name="connsiteY2" fmla="*/ 3305 h 6345"/>
                  <a:gd name="connsiteX3" fmla="*/ 5559 w 6343"/>
                  <a:gd name="connsiteY3" fmla="*/ 1061 h 6345"/>
                  <a:gd name="connsiteX4" fmla="*/ 3317 w 6343"/>
                  <a:gd name="connsiteY4" fmla="*/ 132 h 6345"/>
                  <a:gd name="connsiteX5" fmla="*/ 1074 w 6343"/>
                  <a:gd name="connsiteY5" fmla="*/ 1061 h 6345"/>
                  <a:gd name="connsiteX6" fmla="*/ 145 w 6343"/>
                  <a:gd name="connsiteY6" fmla="*/ 3305 h 6345"/>
                  <a:gd name="connsiteX7" fmla="*/ 1074 w 6343"/>
                  <a:gd name="connsiteY7" fmla="*/ 5548 h 6345"/>
                  <a:gd name="connsiteX8" fmla="*/ 33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7" y="6477"/>
                    </a:moveTo>
                    <a:cubicBezTo>
                      <a:pt x="4158" y="6477"/>
                      <a:pt x="4965" y="6143"/>
                      <a:pt x="5559" y="5548"/>
                    </a:cubicBezTo>
                    <a:cubicBezTo>
                      <a:pt x="6154" y="4953"/>
                      <a:pt x="6488" y="4146"/>
                      <a:pt x="6488" y="3305"/>
                    </a:cubicBezTo>
                    <a:cubicBezTo>
                      <a:pt x="6488" y="2463"/>
                      <a:pt x="6154" y="1656"/>
                      <a:pt x="5559" y="1061"/>
                    </a:cubicBezTo>
                    <a:cubicBezTo>
                      <a:pt x="4965" y="466"/>
                      <a:pt x="4158" y="132"/>
                      <a:pt x="3317" y="132"/>
                    </a:cubicBezTo>
                    <a:cubicBezTo>
                      <a:pt x="2476" y="132"/>
                      <a:pt x="1669" y="466"/>
                      <a:pt x="1074" y="1061"/>
                    </a:cubicBezTo>
                    <a:cubicBezTo>
                      <a:pt x="479" y="1656"/>
                      <a:pt x="145" y="2463"/>
                      <a:pt x="145" y="3305"/>
                    </a:cubicBezTo>
                    <a:cubicBezTo>
                      <a:pt x="145" y="4146"/>
                      <a:pt x="479" y="4953"/>
                      <a:pt x="1074" y="5548"/>
                    </a:cubicBezTo>
                    <a:cubicBezTo>
                      <a:pt x="1669" y="6143"/>
                      <a:pt x="2476" y="6477"/>
                      <a:pt x="33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51" name="Freeform: Shape 10650">
                <a:extLst>
                  <a:ext uri="{FF2B5EF4-FFF2-40B4-BE49-F238E27FC236}">
                    <a16:creationId xmlns:a16="http://schemas.microsoft.com/office/drawing/2014/main" id="{0D192482-330A-225E-50D5-2FC749DC93AD}"/>
                  </a:ext>
                </a:extLst>
              </p:cNvPr>
              <p:cNvSpPr/>
              <p:nvPr/>
            </p:nvSpPr>
            <p:spPr>
              <a:xfrm>
                <a:off x="8332764" y="5156895"/>
                <a:ext cx="6343" cy="6345"/>
              </a:xfrm>
              <a:custGeom>
                <a:avLst/>
                <a:gdLst>
                  <a:gd name="connsiteX0" fmla="*/ 3323 w 6343"/>
                  <a:gd name="connsiteY0" fmla="*/ 6478 h 6345"/>
                  <a:gd name="connsiteX1" fmla="*/ 5566 w 6343"/>
                  <a:gd name="connsiteY1" fmla="*/ 5548 h 6345"/>
                  <a:gd name="connsiteX2" fmla="*/ 6495 w 6343"/>
                  <a:gd name="connsiteY2" fmla="*/ 3305 h 6345"/>
                  <a:gd name="connsiteX3" fmla="*/ 5566 w 6343"/>
                  <a:gd name="connsiteY3" fmla="*/ 1061 h 6345"/>
                  <a:gd name="connsiteX4" fmla="*/ 3323 w 6343"/>
                  <a:gd name="connsiteY4" fmla="*/ 132 h 6345"/>
                  <a:gd name="connsiteX5" fmla="*/ 1081 w 6343"/>
                  <a:gd name="connsiteY5" fmla="*/ 1061 h 6345"/>
                  <a:gd name="connsiteX6" fmla="*/ 152 w 6343"/>
                  <a:gd name="connsiteY6" fmla="*/ 3305 h 6345"/>
                  <a:gd name="connsiteX7" fmla="*/ 1081 w 6343"/>
                  <a:gd name="connsiteY7" fmla="*/ 5548 h 6345"/>
                  <a:gd name="connsiteX8" fmla="*/ 33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3" y="6478"/>
                    </a:moveTo>
                    <a:cubicBezTo>
                      <a:pt x="4164" y="6478"/>
                      <a:pt x="4971" y="6143"/>
                      <a:pt x="5566" y="5548"/>
                    </a:cubicBezTo>
                    <a:cubicBezTo>
                      <a:pt x="6161" y="4953"/>
                      <a:pt x="6495" y="4146"/>
                      <a:pt x="6495" y="3305"/>
                    </a:cubicBezTo>
                    <a:cubicBezTo>
                      <a:pt x="6495" y="2463"/>
                      <a:pt x="6161" y="1656"/>
                      <a:pt x="5566" y="1061"/>
                    </a:cubicBezTo>
                    <a:cubicBezTo>
                      <a:pt x="4971" y="466"/>
                      <a:pt x="4164" y="132"/>
                      <a:pt x="3323" y="132"/>
                    </a:cubicBezTo>
                    <a:cubicBezTo>
                      <a:pt x="2482" y="132"/>
                      <a:pt x="1675" y="466"/>
                      <a:pt x="1081" y="1061"/>
                    </a:cubicBezTo>
                    <a:cubicBezTo>
                      <a:pt x="486" y="1656"/>
                      <a:pt x="152" y="2463"/>
                      <a:pt x="152" y="3305"/>
                    </a:cubicBezTo>
                    <a:cubicBezTo>
                      <a:pt x="152" y="4146"/>
                      <a:pt x="486" y="4953"/>
                      <a:pt x="1081" y="5548"/>
                    </a:cubicBezTo>
                    <a:cubicBezTo>
                      <a:pt x="1675" y="6143"/>
                      <a:pt x="2482" y="6478"/>
                      <a:pt x="33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52" name="Freeform: Shape 10651">
                <a:extLst>
                  <a:ext uri="{FF2B5EF4-FFF2-40B4-BE49-F238E27FC236}">
                    <a16:creationId xmlns:a16="http://schemas.microsoft.com/office/drawing/2014/main" id="{55B14777-947A-62E7-0713-C48353261C04}"/>
                  </a:ext>
                </a:extLst>
              </p:cNvPr>
              <p:cNvSpPr/>
              <p:nvPr/>
            </p:nvSpPr>
            <p:spPr>
              <a:xfrm>
                <a:off x="8398265" y="5158454"/>
                <a:ext cx="6343" cy="6345"/>
              </a:xfrm>
              <a:custGeom>
                <a:avLst/>
                <a:gdLst>
                  <a:gd name="connsiteX0" fmla="*/ 3328 w 6343"/>
                  <a:gd name="connsiteY0" fmla="*/ 6478 h 6345"/>
                  <a:gd name="connsiteX1" fmla="*/ 5571 w 6343"/>
                  <a:gd name="connsiteY1" fmla="*/ 5548 h 6345"/>
                  <a:gd name="connsiteX2" fmla="*/ 6500 w 6343"/>
                  <a:gd name="connsiteY2" fmla="*/ 3305 h 6345"/>
                  <a:gd name="connsiteX3" fmla="*/ 5571 w 6343"/>
                  <a:gd name="connsiteY3" fmla="*/ 1062 h 6345"/>
                  <a:gd name="connsiteX4" fmla="*/ 3328 w 6343"/>
                  <a:gd name="connsiteY4" fmla="*/ 132 h 6345"/>
                  <a:gd name="connsiteX5" fmla="*/ 1086 w 6343"/>
                  <a:gd name="connsiteY5" fmla="*/ 1062 h 6345"/>
                  <a:gd name="connsiteX6" fmla="*/ 157 w 6343"/>
                  <a:gd name="connsiteY6" fmla="*/ 3305 h 6345"/>
                  <a:gd name="connsiteX7" fmla="*/ 1086 w 6343"/>
                  <a:gd name="connsiteY7" fmla="*/ 5548 h 6345"/>
                  <a:gd name="connsiteX8" fmla="*/ 33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8" y="6478"/>
                    </a:moveTo>
                    <a:cubicBezTo>
                      <a:pt x="4169" y="6478"/>
                      <a:pt x="4976" y="6143"/>
                      <a:pt x="5571" y="5548"/>
                    </a:cubicBezTo>
                    <a:cubicBezTo>
                      <a:pt x="6166" y="4953"/>
                      <a:pt x="6500" y="4146"/>
                      <a:pt x="6500" y="3305"/>
                    </a:cubicBezTo>
                    <a:cubicBezTo>
                      <a:pt x="6500" y="2464"/>
                      <a:pt x="6166" y="1657"/>
                      <a:pt x="5571" y="1062"/>
                    </a:cubicBezTo>
                    <a:cubicBezTo>
                      <a:pt x="4976" y="467"/>
                      <a:pt x="4169" y="132"/>
                      <a:pt x="3328" y="132"/>
                    </a:cubicBezTo>
                    <a:cubicBezTo>
                      <a:pt x="2487" y="132"/>
                      <a:pt x="1680" y="467"/>
                      <a:pt x="1086" y="1062"/>
                    </a:cubicBezTo>
                    <a:cubicBezTo>
                      <a:pt x="491" y="1657"/>
                      <a:pt x="157" y="2464"/>
                      <a:pt x="157" y="3305"/>
                    </a:cubicBezTo>
                    <a:cubicBezTo>
                      <a:pt x="157" y="4146"/>
                      <a:pt x="491" y="4953"/>
                      <a:pt x="1086" y="5548"/>
                    </a:cubicBezTo>
                    <a:cubicBezTo>
                      <a:pt x="1680" y="6143"/>
                      <a:pt x="2487" y="6478"/>
                      <a:pt x="33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53" name="Freeform: Shape 10652">
                <a:extLst>
                  <a:ext uri="{FF2B5EF4-FFF2-40B4-BE49-F238E27FC236}">
                    <a16:creationId xmlns:a16="http://schemas.microsoft.com/office/drawing/2014/main" id="{66F8FAA7-AA43-8DBA-6CEC-E1FD138DA8C5}"/>
                  </a:ext>
                </a:extLst>
              </p:cNvPr>
              <p:cNvSpPr/>
              <p:nvPr/>
            </p:nvSpPr>
            <p:spPr>
              <a:xfrm>
                <a:off x="8416459" y="5154392"/>
                <a:ext cx="6343" cy="6345"/>
              </a:xfrm>
              <a:custGeom>
                <a:avLst/>
                <a:gdLst>
                  <a:gd name="connsiteX0" fmla="*/ 3330 w 6343"/>
                  <a:gd name="connsiteY0" fmla="*/ 6477 h 6345"/>
                  <a:gd name="connsiteX1" fmla="*/ 5572 w 6343"/>
                  <a:gd name="connsiteY1" fmla="*/ 5548 h 6345"/>
                  <a:gd name="connsiteX2" fmla="*/ 6501 w 6343"/>
                  <a:gd name="connsiteY2" fmla="*/ 3305 h 6345"/>
                  <a:gd name="connsiteX3" fmla="*/ 5572 w 6343"/>
                  <a:gd name="connsiteY3" fmla="*/ 1061 h 6345"/>
                  <a:gd name="connsiteX4" fmla="*/ 3330 w 6343"/>
                  <a:gd name="connsiteY4" fmla="*/ 132 h 6345"/>
                  <a:gd name="connsiteX5" fmla="*/ 1087 w 6343"/>
                  <a:gd name="connsiteY5" fmla="*/ 1061 h 6345"/>
                  <a:gd name="connsiteX6" fmla="*/ 158 w 6343"/>
                  <a:gd name="connsiteY6" fmla="*/ 3305 h 6345"/>
                  <a:gd name="connsiteX7" fmla="*/ 1087 w 6343"/>
                  <a:gd name="connsiteY7" fmla="*/ 5548 h 6345"/>
                  <a:gd name="connsiteX8" fmla="*/ 333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477"/>
                    </a:moveTo>
                    <a:cubicBezTo>
                      <a:pt x="4171" y="6477"/>
                      <a:pt x="4978" y="6143"/>
                      <a:pt x="5572" y="5548"/>
                    </a:cubicBezTo>
                    <a:cubicBezTo>
                      <a:pt x="6167" y="4953"/>
                      <a:pt x="6501" y="4146"/>
                      <a:pt x="6501" y="3305"/>
                    </a:cubicBezTo>
                    <a:cubicBezTo>
                      <a:pt x="6501" y="2463"/>
                      <a:pt x="6167" y="1656"/>
                      <a:pt x="5572" y="1061"/>
                    </a:cubicBezTo>
                    <a:cubicBezTo>
                      <a:pt x="4978" y="466"/>
                      <a:pt x="4171" y="132"/>
                      <a:pt x="3330" y="132"/>
                    </a:cubicBezTo>
                    <a:cubicBezTo>
                      <a:pt x="2489" y="132"/>
                      <a:pt x="1682" y="466"/>
                      <a:pt x="1087" y="1061"/>
                    </a:cubicBezTo>
                    <a:cubicBezTo>
                      <a:pt x="492" y="1656"/>
                      <a:pt x="158" y="2463"/>
                      <a:pt x="158" y="3305"/>
                    </a:cubicBezTo>
                    <a:cubicBezTo>
                      <a:pt x="158" y="4146"/>
                      <a:pt x="492" y="4953"/>
                      <a:pt x="1087" y="5548"/>
                    </a:cubicBezTo>
                    <a:cubicBezTo>
                      <a:pt x="1682" y="6143"/>
                      <a:pt x="2489" y="6477"/>
                      <a:pt x="333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54" name="Freeform: Shape 10653">
                <a:extLst>
                  <a:ext uri="{FF2B5EF4-FFF2-40B4-BE49-F238E27FC236}">
                    <a16:creationId xmlns:a16="http://schemas.microsoft.com/office/drawing/2014/main" id="{DAA2E13C-8D9A-8DE0-1979-35089401681A}"/>
                  </a:ext>
                </a:extLst>
              </p:cNvPr>
              <p:cNvSpPr/>
              <p:nvPr/>
            </p:nvSpPr>
            <p:spPr>
              <a:xfrm>
                <a:off x="8491307" y="5158600"/>
                <a:ext cx="6343" cy="6345"/>
              </a:xfrm>
              <a:custGeom>
                <a:avLst/>
                <a:gdLst>
                  <a:gd name="connsiteX0" fmla="*/ 3336 w 6343"/>
                  <a:gd name="connsiteY0" fmla="*/ 6478 h 6345"/>
                  <a:gd name="connsiteX1" fmla="*/ 5578 w 6343"/>
                  <a:gd name="connsiteY1" fmla="*/ 5548 h 6345"/>
                  <a:gd name="connsiteX2" fmla="*/ 6507 w 6343"/>
                  <a:gd name="connsiteY2" fmla="*/ 3305 h 6345"/>
                  <a:gd name="connsiteX3" fmla="*/ 5578 w 6343"/>
                  <a:gd name="connsiteY3" fmla="*/ 1062 h 6345"/>
                  <a:gd name="connsiteX4" fmla="*/ 3336 w 6343"/>
                  <a:gd name="connsiteY4" fmla="*/ 132 h 6345"/>
                  <a:gd name="connsiteX5" fmla="*/ 1093 w 6343"/>
                  <a:gd name="connsiteY5" fmla="*/ 1062 h 6345"/>
                  <a:gd name="connsiteX6" fmla="*/ 164 w 6343"/>
                  <a:gd name="connsiteY6" fmla="*/ 3305 h 6345"/>
                  <a:gd name="connsiteX7" fmla="*/ 1093 w 6343"/>
                  <a:gd name="connsiteY7" fmla="*/ 5548 h 6345"/>
                  <a:gd name="connsiteX8" fmla="*/ 333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6" y="6478"/>
                    </a:moveTo>
                    <a:cubicBezTo>
                      <a:pt x="4177" y="6478"/>
                      <a:pt x="4984" y="6143"/>
                      <a:pt x="5578" y="5548"/>
                    </a:cubicBezTo>
                    <a:cubicBezTo>
                      <a:pt x="6173" y="4953"/>
                      <a:pt x="6507" y="4146"/>
                      <a:pt x="6507" y="3305"/>
                    </a:cubicBezTo>
                    <a:cubicBezTo>
                      <a:pt x="6507" y="2464"/>
                      <a:pt x="6173" y="1657"/>
                      <a:pt x="5578" y="1062"/>
                    </a:cubicBezTo>
                    <a:cubicBezTo>
                      <a:pt x="4984" y="467"/>
                      <a:pt x="4177" y="132"/>
                      <a:pt x="3336" y="132"/>
                    </a:cubicBezTo>
                    <a:cubicBezTo>
                      <a:pt x="2495" y="132"/>
                      <a:pt x="1688" y="467"/>
                      <a:pt x="1093" y="1062"/>
                    </a:cubicBezTo>
                    <a:cubicBezTo>
                      <a:pt x="498" y="1657"/>
                      <a:pt x="164" y="2464"/>
                      <a:pt x="164" y="3305"/>
                    </a:cubicBezTo>
                    <a:cubicBezTo>
                      <a:pt x="164" y="4146"/>
                      <a:pt x="498" y="4953"/>
                      <a:pt x="1093" y="5548"/>
                    </a:cubicBezTo>
                    <a:cubicBezTo>
                      <a:pt x="1688" y="6143"/>
                      <a:pt x="2495" y="6478"/>
                      <a:pt x="333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55" name="Freeform: Shape 10654">
                <a:extLst>
                  <a:ext uri="{FF2B5EF4-FFF2-40B4-BE49-F238E27FC236}">
                    <a16:creationId xmlns:a16="http://schemas.microsoft.com/office/drawing/2014/main" id="{195D8FFB-2064-1E4A-3792-5278BB22028F}"/>
                  </a:ext>
                </a:extLst>
              </p:cNvPr>
              <p:cNvSpPr/>
              <p:nvPr/>
            </p:nvSpPr>
            <p:spPr>
              <a:xfrm>
                <a:off x="8537392" y="5159466"/>
                <a:ext cx="6343" cy="6345"/>
              </a:xfrm>
              <a:custGeom>
                <a:avLst/>
                <a:gdLst>
                  <a:gd name="connsiteX0" fmla="*/ 3339 w 6343"/>
                  <a:gd name="connsiteY0" fmla="*/ 6478 h 6345"/>
                  <a:gd name="connsiteX1" fmla="*/ 5582 w 6343"/>
                  <a:gd name="connsiteY1" fmla="*/ 5549 h 6345"/>
                  <a:gd name="connsiteX2" fmla="*/ 6511 w 6343"/>
                  <a:gd name="connsiteY2" fmla="*/ 3305 h 6345"/>
                  <a:gd name="connsiteX3" fmla="*/ 5582 w 6343"/>
                  <a:gd name="connsiteY3" fmla="*/ 1062 h 6345"/>
                  <a:gd name="connsiteX4" fmla="*/ 3339 w 6343"/>
                  <a:gd name="connsiteY4" fmla="*/ 132 h 6345"/>
                  <a:gd name="connsiteX5" fmla="*/ 1097 w 6343"/>
                  <a:gd name="connsiteY5" fmla="*/ 1062 h 6345"/>
                  <a:gd name="connsiteX6" fmla="*/ 168 w 6343"/>
                  <a:gd name="connsiteY6" fmla="*/ 3305 h 6345"/>
                  <a:gd name="connsiteX7" fmla="*/ 1097 w 6343"/>
                  <a:gd name="connsiteY7" fmla="*/ 5549 h 6345"/>
                  <a:gd name="connsiteX8" fmla="*/ 333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478"/>
                    </a:moveTo>
                    <a:cubicBezTo>
                      <a:pt x="4180" y="6478"/>
                      <a:pt x="4987" y="6143"/>
                      <a:pt x="5582" y="5549"/>
                    </a:cubicBezTo>
                    <a:cubicBezTo>
                      <a:pt x="6177" y="4954"/>
                      <a:pt x="6511" y="4146"/>
                      <a:pt x="6511" y="3305"/>
                    </a:cubicBezTo>
                    <a:cubicBezTo>
                      <a:pt x="6511" y="2464"/>
                      <a:pt x="6177" y="1657"/>
                      <a:pt x="5582" y="1062"/>
                    </a:cubicBezTo>
                    <a:cubicBezTo>
                      <a:pt x="4987" y="467"/>
                      <a:pt x="4180" y="132"/>
                      <a:pt x="3339" y="132"/>
                    </a:cubicBezTo>
                    <a:cubicBezTo>
                      <a:pt x="2498" y="132"/>
                      <a:pt x="1691" y="467"/>
                      <a:pt x="1097" y="1062"/>
                    </a:cubicBezTo>
                    <a:cubicBezTo>
                      <a:pt x="502" y="1657"/>
                      <a:pt x="168" y="2464"/>
                      <a:pt x="168" y="3305"/>
                    </a:cubicBezTo>
                    <a:cubicBezTo>
                      <a:pt x="168" y="4146"/>
                      <a:pt x="502" y="4954"/>
                      <a:pt x="1097" y="5549"/>
                    </a:cubicBezTo>
                    <a:cubicBezTo>
                      <a:pt x="1691" y="6143"/>
                      <a:pt x="2498" y="6478"/>
                      <a:pt x="333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56" name="Freeform: Shape 10655">
                <a:extLst>
                  <a:ext uri="{FF2B5EF4-FFF2-40B4-BE49-F238E27FC236}">
                    <a16:creationId xmlns:a16="http://schemas.microsoft.com/office/drawing/2014/main" id="{DC08720C-FCCB-10E9-42F0-E53F85D88CED}"/>
                  </a:ext>
                </a:extLst>
              </p:cNvPr>
              <p:cNvSpPr/>
              <p:nvPr/>
            </p:nvSpPr>
            <p:spPr>
              <a:xfrm>
                <a:off x="8590187" y="5161938"/>
                <a:ext cx="6343" cy="6345"/>
              </a:xfrm>
              <a:custGeom>
                <a:avLst/>
                <a:gdLst>
                  <a:gd name="connsiteX0" fmla="*/ 3343 w 6343"/>
                  <a:gd name="connsiteY0" fmla="*/ 6478 h 6345"/>
                  <a:gd name="connsiteX1" fmla="*/ 5586 w 6343"/>
                  <a:gd name="connsiteY1" fmla="*/ 5549 h 6345"/>
                  <a:gd name="connsiteX2" fmla="*/ 6515 w 6343"/>
                  <a:gd name="connsiteY2" fmla="*/ 3305 h 6345"/>
                  <a:gd name="connsiteX3" fmla="*/ 5586 w 6343"/>
                  <a:gd name="connsiteY3" fmla="*/ 1062 h 6345"/>
                  <a:gd name="connsiteX4" fmla="*/ 3343 w 6343"/>
                  <a:gd name="connsiteY4" fmla="*/ 133 h 6345"/>
                  <a:gd name="connsiteX5" fmla="*/ 1101 w 6343"/>
                  <a:gd name="connsiteY5" fmla="*/ 1062 h 6345"/>
                  <a:gd name="connsiteX6" fmla="*/ 172 w 6343"/>
                  <a:gd name="connsiteY6" fmla="*/ 3305 h 6345"/>
                  <a:gd name="connsiteX7" fmla="*/ 1101 w 6343"/>
                  <a:gd name="connsiteY7" fmla="*/ 5549 h 6345"/>
                  <a:gd name="connsiteX8" fmla="*/ 334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3" y="6478"/>
                    </a:moveTo>
                    <a:cubicBezTo>
                      <a:pt x="4185" y="6478"/>
                      <a:pt x="4991" y="6144"/>
                      <a:pt x="5586" y="5549"/>
                    </a:cubicBezTo>
                    <a:cubicBezTo>
                      <a:pt x="6181" y="4954"/>
                      <a:pt x="6515" y="4147"/>
                      <a:pt x="6515" y="3305"/>
                    </a:cubicBezTo>
                    <a:cubicBezTo>
                      <a:pt x="6515" y="2464"/>
                      <a:pt x="6181" y="1657"/>
                      <a:pt x="5586" y="1062"/>
                    </a:cubicBezTo>
                    <a:cubicBezTo>
                      <a:pt x="4991" y="467"/>
                      <a:pt x="4185" y="133"/>
                      <a:pt x="3343" y="133"/>
                    </a:cubicBezTo>
                    <a:cubicBezTo>
                      <a:pt x="2502" y="133"/>
                      <a:pt x="1696" y="467"/>
                      <a:pt x="1101" y="1062"/>
                    </a:cubicBezTo>
                    <a:cubicBezTo>
                      <a:pt x="506" y="1657"/>
                      <a:pt x="172" y="2464"/>
                      <a:pt x="172" y="3305"/>
                    </a:cubicBezTo>
                    <a:cubicBezTo>
                      <a:pt x="172" y="4147"/>
                      <a:pt x="506" y="4954"/>
                      <a:pt x="1101" y="5549"/>
                    </a:cubicBezTo>
                    <a:cubicBezTo>
                      <a:pt x="1696" y="6144"/>
                      <a:pt x="2502" y="6478"/>
                      <a:pt x="334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57" name="Freeform: Shape 10656">
                <a:extLst>
                  <a:ext uri="{FF2B5EF4-FFF2-40B4-BE49-F238E27FC236}">
                    <a16:creationId xmlns:a16="http://schemas.microsoft.com/office/drawing/2014/main" id="{4C003561-019E-AB03-02D2-66950FA719C8}"/>
                  </a:ext>
                </a:extLst>
              </p:cNvPr>
              <p:cNvSpPr/>
              <p:nvPr/>
            </p:nvSpPr>
            <p:spPr>
              <a:xfrm>
                <a:off x="8626503" y="5162411"/>
                <a:ext cx="6343" cy="6345"/>
              </a:xfrm>
              <a:custGeom>
                <a:avLst/>
                <a:gdLst>
                  <a:gd name="connsiteX0" fmla="*/ 3346 w 6343"/>
                  <a:gd name="connsiteY0" fmla="*/ 6478 h 6345"/>
                  <a:gd name="connsiteX1" fmla="*/ 5589 w 6343"/>
                  <a:gd name="connsiteY1" fmla="*/ 5549 h 6345"/>
                  <a:gd name="connsiteX2" fmla="*/ 6518 w 6343"/>
                  <a:gd name="connsiteY2" fmla="*/ 3305 h 6345"/>
                  <a:gd name="connsiteX3" fmla="*/ 5589 w 6343"/>
                  <a:gd name="connsiteY3" fmla="*/ 1062 h 6345"/>
                  <a:gd name="connsiteX4" fmla="*/ 3346 w 6343"/>
                  <a:gd name="connsiteY4" fmla="*/ 133 h 6345"/>
                  <a:gd name="connsiteX5" fmla="*/ 1104 w 6343"/>
                  <a:gd name="connsiteY5" fmla="*/ 1062 h 6345"/>
                  <a:gd name="connsiteX6" fmla="*/ 175 w 6343"/>
                  <a:gd name="connsiteY6" fmla="*/ 3305 h 6345"/>
                  <a:gd name="connsiteX7" fmla="*/ 1104 w 6343"/>
                  <a:gd name="connsiteY7" fmla="*/ 5549 h 6345"/>
                  <a:gd name="connsiteX8" fmla="*/ 334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6" y="6478"/>
                    </a:moveTo>
                    <a:cubicBezTo>
                      <a:pt x="4187" y="6478"/>
                      <a:pt x="4994" y="6144"/>
                      <a:pt x="5589" y="5549"/>
                    </a:cubicBezTo>
                    <a:cubicBezTo>
                      <a:pt x="6184" y="4954"/>
                      <a:pt x="6518" y="4147"/>
                      <a:pt x="6518" y="3305"/>
                    </a:cubicBezTo>
                    <a:cubicBezTo>
                      <a:pt x="6518" y="2464"/>
                      <a:pt x="6184" y="1657"/>
                      <a:pt x="5589" y="1062"/>
                    </a:cubicBezTo>
                    <a:cubicBezTo>
                      <a:pt x="4994" y="467"/>
                      <a:pt x="4187" y="133"/>
                      <a:pt x="3346" y="133"/>
                    </a:cubicBezTo>
                    <a:cubicBezTo>
                      <a:pt x="2505" y="133"/>
                      <a:pt x="1698" y="467"/>
                      <a:pt x="1104" y="1062"/>
                    </a:cubicBezTo>
                    <a:cubicBezTo>
                      <a:pt x="509" y="1657"/>
                      <a:pt x="175" y="2464"/>
                      <a:pt x="175" y="3305"/>
                    </a:cubicBezTo>
                    <a:cubicBezTo>
                      <a:pt x="175" y="4147"/>
                      <a:pt x="509" y="4954"/>
                      <a:pt x="1104" y="5549"/>
                    </a:cubicBezTo>
                    <a:cubicBezTo>
                      <a:pt x="1698" y="6144"/>
                      <a:pt x="2505" y="6478"/>
                      <a:pt x="334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58" name="Freeform: Shape 10657">
                <a:extLst>
                  <a:ext uri="{FF2B5EF4-FFF2-40B4-BE49-F238E27FC236}">
                    <a16:creationId xmlns:a16="http://schemas.microsoft.com/office/drawing/2014/main" id="{7DCDCEB0-F8F3-74F9-1EB7-47984B314DFE}"/>
                  </a:ext>
                </a:extLst>
              </p:cNvPr>
              <p:cNvSpPr/>
              <p:nvPr/>
            </p:nvSpPr>
            <p:spPr>
              <a:xfrm>
                <a:off x="8641123" y="5159701"/>
                <a:ext cx="6343" cy="6345"/>
              </a:xfrm>
              <a:custGeom>
                <a:avLst/>
                <a:gdLst>
                  <a:gd name="connsiteX0" fmla="*/ 3348 w 6343"/>
                  <a:gd name="connsiteY0" fmla="*/ 6478 h 6345"/>
                  <a:gd name="connsiteX1" fmla="*/ 5590 w 6343"/>
                  <a:gd name="connsiteY1" fmla="*/ 5549 h 6345"/>
                  <a:gd name="connsiteX2" fmla="*/ 6519 w 6343"/>
                  <a:gd name="connsiteY2" fmla="*/ 3305 h 6345"/>
                  <a:gd name="connsiteX3" fmla="*/ 5590 w 6343"/>
                  <a:gd name="connsiteY3" fmla="*/ 1062 h 6345"/>
                  <a:gd name="connsiteX4" fmla="*/ 3348 w 6343"/>
                  <a:gd name="connsiteY4" fmla="*/ 132 h 6345"/>
                  <a:gd name="connsiteX5" fmla="*/ 1105 w 6343"/>
                  <a:gd name="connsiteY5" fmla="*/ 1062 h 6345"/>
                  <a:gd name="connsiteX6" fmla="*/ 176 w 6343"/>
                  <a:gd name="connsiteY6" fmla="*/ 3305 h 6345"/>
                  <a:gd name="connsiteX7" fmla="*/ 1105 w 6343"/>
                  <a:gd name="connsiteY7" fmla="*/ 5549 h 6345"/>
                  <a:gd name="connsiteX8" fmla="*/ 334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478"/>
                    </a:moveTo>
                    <a:cubicBezTo>
                      <a:pt x="4189" y="6478"/>
                      <a:pt x="4995" y="6144"/>
                      <a:pt x="5590" y="5549"/>
                    </a:cubicBezTo>
                    <a:cubicBezTo>
                      <a:pt x="6185" y="4954"/>
                      <a:pt x="6519" y="4147"/>
                      <a:pt x="6519" y="3305"/>
                    </a:cubicBezTo>
                    <a:cubicBezTo>
                      <a:pt x="6519" y="2464"/>
                      <a:pt x="6185" y="1657"/>
                      <a:pt x="5590" y="1062"/>
                    </a:cubicBezTo>
                    <a:cubicBezTo>
                      <a:pt x="4995" y="467"/>
                      <a:pt x="4189" y="132"/>
                      <a:pt x="3348" y="132"/>
                    </a:cubicBezTo>
                    <a:cubicBezTo>
                      <a:pt x="2506" y="132"/>
                      <a:pt x="1700" y="467"/>
                      <a:pt x="1105" y="1062"/>
                    </a:cubicBezTo>
                    <a:cubicBezTo>
                      <a:pt x="510" y="1657"/>
                      <a:pt x="176" y="2464"/>
                      <a:pt x="176" y="3305"/>
                    </a:cubicBezTo>
                    <a:cubicBezTo>
                      <a:pt x="176" y="4147"/>
                      <a:pt x="510" y="4954"/>
                      <a:pt x="1105" y="5549"/>
                    </a:cubicBezTo>
                    <a:cubicBezTo>
                      <a:pt x="1700" y="6144"/>
                      <a:pt x="2506" y="6478"/>
                      <a:pt x="334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59" name="Freeform: Shape 10658">
                <a:extLst>
                  <a:ext uri="{FF2B5EF4-FFF2-40B4-BE49-F238E27FC236}">
                    <a16:creationId xmlns:a16="http://schemas.microsoft.com/office/drawing/2014/main" id="{55192A50-5F05-C834-316D-D52156D7EE73}"/>
                  </a:ext>
                </a:extLst>
              </p:cNvPr>
              <p:cNvSpPr/>
              <p:nvPr/>
            </p:nvSpPr>
            <p:spPr>
              <a:xfrm>
                <a:off x="8686897" y="5162574"/>
                <a:ext cx="6343" cy="6345"/>
              </a:xfrm>
              <a:custGeom>
                <a:avLst/>
                <a:gdLst>
                  <a:gd name="connsiteX0" fmla="*/ 3351 w 6343"/>
                  <a:gd name="connsiteY0" fmla="*/ 6478 h 6345"/>
                  <a:gd name="connsiteX1" fmla="*/ 5594 w 6343"/>
                  <a:gd name="connsiteY1" fmla="*/ 5549 h 6345"/>
                  <a:gd name="connsiteX2" fmla="*/ 6523 w 6343"/>
                  <a:gd name="connsiteY2" fmla="*/ 3305 h 6345"/>
                  <a:gd name="connsiteX3" fmla="*/ 5594 w 6343"/>
                  <a:gd name="connsiteY3" fmla="*/ 1062 h 6345"/>
                  <a:gd name="connsiteX4" fmla="*/ 3351 w 6343"/>
                  <a:gd name="connsiteY4" fmla="*/ 133 h 6345"/>
                  <a:gd name="connsiteX5" fmla="*/ 1108 w 6343"/>
                  <a:gd name="connsiteY5" fmla="*/ 1062 h 6345"/>
                  <a:gd name="connsiteX6" fmla="*/ 180 w 6343"/>
                  <a:gd name="connsiteY6" fmla="*/ 3305 h 6345"/>
                  <a:gd name="connsiteX7" fmla="*/ 1108 w 6343"/>
                  <a:gd name="connsiteY7" fmla="*/ 5549 h 6345"/>
                  <a:gd name="connsiteX8" fmla="*/ 335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478"/>
                    </a:moveTo>
                    <a:cubicBezTo>
                      <a:pt x="4192" y="6478"/>
                      <a:pt x="4999" y="6144"/>
                      <a:pt x="5594" y="5549"/>
                    </a:cubicBezTo>
                    <a:cubicBezTo>
                      <a:pt x="6188" y="4954"/>
                      <a:pt x="6523" y="4147"/>
                      <a:pt x="6523" y="3305"/>
                    </a:cubicBezTo>
                    <a:cubicBezTo>
                      <a:pt x="6523" y="2464"/>
                      <a:pt x="6188" y="1657"/>
                      <a:pt x="5594" y="1062"/>
                    </a:cubicBezTo>
                    <a:cubicBezTo>
                      <a:pt x="4999" y="467"/>
                      <a:pt x="4192" y="133"/>
                      <a:pt x="3351" y="133"/>
                    </a:cubicBezTo>
                    <a:cubicBezTo>
                      <a:pt x="2510" y="133"/>
                      <a:pt x="1703" y="467"/>
                      <a:pt x="1108" y="1062"/>
                    </a:cubicBezTo>
                    <a:cubicBezTo>
                      <a:pt x="514" y="1657"/>
                      <a:pt x="180" y="2464"/>
                      <a:pt x="180" y="3305"/>
                    </a:cubicBezTo>
                    <a:cubicBezTo>
                      <a:pt x="180" y="4147"/>
                      <a:pt x="514" y="4954"/>
                      <a:pt x="1108" y="5549"/>
                    </a:cubicBezTo>
                    <a:cubicBezTo>
                      <a:pt x="1703" y="6144"/>
                      <a:pt x="2510" y="6478"/>
                      <a:pt x="335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60" name="Freeform: Shape 10659">
                <a:extLst>
                  <a:ext uri="{FF2B5EF4-FFF2-40B4-BE49-F238E27FC236}">
                    <a16:creationId xmlns:a16="http://schemas.microsoft.com/office/drawing/2014/main" id="{8291BC81-DE89-3E8D-25CA-F0A334D86D73}"/>
                  </a:ext>
                </a:extLst>
              </p:cNvPr>
              <p:cNvSpPr/>
              <p:nvPr/>
            </p:nvSpPr>
            <p:spPr>
              <a:xfrm>
                <a:off x="8704326" y="5160915"/>
                <a:ext cx="6343" cy="6345"/>
              </a:xfrm>
              <a:custGeom>
                <a:avLst/>
                <a:gdLst>
                  <a:gd name="connsiteX0" fmla="*/ 3352 w 6343"/>
                  <a:gd name="connsiteY0" fmla="*/ 6478 h 6345"/>
                  <a:gd name="connsiteX1" fmla="*/ 5595 w 6343"/>
                  <a:gd name="connsiteY1" fmla="*/ 5549 h 6345"/>
                  <a:gd name="connsiteX2" fmla="*/ 6524 w 6343"/>
                  <a:gd name="connsiteY2" fmla="*/ 3305 h 6345"/>
                  <a:gd name="connsiteX3" fmla="*/ 5595 w 6343"/>
                  <a:gd name="connsiteY3" fmla="*/ 1062 h 6345"/>
                  <a:gd name="connsiteX4" fmla="*/ 3352 w 6343"/>
                  <a:gd name="connsiteY4" fmla="*/ 132 h 6345"/>
                  <a:gd name="connsiteX5" fmla="*/ 1110 w 6343"/>
                  <a:gd name="connsiteY5" fmla="*/ 1062 h 6345"/>
                  <a:gd name="connsiteX6" fmla="*/ 181 w 6343"/>
                  <a:gd name="connsiteY6" fmla="*/ 3305 h 6345"/>
                  <a:gd name="connsiteX7" fmla="*/ 1110 w 6343"/>
                  <a:gd name="connsiteY7" fmla="*/ 5549 h 6345"/>
                  <a:gd name="connsiteX8" fmla="*/ 335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478"/>
                    </a:moveTo>
                    <a:cubicBezTo>
                      <a:pt x="4194" y="6478"/>
                      <a:pt x="5000" y="6144"/>
                      <a:pt x="5595" y="5549"/>
                    </a:cubicBezTo>
                    <a:cubicBezTo>
                      <a:pt x="6190" y="4954"/>
                      <a:pt x="6524" y="4147"/>
                      <a:pt x="6524" y="3305"/>
                    </a:cubicBezTo>
                    <a:cubicBezTo>
                      <a:pt x="6524" y="2464"/>
                      <a:pt x="6190" y="1657"/>
                      <a:pt x="5595" y="1062"/>
                    </a:cubicBezTo>
                    <a:cubicBezTo>
                      <a:pt x="5000" y="467"/>
                      <a:pt x="4194" y="132"/>
                      <a:pt x="3352" y="132"/>
                    </a:cubicBezTo>
                    <a:cubicBezTo>
                      <a:pt x="2511" y="132"/>
                      <a:pt x="1705" y="467"/>
                      <a:pt x="1110" y="1062"/>
                    </a:cubicBezTo>
                    <a:cubicBezTo>
                      <a:pt x="515" y="1657"/>
                      <a:pt x="181" y="2464"/>
                      <a:pt x="181" y="3305"/>
                    </a:cubicBezTo>
                    <a:cubicBezTo>
                      <a:pt x="181" y="4147"/>
                      <a:pt x="515" y="4954"/>
                      <a:pt x="1110" y="5549"/>
                    </a:cubicBezTo>
                    <a:cubicBezTo>
                      <a:pt x="1705" y="6144"/>
                      <a:pt x="2511" y="6478"/>
                      <a:pt x="335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61" name="Freeform: Shape 10660">
                <a:extLst>
                  <a:ext uri="{FF2B5EF4-FFF2-40B4-BE49-F238E27FC236}">
                    <a16:creationId xmlns:a16="http://schemas.microsoft.com/office/drawing/2014/main" id="{C1989BB3-DB8A-86A0-6AB7-4C26BA01DC35}"/>
                  </a:ext>
                </a:extLst>
              </p:cNvPr>
              <p:cNvSpPr/>
              <p:nvPr/>
            </p:nvSpPr>
            <p:spPr>
              <a:xfrm>
                <a:off x="8736671" y="5162246"/>
                <a:ext cx="6343" cy="6345"/>
              </a:xfrm>
              <a:custGeom>
                <a:avLst/>
                <a:gdLst>
                  <a:gd name="connsiteX0" fmla="*/ 3355 w 6343"/>
                  <a:gd name="connsiteY0" fmla="*/ 6478 h 6345"/>
                  <a:gd name="connsiteX1" fmla="*/ 5598 w 6343"/>
                  <a:gd name="connsiteY1" fmla="*/ 5549 h 6345"/>
                  <a:gd name="connsiteX2" fmla="*/ 6527 w 6343"/>
                  <a:gd name="connsiteY2" fmla="*/ 3305 h 6345"/>
                  <a:gd name="connsiteX3" fmla="*/ 5598 w 6343"/>
                  <a:gd name="connsiteY3" fmla="*/ 1062 h 6345"/>
                  <a:gd name="connsiteX4" fmla="*/ 3355 w 6343"/>
                  <a:gd name="connsiteY4" fmla="*/ 133 h 6345"/>
                  <a:gd name="connsiteX5" fmla="*/ 1112 w 6343"/>
                  <a:gd name="connsiteY5" fmla="*/ 1062 h 6345"/>
                  <a:gd name="connsiteX6" fmla="*/ 183 w 6343"/>
                  <a:gd name="connsiteY6" fmla="*/ 3305 h 6345"/>
                  <a:gd name="connsiteX7" fmla="*/ 1112 w 6343"/>
                  <a:gd name="connsiteY7" fmla="*/ 5549 h 6345"/>
                  <a:gd name="connsiteX8" fmla="*/ 335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478"/>
                    </a:moveTo>
                    <a:cubicBezTo>
                      <a:pt x="4196" y="6478"/>
                      <a:pt x="5003" y="6144"/>
                      <a:pt x="5598" y="5549"/>
                    </a:cubicBezTo>
                    <a:cubicBezTo>
                      <a:pt x="6192" y="4954"/>
                      <a:pt x="6527" y="4147"/>
                      <a:pt x="6527" y="3305"/>
                    </a:cubicBezTo>
                    <a:cubicBezTo>
                      <a:pt x="6527" y="2464"/>
                      <a:pt x="6192" y="1657"/>
                      <a:pt x="5598" y="1062"/>
                    </a:cubicBezTo>
                    <a:cubicBezTo>
                      <a:pt x="5003" y="467"/>
                      <a:pt x="4196" y="133"/>
                      <a:pt x="3355" y="133"/>
                    </a:cubicBezTo>
                    <a:cubicBezTo>
                      <a:pt x="2514" y="133"/>
                      <a:pt x="1707" y="467"/>
                      <a:pt x="1112" y="1062"/>
                    </a:cubicBezTo>
                    <a:cubicBezTo>
                      <a:pt x="518" y="1657"/>
                      <a:pt x="183" y="2464"/>
                      <a:pt x="183" y="3305"/>
                    </a:cubicBezTo>
                    <a:cubicBezTo>
                      <a:pt x="183" y="4147"/>
                      <a:pt x="518" y="4954"/>
                      <a:pt x="1112" y="5549"/>
                    </a:cubicBezTo>
                    <a:cubicBezTo>
                      <a:pt x="1707" y="6144"/>
                      <a:pt x="2514" y="6478"/>
                      <a:pt x="335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62" name="Freeform: Shape 10661">
                <a:extLst>
                  <a:ext uri="{FF2B5EF4-FFF2-40B4-BE49-F238E27FC236}">
                    <a16:creationId xmlns:a16="http://schemas.microsoft.com/office/drawing/2014/main" id="{CF348C97-5982-86F2-C859-CDF6A73013B1}"/>
                  </a:ext>
                </a:extLst>
              </p:cNvPr>
              <p:cNvSpPr/>
              <p:nvPr/>
            </p:nvSpPr>
            <p:spPr>
              <a:xfrm>
                <a:off x="8795192" y="5164882"/>
                <a:ext cx="6343" cy="6345"/>
              </a:xfrm>
              <a:custGeom>
                <a:avLst/>
                <a:gdLst>
                  <a:gd name="connsiteX0" fmla="*/ 3360 w 6343"/>
                  <a:gd name="connsiteY0" fmla="*/ 6478 h 6345"/>
                  <a:gd name="connsiteX1" fmla="*/ 5602 w 6343"/>
                  <a:gd name="connsiteY1" fmla="*/ 5549 h 6345"/>
                  <a:gd name="connsiteX2" fmla="*/ 6531 w 6343"/>
                  <a:gd name="connsiteY2" fmla="*/ 3306 h 6345"/>
                  <a:gd name="connsiteX3" fmla="*/ 5602 w 6343"/>
                  <a:gd name="connsiteY3" fmla="*/ 1062 h 6345"/>
                  <a:gd name="connsiteX4" fmla="*/ 3360 w 6343"/>
                  <a:gd name="connsiteY4" fmla="*/ 133 h 6345"/>
                  <a:gd name="connsiteX5" fmla="*/ 1117 w 6343"/>
                  <a:gd name="connsiteY5" fmla="*/ 1062 h 6345"/>
                  <a:gd name="connsiteX6" fmla="*/ 188 w 6343"/>
                  <a:gd name="connsiteY6" fmla="*/ 3306 h 6345"/>
                  <a:gd name="connsiteX7" fmla="*/ 1117 w 6343"/>
                  <a:gd name="connsiteY7" fmla="*/ 5549 h 6345"/>
                  <a:gd name="connsiteX8" fmla="*/ 336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478"/>
                    </a:moveTo>
                    <a:cubicBezTo>
                      <a:pt x="4201" y="6478"/>
                      <a:pt x="5008" y="6144"/>
                      <a:pt x="5602" y="5549"/>
                    </a:cubicBezTo>
                    <a:cubicBezTo>
                      <a:pt x="6197" y="4954"/>
                      <a:pt x="6531" y="4147"/>
                      <a:pt x="6531" y="3306"/>
                    </a:cubicBezTo>
                    <a:cubicBezTo>
                      <a:pt x="6531" y="2464"/>
                      <a:pt x="6197" y="1657"/>
                      <a:pt x="5602" y="1062"/>
                    </a:cubicBezTo>
                    <a:cubicBezTo>
                      <a:pt x="5008" y="467"/>
                      <a:pt x="4201" y="133"/>
                      <a:pt x="3360" y="133"/>
                    </a:cubicBezTo>
                    <a:cubicBezTo>
                      <a:pt x="2519" y="133"/>
                      <a:pt x="1712" y="467"/>
                      <a:pt x="1117" y="1062"/>
                    </a:cubicBezTo>
                    <a:cubicBezTo>
                      <a:pt x="522" y="1657"/>
                      <a:pt x="188" y="2464"/>
                      <a:pt x="188" y="3306"/>
                    </a:cubicBezTo>
                    <a:cubicBezTo>
                      <a:pt x="188" y="4147"/>
                      <a:pt x="522" y="4954"/>
                      <a:pt x="1117" y="5549"/>
                    </a:cubicBezTo>
                    <a:cubicBezTo>
                      <a:pt x="1712" y="6144"/>
                      <a:pt x="2519" y="6478"/>
                      <a:pt x="336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63" name="Freeform: Shape 10662">
                <a:extLst>
                  <a:ext uri="{FF2B5EF4-FFF2-40B4-BE49-F238E27FC236}">
                    <a16:creationId xmlns:a16="http://schemas.microsoft.com/office/drawing/2014/main" id="{8F3AE805-B929-D895-3E9C-59F57AE0AC2C}"/>
                  </a:ext>
                </a:extLst>
              </p:cNvPr>
              <p:cNvSpPr/>
              <p:nvPr/>
            </p:nvSpPr>
            <p:spPr>
              <a:xfrm>
                <a:off x="8800298" y="5161783"/>
                <a:ext cx="6343" cy="6345"/>
              </a:xfrm>
              <a:custGeom>
                <a:avLst/>
                <a:gdLst>
                  <a:gd name="connsiteX0" fmla="*/ 3360 w 6343"/>
                  <a:gd name="connsiteY0" fmla="*/ 6478 h 6345"/>
                  <a:gd name="connsiteX1" fmla="*/ 5603 w 6343"/>
                  <a:gd name="connsiteY1" fmla="*/ 5549 h 6345"/>
                  <a:gd name="connsiteX2" fmla="*/ 6532 w 6343"/>
                  <a:gd name="connsiteY2" fmla="*/ 3305 h 6345"/>
                  <a:gd name="connsiteX3" fmla="*/ 5603 w 6343"/>
                  <a:gd name="connsiteY3" fmla="*/ 1062 h 6345"/>
                  <a:gd name="connsiteX4" fmla="*/ 3360 w 6343"/>
                  <a:gd name="connsiteY4" fmla="*/ 133 h 6345"/>
                  <a:gd name="connsiteX5" fmla="*/ 1117 w 6343"/>
                  <a:gd name="connsiteY5" fmla="*/ 1062 h 6345"/>
                  <a:gd name="connsiteX6" fmla="*/ 188 w 6343"/>
                  <a:gd name="connsiteY6" fmla="*/ 3305 h 6345"/>
                  <a:gd name="connsiteX7" fmla="*/ 1117 w 6343"/>
                  <a:gd name="connsiteY7" fmla="*/ 5549 h 6345"/>
                  <a:gd name="connsiteX8" fmla="*/ 336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478"/>
                    </a:moveTo>
                    <a:cubicBezTo>
                      <a:pt x="4201" y="6478"/>
                      <a:pt x="5008" y="6144"/>
                      <a:pt x="5603" y="5549"/>
                    </a:cubicBezTo>
                    <a:cubicBezTo>
                      <a:pt x="6197" y="4954"/>
                      <a:pt x="6532" y="4147"/>
                      <a:pt x="6532" y="3305"/>
                    </a:cubicBezTo>
                    <a:cubicBezTo>
                      <a:pt x="6532" y="2464"/>
                      <a:pt x="6197" y="1657"/>
                      <a:pt x="5603" y="1062"/>
                    </a:cubicBezTo>
                    <a:cubicBezTo>
                      <a:pt x="5008" y="467"/>
                      <a:pt x="4201" y="133"/>
                      <a:pt x="3360" y="133"/>
                    </a:cubicBezTo>
                    <a:cubicBezTo>
                      <a:pt x="2519" y="133"/>
                      <a:pt x="1712" y="467"/>
                      <a:pt x="1117" y="1062"/>
                    </a:cubicBezTo>
                    <a:cubicBezTo>
                      <a:pt x="523" y="1657"/>
                      <a:pt x="188" y="2464"/>
                      <a:pt x="188" y="3305"/>
                    </a:cubicBezTo>
                    <a:cubicBezTo>
                      <a:pt x="188" y="4147"/>
                      <a:pt x="523" y="4954"/>
                      <a:pt x="1117" y="5549"/>
                    </a:cubicBezTo>
                    <a:cubicBezTo>
                      <a:pt x="1712" y="6144"/>
                      <a:pt x="2519" y="6478"/>
                      <a:pt x="336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64" name="Freeform: Shape 10663">
                <a:extLst>
                  <a:ext uri="{FF2B5EF4-FFF2-40B4-BE49-F238E27FC236}">
                    <a16:creationId xmlns:a16="http://schemas.microsoft.com/office/drawing/2014/main" id="{FB3A7E81-88AD-FEB9-948F-6B3E3725DA25}"/>
                  </a:ext>
                </a:extLst>
              </p:cNvPr>
              <p:cNvSpPr/>
              <p:nvPr/>
            </p:nvSpPr>
            <p:spPr>
              <a:xfrm>
                <a:off x="8829352" y="5163811"/>
                <a:ext cx="6343" cy="6345"/>
              </a:xfrm>
              <a:custGeom>
                <a:avLst/>
                <a:gdLst>
                  <a:gd name="connsiteX0" fmla="*/ 3362 w 6343"/>
                  <a:gd name="connsiteY0" fmla="*/ 6478 h 6345"/>
                  <a:gd name="connsiteX1" fmla="*/ 5605 w 6343"/>
                  <a:gd name="connsiteY1" fmla="*/ 5549 h 6345"/>
                  <a:gd name="connsiteX2" fmla="*/ 6534 w 6343"/>
                  <a:gd name="connsiteY2" fmla="*/ 3305 h 6345"/>
                  <a:gd name="connsiteX3" fmla="*/ 5605 w 6343"/>
                  <a:gd name="connsiteY3" fmla="*/ 1062 h 6345"/>
                  <a:gd name="connsiteX4" fmla="*/ 3362 w 6343"/>
                  <a:gd name="connsiteY4" fmla="*/ 133 h 6345"/>
                  <a:gd name="connsiteX5" fmla="*/ 1120 w 6343"/>
                  <a:gd name="connsiteY5" fmla="*/ 1062 h 6345"/>
                  <a:gd name="connsiteX6" fmla="*/ 191 w 6343"/>
                  <a:gd name="connsiteY6" fmla="*/ 3305 h 6345"/>
                  <a:gd name="connsiteX7" fmla="*/ 1120 w 6343"/>
                  <a:gd name="connsiteY7" fmla="*/ 5549 h 6345"/>
                  <a:gd name="connsiteX8" fmla="*/ 336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2" y="6478"/>
                    </a:moveTo>
                    <a:cubicBezTo>
                      <a:pt x="4203" y="6478"/>
                      <a:pt x="5010" y="6144"/>
                      <a:pt x="5605" y="5549"/>
                    </a:cubicBezTo>
                    <a:cubicBezTo>
                      <a:pt x="6200" y="4954"/>
                      <a:pt x="6534" y="4147"/>
                      <a:pt x="6534" y="3305"/>
                    </a:cubicBezTo>
                    <a:cubicBezTo>
                      <a:pt x="6534" y="2464"/>
                      <a:pt x="6200" y="1657"/>
                      <a:pt x="5605" y="1062"/>
                    </a:cubicBezTo>
                    <a:cubicBezTo>
                      <a:pt x="5010" y="467"/>
                      <a:pt x="4203" y="133"/>
                      <a:pt x="3362" y="133"/>
                    </a:cubicBezTo>
                    <a:cubicBezTo>
                      <a:pt x="2521" y="133"/>
                      <a:pt x="1714" y="467"/>
                      <a:pt x="1120" y="1062"/>
                    </a:cubicBezTo>
                    <a:cubicBezTo>
                      <a:pt x="525" y="1657"/>
                      <a:pt x="191" y="2464"/>
                      <a:pt x="191" y="3305"/>
                    </a:cubicBezTo>
                    <a:cubicBezTo>
                      <a:pt x="191" y="4147"/>
                      <a:pt x="525" y="4954"/>
                      <a:pt x="1120" y="5549"/>
                    </a:cubicBezTo>
                    <a:cubicBezTo>
                      <a:pt x="1714" y="6144"/>
                      <a:pt x="2521" y="6478"/>
                      <a:pt x="336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65" name="Freeform: Shape 10664">
                <a:extLst>
                  <a:ext uri="{FF2B5EF4-FFF2-40B4-BE49-F238E27FC236}">
                    <a16:creationId xmlns:a16="http://schemas.microsoft.com/office/drawing/2014/main" id="{CF2B43BB-F736-D1C6-0319-BA92C68589CF}"/>
                  </a:ext>
                </a:extLst>
              </p:cNvPr>
              <p:cNvSpPr/>
              <p:nvPr/>
            </p:nvSpPr>
            <p:spPr>
              <a:xfrm>
                <a:off x="8842788" y="5162794"/>
                <a:ext cx="6343" cy="6345"/>
              </a:xfrm>
              <a:custGeom>
                <a:avLst/>
                <a:gdLst>
                  <a:gd name="connsiteX0" fmla="*/ 3363 w 6343"/>
                  <a:gd name="connsiteY0" fmla="*/ 6478 h 6345"/>
                  <a:gd name="connsiteX1" fmla="*/ 5606 w 6343"/>
                  <a:gd name="connsiteY1" fmla="*/ 5549 h 6345"/>
                  <a:gd name="connsiteX2" fmla="*/ 6535 w 6343"/>
                  <a:gd name="connsiteY2" fmla="*/ 3305 h 6345"/>
                  <a:gd name="connsiteX3" fmla="*/ 5606 w 6343"/>
                  <a:gd name="connsiteY3" fmla="*/ 1062 h 6345"/>
                  <a:gd name="connsiteX4" fmla="*/ 3363 w 6343"/>
                  <a:gd name="connsiteY4" fmla="*/ 133 h 6345"/>
                  <a:gd name="connsiteX5" fmla="*/ 1121 w 6343"/>
                  <a:gd name="connsiteY5" fmla="*/ 1062 h 6345"/>
                  <a:gd name="connsiteX6" fmla="*/ 192 w 6343"/>
                  <a:gd name="connsiteY6" fmla="*/ 3305 h 6345"/>
                  <a:gd name="connsiteX7" fmla="*/ 1121 w 6343"/>
                  <a:gd name="connsiteY7" fmla="*/ 5549 h 6345"/>
                  <a:gd name="connsiteX8" fmla="*/ 336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478"/>
                    </a:moveTo>
                    <a:cubicBezTo>
                      <a:pt x="4205" y="6478"/>
                      <a:pt x="5011" y="6144"/>
                      <a:pt x="5606" y="5549"/>
                    </a:cubicBezTo>
                    <a:cubicBezTo>
                      <a:pt x="6201" y="4954"/>
                      <a:pt x="6535" y="4147"/>
                      <a:pt x="6535" y="3305"/>
                    </a:cubicBezTo>
                    <a:cubicBezTo>
                      <a:pt x="6535" y="2464"/>
                      <a:pt x="6201" y="1657"/>
                      <a:pt x="5606" y="1062"/>
                    </a:cubicBezTo>
                    <a:cubicBezTo>
                      <a:pt x="5011" y="467"/>
                      <a:pt x="4205" y="133"/>
                      <a:pt x="3363" y="133"/>
                    </a:cubicBezTo>
                    <a:cubicBezTo>
                      <a:pt x="2522" y="133"/>
                      <a:pt x="1716" y="467"/>
                      <a:pt x="1121" y="1062"/>
                    </a:cubicBezTo>
                    <a:cubicBezTo>
                      <a:pt x="526" y="1657"/>
                      <a:pt x="192" y="2464"/>
                      <a:pt x="192" y="3305"/>
                    </a:cubicBezTo>
                    <a:cubicBezTo>
                      <a:pt x="192" y="4147"/>
                      <a:pt x="526" y="4954"/>
                      <a:pt x="1121" y="5549"/>
                    </a:cubicBezTo>
                    <a:cubicBezTo>
                      <a:pt x="1716" y="6144"/>
                      <a:pt x="2522" y="6478"/>
                      <a:pt x="336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66" name="Freeform: Shape 10665">
                <a:extLst>
                  <a:ext uri="{FF2B5EF4-FFF2-40B4-BE49-F238E27FC236}">
                    <a16:creationId xmlns:a16="http://schemas.microsoft.com/office/drawing/2014/main" id="{22BBB20D-F4B4-6CAA-5A39-18E6FD45FCF8}"/>
                  </a:ext>
                </a:extLst>
              </p:cNvPr>
              <p:cNvSpPr/>
              <p:nvPr/>
            </p:nvSpPr>
            <p:spPr>
              <a:xfrm>
                <a:off x="8899992" y="5164732"/>
                <a:ext cx="6343" cy="6345"/>
              </a:xfrm>
              <a:custGeom>
                <a:avLst/>
                <a:gdLst>
                  <a:gd name="connsiteX0" fmla="*/ 3368 w 6343"/>
                  <a:gd name="connsiteY0" fmla="*/ 6478 h 6345"/>
                  <a:gd name="connsiteX1" fmla="*/ 5611 w 6343"/>
                  <a:gd name="connsiteY1" fmla="*/ 5549 h 6345"/>
                  <a:gd name="connsiteX2" fmla="*/ 6539 w 6343"/>
                  <a:gd name="connsiteY2" fmla="*/ 3306 h 6345"/>
                  <a:gd name="connsiteX3" fmla="*/ 5611 w 6343"/>
                  <a:gd name="connsiteY3" fmla="*/ 1062 h 6345"/>
                  <a:gd name="connsiteX4" fmla="*/ 3368 w 6343"/>
                  <a:gd name="connsiteY4" fmla="*/ 133 h 6345"/>
                  <a:gd name="connsiteX5" fmla="*/ 1125 w 6343"/>
                  <a:gd name="connsiteY5" fmla="*/ 1062 h 6345"/>
                  <a:gd name="connsiteX6" fmla="*/ 196 w 6343"/>
                  <a:gd name="connsiteY6" fmla="*/ 3306 h 6345"/>
                  <a:gd name="connsiteX7" fmla="*/ 1125 w 6343"/>
                  <a:gd name="connsiteY7" fmla="*/ 5549 h 6345"/>
                  <a:gd name="connsiteX8" fmla="*/ 336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78"/>
                    </a:moveTo>
                    <a:cubicBezTo>
                      <a:pt x="4209" y="6478"/>
                      <a:pt x="5016" y="6144"/>
                      <a:pt x="5611" y="5549"/>
                    </a:cubicBezTo>
                    <a:cubicBezTo>
                      <a:pt x="6205" y="4954"/>
                      <a:pt x="6539" y="4147"/>
                      <a:pt x="6539" y="3306"/>
                    </a:cubicBezTo>
                    <a:cubicBezTo>
                      <a:pt x="6539" y="2464"/>
                      <a:pt x="6205" y="1657"/>
                      <a:pt x="5611" y="1062"/>
                    </a:cubicBezTo>
                    <a:cubicBezTo>
                      <a:pt x="5016" y="467"/>
                      <a:pt x="4209" y="133"/>
                      <a:pt x="3368" y="133"/>
                    </a:cubicBezTo>
                    <a:cubicBezTo>
                      <a:pt x="2527" y="133"/>
                      <a:pt x="1720" y="467"/>
                      <a:pt x="1125" y="1062"/>
                    </a:cubicBezTo>
                    <a:cubicBezTo>
                      <a:pt x="531" y="1657"/>
                      <a:pt x="196" y="2464"/>
                      <a:pt x="196" y="3306"/>
                    </a:cubicBezTo>
                    <a:cubicBezTo>
                      <a:pt x="196" y="4147"/>
                      <a:pt x="531" y="4954"/>
                      <a:pt x="1125" y="5549"/>
                    </a:cubicBezTo>
                    <a:cubicBezTo>
                      <a:pt x="1720" y="6144"/>
                      <a:pt x="2527" y="6478"/>
                      <a:pt x="336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67" name="Freeform: Shape 10666">
                <a:extLst>
                  <a:ext uri="{FF2B5EF4-FFF2-40B4-BE49-F238E27FC236}">
                    <a16:creationId xmlns:a16="http://schemas.microsoft.com/office/drawing/2014/main" id="{D006A018-90D1-D0D7-ABF7-6589C8649D83}"/>
                  </a:ext>
                </a:extLst>
              </p:cNvPr>
              <p:cNvSpPr/>
              <p:nvPr/>
            </p:nvSpPr>
            <p:spPr>
              <a:xfrm>
                <a:off x="8918469" y="5165707"/>
                <a:ext cx="6343" cy="6345"/>
              </a:xfrm>
              <a:custGeom>
                <a:avLst/>
                <a:gdLst>
                  <a:gd name="connsiteX0" fmla="*/ 3369 w 6343"/>
                  <a:gd name="connsiteY0" fmla="*/ 6478 h 6345"/>
                  <a:gd name="connsiteX1" fmla="*/ 5612 w 6343"/>
                  <a:gd name="connsiteY1" fmla="*/ 5549 h 6345"/>
                  <a:gd name="connsiteX2" fmla="*/ 6541 w 6343"/>
                  <a:gd name="connsiteY2" fmla="*/ 3306 h 6345"/>
                  <a:gd name="connsiteX3" fmla="*/ 5612 w 6343"/>
                  <a:gd name="connsiteY3" fmla="*/ 1062 h 6345"/>
                  <a:gd name="connsiteX4" fmla="*/ 3369 w 6343"/>
                  <a:gd name="connsiteY4" fmla="*/ 133 h 6345"/>
                  <a:gd name="connsiteX5" fmla="*/ 1127 w 6343"/>
                  <a:gd name="connsiteY5" fmla="*/ 1062 h 6345"/>
                  <a:gd name="connsiteX6" fmla="*/ 198 w 6343"/>
                  <a:gd name="connsiteY6" fmla="*/ 3306 h 6345"/>
                  <a:gd name="connsiteX7" fmla="*/ 1127 w 6343"/>
                  <a:gd name="connsiteY7" fmla="*/ 5549 h 6345"/>
                  <a:gd name="connsiteX8" fmla="*/ 336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78"/>
                    </a:moveTo>
                    <a:cubicBezTo>
                      <a:pt x="4210" y="6478"/>
                      <a:pt x="5017" y="6144"/>
                      <a:pt x="5612" y="5549"/>
                    </a:cubicBezTo>
                    <a:cubicBezTo>
                      <a:pt x="6207" y="4954"/>
                      <a:pt x="6541" y="4147"/>
                      <a:pt x="6541" y="3306"/>
                    </a:cubicBezTo>
                    <a:cubicBezTo>
                      <a:pt x="6541" y="2464"/>
                      <a:pt x="6207" y="1657"/>
                      <a:pt x="5612" y="1062"/>
                    </a:cubicBezTo>
                    <a:cubicBezTo>
                      <a:pt x="5017" y="467"/>
                      <a:pt x="4210" y="133"/>
                      <a:pt x="3369" y="133"/>
                    </a:cubicBezTo>
                    <a:cubicBezTo>
                      <a:pt x="2528" y="133"/>
                      <a:pt x="1721" y="467"/>
                      <a:pt x="1127" y="1062"/>
                    </a:cubicBezTo>
                    <a:cubicBezTo>
                      <a:pt x="532" y="1657"/>
                      <a:pt x="198" y="2464"/>
                      <a:pt x="198" y="3306"/>
                    </a:cubicBezTo>
                    <a:cubicBezTo>
                      <a:pt x="198" y="4147"/>
                      <a:pt x="532" y="4954"/>
                      <a:pt x="1127" y="5549"/>
                    </a:cubicBezTo>
                    <a:cubicBezTo>
                      <a:pt x="1721" y="6144"/>
                      <a:pt x="2528" y="6478"/>
                      <a:pt x="336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68" name="Freeform: Shape 10667">
                <a:extLst>
                  <a:ext uri="{FF2B5EF4-FFF2-40B4-BE49-F238E27FC236}">
                    <a16:creationId xmlns:a16="http://schemas.microsoft.com/office/drawing/2014/main" id="{B17B12FF-4202-D529-64E2-4298269A90CE}"/>
                  </a:ext>
                </a:extLst>
              </p:cNvPr>
              <p:cNvSpPr/>
              <p:nvPr/>
            </p:nvSpPr>
            <p:spPr>
              <a:xfrm>
                <a:off x="8929063" y="5164937"/>
                <a:ext cx="6343" cy="6345"/>
              </a:xfrm>
              <a:custGeom>
                <a:avLst/>
                <a:gdLst>
                  <a:gd name="connsiteX0" fmla="*/ 3370 w 6343"/>
                  <a:gd name="connsiteY0" fmla="*/ 6478 h 6345"/>
                  <a:gd name="connsiteX1" fmla="*/ 5613 w 6343"/>
                  <a:gd name="connsiteY1" fmla="*/ 5549 h 6345"/>
                  <a:gd name="connsiteX2" fmla="*/ 6542 w 6343"/>
                  <a:gd name="connsiteY2" fmla="*/ 3306 h 6345"/>
                  <a:gd name="connsiteX3" fmla="*/ 5613 w 6343"/>
                  <a:gd name="connsiteY3" fmla="*/ 1062 h 6345"/>
                  <a:gd name="connsiteX4" fmla="*/ 3370 w 6343"/>
                  <a:gd name="connsiteY4" fmla="*/ 133 h 6345"/>
                  <a:gd name="connsiteX5" fmla="*/ 1128 w 6343"/>
                  <a:gd name="connsiteY5" fmla="*/ 1062 h 6345"/>
                  <a:gd name="connsiteX6" fmla="*/ 199 w 6343"/>
                  <a:gd name="connsiteY6" fmla="*/ 3306 h 6345"/>
                  <a:gd name="connsiteX7" fmla="*/ 1128 w 6343"/>
                  <a:gd name="connsiteY7" fmla="*/ 5549 h 6345"/>
                  <a:gd name="connsiteX8" fmla="*/ 337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78"/>
                    </a:moveTo>
                    <a:cubicBezTo>
                      <a:pt x="4211" y="6478"/>
                      <a:pt x="5018" y="6144"/>
                      <a:pt x="5613" y="5549"/>
                    </a:cubicBezTo>
                    <a:cubicBezTo>
                      <a:pt x="6208" y="4954"/>
                      <a:pt x="6542" y="4147"/>
                      <a:pt x="6542" y="3306"/>
                    </a:cubicBezTo>
                    <a:cubicBezTo>
                      <a:pt x="6542" y="2464"/>
                      <a:pt x="6208" y="1657"/>
                      <a:pt x="5613" y="1062"/>
                    </a:cubicBezTo>
                    <a:cubicBezTo>
                      <a:pt x="5018" y="467"/>
                      <a:pt x="4211" y="133"/>
                      <a:pt x="3370" y="133"/>
                    </a:cubicBezTo>
                    <a:cubicBezTo>
                      <a:pt x="2529" y="133"/>
                      <a:pt x="1722" y="467"/>
                      <a:pt x="1128" y="1062"/>
                    </a:cubicBezTo>
                    <a:cubicBezTo>
                      <a:pt x="533" y="1657"/>
                      <a:pt x="199" y="2464"/>
                      <a:pt x="199" y="3306"/>
                    </a:cubicBezTo>
                    <a:cubicBezTo>
                      <a:pt x="199" y="4147"/>
                      <a:pt x="533" y="4954"/>
                      <a:pt x="1128" y="5549"/>
                    </a:cubicBezTo>
                    <a:cubicBezTo>
                      <a:pt x="1722" y="6144"/>
                      <a:pt x="2529" y="6478"/>
                      <a:pt x="337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69" name="Freeform: Shape 10668">
                <a:extLst>
                  <a:ext uri="{FF2B5EF4-FFF2-40B4-BE49-F238E27FC236}">
                    <a16:creationId xmlns:a16="http://schemas.microsoft.com/office/drawing/2014/main" id="{7325F64F-3229-BDC4-BEE3-2AE0E20719F9}"/>
                  </a:ext>
                </a:extLst>
              </p:cNvPr>
              <p:cNvSpPr/>
              <p:nvPr/>
            </p:nvSpPr>
            <p:spPr>
              <a:xfrm>
                <a:off x="8935636" y="5163260"/>
                <a:ext cx="6343" cy="6345"/>
              </a:xfrm>
              <a:custGeom>
                <a:avLst/>
                <a:gdLst>
                  <a:gd name="connsiteX0" fmla="*/ 3371 w 6343"/>
                  <a:gd name="connsiteY0" fmla="*/ 6478 h 6345"/>
                  <a:gd name="connsiteX1" fmla="*/ 5613 w 6343"/>
                  <a:gd name="connsiteY1" fmla="*/ 5549 h 6345"/>
                  <a:gd name="connsiteX2" fmla="*/ 6542 w 6343"/>
                  <a:gd name="connsiteY2" fmla="*/ 3305 h 6345"/>
                  <a:gd name="connsiteX3" fmla="*/ 5613 w 6343"/>
                  <a:gd name="connsiteY3" fmla="*/ 1062 h 6345"/>
                  <a:gd name="connsiteX4" fmla="*/ 3371 w 6343"/>
                  <a:gd name="connsiteY4" fmla="*/ 133 h 6345"/>
                  <a:gd name="connsiteX5" fmla="*/ 1128 w 6343"/>
                  <a:gd name="connsiteY5" fmla="*/ 1062 h 6345"/>
                  <a:gd name="connsiteX6" fmla="*/ 199 w 6343"/>
                  <a:gd name="connsiteY6" fmla="*/ 3305 h 6345"/>
                  <a:gd name="connsiteX7" fmla="*/ 1128 w 6343"/>
                  <a:gd name="connsiteY7" fmla="*/ 5549 h 6345"/>
                  <a:gd name="connsiteX8" fmla="*/ 337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78"/>
                    </a:moveTo>
                    <a:cubicBezTo>
                      <a:pt x="4212" y="6478"/>
                      <a:pt x="5019" y="6144"/>
                      <a:pt x="5613" y="5549"/>
                    </a:cubicBezTo>
                    <a:cubicBezTo>
                      <a:pt x="6208" y="4954"/>
                      <a:pt x="6542" y="4147"/>
                      <a:pt x="6542" y="3305"/>
                    </a:cubicBezTo>
                    <a:cubicBezTo>
                      <a:pt x="6542" y="2464"/>
                      <a:pt x="6208" y="1657"/>
                      <a:pt x="5613" y="1062"/>
                    </a:cubicBezTo>
                    <a:cubicBezTo>
                      <a:pt x="5019" y="467"/>
                      <a:pt x="4212" y="133"/>
                      <a:pt x="3371" y="133"/>
                    </a:cubicBezTo>
                    <a:cubicBezTo>
                      <a:pt x="2530" y="133"/>
                      <a:pt x="1723" y="467"/>
                      <a:pt x="1128" y="1062"/>
                    </a:cubicBezTo>
                    <a:cubicBezTo>
                      <a:pt x="533" y="1657"/>
                      <a:pt x="199" y="2464"/>
                      <a:pt x="199" y="3305"/>
                    </a:cubicBezTo>
                    <a:cubicBezTo>
                      <a:pt x="199" y="4147"/>
                      <a:pt x="533" y="4954"/>
                      <a:pt x="1128" y="5549"/>
                    </a:cubicBezTo>
                    <a:cubicBezTo>
                      <a:pt x="1723" y="6144"/>
                      <a:pt x="2530" y="6478"/>
                      <a:pt x="337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70" name="Freeform: Shape 10669">
                <a:extLst>
                  <a:ext uri="{FF2B5EF4-FFF2-40B4-BE49-F238E27FC236}">
                    <a16:creationId xmlns:a16="http://schemas.microsoft.com/office/drawing/2014/main" id="{FD05837D-FB5A-D802-0C05-EF079E68339A}"/>
                  </a:ext>
                </a:extLst>
              </p:cNvPr>
              <p:cNvSpPr/>
              <p:nvPr/>
            </p:nvSpPr>
            <p:spPr>
              <a:xfrm>
                <a:off x="8942271" y="5161675"/>
                <a:ext cx="6343" cy="6345"/>
              </a:xfrm>
              <a:custGeom>
                <a:avLst/>
                <a:gdLst>
                  <a:gd name="connsiteX0" fmla="*/ 3371 w 6343"/>
                  <a:gd name="connsiteY0" fmla="*/ 6478 h 6345"/>
                  <a:gd name="connsiteX1" fmla="*/ 5614 w 6343"/>
                  <a:gd name="connsiteY1" fmla="*/ 5549 h 6345"/>
                  <a:gd name="connsiteX2" fmla="*/ 6543 w 6343"/>
                  <a:gd name="connsiteY2" fmla="*/ 3305 h 6345"/>
                  <a:gd name="connsiteX3" fmla="*/ 5614 w 6343"/>
                  <a:gd name="connsiteY3" fmla="*/ 1062 h 6345"/>
                  <a:gd name="connsiteX4" fmla="*/ 3371 w 6343"/>
                  <a:gd name="connsiteY4" fmla="*/ 133 h 6345"/>
                  <a:gd name="connsiteX5" fmla="*/ 1129 w 6343"/>
                  <a:gd name="connsiteY5" fmla="*/ 1062 h 6345"/>
                  <a:gd name="connsiteX6" fmla="*/ 200 w 6343"/>
                  <a:gd name="connsiteY6" fmla="*/ 3305 h 6345"/>
                  <a:gd name="connsiteX7" fmla="*/ 1129 w 6343"/>
                  <a:gd name="connsiteY7" fmla="*/ 5549 h 6345"/>
                  <a:gd name="connsiteX8" fmla="*/ 337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78"/>
                    </a:moveTo>
                    <a:cubicBezTo>
                      <a:pt x="4212" y="6478"/>
                      <a:pt x="5019" y="6144"/>
                      <a:pt x="5614" y="5549"/>
                    </a:cubicBezTo>
                    <a:cubicBezTo>
                      <a:pt x="6209" y="4954"/>
                      <a:pt x="6543" y="4147"/>
                      <a:pt x="6543" y="3305"/>
                    </a:cubicBezTo>
                    <a:cubicBezTo>
                      <a:pt x="6543" y="2464"/>
                      <a:pt x="6209" y="1657"/>
                      <a:pt x="5614" y="1062"/>
                    </a:cubicBezTo>
                    <a:cubicBezTo>
                      <a:pt x="5019" y="467"/>
                      <a:pt x="4212" y="133"/>
                      <a:pt x="3371" y="133"/>
                    </a:cubicBezTo>
                    <a:cubicBezTo>
                      <a:pt x="2530" y="133"/>
                      <a:pt x="1723" y="467"/>
                      <a:pt x="1129" y="1062"/>
                    </a:cubicBezTo>
                    <a:cubicBezTo>
                      <a:pt x="534" y="1657"/>
                      <a:pt x="200" y="2464"/>
                      <a:pt x="200" y="3305"/>
                    </a:cubicBezTo>
                    <a:cubicBezTo>
                      <a:pt x="200" y="4147"/>
                      <a:pt x="534" y="4954"/>
                      <a:pt x="1129" y="5549"/>
                    </a:cubicBezTo>
                    <a:cubicBezTo>
                      <a:pt x="1723" y="6144"/>
                      <a:pt x="2530" y="6478"/>
                      <a:pt x="337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71" name="Freeform: Shape 10670">
                <a:extLst>
                  <a:ext uri="{FF2B5EF4-FFF2-40B4-BE49-F238E27FC236}">
                    <a16:creationId xmlns:a16="http://schemas.microsoft.com/office/drawing/2014/main" id="{A80851E4-D061-358A-EB8D-D8E86E7C8D7B}"/>
                  </a:ext>
                </a:extLst>
              </p:cNvPr>
              <p:cNvSpPr/>
              <p:nvPr/>
            </p:nvSpPr>
            <p:spPr>
              <a:xfrm>
                <a:off x="8954599" y="5161706"/>
                <a:ext cx="6343" cy="6345"/>
              </a:xfrm>
              <a:custGeom>
                <a:avLst/>
                <a:gdLst>
                  <a:gd name="connsiteX0" fmla="*/ 3372 w 6343"/>
                  <a:gd name="connsiteY0" fmla="*/ 6478 h 6345"/>
                  <a:gd name="connsiteX1" fmla="*/ 5615 w 6343"/>
                  <a:gd name="connsiteY1" fmla="*/ 5549 h 6345"/>
                  <a:gd name="connsiteX2" fmla="*/ 6544 w 6343"/>
                  <a:gd name="connsiteY2" fmla="*/ 3305 h 6345"/>
                  <a:gd name="connsiteX3" fmla="*/ 5615 w 6343"/>
                  <a:gd name="connsiteY3" fmla="*/ 1062 h 6345"/>
                  <a:gd name="connsiteX4" fmla="*/ 3372 w 6343"/>
                  <a:gd name="connsiteY4" fmla="*/ 133 h 6345"/>
                  <a:gd name="connsiteX5" fmla="*/ 1130 w 6343"/>
                  <a:gd name="connsiteY5" fmla="*/ 1062 h 6345"/>
                  <a:gd name="connsiteX6" fmla="*/ 201 w 6343"/>
                  <a:gd name="connsiteY6" fmla="*/ 3305 h 6345"/>
                  <a:gd name="connsiteX7" fmla="*/ 1130 w 6343"/>
                  <a:gd name="connsiteY7" fmla="*/ 5549 h 6345"/>
                  <a:gd name="connsiteX8" fmla="*/ 337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78"/>
                    </a:moveTo>
                    <a:cubicBezTo>
                      <a:pt x="4213" y="6478"/>
                      <a:pt x="5020" y="6144"/>
                      <a:pt x="5615" y="5549"/>
                    </a:cubicBezTo>
                    <a:cubicBezTo>
                      <a:pt x="6210" y="4954"/>
                      <a:pt x="6544" y="4147"/>
                      <a:pt x="6544" y="3305"/>
                    </a:cubicBezTo>
                    <a:cubicBezTo>
                      <a:pt x="6544" y="2464"/>
                      <a:pt x="6210" y="1657"/>
                      <a:pt x="5615" y="1062"/>
                    </a:cubicBezTo>
                    <a:cubicBezTo>
                      <a:pt x="5020" y="467"/>
                      <a:pt x="4213" y="133"/>
                      <a:pt x="3372" y="133"/>
                    </a:cubicBezTo>
                    <a:cubicBezTo>
                      <a:pt x="2531" y="133"/>
                      <a:pt x="1724" y="467"/>
                      <a:pt x="1130" y="1062"/>
                    </a:cubicBezTo>
                    <a:cubicBezTo>
                      <a:pt x="535" y="1657"/>
                      <a:pt x="201" y="2464"/>
                      <a:pt x="201" y="3305"/>
                    </a:cubicBezTo>
                    <a:cubicBezTo>
                      <a:pt x="201" y="4147"/>
                      <a:pt x="535" y="4954"/>
                      <a:pt x="1130" y="5549"/>
                    </a:cubicBezTo>
                    <a:cubicBezTo>
                      <a:pt x="1724" y="6144"/>
                      <a:pt x="2531" y="6478"/>
                      <a:pt x="337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72" name="Freeform: Shape 10671">
                <a:extLst>
                  <a:ext uri="{FF2B5EF4-FFF2-40B4-BE49-F238E27FC236}">
                    <a16:creationId xmlns:a16="http://schemas.microsoft.com/office/drawing/2014/main" id="{0408B9AD-80A2-DEEB-907D-F80DC5BF2257}"/>
                  </a:ext>
                </a:extLst>
              </p:cNvPr>
              <p:cNvSpPr/>
              <p:nvPr/>
            </p:nvSpPr>
            <p:spPr>
              <a:xfrm>
                <a:off x="8966907" y="5161882"/>
                <a:ext cx="6343" cy="6345"/>
              </a:xfrm>
              <a:custGeom>
                <a:avLst/>
                <a:gdLst>
                  <a:gd name="connsiteX0" fmla="*/ 3373 w 6343"/>
                  <a:gd name="connsiteY0" fmla="*/ 6478 h 6345"/>
                  <a:gd name="connsiteX1" fmla="*/ 5616 w 6343"/>
                  <a:gd name="connsiteY1" fmla="*/ 5549 h 6345"/>
                  <a:gd name="connsiteX2" fmla="*/ 6545 w 6343"/>
                  <a:gd name="connsiteY2" fmla="*/ 3305 h 6345"/>
                  <a:gd name="connsiteX3" fmla="*/ 5616 w 6343"/>
                  <a:gd name="connsiteY3" fmla="*/ 1062 h 6345"/>
                  <a:gd name="connsiteX4" fmla="*/ 3373 w 6343"/>
                  <a:gd name="connsiteY4" fmla="*/ 133 h 6345"/>
                  <a:gd name="connsiteX5" fmla="*/ 1131 w 6343"/>
                  <a:gd name="connsiteY5" fmla="*/ 1062 h 6345"/>
                  <a:gd name="connsiteX6" fmla="*/ 202 w 6343"/>
                  <a:gd name="connsiteY6" fmla="*/ 3305 h 6345"/>
                  <a:gd name="connsiteX7" fmla="*/ 1131 w 6343"/>
                  <a:gd name="connsiteY7" fmla="*/ 5549 h 6345"/>
                  <a:gd name="connsiteX8" fmla="*/ 337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78"/>
                    </a:moveTo>
                    <a:cubicBezTo>
                      <a:pt x="4214" y="6478"/>
                      <a:pt x="5021" y="6144"/>
                      <a:pt x="5616" y="5549"/>
                    </a:cubicBezTo>
                    <a:cubicBezTo>
                      <a:pt x="6211" y="4954"/>
                      <a:pt x="6545" y="4147"/>
                      <a:pt x="6545" y="3305"/>
                    </a:cubicBezTo>
                    <a:cubicBezTo>
                      <a:pt x="6545" y="2464"/>
                      <a:pt x="6211" y="1657"/>
                      <a:pt x="5616" y="1062"/>
                    </a:cubicBezTo>
                    <a:cubicBezTo>
                      <a:pt x="5021" y="467"/>
                      <a:pt x="4214" y="133"/>
                      <a:pt x="3373" y="133"/>
                    </a:cubicBezTo>
                    <a:cubicBezTo>
                      <a:pt x="2532" y="133"/>
                      <a:pt x="1725" y="467"/>
                      <a:pt x="1131" y="1062"/>
                    </a:cubicBezTo>
                    <a:cubicBezTo>
                      <a:pt x="536" y="1657"/>
                      <a:pt x="202" y="2464"/>
                      <a:pt x="202" y="3305"/>
                    </a:cubicBezTo>
                    <a:cubicBezTo>
                      <a:pt x="202" y="4147"/>
                      <a:pt x="536" y="4954"/>
                      <a:pt x="1131" y="5549"/>
                    </a:cubicBezTo>
                    <a:cubicBezTo>
                      <a:pt x="1725" y="6144"/>
                      <a:pt x="2532" y="6478"/>
                      <a:pt x="337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73" name="Freeform: Shape 10672">
                <a:extLst>
                  <a:ext uri="{FF2B5EF4-FFF2-40B4-BE49-F238E27FC236}">
                    <a16:creationId xmlns:a16="http://schemas.microsoft.com/office/drawing/2014/main" id="{D4357A2D-8378-93D9-B2A6-E15ECB6BC4F7}"/>
                  </a:ext>
                </a:extLst>
              </p:cNvPr>
              <p:cNvSpPr/>
              <p:nvPr/>
            </p:nvSpPr>
            <p:spPr>
              <a:xfrm>
                <a:off x="8979073" y="5162171"/>
                <a:ext cx="6343" cy="6345"/>
              </a:xfrm>
              <a:custGeom>
                <a:avLst/>
                <a:gdLst>
                  <a:gd name="connsiteX0" fmla="*/ 3374 w 6343"/>
                  <a:gd name="connsiteY0" fmla="*/ 6478 h 6345"/>
                  <a:gd name="connsiteX1" fmla="*/ 5617 w 6343"/>
                  <a:gd name="connsiteY1" fmla="*/ 5549 h 6345"/>
                  <a:gd name="connsiteX2" fmla="*/ 6546 w 6343"/>
                  <a:gd name="connsiteY2" fmla="*/ 3305 h 6345"/>
                  <a:gd name="connsiteX3" fmla="*/ 5617 w 6343"/>
                  <a:gd name="connsiteY3" fmla="*/ 1062 h 6345"/>
                  <a:gd name="connsiteX4" fmla="*/ 3374 w 6343"/>
                  <a:gd name="connsiteY4" fmla="*/ 133 h 6345"/>
                  <a:gd name="connsiteX5" fmla="*/ 1132 w 6343"/>
                  <a:gd name="connsiteY5" fmla="*/ 1062 h 6345"/>
                  <a:gd name="connsiteX6" fmla="*/ 203 w 6343"/>
                  <a:gd name="connsiteY6" fmla="*/ 3305 h 6345"/>
                  <a:gd name="connsiteX7" fmla="*/ 1132 w 6343"/>
                  <a:gd name="connsiteY7" fmla="*/ 5549 h 6345"/>
                  <a:gd name="connsiteX8" fmla="*/ 337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78"/>
                    </a:moveTo>
                    <a:cubicBezTo>
                      <a:pt x="4215" y="6478"/>
                      <a:pt x="5022" y="6144"/>
                      <a:pt x="5617" y="5549"/>
                    </a:cubicBezTo>
                    <a:cubicBezTo>
                      <a:pt x="6212" y="4954"/>
                      <a:pt x="6546" y="4147"/>
                      <a:pt x="6546" y="3305"/>
                    </a:cubicBezTo>
                    <a:cubicBezTo>
                      <a:pt x="6546" y="2464"/>
                      <a:pt x="6212" y="1657"/>
                      <a:pt x="5617" y="1062"/>
                    </a:cubicBezTo>
                    <a:cubicBezTo>
                      <a:pt x="5022" y="467"/>
                      <a:pt x="4215" y="133"/>
                      <a:pt x="3374" y="133"/>
                    </a:cubicBezTo>
                    <a:cubicBezTo>
                      <a:pt x="2533" y="133"/>
                      <a:pt x="1726" y="467"/>
                      <a:pt x="1132" y="1062"/>
                    </a:cubicBezTo>
                    <a:cubicBezTo>
                      <a:pt x="537" y="1657"/>
                      <a:pt x="203" y="2464"/>
                      <a:pt x="203" y="3305"/>
                    </a:cubicBezTo>
                    <a:cubicBezTo>
                      <a:pt x="203" y="4147"/>
                      <a:pt x="537" y="4954"/>
                      <a:pt x="1132" y="5549"/>
                    </a:cubicBezTo>
                    <a:cubicBezTo>
                      <a:pt x="1726" y="6144"/>
                      <a:pt x="2533" y="6478"/>
                      <a:pt x="337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74" name="Freeform: Shape 10673">
                <a:extLst>
                  <a:ext uri="{FF2B5EF4-FFF2-40B4-BE49-F238E27FC236}">
                    <a16:creationId xmlns:a16="http://schemas.microsoft.com/office/drawing/2014/main" id="{9D8F5533-2420-630E-D23C-F3A620F0035F}"/>
                  </a:ext>
                </a:extLst>
              </p:cNvPr>
              <p:cNvSpPr/>
              <p:nvPr/>
            </p:nvSpPr>
            <p:spPr>
              <a:xfrm>
                <a:off x="9000496" y="5165295"/>
                <a:ext cx="6343" cy="6345"/>
              </a:xfrm>
              <a:custGeom>
                <a:avLst/>
                <a:gdLst>
                  <a:gd name="connsiteX0" fmla="*/ 3376 w 6343"/>
                  <a:gd name="connsiteY0" fmla="*/ 6478 h 6345"/>
                  <a:gd name="connsiteX1" fmla="*/ 5618 w 6343"/>
                  <a:gd name="connsiteY1" fmla="*/ 5549 h 6345"/>
                  <a:gd name="connsiteX2" fmla="*/ 6547 w 6343"/>
                  <a:gd name="connsiteY2" fmla="*/ 3306 h 6345"/>
                  <a:gd name="connsiteX3" fmla="*/ 5618 w 6343"/>
                  <a:gd name="connsiteY3" fmla="*/ 1062 h 6345"/>
                  <a:gd name="connsiteX4" fmla="*/ 3376 w 6343"/>
                  <a:gd name="connsiteY4" fmla="*/ 133 h 6345"/>
                  <a:gd name="connsiteX5" fmla="*/ 1133 w 6343"/>
                  <a:gd name="connsiteY5" fmla="*/ 1062 h 6345"/>
                  <a:gd name="connsiteX6" fmla="*/ 204 w 6343"/>
                  <a:gd name="connsiteY6" fmla="*/ 3306 h 6345"/>
                  <a:gd name="connsiteX7" fmla="*/ 1133 w 6343"/>
                  <a:gd name="connsiteY7" fmla="*/ 5549 h 6345"/>
                  <a:gd name="connsiteX8" fmla="*/ 337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78"/>
                    </a:moveTo>
                    <a:cubicBezTo>
                      <a:pt x="4217" y="6478"/>
                      <a:pt x="5024" y="6144"/>
                      <a:pt x="5618" y="5549"/>
                    </a:cubicBezTo>
                    <a:cubicBezTo>
                      <a:pt x="6213" y="4954"/>
                      <a:pt x="6547" y="4147"/>
                      <a:pt x="6547" y="3306"/>
                    </a:cubicBezTo>
                    <a:cubicBezTo>
                      <a:pt x="6547" y="2464"/>
                      <a:pt x="6213" y="1657"/>
                      <a:pt x="5618" y="1062"/>
                    </a:cubicBezTo>
                    <a:cubicBezTo>
                      <a:pt x="5024" y="467"/>
                      <a:pt x="4217" y="133"/>
                      <a:pt x="3376" y="133"/>
                    </a:cubicBezTo>
                    <a:cubicBezTo>
                      <a:pt x="2535" y="133"/>
                      <a:pt x="1728" y="467"/>
                      <a:pt x="1133" y="1062"/>
                    </a:cubicBezTo>
                    <a:cubicBezTo>
                      <a:pt x="538" y="1657"/>
                      <a:pt x="204" y="2464"/>
                      <a:pt x="204" y="3306"/>
                    </a:cubicBezTo>
                    <a:cubicBezTo>
                      <a:pt x="204" y="4147"/>
                      <a:pt x="538" y="4954"/>
                      <a:pt x="1133" y="5549"/>
                    </a:cubicBezTo>
                    <a:cubicBezTo>
                      <a:pt x="1728" y="6144"/>
                      <a:pt x="2535" y="6478"/>
                      <a:pt x="337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75" name="Freeform: Shape 10674">
                <a:extLst>
                  <a:ext uri="{FF2B5EF4-FFF2-40B4-BE49-F238E27FC236}">
                    <a16:creationId xmlns:a16="http://schemas.microsoft.com/office/drawing/2014/main" id="{29ECC7FA-AE2B-725D-7279-EC537149B0AB}"/>
                  </a:ext>
                </a:extLst>
              </p:cNvPr>
              <p:cNvSpPr/>
              <p:nvPr/>
            </p:nvSpPr>
            <p:spPr>
              <a:xfrm>
                <a:off x="9009173" y="5164911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6 h 6345"/>
                  <a:gd name="connsiteX3" fmla="*/ 5619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6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4" y="6144"/>
                      <a:pt x="5619" y="5549"/>
                    </a:cubicBezTo>
                    <a:cubicBezTo>
                      <a:pt x="6214" y="4954"/>
                      <a:pt x="6548" y="4147"/>
                      <a:pt x="6548" y="3306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4" y="467"/>
                      <a:pt x="4218" y="133"/>
                      <a:pt x="3377" y="133"/>
                    </a:cubicBezTo>
                    <a:cubicBezTo>
                      <a:pt x="2535" y="133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6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5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76" name="Freeform: Shape 10675">
                <a:extLst>
                  <a:ext uri="{FF2B5EF4-FFF2-40B4-BE49-F238E27FC236}">
                    <a16:creationId xmlns:a16="http://schemas.microsoft.com/office/drawing/2014/main" id="{9297BA1F-14C8-9E77-C610-5AE7471C2C0F}"/>
                  </a:ext>
                </a:extLst>
              </p:cNvPr>
              <p:cNvSpPr/>
              <p:nvPr/>
            </p:nvSpPr>
            <p:spPr>
              <a:xfrm>
                <a:off x="9013514" y="5163317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5 h 6345"/>
                  <a:gd name="connsiteX3" fmla="*/ 5619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19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5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77" name="Freeform: Shape 10676">
                <a:extLst>
                  <a:ext uri="{FF2B5EF4-FFF2-40B4-BE49-F238E27FC236}">
                    <a16:creationId xmlns:a16="http://schemas.microsoft.com/office/drawing/2014/main" id="{FB97E928-E285-7656-F9ED-1BF1E931E49D}"/>
                  </a:ext>
                </a:extLst>
              </p:cNvPr>
              <p:cNvSpPr/>
              <p:nvPr/>
            </p:nvSpPr>
            <p:spPr>
              <a:xfrm>
                <a:off x="9012586" y="5160136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5 h 6345"/>
                  <a:gd name="connsiteX3" fmla="*/ 5619 w 6343"/>
                  <a:gd name="connsiteY3" fmla="*/ 1062 h 6345"/>
                  <a:gd name="connsiteX4" fmla="*/ 3377 w 6343"/>
                  <a:gd name="connsiteY4" fmla="*/ 132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19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5" y="467"/>
                      <a:pt x="4218" y="132"/>
                      <a:pt x="3377" y="132"/>
                    </a:cubicBezTo>
                    <a:cubicBezTo>
                      <a:pt x="2536" y="132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5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78" name="Freeform: Shape 10677">
                <a:extLst>
                  <a:ext uri="{FF2B5EF4-FFF2-40B4-BE49-F238E27FC236}">
                    <a16:creationId xmlns:a16="http://schemas.microsoft.com/office/drawing/2014/main" id="{CF0E9CAA-82F8-042D-F9B4-1FB12DE7BF24}"/>
                  </a:ext>
                </a:extLst>
              </p:cNvPr>
              <p:cNvSpPr/>
              <p:nvPr/>
            </p:nvSpPr>
            <p:spPr>
              <a:xfrm>
                <a:off x="9019755" y="5159497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9 h 6345"/>
                  <a:gd name="connsiteX2" fmla="*/ 6549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2 h 6345"/>
                  <a:gd name="connsiteX5" fmla="*/ 1135 w 6343"/>
                  <a:gd name="connsiteY5" fmla="*/ 1062 h 6345"/>
                  <a:gd name="connsiteX6" fmla="*/ 206 w 6343"/>
                  <a:gd name="connsiteY6" fmla="*/ 3305 h 6345"/>
                  <a:gd name="connsiteX7" fmla="*/ 1135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3"/>
                      <a:pt x="5620" y="5549"/>
                    </a:cubicBezTo>
                    <a:cubicBezTo>
                      <a:pt x="6215" y="4954"/>
                      <a:pt x="6549" y="4147"/>
                      <a:pt x="6549" y="3305"/>
                    </a:cubicBezTo>
                    <a:cubicBezTo>
                      <a:pt x="6549" y="2464"/>
                      <a:pt x="6215" y="1657"/>
                      <a:pt x="5620" y="1062"/>
                    </a:cubicBezTo>
                    <a:cubicBezTo>
                      <a:pt x="5025" y="467"/>
                      <a:pt x="4218" y="132"/>
                      <a:pt x="3377" y="132"/>
                    </a:cubicBezTo>
                    <a:cubicBezTo>
                      <a:pt x="2536" y="132"/>
                      <a:pt x="1729" y="467"/>
                      <a:pt x="1135" y="1062"/>
                    </a:cubicBezTo>
                    <a:cubicBezTo>
                      <a:pt x="540" y="1657"/>
                      <a:pt x="206" y="2464"/>
                      <a:pt x="206" y="3305"/>
                    </a:cubicBezTo>
                    <a:cubicBezTo>
                      <a:pt x="206" y="4147"/>
                      <a:pt x="540" y="4954"/>
                      <a:pt x="1135" y="5549"/>
                    </a:cubicBezTo>
                    <a:cubicBezTo>
                      <a:pt x="1729" y="6143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79" name="Freeform: Shape 10678">
                <a:extLst>
                  <a:ext uri="{FF2B5EF4-FFF2-40B4-BE49-F238E27FC236}">
                    <a16:creationId xmlns:a16="http://schemas.microsoft.com/office/drawing/2014/main" id="{733046BF-32BE-24C8-40A9-A5EC66A7482F}"/>
                  </a:ext>
                </a:extLst>
              </p:cNvPr>
              <p:cNvSpPr/>
              <p:nvPr/>
            </p:nvSpPr>
            <p:spPr>
              <a:xfrm>
                <a:off x="9027929" y="5159270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1 w 6343"/>
                  <a:gd name="connsiteY1" fmla="*/ 5549 h 6345"/>
                  <a:gd name="connsiteX2" fmla="*/ 6550 w 6343"/>
                  <a:gd name="connsiteY2" fmla="*/ 3305 h 6345"/>
                  <a:gd name="connsiteX3" fmla="*/ 5621 w 6343"/>
                  <a:gd name="connsiteY3" fmla="*/ 1062 h 6345"/>
                  <a:gd name="connsiteX4" fmla="*/ 3378 w 6343"/>
                  <a:gd name="connsiteY4" fmla="*/ 132 h 6345"/>
                  <a:gd name="connsiteX5" fmla="*/ 1135 w 6343"/>
                  <a:gd name="connsiteY5" fmla="*/ 1062 h 6345"/>
                  <a:gd name="connsiteX6" fmla="*/ 206 w 6343"/>
                  <a:gd name="connsiteY6" fmla="*/ 3305 h 6345"/>
                  <a:gd name="connsiteX7" fmla="*/ 1135 w 6343"/>
                  <a:gd name="connsiteY7" fmla="*/ 5549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19" y="6478"/>
                      <a:pt x="5026" y="6143"/>
                      <a:pt x="5621" y="5549"/>
                    </a:cubicBezTo>
                    <a:cubicBezTo>
                      <a:pt x="6215" y="4954"/>
                      <a:pt x="6550" y="4146"/>
                      <a:pt x="6550" y="3305"/>
                    </a:cubicBezTo>
                    <a:cubicBezTo>
                      <a:pt x="6550" y="2464"/>
                      <a:pt x="6215" y="1657"/>
                      <a:pt x="5621" y="1062"/>
                    </a:cubicBezTo>
                    <a:cubicBezTo>
                      <a:pt x="5026" y="467"/>
                      <a:pt x="4219" y="132"/>
                      <a:pt x="3378" y="132"/>
                    </a:cubicBezTo>
                    <a:cubicBezTo>
                      <a:pt x="2537" y="132"/>
                      <a:pt x="1730" y="467"/>
                      <a:pt x="1135" y="1062"/>
                    </a:cubicBezTo>
                    <a:cubicBezTo>
                      <a:pt x="541" y="1657"/>
                      <a:pt x="206" y="2464"/>
                      <a:pt x="206" y="3305"/>
                    </a:cubicBezTo>
                    <a:cubicBezTo>
                      <a:pt x="206" y="4146"/>
                      <a:pt x="541" y="4954"/>
                      <a:pt x="1135" y="5549"/>
                    </a:cubicBezTo>
                    <a:cubicBezTo>
                      <a:pt x="1730" y="6143"/>
                      <a:pt x="2537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80" name="Freeform: Shape 10679">
                <a:extLst>
                  <a:ext uri="{FF2B5EF4-FFF2-40B4-BE49-F238E27FC236}">
                    <a16:creationId xmlns:a16="http://schemas.microsoft.com/office/drawing/2014/main" id="{221462A6-946E-ED28-8E4F-0977077E4C2C}"/>
                  </a:ext>
                </a:extLst>
              </p:cNvPr>
              <p:cNvSpPr/>
              <p:nvPr/>
            </p:nvSpPr>
            <p:spPr>
              <a:xfrm>
                <a:off x="9036030" y="5159118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1 w 6343"/>
                  <a:gd name="connsiteY1" fmla="*/ 5549 h 6345"/>
                  <a:gd name="connsiteX2" fmla="*/ 6550 w 6343"/>
                  <a:gd name="connsiteY2" fmla="*/ 3305 h 6345"/>
                  <a:gd name="connsiteX3" fmla="*/ 5621 w 6343"/>
                  <a:gd name="connsiteY3" fmla="*/ 1062 h 6345"/>
                  <a:gd name="connsiteX4" fmla="*/ 3379 w 6343"/>
                  <a:gd name="connsiteY4" fmla="*/ 132 h 6345"/>
                  <a:gd name="connsiteX5" fmla="*/ 1136 w 6343"/>
                  <a:gd name="connsiteY5" fmla="*/ 1062 h 6345"/>
                  <a:gd name="connsiteX6" fmla="*/ 207 w 6343"/>
                  <a:gd name="connsiteY6" fmla="*/ 3305 h 6345"/>
                  <a:gd name="connsiteX7" fmla="*/ 1136 w 6343"/>
                  <a:gd name="connsiteY7" fmla="*/ 5549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0" y="6478"/>
                      <a:pt x="5027" y="6143"/>
                      <a:pt x="5621" y="5549"/>
                    </a:cubicBezTo>
                    <a:cubicBezTo>
                      <a:pt x="6216" y="4954"/>
                      <a:pt x="6550" y="4146"/>
                      <a:pt x="6550" y="3305"/>
                    </a:cubicBezTo>
                    <a:cubicBezTo>
                      <a:pt x="6550" y="2464"/>
                      <a:pt x="6216" y="1657"/>
                      <a:pt x="5621" y="1062"/>
                    </a:cubicBezTo>
                    <a:cubicBezTo>
                      <a:pt x="5027" y="467"/>
                      <a:pt x="4220" y="132"/>
                      <a:pt x="3379" y="132"/>
                    </a:cubicBezTo>
                    <a:cubicBezTo>
                      <a:pt x="2538" y="132"/>
                      <a:pt x="1731" y="467"/>
                      <a:pt x="1136" y="1062"/>
                    </a:cubicBezTo>
                    <a:cubicBezTo>
                      <a:pt x="541" y="1657"/>
                      <a:pt x="207" y="2464"/>
                      <a:pt x="207" y="3305"/>
                    </a:cubicBezTo>
                    <a:cubicBezTo>
                      <a:pt x="207" y="4146"/>
                      <a:pt x="541" y="4954"/>
                      <a:pt x="1136" y="5549"/>
                    </a:cubicBezTo>
                    <a:cubicBezTo>
                      <a:pt x="1731" y="6143"/>
                      <a:pt x="2538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81" name="Freeform: Shape 10680">
                <a:extLst>
                  <a:ext uri="{FF2B5EF4-FFF2-40B4-BE49-F238E27FC236}">
                    <a16:creationId xmlns:a16="http://schemas.microsoft.com/office/drawing/2014/main" id="{C218BF45-EC0A-99FB-F33A-293CB4B149DD}"/>
                  </a:ext>
                </a:extLst>
              </p:cNvPr>
              <p:cNvSpPr/>
              <p:nvPr/>
            </p:nvSpPr>
            <p:spPr>
              <a:xfrm>
                <a:off x="9046674" y="5159923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2 w 6343"/>
                  <a:gd name="connsiteY1" fmla="*/ 5549 h 6345"/>
                  <a:gd name="connsiteX2" fmla="*/ 6551 w 6343"/>
                  <a:gd name="connsiteY2" fmla="*/ 3305 h 6345"/>
                  <a:gd name="connsiteX3" fmla="*/ 5622 w 6343"/>
                  <a:gd name="connsiteY3" fmla="*/ 1062 h 6345"/>
                  <a:gd name="connsiteX4" fmla="*/ 3379 w 6343"/>
                  <a:gd name="connsiteY4" fmla="*/ 132 h 6345"/>
                  <a:gd name="connsiteX5" fmla="*/ 1137 w 6343"/>
                  <a:gd name="connsiteY5" fmla="*/ 1062 h 6345"/>
                  <a:gd name="connsiteX6" fmla="*/ 208 w 6343"/>
                  <a:gd name="connsiteY6" fmla="*/ 3305 h 6345"/>
                  <a:gd name="connsiteX7" fmla="*/ 1137 w 6343"/>
                  <a:gd name="connsiteY7" fmla="*/ 5549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1" y="6478"/>
                      <a:pt x="5027" y="6144"/>
                      <a:pt x="5622" y="5549"/>
                    </a:cubicBezTo>
                    <a:cubicBezTo>
                      <a:pt x="6217" y="4954"/>
                      <a:pt x="6551" y="4147"/>
                      <a:pt x="6551" y="3305"/>
                    </a:cubicBezTo>
                    <a:cubicBezTo>
                      <a:pt x="6551" y="2464"/>
                      <a:pt x="6217" y="1657"/>
                      <a:pt x="5622" y="1062"/>
                    </a:cubicBezTo>
                    <a:cubicBezTo>
                      <a:pt x="5027" y="467"/>
                      <a:pt x="4221" y="132"/>
                      <a:pt x="3379" y="132"/>
                    </a:cubicBezTo>
                    <a:cubicBezTo>
                      <a:pt x="2538" y="132"/>
                      <a:pt x="1732" y="467"/>
                      <a:pt x="1137" y="1062"/>
                    </a:cubicBezTo>
                    <a:cubicBezTo>
                      <a:pt x="542" y="1657"/>
                      <a:pt x="208" y="2464"/>
                      <a:pt x="208" y="3305"/>
                    </a:cubicBezTo>
                    <a:cubicBezTo>
                      <a:pt x="208" y="4147"/>
                      <a:pt x="542" y="4954"/>
                      <a:pt x="1137" y="5549"/>
                    </a:cubicBezTo>
                    <a:cubicBezTo>
                      <a:pt x="1732" y="6144"/>
                      <a:pt x="2538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82" name="Freeform: Shape 10681">
                <a:extLst>
                  <a:ext uri="{FF2B5EF4-FFF2-40B4-BE49-F238E27FC236}">
                    <a16:creationId xmlns:a16="http://schemas.microsoft.com/office/drawing/2014/main" id="{4BE5AA57-E270-A57A-9928-6E189944AF64}"/>
                  </a:ext>
                </a:extLst>
              </p:cNvPr>
              <p:cNvSpPr/>
              <p:nvPr/>
            </p:nvSpPr>
            <p:spPr>
              <a:xfrm>
                <a:off x="9052249" y="5159117"/>
                <a:ext cx="6343" cy="6345"/>
              </a:xfrm>
              <a:custGeom>
                <a:avLst/>
                <a:gdLst>
                  <a:gd name="connsiteX0" fmla="*/ 3380 w 6343"/>
                  <a:gd name="connsiteY0" fmla="*/ 6478 h 6345"/>
                  <a:gd name="connsiteX1" fmla="*/ 5623 w 6343"/>
                  <a:gd name="connsiteY1" fmla="*/ 5549 h 6345"/>
                  <a:gd name="connsiteX2" fmla="*/ 6551 w 6343"/>
                  <a:gd name="connsiteY2" fmla="*/ 3305 h 6345"/>
                  <a:gd name="connsiteX3" fmla="*/ 5623 w 6343"/>
                  <a:gd name="connsiteY3" fmla="*/ 1062 h 6345"/>
                  <a:gd name="connsiteX4" fmla="*/ 3380 w 6343"/>
                  <a:gd name="connsiteY4" fmla="*/ 132 h 6345"/>
                  <a:gd name="connsiteX5" fmla="*/ 1137 w 6343"/>
                  <a:gd name="connsiteY5" fmla="*/ 1062 h 6345"/>
                  <a:gd name="connsiteX6" fmla="*/ 208 w 6343"/>
                  <a:gd name="connsiteY6" fmla="*/ 3305 h 6345"/>
                  <a:gd name="connsiteX7" fmla="*/ 1137 w 6343"/>
                  <a:gd name="connsiteY7" fmla="*/ 5549 h 6345"/>
                  <a:gd name="connsiteX8" fmla="*/ 338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78"/>
                    </a:moveTo>
                    <a:cubicBezTo>
                      <a:pt x="4221" y="6478"/>
                      <a:pt x="5028" y="6143"/>
                      <a:pt x="5623" y="5549"/>
                    </a:cubicBezTo>
                    <a:cubicBezTo>
                      <a:pt x="6217" y="4954"/>
                      <a:pt x="6551" y="4146"/>
                      <a:pt x="6551" y="3305"/>
                    </a:cubicBezTo>
                    <a:cubicBezTo>
                      <a:pt x="6551" y="2464"/>
                      <a:pt x="6217" y="1657"/>
                      <a:pt x="5623" y="1062"/>
                    </a:cubicBezTo>
                    <a:cubicBezTo>
                      <a:pt x="5028" y="467"/>
                      <a:pt x="4221" y="132"/>
                      <a:pt x="3380" y="132"/>
                    </a:cubicBezTo>
                    <a:cubicBezTo>
                      <a:pt x="2539" y="132"/>
                      <a:pt x="1732" y="467"/>
                      <a:pt x="1137" y="1062"/>
                    </a:cubicBezTo>
                    <a:cubicBezTo>
                      <a:pt x="543" y="1657"/>
                      <a:pt x="208" y="2464"/>
                      <a:pt x="208" y="3305"/>
                    </a:cubicBezTo>
                    <a:cubicBezTo>
                      <a:pt x="208" y="4146"/>
                      <a:pt x="543" y="4954"/>
                      <a:pt x="1137" y="5549"/>
                    </a:cubicBezTo>
                    <a:cubicBezTo>
                      <a:pt x="1732" y="6143"/>
                      <a:pt x="2539" y="6478"/>
                      <a:pt x="338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83" name="Freeform: Shape 10682">
                <a:extLst>
                  <a:ext uri="{FF2B5EF4-FFF2-40B4-BE49-F238E27FC236}">
                    <a16:creationId xmlns:a16="http://schemas.microsoft.com/office/drawing/2014/main" id="{81B235CC-AFC2-02CD-824C-2EA67753D1F7}"/>
                  </a:ext>
                </a:extLst>
              </p:cNvPr>
              <p:cNvSpPr/>
              <p:nvPr/>
            </p:nvSpPr>
            <p:spPr>
              <a:xfrm>
                <a:off x="9080017" y="5166168"/>
                <a:ext cx="6343" cy="6345"/>
              </a:xfrm>
              <a:custGeom>
                <a:avLst/>
                <a:gdLst>
                  <a:gd name="connsiteX0" fmla="*/ 3382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6 h 6345"/>
                  <a:gd name="connsiteX3" fmla="*/ 5625 w 6343"/>
                  <a:gd name="connsiteY3" fmla="*/ 1062 h 6345"/>
                  <a:gd name="connsiteX4" fmla="*/ 3382 w 6343"/>
                  <a:gd name="connsiteY4" fmla="*/ 133 h 6345"/>
                  <a:gd name="connsiteX5" fmla="*/ 1139 w 6343"/>
                  <a:gd name="connsiteY5" fmla="*/ 1062 h 6345"/>
                  <a:gd name="connsiteX6" fmla="*/ 211 w 6343"/>
                  <a:gd name="connsiteY6" fmla="*/ 3306 h 6345"/>
                  <a:gd name="connsiteX7" fmla="*/ 1139 w 6343"/>
                  <a:gd name="connsiteY7" fmla="*/ 5549 h 6345"/>
                  <a:gd name="connsiteX8" fmla="*/ 338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8"/>
                    </a:moveTo>
                    <a:cubicBezTo>
                      <a:pt x="4223" y="6478"/>
                      <a:pt x="5030" y="6144"/>
                      <a:pt x="5625" y="5549"/>
                    </a:cubicBezTo>
                    <a:cubicBezTo>
                      <a:pt x="6219" y="4954"/>
                      <a:pt x="6554" y="4147"/>
                      <a:pt x="6554" y="3306"/>
                    </a:cubicBezTo>
                    <a:cubicBezTo>
                      <a:pt x="6554" y="2464"/>
                      <a:pt x="6219" y="1657"/>
                      <a:pt x="5625" y="1062"/>
                    </a:cubicBezTo>
                    <a:cubicBezTo>
                      <a:pt x="5030" y="467"/>
                      <a:pt x="4223" y="133"/>
                      <a:pt x="3382" y="133"/>
                    </a:cubicBezTo>
                    <a:cubicBezTo>
                      <a:pt x="2541" y="133"/>
                      <a:pt x="1734" y="467"/>
                      <a:pt x="1139" y="1062"/>
                    </a:cubicBezTo>
                    <a:cubicBezTo>
                      <a:pt x="545" y="1657"/>
                      <a:pt x="211" y="2464"/>
                      <a:pt x="211" y="3306"/>
                    </a:cubicBezTo>
                    <a:cubicBezTo>
                      <a:pt x="211" y="4147"/>
                      <a:pt x="545" y="4954"/>
                      <a:pt x="1139" y="5549"/>
                    </a:cubicBezTo>
                    <a:cubicBezTo>
                      <a:pt x="1734" y="6144"/>
                      <a:pt x="2541" y="6478"/>
                      <a:pt x="338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84" name="Freeform: Shape 10683">
                <a:extLst>
                  <a:ext uri="{FF2B5EF4-FFF2-40B4-BE49-F238E27FC236}">
                    <a16:creationId xmlns:a16="http://schemas.microsoft.com/office/drawing/2014/main" id="{5704E686-52AD-CF3D-067F-093E78258BA2}"/>
                  </a:ext>
                </a:extLst>
              </p:cNvPr>
              <p:cNvSpPr/>
              <p:nvPr/>
            </p:nvSpPr>
            <p:spPr>
              <a:xfrm>
                <a:off x="9084884" y="5165393"/>
                <a:ext cx="6343" cy="6345"/>
              </a:xfrm>
              <a:custGeom>
                <a:avLst/>
                <a:gdLst>
                  <a:gd name="connsiteX0" fmla="*/ 3382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6 h 6345"/>
                  <a:gd name="connsiteX3" fmla="*/ 5625 w 6343"/>
                  <a:gd name="connsiteY3" fmla="*/ 1062 h 6345"/>
                  <a:gd name="connsiteX4" fmla="*/ 3382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6 h 6345"/>
                  <a:gd name="connsiteX7" fmla="*/ 1140 w 6343"/>
                  <a:gd name="connsiteY7" fmla="*/ 5549 h 6345"/>
                  <a:gd name="connsiteX8" fmla="*/ 338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8"/>
                    </a:moveTo>
                    <a:cubicBezTo>
                      <a:pt x="4224" y="6478"/>
                      <a:pt x="5030" y="6144"/>
                      <a:pt x="5625" y="5549"/>
                    </a:cubicBezTo>
                    <a:cubicBezTo>
                      <a:pt x="6220" y="4954"/>
                      <a:pt x="6554" y="4147"/>
                      <a:pt x="6554" y="3306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0" y="467"/>
                      <a:pt x="4224" y="133"/>
                      <a:pt x="3382" y="133"/>
                    </a:cubicBezTo>
                    <a:cubicBezTo>
                      <a:pt x="2541" y="133"/>
                      <a:pt x="1735" y="467"/>
                      <a:pt x="1140" y="1062"/>
                    </a:cubicBezTo>
                    <a:cubicBezTo>
                      <a:pt x="545" y="1657"/>
                      <a:pt x="211" y="2464"/>
                      <a:pt x="211" y="3306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5" y="6144"/>
                      <a:pt x="2541" y="6478"/>
                      <a:pt x="338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85" name="Freeform: Shape 10684">
                <a:extLst>
                  <a:ext uri="{FF2B5EF4-FFF2-40B4-BE49-F238E27FC236}">
                    <a16:creationId xmlns:a16="http://schemas.microsoft.com/office/drawing/2014/main" id="{F60D8548-209A-D077-2C8F-FB5660F038A1}"/>
                  </a:ext>
                </a:extLst>
              </p:cNvPr>
              <p:cNvSpPr/>
              <p:nvPr/>
            </p:nvSpPr>
            <p:spPr>
              <a:xfrm>
                <a:off x="9092810" y="5165791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6 h 6345"/>
                  <a:gd name="connsiteX3" fmla="*/ 5626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2 w 6343"/>
                  <a:gd name="connsiteY6" fmla="*/ 3306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1" y="6144"/>
                      <a:pt x="5626" y="5549"/>
                    </a:cubicBezTo>
                    <a:cubicBezTo>
                      <a:pt x="6220" y="4954"/>
                      <a:pt x="6555" y="4147"/>
                      <a:pt x="6555" y="3306"/>
                    </a:cubicBezTo>
                    <a:cubicBezTo>
                      <a:pt x="6555" y="2464"/>
                      <a:pt x="6220" y="1657"/>
                      <a:pt x="5626" y="1062"/>
                    </a:cubicBezTo>
                    <a:cubicBezTo>
                      <a:pt x="5031" y="467"/>
                      <a:pt x="4224" y="133"/>
                      <a:pt x="3383" y="133"/>
                    </a:cubicBezTo>
                    <a:cubicBezTo>
                      <a:pt x="2542" y="133"/>
                      <a:pt x="1735" y="467"/>
                      <a:pt x="1140" y="1062"/>
                    </a:cubicBezTo>
                    <a:cubicBezTo>
                      <a:pt x="546" y="1657"/>
                      <a:pt x="212" y="2464"/>
                      <a:pt x="212" y="3306"/>
                    </a:cubicBezTo>
                    <a:cubicBezTo>
                      <a:pt x="212" y="4147"/>
                      <a:pt x="546" y="4954"/>
                      <a:pt x="1140" y="5549"/>
                    </a:cubicBezTo>
                    <a:cubicBezTo>
                      <a:pt x="1735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86" name="Freeform: Shape 10685">
                <a:extLst>
                  <a:ext uri="{FF2B5EF4-FFF2-40B4-BE49-F238E27FC236}">
                    <a16:creationId xmlns:a16="http://schemas.microsoft.com/office/drawing/2014/main" id="{E149571B-918C-4E8D-627E-CB4759DC3376}"/>
                  </a:ext>
                </a:extLst>
              </p:cNvPr>
              <p:cNvSpPr/>
              <p:nvPr/>
            </p:nvSpPr>
            <p:spPr>
              <a:xfrm>
                <a:off x="9102071" y="5166784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6 h 6345"/>
                  <a:gd name="connsiteX3" fmla="*/ 5626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6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6" y="5549"/>
                    </a:cubicBezTo>
                    <a:cubicBezTo>
                      <a:pt x="6221" y="4954"/>
                      <a:pt x="6555" y="4147"/>
                      <a:pt x="6555" y="3306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6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87" name="Freeform: Shape 10686">
                <a:extLst>
                  <a:ext uri="{FF2B5EF4-FFF2-40B4-BE49-F238E27FC236}">
                    <a16:creationId xmlns:a16="http://schemas.microsoft.com/office/drawing/2014/main" id="{36BAE7F0-D8A7-9CBB-9823-1F43DBB2E164}"/>
                  </a:ext>
                </a:extLst>
              </p:cNvPr>
              <p:cNvSpPr/>
              <p:nvPr/>
            </p:nvSpPr>
            <p:spPr>
              <a:xfrm>
                <a:off x="9101801" y="5164285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5 h 6345"/>
                  <a:gd name="connsiteX3" fmla="*/ 5626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5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6" y="5549"/>
                    </a:cubicBezTo>
                    <a:cubicBezTo>
                      <a:pt x="6221" y="4954"/>
                      <a:pt x="6555" y="4147"/>
                      <a:pt x="6555" y="3305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5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88" name="Freeform: Shape 10687">
                <a:extLst>
                  <a:ext uri="{FF2B5EF4-FFF2-40B4-BE49-F238E27FC236}">
                    <a16:creationId xmlns:a16="http://schemas.microsoft.com/office/drawing/2014/main" id="{B51CE6B7-AA70-7113-E64E-FAE3BBC347E1}"/>
                  </a:ext>
                </a:extLst>
              </p:cNvPr>
              <p:cNvSpPr/>
              <p:nvPr/>
            </p:nvSpPr>
            <p:spPr>
              <a:xfrm>
                <a:off x="9105823" y="5163427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5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5 h 6345"/>
                  <a:gd name="connsiteX7" fmla="*/ 1142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7" y="5549"/>
                    </a:cubicBezTo>
                    <a:cubicBezTo>
                      <a:pt x="6222" y="4954"/>
                      <a:pt x="6556" y="4147"/>
                      <a:pt x="6556" y="3305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2" y="1062"/>
                    </a:cubicBezTo>
                    <a:cubicBezTo>
                      <a:pt x="547" y="1657"/>
                      <a:pt x="213" y="2464"/>
                      <a:pt x="213" y="3305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89" name="Freeform: Shape 10688">
                <a:extLst>
                  <a:ext uri="{FF2B5EF4-FFF2-40B4-BE49-F238E27FC236}">
                    <a16:creationId xmlns:a16="http://schemas.microsoft.com/office/drawing/2014/main" id="{E68AF5C6-91DA-2B54-BBE5-ADAD4160AD1A}"/>
                  </a:ext>
                </a:extLst>
              </p:cNvPr>
              <p:cNvSpPr/>
              <p:nvPr/>
            </p:nvSpPr>
            <p:spPr>
              <a:xfrm>
                <a:off x="9082165" y="5151737"/>
                <a:ext cx="6343" cy="6345"/>
              </a:xfrm>
              <a:custGeom>
                <a:avLst/>
                <a:gdLst>
                  <a:gd name="connsiteX0" fmla="*/ 3382 w 6343"/>
                  <a:gd name="connsiteY0" fmla="*/ 6477 h 6345"/>
                  <a:gd name="connsiteX1" fmla="*/ 5625 w 6343"/>
                  <a:gd name="connsiteY1" fmla="*/ 5548 h 6345"/>
                  <a:gd name="connsiteX2" fmla="*/ 6554 w 6343"/>
                  <a:gd name="connsiteY2" fmla="*/ 3304 h 6345"/>
                  <a:gd name="connsiteX3" fmla="*/ 5625 w 6343"/>
                  <a:gd name="connsiteY3" fmla="*/ 1061 h 6345"/>
                  <a:gd name="connsiteX4" fmla="*/ 3382 w 6343"/>
                  <a:gd name="connsiteY4" fmla="*/ 132 h 6345"/>
                  <a:gd name="connsiteX5" fmla="*/ 1140 w 6343"/>
                  <a:gd name="connsiteY5" fmla="*/ 1061 h 6345"/>
                  <a:gd name="connsiteX6" fmla="*/ 211 w 6343"/>
                  <a:gd name="connsiteY6" fmla="*/ 3304 h 6345"/>
                  <a:gd name="connsiteX7" fmla="*/ 1140 w 6343"/>
                  <a:gd name="connsiteY7" fmla="*/ 5548 h 6345"/>
                  <a:gd name="connsiteX8" fmla="*/ 3382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7"/>
                    </a:moveTo>
                    <a:cubicBezTo>
                      <a:pt x="4223" y="6477"/>
                      <a:pt x="5030" y="6143"/>
                      <a:pt x="5625" y="5548"/>
                    </a:cubicBezTo>
                    <a:cubicBezTo>
                      <a:pt x="6220" y="4953"/>
                      <a:pt x="6554" y="4146"/>
                      <a:pt x="6554" y="3304"/>
                    </a:cubicBezTo>
                    <a:cubicBezTo>
                      <a:pt x="6554" y="2463"/>
                      <a:pt x="6220" y="1656"/>
                      <a:pt x="5625" y="1061"/>
                    </a:cubicBezTo>
                    <a:cubicBezTo>
                      <a:pt x="5030" y="466"/>
                      <a:pt x="4223" y="132"/>
                      <a:pt x="3382" y="132"/>
                    </a:cubicBezTo>
                    <a:cubicBezTo>
                      <a:pt x="2541" y="132"/>
                      <a:pt x="1734" y="466"/>
                      <a:pt x="1140" y="1061"/>
                    </a:cubicBezTo>
                    <a:cubicBezTo>
                      <a:pt x="545" y="1656"/>
                      <a:pt x="211" y="2463"/>
                      <a:pt x="211" y="3304"/>
                    </a:cubicBezTo>
                    <a:cubicBezTo>
                      <a:pt x="211" y="4146"/>
                      <a:pt x="545" y="4953"/>
                      <a:pt x="1140" y="5548"/>
                    </a:cubicBezTo>
                    <a:cubicBezTo>
                      <a:pt x="1734" y="6143"/>
                      <a:pt x="2541" y="6477"/>
                      <a:pt x="3382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90" name="Freeform: Shape 10689">
                <a:extLst>
                  <a:ext uri="{FF2B5EF4-FFF2-40B4-BE49-F238E27FC236}">
                    <a16:creationId xmlns:a16="http://schemas.microsoft.com/office/drawing/2014/main" id="{7E64ED79-3416-4A85-1B70-34B33876970A}"/>
                  </a:ext>
                </a:extLst>
              </p:cNvPr>
              <p:cNvSpPr/>
              <p:nvPr/>
            </p:nvSpPr>
            <p:spPr>
              <a:xfrm>
                <a:off x="9078676" y="5147769"/>
                <a:ext cx="6343" cy="6345"/>
              </a:xfrm>
              <a:custGeom>
                <a:avLst/>
                <a:gdLst>
                  <a:gd name="connsiteX0" fmla="*/ 3382 w 6343"/>
                  <a:gd name="connsiteY0" fmla="*/ 6477 h 6345"/>
                  <a:gd name="connsiteX1" fmla="*/ 5625 w 6343"/>
                  <a:gd name="connsiteY1" fmla="*/ 5548 h 6345"/>
                  <a:gd name="connsiteX2" fmla="*/ 6554 w 6343"/>
                  <a:gd name="connsiteY2" fmla="*/ 3304 h 6345"/>
                  <a:gd name="connsiteX3" fmla="*/ 5625 w 6343"/>
                  <a:gd name="connsiteY3" fmla="*/ 1061 h 6345"/>
                  <a:gd name="connsiteX4" fmla="*/ 3382 w 6343"/>
                  <a:gd name="connsiteY4" fmla="*/ 131 h 6345"/>
                  <a:gd name="connsiteX5" fmla="*/ 1139 w 6343"/>
                  <a:gd name="connsiteY5" fmla="*/ 1061 h 6345"/>
                  <a:gd name="connsiteX6" fmla="*/ 210 w 6343"/>
                  <a:gd name="connsiteY6" fmla="*/ 3304 h 6345"/>
                  <a:gd name="connsiteX7" fmla="*/ 1139 w 6343"/>
                  <a:gd name="connsiteY7" fmla="*/ 5548 h 6345"/>
                  <a:gd name="connsiteX8" fmla="*/ 3382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7"/>
                    </a:moveTo>
                    <a:cubicBezTo>
                      <a:pt x="4223" y="6477"/>
                      <a:pt x="5030" y="6143"/>
                      <a:pt x="5625" y="5548"/>
                    </a:cubicBezTo>
                    <a:cubicBezTo>
                      <a:pt x="6219" y="4953"/>
                      <a:pt x="6554" y="4146"/>
                      <a:pt x="6554" y="3304"/>
                    </a:cubicBezTo>
                    <a:cubicBezTo>
                      <a:pt x="6554" y="2463"/>
                      <a:pt x="6219" y="1656"/>
                      <a:pt x="5625" y="1061"/>
                    </a:cubicBezTo>
                    <a:cubicBezTo>
                      <a:pt x="5030" y="466"/>
                      <a:pt x="4223" y="131"/>
                      <a:pt x="3382" y="131"/>
                    </a:cubicBezTo>
                    <a:cubicBezTo>
                      <a:pt x="2541" y="131"/>
                      <a:pt x="1734" y="466"/>
                      <a:pt x="1139" y="1061"/>
                    </a:cubicBezTo>
                    <a:cubicBezTo>
                      <a:pt x="545" y="1656"/>
                      <a:pt x="210" y="2463"/>
                      <a:pt x="210" y="3304"/>
                    </a:cubicBezTo>
                    <a:cubicBezTo>
                      <a:pt x="210" y="4146"/>
                      <a:pt x="545" y="4953"/>
                      <a:pt x="1139" y="5548"/>
                    </a:cubicBezTo>
                    <a:cubicBezTo>
                      <a:pt x="1734" y="6143"/>
                      <a:pt x="2541" y="6477"/>
                      <a:pt x="3382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91" name="Freeform: Shape 10690">
                <a:extLst>
                  <a:ext uri="{FF2B5EF4-FFF2-40B4-BE49-F238E27FC236}">
                    <a16:creationId xmlns:a16="http://schemas.microsoft.com/office/drawing/2014/main" id="{3D2C0033-CD83-3F87-D520-43CF065929EF}"/>
                  </a:ext>
                </a:extLst>
              </p:cNvPr>
              <p:cNvSpPr/>
              <p:nvPr/>
            </p:nvSpPr>
            <p:spPr>
              <a:xfrm>
                <a:off x="9079231" y="5145385"/>
                <a:ext cx="6343" cy="6345"/>
              </a:xfrm>
              <a:custGeom>
                <a:avLst/>
                <a:gdLst>
                  <a:gd name="connsiteX0" fmla="*/ 3382 w 6343"/>
                  <a:gd name="connsiteY0" fmla="*/ 6477 h 6345"/>
                  <a:gd name="connsiteX1" fmla="*/ 5625 w 6343"/>
                  <a:gd name="connsiteY1" fmla="*/ 5547 h 6345"/>
                  <a:gd name="connsiteX2" fmla="*/ 6554 w 6343"/>
                  <a:gd name="connsiteY2" fmla="*/ 3304 h 6345"/>
                  <a:gd name="connsiteX3" fmla="*/ 5625 w 6343"/>
                  <a:gd name="connsiteY3" fmla="*/ 1061 h 6345"/>
                  <a:gd name="connsiteX4" fmla="*/ 3382 w 6343"/>
                  <a:gd name="connsiteY4" fmla="*/ 131 h 6345"/>
                  <a:gd name="connsiteX5" fmla="*/ 1139 w 6343"/>
                  <a:gd name="connsiteY5" fmla="*/ 1061 h 6345"/>
                  <a:gd name="connsiteX6" fmla="*/ 210 w 6343"/>
                  <a:gd name="connsiteY6" fmla="*/ 3304 h 6345"/>
                  <a:gd name="connsiteX7" fmla="*/ 1139 w 6343"/>
                  <a:gd name="connsiteY7" fmla="*/ 5547 h 6345"/>
                  <a:gd name="connsiteX8" fmla="*/ 3382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7"/>
                    </a:moveTo>
                    <a:cubicBezTo>
                      <a:pt x="4223" y="6477"/>
                      <a:pt x="5030" y="6142"/>
                      <a:pt x="5625" y="5547"/>
                    </a:cubicBezTo>
                    <a:cubicBezTo>
                      <a:pt x="6219" y="4952"/>
                      <a:pt x="6554" y="4145"/>
                      <a:pt x="6554" y="3304"/>
                    </a:cubicBezTo>
                    <a:cubicBezTo>
                      <a:pt x="6554" y="2463"/>
                      <a:pt x="6219" y="1656"/>
                      <a:pt x="5625" y="1061"/>
                    </a:cubicBezTo>
                    <a:cubicBezTo>
                      <a:pt x="5030" y="466"/>
                      <a:pt x="4223" y="131"/>
                      <a:pt x="3382" y="131"/>
                    </a:cubicBezTo>
                    <a:cubicBezTo>
                      <a:pt x="2541" y="131"/>
                      <a:pt x="1734" y="466"/>
                      <a:pt x="1139" y="1061"/>
                    </a:cubicBezTo>
                    <a:cubicBezTo>
                      <a:pt x="545" y="1656"/>
                      <a:pt x="210" y="2463"/>
                      <a:pt x="210" y="3304"/>
                    </a:cubicBezTo>
                    <a:cubicBezTo>
                      <a:pt x="210" y="4145"/>
                      <a:pt x="545" y="4952"/>
                      <a:pt x="1139" y="5547"/>
                    </a:cubicBezTo>
                    <a:cubicBezTo>
                      <a:pt x="1734" y="6142"/>
                      <a:pt x="2541" y="6477"/>
                      <a:pt x="3382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92" name="Freeform: Shape 10691">
                <a:extLst>
                  <a:ext uri="{FF2B5EF4-FFF2-40B4-BE49-F238E27FC236}">
                    <a16:creationId xmlns:a16="http://schemas.microsoft.com/office/drawing/2014/main" id="{AC3188A8-3BE9-5946-5496-011B3916F51C}"/>
                  </a:ext>
                </a:extLst>
              </p:cNvPr>
              <p:cNvSpPr/>
              <p:nvPr/>
            </p:nvSpPr>
            <p:spPr>
              <a:xfrm>
                <a:off x="9077773" y="5142162"/>
                <a:ext cx="6343" cy="6345"/>
              </a:xfrm>
              <a:custGeom>
                <a:avLst/>
                <a:gdLst>
                  <a:gd name="connsiteX0" fmla="*/ 3382 w 6343"/>
                  <a:gd name="connsiteY0" fmla="*/ 6476 h 6345"/>
                  <a:gd name="connsiteX1" fmla="*/ 5625 w 6343"/>
                  <a:gd name="connsiteY1" fmla="*/ 5547 h 6345"/>
                  <a:gd name="connsiteX2" fmla="*/ 6553 w 6343"/>
                  <a:gd name="connsiteY2" fmla="*/ 3304 h 6345"/>
                  <a:gd name="connsiteX3" fmla="*/ 5625 w 6343"/>
                  <a:gd name="connsiteY3" fmla="*/ 1060 h 6345"/>
                  <a:gd name="connsiteX4" fmla="*/ 3382 w 6343"/>
                  <a:gd name="connsiteY4" fmla="*/ 131 h 6345"/>
                  <a:gd name="connsiteX5" fmla="*/ 1139 w 6343"/>
                  <a:gd name="connsiteY5" fmla="*/ 1060 h 6345"/>
                  <a:gd name="connsiteX6" fmla="*/ 210 w 6343"/>
                  <a:gd name="connsiteY6" fmla="*/ 3304 h 6345"/>
                  <a:gd name="connsiteX7" fmla="*/ 1139 w 6343"/>
                  <a:gd name="connsiteY7" fmla="*/ 5547 h 6345"/>
                  <a:gd name="connsiteX8" fmla="*/ 338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6"/>
                    </a:moveTo>
                    <a:cubicBezTo>
                      <a:pt x="4223" y="6476"/>
                      <a:pt x="5030" y="6142"/>
                      <a:pt x="5625" y="5547"/>
                    </a:cubicBezTo>
                    <a:cubicBezTo>
                      <a:pt x="6219" y="4952"/>
                      <a:pt x="6553" y="4145"/>
                      <a:pt x="6553" y="3304"/>
                    </a:cubicBezTo>
                    <a:cubicBezTo>
                      <a:pt x="6553" y="2462"/>
                      <a:pt x="6219" y="1655"/>
                      <a:pt x="5625" y="1060"/>
                    </a:cubicBezTo>
                    <a:cubicBezTo>
                      <a:pt x="5030" y="465"/>
                      <a:pt x="4223" y="131"/>
                      <a:pt x="3382" y="131"/>
                    </a:cubicBezTo>
                    <a:cubicBezTo>
                      <a:pt x="2541" y="131"/>
                      <a:pt x="1734" y="465"/>
                      <a:pt x="1139" y="1060"/>
                    </a:cubicBezTo>
                    <a:cubicBezTo>
                      <a:pt x="545" y="1655"/>
                      <a:pt x="210" y="2462"/>
                      <a:pt x="210" y="3304"/>
                    </a:cubicBezTo>
                    <a:cubicBezTo>
                      <a:pt x="210" y="4145"/>
                      <a:pt x="545" y="4952"/>
                      <a:pt x="1139" y="5547"/>
                    </a:cubicBezTo>
                    <a:cubicBezTo>
                      <a:pt x="1734" y="6142"/>
                      <a:pt x="2541" y="6476"/>
                      <a:pt x="338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93" name="Freeform: Shape 10692">
                <a:extLst>
                  <a:ext uri="{FF2B5EF4-FFF2-40B4-BE49-F238E27FC236}">
                    <a16:creationId xmlns:a16="http://schemas.microsoft.com/office/drawing/2014/main" id="{5B43E4BB-0F0D-4505-5091-0143BC4607E4}"/>
                  </a:ext>
                </a:extLst>
              </p:cNvPr>
              <p:cNvSpPr/>
              <p:nvPr/>
            </p:nvSpPr>
            <p:spPr>
              <a:xfrm>
                <a:off x="9077613" y="5139451"/>
                <a:ext cx="6343" cy="6345"/>
              </a:xfrm>
              <a:custGeom>
                <a:avLst/>
                <a:gdLst>
                  <a:gd name="connsiteX0" fmla="*/ 3382 w 6343"/>
                  <a:gd name="connsiteY0" fmla="*/ 6476 h 6345"/>
                  <a:gd name="connsiteX1" fmla="*/ 5625 w 6343"/>
                  <a:gd name="connsiteY1" fmla="*/ 5547 h 6345"/>
                  <a:gd name="connsiteX2" fmla="*/ 6553 w 6343"/>
                  <a:gd name="connsiteY2" fmla="*/ 3304 h 6345"/>
                  <a:gd name="connsiteX3" fmla="*/ 5625 w 6343"/>
                  <a:gd name="connsiteY3" fmla="*/ 1060 h 6345"/>
                  <a:gd name="connsiteX4" fmla="*/ 3382 w 6343"/>
                  <a:gd name="connsiteY4" fmla="*/ 131 h 6345"/>
                  <a:gd name="connsiteX5" fmla="*/ 1139 w 6343"/>
                  <a:gd name="connsiteY5" fmla="*/ 1060 h 6345"/>
                  <a:gd name="connsiteX6" fmla="*/ 210 w 6343"/>
                  <a:gd name="connsiteY6" fmla="*/ 3304 h 6345"/>
                  <a:gd name="connsiteX7" fmla="*/ 1139 w 6343"/>
                  <a:gd name="connsiteY7" fmla="*/ 5547 h 6345"/>
                  <a:gd name="connsiteX8" fmla="*/ 338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6"/>
                    </a:moveTo>
                    <a:cubicBezTo>
                      <a:pt x="4223" y="6476"/>
                      <a:pt x="5030" y="6142"/>
                      <a:pt x="5625" y="5547"/>
                    </a:cubicBezTo>
                    <a:cubicBezTo>
                      <a:pt x="6219" y="4952"/>
                      <a:pt x="6553" y="4145"/>
                      <a:pt x="6553" y="3304"/>
                    </a:cubicBezTo>
                    <a:cubicBezTo>
                      <a:pt x="6553" y="2462"/>
                      <a:pt x="6219" y="1655"/>
                      <a:pt x="5625" y="1060"/>
                    </a:cubicBezTo>
                    <a:cubicBezTo>
                      <a:pt x="5030" y="465"/>
                      <a:pt x="4223" y="131"/>
                      <a:pt x="3382" y="131"/>
                    </a:cubicBezTo>
                    <a:cubicBezTo>
                      <a:pt x="2541" y="131"/>
                      <a:pt x="1734" y="465"/>
                      <a:pt x="1139" y="1060"/>
                    </a:cubicBezTo>
                    <a:cubicBezTo>
                      <a:pt x="545" y="1655"/>
                      <a:pt x="210" y="2462"/>
                      <a:pt x="210" y="3304"/>
                    </a:cubicBezTo>
                    <a:cubicBezTo>
                      <a:pt x="210" y="4145"/>
                      <a:pt x="545" y="4952"/>
                      <a:pt x="1139" y="5547"/>
                    </a:cubicBezTo>
                    <a:cubicBezTo>
                      <a:pt x="1734" y="6142"/>
                      <a:pt x="2541" y="6476"/>
                      <a:pt x="338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94" name="Freeform: Shape 10693">
                <a:extLst>
                  <a:ext uri="{FF2B5EF4-FFF2-40B4-BE49-F238E27FC236}">
                    <a16:creationId xmlns:a16="http://schemas.microsoft.com/office/drawing/2014/main" id="{D7D3511E-50C9-ADCC-1C94-930E06F2AC65}"/>
                  </a:ext>
                </a:extLst>
              </p:cNvPr>
              <p:cNvSpPr/>
              <p:nvPr/>
            </p:nvSpPr>
            <p:spPr>
              <a:xfrm>
                <a:off x="9077357" y="5136684"/>
                <a:ext cx="6343" cy="6345"/>
              </a:xfrm>
              <a:custGeom>
                <a:avLst/>
                <a:gdLst>
                  <a:gd name="connsiteX0" fmla="*/ 3382 w 6343"/>
                  <a:gd name="connsiteY0" fmla="*/ 6476 h 6345"/>
                  <a:gd name="connsiteX1" fmla="*/ 5625 w 6343"/>
                  <a:gd name="connsiteY1" fmla="*/ 5547 h 6345"/>
                  <a:gd name="connsiteX2" fmla="*/ 6553 w 6343"/>
                  <a:gd name="connsiteY2" fmla="*/ 3303 h 6345"/>
                  <a:gd name="connsiteX3" fmla="*/ 5625 w 6343"/>
                  <a:gd name="connsiteY3" fmla="*/ 1060 h 6345"/>
                  <a:gd name="connsiteX4" fmla="*/ 3382 w 6343"/>
                  <a:gd name="connsiteY4" fmla="*/ 131 h 6345"/>
                  <a:gd name="connsiteX5" fmla="*/ 1139 w 6343"/>
                  <a:gd name="connsiteY5" fmla="*/ 1060 h 6345"/>
                  <a:gd name="connsiteX6" fmla="*/ 210 w 6343"/>
                  <a:gd name="connsiteY6" fmla="*/ 3303 h 6345"/>
                  <a:gd name="connsiteX7" fmla="*/ 1139 w 6343"/>
                  <a:gd name="connsiteY7" fmla="*/ 5547 h 6345"/>
                  <a:gd name="connsiteX8" fmla="*/ 338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6"/>
                    </a:moveTo>
                    <a:cubicBezTo>
                      <a:pt x="4223" y="6476"/>
                      <a:pt x="5030" y="6142"/>
                      <a:pt x="5625" y="5547"/>
                    </a:cubicBezTo>
                    <a:cubicBezTo>
                      <a:pt x="6219" y="4952"/>
                      <a:pt x="6553" y="4145"/>
                      <a:pt x="6553" y="3303"/>
                    </a:cubicBezTo>
                    <a:cubicBezTo>
                      <a:pt x="6553" y="2462"/>
                      <a:pt x="6219" y="1655"/>
                      <a:pt x="5625" y="1060"/>
                    </a:cubicBezTo>
                    <a:cubicBezTo>
                      <a:pt x="5030" y="465"/>
                      <a:pt x="4223" y="131"/>
                      <a:pt x="3382" y="131"/>
                    </a:cubicBezTo>
                    <a:cubicBezTo>
                      <a:pt x="2541" y="131"/>
                      <a:pt x="1734" y="465"/>
                      <a:pt x="1139" y="1060"/>
                    </a:cubicBezTo>
                    <a:cubicBezTo>
                      <a:pt x="545" y="1655"/>
                      <a:pt x="210" y="2462"/>
                      <a:pt x="210" y="3303"/>
                    </a:cubicBezTo>
                    <a:cubicBezTo>
                      <a:pt x="210" y="4145"/>
                      <a:pt x="545" y="4952"/>
                      <a:pt x="1139" y="5547"/>
                    </a:cubicBezTo>
                    <a:cubicBezTo>
                      <a:pt x="1734" y="6142"/>
                      <a:pt x="2541" y="6476"/>
                      <a:pt x="338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95" name="Freeform: Shape 10694">
                <a:extLst>
                  <a:ext uri="{FF2B5EF4-FFF2-40B4-BE49-F238E27FC236}">
                    <a16:creationId xmlns:a16="http://schemas.microsoft.com/office/drawing/2014/main" id="{B9C14AB2-EF1A-2C07-46ED-802199E45134}"/>
                  </a:ext>
                </a:extLst>
              </p:cNvPr>
              <p:cNvSpPr/>
              <p:nvPr/>
            </p:nvSpPr>
            <p:spPr>
              <a:xfrm>
                <a:off x="8937613" y="5073063"/>
                <a:ext cx="6343" cy="6345"/>
              </a:xfrm>
              <a:custGeom>
                <a:avLst/>
                <a:gdLst>
                  <a:gd name="connsiteX0" fmla="*/ 3371 w 6343"/>
                  <a:gd name="connsiteY0" fmla="*/ 6471 h 6345"/>
                  <a:gd name="connsiteX1" fmla="*/ 5614 w 6343"/>
                  <a:gd name="connsiteY1" fmla="*/ 5542 h 6345"/>
                  <a:gd name="connsiteX2" fmla="*/ 6542 w 6343"/>
                  <a:gd name="connsiteY2" fmla="*/ 3298 h 6345"/>
                  <a:gd name="connsiteX3" fmla="*/ 5614 w 6343"/>
                  <a:gd name="connsiteY3" fmla="*/ 1055 h 6345"/>
                  <a:gd name="connsiteX4" fmla="*/ 3371 w 6343"/>
                  <a:gd name="connsiteY4" fmla="*/ 126 h 6345"/>
                  <a:gd name="connsiteX5" fmla="*/ 1128 w 6343"/>
                  <a:gd name="connsiteY5" fmla="*/ 1055 h 6345"/>
                  <a:gd name="connsiteX6" fmla="*/ 199 w 6343"/>
                  <a:gd name="connsiteY6" fmla="*/ 3298 h 6345"/>
                  <a:gd name="connsiteX7" fmla="*/ 1128 w 6343"/>
                  <a:gd name="connsiteY7" fmla="*/ 5542 h 6345"/>
                  <a:gd name="connsiteX8" fmla="*/ 3371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71"/>
                    </a:moveTo>
                    <a:cubicBezTo>
                      <a:pt x="4212" y="6471"/>
                      <a:pt x="5019" y="6137"/>
                      <a:pt x="5614" y="5542"/>
                    </a:cubicBezTo>
                    <a:cubicBezTo>
                      <a:pt x="6208" y="4947"/>
                      <a:pt x="6542" y="4140"/>
                      <a:pt x="6542" y="3298"/>
                    </a:cubicBezTo>
                    <a:cubicBezTo>
                      <a:pt x="6542" y="2457"/>
                      <a:pt x="6208" y="1650"/>
                      <a:pt x="5614" y="1055"/>
                    </a:cubicBezTo>
                    <a:cubicBezTo>
                      <a:pt x="5019" y="460"/>
                      <a:pt x="4212" y="126"/>
                      <a:pt x="3371" y="126"/>
                    </a:cubicBezTo>
                    <a:cubicBezTo>
                      <a:pt x="2530" y="126"/>
                      <a:pt x="1723" y="460"/>
                      <a:pt x="1128" y="1055"/>
                    </a:cubicBezTo>
                    <a:cubicBezTo>
                      <a:pt x="533" y="1650"/>
                      <a:pt x="199" y="2457"/>
                      <a:pt x="199" y="3298"/>
                    </a:cubicBezTo>
                    <a:cubicBezTo>
                      <a:pt x="199" y="4140"/>
                      <a:pt x="533" y="4947"/>
                      <a:pt x="1128" y="5542"/>
                    </a:cubicBezTo>
                    <a:cubicBezTo>
                      <a:pt x="1723" y="6137"/>
                      <a:pt x="2530" y="6471"/>
                      <a:pt x="3371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96" name="Freeform: Shape 10695">
                <a:extLst>
                  <a:ext uri="{FF2B5EF4-FFF2-40B4-BE49-F238E27FC236}">
                    <a16:creationId xmlns:a16="http://schemas.microsoft.com/office/drawing/2014/main" id="{6DCBA3E5-1873-F983-90E2-D77B2EEFCD6E}"/>
                  </a:ext>
                </a:extLst>
              </p:cNvPr>
              <p:cNvSpPr/>
              <p:nvPr/>
            </p:nvSpPr>
            <p:spPr>
              <a:xfrm>
                <a:off x="9076963" y="5131147"/>
                <a:ext cx="6343" cy="6345"/>
              </a:xfrm>
              <a:custGeom>
                <a:avLst/>
                <a:gdLst>
                  <a:gd name="connsiteX0" fmla="*/ 3382 w 6343"/>
                  <a:gd name="connsiteY0" fmla="*/ 6476 h 6345"/>
                  <a:gd name="connsiteX1" fmla="*/ 5624 w 6343"/>
                  <a:gd name="connsiteY1" fmla="*/ 5546 h 6345"/>
                  <a:gd name="connsiteX2" fmla="*/ 6553 w 6343"/>
                  <a:gd name="connsiteY2" fmla="*/ 3303 h 6345"/>
                  <a:gd name="connsiteX3" fmla="*/ 5624 w 6343"/>
                  <a:gd name="connsiteY3" fmla="*/ 1059 h 6345"/>
                  <a:gd name="connsiteX4" fmla="*/ 3382 w 6343"/>
                  <a:gd name="connsiteY4" fmla="*/ 130 h 6345"/>
                  <a:gd name="connsiteX5" fmla="*/ 1139 w 6343"/>
                  <a:gd name="connsiteY5" fmla="*/ 1059 h 6345"/>
                  <a:gd name="connsiteX6" fmla="*/ 210 w 6343"/>
                  <a:gd name="connsiteY6" fmla="*/ 3303 h 6345"/>
                  <a:gd name="connsiteX7" fmla="*/ 1139 w 6343"/>
                  <a:gd name="connsiteY7" fmla="*/ 5546 h 6345"/>
                  <a:gd name="connsiteX8" fmla="*/ 338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6"/>
                    </a:moveTo>
                    <a:cubicBezTo>
                      <a:pt x="4223" y="6476"/>
                      <a:pt x="5030" y="6141"/>
                      <a:pt x="5624" y="5546"/>
                    </a:cubicBezTo>
                    <a:cubicBezTo>
                      <a:pt x="6219" y="4951"/>
                      <a:pt x="6553" y="4144"/>
                      <a:pt x="6553" y="3303"/>
                    </a:cubicBezTo>
                    <a:cubicBezTo>
                      <a:pt x="6553" y="2461"/>
                      <a:pt x="6219" y="1654"/>
                      <a:pt x="5624" y="1059"/>
                    </a:cubicBezTo>
                    <a:cubicBezTo>
                      <a:pt x="5030" y="464"/>
                      <a:pt x="4223" y="130"/>
                      <a:pt x="3382" y="130"/>
                    </a:cubicBezTo>
                    <a:cubicBezTo>
                      <a:pt x="2541" y="130"/>
                      <a:pt x="1734" y="464"/>
                      <a:pt x="1139" y="1059"/>
                    </a:cubicBezTo>
                    <a:cubicBezTo>
                      <a:pt x="544" y="1654"/>
                      <a:pt x="210" y="2461"/>
                      <a:pt x="210" y="3303"/>
                    </a:cubicBezTo>
                    <a:cubicBezTo>
                      <a:pt x="210" y="4144"/>
                      <a:pt x="544" y="4951"/>
                      <a:pt x="1139" y="5546"/>
                    </a:cubicBezTo>
                    <a:cubicBezTo>
                      <a:pt x="1734" y="6141"/>
                      <a:pt x="2541" y="6476"/>
                      <a:pt x="338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97" name="Freeform: Shape 10696">
                <a:extLst>
                  <a:ext uri="{FF2B5EF4-FFF2-40B4-BE49-F238E27FC236}">
                    <a16:creationId xmlns:a16="http://schemas.microsoft.com/office/drawing/2014/main" id="{A0BB8A22-2CB0-DAF5-D434-65DE3DBDB1A5}"/>
                  </a:ext>
                </a:extLst>
              </p:cNvPr>
              <p:cNvSpPr/>
              <p:nvPr/>
            </p:nvSpPr>
            <p:spPr>
              <a:xfrm>
                <a:off x="9165281" y="5166191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6 h 6345"/>
                  <a:gd name="connsiteX3" fmla="*/ 5631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6 h 6345"/>
                  <a:gd name="connsiteX7" fmla="*/ 1146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1" y="5549"/>
                    </a:cubicBezTo>
                    <a:cubicBezTo>
                      <a:pt x="6226" y="4954"/>
                      <a:pt x="6560" y="4147"/>
                      <a:pt x="6560" y="3306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6" y="1062"/>
                    </a:cubicBezTo>
                    <a:cubicBezTo>
                      <a:pt x="551" y="1657"/>
                      <a:pt x="217" y="2464"/>
                      <a:pt x="217" y="3306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98" name="Freeform: Shape 10697">
                <a:extLst>
                  <a:ext uri="{FF2B5EF4-FFF2-40B4-BE49-F238E27FC236}">
                    <a16:creationId xmlns:a16="http://schemas.microsoft.com/office/drawing/2014/main" id="{7EBDDB12-DDD3-AA12-0F53-D5C818BD7F37}"/>
                  </a:ext>
                </a:extLst>
              </p:cNvPr>
              <p:cNvSpPr/>
              <p:nvPr/>
            </p:nvSpPr>
            <p:spPr>
              <a:xfrm>
                <a:off x="8945817" y="5058180"/>
                <a:ext cx="6343" cy="6345"/>
              </a:xfrm>
              <a:custGeom>
                <a:avLst/>
                <a:gdLst>
                  <a:gd name="connsiteX0" fmla="*/ 3372 w 6343"/>
                  <a:gd name="connsiteY0" fmla="*/ 6470 h 6345"/>
                  <a:gd name="connsiteX1" fmla="*/ 5614 w 6343"/>
                  <a:gd name="connsiteY1" fmla="*/ 5541 h 6345"/>
                  <a:gd name="connsiteX2" fmla="*/ 6543 w 6343"/>
                  <a:gd name="connsiteY2" fmla="*/ 3297 h 6345"/>
                  <a:gd name="connsiteX3" fmla="*/ 5614 w 6343"/>
                  <a:gd name="connsiteY3" fmla="*/ 1054 h 6345"/>
                  <a:gd name="connsiteX4" fmla="*/ 3372 w 6343"/>
                  <a:gd name="connsiteY4" fmla="*/ 124 h 6345"/>
                  <a:gd name="connsiteX5" fmla="*/ 1129 w 6343"/>
                  <a:gd name="connsiteY5" fmla="*/ 1054 h 6345"/>
                  <a:gd name="connsiteX6" fmla="*/ 200 w 6343"/>
                  <a:gd name="connsiteY6" fmla="*/ 3297 h 6345"/>
                  <a:gd name="connsiteX7" fmla="*/ 1129 w 6343"/>
                  <a:gd name="connsiteY7" fmla="*/ 5541 h 6345"/>
                  <a:gd name="connsiteX8" fmla="*/ 3372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70"/>
                    </a:moveTo>
                    <a:cubicBezTo>
                      <a:pt x="4213" y="6470"/>
                      <a:pt x="5019" y="6136"/>
                      <a:pt x="5614" y="5541"/>
                    </a:cubicBezTo>
                    <a:cubicBezTo>
                      <a:pt x="6209" y="4946"/>
                      <a:pt x="6543" y="4139"/>
                      <a:pt x="6543" y="3297"/>
                    </a:cubicBezTo>
                    <a:cubicBezTo>
                      <a:pt x="6543" y="2456"/>
                      <a:pt x="6209" y="1649"/>
                      <a:pt x="5614" y="1054"/>
                    </a:cubicBezTo>
                    <a:cubicBezTo>
                      <a:pt x="5019" y="459"/>
                      <a:pt x="4213" y="124"/>
                      <a:pt x="3372" y="124"/>
                    </a:cubicBezTo>
                    <a:cubicBezTo>
                      <a:pt x="2530" y="124"/>
                      <a:pt x="1724" y="459"/>
                      <a:pt x="1129" y="1054"/>
                    </a:cubicBezTo>
                    <a:cubicBezTo>
                      <a:pt x="534" y="1649"/>
                      <a:pt x="200" y="2456"/>
                      <a:pt x="200" y="3297"/>
                    </a:cubicBezTo>
                    <a:cubicBezTo>
                      <a:pt x="200" y="4139"/>
                      <a:pt x="534" y="4946"/>
                      <a:pt x="1129" y="5541"/>
                    </a:cubicBezTo>
                    <a:cubicBezTo>
                      <a:pt x="1724" y="6136"/>
                      <a:pt x="2530" y="6470"/>
                      <a:pt x="3372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99" name="Freeform: Shape 10698">
                <a:extLst>
                  <a:ext uri="{FF2B5EF4-FFF2-40B4-BE49-F238E27FC236}">
                    <a16:creationId xmlns:a16="http://schemas.microsoft.com/office/drawing/2014/main" id="{032B3AF7-60BB-B72F-8C33-B2282E961963}"/>
                  </a:ext>
                </a:extLst>
              </p:cNvPr>
              <p:cNvSpPr/>
              <p:nvPr/>
            </p:nvSpPr>
            <p:spPr>
              <a:xfrm>
                <a:off x="9178876" y="5166455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3 w 6343"/>
                  <a:gd name="connsiteY1" fmla="*/ 5549 h 6345"/>
                  <a:gd name="connsiteX2" fmla="*/ 6561 w 6343"/>
                  <a:gd name="connsiteY2" fmla="*/ 3306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3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4"/>
                      <a:pt x="6227" y="1657"/>
                      <a:pt x="5633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3" y="1657"/>
                      <a:pt x="218" y="2464"/>
                      <a:pt x="218" y="3306"/>
                    </a:cubicBezTo>
                    <a:cubicBezTo>
                      <a:pt x="218" y="4147"/>
                      <a:pt x="553" y="4954"/>
                      <a:pt x="1147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00" name="Freeform: Shape 10699">
                <a:extLst>
                  <a:ext uri="{FF2B5EF4-FFF2-40B4-BE49-F238E27FC236}">
                    <a16:creationId xmlns:a16="http://schemas.microsoft.com/office/drawing/2014/main" id="{F25AC6BB-EB39-F56A-D718-8BC5B8439F9E}"/>
                  </a:ext>
                </a:extLst>
              </p:cNvPr>
              <p:cNvSpPr/>
              <p:nvPr/>
            </p:nvSpPr>
            <p:spPr>
              <a:xfrm>
                <a:off x="9184455" y="5167167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01" name="Freeform: Shape 10700">
                <a:extLst>
                  <a:ext uri="{FF2B5EF4-FFF2-40B4-BE49-F238E27FC236}">
                    <a16:creationId xmlns:a16="http://schemas.microsoft.com/office/drawing/2014/main" id="{FAD5B94D-A899-E08C-7B54-D2AAA05F2187}"/>
                  </a:ext>
                </a:extLst>
              </p:cNvPr>
              <p:cNvSpPr/>
              <p:nvPr/>
            </p:nvSpPr>
            <p:spPr>
              <a:xfrm>
                <a:off x="9187655" y="5166773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2" y="133"/>
                      <a:pt x="3391" y="133"/>
                    </a:cubicBezTo>
                    <a:cubicBezTo>
                      <a:pt x="2549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49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02" name="Freeform: Shape 10701">
                <a:extLst>
                  <a:ext uri="{FF2B5EF4-FFF2-40B4-BE49-F238E27FC236}">
                    <a16:creationId xmlns:a16="http://schemas.microsoft.com/office/drawing/2014/main" id="{91E2DE8D-3D8F-5C07-2A27-E9DC159385A0}"/>
                  </a:ext>
                </a:extLst>
              </p:cNvPr>
              <p:cNvSpPr/>
              <p:nvPr/>
            </p:nvSpPr>
            <p:spPr>
              <a:xfrm>
                <a:off x="9192979" y="5167485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8" y="4954"/>
                      <a:pt x="6563" y="4147"/>
                      <a:pt x="6563" y="3306"/>
                    </a:cubicBezTo>
                    <a:cubicBezTo>
                      <a:pt x="6563" y="2464"/>
                      <a:pt x="6228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4" y="1657"/>
                      <a:pt x="219" y="2464"/>
                      <a:pt x="219" y="3306"/>
                    </a:cubicBezTo>
                    <a:cubicBezTo>
                      <a:pt x="219" y="4147"/>
                      <a:pt x="554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03" name="Freeform: Shape 10702">
                <a:extLst>
                  <a:ext uri="{FF2B5EF4-FFF2-40B4-BE49-F238E27FC236}">
                    <a16:creationId xmlns:a16="http://schemas.microsoft.com/office/drawing/2014/main" id="{51B5A5F3-19BB-06B5-2E31-891381B662B6}"/>
                  </a:ext>
                </a:extLst>
              </p:cNvPr>
              <p:cNvSpPr/>
              <p:nvPr/>
            </p:nvSpPr>
            <p:spPr>
              <a:xfrm>
                <a:off x="9196944" y="5165651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04" name="Freeform: Shape 10703">
                <a:extLst>
                  <a:ext uri="{FF2B5EF4-FFF2-40B4-BE49-F238E27FC236}">
                    <a16:creationId xmlns:a16="http://schemas.microsoft.com/office/drawing/2014/main" id="{F79CF101-D11D-C6A3-D8BD-7EE322A1D17D}"/>
                  </a:ext>
                </a:extLst>
              </p:cNvPr>
              <p:cNvSpPr/>
              <p:nvPr/>
            </p:nvSpPr>
            <p:spPr>
              <a:xfrm>
                <a:off x="9199068" y="5164837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3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3" y="133"/>
                      <a:pt x="3391" y="133"/>
                    </a:cubicBezTo>
                    <a:cubicBezTo>
                      <a:pt x="2550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05" name="Freeform: Shape 10704">
                <a:extLst>
                  <a:ext uri="{FF2B5EF4-FFF2-40B4-BE49-F238E27FC236}">
                    <a16:creationId xmlns:a16="http://schemas.microsoft.com/office/drawing/2014/main" id="{6E26EDB1-1A98-CE7D-7205-C96DB14FE5B0}"/>
                  </a:ext>
                </a:extLst>
              </p:cNvPr>
              <p:cNvSpPr/>
              <p:nvPr/>
            </p:nvSpPr>
            <p:spPr>
              <a:xfrm>
                <a:off x="9200252" y="5163540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3" y="133"/>
                      <a:pt x="3392" y="133"/>
                    </a:cubicBezTo>
                    <a:cubicBezTo>
                      <a:pt x="2550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06" name="Freeform: Shape 10705">
                <a:extLst>
                  <a:ext uri="{FF2B5EF4-FFF2-40B4-BE49-F238E27FC236}">
                    <a16:creationId xmlns:a16="http://schemas.microsoft.com/office/drawing/2014/main" id="{8DC5531D-43DB-C2F7-EB80-2DAD28D8AECC}"/>
                  </a:ext>
                </a:extLst>
              </p:cNvPr>
              <p:cNvSpPr/>
              <p:nvPr/>
            </p:nvSpPr>
            <p:spPr>
              <a:xfrm>
                <a:off x="9026917" y="5067547"/>
                <a:ext cx="6343" cy="6345"/>
              </a:xfrm>
              <a:custGeom>
                <a:avLst/>
                <a:gdLst>
                  <a:gd name="connsiteX0" fmla="*/ 3378 w 6343"/>
                  <a:gd name="connsiteY0" fmla="*/ 6471 h 6345"/>
                  <a:gd name="connsiteX1" fmla="*/ 5621 w 6343"/>
                  <a:gd name="connsiteY1" fmla="*/ 5541 h 6345"/>
                  <a:gd name="connsiteX2" fmla="*/ 6549 w 6343"/>
                  <a:gd name="connsiteY2" fmla="*/ 3298 h 6345"/>
                  <a:gd name="connsiteX3" fmla="*/ 5621 w 6343"/>
                  <a:gd name="connsiteY3" fmla="*/ 1054 h 6345"/>
                  <a:gd name="connsiteX4" fmla="*/ 3378 w 6343"/>
                  <a:gd name="connsiteY4" fmla="*/ 125 h 6345"/>
                  <a:gd name="connsiteX5" fmla="*/ 1135 w 6343"/>
                  <a:gd name="connsiteY5" fmla="*/ 1054 h 6345"/>
                  <a:gd name="connsiteX6" fmla="*/ 206 w 6343"/>
                  <a:gd name="connsiteY6" fmla="*/ 3298 h 6345"/>
                  <a:gd name="connsiteX7" fmla="*/ 1135 w 6343"/>
                  <a:gd name="connsiteY7" fmla="*/ 5541 h 6345"/>
                  <a:gd name="connsiteX8" fmla="*/ 3378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1"/>
                    </a:moveTo>
                    <a:cubicBezTo>
                      <a:pt x="4219" y="6471"/>
                      <a:pt x="5026" y="6136"/>
                      <a:pt x="5621" y="5541"/>
                    </a:cubicBezTo>
                    <a:cubicBezTo>
                      <a:pt x="6215" y="4946"/>
                      <a:pt x="6549" y="4139"/>
                      <a:pt x="6549" y="3298"/>
                    </a:cubicBezTo>
                    <a:cubicBezTo>
                      <a:pt x="6549" y="2456"/>
                      <a:pt x="6215" y="1649"/>
                      <a:pt x="5621" y="1054"/>
                    </a:cubicBezTo>
                    <a:cubicBezTo>
                      <a:pt x="5026" y="459"/>
                      <a:pt x="4219" y="125"/>
                      <a:pt x="3378" y="125"/>
                    </a:cubicBezTo>
                    <a:cubicBezTo>
                      <a:pt x="2537" y="125"/>
                      <a:pt x="1730" y="459"/>
                      <a:pt x="1135" y="1054"/>
                    </a:cubicBezTo>
                    <a:cubicBezTo>
                      <a:pt x="541" y="1649"/>
                      <a:pt x="206" y="2456"/>
                      <a:pt x="206" y="3298"/>
                    </a:cubicBezTo>
                    <a:cubicBezTo>
                      <a:pt x="206" y="4139"/>
                      <a:pt x="541" y="4946"/>
                      <a:pt x="1135" y="5541"/>
                    </a:cubicBezTo>
                    <a:cubicBezTo>
                      <a:pt x="1730" y="6136"/>
                      <a:pt x="2537" y="6471"/>
                      <a:pt x="3378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07" name="Freeform: Shape 10706">
                <a:extLst>
                  <a:ext uri="{FF2B5EF4-FFF2-40B4-BE49-F238E27FC236}">
                    <a16:creationId xmlns:a16="http://schemas.microsoft.com/office/drawing/2014/main" id="{66FD81B2-F693-568B-34C2-4E505BE8F68A}"/>
                  </a:ext>
                </a:extLst>
              </p:cNvPr>
              <p:cNvSpPr/>
              <p:nvPr/>
            </p:nvSpPr>
            <p:spPr>
              <a:xfrm>
                <a:off x="9029398" y="5062256"/>
                <a:ext cx="6343" cy="6345"/>
              </a:xfrm>
              <a:custGeom>
                <a:avLst/>
                <a:gdLst>
                  <a:gd name="connsiteX0" fmla="*/ 3378 w 6343"/>
                  <a:gd name="connsiteY0" fmla="*/ 6470 h 6345"/>
                  <a:gd name="connsiteX1" fmla="*/ 5621 w 6343"/>
                  <a:gd name="connsiteY1" fmla="*/ 5541 h 6345"/>
                  <a:gd name="connsiteX2" fmla="*/ 6550 w 6343"/>
                  <a:gd name="connsiteY2" fmla="*/ 3297 h 6345"/>
                  <a:gd name="connsiteX3" fmla="*/ 5621 w 6343"/>
                  <a:gd name="connsiteY3" fmla="*/ 1054 h 6345"/>
                  <a:gd name="connsiteX4" fmla="*/ 3378 w 6343"/>
                  <a:gd name="connsiteY4" fmla="*/ 125 h 6345"/>
                  <a:gd name="connsiteX5" fmla="*/ 1135 w 6343"/>
                  <a:gd name="connsiteY5" fmla="*/ 1054 h 6345"/>
                  <a:gd name="connsiteX6" fmla="*/ 207 w 6343"/>
                  <a:gd name="connsiteY6" fmla="*/ 3297 h 6345"/>
                  <a:gd name="connsiteX7" fmla="*/ 1135 w 6343"/>
                  <a:gd name="connsiteY7" fmla="*/ 5541 h 6345"/>
                  <a:gd name="connsiteX8" fmla="*/ 337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0"/>
                    </a:moveTo>
                    <a:cubicBezTo>
                      <a:pt x="4219" y="6470"/>
                      <a:pt x="5026" y="6136"/>
                      <a:pt x="5621" y="5541"/>
                    </a:cubicBezTo>
                    <a:cubicBezTo>
                      <a:pt x="6215" y="4946"/>
                      <a:pt x="6550" y="4139"/>
                      <a:pt x="6550" y="3297"/>
                    </a:cubicBezTo>
                    <a:cubicBezTo>
                      <a:pt x="6550" y="2456"/>
                      <a:pt x="6215" y="1649"/>
                      <a:pt x="5621" y="1054"/>
                    </a:cubicBezTo>
                    <a:cubicBezTo>
                      <a:pt x="5026" y="459"/>
                      <a:pt x="4219" y="125"/>
                      <a:pt x="3378" y="125"/>
                    </a:cubicBezTo>
                    <a:cubicBezTo>
                      <a:pt x="2537" y="125"/>
                      <a:pt x="1730" y="459"/>
                      <a:pt x="1135" y="1054"/>
                    </a:cubicBezTo>
                    <a:cubicBezTo>
                      <a:pt x="541" y="1649"/>
                      <a:pt x="207" y="2456"/>
                      <a:pt x="207" y="3297"/>
                    </a:cubicBezTo>
                    <a:cubicBezTo>
                      <a:pt x="207" y="4139"/>
                      <a:pt x="541" y="4946"/>
                      <a:pt x="1135" y="5541"/>
                    </a:cubicBezTo>
                    <a:cubicBezTo>
                      <a:pt x="1730" y="6136"/>
                      <a:pt x="2537" y="6470"/>
                      <a:pt x="337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08" name="Freeform: Shape 10707">
                <a:extLst>
                  <a:ext uri="{FF2B5EF4-FFF2-40B4-BE49-F238E27FC236}">
                    <a16:creationId xmlns:a16="http://schemas.microsoft.com/office/drawing/2014/main" id="{571ADB89-679C-08A5-F723-D591D4B12410}"/>
                  </a:ext>
                </a:extLst>
              </p:cNvPr>
              <p:cNvSpPr/>
              <p:nvPr/>
            </p:nvSpPr>
            <p:spPr>
              <a:xfrm>
                <a:off x="9027552" y="5057857"/>
                <a:ext cx="6343" cy="6345"/>
              </a:xfrm>
              <a:custGeom>
                <a:avLst/>
                <a:gdLst>
                  <a:gd name="connsiteX0" fmla="*/ 3378 w 6343"/>
                  <a:gd name="connsiteY0" fmla="*/ 6470 h 6345"/>
                  <a:gd name="connsiteX1" fmla="*/ 5621 w 6343"/>
                  <a:gd name="connsiteY1" fmla="*/ 5541 h 6345"/>
                  <a:gd name="connsiteX2" fmla="*/ 6550 w 6343"/>
                  <a:gd name="connsiteY2" fmla="*/ 3297 h 6345"/>
                  <a:gd name="connsiteX3" fmla="*/ 5621 w 6343"/>
                  <a:gd name="connsiteY3" fmla="*/ 1054 h 6345"/>
                  <a:gd name="connsiteX4" fmla="*/ 3378 w 6343"/>
                  <a:gd name="connsiteY4" fmla="*/ 124 h 6345"/>
                  <a:gd name="connsiteX5" fmla="*/ 1135 w 6343"/>
                  <a:gd name="connsiteY5" fmla="*/ 1054 h 6345"/>
                  <a:gd name="connsiteX6" fmla="*/ 206 w 6343"/>
                  <a:gd name="connsiteY6" fmla="*/ 3297 h 6345"/>
                  <a:gd name="connsiteX7" fmla="*/ 1135 w 6343"/>
                  <a:gd name="connsiteY7" fmla="*/ 5541 h 6345"/>
                  <a:gd name="connsiteX8" fmla="*/ 337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0"/>
                    </a:moveTo>
                    <a:cubicBezTo>
                      <a:pt x="4219" y="6470"/>
                      <a:pt x="5026" y="6135"/>
                      <a:pt x="5621" y="5541"/>
                    </a:cubicBezTo>
                    <a:cubicBezTo>
                      <a:pt x="6215" y="4946"/>
                      <a:pt x="6550" y="4138"/>
                      <a:pt x="6550" y="3297"/>
                    </a:cubicBezTo>
                    <a:cubicBezTo>
                      <a:pt x="6550" y="2456"/>
                      <a:pt x="6215" y="1649"/>
                      <a:pt x="5621" y="1054"/>
                    </a:cubicBezTo>
                    <a:cubicBezTo>
                      <a:pt x="5026" y="459"/>
                      <a:pt x="4219" y="124"/>
                      <a:pt x="3378" y="124"/>
                    </a:cubicBezTo>
                    <a:cubicBezTo>
                      <a:pt x="2537" y="124"/>
                      <a:pt x="1730" y="459"/>
                      <a:pt x="1135" y="1054"/>
                    </a:cubicBezTo>
                    <a:cubicBezTo>
                      <a:pt x="541" y="1649"/>
                      <a:pt x="206" y="2456"/>
                      <a:pt x="206" y="3297"/>
                    </a:cubicBezTo>
                    <a:cubicBezTo>
                      <a:pt x="206" y="4138"/>
                      <a:pt x="541" y="4946"/>
                      <a:pt x="1135" y="5541"/>
                    </a:cubicBezTo>
                    <a:cubicBezTo>
                      <a:pt x="1730" y="6135"/>
                      <a:pt x="2537" y="6470"/>
                      <a:pt x="337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09" name="Freeform: Shape 10708">
                <a:extLst>
                  <a:ext uri="{FF2B5EF4-FFF2-40B4-BE49-F238E27FC236}">
                    <a16:creationId xmlns:a16="http://schemas.microsoft.com/office/drawing/2014/main" id="{F86387E3-5F3F-4B3B-92CB-8F65CDD7E600}"/>
                  </a:ext>
                </a:extLst>
              </p:cNvPr>
              <p:cNvSpPr/>
              <p:nvPr/>
            </p:nvSpPr>
            <p:spPr>
              <a:xfrm>
                <a:off x="9027703" y="5054553"/>
                <a:ext cx="6343" cy="6345"/>
              </a:xfrm>
              <a:custGeom>
                <a:avLst/>
                <a:gdLst>
                  <a:gd name="connsiteX0" fmla="*/ 3378 w 6343"/>
                  <a:gd name="connsiteY0" fmla="*/ 6470 h 6345"/>
                  <a:gd name="connsiteX1" fmla="*/ 5621 w 6343"/>
                  <a:gd name="connsiteY1" fmla="*/ 5540 h 6345"/>
                  <a:gd name="connsiteX2" fmla="*/ 6550 w 6343"/>
                  <a:gd name="connsiteY2" fmla="*/ 3297 h 6345"/>
                  <a:gd name="connsiteX3" fmla="*/ 5621 w 6343"/>
                  <a:gd name="connsiteY3" fmla="*/ 1053 h 6345"/>
                  <a:gd name="connsiteX4" fmla="*/ 3378 w 6343"/>
                  <a:gd name="connsiteY4" fmla="*/ 124 h 6345"/>
                  <a:gd name="connsiteX5" fmla="*/ 1135 w 6343"/>
                  <a:gd name="connsiteY5" fmla="*/ 1053 h 6345"/>
                  <a:gd name="connsiteX6" fmla="*/ 206 w 6343"/>
                  <a:gd name="connsiteY6" fmla="*/ 3297 h 6345"/>
                  <a:gd name="connsiteX7" fmla="*/ 1135 w 6343"/>
                  <a:gd name="connsiteY7" fmla="*/ 5540 h 6345"/>
                  <a:gd name="connsiteX8" fmla="*/ 337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0"/>
                    </a:moveTo>
                    <a:cubicBezTo>
                      <a:pt x="4219" y="6470"/>
                      <a:pt x="5026" y="6135"/>
                      <a:pt x="5621" y="5540"/>
                    </a:cubicBezTo>
                    <a:cubicBezTo>
                      <a:pt x="6215" y="4945"/>
                      <a:pt x="6550" y="4138"/>
                      <a:pt x="6550" y="3297"/>
                    </a:cubicBezTo>
                    <a:cubicBezTo>
                      <a:pt x="6550" y="2455"/>
                      <a:pt x="6215" y="1648"/>
                      <a:pt x="5621" y="1053"/>
                    </a:cubicBezTo>
                    <a:cubicBezTo>
                      <a:pt x="5026" y="458"/>
                      <a:pt x="4219" y="124"/>
                      <a:pt x="3378" y="124"/>
                    </a:cubicBezTo>
                    <a:cubicBezTo>
                      <a:pt x="2537" y="124"/>
                      <a:pt x="1730" y="458"/>
                      <a:pt x="1135" y="1053"/>
                    </a:cubicBezTo>
                    <a:cubicBezTo>
                      <a:pt x="541" y="1648"/>
                      <a:pt x="206" y="2455"/>
                      <a:pt x="206" y="3297"/>
                    </a:cubicBezTo>
                    <a:cubicBezTo>
                      <a:pt x="206" y="4138"/>
                      <a:pt x="541" y="4945"/>
                      <a:pt x="1135" y="5540"/>
                    </a:cubicBezTo>
                    <a:cubicBezTo>
                      <a:pt x="1730" y="6135"/>
                      <a:pt x="2537" y="6470"/>
                      <a:pt x="337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10" name="Freeform: Shape 10709">
                <a:extLst>
                  <a:ext uri="{FF2B5EF4-FFF2-40B4-BE49-F238E27FC236}">
                    <a16:creationId xmlns:a16="http://schemas.microsoft.com/office/drawing/2014/main" id="{25D1B34F-B5DC-B922-3F0A-00E60C2E7C85}"/>
                  </a:ext>
                </a:extLst>
              </p:cNvPr>
              <p:cNvSpPr/>
              <p:nvPr/>
            </p:nvSpPr>
            <p:spPr>
              <a:xfrm>
                <a:off x="9034383" y="5055033"/>
                <a:ext cx="6343" cy="6345"/>
              </a:xfrm>
              <a:custGeom>
                <a:avLst/>
                <a:gdLst>
                  <a:gd name="connsiteX0" fmla="*/ 3379 w 6343"/>
                  <a:gd name="connsiteY0" fmla="*/ 6470 h 6345"/>
                  <a:gd name="connsiteX1" fmla="*/ 5621 w 6343"/>
                  <a:gd name="connsiteY1" fmla="*/ 5540 h 6345"/>
                  <a:gd name="connsiteX2" fmla="*/ 6550 w 6343"/>
                  <a:gd name="connsiteY2" fmla="*/ 3297 h 6345"/>
                  <a:gd name="connsiteX3" fmla="*/ 5621 w 6343"/>
                  <a:gd name="connsiteY3" fmla="*/ 1053 h 6345"/>
                  <a:gd name="connsiteX4" fmla="*/ 3379 w 6343"/>
                  <a:gd name="connsiteY4" fmla="*/ 124 h 6345"/>
                  <a:gd name="connsiteX5" fmla="*/ 1136 w 6343"/>
                  <a:gd name="connsiteY5" fmla="*/ 1053 h 6345"/>
                  <a:gd name="connsiteX6" fmla="*/ 207 w 6343"/>
                  <a:gd name="connsiteY6" fmla="*/ 3297 h 6345"/>
                  <a:gd name="connsiteX7" fmla="*/ 1136 w 6343"/>
                  <a:gd name="connsiteY7" fmla="*/ 5540 h 6345"/>
                  <a:gd name="connsiteX8" fmla="*/ 337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0"/>
                    </a:moveTo>
                    <a:cubicBezTo>
                      <a:pt x="4220" y="6470"/>
                      <a:pt x="5026" y="6135"/>
                      <a:pt x="5621" y="5540"/>
                    </a:cubicBezTo>
                    <a:cubicBezTo>
                      <a:pt x="6216" y="4945"/>
                      <a:pt x="6550" y="4138"/>
                      <a:pt x="6550" y="3297"/>
                    </a:cubicBezTo>
                    <a:cubicBezTo>
                      <a:pt x="6550" y="2455"/>
                      <a:pt x="6216" y="1648"/>
                      <a:pt x="5621" y="1053"/>
                    </a:cubicBezTo>
                    <a:cubicBezTo>
                      <a:pt x="5026" y="458"/>
                      <a:pt x="4220" y="124"/>
                      <a:pt x="3379" y="124"/>
                    </a:cubicBezTo>
                    <a:cubicBezTo>
                      <a:pt x="2537" y="124"/>
                      <a:pt x="1731" y="458"/>
                      <a:pt x="1136" y="1053"/>
                    </a:cubicBezTo>
                    <a:cubicBezTo>
                      <a:pt x="541" y="1648"/>
                      <a:pt x="207" y="2455"/>
                      <a:pt x="207" y="3297"/>
                    </a:cubicBezTo>
                    <a:cubicBezTo>
                      <a:pt x="207" y="4138"/>
                      <a:pt x="541" y="4945"/>
                      <a:pt x="1136" y="5540"/>
                    </a:cubicBezTo>
                    <a:cubicBezTo>
                      <a:pt x="1731" y="6135"/>
                      <a:pt x="2537" y="6470"/>
                      <a:pt x="337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11" name="Freeform: Shape 10710">
                <a:extLst>
                  <a:ext uri="{FF2B5EF4-FFF2-40B4-BE49-F238E27FC236}">
                    <a16:creationId xmlns:a16="http://schemas.microsoft.com/office/drawing/2014/main" id="{0BD2AE57-57DB-CC77-30FC-99CB52CAA8E2}"/>
                  </a:ext>
                </a:extLst>
              </p:cNvPr>
              <p:cNvSpPr/>
              <p:nvPr/>
            </p:nvSpPr>
            <p:spPr>
              <a:xfrm>
                <a:off x="9032724" y="5050669"/>
                <a:ext cx="6343" cy="6345"/>
              </a:xfrm>
              <a:custGeom>
                <a:avLst/>
                <a:gdLst>
                  <a:gd name="connsiteX0" fmla="*/ 3378 w 6343"/>
                  <a:gd name="connsiteY0" fmla="*/ 6469 h 6345"/>
                  <a:gd name="connsiteX1" fmla="*/ 5621 w 6343"/>
                  <a:gd name="connsiteY1" fmla="*/ 5540 h 6345"/>
                  <a:gd name="connsiteX2" fmla="*/ 6550 w 6343"/>
                  <a:gd name="connsiteY2" fmla="*/ 3297 h 6345"/>
                  <a:gd name="connsiteX3" fmla="*/ 5621 w 6343"/>
                  <a:gd name="connsiteY3" fmla="*/ 1053 h 6345"/>
                  <a:gd name="connsiteX4" fmla="*/ 3378 w 6343"/>
                  <a:gd name="connsiteY4" fmla="*/ 124 h 6345"/>
                  <a:gd name="connsiteX5" fmla="*/ 1136 w 6343"/>
                  <a:gd name="connsiteY5" fmla="*/ 1053 h 6345"/>
                  <a:gd name="connsiteX6" fmla="*/ 207 w 6343"/>
                  <a:gd name="connsiteY6" fmla="*/ 3297 h 6345"/>
                  <a:gd name="connsiteX7" fmla="*/ 1136 w 6343"/>
                  <a:gd name="connsiteY7" fmla="*/ 5540 h 6345"/>
                  <a:gd name="connsiteX8" fmla="*/ 337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9"/>
                    </a:moveTo>
                    <a:cubicBezTo>
                      <a:pt x="4219" y="6469"/>
                      <a:pt x="5026" y="6135"/>
                      <a:pt x="5621" y="5540"/>
                    </a:cubicBezTo>
                    <a:cubicBezTo>
                      <a:pt x="6216" y="4945"/>
                      <a:pt x="6550" y="4138"/>
                      <a:pt x="6550" y="3297"/>
                    </a:cubicBezTo>
                    <a:cubicBezTo>
                      <a:pt x="6550" y="2455"/>
                      <a:pt x="6216" y="1648"/>
                      <a:pt x="5621" y="1053"/>
                    </a:cubicBezTo>
                    <a:cubicBezTo>
                      <a:pt x="5026" y="458"/>
                      <a:pt x="4219" y="124"/>
                      <a:pt x="3378" y="124"/>
                    </a:cubicBezTo>
                    <a:cubicBezTo>
                      <a:pt x="2537" y="124"/>
                      <a:pt x="1730" y="458"/>
                      <a:pt x="1136" y="1053"/>
                    </a:cubicBezTo>
                    <a:cubicBezTo>
                      <a:pt x="541" y="1648"/>
                      <a:pt x="207" y="2455"/>
                      <a:pt x="207" y="3297"/>
                    </a:cubicBezTo>
                    <a:cubicBezTo>
                      <a:pt x="207" y="4138"/>
                      <a:pt x="541" y="4945"/>
                      <a:pt x="1136" y="5540"/>
                    </a:cubicBezTo>
                    <a:cubicBezTo>
                      <a:pt x="1730" y="6135"/>
                      <a:pt x="2537" y="6469"/>
                      <a:pt x="337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12" name="Freeform: Shape 10711">
                <a:extLst>
                  <a:ext uri="{FF2B5EF4-FFF2-40B4-BE49-F238E27FC236}">
                    <a16:creationId xmlns:a16="http://schemas.microsoft.com/office/drawing/2014/main" id="{CBF678D4-1BA8-5346-3CF0-5494F38AA534}"/>
                  </a:ext>
                </a:extLst>
              </p:cNvPr>
              <p:cNvSpPr/>
              <p:nvPr/>
            </p:nvSpPr>
            <p:spPr>
              <a:xfrm>
                <a:off x="9018513" y="5038726"/>
                <a:ext cx="6343" cy="6345"/>
              </a:xfrm>
              <a:custGeom>
                <a:avLst/>
                <a:gdLst>
                  <a:gd name="connsiteX0" fmla="*/ 3377 w 6343"/>
                  <a:gd name="connsiteY0" fmla="*/ 6468 h 6345"/>
                  <a:gd name="connsiteX1" fmla="*/ 5620 w 6343"/>
                  <a:gd name="connsiteY1" fmla="*/ 5539 h 6345"/>
                  <a:gd name="connsiteX2" fmla="*/ 6549 w 6343"/>
                  <a:gd name="connsiteY2" fmla="*/ 3296 h 6345"/>
                  <a:gd name="connsiteX3" fmla="*/ 5620 w 6343"/>
                  <a:gd name="connsiteY3" fmla="*/ 1052 h 6345"/>
                  <a:gd name="connsiteX4" fmla="*/ 3377 w 6343"/>
                  <a:gd name="connsiteY4" fmla="*/ 123 h 6345"/>
                  <a:gd name="connsiteX5" fmla="*/ 1135 w 6343"/>
                  <a:gd name="connsiteY5" fmla="*/ 1052 h 6345"/>
                  <a:gd name="connsiteX6" fmla="*/ 206 w 6343"/>
                  <a:gd name="connsiteY6" fmla="*/ 3296 h 6345"/>
                  <a:gd name="connsiteX7" fmla="*/ 1135 w 6343"/>
                  <a:gd name="connsiteY7" fmla="*/ 5539 h 6345"/>
                  <a:gd name="connsiteX8" fmla="*/ 337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68"/>
                    </a:moveTo>
                    <a:cubicBezTo>
                      <a:pt x="4218" y="6468"/>
                      <a:pt x="5025" y="6134"/>
                      <a:pt x="5620" y="5539"/>
                    </a:cubicBezTo>
                    <a:cubicBezTo>
                      <a:pt x="6215" y="4944"/>
                      <a:pt x="6549" y="4137"/>
                      <a:pt x="6549" y="3296"/>
                    </a:cubicBezTo>
                    <a:cubicBezTo>
                      <a:pt x="6549" y="2454"/>
                      <a:pt x="6215" y="1647"/>
                      <a:pt x="5620" y="1052"/>
                    </a:cubicBezTo>
                    <a:cubicBezTo>
                      <a:pt x="5025" y="457"/>
                      <a:pt x="4218" y="123"/>
                      <a:pt x="3377" y="123"/>
                    </a:cubicBezTo>
                    <a:cubicBezTo>
                      <a:pt x="2536" y="123"/>
                      <a:pt x="1729" y="457"/>
                      <a:pt x="1135" y="1052"/>
                    </a:cubicBezTo>
                    <a:cubicBezTo>
                      <a:pt x="540" y="1647"/>
                      <a:pt x="206" y="2454"/>
                      <a:pt x="206" y="3296"/>
                    </a:cubicBezTo>
                    <a:cubicBezTo>
                      <a:pt x="206" y="4137"/>
                      <a:pt x="540" y="4944"/>
                      <a:pt x="1135" y="5539"/>
                    </a:cubicBezTo>
                    <a:cubicBezTo>
                      <a:pt x="1729" y="6134"/>
                      <a:pt x="2536" y="6468"/>
                      <a:pt x="337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13" name="Freeform: Shape 10712">
                <a:extLst>
                  <a:ext uri="{FF2B5EF4-FFF2-40B4-BE49-F238E27FC236}">
                    <a16:creationId xmlns:a16="http://schemas.microsoft.com/office/drawing/2014/main" id="{7F1DB846-B140-1341-5A40-72AAABE70EE6}"/>
                  </a:ext>
                </a:extLst>
              </p:cNvPr>
              <p:cNvSpPr/>
              <p:nvPr/>
            </p:nvSpPr>
            <p:spPr>
              <a:xfrm>
                <a:off x="9015798" y="5033509"/>
                <a:ext cx="6343" cy="6345"/>
              </a:xfrm>
              <a:custGeom>
                <a:avLst/>
                <a:gdLst>
                  <a:gd name="connsiteX0" fmla="*/ 3377 w 6343"/>
                  <a:gd name="connsiteY0" fmla="*/ 6468 h 6345"/>
                  <a:gd name="connsiteX1" fmla="*/ 5620 w 6343"/>
                  <a:gd name="connsiteY1" fmla="*/ 5539 h 6345"/>
                  <a:gd name="connsiteX2" fmla="*/ 6549 w 6343"/>
                  <a:gd name="connsiteY2" fmla="*/ 3295 h 6345"/>
                  <a:gd name="connsiteX3" fmla="*/ 5620 w 6343"/>
                  <a:gd name="connsiteY3" fmla="*/ 1052 h 6345"/>
                  <a:gd name="connsiteX4" fmla="*/ 3377 w 6343"/>
                  <a:gd name="connsiteY4" fmla="*/ 122 h 6345"/>
                  <a:gd name="connsiteX5" fmla="*/ 1134 w 6343"/>
                  <a:gd name="connsiteY5" fmla="*/ 1052 h 6345"/>
                  <a:gd name="connsiteX6" fmla="*/ 205 w 6343"/>
                  <a:gd name="connsiteY6" fmla="*/ 3295 h 6345"/>
                  <a:gd name="connsiteX7" fmla="*/ 1134 w 6343"/>
                  <a:gd name="connsiteY7" fmla="*/ 5539 h 6345"/>
                  <a:gd name="connsiteX8" fmla="*/ 337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68"/>
                    </a:moveTo>
                    <a:cubicBezTo>
                      <a:pt x="4218" y="6468"/>
                      <a:pt x="5025" y="6134"/>
                      <a:pt x="5620" y="5539"/>
                    </a:cubicBezTo>
                    <a:cubicBezTo>
                      <a:pt x="6214" y="4944"/>
                      <a:pt x="6549" y="4137"/>
                      <a:pt x="6549" y="3295"/>
                    </a:cubicBezTo>
                    <a:cubicBezTo>
                      <a:pt x="6549" y="2454"/>
                      <a:pt x="6214" y="1647"/>
                      <a:pt x="5620" y="1052"/>
                    </a:cubicBezTo>
                    <a:cubicBezTo>
                      <a:pt x="5025" y="457"/>
                      <a:pt x="4218" y="122"/>
                      <a:pt x="3377" y="122"/>
                    </a:cubicBezTo>
                    <a:cubicBezTo>
                      <a:pt x="2536" y="122"/>
                      <a:pt x="1729" y="457"/>
                      <a:pt x="1134" y="1052"/>
                    </a:cubicBezTo>
                    <a:cubicBezTo>
                      <a:pt x="540" y="1647"/>
                      <a:pt x="205" y="2454"/>
                      <a:pt x="205" y="3295"/>
                    </a:cubicBezTo>
                    <a:cubicBezTo>
                      <a:pt x="205" y="4137"/>
                      <a:pt x="540" y="4944"/>
                      <a:pt x="1134" y="5539"/>
                    </a:cubicBezTo>
                    <a:cubicBezTo>
                      <a:pt x="1729" y="6134"/>
                      <a:pt x="2536" y="6468"/>
                      <a:pt x="337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14" name="Freeform: Shape 10713">
                <a:extLst>
                  <a:ext uri="{FF2B5EF4-FFF2-40B4-BE49-F238E27FC236}">
                    <a16:creationId xmlns:a16="http://schemas.microsoft.com/office/drawing/2014/main" id="{688948D5-3DED-B883-2D33-25DB95A4B802}"/>
                  </a:ext>
                </a:extLst>
              </p:cNvPr>
              <p:cNvSpPr/>
              <p:nvPr/>
            </p:nvSpPr>
            <p:spPr>
              <a:xfrm>
                <a:off x="9016175" y="5030126"/>
                <a:ext cx="6343" cy="6345"/>
              </a:xfrm>
              <a:custGeom>
                <a:avLst/>
                <a:gdLst>
                  <a:gd name="connsiteX0" fmla="*/ 3377 w 6343"/>
                  <a:gd name="connsiteY0" fmla="*/ 6468 h 6345"/>
                  <a:gd name="connsiteX1" fmla="*/ 5620 w 6343"/>
                  <a:gd name="connsiteY1" fmla="*/ 5538 h 6345"/>
                  <a:gd name="connsiteX2" fmla="*/ 6549 w 6343"/>
                  <a:gd name="connsiteY2" fmla="*/ 3295 h 6345"/>
                  <a:gd name="connsiteX3" fmla="*/ 5620 w 6343"/>
                  <a:gd name="connsiteY3" fmla="*/ 1051 h 6345"/>
                  <a:gd name="connsiteX4" fmla="*/ 3377 w 6343"/>
                  <a:gd name="connsiteY4" fmla="*/ 122 h 6345"/>
                  <a:gd name="connsiteX5" fmla="*/ 1134 w 6343"/>
                  <a:gd name="connsiteY5" fmla="*/ 1051 h 6345"/>
                  <a:gd name="connsiteX6" fmla="*/ 206 w 6343"/>
                  <a:gd name="connsiteY6" fmla="*/ 3295 h 6345"/>
                  <a:gd name="connsiteX7" fmla="*/ 1134 w 6343"/>
                  <a:gd name="connsiteY7" fmla="*/ 5538 h 6345"/>
                  <a:gd name="connsiteX8" fmla="*/ 337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68"/>
                    </a:moveTo>
                    <a:cubicBezTo>
                      <a:pt x="4218" y="6468"/>
                      <a:pt x="5025" y="6133"/>
                      <a:pt x="5620" y="5538"/>
                    </a:cubicBezTo>
                    <a:cubicBezTo>
                      <a:pt x="6214" y="4943"/>
                      <a:pt x="6549" y="4136"/>
                      <a:pt x="6549" y="3295"/>
                    </a:cubicBezTo>
                    <a:cubicBezTo>
                      <a:pt x="6549" y="2453"/>
                      <a:pt x="6214" y="1646"/>
                      <a:pt x="5620" y="1051"/>
                    </a:cubicBezTo>
                    <a:cubicBezTo>
                      <a:pt x="5025" y="456"/>
                      <a:pt x="4218" y="122"/>
                      <a:pt x="3377" y="122"/>
                    </a:cubicBezTo>
                    <a:cubicBezTo>
                      <a:pt x="2536" y="122"/>
                      <a:pt x="1729" y="456"/>
                      <a:pt x="1134" y="1051"/>
                    </a:cubicBezTo>
                    <a:cubicBezTo>
                      <a:pt x="540" y="1646"/>
                      <a:pt x="206" y="2453"/>
                      <a:pt x="206" y="3295"/>
                    </a:cubicBezTo>
                    <a:cubicBezTo>
                      <a:pt x="206" y="4136"/>
                      <a:pt x="540" y="4943"/>
                      <a:pt x="1134" y="5538"/>
                    </a:cubicBezTo>
                    <a:cubicBezTo>
                      <a:pt x="1729" y="6133"/>
                      <a:pt x="2536" y="6468"/>
                      <a:pt x="337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15" name="Freeform: Shape 10714">
                <a:extLst>
                  <a:ext uri="{FF2B5EF4-FFF2-40B4-BE49-F238E27FC236}">
                    <a16:creationId xmlns:a16="http://schemas.microsoft.com/office/drawing/2014/main" id="{F3F111FD-8590-C2EB-4C77-638B9D5F422C}"/>
                  </a:ext>
                </a:extLst>
              </p:cNvPr>
              <p:cNvSpPr/>
              <p:nvPr/>
            </p:nvSpPr>
            <p:spPr>
              <a:xfrm>
                <a:off x="9016206" y="5026505"/>
                <a:ext cx="6343" cy="6345"/>
              </a:xfrm>
              <a:custGeom>
                <a:avLst/>
                <a:gdLst>
                  <a:gd name="connsiteX0" fmla="*/ 3377 w 6343"/>
                  <a:gd name="connsiteY0" fmla="*/ 6467 h 6345"/>
                  <a:gd name="connsiteX1" fmla="*/ 5620 w 6343"/>
                  <a:gd name="connsiteY1" fmla="*/ 5538 h 6345"/>
                  <a:gd name="connsiteX2" fmla="*/ 6549 w 6343"/>
                  <a:gd name="connsiteY2" fmla="*/ 3295 h 6345"/>
                  <a:gd name="connsiteX3" fmla="*/ 5620 w 6343"/>
                  <a:gd name="connsiteY3" fmla="*/ 1051 h 6345"/>
                  <a:gd name="connsiteX4" fmla="*/ 3377 w 6343"/>
                  <a:gd name="connsiteY4" fmla="*/ 122 h 6345"/>
                  <a:gd name="connsiteX5" fmla="*/ 1134 w 6343"/>
                  <a:gd name="connsiteY5" fmla="*/ 1051 h 6345"/>
                  <a:gd name="connsiteX6" fmla="*/ 206 w 6343"/>
                  <a:gd name="connsiteY6" fmla="*/ 3295 h 6345"/>
                  <a:gd name="connsiteX7" fmla="*/ 1134 w 6343"/>
                  <a:gd name="connsiteY7" fmla="*/ 5538 h 6345"/>
                  <a:gd name="connsiteX8" fmla="*/ 337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67"/>
                    </a:moveTo>
                    <a:cubicBezTo>
                      <a:pt x="4218" y="6467"/>
                      <a:pt x="5025" y="6133"/>
                      <a:pt x="5620" y="5538"/>
                    </a:cubicBezTo>
                    <a:cubicBezTo>
                      <a:pt x="6214" y="4943"/>
                      <a:pt x="6549" y="4136"/>
                      <a:pt x="6549" y="3295"/>
                    </a:cubicBezTo>
                    <a:cubicBezTo>
                      <a:pt x="6549" y="2453"/>
                      <a:pt x="6214" y="1646"/>
                      <a:pt x="5620" y="1051"/>
                    </a:cubicBezTo>
                    <a:cubicBezTo>
                      <a:pt x="5025" y="456"/>
                      <a:pt x="4218" y="122"/>
                      <a:pt x="3377" y="122"/>
                    </a:cubicBezTo>
                    <a:cubicBezTo>
                      <a:pt x="2536" y="122"/>
                      <a:pt x="1729" y="456"/>
                      <a:pt x="1134" y="1051"/>
                    </a:cubicBezTo>
                    <a:cubicBezTo>
                      <a:pt x="540" y="1646"/>
                      <a:pt x="206" y="2453"/>
                      <a:pt x="206" y="3295"/>
                    </a:cubicBezTo>
                    <a:cubicBezTo>
                      <a:pt x="206" y="4136"/>
                      <a:pt x="540" y="4943"/>
                      <a:pt x="1134" y="5538"/>
                    </a:cubicBezTo>
                    <a:cubicBezTo>
                      <a:pt x="1729" y="6133"/>
                      <a:pt x="2536" y="6467"/>
                      <a:pt x="337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16" name="Freeform: Shape 10715">
                <a:extLst>
                  <a:ext uri="{FF2B5EF4-FFF2-40B4-BE49-F238E27FC236}">
                    <a16:creationId xmlns:a16="http://schemas.microsoft.com/office/drawing/2014/main" id="{69C5F0A9-D9E4-90F5-F8DE-0885071508BB}"/>
                  </a:ext>
                </a:extLst>
              </p:cNvPr>
              <p:cNvSpPr/>
              <p:nvPr/>
            </p:nvSpPr>
            <p:spPr>
              <a:xfrm>
                <a:off x="9017855" y="5023882"/>
                <a:ext cx="6343" cy="6345"/>
              </a:xfrm>
              <a:custGeom>
                <a:avLst/>
                <a:gdLst>
                  <a:gd name="connsiteX0" fmla="*/ 3377 w 6343"/>
                  <a:gd name="connsiteY0" fmla="*/ 6467 h 6345"/>
                  <a:gd name="connsiteX1" fmla="*/ 5620 w 6343"/>
                  <a:gd name="connsiteY1" fmla="*/ 5538 h 6345"/>
                  <a:gd name="connsiteX2" fmla="*/ 6549 w 6343"/>
                  <a:gd name="connsiteY2" fmla="*/ 3294 h 6345"/>
                  <a:gd name="connsiteX3" fmla="*/ 5620 w 6343"/>
                  <a:gd name="connsiteY3" fmla="*/ 1051 h 6345"/>
                  <a:gd name="connsiteX4" fmla="*/ 3377 w 6343"/>
                  <a:gd name="connsiteY4" fmla="*/ 122 h 6345"/>
                  <a:gd name="connsiteX5" fmla="*/ 1135 w 6343"/>
                  <a:gd name="connsiteY5" fmla="*/ 1051 h 6345"/>
                  <a:gd name="connsiteX6" fmla="*/ 206 w 6343"/>
                  <a:gd name="connsiteY6" fmla="*/ 3294 h 6345"/>
                  <a:gd name="connsiteX7" fmla="*/ 1135 w 6343"/>
                  <a:gd name="connsiteY7" fmla="*/ 5538 h 6345"/>
                  <a:gd name="connsiteX8" fmla="*/ 337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67"/>
                    </a:moveTo>
                    <a:cubicBezTo>
                      <a:pt x="4218" y="6467"/>
                      <a:pt x="5025" y="6133"/>
                      <a:pt x="5620" y="5538"/>
                    </a:cubicBezTo>
                    <a:cubicBezTo>
                      <a:pt x="6215" y="4943"/>
                      <a:pt x="6549" y="4136"/>
                      <a:pt x="6549" y="3294"/>
                    </a:cubicBezTo>
                    <a:cubicBezTo>
                      <a:pt x="6549" y="2453"/>
                      <a:pt x="6215" y="1646"/>
                      <a:pt x="5620" y="1051"/>
                    </a:cubicBezTo>
                    <a:cubicBezTo>
                      <a:pt x="5025" y="456"/>
                      <a:pt x="4218" y="122"/>
                      <a:pt x="3377" y="122"/>
                    </a:cubicBezTo>
                    <a:cubicBezTo>
                      <a:pt x="2536" y="122"/>
                      <a:pt x="1729" y="456"/>
                      <a:pt x="1135" y="1051"/>
                    </a:cubicBezTo>
                    <a:cubicBezTo>
                      <a:pt x="540" y="1646"/>
                      <a:pt x="206" y="2453"/>
                      <a:pt x="206" y="3294"/>
                    </a:cubicBezTo>
                    <a:cubicBezTo>
                      <a:pt x="206" y="4136"/>
                      <a:pt x="540" y="4943"/>
                      <a:pt x="1135" y="5538"/>
                    </a:cubicBezTo>
                    <a:cubicBezTo>
                      <a:pt x="1729" y="6133"/>
                      <a:pt x="2536" y="6467"/>
                      <a:pt x="337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17" name="Freeform: Shape 10716">
                <a:extLst>
                  <a:ext uri="{FF2B5EF4-FFF2-40B4-BE49-F238E27FC236}">
                    <a16:creationId xmlns:a16="http://schemas.microsoft.com/office/drawing/2014/main" id="{7BF063F9-BDE6-5378-7E6C-1B44E103D8C1}"/>
                  </a:ext>
                </a:extLst>
              </p:cNvPr>
              <p:cNvSpPr/>
              <p:nvPr/>
            </p:nvSpPr>
            <p:spPr>
              <a:xfrm>
                <a:off x="9019044" y="5020964"/>
                <a:ext cx="6343" cy="6345"/>
              </a:xfrm>
              <a:custGeom>
                <a:avLst/>
                <a:gdLst>
                  <a:gd name="connsiteX0" fmla="*/ 3377 w 6343"/>
                  <a:gd name="connsiteY0" fmla="*/ 6467 h 6345"/>
                  <a:gd name="connsiteX1" fmla="*/ 5620 w 6343"/>
                  <a:gd name="connsiteY1" fmla="*/ 5538 h 6345"/>
                  <a:gd name="connsiteX2" fmla="*/ 6549 w 6343"/>
                  <a:gd name="connsiteY2" fmla="*/ 3294 h 6345"/>
                  <a:gd name="connsiteX3" fmla="*/ 5620 w 6343"/>
                  <a:gd name="connsiteY3" fmla="*/ 1051 h 6345"/>
                  <a:gd name="connsiteX4" fmla="*/ 3377 w 6343"/>
                  <a:gd name="connsiteY4" fmla="*/ 121 h 6345"/>
                  <a:gd name="connsiteX5" fmla="*/ 1135 w 6343"/>
                  <a:gd name="connsiteY5" fmla="*/ 1051 h 6345"/>
                  <a:gd name="connsiteX6" fmla="*/ 206 w 6343"/>
                  <a:gd name="connsiteY6" fmla="*/ 3294 h 6345"/>
                  <a:gd name="connsiteX7" fmla="*/ 1135 w 6343"/>
                  <a:gd name="connsiteY7" fmla="*/ 5538 h 6345"/>
                  <a:gd name="connsiteX8" fmla="*/ 337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67"/>
                    </a:moveTo>
                    <a:cubicBezTo>
                      <a:pt x="4218" y="6467"/>
                      <a:pt x="5025" y="6133"/>
                      <a:pt x="5620" y="5538"/>
                    </a:cubicBezTo>
                    <a:cubicBezTo>
                      <a:pt x="6215" y="4943"/>
                      <a:pt x="6549" y="4136"/>
                      <a:pt x="6549" y="3294"/>
                    </a:cubicBezTo>
                    <a:cubicBezTo>
                      <a:pt x="6549" y="2453"/>
                      <a:pt x="6215" y="1646"/>
                      <a:pt x="5620" y="1051"/>
                    </a:cubicBezTo>
                    <a:cubicBezTo>
                      <a:pt x="5025" y="456"/>
                      <a:pt x="4218" y="121"/>
                      <a:pt x="3377" y="121"/>
                    </a:cubicBezTo>
                    <a:cubicBezTo>
                      <a:pt x="2536" y="121"/>
                      <a:pt x="1729" y="456"/>
                      <a:pt x="1135" y="1051"/>
                    </a:cubicBezTo>
                    <a:cubicBezTo>
                      <a:pt x="540" y="1646"/>
                      <a:pt x="206" y="2453"/>
                      <a:pt x="206" y="3294"/>
                    </a:cubicBezTo>
                    <a:cubicBezTo>
                      <a:pt x="206" y="4136"/>
                      <a:pt x="540" y="4943"/>
                      <a:pt x="1135" y="5538"/>
                    </a:cubicBezTo>
                    <a:cubicBezTo>
                      <a:pt x="1729" y="6133"/>
                      <a:pt x="2536" y="6467"/>
                      <a:pt x="337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18" name="Freeform: Shape 10717">
                <a:extLst>
                  <a:ext uri="{FF2B5EF4-FFF2-40B4-BE49-F238E27FC236}">
                    <a16:creationId xmlns:a16="http://schemas.microsoft.com/office/drawing/2014/main" id="{24431581-E7F9-363E-C701-2E29279C8555}"/>
                  </a:ext>
                </a:extLst>
              </p:cNvPr>
              <p:cNvSpPr/>
              <p:nvPr/>
            </p:nvSpPr>
            <p:spPr>
              <a:xfrm>
                <a:off x="9021831" y="5019077"/>
                <a:ext cx="6343" cy="6345"/>
              </a:xfrm>
              <a:custGeom>
                <a:avLst/>
                <a:gdLst>
                  <a:gd name="connsiteX0" fmla="*/ 3378 w 6343"/>
                  <a:gd name="connsiteY0" fmla="*/ 6467 h 6345"/>
                  <a:gd name="connsiteX1" fmla="*/ 5620 w 6343"/>
                  <a:gd name="connsiteY1" fmla="*/ 5537 h 6345"/>
                  <a:gd name="connsiteX2" fmla="*/ 6549 w 6343"/>
                  <a:gd name="connsiteY2" fmla="*/ 3294 h 6345"/>
                  <a:gd name="connsiteX3" fmla="*/ 5620 w 6343"/>
                  <a:gd name="connsiteY3" fmla="*/ 1051 h 6345"/>
                  <a:gd name="connsiteX4" fmla="*/ 3378 w 6343"/>
                  <a:gd name="connsiteY4" fmla="*/ 121 h 6345"/>
                  <a:gd name="connsiteX5" fmla="*/ 1135 w 6343"/>
                  <a:gd name="connsiteY5" fmla="*/ 1051 h 6345"/>
                  <a:gd name="connsiteX6" fmla="*/ 206 w 6343"/>
                  <a:gd name="connsiteY6" fmla="*/ 3294 h 6345"/>
                  <a:gd name="connsiteX7" fmla="*/ 1135 w 6343"/>
                  <a:gd name="connsiteY7" fmla="*/ 5537 h 6345"/>
                  <a:gd name="connsiteX8" fmla="*/ 337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7"/>
                    </a:moveTo>
                    <a:cubicBezTo>
                      <a:pt x="4219" y="6467"/>
                      <a:pt x="5025" y="6132"/>
                      <a:pt x="5620" y="5537"/>
                    </a:cubicBezTo>
                    <a:cubicBezTo>
                      <a:pt x="6215" y="4942"/>
                      <a:pt x="6549" y="4135"/>
                      <a:pt x="6549" y="3294"/>
                    </a:cubicBezTo>
                    <a:cubicBezTo>
                      <a:pt x="6549" y="2453"/>
                      <a:pt x="6215" y="1646"/>
                      <a:pt x="5620" y="1051"/>
                    </a:cubicBezTo>
                    <a:cubicBezTo>
                      <a:pt x="5025" y="456"/>
                      <a:pt x="4219" y="121"/>
                      <a:pt x="3378" y="121"/>
                    </a:cubicBezTo>
                    <a:cubicBezTo>
                      <a:pt x="2536" y="121"/>
                      <a:pt x="1730" y="456"/>
                      <a:pt x="1135" y="1051"/>
                    </a:cubicBezTo>
                    <a:cubicBezTo>
                      <a:pt x="540" y="1646"/>
                      <a:pt x="206" y="2453"/>
                      <a:pt x="206" y="3294"/>
                    </a:cubicBezTo>
                    <a:cubicBezTo>
                      <a:pt x="206" y="4135"/>
                      <a:pt x="540" y="4942"/>
                      <a:pt x="1135" y="5537"/>
                    </a:cubicBezTo>
                    <a:cubicBezTo>
                      <a:pt x="1730" y="6132"/>
                      <a:pt x="2536" y="6467"/>
                      <a:pt x="337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19" name="Freeform: Shape 10718">
                <a:extLst>
                  <a:ext uri="{FF2B5EF4-FFF2-40B4-BE49-F238E27FC236}">
                    <a16:creationId xmlns:a16="http://schemas.microsoft.com/office/drawing/2014/main" id="{A3E2503F-2118-D99C-0FF2-48F199274D71}"/>
                  </a:ext>
                </a:extLst>
              </p:cNvPr>
              <p:cNvSpPr/>
              <p:nvPr/>
            </p:nvSpPr>
            <p:spPr>
              <a:xfrm>
                <a:off x="9224008" y="5148729"/>
                <a:ext cx="6343" cy="6345"/>
              </a:xfrm>
              <a:custGeom>
                <a:avLst/>
                <a:gdLst>
                  <a:gd name="connsiteX0" fmla="*/ 3393 w 6343"/>
                  <a:gd name="connsiteY0" fmla="*/ 6477 h 6345"/>
                  <a:gd name="connsiteX1" fmla="*/ 5636 w 6343"/>
                  <a:gd name="connsiteY1" fmla="*/ 5548 h 6345"/>
                  <a:gd name="connsiteX2" fmla="*/ 6565 w 6343"/>
                  <a:gd name="connsiteY2" fmla="*/ 3304 h 6345"/>
                  <a:gd name="connsiteX3" fmla="*/ 5636 w 6343"/>
                  <a:gd name="connsiteY3" fmla="*/ 1061 h 6345"/>
                  <a:gd name="connsiteX4" fmla="*/ 3393 w 6343"/>
                  <a:gd name="connsiteY4" fmla="*/ 132 h 6345"/>
                  <a:gd name="connsiteX5" fmla="*/ 1151 w 6343"/>
                  <a:gd name="connsiteY5" fmla="*/ 1061 h 6345"/>
                  <a:gd name="connsiteX6" fmla="*/ 222 w 6343"/>
                  <a:gd name="connsiteY6" fmla="*/ 3304 h 6345"/>
                  <a:gd name="connsiteX7" fmla="*/ 1151 w 6343"/>
                  <a:gd name="connsiteY7" fmla="*/ 5548 h 6345"/>
                  <a:gd name="connsiteX8" fmla="*/ 339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7"/>
                    </a:moveTo>
                    <a:cubicBezTo>
                      <a:pt x="4235" y="6477"/>
                      <a:pt x="5041" y="6143"/>
                      <a:pt x="5636" y="5548"/>
                    </a:cubicBezTo>
                    <a:cubicBezTo>
                      <a:pt x="6231" y="4953"/>
                      <a:pt x="6565" y="4146"/>
                      <a:pt x="6565" y="3304"/>
                    </a:cubicBezTo>
                    <a:cubicBezTo>
                      <a:pt x="6565" y="2463"/>
                      <a:pt x="6231" y="1656"/>
                      <a:pt x="5636" y="1061"/>
                    </a:cubicBezTo>
                    <a:cubicBezTo>
                      <a:pt x="5041" y="466"/>
                      <a:pt x="4235" y="132"/>
                      <a:pt x="3393" y="132"/>
                    </a:cubicBezTo>
                    <a:cubicBezTo>
                      <a:pt x="2552" y="132"/>
                      <a:pt x="1746" y="466"/>
                      <a:pt x="1151" y="1061"/>
                    </a:cubicBezTo>
                    <a:cubicBezTo>
                      <a:pt x="556" y="1656"/>
                      <a:pt x="222" y="2463"/>
                      <a:pt x="222" y="3304"/>
                    </a:cubicBezTo>
                    <a:cubicBezTo>
                      <a:pt x="222" y="4146"/>
                      <a:pt x="556" y="4953"/>
                      <a:pt x="1151" y="5548"/>
                    </a:cubicBezTo>
                    <a:cubicBezTo>
                      <a:pt x="1746" y="6143"/>
                      <a:pt x="2552" y="6477"/>
                      <a:pt x="339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20" name="Freeform: Shape 10719">
                <a:extLst>
                  <a:ext uri="{FF2B5EF4-FFF2-40B4-BE49-F238E27FC236}">
                    <a16:creationId xmlns:a16="http://schemas.microsoft.com/office/drawing/2014/main" id="{71400BD9-8D87-BCD8-69E2-53836B8F460C}"/>
                  </a:ext>
                </a:extLst>
              </p:cNvPr>
              <p:cNvSpPr/>
              <p:nvPr/>
            </p:nvSpPr>
            <p:spPr>
              <a:xfrm>
                <a:off x="9227042" y="5148808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6 w 6343"/>
                  <a:gd name="connsiteY1" fmla="*/ 5548 h 6345"/>
                  <a:gd name="connsiteX2" fmla="*/ 6565 w 6343"/>
                  <a:gd name="connsiteY2" fmla="*/ 3304 h 6345"/>
                  <a:gd name="connsiteX3" fmla="*/ 5636 w 6343"/>
                  <a:gd name="connsiteY3" fmla="*/ 1061 h 6345"/>
                  <a:gd name="connsiteX4" fmla="*/ 3394 w 6343"/>
                  <a:gd name="connsiteY4" fmla="*/ 132 h 6345"/>
                  <a:gd name="connsiteX5" fmla="*/ 1151 w 6343"/>
                  <a:gd name="connsiteY5" fmla="*/ 1061 h 6345"/>
                  <a:gd name="connsiteX6" fmla="*/ 222 w 6343"/>
                  <a:gd name="connsiteY6" fmla="*/ 3304 h 6345"/>
                  <a:gd name="connsiteX7" fmla="*/ 1151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6" y="5548"/>
                    </a:cubicBezTo>
                    <a:cubicBezTo>
                      <a:pt x="6231" y="4953"/>
                      <a:pt x="6565" y="4146"/>
                      <a:pt x="6565" y="3304"/>
                    </a:cubicBezTo>
                    <a:cubicBezTo>
                      <a:pt x="6565" y="2463"/>
                      <a:pt x="6231" y="1656"/>
                      <a:pt x="5636" y="1061"/>
                    </a:cubicBezTo>
                    <a:cubicBezTo>
                      <a:pt x="5042" y="466"/>
                      <a:pt x="4235" y="132"/>
                      <a:pt x="3394" y="132"/>
                    </a:cubicBezTo>
                    <a:cubicBezTo>
                      <a:pt x="2553" y="132"/>
                      <a:pt x="1746" y="466"/>
                      <a:pt x="1151" y="1061"/>
                    </a:cubicBezTo>
                    <a:cubicBezTo>
                      <a:pt x="556" y="1656"/>
                      <a:pt x="222" y="2463"/>
                      <a:pt x="222" y="3304"/>
                    </a:cubicBezTo>
                    <a:cubicBezTo>
                      <a:pt x="222" y="4146"/>
                      <a:pt x="556" y="4953"/>
                      <a:pt x="1151" y="5548"/>
                    </a:cubicBezTo>
                    <a:cubicBezTo>
                      <a:pt x="1746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21" name="Freeform: Shape 10720">
                <a:extLst>
                  <a:ext uri="{FF2B5EF4-FFF2-40B4-BE49-F238E27FC236}">
                    <a16:creationId xmlns:a16="http://schemas.microsoft.com/office/drawing/2014/main" id="{69B4AC09-9C65-E6D2-F13F-892C3CA2F47F}"/>
                  </a:ext>
                </a:extLst>
              </p:cNvPr>
              <p:cNvSpPr/>
              <p:nvPr/>
            </p:nvSpPr>
            <p:spPr>
              <a:xfrm>
                <a:off x="9233900" y="5145793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7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4 w 6343"/>
                  <a:gd name="connsiteY4" fmla="*/ 131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7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2"/>
                      <a:pt x="5637" y="5547"/>
                    </a:cubicBezTo>
                    <a:cubicBezTo>
                      <a:pt x="6232" y="4952"/>
                      <a:pt x="6566" y="4145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5" y="131"/>
                      <a:pt x="3394" y="131"/>
                    </a:cubicBezTo>
                    <a:cubicBezTo>
                      <a:pt x="2553" y="131"/>
                      <a:pt x="1746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5"/>
                      <a:pt x="557" y="4952"/>
                      <a:pt x="1152" y="5547"/>
                    </a:cubicBezTo>
                    <a:cubicBezTo>
                      <a:pt x="1746" y="6142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22" name="Freeform: Shape 10721">
                <a:extLst>
                  <a:ext uri="{FF2B5EF4-FFF2-40B4-BE49-F238E27FC236}">
                    <a16:creationId xmlns:a16="http://schemas.microsoft.com/office/drawing/2014/main" id="{1433223A-F911-F7DB-2A70-F1EBD503819E}"/>
                  </a:ext>
                </a:extLst>
              </p:cNvPr>
              <p:cNvSpPr/>
              <p:nvPr/>
            </p:nvSpPr>
            <p:spPr>
              <a:xfrm>
                <a:off x="9221324" y="5128595"/>
                <a:ext cx="6343" cy="6345"/>
              </a:xfrm>
              <a:custGeom>
                <a:avLst/>
                <a:gdLst>
                  <a:gd name="connsiteX0" fmla="*/ 3393 w 6343"/>
                  <a:gd name="connsiteY0" fmla="*/ 6475 h 6345"/>
                  <a:gd name="connsiteX1" fmla="*/ 5636 w 6343"/>
                  <a:gd name="connsiteY1" fmla="*/ 5546 h 6345"/>
                  <a:gd name="connsiteX2" fmla="*/ 6565 w 6343"/>
                  <a:gd name="connsiteY2" fmla="*/ 3303 h 6345"/>
                  <a:gd name="connsiteX3" fmla="*/ 5636 w 6343"/>
                  <a:gd name="connsiteY3" fmla="*/ 1059 h 6345"/>
                  <a:gd name="connsiteX4" fmla="*/ 3393 w 6343"/>
                  <a:gd name="connsiteY4" fmla="*/ 130 h 6345"/>
                  <a:gd name="connsiteX5" fmla="*/ 1151 w 6343"/>
                  <a:gd name="connsiteY5" fmla="*/ 1059 h 6345"/>
                  <a:gd name="connsiteX6" fmla="*/ 222 w 6343"/>
                  <a:gd name="connsiteY6" fmla="*/ 3303 h 6345"/>
                  <a:gd name="connsiteX7" fmla="*/ 1151 w 6343"/>
                  <a:gd name="connsiteY7" fmla="*/ 5546 h 6345"/>
                  <a:gd name="connsiteX8" fmla="*/ 3393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5"/>
                    </a:moveTo>
                    <a:cubicBezTo>
                      <a:pt x="4234" y="6475"/>
                      <a:pt x="5041" y="6141"/>
                      <a:pt x="5636" y="5546"/>
                    </a:cubicBezTo>
                    <a:cubicBezTo>
                      <a:pt x="6231" y="4951"/>
                      <a:pt x="6565" y="4144"/>
                      <a:pt x="6565" y="3303"/>
                    </a:cubicBezTo>
                    <a:cubicBezTo>
                      <a:pt x="6565" y="2461"/>
                      <a:pt x="6231" y="1654"/>
                      <a:pt x="5636" y="1059"/>
                    </a:cubicBezTo>
                    <a:cubicBezTo>
                      <a:pt x="5041" y="464"/>
                      <a:pt x="4234" y="130"/>
                      <a:pt x="3393" y="130"/>
                    </a:cubicBezTo>
                    <a:cubicBezTo>
                      <a:pt x="2552" y="130"/>
                      <a:pt x="1745" y="464"/>
                      <a:pt x="1151" y="1059"/>
                    </a:cubicBezTo>
                    <a:cubicBezTo>
                      <a:pt x="556" y="1654"/>
                      <a:pt x="222" y="2461"/>
                      <a:pt x="222" y="3303"/>
                    </a:cubicBezTo>
                    <a:cubicBezTo>
                      <a:pt x="222" y="4144"/>
                      <a:pt x="556" y="4951"/>
                      <a:pt x="1151" y="5546"/>
                    </a:cubicBezTo>
                    <a:cubicBezTo>
                      <a:pt x="1745" y="6141"/>
                      <a:pt x="2552" y="6475"/>
                      <a:pt x="3393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23" name="Freeform: Shape 10722">
                <a:extLst>
                  <a:ext uri="{FF2B5EF4-FFF2-40B4-BE49-F238E27FC236}">
                    <a16:creationId xmlns:a16="http://schemas.microsoft.com/office/drawing/2014/main" id="{3D75A237-0935-CF3E-1BCB-89C7D2E3B2C1}"/>
                  </a:ext>
                </a:extLst>
              </p:cNvPr>
              <p:cNvSpPr/>
              <p:nvPr/>
            </p:nvSpPr>
            <p:spPr>
              <a:xfrm>
                <a:off x="9284251" y="5169077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24" name="Freeform: Shape 10723">
                <a:extLst>
                  <a:ext uri="{FF2B5EF4-FFF2-40B4-BE49-F238E27FC236}">
                    <a16:creationId xmlns:a16="http://schemas.microsoft.com/office/drawing/2014/main" id="{86709FA3-F03A-A405-5420-3BBD9140BE15}"/>
                  </a:ext>
                </a:extLst>
              </p:cNvPr>
              <p:cNvSpPr/>
              <p:nvPr/>
            </p:nvSpPr>
            <p:spPr>
              <a:xfrm>
                <a:off x="9285660" y="5168602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25" name="Freeform: Shape 10724">
                <a:extLst>
                  <a:ext uri="{FF2B5EF4-FFF2-40B4-BE49-F238E27FC236}">
                    <a16:creationId xmlns:a16="http://schemas.microsoft.com/office/drawing/2014/main" id="{B907CAE9-1697-8E51-98EF-2EF36989F4DF}"/>
                  </a:ext>
                </a:extLst>
              </p:cNvPr>
              <p:cNvSpPr/>
              <p:nvPr/>
            </p:nvSpPr>
            <p:spPr>
              <a:xfrm>
                <a:off x="9287166" y="5168218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26" name="Freeform: Shape 10725">
                <a:extLst>
                  <a:ext uri="{FF2B5EF4-FFF2-40B4-BE49-F238E27FC236}">
                    <a16:creationId xmlns:a16="http://schemas.microsoft.com/office/drawing/2014/main" id="{0CAB34AD-D91B-8274-D962-C4FED0BDD039}"/>
                  </a:ext>
                </a:extLst>
              </p:cNvPr>
              <p:cNvSpPr/>
              <p:nvPr/>
            </p:nvSpPr>
            <p:spPr>
              <a:xfrm>
                <a:off x="9288818" y="5167967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27" name="Freeform: Shape 10726">
                <a:extLst>
                  <a:ext uri="{FF2B5EF4-FFF2-40B4-BE49-F238E27FC236}">
                    <a16:creationId xmlns:a16="http://schemas.microsoft.com/office/drawing/2014/main" id="{59AF1679-19C6-0C45-BF75-F8BA0E480B5F}"/>
                  </a:ext>
                </a:extLst>
              </p:cNvPr>
              <p:cNvSpPr/>
              <p:nvPr/>
            </p:nvSpPr>
            <p:spPr>
              <a:xfrm>
                <a:off x="9290079" y="5167413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28" name="Freeform: Shape 10727">
                <a:extLst>
                  <a:ext uri="{FF2B5EF4-FFF2-40B4-BE49-F238E27FC236}">
                    <a16:creationId xmlns:a16="http://schemas.microsoft.com/office/drawing/2014/main" id="{C01C8A60-B26D-9F53-256D-8F53EE9511D2}"/>
                  </a:ext>
                </a:extLst>
              </p:cNvPr>
              <p:cNvSpPr/>
              <p:nvPr/>
            </p:nvSpPr>
            <p:spPr>
              <a:xfrm>
                <a:off x="9291486" y="5166989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29" name="Freeform: Shape 10728">
                <a:extLst>
                  <a:ext uri="{FF2B5EF4-FFF2-40B4-BE49-F238E27FC236}">
                    <a16:creationId xmlns:a16="http://schemas.microsoft.com/office/drawing/2014/main" id="{CFF8E867-3854-3769-515F-4B623038E430}"/>
                  </a:ext>
                </a:extLst>
              </p:cNvPr>
              <p:cNvSpPr/>
              <p:nvPr/>
            </p:nvSpPr>
            <p:spPr>
              <a:xfrm>
                <a:off x="9302935" y="5165849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30" name="Freeform: Shape 10729">
                <a:extLst>
                  <a:ext uri="{FF2B5EF4-FFF2-40B4-BE49-F238E27FC236}">
                    <a16:creationId xmlns:a16="http://schemas.microsoft.com/office/drawing/2014/main" id="{FBB8197B-C80F-C04C-739F-6CDF01C96D65}"/>
                  </a:ext>
                </a:extLst>
              </p:cNvPr>
              <p:cNvSpPr/>
              <p:nvPr/>
            </p:nvSpPr>
            <p:spPr>
              <a:xfrm>
                <a:off x="9302892" y="5164220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31" name="Freeform: Shape 10730">
                <a:extLst>
                  <a:ext uri="{FF2B5EF4-FFF2-40B4-BE49-F238E27FC236}">
                    <a16:creationId xmlns:a16="http://schemas.microsoft.com/office/drawing/2014/main" id="{BC42DAE4-B718-EAC2-461A-5169AAAC22C2}"/>
                  </a:ext>
                </a:extLst>
              </p:cNvPr>
              <p:cNvSpPr/>
              <p:nvPr/>
            </p:nvSpPr>
            <p:spPr>
              <a:xfrm>
                <a:off x="9303001" y="5162713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32" name="Freeform: Shape 10731">
                <a:extLst>
                  <a:ext uri="{FF2B5EF4-FFF2-40B4-BE49-F238E27FC236}">
                    <a16:creationId xmlns:a16="http://schemas.microsoft.com/office/drawing/2014/main" id="{87AABCFA-7967-19D4-9102-1A7735F88F05}"/>
                  </a:ext>
                </a:extLst>
              </p:cNvPr>
              <p:cNvSpPr/>
              <p:nvPr/>
            </p:nvSpPr>
            <p:spPr>
              <a:xfrm>
                <a:off x="9303443" y="5161504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33" name="Freeform: Shape 10732">
                <a:extLst>
                  <a:ext uri="{FF2B5EF4-FFF2-40B4-BE49-F238E27FC236}">
                    <a16:creationId xmlns:a16="http://schemas.microsoft.com/office/drawing/2014/main" id="{2967533B-39A1-795B-92FE-9C4F6A43CAF2}"/>
                  </a:ext>
                </a:extLst>
              </p:cNvPr>
              <p:cNvSpPr/>
              <p:nvPr/>
            </p:nvSpPr>
            <p:spPr>
              <a:xfrm>
                <a:off x="9302668" y="5159127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2" y="5549"/>
                    </a:cubicBezTo>
                    <a:cubicBezTo>
                      <a:pt x="6237" y="4954"/>
                      <a:pt x="6571" y="4146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6"/>
                      <a:pt x="562" y="4954"/>
                      <a:pt x="1157" y="5549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34" name="Freeform: Shape 10733">
                <a:extLst>
                  <a:ext uri="{FF2B5EF4-FFF2-40B4-BE49-F238E27FC236}">
                    <a16:creationId xmlns:a16="http://schemas.microsoft.com/office/drawing/2014/main" id="{6C44B671-B0AD-EDA3-3DC6-1448565A5460}"/>
                  </a:ext>
                </a:extLst>
              </p:cNvPr>
              <p:cNvSpPr/>
              <p:nvPr/>
            </p:nvSpPr>
            <p:spPr>
              <a:xfrm>
                <a:off x="9302776" y="5157563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4"/>
                      <a:pt x="6237" y="1656"/>
                      <a:pt x="5642" y="1061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1"/>
                    </a:cubicBezTo>
                    <a:cubicBezTo>
                      <a:pt x="562" y="1656"/>
                      <a:pt x="228" y="2464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35" name="Freeform: Shape 10734">
                <a:extLst>
                  <a:ext uri="{FF2B5EF4-FFF2-40B4-BE49-F238E27FC236}">
                    <a16:creationId xmlns:a16="http://schemas.microsoft.com/office/drawing/2014/main" id="{762FF315-E972-4605-7751-CA6FAA4D3F43}"/>
                  </a:ext>
                </a:extLst>
              </p:cNvPr>
              <p:cNvSpPr/>
              <p:nvPr/>
            </p:nvSpPr>
            <p:spPr>
              <a:xfrm>
                <a:off x="9301068" y="5152483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2"/>
                      <a:pt x="3400" y="132"/>
                    </a:cubicBezTo>
                    <a:cubicBezTo>
                      <a:pt x="2558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8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36" name="Freeform: Shape 10735">
                <a:extLst>
                  <a:ext uri="{FF2B5EF4-FFF2-40B4-BE49-F238E27FC236}">
                    <a16:creationId xmlns:a16="http://schemas.microsoft.com/office/drawing/2014/main" id="{78E2D91B-33FD-AA19-65CC-1454FF89ADE2}"/>
                  </a:ext>
                </a:extLst>
              </p:cNvPr>
              <p:cNvSpPr/>
              <p:nvPr/>
            </p:nvSpPr>
            <p:spPr>
              <a:xfrm>
                <a:off x="9300786" y="5150452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2"/>
                      <a:pt x="3400" y="132"/>
                    </a:cubicBezTo>
                    <a:cubicBezTo>
                      <a:pt x="2558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8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37" name="Freeform: Shape 10736">
                <a:extLst>
                  <a:ext uri="{FF2B5EF4-FFF2-40B4-BE49-F238E27FC236}">
                    <a16:creationId xmlns:a16="http://schemas.microsoft.com/office/drawing/2014/main" id="{65245EA9-362C-5B50-03DE-BBA6FE62D7AF}"/>
                  </a:ext>
                </a:extLst>
              </p:cNvPr>
              <p:cNvSpPr/>
              <p:nvPr/>
            </p:nvSpPr>
            <p:spPr>
              <a:xfrm>
                <a:off x="9295497" y="5143323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6 w 6343"/>
                  <a:gd name="connsiteY5" fmla="*/ 1060 h 6345"/>
                  <a:gd name="connsiteX6" fmla="*/ 228 w 6343"/>
                  <a:gd name="connsiteY6" fmla="*/ 3304 h 6345"/>
                  <a:gd name="connsiteX7" fmla="*/ 1156 w 6343"/>
                  <a:gd name="connsiteY7" fmla="*/ 5547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2"/>
                      <a:pt x="5642" y="5547"/>
                    </a:cubicBezTo>
                    <a:cubicBezTo>
                      <a:pt x="6236" y="4952"/>
                      <a:pt x="6571" y="4145"/>
                      <a:pt x="6571" y="3304"/>
                    </a:cubicBezTo>
                    <a:cubicBezTo>
                      <a:pt x="6571" y="2462"/>
                      <a:pt x="6236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6" y="1060"/>
                    </a:cubicBezTo>
                    <a:cubicBezTo>
                      <a:pt x="562" y="1655"/>
                      <a:pt x="228" y="2462"/>
                      <a:pt x="228" y="3304"/>
                    </a:cubicBezTo>
                    <a:cubicBezTo>
                      <a:pt x="228" y="4145"/>
                      <a:pt x="562" y="4952"/>
                      <a:pt x="1156" y="5547"/>
                    </a:cubicBezTo>
                    <a:cubicBezTo>
                      <a:pt x="1751" y="6142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38" name="Freeform: Shape 10737">
                <a:extLst>
                  <a:ext uri="{FF2B5EF4-FFF2-40B4-BE49-F238E27FC236}">
                    <a16:creationId xmlns:a16="http://schemas.microsoft.com/office/drawing/2014/main" id="{FE5414FB-36D8-95A2-372D-DEED5371566A}"/>
                  </a:ext>
                </a:extLst>
              </p:cNvPr>
              <p:cNvSpPr/>
              <p:nvPr/>
            </p:nvSpPr>
            <p:spPr>
              <a:xfrm>
                <a:off x="9294584" y="5140525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6 w 6343"/>
                  <a:gd name="connsiteY5" fmla="*/ 1060 h 6345"/>
                  <a:gd name="connsiteX6" fmla="*/ 227 w 6343"/>
                  <a:gd name="connsiteY6" fmla="*/ 3304 h 6345"/>
                  <a:gd name="connsiteX7" fmla="*/ 1156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2" y="5547"/>
                    </a:cubicBezTo>
                    <a:cubicBezTo>
                      <a:pt x="6236" y="4952"/>
                      <a:pt x="6571" y="4145"/>
                      <a:pt x="6571" y="3304"/>
                    </a:cubicBezTo>
                    <a:cubicBezTo>
                      <a:pt x="6571" y="2462"/>
                      <a:pt x="6236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6" y="1060"/>
                    </a:cubicBezTo>
                    <a:cubicBezTo>
                      <a:pt x="562" y="1655"/>
                      <a:pt x="227" y="2462"/>
                      <a:pt x="227" y="3304"/>
                    </a:cubicBezTo>
                    <a:cubicBezTo>
                      <a:pt x="227" y="4145"/>
                      <a:pt x="562" y="4952"/>
                      <a:pt x="1156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39" name="Freeform: Shape 10738">
                <a:extLst>
                  <a:ext uri="{FF2B5EF4-FFF2-40B4-BE49-F238E27FC236}">
                    <a16:creationId xmlns:a16="http://schemas.microsoft.com/office/drawing/2014/main" id="{092384F1-FE90-AFF3-A497-8CC0A1687784}"/>
                  </a:ext>
                </a:extLst>
              </p:cNvPr>
              <p:cNvSpPr/>
              <p:nvPr/>
            </p:nvSpPr>
            <p:spPr>
              <a:xfrm>
                <a:off x="9294657" y="5138705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1 w 6343"/>
                  <a:gd name="connsiteY2" fmla="*/ 3303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6 w 6343"/>
                  <a:gd name="connsiteY5" fmla="*/ 1060 h 6345"/>
                  <a:gd name="connsiteX6" fmla="*/ 227 w 6343"/>
                  <a:gd name="connsiteY6" fmla="*/ 3303 h 6345"/>
                  <a:gd name="connsiteX7" fmla="*/ 1156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2" y="5547"/>
                    </a:cubicBezTo>
                    <a:cubicBezTo>
                      <a:pt x="6236" y="4952"/>
                      <a:pt x="6571" y="4145"/>
                      <a:pt x="6571" y="3303"/>
                    </a:cubicBezTo>
                    <a:cubicBezTo>
                      <a:pt x="6571" y="2462"/>
                      <a:pt x="6236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6" y="1060"/>
                    </a:cubicBezTo>
                    <a:cubicBezTo>
                      <a:pt x="562" y="1655"/>
                      <a:pt x="227" y="2462"/>
                      <a:pt x="227" y="3303"/>
                    </a:cubicBezTo>
                    <a:cubicBezTo>
                      <a:pt x="227" y="4145"/>
                      <a:pt x="562" y="4952"/>
                      <a:pt x="1156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40" name="Freeform: Shape 10739">
                <a:extLst>
                  <a:ext uri="{FF2B5EF4-FFF2-40B4-BE49-F238E27FC236}">
                    <a16:creationId xmlns:a16="http://schemas.microsoft.com/office/drawing/2014/main" id="{482AD869-B912-B896-C2A0-08277D279EAA}"/>
                  </a:ext>
                </a:extLst>
              </p:cNvPr>
              <p:cNvSpPr/>
              <p:nvPr/>
            </p:nvSpPr>
            <p:spPr>
              <a:xfrm>
                <a:off x="9328665" y="5169493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41" name="Freeform: Shape 10740">
                <a:extLst>
                  <a:ext uri="{FF2B5EF4-FFF2-40B4-BE49-F238E27FC236}">
                    <a16:creationId xmlns:a16="http://schemas.microsoft.com/office/drawing/2014/main" id="{F637BFAE-4827-84B0-C144-D2E419FDD207}"/>
                  </a:ext>
                </a:extLst>
              </p:cNvPr>
              <p:cNvSpPr/>
              <p:nvPr/>
            </p:nvSpPr>
            <p:spPr>
              <a:xfrm>
                <a:off x="9330746" y="5170219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7"/>
                      <a:pt x="5644" y="1062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2"/>
                    </a:cubicBezTo>
                    <a:cubicBezTo>
                      <a:pt x="564" y="1657"/>
                      <a:pt x="230" y="2465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42" name="Freeform: Shape 10741">
                <a:extLst>
                  <a:ext uri="{FF2B5EF4-FFF2-40B4-BE49-F238E27FC236}">
                    <a16:creationId xmlns:a16="http://schemas.microsoft.com/office/drawing/2014/main" id="{2EE71510-0BCD-952D-5F7F-B2546BCE3ACB}"/>
                  </a:ext>
                </a:extLst>
              </p:cNvPr>
              <p:cNvSpPr/>
              <p:nvPr/>
            </p:nvSpPr>
            <p:spPr>
              <a:xfrm>
                <a:off x="9332097" y="5170174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5"/>
                      <a:pt x="6239" y="1657"/>
                      <a:pt x="5645" y="1062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2"/>
                    </a:cubicBezTo>
                    <a:cubicBezTo>
                      <a:pt x="565" y="1657"/>
                      <a:pt x="230" y="2465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43" name="Freeform: Shape 10742">
                <a:extLst>
                  <a:ext uri="{FF2B5EF4-FFF2-40B4-BE49-F238E27FC236}">
                    <a16:creationId xmlns:a16="http://schemas.microsoft.com/office/drawing/2014/main" id="{0542DC71-5315-93B3-B89F-EFD0B68B441A}"/>
                  </a:ext>
                </a:extLst>
              </p:cNvPr>
              <p:cNvSpPr/>
              <p:nvPr/>
            </p:nvSpPr>
            <p:spPr>
              <a:xfrm>
                <a:off x="9333068" y="5169721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44" name="Freeform: Shape 10743">
                <a:extLst>
                  <a:ext uri="{FF2B5EF4-FFF2-40B4-BE49-F238E27FC236}">
                    <a16:creationId xmlns:a16="http://schemas.microsoft.com/office/drawing/2014/main" id="{5C213F57-CDFA-47BD-CFAB-A09382122B55}"/>
                  </a:ext>
                </a:extLst>
              </p:cNvPr>
              <p:cNvSpPr/>
              <p:nvPr/>
            </p:nvSpPr>
            <p:spPr>
              <a:xfrm>
                <a:off x="9335286" y="5170686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60 w 6343"/>
                  <a:gd name="connsiteY5" fmla="*/ 1063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5"/>
                      <a:pt x="6240" y="1657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60" y="1063"/>
                    </a:cubicBezTo>
                    <a:cubicBezTo>
                      <a:pt x="565" y="1657"/>
                      <a:pt x="231" y="2465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45" name="Freeform: Shape 10744">
                <a:extLst>
                  <a:ext uri="{FF2B5EF4-FFF2-40B4-BE49-F238E27FC236}">
                    <a16:creationId xmlns:a16="http://schemas.microsoft.com/office/drawing/2014/main" id="{E45A1835-24EB-7ABF-661D-7A605BE13482}"/>
                  </a:ext>
                </a:extLst>
              </p:cNvPr>
              <p:cNvSpPr/>
              <p:nvPr/>
            </p:nvSpPr>
            <p:spPr>
              <a:xfrm>
                <a:off x="9344792" y="5172720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50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0 w 6343"/>
                  <a:gd name="connsiteY5" fmla="*/ 1063 h 6345"/>
                  <a:gd name="connsiteX6" fmla="*/ 231 w 6343"/>
                  <a:gd name="connsiteY6" fmla="*/ 3306 h 6345"/>
                  <a:gd name="connsiteX7" fmla="*/ 1160 w 6343"/>
                  <a:gd name="connsiteY7" fmla="*/ 5550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5"/>
                      <a:pt x="5646" y="5550"/>
                    </a:cubicBezTo>
                    <a:cubicBezTo>
                      <a:pt x="6240" y="4955"/>
                      <a:pt x="6575" y="4148"/>
                      <a:pt x="6575" y="3306"/>
                    </a:cubicBezTo>
                    <a:cubicBezTo>
                      <a:pt x="6575" y="2465"/>
                      <a:pt x="6240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0" y="1063"/>
                    </a:cubicBezTo>
                    <a:cubicBezTo>
                      <a:pt x="566" y="1658"/>
                      <a:pt x="231" y="2465"/>
                      <a:pt x="231" y="3306"/>
                    </a:cubicBezTo>
                    <a:cubicBezTo>
                      <a:pt x="231" y="4148"/>
                      <a:pt x="566" y="4955"/>
                      <a:pt x="1160" y="5550"/>
                    </a:cubicBezTo>
                    <a:cubicBezTo>
                      <a:pt x="1755" y="6145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46" name="Freeform: Shape 10745">
                <a:extLst>
                  <a:ext uri="{FF2B5EF4-FFF2-40B4-BE49-F238E27FC236}">
                    <a16:creationId xmlns:a16="http://schemas.microsoft.com/office/drawing/2014/main" id="{343AA759-2752-C6D6-BFE2-35EA32A5A86B}"/>
                  </a:ext>
                </a:extLst>
              </p:cNvPr>
              <p:cNvSpPr/>
              <p:nvPr/>
            </p:nvSpPr>
            <p:spPr>
              <a:xfrm>
                <a:off x="9345222" y="5171721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0 w 6343"/>
                  <a:gd name="connsiteY5" fmla="*/ 1063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0" y="4955"/>
                      <a:pt x="6575" y="4147"/>
                      <a:pt x="6575" y="3306"/>
                    </a:cubicBezTo>
                    <a:cubicBezTo>
                      <a:pt x="6575" y="2465"/>
                      <a:pt x="6240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0" y="1063"/>
                    </a:cubicBezTo>
                    <a:cubicBezTo>
                      <a:pt x="566" y="1658"/>
                      <a:pt x="231" y="2465"/>
                      <a:pt x="231" y="3306"/>
                    </a:cubicBezTo>
                    <a:cubicBezTo>
                      <a:pt x="231" y="4147"/>
                      <a:pt x="566" y="4955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47" name="Freeform: Shape 10746">
                <a:extLst>
                  <a:ext uri="{FF2B5EF4-FFF2-40B4-BE49-F238E27FC236}">
                    <a16:creationId xmlns:a16="http://schemas.microsoft.com/office/drawing/2014/main" id="{3F2F4BEC-2BD4-D52F-0FA0-E1CAB90FD2EF}"/>
                  </a:ext>
                </a:extLst>
              </p:cNvPr>
              <p:cNvSpPr/>
              <p:nvPr/>
            </p:nvSpPr>
            <p:spPr>
              <a:xfrm>
                <a:off x="9345112" y="5170036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5"/>
                      <a:pt x="6240" y="1657"/>
                      <a:pt x="5646" y="1062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0" y="1062"/>
                    </a:cubicBezTo>
                    <a:cubicBezTo>
                      <a:pt x="566" y="1657"/>
                      <a:pt x="231" y="2465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48" name="Freeform: Shape 10747">
                <a:extLst>
                  <a:ext uri="{FF2B5EF4-FFF2-40B4-BE49-F238E27FC236}">
                    <a16:creationId xmlns:a16="http://schemas.microsoft.com/office/drawing/2014/main" id="{BD7BC3F8-EE93-167B-BFAE-EE0528EE0C53}"/>
                  </a:ext>
                </a:extLst>
              </p:cNvPr>
              <p:cNvSpPr/>
              <p:nvPr/>
            </p:nvSpPr>
            <p:spPr>
              <a:xfrm>
                <a:off x="9352525" y="5168621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5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4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49" name="Freeform: Shape 10748">
                <a:extLst>
                  <a:ext uri="{FF2B5EF4-FFF2-40B4-BE49-F238E27FC236}">
                    <a16:creationId xmlns:a16="http://schemas.microsoft.com/office/drawing/2014/main" id="{E41DCE49-FA65-6017-743F-E48048BF2E96}"/>
                  </a:ext>
                </a:extLst>
              </p:cNvPr>
              <p:cNvSpPr/>
              <p:nvPr/>
            </p:nvSpPr>
            <p:spPr>
              <a:xfrm>
                <a:off x="9353223" y="5167958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50" name="Freeform: Shape 10749">
                <a:extLst>
                  <a:ext uri="{FF2B5EF4-FFF2-40B4-BE49-F238E27FC236}">
                    <a16:creationId xmlns:a16="http://schemas.microsoft.com/office/drawing/2014/main" id="{B33427B0-5E84-1E40-9C65-5DF36B5947A1}"/>
                  </a:ext>
                </a:extLst>
              </p:cNvPr>
              <p:cNvSpPr/>
              <p:nvPr/>
            </p:nvSpPr>
            <p:spPr>
              <a:xfrm>
                <a:off x="9354306" y="5166181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2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2" y="467"/>
                      <a:pt x="4245" y="133"/>
                      <a:pt x="3404" y="133"/>
                    </a:cubicBezTo>
                    <a:cubicBezTo>
                      <a:pt x="2563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3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51" name="Freeform: Shape 10750">
                <a:extLst>
                  <a:ext uri="{FF2B5EF4-FFF2-40B4-BE49-F238E27FC236}">
                    <a16:creationId xmlns:a16="http://schemas.microsoft.com/office/drawing/2014/main" id="{F03D72C1-44E3-3050-743C-FEEAF6A2244C}"/>
                  </a:ext>
                </a:extLst>
              </p:cNvPr>
              <p:cNvSpPr/>
              <p:nvPr/>
            </p:nvSpPr>
            <p:spPr>
              <a:xfrm>
                <a:off x="9324402" y="5119184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1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0"/>
                      <a:pt x="6239" y="1653"/>
                      <a:pt x="5644" y="1058"/>
                    </a:cubicBezTo>
                    <a:cubicBezTo>
                      <a:pt x="5049" y="464"/>
                      <a:pt x="4242" y="129"/>
                      <a:pt x="3401" y="129"/>
                    </a:cubicBezTo>
                    <a:cubicBezTo>
                      <a:pt x="2560" y="129"/>
                      <a:pt x="1753" y="464"/>
                      <a:pt x="1159" y="1058"/>
                    </a:cubicBezTo>
                    <a:cubicBezTo>
                      <a:pt x="564" y="1653"/>
                      <a:pt x="230" y="2460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3" y="6140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52" name="Freeform: Shape 10751">
                <a:extLst>
                  <a:ext uri="{FF2B5EF4-FFF2-40B4-BE49-F238E27FC236}">
                    <a16:creationId xmlns:a16="http://schemas.microsoft.com/office/drawing/2014/main" id="{B3BF3378-3495-F705-1A34-9D469C2BCCDE}"/>
                  </a:ext>
                </a:extLst>
              </p:cNvPr>
              <p:cNvSpPr/>
              <p:nvPr/>
            </p:nvSpPr>
            <p:spPr>
              <a:xfrm>
                <a:off x="9324703" y="5117308"/>
                <a:ext cx="6343" cy="6345"/>
              </a:xfrm>
              <a:custGeom>
                <a:avLst/>
                <a:gdLst>
                  <a:gd name="connsiteX0" fmla="*/ 3401 w 6343"/>
                  <a:gd name="connsiteY0" fmla="*/ 6474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1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1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4"/>
                    </a:moveTo>
                    <a:cubicBezTo>
                      <a:pt x="4242" y="6474"/>
                      <a:pt x="5049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0"/>
                      <a:pt x="6239" y="1653"/>
                      <a:pt x="5644" y="1058"/>
                    </a:cubicBezTo>
                    <a:cubicBezTo>
                      <a:pt x="5049" y="463"/>
                      <a:pt x="4242" y="129"/>
                      <a:pt x="3401" y="129"/>
                    </a:cubicBezTo>
                    <a:cubicBezTo>
                      <a:pt x="2560" y="129"/>
                      <a:pt x="1754" y="463"/>
                      <a:pt x="1159" y="1058"/>
                    </a:cubicBezTo>
                    <a:cubicBezTo>
                      <a:pt x="564" y="1653"/>
                      <a:pt x="230" y="2460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0" y="6474"/>
                      <a:pt x="3401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53" name="Freeform: Shape 10752">
                <a:extLst>
                  <a:ext uri="{FF2B5EF4-FFF2-40B4-BE49-F238E27FC236}">
                    <a16:creationId xmlns:a16="http://schemas.microsoft.com/office/drawing/2014/main" id="{C74E371C-85EA-2D1C-12A5-AF533A7C03E8}"/>
                  </a:ext>
                </a:extLst>
              </p:cNvPr>
              <p:cNvSpPr/>
              <p:nvPr/>
            </p:nvSpPr>
            <p:spPr>
              <a:xfrm>
                <a:off x="9325893" y="5116733"/>
                <a:ext cx="6343" cy="6345"/>
              </a:xfrm>
              <a:custGeom>
                <a:avLst/>
                <a:gdLst>
                  <a:gd name="connsiteX0" fmla="*/ 3401 w 6343"/>
                  <a:gd name="connsiteY0" fmla="*/ 6474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1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1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4"/>
                    </a:moveTo>
                    <a:cubicBezTo>
                      <a:pt x="4243" y="6474"/>
                      <a:pt x="5049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0"/>
                      <a:pt x="6239" y="1653"/>
                      <a:pt x="5644" y="1058"/>
                    </a:cubicBezTo>
                    <a:cubicBezTo>
                      <a:pt x="5049" y="463"/>
                      <a:pt x="4243" y="129"/>
                      <a:pt x="3401" y="129"/>
                    </a:cubicBezTo>
                    <a:cubicBezTo>
                      <a:pt x="2560" y="129"/>
                      <a:pt x="1754" y="463"/>
                      <a:pt x="1159" y="1058"/>
                    </a:cubicBezTo>
                    <a:cubicBezTo>
                      <a:pt x="564" y="1653"/>
                      <a:pt x="230" y="2460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0" y="6474"/>
                      <a:pt x="3401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54" name="Freeform: Shape 10753">
                <a:extLst>
                  <a:ext uri="{FF2B5EF4-FFF2-40B4-BE49-F238E27FC236}">
                    <a16:creationId xmlns:a16="http://schemas.microsoft.com/office/drawing/2014/main" id="{4EF14FBF-F121-522A-19C5-BB54CF167C0F}"/>
                  </a:ext>
                </a:extLst>
              </p:cNvPr>
              <p:cNvSpPr/>
              <p:nvPr/>
            </p:nvSpPr>
            <p:spPr>
              <a:xfrm>
                <a:off x="9327432" y="5116690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49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0"/>
                      <a:pt x="6239" y="1653"/>
                      <a:pt x="5644" y="1058"/>
                    </a:cubicBezTo>
                    <a:cubicBezTo>
                      <a:pt x="5049" y="463"/>
                      <a:pt x="4243" y="129"/>
                      <a:pt x="3402" y="129"/>
                    </a:cubicBezTo>
                    <a:cubicBezTo>
                      <a:pt x="2560" y="129"/>
                      <a:pt x="1754" y="463"/>
                      <a:pt x="1159" y="1058"/>
                    </a:cubicBezTo>
                    <a:cubicBezTo>
                      <a:pt x="564" y="1653"/>
                      <a:pt x="230" y="2460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0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55" name="Freeform: Shape 10754">
                <a:extLst>
                  <a:ext uri="{FF2B5EF4-FFF2-40B4-BE49-F238E27FC236}">
                    <a16:creationId xmlns:a16="http://schemas.microsoft.com/office/drawing/2014/main" id="{06DB4DF9-ACBA-7D37-DD9A-34073BCC85E2}"/>
                  </a:ext>
                </a:extLst>
              </p:cNvPr>
              <p:cNvSpPr/>
              <p:nvPr/>
            </p:nvSpPr>
            <p:spPr>
              <a:xfrm>
                <a:off x="9328624" y="5116134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0"/>
                      <a:pt x="6239" y="1653"/>
                      <a:pt x="5644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4" y="1653"/>
                      <a:pt x="230" y="2460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56" name="Freeform: Shape 10755">
                <a:extLst>
                  <a:ext uri="{FF2B5EF4-FFF2-40B4-BE49-F238E27FC236}">
                    <a16:creationId xmlns:a16="http://schemas.microsoft.com/office/drawing/2014/main" id="{8917DB66-491A-D6CE-A8DD-817EDB400680}"/>
                  </a:ext>
                </a:extLst>
              </p:cNvPr>
              <p:cNvSpPr/>
              <p:nvPr/>
            </p:nvSpPr>
            <p:spPr>
              <a:xfrm>
                <a:off x="9330090" y="5116008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0"/>
                      <a:pt x="6239" y="1653"/>
                      <a:pt x="5644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4" y="1653"/>
                      <a:pt x="230" y="2460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57" name="Freeform: Shape 10756">
                <a:extLst>
                  <a:ext uri="{FF2B5EF4-FFF2-40B4-BE49-F238E27FC236}">
                    <a16:creationId xmlns:a16="http://schemas.microsoft.com/office/drawing/2014/main" id="{C746678C-63ED-427B-2919-7300F5DF6353}"/>
                  </a:ext>
                </a:extLst>
              </p:cNvPr>
              <p:cNvSpPr/>
              <p:nvPr/>
            </p:nvSpPr>
            <p:spPr>
              <a:xfrm>
                <a:off x="9330983" y="5114991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3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0"/>
                      <a:pt x="6239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5" y="1653"/>
                      <a:pt x="230" y="2460"/>
                      <a:pt x="230" y="3302"/>
                    </a:cubicBezTo>
                    <a:cubicBezTo>
                      <a:pt x="230" y="4143"/>
                      <a:pt x="565" y="4950"/>
                      <a:pt x="1159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58" name="Freeform: Shape 10757">
                <a:extLst>
                  <a:ext uri="{FF2B5EF4-FFF2-40B4-BE49-F238E27FC236}">
                    <a16:creationId xmlns:a16="http://schemas.microsoft.com/office/drawing/2014/main" id="{07191089-7A22-B550-D663-2D083B344DC0}"/>
                  </a:ext>
                </a:extLst>
              </p:cNvPr>
              <p:cNvSpPr/>
              <p:nvPr/>
            </p:nvSpPr>
            <p:spPr>
              <a:xfrm>
                <a:off x="9331750" y="5113766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3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1 h 6345"/>
                  <a:gd name="connsiteX7" fmla="*/ 1159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39" y="4950"/>
                      <a:pt x="6573" y="4143"/>
                      <a:pt x="6573" y="3301"/>
                    </a:cubicBezTo>
                    <a:cubicBezTo>
                      <a:pt x="6573" y="2460"/>
                      <a:pt x="6239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5" y="1653"/>
                      <a:pt x="230" y="2460"/>
                      <a:pt x="230" y="3301"/>
                    </a:cubicBezTo>
                    <a:cubicBezTo>
                      <a:pt x="230" y="4143"/>
                      <a:pt x="565" y="4950"/>
                      <a:pt x="1159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59" name="Freeform: Shape 10758">
                <a:extLst>
                  <a:ext uri="{FF2B5EF4-FFF2-40B4-BE49-F238E27FC236}">
                    <a16:creationId xmlns:a16="http://schemas.microsoft.com/office/drawing/2014/main" id="{9B9E3F68-2DBC-BF48-3E10-BB0C8231075D}"/>
                  </a:ext>
                </a:extLst>
              </p:cNvPr>
              <p:cNvSpPr/>
              <p:nvPr/>
            </p:nvSpPr>
            <p:spPr>
              <a:xfrm>
                <a:off x="9334491" y="5113255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60" name="Freeform: Shape 10759">
                <a:extLst>
                  <a:ext uri="{FF2B5EF4-FFF2-40B4-BE49-F238E27FC236}">
                    <a16:creationId xmlns:a16="http://schemas.microsoft.com/office/drawing/2014/main" id="{39FF9719-8C3B-26F0-D604-60BAA83436CE}"/>
                  </a:ext>
                </a:extLst>
              </p:cNvPr>
              <p:cNvSpPr/>
              <p:nvPr/>
            </p:nvSpPr>
            <p:spPr>
              <a:xfrm>
                <a:off x="9335312" y="5112100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61" name="Freeform: Shape 10760">
                <a:extLst>
                  <a:ext uri="{FF2B5EF4-FFF2-40B4-BE49-F238E27FC236}">
                    <a16:creationId xmlns:a16="http://schemas.microsoft.com/office/drawing/2014/main" id="{375DFAF7-C973-46E8-BE5E-F3AEE48E4F2A}"/>
                  </a:ext>
                </a:extLst>
              </p:cNvPr>
              <p:cNvSpPr/>
              <p:nvPr/>
            </p:nvSpPr>
            <p:spPr>
              <a:xfrm>
                <a:off x="9336461" y="5111488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62" name="Freeform: Shape 10761">
                <a:extLst>
                  <a:ext uri="{FF2B5EF4-FFF2-40B4-BE49-F238E27FC236}">
                    <a16:creationId xmlns:a16="http://schemas.microsoft.com/office/drawing/2014/main" id="{72C6847A-A4CE-1152-C69C-953F1972EB0B}"/>
                  </a:ext>
                </a:extLst>
              </p:cNvPr>
              <p:cNvSpPr/>
              <p:nvPr/>
            </p:nvSpPr>
            <p:spPr>
              <a:xfrm>
                <a:off x="9279620" y="5011335"/>
                <a:ext cx="6343" cy="6345"/>
              </a:xfrm>
              <a:custGeom>
                <a:avLst/>
                <a:gdLst>
                  <a:gd name="connsiteX0" fmla="*/ 3398 w 6343"/>
                  <a:gd name="connsiteY0" fmla="*/ 6466 h 6345"/>
                  <a:gd name="connsiteX1" fmla="*/ 5640 w 6343"/>
                  <a:gd name="connsiteY1" fmla="*/ 5537 h 6345"/>
                  <a:gd name="connsiteX2" fmla="*/ 6569 w 6343"/>
                  <a:gd name="connsiteY2" fmla="*/ 3293 h 6345"/>
                  <a:gd name="connsiteX3" fmla="*/ 5640 w 6343"/>
                  <a:gd name="connsiteY3" fmla="*/ 1050 h 6345"/>
                  <a:gd name="connsiteX4" fmla="*/ 3398 w 6343"/>
                  <a:gd name="connsiteY4" fmla="*/ 121 h 6345"/>
                  <a:gd name="connsiteX5" fmla="*/ 1155 w 6343"/>
                  <a:gd name="connsiteY5" fmla="*/ 1050 h 6345"/>
                  <a:gd name="connsiteX6" fmla="*/ 226 w 6343"/>
                  <a:gd name="connsiteY6" fmla="*/ 3293 h 6345"/>
                  <a:gd name="connsiteX7" fmla="*/ 1155 w 6343"/>
                  <a:gd name="connsiteY7" fmla="*/ 5537 h 6345"/>
                  <a:gd name="connsiteX8" fmla="*/ 339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66"/>
                    </a:moveTo>
                    <a:cubicBezTo>
                      <a:pt x="4239" y="6466"/>
                      <a:pt x="5046" y="6132"/>
                      <a:pt x="5640" y="5537"/>
                    </a:cubicBezTo>
                    <a:cubicBezTo>
                      <a:pt x="6235" y="4942"/>
                      <a:pt x="6569" y="4135"/>
                      <a:pt x="6569" y="3293"/>
                    </a:cubicBezTo>
                    <a:cubicBezTo>
                      <a:pt x="6569" y="2452"/>
                      <a:pt x="6235" y="1645"/>
                      <a:pt x="5640" y="1050"/>
                    </a:cubicBezTo>
                    <a:cubicBezTo>
                      <a:pt x="5046" y="455"/>
                      <a:pt x="4239" y="121"/>
                      <a:pt x="3398" y="121"/>
                    </a:cubicBezTo>
                    <a:cubicBezTo>
                      <a:pt x="2557" y="121"/>
                      <a:pt x="1750" y="455"/>
                      <a:pt x="1155" y="1050"/>
                    </a:cubicBezTo>
                    <a:cubicBezTo>
                      <a:pt x="560" y="1645"/>
                      <a:pt x="226" y="2452"/>
                      <a:pt x="226" y="3293"/>
                    </a:cubicBezTo>
                    <a:cubicBezTo>
                      <a:pt x="226" y="4135"/>
                      <a:pt x="560" y="4942"/>
                      <a:pt x="1155" y="5537"/>
                    </a:cubicBezTo>
                    <a:cubicBezTo>
                      <a:pt x="1750" y="6132"/>
                      <a:pt x="2557" y="6466"/>
                      <a:pt x="339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63" name="Freeform: Shape 10762">
                <a:extLst>
                  <a:ext uri="{FF2B5EF4-FFF2-40B4-BE49-F238E27FC236}">
                    <a16:creationId xmlns:a16="http://schemas.microsoft.com/office/drawing/2014/main" id="{D8070C14-23CC-FB67-1F02-FC8CE729A191}"/>
                  </a:ext>
                </a:extLst>
              </p:cNvPr>
              <p:cNvSpPr/>
              <p:nvPr/>
            </p:nvSpPr>
            <p:spPr>
              <a:xfrm>
                <a:off x="9299484" y="5041889"/>
                <a:ext cx="6343" cy="6345"/>
              </a:xfrm>
              <a:custGeom>
                <a:avLst/>
                <a:gdLst>
                  <a:gd name="connsiteX0" fmla="*/ 3399 w 6343"/>
                  <a:gd name="connsiteY0" fmla="*/ 6469 h 6345"/>
                  <a:gd name="connsiteX1" fmla="*/ 5642 w 6343"/>
                  <a:gd name="connsiteY1" fmla="*/ 5539 h 6345"/>
                  <a:gd name="connsiteX2" fmla="*/ 6571 w 6343"/>
                  <a:gd name="connsiteY2" fmla="*/ 3296 h 6345"/>
                  <a:gd name="connsiteX3" fmla="*/ 5642 w 6343"/>
                  <a:gd name="connsiteY3" fmla="*/ 1052 h 6345"/>
                  <a:gd name="connsiteX4" fmla="*/ 3399 w 6343"/>
                  <a:gd name="connsiteY4" fmla="*/ 123 h 6345"/>
                  <a:gd name="connsiteX5" fmla="*/ 1157 w 6343"/>
                  <a:gd name="connsiteY5" fmla="*/ 1052 h 6345"/>
                  <a:gd name="connsiteX6" fmla="*/ 228 w 6343"/>
                  <a:gd name="connsiteY6" fmla="*/ 3296 h 6345"/>
                  <a:gd name="connsiteX7" fmla="*/ 1157 w 6343"/>
                  <a:gd name="connsiteY7" fmla="*/ 5539 h 6345"/>
                  <a:gd name="connsiteX8" fmla="*/ 339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9"/>
                    </a:moveTo>
                    <a:cubicBezTo>
                      <a:pt x="4241" y="6469"/>
                      <a:pt x="5047" y="6134"/>
                      <a:pt x="5642" y="5539"/>
                    </a:cubicBezTo>
                    <a:cubicBezTo>
                      <a:pt x="6237" y="4944"/>
                      <a:pt x="6571" y="4137"/>
                      <a:pt x="6571" y="3296"/>
                    </a:cubicBezTo>
                    <a:cubicBezTo>
                      <a:pt x="6571" y="2454"/>
                      <a:pt x="6237" y="1647"/>
                      <a:pt x="5642" y="1052"/>
                    </a:cubicBezTo>
                    <a:cubicBezTo>
                      <a:pt x="5047" y="457"/>
                      <a:pt x="4241" y="123"/>
                      <a:pt x="3399" y="123"/>
                    </a:cubicBezTo>
                    <a:cubicBezTo>
                      <a:pt x="2558" y="123"/>
                      <a:pt x="1752" y="457"/>
                      <a:pt x="1157" y="1052"/>
                    </a:cubicBezTo>
                    <a:cubicBezTo>
                      <a:pt x="562" y="1647"/>
                      <a:pt x="228" y="2454"/>
                      <a:pt x="228" y="3296"/>
                    </a:cubicBezTo>
                    <a:cubicBezTo>
                      <a:pt x="228" y="4137"/>
                      <a:pt x="562" y="4944"/>
                      <a:pt x="1157" y="5539"/>
                    </a:cubicBezTo>
                    <a:cubicBezTo>
                      <a:pt x="1752" y="6134"/>
                      <a:pt x="2558" y="6469"/>
                      <a:pt x="339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64" name="Freeform: Shape 10763">
                <a:extLst>
                  <a:ext uri="{FF2B5EF4-FFF2-40B4-BE49-F238E27FC236}">
                    <a16:creationId xmlns:a16="http://schemas.microsoft.com/office/drawing/2014/main" id="{6A36664A-1CC7-5C36-2DB7-D6EC7EAC3AB6}"/>
                  </a:ext>
                </a:extLst>
              </p:cNvPr>
              <p:cNvSpPr/>
              <p:nvPr/>
            </p:nvSpPr>
            <p:spPr>
              <a:xfrm>
                <a:off x="9285110" y="5012883"/>
                <a:ext cx="6343" cy="6345"/>
              </a:xfrm>
              <a:custGeom>
                <a:avLst/>
                <a:gdLst>
                  <a:gd name="connsiteX0" fmla="*/ 3398 w 6343"/>
                  <a:gd name="connsiteY0" fmla="*/ 6466 h 6345"/>
                  <a:gd name="connsiteX1" fmla="*/ 5641 w 6343"/>
                  <a:gd name="connsiteY1" fmla="*/ 5537 h 6345"/>
                  <a:gd name="connsiteX2" fmla="*/ 6570 w 6343"/>
                  <a:gd name="connsiteY2" fmla="*/ 3294 h 6345"/>
                  <a:gd name="connsiteX3" fmla="*/ 5641 w 6343"/>
                  <a:gd name="connsiteY3" fmla="*/ 1050 h 6345"/>
                  <a:gd name="connsiteX4" fmla="*/ 3398 w 6343"/>
                  <a:gd name="connsiteY4" fmla="*/ 121 h 6345"/>
                  <a:gd name="connsiteX5" fmla="*/ 1156 w 6343"/>
                  <a:gd name="connsiteY5" fmla="*/ 1050 h 6345"/>
                  <a:gd name="connsiteX6" fmla="*/ 227 w 6343"/>
                  <a:gd name="connsiteY6" fmla="*/ 3294 h 6345"/>
                  <a:gd name="connsiteX7" fmla="*/ 1156 w 6343"/>
                  <a:gd name="connsiteY7" fmla="*/ 5537 h 6345"/>
                  <a:gd name="connsiteX8" fmla="*/ 339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66"/>
                    </a:moveTo>
                    <a:cubicBezTo>
                      <a:pt x="4239" y="6466"/>
                      <a:pt x="5046" y="6132"/>
                      <a:pt x="5641" y="5537"/>
                    </a:cubicBezTo>
                    <a:cubicBezTo>
                      <a:pt x="6236" y="4942"/>
                      <a:pt x="6570" y="4135"/>
                      <a:pt x="6570" y="3294"/>
                    </a:cubicBezTo>
                    <a:cubicBezTo>
                      <a:pt x="6570" y="2452"/>
                      <a:pt x="6236" y="1645"/>
                      <a:pt x="5641" y="1050"/>
                    </a:cubicBezTo>
                    <a:cubicBezTo>
                      <a:pt x="5046" y="455"/>
                      <a:pt x="4239" y="121"/>
                      <a:pt x="3398" y="121"/>
                    </a:cubicBezTo>
                    <a:cubicBezTo>
                      <a:pt x="2557" y="121"/>
                      <a:pt x="1750" y="455"/>
                      <a:pt x="1156" y="1050"/>
                    </a:cubicBezTo>
                    <a:cubicBezTo>
                      <a:pt x="561" y="1645"/>
                      <a:pt x="227" y="2452"/>
                      <a:pt x="227" y="3294"/>
                    </a:cubicBezTo>
                    <a:cubicBezTo>
                      <a:pt x="227" y="4135"/>
                      <a:pt x="561" y="4942"/>
                      <a:pt x="1156" y="5537"/>
                    </a:cubicBezTo>
                    <a:cubicBezTo>
                      <a:pt x="1750" y="6132"/>
                      <a:pt x="2557" y="6466"/>
                      <a:pt x="339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65" name="Freeform: Shape 10764">
                <a:extLst>
                  <a:ext uri="{FF2B5EF4-FFF2-40B4-BE49-F238E27FC236}">
                    <a16:creationId xmlns:a16="http://schemas.microsoft.com/office/drawing/2014/main" id="{3583917F-E44A-EF46-67DD-0999E5882433}"/>
                  </a:ext>
                </a:extLst>
              </p:cNvPr>
              <p:cNvSpPr/>
              <p:nvPr/>
            </p:nvSpPr>
            <p:spPr>
              <a:xfrm>
                <a:off x="9374492" y="5168946"/>
                <a:ext cx="6343" cy="6345"/>
              </a:xfrm>
              <a:custGeom>
                <a:avLst/>
                <a:gdLst>
                  <a:gd name="connsiteX0" fmla="*/ 3405 w 6343"/>
                  <a:gd name="connsiteY0" fmla="*/ 6479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9"/>
                    </a:moveTo>
                    <a:cubicBezTo>
                      <a:pt x="4246" y="6479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9"/>
                      <a:pt x="340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66" name="Freeform: Shape 10765">
                <a:extLst>
                  <a:ext uri="{FF2B5EF4-FFF2-40B4-BE49-F238E27FC236}">
                    <a16:creationId xmlns:a16="http://schemas.microsoft.com/office/drawing/2014/main" id="{22CFF787-F803-928A-8C41-02E6AECE5347}"/>
                  </a:ext>
                </a:extLst>
              </p:cNvPr>
              <p:cNvSpPr/>
              <p:nvPr/>
            </p:nvSpPr>
            <p:spPr>
              <a:xfrm>
                <a:off x="9291202" y="5015733"/>
                <a:ext cx="6343" cy="6345"/>
              </a:xfrm>
              <a:custGeom>
                <a:avLst/>
                <a:gdLst>
                  <a:gd name="connsiteX0" fmla="*/ 3399 w 6343"/>
                  <a:gd name="connsiteY0" fmla="*/ 6466 h 6345"/>
                  <a:gd name="connsiteX1" fmla="*/ 5641 w 6343"/>
                  <a:gd name="connsiteY1" fmla="*/ 5537 h 6345"/>
                  <a:gd name="connsiteX2" fmla="*/ 6570 w 6343"/>
                  <a:gd name="connsiteY2" fmla="*/ 3294 h 6345"/>
                  <a:gd name="connsiteX3" fmla="*/ 5641 w 6343"/>
                  <a:gd name="connsiteY3" fmla="*/ 1050 h 6345"/>
                  <a:gd name="connsiteX4" fmla="*/ 3399 w 6343"/>
                  <a:gd name="connsiteY4" fmla="*/ 121 h 6345"/>
                  <a:gd name="connsiteX5" fmla="*/ 1156 w 6343"/>
                  <a:gd name="connsiteY5" fmla="*/ 1050 h 6345"/>
                  <a:gd name="connsiteX6" fmla="*/ 227 w 6343"/>
                  <a:gd name="connsiteY6" fmla="*/ 3294 h 6345"/>
                  <a:gd name="connsiteX7" fmla="*/ 1156 w 6343"/>
                  <a:gd name="connsiteY7" fmla="*/ 5537 h 6345"/>
                  <a:gd name="connsiteX8" fmla="*/ 339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6"/>
                    </a:moveTo>
                    <a:cubicBezTo>
                      <a:pt x="4240" y="6466"/>
                      <a:pt x="5047" y="6132"/>
                      <a:pt x="5641" y="5537"/>
                    </a:cubicBezTo>
                    <a:cubicBezTo>
                      <a:pt x="6236" y="4942"/>
                      <a:pt x="6570" y="4135"/>
                      <a:pt x="6570" y="3294"/>
                    </a:cubicBezTo>
                    <a:cubicBezTo>
                      <a:pt x="6570" y="2452"/>
                      <a:pt x="6236" y="1645"/>
                      <a:pt x="5641" y="1050"/>
                    </a:cubicBezTo>
                    <a:cubicBezTo>
                      <a:pt x="5047" y="455"/>
                      <a:pt x="4240" y="121"/>
                      <a:pt x="3399" y="121"/>
                    </a:cubicBezTo>
                    <a:cubicBezTo>
                      <a:pt x="2558" y="121"/>
                      <a:pt x="1751" y="455"/>
                      <a:pt x="1156" y="1050"/>
                    </a:cubicBezTo>
                    <a:cubicBezTo>
                      <a:pt x="561" y="1645"/>
                      <a:pt x="227" y="2452"/>
                      <a:pt x="227" y="3294"/>
                    </a:cubicBezTo>
                    <a:cubicBezTo>
                      <a:pt x="227" y="4135"/>
                      <a:pt x="561" y="4942"/>
                      <a:pt x="1156" y="5537"/>
                    </a:cubicBezTo>
                    <a:cubicBezTo>
                      <a:pt x="1751" y="6132"/>
                      <a:pt x="2558" y="6466"/>
                      <a:pt x="339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67" name="Freeform: Shape 10766">
                <a:extLst>
                  <a:ext uri="{FF2B5EF4-FFF2-40B4-BE49-F238E27FC236}">
                    <a16:creationId xmlns:a16="http://schemas.microsoft.com/office/drawing/2014/main" id="{1EBE583A-49F7-B0CF-3191-5F5A918F21EF}"/>
                  </a:ext>
                </a:extLst>
              </p:cNvPr>
              <p:cNvSpPr/>
              <p:nvPr/>
            </p:nvSpPr>
            <p:spPr>
              <a:xfrm>
                <a:off x="9296620" y="5021638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399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0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0" y="122"/>
                      <a:pt x="3399" y="122"/>
                    </a:cubicBezTo>
                    <a:cubicBezTo>
                      <a:pt x="2558" y="122"/>
                      <a:pt x="1751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1" y="6133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68" name="Freeform: Shape 10767">
                <a:extLst>
                  <a:ext uri="{FF2B5EF4-FFF2-40B4-BE49-F238E27FC236}">
                    <a16:creationId xmlns:a16="http://schemas.microsoft.com/office/drawing/2014/main" id="{71A03BBE-7985-F59B-14DF-680D1E27F48A}"/>
                  </a:ext>
                </a:extLst>
              </p:cNvPr>
              <p:cNvSpPr/>
              <p:nvPr/>
            </p:nvSpPr>
            <p:spPr>
              <a:xfrm>
                <a:off x="9300216" y="5024334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399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1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2"/>
                      <a:pt x="3399" y="122"/>
                    </a:cubicBezTo>
                    <a:cubicBezTo>
                      <a:pt x="2558" y="122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69" name="Freeform: Shape 10768">
                <a:extLst>
                  <a:ext uri="{FF2B5EF4-FFF2-40B4-BE49-F238E27FC236}">
                    <a16:creationId xmlns:a16="http://schemas.microsoft.com/office/drawing/2014/main" id="{C5338C47-F9F1-FDF9-4F5F-C5E9921AA361}"/>
                  </a:ext>
                </a:extLst>
              </p:cNvPr>
              <p:cNvSpPr/>
              <p:nvPr/>
            </p:nvSpPr>
            <p:spPr>
              <a:xfrm>
                <a:off x="9301668" y="5023065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2"/>
                      <a:pt x="3400" y="122"/>
                    </a:cubicBezTo>
                    <a:cubicBezTo>
                      <a:pt x="2558" y="122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8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70" name="Freeform: Shape 10769">
                <a:extLst>
                  <a:ext uri="{FF2B5EF4-FFF2-40B4-BE49-F238E27FC236}">
                    <a16:creationId xmlns:a16="http://schemas.microsoft.com/office/drawing/2014/main" id="{114B0A9E-C524-A62B-6931-DE9C127FB014}"/>
                  </a:ext>
                </a:extLst>
              </p:cNvPr>
              <p:cNvSpPr/>
              <p:nvPr/>
            </p:nvSpPr>
            <p:spPr>
              <a:xfrm>
                <a:off x="9302321" y="5020244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8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71" name="Freeform: Shape 10770">
                <a:extLst>
                  <a:ext uri="{FF2B5EF4-FFF2-40B4-BE49-F238E27FC236}">
                    <a16:creationId xmlns:a16="http://schemas.microsoft.com/office/drawing/2014/main" id="{B2F207AC-D28A-F0DE-19FF-629B9E9ADE55}"/>
                  </a:ext>
                </a:extLst>
              </p:cNvPr>
              <p:cNvSpPr/>
              <p:nvPr/>
            </p:nvSpPr>
            <p:spPr>
              <a:xfrm>
                <a:off x="9303661" y="5018707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7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2"/>
                      <a:pt x="5642" y="5537"/>
                    </a:cubicBezTo>
                    <a:cubicBezTo>
                      <a:pt x="6237" y="4942"/>
                      <a:pt x="6571" y="4135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8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5"/>
                      <a:pt x="562" y="4942"/>
                      <a:pt x="1157" y="5537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72" name="Freeform: Shape 10771">
                <a:extLst>
                  <a:ext uri="{FF2B5EF4-FFF2-40B4-BE49-F238E27FC236}">
                    <a16:creationId xmlns:a16="http://schemas.microsoft.com/office/drawing/2014/main" id="{DF1E7195-380E-C134-A3CC-4E9688324319}"/>
                  </a:ext>
                </a:extLst>
              </p:cNvPr>
              <p:cNvSpPr/>
              <p:nvPr/>
            </p:nvSpPr>
            <p:spPr>
              <a:xfrm>
                <a:off x="9305183" y="5017512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0 h 6345"/>
                  <a:gd name="connsiteX4" fmla="*/ 3400 w 6343"/>
                  <a:gd name="connsiteY4" fmla="*/ 121 h 6345"/>
                  <a:gd name="connsiteX5" fmla="*/ 1157 w 6343"/>
                  <a:gd name="connsiteY5" fmla="*/ 1050 h 6345"/>
                  <a:gd name="connsiteX6" fmla="*/ 228 w 6343"/>
                  <a:gd name="connsiteY6" fmla="*/ 3294 h 6345"/>
                  <a:gd name="connsiteX7" fmla="*/ 1157 w 6343"/>
                  <a:gd name="connsiteY7" fmla="*/ 5537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2"/>
                      <a:pt x="5642" y="5537"/>
                    </a:cubicBezTo>
                    <a:cubicBezTo>
                      <a:pt x="6237" y="4942"/>
                      <a:pt x="6571" y="4135"/>
                      <a:pt x="6571" y="3294"/>
                    </a:cubicBezTo>
                    <a:cubicBezTo>
                      <a:pt x="6571" y="2452"/>
                      <a:pt x="6237" y="1645"/>
                      <a:pt x="5642" y="1050"/>
                    </a:cubicBezTo>
                    <a:cubicBezTo>
                      <a:pt x="5048" y="455"/>
                      <a:pt x="4241" y="121"/>
                      <a:pt x="3400" y="121"/>
                    </a:cubicBezTo>
                    <a:cubicBezTo>
                      <a:pt x="2559" y="121"/>
                      <a:pt x="1752" y="455"/>
                      <a:pt x="1157" y="1050"/>
                    </a:cubicBezTo>
                    <a:cubicBezTo>
                      <a:pt x="562" y="1645"/>
                      <a:pt x="228" y="2452"/>
                      <a:pt x="228" y="3294"/>
                    </a:cubicBezTo>
                    <a:cubicBezTo>
                      <a:pt x="228" y="4135"/>
                      <a:pt x="562" y="4942"/>
                      <a:pt x="1157" y="5537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73" name="Freeform: Shape 10772">
                <a:extLst>
                  <a:ext uri="{FF2B5EF4-FFF2-40B4-BE49-F238E27FC236}">
                    <a16:creationId xmlns:a16="http://schemas.microsoft.com/office/drawing/2014/main" id="{5383D445-3144-FE79-F360-0137AAD0E93C}"/>
                  </a:ext>
                </a:extLst>
              </p:cNvPr>
              <p:cNvSpPr/>
              <p:nvPr/>
            </p:nvSpPr>
            <p:spPr>
              <a:xfrm>
                <a:off x="9383691" y="5171682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6 w 6343"/>
                  <a:gd name="connsiteY4" fmla="*/ 133 h 6345"/>
                  <a:gd name="connsiteX5" fmla="*/ 1163 w 6343"/>
                  <a:gd name="connsiteY5" fmla="*/ 1063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3" y="4955"/>
                      <a:pt x="6578" y="4147"/>
                      <a:pt x="6578" y="3306"/>
                    </a:cubicBezTo>
                    <a:cubicBezTo>
                      <a:pt x="6578" y="2465"/>
                      <a:pt x="6243" y="1658"/>
                      <a:pt x="5649" y="1063"/>
                    </a:cubicBezTo>
                    <a:cubicBezTo>
                      <a:pt x="5054" y="468"/>
                      <a:pt x="4247" y="133"/>
                      <a:pt x="3406" y="133"/>
                    </a:cubicBezTo>
                    <a:cubicBezTo>
                      <a:pt x="2565" y="133"/>
                      <a:pt x="1758" y="468"/>
                      <a:pt x="1163" y="1063"/>
                    </a:cubicBezTo>
                    <a:cubicBezTo>
                      <a:pt x="569" y="1658"/>
                      <a:pt x="234" y="2465"/>
                      <a:pt x="234" y="3306"/>
                    </a:cubicBezTo>
                    <a:cubicBezTo>
                      <a:pt x="234" y="4147"/>
                      <a:pt x="569" y="4955"/>
                      <a:pt x="1163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74" name="Freeform: Shape 10773">
                <a:extLst>
                  <a:ext uri="{FF2B5EF4-FFF2-40B4-BE49-F238E27FC236}">
                    <a16:creationId xmlns:a16="http://schemas.microsoft.com/office/drawing/2014/main" id="{8BB7450A-2943-BFE3-2425-887C0A73DBBC}"/>
                  </a:ext>
                </a:extLst>
              </p:cNvPr>
              <p:cNvSpPr/>
              <p:nvPr/>
            </p:nvSpPr>
            <p:spPr>
              <a:xfrm>
                <a:off x="9389048" y="5169303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6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75" name="Freeform: Shape 10774">
                <a:extLst>
                  <a:ext uri="{FF2B5EF4-FFF2-40B4-BE49-F238E27FC236}">
                    <a16:creationId xmlns:a16="http://schemas.microsoft.com/office/drawing/2014/main" id="{FDF212FA-DE01-DC8F-6425-9452B8851850}"/>
                  </a:ext>
                </a:extLst>
              </p:cNvPr>
              <p:cNvSpPr/>
              <p:nvPr/>
            </p:nvSpPr>
            <p:spPr>
              <a:xfrm>
                <a:off x="9390039" y="516948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4" y="467"/>
                      <a:pt x="4248" y="133"/>
                      <a:pt x="3407" y="133"/>
                    </a:cubicBezTo>
                    <a:cubicBezTo>
                      <a:pt x="2565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76" name="Freeform: Shape 10775">
                <a:extLst>
                  <a:ext uri="{FF2B5EF4-FFF2-40B4-BE49-F238E27FC236}">
                    <a16:creationId xmlns:a16="http://schemas.microsoft.com/office/drawing/2014/main" id="{A543212E-D6F8-36BB-5DB7-798390F1C8CB}"/>
                  </a:ext>
                </a:extLst>
              </p:cNvPr>
              <p:cNvSpPr/>
              <p:nvPr/>
            </p:nvSpPr>
            <p:spPr>
              <a:xfrm>
                <a:off x="9391273" y="517024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77" name="Freeform: Shape 10776">
                <a:extLst>
                  <a:ext uri="{FF2B5EF4-FFF2-40B4-BE49-F238E27FC236}">
                    <a16:creationId xmlns:a16="http://schemas.microsoft.com/office/drawing/2014/main" id="{B39966C8-29B4-2E79-932A-038B8D69B572}"/>
                  </a:ext>
                </a:extLst>
              </p:cNvPr>
              <p:cNvSpPr/>
              <p:nvPr/>
            </p:nvSpPr>
            <p:spPr>
              <a:xfrm>
                <a:off x="9392326" y="517061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78" name="Freeform: Shape 10777">
                <a:extLst>
                  <a:ext uri="{FF2B5EF4-FFF2-40B4-BE49-F238E27FC236}">
                    <a16:creationId xmlns:a16="http://schemas.microsoft.com/office/drawing/2014/main" id="{0F0D998F-0E39-2FB7-4B08-D083CDF09770}"/>
                  </a:ext>
                </a:extLst>
              </p:cNvPr>
              <p:cNvSpPr/>
              <p:nvPr/>
            </p:nvSpPr>
            <p:spPr>
              <a:xfrm>
                <a:off x="9393468" y="517122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79" name="Freeform: Shape 10778">
                <a:extLst>
                  <a:ext uri="{FF2B5EF4-FFF2-40B4-BE49-F238E27FC236}">
                    <a16:creationId xmlns:a16="http://schemas.microsoft.com/office/drawing/2014/main" id="{B4213F24-0726-8232-BCD3-8320CAD40F93}"/>
                  </a:ext>
                </a:extLst>
              </p:cNvPr>
              <p:cNvSpPr/>
              <p:nvPr/>
            </p:nvSpPr>
            <p:spPr>
              <a:xfrm>
                <a:off x="9394387" y="517132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80" name="Freeform: Shape 10779">
                <a:extLst>
                  <a:ext uri="{FF2B5EF4-FFF2-40B4-BE49-F238E27FC236}">
                    <a16:creationId xmlns:a16="http://schemas.microsoft.com/office/drawing/2014/main" id="{F53F9471-DB2B-22CF-96C9-32C22F56E007}"/>
                  </a:ext>
                </a:extLst>
              </p:cNvPr>
              <p:cNvSpPr/>
              <p:nvPr/>
            </p:nvSpPr>
            <p:spPr>
              <a:xfrm>
                <a:off x="9395257" y="517131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81" name="Freeform: Shape 10780">
                <a:extLst>
                  <a:ext uri="{FF2B5EF4-FFF2-40B4-BE49-F238E27FC236}">
                    <a16:creationId xmlns:a16="http://schemas.microsoft.com/office/drawing/2014/main" id="{7D8E5820-B650-AA74-76F7-DBBAC5B4D886}"/>
                  </a:ext>
                </a:extLst>
              </p:cNvPr>
              <p:cNvSpPr/>
              <p:nvPr/>
            </p:nvSpPr>
            <p:spPr>
              <a:xfrm>
                <a:off x="9396079" y="517118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82" name="Freeform: Shape 10781">
                <a:extLst>
                  <a:ext uri="{FF2B5EF4-FFF2-40B4-BE49-F238E27FC236}">
                    <a16:creationId xmlns:a16="http://schemas.microsoft.com/office/drawing/2014/main" id="{51C134BC-BE60-E8A0-DF29-529CF292501A}"/>
                  </a:ext>
                </a:extLst>
              </p:cNvPr>
              <p:cNvSpPr/>
              <p:nvPr/>
            </p:nvSpPr>
            <p:spPr>
              <a:xfrm>
                <a:off x="9396924" y="517112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83" name="Freeform: Shape 10782">
                <a:extLst>
                  <a:ext uri="{FF2B5EF4-FFF2-40B4-BE49-F238E27FC236}">
                    <a16:creationId xmlns:a16="http://schemas.microsoft.com/office/drawing/2014/main" id="{E8BD2F24-407C-EED1-D13E-3105A865F265}"/>
                  </a:ext>
                </a:extLst>
              </p:cNvPr>
              <p:cNvSpPr/>
              <p:nvPr/>
            </p:nvSpPr>
            <p:spPr>
              <a:xfrm>
                <a:off x="9397834" y="517125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84" name="Freeform: Shape 10783">
                <a:extLst>
                  <a:ext uri="{FF2B5EF4-FFF2-40B4-BE49-F238E27FC236}">
                    <a16:creationId xmlns:a16="http://schemas.microsoft.com/office/drawing/2014/main" id="{BBA17D04-031F-D6FC-7AE6-E0EAF9E27979}"/>
                  </a:ext>
                </a:extLst>
              </p:cNvPr>
              <p:cNvSpPr/>
              <p:nvPr/>
            </p:nvSpPr>
            <p:spPr>
              <a:xfrm>
                <a:off x="9398741" y="517137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85" name="Freeform: Shape 10784">
                <a:extLst>
                  <a:ext uri="{FF2B5EF4-FFF2-40B4-BE49-F238E27FC236}">
                    <a16:creationId xmlns:a16="http://schemas.microsoft.com/office/drawing/2014/main" id="{61B8B1E2-08B8-D8FC-C653-1FF0392CC2E0}"/>
                  </a:ext>
                </a:extLst>
              </p:cNvPr>
              <p:cNvSpPr/>
              <p:nvPr/>
            </p:nvSpPr>
            <p:spPr>
              <a:xfrm>
                <a:off x="9399687" y="517163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86" name="Freeform: Shape 10785">
                <a:extLst>
                  <a:ext uri="{FF2B5EF4-FFF2-40B4-BE49-F238E27FC236}">
                    <a16:creationId xmlns:a16="http://schemas.microsoft.com/office/drawing/2014/main" id="{6168C037-BEB5-1180-FB6D-C44F9D61AD46}"/>
                  </a:ext>
                </a:extLst>
              </p:cNvPr>
              <p:cNvSpPr/>
              <p:nvPr/>
            </p:nvSpPr>
            <p:spPr>
              <a:xfrm>
                <a:off x="9400502" y="517153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87" name="Freeform: Shape 10786">
                <a:extLst>
                  <a:ext uri="{FF2B5EF4-FFF2-40B4-BE49-F238E27FC236}">
                    <a16:creationId xmlns:a16="http://schemas.microsoft.com/office/drawing/2014/main" id="{FAFA4ADF-1E0F-FD07-599B-F243144192E5}"/>
                  </a:ext>
                </a:extLst>
              </p:cNvPr>
              <p:cNvSpPr/>
              <p:nvPr/>
            </p:nvSpPr>
            <p:spPr>
              <a:xfrm>
                <a:off x="9401378" y="517162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88" name="Freeform: Shape 10787">
                <a:extLst>
                  <a:ext uri="{FF2B5EF4-FFF2-40B4-BE49-F238E27FC236}">
                    <a16:creationId xmlns:a16="http://schemas.microsoft.com/office/drawing/2014/main" id="{BABB522E-98A0-BC46-9FE2-E35C18953AAE}"/>
                  </a:ext>
                </a:extLst>
              </p:cNvPr>
              <p:cNvSpPr/>
              <p:nvPr/>
            </p:nvSpPr>
            <p:spPr>
              <a:xfrm>
                <a:off x="9402191" y="517154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89" name="Freeform: Shape 10788">
                <a:extLst>
                  <a:ext uri="{FF2B5EF4-FFF2-40B4-BE49-F238E27FC236}">
                    <a16:creationId xmlns:a16="http://schemas.microsoft.com/office/drawing/2014/main" id="{704CFF98-3B71-3716-60A1-245BD0FC4FD3}"/>
                  </a:ext>
                </a:extLst>
              </p:cNvPr>
              <p:cNvSpPr/>
              <p:nvPr/>
            </p:nvSpPr>
            <p:spPr>
              <a:xfrm>
                <a:off x="9402943" y="5171285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90" name="Freeform: Shape 10789">
                <a:extLst>
                  <a:ext uri="{FF2B5EF4-FFF2-40B4-BE49-F238E27FC236}">
                    <a16:creationId xmlns:a16="http://schemas.microsoft.com/office/drawing/2014/main" id="{EADC97BC-3415-1EBF-1C1A-DDE52E5A0CE6}"/>
                  </a:ext>
                </a:extLst>
              </p:cNvPr>
              <p:cNvSpPr/>
              <p:nvPr/>
            </p:nvSpPr>
            <p:spPr>
              <a:xfrm>
                <a:off x="9403815" y="517139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91" name="Freeform: Shape 10790">
                <a:extLst>
                  <a:ext uri="{FF2B5EF4-FFF2-40B4-BE49-F238E27FC236}">
                    <a16:creationId xmlns:a16="http://schemas.microsoft.com/office/drawing/2014/main" id="{DD6F5065-A5CC-CA9F-63DA-1AD31C4B8C0A}"/>
                  </a:ext>
                </a:extLst>
              </p:cNvPr>
              <p:cNvSpPr/>
              <p:nvPr/>
            </p:nvSpPr>
            <p:spPr>
              <a:xfrm>
                <a:off x="9404278" y="517024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92" name="Freeform: Shape 10791">
                <a:extLst>
                  <a:ext uri="{FF2B5EF4-FFF2-40B4-BE49-F238E27FC236}">
                    <a16:creationId xmlns:a16="http://schemas.microsoft.com/office/drawing/2014/main" id="{95D198F9-41C5-D627-A4F1-8893F06E4D7C}"/>
                  </a:ext>
                </a:extLst>
              </p:cNvPr>
              <p:cNvSpPr/>
              <p:nvPr/>
            </p:nvSpPr>
            <p:spPr>
              <a:xfrm>
                <a:off x="9405473" y="517138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93" name="Freeform: Shape 10792">
                <a:extLst>
                  <a:ext uri="{FF2B5EF4-FFF2-40B4-BE49-F238E27FC236}">
                    <a16:creationId xmlns:a16="http://schemas.microsoft.com/office/drawing/2014/main" id="{C31B162A-B423-3FCE-E11A-B980686E10CE}"/>
                  </a:ext>
                </a:extLst>
              </p:cNvPr>
              <p:cNvSpPr/>
              <p:nvPr/>
            </p:nvSpPr>
            <p:spPr>
              <a:xfrm>
                <a:off x="9406133" y="517084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94" name="Freeform: Shape 10793">
                <a:extLst>
                  <a:ext uri="{FF2B5EF4-FFF2-40B4-BE49-F238E27FC236}">
                    <a16:creationId xmlns:a16="http://schemas.microsoft.com/office/drawing/2014/main" id="{8C88FD09-0530-B63C-21F8-53EFEBFAC84A}"/>
                  </a:ext>
                </a:extLst>
              </p:cNvPr>
              <p:cNvSpPr/>
              <p:nvPr/>
            </p:nvSpPr>
            <p:spPr>
              <a:xfrm>
                <a:off x="9408021" y="517164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5"/>
                      <a:pt x="6580" y="4147"/>
                      <a:pt x="6580" y="3306"/>
                    </a:cubicBezTo>
                    <a:cubicBezTo>
                      <a:pt x="6580" y="2465"/>
                      <a:pt x="6245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1" y="1658"/>
                      <a:pt x="236" y="2465"/>
                      <a:pt x="236" y="3306"/>
                    </a:cubicBezTo>
                    <a:cubicBezTo>
                      <a:pt x="236" y="4147"/>
                      <a:pt x="571" y="4955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95" name="Freeform: Shape 10794">
                <a:extLst>
                  <a:ext uri="{FF2B5EF4-FFF2-40B4-BE49-F238E27FC236}">
                    <a16:creationId xmlns:a16="http://schemas.microsoft.com/office/drawing/2014/main" id="{D95334D6-8E22-AC90-2AC9-70BEF5438CBA}"/>
                  </a:ext>
                </a:extLst>
              </p:cNvPr>
              <p:cNvSpPr/>
              <p:nvPr/>
            </p:nvSpPr>
            <p:spPr>
              <a:xfrm>
                <a:off x="9408995" y="516933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96" name="Freeform: Shape 10795">
                <a:extLst>
                  <a:ext uri="{FF2B5EF4-FFF2-40B4-BE49-F238E27FC236}">
                    <a16:creationId xmlns:a16="http://schemas.microsoft.com/office/drawing/2014/main" id="{171058AB-CC59-5704-DFCD-E91EF4A1D3BB}"/>
                  </a:ext>
                </a:extLst>
              </p:cNvPr>
              <p:cNvSpPr/>
              <p:nvPr/>
            </p:nvSpPr>
            <p:spPr>
              <a:xfrm>
                <a:off x="9409442" y="5167974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7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5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97" name="Freeform: Shape 10796">
                <a:extLst>
                  <a:ext uri="{FF2B5EF4-FFF2-40B4-BE49-F238E27FC236}">
                    <a16:creationId xmlns:a16="http://schemas.microsoft.com/office/drawing/2014/main" id="{18577EBF-375E-0CCB-C46C-644F0081B2CD}"/>
                  </a:ext>
                </a:extLst>
              </p:cNvPr>
              <p:cNvSpPr/>
              <p:nvPr/>
            </p:nvSpPr>
            <p:spPr>
              <a:xfrm>
                <a:off x="9410069" y="5167217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7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5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98" name="Freeform: Shape 10797">
                <a:extLst>
                  <a:ext uri="{FF2B5EF4-FFF2-40B4-BE49-F238E27FC236}">
                    <a16:creationId xmlns:a16="http://schemas.microsoft.com/office/drawing/2014/main" id="{55D18D62-92C4-9ED5-6ED7-6F05E321E0AA}"/>
                  </a:ext>
                </a:extLst>
              </p:cNvPr>
              <p:cNvSpPr/>
              <p:nvPr/>
            </p:nvSpPr>
            <p:spPr>
              <a:xfrm>
                <a:off x="9411135" y="5168101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799" name="Freeform: Shape 10798">
                <a:extLst>
                  <a:ext uri="{FF2B5EF4-FFF2-40B4-BE49-F238E27FC236}">
                    <a16:creationId xmlns:a16="http://schemas.microsoft.com/office/drawing/2014/main" id="{79E8A791-3558-62F6-C15F-A06BAAAAFA0F}"/>
                  </a:ext>
                </a:extLst>
              </p:cNvPr>
              <p:cNvSpPr/>
              <p:nvPr/>
            </p:nvSpPr>
            <p:spPr>
              <a:xfrm>
                <a:off x="9413398" y="5167267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00" name="Freeform: Shape 10799">
                <a:extLst>
                  <a:ext uri="{FF2B5EF4-FFF2-40B4-BE49-F238E27FC236}">
                    <a16:creationId xmlns:a16="http://schemas.microsoft.com/office/drawing/2014/main" id="{7D32FAE0-1E87-C807-C32E-76F10449974A}"/>
                  </a:ext>
                </a:extLst>
              </p:cNvPr>
              <p:cNvSpPr/>
              <p:nvPr/>
            </p:nvSpPr>
            <p:spPr>
              <a:xfrm>
                <a:off x="9336185" y="4838527"/>
                <a:ext cx="6343" cy="6345"/>
              </a:xfrm>
              <a:custGeom>
                <a:avLst/>
                <a:gdLst>
                  <a:gd name="connsiteX0" fmla="*/ 3402 w 6343"/>
                  <a:gd name="connsiteY0" fmla="*/ 6453 h 6345"/>
                  <a:gd name="connsiteX1" fmla="*/ 5645 w 6343"/>
                  <a:gd name="connsiteY1" fmla="*/ 5523 h 6345"/>
                  <a:gd name="connsiteX2" fmla="*/ 6574 w 6343"/>
                  <a:gd name="connsiteY2" fmla="*/ 3280 h 6345"/>
                  <a:gd name="connsiteX3" fmla="*/ 5645 w 6343"/>
                  <a:gd name="connsiteY3" fmla="*/ 1036 h 6345"/>
                  <a:gd name="connsiteX4" fmla="*/ 3402 w 6343"/>
                  <a:gd name="connsiteY4" fmla="*/ 107 h 6345"/>
                  <a:gd name="connsiteX5" fmla="*/ 1160 w 6343"/>
                  <a:gd name="connsiteY5" fmla="*/ 1036 h 6345"/>
                  <a:gd name="connsiteX6" fmla="*/ 231 w 6343"/>
                  <a:gd name="connsiteY6" fmla="*/ 3280 h 6345"/>
                  <a:gd name="connsiteX7" fmla="*/ 1160 w 6343"/>
                  <a:gd name="connsiteY7" fmla="*/ 5523 h 6345"/>
                  <a:gd name="connsiteX8" fmla="*/ 3402 w 6343"/>
                  <a:gd name="connsiteY8" fmla="*/ 64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53"/>
                    </a:moveTo>
                    <a:cubicBezTo>
                      <a:pt x="4243" y="6453"/>
                      <a:pt x="5050" y="6118"/>
                      <a:pt x="5645" y="5523"/>
                    </a:cubicBezTo>
                    <a:cubicBezTo>
                      <a:pt x="6240" y="4928"/>
                      <a:pt x="6574" y="4121"/>
                      <a:pt x="6574" y="3280"/>
                    </a:cubicBezTo>
                    <a:cubicBezTo>
                      <a:pt x="6574" y="2438"/>
                      <a:pt x="6240" y="1631"/>
                      <a:pt x="5645" y="1036"/>
                    </a:cubicBezTo>
                    <a:cubicBezTo>
                      <a:pt x="5050" y="441"/>
                      <a:pt x="4243" y="107"/>
                      <a:pt x="3402" y="107"/>
                    </a:cubicBezTo>
                    <a:cubicBezTo>
                      <a:pt x="2561" y="107"/>
                      <a:pt x="1754" y="441"/>
                      <a:pt x="1160" y="1036"/>
                    </a:cubicBezTo>
                    <a:cubicBezTo>
                      <a:pt x="565" y="1631"/>
                      <a:pt x="231" y="2438"/>
                      <a:pt x="231" y="3280"/>
                    </a:cubicBezTo>
                    <a:cubicBezTo>
                      <a:pt x="231" y="4121"/>
                      <a:pt x="565" y="4928"/>
                      <a:pt x="1160" y="5523"/>
                    </a:cubicBezTo>
                    <a:cubicBezTo>
                      <a:pt x="1754" y="6118"/>
                      <a:pt x="2561" y="6453"/>
                      <a:pt x="3402" y="64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01" name="Freeform: Shape 10800">
                <a:extLst>
                  <a:ext uri="{FF2B5EF4-FFF2-40B4-BE49-F238E27FC236}">
                    <a16:creationId xmlns:a16="http://schemas.microsoft.com/office/drawing/2014/main" id="{22D8703B-090D-5B94-CDB5-FEEF25C1CEAB}"/>
                  </a:ext>
                </a:extLst>
              </p:cNvPr>
              <p:cNvSpPr/>
              <p:nvPr/>
            </p:nvSpPr>
            <p:spPr>
              <a:xfrm>
                <a:off x="9389169" y="5048358"/>
                <a:ext cx="6343" cy="6345"/>
              </a:xfrm>
              <a:custGeom>
                <a:avLst/>
                <a:gdLst>
                  <a:gd name="connsiteX0" fmla="*/ 3406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6 h 6345"/>
                  <a:gd name="connsiteX3" fmla="*/ 5649 w 6343"/>
                  <a:gd name="connsiteY3" fmla="*/ 1053 h 6345"/>
                  <a:gd name="connsiteX4" fmla="*/ 3406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6 h 6345"/>
                  <a:gd name="connsiteX7" fmla="*/ 1164 w 6343"/>
                  <a:gd name="connsiteY7" fmla="*/ 5540 h 6345"/>
                  <a:gd name="connsiteX8" fmla="*/ 3406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9"/>
                    </a:moveTo>
                    <a:cubicBezTo>
                      <a:pt x="4248" y="6469"/>
                      <a:pt x="5054" y="6135"/>
                      <a:pt x="5649" y="5540"/>
                    </a:cubicBezTo>
                    <a:cubicBezTo>
                      <a:pt x="6244" y="4945"/>
                      <a:pt x="6578" y="4138"/>
                      <a:pt x="6578" y="3296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8" y="124"/>
                      <a:pt x="3406" y="124"/>
                    </a:cubicBezTo>
                    <a:cubicBezTo>
                      <a:pt x="2565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6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5" y="6469"/>
                      <a:pt x="3406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02" name="Freeform: Shape 10801">
                <a:extLst>
                  <a:ext uri="{FF2B5EF4-FFF2-40B4-BE49-F238E27FC236}">
                    <a16:creationId xmlns:a16="http://schemas.microsoft.com/office/drawing/2014/main" id="{1034E5FE-1FBE-248F-9CF5-21763FCDF35F}"/>
                  </a:ext>
                </a:extLst>
              </p:cNvPr>
              <p:cNvSpPr/>
              <p:nvPr/>
            </p:nvSpPr>
            <p:spPr>
              <a:xfrm>
                <a:off x="9390462" y="5047043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6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6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4" y="6135"/>
                      <a:pt x="5649" y="5540"/>
                    </a:cubicBezTo>
                    <a:cubicBezTo>
                      <a:pt x="6244" y="4945"/>
                      <a:pt x="6578" y="4138"/>
                      <a:pt x="6578" y="3296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8" y="124"/>
                      <a:pt x="3407" y="124"/>
                    </a:cubicBezTo>
                    <a:cubicBezTo>
                      <a:pt x="2565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6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5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03" name="Freeform: Shape 10802">
                <a:extLst>
                  <a:ext uri="{FF2B5EF4-FFF2-40B4-BE49-F238E27FC236}">
                    <a16:creationId xmlns:a16="http://schemas.microsoft.com/office/drawing/2014/main" id="{6E75CDAF-A165-0292-B05A-4B0DA5C09050}"/>
                  </a:ext>
                </a:extLst>
              </p:cNvPr>
              <p:cNvSpPr/>
              <p:nvPr/>
            </p:nvSpPr>
            <p:spPr>
              <a:xfrm>
                <a:off x="9388068" y="5028236"/>
                <a:ext cx="6343" cy="6345"/>
              </a:xfrm>
              <a:custGeom>
                <a:avLst/>
                <a:gdLst>
                  <a:gd name="connsiteX0" fmla="*/ 3406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5 h 6345"/>
                  <a:gd name="connsiteX3" fmla="*/ 5649 w 6343"/>
                  <a:gd name="connsiteY3" fmla="*/ 1051 h 6345"/>
                  <a:gd name="connsiteX4" fmla="*/ 3406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5 h 6345"/>
                  <a:gd name="connsiteX7" fmla="*/ 1164 w 6343"/>
                  <a:gd name="connsiteY7" fmla="*/ 5538 h 6345"/>
                  <a:gd name="connsiteX8" fmla="*/ 3406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7"/>
                    </a:moveTo>
                    <a:cubicBezTo>
                      <a:pt x="4247" y="6467"/>
                      <a:pt x="5054" y="6133"/>
                      <a:pt x="5649" y="5538"/>
                    </a:cubicBezTo>
                    <a:cubicBezTo>
                      <a:pt x="6244" y="4943"/>
                      <a:pt x="6578" y="4136"/>
                      <a:pt x="6578" y="3295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4" y="456"/>
                      <a:pt x="4247" y="122"/>
                      <a:pt x="3406" y="122"/>
                    </a:cubicBezTo>
                    <a:cubicBezTo>
                      <a:pt x="2565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5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5" y="6467"/>
                      <a:pt x="3406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04" name="Freeform: Shape 10803">
                <a:extLst>
                  <a:ext uri="{FF2B5EF4-FFF2-40B4-BE49-F238E27FC236}">
                    <a16:creationId xmlns:a16="http://schemas.microsoft.com/office/drawing/2014/main" id="{05EC97D2-30F5-25EC-DBA9-37BD3157842E}"/>
                  </a:ext>
                </a:extLst>
              </p:cNvPr>
              <p:cNvSpPr/>
              <p:nvPr/>
            </p:nvSpPr>
            <p:spPr>
              <a:xfrm>
                <a:off x="9391112" y="5026457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5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5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4" y="6133"/>
                      <a:pt x="5649" y="5538"/>
                    </a:cubicBezTo>
                    <a:cubicBezTo>
                      <a:pt x="6244" y="4943"/>
                      <a:pt x="6578" y="4136"/>
                      <a:pt x="6578" y="3295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4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5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05" name="Freeform: Shape 10804">
                <a:extLst>
                  <a:ext uri="{FF2B5EF4-FFF2-40B4-BE49-F238E27FC236}">
                    <a16:creationId xmlns:a16="http://schemas.microsoft.com/office/drawing/2014/main" id="{E6E85A63-CFB5-B102-C025-8B1DBECF8662}"/>
                  </a:ext>
                </a:extLst>
              </p:cNvPr>
              <p:cNvSpPr/>
              <p:nvPr/>
            </p:nvSpPr>
            <p:spPr>
              <a:xfrm>
                <a:off x="9392529" y="5024964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06" name="Freeform: Shape 10805">
                <a:extLst>
                  <a:ext uri="{FF2B5EF4-FFF2-40B4-BE49-F238E27FC236}">
                    <a16:creationId xmlns:a16="http://schemas.microsoft.com/office/drawing/2014/main" id="{4546EEF1-4EC7-A618-3CC1-9D940A1DFC84}"/>
                  </a:ext>
                </a:extLst>
              </p:cNvPr>
              <p:cNvSpPr/>
              <p:nvPr/>
            </p:nvSpPr>
            <p:spPr>
              <a:xfrm>
                <a:off x="9394053" y="5023973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07" name="Freeform: Shape 10806">
                <a:extLst>
                  <a:ext uri="{FF2B5EF4-FFF2-40B4-BE49-F238E27FC236}">
                    <a16:creationId xmlns:a16="http://schemas.microsoft.com/office/drawing/2014/main" id="{C8B70CCC-B733-9FCA-7C8D-AFBE01777359}"/>
                  </a:ext>
                </a:extLst>
              </p:cNvPr>
              <p:cNvSpPr/>
              <p:nvPr/>
            </p:nvSpPr>
            <p:spPr>
              <a:xfrm>
                <a:off x="9395500" y="5022495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4" y="4943"/>
                      <a:pt x="6579" y="4136"/>
                      <a:pt x="6579" y="3294"/>
                    </a:cubicBezTo>
                    <a:cubicBezTo>
                      <a:pt x="6579" y="2453"/>
                      <a:pt x="6244" y="1646"/>
                      <a:pt x="5650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70" y="1646"/>
                      <a:pt x="235" y="2453"/>
                      <a:pt x="235" y="3294"/>
                    </a:cubicBezTo>
                    <a:cubicBezTo>
                      <a:pt x="235" y="4136"/>
                      <a:pt x="570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08" name="Freeform: Shape 10807">
                <a:extLst>
                  <a:ext uri="{FF2B5EF4-FFF2-40B4-BE49-F238E27FC236}">
                    <a16:creationId xmlns:a16="http://schemas.microsoft.com/office/drawing/2014/main" id="{BB1373A3-7C19-B402-C3EA-312471612FF9}"/>
                  </a:ext>
                </a:extLst>
              </p:cNvPr>
              <p:cNvSpPr/>
              <p:nvPr/>
            </p:nvSpPr>
            <p:spPr>
              <a:xfrm>
                <a:off x="9396758" y="5019851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6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8"/>
                    </a:cubicBezTo>
                    <a:cubicBezTo>
                      <a:pt x="6244" y="4943"/>
                      <a:pt x="6579" y="4135"/>
                      <a:pt x="6579" y="3294"/>
                    </a:cubicBezTo>
                    <a:cubicBezTo>
                      <a:pt x="6579" y="2453"/>
                      <a:pt x="6244" y="1646"/>
                      <a:pt x="5650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1"/>
                    </a:cubicBezTo>
                    <a:cubicBezTo>
                      <a:pt x="570" y="1646"/>
                      <a:pt x="236" y="2453"/>
                      <a:pt x="236" y="3294"/>
                    </a:cubicBezTo>
                    <a:cubicBezTo>
                      <a:pt x="236" y="4135"/>
                      <a:pt x="570" y="4943"/>
                      <a:pt x="1164" y="5538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09" name="Freeform: Shape 10808">
                <a:extLst>
                  <a:ext uri="{FF2B5EF4-FFF2-40B4-BE49-F238E27FC236}">
                    <a16:creationId xmlns:a16="http://schemas.microsoft.com/office/drawing/2014/main" id="{805B81E5-322E-2058-E048-3DE6A4927077}"/>
                  </a:ext>
                </a:extLst>
              </p:cNvPr>
              <p:cNvSpPr/>
              <p:nvPr/>
            </p:nvSpPr>
            <p:spPr>
              <a:xfrm>
                <a:off x="9398141" y="5017769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3"/>
                      <a:pt x="6245" y="1645"/>
                      <a:pt x="5650" y="1050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5" y="1050"/>
                    </a:cubicBezTo>
                    <a:cubicBezTo>
                      <a:pt x="570" y="1645"/>
                      <a:pt x="236" y="2453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10" name="Freeform: Shape 10809">
                <a:extLst>
                  <a:ext uri="{FF2B5EF4-FFF2-40B4-BE49-F238E27FC236}">
                    <a16:creationId xmlns:a16="http://schemas.microsoft.com/office/drawing/2014/main" id="{E051BD4D-42E4-C144-AE54-B4823D2DF885}"/>
                  </a:ext>
                </a:extLst>
              </p:cNvPr>
              <p:cNvSpPr/>
              <p:nvPr/>
            </p:nvSpPr>
            <p:spPr>
              <a:xfrm>
                <a:off x="9399637" y="5016251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8" y="121"/>
                      <a:pt x="3407" y="121"/>
                    </a:cubicBezTo>
                    <a:cubicBezTo>
                      <a:pt x="2566" y="121"/>
                      <a:pt x="1759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11" name="Freeform: Shape 10810">
                <a:extLst>
                  <a:ext uri="{FF2B5EF4-FFF2-40B4-BE49-F238E27FC236}">
                    <a16:creationId xmlns:a16="http://schemas.microsoft.com/office/drawing/2014/main" id="{1247DE77-93EA-6579-C02A-0A6D19CE6766}"/>
                  </a:ext>
                </a:extLst>
              </p:cNvPr>
              <p:cNvSpPr/>
              <p:nvPr/>
            </p:nvSpPr>
            <p:spPr>
              <a:xfrm>
                <a:off x="9401178" y="5014927"/>
                <a:ext cx="6343" cy="6345"/>
              </a:xfrm>
              <a:custGeom>
                <a:avLst/>
                <a:gdLst>
                  <a:gd name="connsiteX0" fmla="*/ 3407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6"/>
                    </a:moveTo>
                    <a:cubicBezTo>
                      <a:pt x="4249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9" y="121"/>
                      <a:pt x="3407" y="121"/>
                    </a:cubicBezTo>
                    <a:cubicBezTo>
                      <a:pt x="2566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6"/>
                      <a:pt x="340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12" name="Freeform: Shape 10811">
                <a:extLst>
                  <a:ext uri="{FF2B5EF4-FFF2-40B4-BE49-F238E27FC236}">
                    <a16:creationId xmlns:a16="http://schemas.microsoft.com/office/drawing/2014/main" id="{E9B1AAAA-8239-9239-EDF2-C36E8EFC7979}"/>
                  </a:ext>
                </a:extLst>
              </p:cNvPr>
              <p:cNvSpPr/>
              <p:nvPr/>
            </p:nvSpPr>
            <p:spPr>
              <a:xfrm>
                <a:off x="9402624" y="5012867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9" y="121"/>
                      <a:pt x="3408" y="121"/>
                    </a:cubicBezTo>
                    <a:cubicBezTo>
                      <a:pt x="2566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13" name="Freeform: Shape 10812">
                <a:extLst>
                  <a:ext uri="{FF2B5EF4-FFF2-40B4-BE49-F238E27FC236}">
                    <a16:creationId xmlns:a16="http://schemas.microsoft.com/office/drawing/2014/main" id="{A9A51CA5-2604-A3EA-8090-BCC907554806}"/>
                  </a:ext>
                </a:extLst>
              </p:cNvPr>
              <p:cNvSpPr/>
              <p:nvPr/>
            </p:nvSpPr>
            <p:spPr>
              <a:xfrm>
                <a:off x="9404340" y="5012554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14" name="Freeform: Shape 10813">
                <a:extLst>
                  <a:ext uri="{FF2B5EF4-FFF2-40B4-BE49-F238E27FC236}">
                    <a16:creationId xmlns:a16="http://schemas.microsoft.com/office/drawing/2014/main" id="{EE0A9CD3-B419-6B27-A64C-0A485946E167}"/>
                  </a:ext>
                </a:extLst>
              </p:cNvPr>
              <p:cNvSpPr/>
              <p:nvPr/>
            </p:nvSpPr>
            <p:spPr>
              <a:xfrm>
                <a:off x="9406067" y="5012313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3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0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3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15" name="Freeform: Shape 10814">
                <a:extLst>
                  <a:ext uri="{FF2B5EF4-FFF2-40B4-BE49-F238E27FC236}">
                    <a16:creationId xmlns:a16="http://schemas.microsoft.com/office/drawing/2014/main" id="{95AB51D0-5892-D380-772F-9DEFB63CF7FB}"/>
                  </a:ext>
                </a:extLst>
              </p:cNvPr>
              <p:cNvSpPr/>
              <p:nvPr/>
            </p:nvSpPr>
            <p:spPr>
              <a:xfrm>
                <a:off x="9407820" y="5012270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79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1" y="1645"/>
                      <a:pt x="236" y="2452"/>
                      <a:pt x="236" y="3293"/>
                    </a:cubicBezTo>
                    <a:cubicBezTo>
                      <a:pt x="236" y="4135"/>
                      <a:pt x="571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16" name="Freeform: Shape 10815">
                <a:extLst>
                  <a:ext uri="{FF2B5EF4-FFF2-40B4-BE49-F238E27FC236}">
                    <a16:creationId xmlns:a16="http://schemas.microsoft.com/office/drawing/2014/main" id="{E6ABAF91-A311-9C5B-762D-074FA42DE7A1}"/>
                  </a:ext>
                </a:extLst>
              </p:cNvPr>
              <p:cNvSpPr/>
              <p:nvPr/>
            </p:nvSpPr>
            <p:spPr>
              <a:xfrm>
                <a:off x="9409556" y="5012113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80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7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5" y="4942"/>
                      <a:pt x="6580" y="4135"/>
                      <a:pt x="6580" y="3293"/>
                    </a:cubicBezTo>
                    <a:cubicBezTo>
                      <a:pt x="6580" y="2452"/>
                      <a:pt x="6245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1" y="1645"/>
                      <a:pt x="237" y="2452"/>
                      <a:pt x="237" y="3293"/>
                    </a:cubicBezTo>
                    <a:cubicBezTo>
                      <a:pt x="237" y="4135"/>
                      <a:pt x="571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17" name="Freeform: Shape 10816">
                <a:extLst>
                  <a:ext uri="{FF2B5EF4-FFF2-40B4-BE49-F238E27FC236}">
                    <a16:creationId xmlns:a16="http://schemas.microsoft.com/office/drawing/2014/main" id="{77E29730-5247-5599-277C-BF3881C9F7E6}"/>
                  </a:ext>
                </a:extLst>
              </p:cNvPr>
              <p:cNvSpPr/>
              <p:nvPr/>
            </p:nvSpPr>
            <p:spPr>
              <a:xfrm>
                <a:off x="9411301" y="5012030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80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6 w 6343"/>
                  <a:gd name="connsiteY5" fmla="*/ 1050 h 6345"/>
                  <a:gd name="connsiteX6" fmla="*/ 237 w 6343"/>
                  <a:gd name="connsiteY6" fmla="*/ 3293 h 6345"/>
                  <a:gd name="connsiteX7" fmla="*/ 1166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6" y="4942"/>
                      <a:pt x="6580" y="4135"/>
                      <a:pt x="6580" y="3293"/>
                    </a:cubicBezTo>
                    <a:cubicBezTo>
                      <a:pt x="6580" y="2452"/>
                      <a:pt x="6246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6" y="1050"/>
                    </a:cubicBezTo>
                    <a:cubicBezTo>
                      <a:pt x="571" y="1645"/>
                      <a:pt x="237" y="2452"/>
                      <a:pt x="237" y="3293"/>
                    </a:cubicBezTo>
                    <a:cubicBezTo>
                      <a:pt x="237" y="4135"/>
                      <a:pt x="571" y="4942"/>
                      <a:pt x="1166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18" name="Freeform: Shape 10817">
                <a:extLst>
                  <a:ext uri="{FF2B5EF4-FFF2-40B4-BE49-F238E27FC236}">
                    <a16:creationId xmlns:a16="http://schemas.microsoft.com/office/drawing/2014/main" id="{4F22E3B6-C0A1-5AEE-D1A8-328DA0A0F7C5}"/>
                  </a:ext>
                </a:extLst>
              </p:cNvPr>
              <p:cNvSpPr/>
              <p:nvPr/>
            </p:nvSpPr>
            <p:spPr>
              <a:xfrm>
                <a:off x="9412844" y="5010148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80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6 w 6343"/>
                  <a:gd name="connsiteY5" fmla="*/ 1050 h 6345"/>
                  <a:gd name="connsiteX6" fmla="*/ 237 w 6343"/>
                  <a:gd name="connsiteY6" fmla="*/ 3293 h 6345"/>
                  <a:gd name="connsiteX7" fmla="*/ 1166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6" y="4942"/>
                      <a:pt x="6580" y="4135"/>
                      <a:pt x="6580" y="3293"/>
                    </a:cubicBezTo>
                    <a:cubicBezTo>
                      <a:pt x="6580" y="2452"/>
                      <a:pt x="6246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6" y="1050"/>
                    </a:cubicBezTo>
                    <a:cubicBezTo>
                      <a:pt x="571" y="1645"/>
                      <a:pt x="237" y="2452"/>
                      <a:pt x="237" y="3293"/>
                    </a:cubicBezTo>
                    <a:cubicBezTo>
                      <a:pt x="237" y="4135"/>
                      <a:pt x="571" y="4942"/>
                      <a:pt x="1166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19" name="Freeform: Shape 10818">
                <a:extLst>
                  <a:ext uri="{FF2B5EF4-FFF2-40B4-BE49-F238E27FC236}">
                    <a16:creationId xmlns:a16="http://schemas.microsoft.com/office/drawing/2014/main" id="{B52BB1AF-F4A8-018C-9FA9-CEDEAA3D8025}"/>
                  </a:ext>
                </a:extLst>
              </p:cNvPr>
              <p:cNvSpPr/>
              <p:nvPr/>
            </p:nvSpPr>
            <p:spPr>
              <a:xfrm>
                <a:off x="9369972" y="4285626"/>
                <a:ext cx="6343" cy="6345"/>
              </a:xfrm>
              <a:custGeom>
                <a:avLst/>
                <a:gdLst>
                  <a:gd name="connsiteX0" fmla="*/ 3405 w 6343"/>
                  <a:gd name="connsiteY0" fmla="*/ 6409 h 6345"/>
                  <a:gd name="connsiteX1" fmla="*/ 5648 w 6343"/>
                  <a:gd name="connsiteY1" fmla="*/ 5480 h 6345"/>
                  <a:gd name="connsiteX2" fmla="*/ 6577 w 6343"/>
                  <a:gd name="connsiteY2" fmla="*/ 3236 h 6345"/>
                  <a:gd name="connsiteX3" fmla="*/ 5648 w 6343"/>
                  <a:gd name="connsiteY3" fmla="*/ 993 h 6345"/>
                  <a:gd name="connsiteX4" fmla="*/ 3405 w 6343"/>
                  <a:gd name="connsiteY4" fmla="*/ 64 h 6345"/>
                  <a:gd name="connsiteX5" fmla="*/ 1162 w 6343"/>
                  <a:gd name="connsiteY5" fmla="*/ 993 h 6345"/>
                  <a:gd name="connsiteX6" fmla="*/ 233 w 6343"/>
                  <a:gd name="connsiteY6" fmla="*/ 3236 h 6345"/>
                  <a:gd name="connsiteX7" fmla="*/ 1162 w 6343"/>
                  <a:gd name="connsiteY7" fmla="*/ 5480 h 6345"/>
                  <a:gd name="connsiteX8" fmla="*/ 3405 w 6343"/>
                  <a:gd name="connsiteY8" fmla="*/ 64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09"/>
                    </a:moveTo>
                    <a:cubicBezTo>
                      <a:pt x="4246" y="6409"/>
                      <a:pt x="5053" y="6075"/>
                      <a:pt x="5648" y="5480"/>
                    </a:cubicBezTo>
                    <a:cubicBezTo>
                      <a:pt x="6242" y="4885"/>
                      <a:pt x="6577" y="4078"/>
                      <a:pt x="6577" y="3236"/>
                    </a:cubicBezTo>
                    <a:cubicBezTo>
                      <a:pt x="6577" y="2395"/>
                      <a:pt x="6242" y="1588"/>
                      <a:pt x="5648" y="993"/>
                    </a:cubicBezTo>
                    <a:cubicBezTo>
                      <a:pt x="5053" y="398"/>
                      <a:pt x="4246" y="64"/>
                      <a:pt x="3405" y="64"/>
                    </a:cubicBezTo>
                    <a:cubicBezTo>
                      <a:pt x="2564" y="64"/>
                      <a:pt x="1757" y="398"/>
                      <a:pt x="1162" y="993"/>
                    </a:cubicBezTo>
                    <a:cubicBezTo>
                      <a:pt x="568" y="1588"/>
                      <a:pt x="233" y="2395"/>
                      <a:pt x="233" y="3236"/>
                    </a:cubicBezTo>
                    <a:cubicBezTo>
                      <a:pt x="233" y="4078"/>
                      <a:pt x="568" y="4885"/>
                      <a:pt x="1162" y="5480"/>
                    </a:cubicBezTo>
                    <a:cubicBezTo>
                      <a:pt x="1757" y="6075"/>
                      <a:pt x="2564" y="6409"/>
                      <a:pt x="3405" y="64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20" name="Freeform: Shape 10819">
                <a:extLst>
                  <a:ext uri="{FF2B5EF4-FFF2-40B4-BE49-F238E27FC236}">
                    <a16:creationId xmlns:a16="http://schemas.microsoft.com/office/drawing/2014/main" id="{B612957B-5D44-783A-5667-07CF5DB3CE11}"/>
                  </a:ext>
                </a:extLst>
              </p:cNvPr>
              <p:cNvSpPr/>
              <p:nvPr/>
            </p:nvSpPr>
            <p:spPr>
              <a:xfrm>
                <a:off x="9375854" y="4280680"/>
                <a:ext cx="6343" cy="6345"/>
              </a:xfrm>
              <a:custGeom>
                <a:avLst/>
                <a:gdLst>
                  <a:gd name="connsiteX0" fmla="*/ 3405 w 6343"/>
                  <a:gd name="connsiteY0" fmla="*/ 6409 h 6345"/>
                  <a:gd name="connsiteX1" fmla="*/ 5648 w 6343"/>
                  <a:gd name="connsiteY1" fmla="*/ 5479 h 6345"/>
                  <a:gd name="connsiteX2" fmla="*/ 6577 w 6343"/>
                  <a:gd name="connsiteY2" fmla="*/ 3236 h 6345"/>
                  <a:gd name="connsiteX3" fmla="*/ 5648 w 6343"/>
                  <a:gd name="connsiteY3" fmla="*/ 992 h 6345"/>
                  <a:gd name="connsiteX4" fmla="*/ 3405 w 6343"/>
                  <a:gd name="connsiteY4" fmla="*/ 63 h 6345"/>
                  <a:gd name="connsiteX5" fmla="*/ 1163 w 6343"/>
                  <a:gd name="connsiteY5" fmla="*/ 992 h 6345"/>
                  <a:gd name="connsiteX6" fmla="*/ 234 w 6343"/>
                  <a:gd name="connsiteY6" fmla="*/ 3236 h 6345"/>
                  <a:gd name="connsiteX7" fmla="*/ 1163 w 6343"/>
                  <a:gd name="connsiteY7" fmla="*/ 5479 h 6345"/>
                  <a:gd name="connsiteX8" fmla="*/ 3405 w 6343"/>
                  <a:gd name="connsiteY8" fmla="*/ 64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09"/>
                    </a:moveTo>
                    <a:cubicBezTo>
                      <a:pt x="4247" y="6409"/>
                      <a:pt x="5053" y="6074"/>
                      <a:pt x="5648" y="5479"/>
                    </a:cubicBezTo>
                    <a:cubicBezTo>
                      <a:pt x="6243" y="4884"/>
                      <a:pt x="6577" y="4077"/>
                      <a:pt x="6577" y="3236"/>
                    </a:cubicBezTo>
                    <a:cubicBezTo>
                      <a:pt x="6577" y="2394"/>
                      <a:pt x="6243" y="1587"/>
                      <a:pt x="5648" y="992"/>
                    </a:cubicBezTo>
                    <a:cubicBezTo>
                      <a:pt x="5053" y="397"/>
                      <a:pt x="4247" y="63"/>
                      <a:pt x="3405" y="63"/>
                    </a:cubicBezTo>
                    <a:cubicBezTo>
                      <a:pt x="2564" y="63"/>
                      <a:pt x="1758" y="397"/>
                      <a:pt x="1163" y="992"/>
                    </a:cubicBezTo>
                    <a:cubicBezTo>
                      <a:pt x="568" y="1587"/>
                      <a:pt x="234" y="2394"/>
                      <a:pt x="234" y="3236"/>
                    </a:cubicBezTo>
                    <a:cubicBezTo>
                      <a:pt x="234" y="4077"/>
                      <a:pt x="568" y="4884"/>
                      <a:pt x="1163" y="5479"/>
                    </a:cubicBezTo>
                    <a:cubicBezTo>
                      <a:pt x="1758" y="6074"/>
                      <a:pt x="2564" y="6409"/>
                      <a:pt x="3405" y="64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21" name="Freeform: Shape 10820">
                <a:extLst>
                  <a:ext uri="{FF2B5EF4-FFF2-40B4-BE49-F238E27FC236}">
                    <a16:creationId xmlns:a16="http://schemas.microsoft.com/office/drawing/2014/main" id="{96AAECA3-921D-026E-295C-8556C95E0D11}"/>
                  </a:ext>
                </a:extLst>
              </p:cNvPr>
              <p:cNvSpPr/>
              <p:nvPr/>
            </p:nvSpPr>
            <p:spPr>
              <a:xfrm>
                <a:off x="9382109" y="4280905"/>
                <a:ext cx="6343" cy="6345"/>
              </a:xfrm>
              <a:custGeom>
                <a:avLst/>
                <a:gdLst>
                  <a:gd name="connsiteX0" fmla="*/ 3406 w 6343"/>
                  <a:gd name="connsiteY0" fmla="*/ 6409 h 6345"/>
                  <a:gd name="connsiteX1" fmla="*/ 5649 w 6343"/>
                  <a:gd name="connsiteY1" fmla="*/ 5479 h 6345"/>
                  <a:gd name="connsiteX2" fmla="*/ 6577 w 6343"/>
                  <a:gd name="connsiteY2" fmla="*/ 3236 h 6345"/>
                  <a:gd name="connsiteX3" fmla="*/ 5649 w 6343"/>
                  <a:gd name="connsiteY3" fmla="*/ 992 h 6345"/>
                  <a:gd name="connsiteX4" fmla="*/ 3406 w 6343"/>
                  <a:gd name="connsiteY4" fmla="*/ 63 h 6345"/>
                  <a:gd name="connsiteX5" fmla="*/ 1163 w 6343"/>
                  <a:gd name="connsiteY5" fmla="*/ 992 h 6345"/>
                  <a:gd name="connsiteX6" fmla="*/ 234 w 6343"/>
                  <a:gd name="connsiteY6" fmla="*/ 3236 h 6345"/>
                  <a:gd name="connsiteX7" fmla="*/ 1163 w 6343"/>
                  <a:gd name="connsiteY7" fmla="*/ 5479 h 6345"/>
                  <a:gd name="connsiteX8" fmla="*/ 3406 w 6343"/>
                  <a:gd name="connsiteY8" fmla="*/ 64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09"/>
                    </a:moveTo>
                    <a:cubicBezTo>
                      <a:pt x="4247" y="6409"/>
                      <a:pt x="5054" y="6074"/>
                      <a:pt x="5649" y="5479"/>
                    </a:cubicBezTo>
                    <a:cubicBezTo>
                      <a:pt x="6243" y="4884"/>
                      <a:pt x="6577" y="4077"/>
                      <a:pt x="6577" y="3236"/>
                    </a:cubicBezTo>
                    <a:cubicBezTo>
                      <a:pt x="6577" y="2394"/>
                      <a:pt x="6243" y="1587"/>
                      <a:pt x="5649" y="992"/>
                    </a:cubicBezTo>
                    <a:cubicBezTo>
                      <a:pt x="5054" y="397"/>
                      <a:pt x="4247" y="63"/>
                      <a:pt x="3406" y="63"/>
                    </a:cubicBezTo>
                    <a:cubicBezTo>
                      <a:pt x="2565" y="63"/>
                      <a:pt x="1758" y="397"/>
                      <a:pt x="1163" y="992"/>
                    </a:cubicBezTo>
                    <a:cubicBezTo>
                      <a:pt x="569" y="1587"/>
                      <a:pt x="234" y="2394"/>
                      <a:pt x="234" y="3236"/>
                    </a:cubicBezTo>
                    <a:cubicBezTo>
                      <a:pt x="234" y="4077"/>
                      <a:pt x="569" y="4884"/>
                      <a:pt x="1163" y="5479"/>
                    </a:cubicBezTo>
                    <a:cubicBezTo>
                      <a:pt x="1758" y="6074"/>
                      <a:pt x="2565" y="6409"/>
                      <a:pt x="3406" y="64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22" name="Freeform: Shape 10821">
                <a:extLst>
                  <a:ext uri="{FF2B5EF4-FFF2-40B4-BE49-F238E27FC236}">
                    <a16:creationId xmlns:a16="http://schemas.microsoft.com/office/drawing/2014/main" id="{7F7A614F-C2F7-3CF7-F971-3F94043F2742}"/>
                  </a:ext>
                </a:extLst>
              </p:cNvPr>
              <p:cNvSpPr/>
              <p:nvPr/>
            </p:nvSpPr>
            <p:spPr>
              <a:xfrm>
                <a:off x="9388705" y="4287435"/>
                <a:ext cx="6343" cy="6345"/>
              </a:xfrm>
              <a:custGeom>
                <a:avLst/>
                <a:gdLst>
                  <a:gd name="connsiteX0" fmla="*/ 3406 w 6343"/>
                  <a:gd name="connsiteY0" fmla="*/ 6409 h 6345"/>
                  <a:gd name="connsiteX1" fmla="*/ 5649 w 6343"/>
                  <a:gd name="connsiteY1" fmla="*/ 5480 h 6345"/>
                  <a:gd name="connsiteX2" fmla="*/ 6578 w 6343"/>
                  <a:gd name="connsiteY2" fmla="*/ 3236 h 6345"/>
                  <a:gd name="connsiteX3" fmla="*/ 5649 w 6343"/>
                  <a:gd name="connsiteY3" fmla="*/ 993 h 6345"/>
                  <a:gd name="connsiteX4" fmla="*/ 3406 w 6343"/>
                  <a:gd name="connsiteY4" fmla="*/ 64 h 6345"/>
                  <a:gd name="connsiteX5" fmla="*/ 1164 w 6343"/>
                  <a:gd name="connsiteY5" fmla="*/ 993 h 6345"/>
                  <a:gd name="connsiteX6" fmla="*/ 235 w 6343"/>
                  <a:gd name="connsiteY6" fmla="*/ 3236 h 6345"/>
                  <a:gd name="connsiteX7" fmla="*/ 1164 w 6343"/>
                  <a:gd name="connsiteY7" fmla="*/ 5480 h 6345"/>
                  <a:gd name="connsiteX8" fmla="*/ 3406 w 6343"/>
                  <a:gd name="connsiteY8" fmla="*/ 64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09"/>
                    </a:moveTo>
                    <a:cubicBezTo>
                      <a:pt x="4248" y="6409"/>
                      <a:pt x="5054" y="6075"/>
                      <a:pt x="5649" y="5480"/>
                    </a:cubicBezTo>
                    <a:cubicBezTo>
                      <a:pt x="6244" y="4885"/>
                      <a:pt x="6578" y="4078"/>
                      <a:pt x="6578" y="3236"/>
                    </a:cubicBezTo>
                    <a:cubicBezTo>
                      <a:pt x="6578" y="2395"/>
                      <a:pt x="6244" y="1588"/>
                      <a:pt x="5649" y="993"/>
                    </a:cubicBezTo>
                    <a:cubicBezTo>
                      <a:pt x="5054" y="398"/>
                      <a:pt x="4248" y="64"/>
                      <a:pt x="3406" y="64"/>
                    </a:cubicBezTo>
                    <a:cubicBezTo>
                      <a:pt x="2565" y="64"/>
                      <a:pt x="1759" y="398"/>
                      <a:pt x="1164" y="993"/>
                    </a:cubicBezTo>
                    <a:cubicBezTo>
                      <a:pt x="569" y="1588"/>
                      <a:pt x="235" y="2395"/>
                      <a:pt x="235" y="3236"/>
                    </a:cubicBezTo>
                    <a:cubicBezTo>
                      <a:pt x="235" y="4078"/>
                      <a:pt x="569" y="4885"/>
                      <a:pt x="1164" y="5480"/>
                    </a:cubicBezTo>
                    <a:cubicBezTo>
                      <a:pt x="1759" y="6075"/>
                      <a:pt x="2565" y="6409"/>
                      <a:pt x="3406" y="64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23" name="Freeform: Shape 10822">
                <a:extLst>
                  <a:ext uri="{FF2B5EF4-FFF2-40B4-BE49-F238E27FC236}">
                    <a16:creationId xmlns:a16="http://schemas.microsoft.com/office/drawing/2014/main" id="{1508FDC2-7894-F2F4-E6F6-F4B3C939888D}"/>
                  </a:ext>
                </a:extLst>
              </p:cNvPr>
              <p:cNvSpPr/>
              <p:nvPr/>
            </p:nvSpPr>
            <p:spPr>
              <a:xfrm>
                <a:off x="9479141" y="4159285"/>
                <a:ext cx="6343" cy="6345"/>
              </a:xfrm>
              <a:custGeom>
                <a:avLst/>
                <a:gdLst>
                  <a:gd name="connsiteX0" fmla="*/ 3414 w 6343"/>
                  <a:gd name="connsiteY0" fmla="*/ 6399 h 6345"/>
                  <a:gd name="connsiteX1" fmla="*/ 5656 w 6343"/>
                  <a:gd name="connsiteY1" fmla="*/ 5470 h 6345"/>
                  <a:gd name="connsiteX2" fmla="*/ 6585 w 6343"/>
                  <a:gd name="connsiteY2" fmla="*/ 3226 h 6345"/>
                  <a:gd name="connsiteX3" fmla="*/ 5656 w 6343"/>
                  <a:gd name="connsiteY3" fmla="*/ 983 h 6345"/>
                  <a:gd name="connsiteX4" fmla="*/ 3414 w 6343"/>
                  <a:gd name="connsiteY4" fmla="*/ 54 h 6345"/>
                  <a:gd name="connsiteX5" fmla="*/ 1171 w 6343"/>
                  <a:gd name="connsiteY5" fmla="*/ 983 h 6345"/>
                  <a:gd name="connsiteX6" fmla="*/ 242 w 6343"/>
                  <a:gd name="connsiteY6" fmla="*/ 3226 h 6345"/>
                  <a:gd name="connsiteX7" fmla="*/ 1171 w 6343"/>
                  <a:gd name="connsiteY7" fmla="*/ 5470 h 6345"/>
                  <a:gd name="connsiteX8" fmla="*/ 3414 w 6343"/>
                  <a:gd name="connsiteY8" fmla="*/ 639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399"/>
                    </a:moveTo>
                    <a:cubicBezTo>
                      <a:pt x="4255" y="6399"/>
                      <a:pt x="5061" y="6065"/>
                      <a:pt x="5656" y="5470"/>
                    </a:cubicBezTo>
                    <a:cubicBezTo>
                      <a:pt x="6251" y="4875"/>
                      <a:pt x="6585" y="4068"/>
                      <a:pt x="6585" y="3226"/>
                    </a:cubicBezTo>
                    <a:cubicBezTo>
                      <a:pt x="6585" y="2385"/>
                      <a:pt x="6251" y="1578"/>
                      <a:pt x="5656" y="983"/>
                    </a:cubicBezTo>
                    <a:cubicBezTo>
                      <a:pt x="5061" y="388"/>
                      <a:pt x="4255" y="54"/>
                      <a:pt x="3414" y="54"/>
                    </a:cubicBezTo>
                    <a:cubicBezTo>
                      <a:pt x="2572" y="54"/>
                      <a:pt x="1766" y="388"/>
                      <a:pt x="1171" y="983"/>
                    </a:cubicBezTo>
                    <a:cubicBezTo>
                      <a:pt x="576" y="1578"/>
                      <a:pt x="242" y="2385"/>
                      <a:pt x="242" y="3226"/>
                    </a:cubicBezTo>
                    <a:cubicBezTo>
                      <a:pt x="242" y="4068"/>
                      <a:pt x="576" y="4875"/>
                      <a:pt x="1171" y="5470"/>
                    </a:cubicBezTo>
                    <a:cubicBezTo>
                      <a:pt x="1766" y="6065"/>
                      <a:pt x="2572" y="6399"/>
                      <a:pt x="3414" y="63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24" name="Freeform: Shape 10823">
                <a:extLst>
                  <a:ext uri="{FF2B5EF4-FFF2-40B4-BE49-F238E27FC236}">
                    <a16:creationId xmlns:a16="http://schemas.microsoft.com/office/drawing/2014/main" id="{427F0F65-62A9-8F02-C43C-6446D09238C5}"/>
                  </a:ext>
                </a:extLst>
              </p:cNvPr>
              <p:cNvSpPr/>
              <p:nvPr/>
            </p:nvSpPr>
            <p:spPr>
              <a:xfrm>
                <a:off x="9452140" y="5166467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3"/>
                      <a:pt x="3411" y="133"/>
                    </a:cubicBezTo>
                    <a:cubicBezTo>
                      <a:pt x="2570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25" name="Freeform: Shape 10824">
                <a:extLst>
                  <a:ext uri="{FF2B5EF4-FFF2-40B4-BE49-F238E27FC236}">
                    <a16:creationId xmlns:a16="http://schemas.microsoft.com/office/drawing/2014/main" id="{EA517202-4683-BA47-9647-36269980A60D}"/>
                  </a:ext>
                </a:extLst>
              </p:cNvPr>
              <p:cNvSpPr/>
              <p:nvPr/>
            </p:nvSpPr>
            <p:spPr>
              <a:xfrm>
                <a:off x="9454351" y="5168320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3"/>
                      <a:pt x="3412" y="133"/>
                    </a:cubicBezTo>
                    <a:cubicBezTo>
                      <a:pt x="2570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26" name="Freeform: Shape 10825">
                <a:extLst>
                  <a:ext uri="{FF2B5EF4-FFF2-40B4-BE49-F238E27FC236}">
                    <a16:creationId xmlns:a16="http://schemas.microsoft.com/office/drawing/2014/main" id="{CF3A0C7D-6D3A-7F5B-3CF8-AB658FF7DD2B}"/>
                  </a:ext>
                </a:extLst>
              </p:cNvPr>
              <p:cNvSpPr/>
              <p:nvPr/>
            </p:nvSpPr>
            <p:spPr>
              <a:xfrm>
                <a:off x="9456026" y="5157880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8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4" y="5548"/>
                    </a:cubicBezTo>
                    <a:cubicBezTo>
                      <a:pt x="6249" y="4953"/>
                      <a:pt x="6583" y="4146"/>
                      <a:pt x="6583" y="3305"/>
                    </a:cubicBezTo>
                    <a:cubicBezTo>
                      <a:pt x="6583" y="2464"/>
                      <a:pt x="6249" y="1656"/>
                      <a:pt x="5654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6"/>
                      <a:pt x="240" y="2464"/>
                      <a:pt x="240" y="3305"/>
                    </a:cubicBezTo>
                    <a:cubicBezTo>
                      <a:pt x="240" y="4146"/>
                      <a:pt x="574" y="4953"/>
                      <a:pt x="1169" y="5548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27" name="Freeform: Shape 10826">
                <a:extLst>
                  <a:ext uri="{FF2B5EF4-FFF2-40B4-BE49-F238E27FC236}">
                    <a16:creationId xmlns:a16="http://schemas.microsoft.com/office/drawing/2014/main" id="{410E2C5E-1071-E8FF-B59F-01B68DD2E728}"/>
                  </a:ext>
                </a:extLst>
              </p:cNvPr>
              <p:cNvSpPr/>
              <p:nvPr/>
            </p:nvSpPr>
            <p:spPr>
              <a:xfrm>
                <a:off x="9456936" y="5157141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8 h 6345"/>
                  <a:gd name="connsiteX2" fmla="*/ 6583 w 6343"/>
                  <a:gd name="connsiteY2" fmla="*/ 3305 h 6345"/>
                  <a:gd name="connsiteX3" fmla="*/ 5654 w 6343"/>
                  <a:gd name="connsiteY3" fmla="*/ 1061 h 6345"/>
                  <a:gd name="connsiteX4" fmla="*/ 3412 w 6343"/>
                  <a:gd name="connsiteY4" fmla="*/ 132 h 6345"/>
                  <a:gd name="connsiteX5" fmla="*/ 1169 w 6343"/>
                  <a:gd name="connsiteY5" fmla="*/ 1061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4" y="5548"/>
                    </a:cubicBezTo>
                    <a:cubicBezTo>
                      <a:pt x="6249" y="4953"/>
                      <a:pt x="6583" y="4146"/>
                      <a:pt x="6583" y="3305"/>
                    </a:cubicBezTo>
                    <a:cubicBezTo>
                      <a:pt x="6583" y="2463"/>
                      <a:pt x="6249" y="1656"/>
                      <a:pt x="5654" y="1061"/>
                    </a:cubicBezTo>
                    <a:cubicBezTo>
                      <a:pt x="5060" y="466"/>
                      <a:pt x="4253" y="132"/>
                      <a:pt x="3412" y="132"/>
                    </a:cubicBezTo>
                    <a:cubicBezTo>
                      <a:pt x="2571" y="132"/>
                      <a:pt x="1764" y="466"/>
                      <a:pt x="1169" y="1061"/>
                    </a:cubicBezTo>
                    <a:cubicBezTo>
                      <a:pt x="574" y="1656"/>
                      <a:pt x="240" y="2463"/>
                      <a:pt x="240" y="3305"/>
                    </a:cubicBezTo>
                    <a:cubicBezTo>
                      <a:pt x="240" y="4146"/>
                      <a:pt x="574" y="4953"/>
                      <a:pt x="1169" y="5548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28" name="Freeform: Shape 10827">
                <a:extLst>
                  <a:ext uri="{FF2B5EF4-FFF2-40B4-BE49-F238E27FC236}">
                    <a16:creationId xmlns:a16="http://schemas.microsoft.com/office/drawing/2014/main" id="{252FF7D6-D57F-3448-9B58-C7BAC3E48F90}"/>
                  </a:ext>
                </a:extLst>
              </p:cNvPr>
              <p:cNvSpPr/>
              <p:nvPr/>
            </p:nvSpPr>
            <p:spPr>
              <a:xfrm>
                <a:off x="9457830" y="5156659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8 h 6345"/>
                  <a:gd name="connsiteX2" fmla="*/ 6583 w 6343"/>
                  <a:gd name="connsiteY2" fmla="*/ 3305 h 6345"/>
                  <a:gd name="connsiteX3" fmla="*/ 5655 w 6343"/>
                  <a:gd name="connsiteY3" fmla="*/ 1061 h 6345"/>
                  <a:gd name="connsiteX4" fmla="*/ 3412 w 6343"/>
                  <a:gd name="connsiteY4" fmla="*/ 132 h 6345"/>
                  <a:gd name="connsiteX5" fmla="*/ 1169 w 6343"/>
                  <a:gd name="connsiteY5" fmla="*/ 1061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5" y="5548"/>
                    </a:cubicBezTo>
                    <a:cubicBezTo>
                      <a:pt x="6249" y="4953"/>
                      <a:pt x="6583" y="4146"/>
                      <a:pt x="6583" y="3305"/>
                    </a:cubicBezTo>
                    <a:cubicBezTo>
                      <a:pt x="6583" y="2463"/>
                      <a:pt x="6249" y="1656"/>
                      <a:pt x="5655" y="1061"/>
                    </a:cubicBezTo>
                    <a:cubicBezTo>
                      <a:pt x="5060" y="466"/>
                      <a:pt x="4253" y="132"/>
                      <a:pt x="3412" y="132"/>
                    </a:cubicBezTo>
                    <a:cubicBezTo>
                      <a:pt x="2571" y="132"/>
                      <a:pt x="1764" y="466"/>
                      <a:pt x="1169" y="1061"/>
                    </a:cubicBezTo>
                    <a:cubicBezTo>
                      <a:pt x="575" y="1656"/>
                      <a:pt x="240" y="2463"/>
                      <a:pt x="240" y="3305"/>
                    </a:cubicBezTo>
                    <a:cubicBezTo>
                      <a:pt x="240" y="4146"/>
                      <a:pt x="575" y="4953"/>
                      <a:pt x="1169" y="5548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29" name="Freeform: Shape 10828">
                <a:extLst>
                  <a:ext uri="{FF2B5EF4-FFF2-40B4-BE49-F238E27FC236}">
                    <a16:creationId xmlns:a16="http://schemas.microsoft.com/office/drawing/2014/main" id="{9E4B01C4-8182-E369-519E-B8427F8E6657}"/>
                  </a:ext>
                </a:extLst>
              </p:cNvPr>
              <p:cNvSpPr/>
              <p:nvPr/>
            </p:nvSpPr>
            <p:spPr>
              <a:xfrm>
                <a:off x="9458725" y="5156245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8 h 6345"/>
                  <a:gd name="connsiteX2" fmla="*/ 6584 w 6343"/>
                  <a:gd name="connsiteY2" fmla="*/ 3305 h 6345"/>
                  <a:gd name="connsiteX3" fmla="*/ 5655 w 6343"/>
                  <a:gd name="connsiteY3" fmla="*/ 1061 h 6345"/>
                  <a:gd name="connsiteX4" fmla="*/ 3412 w 6343"/>
                  <a:gd name="connsiteY4" fmla="*/ 132 h 6345"/>
                  <a:gd name="connsiteX5" fmla="*/ 1169 w 6343"/>
                  <a:gd name="connsiteY5" fmla="*/ 1061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5" y="5548"/>
                    </a:cubicBezTo>
                    <a:cubicBezTo>
                      <a:pt x="6249" y="4953"/>
                      <a:pt x="6584" y="4146"/>
                      <a:pt x="6584" y="3305"/>
                    </a:cubicBezTo>
                    <a:cubicBezTo>
                      <a:pt x="6584" y="2463"/>
                      <a:pt x="6249" y="1656"/>
                      <a:pt x="5655" y="1061"/>
                    </a:cubicBezTo>
                    <a:cubicBezTo>
                      <a:pt x="5060" y="466"/>
                      <a:pt x="4253" y="132"/>
                      <a:pt x="3412" y="132"/>
                    </a:cubicBezTo>
                    <a:cubicBezTo>
                      <a:pt x="2571" y="132"/>
                      <a:pt x="1764" y="466"/>
                      <a:pt x="1169" y="1061"/>
                    </a:cubicBezTo>
                    <a:cubicBezTo>
                      <a:pt x="575" y="1656"/>
                      <a:pt x="240" y="2463"/>
                      <a:pt x="240" y="3305"/>
                    </a:cubicBezTo>
                    <a:cubicBezTo>
                      <a:pt x="240" y="4146"/>
                      <a:pt x="575" y="4953"/>
                      <a:pt x="1169" y="5548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30" name="Freeform: Shape 10829">
                <a:extLst>
                  <a:ext uri="{FF2B5EF4-FFF2-40B4-BE49-F238E27FC236}">
                    <a16:creationId xmlns:a16="http://schemas.microsoft.com/office/drawing/2014/main" id="{7F529B4F-86C4-9591-7B19-4FA7010EB221}"/>
                  </a:ext>
                </a:extLst>
              </p:cNvPr>
              <p:cNvSpPr/>
              <p:nvPr/>
            </p:nvSpPr>
            <p:spPr>
              <a:xfrm>
                <a:off x="9477039" y="5014445"/>
                <a:ext cx="6343" cy="6345"/>
              </a:xfrm>
              <a:custGeom>
                <a:avLst/>
                <a:gdLst>
                  <a:gd name="connsiteX0" fmla="*/ 3413 w 6343"/>
                  <a:gd name="connsiteY0" fmla="*/ 6466 h 6345"/>
                  <a:gd name="connsiteX1" fmla="*/ 5656 w 6343"/>
                  <a:gd name="connsiteY1" fmla="*/ 5537 h 6345"/>
                  <a:gd name="connsiteX2" fmla="*/ 6585 w 6343"/>
                  <a:gd name="connsiteY2" fmla="*/ 3294 h 6345"/>
                  <a:gd name="connsiteX3" fmla="*/ 5656 w 6343"/>
                  <a:gd name="connsiteY3" fmla="*/ 1050 h 6345"/>
                  <a:gd name="connsiteX4" fmla="*/ 3413 w 6343"/>
                  <a:gd name="connsiteY4" fmla="*/ 121 h 6345"/>
                  <a:gd name="connsiteX5" fmla="*/ 1171 w 6343"/>
                  <a:gd name="connsiteY5" fmla="*/ 1050 h 6345"/>
                  <a:gd name="connsiteX6" fmla="*/ 242 w 6343"/>
                  <a:gd name="connsiteY6" fmla="*/ 3294 h 6345"/>
                  <a:gd name="connsiteX7" fmla="*/ 1171 w 6343"/>
                  <a:gd name="connsiteY7" fmla="*/ 5537 h 6345"/>
                  <a:gd name="connsiteX8" fmla="*/ 3413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66"/>
                    </a:moveTo>
                    <a:cubicBezTo>
                      <a:pt x="4255" y="6466"/>
                      <a:pt x="5061" y="6132"/>
                      <a:pt x="5656" y="5537"/>
                    </a:cubicBezTo>
                    <a:cubicBezTo>
                      <a:pt x="6251" y="4942"/>
                      <a:pt x="6585" y="4135"/>
                      <a:pt x="6585" y="3294"/>
                    </a:cubicBezTo>
                    <a:cubicBezTo>
                      <a:pt x="6585" y="2452"/>
                      <a:pt x="6251" y="1645"/>
                      <a:pt x="5656" y="1050"/>
                    </a:cubicBezTo>
                    <a:cubicBezTo>
                      <a:pt x="5061" y="455"/>
                      <a:pt x="4255" y="121"/>
                      <a:pt x="3413" y="121"/>
                    </a:cubicBezTo>
                    <a:cubicBezTo>
                      <a:pt x="2572" y="121"/>
                      <a:pt x="1766" y="455"/>
                      <a:pt x="1171" y="1050"/>
                    </a:cubicBezTo>
                    <a:cubicBezTo>
                      <a:pt x="576" y="1645"/>
                      <a:pt x="242" y="2452"/>
                      <a:pt x="242" y="3294"/>
                    </a:cubicBezTo>
                    <a:cubicBezTo>
                      <a:pt x="242" y="4135"/>
                      <a:pt x="576" y="4942"/>
                      <a:pt x="1171" y="5537"/>
                    </a:cubicBezTo>
                    <a:cubicBezTo>
                      <a:pt x="1766" y="6132"/>
                      <a:pt x="2572" y="6466"/>
                      <a:pt x="3413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31" name="Freeform: Shape 10830">
                <a:extLst>
                  <a:ext uri="{FF2B5EF4-FFF2-40B4-BE49-F238E27FC236}">
                    <a16:creationId xmlns:a16="http://schemas.microsoft.com/office/drawing/2014/main" id="{0610E935-A377-5420-10BF-FBB672D59E33}"/>
                  </a:ext>
                </a:extLst>
              </p:cNvPr>
              <p:cNvSpPr/>
              <p:nvPr/>
            </p:nvSpPr>
            <p:spPr>
              <a:xfrm>
                <a:off x="9460581" y="5162013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1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5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1" y="2464"/>
                      <a:pt x="241" y="3305"/>
                    </a:cubicBezTo>
                    <a:cubicBezTo>
                      <a:pt x="241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32" name="Freeform: Shape 10831">
                <a:extLst>
                  <a:ext uri="{FF2B5EF4-FFF2-40B4-BE49-F238E27FC236}">
                    <a16:creationId xmlns:a16="http://schemas.microsoft.com/office/drawing/2014/main" id="{4C2BC754-C1FB-22CD-BA03-206138F573ED}"/>
                  </a:ext>
                </a:extLst>
              </p:cNvPr>
              <p:cNvSpPr/>
              <p:nvPr/>
            </p:nvSpPr>
            <p:spPr>
              <a:xfrm>
                <a:off x="9460753" y="5167032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1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6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33" name="Freeform: Shape 10832">
                <a:extLst>
                  <a:ext uri="{FF2B5EF4-FFF2-40B4-BE49-F238E27FC236}">
                    <a16:creationId xmlns:a16="http://schemas.microsoft.com/office/drawing/2014/main" id="{534468C4-3CED-FDCC-CC4C-511D6EFABAA4}"/>
                  </a:ext>
                </a:extLst>
              </p:cNvPr>
              <p:cNvSpPr/>
              <p:nvPr/>
            </p:nvSpPr>
            <p:spPr>
              <a:xfrm>
                <a:off x="9473401" y="5171442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2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5"/>
                      <a:pt x="6585" y="4147"/>
                      <a:pt x="6585" y="3306"/>
                    </a:cubicBezTo>
                    <a:cubicBezTo>
                      <a:pt x="6585" y="2465"/>
                      <a:pt x="6250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5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34" name="Freeform: Shape 10833">
                <a:extLst>
                  <a:ext uri="{FF2B5EF4-FFF2-40B4-BE49-F238E27FC236}">
                    <a16:creationId xmlns:a16="http://schemas.microsoft.com/office/drawing/2014/main" id="{9BC4D0DF-3114-2526-362B-D7D551C34730}"/>
                  </a:ext>
                </a:extLst>
              </p:cNvPr>
              <p:cNvSpPr/>
              <p:nvPr/>
            </p:nvSpPr>
            <p:spPr>
              <a:xfrm>
                <a:off x="9478510" y="5170356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2"/>
                    </a:cubicBezTo>
                    <a:cubicBezTo>
                      <a:pt x="5061" y="468"/>
                      <a:pt x="4255" y="133"/>
                      <a:pt x="3414" y="133"/>
                    </a:cubicBezTo>
                    <a:cubicBezTo>
                      <a:pt x="2572" y="133"/>
                      <a:pt x="1766" y="468"/>
                      <a:pt x="1171" y="1062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35" name="Freeform: Shape 10834">
                <a:extLst>
                  <a:ext uri="{FF2B5EF4-FFF2-40B4-BE49-F238E27FC236}">
                    <a16:creationId xmlns:a16="http://schemas.microsoft.com/office/drawing/2014/main" id="{95A81216-E418-81A5-99FF-9197184C9304}"/>
                  </a:ext>
                </a:extLst>
              </p:cNvPr>
              <p:cNvSpPr/>
              <p:nvPr/>
            </p:nvSpPr>
            <p:spPr>
              <a:xfrm>
                <a:off x="9479131" y="5171051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4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5" y="133"/>
                      <a:pt x="3414" y="133"/>
                    </a:cubicBezTo>
                    <a:cubicBezTo>
                      <a:pt x="2572" y="133"/>
                      <a:pt x="1766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36" name="Freeform: Shape 10835">
                <a:extLst>
                  <a:ext uri="{FF2B5EF4-FFF2-40B4-BE49-F238E27FC236}">
                    <a16:creationId xmlns:a16="http://schemas.microsoft.com/office/drawing/2014/main" id="{87AA902D-41A3-46A1-2D9A-E2C109D56472}"/>
                  </a:ext>
                </a:extLst>
              </p:cNvPr>
              <p:cNvSpPr/>
              <p:nvPr/>
            </p:nvSpPr>
            <p:spPr>
              <a:xfrm>
                <a:off x="9531912" y="5011362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0 w 6343"/>
                  <a:gd name="connsiteY1" fmla="*/ 5537 h 6345"/>
                  <a:gd name="connsiteX2" fmla="*/ 6589 w 6343"/>
                  <a:gd name="connsiteY2" fmla="*/ 3293 h 6345"/>
                  <a:gd name="connsiteX3" fmla="*/ 5660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3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0" y="5537"/>
                    </a:cubicBezTo>
                    <a:cubicBezTo>
                      <a:pt x="6255" y="4942"/>
                      <a:pt x="6589" y="4135"/>
                      <a:pt x="6589" y="3293"/>
                    </a:cubicBezTo>
                    <a:cubicBezTo>
                      <a:pt x="6589" y="2452"/>
                      <a:pt x="6255" y="1645"/>
                      <a:pt x="5660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0" y="1645"/>
                      <a:pt x="246" y="2452"/>
                      <a:pt x="246" y="3293"/>
                    </a:cubicBezTo>
                    <a:cubicBezTo>
                      <a:pt x="246" y="4135"/>
                      <a:pt x="580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37" name="Freeform: Shape 10836">
                <a:extLst>
                  <a:ext uri="{FF2B5EF4-FFF2-40B4-BE49-F238E27FC236}">
                    <a16:creationId xmlns:a16="http://schemas.microsoft.com/office/drawing/2014/main" id="{F7177D74-8455-A674-BD81-AC64AFA23BD5}"/>
                  </a:ext>
                </a:extLst>
              </p:cNvPr>
              <p:cNvSpPr/>
              <p:nvPr/>
            </p:nvSpPr>
            <p:spPr>
              <a:xfrm>
                <a:off x="9533644" y="5011904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0 w 6343"/>
                  <a:gd name="connsiteY1" fmla="*/ 5537 h 6345"/>
                  <a:gd name="connsiteX2" fmla="*/ 6589 w 6343"/>
                  <a:gd name="connsiteY2" fmla="*/ 3293 h 6345"/>
                  <a:gd name="connsiteX3" fmla="*/ 5660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3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0" y="5537"/>
                    </a:cubicBezTo>
                    <a:cubicBezTo>
                      <a:pt x="6255" y="4942"/>
                      <a:pt x="6589" y="4135"/>
                      <a:pt x="6589" y="3293"/>
                    </a:cubicBezTo>
                    <a:cubicBezTo>
                      <a:pt x="6589" y="2452"/>
                      <a:pt x="6255" y="1645"/>
                      <a:pt x="5660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0" y="1645"/>
                      <a:pt x="246" y="2452"/>
                      <a:pt x="246" y="3293"/>
                    </a:cubicBezTo>
                    <a:cubicBezTo>
                      <a:pt x="246" y="4135"/>
                      <a:pt x="580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38" name="Freeform: Shape 10837">
                <a:extLst>
                  <a:ext uri="{FF2B5EF4-FFF2-40B4-BE49-F238E27FC236}">
                    <a16:creationId xmlns:a16="http://schemas.microsoft.com/office/drawing/2014/main" id="{11F762CD-4466-B8CF-0792-E313135FB2CA}"/>
                  </a:ext>
                </a:extLst>
              </p:cNvPr>
              <p:cNvSpPr/>
              <p:nvPr/>
            </p:nvSpPr>
            <p:spPr>
              <a:xfrm>
                <a:off x="9534889" y="5013950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90" y="4135"/>
                      <a:pt x="6590" y="3294"/>
                    </a:cubicBezTo>
                    <a:cubicBezTo>
                      <a:pt x="6590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6" y="2452"/>
                      <a:pt x="246" y="3294"/>
                    </a:cubicBezTo>
                    <a:cubicBezTo>
                      <a:pt x="246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39" name="Freeform: Shape 10838">
                <a:extLst>
                  <a:ext uri="{FF2B5EF4-FFF2-40B4-BE49-F238E27FC236}">
                    <a16:creationId xmlns:a16="http://schemas.microsoft.com/office/drawing/2014/main" id="{B66A1D72-DA3E-C78E-DB06-ECE35F67A303}"/>
                  </a:ext>
                </a:extLst>
              </p:cNvPr>
              <p:cNvSpPr/>
              <p:nvPr/>
            </p:nvSpPr>
            <p:spPr>
              <a:xfrm>
                <a:off x="9536724" y="5014154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7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90" y="4135"/>
                      <a:pt x="6590" y="3294"/>
                    </a:cubicBezTo>
                    <a:cubicBezTo>
                      <a:pt x="6590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40" name="Freeform: Shape 10839">
                <a:extLst>
                  <a:ext uri="{FF2B5EF4-FFF2-40B4-BE49-F238E27FC236}">
                    <a16:creationId xmlns:a16="http://schemas.microsoft.com/office/drawing/2014/main" id="{9BE98526-6312-D024-C33F-F82C04ACCFC2}"/>
                  </a:ext>
                </a:extLst>
              </p:cNvPr>
              <p:cNvSpPr/>
              <p:nvPr/>
            </p:nvSpPr>
            <p:spPr>
              <a:xfrm>
                <a:off x="9538599" y="5014250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41" name="Freeform: Shape 10840">
                <a:extLst>
                  <a:ext uri="{FF2B5EF4-FFF2-40B4-BE49-F238E27FC236}">
                    <a16:creationId xmlns:a16="http://schemas.microsoft.com/office/drawing/2014/main" id="{1F0A4E20-F20B-FFB2-68E3-26744A087FE5}"/>
                  </a:ext>
                </a:extLst>
              </p:cNvPr>
              <p:cNvSpPr/>
              <p:nvPr/>
            </p:nvSpPr>
            <p:spPr>
              <a:xfrm>
                <a:off x="9540476" y="5014359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60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60" y="121"/>
                      <a:pt x="3418" y="121"/>
                    </a:cubicBezTo>
                    <a:cubicBezTo>
                      <a:pt x="2577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42" name="Freeform: Shape 10841">
                <a:extLst>
                  <a:ext uri="{FF2B5EF4-FFF2-40B4-BE49-F238E27FC236}">
                    <a16:creationId xmlns:a16="http://schemas.microsoft.com/office/drawing/2014/main" id="{A433675D-72B1-DF1A-02C1-0C3437C574A2}"/>
                  </a:ext>
                </a:extLst>
              </p:cNvPr>
              <p:cNvSpPr/>
              <p:nvPr/>
            </p:nvSpPr>
            <p:spPr>
              <a:xfrm>
                <a:off x="9542439" y="5014243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60" y="121"/>
                      <a:pt x="3419" y="121"/>
                    </a:cubicBezTo>
                    <a:cubicBezTo>
                      <a:pt x="2577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43" name="Freeform: Shape 10842">
                <a:extLst>
                  <a:ext uri="{FF2B5EF4-FFF2-40B4-BE49-F238E27FC236}">
                    <a16:creationId xmlns:a16="http://schemas.microsoft.com/office/drawing/2014/main" id="{8B441690-4320-87F5-513F-6ADBEBE6A6CE}"/>
                  </a:ext>
                </a:extLst>
              </p:cNvPr>
              <p:cNvSpPr/>
              <p:nvPr/>
            </p:nvSpPr>
            <p:spPr>
              <a:xfrm>
                <a:off x="9544343" y="5014319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44" name="Freeform: Shape 10843">
                <a:extLst>
                  <a:ext uri="{FF2B5EF4-FFF2-40B4-BE49-F238E27FC236}">
                    <a16:creationId xmlns:a16="http://schemas.microsoft.com/office/drawing/2014/main" id="{6FF81CF7-D009-3BF2-4FC3-0362C02ED2B1}"/>
                  </a:ext>
                </a:extLst>
              </p:cNvPr>
              <p:cNvSpPr/>
              <p:nvPr/>
            </p:nvSpPr>
            <p:spPr>
              <a:xfrm>
                <a:off x="9546207" y="5014525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45" name="Freeform: Shape 10844">
                <a:extLst>
                  <a:ext uri="{FF2B5EF4-FFF2-40B4-BE49-F238E27FC236}">
                    <a16:creationId xmlns:a16="http://schemas.microsoft.com/office/drawing/2014/main" id="{C378C37A-C47D-F891-C76A-6E3D59A7A739}"/>
                  </a:ext>
                </a:extLst>
              </p:cNvPr>
              <p:cNvSpPr/>
              <p:nvPr/>
            </p:nvSpPr>
            <p:spPr>
              <a:xfrm>
                <a:off x="9548029" y="5014861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2" y="5537"/>
                    </a:cubicBezTo>
                    <a:cubicBezTo>
                      <a:pt x="6256" y="4942"/>
                      <a:pt x="6591" y="4135"/>
                      <a:pt x="6591" y="3294"/>
                    </a:cubicBezTo>
                    <a:cubicBezTo>
                      <a:pt x="6591" y="2452"/>
                      <a:pt x="6256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2" y="1645"/>
                      <a:pt x="247" y="2452"/>
                      <a:pt x="247" y="3294"/>
                    </a:cubicBezTo>
                    <a:cubicBezTo>
                      <a:pt x="247" y="4135"/>
                      <a:pt x="582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46" name="Freeform: Shape 10845">
                <a:extLst>
                  <a:ext uri="{FF2B5EF4-FFF2-40B4-BE49-F238E27FC236}">
                    <a16:creationId xmlns:a16="http://schemas.microsoft.com/office/drawing/2014/main" id="{CFA34432-BE38-CFDB-98D7-2ED500E94D71}"/>
                  </a:ext>
                </a:extLst>
              </p:cNvPr>
              <p:cNvSpPr/>
              <p:nvPr/>
            </p:nvSpPr>
            <p:spPr>
              <a:xfrm>
                <a:off x="9549672" y="5015679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8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2" y="5537"/>
                    </a:cubicBezTo>
                    <a:cubicBezTo>
                      <a:pt x="6256" y="4942"/>
                      <a:pt x="6591" y="4135"/>
                      <a:pt x="6591" y="3294"/>
                    </a:cubicBezTo>
                    <a:cubicBezTo>
                      <a:pt x="6591" y="2452"/>
                      <a:pt x="6256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2" y="1645"/>
                      <a:pt x="248" y="2452"/>
                      <a:pt x="248" y="3294"/>
                    </a:cubicBezTo>
                    <a:cubicBezTo>
                      <a:pt x="248" y="4135"/>
                      <a:pt x="582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47" name="Freeform: Shape 10846">
                <a:extLst>
                  <a:ext uri="{FF2B5EF4-FFF2-40B4-BE49-F238E27FC236}">
                    <a16:creationId xmlns:a16="http://schemas.microsoft.com/office/drawing/2014/main" id="{E9337EC2-980D-345B-BE01-6A0763981A76}"/>
                  </a:ext>
                </a:extLst>
              </p:cNvPr>
              <p:cNvSpPr/>
              <p:nvPr/>
            </p:nvSpPr>
            <p:spPr>
              <a:xfrm>
                <a:off x="9551287" y="5016564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7 w 6343"/>
                  <a:gd name="connsiteY5" fmla="*/ 1050 h 6345"/>
                  <a:gd name="connsiteX6" fmla="*/ 248 w 6343"/>
                  <a:gd name="connsiteY6" fmla="*/ 3294 h 6345"/>
                  <a:gd name="connsiteX7" fmla="*/ 1177 w 6343"/>
                  <a:gd name="connsiteY7" fmla="*/ 5537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2"/>
                      <a:pt x="5662" y="5537"/>
                    </a:cubicBezTo>
                    <a:cubicBezTo>
                      <a:pt x="6257" y="4942"/>
                      <a:pt x="6591" y="4135"/>
                      <a:pt x="6591" y="3294"/>
                    </a:cubicBezTo>
                    <a:cubicBezTo>
                      <a:pt x="6591" y="2452"/>
                      <a:pt x="6257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7" y="1050"/>
                    </a:cubicBezTo>
                    <a:cubicBezTo>
                      <a:pt x="582" y="1645"/>
                      <a:pt x="248" y="2452"/>
                      <a:pt x="248" y="3294"/>
                    </a:cubicBezTo>
                    <a:cubicBezTo>
                      <a:pt x="248" y="4135"/>
                      <a:pt x="582" y="4942"/>
                      <a:pt x="1177" y="5537"/>
                    </a:cubicBezTo>
                    <a:cubicBezTo>
                      <a:pt x="1771" y="6132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48" name="Freeform: Shape 10847">
                <a:extLst>
                  <a:ext uri="{FF2B5EF4-FFF2-40B4-BE49-F238E27FC236}">
                    <a16:creationId xmlns:a16="http://schemas.microsoft.com/office/drawing/2014/main" id="{8B72D2BD-B8FD-5394-D053-65EC5B0DB1F2}"/>
                  </a:ext>
                </a:extLst>
              </p:cNvPr>
              <p:cNvSpPr/>
              <p:nvPr/>
            </p:nvSpPr>
            <p:spPr>
              <a:xfrm>
                <a:off x="9552299" y="5018978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1 h 6345"/>
                  <a:gd name="connsiteX4" fmla="*/ 3419 w 6343"/>
                  <a:gd name="connsiteY4" fmla="*/ 121 h 6345"/>
                  <a:gd name="connsiteX5" fmla="*/ 1177 w 6343"/>
                  <a:gd name="connsiteY5" fmla="*/ 1051 h 6345"/>
                  <a:gd name="connsiteX6" fmla="*/ 248 w 6343"/>
                  <a:gd name="connsiteY6" fmla="*/ 3294 h 6345"/>
                  <a:gd name="connsiteX7" fmla="*/ 1177 w 6343"/>
                  <a:gd name="connsiteY7" fmla="*/ 5537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2"/>
                      <a:pt x="5662" y="5537"/>
                    </a:cubicBezTo>
                    <a:cubicBezTo>
                      <a:pt x="6257" y="4942"/>
                      <a:pt x="6591" y="4135"/>
                      <a:pt x="6591" y="3294"/>
                    </a:cubicBezTo>
                    <a:cubicBezTo>
                      <a:pt x="6591" y="2453"/>
                      <a:pt x="6257" y="1646"/>
                      <a:pt x="5662" y="1051"/>
                    </a:cubicBezTo>
                    <a:cubicBezTo>
                      <a:pt x="5067" y="456"/>
                      <a:pt x="4260" y="121"/>
                      <a:pt x="3419" y="121"/>
                    </a:cubicBezTo>
                    <a:cubicBezTo>
                      <a:pt x="2578" y="121"/>
                      <a:pt x="1771" y="456"/>
                      <a:pt x="1177" y="1051"/>
                    </a:cubicBezTo>
                    <a:cubicBezTo>
                      <a:pt x="582" y="1646"/>
                      <a:pt x="248" y="2453"/>
                      <a:pt x="248" y="3294"/>
                    </a:cubicBezTo>
                    <a:cubicBezTo>
                      <a:pt x="248" y="4135"/>
                      <a:pt x="582" y="4942"/>
                      <a:pt x="1177" y="5537"/>
                    </a:cubicBezTo>
                    <a:cubicBezTo>
                      <a:pt x="1771" y="6132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49" name="Freeform: Shape 10848">
                <a:extLst>
                  <a:ext uri="{FF2B5EF4-FFF2-40B4-BE49-F238E27FC236}">
                    <a16:creationId xmlns:a16="http://schemas.microsoft.com/office/drawing/2014/main" id="{BD6F836A-2367-A19D-33BC-6493818A3C55}"/>
                  </a:ext>
                </a:extLst>
              </p:cNvPr>
              <p:cNvSpPr/>
              <p:nvPr/>
            </p:nvSpPr>
            <p:spPr>
              <a:xfrm>
                <a:off x="9552912" y="5022326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8 h 6345"/>
                  <a:gd name="connsiteX2" fmla="*/ 6591 w 6343"/>
                  <a:gd name="connsiteY2" fmla="*/ 3294 h 6345"/>
                  <a:gd name="connsiteX3" fmla="*/ 5662 w 6343"/>
                  <a:gd name="connsiteY3" fmla="*/ 1051 h 6345"/>
                  <a:gd name="connsiteX4" fmla="*/ 3419 w 6343"/>
                  <a:gd name="connsiteY4" fmla="*/ 122 h 6345"/>
                  <a:gd name="connsiteX5" fmla="*/ 1177 w 6343"/>
                  <a:gd name="connsiteY5" fmla="*/ 1051 h 6345"/>
                  <a:gd name="connsiteX6" fmla="*/ 248 w 6343"/>
                  <a:gd name="connsiteY6" fmla="*/ 3294 h 6345"/>
                  <a:gd name="connsiteX7" fmla="*/ 1177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3"/>
                      <a:pt x="5662" y="5538"/>
                    </a:cubicBezTo>
                    <a:cubicBezTo>
                      <a:pt x="6257" y="4943"/>
                      <a:pt x="6591" y="4136"/>
                      <a:pt x="6591" y="3294"/>
                    </a:cubicBezTo>
                    <a:cubicBezTo>
                      <a:pt x="6591" y="2453"/>
                      <a:pt x="6257" y="1646"/>
                      <a:pt x="5662" y="1051"/>
                    </a:cubicBezTo>
                    <a:cubicBezTo>
                      <a:pt x="5067" y="456"/>
                      <a:pt x="4260" y="122"/>
                      <a:pt x="3419" y="122"/>
                    </a:cubicBezTo>
                    <a:cubicBezTo>
                      <a:pt x="2578" y="122"/>
                      <a:pt x="1771" y="456"/>
                      <a:pt x="1177" y="1051"/>
                    </a:cubicBezTo>
                    <a:cubicBezTo>
                      <a:pt x="582" y="1646"/>
                      <a:pt x="248" y="2453"/>
                      <a:pt x="248" y="3294"/>
                    </a:cubicBezTo>
                    <a:cubicBezTo>
                      <a:pt x="248" y="4136"/>
                      <a:pt x="582" y="4943"/>
                      <a:pt x="1177" y="5538"/>
                    </a:cubicBezTo>
                    <a:cubicBezTo>
                      <a:pt x="1771" y="6133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50" name="Freeform: Shape 10849">
                <a:extLst>
                  <a:ext uri="{FF2B5EF4-FFF2-40B4-BE49-F238E27FC236}">
                    <a16:creationId xmlns:a16="http://schemas.microsoft.com/office/drawing/2014/main" id="{2B313BCF-BBC3-8FC6-D61F-9F4DC9D5EC98}"/>
                  </a:ext>
                </a:extLst>
              </p:cNvPr>
              <p:cNvSpPr/>
              <p:nvPr/>
            </p:nvSpPr>
            <p:spPr>
              <a:xfrm>
                <a:off x="9554505" y="5023172"/>
                <a:ext cx="6343" cy="6345"/>
              </a:xfrm>
              <a:custGeom>
                <a:avLst/>
                <a:gdLst>
                  <a:gd name="connsiteX0" fmla="*/ 3420 w 6343"/>
                  <a:gd name="connsiteY0" fmla="*/ 6467 h 6345"/>
                  <a:gd name="connsiteX1" fmla="*/ 5662 w 6343"/>
                  <a:gd name="connsiteY1" fmla="*/ 5538 h 6345"/>
                  <a:gd name="connsiteX2" fmla="*/ 6591 w 6343"/>
                  <a:gd name="connsiteY2" fmla="*/ 3294 h 6345"/>
                  <a:gd name="connsiteX3" fmla="*/ 5662 w 6343"/>
                  <a:gd name="connsiteY3" fmla="*/ 1051 h 6345"/>
                  <a:gd name="connsiteX4" fmla="*/ 3420 w 6343"/>
                  <a:gd name="connsiteY4" fmla="*/ 122 h 6345"/>
                  <a:gd name="connsiteX5" fmla="*/ 1177 w 6343"/>
                  <a:gd name="connsiteY5" fmla="*/ 1051 h 6345"/>
                  <a:gd name="connsiteX6" fmla="*/ 248 w 6343"/>
                  <a:gd name="connsiteY6" fmla="*/ 3294 h 6345"/>
                  <a:gd name="connsiteX7" fmla="*/ 1177 w 6343"/>
                  <a:gd name="connsiteY7" fmla="*/ 5538 h 6345"/>
                  <a:gd name="connsiteX8" fmla="*/ 342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67"/>
                    </a:moveTo>
                    <a:cubicBezTo>
                      <a:pt x="4261" y="6467"/>
                      <a:pt x="5067" y="6133"/>
                      <a:pt x="5662" y="5538"/>
                    </a:cubicBezTo>
                    <a:cubicBezTo>
                      <a:pt x="6257" y="4943"/>
                      <a:pt x="6591" y="4136"/>
                      <a:pt x="6591" y="3294"/>
                    </a:cubicBezTo>
                    <a:cubicBezTo>
                      <a:pt x="6591" y="2453"/>
                      <a:pt x="6257" y="1646"/>
                      <a:pt x="5662" y="1051"/>
                    </a:cubicBezTo>
                    <a:cubicBezTo>
                      <a:pt x="5067" y="456"/>
                      <a:pt x="4261" y="122"/>
                      <a:pt x="3420" y="122"/>
                    </a:cubicBezTo>
                    <a:cubicBezTo>
                      <a:pt x="2578" y="122"/>
                      <a:pt x="1772" y="456"/>
                      <a:pt x="1177" y="1051"/>
                    </a:cubicBezTo>
                    <a:cubicBezTo>
                      <a:pt x="582" y="1646"/>
                      <a:pt x="248" y="2453"/>
                      <a:pt x="248" y="3294"/>
                    </a:cubicBezTo>
                    <a:cubicBezTo>
                      <a:pt x="248" y="4136"/>
                      <a:pt x="582" y="4943"/>
                      <a:pt x="1177" y="5538"/>
                    </a:cubicBezTo>
                    <a:cubicBezTo>
                      <a:pt x="1772" y="6133"/>
                      <a:pt x="2578" y="6467"/>
                      <a:pt x="342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51" name="Freeform: Shape 10850">
                <a:extLst>
                  <a:ext uri="{FF2B5EF4-FFF2-40B4-BE49-F238E27FC236}">
                    <a16:creationId xmlns:a16="http://schemas.microsoft.com/office/drawing/2014/main" id="{4F4BA961-2B25-1358-3770-96DF299B192A}"/>
                  </a:ext>
                </a:extLst>
              </p:cNvPr>
              <p:cNvSpPr/>
              <p:nvPr/>
            </p:nvSpPr>
            <p:spPr>
              <a:xfrm>
                <a:off x="9555924" y="5024433"/>
                <a:ext cx="6343" cy="6345"/>
              </a:xfrm>
              <a:custGeom>
                <a:avLst/>
                <a:gdLst>
                  <a:gd name="connsiteX0" fmla="*/ 3420 w 6343"/>
                  <a:gd name="connsiteY0" fmla="*/ 6467 h 6345"/>
                  <a:gd name="connsiteX1" fmla="*/ 5662 w 6343"/>
                  <a:gd name="connsiteY1" fmla="*/ 5538 h 6345"/>
                  <a:gd name="connsiteX2" fmla="*/ 6591 w 6343"/>
                  <a:gd name="connsiteY2" fmla="*/ 3294 h 6345"/>
                  <a:gd name="connsiteX3" fmla="*/ 5662 w 6343"/>
                  <a:gd name="connsiteY3" fmla="*/ 1051 h 6345"/>
                  <a:gd name="connsiteX4" fmla="*/ 3420 w 6343"/>
                  <a:gd name="connsiteY4" fmla="*/ 122 h 6345"/>
                  <a:gd name="connsiteX5" fmla="*/ 1177 w 6343"/>
                  <a:gd name="connsiteY5" fmla="*/ 1051 h 6345"/>
                  <a:gd name="connsiteX6" fmla="*/ 248 w 6343"/>
                  <a:gd name="connsiteY6" fmla="*/ 3294 h 6345"/>
                  <a:gd name="connsiteX7" fmla="*/ 1177 w 6343"/>
                  <a:gd name="connsiteY7" fmla="*/ 5538 h 6345"/>
                  <a:gd name="connsiteX8" fmla="*/ 342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67"/>
                    </a:moveTo>
                    <a:cubicBezTo>
                      <a:pt x="4261" y="6467"/>
                      <a:pt x="5067" y="6133"/>
                      <a:pt x="5662" y="5538"/>
                    </a:cubicBezTo>
                    <a:cubicBezTo>
                      <a:pt x="6257" y="4943"/>
                      <a:pt x="6591" y="4136"/>
                      <a:pt x="6591" y="3294"/>
                    </a:cubicBezTo>
                    <a:cubicBezTo>
                      <a:pt x="6591" y="2453"/>
                      <a:pt x="6257" y="1646"/>
                      <a:pt x="5662" y="1051"/>
                    </a:cubicBezTo>
                    <a:cubicBezTo>
                      <a:pt x="5067" y="456"/>
                      <a:pt x="4261" y="122"/>
                      <a:pt x="3420" y="122"/>
                    </a:cubicBezTo>
                    <a:cubicBezTo>
                      <a:pt x="2579" y="122"/>
                      <a:pt x="1772" y="456"/>
                      <a:pt x="1177" y="1051"/>
                    </a:cubicBezTo>
                    <a:cubicBezTo>
                      <a:pt x="582" y="1646"/>
                      <a:pt x="248" y="2453"/>
                      <a:pt x="248" y="3294"/>
                    </a:cubicBezTo>
                    <a:cubicBezTo>
                      <a:pt x="248" y="4136"/>
                      <a:pt x="582" y="4943"/>
                      <a:pt x="1177" y="5538"/>
                    </a:cubicBezTo>
                    <a:cubicBezTo>
                      <a:pt x="1772" y="6133"/>
                      <a:pt x="2579" y="6467"/>
                      <a:pt x="342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52" name="Freeform: Shape 10851">
                <a:extLst>
                  <a:ext uri="{FF2B5EF4-FFF2-40B4-BE49-F238E27FC236}">
                    <a16:creationId xmlns:a16="http://schemas.microsoft.com/office/drawing/2014/main" id="{11C6462B-82AE-B4D8-B039-31539D92EAB6}"/>
                  </a:ext>
                </a:extLst>
              </p:cNvPr>
              <p:cNvSpPr/>
              <p:nvPr/>
            </p:nvSpPr>
            <p:spPr>
              <a:xfrm>
                <a:off x="9528594" y="5126478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7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2 h 6345"/>
                  <a:gd name="connsiteX7" fmla="*/ 1175 w 6343"/>
                  <a:gd name="connsiteY7" fmla="*/ 5546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9" y="6475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2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9" y="130"/>
                      <a:pt x="3417" y="130"/>
                    </a:cubicBezTo>
                    <a:cubicBezTo>
                      <a:pt x="2576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2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53" name="Freeform: Shape 10852">
                <a:extLst>
                  <a:ext uri="{FF2B5EF4-FFF2-40B4-BE49-F238E27FC236}">
                    <a16:creationId xmlns:a16="http://schemas.microsoft.com/office/drawing/2014/main" id="{7852EB22-8EDC-2AA4-206D-E97E05109570}"/>
                  </a:ext>
                </a:extLst>
              </p:cNvPr>
              <p:cNvSpPr/>
              <p:nvPr/>
            </p:nvSpPr>
            <p:spPr>
              <a:xfrm>
                <a:off x="9529706" y="5126830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59 h 6345"/>
                  <a:gd name="connsiteX4" fmla="*/ 3418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9" y="130"/>
                      <a:pt x="3418" y="130"/>
                    </a:cubicBezTo>
                    <a:cubicBezTo>
                      <a:pt x="2576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3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6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54" name="Freeform: Shape 10853">
                <a:extLst>
                  <a:ext uri="{FF2B5EF4-FFF2-40B4-BE49-F238E27FC236}">
                    <a16:creationId xmlns:a16="http://schemas.microsoft.com/office/drawing/2014/main" id="{79768D2D-09EC-8BF2-C644-E11EDD510876}"/>
                  </a:ext>
                </a:extLst>
              </p:cNvPr>
              <p:cNvSpPr/>
              <p:nvPr/>
            </p:nvSpPr>
            <p:spPr>
              <a:xfrm>
                <a:off x="9530643" y="5127524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59 h 6345"/>
                  <a:gd name="connsiteX4" fmla="*/ 3418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9" y="130"/>
                      <a:pt x="3418" y="130"/>
                    </a:cubicBezTo>
                    <a:cubicBezTo>
                      <a:pt x="2577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3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7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55" name="Freeform: Shape 10854">
                <a:extLst>
                  <a:ext uri="{FF2B5EF4-FFF2-40B4-BE49-F238E27FC236}">
                    <a16:creationId xmlns:a16="http://schemas.microsoft.com/office/drawing/2014/main" id="{F257E727-33BF-3D50-B7B7-D00288840202}"/>
                  </a:ext>
                </a:extLst>
              </p:cNvPr>
              <p:cNvSpPr/>
              <p:nvPr/>
            </p:nvSpPr>
            <p:spPr>
              <a:xfrm>
                <a:off x="9530756" y="5129778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59 h 6345"/>
                  <a:gd name="connsiteX4" fmla="*/ 3418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6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6" y="464"/>
                      <a:pt x="4259" y="130"/>
                      <a:pt x="3418" y="130"/>
                    </a:cubicBezTo>
                    <a:cubicBezTo>
                      <a:pt x="2577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3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7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56" name="Freeform: Shape 10855">
                <a:extLst>
                  <a:ext uri="{FF2B5EF4-FFF2-40B4-BE49-F238E27FC236}">
                    <a16:creationId xmlns:a16="http://schemas.microsoft.com/office/drawing/2014/main" id="{213A328F-2297-22D7-A812-C4B8B7D9ECC6}"/>
                  </a:ext>
                </a:extLst>
              </p:cNvPr>
              <p:cNvSpPr/>
              <p:nvPr/>
            </p:nvSpPr>
            <p:spPr>
              <a:xfrm>
                <a:off x="9530608" y="5132470"/>
                <a:ext cx="6343" cy="6345"/>
              </a:xfrm>
              <a:custGeom>
                <a:avLst/>
                <a:gdLst>
                  <a:gd name="connsiteX0" fmla="*/ 3418 w 6343"/>
                  <a:gd name="connsiteY0" fmla="*/ 6476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60 h 6345"/>
                  <a:gd name="connsiteX4" fmla="*/ 3418 w 6343"/>
                  <a:gd name="connsiteY4" fmla="*/ 130 h 6345"/>
                  <a:gd name="connsiteX5" fmla="*/ 1175 w 6343"/>
                  <a:gd name="connsiteY5" fmla="*/ 1060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8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6"/>
                    </a:moveTo>
                    <a:cubicBezTo>
                      <a:pt x="4259" y="6476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2"/>
                      <a:pt x="6255" y="1654"/>
                      <a:pt x="5660" y="1060"/>
                    </a:cubicBezTo>
                    <a:cubicBezTo>
                      <a:pt x="5065" y="465"/>
                      <a:pt x="4259" y="130"/>
                      <a:pt x="3418" y="130"/>
                    </a:cubicBezTo>
                    <a:cubicBezTo>
                      <a:pt x="2577" y="130"/>
                      <a:pt x="1770" y="465"/>
                      <a:pt x="1175" y="1060"/>
                    </a:cubicBezTo>
                    <a:cubicBezTo>
                      <a:pt x="580" y="1654"/>
                      <a:pt x="246" y="2462"/>
                      <a:pt x="246" y="3303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7" y="6476"/>
                      <a:pt x="3418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57" name="Freeform: Shape 10856">
                <a:extLst>
                  <a:ext uri="{FF2B5EF4-FFF2-40B4-BE49-F238E27FC236}">
                    <a16:creationId xmlns:a16="http://schemas.microsoft.com/office/drawing/2014/main" id="{420E5129-B5AA-CC00-22DC-633D2DEA4DDF}"/>
                  </a:ext>
                </a:extLst>
              </p:cNvPr>
              <p:cNvSpPr/>
              <p:nvPr/>
            </p:nvSpPr>
            <p:spPr>
              <a:xfrm>
                <a:off x="9530730" y="5134602"/>
                <a:ext cx="6343" cy="6345"/>
              </a:xfrm>
              <a:custGeom>
                <a:avLst/>
                <a:gdLst>
                  <a:gd name="connsiteX0" fmla="*/ 3418 w 6343"/>
                  <a:gd name="connsiteY0" fmla="*/ 6476 h 6345"/>
                  <a:gd name="connsiteX1" fmla="*/ 5660 w 6343"/>
                  <a:gd name="connsiteY1" fmla="*/ 5547 h 6345"/>
                  <a:gd name="connsiteX2" fmla="*/ 6589 w 6343"/>
                  <a:gd name="connsiteY2" fmla="*/ 3303 h 6345"/>
                  <a:gd name="connsiteX3" fmla="*/ 5660 w 6343"/>
                  <a:gd name="connsiteY3" fmla="*/ 1060 h 6345"/>
                  <a:gd name="connsiteX4" fmla="*/ 3418 w 6343"/>
                  <a:gd name="connsiteY4" fmla="*/ 130 h 6345"/>
                  <a:gd name="connsiteX5" fmla="*/ 1175 w 6343"/>
                  <a:gd name="connsiteY5" fmla="*/ 1060 h 6345"/>
                  <a:gd name="connsiteX6" fmla="*/ 246 w 6343"/>
                  <a:gd name="connsiteY6" fmla="*/ 3303 h 6345"/>
                  <a:gd name="connsiteX7" fmla="*/ 1175 w 6343"/>
                  <a:gd name="connsiteY7" fmla="*/ 5547 h 6345"/>
                  <a:gd name="connsiteX8" fmla="*/ 3418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6"/>
                    </a:moveTo>
                    <a:cubicBezTo>
                      <a:pt x="4259" y="6476"/>
                      <a:pt x="5066" y="6142"/>
                      <a:pt x="5660" y="5547"/>
                    </a:cubicBezTo>
                    <a:cubicBezTo>
                      <a:pt x="6255" y="4952"/>
                      <a:pt x="6589" y="4145"/>
                      <a:pt x="6589" y="3303"/>
                    </a:cubicBezTo>
                    <a:cubicBezTo>
                      <a:pt x="6589" y="2462"/>
                      <a:pt x="6255" y="1655"/>
                      <a:pt x="5660" y="1060"/>
                    </a:cubicBezTo>
                    <a:cubicBezTo>
                      <a:pt x="5066" y="465"/>
                      <a:pt x="4259" y="130"/>
                      <a:pt x="3418" y="130"/>
                    </a:cubicBezTo>
                    <a:cubicBezTo>
                      <a:pt x="2577" y="130"/>
                      <a:pt x="1770" y="465"/>
                      <a:pt x="1175" y="1060"/>
                    </a:cubicBezTo>
                    <a:cubicBezTo>
                      <a:pt x="580" y="1655"/>
                      <a:pt x="246" y="2462"/>
                      <a:pt x="246" y="3303"/>
                    </a:cubicBezTo>
                    <a:cubicBezTo>
                      <a:pt x="246" y="4145"/>
                      <a:pt x="580" y="4952"/>
                      <a:pt x="1175" y="5547"/>
                    </a:cubicBezTo>
                    <a:cubicBezTo>
                      <a:pt x="1770" y="6142"/>
                      <a:pt x="2577" y="6476"/>
                      <a:pt x="3418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58" name="Freeform: Shape 10857">
                <a:extLst>
                  <a:ext uri="{FF2B5EF4-FFF2-40B4-BE49-F238E27FC236}">
                    <a16:creationId xmlns:a16="http://schemas.microsoft.com/office/drawing/2014/main" id="{41FB292E-C5C2-3E0D-45F3-A7871448CA1C}"/>
                  </a:ext>
                </a:extLst>
              </p:cNvPr>
              <p:cNvSpPr/>
              <p:nvPr/>
            </p:nvSpPr>
            <p:spPr>
              <a:xfrm>
                <a:off x="9529982" y="5138269"/>
                <a:ext cx="6343" cy="6345"/>
              </a:xfrm>
              <a:custGeom>
                <a:avLst/>
                <a:gdLst>
                  <a:gd name="connsiteX0" fmla="*/ 3418 w 6343"/>
                  <a:gd name="connsiteY0" fmla="*/ 6476 h 6345"/>
                  <a:gd name="connsiteX1" fmla="*/ 5660 w 6343"/>
                  <a:gd name="connsiteY1" fmla="*/ 5547 h 6345"/>
                  <a:gd name="connsiteX2" fmla="*/ 6589 w 6343"/>
                  <a:gd name="connsiteY2" fmla="*/ 3303 h 6345"/>
                  <a:gd name="connsiteX3" fmla="*/ 5660 w 6343"/>
                  <a:gd name="connsiteY3" fmla="*/ 1060 h 6345"/>
                  <a:gd name="connsiteX4" fmla="*/ 3418 w 6343"/>
                  <a:gd name="connsiteY4" fmla="*/ 131 h 6345"/>
                  <a:gd name="connsiteX5" fmla="*/ 1175 w 6343"/>
                  <a:gd name="connsiteY5" fmla="*/ 1060 h 6345"/>
                  <a:gd name="connsiteX6" fmla="*/ 246 w 6343"/>
                  <a:gd name="connsiteY6" fmla="*/ 3303 h 6345"/>
                  <a:gd name="connsiteX7" fmla="*/ 1175 w 6343"/>
                  <a:gd name="connsiteY7" fmla="*/ 5547 h 6345"/>
                  <a:gd name="connsiteX8" fmla="*/ 3418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6"/>
                    </a:moveTo>
                    <a:cubicBezTo>
                      <a:pt x="4259" y="6476"/>
                      <a:pt x="5065" y="6142"/>
                      <a:pt x="5660" y="5547"/>
                    </a:cubicBezTo>
                    <a:cubicBezTo>
                      <a:pt x="6255" y="4952"/>
                      <a:pt x="6589" y="4145"/>
                      <a:pt x="6589" y="3303"/>
                    </a:cubicBezTo>
                    <a:cubicBezTo>
                      <a:pt x="6589" y="2462"/>
                      <a:pt x="6255" y="1655"/>
                      <a:pt x="5660" y="1060"/>
                    </a:cubicBezTo>
                    <a:cubicBezTo>
                      <a:pt x="5065" y="465"/>
                      <a:pt x="4259" y="131"/>
                      <a:pt x="3418" y="131"/>
                    </a:cubicBezTo>
                    <a:cubicBezTo>
                      <a:pt x="2576" y="131"/>
                      <a:pt x="1770" y="465"/>
                      <a:pt x="1175" y="1060"/>
                    </a:cubicBezTo>
                    <a:cubicBezTo>
                      <a:pt x="580" y="1655"/>
                      <a:pt x="246" y="2462"/>
                      <a:pt x="246" y="3303"/>
                    </a:cubicBezTo>
                    <a:cubicBezTo>
                      <a:pt x="246" y="4145"/>
                      <a:pt x="580" y="4952"/>
                      <a:pt x="1175" y="5547"/>
                    </a:cubicBezTo>
                    <a:cubicBezTo>
                      <a:pt x="1770" y="6142"/>
                      <a:pt x="2576" y="6476"/>
                      <a:pt x="3418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59" name="Freeform: Shape 10858">
                <a:extLst>
                  <a:ext uri="{FF2B5EF4-FFF2-40B4-BE49-F238E27FC236}">
                    <a16:creationId xmlns:a16="http://schemas.microsoft.com/office/drawing/2014/main" id="{00813AA6-2193-639A-EE07-B6E255C0E02B}"/>
                  </a:ext>
                </a:extLst>
              </p:cNvPr>
              <p:cNvSpPr/>
              <p:nvPr/>
            </p:nvSpPr>
            <p:spPr>
              <a:xfrm>
                <a:off x="9526536" y="5148778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9 w 6343"/>
                  <a:gd name="connsiteY2" fmla="*/ 3304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4 h 6345"/>
                  <a:gd name="connsiteX7" fmla="*/ 1175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4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5" y="1061"/>
                    </a:cubicBezTo>
                    <a:cubicBezTo>
                      <a:pt x="580" y="1656"/>
                      <a:pt x="246" y="2463"/>
                      <a:pt x="246" y="3304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60" name="Freeform: Shape 10859">
                <a:extLst>
                  <a:ext uri="{FF2B5EF4-FFF2-40B4-BE49-F238E27FC236}">
                    <a16:creationId xmlns:a16="http://schemas.microsoft.com/office/drawing/2014/main" id="{597A99C5-61B2-6922-7914-39401A094129}"/>
                  </a:ext>
                </a:extLst>
              </p:cNvPr>
              <p:cNvSpPr/>
              <p:nvPr/>
            </p:nvSpPr>
            <p:spPr>
              <a:xfrm>
                <a:off x="9525519" y="5152604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5" y="1061"/>
                    </a:cubicBezTo>
                    <a:cubicBezTo>
                      <a:pt x="580" y="1656"/>
                      <a:pt x="246" y="2463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61" name="Freeform: Shape 10860">
                <a:extLst>
                  <a:ext uri="{FF2B5EF4-FFF2-40B4-BE49-F238E27FC236}">
                    <a16:creationId xmlns:a16="http://schemas.microsoft.com/office/drawing/2014/main" id="{6EF8D211-7821-641B-BCFE-2AB6B750188E}"/>
                  </a:ext>
                </a:extLst>
              </p:cNvPr>
              <p:cNvSpPr/>
              <p:nvPr/>
            </p:nvSpPr>
            <p:spPr>
              <a:xfrm>
                <a:off x="9525848" y="5154026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5" y="1061"/>
                    </a:cubicBezTo>
                    <a:cubicBezTo>
                      <a:pt x="580" y="1656"/>
                      <a:pt x="246" y="2463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62" name="Freeform: Shape 10861">
                <a:extLst>
                  <a:ext uri="{FF2B5EF4-FFF2-40B4-BE49-F238E27FC236}">
                    <a16:creationId xmlns:a16="http://schemas.microsoft.com/office/drawing/2014/main" id="{2C28F4C0-0708-B16F-7518-50F97F83CB19}"/>
                  </a:ext>
                </a:extLst>
              </p:cNvPr>
              <p:cNvSpPr/>
              <p:nvPr/>
            </p:nvSpPr>
            <p:spPr>
              <a:xfrm>
                <a:off x="9526194" y="5155393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5" y="1061"/>
                    </a:cubicBezTo>
                    <a:cubicBezTo>
                      <a:pt x="580" y="1656"/>
                      <a:pt x="246" y="2463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63" name="Freeform: Shape 10862">
                <a:extLst>
                  <a:ext uri="{FF2B5EF4-FFF2-40B4-BE49-F238E27FC236}">
                    <a16:creationId xmlns:a16="http://schemas.microsoft.com/office/drawing/2014/main" id="{F2771CC2-823B-EE8C-0F78-1DB06EBE7BB2}"/>
                  </a:ext>
                </a:extLst>
              </p:cNvPr>
              <p:cNvSpPr/>
              <p:nvPr/>
            </p:nvSpPr>
            <p:spPr>
              <a:xfrm>
                <a:off x="9526559" y="5156705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5" y="1061"/>
                    </a:cubicBezTo>
                    <a:cubicBezTo>
                      <a:pt x="580" y="1656"/>
                      <a:pt x="246" y="2463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69" y="6143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64" name="Freeform: Shape 10863">
                <a:extLst>
                  <a:ext uri="{FF2B5EF4-FFF2-40B4-BE49-F238E27FC236}">
                    <a16:creationId xmlns:a16="http://schemas.microsoft.com/office/drawing/2014/main" id="{F9A377C2-BEBB-3981-BC2B-5A7378FEA8C2}"/>
                  </a:ext>
                </a:extLst>
              </p:cNvPr>
              <p:cNvSpPr/>
              <p:nvPr/>
            </p:nvSpPr>
            <p:spPr>
              <a:xfrm>
                <a:off x="9527236" y="5157481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4"/>
                      <a:pt x="6255" y="1656"/>
                      <a:pt x="5660" y="1061"/>
                    </a:cubicBezTo>
                    <a:cubicBezTo>
                      <a:pt x="5065" y="467"/>
                      <a:pt x="4258" y="132"/>
                      <a:pt x="3417" y="132"/>
                    </a:cubicBezTo>
                    <a:cubicBezTo>
                      <a:pt x="2576" y="132"/>
                      <a:pt x="1769" y="467"/>
                      <a:pt x="1175" y="1061"/>
                    </a:cubicBezTo>
                    <a:cubicBezTo>
                      <a:pt x="580" y="1656"/>
                      <a:pt x="246" y="2464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69" y="6143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65" name="Freeform: Shape 10864">
                <a:extLst>
                  <a:ext uri="{FF2B5EF4-FFF2-40B4-BE49-F238E27FC236}">
                    <a16:creationId xmlns:a16="http://schemas.microsoft.com/office/drawing/2014/main" id="{98F10CBA-FF54-F22F-3529-F4D008F03333}"/>
                  </a:ext>
                </a:extLst>
              </p:cNvPr>
              <p:cNvSpPr/>
              <p:nvPr/>
            </p:nvSpPr>
            <p:spPr>
              <a:xfrm>
                <a:off x="9528763" y="5156870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9" y="132"/>
                      <a:pt x="3417" y="132"/>
                    </a:cubicBezTo>
                    <a:cubicBezTo>
                      <a:pt x="2576" y="132"/>
                      <a:pt x="1770" y="466"/>
                      <a:pt x="1175" y="1061"/>
                    </a:cubicBezTo>
                    <a:cubicBezTo>
                      <a:pt x="580" y="1656"/>
                      <a:pt x="246" y="2463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70" y="6143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66" name="Freeform: Shape 10865">
                <a:extLst>
                  <a:ext uri="{FF2B5EF4-FFF2-40B4-BE49-F238E27FC236}">
                    <a16:creationId xmlns:a16="http://schemas.microsoft.com/office/drawing/2014/main" id="{33411D7D-024C-B21D-D335-BB5A8007DAA0}"/>
                  </a:ext>
                </a:extLst>
              </p:cNvPr>
              <p:cNvSpPr/>
              <p:nvPr/>
            </p:nvSpPr>
            <p:spPr>
              <a:xfrm>
                <a:off x="9528905" y="5158508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2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2"/>
                      <a:pt x="3417" y="132"/>
                    </a:cubicBezTo>
                    <a:cubicBezTo>
                      <a:pt x="2576" y="132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70" y="6143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67" name="Freeform: Shape 10866">
                <a:extLst>
                  <a:ext uri="{FF2B5EF4-FFF2-40B4-BE49-F238E27FC236}">
                    <a16:creationId xmlns:a16="http://schemas.microsoft.com/office/drawing/2014/main" id="{0FCAE2B1-9E07-23D9-906E-53804B68A3D7}"/>
                  </a:ext>
                </a:extLst>
              </p:cNvPr>
              <p:cNvSpPr/>
              <p:nvPr/>
            </p:nvSpPr>
            <p:spPr>
              <a:xfrm>
                <a:off x="9530540" y="5157757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8 w 6343"/>
                  <a:gd name="connsiteY4" fmla="*/ 132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4"/>
                      <a:pt x="6255" y="1656"/>
                      <a:pt x="5660" y="1062"/>
                    </a:cubicBezTo>
                    <a:cubicBezTo>
                      <a:pt x="5065" y="467"/>
                      <a:pt x="4259" y="132"/>
                      <a:pt x="3418" y="132"/>
                    </a:cubicBezTo>
                    <a:cubicBezTo>
                      <a:pt x="2577" y="132"/>
                      <a:pt x="1770" y="467"/>
                      <a:pt x="1175" y="1062"/>
                    </a:cubicBezTo>
                    <a:cubicBezTo>
                      <a:pt x="580" y="1656"/>
                      <a:pt x="246" y="2464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70" y="6143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68" name="Freeform: Shape 10867">
                <a:extLst>
                  <a:ext uri="{FF2B5EF4-FFF2-40B4-BE49-F238E27FC236}">
                    <a16:creationId xmlns:a16="http://schemas.microsoft.com/office/drawing/2014/main" id="{CB74F050-BFC1-9C56-FE85-1E3F3C46F507}"/>
                  </a:ext>
                </a:extLst>
              </p:cNvPr>
              <p:cNvSpPr/>
              <p:nvPr/>
            </p:nvSpPr>
            <p:spPr>
              <a:xfrm>
                <a:off x="9529137" y="5161774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69" name="Freeform: Shape 10868">
                <a:extLst>
                  <a:ext uri="{FF2B5EF4-FFF2-40B4-BE49-F238E27FC236}">
                    <a16:creationId xmlns:a16="http://schemas.microsoft.com/office/drawing/2014/main" id="{52EDD078-B7C2-C1D5-F2FB-5B9224D428AD}"/>
                  </a:ext>
                </a:extLst>
              </p:cNvPr>
              <p:cNvSpPr/>
              <p:nvPr/>
            </p:nvSpPr>
            <p:spPr>
              <a:xfrm>
                <a:off x="9530304" y="5163506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70" name="Freeform: Shape 10869">
                <a:extLst>
                  <a:ext uri="{FF2B5EF4-FFF2-40B4-BE49-F238E27FC236}">
                    <a16:creationId xmlns:a16="http://schemas.microsoft.com/office/drawing/2014/main" id="{24EA150C-6F8D-F65E-7E70-123CEF518854}"/>
                  </a:ext>
                </a:extLst>
              </p:cNvPr>
              <p:cNvSpPr/>
              <p:nvPr/>
            </p:nvSpPr>
            <p:spPr>
              <a:xfrm>
                <a:off x="9536333" y="5171430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7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5" y="4955"/>
                      <a:pt x="6590" y="4147"/>
                      <a:pt x="6590" y="3306"/>
                    </a:cubicBezTo>
                    <a:cubicBezTo>
                      <a:pt x="6590" y="2465"/>
                      <a:pt x="6255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71" name="Freeform: Shape 10870">
                <a:extLst>
                  <a:ext uri="{FF2B5EF4-FFF2-40B4-BE49-F238E27FC236}">
                    <a16:creationId xmlns:a16="http://schemas.microsoft.com/office/drawing/2014/main" id="{78058725-A356-09BD-8E0A-B2B984FA9E84}"/>
                  </a:ext>
                </a:extLst>
              </p:cNvPr>
              <p:cNvSpPr/>
              <p:nvPr/>
            </p:nvSpPr>
            <p:spPr>
              <a:xfrm>
                <a:off x="9537349" y="5171648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72" name="Freeform: Shape 10871">
                <a:extLst>
                  <a:ext uri="{FF2B5EF4-FFF2-40B4-BE49-F238E27FC236}">
                    <a16:creationId xmlns:a16="http://schemas.microsoft.com/office/drawing/2014/main" id="{42E10710-1F62-452B-F6B6-C4F7826B0DFC}"/>
                  </a:ext>
                </a:extLst>
              </p:cNvPr>
              <p:cNvSpPr/>
              <p:nvPr/>
            </p:nvSpPr>
            <p:spPr>
              <a:xfrm>
                <a:off x="9538289" y="5171972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50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73" name="Freeform: Shape 10872">
                <a:extLst>
                  <a:ext uri="{FF2B5EF4-FFF2-40B4-BE49-F238E27FC236}">
                    <a16:creationId xmlns:a16="http://schemas.microsoft.com/office/drawing/2014/main" id="{63C560A2-9A46-178C-8210-C972B01759B0}"/>
                  </a:ext>
                </a:extLst>
              </p:cNvPr>
              <p:cNvSpPr/>
              <p:nvPr/>
            </p:nvSpPr>
            <p:spPr>
              <a:xfrm>
                <a:off x="9539344" y="517215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50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74" name="Freeform: Shape 10873">
                <a:extLst>
                  <a:ext uri="{FF2B5EF4-FFF2-40B4-BE49-F238E27FC236}">
                    <a16:creationId xmlns:a16="http://schemas.microsoft.com/office/drawing/2014/main" id="{E22F606E-6A21-0DCE-5517-4228573F6A78}"/>
                  </a:ext>
                </a:extLst>
              </p:cNvPr>
              <p:cNvSpPr/>
              <p:nvPr/>
            </p:nvSpPr>
            <p:spPr>
              <a:xfrm>
                <a:off x="9540518" y="517219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75" name="Freeform: Shape 10874">
                <a:extLst>
                  <a:ext uri="{FF2B5EF4-FFF2-40B4-BE49-F238E27FC236}">
                    <a16:creationId xmlns:a16="http://schemas.microsoft.com/office/drawing/2014/main" id="{EC97B6FF-BB31-EDA1-E4C9-CDA74DBEF124}"/>
                  </a:ext>
                </a:extLst>
              </p:cNvPr>
              <p:cNvSpPr/>
              <p:nvPr/>
            </p:nvSpPr>
            <p:spPr>
              <a:xfrm>
                <a:off x="9541734" y="5172203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76" name="Freeform: Shape 10875">
                <a:extLst>
                  <a:ext uri="{FF2B5EF4-FFF2-40B4-BE49-F238E27FC236}">
                    <a16:creationId xmlns:a16="http://schemas.microsoft.com/office/drawing/2014/main" id="{AC3C897A-9B35-C06C-8EAC-1D1A957B9BAE}"/>
                  </a:ext>
                </a:extLst>
              </p:cNvPr>
              <p:cNvSpPr/>
              <p:nvPr/>
            </p:nvSpPr>
            <p:spPr>
              <a:xfrm>
                <a:off x="9543071" y="517207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50"/>
                    </a:cubicBezTo>
                    <a:cubicBezTo>
                      <a:pt x="1771" y="6144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77" name="Freeform: Shape 10876">
                <a:extLst>
                  <a:ext uri="{FF2B5EF4-FFF2-40B4-BE49-F238E27FC236}">
                    <a16:creationId xmlns:a16="http://schemas.microsoft.com/office/drawing/2014/main" id="{C7DFB177-FDA8-EE73-CCDD-D5838E301B73}"/>
                  </a:ext>
                </a:extLst>
              </p:cNvPr>
              <p:cNvSpPr/>
              <p:nvPr/>
            </p:nvSpPr>
            <p:spPr>
              <a:xfrm>
                <a:off x="9544255" y="517214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78" name="Freeform: Shape 10877">
                <a:extLst>
                  <a:ext uri="{FF2B5EF4-FFF2-40B4-BE49-F238E27FC236}">
                    <a16:creationId xmlns:a16="http://schemas.microsoft.com/office/drawing/2014/main" id="{8B5508C1-FA39-6240-53A7-DBABCAFD8F92}"/>
                  </a:ext>
                </a:extLst>
              </p:cNvPr>
              <p:cNvSpPr/>
              <p:nvPr/>
            </p:nvSpPr>
            <p:spPr>
              <a:xfrm>
                <a:off x="9545482" y="517218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79" name="Freeform: Shape 10878">
                <a:extLst>
                  <a:ext uri="{FF2B5EF4-FFF2-40B4-BE49-F238E27FC236}">
                    <a16:creationId xmlns:a16="http://schemas.microsoft.com/office/drawing/2014/main" id="{7E65FADF-DDDB-397F-37FC-DFFE3D36E81E}"/>
                  </a:ext>
                </a:extLst>
              </p:cNvPr>
              <p:cNvSpPr/>
              <p:nvPr/>
            </p:nvSpPr>
            <p:spPr>
              <a:xfrm>
                <a:off x="9546550" y="517242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0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80" name="Freeform: Shape 10879">
                <a:extLst>
                  <a:ext uri="{FF2B5EF4-FFF2-40B4-BE49-F238E27FC236}">
                    <a16:creationId xmlns:a16="http://schemas.microsoft.com/office/drawing/2014/main" id="{02EB4D33-1E27-2570-1DCF-DE220D8F3558}"/>
                  </a:ext>
                </a:extLst>
              </p:cNvPr>
              <p:cNvSpPr/>
              <p:nvPr/>
            </p:nvSpPr>
            <p:spPr>
              <a:xfrm>
                <a:off x="9547904" y="517233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81" name="Freeform: Shape 10880">
                <a:extLst>
                  <a:ext uri="{FF2B5EF4-FFF2-40B4-BE49-F238E27FC236}">
                    <a16:creationId xmlns:a16="http://schemas.microsoft.com/office/drawing/2014/main" id="{11E690C9-4957-7BC5-0C70-940F366EB8BA}"/>
                  </a:ext>
                </a:extLst>
              </p:cNvPr>
              <p:cNvSpPr/>
              <p:nvPr/>
            </p:nvSpPr>
            <p:spPr>
              <a:xfrm>
                <a:off x="9549304" y="517221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6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82" name="Freeform: Shape 10881">
                <a:extLst>
                  <a:ext uri="{FF2B5EF4-FFF2-40B4-BE49-F238E27FC236}">
                    <a16:creationId xmlns:a16="http://schemas.microsoft.com/office/drawing/2014/main" id="{FE9615F2-56F6-EFF7-228F-CDB69ACF49F4}"/>
                  </a:ext>
                </a:extLst>
              </p:cNvPr>
              <p:cNvSpPr/>
              <p:nvPr/>
            </p:nvSpPr>
            <p:spPr>
              <a:xfrm>
                <a:off x="9550709" y="517210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50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83" name="Freeform: Shape 10882">
                <a:extLst>
                  <a:ext uri="{FF2B5EF4-FFF2-40B4-BE49-F238E27FC236}">
                    <a16:creationId xmlns:a16="http://schemas.microsoft.com/office/drawing/2014/main" id="{D598F731-CDC5-B34C-1BC2-3E80DB20D7A8}"/>
                  </a:ext>
                </a:extLst>
              </p:cNvPr>
              <p:cNvSpPr/>
              <p:nvPr/>
            </p:nvSpPr>
            <p:spPr>
              <a:xfrm>
                <a:off x="9552369" y="517172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84" name="Freeform: Shape 10883">
                <a:extLst>
                  <a:ext uri="{FF2B5EF4-FFF2-40B4-BE49-F238E27FC236}">
                    <a16:creationId xmlns:a16="http://schemas.microsoft.com/office/drawing/2014/main" id="{77CA091D-FD89-361D-43BB-D39F7CFFE99C}"/>
                  </a:ext>
                </a:extLst>
              </p:cNvPr>
              <p:cNvSpPr/>
              <p:nvPr/>
            </p:nvSpPr>
            <p:spPr>
              <a:xfrm>
                <a:off x="9553871" y="517154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49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85" name="Freeform: Shape 10884">
                <a:extLst>
                  <a:ext uri="{FF2B5EF4-FFF2-40B4-BE49-F238E27FC236}">
                    <a16:creationId xmlns:a16="http://schemas.microsoft.com/office/drawing/2014/main" id="{C3FB8AD6-F4F1-5299-02EC-0B5D955DB3AA}"/>
                  </a:ext>
                </a:extLst>
              </p:cNvPr>
              <p:cNvSpPr/>
              <p:nvPr/>
            </p:nvSpPr>
            <p:spPr>
              <a:xfrm>
                <a:off x="9555420" y="517133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49"/>
                    </a:cubicBezTo>
                    <a:cubicBezTo>
                      <a:pt x="6257" y="4954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4"/>
                      <a:pt x="1177" y="5549"/>
                    </a:cubicBezTo>
                    <a:cubicBezTo>
                      <a:pt x="1772" y="6144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86" name="Freeform: Shape 10885">
                <a:extLst>
                  <a:ext uri="{FF2B5EF4-FFF2-40B4-BE49-F238E27FC236}">
                    <a16:creationId xmlns:a16="http://schemas.microsoft.com/office/drawing/2014/main" id="{C9B622C9-9237-B38F-7087-6F2E71C9BBEC}"/>
                  </a:ext>
                </a:extLst>
              </p:cNvPr>
              <p:cNvSpPr/>
              <p:nvPr/>
            </p:nvSpPr>
            <p:spPr>
              <a:xfrm>
                <a:off x="9556722" y="517141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87" name="Freeform: Shape 10886">
                <a:extLst>
                  <a:ext uri="{FF2B5EF4-FFF2-40B4-BE49-F238E27FC236}">
                    <a16:creationId xmlns:a16="http://schemas.microsoft.com/office/drawing/2014/main" id="{469EAA72-AE0E-1C59-C36A-BFACBB603B09}"/>
                  </a:ext>
                </a:extLst>
              </p:cNvPr>
              <p:cNvSpPr/>
              <p:nvPr/>
            </p:nvSpPr>
            <p:spPr>
              <a:xfrm>
                <a:off x="9557898" y="517165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49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88" name="Freeform: Shape 10887">
                <a:extLst>
                  <a:ext uri="{FF2B5EF4-FFF2-40B4-BE49-F238E27FC236}">
                    <a16:creationId xmlns:a16="http://schemas.microsoft.com/office/drawing/2014/main" id="{41CDF341-910E-5E80-0D43-6773FA478A62}"/>
                  </a:ext>
                </a:extLst>
              </p:cNvPr>
              <p:cNvSpPr/>
              <p:nvPr/>
            </p:nvSpPr>
            <p:spPr>
              <a:xfrm>
                <a:off x="9559163" y="517180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1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89" name="Freeform: Shape 10888">
                <a:extLst>
                  <a:ext uri="{FF2B5EF4-FFF2-40B4-BE49-F238E27FC236}">
                    <a16:creationId xmlns:a16="http://schemas.microsoft.com/office/drawing/2014/main" id="{8C410E60-8E7C-B5F1-EC86-1E31CFEF7ADA}"/>
                  </a:ext>
                </a:extLst>
              </p:cNvPr>
              <p:cNvSpPr/>
              <p:nvPr/>
            </p:nvSpPr>
            <p:spPr>
              <a:xfrm>
                <a:off x="9560775" y="517160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49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49"/>
                    </a:cubicBezTo>
                    <a:cubicBezTo>
                      <a:pt x="6257" y="4955"/>
                      <a:pt x="6592" y="4147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7"/>
                      <a:pt x="583" y="4955"/>
                      <a:pt x="1177" y="5549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90" name="Freeform: Shape 10889">
                <a:extLst>
                  <a:ext uri="{FF2B5EF4-FFF2-40B4-BE49-F238E27FC236}">
                    <a16:creationId xmlns:a16="http://schemas.microsoft.com/office/drawing/2014/main" id="{63B00BF4-C3C3-F7E4-37EB-EE961D599A68}"/>
                  </a:ext>
                </a:extLst>
              </p:cNvPr>
              <p:cNvSpPr/>
              <p:nvPr/>
            </p:nvSpPr>
            <p:spPr>
              <a:xfrm>
                <a:off x="9561915" y="517191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9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7" y="4955"/>
                      <a:pt x="6592" y="4147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5"/>
                      <a:pt x="1177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91" name="Freeform: Shape 10890">
                <a:extLst>
                  <a:ext uri="{FF2B5EF4-FFF2-40B4-BE49-F238E27FC236}">
                    <a16:creationId xmlns:a16="http://schemas.microsoft.com/office/drawing/2014/main" id="{A7433AAB-1E1C-944A-0643-4BA4C8034501}"/>
                  </a:ext>
                </a:extLst>
              </p:cNvPr>
              <p:cNvSpPr/>
              <p:nvPr/>
            </p:nvSpPr>
            <p:spPr>
              <a:xfrm>
                <a:off x="9563275" y="517200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8" y="4955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5"/>
                      <a:pt x="1178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92" name="Freeform: Shape 10891">
                <a:extLst>
                  <a:ext uri="{FF2B5EF4-FFF2-40B4-BE49-F238E27FC236}">
                    <a16:creationId xmlns:a16="http://schemas.microsoft.com/office/drawing/2014/main" id="{D24D5FEA-91F2-1825-D4D3-2669C9D49AA8}"/>
                  </a:ext>
                </a:extLst>
              </p:cNvPr>
              <p:cNvSpPr/>
              <p:nvPr/>
            </p:nvSpPr>
            <p:spPr>
              <a:xfrm>
                <a:off x="9564418" y="517233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93" name="Freeform: Shape 10892">
                <a:extLst>
                  <a:ext uri="{FF2B5EF4-FFF2-40B4-BE49-F238E27FC236}">
                    <a16:creationId xmlns:a16="http://schemas.microsoft.com/office/drawing/2014/main" id="{E6B87083-05DF-39A3-CD6F-D0D28E5FC913}"/>
                  </a:ext>
                </a:extLst>
              </p:cNvPr>
              <p:cNvSpPr/>
              <p:nvPr/>
            </p:nvSpPr>
            <p:spPr>
              <a:xfrm>
                <a:off x="9566005" y="517223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2" y="6479"/>
                      <a:pt x="5068" y="6144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0" y="133"/>
                    </a:cubicBezTo>
                    <a:cubicBezTo>
                      <a:pt x="2579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94" name="Freeform: Shape 10893">
                <a:extLst>
                  <a:ext uri="{FF2B5EF4-FFF2-40B4-BE49-F238E27FC236}">
                    <a16:creationId xmlns:a16="http://schemas.microsoft.com/office/drawing/2014/main" id="{81B4F465-FE95-473B-8C0C-912BE92F7AF9}"/>
                  </a:ext>
                </a:extLst>
              </p:cNvPr>
              <p:cNvSpPr/>
              <p:nvPr/>
            </p:nvSpPr>
            <p:spPr>
              <a:xfrm>
                <a:off x="10483354" y="4316485"/>
                <a:ext cx="6343" cy="6345"/>
              </a:xfrm>
              <a:custGeom>
                <a:avLst/>
                <a:gdLst>
                  <a:gd name="connsiteX0" fmla="*/ 3493 w 6343"/>
                  <a:gd name="connsiteY0" fmla="*/ 6411 h 6345"/>
                  <a:gd name="connsiteX1" fmla="*/ 5735 w 6343"/>
                  <a:gd name="connsiteY1" fmla="*/ 5482 h 6345"/>
                  <a:gd name="connsiteX2" fmla="*/ 6664 w 6343"/>
                  <a:gd name="connsiteY2" fmla="*/ 3239 h 6345"/>
                  <a:gd name="connsiteX3" fmla="*/ 5735 w 6343"/>
                  <a:gd name="connsiteY3" fmla="*/ 995 h 6345"/>
                  <a:gd name="connsiteX4" fmla="*/ 3493 w 6343"/>
                  <a:gd name="connsiteY4" fmla="*/ 66 h 6345"/>
                  <a:gd name="connsiteX5" fmla="*/ 1250 w 6343"/>
                  <a:gd name="connsiteY5" fmla="*/ 995 h 6345"/>
                  <a:gd name="connsiteX6" fmla="*/ 321 w 6343"/>
                  <a:gd name="connsiteY6" fmla="*/ 3239 h 6345"/>
                  <a:gd name="connsiteX7" fmla="*/ 1250 w 6343"/>
                  <a:gd name="connsiteY7" fmla="*/ 5482 h 6345"/>
                  <a:gd name="connsiteX8" fmla="*/ 3493 w 6343"/>
                  <a:gd name="connsiteY8" fmla="*/ 64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3" y="6411"/>
                    </a:moveTo>
                    <a:cubicBezTo>
                      <a:pt x="4334" y="6411"/>
                      <a:pt x="5141" y="6077"/>
                      <a:pt x="5735" y="5482"/>
                    </a:cubicBezTo>
                    <a:cubicBezTo>
                      <a:pt x="6330" y="4887"/>
                      <a:pt x="6664" y="4080"/>
                      <a:pt x="6664" y="3239"/>
                    </a:cubicBezTo>
                    <a:cubicBezTo>
                      <a:pt x="6664" y="2397"/>
                      <a:pt x="6330" y="1590"/>
                      <a:pt x="5735" y="995"/>
                    </a:cubicBezTo>
                    <a:cubicBezTo>
                      <a:pt x="5141" y="400"/>
                      <a:pt x="4334" y="66"/>
                      <a:pt x="3493" y="66"/>
                    </a:cubicBezTo>
                    <a:cubicBezTo>
                      <a:pt x="2652" y="66"/>
                      <a:pt x="1845" y="400"/>
                      <a:pt x="1250" y="995"/>
                    </a:cubicBezTo>
                    <a:cubicBezTo>
                      <a:pt x="655" y="1590"/>
                      <a:pt x="321" y="2397"/>
                      <a:pt x="321" y="3239"/>
                    </a:cubicBezTo>
                    <a:cubicBezTo>
                      <a:pt x="321" y="4080"/>
                      <a:pt x="655" y="4887"/>
                      <a:pt x="1250" y="5482"/>
                    </a:cubicBezTo>
                    <a:cubicBezTo>
                      <a:pt x="1845" y="6077"/>
                      <a:pt x="2652" y="6411"/>
                      <a:pt x="3493" y="64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95" name="Freeform: Shape 10894">
                <a:extLst>
                  <a:ext uri="{FF2B5EF4-FFF2-40B4-BE49-F238E27FC236}">
                    <a16:creationId xmlns:a16="http://schemas.microsoft.com/office/drawing/2014/main" id="{4C72F7AE-7297-38CC-1874-FF55EC9E92EF}"/>
                  </a:ext>
                </a:extLst>
              </p:cNvPr>
              <p:cNvSpPr/>
              <p:nvPr/>
            </p:nvSpPr>
            <p:spPr>
              <a:xfrm>
                <a:off x="10491124" y="4344884"/>
                <a:ext cx="6343" cy="6345"/>
              </a:xfrm>
              <a:custGeom>
                <a:avLst/>
                <a:gdLst>
                  <a:gd name="connsiteX0" fmla="*/ 3493 w 6343"/>
                  <a:gd name="connsiteY0" fmla="*/ 6414 h 6345"/>
                  <a:gd name="connsiteX1" fmla="*/ 5736 w 6343"/>
                  <a:gd name="connsiteY1" fmla="*/ 5484 h 6345"/>
                  <a:gd name="connsiteX2" fmla="*/ 6665 w 6343"/>
                  <a:gd name="connsiteY2" fmla="*/ 3241 h 6345"/>
                  <a:gd name="connsiteX3" fmla="*/ 5736 w 6343"/>
                  <a:gd name="connsiteY3" fmla="*/ 997 h 6345"/>
                  <a:gd name="connsiteX4" fmla="*/ 3493 w 6343"/>
                  <a:gd name="connsiteY4" fmla="*/ 68 h 6345"/>
                  <a:gd name="connsiteX5" fmla="*/ 1251 w 6343"/>
                  <a:gd name="connsiteY5" fmla="*/ 997 h 6345"/>
                  <a:gd name="connsiteX6" fmla="*/ 322 w 6343"/>
                  <a:gd name="connsiteY6" fmla="*/ 3241 h 6345"/>
                  <a:gd name="connsiteX7" fmla="*/ 1251 w 6343"/>
                  <a:gd name="connsiteY7" fmla="*/ 5484 h 6345"/>
                  <a:gd name="connsiteX8" fmla="*/ 3493 w 6343"/>
                  <a:gd name="connsiteY8" fmla="*/ 64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3" y="6414"/>
                    </a:moveTo>
                    <a:cubicBezTo>
                      <a:pt x="4334" y="6414"/>
                      <a:pt x="5141" y="6079"/>
                      <a:pt x="5736" y="5484"/>
                    </a:cubicBezTo>
                    <a:cubicBezTo>
                      <a:pt x="6331" y="4889"/>
                      <a:pt x="6665" y="4082"/>
                      <a:pt x="6665" y="3241"/>
                    </a:cubicBezTo>
                    <a:cubicBezTo>
                      <a:pt x="6665" y="2399"/>
                      <a:pt x="6331" y="1592"/>
                      <a:pt x="5736" y="997"/>
                    </a:cubicBezTo>
                    <a:cubicBezTo>
                      <a:pt x="5141" y="402"/>
                      <a:pt x="4334" y="68"/>
                      <a:pt x="3493" y="68"/>
                    </a:cubicBezTo>
                    <a:cubicBezTo>
                      <a:pt x="2652" y="68"/>
                      <a:pt x="1845" y="402"/>
                      <a:pt x="1251" y="997"/>
                    </a:cubicBezTo>
                    <a:cubicBezTo>
                      <a:pt x="656" y="1592"/>
                      <a:pt x="322" y="2399"/>
                      <a:pt x="322" y="3241"/>
                    </a:cubicBezTo>
                    <a:cubicBezTo>
                      <a:pt x="322" y="4082"/>
                      <a:pt x="656" y="4889"/>
                      <a:pt x="1251" y="5484"/>
                    </a:cubicBezTo>
                    <a:cubicBezTo>
                      <a:pt x="1845" y="6079"/>
                      <a:pt x="2652" y="6414"/>
                      <a:pt x="3493" y="64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96" name="Freeform: Shape 10895">
                <a:extLst>
                  <a:ext uri="{FF2B5EF4-FFF2-40B4-BE49-F238E27FC236}">
                    <a16:creationId xmlns:a16="http://schemas.microsoft.com/office/drawing/2014/main" id="{621EAD84-D057-6D78-D753-9EF94E75073C}"/>
                  </a:ext>
                </a:extLst>
              </p:cNvPr>
              <p:cNvSpPr/>
              <p:nvPr/>
            </p:nvSpPr>
            <p:spPr>
              <a:xfrm>
                <a:off x="9599414" y="5155065"/>
                <a:ext cx="6343" cy="6345"/>
              </a:xfrm>
              <a:custGeom>
                <a:avLst/>
                <a:gdLst>
                  <a:gd name="connsiteX0" fmla="*/ 3423 w 6343"/>
                  <a:gd name="connsiteY0" fmla="*/ 6477 h 6345"/>
                  <a:gd name="connsiteX1" fmla="*/ 5666 w 6343"/>
                  <a:gd name="connsiteY1" fmla="*/ 5548 h 6345"/>
                  <a:gd name="connsiteX2" fmla="*/ 6595 w 6343"/>
                  <a:gd name="connsiteY2" fmla="*/ 3305 h 6345"/>
                  <a:gd name="connsiteX3" fmla="*/ 5666 w 6343"/>
                  <a:gd name="connsiteY3" fmla="*/ 1061 h 6345"/>
                  <a:gd name="connsiteX4" fmla="*/ 3423 w 6343"/>
                  <a:gd name="connsiteY4" fmla="*/ 132 h 6345"/>
                  <a:gd name="connsiteX5" fmla="*/ 1180 w 6343"/>
                  <a:gd name="connsiteY5" fmla="*/ 1061 h 6345"/>
                  <a:gd name="connsiteX6" fmla="*/ 251 w 6343"/>
                  <a:gd name="connsiteY6" fmla="*/ 3305 h 6345"/>
                  <a:gd name="connsiteX7" fmla="*/ 1180 w 6343"/>
                  <a:gd name="connsiteY7" fmla="*/ 5548 h 6345"/>
                  <a:gd name="connsiteX8" fmla="*/ 342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7"/>
                    </a:moveTo>
                    <a:cubicBezTo>
                      <a:pt x="4264" y="6477"/>
                      <a:pt x="5071" y="6143"/>
                      <a:pt x="5666" y="5548"/>
                    </a:cubicBezTo>
                    <a:cubicBezTo>
                      <a:pt x="6260" y="4953"/>
                      <a:pt x="6595" y="4146"/>
                      <a:pt x="6595" y="3305"/>
                    </a:cubicBezTo>
                    <a:cubicBezTo>
                      <a:pt x="6595" y="2463"/>
                      <a:pt x="6260" y="1656"/>
                      <a:pt x="5666" y="1061"/>
                    </a:cubicBezTo>
                    <a:cubicBezTo>
                      <a:pt x="5071" y="466"/>
                      <a:pt x="4264" y="132"/>
                      <a:pt x="3423" y="132"/>
                    </a:cubicBezTo>
                    <a:cubicBezTo>
                      <a:pt x="2582" y="132"/>
                      <a:pt x="1775" y="466"/>
                      <a:pt x="1180" y="1061"/>
                    </a:cubicBezTo>
                    <a:cubicBezTo>
                      <a:pt x="586" y="1656"/>
                      <a:pt x="251" y="2463"/>
                      <a:pt x="251" y="3305"/>
                    </a:cubicBezTo>
                    <a:cubicBezTo>
                      <a:pt x="251" y="4146"/>
                      <a:pt x="586" y="4953"/>
                      <a:pt x="1180" y="5548"/>
                    </a:cubicBezTo>
                    <a:cubicBezTo>
                      <a:pt x="1775" y="6143"/>
                      <a:pt x="2582" y="6477"/>
                      <a:pt x="342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97" name="Freeform: Shape 10896">
                <a:extLst>
                  <a:ext uri="{FF2B5EF4-FFF2-40B4-BE49-F238E27FC236}">
                    <a16:creationId xmlns:a16="http://schemas.microsoft.com/office/drawing/2014/main" id="{7054FD30-E5DA-9818-6423-C0C75C75724B}"/>
                  </a:ext>
                </a:extLst>
              </p:cNvPr>
              <p:cNvSpPr/>
              <p:nvPr/>
            </p:nvSpPr>
            <p:spPr>
              <a:xfrm>
                <a:off x="9598383" y="5157682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8 h 6345"/>
                  <a:gd name="connsiteX2" fmla="*/ 6595 w 6343"/>
                  <a:gd name="connsiteY2" fmla="*/ 3305 h 6345"/>
                  <a:gd name="connsiteX3" fmla="*/ 5666 w 6343"/>
                  <a:gd name="connsiteY3" fmla="*/ 1061 h 6345"/>
                  <a:gd name="connsiteX4" fmla="*/ 3423 w 6343"/>
                  <a:gd name="connsiteY4" fmla="*/ 132 h 6345"/>
                  <a:gd name="connsiteX5" fmla="*/ 1180 w 6343"/>
                  <a:gd name="connsiteY5" fmla="*/ 1061 h 6345"/>
                  <a:gd name="connsiteX6" fmla="*/ 251 w 6343"/>
                  <a:gd name="connsiteY6" fmla="*/ 3305 h 6345"/>
                  <a:gd name="connsiteX7" fmla="*/ 1180 w 6343"/>
                  <a:gd name="connsiteY7" fmla="*/ 5548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3"/>
                      <a:pt x="5666" y="5548"/>
                    </a:cubicBezTo>
                    <a:cubicBezTo>
                      <a:pt x="6260" y="4953"/>
                      <a:pt x="6595" y="4146"/>
                      <a:pt x="6595" y="3305"/>
                    </a:cubicBezTo>
                    <a:cubicBezTo>
                      <a:pt x="6595" y="2464"/>
                      <a:pt x="6260" y="1656"/>
                      <a:pt x="5666" y="1061"/>
                    </a:cubicBezTo>
                    <a:cubicBezTo>
                      <a:pt x="5071" y="467"/>
                      <a:pt x="4264" y="132"/>
                      <a:pt x="3423" y="132"/>
                    </a:cubicBezTo>
                    <a:cubicBezTo>
                      <a:pt x="2582" y="132"/>
                      <a:pt x="1775" y="467"/>
                      <a:pt x="1180" y="1061"/>
                    </a:cubicBezTo>
                    <a:cubicBezTo>
                      <a:pt x="586" y="1656"/>
                      <a:pt x="251" y="2464"/>
                      <a:pt x="251" y="3305"/>
                    </a:cubicBezTo>
                    <a:cubicBezTo>
                      <a:pt x="251" y="4146"/>
                      <a:pt x="586" y="4953"/>
                      <a:pt x="1180" y="5548"/>
                    </a:cubicBezTo>
                    <a:cubicBezTo>
                      <a:pt x="1775" y="6143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98" name="Freeform: Shape 10897">
                <a:extLst>
                  <a:ext uri="{FF2B5EF4-FFF2-40B4-BE49-F238E27FC236}">
                    <a16:creationId xmlns:a16="http://schemas.microsoft.com/office/drawing/2014/main" id="{C7B43FC9-8B92-4B72-ED1E-FF304867EE9D}"/>
                  </a:ext>
                </a:extLst>
              </p:cNvPr>
              <p:cNvSpPr/>
              <p:nvPr/>
            </p:nvSpPr>
            <p:spPr>
              <a:xfrm>
                <a:off x="9596149" y="5162944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5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5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5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5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899" name="Freeform: Shape 10898">
                <a:extLst>
                  <a:ext uri="{FF2B5EF4-FFF2-40B4-BE49-F238E27FC236}">
                    <a16:creationId xmlns:a16="http://schemas.microsoft.com/office/drawing/2014/main" id="{F1273900-24F6-C1F1-8031-DF12D139587F}"/>
                  </a:ext>
                </a:extLst>
              </p:cNvPr>
              <p:cNvSpPr/>
              <p:nvPr/>
            </p:nvSpPr>
            <p:spPr>
              <a:xfrm>
                <a:off x="9594419" y="5166035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00" name="Freeform: Shape 10899">
                <a:extLst>
                  <a:ext uri="{FF2B5EF4-FFF2-40B4-BE49-F238E27FC236}">
                    <a16:creationId xmlns:a16="http://schemas.microsoft.com/office/drawing/2014/main" id="{1CA0D828-CC0D-E8AD-CE72-418ACF2B39C6}"/>
                  </a:ext>
                </a:extLst>
              </p:cNvPr>
              <p:cNvSpPr/>
              <p:nvPr/>
            </p:nvSpPr>
            <p:spPr>
              <a:xfrm>
                <a:off x="9593377" y="5168493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4" y="133"/>
                      <a:pt x="3423" y="133"/>
                    </a:cubicBezTo>
                    <a:cubicBezTo>
                      <a:pt x="2581" y="133"/>
                      <a:pt x="1775" y="467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01" name="Freeform: Shape 10900">
                <a:extLst>
                  <a:ext uri="{FF2B5EF4-FFF2-40B4-BE49-F238E27FC236}">
                    <a16:creationId xmlns:a16="http://schemas.microsoft.com/office/drawing/2014/main" id="{31A2828B-69A8-490A-EA34-E69BD525E757}"/>
                  </a:ext>
                </a:extLst>
              </p:cNvPr>
              <p:cNvSpPr/>
              <p:nvPr/>
            </p:nvSpPr>
            <p:spPr>
              <a:xfrm>
                <a:off x="9595439" y="516989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02" name="Freeform: Shape 10901">
                <a:extLst>
                  <a:ext uri="{FF2B5EF4-FFF2-40B4-BE49-F238E27FC236}">
                    <a16:creationId xmlns:a16="http://schemas.microsoft.com/office/drawing/2014/main" id="{A68B6E55-A637-2C2B-DDDA-12DB536D5EA0}"/>
                  </a:ext>
                </a:extLst>
              </p:cNvPr>
              <p:cNvSpPr/>
              <p:nvPr/>
            </p:nvSpPr>
            <p:spPr>
              <a:xfrm>
                <a:off x="9597562" y="5169717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4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6" y="1062"/>
                    </a:cubicBezTo>
                    <a:cubicBezTo>
                      <a:pt x="5071" y="467"/>
                      <a:pt x="4264" y="133"/>
                      <a:pt x="3423" y="133"/>
                    </a:cubicBezTo>
                    <a:cubicBezTo>
                      <a:pt x="2582" y="133"/>
                      <a:pt x="1775" y="467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03" name="Freeform: Shape 10902">
                <a:extLst>
                  <a:ext uri="{FF2B5EF4-FFF2-40B4-BE49-F238E27FC236}">
                    <a16:creationId xmlns:a16="http://schemas.microsoft.com/office/drawing/2014/main" id="{130A13F4-B8BC-6F3F-7016-8F4EA1AE16D6}"/>
                  </a:ext>
                </a:extLst>
              </p:cNvPr>
              <p:cNvSpPr/>
              <p:nvPr/>
            </p:nvSpPr>
            <p:spPr>
              <a:xfrm>
                <a:off x="9598321" y="5170660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5"/>
                      <a:pt x="6260" y="1657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7"/>
                      <a:pt x="251" y="2465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04" name="Freeform: Shape 10903">
                <a:extLst>
                  <a:ext uri="{FF2B5EF4-FFF2-40B4-BE49-F238E27FC236}">
                    <a16:creationId xmlns:a16="http://schemas.microsoft.com/office/drawing/2014/main" id="{A6ACD85C-CE26-DBDB-C060-194C3678761F}"/>
                  </a:ext>
                </a:extLst>
              </p:cNvPr>
              <p:cNvSpPr/>
              <p:nvPr/>
            </p:nvSpPr>
            <p:spPr>
              <a:xfrm>
                <a:off x="9600502" y="517047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2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05" name="Freeform: Shape 10904">
                <a:extLst>
                  <a:ext uri="{FF2B5EF4-FFF2-40B4-BE49-F238E27FC236}">
                    <a16:creationId xmlns:a16="http://schemas.microsoft.com/office/drawing/2014/main" id="{13732C55-72CB-4356-CB01-21A37A0A6EF4}"/>
                  </a:ext>
                </a:extLst>
              </p:cNvPr>
              <p:cNvSpPr/>
              <p:nvPr/>
            </p:nvSpPr>
            <p:spPr>
              <a:xfrm>
                <a:off x="9602493" y="517047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3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06" name="Freeform: Shape 10905">
                <a:extLst>
                  <a:ext uri="{FF2B5EF4-FFF2-40B4-BE49-F238E27FC236}">
                    <a16:creationId xmlns:a16="http://schemas.microsoft.com/office/drawing/2014/main" id="{7DF1F8C3-59CB-EBF6-C8E3-D790217A56EC}"/>
                  </a:ext>
                </a:extLst>
              </p:cNvPr>
              <p:cNvSpPr/>
              <p:nvPr/>
            </p:nvSpPr>
            <p:spPr>
              <a:xfrm>
                <a:off x="9604391" y="5170566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3"/>
                    </a:cubicBezTo>
                    <a:cubicBezTo>
                      <a:pt x="5071" y="468"/>
                      <a:pt x="4265" y="133"/>
                      <a:pt x="3423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07" name="Freeform: Shape 10906">
                <a:extLst>
                  <a:ext uri="{FF2B5EF4-FFF2-40B4-BE49-F238E27FC236}">
                    <a16:creationId xmlns:a16="http://schemas.microsoft.com/office/drawing/2014/main" id="{6EEAE78A-22F1-70E9-DDD9-EB99542D31A2}"/>
                  </a:ext>
                </a:extLst>
              </p:cNvPr>
              <p:cNvSpPr/>
              <p:nvPr/>
            </p:nvSpPr>
            <p:spPr>
              <a:xfrm>
                <a:off x="9606193" y="5170752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4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08" name="Freeform: Shape 10907">
                <a:extLst>
                  <a:ext uri="{FF2B5EF4-FFF2-40B4-BE49-F238E27FC236}">
                    <a16:creationId xmlns:a16="http://schemas.microsoft.com/office/drawing/2014/main" id="{82CD077E-BBB8-2770-7620-858B5516C04B}"/>
                  </a:ext>
                </a:extLst>
              </p:cNvPr>
              <p:cNvSpPr/>
              <p:nvPr/>
            </p:nvSpPr>
            <p:spPr>
              <a:xfrm>
                <a:off x="9607949" y="5170994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09" name="Freeform: Shape 10908">
                <a:extLst>
                  <a:ext uri="{FF2B5EF4-FFF2-40B4-BE49-F238E27FC236}">
                    <a16:creationId xmlns:a16="http://schemas.microsoft.com/office/drawing/2014/main" id="{5AD660B7-29FD-D10C-2BD4-240D16D858AA}"/>
                  </a:ext>
                </a:extLst>
              </p:cNvPr>
              <p:cNvSpPr/>
              <p:nvPr/>
            </p:nvSpPr>
            <p:spPr>
              <a:xfrm>
                <a:off x="9609961" y="517106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5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10" name="Freeform: Shape 10909">
                <a:extLst>
                  <a:ext uri="{FF2B5EF4-FFF2-40B4-BE49-F238E27FC236}">
                    <a16:creationId xmlns:a16="http://schemas.microsoft.com/office/drawing/2014/main" id="{51B651D8-8C63-95E0-188B-34F3B7B7EA4C}"/>
                  </a:ext>
                </a:extLst>
              </p:cNvPr>
              <p:cNvSpPr/>
              <p:nvPr/>
            </p:nvSpPr>
            <p:spPr>
              <a:xfrm>
                <a:off x="9613141" y="5170305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6 w 6343"/>
                  <a:gd name="connsiteY2" fmla="*/ 3306 h 6345"/>
                  <a:gd name="connsiteX3" fmla="*/ 5667 w 6343"/>
                  <a:gd name="connsiteY3" fmla="*/ 1062 h 6345"/>
                  <a:gd name="connsiteX4" fmla="*/ 3424 w 6343"/>
                  <a:gd name="connsiteY4" fmla="*/ 133 h 6345"/>
                  <a:gd name="connsiteX5" fmla="*/ 1181 w 6343"/>
                  <a:gd name="connsiteY5" fmla="*/ 1062 h 6345"/>
                  <a:gd name="connsiteX6" fmla="*/ 253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1" y="4954"/>
                      <a:pt x="6596" y="4147"/>
                      <a:pt x="6596" y="3306"/>
                    </a:cubicBezTo>
                    <a:cubicBezTo>
                      <a:pt x="6596" y="2465"/>
                      <a:pt x="6261" y="1657"/>
                      <a:pt x="5667" y="1062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2"/>
                    </a:cubicBezTo>
                    <a:cubicBezTo>
                      <a:pt x="587" y="1657"/>
                      <a:pt x="253" y="2465"/>
                      <a:pt x="253" y="3306"/>
                    </a:cubicBezTo>
                    <a:cubicBezTo>
                      <a:pt x="253" y="4147"/>
                      <a:pt x="587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11" name="Freeform: Shape 10910">
                <a:extLst>
                  <a:ext uri="{FF2B5EF4-FFF2-40B4-BE49-F238E27FC236}">
                    <a16:creationId xmlns:a16="http://schemas.microsoft.com/office/drawing/2014/main" id="{4C798DEE-0DF7-D01E-720B-0FBDE33B5183}"/>
                  </a:ext>
                </a:extLst>
              </p:cNvPr>
              <p:cNvSpPr/>
              <p:nvPr/>
            </p:nvSpPr>
            <p:spPr>
              <a:xfrm>
                <a:off x="9666199" y="5157189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1 w 6343"/>
                  <a:gd name="connsiteY1" fmla="*/ 5548 h 6345"/>
                  <a:gd name="connsiteX2" fmla="*/ 6600 w 6343"/>
                  <a:gd name="connsiteY2" fmla="*/ 3305 h 6345"/>
                  <a:gd name="connsiteX3" fmla="*/ 5671 w 6343"/>
                  <a:gd name="connsiteY3" fmla="*/ 1061 h 6345"/>
                  <a:gd name="connsiteX4" fmla="*/ 3428 w 6343"/>
                  <a:gd name="connsiteY4" fmla="*/ 132 h 6345"/>
                  <a:gd name="connsiteX5" fmla="*/ 1186 w 6343"/>
                  <a:gd name="connsiteY5" fmla="*/ 1061 h 6345"/>
                  <a:gd name="connsiteX6" fmla="*/ 257 w 6343"/>
                  <a:gd name="connsiteY6" fmla="*/ 3305 h 6345"/>
                  <a:gd name="connsiteX7" fmla="*/ 1186 w 6343"/>
                  <a:gd name="connsiteY7" fmla="*/ 5548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3"/>
                      <a:pt x="5671" y="5548"/>
                    </a:cubicBezTo>
                    <a:cubicBezTo>
                      <a:pt x="6266" y="4953"/>
                      <a:pt x="6600" y="4146"/>
                      <a:pt x="6600" y="3305"/>
                    </a:cubicBezTo>
                    <a:cubicBezTo>
                      <a:pt x="6600" y="2463"/>
                      <a:pt x="6266" y="1656"/>
                      <a:pt x="5671" y="1061"/>
                    </a:cubicBezTo>
                    <a:cubicBezTo>
                      <a:pt x="5076" y="467"/>
                      <a:pt x="4269" y="132"/>
                      <a:pt x="3428" y="132"/>
                    </a:cubicBezTo>
                    <a:cubicBezTo>
                      <a:pt x="2587" y="132"/>
                      <a:pt x="1780" y="467"/>
                      <a:pt x="1186" y="1061"/>
                    </a:cubicBezTo>
                    <a:cubicBezTo>
                      <a:pt x="591" y="1656"/>
                      <a:pt x="257" y="2463"/>
                      <a:pt x="257" y="3305"/>
                    </a:cubicBezTo>
                    <a:cubicBezTo>
                      <a:pt x="257" y="4146"/>
                      <a:pt x="591" y="4953"/>
                      <a:pt x="1186" y="5548"/>
                    </a:cubicBezTo>
                    <a:cubicBezTo>
                      <a:pt x="1780" y="6143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12" name="Freeform: Shape 10911">
                <a:extLst>
                  <a:ext uri="{FF2B5EF4-FFF2-40B4-BE49-F238E27FC236}">
                    <a16:creationId xmlns:a16="http://schemas.microsoft.com/office/drawing/2014/main" id="{EC527B21-99F5-B085-4920-FFB8B233B869}"/>
                  </a:ext>
                </a:extLst>
              </p:cNvPr>
              <p:cNvSpPr/>
              <p:nvPr/>
            </p:nvSpPr>
            <p:spPr>
              <a:xfrm>
                <a:off x="9667624" y="5158195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1 w 6343"/>
                  <a:gd name="connsiteY1" fmla="*/ 5548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8 w 6343"/>
                  <a:gd name="connsiteY4" fmla="*/ 132 h 6345"/>
                  <a:gd name="connsiteX5" fmla="*/ 1186 w 6343"/>
                  <a:gd name="connsiteY5" fmla="*/ 1062 h 6345"/>
                  <a:gd name="connsiteX6" fmla="*/ 257 w 6343"/>
                  <a:gd name="connsiteY6" fmla="*/ 3305 h 6345"/>
                  <a:gd name="connsiteX7" fmla="*/ 1186 w 6343"/>
                  <a:gd name="connsiteY7" fmla="*/ 5548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70" y="6478"/>
                      <a:pt x="5076" y="6143"/>
                      <a:pt x="5671" y="5548"/>
                    </a:cubicBezTo>
                    <a:cubicBezTo>
                      <a:pt x="6266" y="4953"/>
                      <a:pt x="6600" y="4146"/>
                      <a:pt x="6600" y="3305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6" y="467"/>
                      <a:pt x="4270" y="132"/>
                      <a:pt x="3428" y="132"/>
                    </a:cubicBezTo>
                    <a:cubicBezTo>
                      <a:pt x="2587" y="132"/>
                      <a:pt x="1781" y="467"/>
                      <a:pt x="1186" y="1062"/>
                    </a:cubicBezTo>
                    <a:cubicBezTo>
                      <a:pt x="591" y="1657"/>
                      <a:pt x="257" y="2464"/>
                      <a:pt x="257" y="3305"/>
                    </a:cubicBezTo>
                    <a:cubicBezTo>
                      <a:pt x="257" y="4146"/>
                      <a:pt x="591" y="4953"/>
                      <a:pt x="1186" y="5548"/>
                    </a:cubicBezTo>
                    <a:cubicBezTo>
                      <a:pt x="1781" y="6143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13" name="Freeform: Shape 10912">
                <a:extLst>
                  <a:ext uri="{FF2B5EF4-FFF2-40B4-BE49-F238E27FC236}">
                    <a16:creationId xmlns:a16="http://schemas.microsoft.com/office/drawing/2014/main" id="{7E36DEFA-0F3C-3351-9B6B-369B5F7BEF9E}"/>
                  </a:ext>
                </a:extLst>
              </p:cNvPr>
              <p:cNvSpPr/>
              <p:nvPr/>
            </p:nvSpPr>
            <p:spPr>
              <a:xfrm>
                <a:off x="9668883" y="5159310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9 w 6343"/>
                  <a:gd name="connsiteY4" fmla="*/ 132 h 6345"/>
                  <a:gd name="connsiteX5" fmla="*/ 1186 w 6343"/>
                  <a:gd name="connsiteY5" fmla="*/ 1062 h 6345"/>
                  <a:gd name="connsiteX6" fmla="*/ 257 w 6343"/>
                  <a:gd name="connsiteY6" fmla="*/ 3305 h 6345"/>
                  <a:gd name="connsiteX7" fmla="*/ 1186 w 6343"/>
                  <a:gd name="connsiteY7" fmla="*/ 5549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0" y="6478"/>
                      <a:pt x="5076" y="6143"/>
                      <a:pt x="5671" y="5549"/>
                    </a:cubicBezTo>
                    <a:cubicBezTo>
                      <a:pt x="6266" y="4954"/>
                      <a:pt x="6600" y="4146"/>
                      <a:pt x="6600" y="3305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6" y="467"/>
                      <a:pt x="4270" y="132"/>
                      <a:pt x="3429" y="132"/>
                    </a:cubicBezTo>
                    <a:cubicBezTo>
                      <a:pt x="2587" y="132"/>
                      <a:pt x="1781" y="467"/>
                      <a:pt x="1186" y="1062"/>
                    </a:cubicBezTo>
                    <a:cubicBezTo>
                      <a:pt x="591" y="1657"/>
                      <a:pt x="257" y="2464"/>
                      <a:pt x="257" y="3305"/>
                    </a:cubicBezTo>
                    <a:cubicBezTo>
                      <a:pt x="257" y="4146"/>
                      <a:pt x="591" y="4954"/>
                      <a:pt x="1186" y="5549"/>
                    </a:cubicBezTo>
                    <a:cubicBezTo>
                      <a:pt x="1781" y="6143"/>
                      <a:pt x="2587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14" name="Freeform: Shape 10913">
                <a:extLst>
                  <a:ext uri="{FF2B5EF4-FFF2-40B4-BE49-F238E27FC236}">
                    <a16:creationId xmlns:a16="http://schemas.microsoft.com/office/drawing/2014/main" id="{81690CCB-2CF8-18EA-C330-293675D9E6E3}"/>
                  </a:ext>
                </a:extLst>
              </p:cNvPr>
              <p:cNvSpPr/>
              <p:nvPr/>
            </p:nvSpPr>
            <p:spPr>
              <a:xfrm>
                <a:off x="9669921" y="5160563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9 w 6343"/>
                  <a:gd name="connsiteY4" fmla="*/ 132 h 6345"/>
                  <a:gd name="connsiteX5" fmla="*/ 1186 w 6343"/>
                  <a:gd name="connsiteY5" fmla="*/ 1062 h 6345"/>
                  <a:gd name="connsiteX6" fmla="*/ 257 w 6343"/>
                  <a:gd name="connsiteY6" fmla="*/ 3305 h 6345"/>
                  <a:gd name="connsiteX7" fmla="*/ 1186 w 6343"/>
                  <a:gd name="connsiteY7" fmla="*/ 5549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0" y="6478"/>
                      <a:pt x="5076" y="6144"/>
                      <a:pt x="5671" y="5549"/>
                    </a:cubicBezTo>
                    <a:cubicBezTo>
                      <a:pt x="6266" y="4954"/>
                      <a:pt x="6600" y="4147"/>
                      <a:pt x="6600" y="3305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6" y="467"/>
                      <a:pt x="4270" y="132"/>
                      <a:pt x="3429" y="132"/>
                    </a:cubicBezTo>
                    <a:cubicBezTo>
                      <a:pt x="2587" y="132"/>
                      <a:pt x="1781" y="467"/>
                      <a:pt x="1186" y="1062"/>
                    </a:cubicBezTo>
                    <a:cubicBezTo>
                      <a:pt x="591" y="1657"/>
                      <a:pt x="257" y="2464"/>
                      <a:pt x="257" y="3305"/>
                    </a:cubicBezTo>
                    <a:cubicBezTo>
                      <a:pt x="257" y="4147"/>
                      <a:pt x="591" y="4954"/>
                      <a:pt x="1186" y="5549"/>
                    </a:cubicBezTo>
                    <a:cubicBezTo>
                      <a:pt x="1781" y="6144"/>
                      <a:pt x="2587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15" name="Freeform: Shape 10914">
                <a:extLst>
                  <a:ext uri="{FF2B5EF4-FFF2-40B4-BE49-F238E27FC236}">
                    <a16:creationId xmlns:a16="http://schemas.microsoft.com/office/drawing/2014/main" id="{D3CA01A2-0E93-F5A8-3D51-E5A3FD4F05B6}"/>
                  </a:ext>
                </a:extLst>
              </p:cNvPr>
              <p:cNvSpPr/>
              <p:nvPr/>
            </p:nvSpPr>
            <p:spPr>
              <a:xfrm>
                <a:off x="9673228" y="5160496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9 w 6343"/>
                  <a:gd name="connsiteY4" fmla="*/ 132 h 6345"/>
                  <a:gd name="connsiteX5" fmla="*/ 1186 w 6343"/>
                  <a:gd name="connsiteY5" fmla="*/ 1062 h 6345"/>
                  <a:gd name="connsiteX6" fmla="*/ 257 w 6343"/>
                  <a:gd name="connsiteY6" fmla="*/ 3305 h 6345"/>
                  <a:gd name="connsiteX7" fmla="*/ 1186 w 6343"/>
                  <a:gd name="connsiteY7" fmla="*/ 5549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0" y="6478"/>
                      <a:pt x="5077" y="6144"/>
                      <a:pt x="5671" y="5549"/>
                    </a:cubicBezTo>
                    <a:cubicBezTo>
                      <a:pt x="6266" y="4954"/>
                      <a:pt x="6600" y="4147"/>
                      <a:pt x="6600" y="3305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7" y="467"/>
                      <a:pt x="4270" y="132"/>
                      <a:pt x="3429" y="132"/>
                    </a:cubicBezTo>
                    <a:cubicBezTo>
                      <a:pt x="2588" y="132"/>
                      <a:pt x="1781" y="467"/>
                      <a:pt x="1186" y="1062"/>
                    </a:cubicBezTo>
                    <a:cubicBezTo>
                      <a:pt x="591" y="1657"/>
                      <a:pt x="257" y="2464"/>
                      <a:pt x="257" y="3305"/>
                    </a:cubicBezTo>
                    <a:cubicBezTo>
                      <a:pt x="257" y="4147"/>
                      <a:pt x="591" y="4954"/>
                      <a:pt x="1186" y="5549"/>
                    </a:cubicBezTo>
                    <a:cubicBezTo>
                      <a:pt x="1781" y="6144"/>
                      <a:pt x="2588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16" name="Freeform: Shape 10915">
                <a:extLst>
                  <a:ext uri="{FF2B5EF4-FFF2-40B4-BE49-F238E27FC236}">
                    <a16:creationId xmlns:a16="http://schemas.microsoft.com/office/drawing/2014/main" id="{7042AC9C-49E0-1E71-7171-2585086A9476}"/>
                  </a:ext>
                </a:extLst>
              </p:cNvPr>
              <p:cNvSpPr/>
              <p:nvPr/>
            </p:nvSpPr>
            <p:spPr>
              <a:xfrm>
                <a:off x="10092957" y="4931627"/>
                <a:ext cx="6343" cy="6345"/>
              </a:xfrm>
              <a:custGeom>
                <a:avLst/>
                <a:gdLst>
                  <a:gd name="connsiteX0" fmla="*/ 3462 w 6343"/>
                  <a:gd name="connsiteY0" fmla="*/ 6460 h 6345"/>
                  <a:gd name="connsiteX1" fmla="*/ 5705 w 6343"/>
                  <a:gd name="connsiteY1" fmla="*/ 5531 h 6345"/>
                  <a:gd name="connsiteX2" fmla="*/ 6634 w 6343"/>
                  <a:gd name="connsiteY2" fmla="*/ 3287 h 6345"/>
                  <a:gd name="connsiteX3" fmla="*/ 5705 w 6343"/>
                  <a:gd name="connsiteY3" fmla="*/ 1044 h 6345"/>
                  <a:gd name="connsiteX4" fmla="*/ 3462 w 6343"/>
                  <a:gd name="connsiteY4" fmla="*/ 114 h 6345"/>
                  <a:gd name="connsiteX5" fmla="*/ 1219 w 6343"/>
                  <a:gd name="connsiteY5" fmla="*/ 1044 h 6345"/>
                  <a:gd name="connsiteX6" fmla="*/ 290 w 6343"/>
                  <a:gd name="connsiteY6" fmla="*/ 3287 h 6345"/>
                  <a:gd name="connsiteX7" fmla="*/ 1219 w 6343"/>
                  <a:gd name="connsiteY7" fmla="*/ 5531 h 6345"/>
                  <a:gd name="connsiteX8" fmla="*/ 3462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2" y="6460"/>
                    </a:moveTo>
                    <a:cubicBezTo>
                      <a:pt x="4303" y="6460"/>
                      <a:pt x="5110" y="6126"/>
                      <a:pt x="5705" y="5531"/>
                    </a:cubicBezTo>
                    <a:cubicBezTo>
                      <a:pt x="6299" y="4936"/>
                      <a:pt x="6634" y="4129"/>
                      <a:pt x="6634" y="3287"/>
                    </a:cubicBezTo>
                    <a:cubicBezTo>
                      <a:pt x="6634" y="2446"/>
                      <a:pt x="6299" y="1639"/>
                      <a:pt x="5705" y="1044"/>
                    </a:cubicBezTo>
                    <a:cubicBezTo>
                      <a:pt x="5110" y="449"/>
                      <a:pt x="4303" y="114"/>
                      <a:pt x="3462" y="114"/>
                    </a:cubicBezTo>
                    <a:cubicBezTo>
                      <a:pt x="2621" y="114"/>
                      <a:pt x="1814" y="449"/>
                      <a:pt x="1219" y="1044"/>
                    </a:cubicBezTo>
                    <a:cubicBezTo>
                      <a:pt x="625" y="1639"/>
                      <a:pt x="290" y="2446"/>
                      <a:pt x="290" y="3287"/>
                    </a:cubicBezTo>
                    <a:cubicBezTo>
                      <a:pt x="290" y="4129"/>
                      <a:pt x="625" y="4936"/>
                      <a:pt x="1219" y="5531"/>
                    </a:cubicBezTo>
                    <a:cubicBezTo>
                      <a:pt x="1814" y="6126"/>
                      <a:pt x="2621" y="6460"/>
                      <a:pt x="3462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17" name="Freeform: Shape 10916">
                <a:extLst>
                  <a:ext uri="{FF2B5EF4-FFF2-40B4-BE49-F238E27FC236}">
                    <a16:creationId xmlns:a16="http://schemas.microsoft.com/office/drawing/2014/main" id="{87ED88CB-BF67-A0A1-8BB8-DD3012DDC576}"/>
                  </a:ext>
                </a:extLst>
              </p:cNvPr>
              <p:cNvSpPr/>
              <p:nvPr/>
            </p:nvSpPr>
            <p:spPr>
              <a:xfrm>
                <a:off x="10093409" y="4936583"/>
                <a:ext cx="6343" cy="6345"/>
              </a:xfrm>
              <a:custGeom>
                <a:avLst/>
                <a:gdLst>
                  <a:gd name="connsiteX0" fmla="*/ 3462 w 6343"/>
                  <a:gd name="connsiteY0" fmla="*/ 6460 h 6345"/>
                  <a:gd name="connsiteX1" fmla="*/ 5705 w 6343"/>
                  <a:gd name="connsiteY1" fmla="*/ 5531 h 6345"/>
                  <a:gd name="connsiteX2" fmla="*/ 6634 w 6343"/>
                  <a:gd name="connsiteY2" fmla="*/ 3288 h 6345"/>
                  <a:gd name="connsiteX3" fmla="*/ 5705 w 6343"/>
                  <a:gd name="connsiteY3" fmla="*/ 1044 h 6345"/>
                  <a:gd name="connsiteX4" fmla="*/ 3462 w 6343"/>
                  <a:gd name="connsiteY4" fmla="*/ 115 h 6345"/>
                  <a:gd name="connsiteX5" fmla="*/ 1219 w 6343"/>
                  <a:gd name="connsiteY5" fmla="*/ 1044 h 6345"/>
                  <a:gd name="connsiteX6" fmla="*/ 290 w 6343"/>
                  <a:gd name="connsiteY6" fmla="*/ 3288 h 6345"/>
                  <a:gd name="connsiteX7" fmla="*/ 1219 w 6343"/>
                  <a:gd name="connsiteY7" fmla="*/ 5531 h 6345"/>
                  <a:gd name="connsiteX8" fmla="*/ 3462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2" y="6460"/>
                    </a:moveTo>
                    <a:cubicBezTo>
                      <a:pt x="4303" y="6460"/>
                      <a:pt x="5110" y="6126"/>
                      <a:pt x="5705" y="5531"/>
                    </a:cubicBezTo>
                    <a:cubicBezTo>
                      <a:pt x="6299" y="4936"/>
                      <a:pt x="6634" y="4129"/>
                      <a:pt x="6634" y="3288"/>
                    </a:cubicBezTo>
                    <a:cubicBezTo>
                      <a:pt x="6634" y="2446"/>
                      <a:pt x="6299" y="1639"/>
                      <a:pt x="5705" y="1044"/>
                    </a:cubicBezTo>
                    <a:cubicBezTo>
                      <a:pt x="5110" y="449"/>
                      <a:pt x="4303" y="115"/>
                      <a:pt x="3462" y="115"/>
                    </a:cubicBezTo>
                    <a:cubicBezTo>
                      <a:pt x="2621" y="115"/>
                      <a:pt x="1814" y="449"/>
                      <a:pt x="1219" y="1044"/>
                    </a:cubicBezTo>
                    <a:cubicBezTo>
                      <a:pt x="625" y="1639"/>
                      <a:pt x="290" y="2446"/>
                      <a:pt x="290" y="3288"/>
                    </a:cubicBezTo>
                    <a:cubicBezTo>
                      <a:pt x="290" y="4129"/>
                      <a:pt x="625" y="4936"/>
                      <a:pt x="1219" y="5531"/>
                    </a:cubicBezTo>
                    <a:cubicBezTo>
                      <a:pt x="1814" y="6126"/>
                      <a:pt x="2621" y="6460"/>
                      <a:pt x="3462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18" name="Freeform: Shape 10917">
                <a:extLst>
                  <a:ext uri="{FF2B5EF4-FFF2-40B4-BE49-F238E27FC236}">
                    <a16:creationId xmlns:a16="http://schemas.microsoft.com/office/drawing/2014/main" id="{215E23C6-1FEE-8882-86D9-FD137155C4A7}"/>
                  </a:ext>
                </a:extLst>
              </p:cNvPr>
              <p:cNvSpPr/>
              <p:nvPr/>
            </p:nvSpPr>
            <p:spPr>
              <a:xfrm>
                <a:off x="10096857" y="4939885"/>
                <a:ext cx="6343" cy="6345"/>
              </a:xfrm>
              <a:custGeom>
                <a:avLst/>
                <a:gdLst>
                  <a:gd name="connsiteX0" fmla="*/ 3462 w 6343"/>
                  <a:gd name="connsiteY0" fmla="*/ 6460 h 6345"/>
                  <a:gd name="connsiteX1" fmla="*/ 5705 w 6343"/>
                  <a:gd name="connsiteY1" fmla="*/ 5531 h 6345"/>
                  <a:gd name="connsiteX2" fmla="*/ 6634 w 6343"/>
                  <a:gd name="connsiteY2" fmla="*/ 3288 h 6345"/>
                  <a:gd name="connsiteX3" fmla="*/ 5705 w 6343"/>
                  <a:gd name="connsiteY3" fmla="*/ 1044 h 6345"/>
                  <a:gd name="connsiteX4" fmla="*/ 3462 w 6343"/>
                  <a:gd name="connsiteY4" fmla="*/ 115 h 6345"/>
                  <a:gd name="connsiteX5" fmla="*/ 1220 w 6343"/>
                  <a:gd name="connsiteY5" fmla="*/ 1044 h 6345"/>
                  <a:gd name="connsiteX6" fmla="*/ 291 w 6343"/>
                  <a:gd name="connsiteY6" fmla="*/ 3288 h 6345"/>
                  <a:gd name="connsiteX7" fmla="*/ 1220 w 6343"/>
                  <a:gd name="connsiteY7" fmla="*/ 5531 h 6345"/>
                  <a:gd name="connsiteX8" fmla="*/ 3462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2" y="6460"/>
                    </a:moveTo>
                    <a:cubicBezTo>
                      <a:pt x="4303" y="6460"/>
                      <a:pt x="5110" y="6126"/>
                      <a:pt x="5705" y="5531"/>
                    </a:cubicBezTo>
                    <a:cubicBezTo>
                      <a:pt x="6300" y="4936"/>
                      <a:pt x="6634" y="4129"/>
                      <a:pt x="6634" y="3288"/>
                    </a:cubicBezTo>
                    <a:cubicBezTo>
                      <a:pt x="6634" y="2446"/>
                      <a:pt x="6300" y="1639"/>
                      <a:pt x="5705" y="1044"/>
                    </a:cubicBezTo>
                    <a:cubicBezTo>
                      <a:pt x="5110" y="449"/>
                      <a:pt x="4303" y="115"/>
                      <a:pt x="3462" y="115"/>
                    </a:cubicBezTo>
                    <a:cubicBezTo>
                      <a:pt x="2621" y="115"/>
                      <a:pt x="1814" y="449"/>
                      <a:pt x="1220" y="1044"/>
                    </a:cubicBezTo>
                    <a:cubicBezTo>
                      <a:pt x="625" y="1639"/>
                      <a:pt x="291" y="2446"/>
                      <a:pt x="291" y="3288"/>
                    </a:cubicBezTo>
                    <a:cubicBezTo>
                      <a:pt x="291" y="4129"/>
                      <a:pt x="625" y="4936"/>
                      <a:pt x="1220" y="5531"/>
                    </a:cubicBezTo>
                    <a:cubicBezTo>
                      <a:pt x="1814" y="6126"/>
                      <a:pt x="2621" y="6460"/>
                      <a:pt x="3462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19" name="Freeform: Shape 10918">
                <a:extLst>
                  <a:ext uri="{FF2B5EF4-FFF2-40B4-BE49-F238E27FC236}">
                    <a16:creationId xmlns:a16="http://schemas.microsoft.com/office/drawing/2014/main" id="{4A5FD031-9004-28AB-014F-5610DA354D79}"/>
                  </a:ext>
                </a:extLst>
              </p:cNvPr>
              <p:cNvSpPr/>
              <p:nvPr/>
            </p:nvSpPr>
            <p:spPr>
              <a:xfrm>
                <a:off x="10107592" y="4939312"/>
                <a:ext cx="6343" cy="6345"/>
              </a:xfrm>
              <a:custGeom>
                <a:avLst/>
                <a:gdLst>
                  <a:gd name="connsiteX0" fmla="*/ 3463 w 6343"/>
                  <a:gd name="connsiteY0" fmla="*/ 6460 h 6345"/>
                  <a:gd name="connsiteX1" fmla="*/ 5706 w 6343"/>
                  <a:gd name="connsiteY1" fmla="*/ 5531 h 6345"/>
                  <a:gd name="connsiteX2" fmla="*/ 6635 w 6343"/>
                  <a:gd name="connsiteY2" fmla="*/ 3288 h 6345"/>
                  <a:gd name="connsiteX3" fmla="*/ 5706 w 6343"/>
                  <a:gd name="connsiteY3" fmla="*/ 1044 h 6345"/>
                  <a:gd name="connsiteX4" fmla="*/ 3463 w 6343"/>
                  <a:gd name="connsiteY4" fmla="*/ 115 h 6345"/>
                  <a:gd name="connsiteX5" fmla="*/ 1220 w 6343"/>
                  <a:gd name="connsiteY5" fmla="*/ 1044 h 6345"/>
                  <a:gd name="connsiteX6" fmla="*/ 292 w 6343"/>
                  <a:gd name="connsiteY6" fmla="*/ 3288 h 6345"/>
                  <a:gd name="connsiteX7" fmla="*/ 1220 w 6343"/>
                  <a:gd name="connsiteY7" fmla="*/ 5531 h 6345"/>
                  <a:gd name="connsiteX8" fmla="*/ 3463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3" y="6460"/>
                    </a:moveTo>
                    <a:cubicBezTo>
                      <a:pt x="4304" y="6460"/>
                      <a:pt x="5111" y="6126"/>
                      <a:pt x="5706" y="5531"/>
                    </a:cubicBezTo>
                    <a:cubicBezTo>
                      <a:pt x="6300" y="4936"/>
                      <a:pt x="6635" y="4129"/>
                      <a:pt x="6635" y="3288"/>
                    </a:cubicBezTo>
                    <a:cubicBezTo>
                      <a:pt x="6635" y="2446"/>
                      <a:pt x="6300" y="1639"/>
                      <a:pt x="5706" y="1044"/>
                    </a:cubicBezTo>
                    <a:cubicBezTo>
                      <a:pt x="5111" y="449"/>
                      <a:pt x="4304" y="115"/>
                      <a:pt x="3463" y="115"/>
                    </a:cubicBezTo>
                    <a:cubicBezTo>
                      <a:pt x="2622" y="115"/>
                      <a:pt x="1815" y="449"/>
                      <a:pt x="1220" y="1044"/>
                    </a:cubicBezTo>
                    <a:cubicBezTo>
                      <a:pt x="626" y="1639"/>
                      <a:pt x="292" y="2446"/>
                      <a:pt x="292" y="3288"/>
                    </a:cubicBezTo>
                    <a:cubicBezTo>
                      <a:pt x="292" y="4129"/>
                      <a:pt x="626" y="4936"/>
                      <a:pt x="1220" y="5531"/>
                    </a:cubicBezTo>
                    <a:cubicBezTo>
                      <a:pt x="1815" y="6126"/>
                      <a:pt x="2622" y="6460"/>
                      <a:pt x="3463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20" name="Freeform: Shape 10919">
                <a:extLst>
                  <a:ext uri="{FF2B5EF4-FFF2-40B4-BE49-F238E27FC236}">
                    <a16:creationId xmlns:a16="http://schemas.microsoft.com/office/drawing/2014/main" id="{CAD7FB7D-2F86-F4E3-E9CF-7898E982761D}"/>
                  </a:ext>
                </a:extLst>
              </p:cNvPr>
              <p:cNvSpPr/>
              <p:nvPr/>
            </p:nvSpPr>
            <p:spPr>
              <a:xfrm>
                <a:off x="10599396" y="4951181"/>
                <a:ext cx="6343" cy="6345"/>
              </a:xfrm>
              <a:custGeom>
                <a:avLst/>
                <a:gdLst>
                  <a:gd name="connsiteX0" fmla="*/ 3502 w 6343"/>
                  <a:gd name="connsiteY0" fmla="*/ 6461 h 6345"/>
                  <a:gd name="connsiteX1" fmla="*/ 5744 w 6343"/>
                  <a:gd name="connsiteY1" fmla="*/ 5532 h 6345"/>
                  <a:gd name="connsiteX2" fmla="*/ 6673 w 6343"/>
                  <a:gd name="connsiteY2" fmla="*/ 3289 h 6345"/>
                  <a:gd name="connsiteX3" fmla="*/ 5744 w 6343"/>
                  <a:gd name="connsiteY3" fmla="*/ 1045 h 6345"/>
                  <a:gd name="connsiteX4" fmla="*/ 3502 w 6343"/>
                  <a:gd name="connsiteY4" fmla="*/ 116 h 6345"/>
                  <a:gd name="connsiteX5" fmla="*/ 1259 w 6343"/>
                  <a:gd name="connsiteY5" fmla="*/ 1045 h 6345"/>
                  <a:gd name="connsiteX6" fmla="*/ 330 w 6343"/>
                  <a:gd name="connsiteY6" fmla="*/ 3289 h 6345"/>
                  <a:gd name="connsiteX7" fmla="*/ 1259 w 6343"/>
                  <a:gd name="connsiteY7" fmla="*/ 5532 h 6345"/>
                  <a:gd name="connsiteX8" fmla="*/ 3502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461"/>
                    </a:moveTo>
                    <a:cubicBezTo>
                      <a:pt x="4343" y="6461"/>
                      <a:pt x="5150" y="6127"/>
                      <a:pt x="5744" y="5532"/>
                    </a:cubicBezTo>
                    <a:cubicBezTo>
                      <a:pt x="6339" y="4937"/>
                      <a:pt x="6673" y="4130"/>
                      <a:pt x="6673" y="3289"/>
                    </a:cubicBezTo>
                    <a:cubicBezTo>
                      <a:pt x="6673" y="2447"/>
                      <a:pt x="6339" y="1640"/>
                      <a:pt x="5744" y="1045"/>
                    </a:cubicBezTo>
                    <a:cubicBezTo>
                      <a:pt x="5150" y="450"/>
                      <a:pt x="4343" y="116"/>
                      <a:pt x="3502" y="116"/>
                    </a:cubicBezTo>
                    <a:cubicBezTo>
                      <a:pt x="2661" y="116"/>
                      <a:pt x="1854" y="450"/>
                      <a:pt x="1259" y="1045"/>
                    </a:cubicBezTo>
                    <a:cubicBezTo>
                      <a:pt x="664" y="1640"/>
                      <a:pt x="330" y="2447"/>
                      <a:pt x="330" y="3289"/>
                    </a:cubicBezTo>
                    <a:cubicBezTo>
                      <a:pt x="330" y="4130"/>
                      <a:pt x="664" y="4937"/>
                      <a:pt x="1259" y="5532"/>
                    </a:cubicBezTo>
                    <a:cubicBezTo>
                      <a:pt x="1854" y="6127"/>
                      <a:pt x="2661" y="6461"/>
                      <a:pt x="3502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21" name="Freeform: Shape 10920">
                <a:extLst>
                  <a:ext uri="{FF2B5EF4-FFF2-40B4-BE49-F238E27FC236}">
                    <a16:creationId xmlns:a16="http://schemas.microsoft.com/office/drawing/2014/main" id="{1A96D1AC-1BA2-4903-BE85-91A15CF51492}"/>
                  </a:ext>
                </a:extLst>
              </p:cNvPr>
              <p:cNvSpPr/>
              <p:nvPr/>
            </p:nvSpPr>
            <p:spPr>
              <a:xfrm>
                <a:off x="11036971" y="5842048"/>
                <a:ext cx="6343" cy="6345"/>
              </a:xfrm>
              <a:custGeom>
                <a:avLst/>
                <a:gdLst>
                  <a:gd name="connsiteX0" fmla="*/ 3536 w 6343"/>
                  <a:gd name="connsiteY0" fmla="*/ 6532 h 6345"/>
                  <a:gd name="connsiteX1" fmla="*/ 5779 w 6343"/>
                  <a:gd name="connsiteY1" fmla="*/ 5602 h 6345"/>
                  <a:gd name="connsiteX2" fmla="*/ 6708 w 6343"/>
                  <a:gd name="connsiteY2" fmla="*/ 3359 h 6345"/>
                  <a:gd name="connsiteX3" fmla="*/ 5779 w 6343"/>
                  <a:gd name="connsiteY3" fmla="*/ 1115 h 6345"/>
                  <a:gd name="connsiteX4" fmla="*/ 3536 w 6343"/>
                  <a:gd name="connsiteY4" fmla="*/ 186 h 6345"/>
                  <a:gd name="connsiteX5" fmla="*/ 1294 w 6343"/>
                  <a:gd name="connsiteY5" fmla="*/ 1115 h 6345"/>
                  <a:gd name="connsiteX6" fmla="*/ 365 w 6343"/>
                  <a:gd name="connsiteY6" fmla="*/ 3359 h 6345"/>
                  <a:gd name="connsiteX7" fmla="*/ 1294 w 6343"/>
                  <a:gd name="connsiteY7" fmla="*/ 5602 h 6345"/>
                  <a:gd name="connsiteX8" fmla="*/ 3536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6" y="6532"/>
                    </a:moveTo>
                    <a:cubicBezTo>
                      <a:pt x="4377" y="6532"/>
                      <a:pt x="5184" y="6197"/>
                      <a:pt x="5779" y="5602"/>
                    </a:cubicBezTo>
                    <a:cubicBezTo>
                      <a:pt x="6374" y="5007"/>
                      <a:pt x="6708" y="4200"/>
                      <a:pt x="6708" y="3359"/>
                    </a:cubicBezTo>
                    <a:cubicBezTo>
                      <a:pt x="6708" y="2517"/>
                      <a:pt x="6374" y="1710"/>
                      <a:pt x="5779" y="1115"/>
                    </a:cubicBezTo>
                    <a:cubicBezTo>
                      <a:pt x="5184" y="520"/>
                      <a:pt x="4377" y="186"/>
                      <a:pt x="3536" y="186"/>
                    </a:cubicBezTo>
                    <a:cubicBezTo>
                      <a:pt x="2695" y="186"/>
                      <a:pt x="1888" y="520"/>
                      <a:pt x="1294" y="1115"/>
                    </a:cubicBezTo>
                    <a:cubicBezTo>
                      <a:pt x="699" y="1710"/>
                      <a:pt x="365" y="2517"/>
                      <a:pt x="365" y="3359"/>
                    </a:cubicBezTo>
                    <a:cubicBezTo>
                      <a:pt x="365" y="4200"/>
                      <a:pt x="699" y="5007"/>
                      <a:pt x="1294" y="5602"/>
                    </a:cubicBezTo>
                    <a:cubicBezTo>
                      <a:pt x="1888" y="6197"/>
                      <a:pt x="2695" y="6532"/>
                      <a:pt x="3536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22" name="Freeform: Shape 10921">
                <a:extLst>
                  <a:ext uri="{FF2B5EF4-FFF2-40B4-BE49-F238E27FC236}">
                    <a16:creationId xmlns:a16="http://schemas.microsoft.com/office/drawing/2014/main" id="{9FD6E256-90BE-2516-D6F7-0F98805C56F3}"/>
                  </a:ext>
                </a:extLst>
              </p:cNvPr>
              <p:cNvSpPr/>
              <p:nvPr/>
            </p:nvSpPr>
            <p:spPr>
              <a:xfrm>
                <a:off x="11018788" y="5857498"/>
                <a:ext cx="6343" cy="6345"/>
              </a:xfrm>
              <a:custGeom>
                <a:avLst/>
                <a:gdLst>
                  <a:gd name="connsiteX0" fmla="*/ 3535 w 6343"/>
                  <a:gd name="connsiteY0" fmla="*/ 6533 h 6345"/>
                  <a:gd name="connsiteX1" fmla="*/ 5778 w 6343"/>
                  <a:gd name="connsiteY1" fmla="*/ 5604 h 6345"/>
                  <a:gd name="connsiteX2" fmla="*/ 6706 w 6343"/>
                  <a:gd name="connsiteY2" fmla="*/ 3360 h 6345"/>
                  <a:gd name="connsiteX3" fmla="*/ 5778 w 6343"/>
                  <a:gd name="connsiteY3" fmla="*/ 1117 h 6345"/>
                  <a:gd name="connsiteX4" fmla="*/ 3535 w 6343"/>
                  <a:gd name="connsiteY4" fmla="*/ 187 h 6345"/>
                  <a:gd name="connsiteX5" fmla="*/ 1292 w 6343"/>
                  <a:gd name="connsiteY5" fmla="*/ 1117 h 6345"/>
                  <a:gd name="connsiteX6" fmla="*/ 363 w 6343"/>
                  <a:gd name="connsiteY6" fmla="*/ 3360 h 6345"/>
                  <a:gd name="connsiteX7" fmla="*/ 1292 w 6343"/>
                  <a:gd name="connsiteY7" fmla="*/ 5604 h 6345"/>
                  <a:gd name="connsiteX8" fmla="*/ 3535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5" y="6533"/>
                    </a:moveTo>
                    <a:cubicBezTo>
                      <a:pt x="4376" y="6533"/>
                      <a:pt x="5183" y="6198"/>
                      <a:pt x="5778" y="5604"/>
                    </a:cubicBezTo>
                    <a:cubicBezTo>
                      <a:pt x="6372" y="5009"/>
                      <a:pt x="6706" y="4202"/>
                      <a:pt x="6706" y="3360"/>
                    </a:cubicBezTo>
                    <a:cubicBezTo>
                      <a:pt x="6706" y="2519"/>
                      <a:pt x="6372" y="1712"/>
                      <a:pt x="5778" y="1117"/>
                    </a:cubicBezTo>
                    <a:cubicBezTo>
                      <a:pt x="5183" y="522"/>
                      <a:pt x="4376" y="187"/>
                      <a:pt x="3535" y="187"/>
                    </a:cubicBezTo>
                    <a:cubicBezTo>
                      <a:pt x="2694" y="187"/>
                      <a:pt x="1887" y="522"/>
                      <a:pt x="1292" y="1117"/>
                    </a:cubicBezTo>
                    <a:cubicBezTo>
                      <a:pt x="698" y="1712"/>
                      <a:pt x="363" y="2519"/>
                      <a:pt x="363" y="3360"/>
                    </a:cubicBezTo>
                    <a:cubicBezTo>
                      <a:pt x="363" y="4202"/>
                      <a:pt x="698" y="5009"/>
                      <a:pt x="1292" y="5604"/>
                    </a:cubicBezTo>
                    <a:cubicBezTo>
                      <a:pt x="1887" y="6198"/>
                      <a:pt x="2694" y="6533"/>
                      <a:pt x="3535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23" name="Freeform: Shape 10922">
                <a:extLst>
                  <a:ext uri="{FF2B5EF4-FFF2-40B4-BE49-F238E27FC236}">
                    <a16:creationId xmlns:a16="http://schemas.microsoft.com/office/drawing/2014/main" id="{BBEFEB0D-D00E-E27F-21B7-56E084CBFC10}"/>
                  </a:ext>
                </a:extLst>
              </p:cNvPr>
              <p:cNvSpPr/>
              <p:nvPr/>
            </p:nvSpPr>
            <p:spPr>
              <a:xfrm>
                <a:off x="11011707" y="5865839"/>
                <a:ext cx="6343" cy="6345"/>
              </a:xfrm>
              <a:custGeom>
                <a:avLst/>
                <a:gdLst>
                  <a:gd name="connsiteX0" fmla="*/ 3534 w 6343"/>
                  <a:gd name="connsiteY0" fmla="*/ 6533 h 6345"/>
                  <a:gd name="connsiteX1" fmla="*/ 5777 w 6343"/>
                  <a:gd name="connsiteY1" fmla="*/ 5604 h 6345"/>
                  <a:gd name="connsiteX2" fmla="*/ 6706 w 6343"/>
                  <a:gd name="connsiteY2" fmla="*/ 3361 h 6345"/>
                  <a:gd name="connsiteX3" fmla="*/ 5777 w 6343"/>
                  <a:gd name="connsiteY3" fmla="*/ 1117 h 6345"/>
                  <a:gd name="connsiteX4" fmla="*/ 3534 w 6343"/>
                  <a:gd name="connsiteY4" fmla="*/ 188 h 6345"/>
                  <a:gd name="connsiteX5" fmla="*/ 1292 w 6343"/>
                  <a:gd name="connsiteY5" fmla="*/ 1117 h 6345"/>
                  <a:gd name="connsiteX6" fmla="*/ 363 w 6343"/>
                  <a:gd name="connsiteY6" fmla="*/ 3361 h 6345"/>
                  <a:gd name="connsiteX7" fmla="*/ 1292 w 6343"/>
                  <a:gd name="connsiteY7" fmla="*/ 5604 h 6345"/>
                  <a:gd name="connsiteX8" fmla="*/ 3534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4" y="6533"/>
                    </a:moveTo>
                    <a:cubicBezTo>
                      <a:pt x="4375" y="6533"/>
                      <a:pt x="5182" y="6199"/>
                      <a:pt x="5777" y="5604"/>
                    </a:cubicBezTo>
                    <a:cubicBezTo>
                      <a:pt x="6372" y="5009"/>
                      <a:pt x="6706" y="4202"/>
                      <a:pt x="6706" y="3361"/>
                    </a:cubicBezTo>
                    <a:cubicBezTo>
                      <a:pt x="6706" y="2519"/>
                      <a:pt x="6372" y="1712"/>
                      <a:pt x="5777" y="1117"/>
                    </a:cubicBezTo>
                    <a:cubicBezTo>
                      <a:pt x="5182" y="522"/>
                      <a:pt x="4375" y="188"/>
                      <a:pt x="3534" y="188"/>
                    </a:cubicBezTo>
                    <a:cubicBezTo>
                      <a:pt x="2693" y="188"/>
                      <a:pt x="1886" y="522"/>
                      <a:pt x="1292" y="1117"/>
                    </a:cubicBezTo>
                    <a:cubicBezTo>
                      <a:pt x="697" y="1712"/>
                      <a:pt x="363" y="2519"/>
                      <a:pt x="363" y="3361"/>
                    </a:cubicBezTo>
                    <a:cubicBezTo>
                      <a:pt x="363" y="4202"/>
                      <a:pt x="697" y="5009"/>
                      <a:pt x="1292" y="5604"/>
                    </a:cubicBezTo>
                    <a:cubicBezTo>
                      <a:pt x="1886" y="6199"/>
                      <a:pt x="2693" y="6533"/>
                      <a:pt x="3534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24" name="Freeform: Shape 10923">
                <a:extLst>
                  <a:ext uri="{FF2B5EF4-FFF2-40B4-BE49-F238E27FC236}">
                    <a16:creationId xmlns:a16="http://schemas.microsoft.com/office/drawing/2014/main" id="{78B59B9D-70F7-BF28-67C2-E7FB343E972E}"/>
                  </a:ext>
                </a:extLst>
              </p:cNvPr>
              <p:cNvSpPr/>
              <p:nvPr/>
            </p:nvSpPr>
            <p:spPr>
              <a:xfrm>
                <a:off x="11003230" y="5873612"/>
                <a:ext cx="6343" cy="6345"/>
              </a:xfrm>
              <a:custGeom>
                <a:avLst/>
                <a:gdLst>
                  <a:gd name="connsiteX0" fmla="*/ 3534 w 6343"/>
                  <a:gd name="connsiteY0" fmla="*/ 6534 h 6345"/>
                  <a:gd name="connsiteX1" fmla="*/ 5776 w 6343"/>
                  <a:gd name="connsiteY1" fmla="*/ 5605 h 6345"/>
                  <a:gd name="connsiteX2" fmla="*/ 6705 w 6343"/>
                  <a:gd name="connsiteY2" fmla="*/ 3361 h 6345"/>
                  <a:gd name="connsiteX3" fmla="*/ 5776 w 6343"/>
                  <a:gd name="connsiteY3" fmla="*/ 1118 h 6345"/>
                  <a:gd name="connsiteX4" fmla="*/ 3534 w 6343"/>
                  <a:gd name="connsiteY4" fmla="*/ 189 h 6345"/>
                  <a:gd name="connsiteX5" fmla="*/ 1291 w 6343"/>
                  <a:gd name="connsiteY5" fmla="*/ 1118 h 6345"/>
                  <a:gd name="connsiteX6" fmla="*/ 362 w 6343"/>
                  <a:gd name="connsiteY6" fmla="*/ 3361 h 6345"/>
                  <a:gd name="connsiteX7" fmla="*/ 1291 w 6343"/>
                  <a:gd name="connsiteY7" fmla="*/ 5605 h 6345"/>
                  <a:gd name="connsiteX8" fmla="*/ 3534 w 6343"/>
                  <a:gd name="connsiteY8" fmla="*/ 65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4" y="6534"/>
                    </a:moveTo>
                    <a:cubicBezTo>
                      <a:pt x="4375" y="6534"/>
                      <a:pt x="5182" y="6200"/>
                      <a:pt x="5776" y="5605"/>
                    </a:cubicBezTo>
                    <a:cubicBezTo>
                      <a:pt x="6371" y="5010"/>
                      <a:pt x="6705" y="4203"/>
                      <a:pt x="6705" y="3361"/>
                    </a:cubicBezTo>
                    <a:cubicBezTo>
                      <a:pt x="6705" y="2520"/>
                      <a:pt x="6371" y="1713"/>
                      <a:pt x="5776" y="1118"/>
                    </a:cubicBezTo>
                    <a:cubicBezTo>
                      <a:pt x="5182" y="523"/>
                      <a:pt x="4375" y="189"/>
                      <a:pt x="3534" y="189"/>
                    </a:cubicBezTo>
                    <a:cubicBezTo>
                      <a:pt x="2693" y="189"/>
                      <a:pt x="1886" y="523"/>
                      <a:pt x="1291" y="1118"/>
                    </a:cubicBezTo>
                    <a:cubicBezTo>
                      <a:pt x="696" y="1713"/>
                      <a:pt x="362" y="2520"/>
                      <a:pt x="362" y="3361"/>
                    </a:cubicBezTo>
                    <a:cubicBezTo>
                      <a:pt x="362" y="4203"/>
                      <a:pt x="696" y="5010"/>
                      <a:pt x="1291" y="5605"/>
                    </a:cubicBezTo>
                    <a:cubicBezTo>
                      <a:pt x="1886" y="6200"/>
                      <a:pt x="2693" y="6534"/>
                      <a:pt x="3534" y="65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25" name="Freeform: Shape 10924">
                <a:extLst>
                  <a:ext uri="{FF2B5EF4-FFF2-40B4-BE49-F238E27FC236}">
                    <a16:creationId xmlns:a16="http://schemas.microsoft.com/office/drawing/2014/main" id="{DE2F7AC5-9546-5FAA-FD80-B5E2704780FF}"/>
                  </a:ext>
                </a:extLst>
              </p:cNvPr>
              <p:cNvSpPr/>
              <p:nvPr/>
            </p:nvSpPr>
            <p:spPr>
              <a:xfrm>
                <a:off x="10998297" y="5882658"/>
                <a:ext cx="6343" cy="6345"/>
              </a:xfrm>
              <a:custGeom>
                <a:avLst/>
                <a:gdLst>
                  <a:gd name="connsiteX0" fmla="*/ 3533 w 6343"/>
                  <a:gd name="connsiteY0" fmla="*/ 6535 h 6345"/>
                  <a:gd name="connsiteX1" fmla="*/ 5776 w 6343"/>
                  <a:gd name="connsiteY1" fmla="*/ 5606 h 6345"/>
                  <a:gd name="connsiteX2" fmla="*/ 6705 w 6343"/>
                  <a:gd name="connsiteY2" fmla="*/ 3362 h 6345"/>
                  <a:gd name="connsiteX3" fmla="*/ 5776 w 6343"/>
                  <a:gd name="connsiteY3" fmla="*/ 1119 h 6345"/>
                  <a:gd name="connsiteX4" fmla="*/ 3533 w 6343"/>
                  <a:gd name="connsiteY4" fmla="*/ 189 h 6345"/>
                  <a:gd name="connsiteX5" fmla="*/ 1291 w 6343"/>
                  <a:gd name="connsiteY5" fmla="*/ 1119 h 6345"/>
                  <a:gd name="connsiteX6" fmla="*/ 362 w 6343"/>
                  <a:gd name="connsiteY6" fmla="*/ 3362 h 6345"/>
                  <a:gd name="connsiteX7" fmla="*/ 1291 w 6343"/>
                  <a:gd name="connsiteY7" fmla="*/ 5606 h 6345"/>
                  <a:gd name="connsiteX8" fmla="*/ 3533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3" y="6535"/>
                    </a:moveTo>
                    <a:cubicBezTo>
                      <a:pt x="4374" y="6535"/>
                      <a:pt x="5181" y="6200"/>
                      <a:pt x="5776" y="5606"/>
                    </a:cubicBezTo>
                    <a:cubicBezTo>
                      <a:pt x="6371" y="5011"/>
                      <a:pt x="6705" y="4203"/>
                      <a:pt x="6705" y="3362"/>
                    </a:cubicBezTo>
                    <a:cubicBezTo>
                      <a:pt x="6705" y="2521"/>
                      <a:pt x="6371" y="1714"/>
                      <a:pt x="5776" y="1119"/>
                    </a:cubicBezTo>
                    <a:cubicBezTo>
                      <a:pt x="5181" y="524"/>
                      <a:pt x="4374" y="189"/>
                      <a:pt x="3533" y="189"/>
                    </a:cubicBezTo>
                    <a:cubicBezTo>
                      <a:pt x="2692" y="189"/>
                      <a:pt x="1885" y="524"/>
                      <a:pt x="1291" y="1119"/>
                    </a:cubicBezTo>
                    <a:cubicBezTo>
                      <a:pt x="696" y="1714"/>
                      <a:pt x="362" y="2521"/>
                      <a:pt x="362" y="3362"/>
                    </a:cubicBezTo>
                    <a:cubicBezTo>
                      <a:pt x="362" y="4203"/>
                      <a:pt x="696" y="5011"/>
                      <a:pt x="1291" y="5606"/>
                    </a:cubicBezTo>
                    <a:cubicBezTo>
                      <a:pt x="1885" y="6200"/>
                      <a:pt x="2692" y="6535"/>
                      <a:pt x="3533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26" name="Freeform: Shape 10925">
                <a:extLst>
                  <a:ext uri="{FF2B5EF4-FFF2-40B4-BE49-F238E27FC236}">
                    <a16:creationId xmlns:a16="http://schemas.microsoft.com/office/drawing/2014/main" id="{AC4D456F-4EE6-2893-C27F-4961EEE44345}"/>
                  </a:ext>
                </a:extLst>
              </p:cNvPr>
              <p:cNvSpPr/>
              <p:nvPr/>
            </p:nvSpPr>
            <p:spPr>
              <a:xfrm>
                <a:off x="10990325" y="5890514"/>
                <a:ext cx="6343" cy="6345"/>
              </a:xfrm>
              <a:custGeom>
                <a:avLst/>
                <a:gdLst>
                  <a:gd name="connsiteX0" fmla="*/ 3533 w 6343"/>
                  <a:gd name="connsiteY0" fmla="*/ 6535 h 6345"/>
                  <a:gd name="connsiteX1" fmla="*/ 5775 w 6343"/>
                  <a:gd name="connsiteY1" fmla="*/ 5606 h 6345"/>
                  <a:gd name="connsiteX2" fmla="*/ 6704 w 6343"/>
                  <a:gd name="connsiteY2" fmla="*/ 3363 h 6345"/>
                  <a:gd name="connsiteX3" fmla="*/ 5775 w 6343"/>
                  <a:gd name="connsiteY3" fmla="*/ 1119 h 6345"/>
                  <a:gd name="connsiteX4" fmla="*/ 3533 w 6343"/>
                  <a:gd name="connsiteY4" fmla="*/ 190 h 6345"/>
                  <a:gd name="connsiteX5" fmla="*/ 1290 w 6343"/>
                  <a:gd name="connsiteY5" fmla="*/ 1119 h 6345"/>
                  <a:gd name="connsiteX6" fmla="*/ 361 w 6343"/>
                  <a:gd name="connsiteY6" fmla="*/ 3363 h 6345"/>
                  <a:gd name="connsiteX7" fmla="*/ 1290 w 6343"/>
                  <a:gd name="connsiteY7" fmla="*/ 5606 h 6345"/>
                  <a:gd name="connsiteX8" fmla="*/ 3533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3" y="6535"/>
                    </a:moveTo>
                    <a:cubicBezTo>
                      <a:pt x="4374" y="6535"/>
                      <a:pt x="5181" y="6201"/>
                      <a:pt x="5775" y="5606"/>
                    </a:cubicBezTo>
                    <a:cubicBezTo>
                      <a:pt x="6370" y="5011"/>
                      <a:pt x="6704" y="4204"/>
                      <a:pt x="6704" y="3363"/>
                    </a:cubicBezTo>
                    <a:cubicBezTo>
                      <a:pt x="6704" y="2521"/>
                      <a:pt x="6370" y="1714"/>
                      <a:pt x="5775" y="1119"/>
                    </a:cubicBezTo>
                    <a:cubicBezTo>
                      <a:pt x="5181" y="524"/>
                      <a:pt x="4374" y="190"/>
                      <a:pt x="3533" y="190"/>
                    </a:cubicBezTo>
                    <a:cubicBezTo>
                      <a:pt x="2692" y="190"/>
                      <a:pt x="1885" y="524"/>
                      <a:pt x="1290" y="1119"/>
                    </a:cubicBezTo>
                    <a:cubicBezTo>
                      <a:pt x="695" y="1714"/>
                      <a:pt x="361" y="2521"/>
                      <a:pt x="361" y="3363"/>
                    </a:cubicBezTo>
                    <a:cubicBezTo>
                      <a:pt x="361" y="4204"/>
                      <a:pt x="695" y="5011"/>
                      <a:pt x="1290" y="5606"/>
                    </a:cubicBezTo>
                    <a:cubicBezTo>
                      <a:pt x="1885" y="6201"/>
                      <a:pt x="2692" y="6535"/>
                      <a:pt x="3533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27" name="Freeform: Shape 10926">
                <a:extLst>
                  <a:ext uri="{FF2B5EF4-FFF2-40B4-BE49-F238E27FC236}">
                    <a16:creationId xmlns:a16="http://schemas.microsoft.com/office/drawing/2014/main" id="{DDE866D4-CA61-D443-8713-8C0690D14714}"/>
                  </a:ext>
                </a:extLst>
              </p:cNvPr>
              <p:cNvSpPr/>
              <p:nvPr/>
            </p:nvSpPr>
            <p:spPr>
              <a:xfrm>
                <a:off x="10981091" y="5897812"/>
                <a:ext cx="6343" cy="6345"/>
              </a:xfrm>
              <a:custGeom>
                <a:avLst/>
                <a:gdLst>
                  <a:gd name="connsiteX0" fmla="*/ 3532 w 6343"/>
                  <a:gd name="connsiteY0" fmla="*/ 6536 h 6345"/>
                  <a:gd name="connsiteX1" fmla="*/ 5775 w 6343"/>
                  <a:gd name="connsiteY1" fmla="*/ 5607 h 6345"/>
                  <a:gd name="connsiteX2" fmla="*/ 6704 w 6343"/>
                  <a:gd name="connsiteY2" fmla="*/ 3363 h 6345"/>
                  <a:gd name="connsiteX3" fmla="*/ 5775 w 6343"/>
                  <a:gd name="connsiteY3" fmla="*/ 1120 h 6345"/>
                  <a:gd name="connsiteX4" fmla="*/ 3532 w 6343"/>
                  <a:gd name="connsiteY4" fmla="*/ 191 h 6345"/>
                  <a:gd name="connsiteX5" fmla="*/ 1289 w 6343"/>
                  <a:gd name="connsiteY5" fmla="*/ 1120 h 6345"/>
                  <a:gd name="connsiteX6" fmla="*/ 360 w 6343"/>
                  <a:gd name="connsiteY6" fmla="*/ 3363 h 6345"/>
                  <a:gd name="connsiteX7" fmla="*/ 1289 w 6343"/>
                  <a:gd name="connsiteY7" fmla="*/ 5607 h 6345"/>
                  <a:gd name="connsiteX8" fmla="*/ 3532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2" y="6536"/>
                    </a:moveTo>
                    <a:cubicBezTo>
                      <a:pt x="4373" y="6536"/>
                      <a:pt x="5180" y="6202"/>
                      <a:pt x="5775" y="5607"/>
                    </a:cubicBezTo>
                    <a:cubicBezTo>
                      <a:pt x="6369" y="5012"/>
                      <a:pt x="6704" y="4205"/>
                      <a:pt x="6704" y="3363"/>
                    </a:cubicBezTo>
                    <a:cubicBezTo>
                      <a:pt x="6704" y="2522"/>
                      <a:pt x="6369" y="1715"/>
                      <a:pt x="5775" y="1120"/>
                    </a:cubicBezTo>
                    <a:cubicBezTo>
                      <a:pt x="5180" y="525"/>
                      <a:pt x="4373" y="191"/>
                      <a:pt x="3532" y="191"/>
                    </a:cubicBezTo>
                    <a:cubicBezTo>
                      <a:pt x="2691" y="191"/>
                      <a:pt x="1884" y="525"/>
                      <a:pt x="1289" y="1120"/>
                    </a:cubicBezTo>
                    <a:cubicBezTo>
                      <a:pt x="695" y="1715"/>
                      <a:pt x="360" y="2522"/>
                      <a:pt x="360" y="3363"/>
                    </a:cubicBezTo>
                    <a:cubicBezTo>
                      <a:pt x="360" y="4205"/>
                      <a:pt x="695" y="5012"/>
                      <a:pt x="1289" y="5607"/>
                    </a:cubicBezTo>
                    <a:cubicBezTo>
                      <a:pt x="1884" y="6202"/>
                      <a:pt x="2691" y="6536"/>
                      <a:pt x="3532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28" name="Freeform: Shape 10927">
                <a:extLst>
                  <a:ext uri="{FF2B5EF4-FFF2-40B4-BE49-F238E27FC236}">
                    <a16:creationId xmlns:a16="http://schemas.microsoft.com/office/drawing/2014/main" id="{E762D15E-C6AC-85B8-CB11-A99631E301A3}"/>
                  </a:ext>
                </a:extLst>
              </p:cNvPr>
              <p:cNvSpPr/>
              <p:nvPr/>
            </p:nvSpPr>
            <p:spPr>
              <a:xfrm>
                <a:off x="10975785" y="5906604"/>
                <a:ext cx="6343" cy="6345"/>
              </a:xfrm>
              <a:custGeom>
                <a:avLst/>
                <a:gdLst>
                  <a:gd name="connsiteX0" fmla="*/ 3532 w 6343"/>
                  <a:gd name="connsiteY0" fmla="*/ 6537 h 6345"/>
                  <a:gd name="connsiteX1" fmla="*/ 5774 w 6343"/>
                  <a:gd name="connsiteY1" fmla="*/ 5607 h 6345"/>
                  <a:gd name="connsiteX2" fmla="*/ 6703 w 6343"/>
                  <a:gd name="connsiteY2" fmla="*/ 3364 h 6345"/>
                  <a:gd name="connsiteX3" fmla="*/ 5774 w 6343"/>
                  <a:gd name="connsiteY3" fmla="*/ 1121 h 6345"/>
                  <a:gd name="connsiteX4" fmla="*/ 3532 w 6343"/>
                  <a:gd name="connsiteY4" fmla="*/ 191 h 6345"/>
                  <a:gd name="connsiteX5" fmla="*/ 1289 w 6343"/>
                  <a:gd name="connsiteY5" fmla="*/ 1121 h 6345"/>
                  <a:gd name="connsiteX6" fmla="*/ 360 w 6343"/>
                  <a:gd name="connsiteY6" fmla="*/ 3364 h 6345"/>
                  <a:gd name="connsiteX7" fmla="*/ 1289 w 6343"/>
                  <a:gd name="connsiteY7" fmla="*/ 5607 h 6345"/>
                  <a:gd name="connsiteX8" fmla="*/ 3532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2" y="6537"/>
                    </a:moveTo>
                    <a:cubicBezTo>
                      <a:pt x="4373" y="6537"/>
                      <a:pt x="5179" y="6202"/>
                      <a:pt x="5774" y="5607"/>
                    </a:cubicBezTo>
                    <a:cubicBezTo>
                      <a:pt x="6369" y="5012"/>
                      <a:pt x="6703" y="4205"/>
                      <a:pt x="6703" y="3364"/>
                    </a:cubicBezTo>
                    <a:cubicBezTo>
                      <a:pt x="6703" y="2523"/>
                      <a:pt x="6369" y="1715"/>
                      <a:pt x="5774" y="1121"/>
                    </a:cubicBezTo>
                    <a:cubicBezTo>
                      <a:pt x="5179" y="526"/>
                      <a:pt x="4373" y="191"/>
                      <a:pt x="3532" y="191"/>
                    </a:cubicBezTo>
                    <a:cubicBezTo>
                      <a:pt x="2690" y="191"/>
                      <a:pt x="1884" y="526"/>
                      <a:pt x="1289" y="1121"/>
                    </a:cubicBezTo>
                    <a:cubicBezTo>
                      <a:pt x="694" y="1715"/>
                      <a:pt x="360" y="2523"/>
                      <a:pt x="360" y="3364"/>
                    </a:cubicBezTo>
                    <a:cubicBezTo>
                      <a:pt x="360" y="4205"/>
                      <a:pt x="694" y="5012"/>
                      <a:pt x="1289" y="5607"/>
                    </a:cubicBezTo>
                    <a:cubicBezTo>
                      <a:pt x="1884" y="6202"/>
                      <a:pt x="2690" y="6537"/>
                      <a:pt x="3532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29" name="Freeform: Shape 10928">
                <a:extLst>
                  <a:ext uri="{FF2B5EF4-FFF2-40B4-BE49-F238E27FC236}">
                    <a16:creationId xmlns:a16="http://schemas.microsoft.com/office/drawing/2014/main" id="{8BF8C272-8F29-C474-B806-A3DCE24B583F}"/>
                  </a:ext>
                </a:extLst>
              </p:cNvPr>
              <p:cNvSpPr/>
              <p:nvPr/>
            </p:nvSpPr>
            <p:spPr>
              <a:xfrm>
                <a:off x="10967409" y="5914123"/>
                <a:ext cx="6343" cy="6345"/>
              </a:xfrm>
              <a:custGeom>
                <a:avLst/>
                <a:gdLst>
                  <a:gd name="connsiteX0" fmla="*/ 3531 w 6343"/>
                  <a:gd name="connsiteY0" fmla="*/ 6537 h 6345"/>
                  <a:gd name="connsiteX1" fmla="*/ 5774 w 6343"/>
                  <a:gd name="connsiteY1" fmla="*/ 5608 h 6345"/>
                  <a:gd name="connsiteX2" fmla="*/ 6702 w 6343"/>
                  <a:gd name="connsiteY2" fmla="*/ 3365 h 6345"/>
                  <a:gd name="connsiteX3" fmla="*/ 5774 w 6343"/>
                  <a:gd name="connsiteY3" fmla="*/ 1121 h 6345"/>
                  <a:gd name="connsiteX4" fmla="*/ 3531 w 6343"/>
                  <a:gd name="connsiteY4" fmla="*/ 192 h 6345"/>
                  <a:gd name="connsiteX5" fmla="*/ 1288 w 6343"/>
                  <a:gd name="connsiteY5" fmla="*/ 1121 h 6345"/>
                  <a:gd name="connsiteX6" fmla="*/ 359 w 6343"/>
                  <a:gd name="connsiteY6" fmla="*/ 3365 h 6345"/>
                  <a:gd name="connsiteX7" fmla="*/ 1288 w 6343"/>
                  <a:gd name="connsiteY7" fmla="*/ 5608 h 6345"/>
                  <a:gd name="connsiteX8" fmla="*/ 3531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1" y="6537"/>
                    </a:moveTo>
                    <a:cubicBezTo>
                      <a:pt x="4372" y="6537"/>
                      <a:pt x="5179" y="6203"/>
                      <a:pt x="5774" y="5608"/>
                    </a:cubicBezTo>
                    <a:cubicBezTo>
                      <a:pt x="6368" y="5013"/>
                      <a:pt x="6702" y="4206"/>
                      <a:pt x="6702" y="3365"/>
                    </a:cubicBezTo>
                    <a:cubicBezTo>
                      <a:pt x="6702" y="2523"/>
                      <a:pt x="6368" y="1716"/>
                      <a:pt x="5774" y="1121"/>
                    </a:cubicBezTo>
                    <a:cubicBezTo>
                      <a:pt x="5179" y="526"/>
                      <a:pt x="4372" y="192"/>
                      <a:pt x="3531" y="192"/>
                    </a:cubicBezTo>
                    <a:cubicBezTo>
                      <a:pt x="2690" y="192"/>
                      <a:pt x="1883" y="526"/>
                      <a:pt x="1288" y="1121"/>
                    </a:cubicBezTo>
                    <a:cubicBezTo>
                      <a:pt x="693" y="1716"/>
                      <a:pt x="359" y="2523"/>
                      <a:pt x="359" y="3365"/>
                    </a:cubicBezTo>
                    <a:cubicBezTo>
                      <a:pt x="359" y="4206"/>
                      <a:pt x="693" y="5013"/>
                      <a:pt x="1288" y="5608"/>
                    </a:cubicBezTo>
                    <a:cubicBezTo>
                      <a:pt x="1883" y="6203"/>
                      <a:pt x="2690" y="6537"/>
                      <a:pt x="3531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30" name="Freeform: Shape 10929">
                <a:extLst>
                  <a:ext uri="{FF2B5EF4-FFF2-40B4-BE49-F238E27FC236}">
                    <a16:creationId xmlns:a16="http://schemas.microsoft.com/office/drawing/2014/main" id="{1D616703-08BD-DC7C-D4B8-E749CB59AE70}"/>
                  </a:ext>
                </a:extLst>
              </p:cNvPr>
              <p:cNvSpPr/>
              <p:nvPr/>
            </p:nvSpPr>
            <p:spPr>
              <a:xfrm>
                <a:off x="10961374" y="5922547"/>
                <a:ext cx="6343" cy="6345"/>
              </a:xfrm>
              <a:custGeom>
                <a:avLst/>
                <a:gdLst>
                  <a:gd name="connsiteX0" fmla="*/ 3530 w 6343"/>
                  <a:gd name="connsiteY0" fmla="*/ 6538 h 6345"/>
                  <a:gd name="connsiteX1" fmla="*/ 5773 w 6343"/>
                  <a:gd name="connsiteY1" fmla="*/ 5609 h 6345"/>
                  <a:gd name="connsiteX2" fmla="*/ 6702 w 6343"/>
                  <a:gd name="connsiteY2" fmla="*/ 3365 h 6345"/>
                  <a:gd name="connsiteX3" fmla="*/ 5773 w 6343"/>
                  <a:gd name="connsiteY3" fmla="*/ 1122 h 6345"/>
                  <a:gd name="connsiteX4" fmla="*/ 3530 w 6343"/>
                  <a:gd name="connsiteY4" fmla="*/ 193 h 6345"/>
                  <a:gd name="connsiteX5" fmla="*/ 1288 w 6343"/>
                  <a:gd name="connsiteY5" fmla="*/ 1122 h 6345"/>
                  <a:gd name="connsiteX6" fmla="*/ 359 w 6343"/>
                  <a:gd name="connsiteY6" fmla="*/ 3365 h 6345"/>
                  <a:gd name="connsiteX7" fmla="*/ 1288 w 6343"/>
                  <a:gd name="connsiteY7" fmla="*/ 5609 h 6345"/>
                  <a:gd name="connsiteX8" fmla="*/ 3530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0" y="6538"/>
                    </a:moveTo>
                    <a:cubicBezTo>
                      <a:pt x="4372" y="6538"/>
                      <a:pt x="5178" y="6204"/>
                      <a:pt x="5773" y="5609"/>
                    </a:cubicBezTo>
                    <a:cubicBezTo>
                      <a:pt x="6368" y="5014"/>
                      <a:pt x="6702" y="4207"/>
                      <a:pt x="6702" y="3365"/>
                    </a:cubicBezTo>
                    <a:cubicBezTo>
                      <a:pt x="6702" y="2524"/>
                      <a:pt x="6368" y="1717"/>
                      <a:pt x="5773" y="1122"/>
                    </a:cubicBezTo>
                    <a:cubicBezTo>
                      <a:pt x="5178" y="527"/>
                      <a:pt x="4372" y="193"/>
                      <a:pt x="3530" y="193"/>
                    </a:cubicBezTo>
                    <a:cubicBezTo>
                      <a:pt x="2689" y="193"/>
                      <a:pt x="1883" y="527"/>
                      <a:pt x="1288" y="1122"/>
                    </a:cubicBezTo>
                    <a:cubicBezTo>
                      <a:pt x="693" y="1717"/>
                      <a:pt x="359" y="2524"/>
                      <a:pt x="359" y="3365"/>
                    </a:cubicBezTo>
                    <a:cubicBezTo>
                      <a:pt x="359" y="4207"/>
                      <a:pt x="693" y="5014"/>
                      <a:pt x="1288" y="5609"/>
                    </a:cubicBezTo>
                    <a:cubicBezTo>
                      <a:pt x="1883" y="6204"/>
                      <a:pt x="2689" y="6538"/>
                      <a:pt x="3530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31" name="Freeform: Shape 10930">
                <a:extLst>
                  <a:ext uri="{FF2B5EF4-FFF2-40B4-BE49-F238E27FC236}">
                    <a16:creationId xmlns:a16="http://schemas.microsoft.com/office/drawing/2014/main" id="{DFA8C189-9FD6-FD77-BA6D-2BCAF8A6336F}"/>
                  </a:ext>
                </a:extLst>
              </p:cNvPr>
              <p:cNvSpPr/>
              <p:nvPr/>
            </p:nvSpPr>
            <p:spPr>
              <a:xfrm>
                <a:off x="10956623" y="5931481"/>
                <a:ext cx="6343" cy="6345"/>
              </a:xfrm>
              <a:custGeom>
                <a:avLst/>
                <a:gdLst>
                  <a:gd name="connsiteX0" fmla="*/ 3530 w 6343"/>
                  <a:gd name="connsiteY0" fmla="*/ 6539 h 6345"/>
                  <a:gd name="connsiteX1" fmla="*/ 5773 w 6343"/>
                  <a:gd name="connsiteY1" fmla="*/ 5609 h 6345"/>
                  <a:gd name="connsiteX2" fmla="*/ 6702 w 6343"/>
                  <a:gd name="connsiteY2" fmla="*/ 3366 h 6345"/>
                  <a:gd name="connsiteX3" fmla="*/ 5773 w 6343"/>
                  <a:gd name="connsiteY3" fmla="*/ 1122 h 6345"/>
                  <a:gd name="connsiteX4" fmla="*/ 3530 w 6343"/>
                  <a:gd name="connsiteY4" fmla="*/ 193 h 6345"/>
                  <a:gd name="connsiteX5" fmla="*/ 1287 w 6343"/>
                  <a:gd name="connsiteY5" fmla="*/ 1122 h 6345"/>
                  <a:gd name="connsiteX6" fmla="*/ 358 w 6343"/>
                  <a:gd name="connsiteY6" fmla="*/ 3366 h 6345"/>
                  <a:gd name="connsiteX7" fmla="*/ 1287 w 6343"/>
                  <a:gd name="connsiteY7" fmla="*/ 5609 h 6345"/>
                  <a:gd name="connsiteX8" fmla="*/ 3530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0" y="6539"/>
                    </a:moveTo>
                    <a:cubicBezTo>
                      <a:pt x="4371" y="6539"/>
                      <a:pt x="5178" y="6204"/>
                      <a:pt x="5773" y="5609"/>
                    </a:cubicBezTo>
                    <a:cubicBezTo>
                      <a:pt x="6367" y="5014"/>
                      <a:pt x="6702" y="4207"/>
                      <a:pt x="6702" y="3366"/>
                    </a:cubicBezTo>
                    <a:cubicBezTo>
                      <a:pt x="6702" y="2525"/>
                      <a:pt x="6367" y="1717"/>
                      <a:pt x="5773" y="1122"/>
                    </a:cubicBezTo>
                    <a:cubicBezTo>
                      <a:pt x="5178" y="528"/>
                      <a:pt x="4371" y="193"/>
                      <a:pt x="3530" y="193"/>
                    </a:cubicBezTo>
                    <a:cubicBezTo>
                      <a:pt x="2689" y="193"/>
                      <a:pt x="1882" y="528"/>
                      <a:pt x="1287" y="1122"/>
                    </a:cubicBezTo>
                    <a:cubicBezTo>
                      <a:pt x="693" y="1717"/>
                      <a:pt x="358" y="2525"/>
                      <a:pt x="358" y="3366"/>
                    </a:cubicBezTo>
                    <a:cubicBezTo>
                      <a:pt x="358" y="4207"/>
                      <a:pt x="693" y="5014"/>
                      <a:pt x="1287" y="5609"/>
                    </a:cubicBezTo>
                    <a:cubicBezTo>
                      <a:pt x="1882" y="6204"/>
                      <a:pt x="2689" y="6539"/>
                      <a:pt x="3530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32" name="Freeform: Shape 10931">
                <a:extLst>
                  <a:ext uri="{FF2B5EF4-FFF2-40B4-BE49-F238E27FC236}">
                    <a16:creationId xmlns:a16="http://schemas.microsoft.com/office/drawing/2014/main" id="{EAB0FC0E-B68D-2092-F1A2-634F579C5603}"/>
                  </a:ext>
                </a:extLst>
              </p:cNvPr>
              <p:cNvSpPr/>
              <p:nvPr/>
            </p:nvSpPr>
            <p:spPr>
              <a:xfrm>
                <a:off x="10950782" y="5939936"/>
                <a:ext cx="6343" cy="6345"/>
              </a:xfrm>
              <a:custGeom>
                <a:avLst/>
                <a:gdLst>
                  <a:gd name="connsiteX0" fmla="*/ 3530 w 6343"/>
                  <a:gd name="connsiteY0" fmla="*/ 6539 h 6345"/>
                  <a:gd name="connsiteX1" fmla="*/ 5772 w 6343"/>
                  <a:gd name="connsiteY1" fmla="*/ 5610 h 6345"/>
                  <a:gd name="connsiteX2" fmla="*/ 6701 w 6343"/>
                  <a:gd name="connsiteY2" fmla="*/ 3367 h 6345"/>
                  <a:gd name="connsiteX3" fmla="*/ 5772 w 6343"/>
                  <a:gd name="connsiteY3" fmla="*/ 1123 h 6345"/>
                  <a:gd name="connsiteX4" fmla="*/ 3530 w 6343"/>
                  <a:gd name="connsiteY4" fmla="*/ 194 h 6345"/>
                  <a:gd name="connsiteX5" fmla="*/ 1287 w 6343"/>
                  <a:gd name="connsiteY5" fmla="*/ 1123 h 6345"/>
                  <a:gd name="connsiteX6" fmla="*/ 358 w 6343"/>
                  <a:gd name="connsiteY6" fmla="*/ 3367 h 6345"/>
                  <a:gd name="connsiteX7" fmla="*/ 1287 w 6343"/>
                  <a:gd name="connsiteY7" fmla="*/ 5610 h 6345"/>
                  <a:gd name="connsiteX8" fmla="*/ 3530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30" y="6539"/>
                    </a:moveTo>
                    <a:cubicBezTo>
                      <a:pt x="4371" y="6539"/>
                      <a:pt x="5177" y="6205"/>
                      <a:pt x="5772" y="5610"/>
                    </a:cubicBezTo>
                    <a:cubicBezTo>
                      <a:pt x="6367" y="5015"/>
                      <a:pt x="6701" y="4208"/>
                      <a:pt x="6701" y="3367"/>
                    </a:cubicBezTo>
                    <a:cubicBezTo>
                      <a:pt x="6701" y="2525"/>
                      <a:pt x="6367" y="1718"/>
                      <a:pt x="5772" y="1123"/>
                    </a:cubicBezTo>
                    <a:cubicBezTo>
                      <a:pt x="5177" y="528"/>
                      <a:pt x="4371" y="194"/>
                      <a:pt x="3530" y="194"/>
                    </a:cubicBezTo>
                    <a:cubicBezTo>
                      <a:pt x="2688" y="194"/>
                      <a:pt x="1882" y="528"/>
                      <a:pt x="1287" y="1123"/>
                    </a:cubicBezTo>
                    <a:cubicBezTo>
                      <a:pt x="692" y="1718"/>
                      <a:pt x="358" y="2525"/>
                      <a:pt x="358" y="3367"/>
                    </a:cubicBezTo>
                    <a:cubicBezTo>
                      <a:pt x="358" y="4208"/>
                      <a:pt x="692" y="5015"/>
                      <a:pt x="1287" y="5610"/>
                    </a:cubicBezTo>
                    <a:cubicBezTo>
                      <a:pt x="1882" y="6205"/>
                      <a:pt x="2688" y="6539"/>
                      <a:pt x="3530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33" name="Freeform: Shape 10932">
                <a:extLst>
                  <a:ext uri="{FF2B5EF4-FFF2-40B4-BE49-F238E27FC236}">
                    <a16:creationId xmlns:a16="http://schemas.microsoft.com/office/drawing/2014/main" id="{6E77133D-866E-0B06-D4AE-722CE0126EEB}"/>
                  </a:ext>
                </a:extLst>
              </p:cNvPr>
              <p:cNvSpPr/>
              <p:nvPr/>
            </p:nvSpPr>
            <p:spPr>
              <a:xfrm>
                <a:off x="10715333" y="5848224"/>
                <a:ext cx="6343" cy="6345"/>
              </a:xfrm>
              <a:custGeom>
                <a:avLst/>
                <a:gdLst>
                  <a:gd name="connsiteX0" fmla="*/ 3511 w 6343"/>
                  <a:gd name="connsiteY0" fmla="*/ 6532 h 6345"/>
                  <a:gd name="connsiteX1" fmla="*/ 5754 w 6343"/>
                  <a:gd name="connsiteY1" fmla="*/ 5603 h 6345"/>
                  <a:gd name="connsiteX2" fmla="*/ 6683 w 6343"/>
                  <a:gd name="connsiteY2" fmla="*/ 3359 h 6345"/>
                  <a:gd name="connsiteX3" fmla="*/ 5754 w 6343"/>
                  <a:gd name="connsiteY3" fmla="*/ 1116 h 6345"/>
                  <a:gd name="connsiteX4" fmla="*/ 3511 w 6343"/>
                  <a:gd name="connsiteY4" fmla="*/ 187 h 6345"/>
                  <a:gd name="connsiteX5" fmla="*/ 1268 w 6343"/>
                  <a:gd name="connsiteY5" fmla="*/ 1116 h 6345"/>
                  <a:gd name="connsiteX6" fmla="*/ 339 w 6343"/>
                  <a:gd name="connsiteY6" fmla="*/ 3359 h 6345"/>
                  <a:gd name="connsiteX7" fmla="*/ 1268 w 6343"/>
                  <a:gd name="connsiteY7" fmla="*/ 5603 h 6345"/>
                  <a:gd name="connsiteX8" fmla="*/ 3511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1" y="6532"/>
                    </a:moveTo>
                    <a:cubicBezTo>
                      <a:pt x="4352" y="6532"/>
                      <a:pt x="5159" y="6198"/>
                      <a:pt x="5754" y="5603"/>
                    </a:cubicBezTo>
                    <a:cubicBezTo>
                      <a:pt x="6348" y="5008"/>
                      <a:pt x="6683" y="4201"/>
                      <a:pt x="6683" y="3359"/>
                    </a:cubicBezTo>
                    <a:cubicBezTo>
                      <a:pt x="6683" y="2518"/>
                      <a:pt x="6348" y="1711"/>
                      <a:pt x="5754" y="1116"/>
                    </a:cubicBezTo>
                    <a:cubicBezTo>
                      <a:pt x="5159" y="521"/>
                      <a:pt x="4352" y="187"/>
                      <a:pt x="3511" y="187"/>
                    </a:cubicBezTo>
                    <a:cubicBezTo>
                      <a:pt x="2670" y="187"/>
                      <a:pt x="1863" y="521"/>
                      <a:pt x="1268" y="1116"/>
                    </a:cubicBezTo>
                    <a:cubicBezTo>
                      <a:pt x="674" y="1711"/>
                      <a:pt x="339" y="2518"/>
                      <a:pt x="339" y="3359"/>
                    </a:cubicBezTo>
                    <a:cubicBezTo>
                      <a:pt x="339" y="4201"/>
                      <a:pt x="674" y="5008"/>
                      <a:pt x="1268" y="5603"/>
                    </a:cubicBezTo>
                    <a:cubicBezTo>
                      <a:pt x="1863" y="6198"/>
                      <a:pt x="2670" y="6532"/>
                      <a:pt x="3511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34" name="Freeform: Shape 10933">
                <a:extLst>
                  <a:ext uri="{FF2B5EF4-FFF2-40B4-BE49-F238E27FC236}">
                    <a16:creationId xmlns:a16="http://schemas.microsoft.com/office/drawing/2014/main" id="{AEBA1A82-F6EF-4108-84D1-880BD0FBD497}"/>
                  </a:ext>
                </a:extLst>
              </p:cNvPr>
              <p:cNvSpPr/>
              <p:nvPr/>
            </p:nvSpPr>
            <p:spPr>
              <a:xfrm>
                <a:off x="10498967" y="5761584"/>
                <a:ext cx="6343" cy="6345"/>
              </a:xfrm>
              <a:custGeom>
                <a:avLst/>
                <a:gdLst>
                  <a:gd name="connsiteX0" fmla="*/ 3494 w 6343"/>
                  <a:gd name="connsiteY0" fmla="*/ 6525 h 6345"/>
                  <a:gd name="connsiteX1" fmla="*/ 5737 w 6343"/>
                  <a:gd name="connsiteY1" fmla="*/ 5596 h 6345"/>
                  <a:gd name="connsiteX2" fmla="*/ 6666 w 6343"/>
                  <a:gd name="connsiteY2" fmla="*/ 3353 h 6345"/>
                  <a:gd name="connsiteX3" fmla="*/ 5737 w 6343"/>
                  <a:gd name="connsiteY3" fmla="*/ 1109 h 6345"/>
                  <a:gd name="connsiteX4" fmla="*/ 3494 w 6343"/>
                  <a:gd name="connsiteY4" fmla="*/ 180 h 6345"/>
                  <a:gd name="connsiteX5" fmla="*/ 1251 w 6343"/>
                  <a:gd name="connsiteY5" fmla="*/ 1109 h 6345"/>
                  <a:gd name="connsiteX6" fmla="*/ 322 w 6343"/>
                  <a:gd name="connsiteY6" fmla="*/ 3353 h 6345"/>
                  <a:gd name="connsiteX7" fmla="*/ 1251 w 6343"/>
                  <a:gd name="connsiteY7" fmla="*/ 5596 h 6345"/>
                  <a:gd name="connsiteX8" fmla="*/ 349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4" y="6525"/>
                    </a:moveTo>
                    <a:cubicBezTo>
                      <a:pt x="4335" y="6525"/>
                      <a:pt x="5142" y="6191"/>
                      <a:pt x="5737" y="5596"/>
                    </a:cubicBezTo>
                    <a:cubicBezTo>
                      <a:pt x="6331" y="5001"/>
                      <a:pt x="6666" y="4194"/>
                      <a:pt x="6666" y="3353"/>
                    </a:cubicBezTo>
                    <a:cubicBezTo>
                      <a:pt x="6666" y="2511"/>
                      <a:pt x="6331" y="1704"/>
                      <a:pt x="5737" y="1109"/>
                    </a:cubicBezTo>
                    <a:cubicBezTo>
                      <a:pt x="5142" y="514"/>
                      <a:pt x="4335" y="180"/>
                      <a:pt x="3494" y="180"/>
                    </a:cubicBezTo>
                    <a:cubicBezTo>
                      <a:pt x="2653" y="180"/>
                      <a:pt x="1846" y="514"/>
                      <a:pt x="1251" y="1109"/>
                    </a:cubicBezTo>
                    <a:cubicBezTo>
                      <a:pt x="657" y="1704"/>
                      <a:pt x="322" y="2511"/>
                      <a:pt x="322" y="3353"/>
                    </a:cubicBezTo>
                    <a:cubicBezTo>
                      <a:pt x="322" y="4194"/>
                      <a:pt x="657" y="5001"/>
                      <a:pt x="1251" y="5596"/>
                    </a:cubicBezTo>
                    <a:cubicBezTo>
                      <a:pt x="1846" y="6191"/>
                      <a:pt x="2653" y="6525"/>
                      <a:pt x="349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35" name="Freeform: Shape 10934">
                <a:extLst>
                  <a:ext uri="{FF2B5EF4-FFF2-40B4-BE49-F238E27FC236}">
                    <a16:creationId xmlns:a16="http://schemas.microsoft.com/office/drawing/2014/main" id="{D7EC245C-8C15-B672-D23B-E588D0C80456}"/>
                  </a:ext>
                </a:extLst>
              </p:cNvPr>
              <p:cNvSpPr/>
              <p:nvPr/>
            </p:nvSpPr>
            <p:spPr>
              <a:xfrm>
                <a:off x="10712041" y="5865408"/>
                <a:ext cx="6343" cy="6345"/>
              </a:xfrm>
              <a:custGeom>
                <a:avLst/>
                <a:gdLst>
                  <a:gd name="connsiteX0" fmla="*/ 3511 w 6343"/>
                  <a:gd name="connsiteY0" fmla="*/ 6533 h 6345"/>
                  <a:gd name="connsiteX1" fmla="*/ 5753 w 6343"/>
                  <a:gd name="connsiteY1" fmla="*/ 5604 h 6345"/>
                  <a:gd name="connsiteX2" fmla="*/ 6682 w 6343"/>
                  <a:gd name="connsiteY2" fmla="*/ 3361 h 6345"/>
                  <a:gd name="connsiteX3" fmla="*/ 5753 w 6343"/>
                  <a:gd name="connsiteY3" fmla="*/ 1117 h 6345"/>
                  <a:gd name="connsiteX4" fmla="*/ 3511 w 6343"/>
                  <a:gd name="connsiteY4" fmla="*/ 188 h 6345"/>
                  <a:gd name="connsiteX5" fmla="*/ 1268 w 6343"/>
                  <a:gd name="connsiteY5" fmla="*/ 1117 h 6345"/>
                  <a:gd name="connsiteX6" fmla="*/ 339 w 6343"/>
                  <a:gd name="connsiteY6" fmla="*/ 3361 h 6345"/>
                  <a:gd name="connsiteX7" fmla="*/ 1268 w 6343"/>
                  <a:gd name="connsiteY7" fmla="*/ 5604 h 6345"/>
                  <a:gd name="connsiteX8" fmla="*/ 3511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1" y="6533"/>
                    </a:moveTo>
                    <a:cubicBezTo>
                      <a:pt x="4352" y="6533"/>
                      <a:pt x="5159" y="6199"/>
                      <a:pt x="5753" y="5604"/>
                    </a:cubicBezTo>
                    <a:cubicBezTo>
                      <a:pt x="6348" y="5009"/>
                      <a:pt x="6682" y="4202"/>
                      <a:pt x="6682" y="3361"/>
                    </a:cubicBezTo>
                    <a:cubicBezTo>
                      <a:pt x="6682" y="2519"/>
                      <a:pt x="6348" y="1712"/>
                      <a:pt x="5753" y="1117"/>
                    </a:cubicBezTo>
                    <a:cubicBezTo>
                      <a:pt x="5159" y="522"/>
                      <a:pt x="4352" y="188"/>
                      <a:pt x="3511" y="188"/>
                    </a:cubicBezTo>
                    <a:cubicBezTo>
                      <a:pt x="2670" y="188"/>
                      <a:pt x="1863" y="522"/>
                      <a:pt x="1268" y="1117"/>
                    </a:cubicBezTo>
                    <a:cubicBezTo>
                      <a:pt x="673" y="1712"/>
                      <a:pt x="339" y="2519"/>
                      <a:pt x="339" y="3361"/>
                    </a:cubicBezTo>
                    <a:cubicBezTo>
                      <a:pt x="339" y="4202"/>
                      <a:pt x="673" y="5009"/>
                      <a:pt x="1268" y="5604"/>
                    </a:cubicBezTo>
                    <a:cubicBezTo>
                      <a:pt x="1863" y="6199"/>
                      <a:pt x="2670" y="6533"/>
                      <a:pt x="3511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36" name="Freeform: Shape 10935">
                <a:extLst>
                  <a:ext uri="{FF2B5EF4-FFF2-40B4-BE49-F238E27FC236}">
                    <a16:creationId xmlns:a16="http://schemas.microsoft.com/office/drawing/2014/main" id="{0FC5215F-1F93-0A36-F21D-E169DA1E7675}"/>
                  </a:ext>
                </a:extLst>
              </p:cNvPr>
              <p:cNvSpPr/>
              <p:nvPr/>
            </p:nvSpPr>
            <p:spPr>
              <a:xfrm>
                <a:off x="10904938" y="5963186"/>
                <a:ext cx="6343" cy="6345"/>
              </a:xfrm>
              <a:custGeom>
                <a:avLst/>
                <a:gdLst>
                  <a:gd name="connsiteX0" fmla="*/ 3526 w 6343"/>
                  <a:gd name="connsiteY0" fmla="*/ 6541 h 6345"/>
                  <a:gd name="connsiteX1" fmla="*/ 5769 w 6343"/>
                  <a:gd name="connsiteY1" fmla="*/ 5612 h 6345"/>
                  <a:gd name="connsiteX2" fmla="*/ 6698 w 6343"/>
                  <a:gd name="connsiteY2" fmla="*/ 3368 h 6345"/>
                  <a:gd name="connsiteX3" fmla="*/ 5769 w 6343"/>
                  <a:gd name="connsiteY3" fmla="*/ 1125 h 6345"/>
                  <a:gd name="connsiteX4" fmla="*/ 3526 w 6343"/>
                  <a:gd name="connsiteY4" fmla="*/ 196 h 6345"/>
                  <a:gd name="connsiteX5" fmla="*/ 1283 w 6343"/>
                  <a:gd name="connsiteY5" fmla="*/ 1125 h 6345"/>
                  <a:gd name="connsiteX6" fmla="*/ 354 w 6343"/>
                  <a:gd name="connsiteY6" fmla="*/ 3368 h 6345"/>
                  <a:gd name="connsiteX7" fmla="*/ 1283 w 6343"/>
                  <a:gd name="connsiteY7" fmla="*/ 5612 h 6345"/>
                  <a:gd name="connsiteX8" fmla="*/ 3526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6" y="6541"/>
                    </a:moveTo>
                    <a:cubicBezTo>
                      <a:pt x="4367" y="6541"/>
                      <a:pt x="5174" y="6207"/>
                      <a:pt x="5769" y="5612"/>
                    </a:cubicBezTo>
                    <a:cubicBezTo>
                      <a:pt x="6363" y="5017"/>
                      <a:pt x="6698" y="4210"/>
                      <a:pt x="6698" y="3368"/>
                    </a:cubicBezTo>
                    <a:cubicBezTo>
                      <a:pt x="6698" y="2527"/>
                      <a:pt x="6363" y="1720"/>
                      <a:pt x="5769" y="1125"/>
                    </a:cubicBezTo>
                    <a:cubicBezTo>
                      <a:pt x="5174" y="530"/>
                      <a:pt x="4367" y="196"/>
                      <a:pt x="3526" y="196"/>
                    </a:cubicBezTo>
                    <a:cubicBezTo>
                      <a:pt x="2685" y="196"/>
                      <a:pt x="1878" y="530"/>
                      <a:pt x="1283" y="1125"/>
                    </a:cubicBezTo>
                    <a:cubicBezTo>
                      <a:pt x="689" y="1720"/>
                      <a:pt x="354" y="2527"/>
                      <a:pt x="354" y="3368"/>
                    </a:cubicBezTo>
                    <a:cubicBezTo>
                      <a:pt x="354" y="4210"/>
                      <a:pt x="689" y="5017"/>
                      <a:pt x="1283" y="5612"/>
                    </a:cubicBezTo>
                    <a:cubicBezTo>
                      <a:pt x="1878" y="6207"/>
                      <a:pt x="2685" y="6541"/>
                      <a:pt x="3526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37" name="Freeform: Shape 10936">
                <a:extLst>
                  <a:ext uri="{FF2B5EF4-FFF2-40B4-BE49-F238E27FC236}">
                    <a16:creationId xmlns:a16="http://schemas.microsoft.com/office/drawing/2014/main" id="{6D8C1D80-DE23-E79B-5E94-294E83D6ADC8}"/>
                  </a:ext>
                </a:extLst>
              </p:cNvPr>
              <p:cNvSpPr/>
              <p:nvPr/>
            </p:nvSpPr>
            <p:spPr>
              <a:xfrm>
                <a:off x="10602281" y="5833123"/>
                <a:ext cx="6343" cy="6345"/>
              </a:xfrm>
              <a:custGeom>
                <a:avLst/>
                <a:gdLst>
                  <a:gd name="connsiteX0" fmla="*/ 3502 w 6343"/>
                  <a:gd name="connsiteY0" fmla="*/ 6531 h 6345"/>
                  <a:gd name="connsiteX1" fmla="*/ 5745 w 6343"/>
                  <a:gd name="connsiteY1" fmla="*/ 5602 h 6345"/>
                  <a:gd name="connsiteX2" fmla="*/ 6674 w 6343"/>
                  <a:gd name="connsiteY2" fmla="*/ 3358 h 6345"/>
                  <a:gd name="connsiteX3" fmla="*/ 5745 w 6343"/>
                  <a:gd name="connsiteY3" fmla="*/ 1115 h 6345"/>
                  <a:gd name="connsiteX4" fmla="*/ 3502 w 6343"/>
                  <a:gd name="connsiteY4" fmla="*/ 185 h 6345"/>
                  <a:gd name="connsiteX5" fmla="*/ 1259 w 6343"/>
                  <a:gd name="connsiteY5" fmla="*/ 1115 h 6345"/>
                  <a:gd name="connsiteX6" fmla="*/ 331 w 6343"/>
                  <a:gd name="connsiteY6" fmla="*/ 3358 h 6345"/>
                  <a:gd name="connsiteX7" fmla="*/ 1259 w 6343"/>
                  <a:gd name="connsiteY7" fmla="*/ 5602 h 6345"/>
                  <a:gd name="connsiteX8" fmla="*/ 3502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531"/>
                    </a:moveTo>
                    <a:cubicBezTo>
                      <a:pt x="4343" y="6531"/>
                      <a:pt x="5150" y="6197"/>
                      <a:pt x="5745" y="5602"/>
                    </a:cubicBezTo>
                    <a:cubicBezTo>
                      <a:pt x="6339" y="5007"/>
                      <a:pt x="6674" y="4200"/>
                      <a:pt x="6674" y="3358"/>
                    </a:cubicBezTo>
                    <a:cubicBezTo>
                      <a:pt x="6674" y="2517"/>
                      <a:pt x="6339" y="1710"/>
                      <a:pt x="5745" y="1115"/>
                    </a:cubicBezTo>
                    <a:cubicBezTo>
                      <a:pt x="5150" y="520"/>
                      <a:pt x="4343" y="185"/>
                      <a:pt x="3502" y="185"/>
                    </a:cubicBezTo>
                    <a:cubicBezTo>
                      <a:pt x="2661" y="185"/>
                      <a:pt x="1854" y="520"/>
                      <a:pt x="1259" y="1115"/>
                    </a:cubicBezTo>
                    <a:cubicBezTo>
                      <a:pt x="665" y="1710"/>
                      <a:pt x="331" y="2517"/>
                      <a:pt x="331" y="3358"/>
                    </a:cubicBezTo>
                    <a:cubicBezTo>
                      <a:pt x="331" y="4200"/>
                      <a:pt x="665" y="5007"/>
                      <a:pt x="1259" y="5602"/>
                    </a:cubicBezTo>
                    <a:cubicBezTo>
                      <a:pt x="1854" y="6197"/>
                      <a:pt x="2661" y="6531"/>
                      <a:pt x="3502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38" name="Freeform: Shape 10937">
                <a:extLst>
                  <a:ext uri="{FF2B5EF4-FFF2-40B4-BE49-F238E27FC236}">
                    <a16:creationId xmlns:a16="http://schemas.microsoft.com/office/drawing/2014/main" id="{D83F1E0D-214B-BBD0-8511-95311100EFDA}"/>
                  </a:ext>
                </a:extLst>
              </p:cNvPr>
              <p:cNvSpPr/>
              <p:nvPr/>
            </p:nvSpPr>
            <p:spPr>
              <a:xfrm>
                <a:off x="10599236" y="5840355"/>
                <a:ext cx="6343" cy="6345"/>
              </a:xfrm>
              <a:custGeom>
                <a:avLst/>
                <a:gdLst>
                  <a:gd name="connsiteX0" fmla="*/ 3502 w 6343"/>
                  <a:gd name="connsiteY0" fmla="*/ 6531 h 6345"/>
                  <a:gd name="connsiteX1" fmla="*/ 5744 w 6343"/>
                  <a:gd name="connsiteY1" fmla="*/ 5602 h 6345"/>
                  <a:gd name="connsiteX2" fmla="*/ 6673 w 6343"/>
                  <a:gd name="connsiteY2" fmla="*/ 3359 h 6345"/>
                  <a:gd name="connsiteX3" fmla="*/ 5744 w 6343"/>
                  <a:gd name="connsiteY3" fmla="*/ 1115 h 6345"/>
                  <a:gd name="connsiteX4" fmla="*/ 3502 w 6343"/>
                  <a:gd name="connsiteY4" fmla="*/ 186 h 6345"/>
                  <a:gd name="connsiteX5" fmla="*/ 1259 w 6343"/>
                  <a:gd name="connsiteY5" fmla="*/ 1115 h 6345"/>
                  <a:gd name="connsiteX6" fmla="*/ 330 w 6343"/>
                  <a:gd name="connsiteY6" fmla="*/ 3359 h 6345"/>
                  <a:gd name="connsiteX7" fmla="*/ 1259 w 6343"/>
                  <a:gd name="connsiteY7" fmla="*/ 5602 h 6345"/>
                  <a:gd name="connsiteX8" fmla="*/ 3502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531"/>
                    </a:moveTo>
                    <a:cubicBezTo>
                      <a:pt x="4343" y="6531"/>
                      <a:pt x="5150" y="6197"/>
                      <a:pt x="5744" y="5602"/>
                    </a:cubicBezTo>
                    <a:cubicBezTo>
                      <a:pt x="6339" y="5007"/>
                      <a:pt x="6673" y="4200"/>
                      <a:pt x="6673" y="3359"/>
                    </a:cubicBezTo>
                    <a:cubicBezTo>
                      <a:pt x="6673" y="2517"/>
                      <a:pt x="6339" y="1710"/>
                      <a:pt x="5744" y="1115"/>
                    </a:cubicBezTo>
                    <a:cubicBezTo>
                      <a:pt x="5150" y="520"/>
                      <a:pt x="4343" y="186"/>
                      <a:pt x="3502" y="186"/>
                    </a:cubicBezTo>
                    <a:cubicBezTo>
                      <a:pt x="2661" y="186"/>
                      <a:pt x="1854" y="520"/>
                      <a:pt x="1259" y="1115"/>
                    </a:cubicBezTo>
                    <a:cubicBezTo>
                      <a:pt x="664" y="1710"/>
                      <a:pt x="330" y="2517"/>
                      <a:pt x="330" y="3359"/>
                    </a:cubicBezTo>
                    <a:cubicBezTo>
                      <a:pt x="330" y="4200"/>
                      <a:pt x="664" y="5007"/>
                      <a:pt x="1259" y="5602"/>
                    </a:cubicBezTo>
                    <a:cubicBezTo>
                      <a:pt x="1854" y="6197"/>
                      <a:pt x="2661" y="6531"/>
                      <a:pt x="3502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39" name="Freeform: Shape 10938">
                <a:extLst>
                  <a:ext uri="{FF2B5EF4-FFF2-40B4-BE49-F238E27FC236}">
                    <a16:creationId xmlns:a16="http://schemas.microsoft.com/office/drawing/2014/main" id="{B197BBB1-4D7E-6347-4E82-2EB2EE200226}"/>
                  </a:ext>
                </a:extLst>
              </p:cNvPr>
              <p:cNvSpPr/>
              <p:nvPr/>
            </p:nvSpPr>
            <p:spPr>
              <a:xfrm>
                <a:off x="10598125" y="5848520"/>
                <a:ext cx="6343" cy="6345"/>
              </a:xfrm>
              <a:custGeom>
                <a:avLst/>
                <a:gdLst>
                  <a:gd name="connsiteX0" fmla="*/ 3502 w 6343"/>
                  <a:gd name="connsiteY0" fmla="*/ 6532 h 6345"/>
                  <a:gd name="connsiteX1" fmla="*/ 5744 w 6343"/>
                  <a:gd name="connsiteY1" fmla="*/ 5603 h 6345"/>
                  <a:gd name="connsiteX2" fmla="*/ 6673 w 6343"/>
                  <a:gd name="connsiteY2" fmla="*/ 3359 h 6345"/>
                  <a:gd name="connsiteX3" fmla="*/ 5744 w 6343"/>
                  <a:gd name="connsiteY3" fmla="*/ 1116 h 6345"/>
                  <a:gd name="connsiteX4" fmla="*/ 3502 w 6343"/>
                  <a:gd name="connsiteY4" fmla="*/ 187 h 6345"/>
                  <a:gd name="connsiteX5" fmla="*/ 1259 w 6343"/>
                  <a:gd name="connsiteY5" fmla="*/ 1116 h 6345"/>
                  <a:gd name="connsiteX6" fmla="*/ 330 w 6343"/>
                  <a:gd name="connsiteY6" fmla="*/ 3359 h 6345"/>
                  <a:gd name="connsiteX7" fmla="*/ 1259 w 6343"/>
                  <a:gd name="connsiteY7" fmla="*/ 5603 h 6345"/>
                  <a:gd name="connsiteX8" fmla="*/ 3502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532"/>
                    </a:moveTo>
                    <a:cubicBezTo>
                      <a:pt x="4343" y="6532"/>
                      <a:pt x="5150" y="6198"/>
                      <a:pt x="5744" y="5603"/>
                    </a:cubicBezTo>
                    <a:cubicBezTo>
                      <a:pt x="6339" y="5008"/>
                      <a:pt x="6673" y="4201"/>
                      <a:pt x="6673" y="3359"/>
                    </a:cubicBezTo>
                    <a:cubicBezTo>
                      <a:pt x="6673" y="2518"/>
                      <a:pt x="6339" y="1711"/>
                      <a:pt x="5744" y="1116"/>
                    </a:cubicBezTo>
                    <a:cubicBezTo>
                      <a:pt x="5150" y="521"/>
                      <a:pt x="4343" y="187"/>
                      <a:pt x="3502" y="187"/>
                    </a:cubicBezTo>
                    <a:cubicBezTo>
                      <a:pt x="2661" y="187"/>
                      <a:pt x="1854" y="521"/>
                      <a:pt x="1259" y="1116"/>
                    </a:cubicBezTo>
                    <a:cubicBezTo>
                      <a:pt x="664" y="1711"/>
                      <a:pt x="330" y="2518"/>
                      <a:pt x="330" y="3359"/>
                    </a:cubicBezTo>
                    <a:cubicBezTo>
                      <a:pt x="330" y="4201"/>
                      <a:pt x="664" y="5008"/>
                      <a:pt x="1259" y="5603"/>
                    </a:cubicBezTo>
                    <a:cubicBezTo>
                      <a:pt x="1854" y="6198"/>
                      <a:pt x="2661" y="6532"/>
                      <a:pt x="3502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40" name="Freeform: Shape 10939">
                <a:extLst>
                  <a:ext uri="{FF2B5EF4-FFF2-40B4-BE49-F238E27FC236}">
                    <a16:creationId xmlns:a16="http://schemas.microsoft.com/office/drawing/2014/main" id="{2A4B9209-2728-82A6-910F-69B3634001F2}"/>
                  </a:ext>
                </a:extLst>
              </p:cNvPr>
              <p:cNvSpPr/>
              <p:nvPr/>
            </p:nvSpPr>
            <p:spPr>
              <a:xfrm>
                <a:off x="10874664" y="5992290"/>
                <a:ext cx="6343" cy="6345"/>
              </a:xfrm>
              <a:custGeom>
                <a:avLst/>
                <a:gdLst>
                  <a:gd name="connsiteX0" fmla="*/ 3524 w 6343"/>
                  <a:gd name="connsiteY0" fmla="*/ 6543 h 6345"/>
                  <a:gd name="connsiteX1" fmla="*/ 5766 w 6343"/>
                  <a:gd name="connsiteY1" fmla="*/ 5614 h 6345"/>
                  <a:gd name="connsiteX2" fmla="*/ 6695 w 6343"/>
                  <a:gd name="connsiteY2" fmla="*/ 3371 h 6345"/>
                  <a:gd name="connsiteX3" fmla="*/ 5766 w 6343"/>
                  <a:gd name="connsiteY3" fmla="*/ 1127 h 6345"/>
                  <a:gd name="connsiteX4" fmla="*/ 3524 w 6343"/>
                  <a:gd name="connsiteY4" fmla="*/ 198 h 6345"/>
                  <a:gd name="connsiteX5" fmla="*/ 1281 w 6343"/>
                  <a:gd name="connsiteY5" fmla="*/ 1127 h 6345"/>
                  <a:gd name="connsiteX6" fmla="*/ 352 w 6343"/>
                  <a:gd name="connsiteY6" fmla="*/ 3371 h 6345"/>
                  <a:gd name="connsiteX7" fmla="*/ 1281 w 6343"/>
                  <a:gd name="connsiteY7" fmla="*/ 5614 h 6345"/>
                  <a:gd name="connsiteX8" fmla="*/ 3524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4" y="6543"/>
                    </a:moveTo>
                    <a:cubicBezTo>
                      <a:pt x="4365" y="6543"/>
                      <a:pt x="5171" y="6209"/>
                      <a:pt x="5766" y="5614"/>
                    </a:cubicBezTo>
                    <a:cubicBezTo>
                      <a:pt x="6361" y="5019"/>
                      <a:pt x="6695" y="4212"/>
                      <a:pt x="6695" y="3371"/>
                    </a:cubicBezTo>
                    <a:cubicBezTo>
                      <a:pt x="6695" y="2529"/>
                      <a:pt x="6361" y="1722"/>
                      <a:pt x="5766" y="1127"/>
                    </a:cubicBezTo>
                    <a:cubicBezTo>
                      <a:pt x="5171" y="532"/>
                      <a:pt x="4365" y="198"/>
                      <a:pt x="3524" y="198"/>
                    </a:cubicBezTo>
                    <a:cubicBezTo>
                      <a:pt x="2682" y="198"/>
                      <a:pt x="1876" y="532"/>
                      <a:pt x="1281" y="1127"/>
                    </a:cubicBezTo>
                    <a:cubicBezTo>
                      <a:pt x="686" y="1722"/>
                      <a:pt x="352" y="2529"/>
                      <a:pt x="352" y="3371"/>
                    </a:cubicBezTo>
                    <a:cubicBezTo>
                      <a:pt x="352" y="4212"/>
                      <a:pt x="686" y="5019"/>
                      <a:pt x="1281" y="5614"/>
                    </a:cubicBezTo>
                    <a:cubicBezTo>
                      <a:pt x="1876" y="6209"/>
                      <a:pt x="2682" y="6543"/>
                      <a:pt x="3524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41" name="Freeform: Shape 10940">
                <a:extLst>
                  <a:ext uri="{FF2B5EF4-FFF2-40B4-BE49-F238E27FC236}">
                    <a16:creationId xmlns:a16="http://schemas.microsoft.com/office/drawing/2014/main" id="{B365C8A3-A25D-1459-9B14-B2DF5AB28E5E}"/>
                  </a:ext>
                </a:extLst>
              </p:cNvPr>
              <p:cNvSpPr/>
              <p:nvPr/>
            </p:nvSpPr>
            <p:spPr>
              <a:xfrm>
                <a:off x="10865745" y="5998771"/>
                <a:ext cx="6343" cy="6345"/>
              </a:xfrm>
              <a:custGeom>
                <a:avLst/>
                <a:gdLst>
                  <a:gd name="connsiteX0" fmla="*/ 3523 w 6343"/>
                  <a:gd name="connsiteY0" fmla="*/ 6544 h 6345"/>
                  <a:gd name="connsiteX1" fmla="*/ 5765 w 6343"/>
                  <a:gd name="connsiteY1" fmla="*/ 5615 h 6345"/>
                  <a:gd name="connsiteX2" fmla="*/ 6694 w 6343"/>
                  <a:gd name="connsiteY2" fmla="*/ 3371 h 6345"/>
                  <a:gd name="connsiteX3" fmla="*/ 5765 w 6343"/>
                  <a:gd name="connsiteY3" fmla="*/ 1128 h 6345"/>
                  <a:gd name="connsiteX4" fmla="*/ 3523 w 6343"/>
                  <a:gd name="connsiteY4" fmla="*/ 199 h 6345"/>
                  <a:gd name="connsiteX5" fmla="*/ 1280 w 6343"/>
                  <a:gd name="connsiteY5" fmla="*/ 1128 h 6345"/>
                  <a:gd name="connsiteX6" fmla="*/ 351 w 6343"/>
                  <a:gd name="connsiteY6" fmla="*/ 3371 h 6345"/>
                  <a:gd name="connsiteX7" fmla="*/ 1280 w 6343"/>
                  <a:gd name="connsiteY7" fmla="*/ 5615 h 6345"/>
                  <a:gd name="connsiteX8" fmla="*/ 3523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3" y="6544"/>
                    </a:moveTo>
                    <a:cubicBezTo>
                      <a:pt x="4364" y="6544"/>
                      <a:pt x="5171" y="6210"/>
                      <a:pt x="5765" y="5615"/>
                    </a:cubicBezTo>
                    <a:cubicBezTo>
                      <a:pt x="6360" y="5020"/>
                      <a:pt x="6694" y="4213"/>
                      <a:pt x="6694" y="3371"/>
                    </a:cubicBezTo>
                    <a:cubicBezTo>
                      <a:pt x="6694" y="2530"/>
                      <a:pt x="6360" y="1723"/>
                      <a:pt x="5765" y="1128"/>
                    </a:cubicBezTo>
                    <a:cubicBezTo>
                      <a:pt x="5171" y="533"/>
                      <a:pt x="4364" y="199"/>
                      <a:pt x="3523" y="199"/>
                    </a:cubicBezTo>
                    <a:cubicBezTo>
                      <a:pt x="2682" y="199"/>
                      <a:pt x="1875" y="533"/>
                      <a:pt x="1280" y="1128"/>
                    </a:cubicBezTo>
                    <a:cubicBezTo>
                      <a:pt x="685" y="1723"/>
                      <a:pt x="351" y="2530"/>
                      <a:pt x="351" y="3371"/>
                    </a:cubicBezTo>
                    <a:cubicBezTo>
                      <a:pt x="351" y="4213"/>
                      <a:pt x="685" y="5020"/>
                      <a:pt x="1280" y="5615"/>
                    </a:cubicBezTo>
                    <a:cubicBezTo>
                      <a:pt x="1875" y="6210"/>
                      <a:pt x="2682" y="6544"/>
                      <a:pt x="3523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42" name="Freeform: Shape 10941">
                <a:extLst>
                  <a:ext uri="{FF2B5EF4-FFF2-40B4-BE49-F238E27FC236}">
                    <a16:creationId xmlns:a16="http://schemas.microsoft.com/office/drawing/2014/main" id="{18D901FF-ABC9-2043-B365-36FB7B95940F}"/>
                  </a:ext>
                </a:extLst>
              </p:cNvPr>
              <p:cNvSpPr/>
              <p:nvPr/>
            </p:nvSpPr>
            <p:spPr>
              <a:xfrm>
                <a:off x="10859322" y="6006438"/>
                <a:ext cx="6343" cy="6345"/>
              </a:xfrm>
              <a:custGeom>
                <a:avLst/>
                <a:gdLst>
                  <a:gd name="connsiteX0" fmla="*/ 3522 w 6343"/>
                  <a:gd name="connsiteY0" fmla="*/ 6545 h 6345"/>
                  <a:gd name="connsiteX1" fmla="*/ 5765 w 6343"/>
                  <a:gd name="connsiteY1" fmla="*/ 5615 h 6345"/>
                  <a:gd name="connsiteX2" fmla="*/ 6694 w 6343"/>
                  <a:gd name="connsiteY2" fmla="*/ 3372 h 6345"/>
                  <a:gd name="connsiteX3" fmla="*/ 5765 w 6343"/>
                  <a:gd name="connsiteY3" fmla="*/ 1128 h 6345"/>
                  <a:gd name="connsiteX4" fmla="*/ 3522 w 6343"/>
                  <a:gd name="connsiteY4" fmla="*/ 199 h 6345"/>
                  <a:gd name="connsiteX5" fmla="*/ 1280 w 6343"/>
                  <a:gd name="connsiteY5" fmla="*/ 1128 h 6345"/>
                  <a:gd name="connsiteX6" fmla="*/ 351 w 6343"/>
                  <a:gd name="connsiteY6" fmla="*/ 3372 h 6345"/>
                  <a:gd name="connsiteX7" fmla="*/ 1280 w 6343"/>
                  <a:gd name="connsiteY7" fmla="*/ 5615 h 6345"/>
                  <a:gd name="connsiteX8" fmla="*/ 3522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2" y="6545"/>
                    </a:moveTo>
                    <a:cubicBezTo>
                      <a:pt x="4363" y="6545"/>
                      <a:pt x="5170" y="6210"/>
                      <a:pt x="5765" y="5615"/>
                    </a:cubicBezTo>
                    <a:cubicBezTo>
                      <a:pt x="6360" y="5020"/>
                      <a:pt x="6694" y="4213"/>
                      <a:pt x="6694" y="3372"/>
                    </a:cubicBezTo>
                    <a:cubicBezTo>
                      <a:pt x="6694" y="2530"/>
                      <a:pt x="6360" y="1723"/>
                      <a:pt x="5765" y="1128"/>
                    </a:cubicBezTo>
                    <a:cubicBezTo>
                      <a:pt x="5170" y="533"/>
                      <a:pt x="4363" y="199"/>
                      <a:pt x="3522" y="199"/>
                    </a:cubicBezTo>
                    <a:cubicBezTo>
                      <a:pt x="2681" y="199"/>
                      <a:pt x="1874" y="533"/>
                      <a:pt x="1280" y="1128"/>
                    </a:cubicBezTo>
                    <a:cubicBezTo>
                      <a:pt x="685" y="1723"/>
                      <a:pt x="351" y="2530"/>
                      <a:pt x="351" y="3372"/>
                    </a:cubicBezTo>
                    <a:cubicBezTo>
                      <a:pt x="351" y="4213"/>
                      <a:pt x="685" y="5020"/>
                      <a:pt x="1280" y="5615"/>
                    </a:cubicBezTo>
                    <a:cubicBezTo>
                      <a:pt x="1874" y="6210"/>
                      <a:pt x="2681" y="6545"/>
                      <a:pt x="3522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43" name="Freeform: Shape 10942">
                <a:extLst>
                  <a:ext uri="{FF2B5EF4-FFF2-40B4-BE49-F238E27FC236}">
                    <a16:creationId xmlns:a16="http://schemas.microsoft.com/office/drawing/2014/main" id="{E484DD37-4839-1BBC-1DDF-40B3FF3E4038}"/>
                  </a:ext>
                </a:extLst>
              </p:cNvPr>
              <p:cNvSpPr/>
              <p:nvPr/>
            </p:nvSpPr>
            <p:spPr>
              <a:xfrm>
                <a:off x="10657965" y="5914406"/>
                <a:ext cx="6343" cy="6345"/>
              </a:xfrm>
              <a:custGeom>
                <a:avLst/>
                <a:gdLst>
                  <a:gd name="connsiteX0" fmla="*/ 3506 w 6343"/>
                  <a:gd name="connsiteY0" fmla="*/ 6537 h 6345"/>
                  <a:gd name="connsiteX1" fmla="*/ 5749 w 6343"/>
                  <a:gd name="connsiteY1" fmla="*/ 5608 h 6345"/>
                  <a:gd name="connsiteX2" fmla="*/ 6678 w 6343"/>
                  <a:gd name="connsiteY2" fmla="*/ 3365 h 6345"/>
                  <a:gd name="connsiteX3" fmla="*/ 5749 w 6343"/>
                  <a:gd name="connsiteY3" fmla="*/ 1121 h 6345"/>
                  <a:gd name="connsiteX4" fmla="*/ 3506 w 6343"/>
                  <a:gd name="connsiteY4" fmla="*/ 192 h 6345"/>
                  <a:gd name="connsiteX5" fmla="*/ 1264 w 6343"/>
                  <a:gd name="connsiteY5" fmla="*/ 1121 h 6345"/>
                  <a:gd name="connsiteX6" fmla="*/ 335 w 6343"/>
                  <a:gd name="connsiteY6" fmla="*/ 3365 h 6345"/>
                  <a:gd name="connsiteX7" fmla="*/ 1264 w 6343"/>
                  <a:gd name="connsiteY7" fmla="*/ 5608 h 6345"/>
                  <a:gd name="connsiteX8" fmla="*/ 3506 w 6343"/>
                  <a:gd name="connsiteY8" fmla="*/ 653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6" y="6537"/>
                    </a:moveTo>
                    <a:cubicBezTo>
                      <a:pt x="4348" y="6537"/>
                      <a:pt x="5154" y="6203"/>
                      <a:pt x="5749" y="5608"/>
                    </a:cubicBezTo>
                    <a:cubicBezTo>
                      <a:pt x="6344" y="5013"/>
                      <a:pt x="6678" y="4206"/>
                      <a:pt x="6678" y="3365"/>
                    </a:cubicBezTo>
                    <a:cubicBezTo>
                      <a:pt x="6678" y="2523"/>
                      <a:pt x="6344" y="1716"/>
                      <a:pt x="5749" y="1121"/>
                    </a:cubicBezTo>
                    <a:cubicBezTo>
                      <a:pt x="5154" y="526"/>
                      <a:pt x="4348" y="192"/>
                      <a:pt x="3506" y="192"/>
                    </a:cubicBezTo>
                    <a:cubicBezTo>
                      <a:pt x="2665" y="192"/>
                      <a:pt x="1859" y="526"/>
                      <a:pt x="1264" y="1121"/>
                    </a:cubicBezTo>
                    <a:cubicBezTo>
                      <a:pt x="669" y="1716"/>
                      <a:pt x="335" y="2523"/>
                      <a:pt x="335" y="3365"/>
                    </a:cubicBezTo>
                    <a:cubicBezTo>
                      <a:pt x="335" y="4206"/>
                      <a:pt x="669" y="5013"/>
                      <a:pt x="1264" y="5608"/>
                    </a:cubicBezTo>
                    <a:cubicBezTo>
                      <a:pt x="1859" y="6203"/>
                      <a:pt x="2665" y="6537"/>
                      <a:pt x="3506" y="6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44" name="Freeform: Shape 10943">
                <a:extLst>
                  <a:ext uri="{FF2B5EF4-FFF2-40B4-BE49-F238E27FC236}">
                    <a16:creationId xmlns:a16="http://schemas.microsoft.com/office/drawing/2014/main" id="{AE12F263-53EB-2465-A1CD-D9D11DD2C665}"/>
                  </a:ext>
                </a:extLst>
              </p:cNvPr>
              <p:cNvSpPr/>
              <p:nvPr/>
            </p:nvSpPr>
            <p:spPr>
              <a:xfrm>
                <a:off x="10673793" y="5932046"/>
                <a:ext cx="6343" cy="6345"/>
              </a:xfrm>
              <a:custGeom>
                <a:avLst/>
                <a:gdLst>
                  <a:gd name="connsiteX0" fmla="*/ 3508 w 6343"/>
                  <a:gd name="connsiteY0" fmla="*/ 6539 h 6345"/>
                  <a:gd name="connsiteX1" fmla="*/ 5750 w 6343"/>
                  <a:gd name="connsiteY1" fmla="*/ 5609 h 6345"/>
                  <a:gd name="connsiteX2" fmla="*/ 6679 w 6343"/>
                  <a:gd name="connsiteY2" fmla="*/ 3366 h 6345"/>
                  <a:gd name="connsiteX3" fmla="*/ 5750 w 6343"/>
                  <a:gd name="connsiteY3" fmla="*/ 1123 h 6345"/>
                  <a:gd name="connsiteX4" fmla="*/ 3508 w 6343"/>
                  <a:gd name="connsiteY4" fmla="*/ 193 h 6345"/>
                  <a:gd name="connsiteX5" fmla="*/ 1265 w 6343"/>
                  <a:gd name="connsiteY5" fmla="*/ 1123 h 6345"/>
                  <a:gd name="connsiteX6" fmla="*/ 336 w 6343"/>
                  <a:gd name="connsiteY6" fmla="*/ 3366 h 6345"/>
                  <a:gd name="connsiteX7" fmla="*/ 1265 w 6343"/>
                  <a:gd name="connsiteY7" fmla="*/ 5609 h 6345"/>
                  <a:gd name="connsiteX8" fmla="*/ 3508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8" y="6539"/>
                    </a:moveTo>
                    <a:cubicBezTo>
                      <a:pt x="4349" y="6539"/>
                      <a:pt x="5156" y="6204"/>
                      <a:pt x="5750" y="5609"/>
                    </a:cubicBezTo>
                    <a:cubicBezTo>
                      <a:pt x="6345" y="5014"/>
                      <a:pt x="6679" y="4207"/>
                      <a:pt x="6679" y="3366"/>
                    </a:cubicBezTo>
                    <a:cubicBezTo>
                      <a:pt x="6679" y="2525"/>
                      <a:pt x="6345" y="1717"/>
                      <a:pt x="5750" y="1123"/>
                    </a:cubicBezTo>
                    <a:cubicBezTo>
                      <a:pt x="5156" y="528"/>
                      <a:pt x="4349" y="193"/>
                      <a:pt x="3508" y="193"/>
                    </a:cubicBezTo>
                    <a:cubicBezTo>
                      <a:pt x="2667" y="193"/>
                      <a:pt x="1860" y="528"/>
                      <a:pt x="1265" y="1123"/>
                    </a:cubicBezTo>
                    <a:cubicBezTo>
                      <a:pt x="670" y="1717"/>
                      <a:pt x="336" y="2525"/>
                      <a:pt x="336" y="3366"/>
                    </a:cubicBezTo>
                    <a:cubicBezTo>
                      <a:pt x="336" y="4207"/>
                      <a:pt x="670" y="5014"/>
                      <a:pt x="1265" y="5609"/>
                    </a:cubicBezTo>
                    <a:cubicBezTo>
                      <a:pt x="1860" y="6204"/>
                      <a:pt x="2667" y="6539"/>
                      <a:pt x="3508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45" name="Freeform: Shape 10944">
                <a:extLst>
                  <a:ext uri="{FF2B5EF4-FFF2-40B4-BE49-F238E27FC236}">
                    <a16:creationId xmlns:a16="http://schemas.microsoft.com/office/drawing/2014/main" id="{94DEC491-AB4E-08F0-7B0E-634D8A00F06A}"/>
                  </a:ext>
                </a:extLst>
              </p:cNvPr>
              <p:cNvSpPr/>
              <p:nvPr/>
            </p:nvSpPr>
            <p:spPr>
              <a:xfrm>
                <a:off x="10834614" y="6037321"/>
                <a:ext cx="6343" cy="6345"/>
              </a:xfrm>
              <a:custGeom>
                <a:avLst/>
                <a:gdLst>
                  <a:gd name="connsiteX0" fmla="*/ 3520 w 6343"/>
                  <a:gd name="connsiteY0" fmla="*/ 6547 h 6345"/>
                  <a:gd name="connsiteX1" fmla="*/ 5763 w 6343"/>
                  <a:gd name="connsiteY1" fmla="*/ 5618 h 6345"/>
                  <a:gd name="connsiteX2" fmla="*/ 6692 w 6343"/>
                  <a:gd name="connsiteY2" fmla="*/ 3374 h 6345"/>
                  <a:gd name="connsiteX3" fmla="*/ 5763 w 6343"/>
                  <a:gd name="connsiteY3" fmla="*/ 1131 h 6345"/>
                  <a:gd name="connsiteX4" fmla="*/ 3520 w 6343"/>
                  <a:gd name="connsiteY4" fmla="*/ 202 h 6345"/>
                  <a:gd name="connsiteX5" fmla="*/ 1278 w 6343"/>
                  <a:gd name="connsiteY5" fmla="*/ 1131 h 6345"/>
                  <a:gd name="connsiteX6" fmla="*/ 349 w 6343"/>
                  <a:gd name="connsiteY6" fmla="*/ 3374 h 6345"/>
                  <a:gd name="connsiteX7" fmla="*/ 1278 w 6343"/>
                  <a:gd name="connsiteY7" fmla="*/ 5618 h 6345"/>
                  <a:gd name="connsiteX8" fmla="*/ 352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0" y="6547"/>
                    </a:moveTo>
                    <a:cubicBezTo>
                      <a:pt x="4362" y="6547"/>
                      <a:pt x="5168" y="6213"/>
                      <a:pt x="5763" y="5618"/>
                    </a:cubicBezTo>
                    <a:cubicBezTo>
                      <a:pt x="6358" y="5023"/>
                      <a:pt x="6692" y="4216"/>
                      <a:pt x="6692" y="3374"/>
                    </a:cubicBezTo>
                    <a:cubicBezTo>
                      <a:pt x="6692" y="2533"/>
                      <a:pt x="6358" y="1726"/>
                      <a:pt x="5763" y="1131"/>
                    </a:cubicBezTo>
                    <a:cubicBezTo>
                      <a:pt x="5168" y="536"/>
                      <a:pt x="4362" y="202"/>
                      <a:pt x="3520" y="202"/>
                    </a:cubicBezTo>
                    <a:cubicBezTo>
                      <a:pt x="2679" y="202"/>
                      <a:pt x="1873" y="536"/>
                      <a:pt x="1278" y="1131"/>
                    </a:cubicBezTo>
                    <a:cubicBezTo>
                      <a:pt x="683" y="1726"/>
                      <a:pt x="349" y="2533"/>
                      <a:pt x="349" y="3374"/>
                    </a:cubicBezTo>
                    <a:cubicBezTo>
                      <a:pt x="349" y="4216"/>
                      <a:pt x="683" y="5023"/>
                      <a:pt x="1278" y="5618"/>
                    </a:cubicBezTo>
                    <a:cubicBezTo>
                      <a:pt x="1873" y="6213"/>
                      <a:pt x="2679" y="6547"/>
                      <a:pt x="352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46" name="Freeform: Shape 10945">
                <a:extLst>
                  <a:ext uri="{FF2B5EF4-FFF2-40B4-BE49-F238E27FC236}">
                    <a16:creationId xmlns:a16="http://schemas.microsoft.com/office/drawing/2014/main" id="{DD2CE61A-A168-C26B-C5E8-A30982AF690A}"/>
                  </a:ext>
                </a:extLst>
              </p:cNvPr>
              <p:cNvSpPr/>
              <p:nvPr/>
            </p:nvSpPr>
            <p:spPr>
              <a:xfrm>
                <a:off x="10829532" y="6045571"/>
                <a:ext cx="6343" cy="6345"/>
              </a:xfrm>
              <a:custGeom>
                <a:avLst/>
                <a:gdLst>
                  <a:gd name="connsiteX0" fmla="*/ 3520 w 6343"/>
                  <a:gd name="connsiteY0" fmla="*/ 6548 h 6345"/>
                  <a:gd name="connsiteX1" fmla="*/ 5763 w 6343"/>
                  <a:gd name="connsiteY1" fmla="*/ 5618 h 6345"/>
                  <a:gd name="connsiteX2" fmla="*/ 6692 w 6343"/>
                  <a:gd name="connsiteY2" fmla="*/ 3375 h 6345"/>
                  <a:gd name="connsiteX3" fmla="*/ 5763 w 6343"/>
                  <a:gd name="connsiteY3" fmla="*/ 1131 h 6345"/>
                  <a:gd name="connsiteX4" fmla="*/ 3520 w 6343"/>
                  <a:gd name="connsiteY4" fmla="*/ 202 h 6345"/>
                  <a:gd name="connsiteX5" fmla="*/ 1277 w 6343"/>
                  <a:gd name="connsiteY5" fmla="*/ 1131 h 6345"/>
                  <a:gd name="connsiteX6" fmla="*/ 348 w 6343"/>
                  <a:gd name="connsiteY6" fmla="*/ 3375 h 6345"/>
                  <a:gd name="connsiteX7" fmla="*/ 1277 w 6343"/>
                  <a:gd name="connsiteY7" fmla="*/ 5618 h 6345"/>
                  <a:gd name="connsiteX8" fmla="*/ 3520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20" y="6548"/>
                    </a:moveTo>
                    <a:cubicBezTo>
                      <a:pt x="4361" y="6548"/>
                      <a:pt x="5168" y="6213"/>
                      <a:pt x="5763" y="5618"/>
                    </a:cubicBezTo>
                    <a:cubicBezTo>
                      <a:pt x="6357" y="5023"/>
                      <a:pt x="6692" y="4216"/>
                      <a:pt x="6692" y="3375"/>
                    </a:cubicBezTo>
                    <a:cubicBezTo>
                      <a:pt x="6692" y="2533"/>
                      <a:pt x="6357" y="1726"/>
                      <a:pt x="5763" y="1131"/>
                    </a:cubicBezTo>
                    <a:cubicBezTo>
                      <a:pt x="5168" y="537"/>
                      <a:pt x="4361" y="202"/>
                      <a:pt x="3520" y="202"/>
                    </a:cubicBezTo>
                    <a:cubicBezTo>
                      <a:pt x="2679" y="202"/>
                      <a:pt x="1872" y="537"/>
                      <a:pt x="1277" y="1131"/>
                    </a:cubicBezTo>
                    <a:cubicBezTo>
                      <a:pt x="683" y="1726"/>
                      <a:pt x="348" y="2533"/>
                      <a:pt x="348" y="3375"/>
                    </a:cubicBezTo>
                    <a:cubicBezTo>
                      <a:pt x="348" y="4216"/>
                      <a:pt x="683" y="5023"/>
                      <a:pt x="1277" y="5618"/>
                    </a:cubicBezTo>
                    <a:cubicBezTo>
                      <a:pt x="1872" y="6213"/>
                      <a:pt x="2679" y="6548"/>
                      <a:pt x="3520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47" name="Freeform: Shape 10946">
                <a:extLst>
                  <a:ext uri="{FF2B5EF4-FFF2-40B4-BE49-F238E27FC236}">
                    <a16:creationId xmlns:a16="http://schemas.microsoft.com/office/drawing/2014/main" id="{79D16384-78E2-E208-329A-88E6744CDAC0}"/>
                  </a:ext>
                </a:extLst>
              </p:cNvPr>
              <p:cNvSpPr/>
              <p:nvPr/>
            </p:nvSpPr>
            <p:spPr>
              <a:xfrm>
                <a:off x="10816648" y="6060530"/>
                <a:ext cx="6343" cy="6345"/>
              </a:xfrm>
              <a:custGeom>
                <a:avLst/>
                <a:gdLst>
                  <a:gd name="connsiteX0" fmla="*/ 3519 w 6343"/>
                  <a:gd name="connsiteY0" fmla="*/ 6549 h 6345"/>
                  <a:gd name="connsiteX1" fmla="*/ 5762 w 6343"/>
                  <a:gd name="connsiteY1" fmla="*/ 5620 h 6345"/>
                  <a:gd name="connsiteX2" fmla="*/ 6691 w 6343"/>
                  <a:gd name="connsiteY2" fmla="*/ 3376 h 6345"/>
                  <a:gd name="connsiteX3" fmla="*/ 5762 w 6343"/>
                  <a:gd name="connsiteY3" fmla="*/ 1133 h 6345"/>
                  <a:gd name="connsiteX4" fmla="*/ 3519 w 6343"/>
                  <a:gd name="connsiteY4" fmla="*/ 203 h 6345"/>
                  <a:gd name="connsiteX5" fmla="*/ 1276 w 6343"/>
                  <a:gd name="connsiteY5" fmla="*/ 1133 h 6345"/>
                  <a:gd name="connsiteX6" fmla="*/ 347 w 6343"/>
                  <a:gd name="connsiteY6" fmla="*/ 3376 h 6345"/>
                  <a:gd name="connsiteX7" fmla="*/ 1276 w 6343"/>
                  <a:gd name="connsiteY7" fmla="*/ 5620 h 6345"/>
                  <a:gd name="connsiteX8" fmla="*/ 3519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9" y="6549"/>
                    </a:moveTo>
                    <a:cubicBezTo>
                      <a:pt x="4360" y="6549"/>
                      <a:pt x="5167" y="6214"/>
                      <a:pt x="5762" y="5620"/>
                    </a:cubicBezTo>
                    <a:cubicBezTo>
                      <a:pt x="6356" y="5025"/>
                      <a:pt x="6691" y="4218"/>
                      <a:pt x="6691" y="3376"/>
                    </a:cubicBezTo>
                    <a:cubicBezTo>
                      <a:pt x="6691" y="2535"/>
                      <a:pt x="6356" y="1728"/>
                      <a:pt x="5762" y="1133"/>
                    </a:cubicBezTo>
                    <a:cubicBezTo>
                      <a:pt x="5167" y="538"/>
                      <a:pt x="4360" y="203"/>
                      <a:pt x="3519" y="203"/>
                    </a:cubicBezTo>
                    <a:cubicBezTo>
                      <a:pt x="2678" y="203"/>
                      <a:pt x="1871" y="538"/>
                      <a:pt x="1276" y="1133"/>
                    </a:cubicBezTo>
                    <a:cubicBezTo>
                      <a:pt x="682" y="1728"/>
                      <a:pt x="347" y="2535"/>
                      <a:pt x="347" y="3376"/>
                    </a:cubicBezTo>
                    <a:cubicBezTo>
                      <a:pt x="347" y="4218"/>
                      <a:pt x="682" y="5025"/>
                      <a:pt x="1276" y="5620"/>
                    </a:cubicBezTo>
                    <a:cubicBezTo>
                      <a:pt x="1871" y="6214"/>
                      <a:pt x="2678" y="6549"/>
                      <a:pt x="3519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48" name="Freeform: Shape 10947">
                <a:extLst>
                  <a:ext uri="{FF2B5EF4-FFF2-40B4-BE49-F238E27FC236}">
                    <a16:creationId xmlns:a16="http://schemas.microsoft.com/office/drawing/2014/main" id="{A5295388-839A-C7AB-B0E4-49D7E9409E8C}"/>
                  </a:ext>
                </a:extLst>
              </p:cNvPr>
              <p:cNvSpPr/>
              <p:nvPr/>
            </p:nvSpPr>
            <p:spPr>
              <a:xfrm>
                <a:off x="10811593" y="6068753"/>
                <a:ext cx="6343" cy="6345"/>
              </a:xfrm>
              <a:custGeom>
                <a:avLst/>
                <a:gdLst>
                  <a:gd name="connsiteX0" fmla="*/ 3519 w 6343"/>
                  <a:gd name="connsiteY0" fmla="*/ 6549 h 6345"/>
                  <a:gd name="connsiteX1" fmla="*/ 5761 w 6343"/>
                  <a:gd name="connsiteY1" fmla="*/ 5620 h 6345"/>
                  <a:gd name="connsiteX2" fmla="*/ 6690 w 6343"/>
                  <a:gd name="connsiteY2" fmla="*/ 3377 h 6345"/>
                  <a:gd name="connsiteX3" fmla="*/ 5761 w 6343"/>
                  <a:gd name="connsiteY3" fmla="*/ 1133 h 6345"/>
                  <a:gd name="connsiteX4" fmla="*/ 3519 w 6343"/>
                  <a:gd name="connsiteY4" fmla="*/ 204 h 6345"/>
                  <a:gd name="connsiteX5" fmla="*/ 1276 w 6343"/>
                  <a:gd name="connsiteY5" fmla="*/ 1133 h 6345"/>
                  <a:gd name="connsiteX6" fmla="*/ 347 w 6343"/>
                  <a:gd name="connsiteY6" fmla="*/ 3377 h 6345"/>
                  <a:gd name="connsiteX7" fmla="*/ 1276 w 6343"/>
                  <a:gd name="connsiteY7" fmla="*/ 5620 h 6345"/>
                  <a:gd name="connsiteX8" fmla="*/ 3519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9" y="6549"/>
                    </a:moveTo>
                    <a:cubicBezTo>
                      <a:pt x="4360" y="6549"/>
                      <a:pt x="5166" y="6215"/>
                      <a:pt x="5761" y="5620"/>
                    </a:cubicBezTo>
                    <a:cubicBezTo>
                      <a:pt x="6356" y="5025"/>
                      <a:pt x="6690" y="4218"/>
                      <a:pt x="6690" y="3377"/>
                    </a:cubicBezTo>
                    <a:cubicBezTo>
                      <a:pt x="6690" y="2535"/>
                      <a:pt x="6356" y="1728"/>
                      <a:pt x="5761" y="1133"/>
                    </a:cubicBezTo>
                    <a:cubicBezTo>
                      <a:pt x="5166" y="538"/>
                      <a:pt x="4360" y="204"/>
                      <a:pt x="3519" y="204"/>
                    </a:cubicBezTo>
                    <a:cubicBezTo>
                      <a:pt x="2677" y="204"/>
                      <a:pt x="1871" y="538"/>
                      <a:pt x="1276" y="1133"/>
                    </a:cubicBezTo>
                    <a:cubicBezTo>
                      <a:pt x="681" y="1728"/>
                      <a:pt x="347" y="2535"/>
                      <a:pt x="347" y="3377"/>
                    </a:cubicBezTo>
                    <a:cubicBezTo>
                      <a:pt x="347" y="4218"/>
                      <a:pt x="681" y="5025"/>
                      <a:pt x="1276" y="5620"/>
                    </a:cubicBezTo>
                    <a:cubicBezTo>
                      <a:pt x="1871" y="6215"/>
                      <a:pt x="2677" y="6549"/>
                      <a:pt x="3519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49" name="Freeform: Shape 10948">
                <a:extLst>
                  <a:ext uri="{FF2B5EF4-FFF2-40B4-BE49-F238E27FC236}">
                    <a16:creationId xmlns:a16="http://schemas.microsoft.com/office/drawing/2014/main" id="{8FCB60A0-8785-5FB7-03EB-53DF27325E34}"/>
                  </a:ext>
                </a:extLst>
              </p:cNvPr>
              <p:cNvSpPr/>
              <p:nvPr/>
            </p:nvSpPr>
            <p:spPr>
              <a:xfrm>
                <a:off x="10800941" y="6073754"/>
                <a:ext cx="6343" cy="6345"/>
              </a:xfrm>
              <a:custGeom>
                <a:avLst/>
                <a:gdLst>
                  <a:gd name="connsiteX0" fmla="*/ 3518 w 6343"/>
                  <a:gd name="connsiteY0" fmla="*/ 6550 h 6345"/>
                  <a:gd name="connsiteX1" fmla="*/ 5760 w 6343"/>
                  <a:gd name="connsiteY1" fmla="*/ 5621 h 6345"/>
                  <a:gd name="connsiteX2" fmla="*/ 6689 w 6343"/>
                  <a:gd name="connsiteY2" fmla="*/ 3377 h 6345"/>
                  <a:gd name="connsiteX3" fmla="*/ 5760 w 6343"/>
                  <a:gd name="connsiteY3" fmla="*/ 1134 h 6345"/>
                  <a:gd name="connsiteX4" fmla="*/ 3518 w 6343"/>
                  <a:gd name="connsiteY4" fmla="*/ 204 h 6345"/>
                  <a:gd name="connsiteX5" fmla="*/ 1275 w 6343"/>
                  <a:gd name="connsiteY5" fmla="*/ 1134 h 6345"/>
                  <a:gd name="connsiteX6" fmla="*/ 346 w 6343"/>
                  <a:gd name="connsiteY6" fmla="*/ 3377 h 6345"/>
                  <a:gd name="connsiteX7" fmla="*/ 1275 w 6343"/>
                  <a:gd name="connsiteY7" fmla="*/ 5621 h 6345"/>
                  <a:gd name="connsiteX8" fmla="*/ 3518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8" y="6550"/>
                    </a:moveTo>
                    <a:cubicBezTo>
                      <a:pt x="4359" y="6550"/>
                      <a:pt x="5166" y="6216"/>
                      <a:pt x="5760" y="5621"/>
                    </a:cubicBezTo>
                    <a:cubicBezTo>
                      <a:pt x="6355" y="5026"/>
                      <a:pt x="6689" y="4219"/>
                      <a:pt x="6689" y="3377"/>
                    </a:cubicBezTo>
                    <a:cubicBezTo>
                      <a:pt x="6689" y="2536"/>
                      <a:pt x="6355" y="1729"/>
                      <a:pt x="5760" y="1134"/>
                    </a:cubicBezTo>
                    <a:cubicBezTo>
                      <a:pt x="5166" y="539"/>
                      <a:pt x="4359" y="204"/>
                      <a:pt x="3518" y="204"/>
                    </a:cubicBezTo>
                    <a:cubicBezTo>
                      <a:pt x="2677" y="204"/>
                      <a:pt x="1870" y="539"/>
                      <a:pt x="1275" y="1134"/>
                    </a:cubicBezTo>
                    <a:cubicBezTo>
                      <a:pt x="680" y="1729"/>
                      <a:pt x="346" y="2536"/>
                      <a:pt x="346" y="3377"/>
                    </a:cubicBezTo>
                    <a:cubicBezTo>
                      <a:pt x="346" y="4219"/>
                      <a:pt x="680" y="5026"/>
                      <a:pt x="1275" y="5621"/>
                    </a:cubicBezTo>
                    <a:cubicBezTo>
                      <a:pt x="1870" y="6216"/>
                      <a:pt x="2677" y="6550"/>
                      <a:pt x="3518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50" name="Freeform: Shape 10949">
                <a:extLst>
                  <a:ext uri="{FF2B5EF4-FFF2-40B4-BE49-F238E27FC236}">
                    <a16:creationId xmlns:a16="http://schemas.microsoft.com/office/drawing/2014/main" id="{C156ABB1-DF51-A5FA-7F80-49ACE4E630CA}"/>
                  </a:ext>
                </a:extLst>
              </p:cNvPr>
              <p:cNvSpPr/>
              <p:nvPr/>
            </p:nvSpPr>
            <p:spPr>
              <a:xfrm>
                <a:off x="10554081" y="5940936"/>
                <a:ext cx="6343" cy="6345"/>
              </a:xfrm>
              <a:custGeom>
                <a:avLst/>
                <a:gdLst>
                  <a:gd name="connsiteX0" fmla="*/ 3498 w 6343"/>
                  <a:gd name="connsiteY0" fmla="*/ 6539 h 6345"/>
                  <a:gd name="connsiteX1" fmla="*/ 5741 w 6343"/>
                  <a:gd name="connsiteY1" fmla="*/ 5610 h 6345"/>
                  <a:gd name="connsiteX2" fmla="*/ 6670 w 6343"/>
                  <a:gd name="connsiteY2" fmla="*/ 3367 h 6345"/>
                  <a:gd name="connsiteX3" fmla="*/ 5741 w 6343"/>
                  <a:gd name="connsiteY3" fmla="*/ 1123 h 6345"/>
                  <a:gd name="connsiteX4" fmla="*/ 3498 w 6343"/>
                  <a:gd name="connsiteY4" fmla="*/ 194 h 6345"/>
                  <a:gd name="connsiteX5" fmla="*/ 1256 w 6343"/>
                  <a:gd name="connsiteY5" fmla="*/ 1123 h 6345"/>
                  <a:gd name="connsiteX6" fmla="*/ 327 w 6343"/>
                  <a:gd name="connsiteY6" fmla="*/ 3367 h 6345"/>
                  <a:gd name="connsiteX7" fmla="*/ 1256 w 6343"/>
                  <a:gd name="connsiteY7" fmla="*/ 5610 h 6345"/>
                  <a:gd name="connsiteX8" fmla="*/ 3498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8" y="6539"/>
                    </a:moveTo>
                    <a:cubicBezTo>
                      <a:pt x="4339" y="6539"/>
                      <a:pt x="5146" y="6205"/>
                      <a:pt x="5741" y="5610"/>
                    </a:cubicBezTo>
                    <a:cubicBezTo>
                      <a:pt x="6336" y="5015"/>
                      <a:pt x="6670" y="4208"/>
                      <a:pt x="6670" y="3367"/>
                    </a:cubicBezTo>
                    <a:cubicBezTo>
                      <a:pt x="6670" y="2525"/>
                      <a:pt x="6336" y="1718"/>
                      <a:pt x="5741" y="1123"/>
                    </a:cubicBezTo>
                    <a:cubicBezTo>
                      <a:pt x="5146" y="528"/>
                      <a:pt x="4339" y="194"/>
                      <a:pt x="3498" y="194"/>
                    </a:cubicBezTo>
                    <a:cubicBezTo>
                      <a:pt x="2657" y="194"/>
                      <a:pt x="1850" y="528"/>
                      <a:pt x="1256" y="1123"/>
                    </a:cubicBezTo>
                    <a:cubicBezTo>
                      <a:pt x="661" y="1718"/>
                      <a:pt x="327" y="2525"/>
                      <a:pt x="327" y="3367"/>
                    </a:cubicBezTo>
                    <a:cubicBezTo>
                      <a:pt x="327" y="4208"/>
                      <a:pt x="661" y="5015"/>
                      <a:pt x="1256" y="5610"/>
                    </a:cubicBezTo>
                    <a:cubicBezTo>
                      <a:pt x="1850" y="6205"/>
                      <a:pt x="2657" y="6539"/>
                      <a:pt x="3498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51" name="Freeform: Shape 10950">
                <a:extLst>
                  <a:ext uri="{FF2B5EF4-FFF2-40B4-BE49-F238E27FC236}">
                    <a16:creationId xmlns:a16="http://schemas.microsoft.com/office/drawing/2014/main" id="{CA2F51C0-3083-F301-3564-7A050D47B12A}"/>
                  </a:ext>
                </a:extLst>
              </p:cNvPr>
              <p:cNvSpPr/>
              <p:nvPr/>
            </p:nvSpPr>
            <p:spPr>
              <a:xfrm>
                <a:off x="10549174" y="5947192"/>
                <a:ext cx="6343" cy="6345"/>
              </a:xfrm>
              <a:custGeom>
                <a:avLst/>
                <a:gdLst>
                  <a:gd name="connsiteX0" fmla="*/ 3498 w 6343"/>
                  <a:gd name="connsiteY0" fmla="*/ 6540 h 6345"/>
                  <a:gd name="connsiteX1" fmla="*/ 5741 w 6343"/>
                  <a:gd name="connsiteY1" fmla="*/ 5611 h 6345"/>
                  <a:gd name="connsiteX2" fmla="*/ 6669 w 6343"/>
                  <a:gd name="connsiteY2" fmla="*/ 3367 h 6345"/>
                  <a:gd name="connsiteX3" fmla="*/ 5741 w 6343"/>
                  <a:gd name="connsiteY3" fmla="*/ 1124 h 6345"/>
                  <a:gd name="connsiteX4" fmla="*/ 3498 w 6343"/>
                  <a:gd name="connsiteY4" fmla="*/ 194 h 6345"/>
                  <a:gd name="connsiteX5" fmla="*/ 1255 w 6343"/>
                  <a:gd name="connsiteY5" fmla="*/ 1124 h 6345"/>
                  <a:gd name="connsiteX6" fmla="*/ 326 w 6343"/>
                  <a:gd name="connsiteY6" fmla="*/ 3367 h 6345"/>
                  <a:gd name="connsiteX7" fmla="*/ 1255 w 6343"/>
                  <a:gd name="connsiteY7" fmla="*/ 5611 h 6345"/>
                  <a:gd name="connsiteX8" fmla="*/ 3498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8" y="6540"/>
                    </a:moveTo>
                    <a:cubicBezTo>
                      <a:pt x="4339" y="6540"/>
                      <a:pt x="5146" y="6206"/>
                      <a:pt x="5741" y="5611"/>
                    </a:cubicBezTo>
                    <a:cubicBezTo>
                      <a:pt x="6335" y="5016"/>
                      <a:pt x="6669" y="4209"/>
                      <a:pt x="6669" y="3367"/>
                    </a:cubicBezTo>
                    <a:cubicBezTo>
                      <a:pt x="6669" y="2526"/>
                      <a:pt x="6335" y="1719"/>
                      <a:pt x="5741" y="1124"/>
                    </a:cubicBezTo>
                    <a:cubicBezTo>
                      <a:pt x="5146" y="529"/>
                      <a:pt x="4339" y="194"/>
                      <a:pt x="3498" y="194"/>
                    </a:cubicBezTo>
                    <a:cubicBezTo>
                      <a:pt x="2657" y="194"/>
                      <a:pt x="1850" y="529"/>
                      <a:pt x="1255" y="1124"/>
                    </a:cubicBezTo>
                    <a:cubicBezTo>
                      <a:pt x="661" y="1719"/>
                      <a:pt x="326" y="2526"/>
                      <a:pt x="326" y="3367"/>
                    </a:cubicBezTo>
                    <a:cubicBezTo>
                      <a:pt x="326" y="4209"/>
                      <a:pt x="661" y="5016"/>
                      <a:pt x="1255" y="5611"/>
                    </a:cubicBezTo>
                    <a:cubicBezTo>
                      <a:pt x="1850" y="6206"/>
                      <a:pt x="2657" y="6540"/>
                      <a:pt x="3498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52" name="Freeform: Shape 10951">
                <a:extLst>
                  <a:ext uri="{FF2B5EF4-FFF2-40B4-BE49-F238E27FC236}">
                    <a16:creationId xmlns:a16="http://schemas.microsoft.com/office/drawing/2014/main" id="{258BC6B1-A5D6-7B12-4BB4-7C9D1C7FE3B4}"/>
                  </a:ext>
                </a:extLst>
              </p:cNvPr>
              <p:cNvSpPr/>
              <p:nvPr/>
            </p:nvSpPr>
            <p:spPr>
              <a:xfrm>
                <a:off x="10538528" y="5949993"/>
                <a:ext cx="6343" cy="6345"/>
              </a:xfrm>
              <a:custGeom>
                <a:avLst/>
                <a:gdLst>
                  <a:gd name="connsiteX0" fmla="*/ 3497 w 6343"/>
                  <a:gd name="connsiteY0" fmla="*/ 6540 h 6345"/>
                  <a:gd name="connsiteX1" fmla="*/ 5740 w 6343"/>
                  <a:gd name="connsiteY1" fmla="*/ 5611 h 6345"/>
                  <a:gd name="connsiteX2" fmla="*/ 6669 w 6343"/>
                  <a:gd name="connsiteY2" fmla="*/ 3367 h 6345"/>
                  <a:gd name="connsiteX3" fmla="*/ 5740 w 6343"/>
                  <a:gd name="connsiteY3" fmla="*/ 1124 h 6345"/>
                  <a:gd name="connsiteX4" fmla="*/ 3497 w 6343"/>
                  <a:gd name="connsiteY4" fmla="*/ 195 h 6345"/>
                  <a:gd name="connsiteX5" fmla="*/ 1254 w 6343"/>
                  <a:gd name="connsiteY5" fmla="*/ 1124 h 6345"/>
                  <a:gd name="connsiteX6" fmla="*/ 326 w 6343"/>
                  <a:gd name="connsiteY6" fmla="*/ 3367 h 6345"/>
                  <a:gd name="connsiteX7" fmla="*/ 1254 w 6343"/>
                  <a:gd name="connsiteY7" fmla="*/ 5611 h 6345"/>
                  <a:gd name="connsiteX8" fmla="*/ 349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7" y="6540"/>
                    </a:moveTo>
                    <a:cubicBezTo>
                      <a:pt x="4338" y="6540"/>
                      <a:pt x="5145" y="6206"/>
                      <a:pt x="5740" y="5611"/>
                    </a:cubicBezTo>
                    <a:cubicBezTo>
                      <a:pt x="6334" y="5016"/>
                      <a:pt x="6669" y="4209"/>
                      <a:pt x="6669" y="3367"/>
                    </a:cubicBezTo>
                    <a:cubicBezTo>
                      <a:pt x="6669" y="2526"/>
                      <a:pt x="6334" y="1719"/>
                      <a:pt x="5740" y="1124"/>
                    </a:cubicBezTo>
                    <a:cubicBezTo>
                      <a:pt x="5145" y="529"/>
                      <a:pt x="4338" y="195"/>
                      <a:pt x="3497" y="195"/>
                    </a:cubicBezTo>
                    <a:cubicBezTo>
                      <a:pt x="2656" y="195"/>
                      <a:pt x="1849" y="529"/>
                      <a:pt x="1254" y="1124"/>
                    </a:cubicBezTo>
                    <a:cubicBezTo>
                      <a:pt x="660" y="1719"/>
                      <a:pt x="326" y="2526"/>
                      <a:pt x="326" y="3367"/>
                    </a:cubicBezTo>
                    <a:cubicBezTo>
                      <a:pt x="326" y="4209"/>
                      <a:pt x="660" y="5016"/>
                      <a:pt x="1254" y="5611"/>
                    </a:cubicBezTo>
                    <a:cubicBezTo>
                      <a:pt x="1849" y="6206"/>
                      <a:pt x="2656" y="6540"/>
                      <a:pt x="349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53" name="Freeform: Shape 10952">
                <a:extLst>
                  <a:ext uri="{FF2B5EF4-FFF2-40B4-BE49-F238E27FC236}">
                    <a16:creationId xmlns:a16="http://schemas.microsoft.com/office/drawing/2014/main" id="{EA8EB436-87DC-7596-1C4A-7E964934A7AB}"/>
                  </a:ext>
                </a:extLst>
              </p:cNvPr>
              <p:cNvSpPr/>
              <p:nvPr/>
            </p:nvSpPr>
            <p:spPr>
              <a:xfrm>
                <a:off x="10532500" y="5955491"/>
                <a:ext cx="6343" cy="6345"/>
              </a:xfrm>
              <a:custGeom>
                <a:avLst/>
                <a:gdLst>
                  <a:gd name="connsiteX0" fmla="*/ 3497 w 6343"/>
                  <a:gd name="connsiteY0" fmla="*/ 6541 h 6345"/>
                  <a:gd name="connsiteX1" fmla="*/ 5739 w 6343"/>
                  <a:gd name="connsiteY1" fmla="*/ 5611 h 6345"/>
                  <a:gd name="connsiteX2" fmla="*/ 6668 w 6343"/>
                  <a:gd name="connsiteY2" fmla="*/ 3368 h 6345"/>
                  <a:gd name="connsiteX3" fmla="*/ 5739 w 6343"/>
                  <a:gd name="connsiteY3" fmla="*/ 1124 h 6345"/>
                  <a:gd name="connsiteX4" fmla="*/ 3497 w 6343"/>
                  <a:gd name="connsiteY4" fmla="*/ 195 h 6345"/>
                  <a:gd name="connsiteX5" fmla="*/ 1254 w 6343"/>
                  <a:gd name="connsiteY5" fmla="*/ 1124 h 6345"/>
                  <a:gd name="connsiteX6" fmla="*/ 325 w 6343"/>
                  <a:gd name="connsiteY6" fmla="*/ 3368 h 6345"/>
                  <a:gd name="connsiteX7" fmla="*/ 1254 w 6343"/>
                  <a:gd name="connsiteY7" fmla="*/ 5611 h 6345"/>
                  <a:gd name="connsiteX8" fmla="*/ 3497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7" y="6541"/>
                    </a:moveTo>
                    <a:cubicBezTo>
                      <a:pt x="4338" y="6541"/>
                      <a:pt x="5144" y="6206"/>
                      <a:pt x="5739" y="5611"/>
                    </a:cubicBezTo>
                    <a:cubicBezTo>
                      <a:pt x="6334" y="5016"/>
                      <a:pt x="6668" y="4209"/>
                      <a:pt x="6668" y="3368"/>
                    </a:cubicBezTo>
                    <a:cubicBezTo>
                      <a:pt x="6668" y="2526"/>
                      <a:pt x="6334" y="1719"/>
                      <a:pt x="5739" y="1124"/>
                    </a:cubicBezTo>
                    <a:cubicBezTo>
                      <a:pt x="5144" y="529"/>
                      <a:pt x="4338" y="195"/>
                      <a:pt x="3497" y="195"/>
                    </a:cubicBezTo>
                    <a:cubicBezTo>
                      <a:pt x="2655" y="195"/>
                      <a:pt x="1849" y="529"/>
                      <a:pt x="1254" y="1124"/>
                    </a:cubicBezTo>
                    <a:cubicBezTo>
                      <a:pt x="659" y="1719"/>
                      <a:pt x="325" y="2526"/>
                      <a:pt x="325" y="3368"/>
                    </a:cubicBezTo>
                    <a:cubicBezTo>
                      <a:pt x="325" y="4209"/>
                      <a:pt x="659" y="5016"/>
                      <a:pt x="1254" y="5611"/>
                    </a:cubicBezTo>
                    <a:cubicBezTo>
                      <a:pt x="1849" y="6206"/>
                      <a:pt x="2655" y="6541"/>
                      <a:pt x="3497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54" name="Freeform: Shape 10953">
                <a:extLst>
                  <a:ext uri="{FF2B5EF4-FFF2-40B4-BE49-F238E27FC236}">
                    <a16:creationId xmlns:a16="http://schemas.microsoft.com/office/drawing/2014/main" id="{E5D6960A-57DA-EF47-9FC5-A3841E8B24AE}"/>
                  </a:ext>
                </a:extLst>
              </p:cNvPr>
              <p:cNvSpPr/>
              <p:nvPr/>
            </p:nvSpPr>
            <p:spPr>
              <a:xfrm>
                <a:off x="10144319" y="5731332"/>
                <a:ext cx="6343" cy="6345"/>
              </a:xfrm>
              <a:custGeom>
                <a:avLst/>
                <a:gdLst>
                  <a:gd name="connsiteX0" fmla="*/ 3466 w 6343"/>
                  <a:gd name="connsiteY0" fmla="*/ 6523 h 6345"/>
                  <a:gd name="connsiteX1" fmla="*/ 5709 w 6343"/>
                  <a:gd name="connsiteY1" fmla="*/ 5594 h 6345"/>
                  <a:gd name="connsiteX2" fmla="*/ 6638 w 6343"/>
                  <a:gd name="connsiteY2" fmla="*/ 3350 h 6345"/>
                  <a:gd name="connsiteX3" fmla="*/ 5709 w 6343"/>
                  <a:gd name="connsiteY3" fmla="*/ 1107 h 6345"/>
                  <a:gd name="connsiteX4" fmla="*/ 3466 w 6343"/>
                  <a:gd name="connsiteY4" fmla="*/ 177 h 6345"/>
                  <a:gd name="connsiteX5" fmla="*/ 1223 w 6343"/>
                  <a:gd name="connsiteY5" fmla="*/ 1107 h 6345"/>
                  <a:gd name="connsiteX6" fmla="*/ 294 w 6343"/>
                  <a:gd name="connsiteY6" fmla="*/ 3350 h 6345"/>
                  <a:gd name="connsiteX7" fmla="*/ 1223 w 6343"/>
                  <a:gd name="connsiteY7" fmla="*/ 5594 h 6345"/>
                  <a:gd name="connsiteX8" fmla="*/ 346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6" y="6523"/>
                    </a:moveTo>
                    <a:cubicBezTo>
                      <a:pt x="4307" y="6523"/>
                      <a:pt x="5114" y="6189"/>
                      <a:pt x="5709" y="5594"/>
                    </a:cubicBezTo>
                    <a:cubicBezTo>
                      <a:pt x="6303" y="4999"/>
                      <a:pt x="6638" y="4192"/>
                      <a:pt x="6638" y="3350"/>
                    </a:cubicBezTo>
                    <a:cubicBezTo>
                      <a:pt x="6638" y="2509"/>
                      <a:pt x="6303" y="1702"/>
                      <a:pt x="5709" y="1107"/>
                    </a:cubicBezTo>
                    <a:cubicBezTo>
                      <a:pt x="5114" y="512"/>
                      <a:pt x="4307" y="177"/>
                      <a:pt x="3466" y="177"/>
                    </a:cubicBezTo>
                    <a:cubicBezTo>
                      <a:pt x="2625" y="177"/>
                      <a:pt x="1818" y="512"/>
                      <a:pt x="1223" y="1107"/>
                    </a:cubicBezTo>
                    <a:cubicBezTo>
                      <a:pt x="629" y="1702"/>
                      <a:pt x="294" y="2509"/>
                      <a:pt x="294" y="3350"/>
                    </a:cubicBezTo>
                    <a:cubicBezTo>
                      <a:pt x="294" y="4192"/>
                      <a:pt x="629" y="4999"/>
                      <a:pt x="1223" y="5594"/>
                    </a:cubicBezTo>
                    <a:cubicBezTo>
                      <a:pt x="1818" y="6189"/>
                      <a:pt x="2625" y="6523"/>
                      <a:pt x="346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55" name="Freeform: Shape 10954">
                <a:extLst>
                  <a:ext uri="{FF2B5EF4-FFF2-40B4-BE49-F238E27FC236}">
                    <a16:creationId xmlns:a16="http://schemas.microsoft.com/office/drawing/2014/main" id="{83A44DE5-2F7D-1D70-A5CF-FA4B9AA8E39F}"/>
                  </a:ext>
                </a:extLst>
              </p:cNvPr>
              <p:cNvSpPr/>
              <p:nvPr/>
            </p:nvSpPr>
            <p:spPr>
              <a:xfrm>
                <a:off x="10139185" y="5734076"/>
                <a:ext cx="6343" cy="6345"/>
              </a:xfrm>
              <a:custGeom>
                <a:avLst/>
                <a:gdLst>
                  <a:gd name="connsiteX0" fmla="*/ 3466 w 6343"/>
                  <a:gd name="connsiteY0" fmla="*/ 6523 h 6345"/>
                  <a:gd name="connsiteX1" fmla="*/ 5708 w 6343"/>
                  <a:gd name="connsiteY1" fmla="*/ 5594 h 6345"/>
                  <a:gd name="connsiteX2" fmla="*/ 6637 w 6343"/>
                  <a:gd name="connsiteY2" fmla="*/ 3350 h 6345"/>
                  <a:gd name="connsiteX3" fmla="*/ 5708 w 6343"/>
                  <a:gd name="connsiteY3" fmla="*/ 1107 h 6345"/>
                  <a:gd name="connsiteX4" fmla="*/ 3466 w 6343"/>
                  <a:gd name="connsiteY4" fmla="*/ 178 h 6345"/>
                  <a:gd name="connsiteX5" fmla="*/ 1223 w 6343"/>
                  <a:gd name="connsiteY5" fmla="*/ 1107 h 6345"/>
                  <a:gd name="connsiteX6" fmla="*/ 294 w 6343"/>
                  <a:gd name="connsiteY6" fmla="*/ 3350 h 6345"/>
                  <a:gd name="connsiteX7" fmla="*/ 1223 w 6343"/>
                  <a:gd name="connsiteY7" fmla="*/ 5594 h 6345"/>
                  <a:gd name="connsiteX8" fmla="*/ 3466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6" y="6523"/>
                    </a:moveTo>
                    <a:cubicBezTo>
                      <a:pt x="4307" y="6523"/>
                      <a:pt x="5113" y="6189"/>
                      <a:pt x="5708" y="5594"/>
                    </a:cubicBezTo>
                    <a:cubicBezTo>
                      <a:pt x="6303" y="4999"/>
                      <a:pt x="6637" y="4192"/>
                      <a:pt x="6637" y="3350"/>
                    </a:cubicBezTo>
                    <a:cubicBezTo>
                      <a:pt x="6637" y="2509"/>
                      <a:pt x="6303" y="1702"/>
                      <a:pt x="5708" y="1107"/>
                    </a:cubicBezTo>
                    <a:cubicBezTo>
                      <a:pt x="5113" y="512"/>
                      <a:pt x="4307" y="178"/>
                      <a:pt x="3466" y="178"/>
                    </a:cubicBezTo>
                    <a:cubicBezTo>
                      <a:pt x="2624" y="178"/>
                      <a:pt x="1818" y="512"/>
                      <a:pt x="1223" y="1107"/>
                    </a:cubicBezTo>
                    <a:cubicBezTo>
                      <a:pt x="628" y="1702"/>
                      <a:pt x="294" y="2509"/>
                      <a:pt x="294" y="3350"/>
                    </a:cubicBezTo>
                    <a:cubicBezTo>
                      <a:pt x="294" y="4192"/>
                      <a:pt x="628" y="4999"/>
                      <a:pt x="1223" y="5594"/>
                    </a:cubicBezTo>
                    <a:cubicBezTo>
                      <a:pt x="1818" y="6189"/>
                      <a:pt x="2624" y="6523"/>
                      <a:pt x="3466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56" name="Freeform: Shape 10955">
                <a:extLst>
                  <a:ext uri="{FF2B5EF4-FFF2-40B4-BE49-F238E27FC236}">
                    <a16:creationId xmlns:a16="http://schemas.microsoft.com/office/drawing/2014/main" id="{A027AD58-5DA1-3106-39CC-0477FC44245C}"/>
                  </a:ext>
                </a:extLst>
              </p:cNvPr>
              <p:cNvSpPr/>
              <p:nvPr/>
            </p:nvSpPr>
            <p:spPr>
              <a:xfrm>
                <a:off x="10706421" y="6115298"/>
                <a:ext cx="6343" cy="6345"/>
              </a:xfrm>
              <a:custGeom>
                <a:avLst/>
                <a:gdLst>
                  <a:gd name="connsiteX0" fmla="*/ 3510 w 6343"/>
                  <a:gd name="connsiteY0" fmla="*/ 6553 h 6345"/>
                  <a:gd name="connsiteX1" fmla="*/ 5753 w 6343"/>
                  <a:gd name="connsiteY1" fmla="*/ 5624 h 6345"/>
                  <a:gd name="connsiteX2" fmla="*/ 6682 w 6343"/>
                  <a:gd name="connsiteY2" fmla="*/ 3380 h 6345"/>
                  <a:gd name="connsiteX3" fmla="*/ 5753 w 6343"/>
                  <a:gd name="connsiteY3" fmla="*/ 1137 h 6345"/>
                  <a:gd name="connsiteX4" fmla="*/ 3510 w 6343"/>
                  <a:gd name="connsiteY4" fmla="*/ 208 h 6345"/>
                  <a:gd name="connsiteX5" fmla="*/ 1268 w 6343"/>
                  <a:gd name="connsiteY5" fmla="*/ 1137 h 6345"/>
                  <a:gd name="connsiteX6" fmla="*/ 339 w 6343"/>
                  <a:gd name="connsiteY6" fmla="*/ 3380 h 6345"/>
                  <a:gd name="connsiteX7" fmla="*/ 1268 w 6343"/>
                  <a:gd name="connsiteY7" fmla="*/ 5624 h 6345"/>
                  <a:gd name="connsiteX8" fmla="*/ 3510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0" y="6553"/>
                    </a:moveTo>
                    <a:cubicBezTo>
                      <a:pt x="4351" y="6553"/>
                      <a:pt x="5158" y="6219"/>
                      <a:pt x="5753" y="5624"/>
                    </a:cubicBezTo>
                    <a:cubicBezTo>
                      <a:pt x="6348" y="5029"/>
                      <a:pt x="6682" y="4222"/>
                      <a:pt x="6682" y="3380"/>
                    </a:cubicBezTo>
                    <a:cubicBezTo>
                      <a:pt x="6682" y="2539"/>
                      <a:pt x="6348" y="1732"/>
                      <a:pt x="5753" y="1137"/>
                    </a:cubicBezTo>
                    <a:cubicBezTo>
                      <a:pt x="5158" y="542"/>
                      <a:pt x="4351" y="208"/>
                      <a:pt x="3510" y="208"/>
                    </a:cubicBezTo>
                    <a:cubicBezTo>
                      <a:pt x="2669" y="208"/>
                      <a:pt x="1862" y="542"/>
                      <a:pt x="1268" y="1137"/>
                    </a:cubicBezTo>
                    <a:cubicBezTo>
                      <a:pt x="673" y="1732"/>
                      <a:pt x="339" y="2539"/>
                      <a:pt x="339" y="3380"/>
                    </a:cubicBezTo>
                    <a:cubicBezTo>
                      <a:pt x="339" y="4222"/>
                      <a:pt x="673" y="5029"/>
                      <a:pt x="1268" y="5624"/>
                    </a:cubicBezTo>
                    <a:cubicBezTo>
                      <a:pt x="1862" y="6219"/>
                      <a:pt x="2669" y="6553"/>
                      <a:pt x="3510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57" name="Freeform: Shape 10956">
                <a:extLst>
                  <a:ext uri="{FF2B5EF4-FFF2-40B4-BE49-F238E27FC236}">
                    <a16:creationId xmlns:a16="http://schemas.microsoft.com/office/drawing/2014/main" id="{3CF5C4DB-7E0E-5FC5-EC42-FC5D6FC653E9}"/>
                  </a:ext>
                </a:extLst>
              </p:cNvPr>
              <p:cNvSpPr/>
              <p:nvPr/>
            </p:nvSpPr>
            <p:spPr>
              <a:xfrm>
                <a:off x="10700888" y="6122718"/>
                <a:ext cx="6343" cy="6345"/>
              </a:xfrm>
              <a:custGeom>
                <a:avLst/>
                <a:gdLst>
                  <a:gd name="connsiteX0" fmla="*/ 3510 w 6343"/>
                  <a:gd name="connsiteY0" fmla="*/ 6554 h 6345"/>
                  <a:gd name="connsiteX1" fmla="*/ 5752 w 6343"/>
                  <a:gd name="connsiteY1" fmla="*/ 5624 h 6345"/>
                  <a:gd name="connsiteX2" fmla="*/ 6681 w 6343"/>
                  <a:gd name="connsiteY2" fmla="*/ 3381 h 6345"/>
                  <a:gd name="connsiteX3" fmla="*/ 5752 w 6343"/>
                  <a:gd name="connsiteY3" fmla="*/ 1138 h 6345"/>
                  <a:gd name="connsiteX4" fmla="*/ 3510 w 6343"/>
                  <a:gd name="connsiteY4" fmla="*/ 208 h 6345"/>
                  <a:gd name="connsiteX5" fmla="*/ 1267 w 6343"/>
                  <a:gd name="connsiteY5" fmla="*/ 1138 h 6345"/>
                  <a:gd name="connsiteX6" fmla="*/ 338 w 6343"/>
                  <a:gd name="connsiteY6" fmla="*/ 3381 h 6345"/>
                  <a:gd name="connsiteX7" fmla="*/ 1267 w 6343"/>
                  <a:gd name="connsiteY7" fmla="*/ 5624 h 6345"/>
                  <a:gd name="connsiteX8" fmla="*/ 3510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10" y="6554"/>
                    </a:moveTo>
                    <a:cubicBezTo>
                      <a:pt x="4351" y="6554"/>
                      <a:pt x="5158" y="6219"/>
                      <a:pt x="5752" y="5624"/>
                    </a:cubicBezTo>
                    <a:cubicBezTo>
                      <a:pt x="6347" y="5029"/>
                      <a:pt x="6681" y="4222"/>
                      <a:pt x="6681" y="3381"/>
                    </a:cubicBezTo>
                    <a:cubicBezTo>
                      <a:pt x="6681" y="2540"/>
                      <a:pt x="6347" y="1733"/>
                      <a:pt x="5752" y="1138"/>
                    </a:cubicBezTo>
                    <a:cubicBezTo>
                      <a:pt x="5158" y="543"/>
                      <a:pt x="4351" y="208"/>
                      <a:pt x="3510" y="208"/>
                    </a:cubicBezTo>
                    <a:cubicBezTo>
                      <a:pt x="2669" y="208"/>
                      <a:pt x="1862" y="543"/>
                      <a:pt x="1267" y="1138"/>
                    </a:cubicBezTo>
                    <a:cubicBezTo>
                      <a:pt x="672" y="1733"/>
                      <a:pt x="338" y="2540"/>
                      <a:pt x="338" y="3381"/>
                    </a:cubicBezTo>
                    <a:cubicBezTo>
                      <a:pt x="338" y="4222"/>
                      <a:pt x="672" y="5029"/>
                      <a:pt x="1267" y="5624"/>
                    </a:cubicBezTo>
                    <a:cubicBezTo>
                      <a:pt x="1862" y="6219"/>
                      <a:pt x="2669" y="6554"/>
                      <a:pt x="3510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58" name="Freeform: Shape 10957">
                <a:extLst>
                  <a:ext uri="{FF2B5EF4-FFF2-40B4-BE49-F238E27FC236}">
                    <a16:creationId xmlns:a16="http://schemas.microsoft.com/office/drawing/2014/main" id="{1543EA1E-1164-3DE7-B90A-C50CEB496E8D}"/>
                  </a:ext>
                </a:extLst>
              </p:cNvPr>
              <p:cNvSpPr/>
              <p:nvPr/>
            </p:nvSpPr>
            <p:spPr>
              <a:xfrm>
                <a:off x="10692652" y="6128324"/>
                <a:ext cx="6343" cy="6345"/>
              </a:xfrm>
              <a:custGeom>
                <a:avLst/>
                <a:gdLst>
                  <a:gd name="connsiteX0" fmla="*/ 3509 w 6343"/>
                  <a:gd name="connsiteY0" fmla="*/ 6554 h 6345"/>
                  <a:gd name="connsiteX1" fmla="*/ 5752 w 6343"/>
                  <a:gd name="connsiteY1" fmla="*/ 5625 h 6345"/>
                  <a:gd name="connsiteX2" fmla="*/ 6681 w 6343"/>
                  <a:gd name="connsiteY2" fmla="*/ 3381 h 6345"/>
                  <a:gd name="connsiteX3" fmla="*/ 5752 w 6343"/>
                  <a:gd name="connsiteY3" fmla="*/ 1138 h 6345"/>
                  <a:gd name="connsiteX4" fmla="*/ 3509 w 6343"/>
                  <a:gd name="connsiteY4" fmla="*/ 209 h 6345"/>
                  <a:gd name="connsiteX5" fmla="*/ 1267 w 6343"/>
                  <a:gd name="connsiteY5" fmla="*/ 1138 h 6345"/>
                  <a:gd name="connsiteX6" fmla="*/ 338 w 6343"/>
                  <a:gd name="connsiteY6" fmla="*/ 3381 h 6345"/>
                  <a:gd name="connsiteX7" fmla="*/ 1267 w 6343"/>
                  <a:gd name="connsiteY7" fmla="*/ 5625 h 6345"/>
                  <a:gd name="connsiteX8" fmla="*/ 3509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9" y="6554"/>
                    </a:moveTo>
                    <a:cubicBezTo>
                      <a:pt x="4350" y="6554"/>
                      <a:pt x="5157" y="6220"/>
                      <a:pt x="5752" y="5625"/>
                    </a:cubicBezTo>
                    <a:cubicBezTo>
                      <a:pt x="6347" y="5030"/>
                      <a:pt x="6681" y="4223"/>
                      <a:pt x="6681" y="3381"/>
                    </a:cubicBezTo>
                    <a:cubicBezTo>
                      <a:pt x="6681" y="2540"/>
                      <a:pt x="6347" y="1733"/>
                      <a:pt x="5752" y="1138"/>
                    </a:cubicBezTo>
                    <a:cubicBezTo>
                      <a:pt x="5157" y="543"/>
                      <a:pt x="4350" y="209"/>
                      <a:pt x="3509" y="209"/>
                    </a:cubicBezTo>
                    <a:cubicBezTo>
                      <a:pt x="2668" y="209"/>
                      <a:pt x="1861" y="543"/>
                      <a:pt x="1267" y="1138"/>
                    </a:cubicBezTo>
                    <a:cubicBezTo>
                      <a:pt x="672" y="1733"/>
                      <a:pt x="338" y="2540"/>
                      <a:pt x="338" y="3381"/>
                    </a:cubicBezTo>
                    <a:cubicBezTo>
                      <a:pt x="338" y="4223"/>
                      <a:pt x="672" y="5030"/>
                      <a:pt x="1267" y="5625"/>
                    </a:cubicBezTo>
                    <a:cubicBezTo>
                      <a:pt x="1861" y="6220"/>
                      <a:pt x="2668" y="6554"/>
                      <a:pt x="3509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59" name="Freeform: Shape 10958">
                <a:extLst>
                  <a:ext uri="{FF2B5EF4-FFF2-40B4-BE49-F238E27FC236}">
                    <a16:creationId xmlns:a16="http://schemas.microsoft.com/office/drawing/2014/main" id="{345C2B8C-D282-8DF0-910E-C5948D307C69}"/>
                  </a:ext>
                </a:extLst>
              </p:cNvPr>
              <p:cNvSpPr/>
              <p:nvPr/>
            </p:nvSpPr>
            <p:spPr>
              <a:xfrm>
                <a:off x="10685330" y="6134492"/>
                <a:ext cx="6343" cy="6345"/>
              </a:xfrm>
              <a:custGeom>
                <a:avLst/>
                <a:gdLst>
                  <a:gd name="connsiteX0" fmla="*/ 3509 w 6343"/>
                  <a:gd name="connsiteY0" fmla="*/ 6555 h 6345"/>
                  <a:gd name="connsiteX1" fmla="*/ 5751 w 6343"/>
                  <a:gd name="connsiteY1" fmla="*/ 5625 h 6345"/>
                  <a:gd name="connsiteX2" fmla="*/ 6680 w 6343"/>
                  <a:gd name="connsiteY2" fmla="*/ 3382 h 6345"/>
                  <a:gd name="connsiteX3" fmla="*/ 5751 w 6343"/>
                  <a:gd name="connsiteY3" fmla="*/ 1138 h 6345"/>
                  <a:gd name="connsiteX4" fmla="*/ 3509 w 6343"/>
                  <a:gd name="connsiteY4" fmla="*/ 209 h 6345"/>
                  <a:gd name="connsiteX5" fmla="*/ 1266 w 6343"/>
                  <a:gd name="connsiteY5" fmla="*/ 1138 h 6345"/>
                  <a:gd name="connsiteX6" fmla="*/ 337 w 6343"/>
                  <a:gd name="connsiteY6" fmla="*/ 3382 h 6345"/>
                  <a:gd name="connsiteX7" fmla="*/ 1266 w 6343"/>
                  <a:gd name="connsiteY7" fmla="*/ 5625 h 6345"/>
                  <a:gd name="connsiteX8" fmla="*/ 3509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9" y="6555"/>
                    </a:moveTo>
                    <a:cubicBezTo>
                      <a:pt x="4350" y="6555"/>
                      <a:pt x="5157" y="6220"/>
                      <a:pt x="5751" y="5625"/>
                    </a:cubicBezTo>
                    <a:cubicBezTo>
                      <a:pt x="6346" y="5030"/>
                      <a:pt x="6680" y="4223"/>
                      <a:pt x="6680" y="3382"/>
                    </a:cubicBezTo>
                    <a:cubicBezTo>
                      <a:pt x="6680" y="2541"/>
                      <a:pt x="6346" y="1733"/>
                      <a:pt x="5751" y="1138"/>
                    </a:cubicBezTo>
                    <a:cubicBezTo>
                      <a:pt x="5157" y="544"/>
                      <a:pt x="4350" y="209"/>
                      <a:pt x="3509" y="209"/>
                    </a:cubicBezTo>
                    <a:cubicBezTo>
                      <a:pt x="2668" y="209"/>
                      <a:pt x="1861" y="544"/>
                      <a:pt x="1266" y="1138"/>
                    </a:cubicBezTo>
                    <a:cubicBezTo>
                      <a:pt x="671" y="1733"/>
                      <a:pt x="337" y="2541"/>
                      <a:pt x="337" y="3382"/>
                    </a:cubicBezTo>
                    <a:cubicBezTo>
                      <a:pt x="337" y="4223"/>
                      <a:pt x="671" y="5030"/>
                      <a:pt x="1266" y="5625"/>
                    </a:cubicBezTo>
                    <a:cubicBezTo>
                      <a:pt x="1861" y="6220"/>
                      <a:pt x="2668" y="6555"/>
                      <a:pt x="3509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60" name="Freeform: Shape 10959">
                <a:extLst>
                  <a:ext uri="{FF2B5EF4-FFF2-40B4-BE49-F238E27FC236}">
                    <a16:creationId xmlns:a16="http://schemas.microsoft.com/office/drawing/2014/main" id="{A7ADD774-C41B-FCCB-BA51-34773495D679}"/>
                  </a:ext>
                </a:extLst>
              </p:cNvPr>
              <p:cNvSpPr/>
              <p:nvPr/>
            </p:nvSpPr>
            <p:spPr>
              <a:xfrm>
                <a:off x="10576074" y="6070659"/>
                <a:ext cx="6343" cy="6345"/>
              </a:xfrm>
              <a:custGeom>
                <a:avLst/>
                <a:gdLst>
                  <a:gd name="connsiteX0" fmla="*/ 3500 w 6343"/>
                  <a:gd name="connsiteY0" fmla="*/ 6550 h 6345"/>
                  <a:gd name="connsiteX1" fmla="*/ 5743 w 6343"/>
                  <a:gd name="connsiteY1" fmla="*/ 5620 h 6345"/>
                  <a:gd name="connsiteX2" fmla="*/ 6672 w 6343"/>
                  <a:gd name="connsiteY2" fmla="*/ 3377 h 6345"/>
                  <a:gd name="connsiteX3" fmla="*/ 5743 w 6343"/>
                  <a:gd name="connsiteY3" fmla="*/ 1133 h 6345"/>
                  <a:gd name="connsiteX4" fmla="*/ 3500 w 6343"/>
                  <a:gd name="connsiteY4" fmla="*/ 204 h 6345"/>
                  <a:gd name="connsiteX5" fmla="*/ 1257 w 6343"/>
                  <a:gd name="connsiteY5" fmla="*/ 1133 h 6345"/>
                  <a:gd name="connsiteX6" fmla="*/ 328 w 6343"/>
                  <a:gd name="connsiteY6" fmla="*/ 3377 h 6345"/>
                  <a:gd name="connsiteX7" fmla="*/ 1257 w 6343"/>
                  <a:gd name="connsiteY7" fmla="*/ 5620 h 6345"/>
                  <a:gd name="connsiteX8" fmla="*/ 350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0" y="6550"/>
                    </a:moveTo>
                    <a:cubicBezTo>
                      <a:pt x="4341" y="6550"/>
                      <a:pt x="5148" y="6215"/>
                      <a:pt x="5743" y="5620"/>
                    </a:cubicBezTo>
                    <a:cubicBezTo>
                      <a:pt x="6337" y="5025"/>
                      <a:pt x="6672" y="4218"/>
                      <a:pt x="6672" y="3377"/>
                    </a:cubicBezTo>
                    <a:cubicBezTo>
                      <a:pt x="6672" y="2535"/>
                      <a:pt x="6337" y="1728"/>
                      <a:pt x="5743" y="1133"/>
                    </a:cubicBezTo>
                    <a:cubicBezTo>
                      <a:pt x="5148" y="538"/>
                      <a:pt x="4341" y="204"/>
                      <a:pt x="3500" y="204"/>
                    </a:cubicBezTo>
                    <a:cubicBezTo>
                      <a:pt x="2659" y="204"/>
                      <a:pt x="1852" y="538"/>
                      <a:pt x="1257" y="1133"/>
                    </a:cubicBezTo>
                    <a:cubicBezTo>
                      <a:pt x="663" y="1728"/>
                      <a:pt x="328" y="2535"/>
                      <a:pt x="328" y="3377"/>
                    </a:cubicBezTo>
                    <a:cubicBezTo>
                      <a:pt x="328" y="4218"/>
                      <a:pt x="663" y="5025"/>
                      <a:pt x="1257" y="5620"/>
                    </a:cubicBezTo>
                    <a:cubicBezTo>
                      <a:pt x="1852" y="6215"/>
                      <a:pt x="2659" y="6550"/>
                      <a:pt x="350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61" name="Freeform: Shape 10960">
                <a:extLst>
                  <a:ext uri="{FF2B5EF4-FFF2-40B4-BE49-F238E27FC236}">
                    <a16:creationId xmlns:a16="http://schemas.microsoft.com/office/drawing/2014/main" id="{9D1C1589-8AAA-057B-9CE7-3A842FC91C25}"/>
                  </a:ext>
                </a:extLst>
              </p:cNvPr>
              <p:cNvSpPr/>
              <p:nvPr/>
            </p:nvSpPr>
            <p:spPr>
              <a:xfrm>
                <a:off x="10574637" y="6079919"/>
                <a:ext cx="6343" cy="6345"/>
              </a:xfrm>
              <a:custGeom>
                <a:avLst/>
                <a:gdLst>
                  <a:gd name="connsiteX0" fmla="*/ 3500 w 6343"/>
                  <a:gd name="connsiteY0" fmla="*/ 6550 h 6345"/>
                  <a:gd name="connsiteX1" fmla="*/ 5743 w 6343"/>
                  <a:gd name="connsiteY1" fmla="*/ 5621 h 6345"/>
                  <a:gd name="connsiteX2" fmla="*/ 6671 w 6343"/>
                  <a:gd name="connsiteY2" fmla="*/ 3378 h 6345"/>
                  <a:gd name="connsiteX3" fmla="*/ 5743 w 6343"/>
                  <a:gd name="connsiteY3" fmla="*/ 1134 h 6345"/>
                  <a:gd name="connsiteX4" fmla="*/ 3500 w 6343"/>
                  <a:gd name="connsiteY4" fmla="*/ 205 h 6345"/>
                  <a:gd name="connsiteX5" fmla="*/ 1257 w 6343"/>
                  <a:gd name="connsiteY5" fmla="*/ 1134 h 6345"/>
                  <a:gd name="connsiteX6" fmla="*/ 328 w 6343"/>
                  <a:gd name="connsiteY6" fmla="*/ 3378 h 6345"/>
                  <a:gd name="connsiteX7" fmla="*/ 1257 w 6343"/>
                  <a:gd name="connsiteY7" fmla="*/ 5621 h 6345"/>
                  <a:gd name="connsiteX8" fmla="*/ 3500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0" y="6550"/>
                    </a:moveTo>
                    <a:cubicBezTo>
                      <a:pt x="4341" y="6550"/>
                      <a:pt x="5148" y="6216"/>
                      <a:pt x="5743" y="5621"/>
                    </a:cubicBezTo>
                    <a:cubicBezTo>
                      <a:pt x="6337" y="5026"/>
                      <a:pt x="6671" y="4219"/>
                      <a:pt x="6671" y="3378"/>
                    </a:cubicBezTo>
                    <a:cubicBezTo>
                      <a:pt x="6671" y="2536"/>
                      <a:pt x="6337" y="1729"/>
                      <a:pt x="5743" y="1134"/>
                    </a:cubicBezTo>
                    <a:cubicBezTo>
                      <a:pt x="5148" y="539"/>
                      <a:pt x="4341" y="205"/>
                      <a:pt x="3500" y="205"/>
                    </a:cubicBezTo>
                    <a:cubicBezTo>
                      <a:pt x="2659" y="205"/>
                      <a:pt x="1852" y="539"/>
                      <a:pt x="1257" y="1134"/>
                    </a:cubicBezTo>
                    <a:cubicBezTo>
                      <a:pt x="663" y="1729"/>
                      <a:pt x="328" y="2536"/>
                      <a:pt x="328" y="3378"/>
                    </a:cubicBezTo>
                    <a:cubicBezTo>
                      <a:pt x="328" y="4219"/>
                      <a:pt x="663" y="5026"/>
                      <a:pt x="1257" y="5621"/>
                    </a:cubicBezTo>
                    <a:cubicBezTo>
                      <a:pt x="1852" y="6216"/>
                      <a:pt x="2659" y="6550"/>
                      <a:pt x="3500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62" name="Freeform: Shape 10961">
                <a:extLst>
                  <a:ext uri="{FF2B5EF4-FFF2-40B4-BE49-F238E27FC236}">
                    <a16:creationId xmlns:a16="http://schemas.microsoft.com/office/drawing/2014/main" id="{0F1B835F-35B1-5505-0D2C-99341010D4F7}"/>
                  </a:ext>
                </a:extLst>
              </p:cNvPr>
              <p:cNvSpPr/>
              <p:nvPr/>
            </p:nvSpPr>
            <p:spPr>
              <a:xfrm>
                <a:off x="10668475" y="6156369"/>
                <a:ext cx="6343" cy="6345"/>
              </a:xfrm>
              <a:custGeom>
                <a:avLst/>
                <a:gdLst>
                  <a:gd name="connsiteX0" fmla="*/ 3507 w 6343"/>
                  <a:gd name="connsiteY0" fmla="*/ 6556 h 6345"/>
                  <a:gd name="connsiteX1" fmla="*/ 5750 w 6343"/>
                  <a:gd name="connsiteY1" fmla="*/ 5627 h 6345"/>
                  <a:gd name="connsiteX2" fmla="*/ 6679 w 6343"/>
                  <a:gd name="connsiteY2" fmla="*/ 3384 h 6345"/>
                  <a:gd name="connsiteX3" fmla="*/ 5750 w 6343"/>
                  <a:gd name="connsiteY3" fmla="*/ 1140 h 6345"/>
                  <a:gd name="connsiteX4" fmla="*/ 3507 w 6343"/>
                  <a:gd name="connsiteY4" fmla="*/ 211 h 6345"/>
                  <a:gd name="connsiteX5" fmla="*/ 1265 w 6343"/>
                  <a:gd name="connsiteY5" fmla="*/ 1140 h 6345"/>
                  <a:gd name="connsiteX6" fmla="*/ 336 w 6343"/>
                  <a:gd name="connsiteY6" fmla="*/ 3384 h 6345"/>
                  <a:gd name="connsiteX7" fmla="*/ 1265 w 6343"/>
                  <a:gd name="connsiteY7" fmla="*/ 5627 h 6345"/>
                  <a:gd name="connsiteX8" fmla="*/ 3507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7" y="6556"/>
                    </a:moveTo>
                    <a:cubicBezTo>
                      <a:pt x="4348" y="6556"/>
                      <a:pt x="5155" y="6222"/>
                      <a:pt x="5750" y="5627"/>
                    </a:cubicBezTo>
                    <a:cubicBezTo>
                      <a:pt x="6345" y="5032"/>
                      <a:pt x="6679" y="4225"/>
                      <a:pt x="6679" y="3384"/>
                    </a:cubicBezTo>
                    <a:cubicBezTo>
                      <a:pt x="6679" y="2542"/>
                      <a:pt x="6345" y="1735"/>
                      <a:pt x="5750" y="1140"/>
                    </a:cubicBezTo>
                    <a:cubicBezTo>
                      <a:pt x="5155" y="545"/>
                      <a:pt x="4348" y="211"/>
                      <a:pt x="3507" y="211"/>
                    </a:cubicBezTo>
                    <a:cubicBezTo>
                      <a:pt x="2666" y="211"/>
                      <a:pt x="1859" y="545"/>
                      <a:pt x="1265" y="1140"/>
                    </a:cubicBezTo>
                    <a:cubicBezTo>
                      <a:pt x="670" y="1735"/>
                      <a:pt x="336" y="2542"/>
                      <a:pt x="336" y="3384"/>
                    </a:cubicBezTo>
                    <a:cubicBezTo>
                      <a:pt x="336" y="4225"/>
                      <a:pt x="670" y="5032"/>
                      <a:pt x="1265" y="5627"/>
                    </a:cubicBezTo>
                    <a:cubicBezTo>
                      <a:pt x="1859" y="6222"/>
                      <a:pt x="2666" y="6556"/>
                      <a:pt x="3507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63" name="Freeform: Shape 10962">
                <a:extLst>
                  <a:ext uri="{FF2B5EF4-FFF2-40B4-BE49-F238E27FC236}">
                    <a16:creationId xmlns:a16="http://schemas.microsoft.com/office/drawing/2014/main" id="{0BB7BDF3-C9D9-1A60-76F0-94A4DE5E6264}"/>
                  </a:ext>
                </a:extLst>
              </p:cNvPr>
              <p:cNvSpPr/>
              <p:nvPr/>
            </p:nvSpPr>
            <p:spPr>
              <a:xfrm>
                <a:off x="10581303" y="6105436"/>
                <a:ext cx="6343" cy="6345"/>
              </a:xfrm>
              <a:custGeom>
                <a:avLst/>
                <a:gdLst>
                  <a:gd name="connsiteX0" fmla="*/ 3500 w 6343"/>
                  <a:gd name="connsiteY0" fmla="*/ 6552 h 6345"/>
                  <a:gd name="connsiteX1" fmla="*/ 5743 w 6343"/>
                  <a:gd name="connsiteY1" fmla="*/ 5623 h 6345"/>
                  <a:gd name="connsiteX2" fmla="*/ 6672 w 6343"/>
                  <a:gd name="connsiteY2" fmla="*/ 3380 h 6345"/>
                  <a:gd name="connsiteX3" fmla="*/ 5743 w 6343"/>
                  <a:gd name="connsiteY3" fmla="*/ 1136 h 6345"/>
                  <a:gd name="connsiteX4" fmla="*/ 3500 w 6343"/>
                  <a:gd name="connsiteY4" fmla="*/ 207 h 6345"/>
                  <a:gd name="connsiteX5" fmla="*/ 1258 w 6343"/>
                  <a:gd name="connsiteY5" fmla="*/ 1136 h 6345"/>
                  <a:gd name="connsiteX6" fmla="*/ 329 w 6343"/>
                  <a:gd name="connsiteY6" fmla="*/ 3380 h 6345"/>
                  <a:gd name="connsiteX7" fmla="*/ 1258 w 6343"/>
                  <a:gd name="connsiteY7" fmla="*/ 5623 h 6345"/>
                  <a:gd name="connsiteX8" fmla="*/ 3500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0" y="6552"/>
                    </a:moveTo>
                    <a:cubicBezTo>
                      <a:pt x="4342" y="6552"/>
                      <a:pt x="5148" y="6218"/>
                      <a:pt x="5743" y="5623"/>
                    </a:cubicBezTo>
                    <a:cubicBezTo>
                      <a:pt x="6338" y="5028"/>
                      <a:pt x="6672" y="4221"/>
                      <a:pt x="6672" y="3380"/>
                    </a:cubicBezTo>
                    <a:cubicBezTo>
                      <a:pt x="6672" y="2538"/>
                      <a:pt x="6338" y="1731"/>
                      <a:pt x="5743" y="1136"/>
                    </a:cubicBezTo>
                    <a:cubicBezTo>
                      <a:pt x="5148" y="541"/>
                      <a:pt x="4342" y="207"/>
                      <a:pt x="3500" y="207"/>
                    </a:cubicBezTo>
                    <a:cubicBezTo>
                      <a:pt x="2659" y="207"/>
                      <a:pt x="1853" y="541"/>
                      <a:pt x="1258" y="1136"/>
                    </a:cubicBezTo>
                    <a:cubicBezTo>
                      <a:pt x="663" y="1731"/>
                      <a:pt x="329" y="2538"/>
                      <a:pt x="329" y="3380"/>
                    </a:cubicBezTo>
                    <a:cubicBezTo>
                      <a:pt x="329" y="4221"/>
                      <a:pt x="663" y="5028"/>
                      <a:pt x="1258" y="5623"/>
                    </a:cubicBezTo>
                    <a:cubicBezTo>
                      <a:pt x="1853" y="6218"/>
                      <a:pt x="2659" y="6552"/>
                      <a:pt x="3500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64" name="Freeform: Shape 10963">
                <a:extLst>
                  <a:ext uri="{FF2B5EF4-FFF2-40B4-BE49-F238E27FC236}">
                    <a16:creationId xmlns:a16="http://schemas.microsoft.com/office/drawing/2014/main" id="{06E17B32-6905-E551-010B-0CD7A05B26D6}"/>
                  </a:ext>
                </a:extLst>
              </p:cNvPr>
              <p:cNvSpPr/>
              <p:nvPr/>
            </p:nvSpPr>
            <p:spPr>
              <a:xfrm>
                <a:off x="10654753" y="6169125"/>
                <a:ext cx="6343" cy="6345"/>
              </a:xfrm>
              <a:custGeom>
                <a:avLst/>
                <a:gdLst>
                  <a:gd name="connsiteX0" fmla="*/ 3506 w 6343"/>
                  <a:gd name="connsiteY0" fmla="*/ 6557 h 6345"/>
                  <a:gd name="connsiteX1" fmla="*/ 5749 w 6343"/>
                  <a:gd name="connsiteY1" fmla="*/ 5628 h 6345"/>
                  <a:gd name="connsiteX2" fmla="*/ 6678 w 6343"/>
                  <a:gd name="connsiteY2" fmla="*/ 3385 h 6345"/>
                  <a:gd name="connsiteX3" fmla="*/ 5749 w 6343"/>
                  <a:gd name="connsiteY3" fmla="*/ 1141 h 6345"/>
                  <a:gd name="connsiteX4" fmla="*/ 3506 w 6343"/>
                  <a:gd name="connsiteY4" fmla="*/ 212 h 6345"/>
                  <a:gd name="connsiteX5" fmla="*/ 1264 w 6343"/>
                  <a:gd name="connsiteY5" fmla="*/ 1141 h 6345"/>
                  <a:gd name="connsiteX6" fmla="*/ 335 w 6343"/>
                  <a:gd name="connsiteY6" fmla="*/ 3385 h 6345"/>
                  <a:gd name="connsiteX7" fmla="*/ 1264 w 6343"/>
                  <a:gd name="connsiteY7" fmla="*/ 5628 h 6345"/>
                  <a:gd name="connsiteX8" fmla="*/ 3506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6" y="6557"/>
                    </a:moveTo>
                    <a:cubicBezTo>
                      <a:pt x="4347" y="6557"/>
                      <a:pt x="5154" y="6223"/>
                      <a:pt x="5749" y="5628"/>
                    </a:cubicBezTo>
                    <a:cubicBezTo>
                      <a:pt x="6344" y="5033"/>
                      <a:pt x="6678" y="4226"/>
                      <a:pt x="6678" y="3385"/>
                    </a:cubicBezTo>
                    <a:cubicBezTo>
                      <a:pt x="6678" y="2543"/>
                      <a:pt x="6344" y="1736"/>
                      <a:pt x="5749" y="1141"/>
                    </a:cubicBezTo>
                    <a:cubicBezTo>
                      <a:pt x="5154" y="546"/>
                      <a:pt x="4347" y="212"/>
                      <a:pt x="3506" y="212"/>
                    </a:cubicBezTo>
                    <a:cubicBezTo>
                      <a:pt x="2665" y="212"/>
                      <a:pt x="1858" y="546"/>
                      <a:pt x="1264" y="1141"/>
                    </a:cubicBezTo>
                    <a:cubicBezTo>
                      <a:pt x="669" y="1736"/>
                      <a:pt x="335" y="2543"/>
                      <a:pt x="335" y="3385"/>
                    </a:cubicBezTo>
                    <a:cubicBezTo>
                      <a:pt x="335" y="4226"/>
                      <a:pt x="669" y="5033"/>
                      <a:pt x="1264" y="5628"/>
                    </a:cubicBezTo>
                    <a:cubicBezTo>
                      <a:pt x="1858" y="6223"/>
                      <a:pt x="2665" y="6557"/>
                      <a:pt x="3506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65" name="Freeform: Shape 10964">
                <a:extLst>
                  <a:ext uri="{FF2B5EF4-FFF2-40B4-BE49-F238E27FC236}">
                    <a16:creationId xmlns:a16="http://schemas.microsoft.com/office/drawing/2014/main" id="{AF86B1FC-E839-BC2A-167B-37D801F6218D}"/>
                  </a:ext>
                </a:extLst>
              </p:cNvPr>
              <p:cNvSpPr/>
              <p:nvPr/>
            </p:nvSpPr>
            <p:spPr>
              <a:xfrm>
                <a:off x="10645972" y="6174054"/>
                <a:ext cx="6343" cy="6345"/>
              </a:xfrm>
              <a:custGeom>
                <a:avLst/>
                <a:gdLst>
                  <a:gd name="connsiteX0" fmla="*/ 3506 w 6343"/>
                  <a:gd name="connsiteY0" fmla="*/ 6558 h 6345"/>
                  <a:gd name="connsiteX1" fmla="*/ 5748 w 6343"/>
                  <a:gd name="connsiteY1" fmla="*/ 5628 h 6345"/>
                  <a:gd name="connsiteX2" fmla="*/ 6677 w 6343"/>
                  <a:gd name="connsiteY2" fmla="*/ 3385 h 6345"/>
                  <a:gd name="connsiteX3" fmla="*/ 5748 w 6343"/>
                  <a:gd name="connsiteY3" fmla="*/ 1142 h 6345"/>
                  <a:gd name="connsiteX4" fmla="*/ 3506 w 6343"/>
                  <a:gd name="connsiteY4" fmla="*/ 212 h 6345"/>
                  <a:gd name="connsiteX5" fmla="*/ 1263 w 6343"/>
                  <a:gd name="connsiteY5" fmla="*/ 1142 h 6345"/>
                  <a:gd name="connsiteX6" fmla="*/ 334 w 6343"/>
                  <a:gd name="connsiteY6" fmla="*/ 3385 h 6345"/>
                  <a:gd name="connsiteX7" fmla="*/ 1263 w 6343"/>
                  <a:gd name="connsiteY7" fmla="*/ 5628 h 6345"/>
                  <a:gd name="connsiteX8" fmla="*/ 3506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6" y="6558"/>
                    </a:moveTo>
                    <a:cubicBezTo>
                      <a:pt x="4347" y="6558"/>
                      <a:pt x="5153" y="6223"/>
                      <a:pt x="5748" y="5628"/>
                    </a:cubicBezTo>
                    <a:cubicBezTo>
                      <a:pt x="6343" y="5034"/>
                      <a:pt x="6677" y="4226"/>
                      <a:pt x="6677" y="3385"/>
                    </a:cubicBezTo>
                    <a:cubicBezTo>
                      <a:pt x="6677" y="2544"/>
                      <a:pt x="6343" y="1737"/>
                      <a:pt x="5748" y="1142"/>
                    </a:cubicBezTo>
                    <a:cubicBezTo>
                      <a:pt x="5153" y="547"/>
                      <a:pt x="4347" y="212"/>
                      <a:pt x="3506" y="212"/>
                    </a:cubicBezTo>
                    <a:cubicBezTo>
                      <a:pt x="2664" y="212"/>
                      <a:pt x="1858" y="547"/>
                      <a:pt x="1263" y="1142"/>
                    </a:cubicBezTo>
                    <a:cubicBezTo>
                      <a:pt x="668" y="1737"/>
                      <a:pt x="334" y="2544"/>
                      <a:pt x="334" y="3385"/>
                    </a:cubicBezTo>
                    <a:cubicBezTo>
                      <a:pt x="334" y="4226"/>
                      <a:pt x="668" y="5034"/>
                      <a:pt x="1263" y="5628"/>
                    </a:cubicBezTo>
                    <a:cubicBezTo>
                      <a:pt x="1858" y="6223"/>
                      <a:pt x="2664" y="6558"/>
                      <a:pt x="3506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66" name="Freeform: Shape 10965">
                <a:extLst>
                  <a:ext uri="{FF2B5EF4-FFF2-40B4-BE49-F238E27FC236}">
                    <a16:creationId xmlns:a16="http://schemas.microsoft.com/office/drawing/2014/main" id="{246EA09E-5C26-B59B-AC1E-9794146A1D25}"/>
                  </a:ext>
                </a:extLst>
              </p:cNvPr>
              <p:cNvSpPr/>
              <p:nvPr/>
            </p:nvSpPr>
            <p:spPr>
              <a:xfrm>
                <a:off x="10638838" y="6180142"/>
                <a:ext cx="6343" cy="6345"/>
              </a:xfrm>
              <a:custGeom>
                <a:avLst/>
                <a:gdLst>
                  <a:gd name="connsiteX0" fmla="*/ 3505 w 6343"/>
                  <a:gd name="connsiteY0" fmla="*/ 6558 h 6345"/>
                  <a:gd name="connsiteX1" fmla="*/ 5748 w 6343"/>
                  <a:gd name="connsiteY1" fmla="*/ 5629 h 6345"/>
                  <a:gd name="connsiteX2" fmla="*/ 6677 w 6343"/>
                  <a:gd name="connsiteY2" fmla="*/ 3386 h 6345"/>
                  <a:gd name="connsiteX3" fmla="*/ 5748 w 6343"/>
                  <a:gd name="connsiteY3" fmla="*/ 1142 h 6345"/>
                  <a:gd name="connsiteX4" fmla="*/ 3505 w 6343"/>
                  <a:gd name="connsiteY4" fmla="*/ 213 h 6345"/>
                  <a:gd name="connsiteX5" fmla="*/ 1262 w 6343"/>
                  <a:gd name="connsiteY5" fmla="*/ 1142 h 6345"/>
                  <a:gd name="connsiteX6" fmla="*/ 333 w 6343"/>
                  <a:gd name="connsiteY6" fmla="*/ 3386 h 6345"/>
                  <a:gd name="connsiteX7" fmla="*/ 1262 w 6343"/>
                  <a:gd name="connsiteY7" fmla="*/ 5629 h 6345"/>
                  <a:gd name="connsiteX8" fmla="*/ 350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5" y="6558"/>
                    </a:moveTo>
                    <a:cubicBezTo>
                      <a:pt x="4346" y="6558"/>
                      <a:pt x="5153" y="6224"/>
                      <a:pt x="5748" y="5629"/>
                    </a:cubicBezTo>
                    <a:cubicBezTo>
                      <a:pt x="6342" y="5034"/>
                      <a:pt x="6677" y="4227"/>
                      <a:pt x="6677" y="3386"/>
                    </a:cubicBezTo>
                    <a:cubicBezTo>
                      <a:pt x="6677" y="2544"/>
                      <a:pt x="6342" y="1737"/>
                      <a:pt x="5748" y="1142"/>
                    </a:cubicBezTo>
                    <a:cubicBezTo>
                      <a:pt x="5153" y="547"/>
                      <a:pt x="4346" y="213"/>
                      <a:pt x="3505" y="213"/>
                    </a:cubicBezTo>
                    <a:cubicBezTo>
                      <a:pt x="2664" y="213"/>
                      <a:pt x="1857" y="547"/>
                      <a:pt x="1262" y="1142"/>
                    </a:cubicBezTo>
                    <a:cubicBezTo>
                      <a:pt x="668" y="1737"/>
                      <a:pt x="333" y="2544"/>
                      <a:pt x="333" y="3386"/>
                    </a:cubicBezTo>
                    <a:cubicBezTo>
                      <a:pt x="333" y="4227"/>
                      <a:pt x="668" y="5034"/>
                      <a:pt x="1262" y="5629"/>
                    </a:cubicBezTo>
                    <a:cubicBezTo>
                      <a:pt x="1857" y="6224"/>
                      <a:pt x="2664" y="6558"/>
                      <a:pt x="350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67" name="Freeform: Shape 10966">
                <a:extLst>
                  <a:ext uri="{FF2B5EF4-FFF2-40B4-BE49-F238E27FC236}">
                    <a16:creationId xmlns:a16="http://schemas.microsoft.com/office/drawing/2014/main" id="{6BB872BF-3330-B279-124B-B7330D965E31}"/>
                  </a:ext>
                </a:extLst>
              </p:cNvPr>
              <p:cNvSpPr/>
              <p:nvPr/>
            </p:nvSpPr>
            <p:spPr>
              <a:xfrm>
                <a:off x="10525644" y="6106492"/>
                <a:ext cx="6343" cy="6345"/>
              </a:xfrm>
              <a:custGeom>
                <a:avLst/>
                <a:gdLst>
                  <a:gd name="connsiteX0" fmla="*/ 3496 w 6343"/>
                  <a:gd name="connsiteY0" fmla="*/ 6552 h 6345"/>
                  <a:gd name="connsiteX1" fmla="*/ 5739 w 6343"/>
                  <a:gd name="connsiteY1" fmla="*/ 5623 h 6345"/>
                  <a:gd name="connsiteX2" fmla="*/ 6668 w 6343"/>
                  <a:gd name="connsiteY2" fmla="*/ 3380 h 6345"/>
                  <a:gd name="connsiteX3" fmla="*/ 5739 w 6343"/>
                  <a:gd name="connsiteY3" fmla="*/ 1136 h 6345"/>
                  <a:gd name="connsiteX4" fmla="*/ 3496 w 6343"/>
                  <a:gd name="connsiteY4" fmla="*/ 207 h 6345"/>
                  <a:gd name="connsiteX5" fmla="*/ 1253 w 6343"/>
                  <a:gd name="connsiteY5" fmla="*/ 1136 h 6345"/>
                  <a:gd name="connsiteX6" fmla="*/ 324 w 6343"/>
                  <a:gd name="connsiteY6" fmla="*/ 3380 h 6345"/>
                  <a:gd name="connsiteX7" fmla="*/ 1253 w 6343"/>
                  <a:gd name="connsiteY7" fmla="*/ 5623 h 6345"/>
                  <a:gd name="connsiteX8" fmla="*/ 3496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6" y="6552"/>
                    </a:moveTo>
                    <a:cubicBezTo>
                      <a:pt x="4337" y="6552"/>
                      <a:pt x="5144" y="6218"/>
                      <a:pt x="5739" y="5623"/>
                    </a:cubicBezTo>
                    <a:cubicBezTo>
                      <a:pt x="6333" y="5028"/>
                      <a:pt x="6668" y="4221"/>
                      <a:pt x="6668" y="3380"/>
                    </a:cubicBezTo>
                    <a:cubicBezTo>
                      <a:pt x="6668" y="2538"/>
                      <a:pt x="6333" y="1731"/>
                      <a:pt x="5739" y="1136"/>
                    </a:cubicBezTo>
                    <a:cubicBezTo>
                      <a:pt x="5144" y="541"/>
                      <a:pt x="4337" y="207"/>
                      <a:pt x="3496" y="207"/>
                    </a:cubicBezTo>
                    <a:cubicBezTo>
                      <a:pt x="2655" y="207"/>
                      <a:pt x="1848" y="541"/>
                      <a:pt x="1253" y="1136"/>
                    </a:cubicBezTo>
                    <a:cubicBezTo>
                      <a:pt x="659" y="1731"/>
                      <a:pt x="324" y="2538"/>
                      <a:pt x="324" y="3380"/>
                    </a:cubicBezTo>
                    <a:cubicBezTo>
                      <a:pt x="324" y="4221"/>
                      <a:pt x="659" y="5028"/>
                      <a:pt x="1253" y="5623"/>
                    </a:cubicBezTo>
                    <a:cubicBezTo>
                      <a:pt x="1848" y="6218"/>
                      <a:pt x="2655" y="6552"/>
                      <a:pt x="3496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68" name="Freeform: Shape 10967">
                <a:extLst>
                  <a:ext uri="{FF2B5EF4-FFF2-40B4-BE49-F238E27FC236}">
                    <a16:creationId xmlns:a16="http://schemas.microsoft.com/office/drawing/2014/main" id="{9664C749-F1E7-D2E9-A183-8148618E3F23}"/>
                  </a:ext>
                </a:extLst>
              </p:cNvPr>
              <p:cNvSpPr/>
              <p:nvPr/>
            </p:nvSpPr>
            <p:spPr>
              <a:xfrm>
                <a:off x="10522837" y="6114785"/>
                <a:ext cx="6343" cy="6345"/>
              </a:xfrm>
              <a:custGeom>
                <a:avLst/>
                <a:gdLst>
                  <a:gd name="connsiteX0" fmla="*/ 3496 w 6343"/>
                  <a:gd name="connsiteY0" fmla="*/ 6553 h 6345"/>
                  <a:gd name="connsiteX1" fmla="*/ 5738 w 6343"/>
                  <a:gd name="connsiteY1" fmla="*/ 5624 h 6345"/>
                  <a:gd name="connsiteX2" fmla="*/ 6667 w 6343"/>
                  <a:gd name="connsiteY2" fmla="*/ 3380 h 6345"/>
                  <a:gd name="connsiteX3" fmla="*/ 5738 w 6343"/>
                  <a:gd name="connsiteY3" fmla="*/ 1137 h 6345"/>
                  <a:gd name="connsiteX4" fmla="*/ 3496 w 6343"/>
                  <a:gd name="connsiteY4" fmla="*/ 208 h 6345"/>
                  <a:gd name="connsiteX5" fmla="*/ 1253 w 6343"/>
                  <a:gd name="connsiteY5" fmla="*/ 1137 h 6345"/>
                  <a:gd name="connsiteX6" fmla="*/ 324 w 6343"/>
                  <a:gd name="connsiteY6" fmla="*/ 3380 h 6345"/>
                  <a:gd name="connsiteX7" fmla="*/ 1253 w 6343"/>
                  <a:gd name="connsiteY7" fmla="*/ 5624 h 6345"/>
                  <a:gd name="connsiteX8" fmla="*/ 3496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6" y="6553"/>
                    </a:moveTo>
                    <a:cubicBezTo>
                      <a:pt x="4337" y="6553"/>
                      <a:pt x="5144" y="6219"/>
                      <a:pt x="5738" y="5624"/>
                    </a:cubicBezTo>
                    <a:cubicBezTo>
                      <a:pt x="6333" y="5029"/>
                      <a:pt x="6667" y="4222"/>
                      <a:pt x="6667" y="3380"/>
                    </a:cubicBezTo>
                    <a:cubicBezTo>
                      <a:pt x="6667" y="2539"/>
                      <a:pt x="6333" y="1732"/>
                      <a:pt x="5738" y="1137"/>
                    </a:cubicBezTo>
                    <a:cubicBezTo>
                      <a:pt x="5144" y="542"/>
                      <a:pt x="4337" y="208"/>
                      <a:pt x="3496" y="208"/>
                    </a:cubicBezTo>
                    <a:cubicBezTo>
                      <a:pt x="2655" y="208"/>
                      <a:pt x="1848" y="542"/>
                      <a:pt x="1253" y="1137"/>
                    </a:cubicBezTo>
                    <a:cubicBezTo>
                      <a:pt x="658" y="1732"/>
                      <a:pt x="324" y="2539"/>
                      <a:pt x="324" y="3380"/>
                    </a:cubicBezTo>
                    <a:cubicBezTo>
                      <a:pt x="324" y="4222"/>
                      <a:pt x="658" y="5029"/>
                      <a:pt x="1253" y="5624"/>
                    </a:cubicBezTo>
                    <a:cubicBezTo>
                      <a:pt x="1848" y="6219"/>
                      <a:pt x="2655" y="6553"/>
                      <a:pt x="3496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69" name="Freeform: Shape 10968">
                <a:extLst>
                  <a:ext uri="{FF2B5EF4-FFF2-40B4-BE49-F238E27FC236}">
                    <a16:creationId xmlns:a16="http://schemas.microsoft.com/office/drawing/2014/main" id="{D95D09E0-9728-09F3-3CB2-8043108FF60A}"/>
                  </a:ext>
                </a:extLst>
              </p:cNvPr>
              <p:cNvSpPr/>
              <p:nvPr/>
            </p:nvSpPr>
            <p:spPr>
              <a:xfrm>
                <a:off x="10616715" y="6197657"/>
                <a:ext cx="6343" cy="6345"/>
              </a:xfrm>
              <a:custGeom>
                <a:avLst/>
                <a:gdLst>
                  <a:gd name="connsiteX0" fmla="*/ 3503 w 6343"/>
                  <a:gd name="connsiteY0" fmla="*/ 6560 h 6345"/>
                  <a:gd name="connsiteX1" fmla="*/ 5746 w 6343"/>
                  <a:gd name="connsiteY1" fmla="*/ 5630 h 6345"/>
                  <a:gd name="connsiteX2" fmla="*/ 6675 w 6343"/>
                  <a:gd name="connsiteY2" fmla="*/ 3387 h 6345"/>
                  <a:gd name="connsiteX3" fmla="*/ 5746 w 6343"/>
                  <a:gd name="connsiteY3" fmla="*/ 1143 h 6345"/>
                  <a:gd name="connsiteX4" fmla="*/ 3503 w 6343"/>
                  <a:gd name="connsiteY4" fmla="*/ 214 h 6345"/>
                  <a:gd name="connsiteX5" fmla="*/ 1261 w 6343"/>
                  <a:gd name="connsiteY5" fmla="*/ 1143 h 6345"/>
                  <a:gd name="connsiteX6" fmla="*/ 332 w 6343"/>
                  <a:gd name="connsiteY6" fmla="*/ 3387 h 6345"/>
                  <a:gd name="connsiteX7" fmla="*/ 1261 w 6343"/>
                  <a:gd name="connsiteY7" fmla="*/ 5630 h 6345"/>
                  <a:gd name="connsiteX8" fmla="*/ 3503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3" y="6560"/>
                    </a:moveTo>
                    <a:cubicBezTo>
                      <a:pt x="4344" y="6560"/>
                      <a:pt x="5151" y="6225"/>
                      <a:pt x="5746" y="5630"/>
                    </a:cubicBezTo>
                    <a:cubicBezTo>
                      <a:pt x="6341" y="5035"/>
                      <a:pt x="6675" y="4228"/>
                      <a:pt x="6675" y="3387"/>
                    </a:cubicBezTo>
                    <a:cubicBezTo>
                      <a:pt x="6675" y="2545"/>
                      <a:pt x="6341" y="1738"/>
                      <a:pt x="5746" y="1143"/>
                    </a:cubicBezTo>
                    <a:cubicBezTo>
                      <a:pt x="5151" y="548"/>
                      <a:pt x="4344" y="214"/>
                      <a:pt x="3503" y="214"/>
                    </a:cubicBezTo>
                    <a:cubicBezTo>
                      <a:pt x="2662" y="214"/>
                      <a:pt x="1855" y="548"/>
                      <a:pt x="1261" y="1143"/>
                    </a:cubicBezTo>
                    <a:cubicBezTo>
                      <a:pt x="666" y="1738"/>
                      <a:pt x="332" y="2545"/>
                      <a:pt x="332" y="3387"/>
                    </a:cubicBezTo>
                    <a:cubicBezTo>
                      <a:pt x="332" y="4228"/>
                      <a:pt x="666" y="5035"/>
                      <a:pt x="1261" y="5630"/>
                    </a:cubicBezTo>
                    <a:cubicBezTo>
                      <a:pt x="1855" y="6225"/>
                      <a:pt x="2662" y="6560"/>
                      <a:pt x="3503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70" name="Freeform: Shape 10969">
                <a:extLst>
                  <a:ext uri="{FF2B5EF4-FFF2-40B4-BE49-F238E27FC236}">
                    <a16:creationId xmlns:a16="http://schemas.microsoft.com/office/drawing/2014/main" id="{09BE19CF-4149-2527-C336-031D37B83ACB}"/>
                  </a:ext>
                </a:extLst>
              </p:cNvPr>
              <p:cNvSpPr/>
              <p:nvPr/>
            </p:nvSpPr>
            <p:spPr>
              <a:xfrm>
                <a:off x="10606749" y="6201400"/>
                <a:ext cx="6343" cy="6345"/>
              </a:xfrm>
              <a:custGeom>
                <a:avLst/>
                <a:gdLst>
                  <a:gd name="connsiteX0" fmla="*/ 3502 w 6343"/>
                  <a:gd name="connsiteY0" fmla="*/ 6560 h 6345"/>
                  <a:gd name="connsiteX1" fmla="*/ 5745 w 6343"/>
                  <a:gd name="connsiteY1" fmla="*/ 5631 h 6345"/>
                  <a:gd name="connsiteX2" fmla="*/ 6674 w 6343"/>
                  <a:gd name="connsiteY2" fmla="*/ 3387 h 6345"/>
                  <a:gd name="connsiteX3" fmla="*/ 5745 w 6343"/>
                  <a:gd name="connsiteY3" fmla="*/ 1144 h 6345"/>
                  <a:gd name="connsiteX4" fmla="*/ 3502 w 6343"/>
                  <a:gd name="connsiteY4" fmla="*/ 214 h 6345"/>
                  <a:gd name="connsiteX5" fmla="*/ 1260 w 6343"/>
                  <a:gd name="connsiteY5" fmla="*/ 1144 h 6345"/>
                  <a:gd name="connsiteX6" fmla="*/ 331 w 6343"/>
                  <a:gd name="connsiteY6" fmla="*/ 3387 h 6345"/>
                  <a:gd name="connsiteX7" fmla="*/ 1260 w 6343"/>
                  <a:gd name="connsiteY7" fmla="*/ 5631 h 6345"/>
                  <a:gd name="connsiteX8" fmla="*/ 3502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2" y="6560"/>
                    </a:moveTo>
                    <a:cubicBezTo>
                      <a:pt x="4344" y="6560"/>
                      <a:pt x="5150" y="6226"/>
                      <a:pt x="5745" y="5631"/>
                    </a:cubicBezTo>
                    <a:cubicBezTo>
                      <a:pt x="6340" y="5036"/>
                      <a:pt x="6674" y="4229"/>
                      <a:pt x="6674" y="3387"/>
                    </a:cubicBezTo>
                    <a:cubicBezTo>
                      <a:pt x="6674" y="2546"/>
                      <a:pt x="6340" y="1739"/>
                      <a:pt x="5745" y="1144"/>
                    </a:cubicBezTo>
                    <a:cubicBezTo>
                      <a:pt x="5150" y="549"/>
                      <a:pt x="4344" y="214"/>
                      <a:pt x="3502" y="214"/>
                    </a:cubicBezTo>
                    <a:cubicBezTo>
                      <a:pt x="2661" y="214"/>
                      <a:pt x="1855" y="549"/>
                      <a:pt x="1260" y="1144"/>
                    </a:cubicBezTo>
                    <a:cubicBezTo>
                      <a:pt x="665" y="1739"/>
                      <a:pt x="331" y="2546"/>
                      <a:pt x="331" y="3387"/>
                    </a:cubicBezTo>
                    <a:cubicBezTo>
                      <a:pt x="331" y="4229"/>
                      <a:pt x="665" y="5036"/>
                      <a:pt x="1260" y="5631"/>
                    </a:cubicBezTo>
                    <a:cubicBezTo>
                      <a:pt x="1855" y="6226"/>
                      <a:pt x="2661" y="6560"/>
                      <a:pt x="3502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71" name="Freeform: Shape 10970">
                <a:extLst>
                  <a:ext uri="{FF2B5EF4-FFF2-40B4-BE49-F238E27FC236}">
                    <a16:creationId xmlns:a16="http://schemas.microsoft.com/office/drawing/2014/main" id="{C3EB6C65-137F-2B3E-A5B7-7286C381E586}"/>
                  </a:ext>
                </a:extLst>
              </p:cNvPr>
              <p:cNvSpPr/>
              <p:nvPr/>
            </p:nvSpPr>
            <p:spPr>
              <a:xfrm>
                <a:off x="10517444" y="6142326"/>
                <a:ext cx="6343" cy="6345"/>
              </a:xfrm>
              <a:custGeom>
                <a:avLst/>
                <a:gdLst>
                  <a:gd name="connsiteX0" fmla="*/ 3495 w 6343"/>
                  <a:gd name="connsiteY0" fmla="*/ 6555 h 6345"/>
                  <a:gd name="connsiteX1" fmla="*/ 5738 w 6343"/>
                  <a:gd name="connsiteY1" fmla="*/ 5626 h 6345"/>
                  <a:gd name="connsiteX2" fmla="*/ 6667 w 6343"/>
                  <a:gd name="connsiteY2" fmla="*/ 3383 h 6345"/>
                  <a:gd name="connsiteX3" fmla="*/ 5738 w 6343"/>
                  <a:gd name="connsiteY3" fmla="*/ 1139 h 6345"/>
                  <a:gd name="connsiteX4" fmla="*/ 3495 w 6343"/>
                  <a:gd name="connsiteY4" fmla="*/ 210 h 6345"/>
                  <a:gd name="connsiteX5" fmla="*/ 1253 w 6343"/>
                  <a:gd name="connsiteY5" fmla="*/ 1139 h 6345"/>
                  <a:gd name="connsiteX6" fmla="*/ 324 w 6343"/>
                  <a:gd name="connsiteY6" fmla="*/ 3383 h 6345"/>
                  <a:gd name="connsiteX7" fmla="*/ 1253 w 6343"/>
                  <a:gd name="connsiteY7" fmla="*/ 5626 h 6345"/>
                  <a:gd name="connsiteX8" fmla="*/ 3495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5" y="6555"/>
                    </a:moveTo>
                    <a:cubicBezTo>
                      <a:pt x="4337" y="6555"/>
                      <a:pt x="5143" y="6221"/>
                      <a:pt x="5738" y="5626"/>
                    </a:cubicBezTo>
                    <a:cubicBezTo>
                      <a:pt x="6333" y="5031"/>
                      <a:pt x="6667" y="4224"/>
                      <a:pt x="6667" y="3383"/>
                    </a:cubicBezTo>
                    <a:cubicBezTo>
                      <a:pt x="6667" y="2541"/>
                      <a:pt x="6333" y="1734"/>
                      <a:pt x="5738" y="1139"/>
                    </a:cubicBezTo>
                    <a:cubicBezTo>
                      <a:pt x="5143" y="544"/>
                      <a:pt x="4337" y="210"/>
                      <a:pt x="3495" y="210"/>
                    </a:cubicBezTo>
                    <a:cubicBezTo>
                      <a:pt x="2654" y="210"/>
                      <a:pt x="1848" y="544"/>
                      <a:pt x="1253" y="1139"/>
                    </a:cubicBezTo>
                    <a:cubicBezTo>
                      <a:pt x="658" y="1734"/>
                      <a:pt x="324" y="2541"/>
                      <a:pt x="324" y="3383"/>
                    </a:cubicBezTo>
                    <a:cubicBezTo>
                      <a:pt x="324" y="4224"/>
                      <a:pt x="658" y="5031"/>
                      <a:pt x="1253" y="5626"/>
                    </a:cubicBezTo>
                    <a:cubicBezTo>
                      <a:pt x="1848" y="6221"/>
                      <a:pt x="2654" y="6555"/>
                      <a:pt x="3495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72" name="Freeform: Shape 10971">
                <a:extLst>
                  <a:ext uri="{FF2B5EF4-FFF2-40B4-BE49-F238E27FC236}">
                    <a16:creationId xmlns:a16="http://schemas.microsoft.com/office/drawing/2014/main" id="{81C2D429-BCB6-36B9-04F1-1B6115C93A6A}"/>
                  </a:ext>
                </a:extLst>
              </p:cNvPr>
              <p:cNvSpPr/>
              <p:nvPr/>
            </p:nvSpPr>
            <p:spPr>
              <a:xfrm>
                <a:off x="10512857" y="6149407"/>
                <a:ext cx="6343" cy="6345"/>
              </a:xfrm>
              <a:custGeom>
                <a:avLst/>
                <a:gdLst>
                  <a:gd name="connsiteX0" fmla="*/ 3495 w 6343"/>
                  <a:gd name="connsiteY0" fmla="*/ 6556 h 6345"/>
                  <a:gd name="connsiteX1" fmla="*/ 5738 w 6343"/>
                  <a:gd name="connsiteY1" fmla="*/ 5627 h 6345"/>
                  <a:gd name="connsiteX2" fmla="*/ 6667 w 6343"/>
                  <a:gd name="connsiteY2" fmla="*/ 3383 h 6345"/>
                  <a:gd name="connsiteX3" fmla="*/ 5738 w 6343"/>
                  <a:gd name="connsiteY3" fmla="*/ 1140 h 6345"/>
                  <a:gd name="connsiteX4" fmla="*/ 3495 w 6343"/>
                  <a:gd name="connsiteY4" fmla="*/ 210 h 6345"/>
                  <a:gd name="connsiteX5" fmla="*/ 1252 w 6343"/>
                  <a:gd name="connsiteY5" fmla="*/ 1140 h 6345"/>
                  <a:gd name="connsiteX6" fmla="*/ 323 w 6343"/>
                  <a:gd name="connsiteY6" fmla="*/ 3383 h 6345"/>
                  <a:gd name="connsiteX7" fmla="*/ 1252 w 6343"/>
                  <a:gd name="connsiteY7" fmla="*/ 5627 h 6345"/>
                  <a:gd name="connsiteX8" fmla="*/ 3495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5" y="6556"/>
                    </a:moveTo>
                    <a:cubicBezTo>
                      <a:pt x="4336" y="6556"/>
                      <a:pt x="5143" y="6221"/>
                      <a:pt x="5738" y="5627"/>
                    </a:cubicBezTo>
                    <a:cubicBezTo>
                      <a:pt x="6332" y="5032"/>
                      <a:pt x="6667" y="4225"/>
                      <a:pt x="6667" y="3383"/>
                    </a:cubicBezTo>
                    <a:cubicBezTo>
                      <a:pt x="6667" y="2542"/>
                      <a:pt x="6332" y="1735"/>
                      <a:pt x="5738" y="1140"/>
                    </a:cubicBezTo>
                    <a:cubicBezTo>
                      <a:pt x="5143" y="545"/>
                      <a:pt x="4336" y="210"/>
                      <a:pt x="3495" y="210"/>
                    </a:cubicBezTo>
                    <a:cubicBezTo>
                      <a:pt x="2654" y="210"/>
                      <a:pt x="1847" y="545"/>
                      <a:pt x="1252" y="1140"/>
                    </a:cubicBezTo>
                    <a:cubicBezTo>
                      <a:pt x="658" y="1735"/>
                      <a:pt x="323" y="2542"/>
                      <a:pt x="323" y="3383"/>
                    </a:cubicBezTo>
                    <a:cubicBezTo>
                      <a:pt x="323" y="4225"/>
                      <a:pt x="658" y="5032"/>
                      <a:pt x="1252" y="5627"/>
                    </a:cubicBezTo>
                    <a:cubicBezTo>
                      <a:pt x="1847" y="6221"/>
                      <a:pt x="2654" y="6556"/>
                      <a:pt x="3495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73" name="Freeform: Shape 10972">
                <a:extLst>
                  <a:ext uri="{FF2B5EF4-FFF2-40B4-BE49-F238E27FC236}">
                    <a16:creationId xmlns:a16="http://schemas.microsoft.com/office/drawing/2014/main" id="{99EF5693-F9EB-9103-786C-49668B6EE6A5}"/>
                  </a:ext>
                </a:extLst>
              </p:cNvPr>
              <p:cNvSpPr/>
              <p:nvPr/>
            </p:nvSpPr>
            <p:spPr>
              <a:xfrm>
                <a:off x="10581279" y="6215695"/>
                <a:ext cx="6343" cy="6345"/>
              </a:xfrm>
              <a:custGeom>
                <a:avLst/>
                <a:gdLst>
                  <a:gd name="connsiteX0" fmla="*/ 3500 w 6343"/>
                  <a:gd name="connsiteY0" fmla="*/ 6561 h 6345"/>
                  <a:gd name="connsiteX1" fmla="*/ 5743 w 6343"/>
                  <a:gd name="connsiteY1" fmla="*/ 5632 h 6345"/>
                  <a:gd name="connsiteX2" fmla="*/ 6672 w 6343"/>
                  <a:gd name="connsiteY2" fmla="*/ 3388 h 6345"/>
                  <a:gd name="connsiteX3" fmla="*/ 5743 w 6343"/>
                  <a:gd name="connsiteY3" fmla="*/ 1145 h 6345"/>
                  <a:gd name="connsiteX4" fmla="*/ 3500 w 6343"/>
                  <a:gd name="connsiteY4" fmla="*/ 216 h 6345"/>
                  <a:gd name="connsiteX5" fmla="*/ 1258 w 6343"/>
                  <a:gd name="connsiteY5" fmla="*/ 1145 h 6345"/>
                  <a:gd name="connsiteX6" fmla="*/ 329 w 6343"/>
                  <a:gd name="connsiteY6" fmla="*/ 3388 h 6345"/>
                  <a:gd name="connsiteX7" fmla="*/ 1258 w 6343"/>
                  <a:gd name="connsiteY7" fmla="*/ 5632 h 6345"/>
                  <a:gd name="connsiteX8" fmla="*/ 3500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0" y="6561"/>
                    </a:moveTo>
                    <a:cubicBezTo>
                      <a:pt x="4342" y="6561"/>
                      <a:pt x="5148" y="6227"/>
                      <a:pt x="5743" y="5632"/>
                    </a:cubicBezTo>
                    <a:cubicBezTo>
                      <a:pt x="6338" y="5037"/>
                      <a:pt x="6672" y="4230"/>
                      <a:pt x="6672" y="3388"/>
                    </a:cubicBezTo>
                    <a:cubicBezTo>
                      <a:pt x="6672" y="2547"/>
                      <a:pt x="6338" y="1740"/>
                      <a:pt x="5743" y="1145"/>
                    </a:cubicBezTo>
                    <a:cubicBezTo>
                      <a:pt x="5148" y="550"/>
                      <a:pt x="4342" y="216"/>
                      <a:pt x="3500" y="216"/>
                    </a:cubicBezTo>
                    <a:cubicBezTo>
                      <a:pt x="2659" y="216"/>
                      <a:pt x="1853" y="550"/>
                      <a:pt x="1258" y="1145"/>
                    </a:cubicBezTo>
                    <a:cubicBezTo>
                      <a:pt x="663" y="1740"/>
                      <a:pt x="329" y="2547"/>
                      <a:pt x="329" y="3388"/>
                    </a:cubicBezTo>
                    <a:cubicBezTo>
                      <a:pt x="329" y="4230"/>
                      <a:pt x="663" y="5037"/>
                      <a:pt x="1258" y="5632"/>
                    </a:cubicBezTo>
                    <a:cubicBezTo>
                      <a:pt x="1853" y="6227"/>
                      <a:pt x="2659" y="6561"/>
                      <a:pt x="3500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74" name="Freeform: Shape 10973">
                <a:extLst>
                  <a:ext uri="{FF2B5EF4-FFF2-40B4-BE49-F238E27FC236}">
                    <a16:creationId xmlns:a16="http://schemas.microsoft.com/office/drawing/2014/main" id="{C279FAB9-25E6-158B-42DB-9C61931F0016}"/>
                  </a:ext>
                </a:extLst>
              </p:cNvPr>
              <p:cNvSpPr/>
              <p:nvPr/>
            </p:nvSpPr>
            <p:spPr>
              <a:xfrm>
                <a:off x="10575216" y="6222337"/>
                <a:ext cx="6343" cy="6345"/>
              </a:xfrm>
              <a:custGeom>
                <a:avLst/>
                <a:gdLst>
                  <a:gd name="connsiteX0" fmla="*/ 3500 w 6343"/>
                  <a:gd name="connsiteY0" fmla="*/ 6562 h 6345"/>
                  <a:gd name="connsiteX1" fmla="*/ 5743 w 6343"/>
                  <a:gd name="connsiteY1" fmla="*/ 5632 h 6345"/>
                  <a:gd name="connsiteX2" fmla="*/ 6672 w 6343"/>
                  <a:gd name="connsiteY2" fmla="*/ 3389 h 6345"/>
                  <a:gd name="connsiteX3" fmla="*/ 5743 w 6343"/>
                  <a:gd name="connsiteY3" fmla="*/ 1145 h 6345"/>
                  <a:gd name="connsiteX4" fmla="*/ 3500 w 6343"/>
                  <a:gd name="connsiteY4" fmla="*/ 216 h 6345"/>
                  <a:gd name="connsiteX5" fmla="*/ 1257 w 6343"/>
                  <a:gd name="connsiteY5" fmla="*/ 1145 h 6345"/>
                  <a:gd name="connsiteX6" fmla="*/ 328 w 6343"/>
                  <a:gd name="connsiteY6" fmla="*/ 3389 h 6345"/>
                  <a:gd name="connsiteX7" fmla="*/ 1257 w 6343"/>
                  <a:gd name="connsiteY7" fmla="*/ 5632 h 6345"/>
                  <a:gd name="connsiteX8" fmla="*/ 3500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0" y="6562"/>
                    </a:moveTo>
                    <a:cubicBezTo>
                      <a:pt x="4341" y="6562"/>
                      <a:pt x="5148" y="6227"/>
                      <a:pt x="5743" y="5632"/>
                    </a:cubicBezTo>
                    <a:cubicBezTo>
                      <a:pt x="6337" y="5037"/>
                      <a:pt x="6672" y="4230"/>
                      <a:pt x="6672" y="3389"/>
                    </a:cubicBezTo>
                    <a:cubicBezTo>
                      <a:pt x="6672" y="2547"/>
                      <a:pt x="6337" y="1740"/>
                      <a:pt x="5743" y="1145"/>
                    </a:cubicBezTo>
                    <a:cubicBezTo>
                      <a:pt x="5148" y="550"/>
                      <a:pt x="4341" y="216"/>
                      <a:pt x="3500" y="216"/>
                    </a:cubicBezTo>
                    <a:cubicBezTo>
                      <a:pt x="2659" y="216"/>
                      <a:pt x="1852" y="550"/>
                      <a:pt x="1257" y="1145"/>
                    </a:cubicBezTo>
                    <a:cubicBezTo>
                      <a:pt x="663" y="1740"/>
                      <a:pt x="328" y="2547"/>
                      <a:pt x="328" y="3389"/>
                    </a:cubicBezTo>
                    <a:cubicBezTo>
                      <a:pt x="328" y="4230"/>
                      <a:pt x="663" y="5037"/>
                      <a:pt x="1257" y="5632"/>
                    </a:cubicBezTo>
                    <a:cubicBezTo>
                      <a:pt x="1852" y="6227"/>
                      <a:pt x="2659" y="6562"/>
                      <a:pt x="3500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75" name="Freeform: Shape 10974">
                <a:extLst>
                  <a:ext uri="{FF2B5EF4-FFF2-40B4-BE49-F238E27FC236}">
                    <a16:creationId xmlns:a16="http://schemas.microsoft.com/office/drawing/2014/main" id="{D6030168-796F-5C2D-D44B-D62CC1FA021A}"/>
                  </a:ext>
                </a:extLst>
              </p:cNvPr>
              <p:cNvSpPr/>
              <p:nvPr/>
            </p:nvSpPr>
            <p:spPr>
              <a:xfrm>
                <a:off x="10574084" y="6233071"/>
                <a:ext cx="6343" cy="6345"/>
              </a:xfrm>
              <a:custGeom>
                <a:avLst/>
                <a:gdLst>
                  <a:gd name="connsiteX0" fmla="*/ 3500 w 6343"/>
                  <a:gd name="connsiteY0" fmla="*/ 6562 h 6345"/>
                  <a:gd name="connsiteX1" fmla="*/ 5743 w 6343"/>
                  <a:gd name="connsiteY1" fmla="*/ 5633 h 6345"/>
                  <a:gd name="connsiteX2" fmla="*/ 6671 w 6343"/>
                  <a:gd name="connsiteY2" fmla="*/ 3390 h 6345"/>
                  <a:gd name="connsiteX3" fmla="*/ 5743 w 6343"/>
                  <a:gd name="connsiteY3" fmla="*/ 1146 h 6345"/>
                  <a:gd name="connsiteX4" fmla="*/ 3500 w 6343"/>
                  <a:gd name="connsiteY4" fmla="*/ 217 h 6345"/>
                  <a:gd name="connsiteX5" fmla="*/ 1257 w 6343"/>
                  <a:gd name="connsiteY5" fmla="*/ 1146 h 6345"/>
                  <a:gd name="connsiteX6" fmla="*/ 328 w 6343"/>
                  <a:gd name="connsiteY6" fmla="*/ 3390 h 6345"/>
                  <a:gd name="connsiteX7" fmla="*/ 1257 w 6343"/>
                  <a:gd name="connsiteY7" fmla="*/ 5633 h 6345"/>
                  <a:gd name="connsiteX8" fmla="*/ 3500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500" y="6562"/>
                    </a:moveTo>
                    <a:cubicBezTo>
                      <a:pt x="4341" y="6562"/>
                      <a:pt x="5148" y="6228"/>
                      <a:pt x="5743" y="5633"/>
                    </a:cubicBezTo>
                    <a:cubicBezTo>
                      <a:pt x="6337" y="5038"/>
                      <a:pt x="6671" y="4231"/>
                      <a:pt x="6671" y="3390"/>
                    </a:cubicBezTo>
                    <a:cubicBezTo>
                      <a:pt x="6671" y="2548"/>
                      <a:pt x="6337" y="1741"/>
                      <a:pt x="5743" y="1146"/>
                    </a:cubicBezTo>
                    <a:cubicBezTo>
                      <a:pt x="5148" y="551"/>
                      <a:pt x="4341" y="217"/>
                      <a:pt x="3500" y="217"/>
                    </a:cubicBezTo>
                    <a:cubicBezTo>
                      <a:pt x="2659" y="217"/>
                      <a:pt x="1852" y="551"/>
                      <a:pt x="1257" y="1146"/>
                    </a:cubicBezTo>
                    <a:cubicBezTo>
                      <a:pt x="662" y="1741"/>
                      <a:pt x="328" y="2548"/>
                      <a:pt x="328" y="3390"/>
                    </a:cubicBezTo>
                    <a:cubicBezTo>
                      <a:pt x="328" y="4231"/>
                      <a:pt x="662" y="5038"/>
                      <a:pt x="1257" y="5633"/>
                    </a:cubicBezTo>
                    <a:cubicBezTo>
                      <a:pt x="1852" y="6228"/>
                      <a:pt x="2659" y="6562"/>
                      <a:pt x="3500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76" name="Freeform: Shape 10975">
                <a:extLst>
                  <a:ext uri="{FF2B5EF4-FFF2-40B4-BE49-F238E27FC236}">
                    <a16:creationId xmlns:a16="http://schemas.microsoft.com/office/drawing/2014/main" id="{76AFB066-ADFA-BFC6-9D65-A9579C5B5FA2}"/>
                  </a:ext>
                </a:extLst>
              </p:cNvPr>
              <p:cNvSpPr/>
              <p:nvPr/>
            </p:nvSpPr>
            <p:spPr>
              <a:xfrm>
                <a:off x="10561199" y="6234008"/>
                <a:ext cx="6343" cy="6345"/>
              </a:xfrm>
              <a:custGeom>
                <a:avLst/>
                <a:gdLst>
                  <a:gd name="connsiteX0" fmla="*/ 3499 w 6343"/>
                  <a:gd name="connsiteY0" fmla="*/ 6562 h 6345"/>
                  <a:gd name="connsiteX1" fmla="*/ 5741 w 6343"/>
                  <a:gd name="connsiteY1" fmla="*/ 5633 h 6345"/>
                  <a:gd name="connsiteX2" fmla="*/ 6670 w 6343"/>
                  <a:gd name="connsiteY2" fmla="*/ 3390 h 6345"/>
                  <a:gd name="connsiteX3" fmla="*/ 5741 w 6343"/>
                  <a:gd name="connsiteY3" fmla="*/ 1146 h 6345"/>
                  <a:gd name="connsiteX4" fmla="*/ 3499 w 6343"/>
                  <a:gd name="connsiteY4" fmla="*/ 217 h 6345"/>
                  <a:gd name="connsiteX5" fmla="*/ 1256 w 6343"/>
                  <a:gd name="connsiteY5" fmla="*/ 1146 h 6345"/>
                  <a:gd name="connsiteX6" fmla="*/ 327 w 6343"/>
                  <a:gd name="connsiteY6" fmla="*/ 3390 h 6345"/>
                  <a:gd name="connsiteX7" fmla="*/ 1256 w 6343"/>
                  <a:gd name="connsiteY7" fmla="*/ 5633 h 6345"/>
                  <a:gd name="connsiteX8" fmla="*/ 3499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9" y="6562"/>
                    </a:moveTo>
                    <a:cubicBezTo>
                      <a:pt x="4340" y="6562"/>
                      <a:pt x="5147" y="6228"/>
                      <a:pt x="5741" y="5633"/>
                    </a:cubicBezTo>
                    <a:cubicBezTo>
                      <a:pt x="6336" y="5038"/>
                      <a:pt x="6670" y="4231"/>
                      <a:pt x="6670" y="3390"/>
                    </a:cubicBezTo>
                    <a:cubicBezTo>
                      <a:pt x="6670" y="2548"/>
                      <a:pt x="6336" y="1741"/>
                      <a:pt x="5741" y="1146"/>
                    </a:cubicBezTo>
                    <a:cubicBezTo>
                      <a:pt x="5147" y="551"/>
                      <a:pt x="4340" y="217"/>
                      <a:pt x="3499" y="217"/>
                    </a:cubicBezTo>
                    <a:cubicBezTo>
                      <a:pt x="2658" y="217"/>
                      <a:pt x="1851" y="551"/>
                      <a:pt x="1256" y="1146"/>
                    </a:cubicBezTo>
                    <a:cubicBezTo>
                      <a:pt x="661" y="1741"/>
                      <a:pt x="327" y="2548"/>
                      <a:pt x="327" y="3390"/>
                    </a:cubicBezTo>
                    <a:cubicBezTo>
                      <a:pt x="327" y="4231"/>
                      <a:pt x="661" y="5038"/>
                      <a:pt x="1256" y="5633"/>
                    </a:cubicBezTo>
                    <a:cubicBezTo>
                      <a:pt x="1851" y="6228"/>
                      <a:pt x="2658" y="6562"/>
                      <a:pt x="3499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77" name="Freeform: Shape 10976">
                <a:extLst>
                  <a:ext uri="{FF2B5EF4-FFF2-40B4-BE49-F238E27FC236}">
                    <a16:creationId xmlns:a16="http://schemas.microsoft.com/office/drawing/2014/main" id="{4283075D-50F3-5D1B-92E3-9EAB708CB0B5}"/>
                  </a:ext>
                </a:extLst>
              </p:cNvPr>
              <p:cNvSpPr/>
              <p:nvPr/>
            </p:nvSpPr>
            <p:spPr>
              <a:xfrm>
                <a:off x="10078709" y="5834548"/>
                <a:ext cx="6343" cy="6345"/>
              </a:xfrm>
              <a:custGeom>
                <a:avLst/>
                <a:gdLst>
                  <a:gd name="connsiteX0" fmla="*/ 3461 w 6343"/>
                  <a:gd name="connsiteY0" fmla="*/ 6531 h 6345"/>
                  <a:gd name="connsiteX1" fmla="*/ 5703 w 6343"/>
                  <a:gd name="connsiteY1" fmla="*/ 5602 h 6345"/>
                  <a:gd name="connsiteX2" fmla="*/ 6632 w 6343"/>
                  <a:gd name="connsiteY2" fmla="*/ 3358 h 6345"/>
                  <a:gd name="connsiteX3" fmla="*/ 5703 w 6343"/>
                  <a:gd name="connsiteY3" fmla="*/ 1115 h 6345"/>
                  <a:gd name="connsiteX4" fmla="*/ 3461 w 6343"/>
                  <a:gd name="connsiteY4" fmla="*/ 186 h 6345"/>
                  <a:gd name="connsiteX5" fmla="*/ 1218 w 6343"/>
                  <a:gd name="connsiteY5" fmla="*/ 1115 h 6345"/>
                  <a:gd name="connsiteX6" fmla="*/ 289 w 6343"/>
                  <a:gd name="connsiteY6" fmla="*/ 3358 h 6345"/>
                  <a:gd name="connsiteX7" fmla="*/ 1218 w 6343"/>
                  <a:gd name="connsiteY7" fmla="*/ 5602 h 6345"/>
                  <a:gd name="connsiteX8" fmla="*/ 3461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31"/>
                    </a:moveTo>
                    <a:cubicBezTo>
                      <a:pt x="4302" y="6531"/>
                      <a:pt x="5109" y="6197"/>
                      <a:pt x="5703" y="5602"/>
                    </a:cubicBezTo>
                    <a:cubicBezTo>
                      <a:pt x="6298" y="5007"/>
                      <a:pt x="6632" y="4200"/>
                      <a:pt x="6632" y="3358"/>
                    </a:cubicBezTo>
                    <a:cubicBezTo>
                      <a:pt x="6632" y="2517"/>
                      <a:pt x="6298" y="1710"/>
                      <a:pt x="5703" y="1115"/>
                    </a:cubicBezTo>
                    <a:cubicBezTo>
                      <a:pt x="5109" y="520"/>
                      <a:pt x="4302" y="186"/>
                      <a:pt x="3461" y="186"/>
                    </a:cubicBezTo>
                    <a:cubicBezTo>
                      <a:pt x="2620" y="186"/>
                      <a:pt x="1813" y="520"/>
                      <a:pt x="1218" y="1115"/>
                    </a:cubicBezTo>
                    <a:cubicBezTo>
                      <a:pt x="623" y="1710"/>
                      <a:pt x="289" y="2517"/>
                      <a:pt x="289" y="3358"/>
                    </a:cubicBezTo>
                    <a:cubicBezTo>
                      <a:pt x="289" y="4200"/>
                      <a:pt x="623" y="5007"/>
                      <a:pt x="1218" y="5602"/>
                    </a:cubicBezTo>
                    <a:cubicBezTo>
                      <a:pt x="1813" y="6197"/>
                      <a:pt x="2620" y="6531"/>
                      <a:pt x="3461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78" name="Freeform: Shape 10977">
                <a:extLst>
                  <a:ext uri="{FF2B5EF4-FFF2-40B4-BE49-F238E27FC236}">
                    <a16:creationId xmlns:a16="http://schemas.microsoft.com/office/drawing/2014/main" id="{5636E8E4-841C-E688-3A74-A6F39D63F2EA}"/>
                  </a:ext>
                </a:extLst>
              </p:cNvPr>
              <p:cNvSpPr/>
              <p:nvPr/>
            </p:nvSpPr>
            <p:spPr>
              <a:xfrm>
                <a:off x="10072531" y="5835972"/>
                <a:ext cx="6343" cy="6345"/>
              </a:xfrm>
              <a:custGeom>
                <a:avLst/>
                <a:gdLst>
                  <a:gd name="connsiteX0" fmla="*/ 3460 w 6343"/>
                  <a:gd name="connsiteY0" fmla="*/ 6531 h 6345"/>
                  <a:gd name="connsiteX1" fmla="*/ 5703 w 6343"/>
                  <a:gd name="connsiteY1" fmla="*/ 5602 h 6345"/>
                  <a:gd name="connsiteX2" fmla="*/ 6632 w 6343"/>
                  <a:gd name="connsiteY2" fmla="*/ 3358 h 6345"/>
                  <a:gd name="connsiteX3" fmla="*/ 5703 w 6343"/>
                  <a:gd name="connsiteY3" fmla="*/ 1115 h 6345"/>
                  <a:gd name="connsiteX4" fmla="*/ 3460 w 6343"/>
                  <a:gd name="connsiteY4" fmla="*/ 186 h 6345"/>
                  <a:gd name="connsiteX5" fmla="*/ 1218 w 6343"/>
                  <a:gd name="connsiteY5" fmla="*/ 1115 h 6345"/>
                  <a:gd name="connsiteX6" fmla="*/ 289 w 6343"/>
                  <a:gd name="connsiteY6" fmla="*/ 3358 h 6345"/>
                  <a:gd name="connsiteX7" fmla="*/ 1218 w 6343"/>
                  <a:gd name="connsiteY7" fmla="*/ 5602 h 6345"/>
                  <a:gd name="connsiteX8" fmla="*/ 3460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1"/>
                    </a:moveTo>
                    <a:cubicBezTo>
                      <a:pt x="4301" y="6531"/>
                      <a:pt x="5108" y="6197"/>
                      <a:pt x="5703" y="5602"/>
                    </a:cubicBezTo>
                    <a:cubicBezTo>
                      <a:pt x="6298" y="5007"/>
                      <a:pt x="6632" y="4200"/>
                      <a:pt x="6632" y="3358"/>
                    </a:cubicBezTo>
                    <a:cubicBezTo>
                      <a:pt x="6632" y="2517"/>
                      <a:pt x="6298" y="1710"/>
                      <a:pt x="5703" y="1115"/>
                    </a:cubicBezTo>
                    <a:cubicBezTo>
                      <a:pt x="5108" y="520"/>
                      <a:pt x="4301" y="186"/>
                      <a:pt x="3460" y="186"/>
                    </a:cubicBezTo>
                    <a:cubicBezTo>
                      <a:pt x="2619" y="186"/>
                      <a:pt x="1812" y="520"/>
                      <a:pt x="1218" y="1115"/>
                    </a:cubicBezTo>
                    <a:cubicBezTo>
                      <a:pt x="623" y="1710"/>
                      <a:pt x="289" y="2517"/>
                      <a:pt x="289" y="3358"/>
                    </a:cubicBezTo>
                    <a:cubicBezTo>
                      <a:pt x="289" y="4200"/>
                      <a:pt x="623" y="5007"/>
                      <a:pt x="1218" y="5602"/>
                    </a:cubicBezTo>
                    <a:cubicBezTo>
                      <a:pt x="1812" y="6197"/>
                      <a:pt x="2619" y="6531"/>
                      <a:pt x="3460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79" name="Freeform: Shape 10978">
                <a:extLst>
                  <a:ext uri="{FF2B5EF4-FFF2-40B4-BE49-F238E27FC236}">
                    <a16:creationId xmlns:a16="http://schemas.microsoft.com/office/drawing/2014/main" id="{328CB67E-5478-3F84-D78C-973AFBE0CBA2}"/>
                  </a:ext>
                </a:extLst>
              </p:cNvPr>
              <p:cNvSpPr/>
              <p:nvPr/>
            </p:nvSpPr>
            <p:spPr>
              <a:xfrm>
                <a:off x="10066540" y="5844266"/>
                <a:ext cx="6343" cy="6345"/>
              </a:xfrm>
              <a:custGeom>
                <a:avLst/>
                <a:gdLst>
                  <a:gd name="connsiteX0" fmla="*/ 3460 w 6343"/>
                  <a:gd name="connsiteY0" fmla="*/ 6532 h 6345"/>
                  <a:gd name="connsiteX1" fmla="*/ 5702 w 6343"/>
                  <a:gd name="connsiteY1" fmla="*/ 5602 h 6345"/>
                  <a:gd name="connsiteX2" fmla="*/ 6631 w 6343"/>
                  <a:gd name="connsiteY2" fmla="*/ 3359 h 6345"/>
                  <a:gd name="connsiteX3" fmla="*/ 5702 w 6343"/>
                  <a:gd name="connsiteY3" fmla="*/ 1116 h 6345"/>
                  <a:gd name="connsiteX4" fmla="*/ 3460 w 6343"/>
                  <a:gd name="connsiteY4" fmla="*/ 186 h 6345"/>
                  <a:gd name="connsiteX5" fmla="*/ 1217 w 6343"/>
                  <a:gd name="connsiteY5" fmla="*/ 1116 h 6345"/>
                  <a:gd name="connsiteX6" fmla="*/ 288 w 6343"/>
                  <a:gd name="connsiteY6" fmla="*/ 3359 h 6345"/>
                  <a:gd name="connsiteX7" fmla="*/ 1217 w 6343"/>
                  <a:gd name="connsiteY7" fmla="*/ 5602 h 6345"/>
                  <a:gd name="connsiteX8" fmla="*/ 3460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2"/>
                    </a:moveTo>
                    <a:cubicBezTo>
                      <a:pt x="4301" y="6532"/>
                      <a:pt x="5108" y="6197"/>
                      <a:pt x="5702" y="5602"/>
                    </a:cubicBezTo>
                    <a:cubicBezTo>
                      <a:pt x="6297" y="5008"/>
                      <a:pt x="6631" y="4200"/>
                      <a:pt x="6631" y="3359"/>
                    </a:cubicBezTo>
                    <a:cubicBezTo>
                      <a:pt x="6631" y="2518"/>
                      <a:pt x="6297" y="1711"/>
                      <a:pt x="5702" y="1116"/>
                    </a:cubicBezTo>
                    <a:cubicBezTo>
                      <a:pt x="5108" y="521"/>
                      <a:pt x="4301" y="186"/>
                      <a:pt x="3460" y="186"/>
                    </a:cubicBezTo>
                    <a:cubicBezTo>
                      <a:pt x="2619" y="186"/>
                      <a:pt x="1812" y="521"/>
                      <a:pt x="1217" y="1116"/>
                    </a:cubicBezTo>
                    <a:cubicBezTo>
                      <a:pt x="622" y="1711"/>
                      <a:pt x="288" y="2518"/>
                      <a:pt x="288" y="3359"/>
                    </a:cubicBezTo>
                    <a:cubicBezTo>
                      <a:pt x="288" y="4200"/>
                      <a:pt x="622" y="5008"/>
                      <a:pt x="1217" y="5602"/>
                    </a:cubicBezTo>
                    <a:cubicBezTo>
                      <a:pt x="1812" y="6197"/>
                      <a:pt x="2619" y="6532"/>
                      <a:pt x="3460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80" name="Freeform: Shape 10979">
                <a:extLst>
                  <a:ext uri="{FF2B5EF4-FFF2-40B4-BE49-F238E27FC236}">
                    <a16:creationId xmlns:a16="http://schemas.microsoft.com/office/drawing/2014/main" id="{0A38EB52-4A32-1835-1E54-D16F398D28B5}"/>
                  </a:ext>
                </a:extLst>
              </p:cNvPr>
              <p:cNvSpPr/>
              <p:nvPr/>
            </p:nvSpPr>
            <p:spPr>
              <a:xfrm>
                <a:off x="10062219" y="5847237"/>
                <a:ext cx="6343" cy="6345"/>
              </a:xfrm>
              <a:custGeom>
                <a:avLst/>
                <a:gdLst>
                  <a:gd name="connsiteX0" fmla="*/ 3460 w 6343"/>
                  <a:gd name="connsiteY0" fmla="*/ 6532 h 6345"/>
                  <a:gd name="connsiteX1" fmla="*/ 5702 w 6343"/>
                  <a:gd name="connsiteY1" fmla="*/ 5603 h 6345"/>
                  <a:gd name="connsiteX2" fmla="*/ 6631 w 6343"/>
                  <a:gd name="connsiteY2" fmla="*/ 3359 h 6345"/>
                  <a:gd name="connsiteX3" fmla="*/ 5702 w 6343"/>
                  <a:gd name="connsiteY3" fmla="*/ 1116 h 6345"/>
                  <a:gd name="connsiteX4" fmla="*/ 3460 w 6343"/>
                  <a:gd name="connsiteY4" fmla="*/ 187 h 6345"/>
                  <a:gd name="connsiteX5" fmla="*/ 1217 w 6343"/>
                  <a:gd name="connsiteY5" fmla="*/ 1116 h 6345"/>
                  <a:gd name="connsiteX6" fmla="*/ 288 w 6343"/>
                  <a:gd name="connsiteY6" fmla="*/ 3359 h 6345"/>
                  <a:gd name="connsiteX7" fmla="*/ 1217 w 6343"/>
                  <a:gd name="connsiteY7" fmla="*/ 5603 h 6345"/>
                  <a:gd name="connsiteX8" fmla="*/ 3460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2"/>
                    </a:moveTo>
                    <a:cubicBezTo>
                      <a:pt x="4301" y="6532"/>
                      <a:pt x="5107" y="6198"/>
                      <a:pt x="5702" y="5603"/>
                    </a:cubicBezTo>
                    <a:cubicBezTo>
                      <a:pt x="6297" y="5008"/>
                      <a:pt x="6631" y="4201"/>
                      <a:pt x="6631" y="3359"/>
                    </a:cubicBezTo>
                    <a:cubicBezTo>
                      <a:pt x="6631" y="2518"/>
                      <a:pt x="6297" y="1711"/>
                      <a:pt x="5702" y="1116"/>
                    </a:cubicBezTo>
                    <a:cubicBezTo>
                      <a:pt x="5107" y="521"/>
                      <a:pt x="4301" y="187"/>
                      <a:pt x="3460" y="187"/>
                    </a:cubicBezTo>
                    <a:cubicBezTo>
                      <a:pt x="2618" y="187"/>
                      <a:pt x="1812" y="521"/>
                      <a:pt x="1217" y="1116"/>
                    </a:cubicBezTo>
                    <a:cubicBezTo>
                      <a:pt x="622" y="1711"/>
                      <a:pt x="288" y="2518"/>
                      <a:pt x="288" y="3359"/>
                    </a:cubicBezTo>
                    <a:cubicBezTo>
                      <a:pt x="288" y="4201"/>
                      <a:pt x="622" y="5008"/>
                      <a:pt x="1217" y="5603"/>
                    </a:cubicBezTo>
                    <a:cubicBezTo>
                      <a:pt x="1812" y="6198"/>
                      <a:pt x="2618" y="6532"/>
                      <a:pt x="3460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81" name="Freeform: Shape 10980">
                <a:extLst>
                  <a:ext uri="{FF2B5EF4-FFF2-40B4-BE49-F238E27FC236}">
                    <a16:creationId xmlns:a16="http://schemas.microsoft.com/office/drawing/2014/main" id="{FB5069A7-B9B0-D259-C70A-708E81131306}"/>
                  </a:ext>
                </a:extLst>
              </p:cNvPr>
              <p:cNvSpPr/>
              <p:nvPr/>
            </p:nvSpPr>
            <p:spPr>
              <a:xfrm>
                <a:off x="10055095" y="5847647"/>
                <a:ext cx="6343" cy="6345"/>
              </a:xfrm>
              <a:custGeom>
                <a:avLst/>
                <a:gdLst>
                  <a:gd name="connsiteX0" fmla="*/ 3459 w 6343"/>
                  <a:gd name="connsiteY0" fmla="*/ 6532 h 6345"/>
                  <a:gd name="connsiteX1" fmla="*/ 5702 w 6343"/>
                  <a:gd name="connsiteY1" fmla="*/ 5603 h 6345"/>
                  <a:gd name="connsiteX2" fmla="*/ 6631 w 6343"/>
                  <a:gd name="connsiteY2" fmla="*/ 3359 h 6345"/>
                  <a:gd name="connsiteX3" fmla="*/ 5702 w 6343"/>
                  <a:gd name="connsiteY3" fmla="*/ 1116 h 6345"/>
                  <a:gd name="connsiteX4" fmla="*/ 3459 w 6343"/>
                  <a:gd name="connsiteY4" fmla="*/ 187 h 6345"/>
                  <a:gd name="connsiteX5" fmla="*/ 1216 w 6343"/>
                  <a:gd name="connsiteY5" fmla="*/ 1116 h 6345"/>
                  <a:gd name="connsiteX6" fmla="*/ 287 w 6343"/>
                  <a:gd name="connsiteY6" fmla="*/ 3359 h 6345"/>
                  <a:gd name="connsiteX7" fmla="*/ 1216 w 6343"/>
                  <a:gd name="connsiteY7" fmla="*/ 5603 h 6345"/>
                  <a:gd name="connsiteX8" fmla="*/ 3459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32"/>
                    </a:moveTo>
                    <a:cubicBezTo>
                      <a:pt x="4300" y="6532"/>
                      <a:pt x="5107" y="6198"/>
                      <a:pt x="5702" y="5603"/>
                    </a:cubicBezTo>
                    <a:cubicBezTo>
                      <a:pt x="6296" y="5008"/>
                      <a:pt x="6631" y="4201"/>
                      <a:pt x="6631" y="3359"/>
                    </a:cubicBezTo>
                    <a:cubicBezTo>
                      <a:pt x="6631" y="2518"/>
                      <a:pt x="6296" y="1711"/>
                      <a:pt x="5702" y="1116"/>
                    </a:cubicBezTo>
                    <a:cubicBezTo>
                      <a:pt x="5107" y="521"/>
                      <a:pt x="4300" y="187"/>
                      <a:pt x="3459" y="187"/>
                    </a:cubicBezTo>
                    <a:cubicBezTo>
                      <a:pt x="2618" y="187"/>
                      <a:pt x="1811" y="521"/>
                      <a:pt x="1216" y="1116"/>
                    </a:cubicBezTo>
                    <a:cubicBezTo>
                      <a:pt x="622" y="1711"/>
                      <a:pt x="287" y="2518"/>
                      <a:pt x="287" y="3359"/>
                    </a:cubicBezTo>
                    <a:cubicBezTo>
                      <a:pt x="287" y="4201"/>
                      <a:pt x="622" y="5008"/>
                      <a:pt x="1216" y="5603"/>
                    </a:cubicBezTo>
                    <a:cubicBezTo>
                      <a:pt x="1811" y="6198"/>
                      <a:pt x="2618" y="6532"/>
                      <a:pt x="3459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82" name="Freeform: Shape 10981">
                <a:extLst>
                  <a:ext uri="{FF2B5EF4-FFF2-40B4-BE49-F238E27FC236}">
                    <a16:creationId xmlns:a16="http://schemas.microsoft.com/office/drawing/2014/main" id="{77E9D150-E700-CC72-4AA2-8923514D6A67}"/>
                  </a:ext>
                </a:extLst>
              </p:cNvPr>
              <p:cNvSpPr/>
              <p:nvPr/>
            </p:nvSpPr>
            <p:spPr>
              <a:xfrm>
                <a:off x="10052335" y="5851980"/>
                <a:ext cx="6343" cy="6345"/>
              </a:xfrm>
              <a:custGeom>
                <a:avLst/>
                <a:gdLst>
                  <a:gd name="connsiteX0" fmla="*/ 3459 w 6343"/>
                  <a:gd name="connsiteY0" fmla="*/ 6532 h 6345"/>
                  <a:gd name="connsiteX1" fmla="*/ 5701 w 6343"/>
                  <a:gd name="connsiteY1" fmla="*/ 5603 h 6345"/>
                  <a:gd name="connsiteX2" fmla="*/ 6630 w 6343"/>
                  <a:gd name="connsiteY2" fmla="*/ 3360 h 6345"/>
                  <a:gd name="connsiteX3" fmla="*/ 5701 w 6343"/>
                  <a:gd name="connsiteY3" fmla="*/ 1116 h 6345"/>
                  <a:gd name="connsiteX4" fmla="*/ 3459 w 6343"/>
                  <a:gd name="connsiteY4" fmla="*/ 187 h 6345"/>
                  <a:gd name="connsiteX5" fmla="*/ 1216 w 6343"/>
                  <a:gd name="connsiteY5" fmla="*/ 1116 h 6345"/>
                  <a:gd name="connsiteX6" fmla="*/ 287 w 6343"/>
                  <a:gd name="connsiteY6" fmla="*/ 3360 h 6345"/>
                  <a:gd name="connsiteX7" fmla="*/ 1216 w 6343"/>
                  <a:gd name="connsiteY7" fmla="*/ 5603 h 6345"/>
                  <a:gd name="connsiteX8" fmla="*/ 3459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32"/>
                    </a:moveTo>
                    <a:cubicBezTo>
                      <a:pt x="4300" y="6532"/>
                      <a:pt x="5107" y="6198"/>
                      <a:pt x="5701" y="5603"/>
                    </a:cubicBezTo>
                    <a:cubicBezTo>
                      <a:pt x="6296" y="5008"/>
                      <a:pt x="6630" y="4201"/>
                      <a:pt x="6630" y="3360"/>
                    </a:cubicBezTo>
                    <a:cubicBezTo>
                      <a:pt x="6630" y="2518"/>
                      <a:pt x="6296" y="1711"/>
                      <a:pt x="5701" y="1116"/>
                    </a:cubicBezTo>
                    <a:cubicBezTo>
                      <a:pt x="5107" y="521"/>
                      <a:pt x="4300" y="187"/>
                      <a:pt x="3459" y="187"/>
                    </a:cubicBezTo>
                    <a:cubicBezTo>
                      <a:pt x="2618" y="187"/>
                      <a:pt x="1811" y="521"/>
                      <a:pt x="1216" y="1116"/>
                    </a:cubicBezTo>
                    <a:cubicBezTo>
                      <a:pt x="621" y="1711"/>
                      <a:pt x="287" y="2518"/>
                      <a:pt x="287" y="3360"/>
                    </a:cubicBezTo>
                    <a:cubicBezTo>
                      <a:pt x="287" y="4201"/>
                      <a:pt x="621" y="5008"/>
                      <a:pt x="1216" y="5603"/>
                    </a:cubicBezTo>
                    <a:cubicBezTo>
                      <a:pt x="1811" y="6198"/>
                      <a:pt x="2618" y="6532"/>
                      <a:pt x="3459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83" name="Freeform: Shape 10982">
                <a:extLst>
                  <a:ext uri="{FF2B5EF4-FFF2-40B4-BE49-F238E27FC236}">
                    <a16:creationId xmlns:a16="http://schemas.microsoft.com/office/drawing/2014/main" id="{1C5F7A10-3A7E-BF9A-4DF7-83AAA83FE9B2}"/>
                  </a:ext>
                </a:extLst>
              </p:cNvPr>
              <p:cNvSpPr/>
              <p:nvPr/>
            </p:nvSpPr>
            <p:spPr>
              <a:xfrm>
                <a:off x="10050510" y="5857196"/>
                <a:ext cx="6343" cy="6345"/>
              </a:xfrm>
              <a:custGeom>
                <a:avLst/>
                <a:gdLst>
                  <a:gd name="connsiteX0" fmla="*/ 3459 w 6343"/>
                  <a:gd name="connsiteY0" fmla="*/ 6533 h 6345"/>
                  <a:gd name="connsiteX1" fmla="*/ 5701 w 6343"/>
                  <a:gd name="connsiteY1" fmla="*/ 5604 h 6345"/>
                  <a:gd name="connsiteX2" fmla="*/ 6630 w 6343"/>
                  <a:gd name="connsiteY2" fmla="*/ 3360 h 6345"/>
                  <a:gd name="connsiteX3" fmla="*/ 5701 w 6343"/>
                  <a:gd name="connsiteY3" fmla="*/ 1117 h 6345"/>
                  <a:gd name="connsiteX4" fmla="*/ 3459 w 6343"/>
                  <a:gd name="connsiteY4" fmla="*/ 187 h 6345"/>
                  <a:gd name="connsiteX5" fmla="*/ 1216 w 6343"/>
                  <a:gd name="connsiteY5" fmla="*/ 1117 h 6345"/>
                  <a:gd name="connsiteX6" fmla="*/ 287 w 6343"/>
                  <a:gd name="connsiteY6" fmla="*/ 3360 h 6345"/>
                  <a:gd name="connsiteX7" fmla="*/ 1216 w 6343"/>
                  <a:gd name="connsiteY7" fmla="*/ 5604 h 6345"/>
                  <a:gd name="connsiteX8" fmla="*/ 3459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33"/>
                    </a:moveTo>
                    <a:cubicBezTo>
                      <a:pt x="4300" y="6533"/>
                      <a:pt x="5106" y="6198"/>
                      <a:pt x="5701" y="5604"/>
                    </a:cubicBezTo>
                    <a:cubicBezTo>
                      <a:pt x="6296" y="5009"/>
                      <a:pt x="6630" y="4201"/>
                      <a:pt x="6630" y="3360"/>
                    </a:cubicBezTo>
                    <a:cubicBezTo>
                      <a:pt x="6630" y="2519"/>
                      <a:pt x="6296" y="1712"/>
                      <a:pt x="5701" y="1117"/>
                    </a:cubicBezTo>
                    <a:cubicBezTo>
                      <a:pt x="5106" y="522"/>
                      <a:pt x="4300" y="187"/>
                      <a:pt x="3459" y="187"/>
                    </a:cubicBezTo>
                    <a:cubicBezTo>
                      <a:pt x="2617" y="187"/>
                      <a:pt x="1811" y="522"/>
                      <a:pt x="1216" y="1117"/>
                    </a:cubicBezTo>
                    <a:cubicBezTo>
                      <a:pt x="621" y="1712"/>
                      <a:pt x="287" y="2519"/>
                      <a:pt x="287" y="3360"/>
                    </a:cubicBezTo>
                    <a:cubicBezTo>
                      <a:pt x="287" y="4201"/>
                      <a:pt x="621" y="5009"/>
                      <a:pt x="1216" y="5604"/>
                    </a:cubicBezTo>
                    <a:cubicBezTo>
                      <a:pt x="1811" y="6198"/>
                      <a:pt x="2617" y="6533"/>
                      <a:pt x="3459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84" name="Freeform: Shape 10983">
                <a:extLst>
                  <a:ext uri="{FF2B5EF4-FFF2-40B4-BE49-F238E27FC236}">
                    <a16:creationId xmlns:a16="http://schemas.microsoft.com/office/drawing/2014/main" id="{807410FF-4E53-7FE1-B849-E9D5763EA492}"/>
                  </a:ext>
                </a:extLst>
              </p:cNvPr>
              <p:cNvSpPr/>
              <p:nvPr/>
            </p:nvSpPr>
            <p:spPr>
              <a:xfrm>
                <a:off x="10055406" y="5868773"/>
                <a:ext cx="6343" cy="6345"/>
              </a:xfrm>
              <a:custGeom>
                <a:avLst/>
                <a:gdLst>
                  <a:gd name="connsiteX0" fmla="*/ 3459 w 6343"/>
                  <a:gd name="connsiteY0" fmla="*/ 6534 h 6345"/>
                  <a:gd name="connsiteX1" fmla="*/ 5702 w 6343"/>
                  <a:gd name="connsiteY1" fmla="*/ 5604 h 6345"/>
                  <a:gd name="connsiteX2" fmla="*/ 6631 w 6343"/>
                  <a:gd name="connsiteY2" fmla="*/ 3361 h 6345"/>
                  <a:gd name="connsiteX3" fmla="*/ 5702 w 6343"/>
                  <a:gd name="connsiteY3" fmla="*/ 1118 h 6345"/>
                  <a:gd name="connsiteX4" fmla="*/ 3459 w 6343"/>
                  <a:gd name="connsiteY4" fmla="*/ 188 h 6345"/>
                  <a:gd name="connsiteX5" fmla="*/ 1216 w 6343"/>
                  <a:gd name="connsiteY5" fmla="*/ 1118 h 6345"/>
                  <a:gd name="connsiteX6" fmla="*/ 287 w 6343"/>
                  <a:gd name="connsiteY6" fmla="*/ 3361 h 6345"/>
                  <a:gd name="connsiteX7" fmla="*/ 1216 w 6343"/>
                  <a:gd name="connsiteY7" fmla="*/ 5604 h 6345"/>
                  <a:gd name="connsiteX8" fmla="*/ 3459 w 6343"/>
                  <a:gd name="connsiteY8" fmla="*/ 653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9" y="6534"/>
                    </a:moveTo>
                    <a:cubicBezTo>
                      <a:pt x="4300" y="6534"/>
                      <a:pt x="5107" y="6199"/>
                      <a:pt x="5702" y="5604"/>
                    </a:cubicBezTo>
                    <a:cubicBezTo>
                      <a:pt x="6296" y="5009"/>
                      <a:pt x="6631" y="4202"/>
                      <a:pt x="6631" y="3361"/>
                    </a:cubicBezTo>
                    <a:cubicBezTo>
                      <a:pt x="6631" y="2520"/>
                      <a:pt x="6296" y="1713"/>
                      <a:pt x="5702" y="1118"/>
                    </a:cubicBezTo>
                    <a:cubicBezTo>
                      <a:pt x="5107" y="523"/>
                      <a:pt x="4300" y="188"/>
                      <a:pt x="3459" y="188"/>
                    </a:cubicBezTo>
                    <a:cubicBezTo>
                      <a:pt x="2618" y="188"/>
                      <a:pt x="1811" y="523"/>
                      <a:pt x="1216" y="1118"/>
                    </a:cubicBezTo>
                    <a:cubicBezTo>
                      <a:pt x="622" y="1713"/>
                      <a:pt x="287" y="2520"/>
                      <a:pt x="287" y="3361"/>
                    </a:cubicBezTo>
                    <a:cubicBezTo>
                      <a:pt x="287" y="4202"/>
                      <a:pt x="622" y="5009"/>
                      <a:pt x="1216" y="5604"/>
                    </a:cubicBezTo>
                    <a:cubicBezTo>
                      <a:pt x="1811" y="6199"/>
                      <a:pt x="2618" y="6534"/>
                      <a:pt x="3459" y="65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85" name="Freeform: Shape 10984">
                <a:extLst>
                  <a:ext uri="{FF2B5EF4-FFF2-40B4-BE49-F238E27FC236}">
                    <a16:creationId xmlns:a16="http://schemas.microsoft.com/office/drawing/2014/main" id="{F60753BE-87F4-C333-B80D-CDD71270E73A}"/>
                  </a:ext>
                </a:extLst>
              </p:cNvPr>
              <p:cNvSpPr/>
              <p:nvPr/>
            </p:nvSpPr>
            <p:spPr>
              <a:xfrm>
                <a:off x="10375081" y="6180361"/>
                <a:ext cx="6343" cy="6345"/>
              </a:xfrm>
              <a:custGeom>
                <a:avLst/>
                <a:gdLst>
                  <a:gd name="connsiteX0" fmla="*/ 3484 w 6343"/>
                  <a:gd name="connsiteY0" fmla="*/ 6558 h 6345"/>
                  <a:gd name="connsiteX1" fmla="*/ 5727 w 6343"/>
                  <a:gd name="connsiteY1" fmla="*/ 5629 h 6345"/>
                  <a:gd name="connsiteX2" fmla="*/ 6656 w 6343"/>
                  <a:gd name="connsiteY2" fmla="*/ 3386 h 6345"/>
                  <a:gd name="connsiteX3" fmla="*/ 5727 w 6343"/>
                  <a:gd name="connsiteY3" fmla="*/ 1142 h 6345"/>
                  <a:gd name="connsiteX4" fmla="*/ 3484 w 6343"/>
                  <a:gd name="connsiteY4" fmla="*/ 213 h 6345"/>
                  <a:gd name="connsiteX5" fmla="*/ 1242 w 6343"/>
                  <a:gd name="connsiteY5" fmla="*/ 1142 h 6345"/>
                  <a:gd name="connsiteX6" fmla="*/ 313 w 6343"/>
                  <a:gd name="connsiteY6" fmla="*/ 3386 h 6345"/>
                  <a:gd name="connsiteX7" fmla="*/ 1242 w 6343"/>
                  <a:gd name="connsiteY7" fmla="*/ 5629 h 6345"/>
                  <a:gd name="connsiteX8" fmla="*/ 3484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4" y="6558"/>
                    </a:moveTo>
                    <a:cubicBezTo>
                      <a:pt x="4325" y="6558"/>
                      <a:pt x="5132" y="6224"/>
                      <a:pt x="5727" y="5629"/>
                    </a:cubicBezTo>
                    <a:cubicBezTo>
                      <a:pt x="6322" y="5034"/>
                      <a:pt x="6656" y="4227"/>
                      <a:pt x="6656" y="3386"/>
                    </a:cubicBezTo>
                    <a:cubicBezTo>
                      <a:pt x="6656" y="2544"/>
                      <a:pt x="6322" y="1737"/>
                      <a:pt x="5727" y="1142"/>
                    </a:cubicBezTo>
                    <a:cubicBezTo>
                      <a:pt x="5132" y="547"/>
                      <a:pt x="4325" y="213"/>
                      <a:pt x="3484" y="213"/>
                    </a:cubicBezTo>
                    <a:cubicBezTo>
                      <a:pt x="2643" y="213"/>
                      <a:pt x="1836" y="547"/>
                      <a:pt x="1242" y="1142"/>
                    </a:cubicBezTo>
                    <a:cubicBezTo>
                      <a:pt x="647" y="1737"/>
                      <a:pt x="313" y="2544"/>
                      <a:pt x="313" y="3386"/>
                    </a:cubicBezTo>
                    <a:cubicBezTo>
                      <a:pt x="313" y="4227"/>
                      <a:pt x="647" y="5034"/>
                      <a:pt x="1242" y="5629"/>
                    </a:cubicBezTo>
                    <a:cubicBezTo>
                      <a:pt x="1836" y="6224"/>
                      <a:pt x="2643" y="6558"/>
                      <a:pt x="3484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86" name="Freeform: Shape 10985">
                <a:extLst>
                  <a:ext uri="{FF2B5EF4-FFF2-40B4-BE49-F238E27FC236}">
                    <a16:creationId xmlns:a16="http://schemas.microsoft.com/office/drawing/2014/main" id="{657C003E-81DC-5231-8033-3D83A8E45E43}"/>
                  </a:ext>
                </a:extLst>
              </p:cNvPr>
              <p:cNvSpPr/>
              <p:nvPr/>
            </p:nvSpPr>
            <p:spPr>
              <a:xfrm>
                <a:off x="10368769" y="6185230"/>
                <a:ext cx="6343" cy="6345"/>
              </a:xfrm>
              <a:custGeom>
                <a:avLst/>
                <a:gdLst>
                  <a:gd name="connsiteX0" fmla="*/ 3484 w 6343"/>
                  <a:gd name="connsiteY0" fmla="*/ 6559 h 6345"/>
                  <a:gd name="connsiteX1" fmla="*/ 5726 w 6343"/>
                  <a:gd name="connsiteY1" fmla="*/ 5629 h 6345"/>
                  <a:gd name="connsiteX2" fmla="*/ 6655 w 6343"/>
                  <a:gd name="connsiteY2" fmla="*/ 3386 h 6345"/>
                  <a:gd name="connsiteX3" fmla="*/ 5726 w 6343"/>
                  <a:gd name="connsiteY3" fmla="*/ 1142 h 6345"/>
                  <a:gd name="connsiteX4" fmla="*/ 3484 w 6343"/>
                  <a:gd name="connsiteY4" fmla="*/ 213 h 6345"/>
                  <a:gd name="connsiteX5" fmla="*/ 1241 w 6343"/>
                  <a:gd name="connsiteY5" fmla="*/ 1142 h 6345"/>
                  <a:gd name="connsiteX6" fmla="*/ 312 w 6343"/>
                  <a:gd name="connsiteY6" fmla="*/ 3386 h 6345"/>
                  <a:gd name="connsiteX7" fmla="*/ 1241 w 6343"/>
                  <a:gd name="connsiteY7" fmla="*/ 5629 h 6345"/>
                  <a:gd name="connsiteX8" fmla="*/ 348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4" y="6559"/>
                    </a:moveTo>
                    <a:cubicBezTo>
                      <a:pt x="4325" y="6559"/>
                      <a:pt x="5132" y="6224"/>
                      <a:pt x="5726" y="5629"/>
                    </a:cubicBezTo>
                    <a:cubicBezTo>
                      <a:pt x="6321" y="5034"/>
                      <a:pt x="6655" y="4227"/>
                      <a:pt x="6655" y="3386"/>
                    </a:cubicBezTo>
                    <a:cubicBezTo>
                      <a:pt x="6655" y="2544"/>
                      <a:pt x="6321" y="1737"/>
                      <a:pt x="5726" y="1142"/>
                    </a:cubicBezTo>
                    <a:cubicBezTo>
                      <a:pt x="5132" y="548"/>
                      <a:pt x="4325" y="213"/>
                      <a:pt x="3484" y="213"/>
                    </a:cubicBezTo>
                    <a:cubicBezTo>
                      <a:pt x="2643" y="213"/>
                      <a:pt x="1836" y="548"/>
                      <a:pt x="1241" y="1142"/>
                    </a:cubicBezTo>
                    <a:cubicBezTo>
                      <a:pt x="646" y="1737"/>
                      <a:pt x="312" y="2544"/>
                      <a:pt x="312" y="3386"/>
                    </a:cubicBezTo>
                    <a:cubicBezTo>
                      <a:pt x="312" y="4227"/>
                      <a:pt x="646" y="5034"/>
                      <a:pt x="1241" y="5629"/>
                    </a:cubicBezTo>
                    <a:cubicBezTo>
                      <a:pt x="1836" y="6224"/>
                      <a:pt x="2643" y="6559"/>
                      <a:pt x="348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87" name="Freeform: Shape 10986">
                <a:extLst>
                  <a:ext uri="{FF2B5EF4-FFF2-40B4-BE49-F238E27FC236}">
                    <a16:creationId xmlns:a16="http://schemas.microsoft.com/office/drawing/2014/main" id="{0DCBCF7E-1F4B-94BC-6744-C2C65D674BBE}"/>
                  </a:ext>
                </a:extLst>
              </p:cNvPr>
              <p:cNvSpPr/>
              <p:nvPr/>
            </p:nvSpPr>
            <p:spPr>
              <a:xfrm>
                <a:off x="10363823" y="6191413"/>
                <a:ext cx="6343" cy="6345"/>
              </a:xfrm>
              <a:custGeom>
                <a:avLst/>
                <a:gdLst>
                  <a:gd name="connsiteX0" fmla="*/ 3483 w 6343"/>
                  <a:gd name="connsiteY0" fmla="*/ 6559 h 6345"/>
                  <a:gd name="connsiteX1" fmla="*/ 5726 w 6343"/>
                  <a:gd name="connsiteY1" fmla="*/ 5630 h 6345"/>
                  <a:gd name="connsiteX2" fmla="*/ 6655 w 6343"/>
                  <a:gd name="connsiteY2" fmla="*/ 3386 h 6345"/>
                  <a:gd name="connsiteX3" fmla="*/ 5726 w 6343"/>
                  <a:gd name="connsiteY3" fmla="*/ 1143 h 6345"/>
                  <a:gd name="connsiteX4" fmla="*/ 3483 w 6343"/>
                  <a:gd name="connsiteY4" fmla="*/ 214 h 6345"/>
                  <a:gd name="connsiteX5" fmla="*/ 1241 w 6343"/>
                  <a:gd name="connsiteY5" fmla="*/ 1143 h 6345"/>
                  <a:gd name="connsiteX6" fmla="*/ 312 w 6343"/>
                  <a:gd name="connsiteY6" fmla="*/ 3386 h 6345"/>
                  <a:gd name="connsiteX7" fmla="*/ 1241 w 6343"/>
                  <a:gd name="connsiteY7" fmla="*/ 5630 h 6345"/>
                  <a:gd name="connsiteX8" fmla="*/ 348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3" y="6559"/>
                    </a:moveTo>
                    <a:cubicBezTo>
                      <a:pt x="4324" y="6559"/>
                      <a:pt x="5131" y="6225"/>
                      <a:pt x="5726" y="5630"/>
                    </a:cubicBezTo>
                    <a:cubicBezTo>
                      <a:pt x="6321" y="5035"/>
                      <a:pt x="6655" y="4228"/>
                      <a:pt x="6655" y="3386"/>
                    </a:cubicBezTo>
                    <a:cubicBezTo>
                      <a:pt x="6655" y="2545"/>
                      <a:pt x="6321" y="1738"/>
                      <a:pt x="5726" y="1143"/>
                    </a:cubicBezTo>
                    <a:cubicBezTo>
                      <a:pt x="5131" y="548"/>
                      <a:pt x="4324" y="214"/>
                      <a:pt x="3483" y="214"/>
                    </a:cubicBezTo>
                    <a:cubicBezTo>
                      <a:pt x="2642" y="214"/>
                      <a:pt x="1835" y="548"/>
                      <a:pt x="1241" y="1143"/>
                    </a:cubicBezTo>
                    <a:cubicBezTo>
                      <a:pt x="646" y="1738"/>
                      <a:pt x="312" y="2545"/>
                      <a:pt x="312" y="3386"/>
                    </a:cubicBezTo>
                    <a:cubicBezTo>
                      <a:pt x="312" y="4228"/>
                      <a:pt x="646" y="5035"/>
                      <a:pt x="1241" y="5630"/>
                    </a:cubicBezTo>
                    <a:cubicBezTo>
                      <a:pt x="1835" y="6225"/>
                      <a:pt x="2642" y="6559"/>
                      <a:pt x="348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88" name="Freeform: Shape 10987">
                <a:extLst>
                  <a:ext uri="{FF2B5EF4-FFF2-40B4-BE49-F238E27FC236}">
                    <a16:creationId xmlns:a16="http://schemas.microsoft.com/office/drawing/2014/main" id="{D76FA742-4948-5DDF-6F59-E2334A33F76B}"/>
                  </a:ext>
                </a:extLst>
              </p:cNvPr>
              <p:cNvSpPr/>
              <p:nvPr/>
            </p:nvSpPr>
            <p:spPr>
              <a:xfrm>
                <a:off x="10359596" y="6198319"/>
                <a:ext cx="6343" cy="6345"/>
              </a:xfrm>
              <a:custGeom>
                <a:avLst/>
                <a:gdLst>
                  <a:gd name="connsiteX0" fmla="*/ 3483 w 6343"/>
                  <a:gd name="connsiteY0" fmla="*/ 6560 h 6345"/>
                  <a:gd name="connsiteX1" fmla="*/ 5726 w 6343"/>
                  <a:gd name="connsiteY1" fmla="*/ 5630 h 6345"/>
                  <a:gd name="connsiteX2" fmla="*/ 6655 w 6343"/>
                  <a:gd name="connsiteY2" fmla="*/ 3387 h 6345"/>
                  <a:gd name="connsiteX3" fmla="*/ 5726 w 6343"/>
                  <a:gd name="connsiteY3" fmla="*/ 1143 h 6345"/>
                  <a:gd name="connsiteX4" fmla="*/ 3483 w 6343"/>
                  <a:gd name="connsiteY4" fmla="*/ 214 h 6345"/>
                  <a:gd name="connsiteX5" fmla="*/ 1240 w 6343"/>
                  <a:gd name="connsiteY5" fmla="*/ 1143 h 6345"/>
                  <a:gd name="connsiteX6" fmla="*/ 311 w 6343"/>
                  <a:gd name="connsiteY6" fmla="*/ 3387 h 6345"/>
                  <a:gd name="connsiteX7" fmla="*/ 1240 w 6343"/>
                  <a:gd name="connsiteY7" fmla="*/ 5630 h 6345"/>
                  <a:gd name="connsiteX8" fmla="*/ 3483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3" y="6560"/>
                    </a:moveTo>
                    <a:cubicBezTo>
                      <a:pt x="4324" y="6560"/>
                      <a:pt x="5131" y="6225"/>
                      <a:pt x="5726" y="5630"/>
                    </a:cubicBezTo>
                    <a:cubicBezTo>
                      <a:pt x="6320" y="5035"/>
                      <a:pt x="6655" y="4228"/>
                      <a:pt x="6655" y="3387"/>
                    </a:cubicBezTo>
                    <a:cubicBezTo>
                      <a:pt x="6655" y="2546"/>
                      <a:pt x="6320" y="1738"/>
                      <a:pt x="5726" y="1143"/>
                    </a:cubicBezTo>
                    <a:cubicBezTo>
                      <a:pt x="5131" y="549"/>
                      <a:pt x="4324" y="214"/>
                      <a:pt x="3483" y="214"/>
                    </a:cubicBezTo>
                    <a:cubicBezTo>
                      <a:pt x="2642" y="214"/>
                      <a:pt x="1835" y="549"/>
                      <a:pt x="1240" y="1143"/>
                    </a:cubicBezTo>
                    <a:cubicBezTo>
                      <a:pt x="646" y="1738"/>
                      <a:pt x="311" y="2546"/>
                      <a:pt x="311" y="3387"/>
                    </a:cubicBezTo>
                    <a:cubicBezTo>
                      <a:pt x="311" y="4228"/>
                      <a:pt x="646" y="5035"/>
                      <a:pt x="1240" y="5630"/>
                    </a:cubicBezTo>
                    <a:cubicBezTo>
                      <a:pt x="1835" y="6225"/>
                      <a:pt x="2642" y="6560"/>
                      <a:pt x="3483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89" name="Freeform: Shape 10988">
                <a:extLst>
                  <a:ext uri="{FF2B5EF4-FFF2-40B4-BE49-F238E27FC236}">
                    <a16:creationId xmlns:a16="http://schemas.microsoft.com/office/drawing/2014/main" id="{2468A250-6FF7-BE03-B590-58A845929DC8}"/>
                  </a:ext>
                </a:extLst>
              </p:cNvPr>
              <p:cNvSpPr/>
              <p:nvPr/>
            </p:nvSpPr>
            <p:spPr>
              <a:xfrm>
                <a:off x="10353854" y="6203742"/>
                <a:ext cx="6343" cy="6345"/>
              </a:xfrm>
              <a:custGeom>
                <a:avLst/>
                <a:gdLst>
                  <a:gd name="connsiteX0" fmla="*/ 3483 w 6343"/>
                  <a:gd name="connsiteY0" fmla="*/ 6560 h 6345"/>
                  <a:gd name="connsiteX1" fmla="*/ 5725 w 6343"/>
                  <a:gd name="connsiteY1" fmla="*/ 5631 h 6345"/>
                  <a:gd name="connsiteX2" fmla="*/ 6654 w 6343"/>
                  <a:gd name="connsiteY2" fmla="*/ 3387 h 6345"/>
                  <a:gd name="connsiteX3" fmla="*/ 5725 w 6343"/>
                  <a:gd name="connsiteY3" fmla="*/ 1144 h 6345"/>
                  <a:gd name="connsiteX4" fmla="*/ 3483 w 6343"/>
                  <a:gd name="connsiteY4" fmla="*/ 215 h 6345"/>
                  <a:gd name="connsiteX5" fmla="*/ 1240 w 6343"/>
                  <a:gd name="connsiteY5" fmla="*/ 1144 h 6345"/>
                  <a:gd name="connsiteX6" fmla="*/ 311 w 6343"/>
                  <a:gd name="connsiteY6" fmla="*/ 3387 h 6345"/>
                  <a:gd name="connsiteX7" fmla="*/ 1240 w 6343"/>
                  <a:gd name="connsiteY7" fmla="*/ 5631 h 6345"/>
                  <a:gd name="connsiteX8" fmla="*/ 3483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3" y="6560"/>
                    </a:moveTo>
                    <a:cubicBezTo>
                      <a:pt x="4324" y="6560"/>
                      <a:pt x="5130" y="6226"/>
                      <a:pt x="5725" y="5631"/>
                    </a:cubicBezTo>
                    <a:cubicBezTo>
                      <a:pt x="6320" y="5036"/>
                      <a:pt x="6654" y="4229"/>
                      <a:pt x="6654" y="3387"/>
                    </a:cubicBezTo>
                    <a:cubicBezTo>
                      <a:pt x="6654" y="2546"/>
                      <a:pt x="6320" y="1739"/>
                      <a:pt x="5725" y="1144"/>
                    </a:cubicBezTo>
                    <a:cubicBezTo>
                      <a:pt x="5130" y="549"/>
                      <a:pt x="4324" y="215"/>
                      <a:pt x="3483" y="215"/>
                    </a:cubicBezTo>
                    <a:cubicBezTo>
                      <a:pt x="2641" y="215"/>
                      <a:pt x="1835" y="549"/>
                      <a:pt x="1240" y="1144"/>
                    </a:cubicBezTo>
                    <a:cubicBezTo>
                      <a:pt x="645" y="1739"/>
                      <a:pt x="311" y="2546"/>
                      <a:pt x="311" y="3387"/>
                    </a:cubicBezTo>
                    <a:cubicBezTo>
                      <a:pt x="311" y="4229"/>
                      <a:pt x="645" y="5036"/>
                      <a:pt x="1240" y="5631"/>
                    </a:cubicBezTo>
                    <a:cubicBezTo>
                      <a:pt x="1835" y="6226"/>
                      <a:pt x="2641" y="6560"/>
                      <a:pt x="3483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90" name="Freeform: Shape 10989">
                <a:extLst>
                  <a:ext uri="{FF2B5EF4-FFF2-40B4-BE49-F238E27FC236}">
                    <a16:creationId xmlns:a16="http://schemas.microsoft.com/office/drawing/2014/main" id="{DD5EDEC9-F317-60EE-F716-D51995434BF6}"/>
                  </a:ext>
                </a:extLst>
              </p:cNvPr>
              <p:cNvSpPr/>
              <p:nvPr/>
            </p:nvSpPr>
            <p:spPr>
              <a:xfrm>
                <a:off x="10333261" y="6216493"/>
                <a:ext cx="6343" cy="6345"/>
              </a:xfrm>
              <a:custGeom>
                <a:avLst/>
                <a:gdLst>
                  <a:gd name="connsiteX0" fmla="*/ 3481 w 6343"/>
                  <a:gd name="connsiteY0" fmla="*/ 6561 h 6345"/>
                  <a:gd name="connsiteX1" fmla="*/ 5724 w 6343"/>
                  <a:gd name="connsiteY1" fmla="*/ 5632 h 6345"/>
                  <a:gd name="connsiteX2" fmla="*/ 6652 w 6343"/>
                  <a:gd name="connsiteY2" fmla="*/ 3388 h 6345"/>
                  <a:gd name="connsiteX3" fmla="*/ 5724 w 6343"/>
                  <a:gd name="connsiteY3" fmla="*/ 1145 h 6345"/>
                  <a:gd name="connsiteX4" fmla="*/ 3481 w 6343"/>
                  <a:gd name="connsiteY4" fmla="*/ 216 h 6345"/>
                  <a:gd name="connsiteX5" fmla="*/ 1238 w 6343"/>
                  <a:gd name="connsiteY5" fmla="*/ 1145 h 6345"/>
                  <a:gd name="connsiteX6" fmla="*/ 309 w 6343"/>
                  <a:gd name="connsiteY6" fmla="*/ 3388 h 6345"/>
                  <a:gd name="connsiteX7" fmla="*/ 1238 w 6343"/>
                  <a:gd name="connsiteY7" fmla="*/ 5632 h 6345"/>
                  <a:gd name="connsiteX8" fmla="*/ 3481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1" y="6561"/>
                    </a:moveTo>
                    <a:cubicBezTo>
                      <a:pt x="4322" y="6561"/>
                      <a:pt x="5129" y="6227"/>
                      <a:pt x="5724" y="5632"/>
                    </a:cubicBezTo>
                    <a:cubicBezTo>
                      <a:pt x="6318" y="5037"/>
                      <a:pt x="6652" y="4230"/>
                      <a:pt x="6652" y="3388"/>
                    </a:cubicBezTo>
                    <a:cubicBezTo>
                      <a:pt x="6652" y="2547"/>
                      <a:pt x="6318" y="1740"/>
                      <a:pt x="5724" y="1145"/>
                    </a:cubicBezTo>
                    <a:cubicBezTo>
                      <a:pt x="5129" y="550"/>
                      <a:pt x="4322" y="216"/>
                      <a:pt x="3481" y="216"/>
                    </a:cubicBezTo>
                    <a:cubicBezTo>
                      <a:pt x="2640" y="216"/>
                      <a:pt x="1833" y="550"/>
                      <a:pt x="1238" y="1145"/>
                    </a:cubicBezTo>
                    <a:cubicBezTo>
                      <a:pt x="644" y="1740"/>
                      <a:pt x="309" y="2547"/>
                      <a:pt x="309" y="3388"/>
                    </a:cubicBezTo>
                    <a:cubicBezTo>
                      <a:pt x="309" y="4230"/>
                      <a:pt x="644" y="5037"/>
                      <a:pt x="1238" y="5632"/>
                    </a:cubicBezTo>
                    <a:cubicBezTo>
                      <a:pt x="1833" y="6227"/>
                      <a:pt x="2640" y="6561"/>
                      <a:pt x="3481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91" name="Freeform: Shape 10990">
                <a:extLst>
                  <a:ext uri="{FF2B5EF4-FFF2-40B4-BE49-F238E27FC236}">
                    <a16:creationId xmlns:a16="http://schemas.microsoft.com/office/drawing/2014/main" id="{5F37C00C-AC84-3F03-E3E1-9E2CC052E4E5}"/>
                  </a:ext>
                </a:extLst>
              </p:cNvPr>
              <p:cNvSpPr/>
              <p:nvPr/>
            </p:nvSpPr>
            <p:spPr>
              <a:xfrm>
                <a:off x="10340995" y="6236022"/>
                <a:ext cx="6343" cy="6345"/>
              </a:xfrm>
              <a:custGeom>
                <a:avLst/>
                <a:gdLst>
                  <a:gd name="connsiteX0" fmla="*/ 3481 w 6343"/>
                  <a:gd name="connsiteY0" fmla="*/ 6563 h 6345"/>
                  <a:gd name="connsiteX1" fmla="*/ 5724 w 6343"/>
                  <a:gd name="connsiteY1" fmla="*/ 5633 h 6345"/>
                  <a:gd name="connsiteX2" fmla="*/ 6653 w 6343"/>
                  <a:gd name="connsiteY2" fmla="*/ 3390 h 6345"/>
                  <a:gd name="connsiteX3" fmla="*/ 5724 w 6343"/>
                  <a:gd name="connsiteY3" fmla="*/ 1146 h 6345"/>
                  <a:gd name="connsiteX4" fmla="*/ 3481 w 6343"/>
                  <a:gd name="connsiteY4" fmla="*/ 217 h 6345"/>
                  <a:gd name="connsiteX5" fmla="*/ 1239 w 6343"/>
                  <a:gd name="connsiteY5" fmla="*/ 1146 h 6345"/>
                  <a:gd name="connsiteX6" fmla="*/ 310 w 6343"/>
                  <a:gd name="connsiteY6" fmla="*/ 3390 h 6345"/>
                  <a:gd name="connsiteX7" fmla="*/ 1239 w 6343"/>
                  <a:gd name="connsiteY7" fmla="*/ 5633 h 6345"/>
                  <a:gd name="connsiteX8" fmla="*/ 348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1" y="6563"/>
                    </a:moveTo>
                    <a:cubicBezTo>
                      <a:pt x="4323" y="6563"/>
                      <a:pt x="5129" y="6228"/>
                      <a:pt x="5724" y="5633"/>
                    </a:cubicBezTo>
                    <a:cubicBezTo>
                      <a:pt x="6319" y="5038"/>
                      <a:pt x="6653" y="4231"/>
                      <a:pt x="6653" y="3390"/>
                    </a:cubicBezTo>
                    <a:cubicBezTo>
                      <a:pt x="6653" y="2549"/>
                      <a:pt x="6319" y="1741"/>
                      <a:pt x="5724" y="1146"/>
                    </a:cubicBezTo>
                    <a:cubicBezTo>
                      <a:pt x="5129" y="552"/>
                      <a:pt x="4323" y="217"/>
                      <a:pt x="3481" y="217"/>
                    </a:cubicBezTo>
                    <a:cubicBezTo>
                      <a:pt x="2640" y="217"/>
                      <a:pt x="1834" y="552"/>
                      <a:pt x="1239" y="1146"/>
                    </a:cubicBezTo>
                    <a:cubicBezTo>
                      <a:pt x="644" y="1741"/>
                      <a:pt x="310" y="2549"/>
                      <a:pt x="310" y="3390"/>
                    </a:cubicBezTo>
                    <a:cubicBezTo>
                      <a:pt x="310" y="4231"/>
                      <a:pt x="644" y="5038"/>
                      <a:pt x="1239" y="5633"/>
                    </a:cubicBezTo>
                    <a:cubicBezTo>
                      <a:pt x="1834" y="6228"/>
                      <a:pt x="2640" y="6563"/>
                      <a:pt x="348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92" name="Freeform: Shape 10991">
                <a:extLst>
                  <a:ext uri="{FF2B5EF4-FFF2-40B4-BE49-F238E27FC236}">
                    <a16:creationId xmlns:a16="http://schemas.microsoft.com/office/drawing/2014/main" id="{B73C3077-0C02-D1E1-1D24-759345397F5B}"/>
                  </a:ext>
                </a:extLst>
              </p:cNvPr>
              <p:cNvSpPr/>
              <p:nvPr/>
            </p:nvSpPr>
            <p:spPr>
              <a:xfrm>
                <a:off x="10337650" y="6244114"/>
                <a:ext cx="6343" cy="6345"/>
              </a:xfrm>
              <a:custGeom>
                <a:avLst/>
                <a:gdLst>
                  <a:gd name="connsiteX0" fmla="*/ 3481 w 6343"/>
                  <a:gd name="connsiteY0" fmla="*/ 6563 h 6345"/>
                  <a:gd name="connsiteX1" fmla="*/ 5724 w 6343"/>
                  <a:gd name="connsiteY1" fmla="*/ 5634 h 6345"/>
                  <a:gd name="connsiteX2" fmla="*/ 6653 w 6343"/>
                  <a:gd name="connsiteY2" fmla="*/ 3391 h 6345"/>
                  <a:gd name="connsiteX3" fmla="*/ 5724 w 6343"/>
                  <a:gd name="connsiteY3" fmla="*/ 1147 h 6345"/>
                  <a:gd name="connsiteX4" fmla="*/ 3481 w 6343"/>
                  <a:gd name="connsiteY4" fmla="*/ 218 h 6345"/>
                  <a:gd name="connsiteX5" fmla="*/ 1239 w 6343"/>
                  <a:gd name="connsiteY5" fmla="*/ 1147 h 6345"/>
                  <a:gd name="connsiteX6" fmla="*/ 310 w 6343"/>
                  <a:gd name="connsiteY6" fmla="*/ 3391 h 6345"/>
                  <a:gd name="connsiteX7" fmla="*/ 1239 w 6343"/>
                  <a:gd name="connsiteY7" fmla="*/ 5634 h 6345"/>
                  <a:gd name="connsiteX8" fmla="*/ 348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1" y="6563"/>
                    </a:moveTo>
                    <a:cubicBezTo>
                      <a:pt x="4322" y="6563"/>
                      <a:pt x="5129" y="6229"/>
                      <a:pt x="5724" y="5634"/>
                    </a:cubicBezTo>
                    <a:cubicBezTo>
                      <a:pt x="6319" y="5039"/>
                      <a:pt x="6653" y="4232"/>
                      <a:pt x="6653" y="3391"/>
                    </a:cubicBezTo>
                    <a:cubicBezTo>
                      <a:pt x="6653" y="2549"/>
                      <a:pt x="6319" y="1742"/>
                      <a:pt x="5724" y="1147"/>
                    </a:cubicBezTo>
                    <a:cubicBezTo>
                      <a:pt x="5129" y="552"/>
                      <a:pt x="4322" y="218"/>
                      <a:pt x="3481" y="218"/>
                    </a:cubicBezTo>
                    <a:cubicBezTo>
                      <a:pt x="2640" y="218"/>
                      <a:pt x="1833" y="552"/>
                      <a:pt x="1239" y="1147"/>
                    </a:cubicBezTo>
                    <a:cubicBezTo>
                      <a:pt x="644" y="1742"/>
                      <a:pt x="310" y="2549"/>
                      <a:pt x="310" y="3391"/>
                    </a:cubicBezTo>
                    <a:cubicBezTo>
                      <a:pt x="310" y="4232"/>
                      <a:pt x="644" y="5039"/>
                      <a:pt x="1239" y="5634"/>
                    </a:cubicBezTo>
                    <a:cubicBezTo>
                      <a:pt x="1833" y="6229"/>
                      <a:pt x="2640" y="6563"/>
                      <a:pt x="348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93" name="Freeform: Shape 10992">
                <a:extLst>
                  <a:ext uri="{FF2B5EF4-FFF2-40B4-BE49-F238E27FC236}">
                    <a16:creationId xmlns:a16="http://schemas.microsoft.com/office/drawing/2014/main" id="{C03AE579-EF5C-D2FC-B0D5-04F2F2FACAA1}"/>
                  </a:ext>
                </a:extLst>
              </p:cNvPr>
              <p:cNvSpPr/>
              <p:nvPr/>
            </p:nvSpPr>
            <p:spPr>
              <a:xfrm>
                <a:off x="10297521" y="6212658"/>
                <a:ext cx="6343" cy="6345"/>
              </a:xfrm>
              <a:custGeom>
                <a:avLst/>
                <a:gdLst>
                  <a:gd name="connsiteX0" fmla="*/ 3478 w 6343"/>
                  <a:gd name="connsiteY0" fmla="*/ 6561 h 6345"/>
                  <a:gd name="connsiteX1" fmla="*/ 5721 w 6343"/>
                  <a:gd name="connsiteY1" fmla="*/ 5632 h 6345"/>
                  <a:gd name="connsiteX2" fmla="*/ 6650 w 6343"/>
                  <a:gd name="connsiteY2" fmla="*/ 3388 h 6345"/>
                  <a:gd name="connsiteX3" fmla="*/ 5721 w 6343"/>
                  <a:gd name="connsiteY3" fmla="*/ 1145 h 6345"/>
                  <a:gd name="connsiteX4" fmla="*/ 3478 w 6343"/>
                  <a:gd name="connsiteY4" fmla="*/ 215 h 6345"/>
                  <a:gd name="connsiteX5" fmla="*/ 1235 w 6343"/>
                  <a:gd name="connsiteY5" fmla="*/ 1145 h 6345"/>
                  <a:gd name="connsiteX6" fmla="*/ 307 w 6343"/>
                  <a:gd name="connsiteY6" fmla="*/ 3388 h 6345"/>
                  <a:gd name="connsiteX7" fmla="*/ 1235 w 6343"/>
                  <a:gd name="connsiteY7" fmla="*/ 5632 h 6345"/>
                  <a:gd name="connsiteX8" fmla="*/ 3478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8" y="6561"/>
                    </a:moveTo>
                    <a:cubicBezTo>
                      <a:pt x="4319" y="6561"/>
                      <a:pt x="5126" y="6226"/>
                      <a:pt x="5721" y="5632"/>
                    </a:cubicBezTo>
                    <a:cubicBezTo>
                      <a:pt x="6315" y="5037"/>
                      <a:pt x="6650" y="4229"/>
                      <a:pt x="6650" y="3388"/>
                    </a:cubicBezTo>
                    <a:cubicBezTo>
                      <a:pt x="6650" y="2547"/>
                      <a:pt x="6315" y="1740"/>
                      <a:pt x="5721" y="1145"/>
                    </a:cubicBezTo>
                    <a:cubicBezTo>
                      <a:pt x="5126" y="550"/>
                      <a:pt x="4319" y="215"/>
                      <a:pt x="3478" y="215"/>
                    </a:cubicBezTo>
                    <a:cubicBezTo>
                      <a:pt x="2637" y="215"/>
                      <a:pt x="1830" y="550"/>
                      <a:pt x="1235" y="1145"/>
                    </a:cubicBezTo>
                    <a:cubicBezTo>
                      <a:pt x="641" y="1740"/>
                      <a:pt x="307" y="2547"/>
                      <a:pt x="307" y="3388"/>
                    </a:cubicBezTo>
                    <a:cubicBezTo>
                      <a:pt x="307" y="4229"/>
                      <a:pt x="641" y="5037"/>
                      <a:pt x="1235" y="5632"/>
                    </a:cubicBezTo>
                    <a:cubicBezTo>
                      <a:pt x="1830" y="6226"/>
                      <a:pt x="2637" y="6561"/>
                      <a:pt x="3478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94" name="Freeform: Shape 10993">
                <a:extLst>
                  <a:ext uri="{FF2B5EF4-FFF2-40B4-BE49-F238E27FC236}">
                    <a16:creationId xmlns:a16="http://schemas.microsoft.com/office/drawing/2014/main" id="{5D4999A9-750B-592F-ED65-DFF5BA5C04AD}"/>
                  </a:ext>
                </a:extLst>
              </p:cNvPr>
              <p:cNvSpPr/>
              <p:nvPr/>
            </p:nvSpPr>
            <p:spPr>
              <a:xfrm>
                <a:off x="10336658" y="6266707"/>
                <a:ext cx="6343" cy="6345"/>
              </a:xfrm>
              <a:custGeom>
                <a:avLst/>
                <a:gdLst>
                  <a:gd name="connsiteX0" fmla="*/ 3481 w 6343"/>
                  <a:gd name="connsiteY0" fmla="*/ 6565 h 6345"/>
                  <a:gd name="connsiteX1" fmla="*/ 5724 w 6343"/>
                  <a:gd name="connsiteY1" fmla="*/ 5636 h 6345"/>
                  <a:gd name="connsiteX2" fmla="*/ 6653 w 6343"/>
                  <a:gd name="connsiteY2" fmla="*/ 3392 h 6345"/>
                  <a:gd name="connsiteX3" fmla="*/ 5724 w 6343"/>
                  <a:gd name="connsiteY3" fmla="*/ 1149 h 6345"/>
                  <a:gd name="connsiteX4" fmla="*/ 3481 w 6343"/>
                  <a:gd name="connsiteY4" fmla="*/ 220 h 6345"/>
                  <a:gd name="connsiteX5" fmla="*/ 1239 w 6343"/>
                  <a:gd name="connsiteY5" fmla="*/ 1149 h 6345"/>
                  <a:gd name="connsiteX6" fmla="*/ 310 w 6343"/>
                  <a:gd name="connsiteY6" fmla="*/ 3392 h 6345"/>
                  <a:gd name="connsiteX7" fmla="*/ 1239 w 6343"/>
                  <a:gd name="connsiteY7" fmla="*/ 5636 h 6345"/>
                  <a:gd name="connsiteX8" fmla="*/ 3481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1" y="6565"/>
                    </a:moveTo>
                    <a:cubicBezTo>
                      <a:pt x="4322" y="6565"/>
                      <a:pt x="5129" y="6231"/>
                      <a:pt x="5724" y="5636"/>
                    </a:cubicBezTo>
                    <a:cubicBezTo>
                      <a:pt x="6319" y="5041"/>
                      <a:pt x="6653" y="4234"/>
                      <a:pt x="6653" y="3392"/>
                    </a:cubicBezTo>
                    <a:cubicBezTo>
                      <a:pt x="6653" y="2551"/>
                      <a:pt x="6319" y="1744"/>
                      <a:pt x="5724" y="1149"/>
                    </a:cubicBezTo>
                    <a:cubicBezTo>
                      <a:pt x="5129" y="554"/>
                      <a:pt x="4322" y="220"/>
                      <a:pt x="3481" y="220"/>
                    </a:cubicBezTo>
                    <a:cubicBezTo>
                      <a:pt x="2640" y="220"/>
                      <a:pt x="1833" y="554"/>
                      <a:pt x="1239" y="1149"/>
                    </a:cubicBezTo>
                    <a:cubicBezTo>
                      <a:pt x="644" y="1744"/>
                      <a:pt x="310" y="2551"/>
                      <a:pt x="310" y="3392"/>
                    </a:cubicBezTo>
                    <a:cubicBezTo>
                      <a:pt x="310" y="4234"/>
                      <a:pt x="644" y="5041"/>
                      <a:pt x="1239" y="5636"/>
                    </a:cubicBezTo>
                    <a:cubicBezTo>
                      <a:pt x="1833" y="6231"/>
                      <a:pt x="2640" y="6565"/>
                      <a:pt x="3481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95" name="Freeform: Shape 10994">
                <a:extLst>
                  <a:ext uri="{FF2B5EF4-FFF2-40B4-BE49-F238E27FC236}">
                    <a16:creationId xmlns:a16="http://schemas.microsoft.com/office/drawing/2014/main" id="{7F16F6AF-7A5C-4F2F-C9FD-715634CAA251}"/>
                  </a:ext>
                </a:extLst>
              </p:cNvPr>
              <p:cNvSpPr/>
              <p:nvPr/>
            </p:nvSpPr>
            <p:spPr>
              <a:xfrm>
                <a:off x="10360459" y="6305041"/>
                <a:ext cx="6343" cy="6345"/>
              </a:xfrm>
              <a:custGeom>
                <a:avLst/>
                <a:gdLst>
                  <a:gd name="connsiteX0" fmla="*/ 3483 w 6343"/>
                  <a:gd name="connsiteY0" fmla="*/ 6568 h 6345"/>
                  <a:gd name="connsiteX1" fmla="*/ 5726 w 6343"/>
                  <a:gd name="connsiteY1" fmla="*/ 5639 h 6345"/>
                  <a:gd name="connsiteX2" fmla="*/ 6655 w 6343"/>
                  <a:gd name="connsiteY2" fmla="*/ 3395 h 6345"/>
                  <a:gd name="connsiteX3" fmla="*/ 5726 w 6343"/>
                  <a:gd name="connsiteY3" fmla="*/ 1152 h 6345"/>
                  <a:gd name="connsiteX4" fmla="*/ 3483 w 6343"/>
                  <a:gd name="connsiteY4" fmla="*/ 223 h 6345"/>
                  <a:gd name="connsiteX5" fmla="*/ 1240 w 6343"/>
                  <a:gd name="connsiteY5" fmla="*/ 1152 h 6345"/>
                  <a:gd name="connsiteX6" fmla="*/ 311 w 6343"/>
                  <a:gd name="connsiteY6" fmla="*/ 3395 h 6345"/>
                  <a:gd name="connsiteX7" fmla="*/ 1240 w 6343"/>
                  <a:gd name="connsiteY7" fmla="*/ 5639 h 6345"/>
                  <a:gd name="connsiteX8" fmla="*/ 3483 w 6343"/>
                  <a:gd name="connsiteY8" fmla="*/ 65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3" y="6568"/>
                    </a:moveTo>
                    <a:cubicBezTo>
                      <a:pt x="4324" y="6568"/>
                      <a:pt x="5131" y="6234"/>
                      <a:pt x="5726" y="5639"/>
                    </a:cubicBezTo>
                    <a:cubicBezTo>
                      <a:pt x="6320" y="5044"/>
                      <a:pt x="6655" y="4237"/>
                      <a:pt x="6655" y="3395"/>
                    </a:cubicBezTo>
                    <a:cubicBezTo>
                      <a:pt x="6655" y="2554"/>
                      <a:pt x="6320" y="1747"/>
                      <a:pt x="5726" y="1152"/>
                    </a:cubicBezTo>
                    <a:cubicBezTo>
                      <a:pt x="5131" y="557"/>
                      <a:pt x="4324" y="223"/>
                      <a:pt x="3483" y="223"/>
                    </a:cubicBezTo>
                    <a:cubicBezTo>
                      <a:pt x="2642" y="223"/>
                      <a:pt x="1835" y="557"/>
                      <a:pt x="1240" y="1152"/>
                    </a:cubicBezTo>
                    <a:cubicBezTo>
                      <a:pt x="646" y="1747"/>
                      <a:pt x="311" y="2554"/>
                      <a:pt x="311" y="3395"/>
                    </a:cubicBezTo>
                    <a:cubicBezTo>
                      <a:pt x="311" y="4237"/>
                      <a:pt x="646" y="5044"/>
                      <a:pt x="1240" y="5639"/>
                    </a:cubicBezTo>
                    <a:cubicBezTo>
                      <a:pt x="1835" y="6234"/>
                      <a:pt x="2642" y="6568"/>
                      <a:pt x="3483" y="65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96" name="Freeform: Shape 10995">
                <a:extLst>
                  <a:ext uri="{FF2B5EF4-FFF2-40B4-BE49-F238E27FC236}">
                    <a16:creationId xmlns:a16="http://schemas.microsoft.com/office/drawing/2014/main" id="{A298D11E-1996-5CD5-FCF0-184B6C6002DB}"/>
                  </a:ext>
                </a:extLst>
              </p:cNvPr>
              <p:cNvSpPr/>
              <p:nvPr/>
            </p:nvSpPr>
            <p:spPr>
              <a:xfrm>
                <a:off x="10269301" y="6215727"/>
                <a:ext cx="6343" cy="6345"/>
              </a:xfrm>
              <a:custGeom>
                <a:avLst/>
                <a:gdLst>
                  <a:gd name="connsiteX0" fmla="*/ 3476 w 6343"/>
                  <a:gd name="connsiteY0" fmla="*/ 6561 h 6345"/>
                  <a:gd name="connsiteX1" fmla="*/ 5718 w 6343"/>
                  <a:gd name="connsiteY1" fmla="*/ 5632 h 6345"/>
                  <a:gd name="connsiteX2" fmla="*/ 6647 w 6343"/>
                  <a:gd name="connsiteY2" fmla="*/ 3388 h 6345"/>
                  <a:gd name="connsiteX3" fmla="*/ 5718 w 6343"/>
                  <a:gd name="connsiteY3" fmla="*/ 1145 h 6345"/>
                  <a:gd name="connsiteX4" fmla="*/ 3476 w 6343"/>
                  <a:gd name="connsiteY4" fmla="*/ 216 h 6345"/>
                  <a:gd name="connsiteX5" fmla="*/ 1233 w 6343"/>
                  <a:gd name="connsiteY5" fmla="*/ 1145 h 6345"/>
                  <a:gd name="connsiteX6" fmla="*/ 304 w 6343"/>
                  <a:gd name="connsiteY6" fmla="*/ 3388 h 6345"/>
                  <a:gd name="connsiteX7" fmla="*/ 1233 w 6343"/>
                  <a:gd name="connsiteY7" fmla="*/ 5632 h 6345"/>
                  <a:gd name="connsiteX8" fmla="*/ 3476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6" y="6561"/>
                    </a:moveTo>
                    <a:cubicBezTo>
                      <a:pt x="4317" y="6561"/>
                      <a:pt x="5124" y="6227"/>
                      <a:pt x="5718" y="5632"/>
                    </a:cubicBezTo>
                    <a:cubicBezTo>
                      <a:pt x="6313" y="5037"/>
                      <a:pt x="6647" y="4230"/>
                      <a:pt x="6647" y="3388"/>
                    </a:cubicBezTo>
                    <a:cubicBezTo>
                      <a:pt x="6647" y="2547"/>
                      <a:pt x="6313" y="1740"/>
                      <a:pt x="5718" y="1145"/>
                    </a:cubicBezTo>
                    <a:cubicBezTo>
                      <a:pt x="5124" y="550"/>
                      <a:pt x="4317" y="216"/>
                      <a:pt x="3476" y="216"/>
                    </a:cubicBezTo>
                    <a:cubicBezTo>
                      <a:pt x="2635" y="216"/>
                      <a:pt x="1828" y="550"/>
                      <a:pt x="1233" y="1145"/>
                    </a:cubicBezTo>
                    <a:cubicBezTo>
                      <a:pt x="638" y="1740"/>
                      <a:pt x="304" y="2547"/>
                      <a:pt x="304" y="3388"/>
                    </a:cubicBezTo>
                    <a:cubicBezTo>
                      <a:pt x="304" y="4230"/>
                      <a:pt x="638" y="5037"/>
                      <a:pt x="1233" y="5632"/>
                    </a:cubicBezTo>
                    <a:cubicBezTo>
                      <a:pt x="1828" y="6227"/>
                      <a:pt x="2635" y="6561"/>
                      <a:pt x="3476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97" name="Freeform: Shape 10996">
                <a:extLst>
                  <a:ext uri="{FF2B5EF4-FFF2-40B4-BE49-F238E27FC236}">
                    <a16:creationId xmlns:a16="http://schemas.microsoft.com/office/drawing/2014/main" id="{6AB33386-8AAD-6BD6-FA5B-3CAEEF4FEA18}"/>
                  </a:ext>
                </a:extLst>
              </p:cNvPr>
              <p:cNvSpPr/>
              <p:nvPr/>
            </p:nvSpPr>
            <p:spPr>
              <a:xfrm>
                <a:off x="10197053" y="6177708"/>
                <a:ext cx="6343" cy="6345"/>
              </a:xfrm>
              <a:custGeom>
                <a:avLst/>
                <a:gdLst>
                  <a:gd name="connsiteX0" fmla="*/ 3470 w 6343"/>
                  <a:gd name="connsiteY0" fmla="*/ 6558 h 6345"/>
                  <a:gd name="connsiteX1" fmla="*/ 5713 w 6343"/>
                  <a:gd name="connsiteY1" fmla="*/ 5629 h 6345"/>
                  <a:gd name="connsiteX2" fmla="*/ 6642 w 6343"/>
                  <a:gd name="connsiteY2" fmla="*/ 3385 h 6345"/>
                  <a:gd name="connsiteX3" fmla="*/ 5713 w 6343"/>
                  <a:gd name="connsiteY3" fmla="*/ 1142 h 6345"/>
                  <a:gd name="connsiteX4" fmla="*/ 3470 w 6343"/>
                  <a:gd name="connsiteY4" fmla="*/ 213 h 6345"/>
                  <a:gd name="connsiteX5" fmla="*/ 1228 w 6343"/>
                  <a:gd name="connsiteY5" fmla="*/ 1142 h 6345"/>
                  <a:gd name="connsiteX6" fmla="*/ 299 w 6343"/>
                  <a:gd name="connsiteY6" fmla="*/ 3385 h 6345"/>
                  <a:gd name="connsiteX7" fmla="*/ 1228 w 6343"/>
                  <a:gd name="connsiteY7" fmla="*/ 5629 h 6345"/>
                  <a:gd name="connsiteX8" fmla="*/ 3470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0" y="6558"/>
                    </a:moveTo>
                    <a:cubicBezTo>
                      <a:pt x="4311" y="6558"/>
                      <a:pt x="5118" y="6224"/>
                      <a:pt x="5713" y="5629"/>
                    </a:cubicBezTo>
                    <a:cubicBezTo>
                      <a:pt x="6308" y="5034"/>
                      <a:pt x="6642" y="4227"/>
                      <a:pt x="6642" y="3385"/>
                    </a:cubicBezTo>
                    <a:cubicBezTo>
                      <a:pt x="6642" y="2544"/>
                      <a:pt x="6308" y="1737"/>
                      <a:pt x="5713" y="1142"/>
                    </a:cubicBezTo>
                    <a:cubicBezTo>
                      <a:pt x="5118" y="547"/>
                      <a:pt x="4311" y="213"/>
                      <a:pt x="3470" y="213"/>
                    </a:cubicBezTo>
                    <a:cubicBezTo>
                      <a:pt x="2629" y="213"/>
                      <a:pt x="1822" y="547"/>
                      <a:pt x="1228" y="1142"/>
                    </a:cubicBezTo>
                    <a:cubicBezTo>
                      <a:pt x="633" y="1737"/>
                      <a:pt x="299" y="2544"/>
                      <a:pt x="299" y="3385"/>
                    </a:cubicBezTo>
                    <a:cubicBezTo>
                      <a:pt x="299" y="4227"/>
                      <a:pt x="633" y="5034"/>
                      <a:pt x="1228" y="5629"/>
                    </a:cubicBezTo>
                    <a:cubicBezTo>
                      <a:pt x="1822" y="6224"/>
                      <a:pt x="2629" y="6558"/>
                      <a:pt x="3470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98" name="Freeform: Shape 10997">
                <a:extLst>
                  <a:ext uri="{FF2B5EF4-FFF2-40B4-BE49-F238E27FC236}">
                    <a16:creationId xmlns:a16="http://schemas.microsoft.com/office/drawing/2014/main" id="{A546901E-CA9D-695A-3BEF-154272208507}"/>
                  </a:ext>
                </a:extLst>
              </p:cNvPr>
              <p:cNvSpPr/>
              <p:nvPr/>
            </p:nvSpPr>
            <p:spPr>
              <a:xfrm>
                <a:off x="10191497" y="6182167"/>
                <a:ext cx="6343" cy="6345"/>
              </a:xfrm>
              <a:custGeom>
                <a:avLst/>
                <a:gdLst>
                  <a:gd name="connsiteX0" fmla="*/ 3470 w 6343"/>
                  <a:gd name="connsiteY0" fmla="*/ 6558 h 6345"/>
                  <a:gd name="connsiteX1" fmla="*/ 5712 w 6343"/>
                  <a:gd name="connsiteY1" fmla="*/ 5629 h 6345"/>
                  <a:gd name="connsiteX2" fmla="*/ 6641 w 6343"/>
                  <a:gd name="connsiteY2" fmla="*/ 3386 h 6345"/>
                  <a:gd name="connsiteX3" fmla="*/ 5712 w 6343"/>
                  <a:gd name="connsiteY3" fmla="*/ 1142 h 6345"/>
                  <a:gd name="connsiteX4" fmla="*/ 3470 w 6343"/>
                  <a:gd name="connsiteY4" fmla="*/ 213 h 6345"/>
                  <a:gd name="connsiteX5" fmla="*/ 1227 w 6343"/>
                  <a:gd name="connsiteY5" fmla="*/ 1142 h 6345"/>
                  <a:gd name="connsiteX6" fmla="*/ 298 w 6343"/>
                  <a:gd name="connsiteY6" fmla="*/ 3386 h 6345"/>
                  <a:gd name="connsiteX7" fmla="*/ 1227 w 6343"/>
                  <a:gd name="connsiteY7" fmla="*/ 5629 h 6345"/>
                  <a:gd name="connsiteX8" fmla="*/ 3470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0" y="6558"/>
                    </a:moveTo>
                    <a:cubicBezTo>
                      <a:pt x="4311" y="6558"/>
                      <a:pt x="5118" y="6224"/>
                      <a:pt x="5712" y="5629"/>
                    </a:cubicBezTo>
                    <a:cubicBezTo>
                      <a:pt x="6307" y="5034"/>
                      <a:pt x="6641" y="4227"/>
                      <a:pt x="6641" y="3386"/>
                    </a:cubicBezTo>
                    <a:cubicBezTo>
                      <a:pt x="6641" y="2544"/>
                      <a:pt x="6307" y="1737"/>
                      <a:pt x="5712" y="1142"/>
                    </a:cubicBezTo>
                    <a:cubicBezTo>
                      <a:pt x="5118" y="547"/>
                      <a:pt x="4311" y="213"/>
                      <a:pt x="3470" y="213"/>
                    </a:cubicBezTo>
                    <a:cubicBezTo>
                      <a:pt x="2629" y="213"/>
                      <a:pt x="1822" y="547"/>
                      <a:pt x="1227" y="1142"/>
                    </a:cubicBezTo>
                    <a:cubicBezTo>
                      <a:pt x="632" y="1737"/>
                      <a:pt x="298" y="2544"/>
                      <a:pt x="298" y="3386"/>
                    </a:cubicBezTo>
                    <a:cubicBezTo>
                      <a:pt x="298" y="4227"/>
                      <a:pt x="632" y="5034"/>
                      <a:pt x="1227" y="5629"/>
                    </a:cubicBezTo>
                    <a:cubicBezTo>
                      <a:pt x="1822" y="6224"/>
                      <a:pt x="2629" y="6558"/>
                      <a:pt x="3470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999" name="Freeform: Shape 10998">
                <a:extLst>
                  <a:ext uri="{FF2B5EF4-FFF2-40B4-BE49-F238E27FC236}">
                    <a16:creationId xmlns:a16="http://schemas.microsoft.com/office/drawing/2014/main" id="{D7146723-E6C4-6476-38AD-86626F7733DE}"/>
                  </a:ext>
                </a:extLst>
              </p:cNvPr>
              <p:cNvSpPr/>
              <p:nvPr/>
            </p:nvSpPr>
            <p:spPr>
              <a:xfrm>
                <a:off x="10183710" y="6183937"/>
                <a:ext cx="6343" cy="6345"/>
              </a:xfrm>
              <a:custGeom>
                <a:avLst/>
                <a:gdLst>
                  <a:gd name="connsiteX0" fmla="*/ 3469 w 6343"/>
                  <a:gd name="connsiteY0" fmla="*/ 6559 h 6345"/>
                  <a:gd name="connsiteX1" fmla="*/ 5712 w 6343"/>
                  <a:gd name="connsiteY1" fmla="*/ 5629 h 6345"/>
                  <a:gd name="connsiteX2" fmla="*/ 6641 w 6343"/>
                  <a:gd name="connsiteY2" fmla="*/ 3386 h 6345"/>
                  <a:gd name="connsiteX3" fmla="*/ 5712 w 6343"/>
                  <a:gd name="connsiteY3" fmla="*/ 1142 h 6345"/>
                  <a:gd name="connsiteX4" fmla="*/ 3469 w 6343"/>
                  <a:gd name="connsiteY4" fmla="*/ 213 h 6345"/>
                  <a:gd name="connsiteX5" fmla="*/ 1226 w 6343"/>
                  <a:gd name="connsiteY5" fmla="*/ 1142 h 6345"/>
                  <a:gd name="connsiteX6" fmla="*/ 298 w 6343"/>
                  <a:gd name="connsiteY6" fmla="*/ 3386 h 6345"/>
                  <a:gd name="connsiteX7" fmla="*/ 1226 w 6343"/>
                  <a:gd name="connsiteY7" fmla="*/ 5629 h 6345"/>
                  <a:gd name="connsiteX8" fmla="*/ 346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9" y="6559"/>
                    </a:moveTo>
                    <a:cubicBezTo>
                      <a:pt x="4310" y="6559"/>
                      <a:pt x="5117" y="6224"/>
                      <a:pt x="5712" y="5629"/>
                    </a:cubicBezTo>
                    <a:cubicBezTo>
                      <a:pt x="6306" y="5034"/>
                      <a:pt x="6641" y="4227"/>
                      <a:pt x="6641" y="3386"/>
                    </a:cubicBezTo>
                    <a:cubicBezTo>
                      <a:pt x="6641" y="2544"/>
                      <a:pt x="6306" y="1737"/>
                      <a:pt x="5712" y="1142"/>
                    </a:cubicBezTo>
                    <a:cubicBezTo>
                      <a:pt x="5117" y="547"/>
                      <a:pt x="4310" y="213"/>
                      <a:pt x="3469" y="213"/>
                    </a:cubicBezTo>
                    <a:cubicBezTo>
                      <a:pt x="2628" y="213"/>
                      <a:pt x="1821" y="547"/>
                      <a:pt x="1226" y="1142"/>
                    </a:cubicBezTo>
                    <a:cubicBezTo>
                      <a:pt x="632" y="1737"/>
                      <a:pt x="298" y="2544"/>
                      <a:pt x="298" y="3386"/>
                    </a:cubicBezTo>
                    <a:cubicBezTo>
                      <a:pt x="298" y="4227"/>
                      <a:pt x="632" y="5034"/>
                      <a:pt x="1226" y="5629"/>
                    </a:cubicBezTo>
                    <a:cubicBezTo>
                      <a:pt x="1821" y="6224"/>
                      <a:pt x="2628" y="6559"/>
                      <a:pt x="346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00" name="Freeform: Shape 10999">
                <a:extLst>
                  <a:ext uri="{FF2B5EF4-FFF2-40B4-BE49-F238E27FC236}">
                    <a16:creationId xmlns:a16="http://schemas.microsoft.com/office/drawing/2014/main" id="{519B1454-7C63-9FC1-47FB-B1EC6DDE49A8}"/>
                  </a:ext>
                </a:extLst>
              </p:cNvPr>
              <p:cNvSpPr/>
              <p:nvPr/>
            </p:nvSpPr>
            <p:spPr>
              <a:xfrm>
                <a:off x="10176447" y="6186275"/>
                <a:ext cx="6343" cy="6345"/>
              </a:xfrm>
              <a:custGeom>
                <a:avLst/>
                <a:gdLst>
                  <a:gd name="connsiteX0" fmla="*/ 3469 w 6343"/>
                  <a:gd name="connsiteY0" fmla="*/ 6559 h 6345"/>
                  <a:gd name="connsiteX1" fmla="*/ 5711 w 6343"/>
                  <a:gd name="connsiteY1" fmla="*/ 5629 h 6345"/>
                  <a:gd name="connsiteX2" fmla="*/ 6640 w 6343"/>
                  <a:gd name="connsiteY2" fmla="*/ 3386 h 6345"/>
                  <a:gd name="connsiteX3" fmla="*/ 5711 w 6343"/>
                  <a:gd name="connsiteY3" fmla="*/ 1143 h 6345"/>
                  <a:gd name="connsiteX4" fmla="*/ 3469 w 6343"/>
                  <a:gd name="connsiteY4" fmla="*/ 213 h 6345"/>
                  <a:gd name="connsiteX5" fmla="*/ 1226 w 6343"/>
                  <a:gd name="connsiteY5" fmla="*/ 1143 h 6345"/>
                  <a:gd name="connsiteX6" fmla="*/ 297 w 6343"/>
                  <a:gd name="connsiteY6" fmla="*/ 3386 h 6345"/>
                  <a:gd name="connsiteX7" fmla="*/ 1226 w 6343"/>
                  <a:gd name="connsiteY7" fmla="*/ 5629 h 6345"/>
                  <a:gd name="connsiteX8" fmla="*/ 346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9" y="6559"/>
                    </a:moveTo>
                    <a:cubicBezTo>
                      <a:pt x="4310" y="6559"/>
                      <a:pt x="5116" y="6224"/>
                      <a:pt x="5711" y="5629"/>
                    </a:cubicBezTo>
                    <a:cubicBezTo>
                      <a:pt x="6306" y="5034"/>
                      <a:pt x="6640" y="4227"/>
                      <a:pt x="6640" y="3386"/>
                    </a:cubicBezTo>
                    <a:cubicBezTo>
                      <a:pt x="6640" y="2545"/>
                      <a:pt x="6306" y="1738"/>
                      <a:pt x="5711" y="1143"/>
                    </a:cubicBezTo>
                    <a:cubicBezTo>
                      <a:pt x="5116" y="548"/>
                      <a:pt x="4310" y="213"/>
                      <a:pt x="3469" y="213"/>
                    </a:cubicBezTo>
                    <a:cubicBezTo>
                      <a:pt x="2627" y="213"/>
                      <a:pt x="1821" y="548"/>
                      <a:pt x="1226" y="1143"/>
                    </a:cubicBezTo>
                    <a:cubicBezTo>
                      <a:pt x="631" y="1738"/>
                      <a:pt x="297" y="2545"/>
                      <a:pt x="297" y="3386"/>
                    </a:cubicBezTo>
                    <a:cubicBezTo>
                      <a:pt x="297" y="4227"/>
                      <a:pt x="631" y="5034"/>
                      <a:pt x="1226" y="5629"/>
                    </a:cubicBezTo>
                    <a:cubicBezTo>
                      <a:pt x="1821" y="6224"/>
                      <a:pt x="2627" y="6559"/>
                      <a:pt x="346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01" name="Freeform: Shape 11000">
                <a:extLst>
                  <a:ext uri="{FF2B5EF4-FFF2-40B4-BE49-F238E27FC236}">
                    <a16:creationId xmlns:a16="http://schemas.microsoft.com/office/drawing/2014/main" id="{2D320B1A-A00D-050B-7219-D822E69C89F2}"/>
                  </a:ext>
                </a:extLst>
              </p:cNvPr>
              <p:cNvSpPr/>
              <p:nvPr/>
            </p:nvSpPr>
            <p:spPr>
              <a:xfrm>
                <a:off x="10167840" y="6186900"/>
                <a:ext cx="6343" cy="6345"/>
              </a:xfrm>
              <a:custGeom>
                <a:avLst/>
                <a:gdLst>
                  <a:gd name="connsiteX0" fmla="*/ 3468 w 6343"/>
                  <a:gd name="connsiteY0" fmla="*/ 6559 h 6345"/>
                  <a:gd name="connsiteX1" fmla="*/ 5710 w 6343"/>
                  <a:gd name="connsiteY1" fmla="*/ 5629 h 6345"/>
                  <a:gd name="connsiteX2" fmla="*/ 6639 w 6343"/>
                  <a:gd name="connsiteY2" fmla="*/ 3386 h 6345"/>
                  <a:gd name="connsiteX3" fmla="*/ 5710 w 6343"/>
                  <a:gd name="connsiteY3" fmla="*/ 1143 h 6345"/>
                  <a:gd name="connsiteX4" fmla="*/ 3468 w 6343"/>
                  <a:gd name="connsiteY4" fmla="*/ 213 h 6345"/>
                  <a:gd name="connsiteX5" fmla="*/ 1225 w 6343"/>
                  <a:gd name="connsiteY5" fmla="*/ 1143 h 6345"/>
                  <a:gd name="connsiteX6" fmla="*/ 296 w 6343"/>
                  <a:gd name="connsiteY6" fmla="*/ 3386 h 6345"/>
                  <a:gd name="connsiteX7" fmla="*/ 1225 w 6343"/>
                  <a:gd name="connsiteY7" fmla="*/ 5629 h 6345"/>
                  <a:gd name="connsiteX8" fmla="*/ 3468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8" y="6559"/>
                    </a:moveTo>
                    <a:cubicBezTo>
                      <a:pt x="4309" y="6559"/>
                      <a:pt x="5116" y="6224"/>
                      <a:pt x="5710" y="5629"/>
                    </a:cubicBezTo>
                    <a:cubicBezTo>
                      <a:pt x="6305" y="5035"/>
                      <a:pt x="6639" y="4227"/>
                      <a:pt x="6639" y="3386"/>
                    </a:cubicBezTo>
                    <a:cubicBezTo>
                      <a:pt x="6639" y="2545"/>
                      <a:pt x="6305" y="1738"/>
                      <a:pt x="5710" y="1143"/>
                    </a:cubicBezTo>
                    <a:cubicBezTo>
                      <a:pt x="5116" y="548"/>
                      <a:pt x="4309" y="213"/>
                      <a:pt x="3468" y="213"/>
                    </a:cubicBezTo>
                    <a:cubicBezTo>
                      <a:pt x="2627" y="213"/>
                      <a:pt x="1820" y="548"/>
                      <a:pt x="1225" y="1143"/>
                    </a:cubicBezTo>
                    <a:cubicBezTo>
                      <a:pt x="630" y="1738"/>
                      <a:pt x="296" y="2545"/>
                      <a:pt x="296" y="3386"/>
                    </a:cubicBezTo>
                    <a:cubicBezTo>
                      <a:pt x="296" y="4227"/>
                      <a:pt x="630" y="5035"/>
                      <a:pt x="1225" y="5629"/>
                    </a:cubicBezTo>
                    <a:cubicBezTo>
                      <a:pt x="1820" y="6224"/>
                      <a:pt x="2627" y="6559"/>
                      <a:pt x="3468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02" name="Freeform: Shape 11001">
                <a:extLst>
                  <a:ext uri="{FF2B5EF4-FFF2-40B4-BE49-F238E27FC236}">
                    <a16:creationId xmlns:a16="http://schemas.microsoft.com/office/drawing/2014/main" id="{AC6B0596-35B5-5C6A-C6B8-D849950D5FC6}"/>
                  </a:ext>
                </a:extLst>
              </p:cNvPr>
              <p:cNvSpPr/>
              <p:nvPr/>
            </p:nvSpPr>
            <p:spPr>
              <a:xfrm>
                <a:off x="10160938" y="6189560"/>
                <a:ext cx="6343" cy="6345"/>
              </a:xfrm>
              <a:custGeom>
                <a:avLst/>
                <a:gdLst>
                  <a:gd name="connsiteX0" fmla="*/ 3467 w 6343"/>
                  <a:gd name="connsiteY0" fmla="*/ 6559 h 6345"/>
                  <a:gd name="connsiteX1" fmla="*/ 5710 w 6343"/>
                  <a:gd name="connsiteY1" fmla="*/ 5630 h 6345"/>
                  <a:gd name="connsiteX2" fmla="*/ 6639 w 6343"/>
                  <a:gd name="connsiteY2" fmla="*/ 3386 h 6345"/>
                  <a:gd name="connsiteX3" fmla="*/ 5710 w 6343"/>
                  <a:gd name="connsiteY3" fmla="*/ 1143 h 6345"/>
                  <a:gd name="connsiteX4" fmla="*/ 3467 w 6343"/>
                  <a:gd name="connsiteY4" fmla="*/ 214 h 6345"/>
                  <a:gd name="connsiteX5" fmla="*/ 1225 w 6343"/>
                  <a:gd name="connsiteY5" fmla="*/ 1143 h 6345"/>
                  <a:gd name="connsiteX6" fmla="*/ 296 w 6343"/>
                  <a:gd name="connsiteY6" fmla="*/ 3386 h 6345"/>
                  <a:gd name="connsiteX7" fmla="*/ 1225 w 6343"/>
                  <a:gd name="connsiteY7" fmla="*/ 5630 h 6345"/>
                  <a:gd name="connsiteX8" fmla="*/ 346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7" y="6559"/>
                    </a:moveTo>
                    <a:cubicBezTo>
                      <a:pt x="4308" y="6559"/>
                      <a:pt x="5115" y="6225"/>
                      <a:pt x="5710" y="5630"/>
                    </a:cubicBezTo>
                    <a:cubicBezTo>
                      <a:pt x="6305" y="5035"/>
                      <a:pt x="6639" y="4228"/>
                      <a:pt x="6639" y="3386"/>
                    </a:cubicBezTo>
                    <a:cubicBezTo>
                      <a:pt x="6639" y="2545"/>
                      <a:pt x="6305" y="1738"/>
                      <a:pt x="5710" y="1143"/>
                    </a:cubicBezTo>
                    <a:cubicBezTo>
                      <a:pt x="5115" y="548"/>
                      <a:pt x="4308" y="214"/>
                      <a:pt x="3467" y="214"/>
                    </a:cubicBezTo>
                    <a:cubicBezTo>
                      <a:pt x="2626" y="214"/>
                      <a:pt x="1819" y="548"/>
                      <a:pt x="1225" y="1143"/>
                    </a:cubicBezTo>
                    <a:cubicBezTo>
                      <a:pt x="630" y="1738"/>
                      <a:pt x="296" y="2545"/>
                      <a:pt x="296" y="3386"/>
                    </a:cubicBezTo>
                    <a:cubicBezTo>
                      <a:pt x="296" y="4228"/>
                      <a:pt x="630" y="5035"/>
                      <a:pt x="1225" y="5630"/>
                    </a:cubicBezTo>
                    <a:cubicBezTo>
                      <a:pt x="1819" y="6225"/>
                      <a:pt x="2626" y="6559"/>
                      <a:pt x="346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03" name="Freeform: Shape 11002">
                <a:extLst>
                  <a:ext uri="{FF2B5EF4-FFF2-40B4-BE49-F238E27FC236}">
                    <a16:creationId xmlns:a16="http://schemas.microsoft.com/office/drawing/2014/main" id="{CA25B8D9-F87E-DC2D-64D7-A639D66B1FC5}"/>
                  </a:ext>
                </a:extLst>
              </p:cNvPr>
              <p:cNvSpPr/>
              <p:nvPr/>
            </p:nvSpPr>
            <p:spPr>
              <a:xfrm>
                <a:off x="9803531" y="5748502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2 w 6343"/>
                  <a:gd name="connsiteY1" fmla="*/ 5595 h 6345"/>
                  <a:gd name="connsiteX2" fmla="*/ 6611 w 6343"/>
                  <a:gd name="connsiteY2" fmla="*/ 3351 h 6345"/>
                  <a:gd name="connsiteX3" fmla="*/ 5682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8 w 6343"/>
                  <a:gd name="connsiteY6" fmla="*/ 3351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7" y="6190"/>
                      <a:pt x="5682" y="5595"/>
                    </a:cubicBezTo>
                    <a:cubicBezTo>
                      <a:pt x="6277" y="5000"/>
                      <a:pt x="6611" y="4193"/>
                      <a:pt x="6611" y="3351"/>
                    </a:cubicBezTo>
                    <a:cubicBezTo>
                      <a:pt x="6611" y="2510"/>
                      <a:pt x="6277" y="1703"/>
                      <a:pt x="5682" y="1108"/>
                    </a:cubicBezTo>
                    <a:cubicBezTo>
                      <a:pt x="5087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6" y="1108"/>
                    </a:cubicBezTo>
                    <a:cubicBezTo>
                      <a:pt x="602" y="1703"/>
                      <a:pt x="268" y="2510"/>
                      <a:pt x="268" y="3351"/>
                    </a:cubicBezTo>
                    <a:cubicBezTo>
                      <a:pt x="268" y="4193"/>
                      <a:pt x="602" y="5000"/>
                      <a:pt x="1196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04" name="Freeform: Shape 11003">
                <a:extLst>
                  <a:ext uri="{FF2B5EF4-FFF2-40B4-BE49-F238E27FC236}">
                    <a16:creationId xmlns:a16="http://schemas.microsoft.com/office/drawing/2014/main" id="{52B478DD-FFBE-887C-5C45-08BBF80AA194}"/>
                  </a:ext>
                </a:extLst>
              </p:cNvPr>
              <p:cNvSpPr/>
              <p:nvPr/>
            </p:nvSpPr>
            <p:spPr>
              <a:xfrm>
                <a:off x="9798961" y="5748422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1 h 6345"/>
                  <a:gd name="connsiteX3" fmla="*/ 5681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1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7" y="6190"/>
                      <a:pt x="5681" y="5595"/>
                    </a:cubicBezTo>
                    <a:cubicBezTo>
                      <a:pt x="6276" y="5000"/>
                      <a:pt x="6610" y="4193"/>
                      <a:pt x="6610" y="3351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7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6" y="1108"/>
                    </a:cubicBezTo>
                    <a:cubicBezTo>
                      <a:pt x="601" y="1703"/>
                      <a:pt x="267" y="2510"/>
                      <a:pt x="267" y="3351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05" name="Freeform: Shape 11004">
                <a:extLst>
                  <a:ext uri="{FF2B5EF4-FFF2-40B4-BE49-F238E27FC236}">
                    <a16:creationId xmlns:a16="http://schemas.microsoft.com/office/drawing/2014/main" id="{B1E57B0D-B1BE-5C24-688B-D977393154C8}"/>
                  </a:ext>
                </a:extLst>
              </p:cNvPr>
              <p:cNvSpPr/>
              <p:nvPr/>
            </p:nvSpPr>
            <p:spPr>
              <a:xfrm>
                <a:off x="9795631" y="5749894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80" y="179"/>
                      <a:pt x="3439" y="179"/>
                    </a:cubicBezTo>
                    <a:cubicBezTo>
                      <a:pt x="2597" y="179"/>
                      <a:pt x="1791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7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06" name="Freeform: Shape 11005">
                <a:extLst>
                  <a:ext uri="{FF2B5EF4-FFF2-40B4-BE49-F238E27FC236}">
                    <a16:creationId xmlns:a16="http://schemas.microsoft.com/office/drawing/2014/main" id="{58E38C20-85A1-71EA-7CFA-C77D75BA8EF5}"/>
                  </a:ext>
                </a:extLst>
              </p:cNvPr>
              <p:cNvSpPr/>
              <p:nvPr/>
            </p:nvSpPr>
            <p:spPr>
              <a:xfrm>
                <a:off x="9792753" y="5751942"/>
                <a:ext cx="6343" cy="6345"/>
              </a:xfrm>
              <a:custGeom>
                <a:avLst/>
                <a:gdLst>
                  <a:gd name="connsiteX0" fmla="*/ 3438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4"/>
                    </a:moveTo>
                    <a:cubicBezTo>
                      <a:pt x="4279" y="6524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79" y="179"/>
                      <a:pt x="3438" y="179"/>
                    </a:cubicBezTo>
                    <a:cubicBezTo>
                      <a:pt x="2597" y="179"/>
                      <a:pt x="1790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0" y="6190"/>
                      <a:pt x="2597" y="6524"/>
                      <a:pt x="343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07" name="Freeform: Shape 11006">
                <a:extLst>
                  <a:ext uri="{FF2B5EF4-FFF2-40B4-BE49-F238E27FC236}">
                    <a16:creationId xmlns:a16="http://schemas.microsoft.com/office/drawing/2014/main" id="{3A1EF3B9-2FB8-FC46-E036-5F1F0F3A9E00}"/>
                  </a:ext>
                </a:extLst>
              </p:cNvPr>
              <p:cNvSpPr/>
              <p:nvPr/>
            </p:nvSpPr>
            <p:spPr>
              <a:xfrm>
                <a:off x="9790427" y="5754724"/>
                <a:ext cx="6343" cy="6345"/>
              </a:xfrm>
              <a:custGeom>
                <a:avLst/>
                <a:gdLst>
                  <a:gd name="connsiteX0" fmla="*/ 3438 w 6343"/>
                  <a:gd name="connsiteY0" fmla="*/ 6525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9 h 6345"/>
                  <a:gd name="connsiteX4" fmla="*/ 3438 w 6343"/>
                  <a:gd name="connsiteY4" fmla="*/ 179 h 6345"/>
                  <a:gd name="connsiteX5" fmla="*/ 1195 w 6343"/>
                  <a:gd name="connsiteY5" fmla="*/ 1109 h 6345"/>
                  <a:gd name="connsiteX6" fmla="*/ 267 w 6343"/>
                  <a:gd name="connsiteY6" fmla="*/ 3352 h 6345"/>
                  <a:gd name="connsiteX7" fmla="*/ 1195 w 6343"/>
                  <a:gd name="connsiteY7" fmla="*/ 5595 h 6345"/>
                  <a:gd name="connsiteX8" fmla="*/ 343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5"/>
                    </a:moveTo>
                    <a:cubicBezTo>
                      <a:pt x="4279" y="6525"/>
                      <a:pt x="5086" y="6190"/>
                      <a:pt x="5681" y="5595"/>
                    </a:cubicBezTo>
                    <a:cubicBezTo>
                      <a:pt x="6275" y="5000"/>
                      <a:pt x="6610" y="4193"/>
                      <a:pt x="6610" y="3352"/>
                    </a:cubicBezTo>
                    <a:cubicBezTo>
                      <a:pt x="6610" y="2511"/>
                      <a:pt x="6275" y="1704"/>
                      <a:pt x="5681" y="1109"/>
                    </a:cubicBezTo>
                    <a:cubicBezTo>
                      <a:pt x="5086" y="514"/>
                      <a:pt x="4279" y="179"/>
                      <a:pt x="3438" y="179"/>
                    </a:cubicBezTo>
                    <a:cubicBezTo>
                      <a:pt x="2597" y="179"/>
                      <a:pt x="1790" y="514"/>
                      <a:pt x="1195" y="1109"/>
                    </a:cubicBezTo>
                    <a:cubicBezTo>
                      <a:pt x="601" y="1704"/>
                      <a:pt x="267" y="2511"/>
                      <a:pt x="267" y="3352"/>
                    </a:cubicBezTo>
                    <a:cubicBezTo>
                      <a:pt x="267" y="4193"/>
                      <a:pt x="601" y="5000"/>
                      <a:pt x="1195" y="5595"/>
                    </a:cubicBezTo>
                    <a:cubicBezTo>
                      <a:pt x="1790" y="6190"/>
                      <a:pt x="2597" y="6525"/>
                      <a:pt x="343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08" name="Freeform: Shape 11007">
                <a:extLst>
                  <a:ext uri="{FF2B5EF4-FFF2-40B4-BE49-F238E27FC236}">
                    <a16:creationId xmlns:a16="http://schemas.microsoft.com/office/drawing/2014/main" id="{C3CE9016-ED2E-48F7-D4E3-A985DE95C158}"/>
                  </a:ext>
                </a:extLst>
              </p:cNvPr>
              <p:cNvSpPr/>
              <p:nvPr/>
            </p:nvSpPr>
            <p:spPr>
              <a:xfrm>
                <a:off x="9878961" y="5880083"/>
                <a:ext cx="6343" cy="6345"/>
              </a:xfrm>
              <a:custGeom>
                <a:avLst/>
                <a:gdLst>
                  <a:gd name="connsiteX0" fmla="*/ 3445 w 6343"/>
                  <a:gd name="connsiteY0" fmla="*/ 6535 h 6345"/>
                  <a:gd name="connsiteX1" fmla="*/ 5688 w 6343"/>
                  <a:gd name="connsiteY1" fmla="*/ 5605 h 6345"/>
                  <a:gd name="connsiteX2" fmla="*/ 6617 w 6343"/>
                  <a:gd name="connsiteY2" fmla="*/ 3362 h 6345"/>
                  <a:gd name="connsiteX3" fmla="*/ 5688 w 6343"/>
                  <a:gd name="connsiteY3" fmla="*/ 1118 h 6345"/>
                  <a:gd name="connsiteX4" fmla="*/ 3445 w 6343"/>
                  <a:gd name="connsiteY4" fmla="*/ 189 h 6345"/>
                  <a:gd name="connsiteX5" fmla="*/ 1202 w 6343"/>
                  <a:gd name="connsiteY5" fmla="*/ 1118 h 6345"/>
                  <a:gd name="connsiteX6" fmla="*/ 274 w 6343"/>
                  <a:gd name="connsiteY6" fmla="*/ 3362 h 6345"/>
                  <a:gd name="connsiteX7" fmla="*/ 1202 w 6343"/>
                  <a:gd name="connsiteY7" fmla="*/ 5605 h 6345"/>
                  <a:gd name="connsiteX8" fmla="*/ 3445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35"/>
                    </a:moveTo>
                    <a:cubicBezTo>
                      <a:pt x="4286" y="6535"/>
                      <a:pt x="5093" y="6200"/>
                      <a:pt x="5688" y="5605"/>
                    </a:cubicBezTo>
                    <a:cubicBezTo>
                      <a:pt x="6282" y="5010"/>
                      <a:pt x="6617" y="4203"/>
                      <a:pt x="6617" y="3362"/>
                    </a:cubicBezTo>
                    <a:cubicBezTo>
                      <a:pt x="6617" y="2520"/>
                      <a:pt x="6282" y="1713"/>
                      <a:pt x="5688" y="1118"/>
                    </a:cubicBezTo>
                    <a:cubicBezTo>
                      <a:pt x="5093" y="523"/>
                      <a:pt x="4286" y="189"/>
                      <a:pt x="3445" y="189"/>
                    </a:cubicBezTo>
                    <a:cubicBezTo>
                      <a:pt x="2604" y="189"/>
                      <a:pt x="1797" y="523"/>
                      <a:pt x="1202" y="1118"/>
                    </a:cubicBezTo>
                    <a:cubicBezTo>
                      <a:pt x="608" y="1713"/>
                      <a:pt x="274" y="2520"/>
                      <a:pt x="274" y="3362"/>
                    </a:cubicBezTo>
                    <a:cubicBezTo>
                      <a:pt x="274" y="4203"/>
                      <a:pt x="608" y="5010"/>
                      <a:pt x="1202" y="5605"/>
                    </a:cubicBezTo>
                    <a:cubicBezTo>
                      <a:pt x="1797" y="6200"/>
                      <a:pt x="2604" y="6535"/>
                      <a:pt x="3445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09" name="Freeform: Shape 11008">
                <a:extLst>
                  <a:ext uri="{FF2B5EF4-FFF2-40B4-BE49-F238E27FC236}">
                    <a16:creationId xmlns:a16="http://schemas.microsoft.com/office/drawing/2014/main" id="{2798E4D1-8F37-74EA-C279-C2CE86B2A070}"/>
                  </a:ext>
                </a:extLst>
              </p:cNvPr>
              <p:cNvSpPr/>
              <p:nvPr/>
            </p:nvSpPr>
            <p:spPr>
              <a:xfrm>
                <a:off x="9877841" y="5886132"/>
                <a:ext cx="6343" cy="6345"/>
              </a:xfrm>
              <a:custGeom>
                <a:avLst/>
                <a:gdLst>
                  <a:gd name="connsiteX0" fmla="*/ 3445 w 6343"/>
                  <a:gd name="connsiteY0" fmla="*/ 6535 h 6345"/>
                  <a:gd name="connsiteX1" fmla="*/ 5688 w 6343"/>
                  <a:gd name="connsiteY1" fmla="*/ 5606 h 6345"/>
                  <a:gd name="connsiteX2" fmla="*/ 6617 w 6343"/>
                  <a:gd name="connsiteY2" fmla="*/ 3362 h 6345"/>
                  <a:gd name="connsiteX3" fmla="*/ 5688 w 6343"/>
                  <a:gd name="connsiteY3" fmla="*/ 1119 h 6345"/>
                  <a:gd name="connsiteX4" fmla="*/ 3445 w 6343"/>
                  <a:gd name="connsiteY4" fmla="*/ 190 h 6345"/>
                  <a:gd name="connsiteX5" fmla="*/ 1202 w 6343"/>
                  <a:gd name="connsiteY5" fmla="*/ 1119 h 6345"/>
                  <a:gd name="connsiteX6" fmla="*/ 273 w 6343"/>
                  <a:gd name="connsiteY6" fmla="*/ 3362 h 6345"/>
                  <a:gd name="connsiteX7" fmla="*/ 1202 w 6343"/>
                  <a:gd name="connsiteY7" fmla="*/ 5606 h 6345"/>
                  <a:gd name="connsiteX8" fmla="*/ 3445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35"/>
                    </a:moveTo>
                    <a:cubicBezTo>
                      <a:pt x="4286" y="6535"/>
                      <a:pt x="5093" y="6201"/>
                      <a:pt x="5688" y="5606"/>
                    </a:cubicBezTo>
                    <a:cubicBezTo>
                      <a:pt x="6282" y="5011"/>
                      <a:pt x="6617" y="4204"/>
                      <a:pt x="6617" y="3362"/>
                    </a:cubicBezTo>
                    <a:cubicBezTo>
                      <a:pt x="6617" y="2521"/>
                      <a:pt x="6282" y="1714"/>
                      <a:pt x="5688" y="1119"/>
                    </a:cubicBezTo>
                    <a:cubicBezTo>
                      <a:pt x="5093" y="524"/>
                      <a:pt x="4286" y="190"/>
                      <a:pt x="3445" y="190"/>
                    </a:cubicBezTo>
                    <a:cubicBezTo>
                      <a:pt x="2604" y="190"/>
                      <a:pt x="1797" y="524"/>
                      <a:pt x="1202" y="1119"/>
                    </a:cubicBezTo>
                    <a:cubicBezTo>
                      <a:pt x="608" y="1714"/>
                      <a:pt x="273" y="2521"/>
                      <a:pt x="273" y="3362"/>
                    </a:cubicBezTo>
                    <a:cubicBezTo>
                      <a:pt x="273" y="4204"/>
                      <a:pt x="608" y="5011"/>
                      <a:pt x="1202" y="5606"/>
                    </a:cubicBezTo>
                    <a:cubicBezTo>
                      <a:pt x="1797" y="6201"/>
                      <a:pt x="2604" y="6535"/>
                      <a:pt x="3445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10" name="Freeform: Shape 11009">
                <a:extLst>
                  <a:ext uri="{FF2B5EF4-FFF2-40B4-BE49-F238E27FC236}">
                    <a16:creationId xmlns:a16="http://schemas.microsoft.com/office/drawing/2014/main" id="{A855A14C-1CD6-479A-FF5D-E314BC432888}"/>
                  </a:ext>
                </a:extLst>
              </p:cNvPr>
              <p:cNvSpPr/>
              <p:nvPr/>
            </p:nvSpPr>
            <p:spPr>
              <a:xfrm>
                <a:off x="9873429" y="5887714"/>
                <a:ext cx="6343" cy="6345"/>
              </a:xfrm>
              <a:custGeom>
                <a:avLst/>
                <a:gdLst>
                  <a:gd name="connsiteX0" fmla="*/ 3445 w 6343"/>
                  <a:gd name="connsiteY0" fmla="*/ 6535 h 6345"/>
                  <a:gd name="connsiteX1" fmla="*/ 5687 w 6343"/>
                  <a:gd name="connsiteY1" fmla="*/ 5606 h 6345"/>
                  <a:gd name="connsiteX2" fmla="*/ 6616 w 6343"/>
                  <a:gd name="connsiteY2" fmla="*/ 3362 h 6345"/>
                  <a:gd name="connsiteX3" fmla="*/ 5687 w 6343"/>
                  <a:gd name="connsiteY3" fmla="*/ 1119 h 6345"/>
                  <a:gd name="connsiteX4" fmla="*/ 3445 w 6343"/>
                  <a:gd name="connsiteY4" fmla="*/ 190 h 6345"/>
                  <a:gd name="connsiteX5" fmla="*/ 1202 w 6343"/>
                  <a:gd name="connsiteY5" fmla="*/ 1119 h 6345"/>
                  <a:gd name="connsiteX6" fmla="*/ 273 w 6343"/>
                  <a:gd name="connsiteY6" fmla="*/ 3362 h 6345"/>
                  <a:gd name="connsiteX7" fmla="*/ 1202 w 6343"/>
                  <a:gd name="connsiteY7" fmla="*/ 5606 h 6345"/>
                  <a:gd name="connsiteX8" fmla="*/ 3445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35"/>
                    </a:moveTo>
                    <a:cubicBezTo>
                      <a:pt x="4286" y="6535"/>
                      <a:pt x="5093" y="6201"/>
                      <a:pt x="5687" y="5606"/>
                    </a:cubicBezTo>
                    <a:cubicBezTo>
                      <a:pt x="6282" y="5011"/>
                      <a:pt x="6616" y="4204"/>
                      <a:pt x="6616" y="3362"/>
                    </a:cubicBezTo>
                    <a:cubicBezTo>
                      <a:pt x="6616" y="2521"/>
                      <a:pt x="6282" y="1714"/>
                      <a:pt x="5687" y="1119"/>
                    </a:cubicBezTo>
                    <a:cubicBezTo>
                      <a:pt x="5093" y="524"/>
                      <a:pt x="4286" y="190"/>
                      <a:pt x="3445" y="190"/>
                    </a:cubicBezTo>
                    <a:cubicBezTo>
                      <a:pt x="2604" y="190"/>
                      <a:pt x="1797" y="524"/>
                      <a:pt x="1202" y="1119"/>
                    </a:cubicBezTo>
                    <a:cubicBezTo>
                      <a:pt x="607" y="1714"/>
                      <a:pt x="273" y="2521"/>
                      <a:pt x="273" y="3362"/>
                    </a:cubicBezTo>
                    <a:cubicBezTo>
                      <a:pt x="273" y="4204"/>
                      <a:pt x="607" y="5011"/>
                      <a:pt x="1202" y="5606"/>
                    </a:cubicBezTo>
                    <a:cubicBezTo>
                      <a:pt x="1797" y="6201"/>
                      <a:pt x="2604" y="6535"/>
                      <a:pt x="3445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11" name="Freeform: Shape 11010">
                <a:extLst>
                  <a:ext uri="{FF2B5EF4-FFF2-40B4-BE49-F238E27FC236}">
                    <a16:creationId xmlns:a16="http://schemas.microsoft.com/office/drawing/2014/main" id="{08ECB43C-E84B-D123-16A5-948D603070FF}"/>
                  </a:ext>
                </a:extLst>
              </p:cNvPr>
              <p:cNvSpPr/>
              <p:nvPr/>
            </p:nvSpPr>
            <p:spPr>
              <a:xfrm>
                <a:off x="9869561" y="5890030"/>
                <a:ext cx="6343" cy="6345"/>
              </a:xfrm>
              <a:custGeom>
                <a:avLst/>
                <a:gdLst>
                  <a:gd name="connsiteX0" fmla="*/ 3444 w 6343"/>
                  <a:gd name="connsiteY0" fmla="*/ 6535 h 6345"/>
                  <a:gd name="connsiteX1" fmla="*/ 5687 w 6343"/>
                  <a:gd name="connsiteY1" fmla="*/ 5606 h 6345"/>
                  <a:gd name="connsiteX2" fmla="*/ 6616 w 6343"/>
                  <a:gd name="connsiteY2" fmla="*/ 3363 h 6345"/>
                  <a:gd name="connsiteX3" fmla="*/ 5687 w 6343"/>
                  <a:gd name="connsiteY3" fmla="*/ 1119 h 6345"/>
                  <a:gd name="connsiteX4" fmla="*/ 3444 w 6343"/>
                  <a:gd name="connsiteY4" fmla="*/ 190 h 6345"/>
                  <a:gd name="connsiteX5" fmla="*/ 1202 w 6343"/>
                  <a:gd name="connsiteY5" fmla="*/ 1119 h 6345"/>
                  <a:gd name="connsiteX6" fmla="*/ 273 w 6343"/>
                  <a:gd name="connsiteY6" fmla="*/ 3363 h 6345"/>
                  <a:gd name="connsiteX7" fmla="*/ 1202 w 6343"/>
                  <a:gd name="connsiteY7" fmla="*/ 5606 h 6345"/>
                  <a:gd name="connsiteX8" fmla="*/ 3444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35"/>
                    </a:moveTo>
                    <a:cubicBezTo>
                      <a:pt x="4285" y="6535"/>
                      <a:pt x="5092" y="6201"/>
                      <a:pt x="5687" y="5606"/>
                    </a:cubicBezTo>
                    <a:cubicBezTo>
                      <a:pt x="6282" y="5011"/>
                      <a:pt x="6616" y="4204"/>
                      <a:pt x="6616" y="3363"/>
                    </a:cubicBezTo>
                    <a:cubicBezTo>
                      <a:pt x="6616" y="2521"/>
                      <a:pt x="6282" y="1714"/>
                      <a:pt x="5687" y="1119"/>
                    </a:cubicBezTo>
                    <a:cubicBezTo>
                      <a:pt x="5092" y="524"/>
                      <a:pt x="4285" y="190"/>
                      <a:pt x="3444" y="190"/>
                    </a:cubicBezTo>
                    <a:cubicBezTo>
                      <a:pt x="2603" y="190"/>
                      <a:pt x="1796" y="524"/>
                      <a:pt x="1202" y="1119"/>
                    </a:cubicBezTo>
                    <a:cubicBezTo>
                      <a:pt x="607" y="1714"/>
                      <a:pt x="273" y="2521"/>
                      <a:pt x="273" y="3363"/>
                    </a:cubicBezTo>
                    <a:cubicBezTo>
                      <a:pt x="273" y="4204"/>
                      <a:pt x="607" y="5011"/>
                      <a:pt x="1202" y="5606"/>
                    </a:cubicBezTo>
                    <a:cubicBezTo>
                      <a:pt x="1796" y="6201"/>
                      <a:pt x="2603" y="6535"/>
                      <a:pt x="3444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12" name="Freeform: Shape 11011">
                <a:extLst>
                  <a:ext uri="{FF2B5EF4-FFF2-40B4-BE49-F238E27FC236}">
                    <a16:creationId xmlns:a16="http://schemas.microsoft.com/office/drawing/2014/main" id="{23B20BEE-BEA3-2B4A-D91A-D6C0CA86F102}"/>
                  </a:ext>
                </a:extLst>
              </p:cNvPr>
              <p:cNvSpPr/>
              <p:nvPr/>
            </p:nvSpPr>
            <p:spPr>
              <a:xfrm>
                <a:off x="9867342" y="5894680"/>
                <a:ext cx="6343" cy="6345"/>
              </a:xfrm>
              <a:custGeom>
                <a:avLst/>
                <a:gdLst>
                  <a:gd name="connsiteX0" fmla="*/ 3444 w 6343"/>
                  <a:gd name="connsiteY0" fmla="*/ 6536 h 6345"/>
                  <a:gd name="connsiteX1" fmla="*/ 5687 w 6343"/>
                  <a:gd name="connsiteY1" fmla="*/ 5606 h 6345"/>
                  <a:gd name="connsiteX2" fmla="*/ 6616 w 6343"/>
                  <a:gd name="connsiteY2" fmla="*/ 3363 h 6345"/>
                  <a:gd name="connsiteX3" fmla="*/ 5687 w 6343"/>
                  <a:gd name="connsiteY3" fmla="*/ 1120 h 6345"/>
                  <a:gd name="connsiteX4" fmla="*/ 3444 w 6343"/>
                  <a:gd name="connsiteY4" fmla="*/ 190 h 6345"/>
                  <a:gd name="connsiteX5" fmla="*/ 1202 w 6343"/>
                  <a:gd name="connsiteY5" fmla="*/ 1120 h 6345"/>
                  <a:gd name="connsiteX6" fmla="*/ 273 w 6343"/>
                  <a:gd name="connsiteY6" fmla="*/ 3363 h 6345"/>
                  <a:gd name="connsiteX7" fmla="*/ 1202 w 6343"/>
                  <a:gd name="connsiteY7" fmla="*/ 5606 h 6345"/>
                  <a:gd name="connsiteX8" fmla="*/ 3444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36"/>
                    </a:moveTo>
                    <a:cubicBezTo>
                      <a:pt x="4285" y="6536"/>
                      <a:pt x="5092" y="6201"/>
                      <a:pt x="5687" y="5606"/>
                    </a:cubicBezTo>
                    <a:cubicBezTo>
                      <a:pt x="6282" y="5011"/>
                      <a:pt x="6616" y="4204"/>
                      <a:pt x="6616" y="3363"/>
                    </a:cubicBezTo>
                    <a:cubicBezTo>
                      <a:pt x="6616" y="2522"/>
                      <a:pt x="6282" y="1715"/>
                      <a:pt x="5687" y="1120"/>
                    </a:cubicBezTo>
                    <a:cubicBezTo>
                      <a:pt x="5092" y="525"/>
                      <a:pt x="4285" y="190"/>
                      <a:pt x="3444" y="190"/>
                    </a:cubicBezTo>
                    <a:cubicBezTo>
                      <a:pt x="2603" y="190"/>
                      <a:pt x="1796" y="525"/>
                      <a:pt x="1202" y="1120"/>
                    </a:cubicBezTo>
                    <a:cubicBezTo>
                      <a:pt x="607" y="1715"/>
                      <a:pt x="273" y="2522"/>
                      <a:pt x="273" y="3363"/>
                    </a:cubicBezTo>
                    <a:cubicBezTo>
                      <a:pt x="273" y="4204"/>
                      <a:pt x="607" y="5011"/>
                      <a:pt x="1202" y="5606"/>
                    </a:cubicBezTo>
                    <a:cubicBezTo>
                      <a:pt x="1796" y="6201"/>
                      <a:pt x="2603" y="6536"/>
                      <a:pt x="3444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13" name="Freeform: Shape 11012">
                <a:extLst>
                  <a:ext uri="{FF2B5EF4-FFF2-40B4-BE49-F238E27FC236}">
                    <a16:creationId xmlns:a16="http://schemas.microsoft.com/office/drawing/2014/main" id="{BED2A62B-3478-8632-CF36-B8F244D42E3C}"/>
                  </a:ext>
                </a:extLst>
              </p:cNvPr>
              <p:cNvSpPr/>
              <p:nvPr/>
            </p:nvSpPr>
            <p:spPr>
              <a:xfrm>
                <a:off x="9866657" y="5901594"/>
                <a:ext cx="6343" cy="6345"/>
              </a:xfrm>
              <a:custGeom>
                <a:avLst/>
                <a:gdLst>
                  <a:gd name="connsiteX0" fmla="*/ 3444 w 6343"/>
                  <a:gd name="connsiteY0" fmla="*/ 6536 h 6345"/>
                  <a:gd name="connsiteX1" fmla="*/ 5687 w 6343"/>
                  <a:gd name="connsiteY1" fmla="*/ 5607 h 6345"/>
                  <a:gd name="connsiteX2" fmla="*/ 6616 w 6343"/>
                  <a:gd name="connsiteY2" fmla="*/ 3364 h 6345"/>
                  <a:gd name="connsiteX3" fmla="*/ 5687 w 6343"/>
                  <a:gd name="connsiteY3" fmla="*/ 1120 h 6345"/>
                  <a:gd name="connsiteX4" fmla="*/ 3444 w 6343"/>
                  <a:gd name="connsiteY4" fmla="*/ 191 h 6345"/>
                  <a:gd name="connsiteX5" fmla="*/ 1201 w 6343"/>
                  <a:gd name="connsiteY5" fmla="*/ 1120 h 6345"/>
                  <a:gd name="connsiteX6" fmla="*/ 273 w 6343"/>
                  <a:gd name="connsiteY6" fmla="*/ 3364 h 6345"/>
                  <a:gd name="connsiteX7" fmla="*/ 1201 w 6343"/>
                  <a:gd name="connsiteY7" fmla="*/ 5607 h 6345"/>
                  <a:gd name="connsiteX8" fmla="*/ 3444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36"/>
                    </a:moveTo>
                    <a:cubicBezTo>
                      <a:pt x="4285" y="6536"/>
                      <a:pt x="5092" y="6202"/>
                      <a:pt x="5687" y="5607"/>
                    </a:cubicBezTo>
                    <a:cubicBezTo>
                      <a:pt x="6281" y="5012"/>
                      <a:pt x="6616" y="4205"/>
                      <a:pt x="6616" y="3364"/>
                    </a:cubicBezTo>
                    <a:cubicBezTo>
                      <a:pt x="6616" y="2522"/>
                      <a:pt x="6281" y="1715"/>
                      <a:pt x="5687" y="1120"/>
                    </a:cubicBezTo>
                    <a:cubicBezTo>
                      <a:pt x="5092" y="525"/>
                      <a:pt x="4285" y="191"/>
                      <a:pt x="3444" y="191"/>
                    </a:cubicBezTo>
                    <a:cubicBezTo>
                      <a:pt x="2603" y="191"/>
                      <a:pt x="1796" y="525"/>
                      <a:pt x="1201" y="1120"/>
                    </a:cubicBezTo>
                    <a:cubicBezTo>
                      <a:pt x="607" y="1715"/>
                      <a:pt x="273" y="2522"/>
                      <a:pt x="273" y="3364"/>
                    </a:cubicBezTo>
                    <a:cubicBezTo>
                      <a:pt x="273" y="4205"/>
                      <a:pt x="607" y="5012"/>
                      <a:pt x="1201" y="5607"/>
                    </a:cubicBezTo>
                    <a:cubicBezTo>
                      <a:pt x="1796" y="6202"/>
                      <a:pt x="2603" y="6536"/>
                      <a:pt x="3444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14" name="Freeform: Shape 11013">
                <a:extLst>
                  <a:ext uri="{FF2B5EF4-FFF2-40B4-BE49-F238E27FC236}">
                    <a16:creationId xmlns:a16="http://schemas.microsoft.com/office/drawing/2014/main" id="{E3243119-2DD0-340E-111B-D82DD81769E5}"/>
                  </a:ext>
                </a:extLst>
              </p:cNvPr>
              <p:cNvSpPr/>
              <p:nvPr/>
            </p:nvSpPr>
            <p:spPr>
              <a:xfrm>
                <a:off x="9884812" y="5944615"/>
                <a:ext cx="6343" cy="6345"/>
              </a:xfrm>
              <a:custGeom>
                <a:avLst/>
                <a:gdLst>
                  <a:gd name="connsiteX0" fmla="*/ 3446 w 6343"/>
                  <a:gd name="connsiteY0" fmla="*/ 6540 h 6345"/>
                  <a:gd name="connsiteX1" fmla="*/ 5688 w 6343"/>
                  <a:gd name="connsiteY1" fmla="*/ 5610 h 6345"/>
                  <a:gd name="connsiteX2" fmla="*/ 6617 w 6343"/>
                  <a:gd name="connsiteY2" fmla="*/ 3367 h 6345"/>
                  <a:gd name="connsiteX3" fmla="*/ 5688 w 6343"/>
                  <a:gd name="connsiteY3" fmla="*/ 1124 h 6345"/>
                  <a:gd name="connsiteX4" fmla="*/ 3446 w 6343"/>
                  <a:gd name="connsiteY4" fmla="*/ 194 h 6345"/>
                  <a:gd name="connsiteX5" fmla="*/ 1203 w 6343"/>
                  <a:gd name="connsiteY5" fmla="*/ 1124 h 6345"/>
                  <a:gd name="connsiteX6" fmla="*/ 274 w 6343"/>
                  <a:gd name="connsiteY6" fmla="*/ 3367 h 6345"/>
                  <a:gd name="connsiteX7" fmla="*/ 1203 w 6343"/>
                  <a:gd name="connsiteY7" fmla="*/ 5610 h 6345"/>
                  <a:gd name="connsiteX8" fmla="*/ 3446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40"/>
                    </a:moveTo>
                    <a:cubicBezTo>
                      <a:pt x="4287" y="6540"/>
                      <a:pt x="5093" y="6205"/>
                      <a:pt x="5688" y="5610"/>
                    </a:cubicBezTo>
                    <a:cubicBezTo>
                      <a:pt x="6283" y="5015"/>
                      <a:pt x="6617" y="4208"/>
                      <a:pt x="6617" y="3367"/>
                    </a:cubicBezTo>
                    <a:cubicBezTo>
                      <a:pt x="6617" y="2526"/>
                      <a:pt x="6283" y="1718"/>
                      <a:pt x="5688" y="1124"/>
                    </a:cubicBezTo>
                    <a:cubicBezTo>
                      <a:pt x="5093" y="529"/>
                      <a:pt x="4287" y="194"/>
                      <a:pt x="3446" y="194"/>
                    </a:cubicBezTo>
                    <a:cubicBezTo>
                      <a:pt x="2604" y="194"/>
                      <a:pt x="1798" y="529"/>
                      <a:pt x="1203" y="1124"/>
                    </a:cubicBezTo>
                    <a:cubicBezTo>
                      <a:pt x="608" y="1718"/>
                      <a:pt x="274" y="2526"/>
                      <a:pt x="274" y="3367"/>
                    </a:cubicBezTo>
                    <a:cubicBezTo>
                      <a:pt x="274" y="4208"/>
                      <a:pt x="608" y="5015"/>
                      <a:pt x="1203" y="5610"/>
                    </a:cubicBezTo>
                    <a:cubicBezTo>
                      <a:pt x="1798" y="6205"/>
                      <a:pt x="2604" y="6540"/>
                      <a:pt x="3446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15" name="Freeform: Shape 11014">
                <a:extLst>
                  <a:ext uri="{FF2B5EF4-FFF2-40B4-BE49-F238E27FC236}">
                    <a16:creationId xmlns:a16="http://schemas.microsoft.com/office/drawing/2014/main" id="{87710C62-2D64-3A2F-C789-9BFBDE4BC87D}"/>
                  </a:ext>
                </a:extLst>
              </p:cNvPr>
              <p:cNvSpPr/>
              <p:nvPr/>
            </p:nvSpPr>
            <p:spPr>
              <a:xfrm>
                <a:off x="9879837" y="5945845"/>
                <a:ext cx="6343" cy="6345"/>
              </a:xfrm>
              <a:custGeom>
                <a:avLst/>
                <a:gdLst>
                  <a:gd name="connsiteX0" fmla="*/ 3445 w 6343"/>
                  <a:gd name="connsiteY0" fmla="*/ 6540 h 6345"/>
                  <a:gd name="connsiteX1" fmla="*/ 5688 w 6343"/>
                  <a:gd name="connsiteY1" fmla="*/ 5610 h 6345"/>
                  <a:gd name="connsiteX2" fmla="*/ 6617 w 6343"/>
                  <a:gd name="connsiteY2" fmla="*/ 3367 h 6345"/>
                  <a:gd name="connsiteX3" fmla="*/ 5688 w 6343"/>
                  <a:gd name="connsiteY3" fmla="*/ 1124 h 6345"/>
                  <a:gd name="connsiteX4" fmla="*/ 3445 w 6343"/>
                  <a:gd name="connsiteY4" fmla="*/ 194 h 6345"/>
                  <a:gd name="connsiteX5" fmla="*/ 1203 w 6343"/>
                  <a:gd name="connsiteY5" fmla="*/ 1124 h 6345"/>
                  <a:gd name="connsiteX6" fmla="*/ 274 w 6343"/>
                  <a:gd name="connsiteY6" fmla="*/ 3367 h 6345"/>
                  <a:gd name="connsiteX7" fmla="*/ 1203 w 6343"/>
                  <a:gd name="connsiteY7" fmla="*/ 5610 h 6345"/>
                  <a:gd name="connsiteX8" fmla="*/ 344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40"/>
                    </a:moveTo>
                    <a:cubicBezTo>
                      <a:pt x="4286" y="6540"/>
                      <a:pt x="5093" y="6205"/>
                      <a:pt x="5688" y="5610"/>
                    </a:cubicBezTo>
                    <a:cubicBezTo>
                      <a:pt x="6283" y="5016"/>
                      <a:pt x="6617" y="4208"/>
                      <a:pt x="6617" y="3367"/>
                    </a:cubicBezTo>
                    <a:cubicBezTo>
                      <a:pt x="6617" y="2526"/>
                      <a:pt x="6283" y="1719"/>
                      <a:pt x="5688" y="1124"/>
                    </a:cubicBezTo>
                    <a:cubicBezTo>
                      <a:pt x="5093" y="529"/>
                      <a:pt x="4286" y="194"/>
                      <a:pt x="3445" y="194"/>
                    </a:cubicBezTo>
                    <a:cubicBezTo>
                      <a:pt x="2604" y="194"/>
                      <a:pt x="1797" y="529"/>
                      <a:pt x="1203" y="1124"/>
                    </a:cubicBezTo>
                    <a:cubicBezTo>
                      <a:pt x="608" y="1719"/>
                      <a:pt x="274" y="2526"/>
                      <a:pt x="274" y="3367"/>
                    </a:cubicBezTo>
                    <a:cubicBezTo>
                      <a:pt x="274" y="4208"/>
                      <a:pt x="608" y="5016"/>
                      <a:pt x="1203" y="5610"/>
                    </a:cubicBezTo>
                    <a:cubicBezTo>
                      <a:pt x="1797" y="6205"/>
                      <a:pt x="2604" y="6540"/>
                      <a:pt x="344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16" name="Freeform: Shape 11015">
                <a:extLst>
                  <a:ext uri="{FF2B5EF4-FFF2-40B4-BE49-F238E27FC236}">
                    <a16:creationId xmlns:a16="http://schemas.microsoft.com/office/drawing/2014/main" id="{1E1A67E1-B548-E5C1-A436-3A9AC6D25701}"/>
                  </a:ext>
                </a:extLst>
              </p:cNvPr>
              <p:cNvSpPr/>
              <p:nvPr/>
            </p:nvSpPr>
            <p:spPr>
              <a:xfrm>
                <a:off x="9874208" y="5946043"/>
                <a:ext cx="6343" cy="6345"/>
              </a:xfrm>
              <a:custGeom>
                <a:avLst/>
                <a:gdLst>
                  <a:gd name="connsiteX0" fmla="*/ 3445 w 6343"/>
                  <a:gd name="connsiteY0" fmla="*/ 6540 h 6345"/>
                  <a:gd name="connsiteX1" fmla="*/ 5687 w 6343"/>
                  <a:gd name="connsiteY1" fmla="*/ 5611 h 6345"/>
                  <a:gd name="connsiteX2" fmla="*/ 6616 w 6343"/>
                  <a:gd name="connsiteY2" fmla="*/ 3367 h 6345"/>
                  <a:gd name="connsiteX3" fmla="*/ 5687 w 6343"/>
                  <a:gd name="connsiteY3" fmla="*/ 1124 h 6345"/>
                  <a:gd name="connsiteX4" fmla="*/ 3445 w 6343"/>
                  <a:gd name="connsiteY4" fmla="*/ 194 h 6345"/>
                  <a:gd name="connsiteX5" fmla="*/ 1202 w 6343"/>
                  <a:gd name="connsiteY5" fmla="*/ 1124 h 6345"/>
                  <a:gd name="connsiteX6" fmla="*/ 273 w 6343"/>
                  <a:gd name="connsiteY6" fmla="*/ 3367 h 6345"/>
                  <a:gd name="connsiteX7" fmla="*/ 1202 w 6343"/>
                  <a:gd name="connsiteY7" fmla="*/ 5611 h 6345"/>
                  <a:gd name="connsiteX8" fmla="*/ 344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40"/>
                    </a:moveTo>
                    <a:cubicBezTo>
                      <a:pt x="4286" y="6540"/>
                      <a:pt x="5093" y="6205"/>
                      <a:pt x="5687" y="5611"/>
                    </a:cubicBezTo>
                    <a:cubicBezTo>
                      <a:pt x="6282" y="5016"/>
                      <a:pt x="6616" y="4208"/>
                      <a:pt x="6616" y="3367"/>
                    </a:cubicBezTo>
                    <a:cubicBezTo>
                      <a:pt x="6616" y="2526"/>
                      <a:pt x="6282" y="1719"/>
                      <a:pt x="5687" y="1124"/>
                    </a:cubicBezTo>
                    <a:cubicBezTo>
                      <a:pt x="5093" y="529"/>
                      <a:pt x="4286" y="194"/>
                      <a:pt x="3445" y="194"/>
                    </a:cubicBezTo>
                    <a:cubicBezTo>
                      <a:pt x="2604" y="194"/>
                      <a:pt x="1797" y="529"/>
                      <a:pt x="1202" y="1124"/>
                    </a:cubicBezTo>
                    <a:cubicBezTo>
                      <a:pt x="607" y="1719"/>
                      <a:pt x="273" y="2526"/>
                      <a:pt x="273" y="3367"/>
                    </a:cubicBezTo>
                    <a:cubicBezTo>
                      <a:pt x="273" y="4208"/>
                      <a:pt x="607" y="5016"/>
                      <a:pt x="1202" y="5611"/>
                    </a:cubicBezTo>
                    <a:cubicBezTo>
                      <a:pt x="1797" y="6205"/>
                      <a:pt x="2604" y="6540"/>
                      <a:pt x="344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17" name="Freeform: Shape 11016">
                <a:extLst>
                  <a:ext uri="{FF2B5EF4-FFF2-40B4-BE49-F238E27FC236}">
                    <a16:creationId xmlns:a16="http://schemas.microsoft.com/office/drawing/2014/main" id="{A62B66B6-BF2E-922D-530A-87CDC37F6074}"/>
                  </a:ext>
                </a:extLst>
              </p:cNvPr>
              <p:cNvSpPr/>
              <p:nvPr/>
            </p:nvSpPr>
            <p:spPr>
              <a:xfrm>
                <a:off x="9870303" y="5948827"/>
                <a:ext cx="6343" cy="6345"/>
              </a:xfrm>
              <a:custGeom>
                <a:avLst/>
                <a:gdLst>
                  <a:gd name="connsiteX0" fmla="*/ 3444 w 6343"/>
                  <a:gd name="connsiteY0" fmla="*/ 6540 h 6345"/>
                  <a:gd name="connsiteX1" fmla="*/ 5687 w 6343"/>
                  <a:gd name="connsiteY1" fmla="*/ 5611 h 6345"/>
                  <a:gd name="connsiteX2" fmla="*/ 6616 w 6343"/>
                  <a:gd name="connsiteY2" fmla="*/ 3367 h 6345"/>
                  <a:gd name="connsiteX3" fmla="*/ 5687 w 6343"/>
                  <a:gd name="connsiteY3" fmla="*/ 1124 h 6345"/>
                  <a:gd name="connsiteX4" fmla="*/ 3444 w 6343"/>
                  <a:gd name="connsiteY4" fmla="*/ 195 h 6345"/>
                  <a:gd name="connsiteX5" fmla="*/ 1202 w 6343"/>
                  <a:gd name="connsiteY5" fmla="*/ 1124 h 6345"/>
                  <a:gd name="connsiteX6" fmla="*/ 273 w 6343"/>
                  <a:gd name="connsiteY6" fmla="*/ 3367 h 6345"/>
                  <a:gd name="connsiteX7" fmla="*/ 1202 w 6343"/>
                  <a:gd name="connsiteY7" fmla="*/ 5611 h 6345"/>
                  <a:gd name="connsiteX8" fmla="*/ 344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40"/>
                    </a:moveTo>
                    <a:cubicBezTo>
                      <a:pt x="4286" y="6540"/>
                      <a:pt x="5092" y="6206"/>
                      <a:pt x="5687" y="5611"/>
                    </a:cubicBezTo>
                    <a:cubicBezTo>
                      <a:pt x="6282" y="5016"/>
                      <a:pt x="6616" y="4209"/>
                      <a:pt x="6616" y="3367"/>
                    </a:cubicBezTo>
                    <a:cubicBezTo>
                      <a:pt x="6616" y="2526"/>
                      <a:pt x="6282" y="1719"/>
                      <a:pt x="5687" y="1124"/>
                    </a:cubicBezTo>
                    <a:cubicBezTo>
                      <a:pt x="5092" y="529"/>
                      <a:pt x="4286" y="195"/>
                      <a:pt x="3444" y="195"/>
                    </a:cubicBezTo>
                    <a:cubicBezTo>
                      <a:pt x="2603" y="195"/>
                      <a:pt x="1797" y="529"/>
                      <a:pt x="1202" y="1124"/>
                    </a:cubicBezTo>
                    <a:cubicBezTo>
                      <a:pt x="607" y="1719"/>
                      <a:pt x="273" y="2526"/>
                      <a:pt x="273" y="3367"/>
                    </a:cubicBezTo>
                    <a:cubicBezTo>
                      <a:pt x="273" y="4209"/>
                      <a:pt x="607" y="5016"/>
                      <a:pt x="1202" y="5611"/>
                    </a:cubicBezTo>
                    <a:cubicBezTo>
                      <a:pt x="1797" y="6206"/>
                      <a:pt x="2603" y="6540"/>
                      <a:pt x="344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18" name="Freeform: Shape 11017">
                <a:extLst>
                  <a:ext uri="{FF2B5EF4-FFF2-40B4-BE49-F238E27FC236}">
                    <a16:creationId xmlns:a16="http://schemas.microsoft.com/office/drawing/2014/main" id="{2D782012-347D-01D5-82F1-8399A57FD7F2}"/>
                  </a:ext>
                </a:extLst>
              </p:cNvPr>
              <p:cNvSpPr/>
              <p:nvPr/>
            </p:nvSpPr>
            <p:spPr>
              <a:xfrm>
                <a:off x="9867329" y="5953066"/>
                <a:ext cx="6343" cy="6345"/>
              </a:xfrm>
              <a:custGeom>
                <a:avLst/>
                <a:gdLst>
                  <a:gd name="connsiteX0" fmla="*/ 3444 w 6343"/>
                  <a:gd name="connsiteY0" fmla="*/ 6540 h 6345"/>
                  <a:gd name="connsiteX1" fmla="*/ 5687 w 6343"/>
                  <a:gd name="connsiteY1" fmla="*/ 5611 h 6345"/>
                  <a:gd name="connsiteX2" fmla="*/ 6616 w 6343"/>
                  <a:gd name="connsiteY2" fmla="*/ 3368 h 6345"/>
                  <a:gd name="connsiteX3" fmla="*/ 5687 w 6343"/>
                  <a:gd name="connsiteY3" fmla="*/ 1124 h 6345"/>
                  <a:gd name="connsiteX4" fmla="*/ 3444 w 6343"/>
                  <a:gd name="connsiteY4" fmla="*/ 195 h 6345"/>
                  <a:gd name="connsiteX5" fmla="*/ 1202 w 6343"/>
                  <a:gd name="connsiteY5" fmla="*/ 1124 h 6345"/>
                  <a:gd name="connsiteX6" fmla="*/ 273 w 6343"/>
                  <a:gd name="connsiteY6" fmla="*/ 3368 h 6345"/>
                  <a:gd name="connsiteX7" fmla="*/ 1202 w 6343"/>
                  <a:gd name="connsiteY7" fmla="*/ 5611 h 6345"/>
                  <a:gd name="connsiteX8" fmla="*/ 344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40"/>
                    </a:moveTo>
                    <a:cubicBezTo>
                      <a:pt x="4285" y="6540"/>
                      <a:pt x="5092" y="6206"/>
                      <a:pt x="5687" y="5611"/>
                    </a:cubicBezTo>
                    <a:cubicBezTo>
                      <a:pt x="6282" y="5016"/>
                      <a:pt x="6616" y="4209"/>
                      <a:pt x="6616" y="3368"/>
                    </a:cubicBezTo>
                    <a:cubicBezTo>
                      <a:pt x="6616" y="2526"/>
                      <a:pt x="6282" y="1719"/>
                      <a:pt x="5687" y="1124"/>
                    </a:cubicBezTo>
                    <a:cubicBezTo>
                      <a:pt x="5092" y="529"/>
                      <a:pt x="4285" y="195"/>
                      <a:pt x="3444" y="195"/>
                    </a:cubicBezTo>
                    <a:cubicBezTo>
                      <a:pt x="2603" y="195"/>
                      <a:pt x="1796" y="529"/>
                      <a:pt x="1202" y="1124"/>
                    </a:cubicBezTo>
                    <a:cubicBezTo>
                      <a:pt x="607" y="1719"/>
                      <a:pt x="273" y="2526"/>
                      <a:pt x="273" y="3368"/>
                    </a:cubicBezTo>
                    <a:cubicBezTo>
                      <a:pt x="273" y="4209"/>
                      <a:pt x="607" y="5016"/>
                      <a:pt x="1202" y="5611"/>
                    </a:cubicBezTo>
                    <a:cubicBezTo>
                      <a:pt x="1796" y="6206"/>
                      <a:pt x="2603" y="6540"/>
                      <a:pt x="344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19" name="Freeform: Shape 11018">
                <a:extLst>
                  <a:ext uri="{FF2B5EF4-FFF2-40B4-BE49-F238E27FC236}">
                    <a16:creationId xmlns:a16="http://schemas.microsoft.com/office/drawing/2014/main" id="{835ED913-BB79-7712-9221-3A36CC3DB302}"/>
                  </a:ext>
                </a:extLst>
              </p:cNvPr>
              <p:cNvSpPr/>
              <p:nvPr/>
            </p:nvSpPr>
            <p:spPr>
              <a:xfrm>
                <a:off x="9867138" y="5961747"/>
                <a:ext cx="6343" cy="6345"/>
              </a:xfrm>
              <a:custGeom>
                <a:avLst/>
                <a:gdLst>
                  <a:gd name="connsiteX0" fmla="*/ 3444 w 6343"/>
                  <a:gd name="connsiteY0" fmla="*/ 6541 h 6345"/>
                  <a:gd name="connsiteX1" fmla="*/ 5687 w 6343"/>
                  <a:gd name="connsiteY1" fmla="*/ 5612 h 6345"/>
                  <a:gd name="connsiteX2" fmla="*/ 6616 w 6343"/>
                  <a:gd name="connsiteY2" fmla="*/ 3368 h 6345"/>
                  <a:gd name="connsiteX3" fmla="*/ 5687 w 6343"/>
                  <a:gd name="connsiteY3" fmla="*/ 1125 h 6345"/>
                  <a:gd name="connsiteX4" fmla="*/ 3444 w 6343"/>
                  <a:gd name="connsiteY4" fmla="*/ 196 h 6345"/>
                  <a:gd name="connsiteX5" fmla="*/ 1202 w 6343"/>
                  <a:gd name="connsiteY5" fmla="*/ 1125 h 6345"/>
                  <a:gd name="connsiteX6" fmla="*/ 273 w 6343"/>
                  <a:gd name="connsiteY6" fmla="*/ 3368 h 6345"/>
                  <a:gd name="connsiteX7" fmla="*/ 1202 w 6343"/>
                  <a:gd name="connsiteY7" fmla="*/ 5612 h 6345"/>
                  <a:gd name="connsiteX8" fmla="*/ 3444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41"/>
                    </a:moveTo>
                    <a:cubicBezTo>
                      <a:pt x="4285" y="6541"/>
                      <a:pt x="5092" y="6207"/>
                      <a:pt x="5687" y="5612"/>
                    </a:cubicBezTo>
                    <a:cubicBezTo>
                      <a:pt x="6282" y="5017"/>
                      <a:pt x="6616" y="4210"/>
                      <a:pt x="6616" y="3368"/>
                    </a:cubicBezTo>
                    <a:cubicBezTo>
                      <a:pt x="6616" y="2527"/>
                      <a:pt x="6282" y="1720"/>
                      <a:pt x="5687" y="1125"/>
                    </a:cubicBezTo>
                    <a:cubicBezTo>
                      <a:pt x="5092" y="530"/>
                      <a:pt x="4285" y="196"/>
                      <a:pt x="3444" y="196"/>
                    </a:cubicBezTo>
                    <a:cubicBezTo>
                      <a:pt x="2603" y="196"/>
                      <a:pt x="1796" y="530"/>
                      <a:pt x="1202" y="1125"/>
                    </a:cubicBezTo>
                    <a:cubicBezTo>
                      <a:pt x="607" y="1720"/>
                      <a:pt x="273" y="2527"/>
                      <a:pt x="273" y="3368"/>
                    </a:cubicBezTo>
                    <a:cubicBezTo>
                      <a:pt x="273" y="4210"/>
                      <a:pt x="607" y="5017"/>
                      <a:pt x="1202" y="5612"/>
                    </a:cubicBezTo>
                    <a:cubicBezTo>
                      <a:pt x="1796" y="6207"/>
                      <a:pt x="2603" y="6541"/>
                      <a:pt x="3444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20" name="Freeform: Shape 11019">
                <a:extLst>
                  <a:ext uri="{FF2B5EF4-FFF2-40B4-BE49-F238E27FC236}">
                    <a16:creationId xmlns:a16="http://schemas.microsoft.com/office/drawing/2014/main" id="{BF5583A8-9E4F-F6AB-84F5-3A5F9D4FB704}"/>
                  </a:ext>
                </a:extLst>
              </p:cNvPr>
              <p:cNvSpPr/>
              <p:nvPr/>
            </p:nvSpPr>
            <p:spPr>
              <a:xfrm>
                <a:off x="10031568" y="6234234"/>
                <a:ext cx="6343" cy="6345"/>
              </a:xfrm>
              <a:custGeom>
                <a:avLst/>
                <a:gdLst>
                  <a:gd name="connsiteX0" fmla="*/ 3457 w 6343"/>
                  <a:gd name="connsiteY0" fmla="*/ 6562 h 6345"/>
                  <a:gd name="connsiteX1" fmla="*/ 5700 w 6343"/>
                  <a:gd name="connsiteY1" fmla="*/ 5633 h 6345"/>
                  <a:gd name="connsiteX2" fmla="*/ 6629 w 6343"/>
                  <a:gd name="connsiteY2" fmla="*/ 3390 h 6345"/>
                  <a:gd name="connsiteX3" fmla="*/ 5700 w 6343"/>
                  <a:gd name="connsiteY3" fmla="*/ 1146 h 6345"/>
                  <a:gd name="connsiteX4" fmla="*/ 3457 w 6343"/>
                  <a:gd name="connsiteY4" fmla="*/ 217 h 6345"/>
                  <a:gd name="connsiteX5" fmla="*/ 1214 w 6343"/>
                  <a:gd name="connsiteY5" fmla="*/ 1146 h 6345"/>
                  <a:gd name="connsiteX6" fmla="*/ 286 w 6343"/>
                  <a:gd name="connsiteY6" fmla="*/ 3390 h 6345"/>
                  <a:gd name="connsiteX7" fmla="*/ 1214 w 6343"/>
                  <a:gd name="connsiteY7" fmla="*/ 5633 h 6345"/>
                  <a:gd name="connsiteX8" fmla="*/ 3457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562"/>
                    </a:moveTo>
                    <a:cubicBezTo>
                      <a:pt x="4298" y="6562"/>
                      <a:pt x="5105" y="6228"/>
                      <a:pt x="5700" y="5633"/>
                    </a:cubicBezTo>
                    <a:cubicBezTo>
                      <a:pt x="6294" y="5038"/>
                      <a:pt x="6629" y="4231"/>
                      <a:pt x="6629" y="3390"/>
                    </a:cubicBezTo>
                    <a:cubicBezTo>
                      <a:pt x="6629" y="2548"/>
                      <a:pt x="6294" y="1741"/>
                      <a:pt x="5700" y="1146"/>
                    </a:cubicBezTo>
                    <a:cubicBezTo>
                      <a:pt x="5105" y="551"/>
                      <a:pt x="4298" y="217"/>
                      <a:pt x="3457" y="217"/>
                    </a:cubicBezTo>
                    <a:cubicBezTo>
                      <a:pt x="2616" y="217"/>
                      <a:pt x="1809" y="551"/>
                      <a:pt x="1214" y="1146"/>
                    </a:cubicBezTo>
                    <a:cubicBezTo>
                      <a:pt x="620" y="1741"/>
                      <a:pt x="286" y="2548"/>
                      <a:pt x="286" y="3390"/>
                    </a:cubicBezTo>
                    <a:cubicBezTo>
                      <a:pt x="286" y="4231"/>
                      <a:pt x="620" y="5038"/>
                      <a:pt x="1214" y="5633"/>
                    </a:cubicBezTo>
                    <a:cubicBezTo>
                      <a:pt x="1809" y="6228"/>
                      <a:pt x="2616" y="6562"/>
                      <a:pt x="3457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21" name="Freeform: Shape 11020">
                <a:extLst>
                  <a:ext uri="{FF2B5EF4-FFF2-40B4-BE49-F238E27FC236}">
                    <a16:creationId xmlns:a16="http://schemas.microsoft.com/office/drawing/2014/main" id="{FD948DC5-E5E7-09F3-FD72-55D751EEBFE9}"/>
                  </a:ext>
                </a:extLst>
              </p:cNvPr>
              <p:cNvSpPr/>
              <p:nvPr/>
            </p:nvSpPr>
            <p:spPr>
              <a:xfrm>
                <a:off x="10024737" y="6236110"/>
                <a:ext cx="6343" cy="6345"/>
              </a:xfrm>
              <a:custGeom>
                <a:avLst/>
                <a:gdLst>
                  <a:gd name="connsiteX0" fmla="*/ 3457 w 6343"/>
                  <a:gd name="connsiteY0" fmla="*/ 6563 h 6345"/>
                  <a:gd name="connsiteX1" fmla="*/ 5699 w 6343"/>
                  <a:gd name="connsiteY1" fmla="*/ 5633 h 6345"/>
                  <a:gd name="connsiteX2" fmla="*/ 6628 w 6343"/>
                  <a:gd name="connsiteY2" fmla="*/ 3390 h 6345"/>
                  <a:gd name="connsiteX3" fmla="*/ 5699 w 6343"/>
                  <a:gd name="connsiteY3" fmla="*/ 1146 h 6345"/>
                  <a:gd name="connsiteX4" fmla="*/ 3457 w 6343"/>
                  <a:gd name="connsiteY4" fmla="*/ 217 h 6345"/>
                  <a:gd name="connsiteX5" fmla="*/ 1214 w 6343"/>
                  <a:gd name="connsiteY5" fmla="*/ 1146 h 6345"/>
                  <a:gd name="connsiteX6" fmla="*/ 285 w 6343"/>
                  <a:gd name="connsiteY6" fmla="*/ 3390 h 6345"/>
                  <a:gd name="connsiteX7" fmla="*/ 1214 w 6343"/>
                  <a:gd name="connsiteY7" fmla="*/ 5633 h 6345"/>
                  <a:gd name="connsiteX8" fmla="*/ 3457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563"/>
                    </a:moveTo>
                    <a:cubicBezTo>
                      <a:pt x="4298" y="6563"/>
                      <a:pt x="5104" y="6228"/>
                      <a:pt x="5699" y="5633"/>
                    </a:cubicBezTo>
                    <a:cubicBezTo>
                      <a:pt x="6294" y="5038"/>
                      <a:pt x="6628" y="4231"/>
                      <a:pt x="6628" y="3390"/>
                    </a:cubicBezTo>
                    <a:cubicBezTo>
                      <a:pt x="6628" y="2549"/>
                      <a:pt x="6294" y="1741"/>
                      <a:pt x="5699" y="1146"/>
                    </a:cubicBezTo>
                    <a:cubicBezTo>
                      <a:pt x="5104" y="552"/>
                      <a:pt x="4298" y="217"/>
                      <a:pt x="3457" y="217"/>
                    </a:cubicBezTo>
                    <a:cubicBezTo>
                      <a:pt x="2615" y="217"/>
                      <a:pt x="1809" y="552"/>
                      <a:pt x="1214" y="1146"/>
                    </a:cubicBezTo>
                    <a:cubicBezTo>
                      <a:pt x="619" y="1741"/>
                      <a:pt x="285" y="2549"/>
                      <a:pt x="285" y="3390"/>
                    </a:cubicBezTo>
                    <a:cubicBezTo>
                      <a:pt x="285" y="4231"/>
                      <a:pt x="619" y="5038"/>
                      <a:pt x="1214" y="5633"/>
                    </a:cubicBezTo>
                    <a:cubicBezTo>
                      <a:pt x="1809" y="6228"/>
                      <a:pt x="2615" y="6563"/>
                      <a:pt x="3457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22" name="Freeform: Shape 11021">
                <a:extLst>
                  <a:ext uri="{FF2B5EF4-FFF2-40B4-BE49-F238E27FC236}">
                    <a16:creationId xmlns:a16="http://schemas.microsoft.com/office/drawing/2014/main" id="{D9EF8EF1-C0DB-D235-8F9A-5B29F56113E1}"/>
                  </a:ext>
                </a:extLst>
              </p:cNvPr>
              <p:cNvSpPr/>
              <p:nvPr/>
            </p:nvSpPr>
            <p:spPr>
              <a:xfrm>
                <a:off x="10017482" y="6237242"/>
                <a:ext cx="6343" cy="6345"/>
              </a:xfrm>
              <a:custGeom>
                <a:avLst/>
                <a:gdLst>
                  <a:gd name="connsiteX0" fmla="*/ 3456 w 6343"/>
                  <a:gd name="connsiteY0" fmla="*/ 6563 h 6345"/>
                  <a:gd name="connsiteX1" fmla="*/ 5699 w 6343"/>
                  <a:gd name="connsiteY1" fmla="*/ 5633 h 6345"/>
                  <a:gd name="connsiteX2" fmla="*/ 6628 w 6343"/>
                  <a:gd name="connsiteY2" fmla="*/ 3390 h 6345"/>
                  <a:gd name="connsiteX3" fmla="*/ 5699 w 6343"/>
                  <a:gd name="connsiteY3" fmla="*/ 1147 h 6345"/>
                  <a:gd name="connsiteX4" fmla="*/ 3456 w 6343"/>
                  <a:gd name="connsiteY4" fmla="*/ 217 h 6345"/>
                  <a:gd name="connsiteX5" fmla="*/ 1213 w 6343"/>
                  <a:gd name="connsiteY5" fmla="*/ 1147 h 6345"/>
                  <a:gd name="connsiteX6" fmla="*/ 284 w 6343"/>
                  <a:gd name="connsiteY6" fmla="*/ 3390 h 6345"/>
                  <a:gd name="connsiteX7" fmla="*/ 1213 w 6343"/>
                  <a:gd name="connsiteY7" fmla="*/ 5633 h 6345"/>
                  <a:gd name="connsiteX8" fmla="*/ 3456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63"/>
                    </a:moveTo>
                    <a:cubicBezTo>
                      <a:pt x="4297" y="6563"/>
                      <a:pt x="5104" y="6228"/>
                      <a:pt x="5699" y="5633"/>
                    </a:cubicBezTo>
                    <a:cubicBezTo>
                      <a:pt x="6293" y="5038"/>
                      <a:pt x="6628" y="4231"/>
                      <a:pt x="6628" y="3390"/>
                    </a:cubicBezTo>
                    <a:cubicBezTo>
                      <a:pt x="6628" y="2549"/>
                      <a:pt x="6293" y="1742"/>
                      <a:pt x="5699" y="1147"/>
                    </a:cubicBezTo>
                    <a:cubicBezTo>
                      <a:pt x="5104" y="552"/>
                      <a:pt x="4297" y="217"/>
                      <a:pt x="3456" y="217"/>
                    </a:cubicBezTo>
                    <a:cubicBezTo>
                      <a:pt x="2615" y="217"/>
                      <a:pt x="1808" y="552"/>
                      <a:pt x="1213" y="1147"/>
                    </a:cubicBezTo>
                    <a:cubicBezTo>
                      <a:pt x="619" y="1742"/>
                      <a:pt x="284" y="2549"/>
                      <a:pt x="284" y="3390"/>
                    </a:cubicBezTo>
                    <a:cubicBezTo>
                      <a:pt x="284" y="4231"/>
                      <a:pt x="619" y="5038"/>
                      <a:pt x="1213" y="5633"/>
                    </a:cubicBezTo>
                    <a:cubicBezTo>
                      <a:pt x="1808" y="6228"/>
                      <a:pt x="2615" y="6563"/>
                      <a:pt x="3456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23" name="Freeform: Shape 11022">
                <a:extLst>
                  <a:ext uri="{FF2B5EF4-FFF2-40B4-BE49-F238E27FC236}">
                    <a16:creationId xmlns:a16="http://schemas.microsoft.com/office/drawing/2014/main" id="{309E4EA4-2B5C-D18E-980F-632943112842}"/>
                  </a:ext>
                </a:extLst>
              </p:cNvPr>
              <p:cNvSpPr/>
              <p:nvPr/>
            </p:nvSpPr>
            <p:spPr>
              <a:xfrm>
                <a:off x="10009976" y="6237889"/>
                <a:ext cx="6343" cy="6345"/>
              </a:xfrm>
              <a:custGeom>
                <a:avLst/>
                <a:gdLst>
                  <a:gd name="connsiteX0" fmla="*/ 3455 w 6343"/>
                  <a:gd name="connsiteY0" fmla="*/ 6563 h 6345"/>
                  <a:gd name="connsiteX1" fmla="*/ 5698 w 6343"/>
                  <a:gd name="connsiteY1" fmla="*/ 5634 h 6345"/>
                  <a:gd name="connsiteX2" fmla="*/ 6627 w 6343"/>
                  <a:gd name="connsiteY2" fmla="*/ 3390 h 6345"/>
                  <a:gd name="connsiteX3" fmla="*/ 5698 w 6343"/>
                  <a:gd name="connsiteY3" fmla="*/ 1147 h 6345"/>
                  <a:gd name="connsiteX4" fmla="*/ 3455 w 6343"/>
                  <a:gd name="connsiteY4" fmla="*/ 217 h 6345"/>
                  <a:gd name="connsiteX5" fmla="*/ 1213 w 6343"/>
                  <a:gd name="connsiteY5" fmla="*/ 1147 h 6345"/>
                  <a:gd name="connsiteX6" fmla="*/ 284 w 6343"/>
                  <a:gd name="connsiteY6" fmla="*/ 3390 h 6345"/>
                  <a:gd name="connsiteX7" fmla="*/ 1213 w 6343"/>
                  <a:gd name="connsiteY7" fmla="*/ 5634 h 6345"/>
                  <a:gd name="connsiteX8" fmla="*/ 3455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563"/>
                    </a:moveTo>
                    <a:cubicBezTo>
                      <a:pt x="4297" y="6563"/>
                      <a:pt x="5103" y="6228"/>
                      <a:pt x="5698" y="5634"/>
                    </a:cubicBezTo>
                    <a:cubicBezTo>
                      <a:pt x="6293" y="5039"/>
                      <a:pt x="6627" y="4231"/>
                      <a:pt x="6627" y="3390"/>
                    </a:cubicBezTo>
                    <a:cubicBezTo>
                      <a:pt x="6627" y="2549"/>
                      <a:pt x="6293" y="1742"/>
                      <a:pt x="5698" y="1147"/>
                    </a:cubicBezTo>
                    <a:cubicBezTo>
                      <a:pt x="5103" y="552"/>
                      <a:pt x="4297" y="217"/>
                      <a:pt x="3455" y="217"/>
                    </a:cubicBezTo>
                    <a:cubicBezTo>
                      <a:pt x="2614" y="217"/>
                      <a:pt x="1808" y="552"/>
                      <a:pt x="1213" y="1147"/>
                    </a:cubicBezTo>
                    <a:cubicBezTo>
                      <a:pt x="618" y="1742"/>
                      <a:pt x="284" y="2549"/>
                      <a:pt x="284" y="3390"/>
                    </a:cubicBezTo>
                    <a:cubicBezTo>
                      <a:pt x="284" y="4231"/>
                      <a:pt x="618" y="5039"/>
                      <a:pt x="1213" y="5634"/>
                    </a:cubicBezTo>
                    <a:cubicBezTo>
                      <a:pt x="1808" y="6228"/>
                      <a:pt x="2614" y="6563"/>
                      <a:pt x="3455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24" name="Freeform: Shape 11023">
                <a:extLst>
                  <a:ext uri="{FF2B5EF4-FFF2-40B4-BE49-F238E27FC236}">
                    <a16:creationId xmlns:a16="http://schemas.microsoft.com/office/drawing/2014/main" id="{97DA8FC6-6280-FBA7-DDBE-1BEB500CDB45}"/>
                  </a:ext>
                </a:extLst>
              </p:cNvPr>
              <p:cNvSpPr/>
              <p:nvPr/>
            </p:nvSpPr>
            <p:spPr>
              <a:xfrm>
                <a:off x="10001942" y="6237561"/>
                <a:ext cx="6343" cy="6345"/>
              </a:xfrm>
              <a:custGeom>
                <a:avLst/>
                <a:gdLst>
                  <a:gd name="connsiteX0" fmla="*/ 3455 w 6343"/>
                  <a:gd name="connsiteY0" fmla="*/ 6563 h 6345"/>
                  <a:gd name="connsiteX1" fmla="*/ 5697 w 6343"/>
                  <a:gd name="connsiteY1" fmla="*/ 5633 h 6345"/>
                  <a:gd name="connsiteX2" fmla="*/ 6626 w 6343"/>
                  <a:gd name="connsiteY2" fmla="*/ 3390 h 6345"/>
                  <a:gd name="connsiteX3" fmla="*/ 5697 w 6343"/>
                  <a:gd name="connsiteY3" fmla="*/ 1147 h 6345"/>
                  <a:gd name="connsiteX4" fmla="*/ 3455 w 6343"/>
                  <a:gd name="connsiteY4" fmla="*/ 217 h 6345"/>
                  <a:gd name="connsiteX5" fmla="*/ 1212 w 6343"/>
                  <a:gd name="connsiteY5" fmla="*/ 1147 h 6345"/>
                  <a:gd name="connsiteX6" fmla="*/ 283 w 6343"/>
                  <a:gd name="connsiteY6" fmla="*/ 3390 h 6345"/>
                  <a:gd name="connsiteX7" fmla="*/ 1212 w 6343"/>
                  <a:gd name="connsiteY7" fmla="*/ 5633 h 6345"/>
                  <a:gd name="connsiteX8" fmla="*/ 3455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563"/>
                    </a:moveTo>
                    <a:cubicBezTo>
                      <a:pt x="4296" y="6563"/>
                      <a:pt x="5103" y="6228"/>
                      <a:pt x="5697" y="5633"/>
                    </a:cubicBezTo>
                    <a:cubicBezTo>
                      <a:pt x="6292" y="5039"/>
                      <a:pt x="6626" y="4231"/>
                      <a:pt x="6626" y="3390"/>
                    </a:cubicBezTo>
                    <a:cubicBezTo>
                      <a:pt x="6626" y="2549"/>
                      <a:pt x="6292" y="1742"/>
                      <a:pt x="5697" y="1147"/>
                    </a:cubicBezTo>
                    <a:cubicBezTo>
                      <a:pt x="5103" y="552"/>
                      <a:pt x="4296" y="217"/>
                      <a:pt x="3455" y="217"/>
                    </a:cubicBezTo>
                    <a:cubicBezTo>
                      <a:pt x="2614" y="217"/>
                      <a:pt x="1807" y="552"/>
                      <a:pt x="1212" y="1147"/>
                    </a:cubicBezTo>
                    <a:cubicBezTo>
                      <a:pt x="617" y="1742"/>
                      <a:pt x="283" y="2549"/>
                      <a:pt x="283" y="3390"/>
                    </a:cubicBezTo>
                    <a:cubicBezTo>
                      <a:pt x="283" y="4231"/>
                      <a:pt x="617" y="5039"/>
                      <a:pt x="1212" y="5633"/>
                    </a:cubicBezTo>
                    <a:cubicBezTo>
                      <a:pt x="1807" y="6228"/>
                      <a:pt x="2614" y="6563"/>
                      <a:pt x="3455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25" name="Freeform: Shape 11024">
                <a:extLst>
                  <a:ext uri="{FF2B5EF4-FFF2-40B4-BE49-F238E27FC236}">
                    <a16:creationId xmlns:a16="http://schemas.microsoft.com/office/drawing/2014/main" id="{5A046C06-C5D5-DAFE-235D-D9ED97E06D21}"/>
                  </a:ext>
                </a:extLst>
              </p:cNvPr>
              <p:cNvSpPr/>
              <p:nvPr/>
            </p:nvSpPr>
            <p:spPr>
              <a:xfrm>
                <a:off x="9993711" y="6236791"/>
                <a:ext cx="6343" cy="6345"/>
              </a:xfrm>
              <a:custGeom>
                <a:avLst/>
                <a:gdLst>
                  <a:gd name="connsiteX0" fmla="*/ 3454 w 6343"/>
                  <a:gd name="connsiteY0" fmla="*/ 6563 h 6345"/>
                  <a:gd name="connsiteX1" fmla="*/ 5697 w 6343"/>
                  <a:gd name="connsiteY1" fmla="*/ 5633 h 6345"/>
                  <a:gd name="connsiteX2" fmla="*/ 6626 w 6343"/>
                  <a:gd name="connsiteY2" fmla="*/ 3390 h 6345"/>
                  <a:gd name="connsiteX3" fmla="*/ 5697 w 6343"/>
                  <a:gd name="connsiteY3" fmla="*/ 1147 h 6345"/>
                  <a:gd name="connsiteX4" fmla="*/ 3454 w 6343"/>
                  <a:gd name="connsiteY4" fmla="*/ 217 h 6345"/>
                  <a:gd name="connsiteX5" fmla="*/ 1211 w 6343"/>
                  <a:gd name="connsiteY5" fmla="*/ 1147 h 6345"/>
                  <a:gd name="connsiteX6" fmla="*/ 283 w 6343"/>
                  <a:gd name="connsiteY6" fmla="*/ 3390 h 6345"/>
                  <a:gd name="connsiteX7" fmla="*/ 1211 w 6343"/>
                  <a:gd name="connsiteY7" fmla="*/ 5633 h 6345"/>
                  <a:gd name="connsiteX8" fmla="*/ 3454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4" y="6563"/>
                    </a:moveTo>
                    <a:cubicBezTo>
                      <a:pt x="4295" y="6563"/>
                      <a:pt x="5102" y="6228"/>
                      <a:pt x="5697" y="5633"/>
                    </a:cubicBezTo>
                    <a:cubicBezTo>
                      <a:pt x="6291" y="5038"/>
                      <a:pt x="6626" y="4231"/>
                      <a:pt x="6626" y="3390"/>
                    </a:cubicBezTo>
                    <a:cubicBezTo>
                      <a:pt x="6626" y="2549"/>
                      <a:pt x="6291" y="1742"/>
                      <a:pt x="5697" y="1147"/>
                    </a:cubicBezTo>
                    <a:cubicBezTo>
                      <a:pt x="5102" y="552"/>
                      <a:pt x="4295" y="217"/>
                      <a:pt x="3454" y="217"/>
                    </a:cubicBezTo>
                    <a:cubicBezTo>
                      <a:pt x="2613" y="217"/>
                      <a:pt x="1806" y="552"/>
                      <a:pt x="1211" y="1147"/>
                    </a:cubicBezTo>
                    <a:cubicBezTo>
                      <a:pt x="617" y="1742"/>
                      <a:pt x="283" y="2549"/>
                      <a:pt x="283" y="3390"/>
                    </a:cubicBezTo>
                    <a:cubicBezTo>
                      <a:pt x="283" y="4231"/>
                      <a:pt x="617" y="5038"/>
                      <a:pt x="1211" y="5633"/>
                    </a:cubicBezTo>
                    <a:cubicBezTo>
                      <a:pt x="1806" y="6228"/>
                      <a:pt x="2613" y="6563"/>
                      <a:pt x="3454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26" name="Freeform: Shape 11025">
                <a:extLst>
                  <a:ext uri="{FF2B5EF4-FFF2-40B4-BE49-F238E27FC236}">
                    <a16:creationId xmlns:a16="http://schemas.microsoft.com/office/drawing/2014/main" id="{CB797214-A9BD-9FF9-912B-E0AF3CCAD4F9}"/>
                  </a:ext>
                </a:extLst>
              </p:cNvPr>
              <p:cNvSpPr/>
              <p:nvPr/>
            </p:nvSpPr>
            <p:spPr>
              <a:xfrm>
                <a:off x="9985230" y="6235465"/>
                <a:ext cx="6343" cy="6345"/>
              </a:xfrm>
              <a:custGeom>
                <a:avLst/>
                <a:gdLst>
                  <a:gd name="connsiteX0" fmla="*/ 3453 w 6343"/>
                  <a:gd name="connsiteY0" fmla="*/ 6563 h 6345"/>
                  <a:gd name="connsiteX1" fmla="*/ 5696 w 6343"/>
                  <a:gd name="connsiteY1" fmla="*/ 5633 h 6345"/>
                  <a:gd name="connsiteX2" fmla="*/ 6625 w 6343"/>
                  <a:gd name="connsiteY2" fmla="*/ 3390 h 6345"/>
                  <a:gd name="connsiteX3" fmla="*/ 5696 w 6343"/>
                  <a:gd name="connsiteY3" fmla="*/ 1146 h 6345"/>
                  <a:gd name="connsiteX4" fmla="*/ 3453 w 6343"/>
                  <a:gd name="connsiteY4" fmla="*/ 217 h 6345"/>
                  <a:gd name="connsiteX5" fmla="*/ 1211 w 6343"/>
                  <a:gd name="connsiteY5" fmla="*/ 1146 h 6345"/>
                  <a:gd name="connsiteX6" fmla="*/ 282 w 6343"/>
                  <a:gd name="connsiteY6" fmla="*/ 3390 h 6345"/>
                  <a:gd name="connsiteX7" fmla="*/ 1211 w 6343"/>
                  <a:gd name="connsiteY7" fmla="*/ 5633 h 6345"/>
                  <a:gd name="connsiteX8" fmla="*/ 3453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63"/>
                    </a:moveTo>
                    <a:cubicBezTo>
                      <a:pt x="4295" y="6563"/>
                      <a:pt x="5101" y="6228"/>
                      <a:pt x="5696" y="5633"/>
                    </a:cubicBezTo>
                    <a:cubicBezTo>
                      <a:pt x="6291" y="5038"/>
                      <a:pt x="6625" y="4231"/>
                      <a:pt x="6625" y="3390"/>
                    </a:cubicBezTo>
                    <a:cubicBezTo>
                      <a:pt x="6625" y="2548"/>
                      <a:pt x="6291" y="1741"/>
                      <a:pt x="5696" y="1146"/>
                    </a:cubicBezTo>
                    <a:cubicBezTo>
                      <a:pt x="5101" y="551"/>
                      <a:pt x="4295" y="217"/>
                      <a:pt x="3453" y="217"/>
                    </a:cubicBezTo>
                    <a:cubicBezTo>
                      <a:pt x="2612" y="217"/>
                      <a:pt x="1806" y="551"/>
                      <a:pt x="1211" y="1146"/>
                    </a:cubicBezTo>
                    <a:cubicBezTo>
                      <a:pt x="616" y="1741"/>
                      <a:pt x="282" y="2548"/>
                      <a:pt x="282" y="3390"/>
                    </a:cubicBezTo>
                    <a:cubicBezTo>
                      <a:pt x="282" y="4231"/>
                      <a:pt x="616" y="5038"/>
                      <a:pt x="1211" y="5633"/>
                    </a:cubicBezTo>
                    <a:cubicBezTo>
                      <a:pt x="1806" y="6228"/>
                      <a:pt x="2612" y="6563"/>
                      <a:pt x="3453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27" name="Freeform: Shape 11026">
                <a:extLst>
                  <a:ext uri="{FF2B5EF4-FFF2-40B4-BE49-F238E27FC236}">
                    <a16:creationId xmlns:a16="http://schemas.microsoft.com/office/drawing/2014/main" id="{7D50A5A8-7399-F45F-7697-0C21A01C925A}"/>
                  </a:ext>
                </a:extLst>
              </p:cNvPr>
              <p:cNvSpPr/>
              <p:nvPr/>
            </p:nvSpPr>
            <p:spPr>
              <a:xfrm>
                <a:off x="9977559" y="6235437"/>
                <a:ext cx="6343" cy="6345"/>
              </a:xfrm>
              <a:custGeom>
                <a:avLst/>
                <a:gdLst>
                  <a:gd name="connsiteX0" fmla="*/ 3453 w 6343"/>
                  <a:gd name="connsiteY0" fmla="*/ 6563 h 6345"/>
                  <a:gd name="connsiteX1" fmla="*/ 5695 w 6343"/>
                  <a:gd name="connsiteY1" fmla="*/ 5633 h 6345"/>
                  <a:gd name="connsiteX2" fmla="*/ 6624 w 6343"/>
                  <a:gd name="connsiteY2" fmla="*/ 3390 h 6345"/>
                  <a:gd name="connsiteX3" fmla="*/ 5695 w 6343"/>
                  <a:gd name="connsiteY3" fmla="*/ 1146 h 6345"/>
                  <a:gd name="connsiteX4" fmla="*/ 3453 w 6343"/>
                  <a:gd name="connsiteY4" fmla="*/ 217 h 6345"/>
                  <a:gd name="connsiteX5" fmla="*/ 1210 w 6343"/>
                  <a:gd name="connsiteY5" fmla="*/ 1146 h 6345"/>
                  <a:gd name="connsiteX6" fmla="*/ 281 w 6343"/>
                  <a:gd name="connsiteY6" fmla="*/ 3390 h 6345"/>
                  <a:gd name="connsiteX7" fmla="*/ 1210 w 6343"/>
                  <a:gd name="connsiteY7" fmla="*/ 5633 h 6345"/>
                  <a:gd name="connsiteX8" fmla="*/ 3453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63"/>
                    </a:moveTo>
                    <a:cubicBezTo>
                      <a:pt x="4294" y="6563"/>
                      <a:pt x="5101" y="6228"/>
                      <a:pt x="5695" y="5633"/>
                    </a:cubicBezTo>
                    <a:cubicBezTo>
                      <a:pt x="6290" y="5038"/>
                      <a:pt x="6624" y="4231"/>
                      <a:pt x="6624" y="3390"/>
                    </a:cubicBezTo>
                    <a:cubicBezTo>
                      <a:pt x="6624" y="2548"/>
                      <a:pt x="6290" y="1741"/>
                      <a:pt x="5695" y="1146"/>
                    </a:cubicBezTo>
                    <a:cubicBezTo>
                      <a:pt x="5101" y="551"/>
                      <a:pt x="4294" y="217"/>
                      <a:pt x="3453" y="217"/>
                    </a:cubicBezTo>
                    <a:cubicBezTo>
                      <a:pt x="2612" y="217"/>
                      <a:pt x="1805" y="551"/>
                      <a:pt x="1210" y="1146"/>
                    </a:cubicBezTo>
                    <a:cubicBezTo>
                      <a:pt x="615" y="1741"/>
                      <a:pt x="281" y="2548"/>
                      <a:pt x="281" y="3390"/>
                    </a:cubicBezTo>
                    <a:cubicBezTo>
                      <a:pt x="281" y="4231"/>
                      <a:pt x="615" y="5038"/>
                      <a:pt x="1210" y="5633"/>
                    </a:cubicBezTo>
                    <a:cubicBezTo>
                      <a:pt x="1805" y="6228"/>
                      <a:pt x="2612" y="6563"/>
                      <a:pt x="3453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28" name="Freeform: Shape 11027">
                <a:extLst>
                  <a:ext uri="{FF2B5EF4-FFF2-40B4-BE49-F238E27FC236}">
                    <a16:creationId xmlns:a16="http://schemas.microsoft.com/office/drawing/2014/main" id="{3896ABAC-7676-47F4-38B8-E68F90DACFB7}"/>
                  </a:ext>
                </a:extLst>
              </p:cNvPr>
              <p:cNvSpPr/>
              <p:nvPr/>
            </p:nvSpPr>
            <p:spPr>
              <a:xfrm>
                <a:off x="9970062" y="6235623"/>
                <a:ext cx="6343" cy="6345"/>
              </a:xfrm>
              <a:custGeom>
                <a:avLst/>
                <a:gdLst>
                  <a:gd name="connsiteX0" fmla="*/ 3452 w 6343"/>
                  <a:gd name="connsiteY0" fmla="*/ 6563 h 6345"/>
                  <a:gd name="connsiteX1" fmla="*/ 5695 w 6343"/>
                  <a:gd name="connsiteY1" fmla="*/ 5633 h 6345"/>
                  <a:gd name="connsiteX2" fmla="*/ 6624 w 6343"/>
                  <a:gd name="connsiteY2" fmla="*/ 3390 h 6345"/>
                  <a:gd name="connsiteX3" fmla="*/ 5695 w 6343"/>
                  <a:gd name="connsiteY3" fmla="*/ 1146 h 6345"/>
                  <a:gd name="connsiteX4" fmla="*/ 3452 w 6343"/>
                  <a:gd name="connsiteY4" fmla="*/ 217 h 6345"/>
                  <a:gd name="connsiteX5" fmla="*/ 1210 w 6343"/>
                  <a:gd name="connsiteY5" fmla="*/ 1146 h 6345"/>
                  <a:gd name="connsiteX6" fmla="*/ 281 w 6343"/>
                  <a:gd name="connsiteY6" fmla="*/ 3390 h 6345"/>
                  <a:gd name="connsiteX7" fmla="*/ 1210 w 6343"/>
                  <a:gd name="connsiteY7" fmla="*/ 5633 h 6345"/>
                  <a:gd name="connsiteX8" fmla="*/ 345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3"/>
                    </a:moveTo>
                    <a:cubicBezTo>
                      <a:pt x="4293" y="6563"/>
                      <a:pt x="5100" y="6228"/>
                      <a:pt x="5695" y="5633"/>
                    </a:cubicBezTo>
                    <a:cubicBezTo>
                      <a:pt x="6290" y="5038"/>
                      <a:pt x="6624" y="4231"/>
                      <a:pt x="6624" y="3390"/>
                    </a:cubicBezTo>
                    <a:cubicBezTo>
                      <a:pt x="6624" y="2548"/>
                      <a:pt x="6290" y="1741"/>
                      <a:pt x="5695" y="1146"/>
                    </a:cubicBezTo>
                    <a:cubicBezTo>
                      <a:pt x="5100" y="551"/>
                      <a:pt x="4293" y="217"/>
                      <a:pt x="3452" y="217"/>
                    </a:cubicBezTo>
                    <a:cubicBezTo>
                      <a:pt x="2611" y="217"/>
                      <a:pt x="1804" y="551"/>
                      <a:pt x="1210" y="1146"/>
                    </a:cubicBezTo>
                    <a:cubicBezTo>
                      <a:pt x="615" y="1741"/>
                      <a:pt x="281" y="2548"/>
                      <a:pt x="281" y="3390"/>
                    </a:cubicBezTo>
                    <a:cubicBezTo>
                      <a:pt x="281" y="4231"/>
                      <a:pt x="615" y="5038"/>
                      <a:pt x="1210" y="5633"/>
                    </a:cubicBezTo>
                    <a:cubicBezTo>
                      <a:pt x="1804" y="6228"/>
                      <a:pt x="2611" y="6563"/>
                      <a:pt x="345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29" name="Freeform: Shape 11028">
                <a:extLst>
                  <a:ext uri="{FF2B5EF4-FFF2-40B4-BE49-F238E27FC236}">
                    <a16:creationId xmlns:a16="http://schemas.microsoft.com/office/drawing/2014/main" id="{16CBD0C7-303D-B801-7E6F-C96589021B49}"/>
                  </a:ext>
                </a:extLst>
              </p:cNvPr>
              <p:cNvSpPr/>
              <p:nvPr/>
            </p:nvSpPr>
            <p:spPr>
              <a:xfrm>
                <a:off x="9962976" y="6236468"/>
                <a:ext cx="6343" cy="6345"/>
              </a:xfrm>
              <a:custGeom>
                <a:avLst/>
                <a:gdLst>
                  <a:gd name="connsiteX0" fmla="*/ 3452 w 6343"/>
                  <a:gd name="connsiteY0" fmla="*/ 6563 h 6345"/>
                  <a:gd name="connsiteX1" fmla="*/ 5694 w 6343"/>
                  <a:gd name="connsiteY1" fmla="*/ 5633 h 6345"/>
                  <a:gd name="connsiteX2" fmla="*/ 6623 w 6343"/>
                  <a:gd name="connsiteY2" fmla="*/ 3390 h 6345"/>
                  <a:gd name="connsiteX3" fmla="*/ 5694 w 6343"/>
                  <a:gd name="connsiteY3" fmla="*/ 1147 h 6345"/>
                  <a:gd name="connsiteX4" fmla="*/ 3452 w 6343"/>
                  <a:gd name="connsiteY4" fmla="*/ 217 h 6345"/>
                  <a:gd name="connsiteX5" fmla="*/ 1209 w 6343"/>
                  <a:gd name="connsiteY5" fmla="*/ 1147 h 6345"/>
                  <a:gd name="connsiteX6" fmla="*/ 280 w 6343"/>
                  <a:gd name="connsiteY6" fmla="*/ 3390 h 6345"/>
                  <a:gd name="connsiteX7" fmla="*/ 1209 w 6343"/>
                  <a:gd name="connsiteY7" fmla="*/ 5633 h 6345"/>
                  <a:gd name="connsiteX8" fmla="*/ 345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63"/>
                    </a:moveTo>
                    <a:cubicBezTo>
                      <a:pt x="4293" y="6563"/>
                      <a:pt x="5100" y="6228"/>
                      <a:pt x="5694" y="5633"/>
                    </a:cubicBezTo>
                    <a:cubicBezTo>
                      <a:pt x="6289" y="5038"/>
                      <a:pt x="6623" y="4231"/>
                      <a:pt x="6623" y="3390"/>
                    </a:cubicBezTo>
                    <a:cubicBezTo>
                      <a:pt x="6623" y="2549"/>
                      <a:pt x="6289" y="1741"/>
                      <a:pt x="5694" y="1147"/>
                    </a:cubicBezTo>
                    <a:cubicBezTo>
                      <a:pt x="5100" y="552"/>
                      <a:pt x="4293" y="217"/>
                      <a:pt x="3452" y="217"/>
                    </a:cubicBezTo>
                    <a:cubicBezTo>
                      <a:pt x="2611" y="217"/>
                      <a:pt x="1804" y="552"/>
                      <a:pt x="1209" y="1147"/>
                    </a:cubicBezTo>
                    <a:cubicBezTo>
                      <a:pt x="614" y="1741"/>
                      <a:pt x="280" y="2549"/>
                      <a:pt x="280" y="3390"/>
                    </a:cubicBezTo>
                    <a:cubicBezTo>
                      <a:pt x="280" y="4231"/>
                      <a:pt x="614" y="5038"/>
                      <a:pt x="1209" y="5633"/>
                    </a:cubicBezTo>
                    <a:cubicBezTo>
                      <a:pt x="1804" y="6228"/>
                      <a:pt x="2611" y="6563"/>
                      <a:pt x="345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30" name="Freeform: Shape 11029">
                <a:extLst>
                  <a:ext uri="{FF2B5EF4-FFF2-40B4-BE49-F238E27FC236}">
                    <a16:creationId xmlns:a16="http://schemas.microsoft.com/office/drawing/2014/main" id="{2DC9E91A-C315-24F9-D182-E99527D34D4C}"/>
                  </a:ext>
                </a:extLst>
              </p:cNvPr>
              <p:cNvSpPr/>
              <p:nvPr/>
            </p:nvSpPr>
            <p:spPr>
              <a:xfrm>
                <a:off x="9956049" y="6237537"/>
                <a:ext cx="6343" cy="6345"/>
              </a:xfrm>
              <a:custGeom>
                <a:avLst/>
                <a:gdLst>
                  <a:gd name="connsiteX0" fmla="*/ 3451 w 6343"/>
                  <a:gd name="connsiteY0" fmla="*/ 6563 h 6345"/>
                  <a:gd name="connsiteX1" fmla="*/ 5694 w 6343"/>
                  <a:gd name="connsiteY1" fmla="*/ 5633 h 6345"/>
                  <a:gd name="connsiteX2" fmla="*/ 6623 w 6343"/>
                  <a:gd name="connsiteY2" fmla="*/ 3390 h 6345"/>
                  <a:gd name="connsiteX3" fmla="*/ 5694 w 6343"/>
                  <a:gd name="connsiteY3" fmla="*/ 1147 h 6345"/>
                  <a:gd name="connsiteX4" fmla="*/ 3451 w 6343"/>
                  <a:gd name="connsiteY4" fmla="*/ 217 h 6345"/>
                  <a:gd name="connsiteX5" fmla="*/ 1209 w 6343"/>
                  <a:gd name="connsiteY5" fmla="*/ 1147 h 6345"/>
                  <a:gd name="connsiteX6" fmla="*/ 280 w 6343"/>
                  <a:gd name="connsiteY6" fmla="*/ 3390 h 6345"/>
                  <a:gd name="connsiteX7" fmla="*/ 1209 w 6343"/>
                  <a:gd name="connsiteY7" fmla="*/ 5633 h 6345"/>
                  <a:gd name="connsiteX8" fmla="*/ 345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563"/>
                    </a:moveTo>
                    <a:cubicBezTo>
                      <a:pt x="4292" y="6563"/>
                      <a:pt x="5099" y="6228"/>
                      <a:pt x="5694" y="5633"/>
                    </a:cubicBezTo>
                    <a:cubicBezTo>
                      <a:pt x="6289" y="5039"/>
                      <a:pt x="6623" y="4231"/>
                      <a:pt x="6623" y="3390"/>
                    </a:cubicBezTo>
                    <a:cubicBezTo>
                      <a:pt x="6623" y="2549"/>
                      <a:pt x="6289" y="1742"/>
                      <a:pt x="5694" y="1147"/>
                    </a:cubicBezTo>
                    <a:cubicBezTo>
                      <a:pt x="5099" y="552"/>
                      <a:pt x="4292" y="217"/>
                      <a:pt x="3451" y="217"/>
                    </a:cubicBezTo>
                    <a:cubicBezTo>
                      <a:pt x="2610" y="217"/>
                      <a:pt x="1803" y="552"/>
                      <a:pt x="1209" y="1147"/>
                    </a:cubicBezTo>
                    <a:cubicBezTo>
                      <a:pt x="614" y="1742"/>
                      <a:pt x="280" y="2549"/>
                      <a:pt x="280" y="3390"/>
                    </a:cubicBezTo>
                    <a:cubicBezTo>
                      <a:pt x="280" y="4231"/>
                      <a:pt x="614" y="5039"/>
                      <a:pt x="1209" y="5633"/>
                    </a:cubicBezTo>
                    <a:cubicBezTo>
                      <a:pt x="1803" y="6228"/>
                      <a:pt x="2610" y="6563"/>
                      <a:pt x="345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31" name="Freeform: Shape 11030">
                <a:extLst>
                  <a:ext uri="{FF2B5EF4-FFF2-40B4-BE49-F238E27FC236}">
                    <a16:creationId xmlns:a16="http://schemas.microsoft.com/office/drawing/2014/main" id="{FCC86AFB-828A-4C08-892C-80B50D52872B}"/>
                  </a:ext>
                </a:extLst>
              </p:cNvPr>
              <p:cNvSpPr/>
              <p:nvPr/>
            </p:nvSpPr>
            <p:spPr>
              <a:xfrm>
                <a:off x="9949365" y="6239000"/>
                <a:ext cx="6343" cy="6345"/>
              </a:xfrm>
              <a:custGeom>
                <a:avLst/>
                <a:gdLst>
                  <a:gd name="connsiteX0" fmla="*/ 3451 w 6343"/>
                  <a:gd name="connsiteY0" fmla="*/ 6563 h 6345"/>
                  <a:gd name="connsiteX1" fmla="*/ 5693 w 6343"/>
                  <a:gd name="connsiteY1" fmla="*/ 5634 h 6345"/>
                  <a:gd name="connsiteX2" fmla="*/ 6622 w 6343"/>
                  <a:gd name="connsiteY2" fmla="*/ 3390 h 6345"/>
                  <a:gd name="connsiteX3" fmla="*/ 5693 w 6343"/>
                  <a:gd name="connsiteY3" fmla="*/ 1147 h 6345"/>
                  <a:gd name="connsiteX4" fmla="*/ 3451 w 6343"/>
                  <a:gd name="connsiteY4" fmla="*/ 217 h 6345"/>
                  <a:gd name="connsiteX5" fmla="*/ 1208 w 6343"/>
                  <a:gd name="connsiteY5" fmla="*/ 1147 h 6345"/>
                  <a:gd name="connsiteX6" fmla="*/ 279 w 6343"/>
                  <a:gd name="connsiteY6" fmla="*/ 3390 h 6345"/>
                  <a:gd name="connsiteX7" fmla="*/ 1208 w 6343"/>
                  <a:gd name="connsiteY7" fmla="*/ 5634 h 6345"/>
                  <a:gd name="connsiteX8" fmla="*/ 3451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563"/>
                    </a:moveTo>
                    <a:cubicBezTo>
                      <a:pt x="4292" y="6563"/>
                      <a:pt x="5099" y="6229"/>
                      <a:pt x="5693" y="5634"/>
                    </a:cubicBezTo>
                    <a:cubicBezTo>
                      <a:pt x="6288" y="5039"/>
                      <a:pt x="6622" y="4232"/>
                      <a:pt x="6622" y="3390"/>
                    </a:cubicBezTo>
                    <a:cubicBezTo>
                      <a:pt x="6622" y="2549"/>
                      <a:pt x="6288" y="1742"/>
                      <a:pt x="5693" y="1147"/>
                    </a:cubicBezTo>
                    <a:cubicBezTo>
                      <a:pt x="5099" y="552"/>
                      <a:pt x="4292" y="217"/>
                      <a:pt x="3451" y="217"/>
                    </a:cubicBezTo>
                    <a:cubicBezTo>
                      <a:pt x="2610" y="217"/>
                      <a:pt x="1803" y="552"/>
                      <a:pt x="1208" y="1147"/>
                    </a:cubicBezTo>
                    <a:cubicBezTo>
                      <a:pt x="613" y="1742"/>
                      <a:pt x="279" y="2549"/>
                      <a:pt x="279" y="3390"/>
                    </a:cubicBezTo>
                    <a:cubicBezTo>
                      <a:pt x="279" y="4232"/>
                      <a:pt x="613" y="5039"/>
                      <a:pt x="1208" y="5634"/>
                    </a:cubicBezTo>
                    <a:cubicBezTo>
                      <a:pt x="1803" y="6229"/>
                      <a:pt x="2610" y="6563"/>
                      <a:pt x="3451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32" name="Freeform: Shape 11031">
                <a:extLst>
                  <a:ext uri="{FF2B5EF4-FFF2-40B4-BE49-F238E27FC236}">
                    <a16:creationId xmlns:a16="http://schemas.microsoft.com/office/drawing/2014/main" id="{097948AA-C86B-D7EB-AB2A-A51065695E2F}"/>
                  </a:ext>
                </a:extLst>
              </p:cNvPr>
              <p:cNvSpPr/>
              <p:nvPr/>
            </p:nvSpPr>
            <p:spPr>
              <a:xfrm>
                <a:off x="9910347" y="6192320"/>
                <a:ext cx="6343" cy="6345"/>
              </a:xfrm>
              <a:custGeom>
                <a:avLst/>
                <a:gdLst>
                  <a:gd name="connsiteX0" fmla="*/ 3448 w 6343"/>
                  <a:gd name="connsiteY0" fmla="*/ 6559 h 6345"/>
                  <a:gd name="connsiteX1" fmla="*/ 5690 w 6343"/>
                  <a:gd name="connsiteY1" fmla="*/ 5630 h 6345"/>
                  <a:gd name="connsiteX2" fmla="*/ 6619 w 6343"/>
                  <a:gd name="connsiteY2" fmla="*/ 3386 h 6345"/>
                  <a:gd name="connsiteX3" fmla="*/ 5690 w 6343"/>
                  <a:gd name="connsiteY3" fmla="*/ 1143 h 6345"/>
                  <a:gd name="connsiteX4" fmla="*/ 3448 w 6343"/>
                  <a:gd name="connsiteY4" fmla="*/ 214 h 6345"/>
                  <a:gd name="connsiteX5" fmla="*/ 1205 w 6343"/>
                  <a:gd name="connsiteY5" fmla="*/ 1143 h 6345"/>
                  <a:gd name="connsiteX6" fmla="*/ 276 w 6343"/>
                  <a:gd name="connsiteY6" fmla="*/ 3386 h 6345"/>
                  <a:gd name="connsiteX7" fmla="*/ 1205 w 6343"/>
                  <a:gd name="connsiteY7" fmla="*/ 5630 h 6345"/>
                  <a:gd name="connsiteX8" fmla="*/ 3448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59"/>
                    </a:moveTo>
                    <a:cubicBezTo>
                      <a:pt x="4289" y="6559"/>
                      <a:pt x="5095" y="6225"/>
                      <a:pt x="5690" y="5630"/>
                    </a:cubicBezTo>
                    <a:cubicBezTo>
                      <a:pt x="6285" y="5035"/>
                      <a:pt x="6619" y="4228"/>
                      <a:pt x="6619" y="3386"/>
                    </a:cubicBezTo>
                    <a:cubicBezTo>
                      <a:pt x="6619" y="2545"/>
                      <a:pt x="6285" y="1738"/>
                      <a:pt x="5690" y="1143"/>
                    </a:cubicBezTo>
                    <a:cubicBezTo>
                      <a:pt x="5095" y="548"/>
                      <a:pt x="4289" y="214"/>
                      <a:pt x="3448" y="214"/>
                    </a:cubicBezTo>
                    <a:cubicBezTo>
                      <a:pt x="2606" y="214"/>
                      <a:pt x="1800" y="548"/>
                      <a:pt x="1205" y="1143"/>
                    </a:cubicBezTo>
                    <a:cubicBezTo>
                      <a:pt x="610" y="1738"/>
                      <a:pt x="276" y="2545"/>
                      <a:pt x="276" y="3386"/>
                    </a:cubicBezTo>
                    <a:cubicBezTo>
                      <a:pt x="276" y="4228"/>
                      <a:pt x="610" y="5035"/>
                      <a:pt x="1205" y="5630"/>
                    </a:cubicBezTo>
                    <a:cubicBezTo>
                      <a:pt x="1800" y="6225"/>
                      <a:pt x="2606" y="6559"/>
                      <a:pt x="3448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33" name="Freeform: Shape 11032">
                <a:extLst>
                  <a:ext uri="{FF2B5EF4-FFF2-40B4-BE49-F238E27FC236}">
                    <a16:creationId xmlns:a16="http://schemas.microsoft.com/office/drawing/2014/main" id="{3F877942-C898-1229-8FCE-429D0C37A60F}"/>
                  </a:ext>
                </a:extLst>
              </p:cNvPr>
              <p:cNvSpPr/>
              <p:nvPr/>
            </p:nvSpPr>
            <p:spPr>
              <a:xfrm>
                <a:off x="9962720" y="6339967"/>
                <a:ext cx="6343" cy="6345"/>
              </a:xfrm>
              <a:custGeom>
                <a:avLst/>
                <a:gdLst>
                  <a:gd name="connsiteX0" fmla="*/ 3452 w 6343"/>
                  <a:gd name="connsiteY0" fmla="*/ 6571 h 6345"/>
                  <a:gd name="connsiteX1" fmla="*/ 5694 w 6343"/>
                  <a:gd name="connsiteY1" fmla="*/ 5642 h 6345"/>
                  <a:gd name="connsiteX2" fmla="*/ 6623 w 6343"/>
                  <a:gd name="connsiteY2" fmla="*/ 3398 h 6345"/>
                  <a:gd name="connsiteX3" fmla="*/ 5694 w 6343"/>
                  <a:gd name="connsiteY3" fmla="*/ 1155 h 6345"/>
                  <a:gd name="connsiteX4" fmla="*/ 3452 w 6343"/>
                  <a:gd name="connsiteY4" fmla="*/ 225 h 6345"/>
                  <a:gd name="connsiteX5" fmla="*/ 1209 w 6343"/>
                  <a:gd name="connsiteY5" fmla="*/ 1155 h 6345"/>
                  <a:gd name="connsiteX6" fmla="*/ 280 w 6343"/>
                  <a:gd name="connsiteY6" fmla="*/ 3398 h 6345"/>
                  <a:gd name="connsiteX7" fmla="*/ 1209 w 6343"/>
                  <a:gd name="connsiteY7" fmla="*/ 5642 h 6345"/>
                  <a:gd name="connsiteX8" fmla="*/ 3452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71"/>
                    </a:moveTo>
                    <a:cubicBezTo>
                      <a:pt x="4293" y="6571"/>
                      <a:pt x="5100" y="6237"/>
                      <a:pt x="5694" y="5642"/>
                    </a:cubicBezTo>
                    <a:cubicBezTo>
                      <a:pt x="6289" y="5047"/>
                      <a:pt x="6623" y="4240"/>
                      <a:pt x="6623" y="3398"/>
                    </a:cubicBezTo>
                    <a:cubicBezTo>
                      <a:pt x="6623" y="2557"/>
                      <a:pt x="6289" y="1750"/>
                      <a:pt x="5694" y="1155"/>
                    </a:cubicBezTo>
                    <a:cubicBezTo>
                      <a:pt x="5100" y="560"/>
                      <a:pt x="4293" y="225"/>
                      <a:pt x="3452" y="225"/>
                    </a:cubicBezTo>
                    <a:cubicBezTo>
                      <a:pt x="2611" y="225"/>
                      <a:pt x="1804" y="560"/>
                      <a:pt x="1209" y="1155"/>
                    </a:cubicBezTo>
                    <a:cubicBezTo>
                      <a:pt x="614" y="1750"/>
                      <a:pt x="280" y="2557"/>
                      <a:pt x="280" y="3398"/>
                    </a:cubicBezTo>
                    <a:cubicBezTo>
                      <a:pt x="280" y="4240"/>
                      <a:pt x="614" y="5047"/>
                      <a:pt x="1209" y="5642"/>
                    </a:cubicBezTo>
                    <a:cubicBezTo>
                      <a:pt x="1804" y="6237"/>
                      <a:pt x="2611" y="6571"/>
                      <a:pt x="3452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34" name="Freeform: Shape 11033">
                <a:extLst>
                  <a:ext uri="{FF2B5EF4-FFF2-40B4-BE49-F238E27FC236}">
                    <a16:creationId xmlns:a16="http://schemas.microsoft.com/office/drawing/2014/main" id="{5E3FCF2C-6A76-3628-DD44-66EA8B8B598A}"/>
                  </a:ext>
                </a:extLst>
              </p:cNvPr>
              <p:cNvSpPr/>
              <p:nvPr/>
            </p:nvSpPr>
            <p:spPr>
              <a:xfrm>
                <a:off x="9837542" y="6099717"/>
                <a:ext cx="6343" cy="6345"/>
              </a:xfrm>
              <a:custGeom>
                <a:avLst/>
                <a:gdLst>
                  <a:gd name="connsiteX0" fmla="*/ 3442 w 6343"/>
                  <a:gd name="connsiteY0" fmla="*/ 6552 h 6345"/>
                  <a:gd name="connsiteX1" fmla="*/ 5684 w 6343"/>
                  <a:gd name="connsiteY1" fmla="*/ 5623 h 6345"/>
                  <a:gd name="connsiteX2" fmla="*/ 6613 w 6343"/>
                  <a:gd name="connsiteY2" fmla="*/ 3379 h 6345"/>
                  <a:gd name="connsiteX3" fmla="*/ 5684 w 6343"/>
                  <a:gd name="connsiteY3" fmla="*/ 1136 h 6345"/>
                  <a:gd name="connsiteX4" fmla="*/ 3442 w 6343"/>
                  <a:gd name="connsiteY4" fmla="*/ 206 h 6345"/>
                  <a:gd name="connsiteX5" fmla="*/ 1199 w 6343"/>
                  <a:gd name="connsiteY5" fmla="*/ 1136 h 6345"/>
                  <a:gd name="connsiteX6" fmla="*/ 270 w 6343"/>
                  <a:gd name="connsiteY6" fmla="*/ 3379 h 6345"/>
                  <a:gd name="connsiteX7" fmla="*/ 1199 w 6343"/>
                  <a:gd name="connsiteY7" fmla="*/ 5623 h 6345"/>
                  <a:gd name="connsiteX8" fmla="*/ 3442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52"/>
                    </a:moveTo>
                    <a:cubicBezTo>
                      <a:pt x="4283" y="6552"/>
                      <a:pt x="5090" y="6218"/>
                      <a:pt x="5684" y="5623"/>
                    </a:cubicBezTo>
                    <a:cubicBezTo>
                      <a:pt x="6279" y="5028"/>
                      <a:pt x="6613" y="4221"/>
                      <a:pt x="6613" y="3379"/>
                    </a:cubicBezTo>
                    <a:cubicBezTo>
                      <a:pt x="6613" y="2538"/>
                      <a:pt x="6279" y="1731"/>
                      <a:pt x="5684" y="1136"/>
                    </a:cubicBezTo>
                    <a:cubicBezTo>
                      <a:pt x="5090" y="541"/>
                      <a:pt x="4283" y="206"/>
                      <a:pt x="3442" y="206"/>
                    </a:cubicBezTo>
                    <a:cubicBezTo>
                      <a:pt x="2601" y="206"/>
                      <a:pt x="1794" y="541"/>
                      <a:pt x="1199" y="1136"/>
                    </a:cubicBezTo>
                    <a:cubicBezTo>
                      <a:pt x="604" y="1731"/>
                      <a:pt x="270" y="2538"/>
                      <a:pt x="270" y="3379"/>
                    </a:cubicBezTo>
                    <a:cubicBezTo>
                      <a:pt x="270" y="4221"/>
                      <a:pt x="604" y="5028"/>
                      <a:pt x="1199" y="5623"/>
                    </a:cubicBezTo>
                    <a:cubicBezTo>
                      <a:pt x="1794" y="6218"/>
                      <a:pt x="2601" y="6552"/>
                      <a:pt x="3442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35" name="Freeform: Shape 11034">
                <a:extLst>
                  <a:ext uri="{FF2B5EF4-FFF2-40B4-BE49-F238E27FC236}">
                    <a16:creationId xmlns:a16="http://schemas.microsoft.com/office/drawing/2014/main" id="{327CB5FE-F2BD-3ADF-92F0-020189CB3CFC}"/>
                  </a:ext>
                </a:extLst>
              </p:cNvPr>
              <p:cNvSpPr/>
              <p:nvPr/>
            </p:nvSpPr>
            <p:spPr>
              <a:xfrm>
                <a:off x="9831370" y="6099570"/>
                <a:ext cx="6343" cy="6345"/>
              </a:xfrm>
              <a:custGeom>
                <a:avLst/>
                <a:gdLst>
                  <a:gd name="connsiteX0" fmla="*/ 3441 w 6343"/>
                  <a:gd name="connsiteY0" fmla="*/ 6552 h 6345"/>
                  <a:gd name="connsiteX1" fmla="*/ 5684 w 6343"/>
                  <a:gd name="connsiteY1" fmla="*/ 5623 h 6345"/>
                  <a:gd name="connsiteX2" fmla="*/ 6613 w 6343"/>
                  <a:gd name="connsiteY2" fmla="*/ 3379 h 6345"/>
                  <a:gd name="connsiteX3" fmla="*/ 5684 w 6343"/>
                  <a:gd name="connsiteY3" fmla="*/ 1136 h 6345"/>
                  <a:gd name="connsiteX4" fmla="*/ 3441 w 6343"/>
                  <a:gd name="connsiteY4" fmla="*/ 206 h 6345"/>
                  <a:gd name="connsiteX5" fmla="*/ 1199 w 6343"/>
                  <a:gd name="connsiteY5" fmla="*/ 1136 h 6345"/>
                  <a:gd name="connsiteX6" fmla="*/ 270 w 6343"/>
                  <a:gd name="connsiteY6" fmla="*/ 3379 h 6345"/>
                  <a:gd name="connsiteX7" fmla="*/ 1199 w 6343"/>
                  <a:gd name="connsiteY7" fmla="*/ 5623 h 6345"/>
                  <a:gd name="connsiteX8" fmla="*/ 3441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52"/>
                    </a:moveTo>
                    <a:cubicBezTo>
                      <a:pt x="4282" y="6552"/>
                      <a:pt x="5089" y="6218"/>
                      <a:pt x="5684" y="5623"/>
                    </a:cubicBezTo>
                    <a:cubicBezTo>
                      <a:pt x="6279" y="5028"/>
                      <a:pt x="6613" y="4221"/>
                      <a:pt x="6613" y="3379"/>
                    </a:cubicBezTo>
                    <a:cubicBezTo>
                      <a:pt x="6613" y="2538"/>
                      <a:pt x="6279" y="1731"/>
                      <a:pt x="5684" y="1136"/>
                    </a:cubicBezTo>
                    <a:cubicBezTo>
                      <a:pt x="5089" y="541"/>
                      <a:pt x="4282" y="206"/>
                      <a:pt x="3441" y="206"/>
                    </a:cubicBezTo>
                    <a:cubicBezTo>
                      <a:pt x="2600" y="206"/>
                      <a:pt x="1793" y="541"/>
                      <a:pt x="1199" y="1136"/>
                    </a:cubicBezTo>
                    <a:cubicBezTo>
                      <a:pt x="604" y="1731"/>
                      <a:pt x="270" y="2538"/>
                      <a:pt x="270" y="3379"/>
                    </a:cubicBezTo>
                    <a:cubicBezTo>
                      <a:pt x="270" y="4221"/>
                      <a:pt x="604" y="5028"/>
                      <a:pt x="1199" y="5623"/>
                    </a:cubicBezTo>
                    <a:cubicBezTo>
                      <a:pt x="1793" y="6218"/>
                      <a:pt x="2600" y="6552"/>
                      <a:pt x="3441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36" name="Freeform: Shape 11035">
                <a:extLst>
                  <a:ext uri="{FF2B5EF4-FFF2-40B4-BE49-F238E27FC236}">
                    <a16:creationId xmlns:a16="http://schemas.microsoft.com/office/drawing/2014/main" id="{6FACB2C0-4492-3B46-178C-F1A459D113DB}"/>
                  </a:ext>
                </a:extLst>
              </p:cNvPr>
              <p:cNvSpPr/>
              <p:nvPr/>
            </p:nvSpPr>
            <p:spPr>
              <a:xfrm>
                <a:off x="9826449" y="6101987"/>
                <a:ext cx="6343" cy="6345"/>
              </a:xfrm>
              <a:custGeom>
                <a:avLst/>
                <a:gdLst>
                  <a:gd name="connsiteX0" fmla="*/ 3441 w 6343"/>
                  <a:gd name="connsiteY0" fmla="*/ 6552 h 6345"/>
                  <a:gd name="connsiteX1" fmla="*/ 5684 w 6343"/>
                  <a:gd name="connsiteY1" fmla="*/ 5623 h 6345"/>
                  <a:gd name="connsiteX2" fmla="*/ 6612 w 6343"/>
                  <a:gd name="connsiteY2" fmla="*/ 3379 h 6345"/>
                  <a:gd name="connsiteX3" fmla="*/ 5684 w 6343"/>
                  <a:gd name="connsiteY3" fmla="*/ 1136 h 6345"/>
                  <a:gd name="connsiteX4" fmla="*/ 3441 w 6343"/>
                  <a:gd name="connsiteY4" fmla="*/ 207 h 6345"/>
                  <a:gd name="connsiteX5" fmla="*/ 1198 w 6343"/>
                  <a:gd name="connsiteY5" fmla="*/ 1136 h 6345"/>
                  <a:gd name="connsiteX6" fmla="*/ 269 w 6343"/>
                  <a:gd name="connsiteY6" fmla="*/ 3379 h 6345"/>
                  <a:gd name="connsiteX7" fmla="*/ 1198 w 6343"/>
                  <a:gd name="connsiteY7" fmla="*/ 5623 h 6345"/>
                  <a:gd name="connsiteX8" fmla="*/ 3441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52"/>
                    </a:moveTo>
                    <a:cubicBezTo>
                      <a:pt x="4282" y="6552"/>
                      <a:pt x="5089" y="6218"/>
                      <a:pt x="5684" y="5623"/>
                    </a:cubicBezTo>
                    <a:cubicBezTo>
                      <a:pt x="6278" y="5028"/>
                      <a:pt x="6612" y="4221"/>
                      <a:pt x="6612" y="3379"/>
                    </a:cubicBezTo>
                    <a:cubicBezTo>
                      <a:pt x="6612" y="2538"/>
                      <a:pt x="6278" y="1731"/>
                      <a:pt x="5684" y="1136"/>
                    </a:cubicBezTo>
                    <a:cubicBezTo>
                      <a:pt x="5089" y="541"/>
                      <a:pt x="4282" y="207"/>
                      <a:pt x="3441" y="207"/>
                    </a:cubicBezTo>
                    <a:cubicBezTo>
                      <a:pt x="2600" y="207"/>
                      <a:pt x="1793" y="541"/>
                      <a:pt x="1198" y="1136"/>
                    </a:cubicBezTo>
                    <a:cubicBezTo>
                      <a:pt x="604" y="1731"/>
                      <a:pt x="269" y="2538"/>
                      <a:pt x="269" y="3379"/>
                    </a:cubicBezTo>
                    <a:cubicBezTo>
                      <a:pt x="269" y="4221"/>
                      <a:pt x="604" y="5028"/>
                      <a:pt x="1198" y="5623"/>
                    </a:cubicBezTo>
                    <a:cubicBezTo>
                      <a:pt x="1793" y="6218"/>
                      <a:pt x="2600" y="6552"/>
                      <a:pt x="3441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37" name="Freeform: Shape 11036">
                <a:extLst>
                  <a:ext uri="{FF2B5EF4-FFF2-40B4-BE49-F238E27FC236}">
                    <a16:creationId xmlns:a16="http://schemas.microsoft.com/office/drawing/2014/main" id="{D6E1BFDB-4511-00FE-8D46-20C2E42C8A29}"/>
                  </a:ext>
                </a:extLst>
              </p:cNvPr>
              <p:cNvSpPr/>
              <p:nvPr/>
            </p:nvSpPr>
            <p:spPr>
              <a:xfrm>
                <a:off x="9737649" y="5924132"/>
                <a:ext cx="6343" cy="6345"/>
              </a:xfrm>
              <a:custGeom>
                <a:avLst/>
                <a:gdLst>
                  <a:gd name="connsiteX0" fmla="*/ 3434 w 6343"/>
                  <a:gd name="connsiteY0" fmla="*/ 6538 h 6345"/>
                  <a:gd name="connsiteX1" fmla="*/ 5677 w 6343"/>
                  <a:gd name="connsiteY1" fmla="*/ 5609 h 6345"/>
                  <a:gd name="connsiteX2" fmla="*/ 6605 w 6343"/>
                  <a:gd name="connsiteY2" fmla="*/ 3365 h 6345"/>
                  <a:gd name="connsiteX3" fmla="*/ 5677 w 6343"/>
                  <a:gd name="connsiteY3" fmla="*/ 1122 h 6345"/>
                  <a:gd name="connsiteX4" fmla="*/ 3434 w 6343"/>
                  <a:gd name="connsiteY4" fmla="*/ 193 h 6345"/>
                  <a:gd name="connsiteX5" fmla="*/ 1191 w 6343"/>
                  <a:gd name="connsiteY5" fmla="*/ 1122 h 6345"/>
                  <a:gd name="connsiteX6" fmla="*/ 262 w 6343"/>
                  <a:gd name="connsiteY6" fmla="*/ 3365 h 6345"/>
                  <a:gd name="connsiteX7" fmla="*/ 1191 w 6343"/>
                  <a:gd name="connsiteY7" fmla="*/ 5609 h 6345"/>
                  <a:gd name="connsiteX8" fmla="*/ 3434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38"/>
                    </a:moveTo>
                    <a:cubicBezTo>
                      <a:pt x="4275" y="6538"/>
                      <a:pt x="5082" y="6204"/>
                      <a:pt x="5677" y="5609"/>
                    </a:cubicBezTo>
                    <a:cubicBezTo>
                      <a:pt x="6271" y="5014"/>
                      <a:pt x="6605" y="4207"/>
                      <a:pt x="6605" y="3365"/>
                    </a:cubicBezTo>
                    <a:cubicBezTo>
                      <a:pt x="6605" y="2524"/>
                      <a:pt x="6271" y="1717"/>
                      <a:pt x="5677" y="1122"/>
                    </a:cubicBezTo>
                    <a:cubicBezTo>
                      <a:pt x="5082" y="527"/>
                      <a:pt x="4275" y="193"/>
                      <a:pt x="3434" y="193"/>
                    </a:cubicBezTo>
                    <a:cubicBezTo>
                      <a:pt x="2593" y="193"/>
                      <a:pt x="1786" y="527"/>
                      <a:pt x="1191" y="1122"/>
                    </a:cubicBezTo>
                    <a:cubicBezTo>
                      <a:pt x="597" y="1717"/>
                      <a:pt x="262" y="2524"/>
                      <a:pt x="262" y="3365"/>
                    </a:cubicBezTo>
                    <a:cubicBezTo>
                      <a:pt x="262" y="4207"/>
                      <a:pt x="597" y="5014"/>
                      <a:pt x="1191" y="5609"/>
                    </a:cubicBezTo>
                    <a:cubicBezTo>
                      <a:pt x="1786" y="6204"/>
                      <a:pt x="2593" y="6538"/>
                      <a:pt x="3434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38" name="Freeform: Shape 11037">
                <a:extLst>
                  <a:ext uri="{FF2B5EF4-FFF2-40B4-BE49-F238E27FC236}">
                    <a16:creationId xmlns:a16="http://schemas.microsoft.com/office/drawing/2014/main" id="{D5FFB6C7-F24D-9DCA-C6F1-84BEE75062F9}"/>
                  </a:ext>
                </a:extLst>
              </p:cNvPr>
              <p:cNvSpPr/>
              <p:nvPr/>
            </p:nvSpPr>
            <p:spPr>
              <a:xfrm>
                <a:off x="9730617" y="5919016"/>
                <a:ext cx="6343" cy="6345"/>
              </a:xfrm>
              <a:custGeom>
                <a:avLst/>
                <a:gdLst>
                  <a:gd name="connsiteX0" fmla="*/ 3433 w 6343"/>
                  <a:gd name="connsiteY0" fmla="*/ 6538 h 6345"/>
                  <a:gd name="connsiteX1" fmla="*/ 5676 w 6343"/>
                  <a:gd name="connsiteY1" fmla="*/ 5608 h 6345"/>
                  <a:gd name="connsiteX2" fmla="*/ 6605 w 6343"/>
                  <a:gd name="connsiteY2" fmla="*/ 3365 h 6345"/>
                  <a:gd name="connsiteX3" fmla="*/ 5676 w 6343"/>
                  <a:gd name="connsiteY3" fmla="*/ 1121 h 6345"/>
                  <a:gd name="connsiteX4" fmla="*/ 3433 w 6343"/>
                  <a:gd name="connsiteY4" fmla="*/ 192 h 6345"/>
                  <a:gd name="connsiteX5" fmla="*/ 1191 w 6343"/>
                  <a:gd name="connsiteY5" fmla="*/ 1121 h 6345"/>
                  <a:gd name="connsiteX6" fmla="*/ 262 w 6343"/>
                  <a:gd name="connsiteY6" fmla="*/ 3365 h 6345"/>
                  <a:gd name="connsiteX7" fmla="*/ 1191 w 6343"/>
                  <a:gd name="connsiteY7" fmla="*/ 5608 h 6345"/>
                  <a:gd name="connsiteX8" fmla="*/ 3433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38"/>
                    </a:moveTo>
                    <a:cubicBezTo>
                      <a:pt x="4274" y="6538"/>
                      <a:pt x="5081" y="6203"/>
                      <a:pt x="5676" y="5608"/>
                    </a:cubicBezTo>
                    <a:cubicBezTo>
                      <a:pt x="6271" y="5013"/>
                      <a:pt x="6605" y="4206"/>
                      <a:pt x="6605" y="3365"/>
                    </a:cubicBezTo>
                    <a:cubicBezTo>
                      <a:pt x="6605" y="2524"/>
                      <a:pt x="6271" y="1716"/>
                      <a:pt x="5676" y="1121"/>
                    </a:cubicBezTo>
                    <a:cubicBezTo>
                      <a:pt x="5081" y="527"/>
                      <a:pt x="4274" y="192"/>
                      <a:pt x="3433" y="192"/>
                    </a:cubicBezTo>
                    <a:cubicBezTo>
                      <a:pt x="2592" y="192"/>
                      <a:pt x="1786" y="527"/>
                      <a:pt x="1191" y="1121"/>
                    </a:cubicBezTo>
                    <a:cubicBezTo>
                      <a:pt x="596" y="1716"/>
                      <a:pt x="262" y="2524"/>
                      <a:pt x="262" y="3365"/>
                    </a:cubicBezTo>
                    <a:cubicBezTo>
                      <a:pt x="262" y="4206"/>
                      <a:pt x="596" y="5013"/>
                      <a:pt x="1191" y="5608"/>
                    </a:cubicBezTo>
                    <a:cubicBezTo>
                      <a:pt x="1786" y="6203"/>
                      <a:pt x="2592" y="6538"/>
                      <a:pt x="3433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39" name="Freeform: Shape 11038">
                <a:extLst>
                  <a:ext uri="{FF2B5EF4-FFF2-40B4-BE49-F238E27FC236}">
                    <a16:creationId xmlns:a16="http://schemas.microsoft.com/office/drawing/2014/main" id="{908E0E85-126D-8446-9112-91ED5DA628F7}"/>
                  </a:ext>
                </a:extLst>
              </p:cNvPr>
              <p:cNvSpPr/>
              <p:nvPr/>
            </p:nvSpPr>
            <p:spPr>
              <a:xfrm>
                <a:off x="9728067" y="5923622"/>
                <a:ext cx="6343" cy="6345"/>
              </a:xfrm>
              <a:custGeom>
                <a:avLst/>
                <a:gdLst>
                  <a:gd name="connsiteX0" fmla="*/ 3433 w 6343"/>
                  <a:gd name="connsiteY0" fmla="*/ 6538 h 6345"/>
                  <a:gd name="connsiteX1" fmla="*/ 5676 w 6343"/>
                  <a:gd name="connsiteY1" fmla="*/ 5609 h 6345"/>
                  <a:gd name="connsiteX2" fmla="*/ 6605 w 6343"/>
                  <a:gd name="connsiteY2" fmla="*/ 3365 h 6345"/>
                  <a:gd name="connsiteX3" fmla="*/ 5676 w 6343"/>
                  <a:gd name="connsiteY3" fmla="*/ 1122 h 6345"/>
                  <a:gd name="connsiteX4" fmla="*/ 3433 w 6343"/>
                  <a:gd name="connsiteY4" fmla="*/ 193 h 6345"/>
                  <a:gd name="connsiteX5" fmla="*/ 1191 w 6343"/>
                  <a:gd name="connsiteY5" fmla="*/ 1122 h 6345"/>
                  <a:gd name="connsiteX6" fmla="*/ 262 w 6343"/>
                  <a:gd name="connsiteY6" fmla="*/ 3365 h 6345"/>
                  <a:gd name="connsiteX7" fmla="*/ 1191 w 6343"/>
                  <a:gd name="connsiteY7" fmla="*/ 5609 h 6345"/>
                  <a:gd name="connsiteX8" fmla="*/ 3433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38"/>
                    </a:moveTo>
                    <a:cubicBezTo>
                      <a:pt x="4274" y="6538"/>
                      <a:pt x="5081" y="6204"/>
                      <a:pt x="5676" y="5609"/>
                    </a:cubicBezTo>
                    <a:cubicBezTo>
                      <a:pt x="6271" y="5014"/>
                      <a:pt x="6605" y="4207"/>
                      <a:pt x="6605" y="3365"/>
                    </a:cubicBezTo>
                    <a:cubicBezTo>
                      <a:pt x="6605" y="2524"/>
                      <a:pt x="6271" y="1717"/>
                      <a:pt x="5676" y="1122"/>
                    </a:cubicBezTo>
                    <a:cubicBezTo>
                      <a:pt x="5081" y="527"/>
                      <a:pt x="4274" y="193"/>
                      <a:pt x="3433" y="193"/>
                    </a:cubicBezTo>
                    <a:cubicBezTo>
                      <a:pt x="2592" y="193"/>
                      <a:pt x="1785" y="527"/>
                      <a:pt x="1191" y="1122"/>
                    </a:cubicBezTo>
                    <a:cubicBezTo>
                      <a:pt x="596" y="1717"/>
                      <a:pt x="262" y="2524"/>
                      <a:pt x="262" y="3365"/>
                    </a:cubicBezTo>
                    <a:cubicBezTo>
                      <a:pt x="262" y="4207"/>
                      <a:pt x="596" y="5014"/>
                      <a:pt x="1191" y="5609"/>
                    </a:cubicBezTo>
                    <a:cubicBezTo>
                      <a:pt x="1785" y="6204"/>
                      <a:pt x="2592" y="6538"/>
                      <a:pt x="3433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40" name="Freeform: Shape 11039">
                <a:extLst>
                  <a:ext uri="{FF2B5EF4-FFF2-40B4-BE49-F238E27FC236}">
                    <a16:creationId xmlns:a16="http://schemas.microsoft.com/office/drawing/2014/main" id="{E5F935C7-C6F8-E96F-CEEB-F642E76EC02F}"/>
                  </a:ext>
                </a:extLst>
              </p:cNvPr>
              <p:cNvSpPr/>
              <p:nvPr/>
            </p:nvSpPr>
            <p:spPr>
              <a:xfrm>
                <a:off x="9725827" y="5929024"/>
                <a:ext cx="6343" cy="6345"/>
              </a:xfrm>
              <a:custGeom>
                <a:avLst/>
                <a:gdLst>
                  <a:gd name="connsiteX0" fmla="*/ 3433 w 6343"/>
                  <a:gd name="connsiteY0" fmla="*/ 6538 h 6345"/>
                  <a:gd name="connsiteX1" fmla="*/ 5676 w 6343"/>
                  <a:gd name="connsiteY1" fmla="*/ 5609 h 6345"/>
                  <a:gd name="connsiteX2" fmla="*/ 6605 w 6343"/>
                  <a:gd name="connsiteY2" fmla="*/ 3366 h 6345"/>
                  <a:gd name="connsiteX3" fmla="*/ 5676 w 6343"/>
                  <a:gd name="connsiteY3" fmla="*/ 1122 h 6345"/>
                  <a:gd name="connsiteX4" fmla="*/ 3433 w 6343"/>
                  <a:gd name="connsiteY4" fmla="*/ 193 h 6345"/>
                  <a:gd name="connsiteX5" fmla="*/ 1190 w 6343"/>
                  <a:gd name="connsiteY5" fmla="*/ 1122 h 6345"/>
                  <a:gd name="connsiteX6" fmla="*/ 261 w 6343"/>
                  <a:gd name="connsiteY6" fmla="*/ 3366 h 6345"/>
                  <a:gd name="connsiteX7" fmla="*/ 1190 w 6343"/>
                  <a:gd name="connsiteY7" fmla="*/ 5609 h 6345"/>
                  <a:gd name="connsiteX8" fmla="*/ 3433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38"/>
                    </a:moveTo>
                    <a:cubicBezTo>
                      <a:pt x="4274" y="6538"/>
                      <a:pt x="5081" y="6204"/>
                      <a:pt x="5676" y="5609"/>
                    </a:cubicBezTo>
                    <a:cubicBezTo>
                      <a:pt x="6270" y="5014"/>
                      <a:pt x="6605" y="4207"/>
                      <a:pt x="6605" y="3366"/>
                    </a:cubicBezTo>
                    <a:cubicBezTo>
                      <a:pt x="6605" y="2524"/>
                      <a:pt x="6270" y="1717"/>
                      <a:pt x="5676" y="1122"/>
                    </a:cubicBezTo>
                    <a:cubicBezTo>
                      <a:pt x="5081" y="527"/>
                      <a:pt x="4274" y="193"/>
                      <a:pt x="3433" y="193"/>
                    </a:cubicBezTo>
                    <a:cubicBezTo>
                      <a:pt x="2592" y="193"/>
                      <a:pt x="1785" y="527"/>
                      <a:pt x="1190" y="1122"/>
                    </a:cubicBezTo>
                    <a:cubicBezTo>
                      <a:pt x="596" y="1717"/>
                      <a:pt x="261" y="2524"/>
                      <a:pt x="261" y="3366"/>
                    </a:cubicBezTo>
                    <a:cubicBezTo>
                      <a:pt x="261" y="4207"/>
                      <a:pt x="596" y="5014"/>
                      <a:pt x="1190" y="5609"/>
                    </a:cubicBezTo>
                    <a:cubicBezTo>
                      <a:pt x="1785" y="6204"/>
                      <a:pt x="2592" y="6538"/>
                      <a:pt x="3433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41" name="Freeform: Shape 11040">
                <a:extLst>
                  <a:ext uri="{FF2B5EF4-FFF2-40B4-BE49-F238E27FC236}">
                    <a16:creationId xmlns:a16="http://schemas.microsoft.com/office/drawing/2014/main" id="{97A0869C-144D-8E07-75FF-15AF2F426B67}"/>
                  </a:ext>
                </a:extLst>
              </p:cNvPr>
              <p:cNvSpPr/>
              <p:nvPr/>
            </p:nvSpPr>
            <p:spPr>
              <a:xfrm>
                <a:off x="9724834" y="5937412"/>
                <a:ext cx="6343" cy="6345"/>
              </a:xfrm>
              <a:custGeom>
                <a:avLst/>
                <a:gdLst>
                  <a:gd name="connsiteX0" fmla="*/ 3433 w 6343"/>
                  <a:gd name="connsiteY0" fmla="*/ 6539 h 6345"/>
                  <a:gd name="connsiteX1" fmla="*/ 5676 w 6343"/>
                  <a:gd name="connsiteY1" fmla="*/ 5610 h 6345"/>
                  <a:gd name="connsiteX2" fmla="*/ 6604 w 6343"/>
                  <a:gd name="connsiteY2" fmla="*/ 3366 h 6345"/>
                  <a:gd name="connsiteX3" fmla="*/ 5676 w 6343"/>
                  <a:gd name="connsiteY3" fmla="*/ 1123 h 6345"/>
                  <a:gd name="connsiteX4" fmla="*/ 3433 w 6343"/>
                  <a:gd name="connsiteY4" fmla="*/ 194 h 6345"/>
                  <a:gd name="connsiteX5" fmla="*/ 1190 w 6343"/>
                  <a:gd name="connsiteY5" fmla="*/ 1123 h 6345"/>
                  <a:gd name="connsiteX6" fmla="*/ 261 w 6343"/>
                  <a:gd name="connsiteY6" fmla="*/ 3366 h 6345"/>
                  <a:gd name="connsiteX7" fmla="*/ 1190 w 6343"/>
                  <a:gd name="connsiteY7" fmla="*/ 5610 h 6345"/>
                  <a:gd name="connsiteX8" fmla="*/ 3433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39"/>
                    </a:moveTo>
                    <a:cubicBezTo>
                      <a:pt x="4274" y="6539"/>
                      <a:pt x="5081" y="6205"/>
                      <a:pt x="5676" y="5610"/>
                    </a:cubicBezTo>
                    <a:cubicBezTo>
                      <a:pt x="6270" y="5015"/>
                      <a:pt x="6604" y="4208"/>
                      <a:pt x="6604" y="3366"/>
                    </a:cubicBezTo>
                    <a:cubicBezTo>
                      <a:pt x="6604" y="2525"/>
                      <a:pt x="6270" y="1718"/>
                      <a:pt x="5676" y="1123"/>
                    </a:cubicBezTo>
                    <a:cubicBezTo>
                      <a:pt x="5081" y="528"/>
                      <a:pt x="4274" y="194"/>
                      <a:pt x="3433" y="194"/>
                    </a:cubicBezTo>
                    <a:cubicBezTo>
                      <a:pt x="2592" y="194"/>
                      <a:pt x="1785" y="528"/>
                      <a:pt x="1190" y="1123"/>
                    </a:cubicBezTo>
                    <a:cubicBezTo>
                      <a:pt x="596" y="1718"/>
                      <a:pt x="261" y="2525"/>
                      <a:pt x="261" y="3366"/>
                    </a:cubicBezTo>
                    <a:cubicBezTo>
                      <a:pt x="261" y="4208"/>
                      <a:pt x="596" y="5015"/>
                      <a:pt x="1190" y="5610"/>
                    </a:cubicBezTo>
                    <a:cubicBezTo>
                      <a:pt x="1785" y="6205"/>
                      <a:pt x="2592" y="6539"/>
                      <a:pt x="3433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42" name="Freeform: Shape 11041">
                <a:extLst>
                  <a:ext uri="{FF2B5EF4-FFF2-40B4-BE49-F238E27FC236}">
                    <a16:creationId xmlns:a16="http://schemas.microsoft.com/office/drawing/2014/main" id="{D71D014D-1474-F3CD-BDC2-CDB154BB4B3E}"/>
                  </a:ext>
                </a:extLst>
              </p:cNvPr>
              <p:cNvSpPr/>
              <p:nvPr/>
            </p:nvSpPr>
            <p:spPr>
              <a:xfrm>
                <a:off x="9896211" y="6348304"/>
                <a:ext cx="6343" cy="6345"/>
              </a:xfrm>
              <a:custGeom>
                <a:avLst/>
                <a:gdLst>
                  <a:gd name="connsiteX0" fmla="*/ 3446 w 6343"/>
                  <a:gd name="connsiteY0" fmla="*/ 6571 h 6345"/>
                  <a:gd name="connsiteX1" fmla="*/ 5689 w 6343"/>
                  <a:gd name="connsiteY1" fmla="*/ 5642 h 6345"/>
                  <a:gd name="connsiteX2" fmla="*/ 6618 w 6343"/>
                  <a:gd name="connsiteY2" fmla="*/ 3399 h 6345"/>
                  <a:gd name="connsiteX3" fmla="*/ 5689 w 6343"/>
                  <a:gd name="connsiteY3" fmla="*/ 1155 h 6345"/>
                  <a:gd name="connsiteX4" fmla="*/ 3446 w 6343"/>
                  <a:gd name="connsiteY4" fmla="*/ 226 h 6345"/>
                  <a:gd name="connsiteX5" fmla="*/ 1204 w 6343"/>
                  <a:gd name="connsiteY5" fmla="*/ 1155 h 6345"/>
                  <a:gd name="connsiteX6" fmla="*/ 275 w 6343"/>
                  <a:gd name="connsiteY6" fmla="*/ 3399 h 6345"/>
                  <a:gd name="connsiteX7" fmla="*/ 1204 w 6343"/>
                  <a:gd name="connsiteY7" fmla="*/ 5642 h 6345"/>
                  <a:gd name="connsiteX8" fmla="*/ 3446 w 6343"/>
                  <a:gd name="connsiteY8" fmla="*/ 65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1"/>
                    </a:moveTo>
                    <a:cubicBezTo>
                      <a:pt x="4288" y="6571"/>
                      <a:pt x="5094" y="6237"/>
                      <a:pt x="5689" y="5642"/>
                    </a:cubicBezTo>
                    <a:cubicBezTo>
                      <a:pt x="6284" y="5047"/>
                      <a:pt x="6618" y="4240"/>
                      <a:pt x="6618" y="3399"/>
                    </a:cubicBezTo>
                    <a:cubicBezTo>
                      <a:pt x="6618" y="2557"/>
                      <a:pt x="6284" y="1750"/>
                      <a:pt x="5689" y="1155"/>
                    </a:cubicBezTo>
                    <a:cubicBezTo>
                      <a:pt x="5094" y="560"/>
                      <a:pt x="4288" y="226"/>
                      <a:pt x="3446" y="226"/>
                    </a:cubicBezTo>
                    <a:cubicBezTo>
                      <a:pt x="2605" y="226"/>
                      <a:pt x="1799" y="560"/>
                      <a:pt x="1204" y="1155"/>
                    </a:cubicBezTo>
                    <a:cubicBezTo>
                      <a:pt x="609" y="1750"/>
                      <a:pt x="275" y="2557"/>
                      <a:pt x="275" y="3399"/>
                    </a:cubicBezTo>
                    <a:cubicBezTo>
                      <a:pt x="275" y="4240"/>
                      <a:pt x="609" y="5047"/>
                      <a:pt x="1204" y="5642"/>
                    </a:cubicBezTo>
                    <a:cubicBezTo>
                      <a:pt x="1799" y="6237"/>
                      <a:pt x="2605" y="6571"/>
                      <a:pt x="3446" y="65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43" name="Freeform: Shape 11042">
                <a:extLst>
                  <a:ext uri="{FF2B5EF4-FFF2-40B4-BE49-F238E27FC236}">
                    <a16:creationId xmlns:a16="http://schemas.microsoft.com/office/drawing/2014/main" id="{FCB5FF16-4F4B-11DF-6DCD-189BE52A734F}"/>
                  </a:ext>
                </a:extLst>
              </p:cNvPr>
              <p:cNvSpPr/>
              <p:nvPr/>
            </p:nvSpPr>
            <p:spPr>
              <a:xfrm>
                <a:off x="9894827" y="6363144"/>
                <a:ext cx="6343" cy="6345"/>
              </a:xfrm>
              <a:custGeom>
                <a:avLst/>
                <a:gdLst>
                  <a:gd name="connsiteX0" fmla="*/ 3446 w 6343"/>
                  <a:gd name="connsiteY0" fmla="*/ 6573 h 6345"/>
                  <a:gd name="connsiteX1" fmla="*/ 5689 w 6343"/>
                  <a:gd name="connsiteY1" fmla="*/ 5643 h 6345"/>
                  <a:gd name="connsiteX2" fmla="*/ 6618 w 6343"/>
                  <a:gd name="connsiteY2" fmla="*/ 3400 h 6345"/>
                  <a:gd name="connsiteX3" fmla="*/ 5689 w 6343"/>
                  <a:gd name="connsiteY3" fmla="*/ 1156 h 6345"/>
                  <a:gd name="connsiteX4" fmla="*/ 3446 w 6343"/>
                  <a:gd name="connsiteY4" fmla="*/ 227 h 6345"/>
                  <a:gd name="connsiteX5" fmla="*/ 1204 w 6343"/>
                  <a:gd name="connsiteY5" fmla="*/ 1156 h 6345"/>
                  <a:gd name="connsiteX6" fmla="*/ 275 w 6343"/>
                  <a:gd name="connsiteY6" fmla="*/ 3400 h 6345"/>
                  <a:gd name="connsiteX7" fmla="*/ 1204 w 6343"/>
                  <a:gd name="connsiteY7" fmla="*/ 5643 h 6345"/>
                  <a:gd name="connsiteX8" fmla="*/ 3446 w 6343"/>
                  <a:gd name="connsiteY8" fmla="*/ 65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3"/>
                    </a:moveTo>
                    <a:cubicBezTo>
                      <a:pt x="4287" y="6573"/>
                      <a:pt x="5094" y="6238"/>
                      <a:pt x="5689" y="5643"/>
                    </a:cubicBezTo>
                    <a:cubicBezTo>
                      <a:pt x="6284" y="5048"/>
                      <a:pt x="6618" y="4241"/>
                      <a:pt x="6618" y="3400"/>
                    </a:cubicBezTo>
                    <a:cubicBezTo>
                      <a:pt x="6618" y="2559"/>
                      <a:pt x="6284" y="1751"/>
                      <a:pt x="5689" y="1156"/>
                    </a:cubicBezTo>
                    <a:cubicBezTo>
                      <a:pt x="5094" y="562"/>
                      <a:pt x="4287" y="227"/>
                      <a:pt x="3446" y="227"/>
                    </a:cubicBezTo>
                    <a:cubicBezTo>
                      <a:pt x="2605" y="227"/>
                      <a:pt x="1798" y="562"/>
                      <a:pt x="1204" y="1156"/>
                    </a:cubicBezTo>
                    <a:cubicBezTo>
                      <a:pt x="609" y="1751"/>
                      <a:pt x="275" y="2559"/>
                      <a:pt x="275" y="3400"/>
                    </a:cubicBezTo>
                    <a:cubicBezTo>
                      <a:pt x="275" y="4241"/>
                      <a:pt x="609" y="5048"/>
                      <a:pt x="1204" y="5643"/>
                    </a:cubicBezTo>
                    <a:cubicBezTo>
                      <a:pt x="1798" y="6238"/>
                      <a:pt x="2605" y="6573"/>
                      <a:pt x="3446" y="65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44" name="Freeform: Shape 11043">
                <a:extLst>
                  <a:ext uri="{FF2B5EF4-FFF2-40B4-BE49-F238E27FC236}">
                    <a16:creationId xmlns:a16="http://schemas.microsoft.com/office/drawing/2014/main" id="{13FE69C1-9C1A-A2EB-05C9-2D38C5255A15}"/>
                  </a:ext>
                </a:extLst>
              </p:cNvPr>
              <p:cNvSpPr/>
              <p:nvPr/>
            </p:nvSpPr>
            <p:spPr>
              <a:xfrm>
                <a:off x="9896350" y="6385428"/>
                <a:ext cx="6343" cy="6345"/>
              </a:xfrm>
              <a:custGeom>
                <a:avLst/>
                <a:gdLst>
                  <a:gd name="connsiteX0" fmla="*/ 3446 w 6343"/>
                  <a:gd name="connsiteY0" fmla="*/ 6574 h 6345"/>
                  <a:gd name="connsiteX1" fmla="*/ 5689 w 6343"/>
                  <a:gd name="connsiteY1" fmla="*/ 5645 h 6345"/>
                  <a:gd name="connsiteX2" fmla="*/ 6618 w 6343"/>
                  <a:gd name="connsiteY2" fmla="*/ 3402 h 6345"/>
                  <a:gd name="connsiteX3" fmla="*/ 5689 w 6343"/>
                  <a:gd name="connsiteY3" fmla="*/ 1158 h 6345"/>
                  <a:gd name="connsiteX4" fmla="*/ 3446 w 6343"/>
                  <a:gd name="connsiteY4" fmla="*/ 229 h 6345"/>
                  <a:gd name="connsiteX5" fmla="*/ 1204 w 6343"/>
                  <a:gd name="connsiteY5" fmla="*/ 1158 h 6345"/>
                  <a:gd name="connsiteX6" fmla="*/ 275 w 6343"/>
                  <a:gd name="connsiteY6" fmla="*/ 3402 h 6345"/>
                  <a:gd name="connsiteX7" fmla="*/ 1204 w 6343"/>
                  <a:gd name="connsiteY7" fmla="*/ 5645 h 6345"/>
                  <a:gd name="connsiteX8" fmla="*/ 3446 w 6343"/>
                  <a:gd name="connsiteY8" fmla="*/ 65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4"/>
                    </a:moveTo>
                    <a:cubicBezTo>
                      <a:pt x="4288" y="6574"/>
                      <a:pt x="5094" y="6240"/>
                      <a:pt x="5689" y="5645"/>
                    </a:cubicBezTo>
                    <a:cubicBezTo>
                      <a:pt x="6284" y="5050"/>
                      <a:pt x="6618" y="4243"/>
                      <a:pt x="6618" y="3402"/>
                    </a:cubicBezTo>
                    <a:cubicBezTo>
                      <a:pt x="6618" y="2560"/>
                      <a:pt x="6284" y="1753"/>
                      <a:pt x="5689" y="1158"/>
                    </a:cubicBezTo>
                    <a:cubicBezTo>
                      <a:pt x="5094" y="563"/>
                      <a:pt x="4288" y="229"/>
                      <a:pt x="3446" y="229"/>
                    </a:cubicBezTo>
                    <a:cubicBezTo>
                      <a:pt x="2605" y="229"/>
                      <a:pt x="1799" y="563"/>
                      <a:pt x="1204" y="1158"/>
                    </a:cubicBezTo>
                    <a:cubicBezTo>
                      <a:pt x="609" y="1753"/>
                      <a:pt x="275" y="2560"/>
                      <a:pt x="275" y="3402"/>
                    </a:cubicBezTo>
                    <a:cubicBezTo>
                      <a:pt x="275" y="4243"/>
                      <a:pt x="609" y="5050"/>
                      <a:pt x="1204" y="5645"/>
                    </a:cubicBezTo>
                    <a:cubicBezTo>
                      <a:pt x="1799" y="6240"/>
                      <a:pt x="2605" y="6574"/>
                      <a:pt x="3446" y="65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45" name="Freeform: Shape 11044">
                <a:extLst>
                  <a:ext uri="{FF2B5EF4-FFF2-40B4-BE49-F238E27FC236}">
                    <a16:creationId xmlns:a16="http://schemas.microsoft.com/office/drawing/2014/main" id="{AC7B60BC-E981-ADD4-4ACF-B602CAD228A9}"/>
                  </a:ext>
                </a:extLst>
              </p:cNvPr>
              <p:cNvSpPr/>
              <p:nvPr/>
            </p:nvSpPr>
            <p:spPr>
              <a:xfrm>
                <a:off x="9894519" y="6400156"/>
                <a:ext cx="6343" cy="6345"/>
              </a:xfrm>
              <a:custGeom>
                <a:avLst/>
                <a:gdLst>
                  <a:gd name="connsiteX0" fmla="*/ 3446 w 6343"/>
                  <a:gd name="connsiteY0" fmla="*/ 6576 h 6345"/>
                  <a:gd name="connsiteX1" fmla="*/ 5689 w 6343"/>
                  <a:gd name="connsiteY1" fmla="*/ 5646 h 6345"/>
                  <a:gd name="connsiteX2" fmla="*/ 6618 w 6343"/>
                  <a:gd name="connsiteY2" fmla="*/ 3403 h 6345"/>
                  <a:gd name="connsiteX3" fmla="*/ 5689 w 6343"/>
                  <a:gd name="connsiteY3" fmla="*/ 1159 h 6345"/>
                  <a:gd name="connsiteX4" fmla="*/ 3446 w 6343"/>
                  <a:gd name="connsiteY4" fmla="*/ 230 h 6345"/>
                  <a:gd name="connsiteX5" fmla="*/ 1204 w 6343"/>
                  <a:gd name="connsiteY5" fmla="*/ 1159 h 6345"/>
                  <a:gd name="connsiteX6" fmla="*/ 275 w 6343"/>
                  <a:gd name="connsiteY6" fmla="*/ 3403 h 6345"/>
                  <a:gd name="connsiteX7" fmla="*/ 1204 w 6343"/>
                  <a:gd name="connsiteY7" fmla="*/ 5646 h 6345"/>
                  <a:gd name="connsiteX8" fmla="*/ 3446 w 6343"/>
                  <a:gd name="connsiteY8" fmla="*/ 65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76"/>
                    </a:moveTo>
                    <a:cubicBezTo>
                      <a:pt x="4287" y="6576"/>
                      <a:pt x="5094" y="6241"/>
                      <a:pt x="5689" y="5646"/>
                    </a:cubicBezTo>
                    <a:cubicBezTo>
                      <a:pt x="6284" y="5051"/>
                      <a:pt x="6618" y="4244"/>
                      <a:pt x="6618" y="3403"/>
                    </a:cubicBezTo>
                    <a:cubicBezTo>
                      <a:pt x="6618" y="2561"/>
                      <a:pt x="6284" y="1754"/>
                      <a:pt x="5689" y="1159"/>
                    </a:cubicBezTo>
                    <a:cubicBezTo>
                      <a:pt x="5094" y="564"/>
                      <a:pt x="4287" y="230"/>
                      <a:pt x="3446" y="230"/>
                    </a:cubicBezTo>
                    <a:cubicBezTo>
                      <a:pt x="2605" y="230"/>
                      <a:pt x="1798" y="564"/>
                      <a:pt x="1204" y="1159"/>
                    </a:cubicBezTo>
                    <a:cubicBezTo>
                      <a:pt x="609" y="1754"/>
                      <a:pt x="275" y="2561"/>
                      <a:pt x="275" y="3403"/>
                    </a:cubicBezTo>
                    <a:cubicBezTo>
                      <a:pt x="275" y="4244"/>
                      <a:pt x="609" y="5051"/>
                      <a:pt x="1204" y="5646"/>
                    </a:cubicBezTo>
                    <a:cubicBezTo>
                      <a:pt x="1798" y="6241"/>
                      <a:pt x="2605" y="6576"/>
                      <a:pt x="3446" y="65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46" name="Freeform: Shape 11045">
                <a:extLst>
                  <a:ext uri="{FF2B5EF4-FFF2-40B4-BE49-F238E27FC236}">
                    <a16:creationId xmlns:a16="http://schemas.microsoft.com/office/drawing/2014/main" id="{30E71F7F-3637-A6B3-C860-535DAB40E4BD}"/>
                  </a:ext>
                </a:extLst>
              </p:cNvPr>
              <p:cNvSpPr/>
              <p:nvPr/>
            </p:nvSpPr>
            <p:spPr>
              <a:xfrm>
                <a:off x="9810139" y="6208802"/>
                <a:ext cx="6343" cy="6345"/>
              </a:xfrm>
              <a:custGeom>
                <a:avLst/>
                <a:gdLst>
                  <a:gd name="connsiteX0" fmla="*/ 3440 w 6343"/>
                  <a:gd name="connsiteY0" fmla="*/ 6560 h 6345"/>
                  <a:gd name="connsiteX1" fmla="*/ 5682 w 6343"/>
                  <a:gd name="connsiteY1" fmla="*/ 5631 h 6345"/>
                  <a:gd name="connsiteX2" fmla="*/ 6611 w 6343"/>
                  <a:gd name="connsiteY2" fmla="*/ 3388 h 6345"/>
                  <a:gd name="connsiteX3" fmla="*/ 5682 w 6343"/>
                  <a:gd name="connsiteY3" fmla="*/ 1144 h 6345"/>
                  <a:gd name="connsiteX4" fmla="*/ 3440 w 6343"/>
                  <a:gd name="connsiteY4" fmla="*/ 215 h 6345"/>
                  <a:gd name="connsiteX5" fmla="*/ 1197 w 6343"/>
                  <a:gd name="connsiteY5" fmla="*/ 1144 h 6345"/>
                  <a:gd name="connsiteX6" fmla="*/ 268 w 6343"/>
                  <a:gd name="connsiteY6" fmla="*/ 3388 h 6345"/>
                  <a:gd name="connsiteX7" fmla="*/ 1197 w 6343"/>
                  <a:gd name="connsiteY7" fmla="*/ 5631 h 6345"/>
                  <a:gd name="connsiteX8" fmla="*/ 3440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60"/>
                    </a:moveTo>
                    <a:cubicBezTo>
                      <a:pt x="4281" y="6560"/>
                      <a:pt x="5088" y="6226"/>
                      <a:pt x="5682" y="5631"/>
                    </a:cubicBezTo>
                    <a:cubicBezTo>
                      <a:pt x="6277" y="5036"/>
                      <a:pt x="6611" y="4229"/>
                      <a:pt x="6611" y="3388"/>
                    </a:cubicBezTo>
                    <a:cubicBezTo>
                      <a:pt x="6611" y="2546"/>
                      <a:pt x="6277" y="1739"/>
                      <a:pt x="5682" y="1144"/>
                    </a:cubicBezTo>
                    <a:cubicBezTo>
                      <a:pt x="5088" y="549"/>
                      <a:pt x="4281" y="215"/>
                      <a:pt x="3440" y="215"/>
                    </a:cubicBezTo>
                    <a:cubicBezTo>
                      <a:pt x="2599" y="215"/>
                      <a:pt x="1792" y="549"/>
                      <a:pt x="1197" y="1144"/>
                    </a:cubicBezTo>
                    <a:cubicBezTo>
                      <a:pt x="602" y="1739"/>
                      <a:pt x="268" y="2546"/>
                      <a:pt x="268" y="3388"/>
                    </a:cubicBezTo>
                    <a:cubicBezTo>
                      <a:pt x="268" y="4229"/>
                      <a:pt x="602" y="5036"/>
                      <a:pt x="1197" y="5631"/>
                    </a:cubicBezTo>
                    <a:cubicBezTo>
                      <a:pt x="1792" y="6226"/>
                      <a:pt x="2599" y="6560"/>
                      <a:pt x="3440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47" name="Freeform: Shape 11046">
                <a:extLst>
                  <a:ext uri="{FF2B5EF4-FFF2-40B4-BE49-F238E27FC236}">
                    <a16:creationId xmlns:a16="http://schemas.microsoft.com/office/drawing/2014/main" id="{FED4D003-4C94-16DC-C194-6CA2EB3FCD13}"/>
                  </a:ext>
                </a:extLst>
              </p:cNvPr>
              <p:cNvSpPr/>
              <p:nvPr/>
            </p:nvSpPr>
            <p:spPr>
              <a:xfrm>
                <a:off x="9883187" y="6411381"/>
                <a:ext cx="6343" cy="6345"/>
              </a:xfrm>
              <a:custGeom>
                <a:avLst/>
                <a:gdLst>
                  <a:gd name="connsiteX0" fmla="*/ 3445 w 6343"/>
                  <a:gd name="connsiteY0" fmla="*/ 6576 h 6345"/>
                  <a:gd name="connsiteX1" fmla="*/ 5688 w 6343"/>
                  <a:gd name="connsiteY1" fmla="*/ 5647 h 6345"/>
                  <a:gd name="connsiteX2" fmla="*/ 6617 w 6343"/>
                  <a:gd name="connsiteY2" fmla="*/ 3404 h 6345"/>
                  <a:gd name="connsiteX3" fmla="*/ 5688 w 6343"/>
                  <a:gd name="connsiteY3" fmla="*/ 1160 h 6345"/>
                  <a:gd name="connsiteX4" fmla="*/ 3445 w 6343"/>
                  <a:gd name="connsiteY4" fmla="*/ 231 h 6345"/>
                  <a:gd name="connsiteX5" fmla="*/ 1203 w 6343"/>
                  <a:gd name="connsiteY5" fmla="*/ 1160 h 6345"/>
                  <a:gd name="connsiteX6" fmla="*/ 274 w 6343"/>
                  <a:gd name="connsiteY6" fmla="*/ 3404 h 6345"/>
                  <a:gd name="connsiteX7" fmla="*/ 1203 w 6343"/>
                  <a:gd name="connsiteY7" fmla="*/ 5647 h 6345"/>
                  <a:gd name="connsiteX8" fmla="*/ 3445 w 6343"/>
                  <a:gd name="connsiteY8" fmla="*/ 65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76"/>
                    </a:moveTo>
                    <a:cubicBezTo>
                      <a:pt x="4287" y="6576"/>
                      <a:pt x="5093" y="6242"/>
                      <a:pt x="5688" y="5647"/>
                    </a:cubicBezTo>
                    <a:cubicBezTo>
                      <a:pt x="6283" y="5052"/>
                      <a:pt x="6617" y="4245"/>
                      <a:pt x="6617" y="3404"/>
                    </a:cubicBezTo>
                    <a:cubicBezTo>
                      <a:pt x="6617" y="2562"/>
                      <a:pt x="6283" y="1755"/>
                      <a:pt x="5688" y="1160"/>
                    </a:cubicBezTo>
                    <a:cubicBezTo>
                      <a:pt x="5093" y="565"/>
                      <a:pt x="4287" y="231"/>
                      <a:pt x="3445" y="231"/>
                    </a:cubicBezTo>
                    <a:cubicBezTo>
                      <a:pt x="2604" y="231"/>
                      <a:pt x="1798" y="565"/>
                      <a:pt x="1203" y="1160"/>
                    </a:cubicBezTo>
                    <a:cubicBezTo>
                      <a:pt x="608" y="1755"/>
                      <a:pt x="274" y="2562"/>
                      <a:pt x="274" y="3404"/>
                    </a:cubicBezTo>
                    <a:cubicBezTo>
                      <a:pt x="274" y="4245"/>
                      <a:pt x="608" y="5052"/>
                      <a:pt x="1203" y="5647"/>
                    </a:cubicBezTo>
                    <a:cubicBezTo>
                      <a:pt x="1798" y="6242"/>
                      <a:pt x="2604" y="6576"/>
                      <a:pt x="3445" y="65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48" name="Freeform: Shape 11047">
                <a:extLst>
                  <a:ext uri="{FF2B5EF4-FFF2-40B4-BE49-F238E27FC236}">
                    <a16:creationId xmlns:a16="http://schemas.microsoft.com/office/drawing/2014/main" id="{4ECFE4EB-BB07-7CB0-62F1-62C960B46F62}"/>
                  </a:ext>
                </a:extLst>
              </p:cNvPr>
              <p:cNvSpPr/>
              <p:nvPr/>
            </p:nvSpPr>
            <p:spPr>
              <a:xfrm>
                <a:off x="9727875" y="6189029"/>
                <a:ext cx="6343" cy="6345"/>
              </a:xfrm>
              <a:custGeom>
                <a:avLst/>
                <a:gdLst>
                  <a:gd name="connsiteX0" fmla="*/ 3433 w 6343"/>
                  <a:gd name="connsiteY0" fmla="*/ 6559 h 6345"/>
                  <a:gd name="connsiteX1" fmla="*/ 5676 w 6343"/>
                  <a:gd name="connsiteY1" fmla="*/ 5630 h 6345"/>
                  <a:gd name="connsiteX2" fmla="*/ 6605 w 6343"/>
                  <a:gd name="connsiteY2" fmla="*/ 3386 h 6345"/>
                  <a:gd name="connsiteX3" fmla="*/ 5676 w 6343"/>
                  <a:gd name="connsiteY3" fmla="*/ 1143 h 6345"/>
                  <a:gd name="connsiteX4" fmla="*/ 3433 w 6343"/>
                  <a:gd name="connsiteY4" fmla="*/ 214 h 6345"/>
                  <a:gd name="connsiteX5" fmla="*/ 1191 w 6343"/>
                  <a:gd name="connsiteY5" fmla="*/ 1143 h 6345"/>
                  <a:gd name="connsiteX6" fmla="*/ 262 w 6343"/>
                  <a:gd name="connsiteY6" fmla="*/ 3386 h 6345"/>
                  <a:gd name="connsiteX7" fmla="*/ 1191 w 6343"/>
                  <a:gd name="connsiteY7" fmla="*/ 5630 h 6345"/>
                  <a:gd name="connsiteX8" fmla="*/ 343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59"/>
                    </a:moveTo>
                    <a:cubicBezTo>
                      <a:pt x="4274" y="6559"/>
                      <a:pt x="5081" y="6225"/>
                      <a:pt x="5676" y="5630"/>
                    </a:cubicBezTo>
                    <a:cubicBezTo>
                      <a:pt x="6271" y="5035"/>
                      <a:pt x="6605" y="4228"/>
                      <a:pt x="6605" y="3386"/>
                    </a:cubicBezTo>
                    <a:cubicBezTo>
                      <a:pt x="6605" y="2545"/>
                      <a:pt x="6271" y="1738"/>
                      <a:pt x="5676" y="1143"/>
                    </a:cubicBezTo>
                    <a:cubicBezTo>
                      <a:pt x="5081" y="548"/>
                      <a:pt x="4274" y="214"/>
                      <a:pt x="3433" y="214"/>
                    </a:cubicBezTo>
                    <a:cubicBezTo>
                      <a:pt x="2592" y="214"/>
                      <a:pt x="1785" y="548"/>
                      <a:pt x="1191" y="1143"/>
                    </a:cubicBezTo>
                    <a:cubicBezTo>
                      <a:pt x="596" y="1738"/>
                      <a:pt x="262" y="2545"/>
                      <a:pt x="262" y="3386"/>
                    </a:cubicBezTo>
                    <a:cubicBezTo>
                      <a:pt x="262" y="4228"/>
                      <a:pt x="596" y="5035"/>
                      <a:pt x="1191" y="5630"/>
                    </a:cubicBezTo>
                    <a:cubicBezTo>
                      <a:pt x="1785" y="6225"/>
                      <a:pt x="2592" y="6559"/>
                      <a:pt x="343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49" name="Freeform: Shape 11048">
                <a:extLst>
                  <a:ext uri="{FF2B5EF4-FFF2-40B4-BE49-F238E27FC236}">
                    <a16:creationId xmlns:a16="http://schemas.microsoft.com/office/drawing/2014/main" id="{00AA3447-08CE-8DEB-B8EC-F40B0E5A3B8B}"/>
                  </a:ext>
                </a:extLst>
              </p:cNvPr>
              <p:cNvSpPr/>
              <p:nvPr/>
            </p:nvSpPr>
            <p:spPr>
              <a:xfrm>
                <a:off x="9719407" y="6181162"/>
                <a:ext cx="6343" cy="6345"/>
              </a:xfrm>
              <a:custGeom>
                <a:avLst/>
                <a:gdLst>
                  <a:gd name="connsiteX0" fmla="*/ 3433 w 6343"/>
                  <a:gd name="connsiteY0" fmla="*/ 6558 h 6345"/>
                  <a:gd name="connsiteX1" fmla="*/ 5675 w 6343"/>
                  <a:gd name="connsiteY1" fmla="*/ 5629 h 6345"/>
                  <a:gd name="connsiteX2" fmla="*/ 6604 w 6343"/>
                  <a:gd name="connsiteY2" fmla="*/ 3386 h 6345"/>
                  <a:gd name="connsiteX3" fmla="*/ 5675 w 6343"/>
                  <a:gd name="connsiteY3" fmla="*/ 1142 h 6345"/>
                  <a:gd name="connsiteX4" fmla="*/ 3433 w 6343"/>
                  <a:gd name="connsiteY4" fmla="*/ 213 h 6345"/>
                  <a:gd name="connsiteX5" fmla="*/ 1190 w 6343"/>
                  <a:gd name="connsiteY5" fmla="*/ 1142 h 6345"/>
                  <a:gd name="connsiteX6" fmla="*/ 261 w 6343"/>
                  <a:gd name="connsiteY6" fmla="*/ 3386 h 6345"/>
                  <a:gd name="connsiteX7" fmla="*/ 1190 w 6343"/>
                  <a:gd name="connsiteY7" fmla="*/ 5629 h 6345"/>
                  <a:gd name="connsiteX8" fmla="*/ 3433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3" y="6558"/>
                    </a:moveTo>
                    <a:cubicBezTo>
                      <a:pt x="4274" y="6558"/>
                      <a:pt x="5080" y="6224"/>
                      <a:pt x="5675" y="5629"/>
                    </a:cubicBezTo>
                    <a:cubicBezTo>
                      <a:pt x="6270" y="5034"/>
                      <a:pt x="6604" y="4227"/>
                      <a:pt x="6604" y="3386"/>
                    </a:cubicBezTo>
                    <a:cubicBezTo>
                      <a:pt x="6604" y="2544"/>
                      <a:pt x="6270" y="1737"/>
                      <a:pt x="5675" y="1142"/>
                    </a:cubicBezTo>
                    <a:cubicBezTo>
                      <a:pt x="5080" y="547"/>
                      <a:pt x="4274" y="213"/>
                      <a:pt x="3433" y="213"/>
                    </a:cubicBezTo>
                    <a:cubicBezTo>
                      <a:pt x="2591" y="213"/>
                      <a:pt x="1785" y="547"/>
                      <a:pt x="1190" y="1142"/>
                    </a:cubicBezTo>
                    <a:cubicBezTo>
                      <a:pt x="595" y="1737"/>
                      <a:pt x="261" y="2544"/>
                      <a:pt x="261" y="3386"/>
                    </a:cubicBezTo>
                    <a:cubicBezTo>
                      <a:pt x="261" y="4227"/>
                      <a:pt x="595" y="5034"/>
                      <a:pt x="1190" y="5629"/>
                    </a:cubicBezTo>
                    <a:cubicBezTo>
                      <a:pt x="1785" y="6224"/>
                      <a:pt x="2591" y="6558"/>
                      <a:pt x="3433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50" name="Freeform: Shape 11049">
                <a:extLst>
                  <a:ext uri="{FF2B5EF4-FFF2-40B4-BE49-F238E27FC236}">
                    <a16:creationId xmlns:a16="http://schemas.microsoft.com/office/drawing/2014/main" id="{12956761-228B-046F-AEAF-12055A213949}"/>
                  </a:ext>
                </a:extLst>
              </p:cNvPr>
              <p:cNvSpPr/>
              <p:nvPr/>
            </p:nvSpPr>
            <p:spPr>
              <a:xfrm>
                <a:off x="9714070" y="6183194"/>
                <a:ext cx="6343" cy="6345"/>
              </a:xfrm>
              <a:custGeom>
                <a:avLst/>
                <a:gdLst>
                  <a:gd name="connsiteX0" fmla="*/ 3432 w 6343"/>
                  <a:gd name="connsiteY0" fmla="*/ 6558 h 6345"/>
                  <a:gd name="connsiteX1" fmla="*/ 5675 w 6343"/>
                  <a:gd name="connsiteY1" fmla="*/ 5629 h 6345"/>
                  <a:gd name="connsiteX2" fmla="*/ 6604 w 6343"/>
                  <a:gd name="connsiteY2" fmla="*/ 3386 h 6345"/>
                  <a:gd name="connsiteX3" fmla="*/ 5675 w 6343"/>
                  <a:gd name="connsiteY3" fmla="*/ 1142 h 6345"/>
                  <a:gd name="connsiteX4" fmla="*/ 3432 w 6343"/>
                  <a:gd name="connsiteY4" fmla="*/ 213 h 6345"/>
                  <a:gd name="connsiteX5" fmla="*/ 1189 w 6343"/>
                  <a:gd name="connsiteY5" fmla="*/ 1142 h 6345"/>
                  <a:gd name="connsiteX6" fmla="*/ 261 w 6343"/>
                  <a:gd name="connsiteY6" fmla="*/ 3386 h 6345"/>
                  <a:gd name="connsiteX7" fmla="*/ 1189 w 6343"/>
                  <a:gd name="connsiteY7" fmla="*/ 5629 h 6345"/>
                  <a:gd name="connsiteX8" fmla="*/ 343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58"/>
                    </a:moveTo>
                    <a:cubicBezTo>
                      <a:pt x="4273" y="6558"/>
                      <a:pt x="5080" y="6224"/>
                      <a:pt x="5675" y="5629"/>
                    </a:cubicBezTo>
                    <a:cubicBezTo>
                      <a:pt x="6269" y="5034"/>
                      <a:pt x="6604" y="4227"/>
                      <a:pt x="6604" y="3386"/>
                    </a:cubicBezTo>
                    <a:cubicBezTo>
                      <a:pt x="6604" y="2544"/>
                      <a:pt x="6269" y="1737"/>
                      <a:pt x="5675" y="1142"/>
                    </a:cubicBezTo>
                    <a:cubicBezTo>
                      <a:pt x="5080" y="547"/>
                      <a:pt x="4273" y="213"/>
                      <a:pt x="3432" y="213"/>
                    </a:cubicBezTo>
                    <a:cubicBezTo>
                      <a:pt x="2591" y="213"/>
                      <a:pt x="1784" y="547"/>
                      <a:pt x="1189" y="1142"/>
                    </a:cubicBezTo>
                    <a:cubicBezTo>
                      <a:pt x="595" y="1737"/>
                      <a:pt x="261" y="2544"/>
                      <a:pt x="261" y="3386"/>
                    </a:cubicBezTo>
                    <a:cubicBezTo>
                      <a:pt x="261" y="4227"/>
                      <a:pt x="595" y="5034"/>
                      <a:pt x="1189" y="5629"/>
                    </a:cubicBezTo>
                    <a:cubicBezTo>
                      <a:pt x="1784" y="6224"/>
                      <a:pt x="2591" y="6558"/>
                      <a:pt x="343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51" name="Freeform: Shape 11050">
                <a:extLst>
                  <a:ext uri="{FF2B5EF4-FFF2-40B4-BE49-F238E27FC236}">
                    <a16:creationId xmlns:a16="http://schemas.microsoft.com/office/drawing/2014/main" id="{6A50645A-F3C8-0F02-51BF-745B069ACEFF}"/>
                  </a:ext>
                </a:extLst>
              </p:cNvPr>
              <p:cNvSpPr/>
              <p:nvPr/>
            </p:nvSpPr>
            <p:spPr>
              <a:xfrm>
                <a:off x="9708415" y="6184171"/>
                <a:ext cx="6343" cy="6345"/>
              </a:xfrm>
              <a:custGeom>
                <a:avLst/>
                <a:gdLst>
                  <a:gd name="connsiteX0" fmla="*/ 3432 w 6343"/>
                  <a:gd name="connsiteY0" fmla="*/ 6559 h 6345"/>
                  <a:gd name="connsiteX1" fmla="*/ 5674 w 6343"/>
                  <a:gd name="connsiteY1" fmla="*/ 5629 h 6345"/>
                  <a:gd name="connsiteX2" fmla="*/ 6603 w 6343"/>
                  <a:gd name="connsiteY2" fmla="*/ 3386 h 6345"/>
                  <a:gd name="connsiteX3" fmla="*/ 5674 w 6343"/>
                  <a:gd name="connsiteY3" fmla="*/ 1142 h 6345"/>
                  <a:gd name="connsiteX4" fmla="*/ 3432 w 6343"/>
                  <a:gd name="connsiteY4" fmla="*/ 213 h 6345"/>
                  <a:gd name="connsiteX5" fmla="*/ 1189 w 6343"/>
                  <a:gd name="connsiteY5" fmla="*/ 1142 h 6345"/>
                  <a:gd name="connsiteX6" fmla="*/ 260 w 6343"/>
                  <a:gd name="connsiteY6" fmla="*/ 3386 h 6345"/>
                  <a:gd name="connsiteX7" fmla="*/ 1189 w 6343"/>
                  <a:gd name="connsiteY7" fmla="*/ 5629 h 6345"/>
                  <a:gd name="connsiteX8" fmla="*/ 343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59"/>
                    </a:moveTo>
                    <a:cubicBezTo>
                      <a:pt x="4273" y="6559"/>
                      <a:pt x="5080" y="6224"/>
                      <a:pt x="5674" y="5629"/>
                    </a:cubicBezTo>
                    <a:cubicBezTo>
                      <a:pt x="6269" y="5034"/>
                      <a:pt x="6603" y="4227"/>
                      <a:pt x="6603" y="3386"/>
                    </a:cubicBezTo>
                    <a:cubicBezTo>
                      <a:pt x="6603" y="2544"/>
                      <a:pt x="6269" y="1737"/>
                      <a:pt x="5674" y="1142"/>
                    </a:cubicBezTo>
                    <a:cubicBezTo>
                      <a:pt x="5080" y="547"/>
                      <a:pt x="4273" y="213"/>
                      <a:pt x="3432" y="213"/>
                    </a:cubicBezTo>
                    <a:cubicBezTo>
                      <a:pt x="2591" y="213"/>
                      <a:pt x="1784" y="547"/>
                      <a:pt x="1189" y="1142"/>
                    </a:cubicBezTo>
                    <a:cubicBezTo>
                      <a:pt x="594" y="1737"/>
                      <a:pt x="260" y="2544"/>
                      <a:pt x="260" y="3386"/>
                    </a:cubicBezTo>
                    <a:cubicBezTo>
                      <a:pt x="260" y="4227"/>
                      <a:pt x="594" y="5034"/>
                      <a:pt x="1189" y="5629"/>
                    </a:cubicBezTo>
                    <a:cubicBezTo>
                      <a:pt x="1784" y="6224"/>
                      <a:pt x="2591" y="6559"/>
                      <a:pt x="343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52" name="Freeform: Shape 11051">
                <a:extLst>
                  <a:ext uri="{FF2B5EF4-FFF2-40B4-BE49-F238E27FC236}">
                    <a16:creationId xmlns:a16="http://schemas.microsoft.com/office/drawing/2014/main" id="{B7CABDAC-E367-516A-CD54-12A599C18852}"/>
                  </a:ext>
                </a:extLst>
              </p:cNvPr>
              <p:cNvSpPr/>
              <p:nvPr/>
            </p:nvSpPr>
            <p:spPr>
              <a:xfrm>
                <a:off x="9702495" y="6184207"/>
                <a:ext cx="6343" cy="6345"/>
              </a:xfrm>
              <a:custGeom>
                <a:avLst/>
                <a:gdLst>
                  <a:gd name="connsiteX0" fmla="*/ 3431 w 6343"/>
                  <a:gd name="connsiteY0" fmla="*/ 6559 h 6345"/>
                  <a:gd name="connsiteX1" fmla="*/ 5674 w 6343"/>
                  <a:gd name="connsiteY1" fmla="*/ 5629 h 6345"/>
                  <a:gd name="connsiteX2" fmla="*/ 6603 w 6343"/>
                  <a:gd name="connsiteY2" fmla="*/ 3386 h 6345"/>
                  <a:gd name="connsiteX3" fmla="*/ 5674 w 6343"/>
                  <a:gd name="connsiteY3" fmla="*/ 1142 h 6345"/>
                  <a:gd name="connsiteX4" fmla="*/ 3431 w 6343"/>
                  <a:gd name="connsiteY4" fmla="*/ 213 h 6345"/>
                  <a:gd name="connsiteX5" fmla="*/ 1189 w 6343"/>
                  <a:gd name="connsiteY5" fmla="*/ 1142 h 6345"/>
                  <a:gd name="connsiteX6" fmla="*/ 260 w 6343"/>
                  <a:gd name="connsiteY6" fmla="*/ 3386 h 6345"/>
                  <a:gd name="connsiteX7" fmla="*/ 1189 w 6343"/>
                  <a:gd name="connsiteY7" fmla="*/ 5629 h 6345"/>
                  <a:gd name="connsiteX8" fmla="*/ 343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59"/>
                    </a:moveTo>
                    <a:cubicBezTo>
                      <a:pt x="4272" y="6559"/>
                      <a:pt x="5079" y="6224"/>
                      <a:pt x="5674" y="5629"/>
                    </a:cubicBezTo>
                    <a:cubicBezTo>
                      <a:pt x="6269" y="5034"/>
                      <a:pt x="6603" y="4227"/>
                      <a:pt x="6603" y="3386"/>
                    </a:cubicBezTo>
                    <a:cubicBezTo>
                      <a:pt x="6603" y="2544"/>
                      <a:pt x="6269" y="1737"/>
                      <a:pt x="5674" y="1142"/>
                    </a:cubicBezTo>
                    <a:cubicBezTo>
                      <a:pt x="5079" y="547"/>
                      <a:pt x="4272" y="213"/>
                      <a:pt x="3431" y="213"/>
                    </a:cubicBezTo>
                    <a:cubicBezTo>
                      <a:pt x="2590" y="213"/>
                      <a:pt x="1783" y="547"/>
                      <a:pt x="1189" y="1142"/>
                    </a:cubicBezTo>
                    <a:cubicBezTo>
                      <a:pt x="594" y="1737"/>
                      <a:pt x="260" y="2544"/>
                      <a:pt x="260" y="3386"/>
                    </a:cubicBezTo>
                    <a:cubicBezTo>
                      <a:pt x="260" y="4227"/>
                      <a:pt x="594" y="5034"/>
                      <a:pt x="1189" y="5629"/>
                    </a:cubicBezTo>
                    <a:cubicBezTo>
                      <a:pt x="1783" y="6224"/>
                      <a:pt x="2590" y="6559"/>
                      <a:pt x="343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53" name="Freeform: Shape 11052">
                <a:extLst>
                  <a:ext uri="{FF2B5EF4-FFF2-40B4-BE49-F238E27FC236}">
                    <a16:creationId xmlns:a16="http://schemas.microsoft.com/office/drawing/2014/main" id="{5C176344-042E-1EFC-F698-EE064A115153}"/>
                  </a:ext>
                </a:extLst>
              </p:cNvPr>
              <p:cNvSpPr/>
              <p:nvPr/>
            </p:nvSpPr>
            <p:spPr>
              <a:xfrm>
                <a:off x="9696586" y="6184205"/>
                <a:ext cx="6343" cy="6345"/>
              </a:xfrm>
              <a:custGeom>
                <a:avLst/>
                <a:gdLst>
                  <a:gd name="connsiteX0" fmla="*/ 3431 w 6343"/>
                  <a:gd name="connsiteY0" fmla="*/ 6559 h 6345"/>
                  <a:gd name="connsiteX1" fmla="*/ 5673 w 6343"/>
                  <a:gd name="connsiteY1" fmla="*/ 5629 h 6345"/>
                  <a:gd name="connsiteX2" fmla="*/ 6602 w 6343"/>
                  <a:gd name="connsiteY2" fmla="*/ 3386 h 6345"/>
                  <a:gd name="connsiteX3" fmla="*/ 5673 w 6343"/>
                  <a:gd name="connsiteY3" fmla="*/ 1142 h 6345"/>
                  <a:gd name="connsiteX4" fmla="*/ 3431 w 6343"/>
                  <a:gd name="connsiteY4" fmla="*/ 213 h 6345"/>
                  <a:gd name="connsiteX5" fmla="*/ 1188 w 6343"/>
                  <a:gd name="connsiteY5" fmla="*/ 1142 h 6345"/>
                  <a:gd name="connsiteX6" fmla="*/ 259 w 6343"/>
                  <a:gd name="connsiteY6" fmla="*/ 3386 h 6345"/>
                  <a:gd name="connsiteX7" fmla="*/ 1188 w 6343"/>
                  <a:gd name="connsiteY7" fmla="*/ 5629 h 6345"/>
                  <a:gd name="connsiteX8" fmla="*/ 343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1" y="6559"/>
                    </a:moveTo>
                    <a:cubicBezTo>
                      <a:pt x="4272" y="6559"/>
                      <a:pt x="5079" y="6224"/>
                      <a:pt x="5673" y="5629"/>
                    </a:cubicBezTo>
                    <a:cubicBezTo>
                      <a:pt x="6268" y="5034"/>
                      <a:pt x="6602" y="4227"/>
                      <a:pt x="6602" y="3386"/>
                    </a:cubicBezTo>
                    <a:cubicBezTo>
                      <a:pt x="6602" y="2544"/>
                      <a:pt x="6268" y="1737"/>
                      <a:pt x="5673" y="1142"/>
                    </a:cubicBezTo>
                    <a:cubicBezTo>
                      <a:pt x="5079" y="547"/>
                      <a:pt x="4272" y="213"/>
                      <a:pt x="3431" y="213"/>
                    </a:cubicBezTo>
                    <a:cubicBezTo>
                      <a:pt x="2590" y="213"/>
                      <a:pt x="1783" y="547"/>
                      <a:pt x="1188" y="1142"/>
                    </a:cubicBezTo>
                    <a:cubicBezTo>
                      <a:pt x="593" y="1737"/>
                      <a:pt x="259" y="2544"/>
                      <a:pt x="259" y="3386"/>
                    </a:cubicBezTo>
                    <a:cubicBezTo>
                      <a:pt x="259" y="4227"/>
                      <a:pt x="593" y="5034"/>
                      <a:pt x="1188" y="5629"/>
                    </a:cubicBezTo>
                    <a:cubicBezTo>
                      <a:pt x="1783" y="6224"/>
                      <a:pt x="2590" y="6559"/>
                      <a:pt x="343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54" name="Freeform: Shape 11053">
                <a:extLst>
                  <a:ext uri="{FF2B5EF4-FFF2-40B4-BE49-F238E27FC236}">
                    <a16:creationId xmlns:a16="http://schemas.microsoft.com/office/drawing/2014/main" id="{F10CAF41-8BE1-9A87-1462-A5716F1C23B5}"/>
                  </a:ext>
                </a:extLst>
              </p:cNvPr>
              <p:cNvSpPr/>
              <p:nvPr/>
            </p:nvSpPr>
            <p:spPr>
              <a:xfrm>
                <a:off x="9691087" y="6185616"/>
                <a:ext cx="6343" cy="6345"/>
              </a:xfrm>
              <a:custGeom>
                <a:avLst/>
                <a:gdLst>
                  <a:gd name="connsiteX0" fmla="*/ 3430 w 6343"/>
                  <a:gd name="connsiteY0" fmla="*/ 6559 h 6345"/>
                  <a:gd name="connsiteX1" fmla="*/ 5673 w 6343"/>
                  <a:gd name="connsiteY1" fmla="*/ 5629 h 6345"/>
                  <a:gd name="connsiteX2" fmla="*/ 6602 w 6343"/>
                  <a:gd name="connsiteY2" fmla="*/ 3386 h 6345"/>
                  <a:gd name="connsiteX3" fmla="*/ 5673 w 6343"/>
                  <a:gd name="connsiteY3" fmla="*/ 1142 h 6345"/>
                  <a:gd name="connsiteX4" fmla="*/ 3430 w 6343"/>
                  <a:gd name="connsiteY4" fmla="*/ 213 h 6345"/>
                  <a:gd name="connsiteX5" fmla="*/ 1188 w 6343"/>
                  <a:gd name="connsiteY5" fmla="*/ 1142 h 6345"/>
                  <a:gd name="connsiteX6" fmla="*/ 259 w 6343"/>
                  <a:gd name="connsiteY6" fmla="*/ 3386 h 6345"/>
                  <a:gd name="connsiteX7" fmla="*/ 1188 w 6343"/>
                  <a:gd name="connsiteY7" fmla="*/ 5629 h 6345"/>
                  <a:gd name="connsiteX8" fmla="*/ 343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59"/>
                    </a:moveTo>
                    <a:cubicBezTo>
                      <a:pt x="4271" y="6559"/>
                      <a:pt x="5078" y="6224"/>
                      <a:pt x="5673" y="5629"/>
                    </a:cubicBezTo>
                    <a:cubicBezTo>
                      <a:pt x="6268" y="5034"/>
                      <a:pt x="6602" y="4227"/>
                      <a:pt x="6602" y="3386"/>
                    </a:cubicBezTo>
                    <a:cubicBezTo>
                      <a:pt x="6602" y="2545"/>
                      <a:pt x="6268" y="1737"/>
                      <a:pt x="5673" y="1142"/>
                    </a:cubicBezTo>
                    <a:cubicBezTo>
                      <a:pt x="5078" y="548"/>
                      <a:pt x="4271" y="213"/>
                      <a:pt x="3430" y="213"/>
                    </a:cubicBezTo>
                    <a:cubicBezTo>
                      <a:pt x="2589" y="213"/>
                      <a:pt x="1782" y="548"/>
                      <a:pt x="1188" y="1142"/>
                    </a:cubicBezTo>
                    <a:cubicBezTo>
                      <a:pt x="593" y="1737"/>
                      <a:pt x="259" y="2545"/>
                      <a:pt x="259" y="3386"/>
                    </a:cubicBezTo>
                    <a:cubicBezTo>
                      <a:pt x="259" y="4227"/>
                      <a:pt x="593" y="5034"/>
                      <a:pt x="1188" y="5629"/>
                    </a:cubicBezTo>
                    <a:cubicBezTo>
                      <a:pt x="1782" y="6224"/>
                      <a:pt x="2589" y="6559"/>
                      <a:pt x="343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55" name="Freeform: Shape 11054">
                <a:extLst>
                  <a:ext uri="{FF2B5EF4-FFF2-40B4-BE49-F238E27FC236}">
                    <a16:creationId xmlns:a16="http://schemas.microsoft.com/office/drawing/2014/main" id="{B80D1DED-B74A-8FCE-DF38-AA013CBBF479}"/>
                  </a:ext>
                </a:extLst>
              </p:cNvPr>
              <p:cNvSpPr/>
              <p:nvPr/>
            </p:nvSpPr>
            <p:spPr>
              <a:xfrm>
                <a:off x="9687479" y="6194020"/>
                <a:ext cx="6343" cy="6345"/>
              </a:xfrm>
              <a:custGeom>
                <a:avLst/>
                <a:gdLst>
                  <a:gd name="connsiteX0" fmla="*/ 3430 w 6343"/>
                  <a:gd name="connsiteY0" fmla="*/ 6559 h 6345"/>
                  <a:gd name="connsiteX1" fmla="*/ 5673 w 6343"/>
                  <a:gd name="connsiteY1" fmla="*/ 5630 h 6345"/>
                  <a:gd name="connsiteX2" fmla="*/ 6602 w 6343"/>
                  <a:gd name="connsiteY2" fmla="*/ 3387 h 6345"/>
                  <a:gd name="connsiteX3" fmla="*/ 5673 w 6343"/>
                  <a:gd name="connsiteY3" fmla="*/ 1143 h 6345"/>
                  <a:gd name="connsiteX4" fmla="*/ 3430 w 6343"/>
                  <a:gd name="connsiteY4" fmla="*/ 214 h 6345"/>
                  <a:gd name="connsiteX5" fmla="*/ 1187 w 6343"/>
                  <a:gd name="connsiteY5" fmla="*/ 1143 h 6345"/>
                  <a:gd name="connsiteX6" fmla="*/ 258 w 6343"/>
                  <a:gd name="connsiteY6" fmla="*/ 3387 h 6345"/>
                  <a:gd name="connsiteX7" fmla="*/ 1187 w 6343"/>
                  <a:gd name="connsiteY7" fmla="*/ 5630 h 6345"/>
                  <a:gd name="connsiteX8" fmla="*/ 343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59"/>
                    </a:moveTo>
                    <a:cubicBezTo>
                      <a:pt x="4271" y="6559"/>
                      <a:pt x="5078" y="6225"/>
                      <a:pt x="5673" y="5630"/>
                    </a:cubicBezTo>
                    <a:cubicBezTo>
                      <a:pt x="6267" y="5035"/>
                      <a:pt x="6602" y="4228"/>
                      <a:pt x="6602" y="3387"/>
                    </a:cubicBezTo>
                    <a:cubicBezTo>
                      <a:pt x="6602" y="2545"/>
                      <a:pt x="6267" y="1738"/>
                      <a:pt x="5673" y="1143"/>
                    </a:cubicBezTo>
                    <a:cubicBezTo>
                      <a:pt x="5078" y="548"/>
                      <a:pt x="4271" y="214"/>
                      <a:pt x="3430" y="214"/>
                    </a:cubicBezTo>
                    <a:cubicBezTo>
                      <a:pt x="2589" y="214"/>
                      <a:pt x="1782" y="548"/>
                      <a:pt x="1187" y="1143"/>
                    </a:cubicBezTo>
                    <a:cubicBezTo>
                      <a:pt x="593" y="1738"/>
                      <a:pt x="258" y="2545"/>
                      <a:pt x="258" y="3387"/>
                    </a:cubicBezTo>
                    <a:cubicBezTo>
                      <a:pt x="258" y="4228"/>
                      <a:pt x="593" y="5035"/>
                      <a:pt x="1187" y="5630"/>
                    </a:cubicBezTo>
                    <a:cubicBezTo>
                      <a:pt x="1782" y="6225"/>
                      <a:pt x="2589" y="6559"/>
                      <a:pt x="343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56" name="Freeform: Shape 11055">
                <a:extLst>
                  <a:ext uri="{FF2B5EF4-FFF2-40B4-BE49-F238E27FC236}">
                    <a16:creationId xmlns:a16="http://schemas.microsoft.com/office/drawing/2014/main" id="{0694929B-B1C3-ED34-386B-97FC092D270C}"/>
                  </a:ext>
                </a:extLst>
              </p:cNvPr>
              <p:cNvSpPr/>
              <p:nvPr/>
            </p:nvSpPr>
            <p:spPr>
              <a:xfrm>
                <a:off x="9689004" y="6222256"/>
                <a:ext cx="6343" cy="6345"/>
              </a:xfrm>
              <a:custGeom>
                <a:avLst/>
                <a:gdLst>
                  <a:gd name="connsiteX0" fmla="*/ 3430 w 6343"/>
                  <a:gd name="connsiteY0" fmla="*/ 6562 h 6345"/>
                  <a:gd name="connsiteX1" fmla="*/ 5673 w 6343"/>
                  <a:gd name="connsiteY1" fmla="*/ 5632 h 6345"/>
                  <a:gd name="connsiteX2" fmla="*/ 6602 w 6343"/>
                  <a:gd name="connsiteY2" fmla="*/ 3389 h 6345"/>
                  <a:gd name="connsiteX3" fmla="*/ 5673 w 6343"/>
                  <a:gd name="connsiteY3" fmla="*/ 1145 h 6345"/>
                  <a:gd name="connsiteX4" fmla="*/ 3430 w 6343"/>
                  <a:gd name="connsiteY4" fmla="*/ 216 h 6345"/>
                  <a:gd name="connsiteX5" fmla="*/ 1187 w 6343"/>
                  <a:gd name="connsiteY5" fmla="*/ 1145 h 6345"/>
                  <a:gd name="connsiteX6" fmla="*/ 259 w 6343"/>
                  <a:gd name="connsiteY6" fmla="*/ 3389 h 6345"/>
                  <a:gd name="connsiteX7" fmla="*/ 1187 w 6343"/>
                  <a:gd name="connsiteY7" fmla="*/ 5632 h 6345"/>
                  <a:gd name="connsiteX8" fmla="*/ 3430 w 6343"/>
                  <a:gd name="connsiteY8" fmla="*/ 656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62"/>
                    </a:moveTo>
                    <a:cubicBezTo>
                      <a:pt x="4271" y="6562"/>
                      <a:pt x="5078" y="6227"/>
                      <a:pt x="5673" y="5632"/>
                    </a:cubicBezTo>
                    <a:cubicBezTo>
                      <a:pt x="6267" y="5037"/>
                      <a:pt x="6602" y="4230"/>
                      <a:pt x="6602" y="3389"/>
                    </a:cubicBezTo>
                    <a:cubicBezTo>
                      <a:pt x="6602" y="2547"/>
                      <a:pt x="6267" y="1740"/>
                      <a:pt x="5673" y="1145"/>
                    </a:cubicBezTo>
                    <a:cubicBezTo>
                      <a:pt x="5078" y="550"/>
                      <a:pt x="4271" y="216"/>
                      <a:pt x="3430" y="216"/>
                    </a:cubicBezTo>
                    <a:cubicBezTo>
                      <a:pt x="2589" y="216"/>
                      <a:pt x="1782" y="550"/>
                      <a:pt x="1187" y="1145"/>
                    </a:cubicBezTo>
                    <a:cubicBezTo>
                      <a:pt x="593" y="1740"/>
                      <a:pt x="259" y="2547"/>
                      <a:pt x="259" y="3389"/>
                    </a:cubicBezTo>
                    <a:cubicBezTo>
                      <a:pt x="259" y="4230"/>
                      <a:pt x="593" y="5037"/>
                      <a:pt x="1187" y="5632"/>
                    </a:cubicBezTo>
                    <a:cubicBezTo>
                      <a:pt x="1782" y="6227"/>
                      <a:pt x="2589" y="6562"/>
                      <a:pt x="3430" y="6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57" name="Freeform: Shape 11056">
                <a:extLst>
                  <a:ext uri="{FF2B5EF4-FFF2-40B4-BE49-F238E27FC236}">
                    <a16:creationId xmlns:a16="http://schemas.microsoft.com/office/drawing/2014/main" id="{B1C83BD6-1650-69BE-43B0-B00485756EEC}"/>
                  </a:ext>
                </a:extLst>
              </p:cNvPr>
              <p:cNvSpPr/>
              <p:nvPr/>
            </p:nvSpPr>
            <p:spPr>
              <a:xfrm>
                <a:off x="9688131" y="6242522"/>
                <a:ext cx="6343" cy="6345"/>
              </a:xfrm>
              <a:custGeom>
                <a:avLst/>
                <a:gdLst>
                  <a:gd name="connsiteX0" fmla="*/ 3430 w 6343"/>
                  <a:gd name="connsiteY0" fmla="*/ 6563 h 6345"/>
                  <a:gd name="connsiteX1" fmla="*/ 5673 w 6343"/>
                  <a:gd name="connsiteY1" fmla="*/ 5634 h 6345"/>
                  <a:gd name="connsiteX2" fmla="*/ 6602 w 6343"/>
                  <a:gd name="connsiteY2" fmla="*/ 3390 h 6345"/>
                  <a:gd name="connsiteX3" fmla="*/ 5673 w 6343"/>
                  <a:gd name="connsiteY3" fmla="*/ 1147 h 6345"/>
                  <a:gd name="connsiteX4" fmla="*/ 3430 w 6343"/>
                  <a:gd name="connsiteY4" fmla="*/ 218 h 6345"/>
                  <a:gd name="connsiteX5" fmla="*/ 1187 w 6343"/>
                  <a:gd name="connsiteY5" fmla="*/ 1147 h 6345"/>
                  <a:gd name="connsiteX6" fmla="*/ 258 w 6343"/>
                  <a:gd name="connsiteY6" fmla="*/ 3390 h 6345"/>
                  <a:gd name="connsiteX7" fmla="*/ 1187 w 6343"/>
                  <a:gd name="connsiteY7" fmla="*/ 5634 h 6345"/>
                  <a:gd name="connsiteX8" fmla="*/ 3430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63"/>
                    </a:moveTo>
                    <a:cubicBezTo>
                      <a:pt x="4271" y="6563"/>
                      <a:pt x="5078" y="6229"/>
                      <a:pt x="5673" y="5634"/>
                    </a:cubicBezTo>
                    <a:cubicBezTo>
                      <a:pt x="6267" y="5039"/>
                      <a:pt x="6602" y="4232"/>
                      <a:pt x="6602" y="3390"/>
                    </a:cubicBezTo>
                    <a:cubicBezTo>
                      <a:pt x="6602" y="2549"/>
                      <a:pt x="6267" y="1742"/>
                      <a:pt x="5673" y="1147"/>
                    </a:cubicBezTo>
                    <a:cubicBezTo>
                      <a:pt x="5078" y="552"/>
                      <a:pt x="4271" y="218"/>
                      <a:pt x="3430" y="218"/>
                    </a:cubicBezTo>
                    <a:cubicBezTo>
                      <a:pt x="2589" y="218"/>
                      <a:pt x="1782" y="552"/>
                      <a:pt x="1187" y="1147"/>
                    </a:cubicBezTo>
                    <a:cubicBezTo>
                      <a:pt x="593" y="1742"/>
                      <a:pt x="258" y="2549"/>
                      <a:pt x="258" y="3390"/>
                    </a:cubicBezTo>
                    <a:cubicBezTo>
                      <a:pt x="258" y="4232"/>
                      <a:pt x="593" y="5039"/>
                      <a:pt x="1187" y="5634"/>
                    </a:cubicBezTo>
                    <a:cubicBezTo>
                      <a:pt x="1782" y="6229"/>
                      <a:pt x="2589" y="6563"/>
                      <a:pt x="3430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58" name="Freeform: Shape 11057">
                <a:extLst>
                  <a:ext uri="{FF2B5EF4-FFF2-40B4-BE49-F238E27FC236}">
                    <a16:creationId xmlns:a16="http://schemas.microsoft.com/office/drawing/2014/main" id="{C04256C5-9D8E-F9BE-AD53-645D940106E7}"/>
                  </a:ext>
                </a:extLst>
              </p:cNvPr>
              <p:cNvSpPr/>
              <p:nvPr/>
            </p:nvSpPr>
            <p:spPr>
              <a:xfrm>
                <a:off x="9685097" y="6255140"/>
                <a:ext cx="6343" cy="6345"/>
              </a:xfrm>
              <a:custGeom>
                <a:avLst/>
                <a:gdLst>
                  <a:gd name="connsiteX0" fmla="*/ 3430 w 6343"/>
                  <a:gd name="connsiteY0" fmla="*/ 6564 h 6345"/>
                  <a:gd name="connsiteX1" fmla="*/ 5672 w 6343"/>
                  <a:gd name="connsiteY1" fmla="*/ 5635 h 6345"/>
                  <a:gd name="connsiteX2" fmla="*/ 6601 w 6343"/>
                  <a:gd name="connsiteY2" fmla="*/ 3391 h 6345"/>
                  <a:gd name="connsiteX3" fmla="*/ 5672 w 6343"/>
                  <a:gd name="connsiteY3" fmla="*/ 1148 h 6345"/>
                  <a:gd name="connsiteX4" fmla="*/ 3430 w 6343"/>
                  <a:gd name="connsiteY4" fmla="*/ 219 h 6345"/>
                  <a:gd name="connsiteX5" fmla="*/ 1187 w 6343"/>
                  <a:gd name="connsiteY5" fmla="*/ 1148 h 6345"/>
                  <a:gd name="connsiteX6" fmla="*/ 258 w 6343"/>
                  <a:gd name="connsiteY6" fmla="*/ 3391 h 6345"/>
                  <a:gd name="connsiteX7" fmla="*/ 1187 w 6343"/>
                  <a:gd name="connsiteY7" fmla="*/ 5635 h 6345"/>
                  <a:gd name="connsiteX8" fmla="*/ 3430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64"/>
                    </a:moveTo>
                    <a:cubicBezTo>
                      <a:pt x="4271" y="6564"/>
                      <a:pt x="5078" y="6230"/>
                      <a:pt x="5672" y="5635"/>
                    </a:cubicBezTo>
                    <a:cubicBezTo>
                      <a:pt x="6267" y="5040"/>
                      <a:pt x="6601" y="4233"/>
                      <a:pt x="6601" y="3391"/>
                    </a:cubicBezTo>
                    <a:cubicBezTo>
                      <a:pt x="6601" y="2550"/>
                      <a:pt x="6267" y="1743"/>
                      <a:pt x="5672" y="1148"/>
                    </a:cubicBezTo>
                    <a:cubicBezTo>
                      <a:pt x="5078" y="553"/>
                      <a:pt x="4271" y="219"/>
                      <a:pt x="3430" y="219"/>
                    </a:cubicBezTo>
                    <a:cubicBezTo>
                      <a:pt x="2589" y="219"/>
                      <a:pt x="1782" y="553"/>
                      <a:pt x="1187" y="1148"/>
                    </a:cubicBezTo>
                    <a:cubicBezTo>
                      <a:pt x="592" y="1743"/>
                      <a:pt x="258" y="2550"/>
                      <a:pt x="258" y="3391"/>
                    </a:cubicBezTo>
                    <a:cubicBezTo>
                      <a:pt x="258" y="4233"/>
                      <a:pt x="592" y="5040"/>
                      <a:pt x="1187" y="5635"/>
                    </a:cubicBezTo>
                    <a:cubicBezTo>
                      <a:pt x="1782" y="6230"/>
                      <a:pt x="2589" y="6564"/>
                      <a:pt x="3430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59" name="Freeform: Shape 11058">
                <a:extLst>
                  <a:ext uri="{FF2B5EF4-FFF2-40B4-BE49-F238E27FC236}">
                    <a16:creationId xmlns:a16="http://schemas.microsoft.com/office/drawing/2014/main" id="{05A0BFCA-828A-6CEF-4E19-03C378898050}"/>
                  </a:ext>
                </a:extLst>
              </p:cNvPr>
              <p:cNvSpPr/>
              <p:nvPr/>
            </p:nvSpPr>
            <p:spPr>
              <a:xfrm>
                <a:off x="9680580" y="6262269"/>
                <a:ext cx="6343" cy="6345"/>
              </a:xfrm>
              <a:custGeom>
                <a:avLst/>
                <a:gdLst>
                  <a:gd name="connsiteX0" fmla="*/ 3429 w 6343"/>
                  <a:gd name="connsiteY0" fmla="*/ 6565 h 6345"/>
                  <a:gd name="connsiteX1" fmla="*/ 5672 w 6343"/>
                  <a:gd name="connsiteY1" fmla="*/ 5635 h 6345"/>
                  <a:gd name="connsiteX2" fmla="*/ 6601 w 6343"/>
                  <a:gd name="connsiteY2" fmla="*/ 3392 h 6345"/>
                  <a:gd name="connsiteX3" fmla="*/ 5672 w 6343"/>
                  <a:gd name="connsiteY3" fmla="*/ 1149 h 6345"/>
                  <a:gd name="connsiteX4" fmla="*/ 3429 w 6343"/>
                  <a:gd name="connsiteY4" fmla="*/ 219 h 6345"/>
                  <a:gd name="connsiteX5" fmla="*/ 1187 w 6343"/>
                  <a:gd name="connsiteY5" fmla="*/ 1149 h 6345"/>
                  <a:gd name="connsiteX6" fmla="*/ 258 w 6343"/>
                  <a:gd name="connsiteY6" fmla="*/ 3392 h 6345"/>
                  <a:gd name="connsiteX7" fmla="*/ 1187 w 6343"/>
                  <a:gd name="connsiteY7" fmla="*/ 5635 h 6345"/>
                  <a:gd name="connsiteX8" fmla="*/ 3429 w 6343"/>
                  <a:gd name="connsiteY8" fmla="*/ 656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65"/>
                    </a:moveTo>
                    <a:cubicBezTo>
                      <a:pt x="4271" y="6565"/>
                      <a:pt x="5077" y="6230"/>
                      <a:pt x="5672" y="5635"/>
                    </a:cubicBezTo>
                    <a:cubicBezTo>
                      <a:pt x="6267" y="5040"/>
                      <a:pt x="6601" y="4233"/>
                      <a:pt x="6601" y="3392"/>
                    </a:cubicBezTo>
                    <a:cubicBezTo>
                      <a:pt x="6601" y="2551"/>
                      <a:pt x="6267" y="1744"/>
                      <a:pt x="5672" y="1149"/>
                    </a:cubicBezTo>
                    <a:cubicBezTo>
                      <a:pt x="5077" y="554"/>
                      <a:pt x="4271" y="219"/>
                      <a:pt x="3429" y="219"/>
                    </a:cubicBezTo>
                    <a:cubicBezTo>
                      <a:pt x="2588" y="219"/>
                      <a:pt x="1782" y="554"/>
                      <a:pt x="1187" y="1149"/>
                    </a:cubicBezTo>
                    <a:cubicBezTo>
                      <a:pt x="592" y="1744"/>
                      <a:pt x="258" y="2551"/>
                      <a:pt x="258" y="3392"/>
                    </a:cubicBezTo>
                    <a:cubicBezTo>
                      <a:pt x="258" y="4233"/>
                      <a:pt x="592" y="5040"/>
                      <a:pt x="1187" y="5635"/>
                    </a:cubicBezTo>
                    <a:cubicBezTo>
                      <a:pt x="1782" y="6230"/>
                      <a:pt x="2588" y="6565"/>
                      <a:pt x="3429" y="65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60" name="Freeform: Shape 11059">
                <a:extLst>
                  <a:ext uri="{FF2B5EF4-FFF2-40B4-BE49-F238E27FC236}">
                    <a16:creationId xmlns:a16="http://schemas.microsoft.com/office/drawing/2014/main" id="{32EFA295-C605-AF56-906F-F8C11F2205FE}"/>
                  </a:ext>
                </a:extLst>
              </p:cNvPr>
              <p:cNvSpPr/>
              <p:nvPr/>
            </p:nvSpPr>
            <p:spPr>
              <a:xfrm>
                <a:off x="9713567" y="6427702"/>
                <a:ext cx="6343" cy="6345"/>
              </a:xfrm>
              <a:custGeom>
                <a:avLst/>
                <a:gdLst>
                  <a:gd name="connsiteX0" fmla="*/ 3432 w 6343"/>
                  <a:gd name="connsiteY0" fmla="*/ 6578 h 6345"/>
                  <a:gd name="connsiteX1" fmla="*/ 5675 w 6343"/>
                  <a:gd name="connsiteY1" fmla="*/ 5648 h 6345"/>
                  <a:gd name="connsiteX2" fmla="*/ 6604 w 6343"/>
                  <a:gd name="connsiteY2" fmla="*/ 3405 h 6345"/>
                  <a:gd name="connsiteX3" fmla="*/ 5675 w 6343"/>
                  <a:gd name="connsiteY3" fmla="*/ 1162 h 6345"/>
                  <a:gd name="connsiteX4" fmla="*/ 3432 w 6343"/>
                  <a:gd name="connsiteY4" fmla="*/ 232 h 6345"/>
                  <a:gd name="connsiteX5" fmla="*/ 1189 w 6343"/>
                  <a:gd name="connsiteY5" fmla="*/ 1162 h 6345"/>
                  <a:gd name="connsiteX6" fmla="*/ 260 w 6343"/>
                  <a:gd name="connsiteY6" fmla="*/ 3405 h 6345"/>
                  <a:gd name="connsiteX7" fmla="*/ 1189 w 6343"/>
                  <a:gd name="connsiteY7" fmla="*/ 5648 h 6345"/>
                  <a:gd name="connsiteX8" fmla="*/ 3432 w 6343"/>
                  <a:gd name="connsiteY8" fmla="*/ 65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78"/>
                    </a:moveTo>
                    <a:cubicBezTo>
                      <a:pt x="4273" y="6578"/>
                      <a:pt x="5080" y="6243"/>
                      <a:pt x="5675" y="5648"/>
                    </a:cubicBezTo>
                    <a:cubicBezTo>
                      <a:pt x="6269" y="5053"/>
                      <a:pt x="6604" y="4246"/>
                      <a:pt x="6604" y="3405"/>
                    </a:cubicBezTo>
                    <a:cubicBezTo>
                      <a:pt x="6604" y="2564"/>
                      <a:pt x="6269" y="1757"/>
                      <a:pt x="5675" y="1162"/>
                    </a:cubicBezTo>
                    <a:cubicBezTo>
                      <a:pt x="5080" y="567"/>
                      <a:pt x="4273" y="232"/>
                      <a:pt x="3432" y="232"/>
                    </a:cubicBezTo>
                    <a:cubicBezTo>
                      <a:pt x="2591" y="232"/>
                      <a:pt x="1784" y="567"/>
                      <a:pt x="1189" y="1162"/>
                    </a:cubicBezTo>
                    <a:cubicBezTo>
                      <a:pt x="595" y="1757"/>
                      <a:pt x="260" y="2564"/>
                      <a:pt x="260" y="3405"/>
                    </a:cubicBezTo>
                    <a:cubicBezTo>
                      <a:pt x="260" y="4246"/>
                      <a:pt x="595" y="5053"/>
                      <a:pt x="1189" y="5648"/>
                    </a:cubicBezTo>
                    <a:cubicBezTo>
                      <a:pt x="1784" y="6243"/>
                      <a:pt x="2591" y="6578"/>
                      <a:pt x="3432" y="65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61" name="Freeform: Shape 11060">
                <a:extLst>
                  <a:ext uri="{FF2B5EF4-FFF2-40B4-BE49-F238E27FC236}">
                    <a16:creationId xmlns:a16="http://schemas.microsoft.com/office/drawing/2014/main" id="{782F60C7-A437-E491-CBE7-B9F6BFE2529D}"/>
                  </a:ext>
                </a:extLst>
              </p:cNvPr>
              <p:cNvSpPr/>
              <p:nvPr/>
            </p:nvSpPr>
            <p:spPr>
              <a:xfrm>
                <a:off x="9718976" y="6517074"/>
                <a:ext cx="6343" cy="6345"/>
              </a:xfrm>
              <a:custGeom>
                <a:avLst/>
                <a:gdLst>
                  <a:gd name="connsiteX0" fmla="*/ 3432 w 6343"/>
                  <a:gd name="connsiteY0" fmla="*/ 6585 h 6345"/>
                  <a:gd name="connsiteX1" fmla="*/ 5675 w 6343"/>
                  <a:gd name="connsiteY1" fmla="*/ 5656 h 6345"/>
                  <a:gd name="connsiteX2" fmla="*/ 6604 w 6343"/>
                  <a:gd name="connsiteY2" fmla="*/ 3412 h 6345"/>
                  <a:gd name="connsiteX3" fmla="*/ 5675 w 6343"/>
                  <a:gd name="connsiteY3" fmla="*/ 1169 h 6345"/>
                  <a:gd name="connsiteX4" fmla="*/ 3432 w 6343"/>
                  <a:gd name="connsiteY4" fmla="*/ 239 h 6345"/>
                  <a:gd name="connsiteX5" fmla="*/ 1190 w 6343"/>
                  <a:gd name="connsiteY5" fmla="*/ 1169 h 6345"/>
                  <a:gd name="connsiteX6" fmla="*/ 261 w 6343"/>
                  <a:gd name="connsiteY6" fmla="*/ 3412 h 6345"/>
                  <a:gd name="connsiteX7" fmla="*/ 1190 w 6343"/>
                  <a:gd name="connsiteY7" fmla="*/ 5656 h 6345"/>
                  <a:gd name="connsiteX8" fmla="*/ 3432 w 6343"/>
                  <a:gd name="connsiteY8" fmla="*/ 65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2" y="6585"/>
                    </a:moveTo>
                    <a:cubicBezTo>
                      <a:pt x="4274" y="6585"/>
                      <a:pt x="5080" y="6250"/>
                      <a:pt x="5675" y="5656"/>
                    </a:cubicBezTo>
                    <a:cubicBezTo>
                      <a:pt x="6270" y="5061"/>
                      <a:pt x="6604" y="4253"/>
                      <a:pt x="6604" y="3412"/>
                    </a:cubicBezTo>
                    <a:cubicBezTo>
                      <a:pt x="6604" y="2571"/>
                      <a:pt x="6270" y="1764"/>
                      <a:pt x="5675" y="1169"/>
                    </a:cubicBezTo>
                    <a:cubicBezTo>
                      <a:pt x="5080" y="574"/>
                      <a:pt x="4274" y="239"/>
                      <a:pt x="3432" y="239"/>
                    </a:cubicBezTo>
                    <a:cubicBezTo>
                      <a:pt x="2591" y="239"/>
                      <a:pt x="1785" y="574"/>
                      <a:pt x="1190" y="1169"/>
                    </a:cubicBezTo>
                    <a:cubicBezTo>
                      <a:pt x="595" y="1764"/>
                      <a:pt x="261" y="2571"/>
                      <a:pt x="261" y="3412"/>
                    </a:cubicBezTo>
                    <a:cubicBezTo>
                      <a:pt x="261" y="4253"/>
                      <a:pt x="595" y="5061"/>
                      <a:pt x="1190" y="5656"/>
                    </a:cubicBezTo>
                    <a:cubicBezTo>
                      <a:pt x="1785" y="6250"/>
                      <a:pt x="2591" y="6585"/>
                      <a:pt x="3432" y="65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62" name="Freeform: Shape 11061">
                <a:extLst>
                  <a:ext uri="{FF2B5EF4-FFF2-40B4-BE49-F238E27FC236}">
                    <a16:creationId xmlns:a16="http://schemas.microsoft.com/office/drawing/2014/main" id="{89B8A8CE-C45D-3318-E18E-15B57D20AAF6}"/>
                  </a:ext>
                </a:extLst>
              </p:cNvPr>
              <p:cNvSpPr/>
              <p:nvPr/>
            </p:nvSpPr>
            <p:spPr>
              <a:xfrm>
                <a:off x="9532969" y="5753946"/>
                <a:ext cx="6343" cy="6345"/>
              </a:xfrm>
              <a:custGeom>
                <a:avLst/>
                <a:gdLst>
                  <a:gd name="connsiteX0" fmla="*/ 3418 w 6343"/>
                  <a:gd name="connsiteY0" fmla="*/ 6525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8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2 h 6345"/>
                  <a:gd name="connsiteX7" fmla="*/ 1175 w 6343"/>
                  <a:gd name="connsiteY7" fmla="*/ 5595 h 6345"/>
                  <a:gd name="connsiteX8" fmla="*/ 341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25"/>
                    </a:moveTo>
                    <a:cubicBezTo>
                      <a:pt x="4259" y="6525"/>
                      <a:pt x="5066" y="6190"/>
                      <a:pt x="5660" y="5595"/>
                    </a:cubicBezTo>
                    <a:cubicBezTo>
                      <a:pt x="6255" y="5000"/>
                      <a:pt x="6589" y="4193"/>
                      <a:pt x="6589" y="3352"/>
                    </a:cubicBezTo>
                    <a:cubicBezTo>
                      <a:pt x="6589" y="2511"/>
                      <a:pt x="6255" y="1703"/>
                      <a:pt x="5660" y="1108"/>
                    </a:cubicBezTo>
                    <a:cubicBezTo>
                      <a:pt x="5066" y="514"/>
                      <a:pt x="4259" y="179"/>
                      <a:pt x="3418" y="179"/>
                    </a:cubicBezTo>
                    <a:cubicBezTo>
                      <a:pt x="2577" y="179"/>
                      <a:pt x="1770" y="514"/>
                      <a:pt x="1175" y="1108"/>
                    </a:cubicBezTo>
                    <a:cubicBezTo>
                      <a:pt x="580" y="1703"/>
                      <a:pt x="246" y="2511"/>
                      <a:pt x="246" y="3352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70" y="6190"/>
                      <a:pt x="2577" y="6525"/>
                      <a:pt x="341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63" name="Freeform: Shape 11062">
                <a:extLst>
                  <a:ext uri="{FF2B5EF4-FFF2-40B4-BE49-F238E27FC236}">
                    <a16:creationId xmlns:a16="http://schemas.microsoft.com/office/drawing/2014/main" id="{A65A50BB-24A2-4384-E8B7-6CFE115EE601}"/>
                  </a:ext>
                </a:extLst>
              </p:cNvPr>
              <p:cNvSpPr/>
              <p:nvPr/>
            </p:nvSpPr>
            <p:spPr>
              <a:xfrm>
                <a:off x="9529768" y="5752446"/>
                <a:ext cx="6343" cy="6345"/>
              </a:xfrm>
              <a:custGeom>
                <a:avLst/>
                <a:gdLst>
                  <a:gd name="connsiteX0" fmla="*/ 3418 w 6343"/>
                  <a:gd name="connsiteY0" fmla="*/ 6525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8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2 h 6345"/>
                  <a:gd name="connsiteX7" fmla="*/ 1175 w 6343"/>
                  <a:gd name="connsiteY7" fmla="*/ 5595 h 6345"/>
                  <a:gd name="connsiteX8" fmla="*/ 341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25"/>
                    </a:moveTo>
                    <a:cubicBezTo>
                      <a:pt x="4259" y="6525"/>
                      <a:pt x="5065" y="6190"/>
                      <a:pt x="5660" y="5595"/>
                    </a:cubicBezTo>
                    <a:cubicBezTo>
                      <a:pt x="6255" y="5000"/>
                      <a:pt x="6589" y="4193"/>
                      <a:pt x="6589" y="3352"/>
                    </a:cubicBezTo>
                    <a:cubicBezTo>
                      <a:pt x="6589" y="2510"/>
                      <a:pt x="6255" y="1703"/>
                      <a:pt x="5660" y="1108"/>
                    </a:cubicBezTo>
                    <a:cubicBezTo>
                      <a:pt x="5065" y="513"/>
                      <a:pt x="4259" y="179"/>
                      <a:pt x="3418" y="179"/>
                    </a:cubicBezTo>
                    <a:cubicBezTo>
                      <a:pt x="2576" y="179"/>
                      <a:pt x="1770" y="513"/>
                      <a:pt x="1175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70" y="6190"/>
                      <a:pt x="2576" y="6525"/>
                      <a:pt x="341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64" name="Freeform: Shape 11063">
                <a:extLst>
                  <a:ext uri="{FF2B5EF4-FFF2-40B4-BE49-F238E27FC236}">
                    <a16:creationId xmlns:a16="http://schemas.microsoft.com/office/drawing/2014/main" id="{2DE19EE9-EE38-7DDB-D1E2-759F4F5A966D}"/>
                  </a:ext>
                </a:extLst>
              </p:cNvPr>
              <p:cNvSpPr/>
              <p:nvPr/>
            </p:nvSpPr>
            <p:spPr>
              <a:xfrm>
                <a:off x="9526965" y="5753023"/>
                <a:ext cx="6343" cy="6345"/>
              </a:xfrm>
              <a:custGeom>
                <a:avLst/>
                <a:gdLst>
                  <a:gd name="connsiteX0" fmla="*/ 3417 w 6343"/>
                  <a:gd name="connsiteY0" fmla="*/ 6525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7 w 6343"/>
                  <a:gd name="connsiteY4" fmla="*/ 179 h 6345"/>
                  <a:gd name="connsiteX5" fmla="*/ 1175 w 6343"/>
                  <a:gd name="connsiteY5" fmla="*/ 1108 h 6345"/>
                  <a:gd name="connsiteX6" fmla="*/ 246 w 6343"/>
                  <a:gd name="connsiteY6" fmla="*/ 3352 h 6345"/>
                  <a:gd name="connsiteX7" fmla="*/ 1175 w 6343"/>
                  <a:gd name="connsiteY7" fmla="*/ 5595 h 6345"/>
                  <a:gd name="connsiteX8" fmla="*/ 3417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25"/>
                    </a:moveTo>
                    <a:cubicBezTo>
                      <a:pt x="4258" y="6525"/>
                      <a:pt x="5065" y="6190"/>
                      <a:pt x="5660" y="5595"/>
                    </a:cubicBezTo>
                    <a:cubicBezTo>
                      <a:pt x="6255" y="5000"/>
                      <a:pt x="6589" y="4193"/>
                      <a:pt x="6589" y="3352"/>
                    </a:cubicBezTo>
                    <a:cubicBezTo>
                      <a:pt x="6589" y="2510"/>
                      <a:pt x="6255" y="1703"/>
                      <a:pt x="5660" y="1108"/>
                    </a:cubicBezTo>
                    <a:cubicBezTo>
                      <a:pt x="5065" y="513"/>
                      <a:pt x="4258" y="179"/>
                      <a:pt x="3417" y="179"/>
                    </a:cubicBezTo>
                    <a:cubicBezTo>
                      <a:pt x="2576" y="179"/>
                      <a:pt x="1769" y="513"/>
                      <a:pt x="1175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5" y="5595"/>
                    </a:cubicBezTo>
                    <a:cubicBezTo>
                      <a:pt x="1769" y="6190"/>
                      <a:pt x="2576" y="6525"/>
                      <a:pt x="3417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65" name="Freeform: Shape 11064">
                <a:extLst>
                  <a:ext uri="{FF2B5EF4-FFF2-40B4-BE49-F238E27FC236}">
                    <a16:creationId xmlns:a16="http://schemas.microsoft.com/office/drawing/2014/main" id="{0F372764-8D5E-E52C-8BB1-39D53A6F8FC0}"/>
                  </a:ext>
                </a:extLst>
              </p:cNvPr>
              <p:cNvSpPr/>
              <p:nvPr/>
            </p:nvSpPr>
            <p:spPr>
              <a:xfrm>
                <a:off x="9524052" y="5752965"/>
                <a:ext cx="6343" cy="6345"/>
              </a:xfrm>
              <a:custGeom>
                <a:avLst/>
                <a:gdLst>
                  <a:gd name="connsiteX0" fmla="*/ 3417 w 6343"/>
                  <a:gd name="connsiteY0" fmla="*/ 6525 h 6345"/>
                  <a:gd name="connsiteX1" fmla="*/ 5660 w 6343"/>
                  <a:gd name="connsiteY1" fmla="*/ 5595 h 6345"/>
                  <a:gd name="connsiteX2" fmla="*/ 6589 w 6343"/>
                  <a:gd name="connsiteY2" fmla="*/ 3352 h 6345"/>
                  <a:gd name="connsiteX3" fmla="*/ 5660 w 6343"/>
                  <a:gd name="connsiteY3" fmla="*/ 1108 h 6345"/>
                  <a:gd name="connsiteX4" fmla="*/ 3417 w 6343"/>
                  <a:gd name="connsiteY4" fmla="*/ 179 h 6345"/>
                  <a:gd name="connsiteX5" fmla="*/ 1174 w 6343"/>
                  <a:gd name="connsiteY5" fmla="*/ 1108 h 6345"/>
                  <a:gd name="connsiteX6" fmla="*/ 246 w 6343"/>
                  <a:gd name="connsiteY6" fmla="*/ 3352 h 6345"/>
                  <a:gd name="connsiteX7" fmla="*/ 1174 w 6343"/>
                  <a:gd name="connsiteY7" fmla="*/ 5595 h 6345"/>
                  <a:gd name="connsiteX8" fmla="*/ 3417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25"/>
                    </a:moveTo>
                    <a:cubicBezTo>
                      <a:pt x="4258" y="6525"/>
                      <a:pt x="5065" y="6190"/>
                      <a:pt x="5660" y="5595"/>
                    </a:cubicBezTo>
                    <a:cubicBezTo>
                      <a:pt x="6254" y="5000"/>
                      <a:pt x="6589" y="4193"/>
                      <a:pt x="6589" y="3352"/>
                    </a:cubicBezTo>
                    <a:cubicBezTo>
                      <a:pt x="6589" y="2510"/>
                      <a:pt x="6254" y="1703"/>
                      <a:pt x="5660" y="1108"/>
                    </a:cubicBezTo>
                    <a:cubicBezTo>
                      <a:pt x="5065" y="513"/>
                      <a:pt x="4258" y="179"/>
                      <a:pt x="3417" y="179"/>
                    </a:cubicBezTo>
                    <a:cubicBezTo>
                      <a:pt x="2576" y="179"/>
                      <a:pt x="1769" y="513"/>
                      <a:pt x="1174" y="1108"/>
                    </a:cubicBezTo>
                    <a:cubicBezTo>
                      <a:pt x="580" y="1703"/>
                      <a:pt x="246" y="2510"/>
                      <a:pt x="246" y="3352"/>
                    </a:cubicBezTo>
                    <a:cubicBezTo>
                      <a:pt x="246" y="4193"/>
                      <a:pt x="580" y="5000"/>
                      <a:pt x="1174" y="5595"/>
                    </a:cubicBezTo>
                    <a:cubicBezTo>
                      <a:pt x="1769" y="6190"/>
                      <a:pt x="2576" y="6525"/>
                      <a:pt x="3417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66" name="Freeform: Shape 11065">
                <a:extLst>
                  <a:ext uri="{FF2B5EF4-FFF2-40B4-BE49-F238E27FC236}">
                    <a16:creationId xmlns:a16="http://schemas.microsoft.com/office/drawing/2014/main" id="{3C889C44-D6B8-15E2-D181-56FDC0F44359}"/>
                  </a:ext>
                </a:extLst>
              </p:cNvPr>
              <p:cNvSpPr/>
              <p:nvPr/>
            </p:nvSpPr>
            <p:spPr>
              <a:xfrm>
                <a:off x="9584637" y="6201138"/>
                <a:ext cx="6343" cy="6345"/>
              </a:xfrm>
              <a:custGeom>
                <a:avLst/>
                <a:gdLst>
                  <a:gd name="connsiteX0" fmla="*/ 3422 w 6343"/>
                  <a:gd name="connsiteY0" fmla="*/ 6560 h 6345"/>
                  <a:gd name="connsiteX1" fmla="*/ 5665 w 6343"/>
                  <a:gd name="connsiteY1" fmla="*/ 5631 h 6345"/>
                  <a:gd name="connsiteX2" fmla="*/ 6593 w 6343"/>
                  <a:gd name="connsiteY2" fmla="*/ 3387 h 6345"/>
                  <a:gd name="connsiteX3" fmla="*/ 5665 w 6343"/>
                  <a:gd name="connsiteY3" fmla="*/ 1144 h 6345"/>
                  <a:gd name="connsiteX4" fmla="*/ 3422 w 6343"/>
                  <a:gd name="connsiteY4" fmla="*/ 214 h 6345"/>
                  <a:gd name="connsiteX5" fmla="*/ 1179 w 6343"/>
                  <a:gd name="connsiteY5" fmla="*/ 1144 h 6345"/>
                  <a:gd name="connsiteX6" fmla="*/ 250 w 6343"/>
                  <a:gd name="connsiteY6" fmla="*/ 3387 h 6345"/>
                  <a:gd name="connsiteX7" fmla="*/ 1179 w 6343"/>
                  <a:gd name="connsiteY7" fmla="*/ 5631 h 6345"/>
                  <a:gd name="connsiteX8" fmla="*/ 3422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60"/>
                    </a:moveTo>
                    <a:cubicBezTo>
                      <a:pt x="4263" y="6560"/>
                      <a:pt x="5070" y="6226"/>
                      <a:pt x="5665" y="5631"/>
                    </a:cubicBezTo>
                    <a:cubicBezTo>
                      <a:pt x="6259" y="5036"/>
                      <a:pt x="6593" y="4229"/>
                      <a:pt x="6593" y="3387"/>
                    </a:cubicBezTo>
                    <a:cubicBezTo>
                      <a:pt x="6593" y="2546"/>
                      <a:pt x="6259" y="1739"/>
                      <a:pt x="5665" y="1144"/>
                    </a:cubicBezTo>
                    <a:cubicBezTo>
                      <a:pt x="5070" y="549"/>
                      <a:pt x="4263" y="214"/>
                      <a:pt x="3422" y="214"/>
                    </a:cubicBezTo>
                    <a:cubicBezTo>
                      <a:pt x="2581" y="214"/>
                      <a:pt x="1774" y="549"/>
                      <a:pt x="1179" y="1144"/>
                    </a:cubicBezTo>
                    <a:cubicBezTo>
                      <a:pt x="585" y="1739"/>
                      <a:pt x="250" y="2546"/>
                      <a:pt x="250" y="3387"/>
                    </a:cubicBezTo>
                    <a:cubicBezTo>
                      <a:pt x="250" y="4229"/>
                      <a:pt x="585" y="5036"/>
                      <a:pt x="1179" y="5631"/>
                    </a:cubicBezTo>
                    <a:cubicBezTo>
                      <a:pt x="1774" y="6226"/>
                      <a:pt x="2581" y="6560"/>
                      <a:pt x="3422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67" name="Freeform: Shape 11066">
                <a:extLst>
                  <a:ext uri="{FF2B5EF4-FFF2-40B4-BE49-F238E27FC236}">
                    <a16:creationId xmlns:a16="http://schemas.microsoft.com/office/drawing/2014/main" id="{AA21A287-802E-674F-1564-916B94D51FD4}"/>
                  </a:ext>
                </a:extLst>
              </p:cNvPr>
              <p:cNvSpPr/>
              <p:nvPr/>
            </p:nvSpPr>
            <p:spPr>
              <a:xfrm>
                <a:off x="9579015" y="6201610"/>
                <a:ext cx="6343" cy="6345"/>
              </a:xfrm>
              <a:custGeom>
                <a:avLst/>
                <a:gdLst>
                  <a:gd name="connsiteX0" fmla="*/ 3421 w 6343"/>
                  <a:gd name="connsiteY0" fmla="*/ 6560 h 6345"/>
                  <a:gd name="connsiteX1" fmla="*/ 5664 w 6343"/>
                  <a:gd name="connsiteY1" fmla="*/ 5631 h 6345"/>
                  <a:gd name="connsiteX2" fmla="*/ 6593 w 6343"/>
                  <a:gd name="connsiteY2" fmla="*/ 3387 h 6345"/>
                  <a:gd name="connsiteX3" fmla="*/ 5664 w 6343"/>
                  <a:gd name="connsiteY3" fmla="*/ 1144 h 6345"/>
                  <a:gd name="connsiteX4" fmla="*/ 3421 w 6343"/>
                  <a:gd name="connsiteY4" fmla="*/ 214 h 6345"/>
                  <a:gd name="connsiteX5" fmla="*/ 1179 w 6343"/>
                  <a:gd name="connsiteY5" fmla="*/ 1144 h 6345"/>
                  <a:gd name="connsiteX6" fmla="*/ 250 w 6343"/>
                  <a:gd name="connsiteY6" fmla="*/ 3387 h 6345"/>
                  <a:gd name="connsiteX7" fmla="*/ 1179 w 6343"/>
                  <a:gd name="connsiteY7" fmla="*/ 5631 h 6345"/>
                  <a:gd name="connsiteX8" fmla="*/ 342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0"/>
                    </a:moveTo>
                    <a:cubicBezTo>
                      <a:pt x="4263" y="6560"/>
                      <a:pt x="5069" y="6226"/>
                      <a:pt x="5664" y="5631"/>
                    </a:cubicBezTo>
                    <a:cubicBezTo>
                      <a:pt x="6259" y="5036"/>
                      <a:pt x="6593" y="4229"/>
                      <a:pt x="6593" y="3387"/>
                    </a:cubicBezTo>
                    <a:cubicBezTo>
                      <a:pt x="6593" y="2546"/>
                      <a:pt x="6259" y="1739"/>
                      <a:pt x="5664" y="1144"/>
                    </a:cubicBezTo>
                    <a:cubicBezTo>
                      <a:pt x="5069" y="549"/>
                      <a:pt x="4263" y="214"/>
                      <a:pt x="3421" y="214"/>
                    </a:cubicBezTo>
                    <a:cubicBezTo>
                      <a:pt x="2580" y="214"/>
                      <a:pt x="1774" y="549"/>
                      <a:pt x="1179" y="1144"/>
                    </a:cubicBezTo>
                    <a:cubicBezTo>
                      <a:pt x="584" y="1739"/>
                      <a:pt x="250" y="2546"/>
                      <a:pt x="250" y="3387"/>
                    </a:cubicBezTo>
                    <a:cubicBezTo>
                      <a:pt x="250" y="4229"/>
                      <a:pt x="584" y="5036"/>
                      <a:pt x="1179" y="5631"/>
                    </a:cubicBezTo>
                    <a:cubicBezTo>
                      <a:pt x="1774" y="6226"/>
                      <a:pt x="2580" y="6560"/>
                      <a:pt x="342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68" name="Freeform: Shape 11067">
                <a:extLst>
                  <a:ext uri="{FF2B5EF4-FFF2-40B4-BE49-F238E27FC236}">
                    <a16:creationId xmlns:a16="http://schemas.microsoft.com/office/drawing/2014/main" id="{9B859738-EE72-6F4F-A62C-059C0A2F7538}"/>
                  </a:ext>
                </a:extLst>
              </p:cNvPr>
              <p:cNvSpPr/>
              <p:nvPr/>
            </p:nvSpPr>
            <p:spPr>
              <a:xfrm>
                <a:off x="9573383" y="6201984"/>
                <a:ext cx="6343" cy="6345"/>
              </a:xfrm>
              <a:custGeom>
                <a:avLst/>
                <a:gdLst>
                  <a:gd name="connsiteX0" fmla="*/ 3421 w 6343"/>
                  <a:gd name="connsiteY0" fmla="*/ 6560 h 6345"/>
                  <a:gd name="connsiteX1" fmla="*/ 5664 w 6343"/>
                  <a:gd name="connsiteY1" fmla="*/ 5631 h 6345"/>
                  <a:gd name="connsiteX2" fmla="*/ 6593 w 6343"/>
                  <a:gd name="connsiteY2" fmla="*/ 3387 h 6345"/>
                  <a:gd name="connsiteX3" fmla="*/ 5664 w 6343"/>
                  <a:gd name="connsiteY3" fmla="*/ 1144 h 6345"/>
                  <a:gd name="connsiteX4" fmla="*/ 3421 w 6343"/>
                  <a:gd name="connsiteY4" fmla="*/ 215 h 6345"/>
                  <a:gd name="connsiteX5" fmla="*/ 1178 w 6343"/>
                  <a:gd name="connsiteY5" fmla="*/ 1144 h 6345"/>
                  <a:gd name="connsiteX6" fmla="*/ 249 w 6343"/>
                  <a:gd name="connsiteY6" fmla="*/ 3387 h 6345"/>
                  <a:gd name="connsiteX7" fmla="*/ 1178 w 6343"/>
                  <a:gd name="connsiteY7" fmla="*/ 5631 h 6345"/>
                  <a:gd name="connsiteX8" fmla="*/ 342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0"/>
                    </a:moveTo>
                    <a:cubicBezTo>
                      <a:pt x="4262" y="6560"/>
                      <a:pt x="5069" y="6226"/>
                      <a:pt x="5664" y="5631"/>
                    </a:cubicBezTo>
                    <a:cubicBezTo>
                      <a:pt x="6258" y="5036"/>
                      <a:pt x="6593" y="4229"/>
                      <a:pt x="6593" y="3387"/>
                    </a:cubicBezTo>
                    <a:cubicBezTo>
                      <a:pt x="6593" y="2546"/>
                      <a:pt x="6258" y="1739"/>
                      <a:pt x="5664" y="1144"/>
                    </a:cubicBezTo>
                    <a:cubicBezTo>
                      <a:pt x="5069" y="549"/>
                      <a:pt x="4262" y="215"/>
                      <a:pt x="3421" y="215"/>
                    </a:cubicBezTo>
                    <a:cubicBezTo>
                      <a:pt x="2580" y="215"/>
                      <a:pt x="1773" y="549"/>
                      <a:pt x="1178" y="1144"/>
                    </a:cubicBezTo>
                    <a:cubicBezTo>
                      <a:pt x="584" y="1739"/>
                      <a:pt x="249" y="2546"/>
                      <a:pt x="249" y="3387"/>
                    </a:cubicBezTo>
                    <a:cubicBezTo>
                      <a:pt x="249" y="4229"/>
                      <a:pt x="584" y="5036"/>
                      <a:pt x="1178" y="5631"/>
                    </a:cubicBezTo>
                    <a:cubicBezTo>
                      <a:pt x="1773" y="6226"/>
                      <a:pt x="2580" y="6560"/>
                      <a:pt x="342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69" name="Freeform: Shape 11068">
                <a:extLst>
                  <a:ext uri="{FF2B5EF4-FFF2-40B4-BE49-F238E27FC236}">
                    <a16:creationId xmlns:a16="http://schemas.microsoft.com/office/drawing/2014/main" id="{BC54DFA3-281C-95EB-CEA5-0FC08B6D6AD6}"/>
                  </a:ext>
                </a:extLst>
              </p:cNvPr>
              <p:cNvSpPr/>
              <p:nvPr/>
            </p:nvSpPr>
            <p:spPr>
              <a:xfrm>
                <a:off x="9567879" y="6203256"/>
                <a:ext cx="6343" cy="6345"/>
              </a:xfrm>
              <a:custGeom>
                <a:avLst/>
                <a:gdLst>
                  <a:gd name="connsiteX0" fmla="*/ 3421 w 6343"/>
                  <a:gd name="connsiteY0" fmla="*/ 6560 h 6345"/>
                  <a:gd name="connsiteX1" fmla="*/ 5663 w 6343"/>
                  <a:gd name="connsiteY1" fmla="*/ 5631 h 6345"/>
                  <a:gd name="connsiteX2" fmla="*/ 6592 w 6343"/>
                  <a:gd name="connsiteY2" fmla="*/ 3387 h 6345"/>
                  <a:gd name="connsiteX3" fmla="*/ 5663 w 6343"/>
                  <a:gd name="connsiteY3" fmla="*/ 1144 h 6345"/>
                  <a:gd name="connsiteX4" fmla="*/ 3421 w 6343"/>
                  <a:gd name="connsiteY4" fmla="*/ 215 h 6345"/>
                  <a:gd name="connsiteX5" fmla="*/ 1178 w 6343"/>
                  <a:gd name="connsiteY5" fmla="*/ 1144 h 6345"/>
                  <a:gd name="connsiteX6" fmla="*/ 249 w 6343"/>
                  <a:gd name="connsiteY6" fmla="*/ 3387 h 6345"/>
                  <a:gd name="connsiteX7" fmla="*/ 1178 w 6343"/>
                  <a:gd name="connsiteY7" fmla="*/ 5631 h 6345"/>
                  <a:gd name="connsiteX8" fmla="*/ 342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60"/>
                    </a:moveTo>
                    <a:cubicBezTo>
                      <a:pt x="4262" y="6560"/>
                      <a:pt x="5068" y="6226"/>
                      <a:pt x="5663" y="5631"/>
                    </a:cubicBezTo>
                    <a:cubicBezTo>
                      <a:pt x="6258" y="5036"/>
                      <a:pt x="6592" y="4229"/>
                      <a:pt x="6592" y="3387"/>
                    </a:cubicBezTo>
                    <a:cubicBezTo>
                      <a:pt x="6592" y="2546"/>
                      <a:pt x="6258" y="1739"/>
                      <a:pt x="5663" y="1144"/>
                    </a:cubicBezTo>
                    <a:cubicBezTo>
                      <a:pt x="5068" y="549"/>
                      <a:pt x="4262" y="215"/>
                      <a:pt x="3421" y="215"/>
                    </a:cubicBezTo>
                    <a:cubicBezTo>
                      <a:pt x="2579" y="215"/>
                      <a:pt x="1773" y="549"/>
                      <a:pt x="1178" y="1144"/>
                    </a:cubicBezTo>
                    <a:cubicBezTo>
                      <a:pt x="583" y="1739"/>
                      <a:pt x="249" y="2546"/>
                      <a:pt x="249" y="3387"/>
                    </a:cubicBezTo>
                    <a:cubicBezTo>
                      <a:pt x="249" y="4229"/>
                      <a:pt x="583" y="5036"/>
                      <a:pt x="1178" y="5631"/>
                    </a:cubicBezTo>
                    <a:cubicBezTo>
                      <a:pt x="1773" y="6226"/>
                      <a:pt x="2579" y="6560"/>
                      <a:pt x="342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70" name="Freeform: Shape 11069">
                <a:extLst>
                  <a:ext uri="{FF2B5EF4-FFF2-40B4-BE49-F238E27FC236}">
                    <a16:creationId xmlns:a16="http://schemas.microsoft.com/office/drawing/2014/main" id="{12B79339-A372-DF00-12C2-3985D2CF797F}"/>
                  </a:ext>
                </a:extLst>
              </p:cNvPr>
              <p:cNvSpPr/>
              <p:nvPr/>
            </p:nvSpPr>
            <p:spPr>
              <a:xfrm>
                <a:off x="9562211" y="6203313"/>
                <a:ext cx="6343" cy="6345"/>
              </a:xfrm>
              <a:custGeom>
                <a:avLst/>
                <a:gdLst>
                  <a:gd name="connsiteX0" fmla="*/ 3420 w 6343"/>
                  <a:gd name="connsiteY0" fmla="*/ 6560 h 6345"/>
                  <a:gd name="connsiteX1" fmla="*/ 5663 w 6343"/>
                  <a:gd name="connsiteY1" fmla="*/ 5631 h 6345"/>
                  <a:gd name="connsiteX2" fmla="*/ 6592 w 6343"/>
                  <a:gd name="connsiteY2" fmla="*/ 3387 h 6345"/>
                  <a:gd name="connsiteX3" fmla="*/ 5663 w 6343"/>
                  <a:gd name="connsiteY3" fmla="*/ 1144 h 6345"/>
                  <a:gd name="connsiteX4" fmla="*/ 3420 w 6343"/>
                  <a:gd name="connsiteY4" fmla="*/ 215 h 6345"/>
                  <a:gd name="connsiteX5" fmla="*/ 1177 w 6343"/>
                  <a:gd name="connsiteY5" fmla="*/ 1144 h 6345"/>
                  <a:gd name="connsiteX6" fmla="*/ 249 w 6343"/>
                  <a:gd name="connsiteY6" fmla="*/ 3387 h 6345"/>
                  <a:gd name="connsiteX7" fmla="*/ 1177 w 6343"/>
                  <a:gd name="connsiteY7" fmla="*/ 5631 h 6345"/>
                  <a:gd name="connsiteX8" fmla="*/ 3420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0"/>
                    </a:moveTo>
                    <a:cubicBezTo>
                      <a:pt x="4261" y="6560"/>
                      <a:pt x="5068" y="6226"/>
                      <a:pt x="5663" y="5631"/>
                    </a:cubicBezTo>
                    <a:cubicBezTo>
                      <a:pt x="6257" y="5036"/>
                      <a:pt x="6592" y="4229"/>
                      <a:pt x="6592" y="3387"/>
                    </a:cubicBezTo>
                    <a:cubicBezTo>
                      <a:pt x="6592" y="2546"/>
                      <a:pt x="6257" y="1739"/>
                      <a:pt x="5663" y="1144"/>
                    </a:cubicBezTo>
                    <a:cubicBezTo>
                      <a:pt x="5068" y="549"/>
                      <a:pt x="4261" y="215"/>
                      <a:pt x="3420" y="215"/>
                    </a:cubicBezTo>
                    <a:cubicBezTo>
                      <a:pt x="2579" y="215"/>
                      <a:pt x="1772" y="549"/>
                      <a:pt x="1177" y="1144"/>
                    </a:cubicBezTo>
                    <a:cubicBezTo>
                      <a:pt x="583" y="1739"/>
                      <a:pt x="249" y="2546"/>
                      <a:pt x="249" y="3387"/>
                    </a:cubicBezTo>
                    <a:cubicBezTo>
                      <a:pt x="249" y="4229"/>
                      <a:pt x="583" y="5036"/>
                      <a:pt x="1177" y="5631"/>
                    </a:cubicBezTo>
                    <a:cubicBezTo>
                      <a:pt x="1772" y="6226"/>
                      <a:pt x="2579" y="6560"/>
                      <a:pt x="3420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71" name="Freeform: Shape 11070">
                <a:extLst>
                  <a:ext uri="{FF2B5EF4-FFF2-40B4-BE49-F238E27FC236}">
                    <a16:creationId xmlns:a16="http://schemas.microsoft.com/office/drawing/2014/main" id="{F4E1170D-8A67-83BF-BC47-F6F2A736C82B}"/>
                  </a:ext>
                </a:extLst>
              </p:cNvPr>
              <p:cNvSpPr/>
              <p:nvPr/>
            </p:nvSpPr>
            <p:spPr>
              <a:xfrm>
                <a:off x="9556501" y="6202960"/>
                <a:ext cx="6343" cy="6345"/>
              </a:xfrm>
              <a:custGeom>
                <a:avLst/>
                <a:gdLst>
                  <a:gd name="connsiteX0" fmla="*/ 3420 w 6343"/>
                  <a:gd name="connsiteY0" fmla="*/ 6560 h 6345"/>
                  <a:gd name="connsiteX1" fmla="*/ 5662 w 6343"/>
                  <a:gd name="connsiteY1" fmla="*/ 5631 h 6345"/>
                  <a:gd name="connsiteX2" fmla="*/ 6591 w 6343"/>
                  <a:gd name="connsiteY2" fmla="*/ 3387 h 6345"/>
                  <a:gd name="connsiteX3" fmla="*/ 5662 w 6343"/>
                  <a:gd name="connsiteY3" fmla="*/ 1144 h 6345"/>
                  <a:gd name="connsiteX4" fmla="*/ 3420 w 6343"/>
                  <a:gd name="connsiteY4" fmla="*/ 215 h 6345"/>
                  <a:gd name="connsiteX5" fmla="*/ 1177 w 6343"/>
                  <a:gd name="connsiteY5" fmla="*/ 1144 h 6345"/>
                  <a:gd name="connsiteX6" fmla="*/ 248 w 6343"/>
                  <a:gd name="connsiteY6" fmla="*/ 3387 h 6345"/>
                  <a:gd name="connsiteX7" fmla="*/ 1177 w 6343"/>
                  <a:gd name="connsiteY7" fmla="*/ 5631 h 6345"/>
                  <a:gd name="connsiteX8" fmla="*/ 3420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60"/>
                    </a:moveTo>
                    <a:cubicBezTo>
                      <a:pt x="4261" y="6560"/>
                      <a:pt x="5068" y="6226"/>
                      <a:pt x="5662" y="5631"/>
                    </a:cubicBezTo>
                    <a:cubicBezTo>
                      <a:pt x="6257" y="5036"/>
                      <a:pt x="6591" y="4229"/>
                      <a:pt x="6591" y="3387"/>
                    </a:cubicBezTo>
                    <a:cubicBezTo>
                      <a:pt x="6591" y="2546"/>
                      <a:pt x="6257" y="1739"/>
                      <a:pt x="5662" y="1144"/>
                    </a:cubicBezTo>
                    <a:cubicBezTo>
                      <a:pt x="5068" y="549"/>
                      <a:pt x="4261" y="215"/>
                      <a:pt x="3420" y="215"/>
                    </a:cubicBezTo>
                    <a:cubicBezTo>
                      <a:pt x="2579" y="215"/>
                      <a:pt x="1772" y="549"/>
                      <a:pt x="1177" y="1144"/>
                    </a:cubicBezTo>
                    <a:cubicBezTo>
                      <a:pt x="582" y="1739"/>
                      <a:pt x="248" y="2546"/>
                      <a:pt x="248" y="3387"/>
                    </a:cubicBezTo>
                    <a:cubicBezTo>
                      <a:pt x="248" y="4229"/>
                      <a:pt x="582" y="5036"/>
                      <a:pt x="1177" y="5631"/>
                    </a:cubicBezTo>
                    <a:cubicBezTo>
                      <a:pt x="1772" y="6226"/>
                      <a:pt x="2579" y="6560"/>
                      <a:pt x="3420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72" name="Freeform: Shape 11071">
                <a:extLst>
                  <a:ext uri="{FF2B5EF4-FFF2-40B4-BE49-F238E27FC236}">
                    <a16:creationId xmlns:a16="http://schemas.microsoft.com/office/drawing/2014/main" id="{070A8891-BAE3-F244-520B-1FCCCE2D2F34}"/>
                  </a:ext>
                </a:extLst>
              </p:cNvPr>
              <p:cNvSpPr/>
              <p:nvPr/>
            </p:nvSpPr>
            <p:spPr>
              <a:xfrm>
                <a:off x="9550800" y="6202571"/>
                <a:ext cx="6343" cy="6345"/>
              </a:xfrm>
              <a:custGeom>
                <a:avLst/>
                <a:gdLst>
                  <a:gd name="connsiteX0" fmla="*/ 3419 w 6343"/>
                  <a:gd name="connsiteY0" fmla="*/ 6560 h 6345"/>
                  <a:gd name="connsiteX1" fmla="*/ 5662 w 6343"/>
                  <a:gd name="connsiteY1" fmla="*/ 5631 h 6345"/>
                  <a:gd name="connsiteX2" fmla="*/ 6591 w 6343"/>
                  <a:gd name="connsiteY2" fmla="*/ 3387 h 6345"/>
                  <a:gd name="connsiteX3" fmla="*/ 5662 w 6343"/>
                  <a:gd name="connsiteY3" fmla="*/ 1144 h 6345"/>
                  <a:gd name="connsiteX4" fmla="*/ 3419 w 6343"/>
                  <a:gd name="connsiteY4" fmla="*/ 215 h 6345"/>
                  <a:gd name="connsiteX5" fmla="*/ 1177 w 6343"/>
                  <a:gd name="connsiteY5" fmla="*/ 1144 h 6345"/>
                  <a:gd name="connsiteX6" fmla="*/ 248 w 6343"/>
                  <a:gd name="connsiteY6" fmla="*/ 3387 h 6345"/>
                  <a:gd name="connsiteX7" fmla="*/ 1177 w 6343"/>
                  <a:gd name="connsiteY7" fmla="*/ 5631 h 6345"/>
                  <a:gd name="connsiteX8" fmla="*/ 3419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0"/>
                    </a:moveTo>
                    <a:cubicBezTo>
                      <a:pt x="4260" y="6560"/>
                      <a:pt x="5067" y="6226"/>
                      <a:pt x="5662" y="5631"/>
                    </a:cubicBezTo>
                    <a:cubicBezTo>
                      <a:pt x="6257" y="5036"/>
                      <a:pt x="6591" y="4229"/>
                      <a:pt x="6591" y="3387"/>
                    </a:cubicBezTo>
                    <a:cubicBezTo>
                      <a:pt x="6591" y="2546"/>
                      <a:pt x="6257" y="1739"/>
                      <a:pt x="5662" y="1144"/>
                    </a:cubicBezTo>
                    <a:cubicBezTo>
                      <a:pt x="5067" y="549"/>
                      <a:pt x="4260" y="215"/>
                      <a:pt x="3419" y="215"/>
                    </a:cubicBezTo>
                    <a:cubicBezTo>
                      <a:pt x="2578" y="215"/>
                      <a:pt x="1771" y="549"/>
                      <a:pt x="1177" y="1144"/>
                    </a:cubicBezTo>
                    <a:cubicBezTo>
                      <a:pt x="582" y="1739"/>
                      <a:pt x="248" y="2546"/>
                      <a:pt x="248" y="3387"/>
                    </a:cubicBezTo>
                    <a:cubicBezTo>
                      <a:pt x="248" y="4229"/>
                      <a:pt x="582" y="5036"/>
                      <a:pt x="1177" y="5631"/>
                    </a:cubicBezTo>
                    <a:cubicBezTo>
                      <a:pt x="1771" y="6226"/>
                      <a:pt x="2578" y="6560"/>
                      <a:pt x="3419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73" name="Freeform: Shape 11072">
                <a:extLst>
                  <a:ext uri="{FF2B5EF4-FFF2-40B4-BE49-F238E27FC236}">
                    <a16:creationId xmlns:a16="http://schemas.microsoft.com/office/drawing/2014/main" id="{7D80F778-DC02-19FC-D509-D14143D344F0}"/>
                  </a:ext>
                </a:extLst>
              </p:cNvPr>
              <p:cNvSpPr/>
              <p:nvPr/>
            </p:nvSpPr>
            <p:spPr>
              <a:xfrm>
                <a:off x="9544851" y="6199839"/>
                <a:ext cx="6343" cy="6345"/>
              </a:xfrm>
              <a:custGeom>
                <a:avLst/>
                <a:gdLst>
                  <a:gd name="connsiteX0" fmla="*/ 3419 w 6343"/>
                  <a:gd name="connsiteY0" fmla="*/ 6560 h 6345"/>
                  <a:gd name="connsiteX1" fmla="*/ 5661 w 6343"/>
                  <a:gd name="connsiteY1" fmla="*/ 5631 h 6345"/>
                  <a:gd name="connsiteX2" fmla="*/ 6590 w 6343"/>
                  <a:gd name="connsiteY2" fmla="*/ 3387 h 6345"/>
                  <a:gd name="connsiteX3" fmla="*/ 5661 w 6343"/>
                  <a:gd name="connsiteY3" fmla="*/ 1144 h 6345"/>
                  <a:gd name="connsiteX4" fmla="*/ 3419 w 6343"/>
                  <a:gd name="connsiteY4" fmla="*/ 214 h 6345"/>
                  <a:gd name="connsiteX5" fmla="*/ 1176 w 6343"/>
                  <a:gd name="connsiteY5" fmla="*/ 1144 h 6345"/>
                  <a:gd name="connsiteX6" fmla="*/ 247 w 6343"/>
                  <a:gd name="connsiteY6" fmla="*/ 3387 h 6345"/>
                  <a:gd name="connsiteX7" fmla="*/ 1176 w 6343"/>
                  <a:gd name="connsiteY7" fmla="*/ 5631 h 6345"/>
                  <a:gd name="connsiteX8" fmla="*/ 3419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60"/>
                    </a:moveTo>
                    <a:cubicBezTo>
                      <a:pt x="4260" y="6560"/>
                      <a:pt x="5067" y="6225"/>
                      <a:pt x="5661" y="5631"/>
                    </a:cubicBezTo>
                    <a:cubicBezTo>
                      <a:pt x="6256" y="5036"/>
                      <a:pt x="6590" y="4228"/>
                      <a:pt x="6590" y="3387"/>
                    </a:cubicBezTo>
                    <a:cubicBezTo>
                      <a:pt x="6590" y="2546"/>
                      <a:pt x="6256" y="1739"/>
                      <a:pt x="5661" y="1144"/>
                    </a:cubicBezTo>
                    <a:cubicBezTo>
                      <a:pt x="5067" y="549"/>
                      <a:pt x="4260" y="214"/>
                      <a:pt x="3419" y="214"/>
                    </a:cubicBezTo>
                    <a:cubicBezTo>
                      <a:pt x="2578" y="214"/>
                      <a:pt x="1771" y="549"/>
                      <a:pt x="1176" y="1144"/>
                    </a:cubicBezTo>
                    <a:cubicBezTo>
                      <a:pt x="581" y="1739"/>
                      <a:pt x="247" y="2546"/>
                      <a:pt x="247" y="3387"/>
                    </a:cubicBezTo>
                    <a:cubicBezTo>
                      <a:pt x="247" y="4228"/>
                      <a:pt x="581" y="5036"/>
                      <a:pt x="1176" y="5631"/>
                    </a:cubicBezTo>
                    <a:cubicBezTo>
                      <a:pt x="1771" y="6225"/>
                      <a:pt x="2578" y="6560"/>
                      <a:pt x="3419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74" name="Freeform: Shape 11073">
                <a:extLst>
                  <a:ext uri="{FF2B5EF4-FFF2-40B4-BE49-F238E27FC236}">
                    <a16:creationId xmlns:a16="http://schemas.microsoft.com/office/drawing/2014/main" id="{285260A1-8C8D-DC6D-81B4-1AB06134C2CD}"/>
                  </a:ext>
                </a:extLst>
              </p:cNvPr>
              <p:cNvSpPr/>
              <p:nvPr/>
            </p:nvSpPr>
            <p:spPr>
              <a:xfrm>
                <a:off x="9539143" y="6199003"/>
                <a:ext cx="6343" cy="6345"/>
              </a:xfrm>
              <a:custGeom>
                <a:avLst/>
                <a:gdLst>
                  <a:gd name="connsiteX0" fmla="*/ 3418 w 6343"/>
                  <a:gd name="connsiteY0" fmla="*/ 6560 h 6345"/>
                  <a:gd name="connsiteX1" fmla="*/ 5661 w 6343"/>
                  <a:gd name="connsiteY1" fmla="*/ 5630 h 6345"/>
                  <a:gd name="connsiteX2" fmla="*/ 6590 w 6343"/>
                  <a:gd name="connsiteY2" fmla="*/ 3387 h 6345"/>
                  <a:gd name="connsiteX3" fmla="*/ 5661 w 6343"/>
                  <a:gd name="connsiteY3" fmla="*/ 1144 h 6345"/>
                  <a:gd name="connsiteX4" fmla="*/ 3418 w 6343"/>
                  <a:gd name="connsiteY4" fmla="*/ 214 h 6345"/>
                  <a:gd name="connsiteX5" fmla="*/ 1176 w 6343"/>
                  <a:gd name="connsiteY5" fmla="*/ 1144 h 6345"/>
                  <a:gd name="connsiteX6" fmla="*/ 247 w 6343"/>
                  <a:gd name="connsiteY6" fmla="*/ 3387 h 6345"/>
                  <a:gd name="connsiteX7" fmla="*/ 1176 w 6343"/>
                  <a:gd name="connsiteY7" fmla="*/ 5630 h 6345"/>
                  <a:gd name="connsiteX8" fmla="*/ 3418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0"/>
                    </a:moveTo>
                    <a:cubicBezTo>
                      <a:pt x="4259" y="6560"/>
                      <a:pt x="5066" y="6225"/>
                      <a:pt x="5661" y="5630"/>
                    </a:cubicBezTo>
                    <a:cubicBezTo>
                      <a:pt x="6256" y="5035"/>
                      <a:pt x="6590" y="4228"/>
                      <a:pt x="6590" y="3387"/>
                    </a:cubicBezTo>
                    <a:cubicBezTo>
                      <a:pt x="6590" y="2546"/>
                      <a:pt x="6256" y="1739"/>
                      <a:pt x="5661" y="1144"/>
                    </a:cubicBezTo>
                    <a:cubicBezTo>
                      <a:pt x="5066" y="549"/>
                      <a:pt x="4259" y="214"/>
                      <a:pt x="3418" y="214"/>
                    </a:cubicBezTo>
                    <a:cubicBezTo>
                      <a:pt x="2577" y="214"/>
                      <a:pt x="1770" y="549"/>
                      <a:pt x="1176" y="1144"/>
                    </a:cubicBezTo>
                    <a:cubicBezTo>
                      <a:pt x="581" y="1739"/>
                      <a:pt x="247" y="2546"/>
                      <a:pt x="247" y="3387"/>
                    </a:cubicBezTo>
                    <a:cubicBezTo>
                      <a:pt x="247" y="4228"/>
                      <a:pt x="581" y="5035"/>
                      <a:pt x="1176" y="5630"/>
                    </a:cubicBezTo>
                    <a:cubicBezTo>
                      <a:pt x="1770" y="6225"/>
                      <a:pt x="2577" y="6560"/>
                      <a:pt x="3418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75" name="Freeform: Shape 11074">
                <a:extLst>
                  <a:ext uri="{FF2B5EF4-FFF2-40B4-BE49-F238E27FC236}">
                    <a16:creationId xmlns:a16="http://schemas.microsoft.com/office/drawing/2014/main" id="{49D86D57-83CC-0020-E0F6-37BA004775FB}"/>
                  </a:ext>
                </a:extLst>
              </p:cNvPr>
              <p:cNvSpPr/>
              <p:nvPr/>
            </p:nvSpPr>
            <p:spPr>
              <a:xfrm>
                <a:off x="9533467" y="6198319"/>
                <a:ext cx="6343" cy="6345"/>
              </a:xfrm>
              <a:custGeom>
                <a:avLst/>
                <a:gdLst>
                  <a:gd name="connsiteX0" fmla="*/ 3418 w 6343"/>
                  <a:gd name="connsiteY0" fmla="*/ 6560 h 6345"/>
                  <a:gd name="connsiteX1" fmla="*/ 5660 w 6343"/>
                  <a:gd name="connsiteY1" fmla="*/ 5630 h 6345"/>
                  <a:gd name="connsiteX2" fmla="*/ 6589 w 6343"/>
                  <a:gd name="connsiteY2" fmla="*/ 3387 h 6345"/>
                  <a:gd name="connsiteX3" fmla="*/ 5660 w 6343"/>
                  <a:gd name="connsiteY3" fmla="*/ 1143 h 6345"/>
                  <a:gd name="connsiteX4" fmla="*/ 3418 w 6343"/>
                  <a:gd name="connsiteY4" fmla="*/ 214 h 6345"/>
                  <a:gd name="connsiteX5" fmla="*/ 1175 w 6343"/>
                  <a:gd name="connsiteY5" fmla="*/ 1143 h 6345"/>
                  <a:gd name="connsiteX6" fmla="*/ 246 w 6343"/>
                  <a:gd name="connsiteY6" fmla="*/ 3387 h 6345"/>
                  <a:gd name="connsiteX7" fmla="*/ 1175 w 6343"/>
                  <a:gd name="connsiteY7" fmla="*/ 5630 h 6345"/>
                  <a:gd name="connsiteX8" fmla="*/ 3418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60"/>
                    </a:moveTo>
                    <a:cubicBezTo>
                      <a:pt x="4259" y="6560"/>
                      <a:pt x="5066" y="6225"/>
                      <a:pt x="5660" y="5630"/>
                    </a:cubicBezTo>
                    <a:cubicBezTo>
                      <a:pt x="6255" y="5035"/>
                      <a:pt x="6589" y="4228"/>
                      <a:pt x="6589" y="3387"/>
                    </a:cubicBezTo>
                    <a:cubicBezTo>
                      <a:pt x="6589" y="2546"/>
                      <a:pt x="6255" y="1738"/>
                      <a:pt x="5660" y="1143"/>
                    </a:cubicBezTo>
                    <a:cubicBezTo>
                      <a:pt x="5066" y="549"/>
                      <a:pt x="4259" y="214"/>
                      <a:pt x="3418" y="214"/>
                    </a:cubicBezTo>
                    <a:cubicBezTo>
                      <a:pt x="2577" y="214"/>
                      <a:pt x="1770" y="549"/>
                      <a:pt x="1175" y="1143"/>
                    </a:cubicBezTo>
                    <a:cubicBezTo>
                      <a:pt x="580" y="1738"/>
                      <a:pt x="246" y="2546"/>
                      <a:pt x="246" y="3387"/>
                    </a:cubicBezTo>
                    <a:cubicBezTo>
                      <a:pt x="246" y="4228"/>
                      <a:pt x="580" y="5035"/>
                      <a:pt x="1175" y="5630"/>
                    </a:cubicBezTo>
                    <a:cubicBezTo>
                      <a:pt x="1770" y="6225"/>
                      <a:pt x="2577" y="6560"/>
                      <a:pt x="3418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76" name="Freeform: Shape 11075">
                <a:extLst>
                  <a:ext uri="{FF2B5EF4-FFF2-40B4-BE49-F238E27FC236}">
                    <a16:creationId xmlns:a16="http://schemas.microsoft.com/office/drawing/2014/main" id="{B6934A37-17BE-294A-7963-EC70B10CC99A}"/>
                  </a:ext>
                </a:extLst>
              </p:cNvPr>
              <p:cNvSpPr/>
              <p:nvPr/>
            </p:nvSpPr>
            <p:spPr>
              <a:xfrm>
                <a:off x="9527850" y="6198099"/>
                <a:ext cx="6343" cy="6345"/>
              </a:xfrm>
              <a:custGeom>
                <a:avLst/>
                <a:gdLst>
                  <a:gd name="connsiteX0" fmla="*/ 3417 w 6343"/>
                  <a:gd name="connsiteY0" fmla="*/ 6560 h 6345"/>
                  <a:gd name="connsiteX1" fmla="*/ 5660 w 6343"/>
                  <a:gd name="connsiteY1" fmla="*/ 5630 h 6345"/>
                  <a:gd name="connsiteX2" fmla="*/ 6589 w 6343"/>
                  <a:gd name="connsiteY2" fmla="*/ 3387 h 6345"/>
                  <a:gd name="connsiteX3" fmla="*/ 5660 w 6343"/>
                  <a:gd name="connsiteY3" fmla="*/ 1143 h 6345"/>
                  <a:gd name="connsiteX4" fmla="*/ 3417 w 6343"/>
                  <a:gd name="connsiteY4" fmla="*/ 214 h 6345"/>
                  <a:gd name="connsiteX5" fmla="*/ 1175 w 6343"/>
                  <a:gd name="connsiteY5" fmla="*/ 1143 h 6345"/>
                  <a:gd name="connsiteX6" fmla="*/ 246 w 6343"/>
                  <a:gd name="connsiteY6" fmla="*/ 3387 h 6345"/>
                  <a:gd name="connsiteX7" fmla="*/ 1175 w 6343"/>
                  <a:gd name="connsiteY7" fmla="*/ 5630 h 6345"/>
                  <a:gd name="connsiteX8" fmla="*/ 3417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60"/>
                    </a:moveTo>
                    <a:cubicBezTo>
                      <a:pt x="4259" y="6560"/>
                      <a:pt x="5065" y="6225"/>
                      <a:pt x="5660" y="5630"/>
                    </a:cubicBezTo>
                    <a:cubicBezTo>
                      <a:pt x="6255" y="5035"/>
                      <a:pt x="6589" y="4228"/>
                      <a:pt x="6589" y="3387"/>
                    </a:cubicBezTo>
                    <a:cubicBezTo>
                      <a:pt x="6589" y="2546"/>
                      <a:pt x="6255" y="1738"/>
                      <a:pt x="5660" y="1143"/>
                    </a:cubicBezTo>
                    <a:cubicBezTo>
                      <a:pt x="5065" y="549"/>
                      <a:pt x="4259" y="214"/>
                      <a:pt x="3417" y="214"/>
                    </a:cubicBezTo>
                    <a:cubicBezTo>
                      <a:pt x="2576" y="214"/>
                      <a:pt x="1770" y="549"/>
                      <a:pt x="1175" y="1143"/>
                    </a:cubicBezTo>
                    <a:cubicBezTo>
                      <a:pt x="580" y="1738"/>
                      <a:pt x="246" y="2546"/>
                      <a:pt x="246" y="3387"/>
                    </a:cubicBezTo>
                    <a:cubicBezTo>
                      <a:pt x="246" y="4228"/>
                      <a:pt x="580" y="5035"/>
                      <a:pt x="1175" y="5630"/>
                    </a:cubicBezTo>
                    <a:cubicBezTo>
                      <a:pt x="1770" y="6225"/>
                      <a:pt x="2576" y="6560"/>
                      <a:pt x="3417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77" name="Freeform: Shape 11076">
                <a:extLst>
                  <a:ext uri="{FF2B5EF4-FFF2-40B4-BE49-F238E27FC236}">
                    <a16:creationId xmlns:a16="http://schemas.microsoft.com/office/drawing/2014/main" id="{4E86952E-DFF1-2D89-CEC0-990239189773}"/>
                  </a:ext>
                </a:extLst>
              </p:cNvPr>
              <p:cNvSpPr/>
              <p:nvPr/>
            </p:nvSpPr>
            <p:spPr>
              <a:xfrm>
                <a:off x="9522324" y="6198844"/>
                <a:ext cx="6343" cy="6345"/>
              </a:xfrm>
              <a:custGeom>
                <a:avLst/>
                <a:gdLst>
                  <a:gd name="connsiteX0" fmla="*/ 3417 w 6343"/>
                  <a:gd name="connsiteY0" fmla="*/ 6560 h 6345"/>
                  <a:gd name="connsiteX1" fmla="*/ 5660 w 6343"/>
                  <a:gd name="connsiteY1" fmla="*/ 5630 h 6345"/>
                  <a:gd name="connsiteX2" fmla="*/ 6589 w 6343"/>
                  <a:gd name="connsiteY2" fmla="*/ 3387 h 6345"/>
                  <a:gd name="connsiteX3" fmla="*/ 5660 w 6343"/>
                  <a:gd name="connsiteY3" fmla="*/ 1144 h 6345"/>
                  <a:gd name="connsiteX4" fmla="*/ 3417 w 6343"/>
                  <a:gd name="connsiteY4" fmla="*/ 214 h 6345"/>
                  <a:gd name="connsiteX5" fmla="*/ 1174 w 6343"/>
                  <a:gd name="connsiteY5" fmla="*/ 1144 h 6345"/>
                  <a:gd name="connsiteX6" fmla="*/ 245 w 6343"/>
                  <a:gd name="connsiteY6" fmla="*/ 3387 h 6345"/>
                  <a:gd name="connsiteX7" fmla="*/ 1174 w 6343"/>
                  <a:gd name="connsiteY7" fmla="*/ 5630 h 6345"/>
                  <a:gd name="connsiteX8" fmla="*/ 3417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60"/>
                    </a:moveTo>
                    <a:cubicBezTo>
                      <a:pt x="4258" y="6560"/>
                      <a:pt x="5065" y="6225"/>
                      <a:pt x="5660" y="5630"/>
                    </a:cubicBezTo>
                    <a:cubicBezTo>
                      <a:pt x="6254" y="5035"/>
                      <a:pt x="6589" y="4228"/>
                      <a:pt x="6589" y="3387"/>
                    </a:cubicBezTo>
                    <a:cubicBezTo>
                      <a:pt x="6589" y="2546"/>
                      <a:pt x="6254" y="1739"/>
                      <a:pt x="5660" y="1144"/>
                    </a:cubicBezTo>
                    <a:cubicBezTo>
                      <a:pt x="5065" y="549"/>
                      <a:pt x="4258" y="214"/>
                      <a:pt x="3417" y="214"/>
                    </a:cubicBezTo>
                    <a:cubicBezTo>
                      <a:pt x="2576" y="214"/>
                      <a:pt x="1769" y="549"/>
                      <a:pt x="1174" y="1144"/>
                    </a:cubicBezTo>
                    <a:cubicBezTo>
                      <a:pt x="580" y="1739"/>
                      <a:pt x="245" y="2546"/>
                      <a:pt x="245" y="3387"/>
                    </a:cubicBezTo>
                    <a:cubicBezTo>
                      <a:pt x="245" y="4228"/>
                      <a:pt x="580" y="5035"/>
                      <a:pt x="1174" y="5630"/>
                    </a:cubicBezTo>
                    <a:cubicBezTo>
                      <a:pt x="1769" y="6225"/>
                      <a:pt x="2576" y="6560"/>
                      <a:pt x="3417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78" name="Freeform: Shape 11077">
                <a:extLst>
                  <a:ext uri="{FF2B5EF4-FFF2-40B4-BE49-F238E27FC236}">
                    <a16:creationId xmlns:a16="http://schemas.microsoft.com/office/drawing/2014/main" id="{C848407E-36FB-0067-2C14-1EB01E91CD2B}"/>
                  </a:ext>
                </a:extLst>
              </p:cNvPr>
              <p:cNvSpPr/>
              <p:nvPr/>
            </p:nvSpPr>
            <p:spPr>
              <a:xfrm>
                <a:off x="9516038" y="6190110"/>
                <a:ext cx="6343" cy="6345"/>
              </a:xfrm>
              <a:custGeom>
                <a:avLst/>
                <a:gdLst>
                  <a:gd name="connsiteX0" fmla="*/ 3416 w 6343"/>
                  <a:gd name="connsiteY0" fmla="*/ 6559 h 6345"/>
                  <a:gd name="connsiteX1" fmla="*/ 5659 w 6343"/>
                  <a:gd name="connsiteY1" fmla="*/ 5630 h 6345"/>
                  <a:gd name="connsiteX2" fmla="*/ 6588 w 6343"/>
                  <a:gd name="connsiteY2" fmla="*/ 3386 h 6345"/>
                  <a:gd name="connsiteX3" fmla="*/ 5659 w 6343"/>
                  <a:gd name="connsiteY3" fmla="*/ 1143 h 6345"/>
                  <a:gd name="connsiteX4" fmla="*/ 3416 w 6343"/>
                  <a:gd name="connsiteY4" fmla="*/ 214 h 6345"/>
                  <a:gd name="connsiteX5" fmla="*/ 1174 w 6343"/>
                  <a:gd name="connsiteY5" fmla="*/ 1143 h 6345"/>
                  <a:gd name="connsiteX6" fmla="*/ 245 w 6343"/>
                  <a:gd name="connsiteY6" fmla="*/ 3386 h 6345"/>
                  <a:gd name="connsiteX7" fmla="*/ 1174 w 6343"/>
                  <a:gd name="connsiteY7" fmla="*/ 5630 h 6345"/>
                  <a:gd name="connsiteX8" fmla="*/ 341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59"/>
                    </a:moveTo>
                    <a:cubicBezTo>
                      <a:pt x="4258" y="6559"/>
                      <a:pt x="5064" y="6225"/>
                      <a:pt x="5659" y="5630"/>
                    </a:cubicBezTo>
                    <a:cubicBezTo>
                      <a:pt x="6254" y="5035"/>
                      <a:pt x="6588" y="4228"/>
                      <a:pt x="6588" y="3386"/>
                    </a:cubicBezTo>
                    <a:cubicBezTo>
                      <a:pt x="6588" y="2545"/>
                      <a:pt x="6254" y="1738"/>
                      <a:pt x="5659" y="1143"/>
                    </a:cubicBezTo>
                    <a:cubicBezTo>
                      <a:pt x="5064" y="548"/>
                      <a:pt x="4258" y="214"/>
                      <a:pt x="3416" y="214"/>
                    </a:cubicBezTo>
                    <a:cubicBezTo>
                      <a:pt x="2575" y="214"/>
                      <a:pt x="1769" y="548"/>
                      <a:pt x="1174" y="1143"/>
                    </a:cubicBezTo>
                    <a:cubicBezTo>
                      <a:pt x="579" y="1738"/>
                      <a:pt x="245" y="2545"/>
                      <a:pt x="245" y="3386"/>
                    </a:cubicBezTo>
                    <a:cubicBezTo>
                      <a:pt x="245" y="4228"/>
                      <a:pt x="579" y="5035"/>
                      <a:pt x="1174" y="5630"/>
                    </a:cubicBezTo>
                    <a:cubicBezTo>
                      <a:pt x="1769" y="6225"/>
                      <a:pt x="2575" y="6559"/>
                      <a:pt x="341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79" name="Freeform: Shape 11078">
                <a:extLst>
                  <a:ext uri="{FF2B5EF4-FFF2-40B4-BE49-F238E27FC236}">
                    <a16:creationId xmlns:a16="http://schemas.microsoft.com/office/drawing/2014/main" id="{B85FEE77-2B78-AD31-76C5-8AAD91B36C64}"/>
                  </a:ext>
                </a:extLst>
              </p:cNvPr>
              <p:cNvSpPr/>
              <p:nvPr/>
            </p:nvSpPr>
            <p:spPr>
              <a:xfrm>
                <a:off x="9511362" y="6201673"/>
                <a:ext cx="6343" cy="6345"/>
              </a:xfrm>
              <a:custGeom>
                <a:avLst/>
                <a:gdLst>
                  <a:gd name="connsiteX0" fmla="*/ 3416 w 6343"/>
                  <a:gd name="connsiteY0" fmla="*/ 6560 h 6345"/>
                  <a:gd name="connsiteX1" fmla="*/ 5659 w 6343"/>
                  <a:gd name="connsiteY1" fmla="*/ 5631 h 6345"/>
                  <a:gd name="connsiteX2" fmla="*/ 6588 w 6343"/>
                  <a:gd name="connsiteY2" fmla="*/ 3387 h 6345"/>
                  <a:gd name="connsiteX3" fmla="*/ 5659 w 6343"/>
                  <a:gd name="connsiteY3" fmla="*/ 1144 h 6345"/>
                  <a:gd name="connsiteX4" fmla="*/ 3416 w 6343"/>
                  <a:gd name="connsiteY4" fmla="*/ 215 h 6345"/>
                  <a:gd name="connsiteX5" fmla="*/ 1173 w 6343"/>
                  <a:gd name="connsiteY5" fmla="*/ 1144 h 6345"/>
                  <a:gd name="connsiteX6" fmla="*/ 245 w 6343"/>
                  <a:gd name="connsiteY6" fmla="*/ 3387 h 6345"/>
                  <a:gd name="connsiteX7" fmla="*/ 1173 w 6343"/>
                  <a:gd name="connsiteY7" fmla="*/ 5631 h 6345"/>
                  <a:gd name="connsiteX8" fmla="*/ 3416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60"/>
                    </a:moveTo>
                    <a:cubicBezTo>
                      <a:pt x="4257" y="6560"/>
                      <a:pt x="5064" y="6226"/>
                      <a:pt x="5659" y="5631"/>
                    </a:cubicBezTo>
                    <a:cubicBezTo>
                      <a:pt x="6253" y="5036"/>
                      <a:pt x="6588" y="4229"/>
                      <a:pt x="6588" y="3387"/>
                    </a:cubicBezTo>
                    <a:cubicBezTo>
                      <a:pt x="6588" y="2546"/>
                      <a:pt x="6253" y="1739"/>
                      <a:pt x="5659" y="1144"/>
                    </a:cubicBezTo>
                    <a:cubicBezTo>
                      <a:pt x="5064" y="549"/>
                      <a:pt x="4257" y="215"/>
                      <a:pt x="3416" y="215"/>
                    </a:cubicBezTo>
                    <a:cubicBezTo>
                      <a:pt x="2575" y="215"/>
                      <a:pt x="1768" y="549"/>
                      <a:pt x="1173" y="1144"/>
                    </a:cubicBezTo>
                    <a:cubicBezTo>
                      <a:pt x="579" y="1739"/>
                      <a:pt x="245" y="2546"/>
                      <a:pt x="245" y="3387"/>
                    </a:cubicBezTo>
                    <a:cubicBezTo>
                      <a:pt x="245" y="4229"/>
                      <a:pt x="579" y="5036"/>
                      <a:pt x="1173" y="5631"/>
                    </a:cubicBezTo>
                    <a:cubicBezTo>
                      <a:pt x="1768" y="6226"/>
                      <a:pt x="2575" y="6560"/>
                      <a:pt x="3416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80" name="Freeform: Shape 11079">
                <a:extLst>
                  <a:ext uri="{FF2B5EF4-FFF2-40B4-BE49-F238E27FC236}">
                    <a16:creationId xmlns:a16="http://schemas.microsoft.com/office/drawing/2014/main" id="{309A2BDA-D03F-C440-43F7-58FD77B27B4A}"/>
                  </a:ext>
                </a:extLst>
              </p:cNvPr>
              <p:cNvSpPr/>
              <p:nvPr/>
            </p:nvSpPr>
            <p:spPr>
              <a:xfrm>
                <a:off x="9505857" y="6203007"/>
                <a:ext cx="6343" cy="6345"/>
              </a:xfrm>
              <a:custGeom>
                <a:avLst/>
                <a:gdLst>
                  <a:gd name="connsiteX0" fmla="*/ 3416 w 6343"/>
                  <a:gd name="connsiteY0" fmla="*/ 6560 h 6345"/>
                  <a:gd name="connsiteX1" fmla="*/ 5658 w 6343"/>
                  <a:gd name="connsiteY1" fmla="*/ 5631 h 6345"/>
                  <a:gd name="connsiteX2" fmla="*/ 6587 w 6343"/>
                  <a:gd name="connsiteY2" fmla="*/ 3387 h 6345"/>
                  <a:gd name="connsiteX3" fmla="*/ 5658 w 6343"/>
                  <a:gd name="connsiteY3" fmla="*/ 1144 h 6345"/>
                  <a:gd name="connsiteX4" fmla="*/ 3416 w 6343"/>
                  <a:gd name="connsiteY4" fmla="*/ 215 h 6345"/>
                  <a:gd name="connsiteX5" fmla="*/ 1173 w 6343"/>
                  <a:gd name="connsiteY5" fmla="*/ 1144 h 6345"/>
                  <a:gd name="connsiteX6" fmla="*/ 244 w 6343"/>
                  <a:gd name="connsiteY6" fmla="*/ 3387 h 6345"/>
                  <a:gd name="connsiteX7" fmla="*/ 1173 w 6343"/>
                  <a:gd name="connsiteY7" fmla="*/ 5631 h 6345"/>
                  <a:gd name="connsiteX8" fmla="*/ 3416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60"/>
                    </a:moveTo>
                    <a:cubicBezTo>
                      <a:pt x="4257" y="6560"/>
                      <a:pt x="5064" y="6226"/>
                      <a:pt x="5658" y="5631"/>
                    </a:cubicBezTo>
                    <a:cubicBezTo>
                      <a:pt x="6253" y="5036"/>
                      <a:pt x="6587" y="4229"/>
                      <a:pt x="6587" y="3387"/>
                    </a:cubicBezTo>
                    <a:cubicBezTo>
                      <a:pt x="6587" y="2546"/>
                      <a:pt x="6253" y="1739"/>
                      <a:pt x="5658" y="1144"/>
                    </a:cubicBezTo>
                    <a:cubicBezTo>
                      <a:pt x="5064" y="549"/>
                      <a:pt x="4257" y="215"/>
                      <a:pt x="3416" y="215"/>
                    </a:cubicBezTo>
                    <a:cubicBezTo>
                      <a:pt x="2575" y="215"/>
                      <a:pt x="1768" y="549"/>
                      <a:pt x="1173" y="1144"/>
                    </a:cubicBezTo>
                    <a:cubicBezTo>
                      <a:pt x="578" y="1739"/>
                      <a:pt x="244" y="2546"/>
                      <a:pt x="244" y="3387"/>
                    </a:cubicBezTo>
                    <a:cubicBezTo>
                      <a:pt x="244" y="4229"/>
                      <a:pt x="578" y="5036"/>
                      <a:pt x="1173" y="5631"/>
                    </a:cubicBezTo>
                    <a:cubicBezTo>
                      <a:pt x="1768" y="6226"/>
                      <a:pt x="2575" y="6560"/>
                      <a:pt x="3416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81" name="Freeform: Shape 11080">
                <a:extLst>
                  <a:ext uri="{FF2B5EF4-FFF2-40B4-BE49-F238E27FC236}">
                    <a16:creationId xmlns:a16="http://schemas.microsoft.com/office/drawing/2014/main" id="{D3EB738B-EE71-4620-A5EC-EC8208533DAD}"/>
                  </a:ext>
                </a:extLst>
              </p:cNvPr>
              <p:cNvSpPr/>
              <p:nvPr/>
            </p:nvSpPr>
            <p:spPr>
              <a:xfrm>
                <a:off x="9500284" y="6203429"/>
                <a:ext cx="6343" cy="6345"/>
              </a:xfrm>
              <a:custGeom>
                <a:avLst/>
                <a:gdLst>
                  <a:gd name="connsiteX0" fmla="*/ 3415 w 6343"/>
                  <a:gd name="connsiteY0" fmla="*/ 6560 h 6345"/>
                  <a:gd name="connsiteX1" fmla="*/ 5658 w 6343"/>
                  <a:gd name="connsiteY1" fmla="*/ 5631 h 6345"/>
                  <a:gd name="connsiteX2" fmla="*/ 6587 w 6343"/>
                  <a:gd name="connsiteY2" fmla="*/ 3387 h 6345"/>
                  <a:gd name="connsiteX3" fmla="*/ 5658 w 6343"/>
                  <a:gd name="connsiteY3" fmla="*/ 1144 h 6345"/>
                  <a:gd name="connsiteX4" fmla="*/ 3415 w 6343"/>
                  <a:gd name="connsiteY4" fmla="*/ 215 h 6345"/>
                  <a:gd name="connsiteX5" fmla="*/ 1173 w 6343"/>
                  <a:gd name="connsiteY5" fmla="*/ 1144 h 6345"/>
                  <a:gd name="connsiteX6" fmla="*/ 244 w 6343"/>
                  <a:gd name="connsiteY6" fmla="*/ 3387 h 6345"/>
                  <a:gd name="connsiteX7" fmla="*/ 1173 w 6343"/>
                  <a:gd name="connsiteY7" fmla="*/ 5631 h 6345"/>
                  <a:gd name="connsiteX8" fmla="*/ 3415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60"/>
                    </a:moveTo>
                    <a:cubicBezTo>
                      <a:pt x="4256" y="6560"/>
                      <a:pt x="5063" y="6226"/>
                      <a:pt x="5658" y="5631"/>
                    </a:cubicBezTo>
                    <a:cubicBezTo>
                      <a:pt x="6253" y="5036"/>
                      <a:pt x="6587" y="4229"/>
                      <a:pt x="6587" y="3387"/>
                    </a:cubicBezTo>
                    <a:cubicBezTo>
                      <a:pt x="6587" y="2546"/>
                      <a:pt x="6253" y="1739"/>
                      <a:pt x="5658" y="1144"/>
                    </a:cubicBezTo>
                    <a:cubicBezTo>
                      <a:pt x="5063" y="549"/>
                      <a:pt x="4256" y="215"/>
                      <a:pt x="3415" y="215"/>
                    </a:cubicBezTo>
                    <a:cubicBezTo>
                      <a:pt x="2574" y="215"/>
                      <a:pt x="1767" y="549"/>
                      <a:pt x="1173" y="1144"/>
                    </a:cubicBezTo>
                    <a:cubicBezTo>
                      <a:pt x="578" y="1739"/>
                      <a:pt x="244" y="2546"/>
                      <a:pt x="244" y="3387"/>
                    </a:cubicBezTo>
                    <a:cubicBezTo>
                      <a:pt x="244" y="4229"/>
                      <a:pt x="578" y="5036"/>
                      <a:pt x="1173" y="5631"/>
                    </a:cubicBezTo>
                    <a:cubicBezTo>
                      <a:pt x="1767" y="6226"/>
                      <a:pt x="2574" y="6560"/>
                      <a:pt x="3415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82" name="Freeform: Shape 11081">
                <a:extLst>
                  <a:ext uri="{FF2B5EF4-FFF2-40B4-BE49-F238E27FC236}">
                    <a16:creationId xmlns:a16="http://schemas.microsoft.com/office/drawing/2014/main" id="{5AF58AB9-1E45-EF8E-7633-6A2DB3A327D9}"/>
                  </a:ext>
                </a:extLst>
              </p:cNvPr>
              <p:cNvSpPr/>
              <p:nvPr/>
            </p:nvSpPr>
            <p:spPr>
              <a:xfrm>
                <a:off x="9494646" y="6202690"/>
                <a:ext cx="6343" cy="6345"/>
              </a:xfrm>
              <a:custGeom>
                <a:avLst/>
                <a:gdLst>
                  <a:gd name="connsiteX0" fmla="*/ 3415 w 6343"/>
                  <a:gd name="connsiteY0" fmla="*/ 6560 h 6345"/>
                  <a:gd name="connsiteX1" fmla="*/ 5657 w 6343"/>
                  <a:gd name="connsiteY1" fmla="*/ 5631 h 6345"/>
                  <a:gd name="connsiteX2" fmla="*/ 6586 w 6343"/>
                  <a:gd name="connsiteY2" fmla="*/ 3387 h 6345"/>
                  <a:gd name="connsiteX3" fmla="*/ 5657 w 6343"/>
                  <a:gd name="connsiteY3" fmla="*/ 1144 h 6345"/>
                  <a:gd name="connsiteX4" fmla="*/ 3415 w 6343"/>
                  <a:gd name="connsiteY4" fmla="*/ 215 h 6345"/>
                  <a:gd name="connsiteX5" fmla="*/ 1172 w 6343"/>
                  <a:gd name="connsiteY5" fmla="*/ 1144 h 6345"/>
                  <a:gd name="connsiteX6" fmla="*/ 243 w 6343"/>
                  <a:gd name="connsiteY6" fmla="*/ 3387 h 6345"/>
                  <a:gd name="connsiteX7" fmla="*/ 1172 w 6343"/>
                  <a:gd name="connsiteY7" fmla="*/ 5631 h 6345"/>
                  <a:gd name="connsiteX8" fmla="*/ 3415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60"/>
                    </a:moveTo>
                    <a:cubicBezTo>
                      <a:pt x="4256" y="6560"/>
                      <a:pt x="5063" y="6226"/>
                      <a:pt x="5657" y="5631"/>
                    </a:cubicBezTo>
                    <a:cubicBezTo>
                      <a:pt x="6252" y="5036"/>
                      <a:pt x="6586" y="4229"/>
                      <a:pt x="6586" y="3387"/>
                    </a:cubicBezTo>
                    <a:cubicBezTo>
                      <a:pt x="6586" y="2546"/>
                      <a:pt x="6252" y="1739"/>
                      <a:pt x="5657" y="1144"/>
                    </a:cubicBezTo>
                    <a:cubicBezTo>
                      <a:pt x="5063" y="549"/>
                      <a:pt x="4256" y="215"/>
                      <a:pt x="3415" y="215"/>
                    </a:cubicBezTo>
                    <a:cubicBezTo>
                      <a:pt x="2574" y="215"/>
                      <a:pt x="1767" y="549"/>
                      <a:pt x="1172" y="1144"/>
                    </a:cubicBezTo>
                    <a:cubicBezTo>
                      <a:pt x="577" y="1739"/>
                      <a:pt x="243" y="2546"/>
                      <a:pt x="243" y="3387"/>
                    </a:cubicBezTo>
                    <a:cubicBezTo>
                      <a:pt x="243" y="4229"/>
                      <a:pt x="577" y="5036"/>
                      <a:pt x="1172" y="5631"/>
                    </a:cubicBezTo>
                    <a:cubicBezTo>
                      <a:pt x="1767" y="6226"/>
                      <a:pt x="2574" y="6560"/>
                      <a:pt x="3415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83" name="Freeform: Shape 11082">
                <a:extLst>
                  <a:ext uri="{FF2B5EF4-FFF2-40B4-BE49-F238E27FC236}">
                    <a16:creationId xmlns:a16="http://schemas.microsoft.com/office/drawing/2014/main" id="{44EFBE95-1BB9-63C9-5D71-1BE97C7F90A5}"/>
                  </a:ext>
                </a:extLst>
              </p:cNvPr>
              <p:cNvSpPr/>
              <p:nvPr/>
            </p:nvSpPr>
            <p:spPr>
              <a:xfrm>
                <a:off x="9489053" y="6202606"/>
                <a:ext cx="6343" cy="6345"/>
              </a:xfrm>
              <a:custGeom>
                <a:avLst/>
                <a:gdLst>
                  <a:gd name="connsiteX0" fmla="*/ 3414 w 6343"/>
                  <a:gd name="connsiteY0" fmla="*/ 6560 h 6345"/>
                  <a:gd name="connsiteX1" fmla="*/ 5657 w 6343"/>
                  <a:gd name="connsiteY1" fmla="*/ 5631 h 6345"/>
                  <a:gd name="connsiteX2" fmla="*/ 6586 w 6343"/>
                  <a:gd name="connsiteY2" fmla="*/ 3387 h 6345"/>
                  <a:gd name="connsiteX3" fmla="*/ 5657 w 6343"/>
                  <a:gd name="connsiteY3" fmla="*/ 1144 h 6345"/>
                  <a:gd name="connsiteX4" fmla="*/ 3414 w 6343"/>
                  <a:gd name="connsiteY4" fmla="*/ 215 h 6345"/>
                  <a:gd name="connsiteX5" fmla="*/ 1172 w 6343"/>
                  <a:gd name="connsiteY5" fmla="*/ 1144 h 6345"/>
                  <a:gd name="connsiteX6" fmla="*/ 243 w 6343"/>
                  <a:gd name="connsiteY6" fmla="*/ 3387 h 6345"/>
                  <a:gd name="connsiteX7" fmla="*/ 1172 w 6343"/>
                  <a:gd name="connsiteY7" fmla="*/ 5631 h 6345"/>
                  <a:gd name="connsiteX8" fmla="*/ 3414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60"/>
                    </a:moveTo>
                    <a:cubicBezTo>
                      <a:pt x="4255" y="6560"/>
                      <a:pt x="5062" y="6226"/>
                      <a:pt x="5657" y="5631"/>
                    </a:cubicBezTo>
                    <a:cubicBezTo>
                      <a:pt x="6252" y="5036"/>
                      <a:pt x="6586" y="4229"/>
                      <a:pt x="6586" y="3387"/>
                    </a:cubicBezTo>
                    <a:cubicBezTo>
                      <a:pt x="6586" y="2546"/>
                      <a:pt x="6252" y="1739"/>
                      <a:pt x="5657" y="1144"/>
                    </a:cubicBezTo>
                    <a:cubicBezTo>
                      <a:pt x="5062" y="549"/>
                      <a:pt x="4255" y="215"/>
                      <a:pt x="3414" y="215"/>
                    </a:cubicBezTo>
                    <a:cubicBezTo>
                      <a:pt x="2573" y="215"/>
                      <a:pt x="1766" y="549"/>
                      <a:pt x="1172" y="1144"/>
                    </a:cubicBezTo>
                    <a:cubicBezTo>
                      <a:pt x="577" y="1739"/>
                      <a:pt x="243" y="2546"/>
                      <a:pt x="243" y="3387"/>
                    </a:cubicBezTo>
                    <a:cubicBezTo>
                      <a:pt x="243" y="4229"/>
                      <a:pt x="577" y="5036"/>
                      <a:pt x="1172" y="5631"/>
                    </a:cubicBezTo>
                    <a:cubicBezTo>
                      <a:pt x="1766" y="6226"/>
                      <a:pt x="2573" y="6560"/>
                      <a:pt x="3414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84" name="Freeform: Shape 11083">
                <a:extLst>
                  <a:ext uri="{FF2B5EF4-FFF2-40B4-BE49-F238E27FC236}">
                    <a16:creationId xmlns:a16="http://schemas.microsoft.com/office/drawing/2014/main" id="{0095D10C-D101-73A6-03F7-9E2A5DF49503}"/>
                  </a:ext>
                </a:extLst>
              </p:cNvPr>
              <p:cNvSpPr/>
              <p:nvPr/>
            </p:nvSpPr>
            <p:spPr>
              <a:xfrm>
                <a:off x="9483471" y="6202675"/>
                <a:ext cx="6343" cy="6345"/>
              </a:xfrm>
              <a:custGeom>
                <a:avLst/>
                <a:gdLst>
                  <a:gd name="connsiteX0" fmla="*/ 3414 w 6343"/>
                  <a:gd name="connsiteY0" fmla="*/ 6560 h 6345"/>
                  <a:gd name="connsiteX1" fmla="*/ 5657 w 6343"/>
                  <a:gd name="connsiteY1" fmla="*/ 5631 h 6345"/>
                  <a:gd name="connsiteX2" fmla="*/ 6585 w 6343"/>
                  <a:gd name="connsiteY2" fmla="*/ 3387 h 6345"/>
                  <a:gd name="connsiteX3" fmla="*/ 5657 w 6343"/>
                  <a:gd name="connsiteY3" fmla="*/ 1144 h 6345"/>
                  <a:gd name="connsiteX4" fmla="*/ 3414 w 6343"/>
                  <a:gd name="connsiteY4" fmla="*/ 215 h 6345"/>
                  <a:gd name="connsiteX5" fmla="*/ 1171 w 6343"/>
                  <a:gd name="connsiteY5" fmla="*/ 1144 h 6345"/>
                  <a:gd name="connsiteX6" fmla="*/ 242 w 6343"/>
                  <a:gd name="connsiteY6" fmla="*/ 3387 h 6345"/>
                  <a:gd name="connsiteX7" fmla="*/ 1171 w 6343"/>
                  <a:gd name="connsiteY7" fmla="*/ 5631 h 6345"/>
                  <a:gd name="connsiteX8" fmla="*/ 3414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60"/>
                    </a:moveTo>
                    <a:cubicBezTo>
                      <a:pt x="4255" y="6560"/>
                      <a:pt x="5062" y="6226"/>
                      <a:pt x="5657" y="5631"/>
                    </a:cubicBezTo>
                    <a:cubicBezTo>
                      <a:pt x="6251" y="5036"/>
                      <a:pt x="6585" y="4229"/>
                      <a:pt x="6585" y="3387"/>
                    </a:cubicBezTo>
                    <a:cubicBezTo>
                      <a:pt x="6585" y="2546"/>
                      <a:pt x="6251" y="1739"/>
                      <a:pt x="5657" y="1144"/>
                    </a:cubicBezTo>
                    <a:cubicBezTo>
                      <a:pt x="5062" y="549"/>
                      <a:pt x="4255" y="215"/>
                      <a:pt x="3414" y="215"/>
                    </a:cubicBezTo>
                    <a:cubicBezTo>
                      <a:pt x="2573" y="215"/>
                      <a:pt x="1766" y="549"/>
                      <a:pt x="1171" y="1144"/>
                    </a:cubicBezTo>
                    <a:cubicBezTo>
                      <a:pt x="577" y="1739"/>
                      <a:pt x="242" y="2546"/>
                      <a:pt x="242" y="3387"/>
                    </a:cubicBezTo>
                    <a:cubicBezTo>
                      <a:pt x="242" y="4229"/>
                      <a:pt x="577" y="5036"/>
                      <a:pt x="1171" y="5631"/>
                    </a:cubicBezTo>
                    <a:cubicBezTo>
                      <a:pt x="1766" y="6226"/>
                      <a:pt x="2573" y="6560"/>
                      <a:pt x="3414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85" name="Freeform: Shape 11084">
                <a:extLst>
                  <a:ext uri="{FF2B5EF4-FFF2-40B4-BE49-F238E27FC236}">
                    <a16:creationId xmlns:a16="http://schemas.microsoft.com/office/drawing/2014/main" id="{87A3E56A-7194-4E26-18A1-3B022E407EF8}"/>
                  </a:ext>
                </a:extLst>
              </p:cNvPr>
              <p:cNvSpPr/>
              <p:nvPr/>
            </p:nvSpPr>
            <p:spPr>
              <a:xfrm>
                <a:off x="9477894" y="6202835"/>
                <a:ext cx="6343" cy="6345"/>
              </a:xfrm>
              <a:custGeom>
                <a:avLst/>
                <a:gdLst>
                  <a:gd name="connsiteX0" fmla="*/ 3413 w 6343"/>
                  <a:gd name="connsiteY0" fmla="*/ 6560 h 6345"/>
                  <a:gd name="connsiteX1" fmla="*/ 5656 w 6343"/>
                  <a:gd name="connsiteY1" fmla="*/ 5631 h 6345"/>
                  <a:gd name="connsiteX2" fmla="*/ 6585 w 6343"/>
                  <a:gd name="connsiteY2" fmla="*/ 3387 h 6345"/>
                  <a:gd name="connsiteX3" fmla="*/ 5656 w 6343"/>
                  <a:gd name="connsiteY3" fmla="*/ 1144 h 6345"/>
                  <a:gd name="connsiteX4" fmla="*/ 3413 w 6343"/>
                  <a:gd name="connsiteY4" fmla="*/ 215 h 6345"/>
                  <a:gd name="connsiteX5" fmla="*/ 1171 w 6343"/>
                  <a:gd name="connsiteY5" fmla="*/ 1144 h 6345"/>
                  <a:gd name="connsiteX6" fmla="*/ 242 w 6343"/>
                  <a:gd name="connsiteY6" fmla="*/ 3387 h 6345"/>
                  <a:gd name="connsiteX7" fmla="*/ 1171 w 6343"/>
                  <a:gd name="connsiteY7" fmla="*/ 5631 h 6345"/>
                  <a:gd name="connsiteX8" fmla="*/ 3413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60"/>
                    </a:moveTo>
                    <a:cubicBezTo>
                      <a:pt x="4255" y="6560"/>
                      <a:pt x="5061" y="6226"/>
                      <a:pt x="5656" y="5631"/>
                    </a:cubicBezTo>
                    <a:cubicBezTo>
                      <a:pt x="6251" y="5036"/>
                      <a:pt x="6585" y="4229"/>
                      <a:pt x="6585" y="3387"/>
                    </a:cubicBezTo>
                    <a:cubicBezTo>
                      <a:pt x="6585" y="2546"/>
                      <a:pt x="6251" y="1739"/>
                      <a:pt x="5656" y="1144"/>
                    </a:cubicBezTo>
                    <a:cubicBezTo>
                      <a:pt x="5061" y="549"/>
                      <a:pt x="4255" y="215"/>
                      <a:pt x="3413" y="215"/>
                    </a:cubicBezTo>
                    <a:cubicBezTo>
                      <a:pt x="2572" y="215"/>
                      <a:pt x="1766" y="549"/>
                      <a:pt x="1171" y="1144"/>
                    </a:cubicBezTo>
                    <a:cubicBezTo>
                      <a:pt x="576" y="1739"/>
                      <a:pt x="242" y="2546"/>
                      <a:pt x="242" y="3387"/>
                    </a:cubicBezTo>
                    <a:cubicBezTo>
                      <a:pt x="242" y="4229"/>
                      <a:pt x="576" y="5036"/>
                      <a:pt x="1171" y="5631"/>
                    </a:cubicBezTo>
                    <a:cubicBezTo>
                      <a:pt x="1766" y="6226"/>
                      <a:pt x="2572" y="6560"/>
                      <a:pt x="3413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86" name="Freeform: Shape 11085">
                <a:extLst>
                  <a:ext uri="{FF2B5EF4-FFF2-40B4-BE49-F238E27FC236}">
                    <a16:creationId xmlns:a16="http://schemas.microsoft.com/office/drawing/2014/main" id="{56A1CF7B-83CA-F1AE-E27B-8B0FF184AD5B}"/>
                  </a:ext>
                </a:extLst>
              </p:cNvPr>
              <p:cNvSpPr/>
              <p:nvPr/>
            </p:nvSpPr>
            <p:spPr>
              <a:xfrm>
                <a:off x="9472361" y="6204403"/>
                <a:ext cx="6343" cy="6345"/>
              </a:xfrm>
              <a:custGeom>
                <a:avLst/>
                <a:gdLst>
                  <a:gd name="connsiteX0" fmla="*/ 3413 w 6343"/>
                  <a:gd name="connsiteY0" fmla="*/ 6560 h 6345"/>
                  <a:gd name="connsiteX1" fmla="*/ 5656 w 6343"/>
                  <a:gd name="connsiteY1" fmla="*/ 5631 h 6345"/>
                  <a:gd name="connsiteX2" fmla="*/ 6585 w 6343"/>
                  <a:gd name="connsiteY2" fmla="*/ 3387 h 6345"/>
                  <a:gd name="connsiteX3" fmla="*/ 5656 w 6343"/>
                  <a:gd name="connsiteY3" fmla="*/ 1144 h 6345"/>
                  <a:gd name="connsiteX4" fmla="*/ 3413 w 6343"/>
                  <a:gd name="connsiteY4" fmla="*/ 215 h 6345"/>
                  <a:gd name="connsiteX5" fmla="*/ 1170 w 6343"/>
                  <a:gd name="connsiteY5" fmla="*/ 1144 h 6345"/>
                  <a:gd name="connsiteX6" fmla="*/ 241 w 6343"/>
                  <a:gd name="connsiteY6" fmla="*/ 3387 h 6345"/>
                  <a:gd name="connsiteX7" fmla="*/ 1170 w 6343"/>
                  <a:gd name="connsiteY7" fmla="*/ 5631 h 6345"/>
                  <a:gd name="connsiteX8" fmla="*/ 3413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60"/>
                    </a:moveTo>
                    <a:cubicBezTo>
                      <a:pt x="4254" y="6560"/>
                      <a:pt x="5061" y="6226"/>
                      <a:pt x="5656" y="5631"/>
                    </a:cubicBezTo>
                    <a:cubicBezTo>
                      <a:pt x="6250" y="5036"/>
                      <a:pt x="6585" y="4229"/>
                      <a:pt x="6585" y="3387"/>
                    </a:cubicBezTo>
                    <a:cubicBezTo>
                      <a:pt x="6585" y="2546"/>
                      <a:pt x="6250" y="1739"/>
                      <a:pt x="5656" y="1144"/>
                    </a:cubicBezTo>
                    <a:cubicBezTo>
                      <a:pt x="5061" y="549"/>
                      <a:pt x="4254" y="215"/>
                      <a:pt x="3413" y="215"/>
                    </a:cubicBezTo>
                    <a:cubicBezTo>
                      <a:pt x="2572" y="215"/>
                      <a:pt x="1765" y="549"/>
                      <a:pt x="1170" y="1144"/>
                    </a:cubicBezTo>
                    <a:cubicBezTo>
                      <a:pt x="576" y="1739"/>
                      <a:pt x="241" y="2546"/>
                      <a:pt x="241" y="3387"/>
                    </a:cubicBezTo>
                    <a:cubicBezTo>
                      <a:pt x="241" y="4229"/>
                      <a:pt x="576" y="5036"/>
                      <a:pt x="1170" y="5631"/>
                    </a:cubicBezTo>
                    <a:cubicBezTo>
                      <a:pt x="1765" y="6226"/>
                      <a:pt x="2572" y="6560"/>
                      <a:pt x="3413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87" name="Freeform: Shape 11086">
                <a:extLst>
                  <a:ext uri="{FF2B5EF4-FFF2-40B4-BE49-F238E27FC236}">
                    <a16:creationId xmlns:a16="http://schemas.microsoft.com/office/drawing/2014/main" id="{BB887F5E-1FD4-7DA9-1B2A-171DAB0B7C76}"/>
                  </a:ext>
                </a:extLst>
              </p:cNvPr>
              <p:cNvSpPr/>
              <p:nvPr/>
            </p:nvSpPr>
            <p:spPr>
              <a:xfrm>
                <a:off x="9466818" y="6206252"/>
                <a:ext cx="6343" cy="6345"/>
              </a:xfrm>
              <a:custGeom>
                <a:avLst/>
                <a:gdLst>
                  <a:gd name="connsiteX0" fmla="*/ 3413 w 6343"/>
                  <a:gd name="connsiteY0" fmla="*/ 6560 h 6345"/>
                  <a:gd name="connsiteX1" fmla="*/ 5655 w 6343"/>
                  <a:gd name="connsiteY1" fmla="*/ 5631 h 6345"/>
                  <a:gd name="connsiteX2" fmla="*/ 6584 w 6343"/>
                  <a:gd name="connsiteY2" fmla="*/ 3388 h 6345"/>
                  <a:gd name="connsiteX3" fmla="*/ 5655 w 6343"/>
                  <a:gd name="connsiteY3" fmla="*/ 1144 h 6345"/>
                  <a:gd name="connsiteX4" fmla="*/ 3413 w 6343"/>
                  <a:gd name="connsiteY4" fmla="*/ 215 h 6345"/>
                  <a:gd name="connsiteX5" fmla="*/ 1170 w 6343"/>
                  <a:gd name="connsiteY5" fmla="*/ 1144 h 6345"/>
                  <a:gd name="connsiteX6" fmla="*/ 241 w 6343"/>
                  <a:gd name="connsiteY6" fmla="*/ 3388 h 6345"/>
                  <a:gd name="connsiteX7" fmla="*/ 1170 w 6343"/>
                  <a:gd name="connsiteY7" fmla="*/ 5631 h 6345"/>
                  <a:gd name="connsiteX8" fmla="*/ 3413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60"/>
                    </a:moveTo>
                    <a:cubicBezTo>
                      <a:pt x="4254" y="6560"/>
                      <a:pt x="5060" y="6226"/>
                      <a:pt x="5655" y="5631"/>
                    </a:cubicBezTo>
                    <a:cubicBezTo>
                      <a:pt x="6250" y="5036"/>
                      <a:pt x="6584" y="4229"/>
                      <a:pt x="6584" y="3388"/>
                    </a:cubicBezTo>
                    <a:cubicBezTo>
                      <a:pt x="6584" y="2546"/>
                      <a:pt x="6250" y="1739"/>
                      <a:pt x="5655" y="1144"/>
                    </a:cubicBezTo>
                    <a:cubicBezTo>
                      <a:pt x="5060" y="549"/>
                      <a:pt x="4254" y="215"/>
                      <a:pt x="3413" y="215"/>
                    </a:cubicBezTo>
                    <a:cubicBezTo>
                      <a:pt x="2571" y="215"/>
                      <a:pt x="1765" y="549"/>
                      <a:pt x="1170" y="1144"/>
                    </a:cubicBezTo>
                    <a:cubicBezTo>
                      <a:pt x="575" y="1739"/>
                      <a:pt x="241" y="2546"/>
                      <a:pt x="241" y="3388"/>
                    </a:cubicBezTo>
                    <a:cubicBezTo>
                      <a:pt x="241" y="4229"/>
                      <a:pt x="575" y="5036"/>
                      <a:pt x="1170" y="5631"/>
                    </a:cubicBezTo>
                    <a:cubicBezTo>
                      <a:pt x="1765" y="6226"/>
                      <a:pt x="2571" y="6560"/>
                      <a:pt x="3413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88" name="Freeform: Shape 11087">
                <a:extLst>
                  <a:ext uri="{FF2B5EF4-FFF2-40B4-BE49-F238E27FC236}">
                    <a16:creationId xmlns:a16="http://schemas.microsoft.com/office/drawing/2014/main" id="{F91D1074-6E84-7714-FCE8-D7FEE3516D0D}"/>
                  </a:ext>
                </a:extLst>
              </p:cNvPr>
              <p:cNvSpPr/>
              <p:nvPr/>
            </p:nvSpPr>
            <p:spPr>
              <a:xfrm>
                <a:off x="9461282" y="6209635"/>
                <a:ext cx="6343" cy="6345"/>
              </a:xfrm>
              <a:custGeom>
                <a:avLst/>
                <a:gdLst>
                  <a:gd name="connsiteX0" fmla="*/ 3412 w 6343"/>
                  <a:gd name="connsiteY0" fmla="*/ 6561 h 6345"/>
                  <a:gd name="connsiteX1" fmla="*/ 5655 w 6343"/>
                  <a:gd name="connsiteY1" fmla="*/ 5631 h 6345"/>
                  <a:gd name="connsiteX2" fmla="*/ 6584 w 6343"/>
                  <a:gd name="connsiteY2" fmla="*/ 3388 h 6345"/>
                  <a:gd name="connsiteX3" fmla="*/ 5655 w 6343"/>
                  <a:gd name="connsiteY3" fmla="*/ 1144 h 6345"/>
                  <a:gd name="connsiteX4" fmla="*/ 3412 w 6343"/>
                  <a:gd name="connsiteY4" fmla="*/ 215 h 6345"/>
                  <a:gd name="connsiteX5" fmla="*/ 1170 w 6343"/>
                  <a:gd name="connsiteY5" fmla="*/ 1144 h 6345"/>
                  <a:gd name="connsiteX6" fmla="*/ 241 w 6343"/>
                  <a:gd name="connsiteY6" fmla="*/ 3388 h 6345"/>
                  <a:gd name="connsiteX7" fmla="*/ 1170 w 6343"/>
                  <a:gd name="connsiteY7" fmla="*/ 5631 h 6345"/>
                  <a:gd name="connsiteX8" fmla="*/ 3412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1"/>
                    </a:moveTo>
                    <a:cubicBezTo>
                      <a:pt x="4253" y="6561"/>
                      <a:pt x="5060" y="6226"/>
                      <a:pt x="5655" y="5631"/>
                    </a:cubicBezTo>
                    <a:cubicBezTo>
                      <a:pt x="6250" y="5036"/>
                      <a:pt x="6584" y="4229"/>
                      <a:pt x="6584" y="3388"/>
                    </a:cubicBezTo>
                    <a:cubicBezTo>
                      <a:pt x="6584" y="2546"/>
                      <a:pt x="6250" y="1739"/>
                      <a:pt x="5655" y="1144"/>
                    </a:cubicBezTo>
                    <a:cubicBezTo>
                      <a:pt x="5060" y="549"/>
                      <a:pt x="4253" y="215"/>
                      <a:pt x="3412" y="215"/>
                    </a:cubicBezTo>
                    <a:cubicBezTo>
                      <a:pt x="2571" y="215"/>
                      <a:pt x="1764" y="549"/>
                      <a:pt x="1170" y="1144"/>
                    </a:cubicBezTo>
                    <a:cubicBezTo>
                      <a:pt x="575" y="1739"/>
                      <a:pt x="241" y="2546"/>
                      <a:pt x="241" y="3388"/>
                    </a:cubicBezTo>
                    <a:cubicBezTo>
                      <a:pt x="241" y="4229"/>
                      <a:pt x="575" y="5036"/>
                      <a:pt x="1170" y="5631"/>
                    </a:cubicBezTo>
                    <a:cubicBezTo>
                      <a:pt x="1764" y="6226"/>
                      <a:pt x="2571" y="6561"/>
                      <a:pt x="3412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89" name="Freeform: Shape 11088">
                <a:extLst>
                  <a:ext uri="{FF2B5EF4-FFF2-40B4-BE49-F238E27FC236}">
                    <a16:creationId xmlns:a16="http://schemas.microsoft.com/office/drawing/2014/main" id="{A4993B0E-E369-A4B0-397D-257C6FDB69C2}"/>
                  </a:ext>
                </a:extLst>
              </p:cNvPr>
              <p:cNvSpPr/>
              <p:nvPr/>
            </p:nvSpPr>
            <p:spPr>
              <a:xfrm>
                <a:off x="9455589" y="6203447"/>
                <a:ext cx="6343" cy="6345"/>
              </a:xfrm>
              <a:custGeom>
                <a:avLst/>
                <a:gdLst>
                  <a:gd name="connsiteX0" fmla="*/ 3412 w 6343"/>
                  <a:gd name="connsiteY0" fmla="*/ 6560 h 6345"/>
                  <a:gd name="connsiteX1" fmla="*/ 5654 w 6343"/>
                  <a:gd name="connsiteY1" fmla="*/ 5631 h 6345"/>
                  <a:gd name="connsiteX2" fmla="*/ 6583 w 6343"/>
                  <a:gd name="connsiteY2" fmla="*/ 3387 h 6345"/>
                  <a:gd name="connsiteX3" fmla="*/ 5654 w 6343"/>
                  <a:gd name="connsiteY3" fmla="*/ 1144 h 6345"/>
                  <a:gd name="connsiteX4" fmla="*/ 3412 w 6343"/>
                  <a:gd name="connsiteY4" fmla="*/ 215 h 6345"/>
                  <a:gd name="connsiteX5" fmla="*/ 1169 w 6343"/>
                  <a:gd name="connsiteY5" fmla="*/ 1144 h 6345"/>
                  <a:gd name="connsiteX6" fmla="*/ 240 w 6343"/>
                  <a:gd name="connsiteY6" fmla="*/ 3387 h 6345"/>
                  <a:gd name="connsiteX7" fmla="*/ 1169 w 6343"/>
                  <a:gd name="connsiteY7" fmla="*/ 5631 h 6345"/>
                  <a:gd name="connsiteX8" fmla="*/ 3412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60"/>
                    </a:moveTo>
                    <a:cubicBezTo>
                      <a:pt x="4253" y="6560"/>
                      <a:pt x="5060" y="6226"/>
                      <a:pt x="5654" y="5631"/>
                    </a:cubicBezTo>
                    <a:cubicBezTo>
                      <a:pt x="6249" y="5036"/>
                      <a:pt x="6583" y="4229"/>
                      <a:pt x="6583" y="3387"/>
                    </a:cubicBezTo>
                    <a:cubicBezTo>
                      <a:pt x="6583" y="2546"/>
                      <a:pt x="6249" y="1739"/>
                      <a:pt x="5654" y="1144"/>
                    </a:cubicBezTo>
                    <a:cubicBezTo>
                      <a:pt x="5060" y="549"/>
                      <a:pt x="4253" y="215"/>
                      <a:pt x="3412" y="215"/>
                    </a:cubicBezTo>
                    <a:cubicBezTo>
                      <a:pt x="2571" y="215"/>
                      <a:pt x="1764" y="549"/>
                      <a:pt x="1169" y="1144"/>
                    </a:cubicBezTo>
                    <a:cubicBezTo>
                      <a:pt x="574" y="1739"/>
                      <a:pt x="240" y="2546"/>
                      <a:pt x="240" y="3387"/>
                    </a:cubicBezTo>
                    <a:cubicBezTo>
                      <a:pt x="240" y="4229"/>
                      <a:pt x="574" y="5036"/>
                      <a:pt x="1169" y="5631"/>
                    </a:cubicBezTo>
                    <a:cubicBezTo>
                      <a:pt x="1764" y="6226"/>
                      <a:pt x="2571" y="6560"/>
                      <a:pt x="3412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90" name="Freeform: Shape 11089">
                <a:extLst>
                  <a:ext uri="{FF2B5EF4-FFF2-40B4-BE49-F238E27FC236}">
                    <a16:creationId xmlns:a16="http://schemas.microsoft.com/office/drawing/2014/main" id="{7E027FD8-C809-6CC8-39C5-D0ED423A767C}"/>
                  </a:ext>
                </a:extLst>
              </p:cNvPr>
              <p:cNvSpPr/>
              <p:nvPr/>
            </p:nvSpPr>
            <p:spPr>
              <a:xfrm>
                <a:off x="9450015" y="6204251"/>
                <a:ext cx="6343" cy="6345"/>
              </a:xfrm>
              <a:custGeom>
                <a:avLst/>
                <a:gdLst>
                  <a:gd name="connsiteX0" fmla="*/ 3411 w 6343"/>
                  <a:gd name="connsiteY0" fmla="*/ 6560 h 6345"/>
                  <a:gd name="connsiteX1" fmla="*/ 5654 w 6343"/>
                  <a:gd name="connsiteY1" fmla="*/ 5631 h 6345"/>
                  <a:gd name="connsiteX2" fmla="*/ 6583 w 6343"/>
                  <a:gd name="connsiteY2" fmla="*/ 3387 h 6345"/>
                  <a:gd name="connsiteX3" fmla="*/ 5654 w 6343"/>
                  <a:gd name="connsiteY3" fmla="*/ 1144 h 6345"/>
                  <a:gd name="connsiteX4" fmla="*/ 3411 w 6343"/>
                  <a:gd name="connsiteY4" fmla="*/ 215 h 6345"/>
                  <a:gd name="connsiteX5" fmla="*/ 1169 w 6343"/>
                  <a:gd name="connsiteY5" fmla="*/ 1144 h 6345"/>
                  <a:gd name="connsiteX6" fmla="*/ 240 w 6343"/>
                  <a:gd name="connsiteY6" fmla="*/ 3387 h 6345"/>
                  <a:gd name="connsiteX7" fmla="*/ 1169 w 6343"/>
                  <a:gd name="connsiteY7" fmla="*/ 5631 h 6345"/>
                  <a:gd name="connsiteX8" fmla="*/ 341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0"/>
                    </a:moveTo>
                    <a:cubicBezTo>
                      <a:pt x="4252" y="6560"/>
                      <a:pt x="5059" y="6226"/>
                      <a:pt x="5654" y="5631"/>
                    </a:cubicBezTo>
                    <a:cubicBezTo>
                      <a:pt x="6249" y="5036"/>
                      <a:pt x="6583" y="4229"/>
                      <a:pt x="6583" y="3387"/>
                    </a:cubicBezTo>
                    <a:cubicBezTo>
                      <a:pt x="6583" y="2546"/>
                      <a:pt x="6249" y="1739"/>
                      <a:pt x="5654" y="1144"/>
                    </a:cubicBezTo>
                    <a:cubicBezTo>
                      <a:pt x="5059" y="549"/>
                      <a:pt x="4252" y="215"/>
                      <a:pt x="3411" y="215"/>
                    </a:cubicBezTo>
                    <a:cubicBezTo>
                      <a:pt x="2570" y="215"/>
                      <a:pt x="1763" y="549"/>
                      <a:pt x="1169" y="1144"/>
                    </a:cubicBezTo>
                    <a:cubicBezTo>
                      <a:pt x="574" y="1739"/>
                      <a:pt x="240" y="2546"/>
                      <a:pt x="240" y="3387"/>
                    </a:cubicBezTo>
                    <a:cubicBezTo>
                      <a:pt x="240" y="4229"/>
                      <a:pt x="574" y="5036"/>
                      <a:pt x="1169" y="5631"/>
                    </a:cubicBezTo>
                    <a:cubicBezTo>
                      <a:pt x="1763" y="6226"/>
                      <a:pt x="2570" y="6560"/>
                      <a:pt x="341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91" name="Freeform: Shape 11090">
                <a:extLst>
                  <a:ext uri="{FF2B5EF4-FFF2-40B4-BE49-F238E27FC236}">
                    <a16:creationId xmlns:a16="http://schemas.microsoft.com/office/drawing/2014/main" id="{9FCF51D1-8827-437A-81BD-C0371BA69950}"/>
                  </a:ext>
                </a:extLst>
              </p:cNvPr>
              <p:cNvSpPr/>
              <p:nvPr/>
            </p:nvSpPr>
            <p:spPr>
              <a:xfrm>
                <a:off x="9444432" y="6209666"/>
                <a:ext cx="6343" cy="6345"/>
              </a:xfrm>
              <a:custGeom>
                <a:avLst/>
                <a:gdLst>
                  <a:gd name="connsiteX0" fmla="*/ 3411 w 6343"/>
                  <a:gd name="connsiteY0" fmla="*/ 6561 h 6345"/>
                  <a:gd name="connsiteX1" fmla="*/ 5653 w 6343"/>
                  <a:gd name="connsiteY1" fmla="*/ 5631 h 6345"/>
                  <a:gd name="connsiteX2" fmla="*/ 6582 w 6343"/>
                  <a:gd name="connsiteY2" fmla="*/ 3388 h 6345"/>
                  <a:gd name="connsiteX3" fmla="*/ 5653 w 6343"/>
                  <a:gd name="connsiteY3" fmla="*/ 1144 h 6345"/>
                  <a:gd name="connsiteX4" fmla="*/ 3411 w 6343"/>
                  <a:gd name="connsiteY4" fmla="*/ 215 h 6345"/>
                  <a:gd name="connsiteX5" fmla="*/ 1168 w 6343"/>
                  <a:gd name="connsiteY5" fmla="*/ 1144 h 6345"/>
                  <a:gd name="connsiteX6" fmla="*/ 239 w 6343"/>
                  <a:gd name="connsiteY6" fmla="*/ 3388 h 6345"/>
                  <a:gd name="connsiteX7" fmla="*/ 1168 w 6343"/>
                  <a:gd name="connsiteY7" fmla="*/ 5631 h 6345"/>
                  <a:gd name="connsiteX8" fmla="*/ 3411 w 6343"/>
                  <a:gd name="connsiteY8" fmla="*/ 65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61"/>
                    </a:moveTo>
                    <a:cubicBezTo>
                      <a:pt x="4252" y="6561"/>
                      <a:pt x="5059" y="6226"/>
                      <a:pt x="5653" y="5631"/>
                    </a:cubicBezTo>
                    <a:cubicBezTo>
                      <a:pt x="6248" y="5036"/>
                      <a:pt x="6582" y="4229"/>
                      <a:pt x="6582" y="3388"/>
                    </a:cubicBezTo>
                    <a:cubicBezTo>
                      <a:pt x="6582" y="2546"/>
                      <a:pt x="6248" y="1739"/>
                      <a:pt x="5653" y="1144"/>
                    </a:cubicBezTo>
                    <a:cubicBezTo>
                      <a:pt x="5059" y="549"/>
                      <a:pt x="4252" y="215"/>
                      <a:pt x="3411" y="215"/>
                    </a:cubicBezTo>
                    <a:cubicBezTo>
                      <a:pt x="2570" y="215"/>
                      <a:pt x="1763" y="549"/>
                      <a:pt x="1168" y="1144"/>
                    </a:cubicBezTo>
                    <a:cubicBezTo>
                      <a:pt x="573" y="1739"/>
                      <a:pt x="239" y="2546"/>
                      <a:pt x="239" y="3388"/>
                    </a:cubicBezTo>
                    <a:cubicBezTo>
                      <a:pt x="239" y="4229"/>
                      <a:pt x="573" y="5036"/>
                      <a:pt x="1168" y="5631"/>
                    </a:cubicBezTo>
                    <a:cubicBezTo>
                      <a:pt x="1763" y="6226"/>
                      <a:pt x="2570" y="6561"/>
                      <a:pt x="3411" y="65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92" name="Freeform: Shape 11091">
                <a:extLst>
                  <a:ext uri="{FF2B5EF4-FFF2-40B4-BE49-F238E27FC236}">
                    <a16:creationId xmlns:a16="http://schemas.microsoft.com/office/drawing/2014/main" id="{1EC8D784-8A5C-2C07-BA68-E2C0426FA5C4}"/>
                  </a:ext>
                </a:extLst>
              </p:cNvPr>
              <p:cNvSpPr/>
              <p:nvPr/>
            </p:nvSpPr>
            <p:spPr>
              <a:xfrm>
                <a:off x="9438845" y="6204817"/>
                <a:ext cx="6343" cy="6345"/>
              </a:xfrm>
              <a:custGeom>
                <a:avLst/>
                <a:gdLst>
                  <a:gd name="connsiteX0" fmla="*/ 3410 w 6343"/>
                  <a:gd name="connsiteY0" fmla="*/ 6560 h 6345"/>
                  <a:gd name="connsiteX1" fmla="*/ 5653 w 6343"/>
                  <a:gd name="connsiteY1" fmla="*/ 5631 h 6345"/>
                  <a:gd name="connsiteX2" fmla="*/ 6582 w 6343"/>
                  <a:gd name="connsiteY2" fmla="*/ 3387 h 6345"/>
                  <a:gd name="connsiteX3" fmla="*/ 5653 w 6343"/>
                  <a:gd name="connsiteY3" fmla="*/ 1144 h 6345"/>
                  <a:gd name="connsiteX4" fmla="*/ 3410 w 6343"/>
                  <a:gd name="connsiteY4" fmla="*/ 215 h 6345"/>
                  <a:gd name="connsiteX5" fmla="*/ 1168 w 6343"/>
                  <a:gd name="connsiteY5" fmla="*/ 1144 h 6345"/>
                  <a:gd name="connsiteX6" fmla="*/ 239 w 6343"/>
                  <a:gd name="connsiteY6" fmla="*/ 3387 h 6345"/>
                  <a:gd name="connsiteX7" fmla="*/ 1168 w 6343"/>
                  <a:gd name="connsiteY7" fmla="*/ 5631 h 6345"/>
                  <a:gd name="connsiteX8" fmla="*/ 3410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0"/>
                    </a:moveTo>
                    <a:cubicBezTo>
                      <a:pt x="4251" y="6560"/>
                      <a:pt x="5058" y="6226"/>
                      <a:pt x="5653" y="5631"/>
                    </a:cubicBezTo>
                    <a:cubicBezTo>
                      <a:pt x="6248" y="5036"/>
                      <a:pt x="6582" y="4229"/>
                      <a:pt x="6582" y="3387"/>
                    </a:cubicBezTo>
                    <a:cubicBezTo>
                      <a:pt x="6582" y="2546"/>
                      <a:pt x="6248" y="1739"/>
                      <a:pt x="5653" y="1144"/>
                    </a:cubicBezTo>
                    <a:cubicBezTo>
                      <a:pt x="5058" y="549"/>
                      <a:pt x="4251" y="215"/>
                      <a:pt x="3410" y="215"/>
                    </a:cubicBezTo>
                    <a:cubicBezTo>
                      <a:pt x="2569" y="215"/>
                      <a:pt x="1763" y="549"/>
                      <a:pt x="1168" y="1144"/>
                    </a:cubicBezTo>
                    <a:cubicBezTo>
                      <a:pt x="573" y="1739"/>
                      <a:pt x="239" y="2546"/>
                      <a:pt x="239" y="3387"/>
                    </a:cubicBezTo>
                    <a:cubicBezTo>
                      <a:pt x="239" y="4229"/>
                      <a:pt x="573" y="5036"/>
                      <a:pt x="1168" y="5631"/>
                    </a:cubicBezTo>
                    <a:cubicBezTo>
                      <a:pt x="1763" y="6226"/>
                      <a:pt x="2569" y="6560"/>
                      <a:pt x="3410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93" name="Freeform: Shape 11092">
                <a:extLst>
                  <a:ext uri="{FF2B5EF4-FFF2-40B4-BE49-F238E27FC236}">
                    <a16:creationId xmlns:a16="http://schemas.microsoft.com/office/drawing/2014/main" id="{74FE8732-7FBF-91A0-8866-C2F438BA1EA2}"/>
                  </a:ext>
                </a:extLst>
              </p:cNvPr>
              <p:cNvSpPr/>
              <p:nvPr/>
            </p:nvSpPr>
            <p:spPr>
              <a:xfrm>
                <a:off x="9433262" y="6204452"/>
                <a:ext cx="6343" cy="6345"/>
              </a:xfrm>
              <a:custGeom>
                <a:avLst/>
                <a:gdLst>
                  <a:gd name="connsiteX0" fmla="*/ 3410 w 6343"/>
                  <a:gd name="connsiteY0" fmla="*/ 6560 h 6345"/>
                  <a:gd name="connsiteX1" fmla="*/ 5653 w 6343"/>
                  <a:gd name="connsiteY1" fmla="*/ 5631 h 6345"/>
                  <a:gd name="connsiteX2" fmla="*/ 6582 w 6343"/>
                  <a:gd name="connsiteY2" fmla="*/ 3387 h 6345"/>
                  <a:gd name="connsiteX3" fmla="*/ 5653 w 6343"/>
                  <a:gd name="connsiteY3" fmla="*/ 1144 h 6345"/>
                  <a:gd name="connsiteX4" fmla="*/ 3410 w 6343"/>
                  <a:gd name="connsiteY4" fmla="*/ 215 h 6345"/>
                  <a:gd name="connsiteX5" fmla="*/ 1167 w 6343"/>
                  <a:gd name="connsiteY5" fmla="*/ 1144 h 6345"/>
                  <a:gd name="connsiteX6" fmla="*/ 238 w 6343"/>
                  <a:gd name="connsiteY6" fmla="*/ 3387 h 6345"/>
                  <a:gd name="connsiteX7" fmla="*/ 1167 w 6343"/>
                  <a:gd name="connsiteY7" fmla="*/ 5631 h 6345"/>
                  <a:gd name="connsiteX8" fmla="*/ 3410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0"/>
                    </a:moveTo>
                    <a:cubicBezTo>
                      <a:pt x="4251" y="6560"/>
                      <a:pt x="5058" y="6226"/>
                      <a:pt x="5653" y="5631"/>
                    </a:cubicBezTo>
                    <a:cubicBezTo>
                      <a:pt x="6247" y="5036"/>
                      <a:pt x="6582" y="4229"/>
                      <a:pt x="6582" y="3387"/>
                    </a:cubicBezTo>
                    <a:cubicBezTo>
                      <a:pt x="6582" y="2546"/>
                      <a:pt x="6247" y="1739"/>
                      <a:pt x="5653" y="1144"/>
                    </a:cubicBezTo>
                    <a:cubicBezTo>
                      <a:pt x="5058" y="549"/>
                      <a:pt x="4251" y="215"/>
                      <a:pt x="3410" y="215"/>
                    </a:cubicBezTo>
                    <a:cubicBezTo>
                      <a:pt x="2569" y="215"/>
                      <a:pt x="1762" y="549"/>
                      <a:pt x="1167" y="1144"/>
                    </a:cubicBezTo>
                    <a:cubicBezTo>
                      <a:pt x="573" y="1739"/>
                      <a:pt x="238" y="2546"/>
                      <a:pt x="238" y="3387"/>
                    </a:cubicBezTo>
                    <a:cubicBezTo>
                      <a:pt x="238" y="4229"/>
                      <a:pt x="573" y="5036"/>
                      <a:pt x="1167" y="5631"/>
                    </a:cubicBezTo>
                    <a:cubicBezTo>
                      <a:pt x="1762" y="6226"/>
                      <a:pt x="2569" y="6560"/>
                      <a:pt x="3410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94" name="Freeform: Shape 11093">
                <a:extLst>
                  <a:ext uri="{FF2B5EF4-FFF2-40B4-BE49-F238E27FC236}">
                    <a16:creationId xmlns:a16="http://schemas.microsoft.com/office/drawing/2014/main" id="{D9AE8043-1453-F0FC-7A8B-47FE5AA45FFD}"/>
                  </a:ext>
                </a:extLst>
              </p:cNvPr>
              <p:cNvSpPr/>
              <p:nvPr/>
            </p:nvSpPr>
            <p:spPr>
              <a:xfrm>
                <a:off x="9427711" y="6202610"/>
                <a:ext cx="6343" cy="6345"/>
              </a:xfrm>
              <a:custGeom>
                <a:avLst/>
                <a:gdLst>
                  <a:gd name="connsiteX0" fmla="*/ 3410 w 6343"/>
                  <a:gd name="connsiteY0" fmla="*/ 6560 h 6345"/>
                  <a:gd name="connsiteX1" fmla="*/ 5652 w 6343"/>
                  <a:gd name="connsiteY1" fmla="*/ 5631 h 6345"/>
                  <a:gd name="connsiteX2" fmla="*/ 6581 w 6343"/>
                  <a:gd name="connsiteY2" fmla="*/ 3387 h 6345"/>
                  <a:gd name="connsiteX3" fmla="*/ 5652 w 6343"/>
                  <a:gd name="connsiteY3" fmla="*/ 1144 h 6345"/>
                  <a:gd name="connsiteX4" fmla="*/ 3410 w 6343"/>
                  <a:gd name="connsiteY4" fmla="*/ 215 h 6345"/>
                  <a:gd name="connsiteX5" fmla="*/ 1167 w 6343"/>
                  <a:gd name="connsiteY5" fmla="*/ 1144 h 6345"/>
                  <a:gd name="connsiteX6" fmla="*/ 238 w 6343"/>
                  <a:gd name="connsiteY6" fmla="*/ 3387 h 6345"/>
                  <a:gd name="connsiteX7" fmla="*/ 1167 w 6343"/>
                  <a:gd name="connsiteY7" fmla="*/ 5631 h 6345"/>
                  <a:gd name="connsiteX8" fmla="*/ 3410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60"/>
                    </a:moveTo>
                    <a:cubicBezTo>
                      <a:pt x="4251" y="6560"/>
                      <a:pt x="5057" y="6226"/>
                      <a:pt x="5652" y="5631"/>
                    </a:cubicBezTo>
                    <a:cubicBezTo>
                      <a:pt x="6247" y="5036"/>
                      <a:pt x="6581" y="4229"/>
                      <a:pt x="6581" y="3387"/>
                    </a:cubicBezTo>
                    <a:cubicBezTo>
                      <a:pt x="6581" y="2546"/>
                      <a:pt x="6247" y="1739"/>
                      <a:pt x="5652" y="1144"/>
                    </a:cubicBezTo>
                    <a:cubicBezTo>
                      <a:pt x="5057" y="549"/>
                      <a:pt x="4251" y="215"/>
                      <a:pt x="3410" y="215"/>
                    </a:cubicBezTo>
                    <a:cubicBezTo>
                      <a:pt x="2568" y="215"/>
                      <a:pt x="1762" y="549"/>
                      <a:pt x="1167" y="1144"/>
                    </a:cubicBezTo>
                    <a:cubicBezTo>
                      <a:pt x="572" y="1739"/>
                      <a:pt x="238" y="2546"/>
                      <a:pt x="238" y="3387"/>
                    </a:cubicBezTo>
                    <a:cubicBezTo>
                      <a:pt x="238" y="4229"/>
                      <a:pt x="572" y="5036"/>
                      <a:pt x="1167" y="5631"/>
                    </a:cubicBezTo>
                    <a:cubicBezTo>
                      <a:pt x="1762" y="6226"/>
                      <a:pt x="2568" y="6560"/>
                      <a:pt x="3410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95" name="Freeform: Shape 11094">
                <a:extLst>
                  <a:ext uri="{FF2B5EF4-FFF2-40B4-BE49-F238E27FC236}">
                    <a16:creationId xmlns:a16="http://schemas.microsoft.com/office/drawing/2014/main" id="{AF05B72C-0E3D-0BD8-F866-9578E812630F}"/>
                  </a:ext>
                </a:extLst>
              </p:cNvPr>
              <p:cNvSpPr/>
              <p:nvPr/>
            </p:nvSpPr>
            <p:spPr>
              <a:xfrm>
                <a:off x="9422096" y="6204184"/>
                <a:ext cx="6343" cy="6345"/>
              </a:xfrm>
              <a:custGeom>
                <a:avLst/>
                <a:gdLst>
                  <a:gd name="connsiteX0" fmla="*/ 3409 w 6343"/>
                  <a:gd name="connsiteY0" fmla="*/ 6560 h 6345"/>
                  <a:gd name="connsiteX1" fmla="*/ 5652 w 6343"/>
                  <a:gd name="connsiteY1" fmla="*/ 5631 h 6345"/>
                  <a:gd name="connsiteX2" fmla="*/ 6581 w 6343"/>
                  <a:gd name="connsiteY2" fmla="*/ 3387 h 6345"/>
                  <a:gd name="connsiteX3" fmla="*/ 5652 w 6343"/>
                  <a:gd name="connsiteY3" fmla="*/ 1144 h 6345"/>
                  <a:gd name="connsiteX4" fmla="*/ 3409 w 6343"/>
                  <a:gd name="connsiteY4" fmla="*/ 215 h 6345"/>
                  <a:gd name="connsiteX5" fmla="*/ 1166 w 6343"/>
                  <a:gd name="connsiteY5" fmla="*/ 1144 h 6345"/>
                  <a:gd name="connsiteX6" fmla="*/ 238 w 6343"/>
                  <a:gd name="connsiteY6" fmla="*/ 3387 h 6345"/>
                  <a:gd name="connsiteX7" fmla="*/ 1166 w 6343"/>
                  <a:gd name="connsiteY7" fmla="*/ 5631 h 6345"/>
                  <a:gd name="connsiteX8" fmla="*/ 3409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60"/>
                    </a:moveTo>
                    <a:cubicBezTo>
                      <a:pt x="4250" y="6560"/>
                      <a:pt x="5057" y="6226"/>
                      <a:pt x="5652" y="5631"/>
                    </a:cubicBezTo>
                    <a:cubicBezTo>
                      <a:pt x="6246" y="5036"/>
                      <a:pt x="6581" y="4229"/>
                      <a:pt x="6581" y="3387"/>
                    </a:cubicBezTo>
                    <a:cubicBezTo>
                      <a:pt x="6581" y="2546"/>
                      <a:pt x="6246" y="1739"/>
                      <a:pt x="5652" y="1144"/>
                    </a:cubicBezTo>
                    <a:cubicBezTo>
                      <a:pt x="5057" y="549"/>
                      <a:pt x="4250" y="215"/>
                      <a:pt x="3409" y="215"/>
                    </a:cubicBezTo>
                    <a:cubicBezTo>
                      <a:pt x="2568" y="215"/>
                      <a:pt x="1761" y="549"/>
                      <a:pt x="1166" y="1144"/>
                    </a:cubicBezTo>
                    <a:cubicBezTo>
                      <a:pt x="572" y="1739"/>
                      <a:pt x="238" y="2546"/>
                      <a:pt x="238" y="3387"/>
                    </a:cubicBezTo>
                    <a:cubicBezTo>
                      <a:pt x="238" y="4229"/>
                      <a:pt x="572" y="5036"/>
                      <a:pt x="1166" y="5631"/>
                    </a:cubicBezTo>
                    <a:cubicBezTo>
                      <a:pt x="1761" y="6226"/>
                      <a:pt x="2568" y="6560"/>
                      <a:pt x="3409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96" name="Freeform: Shape 11095">
                <a:extLst>
                  <a:ext uri="{FF2B5EF4-FFF2-40B4-BE49-F238E27FC236}">
                    <a16:creationId xmlns:a16="http://schemas.microsoft.com/office/drawing/2014/main" id="{94AA6E3A-442E-37DB-9F38-18F51A451B84}"/>
                  </a:ext>
                </a:extLst>
              </p:cNvPr>
              <p:cNvSpPr/>
              <p:nvPr/>
            </p:nvSpPr>
            <p:spPr>
              <a:xfrm>
                <a:off x="9410951" y="6203340"/>
                <a:ext cx="6343" cy="6345"/>
              </a:xfrm>
              <a:custGeom>
                <a:avLst/>
                <a:gdLst>
                  <a:gd name="connsiteX0" fmla="*/ 3408 w 6343"/>
                  <a:gd name="connsiteY0" fmla="*/ 6560 h 6345"/>
                  <a:gd name="connsiteX1" fmla="*/ 5651 w 6343"/>
                  <a:gd name="connsiteY1" fmla="*/ 5631 h 6345"/>
                  <a:gd name="connsiteX2" fmla="*/ 6580 w 6343"/>
                  <a:gd name="connsiteY2" fmla="*/ 3387 h 6345"/>
                  <a:gd name="connsiteX3" fmla="*/ 5651 w 6343"/>
                  <a:gd name="connsiteY3" fmla="*/ 1144 h 6345"/>
                  <a:gd name="connsiteX4" fmla="*/ 3408 w 6343"/>
                  <a:gd name="connsiteY4" fmla="*/ 215 h 6345"/>
                  <a:gd name="connsiteX5" fmla="*/ 1166 w 6343"/>
                  <a:gd name="connsiteY5" fmla="*/ 1144 h 6345"/>
                  <a:gd name="connsiteX6" fmla="*/ 237 w 6343"/>
                  <a:gd name="connsiteY6" fmla="*/ 3387 h 6345"/>
                  <a:gd name="connsiteX7" fmla="*/ 1166 w 6343"/>
                  <a:gd name="connsiteY7" fmla="*/ 5631 h 6345"/>
                  <a:gd name="connsiteX8" fmla="*/ 3408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60"/>
                    </a:moveTo>
                    <a:cubicBezTo>
                      <a:pt x="4249" y="6560"/>
                      <a:pt x="5056" y="6226"/>
                      <a:pt x="5651" y="5631"/>
                    </a:cubicBezTo>
                    <a:cubicBezTo>
                      <a:pt x="6246" y="5036"/>
                      <a:pt x="6580" y="4229"/>
                      <a:pt x="6580" y="3387"/>
                    </a:cubicBezTo>
                    <a:cubicBezTo>
                      <a:pt x="6580" y="2546"/>
                      <a:pt x="6246" y="1739"/>
                      <a:pt x="5651" y="1144"/>
                    </a:cubicBezTo>
                    <a:cubicBezTo>
                      <a:pt x="5056" y="549"/>
                      <a:pt x="4249" y="215"/>
                      <a:pt x="3408" y="215"/>
                    </a:cubicBezTo>
                    <a:cubicBezTo>
                      <a:pt x="2567" y="215"/>
                      <a:pt x="1760" y="549"/>
                      <a:pt x="1166" y="1144"/>
                    </a:cubicBezTo>
                    <a:cubicBezTo>
                      <a:pt x="571" y="1739"/>
                      <a:pt x="237" y="2546"/>
                      <a:pt x="237" y="3387"/>
                    </a:cubicBezTo>
                    <a:cubicBezTo>
                      <a:pt x="237" y="4229"/>
                      <a:pt x="571" y="5036"/>
                      <a:pt x="1166" y="5631"/>
                    </a:cubicBezTo>
                    <a:cubicBezTo>
                      <a:pt x="1760" y="6226"/>
                      <a:pt x="2567" y="6560"/>
                      <a:pt x="3408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97" name="Freeform: Shape 11096">
                <a:extLst>
                  <a:ext uri="{FF2B5EF4-FFF2-40B4-BE49-F238E27FC236}">
                    <a16:creationId xmlns:a16="http://schemas.microsoft.com/office/drawing/2014/main" id="{D4105340-5771-6AB3-53C2-B06D01663A11}"/>
                  </a:ext>
                </a:extLst>
              </p:cNvPr>
              <p:cNvSpPr/>
              <p:nvPr/>
            </p:nvSpPr>
            <p:spPr>
              <a:xfrm>
                <a:off x="9405377" y="6203055"/>
                <a:ext cx="6343" cy="6345"/>
              </a:xfrm>
              <a:custGeom>
                <a:avLst/>
                <a:gdLst>
                  <a:gd name="connsiteX0" fmla="*/ 3408 w 6343"/>
                  <a:gd name="connsiteY0" fmla="*/ 6560 h 6345"/>
                  <a:gd name="connsiteX1" fmla="*/ 5650 w 6343"/>
                  <a:gd name="connsiteY1" fmla="*/ 5631 h 6345"/>
                  <a:gd name="connsiteX2" fmla="*/ 6579 w 6343"/>
                  <a:gd name="connsiteY2" fmla="*/ 3387 h 6345"/>
                  <a:gd name="connsiteX3" fmla="*/ 5650 w 6343"/>
                  <a:gd name="connsiteY3" fmla="*/ 1144 h 6345"/>
                  <a:gd name="connsiteX4" fmla="*/ 3408 w 6343"/>
                  <a:gd name="connsiteY4" fmla="*/ 215 h 6345"/>
                  <a:gd name="connsiteX5" fmla="*/ 1165 w 6343"/>
                  <a:gd name="connsiteY5" fmla="*/ 1144 h 6345"/>
                  <a:gd name="connsiteX6" fmla="*/ 236 w 6343"/>
                  <a:gd name="connsiteY6" fmla="*/ 3387 h 6345"/>
                  <a:gd name="connsiteX7" fmla="*/ 1165 w 6343"/>
                  <a:gd name="connsiteY7" fmla="*/ 5631 h 6345"/>
                  <a:gd name="connsiteX8" fmla="*/ 3408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60"/>
                    </a:moveTo>
                    <a:cubicBezTo>
                      <a:pt x="4249" y="6560"/>
                      <a:pt x="5056" y="6226"/>
                      <a:pt x="5650" y="5631"/>
                    </a:cubicBezTo>
                    <a:cubicBezTo>
                      <a:pt x="6245" y="5036"/>
                      <a:pt x="6579" y="4229"/>
                      <a:pt x="6579" y="3387"/>
                    </a:cubicBezTo>
                    <a:cubicBezTo>
                      <a:pt x="6579" y="2546"/>
                      <a:pt x="6245" y="1739"/>
                      <a:pt x="5650" y="1144"/>
                    </a:cubicBezTo>
                    <a:cubicBezTo>
                      <a:pt x="5056" y="549"/>
                      <a:pt x="4249" y="215"/>
                      <a:pt x="3408" y="215"/>
                    </a:cubicBezTo>
                    <a:cubicBezTo>
                      <a:pt x="2567" y="215"/>
                      <a:pt x="1760" y="549"/>
                      <a:pt x="1165" y="1144"/>
                    </a:cubicBezTo>
                    <a:cubicBezTo>
                      <a:pt x="570" y="1739"/>
                      <a:pt x="236" y="2546"/>
                      <a:pt x="236" y="3387"/>
                    </a:cubicBezTo>
                    <a:cubicBezTo>
                      <a:pt x="236" y="4229"/>
                      <a:pt x="570" y="5036"/>
                      <a:pt x="1165" y="5631"/>
                    </a:cubicBezTo>
                    <a:cubicBezTo>
                      <a:pt x="1760" y="6226"/>
                      <a:pt x="2567" y="6560"/>
                      <a:pt x="3408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98" name="Freeform: Shape 11097">
                <a:extLst>
                  <a:ext uri="{FF2B5EF4-FFF2-40B4-BE49-F238E27FC236}">
                    <a16:creationId xmlns:a16="http://schemas.microsoft.com/office/drawing/2014/main" id="{C3F6BEF1-6D0A-8FBE-F36F-6C183E854D0A}"/>
                  </a:ext>
                </a:extLst>
              </p:cNvPr>
              <p:cNvSpPr/>
              <p:nvPr/>
            </p:nvSpPr>
            <p:spPr>
              <a:xfrm>
                <a:off x="9394155" y="6203824"/>
                <a:ext cx="6343" cy="6345"/>
              </a:xfrm>
              <a:custGeom>
                <a:avLst/>
                <a:gdLst>
                  <a:gd name="connsiteX0" fmla="*/ 3407 w 6343"/>
                  <a:gd name="connsiteY0" fmla="*/ 6560 h 6345"/>
                  <a:gd name="connsiteX1" fmla="*/ 5649 w 6343"/>
                  <a:gd name="connsiteY1" fmla="*/ 5631 h 6345"/>
                  <a:gd name="connsiteX2" fmla="*/ 6578 w 6343"/>
                  <a:gd name="connsiteY2" fmla="*/ 3387 h 6345"/>
                  <a:gd name="connsiteX3" fmla="*/ 5649 w 6343"/>
                  <a:gd name="connsiteY3" fmla="*/ 1144 h 6345"/>
                  <a:gd name="connsiteX4" fmla="*/ 3407 w 6343"/>
                  <a:gd name="connsiteY4" fmla="*/ 215 h 6345"/>
                  <a:gd name="connsiteX5" fmla="*/ 1164 w 6343"/>
                  <a:gd name="connsiteY5" fmla="*/ 1144 h 6345"/>
                  <a:gd name="connsiteX6" fmla="*/ 235 w 6343"/>
                  <a:gd name="connsiteY6" fmla="*/ 3387 h 6345"/>
                  <a:gd name="connsiteX7" fmla="*/ 1164 w 6343"/>
                  <a:gd name="connsiteY7" fmla="*/ 5631 h 6345"/>
                  <a:gd name="connsiteX8" fmla="*/ 3407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60"/>
                    </a:moveTo>
                    <a:cubicBezTo>
                      <a:pt x="4248" y="6560"/>
                      <a:pt x="5055" y="6226"/>
                      <a:pt x="5649" y="5631"/>
                    </a:cubicBezTo>
                    <a:cubicBezTo>
                      <a:pt x="6244" y="5036"/>
                      <a:pt x="6578" y="4229"/>
                      <a:pt x="6578" y="3387"/>
                    </a:cubicBezTo>
                    <a:cubicBezTo>
                      <a:pt x="6578" y="2546"/>
                      <a:pt x="6244" y="1739"/>
                      <a:pt x="5649" y="1144"/>
                    </a:cubicBezTo>
                    <a:cubicBezTo>
                      <a:pt x="5055" y="549"/>
                      <a:pt x="4248" y="215"/>
                      <a:pt x="3407" y="215"/>
                    </a:cubicBezTo>
                    <a:cubicBezTo>
                      <a:pt x="2566" y="215"/>
                      <a:pt x="1759" y="549"/>
                      <a:pt x="1164" y="1144"/>
                    </a:cubicBezTo>
                    <a:cubicBezTo>
                      <a:pt x="569" y="1739"/>
                      <a:pt x="235" y="2546"/>
                      <a:pt x="235" y="3387"/>
                    </a:cubicBezTo>
                    <a:cubicBezTo>
                      <a:pt x="235" y="4229"/>
                      <a:pt x="569" y="5036"/>
                      <a:pt x="1164" y="5631"/>
                    </a:cubicBezTo>
                    <a:cubicBezTo>
                      <a:pt x="1759" y="6226"/>
                      <a:pt x="2566" y="6560"/>
                      <a:pt x="3407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099" name="Freeform: Shape 11098">
                <a:extLst>
                  <a:ext uri="{FF2B5EF4-FFF2-40B4-BE49-F238E27FC236}">
                    <a16:creationId xmlns:a16="http://schemas.microsoft.com/office/drawing/2014/main" id="{323770AE-62F3-8907-B0E4-64FF70F3469F}"/>
                  </a:ext>
                </a:extLst>
              </p:cNvPr>
              <p:cNvSpPr/>
              <p:nvPr/>
            </p:nvSpPr>
            <p:spPr>
              <a:xfrm>
                <a:off x="9388557" y="6203812"/>
                <a:ext cx="6343" cy="6345"/>
              </a:xfrm>
              <a:custGeom>
                <a:avLst/>
                <a:gdLst>
                  <a:gd name="connsiteX0" fmla="*/ 3406 w 6343"/>
                  <a:gd name="connsiteY0" fmla="*/ 6560 h 6345"/>
                  <a:gd name="connsiteX1" fmla="*/ 5649 w 6343"/>
                  <a:gd name="connsiteY1" fmla="*/ 5631 h 6345"/>
                  <a:gd name="connsiteX2" fmla="*/ 6578 w 6343"/>
                  <a:gd name="connsiteY2" fmla="*/ 3387 h 6345"/>
                  <a:gd name="connsiteX3" fmla="*/ 5649 w 6343"/>
                  <a:gd name="connsiteY3" fmla="*/ 1144 h 6345"/>
                  <a:gd name="connsiteX4" fmla="*/ 3406 w 6343"/>
                  <a:gd name="connsiteY4" fmla="*/ 215 h 6345"/>
                  <a:gd name="connsiteX5" fmla="*/ 1164 w 6343"/>
                  <a:gd name="connsiteY5" fmla="*/ 1144 h 6345"/>
                  <a:gd name="connsiteX6" fmla="*/ 235 w 6343"/>
                  <a:gd name="connsiteY6" fmla="*/ 3387 h 6345"/>
                  <a:gd name="connsiteX7" fmla="*/ 1164 w 6343"/>
                  <a:gd name="connsiteY7" fmla="*/ 5631 h 6345"/>
                  <a:gd name="connsiteX8" fmla="*/ 3406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60"/>
                    </a:moveTo>
                    <a:cubicBezTo>
                      <a:pt x="4248" y="6560"/>
                      <a:pt x="5054" y="6226"/>
                      <a:pt x="5649" y="5631"/>
                    </a:cubicBezTo>
                    <a:cubicBezTo>
                      <a:pt x="6244" y="5036"/>
                      <a:pt x="6578" y="4229"/>
                      <a:pt x="6578" y="3387"/>
                    </a:cubicBezTo>
                    <a:cubicBezTo>
                      <a:pt x="6578" y="2546"/>
                      <a:pt x="6244" y="1739"/>
                      <a:pt x="5649" y="1144"/>
                    </a:cubicBezTo>
                    <a:cubicBezTo>
                      <a:pt x="5054" y="549"/>
                      <a:pt x="4248" y="215"/>
                      <a:pt x="3406" y="215"/>
                    </a:cubicBezTo>
                    <a:cubicBezTo>
                      <a:pt x="2565" y="215"/>
                      <a:pt x="1759" y="549"/>
                      <a:pt x="1164" y="1144"/>
                    </a:cubicBezTo>
                    <a:cubicBezTo>
                      <a:pt x="569" y="1739"/>
                      <a:pt x="235" y="2546"/>
                      <a:pt x="235" y="3387"/>
                    </a:cubicBezTo>
                    <a:cubicBezTo>
                      <a:pt x="235" y="4229"/>
                      <a:pt x="569" y="5036"/>
                      <a:pt x="1164" y="5631"/>
                    </a:cubicBezTo>
                    <a:cubicBezTo>
                      <a:pt x="1759" y="6226"/>
                      <a:pt x="2565" y="6560"/>
                      <a:pt x="3406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00" name="Freeform: Shape 11099">
                <a:extLst>
                  <a:ext uri="{FF2B5EF4-FFF2-40B4-BE49-F238E27FC236}">
                    <a16:creationId xmlns:a16="http://schemas.microsoft.com/office/drawing/2014/main" id="{AEBDA5A8-9BDA-4B9A-D908-F2430976499B}"/>
                  </a:ext>
                </a:extLst>
              </p:cNvPr>
              <p:cNvSpPr/>
              <p:nvPr/>
            </p:nvSpPr>
            <p:spPr>
              <a:xfrm>
                <a:off x="9382973" y="6203515"/>
                <a:ext cx="6343" cy="6345"/>
              </a:xfrm>
              <a:custGeom>
                <a:avLst/>
                <a:gdLst>
                  <a:gd name="connsiteX0" fmla="*/ 3406 w 6343"/>
                  <a:gd name="connsiteY0" fmla="*/ 6560 h 6345"/>
                  <a:gd name="connsiteX1" fmla="*/ 5649 w 6343"/>
                  <a:gd name="connsiteY1" fmla="*/ 5631 h 6345"/>
                  <a:gd name="connsiteX2" fmla="*/ 6578 w 6343"/>
                  <a:gd name="connsiteY2" fmla="*/ 3387 h 6345"/>
                  <a:gd name="connsiteX3" fmla="*/ 5649 w 6343"/>
                  <a:gd name="connsiteY3" fmla="*/ 1144 h 6345"/>
                  <a:gd name="connsiteX4" fmla="*/ 3406 w 6343"/>
                  <a:gd name="connsiteY4" fmla="*/ 215 h 6345"/>
                  <a:gd name="connsiteX5" fmla="*/ 1163 w 6343"/>
                  <a:gd name="connsiteY5" fmla="*/ 1144 h 6345"/>
                  <a:gd name="connsiteX6" fmla="*/ 234 w 6343"/>
                  <a:gd name="connsiteY6" fmla="*/ 3387 h 6345"/>
                  <a:gd name="connsiteX7" fmla="*/ 1163 w 6343"/>
                  <a:gd name="connsiteY7" fmla="*/ 5631 h 6345"/>
                  <a:gd name="connsiteX8" fmla="*/ 3406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60"/>
                    </a:moveTo>
                    <a:cubicBezTo>
                      <a:pt x="4247" y="6560"/>
                      <a:pt x="5054" y="6226"/>
                      <a:pt x="5649" y="5631"/>
                    </a:cubicBezTo>
                    <a:cubicBezTo>
                      <a:pt x="6243" y="5036"/>
                      <a:pt x="6578" y="4229"/>
                      <a:pt x="6578" y="3387"/>
                    </a:cubicBezTo>
                    <a:cubicBezTo>
                      <a:pt x="6578" y="2546"/>
                      <a:pt x="6243" y="1739"/>
                      <a:pt x="5649" y="1144"/>
                    </a:cubicBezTo>
                    <a:cubicBezTo>
                      <a:pt x="5054" y="549"/>
                      <a:pt x="4247" y="215"/>
                      <a:pt x="3406" y="215"/>
                    </a:cubicBezTo>
                    <a:cubicBezTo>
                      <a:pt x="2565" y="215"/>
                      <a:pt x="1758" y="549"/>
                      <a:pt x="1163" y="1144"/>
                    </a:cubicBezTo>
                    <a:cubicBezTo>
                      <a:pt x="569" y="1739"/>
                      <a:pt x="234" y="2546"/>
                      <a:pt x="234" y="3387"/>
                    </a:cubicBezTo>
                    <a:cubicBezTo>
                      <a:pt x="234" y="4229"/>
                      <a:pt x="569" y="5036"/>
                      <a:pt x="1163" y="5631"/>
                    </a:cubicBezTo>
                    <a:cubicBezTo>
                      <a:pt x="1758" y="6226"/>
                      <a:pt x="2565" y="6560"/>
                      <a:pt x="3406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01" name="Freeform: Shape 11100">
                <a:extLst>
                  <a:ext uri="{FF2B5EF4-FFF2-40B4-BE49-F238E27FC236}">
                    <a16:creationId xmlns:a16="http://schemas.microsoft.com/office/drawing/2014/main" id="{B90106A4-B182-812C-BDDC-45FE715A17A1}"/>
                  </a:ext>
                </a:extLst>
              </p:cNvPr>
              <p:cNvSpPr/>
              <p:nvPr/>
            </p:nvSpPr>
            <p:spPr>
              <a:xfrm>
                <a:off x="9377419" y="6202808"/>
                <a:ext cx="6343" cy="6345"/>
              </a:xfrm>
              <a:custGeom>
                <a:avLst/>
                <a:gdLst>
                  <a:gd name="connsiteX0" fmla="*/ 3406 w 6343"/>
                  <a:gd name="connsiteY0" fmla="*/ 6560 h 6345"/>
                  <a:gd name="connsiteX1" fmla="*/ 5648 w 6343"/>
                  <a:gd name="connsiteY1" fmla="*/ 5631 h 6345"/>
                  <a:gd name="connsiteX2" fmla="*/ 6577 w 6343"/>
                  <a:gd name="connsiteY2" fmla="*/ 3387 h 6345"/>
                  <a:gd name="connsiteX3" fmla="*/ 5648 w 6343"/>
                  <a:gd name="connsiteY3" fmla="*/ 1144 h 6345"/>
                  <a:gd name="connsiteX4" fmla="*/ 3406 w 6343"/>
                  <a:gd name="connsiteY4" fmla="*/ 215 h 6345"/>
                  <a:gd name="connsiteX5" fmla="*/ 1163 w 6343"/>
                  <a:gd name="connsiteY5" fmla="*/ 1144 h 6345"/>
                  <a:gd name="connsiteX6" fmla="*/ 234 w 6343"/>
                  <a:gd name="connsiteY6" fmla="*/ 3387 h 6345"/>
                  <a:gd name="connsiteX7" fmla="*/ 1163 w 6343"/>
                  <a:gd name="connsiteY7" fmla="*/ 5631 h 6345"/>
                  <a:gd name="connsiteX8" fmla="*/ 3406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60"/>
                    </a:moveTo>
                    <a:cubicBezTo>
                      <a:pt x="4247" y="6560"/>
                      <a:pt x="5053" y="6226"/>
                      <a:pt x="5648" y="5631"/>
                    </a:cubicBezTo>
                    <a:cubicBezTo>
                      <a:pt x="6243" y="5036"/>
                      <a:pt x="6577" y="4229"/>
                      <a:pt x="6577" y="3387"/>
                    </a:cubicBezTo>
                    <a:cubicBezTo>
                      <a:pt x="6577" y="2546"/>
                      <a:pt x="6243" y="1739"/>
                      <a:pt x="5648" y="1144"/>
                    </a:cubicBezTo>
                    <a:cubicBezTo>
                      <a:pt x="5053" y="549"/>
                      <a:pt x="4247" y="215"/>
                      <a:pt x="3406" y="215"/>
                    </a:cubicBezTo>
                    <a:cubicBezTo>
                      <a:pt x="2564" y="215"/>
                      <a:pt x="1758" y="549"/>
                      <a:pt x="1163" y="1144"/>
                    </a:cubicBezTo>
                    <a:cubicBezTo>
                      <a:pt x="568" y="1739"/>
                      <a:pt x="234" y="2546"/>
                      <a:pt x="234" y="3387"/>
                    </a:cubicBezTo>
                    <a:cubicBezTo>
                      <a:pt x="234" y="4229"/>
                      <a:pt x="568" y="5036"/>
                      <a:pt x="1163" y="5631"/>
                    </a:cubicBezTo>
                    <a:cubicBezTo>
                      <a:pt x="1758" y="6226"/>
                      <a:pt x="2564" y="6560"/>
                      <a:pt x="3406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02" name="Freeform: Shape 11101">
                <a:extLst>
                  <a:ext uri="{FF2B5EF4-FFF2-40B4-BE49-F238E27FC236}">
                    <a16:creationId xmlns:a16="http://schemas.microsoft.com/office/drawing/2014/main" id="{C2CC2FF3-A832-F388-5F39-51E4F072A030}"/>
                  </a:ext>
                </a:extLst>
              </p:cNvPr>
              <p:cNvSpPr/>
              <p:nvPr/>
            </p:nvSpPr>
            <p:spPr>
              <a:xfrm>
                <a:off x="9366286" y="6201792"/>
                <a:ext cx="6343" cy="6345"/>
              </a:xfrm>
              <a:custGeom>
                <a:avLst/>
                <a:gdLst>
                  <a:gd name="connsiteX0" fmla="*/ 3405 w 6343"/>
                  <a:gd name="connsiteY0" fmla="*/ 6560 h 6345"/>
                  <a:gd name="connsiteX1" fmla="*/ 5647 w 6343"/>
                  <a:gd name="connsiteY1" fmla="*/ 5631 h 6345"/>
                  <a:gd name="connsiteX2" fmla="*/ 6576 w 6343"/>
                  <a:gd name="connsiteY2" fmla="*/ 3387 h 6345"/>
                  <a:gd name="connsiteX3" fmla="*/ 5647 w 6343"/>
                  <a:gd name="connsiteY3" fmla="*/ 1144 h 6345"/>
                  <a:gd name="connsiteX4" fmla="*/ 3405 w 6343"/>
                  <a:gd name="connsiteY4" fmla="*/ 215 h 6345"/>
                  <a:gd name="connsiteX5" fmla="*/ 1162 w 6343"/>
                  <a:gd name="connsiteY5" fmla="*/ 1144 h 6345"/>
                  <a:gd name="connsiteX6" fmla="*/ 233 w 6343"/>
                  <a:gd name="connsiteY6" fmla="*/ 3387 h 6345"/>
                  <a:gd name="connsiteX7" fmla="*/ 1162 w 6343"/>
                  <a:gd name="connsiteY7" fmla="*/ 5631 h 6345"/>
                  <a:gd name="connsiteX8" fmla="*/ 3405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60"/>
                    </a:moveTo>
                    <a:cubicBezTo>
                      <a:pt x="4246" y="6560"/>
                      <a:pt x="5053" y="6226"/>
                      <a:pt x="5647" y="5631"/>
                    </a:cubicBezTo>
                    <a:cubicBezTo>
                      <a:pt x="6242" y="5036"/>
                      <a:pt x="6576" y="4229"/>
                      <a:pt x="6576" y="3387"/>
                    </a:cubicBezTo>
                    <a:cubicBezTo>
                      <a:pt x="6576" y="2546"/>
                      <a:pt x="6242" y="1739"/>
                      <a:pt x="5647" y="1144"/>
                    </a:cubicBezTo>
                    <a:cubicBezTo>
                      <a:pt x="5053" y="549"/>
                      <a:pt x="4246" y="215"/>
                      <a:pt x="3405" y="215"/>
                    </a:cubicBezTo>
                    <a:cubicBezTo>
                      <a:pt x="2564" y="215"/>
                      <a:pt x="1757" y="549"/>
                      <a:pt x="1162" y="1144"/>
                    </a:cubicBezTo>
                    <a:cubicBezTo>
                      <a:pt x="567" y="1739"/>
                      <a:pt x="233" y="2546"/>
                      <a:pt x="233" y="3387"/>
                    </a:cubicBezTo>
                    <a:cubicBezTo>
                      <a:pt x="233" y="4229"/>
                      <a:pt x="567" y="5036"/>
                      <a:pt x="1162" y="5631"/>
                    </a:cubicBezTo>
                    <a:cubicBezTo>
                      <a:pt x="1757" y="6226"/>
                      <a:pt x="2564" y="6560"/>
                      <a:pt x="3405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03" name="Freeform: Shape 11102">
                <a:extLst>
                  <a:ext uri="{FF2B5EF4-FFF2-40B4-BE49-F238E27FC236}">
                    <a16:creationId xmlns:a16="http://schemas.microsoft.com/office/drawing/2014/main" id="{C4FBD039-943D-6CDE-CA93-9688B2AC791C}"/>
                  </a:ext>
                </a:extLst>
              </p:cNvPr>
              <p:cNvSpPr/>
              <p:nvPr/>
            </p:nvSpPr>
            <p:spPr>
              <a:xfrm>
                <a:off x="9349550" y="6200637"/>
                <a:ext cx="6343" cy="6345"/>
              </a:xfrm>
              <a:custGeom>
                <a:avLst/>
                <a:gdLst>
                  <a:gd name="connsiteX0" fmla="*/ 3403 w 6343"/>
                  <a:gd name="connsiteY0" fmla="*/ 6560 h 6345"/>
                  <a:gd name="connsiteX1" fmla="*/ 5646 w 6343"/>
                  <a:gd name="connsiteY1" fmla="*/ 5631 h 6345"/>
                  <a:gd name="connsiteX2" fmla="*/ 6575 w 6343"/>
                  <a:gd name="connsiteY2" fmla="*/ 3387 h 6345"/>
                  <a:gd name="connsiteX3" fmla="*/ 5646 w 6343"/>
                  <a:gd name="connsiteY3" fmla="*/ 1144 h 6345"/>
                  <a:gd name="connsiteX4" fmla="*/ 3403 w 6343"/>
                  <a:gd name="connsiteY4" fmla="*/ 214 h 6345"/>
                  <a:gd name="connsiteX5" fmla="*/ 1161 w 6343"/>
                  <a:gd name="connsiteY5" fmla="*/ 1144 h 6345"/>
                  <a:gd name="connsiteX6" fmla="*/ 232 w 6343"/>
                  <a:gd name="connsiteY6" fmla="*/ 3387 h 6345"/>
                  <a:gd name="connsiteX7" fmla="*/ 1161 w 6343"/>
                  <a:gd name="connsiteY7" fmla="*/ 5631 h 6345"/>
                  <a:gd name="connsiteX8" fmla="*/ 3403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60"/>
                    </a:moveTo>
                    <a:cubicBezTo>
                      <a:pt x="4244" y="6560"/>
                      <a:pt x="5051" y="6226"/>
                      <a:pt x="5646" y="5631"/>
                    </a:cubicBezTo>
                    <a:cubicBezTo>
                      <a:pt x="6241" y="5036"/>
                      <a:pt x="6575" y="4229"/>
                      <a:pt x="6575" y="3387"/>
                    </a:cubicBezTo>
                    <a:cubicBezTo>
                      <a:pt x="6575" y="2546"/>
                      <a:pt x="6241" y="1739"/>
                      <a:pt x="5646" y="1144"/>
                    </a:cubicBezTo>
                    <a:cubicBezTo>
                      <a:pt x="5051" y="549"/>
                      <a:pt x="4244" y="214"/>
                      <a:pt x="3403" y="214"/>
                    </a:cubicBezTo>
                    <a:cubicBezTo>
                      <a:pt x="2562" y="214"/>
                      <a:pt x="1755" y="549"/>
                      <a:pt x="1161" y="1144"/>
                    </a:cubicBezTo>
                    <a:cubicBezTo>
                      <a:pt x="566" y="1739"/>
                      <a:pt x="232" y="2546"/>
                      <a:pt x="232" y="3387"/>
                    </a:cubicBezTo>
                    <a:cubicBezTo>
                      <a:pt x="232" y="4229"/>
                      <a:pt x="566" y="5036"/>
                      <a:pt x="1161" y="5631"/>
                    </a:cubicBezTo>
                    <a:cubicBezTo>
                      <a:pt x="1755" y="6226"/>
                      <a:pt x="2562" y="6560"/>
                      <a:pt x="3403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04" name="Freeform: Shape 11103">
                <a:extLst>
                  <a:ext uri="{FF2B5EF4-FFF2-40B4-BE49-F238E27FC236}">
                    <a16:creationId xmlns:a16="http://schemas.microsoft.com/office/drawing/2014/main" id="{450084B5-4551-0C31-3FC0-F59FEB7C6EC1}"/>
                  </a:ext>
                </a:extLst>
              </p:cNvPr>
              <p:cNvSpPr/>
              <p:nvPr/>
            </p:nvSpPr>
            <p:spPr>
              <a:xfrm>
                <a:off x="9282474" y="6754847"/>
                <a:ext cx="6343" cy="6345"/>
              </a:xfrm>
              <a:custGeom>
                <a:avLst/>
                <a:gdLst>
                  <a:gd name="connsiteX0" fmla="*/ 3398 w 6343"/>
                  <a:gd name="connsiteY0" fmla="*/ 6604 h 6345"/>
                  <a:gd name="connsiteX1" fmla="*/ 5641 w 6343"/>
                  <a:gd name="connsiteY1" fmla="*/ 5674 h 6345"/>
                  <a:gd name="connsiteX2" fmla="*/ 6570 w 6343"/>
                  <a:gd name="connsiteY2" fmla="*/ 3431 h 6345"/>
                  <a:gd name="connsiteX3" fmla="*/ 5641 w 6343"/>
                  <a:gd name="connsiteY3" fmla="*/ 1187 h 6345"/>
                  <a:gd name="connsiteX4" fmla="*/ 3398 w 6343"/>
                  <a:gd name="connsiteY4" fmla="*/ 258 h 6345"/>
                  <a:gd name="connsiteX5" fmla="*/ 1155 w 6343"/>
                  <a:gd name="connsiteY5" fmla="*/ 1187 h 6345"/>
                  <a:gd name="connsiteX6" fmla="*/ 227 w 6343"/>
                  <a:gd name="connsiteY6" fmla="*/ 3431 h 6345"/>
                  <a:gd name="connsiteX7" fmla="*/ 1155 w 6343"/>
                  <a:gd name="connsiteY7" fmla="*/ 5674 h 6345"/>
                  <a:gd name="connsiteX8" fmla="*/ 3398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604"/>
                    </a:moveTo>
                    <a:cubicBezTo>
                      <a:pt x="4239" y="6604"/>
                      <a:pt x="5046" y="6269"/>
                      <a:pt x="5641" y="5674"/>
                    </a:cubicBezTo>
                    <a:cubicBezTo>
                      <a:pt x="6235" y="5079"/>
                      <a:pt x="6570" y="4272"/>
                      <a:pt x="6570" y="3431"/>
                    </a:cubicBezTo>
                    <a:cubicBezTo>
                      <a:pt x="6570" y="2589"/>
                      <a:pt x="6235" y="1782"/>
                      <a:pt x="5641" y="1187"/>
                    </a:cubicBezTo>
                    <a:cubicBezTo>
                      <a:pt x="5046" y="592"/>
                      <a:pt x="4239" y="258"/>
                      <a:pt x="3398" y="258"/>
                    </a:cubicBezTo>
                    <a:cubicBezTo>
                      <a:pt x="2557" y="258"/>
                      <a:pt x="1750" y="592"/>
                      <a:pt x="1155" y="1187"/>
                    </a:cubicBezTo>
                    <a:cubicBezTo>
                      <a:pt x="561" y="1782"/>
                      <a:pt x="227" y="2589"/>
                      <a:pt x="227" y="3431"/>
                    </a:cubicBezTo>
                    <a:cubicBezTo>
                      <a:pt x="227" y="4272"/>
                      <a:pt x="561" y="5079"/>
                      <a:pt x="1155" y="5674"/>
                    </a:cubicBezTo>
                    <a:cubicBezTo>
                      <a:pt x="1750" y="6269"/>
                      <a:pt x="2557" y="6604"/>
                      <a:pt x="3398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05" name="Freeform: Shape 11104">
                <a:extLst>
                  <a:ext uri="{FF2B5EF4-FFF2-40B4-BE49-F238E27FC236}">
                    <a16:creationId xmlns:a16="http://schemas.microsoft.com/office/drawing/2014/main" id="{B590468E-264A-0FA9-8B48-046BAE215585}"/>
                  </a:ext>
                </a:extLst>
              </p:cNvPr>
              <p:cNvSpPr/>
              <p:nvPr/>
            </p:nvSpPr>
            <p:spPr>
              <a:xfrm>
                <a:off x="9273392" y="6754885"/>
                <a:ext cx="6343" cy="6345"/>
              </a:xfrm>
              <a:custGeom>
                <a:avLst/>
                <a:gdLst>
                  <a:gd name="connsiteX0" fmla="*/ 3397 w 6343"/>
                  <a:gd name="connsiteY0" fmla="*/ 6604 h 6345"/>
                  <a:gd name="connsiteX1" fmla="*/ 5640 w 6343"/>
                  <a:gd name="connsiteY1" fmla="*/ 5674 h 6345"/>
                  <a:gd name="connsiteX2" fmla="*/ 6569 w 6343"/>
                  <a:gd name="connsiteY2" fmla="*/ 3431 h 6345"/>
                  <a:gd name="connsiteX3" fmla="*/ 5640 w 6343"/>
                  <a:gd name="connsiteY3" fmla="*/ 1187 h 6345"/>
                  <a:gd name="connsiteX4" fmla="*/ 3397 w 6343"/>
                  <a:gd name="connsiteY4" fmla="*/ 258 h 6345"/>
                  <a:gd name="connsiteX5" fmla="*/ 1155 w 6343"/>
                  <a:gd name="connsiteY5" fmla="*/ 1187 h 6345"/>
                  <a:gd name="connsiteX6" fmla="*/ 226 w 6343"/>
                  <a:gd name="connsiteY6" fmla="*/ 3431 h 6345"/>
                  <a:gd name="connsiteX7" fmla="*/ 1155 w 6343"/>
                  <a:gd name="connsiteY7" fmla="*/ 5674 h 6345"/>
                  <a:gd name="connsiteX8" fmla="*/ 3397 w 6343"/>
                  <a:gd name="connsiteY8" fmla="*/ 660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604"/>
                    </a:moveTo>
                    <a:cubicBezTo>
                      <a:pt x="4238" y="6604"/>
                      <a:pt x="5045" y="6269"/>
                      <a:pt x="5640" y="5674"/>
                    </a:cubicBezTo>
                    <a:cubicBezTo>
                      <a:pt x="6235" y="5079"/>
                      <a:pt x="6569" y="4272"/>
                      <a:pt x="6569" y="3431"/>
                    </a:cubicBezTo>
                    <a:cubicBezTo>
                      <a:pt x="6569" y="2589"/>
                      <a:pt x="6235" y="1782"/>
                      <a:pt x="5640" y="1187"/>
                    </a:cubicBezTo>
                    <a:cubicBezTo>
                      <a:pt x="5045" y="592"/>
                      <a:pt x="4238" y="258"/>
                      <a:pt x="3397" y="258"/>
                    </a:cubicBezTo>
                    <a:cubicBezTo>
                      <a:pt x="2556" y="258"/>
                      <a:pt x="1749" y="592"/>
                      <a:pt x="1155" y="1187"/>
                    </a:cubicBezTo>
                    <a:cubicBezTo>
                      <a:pt x="560" y="1782"/>
                      <a:pt x="226" y="2589"/>
                      <a:pt x="226" y="3431"/>
                    </a:cubicBezTo>
                    <a:cubicBezTo>
                      <a:pt x="226" y="4272"/>
                      <a:pt x="560" y="5079"/>
                      <a:pt x="1155" y="5674"/>
                    </a:cubicBezTo>
                    <a:cubicBezTo>
                      <a:pt x="1749" y="6269"/>
                      <a:pt x="2556" y="6604"/>
                      <a:pt x="3397" y="6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06" name="Freeform: Shape 11105">
                <a:extLst>
                  <a:ext uri="{FF2B5EF4-FFF2-40B4-BE49-F238E27FC236}">
                    <a16:creationId xmlns:a16="http://schemas.microsoft.com/office/drawing/2014/main" id="{9E5CE324-F772-7C13-9B20-8EB8C28FA524}"/>
                  </a:ext>
                </a:extLst>
              </p:cNvPr>
              <p:cNvSpPr/>
              <p:nvPr/>
            </p:nvSpPr>
            <p:spPr>
              <a:xfrm>
                <a:off x="9332692" y="6200295"/>
                <a:ext cx="6343" cy="6345"/>
              </a:xfrm>
              <a:custGeom>
                <a:avLst/>
                <a:gdLst>
                  <a:gd name="connsiteX0" fmla="*/ 3402 w 6343"/>
                  <a:gd name="connsiteY0" fmla="*/ 6560 h 6345"/>
                  <a:gd name="connsiteX1" fmla="*/ 5645 w 6343"/>
                  <a:gd name="connsiteY1" fmla="*/ 5631 h 6345"/>
                  <a:gd name="connsiteX2" fmla="*/ 6574 w 6343"/>
                  <a:gd name="connsiteY2" fmla="*/ 3387 h 6345"/>
                  <a:gd name="connsiteX3" fmla="*/ 5645 w 6343"/>
                  <a:gd name="connsiteY3" fmla="*/ 1144 h 6345"/>
                  <a:gd name="connsiteX4" fmla="*/ 3402 w 6343"/>
                  <a:gd name="connsiteY4" fmla="*/ 214 h 6345"/>
                  <a:gd name="connsiteX5" fmla="*/ 1159 w 6343"/>
                  <a:gd name="connsiteY5" fmla="*/ 1144 h 6345"/>
                  <a:gd name="connsiteX6" fmla="*/ 230 w 6343"/>
                  <a:gd name="connsiteY6" fmla="*/ 3387 h 6345"/>
                  <a:gd name="connsiteX7" fmla="*/ 1159 w 6343"/>
                  <a:gd name="connsiteY7" fmla="*/ 5631 h 6345"/>
                  <a:gd name="connsiteX8" fmla="*/ 3402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60"/>
                    </a:moveTo>
                    <a:cubicBezTo>
                      <a:pt x="4243" y="6560"/>
                      <a:pt x="5050" y="6226"/>
                      <a:pt x="5645" y="5631"/>
                    </a:cubicBezTo>
                    <a:cubicBezTo>
                      <a:pt x="6239" y="5036"/>
                      <a:pt x="6574" y="4229"/>
                      <a:pt x="6574" y="3387"/>
                    </a:cubicBezTo>
                    <a:cubicBezTo>
                      <a:pt x="6574" y="2546"/>
                      <a:pt x="6239" y="1739"/>
                      <a:pt x="5645" y="1144"/>
                    </a:cubicBezTo>
                    <a:cubicBezTo>
                      <a:pt x="5050" y="549"/>
                      <a:pt x="4243" y="214"/>
                      <a:pt x="3402" y="214"/>
                    </a:cubicBezTo>
                    <a:cubicBezTo>
                      <a:pt x="2561" y="214"/>
                      <a:pt x="1754" y="549"/>
                      <a:pt x="1159" y="1144"/>
                    </a:cubicBezTo>
                    <a:cubicBezTo>
                      <a:pt x="565" y="1739"/>
                      <a:pt x="230" y="2546"/>
                      <a:pt x="230" y="3387"/>
                    </a:cubicBezTo>
                    <a:cubicBezTo>
                      <a:pt x="230" y="4229"/>
                      <a:pt x="565" y="5036"/>
                      <a:pt x="1159" y="5631"/>
                    </a:cubicBezTo>
                    <a:cubicBezTo>
                      <a:pt x="1754" y="6226"/>
                      <a:pt x="2561" y="6560"/>
                      <a:pt x="3402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07" name="Freeform: Shape 11106">
                <a:extLst>
                  <a:ext uri="{FF2B5EF4-FFF2-40B4-BE49-F238E27FC236}">
                    <a16:creationId xmlns:a16="http://schemas.microsoft.com/office/drawing/2014/main" id="{5E0BDDAE-1B3E-BCB8-948B-62BB2F2E96AB}"/>
                  </a:ext>
                </a:extLst>
              </p:cNvPr>
              <p:cNvSpPr/>
              <p:nvPr/>
            </p:nvSpPr>
            <p:spPr>
              <a:xfrm>
                <a:off x="9328933" y="6185714"/>
                <a:ext cx="6343" cy="6345"/>
              </a:xfrm>
              <a:custGeom>
                <a:avLst/>
                <a:gdLst>
                  <a:gd name="connsiteX0" fmla="*/ 3402 w 6343"/>
                  <a:gd name="connsiteY0" fmla="*/ 6559 h 6345"/>
                  <a:gd name="connsiteX1" fmla="*/ 5644 w 6343"/>
                  <a:gd name="connsiteY1" fmla="*/ 5629 h 6345"/>
                  <a:gd name="connsiteX2" fmla="*/ 6573 w 6343"/>
                  <a:gd name="connsiteY2" fmla="*/ 3386 h 6345"/>
                  <a:gd name="connsiteX3" fmla="*/ 5644 w 6343"/>
                  <a:gd name="connsiteY3" fmla="*/ 1143 h 6345"/>
                  <a:gd name="connsiteX4" fmla="*/ 3402 w 6343"/>
                  <a:gd name="connsiteY4" fmla="*/ 213 h 6345"/>
                  <a:gd name="connsiteX5" fmla="*/ 1159 w 6343"/>
                  <a:gd name="connsiteY5" fmla="*/ 1143 h 6345"/>
                  <a:gd name="connsiteX6" fmla="*/ 230 w 6343"/>
                  <a:gd name="connsiteY6" fmla="*/ 3386 h 6345"/>
                  <a:gd name="connsiteX7" fmla="*/ 1159 w 6343"/>
                  <a:gd name="connsiteY7" fmla="*/ 5629 h 6345"/>
                  <a:gd name="connsiteX8" fmla="*/ 340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59"/>
                    </a:moveTo>
                    <a:cubicBezTo>
                      <a:pt x="4243" y="6559"/>
                      <a:pt x="5050" y="6224"/>
                      <a:pt x="5644" y="5629"/>
                    </a:cubicBezTo>
                    <a:cubicBezTo>
                      <a:pt x="6239" y="5034"/>
                      <a:pt x="6573" y="4227"/>
                      <a:pt x="6573" y="3386"/>
                    </a:cubicBezTo>
                    <a:cubicBezTo>
                      <a:pt x="6573" y="2545"/>
                      <a:pt x="6239" y="1737"/>
                      <a:pt x="5644" y="1143"/>
                    </a:cubicBezTo>
                    <a:cubicBezTo>
                      <a:pt x="5050" y="548"/>
                      <a:pt x="4243" y="213"/>
                      <a:pt x="3402" y="213"/>
                    </a:cubicBezTo>
                    <a:cubicBezTo>
                      <a:pt x="2561" y="213"/>
                      <a:pt x="1754" y="548"/>
                      <a:pt x="1159" y="1143"/>
                    </a:cubicBezTo>
                    <a:cubicBezTo>
                      <a:pt x="564" y="1737"/>
                      <a:pt x="230" y="2545"/>
                      <a:pt x="230" y="3386"/>
                    </a:cubicBezTo>
                    <a:cubicBezTo>
                      <a:pt x="230" y="4227"/>
                      <a:pt x="564" y="5034"/>
                      <a:pt x="1159" y="5629"/>
                    </a:cubicBezTo>
                    <a:cubicBezTo>
                      <a:pt x="1754" y="6224"/>
                      <a:pt x="2561" y="6559"/>
                      <a:pt x="340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08" name="Freeform: Shape 11107">
                <a:extLst>
                  <a:ext uri="{FF2B5EF4-FFF2-40B4-BE49-F238E27FC236}">
                    <a16:creationId xmlns:a16="http://schemas.microsoft.com/office/drawing/2014/main" id="{599D792C-6957-58BD-29AC-2C6E095EF869}"/>
                  </a:ext>
                </a:extLst>
              </p:cNvPr>
              <p:cNvSpPr/>
              <p:nvPr/>
            </p:nvSpPr>
            <p:spPr>
              <a:xfrm>
                <a:off x="9321177" y="6201840"/>
                <a:ext cx="6343" cy="6345"/>
              </a:xfrm>
              <a:custGeom>
                <a:avLst/>
                <a:gdLst>
                  <a:gd name="connsiteX0" fmla="*/ 3401 w 6343"/>
                  <a:gd name="connsiteY0" fmla="*/ 6560 h 6345"/>
                  <a:gd name="connsiteX1" fmla="*/ 5644 w 6343"/>
                  <a:gd name="connsiteY1" fmla="*/ 5631 h 6345"/>
                  <a:gd name="connsiteX2" fmla="*/ 6573 w 6343"/>
                  <a:gd name="connsiteY2" fmla="*/ 3387 h 6345"/>
                  <a:gd name="connsiteX3" fmla="*/ 5644 w 6343"/>
                  <a:gd name="connsiteY3" fmla="*/ 1144 h 6345"/>
                  <a:gd name="connsiteX4" fmla="*/ 3401 w 6343"/>
                  <a:gd name="connsiteY4" fmla="*/ 215 h 6345"/>
                  <a:gd name="connsiteX5" fmla="*/ 1158 w 6343"/>
                  <a:gd name="connsiteY5" fmla="*/ 1144 h 6345"/>
                  <a:gd name="connsiteX6" fmla="*/ 230 w 6343"/>
                  <a:gd name="connsiteY6" fmla="*/ 3387 h 6345"/>
                  <a:gd name="connsiteX7" fmla="*/ 1158 w 6343"/>
                  <a:gd name="connsiteY7" fmla="*/ 5631 h 6345"/>
                  <a:gd name="connsiteX8" fmla="*/ 3401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60"/>
                    </a:moveTo>
                    <a:cubicBezTo>
                      <a:pt x="4242" y="6560"/>
                      <a:pt x="5049" y="6226"/>
                      <a:pt x="5644" y="5631"/>
                    </a:cubicBezTo>
                    <a:cubicBezTo>
                      <a:pt x="6238" y="5036"/>
                      <a:pt x="6573" y="4229"/>
                      <a:pt x="6573" y="3387"/>
                    </a:cubicBezTo>
                    <a:cubicBezTo>
                      <a:pt x="6573" y="2546"/>
                      <a:pt x="6238" y="1739"/>
                      <a:pt x="5644" y="1144"/>
                    </a:cubicBezTo>
                    <a:cubicBezTo>
                      <a:pt x="5049" y="549"/>
                      <a:pt x="4242" y="215"/>
                      <a:pt x="3401" y="215"/>
                    </a:cubicBezTo>
                    <a:cubicBezTo>
                      <a:pt x="2560" y="215"/>
                      <a:pt x="1753" y="549"/>
                      <a:pt x="1158" y="1144"/>
                    </a:cubicBezTo>
                    <a:cubicBezTo>
                      <a:pt x="564" y="1739"/>
                      <a:pt x="230" y="2546"/>
                      <a:pt x="230" y="3387"/>
                    </a:cubicBezTo>
                    <a:cubicBezTo>
                      <a:pt x="230" y="4229"/>
                      <a:pt x="564" y="5036"/>
                      <a:pt x="1158" y="5631"/>
                    </a:cubicBezTo>
                    <a:cubicBezTo>
                      <a:pt x="1753" y="6226"/>
                      <a:pt x="2560" y="6560"/>
                      <a:pt x="3401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09" name="Freeform: Shape 11108">
                <a:extLst>
                  <a:ext uri="{FF2B5EF4-FFF2-40B4-BE49-F238E27FC236}">
                    <a16:creationId xmlns:a16="http://schemas.microsoft.com/office/drawing/2014/main" id="{8CBC3809-4C10-0279-ED83-B635F02A809A}"/>
                  </a:ext>
                </a:extLst>
              </p:cNvPr>
              <p:cNvSpPr/>
              <p:nvPr/>
            </p:nvSpPr>
            <p:spPr>
              <a:xfrm>
                <a:off x="9298166" y="6203375"/>
                <a:ext cx="6343" cy="6345"/>
              </a:xfrm>
              <a:custGeom>
                <a:avLst/>
                <a:gdLst>
                  <a:gd name="connsiteX0" fmla="*/ 3399 w 6343"/>
                  <a:gd name="connsiteY0" fmla="*/ 6560 h 6345"/>
                  <a:gd name="connsiteX1" fmla="*/ 5642 w 6343"/>
                  <a:gd name="connsiteY1" fmla="*/ 5631 h 6345"/>
                  <a:gd name="connsiteX2" fmla="*/ 6571 w 6343"/>
                  <a:gd name="connsiteY2" fmla="*/ 3387 h 6345"/>
                  <a:gd name="connsiteX3" fmla="*/ 5642 w 6343"/>
                  <a:gd name="connsiteY3" fmla="*/ 1144 h 6345"/>
                  <a:gd name="connsiteX4" fmla="*/ 3399 w 6343"/>
                  <a:gd name="connsiteY4" fmla="*/ 215 h 6345"/>
                  <a:gd name="connsiteX5" fmla="*/ 1157 w 6343"/>
                  <a:gd name="connsiteY5" fmla="*/ 1144 h 6345"/>
                  <a:gd name="connsiteX6" fmla="*/ 228 w 6343"/>
                  <a:gd name="connsiteY6" fmla="*/ 3387 h 6345"/>
                  <a:gd name="connsiteX7" fmla="*/ 1157 w 6343"/>
                  <a:gd name="connsiteY7" fmla="*/ 5631 h 6345"/>
                  <a:gd name="connsiteX8" fmla="*/ 3399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60"/>
                    </a:moveTo>
                    <a:cubicBezTo>
                      <a:pt x="4240" y="6560"/>
                      <a:pt x="5047" y="6226"/>
                      <a:pt x="5642" y="5631"/>
                    </a:cubicBezTo>
                    <a:cubicBezTo>
                      <a:pt x="6237" y="5036"/>
                      <a:pt x="6571" y="4229"/>
                      <a:pt x="6571" y="3387"/>
                    </a:cubicBezTo>
                    <a:cubicBezTo>
                      <a:pt x="6571" y="2546"/>
                      <a:pt x="6237" y="1739"/>
                      <a:pt x="5642" y="1144"/>
                    </a:cubicBezTo>
                    <a:cubicBezTo>
                      <a:pt x="5047" y="549"/>
                      <a:pt x="4240" y="215"/>
                      <a:pt x="3399" y="215"/>
                    </a:cubicBezTo>
                    <a:cubicBezTo>
                      <a:pt x="2558" y="215"/>
                      <a:pt x="1751" y="549"/>
                      <a:pt x="1157" y="1144"/>
                    </a:cubicBezTo>
                    <a:cubicBezTo>
                      <a:pt x="562" y="1739"/>
                      <a:pt x="228" y="2546"/>
                      <a:pt x="228" y="3387"/>
                    </a:cubicBezTo>
                    <a:cubicBezTo>
                      <a:pt x="228" y="4229"/>
                      <a:pt x="562" y="5036"/>
                      <a:pt x="1157" y="5631"/>
                    </a:cubicBezTo>
                    <a:cubicBezTo>
                      <a:pt x="1751" y="6226"/>
                      <a:pt x="2558" y="6560"/>
                      <a:pt x="3399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10" name="Freeform: Shape 11109">
                <a:extLst>
                  <a:ext uri="{FF2B5EF4-FFF2-40B4-BE49-F238E27FC236}">
                    <a16:creationId xmlns:a16="http://schemas.microsoft.com/office/drawing/2014/main" id="{A20455DD-727B-747F-DB03-3190817E99AA}"/>
                  </a:ext>
                </a:extLst>
              </p:cNvPr>
              <p:cNvSpPr/>
              <p:nvPr/>
            </p:nvSpPr>
            <p:spPr>
              <a:xfrm>
                <a:off x="9280891" y="6203679"/>
                <a:ext cx="6343" cy="6345"/>
              </a:xfrm>
              <a:custGeom>
                <a:avLst/>
                <a:gdLst>
                  <a:gd name="connsiteX0" fmla="*/ 3398 w 6343"/>
                  <a:gd name="connsiteY0" fmla="*/ 6560 h 6345"/>
                  <a:gd name="connsiteX1" fmla="*/ 5641 w 6343"/>
                  <a:gd name="connsiteY1" fmla="*/ 5631 h 6345"/>
                  <a:gd name="connsiteX2" fmla="*/ 6569 w 6343"/>
                  <a:gd name="connsiteY2" fmla="*/ 3387 h 6345"/>
                  <a:gd name="connsiteX3" fmla="*/ 5641 w 6343"/>
                  <a:gd name="connsiteY3" fmla="*/ 1144 h 6345"/>
                  <a:gd name="connsiteX4" fmla="*/ 3398 w 6343"/>
                  <a:gd name="connsiteY4" fmla="*/ 215 h 6345"/>
                  <a:gd name="connsiteX5" fmla="*/ 1155 w 6343"/>
                  <a:gd name="connsiteY5" fmla="*/ 1144 h 6345"/>
                  <a:gd name="connsiteX6" fmla="*/ 226 w 6343"/>
                  <a:gd name="connsiteY6" fmla="*/ 3387 h 6345"/>
                  <a:gd name="connsiteX7" fmla="*/ 1155 w 6343"/>
                  <a:gd name="connsiteY7" fmla="*/ 5631 h 6345"/>
                  <a:gd name="connsiteX8" fmla="*/ 3398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60"/>
                    </a:moveTo>
                    <a:cubicBezTo>
                      <a:pt x="4239" y="6560"/>
                      <a:pt x="5046" y="6226"/>
                      <a:pt x="5641" y="5631"/>
                    </a:cubicBezTo>
                    <a:cubicBezTo>
                      <a:pt x="6235" y="5036"/>
                      <a:pt x="6569" y="4229"/>
                      <a:pt x="6569" y="3387"/>
                    </a:cubicBezTo>
                    <a:cubicBezTo>
                      <a:pt x="6569" y="2546"/>
                      <a:pt x="6235" y="1739"/>
                      <a:pt x="5641" y="1144"/>
                    </a:cubicBezTo>
                    <a:cubicBezTo>
                      <a:pt x="5046" y="549"/>
                      <a:pt x="4239" y="215"/>
                      <a:pt x="3398" y="215"/>
                    </a:cubicBezTo>
                    <a:cubicBezTo>
                      <a:pt x="2557" y="215"/>
                      <a:pt x="1750" y="549"/>
                      <a:pt x="1155" y="1144"/>
                    </a:cubicBezTo>
                    <a:cubicBezTo>
                      <a:pt x="561" y="1739"/>
                      <a:pt x="226" y="2546"/>
                      <a:pt x="226" y="3387"/>
                    </a:cubicBezTo>
                    <a:cubicBezTo>
                      <a:pt x="226" y="4229"/>
                      <a:pt x="561" y="5036"/>
                      <a:pt x="1155" y="5631"/>
                    </a:cubicBezTo>
                    <a:cubicBezTo>
                      <a:pt x="1750" y="6226"/>
                      <a:pt x="2557" y="6560"/>
                      <a:pt x="3398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11" name="Freeform: Shape 11110">
                <a:extLst>
                  <a:ext uri="{FF2B5EF4-FFF2-40B4-BE49-F238E27FC236}">
                    <a16:creationId xmlns:a16="http://schemas.microsoft.com/office/drawing/2014/main" id="{838FB9D6-BAED-60BE-F5F8-F8E1F0E43010}"/>
                  </a:ext>
                </a:extLst>
              </p:cNvPr>
              <p:cNvSpPr/>
              <p:nvPr/>
            </p:nvSpPr>
            <p:spPr>
              <a:xfrm>
                <a:off x="9202082" y="6596088"/>
                <a:ext cx="6343" cy="6345"/>
              </a:xfrm>
              <a:custGeom>
                <a:avLst/>
                <a:gdLst>
                  <a:gd name="connsiteX0" fmla="*/ 3392 w 6343"/>
                  <a:gd name="connsiteY0" fmla="*/ 6591 h 6345"/>
                  <a:gd name="connsiteX1" fmla="*/ 5634 w 6343"/>
                  <a:gd name="connsiteY1" fmla="*/ 5662 h 6345"/>
                  <a:gd name="connsiteX2" fmla="*/ 6563 w 6343"/>
                  <a:gd name="connsiteY2" fmla="*/ 3418 h 6345"/>
                  <a:gd name="connsiteX3" fmla="*/ 5634 w 6343"/>
                  <a:gd name="connsiteY3" fmla="*/ 1175 h 6345"/>
                  <a:gd name="connsiteX4" fmla="*/ 3392 w 6343"/>
                  <a:gd name="connsiteY4" fmla="*/ 246 h 6345"/>
                  <a:gd name="connsiteX5" fmla="*/ 1149 w 6343"/>
                  <a:gd name="connsiteY5" fmla="*/ 1175 h 6345"/>
                  <a:gd name="connsiteX6" fmla="*/ 220 w 6343"/>
                  <a:gd name="connsiteY6" fmla="*/ 3418 h 6345"/>
                  <a:gd name="connsiteX7" fmla="*/ 1149 w 6343"/>
                  <a:gd name="connsiteY7" fmla="*/ 5662 h 6345"/>
                  <a:gd name="connsiteX8" fmla="*/ 3392 w 6343"/>
                  <a:gd name="connsiteY8" fmla="*/ 65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91"/>
                    </a:moveTo>
                    <a:cubicBezTo>
                      <a:pt x="4233" y="6591"/>
                      <a:pt x="5040" y="6257"/>
                      <a:pt x="5634" y="5662"/>
                    </a:cubicBezTo>
                    <a:cubicBezTo>
                      <a:pt x="6229" y="5067"/>
                      <a:pt x="6563" y="4260"/>
                      <a:pt x="6563" y="3418"/>
                    </a:cubicBezTo>
                    <a:cubicBezTo>
                      <a:pt x="6563" y="2577"/>
                      <a:pt x="6229" y="1770"/>
                      <a:pt x="5634" y="1175"/>
                    </a:cubicBezTo>
                    <a:cubicBezTo>
                      <a:pt x="5040" y="580"/>
                      <a:pt x="4233" y="246"/>
                      <a:pt x="3392" y="246"/>
                    </a:cubicBezTo>
                    <a:cubicBezTo>
                      <a:pt x="2551" y="246"/>
                      <a:pt x="1744" y="580"/>
                      <a:pt x="1149" y="1175"/>
                    </a:cubicBezTo>
                    <a:cubicBezTo>
                      <a:pt x="554" y="1770"/>
                      <a:pt x="220" y="2577"/>
                      <a:pt x="220" y="3418"/>
                    </a:cubicBezTo>
                    <a:cubicBezTo>
                      <a:pt x="220" y="4260"/>
                      <a:pt x="554" y="5067"/>
                      <a:pt x="1149" y="5662"/>
                    </a:cubicBezTo>
                    <a:cubicBezTo>
                      <a:pt x="1744" y="6257"/>
                      <a:pt x="2551" y="6591"/>
                      <a:pt x="3392" y="65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12" name="Freeform: Shape 11111">
                <a:extLst>
                  <a:ext uri="{FF2B5EF4-FFF2-40B4-BE49-F238E27FC236}">
                    <a16:creationId xmlns:a16="http://schemas.microsoft.com/office/drawing/2014/main" id="{EC646B3A-5FED-60F6-9406-295A470F50D0}"/>
                  </a:ext>
                </a:extLst>
              </p:cNvPr>
              <p:cNvSpPr/>
              <p:nvPr/>
            </p:nvSpPr>
            <p:spPr>
              <a:xfrm>
                <a:off x="9268914" y="6205917"/>
                <a:ext cx="6343" cy="6345"/>
              </a:xfrm>
              <a:custGeom>
                <a:avLst/>
                <a:gdLst>
                  <a:gd name="connsiteX0" fmla="*/ 3397 w 6343"/>
                  <a:gd name="connsiteY0" fmla="*/ 6560 h 6345"/>
                  <a:gd name="connsiteX1" fmla="*/ 5640 w 6343"/>
                  <a:gd name="connsiteY1" fmla="*/ 5631 h 6345"/>
                  <a:gd name="connsiteX2" fmla="*/ 6569 w 6343"/>
                  <a:gd name="connsiteY2" fmla="*/ 3388 h 6345"/>
                  <a:gd name="connsiteX3" fmla="*/ 5640 w 6343"/>
                  <a:gd name="connsiteY3" fmla="*/ 1144 h 6345"/>
                  <a:gd name="connsiteX4" fmla="*/ 3397 w 6343"/>
                  <a:gd name="connsiteY4" fmla="*/ 215 h 6345"/>
                  <a:gd name="connsiteX5" fmla="*/ 1154 w 6343"/>
                  <a:gd name="connsiteY5" fmla="*/ 1144 h 6345"/>
                  <a:gd name="connsiteX6" fmla="*/ 225 w 6343"/>
                  <a:gd name="connsiteY6" fmla="*/ 3388 h 6345"/>
                  <a:gd name="connsiteX7" fmla="*/ 1154 w 6343"/>
                  <a:gd name="connsiteY7" fmla="*/ 5631 h 6345"/>
                  <a:gd name="connsiteX8" fmla="*/ 3397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60"/>
                    </a:moveTo>
                    <a:cubicBezTo>
                      <a:pt x="4238" y="6560"/>
                      <a:pt x="5045" y="6226"/>
                      <a:pt x="5640" y="5631"/>
                    </a:cubicBezTo>
                    <a:cubicBezTo>
                      <a:pt x="6234" y="5036"/>
                      <a:pt x="6569" y="4229"/>
                      <a:pt x="6569" y="3388"/>
                    </a:cubicBezTo>
                    <a:cubicBezTo>
                      <a:pt x="6569" y="2546"/>
                      <a:pt x="6234" y="1739"/>
                      <a:pt x="5640" y="1144"/>
                    </a:cubicBezTo>
                    <a:cubicBezTo>
                      <a:pt x="5045" y="549"/>
                      <a:pt x="4238" y="215"/>
                      <a:pt x="3397" y="215"/>
                    </a:cubicBezTo>
                    <a:cubicBezTo>
                      <a:pt x="2556" y="215"/>
                      <a:pt x="1749" y="549"/>
                      <a:pt x="1154" y="1144"/>
                    </a:cubicBezTo>
                    <a:cubicBezTo>
                      <a:pt x="560" y="1739"/>
                      <a:pt x="225" y="2546"/>
                      <a:pt x="225" y="3388"/>
                    </a:cubicBezTo>
                    <a:cubicBezTo>
                      <a:pt x="225" y="4229"/>
                      <a:pt x="560" y="5036"/>
                      <a:pt x="1154" y="5631"/>
                    </a:cubicBezTo>
                    <a:cubicBezTo>
                      <a:pt x="1749" y="6226"/>
                      <a:pt x="2556" y="6560"/>
                      <a:pt x="3397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13" name="Freeform: Shape 11112">
                <a:extLst>
                  <a:ext uri="{FF2B5EF4-FFF2-40B4-BE49-F238E27FC236}">
                    <a16:creationId xmlns:a16="http://schemas.microsoft.com/office/drawing/2014/main" id="{96084C3D-F710-3229-775E-C4C4E7F36FC8}"/>
                  </a:ext>
                </a:extLst>
              </p:cNvPr>
              <p:cNvSpPr/>
              <p:nvPr/>
            </p:nvSpPr>
            <p:spPr>
              <a:xfrm>
                <a:off x="9187241" y="6587414"/>
                <a:ext cx="6343" cy="6345"/>
              </a:xfrm>
              <a:custGeom>
                <a:avLst/>
                <a:gdLst>
                  <a:gd name="connsiteX0" fmla="*/ 3391 w 6343"/>
                  <a:gd name="connsiteY0" fmla="*/ 6590 h 6345"/>
                  <a:gd name="connsiteX1" fmla="*/ 5633 w 6343"/>
                  <a:gd name="connsiteY1" fmla="*/ 5661 h 6345"/>
                  <a:gd name="connsiteX2" fmla="*/ 6562 w 6343"/>
                  <a:gd name="connsiteY2" fmla="*/ 3418 h 6345"/>
                  <a:gd name="connsiteX3" fmla="*/ 5633 w 6343"/>
                  <a:gd name="connsiteY3" fmla="*/ 1174 h 6345"/>
                  <a:gd name="connsiteX4" fmla="*/ 3391 w 6343"/>
                  <a:gd name="connsiteY4" fmla="*/ 245 h 6345"/>
                  <a:gd name="connsiteX5" fmla="*/ 1148 w 6343"/>
                  <a:gd name="connsiteY5" fmla="*/ 1174 h 6345"/>
                  <a:gd name="connsiteX6" fmla="*/ 219 w 6343"/>
                  <a:gd name="connsiteY6" fmla="*/ 3418 h 6345"/>
                  <a:gd name="connsiteX7" fmla="*/ 1148 w 6343"/>
                  <a:gd name="connsiteY7" fmla="*/ 5661 h 6345"/>
                  <a:gd name="connsiteX8" fmla="*/ 3391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90"/>
                    </a:moveTo>
                    <a:cubicBezTo>
                      <a:pt x="4232" y="6590"/>
                      <a:pt x="5038" y="6256"/>
                      <a:pt x="5633" y="5661"/>
                    </a:cubicBezTo>
                    <a:cubicBezTo>
                      <a:pt x="6228" y="5066"/>
                      <a:pt x="6562" y="4259"/>
                      <a:pt x="6562" y="3418"/>
                    </a:cubicBezTo>
                    <a:cubicBezTo>
                      <a:pt x="6562" y="2576"/>
                      <a:pt x="6228" y="1769"/>
                      <a:pt x="5633" y="1174"/>
                    </a:cubicBezTo>
                    <a:cubicBezTo>
                      <a:pt x="5038" y="579"/>
                      <a:pt x="4232" y="245"/>
                      <a:pt x="3391" y="245"/>
                    </a:cubicBezTo>
                    <a:cubicBezTo>
                      <a:pt x="2549" y="245"/>
                      <a:pt x="1743" y="579"/>
                      <a:pt x="1148" y="1174"/>
                    </a:cubicBezTo>
                    <a:cubicBezTo>
                      <a:pt x="553" y="1769"/>
                      <a:pt x="219" y="2576"/>
                      <a:pt x="219" y="3418"/>
                    </a:cubicBezTo>
                    <a:cubicBezTo>
                      <a:pt x="219" y="4259"/>
                      <a:pt x="553" y="5066"/>
                      <a:pt x="1148" y="5661"/>
                    </a:cubicBezTo>
                    <a:cubicBezTo>
                      <a:pt x="1743" y="6256"/>
                      <a:pt x="2549" y="6590"/>
                      <a:pt x="3391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14" name="Freeform: Shape 11113">
                <a:extLst>
                  <a:ext uri="{FF2B5EF4-FFF2-40B4-BE49-F238E27FC236}">
                    <a16:creationId xmlns:a16="http://schemas.microsoft.com/office/drawing/2014/main" id="{247E4E36-18DE-985D-04D4-6C883242E6BF}"/>
                  </a:ext>
                </a:extLst>
              </p:cNvPr>
              <p:cNvSpPr/>
              <p:nvPr/>
            </p:nvSpPr>
            <p:spPr>
              <a:xfrm>
                <a:off x="9179653" y="6584152"/>
                <a:ext cx="6343" cy="6345"/>
              </a:xfrm>
              <a:custGeom>
                <a:avLst/>
                <a:gdLst>
                  <a:gd name="connsiteX0" fmla="*/ 3390 w 6343"/>
                  <a:gd name="connsiteY0" fmla="*/ 6590 h 6345"/>
                  <a:gd name="connsiteX1" fmla="*/ 5633 w 6343"/>
                  <a:gd name="connsiteY1" fmla="*/ 5661 h 6345"/>
                  <a:gd name="connsiteX2" fmla="*/ 6562 w 6343"/>
                  <a:gd name="connsiteY2" fmla="*/ 3417 h 6345"/>
                  <a:gd name="connsiteX3" fmla="*/ 5633 w 6343"/>
                  <a:gd name="connsiteY3" fmla="*/ 1174 h 6345"/>
                  <a:gd name="connsiteX4" fmla="*/ 3390 w 6343"/>
                  <a:gd name="connsiteY4" fmla="*/ 245 h 6345"/>
                  <a:gd name="connsiteX5" fmla="*/ 1147 w 6343"/>
                  <a:gd name="connsiteY5" fmla="*/ 1174 h 6345"/>
                  <a:gd name="connsiteX6" fmla="*/ 218 w 6343"/>
                  <a:gd name="connsiteY6" fmla="*/ 3417 h 6345"/>
                  <a:gd name="connsiteX7" fmla="*/ 1147 w 6343"/>
                  <a:gd name="connsiteY7" fmla="*/ 5661 h 6345"/>
                  <a:gd name="connsiteX8" fmla="*/ 3390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90"/>
                    </a:moveTo>
                    <a:cubicBezTo>
                      <a:pt x="4231" y="6590"/>
                      <a:pt x="5038" y="6256"/>
                      <a:pt x="5633" y="5661"/>
                    </a:cubicBezTo>
                    <a:cubicBezTo>
                      <a:pt x="6227" y="5066"/>
                      <a:pt x="6562" y="4259"/>
                      <a:pt x="6562" y="3417"/>
                    </a:cubicBezTo>
                    <a:cubicBezTo>
                      <a:pt x="6562" y="2576"/>
                      <a:pt x="6227" y="1769"/>
                      <a:pt x="5633" y="1174"/>
                    </a:cubicBezTo>
                    <a:cubicBezTo>
                      <a:pt x="5038" y="579"/>
                      <a:pt x="4231" y="245"/>
                      <a:pt x="3390" y="245"/>
                    </a:cubicBezTo>
                    <a:cubicBezTo>
                      <a:pt x="2549" y="245"/>
                      <a:pt x="1742" y="579"/>
                      <a:pt x="1147" y="1174"/>
                    </a:cubicBezTo>
                    <a:cubicBezTo>
                      <a:pt x="553" y="1769"/>
                      <a:pt x="218" y="2576"/>
                      <a:pt x="218" y="3417"/>
                    </a:cubicBezTo>
                    <a:cubicBezTo>
                      <a:pt x="218" y="4259"/>
                      <a:pt x="553" y="5066"/>
                      <a:pt x="1147" y="5661"/>
                    </a:cubicBezTo>
                    <a:cubicBezTo>
                      <a:pt x="1742" y="6256"/>
                      <a:pt x="2549" y="6590"/>
                      <a:pt x="3390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15" name="Freeform: Shape 11114">
                <a:extLst>
                  <a:ext uri="{FF2B5EF4-FFF2-40B4-BE49-F238E27FC236}">
                    <a16:creationId xmlns:a16="http://schemas.microsoft.com/office/drawing/2014/main" id="{F8A59403-0AB2-8E4A-C364-3F9AAC71A3DF}"/>
                  </a:ext>
                </a:extLst>
              </p:cNvPr>
              <p:cNvSpPr/>
              <p:nvPr/>
            </p:nvSpPr>
            <p:spPr>
              <a:xfrm>
                <a:off x="9171849" y="6582012"/>
                <a:ext cx="6343" cy="6345"/>
              </a:xfrm>
              <a:custGeom>
                <a:avLst/>
                <a:gdLst>
                  <a:gd name="connsiteX0" fmla="*/ 3389 w 6343"/>
                  <a:gd name="connsiteY0" fmla="*/ 6590 h 6345"/>
                  <a:gd name="connsiteX1" fmla="*/ 5632 w 6343"/>
                  <a:gd name="connsiteY1" fmla="*/ 5661 h 6345"/>
                  <a:gd name="connsiteX2" fmla="*/ 6561 w 6343"/>
                  <a:gd name="connsiteY2" fmla="*/ 3417 h 6345"/>
                  <a:gd name="connsiteX3" fmla="*/ 5632 w 6343"/>
                  <a:gd name="connsiteY3" fmla="*/ 1174 h 6345"/>
                  <a:gd name="connsiteX4" fmla="*/ 3389 w 6343"/>
                  <a:gd name="connsiteY4" fmla="*/ 244 h 6345"/>
                  <a:gd name="connsiteX5" fmla="*/ 1147 w 6343"/>
                  <a:gd name="connsiteY5" fmla="*/ 1174 h 6345"/>
                  <a:gd name="connsiteX6" fmla="*/ 218 w 6343"/>
                  <a:gd name="connsiteY6" fmla="*/ 3417 h 6345"/>
                  <a:gd name="connsiteX7" fmla="*/ 1147 w 6343"/>
                  <a:gd name="connsiteY7" fmla="*/ 5661 h 6345"/>
                  <a:gd name="connsiteX8" fmla="*/ 3389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90"/>
                    </a:moveTo>
                    <a:cubicBezTo>
                      <a:pt x="4230" y="6590"/>
                      <a:pt x="5037" y="6256"/>
                      <a:pt x="5632" y="5661"/>
                    </a:cubicBezTo>
                    <a:cubicBezTo>
                      <a:pt x="6227" y="5066"/>
                      <a:pt x="6561" y="4259"/>
                      <a:pt x="6561" y="3417"/>
                    </a:cubicBezTo>
                    <a:cubicBezTo>
                      <a:pt x="6561" y="2576"/>
                      <a:pt x="6227" y="1769"/>
                      <a:pt x="5632" y="1174"/>
                    </a:cubicBezTo>
                    <a:cubicBezTo>
                      <a:pt x="5037" y="579"/>
                      <a:pt x="4230" y="244"/>
                      <a:pt x="3389" y="244"/>
                    </a:cubicBezTo>
                    <a:cubicBezTo>
                      <a:pt x="2548" y="244"/>
                      <a:pt x="1741" y="579"/>
                      <a:pt x="1147" y="1174"/>
                    </a:cubicBezTo>
                    <a:cubicBezTo>
                      <a:pt x="552" y="1769"/>
                      <a:pt x="218" y="2576"/>
                      <a:pt x="218" y="3417"/>
                    </a:cubicBezTo>
                    <a:cubicBezTo>
                      <a:pt x="218" y="4259"/>
                      <a:pt x="552" y="5066"/>
                      <a:pt x="1147" y="5661"/>
                    </a:cubicBezTo>
                    <a:cubicBezTo>
                      <a:pt x="1741" y="6256"/>
                      <a:pt x="2548" y="6590"/>
                      <a:pt x="3389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16" name="Freeform: Shape 11115">
                <a:extLst>
                  <a:ext uri="{FF2B5EF4-FFF2-40B4-BE49-F238E27FC236}">
                    <a16:creationId xmlns:a16="http://schemas.microsoft.com/office/drawing/2014/main" id="{36E6FE1B-5DC9-01E2-288A-B4AFA8A85755}"/>
                  </a:ext>
                </a:extLst>
              </p:cNvPr>
              <p:cNvSpPr/>
              <p:nvPr/>
            </p:nvSpPr>
            <p:spPr>
              <a:xfrm>
                <a:off x="9163887" y="6580621"/>
                <a:ext cx="6343" cy="6345"/>
              </a:xfrm>
              <a:custGeom>
                <a:avLst/>
                <a:gdLst>
                  <a:gd name="connsiteX0" fmla="*/ 3389 w 6343"/>
                  <a:gd name="connsiteY0" fmla="*/ 6590 h 6345"/>
                  <a:gd name="connsiteX1" fmla="*/ 5631 w 6343"/>
                  <a:gd name="connsiteY1" fmla="*/ 5661 h 6345"/>
                  <a:gd name="connsiteX2" fmla="*/ 6560 w 6343"/>
                  <a:gd name="connsiteY2" fmla="*/ 3417 h 6345"/>
                  <a:gd name="connsiteX3" fmla="*/ 5631 w 6343"/>
                  <a:gd name="connsiteY3" fmla="*/ 1174 h 6345"/>
                  <a:gd name="connsiteX4" fmla="*/ 3389 w 6343"/>
                  <a:gd name="connsiteY4" fmla="*/ 244 h 6345"/>
                  <a:gd name="connsiteX5" fmla="*/ 1146 w 6343"/>
                  <a:gd name="connsiteY5" fmla="*/ 1174 h 6345"/>
                  <a:gd name="connsiteX6" fmla="*/ 217 w 6343"/>
                  <a:gd name="connsiteY6" fmla="*/ 3417 h 6345"/>
                  <a:gd name="connsiteX7" fmla="*/ 1146 w 6343"/>
                  <a:gd name="connsiteY7" fmla="*/ 5661 h 6345"/>
                  <a:gd name="connsiteX8" fmla="*/ 3389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90"/>
                    </a:moveTo>
                    <a:cubicBezTo>
                      <a:pt x="4230" y="6590"/>
                      <a:pt x="5037" y="6255"/>
                      <a:pt x="5631" y="5661"/>
                    </a:cubicBezTo>
                    <a:cubicBezTo>
                      <a:pt x="6226" y="5066"/>
                      <a:pt x="6560" y="4258"/>
                      <a:pt x="6560" y="3417"/>
                    </a:cubicBezTo>
                    <a:cubicBezTo>
                      <a:pt x="6560" y="2576"/>
                      <a:pt x="6226" y="1769"/>
                      <a:pt x="5631" y="1174"/>
                    </a:cubicBezTo>
                    <a:cubicBezTo>
                      <a:pt x="5037" y="579"/>
                      <a:pt x="4230" y="244"/>
                      <a:pt x="3389" y="244"/>
                    </a:cubicBezTo>
                    <a:cubicBezTo>
                      <a:pt x="2548" y="244"/>
                      <a:pt x="1741" y="579"/>
                      <a:pt x="1146" y="1174"/>
                    </a:cubicBezTo>
                    <a:cubicBezTo>
                      <a:pt x="551" y="1769"/>
                      <a:pt x="217" y="2576"/>
                      <a:pt x="217" y="3417"/>
                    </a:cubicBezTo>
                    <a:cubicBezTo>
                      <a:pt x="217" y="4258"/>
                      <a:pt x="551" y="5066"/>
                      <a:pt x="1146" y="5661"/>
                    </a:cubicBezTo>
                    <a:cubicBezTo>
                      <a:pt x="1741" y="6255"/>
                      <a:pt x="2548" y="6590"/>
                      <a:pt x="3389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17" name="Freeform: Shape 11116">
                <a:extLst>
                  <a:ext uri="{FF2B5EF4-FFF2-40B4-BE49-F238E27FC236}">
                    <a16:creationId xmlns:a16="http://schemas.microsoft.com/office/drawing/2014/main" id="{764B7679-5774-F72D-239C-8C2F60EE0C2D}"/>
                  </a:ext>
                </a:extLst>
              </p:cNvPr>
              <p:cNvSpPr/>
              <p:nvPr/>
            </p:nvSpPr>
            <p:spPr>
              <a:xfrm>
                <a:off x="9156069" y="6578569"/>
                <a:ext cx="6343" cy="6345"/>
              </a:xfrm>
              <a:custGeom>
                <a:avLst/>
                <a:gdLst>
                  <a:gd name="connsiteX0" fmla="*/ 3388 w 6343"/>
                  <a:gd name="connsiteY0" fmla="*/ 6590 h 6345"/>
                  <a:gd name="connsiteX1" fmla="*/ 5631 w 6343"/>
                  <a:gd name="connsiteY1" fmla="*/ 5660 h 6345"/>
                  <a:gd name="connsiteX2" fmla="*/ 6560 w 6343"/>
                  <a:gd name="connsiteY2" fmla="*/ 3417 h 6345"/>
                  <a:gd name="connsiteX3" fmla="*/ 5631 w 6343"/>
                  <a:gd name="connsiteY3" fmla="*/ 1173 h 6345"/>
                  <a:gd name="connsiteX4" fmla="*/ 3388 w 6343"/>
                  <a:gd name="connsiteY4" fmla="*/ 244 h 6345"/>
                  <a:gd name="connsiteX5" fmla="*/ 1145 w 6343"/>
                  <a:gd name="connsiteY5" fmla="*/ 1173 h 6345"/>
                  <a:gd name="connsiteX6" fmla="*/ 217 w 6343"/>
                  <a:gd name="connsiteY6" fmla="*/ 3417 h 6345"/>
                  <a:gd name="connsiteX7" fmla="*/ 1145 w 6343"/>
                  <a:gd name="connsiteY7" fmla="*/ 5660 h 6345"/>
                  <a:gd name="connsiteX8" fmla="*/ 3388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90"/>
                    </a:moveTo>
                    <a:cubicBezTo>
                      <a:pt x="4229" y="6590"/>
                      <a:pt x="5036" y="6255"/>
                      <a:pt x="5631" y="5660"/>
                    </a:cubicBezTo>
                    <a:cubicBezTo>
                      <a:pt x="6225" y="5065"/>
                      <a:pt x="6560" y="4258"/>
                      <a:pt x="6560" y="3417"/>
                    </a:cubicBezTo>
                    <a:cubicBezTo>
                      <a:pt x="6560" y="2575"/>
                      <a:pt x="6225" y="1768"/>
                      <a:pt x="5631" y="1173"/>
                    </a:cubicBezTo>
                    <a:cubicBezTo>
                      <a:pt x="5036" y="579"/>
                      <a:pt x="4229" y="244"/>
                      <a:pt x="3388" y="244"/>
                    </a:cubicBezTo>
                    <a:cubicBezTo>
                      <a:pt x="2547" y="244"/>
                      <a:pt x="1740" y="579"/>
                      <a:pt x="1145" y="1173"/>
                    </a:cubicBezTo>
                    <a:cubicBezTo>
                      <a:pt x="551" y="1768"/>
                      <a:pt x="217" y="2575"/>
                      <a:pt x="217" y="3417"/>
                    </a:cubicBezTo>
                    <a:cubicBezTo>
                      <a:pt x="217" y="4258"/>
                      <a:pt x="551" y="5065"/>
                      <a:pt x="1145" y="5660"/>
                    </a:cubicBezTo>
                    <a:cubicBezTo>
                      <a:pt x="1740" y="6255"/>
                      <a:pt x="2547" y="6590"/>
                      <a:pt x="3388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18" name="Freeform: Shape 11117">
                <a:extLst>
                  <a:ext uri="{FF2B5EF4-FFF2-40B4-BE49-F238E27FC236}">
                    <a16:creationId xmlns:a16="http://schemas.microsoft.com/office/drawing/2014/main" id="{9B895C3A-CC8E-6327-2587-C32CCF5B8C57}"/>
                  </a:ext>
                </a:extLst>
              </p:cNvPr>
              <p:cNvSpPr/>
              <p:nvPr/>
            </p:nvSpPr>
            <p:spPr>
              <a:xfrm>
                <a:off x="9147800" y="6578487"/>
                <a:ext cx="6343" cy="6345"/>
              </a:xfrm>
              <a:custGeom>
                <a:avLst/>
                <a:gdLst>
                  <a:gd name="connsiteX0" fmla="*/ 3387 w 6343"/>
                  <a:gd name="connsiteY0" fmla="*/ 6590 h 6345"/>
                  <a:gd name="connsiteX1" fmla="*/ 5630 w 6343"/>
                  <a:gd name="connsiteY1" fmla="*/ 5660 h 6345"/>
                  <a:gd name="connsiteX2" fmla="*/ 6559 w 6343"/>
                  <a:gd name="connsiteY2" fmla="*/ 3417 h 6345"/>
                  <a:gd name="connsiteX3" fmla="*/ 5630 w 6343"/>
                  <a:gd name="connsiteY3" fmla="*/ 1173 h 6345"/>
                  <a:gd name="connsiteX4" fmla="*/ 3387 w 6343"/>
                  <a:gd name="connsiteY4" fmla="*/ 244 h 6345"/>
                  <a:gd name="connsiteX5" fmla="*/ 1145 w 6343"/>
                  <a:gd name="connsiteY5" fmla="*/ 1173 h 6345"/>
                  <a:gd name="connsiteX6" fmla="*/ 216 w 6343"/>
                  <a:gd name="connsiteY6" fmla="*/ 3417 h 6345"/>
                  <a:gd name="connsiteX7" fmla="*/ 1145 w 6343"/>
                  <a:gd name="connsiteY7" fmla="*/ 5660 h 6345"/>
                  <a:gd name="connsiteX8" fmla="*/ 3387 w 6343"/>
                  <a:gd name="connsiteY8" fmla="*/ 65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90"/>
                    </a:moveTo>
                    <a:cubicBezTo>
                      <a:pt x="4229" y="6590"/>
                      <a:pt x="5035" y="6255"/>
                      <a:pt x="5630" y="5660"/>
                    </a:cubicBezTo>
                    <a:cubicBezTo>
                      <a:pt x="6225" y="5065"/>
                      <a:pt x="6559" y="4258"/>
                      <a:pt x="6559" y="3417"/>
                    </a:cubicBezTo>
                    <a:cubicBezTo>
                      <a:pt x="6559" y="2575"/>
                      <a:pt x="6225" y="1768"/>
                      <a:pt x="5630" y="1173"/>
                    </a:cubicBezTo>
                    <a:cubicBezTo>
                      <a:pt x="5035" y="578"/>
                      <a:pt x="4229" y="244"/>
                      <a:pt x="3387" y="244"/>
                    </a:cubicBezTo>
                    <a:cubicBezTo>
                      <a:pt x="2546" y="244"/>
                      <a:pt x="1740" y="578"/>
                      <a:pt x="1145" y="1173"/>
                    </a:cubicBezTo>
                    <a:cubicBezTo>
                      <a:pt x="550" y="1768"/>
                      <a:pt x="216" y="2575"/>
                      <a:pt x="216" y="3417"/>
                    </a:cubicBezTo>
                    <a:cubicBezTo>
                      <a:pt x="216" y="4258"/>
                      <a:pt x="550" y="5065"/>
                      <a:pt x="1145" y="5660"/>
                    </a:cubicBezTo>
                    <a:cubicBezTo>
                      <a:pt x="1740" y="6255"/>
                      <a:pt x="2546" y="6590"/>
                      <a:pt x="3387" y="6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19" name="Freeform: Shape 11118">
                <a:extLst>
                  <a:ext uri="{FF2B5EF4-FFF2-40B4-BE49-F238E27FC236}">
                    <a16:creationId xmlns:a16="http://schemas.microsoft.com/office/drawing/2014/main" id="{DC1F7408-910C-41A9-06C5-BDB8653DE9E7}"/>
                  </a:ext>
                </a:extLst>
              </p:cNvPr>
              <p:cNvSpPr/>
              <p:nvPr/>
            </p:nvSpPr>
            <p:spPr>
              <a:xfrm>
                <a:off x="9228427" y="6203889"/>
                <a:ext cx="6343" cy="6345"/>
              </a:xfrm>
              <a:custGeom>
                <a:avLst/>
                <a:gdLst>
                  <a:gd name="connsiteX0" fmla="*/ 3394 w 6343"/>
                  <a:gd name="connsiteY0" fmla="*/ 6560 h 6345"/>
                  <a:gd name="connsiteX1" fmla="*/ 5636 w 6343"/>
                  <a:gd name="connsiteY1" fmla="*/ 5631 h 6345"/>
                  <a:gd name="connsiteX2" fmla="*/ 6565 w 6343"/>
                  <a:gd name="connsiteY2" fmla="*/ 3387 h 6345"/>
                  <a:gd name="connsiteX3" fmla="*/ 5636 w 6343"/>
                  <a:gd name="connsiteY3" fmla="*/ 1144 h 6345"/>
                  <a:gd name="connsiteX4" fmla="*/ 3394 w 6343"/>
                  <a:gd name="connsiteY4" fmla="*/ 215 h 6345"/>
                  <a:gd name="connsiteX5" fmla="*/ 1151 w 6343"/>
                  <a:gd name="connsiteY5" fmla="*/ 1144 h 6345"/>
                  <a:gd name="connsiteX6" fmla="*/ 222 w 6343"/>
                  <a:gd name="connsiteY6" fmla="*/ 3387 h 6345"/>
                  <a:gd name="connsiteX7" fmla="*/ 1151 w 6343"/>
                  <a:gd name="connsiteY7" fmla="*/ 5631 h 6345"/>
                  <a:gd name="connsiteX8" fmla="*/ 3394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60"/>
                    </a:moveTo>
                    <a:cubicBezTo>
                      <a:pt x="4235" y="6560"/>
                      <a:pt x="5042" y="6226"/>
                      <a:pt x="5636" y="5631"/>
                    </a:cubicBezTo>
                    <a:cubicBezTo>
                      <a:pt x="6231" y="5036"/>
                      <a:pt x="6565" y="4229"/>
                      <a:pt x="6565" y="3387"/>
                    </a:cubicBezTo>
                    <a:cubicBezTo>
                      <a:pt x="6565" y="2546"/>
                      <a:pt x="6231" y="1739"/>
                      <a:pt x="5636" y="1144"/>
                    </a:cubicBezTo>
                    <a:cubicBezTo>
                      <a:pt x="5042" y="549"/>
                      <a:pt x="4235" y="215"/>
                      <a:pt x="3394" y="215"/>
                    </a:cubicBezTo>
                    <a:cubicBezTo>
                      <a:pt x="2553" y="215"/>
                      <a:pt x="1746" y="549"/>
                      <a:pt x="1151" y="1144"/>
                    </a:cubicBezTo>
                    <a:cubicBezTo>
                      <a:pt x="556" y="1739"/>
                      <a:pt x="222" y="2546"/>
                      <a:pt x="222" y="3387"/>
                    </a:cubicBezTo>
                    <a:cubicBezTo>
                      <a:pt x="222" y="4229"/>
                      <a:pt x="556" y="5036"/>
                      <a:pt x="1151" y="5631"/>
                    </a:cubicBezTo>
                    <a:cubicBezTo>
                      <a:pt x="1746" y="6226"/>
                      <a:pt x="2553" y="6560"/>
                      <a:pt x="3394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20" name="Freeform: Shape 11119">
                <a:extLst>
                  <a:ext uri="{FF2B5EF4-FFF2-40B4-BE49-F238E27FC236}">
                    <a16:creationId xmlns:a16="http://schemas.microsoft.com/office/drawing/2014/main" id="{6AA20CDA-C166-1043-4A5E-46FD886E183C}"/>
                  </a:ext>
                </a:extLst>
              </p:cNvPr>
              <p:cNvSpPr/>
              <p:nvPr/>
            </p:nvSpPr>
            <p:spPr>
              <a:xfrm>
                <a:off x="9131500" y="6577066"/>
                <a:ext cx="6343" cy="6345"/>
              </a:xfrm>
              <a:custGeom>
                <a:avLst/>
                <a:gdLst>
                  <a:gd name="connsiteX0" fmla="*/ 3386 w 6343"/>
                  <a:gd name="connsiteY0" fmla="*/ 6589 h 6345"/>
                  <a:gd name="connsiteX1" fmla="*/ 5629 w 6343"/>
                  <a:gd name="connsiteY1" fmla="*/ 5660 h 6345"/>
                  <a:gd name="connsiteX2" fmla="*/ 6558 w 6343"/>
                  <a:gd name="connsiteY2" fmla="*/ 3417 h 6345"/>
                  <a:gd name="connsiteX3" fmla="*/ 5629 w 6343"/>
                  <a:gd name="connsiteY3" fmla="*/ 1173 h 6345"/>
                  <a:gd name="connsiteX4" fmla="*/ 3386 w 6343"/>
                  <a:gd name="connsiteY4" fmla="*/ 244 h 6345"/>
                  <a:gd name="connsiteX5" fmla="*/ 1144 w 6343"/>
                  <a:gd name="connsiteY5" fmla="*/ 1173 h 6345"/>
                  <a:gd name="connsiteX6" fmla="*/ 215 w 6343"/>
                  <a:gd name="connsiteY6" fmla="*/ 3417 h 6345"/>
                  <a:gd name="connsiteX7" fmla="*/ 1144 w 6343"/>
                  <a:gd name="connsiteY7" fmla="*/ 5660 h 6345"/>
                  <a:gd name="connsiteX8" fmla="*/ 3386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89"/>
                    </a:moveTo>
                    <a:cubicBezTo>
                      <a:pt x="4227" y="6589"/>
                      <a:pt x="5034" y="6255"/>
                      <a:pt x="5629" y="5660"/>
                    </a:cubicBezTo>
                    <a:cubicBezTo>
                      <a:pt x="6224" y="5065"/>
                      <a:pt x="6558" y="4258"/>
                      <a:pt x="6558" y="3417"/>
                    </a:cubicBezTo>
                    <a:cubicBezTo>
                      <a:pt x="6558" y="2575"/>
                      <a:pt x="6224" y="1768"/>
                      <a:pt x="5629" y="1173"/>
                    </a:cubicBezTo>
                    <a:cubicBezTo>
                      <a:pt x="5034" y="578"/>
                      <a:pt x="4227" y="244"/>
                      <a:pt x="3386" y="244"/>
                    </a:cubicBezTo>
                    <a:cubicBezTo>
                      <a:pt x="2545" y="244"/>
                      <a:pt x="1738" y="578"/>
                      <a:pt x="1144" y="1173"/>
                    </a:cubicBezTo>
                    <a:cubicBezTo>
                      <a:pt x="549" y="1768"/>
                      <a:pt x="215" y="2575"/>
                      <a:pt x="215" y="3417"/>
                    </a:cubicBezTo>
                    <a:cubicBezTo>
                      <a:pt x="215" y="4258"/>
                      <a:pt x="549" y="5065"/>
                      <a:pt x="1144" y="5660"/>
                    </a:cubicBezTo>
                    <a:cubicBezTo>
                      <a:pt x="1738" y="6255"/>
                      <a:pt x="2545" y="6589"/>
                      <a:pt x="3386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21" name="Freeform: Shape 11120">
                <a:extLst>
                  <a:ext uri="{FF2B5EF4-FFF2-40B4-BE49-F238E27FC236}">
                    <a16:creationId xmlns:a16="http://schemas.microsoft.com/office/drawing/2014/main" id="{B1C734D1-A5EF-787D-06D9-D8ABC1A78843}"/>
                  </a:ext>
                </a:extLst>
              </p:cNvPr>
              <p:cNvSpPr/>
              <p:nvPr/>
            </p:nvSpPr>
            <p:spPr>
              <a:xfrm>
                <a:off x="9123438" y="6575913"/>
                <a:ext cx="6343" cy="6345"/>
              </a:xfrm>
              <a:custGeom>
                <a:avLst/>
                <a:gdLst>
                  <a:gd name="connsiteX0" fmla="*/ 3386 w 6343"/>
                  <a:gd name="connsiteY0" fmla="*/ 6589 h 6345"/>
                  <a:gd name="connsiteX1" fmla="*/ 5628 w 6343"/>
                  <a:gd name="connsiteY1" fmla="*/ 5660 h 6345"/>
                  <a:gd name="connsiteX2" fmla="*/ 6557 w 6343"/>
                  <a:gd name="connsiteY2" fmla="*/ 3417 h 6345"/>
                  <a:gd name="connsiteX3" fmla="*/ 5628 w 6343"/>
                  <a:gd name="connsiteY3" fmla="*/ 1173 h 6345"/>
                  <a:gd name="connsiteX4" fmla="*/ 3386 w 6343"/>
                  <a:gd name="connsiteY4" fmla="*/ 244 h 6345"/>
                  <a:gd name="connsiteX5" fmla="*/ 1143 w 6343"/>
                  <a:gd name="connsiteY5" fmla="*/ 1173 h 6345"/>
                  <a:gd name="connsiteX6" fmla="*/ 214 w 6343"/>
                  <a:gd name="connsiteY6" fmla="*/ 3417 h 6345"/>
                  <a:gd name="connsiteX7" fmla="*/ 1143 w 6343"/>
                  <a:gd name="connsiteY7" fmla="*/ 5660 h 6345"/>
                  <a:gd name="connsiteX8" fmla="*/ 3386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89"/>
                    </a:moveTo>
                    <a:cubicBezTo>
                      <a:pt x="4227" y="6589"/>
                      <a:pt x="5033" y="6255"/>
                      <a:pt x="5628" y="5660"/>
                    </a:cubicBezTo>
                    <a:cubicBezTo>
                      <a:pt x="6223" y="5065"/>
                      <a:pt x="6557" y="4258"/>
                      <a:pt x="6557" y="3417"/>
                    </a:cubicBezTo>
                    <a:cubicBezTo>
                      <a:pt x="6557" y="2575"/>
                      <a:pt x="6223" y="1768"/>
                      <a:pt x="5628" y="1173"/>
                    </a:cubicBezTo>
                    <a:cubicBezTo>
                      <a:pt x="5033" y="578"/>
                      <a:pt x="4227" y="244"/>
                      <a:pt x="3386" y="244"/>
                    </a:cubicBezTo>
                    <a:cubicBezTo>
                      <a:pt x="2544" y="244"/>
                      <a:pt x="1738" y="578"/>
                      <a:pt x="1143" y="1173"/>
                    </a:cubicBezTo>
                    <a:cubicBezTo>
                      <a:pt x="548" y="1768"/>
                      <a:pt x="214" y="2575"/>
                      <a:pt x="214" y="3417"/>
                    </a:cubicBezTo>
                    <a:cubicBezTo>
                      <a:pt x="214" y="4258"/>
                      <a:pt x="548" y="5065"/>
                      <a:pt x="1143" y="5660"/>
                    </a:cubicBezTo>
                    <a:cubicBezTo>
                      <a:pt x="1738" y="6255"/>
                      <a:pt x="2544" y="6589"/>
                      <a:pt x="3386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22" name="Freeform: Shape 11121">
                <a:extLst>
                  <a:ext uri="{FF2B5EF4-FFF2-40B4-BE49-F238E27FC236}">
                    <a16:creationId xmlns:a16="http://schemas.microsoft.com/office/drawing/2014/main" id="{00EFEFA3-4A06-A49F-23F3-3046AF80BDE3}"/>
                  </a:ext>
                </a:extLst>
              </p:cNvPr>
              <p:cNvSpPr/>
              <p:nvPr/>
            </p:nvSpPr>
            <p:spPr>
              <a:xfrm>
                <a:off x="9115206" y="6575378"/>
                <a:ext cx="6343" cy="6345"/>
              </a:xfrm>
              <a:custGeom>
                <a:avLst/>
                <a:gdLst>
                  <a:gd name="connsiteX0" fmla="*/ 3385 w 6343"/>
                  <a:gd name="connsiteY0" fmla="*/ 6589 h 6345"/>
                  <a:gd name="connsiteX1" fmla="*/ 5628 w 6343"/>
                  <a:gd name="connsiteY1" fmla="*/ 5660 h 6345"/>
                  <a:gd name="connsiteX2" fmla="*/ 6556 w 6343"/>
                  <a:gd name="connsiteY2" fmla="*/ 3417 h 6345"/>
                  <a:gd name="connsiteX3" fmla="*/ 5628 w 6343"/>
                  <a:gd name="connsiteY3" fmla="*/ 1173 h 6345"/>
                  <a:gd name="connsiteX4" fmla="*/ 3385 w 6343"/>
                  <a:gd name="connsiteY4" fmla="*/ 244 h 6345"/>
                  <a:gd name="connsiteX5" fmla="*/ 1142 w 6343"/>
                  <a:gd name="connsiteY5" fmla="*/ 1173 h 6345"/>
                  <a:gd name="connsiteX6" fmla="*/ 213 w 6343"/>
                  <a:gd name="connsiteY6" fmla="*/ 3417 h 6345"/>
                  <a:gd name="connsiteX7" fmla="*/ 1142 w 6343"/>
                  <a:gd name="connsiteY7" fmla="*/ 5660 h 6345"/>
                  <a:gd name="connsiteX8" fmla="*/ 3385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89"/>
                    </a:moveTo>
                    <a:cubicBezTo>
                      <a:pt x="4226" y="6589"/>
                      <a:pt x="5033" y="6255"/>
                      <a:pt x="5628" y="5660"/>
                    </a:cubicBezTo>
                    <a:cubicBezTo>
                      <a:pt x="6222" y="5065"/>
                      <a:pt x="6556" y="4258"/>
                      <a:pt x="6556" y="3417"/>
                    </a:cubicBezTo>
                    <a:cubicBezTo>
                      <a:pt x="6556" y="2575"/>
                      <a:pt x="6222" y="1768"/>
                      <a:pt x="5628" y="1173"/>
                    </a:cubicBezTo>
                    <a:cubicBezTo>
                      <a:pt x="5033" y="578"/>
                      <a:pt x="4226" y="244"/>
                      <a:pt x="3385" y="244"/>
                    </a:cubicBezTo>
                    <a:cubicBezTo>
                      <a:pt x="2544" y="244"/>
                      <a:pt x="1737" y="578"/>
                      <a:pt x="1142" y="1173"/>
                    </a:cubicBezTo>
                    <a:cubicBezTo>
                      <a:pt x="547" y="1768"/>
                      <a:pt x="213" y="2575"/>
                      <a:pt x="213" y="3417"/>
                    </a:cubicBezTo>
                    <a:cubicBezTo>
                      <a:pt x="213" y="4258"/>
                      <a:pt x="547" y="5065"/>
                      <a:pt x="1142" y="5660"/>
                    </a:cubicBezTo>
                    <a:cubicBezTo>
                      <a:pt x="1737" y="6255"/>
                      <a:pt x="2544" y="6589"/>
                      <a:pt x="3385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23" name="Freeform: Shape 11122">
                <a:extLst>
                  <a:ext uri="{FF2B5EF4-FFF2-40B4-BE49-F238E27FC236}">
                    <a16:creationId xmlns:a16="http://schemas.microsoft.com/office/drawing/2014/main" id="{0D44304D-8C83-7BDE-C61E-C0D62EED1A3A}"/>
                  </a:ext>
                </a:extLst>
              </p:cNvPr>
              <p:cNvSpPr/>
              <p:nvPr/>
            </p:nvSpPr>
            <p:spPr>
              <a:xfrm>
                <a:off x="9107017" y="6574607"/>
                <a:ext cx="6343" cy="6345"/>
              </a:xfrm>
              <a:custGeom>
                <a:avLst/>
                <a:gdLst>
                  <a:gd name="connsiteX0" fmla="*/ 3384 w 6343"/>
                  <a:gd name="connsiteY0" fmla="*/ 6589 h 6345"/>
                  <a:gd name="connsiteX1" fmla="*/ 5627 w 6343"/>
                  <a:gd name="connsiteY1" fmla="*/ 5660 h 6345"/>
                  <a:gd name="connsiteX2" fmla="*/ 6556 w 6343"/>
                  <a:gd name="connsiteY2" fmla="*/ 3417 h 6345"/>
                  <a:gd name="connsiteX3" fmla="*/ 5627 w 6343"/>
                  <a:gd name="connsiteY3" fmla="*/ 1173 h 6345"/>
                  <a:gd name="connsiteX4" fmla="*/ 3384 w 6343"/>
                  <a:gd name="connsiteY4" fmla="*/ 244 h 6345"/>
                  <a:gd name="connsiteX5" fmla="*/ 1142 w 6343"/>
                  <a:gd name="connsiteY5" fmla="*/ 1173 h 6345"/>
                  <a:gd name="connsiteX6" fmla="*/ 213 w 6343"/>
                  <a:gd name="connsiteY6" fmla="*/ 3417 h 6345"/>
                  <a:gd name="connsiteX7" fmla="*/ 1142 w 6343"/>
                  <a:gd name="connsiteY7" fmla="*/ 5660 h 6345"/>
                  <a:gd name="connsiteX8" fmla="*/ 3384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89"/>
                    </a:moveTo>
                    <a:cubicBezTo>
                      <a:pt x="4225" y="6589"/>
                      <a:pt x="5032" y="6255"/>
                      <a:pt x="5627" y="5660"/>
                    </a:cubicBezTo>
                    <a:cubicBezTo>
                      <a:pt x="6222" y="5065"/>
                      <a:pt x="6556" y="4258"/>
                      <a:pt x="6556" y="3417"/>
                    </a:cubicBezTo>
                    <a:cubicBezTo>
                      <a:pt x="6556" y="2575"/>
                      <a:pt x="6222" y="1768"/>
                      <a:pt x="5627" y="1173"/>
                    </a:cubicBezTo>
                    <a:cubicBezTo>
                      <a:pt x="5032" y="578"/>
                      <a:pt x="4225" y="244"/>
                      <a:pt x="3384" y="244"/>
                    </a:cubicBezTo>
                    <a:cubicBezTo>
                      <a:pt x="2543" y="244"/>
                      <a:pt x="1736" y="578"/>
                      <a:pt x="1142" y="1173"/>
                    </a:cubicBezTo>
                    <a:cubicBezTo>
                      <a:pt x="547" y="1768"/>
                      <a:pt x="213" y="2575"/>
                      <a:pt x="213" y="3417"/>
                    </a:cubicBezTo>
                    <a:cubicBezTo>
                      <a:pt x="213" y="4258"/>
                      <a:pt x="547" y="5065"/>
                      <a:pt x="1142" y="5660"/>
                    </a:cubicBezTo>
                    <a:cubicBezTo>
                      <a:pt x="1736" y="6255"/>
                      <a:pt x="2543" y="6589"/>
                      <a:pt x="3384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24" name="Freeform: Shape 11123">
                <a:extLst>
                  <a:ext uri="{FF2B5EF4-FFF2-40B4-BE49-F238E27FC236}">
                    <a16:creationId xmlns:a16="http://schemas.microsoft.com/office/drawing/2014/main" id="{2405BB85-5F4B-6C8A-2765-DDBC25B50E62}"/>
                  </a:ext>
                </a:extLst>
              </p:cNvPr>
              <p:cNvSpPr/>
              <p:nvPr/>
            </p:nvSpPr>
            <p:spPr>
              <a:xfrm>
                <a:off x="9098743" y="6574088"/>
                <a:ext cx="6343" cy="6345"/>
              </a:xfrm>
              <a:custGeom>
                <a:avLst/>
                <a:gdLst>
                  <a:gd name="connsiteX0" fmla="*/ 3384 w 6343"/>
                  <a:gd name="connsiteY0" fmla="*/ 6589 h 6345"/>
                  <a:gd name="connsiteX1" fmla="*/ 5626 w 6343"/>
                  <a:gd name="connsiteY1" fmla="*/ 5660 h 6345"/>
                  <a:gd name="connsiteX2" fmla="*/ 6555 w 6343"/>
                  <a:gd name="connsiteY2" fmla="*/ 3417 h 6345"/>
                  <a:gd name="connsiteX3" fmla="*/ 5626 w 6343"/>
                  <a:gd name="connsiteY3" fmla="*/ 1173 h 6345"/>
                  <a:gd name="connsiteX4" fmla="*/ 3384 w 6343"/>
                  <a:gd name="connsiteY4" fmla="*/ 244 h 6345"/>
                  <a:gd name="connsiteX5" fmla="*/ 1141 w 6343"/>
                  <a:gd name="connsiteY5" fmla="*/ 1173 h 6345"/>
                  <a:gd name="connsiteX6" fmla="*/ 212 w 6343"/>
                  <a:gd name="connsiteY6" fmla="*/ 3417 h 6345"/>
                  <a:gd name="connsiteX7" fmla="*/ 1141 w 6343"/>
                  <a:gd name="connsiteY7" fmla="*/ 5660 h 6345"/>
                  <a:gd name="connsiteX8" fmla="*/ 3384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89"/>
                    </a:moveTo>
                    <a:cubicBezTo>
                      <a:pt x="4225" y="6589"/>
                      <a:pt x="5031" y="6255"/>
                      <a:pt x="5626" y="5660"/>
                    </a:cubicBezTo>
                    <a:cubicBezTo>
                      <a:pt x="6221" y="5065"/>
                      <a:pt x="6555" y="4258"/>
                      <a:pt x="6555" y="3417"/>
                    </a:cubicBezTo>
                    <a:cubicBezTo>
                      <a:pt x="6555" y="2575"/>
                      <a:pt x="6221" y="1768"/>
                      <a:pt x="5626" y="1173"/>
                    </a:cubicBezTo>
                    <a:cubicBezTo>
                      <a:pt x="5031" y="578"/>
                      <a:pt x="4225" y="244"/>
                      <a:pt x="3384" y="244"/>
                    </a:cubicBezTo>
                    <a:cubicBezTo>
                      <a:pt x="2542" y="244"/>
                      <a:pt x="1736" y="578"/>
                      <a:pt x="1141" y="1173"/>
                    </a:cubicBezTo>
                    <a:cubicBezTo>
                      <a:pt x="546" y="1768"/>
                      <a:pt x="212" y="2575"/>
                      <a:pt x="212" y="3417"/>
                    </a:cubicBezTo>
                    <a:cubicBezTo>
                      <a:pt x="212" y="4258"/>
                      <a:pt x="546" y="5065"/>
                      <a:pt x="1141" y="5660"/>
                    </a:cubicBezTo>
                    <a:cubicBezTo>
                      <a:pt x="1736" y="6255"/>
                      <a:pt x="2542" y="6589"/>
                      <a:pt x="3384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25" name="Freeform: Shape 11124">
                <a:extLst>
                  <a:ext uri="{FF2B5EF4-FFF2-40B4-BE49-F238E27FC236}">
                    <a16:creationId xmlns:a16="http://schemas.microsoft.com/office/drawing/2014/main" id="{942E5E22-0AEE-B278-EE12-ACD5FA6944AF}"/>
                  </a:ext>
                </a:extLst>
              </p:cNvPr>
              <p:cNvSpPr/>
              <p:nvPr/>
            </p:nvSpPr>
            <p:spPr>
              <a:xfrm>
                <a:off x="9090162" y="6574603"/>
                <a:ext cx="6343" cy="6345"/>
              </a:xfrm>
              <a:custGeom>
                <a:avLst/>
                <a:gdLst>
                  <a:gd name="connsiteX0" fmla="*/ 3383 w 6343"/>
                  <a:gd name="connsiteY0" fmla="*/ 6589 h 6345"/>
                  <a:gd name="connsiteX1" fmla="*/ 5626 w 6343"/>
                  <a:gd name="connsiteY1" fmla="*/ 5660 h 6345"/>
                  <a:gd name="connsiteX2" fmla="*/ 6554 w 6343"/>
                  <a:gd name="connsiteY2" fmla="*/ 3417 h 6345"/>
                  <a:gd name="connsiteX3" fmla="*/ 5626 w 6343"/>
                  <a:gd name="connsiteY3" fmla="*/ 1173 h 6345"/>
                  <a:gd name="connsiteX4" fmla="*/ 3383 w 6343"/>
                  <a:gd name="connsiteY4" fmla="*/ 244 h 6345"/>
                  <a:gd name="connsiteX5" fmla="*/ 1140 w 6343"/>
                  <a:gd name="connsiteY5" fmla="*/ 1173 h 6345"/>
                  <a:gd name="connsiteX6" fmla="*/ 211 w 6343"/>
                  <a:gd name="connsiteY6" fmla="*/ 3417 h 6345"/>
                  <a:gd name="connsiteX7" fmla="*/ 1140 w 6343"/>
                  <a:gd name="connsiteY7" fmla="*/ 5660 h 6345"/>
                  <a:gd name="connsiteX8" fmla="*/ 3383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89"/>
                    </a:moveTo>
                    <a:cubicBezTo>
                      <a:pt x="4224" y="6589"/>
                      <a:pt x="5031" y="6255"/>
                      <a:pt x="5626" y="5660"/>
                    </a:cubicBezTo>
                    <a:cubicBezTo>
                      <a:pt x="6220" y="5065"/>
                      <a:pt x="6554" y="4258"/>
                      <a:pt x="6554" y="3417"/>
                    </a:cubicBezTo>
                    <a:cubicBezTo>
                      <a:pt x="6554" y="2575"/>
                      <a:pt x="6220" y="1768"/>
                      <a:pt x="5626" y="1173"/>
                    </a:cubicBezTo>
                    <a:cubicBezTo>
                      <a:pt x="5031" y="578"/>
                      <a:pt x="4224" y="244"/>
                      <a:pt x="3383" y="244"/>
                    </a:cubicBezTo>
                    <a:cubicBezTo>
                      <a:pt x="2542" y="244"/>
                      <a:pt x="1735" y="578"/>
                      <a:pt x="1140" y="1173"/>
                    </a:cubicBezTo>
                    <a:cubicBezTo>
                      <a:pt x="546" y="1768"/>
                      <a:pt x="211" y="2575"/>
                      <a:pt x="211" y="3417"/>
                    </a:cubicBezTo>
                    <a:cubicBezTo>
                      <a:pt x="211" y="4258"/>
                      <a:pt x="546" y="5065"/>
                      <a:pt x="1140" y="5660"/>
                    </a:cubicBezTo>
                    <a:cubicBezTo>
                      <a:pt x="1735" y="6255"/>
                      <a:pt x="2542" y="6589"/>
                      <a:pt x="3383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26" name="Freeform: Shape 11125">
                <a:extLst>
                  <a:ext uri="{FF2B5EF4-FFF2-40B4-BE49-F238E27FC236}">
                    <a16:creationId xmlns:a16="http://schemas.microsoft.com/office/drawing/2014/main" id="{DAB4C5E1-3FEA-B0D7-FD3B-45204B84A345}"/>
                  </a:ext>
                </a:extLst>
              </p:cNvPr>
              <p:cNvSpPr/>
              <p:nvPr/>
            </p:nvSpPr>
            <p:spPr>
              <a:xfrm>
                <a:off x="9081698" y="6574579"/>
                <a:ext cx="6343" cy="6345"/>
              </a:xfrm>
              <a:custGeom>
                <a:avLst/>
                <a:gdLst>
                  <a:gd name="connsiteX0" fmla="*/ 3382 w 6343"/>
                  <a:gd name="connsiteY0" fmla="*/ 6589 h 6345"/>
                  <a:gd name="connsiteX1" fmla="*/ 5625 w 6343"/>
                  <a:gd name="connsiteY1" fmla="*/ 5660 h 6345"/>
                  <a:gd name="connsiteX2" fmla="*/ 6554 w 6343"/>
                  <a:gd name="connsiteY2" fmla="*/ 3417 h 6345"/>
                  <a:gd name="connsiteX3" fmla="*/ 5625 w 6343"/>
                  <a:gd name="connsiteY3" fmla="*/ 1173 h 6345"/>
                  <a:gd name="connsiteX4" fmla="*/ 3382 w 6343"/>
                  <a:gd name="connsiteY4" fmla="*/ 244 h 6345"/>
                  <a:gd name="connsiteX5" fmla="*/ 1140 w 6343"/>
                  <a:gd name="connsiteY5" fmla="*/ 1173 h 6345"/>
                  <a:gd name="connsiteX6" fmla="*/ 211 w 6343"/>
                  <a:gd name="connsiteY6" fmla="*/ 3417 h 6345"/>
                  <a:gd name="connsiteX7" fmla="*/ 1140 w 6343"/>
                  <a:gd name="connsiteY7" fmla="*/ 5660 h 6345"/>
                  <a:gd name="connsiteX8" fmla="*/ 3382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89"/>
                    </a:moveTo>
                    <a:cubicBezTo>
                      <a:pt x="4223" y="6589"/>
                      <a:pt x="5030" y="6255"/>
                      <a:pt x="5625" y="5660"/>
                    </a:cubicBezTo>
                    <a:cubicBezTo>
                      <a:pt x="6220" y="5065"/>
                      <a:pt x="6554" y="4258"/>
                      <a:pt x="6554" y="3417"/>
                    </a:cubicBezTo>
                    <a:cubicBezTo>
                      <a:pt x="6554" y="2575"/>
                      <a:pt x="6220" y="1768"/>
                      <a:pt x="5625" y="1173"/>
                    </a:cubicBezTo>
                    <a:cubicBezTo>
                      <a:pt x="5030" y="578"/>
                      <a:pt x="4223" y="244"/>
                      <a:pt x="3382" y="244"/>
                    </a:cubicBezTo>
                    <a:cubicBezTo>
                      <a:pt x="2541" y="244"/>
                      <a:pt x="1734" y="578"/>
                      <a:pt x="1140" y="1173"/>
                    </a:cubicBezTo>
                    <a:cubicBezTo>
                      <a:pt x="545" y="1768"/>
                      <a:pt x="211" y="2575"/>
                      <a:pt x="211" y="3417"/>
                    </a:cubicBezTo>
                    <a:cubicBezTo>
                      <a:pt x="211" y="4258"/>
                      <a:pt x="545" y="5065"/>
                      <a:pt x="1140" y="5660"/>
                    </a:cubicBezTo>
                    <a:cubicBezTo>
                      <a:pt x="1734" y="6255"/>
                      <a:pt x="2541" y="6589"/>
                      <a:pt x="3382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27" name="Freeform: Shape 11126">
                <a:extLst>
                  <a:ext uri="{FF2B5EF4-FFF2-40B4-BE49-F238E27FC236}">
                    <a16:creationId xmlns:a16="http://schemas.microsoft.com/office/drawing/2014/main" id="{EA288D02-920E-70B3-A3FF-2823E53C0ACC}"/>
                  </a:ext>
                </a:extLst>
              </p:cNvPr>
              <p:cNvSpPr/>
              <p:nvPr/>
            </p:nvSpPr>
            <p:spPr>
              <a:xfrm>
                <a:off x="9073291" y="6574257"/>
                <a:ext cx="6343" cy="6345"/>
              </a:xfrm>
              <a:custGeom>
                <a:avLst/>
                <a:gdLst>
                  <a:gd name="connsiteX0" fmla="*/ 3382 w 6343"/>
                  <a:gd name="connsiteY0" fmla="*/ 6589 h 6345"/>
                  <a:gd name="connsiteX1" fmla="*/ 5624 w 6343"/>
                  <a:gd name="connsiteY1" fmla="*/ 5660 h 6345"/>
                  <a:gd name="connsiteX2" fmla="*/ 6553 w 6343"/>
                  <a:gd name="connsiteY2" fmla="*/ 3417 h 6345"/>
                  <a:gd name="connsiteX3" fmla="*/ 5624 w 6343"/>
                  <a:gd name="connsiteY3" fmla="*/ 1173 h 6345"/>
                  <a:gd name="connsiteX4" fmla="*/ 3382 w 6343"/>
                  <a:gd name="connsiteY4" fmla="*/ 244 h 6345"/>
                  <a:gd name="connsiteX5" fmla="*/ 1139 w 6343"/>
                  <a:gd name="connsiteY5" fmla="*/ 1173 h 6345"/>
                  <a:gd name="connsiteX6" fmla="*/ 210 w 6343"/>
                  <a:gd name="connsiteY6" fmla="*/ 3417 h 6345"/>
                  <a:gd name="connsiteX7" fmla="*/ 1139 w 6343"/>
                  <a:gd name="connsiteY7" fmla="*/ 5660 h 6345"/>
                  <a:gd name="connsiteX8" fmla="*/ 3382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89"/>
                    </a:moveTo>
                    <a:cubicBezTo>
                      <a:pt x="4223" y="6589"/>
                      <a:pt x="5029" y="6255"/>
                      <a:pt x="5624" y="5660"/>
                    </a:cubicBezTo>
                    <a:cubicBezTo>
                      <a:pt x="6219" y="5065"/>
                      <a:pt x="6553" y="4258"/>
                      <a:pt x="6553" y="3417"/>
                    </a:cubicBezTo>
                    <a:cubicBezTo>
                      <a:pt x="6553" y="2575"/>
                      <a:pt x="6219" y="1768"/>
                      <a:pt x="5624" y="1173"/>
                    </a:cubicBezTo>
                    <a:cubicBezTo>
                      <a:pt x="5029" y="578"/>
                      <a:pt x="4223" y="244"/>
                      <a:pt x="3382" y="244"/>
                    </a:cubicBezTo>
                    <a:cubicBezTo>
                      <a:pt x="2540" y="244"/>
                      <a:pt x="1734" y="578"/>
                      <a:pt x="1139" y="1173"/>
                    </a:cubicBezTo>
                    <a:cubicBezTo>
                      <a:pt x="544" y="1768"/>
                      <a:pt x="210" y="2575"/>
                      <a:pt x="210" y="3417"/>
                    </a:cubicBezTo>
                    <a:cubicBezTo>
                      <a:pt x="210" y="4258"/>
                      <a:pt x="544" y="5065"/>
                      <a:pt x="1139" y="5660"/>
                    </a:cubicBezTo>
                    <a:cubicBezTo>
                      <a:pt x="1734" y="6255"/>
                      <a:pt x="2540" y="6589"/>
                      <a:pt x="3382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28" name="Freeform: Shape 11127">
                <a:extLst>
                  <a:ext uri="{FF2B5EF4-FFF2-40B4-BE49-F238E27FC236}">
                    <a16:creationId xmlns:a16="http://schemas.microsoft.com/office/drawing/2014/main" id="{05847FC4-3072-7AE9-B25D-957410C93E9C}"/>
                  </a:ext>
                </a:extLst>
              </p:cNvPr>
              <p:cNvSpPr/>
              <p:nvPr/>
            </p:nvSpPr>
            <p:spPr>
              <a:xfrm>
                <a:off x="9064536" y="6575023"/>
                <a:ext cx="6343" cy="6345"/>
              </a:xfrm>
              <a:custGeom>
                <a:avLst/>
                <a:gdLst>
                  <a:gd name="connsiteX0" fmla="*/ 3381 w 6343"/>
                  <a:gd name="connsiteY0" fmla="*/ 6589 h 6345"/>
                  <a:gd name="connsiteX1" fmla="*/ 5624 w 6343"/>
                  <a:gd name="connsiteY1" fmla="*/ 5660 h 6345"/>
                  <a:gd name="connsiteX2" fmla="*/ 6552 w 6343"/>
                  <a:gd name="connsiteY2" fmla="*/ 3417 h 6345"/>
                  <a:gd name="connsiteX3" fmla="*/ 5624 w 6343"/>
                  <a:gd name="connsiteY3" fmla="*/ 1173 h 6345"/>
                  <a:gd name="connsiteX4" fmla="*/ 3381 w 6343"/>
                  <a:gd name="connsiteY4" fmla="*/ 244 h 6345"/>
                  <a:gd name="connsiteX5" fmla="*/ 1138 w 6343"/>
                  <a:gd name="connsiteY5" fmla="*/ 1173 h 6345"/>
                  <a:gd name="connsiteX6" fmla="*/ 209 w 6343"/>
                  <a:gd name="connsiteY6" fmla="*/ 3417 h 6345"/>
                  <a:gd name="connsiteX7" fmla="*/ 1138 w 6343"/>
                  <a:gd name="connsiteY7" fmla="*/ 5660 h 6345"/>
                  <a:gd name="connsiteX8" fmla="*/ 3381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589"/>
                    </a:moveTo>
                    <a:cubicBezTo>
                      <a:pt x="4222" y="6589"/>
                      <a:pt x="5029" y="6255"/>
                      <a:pt x="5624" y="5660"/>
                    </a:cubicBezTo>
                    <a:cubicBezTo>
                      <a:pt x="6218" y="5065"/>
                      <a:pt x="6552" y="4258"/>
                      <a:pt x="6552" y="3417"/>
                    </a:cubicBezTo>
                    <a:cubicBezTo>
                      <a:pt x="6552" y="2575"/>
                      <a:pt x="6218" y="1768"/>
                      <a:pt x="5624" y="1173"/>
                    </a:cubicBezTo>
                    <a:cubicBezTo>
                      <a:pt x="5029" y="578"/>
                      <a:pt x="4222" y="244"/>
                      <a:pt x="3381" y="244"/>
                    </a:cubicBezTo>
                    <a:cubicBezTo>
                      <a:pt x="2540" y="244"/>
                      <a:pt x="1733" y="578"/>
                      <a:pt x="1138" y="1173"/>
                    </a:cubicBezTo>
                    <a:cubicBezTo>
                      <a:pt x="544" y="1768"/>
                      <a:pt x="209" y="2575"/>
                      <a:pt x="209" y="3417"/>
                    </a:cubicBezTo>
                    <a:cubicBezTo>
                      <a:pt x="209" y="4258"/>
                      <a:pt x="544" y="5065"/>
                      <a:pt x="1138" y="5660"/>
                    </a:cubicBezTo>
                    <a:cubicBezTo>
                      <a:pt x="1733" y="6255"/>
                      <a:pt x="2540" y="6589"/>
                      <a:pt x="3381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29" name="Freeform: Shape 11128">
                <a:extLst>
                  <a:ext uri="{FF2B5EF4-FFF2-40B4-BE49-F238E27FC236}">
                    <a16:creationId xmlns:a16="http://schemas.microsoft.com/office/drawing/2014/main" id="{FDCB2522-FF42-0315-DE5B-7727884320E4}"/>
                  </a:ext>
                </a:extLst>
              </p:cNvPr>
              <p:cNvSpPr/>
              <p:nvPr/>
            </p:nvSpPr>
            <p:spPr>
              <a:xfrm>
                <a:off x="9055957" y="6575070"/>
                <a:ext cx="6343" cy="6345"/>
              </a:xfrm>
              <a:custGeom>
                <a:avLst/>
                <a:gdLst>
                  <a:gd name="connsiteX0" fmla="*/ 3380 w 6343"/>
                  <a:gd name="connsiteY0" fmla="*/ 6589 h 6345"/>
                  <a:gd name="connsiteX1" fmla="*/ 5623 w 6343"/>
                  <a:gd name="connsiteY1" fmla="*/ 5660 h 6345"/>
                  <a:gd name="connsiteX2" fmla="*/ 6552 w 6343"/>
                  <a:gd name="connsiteY2" fmla="*/ 3417 h 6345"/>
                  <a:gd name="connsiteX3" fmla="*/ 5623 w 6343"/>
                  <a:gd name="connsiteY3" fmla="*/ 1173 h 6345"/>
                  <a:gd name="connsiteX4" fmla="*/ 3380 w 6343"/>
                  <a:gd name="connsiteY4" fmla="*/ 244 h 6345"/>
                  <a:gd name="connsiteX5" fmla="*/ 1138 w 6343"/>
                  <a:gd name="connsiteY5" fmla="*/ 1173 h 6345"/>
                  <a:gd name="connsiteX6" fmla="*/ 209 w 6343"/>
                  <a:gd name="connsiteY6" fmla="*/ 3417 h 6345"/>
                  <a:gd name="connsiteX7" fmla="*/ 1138 w 6343"/>
                  <a:gd name="connsiteY7" fmla="*/ 5660 h 6345"/>
                  <a:gd name="connsiteX8" fmla="*/ 3380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9"/>
                    </a:moveTo>
                    <a:cubicBezTo>
                      <a:pt x="4221" y="6589"/>
                      <a:pt x="5028" y="6255"/>
                      <a:pt x="5623" y="5660"/>
                    </a:cubicBezTo>
                    <a:cubicBezTo>
                      <a:pt x="6218" y="5065"/>
                      <a:pt x="6552" y="4258"/>
                      <a:pt x="6552" y="3417"/>
                    </a:cubicBezTo>
                    <a:cubicBezTo>
                      <a:pt x="6552" y="2575"/>
                      <a:pt x="6218" y="1768"/>
                      <a:pt x="5623" y="1173"/>
                    </a:cubicBezTo>
                    <a:cubicBezTo>
                      <a:pt x="5028" y="578"/>
                      <a:pt x="4221" y="244"/>
                      <a:pt x="3380" y="244"/>
                    </a:cubicBezTo>
                    <a:cubicBezTo>
                      <a:pt x="2539" y="244"/>
                      <a:pt x="1732" y="578"/>
                      <a:pt x="1138" y="1173"/>
                    </a:cubicBezTo>
                    <a:cubicBezTo>
                      <a:pt x="543" y="1768"/>
                      <a:pt x="209" y="2575"/>
                      <a:pt x="209" y="3417"/>
                    </a:cubicBezTo>
                    <a:cubicBezTo>
                      <a:pt x="209" y="4258"/>
                      <a:pt x="543" y="5065"/>
                      <a:pt x="1138" y="5660"/>
                    </a:cubicBezTo>
                    <a:cubicBezTo>
                      <a:pt x="1732" y="6255"/>
                      <a:pt x="2539" y="6589"/>
                      <a:pt x="3380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30" name="Freeform: Shape 11129">
                <a:extLst>
                  <a:ext uri="{FF2B5EF4-FFF2-40B4-BE49-F238E27FC236}">
                    <a16:creationId xmlns:a16="http://schemas.microsoft.com/office/drawing/2014/main" id="{74A5C016-9545-422D-A7BA-9F5C1C0D12C3}"/>
                  </a:ext>
                </a:extLst>
              </p:cNvPr>
              <p:cNvSpPr/>
              <p:nvPr/>
            </p:nvSpPr>
            <p:spPr>
              <a:xfrm>
                <a:off x="9047363" y="6575059"/>
                <a:ext cx="6343" cy="6345"/>
              </a:xfrm>
              <a:custGeom>
                <a:avLst/>
                <a:gdLst>
                  <a:gd name="connsiteX0" fmla="*/ 3380 w 6343"/>
                  <a:gd name="connsiteY0" fmla="*/ 6589 h 6345"/>
                  <a:gd name="connsiteX1" fmla="*/ 5622 w 6343"/>
                  <a:gd name="connsiteY1" fmla="*/ 5660 h 6345"/>
                  <a:gd name="connsiteX2" fmla="*/ 6551 w 6343"/>
                  <a:gd name="connsiteY2" fmla="*/ 3417 h 6345"/>
                  <a:gd name="connsiteX3" fmla="*/ 5622 w 6343"/>
                  <a:gd name="connsiteY3" fmla="*/ 1173 h 6345"/>
                  <a:gd name="connsiteX4" fmla="*/ 3380 w 6343"/>
                  <a:gd name="connsiteY4" fmla="*/ 244 h 6345"/>
                  <a:gd name="connsiteX5" fmla="*/ 1137 w 6343"/>
                  <a:gd name="connsiteY5" fmla="*/ 1173 h 6345"/>
                  <a:gd name="connsiteX6" fmla="*/ 208 w 6343"/>
                  <a:gd name="connsiteY6" fmla="*/ 3417 h 6345"/>
                  <a:gd name="connsiteX7" fmla="*/ 1137 w 6343"/>
                  <a:gd name="connsiteY7" fmla="*/ 5660 h 6345"/>
                  <a:gd name="connsiteX8" fmla="*/ 3380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89"/>
                    </a:moveTo>
                    <a:cubicBezTo>
                      <a:pt x="4221" y="6589"/>
                      <a:pt x="5027" y="6255"/>
                      <a:pt x="5622" y="5660"/>
                    </a:cubicBezTo>
                    <a:cubicBezTo>
                      <a:pt x="6217" y="5065"/>
                      <a:pt x="6551" y="4258"/>
                      <a:pt x="6551" y="3417"/>
                    </a:cubicBezTo>
                    <a:cubicBezTo>
                      <a:pt x="6551" y="2575"/>
                      <a:pt x="6217" y="1768"/>
                      <a:pt x="5622" y="1173"/>
                    </a:cubicBezTo>
                    <a:cubicBezTo>
                      <a:pt x="5027" y="578"/>
                      <a:pt x="4221" y="244"/>
                      <a:pt x="3380" y="244"/>
                    </a:cubicBezTo>
                    <a:cubicBezTo>
                      <a:pt x="2538" y="244"/>
                      <a:pt x="1732" y="578"/>
                      <a:pt x="1137" y="1173"/>
                    </a:cubicBezTo>
                    <a:cubicBezTo>
                      <a:pt x="542" y="1768"/>
                      <a:pt x="208" y="2575"/>
                      <a:pt x="208" y="3417"/>
                    </a:cubicBezTo>
                    <a:cubicBezTo>
                      <a:pt x="208" y="4258"/>
                      <a:pt x="542" y="5065"/>
                      <a:pt x="1137" y="5660"/>
                    </a:cubicBezTo>
                    <a:cubicBezTo>
                      <a:pt x="1732" y="6255"/>
                      <a:pt x="2538" y="6589"/>
                      <a:pt x="3380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31" name="Freeform: Shape 11130">
                <a:extLst>
                  <a:ext uri="{FF2B5EF4-FFF2-40B4-BE49-F238E27FC236}">
                    <a16:creationId xmlns:a16="http://schemas.microsoft.com/office/drawing/2014/main" id="{9E24DACD-1C9E-86EC-FA51-BBBB073E8F99}"/>
                  </a:ext>
                </a:extLst>
              </p:cNvPr>
              <p:cNvSpPr/>
              <p:nvPr/>
            </p:nvSpPr>
            <p:spPr>
              <a:xfrm>
                <a:off x="9039172" y="6573675"/>
                <a:ext cx="6343" cy="6345"/>
              </a:xfrm>
              <a:custGeom>
                <a:avLst/>
                <a:gdLst>
                  <a:gd name="connsiteX0" fmla="*/ 3379 w 6343"/>
                  <a:gd name="connsiteY0" fmla="*/ 6589 h 6345"/>
                  <a:gd name="connsiteX1" fmla="*/ 5622 w 6343"/>
                  <a:gd name="connsiteY1" fmla="*/ 5660 h 6345"/>
                  <a:gd name="connsiteX2" fmla="*/ 6550 w 6343"/>
                  <a:gd name="connsiteY2" fmla="*/ 3417 h 6345"/>
                  <a:gd name="connsiteX3" fmla="*/ 5622 w 6343"/>
                  <a:gd name="connsiteY3" fmla="*/ 1173 h 6345"/>
                  <a:gd name="connsiteX4" fmla="*/ 3379 w 6343"/>
                  <a:gd name="connsiteY4" fmla="*/ 244 h 6345"/>
                  <a:gd name="connsiteX5" fmla="*/ 1136 w 6343"/>
                  <a:gd name="connsiteY5" fmla="*/ 1173 h 6345"/>
                  <a:gd name="connsiteX6" fmla="*/ 207 w 6343"/>
                  <a:gd name="connsiteY6" fmla="*/ 3417 h 6345"/>
                  <a:gd name="connsiteX7" fmla="*/ 1136 w 6343"/>
                  <a:gd name="connsiteY7" fmla="*/ 5660 h 6345"/>
                  <a:gd name="connsiteX8" fmla="*/ 3379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589"/>
                    </a:moveTo>
                    <a:cubicBezTo>
                      <a:pt x="4220" y="6589"/>
                      <a:pt x="5027" y="6255"/>
                      <a:pt x="5622" y="5660"/>
                    </a:cubicBezTo>
                    <a:cubicBezTo>
                      <a:pt x="6216" y="5065"/>
                      <a:pt x="6550" y="4258"/>
                      <a:pt x="6550" y="3417"/>
                    </a:cubicBezTo>
                    <a:cubicBezTo>
                      <a:pt x="6550" y="2575"/>
                      <a:pt x="6216" y="1768"/>
                      <a:pt x="5622" y="1173"/>
                    </a:cubicBezTo>
                    <a:cubicBezTo>
                      <a:pt x="5027" y="578"/>
                      <a:pt x="4220" y="244"/>
                      <a:pt x="3379" y="244"/>
                    </a:cubicBezTo>
                    <a:cubicBezTo>
                      <a:pt x="2538" y="244"/>
                      <a:pt x="1731" y="578"/>
                      <a:pt x="1136" y="1173"/>
                    </a:cubicBezTo>
                    <a:cubicBezTo>
                      <a:pt x="542" y="1768"/>
                      <a:pt x="207" y="2575"/>
                      <a:pt x="207" y="3417"/>
                    </a:cubicBezTo>
                    <a:cubicBezTo>
                      <a:pt x="207" y="4258"/>
                      <a:pt x="542" y="5065"/>
                      <a:pt x="1136" y="5660"/>
                    </a:cubicBezTo>
                    <a:cubicBezTo>
                      <a:pt x="1731" y="6255"/>
                      <a:pt x="2538" y="6589"/>
                      <a:pt x="3379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32" name="Freeform: Shape 11131">
                <a:extLst>
                  <a:ext uri="{FF2B5EF4-FFF2-40B4-BE49-F238E27FC236}">
                    <a16:creationId xmlns:a16="http://schemas.microsoft.com/office/drawing/2014/main" id="{0C871F34-A3AA-7E67-6EFD-080B4B8E6EAA}"/>
                  </a:ext>
                </a:extLst>
              </p:cNvPr>
              <p:cNvSpPr/>
              <p:nvPr/>
            </p:nvSpPr>
            <p:spPr>
              <a:xfrm>
                <a:off x="9030983" y="6572239"/>
                <a:ext cx="6343" cy="6345"/>
              </a:xfrm>
              <a:custGeom>
                <a:avLst/>
                <a:gdLst>
                  <a:gd name="connsiteX0" fmla="*/ 3378 w 6343"/>
                  <a:gd name="connsiteY0" fmla="*/ 6589 h 6345"/>
                  <a:gd name="connsiteX1" fmla="*/ 5621 w 6343"/>
                  <a:gd name="connsiteY1" fmla="*/ 5660 h 6345"/>
                  <a:gd name="connsiteX2" fmla="*/ 6550 w 6343"/>
                  <a:gd name="connsiteY2" fmla="*/ 3416 h 6345"/>
                  <a:gd name="connsiteX3" fmla="*/ 5621 w 6343"/>
                  <a:gd name="connsiteY3" fmla="*/ 1173 h 6345"/>
                  <a:gd name="connsiteX4" fmla="*/ 3378 w 6343"/>
                  <a:gd name="connsiteY4" fmla="*/ 244 h 6345"/>
                  <a:gd name="connsiteX5" fmla="*/ 1136 w 6343"/>
                  <a:gd name="connsiteY5" fmla="*/ 1173 h 6345"/>
                  <a:gd name="connsiteX6" fmla="*/ 207 w 6343"/>
                  <a:gd name="connsiteY6" fmla="*/ 3416 h 6345"/>
                  <a:gd name="connsiteX7" fmla="*/ 1136 w 6343"/>
                  <a:gd name="connsiteY7" fmla="*/ 5660 h 6345"/>
                  <a:gd name="connsiteX8" fmla="*/ 3378 w 6343"/>
                  <a:gd name="connsiteY8" fmla="*/ 65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89"/>
                    </a:moveTo>
                    <a:cubicBezTo>
                      <a:pt x="4219" y="6589"/>
                      <a:pt x="5026" y="6255"/>
                      <a:pt x="5621" y="5660"/>
                    </a:cubicBezTo>
                    <a:cubicBezTo>
                      <a:pt x="6216" y="5065"/>
                      <a:pt x="6550" y="4258"/>
                      <a:pt x="6550" y="3416"/>
                    </a:cubicBezTo>
                    <a:cubicBezTo>
                      <a:pt x="6550" y="2575"/>
                      <a:pt x="6216" y="1768"/>
                      <a:pt x="5621" y="1173"/>
                    </a:cubicBezTo>
                    <a:cubicBezTo>
                      <a:pt x="5026" y="578"/>
                      <a:pt x="4219" y="244"/>
                      <a:pt x="3378" y="244"/>
                    </a:cubicBezTo>
                    <a:cubicBezTo>
                      <a:pt x="2537" y="244"/>
                      <a:pt x="1730" y="578"/>
                      <a:pt x="1136" y="1173"/>
                    </a:cubicBezTo>
                    <a:cubicBezTo>
                      <a:pt x="541" y="1768"/>
                      <a:pt x="207" y="2575"/>
                      <a:pt x="207" y="3416"/>
                    </a:cubicBezTo>
                    <a:cubicBezTo>
                      <a:pt x="207" y="4258"/>
                      <a:pt x="541" y="5065"/>
                      <a:pt x="1136" y="5660"/>
                    </a:cubicBezTo>
                    <a:cubicBezTo>
                      <a:pt x="1730" y="6255"/>
                      <a:pt x="2537" y="6589"/>
                      <a:pt x="3378" y="65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33" name="Freeform: Shape 11132">
                <a:extLst>
                  <a:ext uri="{FF2B5EF4-FFF2-40B4-BE49-F238E27FC236}">
                    <a16:creationId xmlns:a16="http://schemas.microsoft.com/office/drawing/2014/main" id="{FDA3C4F8-7143-67CB-8A18-A5F056E1537E}"/>
                  </a:ext>
                </a:extLst>
              </p:cNvPr>
              <p:cNvSpPr/>
              <p:nvPr/>
            </p:nvSpPr>
            <p:spPr>
              <a:xfrm>
                <a:off x="9143412" y="6205536"/>
                <a:ext cx="6343" cy="6345"/>
              </a:xfrm>
              <a:custGeom>
                <a:avLst/>
                <a:gdLst>
                  <a:gd name="connsiteX0" fmla="*/ 3387 w 6343"/>
                  <a:gd name="connsiteY0" fmla="*/ 6560 h 6345"/>
                  <a:gd name="connsiteX1" fmla="*/ 5630 w 6343"/>
                  <a:gd name="connsiteY1" fmla="*/ 5631 h 6345"/>
                  <a:gd name="connsiteX2" fmla="*/ 6559 w 6343"/>
                  <a:gd name="connsiteY2" fmla="*/ 3388 h 6345"/>
                  <a:gd name="connsiteX3" fmla="*/ 5630 w 6343"/>
                  <a:gd name="connsiteY3" fmla="*/ 1144 h 6345"/>
                  <a:gd name="connsiteX4" fmla="*/ 3387 w 6343"/>
                  <a:gd name="connsiteY4" fmla="*/ 215 h 6345"/>
                  <a:gd name="connsiteX5" fmla="*/ 1144 w 6343"/>
                  <a:gd name="connsiteY5" fmla="*/ 1144 h 6345"/>
                  <a:gd name="connsiteX6" fmla="*/ 216 w 6343"/>
                  <a:gd name="connsiteY6" fmla="*/ 3388 h 6345"/>
                  <a:gd name="connsiteX7" fmla="*/ 1144 w 6343"/>
                  <a:gd name="connsiteY7" fmla="*/ 5631 h 6345"/>
                  <a:gd name="connsiteX8" fmla="*/ 3387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60"/>
                    </a:moveTo>
                    <a:cubicBezTo>
                      <a:pt x="4228" y="6560"/>
                      <a:pt x="5035" y="6226"/>
                      <a:pt x="5630" y="5631"/>
                    </a:cubicBezTo>
                    <a:cubicBezTo>
                      <a:pt x="6224" y="5036"/>
                      <a:pt x="6559" y="4229"/>
                      <a:pt x="6559" y="3388"/>
                    </a:cubicBezTo>
                    <a:cubicBezTo>
                      <a:pt x="6559" y="2546"/>
                      <a:pt x="6224" y="1739"/>
                      <a:pt x="5630" y="1144"/>
                    </a:cubicBezTo>
                    <a:cubicBezTo>
                      <a:pt x="5035" y="549"/>
                      <a:pt x="4228" y="215"/>
                      <a:pt x="3387" y="215"/>
                    </a:cubicBezTo>
                    <a:cubicBezTo>
                      <a:pt x="2546" y="215"/>
                      <a:pt x="1739" y="549"/>
                      <a:pt x="1144" y="1144"/>
                    </a:cubicBezTo>
                    <a:cubicBezTo>
                      <a:pt x="550" y="1739"/>
                      <a:pt x="216" y="2546"/>
                      <a:pt x="216" y="3388"/>
                    </a:cubicBezTo>
                    <a:cubicBezTo>
                      <a:pt x="216" y="4229"/>
                      <a:pt x="550" y="5036"/>
                      <a:pt x="1144" y="5631"/>
                    </a:cubicBezTo>
                    <a:cubicBezTo>
                      <a:pt x="1739" y="6226"/>
                      <a:pt x="2546" y="6560"/>
                      <a:pt x="3387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34" name="Freeform: Shape 11133">
                <a:extLst>
                  <a:ext uri="{FF2B5EF4-FFF2-40B4-BE49-F238E27FC236}">
                    <a16:creationId xmlns:a16="http://schemas.microsoft.com/office/drawing/2014/main" id="{B6EDCA01-8F02-0E56-0520-1F3EEB6598AD}"/>
                  </a:ext>
                </a:extLst>
              </p:cNvPr>
              <p:cNvSpPr/>
              <p:nvPr/>
            </p:nvSpPr>
            <p:spPr>
              <a:xfrm>
                <a:off x="9141214" y="6193622"/>
                <a:ext cx="6343" cy="6345"/>
              </a:xfrm>
              <a:custGeom>
                <a:avLst/>
                <a:gdLst>
                  <a:gd name="connsiteX0" fmla="*/ 3387 w 6343"/>
                  <a:gd name="connsiteY0" fmla="*/ 6559 h 6345"/>
                  <a:gd name="connsiteX1" fmla="*/ 5630 w 6343"/>
                  <a:gd name="connsiteY1" fmla="*/ 5630 h 6345"/>
                  <a:gd name="connsiteX2" fmla="*/ 6558 w 6343"/>
                  <a:gd name="connsiteY2" fmla="*/ 3387 h 6345"/>
                  <a:gd name="connsiteX3" fmla="*/ 5630 w 6343"/>
                  <a:gd name="connsiteY3" fmla="*/ 1143 h 6345"/>
                  <a:gd name="connsiteX4" fmla="*/ 3387 w 6343"/>
                  <a:gd name="connsiteY4" fmla="*/ 214 h 6345"/>
                  <a:gd name="connsiteX5" fmla="*/ 1144 w 6343"/>
                  <a:gd name="connsiteY5" fmla="*/ 1143 h 6345"/>
                  <a:gd name="connsiteX6" fmla="*/ 215 w 6343"/>
                  <a:gd name="connsiteY6" fmla="*/ 3387 h 6345"/>
                  <a:gd name="connsiteX7" fmla="*/ 1144 w 6343"/>
                  <a:gd name="connsiteY7" fmla="*/ 5630 h 6345"/>
                  <a:gd name="connsiteX8" fmla="*/ 338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59"/>
                    </a:moveTo>
                    <a:cubicBezTo>
                      <a:pt x="4228" y="6559"/>
                      <a:pt x="5035" y="6225"/>
                      <a:pt x="5630" y="5630"/>
                    </a:cubicBezTo>
                    <a:cubicBezTo>
                      <a:pt x="6224" y="5035"/>
                      <a:pt x="6558" y="4228"/>
                      <a:pt x="6558" y="3387"/>
                    </a:cubicBezTo>
                    <a:cubicBezTo>
                      <a:pt x="6558" y="2545"/>
                      <a:pt x="6224" y="1738"/>
                      <a:pt x="5630" y="1143"/>
                    </a:cubicBezTo>
                    <a:cubicBezTo>
                      <a:pt x="5035" y="548"/>
                      <a:pt x="4228" y="214"/>
                      <a:pt x="3387" y="214"/>
                    </a:cubicBezTo>
                    <a:cubicBezTo>
                      <a:pt x="2546" y="214"/>
                      <a:pt x="1739" y="548"/>
                      <a:pt x="1144" y="1143"/>
                    </a:cubicBezTo>
                    <a:cubicBezTo>
                      <a:pt x="550" y="1738"/>
                      <a:pt x="215" y="2545"/>
                      <a:pt x="215" y="3387"/>
                    </a:cubicBezTo>
                    <a:cubicBezTo>
                      <a:pt x="215" y="4228"/>
                      <a:pt x="550" y="5035"/>
                      <a:pt x="1144" y="5630"/>
                    </a:cubicBezTo>
                    <a:cubicBezTo>
                      <a:pt x="1739" y="6225"/>
                      <a:pt x="2546" y="6559"/>
                      <a:pt x="338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35" name="Freeform: Shape 11134">
                <a:extLst>
                  <a:ext uri="{FF2B5EF4-FFF2-40B4-BE49-F238E27FC236}">
                    <a16:creationId xmlns:a16="http://schemas.microsoft.com/office/drawing/2014/main" id="{90C0C980-C785-480E-9097-5FAEED480215}"/>
                  </a:ext>
                </a:extLst>
              </p:cNvPr>
              <p:cNvSpPr/>
              <p:nvPr/>
            </p:nvSpPr>
            <p:spPr>
              <a:xfrm>
                <a:off x="9130007" y="6208300"/>
                <a:ext cx="6343" cy="6345"/>
              </a:xfrm>
              <a:custGeom>
                <a:avLst/>
                <a:gdLst>
                  <a:gd name="connsiteX0" fmla="*/ 3386 w 6343"/>
                  <a:gd name="connsiteY0" fmla="*/ 6560 h 6345"/>
                  <a:gd name="connsiteX1" fmla="*/ 5629 w 6343"/>
                  <a:gd name="connsiteY1" fmla="*/ 5631 h 6345"/>
                  <a:gd name="connsiteX2" fmla="*/ 6558 w 6343"/>
                  <a:gd name="connsiteY2" fmla="*/ 3388 h 6345"/>
                  <a:gd name="connsiteX3" fmla="*/ 5629 w 6343"/>
                  <a:gd name="connsiteY3" fmla="*/ 1144 h 6345"/>
                  <a:gd name="connsiteX4" fmla="*/ 3386 w 6343"/>
                  <a:gd name="connsiteY4" fmla="*/ 215 h 6345"/>
                  <a:gd name="connsiteX5" fmla="*/ 1143 w 6343"/>
                  <a:gd name="connsiteY5" fmla="*/ 1144 h 6345"/>
                  <a:gd name="connsiteX6" fmla="*/ 214 w 6343"/>
                  <a:gd name="connsiteY6" fmla="*/ 3388 h 6345"/>
                  <a:gd name="connsiteX7" fmla="*/ 1143 w 6343"/>
                  <a:gd name="connsiteY7" fmla="*/ 5631 h 6345"/>
                  <a:gd name="connsiteX8" fmla="*/ 3386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60"/>
                    </a:moveTo>
                    <a:cubicBezTo>
                      <a:pt x="4227" y="6560"/>
                      <a:pt x="5034" y="6226"/>
                      <a:pt x="5629" y="5631"/>
                    </a:cubicBezTo>
                    <a:cubicBezTo>
                      <a:pt x="6223" y="5036"/>
                      <a:pt x="6558" y="4229"/>
                      <a:pt x="6558" y="3388"/>
                    </a:cubicBezTo>
                    <a:cubicBezTo>
                      <a:pt x="6558" y="2546"/>
                      <a:pt x="6223" y="1739"/>
                      <a:pt x="5629" y="1144"/>
                    </a:cubicBezTo>
                    <a:cubicBezTo>
                      <a:pt x="5034" y="549"/>
                      <a:pt x="4227" y="215"/>
                      <a:pt x="3386" y="215"/>
                    </a:cubicBezTo>
                    <a:cubicBezTo>
                      <a:pt x="2545" y="215"/>
                      <a:pt x="1738" y="549"/>
                      <a:pt x="1143" y="1144"/>
                    </a:cubicBezTo>
                    <a:cubicBezTo>
                      <a:pt x="549" y="1739"/>
                      <a:pt x="214" y="2546"/>
                      <a:pt x="214" y="3388"/>
                    </a:cubicBezTo>
                    <a:cubicBezTo>
                      <a:pt x="214" y="4229"/>
                      <a:pt x="549" y="5036"/>
                      <a:pt x="1143" y="5631"/>
                    </a:cubicBezTo>
                    <a:cubicBezTo>
                      <a:pt x="1738" y="6226"/>
                      <a:pt x="2545" y="6560"/>
                      <a:pt x="3386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36" name="Freeform: Shape 11135">
                <a:extLst>
                  <a:ext uri="{FF2B5EF4-FFF2-40B4-BE49-F238E27FC236}">
                    <a16:creationId xmlns:a16="http://schemas.microsoft.com/office/drawing/2014/main" id="{9E027999-57C3-8BED-EFDE-9498E56F9D41}"/>
                  </a:ext>
                </a:extLst>
              </p:cNvPr>
              <p:cNvSpPr/>
              <p:nvPr/>
            </p:nvSpPr>
            <p:spPr>
              <a:xfrm>
                <a:off x="9028741" y="6412716"/>
                <a:ext cx="6343" cy="6345"/>
              </a:xfrm>
              <a:custGeom>
                <a:avLst/>
                <a:gdLst>
                  <a:gd name="connsiteX0" fmla="*/ 3378 w 6343"/>
                  <a:gd name="connsiteY0" fmla="*/ 6577 h 6345"/>
                  <a:gd name="connsiteX1" fmla="*/ 5621 w 6343"/>
                  <a:gd name="connsiteY1" fmla="*/ 5647 h 6345"/>
                  <a:gd name="connsiteX2" fmla="*/ 6550 w 6343"/>
                  <a:gd name="connsiteY2" fmla="*/ 3404 h 6345"/>
                  <a:gd name="connsiteX3" fmla="*/ 5621 w 6343"/>
                  <a:gd name="connsiteY3" fmla="*/ 1160 h 6345"/>
                  <a:gd name="connsiteX4" fmla="*/ 3378 w 6343"/>
                  <a:gd name="connsiteY4" fmla="*/ 231 h 6345"/>
                  <a:gd name="connsiteX5" fmla="*/ 1135 w 6343"/>
                  <a:gd name="connsiteY5" fmla="*/ 1160 h 6345"/>
                  <a:gd name="connsiteX6" fmla="*/ 207 w 6343"/>
                  <a:gd name="connsiteY6" fmla="*/ 3404 h 6345"/>
                  <a:gd name="connsiteX7" fmla="*/ 1135 w 6343"/>
                  <a:gd name="connsiteY7" fmla="*/ 5647 h 6345"/>
                  <a:gd name="connsiteX8" fmla="*/ 3378 w 6343"/>
                  <a:gd name="connsiteY8" fmla="*/ 65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77"/>
                    </a:moveTo>
                    <a:cubicBezTo>
                      <a:pt x="4219" y="6577"/>
                      <a:pt x="5026" y="6242"/>
                      <a:pt x="5621" y="5647"/>
                    </a:cubicBezTo>
                    <a:cubicBezTo>
                      <a:pt x="6215" y="5052"/>
                      <a:pt x="6550" y="4245"/>
                      <a:pt x="6550" y="3404"/>
                    </a:cubicBezTo>
                    <a:cubicBezTo>
                      <a:pt x="6550" y="2562"/>
                      <a:pt x="6215" y="1755"/>
                      <a:pt x="5621" y="1160"/>
                    </a:cubicBezTo>
                    <a:cubicBezTo>
                      <a:pt x="5026" y="565"/>
                      <a:pt x="4219" y="231"/>
                      <a:pt x="3378" y="231"/>
                    </a:cubicBezTo>
                    <a:cubicBezTo>
                      <a:pt x="2537" y="231"/>
                      <a:pt x="1730" y="565"/>
                      <a:pt x="1135" y="1160"/>
                    </a:cubicBezTo>
                    <a:cubicBezTo>
                      <a:pt x="541" y="1755"/>
                      <a:pt x="207" y="2562"/>
                      <a:pt x="207" y="3404"/>
                    </a:cubicBezTo>
                    <a:cubicBezTo>
                      <a:pt x="207" y="4245"/>
                      <a:pt x="541" y="5052"/>
                      <a:pt x="1135" y="5647"/>
                    </a:cubicBezTo>
                    <a:cubicBezTo>
                      <a:pt x="1730" y="6242"/>
                      <a:pt x="2537" y="6577"/>
                      <a:pt x="3378" y="6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37" name="Freeform: Shape 11136">
                <a:extLst>
                  <a:ext uri="{FF2B5EF4-FFF2-40B4-BE49-F238E27FC236}">
                    <a16:creationId xmlns:a16="http://schemas.microsoft.com/office/drawing/2014/main" id="{B968B21F-E5B1-237E-032F-FA3645224912}"/>
                  </a:ext>
                </a:extLst>
              </p:cNvPr>
              <p:cNvSpPr/>
              <p:nvPr/>
            </p:nvSpPr>
            <p:spPr>
              <a:xfrm>
                <a:off x="9027806" y="6374449"/>
                <a:ext cx="6343" cy="6345"/>
              </a:xfrm>
              <a:custGeom>
                <a:avLst/>
                <a:gdLst>
                  <a:gd name="connsiteX0" fmla="*/ 3378 w 6343"/>
                  <a:gd name="connsiteY0" fmla="*/ 6574 h 6345"/>
                  <a:gd name="connsiteX1" fmla="*/ 5621 w 6343"/>
                  <a:gd name="connsiteY1" fmla="*/ 5644 h 6345"/>
                  <a:gd name="connsiteX2" fmla="*/ 6550 w 6343"/>
                  <a:gd name="connsiteY2" fmla="*/ 3401 h 6345"/>
                  <a:gd name="connsiteX3" fmla="*/ 5621 w 6343"/>
                  <a:gd name="connsiteY3" fmla="*/ 1157 h 6345"/>
                  <a:gd name="connsiteX4" fmla="*/ 3378 w 6343"/>
                  <a:gd name="connsiteY4" fmla="*/ 228 h 6345"/>
                  <a:gd name="connsiteX5" fmla="*/ 1135 w 6343"/>
                  <a:gd name="connsiteY5" fmla="*/ 1157 h 6345"/>
                  <a:gd name="connsiteX6" fmla="*/ 206 w 6343"/>
                  <a:gd name="connsiteY6" fmla="*/ 3401 h 6345"/>
                  <a:gd name="connsiteX7" fmla="*/ 1135 w 6343"/>
                  <a:gd name="connsiteY7" fmla="*/ 5644 h 6345"/>
                  <a:gd name="connsiteX8" fmla="*/ 3378 w 6343"/>
                  <a:gd name="connsiteY8" fmla="*/ 65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74"/>
                    </a:moveTo>
                    <a:cubicBezTo>
                      <a:pt x="4219" y="6574"/>
                      <a:pt x="5026" y="6239"/>
                      <a:pt x="5621" y="5644"/>
                    </a:cubicBezTo>
                    <a:cubicBezTo>
                      <a:pt x="6215" y="5049"/>
                      <a:pt x="6550" y="4242"/>
                      <a:pt x="6550" y="3401"/>
                    </a:cubicBezTo>
                    <a:cubicBezTo>
                      <a:pt x="6550" y="2559"/>
                      <a:pt x="6215" y="1752"/>
                      <a:pt x="5621" y="1157"/>
                    </a:cubicBezTo>
                    <a:cubicBezTo>
                      <a:pt x="5026" y="562"/>
                      <a:pt x="4219" y="228"/>
                      <a:pt x="3378" y="228"/>
                    </a:cubicBezTo>
                    <a:cubicBezTo>
                      <a:pt x="2537" y="228"/>
                      <a:pt x="1730" y="562"/>
                      <a:pt x="1135" y="1157"/>
                    </a:cubicBezTo>
                    <a:cubicBezTo>
                      <a:pt x="541" y="1752"/>
                      <a:pt x="206" y="2559"/>
                      <a:pt x="206" y="3401"/>
                    </a:cubicBezTo>
                    <a:cubicBezTo>
                      <a:pt x="206" y="4242"/>
                      <a:pt x="541" y="5049"/>
                      <a:pt x="1135" y="5644"/>
                    </a:cubicBezTo>
                    <a:cubicBezTo>
                      <a:pt x="1730" y="6239"/>
                      <a:pt x="2537" y="6574"/>
                      <a:pt x="3378" y="65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38" name="Freeform: Shape 11137">
                <a:extLst>
                  <a:ext uri="{FF2B5EF4-FFF2-40B4-BE49-F238E27FC236}">
                    <a16:creationId xmlns:a16="http://schemas.microsoft.com/office/drawing/2014/main" id="{D5939410-B6F8-93BB-BB87-44AADCED3DD6}"/>
                  </a:ext>
                </a:extLst>
              </p:cNvPr>
              <p:cNvSpPr/>
              <p:nvPr/>
            </p:nvSpPr>
            <p:spPr>
              <a:xfrm>
                <a:off x="9021989" y="6369827"/>
                <a:ext cx="6343" cy="6345"/>
              </a:xfrm>
              <a:custGeom>
                <a:avLst/>
                <a:gdLst>
                  <a:gd name="connsiteX0" fmla="*/ 3378 w 6343"/>
                  <a:gd name="connsiteY0" fmla="*/ 6573 h 6345"/>
                  <a:gd name="connsiteX1" fmla="*/ 5620 w 6343"/>
                  <a:gd name="connsiteY1" fmla="*/ 5644 h 6345"/>
                  <a:gd name="connsiteX2" fmla="*/ 6549 w 6343"/>
                  <a:gd name="connsiteY2" fmla="*/ 3400 h 6345"/>
                  <a:gd name="connsiteX3" fmla="*/ 5620 w 6343"/>
                  <a:gd name="connsiteY3" fmla="*/ 1157 h 6345"/>
                  <a:gd name="connsiteX4" fmla="*/ 3378 w 6343"/>
                  <a:gd name="connsiteY4" fmla="*/ 228 h 6345"/>
                  <a:gd name="connsiteX5" fmla="*/ 1135 w 6343"/>
                  <a:gd name="connsiteY5" fmla="*/ 1157 h 6345"/>
                  <a:gd name="connsiteX6" fmla="*/ 206 w 6343"/>
                  <a:gd name="connsiteY6" fmla="*/ 3400 h 6345"/>
                  <a:gd name="connsiteX7" fmla="*/ 1135 w 6343"/>
                  <a:gd name="connsiteY7" fmla="*/ 5644 h 6345"/>
                  <a:gd name="connsiteX8" fmla="*/ 3378 w 6343"/>
                  <a:gd name="connsiteY8" fmla="*/ 65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73"/>
                    </a:moveTo>
                    <a:cubicBezTo>
                      <a:pt x="4219" y="6573"/>
                      <a:pt x="5025" y="6239"/>
                      <a:pt x="5620" y="5644"/>
                    </a:cubicBezTo>
                    <a:cubicBezTo>
                      <a:pt x="6215" y="5049"/>
                      <a:pt x="6549" y="4242"/>
                      <a:pt x="6549" y="3400"/>
                    </a:cubicBezTo>
                    <a:cubicBezTo>
                      <a:pt x="6549" y="2559"/>
                      <a:pt x="6215" y="1752"/>
                      <a:pt x="5620" y="1157"/>
                    </a:cubicBezTo>
                    <a:cubicBezTo>
                      <a:pt x="5025" y="562"/>
                      <a:pt x="4219" y="228"/>
                      <a:pt x="3378" y="228"/>
                    </a:cubicBezTo>
                    <a:cubicBezTo>
                      <a:pt x="2536" y="228"/>
                      <a:pt x="1730" y="562"/>
                      <a:pt x="1135" y="1157"/>
                    </a:cubicBezTo>
                    <a:cubicBezTo>
                      <a:pt x="540" y="1752"/>
                      <a:pt x="206" y="2559"/>
                      <a:pt x="206" y="3400"/>
                    </a:cubicBezTo>
                    <a:cubicBezTo>
                      <a:pt x="206" y="4242"/>
                      <a:pt x="540" y="5049"/>
                      <a:pt x="1135" y="5644"/>
                    </a:cubicBezTo>
                    <a:cubicBezTo>
                      <a:pt x="1730" y="6239"/>
                      <a:pt x="2536" y="6573"/>
                      <a:pt x="3378" y="65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39" name="Freeform: Shape 11138">
                <a:extLst>
                  <a:ext uri="{FF2B5EF4-FFF2-40B4-BE49-F238E27FC236}">
                    <a16:creationId xmlns:a16="http://schemas.microsoft.com/office/drawing/2014/main" id="{7BA37552-1E8D-536A-DED0-809135ABC94D}"/>
                  </a:ext>
                </a:extLst>
              </p:cNvPr>
              <p:cNvSpPr/>
              <p:nvPr/>
            </p:nvSpPr>
            <p:spPr>
              <a:xfrm>
                <a:off x="9014933" y="6368380"/>
                <a:ext cx="6343" cy="6345"/>
              </a:xfrm>
              <a:custGeom>
                <a:avLst/>
                <a:gdLst>
                  <a:gd name="connsiteX0" fmla="*/ 3377 w 6343"/>
                  <a:gd name="connsiteY0" fmla="*/ 6573 h 6345"/>
                  <a:gd name="connsiteX1" fmla="*/ 5620 w 6343"/>
                  <a:gd name="connsiteY1" fmla="*/ 5644 h 6345"/>
                  <a:gd name="connsiteX2" fmla="*/ 6549 w 6343"/>
                  <a:gd name="connsiteY2" fmla="*/ 3400 h 6345"/>
                  <a:gd name="connsiteX3" fmla="*/ 5620 w 6343"/>
                  <a:gd name="connsiteY3" fmla="*/ 1157 h 6345"/>
                  <a:gd name="connsiteX4" fmla="*/ 3377 w 6343"/>
                  <a:gd name="connsiteY4" fmla="*/ 228 h 6345"/>
                  <a:gd name="connsiteX5" fmla="*/ 1134 w 6343"/>
                  <a:gd name="connsiteY5" fmla="*/ 1157 h 6345"/>
                  <a:gd name="connsiteX6" fmla="*/ 205 w 6343"/>
                  <a:gd name="connsiteY6" fmla="*/ 3400 h 6345"/>
                  <a:gd name="connsiteX7" fmla="*/ 1134 w 6343"/>
                  <a:gd name="connsiteY7" fmla="*/ 5644 h 6345"/>
                  <a:gd name="connsiteX8" fmla="*/ 3377 w 6343"/>
                  <a:gd name="connsiteY8" fmla="*/ 65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73"/>
                    </a:moveTo>
                    <a:cubicBezTo>
                      <a:pt x="4218" y="6573"/>
                      <a:pt x="5025" y="6239"/>
                      <a:pt x="5620" y="5644"/>
                    </a:cubicBezTo>
                    <a:cubicBezTo>
                      <a:pt x="6214" y="5049"/>
                      <a:pt x="6549" y="4242"/>
                      <a:pt x="6549" y="3400"/>
                    </a:cubicBezTo>
                    <a:cubicBezTo>
                      <a:pt x="6549" y="2559"/>
                      <a:pt x="6214" y="1752"/>
                      <a:pt x="5620" y="1157"/>
                    </a:cubicBezTo>
                    <a:cubicBezTo>
                      <a:pt x="5025" y="562"/>
                      <a:pt x="4218" y="228"/>
                      <a:pt x="3377" y="228"/>
                    </a:cubicBezTo>
                    <a:cubicBezTo>
                      <a:pt x="2536" y="228"/>
                      <a:pt x="1729" y="562"/>
                      <a:pt x="1134" y="1157"/>
                    </a:cubicBezTo>
                    <a:cubicBezTo>
                      <a:pt x="540" y="1752"/>
                      <a:pt x="205" y="2559"/>
                      <a:pt x="205" y="3400"/>
                    </a:cubicBezTo>
                    <a:cubicBezTo>
                      <a:pt x="205" y="4242"/>
                      <a:pt x="540" y="5049"/>
                      <a:pt x="1134" y="5644"/>
                    </a:cubicBezTo>
                    <a:cubicBezTo>
                      <a:pt x="1729" y="6239"/>
                      <a:pt x="2536" y="6573"/>
                      <a:pt x="3377" y="65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40" name="Freeform: Shape 11139">
                <a:extLst>
                  <a:ext uri="{FF2B5EF4-FFF2-40B4-BE49-F238E27FC236}">
                    <a16:creationId xmlns:a16="http://schemas.microsoft.com/office/drawing/2014/main" id="{E097AE34-5571-45D7-0BEE-76D645DB70A2}"/>
                  </a:ext>
                </a:extLst>
              </p:cNvPr>
              <p:cNvSpPr/>
              <p:nvPr/>
            </p:nvSpPr>
            <p:spPr>
              <a:xfrm>
                <a:off x="9007144" y="6368688"/>
                <a:ext cx="6343" cy="6345"/>
              </a:xfrm>
              <a:custGeom>
                <a:avLst/>
                <a:gdLst>
                  <a:gd name="connsiteX0" fmla="*/ 3376 w 6343"/>
                  <a:gd name="connsiteY0" fmla="*/ 6573 h 6345"/>
                  <a:gd name="connsiteX1" fmla="*/ 5619 w 6343"/>
                  <a:gd name="connsiteY1" fmla="*/ 5644 h 6345"/>
                  <a:gd name="connsiteX2" fmla="*/ 6548 w 6343"/>
                  <a:gd name="connsiteY2" fmla="*/ 3400 h 6345"/>
                  <a:gd name="connsiteX3" fmla="*/ 5619 w 6343"/>
                  <a:gd name="connsiteY3" fmla="*/ 1157 h 6345"/>
                  <a:gd name="connsiteX4" fmla="*/ 3376 w 6343"/>
                  <a:gd name="connsiteY4" fmla="*/ 228 h 6345"/>
                  <a:gd name="connsiteX5" fmla="*/ 1134 w 6343"/>
                  <a:gd name="connsiteY5" fmla="*/ 1157 h 6345"/>
                  <a:gd name="connsiteX6" fmla="*/ 205 w 6343"/>
                  <a:gd name="connsiteY6" fmla="*/ 3400 h 6345"/>
                  <a:gd name="connsiteX7" fmla="*/ 1134 w 6343"/>
                  <a:gd name="connsiteY7" fmla="*/ 5644 h 6345"/>
                  <a:gd name="connsiteX8" fmla="*/ 3376 w 6343"/>
                  <a:gd name="connsiteY8" fmla="*/ 65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573"/>
                    </a:moveTo>
                    <a:cubicBezTo>
                      <a:pt x="4217" y="6573"/>
                      <a:pt x="5024" y="6239"/>
                      <a:pt x="5619" y="5644"/>
                    </a:cubicBezTo>
                    <a:cubicBezTo>
                      <a:pt x="6214" y="5049"/>
                      <a:pt x="6548" y="4242"/>
                      <a:pt x="6548" y="3400"/>
                    </a:cubicBezTo>
                    <a:cubicBezTo>
                      <a:pt x="6548" y="2559"/>
                      <a:pt x="6214" y="1752"/>
                      <a:pt x="5619" y="1157"/>
                    </a:cubicBezTo>
                    <a:cubicBezTo>
                      <a:pt x="5024" y="562"/>
                      <a:pt x="4217" y="228"/>
                      <a:pt x="3376" y="228"/>
                    </a:cubicBezTo>
                    <a:cubicBezTo>
                      <a:pt x="2535" y="228"/>
                      <a:pt x="1728" y="562"/>
                      <a:pt x="1134" y="1157"/>
                    </a:cubicBezTo>
                    <a:cubicBezTo>
                      <a:pt x="539" y="1752"/>
                      <a:pt x="205" y="2559"/>
                      <a:pt x="205" y="3400"/>
                    </a:cubicBezTo>
                    <a:cubicBezTo>
                      <a:pt x="205" y="4242"/>
                      <a:pt x="539" y="5049"/>
                      <a:pt x="1134" y="5644"/>
                    </a:cubicBezTo>
                    <a:cubicBezTo>
                      <a:pt x="1728" y="6239"/>
                      <a:pt x="2535" y="6573"/>
                      <a:pt x="3376" y="65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41" name="Freeform: Shape 11140">
                <a:extLst>
                  <a:ext uri="{FF2B5EF4-FFF2-40B4-BE49-F238E27FC236}">
                    <a16:creationId xmlns:a16="http://schemas.microsoft.com/office/drawing/2014/main" id="{834E87A3-A0AE-ED9B-9374-A564215FAA5E}"/>
                  </a:ext>
                </a:extLst>
              </p:cNvPr>
              <p:cNvSpPr/>
              <p:nvPr/>
            </p:nvSpPr>
            <p:spPr>
              <a:xfrm>
                <a:off x="8963465" y="6249868"/>
                <a:ext cx="6343" cy="6345"/>
              </a:xfrm>
              <a:custGeom>
                <a:avLst/>
                <a:gdLst>
                  <a:gd name="connsiteX0" fmla="*/ 3373 w 6343"/>
                  <a:gd name="connsiteY0" fmla="*/ 6564 h 6345"/>
                  <a:gd name="connsiteX1" fmla="*/ 5616 w 6343"/>
                  <a:gd name="connsiteY1" fmla="*/ 5634 h 6345"/>
                  <a:gd name="connsiteX2" fmla="*/ 6544 w 6343"/>
                  <a:gd name="connsiteY2" fmla="*/ 3391 h 6345"/>
                  <a:gd name="connsiteX3" fmla="*/ 5616 w 6343"/>
                  <a:gd name="connsiteY3" fmla="*/ 1148 h 6345"/>
                  <a:gd name="connsiteX4" fmla="*/ 3373 w 6343"/>
                  <a:gd name="connsiteY4" fmla="*/ 218 h 6345"/>
                  <a:gd name="connsiteX5" fmla="*/ 1130 w 6343"/>
                  <a:gd name="connsiteY5" fmla="*/ 1148 h 6345"/>
                  <a:gd name="connsiteX6" fmla="*/ 201 w 6343"/>
                  <a:gd name="connsiteY6" fmla="*/ 3391 h 6345"/>
                  <a:gd name="connsiteX7" fmla="*/ 1130 w 6343"/>
                  <a:gd name="connsiteY7" fmla="*/ 5634 h 6345"/>
                  <a:gd name="connsiteX8" fmla="*/ 3373 w 6343"/>
                  <a:gd name="connsiteY8" fmla="*/ 656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64"/>
                    </a:moveTo>
                    <a:cubicBezTo>
                      <a:pt x="4214" y="6564"/>
                      <a:pt x="5021" y="6229"/>
                      <a:pt x="5616" y="5634"/>
                    </a:cubicBezTo>
                    <a:cubicBezTo>
                      <a:pt x="6210" y="5039"/>
                      <a:pt x="6544" y="4232"/>
                      <a:pt x="6544" y="3391"/>
                    </a:cubicBezTo>
                    <a:cubicBezTo>
                      <a:pt x="6544" y="2550"/>
                      <a:pt x="6210" y="1743"/>
                      <a:pt x="5616" y="1148"/>
                    </a:cubicBezTo>
                    <a:cubicBezTo>
                      <a:pt x="5021" y="553"/>
                      <a:pt x="4214" y="218"/>
                      <a:pt x="3373" y="218"/>
                    </a:cubicBezTo>
                    <a:cubicBezTo>
                      <a:pt x="2532" y="218"/>
                      <a:pt x="1725" y="553"/>
                      <a:pt x="1130" y="1148"/>
                    </a:cubicBezTo>
                    <a:cubicBezTo>
                      <a:pt x="536" y="1743"/>
                      <a:pt x="201" y="2550"/>
                      <a:pt x="201" y="3391"/>
                    </a:cubicBezTo>
                    <a:cubicBezTo>
                      <a:pt x="201" y="4232"/>
                      <a:pt x="536" y="5039"/>
                      <a:pt x="1130" y="5634"/>
                    </a:cubicBezTo>
                    <a:cubicBezTo>
                      <a:pt x="1725" y="6229"/>
                      <a:pt x="2532" y="6564"/>
                      <a:pt x="3373" y="6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42" name="Freeform: Shape 11141">
                <a:extLst>
                  <a:ext uri="{FF2B5EF4-FFF2-40B4-BE49-F238E27FC236}">
                    <a16:creationId xmlns:a16="http://schemas.microsoft.com/office/drawing/2014/main" id="{505D0F11-E124-6193-3D29-C037AFB634CF}"/>
                  </a:ext>
                </a:extLst>
              </p:cNvPr>
              <p:cNvSpPr/>
              <p:nvPr/>
            </p:nvSpPr>
            <p:spPr>
              <a:xfrm>
                <a:off x="8957896" y="6246339"/>
                <a:ext cx="6343" cy="6345"/>
              </a:xfrm>
              <a:custGeom>
                <a:avLst/>
                <a:gdLst>
                  <a:gd name="connsiteX0" fmla="*/ 3372 w 6343"/>
                  <a:gd name="connsiteY0" fmla="*/ 6563 h 6345"/>
                  <a:gd name="connsiteX1" fmla="*/ 5615 w 6343"/>
                  <a:gd name="connsiteY1" fmla="*/ 5634 h 6345"/>
                  <a:gd name="connsiteX2" fmla="*/ 6544 w 6343"/>
                  <a:gd name="connsiteY2" fmla="*/ 3391 h 6345"/>
                  <a:gd name="connsiteX3" fmla="*/ 5615 w 6343"/>
                  <a:gd name="connsiteY3" fmla="*/ 1147 h 6345"/>
                  <a:gd name="connsiteX4" fmla="*/ 3372 w 6343"/>
                  <a:gd name="connsiteY4" fmla="*/ 218 h 6345"/>
                  <a:gd name="connsiteX5" fmla="*/ 1130 w 6343"/>
                  <a:gd name="connsiteY5" fmla="*/ 1147 h 6345"/>
                  <a:gd name="connsiteX6" fmla="*/ 201 w 6343"/>
                  <a:gd name="connsiteY6" fmla="*/ 3391 h 6345"/>
                  <a:gd name="connsiteX7" fmla="*/ 1130 w 6343"/>
                  <a:gd name="connsiteY7" fmla="*/ 5634 h 6345"/>
                  <a:gd name="connsiteX8" fmla="*/ 3372 w 6343"/>
                  <a:gd name="connsiteY8" fmla="*/ 656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63"/>
                    </a:moveTo>
                    <a:cubicBezTo>
                      <a:pt x="4214" y="6563"/>
                      <a:pt x="5020" y="6229"/>
                      <a:pt x="5615" y="5634"/>
                    </a:cubicBezTo>
                    <a:cubicBezTo>
                      <a:pt x="6210" y="5039"/>
                      <a:pt x="6544" y="4232"/>
                      <a:pt x="6544" y="3391"/>
                    </a:cubicBezTo>
                    <a:cubicBezTo>
                      <a:pt x="6544" y="2549"/>
                      <a:pt x="6210" y="1742"/>
                      <a:pt x="5615" y="1147"/>
                    </a:cubicBezTo>
                    <a:cubicBezTo>
                      <a:pt x="5020" y="552"/>
                      <a:pt x="4214" y="218"/>
                      <a:pt x="3372" y="218"/>
                    </a:cubicBezTo>
                    <a:cubicBezTo>
                      <a:pt x="2531" y="218"/>
                      <a:pt x="1725" y="552"/>
                      <a:pt x="1130" y="1147"/>
                    </a:cubicBezTo>
                    <a:cubicBezTo>
                      <a:pt x="535" y="1742"/>
                      <a:pt x="201" y="2549"/>
                      <a:pt x="201" y="3391"/>
                    </a:cubicBezTo>
                    <a:cubicBezTo>
                      <a:pt x="201" y="4232"/>
                      <a:pt x="535" y="5039"/>
                      <a:pt x="1130" y="5634"/>
                    </a:cubicBezTo>
                    <a:cubicBezTo>
                      <a:pt x="1725" y="6229"/>
                      <a:pt x="2531" y="6563"/>
                      <a:pt x="3372" y="65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43" name="Freeform: Shape 11142">
                <a:extLst>
                  <a:ext uri="{FF2B5EF4-FFF2-40B4-BE49-F238E27FC236}">
                    <a16:creationId xmlns:a16="http://schemas.microsoft.com/office/drawing/2014/main" id="{0F57BDB3-A945-9395-FDEC-ED4D11BF2F7C}"/>
                  </a:ext>
                </a:extLst>
              </p:cNvPr>
              <p:cNvSpPr/>
              <p:nvPr/>
            </p:nvSpPr>
            <p:spPr>
              <a:xfrm>
                <a:off x="8971451" y="6205958"/>
                <a:ext cx="6343" cy="6345"/>
              </a:xfrm>
              <a:custGeom>
                <a:avLst/>
                <a:gdLst>
                  <a:gd name="connsiteX0" fmla="*/ 3374 w 6343"/>
                  <a:gd name="connsiteY0" fmla="*/ 6560 h 6345"/>
                  <a:gd name="connsiteX1" fmla="*/ 5616 w 6343"/>
                  <a:gd name="connsiteY1" fmla="*/ 5631 h 6345"/>
                  <a:gd name="connsiteX2" fmla="*/ 6545 w 6343"/>
                  <a:gd name="connsiteY2" fmla="*/ 3388 h 6345"/>
                  <a:gd name="connsiteX3" fmla="*/ 5616 w 6343"/>
                  <a:gd name="connsiteY3" fmla="*/ 1144 h 6345"/>
                  <a:gd name="connsiteX4" fmla="*/ 3374 w 6343"/>
                  <a:gd name="connsiteY4" fmla="*/ 215 h 6345"/>
                  <a:gd name="connsiteX5" fmla="*/ 1131 w 6343"/>
                  <a:gd name="connsiteY5" fmla="*/ 1144 h 6345"/>
                  <a:gd name="connsiteX6" fmla="*/ 202 w 6343"/>
                  <a:gd name="connsiteY6" fmla="*/ 3388 h 6345"/>
                  <a:gd name="connsiteX7" fmla="*/ 1131 w 6343"/>
                  <a:gd name="connsiteY7" fmla="*/ 5631 h 6345"/>
                  <a:gd name="connsiteX8" fmla="*/ 3374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560"/>
                    </a:moveTo>
                    <a:cubicBezTo>
                      <a:pt x="4215" y="6560"/>
                      <a:pt x="5021" y="6226"/>
                      <a:pt x="5616" y="5631"/>
                    </a:cubicBezTo>
                    <a:cubicBezTo>
                      <a:pt x="6211" y="5036"/>
                      <a:pt x="6545" y="4229"/>
                      <a:pt x="6545" y="3388"/>
                    </a:cubicBezTo>
                    <a:cubicBezTo>
                      <a:pt x="6545" y="2546"/>
                      <a:pt x="6211" y="1739"/>
                      <a:pt x="5616" y="1144"/>
                    </a:cubicBezTo>
                    <a:cubicBezTo>
                      <a:pt x="5021" y="549"/>
                      <a:pt x="4215" y="215"/>
                      <a:pt x="3374" y="215"/>
                    </a:cubicBezTo>
                    <a:cubicBezTo>
                      <a:pt x="2532" y="215"/>
                      <a:pt x="1726" y="549"/>
                      <a:pt x="1131" y="1144"/>
                    </a:cubicBezTo>
                    <a:cubicBezTo>
                      <a:pt x="536" y="1739"/>
                      <a:pt x="202" y="2546"/>
                      <a:pt x="202" y="3388"/>
                    </a:cubicBezTo>
                    <a:cubicBezTo>
                      <a:pt x="202" y="4229"/>
                      <a:pt x="536" y="5036"/>
                      <a:pt x="1131" y="5631"/>
                    </a:cubicBezTo>
                    <a:cubicBezTo>
                      <a:pt x="1726" y="6226"/>
                      <a:pt x="2532" y="6560"/>
                      <a:pt x="3374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44" name="Freeform: Shape 11143">
                <a:extLst>
                  <a:ext uri="{FF2B5EF4-FFF2-40B4-BE49-F238E27FC236}">
                    <a16:creationId xmlns:a16="http://schemas.microsoft.com/office/drawing/2014/main" id="{A96FD179-6F23-AABC-9323-4EEE0AD34018}"/>
                  </a:ext>
                </a:extLst>
              </p:cNvPr>
              <p:cNvSpPr/>
              <p:nvPr/>
            </p:nvSpPr>
            <p:spPr>
              <a:xfrm>
                <a:off x="8971421" y="6192488"/>
                <a:ext cx="6343" cy="6345"/>
              </a:xfrm>
              <a:custGeom>
                <a:avLst/>
                <a:gdLst>
                  <a:gd name="connsiteX0" fmla="*/ 3374 w 6343"/>
                  <a:gd name="connsiteY0" fmla="*/ 6559 h 6345"/>
                  <a:gd name="connsiteX1" fmla="*/ 5616 w 6343"/>
                  <a:gd name="connsiteY1" fmla="*/ 5630 h 6345"/>
                  <a:gd name="connsiteX2" fmla="*/ 6545 w 6343"/>
                  <a:gd name="connsiteY2" fmla="*/ 3386 h 6345"/>
                  <a:gd name="connsiteX3" fmla="*/ 5616 w 6343"/>
                  <a:gd name="connsiteY3" fmla="*/ 1143 h 6345"/>
                  <a:gd name="connsiteX4" fmla="*/ 3374 w 6343"/>
                  <a:gd name="connsiteY4" fmla="*/ 214 h 6345"/>
                  <a:gd name="connsiteX5" fmla="*/ 1131 w 6343"/>
                  <a:gd name="connsiteY5" fmla="*/ 1143 h 6345"/>
                  <a:gd name="connsiteX6" fmla="*/ 202 w 6343"/>
                  <a:gd name="connsiteY6" fmla="*/ 3386 h 6345"/>
                  <a:gd name="connsiteX7" fmla="*/ 1131 w 6343"/>
                  <a:gd name="connsiteY7" fmla="*/ 5630 h 6345"/>
                  <a:gd name="connsiteX8" fmla="*/ 337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559"/>
                    </a:moveTo>
                    <a:cubicBezTo>
                      <a:pt x="4215" y="6559"/>
                      <a:pt x="5021" y="6225"/>
                      <a:pt x="5616" y="5630"/>
                    </a:cubicBezTo>
                    <a:cubicBezTo>
                      <a:pt x="6211" y="5035"/>
                      <a:pt x="6545" y="4228"/>
                      <a:pt x="6545" y="3386"/>
                    </a:cubicBezTo>
                    <a:cubicBezTo>
                      <a:pt x="6545" y="2545"/>
                      <a:pt x="6211" y="1738"/>
                      <a:pt x="5616" y="1143"/>
                    </a:cubicBezTo>
                    <a:cubicBezTo>
                      <a:pt x="5021" y="548"/>
                      <a:pt x="4215" y="214"/>
                      <a:pt x="3374" y="214"/>
                    </a:cubicBezTo>
                    <a:cubicBezTo>
                      <a:pt x="2532" y="214"/>
                      <a:pt x="1726" y="548"/>
                      <a:pt x="1131" y="1143"/>
                    </a:cubicBezTo>
                    <a:cubicBezTo>
                      <a:pt x="536" y="1738"/>
                      <a:pt x="202" y="2545"/>
                      <a:pt x="202" y="3386"/>
                    </a:cubicBezTo>
                    <a:cubicBezTo>
                      <a:pt x="202" y="4228"/>
                      <a:pt x="536" y="5035"/>
                      <a:pt x="1131" y="5630"/>
                    </a:cubicBezTo>
                    <a:cubicBezTo>
                      <a:pt x="1726" y="6225"/>
                      <a:pt x="2532" y="6559"/>
                      <a:pt x="337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45" name="Freeform: Shape 11144">
                <a:extLst>
                  <a:ext uri="{FF2B5EF4-FFF2-40B4-BE49-F238E27FC236}">
                    <a16:creationId xmlns:a16="http://schemas.microsoft.com/office/drawing/2014/main" id="{FA9E0A25-4022-40FF-0A72-60E2109D8C68}"/>
                  </a:ext>
                </a:extLst>
              </p:cNvPr>
              <p:cNvSpPr/>
              <p:nvPr/>
            </p:nvSpPr>
            <p:spPr>
              <a:xfrm>
                <a:off x="8965652" y="6190066"/>
                <a:ext cx="6343" cy="6345"/>
              </a:xfrm>
              <a:custGeom>
                <a:avLst/>
                <a:gdLst>
                  <a:gd name="connsiteX0" fmla="*/ 3373 w 6343"/>
                  <a:gd name="connsiteY0" fmla="*/ 6559 h 6345"/>
                  <a:gd name="connsiteX1" fmla="*/ 5616 w 6343"/>
                  <a:gd name="connsiteY1" fmla="*/ 5630 h 6345"/>
                  <a:gd name="connsiteX2" fmla="*/ 6545 w 6343"/>
                  <a:gd name="connsiteY2" fmla="*/ 3386 h 6345"/>
                  <a:gd name="connsiteX3" fmla="*/ 5616 w 6343"/>
                  <a:gd name="connsiteY3" fmla="*/ 1143 h 6345"/>
                  <a:gd name="connsiteX4" fmla="*/ 3373 w 6343"/>
                  <a:gd name="connsiteY4" fmla="*/ 214 h 6345"/>
                  <a:gd name="connsiteX5" fmla="*/ 1130 w 6343"/>
                  <a:gd name="connsiteY5" fmla="*/ 1143 h 6345"/>
                  <a:gd name="connsiteX6" fmla="*/ 202 w 6343"/>
                  <a:gd name="connsiteY6" fmla="*/ 3386 h 6345"/>
                  <a:gd name="connsiteX7" fmla="*/ 1130 w 6343"/>
                  <a:gd name="connsiteY7" fmla="*/ 5630 h 6345"/>
                  <a:gd name="connsiteX8" fmla="*/ 337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59"/>
                    </a:moveTo>
                    <a:cubicBezTo>
                      <a:pt x="4214" y="6559"/>
                      <a:pt x="5021" y="6225"/>
                      <a:pt x="5616" y="5630"/>
                    </a:cubicBezTo>
                    <a:cubicBezTo>
                      <a:pt x="6210" y="5035"/>
                      <a:pt x="6545" y="4228"/>
                      <a:pt x="6545" y="3386"/>
                    </a:cubicBezTo>
                    <a:cubicBezTo>
                      <a:pt x="6545" y="2545"/>
                      <a:pt x="6210" y="1738"/>
                      <a:pt x="5616" y="1143"/>
                    </a:cubicBezTo>
                    <a:cubicBezTo>
                      <a:pt x="5021" y="548"/>
                      <a:pt x="4214" y="214"/>
                      <a:pt x="3373" y="214"/>
                    </a:cubicBezTo>
                    <a:cubicBezTo>
                      <a:pt x="2532" y="214"/>
                      <a:pt x="1725" y="548"/>
                      <a:pt x="1130" y="1143"/>
                    </a:cubicBezTo>
                    <a:cubicBezTo>
                      <a:pt x="536" y="1738"/>
                      <a:pt x="202" y="2545"/>
                      <a:pt x="202" y="3386"/>
                    </a:cubicBezTo>
                    <a:cubicBezTo>
                      <a:pt x="202" y="4228"/>
                      <a:pt x="536" y="5035"/>
                      <a:pt x="1130" y="5630"/>
                    </a:cubicBezTo>
                    <a:cubicBezTo>
                      <a:pt x="1725" y="6225"/>
                      <a:pt x="2532" y="6559"/>
                      <a:pt x="337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46" name="Freeform: Shape 11145">
                <a:extLst>
                  <a:ext uri="{FF2B5EF4-FFF2-40B4-BE49-F238E27FC236}">
                    <a16:creationId xmlns:a16="http://schemas.microsoft.com/office/drawing/2014/main" id="{85888B7B-4F92-2007-BCB7-5DE3F1BF7F25}"/>
                  </a:ext>
                </a:extLst>
              </p:cNvPr>
              <p:cNvSpPr/>
              <p:nvPr/>
            </p:nvSpPr>
            <p:spPr>
              <a:xfrm>
                <a:off x="8959716" y="6187939"/>
                <a:ext cx="6343" cy="6345"/>
              </a:xfrm>
              <a:custGeom>
                <a:avLst/>
                <a:gdLst>
                  <a:gd name="connsiteX0" fmla="*/ 3373 w 6343"/>
                  <a:gd name="connsiteY0" fmla="*/ 6559 h 6345"/>
                  <a:gd name="connsiteX1" fmla="*/ 5615 w 6343"/>
                  <a:gd name="connsiteY1" fmla="*/ 5630 h 6345"/>
                  <a:gd name="connsiteX2" fmla="*/ 6544 w 6343"/>
                  <a:gd name="connsiteY2" fmla="*/ 3386 h 6345"/>
                  <a:gd name="connsiteX3" fmla="*/ 5615 w 6343"/>
                  <a:gd name="connsiteY3" fmla="*/ 1143 h 6345"/>
                  <a:gd name="connsiteX4" fmla="*/ 3373 w 6343"/>
                  <a:gd name="connsiteY4" fmla="*/ 213 h 6345"/>
                  <a:gd name="connsiteX5" fmla="*/ 1130 w 6343"/>
                  <a:gd name="connsiteY5" fmla="*/ 1143 h 6345"/>
                  <a:gd name="connsiteX6" fmla="*/ 201 w 6343"/>
                  <a:gd name="connsiteY6" fmla="*/ 3386 h 6345"/>
                  <a:gd name="connsiteX7" fmla="*/ 1130 w 6343"/>
                  <a:gd name="connsiteY7" fmla="*/ 5630 h 6345"/>
                  <a:gd name="connsiteX8" fmla="*/ 337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59"/>
                    </a:moveTo>
                    <a:cubicBezTo>
                      <a:pt x="4214" y="6559"/>
                      <a:pt x="5020" y="6225"/>
                      <a:pt x="5615" y="5630"/>
                    </a:cubicBezTo>
                    <a:cubicBezTo>
                      <a:pt x="6210" y="5035"/>
                      <a:pt x="6544" y="4228"/>
                      <a:pt x="6544" y="3386"/>
                    </a:cubicBezTo>
                    <a:cubicBezTo>
                      <a:pt x="6544" y="2545"/>
                      <a:pt x="6210" y="1738"/>
                      <a:pt x="5615" y="1143"/>
                    </a:cubicBezTo>
                    <a:cubicBezTo>
                      <a:pt x="5020" y="548"/>
                      <a:pt x="4214" y="213"/>
                      <a:pt x="3373" y="213"/>
                    </a:cubicBezTo>
                    <a:cubicBezTo>
                      <a:pt x="2532" y="213"/>
                      <a:pt x="1725" y="548"/>
                      <a:pt x="1130" y="1143"/>
                    </a:cubicBezTo>
                    <a:cubicBezTo>
                      <a:pt x="535" y="1738"/>
                      <a:pt x="201" y="2545"/>
                      <a:pt x="201" y="3386"/>
                    </a:cubicBezTo>
                    <a:cubicBezTo>
                      <a:pt x="201" y="4228"/>
                      <a:pt x="535" y="5035"/>
                      <a:pt x="1130" y="5630"/>
                    </a:cubicBezTo>
                    <a:cubicBezTo>
                      <a:pt x="1725" y="6225"/>
                      <a:pt x="2532" y="6559"/>
                      <a:pt x="337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47" name="Freeform: Shape 11146">
                <a:extLst>
                  <a:ext uri="{FF2B5EF4-FFF2-40B4-BE49-F238E27FC236}">
                    <a16:creationId xmlns:a16="http://schemas.microsoft.com/office/drawing/2014/main" id="{93B09694-70AB-1C88-80B7-662FD526D290}"/>
                  </a:ext>
                </a:extLst>
              </p:cNvPr>
              <p:cNvSpPr/>
              <p:nvPr/>
            </p:nvSpPr>
            <p:spPr>
              <a:xfrm>
                <a:off x="8953789" y="6185772"/>
                <a:ext cx="6343" cy="6345"/>
              </a:xfrm>
              <a:custGeom>
                <a:avLst/>
                <a:gdLst>
                  <a:gd name="connsiteX0" fmla="*/ 3372 w 6343"/>
                  <a:gd name="connsiteY0" fmla="*/ 6559 h 6345"/>
                  <a:gd name="connsiteX1" fmla="*/ 5615 w 6343"/>
                  <a:gd name="connsiteY1" fmla="*/ 5629 h 6345"/>
                  <a:gd name="connsiteX2" fmla="*/ 6544 w 6343"/>
                  <a:gd name="connsiteY2" fmla="*/ 3386 h 6345"/>
                  <a:gd name="connsiteX3" fmla="*/ 5615 w 6343"/>
                  <a:gd name="connsiteY3" fmla="*/ 1143 h 6345"/>
                  <a:gd name="connsiteX4" fmla="*/ 3372 w 6343"/>
                  <a:gd name="connsiteY4" fmla="*/ 213 h 6345"/>
                  <a:gd name="connsiteX5" fmla="*/ 1130 w 6343"/>
                  <a:gd name="connsiteY5" fmla="*/ 1143 h 6345"/>
                  <a:gd name="connsiteX6" fmla="*/ 201 w 6343"/>
                  <a:gd name="connsiteY6" fmla="*/ 3386 h 6345"/>
                  <a:gd name="connsiteX7" fmla="*/ 1130 w 6343"/>
                  <a:gd name="connsiteY7" fmla="*/ 5629 h 6345"/>
                  <a:gd name="connsiteX8" fmla="*/ 337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9"/>
                    </a:moveTo>
                    <a:cubicBezTo>
                      <a:pt x="4213" y="6559"/>
                      <a:pt x="5020" y="6224"/>
                      <a:pt x="5615" y="5629"/>
                    </a:cubicBezTo>
                    <a:cubicBezTo>
                      <a:pt x="6210" y="5034"/>
                      <a:pt x="6544" y="4227"/>
                      <a:pt x="6544" y="3386"/>
                    </a:cubicBezTo>
                    <a:cubicBezTo>
                      <a:pt x="6544" y="2545"/>
                      <a:pt x="6210" y="1737"/>
                      <a:pt x="5615" y="1143"/>
                    </a:cubicBezTo>
                    <a:cubicBezTo>
                      <a:pt x="5020" y="548"/>
                      <a:pt x="4213" y="213"/>
                      <a:pt x="3372" y="213"/>
                    </a:cubicBezTo>
                    <a:cubicBezTo>
                      <a:pt x="2531" y="213"/>
                      <a:pt x="1724" y="548"/>
                      <a:pt x="1130" y="1143"/>
                    </a:cubicBezTo>
                    <a:cubicBezTo>
                      <a:pt x="535" y="1737"/>
                      <a:pt x="201" y="2545"/>
                      <a:pt x="201" y="3386"/>
                    </a:cubicBezTo>
                    <a:cubicBezTo>
                      <a:pt x="201" y="4227"/>
                      <a:pt x="535" y="5034"/>
                      <a:pt x="1130" y="5629"/>
                    </a:cubicBezTo>
                    <a:cubicBezTo>
                      <a:pt x="1724" y="6224"/>
                      <a:pt x="2531" y="6559"/>
                      <a:pt x="337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48" name="Freeform: Shape 11147">
                <a:extLst>
                  <a:ext uri="{FF2B5EF4-FFF2-40B4-BE49-F238E27FC236}">
                    <a16:creationId xmlns:a16="http://schemas.microsoft.com/office/drawing/2014/main" id="{147E05C1-2CB7-B7CE-9F98-774A2DE047C6}"/>
                  </a:ext>
                </a:extLst>
              </p:cNvPr>
              <p:cNvSpPr/>
              <p:nvPr/>
            </p:nvSpPr>
            <p:spPr>
              <a:xfrm>
                <a:off x="8947686" y="6183894"/>
                <a:ext cx="6343" cy="6345"/>
              </a:xfrm>
              <a:custGeom>
                <a:avLst/>
                <a:gdLst>
                  <a:gd name="connsiteX0" fmla="*/ 3372 w 6343"/>
                  <a:gd name="connsiteY0" fmla="*/ 6559 h 6345"/>
                  <a:gd name="connsiteX1" fmla="*/ 5614 w 6343"/>
                  <a:gd name="connsiteY1" fmla="*/ 5629 h 6345"/>
                  <a:gd name="connsiteX2" fmla="*/ 6543 w 6343"/>
                  <a:gd name="connsiteY2" fmla="*/ 3386 h 6345"/>
                  <a:gd name="connsiteX3" fmla="*/ 5614 w 6343"/>
                  <a:gd name="connsiteY3" fmla="*/ 1142 h 6345"/>
                  <a:gd name="connsiteX4" fmla="*/ 3372 w 6343"/>
                  <a:gd name="connsiteY4" fmla="*/ 213 h 6345"/>
                  <a:gd name="connsiteX5" fmla="*/ 1129 w 6343"/>
                  <a:gd name="connsiteY5" fmla="*/ 1142 h 6345"/>
                  <a:gd name="connsiteX6" fmla="*/ 200 w 6343"/>
                  <a:gd name="connsiteY6" fmla="*/ 3386 h 6345"/>
                  <a:gd name="connsiteX7" fmla="*/ 1129 w 6343"/>
                  <a:gd name="connsiteY7" fmla="*/ 5629 h 6345"/>
                  <a:gd name="connsiteX8" fmla="*/ 337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9"/>
                    </a:moveTo>
                    <a:cubicBezTo>
                      <a:pt x="4213" y="6559"/>
                      <a:pt x="5020" y="6224"/>
                      <a:pt x="5614" y="5629"/>
                    </a:cubicBezTo>
                    <a:cubicBezTo>
                      <a:pt x="6209" y="5034"/>
                      <a:pt x="6543" y="4227"/>
                      <a:pt x="6543" y="3386"/>
                    </a:cubicBezTo>
                    <a:cubicBezTo>
                      <a:pt x="6543" y="2544"/>
                      <a:pt x="6209" y="1737"/>
                      <a:pt x="5614" y="1142"/>
                    </a:cubicBezTo>
                    <a:cubicBezTo>
                      <a:pt x="5020" y="547"/>
                      <a:pt x="4213" y="213"/>
                      <a:pt x="3372" y="213"/>
                    </a:cubicBezTo>
                    <a:cubicBezTo>
                      <a:pt x="2531" y="213"/>
                      <a:pt x="1724" y="547"/>
                      <a:pt x="1129" y="1142"/>
                    </a:cubicBezTo>
                    <a:cubicBezTo>
                      <a:pt x="534" y="1737"/>
                      <a:pt x="200" y="2544"/>
                      <a:pt x="200" y="3386"/>
                    </a:cubicBezTo>
                    <a:cubicBezTo>
                      <a:pt x="200" y="4227"/>
                      <a:pt x="534" y="5034"/>
                      <a:pt x="1129" y="5629"/>
                    </a:cubicBezTo>
                    <a:cubicBezTo>
                      <a:pt x="1724" y="6224"/>
                      <a:pt x="2531" y="6559"/>
                      <a:pt x="337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49" name="Freeform: Shape 11148">
                <a:extLst>
                  <a:ext uri="{FF2B5EF4-FFF2-40B4-BE49-F238E27FC236}">
                    <a16:creationId xmlns:a16="http://schemas.microsoft.com/office/drawing/2014/main" id="{293A3B4C-59C8-FBB0-08C6-15E0F7CE046D}"/>
                  </a:ext>
                </a:extLst>
              </p:cNvPr>
              <p:cNvSpPr/>
              <p:nvPr/>
            </p:nvSpPr>
            <p:spPr>
              <a:xfrm>
                <a:off x="8943164" y="6179191"/>
                <a:ext cx="6343" cy="6345"/>
              </a:xfrm>
              <a:custGeom>
                <a:avLst/>
                <a:gdLst>
                  <a:gd name="connsiteX0" fmla="*/ 3371 w 6343"/>
                  <a:gd name="connsiteY0" fmla="*/ 6558 h 6345"/>
                  <a:gd name="connsiteX1" fmla="*/ 5614 w 6343"/>
                  <a:gd name="connsiteY1" fmla="*/ 5629 h 6345"/>
                  <a:gd name="connsiteX2" fmla="*/ 6543 w 6343"/>
                  <a:gd name="connsiteY2" fmla="*/ 3385 h 6345"/>
                  <a:gd name="connsiteX3" fmla="*/ 5614 w 6343"/>
                  <a:gd name="connsiteY3" fmla="*/ 1142 h 6345"/>
                  <a:gd name="connsiteX4" fmla="*/ 3371 w 6343"/>
                  <a:gd name="connsiteY4" fmla="*/ 213 h 6345"/>
                  <a:gd name="connsiteX5" fmla="*/ 1129 w 6343"/>
                  <a:gd name="connsiteY5" fmla="*/ 1142 h 6345"/>
                  <a:gd name="connsiteX6" fmla="*/ 200 w 6343"/>
                  <a:gd name="connsiteY6" fmla="*/ 3385 h 6345"/>
                  <a:gd name="connsiteX7" fmla="*/ 1129 w 6343"/>
                  <a:gd name="connsiteY7" fmla="*/ 5629 h 6345"/>
                  <a:gd name="connsiteX8" fmla="*/ 337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58"/>
                    </a:moveTo>
                    <a:cubicBezTo>
                      <a:pt x="4212" y="6558"/>
                      <a:pt x="5019" y="6224"/>
                      <a:pt x="5614" y="5629"/>
                    </a:cubicBezTo>
                    <a:cubicBezTo>
                      <a:pt x="6209" y="5034"/>
                      <a:pt x="6543" y="4227"/>
                      <a:pt x="6543" y="3385"/>
                    </a:cubicBezTo>
                    <a:cubicBezTo>
                      <a:pt x="6543" y="2544"/>
                      <a:pt x="6209" y="1737"/>
                      <a:pt x="5614" y="1142"/>
                    </a:cubicBezTo>
                    <a:cubicBezTo>
                      <a:pt x="5019" y="547"/>
                      <a:pt x="4212" y="213"/>
                      <a:pt x="3371" y="213"/>
                    </a:cubicBezTo>
                    <a:cubicBezTo>
                      <a:pt x="2530" y="213"/>
                      <a:pt x="1723" y="547"/>
                      <a:pt x="1129" y="1142"/>
                    </a:cubicBezTo>
                    <a:cubicBezTo>
                      <a:pt x="534" y="1737"/>
                      <a:pt x="200" y="2544"/>
                      <a:pt x="200" y="3385"/>
                    </a:cubicBezTo>
                    <a:cubicBezTo>
                      <a:pt x="200" y="4227"/>
                      <a:pt x="534" y="5034"/>
                      <a:pt x="1129" y="5629"/>
                    </a:cubicBezTo>
                    <a:cubicBezTo>
                      <a:pt x="1723" y="6224"/>
                      <a:pt x="2530" y="6558"/>
                      <a:pt x="337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50" name="Freeform: Shape 11149">
                <a:extLst>
                  <a:ext uri="{FF2B5EF4-FFF2-40B4-BE49-F238E27FC236}">
                    <a16:creationId xmlns:a16="http://schemas.microsoft.com/office/drawing/2014/main" id="{8CB78CD7-7384-7B4E-7523-DC3D1145CCEE}"/>
                  </a:ext>
                </a:extLst>
              </p:cNvPr>
              <p:cNvSpPr/>
              <p:nvPr/>
            </p:nvSpPr>
            <p:spPr>
              <a:xfrm>
                <a:off x="8957173" y="6130355"/>
                <a:ext cx="6343" cy="6345"/>
              </a:xfrm>
              <a:custGeom>
                <a:avLst/>
                <a:gdLst>
                  <a:gd name="connsiteX0" fmla="*/ 3372 w 6343"/>
                  <a:gd name="connsiteY0" fmla="*/ 6554 h 6345"/>
                  <a:gd name="connsiteX1" fmla="*/ 5615 w 6343"/>
                  <a:gd name="connsiteY1" fmla="*/ 5625 h 6345"/>
                  <a:gd name="connsiteX2" fmla="*/ 6544 w 6343"/>
                  <a:gd name="connsiteY2" fmla="*/ 3382 h 6345"/>
                  <a:gd name="connsiteX3" fmla="*/ 5615 w 6343"/>
                  <a:gd name="connsiteY3" fmla="*/ 1138 h 6345"/>
                  <a:gd name="connsiteX4" fmla="*/ 3372 w 6343"/>
                  <a:gd name="connsiteY4" fmla="*/ 209 h 6345"/>
                  <a:gd name="connsiteX5" fmla="*/ 1130 w 6343"/>
                  <a:gd name="connsiteY5" fmla="*/ 1138 h 6345"/>
                  <a:gd name="connsiteX6" fmla="*/ 201 w 6343"/>
                  <a:gd name="connsiteY6" fmla="*/ 3382 h 6345"/>
                  <a:gd name="connsiteX7" fmla="*/ 1130 w 6343"/>
                  <a:gd name="connsiteY7" fmla="*/ 5625 h 6345"/>
                  <a:gd name="connsiteX8" fmla="*/ 3372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4"/>
                    </a:moveTo>
                    <a:cubicBezTo>
                      <a:pt x="4214" y="6554"/>
                      <a:pt x="5020" y="6220"/>
                      <a:pt x="5615" y="5625"/>
                    </a:cubicBezTo>
                    <a:cubicBezTo>
                      <a:pt x="6210" y="5030"/>
                      <a:pt x="6544" y="4223"/>
                      <a:pt x="6544" y="3382"/>
                    </a:cubicBezTo>
                    <a:cubicBezTo>
                      <a:pt x="6544" y="2540"/>
                      <a:pt x="6210" y="1733"/>
                      <a:pt x="5615" y="1138"/>
                    </a:cubicBezTo>
                    <a:cubicBezTo>
                      <a:pt x="5020" y="543"/>
                      <a:pt x="4214" y="209"/>
                      <a:pt x="3372" y="209"/>
                    </a:cubicBezTo>
                    <a:cubicBezTo>
                      <a:pt x="2531" y="209"/>
                      <a:pt x="1725" y="543"/>
                      <a:pt x="1130" y="1138"/>
                    </a:cubicBezTo>
                    <a:cubicBezTo>
                      <a:pt x="535" y="1733"/>
                      <a:pt x="201" y="2540"/>
                      <a:pt x="201" y="3382"/>
                    </a:cubicBezTo>
                    <a:cubicBezTo>
                      <a:pt x="201" y="4223"/>
                      <a:pt x="535" y="5030"/>
                      <a:pt x="1130" y="5625"/>
                    </a:cubicBezTo>
                    <a:cubicBezTo>
                      <a:pt x="1725" y="6220"/>
                      <a:pt x="2531" y="6554"/>
                      <a:pt x="3372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51" name="Freeform: Shape 11150">
                <a:extLst>
                  <a:ext uri="{FF2B5EF4-FFF2-40B4-BE49-F238E27FC236}">
                    <a16:creationId xmlns:a16="http://schemas.microsoft.com/office/drawing/2014/main" id="{7C7681E0-B1F2-3C77-2B92-F1D21DC529D0}"/>
                  </a:ext>
                </a:extLst>
              </p:cNvPr>
              <p:cNvSpPr/>
              <p:nvPr/>
            </p:nvSpPr>
            <p:spPr>
              <a:xfrm>
                <a:off x="9019087" y="6013900"/>
                <a:ext cx="6343" cy="6345"/>
              </a:xfrm>
              <a:custGeom>
                <a:avLst/>
                <a:gdLst>
                  <a:gd name="connsiteX0" fmla="*/ 3377 w 6343"/>
                  <a:gd name="connsiteY0" fmla="*/ 6545 h 6345"/>
                  <a:gd name="connsiteX1" fmla="*/ 5620 w 6343"/>
                  <a:gd name="connsiteY1" fmla="*/ 5616 h 6345"/>
                  <a:gd name="connsiteX2" fmla="*/ 6549 w 6343"/>
                  <a:gd name="connsiteY2" fmla="*/ 3372 h 6345"/>
                  <a:gd name="connsiteX3" fmla="*/ 5620 w 6343"/>
                  <a:gd name="connsiteY3" fmla="*/ 1129 h 6345"/>
                  <a:gd name="connsiteX4" fmla="*/ 3377 w 6343"/>
                  <a:gd name="connsiteY4" fmla="*/ 200 h 6345"/>
                  <a:gd name="connsiteX5" fmla="*/ 1135 w 6343"/>
                  <a:gd name="connsiteY5" fmla="*/ 1129 h 6345"/>
                  <a:gd name="connsiteX6" fmla="*/ 206 w 6343"/>
                  <a:gd name="connsiteY6" fmla="*/ 3372 h 6345"/>
                  <a:gd name="connsiteX7" fmla="*/ 1135 w 6343"/>
                  <a:gd name="connsiteY7" fmla="*/ 5616 h 6345"/>
                  <a:gd name="connsiteX8" fmla="*/ 3377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5"/>
                    </a:moveTo>
                    <a:cubicBezTo>
                      <a:pt x="4218" y="6545"/>
                      <a:pt x="5025" y="6211"/>
                      <a:pt x="5620" y="5616"/>
                    </a:cubicBezTo>
                    <a:cubicBezTo>
                      <a:pt x="6215" y="5021"/>
                      <a:pt x="6549" y="4214"/>
                      <a:pt x="6549" y="3372"/>
                    </a:cubicBezTo>
                    <a:cubicBezTo>
                      <a:pt x="6549" y="2531"/>
                      <a:pt x="6215" y="1724"/>
                      <a:pt x="5620" y="1129"/>
                    </a:cubicBezTo>
                    <a:cubicBezTo>
                      <a:pt x="5025" y="534"/>
                      <a:pt x="4218" y="200"/>
                      <a:pt x="3377" y="200"/>
                    </a:cubicBezTo>
                    <a:cubicBezTo>
                      <a:pt x="2536" y="200"/>
                      <a:pt x="1729" y="534"/>
                      <a:pt x="1135" y="1129"/>
                    </a:cubicBezTo>
                    <a:cubicBezTo>
                      <a:pt x="540" y="1724"/>
                      <a:pt x="206" y="2531"/>
                      <a:pt x="206" y="3372"/>
                    </a:cubicBezTo>
                    <a:cubicBezTo>
                      <a:pt x="206" y="4214"/>
                      <a:pt x="540" y="5021"/>
                      <a:pt x="1135" y="5616"/>
                    </a:cubicBezTo>
                    <a:cubicBezTo>
                      <a:pt x="1729" y="6211"/>
                      <a:pt x="2536" y="6545"/>
                      <a:pt x="3377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52" name="Freeform: Shape 11151">
                <a:extLst>
                  <a:ext uri="{FF2B5EF4-FFF2-40B4-BE49-F238E27FC236}">
                    <a16:creationId xmlns:a16="http://schemas.microsoft.com/office/drawing/2014/main" id="{A7FE5B8A-4E28-7426-F534-0D43960E5A9E}"/>
                  </a:ext>
                </a:extLst>
              </p:cNvPr>
              <p:cNvSpPr/>
              <p:nvPr/>
            </p:nvSpPr>
            <p:spPr>
              <a:xfrm>
                <a:off x="9021259" y="6000295"/>
                <a:ext cx="6343" cy="6345"/>
              </a:xfrm>
              <a:custGeom>
                <a:avLst/>
                <a:gdLst>
                  <a:gd name="connsiteX0" fmla="*/ 3377 w 6343"/>
                  <a:gd name="connsiteY0" fmla="*/ 6544 h 6345"/>
                  <a:gd name="connsiteX1" fmla="*/ 5620 w 6343"/>
                  <a:gd name="connsiteY1" fmla="*/ 5615 h 6345"/>
                  <a:gd name="connsiteX2" fmla="*/ 6549 w 6343"/>
                  <a:gd name="connsiteY2" fmla="*/ 3371 h 6345"/>
                  <a:gd name="connsiteX3" fmla="*/ 5620 w 6343"/>
                  <a:gd name="connsiteY3" fmla="*/ 1128 h 6345"/>
                  <a:gd name="connsiteX4" fmla="*/ 3377 w 6343"/>
                  <a:gd name="connsiteY4" fmla="*/ 199 h 6345"/>
                  <a:gd name="connsiteX5" fmla="*/ 1135 w 6343"/>
                  <a:gd name="connsiteY5" fmla="*/ 1128 h 6345"/>
                  <a:gd name="connsiteX6" fmla="*/ 206 w 6343"/>
                  <a:gd name="connsiteY6" fmla="*/ 3371 h 6345"/>
                  <a:gd name="connsiteX7" fmla="*/ 1135 w 6343"/>
                  <a:gd name="connsiteY7" fmla="*/ 5615 h 6345"/>
                  <a:gd name="connsiteX8" fmla="*/ 3377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4"/>
                    </a:moveTo>
                    <a:cubicBezTo>
                      <a:pt x="4219" y="6544"/>
                      <a:pt x="5025" y="6210"/>
                      <a:pt x="5620" y="5615"/>
                    </a:cubicBezTo>
                    <a:cubicBezTo>
                      <a:pt x="6215" y="5020"/>
                      <a:pt x="6549" y="4213"/>
                      <a:pt x="6549" y="3371"/>
                    </a:cubicBezTo>
                    <a:cubicBezTo>
                      <a:pt x="6549" y="2530"/>
                      <a:pt x="6215" y="1723"/>
                      <a:pt x="5620" y="1128"/>
                    </a:cubicBezTo>
                    <a:cubicBezTo>
                      <a:pt x="5025" y="533"/>
                      <a:pt x="4219" y="199"/>
                      <a:pt x="3377" y="199"/>
                    </a:cubicBezTo>
                    <a:cubicBezTo>
                      <a:pt x="2536" y="199"/>
                      <a:pt x="1730" y="533"/>
                      <a:pt x="1135" y="1128"/>
                    </a:cubicBezTo>
                    <a:cubicBezTo>
                      <a:pt x="540" y="1723"/>
                      <a:pt x="206" y="2530"/>
                      <a:pt x="206" y="3371"/>
                    </a:cubicBezTo>
                    <a:cubicBezTo>
                      <a:pt x="206" y="4213"/>
                      <a:pt x="540" y="5020"/>
                      <a:pt x="1135" y="5615"/>
                    </a:cubicBezTo>
                    <a:cubicBezTo>
                      <a:pt x="1730" y="6210"/>
                      <a:pt x="2536" y="6544"/>
                      <a:pt x="3377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53" name="Freeform: Shape 11152">
                <a:extLst>
                  <a:ext uri="{FF2B5EF4-FFF2-40B4-BE49-F238E27FC236}">
                    <a16:creationId xmlns:a16="http://schemas.microsoft.com/office/drawing/2014/main" id="{9F16497E-7EB7-1EF3-B82C-78941863218F}"/>
                  </a:ext>
                </a:extLst>
              </p:cNvPr>
              <p:cNvSpPr/>
              <p:nvPr/>
            </p:nvSpPr>
            <p:spPr>
              <a:xfrm>
                <a:off x="9017815" y="5996237"/>
                <a:ext cx="6343" cy="6345"/>
              </a:xfrm>
              <a:custGeom>
                <a:avLst/>
                <a:gdLst>
                  <a:gd name="connsiteX0" fmla="*/ 3377 w 6343"/>
                  <a:gd name="connsiteY0" fmla="*/ 6544 h 6345"/>
                  <a:gd name="connsiteX1" fmla="*/ 5620 w 6343"/>
                  <a:gd name="connsiteY1" fmla="*/ 5614 h 6345"/>
                  <a:gd name="connsiteX2" fmla="*/ 6549 w 6343"/>
                  <a:gd name="connsiteY2" fmla="*/ 3371 h 6345"/>
                  <a:gd name="connsiteX3" fmla="*/ 5620 w 6343"/>
                  <a:gd name="connsiteY3" fmla="*/ 1128 h 6345"/>
                  <a:gd name="connsiteX4" fmla="*/ 3377 w 6343"/>
                  <a:gd name="connsiteY4" fmla="*/ 198 h 6345"/>
                  <a:gd name="connsiteX5" fmla="*/ 1135 w 6343"/>
                  <a:gd name="connsiteY5" fmla="*/ 1128 h 6345"/>
                  <a:gd name="connsiteX6" fmla="*/ 206 w 6343"/>
                  <a:gd name="connsiteY6" fmla="*/ 3371 h 6345"/>
                  <a:gd name="connsiteX7" fmla="*/ 1135 w 6343"/>
                  <a:gd name="connsiteY7" fmla="*/ 5614 h 6345"/>
                  <a:gd name="connsiteX8" fmla="*/ 3377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4"/>
                    </a:moveTo>
                    <a:cubicBezTo>
                      <a:pt x="4218" y="6544"/>
                      <a:pt x="5025" y="6209"/>
                      <a:pt x="5620" y="5614"/>
                    </a:cubicBezTo>
                    <a:cubicBezTo>
                      <a:pt x="6215" y="5019"/>
                      <a:pt x="6549" y="4212"/>
                      <a:pt x="6549" y="3371"/>
                    </a:cubicBezTo>
                    <a:cubicBezTo>
                      <a:pt x="6549" y="2530"/>
                      <a:pt x="6215" y="1723"/>
                      <a:pt x="5620" y="1128"/>
                    </a:cubicBezTo>
                    <a:cubicBezTo>
                      <a:pt x="5025" y="533"/>
                      <a:pt x="4218" y="198"/>
                      <a:pt x="3377" y="198"/>
                    </a:cubicBezTo>
                    <a:cubicBezTo>
                      <a:pt x="2536" y="198"/>
                      <a:pt x="1729" y="533"/>
                      <a:pt x="1135" y="1128"/>
                    </a:cubicBezTo>
                    <a:cubicBezTo>
                      <a:pt x="540" y="1723"/>
                      <a:pt x="206" y="2530"/>
                      <a:pt x="206" y="3371"/>
                    </a:cubicBezTo>
                    <a:cubicBezTo>
                      <a:pt x="206" y="4212"/>
                      <a:pt x="540" y="5019"/>
                      <a:pt x="1135" y="5614"/>
                    </a:cubicBezTo>
                    <a:cubicBezTo>
                      <a:pt x="1729" y="6209"/>
                      <a:pt x="2536" y="6544"/>
                      <a:pt x="3377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54" name="Freeform: Shape 11153">
                <a:extLst>
                  <a:ext uri="{FF2B5EF4-FFF2-40B4-BE49-F238E27FC236}">
                    <a16:creationId xmlns:a16="http://schemas.microsoft.com/office/drawing/2014/main" id="{C0DE189D-3A36-8199-0BF0-2EA67AC53B16}"/>
                  </a:ext>
                </a:extLst>
              </p:cNvPr>
              <p:cNvSpPr/>
              <p:nvPr/>
            </p:nvSpPr>
            <p:spPr>
              <a:xfrm>
                <a:off x="9017169" y="5987675"/>
                <a:ext cx="6343" cy="6345"/>
              </a:xfrm>
              <a:custGeom>
                <a:avLst/>
                <a:gdLst>
                  <a:gd name="connsiteX0" fmla="*/ 3377 w 6343"/>
                  <a:gd name="connsiteY0" fmla="*/ 6543 h 6345"/>
                  <a:gd name="connsiteX1" fmla="*/ 5620 w 6343"/>
                  <a:gd name="connsiteY1" fmla="*/ 5614 h 6345"/>
                  <a:gd name="connsiteX2" fmla="*/ 6549 w 6343"/>
                  <a:gd name="connsiteY2" fmla="*/ 3370 h 6345"/>
                  <a:gd name="connsiteX3" fmla="*/ 5620 w 6343"/>
                  <a:gd name="connsiteY3" fmla="*/ 1127 h 6345"/>
                  <a:gd name="connsiteX4" fmla="*/ 3377 w 6343"/>
                  <a:gd name="connsiteY4" fmla="*/ 198 h 6345"/>
                  <a:gd name="connsiteX5" fmla="*/ 1135 w 6343"/>
                  <a:gd name="connsiteY5" fmla="*/ 1127 h 6345"/>
                  <a:gd name="connsiteX6" fmla="*/ 206 w 6343"/>
                  <a:gd name="connsiteY6" fmla="*/ 3370 h 6345"/>
                  <a:gd name="connsiteX7" fmla="*/ 1135 w 6343"/>
                  <a:gd name="connsiteY7" fmla="*/ 5614 h 6345"/>
                  <a:gd name="connsiteX8" fmla="*/ 337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3"/>
                    </a:moveTo>
                    <a:cubicBezTo>
                      <a:pt x="4218" y="6543"/>
                      <a:pt x="5025" y="6209"/>
                      <a:pt x="5620" y="5614"/>
                    </a:cubicBezTo>
                    <a:cubicBezTo>
                      <a:pt x="6215" y="5019"/>
                      <a:pt x="6549" y="4212"/>
                      <a:pt x="6549" y="3370"/>
                    </a:cubicBezTo>
                    <a:cubicBezTo>
                      <a:pt x="6549" y="2529"/>
                      <a:pt x="6215" y="1722"/>
                      <a:pt x="5620" y="1127"/>
                    </a:cubicBezTo>
                    <a:cubicBezTo>
                      <a:pt x="5025" y="532"/>
                      <a:pt x="4218" y="198"/>
                      <a:pt x="3377" y="198"/>
                    </a:cubicBezTo>
                    <a:cubicBezTo>
                      <a:pt x="2536" y="198"/>
                      <a:pt x="1729" y="532"/>
                      <a:pt x="1135" y="1127"/>
                    </a:cubicBezTo>
                    <a:cubicBezTo>
                      <a:pt x="540" y="1722"/>
                      <a:pt x="206" y="2529"/>
                      <a:pt x="206" y="3370"/>
                    </a:cubicBezTo>
                    <a:cubicBezTo>
                      <a:pt x="206" y="4212"/>
                      <a:pt x="540" y="5019"/>
                      <a:pt x="1135" y="5614"/>
                    </a:cubicBezTo>
                    <a:cubicBezTo>
                      <a:pt x="1729" y="6209"/>
                      <a:pt x="2536" y="6543"/>
                      <a:pt x="337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55" name="Freeform: Shape 11154">
                <a:extLst>
                  <a:ext uri="{FF2B5EF4-FFF2-40B4-BE49-F238E27FC236}">
                    <a16:creationId xmlns:a16="http://schemas.microsoft.com/office/drawing/2014/main" id="{86897902-2959-0163-62BD-0EB46772B902}"/>
                  </a:ext>
                </a:extLst>
              </p:cNvPr>
              <p:cNvSpPr/>
              <p:nvPr/>
            </p:nvSpPr>
            <p:spPr>
              <a:xfrm>
                <a:off x="9020832" y="5972372"/>
                <a:ext cx="6343" cy="6345"/>
              </a:xfrm>
              <a:custGeom>
                <a:avLst/>
                <a:gdLst>
                  <a:gd name="connsiteX0" fmla="*/ 3377 w 6343"/>
                  <a:gd name="connsiteY0" fmla="*/ 6542 h 6345"/>
                  <a:gd name="connsiteX1" fmla="*/ 5620 w 6343"/>
                  <a:gd name="connsiteY1" fmla="*/ 5613 h 6345"/>
                  <a:gd name="connsiteX2" fmla="*/ 6549 w 6343"/>
                  <a:gd name="connsiteY2" fmla="*/ 3369 h 6345"/>
                  <a:gd name="connsiteX3" fmla="*/ 5620 w 6343"/>
                  <a:gd name="connsiteY3" fmla="*/ 1126 h 6345"/>
                  <a:gd name="connsiteX4" fmla="*/ 3377 w 6343"/>
                  <a:gd name="connsiteY4" fmla="*/ 196 h 6345"/>
                  <a:gd name="connsiteX5" fmla="*/ 1135 w 6343"/>
                  <a:gd name="connsiteY5" fmla="*/ 1126 h 6345"/>
                  <a:gd name="connsiteX6" fmla="*/ 206 w 6343"/>
                  <a:gd name="connsiteY6" fmla="*/ 3369 h 6345"/>
                  <a:gd name="connsiteX7" fmla="*/ 1135 w 6343"/>
                  <a:gd name="connsiteY7" fmla="*/ 5613 h 6345"/>
                  <a:gd name="connsiteX8" fmla="*/ 337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2"/>
                    </a:moveTo>
                    <a:cubicBezTo>
                      <a:pt x="4219" y="6542"/>
                      <a:pt x="5025" y="6208"/>
                      <a:pt x="5620" y="5613"/>
                    </a:cubicBezTo>
                    <a:cubicBezTo>
                      <a:pt x="6215" y="5018"/>
                      <a:pt x="6549" y="4211"/>
                      <a:pt x="6549" y="3369"/>
                    </a:cubicBezTo>
                    <a:cubicBezTo>
                      <a:pt x="6549" y="2528"/>
                      <a:pt x="6215" y="1721"/>
                      <a:pt x="5620" y="1126"/>
                    </a:cubicBezTo>
                    <a:cubicBezTo>
                      <a:pt x="5025" y="531"/>
                      <a:pt x="4219" y="196"/>
                      <a:pt x="3377" y="196"/>
                    </a:cubicBezTo>
                    <a:cubicBezTo>
                      <a:pt x="2536" y="196"/>
                      <a:pt x="1730" y="531"/>
                      <a:pt x="1135" y="1126"/>
                    </a:cubicBezTo>
                    <a:cubicBezTo>
                      <a:pt x="540" y="1721"/>
                      <a:pt x="206" y="2528"/>
                      <a:pt x="206" y="3369"/>
                    </a:cubicBezTo>
                    <a:cubicBezTo>
                      <a:pt x="206" y="4211"/>
                      <a:pt x="540" y="5018"/>
                      <a:pt x="1135" y="5613"/>
                    </a:cubicBezTo>
                    <a:cubicBezTo>
                      <a:pt x="1730" y="6208"/>
                      <a:pt x="2536" y="6542"/>
                      <a:pt x="337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56" name="Freeform: Shape 11155">
                <a:extLst>
                  <a:ext uri="{FF2B5EF4-FFF2-40B4-BE49-F238E27FC236}">
                    <a16:creationId xmlns:a16="http://schemas.microsoft.com/office/drawing/2014/main" id="{6F42D02F-9919-7A88-E596-4758FD5D5CBB}"/>
                  </a:ext>
                </a:extLst>
              </p:cNvPr>
              <p:cNvSpPr/>
              <p:nvPr/>
            </p:nvSpPr>
            <p:spPr>
              <a:xfrm>
                <a:off x="9021210" y="5962602"/>
                <a:ext cx="6343" cy="6345"/>
              </a:xfrm>
              <a:custGeom>
                <a:avLst/>
                <a:gdLst>
                  <a:gd name="connsiteX0" fmla="*/ 3377 w 6343"/>
                  <a:gd name="connsiteY0" fmla="*/ 6541 h 6345"/>
                  <a:gd name="connsiteX1" fmla="*/ 5620 w 6343"/>
                  <a:gd name="connsiteY1" fmla="*/ 5612 h 6345"/>
                  <a:gd name="connsiteX2" fmla="*/ 6549 w 6343"/>
                  <a:gd name="connsiteY2" fmla="*/ 3368 h 6345"/>
                  <a:gd name="connsiteX3" fmla="*/ 5620 w 6343"/>
                  <a:gd name="connsiteY3" fmla="*/ 1125 h 6345"/>
                  <a:gd name="connsiteX4" fmla="*/ 3377 w 6343"/>
                  <a:gd name="connsiteY4" fmla="*/ 196 h 6345"/>
                  <a:gd name="connsiteX5" fmla="*/ 1135 w 6343"/>
                  <a:gd name="connsiteY5" fmla="*/ 1125 h 6345"/>
                  <a:gd name="connsiteX6" fmla="*/ 206 w 6343"/>
                  <a:gd name="connsiteY6" fmla="*/ 3368 h 6345"/>
                  <a:gd name="connsiteX7" fmla="*/ 1135 w 6343"/>
                  <a:gd name="connsiteY7" fmla="*/ 5612 h 6345"/>
                  <a:gd name="connsiteX8" fmla="*/ 3377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1"/>
                    </a:moveTo>
                    <a:cubicBezTo>
                      <a:pt x="4219" y="6541"/>
                      <a:pt x="5025" y="6207"/>
                      <a:pt x="5620" y="5612"/>
                    </a:cubicBezTo>
                    <a:cubicBezTo>
                      <a:pt x="6215" y="5017"/>
                      <a:pt x="6549" y="4210"/>
                      <a:pt x="6549" y="3368"/>
                    </a:cubicBezTo>
                    <a:cubicBezTo>
                      <a:pt x="6549" y="2527"/>
                      <a:pt x="6215" y="1720"/>
                      <a:pt x="5620" y="1125"/>
                    </a:cubicBezTo>
                    <a:cubicBezTo>
                      <a:pt x="5025" y="530"/>
                      <a:pt x="4219" y="196"/>
                      <a:pt x="3377" y="196"/>
                    </a:cubicBezTo>
                    <a:cubicBezTo>
                      <a:pt x="2536" y="196"/>
                      <a:pt x="1730" y="530"/>
                      <a:pt x="1135" y="1125"/>
                    </a:cubicBezTo>
                    <a:cubicBezTo>
                      <a:pt x="540" y="1720"/>
                      <a:pt x="206" y="2527"/>
                      <a:pt x="206" y="3368"/>
                    </a:cubicBezTo>
                    <a:cubicBezTo>
                      <a:pt x="206" y="4210"/>
                      <a:pt x="540" y="5017"/>
                      <a:pt x="1135" y="5612"/>
                    </a:cubicBezTo>
                    <a:cubicBezTo>
                      <a:pt x="1730" y="6207"/>
                      <a:pt x="2536" y="6541"/>
                      <a:pt x="3377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57" name="Freeform: Shape 11156">
                <a:extLst>
                  <a:ext uri="{FF2B5EF4-FFF2-40B4-BE49-F238E27FC236}">
                    <a16:creationId xmlns:a16="http://schemas.microsoft.com/office/drawing/2014/main" id="{7EC8F7A1-C74B-AA62-2E1C-DA6355964EAD}"/>
                  </a:ext>
                </a:extLst>
              </p:cNvPr>
              <p:cNvSpPr/>
              <p:nvPr/>
            </p:nvSpPr>
            <p:spPr>
              <a:xfrm>
                <a:off x="9021048" y="5953866"/>
                <a:ext cx="6343" cy="6345"/>
              </a:xfrm>
              <a:custGeom>
                <a:avLst/>
                <a:gdLst>
                  <a:gd name="connsiteX0" fmla="*/ 3377 w 6343"/>
                  <a:gd name="connsiteY0" fmla="*/ 6540 h 6345"/>
                  <a:gd name="connsiteX1" fmla="*/ 5620 w 6343"/>
                  <a:gd name="connsiteY1" fmla="*/ 5611 h 6345"/>
                  <a:gd name="connsiteX2" fmla="*/ 6549 w 6343"/>
                  <a:gd name="connsiteY2" fmla="*/ 3368 h 6345"/>
                  <a:gd name="connsiteX3" fmla="*/ 5620 w 6343"/>
                  <a:gd name="connsiteY3" fmla="*/ 1124 h 6345"/>
                  <a:gd name="connsiteX4" fmla="*/ 3377 w 6343"/>
                  <a:gd name="connsiteY4" fmla="*/ 195 h 6345"/>
                  <a:gd name="connsiteX5" fmla="*/ 1135 w 6343"/>
                  <a:gd name="connsiteY5" fmla="*/ 1124 h 6345"/>
                  <a:gd name="connsiteX6" fmla="*/ 206 w 6343"/>
                  <a:gd name="connsiteY6" fmla="*/ 3368 h 6345"/>
                  <a:gd name="connsiteX7" fmla="*/ 1135 w 6343"/>
                  <a:gd name="connsiteY7" fmla="*/ 5611 h 6345"/>
                  <a:gd name="connsiteX8" fmla="*/ 337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0"/>
                    </a:moveTo>
                    <a:cubicBezTo>
                      <a:pt x="4219" y="6540"/>
                      <a:pt x="5025" y="6206"/>
                      <a:pt x="5620" y="5611"/>
                    </a:cubicBezTo>
                    <a:cubicBezTo>
                      <a:pt x="6215" y="5016"/>
                      <a:pt x="6549" y="4209"/>
                      <a:pt x="6549" y="3368"/>
                    </a:cubicBezTo>
                    <a:cubicBezTo>
                      <a:pt x="6549" y="2526"/>
                      <a:pt x="6215" y="1719"/>
                      <a:pt x="5620" y="1124"/>
                    </a:cubicBezTo>
                    <a:cubicBezTo>
                      <a:pt x="5025" y="529"/>
                      <a:pt x="4219" y="195"/>
                      <a:pt x="3377" y="195"/>
                    </a:cubicBezTo>
                    <a:cubicBezTo>
                      <a:pt x="2536" y="195"/>
                      <a:pt x="1730" y="529"/>
                      <a:pt x="1135" y="1124"/>
                    </a:cubicBezTo>
                    <a:cubicBezTo>
                      <a:pt x="540" y="1719"/>
                      <a:pt x="206" y="2526"/>
                      <a:pt x="206" y="3368"/>
                    </a:cubicBezTo>
                    <a:cubicBezTo>
                      <a:pt x="206" y="4209"/>
                      <a:pt x="540" y="5016"/>
                      <a:pt x="1135" y="5611"/>
                    </a:cubicBezTo>
                    <a:cubicBezTo>
                      <a:pt x="1730" y="6206"/>
                      <a:pt x="2536" y="6540"/>
                      <a:pt x="337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58" name="Freeform: Shape 11157">
                <a:extLst>
                  <a:ext uri="{FF2B5EF4-FFF2-40B4-BE49-F238E27FC236}">
                    <a16:creationId xmlns:a16="http://schemas.microsoft.com/office/drawing/2014/main" id="{A1591F8F-78EE-ACE3-E237-61B251832F74}"/>
                  </a:ext>
                </a:extLst>
              </p:cNvPr>
              <p:cNvSpPr/>
              <p:nvPr/>
            </p:nvSpPr>
            <p:spPr>
              <a:xfrm>
                <a:off x="9017214" y="5950939"/>
                <a:ext cx="6343" cy="6345"/>
              </a:xfrm>
              <a:custGeom>
                <a:avLst/>
                <a:gdLst>
                  <a:gd name="connsiteX0" fmla="*/ 3377 w 6343"/>
                  <a:gd name="connsiteY0" fmla="*/ 6540 h 6345"/>
                  <a:gd name="connsiteX1" fmla="*/ 5620 w 6343"/>
                  <a:gd name="connsiteY1" fmla="*/ 5611 h 6345"/>
                  <a:gd name="connsiteX2" fmla="*/ 6549 w 6343"/>
                  <a:gd name="connsiteY2" fmla="*/ 3367 h 6345"/>
                  <a:gd name="connsiteX3" fmla="*/ 5620 w 6343"/>
                  <a:gd name="connsiteY3" fmla="*/ 1124 h 6345"/>
                  <a:gd name="connsiteX4" fmla="*/ 3377 w 6343"/>
                  <a:gd name="connsiteY4" fmla="*/ 195 h 6345"/>
                  <a:gd name="connsiteX5" fmla="*/ 1135 w 6343"/>
                  <a:gd name="connsiteY5" fmla="*/ 1124 h 6345"/>
                  <a:gd name="connsiteX6" fmla="*/ 206 w 6343"/>
                  <a:gd name="connsiteY6" fmla="*/ 3367 h 6345"/>
                  <a:gd name="connsiteX7" fmla="*/ 1135 w 6343"/>
                  <a:gd name="connsiteY7" fmla="*/ 5611 h 6345"/>
                  <a:gd name="connsiteX8" fmla="*/ 337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0"/>
                    </a:moveTo>
                    <a:cubicBezTo>
                      <a:pt x="4218" y="6540"/>
                      <a:pt x="5025" y="6206"/>
                      <a:pt x="5620" y="5611"/>
                    </a:cubicBezTo>
                    <a:cubicBezTo>
                      <a:pt x="6215" y="5016"/>
                      <a:pt x="6549" y="4209"/>
                      <a:pt x="6549" y="3367"/>
                    </a:cubicBezTo>
                    <a:cubicBezTo>
                      <a:pt x="6549" y="2526"/>
                      <a:pt x="6215" y="1719"/>
                      <a:pt x="5620" y="1124"/>
                    </a:cubicBezTo>
                    <a:cubicBezTo>
                      <a:pt x="5025" y="529"/>
                      <a:pt x="4218" y="195"/>
                      <a:pt x="3377" y="195"/>
                    </a:cubicBezTo>
                    <a:cubicBezTo>
                      <a:pt x="2536" y="195"/>
                      <a:pt x="1729" y="529"/>
                      <a:pt x="1135" y="1124"/>
                    </a:cubicBezTo>
                    <a:cubicBezTo>
                      <a:pt x="540" y="1719"/>
                      <a:pt x="206" y="2526"/>
                      <a:pt x="206" y="3367"/>
                    </a:cubicBezTo>
                    <a:cubicBezTo>
                      <a:pt x="206" y="4209"/>
                      <a:pt x="540" y="5016"/>
                      <a:pt x="1135" y="5611"/>
                    </a:cubicBezTo>
                    <a:cubicBezTo>
                      <a:pt x="1729" y="6206"/>
                      <a:pt x="2536" y="6540"/>
                      <a:pt x="337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59" name="Freeform: Shape 11158">
                <a:extLst>
                  <a:ext uri="{FF2B5EF4-FFF2-40B4-BE49-F238E27FC236}">
                    <a16:creationId xmlns:a16="http://schemas.microsoft.com/office/drawing/2014/main" id="{917BAF21-C3C0-76E6-4994-598171EFED1B}"/>
                  </a:ext>
                </a:extLst>
              </p:cNvPr>
              <p:cNvSpPr/>
              <p:nvPr/>
            </p:nvSpPr>
            <p:spPr>
              <a:xfrm>
                <a:off x="9013607" y="5947676"/>
                <a:ext cx="6343" cy="6345"/>
              </a:xfrm>
              <a:custGeom>
                <a:avLst/>
                <a:gdLst>
                  <a:gd name="connsiteX0" fmla="*/ 3377 w 6343"/>
                  <a:gd name="connsiteY0" fmla="*/ 6540 h 6345"/>
                  <a:gd name="connsiteX1" fmla="*/ 5619 w 6343"/>
                  <a:gd name="connsiteY1" fmla="*/ 5611 h 6345"/>
                  <a:gd name="connsiteX2" fmla="*/ 6548 w 6343"/>
                  <a:gd name="connsiteY2" fmla="*/ 3367 h 6345"/>
                  <a:gd name="connsiteX3" fmla="*/ 5619 w 6343"/>
                  <a:gd name="connsiteY3" fmla="*/ 1124 h 6345"/>
                  <a:gd name="connsiteX4" fmla="*/ 3377 w 6343"/>
                  <a:gd name="connsiteY4" fmla="*/ 194 h 6345"/>
                  <a:gd name="connsiteX5" fmla="*/ 1134 w 6343"/>
                  <a:gd name="connsiteY5" fmla="*/ 1124 h 6345"/>
                  <a:gd name="connsiteX6" fmla="*/ 205 w 6343"/>
                  <a:gd name="connsiteY6" fmla="*/ 3367 h 6345"/>
                  <a:gd name="connsiteX7" fmla="*/ 1134 w 6343"/>
                  <a:gd name="connsiteY7" fmla="*/ 5611 h 6345"/>
                  <a:gd name="connsiteX8" fmla="*/ 337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0"/>
                    </a:moveTo>
                    <a:cubicBezTo>
                      <a:pt x="4218" y="6540"/>
                      <a:pt x="5025" y="6206"/>
                      <a:pt x="5619" y="5611"/>
                    </a:cubicBezTo>
                    <a:cubicBezTo>
                      <a:pt x="6214" y="5016"/>
                      <a:pt x="6548" y="4209"/>
                      <a:pt x="6548" y="3367"/>
                    </a:cubicBezTo>
                    <a:cubicBezTo>
                      <a:pt x="6548" y="2526"/>
                      <a:pt x="6214" y="1719"/>
                      <a:pt x="5619" y="1124"/>
                    </a:cubicBezTo>
                    <a:cubicBezTo>
                      <a:pt x="5025" y="529"/>
                      <a:pt x="4218" y="194"/>
                      <a:pt x="3377" y="194"/>
                    </a:cubicBezTo>
                    <a:cubicBezTo>
                      <a:pt x="2536" y="194"/>
                      <a:pt x="1729" y="529"/>
                      <a:pt x="1134" y="1124"/>
                    </a:cubicBezTo>
                    <a:cubicBezTo>
                      <a:pt x="539" y="1719"/>
                      <a:pt x="205" y="2526"/>
                      <a:pt x="205" y="3367"/>
                    </a:cubicBezTo>
                    <a:cubicBezTo>
                      <a:pt x="205" y="4209"/>
                      <a:pt x="539" y="5016"/>
                      <a:pt x="1134" y="5611"/>
                    </a:cubicBezTo>
                    <a:cubicBezTo>
                      <a:pt x="1729" y="6206"/>
                      <a:pt x="2536" y="6540"/>
                      <a:pt x="337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60" name="Freeform: Shape 11159">
                <a:extLst>
                  <a:ext uri="{FF2B5EF4-FFF2-40B4-BE49-F238E27FC236}">
                    <a16:creationId xmlns:a16="http://schemas.microsoft.com/office/drawing/2014/main" id="{30F22776-2FCA-A38B-EA3C-91409D72EF0F}"/>
                  </a:ext>
                </a:extLst>
              </p:cNvPr>
              <p:cNvSpPr/>
              <p:nvPr/>
            </p:nvSpPr>
            <p:spPr>
              <a:xfrm>
                <a:off x="9005319" y="5951438"/>
                <a:ext cx="6343" cy="6345"/>
              </a:xfrm>
              <a:custGeom>
                <a:avLst/>
                <a:gdLst>
                  <a:gd name="connsiteX0" fmla="*/ 3376 w 6343"/>
                  <a:gd name="connsiteY0" fmla="*/ 6540 h 6345"/>
                  <a:gd name="connsiteX1" fmla="*/ 5619 w 6343"/>
                  <a:gd name="connsiteY1" fmla="*/ 5611 h 6345"/>
                  <a:gd name="connsiteX2" fmla="*/ 6548 w 6343"/>
                  <a:gd name="connsiteY2" fmla="*/ 3367 h 6345"/>
                  <a:gd name="connsiteX3" fmla="*/ 5619 w 6343"/>
                  <a:gd name="connsiteY3" fmla="*/ 1124 h 6345"/>
                  <a:gd name="connsiteX4" fmla="*/ 3376 w 6343"/>
                  <a:gd name="connsiteY4" fmla="*/ 195 h 6345"/>
                  <a:gd name="connsiteX5" fmla="*/ 1134 w 6343"/>
                  <a:gd name="connsiteY5" fmla="*/ 1124 h 6345"/>
                  <a:gd name="connsiteX6" fmla="*/ 205 w 6343"/>
                  <a:gd name="connsiteY6" fmla="*/ 3367 h 6345"/>
                  <a:gd name="connsiteX7" fmla="*/ 1134 w 6343"/>
                  <a:gd name="connsiteY7" fmla="*/ 5611 h 6345"/>
                  <a:gd name="connsiteX8" fmla="*/ 3376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540"/>
                    </a:moveTo>
                    <a:cubicBezTo>
                      <a:pt x="4217" y="6540"/>
                      <a:pt x="5024" y="6206"/>
                      <a:pt x="5619" y="5611"/>
                    </a:cubicBezTo>
                    <a:cubicBezTo>
                      <a:pt x="6214" y="5016"/>
                      <a:pt x="6548" y="4209"/>
                      <a:pt x="6548" y="3367"/>
                    </a:cubicBezTo>
                    <a:cubicBezTo>
                      <a:pt x="6548" y="2526"/>
                      <a:pt x="6214" y="1719"/>
                      <a:pt x="5619" y="1124"/>
                    </a:cubicBezTo>
                    <a:cubicBezTo>
                      <a:pt x="5024" y="529"/>
                      <a:pt x="4217" y="195"/>
                      <a:pt x="3376" y="195"/>
                    </a:cubicBezTo>
                    <a:cubicBezTo>
                      <a:pt x="2535" y="195"/>
                      <a:pt x="1728" y="529"/>
                      <a:pt x="1134" y="1124"/>
                    </a:cubicBezTo>
                    <a:cubicBezTo>
                      <a:pt x="539" y="1719"/>
                      <a:pt x="205" y="2526"/>
                      <a:pt x="205" y="3367"/>
                    </a:cubicBezTo>
                    <a:cubicBezTo>
                      <a:pt x="205" y="4209"/>
                      <a:pt x="539" y="5016"/>
                      <a:pt x="1134" y="5611"/>
                    </a:cubicBezTo>
                    <a:cubicBezTo>
                      <a:pt x="1728" y="6206"/>
                      <a:pt x="2535" y="6540"/>
                      <a:pt x="3376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61" name="Freeform: Shape 11160">
                <a:extLst>
                  <a:ext uri="{FF2B5EF4-FFF2-40B4-BE49-F238E27FC236}">
                    <a16:creationId xmlns:a16="http://schemas.microsoft.com/office/drawing/2014/main" id="{62F2AECB-2C98-B229-8B90-C29A49E01F4A}"/>
                  </a:ext>
                </a:extLst>
              </p:cNvPr>
              <p:cNvSpPr/>
              <p:nvPr/>
            </p:nvSpPr>
            <p:spPr>
              <a:xfrm>
                <a:off x="9100400" y="5758071"/>
                <a:ext cx="6343" cy="6345"/>
              </a:xfrm>
              <a:custGeom>
                <a:avLst/>
                <a:gdLst>
                  <a:gd name="connsiteX0" fmla="*/ 3384 w 6343"/>
                  <a:gd name="connsiteY0" fmla="*/ 6525 h 6345"/>
                  <a:gd name="connsiteX1" fmla="*/ 5626 w 6343"/>
                  <a:gd name="connsiteY1" fmla="*/ 5596 h 6345"/>
                  <a:gd name="connsiteX2" fmla="*/ 6555 w 6343"/>
                  <a:gd name="connsiteY2" fmla="*/ 3352 h 6345"/>
                  <a:gd name="connsiteX3" fmla="*/ 5626 w 6343"/>
                  <a:gd name="connsiteY3" fmla="*/ 1109 h 6345"/>
                  <a:gd name="connsiteX4" fmla="*/ 3384 w 6343"/>
                  <a:gd name="connsiteY4" fmla="*/ 180 h 6345"/>
                  <a:gd name="connsiteX5" fmla="*/ 1141 w 6343"/>
                  <a:gd name="connsiteY5" fmla="*/ 1109 h 6345"/>
                  <a:gd name="connsiteX6" fmla="*/ 212 w 6343"/>
                  <a:gd name="connsiteY6" fmla="*/ 3352 h 6345"/>
                  <a:gd name="connsiteX7" fmla="*/ 1141 w 6343"/>
                  <a:gd name="connsiteY7" fmla="*/ 5596 h 6345"/>
                  <a:gd name="connsiteX8" fmla="*/ 338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25"/>
                    </a:moveTo>
                    <a:cubicBezTo>
                      <a:pt x="4225" y="6525"/>
                      <a:pt x="5032" y="6191"/>
                      <a:pt x="5626" y="5596"/>
                    </a:cubicBezTo>
                    <a:cubicBezTo>
                      <a:pt x="6221" y="5001"/>
                      <a:pt x="6555" y="4194"/>
                      <a:pt x="6555" y="3352"/>
                    </a:cubicBezTo>
                    <a:cubicBezTo>
                      <a:pt x="6555" y="2511"/>
                      <a:pt x="6221" y="1704"/>
                      <a:pt x="5626" y="1109"/>
                    </a:cubicBezTo>
                    <a:cubicBezTo>
                      <a:pt x="5032" y="514"/>
                      <a:pt x="4225" y="180"/>
                      <a:pt x="3384" y="180"/>
                    </a:cubicBezTo>
                    <a:cubicBezTo>
                      <a:pt x="2543" y="180"/>
                      <a:pt x="1736" y="514"/>
                      <a:pt x="1141" y="1109"/>
                    </a:cubicBezTo>
                    <a:cubicBezTo>
                      <a:pt x="546" y="1704"/>
                      <a:pt x="212" y="2511"/>
                      <a:pt x="212" y="3352"/>
                    </a:cubicBezTo>
                    <a:cubicBezTo>
                      <a:pt x="212" y="4194"/>
                      <a:pt x="546" y="5001"/>
                      <a:pt x="1141" y="5596"/>
                    </a:cubicBezTo>
                    <a:cubicBezTo>
                      <a:pt x="1736" y="6191"/>
                      <a:pt x="2543" y="6525"/>
                      <a:pt x="338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62" name="Freeform: Shape 11161">
                <a:extLst>
                  <a:ext uri="{FF2B5EF4-FFF2-40B4-BE49-F238E27FC236}">
                    <a16:creationId xmlns:a16="http://schemas.microsoft.com/office/drawing/2014/main" id="{23EB9C0E-8923-CEF2-D10F-CA07C02AE836}"/>
                  </a:ext>
                </a:extLst>
              </p:cNvPr>
              <p:cNvSpPr/>
              <p:nvPr/>
            </p:nvSpPr>
            <p:spPr>
              <a:xfrm>
                <a:off x="9097862" y="5755549"/>
                <a:ext cx="6343" cy="6345"/>
              </a:xfrm>
              <a:custGeom>
                <a:avLst/>
                <a:gdLst>
                  <a:gd name="connsiteX0" fmla="*/ 3384 w 6343"/>
                  <a:gd name="connsiteY0" fmla="*/ 6525 h 6345"/>
                  <a:gd name="connsiteX1" fmla="*/ 5626 w 6343"/>
                  <a:gd name="connsiteY1" fmla="*/ 5596 h 6345"/>
                  <a:gd name="connsiteX2" fmla="*/ 6555 w 6343"/>
                  <a:gd name="connsiteY2" fmla="*/ 3352 h 6345"/>
                  <a:gd name="connsiteX3" fmla="*/ 5626 w 6343"/>
                  <a:gd name="connsiteY3" fmla="*/ 1109 h 6345"/>
                  <a:gd name="connsiteX4" fmla="*/ 3384 w 6343"/>
                  <a:gd name="connsiteY4" fmla="*/ 179 h 6345"/>
                  <a:gd name="connsiteX5" fmla="*/ 1141 w 6343"/>
                  <a:gd name="connsiteY5" fmla="*/ 1109 h 6345"/>
                  <a:gd name="connsiteX6" fmla="*/ 212 w 6343"/>
                  <a:gd name="connsiteY6" fmla="*/ 3352 h 6345"/>
                  <a:gd name="connsiteX7" fmla="*/ 1141 w 6343"/>
                  <a:gd name="connsiteY7" fmla="*/ 5596 h 6345"/>
                  <a:gd name="connsiteX8" fmla="*/ 338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25"/>
                    </a:moveTo>
                    <a:cubicBezTo>
                      <a:pt x="4225" y="6525"/>
                      <a:pt x="5031" y="6190"/>
                      <a:pt x="5626" y="5596"/>
                    </a:cubicBezTo>
                    <a:cubicBezTo>
                      <a:pt x="6221" y="5001"/>
                      <a:pt x="6555" y="4193"/>
                      <a:pt x="6555" y="3352"/>
                    </a:cubicBezTo>
                    <a:cubicBezTo>
                      <a:pt x="6555" y="2511"/>
                      <a:pt x="6221" y="1704"/>
                      <a:pt x="5626" y="1109"/>
                    </a:cubicBezTo>
                    <a:cubicBezTo>
                      <a:pt x="5031" y="514"/>
                      <a:pt x="4225" y="179"/>
                      <a:pt x="3384" y="179"/>
                    </a:cubicBezTo>
                    <a:cubicBezTo>
                      <a:pt x="2542" y="179"/>
                      <a:pt x="1736" y="514"/>
                      <a:pt x="1141" y="1109"/>
                    </a:cubicBezTo>
                    <a:cubicBezTo>
                      <a:pt x="546" y="1704"/>
                      <a:pt x="212" y="2511"/>
                      <a:pt x="212" y="3352"/>
                    </a:cubicBezTo>
                    <a:cubicBezTo>
                      <a:pt x="212" y="4193"/>
                      <a:pt x="546" y="5001"/>
                      <a:pt x="1141" y="5596"/>
                    </a:cubicBezTo>
                    <a:cubicBezTo>
                      <a:pt x="1736" y="6190"/>
                      <a:pt x="2542" y="6525"/>
                      <a:pt x="338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63" name="Freeform: Shape 11162">
                <a:extLst>
                  <a:ext uri="{FF2B5EF4-FFF2-40B4-BE49-F238E27FC236}">
                    <a16:creationId xmlns:a16="http://schemas.microsoft.com/office/drawing/2014/main" id="{7413ED3E-C4B1-A366-BF67-DB75243E223A}"/>
                  </a:ext>
                </a:extLst>
              </p:cNvPr>
              <p:cNvSpPr/>
              <p:nvPr/>
            </p:nvSpPr>
            <p:spPr>
              <a:xfrm>
                <a:off x="9095037" y="5753413"/>
                <a:ext cx="6343" cy="6345"/>
              </a:xfrm>
              <a:custGeom>
                <a:avLst/>
                <a:gdLst>
                  <a:gd name="connsiteX0" fmla="*/ 3383 w 6343"/>
                  <a:gd name="connsiteY0" fmla="*/ 6525 h 6345"/>
                  <a:gd name="connsiteX1" fmla="*/ 5626 w 6343"/>
                  <a:gd name="connsiteY1" fmla="*/ 5595 h 6345"/>
                  <a:gd name="connsiteX2" fmla="*/ 6555 w 6343"/>
                  <a:gd name="connsiteY2" fmla="*/ 3352 h 6345"/>
                  <a:gd name="connsiteX3" fmla="*/ 5626 w 6343"/>
                  <a:gd name="connsiteY3" fmla="*/ 1108 h 6345"/>
                  <a:gd name="connsiteX4" fmla="*/ 3383 w 6343"/>
                  <a:gd name="connsiteY4" fmla="*/ 179 h 6345"/>
                  <a:gd name="connsiteX5" fmla="*/ 1141 w 6343"/>
                  <a:gd name="connsiteY5" fmla="*/ 1108 h 6345"/>
                  <a:gd name="connsiteX6" fmla="*/ 212 w 6343"/>
                  <a:gd name="connsiteY6" fmla="*/ 3352 h 6345"/>
                  <a:gd name="connsiteX7" fmla="*/ 1141 w 6343"/>
                  <a:gd name="connsiteY7" fmla="*/ 5595 h 6345"/>
                  <a:gd name="connsiteX8" fmla="*/ 338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5"/>
                    </a:moveTo>
                    <a:cubicBezTo>
                      <a:pt x="4224" y="6525"/>
                      <a:pt x="5031" y="6190"/>
                      <a:pt x="5626" y="5595"/>
                    </a:cubicBezTo>
                    <a:cubicBezTo>
                      <a:pt x="6221" y="5000"/>
                      <a:pt x="6555" y="4193"/>
                      <a:pt x="6555" y="3352"/>
                    </a:cubicBezTo>
                    <a:cubicBezTo>
                      <a:pt x="6555" y="2510"/>
                      <a:pt x="6221" y="1703"/>
                      <a:pt x="5626" y="1108"/>
                    </a:cubicBezTo>
                    <a:cubicBezTo>
                      <a:pt x="5031" y="513"/>
                      <a:pt x="4224" y="179"/>
                      <a:pt x="3383" y="179"/>
                    </a:cubicBezTo>
                    <a:cubicBezTo>
                      <a:pt x="2542" y="179"/>
                      <a:pt x="1735" y="513"/>
                      <a:pt x="1141" y="1108"/>
                    </a:cubicBezTo>
                    <a:cubicBezTo>
                      <a:pt x="546" y="1703"/>
                      <a:pt x="212" y="2510"/>
                      <a:pt x="212" y="3352"/>
                    </a:cubicBezTo>
                    <a:cubicBezTo>
                      <a:pt x="212" y="4193"/>
                      <a:pt x="546" y="5000"/>
                      <a:pt x="1141" y="5595"/>
                    </a:cubicBezTo>
                    <a:cubicBezTo>
                      <a:pt x="1735" y="6190"/>
                      <a:pt x="2542" y="6525"/>
                      <a:pt x="338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64" name="Freeform: Shape 11163">
                <a:extLst>
                  <a:ext uri="{FF2B5EF4-FFF2-40B4-BE49-F238E27FC236}">
                    <a16:creationId xmlns:a16="http://schemas.microsoft.com/office/drawing/2014/main" id="{28968DA6-0328-DA24-ECDD-16F318990418}"/>
                  </a:ext>
                </a:extLst>
              </p:cNvPr>
              <p:cNvSpPr/>
              <p:nvPr/>
            </p:nvSpPr>
            <p:spPr>
              <a:xfrm>
                <a:off x="8771606" y="6167468"/>
                <a:ext cx="6343" cy="6345"/>
              </a:xfrm>
              <a:custGeom>
                <a:avLst/>
                <a:gdLst>
                  <a:gd name="connsiteX0" fmla="*/ 3358 w 6343"/>
                  <a:gd name="connsiteY0" fmla="*/ 6557 h 6345"/>
                  <a:gd name="connsiteX1" fmla="*/ 5600 w 6343"/>
                  <a:gd name="connsiteY1" fmla="*/ 5628 h 6345"/>
                  <a:gd name="connsiteX2" fmla="*/ 6529 w 6343"/>
                  <a:gd name="connsiteY2" fmla="*/ 3385 h 6345"/>
                  <a:gd name="connsiteX3" fmla="*/ 5600 w 6343"/>
                  <a:gd name="connsiteY3" fmla="*/ 1141 h 6345"/>
                  <a:gd name="connsiteX4" fmla="*/ 3358 w 6343"/>
                  <a:gd name="connsiteY4" fmla="*/ 212 h 6345"/>
                  <a:gd name="connsiteX5" fmla="*/ 1115 w 6343"/>
                  <a:gd name="connsiteY5" fmla="*/ 1141 h 6345"/>
                  <a:gd name="connsiteX6" fmla="*/ 186 w 6343"/>
                  <a:gd name="connsiteY6" fmla="*/ 3385 h 6345"/>
                  <a:gd name="connsiteX7" fmla="*/ 1115 w 6343"/>
                  <a:gd name="connsiteY7" fmla="*/ 5628 h 6345"/>
                  <a:gd name="connsiteX8" fmla="*/ 3358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557"/>
                    </a:moveTo>
                    <a:cubicBezTo>
                      <a:pt x="4199" y="6557"/>
                      <a:pt x="5006" y="6223"/>
                      <a:pt x="5600" y="5628"/>
                    </a:cubicBezTo>
                    <a:cubicBezTo>
                      <a:pt x="6195" y="5033"/>
                      <a:pt x="6529" y="4226"/>
                      <a:pt x="6529" y="3385"/>
                    </a:cubicBezTo>
                    <a:cubicBezTo>
                      <a:pt x="6529" y="2543"/>
                      <a:pt x="6195" y="1736"/>
                      <a:pt x="5600" y="1141"/>
                    </a:cubicBezTo>
                    <a:cubicBezTo>
                      <a:pt x="5006" y="546"/>
                      <a:pt x="4199" y="212"/>
                      <a:pt x="3358" y="212"/>
                    </a:cubicBezTo>
                    <a:cubicBezTo>
                      <a:pt x="2517" y="212"/>
                      <a:pt x="1710" y="546"/>
                      <a:pt x="1115" y="1141"/>
                    </a:cubicBezTo>
                    <a:cubicBezTo>
                      <a:pt x="520" y="1736"/>
                      <a:pt x="186" y="2543"/>
                      <a:pt x="186" y="3385"/>
                    </a:cubicBezTo>
                    <a:cubicBezTo>
                      <a:pt x="186" y="4226"/>
                      <a:pt x="520" y="5033"/>
                      <a:pt x="1115" y="5628"/>
                    </a:cubicBezTo>
                    <a:cubicBezTo>
                      <a:pt x="1710" y="6223"/>
                      <a:pt x="2517" y="6557"/>
                      <a:pt x="3358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65" name="Freeform: Shape 11164">
                <a:extLst>
                  <a:ext uri="{FF2B5EF4-FFF2-40B4-BE49-F238E27FC236}">
                    <a16:creationId xmlns:a16="http://schemas.microsoft.com/office/drawing/2014/main" id="{BF4EE77A-7187-06A9-2B9E-B1E4C1FB8058}"/>
                  </a:ext>
                </a:extLst>
              </p:cNvPr>
              <p:cNvSpPr/>
              <p:nvPr/>
            </p:nvSpPr>
            <p:spPr>
              <a:xfrm>
                <a:off x="8765064" y="6164856"/>
                <a:ext cx="6343" cy="6345"/>
              </a:xfrm>
              <a:custGeom>
                <a:avLst/>
                <a:gdLst>
                  <a:gd name="connsiteX0" fmla="*/ 3357 w 6343"/>
                  <a:gd name="connsiteY0" fmla="*/ 6557 h 6345"/>
                  <a:gd name="connsiteX1" fmla="*/ 5600 w 6343"/>
                  <a:gd name="connsiteY1" fmla="*/ 5628 h 6345"/>
                  <a:gd name="connsiteX2" fmla="*/ 6529 w 6343"/>
                  <a:gd name="connsiteY2" fmla="*/ 3384 h 6345"/>
                  <a:gd name="connsiteX3" fmla="*/ 5600 w 6343"/>
                  <a:gd name="connsiteY3" fmla="*/ 1141 h 6345"/>
                  <a:gd name="connsiteX4" fmla="*/ 3357 w 6343"/>
                  <a:gd name="connsiteY4" fmla="*/ 212 h 6345"/>
                  <a:gd name="connsiteX5" fmla="*/ 1115 w 6343"/>
                  <a:gd name="connsiteY5" fmla="*/ 1141 h 6345"/>
                  <a:gd name="connsiteX6" fmla="*/ 186 w 6343"/>
                  <a:gd name="connsiteY6" fmla="*/ 3384 h 6345"/>
                  <a:gd name="connsiteX7" fmla="*/ 1115 w 6343"/>
                  <a:gd name="connsiteY7" fmla="*/ 5628 h 6345"/>
                  <a:gd name="connsiteX8" fmla="*/ 3357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57"/>
                    </a:moveTo>
                    <a:cubicBezTo>
                      <a:pt x="4198" y="6557"/>
                      <a:pt x="5005" y="6223"/>
                      <a:pt x="5600" y="5628"/>
                    </a:cubicBezTo>
                    <a:cubicBezTo>
                      <a:pt x="6195" y="5033"/>
                      <a:pt x="6529" y="4226"/>
                      <a:pt x="6529" y="3384"/>
                    </a:cubicBezTo>
                    <a:cubicBezTo>
                      <a:pt x="6529" y="2543"/>
                      <a:pt x="6195" y="1736"/>
                      <a:pt x="5600" y="1141"/>
                    </a:cubicBezTo>
                    <a:cubicBezTo>
                      <a:pt x="5005" y="546"/>
                      <a:pt x="4198" y="212"/>
                      <a:pt x="3357" y="212"/>
                    </a:cubicBezTo>
                    <a:cubicBezTo>
                      <a:pt x="2516" y="212"/>
                      <a:pt x="1709" y="546"/>
                      <a:pt x="1115" y="1141"/>
                    </a:cubicBezTo>
                    <a:cubicBezTo>
                      <a:pt x="520" y="1736"/>
                      <a:pt x="186" y="2543"/>
                      <a:pt x="186" y="3384"/>
                    </a:cubicBezTo>
                    <a:cubicBezTo>
                      <a:pt x="186" y="4226"/>
                      <a:pt x="520" y="5033"/>
                      <a:pt x="1115" y="5628"/>
                    </a:cubicBezTo>
                    <a:cubicBezTo>
                      <a:pt x="1709" y="6223"/>
                      <a:pt x="2516" y="6557"/>
                      <a:pt x="3357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66" name="Freeform: Shape 11165">
                <a:extLst>
                  <a:ext uri="{FF2B5EF4-FFF2-40B4-BE49-F238E27FC236}">
                    <a16:creationId xmlns:a16="http://schemas.microsoft.com/office/drawing/2014/main" id="{76533F54-B601-8031-9F58-3202E3FA2FD7}"/>
                  </a:ext>
                </a:extLst>
              </p:cNvPr>
              <p:cNvSpPr/>
              <p:nvPr/>
            </p:nvSpPr>
            <p:spPr>
              <a:xfrm>
                <a:off x="8757052" y="6164067"/>
                <a:ext cx="6343" cy="6345"/>
              </a:xfrm>
              <a:custGeom>
                <a:avLst/>
                <a:gdLst>
                  <a:gd name="connsiteX0" fmla="*/ 3357 w 6343"/>
                  <a:gd name="connsiteY0" fmla="*/ 6557 h 6345"/>
                  <a:gd name="connsiteX1" fmla="*/ 5599 w 6343"/>
                  <a:gd name="connsiteY1" fmla="*/ 5628 h 6345"/>
                  <a:gd name="connsiteX2" fmla="*/ 6528 w 6343"/>
                  <a:gd name="connsiteY2" fmla="*/ 3384 h 6345"/>
                  <a:gd name="connsiteX3" fmla="*/ 5599 w 6343"/>
                  <a:gd name="connsiteY3" fmla="*/ 1141 h 6345"/>
                  <a:gd name="connsiteX4" fmla="*/ 3357 w 6343"/>
                  <a:gd name="connsiteY4" fmla="*/ 212 h 6345"/>
                  <a:gd name="connsiteX5" fmla="*/ 1114 w 6343"/>
                  <a:gd name="connsiteY5" fmla="*/ 1141 h 6345"/>
                  <a:gd name="connsiteX6" fmla="*/ 185 w 6343"/>
                  <a:gd name="connsiteY6" fmla="*/ 3384 h 6345"/>
                  <a:gd name="connsiteX7" fmla="*/ 1114 w 6343"/>
                  <a:gd name="connsiteY7" fmla="*/ 5628 h 6345"/>
                  <a:gd name="connsiteX8" fmla="*/ 3357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57"/>
                    </a:moveTo>
                    <a:cubicBezTo>
                      <a:pt x="4198" y="6557"/>
                      <a:pt x="5005" y="6223"/>
                      <a:pt x="5599" y="5628"/>
                    </a:cubicBezTo>
                    <a:cubicBezTo>
                      <a:pt x="6194" y="5033"/>
                      <a:pt x="6528" y="4226"/>
                      <a:pt x="6528" y="3384"/>
                    </a:cubicBezTo>
                    <a:cubicBezTo>
                      <a:pt x="6528" y="2543"/>
                      <a:pt x="6194" y="1736"/>
                      <a:pt x="5599" y="1141"/>
                    </a:cubicBezTo>
                    <a:cubicBezTo>
                      <a:pt x="5005" y="546"/>
                      <a:pt x="4198" y="212"/>
                      <a:pt x="3357" y="212"/>
                    </a:cubicBezTo>
                    <a:cubicBezTo>
                      <a:pt x="2516" y="212"/>
                      <a:pt x="1709" y="546"/>
                      <a:pt x="1114" y="1141"/>
                    </a:cubicBezTo>
                    <a:cubicBezTo>
                      <a:pt x="519" y="1736"/>
                      <a:pt x="185" y="2543"/>
                      <a:pt x="185" y="3384"/>
                    </a:cubicBezTo>
                    <a:cubicBezTo>
                      <a:pt x="185" y="4226"/>
                      <a:pt x="519" y="5033"/>
                      <a:pt x="1114" y="5628"/>
                    </a:cubicBezTo>
                    <a:cubicBezTo>
                      <a:pt x="1709" y="6223"/>
                      <a:pt x="2516" y="6557"/>
                      <a:pt x="3357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67" name="Freeform: Shape 11166">
                <a:extLst>
                  <a:ext uri="{FF2B5EF4-FFF2-40B4-BE49-F238E27FC236}">
                    <a16:creationId xmlns:a16="http://schemas.microsoft.com/office/drawing/2014/main" id="{ECA7131C-A5C1-C43D-1EAD-9B5014E12237}"/>
                  </a:ext>
                </a:extLst>
              </p:cNvPr>
              <p:cNvSpPr/>
              <p:nvPr/>
            </p:nvSpPr>
            <p:spPr>
              <a:xfrm>
                <a:off x="8794627" y="6057010"/>
                <a:ext cx="6343" cy="6345"/>
              </a:xfrm>
              <a:custGeom>
                <a:avLst/>
                <a:gdLst>
                  <a:gd name="connsiteX0" fmla="*/ 3360 w 6343"/>
                  <a:gd name="connsiteY0" fmla="*/ 6549 h 6345"/>
                  <a:gd name="connsiteX1" fmla="*/ 5602 w 6343"/>
                  <a:gd name="connsiteY1" fmla="*/ 5619 h 6345"/>
                  <a:gd name="connsiteX2" fmla="*/ 6531 w 6343"/>
                  <a:gd name="connsiteY2" fmla="*/ 3376 h 6345"/>
                  <a:gd name="connsiteX3" fmla="*/ 5602 w 6343"/>
                  <a:gd name="connsiteY3" fmla="*/ 1132 h 6345"/>
                  <a:gd name="connsiteX4" fmla="*/ 3360 w 6343"/>
                  <a:gd name="connsiteY4" fmla="*/ 203 h 6345"/>
                  <a:gd name="connsiteX5" fmla="*/ 1117 w 6343"/>
                  <a:gd name="connsiteY5" fmla="*/ 1132 h 6345"/>
                  <a:gd name="connsiteX6" fmla="*/ 188 w 6343"/>
                  <a:gd name="connsiteY6" fmla="*/ 3376 h 6345"/>
                  <a:gd name="connsiteX7" fmla="*/ 1117 w 6343"/>
                  <a:gd name="connsiteY7" fmla="*/ 5619 h 6345"/>
                  <a:gd name="connsiteX8" fmla="*/ 3360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549"/>
                    </a:moveTo>
                    <a:cubicBezTo>
                      <a:pt x="4201" y="6549"/>
                      <a:pt x="5007" y="6214"/>
                      <a:pt x="5602" y="5619"/>
                    </a:cubicBezTo>
                    <a:cubicBezTo>
                      <a:pt x="6197" y="5024"/>
                      <a:pt x="6531" y="4217"/>
                      <a:pt x="6531" y="3376"/>
                    </a:cubicBezTo>
                    <a:cubicBezTo>
                      <a:pt x="6531" y="2534"/>
                      <a:pt x="6197" y="1727"/>
                      <a:pt x="5602" y="1132"/>
                    </a:cubicBezTo>
                    <a:cubicBezTo>
                      <a:pt x="5007" y="537"/>
                      <a:pt x="4201" y="203"/>
                      <a:pt x="3360" y="203"/>
                    </a:cubicBezTo>
                    <a:cubicBezTo>
                      <a:pt x="2518" y="203"/>
                      <a:pt x="1712" y="537"/>
                      <a:pt x="1117" y="1132"/>
                    </a:cubicBezTo>
                    <a:cubicBezTo>
                      <a:pt x="522" y="1727"/>
                      <a:pt x="188" y="2534"/>
                      <a:pt x="188" y="3376"/>
                    </a:cubicBezTo>
                    <a:cubicBezTo>
                      <a:pt x="188" y="4217"/>
                      <a:pt x="522" y="5024"/>
                      <a:pt x="1117" y="5619"/>
                    </a:cubicBezTo>
                    <a:cubicBezTo>
                      <a:pt x="1712" y="6214"/>
                      <a:pt x="2518" y="6549"/>
                      <a:pt x="3360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68" name="Freeform: Shape 11167">
                <a:extLst>
                  <a:ext uri="{FF2B5EF4-FFF2-40B4-BE49-F238E27FC236}">
                    <a16:creationId xmlns:a16="http://schemas.microsoft.com/office/drawing/2014/main" id="{8A2C4F81-E61E-E21D-EAB1-ABA2CAB259A5}"/>
                  </a:ext>
                </a:extLst>
              </p:cNvPr>
              <p:cNvSpPr/>
              <p:nvPr/>
            </p:nvSpPr>
            <p:spPr>
              <a:xfrm>
                <a:off x="8793401" y="6049016"/>
                <a:ext cx="6343" cy="6345"/>
              </a:xfrm>
              <a:custGeom>
                <a:avLst/>
                <a:gdLst>
                  <a:gd name="connsiteX0" fmla="*/ 3360 w 6343"/>
                  <a:gd name="connsiteY0" fmla="*/ 6548 h 6345"/>
                  <a:gd name="connsiteX1" fmla="*/ 5602 w 6343"/>
                  <a:gd name="connsiteY1" fmla="*/ 5619 h 6345"/>
                  <a:gd name="connsiteX2" fmla="*/ 6531 w 6343"/>
                  <a:gd name="connsiteY2" fmla="*/ 3375 h 6345"/>
                  <a:gd name="connsiteX3" fmla="*/ 5602 w 6343"/>
                  <a:gd name="connsiteY3" fmla="*/ 1132 h 6345"/>
                  <a:gd name="connsiteX4" fmla="*/ 3360 w 6343"/>
                  <a:gd name="connsiteY4" fmla="*/ 202 h 6345"/>
                  <a:gd name="connsiteX5" fmla="*/ 1117 w 6343"/>
                  <a:gd name="connsiteY5" fmla="*/ 1132 h 6345"/>
                  <a:gd name="connsiteX6" fmla="*/ 188 w 6343"/>
                  <a:gd name="connsiteY6" fmla="*/ 3375 h 6345"/>
                  <a:gd name="connsiteX7" fmla="*/ 1117 w 6343"/>
                  <a:gd name="connsiteY7" fmla="*/ 5619 h 6345"/>
                  <a:gd name="connsiteX8" fmla="*/ 3360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548"/>
                    </a:moveTo>
                    <a:cubicBezTo>
                      <a:pt x="4201" y="6548"/>
                      <a:pt x="5007" y="6214"/>
                      <a:pt x="5602" y="5619"/>
                    </a:cubicBezTo>
                    <a:cubicBezTo>
                      <a:pt x="6197" y="5024"/>
                      <a:pt x="6531" y="4217"/>
                      <a:pt x="6531" y="3375"/>
                    </a:cubicBezTo>
                    <a:cubicBezTo>
                      <a:pt x="6531" y="2534"/>
                      <a:pt x="6197" y="1727"/>
                      <a:pt x="5602" y="1132"/>
                    </a:cubicBezTo>
                    <a:cubicBezTo>
                      <a:pt x="5007" y="537"/>
                      <a:pt x="4201" y="202"/>
                      <a:pt x="3360" y="202"/>
                    </a:cubicBezTo>
                    <a:cubicBezTo>
                      <a:pt x="2518" y="202"/>
                      <a:pt x="1712" y="537"/>
                      <a:pt x="1117" y="1132"/>
                    </a:cubicBezTo>
                    <a:cubicBezTo>
                      <a:pt x="522" y="1727"/>
                      <a:pt x="188" y="2534"/>
                      <a:pt x="188" y="3375"/>
                    </a:cubicBezTo>
                    <a:cubicBezTo>
                      <a:pt x="188" y="4217"/>
                      <a:pt x="522" y="5024"/>
                      <a:pt x="1117" y="5619"/>
                    </a:cubicBezTo>
                    <a:cubicBezTo>
                      <a:pt x="1712" y="6214"/>
                      <a:pt x="2518" y="6548"/>
                      <a:pt x="3360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69" name="Freeform: Shape 11168">
                <a:extLst>
                  <a:ext uri="{FF2B5EF4-FFF2-40B4-BE49-F238E27FC236}">
                    <a16:creationId xmlns:a16="http://schemas.microsoft.com/office/drawing/2014/main" id="{13D7637C-9FFD-1BA4-32B5-ECA5B2B8EC73}"/>
                  </a:ext>
                </a:extLst>
              </p:cNvPr>
              <p:cNvSpPr/>
              <p:nvPr/>
            </p:nvSpPr>
            <p:spPr>
              <a:xfrm>
                <a:off x="8789649" y="6044013"/>
                <a:ext cx="6343" cy="6345"/>
              </a:xfrm>
              <a:custGeom>
                <a:avLst/>
                <a:gdLst>
                  <a:gd name="connsiteX0" fmla="*/ 3359 w 6343"/>
                  <a:gd name="connsiteY0" fmla="*/ 6547 h 6345"/>
                  <a:gd name="connsiteX1" fmla="*/ 5602 w 6343"/>
                  <a:gd name="connsiteY1" fmla="*/ 5618 h 6345"/>
                  <a:gd name="connsiteX2" fmla="*/ 6531 w 6343"/>
                  <a:gd name="connsiteY2" fmla="*/ 3375 h 6345"/>
                  <a:gd name="connsiteX3" fmla="*/ 5602 w 6343"/>
                  <a:gd name="connsiteY3" fmla="*/ 1131 h 6345"/>
                  <a:gd name="connsiteX4" fmla="*/ 3359 w 6343"/>
                  <a:gd name="connsiteY4" fmla="*/ 202 h 6345"/>
                  <a:gd name="connsiteX5" fmla="*/ 1117 w 6343"/>
                  <a:gd name="connsiteY5" fmla="*/ 1131 h 6345"/>
                  <a:gd name="connsiteX6" fmla="*/ 188 w 6343"/>
                  <a:gd name="connsiteY6" fmla="*/ 3375 h 6345"/>
                  <a:gd name="connsiteX7" fmla="*/ 1117 w 6343"/>
                  <a:gd name="connsiteY7" fmla="*/ 5618 h 6345"/>
                  <a:gd name="connsiteX8" fmla="*/ 3359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547"/>
                    </a:moveTo>
                    <a:cubicBezTo>
                      <a:pt x="4200" y="6547"/>
                      <a:pt x="5007" y="6213"/>
                      <a:pt x="5602" y="5618"/>
                    </a:cubicBezTo>
                    <a:cubicBezTo>
                      <a:pt x="6197" y="5023"/>
                      <a:pt x="6531" y="4216"/>
                      <a:pt x="6531" y="3375"/>
                    </a:cubicBezTo>
                    <a:cubicBezTo>
                      <a:pt x="6531" y="2533"/>
                      <a:pt x="6197" y="1726"/>
                      <a:pt x="5602" y="1131"/>
                    </a:cubicBezTo>
                    <a:cubicBezTo>
                      <a:pt x="5007" y="536"/>
                      <a:pt x="4200" y="202"/>
                      <a:pt x="3359" y="202"/>
                    </a:cubicBezTo>
                    <a:cubicBezTo>
                      <a:pt x="2518" y="202"/>
                      <a:pt x="1711" y="536"/>
                      <a:pt x="1117" y="1131"/>
                    </a:cubicBezTo>
                    <a:cubicBezTo>
                      <a:pt x="522" y="1726"/>
                      <a:pt x="188" y="2533"/>
                      <a:pt x="188" y="3375"/>
                    </a:cubicBezTo>
                    <a:cubicBezTo>
                      <a:pt x="188" y="4216"/>
                      <a:pt x="522" y="5023"/>
                      <a:pt x="1117" y="5618"/>
                    </a:cubicBezTo>
                    <a:cubicBezTo>
                      <a:pt x="1711" y="6213"/>
                      <a:pt x="2518" y="6547"/>
                      <a:pt x="3359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70" name="Freeform: Shape 11169">
                <a:extLst>
                  <a:ext uri="{FF2B5EF4-FFF2-40B4-BE49-F238E27FC236}">
                    <a16:creationId xmlns:a16="http://schemas.microsoft.com/office/drawing/2014/main" id="{92398012-8130-487A-AB7C-9840863035CA}"/>
                  </a:ext>
                </a:extLst>
              </p:cNvPr>
              <p:cNvSpPr/>
              <p:nvPr/>
            </p:nvSpPr>
            <p:spPr>
              <a:xfrm>
                <a:off x="8784811" y="6040263"/>
                <a:ext cx="6343" cy="6345"/>
              </a:xfrm>
              <a:custGeom>
                <a:avLst/>
                <a:gdLst>
                  <a:gd name="connsiteX0" fmla="*/ 3359 w 6343"/>
                  <a:gd name="connsiteY0" fmla="*/ 6547 h 6345"/>
                  <a:gd name="connsiteX1" fmla="*/ 5601 w 6343"/>
                  <a:gd name="connsiteY1" fmla="*/ 5618 h 6345"/>
                  <a:gd name="connsiteX2" fmla="*/ 6530 w 6343"/>
                  <a:gd name="connsiteY2" fmla="*/ 3374 h 6345"/>
                  <a:gd name="connsiteX3" fmla="*/ 5601 w 6343"/>
                  <a:gd name="connsiteY3" fmla="*/ 1131 h 6345"/>
                  <a:gd name="connsiteX4" fmla="*/ 3359 w 6343"/>
                  <a:gd name="connsiteY4" fmla="*/ 202 h 6345"/>
                  <a:gd name="connsiteX5" fmla="*/ 1116 w 6343"/>
                  <a:gd name="connsiteY5" fmla="*/ 1131 h 6345"/>
                  <a:gd name="connsiteX6" fmla="*/ 187 w 6343"/>
                  <a:gd name="connsiteY6" fmla="*/ 3374 h 6345"/>
                  <a:gd name="connsiteX7" fmla="*/ 1116 w 6343"/>
                  <a:gd name="connsiteY7" fmla="*/ 5618 h 6345"/>
                  <a:gd name="connsiteX8" fmla="*/ 3359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547"/>
                    </a:moveTo>
                    <a:cubicBezTo>
                      <a:pt x="4200" y="6547"/>
                      <a:pt x="5007" y="6213"/>
                      <a:pt x="5601" y="5618"/>
                    </a:cubicBezTo>
                    <a:cubicBezTo>
                      <a:pt x="6196" y="5023"/>
                      <a:pt x="6530" y="4216"/>
                      <a:pt x="6530" y="3374"/>
                    </a:cubicBezTo>
                    <a:cubicBezTo>
                      <a:pt x="6530" y="2533"/>
                      <a:pt x="6196" y="1726"/>
                      <a:pt x="5601" y="1131"/>
                    </a:cubicBezTo>
                    <a:cubicBezTo>
                      <a:pt x="5007" y="536"/>
                      <a:pt x="4200" y="202"/>
                      <a:pt x="3359" y="202"/>
                    </a:cubicBezTo>
                    <a:cubicBezTo>
                      <a:pt x="2518" y="202"/>
                      <a:pt x="1711" y="536"/>
                      <a:pt x="1116" y="1131"/>
                    </a:cubicBezTo>
                    <a:cubicBezTo>
                      <a:pt x="521" y="1726"/>
                      <a:pt x="187" y="2533"/>
                      <a:pt x="187" y="3374"/>
                    </a:cubicBezTo>
                    <a:cubicBezTo>
                      <a:pt x="187" y="4216"/>
                      <a:pt x="521" y="5023"/>
                      <a:pt x="1116" y="5618"/>
                    </a:cubicBezTo>
                    <a:cubicBezTo>
                      <a:pt x="1711" y="6213"/>
                      <a:pt x="2518" y="6547"/>
                      <a:pt x="3359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71" name="Freeform: Shape 11170">
                <a:extLst>
                  <a:ext uri="{FF2B5EF4-FFF2-40B4-BE49-F238E27FC236}">
                    <a16:creationId xmlns:a16="http://schemas.microsoft.com/office/drawing/2014/main" id="{EA5CD546-39CD-FB8D-14D8-ADCA79C11389}"/>
                  </a:ext>
                </a:extLst>
              </p:cNvPr>
              <p:cNvSpPr/>
              <p:nvPr/>
            </p:nvSpPr>
            <p:spPr>
              <a:xfrm>
                <a:off x="8778489" y="6038164"/>
                <a:ext cx="6343" cy="6345"/>
              </a:xfrm>
              <a:custGeom>
                <a:avLst/>
                <a:gdLst>
                  <a:gd name="connsiteX0" fmla="*/ 3358 w 6343"/>
                  <a:gd name="connsiteY0" fmla="*/ 6547 h 6345"/>
                  <a:gd name="connsiteX1" fmla="*/ 5601 w 6343"/>
                  <a:gd name="connsiteY1" fmla="*/ 5618 h 6345"/>
                  <a:gd name="connsiteX2" fmla="*/ 6530 w 6343"/>
                  <a:gd name="connsiteY2" fmla="*/ 3374 h 6345"/>
                  <a:gd name="connsiteX3" fmla="*/ 5601 w 6343"/>
                  <a:gd name="connsiteY3" fmla="*/ 1131 h 6345"/>
                  <a:gd name="connsiteX4" fmla="*/ 3358 w 6343"/>
                  <a:gd name="connsiteY4" fmla="*/ 202 h 6345"/>
                  <a:gd name="connsiteX5" fmla="*/ 1116 w 6343"/>
                  <a:gd name="connsiteY5" fmla="*/ 1131 h 6345"/>
                  <a:gd name="connsiteX6" fmla="*/ 187 w 6343"/>
                  <a:gd name="connsiteY6" fmla="*/ 3374 h 6345"/>
                  <a:gd name="connsiteX7" fmla="*/ 1116 w 6343"/>
                  <a:gd name="connsiteY7" fmla="*/ 5618 h 6345"/>
                  <a:gd name="connsiteX8" fmla="*/ 3358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547"/>
                    </a:moveTo>
                    <a:cubicBezTo>
                      <a:pt x="4199" y="6547"/>
                      <a:pt x="5006" y="6213"/>
                      <a:pt x="5601" y="5618"/>
                    </a:cubicBezTo>
                    <a:cubicBezTo>
                      <a:pt x="6196" y="5023"/>
                      <a:pt x="6530" y="4216"/>
                      <a:pt x="6530" y="3374"/>
                    </a:cubicBezTo>
                    <a:cubicBezTo>
                      <a:pt x="6530" y="2533"/>
                      <a:pt x="6196" y="1726"/>
                      <a:pt x="5601" y="1131"/>
                    </a:cubicBezTo>
                    <a:cubicBezTo>
                      <a:pt x="5006" y="536"/>
                      <a:pt x="4199" y="202"/>
                      <a:pt x="3358" y="202"/>
                    </a:cubicBezTo>
                    <a:cubicBezTo>
                      <a:pt x="2517" y="202"/>
                      <a:pt x="1710" y="536"/>
                      <a:pt x="1116" y="1131"/>
                    </a:cubicBezTo>
                    <a:cubicBezTo>
                      <a:pt x="521" y="1726"/>
                      <a:pt x="187" y="2533"/>
                      <a:pt x="187" y="3374"/>
                    </a:cubicBezTo>
                    <a:cubicBezTo>
                      <a:pt x="187" y="4216"/>
                      <a:pt x="521" y="5023"/>
                      <a:pt x="1116" y="5618"/>
                    </a:cubicBezTo>
                    <a:cubicBezTo>
                      <a:pt x="1710" y="6213"/>
                      <a:pt x="2517" y="6547"/>
                      <a:pt x="3358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72" name="Freeform: Shape 11171">
                <a:extLst>
                  <a:ext uri="{FF2B5EF4-FFF2-40B4-BE49-F238E27FC236}">
                    <a16:creationId xmlns:a16="http://schemas.microsoft.com/office/drawing/2014/main" id="{42E0FB7C-1E15-8DE9-9741-0403A7DC7604}"/>
                  </a:ext>
                </a:extLst>
              </p:cNvPr>
              <p:cNvSpPr/>
              <p:nvPr/>
            </p:nvSpPr>
            <p:spPr>
              <a:xfrm>
                <a:off x="8775243" y="6032621"/>
                <a:ext cx="6343" cy="6345"/>
              </a:xfrm>
              <a:custGeom>
                <a:avLst/>
                <a:gdLst>
                  <a:gd name="connsiteX0" fmla="*/ 3358 w 6343"/>
                  <a:gd name="connsiteY0" fmla="*/ 6547 h 6345"/>
                  <a:gd name="connsiteX1" fmla="*/ 5601 w 6343"/>
                  <a:gd name="connsiteY1" fmla="*/ 5617 h 6345"/>
                  <a:gd name="connsiteX2" fmla="*/ 6530 w 6343"/>
                  <a:gd name="connsiteY2" fmla="*/ 3374 h 6345"/>
                  <a:gd name="connsiteX3" fmla="*/ 5601 w 6343"/>
                  <a:gd name="connsiteY3" fmla="*/ 1130 h 6345"/>
                  <a:gd name="connsiteX4" fmla="*/ 3358 w 6343"/>
                  <a:gd name="connsiteY4" fmla="*/ 201 h 6345"/>
                  <a:gd name="connsiteX5" fmla="*/ 1115 w 6343"/>
                  <a:gd name="connsiteY5" fmla="*/ 1130 h 6345"/>
                  <a:gd name="connsiteX6" fmla="*/ 187 w 6343"/>
                  <a:gd name="connsiteY6" fmla="*/ 3374 h 6345"/>
                  <a:gd name="connsiteX7" fmla="*/ 1115 w 6343"/>
                  <a:gd name="connsiteY7" fmla="*/ 5617 h 6345"/>
                  <a:gd name="connsiteX8" fmla="*/ 3358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547"/>
                    </a:moveTo>
                    <a:cubicBezTo>
                      <a:pt x="4199" y="6547"/>
                      <a:pt x="5006" y="6212"/>
                      <a:pt x="5601" y="5617"/>
                    </a:cubicBezTo>
                    <a:cubicBezTo>
                      <a:pt x="6195" y="5022"/>
                      <a:pt x="6530" y="4215"/>
                      <a:pt x="6530" y="3374"/>
                    </a:cubicBezTo>
                    <a:cubicBezTo>
                      <a:pt x="6530" y="2532"/>
                      <a:pt x="6195" y="1725"/>
                      <a:pt x="5601" y="1130"/>
                    </a:cubicBezTo>
                    <a:cubicBezTo>
                      <a:pt x="5006" y="535"/>
                      <a:pt x="4199" y="201"/>
                      <a:pt x="3358" y="201"/>
                    </a:cubicBezTo>
                    <a:cubicBezTo>
                      <a:pt x="2517" y="201"/>
                      <a:pt x="1710" y="535"/>
                      <a:pt x="1115" y="1130"/>
                    </a:cubicBezTo>
                    <a:cubicBezTo>
                      <a:pt x="521" y="1725"/>
                      <a:pt x="187" y="2532"/>
                      <a:pt x="187" y="3374"/>
                    </a:cubicBezTo>
                    <a:cubicBezTo>
                      <a:pt x="187" y="4215"/>
                      <a:pt x="521" y="5022"/>
                      <a:pt x="1115" y="5617"/>
                    </a:cubicBezTo>
                    <a:cubicBezTo>
                      <a:pt x="1710" y="6212"/>
                      <a:pt x="2517" y="6547"/>
                      <a:pt x="3358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73" name="Freeform: Shape 11172">
                <a:extLst>
                  <a:ext uri="{FF2B5EF4-FFF2-40B4-BE49-F238E27FC236}">
                    <a16:creationId xmlns:a16="http://schemas.microsoft.com/office/drawing/2014/main" id="{E02BABE7-2092-3BB5-1EE9-E367040B80B7}"/>
                  </a:ext>
                </a:extLst>
              </p:cNvPr>
              <p:cNvSpPr/>
              <p:nvPr/>
            </p:nvSpPr>
            <p:spPr>
              <a:xfrm>
                <a:off x="8584423" y="6197633"/>
                <a:ext cx="6343" cy="6345"/>
              </a:xfrm>
              <a:custGeom>
                <a:avLst/>
                <a:gdLst>
                  <a:gd name="connsiteX0" fmla="*/ 3343 w 6343"/>
                  <a:gd name="connsiteY0" fmla="*/ 6560 h 6345"/>
                  <a:gd name="connsiteX1" fmla="*/ 5586 w 6343"/>
                  <a:gd name="connsiteY1" fmla="*/ 5630 h 6345"/>
                  <a:gd name="connsiteX2" fmla="*/ 6515 w 6343"/>
                  <a:gd name="connsiteY2" fmla="*/ 3387 h 6345"/>
                  <a:gd name="connsiteX3" fmla="*/ 5586 w 6343"/>
                  <a:gd name="connsiteY3" fmla="*/ 1143 h 6345"/>
                  <a:gd name="connsiteX4" fmla="*/ 3343 w 6343"/>
                  <a:gd name="connsiteY4" fmla="*/ 214 h 6345"/>
                  <a:gd name="connsiteX5" fmla="*/ 1100 w 6343"/>
                  <a:gd name="connsiteY5" fmla="*/ 1143 h 6345"/>
                  <a:gd name="connsiteX6" fmla="*/ 171 w 6343"/>
                  <a:gd name="connsiteY6" fmla="*/ 3387 h 6345"/>
                  <a:gd name="connsiteX7" fmla="*/ 1100 w 6343"/>
                  <a:gd name="connsiteY7" fmla="*/ 5630 h 6345"/>
                  <a:gd name="connsiteX8" fmla="*/ 3343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3" y="6560"/>
                    </a:moveTo>
                    <a:cubicBezTo>
                      <a:pt x="4184" y="6560"/>
                      <a:pt x="4991" y="6225"/>
                      <a:pt x="5586" y="5630"/>
                    </a:cubicBezTo>
                    <a:cubicBezTo>
                      <a:pt x="6180" y="5035"/>
                      <a:pt x="6515" y="4228"/>
                      <a:pt x="6515" y="3387"/>
                    </a:cubicBezTo>
                    <a:cubicBezTo>
                      <a:pt x="6515" y="2545"/>
                      <a:pt x="6180" y="1738"/>
                      <a:pt x="5586" y="1143"/>
                    </a:cubicBezTo>
                    <a:cubicBezTo>
                      <a:pt x="4991" y="548"/>
                      <a:pt x="4184" y="214"/>
                      <a:pt x="3343" y="214"/>
                    </a:cubicBezTo>
                    <a:cubicBezTo>
                      <a:pt x="2502" y="214"/>
                      <a:pt x="1695" y="548"/>
                      <a:pt x="1100" y="1143"/>
                    </a:cubicBezTo>
                    <a:cubicBezTo>
                      <a:pt x="506" y="1738"/>
                      <a:pt x="171" y="2545"/>
                      <a:pt x="171" y="3387"/>
                    </a:cubicBezTo>
                    <a:cubicBezTo>
                      <a:pt x="171" y="4228"/>
                      <a:pt x="506" y="5035"/>
                      <a:pt x="1100" y="5630"/>
                    </a:cubicBezTo>
                    <a:cubicBezTo>
                      <a:pt x="1695" y="6225"/>
                      <a:pt x="2502" y="6560"/>
                      <a:pt x="3343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74" name="Freeform: Shape 11173">
                <a:extLst>
                  <a:ext uri="{FF2B5EF4-FFF2-40B4-BE49-F238E27FC236}">
                    <a16:creationId xmlns:a16="http://schemas.microsoft.com/office/drawing/2014/main" id="{CA8272EE-2F7A-1386-B39E-800E5BE8A2E8}"/>
                  </a:ext>
                </a:extLst>
              </p:cNvPr>
              <p:cNvSpPr/>
              <p:nvPr/>
            </p:nvSpPr>
            <p:spPr>
              <a:xfrm>
                <a:off x="8578766" y="6192473"/>
                <a:ext cx="6343" cy="6345"/>
              </a:xfrm>
              <a:custGeom>
                <a:avLst/>
                <a:gdLst>
                  <a:gd name="connsiteX0" fmla="*/ 3343 w 6343"/>
                  <a:gd name="connsiteY0" fmla="*/ 6559 h 6345"/>
                  <a:gd name="connsiteX1" fmla="*/ 5585 w 6343"/>
                  <a:gd name="connsiteY1" fmla="*/ 5630 h 6345"/>
                  <a:gd name="connsiteX2" fmla="*/ 6514 w 6343"/>
                  <a:gd name="connsiteY2" fmla="*/ 3386 h 6345"/>
                  <a:gd name="connsiteX3" fmla="*/ 5585 w 6343"/>
                  <a:gd name="connsiteY3" fmla="*/ 1143 h 6345"/>
                  <a:gd name="connsiteX4" fmla="*/ 3343 w 6343"/>
                  <a:gd name="connsiteY4" fmla="*/ 214 h 6345"/>
                  <a:gd name="connsiteX5" fmla="*/ 1100 w 6343"/>
                  <a:gd name="connsiteY5" fmla="*/ 1143 h 6345"/>
                  <a:gd name="connsiteX6" fmla="*/ 171 w 6343"/>
                  <a:gd name="connsiteY6" fmla="*/ 3386 h 6345"/>
                  <a:gd name="connsiteX7" fmla="*/ 1100 w 6343"/>
                  <a:gd name="connsiteY7" fmla="*/ 5630 h 6345"/>
                  <a:gd name="connsiteX8" fmla="*/ 334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3" y="6559"/>
                    </a:moveTo>
                    <a:cubicBezTo>
                      <a:pt x="4184" y="6559"/>
                      <a:pt x="4990" y="6225"/>
                      <a:pt x="5585" y="5630"/>
                    </a:cubicBezTo>
                    <a:cubicBezTo>
                      <a:pt x="6180" y="5035"/>
                      <a:pt x="6514" y="4228"/>
                      <a:pt x="6514" y="3386"/>
                    </a:cubicBezTo>
                    <a:cubicBezTo>
                      <a:pt x="6514" y="2545"/>
                      <a:pt x="6180" y="1738"/>
                      <a:pt x="5585" y="1143"/>
                    </a:cubicBezTo>
                    <a:cubicBezTo>
                      <a:pt x="4990" y="548"/>
                      <a:pt x="4184" y="214"/>
                      <a:pt x="3343" y="214"/>
                    </a:cubicBezTo>
                    <a:cubicBezTo>
                      <a:pt x="2501" y="214"/>
                      <a:pt x="1695" y="548"/>
                      <a:pt x="1100" y="1143"/>
                    </a:cubicBezTo>
                    <a:cubicBezTo>
                      <a:pt x="505" y="1738"/>
                      <a:pt x="171" y="2545"/>
                      <a:pt x="171" y="3386"/>
                    </a:cubicBezTo>
                    <a:cubicBezTo>
                      <a:pt x="171" y="4228"/>
                      <a:pt x="505" y="5035"/>
                      <a:pt x="1100" y="5630"/>
                    </a:cubicBezTo>
                    <a:cubicBezTo>
                      <a:pt x="1695" y="6225"/>
                      <a:pt x="2501" y="6559"/>
                      <a:pt x="334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75" name="Freeform: Shape 11174">
                <a:extLst>
                  <a:ext uri="{FF2B5EF4-FFF2-40B4-BE49-F238E27FC236}">
                    <a16:creationId xmlns:a16="http://schemas.microsoft.com/office/drawing/2014/main" id="{7777AE44-69E3-539F-ADA6-7A5FF877F5FF}"/>
                  </a:ext>
                </a:extLst>
              </p:cNvPr>
              <p:cNvSpPr/>
              <p:nvPr/>
            </p:nvSpPr>
            <p:spPr>
              <a:xfrm>
                <a:off x="8738828" y="5957846"/>
                <a:ext cx="6343" cy="6345"/>
              </a:xfrm>
              <a:custGeom>
                <a:avLst/>
                <a:gdLst>
                  <a:gd name="connsiteX0" fmla="*/ 3355 w 6343"/>
                  <a:gd name="connsiteY0" fmla="*/ 6541 h 6345"/>
                  <a:gd name="connsiteX1" fmla="*/ 5598 w 6343"/>
                  <a:gd name="connsiteY1" fmla="*/ 5611 h 6345"/>
                  <a:gd name="connsiteX2" fmla="*/ 6527 w 6343"/>
                  <a:gd name="connsiteY2" fmla="*/ 3368 h 6345"/>
                  <a:gd name="connsiteX3" fmla="*/ 5598 w 6343"/>
                  <a:gd name="connsiteY3" fmla="*/ 1125 h 6345"/>
                  <a:gd name="connsiteX4" fmla="*/ 3355 w 6343"/>
                  <a:gd name="connsiteY4" fmla="*/ 195 h 6345"/>
                  <a:gd name="connsiteX5" fmla="*/ 1113 w 6343"/>
                  <a:gd name="connsiteY5" fmla="*/ 1125 h 6345"/>
                  <a:gd name="connsiteX6" fmla="*/ 184 w 6343"/>
                  <a:gd name="connsiteY6" fmla="*/ 3368 h 6345"/>
                  <a:gd name="connsiteX7" fmla="*/ 1113 w 6343"/>
                  <a:gd name="connsiteY7" fmla="*/ 5611 h 6345"/>
                  <a:gd name="connsiteX8" fmla="*/ 3355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41"/>
                    </a:moveTo>
                    <a:cubicBezTo>
                      <a:pt x="4196" y="6541"/>
                      <a:pt x="5003" y="6206"/>
                      <a:pt x="5598" y="5611"/>
                    </a:cubicBezTo>
                    <a:cubicBezTo>
                      <a:pt x="6193" y="5016"/>
                      <a:pt x="6527" y="4209"/>
                      <a:pt x="6527" y="3368"/>
                    </a:cubicBezTo>
                    <a:cubicBezTo>
                      <a:pt x="6527" y="2527"/>
                      <a:pt x="6193" y="1720"/>
                      <a:pt x="5598" y="1125"/>
                    </a:cubicBezTo>
                    <a:cubicBezTo>
                      <a:pt x="5003" y="530"/>
                      <a:pt x="4196" y="195"/>
                      <a:pt x="3355" y="195"/>
                    </a:cubicBezTo>
                    <a:cubicBezTo>
                      <a:pt x="2514" y="195"/>
                      <a:pt x="1707" y="530"/>
                      <a:pt x="1113" y="1125"/>
                    </a:cubicBezTo>
                    <a:cubicBezTo>
                      <a:pt x="518" y="1720"/>
                      <a:pt x="184" y="2527"/>
                      <a:pt x="184" y="3368"/>
                    </a:cubicBezTo>
                    <a:cubicBezTo>
                      <a:pt x="184" y="4209"/>
                      <a:pt x="518" y="5016"/>
                      <a:pt x="1113" y="5611"/>
                    </a:cubicBezTo>
                    <a:cubicBezTo>
                      <a:pt x="1707" y="6206"/>
                      <a:pt x="2514" y="6541"/>
                      <a:pt x="3355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76" name="Freeform: Shape 11175">
                <a:extLst>
                  <a:ext uri="{FF2B5EF4-FFF2-40B4-BE49-F238E27FC236}">
                    <a16:creationId xmlns:a16="http://schemas.microsoft.com/office/drawing/2014/main" id="{06F5480C-0276-5BCF-BE43-26FE7FCE4956}"/>
                  </a:ext>
                </a:extLst>
              </p:cNvPr>
              <p:cNvSpPr/>
              <p:nvPr/>
            </p:nvSpPr>
            <p:spPr>
              <a:xfrm>
                <a:off x="8736286" y="5952094"/>
                <a:ext cx="6343" cy="6345"/>
              </a:xfrm>
              <a:custGeom>
                <a:avLst/>
                <a:gdLst>
                  <a:gd name="connsiteX0" fmla="*/ 3355 w 6343"/>
                  <a:gd name="connsiteY0" fmla="*/ 6540 h 6345"/>
                  <a:gd name="connsiteX1" fmla="*/ 5598 w 6343"/>
                  <a:gd name="connsiteY1" fmla="*/ 5611 h 6345"/>
                  <a:gd name="connsiteX2" fmla="*/ 6527 w 6343"/>
                  <a:gd name="connsiteY2" fmla="*/ 3368 h 6345"/>
                  <a:gd name="connsiteX3" fmla="*/ 5598 w 6343"/>
                  <a:gd name="connsiteY3" fmla="*/ 1124 h 6345"/>
                  <a:gd name="connsiteX4" fmla="*/ 3355 w 6343"/>
                  <a:gd name="connsiteY4" fmla="*/ 195 h 6345"/>
                  <a:gd name="connsiteX5" fmla="*/ 1112 w 6343"/>
                  <a:gd name="connsiteY5" fmla="*/ 1124 h 6345"/>
                  <a:gd name="connsiteX6" fmla="*/ 183 w 6343"/>
                  <a:gd name="connsiteY6" fmla="*/ 3368 h 6345"/>
                  <a:gd name="connsiteX7" fmla="*/ 1112 w 6343"/>
                  <a:gd name="connsiteY7" fmla="*/ 5611 h 6345"/>
                  <a:gd name="connsiteX8" fmla="*/ 335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40"/>
                    </a:moveTo>
                    <a:cubicBezTo>
                      <a:pt x="4196" y="6540"/>
                      <a:pt x="5003" y="6206"/>
                      <a:pt x="5598" y="5611"/>
                    </a:cubicBezTo>
                    <a:cubicBezTo>
                      <a:pt x="6192" y="5016"/>
                      <a:pt x="6527" y="4209"/>
                      <a:pt x="6527" y="3368"/>
                    </a:cubicBezTo>
                    <a:cubicBezTo>
                      <a:pt x="6527" y="2526"/>
                      <a:pt x="6192" y="1719"/>
                      <a:pt x="5598" y="1124"/>
                    </a:cubicBezTo>
                    <a:cubicBezTo>
                      <a:pt x="5003" y="529"/>
                      <a:pt x="4196" y="195"/>
                      <a:pt x="3355" y="195"/>
                    </a:cubicBezTo>
                    <a:cubicBezTo>
                      <a:pt x="2514" y="195"/>
                      <a:pt x="1707" y="529"/>
                      <a:pt x="1112" y="1124"/>
                    </a:cubicBezTo>
                    <a:cubicBezTo>
                      <a:pt x="518" y="1719"/>
                      <a:pt x="183" y="2526"/>
                      <a:pt x="183" y="3368"/>
                    </a:cubicBezTo>
                    <a:cubicBezTo>
                      <a:pt x="183" y="4209"/>
                      <a:pt x="518" y="5016"/>
                      <a:pt x="1112" y="5611"/>
                    </a:cubicBezTo>
                    <a:cubicBezTo>
                      <a:pt x="1707" y="6206"/>
                      <a:pt x="2514" y="6540"/>
                      <a:pt x="335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77" name="Freeform: Shape 11176">
                <a:extLst>
                  <a:ext uri="{FF2B5EF4-FFF2-40B4-BE49-F238E27FC236}">
                    <a16:creationId xmlns:a16="http://schemas.microsoft.com/office/drawing/2014/main" id="{9D390A42-2257-6C3C-F312-1BA7587B93AC}"/>
                  </a:ext>
                </a:extLst>
              </p:cNvPr>
              <p:cNvSpPr/>
              <p:nvPr/>
            </p:nvSpPr>
            <p:spPr>
              <a:xfrm>
                <a:off x="8734065" y="5946080"/>
                <a:ext cx="6343" cy="6345"/>
              </a:xfrm>
              <a:custGeom>
                <a:avLst/>
                <a:gdLst>
                  <a:gd name="connsiteX0" fmla="*/ 3355 w 6343"/>
                  <a:gd name="connsiteY0" fmla="*/ 6540 h 6345"/>
                  <a:gd name="connsiteX1" fmla="*/ 5597 w 6343"/>
                  <a:gd name="connsiteY1" fmla="*/ 5611 h 6345"/>
                  <a:gd name="connsiteX2" fmla="*/ 6526 w 6343"/>
                  <a:gd name="connsiteY2" fmla="*/ 3367 h 6345"/>
                  <a:gd name="connsiteX3" fmla="*/ 5597 w 6343"/>
                  <a:gd name="connsiteY3" fmla="*/ 1124 h 6345"/>
                  <a:gd name="connsiteX4" fmla="*/ 3355 w 6343"/>
                  <a:gd name="connsiteY4" fmla="*/ 194 h 6345"/>
                  <a:gd name="connsiteX5" fmla="*/ 1112 w 6343"/>
                  <a:gd name="connsiteY5" fmla="*/ 1124 h 6345"/>
                  <a:gd name="connsiteX6" fmla="*/ 183 w 6343"/>
                  <a:gd name="connsiteY6" fmla="*/ 3367 h 6345"/>
                  <a:gd name="connsiteX7" fmla="*/ 1112 w 6343"/>
                  <a:gd name="connsiteY7" fmla="*/ 5611 h 6345"/>
                  <a:gd name="connsiteX8" fmla="*/ 335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40"/>
                    </a:moveTo>
                    <a:cubicBezTo>
                      <a:pt x="4196" y="6540"/>
                      <a:pt x="5003" y="6205"/>
                      <a:pt x="5597" y="5611"/>
                    </a:cubicBezTo>
                    <a:cubicBezTo>
                      <a:pt x="6192" y="5016"/>
                      <a:pt x="6526" y="4208"/>
                      <a:pt x="6526" y="3367"/>
                    </a:cubicBezTo>
                    <a:cubicBezTo>
                      <a:pt x="6526" y="2526"/>
                      <a:pt x="6192" y="1719"/>
                      <a:pt x="5597" y="1124"/>
                    </a:cubicBezTo>
                    <a:cubicBezTo>
                      <a:pt x="5003" y="529"/>
                      <a:pt x="4196" y="194"/>
                      <a:pt x="3355" y="194"/>
                    </a:cubicBezTo>
                    <a:cubicBezTo>
                      <a:pt x="2514" y="194"/>
                      <a:pt x="1707" y="529"/>
                      <a:pt x="1112" y="1124"/>
                    </a:cubicBezTo>
                    <a:cubicBezTo>
                      <a:pt x="517" y="1719"/>
                      <a:pt x="183" y="2526"/>
                      <a:pt x="183" y="3367"/>
                    </a:cubicBezTo>
                    <a:cubicBezTo>
                      <a:pt x="183" y="4208"/>
                      <a:pt x="517" y="5016"/>
                      <a:pt x="1112" y="5611"/>
                    </a:cubicBezTo>
                    <a:cubicBezTo>
                      <a:pt x="1707" y="6205"/>
                      <a:pt x="2514" y="6540"/>
                      <a:pt x="335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78" name="Freeform: Shape 11177">
                <a:extLst>
                  <a:ext uri="{FF2B5EF4-FFF2-40B4-BE49-F238E27FC236}">
                    <a16:creationId xmlns:a16="http://schemas.microsoft.com/office/drawing/2014/main" id="{EE7E6976-E97B-4B85-043E-385B7F15DD2C}"/>
                  </a:ext>
                </a:extLst>
              </p:cNvPr>
              <p:cNvSpPr/>
              <p:nvPr/>
            </p:nvSpPr>
            <p:spPr>
              <a:xfrm>
                <a:off x="8727802" y="5943773"/>
                <a:ext cx="6343" cy="6345"/>
              </a:xfrm>
              <a:custGeom>
                <a:avLst/>
                <a:gdLst>
                  <a:gd name="connsiteX0" fmla="*/ 3354 w 6343"/>
                  <a:gd name="connsiteY0" fmla="*/ 6540 h 6345"/>
                  <a:gd name="connsiteX1" fmla="*/ 5597 w 6343"/>
                  <a:gd name="connsiteY1" fmla="*/ 5610 h 6345"/>
                  <a:gd name="connsiteX2" fmla="*/ 6526 w 6343"/>
                  <a:gd name="connsiteY2" fmla="*/ 3367 h 6345"/>
                  <a:gd name="connsiteX3" fmla="*/ 5597 w 6343"/>
                  <a:gd name="connsiteY3" fmla="*/ 1123 h 6345"/>
                  <a:gd name="connsiteX4" fmla="*/ 3354 w 6343"/>
                  <a:gd name="connsiteY4" fmla="*/ 194 h 6345"/>
                  <a:gd name="connsiteX5" fmla="*/ 1112 w 6343"/>
                  <a:gd name="connsiteY5" fmla="*/ 1123 h 6345"/>
                  <a:gd name="connsiteX6" fmla="*/ 183 w 6343"/>
                  <a:gd name="connsiteY6" fmla="*/ 3367 h 6345"/>
                  <a:gd name="connsiteX7" fmla="*/ 1112 w 6343"/>
                  <a:gd name="connsiteY7" fmla="*/ 5610 h 6345"/>
                  <a:gd name="connsiteX8" fmla="*/ 335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40"/>
                    </a:moveTo>
                    <a:cubicBezTo>
                      <a:pt x="4195" y="6540"/>
                      <a:pt x="5002" y="6205"/>
                      <a:pt x="5597" y="5610"/>
                    </a:cubicBezTo>
                    <a:cubicBezTo>
                      <a:pt x="6192" y="5015"/>
                      <a:pt x="6526" y="4208"/>
                      <a:pt x="6526" y="3367"/>
                    </a:cubicBezTo>
                    <a:cubicBezTo>
                      <a:pt x="6526" y="2525"/>
                      <a:pt x="6192" y="1718"/>
                      <a:pt x="5597" y="1123"/>
                    </a:cubicBezTo>
                    <a:cubicBezTo>
                      <a:pt x="5002" y="528"/>
                      <a:pt x="4195" y="194"/>
                      <a:pt x="3354" y="194"/>
                    </a:cubicBezTo>
                    <a:cubicBezTo>
                      <a:pt x="2513" y="194"/>
                      <a:pt x="1706" y="528"/>
                      <a:pt x="1112" y="1123"/>
                    </a:cubicBezTo>
                    <a:cubicBezTo>
                      <a:pt x="517" y="1718"/>
                      <a:pt x="183" y="2525"/>
                      <a:pt x="183" y="3367"/>
                    </a:cubicBezTo>
                    <a:cubicBezTo>
                      <a:pt x="183" y="4208"/>
                      <a:pt x="517" y="5015"/>
                      <a:pt x="1112" y="5610"/>
                    </a:cubicBezTo>
                    <a:cubicBezTo>
                      <a:pt x="1706" y="6205"/>
                      <a:pt x="2513" y="6540"/>
                      <a:pt x="335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79" name="Freeform: Shape 11178">
                <a:extLst>
                  <a:ext uri="{FF2B5EF4-FFF2-40B4-BE49-F238E27FC236}">
                    <a16:creationId xmlns:a16="http://schemas.microsoft.com/office/drawing/2014/main" id="{C8F22F78-517A-3408-D04D-5AAAB76EB00A}"/>
                  </a:ext>
                </a:extLst>
              </p:cNvPr>
              <p:cNvSpPr/>
              <p:nvPr/>
            </p:nvSpPr>
            <p:spPr>
              <a:xfrm>
                <a:off x="8718267" y="5944343"/>
                <a:ext cx="6343" cy="6345"/>
              </a:xfrm>
              <a:custGeom>
                <a:avLst/>
                <a:gdLst>
                  <a:gd name="connsiteX0" fmla="*/ 3354 w 6343"/>
                  <a:gd name="connsiteY0" fmla="*/ 6540 h 6345"/>
                  <a:gd name="connsiteX1" fmla="*/ 5596 w 6343"/>
                  <a:gd name="connsiteY1" fmla="*/ 5610 h 6345"/>
                  <a:gd name="connsiteX2" fmla="*/ 6525 w 6343"/>
                  <a:gd name="connsiteY2" fmla="*/ 3367 h 6345"/>
                  <a:gd name="connsiteX3" fmla="*/ 5596 w 6343"/>
                  <a:gd name="connsiteY3" fmla="*/ 1123 h 6345"/>
                  <a:gd name="connsiteX4" fmla="*/ 3354 w 6343"/>
                  <a:gd name="connsiteY4" fmla="*/ 194 h 6345"/>
                  <a:gd name="connsiteX5" fmla="*/ 1111 w 6343"/>
                  <a:gd name="connsiteY5" fmla="*/ 1123 h 6345"/>
                  <a:gd name="connsiteX6" fmla="*/ 182 w 6343"/>
                  <a:gd name="connsiteY6" fmla="*/ 3367 h 6345"/>
                  <a:gd name="connsiteX7" fmla="*/ 1111 w 6343"/>
                  <a:gd name="connsiteY7" fmla="*/ 5610 h 6345"/>
                  <a:gd name="connsiteX8" fmla="*/ 335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40"/>
                    </a:moveTo>
                    <a:cubicBezTo>
                      <a:pt x="4195" y="6540"/>
                      <a:pt x="5001" y="6205"/>
                      <a:pt x="5596" y="5610"/>
                    </a:cubicBezTo>
                    <a:cubicBezTo>
                      <a:pt x="6191" y="5015"/>
                      <a:pt x="6525" y="4208"/>
                      <a:pt x="6525" y="3367"/>
                    </a:cubicBezTo>
                    <a:cubicBezTo>
                      <a:pt x="6525" y="2526"/>
                      <a:pt x="6191" y="1718"/>
                      <a:pt x="5596" y="1123"/>
                    </a:cubicBezTo>
                    <a:cubicBezTo>
                      <a:pt x="5001" y="529"/>
                      <a:pt x="4195" y="194"/>
                      <a:pt x="3354" y="194"/>
                    </a:cubicBezTo>
                    <a:cubicBezTo>
                      <a:pt x="2512" y="194"/>
                      <a:pt x="1706" y="529"/>
                      <a:pt x="1111" y="1123"/>
                    </a:cubicBezTo>
                    <a:cubicBezTo>
                      <a:pt x="516" y="1718"/>
                      <a:pt x="182" y="2526"/>
                      <a:pt x="182" y="3367"/>
                    </a:cubicBezTo>
                    <a:cubicBezTo>
                      <a:pt x="182" y="4208"/>
                      <a:pt x="516" y="5015"/>
                      <a:pt x="1111" y="5610"/>
                    </a:cubicBezTo>
                    <a:cubicBezTo>
                      <a:pt x="1706" y="6205"/>
                      <a:pt x="2512" y="6540"/>
                      <a:pt x="335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80" name="Freeform: Shape 11179">
                <a:extLst>
                  <a:ext uri="{FF2B5EF4-FFF2-40B4-BE49-F238E27FC236}">
                    <a16:creationId xmlns:a16="http://schemas.microsoft.com/office/drawing/2014/main" id="{4CE1B745-7725-E4AF-9F66-9D6A3961B0B0}"/>
                  </a:ext>
                </a:extLst>
              </p:cNvPr>
              <p:cNvSpPr/>
              <p:nvPr/>
            </p:nvSpPr>
            <p:spPr>
              <a:xfrm>
                <a:off x="8422445" y="6198019"/>
                <a:ext cx="6343" cy="6345"/>
              </a:xfrm>
              <a:custGeom>
                <a:avLst/>
                <a:gdLst>
                  <a:gd name="connsiteX0" fmla="*/ 3330 w 6343"/>
                  <a:gd name="connsiteY0" fmla="*/ 6560 h 6345"/>
                  <a:gd name="connsiteX1" fmla="*/ 5573 w 6343"/>
                  <a:gd name="connsiteY1" fmla="*/ 5630 h 6345"/>
                  <a:gd name="connsiteX2" fmla="*/ 6502 w 6343"/>
                  <a:gd name="connsiteY2" fmla="*/ 3387 h 6345"/>
                  <a:gd name="connsiteX3" fmla="*/ 5573 w 6343"/>
                  <a:gd name="connsiteY3" fmla="*/ 1143 h 6345"/>
                  <a:gd name="connsiteX4" fmla="*/ 3330 w 6343"/>
                  <a:gd name="connsiteY4" fmla="*/ 214 h 6345"/>
                  <a:gd name="connsiteX5" fmla="*/ 1088 w 6343"/>
                  <a:gd name="connsiteY5" fmla="*/ 1143 h 6345"/>
                  <a:gd name="connsiteX6" fmla="*/ 159 w 6343"/>
                  <a:gd name="connsiteY6" fmla="*/ 3387 h 6345"/>
                  <a:gd name="connsiteX7" fmla="*/ 1088 w 6343"/>
                  <a:gd name="connsiteY7" fmla="*/ 5630 h 6345"/>
                  <a:gd name="connsiteX8" fmla="*/ 3330 w 6343"/>
                  <a:gd name="connsiteY8" fmla="*/ 65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560"/>
                    </a:moveTo>
                    <a:cubicBezTo>
                      <a:pt x="4171" y="6560"/>
                      <a:pt x="4978" y="6225"/>
                      <a:pt x="5573" y="5630"/>
                    </a:cubicBezTo>
                    <a:cubicBezTo>
                      <a:pt x="6168" y="5035"/>
                      <a:pt x="6502" y="4228"/>
                      <a:pt x="6502" y="3387"/>
                    </a:cubicBezTo>
                    <a:cubicBezTo>
                      <a:pt x="6502" y="2546"/>
                      <a:pt x="6168" y="1738"/>
                      <a:pt x="5573" y="1143"/>
                    </a:cubicBezTo>
                    <a:cubicBezTo>
                      <a:pt x="4978" y="549"/>
                      <a:pt x="4171" y="214"/>
                      <a:pt x="3330" y="214"/>
                    </a:cubicBezTo>
                    <a:cubicBezTo>
                      <a:pt x="2489" y="214"/>
                      <a:pt x="1682" y="549"/>
                      <a:pt x="1088" y="1143"/>
                    </a:cubicBezTo>
                    <a:cubicBezTo>
                      <a:pt x="493" y="1738"/>
                      <a:pt x="159" y="2546"/>
                      <a:pt x="159" y="3387"/>
                    </a:cubicBezTo>
                    <a:cubicBezTo>
                      <a:pt x="159" y="4228"/>
                      <a:pt x="493" y="5035"/>
                      <a:pt x="1088" y="5630"/>
                    </a:cubicBezTo>
                    <a:cubicBezTo>
                      <a:pt x="1682" y="6225"/>
                      <a:pt x="2489" y="6560"/>
                      <a:pt x="3330" y="65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81" name="Freeform: Shape 11180">
                <a:extLst>
                  <a:ext uri="{FF2B5EF4-FFF2-40B4-BE49-F238E27FC236}">
                    <a16:creationId xmlns:a16="http://schemas.microsoft.com/office/drawing/2014/main" id="{EF0767ED-E5DC-137A-2A70-8DA90AA0DF9C}"/>
                  </a:ext>
                </a:extLst>
              </p:cNvPr>
              <p:cNvSpPr/>
              <p:nvPr/>
            </p:nvSpPr>
            <p:spPr>
              <a:xfrm>
                <a:off x="8413659" y="6194578"/>
                <a:ext cx="6343" cy="6345"/>
              </a:xfrm>
              <a:custGeom>
                <a:avLst/>
                <a:gdLst>
                  <a:gd name="connsiteX0" fmla="*/ 3330 w 6343"/>
                  <a:gd name="connsiteY0" fmla="*/ 6559 h 6345"/>
                  <a:gd name="connsiteX1" fmla="*/ 5572 w 6343"/>
                  <a:gd name="connsiteY1" fmla="*/ 5630 h 6345"/>
                  <a:gd name="connsiteX2" fmla="*/ 6501 w 6343"/>
                  <a:gd name="connsiteY2" fmla="*/ 3387 h 6345"/>
                  <a:gd name="connsiteX3" fmla="*/ 5572 w 6343"/>
                  <a:gd name="connsiteY3" fmla="*/ 1143 h 6345"/>
                  <a:gd name="connsiteX4" fmla="*/ 3330 w 6343"/>
                  <a:gd name="connsiteY4" fmla="*/ 214 h 6345"/>
                  <a:gd name="connsiteX5" fmla="*/ 1087 w 6343"/>
                  <a:gd name="connsiteY5" fmla="*/ 1143 h 6345"/>
                  <a:gd name="connsiteX6" fmla="*/ 158 w 6343"/>
                  <a:gd name="connsiteY6" fmla="*/ 3387 h 6345"/>
                  <a:gd name="connsiteX7" fmla="*/ 1087 w 6343"/>
                  <a:gd name="connsiteY7" fmla="*/ 5630 h 6345"/>
                  <a:gd name="connsiteX8" fmla="*/ 333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0" y="6559"/>
                    </a:moveTo>
                    <a:cubicBezTo>
                      <a:pt x="4171" y="6559"/>
                      <a:pt x="4977" y="6225"/>
                      <a:pt x="5572" y="5630"/>
                    </a:cubicBezTo>
                    <a:cubicBezTo>
                      <a:pt x="6167" y="5035"/>
                      <a:pt x="6501" y="4228"/>
                      <a:pt x="6501" y="3387"/>
                    </a:cubicBezTo>
                    <a:cubicBezTo>
                      <a:pt x="6501" y="2545"/>
                      <a:pt x="6167" y="1738"/>
                      <a:pt x="5572" y="1143"/>
                    </a:cubicBezTo>
                    <a:cubicBezTo>
                      <a:pt x="4977" y="548"/>
                      <a:pt x="4171" y="214"/>
                      <a:pt x="3330" y="214"/>
                    </a:cubicBezTo>
                    <a:cubicBezTo>
                      <a:pt x="2488" y="214"/>
                      <a:pt x="1682" y="548"/>
                      <a:pt x="1087" y="1143"/>
                    </a:cubicBezTo>
                    <a:cubicBezTo>
                      <a:pt x="492" y="1738"/>
                      <a:pt x="158" y="2545"/>
                      <a:pt x="158" y="3387"/>
                    </a:cubicBezTo>
                    <a:cubicBezTo>
                      <a:pt x="158" y="4228"/>
                      <a:pt x="492" y="5035"/>
                      <a:pt x="1087" y="5630"/>
                    </a:cubicBezTo>
                    <a:cubicBezTo>
                      <a:pt x="1682" y="6225"/>
                      <a:pt x="2488" y="6559"/>
                      <a:pt x="333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82" name="Freeform: Shape 11181">
                <a:extLst>
                  <a:ext uri="{FF2B5EF4-FFF2-40B4-BE49-F238E27FC236}">
                    <a16:creationId xmlns:a16="http://schemas.microsoft.com/office/drawing/2014/main" id="{97574793-EED5-E742-BF9F-6148444E8FAC}"/>
                  </a:ext>
                </a:extLst>
              </p:cNvPr>
              <p:cNvSpPr/>
              <p:nvPr/>
            </p:nvSpPr>
            <p:spPr>
              <a:xfrm>
                <a:off x="8402264" y="6193317"/>
                <a:ext cx="6343" cy="6345"/>
              </a:xfrm>
              <a:custGeom>
                <a:avLst/>
                <a:gdLst>
                  <a:gd name="connsiteX0" fmla="*/ 3329 w 6343"/>
                  <a:gd name="connsiteY0" fmla="*/ 6559 h 6345"/>
                  <a:gd name="connsiteX1" fmla="*/ 5571 w 6343"/>
                  <a:gd name="connsiteY1" fmla="*/ 5630 h 6345"/>
                  <a:gd name="connsiteX2" fmla="*/ 6500 w 6343"/>
                  <a:gd name="connsiteY2" fmla="*/ 3387 h 6345"/>
                  <a:gd name="connsiteX3" fmla="*/ 5571 w 6343"/>
                  <a:gd name="connsiteY3" fmla="*/ 1143 h 6345"/>
                  <a:gd name="connsiteX4" fmla="*/ 3329 w 6343"/>
                  <a:gd name="connsiteY4" fmla="*/ 214 h 6345"/>
                  <a:gd name="connsiteX5" fmla="*/ 1086 w 6343"/>
                  <a:gd name="connsiteY5" fmla="*/ 1143 h 6345"/>
                  <a:gd name="connsiteX6" fmla="*/ 157 w 6343"/>
                  <a:gd name="connsiteY6" fmla="*/ 3387 h 6345"/>
                  <a:gd name="connsiteX7" fmla="*/ 1086 w 6343"/>
                  <a:gd name="connsiteY7" fmla="*/ 5630 h 6345"/>
                  <a:gd name="connsiteX8" fmla="*/ 332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559"/>
                    </a:moveTo>
                    <a:cubicBezTo>
                      <a:pt x="4170" y="6559"/>
                      <a:pt x="4977" y="6225"/>
                      <a:pt x="5571" y="5630"/>
                    </a:cubicBezTo>
                    <a:cubicBezTo>
                      <a:pt x="6166" y="5035"/>
                      <a:pt x="6500" y="4228"/>
                      <a:pt x="6500" y="3387"/>
                    </a:cubicBezTo>
                    <a:cubicBezTo>
                      <a:pt x="6500" y="2545"/>
                      <a:pt x="6166" y="1738"/>
                      <a:pt x="5571" y="1143"/>
                    </a:cubicBezTo>
                    <a:cubicBezTo>
                      <a:pt x="4977" y="548"/>
                      <a:pt x="4170" y="214"/>
                      <a:pt x="3329" y="214"/>
                    </a:cubicBezTo>
                    <a:cubicBezTo>
                      <a:pt x="2488" y="214"/>
                      <a:pt x="1681" y="548"/>
                      <a:pt x="1086" y="1143"/>
                    </a:cubicBezTo>
                    <a:cubicBezTo>
                      <a:pt x="491" y="1738"/>
                      <a:pt x="157" y="2545"/>
                      <a:pt x="157" y="3387"/>
                    </a:cubicBezTo>
                    <a:cubicBezTo>
                      <a:pt x="157" y="4228"/>
                      <a:pt x="491" y="5035"/>
                      <a:pt x="1086" y="5630"/>
                    </a:cubicBezTo>
                    <a:cubicBezTo>
                      <a:pt x="1681" y="6225"/>
                      <a:pt x="2488" y="6559"/>
                      <a:pt x="332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83" name="Freeform: Shape 11182">
                <a:extLst>
                  <a:ext uri="{FF2B5EF4-FFF2-40B4-BE49-F238E27FC236}">
                    <a16:creationId xmlns:a16="http://schemas.microsoft.com/office/drawing/2014/main" id="{39CF565E-6AB4-1876-9A03-332CF34C1FF7}"/>
                  </a:ext>
                </a:extLst>
              </p:cNvPr>
              <p:cNvSpPr/>
              <p:nvPr/>
            </p:nvSpPr>
            <p:spPr>
              <a:xfrm>
                <a:off x="8394475" y="6188857"/>
                <a:ext cx="6343" cy="6345"/>
              </a:xfrm>
              <a:custGeom>
                <a:avLst/>
                <a:gdLst>
                  <a:gd name="connsiteX0" fmla="*/ 3328 w 6343"/>
                  <a:gd name="connsiteY0" fmla="*/ 6559 h 6345"/>
                  <a:gd name="connsiteX1" fmla="*/ 5571 w 6343"/>
                  <a:gd name="connsiteY1" fmla="*/ 5630 h 6345"/>
                  <a:gd name="connsiteX2" fmla="*/ 6500 w 6343"/>
                  <a:gd name="connsiteY2" fmla="*/ 3386 h 6345"/>
                  <a:gd name="connsiteX3" fmla="*/ 5571 w 6343"/>
                  <a:gd name="connsiteY3" fmla="*/ 1143 h 6345"/>
                  <a:gd name="connsiteX4" fmla="*/ 3328 w 6343"/>
                  <a:gd name="connsiteY4" fmla="*/ 213 h 6345"/>
                  <a:gd name="connsiteX5" fmla="*/ 1085 w 6343"/>
                  <a:gd name="connsiteY5" fmla="*/ 1143 h 6345"/>
                  <a:gd name="connsiteX6" fmla="*/ 157 w 6343"/>
                  <a:gd name="connsiteY6" fmla="*/ 3386 h 6345"/>
                  <a:gd name="connsiteX7" fmla="*/ 1085 w 6343"/>
                  <a:gd name="connsiteY7" fmla="*/ 5630 h 6345"/>
                  <a:gd name="connsiteX8" fmla="*/ 3328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8" y="6559"/>
                    </a:moveTo>
                    <a:cubicBezTo>
                      <a:pt x="4169" y="6559"/>
                      <a:pt x="4976" y="6225"/>
                      <a:pt x="5571" y="5630"/>
                    </a:cubicBezTo>
                    <a:cubicBezTo>
                      <a:pt x="6165" y="5035"/>
                      <a:pt x="6500" y="4228"/>
                      <a:pt x="6500" y="3386"/>
                    </a:cubicBezTo>
                    <a:cubicBezTo>
                      <a:pt x="6500" y="2545"/>
                      <a:pt x="6165" y="1738"/>
                      <a:pt x="5571" y="1143"/>
                    </a:cubicBezTo>
                    <a:cubicBezTo>
                      <a:pt x="4976" y="548"/>
                      <a:pt x="4169" y="213"/>
                      <a:pt x="3328" y="213"/>
                    </a:cubicBezTo>
                    <a:cubicBezTo>
                      <a:pt x="2487" y="213"/>
                      <a:pt x="1680" y="548"/>
                      <a:pt x="1085" y="1143"/>
                    </a:cubicBezTo>
                    <a:cubicBezTo>
                      <a:pt x="491" y="1738"/>
                      <a:pt x="157" y="2545"/>
                      <a:pt x="157" y="3386"/>
                    </a:cubicBezTo>
                    <a:cubicBezTo>
                      <a:pt x="157" y="4228"/>
                      <a:pt x="491" y="5035"/>
                      <a:pt x="1085" y="5630"/>
                    </a:cubicBezTo>
                    <a:cubicBezTo>
                      <a:pt x="1680" y="6225"/>
                      <a:pt x="2487" y="6559"/>
                      <a:pt x="3328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84" name="Freeform: Shape 11183">
                <a:extLst>
                  <a:ext uri="{FF2B5EF4-FFF2-40B4-BE49-F238E27FC236}">
                    <a16:creationId xmlns:a16="http://schemas.microsoft.com/office/drawing/2014/main" id="{21FFF042-412C-A4A3-3190-CD90C28D2BF3}"/>
                  </a:ext>
                </a:extLst>
              </p:cNvPr>
              <p:cNvSpPr/>
              <p:nvPr/>
            </p:nvSpPr>
            <p:spPr>
              <a:xfrm>
                <a:off x="8733229" y="5892666"/>
                <a:ext cx="6343" cy="6345"/>
              </a:xfrm>
              <a:custGeom>
                <a:avLst/>
                <a:gdLst>
                  <a:gd name="connsiteX0" fmla="*/ 3355 w 6343"/>
                  <a:gd name="connsiteY0" fmla="*/ 6536 h 6345"/>
                  <a:gd name="connsiteX1" fmla="*/ 5597 w 6343"/>
                  <a:gd name="connsiteY1" fmla="*/ 5606 h 6345"/>
                  <a:gd name="connsiteX2" fmla="*/ 6526 w 6343"/>
                  <a:gd name="connsiteY2" fmla="*/ 3363 h 6345"/>
                  <a:gd name="connsiteX3" fmla="*/ 5597 w 6343"/>
                  <a:gd name="connsiteY3" fmla="*/ 1119 h 6345"/>
                  <a:gd name="connsiteX4" fmla="*/ 3355 w 6343"/>
                  <a:gd name="connsiteY4" fmla="*/ 190 h 6345"/>
                  <a:gd name="connsiteX5" fmla="*/ 1112 w 6343"/>
                  <a:gd name="connsiteY5" fmla="*/ 1119 h 6345"/>
                  <a:gd name="connsiteX6" fmla="*/ 183 w 6343"/>
                  <a:gd name="connsiteY6" fmla="*/ 3363 h 6345"/>
                  <a:gd name="connsiteX7" fmla="*/ 1112 w 6343"/>
                  <a:gd name="connsiteY7" fmla="*/ 5606 h 6345"/>
                  <a:gd name="connsiteX8" fmla="*/ 3355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36"/>
                    </a:moveTo>
                    <a:cubicBezTo>
                      <a:pt x="4196" y="6536"/>
                      <a:pt x="5003" y="6201"/>
                      <a:pt x="5597" y="5606"/>
                    </a:cubicBezTo>
                    <a:cubicBezTo>
                      <a:pt x="6192" y="5011"/>
                      <a:pt x="6526" y="4204"/>
                      <a:pt x="6526" y="3363"/>
                    </a:cubicBezTo>
                    <a:cubicBezTo>
                      <a:pt x="6526" y="2521"/>
                      <a:pt x="6192" y="1714"/>
                      <a:pt x="5597" y="1119"/>
                    </a:cubicBezTo>
                    <a:cubicBezTo>
                      <a:pt x="5003" y="524"/>
                      <a:pt x="4196" y="190"/>
                      <a:pt x="3355" y="190"/>
                    </a:cubicBezTo>
                    <a:cubicBezTo>
                      <a:pt x="2514" y="190"/>
                      <a:pt x="1707" y="524"/>
                      <a:pt x="1112" y="1119"/>
                    </a:cubicBezTo>
                    <a:cubicBezTo>
                      <a:pt x="517" y="1714"/>
                      <a:pt x="183" y="2521"/>
                      <a:pt x="183" y="3363"/>
                    </a:cubicBezTo>
                    <a:cubicBezTo>
                      <a:pt x="183" y="4204"/>
                      <a:pt x="517" y="5011"/>
                      <a:pt x="1112" y="5606"/>
                    </a:cubicBezTo>
                    <a:cubicBezTo>
                      <a:pt x="1707" y="6201"/>
                      <a:pt x="2514" y="6536"/>
                      <a:pt x="3355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85" name="Freeform: Shape 11184">
                <a:extLst>
                  <a:ext uri="{FF2B5EF4-FFF2-40B4-BE49-F238E27FC236}">
                    <a16:creationId xmlns:a16="http://schemas.microsoft.com/office/drawing/2014/main" id="{F9FE7C1B-5FDA-86D6-F8E1-2126C3E440E2}"/>
                  </a:ext>
                </a:extLst>
              </p:cNvPr>
              <p:cNvSpPr/>
              <p:nvPr/>
            </p:nvSpPr>
            <p:spPr>
              <a:xfrm>
                <a:off x="8730294" y="5887688"/>
                <a:ext cx="6343" cy="6345"/>
              </a:xfrm>
              <a:custGeom>
                <a:avLst/>
                <a:gdLst>
                  <a:gd name="connsiteX0" fmla="*/ 3355 w 6343"/>
                  <a:gd name="connsiteY0" fmla="*/ 6535 h 6345"/>
                  <a:gd name="connsiteX1" fmla="*/ 5597 w 6343"/>
                  <a:gd name="connsiteY1" fmla="*/ 5606 h 6345"/>
                  <a:gd name="connsiteX2" fmla="*/ 6526 w 6343"/>
                  <a:gd name="connsiteY2" fmla="*/ 3362 h 6345"/>
                  <a:gd name="connsiteX3" fmla="*/ 5597 w 6343"/>
                  <a:gd name="connsiteY3" fmla="*/ 1119 h 6345"/>
                  <a:gd name="connsiteX4" fmla="*/ 3355 w 6343"/>
                  <a:gd name="connsiteY4" fmla="*/ 190 h 6345"/>
                  <a:gd name="connsiteX5" fmla="*/ 1112 w 6343"/>
                  <a:gd name="connsiteY5" fmla="*/ 1119 h 6345"/>
                  <a:gd name="connsiteX6" fmla="*/ 183 w 6343"/>
                  <a:gd name="connsiteY6" fmla="*/ 3362 h 6345"/>
                  <a:gd name="connsiteX7" fmla="*/ 1112 w 6343"/>
                  <a:gd name="connsiteY7" fmla="*/ 5606 h 6345"/>
                  <a:gd name="connsiteX8" fmla="*/ 3355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35"/>
                    </a:moveTo>
                    <a:cubicBezTo>
                      <a:pt x="4196" y="6535"/>
                      <a:pt x="5002" y="6201"/>
                      <a:pt x="5597" y="5606"/>
                    </a:cubicBezTo>
                    <a:cubicBezTo>
                      <a:pt x="6192" y="5011"/>
                      <a:pt x="6526" y="4204"/>
                      <a:pt x="6526" y="3362"/>
                    </a:cubicBezTo>
                    <a:cubicBezTo>
                      <a:pt x="6526" y="2521"/>
                      <a:pt x="6192" y="1714"/>
                      <a:pt x="5597" y="1119"/>
                    </a:cubicBezTo>
                    <a:cubicBezTo>
                      <a:pt x="5002" y="524"/>
                      <a:pt x="4196" y="190"/>
                      <a:pt x="3355" y="190"/>
                    </a:cubicBezTo>
                    <a:cubicBezTo>
                      <a:pt x="2513" y="190"/>
                      <a:pt x="1707" y="524"/>
                      <a:pt x="1112" y="1119"/>
                    </a:cubicBezTo>
                    <a:cubicBezTo>
                      <a:pt x="517" y="1714"/>
                      <a:pt x="183" y="2521"/>
                      <a:pt x="183" y="3362"/>
                    </a:cubicBezTo>
                    <a:cubicBezTo>
                      <a:pt x="183" y="4204"/>
                      <a:pt x="517" y="5011"/>
                      <a:pt x="1112" y="5606"/>
                    </a:cubicBezTo>
                    <a:cubicBezTo>
                      <a:pt x="1707" y="6201"/>
                      <a:pt x="2513" y="6535"/>
                      <a:pt x="3355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86" name="Freeform: Shape 11185">
                <a:extLst>
                  <a:ext uri="{FF2B5EF4-FFF2-40B4-BE49-F238E27FC236}">
                    <a16:creationId xmlns:a16="http://schemas.microsoft.com/office/drawing/2014/main" id="{23910AC8-0633-14BD-6C94-64AF37E5B27D}"/>
                  </a:ext>
                </a:extLst>
              </p:cNvPr>
              <p:cNvSpPr/>
              <p:nvPr/>
            </p:nvSpPr>
            <p:spPr>
              <a:xfrm>
                <a:off x="8726811" y="5883174"/>
                <a:ext cx="6343" cy="6345"/>
              </a:xfrm>
              <a:custGeom>
                <a:avLst/>
                <a:gdLst>
                  <a:gd name="connsiteX0" fmla="*/ 3354 w 6343"/>
                  <a:gd name="connsiteY0" fmla="*/ 6535 h 6345"/>
                  <a:gd name="connsiteX1" fmla="*/ 5597 w 6343"/>
                  <a:gd name="connsiteY1" fmla="*/ 5606 h 6345"/>
                  <a:gd name="connsiteX2" fmla="*/ 6526 w 6343"/>
                  <a:gd name="connsiteY2" fmla="*/ 3362 h 6345"/>
                  <a:gd name="connsiteX3" fmla="*/ 5597 w 6343"/>
                  <a:gd name="connsiteY3" fmla="*/ 1119 h 6345"/>
                  <a:gd name="connsiteX4" fmla="*/ 3354 w 6343"/>
                  <a:gd name="connsiteY4" fmla="*/ 189 h 6345"/>
                  <a:gd name="connsiteX5" fmla="*/ 1112 w 6343"/>
                  <a:gd name="connsiteY5" fmla="*/ 1119 h 6345"/>
                  <a:gd name="connsiteX6" fmla="*/ 183 w 6343"/>
                  <a:gd name="connsiteY6" fmla="*/ 3362 h 6345"/>
                  <a:gd name="connsiteX7" fmla="*/ 1112 w 6343"/>
                  <a:gd name="connsiteY7" fmla="*/ 5606 h 6345"/>
                  <a:gd name="connsiteX8" fmla="*/ 3354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35"/>
                    </a:moveTo>
                    <a:cubicBezTo>
                      <a:pt x="4195" y="6535"/>
                      <a:pt x="5002" y="6201"/>
                      <a:pt x="5597" y="5606"/>
                    </a:cubicBezTo>
                    <a:cubicBezTo>
                      <a:pt x="6192" y="5011"/>
                      <a:pt x="6526" y="4204"/>
                      <a:pt x="6526" y="3362"/>
                    </a:cubicBezTo>
                    <a:cubicBezTo>
                      <a:pt x="6526" y="2521"/>
                      <a:pt x="6192" y="1714"/>
                      <a:pt x="5597" y="1119"/>
                    </a:cubicBezTo>
                    <a:cubicBezTo>
                      <a:pt x="5002" y="524"/>
                      <a:pt x="4195" y="189"/>
                      <a:pt x="3354" y="189"/>
                    </a:cubicBezTo>
                    <a:cubicBezTo>
                      <a:pt x="2513" y="189"/>
                      <a:pt x="1706" y="524"/>
                      <a:pt x="1112" y="1119"/>
                    </a:cubicBezTo>
                    <a:cubicBezTo>
                      <a:pt x="517" y="1714"/>
                      <a:pt x="183" y="2521"/>
                      <a:pt x="183" y="3362"/>
                    </a:cubicBezTo>
                    <a:cubicBezTo>
                      <a:pt x="183" y="4204"/>
                      <a:pt x="517" y="5011"/>
                      <a:pt x="1112" y="5606"/>
                    </a:cubicBezTo>
                    <a:cubicBezTo>
                      <a:pt x="1706" y="6201"/>
                      <a:pt x="2513" y="6535"/>
                      <a:pt x="3354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87" name="Freeform: Shape 11186">
                <a:extLst>
                  <a:ext uri="{FF2B5EF4-FFF2-40B4-BE49-F238E27FC236}">
                    <a16:creationId xmlns:a16="http://schemas.microsoft.com/office/drawing/2014/main" id="{86E10A2B-3C84-6698-C870-151101C9EE04}"/>
                  </a:ext>
                </a:extLst>
              </p:cNvPr>
              <p:cNvSpPr/>
              <p:nvPr/>
            </p:nvSpPr>
            <p:spPr>
              <a:xfrm>
                <a:off x="8717411" y="5883460"/>
                <a:ext cx="6343" cy="6345"/>
              </a:xfrm>
              <a:custGeom>
                <a:avLst/>
                <a:gdLst>
                  <a:gd name="connsiteX0" fmla="*/ 3354 w 6343"/>
                  <a:gd name="connsiteY0" fmla="*/ 6535 h 6345"/>
                  <a:gd name="connsiteX1" fmla="*/ 5596 w 6343"/>
                  <a:gd name="connsiteY1" fmla="*/ 5606 h 6345"/>
                  <a:gd name="connsiteX2" fmla="*/ 6525 w 6343"/>
                  <a:gd name="connsiteY2" fmla="*/ 3362 h 6345"/>
                  <a:gd name="connsiteX3" fmla="*/ 5596 w 6343"/>
                  <a:gd name="connsiteY3" fmla="*/ 1119 h 6345"/>
                  <a:gd name="connsiteX4" fmla="*/ 3354 w 6343"/>
                  <a:gd name="connsiteY4" fmla="*/ 189 h 6345"/>
                  <a:gd name="connsiteX5" fmla="*/ 1111 w 6343"/>
                  <a:gd name="connsiteY5" fmla="*/ 1119 h 6345"/>
                  <a:gd name="connsiteX6" fmla="*/ 182 w 6343"/>
                  <a:gd name="connsiteY6" fmla="*/ 3362 h 6345"/>
                  <a:gd name="connsiteX7" fmla="*/ 1111 w 6343"/>
                  <a:gd name="connsiteY7" fmla="*/ 5606 h 6345"/>
                  <a:gd name="connsiteX8" fmla="*/ 3354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35"/>
                    </a:moveTo>
                    <a:cubicBezTo>
                      <a:pt x="4195" y="6535"/>
                      <a:pt x="5001" y="6201"/>
                      <a:pt x="5596" y="5606"/>
                    </a:cubicBezTo>
                    <a:cubicBezTo>
                      <a:pt x="6191" y="5011"/>
                      <a:pt x="6525" y="4204"/>
                      <a:pt x="6525" y="3362"/>
                    </a:cubicBezTo>
                    <a:cubicBezTo>
                      <a:pt x="6525" y="2521"/>
                      <a:pt x="6191" y="1714"/>
                      <a:pt x="5596" y="1119"/>
                    </a:cubicBezTo>
                    <a:cubicBezTo>
                      <a:pt x="5001" y="524"/>
                      <a:pt x="4195" y="189"/>
                      <a:pt x="3354" y="189"/>
                    </a:cubicBezTo>
                    <a:cubicBezTo>
                      <a:pt x="2512" y="189"/>
                      <a:pt x="1706" y="524"/>
                      <a:pt x="1111" y="1119"/>
                    </a:cubicBezTo>
                    <a:cubicBezTo>
                      <a:pt x="516" y="1714"/>
                      <a:pt x="182" y="2521"/>
                      <a:pt x="182" y="3362"/>
                    </a:cubicBezTo>
                    <a:cubicBezTo>
                      <a:pt x="182" y="4204"/>
                      <a:pt x="516" y="5011"/>
                      <a:pt x="1111" y="5606"/>
                    </a:cubicBezTo>
                    <a:cubicBezTo>
                      <a:pt x="1706" y="6201"/>
                      <a:pt x="2512" y="6535"/>
                      <a:pt x="3354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88" name="Freeform: Shape 11187">
                <a:extLst>
                  <a:ext uri="{FF2B5EF4-FFF2-40B4-BE49-F238E27FC236}">
                    <a16:creationId xmlns:a16="http://schemas.microsoft.com/office/drawing/2014/main" id="{E5A4F37B-B12F-FA7C-7807-B8BD3967BEDC}"/>
                  </a:ext>
                </a:extLst>
              </p:cNvPr>
              <p:cNvSpPr/>
              <p:nvPr/>
            </p:nvSpPr>
            <p:spPr>
              <a:xfrm>
                <a:off x="8321490" y="6193078"/>
                <a:ext cx="6343" cy="6345"/>
              </a:xfrm>
              <a:custGeom>
                <a:avLst/>
                <a:gdLst>
                  <a:gd name="connsiteX0" fmla="*/ 3322 w 6343"/>
                  <a:gd name="connsiteY0" fmla="*/ 6559 h 6345"/>
                  <a:gd name="connsiteX1" fmla="*/ 5565 w 6343"/>
                  <a:gd name="connsiteY1" fmla="*/ 5630 h 6345"/>
                  <a:gd name="connsiteX2" fmla="*/ 6494 w 6343"/>
                  <a:gd name="connsiteY2" fmla="*/ 3387 h 6345"/>
                  <a:gd name="connsiteX3" fmla="*/ 5565 w 6343"/>
                  <a:gd name="connsiteY3" fmla="*/ 1143 h 6345"/>
                  <a:gd name="connsiteX4" fmla="*/ 3322 w 6343"/>
                  <a:gd name="connsiteY4" fmla="*/ 214 h 6345"/>
                  <a:gd name="connsiteX5" fmla="*/ 1080 w 6343"/>
                  <a:gd name="connsiteY5" fmla="*/ 1143 h 6345"/>
                  <a:gd name="connsiteX6" fmla="*/ 151 w 6343"/>
                  <a:gd name="connsiteY6" fmla="*/ 3387 h 6345"/>
                  <a:gd name="connsiteX7" fmla="*/ 1080 w 6343"/>
                  <a:gd name="connsiteY7" fmla="*/ 5630 h 6345"/>
                  <a:gd name="connsiteX8" fmla="*/ 332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2" y="6559"/>
                    </a:moveTo>
                    <a:cubicBezTo>
                      <a:pt x="4163" y="6559"/>
                      <a:pt x="4970" y="6225"/>
                      <a:pt x="5565" y="5630"/>
                    </a:cubicBezTo>
                    <a:cubicBezTo>
                      <a:pt x="6160" y="5035"/>
                      <a:pt x="6494" y="4228"/>
                      <a:pt x="6494" y="3387"/>
                    </a:cubicBezTo>
                    <a:cubicBezTo>
                      <a:pt x="6494" y="2545"/>
                      <a:pt x="6160" y="1738"/>
                      <a:pt x="5565" y="1143"/>
                    </a:cubicBezTo>
                    <a:cubicBezTo>
                      <a:pt x="4970" y="548"/>
                      <a:pt x="4163" y="214"/>
                      <a:pt x="3322" y="214"/>
                    </a:cubicBezTo>
                    <a:cubicBezTo>
                      <a:pt x="2481" y="214"/>
                      <a:pt x="1674" y="548"/>
                      <a:pt x="1080" y="1143"/>
                    </a:cubicBezTo>
                    <a:cubicBezTo>
                      <a:pt x="485" y="1738"/>
                      <a:pt x="151" y="2545"/>
                      <a:pt x="151" y="3387"/>
                    </a:cubicBezTo>
                    <a:cubicBezTo>
                      <a:pt x="151" y="4228"/>
                      <a:pt x="485" y="5035"/>
                      <a:pt x="1080" y="5630"/>
                    </a:cubicBezTo>
                    <a:cubicBezTo>
                      <a:pt x="1674" y="6225"/>
                      <a:pt x="2481" y="6559"/>
                      <a:pt x="332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89" name="Freeform: Shape 11188">
                <a:extLst>
                  <a:ext uri="{FF2B5EF4-FFF2-40B4-BE49-F238E27FC236}">
                    <a16:creationId xmlns:a16="http://schemas.microsoft.com/office/drawing/2014/main" id="{4DC69EA1-0F41-8E9C-CFF0-987E52CF5B92}"/>
                  </a:ext>
                </a:extLst>
              </p:cNvPr>
              <p:cNvSpPr/>
              <p:nvPr/>
            </p:nvSpPr>
            <p:spPr>
              <a:xfrm>
                <a:off x="8313141" y="6188426"/>
                <a:ext cx="6343" cy="6345"/>
              </a:xfrm>
              <a:custGeom>
                <a:avLst/>
                <a:gdLst>
                  <a:gd name="connsiteX0" fmla="*/ 3322 w 6343"/>
                  <a:gd name="connsiteY0" fmla="*/ 6559 h 6345"/>
                  <a:gd name="connsiteX1" fmla="*/ 5564 w 6343"/>
                  <a:gd name="connsiteY1" fmla="*/ 5630 h 6345"/>
                  <a:gd name="connsiteX2" fmla="*/ 6493 w 6343"/>
                  <a:gd name="connsiteY2" fmla="*/ 3386 h 6345"/>
                  <a:gd name="connsiteX3" fmla="*/ 5564 w 6343"/>
                  <a:gd name="connsiteY3" fmla="*/ 1143 h 6345"/>
                  <a:gd name="connsiteX4" fmla="*/ 3322 w 6343"/>
                  <a:gd name="connsiteY4" fmla="*/ 213 h 6345"/>
                  <a:gd name="connsiteX5" fmla="*/ 1079 w 6343"/>
                  <a:gd name="connsiteY5" fmla="*/ 1143 h 6345"/>
                  <a:gd name="connsiteX6" fmla="*/ 150 w 6343"/>
                  <a:gd name="connsiteY6" fmla="*/ 3386 h 6345"/>
                  <a:gd name="connsiteX7" fmla="*/ 1079 w 6343"/>
                  <a:gd name="connsiteY7" fmla="*/ 5630 h 6345"/>
                  <a:gd name="connsiteX8" fmla="*/ 332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2" y="6559"/>
                    </a:moveTo>
                    <a:cubicBezTo>
                      <a:pt x="4163" y="6559"/>
                      <a:pt x="4970" y="6225"/>
                      <a:pt x="5564" y="5630"/>
                    </a:cubicBezTo>
                    <a:cubicBezTo>
                      <a:pt x="6159" y="5035"/>
                      <a:pt x="6493" y="4228"/>
                      <a:pt x="6493" y="3386"/>
                    </a:cubicBezTo>
                    <a:cubicBezTo>
                      <a:pt x="6493" y="2545"/>
                      <a:pt x="6159" y="1738"/>
                      <a:pt x="5564" y="1143"/>
                    </a:cubicBezTo>
                    <a:cubicBezTo>
                      <a:pt x="4970" y="548"/>
                      <a:pt x="4163" y="213"/>
                      <a:pt x="3322" y="213"/>
                    </a:cubicBezTo>
                    <a:cubicBezTo>
                      <a:pt x="2481" y="213"/>
                      <a:pt x="1674" y="548"/>
                      <a:pt x="1079" y="1143"/>
                    </a:cubicBezTo>
                    <a:cubicBezTo>
                      <a:pt x="484" y="1738"/>
                      <a:pt x="150" y="2545"/>
                      <a:pt x="150" y="3386"/>
                    </a:cubicBezTo>
                    <a:cubicBezTo>
                      <a:pt x="150" y="4228"/>
                      <a:pt x="484" y="5035"/>
                      <a:pt x="1079" y="5630"/>
                    </a:cubicBezTo>
                    <a:cubicBezTo>
                      <a:pt x="1674" y="6225"/>
                      <a:pt x="2481" y="6559"/>
                      <a:pt x="332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90" name="Freeform: Shape 11189">
                <a:extLst>
                  <a:ext uri="{FF2B5EF4-FFF2-40B4-BE49-F238E27FC236}">
                    <a16:creationId xmlns:a16="http://schemas.microsoft.com/office/drawing/2014/main" id="{92344D7A-3FB5-8E5A-AD9E-15490E2DE703}"/>
                  </a:ext>
                </a:extLst>
              </p:cNvPr>
              <p:cNvSpPr/>
              <p:nvPr/>
            </p:nvSpPr>
            <p:spPr>
              <a:xfrm>
                <a:off x="8717964" y="5861172"/>
                <a:ext cx="6343" cy="6345"/>
              </a:xfrm>
              <a:custGeom>
                <a:avLst/>
                <a:gdLst>
                  <a:gd name="connsiteX0" fmla="*/ 3354 w 6343"/>
                  <a:gd name="connsiteY0" fmla="*/ 6533 h 6345"/>
                  <a:gd name="connsiteX1" fmla="*/ 5596 w 6343"/>
                  <a:gd name="connsiteY1" fmla="*/ 5604 h 6345"/>
                  <a:gd name="connsiteX2" fmla="*/ 6525 w 6343"/>
                  <a:gd name="connsiteY2" fmla="*/ 3360 h 6345"/>
                  <a:gd name="connsiteX3" fmla="*/ 5596 w 6343"/>
                  <a:gd name="connsiteY3" fmla="*/ 1117 h 6345"/>
                  <a:gd name="connsiteX4" fmla="*/ 3354 w 6343"/>
                  <a:gd name="connsiteY4" fmla="*/ 188 h 6345"/>
                  <a:gd name="connsiteX5" fmla="*/ 1111 w 6343"/>
                  <a:gd name="connsiteY5" fmla="*/ 1117 h 6345"/>
                  <a:gd name="connsiteX6" fmla="*/ 182 w 6343"/>
                  <a:gd name="connsiteY6" fmla="*/ 3360 h 6345"/>
                  <a:gd name="connsiteX7" fmla="*/ 1111 w 6343"/>
                  <a:gd name="connsiteY7" fmla="*/ 5604 h 6345"/>
                  <a:gd name="connsiteX8" fmla="*/ 3354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33"/>
                    </a:moveTo>
                    <a:cubicBezTo>
                      <a:pt x="4195" y="6533"/>
                      <a:pt x="5001" y="6199"/>
                      <a:pt x="5596" y="5604"/>
                    </a:cubicBezTo>
                    <a:cubicBezTo>
                      <a:pt x="6191" y="5009"/>
                      <a:pt x="6525" y="4202"/>
                      <a:pt x="6525" y="3360"/>
                    </a:cubicBezTo>
                    <a:cubicBezTo>
                      <a:pt x="6525" y="2519"/>
                      <a:pt x="6191" y="1712"/>
                      <a:pt x="5596" y="1117"/>
                    </a:cubicBezTo>
                    <a:cubicBezTo>
                      <a:pt x="5001" y="522"/>
                      <a:pt x="4195" y="188"/>
                      <a:pt x="3354" y="188"/>
                    </a:cubicBezTo>
                    <a:cubicBezTo>
                      <a:pt x="2512" y="188"/>
                      <a:pt x="1706" y="522"/>
                      <a:pt x="1111" y="1117"/>
                    </a:cubicBezTo>
                    <a:cubicBezTo>
                      <a:pt x="516" y="1712"/>
                      <a:pt x="182" y="2519"/>
                      <a:pt x="182" y="3360"/>
                    </a:cubicBezTo>
                    <a:cubicBezTo>
                      <a:pt x="182" y="4202"/>
                      <a:pt x="516" y="5009"/>
                      <a:pt x="1111" y="5604"/>
                    </a:cubicBezTo>
                    <a:cubicBezTo>
                      <a:pt x="1706" y="6199"/>
                      <a:pt x="2512" y="6533"/>
                      <a:pt x="3354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91" name="Freeform: Shape 11190">
                <a:extLst>
                  <a:ext uri="{FF2B5EF4-FFF2-40B4-BE49-F238E27FC236}">
                    <a16:creationId xmlns:a16="http://schemas.microsoft.com/office/drawing/2014/main" id="{6C4F9CE4-42A6-0182-874E-04C8CA409DBC}"/>
                  </a:ext>
                </a:extLst>
              </p:cNvPr>
              <p:cNvSpPr/>
              <p:nvPr/>
            </p:nvSpPr>
            <p:spPr>
              <a:xfrm>
                <a:off x="8723294" y="5849923"/>
                <a:ext cx="6343" cy="6345"/>
              </a:xfrm>
              <a:custGeom>
                <a:avLst/>
                <a:gdLst>
                  <a:gd name="connsiteX0" fmla="*/ 3354 w 6343"/>
                  <a:gd name="connsiteY0" fmla="*/ 6532 h 6345"/>
                  <a:gd name="connsiteX1" fmla="*/ 5597 w 6343"/>
                  <a:gd name="connsiteY1" fmla="*/ 5603 h 6345"/>
                  <a:gd name="connsiteX2" fmla="*/ 6526 w 6343"/>
                  <a:gd name="connsiteY2" fmla="*/ 3359 h 6345"/>
                  <a:gd name="connsiteX3" fmla="*/ 5597 w 6343"/>
                  <a:gd name="connsiteY3" fmla="*/ 1116 h 6345"/>
                  <a:gd name="connsiteX4" fmla="*/ 3354 w 6343"/>
                  <a:gd name="connsiteY4" fmla="*/ 187 h 6345"/>
                  <a:gd name="connsiteX5" fmla="*/ 1111 w 6343"/>
                  <a:gd name="connsiteY5" fmla="*/ 1116 h 6345"/>
                  <a:gd name="connsiteX6" fmla="*/ 182 w 6343"/>
                  <a:gd name="connsiteY6" fmla="*/ 3359 h 6345"/>
                  <a:gd name="connsiteX7" fmla="*/ 1111 w 6343"/>
                  <a:gd name="connsiteY7" fmla="*/ 5603 h 6345"/>
                  <a:gd name="connsiteX8" fmla="*/ 3354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32"/>
                    </a:moveTo>
                    <a:cubicBezTo>
                      <a:pt x="4195" y="6532"/>
                      <a:pt x="5002" y="6198"/>
                      <a:pt x="5597" y="5603"/>
                    </a:cubicBezTo>
                    <a:cubicBezTo>
                      <a:pt x="6191" y="5008"/>
                      <a:pt x="6526" y="4201"/>
                      <a:pt x="6526" y="3359"/>
                    </a:cubicBezTo>
                    <a:cubicBezTo>
                      <a:pt x="6526" y="2518"/>
                      <a:pt x="6191" y="1711"/>
                      <a:pt x="5597" y="1116"/>
                    </a:cubicBezTo>
                    <a:cubicBezTo>
                      <a:pt x="5002" y="521"/>
                      <a:pt x="4195" y="187"/>
                      <a:pt x="3354" y="187"/>
                    </a:cubicBezTo>
                    <a:cubicBezTo>
                      <a:pt x="2513" y="187"/>
                      <a:pt x="1706" y="521"/>
                      <a:pt x="1111" y="1116"/>
                    </a:cubicBezTo>
                    <a:cubicBezTo>
                      <a:pt x="517" y="1711"/>
                      <a:pt x="182" y="2518"/>
                      <a:pt x="182" y="3359"/>
                    </a:cubicBezTo>
                    <a:cubicBezTo>
                      <a:pt x="182" y="4201"/>
                      <a:pt x="517" y="5008"/>
                      <a:pt x="1111" y="5603"/>
                    </a:cubicBezTo>
                    <a:cubicBezTo>
                      <a:pt x="1706" y="6198"/>
                      <a:pt x="2513" y="6532"/>
                      <a:pt x="3354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92" name="Freeform: Shape 11191">
                <a:extLst>
                  <a:ext uri="{FF2B5EF4-FFF2-40B4-BE49-F238E27FC236}">
                    <a16:creationId xmlns:a16="http://schemas.microsoft.com/office/drawing/2014/main" id="{E1931313-92CB-0047-9717-3D33D99A1DB1}"/>
                  </a:ext>
                </a:extLst>
              </p:cNvPr>
              <p:cNvSpPr/>
              <p:nvPr/>
            </p:nvSpPr>
            <p:spPr>
              <a:xfrm>
                <a:off x="8720198" y="5845258"/>
                <a:ext cx="6343" cy="6345"/>
              </a:xfrm>
              <a:custGeom>
                <a:avLst/>
                <a:gdLst>
                  <a:gd name="connsiteX0" fmla="*/ 3354 w 6343"/>
                  <a:gd name="connsiteY0" fmla="*/ 6532 h 6345"/>
                  <a:gd name="connsiteX1" fmla="*/ 5596 w 6343"/>
                  <a:gd name="connsiteY1" fmla="*/ 5603 h 6345"/>
                  <a:gd name="connsiteX2" fmla="*/ 6525 w 6343"/>
                  <a:gd name="connsiteY2" fmla="*/ 3359 h 6345"/>
                  <a:gd name="connsiteX3" fmla="*/ 5596 w 6343"/>
                  <a:gd name="connsiteY3" fmla="*/ 1116 h 6345"/>
                  <a:gd name="connsiteX4" fmla="*/ 3354 w 6343"/>
                  <a:gd name="connsiteY4" fmla="*/ 186 h 6345"/>
                  <a:gd name="connsiteX5" fmla="*/ 1111 w 6343"/>
                  <a:gd name="connsiteY5" fmla="*/ 1116 h 6345"/>
                  <a:gd name="connsiteX6" fmla="*/ 182 w 6343"/>
                  <a:gd name="connsiteY6" fmla="*/ 3359 h 6345"/>
                  <a:gd name="connsiteX7" fmla="*/ 1111 w 6343"/>
                  <a:gd name="connsiteY7" fmla="*/ 5603 h 6345"/>
                  <a:gd name="connsiteX8" fmla="*/ 3354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32"/>
                    </a:moveTo>
                    <a:cubicBezTo>
                      <a:pt x="4195" y="6532"/>
                      <a:pt x="5002" y="6198"/>
                      <a:pt x="5596" y="5603"/>
                    </a:cubicBezTo>
                    <a:cubicBezTo>
                      <a:pt x="6191" y="5008"/>
                      <a:pt x="6525" y="4201"/>
                      <a:pt x="6525" y="3359"/>
                    </a:cubicBezTo>
                    <a:cubicBezTo>
                      <a:pt x="6525" y="2518"/>
                      <a:pt x="6191" y="1711"/>
                      <a:pt x="5596" y="1116"/>
                    </a:cubicBezTo>
                    <a:cubicBezTo>
                      <a:pt x="5002" y="521"/>
                      <a:pt x="4195" y="186"/>
                      <a:pt x="3354" y="186"/>
                    </a:cubicBezTo>
                    <a:cubicBezTo>
                      <a:pt x="2513" y="186"/>
                      <a:pt x="1706" y="521"/>
                      <a:pt x="1111" y="1116"/>
                    </a:cubicBezTo>
                    <a:cubicBezTo>
                      <a:pt x="516" y="1711"/>
                      <a:pt x="182" y="2518"/>
                      <a:pt x="182" y="3359"/>
                    </a:cubicBezTo>
                    <a:cubicBezTo>
                      <a:pt x="182" y="4201"/>
                      <a:pt x="516" y="5008"/>
                      <a:pt x="1111" y="5603"/>
                    </a:cubicBezTo>
                    <a:cubicBezTo>
                      <a:pt x="1706" y="6198"/>
                      <a:pt x="2513" y="6532"/>
                      <a:pt x="3354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93" name="Freeform: Shape 11192">
                <a:extLst>
                  <a:ext uri="{FF2B5EF4-FFF2-40B4-BE49-F238E27FC236}">
                    <a16:creationId xmlns:a16="http://schemas.microsoft.com/office/drawing/2014/main" id="{CA5F0ADE-672F-3C14-D145-74465390EEAC}"/>
                  </a:ext>
                </a:extLst>
              </p:cNvPr>
              <p:cNvSpPr/>
              <p:nvPr/>
            </p:nvSpPr>
            <p:spPr>
              <a:xfrm>
                <a:off x="8714272" y="5842725"/>
                <a:ext cx="6343" cy="6345"/>
              </a:xfrm>
              <a:custGeom>
                <a:avLst/>
                <a:gdLst>
                  <a:gd name="connsiteX0" fmla="*/ 3353 w 6343"/>
                  <a:gd name="connsiteY0" fmla="*/ 6532 h 6345"/>
                  <a:gd name="connsiteX1" fmla="*/ 5596 w 6343"/>
                  <a:gd name="connsiteY1" fmla="*/ 5602 h 6345"/>
                  <a:gd name="connsiteX2" fmla="*/ 6525 w 6343"/>
                  <a:gd name="connsiteY2" fmla="*/ 3359 h 6345"/>
                  <a:gd name="connsiteX3" fmla="*/ 5596 w 6343"/>
                  <a:gd name="connsiteY3" fmla="*/ 1115 h 6345"/>
                  <a:gd name="connsiteX4" fmla="*/ 3353 w 6343"/>
                  <a:gd name="connsiteY4" fmla="*/ 186 h 6345"/>
                  <a:gd name="connsiteX5" fmla="*/ 1111 w 6343"/>
                  <a:gd name="connsiteY5" fmla="*/ 1115 h 6345"/>
                  <a:gd name="connsiteX6" fmla="*/ 182 w 6343"/>
                  <a:gd name="connsiteY6" fmla="*/ 3359 h 6345"/>
                  <a:gd name="connsiteX7" fmla="*/ 1111 w 6343"/>
                  <a:gd name="connsiteY7" fmla="*/ 5602 h 6345"/>
                  <a:gd name="connsiteX8" fmla="*/ 3353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32"/>
                    </a:moveTo>
                    <a:cubicBezTo>
                      <a:pt x="4194" y="6532"/>
                      <a:pt x="5001" y="6197"/>
                      <a:pt x="5596" y="5602"/>
                    </a:cubicBezTo>
                    <a:cubicBezTo>
                      <a:pt x="6191" y="5007"/>
                      <a:pt x="6525" y="4200"/>
                      <a:pt x="6525" y="3359"/>
                    </a:cubicBezTo>
                    <a:cubicBezTo>
                      <a:pt x="6525" y="2518"/>
                      <a:pt x="6191" y="1710"/>
                      <a:pt x="5596" y="1115"/>
                    </a:cubicBezTo>
                    <a:cubicBezTo>
                      <a:pt x="5001" y="521"/>
                      <a:pt x="4194" y="186"/>
                      <a:pt x="3353" y="186"/>
                    </a:cubicBezTo>
                    <a:cubicBezTo>
                      <a:pt x="2512" y="186"/>
                      <a:pt x="1705" y="521"/>
                      <a:pt x="1111" y="1115"/>
                    </a:cubicBezTo>
                    <a:cubicBezTo>
                      <a:pt x="516" y="1710"/>
                      <a:pt x="182" y="2518"/>
                      <a:pt x="182" y="3359"/>
                    </a:cubicBezTo>
                    <a:cubicBezTo>
                      <a:pt x="182" y="4200"/>
                      <a:pt x="516" y="5007"/>
                      <a:pt x="1111" y="5602"/>
                    </a:cubicBezTo>
                    <a:cubicBezTo>
                      <a:pt x="1705" y="6197"/>
                      <a:pt x="2512" y="6532"/>
                      <a:pt x="3353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94" name="Freeform: Shape 11193">
                <a:extLst>
                  <a:ext uri="{FF2B5EF4-FFF2-40B4-BE49-F238E27FC236}">
                    <a16:creationId xmlns:a16="http://schemas.microsoft.com/office/drawing/2014/main" id="{8D7D69AF-20E7-559B-6FFA-8A8D2C856F56}"/>
                  </a:ext>
                </a:extLst>
              </p:cNvPr>
              <p:cNvSpPr/>
              <p:nvPr/>
            </p:nvSpPr>
            <p:spPr>
              <a:xfrm>
                <a:off x="8707544" y="5840738"/>
                <a:ext cx="6343" cy="6345"/>
              </a:xfrm>
              <a:custGeom>
                <a:avLst/>
                <a:gdLst>
                  <a:gd name="connsiteX0" fmla="*/ 3353 w 6343"/>
                  <a:gd name="connsiteY0" fmla="*/ 6531 h 6345"/>
                  <a:gd name="connsiteX1" fmla="*/ 5595 w 6343"/>
                  <a:gd name="connsiteY1" fmla="*/ 5602 h 6345"/>
                  <a:gd name="connsiteX2" fmla="*/ 6524 w 6343"/>
                  <a:gd name="connsiteY2" fmla="*/ 3359 h 6345"/>
                  <a:gd name="connsiteX3" fmla="*/ 5595 w 6343"/>
                  <a:gd name="connsiteY3" fmla="*/ 1115 h 6345"/>
                  <a:gd name="connsiteX4" fmla="*/ 3353 w 6343"/>
                  <a:gd name="connsiteY4" fmla="*/ 186 h 6345"/>
                  <a:gd name="connsiteX5" fmla="*/ 1110 w 6343"/>
                  <a:gd name="connsiteY5" fmla="*/ 1115 h 6345"/>
                  <a:gd name="connsiteX6" fmla="*/ 181 w 6343"/>
                  <a:gd name="connsiteY6" fmla="*/ 3359 h 6345"/>
                  <a:gd name="connsiteX7" fmla="*/ 1110 w 6343"/>
                  <a:gd name="connsiteY7" fmla="*/ 5602 h 6345"/>
                  <a:gd name="connsiteX8" fmla="*/ 3353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31"/>
                    </a:moveTo>
                    <a:cubicBezTo>
                      <a:pt x="4194" y="6531"/>
                      <a:pt x="5001" y="6197"/>
                      <a:pt x="5595" y="5602"/>
                    </a:cubicBezTo>
                    <a:cubicBezTo>
                      <a:pt x="6190" y="5007"/>
                      <a:pt x="6524" y="4200"/>
                      <a:pt x="6524" y="3359"/>
                    </a:cubicBezTo>
                    <a:cubicBezTo>
                      <a:pt x="6524" y="2517"/>
                      <a:pt x="6190" y="1710"/>
                      <a:pt x="5595" y="1115"/>
                    </a:cubicBezTo>
                    <a:cubicBezTo>
                      <a:pt x="5001" y="520"/>
                      <a:pt x="4194" y="186"/>
                      <a:pt x="3353" y="186"/>
                    </a:cubicBezTo>
                    <a:cubicBezTo>
                      <a:pt x="2512" y="186"/>
                      <a:pt x="1705" y="520"/>
                      <a:pt x="1110" y="1115"/>
                    </a:cubicBezTo>
                    <a:cubicBezTo>
                      <a:pt x="515" y="1710"/>
                      <a:pt x="181" y="2517"/>
                      <a:pt x="181" y="3359"/>
                    </a:cubicBezTo>
                    <a:cubicBezTo>
                      <a:pt x="181" y="4200"/>
                      <a:pt x="515" y="5007"/>
                      <a:pt x="1110" y="5602"/>
                    </a:cubicBezTo>
                    <a:cubicBezTo>
                      <a:pt x="1705" y="6197"/>
                      <a:pt x="2512" y="6531"/>
                      <a:pt x="3353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95" name="Freeform: Shape 11194">
                <a:extLst>
                  <a:ext uri="{FF2B5EF4-FFF2-40B4-BE49-F238E27FC236}">
                    <a16:creationId xmlns:a16="http://schemas.microsoft.com/office/drawing/2014/main" id="{EA535782-EE96-A5FF-6AAA-17F78C8D9095}"/>
                  </a:ext>
                </a:extLst>
              </p:cNvPr>
              <p:cNvSpPr/>
              <p:nvPr/>
            </p:nvSpPr>
            <p:spPr>
              <a:xfrm>
                <a:off x="8695043" y="5842915"/>
                <a:ext cx="6343" cy="6345"/>
              </a:xfrm>
              <a:custGeom>
                <a:avLst/>
                <a:gdLst>
                  <a:gd name="connsiteX0" fmla="*/ 3352 w 6343"/>
                  <a:gd name="connsiteY0" fmla="*/ 6532 h 6345"/>
                  <a:gd name="connsiteX1" fmla="*/ 5594 w 6343"/>
                  <a:gd name="connsiteY1" fmla="*/ 5602 h 6345"/>
                  <a:gd name="connsiteX2" fmla="*/ 6523 w 6343"/>
                  <a:gd name="connsiteY2" fmla="*/ 3359 h 6345"/>
                  <a:gd name="connsiteX3" fmla="*/ 5594 w 6343"/>
                  <a:gd name="connsiteY3" fmla="*/ 1115 h 6345"/>
                  <a:gd name="connsiteX4" fmla="*/ 3352 w 6343"/>
                  <a:gd name="connsiteY4" fmla="*/ 186 h 6345"/>
                  <a:gd name="connsiteX5" fmla="*/ 1109 w 6343"/>
                  <a:gd name="connsiteY5" fmla="*/ 1115 h 6345"/>
                  <a:gd name="connsiteX6" fmla="*/ 180 w 6343"/>
                  <a:gd name="connsiteY6" fmla="*/ 3359 h 6345"/>
                  <a:gd name="connsiteX7" fmla="*/ 1109 w 6343"/>
                  <a:gd name="connsiteY7" fmla="*/ 5602 h 6345"/>
                  <a:gd name="connsiteX8" fmla="*/ 3352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532"/>
                    </a:moveTo>
                    <a:cubicBezTo>
                      <a:pt x="4193" y="6532"/>
                      <a:pt x="5000" y="6197"/>
                      <a:pt x="5594" y="5602"/>
                    </a:cubicBezTo>
                    <a:cubicBezTo>
                      <a:pt x="6189" y="5007"/>
                      <a:pt x="6523" y="4200"/>
                      <a:pt x="6523" y="3359"/>
                    </a:cubicBezTo>
                    <a:cubicBezTo>
                      <a:pt x="6523" y="2518"/>
                      <a:pt x="6189" y="1710"/>
                      <a:pt x="5594" y="1115"/>
                    </a:cubicBezTo>
                    <a:cubicBezTo>
                      <a:pt x="5000" y="521"/>
                      <a:pt x="4193" y="186"/>
                      <a:pt x="3352" y="186"/>
                    </a:cubicBezTo>
                    <a:cubicBezTo>
                      <a:pt x="2511" y="186"/>
                      <a:pt x="1704" y="521"/>
                      <a:pt x="1109" y="1115"/>
                    </a:cubicBezTo>
                    <a:cubicBezTo>
                      <a:pt x="514" y="1710"/>
                      <a:pt x="180" y="2518"/>
                      <a:pt x="180" y="3359"/>
                    </a:cubicBezTo>
                    <a:cubicBezTo>
                      <a:pt x="180" y="4200"/>
                      <a:pt x="514" y="5007"/>
                      <a:pt x="1109" y="5602"/>
                    </a:cubicBezTo>
                    <a:cubicBezTo>
                      <a:pt x="1704" y="6197"/>
                      <a:pt x="2511" y="6532"/>
                      <a:pt x="3352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96" name="Freeform: Shape 11195">
                <a:extLst>
                  <a:ext uri="{FF2B5EF4-FFF2-40B4-BE49-F238E27FC236}">
                    <a16:creationId xmlns:a16="http://schemas.microsoft.com/office/drawing/2014/main" id="{6288FFEB-9F60-C7C9-85B6-898D77F3B55C}"/>
                  </a:ext>
                </a:extLst>
              </p:cNvPr>
              <p:cNvSpPr/>
              <p:nvPr/>
            </p:nvSpPr>
            <p:spPr>
              <a:xfrm>
                <a:off x="8157576" y="6188879"/>
                <a:ext cx="6343" cy="6345"/>
              </a:xfrm>
              <a:custGeom>
                <a:avLst/>
                <a:gdLst>
                  <a:gd name="connsiteX0" fmla="*/ 3309 w 6343"/>
                  <a:gd name="connsiteY0" fmla="*/ 6559 h 6345"/>
                  <a:gd name="connsiteX1" fmla="*/ 5552 w 6343"/>
                  <a:gd name="connsiteY1" fmla="*/ 5630 h 6345"/>
                  <a:gd name="connsiteX2" fmla="*/ 6481 w 6343"/>
                  <a:gd name="connsiteY2" fmla="*/ 3386 h 6345"/>
                  <a:gd name="connsiteX3" fmla="*/ 5552 w 6343"/>
                  <a:gd name="connsiteY3" fmla="*/ 1143 h 6345"/>
                  <a:gd name="connsiteX4" fmla="*/ 3309 w 6343"/>
                  <a:gd name="connsiteY4" fmla="*/ 213 h 6345"/>
                  <a:gd name="connsiteX5" fmla="*/ 1067 w 6343"/>
                  <a:gd name="connsiteY5" fmla="*/ 1143 h 6345"/>
                  <a:gd name="connsiteX6" fmla="*/ 138 w 6343"/>
                  <a:gd name="connsiteY6" fmla="*/ 3386 h 6345"/>
                  <a:gd name="connsiteX7" fmla="*/ 1067 w 6343"/>
                  <a:gd name="connsiteY7" fmla="*/ 5630 h 6345"/>
                  <a:gd name="connsiteX8" fmla="*/ 330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9" y="6559"/>
                    </a:moveTo>
                    <a:cubicBezTo>
                      <a:pt x="4150" y="6559"/>
                      <a:pt x="4957" y="6225"/>
                      <a:pt x="5552" y="5630"/>
                    </a:cubicBezTo>
                    <a:cubicBezTo>
                      <a:pt x="6147" y="5035"/>
                      <a:pt x="6481" y="4228"/>
                      <a:pt x="6481" y="3386"/>
                    </a:cubicBezTo>
                    <a:cubicBezTo>
                      <a:pt x="6481" y="2545"/>
                      <a:pt x="6147" y="1738"/>
                      <a:pt x="5552" y="1143"/>
                    </a:cubicBezTo>
                    <a:cubicBezTo>
                      <a:pt x="4957" y="548"/>
                      <a:pt x="4150" y="213"/>
                      <a:pt x="3309" y="213"/>
                    </a:cubicBezTo>
                    <a:cubicBezTo>
                      <a:pt x="2468" y="213"/>
                      <a:pt x="1662" y="548"/>
                      <a:pt x="1067" y="1143"/>
                    </a:cubicBezTo>
                    <a:cubicBezTo>
                      <a:pt x="472" y="1738"/>
                      <a:pt x="138" y="2545"/>
                      <a:pt x="138" y="3386"/>
                    </a:cubicBezTo>
                    <a:cubicBezTo>
                      <a:pt x="138" y="4228"/>
                      <a:pt x="472" y="5035"/>
                      <a:pt x="1067" y="5630"/>
                    </a:cubicBezTo>
                    <a:cubicBezTo>
                      <a:pt x="1662" y="6225"/>
                      <a:pt x="2468" y="6559"/>
                      <a:pt x="330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97" name="Freeform: Shape 11196">
                <a:extLst>
                  <a:ext uri="{FF2B5EF4-FFF2-40B4-BE49-F238E27FC236}">
                    <a16:creationId xmlns:a16="http://schemas.microsoft.com/office/drawing/2014/main" id="{F4169862-52FB-E257-4773-B1F6A5D7DBCC}"/>
                  </a:ext>
                </a:extLst>
              </p:cNvPr>
              <p:cNvSpPr/>
              <p:nvPr/>
            </p:nvSpPr>
            <p:spPr>
              <a:xfrm>
                <a:off x="8140731" y="6188774"/>
                <a:ext cx="6343" cy="6345"/>
              </a:xfrm>
              <a:custGeom>
                <a:avLst/>
                <a:gdLst>
                  <a:gd name="connsiteX0" fmla="*/ 3308 w 6343"/>
                  <a:gd name="connsiteY0" fmla="*/ 6559 h 6345"/>
                  <a:gd name="connsiteX1" fmla="*/ 5551 w 6343"/>
                  <a:gd name="connsiteY1" fmla="*/ 5630 h 6345"/>
                  <a:gd name="connsiteX2" fmla="*/ 6480 w 6343"/>
                  <a:gd name="connsiteY2" fmla="*/ 3386 h 6345"/>
                  <a:gd name="connsiteX3" fmla="*/ 5551 w 6343"/>
                  <a:gd name="connsiteY3" fmla="*/ 1143 h 6345"/>
                  <a:gd name="connsiteX4" fmla="*/ 3308 w 6343"/>
                  <a:gd name="connsiteY4" fmla="*/ 213 h 6345"/>
                  <a:gd name="connsiteX5" fmla="*/ 1065 w 6343"/>
                  <a:gd name="connsiteY5" fmla="*/ 1143 h 6345"/>
                  <a:gd name="connsiteX6" fmla="*/ 137 w 6343"/>
                  <a:gd name="connsiteY6" fmla="*/ 3386 h 6345"/>
                  <a:gd name="connsiteX7" fmla="*/ 1065 w 6343"/>
                  <a:gd name="connsiteY7" fmla="*/ 5630 h 6345"/>
                  <a:gd name="connsiteX8" fmla="*/ 3308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08" y="6559"/>
                    </a:moveTo>
                    <a:cubicBezTo>
                      <a:pt x="4149" y="6559"/>
                      <a:pt x="4956" y="6225"/>
                      <a:pt x="5551" y="5630"/>
                    </a:cubicBezTo>
                    <a:cubicBezTo>
                      <a:pt x="6145" y="5035"/>
                      <a:pt x="6480" y="4228"/>
                      <a:pt x="6480" y="3386"/>
                    </a:cubicBezTo>
                    <a:cubicBezTo>
                      <a:pt x="6480" y="2545"/>
                      <a:pt x="6145" y="1738"/>
                      <a:pt x="5551" y="1143"/>
                    </a:cubicBezTo>
                    <a:cubicBezTo>
                      <a:pt x="4956" y="548"/>
                      <a:pt x="4149" y="213"/>
                      <a:pt x="3308" y="213"/>
                    </a:cubicBezTo>
                    <a:cubicBezTo>
                      <a:pt x="2467" y="213"/>
                      <a:pt x="1660" y="548"/>
                      <a:pt x="1065" y="1143"/>
                    </a:cubicBezTo>
                    <a:cubicBezTo>
                      <a:pt x="471" y="1738"/>
                      <a:pt x="137" y="2545"/>
                      <a:pt x="137" y="3386"/>
                    </a:cubicBezTo>
                    <a:cubicBezTo>
                      <a:pt x="137" y="4228"/>
                      <a:pt x="471" y="5035"/>
                      <a:pt x="1065" y="5630"/>
                    </a:cubicBezTo>
                    <a:cubicBezTo>
                      <a:pt x="1660" y="6225"/>
                      <a:pt x="2467" y="6559"/>
                      <a:pt x="3308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98" name="Freeform: Shape 11197">
                <a:extLst>
                  <a:ext uri="{FF2B5EF4-FFF2-40B4-BE49-F238E27FC236}">
                    <a16:creationId xmlns:a16="http://schemas.microsoft.com/office/drawing/2014/main" id="{4768E2D6-18F4-744C-E632-0BFC0E778197}"/>
                  </a:ext>
                </a:extLst>
              </p:cNvPr>
              <p:cNvSpPr/>
              <p:nvPr/>
            </p:nvSpPr>
            <p:spPr>
              <a:xfrm>
                <a:off x="8213157" y="6073994"/>
                <a:ext cx="6343" cy="6345"/>
              </a:xfrm>
              <a:custGeom>
                <a:avLst/>
                <a:gdLst>
                  <a:gd name="connsiteX0" fmla="*/ 3314 w 6343"/>
                  <a:gd name="connsiteY0" fmla="*/ 6550 h 6345"/>
                  <a:gd name="connsiteX1" fmla="*/ 5556 w 6343"/>
                  <a:gd name="connsiteY1" fmla="*/ 5621 h 6345"/>
                  <a:gd name="connsiteX2" fmla="*/ 6485 w 6343"/>
                  <a:gd name="connsiteY2" fmla="*/ 3377 h 6345"/>
                  <a:gd name="connsiteX3" fmla="*/ 5556 w 6343"/>
                  <a:gd name="connsiteY3" fmla="*/ 1134 h 6345"/>
                  <a:gd name="connsiteX4" fmla="*/ 3314 w 6343"/>
                  <a:gd name="connsiteY4" fmla="*/ 204 h 6345"/>
                  <a:gd name="connsiteX5" fmla="*/ 1071 w 6343"/>
                  <a:gd name="connsiteY5" fmla="*/ 1134 h 6345"/>
                  <a:gd name="connsiteX6" fmla="*/ 142 w 6343"/>
                  <a:gd name="connsiteY6" fmla="*/ 3377 h 6345"/>
                  <a:gd name="connsiteX7" fmla="*/ 1071 w 6343"/>
                  <a:gd name="connsiteY7" fmla="*/ 5621 h 6345"/>
                  <a:gd name="connsiteX8" fmla="*/ 3314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4" y="6550"/>
                    </a:moveTo>
                    <a:cubicBezTo>
                      <a:pt x="4155" y="6550"/>
                      <a:pt x="4962" y="6216"/>
                      <a:pt x="5556" y="5621"/>
                    </a:cubicBezTo>
                    <a:cubicBezTo>
                      <a:pt x="6151" y="5026"/>
                      <a:pt x="6485" y="4219"/>
                      <a:pt x="6485" y="3377"/>
                    </a:cubicBezTo>
                    <a:cubicBezTo>
                      <a:pt x="6485" y="2536"/>
                      <a:pt x="6151" y="1729"/>
                      <a:pt x="5556" y="1134"/>
                    </a:cubicBezTo>
                    <a:cubicBezTo>
                      <a:pt x="4962" y="539"/>
                      <a:pt x="4155" y="204"/>
                      <a:pt x="3314" y="204"/>
                    </a:cubicBezTo>
                    <a:cubicBezTo>
                      <a:pt x="2473" y="204"/>
                      <a:pt x="1666" y="539"/>
                      <a:pt x="1071" y="1134"/>
                    </a:cubicBezTo>
                    <a:cubicBezTo>
                      <a:pt x="476" y="1729"/>
                      <a:pt x="142" y="2536"/>
                      <a:pt x="142" y="3377"/>
                    </a:cubicBezTo>
                    <a:cubicBezTo>
                      <a:pt x="142" y="4219"/>
                      <a:pt x="476" y="5026"/>
                      <a:pt x="1071" y="5621"/>
                    </a:cubicBezTo>
                    <a:cubicBezTo>
                      <a:pt x="1666" y="6216"/>
                      <a:pt x="2473" y="6550"/>
                      <a:pt x="3314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199" name="Freeform: Shape 11198">
                <a:extLst>
                  <a:ext uri="{FF2B5EF4-FFF2-40B4-BE49-F238E27FC236}">
                    <a16:creationId xmlns:a16="http://schemas.microsoft.com/office/drawing/2014/main" id="{28A42D2E-D4C5-1057-6A94-59E06409F27C}"/>
                  </a:ext>
                </a:extLst>
              </p:cNvPr>
              <p:cNvSpPr/>
              <p:nvPr/>
            </p:nvSpPr>
            <p:spPr>
              <a:xfrm>
                <a:off x="8200744" y="6060631"/>
                <a:ext cx="6343" cy="6345"/>
              </a:xfrm>
              <a:custGeom>
                <a:avLst/>
                <a:gdLst>
                  <a:gd name="connsiteX0" fmla="*/ 3313 w 6343"/>
                  <a:gd name="connsiteY0" fmla="*/ 6549 h 6345"/>
                  <a:gd name="connsiteX1" fmla="*/ 5555 w 6343"/>
                  <a:gd name="connsiteY1" fmla="*/ 5620 h 6345"/>
                  <a:gd name="connsiteX2" fmla="*/ 6484 w 6343"/>
                  <a:gd name="connsiteY2" fmla="*/ 3376 h 6345"/>
                  <a:gd name="connsiteX3" fmla="*/ 5555 w 6343"/>
                  <a:gd name="connsiteY3" fmla="*/ 1133 h 6345"/>
                  <a:gd name="connsiteX4" fmla="*/ 3313 w 6343"/>
                  <a:gd name="connsiteY4" fmla="*/ 203 h 6345"/>
                  <a:gd name="connsiteX5" fmla="*/ 1070 w 6343"/>
                  <a:gd name="connsiteY5" fmla="*/ 1133 h 6345"/>
                  <a:gd name="connsiteX6" fmla="*/ 141 w 6343"/>
                  <a:gd name="connsiteY6" fmla="*/ 3376 h 6345"/>
                  <a:gd name="connsiteX7" fmla="*/ 1070 w 6343"/>
                  <a:gd name="connsiteY7" fmla="*/ 5620 h 6345"/>
                  <a:gd name="connsiteX8" fmla="*/ 3313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13" y="6549"/>
                    </a:moveTo>
                    <a:cubicBezTo>
                      <a:pt x="4154" y="6549"/>
                      <a:pt x="4961" y="6214"/>
                      <a:pt x="5555" y="5620"/>
                    </a:cubicBezTo>
                    <a:cubicBezTo>
                      <a:pt x="6150" y="5025"/>
                      <a:pt x="6484" y="4218"/>
                      <a:pt x="6484" y="3376"/>
                    </a:cubicBezTo>
                    <a:cubicBezTo>
                      <a:pt x="6484" y="2535"/>
                      <a:pt x="6150" y="1728"/>
                      <a:pt x="5555" y="1133"/>
                    </a:cubicBezTo>
                    <a:cubicBezTo>
                      <a:pt x="4961" y="538"/>
                      <a:pt x="4154" y="203"/>
                      <a:pt x="3313" y="203"/>
                    </a:cubicBezTo>
                    <a:cubicBezTo>
                      <a:pt x="2472" y="203"/>
                      <a:pt x="1665" y="538"/>
                      <a:pt x="1070" y="1133"/>
                    </a:cubicBezTo>
                    <a:cubicBezTo>
                      <a:pt x="475" y="1728"/>
                      <a:pt x="141" y="2535"/>
                      <a:pt x="141" y="3376"/>
                    </a:cubicBezTo>
                    <a:cubicBezTo>
                      <a:pt x="141" y="4218"/>
                      <a:pt x="475" y="5025"/>
                      <a:pt x="1070" y="5620"/>
                    </a:cubicBezTo>
                    <a:cubicBezTo>
                      <a:pt x="1665" y="6214"/>
                      <a:pt x="2472" y="6549"/>
                      <a:pt x="3313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00" name="Freeform: Shape 11199">
                <a:extLst>
                  <a:ext uri="{FF2B5EF4-FFF2-40B4-BE49-F238E27FC236}">
                    <a16:creationId xmlns:a16="http://schemas.microsoft.com/office/drawing/2014/main" id="{8C9ACB79-2705-F743-6EFB-60D40199EF6F}"/>
                  </a:ext>
                </a:extLst>
              </p:cNvPr>
              <p:cNvSpPr/>
              <p:nvPr/>
            </p:nvSpPr>
            <p:spPr>
              <a:xfrm>
                <a:off x="8670134" y="5764778"/>
                <a:ext cx="6343" cy="6345"/>
              </a:xfrm>
              <a:custGeom>
                <a:avLst/>
                <a:gdLst>
                  <a:gd name="connsiteX0" fmla="*/ 3350 w 6343"/>
                  <a:gd name="connsiteY0" fmla="*/ 6525 h 6345"/>
                  <a:gd name="connsiteX1" fmla="*/ 5592 w 6343"/>
                  <a:gd name="connsiteY1" fmla="*/ 5596 h 6345"/>
                  <a:gd name="connsiteX2" fmla="*/ 6521 w 6343"/>
                  <a:gd name="connsiteY2" fmla="*/ 3353 h 6345"/>
                  <a:gd name="connsiteX3" fmla="*/ 5592 w 6343"/>
                  <a:gd name="connsiteY3" fmla="*/ 1109 h 6345"/>
                  <a:gd name="connsiteX4" fmla="*/ 3350 w 6343"/>
                  <a:gd name="connsiteY4" fmla="*/ 180 h 6345"/>
                  <a:gd name="connsiteX5" fmla="*/ 1107 w 6343"/>
                  <a:gd name="connsiteY5" fmla="*/ 1109 h 6345"/>
                  <a:gd name="connsiteX6" fmla="*/ 178 w 6343"/>
                  <a:gd name="connsiteY6" fmla="*/ 3353 h 6345"/>
                  <a:gd name="connsiteX7" fmla="*/ 1107 w 6343"/>
                  <a:gd name="connsiteY7" fmla="*/ 5596 h 6345"/>
                  <a:gd name="connsiteX8" fmla="*/ 335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25"/>
                    </a:moveTo>
                    <a:cubicBezTo>
                      <a:pt x="4191" y="6525"/>
                      <a:pt x="4998" y="6191"/>
                      <a:pt x="5592" y="5596"/>
                    </a:cubicBezTo>
                    <a:cubicBezTo>
                      <a:pt x="6187" y="5001"/>
                      <a:pt x="6521" y="4194"/>
                      <a:pt x="6521" y="3353"/>
                    </a:cubicBezTo>
                    <a:cubicBezTo>
                      <a:pt x="6521" y="2511"/>
                      <a:pt x="6187" y="1704"/>
                      <a:pt x="5592" y="1109"/>
                    </a:cubicBezTo>
                    <a:cubicBezTo>
                      <a:pt x="4998" y="514"/>
                      <a:pt x="4191" y="180"/>
                      <a:pt x="3350" y="180"/>
                    </a:cubicBezTo>
                    <a:cubicBezTo>
                      <a:pt x="2509" y="180"/>
                      <a:pt x="1702" y="514"/>
                      <a:pt x="1107" y="1109"/>
                    </a:cubicBezTo>
                    <a:cubicBezTo>
                      <a:pt x="512" y="1704"/>
                      <a:pt x="178" y="2511"/>
                      <a:pt x="178" y="3353"/>
                    </a:cubicBezTo>
                    <a:cubicBezTo>
                      <a:pt x="178" y="4194"/>
                      <a:pt x="512" y="5001"/>
                      <a:pt x="1107" y="5596"/>
                    </a:cubicBezTo>
                    <a:cubicBezTo>
                      <a:pt x="1702" y="6191"/>
                      <a:pt x="2509" y="6525"/>
                      <a:pt x="335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01" name="Freeform: Shape 11200">
                <a:extLst>
                  <a:ext uri="{FF2B5EF4-FFF2-40B4-BE49-F238E27FC236}">
                    <a16:creationId xmlns:a16="http://schemas.microsoft.com/office/drawing/2014/main" id="{72FACA09-7319-8CEF-7BA2-B24C96FBBC23}"/>
                  </a:ext>
                </a:extLst>
              </p:cNvPr>
              <p:cNvSpPr/>
              <p:nvPr/>
            </p:nvSpPr>
            <p:spPr>
              <a:xfrm>
                <a:off x="8668499" y="5759275"/>
                <a:ext cx="6343" cy="6345"/>
              </a:xfrm>
              <a:custGeom>
                <a:avLst/>
                <a:gdLst>
                  <a:gd name="connsiteX0" fmla="*/ 3350 w 6343"/>
                  <a:gd name="connsiteY0" fmla="*/ 6525 h 6345"/>
                  <a:gd name="connsiteX1" fmla="*/ 5592 w 6343"/>
                  <a:gd name="connsiteY1" fmla="*/ 5596 h 6345"/>
                  <a:gd name="connsiteX2" fmla="*/ 6521 w 6343"/>
                  <a:gd name="connsiteY2" fmla="*/ 3352 h 6345"/>
                  <a:gd name="connsiteX3" fmla="*/ 5592 w 6343"/>
                  <a:gd name="connsiteY3" fmla="*/ 1109 h 6345"/>
                  <a:gd name="connsiteX4" fmla="*/ 3350 w 6343"/>
                  <a:gd name="connsiteY4" fmla="*/ 180 h 6345"/>
                  <a:gd name="connsiteX5" fmla="*/ 1107 w 6343"/>
                  <a:gd name="connsiteY5" fmla="*/ 1109 h 6345"/>
                  <a:gd name="connsiteX6" fmla="*/ 178 w 6343"/>
                  <a:gd name="connsiteY6" fmla="*/ 3352 h 6345"/>
                  <a:gd name="connsiteX7" fmla="*/ 1107 w 6343"/>
                  <a:gd name="connsiteY7" fmla="*/ 5596 h 6345"/>
                  <a:gd name="connsiteX8" fmla="*/ 335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25"/>
                    </a:moveTo>
                    <a:cubicBezTo>
                      <a:pt x="4191" y="6525"/>
                      <a:pt x="4998" y="6191"/>
                      <a:pt x="5592" y="5596"/>
                    </a:cubicBezTo>
                    <a:cubicBezTo>
                      <a:pt x="6187" y="5001"/>
                      <a:pt x="6521" y="4194"/>
                      <a:pt x="6521" y="3352"/>
                    </a:cubicBezTo>
                    <a:cubicBezTo>
                      <a:pt x="6521" y="2511"/>
                      <a:pt x="6187" y="1704"/>
                      <a:pt x="5592" y="1109"/>
                    </a:cubicBezTo>
                    <a:cubicBezTo>
                      <a:pt x="4998" y="514"/>
                      <a:pt x="4191" y="180"/>
                      <a:pt x="3350" y="180"/>
                    </a:cubicBezTo>
                    <a:cubicBezTo>
                      <a:pt x="2509" y="180"/>
                      <a:pt x="1702" y="514"/>
                      <a:pt x="1107" y="1109"/>
                    </a:cubicBezTo>
                    <a:cubicBezTo>
                      <a:pt x="512" y="1704"/>
                      <a:pt x="178" y="2511"/>
                      <a:pt x="178" y="3352"/>
                    </a:cubicBezTo>
                    <a:cubicBezTo>
                      <a:pt x="178" y="4194"/>
                      <a:pt x="512" y="5001"/>
                      <a:pt x="1107" y="5596"/>
                    </a:cubicBezTo>
                    <a:cubicBezTo>
                      <a:pt x="1702" y="6191"/>
                      <a:pt x="2509" y="6525"/>
                      <a:pt x="335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02" name="Freeform: Shape 11201">
                <a:extLst>
                  <a:ext uri="{FF2B5EF4-FFF2-40B4-BE49-F238E27FC236}">
                    <a16:creationId xmlns:a16="http://schemas.microsoft.com/office/drawing/2014/main" id="{20424B7D-9BEE-C602-B783-7AD297F1210D}"/>
                  </a:ext>
                </a:extLst>
              </p:cNvPr>
              <p:cNvSpPr/>
              <p:nvPr/>
            </p:nvSpPr>
            <p:spPr>
              <a:xfrm>
                <a:off x="8744349" y="5620028"/>
                <a:ext cx="6343" cy="6345"/>
              </a:xfrm>
              <a:custGeom>
                <a:avLst/>
                <a:gdLst>
                  <a:gd name="connsiteX0" fmla="*/ 3356 w 6343"/>
                  <a:gd name="connsiteY0" fmla="*/ 6514 h 6345"/>
                  <a:gd name="connsiteX1" fmla="*/ 5598 w 6343"/>
                  <a:gd name="connsiteY1" fmla="*/ 5585 h 6345"/>
                  <a:gd name="connsiteX2" fmla="*/ 6527 w 6343"/>
                  <a:gd name="connsiteY2" fmla="*/ 3341 h 6345"/>
                  <a:gd name="connsiteX3" fmla="*/ 5598 w 6343"/>
                  <a:gd name="connsiteY3" fmla="*/ 1098 h 6345"/>
                  <a:gd name="connsiteX4" fmla="*/ 3356 w 6343"/>
                  <a:gd name="connsiteY4" fmla="*/ 169 h 6345"/>
                  <a:gd name="connsiteX5" fmla="*/ 1113 w 6343"/>
                  <a:gd name="connsiteY5" fmla="*/ 1098 h 6345"/>
                  <a:gd name="connsiteX6" fmla="*/ 184 w 6343"/>
                  <a:gd name="connsiteY6" fmla="*/ 3341 h 6345"/>
                  <a:gd name="connsiteX7" fmla="*/ 1113 w 6343"/>
                  <a:gd name="connsiteY7" fmla="*/ 5585 h 6345"/>
                  <a:gd name="connsiteX8" fmla="*/ 3356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514"/>
                    </a:moveTo>
                    <a:cubicBezTo>
                      <a:pt x="4197" y="6514"/>
                      <a:pt x="5004" y="6180"/>
                      <a:pt x="5598" y="5585"/>
                    </a:cubicBezTo>
                    <a:cubicBezTo>
                      <a:pt x="6193" y="4990"/>
                      <a:pt x="6527" y="4183"/>
                      <a:pt x="6527" y="3341"/>
                    </a:cubicBezTo>
                    <a:cubicBezTo>
                      <a:pt x="6527" y="2500"/>
                      <a:pt x="6193" y="1693"/>
                      <a:pt x="5598" y="1098"/>
                    </a:cubicBezTo>
                    <a:cubicBezTo>
                      <a:pt x="5004" y="503"/>
                      <a:pt x="4197" y="169"/>
                      <a:pt x="3356" y="169"/>
                    </a:cubicBezTo>
                    <a:cubicBezTo>
                      <a:pt x="2515" y="169"/>
                      <a:pt x="1708" y="503"/>
                      <a:pt x="1113" y="1098"/>
                    </a:cubicBezTo>
                    <a:cubicBezTo>
                      <a:pt x="518" y="1693"/>
                      <a:pt x="184" y="2500"/>
                      <a:pt x="184" y="3341"/>
                    </a:cubicBezTo>
                    <a:cubicBezTo>
                      <a:pt x="184" y="4183"/>
                      <a:pt x="518" y="4990"/>
                      <a:pt x="1113" y="5585"/>
                    </a:cubicBezTo>
                    <a:cubicBezTo>
                      <a:pt x="1708" y="6180"/>
                      <a:pt x="2515" y="6514"/>
                      <a:pt x="3356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03" name="Freeform: Shape 11202">
                <a:extLst>
                  <a:ext uri="{FF2B5EF4-FFF2-40B4-BE49-F238E27FC236}">
                    <a16:creationId xmlns:a16="http://schemas.microsoft.com/office/drawing/2014/main" id="{E3AEDAA2-EC2D-C885-ADB5-30C5BEA35C92}"/>
                  </a:ext>
                </a:extLst>
              </p:cNvPr>
              <p:cNvSpPr/>
              <p:nvPr/>
            </p:nvSpPr>
            <p:spPr>
              <a:xfrm>
                <a:off x="8738028" y="5617711"/>
                <a:ext cx="6343" cy="6345"/>
              </a:xfrm>
              <a:custGeom>
                <a:avLst/>
                <a:gdLst>
                  <a:gd name="connsiteX0" fmla="*/ 3355 w 6343"/>
                  <a:gd name="connsiteY0" fmla="*/ 6514 h 6345"/>
                  <a:gd name="connsiteX1" fmla="*/ 5598 w 6343"/>
                  <a:gd name="connsiteY1" fmla="*/ 5585 h 6345"/>
                  <a:gd name="connsiteX2" fmla="*/ 6527 w 6343"/>
                  <a:gd name="connsiteY2" fmla="*/ 3341 h 6345"/>
                  <a:gd name="connsiteX3" fmla="*/ 5598 w 6343"/>
                  <a:gd name="connsiteY3" fmla="*/ 1098 h 6345"/>
                  <a:gd name="connsiteX4" fmla="*/ 3355 w 6343"/>
                  <a:gd name="connsiteY4" fmla="*/ 168 h 6345"/>
                  <a:gd name="connsiteX5" fmla="*/ 1113 w 6343"/>
                  <a:gd name="connsiteY5" fmla="*/ 1098 h 6345"/>
                  <a:gd name="connsiteX6" fmla="*/ 184 w 6343"/>
                  <a:gd name="connsiteY6" fmla="*/ 3341 h 6345"/>
                  <a:gd name="connsiteX7" fmla="*/ 1113 w 6343"/>
                  <a:gd name="connsiteY7" fmla="*/ 5585 h 6345"/>
                  <a:gd name="connsiteX8" fmla="*/ 3355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14"/>
                    </a:moveTo>
                    <a:cubicBezTo>
                      <a:pt x="4196" y="6514"/>
                      <a:pt x="5003" y="6180"/>
                      <a:pt x="5598" y="5585"/>
                    </a:cubicBezTo>
                    <a:cubicBezTo>
                      <a:pt x="6193" y="4990"/>
                      <a:pt x="6527" y="4183"/>
                      <a:pt x="6527" y="3341"/>
                    </a:cubicBezTo>
                    <a:cubicBezTo>
                      <a:pt x="6527" y="2500"/>
                      <a:pt x="6193" y="1693"/>
                      <a:pt x="5598" y="1098"/>
                    </a:cubicBezTo>
                    <a:cubicBezTo>
                      <a:pt x="5003" y="503"/>
                      <a:pt x="4196" y="168"/>
                      <a:pt x="3355" y="168"/>
                    </a:cubicBezTo>
                    <a:cubicBezTo>
                      <a:pt x="2514" y="168"/>
                      <a:pt x="1707" y="503"/>
                      <a:pt x="1113" y="1098"/>
                    </a:cubicBezTo>
                    <a:cubicBezTo>
                      <a:pt x="518" y="1693"/>
                      <a:pt x="184" y="2500"/>
                      <a:pt x="184" y="3341"/>
                    </a:cubicBezTo>
                    <a:cubicBezTo>
                      <a:pt x="184" y="4183"/>
                      <a:pt x="518" y="4990"/>
                      <a:pt x="1113" y="5585"/>
                    </a:cubicBezTo>
                    <a:cubicBezTo>
                      <a:pt x="1707" y="6180"/>
                      <a:pt x="2514" y="6514"/>
                      <a:pt x="3355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04" name="Freeform: Shape 11203">
                <a:extLst>
                  <a:ext uri="{FF2B5EF4-FFF2-40B4-BE49-F238E27FC236}">
                    <a16:creationId xmlns:a16="http://schemas.microsoft.com/office/drawing/2014/main" id="{A7EB76C8-60E7-80FF-EF17-BBAF5E460D80}"/>
                  </a:ext>
                </a:extLst>
              </p:cNvPr>
              <p:cNvSpPr/>
              <p:nvPr/>
            </p:nvSpPr>
            <p:spPr>
              <a:xfrm>
                <a:off x="8710252" y="5619595"/>
                <a:ext cx="6343" cy="6345"/>
              </a:xfrm>
              <a:custGeom>
                <a:avLst/>
                <a:gdLst>
                  <a:gd name="connsiteX0" fmla="*/ 3353 w 6343"/>
                  <a:gd name="connsiteY0" fmla="*/ 6514 h 6345"/>
                  <a:gd name="connsiteX1" fmla="*/ 5596 w 6343"/>
                  <a:gd name="connsiteY1" fmla="*/ 5585 h 6345"/>
                  <a:gd name="connsiteX2" fmla="*/ 6525 w 6343"/>
                  <a:gd name="connsiteY2" fmla="*/ 3341 h 6345"/>
                  <a:gd name="connsiteX3" fmla="*/ 5596 w 6343"/>
                  <a:gd name="connsiteY3" fmla="*/ 1098 h 6345"/>
                  <a:gd name="connsiteX4" fmla="*/ 3353 w 6343"/>
                  <a:gd name="connsiteY4" fmla="*/ 169 h 6345"/>
                  <a:gd name="connsiteX5" fmla="*/ 1110 w 6343"/>
                  <a:gd name="connsiteY5" fmla="*/ 1098 h 6345"/>
                  <a:gd name="connsiteX6" fmla="*/ 181 w 6343"/>
                  <a:gd name="connsiteY6" fmla="*/ 3341 h 6345"/>
                  <a:gd name="connsiteX7" fmla="*/ 1110 w 6343"/>
                  <a:gd name="connsiteY7" fmla="*/ 5585 h 6345"/>
                  <a:gd name="connsiteX8" fmla="*/ 3353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14"/>
                    </a:moveTo>
                    <a:cubicBezTo>
                      <a:pt x="4194" y="6514"/>
                      <a:pt x="5001" y="6180"/>
                      <a:pt x="5596" y="5585"/>
                    </a:cubicBezTo>
                    <a:cubicBezTo>
                      <a:pt x="6190" y="4990"/>
                      <a:pt x="6525" y="4183"/>
                      <a:pt x="6525" y="3341"/>
                    </a:cubicBezTo>
                    <a:cubicBezTo>
                      <a:pt x="6525" y="2500"/>
                      <a:pt x="6190" y="1693"/>
                      <a:pt x="5596" y="1098"/>
                    </a:cubicBezTo>
                    <a:cubicBezTo>
                      <a:pt x="5001" y="503"/>
                      <a:pt x="4194" y="169"/>
                      <a:pt x="3353" y="169"/>
                    </a:cubicBezTo>
                    <a:cubicBezTo>
                      <a:pt x="2512" y="169"/>
                      <a:pt x="1705" y="503"/>
                      <a:pt x="1110" y="1098"/>
                    </a:cubicBezTo>
                    <a:cubicBezTo>
                      <a:pt x="516" y="1693"/>
                      <a:pt x="181" y="2500"/>
                      <a:pt x="181" y="3341"/>
                    </a:cubicBezTo>
                    <a:cubicBezTo>
                      <a:pt x="181" y="4183"/>
                      <a:pt x="516" y="4990"/>
                      <a:pt x="1110" y="5585"/>
                    </a:cubicBezTo>
                    <a:cubicBezTo>
                      <a:pt x="1705" y="6180"/>
                      <a:pt x="2512" y="6514"/>
                      <a:pt x="3353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05" name="Freeform: Shape 11204">
                <a:extLst>
                  <a:ext uri="{FF2B5EF4-FFF2-40B4-BE49-F238E27FC236}">
                    <a16:creationId xmlns:a16="http://schemas.microsoft.com/office/drawing/2014/main" id="{5D552209-0D48-CB87-6E70-D33916A752B6}"/>
                  </a:ext>
                </a:extLst>
              </p:cNvPr>
              <p:cNvSpPr/>
              <p:nvPr/>
            </p:nvSpPr>
            <p:spPr>
              <a:xfrm>
                <a:off x="8709419" y="5614581"/>
                <a:ext cx="6343" cy="6345"/>
              </a:xfrm>
              <a:custGeom>
                <a:avLst/>
                <a:gdLst>
                  <a:gd name="connsiteX0" fmla="*/ 3353 w 6343"/>
                  <a:gd name="connsiteY0" fmla="*/ 6514 h 6345"/>
                  <a:gd name="connsiteX1" fmla="*/ 5596 w 6343"/>
                  <a:gd name="connsiteY1" fmla="*/ 5584 h 6345"/>
                  <a:gd name="connsiteX2" fmla="*/ 6524 w 6343"/>
                  <a:gd name="connsiteY2" fmla="*/ 3341 h 6345"/>
                  <a:gd name="connsiteX3" fmla="*/ 5596 w 6343"/>
                  <a:gd name="connsiteY3" fmla="*/ 1098 h 6345"/>
                  <a:gd name="connsiteX4" fmla="*/ 3353 w 6343"/>
                  <a:gd name="connsiteY4" fmla="*/ 168 h 6345"/>
                  <a:gd name="connsiteX5" fmla="*/ 1110 w 6343"/>
                  <a:gd name="connsiteY5" fmla="*/ 1098 h 6345"/>
                  <a:gd name="connsiteX6" fmla="*/ 181 w 6343"/>
                  <a:gd name="connsiteY6" fmla="*/ 3341 h 6345"/>
                  <a:gd name="connsiteX7" fmla="*/ 1110 w 6343"/>
                  <a:gd name="connsiteY7" fmla="*/ 5584 h 6345"/>
                  <a:gd name="connsiteX8" fmla="*/ 3353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14"/>
                    </a:moveTo>
                    <a:cubicBezTo>
                      <a:pt x="4194" y="6514"/>
                      <a:pt x="5001" y="6179"/>
                      <a:pt x="5596" y="5584"/>
                    </a:cubicBezTo>
                    <a:cubicBezTo>
                      <a:pt x="6190" y="4989"/>
                      <a:pt x="6524" y="4182"/>
                      <a:pt x="6524" y="3341"/>
                    </a:cubicBezTo>
                    <a:cubicBezTo>
                      <a:pt x="6524" y="2500"/>
                      <a:pt x="6190" y="1692"/>
                      <a:pt x="5596" y="1098"/>
                    </a:cubicBezTo>
                    <a:cubicBezTo>
                      <a:pt x="5001" y="503"/>
                      <a:pt x="4194" y="168"/>
                      <a:pt x="3353" y="168"/>
                    </a:cubicBezTo>
                    <a:cubicBezTo>
                      <a:pt x="2512" y="168"/>
                      <a:pt x="1705" y="503"/>
                      <a:pt x="1110" y="1098"/>
                    </a:cubicBezTo>
                    <a:cubicBezTo>
                      <a:pt x="516" y="1692"/>
                      <a:pt x="181" y="2500"/>
                      <a:pt x="181" y="3341"/>
                    </a:cubicBezTo>
                    <a:cubicBezTo>
                      <a:pt x="181" y="4182"/>
                      <a:pt x="516" y="4989"/>
                      <a:pt x="1110" y="5584"/>
                    </a:cubicBezTo>
                    <a:cubicBezTo>
                      <a:pt x="1705" y="6179"/>
                      <a:pt x="2512" y="6514"/>
                      <a:pt x="3353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06" name="Freeform: Shape 11205">
                <a:extLst>
                  <a:ext uri="{FF2B5EF4-FFF2-40B4-BE49-F238E27FC236}">
                    <a16:creationId xmlns:a16="http://schemas.microsoft.com/office/drawing/2014/main" id="{2ABCBCD2-D2AE-7759-6A38-0EDE1AA26945}"/>
                  </a:ext>
                </a:extLst>
              </p:cNvPr>
              <p:cNvSpPr/>
              <p:nvPr/>
            </p:nvSpPr>
            <p:spPr>
              <a:xfrm>
                <a:off x="8702681" y="5612116"/>
                <a:ext cx="6343" cy="6345"/>
              </a:xfrm>
              <a:custGeom>
                <a:avLst/>
                <a:gdLst>
                  <a:gd name="connsiteX0" fmla="*/ 3352 w 6343"/>
                  <a:gd name="connsiteY0" fmla="*/ 6513 h 6345"/>
                  <a:gd name="connsiteX1" fmla="*/ 5595 w 6343"/>
                  <a:gd name="connsiteY1" fmla="*/ 5584 h 6345"/>
                  <a:gd name="connsiteX2" fmla="*/ 6524 w 6343"/>
                  <a:gd name="connsiteY2" fmla="*/ 3341 h 6345"/>
                  <a:gd name="connsiteX3" fmla="*/ 5595 w 6343"/>
                  <a:gd name="connsiteY3" fmla="*/ 1097 h 6345"/>
                  <a:gd name="connsiteX4" fmla="*/ 3352 w 6343"/>
                  <a:gd name="connsiteY4" fmla="*/ 168 h 6345"/>
                  <a:gd name="connsiteX5" fmla="*/ 1110 w 6343"/>
                  <a:gd name="connsiteY5" fmla="*/ 1097 h 6345"/>
                  <a:gd name="connsiteX6" fmla="*/ 181 w 6343"/>
                  <a:gd name="connsiteY6" fmla="*/ 3341 h 6345"/>
                  <a:gd name="connsiteX7" fmla="*/ 1110 w 6343"/>
                  <a:gd name="connsiteY7" fmla="*/ 5584 h 6345"/>
                  <a:gd name="connsiteX8" fmla="*/ 3352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513"/>
                    </a:moveTo>
                    <a:cubicBezTo>
                      <a:pt x="4193" y="6513"/>
                      <a:pt x="5000" y="6179"/>
                      <a:pt x="5595" y="5584"/>
                    </a:cubicBezTo>
                    <a:cubicBezTo>
                      <a:pt x="6190" y="4989"/>
                      <a:pt x="6524" y="4182"/>
                      <a:pt x="6524" y="3341"/>
                    </a:cubicBezTo>
                    <a:cubicBezTo>
                      <a:pt x="6524" y="2499"/>
                      <a:pt x="6190" y="1692"/>
                      <a:pt x="5595" y="1097"/>
                    </a:cubicBezTo>
                    <a:cubicBezTo>
                      <a:pt x="5000" y="502"/>
                      <a:pt x="4193" y="168"/>
                      <a:pt x="3352" y="168"/>
                    </a:cubicBezTo>
                    <a:cubicBezTo>
                      <a:pt x="2511" y="168"/>
                      <a:pt x="1704" y="502"/>
                      <a:pt x="1110" y="1097"/>
                    </a:cubicBezTo>
                    <a:cubicBezTo>
                      <a:pt x="515" y="1692"/>
                      <a:pt x="181" y="2499"/>
                      <a:pt x="181" y="3341"/>
                    </a:cubicBezTo>
                    <a:cubicBezTo>
                      <a:pt x="181" y="4182"/>
                      <a:pt x="515" y="4989"/>
                      <a:pt x="1110" y="5584"/>
                    </a:cubicBezTo>
                    <a:cubicBezTo>
                      <a:pt x="1704" y="6179"/>
                      <a:pt x="2511" y="6513"/>
                      <a:pt x="3352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07" name="Freeform: Shape 11206">
                <a:extLst>
                  <a:ext uri="{FF2B5EF4-FFF2-40B4-BE49-F238E27FC236}">
                    <a16:creationId xmlns:a16="http://schemas.microsoft.com/office/drawing/2014/main" id="{2D8827BC-31D4-55D9-060D-3E5530197629}"/>
                  </a:ext>
                </a:extLst>
              </p:cNvPr>
              <p:cNvSpPr/>
              <p:nvPr/>
            </p:nvSpPr>
            <p:spPr>
              <a:xfrm>
                <a:off x="8738614" y="5581442"/>
                <a:ext cx="6343" cy="6345"/>
              </a:xfrm>
              <a:custGeom>
                <a:avLst/>
                <a:gdLst>
                  <a:gd name="connsiteX0" fmla="*/ 3355 w 6343"/>
                  <a:gd name="connsiteY0" fmla="*/ 6511 h 6345"/>
                  <a:gd name="connsiteX1" fmla="*/ 5598 w 6343"/>
                  <a:gd name="connsiteY1" fmla="*/ 5582 h 6345"/>
                  <a:gd name="connsiteX2" fmla="*/ 6527 w 6343"/>
                  <a:gd name="connsiteY2" fmla="*/ 3338 h 6345"/>
                  <a:gd name="connsiteX3" fmla="*/ 5598 w 6343"/>
                  <a:gd name="connsiteY3" fmla="*/ 1095 h 6345"/>
                  <a:gd name="connsiteX4" fmla="*/ 3355 w 6343"/>
                  <a:gd name="connsiteY4" fmla="*/ 166 h 6345"/>
                  <a:gd name="connsiteX5" fmla="*/ 1113 w 6343"/>
                  <a:gd name="connsiteY5" fmla="*/ 1095 h 6345"/>
                  <a:gd name="connsiteX6" fmla="*/ 184 w 6343"/>
                  <a:gd name="connsiteY6" fmla="*/ 3338 h 6345"/>
                  <a:gd name="connsiteX7" fmla="*/ 1113 w 6343"/>
                  <a:gd name="connsiteY7" fmla="*/ 5582 h 6345"/>
                  <a:gd name="connsiteX8" fmla="*/ 3355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11"/>
                    </a:moveTo>
                    <a:cubicBezTo>
                      <a:pt x="4196" y="6511"/>
                      <a:pt x="5003" y="6177"/>
                      <a:pt x="5598" y="5582"/>
                    </a:cubicBezTo>
                    <a:cubicBezTo>
                      <a:pt x="6193" y="4987"/>
                      <a:pt x="6527" y="4180"/>
                      <a:pt x="6527" y="3338"/>
                    </a:cubicBezTo>
                    <a:cubicBezTo>
                      <a:pt x="6527" y="2497"/>
                      <a:pt x="6193" y="1690"/>
                      <a:pt x="5598" y="1095"/>
                    </a:cubicBezTo>
                    <a:cubicBezTo>
                      <a:pt x="5003" y="500"/>
                      <a:pt x="4196" y="166"/>
                      <a:pt x="3355" y="166"/>
                    </a:cubicBezTo>
                    <a:cubicBezTo>
                      <a:pt x="2514" y="166"/>
                      <a:pt x="1707" y="500"/>
                      <a:pt x="1113" y="1095"/>
                    </a:cubicBezTo>
                    <a:cubicBezTo>
                      <a:pt x="518" y="1690"/>
                      <a:pt x="184" y="2497"/>
                      <a:pt x="184" y="3338"/>
                    </a:cubicBezTo>
                    <a:cubicBezTo>
                      <a:pt x="184" y="4180"/>
                      <a:pt x="518" y="4987"/>
                      <a:pt x="1113" y="5582"/>
                    </a:cubicBezTo>
                    <a:cubicBezTo>
                      <a:pt x="1707" y="6177"/>
                      <a:pt x="2514" y="6511"/>
                      <a:pt x="3355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08" name="Freeform: Shape 11207">
                <a:extLst>
                  <a:ext uri="{FF2B5EF4-FFF2-40B4-BE49-F238E27FC236}">
                    <a16:creationId xmlns:a16="http://schemas.microsoft.com/office/drawing/2014/main" id="{7409AFF5-054B-CA2A-F7CB-CD245142C325}"/>
                  </a:ext>
                </a:extLst>
              </p:cNvPr>
              <p:cNvSpPr/>
              <p:nvPr/>
            </p:nvSpPr>
            <p:spPr>
              <a:xfrm>
                <a:off x="8616434" y="5619399"/>
                <a:ext cx="6343" cy="6345"/>
              </a:xfrm>
              <a:custGeom>
                <a:avLst/>
                <a:gdLst>
                  <a:gd name="connsiteX0" fmla="*/ 3346 w 6343"/>
                  <a:gd name="connsiteY0" fmla="*/ 6514 h 6345"/>
                  <a:gd name="connsiteX1" fmla="*/ 5588 w 6343"/>
                  <a:gd name="connsiteY1" fmla="*/ 5585 h 6345"/>
                  <a:gd name="connsiteX2" fmla="*/ 6517 w 6343"/>
                  <a:gd name="connsiteY2" fmla="*/ 3341 h 6345"/>
                  <a:gd name="connsiteX3" fmla="*/ 5588 w 6343"/>
                  <a:gd name="connsiteY3" fmla="*/ 1098 h 6345"/>
                  <a:gd name="connsiteX4" fmla="*/ 3346 w 6343"/>
                  <a:gd name="connsiteY4" fmla="*/ 169 h 6345"/>
                  <a:gd name="connsiteX5" fmla="*/ 1103 w 6343"/>
                  <a:gd name="connsiteY5" fmla="*/ 1098 h 6345"/>
                  <a:gd name="connsiteX6" fmla="*/ 174 w 6343"/>
                  <a:gd name="connsiteY6" fmla="*/ 3341 h 6345"/>
                  <a:gd name="connsiteX7" fmla="*/ 1103 w 6343"/>
                  <a:gd name="connsiteY7" fmla="*/ 5585 h 6345"/>
                  <a:gd name="connsiteX8" fmla="*/ 3346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6" y="6514"/>
                    </a:moveTo>
                    <a:cubicBezTo>
                      <a:pt x="4187" y="6514"/>
                      <a:pt x="4993" y="6180"/>
                      <a:pt x="5588" y="5585"/>
                    </a:cubicBezTo>
                    <a:cubicBezTo>
                      <a:pt x="6183" y="4990"/>
                      <a:pt x="6517" y="4183"/>
                      <a:pt x="6517" y="3341"/>
                    </a:cubicBezTo>
                    <a:cubicBezTo>
                      <a:pt x="6517" y="2500"/>
                      <a:pt x="6183" y="1693"/>
                      <a:pt x="5588" y="1098"/>
                    </a:cubicBezTo>
                    <a:cubicBezTo>
                      <a:pt x="4993" y="503"/>
                      <a:pt x="4187" y="169"/>
                      <a:pt x="3346" y="169"/>
                    </a:cubicBezTo>
                    <a:cubicBezTo>
                      <a:pt x="2504" y="169"/>
                      <a:pt x="1698" y="503"/>
                      <a:pt x="1103" y="1098"/>
                    </a:cubicBezTo>
                    <a:cubicBezTo>
                      <a:pt x="508" y="1693"/>
                      <a:pt x="174" y="2500"/>
                      <a:pt x="174" y="3341"/>
                    </a:cubicBezTo>
                    <a:cubicBezTo>
                      <a:pt x="174" y="4183"/>
                      <a:pt x="508" y="4990"/>
                      <a:pt x="1103" y="5585"/>
                    </a:cubicBezTo>
                    <a:cubicBezTo>
                      <a:pt x="1698" y="6180"/>
                      <a:pt x="2504" y="6514"/>
                      <a:pt x="3346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09" name="Freeform: Shape 11208">
                <a:extLst>
                  <a:ext uri="{FF2B5EF4-FFF2-40B4-BE49-F238E27FC236}">
                    <a16:creationId xmlns:a16="http://schemas.microsoft.com/office/drawing/2014/main" id="{DD46FE8F-5395-767A-8B34-C22E3B8347EA}"/>
                  </a:ext>
                </a:extLst>
              </p:cNvPr>
              <p:cNvSpPr/>
              <p:nvPr/>
            </p:nvSpPr>
            <p:spPr>
              <a:xfrm>
                <a:off x="8611859" y="5609455"/>
                <a:ext cx="6343" cy="6345"/>
              </a:xfrm>
              <a:custGeom>
                <a:avLst/>
                <a:gdLst>
                  <a:gd name="connsiteX0" fmla="*/ 3345 w 6343"/>
                  <a:gd name="connsiteY0" fmla="*/ 6513 h 6345"/>
                  <a:gd name="connsiteX1" fmla="*/ 5588 w 6343"/>
                  <a:gd name="connsiteY1" fmla="*/ 5584 h 6345"/>
                  <a:gd name="connsiteX2" fmla="*/ 6517 w 6343"/>
                  <a:gd name="connsiteY2" fmla="*/ 3341 h 6345"/>
                  <a:gd name="connsiteX3" fmla="*/ 5588 w 6343"/>
                  <a:gd name="connsiteY3" fmla="*/ 1097 h 6345"/>
                  <a:gd name="connsiteX4" fmla="*/ 3345 w 6343"/>
                  <a:gd name="connsiteY4" fmla="*/ 168 h 6345"/>
                  <a:gd name="connsiteX5" fmla="*/ 1103 w 6343"/>
                  <a:gd name="connsiteY5" fmla="*/ 1097 h 6345"/>
                  <a:gd name="connsiteX6" fmla="*/ 174 w 6343"/>
                  <a:gd name="connsiteY6" fmla="*/ 3341 h 6345"/>
                  <a:gd name="connsiteX7" fmla="*/ 1103 w 6343"/>
                  <a:gd name="connsiteY7" fmla="*/ 5584 h 6345"/>
                  <a:gd name="connsiteX8" fmla="*/ 3345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513"/>
                    </a:moveTo>
                    <a:cubicBezTo>
                      <a:pt x="4186" y="6513"/>
                      <a:pt x="4993" y="6179"/>
                      <a:pt x="5588" y="5584"/>
                    </a:cubicBezTo>
                    <a:cubicBezTo>
                      <a:pt x="6183" y="4989"/>
                      <a:pt x="6517" y="4182"/>
                      <a:pt x="6517" y="3341"/>
                    </a:cubicBezTo>
                    <a:cubicBezTo>
                      <a:pt x="6517" y="2499"/>
                      <a:pt x="6183" y="1692"/>
                      <a:pt x="5588" y="1097"/>
                    </a:cubicBezTo>
                    <a:cubicBezTo>
                      <a:pt x="4993" y="502"/>
                      <a:pt x="4186" y="168"/>
                      <a:pt x="3345" y="168"/>
                    </a:cubicBezTo>
                    <a:cubicBezTo>
                      <a:pt x="2504" y="168"/>
                      <a:pt x="1697" y="502"/>
                      <a:pt x="1103" y="1097"/>
                    </a:cubicBezTo>
                    <a:cubicBezTo>
                      <a:pt x="508" y="1692"/>
                      <a:pt x="174" y="2499"/>
                      <a:pt x="174" y="3341"/>
                    </a:cubicBezTo>
                    <a:cubicBezTo>
                      <a:pt x="174" y="4182"/>
                      <a:pt x="508" y="4989"/>
                      <a:pt x="1103" y="5584"/>
                    </a:cubicBezTo>
                    <a:cubicBezTo>
                      <a:pt x="1697" y="6179"/>
                      <a:pt x="2504" y="6513"/>
                      <a:pt x="3345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10" name="Freeform: Shape 11209">
                <a:extLst>
                  <a:ext uri="{FF2B5EF4-FFF2-40B4-BE49-F238E27FC236}">
                    <a16:creationId xmlns:a16="http://schemas.microsoft.com/office/drawing/2014/main" id="{CF42ACD7-E73F-4271-C8DE-1333052BBCC5}"/>
                  </a:ext>
                </a:extLst>
              </p:cNvPr>
              <p:cNvSpPr/>
              <p:nvPr/>
            </p:nvSpPr>
            <p:spPr>
              <a:xfrm>
                <a:off x="8724252" y="5561836"/>
                <a:ext cx="6343" cy="6345"/>
              </a:xfrm>
              <a:custGeom>
                <a:avLst/>
                <a:gdLst>
                  <a:gd name="connsiteX0" fmla="*/ 3354 w 6343"/>
                  <a:gd name="connsiteY0" fmla="*/ 6509 h 6345"/>
                  <a:gd name="connsiteX1" fmla="*/ 5597 w 6343"/>
                  <a:gd name="connsiteY1" fmla="*/ 5580 h 6345"/>
                  <a:gd name="connsiteX2" fmla="*/ 6526 w 6343"/>
                  <a:gd name="connsiteY2" fmla="*/ 3337 h 6345"/>
                  <a:gd name="connsiteX3" fmla="*/ 5597 w 6343"/>
                  <a:gd name="connsiteY3" fmla="*/ 1093 h 6345"/>
                  <a:gd name="connsiteX4" fmla="*/ 3354 w 6343"/>
                  <a:gd name="connsiteY4" fmla="*/ 164 h 6345"/>
                  <a:gd name="connsiteX5" fmla="*/ 1111 w 6343"/>
                  <a:gd name="connsiteY5" fmla="*/ 1093 h 6345"/>
                  <a:gd name="connsiteX6" fmla="*/ 183 w 6343"/>
                  <a:gd name="connsiteY6" fmla="*/ 3337 h 6345"/>
                  <a:gd name="connsiteX7" fmla="*/ 1111 w 6343"/>
                  <a:gd name="connsiteY7" fmla="*/ 5580 h 6345"/>
                  <a:gd name="connsiteX8" fmla="*/ 3354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09"/>
                    </a:moveTo>
                    <a:cubicBezTo>
                      <a:pt x="4195" y="6509"/>
                      <a:pt x="5002" y="6175"/>
                      <a:pt x="5597" y="5580"/>
                    </a:cubicBezTo>
                    <a:cubicBezTo>
                      <a:pt x="6191" y="4985"/>
                      <a:pt x="6526" y="4178"/>
                      <a:pt x="6526" y="3337"/>
                    </a:cubicBezTo>
                    <a:cubicBezTo>
                      <a:pt x="6526" y="2495"/>
                      <a:pt x="6191" y="1688"/>
                      <a:pt x="5597" y="1093"/>
                    </a:cubicBezTo>
                    <a:cubicBezTo>
                      <a:pt x="5002" y="498"/>
                      <a:pt x="4195" y="164"/>
                      <a:pt x="3354" y="164"/>
                    </a:cubicBezTo>
                    <a:cubicBezTo>
                      <a:pt x="2513" y="164"/>
                      <a:pt x="1706" y="498"/>
                      <a:pt x="1111" y="1093"/>
                    </a:cubicBezTo>
                    <a:cubicBezTo>
                      <a:pt x="517" y="1688"/>
                      <a:pt x="183" y="2495"/>
                      <a:pt x="183" y="3337"/>
                    </a:cubicBezTo>
                    <a:cubicBezTo>
                      <a:pt x="183" y="4178"/>
                      <a:pt x="517" y="4985"/>
                      <a:pt x="1111" y="5580"/>
                    </a:cubicBezTo>
                    <a:cubicBezTo>
                      <a:pt x="1706" y="6175"/>
                      <a:pt x="2513" y="6509"/>
                      <a:pt x="3354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11" name="Freeform: Shape 11210">
                <a:extLst>
                  <a:ext uri="{FF2B5EF4-FFF2-40B4-BE49-F238E27FC236}">
                    <a16:creationId xmlns:a16="http://schemas.microsoft.com/office/drawing/2014/main" id="{59DF5DDE-0624-7A46-402D-D7241E953B1F}"/>
                  </a:ext>
                </a:extLst>
              </p:cNvPr>
              <p:cNvSpPr/>
              <p:nvPr/>
            </p:nvSpPr>
            <p:spPr>
              <a:xfrm>
                <a:off x="8720088" y="5558335"/>
                <a:ext cx="6343" cy="6345"/>
              </a:xfrm>
              <a:custGeom>
                <a:avLst/>
                <a:gdLst>
                  <a:gd name="connsiteX0" fmla="*/ 3354 w 6343"/>
                  <a:gd name="connsiteY0" fmla="*/ 6509 h 6345"/>
                  <a:gd name="connsiteX1" fmla="*/ 5596 w 6343"/>
                  <a:gd name="connsiteY1" fmla="*/ 5580 h 6345"/>
                  <a:gd name="connsiteX2" fmla="*/ 6525 w 6343"/>
                  <a:gd name="connsiteY2" fmla="*/ 3337 h 6345"/>
                  <a:gd name="connsiteX3" fmla="*/ 5596 w 6343"/>
                  <a:gd name="connsiteY3" fmla="*/ 1093 h 6345"/>
                  <a:gd name="connsiteX4" fmla="*/ 3354 w 6343"/>
                  <a:gd name="connsiteY4" fmla="*/ 164 h 6345"/>
                  <a:gd name="connsiteX5" fmla="*/ 1111 w 6343"/>
                  <a:gd name="connsiteY5" fmla="*/ 1093 h 6345"/>
                  <a:gd name="connsiteX6" fmla="*/ 182 w 6343"/>
                  <a:gd name="connsiteY6" fmla="*/ 3337 h 6345"/>
                  <a:gd name="connsiteX7" fmla="*/ 1111 w 6343"/>
                  <a:gd name="connsiteY7" fmla="*/ 5580 h 6345"/>
                  <a:gd name="connsiteX8" fmla="*/ 3354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09"/>
                    </a:moveTo>
                    <a:cubicBezTo>
                      <a:pt x="4195" y="6509"/>
                      <a:pt x="5002" y="6175"/>
                      <a:pt x="5596" y="5580"/>
                    </a:cubicBezTo>
                    <a:cubicBezTo>
                      <a:pt x="6191" y="4985"/>
                      <a:pt x="6525" y="4178"/>
                      <a:pt x="6525" y="3337"/>
                    </a:cubicBezTo>
                    <a:cubicBezTo>
                      <a:pt x="6525" y="2495"/>
                      <a:pt x="6191" y="1688"/>
                      <a:pt x="5596" y="1093"/>
                    </a:cubicBezTo>
                    <a:cubicBezTo>
                      <a:pt x="5002" y="498"/>
                      <a:pt x="4195" y="164"/>
                      <a:pt x="3354" y="164"/>
                    </a:cubicBezTo>
                    <a:cubicBezTo>
                      <a:pt x="2513" y="164"/>
                      <a:pt x="1706" y="498"/>
                      <a:pt x="1111" y="1093"/>
                    </a:cubicBezTo>
                    <a:cubicBezTo>
                      <a:pt x="516" y="1688"/>
                      <a:pt x="182" y="2495"/>
                      <a:pt x="182" y="3337"/>
                    </a:cubicBezTo>
                    <a:cubicBezTo>
                      <a:pt x="182" y="4178"/>
                      <a:pt x="516" y="4985"/>
                      <a:pt x="1111" y="5580"/>
                    </a:cubicBezTo>
                    <a:cubicBezTo>
                      <a:pt x="1706" y="6175"/>
                      <a:pt x="2513" y="6509"/>
                      <a:pt x="3354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12" name="Freeform: Shape 11211">
                <a:extLst>
                  <a:ext uri="{FF2B5EF4-FFF2-40B4-BE49-F238E27FC236}">
                    <a16:creationId xmlns:a16="http://schemas.microsoft.com/office/drawing/2014/main" id="{C0ED483F-4F81-3522-5F7F-1FE6CC7DA2FC}"/>
                  </a:ext>
                </a:extLst>
              </p:cNvPr>
              <p:cNvSpPr/>
              <p:nvPr/>
            </p:nvSpPr>
            <p:spPr>
              <a:xfrm>
                <a:off x="8721965" y="5552637"/>
                <a:ext cx="6343" cy="6345"/>
              </a:xfrm>
              <a:custGeom>
                <a:avLst/>
                <a:gdLst>
                  <a:gd name="connsiteX0" fmla="*/ 3354 w 6343"/>
                  <a:gd name="connsiteY0" fmla="*/ 6509 h 6345"/>
                  <a:gd name="connsiteX1" fmla="*/ 5597 w 6343"/>
                  <a:gd name="connsiteY1" fmla="*/ 5580 h 6345"/>
                  <a:gd name="connsiteX2" fmla="*/ 6525 w 6343"/>
                  <a:gd name="connsiteY2" fmla="*/ 3336 h 6345"/>
                  <a:gd name="connsiteX3" fmla="*/ 5597 w 6343"/>
                  <a:gd name="connsiteY3" fmla="*/ 1093 h 6345"/>
                  <a:gd name="connsiteX4" fmla="*/ 3354 w 6343"/>
                  <a:gd name="connsiteY4" fmla="*/ 163 h 6345"/>
                  <a:gd name="connsiteX5" fmla="*/ 1111 w 6343"/>
                  <a:gd name="connsiteY5" fmla="*/ 1093 h 6345"/>
                  <a:gd name="connsiteX6" fmla="*/ 182 w 6343"/>
                  <a:gd name="connsiteY6" fmla="*/ 3336 h 6345"/>
                  <a:gd name="connsiteX7" fmla="*/ 1111 w 6343"/>
                  <a:gd name="connsiteY7" fmla="*/ 5580 h 6345"/>
                  <a:gd name="connsiteX8" fmla="*/ 3354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09"/>
                    </a:moveTo>
                    <a:cubicBezTo>
                      <a:pt x="4195" y="6509"/>
                      <a:pt x="5002" y="6174"/>
                      <a:pt x="5597" y="5580"/>
                    </a:cubicBezTo>
                    <a:cubicBezTo>
                      <a:pt x="6191" y="4985"/>
                      <a:pt x="6525" y="4177"/>
                      <a:pt x="6525" y="3336"/>
                    </a:cubicBezTo>
                    <a:cubicBezTo>
                      <a:pt x="6525" y="2495"/>
                      <a:pt x="6191" y="1688"/>
                      <a:pt x="5597" y="1093"/>
                    </a:cubicBezTo>
                    <a:cubicBezTo>
                      <a:pt x="5002" y="498"/>
                      <a:pt x="4195" y="163"/>
                      <a:pt x="3354" y="163"/>
                    </a:cubicBezTo>
                    <a:cubicBezTo>
                      <a:pt x="2513" y="163"/>
                      <a:pt x="1706" y="498"/>
                      <a:pt x="1111" y="1093"/>
                    </a:cubicBezTo>
                    <a:cubicBezTo>
                      <a:pt x="517" y="1688"/>
                      <a:pt x="182" y="2495"/>
                      <a:pt x="182" y="3336"/>
                    </a:cubicBezTo>
                    <a:cubicBezTo>
                      <a:pt x="182" y="4177"/>
                      <a:pt x="517" y="4985"/>
                      <a:pt x="1111" y="5580"/>
                    </a:cubicBezTo>
                    <a:cubicBezTo>
                      <a:pt x="1706" y="6174"/>
                      <a:pt x="2513" y="6509"/>
                      <a:pt x="3354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13" name="Freeform: Shape 11212">
                <a:extLst>
                  <a:ext uri="{FF2B5EF4-FFF2-40B4-BE49-F238E27FC236}">
                    <a16:creationId xmlns:a16="http://schemas.microsoft.com/office/drawing/2014/main" id="{154827C1-9415-BB59-0D5E-8CC15ED031A2}"/>
                  </a:ext>
                </a:extLst>
              </p:cNvPr>
              <p:cNvSpPr/>
              <p:nvPr/>
            </p:nvSpPr>
            <p:spPr>
              <a:xfrm>
                <a:off x="8730811" y="5544541"/>
                <a:ext cx="6343" cy="6345"/>
              </a:xfrm>
              <a:custGeom>
                <a:avLst/>
                <a:gdLst>
                  <a:gd name="connsiteX0" fmla="*/ 3355 w 6343"/>
                  <a:gd name="connsiteY0" fmla="*/ 6508 h 6345"/>
                  <a:gd name="connsiteX1" fmla="*/ 5597 w 6343"/>
                  <a:gd name="connsiteY1" fmla="*/ 5579 h 6345"/>
                  <a:gd name="connsiteX2" fmla="*/ 6526 w 6343"/>
                  <a:gd name="connsiteY2" fmla="*/ 3335 h 6345"/>
                  <a:gd name="connsiteX3" fmla="*/ 5597 w 6343"/>
                  <a:gd name="connsiteY3" fmla="*/ 1092 h 6345"/>
                  <a:gd name="connsiteX4" fmla="*/ 3355 w 6343"/>
                  <a:gd name="connsiteY4" fmla="*/ 163 h 6345"/>
                  <a:gd name="connsiteX5" fmla="*/ 1112 w 6343"/>
                  <a:gd name="connsiteY5" fmla="*/ 1092 h 6345"/>
                  <a:gd name="connsiteX6" fmla="*/ 183 w 6343"/>
                  <a:gd name="connsiteY6" fmla="*/ 3335 h 6345"/>
                  <a:gd name="connsiteX7" fmla="*/ 1112 w 6343"/>
                  <a:gd name="connsiteY7" fmla="*/ 5579 h 6345"/>
                  <a:gd name="connsiteX8" fmla="*/ 335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08"/>
                    </a:moveTo>
                    <a:cubicBezTo>
                      <a:pt x="4196" y="6508"/>
                      <a:pt x="5002" y="6174"/>
                      <a:pt x="5597" y="5579"/>
                    </a:cubicBezTo>
                    <a:cubicBezTo>
                      <a:pt x="6192" y="4984"/>
                      <a:pt x="6526" y="4177"/>
                      <a:pt x="6526" y="3335"/>
                    </a:cubicBezTo>
                    <a:cubicBezTo>
                      <a:pt x="6526" y="2494"/>
                      <a:pt x="6192" y="1687"/>
                      <a:pt x="5597" y="1092"/>
                    </a:cubicBezTo>
                    <a:cubicBezTo>
                      <a:pt x="5002" y="497"/>
                      <a:pt x="4196" y="163"/>
                      <a:pt x="3355" y="163"/>
                    </a:cubicBezTo>
                    <a:cubicBezTo>
                      <a:pt x="2513" y="163"/>
                      <a:pt x="1707" y="497"/>
                      <a:pt x="1112" y="1092"/>
                    </a:cubicBezTo>
                    <a:cubicBezTo>
                      <a:pt x="517" y="1687"/>
                      <a:pt x="183" y="2494"/>
                      <a:pt x="183" y="3335"/>
                    </a:cubicBezTo>
                    <a:cubicBezTo>
                      <a:pt x="183" y="4177"/>
                      <a:pt x="517" y="4984"/>
                      <a:pt x="1112" y="5579"/>
                    </a:cubicBezTo>
                    <a:cubicBezTo>
                      <a:pt x="1707" y="6174"/>
                      <a:pt x="2513" y="6508"/>
                      <a:pt x="335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14" name="Freeform: Shape 11213">
                <a:extLst>
                  <a:ext uri="{FF2B5EF4-FFF2-40B4-BE49-F238E27FC236}">
                    <a16:creationId xmlns:a16="http://schemas.microsoft.com/office/drawing/2014/main" id="{93DBD371-1803-F440-F14C-1450B20A02AF}"/>
                  </a:ext>
                </a:extLst>
              </p:cNvPr>
              <p:cNvSpPr/>
              <p:nvPr/>
            </p:nvSpPr>
            <p:spPr>
              <a:xfrm>
                <a:off x="8739431" y="5536666"/>
                <a:ext cx="6343" cy="6345"/>
              </a:xfrm>
              <a:custGeom>
                <a:avLst/>
                <a:gdLst>
                  <a:gd name="connsiteX0" fmla="*/ 3355 w 6343"/>
                  <a:gd name="connsiteY0" fmla="*/ 6508 h 6345"/>
                  <a:gd name="connsiteX1" fmla="*/ 5598 w 6343"/>
                  <a:gd name="connsiteY1" fmla="*/ 5578 h 6345"/>
                  <a:gd name="connsiteX2" fmla="*/ 6527 w 6343"/>
                  <a:gd name="connsiteY2" fmla="*/ 3335 h 6345"/>
                  <a:gd name="connsiteX3" fmla="*/ 5598 w 6343"/>
                  <a:gd name="connsiteY3" fmla="*/ 1091 h 6345"/>
                  <a:gd name="connsiteX4" fmla="*/ 3355 w 6343"/>
                  <a:gd name="connsiteY4" fmla="*/ 162 h 6345"/>
                  <a:gd name="connsiteX5" fmla="*/ 1113 w 6343"/>
                  <a:gd name="connsiteY5" fmla="*/ 1091 h 6345"/>
                  <a:gd name="connsiteX6" fmla="*/ 184 w 6343"/>
                  <a:gd name="connsiteY6" fmla="*/ 3335 h 6345"/>
                  <a:gd name="connsiteX7" fmla="*/ 1113 w 6343"/>
                  <a:gd name="connsiteY7" fmla="*/ 5578 h 6345"/>
                  <a:gd name="connsiteX8" fmla="*/ 335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08"/>
                    </a:moveTo>
                    <a:cubicBezTo>
                      <a:pt x="4196" y="6508"/>
                      <a:pt x="5003" y="6173"/>
                      <a:pt x="5598" y="5578"/>
                    </a:cubicBezTo>
                    <a:cubicBezTo>
                      <a:pt x="6193" y="4983"/>
                      <a:pt x="6527" y="4176"/>
                      <a:pt x="6527" y="3335"/>
                    </a:cubicBezTo>
                    <a:cubicBezTo>
                      <a:pt x="6527" y="2493"/>
                      <a:pt x="6193" y="1686"/>
                      <a:pt x="5598" y="1091"/>
                    </a:cubicBezTo>
                    <a:cubicBezTo>
                      <a:pt x="5003" y="496"/>
                      <a:pt x="4196" y="162"/>
                      <a:pt x="3355" y="162"/>
                    </a:cubicBezTo>
                    <a:cubicBezTo>
                      <a:pt x="2514" y="162"/>
                      <a:pt x="1707" y="496"/>
                      <a:pt x="1113" y="1091"/>
                    </a:cubicBezTo>
                    <a:cubicBezTo>
                      <a:pt x="518" y="1686"/>
                      <a:pt x="184" y="2493"/>
                      <a:pt x="184" y="3335"/>
                    </a:cubicBezTo>
                    <a:cubicBezTo>
                      <a:pt x="184" y="4176"/>
                      <a:pt x="518" y="4983"/>
                      <a:pt x="1113" y="5578"/>
                    </a:cubicBezTo>
                    <a:cubicBezTo>
                      <a:pt x="1707" y="6173"/>
                      <a:pt x="2514" y="6508"/>
                      <a:pt x="335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15" name="Freeform: Shape 11214">
                <a:extLst>
                  <a:ext uri="{FF2B5EF4-FFF2-40B4-BE49-F238E27FC236}">
                    <a16:creationId xmlns:a16="http://schemas.microsoft.com/office/drawing/2014/main" id="{E4B6BF9E-EB0B-5F09-E333-1E756B40FCA6}"/>
                  </a:ext>
                </a:extLst>
              </p:cNvPr>
              <p:cNvSpPr/>
              <p:nvPr/>
            </p:nvSpPr>
            <p:spPr>
              <a:xfrm>
                <a:off x="8653479" y="5534061"/>
                <a:ext cx="6343" cy="6345"/>
              </a:xfrm>
              <a:custGeom>
                <a:avLst/>
                <a:gdLst>
                  <a:gd name="connsiteX0" fmla="*/ 3348 w 6343"/>
                  <a:gd name="connsiteY0" fmla="*/ 6507 h 6345"/>
                  <a:gd name="connsiteX1" fmla="*/ 5591 w 6343"/>
                  <a:gd name="connsiteY1" fmla="*/ 5578 h 6345"/>
                  <a:gd name="connsiteX2" fmla="*/ 6520 w 6343"/>
                  <a:gd name="connsiteY2" fmla="*/ 3335 h 6345"/>
                  <a:gd name="connsiteX3" fmla="*/ 5591 w 6343"/>
                  <a:gd name="connsiteY3" fmla="*/ 1091 h 6345"/>
                  <a:gd name="connsiteX4" fmla="*/ 3348 w 6343"/>
                  <a:gd name="connsiteY4" fmla="*/ 162 h 6345"/>
                  <a:gd name="connsiteX5" fmla="*/ 1106 w 6343"/>
                  <a:gd name="connsiteY5" fmla="*/ 1091 h 6345"/>
                  <a:gd name="connsiteX6" fmla="*/ 177 w 6343"/>
                  <a:gd name="connsiteY6" fmla="*/ 3335 h 6345"/>
                  <a:gd name="connsiteX7" fmla="*/ 1106 w 6343"/>
                  <a:gd name="connsiteY7" fmla="*/ 5578 h 6345"/>
                  <a:gd name="connsiteX8" fmla="*/ 334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07"/>
                    </a:moveTo>
                    <a:cubicBezTo>
                      <a:pt x="4190" y="6507"/>
                      <a:pt x="4996" y="6173"/>
                      <a:pt x="5591" y="5578"/>
                    </a:cubicBezTo>
                    <a:cubicBezTo>
                      <a:pt x="6186" y="4983"/>
                      <a:pt x="6520" y="4176"/>
                      <a:pt x="6520" y="3335"/>
                    </a:cubicBezTo>
                    <a:cubicBezTo>
                      <a:pt x="6520" y="2493"/>
                      <a:pt x="6186" y="1686"/>
                      <a:pt x="5591" y="1091"/>
                    </a:cubicBezTo>
                    <a:cubicBezTo>
                      <a:pt x="4996" y="496"/>
                      <a:pt x="4190" y="162"/>
                      <a:pt x="3348" y="162"/>
                    </a:cubicBezTo>
                    <a:cubicBezTo>
                      <a:pt x="2507" y="162"/>
                      <a:pt x="1701" y="496"/>
                      <a:pt x="1106" y="1091"/>
                    </a:cubicBezTo>
                    <a:cubicBezTo>
                      <a:pt x="511" y="1686"/>
                      <a:pt x="177" y="2493"/>
                      <a:pt x="177" y="3335"/>
                    </a:cubicBezTo>
                    <a:cubicBezTo>
                      <a:pt x="177" y="4176"/>
                      <a:pt x="511" y="4983"/>
                      <a:pt x="1106" y="5578"/>
                    </a:cubicBezTo>
                    <a:cubicBezTo>
                      <a:pt x="1701" y="6173"/>
                      <a:pt x="2507" y="6507"/>
                      <a:pt x="334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16" name="Freeform: Shape 11215">
                <a:extLst>
                  <a:ext uri="{FF2B5EF4-FFF2-40B4-BE49-F238E27FC236}">
                    <a16:creationId xmlns:a16="http://schemas.microsoft.com/office/drawing/2014/main" id="{AC0A2B95-A3DD-39AD-02FE-66C314ECC821}"/>
                  </a:ext>
                </a:extLst>
              </p:cNvPr>
              <p:cNvSpPr/>
              <p:nvPr/>
            </p:nvSpPr>
            <p:spPr>
              <a:xfrm>
                <a:off x="8646488" y="5530844"/>
                <a:ext cx="6343" cy="6345"/>
              </a:xfrm>
              <a:custGeom>
                <a:avLst/>
                <a:gdLst>
                  <a:gd name="connsiteX0" fmla="*/ 3348 w 6343"/>
                  <a:gd name="connsiteY0" fmla="*/ 6507 h 6345"/>
                  <a:gd name="connsiteX1" fmla="*/ 5591 w 6343"/>
                  <a:gd name="connsiteY1" fmla="*/ 5578 h 6345"/>
                  <a:gd name="connsiteX2" fmla="*/ 6519 w 6343"/>
                  <a:gd name="connsiteY2" fmla="*/ 3334 h 6345"/>
                  <a:gd name="connsiteX3" fmla="*/ 5591 w 6343"/>
                  <a:gd name="connsiteY3" fmla="*/ 1091 h 6345"/>
                  <a:gd name="connsiteX4" fmla="*/ 3348 w 6343"/>
                  <a:gd name="connsiteY4" fmla="*/ 162 h 6345"/>
                  <a:gd name="connsiteX5" fmla="*/ 1105 w 6343"/>
                  <a:gd name="connsiteY5" fmla="*/ 1091 h 6345"/>
                  <a:gd name="connsiteX6" fmla="*/ 176 w 6343"/>
                  <a:gd name="connsiteY6" fmla="*/ 3334 h 6345"/>
                  <a:gd name="connsiteX7" fmla="*/ 1105 w 6343"/>
                  <a:gd name="connsiteY7" fmla="*/ 5578 h 6345"/>
                  <a:gd name="connsiteX8" fmla="*/ 334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07"/>
                    </a:moveTo>
                    <a:cubicBezTo>
                      <a:pt x="4189" y="6507"/>
                      <a:pt x="4996" y="6173"/>
                      <a:pt x="5591" y="5578"/>
                    </a:cubicBezTo>
                    <a:cubicBezTo>
                      <a:pt x="6185" y="4983"/>
                      <a:pt x="6519" y="4176"/>
                      <a:pt x="6519" y="3334"/>
                    </a:cubicBezTo>
                    <a:cubicBezTo>
                      <a:pt x="6519" y="2493"/>
                      <a:pt x="6185" y="1686"/>
                      <a:pt x="5591" y="1091"/>
                    </a:cubicBezTo>
                    <a:cubicBezTo>
                      <a:pt x="4996" y="496"/>
                      <a:pt x="4189" y="162"/>
                      <a:pt x="3348" y="162"/>
                    </a:cubicBezTo>
                    <a:cubicBezTo>
                      <a:pt x="2507" y="162"/>
                      <a:pt x="1700" y="496"/>
                      <a:pt x="1105" y="1091"/>
                    </a:cubicBezTo>
                    <a:cubicBezTo>
                      <a:pt x="511" y="1686"/>
                      <a:pt x="176" y="2493"/>
                      <a:pt x="176" y="3334"/>
                    </a:cubicBezTo>
                    <a:cubicBezTo>
                      <a:pt x="176" y="4176"/>
                      <a:pt x="511" y="4983"/>
                      <a:pt x="1105" y="5578"/>
                    </a:cubicBezTo>
                    <a:cubicBezTo>
                      <a:pt x="1700" y="6173"/>
                      <a:pt x="2507" y="6507"/>
                      <a:pt x="334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17" name="Freeform: Shape 11216">
                <a:extLst>
                  <a:ext uri="{FF2B5EF4-FFF2-40B4-BE49-F238E27FC236}">
                    <a16:creationId xmlns:a16="http://schemas.microsoft.com/office/drawing/2014/main" id="{2E68979B-0A55-654A-0C2D-139521AFC851}"/>
                  </a:ext>
                </a:extLst>
              </p:cNvPr>
              <p:cNvSpPr/>
              <p:nvPr/>
            </p:nvSpPr>
            <p:spPr>
              <a:xfrm>
                <a:off x="8618239" y="5533719"/>
                <a:ext cx="6343" cy="6345"/>
              </a:xfrm>
              <a:custGeom>
                <a:avLst/>
                <a:gdLst>
                  <a:gd name="connsiteX0" fmla="*/ 3346 w 6343"/>
                  <a:gd name="connsiteY0" fmla="*/ 6507 h 6345"/>
                  <a:gd name="connsiteX1" fmla="*/ 5588 w 6343"/>
                  <a:gd name="connsiteY1" fmla="*/ 5578 h 6345"/>
                  <a:gd name="connsiteX2" fmla="*/ 6517 w 6343"/>
                  <a:gd name="connsiteY2" fmla="*/ 3335 h 6345"/>
                  <a:gd name="connsiteX3" fmla="*/ 5588 w 6343"/>
                  <a:gd name="connsiteY3" fmla="*/ 1091 h 6345"/>
                  <a:gd name="connsiteX4" fmla="*/ 3346 w 6343"/>
                  <a:gd name="connsiteY4" fmla="*/ 162 h 6345"/>
                  <a:gd name="connsiteX5" fmla="*/ 1103 w 6343"/>
                  <a:gd name="connsiteY5" fmla="*/ 1091 h 6345"/>
                  <a:gd name="connsiteX6" fmla="*/ 174 w 6343"/>
                  <a:gd name="connsiteY6" fmla="*/ 3335 h 6345"/>
                  <a:gd name="connsiteX7" fmla="*/ 1103 w 6343"/>
                  <a:gd name="connsiteY7" fmla="*/ 5578 h 6345"/>
                  <a:gd name="connsiteX8" fmla="*/ 334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6" y="6507"/>
                    </a:moveTo>
                    <a:cubicBezTo>
                      <a:pt x="4187" y="6507"/>
                      <a:pt x="4994" y="6173"/>
                      <a:pt x="5588" y="5578"/>
                    </a:cubicBezTo>
                    <a:cubicBezTo>
                      <a:pt x="6183" y="4983"/>
                      <a:pt x="6517" y="4176"/>
                      <a:pt x="6517" y="3335"/>
                    </a:cubicBezTo>
                    <a:cubicBezTo>
                      <a:pt x="6517" y="2493"/>
                      <a:pt x="6183" y="1686"/>
                      <a:pt x="5588" y="1091"/>
                    </a:cubicBezTo>
                    <a:cubicBezTo>
                      <a:pt x="4994" y="496"/>
                      <a:pt x="4187" y="162"/>
                      <a:pt x="3346" y="162"/>
                    </a:cubicBezTo>
                    <a:cubicBezTo>
                      <a:pt x="2505" y="162"/>
                      <a:pt x="1698" y="496"/>
                      <a:pt x="1103" y="1091"/>
                    </a:cubicBezTo>
                    <a:cubicBezTo>
                      <a:pt x="508" y="1686"/>
                      <a:pt x="174" y="2493"/>
                      <a:pt x="174" y="3335"/>
                    </a:cubicBezTo>
                    <a:cubicBezTo>
                      <a:pt x="174" y="4176"/>
                      <a:pt x="508" y="4983"/>
                      <a:pt x="1103" y="5578"/>
                    </a:cubicBezTo>
                    <a:cubicBezTo>
                      <a:pt x="1698" y="6173"/>
                      <a:pt x="2505" y="6507"/>
                      <a:pt x="334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18" name="Freeform: Shape 11217">
                <a:extLst>
                  <a:ext uri="{FF2B5EF4-FFF2-40B4-BE49-F238E27FC236}">
                    <a16:creationId xmlns:a16="http://schemas.microsoft.com/office/drawing/2014/main" id="{206F2806-7413-E187-E4F5-F7925C6D97CF}"/>
                  </a:ext>
                </a:extLst>
              </p:cNvPr>
              <p:cNvSpPr/>
              <p:nvPr/>
            </p:nvSpPr>
            <p:spPr>
              <a:xfrm>
                <a:off x="8614551" y="5529277"/>
                <a:ext cx="6343" cy="6345"/>
              </a:xfrm>
              <a:custGeom>
                <a:avLst/>
                <a:gdLst>
                  <a:gd name="connsiteX0" fmla="*/ 3345 w 6343"/>
                  <a:gd name="connsiteY0" fmla="*/ 6507 h 6345"/>
                  <a:gd name="connsiteX1" fmla="*/ 5588 w 6343"/>
                  <a:gd name="connsiteY1" fmla="*/ 5578 h 6345"/>
                  <a:gd name="connsiteX2" fmla="*/ 6517 w 6343"/>
                  <a:gd name="connsiteY2" fmla="*/ 3334 h 6345"/>
                  <a:gd name="connsiteX3" fmla="*/ 5588 w 6343"/>
                  <a:gd name="connsiteY3" fmla="*/ 1091 h 6345"/>
                  <a:gd name="connsiteX4" fmla="*/ 3345 w 6343"/>
                  <a:gd name="connsiteY4" fmla="*/ 162 h 6345"/>
                  <a:gd name="connsiteX5" fmla="*/ 1103 w 6343"/>
                  <a:gd name="connsiteY5" fmla="*/ 1091 h 6345"/>
                  <a:gd name="connsiteX6" fmla="*/ 174 w 6343"/>
                  <a:gd name="connsiteY6" fmla="*/ 3334 h 6345"/>
                  <a:gd name="connsiteX7" fmla="*/ 1103 w 6343"/>
                  <a:gd name="connsiteY7" fmla="*/ 5578 h 6345"/>
                  <a:gd name="connsiteX8" fmla="*/ 334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507"/>
                    </a:moveTo>
                    <a:cubicBezTo>
                      <a:pt x="4187" y="6507"/>
                      <a:pt x="4993" y="6173"/>
                      <a:pt x="5588" y="5578"/>
                    </a:cubicBezTo>
                    <a:cubicBezTo>
                      <a:pt x="6183" y="4983"/>
                      <a:pt x="6517" y="4176"/>
                      <a:pt x="6517" y="3334"/>
                    </a:cubicBezTo>
                    <a:cubicBezTo>
                      <a:pt x="6517" y="2493"/>
                      <a:pt x="6183" y="1686"/>
                      <a:pt x="5588" y="1091"/>
                    </a:cubicBezTo>
                    <a:cubicBezTo>
                      <a:pt x="4993" y="496"/>
                      <a:pt x="4187" y="162"/>
                      <a:pt x="3345" y="162"/>
                    </a:cubicBezTo>
                    <a:cubicBezTo>
                      <a:pt x="2504" y="162"/>
                      <a:pt x="1698" y="496"/>
                      <a:pt x="1103" y="1091"/>
                    </a:cubicBezTo>
                    <a:cubicBezTo>
                      <a:pt x="508" y="1686"/>
                      <a:pt x="174" y="2493"/>
                      <a:pt x="174" y="3334"/>
                    </a:cubicBezTo>
                    <a:cubicBezTo>
                      <a:pt x="174" y="4176"/>
                      <a:pt x="508" y="4983"/>
                      <a:pt x="1103" y="5578"/>
                    </a:cubicBezTo>
                    <a:cubicBezTo>
                      <a:pt x="1698" y="6173"/>
                      <a:pt x="2504" y="6507"/>
                      <a:pt x="334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19" name="Freeform: Shape 11218">
                <a:extLst>
                  <a:ext uri="{FF2B5EF4-FFF2-40B4-BE49-F238E27FC236}">
                    <a16:creationId xmlns:a16="http://schemas.microsoft.com/office/drawing/2014/main" id="{102D5FEE-6823-F3C1-3C0D-69A3CB1BFE4A}"/>
                  </a:ext>
                </a:extLst>
              </p:cNvPr>
              <p:cNvSpPr/>
              <p:nvPr/>
            </p:nvSpPr>
            <p:spPr>
              <a:xfrm>
                <a:off x="7852743" y="5661858"/>
                <a:ext cx="6343" cy="6345"/>
              </a:xfrm>
              <a:custGeom>
                <a:avLst/>
                <a:gdLst>
                  <a:gd name="connsiteX0" fmla="*/ 3285 w 6343"/>
                  <a:gd name="connsiteY0" fmla="*/ 6517 h 6345"/>
                  <a:gd name="connsiteX1" fmla="*/ 5528 w 6343"/>
                  <a:gd name="connsiteY1" fmla="*/ 5588 h 6345"/>
                  <a:gd name="connsiteX2" fmla="*/ 6457 w 6343"/>
                  <a:gd name="connsiteY2" fmla="*/ 3345 h 6345"/>
                  <a:gd name="connsiteX3" fmla="*/ 5528 w 6343"/>
                  <a:gd name="connsiteY3" fmla="*/ 1101 h 6345"/>
                  <a:gd name="connsiteX4" fmla="*/ 3285 w 6343"/>
                  <a:gd name="connsiteY4" fmla="*/ 172 h 6345"/>
                  <a:gd name="connsiteX5" fmla="*/ 1043 w 6343"/>
                  <a:gd name="connsiteY5" fmla="*/ 1101 h 6345"/>
                  <a:gd name="connsiteX6" fmla="*/ 114 w 6343"/>
                  <a:gd name="connsiteY6" fmla="*/ 3345 h 6345"/>
                  <a:gd name="connsiteX7" fmla="*/ 1043 w 6343"/>
                  <a:gd name="connsiteY7" fmla="*/ 5588 h 6345"/>
                  <a:gd name="connsiteX8" fmla="*/ 3285 w 6343"/>
                  <a:gd name="connsiteY8" fmla="*/ 651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85" y="6517"/>
                    </a:moveTo>
                    <a:cubicBezTo>
                      <a:pt x="4126" y="6517"/>
                      <a:pt x="4933" y="6183"/>
                      <a:pt x="5528" y="5588"/>
                    </a:cubicBezTo>
                    <a:cubicBezTo>
                      <a:pt x="6123" y="4993"/>
                      <a:pt x="6457" y="4186"/>
                      <a:pt x="6457" y="3345"/>
                    </a:cubicBezTo>
                    <a:cubicBezTo>
                      <a:pt x="6457" y="2503"/>
                      <a:pt x="6123" y="1696"/>
                      <a:pt x="5528" y="1101"/>
                    </a:cubicBezTo>
                    <a:cubicBezTo>
                      <a:pt x="4933" y="506"/>
                      <a:pt x="4126" y="172"/>
                      <a:pt x="3285" y="172"/>
                    </a:cubicBezTo>
                    <a:cubicBezTo>
                      <a:pt x="2444" y="172"/>
                      <a:pt x="1637" y="506"/>
                      <a:pt x="1043" y="1101"/>
                    </a:cubicBezTo>
                    <a:cubicBezTo>
                      <a:pt x="448" y="1696"/>
                      <a:pt x="114" y="2503"/>
                      <a:pt x="114" y="3345"/>
                    </a:cubicBezTo>
                    <a:cubicBezTo>
                      <a:pt x="114" y="4186"/>
                      <a:pt x="448" y="4993"/>
                      <a:pt x="1043" y="5588"/>
                    </a:cubicBezTo>
                    <a:cubicBezTo>
                      <a:pt x="1637" y="6183"/>
                      <a:pt x="2444" y="6517"/>
                      <a:pt x="3285" y="651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20" name="Freeform: Shape 11219">
                <a:extLst>
                  <a:ext uri="{FF2B5EF4-FFF2-40B4-BE49-F238E27FC236}">
                    <a16:creationId xmlns:a16="http://schemas.microsoft.com/office/drawing/2014/main" id="{00A11C9A-66CC-F875-D07E-8E101248C912}"/>
                  </a:ext>
                </a:extLst>
              </p:cNvPr>
              <p:cNvSpPr/>
              <p:nvPr/>
            </p:nvSpPr>
            <p:spPr>
              <a:xfrm>
                <a:off x="7851802" y="5651793"/>
                <a:ext cx="6343" cy="6345"/>
              </a:xfrm>
              <a:custGeom>
                <a:avLst/>
                <a:gdLst>
                  <a:gd name="connsiteX0" fmla="*/ 3285 w 6343"/>
                  <a:gd name="connsiteY0" fmla="*/ 6517 h 6345"/>
                  <a:gd name="connsiteX1" fmla="*/ 5528 w 6343"/>
                  <a:gd name="connsiteY1" fmla="*/ 5587 h 6345"/>
                  <a:gd name="connsiteX2" fmla="*/ 6457 w 6343"/>
                  <a:gd name="connsiteY2" fmla="*/ 3344 h 6345"/>
                  <a:gd name="connsiteX3" fmla="*/ 5528 w 6343"/>
                  <a:gd name="connsiteY3" fmla="*/ 1100 h 6345"/>
                  <a:gd name="connsiteX4" fmla="*/ 3285 w 6343"/>
                  <a:gd name="connsiteY4" fmla="*/ 171 h 6345"/>
                  <a:gd name="connsiteX5" fmla="*/ 1043 w 6343"/>
                  <a:gd name="connsiteY5" fmla="*/ 1100 h 6345"/>
                  <a:gd name="connsiteX6" fmla="*/ 114 w 6343"/>
                  <a:gd name="connsiteY6" fmla="*/ 3344 h 6345"/>
                  <a:gd name="connsiteX7" fmla="*/ 1043 w 6343"/>
                  <a:gd name="connsiteY7" fmla="*/ 5587 h 6345"/>
                  <a:gd name="connsiteX8" fmla="*/ 3285 w 6343"/>
                  <a:gd name="connsiteY8" fmla="*/ 651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85" y="6517"/>
                    </a:moveTo>
                    <a:cubicBezTo>
                      <a:pt x="4126" y="6517"/>
                      <a:pt x="4933" y="6182"/>
                      <a:pt x="5528" y="5587"/>
                    </a:cubicBezTo>
                    <a:cubicBezTo>
                      <a:pt x="6123" y="4992"/>
                      <a:pt x="6457" y="4185"/>
                      <a:pt x="6457" y="3344"/>
                    </a:cubicBezTo>
                    <a:cubicBezTo>
                      <a:pt x="6457" y="2502"/>
                      <a:pt x="6123" y="1695"/>
                      <a:pt x="5528" y="1100"/>
                    </a:cubicBezTo>
                    <a:cubicBezTo>
                      <a:pt x="4933" y="505"/>
                      <a:pt x="4126" y="171"/>
                      <a:pt x="3285" y="171"/>
                    </a:cubicBezTo>
                    <a:cubicBezTo>
                      <a:pt x="2444" y="171"/>
                      <a:pt x="1637" y="505"/>
                      <a:pt x="1043" y="1100"/>
                    </a:cubicBezTo>
                    <a:cubicBezTo>
                      <a:pt x="448" y="1695"/>
                      <a:pt x="114" y="2502"/>
                      <a:pt x="114" y="3344"/>
                    </a:cubicBezTo>
                    <a:cubicBezTo>
                      <a:pt x="114" y="4185"/>
                      <a:pt x="448" y="4992"/>
                      <a:pt x="1043" y="5587"/>
                    </a:cubicBezTo>
                    <a:cubicBezTo>
                      <a:pt x="1637" y="6182"/>
                      <a:pt x="2444" y="6517"/>
                      <a:pt x="3285" y="651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21" name="Freeform: Shape 11220">
                <a:extLst>
                  <a:ext uri="{FF2B5EF4-FFF2-40B4-BE49-F238E27FC236}">
                    <a16:creationId xmlns:a16="http://schemas.microsoft.com/office/drawing/2014/main" id="{7149050B-B500-8DF2-2B8E-C6BD37D68AB9}"/>
                  </a:ext>
                </a:extLst>
              </p:cNvPr>
              <p:cNvSpPr/>
              <p:nvPr/>
            </p:nvSpPr>
            <p:spPr>
              <a:xfrm>
                <a:off x="7849637" y="5642011"/>
                <a:ext cx="6343" cy="6345"/>
              </a:xfrm>
              <a:custGeom>
                <a:avLst/>
                <a:gdLst>
                  <a:gd name="connsiteX0" fmla="*/ 3285 w 6343"/>
                  <a:gd name="connsiteY0" fmla="*/ 6516 h 6345"/>
                  <a:gd name="connsiteX1" fmla="*/ 5528 w 6343"/>
                  <a:gd name="connsiteY1" fmla="*/ 5587 h 6345"/>
                  <a:gd name="connsiteX2" fmla="*/ 6457 w 6343"/>
                  <a:gd name="connsiteY2" fmla="*/ 3343 h 6345"/>
                  <a:gd name="connsiteX3" fmla="*/ 5528 w 6343"/>
                  <a:gd name="connsiteY3" fmla="*/ 1100 h 6345"/>
                  <a:gd name="connsiteX4" fmla="*/ 3285 w 6343"/>
                  <a:gd name="connsiteY4" fmla="*/ 170 h 6345"/>
                  <a:gd name="connsiteX5" fmla="*/ 1042 w 6343"/>
                  <a:gd name="connsiteY5" fmla="*/ 1100 h 6345"/>
                  <a:gd name="connsiteX6" fmla="*/ 114 w 6343"/>
                  <a:gd name="connsiteY6" fmla="*/ 3343 h 6345"/>
                  <a:gd name="connsiteX7" fmla="*/ 1042 w 6343"/>
                  <a:gd name="connsiteY7" fmla="*/ 5587 h 6345"/>
                  <a:gd name="connsiteX8" fmla="*/ 3285 w 6343"/>
                  <a:gd name="connsiteY8" fmla="*/ 651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85" y="6516"/>
                    </a:moveTo>
                    <a:cubicBezTo>
                      <a:pt x="4126" y="6516"/>
                      <a:pt x="4933" y="6182"/>
                      <a:pt x="5528" y="5587"/>
                    </a:cubicBezTo>
                    <a:cubicBezTo>
                      <a:pt x="6122" y="4992"/>
                      <a:pt x="6457" y="4185"/>
                      <a:pt x="6457" y="3343"/>
                    </a:cubicBezTo>
                    <a:cubicBezTo>
                      <a:pt x="6457" y="2502"/>
                      <a:pt x="6122" y="1695"/>
                      <a:pt x="5528" y="1100"/>
                    </a:cubicBezTo>
                    <a:cubicBezTo>
                      <a:pt x="4933" y="505"/>
                      <a:pt x="4126" y="170"/>
                      <a:pt x="3285" y="170"/>
                    </a:cubicBezTo>
                    <a:cubicBezTo>
                      <a:pt x="2444" y="170"/>
                      <a:pt x="1637" y="505"/>
                      <a:pt x="1042" y="1100"/>
                    </a:cubicBezTo>
                    <a:cubicBezTo>
                      <a:pt x="448" y="1695"/>
                      <a:pt x="114" y="2502"/>
                      <a:pt x="114" y="3343"/>
                    </a:cubicBezTo>
                    <a:cubicBezTo>
                      <a:pt x="114" y="4185"/>
                      <a:pt x="448" y="4992"/>
                      <a:pt x="1042" y="5587"/>
                    </a:cubicBezTo>
                    <a:cubicBezTo>
                      <a:pt x="1637" y="6182"/>
                      <a:pt x="2444" y="6516"/>
                      <a:pt x="3285" y="651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22" name="Freeform: Shape 11221">
                <a:extLst>
                  <a:ext uri="{FF2B5EF4-FFF2-40B4-BE49-F238E27FC236}">
                    <a16:creationId xmlns:a16="http://schemas.microsoft.com/office/drawing/2014/main" id="{953443DC-EFAC-6DE2-1BE7-321211BED565}"/>
                  </a:ext>
                </a:extLst>
              </p:cNvPr>
              <p:cNvSpPr/>
              <p:nvPr/>
            </p:nvSpPr>
            <p:spPr>
              <a:xfrm>
                <a:off x="7850294" y="5631631"/>
                <a:ext cx="6343" cy="6345"/>
              </a:xfrm>
              <a:custGeom>
                <a:avLst/>
                <a:gdLst>
                  <a:gd name="connsiteX0" fmla="*/ 3285 w 6343"/>
                  <a:gd name="connsiteY0" fmla="*/ 6515 h 6345"/>
                  <a:gd name="connsiteX1" fmla="*/ 5528 w 6343"/>
                  <a:gd name="connsiteY1" fmla="*/ 5586 h 6345"/>
                  <a:gd name="connsiteX2" fmla="*/ 6457 w 6343"/>
                  <a:gd name="connsiteY2" fmla="*/ 3342 h 6345"/>
                  <a:gd name="connsiteX3" fmla="*/ 5528 w 6343"/>
                  <a:gd name="connsiteY3" fmla="*/ 1099 h 6345"/>
                  <a:gd name="connsiteX4" fmla="*/ 3285 w 6343"/>
                  <a:gd name="connsiteY4" fmla="*/ 170 h 6345"/>
                  <a:gd name="connsiteX5" fmla="*/ 1043 w 6343"/>
                  <a:gd name="connsiteY5" fmla="*/ 1099 h 6345"/>
                  <a:gd name="connsiteX6" fmla="*/ 114 w 6343"/>
                  <a:gd name="connsiteY6" fmla="*/ 3342 h 6345"/>
                  <a:gd name="connsiteX7" fmla="*/ 1043 w 6343"/>
                  <a:gd name="connsiteY7" fmla="*/ 5586 h 6345"/>
                  <a:gd name="connsiteX8" fmla="*/ 3285 w 6343"/>
                  <a:gd name="connsiteY8" fmla="*/ 651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85" y="6515"/>
                    </a:moveTo>
                    <a:cubicBezTo>
                      <a:pt x="4126" y="6515"/>
                      <a:pt x="4933" y="6181"/>
                      <a:pt x="5528" y="5586"/>
                    </a:cubicBezTo>
                    <a:cubicBezTo>
                      <a:pt x="6123" y="4991"/>
                      <a:pt x="6457" y="4184"/>
                      <a:pt x="6457" y="3342"/>
                    </a:cubicBezTo>
                    <a:cubicBezTo>
                      <a:pt x="6457" y="2501"/>
                      <a:pt x="6123" y="1694"/>
                      <a:pt x="5528" y="1099"/>
                    </a:cubicBezTo>
                    <a:cubicBezTo>
                      <a:pt x="4933" y="504"/>
                      <a:pt x="4126" y="170"/>
                      <a:pt x="3285" y="170"/>
                    </a:cubicBezTo>
                    <a:cubicBezTo>
                      <a:pt x="2444" y="170"/>
                      <a:pt x="1637" y="504"/>
                      <a:pt x="1043" y="1099"/>
                    </a:cubicBezTo>
                    <a:cubicBezTo>
                      <a:pt x="448" y="1694"/>
                      <a:pt x="114" y="2501"/>
                      <a:pt x="114" y="3342"/>
                    </a:cubicBezTo>
                    <a:cubicBezTo>
                      <a:pt x="114" y="4184"/>
                      <a:pt x="448" y="4991"/>
                      <a:pt x="1043" y="5586"/>
                    </a:cubicBezTo>
                    <a:cubicBezTo>
                      <a:pt x="1637" y="6181"/>
                      <a:pt x="2444" y="6515"/>
                      <a:pt x="3285" y="6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23" name="Freeform: Shape 11222">
                <a:extLst>
                  <a:ext uri="{FF2B5EF4-FFF2-40B4-BE49-F238E27FC236}">
                    <a16:creationId xmlns:a16="http://schemas.microsoft.com/office/drawing/2014/main" id="{D150CC77-EBEF-0F9A-E33D-E8D356597C7F}"/>
                  </a:ext>
                </a:extLst>
              </p:cNvPr>
              <p:cNvSpPr/>
              <p:nvPr/>
            </p:nvSpPr>
            <p:spPr>
              <a:xfrm>
                <a:off x="7849482" y="5621587"/>
                <a:ext cx="6343" cy="6345"/>
              </a:xfrm>
              <a:custGeom>
                <a:avLst/>
                <a:gdLst>
                  <a:gd name="connsiteX0" fmla="*/ 3285 w 6343"/>
                  <a:gd name="connsiteY0" fmla="*/ 6514 h 6345"/>
                  <a:gd name="connsiteX1" fmla="*/ 5528 w 6343"/>
                  <a:gd name="connsiteY1" fmla="*/ 5585 h 6345"/>
                  <a:gd name="connsiteX2" fmla="*/ 6457 w 6343"/>
                  <a:gd name="connsiteY2" fmla="*/ 3341 h 6345"/>
                  <a:gd name="connsiteX3" fmla="*/ 5528 w 6343"/>
                  <a:gd name="connsiteY3" fmla="*/ 1098 h 6345"/>
                  <a:gd name="connsiteX4" fmla="*/ 3285 w 6343"/>
                  <a:gd name="connsiteY4" fmla="*/ 169 h 6345"/>
                  <a:gd name="connsiteX5" fmla="*/ 1042 w 6343"/>
                  <a:gd name="connsiteY5" fmla="*/ 1098 h 6345"/>
                  <a:gd name="connsiteX6" fmla="*/ 114 w 6343"/>
                  <a:gd name="connsiteY6" fmla="*/ 3341 h 6345"/>
                  <a:gd name="connsiteX7" fmla="*/ 1042 w 6343"/>
                  <a:gd name="connsiteY7" fmla="*/ 5585 h 6345"/>
                  <a:gd name="connsiteX8" fmla="*/ 3285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85" y="6514"/>
                    </a:moveTo>
                    <a:cubicBezTo>
                      <a:pt x="4126" y="6514"/>
                      <a:pt x="4933" y="6180"/>
                      <a:pt x="5528" y="5585"/>
                    </a:cubicBezTo>
                    <a:cubicBezTo>
                      <a:pt x="6122" y="4990"/>
                      <a:pt x="6457" y="4183"/>
                      <a:pt x="6457" y="3341"/>
                    </a:cubicBezTo>
                    <a:cubicBezTo>
                      <a:pt x="6457" y="2500"/>
                      <a:pt x="6122" y="1693"/>
                      <a:pt x="5528" y="1098"/>
                    </a:cubicBezTo>
                    <a:cubicBezTo>
                      <a:pt x="4933" y="503"/>
                      <a:pt x="4126" y="169"/>
                      <a:pt x="3285" y="169"/>
                    </a:cubicBezTo>
                    <a:cubicBezTo>
                      <a:pt x="2444" y="169"/>
                      <a:pt x="1637" y="503"/>
                      <a:pt x="1042" y="1098"/>
                    </a:cubicBezTo>
                    <a:cubicBezTo>
                      <a:pt x="448" y="1693"/>
                      <a:pt x="114" y="2500"/>
                      <a:pt x="114" y="3341"/>
                    </a:cubicBezTo>
                    <a:cubicBezTo>
                      <a:pt x="114" y="4183"/>
                      <a:pt x="448" y="4990"/>
                      <a:pt x="1042" y="5585"/>
                    </a:cubicBezTo>
                    <a:cubicBezTo>
                      <a:pt x="1637" y="6180"/>
                      <a:pt x="2444" y="6514"/>
                      <a:pt x="3285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24" name="Freeform: Shape 11223">
                <a:extLst>
                  <a:ext uri="{FF2B5EF4-FFF2-40B4-BE49-F238E27FC236}">
                    <a16:creationId xmlns:a16="http://schemas.microsoft.com/office/drawing/2014/main" id="{6B4E5535-3123-6369-EECB-1B94A4E09E49}"/>
                  </a:ext>
                </a:extLst>
              </p:cNvPr>
              <p:cNvSpPr/>
              <p:nvPr/>
            </p:nvSpPr>
            <p:spPr>
              <a:xfrm>
                <a:off x="7848611" y="5611571"/>
                <a:ext cx="6343" cy="6345"/>
              </a:xfrm>
              <a:custGeom>
                <a:avLst/>
                <a:gdLst>
                  <a:gd name="connsiteX0" fmla="*/ 3285 w 6343"/>
                  <a:gd name="connsiteY0" fmla="*/ 6513 h 6345"/>
                  <a:gd name="connsiteX1" fmla="*/ 5528 w 6343"/>
                  <a:gd name="connsiteY1" fmla="*/ 5584 h 6345"/>
                  <a:gd name="connsiteX2" fmla="*/ 6457 w 6343"/>
                  <a:gd name="connsiteY2" fmla="*/ 3341 h 6345"/>
                  <a:gd name="connsiteX3" fmla="*/ 5528 w 6343"/>
                  <a:gd name="connsiteY3" fmla="*/ 1097 h 6345"/>
                  <a:gd name="connsiteX4" fmla="*/ 3285 w 6343"/>
                  <a:gd name="connsiteY4" fmla="*/ 168 h 6345"/>
                  <a:gd name="connsiteX5" fmla="*/ 1042 w 6343"/>
                  <a:gd name="connsiteY5" fmla="*/ 1097 h 6345"/>
                  <a:gd name="connsiteX6" fmla="*/ 113 w 6343"/>
                  <a:gd name="connsiteY6" fmla="*/ 3341 h 6345"/>
                  <a:gd name="connsiteX7" fmla="*/ 1042 w 6343"/>
                  <a:gd name="connsiteY7" fmla="*/ 5584 h 6345"/>
                  <a:gd name="connsiteX8" fmla="*/ 3285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85" y="6513"/>
                    </a:moveTo>
                    <a:cubicBezTo>
                      <a:pt x="4126" y="6513"/>
                      <a:pt x="4933" y="6179"/>
                      <a:pt x="5528" y="5584"/>
                    </a:cubicBezTo>
                    <a:cubicBezTo>
                      <a:pt x="6122" y="4989"/>
                      <a:pt x="6457" y="4182"/>
                      <a:pt x="6457" y="3341"/>
                    </a:cubicBezTo>
                    <a:cubicBezTo>
                      <a:pt x="6457" y="2499"/>
                      <a:pt x="6122" y="1692"/>
                      <a:pt x="5528" y="1097"/>
                    </a:cubicBezTo>
                    <a:cubicBezTo>
                      <a:pt x="4933" y="502"/>
                      <a:pt x="4126" y="168"/>
                      <a:pt x="3285" y="168"/>
                    </a:cubicBezTo>
                    <a:cubicBezTo>
                      <a:pt x="2444" y="168"/>
                      <a:pt x="1637" y="502"/>
                      <a:pt x="1042" y="1097"/>
                    </a:cubicBezTo>
                    <a:cubicBezTo>
                      <a:pt x="448" y="1692"/>
                      <a:pt x="113" y="2499"/>
                      <a:pt x="113" y="3341"/>
                    </a:cubicBezTo>
                    <a:cubicBezTo>
                      <a:pt x="113" y="4182"/>
                      <a:pt x="448" y="4989"/>
                      <a:pt x="1042" y="5584"/>
                    </a:cubicBezTo>
                    <a:cubicBezTo>
                      <a:pt x="1637" y="6179"/>
                      <a:pt x="2444" y="6513"/>
                      <a:pt x="3285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25" name="Freeform: Shape 11224">
                <a:extLst>
                  <a:ext uri="{FF2B5EF4-FFF2-40B4-BE49-F238E27FC236}">
                    <a16:creationId xmlns:a16="http://schemas.microsoft.com/office/drawing/2014/main" id="{EFB35A8C-AD68-B9F7-8056-D4D6C5ABD02C}"/>
                  </a:ext>
                </a:extLst>
              </p:cNvPr>
              <p:cNvSpPr/>
              <p:nvPr/>
            </p:nvSpPr>
            <p:spPr>
              <a:xfrm>
                <a:off x="7846693" y="5601770"/>
                <a:ext cx="6343" cy="6345"/>
              </a:xfrm>
              <a:custGeom>
                <a:avLst/>
                <a:gdLst>
                  <a:gd name="connsiteX0" fmla="*/ 3285 w 6343"/>
                  <a:gd name="connsiteY0" fmla="*/ 6513 h 6345"/>
                  <a:gd name="connsiteX1" fmla="*/ 5528 w 6343"/>
                  <a:gd name="connsiteY1" fmla="*/ 5583 h 6345"/>
                  <a:gd name="connsiteX2" fmla="*/ 6456 w 6343"/>
                  <a:gd name="connsiteY2" fmla="*/ 3340 h 6345"/>
                  <a:gd name="connsiteX3" fmla="*/ 5528 w 6343"/>
                  <a:gd name="connsiteY3" fmla="*/ 1096 h 6345"/>
                  <a:gd name="connsiteX4" fmla="*/ 3285 w 6343"/>
                  <a:gd name="connsiteY4" fmla="*/ 167 h 6345"/>
                  <a:gd name="connsiteX5" fmla="*/ 1042 w 6343"/>
                  <a:gd name="connsiteY5" fmla="*/ 1096 h 6345"/>
                  <a:gd name="connsiteX6" fmla="*/ 113 w 6343"/>
                  <a:gd name="connsiteY6" fmla="*/ 3340 h 6345"/>
                  <a:gd name="connsiteX7" fmla="*/ 1042 w 6343"/>
                  <a:gd name="connsiteY7" fmla="*/ 5583 h 6345"/>
                  <a:gd name="connsiteX8" fmla="*/ 3285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85" y="6513"/>
                    </a:moveTo>
                    <a:cubicBezTo>
                      <a:pt x="4126" y="6513"/>
                      <a:pt x="4933" y="6178"/>
                      <a:pt x="5528" y="5583"/>
                    </a:cubicBezTo>
                    <a:cubicBezTo>
                      <a:pt x="6122" y="4988"/>
                      <a:pt x="6456" y="4181"/>
                      <a:pt x="6456" y="3340"/>
                    </a:cubicBezTo>
                    <a:cubicBezTo>
                      <a:pt x="6456" y="2499"/>
                      <a:pt x="6122" y="1691"/>
                      <a:pt x="5528" y="1096"/>
                    </a:cubicBezTo>
                    <a:cubicBezTo>
                      <a:pt x="4933" y="502"/>
                      <a:pt x="4126" y="167"/>
                      <a:pt x="3285" y="167"/>
                    </a:cubicBezTo>
                    <a:cubicBezTo>
                      <a:pt x="2444" y="167"/>
                      <a:pt x="1637" y="502"/>
                      <a:pt x="1042" y="1096"/>
                    </a:cubicBezTo>
                    <a:cubicBezTo>
                      <a:pt x="448" y="1691"/>
                      <a:pt x="113" y="2499"/>
                      <a:pt x="113" y="3340"/>
                    </a:cubicBezTo>
                    <a:cubicBezTo>
                      <a:pt x="113" y="4181"/>
                      <a:pt x="448" y="4988"/>
                      <a:pt x="1042" y="5583"/>
                    </a:cubicBezTo>
                    <a:cubicBezTo>
                      <a:pt x="1637" y="6178"/>
                      <a:pt x="2444" y="6513"/>
                      <a:pt x="3285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26" name="Freeform: Shape 11225">
                <a:extLst>
                  <a:ext uri="{FF2B5EF4-FFF2-40B4-BE49-F238E27FC236}">
                    <a16:creationId xmlns:a16="http://schemas.microsoft.com/office/drawing/2014/main" id="{089AF3B6-7227-4978-E328-FB5EA99E5FD8}"/>
                  </a:ext>
                </a:extLst>
              </p:cNvPr>
              <p:cNvSpPr/>
              <p:nvPr/>
            </p:nvSpPr>
            <p:spPr>
              <a:xfrm>
                <a:off x="7843355" y="5592233"/>
                <a:ext cx="6343" cy="6345"/>
              </a:xfrm>
              <a:custGeom>
                <a:avLst/>
                <a:gdLst>
                  <a:gd name="connsiteX0" fmla="*/ 3285 w 6343"/>
                  <a:gd name="connsiteY0" fmla="*/ 6512 h 6345"/>
                  <a:gd name="connsiteX1" fmla="*/ 5527 w 6343"/>
                  <a:gd name="connsiteY1" fmla="*/ 5583 h 6345"/>
                  <a:gd name="connsiteX2" fmla="*/ 6456 w 6343"/>
                  <a:gd name="connsiteY2" fmla="*/ 3339 h 6345"/>
                  <a:gd name="connsiteX3" fmla="*/ 5527 w 6343"/>
                  <a:gd name="connsiteY3" fmla="*/ 1096 h 6345"/>
                  <a:gd name="connsiteX4" fmla="*/ 3285 w 6343"/>
                  <a:gd name="connsiteY4" fmla="*/ 166 h 6345"/>
                  <a:gd name="connsiteX5" fmla="*/ 1042 w 6343"/>
                  <a:gd name="connsiteY5" fmla="*/ 1096 h 6345"/>
                  <a:gd name="connsiteX6" fmla="*/ 113 w 6343"/>
                  <a:gd name="connsiteY6" fmla="*/ 3339 h 6345"/>
                  <a:gd name="connsiteX7" fmla="*/ 1042 w 6343"/>
                  <a:gd name="connsiteY7" fmla="*/ 5583 h 6345"/>
                  <a:gd name="connsiteX8" fmla="*/ 3285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85" y="6512"/>
                    </a:moveTo>
                    <a:cubicBezTo>
                      <a:pt x="4126" y="6512"/>
                      <a:pt x="4932" y="6178"/>
                      <a:pt x="5527" y="5583"/>
                    </a:cubicBezTo>
                    <a:cubicBezTo>
                      <a:pt x="6122" y="4988"/>
                      <a:pt x="6456" y="4181"/>
                      <a:pt x="6456" y="3339"/>
                    </a:cubicBezTo>
                    <a:cubicBezTo>
                      <a:pt x="6456" y="2498"/>
                      <a:pt x="6122" y="1691"/>
                      <a:pt x="5527" y="1096"/>
                    </a:cubicBezTo>
                    <a:cubicBezTo>
                      <a:pt x="4932" y="501"/>
                      <a:pt x="4126" y="166"/>
                      <a:pt x="3285" y="166"/>
                    </a:cubicBezTo>
                    <a:cubicBezTo>
                      <a:pt x="2444" y="166"/>
                      <a:pt x="1637" y="501"/>
                      <a:pt x="1042" y="1096"/>
                    </a:cubicBezTo>
                    <a:cubicBezTo>
                      <a:pt x="447" y="1691"/>
                      <a:pt x="113" y="2498"/>
                      <a:pt x="113" y="3339"/>
                    </a:cubicBezTo>
                    <a:cubicBezTo>
                      <a:pt x="113" y="4181"/>
                      <a:pt x="447" y="4988"/>
                      <a:pt x="1042" y="5583"/>
                    </a:cubicBezTo>
                    <a:cubicBezTo>
                      <a:pt x="1637" y="6178"/>
                      <a:pt x="2444" y="6512"/>
                      <a:pt x="3285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27" name="Freeform: Shape 11226">
                <a:extLst>
                  <a:ext uri="{FF2B5EF4-FFF2-40B4-BE49-F238E27FC236}">
                    <a16:creationId xmlns:a16="http://schemas.microsoft.com/office/drawing/2014/main" id="{B63B3593-644E-EBAA-C0D8-0EFF646924D2}"/>
                  </a:ext>
                </a:extLst>
              </p:cNvPr>
              <p:cNvSpPr/>
              <p:nvPr/>
            </p:nvSpPr>
            <p:spPr>
              <a:xfrm>
                <a:off x="7837172" y="5583189"/>
                <a:ext cx="6343" cy="6345"/>
              </a:xfrm>
              <a:custGeom>
                <a:avLst/>
                <a:gdLst>
                  <a:gd name="connsiteX0" fmla="*/ 3284 w 6343"/>
                  <a:gd name="connsiteY0" fmla="*/ 6511 h 6345"/>
                  <a:gd name="connsiteX1" fmla="*/ 5527 w 6343"/>
                  <a:gd name="connsiteY1" fmla="*/ 5582 h 6345"/>
                  <a:gd name="connsiteX2" fmla="*/ 6456 w 6343"/>
                  <a:gd name="connsiteY2" fmla="*/ 3338 h 6345"/>
                  <a:gd name="connsiteX3" fmla="*/ 5527 w 6343"/>
                  <a:gd name="connsiteY3" fmla="*/ 1095 h 6345"/>
                  <a:gd name="connsiteX4" fmla="*/ 3284 w 6343"/>
                  <a:gd name="connsiteY4" fmla="*/ 166 h 6345"/>
                  <a:gd name="connsiteX5" fmla="*/ 1041 w 6343"/>
                  <a:gd name="connsiteY5" fmla="*/ 1095 h 6345"/>
                  <a:gd name="connsiteX6" fmla="*/ 113 w 6343"/>
                  <a:gd name="connsiteY6" fmla="*/ 3338 h 6345"/>
                  <a:gd name="connsiteX7" fmla="*/ 1041 w 6343"/>
                  <a:gd name="connsiteY7" fmla="*/ 5582 h 6345"/>
                  <a:gd name="connsiteX8" fmla="*/ 3284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84" y="6511"/>
                    </a:moveTo>
                    <a:cubicBezTo>
                      <a:pt x="4125" y="6511"/>
                      <a:pt x="4932" y="6177"/>
                      <a:pt x="5527" y="5582"/>
                    </a:cubicBezTo>
                    <a:cubicBezTo>
                      <a:pt x="6122" y="4987"/>
                      <a:pt x="6456" y="4180"/>
                      <a:pt x="6456" y="3338"/>
                    </a:cubicBezTo>
                    <a:cubicBezTo>
                      <a:pt x="6456" y="2497"/>
                      <a:pt x="6122" y="1690"/>
                      <a:pt x="5527" y="1095"/>
                    </a:cubicBezTo>
                    <a:cubicBezTo>
                      <a:pt x="4932" y="500"/>
                      <a:pt x="4125" y="166"/>
                      <a:pt x="3284" y="166"/>
                    </a:cubicBezTo>
                    <a:cubicBezTo>
                      <a:pt x="2443" y="166"/>
                      <a:pt x="1636" y="500"/>
                      <a:pt x="1041" y="1095"/>
                    </a:cubicBezTo>
                    <a:cubicBezTo>
                      <a:pt x="447" y="1690"/>
                      <a:pt x="113" y="2497"/>
                      <a:pt x="113" y="3338"/>
                    </a:cubicBezTo>
                    <a:cubicBezTo>
                      <a:pt x="113" y="4180"/>
                      <a:pt x="447" y="4987"/>
                      <a:pt x="1041" y="5582"/>
                    </a:cubicBezTo>
                    <a:cubicBezTo>
                      <a:pt x="1636" y="6177"/>
                      <a:pt x="2443" y="6511"/>
                      <a:pt x="3284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28" name="Freeform: Shape 11227">
                <a:extLst>
                  <a:ext uri="{FF2B5EF4-FFF2-40B4-BE49-F238E27FC236}">
                    <a16:creationId xmlns:a16="http://schemas.microsoft.com/office/drawing/2014/main" id="{B645CAE7-F07D-8C12-D2DF-C04E43119F5A}"/>
                  </a:ext>
                </a:extLst>
              </p:cNvPr>
              <p:cNvSpPr/>
              <p:nvPr/>
            </p:nvSpPr>
            <p:spPr>
              <a:xfrm>
                <a:off x="7822237" y="5565362"/>
                <a:ext cx="6343" cy="6345"/>
              </a:xfrm>
              <a:custGeom>
                <a:avLst/>
                <a:gdLst>
                  <a:gd name="connsiteX0" fmla="*/ 3283 w 6343"/>
                  <a:gd name="connsiteY0" fmla="*/ 6510 h 6345"/>
                  <a:gd name="connsiteX1" fmla="*/ 5526 w 6343"/>
                  <a:gd name="connsiteY1" fmla="*/ 5581 h 6345"/>
                  <a:gd name="connsiteX2" fmla="*/ 6455 w 6343"/>
                  <a:gd name="connsiteY2" fmla="*/ 3337 h 6345"/>
                  <a:gd name="connsiteX3" fmla="*/ 5526 w 6343"/>
                  <a:gd name="connsiteY3" fmla="*/ 1094 h 6345"/>
                  <a:gd name="connsiteX4" fmla="*/ 3283 w 6343"/>
                  <a:gd name="connsiteY4" fmla="*/ 164 h 6345"/>
                  <a:gd name="connsiteX5" fmla="*/ 1040 w 6343"/>
                  <a:gd name="connsiteY5" fmla="*/ 1094 h 6345"/>
                  <a:gd name="connsiteX6" fmla="*/ 111 w 6343"/>
                  <a:gd name="connsiteY6" fmla="*/ 3337 h 6345"/>
                  <a:gd name="connsiteX7" fmla="*/ 1040 w 6343"/>
                  <a:gd name="connsiteY7" fmla="*/ 5581 h 6345"/>
                  <a:gd name="connsiteX8" fmla="*/ 3283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283" y="6510"/>
                    </a:moveTo>
                    <a:cubicBezTo>
                      <a:pt x="4124" y="6510"/>
                      <a:pt x="4931" y="6175"/>
                      <a:pt x="5526" y="5581"/>
                    </a:cubicBezTo>
                    <a:cubicBezTo>
                      <a:pt x="6120" y="4986"/>
                      <a:pt x="6455" y="4178"/>
                      <a:pt x="6455" y="3337"/>
                    </a:cubicBezTo>
                    <a:cubicBezTo>
                      <a:pt x="6455" y="2496"/>
                      <a:pt x="6120" y="1689"/>
                      <a:pt x="5526" y="1094"/>
                    </a:cubicBezTo>
                    <a:cubicBezTo>
                      <a:pt x="4931" y="499"/>
                      <a:pt x="4124" y="164"/>
                      <a:pt x="3283" y="164"/>
                    </a:cubicBezTo>
                    <a:cubicBezTo>
                      <a:pt x="2442" y="164"/>
                      <a:pt x="1635" y="499"/>
                      <a:pt x="1040" y="1094"/>
                    </a:cubicBezTo>
                    <a:cubicBezTo>
                      <a:pt x="446" y="1689"/>
                      <a:pt x="111" y="2496"/>
                      <a:pt x="111" y="3337"/>
                    </a:cubicBezTo>
                    <a:cubicBezTo>
                      <a:pt x="111" y="4178"/>
                      <a:pt x="446" y="4986"/>
                      <a:pt x="1040" y="5581"/>
                    </a:cubicBezTo>
                    <a:cubicBezTo>
                      <a:pt x="1635" y="6175"/>
                      <a:pt x="2442" y="6510"/>
                      <a:pt x="3283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29" name="Freeform: Shape 11228">
                <a:extLst>
                  <a:ext uri="{FF2B5EF4-FFF2-40B4-BE49-F238E27FC236}">
                    <a16:creationId xmlns:a16="http://schemas.microsoft.com/office/drawing/2014/main" id="{3EA246BC-A97E-7A91-C68B-AD422A76626F}"/>
                  </a:ext>
                </a:extLst>
              </p:cNvPr>
              <p:cNvSpPr/>
              <p:nvPr/>
            </p:nvSpPr>
            <p:spPr>
              <a:xfrm>
                <a:off x="8509413" y="5357277"/>
                <a:ext cx="6343" cy="6345"/>
              </a:xfrm>
              <a:custGeom>
                <a:avLst/>
                <a:gdLst>
                  <a:gd name="connsiteX0" fmla="*/ 3337 w 6343"/>
                  <a:gd name="connsiteY0" fmla="*/ 6493 h 6345"/>
                  <a:gd name="connsiteX1" fmla="*/ 5580 w 6343"/>
                  <a:gd name="connsiteY1" fmla="*/ 5564 h 6345"/>
                  <a:gd name="connsiteX2" fmla="*/ 6509 w 6343"/>
                  <a:gd name="connsiteY2" fmla="*/ 3321 h 6345"/>
                  <a:gd name="connsiteX3" fmla="*/ 5580 w 6343"/>
                  <a:gd name="connsiteY3" fmla="*/ 1077 h 6345"/>
                  <a:gd name="connsiteX4" fmla="*/ 3337 w 6343"/>
                  <a:gd name="connsiteY4" fmla="*/ 148 h 6345"/>
                  <a:gd name="connsiteX5" fmla="*/ 1094 w 6343"/>
                  <a:gd name="connsiteY5" fmla="*/ 1077 h 6345"/>
                  <a:gd name="connsiteX6" fmla="*/ 166 w 6343"/>
                  <a:gd name="connsiteY6" fmla="*/ 3321 h 6345"/>
                  <a:gd name="connsiteX7" fmla="*/ 1094 w 6343"/>
                  <a:gd name="connsiteY7" fmla="*/ 5564 h 6345"/>
                  <a:gd name="connsiteX8" fmla="*/ 3337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7" y="6493"/>
                    </a:moveTo>
                    <a:cubicBezTo>
                      <a:pt x="4178" y="6493"/>
                      <a:pt x="4985" y="6159"/>
                      <a:pt x="5580" y="5564"/>
                    </a:cubicBezTo>
                    <a:cubicBezTo>
                      <a:pt x="6174" y="4969"/>
                      <a:pt x="6509" y="4162"/>
                      <a:pt x="6509" y="3321"/>
                    </a:cubicBezTo>
                    <a:cubicBezTo>
                      <a:pt x="6509" y="2479"/>
                      <a:pt x="6174" y="1672"/>
                      <a:pt x="5580" y="1077"/>
                    </a:cubicBezTo>
                    <a:cubicBezTo>
                      <a:pt x="4985" y="482"/>
                      <a:pt x="4178" y="148"/>
                      <a:pt x="3337" y="148"/>
                    </a:cubicBezTo>
                    <a:cubicBezTo>
                      <a:pt x="2496" y="148"/>
                      <a:pt x="1689" y="482"/>
                      <a:pt x="1094" y="1077"/>
                    </a:cubicBezTo>
                    <a:cubicBezTo>
                      <a:pt x="500" y="1672"/>
                      <a:pt x="166" y="2479"/>
                      <a:pt x="166" y="3321"/>
                    </a:cubicBezTo>
                    <a:cubicBezTo>
                      <a:pt x="166" y="4162"/>
                      <a:pt x="500" y="4969"/>
                      <a:pt x="1094" y="5564"/>
                    </a:cubicBezTo>
                    <a:cubicBezTo>
                      <a:pt x="1689" y="6159"/>
                      <a:pt x="2496" y="6493"/>
                      <a:pt x="3337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30" name="Freeform: Shape 11229">
                <a:extLst>
                  <a:ext uri="{FF2B5EF4-FFF2-40B4-BE49-F238E27FC236}">
                    <a16:creationId xmlns:a16="http://schemas.microsoft.com/office/drawing/2014/main" id="{D3835797-4EA3-00A9-0009-D20A52F3FFAA}"/>
                  </a:ext>
                </a:extLst>
              </p:cNvPr>
              <p:cNvSpPr/>
              <p:nvPr/>
            </p:nvSpPr>
            <p:spPr>
              <a:xfrm>
                <a:off x="8506027" y="5340168"/>
                <a:ext cx="6343" cy="6345"/>
              </a:xfrm>
              <a:custGeom>
                <a:avLst/>
                <a:gdLst>
                  <a:gd name="connsiteX0" fmla="*/ 3337 w 6343"/>
                  <a:gd name="connsiteY0" fmla="*/ 6492 h 6345"/>
                  <a:gd name="connsiteX1" fmla="*/ 5579 w 6343"/>
                  <a:gd name="connsiteY1" fmla="*/ 5563 h 6345"/>
                  <a:gd name="connsiteX2" fmla="*/ 6508 w 6343"/>
                  <a:gd name="connsiteY2" fmla="*/ 3319 h 6345"/>
                  <a:gd name="connsiteX3" fmla="*/ 5579 w 6343"/>
                  <a:gd name="connsiteY3" fmla="*/ 1076 h 6345"/>
                  <a:gd name="connsiteX4" fmla="*/ 3337 w 6343"/>
                  <a:gd name="connsiteY4" fmla="*/ 147 h 6345"/>
                  <a:gd name="connsiteX5" fmla="*/ 1094 w 6343"/>
                  <a:gd name="connsiteY5" fmla="*/ 1076 h 6345"/>
                  <a:gd name="connsiteX6" fmla="*/ 165 w 6343"/>
                  <a:gd name="connsiteY6" fmla="*/ 3319 h 6345"/>
                  <a:gd name="connsiteX7" fmla="*/ 1094 w 6343"/>
                  <a:gd name="connsiteY7" fmla="*/ 5563 h 6345"/>
                  <a:gd name="connsiteX8" fmla="*/ 3337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7" y="6492"/>
                    </a:moveTo>
                    <a:cubicBezTo>
                      <a:pt x="4178" y="6492"/>
                      <a:pt x="4985" y="6158"/>
                      <a:pt x="5579" y="5563"/>
                    </a:cubicBezTo>
                    <a:cubicBezTo>
                      <a:pt x="6174" y="4968"/>
                      <a:pt x="6508" y="4161"/>
                      <a:pt x="6508" y="3319"/>
                    </a:cubicBezTo>
                    <a:cubicBezTo>
                      <a:pt x="6508" y="2478"/>
                      <a:pt x="6174" y="1671"/>
                      <a:pt x="5579" y="1076"/>
                    </a:cubicBezTo>
                    <a:cubicBezTo>
                      <a:pt x="4985" y="481"/>
                      <a:pt x="4178" y="147"/>
                      <a:pt x="3337" y="147"/>
                    </a:cubicBezTo>
                    <a:cubicBezTo>
                      <a:pt x="2496" y="147"/>
                      <a:pt x="1689" y="481"/>
                      <a:pt x="1094" y="1076"/>
                    </a:cubicBezTo>
                    <a:cubicBezTo>
                      <a:pt x="499" y="1671"/>
                      <a:pt x="165" y="2478"/>
                      <a:pt x="165" y="3319"/>
                    </a:cubicBezTo>
                    <a:cubicBezTo>
                      <a:pt x="165" y="4161"/>
                      <a:pt x="499" y="4968"/>
                      <a:pt x="1094" y="5563"/>
                    </a:cubicBezTo>
                    <a:cubicBezTo>
                      <a:pt x="1689" y="6158"/>
                      <a:pt x="2496" y="6492"/>
                      <a:pt x="3337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31" name="Freeform: Shape 11230">
                <a:extLst>
                  <a:ext uri="{FF2B5EF4-FFF2-40B4-BE49-F238E27FC236}">
                    <a16:creationId xmlns:a16="http://schemas.microsoft.com/office/drawing/2014/main" id="{89773D29-ED54-9B70-2096-B1D6CAD120AC}"/>
                  </a:ext>
                </a:extLst>
              </p:cNvPr>
              <p:cNvSpPr/>
              <p:nvPr/>
            </p:nvSpPr>
            <p:spPr>
              <a:xfrm>
                <a:off x="8504946" y="5334442"/>
                <a:ext cx="6343" cy="6345"/>
              </a:xfrm>
              <a:custGeom>
                <a:avLst/>
                <a:gdLst>
                  <a:gd name="connsiteX0" fmla="*/ 3337 w 6343"/>
                  <a:gd name="connsiteY0" fmla="*/ 6492 h 6345"/>
                  <a:gd name="connsiteX1" fmla="*/ 5579 w 6343"/>
                  <a:gd name="connsiteY1" fmla="*/ 5562 h 6345"/>
                  <a:gd name="connsiteX2" fmla="*/ 6508 w 6343"/>
                  <a:gd name="connsiteY2" fmla="*/ 3319 h 6345"/>
                  <a:gd name="connsiteX3" fmla="*/ 5579 w 6343"/>
                  <a:gd name="connsiteY3" fmla="*/ 1075 h 6345"/>
                  <a:gd name="connsiteX4" fmla="*/ 3337 w 6343"/>
                  <a:gd name="connsiteY4" fmla="*/ 146 h 6345"/>
                  <a:gd name="connsiteX5" fmla="*/ 1094 w 6343"/>
                  <a:gd name="connsiteY5" fmla="*/ 1075 h 6345"/>
                  <a:gd name="connsiteX6" fmla="*/ 165 w 6343"/>
                  <a:gd name="connsiteY6" fmla="*/ 3319 h 6345"/>
                  <a:gd name="connsiteX7" fmla="*/ 1094 w 6343"/>
                  <a:gd name="connsiteY7" fmla="*/ 5562 h 6345"/>
                  <a:gd name="connsiteX8" fmla="*/ 3337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7" y="6492"/>
                    </a:moveTo>
                    <a:cubicBezTo>
                      <a:pt x="4178" y="6492"/>
                      <a:pt x="4985" y="6157"/>
                      <a:pt x="5579" y="5562"/>
                    </a:cubicBezTo>
                    <a:cubicBezTo>
                      <a:pt x="6174" y="4967"/>
                      <a:pt x="6508" y="4160"/>
                      <a:pt x="6508" y="3319"/>
                    </a:cubicBezTo>
                    <a:cubicBezTo>
                      <a:pt x="6508" y="2477"/>
                      <a:pt x="6174" y="1670"/>
                      <a:pt x="5579" y="1075"/>
                    </a:cubicBezTo>
                    <a:cubicBezTo>
                      <a:pt x="4985" y="480"/>
                      <a:pt x="4178" y="146"/>
                      <a:pt x="3337" y="146"/>
                    </a:cubicBezTo>
                    <a:cubicBezTo>
                      <a:pt x="2496" y="146"/>
                      <a:pt x="1689" y="480"/>
                      <a:pt x="1094" y="1075"/>
                    </a:cubicBezTo>
                    <a:cubicBezTo>
                      <a:pt x="499" y="1670"/>
                      <a:pt x="165" y="2477"/>
                      <a:pt x="165" y="3319"/>
                    </a:cubicBezTo>
                    <a:cubicBezTo>
                      <a:pt x="165" y="4160"/>
                      <a:pt x="499" y="4967"/>
                      <a:pt x="1094" y="5562"/>
                    </a:cubicBezTo>
                    <a:cubicBezTo>
                      <a:pt x="1689" y="6157"/>
                      <a:pt x="2496" y="6492"/>
                      <a:pt x="3337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32" name="Freeform: Shape 11231">
                <a:extLst>
                  <a:ext uri="{FF2B5EF4-FFF2-40B4-BE49-F238E27FC236}">
                    <a16:creationId xmlns:a16="http://schemas.microsoft.com/office/drawing/2014/main" id="{FA671056-AC5A-7FA2-801B-F0FF5F50F57B}"/>
                  </a:ext>
                </a:extLst>
              </p:cNvPr>
              <p:cNvSpPr/>
              <p:nvPr/>
            </p:nvSpPr>
            <p:spPr>
              <a:xfrm>
                <a:off x="8516091" y="5311149"/>
                <a:ext cx="6343" cy="6345"/>
              </a:xfrm>
              <a:custGeom>
                <a:avLst/>
                <a:gdLst>
                  <a:gd name="connsiteX0" fmla="*/ 3338 w 6343"/>
                  <a:gd name="connsiteY0" fmla="*/ 6490 h 6345"/>
                  <a:gd name="connsiteX1" fmla="*/ 5580 w 6343"/>
                  <a:gd name="connsiteY1" fmla="*/ 5560 h 6345"/>
                  <a:gd name="connsiteX2" fmla="*/ 6509 w 6343"/>
                  <a:gd name="connsiteY2" fmla="*/ 3317 h 6345"/>
                  <a:gd name="connsiteX3" fmla="*/ 5580 w 6343"/>
                  <a:gd name="connsiteY3" fmla="*/ 1074 h 6345"/>
                  <a:gd name="connsiteX4" fmla="*/ 3338 w 6343"/>
                  <a:gd name="connsiteY4" fmla="*/ 144 h 6345"/>
                  <a:gd name="connsiteX5" fmla="*/ 1095 w 6343"/>
                  <a:gd name="connsiteY5" fmla="*/ 1074 h 6345"/>
                  <a:gd name="connsiteX6" fmla="*/ 166 w 6343"/>
                  <a:gd name="connsiteY6" fmla="*/ 3317 h 6345"/>
                  <a:gd name="connsiteX7" fmla="*/ 1095 w 6343"/>
                  <a:gd name="connsiteY7" fmla="*/ 5560 h 6345"/>
                  <a:gd name="connsiteX8" fmla="*/ 3338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8" y="6490"/>
                    </a:moveTo>
                    <a:cubicBezTo>
                      <a:pt x="4179" y="6490"/>
                      <a:pt x="4986" y="6155"/>
                      <a:pt x="5580" y="5560"/>
                    </a:cubicBezTo>
                    <a:cubicBezTo>
                      <a:pt x="6175" y="4966"/>
                      <a:pt x="6509" y="4158"/>
                      <a:pt x="6509" y="3317"/>
                    </a:cubicBezTo>
                    <a:cubicBezTo>
                      <a:pt x="6509" y="2476"/>
                      <a:pt x="6175" y="1669"/>
                      <a:pt x="5580" y="1074"/>
                    </a:cubicBezTo>
                    <a:cubicBezTo>
                      <a:pt x="4986" y="479"/>
                      <a:pt x="4179" y="144"/>
                      <a:pt x="3338" y="144"/>
                    </a:cubicBezTo>
                    <a:cubicBezTo>
                      <a:pt x="2497" y="144"/>
                      <a:pt x="1690" y="479"/>
                      <a:pt x="1095" y="1074"/>
                    </a:cubicBezTo>
                    <a:cubicBezTo>
                      <a:pt x="500" y="1669"/>
                      <a:pt x="166" y="2476"/>
                      <a:pt x="166" y="3317"/>
                    </a:cubicBezTo>
                    <a:cubicBezTo>
                      <a:pt x="166" y="4158"/>
                      <a:pt x="500" y="4966"/>
                      <a:pt x="1095" y="5560"/>
                    </a:cubicBezTo>
                    <a:cubicBezTo>
                      <a:pt x="1690" y="6155"/>
                      <a:pt x="2497" y="6490"/>
                      <a:pt x="3338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33" name="Freeform: Shape 11232">
                <a:extLst>
                  <a:ext uri="{FF2B5EF4-FFF2-40B4-BE49-F238E27FC236}">
                    <a16:creationId xmlns:a16="http://schemas.microsoft.com/office/drawing/2014/main" id="{6AC01688-7C23-3DD5-F7F2-301E66A8BECC}"/>
                  </a:ext>
                </a:extLst>
              </p:cNvPr>
              <p:cNvSpPr/>
              <p:nvPr/>
            </p:nvSpPr>
            <p:spPr>
              <a:xfrm>
                <a:off x="8508225" y="5305546"/>
                <a:ext cx="6343" cy="6345"/>
              </a:xfrm>
              <a:custGeom>
                <a:avLst/>
                <a:gdLst>
                  <a:gd name="connsiteX0" fmla="*/ 3337 w 6343"/>
                  <a:gd name="connsiteY0" fmla="*/ 6489 h 6345"/>
                  <a:gd name="connsiteX1" fmla="*/ 5580 w 6343"/>
                  <a:gd name="connsiteY1" fmla="*/ 5560 h 6345"/>
                  <a:gd name="connsiteX2" fmla="*/ 6509 w 6343"/>
                  <a:gd name="connsiteY2" fmla="*/ 3317 h 6345"/>
                  <a:gd name="connsiteX3" fmla="*/ 5580 w 6343"/>
                  <a:gd name="connsiteY3" fmla="*/ 1073 h 6345"/>
                  <a:gd name="connsiteX4" fmla="*/ 3337 w 6343"/>
                  <a:gd name="connsiteY4" fmla="*/ 144 h 6345"/>
                  <a:gd name="connsiteX5" fmla="*/ 1094 w 6343"/>
                  <a:gd name="connsiteY5" fmla="*/ 1073 h 6345"/>
                  <a:gd name="connsiteX6" fmla="*/ 165 w 6343"/>
                  <a:gd name="connsiteY6" fmla="*/ 3317 h 6345"/>
                  <a:gd name="connsiteX7" fmla="*/ 1094 w 6343"/>
                  <a:gd name="connsiteY7" fmla="*/ 5560 h 6345"/>
                  <a:gd name="connsiteX8" fmla="*/ 3337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7" y="6489"/>
                    </a:moveTo>
                    <a:cubicBezTo>
                      <a:pt x="4178" y="6489"/>
                      <a:pt x="4985" y="6155"/>
                      <a:pt x="5580" y="5560"/>
                    </a:cubicBezTo>
                    <a:cubicBezTo>
                      <a:pt x="6174" y="4965"/>
                      <a:pt x="6509" y="4158"/>
                      <a:pt x="6509" y="3317"/>
                    </a:cubicBezTo>
                    <a:cubicBezTo>
                      <a:pt x="6509" y="2475"/>
                      <a:pt x="6174" y="1668"/>
                      <a:pt x="5580" y="1073"/>
                    </a:cubicBezTo>
                    <a:cubicBezTo>
                      <a:pt x="4985" y="478"/>
                      <a:pt x="4178" y="144"/>
                      <a:pt x="3337" y="144"/>
                    </a:cubicBezTo>
                    <a:cubicBezTo>
                      <a:pt x="2496" y="144"/>
                      <a:pt x="1689" y="478"/>
                      <a:pt x="1094" y="1073"/>
                    </a:cubicBezTo>
                    <a:cubicBezTo>
                      <a:pt x="500" y="1668"/>
                      <a:pt x="165" y="2475"/>
                      <a:pt x="165" y="3317"/>
                    </a:cubicBezTo>
                    <a:cubicBezTo>
                      <a:pt x="165" y="4158"/>
                      <a:pt x="500" y="4965"/>
                      <a:pt x="1094" y="5560"/>
                    </a:cubicBezTo>
                    <a:cubicBezTo>
                      <a:pt x="1689" y="6155"/>
                      <a:pt x="2496" y="6489"/>
                      <a:pt x="3337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34" name="Freeform: Shape 11233">
                <a:extLst>
                  <a:ext uri="{FF2B5EF4-FFF2-40B4-BE49-F238E27FC236}">
                    <a16:creationId xmlns:a16="http://schemas.microsoft.com/office/drawing/2014/main" id="{161F5D9C-9A23-6BEB-4CE6-654C2D89437C}"/>
                  </a:ext>
                </a:extLst>
              </p:cNvPr>
              <p:cNvSpPr/>
              <p:nvPr/>
            </p:nvSpPr>
            <p:spPr>
              <a:xfrm>
                <a:off x="8535775" y="5266000"/>
                <a:ext cx="6343" cy="6345"/>
              </a:xfrm>
              <a:custGeom>
                <a:avLst/>
                <a:gdLst>
                  <a:gd name="connsiteX0" fmla="*/ 3339 w 6343"/>
                  <a:gd name="connsiteY0" fmla="*/ 6486 h 6345"/>
                  <a:gd name="connsiteX1" fmla="*/ 5582 w 6343"/>
                  <a:gd name="connsiteY1" fmla="*/ 5557 h 6345"/>
                  <a:gd name="connsiteX2" fmla="*/ 6511 w 6343"/>
                  <a:gd name="connsiteY2" fmla="*/ 3313 h 6345"/>
                  <a:gd name="connsiteX3" fmla="*/ 5582 w 6343"/>
                  <a:gd name="connsiteY3" fmla="*/ 1070 h 6345"/>
                  <a:gd name="connsiteX4" fmla="*/ 3339 w 6343"/>
                  <a:gd name="connsiteY4" fmla="*/ 141 h 6345"/>
                  <a:gd name="connsiteX5" fmla="*/ 1097 w 6343"/>
                  <a:gd name="connsiteY5" fmla="*/ 1070 h 6345"/>
                  <a:gd name="connsiteX6" fmla="*/ 168 w 6343"/>
                  <a:gd name="connsiteY6" fmla="*/ 3313 h 6345"/>
                  <a:gd name="connsiteX7" fmla="*/ 1097 w 6343"/>
                  <a:gd name="connsiteY7" fmla="*/ 5557 h 6345"/>
                  <a:gd name="connsiteX8" fmla="*/ 3339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486"/>
                    </a:moveTo>
                    <a:cubicBezTo>
                      <a:pt x="4180" y="6486"/>
                      <a:pt x="4987" y="6152"/>
                      <a:pt x="5582" y="5557"/>
                    </a:cubicBezTo>
                    <a:cubicBezTo>
                      <a:pt x="6177" y="4962"/>
                      <a:pt x="6511" y="4155"/>
                      <a:pt x="6511" y="3313"/>
                    </a:cubicBezTo>
                    <a:cubicBezTo>
                      <a:pt x="6511" y="2472"/>
                      <a:pt x="6177" y="1665"/>
                      <a:pt x="5582" y="1070"/>
                    </a:cubicBezTo>
                    <a:cubicBezTo>
                      <a:pt x="4987" y="475"/>
                      <a:pt x="4180" y="141"/>
                      <a:pt x="3339" y="141"/>
                    </a:cubicBezTo>
                    <a:cubicBezTo>
                      <a:pt x="2498" y="141"/>
                      <a:pt x="1691" y="475"/>
                      <a:pt x="1097" y="1070"/>
                    </a:cubicBezTo>
                    <a:cubicBezTo>
                      <a:pt x="502" y="1665"/>
                      <a:pt x="168" y="2472"/>
                      <a:pt x="168" y="3313"/>
                    </a:cubicBezTo>
                    <a:cubicBezTo>
                      <a:pt x="168" y="4155"/>
                      <a:pt x="502" y="4962"/>
                      <a:pt x="1097" y="5557"/>
                    </a:cubicBezTo>
                    <a:cubicBezTo>
                      <a:pt x="1691" y="6152"/>
                      <a:pt x="2498" y="6486"/>
                      <a:pt x="3339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35" name="Freeform: Shape 11234">
                <a:extLst>
                  <a:ext uri="{FF2B5EF4-FFF2-40B4-BE49-F238E27FC236}">
                    <a16:creationId xmlns:a16="http://schemas.microsoft.com/office/drawing/2014/main" id="{641DE6B0-1EB1-A2B7-9058-39C8F73DBB58}"/>
                  </a:ext>
                </a:extLst>
              </p:cNvPr>
              <p:cNvSpPr/>
              <p:nvPr/>
            </p:nvSpPr>
            <p:spPr>
              <a:xfrm>
                <a:off x="8536027" y="5260426"/>
                <a:ext cx="6343" cy="6345"/>
              </a:xfrm>
              <a:custGeom>
                <a:avLst/>
                <a:gdLst>
                  <a:gd name="connsiteX0" fmla="*/ 3339 w 6343"/>
                  <a:gd name="connsiteY0" fmla="*/ 6486 h 6345"/>
                  <a:gd name="connsiteX1" fmla="*/ 5582 w 6343"/>
                  <a:gd name="connsiteY1" fmla="*/ 5556 h 6345"/>
                  <a:gd name="connsiteX2" fmla="*/ 6511 w 6343"/>
                  <a:gd name="connsiteY2" fmla="*/ 3313 h 6345"/>
                  <a:gd name="connsiteX3" fmla="*/ 5582 w 6343"/>
                  <a:gd name="connsiteY3" fmla="*/ 1070 h 6345"/>
                  <a:gd name="connsiteX4" fmla="*/ 3339 w 6343"/>
                  <a:gd name="connsiteY4" fmla="*/ 140 h 6345"/>
                  <a:gd name="connsiteX5" fmla="*/ 1097 w 6343"/>
                  <a:gd name="connsiteY5" fmla="*/ 1070 h 6345"/>
                  <a:gd name="connsiteX6" fmla="*/ 168 w 6343"/>
                  <a:gd name="connsiteY6" fmla="*/ 3313 h 6345"/>
                  <a:gd name="connsiteX7" fmla="*/ 1097 w 6343"/>
                  <a:gd name="connsiteY7" fmla="*/ 5556 h 6345"/>
                  <a:gd name="connsiteX8" fmla="*/ 3339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486"/>
                    </a:moveTo>
                    <a:cubicBezTo>
                      <a:pt x="4180" y="6486"/>
                      <a:pt x="4987" y="6151"/>
                      <a:pt x="5582" y="5556"/>
                    </a:cubicBezTo>
                    <a:cubicBezTo>
                      <a:pt x="6177" y="4962"/>
                      <a:pt x="6511" y="4154"/>
                      <a:pt x="6511" y="3313"/>
                    </a:cubicBezTo>
                    <a:cubicBezTo>
                      <a:pt x="6511" y="2472"/>
                      <a:pt x="6177" y="1665"/>
                      <a:pt x="5582" y="1070"/>
                    </a:cubicBezTo>
                    <a:cubicBezTo>
                      <a:pt x="4987" y="475"/>
                      <a:pt x="4180" y="140"/>
                      <a:pt x="3339" y="140"/>
                    </a:cubicBezTo>
                    <a:cubicBezTo>
                      <a:pt x="2498" y="140"/>
                      <a:pt x="1691" y="475"/>
                      <a:pt x="1097" y="1070"/>
                    </a:cubicBezTo>
                    <a:cubicBezTo>
                      <a:pt x="502" y="1665"/>
                      <a:pt x="168" y="2472"/>
                      <a:pt x="168" y="3313"/>
                    </a:cubicBezTo>
                    <a:cubicBezTo>
                      <a:pt x="168" y="4154"/>
                      <a:pt x="502" y="4962"/>
                      <a:pt x="1097" y="5556"/>
                    </a:cubicBezTo>
                    <a:cubicBezTo>
                      <a:pt x="1691" y="6151"/>
                      <a:pt x="2498" y="6486"/>
                      <a:pt x="3339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36" name="Freeform: Shape 11235">
                <a:extLst>
                  <a:ext uri="{FF2B5EF4-FFF2-40B4-BE49-F238E27FC236}">
                    <a16:creationId xmlns:a16="http://schemas.microsoft.com/office/drawing/2014/main" id="{9D340B5F-2CD5-FE4F-C1B3-1B525D5C09F8}"/>
                  </a:ext>
                </a:extLst>
              </p:cNvPr>
              <p:cNvSpPr/>
              <p:nvPr/>
            </p:nvSpPr>
            <p:spPr>
              <a:xfrm>
                <a:off x="8344169" y="5158107"/>
                <a:ext cx="6343" cy="6345"/>
              </a:xfrm>
              <a:custGeom>
                <a:avLst/>
                <a:gdLst>
                  <a:gd name="connsiteX0" fmla="*/ 3324 w 6343"/>
                  <a:gd name="connsiteY0" fmla="*/ 6478 h 6345"/>
                  <a:gd name="connsiteX1" fmla="*/ 5567 w 6343"/>
                  <a:gd name="connsiteY1" fmla="*/ 5548 h 6345"/>
                  <a:gd name="connsiteX2" fmla="*/ 6496 w 6343"/>
                  <a:gd name="connsiteY2" fmla="*/ 3305 h 6345"/>
                  <a:gd name="connsiteX3" fmla="*/ 5567 w 6343"/>
                  <a:gd name="connsiteY3" fmla="*/ 1062 h 6345"/>
                  <a:gd name="connsiteX4" fmla="*/ 3324 w 6343"/>
                  <a:gd name="connsiteY4" fmla="*/ 132 h 6345"/>
                  <a:gd name="connsiteX5" fmla="*/ 1081 w 6343"/>
                  <a:gd name="connsiteY5" fmla="*/ 1062 h 6345"/>
                  <a:gd name="connsiteX6" fmla="*/ 153 w 6343"/>
                  <a:gd name="connsiteY6" fmla="*/ 3305 h 6345"/>
                  <a:gd name="connsiteX7" fmla="*/ 1081 w 6343"/>
                  <a:gd name="connsiteY7" fmla="*/ 5548 h 6345"/>
                  <a:gd name="connsiteX8" fmla="*/ 332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4" y="6478"/>
                    </a:moveTo>
                    <a:cubicBezTo>
                      <a:pt x="4165" y="6478"/>
                      <a:pt x="4972" y="6143"/>
                      <a:pt x="5567" y="5548"/>
                    </a:cubicBezTo>
                    <a:cubicBezTo>
                      <a:pt x="6161" y="4953"/>
                      <a:pt x="6496" y="4146"/>
                      <a:pt x="6496" y="3305"/>
                    </a:cubicBezTo>
                    <a:cubicBezTo>
                      <a:pt x="6496" y="2464"/>
                      <a:pt x="6161" y="1657"/>
                      <a:pt x="5567" y="1062"/>
                    </a:cubicBezTo>
                    <a:cubicBezTo>
                      <a:pt x="4972" y="467"/>
                      <a:pt x="4165" y="132"/>
                      <a:pt x="3324" y="132"/>
                    </a:cubicBezTo>
                    <a:cubicBezTo>
                      <a:pt x="2483" y="132"/>
                      <a:pt x="1676" y="467"/>
                      <a:pt x="1081" y="1062"/>
                    </a:cubicBezTo>
                    <a:cubicBezTo>
                      <a:pt x="487" y="1657"/>
                      <a:pt x="153" y="2464"/>
                      <a:pt x="153" y="3305"/>
                    </a:cubicBezTo>
                    <a:cubicBezTo>
                      <a:pt x="153" y="4146"/>
                      <a:pt x="487" y="4953"/>
                      <a:pt x="1081" y="5548"/>
                    </a:cubicBezTo>
                    <a:cubicBezTo>
                      <a:pt x="1676" y="6143"/>
                      <a:pt x="2483" y="6478"/>
                      <a:pt x="332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37" name="Freeform: Shape 11236">
                <a:extLst>
                  <a:ext uri="{FF2B5EF4-FFF2-40B4-BE49-F238E27FC236}">
                    <a16:creationId xmlns:a16="http://schemas.microsoft.com/office/drawing/2014/main" id="{A2B7B5E4-57C6-9A70-EABA-E66ACE87C799}"/>
                  </a:ext>
                </a:extLst>
              </p:cNvPr>
              <p:cNvSpPr/>
              <p:nvPr/>
            </p:nvSpPr>
            <p:spPr>
              <a:xfrm>
                <a:off x="8396944" y="5158097"/>
                <a:ext cx="6343" cy="6345"/>
              </a:xfrm>
              <a:custGeom>
                <a:avLst/>
                <a:gdLst>
                  <a:gd name="connsiteX0" fmla="*/ 3328 w 6343"/>
                  <a:gd name="connsiteY0" fmla="*/ 6478 h 6345"/>
                  <a:gd name="connsiteX1" fmla="*/ 5571 w 6343"/>
                  <a:gd name="connsiteY1" fmla="*/ 5548 h 6345"/>
                  <a:gd name="connsiteX2" fmla="*/ 6500 w 6343"/>
                  <a:gd name="connsiteY2" fmla="*/ 3305 h 6345"/>
                  <a:gd name="connsiteX3" fmla="*/ 5571 w 6343"/>
                  <a:gd name="connsiteY3" fmla="*/ 1062 h 6345"/>
                  <a:gd name="connsiteX4" fmla="*/ 3328 w 6343"/>
                  <a:gd name="connsiteY4" fmla="*/ 132 h 6345"/>
                  <a:gd name="connsiteX5" fmla="*/ 1086 w 6343"/>
                  <a:gd name="connsiteY5" fmla="*/ 1062 h 6345"/>
                  <a:gd name="connsiteX6" fmla="*/ 157 w 6343"/>
                  <a:gd name="connsiteY6" fmla="*/ 3305 h 6345"/>
                  <a:gd name="connsiteX7" fmla="*/ 1086 w 6343"/>
                  <a:gd name="connsiteY7" fmla="*/ 5548 h 6345"/>
                  <a:gd name="connsiteX8" fmla="*/ 33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8" y="6478"/>
                    </a:moveTo>
                    <a:cubicBezTo>
                      <a:pt x="4169" y="6478"/>
                      <a:pt x="4976" y="6143"/>
                      <a:pt x="5571" y="5548"/>
                    </a:cubicBezTo>
                    <a:cubicBezTo>
                      <a:pt x="6166" y="4953"/>
                      <a:pt x="6500" y="4146"/>
                      <a:pt x="6500" y="3305"/>
                    </a:cubicBezTo>
                    <a:cubicBezTo>
                      <a:pt x="6500" y="2464"/>
                      <a:pt x="6166" y="1657"/>
                      <a:pt x="5571" y="1062"/>
                    </a:cubicBezTo>
                    <a:cubicBezTo>
                      <a:pt x="4976" y="467"/>
                      <a:pt x="4169" y="132"/>
                      <a:pt x="3328" y="132"/>
                    </a:cubicBezTo>
                    <a:cubicBezTo>
                      <a:pt x="2487" y="132"/>
                      <a:pt x="1680" y="467"/>
                      <a:pt x="1086" y="1062"/>
                    </a:cubicBezTo>
                    <a:cubicBezTo>
                      <a:pt x="491" y="1657"/>
                      <a:pt x="157" y="2464"/>
                      <a:pt x="157" y="3305"/>
                    </a:cubicBezTo>
                    <a:cubicBezTo>
                      <a:pt x="157" y="4146"/>
                      <a:pt x="491" y="4953"/>
                      <a:pt x="1086" y="5548"/>
                    </a:cubicBezTo>
                    <a:cubicBezTo>
                      <a:pt x="1680" y="6143"/>
                      <a:pt x="2487" y="6478"/>
                      <a:pt x="33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38" name="Freeform: Shape 11237">
                <a:extLst>
                  <a:ext uri="{FF2B5EF4-FFF2-40B4-BE49-F238E27FC236}">
                    <a16:creationId xmlns:a16="http://schemas.microsoft.com/office/drawing/2014/main" id="{F46BE8E1-63E6-8103-CE4D-33647965C46D}"/>
                  </a:ext>
                </a:extLst>
              </p:cNvPr>
              <p:cNvSpPr/>
              <p:nvPr/>
            </p:nvSpPr>
            <p:spPr>
              <a:xfrm>
                <a:off x="8412504" y="5153671"/>
                <a:ext cx="6343" cy="6345"/>
              </a:xfrm>
              <a:custGeom>
                <a:avLst/>
                <a:gdLst>
                  <a:gd name="connsiteX0" fmla="*/ 3329 w 6343"/>
                  <a:gd name="connsiteY0" fmla="*/ 6477 h 6345"/>
                  <a:gd name="connsiteX1" fmla="*/ 5572 w 6343"/>
                  <a:gd name="connsiteY1" fmla="*/ 5548 h 6345"/>
                  <a:gd name="connsiteX2" fmla="*/ 6501 w 6343"/>
                  <a:gd name="connsiteY2" fmla="*/ 3305 h 6345"/>
                  <a:gd name="connsiteX3" fmla="*/ 5572 w 6343"/>
                  <a:gd name="connsiteY3" fmla="*/ 1061 h 6345"/>
                  <a:gd name="connsiteX4" fmla="*/ 3329 w 6343"/>
                  <a:gd name="connsiteY4" fmla="*/ 132 h 6345"/>
                  <a:gd name="connsiteX5" fmla="*/ 1087 w 6343"/>
                  <a:gd name="connsiteY5" fmla="*/ 1061 h 6345"/>
                  <a:gd name="connsiteX6" fmla="*/ 158 w 6343"/>
                  <a:gd name="connsiteY6" fmla="*/ 3305 h 6345"/>
                  <a:gd name="connsiteX7" fmla="*/ 1087 w 6343"/>
                  <a:gd name="connsiteY7" fmla="*/ 5548 h 6345"/>
                  <a:gd name="connsiteX8" fmla="*/ 332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29" y="6477"/>
                    </a:moveTo>
                    <a:cubicBezTo>
                      <a:pt x="4171" y="6477"/>
                      <a:pt x="4977" y="6143"/>
                      <a:pt x="5572" y="5548"/>
                    </a:cubicBezTo>
                    <a:cubicBezTo>
                      <a:pt x="6167" y="4953"/>
                      <a:pt x="6501" y="4146"/>
                      <a:pt x="6501" y="3305"/>
                    </a:cubicBezTo>
                    <a:cubicBezTo>
                      <a:pt x="6501" y="2463"/>
                      <a:pt x="6167" y="1656"/>
                      <a:pt x="5572" y="1061"/>
                    </a:cubicBezTo>
                    <a:cubicBezTo>
                      <a:pt x="4977" y="466"/>
                      <a:pt x="4171" y="132"/>
                      <a:pt x="3329" y="132"/>
                    </a:cubicBezTo>
                    <a:cubicBezTo>
                      <a:pt x="2488" y="132"/>
                      <a:pt x="1682" y="466"/>
                      <a:pt x="1087" y="1061"/>
                    </a:cubicBezTo>
                    <a:cubicBezTo>
                      <a:pt x="492" y="1656"/>
                      <a:pt x="158" y="2463"/>
                      <a:pt x="158" y="3305"/>
                    </a:cubicBezTo>
                    <a:cubicBezTo>
                      <a:pt x="158" y="4146"/>
                      <a:pt x="492" y="4953"/>
                      <a:pt x="1087" y="5548"/>
                    </a:cubicBezTo>
                    <a:cubicBezTo>
                      <a:pt x="1682" y="6143"/>
                      <a:pt x="2488" y="6477"/>
                      <a:pt x="332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39" name="Freeform: Shape 11238">
                <a:extLst>
                  <a:ext uri="{FF2B5EF4-FFF2-40B4-BE49-F238E27FC236}">
                    <a16:creationId xmlns:a16="http://schemas.microsoft.com/office/drawing/2014/main" id="{2C0E46AA-9305-1562-0162-ED3CEBEAC4FE}"/>
                  </a:ext>
                </a:extLst>
              </p:cNvPr>
              <p:cNvSpPr/>
              <p:nvPr/>
            </p:nvSpPr>
            <p:spPr>
              <a:xfrm>
                <a:off x="8498700" y="5159483"/>
                <a:ext cx="6343" cy="6345"/>
              </a:xfrm>
              <a:custGeom>
                <a:avLst/>
                <a:gdLst>
                  <a:gd name="connsiteX0" fmla="*/ 3336 w 6343"/>
                  <a:gd name="connsiteY0" fmla="*/ 6478 h 6345"/>
                  <a:gd name="connsiteX1" fmla="*/ 5579 w 6343"/>
                  <a:gd name="connsiteY1" fmla="*/ 5549 h 6345"/>
                  <a:gd name="connsiteX2" fmla="*/ 6508 w 6343"/>
                  <a:gd name="connsiteY2" fmla="*/ 3305 h 6345"/>
                  <a:gd name="connsiteX3" fmla="*/ 5579 w 6343"/>
                  <a:gd name="connsiteY3" fmla="*/ 1062 h 6345"/>
                  <a:gd name="connsiteX4" fmla="*/ 3336 w 6343"/>
                  <a:gd name="connsiteY4" fmla="*/ 132 h 6345"/>
                  <a:gd name="connsiteX5" fmla="*/ 1094 w 6343"/>
                  <a:gd name="connsiteY5" fmla="*/ 1062 h 6345"/>
                  <a:gd name="connsiteX6" fmla="*/ 165 w 6343"/>
                  <a:gd name="connsiteY6" fmla="*/ 3305 h 6345"/>
                  <a:gd name="connsiteX7" fmla="*/ 1094 w 6343"/>
                  <a:gd name="connsiteY7" fmla="*/ 5549 h 6345"/>
                  <a:gd name="connsiteX8" fmla="*/ 333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6" y="6478"/>
                    </a:moveTo>
                    <a:cubicBezTo>
                      <a:pt x="4177" y="6478"/>
                      <a:pt x="4984" y="6143"/>
                      <a:pt x="5579" y="5549"/>
                    </a:cubicBezTo>
                    <a:cubicBezTo>
                      <a:pt x="6174" y="4954"/>
                      <a:pt x="6508" y="4147"/>
                      <a:pt x="6508" y="3305"/>
                    </a:cubicBezTo>
                    <a:cubicBezTo>
                      <a:pt x="6508" y="2464"/>
                      <a:pt x="6174" y="1657"/>
                      <a:pt x="5579" y="1062"/>
                    </a:cubicBezTo>
                    <a:cubicBezTo>
                      <a:pt x="4984" y="467"/>
                      <a:pt x="4177" y="132"/>
                      <a:pt x="3336" y="132"/>
                    </a:cubicBezTo>
                    <a:cubicBezTo>
                      <a:pt x="2495" y="132"/>
                      <a:pt x="1688" y="467"/>
                      <a:pt x="1094" y="1062"/>
                    </a:cubicBezTo>
                    <a:cubicBezTo>
                      <a:pt x="499" y="1657"/>
                      <a:pt x="165" y="2464"/>
                      <a:pt x="165" y="3305"/>
                    </a:cubicBezTo>
                    <a:cubicBezTo>
                      <a:pt x="165" y="4147"/>
                      <a:pt x="499" y="4954"/>
                      <a:pt x="1094" y="5549"/>
                    </a:cubicBezTo>
                    <a:cubicBezTo>
                      <a:pt x="1688" y="6143"/>
                      <a:pt x="2495" y="6478"/>
                      <a:pt x="333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40" name="Freeform: Shape 11239">
                <a:extLst>
                  <a:ext uri="{FF2B5EF4-FFF2-40B4-BE49-F238E27FC236}">
                    <a16:creationId xmlns:a16="http://schemas.microsoft.com/office/drawing/2014/main" id="{DEA95AC7-B9AB-AE9F-C65F-D3267AACBBE6}"/>
                  </a:ext>
                </a:extLst>
              </p:cNvPr>
              <p:cNvSpPr/>
              <p:nvPr/>
            </p:nvSpPr>
            <p:spPr>
              <a:xfrm>
                <a:off x="8552570" y="5161560"/>
                <a:ext cx="6343" cy="6345"/>
              </a:xfrm>
              <a:custGeom>
                <a:avLst/>
                <a:gdLst>
                  <a:gd name="connsiteX0" fmla="*/ 3341 w 6343"/>
                  <a:gd name="connsiteY0" fmla="*/ 6478 h 6345"/>
                  <a:gd name="connsiteX1" fmla="*/ 5583 w 6343"/>
                  <a:gd name="connsiteY1" fmla="*/ 5549 h 6345"/>
                  <a:gd name="connsiteX2" fmla="*/ 6512 w 6343"/>
                  <a:gd name="connsiteY2" fmla="*/ 3305 h 6345"/>
                  <a:gd name="connsiteX3" fmla="*/ 5583 w 6343"/>
                  <a:gd name="connsiteY3" fmla="*/ 1062 h 6345"/>
                  <a:gd name="connsiteX4" fmla="*/ 3341 w 6343"/>
                  <a:gd name="connsiteY4" fmla="*/ 133 h 6345"/>
                  <a:gd name="connsiteX5" fmla="*/ 1098 w 6343"/>
                  <a:gd name="connsiteY5" fmla="*/ 1062 h 6345"/>
                  <a:gd name="connsiteX6" fmla="*/ 169 w 6343"/>
                  <a:gd name="connsiteY6" fmla="*/ 3305 h 6345"/>
                  <a:gd name="connsiteX7" fmla="*/ 1098 w 6343"/>
                  <a:gd name="connsiteY7" fmla="*/ 5549 h 6345"/>
                  <a:gd name="connsiteX8" fmla="*/ 334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1" y="6478"/>
                    </a:moveTo>
                    <a:cubicBezTo>
                      <a:pt x="4182" y="6478"/>
                      <a:pt x="4988" y="6144"/>
                      <a:pt x="5583" y="5549"/>
                    </a:cubicBezTo>
                    <a:cubicBezTo>
                      <a:pt x="6178" y="4954"/>
                      <a:pt x="6512" y="4147"/>
                      <a:pt x="6512" y="3305"/>
                    </a:cubicBezTo>
                    <a:cubicBezTo>
                      <a:pt x="6512" y="2464"/>
                      <a:pt x="6178" y="1657"/>
                      <a:pt x="5583" y="1062"/>
                    </a:cubicBezTo>
                    <a:cubicBezTo>
                      <a:pt x="4988" y="467"/>
                      <a:pt x="4182" y="133"/>
                      <a:pt x="3341" y="133"/>
                    </a:cubicBezTo>
                    <a:cubicBezTo>
                      <a:pt x="2499" y="133"/>
                      <a:pt x="1693" y="467"/>
                      <a:pt x="1098" y="1062"/>
                    </a:cubicBezTo>
                    <a:cubicBezTo>
                      <a:pt x="503" y="1657"/>
                      <a:pt x="169" y="2464"/>
                      <a:pt x="169" y="3305"/>
                    </a:cubicBezTo>
                    <a:cubicBezTo>
                      <a:pt x="169" y="4147"/>
                      <a:pt x="503" y="4954"/>
                      <a:pt x="1098" y="5549"/>
                    </a:cubicBezTo>
                    <a:cubicBezTo>
                      <a:pt x="1693" y="6144"/>
                      <a:pt x="2499" y="6478"/>
                      <a:pt x="334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41" name="Freeform: Shape 11240">
                <a:extLst>
                  <a:ext uri="{FF2B5EF4-FFF2-40B4-BE49-F238E27FC236}">
                    <a16:creationId xmlns:a16="http://schemas.microsoft.com/office/drawing/2014/main" id="{666B593E-DC2B-F7B0-C0F2-9353EEC35671}"/>
                  </a:ext>
                </a:extLst>
              </p:cNvPr>
              <p:cNvSpPr/>
              <p:nvPr/>
            </p:nvSpPr>
            <p:spPr>
              <a:xfrm>
                <a:off x="8582240" y="5160555"/>
                <a:ext cx="6343" cy="6345"/>
              </a:xfrm>
              <a:custGeom>
                <a:avLst/>
                <a:gdLst>
                  <a:gd name="connsiteX0" fmla="*/ 3343 w 6343"/>
                  <a:gd name="connsiteY0" fmla="*/ 6478 h 6345"/>
                  <a:gd name="connsiteX1" fmla="*/ 5585 w 6343"/>
                  <a:gd name="connsiteY1" fmla="*/ 5549 h 6345"/>
                  <a:gd name="connsiteX2" fmla="*/ 6514 w 6343"/>
                  <a:gd name="connsiteY2" fmla="*/ 3305 h 6345"/>
                  <a:gd name="connsiteX3" fmla="*/ 5585 w 6343"/>
                  <a:gd name="connsiteY3" fmla="*/ 1062 h 6345"/>
                  <a:gd name="connsiteX4" fmla="*/ 3343 w 6343"/>
                  <a:gd name="connsiteY4" fmla="*/ 132 h 6345"/>
                  <a:gd name="connsiteX5" fmla="*/ 1100 w 6343"/>
                  <a:gd name="connsiteY5" fmla="*/ 1062 h 6345"/>
                  <a:gd name="connsiteX6" fmla="*/ 171 w 6343"/>
                  <a:gd name="connsiteY6" fmla="*/ 3305 h 6345"/>
                  <a:gd name="connsiteX7" fmla="*/ 1100 w 6343"/>
                  <a:gd name="connsiteY7" fmla="*/ 5549 h 6345"/>
                  <a:gd name="connsiteX8" fmla="*/ 334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3" y="6478"/>
                    </a:moveTo>
                    <a:cubicBezTo>
                      <a:pt x="4184" y="6478"/>
                      <a:pt x="4991" y="6144"/>
                      <a:pt x="5585" y="5549"/>
                    </a:cubicBezTo>
                    <a:cubicBezTo>
                      <a:pt x="6180" y="4954"/>
                      <a:pt x="6514" y="4147"/>
                      <a:pt x="6514" y="3305"/>
                    </a:cubicBezTo>
                    <a:cubicBezTo>
                      <a:pt x="6514" y="2464"/>
                      <a:pt x="6180" y="1657"/>
                      <a:pt x="5585" y="1062"/>
                    </a:cubicBezTo>
                    <a:cubicBezTo>
                      <a:pt x="4991" y="467"/>
                      <a:pt x="4184" y="132"/>
                      <a:pt x="3343" y="132"/>
                    </a:cubicBezTo>
                    <a:cubicBezTo>
                      <a:pt x="2502" y="132"/>
                      <a:pt x="1695" y="467"/>
                      <a:pt x="1100" y="1062"/>
                    </a:cubicBezTo>
                    <a:cubicBezTo>
                      <a:pt x="505" y="1657"/>
                      <a:pt x="171" y="2464"/>
                      <a:pt x="171" y="3305"/>
                    </a:cubicBezTo>
                    <a:cubicBezTo>
                      <a:pt x="171" y="4147"/>
                      <a:pt x="505" y="4954"/>
                      <a:pt x="1100" y="5549"/>
                    </a:cubicBezTo>
                    <a:cubicBezTo>
                      <a:pt x="1695" y="6144"/>
                      <a:pt x="2502" y="6478"/>
                      <a:pt x="334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42" name="Freeform: Shape 11241">
                <a:extLst>
                  <a:ext uri="{FF2B5EF4-FFF2-40B4-BE49-F238E27FC236}">
                    <a16:creationId xmlns:a16="http://schemas.microsoft.com/office/drawing/2014/main" id="{67A86F66-B6E5-C093-7476-95FB54D3F32F}"/>
                  </a:ext>
                </a:extLst>
              </p:cNvPr>
              <p:cNvSpPr/>
              <p:nvPr/>
            </p:nvSpPr>
            <p:spPr>
              <a:xfrm>
                <a:off x="8627345" y="5162400"/>
                <a:ext cx="6343" cy="6345"/>
              </a:xfrm>
              <a:custGeom>
                <a:avLst/>
                <a:gdLst>
                  <a:gd name="connsiteX0" fmla="*/ 3346 w 6343"/>
                  <a:gd name="connsiteY0" fmla="*/ 6478 h 6345"/>
                  <a:gd name="connsiteX1" fmla="*/ 5589 w 6343"/>
                  <a:gd name="connsiteY1" fmla="*/ 5549 h 6345"/>
                  <a:gd name="connsiteX2" fmla="*/ 6518 w 6343"/>
                  <a:gd name="connsiteY2" fmla="*/ 3305 h 6345"/>
                  <a:gd name="connsiteX3" fmla="*/ 5589 w 6343"/>
                  <a:gd name="connsiteY3" fmla="*/ 1062 h 6345"/>
                  <a:gd name="connsiteX4" fmla="*/ 3346 w 6343"/>
                  <a:gd name="connsiteY4" fmla="*/ 133 h 6345"/>
                  <a:gd name="connsiteX5" fmla="*/ 1104 w 6343"/>
                  <a:gd name="connsiteY5" fmla="*/ 1062 h 6345"/>
                  <a:gd name="connsiteX6" fmla="*/ 175 w 6343"/>
                  <a:gd name="connsiteY6" fmla="*/ 3305 h 6345"/>
                  <a:gd name="connsiteX7" fmla="*/ 1104 w 6343"/>
                  <a:gd name="connsiteY7" fmla="*/ 5549 h 6345"/>
                  <a:gd name="connsiteX8" fmla="*/ 334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6" y="6478"/>
                    </a:moveTo>
                    <a:cubicBezTo>
                      <a:pt x="4188" y="6478"/>
                      <a:pt x="4994" y="6144"/>
                      <a:pt x="5589" y="5549"/>
                    </a:cubicBezTo>
                    <a:cubicBezTo>
                      <a:pt x="6184" y="4954"/>
                      <a:pt x="6518" y="4147"/>
                      <a:pt x="6518" y="3305"/>
                    </a:cubicBezTo>
                    <a:cubicBezTo>
                      <a:pt x="6518" y="2464"/>
                      <a:pt x="6184" y="1657"/>
                      <a:pt x="5589" y="1062"/>
                    </a:cubicBezTo>
                    <a:cubicBezTo>
                      <a:pt x="4994" y="467"/>
                      <a:pt x="4188" y="133"/>
                      <a:pt x="3346" y="133"/>
                    </a:cubicBezTo>
                    <a:cubicBezTo>
                      <a:pt x="2505" y="133"/>
                      <a:pt x="1699" y="467"/>
                      <a:pt x="1104" y="1062"/>
                    </a:cubicBezTo>
                    <a:cubicBezTo>
                      <a:pt x="509" y="1657"/>
                      <a:pt x="175" y="2464"/>
                      <a:pt x="175" y="3305"/>
                    </a:cubicBezTo>
                    <a:cubicBezTo>
                      <a:pt x="175" y="4147"/>
                      <a:pt x="509" y="4954"/>
                      <a:pt x="1104" y="5549"/>
                    </a:cubicBezTo>
                    <a:cubicBezTo>
                      <a:pt x="1699" y="6144"/>
                      <a:pt x="2505" y="6478"/>
                      <a:pt x="334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43" name="Freeform: Shape 11242">
                <a:extLst>
                  <a:ext uri="{FF2B5EF4-FFF2-40B4-BE49-F238E27FC236}">
                    <a16:creationId xmlns:a16="http://schemas.microsoft.com/office/drawing/2014/main" id="{E18A5158-8042-29C8-8ECE-9A84A8D9C04E}"/>
                  </a:ext>
                </a:extLst>
              </p:cNvPr>
              <p:cNvSpPr/>
              <p:nvPr/>
            </p:nvSpPr>
            <p:spPr>
              <a:xfrm>
                <a:off x="8647748" y="5160666"/>
                <a:ext cx="6343" cy="6345"/>
              </a:xfrm>
              <a:custGeom>
                <a:avLst/>
                <a:gdLst>
                  <a:gd name="connsiteX0" fmla="*/ 3348 w 6343"/>
                  <a:gd name="connsiteY0" fmla="*/ 6478 h 6345"/>
                  <a:gd name="connsiteX1" fmla="*/ 5591 w 6343"/>
                  <a:gd name="connsiteY1" fmla="*/ 5549 h 6345"/>
                  <a:gd name="connsiteX2" fmla="*/ 6520 w 6343"/>
                  <a:gd name="connsiteY2" fmla="*/ 3305 h 6345"/>
                  <a:gd name="connsiteX3" fmla="*/ 5591 w 6343"/>
                  <a:gd name="connsiteY3" fmla="*/ 1062 h 6345"/>
                  <a:gd name="connsiteX4" fmla="*/ 3348 w 6343"/>
                  <a:gd name="connsiteY4" fmla="*/ 132 h 6345"/>
                  <a:gd name="connsiteX5" fmla="*/ 1105 w 6343"/>
                  <a:gd name="connsiteY5" fmla="*/ 1062 h 6345"/>
                  <a:gd name="connsiteX6" fmla="*/ 176 w 6343"/>
                  <a:gd name="connsiteY6" fmla="*/ 3305 h 6345"/>
                  <a:gd name="connsiteX7" fmla="*/ 1105 w 6343"/>
                  <a:gd name="connsiteY7" fmla="*/ 5549 h 6345"/>
                  <a:gd name="connsiteX8" fmla="*/ 334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478"/>
                    </a:moveTo>
                    <a:cubicBezTo>
                      <a:pt x="4189" y="6478"/>
                      <a:pt x="4996" y="6144"/>
                      <a:pt x="5591" y="5549"/>
                    </a:cubicBezTo>
                    <a:cubicBezTo>
                      <a:pt x="6185" y="4954"/>
                      <a:pt x="6520" y="4147"/>
                      <a:pt x="6520" y="3305"/>
                    </a:cubicBezTo>
                    <a:cubicBezTo>
                      <a:pt x="6520" y="2464"/>
                      <a:pt x="6185" y="1657"/>
                      <a:pt x="5591" y="1062"/>
                    </a:cubicBezTo>
                    <a:cubicBezTo>
                      <a:pt x="4996" y="467"/>
                      <a:pt x="4189" y="132"/>
                      <a:pt x="3348" y="132"/>
                    </a:cubicBezTo>
                    <a:cubicBezTo>
                      <a:pt x="2507" y="132"/>
                      <a:pt x="1700" y="467"/>
                      <a:pt x="1105" y="1062"/>
                    </a:cubicBezTo>
                    <a:cubicBezTo>
                      <a:pt x="511" y="1657"/>
                      <a:pt x="176" y="2464"/>
                      <a:pt x="176" y="3305"/>
                    </a:cubicBezTo>
                    <a:cubicBezTo>
                      <a:pt x="176" y="4147"/>
                      <a:pt x="511" y="4954"/>
                      <a:pt x="1105" y="5549"/>
                    </a:cubicBezTo>
                    <a:cubicBezTo>
                      <a:pt x="1700" y="6144"/>
                      <a:pt x="2507" y="6478"/>
                      <a:pt x="334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44" name="Freeform: Shape 11243">
                <a:extLst>
                  <a:ext uri="{FF2B5EF4-FFF2-40B4-BE49-F238E27FC236}">
                    <a16:creationId xmlns:a16="http://schemas.microsoft.com/office/drawing/2014/main" id="{C7A97E31-6B46-806D-1856-F7F6D41B80A7}"/>
                  </a:ext>
                </a:extLst>
              </p:cNvPr>
              <p:cNvSpPr/>
              <p:nvPr/>
            </p:nvSpPr>
            <p:spPr>
              <a:xfrm>
                <a:off x="8687207" y="5162492"/>
                <a:ext cx="6343" cy="6345"/>
              </a:xfrm>
              <a:custGeom>
                <a:avLst/>
                <a:gdLst>
                  <a:gd name="connsiteX0" fmla="*/ 3351 w 6343"/>
                  <a:gd name="connsiteY0" fmla="*/ 6478 h 6345"/>
                  <a:gd name="connsiteX1" fmla="*/ 5594 w 6343"/>
                  <a:gd name="connsiteY1" fmla="*/ 5549 h 6345"/>
                  <a:gd name="connsiteX2" fmla="*/ 6523 w 6343"/>
                  <a:gd name="connsiteY2" fmla="*/ 3305 h 6345"/>
                  <a:gd name="connsiteX3" fmla="*/ 5594 w 6343"/>
                  <a:gd name="connsiteY3" fmla="*/ 1062 h 6345"/>
                  <a:gd name="connsiteX4" fmla="*/ 3351 w 6343"/>
                  <a:gd name="connsiteY4" fmla="*/ 133 h 6345"/>
                  <a:gd name="connsiteX5" fmla="*/ 1109 w 6343"/>
                  <a:gd name="connsiteY5" fmla="*/ 1062 h 6345"/>
                  <a:gd name="connsiteX6" fmla="*/ 180 w 6343"/>
                  <a:gd name="connsiteY6" fmla="*/ 3305 h 6345"/>
                  <a:gd name="connsiteX7" fmla="*/ 1109 w 6343"/>
                  <a:gd name="connsiteY7" fmla="*/ 5549 h 6345"/>
                  <a:gd name="connsiteX8" fmla="*/ 335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478"/>
                    </a:moveTo>
                    <a:cubicBezTo>
                      <a:pt x="4192" y="6478"/>
                      <a:pt x="4999" y="6144"/>
                      <a:pt x="5594" y="5549"/>
                    </a:cubicBezTo>
                    <a:cubicBezTo>
                      <a:pt x="6189" y="4954"/>
                      <a:pt x="6523" y="4147"/>
                      <a:pt x="6523" y="3305"/>
                    </a:cubicBezTo>
                    <a:cubicBezTo>
                      <a:pt x="6523" y="2464"/>
                      <a:pt x="6189" y="1657"/>
                      <a:pt x="5594" y="1062"/>
                    </a:cubicBezTo>
                    <a:cubicBezTo>
                      <a:pt x="4999" y="467"/>
                      <a:pt x="4192" y="133"/>
                      <a:pt x="3351" y="133"/>
                    </a:cubicBezTo>
                    <a:cubicBezTo>
                      <a:pt x="2510" y="133"/>
                      <a:pt x="1703" y="467"/>
                      <a:pt x="1109" y="1062"/>
                    </a:cubicBezTo>
                    <a:cubicBezTo>
                      <a:pt x="514" y="1657"/>
                      <a:pt x="180" y="2464"/>
                      <a:pt x="180" y="3305"/>
                    </a:cubicBezTo>
                    <a:cubicBezTo>
                      <a:pt x="180" y="4147"/>
                      <a:pt x="514" y="4954"/>
                      <a:pt x="1109" y="5549"/>
                    </a:cubicBezTo>
                    <a:cubicBezTo>
                      <a:pt x="1703" y="6144"/>
                      <a:pt x="2510" y="6478"/>
                      <a:pt x="335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45" name="Freeform: Shape 11244">
                <a:extLst>
                  <a:ext uri="{FF2B5EF4-FFF2-40B4-BE49-F238E27FC236}">
                    <a16:creationId xmlns:a16="http://schemas.microsoft.com/office/drawing/2014/main" id="{97B760BF-5EEB-DC08-88A5-CF92988DE67B}"/>
                  </a:ext>
                </a:extLst>
              </p:cNvPr>
              <p:cNvSpPr/>
              <p:nvPr/>
            </p:nvSpPr>
            <p:spPr>
              <a:xfrm>
                <a:off x="8715210" y="5162742"/>
                <a:ext cx="6343" cy="6345"/>
              </a:xfrm>
              <a:custGeom>
                <a:avLst/>
                <a:gdLst>
                  <a:gd name="connsiteX0" fmla="*/ 3353 w 6343"/>
                  <a:gd name="connsiteY0" fmla="*/ 6478 h 6345"/>
                  <a:gd name="connsiteX1" fmla="*/ 5596 w 6343"/>
                  <a:gd name="connsiteY1" fmla="*/ 5549 h 6345"/>
                  <a:gd name="connsiteX2" fmla="*/ 6525 w 6343"/>
                  <a:gd name="connsiteY2" fmla="*/ 3305 h 6345"/>
                  <a:gd name="connsiteX3" fmla="*/ 5596 w 6343"/>
                  <a:gd name="connsiteY3" fmla="*/ 1062 h 6345"/>
                  <a:gd name="connsiteX4" fmla="*/ 3353 w 6343"/>
                  <a:gd name="connsiteY4" fmla="*/ 133 h 6345"/>
                  <a:gd name="connsiteX5" fmla="*/ 1111 w 6343"/>
                  <a:gd name="connsiteY5" fmla="*/ 1062 h 6345"/>
                  <a:gd name="connsiteX6" fmla="*/ 182 w 6343"/>
                  <a:gd name="connsiteY6" fmla="*/ 3305 h 6345"/>
                  <a:gd name="connsiteX7" fmla="*/ 1111 w 6343"/>
                  <a:gd name="connsiteY7" fmla="*/ 5549 h 6345"/>
                  <a:gd name="connsiteX8" fmla="*/ 335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478"/>
                    </a:moveTo>
                    <a:cubicBezTo>
                      <a:pt x="4194" y="6478"/>
                      <a:pt x="5001" y="6144"/>
                      <a:pt x="5596" y="5549"/>
                    </a:cubicBezTo>
                    <a:cubicBezTo>
                      <a:pt x="6191" y="4954"/>
                      <a:pt x="6525" y="4147"/>
                      <a:pt x="6525" y="3305"/>
                    </a:cubicBezTo>
                    <a:cubicBezTo>
                      <a:pt x="6525" y="2464"/>
                      <a:pt x="6191" y="1657"/>
                      <a:pt x="5596" y="1062"/>
                    </a:cubicBezTo>
                    <a:cubicBezTo>
                      <a:pt x="5001" y="467"/>
                      <a:pt x="4194" y="133"/>
                      <a:pt x="3353" y="133"/>
                    </a:cubicBezTo>
                    <a:cubicBezTo>
                      <a:pt x="2512" y="133"/>
                      <a:pt x="1705" y="467"/>
                      <a:pt x="1111" y="1062"/>
                    </a:cubicBezTo>
                    <a:cubicBezTo>
                      <a:pt x="516" y="1657"/>
                      <a:pt x="182" y="2464"/>
                      <a:pt x="182" y="3305"/>
                    </a:cubicBezTo>
                    <a:cubicBezTo>
                      <a:pt x="182" y="4147"/>
                      <a:pt x="516" y="4954"/>
                      <a:pt x="1111" y="5549"/>
                    </a:cubicBezTo>
                    <a:cubicBezTo>
                      <a:pt x="1705" y="6144"/>
                      <a:pt x="2512" y="6478"/>
                      <a:pt x="335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46" name="Freeform: Shape 11245">
                <a:extLst>
                  <a:ext uri="{FF2B5EF4-FFF2-40B4-BE49-F238E27FC236}">
                    <a16:creationId xmlns:a16="http://schemas.microsoft.com/office/drawing/2014/main" id="{38A9CC83-40BD-21C4-7897-AEBB74E25A32}"/>
                  </a:ext>
                </a:extLst>
              </p:cNvPr>
              <p:cNvSpPr/>
              <p:nvPr/>
            </p:nvSpPr>
            <p:spPr>
              <a:xfrm>
                <a:off x="8746073" y="5163871"/>
                <a:ext cx="6343" cy="6345"/>
              </a:xfrm>
              <a:custGeom>
                <a:avLst/>
                <a:gdLst>
                  <a:gd name="connsiteX0" fmla="*/ 3356 w 6343"/>
                  <a:gd name="connsiteY0" fmla="*/ 6478 h 6345"/>
                  <a:gd name="connsiteX1" fmla="*/ 5598 w 6343"/>
                  <a:gd name="connsiteY1" fmla="*/ 5549 h 6345"/>
                  <a:gd name="connsiteX2" fmla="*/ 6527 w 6343"/>
                  <a:gd name="connsiteY2" fmla="*/ 3305 h 6345"/>
                  <a:gd name="connsiteX3" fmla="*/ 5598 w 6343"/>
                  <a:gd name="connsiteY3" fmla="*/ 1062 h 6345"/>
                  <a:gd name="connsiteX4" fmla="*/ 3356 w 6343"/>
                  <a:gd name="connsiteY4" fmla="*/ 133 h 6345"/>
                  <a:gd name="connsiteX5" fmla="*/ 1113 w 6343"/>
                  <a:gd name="connsiteY5" fmla="*/ 1062 h 6345"/>
                  <a:gd name="connsiteX6" fmla="*/ 184 w 6343"/>
                  <a:gd name="connsiteY6" fmla="*/ 3305 h 6345"/>
                  <a:gd name="connsiteX7" fmla="*/ 1113 w 6343"/>
                  <a:gd name="connsiteY7" fmla="*/ 5549 h 6345"/>
                  <a:gd name="connsiteX8" fmla="*/ 335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478"/>
                    </a:moveTo>
                    <a:cubicBezTo>
                      <a:pt x="4197" y="6478"/>
                      <a:pt x="5004" y="6144"/>
                      <a:pt x="5598" y="5549"/>
                    </a:cubicBezTo>
                    <a:cubicBezTo>
                      <a:pt x="6193" y="4954"/>
                      <a:pt x="6527" y="4147"/>
                      <a:pt x="6527" y="3305"/>
                    </a:cubicBezTo>
                    <a:cubicBezTo>
                      <a:pt x="6527" y="2464"/>
                      <a:pt x="6193" y="1657"/>
                      <a:pt x="5598" y="1062"/>
                    </a:cubicBezTo>
                    <a:cubicBezTo>
                      <a:pt x="5004" y="467"/>
                      <a:pt x="4197" y="133"/>
                      <a:pt x="3356" y="133"/>
                    </a:cubicBezTo>
                    <a:cubicBezTo>
                      <a:pt x="2515" y="133"/>
                      <a:pt x="1708" y="467"/>
                      <a:pt x="1113" y="1062"/>
                    </a:cubicBezTo>
                    <a:cubicBezTo>
                      <a:pt x="518" y="1657"/>
                      <a:pt x="184" y="2464"/>
                      <a:pt x="184" y="3305"/>
                    </a:cubicBezTo>
                    <a:cubicBezTo>
                      <a:pt x="184" y="4147"/>
                      <a:pt x="518" y="4954"/>
                      <a:pt x="1113" y="5549"/>
                    </a:cubicBezTo>
                    <a:cubicBezTo>
                      <a:pt x="1708" y="6144"/>
                      <a:pt x="2515" y="6478"/>
                      <a:pt x="335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47" name="Freeform: Shape 11246">
                <a:extLst>
                  <a:ext uri="{FF2B5EF4-FFF2-40B4-BE49-F238E27FC236}">
                    <a16:creationId xmlns:a16="http://schemas.microsoft.com/office/drawing/2014/main" id="{45DCEDEB-5B2B-7722-208F-120B592BC03E}"/>
                  </a:ext>
                </a:extLst>
              </p:cNvPr>
              <p:cNvSpPr/>
              <p:nvPr/>
            </p:nvSpPr>
            <p:spPr>
              <a:xfrm>
                <a:off x="8762566" y="5162611"/>
                <a:ext cx="6343" cy="6345"/>
              </a:xfrm>
              <a:custGeom>
                <a:avLst/>
                <a:gdLst>
                  <a:gd name="connsiteX0" fmla="*/ 3357 w 6343"/>
                  <a:gd name="connsiteY0" fmla="*/ 6478 h 6345"/>
                  <a:gd name="connsiteX1" fmla="*/ 5600 w 6343"/>
                  <a:gd name="connsiteY1" fmla="*/ 5549 h 6345"/>
                  <a:gd name="connsiteX2" fmla="*/ 6529 w 6343"/>
                  <a:gd name="connsiteY2" fmla="*/ 3305 h 6345"/>
                  <a:gd name="connsiteX3" fmla="*/ 5600 w 6343"/>
                  <a:gd name="connsiteY3" fmla="*/ 1062 h 6345"/>
                  <a:gd name="connsiteX4" fmla="*/ 3357 w 6343"/>
                  <a:gd name="connsiteY4" fmla="*/ 133 h 6345"/>
                  <a:gd name="connsiteX5" fmla="*/ 1114 w 6343"/>
                  <a:gd name="connsiteY5" fmla="*/ 1062 h 6345"/>
                  <a:gd name="connsiteX6" fmla="*/ 186 w 6343"/>
                  <a:gd name="connsiteY6" fmla="*/ 3305 h 6345"/>
                  <a:gd name="connsiteX7" fmla="*/ 1114 w 6343"/>
                  <a:gd name="connsiteY7" fmla="*/ 5549 h 6345"/>
                  <a:gd name="connsiteX8" fmla="*/ 335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478"/>
                    </a:moveTo>
                    <a:cubicBezTo>
                      <a:pt x="4198" y="6478"/>
                      <a:pt x="5005" y="6144"/>
                      <a:pt x="5600" y="5549"/>
                    </a:cubicBezTo>
                    <a:cubicBezTo>
                      <a:pt x="6194" y="4954"/>
                      <a:pt x="6529" y="4147"/>
                      <a:pt x="6529" y="3305"/>
                    </a:cubicBezTo>
                    <a:cubicBezTo>
                      <a:pt x="6529" y="2464"/>
                      <a:pt x="6194" y="1657"/>
                      <a:pt x="5600" y="1062"/>
                    </a:cubicBezTo>
                    <a:cubicBezTo>
                      <a:pt x="5005" y="467"/>
                      <a:pt x="4198" y="133"/>
                      <a:pt x="3357" y="133"/>
                    </a:cubicBezTo>
                    <a:cubicBezTo>
                      <a:pt x="2516" y="133"/>
                      <a:pt x="1709" y="467"/>
                      <a:pt x="1114" y="1062"/>
                    </a:cubicBezTo>
                    <a:cubicBezTo>
                      <a:pt x="520" y="1657"/>
                      <a:pt x="186" y="2464"/>
                      <a:pt x="186" y="3305"/>
                    </a:cubicBezTo>
                    <a:cubicBezTo>
                      <a:pt x="186" y="4147"/>
                      <a:pt x="520" y="4954"/>
                      <a:pt x="1114" y="5549"/>
                    </a:cubicBezTo>
                    <a:cubicBezTo>
                      <a:pt x="1709" y="6144"/>
                      <a:pt x="2516" y="6478"/>
                      <a:pt x="335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48" name="Freeform: Shape 11247">
                <a:extLst>
                  <a:ext uri="{FF2B5EF4-FFF2-40B4-BE49-F238E27FC236}">
                    <a16:creationId xmlns:a16="http://schemas.microsoft.com/office/drawing/2014/main" id="{F4E478F1-C3C5-0D9A-CB82-392C7D96EF00}"/>
                  </a:ext>
                </a:extLst>
              </p:cNvPr>
              <p:cNvSpPr/>
              <p:nvPr/>
            </p:nvSpPr>
            <p:spPr>
              <a:xfrm>
                <a:off x="8796306" y="5164986"/>
                <a:ext cx="6343" cy="6345"/>
              </a:xfrm>
              <a:custGeom>
                <a:avLst/>
                <a:gdLst>
                  <a:gd name="connsiteX0" fmla="*/ 3360 w 6343"/>
                  <a:gd name="connsiteY0" fmla="*/ 6478 h 6345"/>
                  <a:gd name="connsiteX1" fmla="*/ 5602 w 6343"/>
                  <a:gd name="connsiteY1" fmla="*/ 5549 h 6345"/>
                  <a:gd name="connsiteX2" fmla="*/ 6531 w 6343"/>
                  <a:gd name="connsiteY2" fmla="*/ 3306 h 6345"/>
                  <a:gd name="connsiteX3" fmla="*/ 5602 w 6343"/>
                  <a:gd name="connsiteY3" fmla="*/ 1062 h 6345"/>
                  <a:gd name="connsiteX4" fmla="*/ 3360 w 6343"/>
                  <a:gd name="connsiteY4" fmla="*/ 133 h 6345"/>
                  <a:gd name="connsiteX5" fmla="*/ 1117 w 6343"/>
                  <a:gd name="connsiteY5" fmla="*/ 1062 h 6345"/>
                  <a:gd name="connsiteX6" fmla="*/ 188 w 6343"/>
                  <a:gd name="connsiteY6" fmla="*/ 3306 h 6345"/>
                  <a:gd name="connsiteX7" fmla="*/ 1117 w 6343"/>
                  <a:gd name="connsiteY7" fmla="*/ 5549 h 6345"/>
                  <a:gd name="connsiteX8" fmla="*/ 336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478"/>
                    </a:moveTo>
                    <a:cubicBezTo>
                      <a:pt x="4201" y="6478"/>
                      <a:pt x="5008" y="6144"/>
                      <a:pt x="5602" y="5549"/>
                    </a:cubicBezTo>
                    <a:cubicBezTo>
                      <a:pt x="6197" y="4954"/>
                      <a:pt x="6531" y="4147"/>
                      <a:pt x="6531" y="3306"/>
                    </a:cubicBezTo>
                    <a:cubicBezTo>
                      <a:pt x="6531" y="2464"/>
                      <a:pt x="6197" y="1657"/>
                      <a:pt x="5602" y="1062"/>
                    </a:cubicBezTo>
                    <a:cubicBezTo>
                      <a:pt x="5008" y="467"/>
                      <a:pt x="4201" y="133"/>
                      <a:pt x="3360" y="133"/>
                    </a:cubicBezTo>
                    <a:cubicBezTo>
                      <a:pt x="2519" y="133"/>
                      <a:pt x="1712" y="467"/>
                      <a:pt x="1117" y="1062"/>
                    </a:cubicBezTo>
                    <a:cubicBezTo>
                      <a:pt x="522" y="1657"/>
                      <a:pt x="188" y="2464"/>
                      <a:pt x="188" y="3306"/>
                    </a:cubicBezTo>
                    <a:cubicBezTo>
                      <a:pt x="188" y="4147"/>
                      <a:pt x="522" y="4954"/>
                      <a:pt x="1117" y="5549"/>
                    </a:cubicBezTo>
                    <a:cubicBezTo>
                      <a:pt x="1712" y="6144"/>
                      <a:pt x="2519" y="6478"/>
                      <a:pt x="336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49" name="Freeform: Shape 11248">
                <a:extLst>
                  <a:ext uri="{FF2B5EF4-FFF2-40B4-BE49-F238E27FC236}">
                    <a16:creationId xmlns:a16="http://schemas.microsoft.com/office/drawing/2014/main" id="{DE45D27E-19B3-0566-720C-FFF19256D390}"/>
                  </a:ext>
                </a:extLst>
              </p:cNvPr>
              <p:cNvSpPr/>
              <p:nvPr/>
            </p:nvSpPr>
            <p:spPr>
              <a:xfrm>
                <a:off x="8808091" y="5163268"/>
                <a:ext cx="6343" cy="6345"/>
              </a:xfrm>
              <a:custGeom>
                <a:avLst/>
                <a:gdLst>
                  <a:gd name="connsiteX0" fmla="*/ 3361 w 6343"/>
                  <a:gd name="connsiteY0" fmla="*/ 6478 h 6345"/>
                  <a:gd name="connsiteX1" fmla="*/ 5603 w 6343"/>
                  <a:gd name="connsiteY1" fmla="*/ 5549 h 6345"/>
                  <a:gd name="connsiteX2" fmla="*/ 6532 w 6343"/>
                  <a:gd name="connsiteY2" fmla="*/ 3305 h 6345"/>
                  <a:gd name="connsiteX3" fmla="*/ 5603 w 6343"/>
                  <a:gd name="connsiteY3" fmla="*/ 1062 h 6345"/>
                  <a:gd name="connsiteX4" fmla="*/ 3361 w 6343"/>
                  <a:gd name="connsiteY4" fmla="*/ 133 h 6345"/>
                  <a:gd name="connsiteX5" fmla="*/ 1118 w 6343"/>
                  <a:gd name="connsiteY5" fmla="*/ 1062 h 6345"/>
                  <a:gd name="connsiteX6" fmla="*/ 189 w 6343"/>
                  <a:gd name="connsiteY6" fmla="*/ 3305 h 6345"/>
                  <a:gd name="connsiteX7" fmla="*/ 1118 w 6343"/>
                  <a:gd name="connsiteY7" fmla="*/ 5549 h 6345"/>
                  <a:gd name="connsiteX8" fmla="*/ 336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78"/>
                    </a:moveTo>
                    <a:cubicBezTo>
                      <a:pt x="4202" y="6478"/>
                      <a:pt x="5009" y="6144"/>
                      <a:pt x="5603" y="5549"/>
                    </a:cubicBezTo>
                    <a:cubicBezTo>
                      <a:pt x="6198" y="4954"/>
                      <a:pt x="6532" y="4147"/>
                      <a:pt x="6532" y="3305"/>
                    </a:cubicBezTo>
                    <a:cubicBezTo>
                      <a:pt x="6532" y="2464"/>
                      <a:pt x="6198" y="1657"/>
                      <a:pt x="5603" y="1062"/>
                    </a:cubicBezTo>
                    <a:cubicBezTo>
                      <a:pt x="5009" y="467"/>
                      <a:pt x="4202" y="133"/>
                      <a:pt x="3361" y="133"/>
                    </a:cubicBezTo>
                    <a:cubicBezTo>
                      <a:pt x="2520" y="133"/>
                      <a:pt x="1713" y="467"/>
                      <a:pt x="1118" y="1062"/>
                    </a:cubicBezTo>
                    <a:cubicBezTo>
                      <a:pt x="523" y="1657"/>
                      <a:pt x="189" y="2464"/>
                      <a:pt x="189" y="3305"/>
                    </a:cubicBezTo>
                    <a:cubicBezTo>
                      <a:pt x="189" y="4147"/>
                      <a:pt x="523" y="4954"/>
                      <a:pt x="1118" y="5549"/>
                    </a:cubicBezTo>
                    <a:cubicBezTo>
                      <a:pt x="1713" y="6144"/>
                      <a:pt x="2520" y="6478"/>
                      <a:pt x="336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50" name="Freeform: Shape 11249">
                <a:extLst>
                  <a:ext uri="{FF2B5EF4-FFF2-40B4-BE49-F238E27FC236}">
                    <a16:creationId xmlns:a16="http://schemas.microsoft.com/office/drawing/2014/main" id="{384C435A-FAF0-E2BC-33CE-E4C2B86CE14B}"/>
                  </a:ext>
                </a:extLst>
              </p:cNvPr>
              <p:cNvSpPr/>
              <p:nvPr/>
            </p:nvSpPr>
            <p:spPr>
              <a:xfrm>
                <a:off x="8836291" y="5165170"/>
                <a:ext cx="6343" cy="6345"/>
              </a:xfrm>
              <a:custGeom>
                <a:avLst/>
                <a:gdLst>
                  <a:gd name="connsiteX0" fmla="*/ 3363 w 6343"/>
                  <a:gd name="connsiteY0" fmla="*/ 6478 h 6345"/>
                  <a:gd name="connsiteX1" fmla="*/ 5606 w 6343"/>
                  <a:gd name="connsiteY1" fmla="*/ 5549 h 6345"/>
                  <a:gd name="connsiteX2" fmla="*/ 6534 w 6343"/>
                  <a:gd name="connsiteY2" fmla="*/ 3306 h 6345"/>
                  <a:gd name="connsiteX3" fmla="*/ 5606 w 6343"/>
                  <a:gd name="connsiteY3" fmla="*/ 1062 h 6345"/>
                  <a:gd name="connsiteX4" fmla="*/ 3363 w 6343"/>
                  <a:gd name="connsiteY4" fmla="*/ 133 h 6345"/>
                  <a:gd name="connsiteX5" fmla="*/ 1120 w 6343"/>
                  <a:gd name="connsiteY5" fmla="*/ 1062 h 6345"/>
                  <a:gd name="connsiteX6" fmla="*/ 191 w 6343"/>
                  <a:gd name="connsiteY6" fmla="*/ 3306 h 6345"/>
                  <a:gd name="connsiteX7" fmla="*/ 1120 w 6343"/>
                  <a:gd name="connsiteY7" fmla="*/ 5549 h 6345"/>
                  <a:gd name="connsiteX8" fmla="*/ 336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478"/>
                    </a:moveTo>
                    <a:cubicBezTo>
                      <a:pt x="4204" y="6478"/>
                      <a:pt x="5011" y="6144"/>
                      <a:pt x="5606" y="5549"/>
                    </a:cubicBezTo>
                    <a:cubicBezTo>
                      <a:pt x="6200" y="4954"/>
                      <a:pt x="6534" y="4147"/>
                      <a:pt x="6534" y="3306"/>
                    </a:cubicBezTo>
                    <a:cubicBezTo>
                      <a:pt x="6534" y="2464"/>
                      <a:pt x="6200" y="1657"/>
                      <a:pt x="5606" y="1062"/>
                    </a:cubicBezTo>
                    <a:cubicBezTo>
                      <a:pt x="5011" y="467"/>
                      <a:pt x="4204" y="133"/>
                      <a:pt x="3363" y="133"/>
                    </a:cubicBezTo>
                    <a:cubicBezTo>
                      <a:pt x="2522" y="133"/>
                      <a:pt x="1715" y="467"/>
                      <a:pt x="1120" y="1062"/>
                    </a:cubicBezTo>
                    <a:cubicBezTo>
                      <a:pt x="526" y="1657"/>
                      <a:pt x="191" y="2464"/>
                      <a:pt x="191" y="3306"/>
                    </a:cubicBezTo>
                    <a:cubicBezTo>
                      <a:pt x="191" y="4147"/>
                      <a:pt x="526" y="4954"/>
                      <a:pt x="1120" y="5549"/>
                    </a:cubicBezTo>
                    <a:cubicBezTo>
                      <a:pt x="1715" y="6144"/>
                      <a:pt x="2522" y="6478"/>
                      <a:pt x="336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51" name="Freeform: Shape 11250">
                <a:extLst>
                  <a:ext uri="{FF2B5EF4-FFF2-40B4-BE49-F238E27FC236}">
                    <a16:creationId xmlns:a16="http://schemas.microsoft.com/office/drawing/2014/main" id="{1B31FEBD-5F9C-2A87-34E7-AB49C7498079}"/>
                  </a:ext>
                </a:extLst>
              </p:cNvPr>
              <p:cNvSpPr/>
              <p:nvPr/>
            </p:nvSpPr>
            <p:spPr>
              <a:xfrm>
                <a:off x="8846209" y="5163431"/>
                <a:ext cx="6343" cy="6345"/>
              </a:xfrm>
              <a:custGeom>
                <a:avLst/>
                <a:gdLst>
                  <a:gd name="connsiteX0" fmla="*/ 3364 w 6343"/>
                  <a:gd name="connsiteY0" fmla="*/ 6478 h 6345"/>
                  <a:gd name="connsiteX1" fmla="*/ 5606 w 6343"/>
                  <a:gd name="connsiteY1" fmla="*/ 5549 h 6345"/>
                  <a:gd name="connsiteX2" fmla="*/ 6535 w 6343"/>
                  <a:gd name="connsiteY2" fmla="*/ 3305 h 6345"/>
                  <a:gd name="connsiteX3" fmla="*/ 5606 w 6343"/>
                  <a:gd name="connsiteY3" fmla="*/ 1062 h 6345"/>
                  <a:gd name="connsiteX4" fmla="*/ 3364 w 6343"/>
                  <a:gd name="connsiteY4" fmla="*/ 133 h 6345"/>
                  <a:gd name="connsiteX5" fmla="*/ 1121 w 6343"/>
                  <a:gd name="connsiteY5" fmla="*/ 1062 h 6345"/>
                  <a:gd name="connsiteX6" fmla="*/ 192 w 6343"/>
                  <a:gd name="connsiteY6" fmla="*/ 3305 h 6345"/>
                  <a:gd name="connsiteX7" fmla="*/ 1121 w 6343"/>
                  <a:gd name="connsiteY7" fmla="*/ 5549 h 6345"/>
                  <a:gd name="connsiteX8" fmla="*/ 336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478"/>
                    </a:moveTo>
                    <a:cubicBezTo>
                      <a:pt x="4205" y="6478"/>
                      <a:pt x="5012" y="6144"/>
                      <a:pt x="5606" y="5549"/>
                    </a:cubicBezTo>
                    <a:cubicBezTo>
                      <a:pt x="6201" y="4954"/>
                      <a:pt x="6535" y="4147"/>
                      <a:pt x="6535" y="3305"/>
                    </a:cubicBezTo>
                    <a:cubicBezTo>
                      <a:pt x="6535" y="2464"/>
                      <a:pt x="6201" y="1657"/>
                      <a:pt x="5606" y="1062"/>
                    </a:cubicBezTo>
                    <a:cubicBezTo>
                      <a:pt x="5012" y="467"/>
                      <a:pt x="4205" y="133"/>
                      <a:pt x="3364" y="133"/>
                    </a:cubicBezTo>
                    <a:cubicBezTo>
                      <a:pt x="2523" y="133"/>
                      <a:pt x="1716" y="467"/>
                      <a:pt x="1121" y="1062"/>
                    </a:cubicBezTo>
                    <a:cubicBezTo>
                      <a:pt x="526" y="1657"/>
                      <a:pt x="192" y="2464"/>
                      <a:pt x="192" y="3305"/>
                    </a:cubicBezTo>
                    <a:cubicBezTo>
                      <a:pt x="192" y="4147"/>
                      <a:pt x="526" y="4954"/>
                      <a:pt x="1121" y="5549"/>
                    </a:cubicBezTo>
                    <a:cubicBezTo>
                      <a:pt x="1716" y="6144"/>
                      <a:pt x="2523" y="6478"/>
                      <a:pt x="336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52" name="Freeform: Shape 11251">
                <a:extLst>
                  <a:ext uri="{FF2B5EF4-FFF2-40B4-BE49-F238E27FC236}">
                    <a16:creationId xmlns:a16="http://schemas.microsoft.com/office/drawing/2014/main" id="{789076F7-6AC3-C00B-40F1-69E8D8B9423B}"/>
                  </a:ext>
                </a:extLst>
              </p:cNvPr>
              <p:cNvSpPr/>
              <p:nvPr/>
            </p:nvSpPr>
            <p:spPr>
              <a:xfrm>
                <a:off x="8861869" y="5163100"/>
                <a:ext cx="6343" cy="6345"/>
              </a:xfrm>
              <a:custGeom>
                <a:avLst/>
                <a:gdLst>
                  <a:gd name="connsiteX0" fmla="*/ 3365 w 6343"/>
                  <a:gd name="connsiteY0" fmla="*/ 6478 h 6345"/>
                  <a:gd name="connsiteX1" fmla="*/ 5608 w 6343"/>
                  <a:gd name="connsiteY1" fmla="*/ 5549 h 6345"/>
                  <a:gd name="connsiteX2" fmla="*/ 6536 w 6343"/>
                  <a:gd name="connsiteY2" fmla="*/ 3305 h 6345"/>
                  <a:gd name="connsiteX3" fmla="*/ 5608 w 6343"/>
                  <a:gd name="connsiteY3" fmla="*/ 1062 h 6345"/>
                  <a:gd name="connsiteX4" fmla="*/ 3365 w 6343"/>
                  <a:gd name="connsiteY4" fmla="*/ 133 h 6345"/>
                  <a:gd name="connsiteX5" fmla="*/ 1122 w 6343"/>
                  <a:gd name="connsiteY5" fmla="*/ 1062 h 6345"/>
                  <a:gd name="connsiteX6" fmla="*/ 193 w 6343"/>
                  <a:gd name="connsiteY6" fmla="*/ 3305 h 6345"/>
                  <a:gd name="connsiteX7" fmla="*/ 1122 w 6343"/>
                  <a:gd name="connsiteY7" fmla="*/ 5549 h 6345"/>
                  <a:gd name="connsiteX8" fmla="*/ 336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478"/>
                    </a:moveTo>
                    <a:cubicBezTo>
                      <a:pt x="4206" y="6478"/>
                      <a:pt x="5013" y="6144"/>
                      <a:pt x="5608" y="5549"/>
                    </a:cubicBezTo>
                    <a:cubicBezTo>
                      <a:pt x="6202" y="4954"/>
                      <a:pt x="6536" y="4147"/>
                      <a:pt x="6536" y="3305"/>
                    </a:cubicBezTo>
                    <a:cubicBezTo>
                      <a:pt x="6536" y="2464"/>
                      <a:pt x="6202" y="1657"/>
                      <a:pt x="5608" y="1062"/>
                    </a:cubicBezTo>
                    <a:cubicBezTo>
                      <a:pt x="5013" y="467"/>
                      <a:pt x="4206" y="133"/>
                      <a:pt x="3365" y="133"/>
                    </a:cubicBezTo>
                    <a:cubicBezTo>
                      <a:pt x="2524" y="133"/>
                      <a:pt x="1717" y="467"/>
                      <a:pt x="1122" y="1062"/>
                    </a:cubicBezTo>
                    <a:cubicBezTo>
                      <a:pt x="528" y="1657"/>
                      <a:pt x="193" y="2464"/>
                      <a:pt x="193" y="3305"/>
                    </a:cubicBezTo>
                    <a:cubicBezTo>
                      <a:pt x="193" y="4147"/>
                      <a:pt x="528" y="4954"/>
                      <a:pt x="1122" y="5549"/>
                    </a:cubicBezTo>
                    <a:cubicBezTo>
                      <a:pt x="1717" y="6144"/>
                      <a:pt x="2524" y="6478"/>
                      <a:pt x="336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53" name="Freeform: Shape 11252">
                <a:extLst>
                  <a:ext uri="{FF2B5EF4-FFF2-40B4-BE49-F238E27FC236}">
                    <a16:creationId xmlns:a16="http://schemas.microsoft.com/office/drawing/2014/main" id="{20480B40-E9D9-CFDE-ABCD-E9F03EEAA299}"/>
                  </a:ext>
                </a:extLst>
              </p:cNvPr>
              <p:cNvSpPr/>
              <p:nvPr/>
            </p:nvSpPr>
            <p:spPr>
              <a:xfrm>
                <a:off x="8900747" y="5164811"/>
                <a:ext cx="6343" cy="6345"/>
              </a:xfrm>
              <a:custGeom>
                <a:avLst/>
                <a:gdLst>
                  <a:gd name="connsiteX0" fmla="*/ 3368 w 6343"/>
                  <a:gd name="connsiteY0" fmla="*/ 6478 h 6345"/>
                  <a:gd name="connsiteX1" fmla="*/ 5611 w 6343"/>
                  <a:gd name="connsiteY1" fmla="*/ 5549 h 6345"/>
                  <a:gd name="connsiteX2" fmla="*/ 6540 w 6343"/>
                  <a:gd name="connsiteY2" fmla="*/ 3306 h 6345"/>
                  <a:gd name="connsiteX3" fmla="*/ 5611 w 6343"/>
                  <a:gd name="connsiteY3" fmla="*/ 1062 h 6345"/>
                  <a:gd name="connsiteX4" fmla="*/ 3368 w 6343"/>
                  <a:gd name="connsiteY4" fmla="*/ 133 h 6345"/>
                  <a:gd name="connsiteX5" fmla="*/ 1125 w 6343"/>
                  <a:gd name="connsiteY5" fmla="*/ 1062 h 6345"/>
                  <a:gd name="connsiteX6" fmla="*/ 196 w 6343"/>
                  <a:gd name="connsiteY6" fmla="*/ 3306 h 6345"/>
                  <a:gd name="connsiteX7" fmla="*/ 1125 w 6343"/>
                  <a:gd name="connsiteY7" fmla="*/ 5549 h 6345"/>
                  <a:gd name="connsiteX8" fmla="*/ 336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78"/>
                    </a:moveTo>
                    <a:cubicBezTo>
                      <a:pt x="4209" y="6478"/>
                      <a:pt x="5016" y="6144"/>
                      <a:pt x="5611" y="5549"/>
                    </a:cubicBezTo>
                    <a:cubicBezTo>
                      <a:pt x="6205" y="4954"/>
                      <a:pt x="6540" y="4147"/>
                      <a:pt x="6540" y="3306"/>
                    </a:cubicBezTo>
                    <a:cubicBezTo>
                      <a:pt x="6540" y="2464"/>
                      <a:pt x="6205" y="1657"/>
                      <a:pt x="5611" y="1062"/>
                    </a:cubicBezTo>
                    <a:cubicBezTo>
                      <a:pt x="5016" y="467"/>
                      <a:pt x="4209" y="133"/>
                      <a:pt x="3368" y="133"/>
                    </a:cubicBezTo>
                    <a:cubicBezTo>
                      <a:pt x="2527" y="133"/>
                      <a:pt x="1720" y="467"/>
                      <a:pt x="1125" y="1062"/>
                    </a:cubicBezTo>
                    <a:cubicBezTo>
                      <a:pt x="531" y="1657"/>
                      <a:pt x="196" y="2464"/>
                      <a:pt x="196" y="3306"/>
                    </a:cubicBezTo>
                    <a:cubicBezTo>
                      <a:pt x="196" y="4147"/>
                      <a:pt x="531" y="4954"/>
                      <a:pt x="1125" y="5549"/>
                    </a:cubicBezTo>
                    <a:cubicBezTo>
                      <a:pt x="1720" y="6144"/>
                      <a:pt x="2527" y="6478"/>
                      <a:pt x="336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54" name="Freeform: Shape 11253">
                <a:extLst>
                  <a:ext uri="{FF2B5EF4-FFF2-40B4-BE49-F238E27FC236}">
                    <a16:creationId xmlns:a16="http://schemas.microsoft.com/office/drawing/2014/main" id="{25ABC8B3-EC26-421D-3908-FA4B971FA73C}"/>
                  </a:ext>
                </a:extLst>
              </p:cNvPr>
              <p:cNvSpPr/>
              <p:nvPr/>
            </p:nvSpPr>
            <p:spPr>
              <a:xfrm>
                <a:off x="8916942" y="5165237"/>
                <a:ext cx="6343" cy="6345"/>
              </a:xfrm>
              <a:custGeom>
                <a:avLst/>
                <a:gdLst>
                  <a:gd name="connsiteX0" fmla="*/ 3369 w 6343"/>
                  <a:gd name="connsiteY0" fmla="*/ 6478 h 6345"/>
                  <a:gd name="connsiteX1" fmla="*/ 5612 w 6343"/>
                  <a:gd name="connsiteY1" fmla="*/ 5549 h 6345"/>
                  <a:gd name="connsiteX2" fmla="*/ 6541 w 6343"/>
                  <a:gd name="connsiteY2" fmla="*/ 3306 h 6345"/>
                  <a:gd name="connsiteX3" fmla="*/ 5612 w 6343"/>
                  <a:gd name="connsiteY3" fmla="*/ 1062 h 6345"/>
                  <a:gd name="connsiteX4" fmla="*/ 3369 w 6343"/>
                  <a:gd name="connsiteY4" fmla="*/ 133 h 6345"/>
                  <a:gd name="connsiteX5" fmla="*/ 1127 w 6343"/>
                  <a:gd name="connsiteY5" fmla="*/ 1062 h 6345"/>
                  <a:gd name="connsiteX6" fmla="*/ 198 w 6343"/>
                  <a:gd name="connsiteY6" fmla="*/ 3306 h 6345"/>
                  <a:gd name="connsiteX7" fmla="*/ 1127 w 6343"/>
                  <a:gd name="connsiteY7" fmla="*/ 5549 h 6345"/>
                  <a:gd name="connsiteX8" fmla="*/ 336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78"/>
                    </a:moveTo>
                    <a:cubicBezTo>
                      <a:pt x="4210" y="6478"/>
                      <a:pt x="5017" y="6144"/>
                      <a:pt x="5612" y="5549"/>
                    </a:cubicBezTo>
                    <a:cubicBezTo>
                      <a:pt x="6207" y="4954"/>
                      <a:pt x="6541" y="4147"/>
                      <a:pt x="6541" y="3306"/>
                    </a:cubicBezTo>
                    <a:cubicBezTo>
                      <a:pt x="6541" y="2464"/>
                      <a:pt x="6207" y="1657"/>
                      <a:pt x="5612" y="1062"/>
                    </a:cubicBezTo>
                    <a:cubicBezTo>
                      <a:pt x="5017" y="467"/>
                      <a:pt x="4210" y="133"/>
                      <a:pt x="3369" y="133"/>
                    </a:cubicBezTo>
                    <a:cubicBezTo>
                      <a:pt x="2528" y="133"/>
                      <a:pt x="1721" y="467"/>
                      <a:pt x="1127" y="1062"/>
                    </a:cubicBezTo>
                    <a:cubicBezTo>
                      <a:pt x="532" y="1657"/>
                      <a:pt x="198" y="2464"/>
                      <a:pt x="198" y="3306"/>
                    </a:cubicBezTo>
                    <a:cubicBezTo>
                      <a:pt x="198" y="4147"/>
                      <a:pt x="532" y="4954"/>
                      <a:pt x="1127" y="5549"/>
                    </a:cubicBezTo>
                    <a:cubicBezTo>
                      <a:pt x="1721" y="6144"/>
                      <a:pt x="2528" y="6478"/>
                      <a:pt x="336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55" name="Freeform: Shape 11254">
                <a:extLst>
                  <a:ext uri="{FF2B5EF4-FFF2-40B4-BE49-F238E27FC236}">
                    <a16:creationId xmlns:a16="http://schemas.microsoft.com/office/drawing/2014/main" id="{7E76C03D-F29E-59CB-A216-16BAE0112BF2}"/>
                  </a:ext>
                </a:extLst>
              </p:cNvPr>
              <p:cNvSpPr/>
              <p:nvPr/>
            </p:nvSpPr>
            <p:spPr>
              <a:xfrm>
                <a:off x="8928676" y="5164744"/>
                <a:ext cx="6343" cy="6345"/>
              </a:xfrm>
              <a:custGeom>
                <a:avLst/>
                <a:gdLst>
                  <a:gd name="connsiteX0" fmla="*/ 3370 w 6343"/>
                  <a:gd name="connsiteY0" fmla="*/ 6478 h 6345"/>
                  <a:gd name="connsiteX1" fmla="*/ 5613 w 6343"/>
                  <a:gd name="connsiteY1" fmla="*/ 5549 h 6345"/>
                  <a:gd name="connsiteX2" fmla="*/ 6542 w 6343"/>
                  <a:gd name="connsiteY2" fmla="*/ 3306 h 6345"/>
                  <a:gd name="connsiteX3" fmla="*/ 5613 w 6343"/>
                  <a:gd name="connsiteY3" fmla="*/ 1062 h 6345"/>
                  <a:gd name="connsiteX4" fmla="*/ 3370 w 6343"/>
                  <a:gd name="connsiteY4" fmla="*/ 133 h 6345"/>
                  <a:gd name="connsiteX5" fmla="*/ 1128 w 6343"/>
                  <a:gd name="connsiteY5" fmla="*/ 1062 h 6345"/>
                  <a:gd name="connsiteX6" fmla="*/ 199 w 6343"/>
                  <a:gd name="connsiteY6" fmla="*/ 3306 h 6345"/>
                  <a:gd name="connsiteX7" fmla="*/ 1128 w 6343"/>
                  <a:gd name="connsiteY7" fmla="*/ 5549 h 6345"/>
                  <a:gd name="connsiteX8" fmla="*/ 337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78"/>
                    </a:moveTo>
                    <a:cubicBezTo>
                      <a:pt x="4211" y="6478"/>
                      <a:pt x="5018" y="6144"/>
                      <a:pt x="5613" y="5549"/>
                    </a:cubicBezTo>
                    <a:cubicBezTo>
                      <a:pt x="6208" y="4954"/>
                      <a:pt x="6542" y="4147"/>
                      <a:pt x="6542" y="3306"/>
                    </a:cubicBezTo>
                    <a:cubicBezTo>
                      <a:pt x="6542" y="2464"/>
                      <a:pt x="6208" y="1657"/>
                      <a:pt x="5613" y="1062"/>
                    </a:cubicBezTo>
                    <a:cubicBezTo>
                      <a:pt x="5018" y="467"/>
                      <a:pt x="4211" y="133"/>
                      <a:pt x="3370" y="133"/>
                    </a:cubicBezTo>
                    <a:cubicBezTo>
                      <a:pt x="2529" y="133"/>
                      <a:pt x="1722" y="467"/>
                      <a:pt x="1128" y="1062"/>
                    </a:cubicBezTo>
                    <a:cubicBezTo>
                      <a:pt x="533" y="1657"/>
                      <a:pt x="199" y="2464"/>
                      <a:pt x="199" y="3306"/>
                    </a:cubicBezTo>
                    <a:cubicBezTo>
                      <a:pt x="199" y="4147"/>
                      <a:pt x="533" y="4954"/>
                      <a:pt x="1128" y="5549"/>
                    </a:cubicBezTo>
                    <a:cubicBezTo>
                      <a:pt x="1722" y="6144"/>
                      <a:pt x="2529" y="6478"/>
                      <a:pt x="337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56" name="Freeform: Shape 11255">
                <a:extLst>
                  <a:ext uri="{FF2B5EF4-FFF2-40B4-BE49-F238E27FC236}">
                    <a16:creationId xmlns:a16="http://schemas.microsoft.com/office/drawing/2014/main" id="{8F7EE120-78A5-F5F5-8336-E3D98D5C0F09}"/>
                  </a:ext>
                </a:extLst>
              </p:cNvPr>
              <p:cNvSpPr/>
              <p:nvPr/>
            </p:nvSpPr>
            <p:spPr>
              <a:xfrm>
                <a:off x="8939426" y="5164141"/>
                <a:ext cx="6343" cy="6345"/>
              </a:xfrm>
              <a:custGeom>
                <a:avLst/>
                <a:gdLst>
                  <a:gd name="connsiteX0" fmla="*/ 3371 w 6343"/>
                  <a:gd name="connsiteY0" fmla="*/ 6478 h 6345"/>
                  <a:gd name="connsiteX1" fmla="*/ 5614 w 6343"/>
                  <a:gd name="connsiteY1" fmla="*/ 5549 h 6345"/>
                  <a:gd name="connsiteX2" fmla="*/ 6543 w 6343"/>
                  <a:gd name="connsiteY2" fmla="*/ 3305 h 6345"/>
                  <a:gd name="connsiteX3" fmla="*/ 5614 w 6343"/>
                  <a:gd name="connsiteY3" fmla="*/ 1062 h 6345"/>
                  <a:gd name="connsiteX4" fmla="*/ 3371 w 6343"/>
                  <a:gd name="connsiteY4" fmla="*/ 133 h 6345"/>
                  <a:gd name="connsiteX5" fmla="*/ 1128 w 6343"/>
                  <a:gd name="connsiteY5" fmla="*/ 1062 h 6345"/>
                  <a:gd name="connsiteX6" fmla="*/ 199 w 6343"/>
                  <a:gd name="connsiteY6" fmla="*/ 3305 h 6345"/>
                  <a:gd name="connsiteX7" fmla="*/ 1128 w 6343"/>
                  <a:gd name="connsiteY7" fmla="*/ 5549 h 6345"/>
                  <a:gd name="connsiteX8" fmla="*/ 337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78"/>
                    </a:moveTo>
                    <a:cubicBezTo>
                      <a:pt x="4212" y="6478"/>
                      <a:pt x="5019" y="6144"/>
                      <a:pt x="5614" y="5549"/>
                    </a:cubicBezTo>
                    <a:cubicBezTo>
                      <a:pt x="6208" y="4954"/>
                      <a:pt x="6543" y="4147"/>
                      <a:pt x="6543" y="3305"/>
                    </a:cubicBezTo>
                    <a:cubicBezTo>
                      <a:pt x="6543" y="2464"/>
                      <a:pt x="6208" y="1657"/>
                      <a:pt x="5614" y="1062"/>
                    </a:cubicBezTo>
                    <a:cubicBezTo>
                      <a:pt x="5019" y="467"/>
                      <a:pt x="4212" y="133"/>
                      <a:pt x="3371" y="133"/>
                    </a:cubicBezTo>
                    <a:cubicBezTo>
                      <a:pt x="2530" y="133"/>
                      <a:pt x="1723" y="467"/>
                      <a:pt x="1128" y="1062"/>
                    </a:cubicBezTo>
                    <a:cubicBezTo>
                      <a:pt x="534" y="1657"/>
                      <a:pt x="199" y="2464"/>
                      <a:pt x="199" y="3305"/>
                    </a:cubicBezTo>
                    <a:cubicBezTo>
                      <a:pt x="199" y="4147"/>
                      <a:pt x="534" y="4954"/>
                      <a:pt x="1128" y="5549"/>
                    </a:cubicBezTo>
                    <a:cubicBezTo>
                      <a:pt x="1723" y="6144"/>
                      <a:pt x="2530" y="6478"/>
                      <a:pt x="337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57" name="Freeform: Shape 11256">
                <a:extLst>
                  <a:ext uri="{FF2B5EF4-FFF2-40B4-BE49-F238E27FC236}">
                    <a16:creationId xmlns:a16="http://schemas.microsoft.com/office/drawing/2014/main" id="{1DB4D93A-39E6-0226-A8D5-A6C711902AD2}"/>
                  </a:ext>
                </a:extLst>
              </p:cNvPr>
              <p:cNvSpPr/>
              <p:nvPr/>
            </p:nvSpPr>
            <p:spPr>
              <a:xfrm>
                <a:off x="8944531" y="5162178"/>
                <a:ext cx="6343" cy="6345"/>
              </a:xfrm>
              <a:custGeom>
                <a:avLst/>
                <a:gdLst>
                  <a:gd name="connsiteX0" fmla="*/ 3371 w 6343"/>
                  <a:gd name="connsiteY0" fmla="*/ 6478 h 6345"/>
                  <a:gd name="connsiteX1" fmla="*/ 5614 w 6343"/>
                  <a:gd name="connsiteY1" fmla="*/ 5549 h 6345"/>
                  <a:gd name="connsiteX2" fmla="*/ 6543 w 6343"/>
                  <a:gd name="connsiteY2" fmla="*/ 3305 h 6345"/>
                  <a:gd name="connsiteX3" fmla="*/ 5614 w 6343"/>
                  <a:gd name="connsiteY3" fmla="*/ 1062 h 6345"/>
                  <a:gd name="connsiteX4" fmla="*/ 3371 w 6343"/>
                  <a:gd name="connsiteY4" fmla="*/ 133 h 6345"/>
                  <a:gd name="connsiteX5" fmla="*/ 1129 w 6343"/>
                  <a:gd name="connsiteY5" fmla="*/ 1062 h 6345"/>
                  <a:gd name="connsiteX6" fmla="*/ 200 w 6343"/>
                  <a:gd name="connsiteY6" fmla="*/ 3305 h 6345"/>
                  <a:gd name="connsiteX7" fmla="*/ 1129 w 6343"/>
                  <a:gd name="connsiteY7" fmla="*/ 5549 h 6345"/>
                  <a:gd name="connsiteX8" fmla="*/ 337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78"/>
                    </a:moveTo>
                    <a:cubicBezTo>
                      <a:pt x="4213" y="6478"/>
                      <a:pt x="5019" y="6144"/>
                      <a:pt x="5614" y="5549"/>
                    </a:cubicBezTo>
                    <a:cubicBezTo>
                      <a:pt x="6209" y="4954"/>
                      <a:pt x="6543" y="4147"/>
                      <a:pt x="6543" y="3305"/>
                    </a:cubicBezTo>
                    <a:cubicBezTo>
                      <a:pt x="6543" y="2464"/>
                      <a:pt x="6209" y="1657"/>
                      <a:pt x="5614" y="1062"/>
                    </a:cubicBezTo>
                    <a:cubicBezTo>
                      <a:pt x="5019" y="467"/>
                      <a:pt x="4213" y="133"/>
                      <a:pt x="3371" y="133"/>
                    </a:cubicBezTo>
                    <a:cubicBezTo>
                      <a:pt x="2530" y="133"/>
                      <a:pt x="1724" y="467"/>
                      <a:pt x="1129" y="1062"/>
                    </a:cubicBezTo>
                    <a:cubicBezTo>
                      <a:pt x="534" y="1657"/>
                      <a:pt x="200" y="2464"/>
                      <a:pt x="200" y="3305"/>
                    </a:cubicBezTo>
                    <a:cubicBezTo>
                      <a:pt x="200" y="4147"/>
                      <a:pt x="534" y="4954"/>
                      <a:pt x="1129" y="5549"/>
                    </a:cubicBezTo>
                    <a:cubicBezTo>
                      <a:pt x="1724" y="6144"/>
                      <a:pt x="2530" y="6478"/>
                      <a:pt x="337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58" name="Freeform: Shape 11257">
                <a:extLst>
                  <a:ext uri="{FF2B5EF4-FFF2-40B4-BE49-F238E27FC236}">
                    <a16:creationId xmlns:a16="http://schemas.microsoft.com/office/drawing/2014/main" id="{31EFAC64-F07A-C4DB-AA74-CD68E03040DC}"/>
                  </a:ext>
                </a:extLst>
              </p:cNvPr>
              <p:cNvSpPr/>
              <p:nvPr/>
            </p:nvSpPr>
            <p:spPr>
              <a:xfrm>
                <a:off x="8948855" y="5160061"/>
                <a:ext cx="6343" cy="6345"/>
              </a:xfrm>
              <a:custGeom>
                <a:avLst/>
                <a:gdLst>
                  <a:gd name="connsiteX0" fmla="*/ 3372 w 6343"/>
                  <a:gd name="connsiteY0" fmla="*/ 6478 h 6345"/>
                  <a:gd name="connsiteX1" fmla="*/ 5614 w 6343"/>
                  <a:gd name="connsiteY1" fmla="*/ 5549 h 6345"/>
                  <a:gd name="connsiteX2" fmla="*/ 6543 w 6343"/>
                  <a:gd name="connsiteY2" fmla="*/ 3305 h 6345"/>
                  <a:gd name="connsiteX3" fmla="*/ 5614 w 6343"/>
                  <a:gd name="connsiteY3" fmla="*/ 1062 h 6345"/>
                  <a:gd name="connsiteX4" fmla="*/ 3372 w 6343"/>
                  <a:gd name="connsiteY4" fmla="*/ 132 h 6345"/>
                  <a:gd name="connsiteX5" fmla="*/ 1129 w 6343"/>
                  <a:gd name="connsiteY5" fmla="*/ 1062 h 6345"/>
                  <a:gd name="connsiteX6" fmla="*/ 200 w 6343"/>
                  <a:gd name="connsiteY6" fmla="*/ 3305 h 6345"/>
                  <a:gd name="connsiteX7" fmla="*/ 1129 w 6343"/>
                  <a:gd name="connsiteY7" fmla="*/ 5549 h 6345"/>
                  <a:gd name="connsiteX8" fmla="*/ 337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78"/>
                    </a:moveTo>
                    <a:cubicBezTo>
                      <a:pt x="4213" y="6478"/>
                      <a:pt x="5020" y="6144"/>
                      <a:pt x="5614" y="5549"/>
                    </a:cubicBezTo>
                    <a:cubicBezTo>
                      <a:pt x="6209" y="4954"/>
                      <a:pt x="6543" y="4147"/>
                      <a:pt x="6543" y="3305"/>
                    </a:cubicBezTo>
                    <a:cubicBezTo>
                      <a:pt x="6543" y="2464"/>
                      <a:pt x="6209" y="1657"/>
                      <a:pt x="5614" y="1062"/>
                    </a:cubicBezTo>
                    <a:cubicBezTo>
                      <a:pt x="5020" y="467"/>
                      <a:pt x="4213" y="132"/>
                      <a:pt x="3372" y="132"/>
                    </a:cubicBezTo>
                    <a:cubicBezTo>
                      <a:pt x="2531" y="132"/>
                      <a:pt x="1724" y="467"/>
                      <a:pt x="1129" y="1062"/>
                    </a:cubicBezTo>
                    <a:cubicBezTo>
                      <a:pt x="534" y="1657"/>
                      <a:pt x="200" y="2464"/>
                      <a:pt x="200" y="3305"/>
                    </a:cubicBezTo>
                    <a:cubicBezTo>
                      <a:pt x="200" y="4147"/>
                      <a:pt x="534" y="4954"/>
                      <a:pt x="1129" y="5549"/>
                    </a:cubicBezTo>
                    <a:cubicBezTo>
                      <a:pt x="1724" y="6144"/>
                      <a:pt x="2531" y="6478"/>
                      <a:pt x="337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59" name="Freeform: Shape 11258">
                <a:extLst>
                  <a:ext uri="{FF2B5EF4-FFF2-40B4-BE49-F238E27FC236}">
                    <a16:creationId xmlns:a16="http://schemas.microsoft.com/office/drawing/2014/main" id="{A17DABA4-5F18-E005-EE9D-97CC554AC2E3}"/>
                  </a:ext>
                </a:extLst>
              </p:cNvPr>
              <p:cNvSpPr/>
              <p:nvPr/>
            </p:nvSpPr>
            <p:spPr>
              <a:xfrm>
                <a:off x="8963809" y="5160935"/>
                <a:ext cx="6343" cy="6345"/>
              </a:xfrm>
              <a:custGeom>
                <a:avLst/>
                <a:gdLst>
                  <a:gd name="connsiteX0" fmla="*/ 3373 w 6343"/>
                  <a:gd name="connsiteY0" fmla="*/ 6478 h 6345"/>
                  <a:gd name="connsiteX1" fmla="*/ 5616 w 6343"/>
                  <a:gd name="connsiteY1" fmla="*/ 5549 h 6345"/>
                  <a:gd name="connsiteX2" fmla="*/ 6544 w 6343"/>
                  <a:gd name="connsiteY2" fmla="*/ 3305 h 6345"/>
                  <a:gd name="connsiteX3" fmla="*/ 5616 w 6343"/>
                  <a:gd name="connsiteY3" fmla="*/ 1062 h 6345"/>
                  <a:gd name="connsiteX4" fmla="*/ 3373 w 6343"/>
                  <a:gd name="connsiteY4" fmla="*/ 132 h 6345"/>
                  <a:gd name="connsiteX5" fmla="*/ 1130 w 6343"/>
                  <a:gd name="connsiteY5" fmla="*/ 1062 h 6345"/>
                  <a:gd name="connsiteX6" fmla="*/ 201 w 6343"/>
                  <a:gd name="connsiteY6" fmla="*/ 3305 h 6345"/>
                  <a:gd name="connsiteX7" fmla="*/ 1130 w 6343"/>
                  <a:gd name="connsiteY7" fmla="*/ 5549 h 6345"/>
                  <a:gd name="connsiteX8" fmla="*/ 337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78"/>
                    </a:moveTo>
                    <a:cubicBezTo>
                      <a:pt x="4214" y="6478"/>
                      <a:pt x="5021" y="6144"/>
                      <a:pt x="5616" y="5549"/>
                    </a:cubicBezTo>
                    <a:cubicBezTo>
                      <a:pt x="6210" y="4954"/>
                      <a:pt x="6544" y="4147"/>
                      <a:pt x="6544" y="3305"/>
                    </a:cubicBezTo>
                    <a:cubicBezTo>
                      <a:pt x="6544" y="2464"/>
                      <a:pt x="6210" y="1657"/>
                      <a:pt x="5616" y="1062"/>
                    </a:cubicBezTo>
                    <a:cubicBezTo>
                      <a:pt x="5021" y="467"/>
                      <a:pt x="4214" y="132"/>
                      <a:pt x="3373" y="132"/>
                    </a:cubicBezTo>
                    <a:cubicBezTo>
                      <a:pt x="2532" y="132"/>
                      <a:pt x="1725" y="467"/>
                      <a:pt x="1130" y="1062"/>
                    </a:cubicBezTo>
                    <a:cubicBezTo>
                      <a:pt x="536" y="1657"/>
                      <a:pt x="201" y="2464"/>
                      <a:pt x="201" y="3305"/>
                    </a:cubicBezTo>
                    <a:cubicBezTo>
                      <a:pt x="201" y="4147"/>
                      <a:pt x="536" y="4954"/>
                      <a:pt x="1130" y="5549"/>
                    </a:cubicBezTo>
                    <a:cubicBezTo>
                      <a:pt x="1725" y="6144"/>
                      <a:pt x="2532" y="6478"/>
                      <a:pt x="337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60" name="Freeform: Shape 11259">
                <a:extLst>
                  <a:ext uri="{FF2B5EF4-FFF2-40B4-BE49-F238E27FC236}">
                    <a16:creationId xmlns:a16="http://schemas.microsoft.com/office/drawing/2014/main" id="{70F2440A-3C9A-F4A6-AC2A-68B8349D3315}"/>
                  </a:ext>
                </a:extLst>
              </p:cNvPr>
              <p:cNvSpPr/>
              <p:nvPr/>
            </p:nvSpPr>
            <p:spPr>
              <a:xfrm>
                <a:off x="8979095" y="5162089"/>
                <a:ext cx="6343" cy="6345"/>
              </a:xfrm>
              <a:custGeom>
                <a:avLst/>
                <a:gdLst>
                  <a:gd name="connsiteX0" fmla="*/ 3374 w 6343"/>
                  <a:gd name="connsiteY0" fmla="*/ 6478 h 6345"/>
                  <a:gd name="connsiteX1" fmla="*/ 5617 w 6343"/>
                  <a:gd name="connsiteY1" fmla="*/ 5549 h 6345"/>
                  <a:gd name="connsiteX2" fmla="*/ 6546 w 6343"/>
                  <a:gd name="connsiteY2" fmla="*/ 3305 h 6345"/>
                  <a:gd name="connsiteX3" fmla="*/ 5617 w 6343"/>
                  <a:gd name="connsiteY3" fmla="*/ 1062 h 6345"/>
                  <a:gd name="connsiteX4" fmla="*/ 3374 w 6343"/>
                  <a:gd name="connsiteY4" fmla="*/ 133 h 6345"/>
                  <a:gd name="connsiteX5" fmla="*/ 1132 w 6343"/>
                  <a:gd name="connsiteY5" fmla="*/ 1062 h 6345"/>
                  <a:gd name="connsiteX6" fmla="*/ 203 w 6343"/>
                  <a:gd name="connsiteY6" fmla="*/ 3305 h 6345"/>
                  <a:gd name="connsiteX7" fmla="*/ 1132 w 6343"/>
                  <a:gd name="connsiteY7" fmla="*/ 5549 h 6345"/>
                  <a:gd name="connsiteX8" fmla="*/ 337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78"/>
                    </a:moveTo>
                    <a:cubicBezTo>
                      <a:pt x="4215" y="6478"/>
                      <a:pt x="5022" y="6144"/>
                      <a:pt x="5617" y="5549"/>
                    </a:cubicBezTo>
                    <a:cubicBezTo>
                      <a:pt x="6212" y="4954"/>
                      <a:pt x="6546" y="4147"/>
                      <a:pt x="6546" y="3305"/>
                    </a:cubicBezTo>
                    <a:cubicBezTo>
                      <a:pt x="6546" y="2464"/>
                      <a:pt x="6212" y="1657"/>
                      <a:pt x="5617" y="1062"/>
                    </a:cubicBezTo>
                    <a:cubicBezTo>
                      <a:pt x="5022" y="467"/>
                      <a:pt x="4215" y="133"/>
                      <a:pt x="3374" y="133"/>
                    </a:cubicBezTo>
                    <a:cubicBezTo>
                      <a:pt x="2533" y="133"/>
                      <a:pt x="1726" y="467"/>
                      <a:pt x="1132" y="1062"/>
                    </a:cubicBezTo>
                    <a:cubicBezTo>
                      <a:pt x="537" y="1657"/>
                      <a:pt x="203" y="2464"/>
                      <a:pt x="203" y="3305"/>
                    </a:cubicBezTo>
                    <a:cubicBezTo>
                      <a:pt x="203" y="4147"/>
                      <a:pt x="537" y="4954"/>
                      <a:pt x="1132" y="5549"/>
                    </a:cubicBezTo>
                    <a:cubicBezTo>
                      <a:pt x="1726" y="6144"/>
                      <a:pt x="2533" y="6478"/>
                      <a:pt x="337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61" name="Freeform: Shape 11260">
                <a:extLst>
                  <a:ext uri="{FF2B5EF4-FFF2-40B4-BE49-F238E27FC236}">
                    <a16:creationId xmlns:a16="http://schemas.microsoft.com/office/drawing/2014/main" id="{6BAAFB4B-FB46-673F-2B37-4573B626DD07}"/>
                  </a:ext>
                </a:extLst>
              </p:cNvPr>
              <p:cNvSpPr/>
              <p:nvPr/>
            </p:nvSpPr>
            <p:spPr>
              <a:xfrm>
                <a:off x="9001686" y="5165557"/>
                <a:ext cx="6343" cy="6345"/>
              </a:xfrm>
              <a:custGeom>
                <a:avLst/>
                <a:gdLst>
                  <a:gd name="connsiteX0" fmla="*/ 3376 w 6343"/>
                  <a:gd name="connsiteY0" fmla="*/ 6478 h 6345"/>
                  <a:gd name="connsiteX1" fmla="*/ 5619 w 6343"/>
                  <a:gd name="connsiteY1" fmla="*/ 5549 h 6345"/>
                  <a:gd name="connsiteX2" fmla="*/ 6547 w 6343"/>
                  <a:gd name="connsiteY2" fmla="*/ 3306 h 6345"/>
                  <a:gd name="connsiteX3" fmla="*/ 5619 w 6343"/>
                  <a:gd name="connsiteY3" fmla="*/ 1062 h 6345"/>
                  <a:gd name="connsiteX4" fmla="*/ 3376 w 6343"/>
                  <a:gd name="connsiteY4" fmla="*/ 133 h 6345"/>
                  <a:gd name="connsiteX5" fmla="*/ 1133 w 6343"/>
                  <a:gd name="connsiteY5" fmla="*/ 1062 h 6345"/>
                  <a:gd name="connsiteX6" fmla="*/ 204 w 6343"/>
                  <a:gd name="connsiteY6" fmla="*/ 3306 h 6345"/>
                  <a:gd name="connsiteX7" fmla="*/ 1133 w 6343"/>
                  <a:gd name="connsiteY7" fmla="*/ 5549 h 6345"/>
                  <a:gd name="connsiteX8" fmla="*/ 337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78"/>
                    </a:moveTo>
                    <a:cubicBezTo>
                      <a:pt x="4217" y="6478"/>
                      <a:pt x="5024" y="6144"/>
                      <a:pt x="5619" y="5549"/>
                    </a:cubicBezTo>
                    <a:cubicBezTo>
                      <a:pt x="6213" y="4954"/>
                      <a:pt x="6547" y="4147"/>
                      <a:pt x="6547" y="3306"/>
                    </a:cubicBezTo>
                    <a:cubicBezTo>
                      <a:pt x="6547" y="2464"/>
                      <a:pt x="6213" y="1657"/>
                      <a:pt x="5619" y="1062"/>
                    </a:cubicBezTo>
                    <a:cubicBezTo>
                      <a:pt x="5024" y="467"/>
                      <a:pt x="4217" y="133"/>
                      <a:pt x="3376" y="133"/>
                    </a:cubicBezTo>
                    <a:cubicBezTo>
                      <a:pt x="2535" y="133"/>
                      <a:pt x="1728" y="467"/>
                      <a:pt x="1133" y="1062"/>
                    </a:cubicBezTo>
                    <a:cubicBezTo>
                      <a:pt x="539" y="1657"/>
                      <a:pt x="204" y="2464"/>
                      <a:pt x="204" y="3306"/>
                    </a:cubicBezTo>
                    <a:cubicBezTo>
                      <a:pt x="204" y="4147"/>
                      <a:pt x="539" y="4954"/>
                      <a:pt x="1133" y="5549"/>
                    </a:cubicBezTo>
                    <a:cubicBezTo>
                      <a:pt x="1728" y="6144"/>
                      <a:pt x="2535" y="6478"/>
                      <a:pt x="337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62" name="Freeform: Shape 11261">
                <a:extLst>
                  <a:ext uri="{FF2B5EF4-FFF2-40B4-BE49-F238E27FC236}">
                    <a16:creationId xmlns:a16="http://schemas.microsoft.com/office/drawing/2014/main" id="{A99C6DA1-1043-C1F9-86EB-018274A217AE}"/>
                  </a:ext>
                </a:extLst>
              </p:cNvPr>
              <p:cNvSpPr/>
              <p:nvPr/>
            </p:nvSpPr>
            <p:spPr>
              <a:xfrm>
                <a:off x="9010527" y="5165231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6 h 6345"/>
                  <a:gd name="connsiteX3" fmla="*/ 5619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6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4" y="6144"/>
                      <a:pt x="5619" y="5549"/>
                    </a:cubicBezTo>
                    <a:cubicBezTo>
                      <a:pt x="6214" y="4954"/>
                      <a:pt x="6548" y="4147"/>
                      <a:pt x="6548" y="3306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4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6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63" name="Freeform: Shape 11262">
                <a:extLst>
                  <a:ext uri="{FF2B5EF4-FFF2-40B4-BE49-F238E27FC236}">
                    <a16:creationId xmlns:a16="http://schemas.microsoft.com/office/drawing/2014/main" id="{47FE7284-8E0A-812D-359C-9DC32945C70E}"/>
                  </a:ext>
                </a:extLst>
              </p:cNvPr>
              <p:cNvSpPr/>
              <p:nvPr/>
            </p:nvSpPr>
            <p:spPr>
              <a:xfrm>
                <a:off x="9014261" y="5163462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9 h 6345"/>
                  <a:gd name="connsiteX2" fmla="*/ 6548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20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20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40" y="1657"/>
                      <a:pt x="205" y="2464"/>
                      <a:pt x="205" y="3305"/>
                    </a:cubicBezTo>
                    <a:cubicBezTo>
                      <a:pt x="205" y="4147"/>
                      <a:pt x="540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64" name="Freeform: Shape 11263">
                <a:extLst>
                  <a:ext uri="{FF2B5EF4-FFF2-40B4-BE49-F238E27FC236}">
                    <a16:creationId xmlns:a16="http://schemas.microsoft.com/office/drawing/2014/main" id="{FE91800E-4351-E7B6-3238-0D69104CF467}"/>
                  </a:ext>
                </a:extLst>
              </p:cNvPr>
              <p:cNvSpPr/>
              <p:nvPr/>
            </p:nvSpPr>
            <p:spPr>
              <a:xfrm>
                <a:off x="9014592" y="5160676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9 h 6345"/>
                  <a:gd name="connsiteX2" fmla="*/ 6548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2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20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20" y="1062"/>
                    </a:cubicBezTo>
                    <a:cubicBezTo>
                      <a:pt x="5025" y="467"/>
                      <a:pt x="4218" y="132"/>
                      <a:pt x="3377" y="132"/>
                    </a:cubicBezTo>
                    <a:cubicBezTo>
                      <a:pt x="2536" y="132"/>
                      <a:pt x="1729" y="467"/>
                      <a:pt x="1134" y="1062"/>
                    </a:cubicBezTo>
                    <a:cubicBezTo>
                      <a:pt x="540" y="1657"/>
                      <a:pt x="205" y="2464"/>
                      <a:pt x="205" y="3305"/>
                    </a:cubicBezTo>
                    <a:cubicBezTo>
                      <a:pt x="205" y="4147"/>
                      <a:pt x="540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65" name="Freeform: Shape 11264">
                <a:extLst>
                  <a:ext uri="{FF2B5EF4-FFF2-40B4-BE49-F238E27FC236}">
                    <a16:creationId xmlns:a16="http://schemas.microsoft.com/office/drawing/2014/main" id="{15A1004B-2EA1-C666-F1F3-8EBD4E425A07}"/>
                  </a:ext>
                </a:extLst>
              </p:cNvPr>
              <p:cNvSpPr/>
              <p:nvPr/>
            </p:nvSpPr>
            <p:spPr>
              <a:xfrm>
                <a:off x="9020134" y="5159536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9 h 6345"/>
                  <a:gd name="connsiteX2" fmla="*/ 6549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2 h 6345"/>
                  <a:gd name="connsiteX5" fmla="*/ 1135 w 6343"/>
                  <a:gd name="connsiteY5" fmla="*/ 1062 h 6345"/>
                  <a:gd name="connsiteX6" fmla="*/ 206 w 6343"/>
                  <a:gd name="connsiteY6" fmla="*/ 3305 h 6345"/>
                  <a:gd name="connsiteX7" fmla="*/ 1135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3"/>
                      <a:pt x="5620" y="5549"/>
                    </a:cubicBezTo>
                    <a:cubicBezTo>
                      <a:pt x="6215" y="4954"/>
                      <a:pt x="6549" y="4147"/>
                      <a:pt x="6549" y="3305"/>
                    </a:cubicBezTo>
                    <a:cubicBezTo>
                      <a:pt x="6549" y="2464"/>
                      <a:pt x="6215" y="1657"/>
                      <a:pt x="5620" y="1062"/>
                    </a:cubicBezTo>
                    <a:cubicBezTo>
                      <a:pt x="5025" y="467"/>
                      <a:pt x="4218" y="132"/>
                      <a:pt x="3377" y="132"/>
                    </a:cubicBezTo>
                    <a:cubicBezTo>
                      <a:pt x="2536" y="132"/>
                      <a:pt x="1730" y="467"/>
                      <a:pt x="1135" y="1062"/>
                    </a:cubicBezTo>
                    <a:cubicBezTo>
                      <a:pt x="540" y="1657"/>
                      <a:pt x="206" y="2464"/>
                      <a:pt x="206" y="3305"/>
                    </a:cubicBezTo>
                    <a:cubicBezTo>
                      <a:pt x="206" y="4147"/>
                      <a:pt x="540" y="4954"/>
                      <a:pt x="1135" y="5549"/>
                    </a:cubicBezTo>
                    <a:cubicBezTo>
                      <a:pt x="1730" y="6143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66" name="Freeform: Shape 11265">
                <a:extLst>
                  <a:ext uri="{FF2B5EF4-FFF2-40B4-BE49-F238E27FC236}">
                    <a16:creationId xmlns:a16="http://schemas.microsoft.com/office/drawing/2014/main" id="{93E13D92-455E-87B8-6CF0-07EB5F3D2851}"/>
                  </a:ext>
                </a:extLst>
              </p:cNvPr>
              <p:cNvSpPr/>
              <p:nvPr/>
            </p:nvSpPr>
            <p:spPr>
              <a:xfrm>
                <a:off x="9030321" y="5159964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1 w 6343"/>
                  <a:gd name="connsiteY1" fmla="*/ 5549 h 6345"/>
                  <a:gd name="connsiteX2" fmla="*/ 6550 w 6343"/>
                  <a:gd name="connsiteY2" fmla="*/ 3305 h 6345"/>
                  <a:gd name="connsiteX3" fmla="*/ 5621 w 6343"/>
                  <a:gd name="connsiteY3" fmla="*/ 1062 h 6345"/>
                  <a:gd name="connsiteX4" fmla="*/ 3378 w 6343"/>
                  <a:gd name="connsiteY4" fmla="*/ 132 h 6345"/>
                  <a:gd name="connsiteX5" fmla="*/ 1136 w 6343"/>
                  <a:gd name="connsiteY5" fmla="*/ 1062 h 6345"/>
                  <a:gd name="connsiteX6" fmla="*/ 207 w 6343"/>
                  <a:gd name="connsiteY6" fmla="*/ 3305 h 6345"/>
                  <a:gd name="connsiteX7" fmla="*/ 1136 w 6343"/>
                  <a:gd name="connsiteY7" fmla="*/ 5549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19" y="6478"/>
                      <a:pt x="5026" y="6144"/>
                      <a:pt x="5621" y="5549"/>
                    </a:cubicBezTo>
                    <a:cubicBezTo>
                      <a:pt x="6216" y="4954"/>
                      <a:pt x="6550" y="4147"/>
                      <a:pt x="6550" y="3305"/>
                    </a:cubicBezTo>
                    <a:cubicBezTo>
                      <a:pt x="6550" y="2464"/>
                      <a:pt x="6216" y="1657"/>
                      <a:pt x="5621" y="1062"/>
                    </a:cubicBezTo>
                    <a:cubicBezTo>
                      <a:pt x="5026" y="467"/>
                      <a:pt x="4219" y="132"/>
                      <a:pt x="3378" y="132"/>
                    </a:cubicBezTo>
                    <a:cubicBezTo>
                      <a:pt x="2537" y="132"/>
                      <a:pt x="1730" y="467"/>
                      <a:pt x="1136" y="1062"/>
                    </a:cubicBezTo>
                    <a:cubicBezTo>
                      <a:pt x="541" y="1657"/>
                      <a:pt x="207" y="2464"/>
                      <a:pt x="207" y="3305"/>
                    </a:cubicBezTo>
                    <a:cubicBezTo>
                      <a:pt x="207" y="4147"/>
                      <a:pt x="541" y="4954"/>
                      <a:pt x="1136" y="5549"/>
                    </a:cubicBezTo>
                    <a:cubicBezTo>
                      <a:pt x="1730" y="6144"/>
                      <a:pt x="2537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67" name="Freeform: Shape 11266">
                <a:extLst>
                  <a:ext uri="{FF2B5EF4-FFF2-40B4-BE49-F238E27FC236}">
                    <a16:creationId xmlns:a16="http://schemas.microsoft.com/office/drawing/2014/main" id="{DAACA994-0377-FE1E-A72A-520F455B9BA6}"/>
                  </a:ext>
                </a:extLst>
              </p:cNvPr>
              <p:cNvSpPr/>
              <p:nvPr/>
            </p:nvSpPr>
            <p:spPr>
              <a:xfrm>
                <a:off x="9037632" y="5159569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1 w 6343"/>
                  <a:gd name="connsiteY1" fmla="*/ 5549 h 6345"/>
                  <a:gd name="connsiteX2" fmla="*/ 6550 w 6343"/>
                  <a:gd name="connsiteY2" fmla="*/ 3305 h 6345"/>
                  <a:gd name="connsiteX3" fmla="*/ 5621 w 6343"/>
                  <a:gd name="connsiteY3" fmla="*/ 1062 h 6345"/>
                  <a:gd name="connsiteX4" fmla="*/ 3379 w 6343"/>
                  <a:gd name="connsiteY4" fmla="*/ 132 h 6345"/>
                  <a:gd name="connsiteX5" fmla="*/ 1136 w 6343"/>
                  <a:gd name="connsiteY5" fmla="*/ 1062 h 6345"/>
                  <a:gd name="connsiteX6" fmla="*/ 207 w 6343"/>
                  <a:gd name="connsiteY6" fmla="*/ 3305 h 6345"/>
                  <a:gd name="connsiteX7" fmla="*/ 1136 w 6343"/>
                  <a:gd name="connsiteY7" fmla="*/ 5549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0" y="6478"/>
                      <a:pt x="5027" y="6143"/>
                      <a:pt x="5621" y="5549"/>
                    </a:cubicBezTo>
                    <a:cubicBezTo>
                      <a:pt x="6216" y="4954"/>
                      <a:pt x="6550" y="4147"/>
                      <a:pt x="6550" y="3305"/>
                    </a:cubicBezTo>
                    <a:cubicBezTo>
                      <a:pt x="6550" y="2464"/>
                      <a:pt x="6216" y="1657"/>
                      <a:pt x="5621" y="1062"/>
                    </a:cubicBezTo>
                    <a:cubicBezTo>
                      <a:pt x="5027" y="467"/>
                      <a:pt x="4220" y="132"/>
                      <a:pt x="3379" y="132"/>
                    </a:cubicBezTo>
                    <a:cubicBezTo>
                      <a:pt x="2538" y="132"/>
                      <a:pt x="1731" y="467"/>
                      <a:pt x="1136" y="1062"/>
                    </a:cubicBezTo>
                    <a:cubicBezTo>
                      <a:pt x="541" y="1657"/>
                      <a:pt x="207" y="2464"/>
                      <a:pt x="207" y="3305"/>
                    </a:cubicBezTo>
                    <a:cubicBezTo>
                      <a:pt x="207" y="4147"/>
                      <a:pt x="541" y="4954"/>
                      <a:pt x="1136" y="5549"/>
                    </a:cubicBezTo>
                    <a:cubicBezTo>
                      <a:pt x="1731" y="6143"/>
                      <a:pt x="2538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68" name="Freeform: Shape 11267">
                <a:extLst>
                  <a:ext uri="{FF2B5EF4-FFF2-40B4-BE49-F238E27FC236}">
                    <a16:creationId xmlns:a16="http://schemas.microsoft.com/office/drawing/2014/main" id="{CEF52A24-14D8-D976-E567-CE5502A39090}"/>
                  </a:ext>
                </a:extLst>
              </p:cNvPr>
              <p:cNvSpPr/>
              <p:nvPr/>
            </p:nvSpPr>
            <p:spPr>
              <a:xfrm>
                <a:off x="9046001" y="5159618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2 w 6343"/>
                  <a:gd name="connsiteY1" fmla="*/ 5549 h 6345"/>
                  <a:gd name="connsiteX2" fmla="*/ 6551 w 6343"/>
                  <a:gd name="connsiteY2" fmla="*/ 3305 h 6345"/>
                  <a:gd name="connsiteX3" fmla="*/ 5622 w 6343"/>
                  <a:gd name="connsiteY3" fmla="*/ 1062 h 6345"/>
                  <a:gd name="connsiteX4" fmla="*/ 3379 w 6343"/>
                  <a:gd name="connsiteY4" fmla="*/ 132 h 6345"/>
                  <a:gd name="connsiteX5" fmla="*/ 1137 w 6343"/>
                  <a:gd name="connsiteY5" fmla="*/ 1062 h 6345"/>
                  <a:gd name="connsiteX6" fmla="*/ 208 w 6343"/>
                  <a:gd name="connsiteY6" fmla="*/ 3305 h 6345"/>
                  <a:gd name="connsiteX7" fmla="*/ 1137 w 6343"/>
                  <a:gd name="connsiteY7" fmla="*/ 5549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1" y="6478"/>
                      <a:pt x="5027" y="6144"/>
                      <a:pt x="5622" y="5549"/>
                    </a:cubicBezTo>
                    <a:cubicBezTo>
                      <a:pt x="6217" y="4954"/>
                      <a:pt x="6551" y="4147"/>
                      <a:pt x="6551" y="3305"/>
                    </a:cubicBezTo>
                    <a:cubicBezTo>
                      <a:pt x="6551" y="2464"/>
                      <a:pt x="6217" y="1657"/>
                      <a:pt x="5622" y="1062"/>
                    </a:cubicBezTo>
                    <a:cubicBezTo>
                      <a:pt x="5027" y="467"/>
                      <a:pt x="4221" y="132"/>
                      <a:pt x="3379" y="132"/>
                    </a:cubicBezTo>
                    <a:cubicBezTo>
                      <a:pt x="2538" y="132"/>
                      <a:pt x="1732" y="467"/>
                      <a:pt x="1137" y="1062"/>
                    </a:cubicBezTo>
                    <a:cubicBezTo>
                      <a:pt x="542" y="1657"/>
                      <a:pt x="208" y="2464"/>
                      <a:pt x="208" y="3305"/>
                    </a:cubicBezTo>
                    <a:cubicBezTo>
                      <a:pt x="208" y="4147"/>
                      <a:pt x="542" y="4954"/>
                      <a:pt x="1137" y="5549"/>
                    </a:cubicBezTo>
                    <a:cubicBezTo>
                      <a:pt x="1732" y="6144"/>
                      <a:pt x="2538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69" name="Freeform: Shape 11268">
                <a:extLst>
                  <a:ext uri="{FF2B5EF4-FFF2-40B4-BE49-F238E27FC236}">
                    <a16:creationId xmlns:a16="http://schemas.microsoft.com/office/drawing/2014/main" id="{88D5B418-9570-8B35-3B8C-628976A2F773}"/>
                  </a:ext>
                </a:extLst>
              </p:cNvPr>
              <p:cNvSpPr/>
              <p:nvPr/>
            </p:nvSpPr>
            <p:spPr>
              <a:xfrm>
                <a:off x="9055241" y="5160071"/>
                <a:ext cx="6343" cy="6345"/>
              </a:xfrm>
              <a:custGeom>
                <a:avLst/>
                <a:gdLst>
                  <a:gd name="connsiteX0" fmla="*/ 3380 w 6343"/>
                  <a:gd name="connsiteY0" fmla="*/ 6478 h 6345"/>
                  <a:gd name="connsiteX1" fmla="*/ 5623 w 6343"/>
                  <a:gd name="connsiteY1" fmla="*/ 5549 h 6345"/>
                  <a:gd name="connsiteX2" fmla="*/ 6552 w 6343"/>
                  <a:gd name="connsiteY2" fmla="*/ 3305 h 6345"/>
                  <a:gd name="connsiteX3" fmla="*/ 5623 w 6343"/>
                  <a:gd name="connsiteY3" fmla="*/ 1062 h 6345"/>
                  <a:gd name="connsiteX4" fmla="*/ 3380 w 6343"/>
                  <a:gd name="connsiteY4" fmla="*/ 132 h 6345"/>
                  <a:gd name="connsiteX5" fmla="*/ 1138 w 6343"/>
                  <a:gd name="connsiteY5" fmla="*/ 1062 h 6345"/>
                  <a:gd name="connsiteX6" fmla="*/ 209 w 6343"/>
                  <a:gd name="connsiteY6" fmla="*/ 3305 h 6345"/>
                  <a:gd name="connsiteX7" fmla="*/ 1138 w 6343"/>
                  <a:gd name="connsiteY7" fmla="*/ 5549 h 6345"/>
                  <a:gd name="connsiteX8" fmla="*/ 338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78"/>
                    </a:moveTo>
                    <a:cubicBezTo>
                      <a:pt x="4221" y="6478"/>
                      <a:pt x="5028" y="6144"/>
                      <a:pt x="5623" y="5549"/>
                    </a:cubicBezTo>
                    <a:cubicBezTo>
                      <a:pt x="6218" y="4954"/>
                      <a:pt x="6552" y="4147"/>
                      <a:pt x="6552" y="3305"/>
                    </a:cubicBezTo>
                    <a:cubicBezTo>
                      <a:pt x="6552" y="2464"/>
                      <a:pt x="6218" y="1657"/>
                      <a:pt x="5623" y="1062"/>
                    </a:cubicBezTo>
                    <a:cubicBezTo>
                      <a:pt x="5028" y="467"/>
                      <a:pt x="4221" y="132"/>
                      <a:pt x="3380" y="132"/>
                    </a:cubicBezTo>
                    <a:cubicBezTo>
                      <a:pt x="2539" y="132"/>
                      <a:pt x="1732" y="467"/>
                      <a:pt x="1138" y="1062"/>
                    </a:cubicBezTo>
                    <a:cubicBezTo>
                      <a:pt x="543" y="1657"/>
                      <a:pt x="209" y="2464"/>
                      <a:pt x="209" y="3305"/>
                    </a:cubicBezTo>
                    <a:cubicBezTo>
                      <a:pt x="209" y="4147"/>
                      <a:pt x="543" y="4954"/>
                      <a:pt x="1138" y="5549"/>
                    </a:cubicBezTo>
                    <a:cubicBezTo>
                      <a:pt x="1732" y="6144"/>
                      <a:pt x="2539" y="6478"/>
                      <a:pt x="338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70" name="Freeform: Shape 11269">
                <a:extLst>
                  <a:ext uri="{FF2B5EF4-FFF2-40B4-BE49-F238E27FC236}">
                    <a16:creationId xmlns:a16="http://schemas.microsoft.com/office/drawing/2014/main" id="{E3971E06-565D-E544-164B-A7DEC11DE133}"/>
                  </a:ext>
                </a:extLst>
              </p:cNvPr>
              <p:cNvSpPr/>
              <p:nvPr/>
            </p:nvSpPr>
            <p:spPr>
              <a:xfrm>
                <a:off x="9081538" y="5166631"/>
                <a:ext cx="6343" cy="6345"/>
              </a:xfrm>
              <a:custGeom>
                <a:avLst/>
                <a:gdLst>
                  <a:gd name="connsiteX0" fmla="*/ 3382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6 h 6345"/>
                  <a:gd name="connsiteX3" fmla="*/ 5625 w 6343"/>
                  <a:gd name="connsiteY3" fmla="*/ 1062 h 6345"/>
                  <a:gd name="connsiteX4" fmla="*/ 3382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6 h 6345"/>
                  <a:gd name="connsiteX7" fmla="*/ 1140 w 6343"/>
                  <a:gd name="connsiteY7" fmla="*/ 5549 h 6345"/>
                  <a:gd name="connsiteX8" fmla="*/ 338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8"/>
                    </a:moveTo>
                    <a:cubicBezTo>
                      <a:pt x="4223" y="6478"/>
                      <a:pt x="5030" y="6144"/>
                      <a:pt x="5625" y="5549"/>
                    </a:cubicBezTo>
                    <a:cubicBezTo>
                      <a:pt x="6220" y="4954"/>
                      <a:pt x="6554" y="4147"/>
                      <a:pt x="6554" y="3306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0" y="467"/>
                      <a:pt x="4223" y="133"/>
                      <a:pt x="3382" y="133"/>
                    </a:cubicBezTo>
                    <a:cubicBezTo>
                      <a:pt x="2541" y="133"/>
                      <a:pt x="1734" y="467"/>
                      <a:pt x="1140" y="1062"/>
                    </a:cubicBezTo>
                    <a:cubicBezTo>
                      <a:pt x="545" y="1657"/>
                      <a:pt x="211" y="2464"/>
                      <a:pt x="211" y="3306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4" y="6144"/>
                      <a:pt x="2541" y="6478"/>
                      <a:pt x="338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71" name="Freeform: Shape 11270">
                <a:extLst>
                  <a:ext uri="{FF2B5EF4-FFF2-40B4-BE49-F238E27FC236}">
                    <a16:creationId xmlns:a16="http://schemas.microsoft.com/office/drawing/2014/main" id="{35F9CB86-1F8B-944E-46A1-06B2226CB937}"/>
                  </a:ext>
                </a:extLst>
              </p:cNvPr>
              <p:cNvSpPr/>
              <p:nvPr/>
            </p:nvSpPr>
            <p:spPr>
              <a:xfrm>
                <a:off x="9086630" y="5165948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6 h 6345"/>
                  <a:gd name="connsiteX3" fmla="*/ 5625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6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0" y="6144"/>
                      <a:pt x="5625" y="5549"/>
                    </a:cubicBezTo>
                    <a:cubicBezTo>
                      <a:pt x="6220" y="4954"/>
                      <a:pt x="6554" y="4147"/>
                      <a:pt x="6554" y="3306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0" y="467"/>
                      <a:pt x="4224" y="133"/>
                      <a:pt x="3383" y="133"/>
                    </a:cubicBezTo>
                    <a:cubicBezTo>
                      <a:pt x="2542" y="133"/>
                      <a:pt x="1735" y="467"/>
                      <a:pt x="1140" y="1062"/>
                    </a:cubicBezTo>
                    <a:cubicBezTo>
                      <a:pt x="545" y="1657"/>
                      <a:pt x="211" y="2464"/>
                      <a:pt x="211" y="3306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5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72" name="Freeform: Shape 11271">
                <a:extLst>
                  <a:ext uri="{FF2B5EF4-FFF2-40B4-BE49-F238E27FC236}">
                    <a16:creationId xmlns:a16="http://schemas.microsoft.com/office/drawing/2014/main" id="{2C928DD9-999F-714E-9D1F-361377B54904}"/>
                  </a:ext>
                </a:extLst>
              </p:cNvPr>
              <p:cNvSpPr/>
              <p:nvPr/>
            </p:nvSpPr>
            <p:spPr>
              <a:xfrm>
                <a:off x="9093129" y="5165838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6 h 6345"/>
                  <a:gd name="connsiteX3" fmla="*/ 5626 w 6343"/>
                  <a:gd name="connsiteY3" fmla="*/ 1062 h 6345"/>
                  <a:gd name="connsiteX4" fmla="*/ 3383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6 h 6345"/>
                  <a:gd name="connsiteX7" fmla="*/ 1141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1" y="6144"/>
                      <a:pt x="5626" y="5549"/>
                    </a:cubicBezTo>
                    <a:cubicBezTo>
                      <a:pt x="6221" y="4954"/>
                      <a:pt x="6555" y="4147"/>
                      <a:pt x="6555" y="3306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1" y="467"/>
                      <a:pt x="4224" y="133"/>
                      <a:pt x="3383" y="133"/>
                    </a:cubicBezTo>
                    <a:cubicBezTo>
                      <a:pt x="2542" y="133"/>
                      <a:pt x="1735" y="467"/>
                      <a:pt x="1141" y="1062"/>
                    </a:cubicBezTo>
                    <a:cubicBezTo>
                      <a:pt x="546" y="1657"/>
                      <a:pt x="212" y="2464"/>
                      <a:pt x="212" y="3306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5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73" name="Freeform: Shape 11272">
                <a:extLst>
                  <a:ext uri="{FF2B5EF4-FFF2-40B4-BE49-F238E27FC236}">
                    <a16:creationId xmlns:a16="http://schemas.microsoft.com/office/drawing/2014/main" id="{384AC940-F988-DA73-DEBD-C35BB4F492FA}"/>
                  </a:ext>
                </a:extLst>
              </p:cNvPr>
              <p:cNvSpPr/>
              <p:nvPr/>
            </p:nvSpPr>
            <p:spPr>
              <a:xfrm>
                <a:off x="9104664" y="5167681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6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6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7" y="5549"/>
                    </a:cubicBezTo>
                    <a:cubicBezTo>
                      <a:pt x="6221" y="4954"/>
                      <a:pt x="6556" y="4147"/>
                      <a:pt x="6556" y="3306"/>
                    </a:cubicBezTo>
                    <a:cubicBezTo>
                      <a:pt x="6556" y="2464"/>
                      <a:pt x="6221" y="1657"/>
                      <a:pt x="5627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7" y="1657"/>
                      <a:pt x="212" y="2464"/>
                      <a:pt x="212" y="3306"/>
                    </a:cubicBezTo>
                    <a:cubicBezTo>
                      <a:pt x="212" y="4147"/>
                      <a:pt x="547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74" name="Freeform: Shape 11273">
                <a:extLst>
                  <a:ext uri="{FF2B5EF4-FFF2-40B4-BE49-F238E27FC236}">
                    <a16:creationId xmlns:a16="http://schemas.microsoft.com/office/drawing/2014/main" id="{2882DC0D-A84D-71A0-3F3F-D7E65D2AA659}"/>
                  </a:ext>
                </a:extLst>
              </p:cNvPr>
              <p:cNvSpPr/>
              <p:nvPr/>
            </p:nvSpPr>
            <p:spPr>
              <a:xfrm>
                <a:off x="9105445" y="5165598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6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3 w 6343"/>
                  <a:gd name="connsiteY6" fmla="*/ 3306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7" y="5549"/>
                    </a:cubicBezTo>
                    <a:cubicBezTo>
                      <a:pt x="6221" y="4954"/>
                      <a:pt x="6556" y="4147"/>
                      <a:pt x="6556" y="3306"/>
                    </a:cubicBezTo>
                    <a:cubicBezTo>
                      <a:pt x="6556" y="2464"/>
                      <a:pt x="6221" y="1657"/>
                      <a:pt x="5627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7" y="1657"/>
                      <a:pt x="213" y="2464"/>
                      <a:pt x="213" y="3306"/>
                    </a:cubicBezTo>
                    <a:cubicBezTo>
                      <a:pt x="213" y="4147"/>
                      <a:pt x="547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75" name="Freeform: Shape 11274">
                <a:extLst>
                  <a:ext uri="{FF2B5EF4-FFF2-40B4-BE49-F238E27FC236}">
                    <a16:creationId xmlns:a16="http://schemas.microsoft.com/office/drawing/2014/main" id="{7AD16F5A-DAB6-45B1-5C85-BC045ABD2017}"/>
                  </a:ext>
                </a:extLst>
              </p:cNvPr>
              <p:cNvSpPr/>
              <p:nvPr/>
            </p:nvSpPr>
            <p:spPr>
              <a:xfrm>
                <a:off x="9109803" y="5164896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6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6 h 6345"/>
                  <a:gd name="connsiteX7" fmla="*/ 1142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6" y="6478"/>
                      <a:pt x="5032" y="6144"/>
                      <a:pt x="5627" y="5549"/>
                    </a:cubicBezTo>
                    <a:cubicBezTo>
                      <a:pt x="6222" y="4954"/>
                      <a:pt x="6556" y="4147"/>
                      <a:pt x="6556" y="3306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2" y="467"/>
                      <a:pt x="4226" y="133"/>
                      <a:pt x="3384" y="133"/>
                    </a:cubicBezTo>
                    <a:cubicBezTo>
                      <a:pt x="2543" y="133"/>
                      <a:pt x="1737" y="467"/>
                      <a:pt x="1142" y="1062"/>
                    </a:cubicBezTo>
                    <a:cubicBezTo>
                      <a:pt x="547" y="1657"/>
                      <a:pt x="213" y="2464"/>
                      <a:pt x="213" y="3306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7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76" name="Freeform: Shape 11275">
                <a:extLst>
                  <a:ext uri="{FF2B5EF4-FFF2-40B4-BE49-F238E27FC236}">
                    <a16:creationId xmlns:a16="http://schemas.microsoft.com/office/drawing/2014/main" id="{21AB781A-2B47-9DE1-C58B-F96FF6BF05DD}"/>
                  </a:ext>
                </a:extLst>
              </p:cNvPr>
              <p:cNvSpPr/>
              <p:nvPr/>
            </p:nvSpPr>
            <p:spPr>
              <a:xfrm>
                <a:off x="9079825" y="5150745"/>
                <a:ext cx="6343" cy="6345"/>
              </a:xfrm>
              <a:custGeom>
                <a:avLst/>
                <a:gdLst>
                  <a:gd name="connsiteX0" fmla="*/ 3382 w 6343"/>
                  <a:gd name="connsiteY0" fmla="*/ 6477 h 6345"/>
                  <a:gd name="connsiteX1" fmla="*/ 5625 w 6343"/>
                  <a:gd name="connsiteY1" fmla="*/ 5548 h 6345"/>
                  <a:gd name="connsiteX2" fmla="*/ 6554 w 6343"/>
                  <a:gd name="connsiteY2" fmla="*/ 3304 h 6345"/>
                  <a:gd name="connsiteX3" fmla="*/ 5625 w 6343"/>
                  <a:gd name="connsiteY3" fmla="*/ 1061 h 6345"/>
                  <a:gd name="connsiteX4" fmla="*/ 3382 w 6343"/>
                  <a:gd name="connsiteY4" fmla="*/ 132 h 6345"/>
                  <a:gd name="connsiteX5" fmla="*/ 1139 w 6343"/>
                  <a:gd name="connsiteY5" fmla="*/ 1061 h 6345"/>
                  <a:gd name="connsiteX6" fmla="*/ 211 w 6343"/>
                  <a:gd name="connsiteY6" fmla="*/ 3304 h 6345"/>
                  <a:gd name="connsiteX7" fmla="*/ 1139 w 6343"/>
                  <a:gd name="connsiteY7" fmla="*/ 5548 h 6345"/>
                  <a:gd name="connsiteX8" fmla="*/ 3382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7"/>
                    </a:moveTo>
                    <a:cubicBezTo>
                      <a:pt x="4223" y="6477"/>
                      <a:pt x="5030" y="6143"/>
                      <a:pt x="5625" y="5548"/>
                    </a:cubicBezTo>
                    <a:cubicBezTo>
                      <a:pt x="6219" y="4953"/>
                      <a:pt x="6554" y="4146"/>
                      <a:pt x="6554" y="3304"/>
                    </a:cubicBezTo>
                    <a:cubicBezTo>
                      <a:pt x="6554" y="2463"/>
                      <a:pt x="6219" y="1656"/>
                      <a:pt x="5625" y="1061"/>
                    </a:cubicBezTo>
                    <a:cubicBezTo>
                      <a:pt x="5030" y="466"/>
                      <a:pt x="4223" y="132"/>
                      <a:pt x="3382" y="132"/>
                    </a:cubicBezTo>
                    <a:cubicBezTo>
                      <a:pt x="2541" y="132"/>
                      <a:pt x="1734" y="466"/>
                      <a:pt x="1139" y="1061"/>
                    </a:cubicBezTo>
                    <a:cubicBezTo>
                      <a:pt x="545" y="1656"/>
                      <a:pt x="211" y="2463"/>
                      <a:pt x="211" y="3304"/>
                    </a:cubicBezTo>
                    <a:cubicBezTo>
                      <a:pt x="211" y="4146"/>
                      <a:pt x="545" y="4953"/>
                      <a:pt x="1139" y="5548"/>
                    </a:cubicBezTo>
                    <a:cubicBezTo>
                      <a:pt x="1734" y="6143"/>
                      <a:pt x="2541" y="6477"/>
                      <a:pt x="3382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77" name="Freeform: Shape 11276">
                <a:extLst>
                  <a:ext uri="{FF2B5EF4-FFF2-40B4-BE49-F238E27FC236}">
                    <a16:creationId xmlns:a16="http://schemas.microsoft.com/office/drawing/2014/main" id="{96B3ABA0-A54F-3A83-B4B8-79928A12E693}"/>
                  </a:ext>
                </a:extLst>
              </p:cNvPr>
              <p:cNvSpPr/>
              <p:nvPr/>
            </p:nvSpPr>
            <p:spPr>
              <a:xfrm>
                <a:off x="9078676" y="5147695"/>
                <a:ext cx="6343" cy="6345"/>
              </a:xfrm>
              <a:custGeom>
                <a:avLst/>
                <a:gdLst>
                  <a:gd name="connsiteX0" fmla="*/ 3382 w 6343"/>
                  <a:gd name="connsiteY0" fmla="*/ 6477 h 6345"/>
                  <a:gd name="connsiteX1" fmla="*/ 5625 w 6343"/>
                  <a:gd name="connsiteY1" fmla="*/ 5548 h 6345"/>
                  <a:gd name="connsiteX2" fmla="*/ 6554 w 6343"/>
                  <a:gd name="connsiteY2" fmla="*/ 3304 h 6345"/>
                  <a:gd name="connsiteX3" fmla="*/ 5625 w 6343"/>
                  <a:gd name="connsiteY3" fmla="*/ 1061 h 6345"/>
                  <a:gd name="connsiteX4" fmla="*/ 3382 w 6343"/>
                  <a:gd name="connsiteY4" fmla="*/ 131 h 6345"/>
                  <a:gd name="connsiteX5" fmla="*/ 1139 w 6343"/>
                  <a:gd name="connsiteY5" fmla="*/ 1061 h 6345"/>
                  <a:gd name="connsiteX6" fmla="*/ 210 w 6343"/>
                  <a:gd name="connsiteY6" fmla="*/ 3304 h 6345"/>
                  <a:gd name="connsiteX7" fmla="*/ 1139 w 6343"/>
                  <a:gd name="connsiteY7" fmla="*/ 5548 h 6345"/>
                  <a:gd name="connsiteX8" fmla="*/ 3382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7"/>
                    </a:moveTo>
                    <a:cubicBezTo>
                      <a:pt x="4223" y="6477"/>
                      <a:pt x="5030" y="6143"/>
                      <a:pt x="5625" y="5548"/>
                    </a:cubicBezTo>
                    <a:cubicBezTo>
                      <a:pt x="6219" y="4953"/>
                      <a:pt x="6554" y="4146"/>
                      <a:pt x="6554" y="3304"/>
                    </a:cubicBezTo>
                    <a:cubicBezTo>
                      <a:pt x="6554" y="2463"/>
                      <a:pt x="6219" y="1656"/>
                      <a:pt x="5625" y="1061"/>
                    </a:cubicBezTo>
                    <a:cubicBezTo>
                      <a:pt x="5030" y="466"/>
                      <a:pt x="4223" y="131"/>
                      <a:pt x="3382" y="131"/>
                    </a:cubicBezTo>
                    <a:cubicBezTo>
                      <a:pt x="2541" y="131"/>
                      <a:pt x="1734" y="466"/>
                      <a:pt x="1139" y="1061"/>
                    </a:cubicBezTo>
                    <a:cubicBezTo>
                      <a:pt x="545" y="1656"/>
                      <a:pt x="210" y="2463"/>
                      <a:pt x="210" y="3304"/>
                    </a:cubicBezTo>
                    <a:cubicBezTo>
                      <a:pt x="210" y="4146"/>
                      <a:pt x="545" y="4953"/>
                      <a:pt x="1139" y="5548"/>
                    </a:cubicBezTo>
                    <a:cubicBezTo>
                      <a:pt x="1734" y="6143"/>
                      <a:pt x="2541" y="6477"/>
                      <a:pt x="3382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78" name="Freeform: Shape 11277">
                <a:extLst>
                  <a:ext uri="{FF2B5EF4-FFF2-40B4-BE49-F238E27FC236}">
                    <a16:creationId xmlns:a16="http://schemas.microsoft.com/office/drawing/2014/main" id="{9FC82C5D-E27B-A442-CD12-9E250366FD5B}"/>
                  </a:ext>
                </a:extLst>
              </p:cNvPr>
              <p:cNvSpPr/>
              <p:nvPr/>
            </p:nvSpPr>
            <p:spPr>
              <a:xfrm>
                <a:off x="9078014" y="5144815"/>
                <a:ext cx="6343" cy="6345"/>
              </a:xfrm>
              <a:custGeom>
                <a:avLst/>
                <a:gdLst>
                  <a:gd name="connsiteX0" fmla="*/ 3382 w 6343"/>
                  <a:gd name="connsiteY0" fmla="*/ 6477 h 6345"/>
                  <a:gd name="connsiteX1" fmla="*/ 5625 w 6343"/>
                  <a:gd name="connsiteY1" fmla="*/ 5547 h 6345"/>
                  <a:gd name="connsiteX2" fmla="*/ 6553 w 6343"/>
                  <a:gd name="connsiteY2" fmla="*/ 3304 h 6345"/>
                  <a:gd name="connsiteX3" fmla="*/ 5625 w 6343"/>
                  <a:gd name="connsiteY3" fmla="*/ 1060 h 6345"/>
                  <a:gd name="connsiteX4" fmla="*/ 3382 w 6343"/>
                  <a:gd name="connsiteY4" fmla="*/ 131 h 6345"/>
                  <a:gd name="connsiteX5" fmla="*/ 1139 w 6343"/>
                  <a:gd name="connsiteY5" fmla="*/ 1060 h 6345"/>
                  <a:gd name="connsiteX6" fmla="*/ 210 w 6343"/>
                  <a:gd name="connsiteY6" fmla="*/ 3304 h 6345"/>
                  <a:gd name="connsiteX7" fmla="*/ 1139 w 6343"/>
                  <a:gd name="connsiteY7" fmla="*/ 5547 h 6345"/>
                  <a:gd name="connsiteX8" fmla="*/ 3382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7"/>
                    </a:moveTo>
                    <a:cubicBezTo>
                      <a:pt x="4223" y="6477"/>
                      <a:pt x="5030" y="6142"/>
                      <a:pt x="5625" y="5547"/>
                    </a:cubicBezTo>
                    <a:cubicBezTo>
                      <a:pt x="6219" y="4952"/>
                      <a:pt x="6553" y="4145"/>
                      <a:pt x="6553" y="3304"/>
                    </a:cubicBezTo>
                    <a:cubicBezTo>
                      <a:pt x="6553" y="2463"/>
                      <a:pt x="6219" y="1655"/>
                      <a:pt x="5625" y="1060"/>
                    </a:cubicBezTo>
                    <a:cubicBezTo>
                      <a:pt x="5030" y="466"/>
                      <a:pt x="4223" y="131"/>
                      <a:pt x="3382" y="131"/>
                    </a:cubicBezTo>
                    <a:cubicBezTo>
                      <a:pt x="2541" y="131"/>
                      <a:pt x="1734" y="466"/>
                      <a:pt x="1139" y="1060"/>
                    </a:cubicBezTo>
                    <a:cubicBezTo>
                      <a:pt x="545" y="1655"/>
                      <a:pt x="210" y="2463"/>
                      <a:pt x="210" y="3304"/>
                    </a:cubicBezTo>
                    <a:cubicBezTo>
                      <a:pt x="210" y="4145"/>
                      <a:pt x="545" y="4952"/>
                      <a:pt x="1139" y="5547"/>
                    </a:cubicBezTo>
                    <a:cubicBezTo>
                      <a:pt x="1734" y="6142"/>
                      <a:pt x="2541" y="6477"/>
                      <a:pt x="3382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79" name="Freeform: Shape 11278">
                <a:extLst>
                  <a:ext uri="{FF2B5EF4-FFF2-40B4-BE49-F238E27FC236}">
                    <a16:creationId xmlns:a16="http://schemas.microsoft.com/office/drawing/2014/main" id="{4448FAB5-F9AC-D60E-2A04-D3A8411AA7C6}"/>
                  </a:ext>
                </a:extLst>
              </p:cNvPr>
              <p:cNvSpPr/>
              <p:nvPr/>
            </p:nvSpPr>
            <p:spPr>
              <a:xfrm>
                <a:off x="9079515" y="5142809"/>
                <a:ext cx="6343" cy="6345"/>
              </a:xfrm>
              <a:custGeom>
                <a:avLst/>
                <a:gdLst>
                  <a:gd name="connsiteX0" fmla="*/ 3382 w 6343"/>
                  <a:gd name="connsiteY0" fmla="*/ 6476 h 6345"/>
                  <a:gd name="connsiteX1" fmla="*/ 5625 w 6343"/>
                  <a:gd name="connsiteY1" fmla="*/ 5547 h 6345"/>
                  <a:gd name="connsiteX2" fmla="*/ 6554 w 6343"/>
                  <a:gd name="connsiteY2" fmla="*/ 3304 h 6345"/>
                  <a:gd name="connsiteX3" fmla="*/ 5625 w 6343"/>
                  <a:gd name="connsiteY3" fmla="*/ 1060 h 6345"/>
                  <a:gd name="connsiteX4" fmla="*/ 3382 w 6343"/>
                  <a:gd name="connsiteY4" fmla="*/ 131 h 6345"/>
                  <a:gd name="connsiteX5" fmla="*/ 1139 w 6343"/>
                  <a:gd name="connsiteY5" fmla="*/ 1060 h 6345"/>
                  <a:gd name="connsiteX6" fmla="*/ 211 w 6343"/>
                  <a:gd name="connsiteY6" fmla="*/ 3304 h 6345"/>
                  <a:gd name="connsiteX7" fmla="*/ 1139 w 6343"/>
                  <a:gd name="connsiteY7" fmla="*/ 5547 h 6345"/>
                  <a:gd name="connsiteX8" fmla="*/ 338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6"/>
                    </a:moveTo>
                    <a:cubicBezTo>
                      <a:pt x="4223" y="6476"/>
                      <a:pt x="5030" y="6142"/>
                      <a:pt x="5625" y="5547"/>
                    </a:cubicBezTo>
                    <a:cubicBezTo>
                      <a:pt x="6219" y="4952"/>
                      <a:pt x="6554" y="4145"/>
                      <a:pt x="6554" y="3304"/>
                    </a:cubicBezTo>
                    <a:cubicBezTo>
                      <a:pt x="6554" y="2462"/>
                      <a:pt x="6219" y="1655"/>
                      <a:pt x="5625" y="1060"/>
                    </a:cubicBezTo>
                    <a:cubicBezTo>
                      <a:pt x="5030" y="465"/>
                      <a:pt x="4223" y="131"/>
                      <a:pt x="3382" y="131"/>
                    </a:cubicBezTo>
                    <a:cubicBezTo>
                      <a:pt x="2541" y="131"/>
                      <a:pt x="1734" y="465"/>
                      <a:pt x="1139" y="1060"/>
                    </a:cubicBezTo>
                    <a:cubicBezTo>
                      <a:pt x="545" y="1655"/>
                      <a:pt x="211" y="2462"/>
                      <a:pt x="211" y="3304"/>
                    </a:cubicBezTo>
                    <a:cubicBezTo>
                      <a:pt x="211" y="4145"/>
                      <a:pt x="545" y="4952"/>
                      <a:pt x="1139" y="5547"/>
                    </a:cubicBezTo>
                    <a:cubicBezTo>
                      <a:pt x="1734" y="6142"/>
                      <a:pt x="2541" y="6476"/>
                      <a:pt x="338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80" name="Freeform: Shape 11279">
                <a:extLst>
                  <a:ext uri="{FF2B5EF4-FFF2-40B4-BE49-F238E27FC236}">
                    <a16:creationId xmlns:a16="http://schemas.microsoft.com/office/drawing/2014/main" id="{9F7F092F-7886-34CF-E235-9BC80F773539}"/>
                  </a:ext>
                </a:extLst>
              </p:cNvPr>
              <p:cNvSpPr/>
              <p:nvPr/>
            </p:nvSpPr>
            <p:spPr>
              <a:xfrm>
                <a:off x="9082642" y="5141497"/>
                <a:ext cx="6343" cy="6345"/>
              </a:xfrm>
              <a:custGeom>
                <a:avLst/>
                <a:gdLst>
                  <a:gd name="connsiteX0" fmla="*/ 3382 w 6343"/>
                  <a:gd name="connsiteY0" fmla="*/ 6476 h 6345"/>
                  <a:gd name="connsiteX1" fmla="*/ 5625 w 6343"/>
                  <a:gd name="connsiteY1" fmla="*/ 5547 h 6345"/>
                  <a:gd name="connsiteX2" fmla="*/ 6554 w 6343"/>
                  <a:gd name="connsiteY2" fmla="*/ 3304 h 6345"/>
                  <a:gd name="connsiteX3" fmla="*/ 5625 w 6343"/>
                  <a:gd name="connsiteY3" fmla="*/ 1060 h 6345"/>
                  <a:gd name="connsiteX4" fmla="*/ 3382 w 6343"/>
                  <a:gd name="connsiteY4" fmla="*/ 131 h 6345"/>
                  <a:gd name="connsiteX5" fmla="*/ 1140 w 6343"/>
                  <a:gd name="connsiteY5" fmla="*/ 1060 h 6345"/>
                  <a:gd name="connsiteX6" fmla="*/ 211 w 6343"/>
                  <a:gd name="connsiteY6" fmla="*/ 3304 h 6345"/>
                  <a:gd name="connsiteX7" fmla="*/ 1140 w 6343"/>
                  <a:gd name="connsiteY7" fmla="*/ 5547 h 6345"/>
                  <a:gd name="connsiteX8" fmla="*/ 338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6"/>
                    </a:moveTo>
                    <a:cubicBezTo>
                      <a:pt x="4223" y="6476"/>
                      <a:pt x="5030" y="6142"/>
                      <a:pt x="5625" y="5547"/>
                    </a:cubicBezTo>
                    <a:cubicBezTo>
                      <a:pt x="6220" y="4952"/>
                      <a:pt x="6554" y="4145"/>
                      <a:pt x="6554" y="3304"/>
                    </a:cubicBezTo>
                    <a:cubicBezTo>
                      <a:pt x="6554" y="2462"/>
                      <a:pt x="6220" y="1655"/>
                      <a:pt x="5625" y="1060"/>
                    </a:cubicBezTo>
                    <a:cubicBezTo>
                      <a:pt x="5030" y="465"/>
                      <a:pt x="4223" y="131"/>
                      <a:pt x="3382" y="131"/>
                    </a:cubicBezTo>
                    <a:cubicBezTo>
                      <a:pt x="2541" y="131"/>
                      <a:pt x="1734" y="465"/>
                      <a:pt x="1140" y="1060"/>
                    </a:cubicBezTo>
                    <a:cubicBezTo>
                      <a:pt x="545" y="1655"/>
                      <a:pt x="211" y="2462"/>
                      <a:pt x="211" y="3304"/>
                    </a:cubicBezTo>
                    <a:cubicBezTo>
                      <a:pt x="211" y="4145"/>
                      <a:pt x="545" y="4952"/>
                      <a:pt x="1140" y="5547"/>
                    </a:cubicBezTo>
                    <a:cubicBezTo>
                      <a:pt x="1734" y="6142"/>
                      <a:pt x="2541" y="6476"/>
                      <a:pt x="338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81" name="Freeform: Shape 11280">
                <a:extLst>
                  <a:ext uri="{FF2B5EF4-FFF2-40B4-BE49-F238E27FC236}">
                    <a16:creationId xmlns:a16="http://schemas.microsoft.com/office/drawing/2014/main" id="{560A3222-BCC4-9A9B-2C25-F04E7F02CD2F}"/>
                  </a:ext>
                </a:extLst>
              </p:cNvPr>
              <p:cNvSpPr/>
              <p:nvPr/>
            </p:nvSpPr>
            <p:spPr>
              <a:xfrm>
                <a:off x="9092851" y="5143255"/>
                <a:ext cx="6343" cy="6345"/>
              </a:xfrm>
              <a:custGeom>
                <a:avLst/>
                <a:gdLst>
                  <a:gd name="connsiteX0" fmla="*/ 3383 w 6343"/>
                  <a:gd name="connsiteY0" fmla="*/ 6477 h 6345"/>
                  <a:gd name="connsiteX1" fmla="*/ 5626 w 6343"/>
                  <a:gd name="connsiteY1" fmla="*/ 5547 h 6345"/>
                  <a:gd name="connsiteX2" fmla="*/ 6555 w 6343"/>
                  <a:gd name="connsiteY2" fmla="*/ 3304 h 6345"/>
                  <a:gd name="connsiteX3" fmla="*/ 5626 w 6343"/>
                  <a:gd name="connsiteY3" fmla="*/ 1060 h 6345"/>
                  <a:gd name="connsiteX4" fmla="*/ 3383 w 6343"/>
                  <a:gd name="connsiteY4" fmla="*/ 131 h 6345"/>
                  <a:gd name="connsiteX5" fmla="*/ 1140 w 6343"/>
                  <a:gd name="connsiteY5" fmla="*/ 1060 h 6345"/>
                  <a:gd name="connsiteX6" fmla="*/ 212 w 6343"/>
                  <a:gd name="connsiteY6" fmla="*/ 3304 h 6345"/>
                  <a:gd name="connsiteX7" fmla="*/ 1140 w 6343"/>
                  <a:gd name="connsiteY7" fmla="*/ 5547 h 6345"/>
                  <a:gd name="connsiteX8" fmla="*/ 338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7"/>
                    </a:moveTo>
                    <a:cubicBezTo>
                      <a:pt x="4224" y="6477"/>
                      <a:pt x="5031" y="6142"/>
                      <a:pt x="5626" y="5547"/>
                    </a:cubicBezTo>
                    <a:cubicBezTo>
                      <a:pt x="6220" y="4952"/>
                      <a:pt x="6555" y="4145"/>
                      <a:pt x="6555" y="3304"/>
                    </a:cubicBezTo>
                    <a:cubicBezTo>
                      <a:pt x="6555" y="2462"/>
                      <a:pt x="6220" y="1655"/>
                      <a:pt x="5626" y="1060"/>
                    </a:cubicBezTo>
                    <a:cubicBezTo>
                      <a:pt x="5031" y="465"/>
                      <a:pt x="4224" y="131"/>
                      <a:pt x="3383" y="131"/>
                    </a:cubicBezTo>
                    <a:cubicBezTo>
                      <a:pt x="2542" y="131"/>
                      <a:pt x="1735" y="465"/>
                      <a:pt x="1140" y="1060"/>
                    </a:cubicBezTo>
                    <a:cubicBezTo>
                      <a:pt x="546" y="1655"/>
                      <a:pt x="212" y="2462"/>
                      <a:pt x="212" y="3304"/>
                    </a:cubicBezTo>
                    <a:cubicBezTo>
                      <a:pt x="212" y="4145"/>
                      <a:pt x="546" y="4952"/>
                      <a:pt x="1140" y="5547"/>
                    </a:cubicBezTo>
                    <a:cubicBezTo>
                      <a:pt x="1735" y="6142"/>
                      <a:pt x="2542" y="6477"/>
                      <a:pt x="338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82" name="Freeform: Shape 11281">
                <a:extLst>
                  <a:ext uri="{FF2B5EF4-FFF2-40B4-BE49-F238E27FC236}">
                    <a16:creationId xmlns:a16="http://schemas.microsoft.com/office/drawing/2014/main" id="{E39BB84F-3F17-0926-0931-46497A2F72C6}"/>
                  </a:ext>
                </a:extLst>
              </p:cNvPr>
              <p:cNvSpPr/>
              <p:nvPr/>
            </p:nvSpPr>
            <p:spPr>
              <a:xfrm>
                <a:off x="9147109" y="5162192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5 h 6345"/>
                  <a:gd name="connsiteX3" fmla="*/ 5630 w 6343"/>
                  <a:gd name="connsiteY3" fmla="*/ 1062 h 6345"/>
                  <a:gd name="connsiteX4" fmla="*/ 3387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5 h 6345"/>
                  <a:gd name="connsiteX7" fmla="*/ 1145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30" y="5549"/>
                    </a:cubicBezTo>
                    <a:cubicBezTo>
                      <a:pt x="6225" y="4954"/>
                      <a:pt x="6559" y="4147"/>
                      <a:pt x="6559" y="3305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40" y="467"/>
                      <a:pt x="1145" y="1062"/>
                    </a:cubicBezTo>
                    <a:cubicBezTo>
                      <a:pt x="550" y="1657"/>
                      <a:pt x="216" y="2464"/>
                      <a:pt x="216" y="3305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40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83" name="Freeform: Shape 11282">
                <a:extLst>
                  <a:ext uri="{FF2B5EF4-FFF2-40B4-BE49-F238E27FC236}">
                    <a16:creationId xmlns:a16="http://schemas.microsoft.com/office/drawing/2014/main" id="{954B015E-DF9A-4391-DF26-C85D814062EB}"/>
                  </a:ext>
                </a:extLst>
              </p:cNvPr>
              <p:cNvSpPr/>
              <p:nvPr/>
            </p:nvSpPr>
            <p:spPr>
              <a:xfrm>
                <a:off x="9115895" y="5145924"/>
                <a:ext cx="6343" cy="6345"/>
              </a:xfrm>
              <a:custGeom>
                <a:avLst/>
                <a:gdLst>
                  <a:gd name="connsiteX0" fmla="*/ 3385 w 6343"/>
                  <a:gd name="connsiteY0" fmla="*/ 6477 h 6345"/>
                  <a:gd name="connsiteX1" fmla="*/ 5628 w 6343"/>
                  <a:gd name="connsiteY1" fmla="*/ 5547 h 6345"/>
                  <a:gd name="connsiteX2" fmla="*/ 6556 w 6343"/>
                  <a:gd name="connsiteY2" fmla="*/ 3304 h 6345"/>
                  <a:gd name="connsiteX3" fmla="*/ 5628 w 6343"/>
                  <a:gd name="connsiteY3" fmla="*/ 1061 h 6345"/>
                  <a:gd name="connsiteX4" fmla="*/ 3385 w 6343"/>
                  <a:gd name="connsiteY4" fmla="*/ 131 h 6345"/>
                  <a:gd name="connsiteX5" fmla="*/ 1142 w 6343"/>
                  <a:gd name="connsiteY5" fmla="*/ 1061 h 6345"/>
                  <a:gd name="connsiteX6" fmla="*/ 213 w 6343"/>
                  <a:gd name="connsiteY6" fmla="*/ 3304 h 6345"/>
                  <a:gd name="connsiteX7" fmla="*/ 1142 w 6343"/>
                  <a:gd name="connsiteY7" fmla="*/ 5547 h 6345"/>
                  <a:gd name="connsiteX8" fmla="*/ 338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7"/>
                    </a:moveTo>
                    <a:cubicBezTo>
                      <a:pt x="4226" y="6477"/>
                      <a:pt x="5033" y="6142"/>
                      <a:pt x="5628" y="5547"/>
                    </a:cubicBezTo>
                    <a:cubicBezTo>
                      <a:pt x="6222" y="4952"/>
                      <a:pt x="6556" y="4145"/>
                      <a:pt x="6556" y="3304"/>
                    </a:cubicBezTo>
                    <a:cubicBezTo>
                      <a:pt x="6556" y="2463"/>
                      <a:pt x="6222" y="1656"/>
                      <a:pt x="5628" y="1061"/>
                    </a:cubicBezTo>
                    <a:cubicBezTo>
                      <a:pt x="5033" y="466"/>
                      <a:pt x="4226" y="131"/>
                      <a:pt x="3385" y="131"/>
                    </a:cubicBezTo>
                    <a:cubicBezTo>
                      <a:pt x="2544" y="131"/>
                      <a:pt x="1737" y="466"/>
                      <a:pt x="1142" y="1061"/>
                    </a:cubicBezTo>
                    <a:cubicBezTo>
                      <a:pt x="548" y="1656"/>
                      <a:pt x="213" y="2463"/>
                      <a:pt x="213" y="3304"/>
                    </a:cubicBezTo>
                    <a:cubicBezTo>
                      <a:pt x="213" y="4145"/>
                      <a:pt x="548" y="4952"/>
                      <a:pt x="1142" y="5547"/>
                    </a:cubicBezTo>
                    <a:cubicBezTo>
                      <a:pt x="1737" y="6142"/>
                      <a:pt x="2544" y="6477"/>
                      <a:pt x="338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84" name="Freeform: Shape 11283">
                <a:extLst>
                  <a:ext uri="{FF2B5EF4-FFF2-40B4-BE49-F238E27FC236}">
                    <a16:creationId xmlns:a16="http://schemas.microsoft.com/office/drawing/2014/main" id="{D83B390B-581B-C870-7FFC-95F75AE50E37}"/>
                  </a:ext>
                </a:extLst>
              </p:cNvPr>
              <p:cNvSpPr/>
              <p:nvPr/>
            </p:nvSpPr>
            <p:spPr>
              <a:xfrm>
                <a:off x="9116695" y="5143858"/>
                <a:ext cx="6343" cy="6345"/>
              </a:xfrm>
              <a:custGeom>
                <a:avLst/>
                <a:gdLst>
                  <a:gd name="connsiteX0" fmla="*/ 3385 w 6343"/>
                  <a:gd name="connsiteY0" fmla="*/ 6477 h 6345"/>
                  <a:gd name="connsiteX1" fmla="*/ 5628 w 6343"/>
                  <a:gd name="connsiteY1" fmla="*/ 5547 h 6345"/>
                  <a:gd name="connsiteX2" fmla="*/ 6557 w 6343"/>
                  <a:gd name="connsiteY2" fmla="*/ 3304 h 6345"/>
                  <a:gd name="connsiteX3" fmla="*/ 5628 w 6343"/>
                  <a:gd name="connsiteY3" fmla="*/ 1060 h 6345"/>
                  <a:gd name="connsiteX4" fmla="*/ 3385 w 6343"/>
                  <a:gd name="connsiteY4" fmla="*/ 131 h 6345"/>
                  <a:gd name="connsiteX5" fmla="*/ 1142 w 6343"/>
                  <a:gd name="connsiteY5" fmla="*/ 1060 h 6345"/>
                  <a:gd name="connsiteX6" fmla="*/ 213 w 6343"/>
                  <a:gd name="connsiteY6" fmla="*/ 3304 h 6345"/>
                  <a:gd name="connsiteX7" fmla="*/ 1142 w 6343"/>
                  <a:gd name="connsiteY7" fmla="*/ 5547 h 6345"/>
                  <a:gd name="connsiteX8" fmla="*/ 338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7"/>
                    </a:moveTo>
                    <a:cubicBezTo>
                      <a:pt x="4226" y="6477"/>
                      <a:pt x="5033" y="6142"/>
                      <a:pt x="5628" y="5547"/>
                    </a:cubicBezTo>
                    <a:cubicBezTo>
                      <a:pt x="6222" y="4952"/>
                      <a:pt x="6557" y="4145"/>
                      <a:pt x="6557" y="3304"/>
                    </a:cubicBezTo>
                    <a:cubicBezTo>
                      <a:pt x="6557" y="2462"/>
                      <a:pt x="6222" y="1655"/>
                      <a:pt x="5628" y="1060"/>
                    </a:cubicBezTo>
                    <a:cubicBezTo>
                      <a:pt x="5033" y="465"/>
                      <a:pt x="4226" y="131"/>
                      <a:pt x="3385" y="131"/>
                    </a:cubicBezTo>
                    <a:cubicBezTo>
                      <a:pt x="2544" y="131"/>
                      <a:pt x="1737" y="465"/>
                      <a:pt x="1142" y="1060"/>
                    </a:cubicBezTo>
                    <a:cubicBezTo>
                      <a:pt x="548" y="1655"/>
                      <a:pt x="213" y="2462"/>
                      <a:pt x="213" y="3304"/>
                    </a:cubicBezTo>
                    <a:cubicBezTo>
                      <a:pt x="213" y="4145"/>
                      <a:pt x="548" y="4952"/>
                      <a:pt x="1142" y="5547"/>
                    </a:cubicBezTo>
                    <a:cubicBezTo>
                      <a:pt x="1737" y="6142"/>
                      <a:pt x="2544" y="6477"/>
                      <a:pt x="338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85" name="Freeform: Shape 11284">
                <a:extLst>
                  <a:ext uri="{FF2B5EF4-FFF2-40B4-BE49-F238E27FC236}">
                    <a16:creationId xmlns:a16="http://schemas.microsoft.com/office/drawing/2014/main" id="{D999DCA9-FEDB-370C-31E1-F4B8775F4054}"/>
                  </a:ext>
                </a:extLst>
              </p:cNvPr>
              <p:cNvSpPr/>
              <p:nvPr/>
            </p:nvSpPr>
            <p:spPr>
              <a:xfrm>
                <a:off x="9185870" y="5167802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2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2" y="133"/>
                      <a:pt x="3390" y="133"/>
                    </a:cubicBezTo>
                    <a:cubicBezTo>
                      <a:pt x="2549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86" name="Freeform: Shape 11285">
                <a:extLst>
                  <a:ext uri="{FF2B5EF4-FFF2-40B4-BE49-F238E27FC236}">
                    <a16:creationId xmlns:a16="http://schemas.microsoft.com/office/drawing/2014/main" id="{58D3FA6B-5A22-FB84-BF0C-7FF32996FAEC}"/>
                  </a:ext>
                </a:extLst>
              </p:cNvPr>
              <p:cNvSpPr/>
              <p:nvPr/>
            </p:nvSpPr>
            <p:spPr>
              <a:xfrm>
                <a:off x="9188893" y="5167331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87" name="Freeform: Shape 11286">
                <a:extLst>
                  <a:ext uri="{FF2B5EF4-FFF2-40B4-BE49-F238E27FC236}">
                    <a16:creationId xmlns:a16="http://schemas.microsoft.com/office/drawing/2014/main" id="{6BCEB511-840F-0FF3-CB0B-8797DE64C6D9}"/>
                  </a:ext>
                </a:extLst>
              </p:cNvPr>
              <p:cNvSpPr/>
              <p:nvPr/>
            </p:nvSpPr>
            <p:spPr>
              <a:xfrm>
                <a:off x="9195884" y="5168894"/>
                <a:ext cx="6343" cy="6345"/>
              </a:xfrm>
              <a:custGeom>
                <a:avLst/>
                <a:gdLst>
                  <a:gd name="connsiteX0" fmla="*/ 3391 w 6343"/>
                  <a:gd name="connsiteY0" fmla="*/ 6479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9"/>
                    </a:moveTo>
                    <a:cubicBezTo>
                      <a:pt x="4232" y="6479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3" y="6144"/>
                      <a:pt x="2550" y="6479"/>
                      <a:pt x="339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88" name="Freeform: Shape 11287">
                <a:extLst>
                  <a:ext uri="{FF2B5EF4-FFF2-40B4-BE49-F238E27FC236}">
                    <a16:creationId xmlns:a16="http://schemas.microsoft.com/office/drawing/2014/main" id="{DB138E34-5E63-9664-0F36-FC42E353963D}"/>
                  </a:ext>
                </a:extLst>
              </p:cNvPr>
              <p:cNvSpPr/>
              <p:nvPr/>
            </p:nvSpPr>
            <p:spPr>
              <a:xfrm>
                <a:off x="9200998" y="5165799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40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1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89" name="Freeform: Shape 11288">
                <a:extLst>
                  <a:ext uri="{FF2B5EF4-FFF2-40B4-BE49-F238E27FC236}">
                    <a16:creationId xmlns:a16="http://schemas.microsoft.com/office/drawing/2014/main" id="{854596D7-1419-C76A-F528-89CFE0640E91}"/>
                  </a:ext>
                </a:extLst>
              </p:cNvPr>
              <p:cNvSpPr/>
              <p:nvPr/>
            </p:nvSpPr>
            <p:spPr>
              <a:xfrm>
                <a:off x="9029200" y="5068692"/>
                <a:ext cx="6343" cy="6345"/>
              </a:xfrm>
              <a:custGeom>
                <a:avLst/>
                <a:gdLst>
                  <a:gd name="connsiteX0" fmla="*/ 3378 w 6343"/>
                  <a:gd name="connsiteY0" fmla="*/ 6471 h 6345"/>
                  <a:gd name="connsiteX1" fmla="*/ 5621 w 6343"/>
                  <a:gd name="connsiteY1" fmla="*/ 5541 h 6345"/>
                  <a:gd name="connsiteX2" fmla="*/ 6550 w 6343"/>
                  <a:gd name="connsiteY2" fmla="*/ 3298 h 6345"/>
                  <a:gd name="connsiteX3" fmla="*/ 5621 w 6343"/>
                  <a:gd name="connsiteY3" fmla="*/ 1054 h 6345"/>
                  <a:gd name="connsiteX4" fmla="*/ 3378 w 6343"/>
                  <a:gd name="connsiteY4" fmla="*/ 125 h 6345"/>
                  <a:gd name="connsiteX5" fmla="*/ 1135 w 6343"/>
                  <a:gd name="connsiteY5" fmla="*/ 1054 h 6345"/>
                  <a:gd name="connsiteX6" fmla="*/ 207 w 6343"/>
                  <a:gd name="connsiteY6" fmla="*/ 3298 h 6345"/>
                  <a:gd name="connsiteX7" fmla="*/ 1135 w 6343"/>
                  <a:gd name="connsiteY7" fmla="*/ 5541 h 6345"/>
                  <a:gd name="connsiteX8" fmla="*/ 3378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1"/>
                    </a:moveTo>
                    <a:cubicBezTo>
                      <a:pt x="4219" y="6471"/>
                      <a:pt x="5026" y="6136"/>
                      <a:pt x="5621" y="5541"/>
                    </a:cubicBezTo>
                    <a:cubicBezTo>
                      <a:pt x="6215" y="4946"/>
                      <a:pt x="6550" y="4139"/>
                      <a:pt x="6550" y="3298"/>
                    </a:cubicBezTo>
                    <a:cubicBezTo>
                      <a:pt x="6550" y="2457"/>
                      <a:pt x="6215" y="1649"/>
                      <a:pt x="5621" y="1054"/>
                    </a:cubicBezTo>
                    <a:cubicBezTo>
                      <a:pt x="5026" y="460"/>
                      <a:pt x="4219" y="125"/>
                      <a:pt x="3378" y="125"/>
                    </a:cubicBezTo>
                    <a:cubicBezTo>
                      <a:pt x="2537" y="125"/>
                      <a:pt x="1730" y="460"/>
                      <a:pt x="1135" y="1054"/>
                    </a:cubicBezTo>
                    <a:cubicBezTo>
                      <a:pt x="541" y="1649"/>
                      <a:pt x="207" y="2457"/>
                      <a:pt x="207" y="3298"/>
                    </a:cubicBezTo>
                    <a:cubicBezTo>
                      <a:pt x="207" y="4139"/>
                      <a:pt x="541" y="4946"/>
                      <a:pt x="1135" y="5541"/>
                    </a:cubicBezTo>
                    <a:cubicBezTo>
                      <a:pt x="1730" y="6136"/>
                      <a:pt x="2537" y="6471"/>
                      <a:pt x="3378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90" name="Freeform: Shape 11289">
                <a:extLst>
                  <a:ext uri="{FF2B5EF4-FFF2-40B4-BE49-F238E27FC236}">
                    <a16:creationId xmlns:a16="http://schemas.microsoft.com/office/drawing/2014/main" id="{CB9FCD5B-8887-BB7E-7EF2-85430CFF724A}"/>
                  </a:ext>
                </a:extLst>
              </p:cNvPr>
              <p:cNvSpPr/>
              <p:nvPr/>
            </p:nvSpPr>
            <p:spPr>
              <a:xfrm>
                <a:off x="9030919" y="5066329"/>
                <a:ext cx="6343" cy="6345"/>
              </a:xfrm>
              <a:custGeom>
                <a:avLst/>
                <a:gdLst>
                  <a:gd name="connsiteX0" fmla="*/ 3378 w 6343"/>
                  <a:gd name="connsiteY0" fmla="*/ 6470 h 6345"/>
                  <a:gd name="connsiteX1" fmla="*/ 5621 w 6343"/>
                  <a:gd name="connsiteY1" fmla="*/ 5541 h 6345"/>
                  <a:gd name="connsiteX2" fmla="*/ 6550 w 6343"/>
                  <a:gd name="connsiteY2" fmla="*/ 3298 h 6345"/>
                  <a:gd name="connsiteX3" fmla="*/ 5621 w 6343"/>
                  <a:gd name="connsiteY3" fmla="*/ 1054 h 6345"/>
                  <a:gd name="connsiteX4" fmla="*/ 3378 w 6343"/>
                  <a:gd name="connsiteY4" fmla="*/ 125 h 6345"/>
                  <a:gd name="connsiteX5" fmla="*/ 1136 w 6343"/>
                  <a:gd name="connsiteY5" fmla="*/ 1054 h 6345"/>
                  <a:gd name="connsiteX6" fmla="*/ 207 w 6343"/>
                  <a:gd name="connsiteY6" fmla="*/ 3298 h 6345"/>
                  <a:gd name="connsiteX7" fmla="*/ 1136 w 6343"/>
                  <a:gd name="connsiteY7" fmla="*/ 5541 h 6345"/>
                  <a:gd name="connsiteX8" fmla="*/ 337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0"/>
                    </a:moveTo>
                    <a:cubicBezTo>
                      <a:pt x="4219" y="6470"/>
                      <a:pt x="5026" y="6136"/>
                      <a:pt x="5621" y="5541"/>
                    </a:cubicBezTo>
                    <a:cubicBezTo>
                      <a:pt x="6216" y="4946"/>
                      <a:pt x="6550" y="4139"/>
                      <a:pt x="6550" y="3298"/>
                    </a:cubicBezTo>
                    <a:cubicBezTo>
                      <a:pt x="6550" y="2456"/>
                      <a:pt x="6216" y="1649"/>
                      <a:pt x="5621" y="1054"/>
                    </a:cubicBezTo>
                    <a:cubicBezTo>
                      <a:pt x="5026" y="459"/>
                      <a:pt x="4219" y="125"/>
                      <a:pt x="3378" y="125"/>
                    </a:cubicBezTo>
                    <a:cubicBezTo>
                      <a:pt x="2537" y="125"/>
                      <a:pt x="1730" y="459"/>
                      <a:pt x="1136" y="1054"/>
                    </a:cubicBezTo>
                    <a:cubicBezTo>
                      <a:pt x="541" y="1649"/>
                      <a:pt x="207" y="2456"/>
                      <a:pt x="207" y="3298"/>
                    </a:cubicBezTo>
                    <a:cubicBezTo>
                      <a:pt x="207" y="4139"/>
                      <a:pt x="541" y="4946"/>
                      <a:pt x="1136" y="5541"/>
                    </a:cubicBezTo>
                    <a:cubicBezTo>
                      <a:pt x="1730" y="6136"/>
                      <a:pt x="2537" y="6470"/>
                      <a:pt x="337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91" name="Freeform: Shape 11290">
                <a:extLst>
                  <a:ext uri="{FF2B5EF4-FFF2-40B4-BE49-F238E27FC236}">
                    <a16:creationId xmlns:a16="http://schemas.microsoft.com/office/drawing/2014/main" id="{10BA9FE0-63A6-E04E-2FD1-76E189BA0B3A}"/>
                  </a:ext>
                </a:extLst>
              </p:cNvPr>
              <p:cNvSpPr/>
              <p:nvPr/>
            </p:nvSpPr>
            <p:spPr>
              <a:xfrm>
                <a:off x="9031543" y="5053281"/>
                <a:ext cx="6343" cy="6345"/>
              </a:xfrm>
              <a:custGeom>
                <a:avLst/>
                <a:gdLst>
                  <a:gd name="connsiteX0" fmla="*/ 3378 w 6343"/>
                  <a:gd name="connsiteY0" fmla="*/ 6469 h 6345"/>
                  <a:gd name="connsiteX1" fmla="*/ 5621 w 6343"/>
                  <a:gd name="connsiteY1" fmla="*/ 5540 h 6345"/>
                  <a:gd name="connsiteX2" fmla="*/ 6550 w 6343"/>
                  <a:gd name="connsiteY2" fmla="*/ 3297 h 6345"/>
                  <a:gd name="connsiteX3" fmla="*/ 5621 w 6343"/>
                  <a:gd name="connsiteY3" fmla="*/ 1053 h 6345"/>
                  <a:gd name="connsiteX4" fmla="*/ 3378 w 6343"/>
                  <a:gd name="connsiteY4" fmla="*/ 124 h 6345"/>
                  <a:gd name="connsiteX5" fmla="*/ 1136 w 6343"/>
                  <a:gd name="connsiteY5" fmla="*/ 1053 h 6345"/>
                  <a:gd name="connsiteX6" fmla="*/ 207 w 6343"/>
                  <a:gd name="connsiteY6" fmla="*/ 3297 h 6345"/>
                  <a:gd name="connsiteX7" fmla="*/ 1136 w 6343"/>
                  <a:gd name="connsiteY7" fmla="*/ 5540 h 6345"/>
                  <a:gd name="connsiteX8" fmla="*/ 337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9"/>
                    </a:moveTo>
                    <a:cubicBezTo>
                      <a:pt x="4219" y="6469"/>
                      <a:pt x="5026" y="6135"/>
                      <a:pt x="5621" y="5540"/>
                    </a:cubicBezTo>
                    <a:cubicBezTo>
                      <a:pt x="6216" y="4945"/>
                      <a:pt x="6550" y="4138"/>
                      <a:pt x="6550" y="3297"/>
                    </a:cubicBezTo>
                    <a:cubicBezTo>
                      <a:pt x="6550" y="2455"/>
                      <a:pt x="6216" y="1648"/>
                      <a:pt x="5621" y="1053"/>
                    </a:cubicBezTo>
                    <a:cubicBezTo>
                      <a:pt x="5026" y="458"/>
                      <a:pt x="4219" y="124"/>
                      <a:pt x="3378" y="124"/>
                    </a:cubicBezTo>
                    <a:cubicBezTo>
                      <a:pt x="2537" y="124"/>
                      <a:pt x="1730" y="458"/>
                      <a:pt x="1136" y="1053"/>
                    </a:cubicBezTo>
                    <a:cubicBezTo>
                      <a:pt x="541" y="1648"/>
                      <a:pt x="207" y="2455"/>
                      <a:pt x="207" y="3297"/>
                    </a:cubicBezTo>
                    <a:cubicBezTo>
                      <a:pt x="207" y="4138"/>
                      <a:pt x="541" y="4945"/>
                      <a:pt x="1136" y="5540"/>
                    </a:cubicBezTo>
                    <a:cubicBezTo>
                      <a:pt x="1730" y="6135"/>
                      <a:pt x="2537" y="6469"/>
                      <a:pt x="337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92" name="Freeform: Shape 11291">
                <a:extLst>
                  <a:ext uri="{FF2B5EF4-FFF2-40B4-BE49-F238E27FC236}">
                    <a16:creationId xmlns:a16="http://schemas.microsoft.com/office/drawing/2014/main" id="{6FC00461-53F7-5504-57F1-7EE3814973A4}"/>
                  </a:ext>
                </a:extLst>
              </p:cNvPr>
              <p:cNvSpPr/>
              <p:nvPr/>
            </p:nvSpPr>
            <p:spPr>
              <a:xfrm>
                <a:off x="9027906" y="5047722"/>
                <a:ext cx="6343" cy="6345"/>
              </a:xfrm>
              <a:custGeom>
                <a:avLst/>
                <a:gdLst>
                  <a:gd name="connsiteX0" fmla="*/ 3378 w 6343"/>
                  <a:gd name="connsiteY0" fmla="*/ 6469 h 6345"/>
                  <a:gd name="connsiteX1" fmla="*/ 5621 w 6343"/>
                  <a:gd name="connsiteY1" fmla="*/ 5540 h 6345"/>
                  <a:gd name="connsiteX2" fmla="*/ 6550 w 6343"/>
                  <a:gd name="connsiteY2" fmla="*/ 3296 h 6345"/>
                  <a:gd name="connsiteX3" fmla="*/ 5621 w 6343"/>
                  <a:gd name="connsiteY3" fmla="*/ 1053 h 6345"/>
                  <a:gd name="connsiteX4" fmla="*/ 3378 w 6343"/>
                  <a:gd name="connsiteY4" fmla="*/ 124 h 6345"/>
                  <a:gd name="connsiteX5" fmla="*/ 1135 w 6343"/>
                  <a:gd name="connsiteY5" fmla="*/ 1053 h 6345"/>
                  <a:gd name="connsiteX6" fmla="*/ 206 w 6343"/>
                  <a:gd name="connsiteY6" fmla="*/ 3296 h 6345"/>
                  <a:gd name="connsiteX7" fmla="*/ 1135 w 6343"/>
                  <a:gd name="connsiteY7" fmla="*/ 5540 h 6345"/>
                  <a:gd name="connsiteX8" fmla="*/ 337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9"/>
                    </a:moveTo>
                    <a:cubicBezTo>
                      <a:pt x="4219" y="6469"/>
                      <a:pt x="5026" y="6135"/>
                      <a:pt x="5621" y="5540"/>
                    </a:cubicBezTo>
                    <a:cubicBezTo>
                      <a:pt x="6215" y="4945"/>
                      <a:pt x="6550" y="4138"/>
                      <a:pt x="6550" y="3296"/>
                    </a:cubicBezTo>
                    <a:cubicBezTo>
                      <a:pt x="6550" y="2455"/>
                      <a:pt x="6215" y="1648"/>
                      <a:pt x="5621" y="1053"/>
                    </a:cubicBezTo>
                    <a:cubicBezTo>
                      <a:pt x="5026" y="458"/>
                      <a:pt x="4219" y="124"/>
                      <a:pt x="3378" y="124"/>
                    </a:cubicBezTo>
                    <a:cubicBezTo>
                      <a:pt x="2537" y="124"/>
                      <a:pt x="1730" y="458"/>
                      <a:pt x="1135" y="1053"/>
                    </a:cubicBezTo>
                    <a:cubicBezTo>
                      <a:pt x="541" y="1648"/>
                      <a:pt x="206" y="2455"/>
                      <a:pt x="206" y="3296"/>
                    </a:cubicBezTo>
                    <a:cubicBezTo>
                      <a:pt x="206" y="4138"/>
                      <a:pt x="541" y="4945"/>
                      <a:pt x="1135" y="5540"/>
                    </a:cubicBezTo>
                    <a:cubicBezTo>
                      <a:pt x="1730" y="6135"/>
                      <a:pt x="2537" y="6469"/>
                      <a:pt x="337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93" name="Freeform: Shape 11292">
                <a:extLst>
                  <a:ext uri="{FF2B5EF4-FFF2-40B4-BE49-F238E27FC236}">
                    <a16:creationId xmlns:a16="http://schemas.microsoft.com/office/drawing/2014/main" id="{61F2B73F-20F3-F1D9-122C-ECFBD8814889}"/>
                  </a:ext>
                </a:extLst>
              </p:cNvPr>
              <p:cNvSpPr/>
              <p:nvPr/>
            </p:nvSpPr>
            <p:spPr>
              <a:xfrm>
                <a:off x="9018843" y="5038823"/>
                <a:ext cx="6343" cy="6345"/>
              </a:xfrm>
              <a:custGeom>
                <a:avLst/>
                <a:gdLst>
                  <a:gd name="connsiteX0" fmla="*/ 3377 w 6343"/>
                  <a:gd name="connsiteY0" fmla="*/ 6468 h 6345"/>
                  <a:gd name="connsiteX1" fmla="*/ 5620 w 6343"/>
                  <a:gd name="connsiteY1" fmla="*/ 5539 h 6345"/>
                  <a:gd name="connsiteX2" fmla="*/ 6549 w 6343"/>
                  <a:gd name="connsiteY2" fmla="*/ 3296 h 6345"/>
                  <a:gd name="connsiteX3" fmla="*/ 5620 w 6343"/>
                  <a:gd name="connsiteY3" fmla="*/ 1052 h 6345"/>
                  <a:gd name="connsiteX4" fmla="*/ 3377 w 6343"/>
                  <a:gd name="connsiteY4" fmla="*/ 123 h 6345"/>
                  <a:gd name="connsiteX5" fmla="*/ 1135 w 6343"/>
                  <a:gd name="connsiteY5" fmla="*/ 1052 h 6345"/>
                  <a:gd name="connsiteX6" fmla="*/ 206 w 6343"/>
                  <a:gd name="connsiteY6" fmla="*/ 3296 h 6345"/>
                  <a:gd name="connsiteX7" fmla="*/ 1135 w 6343"/>
                  <a:gd name="connsiteY7" fmla="*/ 5539 h 6345"/>
                  <a:gd name="connsiteX8" fmla="*/ 337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68"/>
                    </a:moveTo>
                    <a:cubicBezTo>
                      <a:pt x="4218" y="6468"/>
                      <a:pt x="5025" y="6134"/>
                      <a:pt x="5620" y="5539"/>
                    </a:cubicBezTo>
                    <a:cubicBezTo>
                      <a:pt x="6215" y="4944"/>
                      <a:pt x="6549" y="4137"/>
                      <a:pt x="6549" y="3296"/>
                    </a:cubicBezTo>
                    <a:cubicBezTo>
                      <a:pt x="6549" y="2454"/>
                      <a:pt x="6215" y="1647"/>
                      <a:pt x="5620" y="1052"/>
                    </a:cubicBezTo>
                    <a:cubicBezTo>
                      <a:pt x="5025" y="457"/>
                      <a:pt x="4218" y="123"/>
                      <a:pt x="3377" y="123"/>
                    </a:cubicBezTo>
                    <a:cubicBezTo>
                      <a:pt x="2536" y="123"/>
                      <a:pt x="1729" y="457"/>
                      <a:pt x="1135" y="1052"/>
                    </a:cubicBezTo>
                    <a:cubicBezTo>
                      <a:pt x="540" y="1647"/>
                      <a:pt x="206" y="2454"/>
                      <a:pt x="206" y="3296"/>
                    </a:cubicBezTo>
                    <a:cubicBezTo>
                      <a:pt x="206" y="4137"/>
                      <a:pt x="540" y="4944"/>
                      <a:pt x="1135" y="5539"/>
                    </a:cubicBezTo>
                    <a:cubicBezTo>
                      <a:pt x="1729" y="6134"/>
                      <a:pt x="2536" y="6468"/>
                      <a:pt x="337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94" name="Freeform: Shape 11293">
                <a:extLst>
                  <a:ext uri="{FF2B5EF4-FFF2-40B4-BE49-F238E27FC236}">
                    <a16:creationId xmlns:a16="http://schemas.microsoft.com/office/drawing/2014/main" id="{861AECA7-A645-C42A-7591-F98996516B77}"/>
                  </a:ext>
                </a:extLst>
              </p:cNvPr>
              <p:cNvSpPr/>
              <p:nvPr/>
            </p:nvSpPr>
            <p:spPr>
              <a:xfrm>
                <a:off x="9014489" y="5028983"/>
                <a:ext cx="6343" cy="6345"/>
              </a:xfrm>
              <a:custGeom>
                <a:avLst/>
                <a:gdLst>
                  <a:gd name="connsiteX0" fmla="*/ 3377 w 6343"/>
                  <a:gd name="connsiteY0" fmla="*/ 6468 h 6345"/>
                  <a:gd name="connsiteX1" fmla="*/ 5620 w 6343"/>
                  <a:gd name="connsiteY1" fmla="*/ 5538 h 6345"/>
                  <a:gd name="connsiteX2" fmla="*/ 6548 w 6343"/>
                  <a:gd name="connsiteY2" fmla="*/ 3295 h 6345"/>
                  <a:gd name="connsiteX3" fmla="*/ 5620 w 6343"/>
                  <a:gd name="connsiteY3" fmla="*/ 1051 h 6345"/>
                  <a:gd name="connsiteX4" fmla="*/ 3377 w 6343"/>
                  <a:gd name="connsiteY4" fmla="*/ 122 h 6345"/>
                  <a:gd name="connsiteX5" fmla="*/ 1134 w 6343"/>
                  <a:gd name="connsiteY5" fmla="*/ 1051 h 6345"/>
                  <a:gd name="connsiteX6" fmla="*/ 205 w 6343"/>
                  <a:gd name="connsiteY6" fmla="*/ 3295 h 6345"/>
                  <a:gd name="connsiteX7" fmla="*/ 1134 w 6343"/>
                  <a:gd name="connsiteY7" fmla="*/ 5538 h 6345"/>
                  <a:gd name="connsiteX8" fmla="*/ 337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68"/>
                    </a:moveTo>
                    <a:cubicBezTo>
                      <a:pt x="4218" y="6468"/>
                      <a:pt x="5025" y="6133"/>
                      <a:pt x="5620" y="5538"/>
                    </a:cubicBezTo>
                    <a:cubicBezTo>
                      <a:pt x="6214" y="4943"/>
                      <a:pt x="6548" y="4136"/>
                      <a:pt x="6548" y="3295"/>
                    </a:cubicBezTo>
                    <a:cubicBezTo>
                      <a:pt x="6548" y="2453"/>
                      <a:pt x="6214" y="1646"/>
                      <a:pt x="5620" y="1051"/>
                    </a:cubicBezTo>
                    <a:cubicBezTo>
                      <a:pt x="5025" y="456"/>
                      <a:pt x="4218" y="122"/>
                      <a:pt x="3377" y="122"/>
                    </a:cubicBezTo>
                    <a:cubicBezTo>
                      <a:pt x="2536" y="122"/>
                      <a:pt x="1729" y="456"/>
                      <a:pt x="1134" y="1051"/>
                    </a:cubicBezTo>
                    <a:cubicBezTo>
                      <a:pt x="540" y="1646"/>
                      <a:pt x="205" y="2453"/>
                      <a:pt x="205" y="3295"/>
                    </a:cubicBezTo>
                    <a:cubicBezTo>
                      <a:pt x="205" y="4136"/>
                      <a:pt x="540" y="4943"/>
                      <a:pt x="1134" y="5538"/>
                    </a:cubicBezTo>
                    <a:cubicBezTo>
                      <a:pt x="1729" y="6133"/>
                      <a:pt x="2536" y="6468"/>
                      <a:pt x="337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95" name="Freeform: Shape 11294">
                <a:extLst>
                  <a:ext uri="{FF2B5EF4-FFF2-40B4-BE49-F238E27FC236}">
                    <a16:creationId xmlns:a16="http://schemas.microsoft.com/office/drawing/2014/main" id="{5A12CBC1-B9F0-F175-F677-4FB0FF77CED0}"/>
                  </a:ext>
                </a:extLst>
              </p:cNvPr>
              <p:cNvSpPr/>
              <p:nvPr/>
            </p:nvSpPr>
            <p:spPr>
              <a:xfrm>
                <a:off x="9015485" y="5025951"/>
                <a:ext cx="6343" cy="6345"/>
              </a:xfrm>
              <a:custGeom>
                <a:avLst/>
                <a:gdLst>
                  <a:gd name="connsiteX0" fmla="*/ 3377 w 6343"/>
                  <a:gd name="connsiteY0" fmla="*/ 6467 h 6345"/>
                  <a:gd name="connsiteX1" fmla="*/ 5620 w 6343"/>
                  <a:gd name="connsiteY1" fmla="*/ 5538 h 6345"/>
                  <a:gd name="connsiteX2" fmla="*/ 6549 w 6343"/>
                  <a:gd name="connsiteY2" fmla="*/ 3295 h 6345"/>
                  <a:gd name="connsiteX3" fmla="*/ 5620 w 6343"/>
                  <a:gd name="connsiteY3" fmla="*/ 1051 h 6345"/>
                  <a:gd name="connsiteX4" fmla="*/ 3377 w 6343"/>
                  <a:gd name="connsiteY4" fmla="*/ 122 h 6345"/>
                  <a:gd name="connsiteX5" fmla="*/ 1134 w 6343"/>
                  <a:gd name="connsiteY5" fmla="*/ 1051 h 6345"/>
                  <a:gd name="connsiteX6" fmla="*/ 205 w 6343"/>
                  <a:gd name="connsiteY6" fmla="*/ 3295 h 6345"/>
                  <a:gd name="connsiteX7" fmla="*/ 1134 w 6343"/>
                  <a:gd name="connsiteY7" fmla="*/ 5538 h 6345"/>
                  <a:gd name="connsiteX8" fmla="*/ 337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67"/>
                    </a:moveTo>
                    <a:cubicBezTo>
                      <a:pt x="4218" y="6467"/>
                      <a:pt x="5025" y="6133"/>
                      <a:pt x="5620" y="5538"/>
                    </a:cubicBezTo>
                    <a:cubicBezTo>
                      <a:pt x="6214" y="4943"/>
                      <a:pt x="6549" y="4136"/>
                      <a:pt x="6549" y="3295"/>
                    </a:cubicBezTo>
                    <a:cubicBezTo>
                      <a:pt x="6549" y="2453"/>
                      <a:pt x="6214" y="1646"/>
                      <a:pt x="5620" y="1051"/>
                    </a:cubicBezTo>
                    <a:cubicBezTo>
                      <a:pt x="5025" y="456"/>
                      <a:pt x="4218" y="122"/>
                      <a:pt x="3377" y="122"/>
                    </a:cubicBezTo>
                    <a:cubicBezTo>
                      <a:pt x="2536" y="122"/>
                      <a:pt x="1729" y="456"/>
                      <a:pt x="1134" y="1051"/>
                    </a:cubicBezTo>
                    <a:cubicBezTo>
                      <a:pt x="540" y="1646"/>
                      <a:pt x="205" y="2453"/>
                      <a:pt x="205" y="3295"/>
                    </a:cubicBezTo>
                    <a:cubicBezTo>
                      <a:pt x="205" y="4136"/>
                      <a:pt x="540" y="4943"/>
                      <a:pt x="1134" y="5538"/>
                    </a:cubicBezTo>
                    <a:cubicBezTo>
                      <a:pt x="1729" y="6133"/>
                      <a:pt x="2536" y="6467"/>
                      <a:pt x="337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96" name="Freeform: Shape 11295">
                <a:extLst>
                  <a:ext uri="{FF2B5EF4-FFF2-40B4-BE49-F238E27FC236}">
                    <a16:creationId xmlns:a16="http://schemas.microsoft.com/office/drawing/2014/main" id="{DD2CA5BB-74B5-99E6-A561-D02423E8F9FA}"/>
                  </a:ext>
                </a:extLst>
              </p:cNvPr>
              <p:cNvSpPr/>
              <p:nvPr/>
            </p:nvSpPr>
            <p:spPr>
              <a:xfrm>
                <a:off x="9016291" y="5022787"/>
                <a:ext cx="6343" cy="6345"/>
              </a:xfrm>
              <a:custGeom>
                <a:avLst/>
                <a:gdLst>
                  <a:gd name="connsiteX0" fmla="*/ 3377 w 6343"/>
                  <a:gd name="connsiteY0" fmla="*/ 6467 h 6345"/>
                  <a:gd name="connsiteX1" fmla="*/ 5620 w 6343"/>
                  <a:gd name="connsiteY1" fmla="*/ 5538 h 6345"/>
                  <a:gd name="connsiteX2" fmla="*/ 6549 w 6343"/>
                  <a:gd name="connsiteY2" fmla="*/ 3294 h 6345"/>
                  <a:gd name="connsiteX3" fmla="*/ 5620 w 6343"/>
                  <a:gd name="connsiteY3" fmla="*/ 1051 h 6345"/>
                  <a:gd name="connsiteX4" fmla="*/ 3377 w 6343"/>
                  <a:gd name="connsiteY4" fmla="*/ 122 h 6345"/>
                  <a:gd name="connsiteX5" fmla="*/ 1134 w 6343"/>
                  <a:gd name="connsiteY5" fmla="*/ 1051 h 6345"/>
                  <a:gd name="connsiteX6" fmla="*/ 206 w 6343"/>
                  <a:gd name="connsiteY6" fmla="*/ 3294 h 6345"/>
                  <a:gd name="connsiteX7" fmla="*/ 1134 w 6343"/>
                  <a:gd name="connsiteY7" fmla="*/ 5538 h 6345"/>
                  <a:gd name="connsiteX8" fmla="*/ 337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67"/>
                    </a:moveTo>
                    <a:cubicBezTo>
                      <a:pt x="4218" y="6467"/>
                      <a:pt x="5025" y="6133"/>
                      <a:pt x="5620" y="5538"/>
                    </a:cubicBezTo>
                    <a:cubicBezTo>
                      <a:pt x="6214" y="4943"/>
                      <a:pt x="6549" y="4136"/>
                      <a:pt x="6549" y="3294"/>
                    </a:cubicBezTo>
                    <a:cubicBezTo>
                      <a:pt x="6549" y="2453"/>
                      <a:pt x="6214" y="1646"/>
                      <a:pt x="5620" y="1051"/>
                    </a:cubicBezTo>
                    <a:cubicBezTo>
                      <a:pt x="5025" y="456"/>
                      <a:pt x="4218" y="122"/>
                      <a:pt x="3377" y="122"/>
                    </a:cubicBezTo>
                    <a:cubicBezTo>
                      <a:pt x="2536" y="122"/>
                      <a:pt x="1729" y="456"/>
                      <a:pt x="1134" y="1051"/>
                    </a:cubicBezTo>
                    <a:cubicBezTo>
                      <a:pt x="540" y="1646"/>
                      <a:pt x="206" y="2453"/>
                      <a:pt x="206" y="3294"/>
                    </a:cubicBezTo>
                    <a:cubicBezTo>
                      <a:pt x="206" y="4136"/>
                      <a:pt x="540" y="4943"/>
                      <a:pt x="1134" y="5538"/>
                    </a:cubicBezTo>
                    <a:cubicBezTo>
                      <a:pt x="1729" y="6133"/>
                      <a:pt x="2536" y="6467"/>
                      <a:pt x="337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97" name="Freeform: Shape 11296">
                <a:extLst>
                  <a:ext uri="{FF2B5EF4-FFF2-40B4-BE49-F238E27FC236}">
                    <a16:creationId xmlns:a16="http://schemas.microsoft.com/office/drawing/2014/main" id="{CA495523-9EEC-D136-1912-D683D2D0E679}"/>
                  </a:ext>
                </a:extLst>
              </p:cNvPr>
              <p:cNvSpPr/>
              <p:nvPr/>
            </p:nvSpPr>
            <p:spPr>
              <a:xfrm>
                <a:off x="9222376" y="5151476"/>
                <a:ext cx="6343" cy="6345"/>
              </a:xfrm>
              <a:custGeom>
                <a:avLst/>
                <a:gdLst>
                  <a:gd name="connsiteX0" fmla="*/ 3393 w 6343"/>
                  <a:gd name="connsiteY0" fmla="*/ 6477 h 6345"/>
                  <a:gd name="connsiteX1" fmla="*/ 5636 w 6343"/>
                  <a:gd name="connsiteY1" fmla="*/ 5548 h 6345"/>
                  <a:gd name="connsiteX2" fmla="*/ 6565 w 6343"/>
                  <a:gd name="connsiteY2" fmla="*/ 3304 h 6345"/>
                  <a:gd name="connsiteX3" fmla="*/ 5636 w 6343"/>
                  <a:gd name="connsiteY3" fmla="*/ 1061 h 6345"/>
                  <a:gd name="connsiteX4" fmla="*/ 3393 w 6343"/>
                  <a:gd name="connsiteY4" fmla="*/ 132 h 6345"/>
                  <a:gd name="connsiteX5" fmla="*/ 1151 w 6343"/>
                  <a:gd name="connsiteY5" fmla="*/ 1061 h 6345"/>
                  <a:gd name="connsiteX6" fmla="*/ 222 w 6343"/>
                  <a:gd name="connsiteY6" fmla="*/ 3304 h 6345"/>
                  <a:gd name="connsiteX7" fmla="*/ 1151 w 6343"/>
                  <a:gd name="connsiteY7" fmla="*/ 5548 h 6345"/>
                  <a:gd name="connsiteX8" fmla="*/ 339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7"/>
                    </a:moveTo>
                    <a:cubicBezTo>
                      <a:pt x="4234" y="6477"/>
                      <a:pt x="5041" y="6143"/>
                      <a:pt x="5636" y="5548"/>
                    </a:cubicBezTo>
                    <a:cubicBezTo>
                      <a:pt x="6231" y="4953"/>
                      <a:pt x="6565" y="4146"/>
                      <a:pt x="6565" y="3304"/>
                    </a:cubicBezTo>
                    <a:cubicBezTo>
                      <a:pt x="6565" y="2463"/>
                      <a:pt x="6231" y="1656"/>
                      <a:pt x="5636" y="1061"/>
                    </a:cubicBezTo>
                    <a:cubicBezTo>
                      <a:pt x="5041" y="466"/>
                      <a:pt x="4234" y="132"/>
                      <a:pt x="3393" y="132"/>
                    </a:cubicBezTo>
                    <a:cubicBezTo>
                      <a:pt x="2552" y="132"/>
                      <a:pt x="1745" y="466"/>
                      <a:pt x="1151" y="1061"/>
                    </a:cubicBezTo>
                    <a:cubicBezTo>
                      <a:pt x="556" y="1656"/>
                      <a:pt x="222" y="2463"/>
                      <a:pt x="222" y="3304"/>
                    </a:cubicBezTo>
                    <a:cubicBezTo>
                      <a:pt x="222" y="4146"/>
                      <a:pt x="556" y="4953"/>
                      <a:pt x="1151" y="5548"/>
                    </a:cubicBezTo>
                    <a:cubicBezTo>
                      <a:pt x="1745" y="6143"/>
                      <a:pt x="2552" y="6477"/>
                      <a:pt x="339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98" name="Freeform: Shape 11297">
                <a:extLst>
                  <a:ext uri="{FF2B5EF4-FFF2-40B4-BE49-F238E27FC236}">
                    <a16:creationId xmlns:a16="http://schemas.microsoft.com/office/drawing/2014/main" id="{61B90290-56E0-2ADC-CEA3-346B7BEB8077}"/>
                  </a:ext>
                </a:extLst>
              </p:cNvPr>
              <p:cNvSpPr/>
              <p:nvPr/>
            </p:nvSpPr>
            <p:spPr>
              <a:xfrm>
                <a:off x="9227034" y="5152577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6 w 6343"/>
                  <a:gd name="connsiteY1" fmla="*/ 5548 h 6345"/>
                  <a:gd name="connsiteX2" fmla="*/ 6565 w 6343"/>
                  <a:gd name="connsiteY2" fmla="*/ 3305 h 6345"/>
                  <a:gd name="connsiteX3" fmla="*/ 5636 w 6343"/>
                  <a:gd name="connsiteY3" fmla="*/ 1061 h 6345"/>
                  <a:gd name="connsiteX4" fmla="*/ 3394 w 6343"/>
                  <a:gd name="connsiteY4" fmla="*/ 132 h 6345"/>
                  <a:gd name="connsiteX5" fmla="*/ 1151 w 6343"/>
                  <a:gd name="connsiteY5" fmla="*/ 1061 h 6345"/>
                  <a:gd name="connsiteX6" fmla="*/ 222 w 6343"/>
                  <a:gd name="connsiteY6" fmla="*/ 3305 h 6345"/>
                  <a:gd name="connsiteX7" fmla="*/ 1151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6" y="5548"/>
                    </a:cubicBezTo>
                    <a:cubicBezTo>
                      <a:pt x="6231" y="4953"/>
                      <a:pt x="6565" y="4146"/>
                      <a:pt x="6565" y="3305"/>
                    </a:cubicBezTo>
                    <a:cubicBezTo>
                      <a:pt x="6565" y="2463"/>
                      <a:pt x="6231" y="1656"/>
                      <a:pt x="5636" y="1061"/>
                    </a:cubicBezTo>
                    <a:cubicBezTo>
                      <a:pt x="5042" y="466"/>
                      <a:pt x="4235" y="132"/>
                      <a:pt x="3394" y="132"/>
                    </a:cubicBezTo>
                    <a:cubicBezTo>
                      <a:pt x="2553" y="132"/>
                      <a:pt x="1746" y="466"/>
                      <a:pt x="1151" y="1061"/>
                    </a:cubicBezTo>
                    <a:cubicBezTo>
                      <a:pt x="556" y="1656"/>
                      <a:pt x="222" y="2463"/>
                      <a:pt x="222" y="3305"/>
                    </a:cubicBezTo>
                    <a:cubicBezTo>
                      <a:pt x="222" y="4146"/>
                      <a:pt x="556" y="4953"/>
                      <a:pt x="1151" y="5548"/>
                    </a:cubicBezTo>
                    <a:cubicBezTo>
                      <a:pt x="1746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99" name="Freeform: Shape 11298">
                <a:extLst>
                  <a:ext uri="{FF2B5EF4-FFF2-40B4-BE49-F238E27FC236}">
                    <a16:creationId xmlns:a16="http://schemas.microsoft.com/office/drawing/2014/main" id="{7BD3162D-F88D-A942-47A3-EF8122D619B0}"/>
                  </a:ext>
                </a:extLst>
              </p:cNvPr>
              <p:cNvSpPr/>
              <p:nvPr/>
            </p:nvSpPr>
            <p:spPr>
              <a:xfrm>
                <a:off x="9233679" y="5153192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5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5 h 6345"/>
                  <a:gd name="connsiteX7" fmla="*/ 1152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5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5" y="132"/>
                      <a:pt x="3394" y="132"/>
                    </a:cubicBezTo>
                    <a:cubicBezTo>
                      <a:pt x="2553" y="132"/>
                      <a:pt x="1746" y="466"/>
                      <a:pt x="1152" y="1061"/>
                    </a:cubicBezTo>
                    <a:cubicBezTo>
                      <a:pt x="557" y="1656"/>
                      <a:pt x="223" y="2463"/>
                      <a:pt x="223" y="3305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6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00" name="Freeform: Shape 11299">
                <a:extLst>
                  <a:ext uri="{FF2B5EF4-FFF2-40B4-BE49-F238E27FC236}">
                    <a16:creationId xmlns:a16="http://schemas.microsoft.com/office/drawing/2014/main" id="{B2CEE8FC-272B-3D25-075E-9DD5720FD625}"/>
                  </a:ext>
                </a:extLst>
              </p:cNvPr>
              <p:cNvSpPr/>
              <p:nvPr/>
            </p:nvSpPr>
            <p:spPr>
              <a:xfrm>
                <a:off x="9235843" y="5152780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5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5 h 6345"/>
                  <a:gd name="connsiteX7" fmla="*/ 1152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5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5" y="132"/>
                      <a:pt x="3394" y="132"/>
                    </a:cubicBezTo>
                    <a:cubicBezTo>
                      <a:pt x="2553" y="132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5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7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01" name="Freeform: Shape 11300">
                <a:extLst>
                  <a:ext uri="{FF2B5EF4-FFF2-40B4-BE49-F238E27FC236}">
                    <a16:creationId xmlns:a16="http://schemas.microsoft.com/office/drawing/2014/main" id="{43AC8C23-761C-978E-6DA8-9A7202281A72}"/>
                  </a:ext>
                </a:extLst>
              </p:cNvPr>
              <p:cNvSpPr/>
              <p:nvPr/>
            </p:nvSpPr>
            <p:spPr>
              <a:xfrm>
                <a:off x="9237281" y="5151893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6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6" y="132"/>
                      <a:pt x="3394" y="132"/>
                    </a:cubicBezTo>
                    <a:cubicBezTo>
                      <a:pt x="2553" y="132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7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02" name="Freeform: Shape 11301">
                <a:extLst>
                  <a:ext uri="{FF2B5EF4-FFF2-40B4-BE49-F238E27FC236}">
                    <a16:creationId xmlns:a16="http://schemas.microsoft.com/office/drawing/2014/main" id="{C84EC583-2B54-3CEF-C801-4187DE9AD2F6}"/>
                  </a:ext>
                </a:extLst>
              </p:cNvPr>
              <p:cNvSpPr/>
              <p:nvPr/>
            </p:nvSpPr>
            <p:spPr>
              <a:xfrm>
                <a:off x="9238157" y="5150624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5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6" y="132"/>
                      <a:pt x="3395" y="132"/>
                    </a:cubicBezTo>
                    <a:cubicBezTo>
                      <a:pt x="2553" y="132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7" y="6143"/>
                      <a:pt x="2553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03" name="Freeform: Shape 11302">
                <a:extLst>
                  <a:ext uri="{FF2B5EF4-FFF2-40B4-BE49-F238E27FC236}">
                    <a16:creationId xmlns:a16="http://schemas.microsoft.com/office/drawing/2014/main" id="{59B3D291-94E3-CA5B-E490-1F3BD47E7468}"/>
                  </a:ext>
                </a:extLst>
              </p:cNvPr>
              <p:cNvSpPr/>
              <p:nvPr/>
            </p:nvSpPr>
            <p:spPr>
              <a:xfrm>
                <a:off x="9238528" y="5149000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5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6" y="132"/>
                      <a:pt x="3395" y="132"/>
                    </a:cubicBezTo>
                    <a:cubicBezTo>
                      <a:pt x="2553" y="132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7" y="6143"/>
                      <a:pt x="2553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04" name="Freeform: Shape 11303">
                <a:extLst>
                  <a:ext uri="{FF2B5EF4-FFF2-40B4-BE49-F238E27FC236}">
                    <a16:creationId xmlns:a16="http://schemas.microsoft.com/office/drawing/2014/main" id="{1B89ACFA-D2F1-69F1-C30D-EB35C7ADD3E7}"/>
                  </a:ext>
                </a:extLst>
              </p:cNvPr>
              <p:cNvSpPr/>
              <p:nvPr/>
            </p:nvSpPr>
            <p:spPr>
              <a:xfrm>
                <a:off x="9238759" y="5147266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5 w 6343"/>
                  <a:gd name="connsiteY4" fmla="*/ 131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6" y="131"/>
                      <a:pt x="3395" y="131"/>
                    </a:cubicBezTo>
                    <a:cubicBezTo>
                      <a:pt x="2554" y="131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7" y="6143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05" name="Freeform: Shape 11304">
                <a:extLst>
                  <a:ext uri="{FF2B5EF4-FFF2-40B4-BE49-F238E27FC236}">
                    <a16:creationId xmlns:a16="http://schemas.microsoft.com/office/drawing/2014/main" id="{35927C96-207B-EB49-4F57-334161121363}"/>
                  </a:ext>
                </a:extLst>
              </p:cNvPr>
              <p:cNvSpPr/>
              <p:nvPr/>
            </p:nvSpPr>
            <p:spPr>
              <a:xfrm>
                <a:off x="9240525" y="5146631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5 w 6343"/>
                  <a:gd name="connsiteY4" fmla="*/ 131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2"/>
                      <a:pt x="5637" y="5548"/>
                    </a:cubicBezTo>
                    <a:cubicBezTo>
                      <a:pt x="6232" y="4953"/>
                      <a:pt x="6566" y="4145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3" y="466"/>
                      <a:pt x="4236" y="131"/>
                      <a:pt x="3395" y="131"/>
                    </a:cubicBezTo>
                    <a:cubicBezTo>
                      <a:pt x="2554" y="131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5"/>
                      <a:pt x="557" y="4953"/>
                      <a:pt x="1152" y="5548"/>
                    </a:cubicBezTo>
                    <a:cubicBezTo>
                      <a:pt x="1747" y="6142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06" name="Freeform: Shape 11305">
                <a:extLst>
                  <a:ext uri="{FF2B5EF4-FFF2-40B4-BE49-F238E27FC236}">
                    <a16:creationId xmlns:a16="http://schemas.microsoft.com/office/drawing/2014/main" id="{43AED2E1-85D8-CB20-C6AD-C07874135833}"/>
                  </a:ext>
                </a:extLst>
              </p:cNvPr>
              <p:cNvSpPr/>
              <p:nvPr/>
            </p:nvSpPr>
            <p:spPr>
              <a:xfrm>
                <a:off x="9239614" y="5144050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7 w 6343"/>
                  <a:gd name="connsiteY1" fmla="*/ 5547 h 6345"/>
                  <a:gd name="connsiteX2" fmla="*/ 6566 w 6343"/>
                  <a:gd name="connsiteY2" fmla="*/ 3304 h 6345"/>
                  <a:gd name="connsiteX3" fmla="*/ 5637 w 6343"/>
                  <a:gd name="connsiteY3" fmla="*/ 1060 h 6345"/>
                  <a:gd name="connsiteX4" fmla="*/ 3395 w 6343"/>
                  <a:gd name="connsiteY4" fmla="*/ 131 h 6345"/>
                  <a:gd name="connsiteX5" fmla="*/ 1152 w 6343"/>
                  <a:gd name="connsiteY5" fmla="*/ 1060 h 6345"/>
                  <a:gd name="connsiteX6" fmla="*/ 223 w 6343"/>
                  <a:gd name="connsiteY6" fmla="*/ 3304 h 6345"/>
                  <a:gd name="connsiteX7" fmla="*/ 1152 w 6343"/>
                  <a:gd name="connsiteY7" fmla="*/ 5547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2"/>
                      <a:pt x="5637" y="5547"/>
                    </a:cubicBezTo>
                    <a:cubicBezTo>
                      <a:pt x="6232" y="4952"/>
                      <a:pt x="6566" y="4145"/>
                      <a:pt x="6566" y="3304"/>
                    </a:cubicBezTo>
                    <a:cubicBezTo>
                      <a:pt x="6566" y="2462"/>
                      <a:pt x="6232" y="1655"/>
                      <a:pt x="5637" y="1060"/>
                    </a:cubicBezTo>
                    <a:cubicBezTo>
                      <a:pt x="5043" y="465"/>
                      <a:pt x="4236" y="131"/>
                      <a:pt x="3395" y="131"/>
                    </a:cubicBezTo>
                    <a:cubicBezTo>
                      <a:pt x="2554" y="131"/>
                      <a:pt x="1747" y="465"/>
                      <a:pt x="1152" y="1060"/>
                    </a:cubicBezTo>
                    <a:cubicBezTo>
                      <a:pt x="557" y="1655"/>
                      <a:pt x="223" y="2462"/>
                      <a:pt x="223" y="3304"/>
                    </a:cubicBezTo>
                    <a:cubicBezTo>
                      <a:pt x="223" y="4145"/>
                      <a:pt x="557" y="4952"/>
                      <a:pt x="1152" y="5547"/>
                    </a:cubicBezTo>
                    <a:cubicBezTo>
                      <a:pt x="1747" y="6142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07" name="Freeform: Shape 11306">
                <a:extLst>
                  <a:ext uri="{FF2B5EF4-FFF2-40B4-BE49-F238E27FC236}">
                    <a16:creationId xmlns:a16="http://schemas.microsoft.com/office/drawing/2014/main" id="{AE015609-09E9-8451-84DA-B98F752EF6DE}"/>
                  </a:ext>
                </a:extLst>
              </p:cNvPr>
              <p:cNvSpPr/>
              <p:nvPr/>
            </p:nvSpPr>
            <p:spPr>
              <a:xfrm>
                <a:off x="9240840" y="5143020"/>
                <a:ext cx="6343" cy="6345"/>
              </a:xfrm>
              <a:custGeom>
                <a:avLst/>
                <a:gdLst>
                  <a:gd name="connsiteX0" fmla="*/ 3395 w 6343"/>
                  <a:gd name="connsiteY0" fmla="*/ 6476 h 6345"/>
                  <a:gd name="connsiteX1" fmla="*/ 5637 w 6343"/>
                  <a:gd name="connsiteY1" fmla="*/ 5547 h 6345"/>
                  <a:gd name="connsiteX2" fmla="*/ 6566 w 6343"/>
                  <a:gd name="connsiteY2" fmla="*/ 3304 h 6345"/>
                  <a:gd name="connsiteX3" fmla="*/ 5637 w 6343"/>
                  <a:gd name="connsiteY3" fmla="*/ 1060 h 6345"/>
                  <a:gd name="connsiteX4" fmla="*/ 3395 w 6343"/>
                  <a:gd name="connsiteY4" fmla="*/ 131 h 6345"/>
                  <a:gd name="connsiteX5" fmla="*/ 1152 w 6343"/>
                  <a:gd name="connsiteY5" fmla="*/ 1060 h 6345"/>
                  <a:gd name="connsiteX6" fmla="*/ 223 w 6343"/>
                  <a:gd name="connsiteY6" fmla="*/ 3304 h 6345"/>
                  <a:gd name="connsiteX7" fmla="*/ 1152 w 6343"/>
                  <a:gd name="connsiteY7" fmla="*/ 5547 h 6345"/>
                  <a:gd name="connsiteX8" fmla="*/ 3395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6"/>
                    </a:moveTo>
                    <a:cubicBezTo>
                      <a:pt x="4236" y="6476"/>
                      <a:pt x="5043" y="6142"/>
                      <a:pt x="5637" y="5547"/>
                    </a:cubicBezTo>
                    <a:cubicBezTo>
                      <a:pt x="6232" y="4952"/>
                      <a:pt x="6566" y="4145"/>
                      <a:pt x="6566" y="3304"/>
                    </a:cubicBezTo>
                    <a:cubicBezTo>
                      <a:pt x="6566" y="2462"/>
                      <a:pt x="6232" y="1655"/>
                      <a:pt x="5637" y="1060"/>
                    </a:cubicBezTo>
                    <a:cubicBezTo>
                      <a:pt x="5043" y="465"/>
                      <a:pt x="4236" y="131"/>
                      <a:pt x="3395" y="131"/>
                    </a:cubicBezTo>
                    <a:cubicBezTo>
                      <a:pt x="2554" y="131"/>
                      <a:pt x="1747" y="465"/>
                      <a:pt x="1152" y="1060"/>
                    </a:cubicBezTo>
                    <a:cubicBezTo>
                      <a:pt x="557" y="1655"/>
                      <a:pt x="223" y="2462"/>
                      <a:pt x="223" y="3304"/>
                    </a:cubicBezTo>
                    <a:cubicBezTo>
                      <a:pt x="223" y="4145"/>
                      <a:pt x="557" y="4952"/>
                      <a:pt x="1152" y="5547"/>
                    </a:cubicBezTo>
                    <a:cubicBezTo>
                      <a:pt x="1747" y="6142"/>
                      <a:pt x="2554" y="6476"/>
                      <a:pt x="3395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08" name="Freeform: Shape 11307">
                <a:extLst>
                  <a:ext uri="{FF2B5EF4-FFF2-40B4-BE49-F238E27FC236}">
                    <a16:creationId xmlns:a16="http://schemas.microsoft.com/office/drawing/2014/main" id="{714E7900-B196-6D16-ADAC-1D662C18D46C}"/>
                  </a:ext>
                </a:extLst>
              </p:cNvPr>
              <p:cNvSpPr/>
              <p:nvPr/>
            </p:nvSpPr>
            <p:spPr>
              <a:xfrm>
                <a:off x="9272718" y="5161712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5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5 h 6345"/>
                  <a:gd name="connsiteX7" fmla="*/ 1155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5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5" y="1062"/>
                    </a:cubicBezTo>
                    <a:cubicBezTo>
                      <a:pt x="560" y="1657"/>
                      <a:pt x="226" y="2464"/>
                      <a:pt x="226" y="3305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09" name="Freeform: Shape 11308">
                <a:extLst>
                  <a:ext uri="{FF2B5EF4-FFF2-40B4-BE49-F238E27FC236}">
                    <a16:creationId xmlns:a16="http://schemas.microsoft.com/office/drawing/2014/main" id="{1BE4BA00-72FA-B35F-0CF6-6B7F54E84B24}"/>
                  </a:ext>
                </a:extLst>
              </p:cNvPr>
              <p:cNvSpPr/>
              <p:nvPr/>
            </p:nvSpPr>
            <p:spPr>
              <a:xfrm>
                <a:off x="9285330" y="5169875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10" name="Freeform: Shape 11309">
                <a:extLst>
                  <a:ext uri="{FF2B5EF4-FFF2-40B4-BE49-F238E27FC236}">
                    <a16:creationId xmlns:a16="http://schemas.microsoft.com/office/drawing/2014/main" id="{4821B114-368C-8565-83C5-BCDFF0998DB3}"/>
                  </a:ext>
                </a:extLst>
              </p:cNvPr>
              <p:cNvSpPr/>
              <p:nvPr/>
            </p:nvSpPr>
            <p:spPr>
              <a:xfrm>
                <a:off x="9286783" y="5169445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11" name="Freeform: Shape 11310">
                <a:extLst>
                  <a:ext uri="{FF2B5EF4-FFF2-40B4-BE49-F238E27FC236}">
                    <a16:creationId xmlns:a16="http://schemas.microsoft.com/office/drawing/2014/main" id="{840AF0C1-5FCB-78F8-6117-70100687ABB2}"/>
                  </a:ext>
                </a:extLst>
              </p:cNvPr>
              <p:cNvSpPr/>
              <p:nvPr/>
            </p:nvSpPr>
            <p:spPr>
              <a:xfrm>
                <a:off x="9288185" y="5168989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12" name="Freeform: Shape 11311">
                <a:extLst>
                  <a:ext uri="{FF2B5EF4-FFF2-40B4-BE49-F238E27FC236}">
                    <a16:creationId xmlns:a16="http://schemas.microsoft.com/office/drawing/2014/main" id="{D7F90FC8-D2BB-9A2A-0959-99D91E512F01}"/>
                  </a:ext>
                </a:extLst>
              </p:cNvPr>
              <p:cNvSpPr/>
              <p:nvPr/>
            </p:nvSpPr>
            <p:spPr>
              <a:xfrm>
                <a:off x="9289684" y="5168625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13" name="Freeform: Shape 11312">
                <a:extLst>
                  <a:ext uri="{FF2B5EF4-FFF2-40B4-BE49-F238E27FC236}">
                    <a16:creationId xmlns:a16="http://schemas.microsoft.com/office/drawing/2014/main" id="{642A9398-A645-B98A-C9D9-9F403AB3B043}"/>
                  </a:ext>
                </a:extLst>
              </p:cNvPr>
              <p:cNvSpPr/>
              <p:nvPr/>
            </p:nvSpPr>
            <p:spPr>
              <a:xfrm>
                <a:off x="9291182" y="5168274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14" name="Freeform: Shape 11313">
                <a:extLst>
                  <a:ext uri="{FF2B5EF4-FFF2-40B4-BE49-F238E27FC236}">
                    <a16:creationId xmlns:a16="http://schemas.microsoft.com/office/drawing/2014/main" id="{2EE48570-CE5A-6D8F-34E8-FB6B128D0D31}"/>
                  </a:ext>
                </a:extLst>
              </p:cNvPr>
              <p:cNvSpPr/>
              <p:nvPr/>
            </p:nvSpPr>
            <p:spPr>
              <a:xfrm>
                <a:off x="9292390" y="5167696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15" name="Freeform: Shape 11314">
                <a:extLst>
                  <a:ext uri="{FF2B5EF4-FFF2-40B4-BE49-F238E27FC236}">
                    <a16:creationId xmlns:a16="http://schemas.microsoft.com/office/drawing/2014/main" id="{507A27E6-E111-CB56-3024-FF78398BA93F}"/>
                  </a:ext>
                </a:extLst>
              </p:cNvPr>
              <p:cNvSpPr/>
              <p:nvPr/>
            </p:nvSpPr>
            <p:spPr>
              <a:xfrm>
                <a:off x="9295714" y="5167344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8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6"/>
                    </a:cubicBezTo>
                    <a:cubicBezTo>
                      <a:pt x="6571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16" name="Freeform: Shape 11315">
                <a:extLst>
                  <a:ext uri="{FF2B5EF4-FFF2-40B4-BE49-F238E27FC236}">
                    <a16:creationId xmlns:a16="http://schemas.microsoft.com/office/drawing/2014/main" id="{943E7CE8-C3DF-B9DA-3210-30263C01CD36}"/>
                  </a:ext>
                </a:extLst>
              </p:cNvPr>
              <p:cNvSpPr/>
              <p:nvPr/>
            </p:nvSpPr>
            <p:spPr>
              <a:xfrm>
                <a:off x="9304029" y="5166797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17" name="Freeform: Shape 11316">
                <a:extLst>
                  <a:ext uri="{FF2B5EF4-FFF2-40B4-BE49-F238E27FC236}">
                    <a16:creationId xmlns:a16="http://schemas.microsoft.com/office/drawing/2014/main" id="{5BF7B3DA-B086-DA36-7230-8A5BED6B6912}"/>
                  </a:ext>
                </a:extLst>
              </p:cNvPr>
              <p:cNvSpPr/>
              <p:nvPr/>
            </p:nvSpPr>
            <p:spPr>
              <a:xfrm>
                <a:off x="9303444" y="5163079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18" name="Freeform: Shape 11317">
                <a:extLst>
                  <a:ext uri="{FF2B5EF4-FFF2-40B4-BE49-F238E27FC236}">
                    <a16:creationId xmlns:a16="http://schemas.microsoft.com/office/drawing/2014/main" id="{7BF305C7-6BD8-EEB1-5826-C29F155B5E3A}"/>
                  </a:ext>
                </a:extLst>
              </p:cNvPr>
              <p:cNvSpPr/>
              <p:nvPr/>
            </p:nvSpPr>
            <p:spPr>
              <a:xfrm>
                <a:off x="9303018" y="5161058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19" name="Freeform: Shape 11318">
                <a:extLst>
                  <a:ext uri="{FF2B5EF4-FFF2-40B4-BE49-F238E27FC236}">
                    <a16:creationId xmlns:a16="http://schemas.microsoft.com/office/drawing/2014/main" id="{2B28A1AD-6F8C-9BD8-F712-B8616FF18316}"/>
                  </a:ext>
                </a:extLst>
              </p:cNvPr>
              <p:cNvSpPr/>
              <p:nvPr/>
            </p:nvSpPr>
            <p:spPr>
              <a:xfrm>
                <a:off x="9303201" y="5159588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20" name="Freeform: Shape 11319">
                <a:extLst>
                  <a:ext uri="{FF2B5EF4-FFF2-40B4-BE49-F238E27FC236}">
                    <a16:creationId xmlns:a16="http://schemas.microsoft.com/office/drawing/2014/main" id="{7E1D3054-781D-EBE1-73B8-31932AA0BABA}"/>
                  </a:ext>
                </a:extLst>
              </p:cNvPr>
              <p:cNvSpPr/>
              <p:nvPr/>
            </p:nvSpPr>
            <p:spPr>
              <a:xfrm>
                <a:off x="9302721" y="5157462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4"/>
                      <a:pt x="6237" y="1656"/>
                      <a:pt x="5642" y="1061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1"/>
                    </a:cubicBezTo>
                    <a:cubicBezTo>
                      <a:pt x="562" y="1656"/>
                      <a:pt x="228" y="2464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21" name="Freeform: Shape 11320">
                <a:extLst>
                  <a:ext uri="{FF2B5EF4-FFF2-40B4-BE49-F238E27FC236}">
                    <a16:creationId xmlns:a16="http://schemas.microsoft.com/office/drawing/2014/main" id="{2CCEC723-8408-5D1D-5B55-6B0BB7C53ABC}"/>
                  </a:ext>
                </a:extLst>
              </p:cNvPr>
              <p:cNvSpPr/>
              <p:nvPr/>
            </p:nvSpPr>
            <p:spPr>
              <a:xfrm>
                <a:off x="9301096" y="5154189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2"/>
                      <a:pt x="3400" y="132"/>
                    </a:cubicBezTo>
                    <a:cubicBezTo>
                      <a:pt x="2558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8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22" name="Freeform: Shape 11321">
                <a:extLst>
                  <a:ext uri="{FF2B5EF4-FFF2-40B4-BE49-F238E27FC236}">
                    <a16:creationId xmlns:a16="http://schemas.microsoft.com/office/drawing/2014/main" id="{1466725E-3850-E2BA-4A42-C134E67F2FCD}"/>
                  </a:ext>
                </a:extLst>
              </p:cNvPr>
              <p:cNvSpPr/>
              <p:nvPr/>
            </p:nvSpPr>
            <p:spPr>
              <a:xfrm>
                <a:off x="9300531" y="5151903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1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2"/>
                      <a:pt x="3399" y="132"/>
                    </a:cubicBezTo>
                    <a:cubicBezTo>
                      <a:pt x="2558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23" name="Freeform: Shape 11322">
                <a:extLst>
                  <a:ext uri="{FF2B5EF4-FFF2-40B4-BE49-F238E27FC236}">
                    <a16:creationId xmlns:a16="http://schemas.microsoft.com/office/drawing/2014/main" id="{7F187F49-095E-25EA-17B7-7607EADE8A8E}"/>
                  </a:ext>
                </a:extLst>
              </p:cNvPr>
              <p:cNvSpPr/>
              <p:nvPr/>
            </p:nvSpPr>
            <p:spPr>
              <a:xfrm>
                <a:off x="9298483" y="5148098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1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0" y="131"/>
                      <a:pt x="3399" y="131"/>
                    </a:cubicBezTo>
                    <a:cubicBezTo>
                      <a:pt x="2558" y="131"/>
                      <a:pt x="1751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1" y="6143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24" name="Freeform: Shape 11323">
                <a:extLst>
                  <a:ext uri="{FF2B5EF4-FFF2-40B4-BE49-F238E27FC236}">
                    <a16:creationId xmlns:a16="http://schemas.microsoft.com/office/drawing/2014/main" id="{A63D3320-8342-5128-23F1-760D0D8DF49E}"/>
                  </a:ext>
                </a:extLst>
              </p:cNvPr>
              <p:cNvSpPr/>
              <p:nvPr/>
            </p:nvSpPr>
            <p:spPr>
              <a:xfrm>
                <a:off x="9295289" y="5143059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6 w 6343"/>
                  <a:gd name="connsiteY5" fmla="*/ 1060 h 6345"/>
                  <a:gd name="connsiteX6" fmla="*/ 228 w 6343"/>
                  <a:gd name="connsiteY6" fmla="*/ 3304 h 6345"/>
                  <a:gd name="connsiteX7" fmla="*/ 1156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2" y="5547"/>
                    </a:cubicBezTo>
                    <a:cubicBezTo>
                      <a:pt x="6236" y="4952"/>
                      <a:pt x="6571" y="4145"/>
                      <a:pt x="6571" y="3304"/>
                    </a:cubicBezTo>
                    <a:cubicBezTo>
                      <a:pt x="6571" y="2462"/>
                      <a:pt x="6236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6" y="1060"/>
                    </a:cubicBezTo>
                    <a:cubicBezTo>
                      <a:pt x="562" y="1655"/>
                      <a:pt x="228" y="2462"/>
                      <a:pt x="228" y="3304"/>
                    </a:cubicBezTo>
                    <a:cubicBezTo>
                      <a:pt x="228" y="4145"/>
                      <a:pt x="562" y="4952"/>
                      <a:pt x="1156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25" name="Freeform: Shape 11324">
                <a:extLst>
                  <a:ext uri="{FF2B5EF4-FFF2-40B4-BE49-F238E27FC236}">
                    <a16:creationId xmlns:a16="http://schemas.microsoft.com/office/drawing/2014/main" id="{9268D332-8E7C-54CA-531A-BE712BA24BAE}"/>
                  </a:ext>
                </a:extLst>
              </p:cNvPr>
              <p:cNvSpPr/>
              <p:nvPr/>
            </p:nvSpPr>
            <p:spPr>
              <a:xfrm>
                <a:off x="9293593" y="5139456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0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6 w 6343"/>
                  <a:gd name="connsiteY5" fmla="*/ 1060 h 6345"/>
                  <a:gd name="connsiteX6" fmla="*/ 227 w 6343"/>
                  <a:gd name="connsiteY6" fmla="*/ 3304 h 6345"/>
                  <a:gd name="connsiteX7" fmla="*/ 1156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2" y="5547"/>
                    </a:cubicBezTo>
                    <a:cubicBezTo>
                      <a:pt x="6236" y="4952"/>
                      <a:pt x="6570" y="4145"/>
                      <a:pt x="6570" y="3304"/>
                    </a:cubicBezTo>
                    <a:cubicBezTo>
                      <a:pt x="6570" y="2462"/>
                      <a:pt x="6236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6" y="1060"/>
                    </a:cubicBezTo>
                    <a:cubicBezTo>
                      <a:pt x="562" y="1655"/>
                      <a:pt x="227" y="2462"/>
                      <a:pt x="227" y="3304"/>
                    </a:cubicBezTo>
                    <a:cubicBezTo>
                      <a:pt x="227" y="4145"/>
                      <a:pt x="562" y="4952"/>
                      <a:pt x="1156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26" name="Freeform: Shape 11325">
                <a:extLst>
                  <a:ext uri="{FF2B5EF4-FFF2-40B4-BE49-F238E27FC236}">
                    <a16:creationId xmlns:a16="http://schemas.microsoft.com/office/drawing/2014/main" id="{EB25918E-09EE-C890-3669-13F17E4AE88C}"/>
                  </a:ext>
                </a:extLst>
              </p:cNvPr>
              <p:cNvSpPr/>
              <p:nvPr/>
            </p:nvSpPr>
            <p:spPr>
              <a:xfrm>
                <a:off x="9292936" y="5136864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0 w 6343"/>
                  <a:gd name="connsiteY2" fmla="*/ 3303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6 w 6343"/>
                  <a:gd name="connsiteY5" fmla="*/ 1060 h 6345"/>
                  <a:gd name="connsiteX6" fmla="*/ 227 w 6343"/>
                  <a:gd name="connsiteY6" fmla="*/ 3303 h 6345"/>
                  <a:gd name="connsiteX7" fmla="*/ 1156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2" y="5547"/>
                    </a:cubicBezTo>
                    <a:cubicBezTo>
                      <a:pt x="6236" y="4952"/>
                      <a:pt x="6570" y="4145"/>
                      <a:pt x="6570" y="3303"/>
                    </a:cubicBezTo>
                    <a:cubicBezTo>
                      <a:pt x="6570" y="2462"/>
                      <a:pt x="6236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6" y="1060"/>
                    </a:cubicBezTo>
                    <a:cubicBezTo>
                      <a:pt x="562" y="1655"/>
                      <a:pt x="227" y="2462"/>
                      <a:pt x="227" y="3303"/>
                    </a:cubicBezTo>
                    <a:cubicBezTo>
                      <a:pt x="227" y="4145"/>
                      <a:pt x="562" y="4952"/>
                      <a:pt x="1156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27" name="Freeform: Shape 11326">
                <a:extLst>
                  <a:ext uri="{FF2B5EF4-FFF2-40B4-BE49-F238E27FC236}">
                    <a16:creationId xmlns:a16="http://schemas.microsoft.com/office/drawing/2014/main" id="{E21E62CF-01C9-A1FE-53F0-E7F8EA743563}"/>
                  </a:ext>
                </a:extLst>
              </p:cNvPr>
              <p:cNvSpPr/>
              <p:nvPr/>
            </p:nvSpPr>
            <p:spPr>
              <a:xfrm>
                <a:off x="9292694" y="5134667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1 w 6343"/>
                  <a:gd name="connsiteY1" fmla="*/ 5547 h 6345"/>
                  <a:gd name="connsiteX2" fmla="*/ 6570 w 6343"/>
                  <a:gd name="connsiteY2" fmla="*/ 3303 h 6345"/>
                  <a:gd name="connsiteX3" fmla="*/ 5641 w 6343"/>
                  <a:gd name="connsiteY3" fmla="*/ 1060 h 6345"/>
                  <a:gd name="connsiteX4" fmla="*/ 3399 w 6343"/>
                  <a:gd name="connsiteY4" fmla="*/ 130 h 6345"/>
                  <a:gd name="connsiteX5" fmla="*/ 1156 w 6343"/>
                  <a:gd name="connsiteY5" fmla="*/ 1060 h 6345"/>
                  <a:gd name="connsiteX6" fmla="*/ 227 w 6343"/>
                  <a:gd name="connsiteY6" fmla="*/ 3303 h 6345"/>
                  <a:gd name="connsiteX7" fmla="*/ 1156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1" y="5547"/>
                    </a:cubicBezTo>
                    <a:cubicBezTo>
                      <a:pt x="6236" y="4952"/>
                      <a:pt x="6570" y="4145"/>
                      <a:pt x="6570" y="3303"/>
                    </a:cubicBezTo>
                    <a:cubicBezTo>
                      <a:pt x="6570" y="2462"/>
                      <a:pt x="6236" y="1655"/>
                      <a:pt x="5641" y="1060"/>
                    </a:cubicBezTo>
                    <a:cubicBezTo>
                      <a:pt x="5047" y="465"/>
                      <a:pt x="4240" y="130"/>
                      <a:pt x="3399" y="130"/>
                    </a:cubicBezTo>
                    <a:cubicBezTo>
                      <a:pt x="2558" y="130"/>
                      <a:pt x="1751" y="465"/>
                      <a:pt x="1156" y="1060"/>
                    </a:cubicBezTo>
                    <a:cubicBezTo>
                      <a:pt x="561" y="1655"/>
                      <a:pt x="227" y="2462"/>
                      <a:pt x="227" y="3303"/>
                    </a:cubicBezTo>
                    <a:cubicBezTo>
                      <a:pt x="227" y="4145"/>
                      <a:pt x="561" y="4952"/>
                      <a:pt x="1156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28" name="Freeform: Shape 11327">
                <a:extLst>
                  <a:ext uri="{FF2B5EF4-FFF2-40B4-BE49-F238E27FC236}">
                    <a16:creationId xmlns:a16="http://schemas.microsoft.com/office/drawing/2014/main" id="{827D7FEB-FC68-AD10-1E69-5273C5AA9564}"/>
                  </a:ext>
                </a:extLst>
              </p:cNvPr>
              <p:cNvSpPr/>
              <p:nvPr/>
            </p:nvSpPr>
            <p:spPr>
              <a:xfrm>
                <a:off x="9293589" y="5133647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6 h 6345"/>
                  <a:gd name="connsiteX2" fmla="*/ 6570 w 6343"/>
                  <a:gd name="connsiteY2" fmla="*/ 3303 h 6345"/>
                  <a:gd name="connsiteX3" fmla="*/ 5642 w 6343"/>
                  <a:gd name="connsiteY3" fmla="*/ 1060 h 6345"/>
                  <a:gd name="connsiteX4" fmla="*/ 3399 w 6343"/>
                  <a:gd name="connsiteY4" fmla="*/ 130 h 6345"/>
                  <a:gd name="connsiteX5" fmla="*/ 1156 w 6343"/>
                  <a:gd name="connsiteY5" fmla="*/ 1060 h 6345"/>
                  <a:gd name="connsiteX6" fmla="*/ 227 w 6343"/>
                  <a:gd name="connsiteY6" fmla="*/ 3303 h 6345"/>
                  <a:gd name="connsiteX7" fmla="*/ 1156 w 6343"/>
                  <a:gd name="connsiteY7" fmla="*/ 5546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1"/>
                      <a:pt x="5642" y="5546"/>
                    </a:cubicBezTo>
                    <a:cubicBezTo>
                      <a:pt x="6236" y="4952"/>
                      <a:pt x="6570" y="4144"/>
                      <a:pt x="6570" y="3303"/>
                    </a:cubicBezTo>
                    <a:cubicBezTo>
                      <a:pt x="6570" y="2462"/>
                      <a:pt x="6236" y="1655"/>
                      <a:pt x="5642" y="1060"/>
                    </a:cubicBezTo>
                    <a:cubicBezTo>
                      <a:pt x="5047" y="465"/>
                      <a:pt x="4240" y="130"/>
                      <a:pt x="3399" y="130"/>
                    </a:cubicBezTo>
                    <a:cubicBezTo>
                      <a:pt x="2558" y="130"/>
                      <a:pt x="1751" y="465"/>
                      <a:pt x="1156" y="1060"/>
                    </a:cubicBezTo>
                    <a:cubicBezTo>
                      <a:pt x="562" y="1655"/>
                      <a:pt x="227" y="2462"/>
                      <a:pt x="227" y="3303"/>
                    </a:cubicBezTo>
                    <a:cubicBezTo>
                      <a:pt x="227" y="4144"/>
                      <a:pt x="562" y="4952"/>
                      <a:pt x="1156" y="5546"/>
                    </a:cubicBezTo>
                    <a:cubicBezTo>
                      <a:pt x="1751" y="6141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29" name="Freeform: Shape 11328">
                <a:extLst>
                  <a:ext uri="{FF2B5EF4-FFF2-40B4-BE49-F238E27FC236}">
                    <a16:creationId xmlns:a16="http://schemas.microsoft.com/office/drawing/2014/main" id="{0E900874-011D-5D44-E088-0ACBC857DBAC}"/>
                  </a:ext>
                </a:extLst>
              </p:cNvPr>
              <p:cNvSpPr/>
              <p:nvPr/>
            </p:nvSpPr>
            <p:spPr>
              <a:xfrm>
                <a:off x="9329221" y="5170049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7"/>
                      <a:pt x="5644" y="1062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2"/>
                    </a:cubicBezTo>
                    <a:cubicBezTo>
                      <a:pt x="564" y="1657"/>
                      <a:pt x="230" y="2465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30" name="Freeform: Shape 11329">
                <a:extLst>
                  <a:ext uri="{FF2B5EF4-FFF2-40B4-BE49-F238E27FC236}">
                    <a16:creationId xmlns:a16="http://schemas.microsoft.com/office/drawing/2014/main" id="{4552EBAD-E688-3C93-846B-6E374BCB74F7}"/>
                  </a:ext>
                </a:extLst>
              </p:cNvPr>
              <p:cNvSpPr/>
              <p:nvPr/>
            </p:nvSpPr>
            <p:spPr>
              <a:xfrm>
                <a:off x="9330449" y="5169852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31" name="Freeform: Shape 11330">
                <a:extLst>
                  <a:ext uri="{FF2B5EF4-FFF2-40B4-BE49-F238E27FC236}">
                    <a16:creationId xmlns:a16="http://schemas.microsoft.com/office/drawing/2014/main" id="{317601D4-497C-A58A-7687-FF4A3ADA3022}"/>
                  </a:ext>
                </a:extLst>
              </p:cNvPr>
              <p:cNvSpPr/>
              <p:nvPr/>
            </p:nvSpPr>
            <p:spPr>
              <a:xfrm>
                <a:off x="9331591" y="5169573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3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32" name="Freeform: Shape 11331">
                <a:extLst>
                  <a:ext uri="{FF2B5EF4-FFF2-40B4-BE49-F238E27FC236}">
                    <a16:creationId xmlns:a16="http://schemas.microsoft.com/office/drawing/2014/main" id="{FB8C0547-98F9-7238-5DB5-1406FE75F50C}"/>
                  </a:ext>
                </a:extLst>
              </p:cNvPr>
              <p:cNvSpPr/>
              <p:nvPr/>
            </p:nvSpPr>
            <p:spPr>
              <a:xfrm>
                <a:off x="9332524" y="5169070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33" name="Freeform: Shape 11332">
                <a:extLst>
                  <a:ext uri="{FF2B5EF4-FFF2-40B4-BE49-F238E27FC236}">
                    <a16:creationId xmlns:a16="http://schemas.microsoft.com/office/drawing/2014/main" id="{11BF89BC-5FC0-D21B-BF77-7F50772BE467}"/>
                  </a:ext>
                </a:extLst>
              </p:cNvPr>
              <p:cNvSpPr/>
              <p:nvPr/>
            </p:nvSpPr>
            <p:spPr>
              <a:xfrm>
                <a:off x="9336029" y="5171484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60 w 6343"/>
                  <a:gd name="connsiteY5" fmla="*/ 1063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40" y="4955"/>
                      <a:pt x="6574" y="4147"/>
                      <a:pt x="6574" y="3306"/>
                    </a:cubicBezTo>
                    <a:cubicBezTo>
                      <a:pt x="6574" y="2465"/>
                      <a:pt x="6240" y="1658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60" y="1063"/>
                    </a:cubicBezTo>
                    <a:cubicBezTo>
                      <a:pt x="565" y="1658"/>
                      <a:pt x="231" y="2465"/>
                      <a:pt x="231" y="3306"/>
                    </a:cubicBezTo>
                    <a:cubicBezTo>
                      <a:pt x="231" y="4147"/>
                      <a:pt x="565" y="4955"/>
                      <a:pt x="1160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34" name="Freeform: Shape 11333">
                <a:extLst>
                  <a:ext uri="{FF2B5EF4-FFF2-40B4-BE49-F238E27FC236}">
                    <a16:creationId xmlns:a16="http://schemas.microsoft.com/office/drawing/2014/main" id="{546D48C7-F49A-3727-80D5-F5D19B8B1850}"/>
                  </a:ext>
                </a:extLst>
              </p:cNvPr>
              <p:cNvSpPr/>
              <p:nvPr/>
            </p:nvSpPr>
            <p:spPr>
              <a:xfrm>
                <a:off x="9347775" y="5174829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50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4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50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5"/>
                      <a:pt x="5646" y="5550"/>
                    </a:cubicBezTo>
                    <a:cubicBezTo>
                      <a:pt x="6241" y="4955"/>
                      <a:pt x="6575" y="4148"/>
                      <a:pt x="6575" y="3306"/>
                    </a:cubicBezTo>
                    <a:cubicBezTo>
                      <a:pt x="6575" y="2465"/>
                      <a:pt x="6241" y="1658"/>
                      <a:pt x="5646" y="1063"/>
                    </a:cubicBezTo>
                    <a:cubicBezTo>
                      <a:pt x="5051" y="468"/>
                      <a:pt x="4244" y="134"/>
                      <a:pt x="3403" y="134"/>
                    </a:cubicBezTo>
                    <a:cubicBezTo>
                      <a:pt x="2562" y="134"/>
                      <a:pt x="1755" y="468"/>
                      <a:pt x="1161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8"/>
                      <a:pt x="566" y="4955"/>
                      <a:pt x="1161" y="5550"/>
                    </a:cubicBezTo>
                    <a:cubicBezTo>
                      <a:pt x="1755" y="6145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35" name="Freeform: Shape 11334">
                <a:extLst>
                  <a:ext uri="{FF2B5EF4-FFF2-40B4-BE49-F238E27FC236}">
                    <a16:creationId xmlns:a16="http://schemas.microsoft.com/office/drawing/2014/main" id="{1FC13522-C9B0-6BF8-F1FD-E20ADE250B35}"/>
                  </a:ext>
                </a:extLst>
              </p:cNvPr>
              <p:cNvSpPr/>
              <p:nvPr/>
            </p:nvSpPr>
            <p:spPr>
              <a:xfrm>
                <a:off x="9348820" y="5174630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50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4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50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5"/>
                      <a:pt x="5646" y="5550"/>
                    </a:cubicBezTo>
                    <a:cubicBezTo>
                      <a:pt x="6241" y="4955"/>
                      <a:pt x="6575" y="4148"/>
                      <a:pt x="6575" y="3306"/>
                    </a:cubicBezTo>
                    <a:cubicBezTo>
                      <a:pt x="6575" y="2465"/>
                      <a:pt x="6241" y="1658"/>
                      <a:pt x="5646" y="1063"/>
                    </a:cubicBezTo>
                    <a:cubicBezTo>
                      <a:pt x="5051" y="468"/>
                      <a:pt x="4244" y="134"/>
                      <a:pt x="3403" y="134"/>
                    </a:cubicBezTo>
                    <a:cubicBezTo>
                      <a:pt x="2562" y="134"/>
                      <a:pt x="1755" y="468"/>
                      <a:pt x="1161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8"/>
                      <a:pt x="566" y="4955"/>
                      <a:pt x="1161" y="5550"/>
                    </a:cubicBezTo>
                    <a:cubicBezTo>
                      <a:pt x="1755" y="6145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36" name="Freeform: Shape 11335">
                <a:extLst>
                  <a:ext uri="{FF2B5EF4-FFF2-40B4-BE49-F238E27FC236}">
                    <a16:creationId xmlns:a16="http://schemas.microsoft.com/office/drawing/2014/main" id="{26AE13D7-B07C-60D0-9B7F-C2142B9E7367}"/>
                  </a:ext>
                </a:extLst>
              </p:cNvPr>
              <p:cNvSpPr/>
              <p:nvPr/>
            </p:nvSpPr>
            <p:spPr>
              <a:xfrm>
                <a:off x="9350444" y="5165731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3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37" name="Freeform: Shape 11336">
                <a:extLst>
                  <a:ext uri="{FF2B5EF4-FFF2-40B4-BE49-F238E27FC236}">
                    <a16:creationId xmlns:a16="http://schemas.microsoft.com/office/drawing/2014/main" id="{3D78FFE5-37BB-7510-AC2A-7596DF70B3D7}"/>
                  </a:ext>
                </a:extLst>
              </p:cNvPr>
              <p:cNvSpPr/>
              <p:nvPr/>
            </p:nvSpPr>
            <p:spPr>
              <a:xfrm>
                <a:off x="9328053" y="5133063"/>
                <a:ext cx="6343" cy="6345"/>
              </a:xfrm>
              <a:custGeom>
                <a:avLst/>
                <a:gdLst>
                  <a:gd name="connsiteX0" fmla="*/ 3402 w 6343"/>
                  <a:gd name="connsiteY0" fmla="*/ 6476 h 6345"/>
                  <a:gd name="connsiteX1" fmla="*/ 5644 w 6343"/>
                  <a:gd name="connsiteY1" fmla="*/ 5546 h 6345"/>
                  <a:gd name="connsiteX2" fmla="*/ 6573 w 6343"/>
                  <a:gd name="connsiteY2" fmla="*/ 3303 h 6345"/>
                  <a:gd name="connsiteX3" fmla="*/ 5644 w 6343"/>
                  <a:gd name="connsiteY3" fmla="*/ 1060 h 6345"/>
                  <a:gd name="connsiteX4" fmla="*/ 3402 w 6343"/>
                  <a:gd name="connsiteY4" fmla="*/ 130 h 6345"/>
                  <a:gd name="connsiteX5" fmla="*/ 1159 w 6343"/>
                  <a:gd name="connsiteY5" fmla="*/ 1060 h 6345"/>
                  <a:gd name="connsiteX6" fmla="*/ 230 w 6343"/>
                  <a:gd name="connsiteY6" fmla="*/ 3303 h 6345"/>
                  <a:gd name="connsiteX7" fmla="*/ 1159 w 6343"/>
                  <a:gd name="connsiteY7" fmla="*/ 5546 h 6345"/>
                  <a:gd name="connsiteX8" fmla="*/ 340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6"/>
                    </a:moveTo>
                    <a:cubicBezTo>
                      <a:pt x="4243" y="6476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3"/>
                    </a:cubicBezTo>
                    <a:cubicBezTo>
                      <a:pt x="6573" y="2462"/>
                      <a:pt x="6239" y="1655"/>
                      <a:pt x="5644" y="1060"/>
                    </a:cubicBezTo>
                    <a:cubicBezTo>
                      <a:pt x="5050" y="465"/>
                      <a:pt x="4243" y="130"/>
                      <a:pt x="3402" y="130"/>
                    </a:cubicBezTo>
                    <a:cubicBezTo>
                      <a:pt x="2561" y="130"/>
                      <a:pt x="1754" y="465"/>
                      <a:pt x="1159" y="1060"/>
                    </a:cubicBezTo>
                    <a:cubicBezTo>
                      <a:pt x="564" y="1655"/>
                      <a:pt x="230" y="2462"/>
                      <a:pt x="230" y="3303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6"/>
                      <a:pt x="340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38" name="Freeform: Shape 11337">
                <a:extLst>
                  <a:ext uri="{FF2B5EF4-FFF2-40B4-BE49-F238E27FC236}">
                    <a16:creationId xmlns:a16="http://schemas.microsoft.com/office/drawing/2014/main" id="{BAC5FE62-CA07-6BE1-7A87-D2A7C05B3BF2}"/>
                  </a:ext>
                </a:extLst>
              </p:cNvPr>
              <p:cNvSpPr/>
              <p:nvPr/>
            </p:nvSpPr>
            <p:spPr>
              <a:xfrm>
                <a:off x="9327624" y="5130362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3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3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3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3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39" name="Freeform: Shape 11338">
                <a:extLst>
                  <a:ext uri="{FF2B5EF4-FFF2-40B4-BE49-F238E27FC236}">
                    <a16:creationId xmlns:a16="http://schemas.microsoft.com/office/drawing/2014/main" id="{748AEE3C-461D-9866-689E-26A891A48D95}"/>
                  </a:ext>
                </a:extLst>
              </p:cNvPr>
              <p:cNvSpPr/>
              <p:nvPr/>
            </p:nvSpPr>
            <p:spPr>
              <a:xfrm>
                <a:off x="9328630" y="5129649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3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3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3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3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40" name="Freeform: Shape 11339">
                <a:extLst>
                  <a:ext uri="{FF2B5EF4-FFF2-40B4-BE49-F238E27FC236}">
                    <a16:creationId xmlns:a16="http://schemas.microsoft.com/office/drawing/2014/main" id="{6E750212-6EFF-2B8A-13B4-EE90BDC29FA3}"/>
                  </a:ext>
                </a:extLst>
              </p:cNvPr>
              <p:cNvSpPr/>
              <p:nvPr/>
            </p:nvSpPr>
            <p:spPr>
              <a:xfrm>
                <a:off x="9328675" y="5127552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3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3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3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3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41" name="Freeform: Shape 11340">
                <a:extLst>
                  <a:ext uri="{FF2B5EF4-FFF2-40B4-BE49-F238E27FC236}">
                    <a16:creationId xmlns:a16="http://schemas.microsoft.com/office/drawing/2014/main" id="{375E2EFC-C68F-8DED-E543-403A85E5622D}"/>
                  </a:ext>
                </a:extLst>
              </p:cNvPr>
              <p:cNvSpPr/>
              <p:nvPr/>
            </p:nvSpPr>
            <p:spPr>
              <a:xfrm>
                <a:off x="9329451" y="5126483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42" name="Freeform: Shape 11341">
                <a:extLst>
                  <a:ext uri="{FF2B5EF4-FFF2-40B4-BE49-F238E27FC236}">
                    <a16:creationId xmlns:a16="http://schemas.microsoft.com/office/drawing/2014/main" id="{6E792A6A-A84D-2584-1538-83B8E96BEF53}"/>
                  </a:ext>
                </a:extLst>
              </p:cNvPr>
              <p:cNvSpPr/>
              <p:nvPr/>
            </p:nvSpPr>
            <p:spPr>
              <a:xfrm>
                <a:off x="9330410" y="5125677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43" name="Freeform: Shape 11342">
                <a:extLst>
                  <a:ext uri="{FF2B5EF4-FFF2-40B4-BE49-F238E27FC236}">
                    <a16:creationId xmlns:a16="http://schemas.microsoft.com/office/drawing/2014/main" id="{9B076101-DB2C-3D54-C807-7A2D222D5EAA}"/>
                  </a:ext>
                </a:extLst>
              </p:cNvPr>
              <p:cNvSpPr/>
              <p:nvPr/>
            </p:nvSpPr>
            <p:spPr>
              <a:xfrm>
                <a:off x="9331305" y="5124773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3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5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44" name="Freeform: Shape 11343">
                <a:extLst>
                  <a:ext uri="{FF2B5EF4-FFF2-40B4-BE49-F238E27FC236}">
                    <a16:creationId xmlns:a16="http://schemas.microsoft.com/office/drawing/2014/main" id="{264F4556-3278-699F-838A-65CD01699392}"/>
                  </a:ext>
                </a:extLst>
              </p:cNvPr>
              <p:cNvSpPr/>
              <p:nvPr/>
            </p:nvSpPr>
            <p:spPr>
              <a:xfrm>
                <a:off x="9331553" y="5122879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3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45" name="Freeform: Shape 11344">
                <a:extLst>
                  <a:ext uri="{FF2B5EF4-FFF2-40B4-BE49-F238E27FC236}">
                    <a16:creationId xmlns:a16="http://schemas.microsoft.com/office/drawing/2014/main" id="{591DE163-EB50-96AF-BC85-B73CF12B61B2}"/>
                  </a:ext>
                </a:extLst>
              </p:cNvPr>
              <p:cNvSpPr/>
              <p:nvPr/>
            </p:nvSpPr>
            <p:spPr>
              <a:xfrm>
                <a:off x="9332229" y="5121612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4" y="4144"/>
                      <a:pt x="6574" y="3302"/>
                    </a:cubicBezTo>
                    <a:cubicBezTo>
                      <a:pt x="6574" y="2461"/>
                      <a:pt x="6239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46" name="Freeform: Shape 11345">
                <a:extLst>
                  <a:ext uri="{FF2B5EF4-FFF2-40B4-BE49-F238E27FC236}">
                    <a16:creationId xmlns:a16="http://schemas.microsoft.com/office/drawing/2014/main" id="{A397D473-5204-2B80-64EE-A57B85448144}"/>
                  </a:ext>
                </a:extLst>
              </p:cNvPr>
              <p:cNvSpPr/>
              <p:nvPr/>
            </p:nvSpPr>
            <p:spPr>
              <a:xfrm>
                <a:off x="9332849" y="5120241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39" y="4950"/>
                      <a:pt x="6574" y="4143"/>
                      <a:pt x="6574" y="3302"/>
                    </a:cubicBezTo>
                    <a:cubicBezTo>
                      <a:pt x="6574" y="2461"/>
                      <a:pt x="6239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3"/>
                      <a:pt x="565" y="4950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47" name="Freeform: Shape 11346">
                <a:extLst>
                  <a:ext uri="{FF2B5EF4-FFF2-40B4-BE49-F238E27FC236}">
                    <a16:creationId xmlns:a16="http://schemas.microsoft.com/office/drawing/2014/main" id="{4A8D5F3C-7D86-E96F-0FE2-79D0AE51D566}"/>
                  </a:ext>
                </a:extLst>
              </p:cNvPr>
              <p:cNvSpPr/>
              <p:nvPr/>
            </p:nvSpPr>
            <p:spPr>
              <a:xfrm>
                <a:off x="9333615" y="5119083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1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39" y="4950"/>
                      <a:pt x="6574" y="4143"/>
                      <a:pt x="6574" y="3302"/>
                    </a:cubicBezTo>
                    <a:cubicBezTo>
                      <a:pt x="6574" y="2460"/>
                      <a:pt x="6239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48" name="Freeform: Shape 11347">
                <a:extLst>
                  <a:ext uri="{FF2B5EF4-FFF2-40B4-BE49-F238E27FC236}">
                    <a16:creationId xmlns:a16="http://schemas.microsoft.com/office/drawing/2014/main" id="{E0D08833-EEC9-8D33-068D-FA6AC2C04B83}"/>
                  </a:ext>
                </a:extLst>
              </p:cNvPr>
              <p:cNvSpPr/>
              <p:nvPr/>
            </p:nvSpPr>
            <p:spPr>
              <a:xfrm>
                <a:off x="9334292" y="5117769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49" name="Freeform: Shape 11348">
                <a:extLst>
                  <a:ext uri="{FF2B5EF4-FFF2-40B4-BE49-F238E27FC236}">
                    <a16:creationId xmlns:a16="http://schemas.microsoft.com/office/drawing/2014/main" id="{843E7FA6-8979-8DB7-9C95-48009599628E}"/>
                  </a:ext>
                </a:extLst>
              </p:cNvPr>
              <p:cNvSpPr/>
              <p:nvPr/>
            </p:nvSpPr>
            <p:spPr>
              <a:xfrm>
                <a:off x="9335080" y="5116616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50" name="Freeform: Shape 11349">
                <a:extLst>
                  <a:ext uri="{FF2B5EF4-FFF2-40B4-BE49-F238E27FC236}">
                    <a16:creationId xmlns:a16="http://schemas.microsoft.com/office/drawing/2014/main" id="{2882E16E-678F-E8AF-9D99-4FC29DE3AD66}"/>
                  </a:ext>
                </a:extLst>
              </p:cNvPr>
              <p:cNvSpPr/>
              <p:nvPr/>
            </p:nvSpPr>
            <p:spPr>
              <a:xfrm>
                <a:off x="9335519" y="5114878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51" name="Freeform: Shape 11350">
                <a:extLst>
                  <a:ext uri="{FF2B5EF4-FFF2-40B4-BE49-F238E27FC236}">
                    <a16:creationId xmlns:a16="http://schemas.microsoft.com/office/drawing/2014/main" id="{D0662A8D-750E-9174-4C92-B27751814201}"/>
                  </a:ext>
                </a:extLst>
              </p:cNvPr>
              <p:cNvSpPr/>
              <p:nvPr/>
            </p:nvSpPr>
            <p:spPr>
              <a:xfrm>
                <a:off x="9336717" y="5114374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52" name="Freeform: Shape 11351">
                <a:extLst>
                  <a:ext uri="{FF2B5EF4-FFF2-40B4-BE49-F238E27FC236}">
                    <a16:creationId xmlns:a16="http://schemas.microsoft.com/office/drawing/2014/main" id="{3E525EB2-337F-C18A-3E1D-E41CF9FA905E}"/>
                  </a:ext>
                </a:extLst>
              </p:cNvPr>
              <p:cNvSpPr/>
              <p:nvPr/>
            </p:nvSpPr>
            <p:spPr>
              <a:xfrm>
                <a:off x="9337438" y="5113070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2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53" name="Freeform: Shape 11352">
                <a:extLst>
                  <a:ext uri="{FF2B5EF4-FFF2-40B4-BE49-F238E27FC236}">
                    <a16:creationId xmlns:a16="http://schemas.microsoft.com/office/drawing/2014/main" id="{DB85CAEE-0F28-9AA0-D825-D47633E17E82}"/>
                  </a:ext>
                </a:extLst>
              </p:cNvPr>
              <p:cNvSpPr/>
              <p:nvPr/>
            </p:nvSpPr>
            <p:spPr>
              <a:xfrm>
                <a:off x="9338645" y="5112579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2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54" name="Freeform: Shape 11353">
                <a:extLst>
                  <a:ext uri="{FF2B5EF4-FFF2-40B4-BE49-F238E27FC236}">
                    <a16:creationId xmlns:a16="http://schemas.microsoft.com/office/drawing/2014/main" id="{79C38D74-05C0-FDED-819B-A8D6D21F0847}"/>
                  </a:ext>
                </a:extLst>
              </p:cNvPr>
              <p:cNvSpPr/>
              <p:nvPr/>
            </p:nvSpPr>
            <p:spPr>
              <a:xfrm>
                <a:off x="9371638" y="5167455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2 w 6343"/>
                  <a:gd name="connsiteY5" fmla="*/ 1062 h 6345"/>
                  <a:gd name="connsiteX6" fmla="*/ 234 w 6343"/>
                  <a:gd name="connsiteY6" fmla="*/ 3306 h 6345"/>
                  <a:gd name="connsiteX7" fmla="*/ 1162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2" y="4954"/>
                      <a:pt x="6577" y="4147"/>
                      <a:pt x="6577" y="3306"/>
                    </a:cubicBezTo>
                    <a:cubicBezTo>
                      <a:pt x="6577" y="2464"/>
                      <a:pt x="6242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2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2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55" name="Freeform: Shape 11354">
                <a:extLst>
                  <a:ext uri="{FF2B5EF4-FFF2-40B4-BE49-F238E27FC236}">
                    <a16:creationId xmlns:a16="http://schemas.microsoft.com/office/drawing/2014/main" id="{33A3A25F-A192-1283-B37B-647050EFCE27}"/>
                  </a:ext>
                </a:extLst>
              </p:cNvPr>
              <p:cNvSpPr/>
              <p:nvPr/>
            </p:nvSpPr>
            <p:spPr>
              <a:xfrm>
                <a:off x="9341187" y="5111840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1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1" y="463"/>
                      <a:pt x="4244" y="129"/>
                      <a:pt x="3403" y="129"/>
                    </a:cubicBezTo>
                    <a:cubicBezTo>
                      <a:pt x="2562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56" name="Freeform: Shape 11355">
                <a:extLst>
                  <a:ext uri="{FF2B5EF4-FFF2-40B4-BE49-F238E27FC236}">
                    <a16:creationId xmlns:a16="http://schemas.microsoft.com/office/drawing/2014/main" id="{82C3EC8A-DD73-8C9F-60C6-534C9A9D4359}"/>
                  </a:ext>
                </a:extLst>
              </p:cNvPr>
              <p:cNvSpPr/>
              <p:nvPr/>
            </p:nvSpPr>
            <p:spPr>
              <a:xfrm>
                <a:off x="9342550" y="5111648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1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1" y="463"/>
                      <a:pt x="4244" y="129"/>
                      <a:pt x="3403" y="129"/>
                    </a:cubicBezTo>
                    <a:cubicBezTo>
                      <a:pt x="2562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57" name="Freeform: Shape 11356">
                <a:extLst>
                  <a:ext uri="{FF2B5EF4-FFF2-40B4-BE49-F238E27FC236}">
                    <a16:creationId xmlns:a16="http://schemas.microsoft.com/office/drawing/2014/main" id="{23698C96-43D3-1816-28EE-5538A226E82D}"/>
                  </a:ext>
                </a:extLst>
              </p:cNvPr>
              <p:cNvSpPr/>
              <p:nvPr/>
            </p:nvSpPr>
            <p:spPr>
              <a:xfrm>
                <a:off x="9374824" y="5167674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58" name="Freeform: Shape 11357">
                <a:extLst>
                  <a:ext uri="{FF2B5EF4-FFF2-40B4-BE49-F238E27FC236}">
                    <a16:creationId xmlns:a16="http://schemas.microsoft.com/office/drawing/2014/main" id="{88278517-BCEB-E3DF-C5DE-C4E34423F5F4}"/>
                  </a:ext>
                </a:extLst>
              </p:cNvPr>
              <p:cNvSpPr/>
              <p:nvPr/>
            </p:nvSpPr>
            <p:spPr>
              <a:xfrm>
                <a:off x="9297095" y="5022400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399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0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0" y="122"/>
                      <a:pt x="3399" y="122"/>
                    </a:cubicBezTo>
                    <a:cubicBezTo>
                      <a:pt x="2558" y="122"/>
                      <a:pt x="1751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1" y="6133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59" name="Freeform: Shape 11358">
                <a:extLst>
                  <a:ext uri="{FF2B5EF4-FFF2-40B4-BE49-F238E27FC236}">
                    <a16:creationId xmlns:a16="http://schemas.microsoft.com/office/drawing/2014/main" id="{09FF2CE8-B73F-7BDE-7CF8-CD7AA57A7128}"/>
                  </a:ext>
                </a:extLst>
              </p:cNvPr>
              <p:cNvSpPr/>
              <p:nvPr/>
            </p:nvSpPr>
            <p:spPr>
              <a:xfrm>
                <a:off x="9300505" y="5024761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399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1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2"/>
                      <a:pt x="3399" y="122"/>
                    </a:cubicBezTo>
                    <a:cubicBezTo>
                      <a:pt x="2558" y="122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60" name="Freeform: Shape 11359">
                <a:extLst>
                  <a:ext uri="{FF2B5EF4-FFF2-40B4-BE49-F238E27FC236}">
                    <a16:creationId xmlns:a16="http://schemas.microsoft.com/office/drawing/2014/main" id="{9FCB28DA-1EE0-4642-47D1-AE06DEBAE963}"/>
                  </a:ext>
                </a:extLst>
              </p:cNvPr>
              <p:cNvSpPr/>
              <p:nvPr/>
            </p:nvSpPr>
            <p:spPr>
              <a:xfrm>
                <a:off x="9302013" y="5023606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2"/>
                      <a:pt x="3400" y="122"/>
                    </a:cubicBezTo>
                    <a:cubicBezTo>
                      <a:pt x="2558" y="122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8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61" name="Freeform: Shape 11360">
                <a:extLst>
                  <a:ext uri="{FF2B5EF4-FFF2-40B4-BE49-F238E27FC236}">
                    <a16:creationId xmlns:a16="http://schemas.microsoft.com/office/drawing/2014/main" id="{3CE62126-F573-E912-5D11-19AAB28781BC}"/>
                  </a:ext>
                </a:extLst>
              </p:cNvPr>
              <p:cNvSpPr/>
              <p:nvPr/>
            </p:nvSpPr>
            <p:spPr>
              <a:xfrm>
                <a:off x="9303415" y="5022237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8" y="456"/>
                      <a:pt x="4241" y="122"/>
                      <a:pt x="3400" y="122"/>
                    </a:cubicBezTo>
                    <a:cubicBezTo>
                      <a:pt x="2559" y="122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62" name="Freeform: Shape 11361">
                <a:extLst>
                  <a:ext uri="{FF2B5EF4-FFF2-40B4-BE49-F238E27FC236}">
                    <a16:creationId xmlns:a16="http://schemas.microsoft.com/office/drawing/2014/main" id="{400F0A6A-7B35-AA38-B3F4-30FD6B8F5039}"/>
                  </a:ext>
                </a:extLst>
              </p:cNvPr>
              <p:cNvSpPr/>
              <p:nvPr/>
            </p:nvSpPr>
            <p:spPr>
              <a:xfrm>
                <a:off x="9304885" y="5020986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8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63" name="Freeform: Shape 11362">
                <a:extLst>
                  <a:ext uri="{FF2B5EF4-FFF2-40B4-BE49-F238E27FC236}">
                    <a16:creationId xmlns:a16="http://schemas.microsoft.com/office/drawing/2014/main" id="{8F6B8360-8CED-D875-A8E9-32CAE26C9D27}"/>
                  </a:ext>
                </a:extLst>
              </p:cNvPr>
              <p:cNvSpPr/>
              <p:nvPr/>
            </p:nvSpPr>
            <p:spPr>
              <a:xfrm>
                <a:off x="9306280" y="5019575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3 w 6343"/>
                  <a:gd name="connsiteY1" fmla="*/ 5538 h 6345"/>
                  <a:gd name="connsiteX2" fmla="*/ 6571 w 6343"/>
                  <a:gd name="connsiteY2" fmla="*/ 3294 h 6345"/>
                  <a:gd name="connsiteX3" fmla="*/ 5643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2"/>
                      <a:pt x="5643" y="5538"/>
                    </a:cubicBezTo>
                    <a:cubicBezTo>
                      <a:pt x="6237" y="4943"/>
                      <a:pt x="6571" y="4135"/>
                      <a:pt x="6571" y="3294"/>
                    </a:cubicBezTo>
                    <a:cubicBezTo>
                      <a:pt x="6571" y="2453"/>
                      <a:pt x="6237" y="1646"/>
                      <a:pt x="5643" y="1051"/>
                    </a:cubicBezTo>
                    <a:cubicBezTo>
                      <a:pt x="5048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3" y="1646"/>
                      <a:pt x="228" y="2453"/>
                      <a:pt x="228" y="3294"/>
                    </a:cubicBezTo>
                    <a:cubicBezTo>
                      <a:pt x="228" y="4135"/>
                      <a:pt x="563" y="4943"/>
                      <a:pt x="1157" y="5538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64" name="Freeform: Shape 11363">
                <a:extLst>
                  <a:ext uri="{FF2B5EF4-FFF2-40B4-BE49-F238E27FC236}">
                    <a16:creationId xmlns:a16="http://schemas.microsoft.com/office/drawing/2014/main" id="{93739DF1-238B-AAC8-7F50-1CB0D623549F}"/>
                  </a:ext>
                </a:extLst>
              </p:cNvPr>
              <p:cNvSpPr/>
              <p:nvPr/>
            </p:nvSpPr>
            <p:spPr>
              <a:xfrm>
                <a:off x="9389644" y="517059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65" name="Freeform: Shape 11364">
                <a:extLst>
                  <a:ext uri="{FF2B5EF4-FFF2-40B4-BE49-F238E27FC236}">
                    <a16:creationId xmlns:a16="http://schemas.microsoft.com/office/drawing/2014/main" id="{74E0BE8A-058D-02E8-246A-BF0F7D621C4F}"/>
                  </a:ext>
                </a:extLst>
              </p:cNvPr>
              <p:cNvSpPr/>
              <p:nvPr/>
            </p:nvSpPr>
            <p:spPr>
              <a:xfrm>
                <a:off x="9390652" y="517083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66" name="Freeform: Shape 11365">
                <a:extLst>
                  <a:ext uri="{FF2B5EF4-FFF2-40B4-BE49-F238E27FC236}">
                    <a16:creationId xmlns:a16="http://schemas.microsoft.com/office/drawing/2014/main" id="{B34181B8-621F-39CB-1915-F6CBACA32D6A}"/>
                  </a:ext>
                </a:extLst>
              </p:cNvPr>
              <p:cNvSpPr/>
              <p:nvPr/>
            </p:nvSpPr>
            <p:spPr>
              <a:xfrm>
                <a:off x="9391778" y="517136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67" name="Freeform: Shape 11366">
                <a:extLst>
                  <a:ext uri="{FF2B5EF4-FFF2-40B4-BE49-F238E27FC236}">
                    <a16:creationId xmlns:a16="http://schemas.microsoft.com/office/drawing/2014/main" id="{A0BD524E-BBBA-C510-24B5-80F9C84E34F8}"/>
                  </a:ext>
                </a:extLst>
              </p:cNvPr>
              <p:cNvSpPr/>
              <p:nvPr/>
            </p:nvSpPr>
            <p:spPr>
              <a:xfrm>
                <a:off x="9392629" y="517127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68" name="Freeform: Shape 11367">
                <a:extLst>
                  <a:ext uri="{FF2B5EF4-FFF2-40B4-BE49-F238E27FC236}">
                    <a16:creationId xmlns:a16="http://schemas.microsoft.com/office/drawing/2014/main" id="{F80EA18C-F424-D100-D1E6-6AC992EB36F2}"/>
                  </a:ext>
                </a:extLst>
              </p:cNvPr>
              <p:cNvSpPr/>
              <p:nvPr/>
            </p:nvSpPr>
            <p:spPr>
              <a:xfrm>
                <a:off x="9393071" y="517021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69" name="Freeform: Shape 11368">
                <a:extLst>
                  <a:ext uri="{FF2B5EF4-FFF2-40B4-BE49-F238E27FC236}">
                    <a16:creationId xmlns:a16="http://schemas.microsoft.com/office/drawing/2014/main" id="{69BA385A-5CAC-611F-BD3A-0F21DEBB961D}"/>
                  </a:ext>
                </a:extLst>
              </p:cNvPr>
              <p:cNvSpPr/>
              <p:nvPr/>
            </p:nvSpPr>
            <p:spPr>
              <a:xfrm>
                <a:off x="9394279" y="517100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70" name="Freeform: Shape 11369">
                <a:extLst>
                  <a:ext uri="{FF2B5EF4-FFF2-40B4-BE49-F238E27FC236}">
                    <a16:creationId xmlns:a16="http://schemas.microsoft.com/office/drawing/2014/main" id="{F896F8FE-7E83-F237-2377-C0AFC01F12A4}"/>
                  </a:ext>
                </a:extLst>
              </p:cNvPr>
              <p:cNvSpPr/>
              <p:nvPr/>
            </p:nvSpPr>
            <p:spPr>
              <a:xfrm>
                <a:off x="9395198" y="517110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71" name="Freeform: Shape 11370">
                <a:extLst>
                  <a:ext uri="{FF2B5EF4-FFF2-40B4-BE49-F238E27FC236}">
                    <a16:creationId xmlns:a16="http://schemas.microsoft.com/office/drawing/2014/main" id="{A0568917-941B-60BF-D939-E21388922B13}"/>
                  </a:ext>
                </a:extLst>
              </p:cNvPr>
              <p:cNvSpPr/>
              <p:nvPr/>
            </p:nvSpPr>
            <p:spPr>
              <a:xfrm>
                <a:off x="9395998" y="517091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72" name="Freeform: Shape 11371">
                <a:extLst>
                  <a:ext uri="{FF2B5EF4-FFF2-40B4-BE49-F238E27FC236}">
                    <a16:creationId xmlns:a16="http://schemas.microsoft.com/office/drawing/2014/main" id="{54981223-9372-CAB8-3DA6-EC48429F49CA}"/>
                  </a:ext>
                </a:extLst>
              </p:cNvPr>
              <p:cNvSpPr/>
              <p:nvPr/>
            </p:nvSpPr>
            <p:spPr>
              <a:xfrm>
                <a:off x="9396844" y="517085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73" name="Freeform: Shape 11372">
                <a:extLst>
                  <a:ext uri="{FF2B5EF4-FFF2-40B4-BE49-F238E27FC236}">
                    <a16:creationId xmlns:a16="http://schemas.microsoft.com/office/drawing/2014/main" id="{BF08FE74-A0C6-B3AE-7BAF-988A1DF36397}"/>
                  </a:ext>
                </a:extLst>
              </p:cNvPr>
              <p:cNvSpPr/>
              <p:nvPr/>
            </p:nvSpPr>
            <p:spPr>
              <a:xfrm>
                <a:off x="9397622" y="517062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74" name="Freeform: Shape 11373">
                <a:extLst>
                  <a:ext uri="{FF2B5EF4-FFF2-40B4-BE49-F238E27FC236}">
                    <a16:creationId xmlns:a16="http://schemas.microsoft.com/office/drawing/2014/main" id="{149FFDC0-927C-00FD-7DAD-87315E65AF99}"/>
                  </a:ext>
                </a:extLst>
              </p:cNvPr>
              <p:cNvSpPr/>
              <p:nvPr/>
            </p:nvSpPr>
            <p:spPr>
              <a:xfrm>
                <a:off x="9398664" y="517110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75" name="Freeform: Shape 11374">
                <a:extLst>
                  <a:ext uri="{FF2B5EF4-FFF2-40B4-BE49-F238E27FC236}">
                    <a16:creationId xmlns:a16="http://schemas.microsoft.com/office/drawing/2014/main" id="{F41C69F1-CE24-08F2-F01E-05BE8E850098}"/>
                  </a:ext>
                </a:extLst>
              </p:cNvPr>
              <p:cNvSpPr/>
              <p:nvPr/>
            </p:nvSpPr>
            <p:spPr>
              <a:xfrm>
                <a:off x="9399590" y="517129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76" name="Freeform: Shape 11375">
                <a:extLst>
                  <a:ext uri="{FF2B5EF4-FFF2-40B4-BE49-F238E27FC236}">
                    <a16:creationId xmlns:a16="http://schemas.microsoft.com/office/drawing/2014/main" id="{8B617C6B-062B-5C5E-B706-CFF015B4036D}"/>
                  </a:ext>
                </a:extLst>
              </p:cNvPr>
              <p:cNvSpPr/>
              <p:nvPr/>
            </p:nvSpPr>
            <p:spPr>
              <a:xfrm>
                <a:off x="9400470" y="517138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77" name="Freeform: Shape 11376">
                <a:extLst>
                  <a:ext uri="{FF2B5EF4-FFF2-40B4-BE49-F238E27FC236}">
                    <a16:creationId xmlns:a16="http://schemas.microsoft.com/office/drawing/2014/main" id="{EDD57808-E6F2-279B-9B26-309F3725610F}"/>
                  </a:ext>
                </a:extLst>
              </p:cNvPr>
              <p:cNvSpPr/>
              <p:nvPr/>
            </p:nvSpPr>
            <p:spPr>
              <a:xfrm>
                <a:off x="9401285" y="517129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78" name="Freeform: Shape 11377">
                <a:extLst>
                  <a:ext uri="{FF2B5EF4-FFF2-40B4-BE49-F238E27FC236}">
                    <a16:creationId xmlns:a16="http://schemas.microsoft.com/office/drawing/2014/main" id="{1837FED6-18EA-4115-4E61-E0BE3857DB8F}"/>
                  </a:ext>
                </a:extLst>
              </p:cNvPr>
              <p:cNvSpPr/>
              <p:nvPr/>
            </p:nvSpPr>
            <p:spPr>
              <a:xfrm>
                <a:off x="9402059" y="517108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79" name="Freeform: Shape 11378">
                <a:extLst>
                  <a:ext uri="{FF2B5EF4-FFF2-40B4-BE49-F238E27FC236}">
                    <a16:creationId xmlns:a16="http://schemas.microsoft.com/office/drawing/2014/main" id="{50AE878E-EE15-0364-C63B-C6D7BF2835B1}"/>
                  </a:ext>
                </a:extLst>
              </p:cNvPr>
              <p:cNvSpPr/>
              <p:nvPr/>
            </p:nvSpPr>
            <p:spPr>
              <a:xfrm>
                <a:off x="9402853" y="517094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80" name="Freeform: Shape 11379">
                <a:extLst>
                  <a:ext uri="{FF2B5EF4-FFF2-40B4-BE49-F238E27FC236}">
                    <a16:creationId xmlns:a16="http://schemas.microsoft.com/office/drawing/2014/main" id="{6C901AA3-81AA-D1AC-38E1-A7E79567A618}"/>
                  </a:ext>
                </a:extLst>
              </p:cNvPr>
              <p:cNvSpPr/>
              <p:nvPr/>
            </p:nvSpPr>
            <p:spPr>
              <a:xfrm>
                <a:off x="9403609" y="517069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81" name="Freeform: Shape 11380">
                <a:extLst>
                  <a:ext uri="{FF2B5EF4-FFF2-40B4-BE49-F238E27FC236}">
                    <a16:creationId xmlns:a16="http://schemas.microsoft.com/office/drawing/2014/main" id="{7747DA8F-4F48-5B30-32AA-4D2CE91F4538}"/>
                  </a:ext>
                </a:extLst>
              </p:cNvPr>
              <p:cNvSpPr/>
              <p:nvPr/>
            </p:nvSpPr>
            <p:spPr>
              <a:xfrm>
                <a:off x="9404886" y="517205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82" name="Freeform: Shape 11381">
                <a:extLst>
                  <a:ext uri="{FF2B5EF4-FFF2-40B4-BE49-F238E27FC236}">
                    <a16:creationId xmlns:a16="http://schemas.microsoft.com/office/drawing/2014/main" id="{4B2F3436-ECF9-6E44-1579-99A5265F947D}"/>
                  </a:ext>
                </a:extLst>
              </p:cNvPr>
              <p:cNvSpPr/>
              <p:nvPr/>
            </p:nvSpPr>
            <p:spPr>
              <a:xfrm>
                <a:off x="9404954" y="516966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83" name="Freeform: Shape 11382">
                <a:extLst>
                  <a:ext uri="{FF2B5EF4-FFF2-40B4-BE49-F238E27FC236}">
                    <a16:creationId xmlns:a16="http://schemas.microsoft.com/office/drawing/2014/main" id="{CA691AEE-BBE8-B671-4821-8A521E93685F}"/>
                  </a:ext>
                </a:extLst>
              </p:cNvPr>
              <p:cNvSpPr/>
              <p:nvPr/>
            </p:nvSpPr>
            <p:spPr>
              <a:xfrm>
                <a:off x="9405329" y="5168171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84" name="Freeform: Shape 11383">
                <a:extLst>
                  <a:ext uri="{FF2B5EF4-FFF2-40B4-BE49-F238E27FC236}">
                    <a16:creationId xmlns:a16="http://schemas.microsoft.com/office/drawing/2014/main" id="{5B8F9200-C64A-35DD-0A4D-0F506279B46A}"/>
                  </a:ext>
                </a:extLst>
              </p:cNvPr>
              <p:cNvSpPr/>
              <p:nvPr/>
            </p:nvSpPr>
            <p:spPr>
              <a:xfrm>
                <a:off x="9406265" y="516847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85" name="Freeform: Shape 11384">
                <a:extLst>
                  <a:ext uri="{FF2B5EF4-FFF2-40B4-BE49-F238E27FC236}">
                    <a16:creationId xmlns:a16="http://schemas.microsoft.com/office/drawing/2014/main" id="{2E094533-3CAB-4A6F-A36E-17219DD416AD}"/>
                  </a:ext>
                </a:extLst>
              </p:cNvPr>
              <p:cNvSpPr/>
              <p:nvPr/>
            </p:nvSpPr>
            <p:spPr>
              <a:xfrm>
                <a:off x="9409024" y="516936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86" name="Freeform: Shape 11385">
                <a:extLst>
                  <a:ext uri="{FF2B5EF4-FFF2-40B4-BE49-F238E27FC236}">
                    <a16:creationId xmlns:a16="http://schemas.microsoft.com/office/drawing/2014/main" id="{CF696B34-212F-E883-C267-ADC24257DC1D}"/>
                  </a:ext>
                </a:extLst>
              </p:cNvPr>
              <p:cNvSpPr/>
              <p:nvPr/>
            </p:nvSpPr>
            <p:spPr>
              <a:xfrm>
                <a:off x="9410687" y="516941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87" name="Freeform: Shape 11386">
                <a:extLst>
                  <a:ext uri="{FF2B5EF4-FFF2-40B4-BE49-F238E27FC236}">
                    <a16:creationId xmlns:a16="http://schemas.microsoft.com/office/drawing/2014/main" id="{725E7CA8-7CAA-4317-84EB-12BE20FD843E}"/>
                  </a:ext>
                </a:extLst>
              </p:cNvPr>
              <p:cNvSpPr/>
              <p:nvPr/>
            </p:nvSpPr>
            <p:spPr>
              <a:xfrm>
                <a:off x="9411627" y="516988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88" name="Freeform: Shape 11387">
                <a:extLst>
                  <a:ext uri="{FF2B5EF4-FFF2-40B4-BE49-F238E27FC236}">
                    <a16:creationId xmlns:a16="http://schemas.microsoft.com/office/drawing/2014/main" id="{095357E8-5BE9-17A4-ADD4-FEAA280D4BAA}"/>
                  </a:ext>
                </a:extLst>
              </p:cNvPr>
              <p:cNvSpPr/>
              <p:nvPr/>
            </p:nvSpPr>
            <p:spPr>
              <a:xfrm>
                <a:off x="9416750" y="5171143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9 w 6343"/>
                  <a:gd name="connsiteY4" fmla="*/ 133 h 6345"/>
                  <a:gd name="connsiteX5" fmla="*/ 1166 w 6343"/>
                  <a:gd name="connsiteY5" fmla="*/ 1063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8"/>
                      <a:pt x="5651" y="1063"/>
                    </a:cubicBezTo>
                    <a:cubicBezTo>
                      <a:pt x="5057" y="468"/>
                      <a:pt x="4250" y="133"/>
                      <a:pt x="3409" y="133"/>
                    </a:cubicBezTo>
                    <a:cubicBezTo>
                      <a:pt x="2568" y="133"/>
                      <a:pt x="1761" y="468"/>
                      <a:pt x="1166" y="1063"/>
                    </a:cubicBezTo>
                    <a:cubicBezTo>
                      <a:pt x="571" y="1658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89" name="Freeform: Shape 11388">
                <a:extLst>
                  <a:ext uri="{FF2B5EF4-FFF2-40B4-BE49-F238E27FC236}">
                    <a16:creationId xmlns:a16="http://schemas.microsoft.com/office/drawing/2014/main" id="{2143C93A-FC24-D487-3C7A-C71A75856165}"/>
                  </a:ext>
                </a:extLst>
              </p:cNvPr>
              <p:cNvSpPr/>
              <p:nvPr/>
            </p:nvSpPr>
            <p:spPr>
              <a:xfrm>
                <a:off x="9391636" y="5052222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5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5" y="458"/>
                      <a:pt x="4248" y="124"/>
                      <a:pt x="3407" y="124"/>
                    </a:cubicBezTo>
                    <a:cubicBezTo>
                      <a:pt x="2566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6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90" name="Freeform: Shape 11389">
                <a:extLst>
                  <a:ext uri="{FF2B5EF4-FFF2-40B4-BE49-F238E27FC236}">
                    <a16:creationId xmlns:a16="http://schemas.microsoft.com/office/drawing/2014/main" id="{22AF5ECB-5689-7070-EF11-B4A024340C23}"/>
                  </a:ext>
                </a:extLst>
              </p:cNvPr>
              <p:cNvSpPr/>
              <p:nvPr/>
            </p:nvSpPr>
            <p:spPr>
              <a:xfrm>
                <a:off x="9391785" y="5029601"/>
                <a:ext cx="6343" cy="6345"/>
              </a:xfrm>
              <a:custGeom>
                <a:avLst/>
                <a:gdLst>
                  <a:gd name="connsiteX0" fmla="*/ 3407 w 6343"/>
                  <a:gd name="connsiteY0" fmla="*/ 6468 h 6345"/>
                  <a:gd name="connsiteX1" fmla="*/ 5649 w 6343"/>
                  <a:gd name="connsiteY1" fmla="*/ 5538 h 6345"/>
                  <a:gd name="connsiteX2" fmla="*/ 6578 w 6343"/>
                  <a:gd name="connsiteY2" fmla="*/ 3295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5 h 6345"/>
                  <a:gd name="connsiteX7" fmla="*/ 1164 w 6343"/>
                  <a:gd name="connsiteY7" fmla="*/ 5538 h 6345"/>
                  <a:gd name="connsiteX8" fmla="*/ 340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8"/>
                    </a:moveTo>
                    <a:cubicBezTo>
                      <a:pt x="4248" y="6468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5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5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8"/>
                      <a:pt x="340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91" name="Freeform: Shape 11390">
                <a:extLst>
                  <a:ext uri="{FF2B5EF4-FFF2-40B4-BE49-F238E27FC236}">
                    <a16:creationId xmlns:a16="http://schemas.microsoft.com/office/drawing/2014/main" id="{E5D090BA-0831-7CAA-9D34-B3E199489ACB}"/>
                  </a:ext>
                </a:extLst>
              </p:cNvPr>
              <p:cNvSpPr/>
              <p:nvPr/>
            </p:nvSpPr>
            <p:spPr>
              <a:xfrm>
                <a:off x="9392816" y="5026207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5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5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5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5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92" name="Freeform: Shape 11391">
                <a:extLst>
                  <a:ext uri="{FF2B5EF4-FFF2-40B4-BE49-F238E27FC236}">
                    <a16:creationId xmlns:a16="http://schemas.microsoft.com/office/drawing/2014/main" id="{85F7713E-B932-92E4-B503-C5B3B4F8683F}"/>
                  </a:ext>
                </a:extLst>
              </p:cNvPr>
              <p:cNvSpPr/>
              <p:nvPr/>
            </p:nvSpPr>
            <p:spPr>
              <a:xfrm>
                <a:off x="9394311" y="5025095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8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50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93" name="Freeform: Shape 11392">
                <a:extLst>
                  <a:ext uri="{FF2B5EF4-FFF2-40B4-BE49-F238E27FC236}">
                    <a16:creationId xmlns:a16="http://schemas.microsoft.com/office/drawing/2014/main" id="{0D758427-FF01-A513-5EA1-35DB1D422390}"/>
                  </a:ext>
                </a:extLst>
              </p:cNvPr>
              <p:cNvSpPr/>
              <p:nvPr/>
            </p:nvSpPr>
            <p:spPr>
              <a:xfrm>
                <a:off x="9395662" y="5023127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4" y="4943"/>
                      <a:pt x="6579" y="4136"/>
                      <a:pt x="6579" y="3294"/>
                    </a:cubicBezTo>
                    <a:cubicBezTo>
                      <a:pt x="6579" y="2453"/>
                      <a:pt x="6244" y="1646"/>
                      <a:pt x="5650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70" y="1646"/>
                      <a:pt x="235" y="2453"/>
                      <a:pt x="235" y="3294"/>
                    </a:cubicBezTo>
                    <a:cubicBezTo>
                      <a:pt x="235" y="4136"/>
                      <a:pt x="570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94" name="Freeform: Shape 11393">
                <a:extLst>
                  <a:ext uri="{FF2B5EF4-FFF2-40B4-BE49-F238E27FC236}">
                    <a16:creationId xmlns:a16="http://schemas.microsoft.com/office/drawing/2014/main" id="{9BC277FA-C5C7-60B6-BCF8-23A48DBEC664}"/>
                  </a:ext>
                </a:extLst>
              </p:cNvPr>
              <p:cNvSpPr/>
              <p:nvPr/>
            </p:nvSpPr>
            <p:spPr>
              <a:xfrm>
                <a:off x="9396971" y="5020796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6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4" y="4943"/>
                      <a:pt x="6579" y="4136"/>
                      <a:pt x="6579" y="3294"/>
                    </a:cubicBezTo>
                    <a:cubicBezTo>
                      <a:pt x="6579" y="2453"/>
                      <a:pt x="6244" y="1646"/>
                      <a:pt x="5650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1"/>
                    </a:cubicBezTo>
                    <a:cubicBezTo>
                      <a:pt x="570" y="1646"/>
                      <a:pt x="236" y="2453"/>
                      <a:pt x="236" y="3294"/>
                    </a:cubicBezTo>
                    <a:cubicBezTo>
                      <a:pt x="236" y="4136"/>
                      <a:pt x="570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95" name="Freeform: Shape 11394">
                <a:extLst>
                  <a:ext uri="{FF2B5EF4-FFF2-40B4-BE49-F238E27FC236}">
                    <a16:creationId xmlns:a16="http://schemas.microsoft.com/office/drawing/2014/main" id="{49ED2D22-62C0-AED6-4254-A620FC56C63D}"/>
                  </a:ext>
                </a:extLst>
              </p:cNvPr>
              <p:cNvSpPr/>
              <p:nvPr/>
            </p:nvSpPr>
            <p:spPr>
              <a:xfrm>
                <a:off x="9398442" y="5019275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1 h 6345"/>
                  <a:gd name="connsiteX5" fmla="*/ 1165 w 6343"/>
                  <a:gd name="connsiteY5" fmla="*/ 1051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5" y="4943"/>
                      <a:pt x="6579" y="4135"/>
                      <a:pt x="6579" y="3294"/>
                    </a:cubicBezTo>
                    <a:cubicBezTo>
                      <a:pt x="6579" y="2453"/>
                      <a:pt x="6245" y="1646"/>
                      <a:pt x="5650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5" y="1051"/>
                    </a:cubicBezTo>
                    <a:cubicBezTo>
                      <a:pt x="570" y="1646"/>
                      <a:pt x="236" y="2453"/>
                      <a:pt x="236" y="3294"/>
                    </a:cubicBezTo>
                    <a:cubicBezTo>
                      <a:pt x="236" y="4135"/>
                      <a:pt x="570" y="4943"/>
                      <a:pt x="1165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96" name="Freeform: Shape 11395">
                <a:extLst>
                  <a:ext uri="{FF2B5EF4-FFF2-40B4-BE49-F238E27FC236}">
                    <a16:creationId xmlns:a16="http://schemas.microsoft.com/office/drawing/2014/main" id="{2C6636A0-1F83-3A72-468C-764A17C0BD76}"/>
                  </a:ext>
                </a:extLst>
              </p:cNvPr>
              <p:cNvSpPr/>
              <p:nvPr/>
            </p:nvSpPr>
            <p:spPr>
              <a:xfrm>
                <a:off x="9399849" y="5017266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8" y="121"/>
                      <a:pt x="3407" y="121"/>
                    </a:cubicBezTo>
                    <a:cubicBezTo>
                      <a:pt x="2566" y="121"/>
                      <a:pt x="1759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97" name="Freeform: Shape 11396">
                <a:extLst>
                  <a:ext uri="{FF2B5EF4-FFF2-40B4-BE49-F238E27FC236}">
                    <a16:creationId xmlns:a16="http://schemas.microsoft.com/office/drawing/2014/main" id="{4628A3B3-015C-171B-7CDF-AACEA11C2EFA}"/>
                  </a:ext>
                </a:extLst>
              </p:cNvPr>
              <p:cNvSpPr/>
              <p:nvPr/>
            </p:nvSpPr>
            <p:spPr>
              <a:xfrm>
                <a:off x="9401261" y="5015140"/>
                <a:ext cx="6343" cy="6345"/>
              </a:xfrm>
              <a:custGeom>
                <a:avLst/>
                <a:gdLst>
                  <a:gd name="connsiteX0" fmla="*/ 3407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6"/>
                    </a:moveTo>
                    <a:cubicBezTo>
                      <a:pt x="4249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9" y="121"/>
                      <a:pt x="3407" y="121"/>
                    </a:cubicBezTo>
                    <a:cubicBezTo>
                      <a:pt x="2566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6"/>
                      <a:pt x="340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98" name="Freeform: Shape 11397">
                <a:extLst>
                  <a:ext uri="{FF2B5EF4-FFF2-40B4-BE49-F238E27FC236}">
                    <a16:creationId xmlns:a16="http://schemas.microsoft.com/office/drawing/2014/main" id="{0D5C1796-119F-70D2-A91A-19AE3314AF74}"/>
                  </a:ext>
                </a:extLst>
              </p:cNvPr>
              <p:cNvSpPr/>
              <p:nvPr/>
            </p:nvSpPr>
            <p:spPr>
              <a:xfrm>
                <a:off x="9402577" y="5012216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3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9" y="121"/>
                      <a:pt x="3408" y="121"/>
                    </a:cubicBezTo>
                    <a:cubicBezTo>
                      <a:pt x="2566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3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399" name="Freeform: Shape 11398">
                <a:extLst>
                  <a:ext uri="{FF2B5EF4-FFF2-40B4-BE49-F238E27FC236}">
                    <a16:creationId xmlns:a16="http://schemas.microsoft.com/office/drawing/2014/main" id="{229F71F3-099D-BEF5-814C-2F71F5891772}"/>
                  </a:ext>
                </a:extLst>
              </p:cNvPr>
              <p:cNvSpPr/>
              <p:nvPr/>
            </p:nvSpPr>
            <p:spPr>
              <a:xfrm>
                <a:off x="9404324" y="5012089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3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0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3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00" name="Freeform: Shape 11399">
                <a:extLst>
                  <a:ext uri="{FF2B5EF4-FFF2-40B4-BE49-F238E27FC236}">
                    <a16:creationId xmlns:a16="http://schemas.microsoft.com/office/drawing/2014/main" id="{5F54AE25-038F-5F36-8E07-CCDCE42CC50A}"/>
                  </a:ext>
                </a:extLst>
              </p:cNvPr>
              <p:cNvSpPr/>
              <p:nvPr/>
            </p:nvSpPr>
            <p:spPr>
              <a:xfrm>
                <a:off x="9406029" y="5011662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3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0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3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01" name="Freeform: Shape 11400">
                <a:extLst>
                  <a:ext uri="{FF2B5EF4-FFF2-40B4-BE49-F238E27FC236}">
                    <a16:creationId xmlns:a16="http://schemas.microsoft.com/office/drawing/2014/main" id="{2650EF9D-8D84-AA02-0F5D-0EFF41EAD3FA}"/>
                  </a:ext>
                </a:extLst>
              </p:cNvPr>
              <p:cNvSpPr/>
              <p:nvPr/>
            </p:nvSpPr>
            <p:spPr>
              <a:xfrm>
                <a:off x="9407794" y="5011680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79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1" y="1645"/>
                      <a:pt x="236" y="2452"/>
                      <a:pt x="236" y="3293"/>
                    </a:cubicBezTo>
                    <a:cubicBezTo>
                      <a:pt x="236" y="4135"/>
                      <a:pt x="571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02" name="Freeform: Shape 11401">
                <a:extLst>
                  <a:ext uri="{FF2B5EF4-FFF2-40B4-BE49-F238E27FC236}">
                    <a16:creationId xmlns:a16="http://schemas.microsoft.com/office/drawing/2014/main" id="{7D4BA346-B147-5F48-579C-ED09140A1FC3}"/>
                  </a:ext>
                </a:extLst>
              </p:cNvPr>
              <p:cNvSpPr/>
              <p:nvPr/>
            </p:nvSpPr>
            <p:spPr>
              <a:xfrm>
                <a:off x="9409541" y="5011586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80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7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5" y="4942"/>
                      <a:pt x="6580" y="4135"/>
                      <a:pt x="6580" y="3293"/>
                    </a:cubicBezTo>
                    <a:cubicBezTo>
                      <a:pt x="6580" y="2452"/>
                      <a:pt x="6245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1" y="1645"/>
                      <a:pt x="237" y="2452"/>
                      <a:pt x="237" y="3293"/>
                    </a:cubicBezTo>
                    <a:cubicBezTo>
                      <a:pt x="237" y="4135"/>
                      <a:pt x="571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03" name="Freeform: Shape 11402">
                <a:extLst>
                  <a:ext uri="{FF2B5EF4-FFF2-40B4-BE49-F238E27FC236}">
                    <a16:creationId xmlns:a16="http://schemas.microsoft.com/office/drawing/2014/main" id="{164C3570-11AF-00D3-3DB4-F90D84F46E59}"/>
                  </a:ext>
                </a:extLst>
              </p:cNvPr>
              <p:cNvSpPr/>
              <p:nvPr/>
            </p:nvSpPr>
            <p:spPr>
              <a:xfrm>
                <a:off x="9411281" y="5011439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80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6 w 6343"/>
                  <a:gd name="connsiteY5" fmla="*/ 1050 h 6345"/>
                  <a:gd name="connsiteX6" fmla="*/ 237 w 6343"/>
                  <a:gd name="connsiteY6" fmla="*/ 3293 h 6345"/>
                  <a:gd name="connsiteX7" fmla="*/ 1166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6" y="4942"/>
                      <a:pt x="6580" y="4135"/>
                      <a:pt x="6580" y="3293"/>
                    </a:cubicBezTo>
                    <a:cubicBezTo>
                      <a:pt x="6580" y="2452"/>
                      <a:pt x="6246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6" y="1050"/>
                    </a:cubicBezTo>
                    <a:cubicBezTo>
                      <a:pt x="571" y="1645"/>
                      <a:pt x="237" y="2452"/>
                      <a:pt x="237" y="3293"/>
                    </a:cubicBezTo>
                    <a:cubicBezTo>
                      <a:pt x="237" y="4135"/>
                      <a:pt x="571" y="4942"/>
                      <a:pt x="1166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04" name="Freeform: Shape 11403">
                <a:extLst>
                  <a:ext uri="{FF2B5EF4-FFF2-40B4-BE49-F238E27FC236}">
                    <a16:creationId xmlns:a16="http://schemas.microsoft.com/office/drawing/2014/main" id="{1EC9BC65-9B18-3B04-DB65-E791EDF56EE6}"/>
                  </a:ext>
                </a:extLst>
              </p:cNvPr>
              <p:cNvSpPr/>
              <p:nvPr/>
            </p:nvSpPr>
            <p:spPr>
              <a:xfrm>
                <a:off x="9412974" y="5010868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1 w 6343"/>
                  <a:gd name="connsiteY1" fmla="*/ 5537 h 6345"/>
                  <a:gd name="connsiteX2" fmla="*/ 6580 w 6343"/>
                  <a:gd name="connsiteY2" fmla="*/ 3293 h 6345"/>
                  <a:gd name="connsiteX3" fmla="*/ 5651 w 6343"/>
                  <a:gd name="connsiteY3" fmla="*/ 1050 h 6345"/>
                  <a:gd name="connsiteX4" fmla="*/ 3408 w 6343"/>
                  <a:gd name="connsiteY4" fmla="*/ 121 h 6345"/>
                  <a:gd name="connsiteX5" fmla="*/ 1166 w 6343"/>
                  <a:gd name="connsiteY5" fmla="*/ 1050 h 6345"/>
                  <a:gd name="connsiteX6" fmla="*/ 237 w 6343"/>
                  <a:gd name="connsiteY6" fmla="*/ 3293 h 6345"/>
                  <a:gd name="connsiteX7" fmla="*/ 1166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1" y="5537"/>
                    </a:cubicBezTo>
                    <a:cubicBezTo>
                      <a:pt x="6246" y="4942"/>
                      <a:pt x="6580" y="4135"/>
                      <a:pt x="6580" y="3293"/>
                    </a:cubicBezTo>
                    <a:cubicBezTo>
                      <a:pt x="6580" y="2452"/>
                      <a:pt x="6246" y="1645"/>
                      <a:pt x="5651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6" y="1050"/>
                    </a:cubicBezTo>
                    <a:cubicBezTo>
                      <a:pt x="571" y="1645"/>
                      <a:pt x="237" y="2452"/>
                      <a:pt x="237" y="3293"/>
                    </a:cubicBezTo>
                    <a:cubicBezTo>
                      <a:pt x="237" y="4135"/>
                      <a:pt x="571" y="4942"/>
                      <a:pt x="1166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05" name="Freeform: Shape 11404">
                <a:extLst>
                  <a:ext uri="{FF2B5EF4-FFF2-40B4-BE49-F238E27FC236}">
                    <a16:creationId xmlns:a16="http://schemas.microsoft.com/office/drawing/2014/main" id="{E582D0CF-4C87-257C-8D2E-1359F19D0703}"/>
                  </a:ext>
                </a:extLst>
              </p:cNvPr>
              <p:cNvSpPr/>
              <p:nvPr/>
            </p:nvSpPr>
            <p:spPr>
              <a:xfrm>
                <a:off x="9389053" y="4290557"/>
                <a:ext cx="6343" cy="6345"/>
              </a:xfrm>
              <a:custGeom>
                <a:avLst/>
                <a:gdLst>
                  <a:gd name="connsiteX0" fmla="*/ 3406 w 6343"/>
                  <a:gd name="connsiteY0" fmla="*/ 6409 h 6345"/>
                  <a:gd name="connsiteX1" fmla="*/ 5649 w 6343"/>
                  <a:gd name="connsiteY1" fmla="*/ 5480 h 6345"/>
                  <a:gd name="connsiteX2" fmla="*/ 6578 w 6343"/>
                  <a:gd name="connsiteY2" fmla="*/ 3237 h 6345"/>
                  <a:gd name="connsiteX3" fmla="*/ 5649 w 6343"/>
                  <a:gd name="connsiteY3" fmla="*/ 993 h 6345"/>
                  <a:gd name="connsiteX4" fmla="*/ 3406 w 6343"/>
                  <a:gd name="connsiteY4" fmla="*/ 64 h 6345"/>
                  <a:gd name="connsiteX5" fmla="*/ 1164 w 6343"/>
                  <a:gd name="connsiteY5" fmla="*/ 993 h 6345"/>
                  <a:gd name="connsiteX6" fmla="*/ 235 w 6343"/>
                  <a:gd name="connsiteY6" fmla="*/ 3237 h 6345"/>
                  <a:gd name="connsiteX7" fmla="*/ 1164 w 6343"/>
                  <a:gd name="connsiteY7" fmla="*/ 5480 h 6345"/>
                  <a:gd name="connsiteX8" fmla="*/ 3406 w 6343"/>
                  <a:gd name="connsiteY8" fmla="*/ 64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09"/>
                    </a:moveTo>
                    <a:cubicBezTo>
                      <a:pt x="4248" y="6409"/>
                      <a:pt x="5054" y="6075"/>
                      <a:pt x="5649" y="5480"/>
                    </a:cubicBezTo>
                    <a:cubicBezTo>
                      <a:pt x="6244" y="4885"/>
                      <a:pt x="6578" y="4078"/>
                      <a:pt x="6578" y="3237"/>
                    </a:cubicBezTo>
                    <a:cubicBezTo>
                      <a:pt x="6578" y="2395"/>
                      <a:pt x="6244" y="1588"/>
                      <a:pt x="5649" y="993"/>
                    </a:cubicBezTo>
                    <a:cubicBezTo>
                      <a:pt x="5054" y="398"/>
                      <a:pt x="4248" y="64"/>
                      <a:pt x="3406" y="64"/>
                    </a:cubicBezTo>
                    <a:cubicBezTo>
                      <a:pt x="2565" y="64"/>
                      <a:pt x="1759" y="398"/>
                      <a:pt x="1164" y="993"/>
                    </a:cubicBezTo>
                    <a:cubicBezTo>
                      <a:pt x="569" y="1588"/>
                      <a:pt x="235" y="2395"/>
                      <a:pt x="235" y="3237"/>
                    </a:cubicBezTo>
                    <a:cubicBezTo>
                      <a:pt x="235" y="4078"/>
                      <a:pt x="569" y="4885"/>
                      <a:pt x="1164" y="5480"/>
                    </a:cubicBezTo>
                    <a:cubicBezTo>
                      <a:pt x="1759" y="6075"/>
                      <a:pt x="2565" y="6409"/>
                      <a:pt x="3406" y="64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06" name="Freeform: Shape 11405">
                <a:extLst>
                  <a:ext uri="{FF2B5EF4-FFF2-40B4-BE49-F238E27FC236}">
                    <a16:creationId xmlns:a16="http://schemas.microsoft.com/office/drawing/2014/main" id="{8D709BE5-15D6-B045-A536-9AB7DAED1A26}"/>
                  </a:ext>
                </a:extLst>
              </p:cNvPr>
              <p:cNvSpPr/>
              <p:nvPr/>
            </p:nvSpPr>
            <p:spPr>
              <a:xfrm>
                <a:off x="9431147" y="5024993"/>
                <a:ext cx="6343" cy="6345"/>
              </a:xfrm>
              <a:custGeom>
                <a:avLst/>
                <a:gdLst>
                  <a:gd name="connsiteX0" fmla="*/ 3410 w 6343"/>
                  <a:gd name="connsiteY0" fmla="*/ 6467 h 6345"/>
                  <a:gd name="connsiteX1" fmla="*/ 5652 w 6343"/>
                  <a:gd name="connsiteY1" fmla="*/ 5538 h 6345"/>
                  <a:gd name="connsiteX2" fmla="*/ 6581 w 6343"/>
                  <a:gd name="connsiteY2" fmla="*/ 3294 h 6345"/>
                  <a:gd name="connsiteX3" fmla="*/ 5652 w 6343"/>
                  <a:gd name="connsiteY3" fmla="*/ 1051 h 6345"/>
                  <a:gd name="connsiteX4" fmla="*/ 3410 w 6343"/>
                  <a:gd name="connsiteY4" fmla="*/ 122 h 6345"/>
                  <a:gd name="connsiteX5" fmla="*/ 1167 w 6343"/>
                  <a:gd name="connsiteY5" fmla="*/ 1051 h 6345"/>
                  <a:gd name="connsiteX6" fmla="*/ 238 w 6343"/>
                  <a:gd name="connsiteY6" fmla="*/ 3294 h 6345"/>
                  <a:gd name="connsiteX7" fmla="*/ 1167 w 6343"/>
                  <a:gd name="connsiteY7" fmla="*/ 5538 h 6345"/>
                  <a:gd name="connsiteX8" fmla="*/ 341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7"/>
                    </a:moveTo>
                    <a:cubicBezTo>
                      <a:pt x="4251" y="6467"/>
                      <a:pt x="5058" y="6133"/>
                      <a:pt x="5652" y="5538"/>
                    </a:cubicBezTo>
                    <a:cubicBezTo>
                      <a:pt x="6247" y="4943"/>
                      <a:pt x="6581" y="4136"/>
                      <a:pt x="6581" y="3294"/>
                    </a:cubicBezTo>
                    <a:cubicBezTo>
                      <a:pt x="6581" y="2453"/>
                      <a:pt x="6247" y="1646"/>
                      <a:pt x="5652" y="1051"/>
                    </a:cubicBezTo>
                    <a:cubicBezTo>
                      <a:pt x="5058" y="456"/>
                      <a:pt x="4251" y="122"/>
                      <a:pt x="3410" y="122"/>
                    </a:cubicBezTo>
                    <a:cubicBezTo>
                      <a:pt x="2569" y="122"/>
                      <a:pt x="1762" y="456"/>
                      <a:pt x="1167" y="1051"/>
                    </a:cubicBezTo>
                    <a:cubicBezTo>
                      <a:pt x="572" y="1646"/>
                      <a:pt x="238" y="2453"/>
                      <a:pt x="238" y="3294"/>
                    </a:cubicBezTo>
                    <a:cubicBezTo>
                      <a:pt x="238" y="4136"/>
                      <a:pt x="572" y="4943"/>
                      <a:pt x="1167" y="5538"/>
                    </a:cubicBezTo>
                    <a:cubicBezTo>
                      <a:pt x="1762" y="6133"/>
                      <a:pt x="2569" y="6467"/>
                      <a:pt x="341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07" name="Freeform: Shape 11406">
                <a:extLst>
                  <a:ext uri="{FF2B5EF4-FFF2-40B4-BE49-F238E27FC236}">
                    <a16:creationId xmlns:a16="http://schemas.microsoft.com/office/drawing/2014/main" id="{58E29ED9-20A4-7B5B-18AD-C0C85ABBF2D1}"/>
                  </a:ext>
                </a:extLst>
              </p:cNvPr>
              <p:cNvSpPr/>
              <p:nvPr/>
            </p:nvSpPr>
            <p:spPr>
              <a:xfrm>
                <a:off x="9432824" y="5025543"/>
                <a:ext cx="6343" cy="6345"/>
              </a:xfrm>
              <a:custGeom>
                <a:avLst/>
                <a:gdLst>
                  <a:gd name="connsiteX0" fmla="*/ 3410 w 6343"/>
                  <a:gd name="connsiteY0" fmla="*/ 6467 h 6345"/>
                  <a:gd name="connsiteX1" fmla="*/ 5653 w 6343"/>
                  <a:gd name="connsiteY1" fmla="*/ 5538 h 6345"/>
                  <a:gd name="connsiteX2" fmla="*/ 6581 w 6343"/>
                  <a:gd name="connsiteY2" fmla="*/ 3295 h 6345"/>
                  <a:gd name="connsiteX3" fmla="*/ 5653 w 6343"/>
                  <a:gd name="connsiteY3" fmla="*/ 1051 h 6345"/>
                  <a:gd name="connsiteX4" fmla="*/ 3410 w 6343"/>
                  <a:gd name="connsiteY4" fmla="*/ 122 h 6345"/>
                  <a:gd name="connsiteX5" fmla="*/ 1167 w 6343"/>
                  <a:gd name="connsiteY5" fmla="*/ 1051 h 6345"/>
                  <a:gd name="connsiteX6" fmla="*/ 238 w 6343"/>
                  <a:gd name="connsiteY6" fmla="*/ 3295 h 6345"/>
                  <a:gd name="connsiteX7" fmla="*/ 1167 w 6343"/>
                  <a:gd name="connsiteY7" fmla="*/ 5538 h 6345"/>
                  <a:gd name="connsiteX8" fmla="*/ 341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7"/>
                    </a:moveTo>
                    <a:cubicBezTo>
                      <a:pt x="4251" y="6467"/>
                      <a:pt x="5058" y="6133"/>
                      <a:pt x="5653" y="5538"/>
                    </a:cubicBezTo>
                    <a:cubicBezTo>
                      <a:pt x="6247" y="4943"/>
                      <a:pt x="6581" y="4136"/>
                      <a:pt x="6581" y="3295"/>
                    </a:cubicBezTo>
                    <a:cubicBezTo>
                      <a:pt x="6581" y="2453"/>
                      <a:pt x="6247" y="1646"/>
                      <a:pt x="5653" y="1051"/>
                    </a:cubicBezTo>
                    <a:cubicBezTo>
                      <a:pt x="5058" y="456"/>
                      <a:pt x="4251" y="122"/>
                      <a:pt x="3410" y="122"/>
                    </a:cubicBezTo>
                    <a:cubicBezTo>
                      <a:pt x="2569" y="122"/>
                      <a:pt x="1762" y="456"/>
                      <a:pt x="1167" y="1051"/>
                    </a:cubicBezTo>
                    <a:cubicBezTo>
                      <a:pt x="573" y="1646"/>
                      <a:pt x="238" y="2453"/>
                      <a:pt x="238" y="3295"/>
                    </a:cubicBezTo>
                    <a:cubicBezTo>
                      <a:pt x="238" y="4136"/>
                      <a:pt x="573" y="4943"/>
                      <a:pt x="1167" y="5538"/>
                    </a:cubicBezTo>
                    <a:cubicBezTo>
                      <a:pt x="1762" y="6133"/>
                      <a:pt x="2569" y="6467"/>
                      <a:pt x="341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08" name="Freeform: Shape 11407">
                <a:extLst>
                  <a:ext uri="{FF2B5EF4-FFF2-40B4-BE49-F238E27FC236}">
                    <a16:creationId xmlns:a16="http://schemas.microsoft.com/office/drawing/2014/main" id="{65CF37D9-C4F9-9211-F783-4A1B792E4993}"/>
                  </a:ext>
                </a:extLst>
              </p:cNvPr>
              <p:cNvSpPr/>
              <p:nvPr/>
            </p:nvSpPr>
            <p:spPr>
              <a:xfrm>
                <a:off x="9444503" y="4286840"/>
                <a:ext cx="6343" cy="6345"/>
              </a:xfrm>
              <a:custGeom>
                <a:avLst/>
                <a:gdLst>
                  <a:gd name="connsiteX0" fmla="*/ 3411 w 6343"/>
                  <a:gd name="connsiteY0" fmla="*/ 6409 h 6345"/>
                  <a:gd name="connsiteX1" fmla="*/ 5653 w 6343"/>
                  <a:gd name="connsiteY1" fmla="*/ 5480 h 6345"/>
                  <a:gd name="connsiteX2" fmla="*/ 6582 w 6343"/>
                  <a:gd name="connsiteY2" fmla="*/ 3236 h 6345"/>
                  <a:gd name="connsiteX3" fmla="*/ 5653 w 6343"/>
                  <a:gd name="connsiteY3" fmla="*/ 993 h 6345"/>
                  <a:gd name="connsiteX4" fmla="*/ 3411 w 6343"/>
                  <a:gd name="connsiteY4" fmla="*/ 64 h 6345"/>
                  <a:gd name="connsiteX5" fmla="*/ 1168 w 6343"/>
                  <a:gd name="connsiteY5" fmla="*/ 993 h 6345"/>
                  <a:gd name="connsiteX6" fmla="*/ 239 w 6343"/>
                  <a:gd name="connsiteY6" fmla="*/ 3236 h 6345"/>
                  <a:gd name="connsiteX7" fmla="*/ 1168 w 6343"/>
                  <a:gd name="connsiteY7" fmla="*/ 5480 h 6345"/>
                  <a:gd name="connsiteX8" fmla="*/ 3411 w 6343"/>
                  <a:gd name="connsiteY8" fmla="*/ 64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09"/>
                    </a:moveTo>
                    <a:cubicBezTo>
                      <a:pt x="4252" y="6409"/>
                      <a:pt x="5059" y="6075"/>
                      <a:pt x="5653" y="5480"/>
                    </a:cubicBezTo>
                    <a:cubicBezTo>
                      <a:pt x="6248" y="4885"/>
                      <a:pt x="6582" y="4078"/>
                      <a:pt x="6582" y="3236"/>
                    </a:cubicBezTo>
                    <a:cubicBezTo>
                      <a:pt x="6582" y="2395"/>
                      <a:pt x="6248" y="1588"/>
                      <a:pt x="5653" y="993"/>
                    </a:cubicBezTo>
                    <a:cubicBezTo>
                      <a:pt x="5059" y="398"/>
                      <a:pt x="4252" y="64"/>
                      <a:pt x="3411" y="64"/>
                    </a:cubicBezTo>
                    <a:cubicBezTo>
                      <a:pt x="2570" y="64"/>
                      <a:pt x="1763" y="398"/>
                      <a:pt x="1168" y="993"/>
                    </a:cubicBezTo>
                    <a:cubicBezTo>
                      <a:pt x="573" y="1588"/>
                      <a:pt x="239" y="2395"/>
                      <a:pt x="239" y="3236"/>
                    </a:cubicBezTo>
                    <a:cubicBezTo>
                      <a:pt x="239" y="4078"/>
                      <a:pt x="573" y="4885"/>
                      <a:pt x="1168" y="5480"/>
                    </a:cubicBezTo>
                    <a:cubicBezTo>
                      <a:pt x="1763" y="6075"/>
                      <a:pt x="2570" y="6409"/>
                      <a:pt x="3411" y="64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09" name="Freeform: Shape 11408">
                <a:extLst>
                  <a:ext uri="{FF2B5EF4-FFF2-40B4-BE49-F238E27FC236}">
                    <a16:creationId xmlns:a16="http://schemas.microsoft.com/office/drawing/2014/main" id="{7BDBFB5C-118C-65F2-5AA7-4DDB47B88EAD}"/>
                  </a:ext>
                </a:extLst>
              </p:cNvPr>
              <p:cNvSpPr/>
              <p:nvPr/>
            </p:nvSpPr>
            <p:spPr>
              <a:xfrm>
                <a:off x="9450685" y="4286108"/>
                <a:ext cx="6343" cy="6345"/>
              </a:xfrm>
              <a:custGeom>
                <a:avLst/>
                <a:gdLst>
                  <a:gd name="connsiteX0" fmla="*/ 3411 w 6343"/>
                  <a:gd name="connsiteY0" fmla="*/ 6409 h 6345"/>
                  <a:gd name="connsiteX1" fmla="*/ 5654 w 6343"/>
                  <a:gd name="connsiteY1" fmla="*/ 5480 h 6345"/>
                  <a:gd name="connsiteX2" fmla="*/ 6583 w 6343"/>
                  <a:gd name="connsiteY2" fmla="*/ 3236 h 6345"/>
                  <a:gd name="connsiteX3" fmla="*/ 5654 w 6343"/>
                  <a:gd name="connsiteY3" fmla="*/ 993 h 6345"/>
                  <a:gd name="connsiteX4" fmla="*/ 3411 w 6343"/>
                  <a:gd name="connsiteY4" fmla="*/ 64 h 6345"/>
                  <a:gd name="connsiteX5" fmla="*/ 1169 w 6343"/>
                  <a:gd name="connsiteY5" fmla="*/ 993 h 6345"/>
                  <a:gd name="connsiteX6" fmla="*/ 240 w 6343"/>
                  <a:gd name="connsiteY6" fmla="*/ 3236 h 6345"/>
                  <a:gd name="connsiteX7" fmla="*/ 1169 w 6343"/>
                  <a:gd name="connsiteY7" fmla="*/ 5480 h 6345"/>
                  <a:gd name="connsiteX8" fmla="*/ 3411 w 6343"/>
                  <a:gd name="connsiteY8" fmla="*/ 64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09"/>
                    </a:moveTo>
                    <a:cubicBezTo>
                      <a:pt x="4252" y="6409"/>
                      <a:pt x="5059" y="6075"/>
                      <a:pt x="5654" y="5480"/>
                    </a:cubicBezTo>
                    <a:cubicBezTo>
                      <a:pt x="6249" y="4885"/>
                      <a:pt x="6583" y="4078"/>
                      <a:pt x="6583" y="3236"/>
                    </a:cubicBezTo>
                    <a:cubicBezTo>
                      <a:pt x="6583" y="2395"/>
                      <a:pt x="6249" y="1588"/>
                      <a:pt x="5654" y="993"/>
                    </a:cubicBezTo>
                    <a:cubicBezTo>
                      <a:pt x="5059" y="398"/>
                      <a:pt x="4252" y="64"/>
                      <a:pt x="3411" y="64"/>
                    </a:cubicBezTo>
                    <a:cubicBezTo>
                      <a:pt x="2570" y="64"/>
                      <a:pt x="1763" y="398"/>
                      <a:pt x="1169" y="993"/>
                    </a:cubicBezTo>
                    <a:cubicBezTo>
                      <a:pt x="574" y="1588"/>
                      <a:pt x="240" y="2395"/>
                      <a:pt x="240" y="3236"/>
                    </a:cubicBezTo>
                    <a:cubicBezTo>
                      <a:pt x="240" y="4078"/>
                      <a:pt x="574" y="4885"/>
                      <a:pt x="1169" y="5480"/>
                    </a:cubicBezTo>
                    <a:cubicBezTo>
                      <a:pt x="1763" y="6075"/>
                      <a:pt x="2570" y="6409"/>
                      <a:pt x="3411" y="64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10" name="Freeform: Shape 11409">
                <a:extLst>
                  <a:ext uri="{FF2B5EF4-FFF2-40B4-BE49-F238E27FC236}">
                    <a16:creationId xmlns:a16="http://schemas.microsoft.com/office/drawing/2014/main" id="{7F781938-08CB-77E5-CCCE-FACF4BF02A56}"/>
                  </a:ext>
                </a:extLst>
              </p:cNvPr>
              <p:cNvSpPr/>
              <p:nvPr/>
            </p:nvSpPr>
            <p:spPr>
              <a:xfrm>
                <a:off x="9456856" y="4287042"/>
                <a:ext cx="6343" cy="6345"/>
              </a:xfrm>
              <a:custGeom>
                <a:avLst/>
                <a:gdLst>
                  <a:gd name="connsiteX0" fmla="*/ 3412 w 6343"/>
                  <a:gd name="connsiteY0" fmla="*/ 6409 h 6345"/>
                  <a:gd name="connsiteX1" fmla="*/ 5654 w 6343"/>
                  <a:gd name="connsiteY1" fmla="*/ 5480 h 6345"/>
                  <a:gd name="connsiteX2" fmla="*/ 6583 w 6343"/>
                  <a:gd name="connsiteY2" fmla="*/ 3236 h 6345"/>
                  <a:gd name="connsiteX3" fmla="*/ 5654 w 6343"/>
                  <a:gd name="connsiteY3" fmla="*/ 993 h 6345"/>
                  <a:gd name="connsiteX4" fmla="*/ 3412 w 6343"/>
                  <a:gd name="connsiteY4" fmla="*/ 64 h 6345"/>
                  <a:gd name="connsiteX5" fmla="*/ 1169 w 6343"/>
                  <a:gd name="connsiteY5" fmla="*/ 993 h 6345"/>
                  <a:gd name="connsiteX6" fmla="*/ 240 w 6343"/>
                  <a:gd name="connsiteY6" fmla="*/ 3236 h 6345"/>
                  <a:gd name="connsiteX7" fmla="*/ 1169 w 6343"/>
                  <a:gd name="connsiteY7" fmla="*/ 5480 h 6345"/>
                  <a:gd name="connsiteX8" fmla="*/ 3412 w 6343"/>
                  <a:gd name="connsiteY8" fmla="*/ 64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09"/>
                    </a:moveTo>
                    <a:cubicBezTo>
                      <a:pt x="4253" y="6409"/>
                      <a:pt x="5060" y="6075"/>
                      <a:pt x="5654" y="5480"/>
                    </a:cubicBezTo>
                    <a:cubicBezTo>
                      <a:pt x="6249" y="4885"/>
                      <a:pt x="6583" y="4078"/>
                      <a:pt x="6583" y="3236"/>
                    </a:cubicBezTo>
                    <a:cubicBezTo>
                      <a:pt x="6583" y="2395"/>
                      <a:pt x="6249" y="1588"/>
                      <a:pt x="5654" y="993"/>
                    </a:cubicBezTo>
                    <a:cubicBezTo>
                      <a:pt x="5060" y="398"/>
                      <a:pt x="4253" y="64"/>
                      <a:pt x="3412" y="64"/>
                    </a:cubicBezTo>
                    <a:cubicBezTo>
                      <a:pt x="2571" y="64"/>
                      <a:pt x="1764" y="398"/>
                      <a:pt x="1169" y="993"/>
                    </a:cubicBezTo>
                    <a:cubicBezTo>
                      <a:pt x="574" y="1588"/>
                      <a:pt x="240" y="2395"/>
                      <a:pt x="240" y="3236"/>
                    </a:cubicBezTo>
                    <a:cubicBezTo>
                      <a:pt x="240" y="4078"/>
                      <a:pt x="574" y="4885"/>
                      <a:pt x="1169" y="5480"/>
                    </a:cubicBezTo>
                    <a:cubicBezTo>
                      <a:pt x="1764" y="6075"/>
                      <a:pt x="2571" y="6409"/>
                      <a:pt x="3412" y="64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11" name="Freeform: Shape 11410">
                <a:extLst>
                  <a:ext uri="{FF2B5EF4-FFF2-40B4-BE49-F238E27FC236}">
                    <a16:creationId xmlns:a16="http://schemas.microsoft.com/office/drawing/2014/main" id="{20B0A173-7877-5075-2D56-7AC5A7C775CE}"/>
                  </a:ext>
                </a:extLst>
              </p:cNvPr>
              <p:cNvSpPr/>
              <p:nvPr/>
            </p:nvSpPr>
            <p:spPr>
              <a:xfrm>
                <a:off x="9463049" y="4286261"/>
                <a:ext cx="6343" cy="6345"/>
              </a:xfrm>
              <a:custGeom>
                <a:avLst/>
                <a:gdLst>
                  <a:gd name="connsiteX0" fmla="*/ 3412 w 6343"/>
                  <a:gd name="connsiteY0" fmla="*/ 6409 h 6345"/>
                  <a:gd name="connsiteX1" fmla="*/ 5655 w 6343"/>
                  <a:gd name="connsiteY1" fmla="*/ 5480 h 6345"/>
                  <a:gd name="connsiteX2" fmla="*/ 6584 w 6343"/>
                  <a:gd name="connsiteY2" fmla="*/ 3236 h 6345"/>
                  <a:gd name="connsiteX3" fmla="*/ 5655 w 6343"/>
                  <a:gd name="connsiteY3" fmla="*/ 993 h 6345"/>
                  <a:gd name="connsiteX4" fmla="*/ 3412 w 6343"/>
                  <a:gd name="connsiteY4" fmla="*/ 64 h 6345"/>
                  <a:gd name="connsiteX5" fmla="*/ 1170 w 6343"/>
                  <a:gd name="connsiteY5" fmla="*/ 993 h 6345"/>
                  <a:gd name="connsiteX6" fmla="*/ 241 w 6343"/>
                  <a:gd name="connsiteY6" fmla="*/ 3236 h 6345"/>
                  <a:gd name="connsiteX7" fmla="*/ 1170 w 6343"/>
                  <a:gd name="connsiteY7" fmla="*/ 5480 h 6345"/>
                  <a:gd name="connsiteX8" fmla="*/ 3412 w 6343"/>
                  <a:gd name="connsiteY8" fmla="*/ 64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09"/>
                    </a:moveTo>
                    <a:cubicBezTo>
                      <a:pt x="4253" y="6409"/>
                      <a:pt x="5060" y="6075"/>
                      <a:pt x="5655" y="5480"/>
                    </a:cubicBezTo>
                    <a:cubicBezTo>
                      <a:pt x="6250" y="4885"/>
                      <a:pt x="6584" y="4078"/>
                      <a:pt x="6584" y="3236"/>
                    </a:cubicBezTo>
                    <a:cubicBezTo>
                      <a:pt x="6584" y="2395"/>
                      <a:pt x="6250" y="1588"/>
                      <a:pt x="5655" y="993"/>
                    </a:cubicBezTo>
                    <a:cubicBezTo>
                      <a:pt x="5060" y="398"/>
                      <a:pt x="4253" y="64"/>
                      <a:pt x="3412" y="64"/>
                    </a:cubicBezTo>
                    <a:cubicBezTo>
                      <a:pt x="2571" y="64"/>
                      <a:pt x="1764" y="398"/>
                      <a:pt x="1170" y="993"/>
                    </a:cubicBezTo>
                    <a:cubicBezTo>
                      <a:pt x="575" y="1588"/>
                      <a:pt x="241" y="2395"/>
                      <a:pt x="241" y="3236"/>
                    </a:cubicBezTo>
                    <a:cubicBezTo>
                      <a:pt x="241" y="4078"/>
                      <a:pt x="575" y="4885"/>
                      <a:pt x="1170" y="5480"/>
                    </a:cubicBezTo>
                    <a:cubicBezTo>
                      <a:pt x="1764" y="6075"/>
                      <a:pt x="2571" y="6409"/>
                      <a:pt x="3412" y="64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12" name="Freeform: Shape 11411">
                <a:extLst>
                  <a:ext uri="{FF2B5EF4-FFF2-40B4-BE49-F238E27FC236}">
                    <a16:creationId xmlns:a16="http://schemas.microsoft.com/office/drawing/2014/main" id="{B351454C-61FC-587F-0FEB-CD72EF5A4B7C}"/>
                  </a:ext>
                </a:extLst>
              </p:cNvPr>
              <p:cNvSpPr/>
              <p:nvPr/>
            </p:nvSpPr>
            <p:spPr>
              <a:xfrm>
                <a:off x="9469197" y="4287710"/>
                <a:ext cx="6343" cy="6345"/>
              </a:xfrm>
              <a:custGeom>
                <a:avLst/>
                <a:gdLst>
                  <a:gd name="connsiteX0" fmla="*/ 3413 w 6343"/>
                  <a:gd name="connsiteY0" fmla="*/ 6409 h 6345"/>
                  <a:gd name="connsiteX1" fmla="*/ 5655 w 6343"/>
                  <a:gd name="connsiteY1" fmla="*/ 5480 h 6345"/>
                  <a:gd name="connsiteX2" fmla="*/ 6584 w 6343"/>
                  <a:gd name="connsiteY2" fmla="*/ 3236 h 6345"/>
                  <a:gd name="connsiteX3" fmla="*/ 5655 w 6343"/>
                  <a:gd name="connsiteY3" fmla="*/ 993 h 6345"/>
                  <a:gd name="connsiteX4" fmla="*/ 3413 w 6343"/>
                  <a:gd name="connsiteY4" fmla="*/ 64 h 6345"/>
                  <a:gd name="connsiteX5" fmla="*/ 1170 w 6343"/>
                  <a:gd name="connsiteY5" fmla="*/ 993 h 6345"/>
                  <a:gd name="connsiteX6" fmla="*/ 241 w 6343"/>
                  <a:gd name="connsiteY6" fmla="*/ 3236 h 6345"/>
                  <a:gd name="connsiteX7" fmla="*/ 1170 w 6343"/>
                  <a:gd name="connsiteY7" fmla="*/ 5480 h 6345"/>
                  <a:gd name="connsiteX8" fmla="*/ 3413 w 6343"/>
                  <a:gd name="connsiteY8" fmla="*/ 64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09"/>
                    </a:moveTo>
                    <a:cubicBezTo>
                      <a:pt x="4254" y="6409"/>
                      <a:pt x="5061" y="6075"/>
                      <a:pt x="5655" y="5480"/>
                    </a:cubicBezTo>
                    <a:cubicBezTo>
                      <a:pt x="6250" y="4885"/>
                      <a:pt x="6584" y="4078"/>
                      <a:pt x="6584" y="3236"/>
                    </a:cubicBezTo>
                    <a:cubicBezTo>
                      <a:pt x="6584" y="2395"/>
                      <a:pt x="6250" y="1588"/>
                      <a:pt x="5655" y="993"/>
                    </a:cubicBezTo>
                    <a:cubicBezTo>
                      <a:pt x="5061" y="398"/>
                      <a:pt x="4254" y="64"/>
                      <a:pt x="3413" y="64"/>
                    </a:cubicBezTo>
                    <a:cubicBezTo>
                      <a:pt x="2572" y="64"/>
                      <a:pt x="1765" y="398"/>
                      <a:pt x="1170" y="993"/>
                    </a:cubicBezTo>
                    <a:cubicBezTo>
                      <a:pt x="575" y="1588"/>
                      <a:pt x="241" y="2395"/>
                      <a:pt x="241" y="3236"/>
                    </a:cubicBezTo>
                    <a:cubicBezTo>
                      <a:pt x="241" y="4078"/>
                      <a:pt x="575" y="4885"/>
                      <a:pt x="1170" y="5480"/>
                    </a:cubicBezTo>
                    <a:cubicBezTo>
                      <a:pt x="1765" y="6075"/>
                      <a:pt x="2572" y="6409"/>
                      <a:pt x="3413" y="64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13" name="Freeform: Shape 11412">
                <a:extLst>
                  <a:ext uri="{FF2B5EF4-FFF2-40B4-BE49-F238E27FC236}">
                    <a16:creationId xmlns:a16="http://schemas.microsoft.com/office/drawing/2014/main" id="{A25D71D9-A50A-10DC-1705-18CE3BDEED68}"/>
                  </a:ext>
                </a:extLst>
              </p:cNvPr>
              <p:cNvSpPr/>
              <p:nvPr/>
            </p:nvSpPr>
            <p:spPr>
              <a:xfrm>
                <a:off x="9481505" y="4289029"/>
                <a:ext cx="6343" cy="6345"/>
              </a:xfrm>
              <a:custGeom>
                <a:avLst/>
                <a:gdLst>
                  <a:gd name="connsiteX0" fmla="*/ 3414 w 6343"/>
                  <a:gd name="connsiteY0" fmla="*/ 6409 h 6345"/>
                  <a:gd name="connsiteX1" fmla="*/ 5656 w 6343"/>
                  <a:gd name="connsiteY1" fmla="*/ 5480 h 6345"/>
                  <a:gd name="connsiteX2" fmla="*/ 6585 w 6343"/>
                  <a:gd name="connsiteY2" fmla="*/ 3236 h 6345"/>
                  <a:gd name="connsiteX3" fmla="*/ 5656 w 6343"/>
                  <a:gd name="connsiteY3" fmla="*/ 993 h 6345"/>
                  <a:gd name="connsiteX4" fmla="*/ 3414 w 6343"/>
                  <a:gd name="connsiteY4" fmla="*/ 64 h 6345"/>
                  <a:gd name="connsiteX5" fmla="*/ 1171 w 6343"/>
                  <a:gd name="connsiteY5" fmla="*/ 993 h 6345"/>
                  <a:gd name="connsiteX6" fmla="*/ 242 w 6343"/>
                  <a:gd name="connsiteY6" fmla="*/ 3236 h 6345"/>
                  <a:gd name="connsiteX7" fmla="*/ 1171 w 6343"/>
                  <a:gd name="connsiteY7" fmla="*/ 5480 h 6345"/>
                  <a:gd name="connsiteX8" fmla="*/ 3414 w 6343"/>
                  <a:gd name="connsiteY8" fmla="*/ 64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09"/>
                    </a:moveTo>
                    <a:cubicBezTo>
                      <a:pt x="4255" y="6409"/>
                      <a:pt x="5062" y="6075"/>
                      <a:pt x="5656" y="5480"/>
                    </a:cubicBezTo>
                    <a:cubicBezTo>
                      <a:pt x="6251" y="4885"/>
                      <a:pt x="6585" y="4078"/>
                      <a:pt x="6585" y="3236"/>
                    </a:cubicBezTo>
                    <a:cubicBezTo>
                      <a:pt x="6585" y="2395"/>
                      <a:pt x="6251" y="1588"/>
                      <a:pt x="5656" y="993"/>
                    </a:cubicBezTo>
                    <a:cubicBezTo>
                      <a:pt x="5062" y="398"/>
                      <a:pt x="4255" y="64"/>
                      <a:pt x="3414" y="64"/>
                    </a:cubicBezTo>
                    <a:cubicBezTo>
                      <a:pt x="2573" y="64"/>
                      <a:pt x="1766" y="398"/>
                      <a:pt x="1171" y="993"/>
                    </a:cubicBezTo>
                    <a:cubicBezTo>
                      <a:pt x="576" y="1588"/>
                      <a:pt x="242" y="2395"/>
                      <a:pt x="242" y="3236"/>
                    </a:cubicBezTo>
                    <a:cubicBezTo>
                      <a:pt x="242" y="4078"/>
                      <a:pt x="576" y="4885"/>
                      <a:pt x="1171" y="5480"/>
                    </a:cubicBezTo>
                    <a:cubicBezTo>
                      <a:pt x="1766" y="6075"/>
                      <a:pt x="2573" y="6409"/>
                      <a:pt x="3414" y="64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14" name="Freeform: Shape 11413">
                <a:extLst>
                  <a:ext uri="{FF2B5EF4-FFF2-40B4-BE49-F238E27FC236}">
                    <a16:creationId xmlns:a16="http://schemas.microsoft.com/office/drawing/2014/main" id="{DB07443C-C5AD-FD90-1861-FE8414AB0655}"/>
                  </a:ext>
                </a:extLst>
              </p:cNvPr>
              <p:cNvSpPr/>
              <p:nvPr/>
            </p:nvSpPr>
            <p:spPr>
              <a:xfrm>
                <a:off x="9454751" y="5163598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15" name="Freeform: Shape 11414">
                <a:extLst>
                  <a:ext uri="{FF2B5EF4-FFF2-40B4-BE49-F238E27FC236}">
                    <a16:creationId xmlns:a16="http://schemas.microsoft.com/office/drawing/2014/main" id="{CF7F8107-A5C9-B258-99DD-C30CDD6DF3BB}"/>
                  </a:ext>
                </a:extLst>
              </p:cNvPr>
              <p:cNvSpPr/>
              <p:nvPr/>
            </p:nvSpPr>
            <p:spPr>
              <a:xfrm>
                <a:off x="9455928" y="5159295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4" y="5549"/>
                    </a:cubicBezTo>
                    <a:cubicBezTo>
                      <a:pt x="6249" y="4954"/>
                      <a:pt x="6583" y="4146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6"/>
                      <a:pt x="574" y="4954"/>
                      <a:pt x="1169" y="5549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16" name="Freeform: Shape 11415">
                <a:extLst>
                  <a:ext uri="{FF2B5EF4-FFF2-40B4-BE49-F238E27FC236}">
                    <a16:creationId xmlns:a16="http://schemas.microsoft.com/office/drawing/2014/main" id="{816654C9-1AE1-5ED7-27C9-62ED6AABED3F}"/>
                  </a:ext>
                </a:extLst>
              </p:cNvPr>
              <p:cNvSpPr/>
              <p:nvPr/>
            </p:nvSpPr>
            <p:spPr>
              <a:xfrm>
                <a:off x="9456754" y="5159369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4" y="5549"/>
                    </a:cubicBezTo>
                    <a:cubicBezTo>
                      <a:pt x="6249" y="4954"/>
                      <a:pt x="6583" y="4146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6"/>
                      <a:pt x="574" y="4954"/>
                      <a:pt x="1169" y="5549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17" name="Freeform: Shape 11416">
                <a:extLst>
                  <a:ext uri="{FF2B5EF4-FFF2-40B4-BE49-F238E27FC236}">
                    <a16:creationId xmlns:a16="http://schemas.microsoft.com/office/drawing/2014/main" id="{E6D344C5-9CAA-6418-1BB7-0086E9B08ED0}"/>
                  </a:ext>
                </a:extLst>
              </p:cNvPr>
              <p:cNvSpPr/>
              <p:nvPr/>
            </p:nvSpPr>
            <p:spPr>
              <a:xfrm>
                <a:off x="9457696" y="5158263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8 h 6345"/>
                  <a:gd name="connsiteX2" fmla="*/ 6583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5" y="5548"/>
                    </a:cubicBezTo>
                    <a:cubicBezTo>
                      <a:pt x="6249" y="4953"/>
                      <a:pt x="6583" y="4146"/>
                      <a:pt x="6583" y="3305"/>
                    </a:cubicBezTo>
                    <a:cubicBezTo>
                      <a:pt x="6583" y="2464"/>
                      <a:pt x="6249" y="1657"/>
                      <a:pt x="5655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6"/>
                      <a:pt x="574" y="4953"/>
                      <a:pt x="1169" y="5548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18" name="Freeform: Shape 11417">
                <a:extLst>
                  <a:ext uri="{FF2B5EF4-FFF2-40B4-BE49-F238E27FC236}">
                    <a16:creationId xmlns:a16="http://schemas.microsoft.com/office/drawing/2014/main" id="{48E89B62-5A14-3759-75A8-903A7C8CFF70}"/>
                  </a:ext>
                </a:extLst>
              </p:cNvPr>
              <p:cNvSpPr/>
              <p:nvPr/>
            </p:nvSpPr>
            <p:spPr>
              <a:xfrm>
                <a:off x="9458515" y="5158472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8 h 6345"/>
                  <a:gd name="connsiteX2" fmla="*/ 6583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5" y="5548"/>
                    </a:cubicBezTo>
                    <a:cubicBezTo>
                      <a:pt x="6249" y="4953"/>
                      <a:pt x="6583" y="4146"/>
                      <a:pt x="6583" y="3305"/>
                    </a:cubicBezTo>
                    <a:cubicBezTo>
                      <a:pt x="6583" y="2464"/>
                      <a:pt x="6249" y="1657"/>
                      <a:pt x="5655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6"/>
                      <a:pt x="575" y="4953"/>
                      <a:pt x="1169" y="5548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19" name="Freeform: Shape 11418">
                <a:extLst>
                  <a:ext uri="{FF2B5EF4-FFF2-40B4-BE49-F238E27FC236}">
                    <a16:creationId xmlns:a16="http://schemas.microsoft.com/office/drawing/2014/main" id="{51EFE5CD-CE15-8321-FEBA-7C90F58AFB8E}"/>
                  </a:ext>
                </a:extLst>
              </p:cNvPr>
              <p:cNvSpPr/>
              <p:nvPr/>
            </p:nvSpPr>
            <p:spPr>
              <a:xfrm>
                <a:off x="9460269" y="5164724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1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5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1" y="2464"/>
                      <a:pt x="241" y="3305"/>
                    </a:cubicBezTo>
                    <a:cubicBezTo>
                      <a:pt x="241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20" name="Freeform: Shape 11419">
                <a:extLst>
                  <a:ext uri="{FF2B5EF4-FFF2-40B4-BE49-F238E27FC236}">
                    <a16:creationId xmlns:a16="http://schemas.microsoft.com/office/drawing/2014/main" id="{0CFDF175-0652-1ED3-44D7-2969DC3F0476}"/>
                  </a:ext>
                </a:extLst>
              </p:cNvPr>
              <p:cNvSpPr/>
              <p:nvPr/>
            </p:nvSpPr>
            <p:spPr>
              <a:xfrm>
                <a:off x="9473591" y="5170738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2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0" y="4954"/>
                      <a:pt x="6585" y="4147"/>
                      <a:pt x="6585" y="3306"/>
                    </a:cubicBezTo>
                    <a:cubicBezTo>
                      <a:pt x="6585" y="2465"/>
                      <a:pt x="6250" y="1657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21" name="Freeform: Shape 11420">
                <a:extLst>
                  <a:ext uri="{FF2B5EF4-FFF2-40B4-BE49-F238E27FC236}">
                    <a16:creationId xmlns:a16="http://schemas.microsoft.com/office/drawing/2014/main" id="{7B6E90D5-8ECD-B285-1006-75C364242845}"/>
                  </a:ext>
                </a:extLst>
              </p:cNvPr>
              <p:cNvSpPr/>
              <p:nvPr/>
            </p:nvSpPr>
            <p:spPr>
              <a:xfrm>
                <a:off x="9474994" y="517153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5"/>
                      <a:pt x="6585" y="4147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5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22" name="Freeform: Shape 11421">
                <a:extLst>
                  <a:ext uri="{FF2B5EF4-FFF2-40B4-BE49-F238E27FC236}">
                    <a16:creationId xmlns:a16="http://schemas.microsoft.com/office/drawing/2014/main" id="{BC08D196-6D80-A67C-C49D-0E2844E3F407}"/>
                  </a:ext>
                </a:extLst>
              </p:cNvPr>
              <p:cNvSpPr/>
              <p:nvPr/>
            </p:nvSpPr>
            <p:spPr>
              <a:xfrm>
                <a:off x="9478023" y="5172199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50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50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5" y="6479"/>
                      <a:pt x="5061" y="6144"/>
                      <a:pt x="5656" y="5550"/>
                    </a:cubicBezTo>
                    <a:cubicBezTo>
                      <a:pt x="6251" y="4955"/>
                      <a:pt x="6585" y="4148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5" y="133"/>
                      <a:pt x="3413" y="133"/>
                    </a:cubicBezTo>
                    <a:cubicBezTo>
                      <a:pt x="2572" y="133"/>
                      <a:pt x="1766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8"/>
                      <a:pt x="576" y="4955"/>
                      <a:pt x="1171" y="5550"/>
                    </a:cubicBezTo>
                    <a:cubicBezTo>
                      <a:pt x="1766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23" name="Freeform: Shape 11422">
                <a:extLst>
                  <a:ext uri="{FF2B5EF4-FFF2-40B4-BE49-F238E27FC236}">
                    <a16:creationId xmlns:a16="http://schemas.microsoft.com/office/drawing/2014/main" id="{0B8A3F3D-4D0B-2441-82E5-AA38BA833CE2}"/>
                  </a:ext>
                </a:extLst>
              </p:cNvPr>
              <p:cNvSpPr/>
              <p:nvPr/>
            </p:nvSpPr>
            <p:spPr>
              <a:xfrm>
                <a:off x="9479672" y="5172080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50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4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50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1" y="6144"/>
                      <a:pt x="5656" y="5550"/>
                    </a:cubicBezTo>
                    <a:cubicBezTo>
                      <a:pt x="6251" y="4955"/>
                      <a:pt x="6585" y="4147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5" y="133"/>
                      <a:pt x="3414" y="133"/>
                    </a:cubicBezTo>
                    <a:cubicBezTo>
                      <a:pt x="2572" y="133"/>
                      <a:pt x="1766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5"/>
                      <a:pt x="1171" y="5550"/>
                    </a:cubicBezTo>
                    <a:cubicBezTo>
                      <a:pt x="1766" y="6144"/>
                      <a:pt x="2572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24" name="Freeform: Shape 11423">
                <a:extLst>
                  <a:ext uri="{FF2B5EF4-FFF2-40B4-BE49-F238E27FC236}">
                    <a16:creationId xmlns:a16="http://schemas.microsoft.com/office/drawing/2014/main" id="{1BA33D5B-50D8-6ABC-ED5C-5D0850343103}"/>
                  </a:ext>
                </a:extLst>
              </p:cNvPr>
              <p:cNvSpPr/>
              <p:nvPr/>
            </p:nvSpPr>
            <p:spPr>
              <a:xfrm>
                <a:off x="9535230" y="5013065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90" y="4135"/>
                      <a:pt x="6590" y="3294"/>
                    </a:cubicBezTo>
                    <a:cubicBezTo>
                      <a:pt x="6590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6" y="2452"/>
                      <a:pt x="246" y="3294"/>
                    </a:cubicBezTo>
                    <a:cubicBezTo>
                      <a:pt x="246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25" name="Freeform: Shape 11424">
                <a:extLst>
                  <a:ext uri="{FF2B5EF4-FFF2-40B4-BE49-F238E27FC236}">
                    <a16:creationId xmlns:a16="http://schemas.microsoft.com/office/drawing/2014/main" id="{ED8A8B18-7EC0-6259-BABE-C74580BC0FC2}"/>
                  </a:ext>
                </a:extLst>
              </p:cNvPr>
              <p:cNvSpPr/>
              <p:nvPr/>
            </p:nvSpPr>
            <p:spPr>
              <a:xfrm>
                <a:off x="9537089" y="5013212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7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26" name="Freeform: Shape 11425">
                <a:extLst>
                  <a:ext uri="{FF2B5EF4-FFF2-40B4-BE49-F238E27FC236}">
                    <a16:creationId xmlns:a16="http://schemas.microsoft.com/office/drawing/2014/main" id="{ED03BE4A-D2F6-4ADB-B099-F798066F93F2}"/>
                  </a:ext>
                </a:extLst>
              </p:cNvPr>
              <p:cNvSpPr/>
              <p:nvPr/>
            </p:nvSpPr>
            <p:spPr>
              <a:xfrm>
                <a:off x="9538969" y="5013311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27" name="Freeform: Shape 11426">
                <a:extLst>
                  <a:ext uri="{FF2B5EF4-FFF2-40B4-BE49-F238E27FC236}">
                    <a16:creationId xmlns:a16="http://schemas.microsoft.com/office/drawing/2014/main" id="{E95D92D5-E7EA-AED6-2122-05E83AD5F559}"/>
                  </a:ext>
                </a:extLst>
              </p:cNvPr>
              <p:cNvSpPr/>
              <p:nvPr/>
            </p:nvSpPr>
            <p:spPr>
              <a:xfrm>
                <a:off x="9540852" y="5013423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60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60" y="121"/>
                      <a:pt x="3418" y="121"/>
                    </a:cubicBezTo>
                    <a:cubicBezTo>
                      <a:pt x="2577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28" name="Freeform: Shape 11427">
                <a:extLst>
                  <a:ext uri="{FF2B5EF4-FFF2-40B4-BE49-F238E27FC236}">
                    <a16:creationId xmlns:a16="http://schemas.microsoft.com/office/drawing/2014/main" id="{54275947-E269-51FF-FC4D-27C273D741B1}"/>
                  </a:ext>
                </a:extLst>
              </p:cNvPr>
              <p:cNvSpPr/>
              <p:nvPr/>
            </p:nvSpPr>
            <p:spPr>
              <a:xfrm>
                <a:off x="9542717" y="5013607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60" y="121"/>
                      <a:pt x="3419" y="121"/>
                    </a:cubicBezTo>
                    <a:cubicBezTo>
                      <a:pt x="2577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29" name="Freeform: Shape 11428">
                <a:extLst>
                  <a:ext uri="{FF2B5EF4-FFF2-40B4-BE49-F238E27FC236}">
                    <a16:creationId xmlns:a16="http://schemas.microsoft.com/office/drawing/2014/main" id="{B53304C1-4AB9-018D-C79F-B9A90CBC6168}"/>
                  </a:ext>
                </a:extLst>
              </p:cNvPr>
              <p:cNvSpPr/>
              <p:nvPr/>
            </p:nvSpPr>
            <p:spPr>
              <a:xfrm>
                <a:off x="9544540" y="5013921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30" name="Freeform: Shape 11429">
                <a:extLst>
                  <a:ext uri="{FF2B5EF4-FFF2-40B4-BE49-F238E27FC236}">
                    <a16:creationId xmlns:a16="http://schemas.microsoft.com/office/drawing/2014/main" id="{8E1129D0-69A6-E3C8-B105-208E368ED699}"/>
                  </a:ext>
                </a:extLst>
              </p:cNvPr>
              <p:cNvSpPr/>
              <p:nvPr/>
            </p:nvSpPr>
            <p:spPr>
              <a:xfrm>
                <a:off x="9546364" y="5014247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31" name="Freeform: Shape 11430">
                <a:extLst>
                  <a:ext uri="{FF2B5EF4-FFF2-40B4-BE49-F238E27FC236}">
                    <a16:creationId xmlns:a16="http://schemas.microsoft.com/office/drawing/2014/main" id="{575D919C-C2D6-4487-7AB9-3D8D7CD308FC}"/>
                  </a:ext>
                </a:extLst>
              </p:cNvPr>
              <p:cNvSpPr/>
              <p:nvPr/>
            </p:nvSpPr>
            <p:spPr>
              <a:xfrm>
                <a:off x="9548209" y="5014526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2" y="5537"/>
                    </a:cubicBezTo>
                    <a:cubicBezTo>
                      <a:pt x="6256" y="4942"/>
                      <a:pt x="6591" y="4135"/>
                      <a:pt x="6591" y="3294"/>
                    </a:cubicBezTo>
                    <a:cubicBezTo>
                      <a:pt x="6591" y="2452"/>
                      <a:pt x="6256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2" y="1645"/>
                      <a:pt x="247" y="2452"/>
                      <a:pt x="247" y="3294"/>
                    </a:cubicBezTo>
                    <a:cubicBezTo>
                      <a:pt x="247" y="4135"/>
                      <a:pt x="582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32" name="Freeform: Shape 11431">
                <a:extLst>
                  <a:ext uri="{FF2B5EF4-FFF2-40B4-BE49-F238E27FC236}">
                    <a16:creationId xmlns:a16="http://schemas.microsoft.com/office/drawing/2014/main" id="{BE4E67BB-AC43-A8FC-8AA8-8B73B1E36928}"/>
                  </a:ext>
                </a:extLst>
              </p:cNvPr>
              <p:cNvSpPr/>
              <p:nvPr/>
            </p:nvSpPr>
            <p:spPr>
              <a:xfrm>
                <a:off x="9550010" y="5014934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7 w 6343"/>
                  <a:gd name="connsiteY5" fmla="*/ 1050 h 6345"/>
                  <a:gd name="connsiteX6" fmla="*/ 248 w 6343"/>
                  <a:gd name="connsiteY6" fmla="*/ 3294 h 6345"/>
                  <a:gd name="connsiteX7" fmla="*/ 1177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2" y="5537"/>
                    </a:cubicBezTo>
                    <a:cubicBezTo>
                      <a:pt x="6257" y="4942"/>
                      <a:pt x="6591" y="4135"/>
                      <a:pt x="6591" y="3294"/>
                    </a:cubicBezTo>
                    <a:cubicBezTo>
                      <a:pt x="6591" y="2452"/>
                      <a:pt x="6257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7" y="1050"/>
                    </a:cubicBezTo>
                    <a:cubicBezTo>
                      <a:pt x="582" y="1645"/>
                      <a:pt x="248" y="2452"/>
                      <a:pt x="248" y="3294"/>
                    </a:cubicBezTo>
                    <a:cubicBezTo>
                      <a:pt x="248" y="4135"/>
                      <a:pt x="582" y="4942"/>
                      <a:pt x="1177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33" name="Freeform: Shape 11432">
                <a:extLst>
                  <a:ext uri="{FF2B5EF4-FFF2-40B4-BE49-F238E27FC236}">
                    <a16:creationId xmlns:a16="http://schemas.microsoft.com/office/drawing/2014/main" id="{1C42D2CF-4248-2455-CDEB-FA3729052233}"/>
                  </a:ext>
                </a:extLst>
              </p:cNvPr>
              <p:cNvSpPr/>
              <p:nvPr/>
            </p:nvSpPr>
            <p:spPr>
              <a:xfrm>
                <a:off x="9551516" y="5016114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7 w 6343"/>
                  <a:gd name="connsiteY5" fmla="*/ 1050 h 6345"/>
                  <a:gd name="connsiteX6" fmla="*/ 248 w 6343"/>
                  <a:gd name="connsiteY6" fmla="*/ 3294 h 6345"/>
                  <a:gd name="connsiteX7" fmla="*/ 1177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2" y="5537"/>
                    </a:cubicBezTo>
                    <a:cubicBezTo>
                      <a:pt x="6257" y="4942"/>
                      <a:pt x="6591" y="4135"/>
                      <a:pt x="6591" y="3294"/>
                    </a:cubicBezTo>
                    <a:cubicBezTo>
                      <a:pt x="6591" y="2452"/>
                      <a:pt x="6257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7" y="1050"/>
                    </a:cubicBezTo>
                    <a:cubicBezTo>
                      <a:pt x="582" y="1645"/>
                      <a:pt x="248" y="2452"/>
                      <a:pt x="248" y="3294"/>
                    </a:cubicBezTo>
                    <a:cubicBezTo>
                      <a:pt x="248" y="4135"/>
                      <a:pt x="582" y="4942"/>
                      <a:pt x="1177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34" name="Freeform: Shape 11433">
                <a:extLst>
                  <a:ext uri="{FF2B5EF4-FFF2-40B4-BE49-F238E27FC236}">
                    <a16:creationId xmlns:a16="http://schemas.microsoft.com/office/drawing/2014/main" id="{5AF7F87B-3677-1376-921C-36A6E80325F7}"/>
                  </a:ext>
                </a:extLst>
              </p:cNvPr>
              <p:cNvSpPr/>
              <p:nvPr/>
            </p:nvSpPr>
            <p:spPr>
              <a:xfrm>
                <a:off x="9552738" y="5018001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7 h 6345"/>
                  <a:gd name="connsiteX2" fmla="*/ 6591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7 w 6343"/>
                  <a:gd name="connsiteY5" fmla="*/ 1050 h 6345"/>
                  <a:gd name="connsiteX6" fmla="*/ 248 w 6343"/>
                  <a:gd name="connsiteY6" fmla="*/ 3294 h 6345"/>
                  <a:gd name="connsiteX7" fmla="*/ 1177 w 6343"/>
                  <a:gd name="connsiteY7" fmla="*/ 5537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2"/>
                      <a:pt x="5662" y="5537"/>
                    </a:cubicBezTo>
                    <a:cubicBezTo>
                      <a:pt x="6257" y="4942"/>
                      <a:pt x="6591" y="4135"/>
                      <a:pt x="6591" y="3294"/>
                    </a:cubicBezTo>
                    <a:cubicBezTo>
                      <a:pt x="6591" y="2453"/>
                      <a:pt x="6257" y="1645"/>
                      <a:pt x="5662" y="1050"/>
                    </a:cubicBezTo>
                    <a:cubicBezTo>
                      <a:pt x="5067" y="456"/>
                      <a:pt x="4260" y="121"/>
                      <a:pt x="3419" y="121"/>
                    </a:cubicBezTo>
                    <a:cubicBezTo>
                      <a:pt x="2578" y="121"/>
                      <a:pt x="1771" y="456"/>
                      <a:pt x="1177" y="1050"/>
                    </a:cubicBezTo>
                    <a:cubicBezTo>
                      <a:pt x="582" y="1645"/>
                      <a:pt x="248" y="2453"/>
                      <a:pt x="248" y="3294"/>
                    </a:cubicBezTo>
                    <a:cubicBezTo>
                      <a:pt x="248" y="4135"/>
                      <a:pt x="582" y="4942"/>
                      <a:pt x="1177" y="5537"/>
                    </a:cubicBezTo>
                    <a:cubicBezTo>
                      <a:pt x="1771" y="6132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35" name="Freeform: Shape 11434">
                <a:extLst>
                  <a:ext uri="{FF2B5EF4-FFF2-40B4-BE49-F238E27FC236}">
                    <a16:creationId xmlns:a16="http://schemas.microsoft.com/office/drawing/2014/main" id="{985D0061-50CC-1999-C57A-2B6942248774}"/>
                  </a:ext>
                </a:extLst>
              </p:cNvPr>
              <p:cNvSpPr/>
              <p:nvPr/>
            </p:nvSpPr>
            <p:spPr>
              <a:xfrm>
                <a:off x="9553289" y="5021521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8 h 6345"/>
                  <a:gd name="connsiteX2" fmla="*/ 6591 w 6343"/>
                  <a:gd name="connsiteY2" fmla="*/ 3294 h 6345"/>
                  <a:gd name="connsiteX3" fmla="*/ 5662 w 6343"/>
                  <a:gd name="connsiteY3" fmla="*/ 1051 h 6345"/>
                  <a:gd name="connsiteX4" fmla="*/ 3419 w 6343"/>
                  <a:gd name="connsiteY4" fmla="*/ 122 h 6345"/>
                  <a:gd name="connsiteX5" fmla="*/ 1177 w 6343"/>
                  <a:gd name="connsiteY5" fmla="*/ 1051 h 6345"/>
                  <a:gd name="connsiteX6" fmla="*/ 248 w 6343"/>
                  <a:gd name="connsiteY6" fmla="*/ 3294 h 6345"/>
                  <a:gd name="connsiteX7" fmla="*/ 1177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1" y="6467"/>
                      <a:pt x="5067" y="6133"/>
                      <a:pt x="5662" y="5538"/>
                    </a:cubicBezTo>
                    <a:cubicBezTo>
                      <a:pt x="6257" y="4943"/>
                      <a:pt x="6591" y="4136"/>
                      <a:pt x="6591" y="3294"/>
                    </a:cubicBezTo>
                    <a:cubicBezTo>
                      <a:pt x="6591" y="2453"/>
                      <a:pt x="6257" y="1646"/>
                      <a:pt x="5662" y="1051"/>
                    </a:cubicBezTo>
                    <a:cubicBezTo>
                      <a:pt x="5067" y="456"/>
                      <a:pt x="4261" y="122"/>
                      <a:pt x="3419" y="122"/>
                    </a:cubicBezTo>
                    <a:cubicBezTo>
                      <a:pt x="2578" y="122"/>
                      <a:pt x="1772" y="456"/>
                      <a:pt x="1177" y="1051"/>
                    </a:cubicBezTo>
                    <a:cubicBezTo>
                      <a:pt x="582" y="1646"/>
                      <a:pt x="248" y="2453"/>
                      <a:pt x="248" y="3294"/>
                    </a:cubicBezTo>
                    <a:cubicBezTo>
                      <a:pt x="248" y="4136"/>
                      <a:pt x="582" y="4943"/>
                      <a:pt x="1177" y="5538"/>
                    </a:cubicBezTo>
                    <a:cubicBezTo>
                      <a:pt x="1772" y="6133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36" name="Freeform: Shape 11435">
                <a:extLst>
                  <a:ext uri="{FF2B5EF4-FFF2-40B4-BE49-F238E27FC236}">
                    <a16:creationId xmlns:a16="http://schemas.microsoft.com/office/drawing/2014/main" id="{C994B09A-0CC0-2E76-D5BC-09238F806CEE}"/>
                  </a:ext>
                </a:extLst>
              </p:cNvPr>
              <p:cNvSpPr/>
              <p:nvPr/>
            </p:nvSpPr>
            <p:spPr>
              <a:xfrm>
                <a:off x="9554722" y="5022775"/>
                <a:ext cx="6343" cy="6345"/>
              </a:xfrm>
              <a:custGeom>
                <a:avLst/>
                <a:gdLst>
                  <a:gd name="connsiteX0" fmla="*/ 3420 w 6343"/>
                  <a:gd name="connsiteY0" fmla="*/ 6467 h 6345"/>
                  <a:gd name="connsiteX1" fmla="*/ 5662 w 6343"/>
                  <a:gd name="connsiteY1" fmla="*/ 5538 h 6345"/>
                  <a:gd name="connsiteX2" fmla="*/ 6591 w 6343"/>
                  <a:gd name="connsiteY2" fmla="*/ 3294 h 6345"/>
                  <a:gd name="connsiteX3" fmla="*/ 5662 w 6343"/>
                  <a:gd name="connsiteY3" fmla="*/ 1051 h 6345"/>
                  <a:gd name="connsiteX4" fmla="*/ 3420 w 6343"/>
                  <a:gd name="connsiteY4" fmla="*/ 122 h 6345"/>
                  <a:gd name="connsiteX5" fmla="*/ 1177 w 6343"/>
                  <a:gd name="connsiteY5" fmla="*/ 1051 h 6345"/>
                  <a:gd name="connsiteX6" fmla="*/ 248 w 6343"/>
                  <a:gd name="connsiteY6" fmla="*/ 3294 h 6345"/>
                  <a:gd name="connsiteX7" fmla="*/ 1177 w 6343"/>
                  <a:gd name="connsiteY7" fmla="*/ 5538 h 6345"/>
                  <a:gd name="connsiteX8" fmla="*/ 342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67"/>
                    </a:moveTo>
                    <a:cubicBezTo>
                      <a:pt x="4261" y="6467"/>
                      <a:pt x="5067" y="6133"/>
                      <a:pt x="5662" y="5538"/>
                    </a:cubicBezTo>
                    <a:cubicBezTo>
                      <a:pt x="6257" y="4943"/>
                      <a:pt x="6591" y="4136"/>
                      <a:pt x="6591" y="3294"/>
                    </a:cubicBezTo>
                    <a:cubicBezTo>
                      <a:pt x="6591" y="2453"/>
                      <a:pt x="6257" y="1646"/>
                      <a:pt x="5662" y="1051"/>
                    </a:cubicBezTo>
                    <a:cubicBezTo>
                      <a:pt x="5067" y="456"/>
                      <a:pt x="4261" y="122"/>
                      <a:pt x="3420" y="122"/>
                    </a:cubicBezTo>
                    <a:cubicBezTo>
                      <a:pt x="2578" y="122"/>
                      <a:pt x="1772" y="456"/>
                      <a:pt x="1177" y="1051"/>
                    </a:cubicBezTo>
                    <a:cubicBezTo>
                      <a:pt x="582" y="1646"/>
                      <a:pt x="248" y="2453"/>
                      <a:pt x="248" y="3294"/>
                    </a:cubicBezTo>
                    <a:cubicBezTo>
                      <a:pt x="248" y="4136"/>
                      <a:pt x="582" y="4943"/>
                      <a:pt x="1177" y="5538"/>
                    </a:cubicBezTo>
                    <a:cubicBezTo>
                      <a:pt x="1772" y="6133"/>
                      <a:pt x="2578" y="6467"/>
                      <a:pt x="342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37" name="Freeform: Shape 11436">
                <a:extLst>
                  <a:ext uri="{FF2B5EF4-FFF2-40B4-BE49-F238E27FC236}">
                    <a16:creationId xmlns:a16="http://schemas.microsoft.com/office/drawing/2014/main" id="{2146799D-6C7C-CE30-DF41-589D40130839}"/>
                  </a:ext>
                </a:extLst>
              </p:cNvPr>
              <p:cNvSpPr/>
              <p:nvPr/>
            </p:nvSpPr>
            <p:spPr>
              <a:xfrm>
                <a:off x="9555664" y="5025194"/>
                <a:ext cx="6343" cy="6345"/>
              </a:xfrm>
              <a:custGeom>
                <a:avLst/>
                <a:gdLst>
                  <a:gd name="connsiteX0" fmla="*/ 3420 w 6343"/>
                  <a:gd name="connsiteY0" fmla="*/ 6467 h 6345"/>
                  <a:gd name="connsiteX1" fmla="*/ 5662 w 6343"/>
                  <a:gd name="connsiteY1" fmla="*/ 5538 h 6345"/>
                  <a:gd name="connsiteX2" fmla="*/ 6591 w 6343"/>
                  <a:gd name="connsiteY2" fmla="*/ 3295 h 6345"/>
                  <a:gd name="connsiteX3" fmla="*/ 5662 w 6343"/>
                  <a:gd name="connsiteY3" fmla="*/ 1051 h 6345"/>
                  <a:gd name="connsiteX4" fmla="*/ 3420 w 6343"/>
                  <a:gd name="connsiteY4" fmla="*/ 122 h 6345"/>
                  <a:gd name="connsiteX5" fmla="*/ 1177 w 6343"/>
                  <a:gd name="connsiteY5" fmla="*/ 1051 h 6345"/>
                  <a:gd name="connsiteX6" fmla="*/ 248 w 6343"/>
                  <a:gd name="connsiteY6" fmla="*/ 3295 h 6345"/>
                  <a:gd name="connsiteX7" fmla="*/ 1177 w 6343"/>
                  <a:gd name="connsiteY7" fmla="*/ 5538 h 6345"/>
                  <a:gd name="connsiteX8" fmla="*/ 342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67"/>
                    </a:moveTo>
                    <a:cubicBezTo>
                      <a:pt x="4261" y="6467"/>
                      <a:pt x="5067" y="6133"/>
                      <a:pt x="5662" y="5538"/>
                    </a:cubicBezTo>
                    <a:cubicBezTo>
                      <a:pt x="6257" y="4943"/>
                      <a:pt x="6591" y="4136"/>
                      <a:pt x="6591" y="3295"/>
                    </a:cubicBezTo>
                    <a:cubicBezTo>
                      <a:pt x="6591" y="2453"/>
                      <a:pt x="6257" y="1646"/>
                      <a:pt x="5662" y="1051"/>
                    </a:cubicBezTo>
                    <a:cubicBezTo>
                      <a:pt x="5067" y="456"/>
                      <a:pt x="4261" y="122"/>
                      <a:pt x="3420" y="122"/>
                    </a:cubicBezTo>
                    <a:cubicBezTo>
                      <a:pt x="2578" y="122"/>
                      <a:pt x="1772" y="456"/>
                      <a:pt x="1177" y="1051"/>
                    </a:cubicBezTo>
                    <a:cubicBezTo>
                      <a:pt x="582" y="1646"/>
                      <a:pt x="248" y="2453"/>
                      <a:pt x="248" y="3295"/>
                    </a:cubicBezTo>
                    <a:cubicBezTo>
                      <a:pt x="248" y="4136"/>
                      <a:pt x="582" y="4943"/>
                      <a:pt x="1177" y="5538"/>
                    </a:cubicBezTo>
                    <a:cubicBezTo>
                      <a:pt x="1772" y="6133"/>
                      <a:pt x="2578" y="6467"/>
                      <a:pt x="342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38" name="Freeform: Shape 11437">
                <a:extLst>
                  <a:ext uri="{FF2B5EF4-FFF2-40B4-BE49-F238E27FC236}">
                    <a16:creationId xmlns:a16="http://schemas.microsoft.com/office/drawing/2014/main" id="{D5B1DF6D-2B0D-BB35-4C21-4EF09C92573D}"/>
                  </a:ext>
                </a:extLst>
              </p:cNvPr>
              <p:cNvSpPr/>
              <p:nvPr/>
            </p:nvSpPr>
            <p:spPr>
              <a:xfrm>
                <a:off x="9548692" y="5062375"/>
                <a:ext cx="6343" cy="6345"/>
              </a:xfrm>
              <a:custGeom>
                <a:avLst/>
                <a:gdLst>
                  <a:gd name="connsiteX0" fmla="*/ 3419 w 6343"/>
                  <a:gd name="connsiteY0" fmla="*/ 6470 h 6345"/>
                  <a:gd name="connsiteX1" fmla="*/ 5662 w 6343"/>
                  <a:gd name="connsiteY1" fmla="*/ 5541 h 6345"/>
                  <a:gd name="connsiteX2" fmla="*/ 6591 w 6343"/>
                  <a:gd name="connsiteY2" fmla="*/ 3297 h 6345"/>
                  <a:gd name="connsiteX3" fmla="*/ 5662 w 6343"/>
                  <a:gd name="connsiteY3" fmla="*/ 1054 h 6345"/>
                  <a:gd name="connsiteX4" fmla="*/ 3419 w 6343"/>
                  <a:gd name="connsiteY4" fmla="*/ 125 h 6345"/>
                  <a:gd name="connsiteX5" fmla="*/ 1176 w 6343"/>
                  <a:gd name="connsiteY5" fmla="*/ 1054 h 6345"/>
                  <a:gd name="connsiteX6" fmla="*/ 247 w 6343"/>
                  <a:gd name="connsiteY6" fmla="*/ 3297 h 6345"/>
                  <a:gd name="connsiteX7" fmla="*/ 1176 w 6343"/>
                  <a:gd name="connsiteY7" fmla="*/ 5541 h 6345"/>
                  <a:gd name="connsiteX8" fmla="*/ 341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0"/>
                    </a:moveTo>
                    <a:cubicBezTo>
                      <a:pt x="4260" y="6470"/>
                      <a:pt x="5067" y="6136"/>
                      <a:pt x="5662" y="5541"/>
                    </a:cubicBezTo>
                    <a:cubicBezTo>
                      <a:pt x="6256" y="4946"/>
                      <a:pt x="6591" y="4139"/>
                      <a:pt x="6591" y="3297"/>
                    </a:cubicBezTo>
                    <a:cubicBezTo>
                      <a:pt x="6591" y="2456"/>
                      <a:pt x="6256" y="1649"/>
                      <a:pt x="5662" y="1054"/>
                    </a:cubicBezTo>
                    <a:cubicBezTo>
                      <a:pt x="5067" y="459"/>
                      <a:pt x="4260" y="125"/>
                      <a:pt x="3419" y="125"/>
                    </a:cubicBezTo>
                    <a:cubicBezTo>
                      <a:pt x="2578" y="125"/>
                      <a:pt x="1771" y="459"/>
                      <a:pt x="1176" y="1054"/>
                    </a:cubicBezTo>
                    <a:cubicBezTo>
                      <a:pt x="582" y="1649"/>
                      <a:pt x="247" y="2456"/>
                      <a:pt x="247" y="3297"/>
                    </a:cubicBezTo>
                    <a:cubicBezTo>
                      <a:pt x="247" y="4139"/>
                      <a:pt x="582" y="4946"/>
                      <a:pt x="1176" y="5541"/>
                    </a:cubicBezTo>
                    <a:cubicBezTo>
                      <a:pt x="1771" y="6136"/>
                      <a:pt x="2578" y="6470"/>
                      <a:pt x="341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39" name="Freeform: Shape 11438">
                <a:extLst>
                  <a:ext uri="{FF2B5EF4-FFF2-40B4-BE49-F238E27FC236}">
                    <a16:creationId xmlns:a16="http://schemas.microsoft.com/office/drawing/2014/main" id="{A3796E81-8E99-8163-A1CE-C8D963E9164D}"/>
                  </a:ext>
                </a:extLst>
              </p:cNvPr>
              <p:cNvSpPr/>
              <p:nvPr/>
            </p:nvSpPr>
            <p:spPr>
              <a:xfrm>
                <a:off x="9550468" y="5065945"/>
                <a:ext cx="6343" cy="6345"/>
              </a:xfrm>
              <a:custGeom>
                <a:avLst/>
                <a:gdLst>
                  <a:gd name="connsiteX0" fmla="*/ 3419 w 6343"/>
                  <a:gd name="connsiteY0" fmla="*/ 6470 h 6345"/>
                  <a:gd name="connsiteX1" fmla="*/ 5662 w 6343"/>
                  <a:gd name="connsiteY1" fmla="*/ 5541 h 6345"/>
                  <a:gd name="connsiteX2" fmla="*/ 6591 w 6343"/>
                  <a:gd name="connsiteY2" fmla="*/ 3298 h 6345"/>
                  <a:gd name="connsiteX3" fmla="*/ 5662 w 6343"/>
                  <a:gd name="connsiteY3" fmla="*/ 1054 h 6345"/>
                  <a:gd name="connsiteX4" fmla="*/ 3419 w 6343"/>
                  <a:gd name="connsiteY4" fmla="*/ 125 h 6345"/>
                  <a:gd name="connsiteX5" fmla="*/ 1177 w 6343"/>
                  <a:gd name="connsiteY5" fmla="*/ 1054 h 6345"/>
                  <a:gd name="connsiteX6" fmla="*/ 248 w 6343"/>
                  <a:gd name="connsiteY6" fmla="*/ 3298 h 6345"/>
                  <a:gd name="connsiteX7" fmla="*/ 1177 w 6343"/>
                  <a:gd name="connsiteY7" fmla="*/ 5541 h 6345"/>
                  <a:gd name="connsiteX8" fmla="*/ 341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0"/>
                    </a:moveTo>
                    <a:cubicBezTo>
                      <a:pt x="4260" y="6470"/>
                      <a:pt x="5067" y="6136"/>
                      <a:pt x="5662" y="5541"/>
                    </a:cubicBezTo>
                    <a:cubicBezTo>
                      <a:pt x="6257" y="4946"/>
                      <a:pt x="6591" y="4139"/>
                      <a:pt x="6591" y="3298"/>
                    </a:cubicBezTo>
                    <a:cubicBezTo>
                      <a:pt x="6591" y="2456"/>
                      <a:pt x="6257" y="1649"/>
                      <a:pt x="5662" y="1054"/>
                    </a:cubicBezTo>
                    <a:cubicBezTo>
                      <a:pt x="5067" y="459"/>
                      <a:pt x="4260" y="125"/>
                      <a:pt x="3419" y="125"/>
                    </a:cubicBezTo>
                    <a:cubicBezTo>
                      <a:pt x="2578" y="125"/>
                      <a:pt x="1771" y="459"/>
                      <a:pt x="1177" y="1054"/>
                    </a:cubicBezTo>
                    <a:cubicBezTo>
                      <a:pt x="582" y="1649"/>
                      <a:pt x="248" y="2456"/>
                      <a:pt x="248" y="3298"/>
                    </a:cubicBezTo>
                    <a:cubicBezTo>
                      <a:pt x="248" y="4139"/>
                      <a:pt x="582" y="4946"/>
                      <a:pt x="1177" y="5541"/>
                    </a:cubicBezTo>
                    <a:cubicBezTo>
                      <a:pt x="1771" y="6136"/>
                      <a:pt x="2578" y="6470"/>
                      <a:pt x="341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40" name="Freeform: Shape 11439">
                <a:extLst>
                  <a:ext uri="{FF2B5EF4-FFF2-40B4-BE49-F238E27FC236}">
                    <a16:creationId xmlns:a16="http://schemas.microsoft.com/office/drawing/2014/main" id="{033E873C-95F8-1CA8-E6C1-06A4243CCEE0}"/>
                  </a:ext>
                </a:extLst>
              </p:cNvPr>
              <p:cNvSpPr/>
              <p:nvPr/>
            </p:nvSpPr>
            <p:spPr>
              <a:xfrm>
                <a:off x="9551008" y="5068412"/>
                <a:ext cx="6343" cy="6345"/>
              </a:xfrm>
              <a:custGeom>
                <a:avLst/>
                <a:gdLst>
                  <a:gd name="connsiteX0" fmla="*/ 3419 w 6343"/>
                  <a:gd name="connsiteY0" fmla="*/ 6471 h 6345"/>
                  <a:gd name="connsiteX1" fmla="*/ 5662 w 6343"/>
                  <a:gd name="connsiteY1" fmla="*/ 5541 h 6345"/>
                  <a:gd name="connsiteX2" fmla="*/ 6591 w 6343"/>
                  <a:gd name="connsiteY2" fmla="*/ 3298 h 6345"/>
                  <a:gd name="connsiteX3" fmla="*/ 5662 w 6343"/>
                  <a:gd name="connsiteY3" fmla="*/ 1054 h 6345"/>
                  <a:gd name="connsiteX4" fmla="*/ 3419 w 6343"/>
                  <a:gd name="connsiteY4" fmla="*/ 125 h 6345"/>
                  <a:gd name="connsiteX5" fmla="*/ 1177 w 6343"/>
                  <a:gd name="connsiteY5" fmla="*/ 1054 h 6345"/>
                  <a:gd name="connsiteX6" fmla="*/ 248 w 6343"/>
                  <a:gd name="connsiteY6" fmla="*/ 3298 h 6345"/>
                  <a:gd name="connsiteX7" fmla="*/ 1177 w 6343"/>
                  <a:gd name="connsiteY7" fmla="*/ 5541 h 6345"/>
                  <a:gd name="connsiteX8" fmla="*/ 3419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1"/>
                    </a:moveTo>
                    <a:cubicBezTo>
                      <a:pt x="4260" y="6471"/>
                      <a:pt x="5067" y="6136"/>
                      <a:pt x="5662" y="5541"/>
                    </a:cubicBezTo>
                    <a:cubicBezTo>
                      <a:pt x="6257" y="4946"/>
                      <a:pt x="6591" y="4139"/>
                      <a:pt x="6591" y="3298"/>
                    </a:cubicBezTo>
                    <a:cubicBezTo>
                      <a:pt x="6591" y="2456"/>
                      <a:pt x="6257" y="1649"/>
                      <a:pt x="5662" y="1054"/>
                    </a:cubicBezTo>
                    <a:cubicBezTo>
                      <a:pt x="5067" y="460"/>
                      <a:pt x="4260" y="125"/>
                      <a:pt x="3419" y="125"/>
                    </a:cubicBezTo>
                    <a:cubicBezTo>
                      <a:pt x="2578" y="125"/>
                      <a:pt x="1771" y="460"/>
                      <a:pt x="1177" y="1054"/>
                    </a:cubicBezTo>
                    <a:cubicBezTo>
                      <a:pt x="582" y="1649"/>
                      <a:pt x="248" y="2456"/>
                      <a:pt x="248" y="3298"/>
                    </a:cubicBezTo>
                    <a:cubicBezTo>
                      <a:pt x="248" y="4139"/>
                      <a:pt x="582" y="4946"/>
                      <a:pt x="1177" y="5541"/>
                    </a:cubicBezTo>
                    <a:cubicBezTo>
                      <a:pt x="1771" y="6136"/>
                      <a:pt x="2578" y="6471"/>
                      <a:pt x="3419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41" name="Freeform: Shape 11440">
                <a:extLst>
                  <a:ext uri="{FF2B5EF4-FFF2-40B4-BE49-F238E27FC236}">
                    <a16:creationId xmlns:a16="http://schemas.microsoft.com/office/drawing/2014/main" id="{246A5AE4-356C-D823-6201-CF5B62FA7069}"/>
                  </a:ext>
                </a:extLst>
              </p:cNvPr>
              <p:cNvSpPr/>
              <p:nvPr/>
            </p:nvSpPr>
            <p:spPr>
              <a:xfrm>
                <a:off x="9527622" y="5125923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7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2 h 6345"/>
                  <a:gd name="connsiteX7" fmla="*/ 1175 w 6343"/>
                  <a:gd name="connsiteY7" fmla="*/ 5546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8" y="6475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2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8" y="130"/>
                      <a:pt x="3417" y="130"/>
                    </a:cubicBezTo>
                    <a:cubicBezTo>
                      <a:pt x="2576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2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42" name="Freeform: Shape 11441">
                <a:extLst>
                  <a:ext uri="{FF2B5EF4-FFF2-40B4-BE49-F238E27FC236}">
                    <a16:creationId xmlns:a16="http://schemas.microsoft.com/office/drawing/2014/main" id="{CC4B75D1-38FF-00BA-EA92-759F3563A18B}"/>
                  </a:ext>
                </a:extLst>
              </p:cNvPr>
              <p:cNvSpPr/>
              <p:nvPr/>
            </p:nvSpPr>
            <p:spPr>
              <a:xfrm>
                <a:off x="9528398" y="5126941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59 h 6345"/>
                  <a:gd name="connsiteX4" fmla="*/ 3417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9" y="6475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9" y="130"/>
                      <a:pt x="3417" y="130"/>
                    </a:cubicBezTo>
                    <a:cubicBezTo>
                      <a:pt x="2576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3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43" name="Freeform: Shape 11442">
                <a:extLst>
                  <a:ext uri="{FF2B5EF4-FFF2-40B4-BE49-F238E27FC236}">
                    <a16:creationId xmlns:a16="http://schemas.microsoft.com/office/drawing/2014/main" id="{085FD3CC-62B4-D811-E86D-5608493D3E3A}"/>
                  </a:ext>
                </a:extLst>
              </p:cNvPr>
              <p:cNvSpPr/>
              <p:nvPr/>
            </p:nvSpPr>
            <p:spPr>
              <a:xfrm>
                <a:off x="9529877" y="5126567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8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2 h 6345"/>
                  <a:gd name="connsiteX7" fmla="*/ 1175 w 6343"/>
                  <a:gd name="connsiteY7" fmla="*/ 5546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2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9" y="130"/>
                      <a:pt x="3418" y="130"/>
                    </a:cubicBezTo>
                    <a:cubicBezTo>
                      <a:pt x="2576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2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6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44" name="Freeform: Shape 11443">
                <a:extLst>
                  <a:ext uri="{FF2B5EF4-FFF2-40B4-BE49-F238E27FC236}">
                    <a16:creationId xmlns:a16="http://schemas.microsoft.com/office/drawing/2014/main" id="{1981A57C-E737-EFE7-96C7-E52928726BB7}"/>
                  </a:ext>
                </a:extLst>
              </p:cNvPr>
              <p:cNvSpPr/>
              <p:nvPr/>
            </p:nvSpPr>
            <p:spPr>
              <a:xfrm>
                <a:off x="9531133" y="5126651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8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2 h 6345"/>
                  <a:gd name="connsiteX7" fmla="*/ 1175 w 6343"/>
                  <a:gd name="connsiteY7" fmla="*/ 5546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6" y="6141"/>
                      <a:pt x="5660" y="5546"/>
                    </a:cubicBezTo>
                    <a:cubicBezTo>
                      <a:pt x="6255" y="4951"/>
                      <a:pt x="6589" y="4144"/>
                      <a:pt x="6589" y="3302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6" y="464"/>
                      <a:pt x="4259" y="130"/>
                      <a:pt x="3418" y="130"/>
                    </a:cubicBezTo>
                    <a:cubicBezTo>
                      <a:pt x="2577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2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7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45" name="Freeform: Shape 11444">
                <a:extLst>
                  <a:ext uri="{FF2B5EF4-FFF2-40B4-BE49-F238E27FC236}">
                    <a16:creationId xmlns:a16="http://schemas.microsoft.com/office/drawing/2014/main" id="{96F0A2B5-904F-D407-091C-6EF881631CFC}"/>
                  </a:ext>
                </a:extLst>
              </p:cNvPr>
              <p:cNvSpPr/>
              <p:nvPr/>
            </p:nvSpPr>
            <p:spPr>
              <a:xfrm>
                <a:off x="9532158" y="5127186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59 h 6345"/>
                  <a:gd name="connsiteX4" fmla="*/ 3418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6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6" y="464"/>
                      <a:pt x="4259" y="130"/>
                      <a:pt x="3418" y="130"/>
                    </a:cubicBezTo>
                    <a:cubicBezTo>
                      <a:pt x="2577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3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7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46" name="Freeform: Shape 11445">
                <a:extLst>
                  <a:ext uri="{FF2B5EF4-FFF2-40B4-BE49-F238E27FC236}">
                    <a16:creationId xmlns:a16="http://schemas.microsoft.com/office/drawing/2014/main" id="{1DDAA406-CF37-2614-424D-0E345620E505}"/>
                  </a:ext>
                </a:extLst>
              </p:cNvPr>
              <p:cNvSpPr/>
              <p:nvPr/>
            </p:nvSpPr>
            <p:spPr>
              <a:xfrm>
                <a:off x="9533445" y="5127231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59 h 6345"/>
                  <a:gd name="connsiteX4" fmla="*/ 3418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6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6" y="464"/>
                      <a:pt x="4259" y="130"/>
                      <a:pt x="3418" y="130"/>
                    </a:cubicBezTo>
                    <a:cubicBezTo>
                      <a:pt x="2577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3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7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47" name="Freeform: Shape 11446">
                <a:extLst>
                  <a:ext uri="{FF2B5EF4-FFF2-40B4-BE49-F238E27FC236}">
                    <a16:creationId xmlns:a16="http://schemas.microsoft.com/office/drawing/2014/main" id="{CFBB856F-0607-2FBC-A458-B7A559A1949E}"/>
                  </a:ext>
                </a:extLst>
              </p:cNvPr>
              <p:cNvSpPr/>
              <p:nvPr/>
            </p:nvSpPr>
            <p:spPr>
              <a:xfrm>
                <a:off x="9533391" y="5129763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59 h 6345"/>
                  <a:gd name="connsiteX4" fmla="*/ 3418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6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6" y="464"/>
                      <a:pt x="4259" y="130"/>
                      <a:pt x="3418" y="130"/>
                    </a:cubicBezTo>
                    <a:cubicBezTo>
                      <a:pt x="2577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3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7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48" name="Freeform: Shape 11447">
                <a:extLst>
                  <a:ext uri="{FF2B5EF4-FFF2-40B4-BE49-F238E27FC236}">
                    <a16:creationId xmlns:a16="http://schemas.microsoft.com/office/drawing/2014/main" id="{0DA83F31-A383-8FBC-BD6D-19A5ADB5A38A}"/>
                  </a:ext>
                </a:extLst>
              </p:cNvPr>
              <p:cNvSpPr/>
              <p:nvPr/>
            </p:nvSpPr>
            <p:spPr>
              <a:xfrm>
                <a:off x="9532947" y="5132947"/>
                <a:ext cx="6343" cy="6345"/>
              </a:xfrm>
              <a:custGeom>
                <a:avLst/>
                <a:gdLst>
                  <a:gd name="connsiteX0" fmla="*/ 3418 w 6343"/>
                  <a:gd name="connsiteY0" fmla="*/ 6476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60 h 6345"/>
                  <a:gd name="connsiteX4" fmla="*/ 3418 w 6343"/>
                  <a:gd name="connsiteY4" fmla="*/ 130 h 6345"/>
                  <a:gd name="connsiteX5" fmla="*/ 1175 w 6343"/>
                  <a:gd name="connsiteY5" fmla="*/ 1060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8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6"/>
                    </a:moveTo>
                    <a:cubicBezTo>
                      <a:pt x="4259" y="6476"/>
                      <a:pt x="5066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2"/>
                      <a:pt x="6255" y="1655"/>
                      <a:pt x="5660" y="1060"/>
                    </a:cubicBezTo>
                    <a:cubicBezTo>
                      <a:pt x="5066" y="465"/>
                      <a:pt x="4259" y="130"/>
                      <a:pt x="3418" y="130"/>
                    </a:cubicBezTo>
                    <a:cubicBezTo>
                      <a:pt x="2577" y="130"/>
                      <a:pt x="1770" y="465"/>
                      <a:pt x="1175" y="1060"/>
                    </a:cubicBezTo>
                    <a:cubicBezTo>
                      <a:pt x="580" y="1655"/>
                      <a:pt x="246" y="2462"/>
                      <a:pt x="246" y="3303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7" y="6476"/>
                      <a:pt x="3418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49" name="Freeform: Shape 11448">
                <a:extLst>
                  <a:ext uri="{FF2B5EF4-FFF2-40B4-BE49-F238E27FC236}">
                    <a16:creationId xmlns:a16="http://schemas.microsoft.com/office/drawing/2014/main" id="{2CE6D6B3-2CD1-24DE-4DE1-69B3C9D88A69}"/>
                  </a:ext>
                </a:extLst>
              </p:cNvPr>
              <p:cNvSpPr/>
              <p:nvPr/>
            </p:nvSpPr>
            <p:spPr>
              <a:xfrm>
                <a:off x="9527530" y="5149161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9 w 6343"/>
                  <a:gd name="connsiteY2" fmla="*/ 3304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4 h 6345"/>
                  <a:gd name="connsiteX7" fmla="*/ 1175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4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5" y="1061"/>
                    </a:cubicBezTo>
                    <a:cubicBezTo>
                      <a:pt x="580" y="1656"/>
                      <a:pt x="246" y="2463"/>
                      <a:pt x="246" y="3304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50" name="Freeform: Shape 11449">
                <a:extLst>
                  <a:ext uri="{FF2B5EF4-FFF2-40B4-BE49-F238E27FC236}">
                    <a16:creationId xmlns:a16="http://schemas.microsoft.com/office/drawing/2014/main" id="{E3A115A6-B122-0EF4-2868-6D63668DBD24}"/>
                  </a:ext>
                </a:extLst>
              </p:cNvPr>
              <p:cNvSpPr/>
              <p:nvPr/>
            </p:nvSpPr>
            <p:spPr>
              <a:xfrm>
                <a:off x="9526587" y="5152813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5" y="1061"/>
                    </a:cubicBezTo>
                    <a:cubicBezTo>
                      <a:pt x="580" y="1656"/>
                      <a:pt x="246" y="2463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51" name="Freeform: Shape 11450">
                <a:extLst>
                  <a:ext uri="{FF2B5EF4-FFF2-40B4-BE49-F238E27FC236}">
                    <a16:creationId xmlns:a16="http://schemas.microsoft.com/office/drawing/2014/main" id="{C5D66870-4EFC-9919-F38C-B8717708FCD4}"/>
                  </a:ext>
                </a:extLst>
              </p:cNvPr>
              <p:cNvSpPr/>
              <p:nvPr/>
            </p:nvSpPr>
            <p:spPr>
              <a:xfrm>
                <a:off x="9527197" y="5153752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5" y="1061"/>
                    </a:cubicBezTo>
                    <a:cubicBezTo>
                      <a:pt x="580" y="1656"/>
                      <a:pt x="246" y="2463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52" name="Freeform: Shape 11451">
                <a:extLst>
                  <a:ext uri="{FF2B5EF4-FFF2-40B4-BE49-F238E27FC236}">
                    <a16:creationId xmlns:a16="http://schemas.microsoft.com/office/drawing/2014/main" id="{DCCE0463-4812-64AC-A365-3E764D965DBF}"/>
                  </a:ext>
                </a:extLst>
              </p:cNvPr>
              <p:cNvSpPr/>
              <p:nvPr/>
            </p:nvSpPr>
            <p:spPr>
              <a:xfrm>
                <a:off x="9527765" y="5154747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9" y="6477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9" y="132"/>
                      <a:pt x="3417" y="132"/>
                    </a:cubicBezTo>
                    <a:cubicBezTo>
                      <a:pt x="2576" y="132"/>
                      <a:pt x="1770" y="466"/>
                      <a:pt x="1175" y="1061"/>
                    </a:cubicBezTo>
                    <a:cubicBezTo>
                      <a:pt x="580" y="1656"/>
                      <a:pt x="246" y="2463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70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53" name="Freeform: Shape 11452">
                <a:extLst>
                  <a:ext uri="{FF2B5EF4-FFF2-40B4-BE49-F238E27FC236}">
                    <a16:creationId xmlns:a16="http://schemas.microsoft.com/office/drawing/2014/main" id="{E9DD0B75-211F-93A8-2289-BADCD2D46F73}"/>
                  </a:ext>
                </a:extLst>
              </p:cNvPr>
              <p:cNvSpPr/>
              <p:nvPr/>
            </p:nvSpPr>
            <p:spPr>
              <a:xfrm>
                <a:off x="9528000" y="5156278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9" y="132"/>
                      <a:pt x="3417" y="132"/>
                    </a:cubicBezTo>
                    <a:cubicBezTo>
                      <a:pt x="2576" y="132"/>
                      <a:pt x="1770" y="466"/>
                      <a:pt x="1175" y="1061"/>
                    </a:cubicBezTo>
                    <a:cubicBezTo>
                      <a:pt x="580" y="1656"/>
                      <a:pt x="246" y="2463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70" y="6143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54" name="Freeform: Shape 11453">
                <a:extLst>
                  <a:ext uri="{FF2B5EF4-FFF2-40B4-BE49-F238E27FC236}">
                    <a16:creationId xmlns:a16="http://schemas.microsoft.com/office/drawing/2014/main" id="{DA761E03-023E-4AF2-1C98-BA77D28C7DC0}"/>
                  </a:ext>
                </a:extLst>
              </p:cNvPr>
              <p:cNvSpPr/>
              <p:nvPr/>
            </p:nvSpPr>
            <p:spPr>
              <a:xfrm>
                <a:off x="9528120" y="5157967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2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4"/>
                      <a:pt x="6255" y="1656"/>
                      <a:pt x="5660" y="1062"/>
                    </a:cubicBezTo>
                    <a:cubicBezTo>
                      <a:pt x="5065" y="467"/>
                      <a:pt x="4259" y="132"/>
                      <a:pt x="3417" y="132"/>
                    </a:cubicBezTo>
                    <a:cubicBezTo>
                      <a:pt x="2576" y="132"/>
                      <a:pt x="1770" y="467"/>
                      <a:pt x="1175" y="1062"/>
                    </a:cubicBezTo>
                    <a:cubicBezTo>
                      <a:pt x="580" y="1656"/>
                      <a:pt x="246" y="2464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70" y="6143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55" name="Freeform: Shape 11454">
                <a:extLst>
                  <a:ext uri="{FF2B5EF4-FFF2-40B4-BE49-F238E27FC236}">
                    <a16:creationId xmlns:a16="http://schemas.microsoft.com/office/drawing/2014/main" id="{2A7246FD-F856-2D75-F45D-3D9C36B7AC00}"/>
                  </a:ext>
                </a:extLst>
              </p:cNvPr>
              <p:cNvSpPr/>
              <p:nvPr/>
            </p:nvSpPr>
            <p:spPr>
              <a:xfrm>
                <a:off x="9529318" y="5157899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8 w 6343"/>
                  <a:gd name="connsiteY4" fmla="*/ 132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4"/>
                      <a:pt x="6255" y="1656"/>
                      <a:pt x="5660" y="1062"/>
                    </a:cubicBezTo>
                    <a:cubicBezTo>
                      <a:pt x="5065" y="467"/>
                      <a:pt x="4259" y="132"/>
                      <a:pt x="3418" y="132"/>
                    </a:cubicBezTo>
                    <a:cubicBezTo>
                      <a:pt x="2576" y="132"/>
                      <a:pt x="1770" y="467"/>
                      <a:pt x="1175" y="1062"/>
                    </a:cubicBezTo>
                    <a:cubicBezTo>
                      <a:pt x="580" y="1656"/>
                      <a:pt x="246" y="2464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70" y="6143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56" name="Freeform: Shape 11455">
                <a:extLst>
                  <a:ext uri="{FF2B5EF4-FFF2-40B4-BE49-F238E27FC236}">
                    <a16:creationId xmlns:a16="http://schemas.microsoft.com/office/drawing/2014/main" id="{6872ACCF-7F36-C629-B1CE-059A120FBA70}"/>
                  </a:ext>
                </a:extLst>
              </p:cNvPr>
              <p:cNvSpPr/>
              <p:nvPr/>
            </p:nvSpPr>
            <p:spPr>
              <a:xfrm>
                <a:off x="9528844" y="5160487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2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2"/>
                      <a:pt x="3417" y="132"/>
                    </a:cubicBezTo>
                    <a:cubicBezTo>
                      <a:pt x="2576" y="132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57" name="Freeform: Shape 11456">
                <a:extLst>
                  <a:ext uri="{FF2B5EF4-FFF2-40B4-BE49-F238E27FC236}">
                    <a16:creationId xmlns:a16="http://schemas.microsoft.com/office/drawing/2014/main" id="{4130DB4C-C1F0-551A-35CE-0A042CCDFED5}"/>
                  </a:ext>
                </a:extLst>
              </p:cNvPr>
              <p:cNvSpPr/>
              <p:nvPr/>
            </p:nvSpPr>
            <p:spPr>
              <a:xfrm>
                <a:off x="9528883" y="5162221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58" name="Freeform: Shape 11457">
                <a:extLst>
                  <a:ext uri="{FF2B5EF4-FFF2-40B4-BE49-F238E27FC236}">
                    <a16:creationId xmlns:a16="http://schemas.microsoft.com/office/drawing/2014/main" id="{120D62BD-28ED-A30E-CEEA-9EA31706E47D}"/>
                  </a:ext>
                </a:extLst>
              </p:cNvPr>
              <p:cNvSpPr/>
              <p:nvPr/>
            </p:nvSpPr>
            <p:spPr>
              <a:xfrm>
                <a:off x="9528938" y="5163897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59" name="Freeform: Shape 11458">
                <a:extLst>
                  <a:ext uri="{FF2B5EF4-FFF2-40B4-BE49-F238E27FC236}">
                    <a16:creationId xmlns:a16="http://schemas.microsoft.com/office/drawing/2014/main" id="{ADCA187F-F792-3971-0662-965EA927C5D1}"/>
                  </a:ext>
                </a:extLst>
              </p:cNvPr>
              <p:cNvSpPr/>
              <p:nvPr/>
            </p:nvSpPr>
            <p:spPr>
              <a:xfrm>
                <a:off x="9528286" y="5166615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60" name="Freeform: Shape 11459">
                <a:extLst>
                  <a:ext uri="{FF2B5EF4-FFF2-40B4-BE49-F238E27FC236}">
                    <a16:creationId xmlns:a16="http://schemas.microsoft.com/office/drawing/2014/main" id="{E24D7732-1A9D-7BDD-8F4B-F87754D0DE44}"/>
                  </a:ext>
                </a:extLst>
              </p:cNvPr>
              <p:cNvSpPr/>
              <p:nvPr/>
            </p:nvSpPr>
            <p:spPr>
              <a:xfrm>
                <a:off x="9529737" y="5167810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61" name="Freeform: Shape 11460">
                <a:extLst>
                  <a:ext uri="{FF2B5EF4-FFF2-40B4-BE49-F238E27FC236}">
                    <a16:creationId xmlns:a16="http://schemas.microsoft.com/office/drawing/2014/main" id="{7C51AE8B-A462-CAE9-1ABD-C598979114EE}"/>
                  </a:ext>
                </a:extLst>
              </p:cNvPr>
              <p:cNvSpPr/>
              <p:nvPr/>
            </p:nvSpPr>
            <p:spPr>
              <a:xfrm>
                <a:off x="9532889" y="517605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50 h 6345"/>
                  <a:gd name="connsiteX2" fmla="*/ 6589 w 6343"/>
                  <a:gd name="connsiteY2" fmla="*/ 3306 h 6345"/>
                  <a:gd name="connsiteX3" fmla="*/ 5660 w 6343"/>
                  <a:gd name="connsiteY3" fmla="*/ 1063 h 6345"/>
                  <a:gd name="connsiteX4" fmla="*/ 3418 w 6343"/>
                  <a:gd name="connsiteY4" fmla="*/ 134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0" y="5550"/>
                    </a:cubicBezTo>
                    <a:cubicBezTo>
                      <a:pt x="6255" y="4955"/>
                      <a:pt x="6589" y="4148"/>
                      <a:pt x="6589" y="3306"/>
                    </a:cubicBezTo>
                    <a:cubicBezTo>
                      <a:pt x="6589" y="2465"/>
                      <a:pt x="6255" y="1658"/>
                      <a:pt x="5660" y="1063"/>
                    </a:cubicBezTo>
                    <a:cubicBezTo>
                      <a:pt x="5066" y="468"/>
                      <a:pt x="4259" y="134"/>
                      <a:pt x="3418" y="134"/>
                    </a:cubicBezTo>
                    <a:cubicBezTo>
                      <a:pt x="2577" y="134"/>
                      <a:pt x="1770" y="468"/>
                      <a:pt x="1175" y="1063"/>
                    </a:cubicBezTo>
                    <a:cubicBezTo>
                      <a:pt x="580" y="1658"/>
                      <a:pt x="246" y="2465"/>
                      <a:pt x="246" y="3306"/>
                    </a:cubicBezTo>
                    <a:cubicBezTo>
                      <a:pt x="246" y="4148"/>
                      <a:pt x="580" y="4955"/>
                      <a:pt x="1175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62" name="Freeform: Shape 11461">
                <a:extLst>
                  <a:ext uri="{FF2B5EF4-FFF2-40B4-BE49-F238E27FC236}">
                    <a16:creationId xmlns:a16="http://schemas.microsoft.com/office/drawing/2014/main" id="{0E35197A-AB85-C1C7-3206-F5E6F3B71571}"/>
                  </a:ext>
                </a:extLst>
              </p:cNvPr>
              <p:cNvSpPr/>
              <p:nvPr/>
            </p:nvSpPr>
            <p:spPr>
              <a:xfrm>
                <a:off x="9537783" y="517112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63" name="Freeform: Shape 11462">
                <a:extLst>
                  <a:ext uri="{FF2B5EF4-FFF2-40B4-BE49-F238E27FC236}">
                    <a16:creationId xmlns:a16="http://schemas.microsoft.com/office/drawing/2014/main" id="{735034BC-2460-B4B2-7F58-0ABAB0B89E26}"/>
                  </a:ext>
                </a:extLst>
              </p:cNvPr>
              <p:cNvSpPr/>
              <p:nvPr/>
            </p:nvSpPr>
            <p:spPr>
              <a:xfrm>
                <a:off x="9538573" y="517164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64" name="Freeform: Shape 11463">
                <a:extLst>
                  <a:ext uri="{FF2B5EF4-FFF2-40B4-BE49-F238E27FC236}">
                    <a16:creationId xmlns:a16="http://schemas.microsoft.com/office/drawing/2014/main" id="{892F576E-B880-2496-76E4-36A436C213BC}"/>
                  </a:ext>
                </a:extLst>
              </p:cNvPr>
              <p:cNvSpPr/>
              <p:nvPr/>
            </p:nvSpPr>
            <p:spPr>
              <a:xfrm>
                <a:off x="9539438" y="517207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50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65" name="Freeform: Shape 11464">
                <a:extLst>
                  <a:ext uri="{FF2B5EF4-FFF2-40B4-BE49-F238E27FC236}">
                    <a16:creationId xmlns:a16="http://schemas.microsoft.com/office/drawing/2014/main" id="{9AD68282-EA66-ED41-B643-4A67A04E3C7F}"/>
                  </a:ext>
                </a:extLst>
              </p:cNvPr>
              <p:cNvSpPr/>
              <p:nvPr/>
            </p:nvSpPr>
            <p:spPr>
              <a:xfrm>
                <a:off x="9540378" y="517241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66" name="Freeform: Shape 11465">
                <a:extLst>
                  <a:ext uri="{FF2B5EF4-FFF2-40B4-BE49-F238E27FC236}">
                    <a16:creationId xmlns:a16="http://schemas.microsoft.com/office/drawing/2014/main" id="{FB0BBE10-BAD1-903D-EC1B-ECB54393FC0B}"/>
                  </a:ext>
                </a:extLst>
              </p:cNvPr>
              <p:cNvSpPr/>
              <p:nvPr/>
            </p:nvSpPr>
            <p:spPr>
              <a:xfrm>
                <a:off x="9541513" y="517252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67" name="Freeform: Shape 11466">
                <a:extLst>
                  <a:ext uri="{FF2B5EF4-FFF2-40B4-BE49-F238E27FC236}">
                    <a16:creationId xmlns:a16="http://schemas.microsoft.com/office/drawing/2014/main" id="{0FAFAE24-B9FB-F0DA-3C7F-67523F2AC957}"/>
                  </a:ext>
                </a:extLst>
              </p:cNvPr>
              <p:cNvSpPr/>
              <p:nvPr/>
            </p:nvSpPr>
            <p:spPr>
              <a:xfrm>
                <a:off x="9542769" y="517248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68" name="Freeform: Shape 11467">
                <a:extLst>
                  <a:ext uri="{FF2B5EF4-FFF2-40B4-BE49-F238E27FC236}">
                    <a16:creationId xmlns:a16="http://schemas.microsoft.com/office/drawing/2014/main" id="{3265D33A-4041-7B02-C126-538AEE4A9228}"/>
                  </a:ext>
                </a:extLst>
              </p:cNvPr>
              <p:cNvSpPr/>
              <p:nvPr/>
            </p:nvSpPr>
            <p:spPr>
              <a:xfrm>
                <a:off x="9543910" y="517260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69" name="Freeform: Shape 11468">
                <a:extLst>
                  <a:ext uri="{FF2B5EF4-FFF2-40B4-BE49-F238E27FC236}">
                    <a16:creationId xmlns:a16="http://schemas.microsoft.com/office/drawing/2014/main" id="{93D4099C-828C-789D-04ED-CF358D2007A7}"/>
                  </a:ext>
                </a:extLst>
              </p:cNvPr>
              <p:cNvSpPr/>
              <p:nvPr/>
            </p:nvSpPr>
            <p:spPr>
              <a:xfrm>
                <a:off x="9545253" y="517250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70" name="Freeform: Shape 11469">
                <a:extLst>
                  <a:ext uri="{FF2B5EF4-FFF2-40B4-BE49-F238E27FC236}">
                    <a16:creationId xmlns:a16="http://schemas.microsoft.com/office/drawing/2014/main" id="{F83FC90C-3C28-E145-7EDB-5FA3DEC2E387}"/>
                  </a:ext>
                </a:extLst>
              </p:cNvPr>
              <p:cNvSpPr/>
              <p:nvPr/>
            </p:nvSpPr>
            <p:spPr>
              <a:xfrm>
                <a:off x="9546481" y="517254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0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71" name="Freeform: Shape 11470">
                <a:extLst>
                  <a:ext uri="{FF2B5EF4-FFF2-40B4-BE49-F238E27FC236}">
                    <a16:creationId xmlns:a16="http://schemas.microsoft.com/office/drawing/2014/main" id="{76DD0A75-8B17-AB6D-5A51-8FD8F9ABD2B9}"/>
                  </a:ext>
                </a:extLst>
              </p:cNvPr>
              <p:cNvSpPr/>
              <p:nvPr/>
            </p:nvSpPr>
            <p:spPr>
              <a:xfrm>
                <a:off x="9548564" y="517160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49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49"/>
                    </a:cubicBezTo>
                    <a:cubicBezTo>
                      <a:pt x="6256" y="4955"/>
                      <a:pt x="6591" y="4147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7"/>
                      <a:pt x="582" y="4955"/>
                      <a:pt x="1176" y="5549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72" name="Freeform: Shape 11471">
                <a:extLst>
                  <a:ext uri="{FF2B5EF4-FFF2-40B4-BE49-F238E27FC236}">
                    <a16:creationId xmlns:a16="http://schemas.microsoft.com/office/drawing/2014/main" id="{53B57BFE-5F9A-ADA8-B7CD-89813BC66FFB}"/>
                  </a:ext>
                </a:extLst>
              </p:cNvPr>
              <p:cNvSpPr/>
              <p:nvPr/>
            </p:nvSpPr>
            <p:spPr>
              <a:xfrm>
                <a:off x="9549354" y="517219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6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73" name="Freeform: Shape 11472">
                <a:extLst>
                  <a:ext uri="{FF2B5EF4-FFF2-40B4-BE49-F238E27FC236}">
                    <a16:creationId xmlns:a16="http://schemas.microsoft.com/office/drawing/2014/main" id="{CFAB16A2-EDD5-6129-59CE-8BFE949EA453}"/>
                  </a:ext>
                </a:extLst>
              </p:cNvPr>
              <p:cNvSpPr/>
              <p:nvPr/>
            </p:nvSpPr>
            <p:spPr>
              <a:xfrm>
                <a:off x="9550676" y="517218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74" name="Freeform: Shape 11473">
                <a:extLst>
                  <a:ext uri="{FF2B5EF4-FFF2-40B4-BE49-F238E27FC236}">
                    <a16:creationId xmlns:a16="http://schemas.microsoft.com/office/drawing/2014/main" id="{AB9CDD83-7C22-895B-D86D-16E42CBEE60B}"/>
                  </a:ext>
                </a:extLst>
              </p:cNvPr>
              <p:cNvSpPr/>
              <p:nvPr/>
            </p:nvSpPr>
            <p:spPr>
              <a:xfrm>
                <a:off x="9552044" y="517213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50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75" name="Freeform: Shape 11474">
                <a:extLst>
                  <a:ext uri="{FF2B5EF4-FFF2-40B4-BE49-F238E27FC236}">
                    <a16:creationId xmlns:a16="http://schemas.microsoft.com/office/drawing/2014/main" id="{729F6E90-C051-36F7-740D-756297EDFA1B}"/>
                  </a:ext>
                </a:extLst>
              </p:cNvPr>
              <p:cNvSpPr/>
              <p:nvPr/>
            </p:nvSpPr>
            <p:spPr>
              <a:xfrm>
                <a:off x="9553499" y="517200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50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50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76" name="Freeform: Shape 11475">
                <a:extLst>
                  <a:ext uri="{FF2B5EF4-FFF2-40B4-BE49-F238E27FC236}">
                    <a16:creationId xmlns:a16="http://schemas.microsoft.com/office/drawing/2014/main" id="{54EBADB2-67C1-EF7C-E65A-DD65CB234945}"/>
                  </a:ext>
                </a:extLst>
              </p:cNvPr>
              <p:cNvSpPr/>
              <p:nvPr/>
            </p:nvSpPr>
            <p:spPr>
              <a:xfrm>
                <a:off x="9554919" y="517193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50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50"/>
                    </a:cubicBezTo>
                    <a:cubicBezTo>
                      <a:pt x="1772" y="6144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77" name="Freeform: Shape 11476">
                <a:extLst>
                  <a:ext uri="{FF2B5EF4-FFF2-40B4-BE49-F238E27FC236}">
                    <a16:creationId xmlns:a16="http://schemas.microsoft.com/office/drawing/2014/main" id="{38738A67-E340-7AAF-446C-A302D39B436B}"/>
                  </a:ext>
                </a:extLst>
              </p:cNvPr>
              <p:cNvSpPr/>
              <p:nvPr/>
            </p:nvSpPr>
            <p:spPr>
              <a:xfrm>
                <a:off x="9556216" y="517201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50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78" name="Freeform: Shape 11477">
                <a:extLst>
                  <a:ext uri="{FF2B5EF4-FFF2-40B4-BE49-F238E27FC236}">
                    <a16:creationId xmlns:a16="http://schemas.microsoft.com/office/drawing/2014/main" id="{6E943667-C672-9808-C2A1-03E08B003593}"/>
                  </a:ext>
                </a:extLst>
              </p:cNvPr>
              <p:cNvSpPr/>
              <p:nvPr/>
            </p:nvSpPr>
            <p:spPr>
              <a:xfrm>
                <a:off x="9557602" y="517201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50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79" name="Freeform: Shape 11478">
                <a:extLst>
                  <a:ext uri="{FF2B5EF4-FFF2-40B4-BE49-F238E27FC236}">
                    <a16:creationId xmlns:a16="http://schemas.microsoft.com/office/drawing/2014/main" id="{FA76A955-8C38-9863-4770-0056F4B1CFDE}"/>
                  </a:ext>
                </a:extLst>
              </p:cNvPr>
              <p:cNvSpPr/>
              <p:nvPr/>
            </p:nvSpPr>
            <p:spPr>
              <a:xfrm>
                <a:off x="9559034" y="517198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2" y="5550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80" name="Freeform: Shape 11479">
                <a:extLst>
                  <a:ext uri="{FF2B5EF4-FFF2-40B4-BE49-F238E27FC236}">
                    <a16:creationId xmlns:a16="http://schemas.microsoft.com/office/drawing/2014/main" id="{F580D795-3434-3F2C-C93D-493D6845DF1F}"/>
                  </a:ext>
                </a:extLst>
              </p:cNvPr>
              <p:cNvSpPr/>
              <p:nvPr/>
            </p:nvSpPr>
            <p:spPr>
              <a:xfrm>
                <a:off x="9560601" y="517182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7" y="4955"/>
                      <a:pt x="6592" y="4147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7"/>
                      <a:pt x="583" y="4955"/>
                      <a:pt x="1177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81" name="Freeform: Shape 11480">
                <a:extLst>
                  <a:ext uri="{FF2B5EF4-FFF2-40B4-BE49-F238E27FC236}">
                    <a16:creationId xmlns:a16="http://schemas.microsoft.com/office/drawing/2014/main" id="{4069E65F-6F4F-77DC-4368-F42260B681FA}"/>
                  </a:ext>
                </a:extLst>
              </p:cNvPr>
              <p:cNvSpPr/>
              <p:nvPr/>
            </p:nvSpPr>
            <p:spPr>
              <a:xfrm>
                <a:off x="9562000" y="517186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9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7" y="4955"/>
                      <a:pt x="6592" y="4147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5"/>
                      <a:pt x="1177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82" name="Freeform: Shape 11481">
                <a:extLst>
                  <a:ext uri="{FF2B5EF4-FFF2-40B4-BE49-F238E27FC236}">
                    <a16:creationId xmlns:a16="http://schemas.microsoft.com/office/drawing/2014/main" id="{C4A78200-17A5-9A1E-F3CC-D7E7DADE989C}"/>
                  </a:ext>
                </a:extLst>
              </p:cNvPr>
              <p:cNvSpPr/>
              <p:nvPr/>
            </p:nvSpPr>
            <p:spPr>
              <a:xfrm>
                <a:off x="9563141" y="517218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83" name="Freeform: Shape 11482">
                <a:extLst>
                  <a:ext uri="{FF2B5EF4-FFF2-40B4-BE49-F238E27FC236}">
                    <a16:creationId xmlns:a16="http://schemas.microsoft.com/office/drawing/2014/main" id="{CF54FE36-D028-1E33-9E62-C71953112999}"/>
                  </a:ext>
                </a:extLst>
              </p:cNvPr>
              <p:cNvSpPr/>
              <p:nvPr/>
            </p:nvSpPr>
            <p:spPr>
              <a:xfrm>
                <a:off x="9564282" y="517251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84" name="Freeform: Shape 11483">
                <a:extLst>
                  <a:ext uri="{FF2B5EF4-FFF2-40B4-BE49-F238E27FC236}">
                    <a16:creationId xmlns:a16="http://schemas.microsoft.com/office/drawing/2014/main" id="{5033FDFC-9FAE-88FA-0B2D-E0299683F42B}"/>
                  </a:ext>
                </a:extLst>
              </p:cNvPr>
              <p:cNvSpPr/>
              <p:nvPr/>
            </p:nvSpPr>
            <p:spPr>
              <a:xfrm>
                <a:off x="9565291" y="517298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85" name="Freeform: Shape 11484">
                <a:extLst>
                  <a:ext uri="{FF2B5EF4-FFF2-40B4-BE49-F238E27FC236}">
                    <a16:creationId xmlns:a16="http://schemas.microsoft.com/office/drawing/2014/main" id="{33485443-B943-BB9E-E49C-8E1DF79F831D}"/>
                  </a:ext>
                </a:extLst>
              </p:cNvPr>
              <p:cNvSpPr/>
              <p:nvPr/>
            </p:nvSpPr>
            <p:spPr>
              <a:xfrm>
                <a:off x="9563803" y="517593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86" name="Freeform: Shape 11485">
                <a:extLst>
                  <a:ext uri="{FF2B5EF4-FFF2-40B4-BE49-F238E27FC236}">
                    <a16:creationId xmlns:a16="http://schemas.microsoft.com/office/drawing/2014/main" id="{68521F81-DB61-8408-67DE-0FFEB5160977}"/>
                  </a:ext>
                </a:extLst>
              </p:cNvPr>
              <p:cNvSpPr/>
              <p:nvPr/>
            </p:nvSpPr>
            <p:spPr>
              <a:xfrm>
                <a:off x="9652511" y="5093297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3 h 6345"/>
                  <a:gd name="connsiteX2" fmla="*/ 6599 w 6343"/>
                  <a:gd name="connsiteY2" fmla="*/ 3300 h 6345"/>
                  <a:gd name="connsiteX3" fmla="*/ 5670 w 6343"/>
                  <a:gd name="connsiteY3" fmla="*/ 1056 h 6345"/>
                  <a:gd name="connsiteX4" fmla="*/ 3427 w 6343"/>
                  <a:gd name="connsiteY4" fmla="*/ 127 h 6345"/>
                  <a:gd name="connsiteX5" fmla="*/ 1185 w 6343"/>
                  <a:gd name="connsiteY5" fmla="*/ 1056 h 6345"/>
                  <a:gd name="connsiteX6" fmla="*/ 256 w 6343"/>
                  <a:gd name="connsiteY6" fmla="*/ 3300 h 6345"/>
                  <a:gd name="connsiteX7" fmla="*/ 1185 w 6343"/>
                  <a:gd name="connsiteY7" fmla="*/ 5543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8"/>
                      <a:pt x="5670" y="5543"/>
                    </a:cubicBezTo>
                    <a:cubicBezTo>
                      <a:pt x="6265" y="4948"/>
                      <a:pt x="6599" y="4141"/>
                      <a:pt x="6599" y="3300"/>
                    </a:cubicBezTo>
                    <a:cubicBezTo>
                      <a:pt x="6599" y="2458"/>
                      <a:pt x="6265" y="1651"/>
                      <a:pt x="5670" y="1056"/>
                    </a:cubicBezTo>
                    <a:cubicBezTo>
                      <a:pt x="5075" y="461"/>
                      <a:pt x="4268" y="127"/>
                      <a:pt x="3427" y="127"/>
                    </a:cubicBezTo>
                    <a:cubicBezTo>
                      <a:pt x="2586" y="127"/>
                      <a:pt x="1779" y="461"/>
                      <a:pt x="1185" y="1056"/>
                    </a:cubicBezTo>
                    <a:cubicBezTo>
                      <a:pt x="590" y="1651"/>
                      <a:pt x="256" y="2458"/>
                      <a:pt x="256" y="3300"/>
                    </a:cubicBezTo>
                    <a:cubicBezTo>
                      <a:pt x="256" y="4141"/>
                      <a:pt x="590" y="4948"/>
                      <a:pt x="1185" y="5543"/>
                    </a:cubicBezTo>
                    <a:cubicBezTo>
                      <a:pt x="1779" y="6138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87" name="Freeform: Shape 11486">
                <a:extLst>
                  <a:ext uri="{FF2B5EF4-FFF2-40B4-BE49-F238E27FC236}">
                    <a16:creationId xmlns:a16="http://schemas.microsoft.com/office/drawing/2014/main" id="{0379373A-F391-0753-5CD6-EECD7D269E10}"/>
                  </a:ext>
                </a:extLst>
              </p:cNvPr>
              <p:cNvSpPr/>
              <p:nvPr/>
            </p:nvSpPr>
            <p:spPr>
              <a:xfrm>
                <a:off x="9652967" y="5095312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3 h 6345"/>
                  <a:gd name="connsiteX2" fmla="*/ 6599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7 h 6345"/>
                  <a:gd name="connsiteX5" fmla="*/ 1185 w 6343"/>
                  <a:gd name="connsiteY5" fmla="*/ 1057 h 6345"/>
                  <a:gd name="connsiteX6" fmla="*/ 256 w 6343"/>
                  <a:gd name="connsiteY6" fmla="*/ 3300 h 6345"/>
                  <a:gd name="connsiteX7" fmla="*/ 1185 w 6343"/>
                  <a:gd name="connsiteY7" fmla="*/ 5543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8"/>
                      <a:pt x="5670" y="5543"/>
                    </a:cubicBezTo>
                    <a:cubicBezTo>
                      <a:pt x="6265" y="4949"/>
                      <a:pt x="6599" y="4141"/>
                      <a:pt x="6599" y="3300"/>
                    </a:cubicBezTo>
                    <a:cubicBezTo>
                      <a:pt x="6599" y="2459"/>
                      <a:pt x="6265" y="1652"/>
                      <a:pt x="5670" y="1057"/>
                    </a:cubicBezTo>
                    <a:cubicBezTo>
                      <a:pt x="5075" y="462"/>
                      <a:pt x="4268" y="127"/>
                      <a:pt x="3427" y="127"/>
                    </a:cubicBezTo>
                    <a:cubicBezTo>
                      <a:pt x="2586" y="127"/>
                      <a:pt x="1779" y="462"/>
                      <a:pt x="1185" y="1057"/>
                    </a:cubicBezTo>
                    <a:cubicBezTo>
                      <a:pt x="590" y="1652"/>
                      <a:pt x="256" y="2459"/>
                      <a:pt x="256" y="3300"/>
                    </a:cubicBezTo>
                    <a:cubicBezTo>
                      <a:pt x="256" y="4141"/>
                      <a:pt x="590" y="4949"/>
                      <a:pt x="1185" y="5543"/>
                    </a:cubicBezTo>
                    <a:cubicBezTo>
                      <a:pt x="1779" y="6138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88" name="Freeform: Shape 11487">
                <a:extLst>
                  <a:ext uri="{FF2B5EF4-FFF2-40B4-BE49-F238E27FC236}">
                    <a16:creationId xmlns:a16="http://schemas.microsoft.com/office/drawing/2014/main" id="{4A70B5EA-9E75-E14B-0A69-66E8E6C0EC09}"/>
                  </a:ext>
                </a:extLst>
              </p:cNvPr>
              <p:cNvSpPr/>
              <p:nvPr/>
            </p:nvSpPr>
            <p:spPr>
              <a:xfrm>
                <a:off x="9653223" y="5097497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7 h 6345"/>
                  <a:gd name="connsiteX5" fmla="*/ 1185 w 6343"/>
                  <a:gd name="connsiteY5" fmla="*/ 1057 h 6345"/>
                  <a:gd name="connsiteX6" fmla="*/ 256 w 6343"/>
                  <a:gd name="connsiteY6" fmla="*/ 3300 h 6345"/>
                  <a:gd name="connsiteX7" fmla="*/ 1185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9"/>
                      <a:pt x="5670" y="5544"/>
                    </a:cubicBezTo>
                    <a:cubicBezTo>
                      <a:pt x="6265" y="4949"/>
                      <a:pt x="6599" y="4142"/>
                      <a:pt x="6599" y="3300"/>
                    </a:cubicBezTo>
                    <a:cubicBezTo>
                      <a:pt x="6599" y="2459"/>
                      <a:pt x="6265" y="1652"/>
                      <a:pt x="5670" y="1057"/>
                    </a:cubicBezTo>
                    <a:cubicBezTo>
                      <a:pt x="5075" y="462"/>
                      <a:pt x="4268" y="127"/>
                      <a:pt x="3427" y="127"/>
                    </a:cubicBezTo>
                    <a:cubicBezTo>
                      <a:pt x="2586" y="127"/>
                      <a:pt x="1779" y="462"/>
                      <a:pt x="1185" y="1057"/>
                    </a:cubicBezTo>
                    <a:cubicBezTo>
                      <a:pt x="590" y="1652"/>
                      <a:pt x="256" y="2459"/>
                      <a:pt x="256" y="3300"/>
                    </a:cubicBezTo>
                    <a:cubicBezTo>
                      <a:pt x="256" y="4142"/>
                      <a:pt x="590" y="4949"/>
                      <a:pt x="1185" y="5544"/>
                    </a:cubicBezTo>
                    <a:cubicBezTo>
                      <a:pt x="1779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89" name="Freeform: Shape 11488">
                <a:extLst>
                  <a:ext uri="{FF2B5EF4-FFF2-40B4-BE49-F238E27FC236}">
                    <a16:creationId xmlns:a16="http://schemas.microsoft.com/office/drawing/2014/main" id="{B2F3E67F-F41D-9278-7C05-8110554239A0}"/>
                  </a:ext>
                </a:extLst>
              </p:cNvPr>
              <p:cNvSpPr/>
              <p:nvPr/>
            </p:nvSpPr>
            <p:spPr>
              <a:xfrm>
                <a:off x="9653048" y="5100062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5 w 6343"/>
                  <a:gd name="connsiteY5" fmla="*/ 1057 h 6345"/>
                  <a:gd name="connsiteX6" fmla="*/ 256 w 6343"/>
                  <a:gd name="connsiteY6" fmla="*/ 3300 h 6345"/>
                  <a:gd name="connsiteX7" fmla="*/ 1185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9"/>
                      <a:pt x="5670" y="5544"/>
                    </a:cubicBezTo>
                    <a:cubicBezTo>
                      <a:pt x="6265" y="4949"/>
                      <a:pt x="6599" y="4142"/>
                      <a:pt x="6599" y="3300"/>
                    </a:cubicBezTo>
                    <a:cubicBezTo>
                      <a:pt x="6599" y="2459"/>
                      <a:pt x="6265" y="1652"/>
                      <a:pt x="5670" y="1057"/>
                    </a:cubicBezTo>
                    <a:cubicBezTo>
                      <a:pt x="5075" y="462"/>
                      <a:pt x="4268" y="128"/>
                      <a:pt x="3427" y="128"/>
                    </a:cubicBezTo>
                    <a:cubicBezTo>
                      <a:pt x="2586" y="128"/>
                      <a:pt x="1779" y="462"/>
                      <a:pt x="1185" y="1057"/>
                    </a:cubicBezTo>
                    <a:cubicBezTo>
                      <a:pt x="590" y="1652"/>
                      <a:pt x="256" y="2459"/>
                      <a:pt x="256" y="3300"/>
                    </a:cubicBezTo>
                    <a:cubicBezTo>
                      <a:pt x="256" y="4142"/>
                      <a:pt x="590" y="4949"/>
                      <a:pt x="1185" y="5544"/>
                    </a:cubicBezTo>
                    <a:cubicBezTo>
                      <a:pt x="1779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90" name="Freeform: Shape 11489">
                <a:extLst>
                  <a:ext uri="{FF2B5EF4-FFF2-40B4-BE49-F238E27FC236}">
                    <a16:creationId xmlns:a16="http://schemas.microsoft.com/office/drawing/2014/main" id="{9928F896-5F23-A013-0DE1-C0E27FDB9BB3}"/>
                  </a:ext>
                </a:extLst>
              </p:cNvPr>
              <p:cNvSpPr/>
              <p:nvPr/>
            </p:nvSpPr>
            <p:spPr>
              <a:xfrm>
                <a:off x="9652849" y="5102617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1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5 w 6343"/>
                  <a:gd name="connsiteY5" fmla="*/ 1057 h 6345"/>
                  <a:gd name="connsiteX6" fmla="*/ 256 w 6343"/>
                  <a:gd name="connsiteY6" fmla="*/ 3301 h 6345"/>
                  <a:gd name="connsiteX7" fmla="*/ 1185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9"/>
                      <a:pt x="5670" y="5544"/>
                    </a:cubicBezTo>
                    <a:cubicBezTo>
                      <a:pt x="6265" y="4949"/>
                      <a:pt x="6599" y="4142"/>
                      <a:pt x="6599" y="3301"/>
                    </a:cubicBezTo>
                    <a:cubicBezTo>
                      <a:pt x="6599" y="2459"/>
                      <a:pt x="6265" y="1652"/>
                      <a:pt x="5670" y="1057"/>
                    </a:cubicBezTo>
                    <a:cubicBezTo>
                      <a:pt x="5075" y="462"/>
                      <a:pt x="4268" y="128"/>
                      <a:pt x="3427" y="128"/>
                    </a:cubicBezTo>
                    <a:cubicBezTo>
                      <a:pt x="2586" y="128"/>
                      <a:pt x="1779" y="462"/>
                      <a:pt x="1185" y="1057"/>
                    </a:cubicBezTo>
                    <a:cubicBezTo>
                      <a:pt x="590" y="1652"/>
                      <a:pt x="256" y="2459"/>
                      <a:pt x="256" y="3301"/>
                    </a:cubicBezTo>
                    <a:cubicBezTo>
                      <a:pt x="256" y="4142"/>
                      <a:pt x="590" y="4949"/>
                      <a:pt x="1185" y="5544"/>
                    </a:cubicBezTo>
                    <a:cubicBezTo>
                      <a:pt x="1779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91" name="Freeform: Shape 11490">
                <a:extLst>
                  <a:ext uri="{FF2B5EF4-FFF2-40B4-BE49-F238E27FC236}">
                    <a16:creationId xmlns:a16="http://schemas.microsoft.com/office/drawing/2014/main" id="{BEDA91DD-3884-F47A-3978-A4725C210393}"/>
                  </a:ext>
                </a:extLst>
              </p:cNvPr>
              <p:cNvSpPr/>
              <p:nvPr/>
            </p:nvSpPr>
            <p:spPr>
              <a:xfrm>
                <a:off x="9653601" y="5104279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1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5 w 6343"/>
                  <a:gd name="connsiteY5" fmla="*/ 1057 h 6345"/>
                  <a:gd name="connsiteX6" fmla="*/ 256 w 6343"/>
                  <a:gd name="connsiteY6" fmla="*/ 3301 h 6345"/>
                  <a:gd name="connsiteX7" fmla="*/ 1185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9"/>
                      <a:pt x="5670" y="5544"/>
                    </a:cubicBezTo>
                    <a:cubicBezTo>
                      <a:pt x="6265" y="4949"/>
                      <a:pt x="6599" y="4142"/>
                      <a:pt x="6599" y="3301"/>
                    </a:cubicBezTo>
                    <a:cubicBezTo>
                      <a:pt x="6599" y="2459"/>
                      <a:pt x="6265" y="1652"/>
                      <a:pt x="5670" y="1057"/>
                    </a:cubicBezTo>
                    <a:cubicBezTo>
                      <a:pt x="5075" y="462"/>
                      <a:pt x="4268" y="128"/>
                      <a:pt x="3427" y="128"/>
                    </a:cubicBezTo>
                    <a:cubicBezTo>
                      <a:pt x="2586" y="128"/>
                      <a:pt x="1779" y="462"/>
                      <a:pt x="1185" y="1057"/>
                    </a:cubicBezTo>
                    <a:cubicBezTo>
                      <a:pt x="590" y="1652"/>
                      <a:pt x="256" y="2459"/>
                      <a:pt x="256" y="3301"/>
                    </a:cubicBezTo>
                    <a:cubicBezTo>
                      <a:pt x="256" y="4142"/>
                      <a:pt x="590" y="4949"/>
                      <a:pt x="1185" y="5544"/>
                    </a:cubicBezTo>
                    <a:cubicBezTo>
                      <a:pt x="1779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92" name="Freeform: Shape 11491">
                <a:extLst>
                  <a:ext uri="{FF2B5EF4-FFF2-40B4-BE49-F238E27FC236}">
                    <a16:creationId xmlns:a16="http://schemas.microsoft.com/office/drawing/2014/main" id="{C10CFBE1-A1CB-78E3-0E68-706E76C5F4F1}"/>
                  </a:ext>
                </a:extLst>
              </p:cNvPr>
              <p:cNvSpPr/>
              <p:nvPr/>
            </p:nvSpPr>
            <p:spPr>
              <a:xfrm>
                <a:off x="9597685" y="5156661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8 h 6345"/>
                  <a:gd name="connsiteX2" fmla="*/ 6594 w 6343"/>
                  <a:gd name="connsiteY2" fmla="*/ 3305 h 6345"/>
                  <a:gd name="connsiteX3" fmla="*/ 5666 w 6343"/>
                  <a:gd name="connsiteY3" fmla="*/ 1061 h 6345"/>
                  <a:gd name="connsiteX4" fmla="*/ 3423 w 6343"/>
                  <a:gd name="connsiteY4" fmla="*/ 132 h 6345"/>
                  <a:gd name="connsiteX5" fmla="*/ 1180 w 6343"/>
                  <a:gd name="connsiteY5" fmla="*/ 1061 h 6345"/>
                  <a:gd name="connsiteX6" fmla="*/ 251 w 6343"/>
                  <a:gd name="connsiteY6" fmla="*/ 3305 h 6345"/>
                  <a:gd name="connsiteX7" fmla="*/ 1180 w 6343"/>
                  <a:gd name="connsiteY7" fmla="*/ 5548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3"/>
                      <a:pt x="5666" y="5548"/>
                    </a:cubicBezTo>
                    <a:cubicBezTo>
                      <a:pt x="6260" y="4953"/>
                      <a:pt x="6594" y="4146"/>
                      <a:pt x="6594" y="3305"/>
                    </a:cubicBezTo>
                    <a:cubicBezTo>
                      <a:pt x="6594" y="2463"/>
                      <a:pt x="6260" y="1656"/>
                      <a:pt x="5666" y="1061"/>
                    </a:cubicBezTo>
                    <a:cubicBezTo>
                      <a:pt x="5071" y="466"/>
                      <a:pt x="4264" y="132"/>
                      <a:pt x="3423" y="132"/>
                    </a:cubicBezTo>
                    <a:cubicBezTo>
                      <a:pt x="2582" y="132"/>
                      <a:pt x="1775" y="466"/>
                      <a:pt x="1180" y="1061"/>
                    </a:cubicBezTo>
                    <a:cubicBezTo>
                      <a:pt x="586" y="1656"/>
                      <a:pt x="251" y="2463"/>
                      <a:pt x="251" y="3305"/>
                    </a:cubicBezTo>
                    <a:cubicBezTo>
                      <a:pt x="251" y="4146"/>
                      <a:pt x="586" y="4953"/>
                      <a:pt x="1180" y="5548"/>
                    </a:cubicBezTo>
                    <a:cubicBezTo>
                      <a:pt x="1775" y="6143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93" name="Freeform: Shape 11492">
                <a:extLst>
                  <a:ext uri="{FF2B5EF4-FFF2-40B4-BE49-F238E27FC236}">
                    <a16:creationId xmlns:a16="http://schemas.microsoft.com/office/drawing/2014/main" id="{91D905A8-4433-3065-D1B9-1519738D57B4}"/>
                  </a:ext>
                </a:extLst>
              </p:cNvPr>
              <p:cNvSpPr/>
              <p:nvPr/>
            </p:nvSpPr>
            <p:spPr>
              <a:xfrm>
                <a:off x="9598196" y="5157895"/>
                <a:ext cx="6343" cy="6345"/>
              </a:xfrm>
              <a:custGeom>
                <a:avLst/>
                <a:gdLst>
                  <a:gd name="connsiteX0" fmla="*/ 3423 w 6343"/>
                  <a:gd name="connsiteY0" fmla="*/ 6478 h 6345"/>
                  <a:gd name="connsiteX1" fmla="*/ 5666 w 6343"/>
                  <a:gd name="connsiteY1" fmla="*/ 5548 h 6345"/>
                  <a:gd name="connsiteX2" fmla="*/ 6595 w 6343"/>
                  <a:gd name="connsiteY2" fmla="*/ 3305 h 6345"/>
                  <a:gd name="connsiteX3" fmla="*/ 5666 w 6343"/>
                  <a:gd name="connsiteY3" fmla="*/ 1062 h 6345"/>
                  <a:gd name="connsiteX4" fmla="*/ 3423 w 6343"/>
                  <a:gd name="connsiteY4" fmla="*/ 132 h 6345"/>
                  <a:gd name="connsiteX5" fmla="*/ 1180 w 6343"/>
                  <a:gd name="connsiteY5" fmla="*/ 1062 h 6345"/>
                  <a:gd name="connsiteX6" fmla="*/ 251 w 6343"/>
                  <a:gd name="connsiteY6" fmla="*/ 3305 h 6345"/>
                  <a:gd name="connsiteX7" fmla="*/ 1180 w 6343"/>
                  <a:gd name="connsiteY7" fmla="*/ 5548 h 6345"/>
                  <a:gd name="connsiteX8" fmla="*/ 342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8"/>
                    </a:moveTo>
                    <a:cubicBezTo>
                      <a:pt x="4264" y="6478"/>
                      <a:pt x="5071" y="6143"/>
                      <a:pt x="5666" y="5548"/>
                    </a:cubicBezTo>
                    <a:cubicBezTo>
                      <a:pt x="6260" y="4953"/>
                      <a:pt x="6595" y="4146"/>
                      <a:pt x="6595" y="3305"/>
                    </a:cubicBezTo>
                    <a:cubicBezTo>
                      <a:pt x="6595" y="2464"/>
                      <a:pt x="6260" y="1656"/>
                      <a:pt x="5666" y="1062"/>
                    </a:cubicBezTo>
                    <a:cubicBezTo>
                      <a:pt x="5071" y="467"/>
                      <a:pt x="4264" y="132"/>
                      <a:pt x="3423" y="132"/>
                    </a:cubicBezTo>
                    <a:cubicBezTo>
                      <a:pt x="2582" y="132"/>
                      <a:pt x="1775" y="467"/>
                      <a:pt x="1180" y="1062"/>
                    </a:cubicBezTo>
                    <a:cubicBezTo>
                      <a:pt x="586" y="1656"/>
                      <a:pt x="251" y="2464"/>
                      <a:pt x="251" y="3305"/>
                    </a:cubicBezTo>
                    <a:cubicBezTo>
                      <a:pt x="251" y="4146"/>
                      <a:pt x="586" y="4953"/>
                      <a:pt x="1180" y="5548"/>
                    </a:cubicBezTo>
                    <a:cubicBezTo>
                      <a:pt x="1775" y="6143"/>
                      <a:pt x="2582" y="6478"/>
                      <a:pt x="342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94" name="Freeform: Shape 11493">
                <a:extLst>
                  <a:ext uri="{FF2B5EF4-FFF2-40B4-BE49-F238E27FC236}">
                    <a16:creationId xmlns:a16="http://schemas.microsoft.com/office/drawing/2014/main" id="{273CDD1D-4D10-6FB2-EA7A-CCCB7FEF29C6}"/>
                  </a:ext>
                </a:extLst>
              </p:cNvPr>
              <p:cNvSpPr/>
              <p:nvPr/>
            </p:nvSpPr>
            <p:spPr>
              <a:xfrm>
                <a:off x="9651395" y="5113108"/>
                <a:ext cx="6343" cy="6345"/>
              </a:xfrm>
              <a:custGeom>
                <a:avLst/>
                <a:gdLst>
                  <a:gd name="connsiteX0" fmla="*/ 3427 w 6343"/>
                  <a:gd name="connsiteY0" fmla="*/ 6474 h 6345"/>
                  <a:gd name="connsiteX1" fmla="*/ 5670 w 6343"/>
                  <a:gd name="connsiteY1" fmla="*/ 5545 h 6345"/>
                  <a:gd name="connsiteX2" fmla="*/ 6599 w 6343"/>
                  <a:gd name="connsiteY2" fmla="*/ 3301 h 6345"/>
                  <a:gd name="connsiteX3" fmla="*/ 5670 w 6343"/>
                  <a:gd name="connsiteY3" fmla="*/ 1058 h 6345"/>
                  <a:gd name="connsiteX4" fmla="*/ 3427 w 6343"/>
                  <a:gd name="connsiteY4" fmla="*/ 129 h 6345"/>
                  <a:gd name="connsiteX5" fmla="*/ 1185 w 6343"/>
                  <a:gd name="connsiteY5" fmla="*/ 1058 h 6345"/>
                  <a:gd name="connsiteX6" fmla="*/ 256 w 6343"/>
                  <a:gd name="connsiteY6" fmla="*/ 3301 h 6345"/>
                  <a:gd name="connsiteX7" fmla="*/ 1185 w 6343"/>
                  <a:gd name="connsiteY7" fmla="*/ 5545 h 6345"/>
                  <a:gd name="connsiteX8" fmla="*/ 3427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4"/>
                    </a:moveTo>
                    <a:cubicBezTo>
                      <a:pt x="4268" y="6474"/>
                      <a:pt x="5075" y="6140"/>
                      <a:pt x="5670" y="5545"/>
                    </a:cubicBezTo>
                    <a:cubicBezTo>
                      <a:pt x="6265" y="4950"/>
                      <a:pt x="6599" y="4143"/>
                      <a:pt x="6599" y="3301"/>
                    </a:cubicBezTo>
                    <a:cubicBezTo>
                      <a:pt x="6599" y="2460"/>
                      <a:pt x="6265" y="1653"/>
                      <a:pt x="5670" y="1058"/>
                    </a:cubicBezTo>
                    <a:cubicBezTo>
                      <a:pt x="5075" y="463"/>
                      <a:pt x="4268" y="129"/>
                      <a:pt x="3427" y="129"/>
                    </a:cubicBezTo>
                    <a:cubicBezTo>
                      <a:pt x="2586" y="129"/>
                      <a:pt x="1779" y="463"/>
                      <a:pt x="1185" y="1058"/>
                    </a:cubicBezTo>
                    <a:cubicBezTo>
                      <a:pt x="590" y="1653"/>
                      <a:pt x="256" y="2460"/>
                      <a:pt x="256" y="3301"/>
                    </a:cubicBezTo>
                    <a:cubicBezTo>
                      <a:pt x="256" y="4143"/>
                      <a:pt x="590" y="4950"/>
                      <a:pt x="1185" y="5545"/>
                    </a:cubicBezTo>
                    <a:cubicBezTo>
                      <a:pt x="1779" y="6140"/>
                      <a:pt x="2586" y="6474"/>
                      <a:pt x="3427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95" name="Freeform: Shape 11494">
                <a:extLst>
                  <a:ext uri="{FF2B5EF4-FFF2-40B4-BE49-F238E27FC236}">
                    <a16:creationId xmlns:a16="http://schemas.microsoft.com/office/drawing/2014/main" id="{92C0927E-050B-9433-21B7-4148ACF13D1D}"/>
                  </a:ext>
                </a:extLst>
              </p:cNvPr>
              <p:cNvSpPr/>
              <p:nvPr/>
            </p:nvSpPr>
            <p:spPr>
              <a:xfrm>
                <a:off x="9652359" y="5114504"/>
                <a:ext cx="6343" cy="6345"/>
              </a:xfrm>
              <a:custGeom>
                <a:avLst/>
                <a:gdLst>
                  <a:gd name="connsiteX0" fmla="*/ 3427 w 6343"/>
                  <a:gd name="connsiteY0" fmla="*/ 6474 h 6345"/>
                  <a:gd name="connsiteX1" fmla="*/ 5670 w 6343"/>
                  <a:gd name="connsiteY1" fmla="*/ 5545 h 6345"/>
                  <a:gd name="connsiteX2" fmla="*/ 6599 w 6343"/>
                  <a:gd name="connsiteY2" fmla="*/ 3302 h 6345"/>
                  <a:gd name="connsiteX3" fmla="*/ 5670 w 6343"/>
                  <a:gd name="connsiteY3" fmla="*/ 1058 h 6345"/>
                  <a:gd name="connsiteX4" fmla="*/ 3427 w 6343"/>
                  <a:gd name="connsiteY4" fmla="*/ 129 h 6345"/>
                  <a:gd name="connsiteX5" fmla="*/ 1185 w 6343"/>
                  <a:gd name="connsiteY5" fmla="*/ 1058 h 6345"/>
                  <a:gd name="connsiteX6" fmla="*/ 256 w 6343"/>
                  <a:gd name="connsiteY6" fmla="*/ 3302 h 6345"/>
                  <a:gd name="connsiteX7" fmla="*/ 1185 w 6343"/>
                  <a:gd name="connsiteY7" fmla="*/ 5545 h 6345"/>
                  <a:gd name="connsiteX8" fmla="*/ 3427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4"/>
                    </a:moveTo>
                    <a:cubicBezTo>
                      <a:pt x="4268" y="6474"/>
                      <a:pt x="5075" y="6140"/>
                      <a:pt x="5670" y="5545"/>
                    </a:cubicBezTo>
                    <a:cubicBezTo>
                      <a:pt x="6265" y="4950"/>
                      <a:pt x="6599" y="4143"/>
                      <a:pt x="6599" y="3302"/>
                    </a:cubicBezTo>
                    <a:cubicBezTo>
                      <a:pt x="6599" y="2460"/>
                      <a:pt x="6265" y="1653"/>
                      <a:pt x="5670" y="1058"/>
                    </a:cubicBezTo>
                    <a:cubicBezTo>
                      <a:pt x="5075" y="463"/>
                      <a:pt x="4268" y="129"/>
                      <a:pt x="3427" y="129"/>
                    </a:cubicBezTo>
                    <a:cubicBezTo>
                      <a:pt x="2586" y="129"/>
                      <a:pt x="1779" y="463"/>
                      <a:pt x="1185" y="1058"/>
                    </a:cubicBezTo>
                    <a:cubicBezTo>
                      <a:pt x="590" y="1653"/>
                      <a:pt x="256" y="2460"/>
                      <a:pt x="256" y="3302"/>
                    </a:cubicBezTo>
                    <a:cubicBezTo>
                      <a:pt x="256" y="4143"/>
                      <a:pt x="590" y="4950"/>
                      <a:pt x="1185" y="5545"/>
                    </a:cubicBezTo>
                    <a:cubicBezTo>
                      <a:pt x="1779" y="6140"/>
                      <a:pt x="2586" y="6474"/>
                      <a:pt x="3427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96" name="Freeform: Shape 11495">
                <a:extLst>
                  <a:ext uri="{FF2B5EF4-FFF2-40B4-BE49-F238E27FC236}">
                    <a16:creationId xmlns:a16="http://schemas.microsoft.com/office/drawing/2014/main" id="{DD64F93F-5815-6FB5-678F-CA6836889FC7}"/>
                  </a:ext>
                </a:extLst>
              </p:cNvPr>
              <p:cNvSpPr/>
              <p:nvPr/>
            </p:nvSpPr>
            <p:spPr>
              <a:xfrm>
                <a:off x="9593754" y="5171320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4" y="133"/>
                      <a:pt x="3423" y="133"/>
                    </a:cubicBezTo>
                    <a:cubicBezTo>
                      <a:pt x="2581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97" name="Freeform: Shape 11496">
                <a:extLst>
                  <a:ext uri="{FF2B5EF4-FFF2-40B4-BE49-F238E27FC236}">
                    <a16:creationId xmlns:a16="http://schemas.microsoft.com/office/drawing/2014/main" id="{C72FA8C1-C045-B5A2-B9B5-2AE59846C623}"/>
                  </a:ext>
                </a:extLst>
              </p:cNvPr>
              <p:cNvSpPr/>
              <p:nvPr/>
            </p:nvSpPr>
            <p:spPr>
              <a:xfrm>
                <a:off x="9597327" y="5169952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4 w 6343"/>
                  <a:gd name="connsiteY2" fmla="*/ 3306 h 6345"/>
                  <a:gd name="connsiteX3" fmla="*/ 5666 w 6343"/>
                  <a:gd name="connsiteY3" fmla="*/ 1062 h 6345"/>
                  <a:gd name="connsiteX4" fmla="*/ 3423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6" y="1062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2"/>
                    </a:cubicBezTo>
                    <a:cubicBezTo>
                      <a:pt x="586" y="1657"/>
                      <a:pt x="251" y="2464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98" name="Freeform: Shape 11497">
                <a:extLst>
                  <a:ext uri="{FF2B5EF4-FFF2-40B4-BE49-F238E27FC236}">
                    <a16:creationId xmlns:a16="http://schemas.microsoft.com/office/drawing/2014/main" id="{1C44E4B2-0636-5FDB-2D8D-512B61B72FC0}"/>
                  </a:ext>
                </a:extLst>
              </p:cNvPr>
              <p:cNvSpPr/>
              <p:nvPr/>
            </p:nvSpPr>
            <p:spPr>
              <a:xfrm>
                <a:off x="9597889" y="5171050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4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1" y="2465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499" name="Freeform: Shape 11498">
                <a:extLst>
                  <a:ext uri="{FF2B5EF4-FFF2-40B4-BE49-F238E27FC236}">
                    <a16:creationId xmlns:a16="http://schemas.microsoft.com/office/drawing/2014/main" id="{1A3C3104-4DF6-C7A5-2D4C-23B444C2CEE4}"/>
                  </a:ext>
                </a:extLst>
              </p:cNvPr>
              <p:cNvSpPr/>
              <p:nvPr/>
            </p:nvSpPr>
            <p:spPr>
              <a:xfrm>
                <a:off x="9600557" y="5170480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2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00" name="Freeform: Shape 11499">
                <a:extLst>
                  <a:ext uri="{FF2B5EF4-FFF2-40B4-BE49-F238E27FC236}">
                    <a16:creationId xmlns:a16="http://schemas.microsoft.com/office/drawing/2014/main" id="{15C61E9D-193E-AC1B-2790-A1761BBED996}"/>
                  </a:ext>
                </a:extLst>
              </p:cNvPr>
              <p:cNvSpPr/>
              <p:nvPr/>
            </p:nvSpPr>
            <p:spPr>
              <a:xfrm>
                <a:off x="9602299" y="5170670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3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01" name="Freeform: Shape 11500">
                <a:extLst>
                  <a:ext uri="{FF2B5EF4-FFF2-40B4-BE49-F238E27FC236}">
                    <a16:creationId xmlns:a16="http://schemas.microsoft.com/office/drawing/2014/main" id="{3048EBF2-FBDE-29D9-B146-D4F7DA86761C}"/>
                  </a:ext>
                </a:extLst>
              </p:cNvPr>
              <p:cNvSpPr/>
              <p:nvPr/>
            </p:nvSpPr>
            <p:spPr>
              <a:xfrm>
                <a:off x="9603697" y="5171145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02" name="Freeform: Shape 11501">
                <a:extLst>
                  <a:ext uri="{FF2B5EF4-FFF2-40B4-BE49-F238E27FC236}">
                    <a16:creationId xmlns:a16="http://schemas.microsoft.com/office/drawing/2014/main" id="{94058DB8-1E4E-5AC9-9D36-D1B3A6ACBD67}"/>
                  </a:ext>
                </a:extLst>
              </p:cNvPr>
              <p:cNvSpPr/>
              <p:nvPr/>
            </p:nvSpPr>
            <p:spPr>
              <a:xfrm>
                <a:off x="9605943" y="5170987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4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03" name="Freeform: Shape 11502">
                <a:extLst>
                  <a:ext uri="{FF2B5EF4-FFF2-40B4-BE49-F238E27FC236}">
                    <a16:creationId xmlns:a16="http://schemas.microsoft.com/office/drawing/2014/main" id="{A05139BB-449F-FD3A-DBF7-0593489F8679}"/>
                  </a:ext>
                </a:extLst>
              </p:cNvPr>
              <p:cNvSpPr/>
              <p:nvPr/>
            </p:nvSpPr>
            <p:spPr>
              <a:xfrm>
                <a:off x="9607947" y="5171041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04" name="Freeform: Shape 11503">
                <a:extLst>
                  <a:ext uri="{FF2B5EF4-FFF2-40B4-BE49-F238E27FC236}">
                    <a16:creationId xmlns:a16="http://schemas.microsoft.com/office/drawing/2014/main" id="{125B0762-5006-0C71-D4C8-9A54098271C0}"/>
                  </a:ext>
                </a:extLst>
              </p:cNvPr>
              <p:cNvSpPr/>
              <p:nvPr/>
            </p:nvSpPr>
            <p:spPr>
              <a:xfrm>
                <a:off x="9609704" y="5171301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05" name="Freeform: Shape 11504">
                <a:extLst>
                  <a:ext uri="{FF2B5EF4-FFF2-40B4-BE49-F238E27FC236}">
                    <a16:creationId xmlns:a16="http://schemas.microsoft.com/office/drawing/2014/main" id="{9E69DA54-6A2C-9BDC-5B5D-0F15C1C3408A}"/>
                  </a:ext>
                </a:extLst>
              </p:cNvPr>
              <p:cNvSpPr/>
              <p:nvPr/>
            </p:nvSpPr>
            <p:spPr>
              <a:xfrm>
                <a:off x="9611060" y="5171874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50"/>
                    </a:cubicBezTo>
                    <a:cubicBezTo>
                      <a:pt x="6261" y="4955"/>
                      <a:pt x="6596" y="4147"/>
                      <a:pt x="6596" y="3306"/>
                    </a:cubicBezTo>
                    <a:cubicBezTo>
                      <a:pt x="6596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7"/>
                      <a:pt x="587" y="4955"/>
                      <a:pt x="1181" y="5550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06" name="Freeform: Shape 11505">
                <a:extLst>
                  <a:ext uri="{FF2B5EF4-FFF2-40B4-BE49-F238E27FC236}">
                    <a16:creationId xmlns:a16="http://schemas.microsoft.com/office/drawing/2014/main" id="{BBF6082C-9389-76D1-E234-8BBE9F34D7DF}"/>
                  </a:ext>
                </a:extLst>
              </p:cNvPr>
              <p:cNvSpPr/>
              <p:nvPr/>
            </p:nvSpPr>
            <p:spPr>
              <a:xfrm>
                <a:off x="9618913" y="5167763"/>
                <a:ext cx="6343" cy="6345"/>
              </a:xfrm>
              <a:custGeom>
                <a:avLst/>
                <a:gdLst>
                  <a:gd name="connsiteX0" fmla="*/ 3425 w 6343"/>
                  <a:gd name="connsiteY0" fmla="*/ 6478 h 6345"/>
                  <a:gd name="connsiteX1" fmla="*/ 5667 w 6343"/>
                  <a:gd name="connsiteY1" fmla="*/ 5549 h 6345"/>
                  <a:gd name="connsiteX2" fmla="*/ 6596 w 6343"/>
                  <a:gd name="connsiteY2" fmla="*/ 3306 h 6345"/>
                  <a:gd name="connsiteX3" fmla="*/ 5667 w 6343"/>
                  <a:gd name="connsiteY3" fmla="*/ 1062 h 6345"/>
                  <a:gd name="connsiteX4" fmla="*/ 3425 w 6343"/>
                  <a:gd name="connsiteY4" fmla="*/ 133 h 6345"/>
                  <a:gd name="connsiteX5" fmla="*/ 1182 w 6343"/>
                  <a:gd name="connsiteY5" fmla="*/ 1062 h 6345"/>
                  <a:gd name="connsiteX6" fmla="*/ 253 w 6343"/>
                  <a:gd name="connsiteY6" fmla="*/ 3306 h 6345"/>
                  <a:gd name="connsiteX7" fmla="*/ 1182 w 6343"/>
                  <a:gd name="connsiteY7" fmla="*/ 5549 h 6345"/>
                  <a:gd name="connsiteX8" fmla="*/ 342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8"/>
                    </a:moveTo>
                    <a:cubicBezTo>
                      <a:pt x="4266" y="6478"/>
                      <a:pt x="5072" y="6144"/>
                      <a:pt x="5667" y="5549"/>
                    </a:cubicBezTo>
                    <a:cubicBezTo>
                      <a:pt x="6262" y="4954"/>
                      <a:pt x="6596" y="4147"/>
                      <a:pt x="6596" y="3306"/>
                    </a:cubicBezTo>
                    <a:cubicBezTo>
                      <a:pt x="6596" y="2464"/>
                      <a:pt x="6262" y="1657"/>
                      <a:pt x="5667" y="1062"/>
                    </a:cubicBezTo>
                    <a:cubicBezTo>
                      <a:pt x="5072" y="467"/>
                      <a:pt x="4266" y="133"/>
                      <a:pt x="3425" y="133"/>
                    </a:cubicBezTo>
                    <a:cubicBezTo>
                      <a:pt x="2583" y="133"/>
                      <a:pt x="1777" y="467"/>
                      <a:pt x="1182" y="1062"/>
                    </a:cubicBezTo>
                    <a:cubicBezTo>
                      <a:pt x="587" y="1657"/>
                      <a:pt x="253" y="2464"/>
                      <a:pt x="253" y="3306"/>
                    </a:cubicBezTo>
                    <a:cubicBezTo>
                      <a:pt x="253" y="4147"/>
                      <a:pt x="587" y="4954"/>
                      <a:pt x="1182" y="5549"/>
                    </a:cubicBezTo>
                    <a:cubicBezTo>
                      <a:pt x="1777" y="6144"/>
                      <a:pt x="2583" y="6478"/>
                      <a:pt x="342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07" name="Freeform: Shape 11506">
                <a:extLst>
                  <a:ext uri="{FF2B5EF4-FFF2-40B4-BE49-F238E27FC236}">
                    <a16:creationId xmlns:a16="http://schemas.microsoft.com/office/drawing/2014/main" id="{30037FAC-5951-78B5-AD4A-087A4E1B61E4}"/>
                  </a:ext>
                </a:extLst>
              </p:cNvPr>
              <p:cNvSpPr/>
              <p:nvPr/>
            </p:nvSpPr>
            <p:spPr>
              <a:xfrm>
                <a:off x="9665797" y="5157490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1 w 6343"/>
                  <a:gd name="connsiteY1" fmla="*/ 5548 h 6345"/>
                  <a:gd name="connsiteX2" fmla="*/ 6600 w 6343"/>
                  <a:gd name="connsiteY2" fmla="*/ 3305 h 6345"/>
                  <a:gd name="connsiteX3" fmla="*/ 5671 w 6343"/>
                  <a:gd name="connsiteY3" fmla="*/ 1061 h 6345"/>
                  <a:gd name="connsiteX4" fmla="*/ 3428 w 6343"/>
                  <a:gd name="connsiteY4" fmla="*/ 132 h 6345"/>
                  <a:gd name="connsiteX5" fmla="*/ 1186 w 6343"/>
                  <a:gd name="connsiteY5" fmla="*/ 1061 h 6345"/>
                  <a:gd name="connsiteX6" fmla="*/ 257 w 6343"/>
                  <a:gd name="connsiteY6" fmla="*/ 3305 h 6345"/>
                  <a:gd name="connsiteX7" fmla="*/ 1186 w 6343"/>
                  <a:gd name="connsiteY7" fmla="*/ 5548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3"/>
                      <a:pt x="5671" y="5548"/>
                    </a:cubicBezTo>
                    <a:cubicBezTo>
                      <a:pt x="6266" y="4953"/>
                      <a:pt x="6600" y="4146"/>
                      <a:pt x="6600" y="3305"/>
                    </a:cubicBezTo>
                    <a:cubicBezTo>
                      <a:pt x="6600" y="2464"/>
                      <a:pt x="6266" y="1656"/>
                      <a:pt x="5671" y="1061"/>
                    </a:cubicBezTo>
                    <a:cubicBezTo>
                      <a:pt x="5076" y="467"/>
                      <a:pt x="4269" y="132"/>
                      <a:pt x="3428" y="132"/>
                    </a:cubicBezTo>
                    <a:cubicBezTo>
                      <a:pt x="2587" y="132"/>
                      <a:pt x="1780" y="467"/>
                      <a:pt x="1186" y="1061"/>
                    </a:cubicBezTo>
                    <a:cubicBezTo>
                      <a:pt x="591" y="1656"/>
                      <a:pt x="257" y="2464"/>
                      <a:pt x="257" y="3305"/>
                    </a:cubicBezTo>
                    <a:cubicBezTo>
                      <a:pt x="257" y="4146"/>
                      <a:pt x="591" y="4953"/>
                      <a:pt x="1186" y="5548"/>
                    </a:cubicBezTo>
                    <a:cubicBezTo>
                      <a:pt x="1780" y="6143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08" name="Freeform: Shape 11507">
                <a:extLst>
                  <a:ext uri="{FF2B5EF4-FFF2-40B4-BE49-F238E27FC236}">
                    <a16:creationId xmlns:a16="http://schemas.microsoft.com/office/drawing/2014/main" id="{C2FC8C7D-FCE7-9046-D94B-8940ECAEB1AD}"/>
                  </a:ext>
                </a:extLst>
              </p:cNvPr>
              <p:cNvSpPr/>
              <p:nvPr/>
            </p:nvSpPr>
            <p:spPr>
              <a:xfrm>
                <a:off x="9665827" y="5159340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8 w 6343"/>
                  <a:gd name="connsiteY4" fmla="*/ 132 h 6345"/>
                  <a:gd name="connsiteX5" fmla="*/ 1186 w 6343"/>
                  <a:gd name="connsiteY5" fmla="*/ 1062 h 6345"/>
                  <a:gd name="connsiteX6" fmla="*/ 257 w 6343"/>
                  <a:gd name="connsiteY6" fmla="*/ 3305 h 6345"/>
                  <a:gd name="connsiteX7" fmla="*/ 1186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3"/>
                      <a:pt x="5671" y="5549"/>
                    </a:cubicBezTo>
                    <a:cubicBezTo>
                      <a:pt x="6266" y="4954"/>
                      <a:pt x="6600" y="4146"/>
                      <a:pt x="6600" y="3305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6" y="467"/>
                      <a:pt x="4269" y="132"/>
                      <a:pt x="3428" y="132"/>
                    </a:cubicBezTo>
                    <a:cubicBezTo>
                      <a:pt x="2587" y="132"/>
                      <a:pt x="1780" y="467"/>
                      <a:pt x="1186" y="1062"/>
                    </a:cubicBezTo>
                    <a:cubicBezTo>
                      <a:pt x="591" y="1657"/>
                      <a:pt x="257" y="2464"/>
                      <a:pt x="257" y="3305"/>
                    </a:cubicBezTo>
                    <a:cubicBezTo>
                      <a:pt x="257" y="4146"/>
                      <a:pt x="591" y="4954"/>
                      <a:pt x="1186" y="5549"/>
                    </a:cubicBezTo>
                    <a:cubicBezTo>
                      <a:pt x="1780" y="6143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09" name="Freeform: Shape 11508">
                <a:extLst>
                  <a:ext uri="{FF2B5EF4-FFF2-40B4-BE49-F238E27FC236}">
                    <a16:creationId xmlns:a16="http://schemas.microsoft.com/office/drawing/2014/main" id="{27C646A6-E48F-66B8-6F1A-64B27D9AECBC}"/>
                  </a:ext>
                </a:extLst>
              </p:cNvPr>
              <p:cNvSpPr/>
              <p:nvPr/>
            </p:nvSpPr>
            <p:spPr>
              <a:xfrm>
                <a:off x="9667777" y="5160026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8 w 6343"/>
                  <a:gd name="connsiteY4" fmla="*/ 132 h 6345"/>
                  <a:gd name="connsiteX5" fmla="*/ 1186 w 6343"/>
                  <a:gd name="connsiteY5" fmla="*/ 1062 h 6345"/>
                  <a:gd name="connsiteX6" fmla="*/ 257 w 6343"/>
                  <a:gd name="connsiteY6" fmla="*/ 3305 h 6345"/>
                  <a:gd name="connsiteX7" fmla="*/ 1186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70" y="6478"/>
                      <a:pt x="5076" y="6144"/>
                      <a:pt x="5671" y="5549"/>
                    </a:cubicBezTo>
                    <a:cubicBezTo>
                      <a:pt x="6266" y="4954"/>
                      <a:pt x="6600" y="4147"/>
                      <a:pt x="6600" y="3305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6" y="467"/>
                      <a:pt x="4270" y="132"/>
                      <a:pt x="3428" y="132"/>
                    </a:cubicBezTo>
                    <a:cubicBezTo>
                      <a:pt x="2587" y="132"/>
                      <a:pt x="1781" y="467"/>
                      <a:pt x="1186" y="1062"/>
                    </a:cubicBezTo>
                    <a:cubicBezTo>
                      <a:pt x="591" y="1657"/>
                      <a:pt x="257" y="2464"/>
                      <a:pt x="257" y="3305"/>
                    </a:cubicBezTo>
                    <a:cubicBezTo>
                      <a:pt x="257" y="4147"/>
                      <a:pt x="591" y="4954"/>
                      <a:pt x="1186" y="5549"/>
                    </a:cubicBezTo>
                    <a:cubicBezTo>
                      <a:pt x="1781" y="6144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10" name="Freeform: Shape 11509">
                <a:extLst>
                  <a:ext uri="{FF2B5EF4-FFF2-40B4-BE49-F238E27FC236}">
                    <a16:creationId xmlns:a16="http://schemas.microsoft.com/office/drawing/2014/main" id="{F66743B5-18EA-BF8A-23AA-B43DD7B16612}"/>
                  </a:ext>
                </a:extLst>
              </p:cNvPr>
              <p:cNvSpPr/>
              <p:nvPr/>
            </p:nvSpPr>
            <p:spPr>
              <a:xfrm>
                <a:off x="9670374" y="5160348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9 w 6343"/>
                  <a:gd name="connsiteY4" fmla="*/ 132 h 6345"/>
                  <a:gd name="connsiteX5" fmla="*/ 1186 w 6343"/>
                  <a:gd name="connsiteY5" fmla="*/ 1062 h 6345"/>
                  <a:gd name="connsiteX6" fmla="*/ 257 w 6343"/>
                  <a:gd name="connsiteY6" fmla="*/ 3305 h 6345"/>
                  <a:gd name="connsiteX7" fmla="*/ 1186 w 6343"/>
                  <a:gd name="connsiteY7" fmla="*/ 5549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0" y="6478"/>
                      <a:pt x="5077" y="6144"/>
                      <a:pt x="5671" y="5549"/>
                    </a:cubicBezTo>
                    <a:cubicBezTo>
                      <a:pt x="6266" y="4954"/>
                      <a:pt x="6600" y="4147"/>
                      <a:pt x="6600" y="3305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7" y="467"/>
                      <a:pt x="4270" y="132"/>
                      <a:pt x="3429" y="132"/>
                    </a:cubicBezTo>
                    <a:cubicBezTo>
                      <a:pt x="2588" y="132"/>
                      <a:pt x="1781" y="467"/>
                      <a:pt x="1186" y="1062"/>
                    </a:cubicBezTo>
                    <a:cubicBezTo>
                      <a:pt x="591" y="1657"/>
                      <a:pt x="257" y="2464"/>
                      <a:pt x="257" y="3305"/>
                    </a:cubicBezTo>
                    <a:cubicBezTo>
                      <a:pt x="257" y="4147"/>
                      <a:pt x="591" y="4954"/>
                      <a:pt x="1186" y="5549"/>
                    </a:cubicBezTo>
                    <a:cubicBezTo>
                      <a:pt x="1781" y="6144"/>
                      <a:pt x="2588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11" name="Freeform: Shape 11510">
                <a:extLst>
                  <a:ext uri="{FF2B5EF4-FFF2-40B4-BE49-F238E27FC236}">
                    <a16:creationId xmlns:a16="http://schemas.microsoft.com/office/drawing/2014/main" id="{F7FABBC1-29F9-69C8-4281-DBF10C54DC01}"/>
                  </a:ext>
                </a:extLst>
              </p:cNvPr>
              <p:cNvSpPr/>
              <p:nvPr/>
            </p:nvSpPr>
            <p:spPr>
              <a:xfrm>
                <a:off x="9675140" y="5159435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2 w 6343"/>
                  <a:gd name="connsiteY1" fmla="*/ 5549 h 6345"/>
                  <a:gd name="connsiteX2" fmla="*/ 6601 w 6343"/>
                  <a:gd name="connsiteY2" fmla="*/ 3305 h 6345"/>
                  <a:gd name="connsiteX3" fmla="*/ 5672 w 6343"/>
                  <a:gd name="connsiteY3" fmla="*/ 1062 h 6345"/>
                  <a:gd name="connsiteX4" fmla="*/ 3429 w 6343"/>
                  <a:gd name="connsiteY4" fmla="*/ 132 h 6345"/>
                  <a:gd name="connsiteX5" fmla="*/ 1186 w 6343"/>
                  <a:gd name="connsiteY5" fmla="*/ 1062 h 6345"/>
                  <a:gd name="connsiteX6" fmla="*/ 257 w 6343"/>
                  <a:gd name="connsiteY6" fmla="*/ 3305 h 6345"/>
                  <a:gd name="connsiteX7" fmla="*/ 1186 w 6343"/>
                  <a:gd name="connsiteY7" fmla="*/ 5549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0" y="6478"/>
                      <a:pt x="5077" y="6143"/>
                      <a:pt x="5672" y="5549"/>
                    </a:cubicBezTo>
                    <a:cubicBezTo>
                      <a:pt x="6266" y="4954"/>
                      <a:pt x="6601" y="4146"/>
                      <a:pt x="6601" y="3305"/>
                    </a:cubicBezTo>
                    <a:cubicBezTo>
                      <a:pt x="6601" y="2464"/>
                      <a:pt x="6266" y="1657"/>
                      <a:pt x="5672" y="1062"/>
                    </a:cubicBezTo>
                    <a:cubicBezTo>
                      <a:pt x="5077" y="467"/>
                      <a:pt x="4270" y="132"/>
                      <a:pt x="3429" y="132"/>
                    </a:cubicBezTo>
                    <a:cubicBezTo>
                      <a:pt x="2588" y="132"/>
                      <a:pt x="1781" y="467"/>
                      <a:pt x="1186" y="1062"/>
                    </a:cubicBezTo>
                    <a:cubicBezTo>
                      <a:pt x="592" y="1657"/>
                      <a:pt x="257" y="2464"/>
                      <a:pt x="257" y="3305"/>
                    </a:cubicBezTo>
                    <a:cubicBezTo>
                      <a:pt x="257" y="4146"/>
                      <a:pt x="592" y="4954"/>
                      <a:pt x="1186" y="5549"/>
                    </a:cubicBezTo>
                    <a:cubicBezTo>
                      <a:pt x="1781" y="6143"/>
                      <a:pt x="2588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12" name="Freeform: Shape 11511">
                <a:extLst>
                  <a:ext uri="{FF2B5EF4-FFF2-40B4-BE49-F238E27FC236}">
                    <a16:creationId xmlns:a16="http://schemas.microsoft.com/office/drawing/2014/main" id="{30431D80-0DD5-8D38-E9B8-9495536D226F}"/>
                  </a:ext>
                </a:extLst>
              </p:cNvPr>
              <p:cNvSpPr/>
              <p:nvPr/>
            </p:nvSpPr>
            <p:spPr>
              <a:xfrm>
                <a:off x="9673137" y="5162477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9 w 6343"/>
                  <a:gd name="connsiteY4" fmla="*/ 133 h 6345"/>
                  <a:gd name="connsiteX5" fmla="*/ 1186 w 6343"/>
                  <a:gd name="connsiteY5" fmla="*/ 1062 h 6345"/>
                  <a:gd name="connsiteX6" fmla="*/ 257 w 6343"/>
                  <a:gd name="connsiteY6" fmla="*/ 3305 h 6345"/>
                  <a:gd name="connsiteX7" fmla="*/ 1186 w 6343"/>
                  <a:gd name="connsiteY7" fmla="*/ 5549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0" y="6478"/>
                      <a:pt x="5077" y="6144"/>
                      <a:pt x="5671" y="5549"/>
                    </a:cubicBezTo>
                    <a:cubicBezTo>
                      <a:pt x="6266" y="4954"/>
                      <a:pt x="6600" y="4147"/>
                      <a:pt x="6600" y="3305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7" y="467"/>
                      <a:pt x="4270" y="133"/>
                      <a:pt x="3429" y="133"/>
                    </a:cubicBezTo>
                    <a:cubicBezTo>
                      <a:pt x="2588" y="133"/>
                      <a:pt x="1781" y="467"/>
                      <a:pt x="1186" y="1062"/>
                    </a:cubicBezTo>
                    <a:cubicBezTo>
                      <a:pt x="591" y="1657"/>
                      <a:pt x="257" y="2464"/>
                      <a:pt x="257" y="3305"/>
                    </a:cubicBezTo>
                    <a:cubicBezTo>
                      <a:pt x="257" y="4147"/>
                      <a:pt x="591" y="4954"/>
                      <a:pt x="1186" y="5549"/>
                    </a:cubicBezTo>
                    <a:cubicBezTo>
                      <a:pt x="1781" y="6144"/>
                      <a:pt x="2588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13" name="Freeform: Shape 11512">
                <a:extLst>
                  <a:ext uri="{FF2B5EF4-FFF2-40B4-BE49-F238E27FC236}">
                    <a16:creationId xmlns:a16="http://schemas.microsoft.com/office/drawing/2014/main" id="{68263883-77B5-22E5-5CE0-2F961CC0F8B5}"/>
                  </a:ext>
                </a:extLst>
              </p:cNvPr>
              <p:cNvSpPr/>
              <p:nvPr/>
            </p:nvSpPr>
            <p:spPr>
              <a:xfrm>
                <a:off x="10096632" y="4929723"/>
                <a:ext cx="6343" cy="6345"/>
              </a:xfrm>
              <a:custGeom>
                <a:avLst/>
                <a:gdLst>
                  <a:gd name="connsiteX0" fmla="*/ 3462 w 6343"/>
                  <a:gd name="connsiteY0" fmla="*/ 6460 h 6345"/>
                  <a:gd name="connsiteX1" fmla="*/ 5705 w 6343"/>
                  <a:gd name="connsiteY1" fmla="*/ 5530 h 6345"/>
                  <a:gd name="connsiteX2" fmla="*/ 6634 w 6343"/>
                  <a:gd name="connsiteY2" fmla="*/ 3287 h 6345"/>
                  <a:gd name="connsiteX3" fmla="*/ 5705 w 6343"/>
                  <a:gd name="connsiteY3" fmla="*/ 1044 h 6345"/>
                  <a:gd name="connsiteX4" fmla="*/ 3462 w 6343"/>
                  <a:gd name="connsiteY4" fmla="*/ 114 h 6345"/>
                  <a:gd name="connsiteX5" fmla="*/ 1220 w 6343"/>
                  <a:gd name="connsiteY5" fmla="*/ 1044 h 6345"/>
                  <a:gd name="connsiteX6" fmla="*/ 291 w 6343"/>
                  <a:gd name="connsiteY6" fmla="*/ 3287 h 6345"/>
                  <a:gd name="connsiteX7" fmla="*/ 1220 w 6343"/>
                  <a:gd name="connsiteY7" fmla="*/ 5530 h 6345"/>
                  <a:gd name="connsiteX8" fmla="*/ 3462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2" y="6460"/>
                    </a:moveTo>
                    <a:cubicBezTo>
                      <a:pt x="4303" y="6460"/>
                      <a:pt x="5110" y="6125"/>
                      <a:pt x="5705" y="5530"/>
                    </a:cubicBezTo>
                    <a:cubicBezTo>
                      <a:pt x="6300" y="4935"/>
                      <a:pt x="6634" y="4128"/>
                      <a:pt x="6634" y="3287"/>
                    </a:cubicBezTo>
                    <a:cubicBezTo>
                      <a:pt x="6634" y="2446"/>
                      <a:pt x="6300" y="1639"/>
                      <a:pt x="5705" y="1044"/>
                    </a:cubicBezTo>
                    <a:cubicBezTo>
                      <a:pt x="5110" y="449"/>
                      <a:pt x="4303" y="114"/>
                      <a:pt x="3462" y="114"/>
                    </a:cubicBezTo>
                    <a:cubicBezTo>
                      <a:pt x="2621" y="114"/>
                      <a:pt x="1814" y="449"/>
                      <a:pt x="1220" y="1044"/>
                    </a:cubicBezTo>
                    <a:cubicBezTo>
                      <a:pt x="625" y="1639"/>
                      <a:pt x="291" y="2446"/>
                      <a:pt x="291" y="3287"/>
                    </a:cubicBezTo>
                    <a:cubicBezTo>
                      <a:pt x="291" y="4128"/>
                      <a:pt x="625" y="4935"/>
                      <a:pt x="1220" y="5530"/>
                    </a:cubicBezTo>
                    <a:cubicBezTo>
                      <a:pt x="1814" y="6125"/>
                      <a:pt x="2621" y="6460"/>
                      <a:pt x="3462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14" name="Freeform: Shape 11513">
                <a:extLst>
                  <a:ext uri="{FF2B5EF4-FFF2-40B4-BE49-F238E27FC236}">
                    <a16:creationId xmlns:a16="http://schemas.microsoft.com/office/drawing/2014/main" id="{12434756-51D3-35B8-A661-A39AD8C0C706}"/>
                  </a:ext>
                </a:extLst>
              </p:cNvPr>
              <p:cNvSpPr/>
              <p:nvPr/>
            </p:nvSpPr>
            <p:spPr>
              <a:xfrm>
                <a:off x="10091885" y="4937569"/>
                <a:ext cx="6343" cy="6345"/>
              </a:xfrm>
              <a:custGeom>
                <a:avLst/>
                <a:gdLst>
                  <a:gd name="connsiteX0" fmla="*/ 3462 w 6343"/>
                  <a:gd name="connsiteY0" fmla="*/ 6460 h 6345"/>
                  <a:gd name="connsiteX1" fmla="*/ 5704 w 6343"/>
                  <a:gd name="connsiteY1" fmla="*/ 5531 h 6345"/>
                  <a:gd name="connsiteX2" fmla="*/ 6633 w 6343"/>
                  <a:gd name="connsiteY2" fmla="*/ 3288 h 6345"/>
                  <a:gd name="connsiteX3" fmla="*/ 5704 w 6343"/>
                  <a:gd name="connsiteY3" fmla="*/ 1044 h 6345"/>
                  <a:gd name="connsiteX4" fmla="*/ 3462 w 6343"/>
                  <a:gd name="connsiteY4" fmla="*/ 115 h 6345"/>
                  <a:gd name="connsiteX5" fmla="*/ 1219 w 6343"/>
                  <a:gd name="connsiteY5" fmla="*/ 1044 h 6345"/>
                  <a:gd name="connsiteX6" fmla="*/ 290 w 6343"/>
                  <a:gd name="connsiteY6" fmla="*/ 3288 h 6345"/>
                  <a:gd name="connsiteX7" fmla="*/ 1219 w 6343"/>
                  <a:gd name="connsiteY7" fmla="*/ 5531 h 6345"/>
                  <a:gd name="connsiteX8" fmla="*/ 3462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2" y="6460"/>
                    </a:moveTo>
                    <a:cubicBezTo>
                      <a:pt x="4303" y="6460"/>
                      <a:pt x="5110" y="6126"/>
                      <a:pt x="5704" y="5531"/>
                    </a:cubicBezTo>
                    <a:cubicBezTo>
                      <a:pt x="6299" y="4936"/>
                      <a:pt x="6633" y="4129"/>
                      <a:pt x="6633" y="3288"/>
                    </a:cubicBezTo>
                    <a:cubicBezTo>
                      <a:pt x="6633" y="2446"/>
                      <a:pt x="6299" y="1639"/>
                      <a:pt x="5704" y="1044"/>
                    </a:cubicBezTo>
                    <a:cubicBezTo>
                      <a:pt x="5110" y="449"/>
                      <a:pt x="4303" y="115"/>
                      <a:pt x="3462" y="115"/>
                    </a:cubicBezTo>
                    <a:cubicBezTo>
                      <a:pt x="2621" y="115"/>
                      <a:pt x="1814" y="449"/>
                      <a:pt x="1219" y="1044"/>
                    </a:cubicBezTo>
                    <a:cubicBezTo>
                      <a:pt x="624" y="1639"/>
                      <a:pt x="290" y="2446"/>
                      <a:pt x="290" y="3288"/>
                    </a:cubicBezTo>
                    <a:cubicBezTo>
                      <a:pt x="290" y="4129"/>
                      <a:pt x="624" y="4936"/>
                      <a:pt x="1219" y="5531"/>
                    </a:cubicBezTo>
                    <a:cubicBezTo>
                      <a:pt x="1814" y="6126"/>
                      <a:pt x="2621" y="6460"/>
                      <a:pt x="3462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15" name="Freeform: Shape 11514">
                <a:extLst>
                  <a:ext uri="{FF2B5EF4-FFF2-40B4-BE49-F238E27FC236}">
                    <a16:creationId xmlns:a16="http://schemas.microsoft.com/office/drawing/2014/main" id="{DEDED437-0DB6-2641-5750-2451E327929F}"/>
                  </a:ext>
                </a:extLst>
              </p:cNvPr>
              <p:cNvSpPr/>
              <p:nvPr/>
            </p:nvSpPr>
            <p:spPr>
              <a:xfrm>
                <a:off x="10097087" y="4939908"/>
                <a:ext cx="6343" cy="6345"/>
              </a:xfrm>
              <a:custGeom>
                <a:avLst/>
                <a:gdLst>
                  <a:gd name="connsiteX0" fmla="*/ 3462 w 6343"/>
                  <a:gd name="connsiteY0" fmla="*/ 6460 h 6345"/>
                  <a:gd name="connsiteX1" fmla="*/ 5705 w 6343"/>
                  <a:gd name="connsiteY1" fmla="*/ 5531 h 6345"/>
                  <a:gd name="connsiteX2" fmla="*/ 6634 w 6343"/>
                  <a:gd name="connsiteY2" fmla="*/ 3288 h 6345"/>
                  <a:gd name="connsiteX3" fmla="*/ 5705 w 6343"/>
                  <a:gd name="connsiteY3" fmla="*/ 1044 h 6345"/>
                  <a:gd name="connsiteX4" fmla="*/ 3462 w 6343"/>
                  <a:gd name="connsiteY4" fmla="*/ 115 h 6345"/>
                  <a:gd name="connsiteX5" fmla="*/ 1220 w 6343"/>
                  <a:gd name="connsiteY5" fmla="*/ 1044 h 6345"/>
                  <a:gd name="connsiteX6" fmla="*/ 291 w 6343"/>
                  <a:gd name="connsiteY6" fmla="*/ 3288 h 6345"/>
                  <a:gd name="connsiteX7" fmla="*/ 1220 w 6343"/>
                  <a:gd name="connsiteY7" fmla="*/ 5531 h 6345"/>
                  <a:gd name="connsiteX8" fmla="*/ 3462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2" y="6460"/>
                    </a:moveTo>
                    <a:cubicBezTo>
                      <a:pt x="4303" y="6460"/>
                      <a:pt x="5110" y="6126"/>
                      <a:pt x="5705" y="5531"/>
                    </a:cubicBezTo>
                    <a:cubicBezTo>
                      <a:pt x="6300" y="4936"/>
                      <a:pt x="6634" y="4129"/>
                      <a:pt x="6634" y="3288"/>
                    </a:cubicBezTo>
                    <a:cubicBezTo>
                      <a:pt x="6634" y="2446"/>
                      <a:pt x="6300" y="1639"/>
                      <a:pt x="5705" y="1044"/>
                    </a:cubicBezTo>
                    <a:cubicBezTo>
                      <a:pt x="5110" y="449"/>
                      <a:pt x="4303" y="115"/>
                      <a:pt x="3462" y="115"/>
                    </a:cubicBezTo>
                    <a:cubicBezTo>
                      <a:pt x="2621" y="115"/>
                      <a:pt x="1814" y="449"/>
                      <a:pt x="1220" y="1044"/>
                    </a:cubicBezTo>
                    <a:cubicBezTo>
                      <a:pt x="625" y="1639"/>
                      <a:pt x="291" y="2446"/>
                      <a:pt x="291" y="3288"/>
                    </a:cubicBezTo>
                    <a:cubicBezTo>
                      <a:pt x="291" y="4129"/>
                      <a:pt x="625" y="4936"/>
                      <a:pt x="1220" y="5531"/>
                    </a:cubicBezTo>
                    <a:cubicBezTo>
                      <a:pt x="1814" y="6126"/>
                      <a:pt x="2621" y="6460"/>
                      <a:pt x="3462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16" name="Freeform: Shape 11515">
                <a:extLst>
                  <a:ext uri="{FF2B5EF4-FFF2-40B4-BE49-F238E27FC236}">
                    <a16:creationId xmlns:a16="http://schemas.microsoft.com/office/drawing/2014/main" id="{44E8E3D8-C245-1F88-AC8D-8FCE759251D7}"/>
                  </a:ext>
                </a:extLst>
              </p:cNvPr>
              <p:cNvSpPr/>
              <p:nvPr/>
            </p:nvSpPr>
            <p:spPr>
              <a:xfrm>
                <a:off x="10103003" y="4941913"/>
                <a:ext cx="6343" cy="6345"/>
              </a:xfrm>
              <a:custGeom>
                <a:avLst/>
                <a:gdLst>
                  <a:gd name="connsiteX0" fmla="*/ 3463 w 6343"/>
                  <a:gd name="connsiteY0" fmla="*/ 6461 h 6345"/>
                  <a:gd name="connsiteX1" fmla="*/ 5705 w 6343"/>
                  <a:gd name="connsiteY1" fmla="*/ 5531 h 6345"/>
                  <a:gd name="connsiteX2" fmla="*/ 6634 w 6343"/>
                  <a:gd name="connsiteY2" fmla="*/ 3288 h 6345"/>
                  <a:gd name="connsiteX3" fmla="*/ 5705 w 6343"/>
                  <a:gd name="connsiteY3" fmla="*/ 1044 h 6345"/>
                  <a:gd name="connsiteX4" fmla="*/ 3463 w 6343"/>
                  <a:gd name="connsiteY4" fmla="*/ 115 h 6345"/>
                  <a:gd name="connsiteX5" fmla="*/ 1220 w 6343"/>
                  <a:gd name="connsiteY5" fmla="*/ 1044 h 6345"/>
                  <a:gd name="connsiteX6" fmla="*/ 291 w 6343"/>
                  <a:gd name="connsiteY6" fmla="*/ 3288 h 6345"/>
                  <a:gd name="connsiteX7" fmla="*/ 1220 w 6343"/>
                  <a:gd name="connsiteY7" fmla="*/ 5531 h 6345"/>
                  <a:gd name="connsiteX8" fmla="*/ 3463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3" y="6461"/>
                    </a:moveTo>
                    <a:cubicBezTo>
                      <a:pt x="4304" y="6461"/>
                      <a:pt x="5111" y="6126"/>
                      <a:pt x="5705" y="5531"/>
                    </a:cubicBezTo>
                    <a:cubicBezTo>
                      <a:pt x="6300" y="4936"/>
                      <a:pt x="6634" y="4129"/>
                      <a:pt x="6634" y="3288"/>
                    </a:cubicBezTo>
                    <a:cubicBezTo>
                      <a:pt x="6634" y="2447"/>
                      <a:pt x="6300" y="1639"/>
                      <a:pt x="5705" y="1044"/>
                    </a:cubicBezTo>
                    <a:cubicBezTo>
                      <a:pt x="5111" y="450"/>
                      <a:pt x="4304" y="115"/>
                      <a:pt x="3463" y="115"/>
                    </a:cubicBezTo>
                    <a:cubicBezTo>
                      <a:pt x="2622" y="115"/>
                      <a:pt x="1815" y="450"/>
                      <a:pt x="1220" y="1044"/>
                    </a:cubicBezTo>
                    <a:cubicBezTo>
                      <a:pt x="625" y="1639"/>
                      <a:pt x="291" y="2447"/>
                      <a:pt x="291" y="3288"/>
                    </a:cubicBezTo>
                    <a:cubicBezTo>
                      <a:pt x="291" y="4129"/>
                      <a:pt x="625" y="4936"/>
                      <a:pt x="1220" y="5531"/>
                    </a:cubicBezTo>
                    <a:cubicBezTo>
                      <a:pt x="1815" y="6126"/>
                      <a:pt x="2622" y="6461"/>
                      <a:pt x="3463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17" name="Freeform: Shape 11516">
                <a:extLst>
                  <a:ext uri="{FF2B5EF4-FFF2-40B4-BE49-F238E27FC236}">
                    <a16:creationId xmlns:a16="http://schemas.microsoft.com/office/drawing/2014/main" id="{DF509FBD-88DF-36A5-0111-7389ED5B0132}"/>
                  </a:ext>
                </a:extLst>
              </p:cNvPr>
              <p:cNvSpPr/>
              <p:nvPr/>
            </p:nvSpPr>
            <p:spPr>
              <a:xfrm>
                <a:off x="10109362" y="4943745"/>
                <a:ext cx="6343" cy="6345"/>
              </a:xfrm>
              <a:custGeom>
                <a:avLst/>
                <a:gdLst>
                  <a:gd name="connsiteX0" fmla="*/ 3463 w 6343"/>
                  <a:gd name="connsiteY0" fmla="*/ 6461 h 6345"/>
                  <a:gd name="connsiteX1" fmla="*/ 5706 w 6343"/>
                  <a:gd name="connsiteY1" fmla="*/ 5532 h 6345"/>
                  <a:gd name="connsiteX2" fmla="*/ 6635 w 6343"/>
                  <a:gd name="connsiteY2" fmla="*/ 3288 h 6345"/>
                  <a:gd name="connsiteX3" fmla="*/ 5706 w 6343"/>
                  <a:gd name="connsiteY3" fmla="*/ 1045 h 6345"/>
                  <a:gd name="connsiteX4" fmla="*/ 3463 w 6343"/>
                  <a:gd name="connsiteY4" fmla="*/ 115 h 6345"/>
                  <a:gd name="connsiteX5" fmla="*/ 1221 w 6343"/>
                  <a:gd name="connsiteY5" fmla="*/ 1045 h 6345"/>
                  <a:gd name="connsiteX6" fmla="*/ 292 w 6343"/>
                  <a:gd name="connsiteY6" fmla="*/ 3288 h 6345"/>
                  <a:gd name="connsiteX7" fmla="*/ 1221 w 6343"/>
                  <a:gd name="connsiteY7" fmla="*/ 5532 h 6345"/>
                  <a:gd name="connsiteX8" fmla="*/ 3463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3" y="6461"/>
                    </a:moveTo>
                    <a:cubicBezTo>
                      <a:pt x="4304" y="6461"/>
                      <a:pt x="5111" y="6126"/>
                      <a:pt x="5706" y="5532"/>
                    </a:cubicBezTo>
                    <a:cubicBezTo>
                      <a:pt x="6301" y="4937"/>
                      <a:pt x="6635" y="4130"/>
                      <a:pt x="6635" y="3288"/>
                    </a:cubicBezTo>
                    <a:cubicBezTo>
                      <a:pt x="6635" y="2447"/>
                      <a:pt x="6301" y="1640"/>
                      <a:pt x="5706" y="1045"/>
                    </a:cubicBezTo>
                    <a:cubicBezTo>
                      <a:pt x="5111" y="450"/>
                      <a:pt x="4304" y="115"/>
                      <a:pt x="3463" y="115"/>
                    </a:cubicBezTo>
                    <a:cubicBezTo>
                      <a:pt x="2622" y="115"/>
                      <a:pt x="1815" y="450"/>
                      <a:pt x="1221" y="1045"/>
                    </a:cubicBezTo>
                    <a:cubicBezTo>
                      <a:pt x="626" y="1640"/>
                      <a:pt x="292" y="2447"/>
                      <a:pt x="292" y="3288"/>
                    </a:cubicBezTo>
                    <a:cubicBezTo>
                      <a:pt x="292" y="4130"/>
                      <a:pt x="626" y="4937"/>
                      <a:pt x="1221" y="5532"/>
                    </a:cubicBezTo>
                    <a:cubicBezTo>
                      <a:pt x="1815" y="6126"/>
                      <a:pt x="2622" y="6461"/>
                      <a:pt x="3463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18" name="Freeform: Shape 11517">
                <a:extLst>
                  <a:ext uri="{FF2B5EF4-FFF2-40B4-BE49-F238E27FC236}">
                    <a16:creationId xmlns:a16="http://schemas.microsoft.com/office/drawing/2014/main" id="{FA09FF98-AEFD-A077-8F41-4DA9B1FE8AE9}"/>
                  </a:ext>
                </a:extLst>
              </p:cNvPr>
              <p:cNvSpPr/>
              <p:nvPr/>
            </p:nvSpPr>
            <p:spPr>
              <a:xfrm>
                <a:off x="10500889" y="5762657"/>
                <a:ext cx="6343" cy="6345"/>
              </a:xfrm>
              <a:custGeom>
                <a:avLst/>
                <a:gdLst>
                  <a:gd name="connsiteX0" fmla="*/ 3494 w 6343"/>
                  <a:gd name="connsiteY0" fmla="*/ 6525 h 6345"/>
                  <a:gd name="connsiteX1" fmla="*/ 5737 w 6343"/>
                  <a:gd name="connsiteY1" fmla="*/ 5596 h 6345"/>
                  <a:gd name="connsiteX2" fmla="*/ 6666 w 6343"/>
                  <a:gd name="connsiteY2" fmla="*/ 3353 h 6345"/>
                  <a:gd name="connsiteX3" fmla="*/ 5737 w 6343"/>
                  <a:gd name="connsiteY3" fmla="*/ 1109 h 6345"/>
                  <a:gd name="connsiteX4" fmla="*/ 3494 w 6343"/>
                  <a:gd name="connsiteY4" fmla="*/ 180 h 6345"/>
                  <a:gd name="connsiteX5" fmla="*/ 1251 w 6343"/>
                  <a:gd name="connsiteY5" fmla="*/ 1109 h 6345"/>
                  <a:gd name="connsiteX6" fmla="*/ 323 w 6343"/>
                  <a:gd name="connsiteY6" fmla="*/ 3353 h 6345"/>
                  <a:gd name="connsiteX7" fmla="*/ 1251 w 6343"/>
                  <a:gd name="connsiteY7" fmla="*/ 5596 h 6345"/>
                  <a:gd name="connsiteX8" fmla="*/ 349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94" y="6525"/>
                    </a:moveTo>
                    <a:cubicBezTo>
                      <a:pt x="4335" y="6525"/>
                      <a:pt x="5142" y="6191"/>
                      <a:pt x="5737" y="5596"/>
                    </a:cubicBezTo>
                    <a:cubicBezTo>
                      <a:pt x="6331" y="5001"/>
                      <a:pt x="6666" y="4194"/>
                      <a:pt x="6666" y="3353"/>
                    </a:cubicBezTo>
                    <a:cubicBezTo>
                      <a:pt x="6666" y="2511"/>
                      <a:pt x="6331" y="1704"/>
                      <a:pt x="5737" y="1109"/>
                    </a:cubicBezTo>
                    <a:cubicBezTo>
                      <a:pt x="5142" y="514"/>
                      <a:pt x="4335" y="180"/>
                      <a:pt x="3494" y="180"/>
                    </a:cubicBezTo>
                    <a:cubicBezTo>
                      <a:pt x="2653" y="180"/>
                      <a:pt x="1846" y="514"/>
                      <a:pt x="1251" y="1109"/>
                    </a:cubicBezTo>
                    <a:cubicBezTo>
                      <a:pt x="657" y="1704"/>
                      <a:pt x="323" y="2511"/>
                      <a:pt x="323" y="3353"/>
                    </a:cubicBezTo>
                    <a:cubicBezTo>
                      <a:pt x="323" y="4194"/>
                      <a:pt x="657" y="5001"/>
                      <a:pt x="1251" y="5596"/>
                    </a:cubicBezTo>
                    <a:cubicBezTo>
                      <a:pt x="1846" y="6191"/>
                      <a:pt x="2653" y="6525"/>
                      <a:pt x="349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19" name="Freeform: Shape 11518">
                <a:extLst>
                  <a:ext uri="{FF2B5EF4-FFF2-40B4-BE49-F238E27FC236}">
                    <a16:creationId xmlns:a16="http://schemas.microsoft.com/office/drawing/2014/main" id="{D30EF4E3-4559-2965-3447-2211726C0843}"/>
                  </a:ext>
                </a:extLst>
              </p:cNvPr>
              <p:cNvSpPr/>
              <p:nvPr/>
            </p:nvSpPr>
            <p:spPr>
              <a:xfrm>
                <a:off x="10135506" y="5731914"/>
                <a:ext cx="6343" cy="6345"/>
              </a:xfrm>
              <a:custGeom>
                <a:avLst/>
                <a:gdLst>
                  <a:gd name="connsiteX0" fmla="*/ 3465 w 6343"/>
                  <a:gd name="connsiteY0" fmla="*/ 6523 h 6345"/>
                  <a:gd name="connsiteX1" fmla="*/ 5708 w 6343"/>
                  <a:gd name="connsiteY1" fmla="*/ 5594 h 6345"/>
                  <a:gd name="connsiteX2" fmla="*/ 6637 w 6343"/>
                  <a:gd name="connsiteY2" fmla="*/ 3350 h 6345"/>
                  <a:gd name="connsiteX3" fmla="*/ 5708 w 6343"/>
                  <a:gd name="connsiteY3" fmla="*/ 1107 h 6345"/>
                  <a:gd name="connsiteX4" fmla="*/ 3465 w 6343"/>
                  <a:gd name="connsiteY4" fmla="*/ 177 h 6345"/>
                  <a:gd name="connsiteX5" fmla="*/ 1223 w 6343"/>
                  <a:gd name="connsiteY5" fmla="*/ 1107 h 6345"/>
                  <a:gd name="connsiteX6" fmla="*/ 294 w 6343"/>
                  <a:gd name="connsiteY6" fmla="*/ 3350 h 6345"/>
                  <a:gd name="connsiteX7" fmla="*/ 1223 w 6343"/>
                  <a:gd name="connsiteY7" fmla="*/ 5594 h 6345"/>
                  <a:gd name="connsiteX8" fmla="*/ 3465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5" y="6523"/>
                    </a:moveTo>
                    <a:cubicBezTo>
                      <a:pt x="4306" y="6523"/>
                      <a:pt x="5113" y="6189"/>
                      <a:pt x="5708" y="5594"/>
                    </a:cubicBezTo>
                    <a:cubicBezTo>
                      <a:pt x="6303" y="4999"/>
                      <a:pt x="6637" y="4192"/>
                      <a:pt x="6637" y="3350"/>
                    </a:cubicBezTo>
                    <a:cubicBezTo>
                      <a:pt x="6637" y="2509"/>
                      <a:pt x="6303" y="1702"/>
                      <a:pt x="5708" y="1107"/>
                    </a:cubicBezTo>
                    <a:cubicBezTo>
                      <a:pt x="5113" y="512"/>
                      <a:pt x="4306" y="177"/>
                      <a:pt x="3465" y="177"/>
                    </a:cubicBezTo>
                    <a:cubicBezTo>
                      <a:pt x="2624" y="177"/>
                      <a:pt x="1817" y="512"/>
                      <a:pt x="1223" y="1107"/>
                    </a:cubicBezTo>
                    <a:cubicBezTo>
                      <a:pt x="628" y="1702"/>
                      <a:pt x="294" y="2509"/>
                      <a:pt x="294" y="3350"/>
                    </a:cubicBezTo>
                    <a:cubicBezTo>
                      <a:pt x="294" y="4192"/>
                      <a:pt x="628" y="4999"/>
                      <a:pt x="1223" y="5594"/>
                    </a:cubicBezTo>
                    <a:cubicBezTo>
                      <a:pt x="1817" y="6189"/>
                      <a:pt x="2624" y="6523"/>
                      <a:pt x="3465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20" name="Freeform: Shape 11519">
                <a:extLst>
                  <a:ext uri="{FF2B5EF4-FFF2-40B4-BE49-F238E27FC236}">
                    <a16:creationId xmlns:a16="http://schemas.microsoft.com/office/drawing/2014/main" id="{C7E419B1-0255-C42B-DE0B-856212B0690D}"/>
                  </a:ext>
                </a:extLst>
              </p:cNvPr>
              <p:cNvSpPr/>
              <p:nvPr/>
            </p:nvSpPr>
            <p:spPr>
              <a:xfrm>
                <a:off x="10423009" y="5957053"/>
                <a:ext cx="6343" cy="6345"/>
              </a:xfrm>
              <a:custGeom>
                <a:avLst/>
                <a:gdLst>
                  <a:gd name="connsiteX0" fmla="*/ 3488 w 6343"/>
                  <a:gd name="connsiteY0" fmla="*/ 6541 h 6345"/>
                  <a:gd name="connsiteX1" fmla="*/ 5731 w 6343"/>
                  <a:gd name="connsiteY1" fmla="*/ 5611 h 6345"/>
                  <a:gd name="connsiteX2" fmla="*/ 6660 w 6343"/>
                  <a:gd name="connsiteY2" fmla="*/ 3368 h 6345"/>
                  <a:gd name="connsiteX3" fmla="*/ 5731 w 6343"/>
                  <a:gd name="connsiteY3" fmla="*/ 1124 h 6345"/>
                  <a:gd name="connsiteX4" fmla="*/ 3488 w 6343"/>
                  <a:gd name="connsiteY4" fmla="*/ 195 h 6345"/>
                  <a:gd name="connsiteX5" fmla="*/ 1245 w 6343"/>
                  <a:gd name="connsiteY5" fmla="*/ 1124 h 6345"/>
                  <a:gd name="connsiteX6" fmla="*/ 316 w 6343"/>
                  <a:gd name="connsiteY6" fmla="*/ 3368 h 6345"/>
                  <a:gd name="connsiteX7" fmla="*/ 1245 w 6343"/>
                  <a:gd name="connsiteY7" fmla="*/ 5611 h 6345"/>
                  <a:gd name="connsiteX8" fmla="*/ 3488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8" y="6541"/>
                    </a:moveTo>
                    <a:cubicBezTo>
                      <a:pt x="4329" y="6541"/>
                      <a:pt x="5136" y="6206"/>
                      <a:pt x="5731" y="5611"/>
                    </a:cubicBezTo>
                    <a:cubicBezTo>
                      <a:pt x="6325" y="5016"/>
                      <a:pt x="6660" y="4209"/>
                      <a:pt x="6660" y="3368"/>
                    </a:cubicBezTo>
                    <a:cubicBezTo>
                      <a:pt x="6660" y="2527"/>
                      <a:pt x="6325" y="1719"/>
                      <a:pt x="5731" y="1124"/>
                    </a:cubicBezTo>
                    <a:cubicBezTo>
                      <a:pt x="5136" y="530"/>
                      <a:pt x="4329" y="195"/>
                      <a:pt x="3488" y="195"/>
                    </a:cubicBezTo>
                    <a:cubicBezTo>
                      <a:pt x="2647" y="195"/>
                      <a:pt x="1840" y="530"/>
                      <a:pt x="1245" y="1124"/>
                    </a:cubicBezTo>
                    <a:cubicBezTo>
                      <a:pt x="651" y="1719"/>
                      <a:pt x="316" y="2527"/>
                      <a:pt x="316" y="3368"/>
                    </a:cubicBezTo>
                    <a:cubicBezTo>
                      <a:pt x="316" y="4209"/>
                      <a:pt x="651" y="5016"/>
                      <a:pt x="1245" y="5611"/>
                    </a:cubicBezTo>
                    <a:cubicBezTo>
                      <a:pt x="1840" y="6206"/>
                      <a:pt x="2647" y="6541"/>
                      <a:pt x="3488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21" name="Freeform: Shape 11520">
                <a:extLst>
                  <a:ext uri="{FF2B5EF4-FFF2-40B4-BE49-F238E27FC236}">
                    <a16:creationId xmlns:a16="http://schemas.microsoft.com/office/drawing/2014/main" id="{5663B341-56EF-D84D-7DC0-7E5CD41619BE}"/>
                  </a:ext>
                </a:extLst>
              </p:cNvPr>
              <p:cNvSpPr/>
              <p:nvPr/>
            </p:nvSpPr>
            <p:spPr>
              <a:xfrm>
                <a:off x="10416755" y="5961559"/>
                <a:ext cx="6343" cy="6345"/>
              </a:xfrm>
              <a:custGeom>
                <a:avLst/>
                <a:gdLst>
                  <a:gd name="connsiteX0" fmla="*/ 3487 w 6343"/>
                  <a:gd name="connsiteY0" fmla="*/ 6541 h 6345"/>
                  <a:gd name="connsiteX1" fmla="*/ 5730 w 6343"/>
                  <a:gd name="connsiteY1" fmla="*/ 5612 h 6345"/>
                  <a:gd name="connsiteX2" fmla="*/ 6659 w 6343"/>
                  <a:gd name="connsiteY2" fmla="*/ 3368 h 6345"/>
                  <a:gd name="connsiteX3" fmla="*/ 5730 w 6343"/>
                  <a:gd name="connsiteY3" fmla="*/ 1125 h 6345"/>
                  <a:gd name="connsiteX4" fmla="*/ 3487 w 6343"/>
                  <a:gd name="connsiteY4" fmla="*/ 196 h 6345"/>
                  <a:gd name="connsiteX5" fmla="*/ 1245 w 6343"/>
                  <a:gd name="connsiteY5" fmla="*/ 1125 h 6345"/>
                  <a:gd name="connsiteX6" fmla="*/ 316 w 6343"/>
                  <a:gd name="connsiteY6" fmla="*/ 3368 h 6345"/>
                  <a:gd name="connsiteX7" fmla="*/ 1245 w 6343"/>
                  <a:gd name="connsiteY7" fmla="*/ 5612 h 6345"/>
                  <a:gd name="connsiteX8" fmla="*/ 3487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7" y="6541"/>
                    </a:moveTo>
                    <a:cubicBezTo>
                      <a:pt x="4329" y="6541"/>
                      <a:pt x="5135" y="6207"/>
                      <a:pt x="5730" y="5612"/>
                    </a:cubicBezTo>
                    <a:cubicBezTo>
                      <a:pt x="6325" y="5017"/>
                      <a:pt x="6659" y="4210"/>
                      <a:pt x="6659" y="3368"/>
                    </a:cubicBezTo>
                    <a:cubicBezTo>
                      <a:pt x="6659" y="2527"/>
                      <a:pt x="6325" y="1720"/>
                      <a:pt x="5730" y="1125"/>
                    </a:cubicBezTo>
                    <a:cubicBezTo>
                      <a:pt x="5135" y="530"/>
                      <a:pt x="4329" y="196"/>
                      <a:pt x="3487" y="196"/>
                    </a:cubicBezTo>
                    <a:cubicBezTo>
                      <a:pt x="2646" y="196"/>
                      <a:pt x="1840" y="530"/>
                      <a:pt x="1245" y="1125"/>
                    </a:cubicBezTo>
                    <a:cubicBezTo>
                      <a:pt x="650" y="1720"/>
                      <a:pt x="316" y="2527"/>
                      <a:pt x="316" y="3368"/>
                    </a:cubicBezTo>
                    <a:cubicBezTo>
                      <a:pt x="316" y="4210"/>
                      <a:pt x="650" y="5017"/>
                      <a:pt x="1245" y="5612"/>
                    </a:cubicBezTo>
                    <a:cubicBezTo>
                      <a:pt x="1840" y="6207"/>
                      <a:pt x="2646" y="6541"/>
                      <a:pt x="3487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22" name="Freeform: Shape 11521">
                <a:extLst>
                  <a:ext uri="{FF2B5EF4-FFF2-40B4-BE49-F238E27FC236}">
                    <a16:creationId xmlns:a16="http://schemas.microsoft.com/office/drawing/2014/main" id="{2F21F9C1-27E1-3B3A-6D99-4B40F808CCE8}"/>
                  </a:ext>
                </a:extLst>
              </p:cNvPr>
              <p:cNvSpPr/>
              <p:nvPr/>
            </p:nvSpPr>
            <p:spPr>
              <a:xfrm>
                <a:off x="10410688" y="5966155"/>
                <a:ext cx="6343" cy="6345"/>
              </a:xfrm>
              <a:custGeom>
                <a:avLst/>
                <a:gdLst>
                  <a:gd name="connsiteX0" fmla="*/ 3487 w 6343"/>
                  <a:gd name="connsiteY0" fmla="*/ 6541 h 6345"/>
                  <a:gd name="connsiteX1" fmla="*/ 5730 w 6343"/>
                  <a:gd name="connsiteY1" fmla="*/ 5612 h 6345"/>
                  <a:gd name="connsiteX2" fmla="*/ 6659 w 6343"/>
                  <a:gd name="connsiteY2" fmla="*/ 3369 h 6345"/>
                  <a:gd name="connsiteX3" fmla="*/ 5730 w 6343"/>
                  <a:gd name="connsiteY3" fmla="*/ 1125 h 6345"/>
                  <a:gd name="connsiteX4" fmla="*/ 3487 w 6343"/>
                  <a:gd name="connsiteY4" fmla="*/ 196 h 6345"/>
                  <a:gd name="connsiteX5" fmla="*/ 1244 w 6343"/>
                  <a:gd name="connsiteY5" fmla="*/ 1125 h 6345"/>
                  <a:gd name="connsiteX6" fmla="*/ 315 w 6343"/>
                  <a:gd name="connsiteY6" fmla="*/ 3369 h 6345"/>
                  <a:gd name="connsiteX7" fmla="*/ 1244 w 6343"/>
                  <a:gd name="connsiteY7" fmla="*/ 5612 h 6345"/>
                  <a:gd name="connsiteX8" fmla="*/ 3487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7" y="6541"/>
                    </a:moveTo>
                    <a:cubicBezTo>
                      <a:pt x="4328" y="6541"/>
                      <a:pt x="5135" y="6207"/>
                      <a:pt x="5730" y="5612"/>
                    </a:cubicBezTo>
                    <a:cubicBezTo>
                      <a:pt x="6324" y="5017"/>
                      <a:pt x="6659" y="4210"/>
                      <a:pt x="6659" y="3369"/>
                    </a:cubicBezTo>
                    <a:cubicBezTo>
                      <a:pt x="6659" y="2527"/>
                      <a:pt x="6324" y="1720"/>
                      <a:pt x="5730" y="1125"/>
                    </a:cubicBezTo>
                    <a:cubicBezTo>
                      <a:pt x="5135" y="530"/>
                      <a:pt x="4328" y="196"/>
                      <a:pt x="3487" y="196"/>
                    </a:cubicBezTo>
                    <a:cubicBezTo>
                      <a:pt x="2646" y="196"/>
                      <a:pt x="1839" y="530"/>
                      <a:pt x="1244" y="1125"/>
                    </a:cubicBezTo>
                    <a:cubicBezTo>
                      <a:pt x="650" y="1720"/>
                      <a:pt x="315" y="2527"/>
                      <a:pt x="315" y="3369"/>
                    </a:cubicBezTo>
                    <a:cubicBezTo>
                      <a:pt x="315" y="4210"/>
                      <a:pt x="650" y="5017"/>
                      <a:pt x="1244" y="5612"/>
                    </a:cubicBezTo>
                    <a:cubicBezTo>
                      <a:pt x="1839" y="6207"/>
                      <a:pt x="2646" y="6541"/>
                      <a:pt x="3487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23" name="Freeform: Shape 11522">
                <a:extLst>
                  <a:ext uri="{FF2B5EF4-FFF2-40B4-BE49-F238E27FC236}">
                    <a16:creationId xmlns:a16="http://schemas.microsoft.com/office/drawing/2014/main" id="{DBA263FF-C2A7-B1CD-2F87-8E9F018D7375}"/>
                  </a:ext>
                </a:extLst>
              </p:cNvPr>
              <p:cNvSpPr/>
              <p:nvPr/>
            </p:nvSpPr>
            <p:spPr>
              <a:xfrm>
                <a:off x="10405011" y="5970991"/>
                <a:ext cx="6343" cy="6345"/>
              </a:xfrm>
              <a:custGeom>
                <a:avLst/>
                <a:gdLst>
                  <a:gd name="connsiteX0" fmla="*/ 3487 w 6343"/>
                  <a:gd name="connsiteY0" fmla="*/ 6542 h 6345"/>
                  <a:gd name="connsiteX1" fmla="*/ 5729 w 6343"/>
                  <a:gd name="connsiteY1" fmla="*/ 5612 h 6345"/>
                  <a:gd name="connsiteX2" fmla="*/ 6658 w 6343"/>
                  <a:gd name="connsiteY2" fmla="*/ 3369 h 6345"/>
                  <a:gd name="connsiteX3" fmla="*/ 5729 w 6343"/>
                  <a:gd name="connsiteY3" fmla="*/ 1126 h 6345"/>
                  <a:gd name="connsiteX4" fmla="*/ 3487 w 6343"/>
                  <a:gd name="connsiteY4" fmla="*/ 196 h 6345"/>
                  <a:gd name="connsiteX5" fmla="*/ 1244 w 6343"/>
                  <a:gd name="connsiteY5" fmla="*/ 1126 h 6345"/>
                  <a:gd name="connsiteX6" fmla="*/ 315 w 6343"/>
                  <a:gd name="connsiteY6" fmla="*/ 3369 h 6345"/>
                  <a:gd name="connsiteX7" fmla="*/ 1244 w 6343"/>
                  <a:gd name="connsiteY7" fmla="*/ 5612 h 6345"/>
                  <a:gd name="connsiteX8" fmla="*/ 348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7" y="6542"/>
                    </a:moveTo>
                    <a:cubicBezTo>
                      <a:pt x="4328" y="6542"/>
                      <a:pt x="5134" y="6207"/>
                      <a:pt x="5729" y="5612"/>
                    </a:cubicBezTo>
                    <a:cubicBezTo>
                      <a:pt x="6324" y="5018"/>
                      <a:pt x="6658" y="4210"/>
                      <a:pt x="6658" y="3369"/>
                    </a:cubicBezTo>
                    <a:cubicBezTo>
                      <a:pt x="6658" y="2528"/>
                      <a:pt x="6324" y="1721"/>
                      <a:pt x="5729" y="1126"/>
                    </a:cubicBezTo>
                    <a:cubicBezTo>
                      <a:pt x="5134" y="531"/>
                      <a:pt x="4328" y="196"/>
                      <a:pt x="3487" y="196"/>
                    </a:cubicBezTo>
                    <a:cubicBezTo>
                      <a:pt x="2645" y="196"/>
                      <a:pt x="1839" y="531"/>
                      <a:pt x="1244" y="1126"/>
                    </a:cubicBezTo>
                    <a:cubicBezTo>
                      <a:pt x="649" y="1721"/>
                      <a:pt x="315" y="2528"/>
                      <a:pt x="315" y="3369"/>
                    </a:cubicBezTo>
                    <a:cubicBezTo>
                      <a:pt x="315" y="4210"/>
                      <a:pt x="649" y="5018"/>
                      <a:pt x="1244" y="5612"/>
                    </a:cubicBezTo>
                    <a:cubicBezTo>
                      <a:pt x="1839" y="6207"/>
                      <a:pt x="2645" y="6542"/>
                      <a:pt x="348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24" name="Freeform: Shape 11523">
                <a:extLst>
                  <a:ext uri="{FF2B5EF4-FFF2-40B4-BE49-F238E27FC236}">
                    <a16:creationId xmlns:a16="http://schemas.microsoft.com/office/drawing/2014/main" id="{EC3C0054-97AB-1DD5-3182-8656E2729B14}"/>
                  </a:ext>
                </a:extLst>
              </p:cNvPr>
              <p:cNvSpPr/>
              <p:nvPr/>
            </p:nvSpPr>
            <p:spPr>
              <a:xfrm>
                <a:off x="10399260" y="5975747"/>
                <a:ext cx="6343" cy="6345"/>
              </a:xfrm>
              <a:custGeom>
                <a:avLst/>
                <a:gdLst>
                  <a:gd name="connsiteX0" fmla="*/ 3486 w 6343"/>
                  <a:gd name="connsiteY0" fmla="*/ 6542 h 6345"/>
                  <a:gd name="connsiteX1" fmla="*/ 5729 w 6343"/>
                  <a:gd name="connsiteY1" fmla="*/ 5613 h 6345"/>
                  <a:gd name="connsiteX2" fmla="*/ 6658 w 6343"/>
                  <a:gd name="connsiteY2" fmla="*/ 3369 h 6345"/>
                  <a:gd name="connsiteX3" fmla="*/ 5729 w 6343"/>
                  <a:gd name="connsiteY3" fmla="*/ 1126 h 6345"/>
                  <a:gd name="connsiteX4" fmla="*/ 3486 w 6343"/>
                  <a:gd name="connsiteY4" fmla="*/ 197 h 6345"/>
                  <a:gd name="connsiteX5" fmla="*/ 1243 w 6343"/>
                  <a:gd name="connsiteY5" fmla="*/ 1126 h 6345"/>
                  <a:gd name="connsiteX6" fmla="*/ 315 w 6343"/>
                  <a:gd name="connsiteY6" fmla="*/ 3369 h 6345"/>
                  <a:gd name="connsiteX7" fmla="*/ 1243 w 6343"/>
                  <a:gd name="connsiteY7" fmla="*/ 5613 h 6345"/>
                  <a:gd name="connsiteX8" fmla="*/ 348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6" y="6542"/>
                    </a:moveTo>
                    <a:cubicBezTo>
                      <a:pt x="4327" y="6542"/>
                      <a:pt x="5134" y="6208"/>
                      <a:pt x="5729" y="5613"/>
                    </a:cubicBezTo>
                    <a:cubicBezTo>
                      <a:pt x="6323" y="5018"/>
                      <a:pt x="6658" y="4211"/>
                      <a:pt x="6658" y="3369"/>
                    </a:cubicBezTo>
                    <a:cubicBezTo>
                      <a:pt x="6658" y="2528"/>
                      <a:pt x="6323" y="1721"/>
                      <a:pt x="5729" y="1126"/>
                    </a:cubicBezTo>
                    <a:cubicBezTo>
                      <a:pt x="5134" y="531"/>
                      <a:pt x="4327" y="197"/>
                      <a:pt x="3486" y="197"/>
                    </a:cubicBezTo>
                    <a:cubicBezTo>
                      <a:pt x="2645" y="197"/>
                      <a:pt x="1838" y="531"/>
                      <a:pt x="1243" y="1126"/>
                    </a:cubicBezTo>
                    <a:cubicBezTo>
                      <a:pt x="649" y="1721"/>
                      <a:pt x="315" y="2528"/>
                      <a:pt x="315" y="3369"/>
                    </a:cubicBezTo>
                    <a:cubicBezTo>
                      <a:pt x="315" y="4211"/>
                      <a:pt x="649" y="5018"/>
                      <a:pt x="1243" y="5613"/>
                    </a:cubicBezTo>
                    <a:cubicBezTo>
                      <a:pt x="1838" y="6208"/>
                      <a:pt x="2645" y="6542"/>
                      <a:pt x="348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25" name="Freeform: Shape 11524">
                <a:extLst>
                  <a:ext uri="{FF2B5EF4-FFF2-40B4-BE49-F238E27FC236}">
                    <a16:creationId xmlns:a16="http://schemas.microsoft.com/office/drawing/2014/main" id="{6CFF18B5-6458-6764-8094-E6C42C4DD3A0}"/>
                  </a:ext>
                </a:extLst>
              </p:cNvPr>
              <p:cNvSpPr/>
              <p:nvPr/>
            </p:nvSpPr>
            <p:spPr>
              <a:xfrm>
                <a:off x="10393843" y="5980714"/>
                <a:ext cx="6343" cy="6345"/>
              </a:xfrm>
              <a:custGeom>
                <a:avLst/>
                <a:gdLst>
                  <a:gd name="connsiteX0" fmla="*/ 3486 w 6343"/>
                  <a:gd name="connsiteY0" fmla="*/ 6543 h 6345"/>
                  <a:gd name="connsiteX1" fmla="*/ 5728 w 6343"/>
                  <a:gd name="connsiteY1" fmla="*/ 5613 h 6345"/>
                  <a:gd name="connsiteX2" fmla="*/ 6657 w 6343"/>
                  <a:gd name="connsiteY2" fmla="*/ 3370 h 6345"/>
                  <a:gd name="connsiteX3" fmla="*/ 5728 w 6343"/>
                  <a:gd name="connsiteY3" fmla="*/ 1126 h 6345"/>
                  <a:gd name="connsiteX4" fmla="*/ 3486 w 6343"/>
                  <a:gd name="connsiteY4" fmla="*/ 197 h 6345"/>
                  <a:gd name="connsiteX5" fmla="*/ 1243 w 6343"/>
                  <a:gd name="connsiteY5" fmla="*/ 1126 h 6345"/>
                  <a:gd name="connsiteX6" fmla="*/ 314 w 6343"/>
                  <a:gd name="connsiteY6" fmla="*/ 3370 h 6345"/>
                  <a:gd name="connsiteX7" fmla="*/ 1243 w 6343"/>
                  <a:gd name="connsiteY7" fmla="*/ 5613 h 6345"/>
                  <a:gd name="connsiteX8" fmla="*/ 3486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6" y="6543"/>
                    </a:moveTo>
                    <a:cubicBezTo>
                      <a:pt x="4327" y="6543"/>
                      <a:pt x="5134" y="6208"/>
                      <a:pt x="5728" y="5613"/>
                    </a:cubicBezTo>
                    <a:cubicBezTo>
                      <a:pt x="6323" y="5018"/>
                      <a:pt x="6657" y="4211"/>
                      <a:pt x="6657" y="3370"/>
                    </a:cubicBezTo>
                    <a:cubicBezTo>
                      <a:pt x="6657" y="2528"/>
                      <a:pt x="6323" y="1721"/>
                      <a:pt x="5728" y="1126"/>
                    </a:cubicBezTo>
                    <a:cubicBezTo>
                      <a:pt x="5134" y="531"/>
                      <a:pt x="4327" y="197"/>
                      <a:pt x="3486" y="197"/>
                    </a:cubicBezTo>
                    <a:cubicBezTo>
                      <a:pt x="2645" y="197"/>
                      <a:pt x="1838" y="531"/>
                      <a:pt x="1243" y="1126"/>
                    </a:cubicBezTo>
                    <a:cubicBezTo>
                      <a:pt x="648" y="1721"/>
                      <a:pt x="314" y="2528"/>
                      <a:pt x="314" y="3370"/>
                    </a:cubicBezTo>
                    <a:cubicBezTo>
                      <a:pt x="314" y="4211"/>
                      <a:pt x="648" y="5018"/>
                      <a:pt x="1243" y="5613"/>
                    </a:cubicBezTo>
                    <a:cubicBezTo>
                      <a:pt x="1838" y="6208"/>
                      <a:pt x="2645" y="6543"/>
                      <a:pt x="3486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26" name="Freeform: Shape 11525">
                <a:extLst>
                  <a:ext uri="{FF2B5EF4-FFF2-40B4-BE49-F238E27FC236}">
                    <a16:creationId xmlns:a16="http://schemas.microsoft.com/office/drawing/2014/main" id="{3BE9A663-59AB-9F7F-D776-0D198A05028C}"/>
                  </a:ext>
                </a:extLst>
              </p:cNvPr>
              <p:cNvSpPr/>
              <p:nvPr/>
            </p:nvSpPr>
            <p:spPr>
              <a:xfrm>
                <a:off x="10388299" y="5985567"/>
                <a:ext cx="6343" cy="6345"/>
              </a:xfrm>
              <a:custGeom>
                <a:avLst/>
                <a:gdLst>
                  <a:gd name="connsiteX0" fmla="*/ 3485 w 6343"/>
                  <a:gd name="connsiteY0" fmla="*/ 6543 h 6345"/>
                  <a:gd name="connsiteX1" fmla="*/ 5728 w 6343"/>
                  <a:gd name="connsiteY1" fmla="*/ 5614 h 6345"/>
                  <a:gd name="connsiteX2" fmla="*/ 6657 w 6343"/>
                  <a:gd name="connsiteY2" fmla="*/ 3370 h 6345"/>
                  <a:gd name="connsiteX3" fmla="*/ 5728 w 6343"/>
                  <a:gd name="connsiteY3" fmla="*/ 1127 h 6345"/>
                  <a:gd name="connsiteX4" fmla="*/ 3485 w 6343"/>
                  <a:gd name="connsiteY4" fmla="*/ 197 h 6345"/>
                  <a:gd name="connsiteX5" fmla="*/ 1243 w 6343"/>
                  <a:gd name="connsiteY5" fmla="*/ 1127 h 6345"/>
                  <a:gd name="connsiteX6" fmla="*/ 314 w 6343"/>
                  <a:gd name="connsiteY6" fmla="*/ 3370 h 6345"/>
                  <a:gd name="connsiteX7" fmla="*/ 1243 w 6343"/>
                  <a:gd name="connsiteY7" fmla="*/ 5614 h 6345"/>
                  <a:gd name="connsiteX8" fmla="*/ 348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5" y="6543"/>
                    </a:moveTo>
                    <a:cubicBezTo>
                      <a:pt x="4326" y="6543"/>
                      <a:pt x="5133" y="6209"/>
                      <a:pt x="5728" y="5614"/>
                    </a:cubicBezTo>
                    <a:cubicBezTo>
                      <a:pt x="6323" y="5019"/>
                      <a:pt x="6657" y="4212"/>
                      <a:pt x="6657" y="3370"/>
                    </a:cubicBezTo>
                    <a:cubicBezTo>
                      <a:pt x="6657" y="2529"/>
                      <a:pt x="6323" y="1722"/>
                      <a:pt x="5728" y="1127"/>
                    </a:cubicBezTo>
                    <a:cubicBezTo>
                      <a:pt x="5133" y="532"/>
                      <a:pt x="4326" y="197"/>
                      <a:pt x="3485" y="197"/>
                    </a:cubicBezTo>
                    <a:cubicBezTo>
                      <a:pt x="2644" y="197"/>
                      <a:pt x="1837" y="532"/>
                      <a:pt x="1243" y="1127"/>
                    </a:cubicBezTo>
                    <a:cubicBezTo>
                      <a:pt x="648" y="1722"/>
                      <a:pt x="314" y="2529"/>
                      <a:pt x="314" y="3370"/>
                    </a:cubicBezTo>
                    <a:cubicBezTo>
                      <a:pt x="314" y="4212"/>
                      <a:pt x="648" y="5019"/>
                      <a:pt x="1243" y="5614"/>
                    </a:cubicBezTo>
                    <a:cubicBezTo>
                      <a:pt x="1837" y="6209"/>
                      <a:pt x="2644" y="6543"/>
                      <a:pt x="348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27" name="Freeform: Shape 11526">
                <a:extLst>
                  <a:ext uri="{FF2B5EF4-FFF2-40B4-BE49-F238E27FC236}">
                    <a16:creationId xmlns:a16="http://schemas.microsoft.com/office/drawing/2014/main" id="{DABCCE29-D1EC-0BBF-F364-5FFB7053CB64}"/>
                  </a:ext>
                </a:extLst>
              </p:cNvPr>
              <p:cNvSpPr/>
              <p:nvPr/>
            </p:nvSpPr>
            <p:spPr>
              <a:xfrm>
                <a:off x="10381877" y="5989742"/>
                <a:ext cx="6343" cy="6345"/>
              </a:xfrm>
              <a:custGeom>
                <a:avLst/>
                <a:gdLst>
                  <a:gd name="connsiteX0" fmla="*/ 3485 w 6343"/>
                  <a:gd name="connsiteY0" fmla="*/ 6543 h 6345"/>
                  <a:gd name="connsiteX1" fmla="*/ 5727 w 6343"/>
                  <a:gd name="connsiteY1" fmla="*/ 5614 h 6345"/>
                  <a:gd name="connsiteX2" fmla="*/ 6656 w 6343"/>
                  <a:gd name="connsiteY2" fmla="*/ 3371 h 6345"/>
                  <a:gd name="connsiteX3" fmla="*/ 5727 w 6343"/>
                  <a:gd name="connsiteY3" fmla="*/ 1127 h 6345"/>
                  <a:gd name="connsiteX4" fmla="*/ 3485 w 6343"/>
                  <a:gd name="connsiteY4" fmla="*/ 198 h 6345"/>
                  <a:gd name="connsiteX5" fmla="*/ 1242 w 6343"/>
                  <a:gd name="connsiteY5" fmla="*/ 1127 h 6345"/>
                  <a:gd name="connsiteX6" fmla="*/ 313 w 6343"/>
                  <a:gd name="connsiteY6" fmla="*/ 3371 h 6345"/>
                  <a:gd name="connsiteX7" fmla="*/ 1242 w 6343"/>
                  <a:gd name="connsiteY7" fmla="*/ 5614 h 6345"/>
                  <a:gd name="connsiteX8" fmla="*/ 3485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5" y="6543"/>
                    </a:moveTo>
                    <a:cubicBezTo>
                      <a:pt x="4326" y="6543"/>
                      <a:pt x="5133" y="6209"/>
                      <a:pt x="5727" y="5614"/>
                    </a:cubicBezTo>
                    <a:cubicBezTo>
                      <a:pt x="6322" y="5019"/>
                      <a:pt x="6656" y="4212"/>
                      <a:pt x="6656" y="3371"/>
                    </a:cubicBezTo>
                    <a:cubicBezTo>
                      <a:pt x="6656" y="2529"/>
                      <a:pt x="6322" y="1722"/>
                      <a:pt x="5727" y="1127"/>
                    </a:cubicBezTo>
                    <a:cubicBezTo>
                      <a:pt x="5133" y="532"/>
                      <a:pt x="4326" y="198"/>
                      <a:pt x="3485" y="198"/>
                    </a:cubicBezTo>
                    <a:cubicBezTo>
                      <a:pt x="2644" y="198"/>
                      <a:pt x="1837" y="532"/>
                      <a:pt x="1242" y="1127"/>
                    </a:cubicBezTo>
                    <a:cubicBezTo>
                      <a:pt x="647" y="1722"/>
                      <a:pt x="313" y="2529"/>
                      <a:pt x="313" y="3371"/>
                    </a:cubicBezTo>
                    <a:cubicBezTo>
                      <a:pt x="313" y="4212"/>
                      <a:pt x="647" y="5019"/>
                      <a:pt x="1242" y="5614"/>
                    </a:cubicBezTo>
                    <a:cubicBezTo>
                      <a:pt x="1837" y="6209"/>
                      <a:pt x="2644" y="6543"/>
                      <a:pt x="3485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28" name="Freeform: Shape 11527">
                <a:extLst>
                  <a:ext uri="{FF2B5EF4-FFF2-40B4-BE49-F238E27FC236}">
                    <a16:creationId xmlns:a16="http://schemas.microsoft.com/office/drawing/2014/main" id="{A63D9518-4452-08C1-67D3-23747280A536}"/>
                  </a:ext>
                </a:extLst>
              </p:cNvPr>
              <p:cNvSpPr/>
              <p:nvPr/>
            </p:nvSpPr>
            <p:spPr>
              <a:xfrm>
                <a:off x="10377091" y="5995107"/>
                <a:ext cx="6343" cy="6345"/>
              </a:xfrm>
              <a:custGeom>
                <a:avLst/>
                <a:gdLst>
                  <a:gd name="connsiteX0" fmla="*/ 3484 w 6343"/>
                  <a:gd name="connsiteY0" fmla="*/ 6544 h 6345"/>
                  <a:gd name="connsiteX1" fmla="*/ 5727 w 6343"/>
                  <a:gd name="connsiteY1" fmla="*/ 5614 h 6345"/>
                  <a:gd name="connsiteX2" fmla="*/ 6656 w 6343"/>
                  <a:gd name="connsiteY2" fmla="*/ 3371 h 6345"/>
                  <a:gd name="connsiteX3" fmla="*/ 5727 w 6343"/>
                  <a:gd name="connsiteY3" fmla="*/ 1127 h 6345"/>
                  <a:gd name="connsiteX4" fmla="*/ 3484 w 6343"/>
                  <a:gd name="connsiteY4" fmla="*/ 198 h 6345"/>
                  <a:gd name="connsiteX5" fmla="*/ 1242 w 6343"/>
                  <a:gd name="connsiteY5" fmla="*/ 1127 h 6345"/>
                  <a:gd name="connsiteX6" fmla="*/ 313 w 6343"/>
                  <a:gd name="connsiteY6" fmla="*/ 3371 h 6345"/>
                  <a:gd name="connsiteX7" fmla="*/ 1242 w 6343"/>
                  <a:gd name="connsiteY7" fmla="*/ 5614 h 6345"/>
                  <a:gd name="connsiteX8" fmla="*/ 3484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4" y="6544"/>
                    </a:moveTo>
                    <a:cubicBezTo>
                      <a:pt x="4325" y="6544"/>
                      <a:pt x="5132" y="6209"/>
                      <a:pt x="5727" y="5614"/>
                    </a:cubicBezTo>
                    <a:cubicBezTo>
                      <a:pt x="6322" y="5019"/>
                      <a:pt x="6656" y="4212"/>
                      <a:pt x="6656" y="3371"/>
                    </a:cubicBezTo>
                    <a:cubicBezTo>
                      <a:pt x="6656" y="2530"/>
                      <a:pt x="6322" y="1722"/>
                      <a:pt x="5727" y="1127"/>
                    </a:cubicBezTo>
                    <a:cubicBezTo>
                      <a:pt x="5132" y="533"/>
                      <a:pt x="4325" y="198"/>
                      <a:pt x="3484" y="198"/>
                    </a:cubicBezTo>
                    <a:cubicBezTo>
                      <a:pt x="2643" y="198"/>
                      <a:pt x="1836" y="533"/>
                      <a:pt x="1242" y="1127"/>
                    </a:cubicBezTo>
                    <a:cubicBezTo>
                      <a:pt x="647" y="1722"/>
                      <a:pt x="313" y="2530"/>
                      <a:pt x="313" y="3371"/>
                    </a:cubicBezTo>
                    <a:cubicBezTo>
                      <a:pt x="313" y="4212"/>
                      <a:pt x="647" y="5019"/>
                      <a:pt x="1242" y="5614"/>
                    </a:cubicBezTo>
                    <a:cubicBezTo>
                      <a:pt x="1836" y="6209"/>
                      <a:pt x="2643" y="6544"/>
                      <a:pt x="3484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29" name="Freeform: Shape 11528">
                <a:extLst>
                  <a:ext uri="{FF2B5EF4-FFF2-40B4-BE49-F238E27FC236}">
                    <a16:creationId xmlns:a16="http://schemas.microsoft.com/office/drawing/2014/main" id="{AA0C52B6-BEC6-3BA6-1DD0-4DBC8437B96B}"/>
                  </a:ext>
                </a:extLst>
              </p:cNvPr>
              <p:cNvSpPr/>
              <p:nvPr/>
            </p:nvSpPr>
            <p:spPr>
              <a:xfrm>
                <a:off x="10372175" y="6000364"/>
                <a:ext cx="6343" cy="6345"/>
              </a:xfrm>
              <a:custGeom>
                <a:avLst/>
                <a:gdLst>
                  <a:gd name="connsiteX0" fmla="*/ 3484 w 6343"/>
                  <a:gd name="connsiteY0" fmla="*/ 6544 h 6345"/>
                  <a:gd name="connsiteX1" fmla="*/ 5727 w 6343"/>
                  <a:gd name="connsiteY1" fmla="*/ 5615 h 6345"/>
                  <a:gd name="connsiteX2" fmla="*/ 6656 w 6343"/>
                  <a:gd name="connsiteY2" fmla="*/ 3371 h 6345"/>
                  <a:gd name="connsiteX3" fmla="*/ 5727 w 6343"/>
                  <a:gd name="connsiteY3" fmla="*/ 1128 h 6345"/>
                  <a:gd name="connsiteX4" fmla="*/ 3484 w 6343"/>
                  <a:gd name="connsiteY4" fmla="*/ 199 h 6345"/>
                  <a:gd name="connsiteX5" fmla="*/ 1241 w 6343"/>
                  <a:gd name="connsiteY5" fmla="*/ 1128 h 6345"/>
                  <a:gd name="connsiteX6" fmla="*/ 312 w 6343"/>
                  <a:gd name="connsiteY6" fmla="*/ 3371 h 6345"/>
                  <a:gd name="connsiteX7" fmla="*/ 1241 w 6343"/>
                  <a:gd name="connsiteY7" fmla="*/ 5615 h 6345"/>
                  <a:gd name="connsiteX8" fmla="*/ 3484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4" y="6544"/>
                    </a:moveTo>
                    <a:cubicBezTo>
                      <a:pt x="4325" y="6544"/>
                      <a:pt x="5132" y="6210"/>
                      <a:pt x="5727" y="5615"/>
                    </a:cubicBezTo>
                    <a:cubicBezTo>
                      <a:pt x="6321" y="5020"/>
                      <a:pt x="6656" y="4213"/>
                      <a:pt x="6656" y="3371"/>
                    </a:cubicBezTo>
                    <a:cubicBezTo>
                      <a:pt x="6656" y="2530"/>
                      <a:pt x="6321" y="1723"/>
                      <a:pt x="5727" y="1128"/>
                    </a:cubicBezTo>
                    <a:cubicBezTo>
                      <a:pt x="5132" y="533"/>
                      <a:pt x="4325" y="199"/>
                      <a:pt x="3484" y="199"/>
                    </a:cubicBezTo>
                    <a:cubicBezTo>
                      <a:pt x="2643" y="199"/>
                      <a:pt x="1836" y="533"/>
                      <a:pt x="1241" y="1128"/>
                    </a:cubicBezTo>
                    <a:cubicBezTo>
                      <a:pt x="647" y="1723"/>
                      <a:pt x="312" y="2530"/>
                      <a:pt x="312" y="3371"/>
                    </a:cubicBezTo>
                    <a:cubicBezTo>
                      <a:pt x="312" y="4213"/>
                      <a:pt x="647" y="5020"/>
                      <a:pt x="1241" y="5615"/>
                    </a:cubicBezTo>
                    <a:cubicBezTo>
                      <a:pt x="1836" y="6210"/>
                      <a:pt x="2643" y="6544"/>
                      <a:pt x="3484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30" name="Freeform: Shape 11529">
                <a:extLst>
                  <a:ext uri="{FF2B5EF4-FFF2-40B4-BE49-F238E27FC236}">
                    <a16:creationId xmlns:a16="http://schemas.microsoft.com/office/drawing/2014/main" id="{2D143892-B1F3-4F50-A88A-167BF5BB652E}"/>
                  </a:ext>
                </a:extLst>
              </p:cNvPr>
              <p:cNvSpPr/>
              <p:nvPr/>
            </p:nvSpPr>
            <p:spPr>
              <a:xfrm>
                <a:off x="10041259" y="5754206"/>
                <a:ext cx="6343" cy="6345"/>
              </a:xfrm>
              <a:custGeom>
                <a:avLst/>
                <a:gdLst>
                  <a:gd name="connsiteX0" fmla="*/ 3458 w 6343"/>
                  <a:gd name="connsiteY0" fmla="*/ 6525 h 6345"/>
                  <a:gd name="connsiteX1" fmla="*/ 5701 w 6343"/>
                  <a:gd name="connsiteY1" fmla="*/ 5595 h 6345"/>
                  <a:gd name="connsiteX2" fmla="*/ 6629 w 6343"/>
                  <a:gd name="connsiteY2" fmla="*/ 3352 h 6345"/>
                  <a:gd name="connsiteX3" fmla="*/ 5701 w 6343"/>
                  <a:gd name="connsiteY3" fmla="*/ 1109 h 6345"/>
                  <a:gd name="connsiteX4" fmla="*/ 3458 w 6343"/>
                  <a:gd name="connsiteY4" fmla="*/ 179 h 6345"/>
                  <a:gd name="connsiteX5" fmla="*/ 1215 w 6343"/>
                  <a:gd name="connsiteY5" fmla="*/ 1109 h 6345"/>
                  <a:gd name="connsiteX6" fmla="*/ 286 w 6343"/>
                  <a:gd name="connsiteY6" fmla="*/ 3352 h 6345"/>
                  <a:gd name="connsiteX7" fmla="*/ 1215 w 6343"/>
                  <a:gd name="connsiteY7" fmla="*/ 5595 h 6345"/>
                  <a:gd name="connsiteX8" fmla="*/ 345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525"/>
                    </a:moveTo>
                    <a:cubicBezTo>
                      <a:pt x="4299" y="6525"/>
                      <a:pt x="5106" y="6190"/>
                      <a:pt x="5701" y="5595"/>
                    </a:cubicBezTo>
                    <a:cubicBezTo>
                      <a:pt x="6295" y="5000"/>
                      <a:pt x="6629" y="4193"/>
                      <a:pt x="6629" y="3352"/>
                    </a:cubicBezTo>
                    <a:cubicBezTo>
                      <a:pt x="6629" y="2511"/>
                      <a:pt x="6295" y="1703"/>
                      <a:pt x="5701" y="1109"/>
                    </a:cubicBezTo>
                    <a:cubicBezTo>
                      <a:pt x="5106" y="514"/>
                      <a:pt x="4299" y="179"/>
                      <a:pt x="3458" y="179"/>
                    </a:cubicBezTo>
                    <a:cubicBezTo>
                      <a:pt x="2617" y="179"/>
                      <a:pt x="1810" y="514"/>
                      <a:pt x="1215" y="1109"/>
                    </a:cubicBezTo>
                    <a:cubicBezTo>
                      <a:pt x="620" y="1703"/>
                      <a:pt x="286" y="2511"/>
                      <a:pt x="286" y="3352"/>
                    </a:cubicBezTo>
                    <a:cubicBezTo>
                      <a:pt x="286" y="4193"/>
                      <a:pt x="620" y="5000"/>
                      <a:pt x="1215" y="5595"/>
                    </a:cubicBezTo>
                    <a:cubicBezTo>
                      <a:pt x="1810" y="6190"/>
                      <a:pt x="2617" y="6525"/>
                      <a:pt x="345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31" name="Freeform: Shape 11530">
                <a:extLst>
                  <a:ext uri="{FF2B5EF4-FFF2-40B4-BE49-F238E27FC236}">
                    <a16:creationId xmlns:a16="http://schemas.microsoft.com/office/drawing/2014/main" id="{2B5051D2-A292-7EE8-6C19-D302898A8838}"/>
                  </a:ext>
                </a:extLst>
              </p:cNvPr>
              <p:cNvSpPr/>
              <p:nvPr/>
            </p:nvSpPr>
            <p:spPr>
              <a:xfrm>
                <a:off x="10039166" y="5758440"/>
                <a:ext cx="6343" cy="6345"/>
              </a:xfrm>
              <a:custGeom>
                <a:avLst/>
                <a:gdLst>
                  <a:gd name="connsiteX0" fmla="*/ 3458 w 6343"/>
                  <a:gd name="connsiteY0" fmla="*/ 6525 h 6345"/>
                  <a:gd name="connsiteX1" fmla="*/ 5700 w 6343"/>
                  <a:gd name="connsiteY1" fmla="*/ 5596 h 6345"/>
                  <a:gd name="connsiteX2" fmla="*/ 6629 w 6343"/>
                  <a:gd name="connsiteY2" fmla="*/ 3352 h 6345"/>
                  <a:gd name="connsiteX3" fmla="*/ 5700 w 6343"/>
                  <a:gd name="connsiteY3" fmla="*/ 1109 h 6345"/>
                  <a:gd name="connsiteX4" fmla="*/ 3458 w 6343"/>
                  <a:gd name="connsiteY4" fmla="*/ 180 h 6345"/>
                  <a:gd name="connsiteX5" fmla="*/ 1215 w 6343"/>
                  <a:gd name="connsiteY5" fmla="*/ 1109 h 6345"/>
                  <a:gd name="connsiteX6" fmla="*/ 286 w 6343"/>
                  <a:gd name="connsiteY6" fmla="*/ 3352 h 6345"/>
                  <a:gd name="connsiteX7" fmla="*/ 1215 w 6343"/>
                  <a:gd name="connsiteY7" fmla="*/ 5596 h 6345"/>
                  <a:gd name="connsiteX8" fmla="*/ 345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525"/>
                    </a:moveTo>
                    <a:cubicBezTo>
                      <a:pt x="4299" y="6525"/>
                      <a:pt x="5106" y="6191"/>
                      <a:pt x="5700" y="5596"/>
                    </a:cubicBezTo>
                    <a:cubicBezTo>
                      <a:pt x="6295" y="5001"/>
                      <a:pt x="6629" y="4194"/>
                      <a:pt x="6629" y="3352"/>
                    </a:cubicBezTo>
                    <a:cubicBezTo>
                      <a:pt x="6629" y="2511"/>
                      <a:pt x="6295" y="1704"/>
                      <a:pt x="5700" y="1109"/>
                    </a:cubicBezTo>
                    <a:cubicBezTo>
                      <a:pt x="5106" y="514"/>
                      <a:pt x="4299" y="180"/>
                      <a:pt x="3458" y="180"/>
                    </a:cubicBezTo>
                    <a:cubicBezTo>
                      <a:pt x="2617" y="180"/>
                      <a:pt x="1810" y="514"/>
                      <a:pt x="1215" y="1109"/>
                    </a:cubicBezTo>
                    <a:cubicBezTo>
                      <a:pt x="620" y="1704"/>
                      <a:pt x="286" y="2511"/>
                      <a:pt x="286" y="3352"/>
                    </a:cubicBezTo>
                    <a:cubicBezTo>
                      <a:pt x="286" y="4194"/>
                      <a:pt x="620" y="5001"/>
                      <a:pt x="1215" y="5596"/>
                    </a:cubicBezTo>
                    <a:cubicBezTo>
                      <a:pt x="1810" y="6191"/>
                      <a:pt x="2617" y="6525"/>
                      <a:pt x="345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32" name="Freeform: Shape 11531">
                <a:extLst>
                  <a:ext uri="{FF2B5EF4-FFF2-40B4-BE49-F238E27FC236}">
                    <a16:creationId xmlns:a16="http://schemas.microsoft.com/office/drawing/2014/main" id="{12BB81E2-78BE-B1EA-359A-DA83A2AE1350}"/>
                  </a:ext>
                </a:extLst>
              </p:cNvPr>
              <p:cNvSpPr/>
              <p:nvPr/>
            </p:nvSpPr>
            <p:spPr>
              <a:xfrm>
                <a:off x="10041022" y="5765812"/>
                <a:ext cx="6343" cy="6345"/>
              </a:xfrm>
              <a:custGeom>
                <a:avLst/>
                <a:gdLst>
                  <a:gd name="connsiteX0" fmla="*/ 3458 w 6343"/>
                  <a:gd name="connsiteY0" fmla="*/ 6526 h 6345"/>
                  <a:gd name="connsiteX1" fmla="*/ 5700 w 6343"/>
                  <a:gd name="connsiteY1" fmla="*/ 5596 h 6345"/>
                  <a:gd name="connsiteX2" fmla="*/ 6629 w 6343"/>
                  <a:gd name="connsiteY2" fmla="*/ 3353 h 6345"/>
                  <a:gd name="connsiteX3" fmla="*/ 5700 w 6343"/>
                  <a:gd name="connsiteY3" fmla="*/ 1109 h 6345"/>
                  <a:gd name="connsiteX4" fmla="*/ 3458 w 6343"/>
                  <a:gd name="connsiteY4" fmla="*/ 180 h 6345"/>
                  <a:gd name="connsiteX5" fmla="*/ 1215 w 6343"/>
                  <a:gd name="connsiteY5" fmla="*/ 1109 h 6345"/>
                  <a:gd name="connsiteX6" fmla="*/ 286 w 6343"/>
                  <a:gd name="connsiteY6" fmla="*/ 3353 h 6345"/>
                  <a:gd name="connsiteX7" fmla="*/ 1215 w 6343"/>
                  <a:gd name="connsiteY7" fmla="*/ 5596 h 6345"/>
                  <a:gd name="connsiteX8" fmla="*/ 3458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526"/>
                    </a:moveTo>
                    <a:cubicBezTo>
                      <a:pt x="4299" y="6526"/>
                      <a:pt x="5106" y="6191"/>
                      <a:pt x="5700" y="5596"/>
                    </a:cubicBezTo>
                    <a:cubicBezTo>
                      <a:pt x="6295" y="5001"/>
                      <a:pt x="6629" y="4194"/>
                      <a:pt x="6629" y="3353"/>
                    </a:cubicBezTo>
                    <a:cubicBezTo>
                      <a:pt x="6629" y="2511"/>
                      <a:pt x="6295" y="1704"/>
                      <a:pt x="5700" y="1109"/>
                    </a:cubicBezTo>
                    <a:cubicBezTo>
                      <a:pt x="5106" y="514"/>
                      <a:pt x="4299" y="180"/>
                      <a:pt x="3458" y="180"/>
                    </a:cubicBezTo>
                    <a:cubicBezTo>
                      <a:pt x="2617" y="180"/>
                      <a:pt x="1810" y="514"/>
                      <a:pt x="1215" y="1109"/>
                    </a:cubicBezTo>
                    <a:cubicBezTo>
                      <a:pt x="620" y="1704"/>
                      <a:pt x="286" y="2511"/>
                      <a:pt x="286" y="3353"/>
                    </a:cubicBezTo>
                    <a:cubicBezTo>
                      <a:pt x="286" y="4194"/>
                      <a:pt x="620" y="5001"/>
                      <a:pt x="1215" y="5596"/>
                    </a:cubicBezTo>
                    <a:cubicBezTo>
                      <a:pt x="1810" y="6191"/>
                      <a:pt x="2617" y="6526"/>
                      <a:pt x="3458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33" name="Freeform: Shape 11532">
                <a:extLst>
                  <a:ext uri="{FF2B5EF4-FFF2-40B4-BE49-F238E27FC236}">
                    <a16:creationId xmlns:a16="http://schemas.microsoft.com/office/drawing/2014/main" id="{E9E3E74B-ABEE-225C-5A46-F3C88A9B7170}"/>
                  </a:ext>
                </a:extLst>
              </p:cNvPr>
              <p:cNvSpPr/>
              <p:nvPr/>
            </p:nvSpPr>
            <p:spPr>
              <a:xfrm>
                <a:off x="10037970" y="5769348"/>
                <a:ext cx="6343" cy="6345"/>
              </a:xfrm>
              <a:custGeom>
                <a:avLst/>
                <a:gdLst>
                  <a:gd name="connsiteX0" fmla="*/ 3458 w 6343"/>
                  <a:gd name="connsiteY0" fmla="*/ 6526 h 6345"/>
                  <a:gd name="connsiteX1" fmla="*/ 5700 w 6343"/>
                  <a:gd name="connsiteY1" fmla="*/ 5597 h 6345"/>
                  <a:gd name="connsiteX2" fmla="*/ 6629 w 6343"/>
                  <a:gd name="connsiteY2" fmla="*/ 3353 h 6345"/>
                  <a:gd name="connsiteX3" fmla="*/ 5700 w 6343"/>
                  <a:gd name="connsiteY3" fmla="*/ 1110 h 6345"/>
                  <a:gd name="connsiteX4" fmla="*/ 3458 w 6343"/>
                  <a:gd name="connsiteY4" fmla="*/ 180 h 6345"/>
                  <a:gd name="connsiteX5" fmla="*/ 1215 w 6343"/>
                  <a:gd name="connsiteY5" fmla="*/ 1110 h 6345"/>
                  <a:gd name="connsiteX6" fmla="*/ 286 w 6343"/>
                  <a:gd name="connsiteY6" fmla="*/ 3353 h 6345"/>
                  <a:gd name="connsiteX7" fmla="*/ 1215 w 6343"/>
                  <a:gd name="connsiteY7" fmla="*/ 5597 h 6345"/>
                  <a:gd name="connsiteX8" fmla="*/ 3458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8" y="6526"/>
                    </a:moveTo>
                    <a:cubicBezTo>
                      <a:pt x="4299" y="6526"/>
                      <a:pt x="5105" y="6192"/>
                      <a:pt x="5700" y="5597"/>
                    </a:cubicBezTo>
                    <a:cubicBezTo>
                      <a:pt x="6295" y="5002"/>
                      <a:pt x="6629" y="4195"/>
                      <a:pt x="6629" y="3353"/>
                    </a:cubicBezTo>
                    <a:cubicBezTo>
                      <a:pt x="6629" y="2512"/>
                      <a:pt x="6295" y="1705"/>
                      <a:pt x="5700" y="1110"/>
                    </a:cubicBezTo>
                    <a:cubicBezTo>
                      <a:pt x="5105" y="515"/>
                      <a:pt x="4299" y="180"/>
                      <a:pt x="3458" y="180"/>
                    </a:cubicBezTo>
                    <a:cubicBezTo>
                      <a:pt x="2617" y="180"/>
                      <a:pt x="1810" y="515"/>
                      <a:pt x="1215" y="1110"/>
                    </a:cubicBezTo>
                    <a:cubicBezTo>
                      <a:pt x="620" y="1705"/>
                      <a:pt x="286" y="2512"/>
                      <a:pt x="286" y="3353"/>
                    </a:cubicBezTo>
                    <a:cubicBezTo>
                      <a:pt x="286" y="4195"/>
                      <a:pt x="620" y="5002"/>
                      <a:pt x="1215" y="5597"/>
                    </a:cubicBezTo>
                    <a:cubicBezTo>
                      <a:pt x="1810" y="6192"/>
                      <a:pt x="2617" y="6526"/>
                      <a:pt x="3458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34" name="Freeform: Shape 11533">
                <a:extLst>
                  <a:ext uri="{FF2B5EF4-FFF2-40B4-BE49-F238E27FC236}">
                    <a16:creationId xmlns:a16="http://schemas.microsoft.com/office/drawing/2014/main" id="{74D60B86-8CA6-D360-463D-3C22C4464607}"/>
                  </a:ext>
                </a:extLst>
              </p:cNvPr>
              <p:cNvSpPr/>
              <p:nvPr/>
            </p:nvSpPr>
            <p:spPr>
              <a:xfrm>
                <a:off x="10010672" y="5753215"/>
                <a:ext cx="6343" cy="6345"/>
              </a:xfrm>
              <a:custGeom>
                <a:avLst/>
                <a:gdLst>
                  <a:gd name="connsiteX0" fmla="*/ 3455 w 6343"/>
                  <a:gd name="connsiteY0" fmla="*/ 6525 h 6345"/>
                  <a:gd name="connsiteX1" fmla="*/ 5698 w 6343"/>
                  <a:gd name="connsiteY1" fmla="*/ 5595 h 6345"/>
                  <a:gd name="connsiteX2" fmla="*/ 6627 w 6343"/>
                  <a:gd name="connsiteY2" fmla="*/ 3352 h 6345"/>
                  <a:gd name="connsiteX3" fmla="*/ 5698 w 6343"/>
                  <a:gd name="connsiteY3" fmla="*/ 1108 h 6345"/>
                  <a:gd name="connsiteX4" fmla="*/ 3455 w 6343"/>
                  <a:gd name="connsiteY4" fmla="*/ 179 h 6345"/>
                  <a:gd name="connsiteX5" fmla="*/ 1213 w 6343"/>
                  <a:gd name="connsiteY5" fmla="*/ 1108 h 6345"/>
                  <a:gd name="connsiteX6" fmla="*/ 284 w 6343"/>
                  <a:gd name="connsiteY6" fmla="*/ 3352 h 6345"/>
                  <a:gd name="connsiteX7" fmla="*/ 1213 w 6343"/>
                  <a:gd name="connsiteY7" fmla="*/ 5595 h 6345"/>
                  <a:gd name="connsiteX8" fmla="*/ 3455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525"/>
                    </a:moveTo>
                    <a:cubicBezTo>
                      <a:pt x="4297" y="6525"/>
                      <a:pt x="5103" y="6190"/>
                      <a:pt x="5698" y="5595"/>
                    </a:cubicBezTo>
                    <a:cubicBezTo>
                      <a:pt x="6293" y="5000"/>
                      <a:pt x="6627" y="4193"/>
                      <a:pt x="6627" y="3352"/>
                    </a:cubicBezTo>
                    <a:cubicBezTo>
                      <a:pt x="6627" y="2510"/>
                      <a:pt x="6293" y="1703"/>
                      <a:pt x="5698" y="1108"/>
                    </a:cubicBezTo>
                    <a:cubicBezTo>
                      <a:pt x="5103" y="513"/>
                      <a:pt x="4297" y="179"/>
                      <a:pt x="3455" y="179"/>
                    </a:cubicBezTo>
                    <a:cubicBezTo>
                      <a:pt x="2614" y="179"/>
                      <a:pt x="1808" y="513"/>
                      <a:pt x="1213" y="1108"/>
                    </a:cubicBezTo>
                    <a:cubicBezTo>
                      <a:pt x="618" y="1703"/>
                      <a:pt x="284" y="2510"/>
                      <a:pt x="284" y="3352"/>
                    </a:cubicBezTo>
                    <a:cubicBezTo>
                      <a:pt x="284" y="4193"/>
                      <a:pt x="618" y="5000"/>
                      <a:pt x="1213" y="5595"/>
                    </a:cubicBezTo>
                    <a:cubicBezTo>
                      <a:pt x="1808" y="6190"/>
                      <a:pt x="2614" y="6525"/>
                      <a:pt x="3455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35" name="Freeform: Shape 11534">
                <a:extLst>
                  <a:ext uri="{FF2B5EF4-FFF2-40B4-BE49-F238E27FC236}">
                    <a16:creationId xmlns:a16="http://schemas.microsoft.com/office/drawing/2014/main" id="{DF84D1C8-5292-F69A-8FB9-EFD3E9F5BCB2}"/>
                  </a:ext>
                </a:extLst>
              </p:cNvPr>
              <p:cNvSpPr/>
              <p:nvPr/>
            </p:nvSpPr>
            <p:spPr>
              <a:xfrm>
                <a:off x="10009538" y="5758074"/>
                <a:ext cx="6343" cy="6345"/>
              </a:xfrm>
              <a:custGeom>
                <a:avLst/>
                <a:gdLst>
                  <a:gd name="connsiteX0" fmla="*/ 3455 w 6343"/>
                  <a:gd name="connsiteY0" fmla="*/ 6525 h 6345"/>
                  <a:gd name="connsiteX1" fmla="*/ 5698 w 6343"/>
                  <a:gd name="connsiteY1" fmla="*/ 5596 h 6345"/>
                  <a:gd name="connsiteX2" fmla="*/ 6627 w 6343"/>
                  <a:gd name="connsiteY2" fmla="*/ 3352 h 6345"/>
                  <a:gd name="connsiteX3" fmla="*/ 5698 w 6343"/>
                  <a:gd name="connsiteY3" fmla="*/ 1109 h 6345"/>
                  <a:gd name="connsiteX4" fmla="*/ 3455 w 6343"/>
                  <a:gd name="connsiteY4" fmla="*/ 180 h 6345"/>
                  <a:gd name="connsiteX5" fmla="*/ 1213 w 6343"/>
                  <a:gd name="connsiteY5" fmla="*/ 1109 h 6345"/>
                  <a:gd name="connsiteX6" fmla="*/ 284 w 6343"/>
                  <a:gd name="connsiteY6" fmla="*/ 3352 h 6345"/>
                  <a:gd name="connsiteX7" fmla="*/ 1213 w 6343"/>
                  <a:gd name="connsiteY7" fmla="*/ 5596 h 6345"/>
                  <a:gd name="connsiteX8" fmla="*/ 3455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525"/>
                    </a:moveTo>
                    <a:cubicBezTo>
                      <a:pt x="4296" y="6525"/>
                      <a:pt x="5103" y="6191"/>
                      <a:pt x="5698" y="5596"/>
                    </a:cubicBezTo>
                    <a:cubicBezTo>
                      <a:pt x="6293" y="5001"/>
                      <a:pt x="6627" y="4194"/>
                      <a:pt x="6627" y="3352"/>
                    </a:cubicBezTo>
                    <a:cubicBezTo>
                      <a:pt x="6627" y="2511"/>
                      <a:pt x="6293" y="1704"/>
                      <a:pt x="5698" y="1109"/>
                    </a:cubicBezTo>
                    <a:cubicBezTo>
                      <a:pt x="5103" y="514"/>
                      <a:pt x="4296" y="180"/>
                      <a:pt x="3455" y="180"/>
                    </a:cubicBezTo>
                    <a:cubicBezTo>
                      <a:pt x="2614" y="180"/>
                      <a:pt x="1807" y="514"/>
                      <a:pt x="1213" y="1109"/>
                    </a:cubicBezTo>
                    <a:cubicBezTo>
                      <a:pt x="618" y="1704"/>
                      <a:pt x="284" y="2511"/>
                      <a:pt x="284" y="3352"/>
                    </a:cubicBezTo>
                    <a:cubicBezTo>
                      <a:pt x="284" y="4194"/>
                      <a:pt x="618" y="5001"/>
                      <a:pt x="1213" y="5596"/>
                    </a:cubicBezTo>
                    <a:cubicBezTo>
                      <a:pt x="1807" y="6191"/>
                      <a:pt x="2614" y="6525"/>
                      <a:pt x="3455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36" name="Freeform: Shape 11535">
                <a:extLst>
                  <a:ext uri="{FF2B5EF4-FFF2-40B4-BE49-F238E27FC236}">
                    <a16:creationId xmlns:a16="http://schemas.microsoft.com/office/drawing/2014/main" id="{0BF43A84-DDC7-B13E-7002-6A6FFCAAF84C}"/>
                  </a:ext>
                </a:extLst>
              </p:cNvPr>
              <p:cNvSpPr/>
              <p:nvPr/>
            </p:nvSpPr>
            <p:spPr>
              <a:xfrm>
                <a:off x="10330020" y="6030433"/>
                <a:ext cx="6343" cy="6345"/>
              </a:xfrm>
              <a:custGeom>
                <a:avLst/>
                <a:gdLst>
                  <a:gd name="connsiteX0" fmla="*/ 3481 w 6343"/>
                  <a:gd name="connsiteY0" fmla="*/ 6546 h 6345"/>
                  <a:gd name="connsiteX1" fmla="*/ 5723 w 6343"/>
                  <a:gd name="connsiteY1" fmla="*/ 5617 h 6345"/>
                  <a:gd name="connsiteX2" fmla="*/ 6652 w 6343"/>
                  <a:gd name="connsiteY2" fmla="*/ 3374 h 6345"/>
                  <a:gd name="connsiteX3" fmla="*/ 5723 w 6343"/>
                  <a:gd name="connsiteY3" fmla="*/ 1130 h 6345"/>
                  <a:gd name="connsiteX4" fmla="*/ 3481 w 6343"/>
                  <a:gd name="connsiteY4" fmla="*/ 201 h 6345"/>
                  <a:gd name="connsiteX5" fmla="*/ 1238 w 6343"/>
                  <a:gd name="connsiteY5" fmla="*/ 1130 h 6345"/>
                  <a:gd name="connsiteX6" fmla="*/ 309 w 6343"/>
                  <a:gd name="connsiteY6" fmla="*/ 3374 h 6345"/>
                  <a:gd name="connsiteX7" fmla="*/ 1238 w 6343"/>
                  <a:gd name="connsiteY7" fmla="*/ 5617 h 6345"/>
                  <a:gd name="connsiteX8" fmla="*/ 3481 w 6343"/>
                  <a:gd name="connsiteY8" fmla="*/ 65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1" y="6546"/>
                    </a:moveTo>
                    <a:cubicBezTo>
                      <a:pt x="4322" y="6546"/>
                      <a:pt x="5129" y="6212"/>
                      <a:pt x="5723" y="5617"/>
                    </a:cubicBezTo>
                    <a:cubicBezTo>
                      <a:pt x="6318" y="5022"/>
                      <a:pt x="6652" y="4215"/>
                      <a:pt x="6652" y="3374"/>
                    </a:cubicBezTo>
                    <a:cubicBezTo>
                      <a:pt x="6652" y="2532"/>
                      <a:pt x="6318" y="1725"/>
                      <a:pt x="5723" y="1130"/>
                    </a:cubicBezTo>
                    <a:cubicBezTo>
                      <a:pt x="5129" y="535"/>
                      <a:pt x="4322" y="201"/>
                      <a:pt x="3481" y="201"/>
                    </a:cubicBezTo>
                    <a:cubicBezTo>
                      <a:pt x="2640" y="201"/>
                      <a:pt x="1833" y="535"/>
                      <a:pt x="1238" y="1130"/>
                    </a:cubicBezTo>
                    <a:cubicBezTo>
                      <a:pt x="643" y="1725"/>
                      <a:pt x="309" y="2532"/>
                      <a:pt x="309" y="3374"/>
                    </a:cubicBezTo>
                    <a:cubicBezTo>
                      <a:pt x="309" y="4215"/>
                      <a:pt x="643" y="5022"/>
                      <a:pt x="1238" y="5617"/>
                    </a:cubicBezTo>
                    <a:cubicBezTo>
                      <a:pt x="1833" y="6212"/>
                      <a:pt x="2640" y="6546"/>
                      <a:pt x="3481" y="65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37" name="Freeform: Shape 11536">
                <a:extLst>
                  <a:ext uri="{FF2B5EF4-FFF2-40B4-BE49-F238E27FC236}">
                    <a16:creationId xmlns:a16="http://schemas.microsoft.com/office/drawing/2014/main" id="{41FBA9B1-EEC1-135C-5C33-AD99384EA186}"/>
                  </a:ext>
                </a:extLst>
              </p:cNvPr>
              <p:cNvSpPr/>
              <p:nvPr/>
            </p:nvSpPr>
            <p:spPr>
              <a:xfrm>
                <a:off x="10324385" y="6034928"/>
                <a:ext cx="6343" cy="6345"/>
              </a:xfrm>
              <a:custGeom>
                <a:avLst/>
                <a:gdLst>
                  <a:gd name="connsiteX0" fmla="*/ 3480 w 6343"/>
                  <a:gd name="connsiteY0" fmla="*/ 6547 h 6345"/>
                  <a:gd name="connsiteX1" fmla="*/ 5723 w 6343"/>
                  <a:gd name="connsiteY1" fmla="*/ 5618 h 6345"/>
                  <a:gd name="connsiteX2" fmla="*/ 6652 w 6343"/>
                  <a:gd name="connsiteY2" fmla="*/ 3374 h 6345"/>
                  <a:gd name="connsiteX3" fmla="*/ 5723 w 6343"/>
                  <a:gd name="connsiteY3" fmla="*/ 1131 h 6345"/>
                  <a:gd name="connsiteX4" fmla="*/ 3480 w 6343"/>
                  <a:gd name="connsiteY4" fmla="*/ 201 h 6345"/>
                  <a:gd name="connsiteX5" fmla="*/ 1238 w 6343"/>
                  <a:gd name="connsiteY5" fmla="*/ 1131 h 6345"/>
                  <a:gd name="connsiteX6" fmla="*/ 309 w 6343"/>
                  <a:gd name="connsiteY6" fmla="*/ 3374 h 6345"/>
                  <a:gd name="connsiteX7" fmla="*/ 1238 w 6343"/>
                  <a:gd name="connsiteY7" fmla="*/ 5618 h 6345"/>
                  <a:gd name="connsiteX8" fmla="*/ 348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0" y="6547"/>
                    </a:moveTo>
                    <a:cubicBezTo>
                      <a:pt x="4321" y="6547"/>
                      <a:pt x="5128" y="6212"/>
                      <a:pt x="5723" y="5618"/>
                    </a:cubicBezTo>
                    <a:cubicBezTo>
                      <a:pt x="6318" y="5023"/>
                      <a:pt x="6652" y="4215"/>
                      <a:pt x="6652" y="3374"/>
                    </a:cubicBezTo>
                    <a:cubicBezTo>
                      <a:pt x="6652" y="2533"/>
                      <a:pt x="6318" y="1726"/>
                      <a:pt x="5723" y="1131"/>
                    </a:cubicBezTo>
                    <a:cubicBezTo>
                      <a:pt x="5128" y="536"/>
                      <a:pt x="4321" y="201"/>
                      <a:pt x="3480" y="201"/>
                    </a:cubicBezTo>
                    <a:cubicBezTo>
                      <a:pt x="2639" y="201"/>
                      <a:pt x="1832" y="536"/>
                      <a:pt x="1238" y="1131"/>
                    </a:cubicBezTo>
                    <a:cubicBezTo>
                      <a:pt x="643" y="1726"/>
                      <a:pt x="309" y="2533"/>
                      <a:pt x="309" y="3374"/>
                    </a:cubicBezTo>
                    <a:cubicBezTo>
                      <a:pt x="309" y="4215"/>
                      <a:pt x="643" y="5023"/>
                      <a:pt x="1238" y="5618"/>
                    </a:cubicBezTo>
                    <a:cubicBezTo>
                      <a:pt x="1832" y="6212"/>
                      <a:pt x="2639" y="6547"/>
                      <a:pt x="348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38" name="Freeform: Shape 11537">
                <a:extLst>
                  <a:ext uri="{FF2B5EF4-FFF2-40B4-BE49-F238E27FC236}">
                    <a16:creationId xmlns:a16="http://schemas.microsoft.com/office/drawing/2014/main" id="{F6BD202A-F689-D862-507D-990EE0E1D8D3}"/>
                  </a:ext>
                </a:extLst>
              </p:cNvPr>
              <p:cNvSpPr/>
              <p:nvPr/>
            </p:nvSpPr>
            <p:spPr>
              <a:xfrm>
                <a:off x="10319013" y="6039624"/>
                <a:ext cx="6343" cy="6345"/>
              </a:xfrm>
              <a:custGeom>
                <a:avLst/>
                <a:gdLst>
                  <a:gd name="connsiteX0" fmla="*/ 3480 w 6343"/>
                  <a:gd name="connsiteY0" fmla="*/ 6547 h 6345"/>
                  <a:gd name="connsiteX1" fmla="*/ 5722 w 6343"/>
                  <a:gd name="connsiteY1" fmla="*/ 5618 h 6345"/>
                  <a:gd name="connsiteX2" fmla="*/ 6651 w 6343"/>
                  <a:gd name="connsiteY2" fmla="*/ 3374 h 6345"/>
                  <a:gd name="connsiteX3" fmla="*/ 5722 w 6343"/>
                  <a:gd name="connsiteY3" fmla="*/ 1131 h 6345"/>
                  <a:gd name="connsiteX4" fmla="*/ 3480 w 6343"/>
                  <a:gd name="connsiteY4" fmla="*/ 202 h 6345"/>
                  <a:gd name="connsiteX5" fmla="*/ 1237 w 6343"/>
                  <a:gd name="connsiteY5" fmla="*/ 1131 h 6345"/>
                  <a:gd name="connsiteX6" fmla="*/ 308 w 6343"/>
                  <a:gd name="connsiteY6" fmla="*/ 3374 h 6345"/>
                  <a:gd name="connsiteX7" fmla="*/ 1237 w 6343"/>
                  <a:gd name="connsiteY7" fmla="*/ 5618 h 6345"/>
                  <a:gd name="connsiteX8" fmla="*/ 3480 w 6343"/>
                  <a:gd name="connsiteY8" fmla="*/ 654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80" y="6547"/>
                    </a:moveTo>
                    <a:cubicBezTo>
                      <a:pt x="4321" y="6547"/>
                      <a:pt x="5128" y="6213"/>
                      <a:pt x="5722" y="5618"/>
                    </a:cubicBezTo>
                    <a:cubicBezTo>
                      <a:pt x="6317" y="5023"/>
                      <a:pt x="6651" y="4216"/>
                      <a:pt x="6651" y="3374"/>
                    </a:cubicBezTo>
                    <a:cubicBezTo>
                      <a:pt x="6651" y="2533"/>
                      <a:pt x="6317" y="1726"/>
                      <a:pt x="5722" y="1131"/>
                    </a:cubicBezTo>
                    <a:cubicBezTo>
                      <a:pt x="5128" y="536"/>
                      <a:pt x="4321" y="202"/>
                      <a:pt x="3480" y="202"/>
                    </a:cubicBezTo>
                    <a:cubicBezTo>
                      <a:pt x="2639" y="202"/>
                      <a:pt x="1832" y="536"/>
                      <a:pt x="1237" y="1131"/>
                    </a:cubicBezTo>
                    <a:cubicBezTo>
                      <a:pt x="642" y="1726"/>
                      <a:pt x="308" y="2533"/>
                      <a:pt x="308" y="3374"/>
                    </a:cubicBezTo>
                    <a:cubicBezTo>
                      <a:pt x="308" y="4216"/>
                      <a:pt x="642" y="5023"/>
                      <a:pt x="1237" y="5618"/>
                    </a:cubicBezTo>
                    <a:cubicBezTo>
                      <a:pt x="1832" y="6213"/>
                      <a:pt x="2639" y="6547"/>
                      <a:pt x="3480" y="65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39" name="Freeform: Shape 11538">
                <a:extLst>
                  <a:ext uri="{FF2B5EF4-FFF2-40B4-BE49-F238E27FC236}">
                    <a16:creationId xmlns:a16="http://schemas.microsoft.com/office/drawing/2014/main" id="{74BA7658-E2AB-D758-A49D-0F8EA73442CC}"/>
                  </a:ext>
                </a:extLst>
              </p:cNvPr>
              <p:cNvSpPr/>
              <p:nvPr/>
            </p:nvSpPr>
            <p:spPr>
              <a:xfrm>
                <a:off x="10313759" y="6044406"/>
                <a:ext cx="6343" cy="6345"/>
              </a:xfrm>
              <a:custGeom>
                <a:avLst/>
                <a:gdLst>
                  <a:gd name="connsiteX0" fmla="*/ 3479 w 6343"/>
                  <a:gd name="connsiteY0" fmla="*/ 6548 h 6345"/>
                  <a:gd name="connsiteX1" fmla="*/ 5722 w 6343"/>
                  <a:gd name="connsiteY1" fmla="*/ 5618 h 6345"/>
                  <a:gd name="connsiteX2" fmla="*/ 6651 w 6343"/>
                  <a:gd name="connsiteY2" fmla="*/ 3375 h 6345"/>
                  <a:gd name="connsiteX3" fmla="*/ 5722 w 6343"/>
                  <a:gd name="connsiteY3" fmla="*/ 1131 h 6345"/>
                  <a:gd name="connsiteX4" fmla="*/ 3479 w 6343"/>
                  <a:gd name="connsiteY4" fmla="*/ 202 h 6345"/>
                  <a:gd name="connsiteX5" fmla="*/ 1237 w 6343"/>
                  <a:gd name="connsiteY5" fmla="*/ 1131 h 6345"/>
                  <a:gd name="connsiteX6" fmla="*/ 308 w 6343"/>
                  <a:gd name="connsiteY6" fmla="*/ 3375 h 6345"/>
                  <a:gd name="connsiteX7" fmla="*/ 1237 w 6343"/>
                  <a:gd name="connsiteY7" fmla="*/ 5618 h 6345"/>
                  <a:gd name="connsiteX8" fmla="*/ 3479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9" y="6548"/>
                    </a:moveTo>
                    <a:cubicBezTo>
                      <a:pt x="4320" y="6548"/>
                      <a:pt x="5127" y="6213"/>
                      <a:pt x="5722" y="5618"/>
                    </a:cubicBezTo>
                    <a:cubicBezTo>
                      <a:pt x="6317" y="5023"/>
                      <a:pt x="6651" y="4216"/>
                      <a:pt x="6651" y="3375"/>
                    </a:cubicBezTo>
                    <a:cubicBezTo>
                      <a:pt x="6651" y="2533"/>
                      <a:pt x="6317" y="1726"/>
                      <a:pt x="5722" y="1131"/>
                    </a:cubicBezTo>
                    <a:cubicBezTo>
                      <a:pt x="5127" y="536"/>
                      <a:pt x="4320" y="202"/>
                      <a:pt x="3479" y="202"/>
                    </a:cubicBezTo>
                    <a:cubicBezTo>
                      <a:pt x="2638" y="202"/>
                      <a:pt x="1831" y="536"/>
                      <a:pt x="1237" y="1131"/>
                    </a:cubicBezTo>
                    <a:cubicBezTo>
                      <a:pt x="642" y="1726"/>
                      <a:pt x="308" y="2533"/>
                      <a:pt x="308" y="3375"/>
                    </a:cubicBezTo>
                    <a:cubicBezTo>
                      <a:pt x="308" y="4216"/>
                      <a:pt x="642" y="5023"/>
                      <a:pt x="1237" y="5618"/>
                    </a:cubicBezTo>
                    <a:cubicBezTo>
                      <a:pt x="1831" y="6213"/>
                      <a:pt x="2638" y="6548"/>
                      <a:pt x="3479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40" name="Freeform: Shape 11539">
                <a:extLst>
                  <a:ext uri="{FF2B5EF4-FFF2-40B4-BE49-F238E27FC236}">
                    <a16:creationId xmlns:a16="http://schemas.microsoft.com/office/drawing/2014/main" id="{733F1CC3-DBD7-082F-BED9-B81565A3E0DB}"/>
                  </a:ext>
                </a:extLst>
              </p:cNvPr>
              <p:cNvSpPr/>
              <p:nvPr/>
            </p:nvSpPr>
            <p:spPr>
              <a:xfrm>
                <a:off x="10078660" y="5848282"/>
                <a:ext cx="6343" cy="6345"/>
              </a:xfrm>
              <a:custGeom>
                <a:avLst/>
                <a:gdLst>
                  <a:gd name="connsiteX0" fmla="*/ 3461 w 6343"/>
                  <a:gd name="connsiteY0" fmla="*/ 6532 h 6345"/>
                  <a:gd name="connsiteX1" fmla="*/ 5703 w 6343"/>
                  <a:gd name="connsiteY1" fmla="*/ 5603 h 6345"/>
                  <a:gd name="connsiteX2" fmla="*/ 6632 w 6343"/>
                  <a:gd name="connsiteY2" fmla="*/ 3359 h 6345"/>
                  <a:gd name="connsiteX3" fmla="*/ 5703 w 6343"/>
                  <a:gd name="connsiteY3" fmla="*/ 1116 h 6345"/>
                  <a:gd name="connsiteX4" fmla="*/ 3461 w 6343"/>
                  <a:gd name="connsiteY4" fmla="*/ 187 h 6345"/>
                  <a:gd name="connsiteX5" fmla="*/ 1218 w 6343"/>
                  <a:gd name="connsiteY5" fmla="*/ 1116 h 6345"/>
                  <a:gd name="connsiteX6" fmla="*/ 289 w 6343"/>
                  <a:gd name="connsiteY6" fmla="*/ 3359 h 6345"/>
                  <a:gd name="connsiteX7" fmla="*/ 1218 w 6343"/>
                  <a:gd name="connsiteY7" fmla="*/ 5603 h 6345"/>
                  <a:gd name="connsiteX8" fmla="*/ 3461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32"/>
                    </a:moveTo>
                    <a:cubicBezTo>
                      <a:pt x="4302" y="6532"/>
                      <a:pt x="5109" y="6198"/>
                      <a:pt x="5703" y="5603"/>
                    </a:cubicBezTo>
                    <a:cubicBezTo>
                      <a:pt x="6298" y="5008"/>
                      <a:pt x="6632" y="4201"/>
                      <a:pt x="6632" y="3359"/>
                    </a:cubicBezTo>
                    <a:cubicBezTo>
                      <a:pt x="6632" y="2518"/>
                      <a:pt x="6298" y="1711"/>
                      <a:pt x="5703" y="1116"/>
                    </a:cubicBezTo>
                    <a:cubicBezTo>
                      <a:pt x="5109" y="521"/>
                      <a:pt x="4302" y="187"/>
                      <a:pt x="3461" y="187"/>
                    </a:cubicBezTo>
                    <a:cubicBezTo>
                      <a:pt x="2620" y="187"/>
                      <a:pt x="1813" y="521"/>
                      <a:pt x="1218" y="1116"/>
                    </a:cubicBezTo>
                    <a:cubicBezTo>
                      <a:pt x="623" y="1711"/>
                      <a:pt x="289" y="2518"/>
                      <a:pt x="289" y="3359"/>
                    </a:cubicBezTo>
                    <a:cubicBezTo>
                      <a:pt x="289" y="4201"/>
                      <a:pt x="623" y="5008"/>
                      <a:pt x="1218" y="5603"/>
                    </a:cubicBezTo>
                    <a:cubicBezTo>
                      <a:pt x="1813" y="6198"/>
                      <a:pt x="2620" y="6532"/>
                      <a:pt x="3461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41" name="Freeform: Shape 11540">
                <a:extLst>
                  <a:ext uri="{FF2B5EF4-FFF2-40B4-BE49-F238E27FC236}">
                    <a16:creationId xmlns:a16="http://schemas.microsoft.com/office/drawing/2014/main" id="{38200964-ACAD-07DC-C8EC-B0620DF450D0}"/>
                  </a:ext>
                </a:extLst>
              </p:cNvPr>
              <p:cNvSpPr/>
              <p:nvPr/>
            </p:nvSpPr>
            <p:spPr>
              <a:xfrm>
                <a:off x="10076609" y="5853369"/>
                <a:ext cx="6343" cy="6345"/>
              </a:xfrm>
              <a:custGeom>
                <a:avLst/>
                <a:gdLst>
                  <a:gd name="connsiteX0" fmla="*/ 3461 w 6343"/>
                  <a:gd name="connsiteY0" fmla="*/ 6532 h 6345"/>
                  <a:gd name="connsiteX1" fmla="*/ 5703 w 6343"/>
                  <a:gd name="connsiteY1" fmla="*/ 5603 h 6345"/>
                  <a:gd name="connsiteX2" fmla="*/ 6632 w 6343"/>
                  <a:gd name="connsiteY2" fmla="*/ 3360 h 6345"/>
                  <a:gd name="connsiteX3" fmla="*/ 5703 w 6343"/>
                  <a:gd name="connsiteY3" fmla="*/ 1116 h 6345"/>
                  <a:gd name="connsiteX4" fmla="*/ 3461 w 6343"/>
                  <a:gd name="connsiteY4" fmla="*/ 187 h 6345"/>
                  <a:gd name="connsiteX5" fmla="*/ 1218 w 6343"/>
                  <a:gd name="connsiteY5" fmla="*/ 1116 h 6345"/>
                  <a:gd name="connsiteX6" fmla="*/ 289 w 6343"/>
                  <a:gd name="connsiteY6" fmla="*/ 3360 h 6345"/>
                  <a:gd name="connsiteX7" fmla="*/ 1218 w 6343"/>
                  <a:gd name="connsiteY7" fmla="*/ 5603 h 6345"/>
                  <a:gd name="connsiteX8" fmla="*/ 3461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1" y="6532"/>
                    </a:moveTo>
                    <a:cubicBezTo>
                      <a:pt x="4302" y="6532"/>
                      <a:pt x="5109" y="6198"/>
                      <a:pt x="5703" y="5603"/>
                    </a:cubicBezTo>
                    <a:cubicBezTo>
                      <a:pt x="6298" y="5008"/>
                      <a:pt x="6632" y="4201"/>
                      <a:pt x="6632" y="3360"/>
                    </a:cubicBezTo>
                    <a:cubicBezTo>
                      <a:pt x="6632" y="2518"/>
                      <a:pt x="6298" y="1711"/>
                      <a:pt x="5703" y="1116"/>
                    </a:cubicBezTo>
                    <a:cubicBezTo>
                      <a:pt x="5109" y="521"/>
                      <a:pt x="4302" y="187"/>
                      <a:pt x="3461" y="187"/>
                    </a:cubicBezTo>
                    <a:cubicBezTo>
                      <a:pt x="2620" y="187"/>
                      <a:pt x="1813" y="521"/>
                      <a:pt x="1218" y="1116"/>
                    </a:cubicBezTo>
                    <a:cubicBezTo>
                      <a:pt x="623" y="1711"/>
                      <a:pt x="289" y="2518"/>
                      <a:pt x="289" y="3360"/>
                    </a:cubicBezTo>
                    <a:cubicBezTo>
                      <a:pt x="289" y="4201"/>
                      <a:pt x="623" y="5008"/>
                      <a:pt x="1218" y="5603"/>
                    </a:cubicBezTo>
                    <a:cubicBezTo>
                      <a:pt x="1813" y="6198"/>
                      <a:pt x="2620" y="6532"/>
                      <a:pt x="3461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42" name="Freeform: Shape 11541">
                <a:extLst>
                  <a:ext uri="{FF2B5EF4-FFF2-40B4-BE49-F238E27FC236}">
                    <a16:creationId xmlns:a16="http://schemas.microsoft.com/office/drawing/2014/main" id="{2E598179-3A32-F265-8A60-303D39660158}"/>
                  </a:ext>
                </a:extLst>
              </p:cNvPr>
              <p:cNvSpPr/>
              <p:nvPr/>
            </p:nvSpPr>
            <p:spPr>
              <a:xfrm>
                <a:off x="10073213" y="5857281"/>
                <a:ext cx="6343" cy="6345"/>
              </a:xfrm>
              <a:custGeom>
                <a:avLst/>
                <a:gdLst>
                  <a:gd name="connsiteX0" fmla="*/ 3460 w 6343"/>
                  <a:gd name="connsiteY0" fmla="*/ 6533 h 6345"/>
                  <a:gd name="connsiteX1" fmla="*/ 5703 w 6343"/>
                  <a:gd name="connsiteY1" fmla="*/ 5604 h 6345"/>
                  <a:gd name="connsiteX2" fmla="*/ 6632 w 6343"/>
                  <a:gd name="connsiteY2" fmla="*/ 3360 h 6345"/>
                  <a:gd name="connsiteX3" fmla="*/ 5703 w 6343"/>
                  <a:gd name="connsiteY3" fmla="*/ 1117 h 6345"/>
                  <a:gd name="connsiteX4" fmla="*/ 3460 w 6343"/>
                  <a:gd name="connsiteY4" fmla="*/ 187 h 6345"/>
                  <a:gd name="connsiteX5" fmla="*/ 1218 w 6343"/>
                  <a:gd name="connsiteY5" fmla="*/ 1117 h 6345"/>
                  <a:gd name="connsiteX6" fmla="*/ 289 w 6343"/>
                  <a:gd name="connsiteY6" fmla="*/ 3360 h 6345"/>
                  <a:gd name="connsiteX7" fmla="*/ 1218 w 6343"/>
                  <a:gd name="connsiteY7" fmla="*/ 5604 h 6345"/>
                  <a:gd name="connsiteX8" fmla="*/ 3460 w 6343"/>
                  <a:gd name="connsiteY8" fmla="*/ 653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0" y="6533"/>
                    </a:moveTo>
                    <a:cubicBezTo>
                      <a:pt x="4301" y="6533"/>
                      <a:pt x="5108" y="6198"/>
                      <a:pt x="5703" y="5604"/>
                    </a:cubicBezTo>
                    <a:cubicBezTo>
                      <a:pt x="6298" y="5009"/>
                      <a:pt x="6632" y="4201"/>
                      <a:pt x="6632" y="3360"/>
                    </a:cubicBezTo>
                    <a:cubicBezTo>
                      <a:pt x="6632" y="2519"/>
                      <a:pt x="6298" y="1712"/>
                      <a:pt x="5703" y="1117"/>
                    </a:cubicBezTo>
                    <a:cubicBezTo>
                      <a:pt x="5108" y="522"/>
                      <a:pt x="4301" y="187"/>
                      <a:pt x="3460" y="187"/>
                    </a:cubicBezTo>
                    <a:cubicBezTo>
                      <a:pt x="2619" y="187"/>
                      <a:pt x="1813" y="522"/>
                      <a:pt x="1218" y="1117"/>
                    </a:cubicBezTo>
                    <a:cubicBezTo>
                      <a:pt x="623" y="1712"/>
                      <a:pt x="289" y="2519"/>
                      <a:pt x="289" y="3360"/>
                    </a:cubicBezTo>
                    <a:cubicBezTo>
                      <a:pt x="289" y="4201"/>
                      <a:pt x="623" y="5009"/>
                      <a:pt x="1218" y="5604"/>
                    </a:cubicBezTo>
                    <a:cubicBezTo>
                      <a:pt x="1813" y="6198"/>
                      <a:pt x="2619" y="6533"/>
                      <a:pt x="3460" y="65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43" name="Freeform: Shape 11542">
                <a:extLst>
                  <a:ext uri="{FF2B5EF4-FFF2-40B4-BE49-F238E27FC236}">
                    <a16:creationId xmlns:a16="http://schemas.microsoft.com/office/drawing/2014/main" id="{0237CC7E-0F3E-7475-8665-CBDCA0827007}"/>
                  </a:ext>
                </a:extLst>
              </p:cNvPr>
              <p:cNvSpPr/>
              <p:nvPr/>
            </p:nvSpPr>
            <p:spPr>
              <a:xfrm>
                <a:off x="10288964" y="6059968"/>
                <a:ext cx="6343" cy="6345"/>
              </a:xfrm>
              <a:custGeom>
                <a:avLst/>
                <a:gdLst>
                  <a:gd name="connsiteX0" fmla="*/ 3477 w 6343"/>
                  <a:gd name="connsiteY0" fmla="*/ 6549 h 6345"/>
                  <a:gd name="connsiteX1" fmla="*/ 5720 w 6343"/>
                  <a:gd name="connsiteY1" fmla="*/ 5619 h 6345"/>
                  <a:gd name="connsiteX2" fmla="*/ 6649 w 6343"/>
                  <a:gd name="connsiteY2" fmla="*/ 3376 h 6345"/>
                  <a:gd name="connsiteX3" fmla="*/ 5720 w 6343"/>
                  <a:gd name="connsiteY3" fmla="*/ 1133 h 6345"/>
                  <a:gd name="connsiteX4" fmla="*/ 3477 w 6343"/>
                  <a:gd name="connsiteY4" fmla="*/ 203 h 6345"/>
                  <a:gd name="connsiteX5" fmla="*/ 1235 w 6343"/>
                  <a:gd name="connsiteY5" fmla="*/ 1133 h 6345"/>
                  <a:gd name="connsiteX6" fmla="*/ 306 w 6343"/>
                  <a:gd name="connsiteY6" fmla="*/ 3376 h 6345"/>
                  <a:gd name="connsiteX7" fmla="*/ 1235 w 6343"/>
                  <a:gd name="connsiteY7" fmla="*/ 5619 h 6345"/>
                  <a:gd name="connsiteX8" fmla="*/ 3477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7" y="6549"/>
                    </a:moveTo>
                    <a:cubicBezTo>
                      <a:pt x="4319" y="6549"/>
                      <a:pt x="5125" y="6214"/>
                      <a:pt x="5720" y="5619"/>
                    </a:cubicBezTo>
                    <a:cubicBezTo>
                      <a:pt x="6315" y="5025"/>
                      <a:pt x="6649" y="4217"/>
                      <a:pt x="6649" y="3376"/>
                    </a:cubicBezTo>
                    <a:cubicBezTo>
                      <a:pt x="6649" y="2535"/>
                      <a:pt x="6315" y="1728"/>
                      <a:pt x="5720" y="1133"/>
                    </a:cubicBezTo>
                    <a:cubicBezTo>
                      <a:pt x="5125" y="538"/>
                      <a:pt x="4319" y="203"/>
                      <a:pt x="3477" y="203"/>
                    </a:cubicBezTo>
                    <a:cubicBezTo>
                      <a:pt x="2636" y="203"/>
                      <a:pt x="1830" y="538"/>
                      <a:pt x="1235" y="1133"/>
                    </a:cubicBezTo>
                    <a:cubicBezTo>
                      <a:pt x="640" y="1728"/>
                      <a:pt x="306" y="2535"/>
                      <a:pt x="306" y="3376"/>
                    </a:cubicBezTo>
                    <a:cubicBezTo>
                      <a:pt x="306" y="4217"/>
                      <a:pt x="640" y="5025"/>
                      <a:pt x="1235" y="5619"/>
                    </a:cubicBezTo>
                    <a:cubicBezTo>
                      <a:pt x="1830" y="6214"/>
                      <a:pt x="2636" y="6549"/>
                      <a:pt x="3477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44" name="Freeform: Shape 11543">
                <a:extLst>
                  <a:ext uri="{FF2B5EF4-FFF2-40B4-BE49-F238E27FC236}">
                    <a16:creationId xmlns:a16="http://schemas.microsoft.com/office/drawing/2014/main" id="{1BE96A25-356E-5CB1-212E-3DDFC70C86DA}"/>
                  </a:ext>
                </a:extLst>
              </p:cNvPr>
              <p:cNvSpPr/>
              <p:nvPr/>
            </p:nvSpPr>
            <p:spPr>
              <a:xfrm>
                <a:off x="10283789" y="6064715"/>
                <a:ext cx="6343" cy="6345"/>
              </a:xfrm>
              <a:custGeom>
                <a:avLst/>
                <a:gdLst>
                  <a:gd name="connsiteX0" fmla="*/ 3477 w 6343"/>
                  <a:gd name="connsiteY0" fmla="*/ 6549 h 6345"/>
                  <a:gd name="connsiteX1" fmla="*/ 5720 w 6343"/>
                  <a:gd name="connsiteY1" fmla="*/ 5620 h 6345"/>
                  <a:gd name="connsiteX2" fmla="*/ 6649 w 6343"/>
                  <a:gd name="connsiteY2" fmla="*/ 3376 h 6345"/>
                  <a:gd name="connsiteX3" fmla="*/ 5720 w 6343"/>
                  <a:gd name="connsiteY3" fmla="*/ 1133 h 6345"/>
                  <a:gd name="connsiteX4" fmla="*/ 3477 w 6343"/>
                  <a:gd name="connsiteY4" fmla="*/ 204 h 6345"/>
                  <a:gd name="connsiteX5" fmla="*/ 1234 w 6343"/>
                  <a:gd name="connsiteY5" fmla="*/ 1133 h 6345"/>
                  <a:gd name="connsiteX6" fmla="*/ 305 w 6343"/>
                  <a:gd name="connsiteY6" fmla="*/ 3376 h 6345"/>
                  <a:gd name="connsiteX7" fmla="*/ 1234 w 6343"/>
                  <a:gd name="connsiteY7" fmla="*/ 5620 h 6345"/>
                  <a:gd name="connsiteX8" fmla="*/ 3477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7" y="6549"/>
                    </a:moveTo>
                    <a:cubicBezTo>
                      <a:pt x="4318" y="6549"/>
                      <a:pt x="5125" y="6215"/>
                      <a:pt x="5720" y="5620"/>
                    </a:cubicBezTo>
                    <a:cubicBezTo>
                      <a:pt x="6314" y="5025"/>
                      <a:pt x="6649" y="4218"/>
                      <a:pt x="6649" y="3376"/>
                    </a:cubicBezTo>
                    <a:cubicBezTo>
                      <a:pt x="6649" y="2535"/>
                      <a:pt x="6314" y="1728"/>
                      <a:pt x="5720" y="1133"/>
                    </a:cubicBezTo>
                    <a:cubicBezTo>
                      <a:pt x="5125" y="538"/>
                      <a:pt x="4318" y="204"/>
                      <a:pt x="3477" y="204"/>
                    </a:cubicBezTo>
                    <a:cubicBezTo>
                      <a:pt x="2636" y="204"/>
                      <a:pt x="1829" y="538"/>
                      <a:pt x="1234" y="1133"/>
                    </a:cubicBezTo>
                    <a:cubicBezTo>
                      <a:pt x="640" y="1728"/>
                      <a:pt x="305" y="2535"/>
                      <a:pt x="305" y="3376"/>
                    </a:cubicBezTo>
                    <a:cubicBezTo>
                      <a:pt x="305" y="4218"/>
                      <a:pt x="640" y="5025"/>
                      <a:pt x="1234" y="5620"/>
                    </a:cubicBezTo>
                    <a:cubicBezTo>
                      <a:pt x="1829" y="6215"/>
                      <a:pt x="2636" y="6549"/>
                      <a:pt x="3477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45" name="Freeform: Shape 11544">
                <a:extLst>
                  <a:ext uri="{FF2B5EF4-FFF2-40B4-BE49-F238E27FC236}">
                    <a16:creationId xmlns:a16="http://schemas.microsoft.com/office/drawing/2014/main" id="{7F533B76-6804-2F5C-C6E2-5918A5AF5A41}"/>
                  </a:ext>
                </a:extLst>
              </p:cNvPr>
              <p:cNvSpPr/>
              <p:nvPr/>
            </p:nvSpPr>
            <p:spPr>
              <a:xfrm>
                <a:off x="10278220" y="6069085"/>
                <a:ext cx="6343" cy="6345"/>
              </a:xfrm>
              <a:custGeom>
                <a:avLst/>
                <a:gdLst>
                  <a:gd name="connsiteX0" fmla="*/ 3477 w 6343"/>
                  <a:gd name="connsiteY0" fmla="*/ 6549 h 6345"/>
                  <a:gd name="connsiteX1" fmla="*/ 5719 w 6343"/>
                  <a:gd name="connsiteY1" fmla="*/ 5620 h 6345"/>
                  <a:gd name="connsiteX2" fmla="*/ 6648 w 6343"/>
                  <a:gd name="connsiteY2" fmla="*/ 3377 h 6345"/>
                  <a:gd name="connsiteX3" fmla="*/ 5719 w 6343"/>
                  <a:gd name="connsiteY3" fmla="*/ 1133 h 6345"/>
                  <a:gd name="connsiteX4" fmla="*/ 3477 w 6343"/>
                  <a:gd name="connsiteY4" fmla="*/ 204 h 6345"/>
                  <a:gd name="connsiteX5" fmla="*/ 1234 w 6343"/>
                  <a:gd name="connsiteY5" fmla="*/ 1133 h 6345"/>
                  <a:gd name="connsiteX6" fmla="*/ 305 w 6343"/>
                  <a:gd name="connsiteY6" fmla="*/ 3377 h 6345"/>
                  <a:gd name="connsiteX7" fmla="*/ 1234 w 6343"/>
                  <a:gd name="connsiteY7" fmla="*/ 5620 h 6345"/>
                  <a:gd name="connsiteX8" fmla="*/ 3477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7" y="6549"/>
                    </a:moveTo>
                    <a:cubicBezTo>
                      <a:pt x="4318" y="6549"/>
                      <a:pt x="5124" y="6215"/>
                      <a:pt x="5719" y="5620"/>
                    </a:cubicBezTo>
                    <a:cubicBezTo>
                      <a:pt x="6314" y="5025"/>
                      <a:pt x="6648" y="4218"/>
                      <a:pt x="6648" y="3377"/>
                    </a:cubicBezTo>
                    <a:cubicBezTo>
                      <a:pt x="6648" y="2535"/>
                      <a:pt x="6314" y="1728"/>
                      <a:pt x="5719" y="1133"/>
                    </a:cubicBezTo>
                    <a:cubicBezTo>
                      <a:pt x="5124" y="538"/>
                      <a:pt x="4318" y="204"/>
                      <a:pt x="3477" y="204"/>
                    </a:cubicBezTo>
                    <a:cubicBezTo>
                      <a:pt x="2635" y="204"/>
                      <a:pt x="1829" y="538"/>
                      <a:pt x="1234" y="1133"/>
                    </a:cubicBezTo>
                    <a:cubicBezTo>
                      <a:pt x="639" y="1728"/>
                      <a:pt x="305" y="2535"/>
                      <a:pt x="305" y="3377"/>
                    </a:cubicBezTo>
                    <a:cubicBezTo>
                      <a:pt x="305" y="4218"/>
                      <a:pt x="639" y="5025"/>
                      <a:pt x="1234" y="5620"/>
                    </a:cubicBezTo>
                    <a:cubicBezTo>
                      <a:pt x="1829" y="6215"/>
                      <a:pt x="2635" y="6549"/>
                      <a:pt x="3477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46" name="Freeform: Shape 11545">
                <a:extLst>
                  <a:ext uri="{FF2B5EF4-FFF2-40B4-BE49-F238E27FC236}">
                    <a16:creationId xmlns:a16="http://schemas.microsoft.com/office/drawing/2014/main" id="{BF5FB930-200B-A1A3-B1D0-F7B98B8C0333}"/>
                  </a:ext>
                </a:extLst>
              </p:cNvPr>
              <p:cNvSpPr/>
              <p:nvPr/>
            </p:nvSpPr>
            <p:spPr>
              <a:xfrm>
                <a:off x="10273176" y="6073931"/>
                <a:ext cx="6343" cy="6345"/>
              </a:xfrm>
              <a:custGeom>
                <a:avLst/>
                <a:gdLst>
                  <a:gd name="connsiteX0" fmla="*/ 3476 w 6343"/>
                  <a:gd name="connsiteY0" fmla="*/ 6550 h 6345"/>
                  <a:gd name="connsiteX1" fmla="*/ 5719 w 6343"/>
                  <a:gd name="connsiteY1" fmla="*/ 5621 h 6345"/>
                  <a:gd name="connsiteX2" fmla="*/ 6648 w 6343"/>
                  <a:gd name="connsiteY2" fmla="*/ 3377 h 6345"/>
                  <a:gd name="connsiteX3" fmla="*/ 5719 w 6343"/>
                  <a:gd name="connsiteY3" fmla="*/ 1134 h 6345"/>
                  <a:gd name="connsiteX4" fmla="*/ 3476 w 6343"/>
                  <a:gd name="connsiteY4" fmla="*/ 204 h 6345"/>
                  <a:gd name="connsiteX5" fmla="*/ 1234 w 6343"/>
                  <a:gd name="connsiteY5" fmla="*/ 1134 h 6345"/>
                  <a:gd name="connsiteX6" fmla="*/ 305 w 6343"/>
                  <a:gd name="connsiteY6" fmla="*/ 3377 h 6345"/>
                  <a:gd name="connsiteX7" fmla="*/ 1234 w 6343"/>
                  <a:gd name="connsiteY7" fmla="*/ 5621 h 6345"/>
                  <a:gd name="connsiteX8" fmla="*/ 3476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6" y="6550"/>
                    </a:moveTo>
                    <a:cubicBezTo>
                      <a:pt x="4317" y="6550"/>
                      <a:pt x="5124" y="6216"/>
                      <a:pt x="5719" y="5621"/>
                    </a:cubicBezTo>
                    <a:cubicBezTo>
                      <a:pt x="6314" y="5026"/>
                      <a:pt x="6648" y="4219"/>
                      <a:pt x="6648" y="3377"/>
                    </a:cubicBezTo>
                    <a:cubicBezTo>
                      <a:pt x="6648" y="2536"/>
                      <a:pt x="6314" y="1729"/>
                      <a:pt x="5719" y="1134"/>
                    </a:cubicBezTo>
                    <a:cubicBezTo>
                      <a:pt x="5124" y="539"/>
                      <a:pt x="4317" y="204"/>
                      <a:pt x="3476" y="204"/>
                    </a:cubicBezTo>
                    <a:cubicBezTo>
                      <a:pt x="2635" y="204"/>
                      <a:pt x="1828" y="539"/>
                      <a:pt x="1234" y="1134"/>
                    </a:cubicBezTo>
                    <a:cubicBezTo>
                      <a:pt x="639" y="1729"/>
                      <a:pt x="305" y="2536"/>
                      <a:pt x="305" y="3377"/>
                    </a:cubicBezTo>
                    <a:cubicBezTo>
                      <a:pt x="305" y="4219"/>
                      <a:pt x="639" y="5026"/>
                      <a:pt x="1234" y="5621"/>
                    </a:cubicBezTo>
                    <a:cubicBezTo>
                      <a:pt x="1828" y="6216"/>
                      <a:pt x="2635" y="6550"/>
                      <a:pt x="3476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47" name="Freeform: Shape 11546">
                <a:extLst>
                  <a:ext uri="{FF2B5EF4-FFF2-40B4-BE49-F238E27FC236}">
                    <a16:creationId xmlns:a16="http://schemas.microsoft.com/office/drawing/2014/main" id="{4A23B3D5-D7E0-57BF-3358-6F0E239D9EEB}"/>
                  </a:ext>
                </a:extLst>
              </p:cNvPr>
              <p:cNvSpPr/>
              <p:nvPr/>
            </p:nvSpPr>
            <p:spPr>
              <a:xfrm>
                <a:off x="10267334" y="6078009"/>
                <a:ext cx="6343" cy="6345"/>
              </a:xfrm>
              <a:custGeom>
                <a:avLst/>
                <a:gdLst>
                  <a:gd name="connsiteX0" fmla="*/ 3476 w 6343"/>
                  <a:gd name="connsiteY0" fmla="*/ 6550 h 6345"/>
                  <a:gd name="connsiteX1" fmla="*/ 5718 w 6343"/>
                  <a:gd name="connsiteY1" fmla="*/ 5621 h 6345"/>
                  <a:gd name="connsiteX2" fmla="*/ 6647 w 6343"/>
                  <a:gd name="connsiteY2" fmla="*/ 3377 h 6345"/>
                  <a:gd name="connsiteX3" fmla="*/ 5718 w 6343"/>
                  <a:gd name="connsiteY3" fmla="*/ 1134 h 6345"/>
                  <a:gd name="connsiteX4" fmla="*/ 3476 w 6343"/>
                  <a:gd name="connsiteY4" fmla="*/ 205 h 6345"/>
                  <a:gd name="connsiteX5" fmla="*/ 1233 w 6343"/>
                  <a:gd name="connsiteY5" fmla="*/ 1134 h 6345"/>
                  <a:gd name="connsiteX6" fmla="*/ 304 w 6343"/>
                  <a:gd name="connsiteY6" fmla="*/ 3377 h 6345"/>
                  <a:gd name="connsiteX7" fmla="*/ 1233 w 6343"/>
                  <a:gd name="connsiteY7" fmla="*/ 5621 h 6345"/>
                  <a:gd name="connsiteX8" fmla="*/ 3476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6" y="6550"/>
                    </a:moveTo>
                    <a:cubicBezTo>
                      <a:pt x="4317" y="6550"/>
                      <a:pt x="5124" y="6216"/>
                      <a:pt x="5718" y="5621"/>
                    </a:cubicBezTo>
                    <a:cubicBezTo>
                      <a:pt x="6313" y="5026"/>
                      <a:pt x="6647" y="4219"/>
                      <a:pt x="6647" y="3377"/>
                    </a:cubicBezTo>
                    <a:cubicBezTo>
                      <a:pt x="6647" y="2536"/>
                      <a:pt x="6313" y="1729"/>
                      <a:pt x="5718" y="1134"/>
                    </a:cubicBezTo>
                    <a:cubicBezTo>
                      <a:pt x="5124" y="539"/>
                      <a:pt x="4317" y="205"/>
                      <a:pt x="3476" y="205"/>
                    </a:cubicBezTo>
                    <a:cubicBezTo>
                      <a:pt x="2635" y="205"/>
                      <a:pt x="1828" y="539"/>
                      <a:pt x="1233" y="1134"/>
                    </a:cubicBezTo>
                    <a:cubicBezTo>
                      <a:pt x="638" y="1729"/>
                      <a:pt x="304" y="2536"/>
                      <a:pt x="304" y="3377"/>
                    </a:cubicBezTo>
                    <a:cubicBezTo>
                      <a:pt x="304" y="4219"/>
                      <a:pt x="638" y="5026"/>
                      <a:pt x="1233" y="5621"/>
                    </a:cubicBezTo>
                    <a:cubicBezTo>
                      <a:pt x="1828" y="6216"/>
                      <a:pt x="2635" y="6550"/>
                      <a:pt x="3476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48" name="Freeform: Shape 11547">
                <a:extLst>
                  <a:ext uri="{FF2B5EF4-FFF2-40B4-BE49-F238E27FC236}">
                    <a16:creationId xmlns:a16="http://schemas.microsoft.com/office/drawing/2014/main" id="{3A738FD3-EC0C-40D1-DB34-34D645B75155}"/>
                  </a:ext>
                </a:extLst>
              </p:cNvPr>
              <p:cNvSpPr/>
              <p:nvPr/>
            </p:nvSpPr>
            <p:spPr>
              <a:xfrm>
                <a:off x="10261383" y="6081959"/>
                <a:ext cx="6343" cy="6345"/>
              </a:xfrm>
              <a:custGeom>
                <a:avLst/>
                <a:gdLst>
                  <a:gd name="connsiteX0" fmla="*/ 3475 w 6343"/>
                  <a:gd name="connsiteY0" fmla="*/ 6550 h 6345"/>
                  <a:gd name="connsiteX1" fmla="*/ 5718 w 6343"/>
                  <a:gd name="connsiteY1" fmla="*/ 5621 h 6345"/>
                  <a:gd name="connsiteX2" fmla="*/ 6647 w 6343"/>
                  <a:gd name="connsiteY2" fmla="*/ 3378 h 6345"/>
                  <a:gd name="connsiteX3" fmla="*/ 5718 w 6343"/>
                  <a:gd name="connsiteY3" fmla="*/ 1134 h 6345"/>
                  <a:gd name="connsiteX4" fmla="*/ 3475 w 6343"/>
                  <a:gd name="connsiteY4" fmla="*/ 205 h 6345"/>
                  <a:gd name="connsiteX5" fmla="*/ 1233 w 6343"/>
                  <a:gd name="connsiteY5" fmla="*/ 1134 h 6345"/>
                  <a:gd name="connsiteX6" fmla="*/ 304 w 6343"/>
                  <a:gd name="connsiteY6" fmla="*/ 3378 h 6345"/>
                  <a:gd name="connsiteX7" fmla="*/ 1233 w 6343"/>
                  <a:gd name="connsiteY7" fmla="*/ 5621 h 6345"/>
                  <a:gd name="connsiteX8" fmla="*/ 3475 w 6343"/>
                  <a:gd name="connsiteY8" fmla="*/ 655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550"/>
                    </a:moveTo>
                    <a:cubicBezTo>
                      <a:pt x="4316" y="6550"/>
                      <a:pt x="5123" y="6216"/>
                      <a:pt x="5718" y="5621"/>
                    </a:cubicBezTo>
                    <a:cubicBezTo>
                      <a:pt x="6313" y="5026"/>
                      <a:pt x="6647" y="4219"/>
                      <a:pt x="6647" y="3378"/>
                    </a:cubicBezTo>
                    <a:cubicBezTo>
                      <a:pt x="6647" y="2536"/>
                      <a:pt x="6313" y="1729"/>
                      <a:pt x="5718" y="1134"/>
                    </a:cubicBezTo>
                    <a:cubicBezTo>
                      <a:pt x="5123" y="539"/>
                      <a:pt x="4316" y="205"/>
                      <a:pt x="3475" y="205"/>
                    </a:cubicBezTo>
                    <a:cubicBezTo>
                      <a:pt x="2634" y="205"/>
                      <a:pt x="1827" y="539"/>
                      <a:pt x="1233" y="1134"/>
                    </a:cubicBezTo>
                    <a:cubicBezTo>
                      <a:pt x="638" y="1729"/>
                      <a:pt x="304" y="2536"/>
                      <a:pt x="304" y="3378"/>
                    </a:cubicBezTo>
                    <a:cubicBezTo>
                      <a:pt x="304" y="4219"/>
                      <a:pt x="638" y="5026"/>
                      <a:pt x="1233" y="5621"/>
                    </a:cubicBezTo>
                    <a:cubicBezTo>
                      <a:pt x="1827" y="6216"/>
                      <a:pt x="2634" y="6550"/>
                      <a:pt x="3475" y="65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49" name="Freeform: Shape 11548">
                <a:extLst>
                  <a:ext uri="{FF2B5EF4-FFF2-40B4-BE49-F238E27FC236}">
                    <a16:creationId xmlns:a16="http://schemas.microsoft.com/office/drawing/2014/main" id="{1BE182C0-D8DA-C8C2-1402-BC1324FC602D}"/>
                  </a:ext>
                </a:extLst>
              </p:cNvPr>
              <p:cNvSpPr/>
              <p:nvPr/>
            </p:nvSpPr>
            <p:spPr>
              <a:xfrm>
                <a:off x="10255279" y="6085734"/>
                <a:ext cx="6343" cy="6345"/>
              </a:xfrm>
              <a:custGeom>
                <a:avLst/>
                <a:gdLst>
                  <a:gd name="connsiteX0" fmla="*/ 3475 w 6343"/>
                  <a:gd name="connsiteY0" fmla="*/ 6551 h 6345"/>
                  <a:gd name="connsiteX1" fmla="*/ 5717 w 6343"/>
                  <a:gd name="connsiteY1" fmla="*/ 5622 h 6345"/>
                  <a:gd name="connsiteX2" fmla="*/ 6646 w 6343"/>
                  <a:gd name="connsiteY2" fmla="*/ 3378 h 6345"/>
                  <a:gd name="connsiteX3" fmla="*/ 5717 w 6343"/>
                  <a:gd name="connsiteY3" fmla="*/ 1135 h 6345"/>
                  <a:gd name="connsiteX4" fmla="*/ 3475 w 6343"/>
                  <a:gd name="connsiteY4" fmla="*/ 205 h 6345"/>
                  <a:gd name="connsiteX5" fmla="*/ 1232 w 6343"/>
                  <a:gd name="connsiteY5" fmla="*/ 1135 h 6345"/>
                  <a:gd name="connsiteX6" fmla="*/ 303 w 6343"/>
                  <a:gd name="connsiteY6" fmla="*/ 3378 h 6345"/>
                  <a:gd name="connsiteX7" fmla="*/ 1232 w 6343"/>
                  <a:gd name="connsiteY7" fmla="*/ 5622 h 6345"/>
                  <a:gd name="connsiteX8" fmla="*/ 3475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5" y="6551"/>
                    </a:moveTo>
                    <a:cubicBezTo>
                      <a:pt x="4316" y="6551"/>
                      <a:pt x="5123" y="6216"/>
                      <a:pt x="5717" y="5622"/>
                    </a:cubicBezTo>
                    <a:cubicBezTo>
                      <a:pt x="6312" y="5027"/>
                      <a:pt x="6646" y="4219"/>
                      <a:pt x="6646" y="3378"/>
                    </a:cubicBezTo>
                    <a:cubicBezTo>
                      <a:pt x="6646" y="2537"/>
                      <a:pt x="6312" y="1730"/>
                      <a:pt x="5717" y="1135"/>
                    </a:cubicBezTo>
                    <a:cubicBezTo>
                      <a:pt x="5123" y="540"/>
                      <a:pt x="4316" y="205"/>
                      <a:pt x="3475" y="205"/>
                    </a:cubicBezTo>
                    <a:cubicBezTo>
                      <a:pt x="2634" y="205"/>
                      <a:pt x="1827" y="540"/>
                      <a:pt x="1232" y="1135"/>
                    </a:cubicBezTo>
                    <a:cubicBezTo>
                      <a:pt x="637" y="1730"/>
                      <a:pt x="303" y="2537"/>
                      <a:pt x="303" y="3378"/>
                    </a:cubicBezTo>
                    <a:cubicBezTo>
                      <a:pt x="303" y="4219"/>
                      <a:pt x="637" y="5027"/>
                      <a:pt x="1232" y="5622"/>
                    </a:cubicBezTo>
                    <a:cubicBezTo>
                      <a:pt x="1827" y="6216"/>
                      <a:pt x="2634" y="6551"/>
                      <a:pt x="3475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50" name="Freeform: Shape 11549">
                <a:extLst>
                  <a:ext uri="{FF2B5EF4-FFF2-40B4-BE49-F238E27FC236}">
                    <a16:creationId xmlns:a16="http://schemas.microsoft.com/office/drawing/2014/main" id="{98CC16D2-5746-A89B-3197-0E959B72F4D4}"/>
                  </a:ext>
                </a:extLst>
              </p:cNvPr>
              <p:cNvSpPr/>
              <p:nvPr/>
            </p:nvSpPr>
            <p:spPr>
              <a:xfrm>
                <a:off x="10250853" y="6091137"/>
                <a:ext cx="6343" cy="6345"/>
              </a:xfrm>
              <a:custGeom>
                <a:avLst/>
                <a:gdLst>
                  <a:gd name="connsiteX0" fmla="*/ 3474 w 6343"/>
                  <a:gd name="connsiteY0" fmla="*/ 6551 h 6345"/>
                  <a:gd name="connsiteX1" fmla="*/ 5717 w 6343"/>
                  <a:gd name="connsiteY1" fmla="*/ 5622 h 6345"/>
                  <a:gd name="connsiteX2" fmla="*/ 6646 w 6343"/>
                  <a:gd name="connsiteY2" fmla="*/ 3378 h 6345"/>
                  <a:gd name="connsiteX3" fmla="*/ 5717 w 6343"/>
                  <a:gd name="connsiteY3" fmla="*/ 1135 h 6345"/>
                  <a:gd name="connsiteX4" fmla="*/ 3474 w 6343"/>
                  <a:gd name="connsiteY4" fmla="*/ 206 h 6345"/>
                  <a:gd name="connsiteX5" fmla="*/ 1232 w 6343"/>
                  <a:gd name="connsiteY5" fmla="*/ 1135 h 6345"/>
                  <a:gd name="connsiteX6" fmla="*/ 303 w 6343"/>
                  <a:gd name="connsiteY6" fmla="*/ 3378 h 6345"/>
                  <a:gd name="connsiteX7" fmla="*/ 1232 w 6343"/>
                  <a:gd name="connsiteY7" fmla="*/ 5622 h 6345"/>
                  <a:gd name="connsiteX8" fmla="*/ 3474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4" y="6551"/>
                    </a:moveTo>
                    <a:cubicBezTo>
                      <a:pt x="4316" y="6551"/>
                      <a:pt x="5122" y="6217"/>
                      <a:pt x="5717" y="5622"/>
                    </a:cubicBezTo>
                    <a:cubicBezTo>
                      <a:pt x="6312" y="5027"/>
                      <a:pt x="6646" y="4220"/>
                      <a:pt x="6646" y="3378"/>
                    </a:cubicBezTo>
                    <a:cubicBezTo>
                      <a:pt x="6646" y="2537"/>
                      <a:pt x="6312" y="1730"/>
                      <a:pt x="5717" y="1135"/>
                    </a:cubicBezTo>
                    <a:cubicBezTo>
                      <a:pt x="5122" y="540"/>
                      <a:pt x="4316" y="206"/>
                      <a:pt x="3474" y="206"/>
                    </a:cubicBezTo>
                    <a:cubicBezTo>
                      <a:pt x="2633" y="206"/>
                      <a:pt x="1827" y="540"/>
                      <a:pt x="1232" y="1135"/>
                    </a:cubicBezTo>
                    <a:cubicBezTo>
                      <a:pt x="637" y="1730"/>
                      <a:pt x="303" y="2537"/>
                      <a:pt x="303" y="3378"/>
                    </a:cubicBezTo>
                    <a:cubicBezTo>
                      <a:pt x="303" y="4220"/>
                      <a:pt x="637" y="5027"/>
                      <a:pt x="1232" y="5622"/>
                    </a:cubicBezTo>
                    <a:cubicBezTo>
                      <a:pt x="1827" y="6217"/>
                      <a:pt x="2633" y="6551"/>
                      <a:pt x="3474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51" name="Freeform: Shape 11550">
                <a:extLst>
                  <a:ext uri="{FF2B5EF4-FFF2-40B4-BE49-F238E27FC236}">
                    <a16:creationId xmlns:a16="http://schemas.microsoft.com/office/drawing/2014/main" id="{A41F423D-4713-D3AA-7F0A-39C43BDF3D43}"/>
                  </a:ext>
                </a:extLst>
              </p:cNvPr>
              <p:cNvSpPr/>
              <p:nvPr/>
            </p:nvSpPr>
            <p:spPr>
              <a:xfrm>
                <a:off x="10244310" y="6094432"/>
                <a:ext cx="6343" cy="6345"/>
              </a:xfrm>
              <a:custGeom>
                <a:avLst/>
                <a:gdLst>
                  <a:gd name="connsiteX0" fmla="*/ 3474 w 6343"/>
                  <a:gd name="connsiteY0" fmla="*/ 6551 h 6345"/>
                  <a:gd name="connsiteX1" fmla="*/ 5717 w 6343"/>
                  <a:gd name="connsiteY1" fmla="*/ 5622 h 6345"/>
                  <a:gd name="connsiteX2" fmla="*/ 6645 w 6343"/>
                  <a:gd name="connsiteY2" fmla="*/ 3379 h 6345"/>
                  <a:gd name="connsiteX3" fmla="*/ 5717 w 6343"/>
                  <a:gd name="connsiteY3" fmla="*/ 1135 h 6345"/>
                  <a:gd name="connsiteX4" fmla="*/ 3474 w 6343"/>
                  <a:gd name="connsiteY4" fmla="*/ 206 h 6345"/>
                  <a:gd name="connsiteX5" fmla="*/ 1231 w 6343"/>
                  <a:gd name="connsiteY5" fmla="*/ 1135 h 6345"/>
                  <a:gd name="connsiteX6" fmla="*/ 302 w 6343"/>
                  <a:gd name="connsiteY6" fmla="*/ 3379 h 6345"/>
                  <a:gd name="connsiteX7" fmla="*/ 1231 w 6343"/>
                  <a:gd name="connsiteY7" fmla="*/ 5622 h 6345"/>
                  <a:gd name="connsiteX8" fmla="*/ 3474 w 6343"/>
                  <a:gd name="connsiteY8" fmla="*/ 655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4" y="6551"/>
                    </a:moveTo>
                    <a:cubicBezTo>
                      <a:pt x="4315" y="6551"/>
                      <a:pt x="5122" y="6217"/>
                      <a:pt x="5717" y="5622"/>
                    </a:cubicBezTo>
                    <a:cubicBezTo>
                      <a:pt x="6311" y="5027"/>
                      <a:pt x="6645" y="4220"/>
                      <a:pt x="6645" y="3379"/>
                    </a:cubicBezTo>
                    <a:cubicBezTo>
                      <a:pt x="6645" y="2537"/>
                      <a:pt x="6311" y="1730"/>
                      <a:pt x="5717" y="1135"/>
                    </a:cubicBezTo>
                    <a:cubicBezTo>
                      <a:pt x="5122" y="540"/>
                      <a:pt x="4315" y="206"/>
                      <a:pt x="3474" y="206"/>
                    </a:cubicBezTo>
                    <a:cubicBezTo>
                      <a:pt x="2633" y="206"/>
                      <a:pt x="1826" y="540"/>
                      <a:pt x="1231" y="1135"/>
                    </a:cubicBezTo>
                    <a:cubicBezTo>
                      <a:pt x="637" y="1730"/>
                      <a:pt x="302" y="2537"/>
                      <a:pt x="302" y="3379"/>
                    </a:cubicBezTo>
                    <a:cubicBezTo>
                      <a:pt x="302" y="4220"/>
                      <a:pt x="637" y="5027"/>
                      <a:pt x="1231" y="5622"/>
                    </a:cubicBezTo>
                    <a:cubicBezTo>
                      <a:pt x="1826" y="6217"/>
                      <a:pt x="2633" y="6551"/>
                      <a:pt x="3474" y="65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52" name="Freeform: Shape 11551">
                <a:extLst>
                  <a:ext uri="{FF2B5EF4-FFF2-40B4-BE49-F238E27FC236}">
                    <a16:creationId xmlns:a16="http://schemas.microsoft.com/office/drawing/2014/main" id="{6B9CD3B4-446B-C997-3772-1A817CD7093E}"/>
                  </a:ext>
                </a:extLst>
              </p:cNvPr>
              <p:cNvSpPr/>
              <p:nvPr/>
            </p:nvSpPr>
            <p:spPr>
              <a:xfrm>
                <a:off x="10238770" y="6098703"/>
                <a:ext cx="6343" cy="6345"/>
              </a:xfrm>
              <a:custGeom>
                <a:avLst/>
                <a:gdLst>
                  <a:gd name="connsiteX0" fmla="*/ 3473 w 6343"/>
                  <a:gd name="connsiteY0" fmla="*/ 6552 h 6345"/>
                  <a:gd name="connsiteX1" fmla="*/ 5716 w 6343"/>
                  <a:gd name="connsiteY1" fmla="*/ 5623 h 6345"/>
                  <a:gd name="connsiteX2" fmla="*/ 6645 w 6343"/>
                  <a:gd name="connsiteY2" fmla="*/ 3379 h 6345"/>
                  <a:gd name="connsiteX3" fmla="*/ 5716 w 6343"/>
                  <a:gd name="connsiteY3" fmla="*/ 1136 h 6345"/>
                  <a:gd name="connsiteX4" fmla="*/ 3473 w 6343"/>
                  <a:gd name="connsiteY4" fmla="*/ 206 h 6345"/>
                  <a:gd name="connsiteX5" fmla="*/ 1231 w 6343"/>
                  <a:gd name="connsiteY5" fmla="*/ 1136 h 6345"/>
                  <a:gd name="connsiteX6" fmla="*/ 302 w 6343"/>
                  <a:gd name="connsiteY6" fmla="*/ 3379 h 6345"/>
                  <a:gd name="connsiteX7" fmla="*/ 1231 w 6343"/>
                  <a:gd name="connsiteY7" fmla="*/ 5623 h 6345"/>
                  <a:gd name="connsiteX8" fmla="*/ 3473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3" y="6552"/>
                    </a:moveTo>
                    <a:cubicBezTo>
                      <a:pt x="4315" y="6552"/>
                      <a:pt x="5121" y="6217"/>
                      <a:pt x="5716" y="5623"/>
                    </a:cubicBezTo>
                    <a:cubicBezTo>
                      <a:pt x="6311" y="5028"/>
                      <a:pt x="6645" y="4221"/>
                      <a:pt x="6645" y="3379"/>
                    </a:cubicBezTo>
                    <a:cubicBezTo>
                      <a:pt x="6645" y="2538"/>
                      <a:pt x="6311" y="1731"/>
                      <a:pt x="5716" y="1136"/>
                    </a:cubicBezTo>
                    <a:cubicBezTo>
                      <a:pt x="5121" y="541"/>
                      <a:pt x="4315" y="206"/>
                      <a:pt x="3473" y="206"/>
                    </a:cubicBezTo>
                    <a:cubicBezTo>
                      <a:pt x="2632" y="206"/>
                      <a:pt x="1826" y="541"/>
                      <a:pt x="1231" y="1136"/>
                    </a:cubicBezTo>
                    <a:cubicBezTo>
                      <a:pt x="636" y="1731"/>
                      <a:pt x="302" y="2538"/>
                      <a:pt x="302" y="3379"/>
                    </a:cubicBezTo>
                    <a:cubicBezTo>
                      <a:pt x="302" y="4221"/>
                      <a:pt x="636" y="5028"/>
                      <a:pt x="1231" y="5623"/>
                    </a:cubicBezTo>
                    <a:cubicBezTo>
                      <a:pt x="1826" y="6217"/>
                      <a:pt x="2632" y="6552"/>
                      <a:pt x="3473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53" name="Freeform: Shape 11552">
                <a:extLst>
                  <a:ext uri="{FF2B5EF4-FFF2-40B4-BE49-F238E27FC236}">
                    <a16:creationId xmlns:a16="http://schemas.microsoft.com/office/drawing/2014/main" id="{380A91F8-7FA4-EEAC-01C5-C76F7DF4A889}"/>
                  </a:ext>
                </a:extLst>
              </p:cNvPr>
              <p:cNvSpPr/>
              <p:nvPr/>
            </p:nvSpPr>
            <p:spPr>
              <a:xfrm>
                <a:off x="10233163" y="6102891"/>
                <a:ext cx="6343" cy="6345"/>
              </a:xfrm>
              <a:custGeom>
                <a:avLst/>
                <a:gdLst>
                  <a:gd name="connsiteX0" fmla="*/ 3473 w 6343"/>
                  <a:gd name="connsiteY0" fmla="*/ 6552 h 6345"/>
                  <a:gd name="connsiteX1" fmla="*/ 5716 w 6343"/>
                  <a:gd name="connsiteY1" fmla="*/ 5623 h 6345"/>
                  <a:gd name="connsiteX2" fmla="*/ 6645 w 6343"/>
                  <a:gd name="connsiteY2" fmla="*/ 3379 h 6345"/>
                  <a:gd name="connsiteX3" fmla="*/ 5716 w 6343"/>
                  <a:gd name="connsiteY3" fmla="*/ 1136 h 6345"/>
                  <a:gd name="connsiteX4" fmla="*/ 3473 w 6343"/>
                  <a:gd name="connsiteY4" fmla="*/ 207 h 6345"/>
                  <a:gd name="connsiteX5" fmla="*/ 1230 w 6343"/>
                  <a:gd name="connsiteY5" fmla="*/ 1136 h 6345"/>
                  <a:gd name="connsiteX6" fmla="*/ 301 w 6343"/>
                  <a:gd name="connsiteY6" fmla="*/ 3379 h 6345"/>
                  <a:gd name="connsiteX7" fmla="*/ 1230 w 6343"/>
                  <a:gd name="connsiteY7" fmla="*/ 5623 h 6345"/>
                  <a:gd name="connsiteX8" fmla="*/ 3473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3" y="6552"/>
                    </a:moveTo>
                    <a:cubicBezTo>
                      <a:pt x="4314" y="6552"/>
                      <a:pt x="5121" y="6218"/>
                      <a:pt x="5716" y="5623"/>
                    </a:cubicBezTo>
                    <a:cubicBezTo>
                      <a:pt x="6310" y="5028"/>
                      <a:pt x="6645" y="4221"/>
                      <a:pt x="6645" y="3379"/>
                    </a:cubicBezTo>
                    <a:cubicBezTo>
                      <a:pt x="6645" y="2538"/>
                      <a:pt x="6310" y="1731"/>
                      <a:pt x="5716" y="1136"/>
                    </a:cubicBezTo>
                    <a:cubicBezTo>
                      <a:pt x="5121" y="541"/>
                      <a:pt x="4314" y="207"/>
                      <a:pt x="3473" y="207"/>
                    </a:cubicBezTo>
                    <a:cubicBezTo>
                      <a:pt x="2632" y="207"/>
                      <a:pt x="1825" y="541"/>
                      <a:pt x="1230" y="1136"/>
                    </a:cubicBezTo>
                    <a:cubicBezTo>
                      <a:pt x="636" y="1731"/>
                      <a:pt x="301" y="2538"/>
                      <a:pt x="301" y="3379"/>
                    </a:cubicBezTo>
                    <a:cubicBezTo>
                      <a:pt x="301" y="4221"/>
                      <a:pt x="636" y="5028"/>
                      <a:pt x="1230" y="5623"/>
                    </a:cubicBezTo>
                    <a:cubicBezTo>
                      <a:pt x="1825" y="6218"/>
                      <a:pt x="2632" y="6552"/>
                      <a:pt x="3473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54" name="Freeform: Shape 11553">
                <a:extLst>
                  <a:ext uri="{FF2B5EF4-FFF2-40B4-BE49-F238E27FC236}">
                    <a16:creationId xmlns:a16="http://schemas.microsoft.com/office/drawing/2014/main" id="{DA6E35C0-BBE4-D81F-7003-2C47A81C905C}"/>
                  </a:ext>
                </a:extLst>
              </p:cNvPr>
              <p:cNvSpPr/>
              <p:nvPr/>
            </p:nvSpPr>
            <p:spPr>
              <a:xfrm>
                <a:off x="10227274" y="6106770"/>
                <a:ext cx="6343" cy="6345"/>
              </a:xfrm>
              <a:custGeom>
                <a:avLst/>
                <a:gdLst>
                  <a:gd name="connsiteX0" fmla="*/ 3473 w 6343"/>
                  <a:gd name="connsiteY0" fmla="*/ 6552 h 6345"/>
                  <a:gd name="connsiteX1" fmla="*/ 5715 w 6343"/>
                  <a:gd name="connsiteY1" fmla="*/ 5623 h 6345"/>
                  <a:gd name="connsiteX2" fmla="*/ 6644 w 6343"/>
                  <a:gd name="connsiteY2" fmla="*/ 3380 h 6345"/>
                  <a:gd name="connsiteX3" fmla="*/ 5715 w 6343"/>
                  <a:gd name="connsiteY3" fmla="*/ 1136 h 6345"/>
                  <a:gd name="connsiteX4" fmla="*/ 3473 w 6343"/>
                  <a:gd name="connsiteY4" fmla="*/ 207 h 6345"/>
                  <a:gd name="connsiteX5" fmla="*/ 1230 w 6343"/>
                  <a:gd name="connsiteY5" fmla="*/ 1136 h 6345"/>
                  <a:gd name="connsiteX6" fmla="*/ 301 w 6343"/>
                  <a:gd name="connsiteY6" fmla="*/ 3380 h 6345"/>
                  <a:gd name="connsiteX7" fmla="*/ 1230 w 6343"/>
                  <a:gd name="connsiteY7" fmla="*/ 5623 h 6345"/>
                  <a:gd name="connsiteX8" fmla="*/ 3473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3" y="6552"/>
                    </a:moveTo>
                    <a:cubicBezTo>
                      <a:pt x="4314" y="6552"/>
                      <a:pt x="5120" y="6218"/>
                      <a:pt x="5715" y="5623"/>
                    </a:cubicBezTo>
                    <a:cubicBezTo>
                      <a:pt x="6310" y="5028"/>
                      <a:pt x="6644" y="4221"/>
                      <a:pt x="6644" y="3380"/>
                    </a:cubicBezTo>
                    <a:cubicBezTo>
                      <a:pt x="6644" y="2538"/>
                      <a:pt x="6310" y="1731"/>
                      <a:pt x="5715" y="1136"/>
                    </a:cubicBezTo>
                    <a:cubicBezTo>
                      <a:pt x="5120" y="541"/>
                      <a:pt x="4314" y="207"/>
                      <a:pt x="3473" y="207"/>
                    </a:cubicBezTo>
                    <a:cubicBezTo>
                      <a:pt x="2631" y="207"/>
                      <a:pt x="1825" y="541"/>
                      <a:pt x="1230" y="1136"/>
                    </a:cubicBezTo>
                    <a:cubicBezTo>
                      <a:pt x="635" y="1731"/>
                      <a:pt x="301" y="2538"/>
                      <a:pt x="301" y="3380"/>
                    </a:cubicBezTo>
                    <a:cubicBezTo>
                      <a:pt x="301" y="4221"/>
                      <a:pt x="635" y="5028"/>
                      <a:pt x="1230" y="5623"/>
                    </a:cubicBezTo>
                    <a:cubicBezTo>
                      <a:pt x="1825" y="6218"/>
                      <a:pt x="2631" y="6552"/>
                      <a:pt x="3473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55" name="Freeform: Shape 11554">
                <a:extLst>
                  <a:ext uri="{FF2B5EF4-FFF2-40B4-BE49-F238E27FC236}">
                    <a16:creationId xmlns:a16="http://schemas.microsoft.com/office/drawing/2014/main" id="{EBD9EE1F-8D02-5B83-6DE6-6A669D354282}"/>
                  </a:ext>
                </a:extLst>
              </p:cNvPr>
              <p:cNvSpPr/>
              <p:nvPr/>
            </p:nvSpPr>
            <p:spPr>
              <a:xfrm>
                <a:off x="10221368" y="6110608"/>
                <a:ext cx="6343" cy="6345"/>
              </a:xfrm>
              <a:custGeom>
                <a:avLst/>
                <a:gdLst>
                  <a:gd name="connsiteX0" fmla="*/ 3472 w 6343"/>
                  <a:gd name="connsiteY0" fmla="*/ 6553 h 6345"/>
                  <a:gd name="connsiteX1" fmla="*/ 5715 w 6343"/>
                  <a:gd name="connsiteY1" fmla="*/ 5623 h 6345"/>
                  <a:gd name="connsiteX2" fmla="*/ 6644 w 6343"/>
                  <a:gd name="connsiteY2" fmla="*/ 3380 h 6345"/>
                  <a:gd name="connsiteX3" fmla="*/ 5715 w 6343"/>
                  <a:gd name="connsiteY3" fmla="*/ 1137 h 6345"/>
                  <a:gd name="connsiteX4" fmla="*/ 3472 w 6343"/>
                  <a:gd name="connsiteY4" fmla="*/ 207 h 6345"/>
                  <a:gd name="connsiteX5" fmla="*/ 1229 w 6343"/>
                  <a:gd name="connsiteY5" fmla="*/ 1137 h 6345"/>
                  <a:gd name="connsiteX6" fmla="*/ 301 w 6343"/>
                  <a:gd name="connsiteY6" fmla="*/ 3380 h 6345"/>
                  <a:gd name="connsiteX7" fmla="*/ 1229 w 6343"/>
                  <a:gd name="connsiteY7" fmla="*/ 5623 h 6345"/>
                  <a:gd name="connsiteX8" fmla="*/ 3472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2" y="6553"/>
                    </a:moveTo>
                    <a:cubicBezTo>
                      <a:pt x="4313" y="6553"/>
                      <a:pt x="5120" y="6218"/>
                      <a:pt x="5715" y="5623"/>
                    </a:cubicBezTo>
                    <a:cubicBezTo>
                      <a:pt x="6309" y="5029"/>
                      <a:pt x="6644" y="4221"/>
                      <a:pt x="6644" y="3380"/>
                    </a:cubicBezTo>
                    <a:cubicBezTo>
                      <a:pt x="6644" y="2539"/>
                      <a:pt x="6309" y="1732"/>
                      <a:pt x="5715" y="1137"/>
                    </a:cubicBezTo>
                    <a:cubicBezTo>
                      <a:pt x="5120" y="542"/>
                      <a:pt x="4313" y="207"/>
                      <a:pt x="3472" y="207"/>
                    </a:cubicBezTo>
                    <a:cubicBezTo>
                      <a:pt x="2631" y="207"/>
                      <a:pt x="1824" y="542"/>
                      <a:pt x="1229" y="1137"/>
                    </a:cubicBezTo>
                    <a:cubicBezTo>
                      <a:pt x="635" y="1732"/>
                      <a:pt x="301" y="2539"/>
                      <a:pt x="301" y="3380"/>
                    </a:cubicBezTo>
                    <a:cubicBezTo>
                      <a:pt x="301" y="4221"/>
                      <a:pt x="635" y="5029"/>
                      <a:pt x="1229" y="5623"/>
                    </a:cubicBezTo>
                    <a:cubicBezTo>
                      <a:pt x="1824" y="6218"/>
                      <a:pt x="2631" y="6553"/>
                      <a:pt x="3472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56" name="Freeform: Shape 11555">
                <a:extLst>
                  <a:ext uri="{FF2B5EF4-FFF2-40B4-BE49-F238E27FC236}">
                    <a16:creationId xmlns:a16="http://schemas.microsoft.com/office/drawing/2014/main" id="{A99D2906-AE1E-E7E7-75C8-E29D8AE32427}"/>
                  </a:ext>
                </a:extLst>
              </p:cNvPr>
              <p:cNvSpPr/>
              <p:nvPr/>
            </p:nvSpPr>
            <p:spPr>
              <a:xfrm>
                <a:off x="10216301" y="6115316"/>
                <a:ext cx="6343" cy="6345"/>
              </a:xfrm>
              <a:custGeom>
                <a:avLst/>
                <a:gdLst>
                  <a:gd name="connsiteX0" fmla="*/ 3472 w 6343"/>
                  <a:gd name="connsiteY0" fmla="*/ 6553 h 6345"/>
                  <a:gd name="connsiteX1" fmla="*/ 5714 w 6343"/>
                  <a:gd name="connsiteY1" fmla="*/ 5624 h 6345"/>
                  <a:gd name="connsiteX2" fmla="*/ 6643 w 6343"/>
                  <a:gd name="connsiteY2" fmla="*/ 3380 h 6345"/>
                  <a:gd name="connsiteX3" fmla="*/ 5714 w 6343"/>
                  <a:gd name="connsiteY3" fmla="*/ 1137 h 6345"/>
                  <a:gd name="connsiteX4" fmla="*/ 3472 w 6343"/>
                  <a:gd name="connsiteY4" fmla="*/ 208 h 6345"/>
                  <a:gd name="connsiteX5" fmla="*/ 1229 w 6343"/>
                  <a:gd name="connsiteY5" fmla="*/ 1137 h 6345"/>
                  <a:gd name="connsiteX6" fmla="*/ 300 w 6343"/>
                  <a:gd name="connsiteY6" fmla="*/ 3380 h 6345"/>
                  <a:gd name="connsiteX7" fmla="*/ 1229 w 6343"/>
                  <a:gd name="connsiteY7" fmla="*/ 5624 h 6345"/>
                  <a:gd name="connsiteX8" fmla="*/ 3472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2" y="6553"/>
                    </a:moveTo>
                    <a:cubicBezTo>
                      <a:pt x="4313" y="6553"/>
                      <a:pt x="5120" y="6219"/>
                      <a:pt x="5714" y="5624"/>
                    </a:cubicBezTo>
                    <a:cubicBezTo>
                      <a:pt x="6309" y="5029"/>
                      <a:pt x="6643" y="4222"/>
                      <a:pt x="6643" y="3380"/>
                    </a:cubicBezTo>
                    <a:cubicBezTo>
                      <a:pt x="6643" y="2539"/>
                      <a:pt x="6309" y="1732"/>
                      <a:pt x="5714" y="1137"/>
                    </a:cubicBezTo>
                    <a:cubicBezTo>
                      <a:pt x="5120" y="542"/>
                      <a:pt x="4313" y="208"/>
                      <a:pt x="3472" y="208"/>
                    </a:cubicBezTo>
                    <a:cubicBezTo>
                      <a:pt x="2631" y="208"/>
                      <a:pt x="1824" y="542"/>
                      <a:pt x="1229" y="1137"/>
                    </a:cubicBezTo>
                    <a:cubicBezTo>
                      <a:pt x="634" y="1732"/>
                      <a:pt x="300" y="2539"/>
                      <a:pt x="300" y="3380"/>
                    </a:cubicBezTo>
                    <a:cubicBezTo>
                      <a:pt x="300" y="4222"/>
                      <a:pt x="634" y="5029"/>
                      <a:pt x="1229" y="5624"/>
                    </a:cubicBezTo>
                    <a:cubicBezTo>
                      <a:pt x="1824" y="6219"/>
                      <a:pt x="2631" y="6553"/>
                      <a:pt x="3472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57" name="Freeform: Shape 11556">
                <a:extLst>
                  <a:ext uri="{FF2B5EF4-FFF2-40B4-BE49-F238E27FC236}">
                    <a16:creationId xmlns:a16="http://schemas.microsoft.com/office/drawing/2014/main" id="{DD1A6F1F-2FB3-1A79-7E81-BB4D3FBB066C}"/>
                  </a:ext>
                </a:extLst>
              </p:cNvPr>
              <p:cNvSpPr/>
              <p:nvPr/>
            </p:nvSpPr>
            <p:spPr>
              <a:xfrm>
                <a:off x="10210184" y="6118891"/>
                <a:ext cx="6343" cy="6345"/>
              </a:xfrm>
              <a:custGeom>
                <a:avLst/>
                <a:gdLst>
                  <a:gd name="connsiteX0" fmla="*/ 3471 w 6343"/>
                  <a:gd name="connsiteY0" fmla="*/ 6553 h 6345"/>
                  <a:gd name="connsiteX1" fmla="*/ 5714 w 6343"/>
                  <a:gd name="connsiteY1" fmla="*/ 5624 h 6345"/>
                  <a:gd name="connsiteX2" fmla="*/ 6643 w 6343"/>
                  <a:gd name="connsiteY2" fmla="*/ 3381 h 6345"/>
                  <a:gd name="connsiteX3" fmla="*/ 5714 w 6343"/>
                  <a:gd name="connsiteY3" fmla="*/ 1137 h 6345"/>
                  <a:gd name="connsiteX4" fmla="*/ 3471 w 6343"/>
                  <a:gd name="connsiteY4" fmla="*/ 208 h 6345"/>
                  <a:gd name="connsiteX5" fmla="*/ 1229 w 6343"/>
                  <a:gd name="connsiteY5" fmla="*/ 1137 h 6345"/>
                  <a:gd name="connsiteX6" fmla="*/ 300 w 6343"/>
                  <a:gd name="connsiteY6" fmla="*/ 3381 h 6345"/>
                  <a:gd name="connsiteX7" fmla="*/ 1229 w 6343"/>
                  <a:gd name="connsiteY7" fmla="*/ 5624 h 6345"/>
                  <a:gd name="connsiteX8" fmla="*/ 3471 w 6343"/>
                  <a:gd name="connsiteY8" fmla="*/ 655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1" y="6553"/>
                    </a:moveTo>
                    <a:cubicBezTo>
                      <a:pt x="4312" y="6553"/>
                      <a:pt x="5119" y="6219"/>
                      <a:pt x="5714" y="5624"/>
                    </a:cubicBezTo>
                    <a:cubicBezTo>
                      <a:pt x="6309" y="5029"/>
                      <a:pt x="6643" y="4222"/>
                      <a:pt x="6643" y="3381"/>
                    </a:cubicBezTo>
                    <a:cubicBezTo>
                      <a:pt x="6643" y="2539"/>
                      <a:pt x="6309" y="1732"/>
                      <a:pt x="5714" y="1137"/>
                    </a:cubicBezTo>
                    <a:cubicBezTo>
                      <a:pt x="5119" y="542"/>
                      <a:pt x="4312" y="208"/>
                      <a:pt x="3471" y="208"/>
                    </a:cubicBezTo>
                    <a:cubicBezTo>
                      <a:pt x="2630" y="208"/>
                      <a:pt x="1823" y="542"/>
                      <a:pt x="1229" y="1137"/>
                    </a:cubicBezTo>
                    <a:cubicBezTo>
                      <a:pt x="634" y="1732"/>
                      <a:pt x="300" y="2539"/>
                      <a:pt x="300" y="3381"/>
                    </a:cubicBezTo>
                    <a:cubicBezTo>
                      <a:pt x="300" y="4222"/>
                      <a:pt x="634" y="5029"/>
                      <a:pt x="1229" y="5624"/>
                    </a:cubicBezTo>
                    <a:cubicBezTo>
                      <a:pt x="1823" y="6219"/>
                      <a:pt x="2630" y="6553"/>
                      <a:pt x="3471" y="65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58" name="Freeform: Shape 11557">
                <a:extLst>
                  <a:ext uri="{FF2B5EF4-FFF2-40B4-BE49-F238E27FC236}">
                    <a16:creationId xmlns:a16="http://schemas.microsoft.com/office/drawing/2014/main" id="{1727A762-A095-0F26-65DC-3382A1EFEAC4}"/>
                  </a:ext>
                </a:extLst>
              </p:cNvPr>
              <p:cNvSpPr/>
              <p:nvPr/>
            </p:nvSpPr>
            <p:spPr>
              <a:xfrm>
                <a:off x="10204475" y="6122883"/>
                <a:ext cx="6343" cy="6345"/>
              </a:xfrm>
              <a:custGeom>
                <a:avLst/>
                <a:gdLst>
                  <a:gd name="connsiteX0" fmla="*/ 3471 w 6343"/>
                  <a:gd name="connsiteY0" fmla="*/ 6554 h 6345"/>
                  <a:gd name="connsiteX1" fmla="*/ 5713 w 6343"/>
                  <a:gd name="connsiteY1" fmla="*/ 5624 h 6345"/>
                  <a:gd name="connsiteX2" fmla="*/ 6642 w 6343"/>
                  <a:gd name="connsiteY2" fmla="*/ 3381 h 6345"/>
                  <a:gd name="connsiteX3" fmla="*/ 5713 w 6343"/>
                  <a:gd name="connsiteY3" fmla="*/ 1138 h 6345"/>
                  <a:gd name="connsiteX4" fmla="*/ 3471 w 6343"/>
                  <a:gd name="connsiteY4" fmla="*/ 208 h 6345"/>
                  <a:gd name="connsiteX5" fmla="*/ 1228 w 6343"/>
                  <a:gd name="connsiteY5" fmla="*/ 1138 h 6345"/>
                  <a:gd name="connsiteX6" fmla="*/ 299 w 6343"/>
                  <a:gd name="connsiteY6" fmla="*/ 3381 h 6345"/>
                  <a:gd name="connsiteX7" fmla="*/ 1228 w 6343"/>
                  <a:gd name="connsiteY7" fmla="*/ 5624 h 6345"/>
                  <a:gd name="connsiteX8" fmla="*/ 3471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1" y="6554"/>
                    </a:moveTo>
                    <a:cubicBezTo>
                      <a:pt x="4312" y="6554"/>
                      <a:pt x="5119" y="6219"/>
                      <a:pt x="5713" y="5624"/>
                    </a:cubicBezTo>
                    <a:cubicBezTo>
                      <a:pt x="6308" y="5029"/>
                      <a:pt x="6642" y="4222"/>
                      <a:pt x="6642" y="3381"/>
                    </a:cubicBezTo>
                    <a:cubicBezTo>
                      <a:pt x="6642" y="2540"/>
                      <a:pt x="6308" y="1733"/>
                      <a:pt x="5713" y="1138"/>
                    </a:cubicBezTo>
                    <a:cubicBezTo>
                      <a:pt x="5119" y="543"/>
                      <a:pt x="4312" y="208"/>
                      <a:pt x="3471" y="208"/>
                    </a:cubicBezTo>
                    <a:cubicBezTo>
                      <a:pt x="2630" y="208"/>
                      <a:pt x="1823" y="543"/>
                      <a:pt x="1228" y="1138"/>
                    </a:cubicBezTo>
                    <a:cubicBezTo>
                      <a:pt x="633" y="1733"/>
                      <a:pt x="299" y="2540"/>
                      <a:pt x="299" y="3381"/>
                    </a:cubicBezTo>
                    <a:cubicBezTo>
                      <a:pt x="299" y="4222"/>
                      <a:pt x="633" y="5029"/>
                      <a:pt x="1228" y="5624"/>
                    </a:cubicBezTo>
                    <a:cubicBezTo>
                      <a:pt x="1823" y="6219"/>
                      <a:pt x="2630" y="6554"/>
                      <a:pt x="3471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59" name="Freeform: Shape 11558">
                <a:extLst>
                  <a:ext uri="{FF2B5EF4-FFF2-40B4-BE49-F238E27FC236}">
                    <a16:creationId xmlns:a16="http://schemas.microsoft.com/office/drawing/2014/main" id="{6BA89646-9F4A-7F12-78DE-9C34C51EDBD0}"/>
                  </a:ext>
                </a:extLst>
              </p:cNvPr>
              <p:cNvSpPr/>
              <p:nvPr/>
            </p:nvSpPr>
            <p:spPr>
              <a:xfrm>
                <a:off x="10199250" y="6127394"/>
                <a:ext cx="6343" cy="6345"/>
              </a:xfrm>
              <a:custGeom>
                <a:avLst/>
                <a:gdLst>
                  <a:gd name="connsiteX0" fmla="*/ 3470 w 6343"/>
                  <a:gd name="connsiteY0" fmla="*/ 6554 h 6345"/>
                  <a:gd name="connsiteX1" fmla="*/ 5713 w 6343"/>
                  <a:gd name="connsiteY1" fmla="*/ 5625 h 6345"/>
                  <a:gd name="connsiteX2" fmla="*/ 6642 w 6343"/>
                  <a:gd name="connsiteY2" fmla="*/ 3381 h 6345"/>
                  <a:gd name="connsiteX3" fmla="*/ 5713 w 6343"/>
                  <a:gd name="connsiteY3" fmla="*/ 1138 h 6345"/>
                  <a:gd name="connsiteX4" fmla="*/ 3470 w 6343"/>
                  <a:gd name="connsiteY4" fmla="*/ 209 h 6345"/>
                  <a:gd name="connsiteX5" fmla="*/ 1228 w 6343"/>
                  <a:gd name="connsiteY5" fmla="*/ 1138 h 6345"/>
                  <a:gd name="connsiteX6" fmla="*/ 299 w 6343"/>
                  <a:gd name="connsiteY6" fmla="*/ 3381 h 6345"/>
                  <a:gd name="connsiteX7" fmla="*/ 1228 w 6343"/>
                  <a:gd name="connsiteY7" fmla="*/ 5625 h 6345"/>
                  <a:gd name="connsiteX8" fmla="*/ 3470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0" y="6554"/>
                    </a:moveTo>
                    <a:cubicBezTo>
                      <a:pt x="4311" y="6554"/>
                      <a:pt x="5118" y="6220"/>
                      <a:pt x="5713" y="5625"/>
                    </a:cubicBezTo>
                    <a:cubicBezTo>
                      <a:pt x="6308" y="5030"/>
                      <a:pt x="6642" y="4223"/>
                      <a:pt x="6642" y="3381"/>
                    </a:cubicBezTo>
                    <a:cubicBezTo>
                      <a:pt x="6642" y="2540"/>
                      <a:pt x="6308" y="1733"/>
                      <a:pt x="5713" y="1138"/>
                    </a:cubicBezTo>
                    <a:cubicBezTo>
                      <a:pt x="5118" y="543"/>
                      <a:pt x="4311" y="209"/>
                      <a:pt x="3470" y="209"/>
                    </a:cubicBezTo>
                    <a:cubicBezTo>
                      <a:pt x="2629" y="209"/>
                      <a:pt x="1822" y="543"/>
                      <a:pt x="1228" y="1138"/>
                    </a:cubicBezTo>
                    <a:cubicBezTo>
                      <a:pt x="633" y="1733"/>
                      <a:pt x="299" y="2540"/>
                      <a:pt x="299" y="3381"/>
                    </a:cubicBezTo>
                    <a:cubicBezTo>
                      <a:pt x="299" y="4223"/>
                      <a:pt x="633" y="5030"/>
                      <a:pt x="1228" y="5625"/>
                    </a:cubicBezTo>
                    <a:cubicBezTo>
                      <a:pt x="1822" y="6220"/>
                      <a:pt x="2629" y="6554"/>
                      <a:pt x="3470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60" name="Freeform: Shape 11559">
                <a:extLst>
                  <a:ext uri="{FF2B5EF4-FFF2-40B4-BE49-F238E27FC236}">
                    <a16:creationId xmlns:a16="http://schemas.microsoft.com/office/drawing/2014/main" id="{0499DC22-FAD4-C8B6-446E-603231535277}"/>
                  </a:ext>
                </a:extLst>
              </p:cNvPr>
              <p:cNvSpPr/>
              <p:nvPr/>
            </p:nvSpPr>
            <p:spPr>
              <a:xfrm>
                <a:off x="10192203" y="6129864"/>
                <a:ext cx="6343" cy="6345"/>
              </a:xfrm>
              <a:custGeom>
                <a:avLst/>
                <a:gdLst>
                  <a:gd name="connsiteX0" fmla="*/ 3470 w 6343"/>
                  <a:gd name="connsiteY0" fmla="*/ 6554 h 6345"/>
                  <a:gd name="connsiteX1" fmla="*/ 5712 w 6343"/>
                  <a:gd name="connsiteY1" fmla="*/ 5625 h 6345"/>
                  <a:gd name="connsiteX2" fmla="*/ 6641 w 6343"/>
                  <a:gd name="connsiteY2" fmla="*/ 3382 h 6345"/>
                  <a:gd name="connsiteX3" fmla="*/ 5712 w 6343"/>
                  <a:gd name="connsiteY3" fmla="*/ 1138 h 6345"/>
                  <a:gd name="connsiteX4" fmla="*/ 3470 w 6343"/>
                  <a:gd name="connsiteY4" fmla="*/ 209 h 6345"/>
                  <a:gd name="connsiteX5" fmla="*/ 1227 w 6343"/>
                  <a:gd name="connsiteY5" fmla="*/ 1138 h 6345"/>
                  <a:gd name="connsiteX6" fmla="*/ 298 w 6343"/>
                  <a:gd name="connsiteY6" fmla="*/ 3382 h 6345"/>
                  <a:gd name="connsiteX7" fmla="*/ 1227 w 6343"/>
                  <a:gd name="connsiteY7" fmla="*/ 5625 h 6345"/>
                  <a:gd name="connsiteX8" fmla="*/ 3470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70" y="6554"/>
                    </a:moveTo>
                    <a:cubicBezTo>
                      <a:pt x="4311" y="6554"/>
                      <a:pt x="5118" y="6220"/>
                      <a:pt x="5712" y="5625"/>
                    </a:cubicBezTo>
                    <a:cubicBezTo>
                      <a:pt x="6307" y="5030"/>
                      <a:pt x="6641" y="4223"/>
                      <a:pt x="6641" y="3382"/>
                    </a:cubicBezTo>
                    <a:cubicBezTo>
                      <a:pt x="6641" y="2540"/>
                      <a:pt x="6307" y="1733"/>
                      <a:pt x="5712" y="1138"/>
                    </a:cubicBezTo>
                    <a:cubicBezTo>
                      <a:pt x="5118" y="543"/>
                      <a:pt x="4311" y="209"/>
                      <a:pt x="3470" y="209"/>
                    </a:cubicBezTo>
                    <a:cubicBezTo>
                      <a:pt x="2629" y="209"/>
                      <a:pt x="1822" y="543"/>
                      <a:pt x="1227" y="1138"/>
                    </a:cubicBezTo>
                    <a:cubicBezTo>
                      <a:pt x="632" y="1733"/>
                      <a:pt x="298" y="2540"/>
                      <a:pt x="298" y="3382"/>
                    </a:cubicBezTo>
                    <a:cubicBezTo>
                      <a:pt x="298" y="4223"/>
                      <a:pt x="632" y="5030"/>
                      <a:pt x="1227" y="5625"/>
                    </a:cubicBezTo>
                    <a:cubicBezTo>
                      <a:pt x="1822" y="6220"/>
                      <a:pt x="2629" y="6554"/>
                      <a:pt x="3470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61" name="Freeform: Shape 11560">
                <a:extLst>
                  <a:ext uri="{FF2B5EF4-FFF2-40B4-BE49-F238E27FC236}">
                    <a16:creationId xmlns:a16="http://schemas.microsoft.com/office/drawing/2014/main" id="{CE9A4A96-2775-E9BF-E4E3-FCE1B1A6AE3B}"/>
                  </a:ext>
                </a:extLst>
              </p:cNvPr>
              <p:cNvSpPr/>
              <p:nvPr/>
            </p:nvSpPr>
            <p:spPr>
              <a:xfrm>
                <a:off x="10185403" y="6132561"/>
                <a:ext cx="6343" cy="6345"/>
              </a:xfrm>
              <a:custGeom>
                <a:avLst/>
                <a:gdLst>
                  <a:gd name="connsiteX0" fmla="*/ 3469 w 6343"/>
                  <a:gd name="connsiteY0" fmla="*/ 6554 h 6345"/>
                  <a:gd name="connsiteX1" fmla="*/ 5712 w 6343"/>
                  <a:gd name="connsiteY1" fmla="*/ 5625 h 6345"/>
                  <a:gd name="connsiteX2" fmla="*/ 6641 w 6343"/>
                  <a:gd name="connsiteY2" fmla="*/ 3382 h 6345"/>
                  <a:gd name="connsiteX3" fmla="*/ 5712 w 6343"/>
                  <a:gd name="connsiteY3" fmla="*/ 1138 h 6345"/>
                  <a:gd name="connsiteX4" fmla="*/ 3469 w 6343"/>
                  <a:gd name="connsiteY4" fmla="*/ 209 h 6345"/>
                  <a:gd name="connsiteX5" fmla="*/ 1227 w 6343"/>
                  <a:gd name="connsiteY5" fmla="*/ 1138 h 6345"/>
                  <a:gd name="connsiteX6" fmla="*/ 298 w 6343"/>
                  <a:gd name="connsiteY6" fmla="*/ 3382 h 6345"/>
                  <a:gd name="connsiteX7" fmla="*/ 1227 w 6343"/>
                  <a:gd name="connsiteY7" fmla="*/ 5625 h 6345"/>
                  <a:gd name="connsiteX8" fmla="*/ 3469 w 6343"/>
                  <a:gd name="connsiteY8" fmla="*/ 655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9" y="6554"/>
                    </a:moveTo>
                    <a:cubicBezTo>
                      <a:pt x="4310" y="6554"/>
                      <a:pt x="5117" y="6220"/>
                      <a:pt x="5712" y="5625"/>
                    </a:cubicBezTo>
                    <a:cubicBezTo>
                      <a:pt x="6307" y="5030"/>
                      <a:pt x="6641" y="4223"/>
                      <a:pt x="6641" y="3382"/>
                    </a:cubicBezTo>
                    <a:cubicBezTo>
                      <a:pt x="6641" y="2540"/>
                      <a:pt x="6307" y="1733"/>
                      <a:pt x="5712" y="1138"/>
                    </a:cubicBezTo>
                    <a:cubicBezTo>
                      <a:pt x="5117" y="543"/>
                      <a:pt x="4310" y="209"/>
                      <a:pt x="3469" y="209"/>
                    </a:cubicBezTo>
                    <a:cubicBezTo>
                      <a:pt x="2628" y="209"/>
                      <a:pt x="1821" y="543"/>
                      <a:pt x="1227" y="1138"/>
                    </a:cubicBezTo>
                    <a:cubicBezTo>
                      <a:pt x="632" y="1733"/>
                      <a:pt x="298" y="2540"/>
                      <a:pt x="298" y="3382"/>
                    </a:cubicBezTo>
                    <a:cubicBezTo>
                      <a:pt x="298" y="4223"/>
                      <a:pt x="632" y="5030"/>
                      <a:pt x="1227" y="5625"/>
                    </a:cubicBezTo>
                    <a:cubicBezTo>
                      <a:pt x="1821" y="6220"/>
                      <a:pt x="2628" y="6554"/>
                      <a:pt x="3469" y="6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62" name="Freeform: Shape 11561">
                <a:extLst>
                  <a:ext uri="{FF2B5EF4-FFF2-40B4-BE49-F238E27FC236}">
                    <a16:creationId xmlns:a16="http://schemas.microsoft.com/office/drawing/2014/main" id="{6AFEC250-DC92-2201-BCC4-ACBC27CEEC8E}"/>
                  </a:ext>
                </a:extLst>
              </p:cNvPr>
              <p:cNvSpPr/>
              <p:nvPr/>
            </p:nvSpPr>
            <p:spPr>
              <a:xfrm>
                <a:off x="10179545" y="6136291"/>
                <a:ext cx="6343" cy="6345"/>
              </a:xfrm>
              <a:custGeom>
                <a:avLst/>
                <a:gdLst>
                  <a:gd name="connsiteX0" fmla="*/ 3469 w 6343"/>
                  <a:gd name="connsiteY0" fmla="*/ 6555 h 6345"/>
                  <a:gd name="connsiteX1" fmla="*/ 5711 w 6343"/>
                  <a:gd name="connsiteY1" fmla="*/ 5626 h 6345"/>
                  <a:gd name="connsiteX2" fmla="*/ 6640 w 6343"/>
                  <a:gd name="connsiteY2" fmla="*/ 3382 h 6345"/>
                  <a:gd name="connsiteX3" fmla="*/ 5711 w 6343"/>
                  <a:gd name="connsiteY3" fmla="*/ 1139 h 6345"/>
                  <a:gd name="connsiteX4" fmla="*/ 3469 w 6343"/>
                  <a:gd name="connsiteY4" fmla="*/ 209 h 6345"/>
                  <a:gd name="connsiteX5" fmla="*/ 1226 w 6343"/>
                  <a:gd name="connsiteY5" fmla="*/ 1139 h 6345"/>
                  <a:gd name="connsiteX6" fmla="*/ 297 w 6343"/>
                  <a:gd name="connsiteY6" fmla="*/ 3382 h 6345"/>
                  <a:gd name="connsiteX7" fmla="*/ 1226 w 6343"/>
                  <a:gd name="connsiteY7" fmla="*/ 5626 h 6345"/>
                  <a:gd name="connsiteX8" fmla="*/ 3469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9" y="6555"/>
                    </a:moveTo>
                    <a:cubicBezTo>
                      <a:pt x="4310" y="6555"/>
                      <a:pt x="5117" y="6220"/>
                      <a:pt x="5711" y="5626"/>
                    </a:cubicBezTo>
                    <a:cubicBezTo>
                      <a:pt x="6306" y="5031"/>
                      <a:pt x="6640" y="4223"/>
                      <a:pt x="6640" y="3382"/>
                    </a:cubicBezTo>
                    <a:cubicBezTo>
                      <a:pt x="6640" y="2541"/>
                      <a:pt x="6306" y="1734"/>
                      <a:pt x="5711" y="1139"/>
                    </a:cubicBezTo>
                    <a:cubicBezTo>
                      <a:pt x="5117" y="544"/>
                      <a:pt x="4310" y="209"/>
                      <a:pt x="3469" y="209"/>
                    </a:cubicBezTo>
                    <a:cubicBezTo>
                      <a:pt x="2628" y="209"/>
                      <a:pt x="1821" y="544"/>
                      <a:pt x="1226" y="1139"/>
                    </a:cubicBezTo>
                    <a:cubicBezTo>
                      <a:pt x="631" y="1734"/>
                      <a:pt x="297" y="2541"/>
                      <a:pt x="297" y="3382"/>
                    </a:cubicBezTo>
                    <a:cubicBezTo>
                      <a:pt x="297" y="4223"/>
                      <a:pt x="631" y="5031"/>
                      <a:pt x="1226" y="5626"/>
                    </a:cubicBezTo>
                    <a:cubicBezTo>
                      <a:pt x="1821" y="6220"/>
                      <a:pt x="2628" y="6555"/>
                      <a:pt x="3469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63" name="Freeform: Shape 11562">
                <a:extLst>
                  <a:ext uri="{FF2B5EF4-FFF2-40B4-BE49-F238E27FC236}">
                    <a16:creationId xmlns:a16="http://schemas.microsoft.com/office/drawing/2014/main" id="{BB14B413-B1EB-5525-0012-DACB80B82AF7}"/>
                  </a:ext>
                </a:extLst>
              </p:cNvPr>
              <p:cNvSpPr/>
              <p:nvPr/>
            </p:nvSpPr>
            <p:spPr>
              <a:xfrm>
                <a:off x="10173384" y="6139649"/>
                <a:ext cx="6343" cy="6345"/>
              </a:xfrm>
              <a:custGeom>
                <a:avLst/>
                <a:gdLst>
                  <a:gd name="connsiteX0" fmla="*/ 3468 w 6343"/>
                  <a:gd name="connsiteY0" fmla="*/ 6555 h 6345"/>
                  <a:gd name="connsiteX1" fmla="*/ 5711 w 6343"/>
                  <a:gd name="connsiteY1" fmla="*/ 5626 h 6345"/>
                  <a:gd name="connsiteX2" fmla="*/ 6640 w 6343"/>
                  <a:gd name="connsiteY2" fmla="*/ 3382 h 6345"/>
                  <a:gd name="connsiteX3" fmla="*/ 5711 w 6343"/>
                  <a:gd name="connsiteY3" fmla="*/ 1139 h 6345"/>
                  <a:gd name="connsiteX4" fmla="*/ 3468 w 6343"/>
                  <a:gd name="connsiteY4" fmla="*/ 210 h 6345"/>
                  <a:gd name="connsiteX5" fmla="*/ 1226 w 6343"/>
                  <a:gd name="connsiteY5" fmla="*/ 1139 h 6345"/>
                  <a:gd name="connsiteX6" fmla="*/ 297 w 6343"/>
                  <a:gd name="connsiteY6" fmla="*/ 3382 h 6345"/>
                  <a:gd name="connsiteX7" fmla="*/ 1226 w 6343"/>
                  <a:gd name="connsiteY7" fmla="*/ 5626 h 6345"/>
                  <a:gd name="connsiteX8" fmla="*/ 3468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8" y="6555"/>
                    </a:moveTo>
                    <a:cubicBezTo>
                      <a:pt x="4309" y="6555"/>
                      <a:pt x="5116" y="6221"/>
                      <a:pt x="5711" y="5626"/>
                    </a:cubicBezTo>
                    <a:cubicBezTo>
                      <a:pt x="6306" y="5031"/>
                      <a:pt x="6640" y="4224"/>
                      <a:pt x="6640" y="3382"/>
                    </a:cubicBezTo>
                    <a:cubicBezTo>
                      <a:pt x="6640" y="2541"/>
                      <a:pt x="6306" y="1734"/>
                      <a:pt x="5711" y="1139"/>
                    </a:cubicBezTo>
                    <a:cubicBezTo>
                      <a:pt x="5116" y="544"/>
                      <a:pt x="4309" y="210"/>
                      <a:pt x="3468" y="210"/>
                    </a:cubicBezTo>
                    <a:cubicBezTo>
                      <a:pt x="2627" y="210"/>
                      <a:pt x="1820" y="544"/>
                      <a:pt x="1226" y="1139"/>
                    </a:cubicBezTo>
                    <a:cubicBezTo>
                      <a:pt x="631" y="1734"/>
                      <a:pt x="297" y="2541"/>
                      <a:pt x="297" y="3382"/>
                    </a:cubicBezTo>
                    <a:cubicBezTo>
                      <a:pt x="297" y="4224"/>
                      <a:pt x="631" y="5031"/>
                      <a:pt x="1226" y="5626"/>
                    </a:cubicBezTo>
                    <a:cubicBezTo>
                      <a:pt x="1820" y="6221"/>
                      <a:pt x="2627" y="6555"/>
                      <a:pt x="3468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64" name="Freeform: Shape 11563">
                <a:extLst>
                  <a:ext uri="{FF2B5EF4-FFF2-40B4-BE49-F238E27FC236}">
                    <a16:creationId xmlns:a16="http://schemas.microsoft.com/office/drawing/2014/main" id="{C7CDB799-4A8E-DD88-5406-BDE760A6012B}"/>
                  </a:ext>
                </a:extLst>
              </p:cNvPr>
              <p:cNvSpPr/>
              <p:nvPr/>
            </p:nvSpPr>
            <p:spPr>
              <a:xfrm>
                <a:off x="10167533" y="6143345"/>
                <a:ext cx="6343" cy="6345"/>
              </a:xfrm>
              <a:custGeom>
                <a:avLst/>
                <a:gdLst>
                  <a:gd name="connsiteX0" fmla="*/ 3468 w 6343"/>
                  <a:gd name="connsiteY0" fmla="*/ 6555 h 6345"/>
                  <a:gd name="connsiteX1" fmla="*/ 5710 w 6343"/>
                  <a:gd name="connsiteY1" fmla="*/ 5626 h 6345"/>
                  <a:gd name="connsiteX2" fmla="*/ 6639 w 6343"/>
                  <a:gd name="connsiteY2" fmla="*/ 3383 h 6345"/>
                  <a:gd name="connsiteX3" fmla="*/ 5710 w 6343"/>
                  <a:gd name="connsiteY3" fmla="*/ 1139 h 6345"/>
                  <a:gd name="connsiteX4" fmla="*/ 3468 w 6343"/>
                  <a:gd name="connsiteY4" fmla="*/ 210 h 6345"/>
                  <a:gd name="connsiteX5" fmla="*/ 1225 w 6343"/>
                  <a:gd name="connsiteY5" fmla="*/ 1139 h 6345"/>
                  <a:gd name="connsiteX6" fmla="*/ 296 w 6343"/>
                  <a:gd name="connsiteY6" fmla="*/ 3383 h 6345"/>
                  <a:gd name="connsiteX7" fmla="*/ 1225 w 6343"/>
                  <a:gd name="connsiteY7" fmla="*/ 5626 h 6345"/>
                  <a:gd name="connsiteX8" fmla="*/ 3468 w 6343"/>
                  <a:gd name="connsiteY8" fmla="*/ 655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8" y="6555"/>
                    </a:moveTo>
                    <a:cubicBezTo>
                      <a:pt x="4309" y="6555"/>
                      <a:pt x="5116" y="6221"/>
                      <a:pt x="5710" y="5626"/>
                    </a:cubicBezTo>
                    <a:cubicBezTo>
                      <a:pt x="6305" y="5031"/>
                      <a:pt x="6639" y="4224"/>
                      <a:pt x="6639" y="3383"/>
                    </a:cubicBezTo>
                    <a:cubicBezTo>
                      <a:pt x="6639" y="2541"/>
                      <a:pt x="6305" y="1734"/>
                      <a:pt x="5710" y="1139"/>
                    </a:cubicBezTo>
                    <a:cubicBezTo>
                      <a:pt x="5116" y="544"/>
                      <a:pt x="4309" y="210"/>
                      <a:pt x="3468" y="210"/>
                    </a:cubicBezTo>
                    <a:cubicBezTo>
                      <a:pt x="2627" y="210"/>
                      <a:pt x="1820" y="544"/>
                      <a:pt x="1225" y="1139"/>
                    </a:cubicBezTo>
                    <a:cubicBezTo>
                      <a:pt x="630" y="1734"/>
                      <a:pt x="296" y="2541"/>
                      <a:pt x="296" y="3383"/>
                    </a:cubicBezTo>
                    <a:cubicBezTo>
                      <a:pt x="296" y="4224"/>
                      <a:pt x="630" y="5031"/>
                      <a:pt x="1225" y="5626"/>
                    </a:cubicBezTo>
                    <a:cubicBezTo>
                      <a:pt x="1820" y="6221"/>
                      <a:pt x="2627" y="6555"/>
                      <a:pt x="3468" y="65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65" name="Freeform: Shape 11564">
                <a:extLst>
                  <a:ext uri="{FF2B5EF4-FFF2-40B4-BE49-F238E27FC236}">
                    <a16:creationId xmlns:a16="http://schemas.microsoft.com/office/drawing/2014/main" id="{B6166D3B-9259-3E1F-4B4B-890813D75FA4}"/>
                  </a:ext>
                </a:extLst>
              </p:cNvPr>
              <p:cNvSpPr/>
              <p:nvPr/>
            </p:nvSpPr>
            <p:spPr>
              <a:xfrm>
                <a:off x="10161947" y="6147336"/>
                <a:ext cx="6343" cy="6345"/>
              </a:xfrm>
              <a:custGeom>
                <a:avLst/>
                <a:gdLst>
                  <a:gd name="connsiteX0" fmla="*/ 3467 w 6343"/>
                  <a:gd name="connsiteY0" fmla="*/ 6556 h 6345"/>
                  <a:gd name="connsiteX1" fmla="*/ 5710 w 6343"/>
                  <a:gd name="connsiteY1" fmla="*/ 5626 h 6345"/>
                  <a:gd name="connsiteX2" fmla="*/ 6639 w 6343"/>
                  <a:gd name="connsiteY2" fmla="*/ 3383 h 6345"/>
                  <a:gd name="connsiteX3" fmla="*/ 5710 w 6343"/>
                  <a:gd name="connsiteY3" fmla="*/ 1139 h 6345"/>
                  <a:gd name="connsiteX4" fmla="*/ 3467 w 6343"/>
                  <a:gd name="connsiteY4" fmla="*/ 210 h 6345"/>
                  <a:gd name="connsiteX5" fmla="*/ 1225 w 6343"/>
                  <a:gd name="connsiteY5" fmla="*/ 1139 h 6345"/>
                  <a:gd name="connsiteX6" fmla="*/ 296 w 6343"/>
                  <a:gd name="connsiteY6" fmla="*/ 3383 h 6345"/>
                  <a:gd name="connsiteX7" fmla="*/ 1225 w 6343"/>
                  <a:gd name="connsiteY7" fmla="*/ 5626 h 6345"/>
                  <a:gd name="connsiteX8" fmla="*/ 3467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7" y="6556"/>
                    </a:moveTo>
                    <a:cubicBezTo>
                      <a:pt x="4308" y="6556"/>
                      <a:pt x="5115" y="6221"/>
                      <a:pt x="5710" y="5626"/>
                    </a:cubicBezTo>
                    <a:cubicBezTo>
                      <a:pt x="6305" y="5031"/>
                      <a:pt x="6639" y="4224"/>
                      <a:pt x="6639" y="3383"/>
                    </a:cubicBezTo>
                    <a:cubicBezTo>
                      <a:pt x="6639" y="2542"/>
                      <a:pt x="6305" y="1734"/>
                      <a:pt x="5710" y="1139"/>
                    </a:cubicBezTo>
                    <a:cubicBezTo>
                      <a:pt x="5115" y="545"/>
                      <a:pt x="4308" y="210"/>
                      <a:pt x="3467" y="210"/>
                    </a:cubicBezTo>
                    <a:cubicBezTo>
                      <a:pt x="2626" y="210"/>
                      <a:pt x="1820" y="545"/>
                      <a:pt x="1225" y="1139"/>
                    </a:cubicBezTo>
                    <a:cubicBezTo>
                      <a:pt x="630" y="1734"/>
                      <a:pt x="296" y="2542"/>
                      <a:pt x="296" y="3383"/>
                    </a:cubicBezTo>
                    <a:cubicBezTo>
                      <a:pt x="296" y="4224"/>
                      <a:pt x="630" y="5031"/>
                      <a:pt x="1225" y="5626"/>
                    </a:cubicBezTo>
                    <a:cubicBezTo>
                      <a:pt x="1820" y="6221"/>
                      <a:pt x="2626" y="6556"/>
                      <a:pt x="3467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66" name="Freeform: Shape 11565">
                <a:extLst>
                  <a:ext uri="{FF2B5EF4-FFF2-40B4-BE49-F238E27FC236}">
                    <a16:creationId xmlns:a16="http://schemas.microsoft.com/office/drawing/2014/main" id="{16BBB463-51FD-7525-E208-EC6A9E56DE63}"/>
                  </a:ext>
                </a:extLst>
              </p:cNvPr>
              <p:cNvSpPr/>
              <p:nvPr/>
            </p:nvSpPr>
            <p:spPr>
              <a:xfrm>
                <a:off x="10158341" y="6153701"/>
                <a:ext cx="6343" cy="6345"/>
              </a:xfrm>
              <a:custGeom>
                <a:avLst/>
                <a:gdLst>
                  <a:gd name="connsiteX0" fmla="*/ 3467 w 6343"/>
                  <a:gd name="connsiteY0" fmla="*/ 6556 h 6345"/>
                  <a:gd name="connsiteX1" fmla="*/ 5710 w 6343"/>
                  <a:gd name="connsiteY1" fmla="*/ 5627 h 6345"/>
                  <a:gd name="connsiteX2" fmla="*/ 6639 w 6343"/>
                  <a:gd name="connsiteY2" fmla="*/ 3383 h 6345"/>
                  <a:gd name="connsiteX3" fmla="*/ 5710 w 6343"/>
                  <a:gd name="connsiteY3" fmla="*/ 1140 h 6345"/>
                  <a:gd name="connsiteX4" fmla="*/ 3467 w 6343"/>
                  <a:gd name="connsiteY4" fmla="*/ 211 h 6345"/>
                  <a:gd name="connsiteX5" fmla="*/ 1224 w 6343"/>
                  <a:gd name="connsiteY5" fmla="*/ 1140 h 6345"/>
                  <a:gd name="connsiteX6" fmla="*/ 296 w 6343"/>
                  <a:gd name="connsiteY6" fmla="*/ 3383 h 6345"/>
                  <a:gd name="connsiteX7" fmla="*/ 1224 w 6343"/>
                  <a:gd name="connsiteY7" fmla="*/ 5627 h 6345"/>
                  <a:gd name="connsiteX8" fmla="*/ 3467 w 6343"/>
                  <a:gd name="connsiteY8" fmla="*/ 655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7" y="6556"/>
                    </a:moveTo>
                    <a:cubicBezTo>
                      <a:pt x="4308" y="6556"/>
                      <a:pt x="5115" y="6222"/>
                      <a:pt x="5710" y="5627"/>
                    </a:cubicBezTo>
                    <a:cubicBezTo>
                      <a:pt x="6304" y="5032"/>
                      <a:pt x="6639" y="4225"/>
                      <a:pt x="6639" y="3383"/>
                    </a:cubicBezTo>
                    <a:cubicBezTo>
                      <a:pt x="6639" y="2542"/>
                      <a:pt x="6304" y="1735"/>
                      <a:pt x="5710" y="1140"/>
                    </a:cubicBezTo>
                    <a:cubicBezTo>
                      <a:pt x="5115" y="545"/>
                      <a:pt x="4308" y="211"/>
                      <a:pt x="3467" y="211"/>
                    </a:cubicBezTo>
                    <a:cubicBezTo>
                      <a:pt x="2626" y="211"/>
                      <a:pt x="1819" y="545"/>
                      <a:pt x="1224" y="1140"/>
                    </a:cubicBezTo>
                    <a:cubicBezTo>
                      <a:pt x="630" y="1735"/>
                      <a:pt x="296" y="2542"/>
                      <a:pt x="296" y="3383"/>
                    </a:cubicBezTo>
                    <a:cubicBezTo>
                      <a:pt x="296" y="4225"/>
                      <a:pt x="630" y="5032"/>
                      <a:pt x="1224" y="5627"/>
                    </a:cubicBezTo>
                    <a:cubicBezTo>
                      <a:pt x="1819" y="6222"/>
                      <a:pt x="2626" y="6556"/>
                      <a:pt x="3467" y="6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67" name="Freeform: Shape 11566">
                <a:extLst>
                  <a:ext uri="{FF2B5EF4-FFF2-40B4-BE49-F238E27FC236}">
                    <a16:creationId xmlns:a16="http://schemas.microsoft.com/office/drawing/2014/main" id="{CB5F7BE7-5472-7DDF-84C2-6DE55E7463CB}"/>
                  </a:ext>
                </a:extLst>
              </p:cNvPr>
              <p:cNvSpPr/>
              <p:nvPr/>
            </p:nvSpPr>
            <p:spPr>
              <a:xfrm>
                <a:off x="10154206" y="6159471"/>
                <a:ext cx="6343" cy="6345"/>
              </a:xfrm>
              <a:custGeom>
                <a:avLst/>
                <a:gdLst>
                  <a:gd name="connsiteX0" fmla="*/ 3467 w 6343"/>
                  <a:gd name="connsiteY0" fmla="*/ 6557 h 6345"/>
                  <a:gd name="connsiteX1" fmla="*/ 5709 w 6343"/>
                  <a:gd name="connsiteY1" fmla="*/ 5627 h 6345"/>
                  <a:gd name="connsiteX2" fmla="*/ 6638 w 6343"/>
                  <a:gd name="connsiteY2" fmla="*/ 3384 h 6345"/>
                  <a:gd name="connsiteX3" fmla="*/ 5709 w 6343"/>
                  <a:gd name="connsiteY3" fmla="*/ 1140 h 6345"/>
                  <a:gd name="connsiteX4" fmla="*/ 3467 w 6343"/>
                  <a:gd name="connsiteY4" fmla="*/ 211 h 6345"/>
                  <a:gd name="connsiteX5" fmla="*/ 1224 w 6343"/>
                  <a:gd name="connsiteY5" fmla="*/ 1140 h 6345"/>
                  <a:gd name="connsiteX6" fmla="*/ 295 w 6343"/>
                  <a:gd name="connsiteY6" fmla="*/ 3384 h 6345"/>
                  <a:gd name="connsiteX7" fmla="*/ 1224 w 6343"/>
                  <a:gd name="connsiteY7" fmla="*/ 5627 h 6345"/>
                  <a:gd name="connsiteX8" fmla="*/ 3467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7" y="6557"/>
                    </a:moveTo>
                    <a:cubicBezTo>
                      <a:pt x="4308" y="6557"/>
                      <a:pt x="5115" y="6222"/>
                      <a:pt x="5709" y="5627"/>
                    </a:cubicBezTo>
                    <a:cubicBezTo>
                      <a:pt x="6304" y="5032"/>
                      <a:pt x="6638" y="4225"/>
                      <a:pt x="6638" y="3384"/>
                    </a:cubicBezTo>
                    <a:cubicBezTo>
                      <a:pt x="6638" y="2542"/>
                      <a:pt x="6304" y="1735"/>
                      <a:pt x="5709" y="1140"/>
                    </a:cubicBezTo>
                    <a:cubicBezTo>
                      <a:pt x="5115" y="545"/>
                      <a:pt x="4308" y="211"/>
                      <a:pt x="3467" y="211"/>
                    </a:cubicBezTo>
                    <a:cubicBezTo>
                      <a:pt x="2626" y="211"/>
                      <a:pt x="1819" y="545"/>
                      <a:pt x="1224" y="1140"/>
                    </a:cubicBezTo>
                    <a:cubicBezTo>
                      <a:pt x="629" y="1735"/>
                      <a:pt x="295" y="2542"/>
                      <a:pt x="295" y="3384"/>
                    </a:cubicBezTo>
                    <a:cubicBezTo>
                      <a:pt x="295" y="4225"/>
                      <a:pt x="629" y="5032"/>
                      <a:pt x="1224" y="5627"/>
                    </a:cubicBezTo>
                    <a:cubicBezTo>
                      <a:pt x="1819" y="6222"/>
                      <a:pt x="2626" y="6557"/>
                      <a:pt x="3467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68" name="Freeform: Shape 11567">
                <a:extLst>
                  <a:ext uri="{FF2B5EF4-FFF2-40B4-BE49-F238E27FC236}">
                    <a16:creationId xmlns:a16="http://schemas.microsoft.com/office/drawing/2014/main" id="{32E76238-11A5-E526-C4BE-6241C3C37022}"/>
                  </a:ext>
                </a:extLst>
              </p:cNvPr>
              <p:cNvSpPr/>
              <p:nvPr/>
            </p:nvSpPr>
            <p:spPr>
              <a:xfrm>
                <a:off x="10149870" y="6165029"/>
                <a:ext cx="6343" cy="6345"/>
              </a:xfrm>
              <a:custGeom>
                <a:avLst/>
                <a:gdLst>
                  <a:gd name="connsiteX0" fmla="*/ 3466 w 6343"/>
                  <a:gd name="connsiteY0" fmla="*/ 6557 h 6345"/>
                  <a:gd name="connsiteX1" fmla="*/ 5709 w 6343"/>
                  <a:gd name="connsiteY1" fmla="*/ 5628 h 6345"/>
                  <a:gd name="connsiteX2" fmla="*/ 6638 w 6343"/>
                  <a:gd name="connsiteY2" fmla="*/ 3384 h 6345"/>
                  <a:gd name="connsiteX3" fmla="*/ 5709 w 6343"/>
                  <a:gd name="connsiteY3" fmla="*/ 1141 h 6345"/>
                  <a:gd name="connsiteX4" fmla="*/ 3466 w 6343"/>
                  <a:gd name="connsiteY4" fmla="*/ 212 h 6345"/>
                  <a:gd name="connsiteX5" fmla="*/ 1224 w 6343"/>
                  <a:gd name="connsiteY5" fmla="*/ 1141 h 6345"/>
                  <a:gd name="connsiteX6" fmla="*/ 295 w 6343"/>
                  <a:gd name="connsiteY6" fmla="*/ 3384 h 6345"/>
                  <a:gd name="connsiteX7" fmla="*/ 1224 w 6343"/>
                  <a:gd name="connsiteY7" fmla="*/ 5628 h 6345"/>
                  <a:gd name="connsiteX8" fmla="*/ 3466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6" y="6557"/>
                    </a:moveTo>
                    <a:cubicBezTo>
                      <a:pt x="4308" y="6557"/>
                      <a:pt x="5114" y="6223"/>
                      <a:pt x="5709" y="5628"/>
                    </a:cubicBezTo>
                    <a:cubicBezTo>
                      <a:pt x="6304" y="5033"/>
                      <a:pt x="6638" y="4226"/>
                      <a:pt x="6638" y="3384"/>
                    </a:cubicBezTo>
                    <a:cubicBezTo>
                      <a:pt x="6638" y="2543"/>
                      <a:pt x="6304" y="1736"/>
                      <a:pt x="5709" y="1141"/>
                    </a:cubicBezTo>
                    <a:cubicBezTo>
                      <a:pt x="5114" y="546"/>
                      <a:pt x="4308" y="212"/>
                      <a:pt x="3466" y="212"/>
                    </a:cubicBezTo>
                    <a:cubicBezTo>
                      <a:pt x="2625" y="212"/>
                      <a:pt x="1819" y="546"/>
                      <a:pt x="1224" y="1141"/>
                    </a:cubicBezTo>
                    <a:cubicBezTo>
                      <a:pt x="629" y="1736"/>
                      <a:pt x="295" y="2543"/>
                      <a:pt x="295" y="3384"/>
                    </a:cubicBezTo>
                    <a:cubicBezTo>
                      <a:pt x="295" y="4226"/>
                      <a:pt x="629" y="5033"/>
                      <a:pt x="1224" y="5628"/>
                    </a:cubicBezTo>
                    <a:cubicBezTo>
                      <a:pt x="1819" y="6223"/>
                      <a:pt x="2625" y="6557"/>
                      <a:pt x="3466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69" name="Freeform: Shape 11568">
                <a:extLst>
                  <a:ext uri="{FF2B5EF4-FFF2-40B4-BE49-F238E27FC236}">
                    <a16:creationId xmlns:a16="http://schemas.microsoft.com/office/drawing/2014/main" id="{8F27113E-B0E7-DE96-459A-0E1B2F6BF8DF}"/>
                  </a:ext>
                </a:extLst>
              </p:cNvPr>
              <p:cNvSpPr/>
              <p:nvPr/>
            </p:nvSpPr>
            <p:spPr>
              <a:xfrm>
                <a:off x="10144162" y="6168903"/>
                <a:ext cx="6343" cy="6345"/>
              </a:xfrm>
              <a:custGeom>
                <a:avLst/>
                <a:gdLst>
                  <a:gd name="connsiteX0" fmla="*/ 3466 w 6343"/>
                  <a:gd name="connsiteY0" fmla="*/ 6557 h 6345"/>
                  <a:gd name="connsiteX1" fmla="*/ 5709 w 6343"/>
                  <a:gd name="connsiteY1" fmla="*/ 5628 h 6345"/>
                  <a:gd name="connsiteX2" fmla="*/ 6638 w 6343"/>
                  <a:gd name="connsiteY2" fmla="*/ 3385 h 6345"/>
                  <a:gd name="connsiteX3" fmla="*/ 5709 w 6343"/>
                  <a:gd name="connsiteY3" fmla="*/ 1141 h 6345"/>
                  <a:gd name="connsiteX4" fmla="*/ 3466 w 6343"/>
                  <a:gd name="connsiteY4" fmla="*/ 212 h 6345"/>
                  <a:gd name="connsiteX5" fmla="*/ 1223 w 6343"/>
                  <a:gd name="connsiteY5" fmla="*/ 1141 h 6345"/>
                  <a:gd name="connsiteX6" fmla="*/ 294 w 6343"/>
                  <a:gd name="connsiteY6" fmla="*/ 3385 h 6345"/>
                  <a:gd name="connsiteX7" fmla="*/ 1223 w 6343"/>
                  <a:gd name="connsiteY7" fmla="*/ 5628 h 6345"/>
                  <a:gd name="connsiteX8" fmla="*/ 3466 w 6343"/>
                  <a:gd name="connsiteY8" fmla="*/ 655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6" y="6557"/>
                    </a:moveTo>
                    <a:cubicBezTo>
                      <a:pt x="4307" y="6557"/>
                      <a:pt x="5114" y="6223"/>
                      <a:pt x="5709" y="5628"/>
                    </a:cubicBezTo>
                    <a:cubicBezTo>
                      <a:pt x="6303" y="5033"/>
                      <a:pt x="6638" y="4226"/>
                      <a:pt x="6638" y="3385"/>
                    </a:cubicBezTo>
                    <a:cubicBezTo>
                      <a:pt x="6638" y="2543"/>
                      <a:pt x="6303" y="1736"/>
                      <a:pt x="5709" y="1141"/>
                    </a:cubicBezTo>
                    <a:cubicBezTo>
                      <a:pt x="5114" y="546"/>
                      <a:pt x="4307" y="212"/>
                      <a:pt x="3466" y="212"/>
                    </a:cubicBezTo>
                    <a:cubicBezTo>
                      <a:pt x="2625" y="212"/>
                      <a:pt x="1818" y="546"/>
                      <a:pt x="1223" y="1141"/>
                    </a:cubicBezTo>
                    <a:cubicBezTo>
                      <a:pt x="629" y="1736"/>
                      <a:pt x="294" y="2543"/>
                      <a:pt x="294" y="3385"/>
                    </a:cubicBezTo>
                    <a:cubicBezTo>
                      <a:pt x="294" y="4226"/>
                      <a:pt x="629" y="5033"/>
                      <a:pt x="1223" y="5628"/>
                    </a:cubicBezTo>
                    <a:cubicBezTo>
                      <a:pt x="1818" y="6223"/>
                      <a:pt x="2625" y="6557"/>
                      <a:pt x="3466" y="6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70" name="Freeform: Shape 11569">
                <a:extLst>
                  <a:ext uri="{FF2B5EF4-FFF2-40B4-BE49-F238E27FC236}">
                    <a16:creationId xmlns:a16="http://schemas.microsoft.com/office/drawing/2014/main" id="{2A285C2F-3806-A67A-32A7-50B24C7E0E22}"/>
                  </a:ext>
                </a:extLst>
              </p:cNvPr>
              <p:cNvSpPr/>
              <p:nvPr/>
            </p:nvSpPr>
            <p:spPr>
              <a:xfrm>
                <a:off x="9804285" y="5749619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2 w 6343"/>
                  <a:gd name="connsiteY1" fmla="*/ 5595 h 6345"/>
                  <a:gd name="connsiteX2" fmla="*/ 6611 w 6343"/>
                  <a:gd name="connsiteY2" fmla="*/ 3352 h 6345"/>
                  <a:gd name="connsiteX3" fmla="*/ 5682 w 6343"/>
                  <a:gd name="connsiteY3" fmla="*/ 1108 h 6345"/>
                  <a:gd name="connsiteX4" fmla="*/ 3439 w 6343"/>
                  <a:gd name="connsiteY4" fmla="*/ 179 h 6345"/>
                  <a:gd name="connsiteX5" fmla="*/ 1197 w 6343"/>
                  <a:gd name="connsiteY5" fmla="*/ 1108 h 6345"/>
                  <a:gd name="connsiteX6" fmla="*/ 268 w 6343"/>
                  <a:gd name="connsiteY6" fmla="*/ 3352 h 6345"/>
                  <a:gd name="connsiteX7" fmla="*/ 1197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7" y="6190"/>
                      <a:pt x="5682" y="5595"/>
                    </a:cubicBezTo>
                    <a:cubicBezTo>
                      <a:pt x="6277" y="5000"/>
                      <a:pt x="6611" y="4193"/>
                      <a:pt x="6611" y="3352"/>
                    </a:cubicBezTo>
                    <a:cubicBezTo>
                      <a:pt x="6611" y="2510"/>
                      <a:pt x="6277" y="1703"/>
                      <a:pt x="5682" y="1108"/>
                    </a:cubicBezTo>
                    <a:cubicBezTo>
                      <a:pt x="5087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7" y="1108"/>
                    </a:cubicBezTo>
                    <a:cubicBezTo>
                      <a:pt x="602" y="1703"/>
                      <a:pt x="268" y="2510"/>
                      <a:pt x="268" y="3352"/>
                    </a:cubicBezTo>
                    <a:cubicBezTo>
                      <a:pt x="268" y="4193"/>
                      <a:pt x="602" y="5000"/>
                      <a:pt x="1197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71" name="Freeform: Shape 11570">
                <a:extLst>
                  <a:ext uri="{FF2B5EF4-FFF2-40B4-BE49-F238E27FC236}">
                    <a16:creationId xmlns:a16="http://schemas.microsoft.com/office/drawing/2014/main" id="{5CC48116-617B-36A5-2E8F-E861235CB3BE}"/>
                  </a:ext>
                </a:extLst>
              </p:cNvPr>
              <p:cNvSpPr/>
              <p:nvPr/>
            </p:nvSpPr>
            <p:spPr>
              <a:xfrm>
                <a:off x="9799403" y="5749152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7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7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72" name="Freeform: Shape 11571">
                <a:extLst>
                  <a:ext uri="{FF2B5EF4-FFF2-40B4-BE49-F238E27FC236}">
                    <a16:creationId xmlns:a16="http://schemas.microsoft.com/office/drawing/2014/main" id="{19E85DDF-0AF7-8C87-26FB-0F0D7F0E2325}"/>
                  </a:ext>
                </a:extLst>
              </p:cNvPr>
              <p:cNvSpPr/>
              <p:nvPr/>
            </p:nvSpPr>
            <p:spPr>
              <a:xfrm>
                <a:off x="9796146" y="5750727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80" y="179"/>
                      <a:pt x="3439" y="179"/>
                    </a:cubicBezTo>
                    <a:cubicBezTo>
                      <a:pt x="2597" y="179"/>
                      <a:pt x="1791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7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73" name="Freeform: Shape 11572">
                <a:extLst>
                  <a:ext uri="{FF2B5EF4-FFF2-40B4-BE49-F238E27FC236}">
                    <a16:creationId xmlns:a16="http://schemas.microsoft.com/office/drawing/2014/main" id="{D9130EBE-199C-E5FF-976A-7F6A99AA77AB}"/>
                  </a:ext>
                </a:extLst>
              </p:cNvPr>
              <p:cNvSpPr/>
              <p:nvPr/>
            </p:nvSpPr>
            <p:spPr>
              <a:xfrm>
                <a:off x="9793755" y="5753426"/>
                <a:ext cx="6343" cy="6345"/>
              </a:xfrm>
              <a:custGeom>
                <a:avLst/>
                <a:gdLst>
                  <a:gd name="connsiteX0" fmla="*/ 3438 w 6343"/>
                  <a:gd name="connsiteY0" fmla="*/ 6525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5"/>
                    </a:moveTo>
                    <a:cubicBezTo>
                      <a:pt x="4279" y="6525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79" y="179"/>
                      <a:pt x="3438" y="179"/>
                    </a:cubicBezTo>
                    <a:cubicBezTo>
                      <a:pt x="2597" y="179"/>
                      <a:pt x="1790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0" y="6190"/>
                      <a:pt x="2597" y="6525"/>
                      <a:pt x="343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74" name="Freeform: Shape 11573">
                <a:extLst>
                  <a:ext uri="{FF2B5EF4-FFF2-40B4-BE49-F238E27FC236}">
                    <a16:creationId xmlns:a16="http://schemas.microsoft.com/office/drawing/2014/main" id="{37B8953E-BDF6-EBE7-A43C-FFD2FFE3530B}"/>
                  </a:ext>
                </a:extLst>
              </p:cNvPr>
              <p:cNvSpPr/>
              <p:nvPr/>
            </p:nvSpPr>
            <p:spPr>
              <a:xfrm>
                <a:off x="9791344" y="5756113"/>
                <a:ext cx="6343" cy="6345"/>
              </a:xfrm>
              <a:custGeom>
                <a:avLst/>
                <a:gdLst>
                  <a:gd name="connsiteX0" fmla="*/ 3438 w 6343"/>
                  <a:gd name="connsiteY0" fmla="*/ 6525 h 6345"/>
                  <a:gd name="connsiteX1" fmla="*/ 5681 w 6343"/>
                  <a:gd name="connsiteY1" fmla="*/ 5596 h 6345"/>
                  <a:gd name="connsiteX2" fmla="*/ 6610 w 6343"/>
                  <a:gd name="connsiteY2" fmla="*/ 3352 h 6345"/>
                  <a:gd name="connsiteX3" fmla="*/ 5681 w 6343"/>
                  <a:gd name="connsiteY3" fmla="*/ 1109 h 6345"/>
                  <a:gd name="connsiteX4" fmla="*/ 3438 w 6343"/>
                  <a:gd name="connsiteY4" fmla="*/ 179 h 6345"/>
                  <a:gd name="connsiteX5" fmla="*/ 1196 w 6343"/>
                  <a:gd name="connsiteY5" fmla="*/ 1109 h 6345"/>
                  <a:gd name="connsiteX6" fmla="*/ 267 w 6343"/>
                  <a:gd name="connsiteY6" fmla="*/ 3352 h 6345"/>
                  <a:gd name="connsiteX7" fmla="*/ 1196 w 6343"/>
                  <a:gd name="connsiteY7" fmla="*/ 5596 h 6345"/>
                  <a:gd name="connsiteX8" fmla="*/ 343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5"/>
                    </a:moveTo>
                    <a:cubicBezTo>
                      <a:pt x="4279" y="6525"/>
                      <a:pt x="5086" y="6191"/>
                      <a:pt x="5681" y="5596"/>
                    </a:cubicBezTo>
                    <a:cubicBezTo>
                      <a:pt x="6276" y="5001"/>
                      <a:pt x="6610" y="4194"/>
                      <a:pt x="6610" y="3352"/>
                    </a:cubicBezTo>
                    <a:cubicBezTo>
                      <a:pt x="6610" y="2511"/>
                      <a:pt x="6276" y="1704"/>
                      <a:pt x="5681" y="1109"/>
                    </a:cubicBezTo>
                    <a:cubicBezTo>
                      <a:pt x="5086" y="514"/>
                      <a:pt x="4279" y="179"/>
                      <a:pt x="3438" y="179"/>
                    </a:cubicBezTo>
                    <a:cubicBezTo>
                      <a:pt x="2597" y="179"/>
                      <a:pt x="1790" y="514"/>
                      <a:pt x="1196" y="1109"/>
                    </a:cubicBezTo>
                    <a:cubicBezTo>
                      <a:pt x="601" y="1704"/>
                      <a:pt x="267" y="2511"/>
                      <a:pt x="267" y="3352"/>
                    </a:cubicBezTo>
                    <a:cubicBezTo>
                      <a:pt x="267" y="4194"/>
                      <a:pt x="601" y="5001"/>
                      <a:pt x="1196" y="5596"/>
                    </a:cubicBezTo>
                    <a:cubicBezTo>
                      <a:pt x="1790" y="6191"/>
                      <a:pt x="2597" y="6525"/>
                      <a:pt x="343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75" name="Freeform: Shape 11574">
                <a:extLst>
                  <a:ext uri="{FF2B5EF4-FFF2-40B4-BE49-F238E27FC236}">
                    <a16:creationId xmlns:a16="http://schemas.microsoft.com/office/drawing/2014/main" id="{FB08DF36-7F3B-2B39-8915-C94ECDD2CF79}"/>
                  </a:ext>
                </a:extLst>
              </p:cNvPr>
              <p:cNvSpPr/>
              <p:nvPr/>
            </p:nvSpPr>
            <p:spPr>
              <a:xfrm>
                <a:off x="9796038" y="5768401"/>
                <a:ext cx="6343" cy="6345"/>
              </a:xfrm>
              <a:custGeom>
                <a:avLst/>
                <a:gdLst>
                  <a:gd name="connsiteX0" fmla="*/ 3439 w 6343"/>
                  <a:gd name="connsiteY0" fmla="*/ 6526 h 6345"/>
                  <a:gd name="connsiteX1" fmla="*/ 5681 w 6343"/>
                  <a:gd name="connsiteY1" fmla="*/ 5597 h 6345"/>
                  <a:gd name="connsiteX2" fmla="*/ 6610 w 6343"/>
                  <a:gd name="connsiteY2" fmla="*/ 3353 h 6345"/>
                  <a:gd name="connsiteX3" fmla="*/ 5681 w 6343"/>
                  <a:gd name="connsiteY3" fmla="*/ 1110 h 6345"/>
                  <a:gd name="connsiteX4" fmla="*/ 3439 w 6343"/>
                  <a:gd name="connsiteY4" fmla="*/ 180 h 6345"/>
                  <a:gd name="connsiteX5" fmla="*/ 1196 w 6343"/>
                  <a:gd name="connsiteY5" fmla="*/ 1110 h 6345"/>
                  <a:gd name="connsiteX6" fmla="*/ 267 w 6343"/>
                  <a:gd name="connsiteY6" fmla="*/ 3353 h 6345"/>
                  <a:gd name="connsiteX7" fmla="*/ 1196 w 6343"/>
                  <a:gd name="connsiteY7" fmla="*/ 5597 h 6345"/>
                  <a:gd name="connsiteX8" fmla="*/ 3439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6"/>
                    </a:moveTo>
                    <a:cubicBezTo>
                      <a:pt x="4280" y="6526"/>
                      <a:pt x="5086" y="6191"/>
                      <a:pt x="5681" y="5597"/>
                    </a:cubicBezTo>
                    <a:cubicBezTo>
                      <a:pt x="6276" y="5002"/>
                      <a:pt x="6610" y="4194"/>
                      <a:pt x="6610" y="3353"/>
                    </a:cubicBezTo>
                    <a:cubicBezTo>
                      <a:pt x="6610" y="2512"/>
                      <a:pt x="6276" y="1705"/>
                      <a:pt x="5681" y="1110"/>
                    </a:cubicBezTo>
                    <a:cubicBezTo>
                      <a:pt x="5086" y="515"/>
                      <a:pt x="4280" y="180"/>
                      <a:pt x="3439" y="180"/>
                    </a:cubicBezTo>
                    <a:cubicBezTo>
                      <a:pt x="2597" y="180"/>
                      <a:pt x="1791" y="515"/>
                      <a:pt x="1196" y="1110"/>
                    </a:cubicBezTo>
                    <a:cubicBezTo>
                      <a:pt x="601" y="1705"/>
                      <a:pt x="267" y="2512"/>
                      <a:pt x="267" y="3353"/>
                    </a:cubicBezTo>
                    <a:cubicBezTo>
                      <a:pt x="267" y="4194"/>
                      <a:pt x="601" y="5002"/>
                      <a:pt x="1196" y="5597"/>
                    </a:cubicBezTo>
                    <a:cubicBezTo>
                      <a:pt x="1791" y="6191"/>
                      <a:pt x="2597" y="6526"/>
                      <a:pt x="3439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76" name="Freeform: Shape 11575">
                <a:extLst>
                  <a:ext uri="{FF2B5EF4-FFF2-40B4-BE49-F238E27FC236}">
                    <a16:creationId xmlns:a16="http://schemas.microsoft.com/office/drawing/2014/main" id="{DD54C582-CCCB-51A1-2767-762088085DF6}"/>
                  </a:ext>
                </a:extLst>
              </p:cNvPr>
              <p:cNvSpPr/>
              <p:nvPr/>
            </p:nvSpPr>
            <p:spPr>
              <a:xfrm>
                <a:off x="9879044" y="5887992"/>
                <a:ext cx="6343" cy="6345"/>
              </a:xfrm>
              <a:custGeom>
                <a:avLst/>
                <a:gdLst>
                  <a:gd name="connsiteX0" fmla="*/ 3445 w 6343"/>
                  <a:gd name="connsiteY0" fmla="*/ 6535 h 6345"/>
                  <a:gd name="connsiteX1" fmla="*/ 5688 w 6343"/>
                  <a:gd name="connsiteY1" fmla="*/ 5606 h 6345"/>
                  <a:gd name="connsiteX2" fmla="*/ 6617 w 6343"/>
                  <a:gd name="connsiteY2" fmla="*/ 3362 h 6345"/>
                  <a:gd name="connsiteX3" fmla="*/ 5688 w 6343"/>
                  <a:gd name="connsiteY3" fmla="*/ 1119 h 6345"/>
                  <a:gd name="connsiteX4" fmla="*/ 3445 w 6343"/>
                  <a:gd name="connsiteY4" fmla="*/ 190 h 6345"/>
                  <a:gd name="connsiteX5" fmla="*/ 1202 w 6343"/>
                  <a:gd name="connsiteY5" fmla="*/ 1119 h 6345"/>
                  <a:gd name="connsiteX6" fmla="*/ 274 w 6343"/>
                  <a:gd name="connsiteY6" fmla="*/ 3362 h 6345"/>
                  <a:gd name="connsiteX7" fmla="*/ 1202 w 6343"/>
                  <a:gd name="connsiteY7" fmla="*/ 5606 h 6345"/>
                  <a:gd name="connsiteX8" fmla="*/ 3445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35"/>
                    </a:moveTo>
                    <a:cubicBezTo>
                      <a:pt x="4286" y="6535"/>
                      <a:pt x="5093" y="6201"/>
                      <a:pt x="5688" y="5606"/>
                    </a:cubicBezTo>
                    <a:cubicBezTo>
                      <a:pt x="6282" y="5011"/>
                      <a:pt x="6617" y="4204"/>
                      <a:pt x="6617" y="3362"/>
                    </a:cubicBezTo>
                    <a:cubicBezTo>
                      <a:pt x="6617" y="2521"/>
                      <a:pt x="6282" y="1714"/>
                      <a:pt x="5688" y="1119"/>
                    </a:cubicBezTo>
                    <a:cubicBezTo>
                      <a:pt x="5093" y="524"/>
                      <a:pt x="4286" y="190"/>
                      <a:pt x="3445" y="190"/>
                    </a:cubicBezTo>
                    <a:cubicBezTo>
                      <a:pt x="2604" y="190"/>
                      <a:pt x="1797" y="524"/>
                      <a:pt x="1202" y="1119"/>
                    </a:cubicBezTo>
                    <a:cubicBezTo>
                      <a:pt x="608" y="1714"/>
                      <a:pt x="274" y="2521"/>
                      <a:pt x="274" y="3362"/>
                    </a:cubicBezTo>
                    <a:cubicBezTo>
                      <a:pt x="274" y="4204"/>
                      <a:pt x="608" y="5011"/>
                      <a:pt x="1202" y="5606"/>
                    </a:cubicBezTo>
                    <a:cubicBezTo>
                      <a:pt x="1797" y="6201"/>
                      <a:pt x="2604" y="6535"/>
                      <a:pt x="3445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77" name="Freeform: Shape 11576">
                <a:extLst>
                  <a:ext uri="{FF2B5EF4-FFF2-40B4-BE49-F238E27FC236}">
                    <a16:creationId xmlns:a16="http://schemas.microsoft.com/office/drawing/2014/main" id="{87EC1C75-4283-07EF-896E-692BFCBE0170}"/>
                  </a:ext>
                </a:extLst>
              </p:cNvPr>
              <p:cNvSpPr/>
              <p:nvPr/>
            </p:nvSpPr>
            <p:spPr>
              <a:xfrm>
                <a:off x="9875612" y="5890954"/>
                <a:ext cx="6343" cy="6345"/>
              </a:xfrm>
              <a:custGeom>
                <a:avLst/>
                <a:gdLst>
                  <a:gd name="connsiteX0" fmla="*/ 3445 w 6343"/>
                  <a:gd name="connsiteY0" fmla="*/ 6535 h 6345"/>
                  <a:gd name="connsiteX1" fmla="*/ 5687 w 6343"/>
                  <a:gd name="connsiteY1" fmla="*/ 5606 h 6345"/>
                  <a:gd name="connsiteX2" fmla="*/ 6616 w 6343"/>
                  <a:gd name="connsiteY2" fmla="*/ 3363 h 6345"/>
                  <a:gd name="connsiteX3" fmla="*/ 5687 w 6343"/>
                  <a:gd name="connsiteY3" fmla="*/ 1119 h 6345"/>
                  <a:gd name="connsiteX4" fmla="*/ 3445 w 6343"/>
                  <a:gd name="connsiteY4" fmla="*/ 190 h 6345"/>
                  <a:gd name="connsiteX5" fmla="*/ 1202 w 6343"/>
                  <a:gd name="connsiteY5" fmla="*/ 1119 h 6345"/>
                  <a:gd name="connsiteX6" fmla="*/ 273 w 6343"/>
                  <a:gd name="connsiteY6" fmla="*/ 3363 h 6345"/>
                  <a:gd name="connsiteX7" fmla="*/ 1202 w 6343"/>
                  <a:gd name="connsiteY7" fmla="*/ 5606 h 6345"/>
                  <a:gd name="connsiteX8" fmla="*/ 3445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35"/>
                    </a:moveTo>
                    <a:cubicBezTo>
                      <a:pt x="4286" y="6535"/>
                      <a:pt x="5093" y="6201"/>
                      <a:pt x="5687" y="5606"/>
                    </a:cubicBezTo>
                    <a:cubicBezTo>
                      <a:pt x="6282" y="5011"/>
                      <a:pt x="6616" y="4204"/>
                      <a:pt x="6616" y="3363"/>
                    </a:cubicBezTo>
                    <a:cubicBezTo>
                      <a:pt x="6616" y="2521"/>
                      <a:pt x="6282" y="1714"/>
                      <a:pt x="5687" y="1119"/>
                    </a:cubicBezTo>
                    <a:cubicBezTo>
                      <a:pt x="5093" y="524"/>
                      <a:pt x="4286" y="190"/>
                      <a:pt x="3445" y="190"/>
                    </a:cubicBezTo>
                    <a:cubicBezTo>
                      <a:pt x="2604" y="190"/>
                      <a:pt x="1797" y="524"/>
                      <a:pt x="1202" y="1119"/>
                    </a:cubicBezTo>
                    <a:cubicBezTo>
                      <a:pt x="607" y="1714"/>
                      <a:pt x="273" y="2521"/>
                      <a:pt x="273" y="3363"/>
                    </a:cubicBezTo>
                    <a:cubicBezTo>
                      <a:pt x="273" y="4204"/>
                      <a:pt x="607" y="5011"/>
                      <a:pt x="1202" y="5606"/>
                    </a:cubicBezTo>
                    <a:cubicBezTo>
                      <a:pt x="1797" y="6201"/>
                      <a:pt x="2604" y="6535"/>
                      <a:pt x="3445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78" name="Freeform: Shape 11577">
                <a:extLst>
                  <a:ext uri="{FF2B5EF4-FFF2-40B4-BE49-F238E27FC236}">
                    <a16:creationId xmlns:a16="http://schemas.microsoft.com/office/drawing/2014/main" id="{0837F855-6C46-FC08-1165-9E0280ADC459}"/>
                  </a:ext>
                </a:extLst>
              </p:cNvPr>
              <p:cNvSpPr/>
              <p:nvPr/>
            </p:nvSpPr>
            <p:spPr>
              <a:xfrm>
                <a:off x="9931362" y="5976934"/>
                <a:ext cx="6343" cy="6345"/>
              </a:xfrm>
              <a:custGeom>
                <a:avLst/>
                <a:gdLst>
                  <a:gd name="connsiteX0" fmla="*/ 3449 w 6343"/>
                  <a:gd name="connsiteY0" fmla="*/ 6542 h 6345"/>
                  <a:gd name="connsiteX1" fmla="*/ 5692 w 6343"/>
                  <a:gd name="connsiteY1" fmla="*/ 5613 h 6345"/>
                  <a:gd name="connsiteX2" fmla="*/ 6621 w 6343"/>
                  <a:gd name="connsiteY2" fmla="*/ 3369 h 6345"/>
                  <a:gd name="connsiteX3" fmla="*/ 5692 w 6343"/>
                  <a:gd name="connsiteY3" fmla="*/ 1126 h 6345"/>
                  <a:gd name="connsiteX4" fmla="*/ 3449 w 6343"/>
                  <a:gd name="connsiteY4" fmla="*/ 197 h 6345"/>
                  <a:gd name="connsiteX5" fmla="*/ 1207 w 6343"/>
                  <a:gd name="connsiteY5" fmla="*/ 1126 h 6345"/>
                  <a:gd name="connsiteX6" fmla="*/ 278 w 6343"/>
                  <a:gd name="connsiteY6" fmla="*/ 3369 h 6345"/>
                  <a:gd name="connsiteX7" fmla="*/ 1207 w 6343"/>
                  <a:gd name="connsiteY7" fmla="*/ 5613 h 6345"/>
                  <a:gd name="connsiteX8" fmla="*/ 344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542"/>
                    </a:moveTo>
                    <a:cubicBezTo>
                      <a:pt x="4290" y="6542"/>
                      <a:pt x="5097" y="6208"/>
                      <a:pt x="5692" y="5613"/>
                    </a:cubicBezTo>
                    <a:cubicBezTo>
                      <a:pt x="6287" y="5018"/>
                      <a:pt x="6621" y="4211"/>
                      <a:pt x="6621" y="3369"/>
                    </a:cubicBezTo>
                    <a:cubicBezTo>
                      <a:pt x="6621" y="2528"/>
                      <a:pt x="6287" y="1721"/>
                      <a:pt x="5692" y="1126"/>
                    </a:cubicBezTo>
                    <a:cubicBezTo>
                      <a:pt x="5097" y="531"/>
                      <a:pt x="4290" y="197"/>
                      <a:pt x="3449" y="197"/>
                    </a:cubicBezTo>
                    <a:cubicBezTo>
                      <a:pt x="2608" y="197"/>
                      <a:pt x="1801" y="531"/>
                      <a:pt x="1207" y="1126"/>
                    </a:cubicBezTo>
                    <a:cubicBezTo>
                      <a:pt x="612" y="1721"/>
                      <a:pt x="278" y="2528"/>
                      <a:pt x="278" y="3369"/>
                    </a:cubicBezTo>
                    <a:cubicBezTo>
                      <a:pt x="278" y="4211"/>
                      <a:pt x="612" y="5018"/>
                      <a:pt x="1207" y="5613"/>
                    </a:cubicBezTo>
                    <a:cubicBezTo>
                      <a:pt x="1801" y="6208"/>
                      <a:pt x="2608" y="6542"/>
                      <a:pt x="344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79" name="Freeform: Shape 11578">
                <a:extLst>
                  <a:ext uri="{FF2B5EF4-FFF2-40B4-BE49-F238E27FC236}">
                    <a16:creationId xmlns:a16="http://schemas.microsoft.com/office/drawing/2014/main" id="{36E6B6B5-06CA-8478-54C5-F85542F44669}"/>
                  </a:ext>
                </a:extLst>
              </p:cNvPr>
              <p:cNvSpPr/>
              <p:nvPr/>
            </p:nvSpPr>
            <p:spPr>
              <a:xfrm>
                <a:off x="9926732" y="5979295"/>
                <a:ext cx="6343" cy="6345"/>
              </a:xfrm>
              <a:custGeom>
                <a:avLst/>
                <a:gdLst>
                  <a:gd name="connsiteX0" fmla="*/ 3449 w 6343"/>
                  <a:gd name="connsiteY0" fmla="*/ 6542 h 6345"/>
                  <a:gd name="connsiteX1" fmla="*/ 5691 w 6343"/>
                  <a:gd name="connsiteY1" fmla="*/ 5613 h 6345"/>
                  <a:gd name="connsiteX2" fmla="*/ 6620 w 6343"/>
                  <a:gd name="connsiteY2" fmla="*/ 3370 h 6345"/>
                  <a:gd name="connsiteX3" fmla="*/ 5691 w 6343"/>
                  <a:gd name="connsiteY3" fmla="*/ 1126 h 6345"/>
                  <a:gd name="connsiteX4" fmla="*/ 3449 w 6343"/>
                  <a:gd name="connsiteY4" fmla="*/ 197 h 6345"/>
                  <a:gd name="connsiteX5" fmla="*/ 1206 w 6343"/>
                  <a:gd name="connsiteY5" fmla="*/ 1126 h 6345"/>
                  <a:gd name="connsiteX6" fmla="*/ 277 w 6343"/>
                  <a:gd name="connsiteY6" fmla="*/ 3370 h 6345"/>
                  <a:gd name="connsiteX7" fmla="*/ 1206 w 6343"/>
                  <a:gd name="connsiteY7" fmla="*/ 5613 h 6345"/>
                  <a:gd name="connsiteX8" fmla="*/ 344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542"/>
                    </a:moveTo>
                    <a:cubicBezTo>
                      <a:pt x="4290" y="6542"/>
                      <a:pt x="5097" y="6208"/>
                      <a:pt x="5691" y="5613"/>
                    </a:cubicBezTo>
                    <a:cubicBezTo>
                      <a:pt x="6286" y="5018"/>
                      <a:pt x="6620" y="4211"/>
                      <a:pt x="6620" y="3370"/>
                    </a:cubicBezTo>
                    <a:cubicBezTo>
                      <a:pt x="6620" y="2528"/>
                      <a:pt x="6286" y="1721"/>
                      <a:pt x="5691" y="1126"/>
                    </a:cubicBezTo>
                    <a:cubicBezTo>
                      <a:pt x="5097" y="531"/>
                      <a:pt x="4290" y="197"/>
                      <a:pt x="3449" y="197"/>
                    </a:cubicBezTo>
                    <a:cubicBezTo>
                      <a:pt x="2608" y="197"/>
                      <a:pt x="1801" y="531"/>
                      <a:pt x="1206" y="1126"/>
                    </a:cubicBezTo>
                    <a:cubicBezTo>
                      <a:pt x="611" y="1721"/>
                      <a:pt x="277" y="2528"/>
                      <a:pt x="277" y="3370"/>
                    </a:cubicBezTo>
                    <a:cubicBezTo>
                      <a:pt x="277" y="4211"/>
                      <a:pt x="611" y="5018"/>
                      <a:pt x="1206" y="5613"/>
                    </a:cubicBezTo>
                    <a:cubicBezTo>
                      <a:pt x="1801" y="6208"/>
                      <a:pt x="2608" y="6542"/>
                      <a:pt x="344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80" name="Freeform: Shape 11579">
                <a:extLst>
                  <a:ext uri="{FF2B5EF4-FFF2-40B4-BE49-F238E27FC236}">
                    <a16:creationId xmlns:a16="http://schemas.microsoft.com/office/drawing/2014/main" id="{42D7ABBD-117B-C2D4-9609-006530D0005C}"/>
                  </a:ext>
                </a:extLst>
              </p:cNvPr>
              <p:cNvSpPr/>
              <p:nvPr/>
            </p:nvSpPr>
            <p:spPr>
              <a:xfrm>
                <a:off x="9916551" y="5973651"/>
                <a:ext cx="6343" cy="6345"/>
              </a:xfrm>
              <a:custGeom>
                <a:avLst/>
                <a:gdLst>
                  <a:gd name="connsiteX0" fmla="*/ 3448 w 6343"/>
                  <a:gd name="connsiteY0" fmla="*/ 6542 h 6345"/>
                  <a:gd name="connsiteX1" fmla="*/ 5691 w 6343"/>
                  <a:gd name="connsiteY1" fmla="*/ 5613 h 6345"/>
                  <a:gd name="connsiteX2" fmla="*/ 6620 w 6343"/>
                  <a:gd name="connsiteY2" fmla="*/ 3369 h 6345"/>
                  <a:gd name="connsiteX3" fmla="*/ 5691 w 6343"/>
                  <a:gd name="connsiteY3" fmla="*/ 1126 h 6345"/>
                  <a:gd name="connsiteX4" fmla="*/ 3448 w 6343"/>
                  <a:gd name="connsiteY4" fmla="*/ 197 h 6345"/>
                  <a:gd name="connsiteX5" fmla="*/ 1205 w 6343"/>
                  <a:gd name="connsiteY5" fmla="*/ 1126 h 6345"/>
                  <a:gd name="connsiteX6" fmla="*/ 276 w 6343"/>
                  <a:gd name="connsiteY6" fmla="*/ 3369 h 6345"/>
                  <a:gd name="connsiteX7" fmla="*/ 1205 w 6343"/>
                  <a:gd name="connsiteY7" fmla="*/ 5613 h 6345"/>
                  <a:gd name="connsiteX8" fmla="*/ 344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2"/>
                    </a:moveTo>
                    <a:cubicBezTo>
                      <a:pt x="4289" y="6542"/>
                      <a:pt x="5096" y="6208"/>
                      <a:pt x="5691" y="5613"/>
                    </a:cubicBezTo>
                    <a:cubicBezTo>
                      <a:pt x="6285" y="5018"/>
                      <a:pt x="6620" y="4211"/>
                      <a:pt x="6620" y="3369"/>
                    </a:cubicBezTo>
                    <a:cubicBezTo>
                      <a:pt x="6620" y="2528"/>
                      <a:pt x="6285" y="1721"/>
                      <a:pt x="5691" y="1126"/>
                    </a:cubicBezTo>
                    <a:cubicBezTo>
                      <a:pt x="5096" y="531"/>
                      <a:pt x="4289" y="197"/>
                      <a:pt x="3448" y="197"/>
                    </a:cubicBezTo>
                    <a:cubicBezTo>
                      <a:pt x="2607" y="197"/>
                      <a:pt x="1800" y="531"/>
                      <a:pt x="1205" y="1126"/>
                    </a:cubicBezTo>
                    <a:cubicBezTo>
                      <a:pt x="611" y="1721"/>
                      <a:pt x="276" y="2528"/>
                      <a:pt x="276" y="3369"/>
                    </a:cubicBezTo>
                    <a:cubicBezTo>
                      <a:pt x="276" y="4211"/>
                      <a:pt x="611" y="5018"/>
                      <a:pt x="1205" y="5613"/>
                    </a:cubicBezTo>
                    <a:cubicBezTo>
                      <a:pt x="1800" y="6208"/>
                      <a:pt x="2607" y="6542"/>
                      <a:pt x="344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81" name="Freeform: Shape 11580">
                <a:extLst>
                  <a:ext uri="{FF2B5EF4-FFF2-40B4-BE49-F238E27FC236}">
                    <a16:creationId xmlns:a16="http://schemas.microsoft.com/office/drawing/2014/main" id="{EE24482D-3394-D738-0972-6C92184218CB}"/>
                  </a:ext>
                </a:extLst>
              </p:cNvPr>
              <p:cNvSpPr/>
              <p:nvPr/>
            </p:nvSpPr>
            <p:spPr>
              <a:xfrm>
                <a:off x="9911524" y="5975297"/>
                <a:ext cx="6343" cy="6345"/>
              </a:xfrm>
              <a:custGeom>
                <a:avLst/>
                <a:gdLst>
                  <a:gd name="connsiteX0" fmla="*/ 3448 w 6343"/>
                  <a:gd name="connsiteY0" fmla="*/ 6542 h 6345"/>
                  <a:gd name="connsiteX1" fmla="*/ 5690 w 6343"/>
                  <a:gd name="connsiteY1" fmla="*/ 5613 h 6345"/>
                  <a:gd name="connsiteX2" fmla="*/ 6619 w 6343"/>
                  <a:gd name="connsiteY2" fmla="*/ 3369 h 6345"/>
                  <a:gd name="connsiteX3" fmla="*/ 5690 w 6343"/>
                  <a:gd name="connsiteY3" fmla="*/ 1126 h 6345"/>
                  <a:gd name="connsiteX4" fmla="*/ 3448 w 6343"/>
                  <a:gd name="connsiteY4" fmla="*/ 197 h 6345"/>
                  <a:gd name="connsiteX5" fmla="*/ 1205 w 6343"/>
                  <a:gd name="connsiteY5" fmla="*/ 1126 h 6345"/>
                  <a:gd name="connsiteX6" fmla="*/ 276 w 6343"/>
                  <a:gd name="connsiteY6" fmla="*/ 3369 h 6345"/>
                  <a:gd name="connsiteX7" fmla="*/ 1205 w 6343"/>
                  <a:gd name="connsiteY7" fmla="*/ 5613 h 6345"/>
                  <a:gd name="connsiteX8" fmla="*/ 344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42"/>
                    </a:moveTo>
                    <a:cubicBezTo>
                      <a:pt x="4289" y="6542"/>
                      <a:pt x="5096" y="6208"/>
                      <a:pt x="5690" y="5613"/>
                    </a:cubicBezTo>
                    <a:cubicBezTo>
                      <a:pt x="6285" y="5018"/>
                      <a:pt x="6619" y="4211"/>
                      <a:pt x="6619" y="3369"/>
                    </a:cubicBezTo>
                    <a:cubicBezTo>
                      <a:pt x="6619" y="2528"/>
                      <a:pt x="6285" y="1721"/>
                      <a:pt x="5690" y="1126"/>
                    </a:cubicBezTo>
                    <a:cubicBezTo>
                      <a:pt x="5096" y="531"/>
                      <a:pt x="4289" y="197"/>
                      <a:pt x="3448" y="197"/>
                    </a:cubicBezTo>
                    <a:cubicBezTo>
                      <a:pt x="2607" y="197"/>
                      <a:pt x="1800" y="531"/>
                      <a:pt x="1205" y="1126"/>
                    </a:cubicBezTo>
                    <a:cubicBezTo>
                      <a:pt x="610" y="1721"/>
                      <a:pt x="276" y="2528"/>
                      <a:pt x="276" y="3369"/>
                    </a:cubicBezTo>
                    <a:cubicBezTo>
                      <a:pt x="276" y="4211"/>
                      <a:pt x="610" y="5018"/>
                      <a:pt x="1205" y="5613"/>
                    </a:cubicBezTo>
                    <a:cubicBezTo>
                      <a:pt x="1800" y="6208"/>
                      <a:pt x="2607" y="6542"/>
                      <a:pt x="344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82" name="Freeform: Shape 11581">
                <a:extLst>
                  <a:ext uri="{FF2B5EF4-FFF2-40B4-BE49-F238E27FC236}">
                    <a16:creationId xmlns:a16="http://schemas.microsoft.com/office/drawing/2014/main" id="{229B4907-448F-7C5E-45E7-94EA58A1BA78}"/>
                  </a:ext>
                </a:extLst>
              </p:cNvPr>
              <p:cNvSpPr/>
              <p:nvPr/>
            </p:nvSpPr>
            <p:spPr>
              <a:xfrm>
                <a:off x="9891329" y="5954492"/>
                <a:ext cx="6343" cy="6345"/>
              </a:xfrm>
              <a:custGeom>
                <a:avLst/>
                <a:gdLst>
                  <a:gd name="connsiteX0" fmla="*/ 3446 w 6343"/>
                  <a:gd name="connsiteY0" fmla="*/ 6540 h 6345"/>
                  <a:gd name="connsiteX1" fmla="*/ 5689 w 6343"/>
                  <a:gd name="connsiteY1" fmla="*/ 5611 h 6345"/>
                  <a:gd name="connsiteX2" fmla="*/ 6618 w 6343"/>
                  <a:gd name="connsiteY2" fmla="*/ 3368 h 6345"/>
                  <a:gd name="connsiteX3" fmla="*/ 5689 w 6343"/>
                  <a:gd name="connsiteY3" fmla="*/ 1124 h 6345"/>
                  <a:gd name="connsiteX4" fmla="*/ 3446 w 6343"/>
                  <a:gd name="connsiteY4" fmla="*/ 195 h 6345"/>
                  <a:gd name="connsiteX5" fmla="*/ 1203 w 6343"/>
                  <a:gd name="connsiteY5" fmla="*/ 1124 h 6345"/>
                  <a:gd name="connsiteX6" fmla="*/ 274 w 6343"/>
                  <a:gd name="connsiteY6" fmla="*/ 3368 h 6345"/>
                  <a:gd name="connsiteX7" fmla="*/ 1203 w 6343"/>
                  <a:gd name="connsiteY7" fmla="*/ 5611 h 6345"/>
                  <a:gd name="connsiteX8" fmla="*/ 3446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40"/>
                    </a:moveTo>
                    <a:cubicBezTo>
                      <a:pt x="4287" y="6540"/>
                      <a:pt x="5094" y="6206"/>
                      <a:pt x="5689" y="5611"/>
                    </a:cubicBezTo>
                    <a:cubicBezTo>
                      <a:pt x="6283" y="5016"/>
                      <a:pt x="6618" y="4209"/>
                      <a:pt x="6618" y="3368"/>
                    </a:cubicBezTo>
                    <a:cubicBezTo>
                      <a:pt x="6618" y="2526"/>
                      <a:pt x="6283" y="1719"/>
                      <a:pt x="5689" y="1124"/>
                    </a:cubicBezTo>
                    <a:cubicBezTo>
                      <a:pt x="5094" y="529"/>
                      <a:pt x="4287" y="195"/>
                      <a:pt x="3446" y="195"/>
                    </a:cubicBezTo>
                    <a:cubicBezTo>
                      <a:pt x="2605" y="195"/>
                      <a:pt x="1798" y="529"/>
                      <a:pt x="1203" y="1124"/>
                    </a:cubicBezTo>
                    <a:cubicBezTo>
                      <a:pt x="609" y="1719"/>
                      <a:pt x="274" y="2526"/>
                      <a:pt x="274" y="3368"/>
                    </a:cubicBezTo>
                    <a:cubicBezTo>
                      <a:pt x="274" y="4209"/>
                      <a:pt x="609" y="5016"/>
                      <a:pt x="1203" y="5611"/>
                    </a:cubicBezTo>
                    <a:cubicBezTo>
                      <a:pt x="1798" y="6206"/>
                      <a:pt x="2605" y="6540"/>
                      <a:pt x="3446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83" name="Freeform: Shape 11582">
                <a:extLst>
                  <a:ext uri="{FF2B5EF4-FFF2-40B4-BE49-F238E27FC236}">
                    <a16:creationId xmlns:a16="http://schemas.microsoft.com/office/drawing/2014/main" id="{BA3D379C-B144-D4E7-3061-D4D99F50D6AC}"/>
                  </a:ext>
                </a:extLst>
              </p:cNvPr>
              <p:cNvSpPr/>
              <p:nvPr/>
            </p:nvSpPr>
            <p:spPr>
              <a:xfrm>
                <a:off x="9878678" y="5944355"/>
                <a:ext cx="6343" cy="6345"/>
              </a:xfrm>
              <a:custGeom>
                <a:avLst/>
                <a:gdLst>
                  <a:gd name="connsiteX0" fmla="*/ 3445 w 6343"/>
                  <a:gd name="connsiteY0" fmla="*/ 6540 h 6345"/>
                  <a:gd name="connsiteX1" fmla="*/ 5688 w 6343"/>
                  <a:gd name="connsiteY1" fmla="*/ 5610 h 6345"/>
                  <a:gd name="connsiteX2" fmla="*/ 6617 w 6343"/>
                  <a:gd name="connsiteY2" fmla="*/ 3367 h 6345"/>
                  <a:gd name="connsiteX3" fmla="*/ 5688 w 6343"/>
                  <a:gd name="connsiteY3" fmla="*/ 1123 h 6345"/>
                  <a:gd name="connsiteX4" fmla="*/ 3445 w 6343"/>
                  <a:gd name="connsiteY4" fmla="*/ 194 h 6345"/>
                  <a:gd name="connsiteX5" fmla="*/ 1202 w 6343"/>
                  <a:gd name="connsiteY5" fmla="*/ 1123 h 6345"/>
                  <a:gd name="connsiteX6" fmla="*/ 273 w 6343"/>
                  <a:gd name="connsiteY6" fmla="*/ 3367 h 6345"/>
                  <a:gd name="connsiteX7" fmla="*/ 1202 w 6343"/>
                  <a:gd name="connsiteY7" fmla="*/ 5610 h 6345"/>
                  <a:gd name="connsiteX8" fmla="*/ 344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40"/>
                    </a:moveTo>
                    <a:cubicBezTo>
                      <a:pt x="4286" y="6540"/>
                      <a:pt x="5093" y="6205"/>
                      <a:pt x="5688" y="5610"/>
                    </a:cubicBezTo>
                    <a:cubicBezTo>
                      <a:pt x="6282" y="5015"/>
                      <a:pt x="6617" y="4208"/>
                      <a:pt x="6617" y="3367"/>
                    </a:cubicBezTo>
                    <a:cubicBezTo>
                      <a:pt x="6617" y="2526"/>
                      <a:pt x="6282" y="1718"/>
                      <a:pt x="5688" y="1123"/>
                    </a:cubicBezTo>
                    <a:cubicBezTo>
                      <a:pt x="5093" y="529"/>
                      <a:pt x="4286" y="194"/>
                      <a:pt x="3445" y="194"/>
                    </a:cubicBezTo>
                    <a:cubicBezTo>
                      <a:pt x="2604" y="194"/>
                      <a:pt x="1797" y="529"/>
                      <a:pt x="1202" y="1123"/>
                    </a:cubicBezTo>
                    <a:cubicBezTo>
                      <a:pt x="608" y="1718"/>
                      <a:pt x="273" y="2526"/>
                      <a:pt x="273" y="3367"/>
                    </a:cubicBezTo>
                    <a:cubicBezTo>
                      <a:pt x="273" y="4208"/>
                      <a:pt x="608" y="5015"/>
                      <a:pt x="1202" y="5610"/>
                    </a:cubicBezTo>
                    <a:cubicBezTo>
                      <a:pt x="1797" y="6205"/>
                      <a:pt x="2604" y="6540"/>
                      <a:pt x="344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84" name="Freeform: Shape 11583">
                <a:extLst>
                  <a:ext uri="{FF2B5EF4-FFF2-40B4-BE49-F238E27FC236}">
                    <a16:creationId xmlns:a16="http://schemas.microsoft.com/office/drawing/2014/main" id="{EE377657-74C4-A87E-8565-7AAE06C92BB1}"/>
                  </a:ext>
                </a:extLst>
              </p:cNvPr>
              <p:cNvSpPr/>
              <p:nvPr/>
            </p:nvSpPr>
            <p:spPr>
              <a:xfrm>
                <a:off x="9874577" y="5946852"/>
                <a:ext cx="6343" cy="6345"/>
              </a:xfrm>
              <a:custGeom>
                <a:avLst/>
                <a:gdLst>
                  <a:gd name="connsiteX0" fmla="*/ 3445 w 6343"/>
                  <a:gd name="connsiteY0" fmla="*/ 6540 h 6345"/>
                  <a:gd name="connsiteX1" fmla="*/ 5687 w 6343"/>
                  <a:gd name="connsiteY1" fmla="*/ 5611 h 6345"/>
                  <a:gd name="connsiteX2" fmla="*/ 6616 w 6343"/>
                  <a:gd name="connsiteY2" fmla="*/ 3367 h 6345"/>
                  <a:gd name="connsiteX3" fmla="*/ 5687 w 6343"/>
                  <a:gd name="connsiteY3" fmla="*/ 1124 h 6345"/>
                  <a:gd name="connsiteX4" fmla="*/ 3445 w 6343"/>
                  <a:gd name="connsiteY4" fmla="*/ 194 h 6345"/>
                  <a:gd name="connsiteX5" fmla="*/ 1202 w 6343"/>
                  <a:gd name="connsiteY5" fmla="*/ 1124 h 6345"/>
                  <a:gd name="connsiteX6" fmla="*/ 273 w 6343"/>
                  <a:gd name="connsiteY6" fmla="*/ 3367 h 6345"/>
                  <a:gd name="connsiteX7" fmla="*/ 1202 w 6343"/>
                  <a:gd name="connsiteY7" fmla="*/ 5611 h 6345"/>
                  <a:gd name="connsiteX8" fmla="*/ 344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40"/>
                    </a:moveTo>
                    <a:cubicBezTo>
                      <a:pt x="4286" y="6540"/>
                      <a:pt x="5093" y="6206"/>
                      <a:pt x="5687" y="5611"/>
                    </a:cubicBezTo>
                    <a:cubicBezTo>
                      <a:pt x="6282" y="5016"/>
                      <a:pt x="6616" y="4209"/>
                      <a:pt x="6616" y="3367"/>
                    </a:cubicBezTo>
                    <a:cubicBezTo>
                      <a:pt x="6616" y="2526"/>
                      <a:pt x="6282" y="1719"/>
                      <a:pt x="5687" y="1124"/>
                    </a:cubicBezTo>
                    <a:cubicBezTo>
                      <a:pt x="5093" y="529"/>
                      <a:pt x="4286" y="194"/>
                      <a:pt x="3445" y="194"/>
                    </a:cubicBezTo>
                    <a:cubicBezTo>
                      <a:pt x="2604" y="194"/>
                      <a:pt x="1797" y="529"/>
                      <a:pt x="1202" y="1124"/>
                    </a:cubicBezTo>
                    <a:cubicBezTo>
                      <a:pt x="607" y="1719"/>
                      <a:pt x="273" y="2526"/>
                      <a:pt x="273" y="3367"/>
                    </a:cubicBezTo>
                    <a:cubicBezTo>
                      <a:pt x="273" y="4209"/>
                      <a:pt x="607" y="5016"/>
                      <a:pt x="1202" y="5611"/>
                    </a:cubicBezTo>
                    <a:cubicBezTo>
                      <a:pt x="1797" y="6206"/>
                      <a:pt x="2604" y="6540"/>
                      <a:pt x="344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85" name="Freeform: Shape 11584">
                <a:extLst>
                  <a:ext uri="{FF2B5EF4-FFF2-40B4-BE49-F238E27FC236}">
                    <a16:creationId xmlns:a16="http://schemas.microsoft.com/office/drawing/2014/main" id="{DD84F536-55C2-8603-AD37-CF4AC38DEFC9}"/>
                  </a:ext>
                </a:extLst>
              </p:cNvPr>
              <p:cNvSpPr/>
              <p:nvPr/>
            </p:nvSpPr>
            <p:spPr>
              <a:xfrm>
                <a:off x="9871111" y="5950320"/>
                <a:ext cx="6343" cy="6345"/>
              </a:xfrm>
              <a:custGeom>
                <a:avLst/>
                <a:gdLst>
                  <a:gd name="connsiteX0" fmla="*/ 3444 w 6343"/>
                  <a:gd name="connsiteY0" fmla="*/ 6540 h 6345"/>
                  <a:gd name="connsiteX1" fmla="*/ 5687 w 6343"/>
                  <a:gd name="connsiteY1" fmla="*/ 5611 h 6345"/>
                  <a:gd name="connsiteX2" fmla="*/ 6616 w 6343"/>
                  <a:gd name="connsiteY2" fmla="*/ 3367 h 6345"/>
                  <a:gd name="connsiteX3" fmla="*/ 5687 w 6343"/>
                  <a:gd name="connsiteY3" fmla="*/ 1124 h 6345"/>
                  <a:gd name="connsiteX4" fmla="*/ 3444 w 6343"/>
                  <a:gd name="connsiteY4" fmla="*/ 195 h 6345"/>
                  <a:gd name="connsiteX5" fmla="*/ 1202 w 6343"/>
                  <a:gd name="connsiteY5" fmla="*/ 1124 h 6345"/>
                  <a:gd name="connsiteX6" fmla="*/ 273 w 6343"/>
                  <a:gd name="connsiteY6" fmla="*/ 3367 h 6345"/>
                  <a:gd name="connsiteX7" fmla="*/ 1202 w 6343"/>
                  <a:gd name="connsiteY7" fmla="*/ 5611 h 6345"/>
                  <a:gd name="connsiteX8" fmla="*/ 344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40"/>
                    </a:moveTo>
                    <a:cubicBezTo>
                      <a:pt x="4286" y="6540"/>
                      <a:pt x="5092" y="6206"/>
                      <a:pt x="5687" y="5611"/>
                    </a:cubicBezTo>
                    <a:cubicBezTo>
                      <a:pt x="6282" y="5016"/>
                      <a:pt x="6616" y="4209"/>
                      <a:pt x="6616" y="3367"/>
                    </a:cubicBezTo>
                    <a:cubicBezTo>
                      <a:pt x="6616" y="2526"/>
                      <a:pt x="6282" y="1719"/>
                      <a:pt x="5687" y="1124"/>
                    </a:cubicBezTo>
                    <a:cubicBezTo>
                      <a:pt x="5092" y="529"/>
                      <a:pt x="4286" y="195"/>
                      <a:pt x="3444" y="195"/>
                    </a:cubicBezTo>
                    <a:cubicBezTo>
                      <a:pt x="2603" y="195"/>
                      <a:pt x="1797" y="529"/>
                      <a:pt x="1202" y="1124"/>
                    </a:cubicBezTo>
                    <a:cubicBezTo>
                      <a:pt x="607" y="1719"/>
                      <a:pt x="273" y="2526"/>
                      <a:pt x="273" y="3367"/>
                    </a:cubicBezTo>
                    <a:cubicBezTo>
                      <a:pt x="273" y="4209"/>
                      <a:pt x="607" y="5016"/>
                      <a:pt x="1202" y="5611"/>
                    </a:cubicBezTo>
                    <a:cubicBezTo>
                      <a:pt x="1797" y="6206"/>
                      <a:pt x="2603" y="6540"/>
                      <a:pt x="344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86" name="Freeform: Shape 11585">
                <a:extLst>
                  <a:ext uri="{FF2B5EF4-FFF2-40B4-BE49-F238E27FC236}">
                    <a16:creationId xmlns:a16="http://schemas.microsoft.com/office/drawing/2014/main" id="{202CF383-9218-5993-CA42-7C3DF643B777}"/>
                  </a:ext>
                </a:extLst>
              </p:cNvPr>
              <p:cNvSpPr/>
              <p:nvPr/>
            </p:nvSpPr>
            <p:spPr>
              <a:xfrm>
                <a:off x="9868329" y="5954878"/>
                <a:ext cx="6343" cy="6345"/>
              </a:xfrm>
              <a:custGeom>
                <a:avLst/>
                <a:gdLst>
                  <a:gd name="connsiteX0" fmla="*/ 3444 w 6343"/>
                  <a:gd name="connsiteY0" fmla="*/ 6540 h 6345"/>
                  <a:gd name="connsiteX1" fmla="*/ 5687 w 6343"/>
                  <a:gd name="connsiteY1" fmla="*/ 5611 h 6345"/>
                  <a:gd name="connsiteX2" fmla="*/ 6616 w 6343"/>
                  <a:gd name="connsiteY2" fmla="*/ 3368 h 6345"/>
                  <a:gd name="connsiteX3" fmla="*/ 5687 w 6343"/>
                  <a:gd name="connsiteY3" fmla="*/ 1124 h 6345"/>
                  <a:gd name="connsiteX4" fmla="*/ 3444 w 6343"/>
                  <a:gd name="connsiteY4" fmla="*/ 195 h 6345"/>
                  <a:gd name="connsiteX5" fmla="*/ 1202 w 6343"/>
                  <a:gd name="connsiteY5" fmla="*/ 1124 h 6345"/>
                  <a:gd name="connsiteX6" fmla="*/ 273 w 6343"/>
                  <a:gd name="connsiteY6" fmla="*/ 3368 h 6345"/>
                  <a:gd name="connsiteX7" fmla="*/ 1202 w 6343"/>
                  <a:gd name="connsiteY7" fmla="*/ 5611 h 6345"/>
                  <a:gd name="connsiteX8" fmla="*/ 344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40"/>
                    </a:moveTo>
                    <a:cubicBezTo>
                      <a:pt x="4285" y="6540"/>
                      <a:pt x="5092" y="6206"/>
                      <a:pt x="5687" y="5611"/>
                    </a:cubicBezTo>
                    <a:cubicBezTo>
                      <a:pt x="6282" y="5016"/>
                      <a:pt x="6616" y="4209"/>
                      <a:pt x="6616" y="3368"/>
                    </a:cubicBezTo>
                    <a:cubicBezTo>
                      <a:pt x="6616" y="2526"/>
                      <a:pt x="6282" y="1719"/>
                      <a:pt x="5687" y="1124"/>
                    </a:cubicBezTo>
                    <a:cubicBezTo>
                      <a:pt x="5092" y="529"/>
                      <a:pt x="4285" y="195"/>
                      <a:pt x="3444" y="195"/>
                    </a:cubicBezTo>
                    <a:cubicBezTo>
                      <a:pt x="2603" y="195"/>
                      <a:pt x="1796" y="529"/>
                      <a:pt x="1202" y="1124"/>
                    </a:cubicBezTo>
                    <a:cubicBezTo>
                      <a:pt x="607" y="1719"/>
                      <a:pt x="273" y="2526"/>
                      <a:pt x="273" y="3368"/>
                    </a:cubicBezTo>
                    <a:cubicBezTo>
                      <a:pt x="273" y="4209"/>
                      <a:pt x="607" y="5016"/>
                      <a:pt x="1202" y="5611"/>
                    </a:cubicBezTo>
                    <a:cubicBezTo>
                      <a:pt x="1796" y="6206"/>
                      <a:pt x="2603" y="6540"/>
                      <a:pt x="344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87" name="Freeform: Shape 11586">
                <a:extLst>
                  <a:ext uri="{FF2B5EF4-FFF2-40B4-BE49-F238E27FC236}">
                    <a16:creationId xmlns:a16="http://schemas.microsoft.com/office/drawing/2014/main" id="{CF83D10A-E236-D98F-0E71-01920AA46064}"/>
                  </a:ext>
                </a:extLst>
              </p:cNvPr>
              <p:cNvSpPr/>
              <p:nvPr/>
            </p:nvSpPr>
            <p:spPr>
              <a:xfrm>
                <a:off x="9889355" y="5997118"/>
                <a:ext cx="6343" cy="6345"/>
              </a:xfrm>
              <a:custGeom>
                <a:avLst/>
                <a:gdLst>
                  <a:gd name="connsiteX0" fmla="*/ 3446 w 6343"/>
                  <a:gd name="connsiteY0" fmla="*/ 6544 h 6345"/>
                  <a:gd name="connsiteX1" fmla="*/ 5689 w 6343"/>
                  <a:gd name="connsiteY1" fmla="*/ 5615 h 6345"/>
                  <a:gd name="connsiteX2" fmla="*/ 6617 w 6343"/>
                  <a:gd name="connsiteY2" fmla="*/ 3371 h 6345"/>
                  <a:gd name="connsiteX3" fmla="*/ 5689 w 6343"/>
                  <a:gd name="connsiteY3" fmla="*/ 1128 h 6345"/>
                  <a:gd name="connsiteX4" fmla="*/ 3446 w 6343"/>
                  <a:gd name="connsiteY4" fmla="*/ 198 h 6345"/>
                  <a:gd name="connsiteX5" fmla="*/ 1203 w 6343"/>
                  <a:gd name="connsiteY5" fmla="*/ 1128 h 6345"/>
                  <a:gd name="connsiteX6" fmla="*/ 274 w 6343"/>
                  <a:gd name="connsiteY6" fmla="*/ 3371 h 6345"/>
                  <a:gd name="connsiteX7" fmla="*/ 1203 w 6343"/>
                  <a:gd name="connsiteY7" fmla="*/ 5615 h 6345"/>
                  <a:gd name="connsiteX8" fmla="*/ 3446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44"/>
                    </a:moveTo>
                    <a:cubicBezTo>
                      <a:pt x="4287" y="6544"/>
                      <a:pt x="5094" y="6209"/>
                      <a:pt x="5689" y="5615"/>
                    </a:cubicBezTo>
                    <a:cubicBezTo>
                      <a:pt x="6283" y="5020"/>
                      <a:pt x="6617" y="4213"/>
                      <a:pt x="6617" y="3371"/>
                    </a:cubicBezTo>
                    <a:cubicBezTo>
                      <a:pt x="6617" y="2530"/>
                      <a:pt x="6283" y="1723"/>
                      <a:pt x="5689" y="1128"/>
                    </a:cubicBezTo>
                    <a:cubicBezTo>
                      <a:pt x="5094" y="533"/>
                      <a:pt x="4287" y="198"/>
                      <a:pt x="3446" y="198"/>
                    </a:cubicBezTo>
                    <a:cubicBezTo>
                      <a:pt x="2605" y="198"/>
                      <a:pt x="1798" y="533"/>
                      <a:pt x="1203" y="1128"/>
                    </a:cubicBezTo>
                    <a:cubicBezTo>
                      <a:pt x="609" y="1723"/>
                      <a:pt x="274" y="2530"/>
                      <a:pt x="274" y="3371"/>
                    </a:cubicBezTo>
                    <a:cubicBezTo>
                      <a:pt x="274" y="4213"/>
                      <a:pt x="609" y="5020"/>
                      <a:pt x="1203" y="5615"/>
                    </a:cubicBezTo>
                    <a:cubicBezTo>
                      <a:pt x="1798" y="6209"/>
                      <a:pt x="2605" y="6544"/>
                      <a:pt x="3446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88" name="Freeform: Shape 11587">
                <a:extLst>
                  <a:ext uri="{FF2B5EF4-FFF2-40B4-BE49-F238E27FC236}">
                    <a16:creationId xmlns:a16="http://schemas.microsoft.com/office/drawing/2014/main" id="{C8CDDFC7-9281-9340-0330-E13549380817}"/>
                  </a:ext>
                </a:extLst>
              </p:cNvPr>
              <p:cNvSpPr/>
              <p:nvPr/>
            </p:nvSpPr>
            <p:spPr>
              <a:xfrm>
                <a:off x="9890573" y="6008710"/>
                <a:ext cx="6343" cy="6345"/>
              </a:xfrm>
              <a:custGeom>
                <a:avLst/>
                <a:gdLst>
                  <a:gd name="connsiteX0" fmla="*/ 3446 w 6343"/>
                  <a:gd name="connsiteY0" fmla="*/ 6545 h 6345"/>
                  <a:gd name="connsiteX1" fmla="*/ 5689 w 6343"/>
                  <a:gd name="connsiteY1" fmla="*/ 5615 h 6345"/>
                  <a:gd name="connsiteX2" fmla="*/ 6618 w 6343"/>
                  <a:gd name="connsiteY2" fmla="*/ 3372 h 6345"/>
                  <a:gd name="connsiteX3" fmla="*/ 5689 w 6343"/>
                  <a:gd name="connsiteY3" fmla="*/ 1129 h 6345"/>
                  <a:gd name="connsiteX4" fmla="*/ 3446 w 6343"/>
                  <a:gd name="connsiteY4" fmla="*/ 199 h 6345"/>
                  <a:gd name="connsiteX5" fmla="*/ 1203 w 6343"/>
                  <a:gd name="connsiteY5" fmla="*/ 1129 h 6345"/>
                  <a:gd name="connsiteX6" fmla="*/ 274 w 6343"/>
                  <a:gd name="connsiteY6" fmla="*/ 3372 h 6345"/>
                  <a:gd name="connsiteX7" fmla="*/ 1203 w 6343"/>
                  <a:gd name="connsiteY7" fmla="*/ 5615 h 6345"/>
                  <a:gd name="connsiteX8" fmla="*/ 3446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45"/>
                    </a:moveTo>
                    <a:cubicBezTo>
                      <a:pt x="4287" y="6545"/>
                      <a:pt x="5094" y="6210"/>
                      <a:pt x="5689" y="5615"/>
                    </a:cubicBezTo>
                    <a:cubicBezTo>
                      <a:pt x="6283" y="5020"/>
                      <a:pt x="6618" y="4213"/>
                      <a:pt x="6618" y="3372"/>
                    </a:cubicBezTo>
                    <a:cubicBezTo>
                      <a:pt x="6618" y="2531"/>
                      <a:pt x="6283" y="1724"/>
                      <a:pt x="5689" y="1129"/>
                    </a:cubicBezTo>
                    <a:cubicBezTo>
                      <a:pt x="5094" y="534"/>
                      <a:pt x="4287" y="199"/>
                      <a:pt x="3446" y="199"/>
                    </a:cubicBezTo>
                    <a:cubicBezTo>
                      <a:pt x="2605" y="199"/>
                      <a:pt x="1798" y="534"/>
                      <a:pt x="1203" y="1129"/>
                    </a:cubicBezTo>
                    <a:cubicBezTo>
                      <a:pt x="609" y="1724"/>
                      <a:pt x="274" y="2531"/>
                      <a:pt x="274" y="3372"/>
                    </a:cubicBezTo>
                    <a:cubicBezTo>
                      <a:pt x="274" y="4213"/>
                      <a:pt x="609" y="5020"/>
                      <a:pt x="1203" y="5615"/>
                    </a:cubicBezTo>
                    <a:cubicBezTo>
                      <a:pt x="1798" y="6210"/>
                      <a:pt x="2605" y="6545"/>
                      <a:pt x="3446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89" name="Freeform: Shape 11588">
                <a:extLst>
                  <a:ext uri="{FF2B5EF4-FFF2-40B4-BE49-F238E27FC236}">
                    <a16:creationId xmlns:a16="http://schemas.microsoft.com/office/drawing/2014/main" id="{07C8EC7E-CBA6-D9A9-FFCF-2CB390A6B784}"/>
                  </a:ext>
                </a:extLst>
              </p:cNvPr>
              <p:cNvSpPr/>
              <p:nvPr/>
            </p:nvSpPr>
            <p:spPr>
              <a:xfrm>
                <a:off x="9886181" y="6011436"/>
                <a:ext cx="6343" cy="6345"/>
              </a:xfrm>
              <a:custGeom>
                <a:avLst/>
                <a:gdLst>
                  <a:gd name="connsiteX0" fmla="*/ 3446 w 6343"/>
                  <a:gd name="connsiteY0" fmla="*/ 6545 h 6345"/>
                  <a:gd name="connsiteX1" fmla="*/ 5688 w 6343"/>
                  <a:gd name="connsiteY1" fmla="*/ 5616 h 6345"/>
                  <a:gd name="connsiteX2" fmla="*/ 6617 w 6343"/>
                  <a:gd name="connsiteY2" fmla="*/ 3372 h 6345"/>
                  <a:gd name="connsiteX3" fmla="*/ 5688 w 6343"/>
                  <a:gd name="connsiteY3" fmla="*/ 1129 h 6345"/>
                  <a:gd name="connsiteX4" fmla="*/ 3446 w 6343"/>
                  <a:gd name="connsiteY4" fmla="*/ 200 h 6345"/>
                  <a:gd name="connsiteX5" fmla="*/ 1203 w 6343"/>
                  <a:gd name="connsiteY5" fmla="*/ 1129 h 6345"/>
                  <a:gd name="connsiteX6" fmla="*/ 274 w 6343"/>
                  <a:gd name="connsiteY6" fmla="*/ 3372 h 6345"/>
                  <a:gd name="connsiteX7" fmla="*/ 1203 w 6343"/>
                  <a:gd name="connsiteY7" fmla="*/ 5616 h 6345"/>
                  <a:gd name="connsiteX8" fmla="*/ 3446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45"/>
                    </a:moveTo>
                    <a:cubicBezTo>
                      <a:pt x="4287" y="6545"/>
                      <a:pt x="5094" y="6211"/>
                      <a:pt x="5688" y="5616"/>
                    </a:cubicBezTo>
                    <a:cubicBezTo>
                      <a:pt x="6283" y="5021"/>
                      <a:pt x="6617" y="4214"/>
                      <a:pt x="6617" y="3372"/>
                    </a:cubicBezTo>
                    <a:cubicBezTo>
                      <a:pt x="6617" y="2531"/>
                      <a:pt x="6283" y="1724"/>
                      <a:pt x="5688" y="1129"/>
                    </a:cubicBezTo>
                    <a:cubicBezTo>
                      <a:pt x="5094" y="534"/>
                      <a:pt x="4287" y="200"/>
                      <a:pt x="3446" y="200"/>
                    </a:cubicBezTo>
                    <a:cubicBezTo>
                      <a:pt x="2605" y="200"/>
                      <a:pt x="1798" y="534"/>
                      <a:pt x="1203" y="1129"/>
                    </a:cubicBezTo>
                    <a:cubicBezTo>
                      <a:pt x="608" y="1724"/>
                      <a:pt x="274" y="2531"/>
                      <a:pt x="274" y="3372"/>
                    </a:cubicBezTo>
                    <a:cubicBezTo>
                      <a:pt x="274" y="4214"/>
                      <a:pt x="608" y="5021"/>
                      <a:pt x="1203" y="5616"/>
                    </a:cubicBezTo>
                    <a:cubicBezTo>
                      <a:pt x="1798" y="6211"/>
                      <a:pt x="2605" y="6545"/>
                      <a:pt x="3446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90" name="Freeform: Shape 11589">
                <a:extLst>
                  <a:ext uri="{FF2B5EF4-FFF2-40B4-BE49-F238E27FC236}">
                    <a16:creationId xmlns:a16="http://schemas.microsoft.com/office/drawing/2014/main" id="{18A837C1-F9B3-3D3B-D9A6-E2AA19AF574A}"/>
                  </a:ext>
                </a:extLst>
              </p:cNvPr>
              <p:cNvSpPr/>
              <p:nvPr/>
            </p:nvSpPr>
            <p:spPr>
              <a:xfrm>
                <a:off x="9887105" y="6022915"/>
                <a:ext cx="6343" cy="6345"/>
              </a:xfrm>
              <a:custGeom>
                <a:avLst/>
                <a:gdLst>
                  <a:gd name="connsiteX0" fmla="*/ 3446 w 6343"/>
                  <a:gd name="connsiteY0" fmla="*/ 6546 h 6345"/>
                  <a:gd name="connsiteX1" fmla="*/ 5688 w 6343"/>
                  <a:gd name="connsiteY1" fmla="*/ 5617 h 6345"/>
                  <a:gd name="connsiteX2" fmla="*/ 6617 w 6343"/>
                  <a:gd name="connsiteY2" fmla="*/ 3373 h 6345"/>
                  <a:gd name="connsiteX3" fmla="*/ 5688 w 6343"/>
                  <a:gd name="connsiteY3" fmla="*/ 1130 h 6345"/>
                  <a:gd name="connsiteX4" fmla="*/ 3446 w 6343"/>
                  <a:gd name="connsiteY4" fmla="*/ 200 h 6345"/>
                  <a:gd name="connsiteX5" fmla="*/ 1203 w 6343"/>
                  <a:gd name="connsiteY5" fmla="*/ 1130 h 6345"/>
                  <a:gd name="connsiteX6" fmla="*/ 274 w 6343"/>
                  <a:gd name="connsiteY6" fmla="*/ 3373 h 6345"/>
                  <a:gd name="connsiteX7" fmla="*/ 1203 w 6343"/>
                  <a:gd name="connsiteY7" fmla="*/ 5617 h 6345"/>
                  <a:gd name="connsiteX8" fmla="*/ 3446 w 6343"/>
                  <a:gd name="connsiteY8" fmla="*/ 65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46"/>
                    </a:moveTo>
                    <a:cubicBezTo>
                      <a:pt x="4287" y="6546"/>
                      <a:pt x="5094" y="6212"/>
                      <a:pt x="5688" y="5617"/>
                    </a:cubicBezTo>
                    <a:cubicBezTo>
                      <a:pt x="6283" y="5022"/>
                      <a:pt x="6617" y="4215"/>
                      <a:pt x="6617" y="3373"/>
                    </a:cubicBezTo>
                    <a:cubicBezTo>
                      <a:pt x="6617" y="2532"/>
                      <a:pt x="6283" y="1725"/>
                      <a:pt x="5688" y="1130"/>
                    </a:cubicBezTo>
                    <a:cubicBezTo>
                      <a:pt x="5094" y="535"/>
                      <a:pt x="4287" y="200"/>
                      <a:pt x="3446" y="200"/>
                    </a:cubicBezTo>
                    <a:cubicBezTo>
                      <a:pt x="2605" y="200"/>
                      <a:pt x="1798" y="535"/>
                      <a:pt x="1203" y="1130"/>
                    </a:cubicBezTo>
                    <a:cubicBezTo>
                      <a:pt x="608" y="1725"/>
                      <a:pt x="274" y="2532"/>
                      <a:pt x="274" y="3373"/>
                    </a:cubicBezTo>
                    <a:cubicBezTo>
                      <a:pt x="274" y="4215"/>
                      <a:pt x="608" y="5022"/>
                      <a:pt x="1203" y="5617"/>
                    </a:cubicBezTo>
                    <a:cubicBezTo>
                      <a:pt x="1798" y="6212"/>
                      <a:pt x="2605" y="6546"/>
                      <a:pt x="3446" y="65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91" name="Freeform: Shape 11590">
                <a:extLst>
                  <a:ext uri="{FF2B5EF4-FFF2-40B4-BE49-F238E27FC236}">
                    <a16:creationId xmlns:a16="http://schemas.microsoft.com/office/drawing/2014/main" id="{9462AB5E-FEC3-5AC9-4509-6E68AB8E2F13}"/>
                  </a:ext>
                </a:extLst>
              </p:cNvPr>
              <p:cNvSpPr/>
              <p:nvPr/>
            </p:nvSpPr>
            <p:spPr>
              <a:xfrm>
                <a:off x="9884911" y="6029435"/>
                <a:ext cx="6343" cy="6345"/>
              </a:xfrm>
              <a:custGeom>
                <a:avLst/>
                <a:gdLst>
                  <a:gd name="connsiteX0" fmla="*/ 3446 w 6343"/>
                  <a:gd name="connsiteY0" fmla="*/ 6546 h 6345"/>
                  <a:gd name="connsiteX1" fmla="*/ 5688 w 6343"/>
                  <a:gd name="connsiteY1" fmla="*/ 5617 h 6345"/>
                  <a:gd name="connsiteX2" fmla="*/ 6617 w 6343"/>
                  <a:gd name="connsiteY2" fmla="*/ 3374 h 6345"/>
                  <a:gd name="connsiteX3" fmla="*/ 5688 w 6343"/>
                  <a:gd name="connsiteY3" fmla="*/ 1130 h 6345"/>
                  <a:gd name="connsiteX4" fmla="*/ 3446 w 6343"/>
                  <a:gd name="connsiteY4" fmla="*/ 201 h 6345"/>
                  <a:gd name="connsiteX5" fmla="*/ 1203 w 6343"/>
                  <a:gd name="connsiteY5" fmla="*/ 1130 h 6345"/>
                  <a:gd name="connsiteX6" fmla="*/ 274 w 6343"/>
                  <a:gd name="connsiteY6" fmla="*/ 3374 h 6345"/>
                  <a:gd name="connsiteX7" fmla="*/ 1203 w 6343"/>
                  <a:gd name="connsiteY7" fmla="*/ 5617 h 6345"/>
                  <a:gd name="connsiteX8" fmla="*/ 3446 w 6343"/>
                  <a:gd name="connsiteY8" fmla="*/ 65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46"/>
                    </a:moveTo>
                    <a:cubicBezTo>
                      <a:pt x="4287" y="6546"/>
                      <a:pt x="5093" y="6212"/>
                      <a:pt x="5688" y="5617"/>
                    </a:cubicBezTo>
                    <a:cubicBezTo>
                      <a:pt x="6283" y="5022"/>
                      <a:pt x="6617" y="4215"/>
                      <a:pt x="6617" y="3374"/>
                    </a:cubicBezTo>
                    <a:cubicBezTo>
                      <a:pt x="6617" y="2532"/>
                      <a:pt x="6283" y="1725"/>
                      <a:pt x="5688" y="1130"/>
                    </a:cubicBezTo>
                    <a:cubicBezTo>
                      <a:pt x="5093" y="535"/>
                      <a:pt x="4287" y="201"/>
                      <a:pt x="3446" y="201"/>
                    </a:cubicBezTo>
                    <a:cubicBezTo>
                      <a:pt x="2604" y="201"/>
                      <a:pt x="1798" y="535"/>
                      <a:pt x="1203" y="1130"/>
                    </a:cubicBezTo>
                    <a:cubicBezTo>
                      <a:pt x="608" y="1725"/>
                      <a:pt x="274" y="2532"/>
                      <a:pt x="274" y="3374"/>
                    </a:cubicBezTo>
                    <a:cubicBezTo>
                      <a:pt x="274" y="4215"/>
                      <a:pt x="608" y="5022"/>
                      <a:pt x="1203" y="5617"/>
                    </a:cubicBezTo>
                    <a:cubicBezTo>
                      <a:pt x="1798" y="6212"/>
                      <a:pt x="2604" y="6546"/>
                      <a:pt x="3446" y="65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92" name="Freeform: Shape 11591">
                <a:extLst>
                  <a:ext uri="{FF2B5EF4-FFF2-40B4-BE49-F238E27FC236}">
                    <a16:creationId xmlns:a16="http://schemas.microsoft.com/office/drawing/2014/main" id="{BF70627E-463C-94FC-75B1-63A4B8C76138}"/>
                  </a:ext>
                </a:extLst>
              </p:cNvPr>
              <p:cNvSpPr/>
              <p:nvPr/>
            </p:nvSpPr>
            <p:spPr>
              <a:xfrm>
                <a:off x="9965893" y="6176898"/>
                <a:ext cx="6343" cy="6345"/>
              </a:xfrm>
              <a:custGeom>
                <a:avLst/>
                <a:gdLst>
                  <a:gd name="connsiteX0" fmla="*/ 3452 w 6343"/>
                  <a:gd name="connsiteY0" fmla="*/ 6558 h 6345"/>
                  <a:gd name="connsiteX1" fmla="*/ 5695 w 6343"/>
                  <a:gd name="connsiteY1" fmla="*/ 5629 h 6345"/>
                  <a:gd name="connsiteX2" fmla="*/ 6623 w 6343"/>
                  <a:gd name="connsiteY2" fmla="*/ 3385 h 6345"/>
                  <a:gd name="connsiteX3" fmla="*/ 5695 w 6343"/>
                  <a:gd name="connsiteY3" fmla="*/ 1142 h 6345"/>
                  <a:gd name="connsiteX4" fmla="*/ 3452 w 6343"/>
                  <a:gd name="connsiteY4" fmla="*/ 213 h 6345"/>
                  <a:gd name="connsiteX5" fmla="*/ 1209 w 6343"/>
                  <a:gd name="connsiteY5" fmla="*/ 1142 h 6345"/>
                  <a:gd name="connsiteX6" fmla="*/ 280 w 6343"/>
                  <a:gd name="connsiteY6" fmla="*/ 3385 h 6345"/>
                  <a:gd name="connsiteX7" fmla="*/ 1209 w 6343"/>
                  <a:gd name="connsiteY7" fmla="*/ 5629 h 6345"/>
                  <a:gd name="connsiteX8" fmla="*/ 345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58"/>
                    </a:moveTo>
                    <a:cubicBezTo>
                      <a:pt x="4293" y="6558"/>
                      <a:pt x="5100" y="6224"/>
                      <a:pt x="5695" y="5629"/>
                    </a:cubicBezTo>
                    <a:cubicBezTo>
                      <a:pt x="6289" y="5034"/>
                      <a:pt x="6623" y="4227"/>
                      <a:pt x="6623" y="3385"/>
                    </a:cubicBezTo>
                    <a:cubicBezTo>
                      <a:pt x="6623" y="2544"/>
                      <a:pt x="6289" y="1737"/>
                      <a:pt x="5695" y="1142"/>
                    </a:cubicBezTo>
                    <a:cubicBezTo>
                      <a:pt x="5100" y="547"/>
                      <a:pt x="4293" y="213"/>
                      <a:pt x="3452" y="213"/>
                    </a:cubicBezTo>
                    <a:cubicBezTo>
                      <a:pt x="2611" y="213"/>
                      <a:pt x="1804" y="547"/>
                      <a:pt x="1209" y="1142"/>
                    </a:cubicBezTo>
                    <a:cubicBezTo>
                      <a:pt x="615" y="1737"/>
                      <a:pt x="280" y="2544"/>
                      <a:pt x="280" y="3385"/>
                    </a:cubicBezTo>
                    <a:cubicBezTo>
                      <a:pt x="280" y="4227"/>
                      <a:pt x="615" y="5034"/>
                      <a:pt x="1209" y="5629"/>
                    </a:cubicBezTo>
                    <a:cubicBezTo>
                      <a:pt x="1804" y="6224"/>
                      <a:pt x="2611" y="6558"/>
                      <a:pt x="345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93" name="Freeform: Shape 11592">
                <a:extLst>
                  <a:ext uri="{FF2B5EF4-FFF2-40B4-BE49-F238E27FC236}">
                    <a16:creationId xmlns:a16="http://schemas.microsoft.com/office/drawing/2014/main" id="{6D7E2159-0327-B9B8-DA74-2D7F03F3299A}"/>
                  </a:ext>
                </a:extLst>
              </p:cNvPr>
              <p:cNvSpPr/>
              <p:nvPr/>
            </p:nvSpPr>
            <p:spPr>
              <a:xfrm>
                <a:off x="9959837" y="6179000"/>
                <a:ext cx="6343" cy="6345"/>
              </a:xfrm>
              <a:custGeom>
                <a:avLst/>
                <a:gdLst>
                  <a:gd name="connsiteX0" fmla="*/ 3451 w 6343"/>
                  <a:gd name="connsiteY0" fmla="*/ 6558 h 6345"/>
                  <a:gd name="connsiteX1" fmla="*/ 5694 w 6343"/>
                  <a:gd name="connsiteY1" fmla="*/ 5629 h 6345"/>
                  <a:gd name="connsiteX2" fmla="*/ 6623 w 6343"/>
                  <a:gd name="connsiteY2" fmla="*/ 3385 h 6345"/>
                  <a:gd name="connsiteX3" fmla="*/ 5694 w 6343"/>
                  <a:gd name="connsiteY3" fmla="*/ 1142 h 6345"/>
                  <a:gd name="connsiteX4" fmla="*/ 3451 w 6343"/>
                  <a:gd name="connsiteY4" fmla="*/ 213 h 6345"/>
                  <a:gd name="connsiteX5" fmla="*/ 1209 w 6343"/>
                  <a:gd name="connsiteY5" fmla="*/ 1142 h 6345"/>
                  <a:gd name="connsiteX6" fmla="*/ 280 w 6343"/>
                  <a:gd name="connsiteY6" fmla="*/ 3385 h 6345"/>
                  <a:gd name="connsiteX7" fmla="*/ 1209 w 6343"/>
                  <a:gd name="connsiteY7" fmla="*/ 5629 h 6345"/>
                  <a:gd name="connsiteX8" fmla="*/ 345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558"/>
                    </a:moveTo>
                    <a:cubicBezTo>
                      <a:pt x="4293" y="6558"/>
                      <a:pt x="5099" y="6224"/>
                      <a:pt x="5694" y="5629"/>
                    </a:cubicBezTo>
                    <a:cubicBezTo>
                      <a:pt x="6289" y="5034"/>
                      <a:pt x="6623" y="4227"/>
                      <a:pt x="6623" y="3385"/>
                    </a:cubicBezTo>
                    <a:cubicBezTo>
                      <a:pt x="6623" y="2544"/>
                      <a:pt x="6289" y="1737"/>
                      <a:pt x="5694" y="1142"/>
                    </a:cubicBezTo>
                    <a:cubicBezTo>
                      <a:pt x="5099" y="547"/>
                      <a:pt x="4293" y="213"/>
                      <a:pt x="3451" y="213"/>
                    </a:cubicBezTo>
                    <a:cubicBezTo>
                      <a:pt x="2610" y="213"/>
                      <a:pt x="1804" y="547"/>
                      <a:pt x="1209" y="1142"/>
                    </a:cubicBezTo>
                    <a:cubicBezTo>
                      <a:pt x="614" y="1737"/>
                      <a:pt x="280" y="2544"/>
                      <a:pt x="280" y="3385"/>
                    </a:cubicBezTo>
                    <a:cubicBezTo>
                      <a:pt x="280" y="4227"/>
                      <a:pt x="614" y="5034"/>
                      <a:pt x="1209" y="5629"/>
                    </a:cubicBezTo>
                    <a:cubicBezTo>
                      <a:pt x="1804" y="6224"/>
                      <a:pt x="2610" y="6558"/>
                      <a:pt x="345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94" name="Freeform: Shape 11593">
                <a:extLst>
                  <a:ext uri="{FF2B5EF4-FFF2-40B4-BE49-F238E27FC236}">
                    <a16:creationId xmlns:a16="http://schemas.microsoft.com/office/drawing/2014/main" id="{F01F48AA-6271-6EE6-A652-543E6433C294}"/>
                  </a:ext>
                </a:extLst>
              </p:cNvPr>
              <p:cNvSpPr/>
              <p:nvPr/>
            </p:nvSpPr>
            <p:spPr>
              <a:xfrm>
                <a:off x="9953308" y="6180246"/>
                <a:ext cx="6343" cy="6345"/>
              </a:xfrm>
              <a:custGeom>
                <a:avLst/>
                <a:gdLst>
                  <a:gd name="connsiteX0" fmla="*/ 3451 w 6343"/>
                  <a:gd name="connsiteY0" fmla="*/ 6558 h 6345"/>
                  <a:gd name="connsiteX1" fmla="*/ 5694 w 6343"/>
                  <a:gd name="connsiteY1" fmla="*/ 5629 h 6345"/>
                  <a:gd name="connsiteX2" fmla="*/ 6622 w 6343"/>
                  <a:gd name="connsiteY2" fmla="*/ 3386 h 6345"/>
                  <a:gd name="connsiteX3" fmla="*/ 5694 w 6343"/>
                  <a:gd name="connsiteY3" fmla="*/ 1142 h 6345"/>
                  <a:gd name="connsiteX4" fmla="*/ 3451 w 6343"/>
                  <a:gd name="connsiteY4" fmla="*/ 213 h 6345"/>
                  <a:gd name="connsiteX5" fmla="*/ 1208 w 6343"/>
                  <a:gd name="connsiteY5" fmla="*/ 1142 h 6345"/>
                  <a:gd name="connsiteX6" fmla="*/ 279 w 6343"/>
                  <a:gd name="connsiteY6" fmla="*/ 3386 h 6345"/>
                  <a:gd name="connsiteX7" fmla="*/ 1208 w 6343"/>
                  <a:gd name="connsiteY7" fmla="*/ 5629 h 6345"/>
                  <a:gd name="connsiteX8" fmla="*/ 345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558"/>
                    </a:moveTo>
                    <a:cubicBezTo>
                      <a:pt x="4292" y="6558"/>
                      <a:pt x="5099" y="6224"/>
                      <a:pt x="5694" y="5629"/>
                    </a:cubicBezTo>
                    <a:cubicBezTo>
                      <a:pt x="6288" y="5034"/>
                      <a:pt x="6622" y="4227"/>
                      <a:pt x="6622" y="3386"/>
                    </a:cubicBezTo>
                    <a:cubicBezTo>
                      <a:pt x="6622" y="2544"/>
                      <a:pt x="6288" y="1737"/>
                      <a:pt x="5694" y="1142"/>
                    </a:cubicBezTo>
                    <a:cubicBezTo>
                      <a:pt x="5099" y="547"/>
                      <a:pt x="4292" y="213"/>
                      <a:pt x="3451" y="213"/>
                    </a:cubicBezTo>
                    <a:cubicBezTo>
                      <a:pt x="2610" y="213"/>
                      <a:pt x="1803" y="547"/>
                      <a:pt x="1208" y="1142"/>
                    </a:cubicBezTo>
                    <a:cubicBezTo>
                      <a:pt x="614" y="1737"/>
                      <a:pt x="279" y="2544"/>
                      <a:pt x="279" y="3386"/>
                    </a:cubicBezTo>
                    <a:cubicBezTo>
                      <a:pt x="279" y="4227"/>
                      <a:pt x="614" y="5034"/>
                      <a:pt x="1208" y="5629"/>
                    </a:cubicBezTo>
                    <a:cubicBezTo>
                      <a:pt x="1803" y="6224"/>
                      <a:pt x="2610" y="6558"/>
                      <a:pt x="345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95" name="Freeform: Shape 11594">
                <a:extLst>
                  <a:ext uri="{FF2B5EF4-FFF2-40B4-BE49-F238E27FC236}">
                    <a16:creationId xmlns:a16="http://schemas.microsoft.com/office/drawing/2014/main" id="{643BAE99-7B59-18BA-DA37-18F616D1AD87}"/>
                  </a:ext>
                </a:extLst>
              </p:cNvPr>
              <p:cNvSpPr/>
              <p:nvPr/>
            </p:nvSpPr>
            <p:spPr>
              <a:xfrm>
                <a:off x="9946813" y="6181500"/>
                <a:ext cx="6343" cy="6345"/>
              </a:xfrm>
              <a:custGeom>
                <a:avLst/>
                <a:gdLst>
                  <a:gd name="connsiteX0" fmla="*/ 3450 w 6343"/>
                  <a:gd name="connsiteY0" fmla="*/ 6558 h 6345"/>
                  <a:gd name="connsiteX1" fmla="*/ 5693 w 6343"/>
                  <a:gd name="connsiteY1" fmla="*/ 5629 h 6345"/>
                  <a:gd name="connsiteX2" fmla="*/ 6622 w 6343"/>
                  <a:gd name="connsiteY2" fmla="*/ 3386 h 6345"/>
                  <a:gd name="connsiteX3" fmla="*/ 5693 w 6343"/>
                  <a:gd name="connsiteY3" fmla="*/ 1142 h 6345"/>
                  <a:gd name="connsiteX4" fmla="*/ 3450 w 6343"/>
                  <a:gd name="connsiteY4" fmla="*/ 213 h 6345"/>
                  <a:gd name="connsiteX5" fmla="*/ 1208 w 6343"/>
                  <a:gd name="connsiteY5" fmla="*/ 1142 h 6345"/>
                  <a:gd name="connsiteX6" fmla="*/ 279 w 6343"/>
                  <a:gd name="connsiteY6" fmla="*/ 3386 h 6345"/>
                  <a:gd name="connsiteX7" fmla="*/ 1208 w 6343"/>
                  <a:gd name="connsiteY7" fmla="*/ 5629 h 6345"/>
                  <a:gd name="connsiteX8" fmla="*/ 3450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0" y="6558"/>
                    </a:moveTo>
                    <a:cubicBezTo>
                      <a:pt x="4292" y="6558"/>
                      <a:pt x="5098" y="6224"/>
                      <a:pt x="5693" y="5629"/>
                    </a:cubicBezTo>
                    <a:cubicBezTo>
                      <a:pt x="6288" y="5034"/>
                      <a:pt x="6622" y="4227"/>
                      <a:pt x="6622" y="3386"/>
                    </a:cubicBezTo>
                    <a:cubicBezTo>
                      <a:pt x="6622" y="2544"/>
                      <a:pt x="6288" y="1737"/>
                      <a:pt x="5693" y="1142"/>
                    </a:cubicBezTo>
                    <a:cubicBezTo>
                      <a:pt x="5098" y="547"/>
                      <a:pt x="4292" y="213"/>
                      <a:pt x="3450" y="213"/>
                    </a:cubicBezTo>
                    <a:cubicBezTo>
                      <a:pt x="2609" y="213"/>
                      <a:pt x="1803" y="547"/>
                      <a:pt x="1208" y="1142"/>
                    </a:cubicBezTo>
                    <a:cubicBezTo>
                      <a:pt x="613" y="1737"/>
                      <a:pt x="279" y="2544"/>
                      <a:pt x="279" y="3386"/>
                    </a:cubicBezTo>
                    <a:cubicBezTo>
                      <a:pt x="279" y="4227"/>
                      <a:pt x="613" y="5034"/>
                      <a:pt x="1208" y="5629"/>
                    </a:cubicBezTo>
                    <a:cubicBezTo>
                      <a:pt x="1803" y="6224"/>
                      <a:pt x="2609" y="6558"/>
                      <a:pt x="3450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96" name="Freeform: Shape 11595">
                <a:extLst>
                  <a:ext uri="{FF2B5EF4-FFF2-40B4-BE49-F238E27FC236}">
                    <a16:creationId xmlns:a16="http://schemas.microsoft.com/office/drawing/2014/main" id="{2E72700D-80B3-9843-5E45-DB07F5A60D7A}"/>
                  </a:ext>
                </a:extLst>
              </p:cNvPr>
              <p:cNvSpPr/>
              <p:nvPr/>
            </p:nvSpPr>
            <p:spPr>
              <a:xfrm>
                <a:off x="9939528" y="6181285"/>
                <a:ext cx="6343" cy="6345"/>
              </a:xfrm>
              <a:custGeom>
                <a:avLst/>
                <a:gdLst>
                  <a:gd name="connsiteX0" fmla="*/ 3450 w 6343"/>
                  <a:gd name="connsiteY0" fmla="*/ 6558 h 6345"/>
                  <a:gd name="connsiteX1" fmla="*/ 5692 w 6343"/>
                  <a:gd name="connsiteY1" fmla="*/ 5629 h 6345"/>
                  <a:gd name="connsiteX2" fmla="*/ 6621 w 6343"/>
                  <a:gd name="connsiteY2" fmla="*/ 3386 h 6345"/>
                  <a:gd name="connsiteX3" fmla="*/ 5692 w 6343"/>
                  <a:gd name="connsiteY3" fmla="*/ 1142 h 6345"/>
                  <a:gd name="connsiteX4" fmla="*/ 3450 w 6343"/>
                  <a:gd name="connsiteY4" fmla="*/ 213 h 6345"/>
                  <a:gd name="connsiteX5" fmla="*/ 1207 w 6343"/>
                  <a:gd name="connsiteY5" fmla="*/ 1142 h 6345"/>
                  <a:gd name="connsiteX6" fmla="*/ 278 w 6343"/>
                  <a:gd name="connsiteY6" fmla="*/ 3386 h 6345"/>
                  <a:gd name="connsiteX7" fmla="*/ 1207 w 6343"/>
                  <a:gd name="connsiteY7" fmla="*/ 5629 h 6345"/>
                  <a:gd name="connsiteX8" fmla="*/ 3450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0" y="6558"/>
                    </a:moveTo>
                    <a:cubicBezTo>
                      <a:pt x="4291" y="6558"/>
                      <a:pt x="5098" y="6224"/>
                      <a:pt x="5692" y="5629"/>
                    </a:cubicBezTo>
                    <a:cubicBezTo>
                      <a:pt x="6287" y="5034"/>
                      <a:pt x="6621" y="4227"/>
                      <a:pt x="6621" y="3386"/>
                    </a:cubicBezTo>
                    <a:cubicBezTo>
                      <a:pt x="6621" y="2544"/>
                      <a:pt x="6287" y="1737"/>
                      <a:pt x="5692" y="1142"/>
                    </a:cubicBezTo>
                    <a:cubicBezTo>
                      <a:pt x="5098" y="547"/>
                      <a:pt x="4291" y="213"/>
                      <a:pt x="3450" y="213"/>
                    </a:cubicBezTo>
                    <a:cubicBezTo>
                      <a:pt x="2609" y="213"/>
                      <a:pt x="1802" y="547"/>
                      <a:pt x="1207" y="1142"/>
                    </a:cubicBezTo>
                    <a:cubicBezTo>
                      <a:pt x="612" y="1737"/>
                      <a:pt x="278" y="2544"/>
                      <a:pt x="278" y="3386"/>
                    </a:cubicBezTo>
                    <a:cubicBezTo>
                      <a:pt x="278" y="4227"/>
                      <a:pt x="612" y="5034"/>
                      <a:pt x="1207" y="5629"/>
                    </a:cubicBezTo>
                    <a:cubicBezTo>
                      <a:pt x="1802" y="6224"/>
                      <a:pt x="2609" y="6558"/>
                      <a:pt x="3450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97" name="Freeform: Shape 11596">
                <a:extLst>
                  <a:ext uri="{FF2B5EF4-FFF2-40B4-BE49-F238E27FC236}">
                    <a16:creationId xmlns:a16="http://schemas.microsoft.com/office/drawing/2014/main" id="{5EF60B7E-CC6E-0541-3EC7-CAE0514C4E2E}"/>
                  </a:ext>
                </a:extLst>
              </p:cNvPr>
              <p:cNvSpPr/>
              <p:nvPr/>
            </p:nvSpPr>
            <p:spPr>
              <a:xfrm>
                <a:off x="9931903" y="6180355"/>
                <a:ext cx="6343" cy="6345"/>
              </a:xfrm>
              <a:custGeom>
                <a:avLst/>
                <a:gdLst>
                  <a:gd name="connsiteX0" fmla="*/ 3449 w 6343"/>
                  <a:gd name="connsiteY0" fmla="*/ 6558 h 6345"/>
                  <a:gd name="connsiteX1" fmla="*/ 5692 w 6343"/>
                  <a:gd name="connsiteY1" fmla="*/ 5629 h 6345"/>
                  <a:gd name="connsiteX2" fmla="*/ 6621 w 6343"/>
                  <a:gd name="connsiteY2" fmla="*/ 3386 h 6345"/>
                  <a:gd name="connsiteX3" fmla="*/ 5692 w 6343"/>
                  <a:gd name="connsiteY3" fmla="*/ 1142 h 6345"/>
                  <a:gd name="connsiteX4" fmla="*/ 3449 w 6343"/>
                  <a:gd name="connsiteY4" fmla="*/ 213 h 6345"/>
                  <a:gd name="connsiteX5" fmla="*/ 1207 w 6343"/>
                  <a:gd name="connsiteY5" fmla="*/ 1142 h 6345"/>
                  <a:gd name="connsiteX6" fmla="*/ 278 w 6343"/>
                  <a:gd name="connsiteY6" fmla="*/ 3386 h 6345"/>
                  <a:gd name="connsiteX7" fmla="*/ 1207 w 6343"/>
                  <a:gd name="connsiteY7" fmla="*/ 5629 h 6345"/>
                  <a:gd name="connsiteX8" fmla="*/ 3449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558"/>
                    </a:moveTo>
                    <a:cubicBezTo>
                      <a:pt x="4290" y="6558"/>
                      <a:pt x="5097" y="6224"/>
                      <a:pt x="5692" y="5629"/>
                    </a:cubicBezTo>
                    <a:cubicBezTo>
                      <a:pt x="6287" y="5034"/>
                      <a:pt x="6621" y="4227"/>
                      <a:pt x="6621" y="3386"/>
                    </a:cubicBezTo>
                    <a:cubicBezTo>
                      <a:pt x="6621" y="2544"/>
                      <a:pt x="6287" y="1737"/>
                      <a:pt x="5692" y="1142"/>
                    </a:cubicBezTo>
                    <a:cubicBezTo>
                      <a:pt x="5097" y="547"/>
                      <a:pt x="4290" y="213"/>
                      <a:pt x="3449" y="213"/>
                    </a:cubicBezTo>
                    <a:cubicBezTo>
                      <a:pt x="2608" y="213"/>
                      <a:pt x="1801" y="547"/>
                      <a:pt x="1207" y="1142"/>
                    </a:cubicBezTo>
                    <a:cubicBezTo>
                      <a:pt x="612" y="1737"/>
                      <a:pt x="278" y="2544"/>
                      <a:pt x="278" y="3386"/>
                    </a:cubicBezTo>
                    <a:cubicBezTo>
                      <a:pt x="278" y="4227"/>
                      <a:pt x="612" y="5034"/>
                      <a:pt x="1207" y="5629"/>
                    </a:cubicBezTo>
                    <a:cubicBezTo>
                      <a:pt x="1801" y="6224"/>
                      <a:pt x="2608" y="6558"/>
                      <a:pt x="3449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98" name="Freeform: Shape 11597">
                <a:extLst>
                  <a:ext uri="{FF2B5EF4-FFF2-40B4-BE49-F238E27FC236}">
                    <a16:creationId xmlns:a16="http://schemas.microsoft.com/office/drawing/2014/main" id="{0F8CFD51-9FFB-187E-8433-747C88FF4D2A}"/>
                  </a:ext>
                </a:extLst>
              </p:cNvPr>
              <p:cNvSpPr/>
              <p:nvPr/>
            </p:nvSpPr>
            <p:spPr>
              <a:xfrm>
                <a:off x="9924876" y="6180412"/>
                <a:ext cx="6343" cy="6345"/>
              </a:xfrm>
              <a:custGeom>
                <a:avLst/>
                <a:gdLst>
                  <a:gd name="connsiteX0" fmla="*/ 3449 w 6343"/>
                  <a:gd name="connsiteY0" fmla="*/ 6558 h 6345"/>
                  <a:gd name="connsiteX1" fmla="*/ 5691 w 6343"/>
                  <a:gd name="connsiteY1" fmla="*/ 5629 h 6345"/>
                  <a:gd name="connsiteX2" fmla="*/ 6620 w 6343"/>
                  <a:gd name="connsiteY2" fmla="*/ 3386 h 6345"/>
                  <a:gd name="connsiteX3" fmla="*/ 5691 w 6343"/>
                  <a:gd name="connsiteY3" fmla="*/ 1142 h 6345"/>
                  <a:gd name="connsiteX4" fmla="*/ 3449 w 6343"/>
                  <a:gd name="connsiteY4" fmla="*/ 213 h 6345"/>
                  <a:gd name="connsiteX5" fmla="*/ 1206 w 6343"/>
                  <a:gd name="connsiteY5" fmla="*/ 1142 h 6345"/>
                  <a:gd name="connsiteX6" fmla="*/ 277 w 6343"/>
                  <a:gd name="connsiteY6" fmla="*/ 3386 h 6345"/>
                  <a:gd name="connsiteX7" fmla="*/ 1206 w 6343"/>
                  <a:gd name="connsiteY7" fmla="*/ 5629 h 6345"/>
                  <a:gd name="connsiteX8" fmla="*/ 3449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558"/>
                    </a:moveTo>
                    <a:cubicBezTo>
                      <a:pt x="4290" y="6558"/>
                      <a:pt x="5097" y="6224"/>
                      <a:pt x="5691" y="5629"/>
                    </a:cubicBezTo>
                    <a:cubicBezTo>
                      <a:pt x="6286" y="5034"/>
                      <a:pt x="6620" y="4227"/>
                      <a:pt x="6620" y="3386"/>
                    </a:cubicBezTo>
                    <a:cubicBezTo>
                      <a:pt x="6620" y="2544"/>
                      <a:pt x="6286" y="1737"/>
                      <a:pt x="5691" y="1142"/>
                    </a:cubicBezTo>
                    <a:cubicBezTo>
                      <a:pt x="5097" y="547"/>
                      <a:pt x="4290" y="213"/>
                      <a:pt x="3449" y="213"/>
                    </a:cubicBezTo>
                    <a:cubicBezTo>
                      <a:pt x="2608" y="213"/>
                      <a:pt x="1801" y="547"/>
                      <a:pt x="1206" y="1142"/>
                    </a:cubicBezTo>
                    <a:cubicBezTo>
                      <a:pt x="611" y="1737"/>
                      <a:pt x="277" y="2544"/>
                      <a:pt x="277" y="3386"/>
                    </a:cubicBezTo>
                    <a:cubicBezTo>
                      <a:pt x="277" y="4227"/>
                      <a:pt x="611" y="5034"/>
                      <a:pt x="1206" y="5629"/>
                    </a:cubicBezTo>
                    <a:cubicBezTo>
                      <a:pt x="1801" y="6224"/>
                      <a:pt x="2608" y="6558"/>
                      <a:pt x="3449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99" name="Freeform: Shape 11598">
                <a:extLst>
                  <a:ext uri="{FF2B5EF4-FFF2-40B4-BE49-F238E27FC236}">
                    <a16:creationId xmlns:a16="http://schemas.microsoft.com/office/drawing/2014/main" id="{10468294-2791-1CCB-4A93-2D196391C3B7}"/>
                  </a:ext>
                </a:extLst>
              </p:cNvPr>
              <p:cNvSpPr/>
              <p:nvPr/>
            </p:nvSpPr>
            <p:spPr>
              <a:xfrm>
                <a:off x="9917747" y="6180195"/>
                <a:ext cx="6343" cy="6345"/>
              </a:xfrm>
              <a:custGeom>
                <a:avLst/>
                <a:gdLst>
                  <a:gd name="connsiteX0" fmla="*/ 3448 w 6343"/>
                  <a:gd name="connsiteY0" fmla="*/ 6558 h 6345"/>
                  <a:gd name="connsiteX1" fmla="*/ 5691 w 6343"/>
                  <a:gd name="connsiteY1" fmla="*/ 5629 h 6345"/>
                  <a:gd name="connsiteX2" fmla="*/ 6620 w 6343"/>
                  <a:gd name="connsiteY2" fmla="*/ 3386 h 6345"/>
                  <a:gd name="connsiteX3" fmla="*/ 5691 w 6343"/>
                  <a:gd name="connsiteY3" fmla="*/ 1142 h 6345"/>
                  <a:gd name="connsiteX4" fmla="*/ 3448 w 6343"/>
                  <a:gd name="connsiteY4" fmla="*/ 213 h 6345"/>
                  <a:gd name="connsiteX5" fmla="*/ 1206 w 6343"/>
                  <a:gd name="connsiteY5" fmla="*/ 1142 h 6345"/>
                  <a:gd name="connsiteX6" fmla="*/ 277 w 6343"/>
                  <a:gd name="connsiteY6" fmla="*/ 3386 h 6345"/>
                  <a:gd name="connsiteX7" fmla="*/ 1206 w 6343"/>
                  <a:gd name="connsiteY7" fmla="*/ 5629 h 6345"/>
                  <a:gd name="connsiteX8" fmla="*/ 3448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58"/>
                    </a:moveTo>
                    <a:cubicBezTo>
                      <a:pt x="4289" y="6558"/>
                      <a:pt x="5096" y="6224"/>
                      <a:pt x="5691" y="5629"/>
                    </a:cubicBezTo>
                    <a:cubicBezTo>
                      <a:pt x="6286" y="5034"/>
                      <a:pt x="6620" y="4227"/>
                      <a:pt x="6620" y="3386"/>
                    </a:cubicBezTo>
                    <a:cubicBezTo>
                      <a:pt x="6620" y="2544"/>
                      <a:pt x="6286" y="1737"/>
                      <a:pt x="5691" y="1142"/>
                    </a:cubicBezTo>
                    <a:cubicBezTo>
                      <a:pt x="5096" y="547"/>
                      <a:pt x="4289" y="213"/>
                      <a:pt x="3448" y="213"/>
                    </a:cubicBezTo>
                    <a:cubicBezTo>
                      <a:pt x="2607" y="213"/>
                      <a:pt x="1800" y="547"/>
                      <a:pt x="1206" y="1142"/>
                    </a:cubicBezTo>
                    <a:cubicBezTo>
                      <a:pt x="611" y="1737"/>
                      <a:pt x="277" y="2544"/>
                      <a:pt x="277" y="3386"/>
                    </a:cubicBezTo>
                    <a:cubicBezTo>
                      <a:pt x="277" y="4227"/>
                      <a:pt x="611" y="5034"/>
                      <a:pt x="1206" y="5629"/>
                    </a:cubicBezTo>
                    <a:cubicBezTo>
                      <a:pt x="1800" y="6224"/>
                      <a:pt x="2607" y="6558"/>
                      <a:pt x="3448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00" name="Freeform: Shape 11599">
                <a:extLst>
                  <a:ext uri="{FF2B5EF4-FFF2-40B4-BE49-F238E27FC236}">
                    <a16:creationId xmlns:a16="http://schemas.microsoft.com/office/drawing/2014/main" id="{189BD7E3-9345-5B16-E340-E039E9708A42}"/>
                  </a:ext>
                </a:extLst>
              </p:cNvPr>
              <p:cNvSpPr/>
              <p:nvPr/>
            </p:nvSpPr>
            <p:spPr>
              <a:xfrm>
                <a:off x="9911107" y="6180811"/>
                <a:ext cx="6343" cy="6345"/>
              </a:xfrm>
              <a:custGeom>
                <a:avLst/>
                <a:gdLst>
                  <a:gd name="connsiteX0" fmla="*/ 3448 w 6343"/>
                  <a:gd name="connsiteY0" fmla="*/ 6558 h 6345"/>
                  <a:gd name="connsiteX1" fmla="*/ 5690 w 6343"/>
                  <a:gd name="connsiteY1" fmla="*/ 5629 h 6345"/>
                  <a:gd name="connsiteX2" fmla="*/ 6619 w 6343"/>
                  <a:gd name="connsiteY2" fmla="*/ 3386 h 6345"/>
                  <a:gd name="connsiteX3" fmla="*/ 5690 w 6343"/>
                  <a:gd name="connsiteY3" fmla="*/ 1142 h 6345"/>
                  <a:gd name="connsiteX4" fmla="*/ 3448 w 6343"/>
                  <a:gd name="connsiteY4" fmla="*/ 213 h 6345"/>
                  <a:gd name="connsiteX5" fmla="*/ 1205 w 6343"/>
                  <a:gd name="connsiteY5" fmla="*/ 1142 h 6345"/>
                  <a:gd name="connsiteX6" fmla="*/ 276 w 6343"/>
                  <a:gd name="connsiteY6" fmla="*/ 3386 h 6345"/>
                  <a:gd name="connsiteX7" fmla="*/ 1205 w 6343"/>
                  <a:gd name="connsiteY7" fmla="*/ 5629 h 6345"/>
                  <a:gd name="connsiteX8" fmla="*/ 3448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58"/>
                    </a:moveTo>
                    <a:cubicBezTo>
                      <a:pt x="4289" y="6558"/>
                      <a:pt x="5095" y="6224"/>
                      <a:pt x="5690" y="5629"/>
                    </a:cubicBezTo>
                    <a:cubicBezTo>
                      <a:pt x="6285" y="5034"/>
                      <a:pt x="6619" y="4227"/>
                      <a:pt x="6619" y="3386"/>
                    </a:cubicBezTo>
                    <a:cubicBezTo>
                      <a:pt x="6619" y="2544"/>
                      <a:pt x="6285" y="1737"/>
                      <a:pt x="5690" y="1142"/>
                    </a:cubicBezTo>
                    <a:cubicBezTo>
                      <a:pt x="5095" y="547"/>
                      <a:pt x="4289" y="213"/>
                      <a:pt x="3448" y="213"/>
                    </a:cubicBezTo>
                    <a:cubicBezTo>
                      <a:pt x="2607" y="213"/>
                      <a:pt x="1800" y="547"/>
                      <a:pt x="1205" y="1142"/>
                    </a:cubicBezTo>
                    <a:cubicBezTo>
                      <a:pt x="610" y="1737"/>
                      <a:pt x="276" y="2544"/>
                      <a:pt x="276" y="3386"/>
                    </a:cubicBezTo>
                    <a:cubicBezTo>
                      <a:pt x="276" y="4227"/>
                      <a:pt x="610" y="5034"/>
                      <a:pt x="1205" y="5629"/>
                    </a:cubicBezTo>
                    <a:cubicBezTo>
                      <a:pt x="1800" y="6224"/>
                      <a:pt x="2607" y="6558"/>
                      <a:pt x="3448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01" name="Freeform: Shape 11600">
                <a:extLst>
                  <a:ext uri="{FF2B5EF4-FFF2-40B4-BE49-F238E27FC236}">
                    <a16:creationId xmlns:a16="http://schemas.microsoft.com/office/drawing/2014/main" id="{6EC1F472-497C-7C40-5495-4A4BE09C4FF3}"/>
                  </a:ext>
                </a:extLst>
              </p:cNvPr>
              <p:cNvSpPr/>
              <p:nvPr/>
            </p:nvSpPr>
            <p:spPr>
              <a:xfrm>
                <a:off x="9904304" y="6181045"/>
                <a:ext cx="6343" cy="6345"/>
              </a:xfrm>
              <a:custGeom>
                <a:avLst/>
                <a:gdLst>
                  <a:gd name="connsiteX0" fmla="*/ 3447 w 6343"/>
                  <a:gd name="connsiteY0" fmla="*/ 6558 h 6345"/>
                  <a:gd name="connsiteX1" fmla="*/ 5690 w 6343"/>
                  <a:gd name="connsiteY1" fmla="*/ 5629 h 6345"/>
                  <a:gd name="connsiteX2" fmla="*/ 6619 w 6343"/>
                  <a:gd name="connsiteY2" fmla="*/ 3386 h 6345"/>
                  <a:gd name="connsiteX3" fmla="*/ 5690 w 6343"/>
                  <a:gd name="connsiteY3" fmla="*/ 1142 h 6345"/>
                  <a:gd name="connsiteX4" fmla="*/ 3447 w 6343"/>
                  <a:gd name="connsiteY4" fmla="*/ 213 h 6345"/>
                  <a:gd name="connsiteX5" fmla="*/ 1204 w 6343"/>
                  <a:gd name="connsiteY5" fmla="*/ 1142 h 6345"/>
                  <a:gd name="connsiteX6" fmla="*/ 276 w 6343"/>
                  <a:gd name="connsiteY6" fmla="*/ 3386 h 6345"/>
                  <a:gd name="connsiteX7" fmla="*/ 1204 w 6343"/>
                  <a:gd name="connsiteY7" fmla="*/ 5629 h 6345"/>
                  <a:gd name="connsiteX8" fmla="*/ 3447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58"/>
                    </a:moveTo>
                    <a:cubicBezTo>
                      <a:pt x="4288" y="6558"/>
                      <a:pt x="5095" y="6224"/>
                      <a:pt x="5690" y="5629"/>
                    </a:cubicBezTo>
                    <a:cubicBezTo>
                      <a:pt x="6284" y="5034"/>
                      <a:pt x="6619" y="4227"/>
                      <a:pt x="6619" y="3386"/>
                    </a:cubicBezTo>
                    <a:cubicBezTo>
                      <a:pt x="6619" y="2544"/>
                      <a:pt x="6284" y="1737"/>
                      <a:pt x="5690" y="1142"/>
                    </a:cubicBezTo>
                    <a:cubicBezTo>
                      <a:pt x="5095" y="547"/>
                      <a:pt x="4288" y="213"/>
                      <a:pt x="3447" y="213"/>
                    </a:cubicBezTo>
                    <a:cubicBezTo>
                      <a:pt x="2606" y="213"/>
                      <a:pt x="1799" y="547"/>
                      <a:pt x="1204" y="1142"/>
                    </a:cubicBezTo>
                    <a:cubicBezTo>
                      <a:pt x="610" y="1737"/>
                      <a:pt x="276" y="2544"/>
                      <a:pt x="276" y="3386"/>
                    </a:cubicBezTo>
                    <a:cubicBezTo>
                      <a:pt x="276" y="4227"/>
                      <a:pt x="610" y="5034"/>
                      <a:pt x="1204" y="5629"/>
                    </a:cubicBezTo>
                    <a:cubicBezTo>
                      <a:pt x="1799" y="6224"/>
                      <a:pt x="2606" y="6558"/>
                      <a:pt x="3447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02" name="Freeform: Shape 11601">
                <a:extLst>
                  <a:ext uri="{FF2B5EF4-FFF2-40B4-BE49-F238E27FC236}">
                    <a16:creationId xmlns:a16="http://schemas.microsoft.com/office/drawing/2014/main" id="{7F981B4B-EF25-2090-B751-6DD15DA6DCAC}"/>
                  </a:ext>
                </a:extLst>
              </p:cNvPr>
              <p:cNvSpPr/>
              <p:nvPr/>
            </p:nvSpPr>
            <p:spPr>
              <a:xfrm>
                <a:off x="9897914" y="6182010"/>
                <a:ext cx="6343" cy="6345"/>
              </a:xfrm>
              <a:custGeom>
                <a:avLst/>
                <a:gdLst>
                  <a:gd name="connsiteX0" fmla="*/ 3447 w 6343"/>
                  <a:gd name="connsiteY0" fmla="*/ 6558 h 6345"/>
                  <a:gd name="connsiteX1" fmla="*/ 5689 w 6343"/>
                  <a:gd name="connsiteY1" fmla="*/ 5629 h 6345"/>
                  <a:gd name="connsiteX2" fmla="*/ 6618 w 6343"/>
                  <a:gd name="connsiteY2" fmla="*/ 3386 h 6345"/>
                  <a:gd name="connsiteX3" fmla="*/ 5689 w 6343"/>
                  <a:gd name="connsiteY3" fmla="*/ 1142 h 6345"/>
                  <a:gd name="connsiteX4" fmla="*/ 3447 w 6343"/>
                  <a:gd name="connsiteY4" fmla="*/ 213 h 6345"/>
                  <a:gd name="connsiteX5" fmla="*/ 1204 w 6343"/>
                  <a:gd name="connsiteY5" fmla="*/ 1142 h 6345"/>
                  <a:gd name="connsiteX6" fmla="*/ 275 w 6343"/>
                  <a:gd name="connsiteY6" fmla="*/ 3386 h 6345"/>
                  <a:gd name="connsiteX7" fmla="*/ 1204 w 6343"/>
                  <a:gd name="connsiteY7" fmla="*/ 5629 h 6345"/>
                  <a:gd name="connsiteX8" fmla="*/ 3447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58"/>
                    </a:moveTo>
                    <a:cubicBezTo>
                      <a:pt x="4288" y="6558"/>
                      <a:pt x="5094" y="6224"/>
                      <a:pt x="5689" y="5629"/>
                    </a:cubicBezTo>
                    <a:cubicBezTo>
                      <a:pt x="6284" y="5034"/>
                      <a:pt x="6618" y="4227"/>
                      <a:pt x="6618" y="3386"/>
                    </a:cubicBezTo>
                    <a:cubicBezTo>
                      <a:pt x="6618" y="2544"/>
                      <a:pt x="6284" y="1737"/>
                      <a:pt x="5689" y="1142"/>
                    </a:cubicBezTo>
                    <a:cubicBezTo>
                      <a:pt x="5094" y="547"/>
                      <a:pt x="4288" y="213"/>
                      <a:pt x="3447" y="213"/>
                    </a:cubicBezTo>
                    <a:cubicBezTo>
                      <a:pt x="2605" y="213"/>
                      <a:pt x="1799" y="547"/>
                      <a:pt x="1204" y="1142"/>
                    </a:cubicBezTo>
                    <a:cubicBezTo>
                      <a:pt x="609" y="1737"/>
                      <a:pt x="275" y="2544"/>
                      <a:pt x="275" y="3386"/>
                    </a:cubicBezTo>
                    <a:cubicBezTo>
                      <a:pt x="275" y="4227"/>
                      <a:pt x="609" y="5034"/>
                      <a:pt x="1204" y="5629"/>
                    </a:cubicBezTo>
                    <a:cubicBezTo>
                      <a:pt x="1799" y="6224"/>
                      <a:pt x="2605" y="6558"/>
                      <a:pt x="3447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03" name="Freeform: Shape 11602">
                <a:extLst>
                  <a:ext uri="{FF2B5EF4-FFF2-40B4-BE49-F238E27FC236}">
                    <a16:creationId xmlns:a16="http://schemas.microsoft.com/office/drawing/2014/main" id="{D52DB26D-605F-77E9-A7FD-9EF5D2D7133F}"/>
                  </a:ext>
                </a:extLst>
              </p:cNvPr>
              <p:cNvSpPr/>
              <p:nvPr/>
            </p:nvSpPr>
            <p:spPr>
              <a:xfrm>
                <a:off x="9891586" y="6183042"/>
                <a:ext cx="6343" cy="6345"/>
              </a:xfrm>
              <a:custGeom>
                <a:avLst/>
                <a:gdLst>
                  <a:gd name="connsiteX0" fmla="*/ 3446 w 6343"/>
                  <a:gd name="connsiteY0" fmla="*/ 6558 h 6345"/>
                  <a:gd name="connsiteX1" fmla="*/ 5689 w 6343"/>
                  <a:gd name="connsiteY1" fmla="*/ 5629 h 6345"/>
                  <a:gd name="connsiteX2" fmla="*/ 6618 w 6343"/>
                  <a:gd name="connsiteY2" fmla="*/ 3386 h 6345"/>
                  <a:gd name="connsiteX3" fmla="*/ 5689 w 6343"/>
                  <a:gd name="connsiteY3" fmla="*/ 1142 h 6345"/>
                  <a:gd name="connsiteX4" fmla="*/ 3446 w 6343"/>
                  <a:gd name="connsiteY4" fmla="*/ 213 h 6345"/>
                  <a:gd name="connsiteX5" fmla="*/ 1203 w 6343"/>
                  <a:gd name="connsiteY5" fmla="*/ 1142 h 6345"/>
                  <a:gd name="connsiteX6" fmla="*/ 275 w 6343"/>
                  <a:gd name="connsiteY6" fmla="*/ 3386 h 6345"/>
                  <a:gd name="connsiteX7" fmla="*/ 1203 w 6343"/>
                  <a:gd name="connsiteY7" fmla="*/ 5629 h 6345"/>
                  <a:gd name="connsiteX8" fmla="*/ 3446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58"/>
                    </a:moveTo>
                    <a:cubicBezTo>
                      <a:pt x="4287" y="6558"/>
                      <a:pt x="5094" y="6224"/>
                      <a:pt x="5689" y="5629"/>
                    </a:cubicBezTo>
                    <a:cubicBezTo>
                      <a:pt x="6283" y="5034"/>
                      <a:pt x="6618" y="4227"/>
                      <a:pt x="6618" y="3386"/>
                    </a:cubicBezTo>
                    <a:cubicBezTo>
                      <a:pt x="6618" y="2544"/>
                      <a:pt x="6283" y="1737"/>
                      <a:pt x="5689" y="1142"/>
                    </a:cubicBezTo>
                    <a:cubicBezTo>
                      <a:pt x="5094" y="547"/>
                      <a:pt x="4287" y="213"/>
                      <a:pt x="3446" y="213"/>
                    </a:cubicBezTo>
                    <a:cubicBezTo>
                      <a:pt x="2605" y="213"/>
                      <a:pt x="1798" y="547"/>
                      <a:pt x="1203" y="1142"/>
                    </a:cubicBezTo>
                    <a:cubicBezTo>
                      <a:pt x="609" y="1737"/>
                      <a:pt x="275" y="2544"/>
                      <a:pt x="275" y="3386"/>
                    </a:cubicBezTo>
                    <a:cubicBezTo>
                      <a:pt x="275" y="4227"/>
                      <a:pt x="609" y="5034"/>
                      <a:pt x="1203" y="5629"/>
                    </a:cubicBezTo>
                    <a:cubicBezTo>
                      <a:pt x="1798" y="6224"/>
                      <a:pt x="2605" y="6558"/>
                      <a:pt x="3446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04" name="Freeform: Shape 11603">
                <a:extLst>
                  <a:ext uri="{FF2B5EF4-FFF2-40B4-BE49-F238E27FC236}">
                    <a16:creationId xmlns:a16="http://schemas.microsoft.com/office/drawing/2014/main" id="{16FF0513-59B4-0043-D03C-CB2D65C39BB4}"/>
                  </a:ext>
                </a:extLst>
              </p:cNvPr>
              <p:cNvSpPr/>
              <p:nvPr/>
            </p:nvSpPr>
            <p:spPr>
              <a:xfrm>
                <a:off x="9844059" y="6100834"/>
                <a:ext cx="6343" cy="6345"/>
              </a:xfrm>
              <a:custGeom>
                <a:avLst/>
                <a:gdLst>
                  <a:gd name="connsiteX0" fmla="*/ 3442 w 6343"/>
                  <a:gd name="connsiteY0" fmla="*/ 6552 h 6345"/>
                  <a:gd name="connsiteX1" fmla="*/ 5685 w 6343"/>
                  <a:gd name="connsiteY1" fmla="*/ 5623 h 6345"/>
                  <a:gd name="connsiteX2" fmla="*/ 6614 w 6343"/>
                  <a:gd name="connsiteY2" fmla="*/ 3379 h 6345"/>
                  <a:gd name="connsiteX3" fmla="*/ 5685 w 6343"/>
                  <a:gd name="connsiteY3" fmla="*/ 1136 h 6345"/>
                  <a:gd name="connsiteX4" fmla="*/ 3442 w 6343"/>
                  <a:gd name="connsiteY4" fmla="*/ 207 h 6345"/>
                  <a:gd name="connsiteX5" fmla="*/ 1200 w 6343"/>
                  <a:gd name="connsiteY5" fmla="*/ 1136 h 6345"/>
                  <a:gd name="connsiteX6" fmla="*/ 271 w 6343"/>
                  <a:gd name="connsiteY6" fmla="*/ 3379 h 6345"/>
                  <a:gd name="connsiteX7" fmla="*/ 1200 w 6343"/>
                  <a:gd name="connsiteY7" fmla="*/ 5623 h 6345"/>
                  <a:gd name="connsiteX8" fmla="*/ 3442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52"/>
                    </a:moveTo>
                    <a:cubicBezTo>
                      <a:pt x="4283" y="6552"/>
                      <a:pt x="5090" y="6218"/>
                      <a:pt x="5685" y="5623"/>
                    </a:cubicBezTo>
                    <a:cubicBezTo>
                      <a:pt x="6280" y="5028"/>
                      <a:pt x="6614" y="4221"/>
                      <a:pt x="6614" y="3379"/>
                    </a:cubicBezTo>
                    <a:cubicBezTo>
                      <a:pt x="6614" y="2538"/>
                      <a:pt x="6280" y="1731"/>
                      <a:pt x="5685" y="1136"/>
                    </a:cubicBezTo>
                    <a:cubicBezTo>
                      <a:pt x="5090" y="541"/>
                      <a:pt x="4283" y="207"/>
                      <a:pt x="3442" y="207"/>
                    </a:cubicBezTo>
                    <a:cubicBezTo>
                      <a:pt x="2601" y="207"/>
                      <a:pt x="1794" y="541"/>
                      <a:pt x="1200" y="1136"/>
                    </a:cubicBezTo>
                    <a:cubicBezTo>
                      <a:pt x="605" y="1731"/>
                      <a:pt x="271" y="2538"/>
                      <a:pt x="271" y="3379"/>
                    </a:cubicBezTo>
                    <a:cubicBezTo>
                      <a:pt x="271" y="4221"/>
                      <a:pt x="605" y="5028"/>
                      <a:pt x="1200" y="5623"/>
                    </a:cubicBezTo>
                    <a:cubicBezTo>
                      <a:pt x="1794" y="6218"/>
                      <a:pt x="2601" y="6552"/>
                      <a:pt x="3442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05" name="Freeform: Shape 11604">
                <a:extLst>
                  <a:ext uri="{FF2B5EF4-FFF2-40B4-BE49-F238E27FC236}">
                    <a16:creationId xmlns:a16="http://schemas.microsoft.com/office/drawing/2014/main" id="{395DE400-2224-BB13-6F0B-8FDFFC6FAFE7}"/>
                  </a:ext>
                </a:extLst>
              </p:cNvPr>
              <p:cNvSpPr/>
              <p:nvPr/>
            </p:nvSpPr>
            <p:spPr>
              <a:xfrm>
                <a:off x="9837317" y="6099612"/>
                <a:ext cx="6343" cy="6345"/>
              </a:xfrm>
              <a:custGeom>
                <a:avLst/>
                <a:gdLst>
                  <a:gd name="connsiteX0" fmla="*/ 3442 w 6343"/>
                  <a:gd name="connsiteY0" fmla="*/ 6552 h 6345"/>
                  <a:gd name="connsiteX1" fmla="*/ 5684 w 6343"/>
                  <a:gd name="connsiteY1" fmla="*/ 5623 h 6345"/>
                  <a:gd name="connsiteX2" fmla="*/ 6613 w 6343"/>
                  <a:gd name="connsiteY2" fmla="*/ 3379 h 6345"/>
                  <a:gd name="connsiteX3" fmla="*/ 5684 w 6343"/>
                  <a:gd name="connsiteY3" fmla="*/ 1136 h 6345"/>
                  <a:gd name="connsiteX4" fmla="*/ 3442 w 6343"/>
                  <a:gd name="connsiteY4" fmla="*/ 206 h 6345"/>
                  <a:gd name="connsiteX5" fmla="*/ 1199 w 6343"/>
                  <a:gd name="connsiteY5" fmla="*/ 1136 h 6345"/>
                  <a:gd name="connsiteX6" fmla="*/ 270 w 6343"/>
                  <a:gd name="connsiteY6" fmla="*/ 3379 h 6345"/>
                  <a:gd name="connsiteX7" fmla="*/ 1199 w 6343"/>
                  <a:gd name="connsiteY7" fmla="*/ 5623 h 6345"/>
                  <a:gd name="connsiteX8" fmla="*/ 3442 w 6343"/>
                  <a:gd name="connsiteY8" fmla="*/ 655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52"/>
                    </a:moveTo>
                    <a:cubicBezTo>
                      <a:pt x="4283" y="6552"/>
                      <a:pt x="5090" y="6218"/>
                      <a:pt x="5684" y="5623"/>
                    </a:cubicBezTo>
                    <a:cubicBezTo>
                      <a:pt x="6279" y="5028"/>
                      <a:pt x="6613" y="4221"/>
                      <a:pt x="6613" y="3379"/>
                    </a:cubicBezTo>
                    <a:cubicBezTo>
                      <a:pt x="6613" y="2538"/>
                      <a:pt x="6279" y="1731"/>
                      <a:pt x="5684" y="1136"/>
                    </a:cubicBezTo>
                    <a:cubicBezTo>
                      <a:pt x="5090" y="541"/>
                      <a:pt x="4283" y="206"/>
                      <a:pt x="3442" y="206"/>
                    </a:cubicBezTo>
                    <a:cubicBezTo>
                      <a:pt x="2601" y="206"/>
                      <a:pt x="1794" y="541"/>
                      <a:pt x="1199" y="1136"/>
                    </a:cubicBezTo>
                    <a:cubicBezTo>
                      <a:pt x="604" y="1731"/>
                      <a:pt x="270" y="2538"/>
                      <a:pt x="270" y="3379"/>
                    </a:cubicBezTo>
                    <a:cubicBezTo>
                      <a:pt x="270" y="4221"/>
                      <a:pt x="604" y="5028"/>
                      <a:pt x="1199" y="5623"/>
                    </a:cubicBezTo>
                    <a:cubicBezTo>
                      <a:pt x="1794" y="6218"/>
                      <a:pt x="2601" y="6552"/>
                      <a:pt x="3442" y="65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06" name="Freeform: Shape 11605">
                <a:extLst>
                  <a:ext uri="{FF2B5EF4-FFF2-40B4-BE49-F238E27FC236}">
                    <a16:creationId xmlns:a16="http://schemas.microsoft.com/office/drawing/2014/main" id="{4A902D62-8E8E-BAE4-FA2A-1CC69CDCA9FA}"/>
                  </a:ext>
                </a:extLst>
              </p:cNvPr>
              <p:cNvSpPr/>
              <p:nvPr/>
            </p:nvSpPr>
            <p:spPr>
              <a:xfrm>
                <a:off x="9750598" y="5931681"/>
                <a:ext cx="6343" cy="6345"/>
              </a:xfrm>
              <a:custGeom>
                <a:avLst/>
                <a:gdLst>
                  <a:gd name="connsiteX0" fmla="*/ 3435 w 6343"/>
                  <a:gd name="connsiteY0" fmla="*/ 6539 h 6345"/>
                  <a:gd name="connsiteX1" fmla="*/ 5678 w 6343"/>
                  <a:gd name="connsiteY1" fmla="*/ 5609 h 6345"/>
                  <a:gd name="connsiteX2" fmla="*/ 6607 w 6343"/>
                  <a:gd name="connsiteY2" fmla="*/ 3366 h 6345"/>
                  <a:gd name="connsiteX3" fmla="*/ 5678 w 6343"/>
                  <a:gd name="connsiteY3" fmla="*/ 1122 h 6345"/>
                  <a:gd name="connsiteX4" fmla="*/ 3435 w 6343"/>
                  <a:gd name="connsiteY4" fmla="*/ 193 h 6345"/>
                  <a:gd name="connsiteX5" fmla="*/ 1192 w 6343"/>
                  <a:gd name="connsiteY5" fmla="*/ 1122 h 6345"/>
                  <a:gd name="connsiteX6" fmla="*/ 263 w 6343"/>
                  <a:gd name="connsiteY6" fmla="*/ 3366 h 6345"/>
                  <a:gd name="connsiteX7" fmla="*/ 1192 w 6343"/>
                  <a:gd name="connsiteY7" fmla="*/ 5609 h 6345"/>
                  <a:gd name="connsiteX8" fmla="*/ 3435 w 6343"/>
                  <a:gd name="connsiteY8" fmla="*/ 653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5" y="6539"/>
                    </a:moveTo>
                    <a:cubicBezTo>
                      <a:pt x="4276" y="6539"/>
                      <a:pt x="5083" y="6204"/>
                      <a:pt x="5678" y="5609"/>
                    </a:cubicBezTo>
                    <a:cubicBezTo>
                      <a:pt x="6272" y="5014"/>
                      <a:pt x="6607" y="4207"/>
                      <a:pt x="6607" y="3366"/>
                    </a:cubicBezTo>
                    <a:cubicBezTo>
                      <a:pt x="6607" y="2525"/>
                      <a:pt x="6272" y="1717"/>
                      <a:pt x="5678" y="1122"/>
                    </a:cubicBezTo>
                    <a:cubicBezTo>
                      <a:pt x="5083" y="528"/>
                      <a:pt x="4276" y="193"/>
                      <a:pt x="3435" y="193"/>
                    </a:cubicBezTo>
                    <a:cubicBezTo>
                      <a:pt x="2594" y="193"/>
                      <a:pt x="1787" y="528"/>
                      <a:pt x="1192" y="1122"/>
                    </a:cubicBezTo>
                    <a:cubicBezTo>
                      <a:pt x="598" y="1717"/>
                      <a:pt x="263" y="2525"/>
                      <a:pt x="263" y="3366"/>
                    </a:cubicBezTo>
                    <a:cubicBezTo>
                      <a:pt x="263" y="4207"/>
                      <a:pt x="598" y="5014"/>
                      <a:pt x="1192" y="5609"/>
                    </a:cubicBezTo>
                    <a:cubicBezTo>
                      <a:pt x="1787" y="6204"/>
                      <a:pt x="2594" y="6539"/>
                      <a:pt x="3435" y="65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07" name="Freeform: Shape 11606">
                <a:extLst>
                  <a:ext uri="{FF2B5EF4-FFF2-40B4-BE49-F238E27FC236}">
                    <a16:creationId xmlns:a16="http://schemas.microsoft.com/office/drawing/2014/main" id="{75A8EAA7-360F-0218-6368-C294CE81CDDD}"/>
                  </a:ext>
                </a:extLst>
              </p:cNvPr>
              <p:cNvSpPr/>
              <p:nvPr/>
            </p:nvSpPr>
            <p:spPr>
              <a:xfrm>
                <a:off x="9742211" y="5924090"/>
                <a:ext cx="6343" cy="6345"/>
              </a:xfrm>
              <a:custGeom>
                <a:avLst/>
                <a:gdLst>
                  <a:gd name="connsiteX0" fmla="*/ 3434 w 6343"/>
                  <a:gd name="connsiteY0" fmla="*/ 6538 h 6345"/>
                  <a:gd name="connsiteX1" fmla="*/ 5677 w 6343"/>
                  <a:gd name="connsiteY1" fmla="*/ 5609 h 6345"/>
                  <a:gd name="connsiteX2" fmla="*/ 6606 w 6343"/>
                  <a:gd name="connsiteY2" fmla="*/ 3365 h 6345"/>
                  <a:gd name="connsiteX3" fmla="*/ 5677 w 6343"/>
                  <a:gd name="connsiteY3" fmla="*/ 1122 h 6345"/>
                  <a:gd name="connsiteX4" fmla="*/ 3434 w 6343"/>
                  <a:gd name="connsiteY4" fmla="*/ 193 h 6345"/>
                  <a:gd name="connsiteX5" fmla="*/ 1192 w 6343"/>
                  <a:gd name="connsiteY5" fmla="*/ 1122 h 6345"/>
                  <a:gd name="connsiteX6" fmla="*/ 263 w 6343"/>
                  <a:gd name="connsiteY6" fmla="*/ 3365 h 6345"/>
                  <a:gd name="connsiteX7" fmla="*/ 1192 w 6343"/>
                  <a:gd name="connsiteY7" fmla="*/ 5609 h 6345"/>
                  <a:gd name="connsiteX8" fmla="*/ 3434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38"/>
                    </a:moveTo>
                    <a:cubicBezTo>
                      <a:pt x="4275" y="6538"/>
                      <a:pt x="5082" y="6204"/>
                      <a:pt x="5677" y="5609"/>
                    </a:cubicBezTo>
                    <a:cubicBezTo>
                      <a:pt x="6272" y="5014"/>
                      <a:pt x="6606" y="4207"/>
                      <a:pt x="6606" y="3365"/>
                    </a:cubicBezTo>
                    <a:cubicBezTo>
                      <a:pt x="6606" y="2524"/>
                      <a:pt x="6272" y="1717"/>
                      <a:pt x="5677" y="1122"/>
                    </a:cubicBezTo>
                    <a:cubicBezTo>
                      <a:pt x="5082" y="527"/>
                      <a:pt x="4275" y="193"/>
                      <a:pt x="3434" y="193"/>
                    </a:cubicBezTo>
                    <a:cubicBezTo>
                      <a:pt x="2593" y="193"/>
                      <a:pt x="1786" y="527"/>
                      <a:pt x="1192" y="1122"/>
                    </a:cubicBezTo>
                    <a:cubicBezTo>
                      <a:pt x="597" y="1717"/>
                      <a:pt x="263" y="2524"/>
                      <a:pt x="263" y="3365"/>
                    </a:cubicBezTo>
                    <a:cubicBezTo>
                      <a:pt x="263" y="4207"/>
                      <a:pt x="597" y="5014"/>
                      <a:pt x="1192" y="5609"/>
                    </a:cubicBezTo>
                    <a:cubicBezTo>
                      <a:pt x="1786" y="6204"/>
                      <a:pt x="2593" y="6538"/>
                      <a:pt x="3434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08" name="Freeform: Shape 11607">
                <a:extLst>
                  <a:ext uri="{FF2B5EF4-FFF2-40B4-BE49-F238E27FC236}">
                    <a16:creationId xmlns:a16="http://schemas.microsoft.com/office/drawing/2014/main" id="{D0200DB5-26D2-5547-78D7-54A73C47647F}"/>
                  </a:ext>
                </a:extLst>
              </p:cNvPr>
              <p:cNvSpPr/>
              <p:nvPr/>
            </p:nvSpPr>
            <p:spPr>
              <a:xfrm>
                <a:off x="9737389" y="5923861"/>
                <a:ext cx="6343" cy="6345"/>
              </a:xfrm>
              <a:custGeom>
                <a:avLst/>
                <a:gdLst>
                  <a:gd name="connsiteX0" fmla="*/ 3434 w 6343"/>
                  <a:gd name="connsiteY0" fmla="*/ 6538 h 6345"/>
                  <a:gd name="connsiteX1" fmla="*/ 5677 w 6343"/>
                  <a:gd name="connsiteY1" fmla="*/ 5609 h 6345"/>
                  <a:gd name="connsiteX2" fmla="*/ 6605 w 6343"/>
                  <a:gd name="connsiteY2" fmla="*/ 3365 h 6345"/>
                  <a:gd name="connsiteX3" fmla="*/ 5677 w 6343"/>
                  <a:gd name="connsiteY3" fmla="*/ 1122 h 6345"/>
                  <a:gd name="connsiteX4" fmla="*/ 3434 w 6343"/>
                  <a:gd name="connsiteY4" fmla="*/ 193 h 6345"/>
                  <a:gd name="connsiteX5" fmla="*/ 1191 w 6343"/>
                  <a:gd name="connsiteY5" fmla="*/ 1122 h 6345"/>
                  <a:gd name="connsiteX6" fmla="*/ 262 w 6343"/>
                  <a:gd name="connsiteY6" fmla="*/ 3365 h 6345"/>
                  <a:gd name="connsiteX7" fmla="*/ 1191 w 6343"/>
                  <a:gd name="connsiteY7" fmla="*/ 5609 h 6345"/>
                  <a:gd name="connsiteX8" fmla="*/ 3434 w 6343"/>
                  <a:gd name="connsiteY8" fmla="*/ 653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4" y="6538"/>
                    </a:moveTo>
                    <a:cubicBezTo>
                      <a:pt x="4275" y="6538"/>
                      <a:pt x="5082" y="6204"/>
                      <a:pt x="5677" y="5609"/>
                    </a:cubicBezTo>
                    <a:cubicBezTo>
                      <a:pt x="6271" y="5014"/>
                      <a:pt x="6605" y="4207"/>
                      <a:pt x="6605" y="3365"/>
                    </a:cubicBezTo>
                    <a:cubicBezTo>
                      <a:pt x="6605" y="2524"/>
                      <a:pt x="6271" y="1717"/>
                      <a:pt x="5677" y="1122"/>
                    </a:cubicBezTo>
                    <a:cubicBezTo>
                      <a:pt x="5082" y="527"/>
                      <a:pt x="4275" y="193"/>
                      <a:pt x="3434" y="193"/>
                    </a:cubicBezTo>
                    <a:cubicBezTo>
                      <a:pt x="2593" y="193"/>
                      <a:pt x="1786" y="527"/>
                      <a:pt x="1191" y="1122"/>
                    </a:cubicBezTo>
                    <a:cubicBezTo>
                      <a:pt x="597" y="1717"/>
                      <a:pt x="262" y="2524"/>
                      <a:pt x="262" y="3365"/>
                    </a:cubicBezTo>
                    <a:cubicBezTo>
                      <a:pt x="262" y="4207"/>
                      <a:pt x="597" y="5014"/>
                      <a:pt x="1191" y="5609"/>
                    </a:cubicBezTo>
                    <a:cubicBezTo>
                      <a:pt x="1786" y="6204"/>
                      <a:pt x="2593" y="6538"/>
                      <a:pt x="3434" y="6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09" name="Freeform: Shape 11608">
                <a:extLst>
                  <a:ext uri="{FF2B5EF4-FFF2-40B4-BE49-F238E27FC236}">
                    <a16:creationId xmlns:a16="http://schemas.microsoft.com/office/drawing/2014/main" id="{9808D01D-AF5B-9780-CF35-DBE181AB4746}"/>
                  </a:ext>
                </a:extLst>
              </p:cNvPr>
              <p:cNvSpPr/>
              <p:nvPr/>
            </p:nvSpPr>
            <p:spPr>
              <a:xfrm>
                <a:off x="9574371" y="5577880"/>
                <a:ext cx="6343" cy="6345"/>
              </a:xfrm>
              <a:custGeom>
                <a:avLst/>
                <a:gdLst>
                  <a:gd name="connsiteX0" fmla="*/ 3421 w 6343"/>
                  <a:gd name="connsiteY0" fmla="*/ 6511 h 6345"/>
                  <a:gd name="connsiteX1" fmla="*/ 5664 w 6343"/>
                  <a:gd name="connsiteY1" fmla="*/ 5582 h 6345"/>
                  <a:gd name="connsiteX2" fmla="*/ 6593 w 6343"/>
                  <a:gd name="connsiteY2" fmla="*/ 3338 h 6345"/>
                  <a:gd name="connsiteX3" fmla="*/ 5664 w 6343"/>
                  <a:gd name="connsiteY3" fmla="*/ 1095 h 6345"/>
                  <a:gd name="connsiteX4" fmla="*/ 3421 w 6343"/>
                  <a:gd name="connsiteY4" fmla="*/ 165 h 6345"/>
                  <a:gd name="connsiteX5" fmla="*/ 1178 w 6343"/>
                  <a:gd name="connsiteY5" fmla="*/ 1095 h 6345"/>
                  <a:gd name="connsiteX6" fmla="*/ 250 w 6343"/>
                  <a:gd name="connsiteY6" fmla="*/ 3338 h 6345"/>
                  <a:gd name="connsiteX7" fmla="*/ 1178 w 6343"/>
                  <a:gd name="connsiteY7" fmla="*/ 5582 h 6345"/>
                  <a:gd name="connsiteX8" fmla="*/ 342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11"/>
                    </a:moveTo>
                    <a:cubicBezTo>
                      <a:pt x="4262" y="6511"/>
                      <a:pt x="5069" y="6176"/>
                      <a:pt x="5664" y="5582"/>
                    </a:cubicBezTo>
                    <a:cubicBezTo>
                      <a:pt x="6258" y="4987"/>
                      <a:pt x="6593" y="4179"/>
                      <a:pt x="6593" y="3338"/>
                    </a:cubicBezTo>
                    <a:cubicBezTo>
                      <a:pt x="6593" y="2497"/>
                      <a:pt x="6258" y="1690"/>
                      <a:pt x="5664" y="1095"/>
                    </a:cubicBezTo>
                    <a:cubicBezTo>
                      <a:pt x="5069" y="500"/>
                      <a:pt x="4262" y="165"/>
                      <a:pt x="3421" y="165"/>
                    </a:cubicBezTo>
                    <a:cubicBezTo>
                      <a:pt x="2580" y="165"/>
                      <a:pt x="1773" y="500"/>
                      <a:pt x="1178" y="1095"/>
                    </a:cubicBezTo>
                    <a:cubicBezTo>
                      <a:pt x="584" y="1690"/>
                      <a:pt x="250" y="2497"/>
                      <a:pt x="250" y="3338"/>
                    </a:cubicBezTo>
                    <a:cubicBezTo>
                      <a:pt x="250" y="4179"/>
                      <a:pt x="584" y="4987"/>
                      <a:pt x="1178" y="5582"/>
                    </a:cubicBezTo>
                    <a:cubicBezTo>
                      <a:pt x="1773" y="6176"/>
                      <a:pt x="2580" y="6511"/>
                      <a:pt x="342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10" name="Freeform: Shape 11609">
                <a:extLst>
                  <a:ext uri="{FF2B5EF4-FFF2-40B4-BE49-F238E27FC236}">
                    <a16:creationId xmlns:a16="http://schemas.microsoft.com/office/drawing/2014/main" id="{5DBCD665-9688-634A-5FC7-CF5D5EADC50B}"/>
                  </a:ext>
                </a:extLst>
              </p:cNvPr>
              <p:cNvSpPr/>
              <p:nvPr/>
            </p:nvSpPr>
            <p:spPr>
              <a:xfrm>
                <a:off x="9572216" y="5577759"/>
                <a:ext cx="6343" cy="6345"/>
              </a:xfrm>
              <a:custGeom>
                <a:avLst/>
                <a:gdLst>
                  <a:gd name="connsiteX0" fmla="*/ 3421 w 6343"/>
                  <a:gd name="connsiteY0" fmla="*/ 6511 h 6345"/>
                  <a:gd name="connsiteX1" fmla="*/ 5664 w 6343"/>
                  <a:gd name="connsiteY1" fmla="*/ 5581 h 6345"/>
                  <a:gd name="connsiteX2" fmla="*/ 6592 w 6343"/>
                  <a:gd name="connsiteY2" fmla="*/ 3338 h 6345"/>
                  <a:gd name="connsiteX3" fmla="*/ 5664 w 6343"/>
                  <a:gd name="connsiteY3" fmla="*/ 1095 h 6345"/>
                  <a:gd name="connsiteX4" fmla="*/ 3421 w 6343"/>
                  <a:gd name="connsiteY4" fmla="*/ 165 h 6345"/>
                  <a:gd name="connsiteX5" fmla="*/ 1178 w 6343"/>
                  <a:gd name="connsiteY5" fmla="*/ 1095 h 6345"/>
                  <a:gd name="connsiteX6" fmla="*/ 249 w 6343"/>
                  <a:gd name="connsiteY6" fmla="*/ 3338 h 6345"/>
                  <a:gd name="connsiteX7" fmla="*/ 1178 w 6343"/>
                  <a:gd name="connsiteY7" fmla="*/ 5581 h 6345"/>
                  <a:gd name="connsiteX8" fmla="*/ 342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11"/>
                    </a:moveTo>
                    <a:cubicBezTo>
                      <a:pt x="4262" y="6511"/>
                      <a:pt x="5069" y="6176"/>
                      <a:pt x="5664" y="5581"/>
                    </a:cubicBezTo>
                    <a:cubicBezTo>
                      <a:pt x="6258" y="4987"/>
                      <a:pt x="6592" y="4179"/>
                      <a:pt x="6592" y="3338"/>
                    </a:cubicBezTo>
                    <a:cubicBezTo>
                      <a:pt x="6592" y="2497"/>
                      <a:pt x="6258" y="1690"/>
                      <a:pt x="5664" y="1095"/>
                    </a:cubicBezTo>
                    <a:cubicBezTo>
                      <a:pt x="5069" y="500"/>
                      <a:pt x="4262" y="165"/>
                      <a:pt x="3421" y="165"/>
                    </a:cubicBezTo>
                    <a:cubicBezTo>
                      <a:pt x="2580" y="165"/>
                      <a:pt x="1773" y="500"/>
                      <a:pt x="1178" y="1095"/>
                    </a:cubicBezTo>
                    <a:cubicBezTo>
                      <a:pt x="584" y="1690"/>
                      <a:pt x="249" y="2497"/>
                      <a:pt x="249" y="3338"/>
                    </a:cubicBezTo>
                    <a:cubicBezTo>
                      <a:pt x="249" y="4179"/>
                      <a:pt x="584" y="4987"/>
                      <a:pt x="1178" y="5581"/>
                    </a:cubicBezTo>
                    <a:cubicBezTo>
                      <a:pt x="1773" y="6176"/>
                      <a:pt x="2580" y="6511"/>
                      <a:pt x="342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11" name="Freeform: Shape 11610">
                <a:extLst>
                  <a:ext uri="{FF2B5EF4-FFF2-40B4-BE49-F238E27FC236}">
                    <a16:creationId xmlns:a16="http://schemas.microsoft.com/office/drawing/2014/main" id="{2A4458A9-BBE2-4C30-2313-27ECADFF166A}"/>
                  </a:ext>
                </a:extLst>
              </p:cNvPr>
              <p:cNvSpPr/>
              <p:nvPr/>
            </p:nvSpPr>
            <p:spPr>
              <a:xfrm>
                <a:off x="9567911" y="5572753"/>
                <a:ext cx="6343" cy="6345"/>
              </a:xfrm>
              <a:custGeom>
                <a:avLst/>
                <a:gdLst>
                  <a:gd name="connsiteX0" fmla="*/ 3421 w 6343"/>
                  <a:gd name="connsiteY0" fmla="*/ 6510 h 6345"/>
                  <a:gd name="connsiteX1" fmla="*/ 5663 w 6343"/>
                  <a:gd name="connsiteY1" fmla="*/ 5581 h 6345"/>
                  <a:gd name="connsiteX2" fmla="*/ 6592 w 6343"/>
                  <a:gd name="connsiteY2" fmla="*/ 3338 h 6345"/>
                  <a:gd name="connsiteX3" fmla="*/ 5663 w 6343"/>
                  <a:gd name="connsiteY3" fmla="*/ 1094 h 6345"/>
                  <a:gd name="connsiteX4" fmla="*/ 3421 w 6343"/>
                  <a:gd name="connsiteY4" fmla="*/ 165 h 6345"/>
                  <a:gd name="connsiteX5" fmla="*/ 1178 w 6343"/>
                  <a:gd name="connsiteY5" fmla="*/ 1094 h 6345"/>
                  <a:gd name="connsiteX6" fmla="*/ 249 w 6343"/>
                  <a:gd name="connsiteY6" fmla="*/ 3338 h 6345"/>
                  <a:gd name="connsiteX7" fmla="*/ 1178 w 6343"/>
                  <a:gd name="connsiteY7" fmla="*/ 5581 h 6345"/>
                  <a:gd name="connsiteX8" fmla="*/ 3421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10"/>
                    </a:moveTo>
                    <a:cubicBezTo>
                      <a:pt x="4262" y="6510"/>
                      <a:pt x="5068" y="6176"/>
                      <a:pt x="5663" y="5581"/>
                    </a:cubicBezTo>
                    <a:cubicBezTo>
                      <a:pt x="6258" y="4986"/>
                      <a:pt x="6592" y="4179"/>
                      <a:pt x="6592" y="3338"/>
                    </a:cubicBezTo>
                    <a:cubicBezTo>
                      <a:pt x="6592" y="2496"/>
                      <a:pt x="6258" y="1689"/>
                      <a:pt x="5663" y="1094"/>
                    </a:cubicBezTo>
                    <a:cubicBezTo>
                      <a:pt x="5068" y="499"/>
                      <a:pt x="4262" y="165"/>
                      <a:pt x="3421" y="165"/>
                    </a:cubicBezTo>
                    <a:cubicBezTo>
                      <a:pt x="2579" y="165"/>
                      <a:pt x="1773" y="499"/>
                      <a:pt x="1178" y="1094"/>
                    </a:cubicBezTo>
                    <a:cubicBezTo>
                      <a:pt x="583" y="1689"/>
                      <a:pt x="249" y="2496"/>
                      <a:pt x="249" y="3338"/>
                    </a:cubicBezTo>
                    <a:cubicBezTo>
                      <a:pt x="249" y="4179"/>
                      <a:pt x="583" y="4986"/>
                      <a:pt x="1178" y="5581"/>
                    </a:cubicBezTo>
                    <a:cubicBezTo>
                      <a:pt x="1773" y="6176"/>
                      <a:pt x="2579" y="6510"/>
                      <a:pt x="3421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12" name="Freeform: Shape 11611">
                <a:extLst>
                  <a:ext uri="{FF2B5EF4-FFF2-40B4-BE49-F238E27FC236}">
                    <a16:creationId xmlns:a16="http://schemas.microsoft.com/office/drawing/2014/main" id="{CA4004F9-82B5-31AD-D661-EE7660FCA57F}"/>
                  </a:ext>
                </a:extLst>
              </p:cNvPr>
              <p:cNvSpPr/>
              <p:nvPr/>
            </p:nvSpPr>
            <p:spPr>
              <a:xfrm>
                <a:off x="9565899" y="5572817"/>
                <a:ext cx="6343" cy="6345"/>
              </a:xfrm>
              <a:custGeom>
                <a:avLst/>
                <a:gdLst>
                  <a:gd name="connsiteX0" fmla="*/ 3420 w 6343"/>
                  <a:gd name="connsiteY0" fmla="*/ 6510 h 6345"/>
                  <a:gd name="connsiteX1" fmla="*/ 5663 w 6343"/>
                  <a:gd name="connsiteY1" fmla="*/ 5581 h 6345"/>
                  <a:gd name="connsiteX2" fmla="*/ 6592 w 6343"/>
                  <a:gd name="connsiteY2" fmla="*/ 3338 h 6345"/>
                  <a:gd name="connsiteX3" fmla="*/ 5663 w 6343"/>
                  <a:gd name="connsiteY3" fmla="*/ 1094 h 6345"/>
                  <a:gd name="connsiteX4" fmla="*/ 3420 w 6343"/>
                  <a:gd name="connsiteY4" fmla="*/ 165 h 6345"/>
                  <a:gd name="connsiteX5" fmla="*/ 1178 w 6343"/>
                  <a:gd name="connsiteY5" fmla="*/ 1094 h 6345"/>
                  <a:gd name="connsiteX6" fmla="*/ 249 w 6343"/>
                  <a:gd name="connsiteY6" fmla="*/ 3338 h 6345"/>
                  <a:gd name="connsiteX7" fmla="*/ 1178 w 6343"/>
                  <a:gd name="connsiteY7" fmla="*/ 5581 h 6345"/>
                  <a:gd name="connsiteX8" fmla="*/ 342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10"/>
                    </a:moveTo>
                    <a:cubicBezTo>
                      <a:pt x="4262" y="6510"/>
                      <a:pt x="5068" y="6176"/>
                      <a:pt x="5663" y="5581"/>
                    </a:cubicBezTo>
                    <a:cubicBezTo>
                      <a:pt x="6258" y="4986"/>
                      <a:pt x="6592" y="4179"/>
                      <a:pt x="6592" y="3338"/>
                    </a:cubicBezTo>
                    <a:cubicBezTo>
                      <a:pt x="6592" y="2496"/>
                      <a:pt x="6258" y="1689"/>
                      <a:pt x="5663" y="1094"/>
                    </a:cubicBezTo>
                    <a:cubicBezTo>
                      <a:pt x="5068" y="499"/>
                      <a:pt x="4262" y="165"/>
                      <a:pt x="3420" y="165"/>
                    </a:cubicBezTo>
                    <a:cubicBezTo>
                      <a:pt x="2579" y="165"/>
                      <a:pt x="1773" y="499"/>
                      <a:pt x="1178" y="1094"/>
                    </a:cubicBezTo>
                    <a:cubicBezTo>
                      <a:pt x="583" y="1689"/>
                      <a:pt x="249" y="2496"/>
                      <a:pt x="249" y="3338"/>
                    </a:cubicBezTo>
                    <a:cubicBezTo>
                      <a:pt x="249" y="4179"/>
                      <a:pt x="583" y="4986"/>
                      <a:pt x="1178" y="5581"/>
                    </a:cubicBezTo>
                    <a:cubicBezTo>
                      <a:pt x="1773" y="6176"/>
                      <a:pt x="2579" y="6510"/>
                      <a:pt x="342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13" name="Freeform: Shape 11612">
                <a:extLst>
                  <a:ext uri="{FF2B5EF4-FFF2-40B4-BE49-F238E27FC236}">
                    <a16:creationId xmlns:a16="http://schemas.microsoft.com/office/drawing/2014/main" id="{9C109B43-AFF5-2C09-922F-C7BC44E24B4B}"/>
                  </a:ext>
                </a:extLst>
              </p:cNvPr>
              <p:cNvSpPr/>
              <p:nvPr/>
            </p:nvSpPr>
            <p:spPr>
              <a:xfrm>
                <a:off x="9563792" y="5572636"/>
                <a:ext cx="6343" cy="6345"/>
              </a:xfrm>
              <a:custGeom>
                <a:avLst/>
                <a:gdLst>
                  <a:gd name="connsiteX0" fmla="*/ 3420 w 6343"/>
                  <a:gd name="connsiteY0" fmla="*/ 6510 h 6345"/>
                  <a:gd name="connsiteX1" fmla="*/ 5663 w 6343"/>
                  <a:gd name="connsiteY1" fmla="*/ 5581 h 6345"/>
                  <a:gd name="connsiteX2" fmla="*/ 6592 w 6343"/>
                  <a:gd name="connsiteY2" fmla="*/ 3338 h 6345"/>
                  <a:gd name="connsiteX3" fmla="*/ 5663 w 6343"/>
                  <a:gd name="connsiteY3" fmla="*/ 1094 h 6345"/>
                  <a:gd name="connsiteX4" fmla="*/ 3420 w 6343"/>
                  <a:gd name="connsiteY4" fmla="*/ 165 h 6345"/>
                  <a:gd name="connsiteX5" fmla="*/ 1178 w 6343"/>
                  <a:gd name="connsiteY5" fmla="*/ 1094 h 6345"/>
                  <a:gd name="connsiteX6" fmla="*/ 249 w 6343"/>
                  <a:gd name="connsiteY6" fmla="*/ 3338 h 6345"/>
                  <a:gd name="connsiteX7" fmla="*/ 1178 w 6343"/>
                  <a:gd name="connsiteY7" fmla="*/ 5581 h 6345"/>
                  <a:gd name="connsiteX8" fmla="*/ 342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10"/>
                    </a:moveTo>
                    <a:cubicBezTo>
                      <a:pt x="4261" y="6510"/>
                      <a:pt x="5068" y="6176"/>
                      <a:pt x="5663" y="5581"/>
                    </a:cubicBezTo>
                    <a:cubicBezTo>
                      <a:pt x="6258" y="4986"/>
                      <a:pt x="6592" y="4179"/>
                      <a:pt x="6592" y="3338"/>
                    </a:cubicBezTo>
                    <a:cubicBezTo>
                      <a:pt x="6592" y="2496"/>
                      <a:pt x="6258" y="1689"/>
                      <a:pt x="5663" y="1094"/>
                    </a:cubicBezTo>
                    <a:cubicBezTo>
                      <a:pt x="5068" y="499"/>
                      <a:pt x="4261" y="165"/>
                      <a:pt x="3420" y="165"/>
                    </a:cubicBezTo>
                    <a:cubicBezTo>
                      <a:pt x="2579" y="165"/>
                      <a:pt x="1772" y="499"/>
                      <a:pt x="1178" y="1094"/>
                    </a:cubicBezTo>
                    <a:cubicBezTo>
                      <a:pt x="583" y="1689"/>
                      <a:pt x="249" y="2496"/>
                      <a:pt x="249" y="3338"/>
                    </a:cubicBezTo>
                    <a:cubicBezTo>
                      <a:pt x="249" y="4179"/>
                      <a:pt x="583" y="4986"/>
                      <a:pt x="1178" y="5581"/>
                    </a:cubicBezTo>
                    <a:cubicBezTo>
                      <a:pt x="1772" y="6176"/>
                      <a:pt x="2579" y="6510"/>
                      <a:pt x="342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14" name="Freeform: Shape 11613">
                <a:extLst>
                  <a:ext uri="{FF2B5EF4-FFF2-40B4-BE49-F238E27FC236}">
                    <a16:creationId xmlns:a16="http://schemas.microsoft.com/office/drawing/2014/main" id="{2C8E09D8-B75B-42F7-CCB9-D68AD25E5B3E}"/>
                  </a:ext>
                </a:extLst>
              </p:cNvPr>
              <p:cNvSpPr/>
              <p:nvPr/>
            </p:nvSpPr>
            <p:spPr>
              <a:xfrm>
                <a:off x="9562567" y="5574519"/>
                <a:ext cx="6343" cy="6345"/>
              </a:xfrm>
              <a:custGeom>
                <a:avLst/>
                <a:gdLst>
                  <a:gd name="connsiteX0" fmla="*/ 3420 w 6343"/>
                  <a:gd name="connsiteY0" fmla="*/ 6510 h 6345"/>
                  <a:gd name="connsiteX1" fmla="*/ 5663 w 6343"/>
                  <a:gd name="connsiteY1" fmla="*/ 5581 h 6345"/>
                  <a:gd name="connsiteX2" fmla="*/ 6592 w 6343"/>
                  <a:gd name="connsiteY2" fmla="*/ 3338 h 6345"/>
                  <a:gd name="connsiteX3" fmla="*/ 5663 w 6343"/>
                  <a:gd name="connsiteY3" fmla="*/ 1094 h 6345"/>
                  <a:gd name="connsiteX4" fmla="*/ 3420 w 6343"/>
                  <a:gd name="connsiteY4" fmla="*/ 165 h 6345"/>
                  <a:gd name="connsiteX5" fmla="*/ 1178 w 6343"/>
                  <a:gd name="connsiteY5" fmla="*/ 1094 h 6345"/>
                  <a:gd name="connsiteX6" fmla="*/ 249 w 6343"/>
                  <a:gd name="connsiteY6" fmla="*/ 3338 h 6345"/>
                  <a:gd name="connsiteX7" fmla="*/ 1178 w 6343"/>
                  <a:gd name="connsiteY7" fmla="*/ 5581 h 6345"/>
                  <a:gd name="connsiteX8" fmla="*/ 342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10"/>
                    </a:moveTo>
                    <a:cubicBezTo>
                      <a:pt x="4261" y="6510"/>
                      <a:pt x="5068" y="6176"/>
                      <a:pt x="5663" y="5581"/>
                    </a:cubicBezTo>
                    <a:cubicBezTo>
                      <a:pt x="6258" y="4986"/>
                      <a:pt x="6592" y="4179"/>
                      <a:pt x="6592" y="3338"/>
                    </a:cubicBezTo>
                    <a:cubicBezTo>
                      <a:pt x="6592" y="2496"/>
                      <a:pt x="6258" y="1689"/>
                      <a:pt x="5663" y="1094"/>
                    </a:cubicBezTo>
                    <a:cubicBezTo>
                      <a:pt x="5068" y="499"/>
                      <a:pt x="4261" y="165"/>
                      <a:pt x="3420" y="165"/>
                    </a:cubicBezTo>
                    <a:cubicBezTo>
                      <a:pt x="2579" y="165"/>
                      <a:pt x="1772" y="499"/>
                      <a:pt x="1178" y="1094"/>
                    </a:cubicBezTo>
                    <a:cubicBezTo>
                      <a:pt x="583" y="1689"/>
                      <a:pt x="249" y="2496"/>
                      <a:pt x="249" y="3338"/>
                    </a:cubicBezTo>
                    <a:cubicBezTo>
                      <a:pt x="249" y="4179"/>
                      <a:pt x="583" y="4986"/>
                      <a:pt x="1178" y="5581"/>
                    </a:cubicBezTo>
                    <a:cubicBezTo>
                      <a:pt x="1772" y="6176"/>
                      <a:pt x="2579" y="6510"/>
                      <a:pt x="342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15" name="Freeform: Shape 11614">
                <a:extLst>
                  <a:ext uri="{FF2B5EF4-FFF2-40B4-BE49-F238E27FC236}">
                    <a16:creationId xmlns:a16="http://schemas.microsoft.com/office/drawing/2014/main" id="{E2D4166F-260F-4ECF-A798-D2F82C6359D6}"/>
                  </a:ext>
                </a:extLst>
              </p:cNvPr>
              <p:cNvSpPr/>
              <p:nvPr/>
            </p:nvSpPr>
            <p:spPr>
              <a:xfrm>
                <a:off x="9559622" y="5572287"/>
                <a:ext cx="6343" cy="6345"/>
              </a:xfrm>
              <a:custGeom>
                <a:avLst/>
                <a:gdLst>
                  <a:gd name="connsiteX0" fmla="*/ 3420 w 6343"/>
                  <a:gd name="connsiteY0" fmla="*/ 6510 h 6345"/>
                  <a:gd name="connsiteX1" fmla="*/ 5663 w 6343"/>
                  <a:gd name="connsiteY1" fmla="*/ 5581 h 6345"/>
                  <a:gd name="connsiteX2" fmla="*/ 6591 w 6343"/>
                  <a:gd name="connsiteY2" fmla="*/ 3338 h 6345"/>
                  <a:gd name="connsiteX3" fmla="*/ 5663 w 6343"/>
                  <a:gd name="connsiteY3" fmla="*/ 1094 h 6345"/>
                  <a:gd name="connsiteX4" fmla="*/ 3420 w 6343"/>
                  <a:gd name="connsiteY4" fmla="*/ 165 h 6345"/>
                  <a:gd name="connsiteX5" fmla="*/ 1177 w 6343"/>
                  <a:gd name="connsiteY5" fmla="*/ 1094 h 6345"/>
                  <a:gd name="connsiteX6" fmla="*/ 248 w 6343"/>
                  <a:gd name="connsiteY6" fmla="*/ 3338 h 6345"/>
                  <a:gd name="connsiteX7" fmla="*/ 1177 w 6343"/>
                  <a:gd name="connsiteY7" fmla="*/ 5581 h 6345"/>
                  <a:gd name="connsiteX8" fmla="*/ 342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10"/>
                    </a:moveTo>
                    <a:cubicBezTo>
                      <a:pt x="4261" y="6510"/>
                      <a:pt x="5068" y="6176"/>
                      <a:pt x="5663" y="5581"/>
                    </a:cubicBezTo>
                    <a:cubicBezTo>
                      <a:pt x="6257" y="4986"/>
                      <a:pt x="6591" y="4179"/>
                      <a:pt x="6591" y="3338"/>
                    </a:cubicBezTo>
                    <a:cubicBezTo>
                      <a:pt x="6591" y="2496"/>
                      <a:pt x="6257" y="1689"/>
                      <a:pt x="5663" y="1094"/>
                    </a:cubicBezTo>
                    <a:cubicBezTo>
                      <a:pt x="5068" y="499"/>
                      <a:pt x="4261" y="165"/>
                      <a:pt x="3420" y="165"/>
                    </a:cubicBezTo>
                    <a:cubicBezTo>
                      <a:pt x="2579" y="165"/>
                      <a:pt x="1772" y="499"/>
                      <a:pt x="1177" y="1094"/>
                    </a:cubicBezTo>
                    <a:cubicBezTo>
                      <a:pt x="583" y="1689"/>
                      <a:pt x="248" y="2496"/>
                      <a:pt x="248" y="3338"/>
                    </a:cubicBezTo>
                    <a:cubicBezTo>
                      <a:pt x="248" y="4179"/>
                      <a:pt x="583" y="4986"/>
                      <a:pt x="1177" y="5581"/>
                    </a:cubicBezTo>
                    <a:cubicBezTo>
                      <a:pt x="1772" y="6176"/>
                      <a:pt x="2579" y="6510"/>
                      <a:pt x="342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16" name="Freeform: Shape 11615">
                <a:extLst>
                  <a:ext uri="{FF2B5EF4-FFF2-40B4-BE49-F238E27FC236}">
                    <a16:creationId xmlns:a16="http://schemas.microsoft.com/office/drawing/2014/main" id="{A1C8A59B-FBB0-D8DB-3BCD-3767559E2105}"/>
                  </a:ext>
                </a:extLst>
              </p:cNvPr>
              <p:cNvSpPr/>
              <p:nvPr/>
            </p:nvSpPr>
            <p:spPr>
              <a:xfrm>
                <a:off x="9557772" y="5572641"/>
                <a:ext cx="6343" cy="6345"/>
              </a:xfrm>
              <a:custGeom>
                <a:avLst/>
                <a:gdLst>
                  <a:gd name="connsiteX0" fmla="*/ 3420 w 6343"/>
                  <a:gd name="connsiteY0" fmla="*/ 6510 h 6345"/>
                  <a:gd name="connsiteX1" fmla="*/ 5662 w 6343"/>
                  <a:gd name="connsiteY1" fmla="*/ 5581 h 6345"/>
                  <a:gd name="connsiteX2" fmla="*/ 6591 w 6343"/>
                  <a:gd name="connsiteY2" fmla="*/ 3338 h 6345"/>
                  <a:gd name="connsiteX3" fmla="*/ 5662 w 6343"/>
                  <a:gd name="connsiteY3" fmla="*/ 1094 h 6345"/>
                  <a:gd name="connsiteX4" fmla="*/ 3420 w 6343"/>
                  <a:gd name="connsiteY4" fmla="*/ 165 h 6345"/>
                  <a:gd name="connsiteX5" fmla="*/ 1177 w 6343"/>
                  <a:gd name="connsiteY5" fmla="*/ 1094 h 6345"/>
                  <a:gd name="connsiteX6" fmla="*/ 248 w 6343"/>
                  <a:gd name="connsiteY6" fmla="*/ 3338 h 6345"/>
                  <a:gd name="connsiteX7" fmla="*/ 1177 w 6343"/>
                  <a:gd name="connsiteY7" fmla="*/ 5581 h 6345"/>
                  <a:gd name="connsiteX8" fmla="*/ 342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10"/>
                    </a:moveTo>
                    <a:cubicBezTo>
                      <a:pt x="4261" y="6510"/>
                      <a:pt x="5068" y="6176"/>
                      <a:pt x="5662" y="5581"/>
                    </a:cubicBezTo>
                    <a:cubicBezTo>
                      <a:pt x="6257" y="4986"/>
                      <a:pt x="6591" y="4179"/>
                      <a:pt x="6591" y="3338"/>
                    </a:cubicBezTo>
                    <a:cubicBezTo>
                      <a:pt x="6591" y="2496"/>
                      <a:pt x="6257" y="1689"/>
                      <a:pt x="5662" y="1094"/>
                    </a:cubicBezTo>
                    <a:cubicBezTo>
                      <a:pt x="5068" y="499"/>
                      <a:pt x="4261" y="165"/>
                      <a:pt x="3420" y="165"/>
                    </a:cubicBezTo>
                    <a:cubicBezTo>
                      <a:pt x="2579" y="165"/>
                      <a:pt x="1772" y="499"/>
                      <a:pt x="1177" y="1094"/>
                    </a:cubicBezTo>
                    <a:cubicBezTo>
                      <a:pt x="582" y="1689"/>
                      <a:pt x="248" y="2496"/>
                      <a:pt x="248" y="3338"/>
                    </a:cubicBezTo>
                    <a:cubicBezTo>
                      <a:pt x="248" y="4179"/>
                      <a:pt x="582" y="4986"/>
                      <a:pt x="1177" y="5581"/>
                    </a:cubicBezTo>
                    <a:cubicBezTo>
                      <a:pt x="1772" y="6176"/>
                      <a:pt x="2579" y="6510"/>
                      <a:pt x="342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17" name="Freeform: Shape 11616">
                <a:extLst>
                  <a:ext uri="{FF2B5EF4-FFF2-40B4-BE49-F238E27FC236}">
                    <a16:creationId xmlns:a16="http://schemas.microsoft.com/office/drawing/2014/main" id="{7C88DA29-6DE4-EEF9-D140-37E393531F45}"/>
                  </a:ext>
                </a:extLst>
              </p:cNvPr>
              <p:cNvSpPr/>
              <p:nvPr/>
            </p:nvSpPr>
            <p:spPr>
              <a:xfrm>
                <a:off x="9555851" y="5572808"/>
                <a:ext cx="6343" cy="6345"/>
              </a:xfrm>
              <a:custGeom>
                <a:avLst/>
                <a:gdLst>
                  <a:gd name="connsiteX0" fmla="*/ 3420 w 6343"/>
                  <a:gd name="connsiteY0" fmla="*/ 6510 h 6345"/>
                  <a:gd name="connsiteX1" fmla="*/ 5662 w 6343"/>
                  <a:gd name="connsiteY1" fmla="*/ 5581 h 6345"/>
                  <a:gd name="connsiteX2" fmla="*/ 6591 w 6343"/>
                  <a:gd name="connsiteY2" fmla="*/ 3338 h 6345"/>
                  <a:gd name="connsiteX3" fmla="*/ 5662 w 6343"/>
                  <a:gd name="connsiteY3" fmla="*/ 1094 h 6345"/>
                  <a:gd name="connsiteX4" fmla="*/ 3420 w 6343"/>
                  <a:gd name="connsiteY4" fmla="*/ 165 h 6345"/>
                  <a:gd name="connsiteX5" fmla="*/ 1177 w 6343"/>
                  <a:gd name="connsiteY5" fmla="*/ 1094 h 6345"/>
                  <a:gd name="connsiteX6" fmla="*/ 248 w 6343"/>
                  <a:gd name="connsiteY6" fmla="*/ 3338 h 6345"/>
                  <a:gd name="connsiteX7" fmla="*/ 1177 w 6343"/>
                  <a:gd name="connsiteY7" fmla="*/ 5581 h 6345"/>
                  <a:gd name="connsiteX8" fmla="*/ 342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10"/>
                    </a:moveTo>
                    <a:cubicBezTo>
                      <a:pt x="4261" y="6510"/>
                      <a:pt x="5067" y="6176"/>
                      <a:pt x="5662" y="5581"/>
                    </a:cubicBezTo>
                    <a:cubicBezTo>
                      <a:pt x="6257" y="4986"/>
                      <a:pt x="6591" y="4179"/>
                      <a:pt x="6591" y="3338"/>
                    </a:cubicBezTo>
                    <a:cubicBezTo>
                      <a:pt x="6591" y="2496"/>
                      <a:pt x="6257" y="1689"/>
                      <a:pt x="5662" y="1094"/>
                    </a:cubicBezTo>
                    <a:cubicBezTo>
                      <a:pt x="5067" y="499"/>
                      <a:pt x="4261" y="165"/>
                      <a:pt x="3420" y="165"/>
                    </a:cubicBezTo>
                    <a:cubicBezTo>
                      <a:pt x="2578" y="165"/>
                      <a:pt x="1772" y="499"/>
                      <a:pt x="1177" y="1094"/>
                    </a:cubicBezTo>
                    <a:cubicBezTo>
                      <a:pt x="582" y="1689"/>
                      <a:pt x="248" y="2496"/>
                      <a:pt x="248" y="3338"/>
                    </a:cubicBezTo>
                    <a:cubicBezTo>
                      <a:pt x="248" y="4179"/>
                      <a:pt x="582" y="4986"/>
                      <a:pt x="1177" y="5581"/>
                    </a:cubicBezTo>
                    <a:cubicBezTo>
                      <a:pt x="1772" y="6176"/>
                      <a:pt x="2578" y="6510"/>
                      <a:pt x="342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18" name="Freeform: Shape 11617">
                <a:extLst>
                  <a:ext uri="{FF2B5EF4-FFF2-40B4-BE49-F238E27FC236}">
                    <a16:creationId xmlns:a16="http://schemas.microsoft.com/office/drawing/2014/main" id="{6C431B31-BED6-085E-FF10-2BE4699D7959}"/>
                  </a:ext>
                </a:extLst>
              </p:cNvPr>
              <p:cNvSpPr/>
              <p:nvPr/>
            </p:nvSpPr>
            <p:spPr>
              <a:xfrm>
                <a:off x="9553796" y="5572612"/>
                <a:ext cx="6343" cy="6345"/>
              </a:xfrm>
              <a:custGeom>
                <a:avLst/>
                <a:gdLst>
                  <a:gd name="connsiteX0" fmla="*/ 3419 w 6343"/>
                  <a:gd name="connsiteY0" fmla="*/ 6510 h 6345"/>
                  <a:gd name="connsiteX1" fmla="*/ 5662 w 6343"/>
                  <a:gd name="connsiteY1" fmla="*/ 5581 h 6345"/>
                  <a:gd name="connsiteX2" fmla="*/ 6591 w 6343"/>
                  <a:gd name="connsiteY2" fmla="*/ 3338 h 6345"/>
                  <a:gd name="connsiteX3" fmla="*/ 5662 w 6343"/>
                  <a:gd name="connsiteY3" fmla="*/ 1094 h 6345"/>
                  <a:gd name="connsiteX4" fmla="*/ 3419 w 6343"/>
                  <a:gd name="connsiteY4" fmla="*/ 165 h 6345"/>
                  <a:gd name="connsiteX5" fmla="*/ 1177 w 6343"/>
                  <a:gd name="connsiteY5" fmla="*/ 1094 h 6345"/>
                  <a:gd name="connsiteX6" fmla="*/ 248 w 6343"/>
                  <a:gd name="connsiteY6" fmla="*/ 3338 h 6345"/>
                  <a:gd name="connsiteX7" fmla="*/ 1177 w 6343"/>
                  <a:gd name="connsiteY7" fmla="*/ 5581 h 6345"/>
                  <a:gd name="connsiteX8" fmla="*/ 3419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10"/>
                    </a:moveTo>
                    <a:cubicBezTo>
                      <a:pt x="4261" y="6510"/>
                      <a:pt x="5067" y="6176"/>
                      <a:pt x="5662" y="5581"/>
                    </a:cubicBezTo>
                    <a:cubicBezTo>
                      <a:pt x="6257" y="4986"/>
                      <a:pt x="6591" y="4179"/>
                      <a:pt x="6591" y="3338"/>
                    </a:cubicBezTo>
                    <a:cubicBezTo>
                      <a:pt x="6591" y="2496"/>
                      <a:pt x="6257" y="1689"/>
                      <a:pt x="5662" y="1094"/>
                    </a:cubicBezTo>
                    <a:cubicBezTo>
                      <a:pt x="5067" y="499"/>
                      <a:pt x="4261" y="165"/>
                      <a:pt x="3419" y="165"/>
                    </a:cubicBezTo>
                    <a:cubicBezTo>
                      <a:pt x="2578" y="165"/>
                      <a:pt x="1772" y="499"/>
                      <a:pt x="1177" y="1094"/>
                    </a:cubicBezTo>
                    <a:cubicBezTo>
                      <a:pt x="582" y="1689"/>
                      <a:pt x="248" y="2496"/>
                      <a:pt x="248" y="3338"/>
                    </a:cubicBezTo>
                    <a:cubicBezTo>
                      <a:pt x="248" y="4179"/>
                      <a:pt x="582" y="4986"/>
                      <a:pt x="1177" y="5581"/>
                    </a:cubicBezTo>
                    <a:cubicBezTo>
                      <a:pt x="1772" y="6176"/>
                      <a:pt x="2578" y="6510"/>
                      <a:pt x="3419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19" name="Freeform: Shape 11618">
                <a:extLst>
                  <a:ext uri="{FF2B5EF4-FFF2-40B4-BE49-F238E27FC236}">
                    <a16:creationId xmlns:a16="http://schemas.microsoft.com/office/drawing/2014/main" id="{CBA9C06B-42E5-9FA1-4A3D-9798CEC2136E}"/>
                  </a:ext>
                </a:extLst>
              </p:cNvPr>
              <p:cNvSpPr/>
              <p:nvPr/>
            </p:nvSpPr>
            <p:spPr>
              <a:xfrm>
                <a:off x="9551792" y="5572518"/>
                <a:ext cx="6343" cy="6345"/>
              </a:xfrm>
              <a:custGeom>
                <a:avLst/>
                <a:gdLst>
                  <a:gd name="connsiteX0" fmla="*/ 3419 w 6343"/>
                  <a:gd name="connsiteY0" fmla="*/ 6510 h 6345"/>
                  <a:gd name="connsiteX1" fmla="*/ 5662 w 6343"/>
                  <a:gd name="connsiteY1" fmla="*/ 5581 h 6345"/>
                  <a:gd name="connsiteX2" fmla="*/ 6591 w 6343"/>
                  <a:gd name="connsiteY2" fmla="*/ 3338 h 6345"/>
                  <a:gd name="connsiteX3" fmla="*/ 5662 w 6343"/>
                  <a:gd name="connsiteY3" fmla="*/ 1094 h 6345"/>
                  <a:gd name="connsiteX4" fmla="*/ 3419 w 6343"/>
                  <a:gd name="connsiteY4" fmla="*/ 165 h 6345"/>
                  <a:gd name="connsiteX5" fmla="*/ 1177 w 6343"/>
                  <a:gd name="connsiteY5" fmla="*/ 1094 h 6345"/>
                  <a:gd name="connsiteX6" fmla="*/ 248 w 6343"/>
                  <a:gd name="connsiteY6" fmla="*/ 3338 h 6345"/>
                  <a:gd name="connsiteX7" fmla="*/ 1177 w 6343"/>
                  <a:gd name="connsiteY7" fmla="*/ 5581 h 6345"/>
                  <a:gd name="connsiteX8" fmla="*/ 3419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10"/>
                    </a:moveTo>
                    <a:cubicBezTo>
                      <a:pt x="4260" y="6510"/>
                      <a:pt x="5067" y="6176"/>
                      <a:pt x="5662" y="5581"/>
                    </a:cubicBezTo>
                    <a:cubicBezTo>
                      <a:pt x="6257" y="4986"/>
                      <a:pt x="6591" y="4179"/>
                      <a:pt x="6591" y="3338"/>
                    </a:cubicBezTo>
                    <a:cubicBezTo>
                      <a:pt x="6591" y="2496"/>
                      <a:pt x="6257" y="1689"/>
                      <a:pt x="5662" y="1094"/>
                    </a:cubicBezTo>
                    <a:cubicBezTo>
                      <a:pt x="5067" y="499"/>
                      <a:pt x="4260" y="165"/>
                      <a:pt x="3419" y="165"/>
                    </a:cubicBezTo>
                    <a:cubicBezTo>
                      <a:pt x="2578" y="165"/>
                      <a:pt x="1771" y="499"/>
                      <a:pt x="1177" y="1094"/>
                    </a:cubicBezTo>
                    <a:cubicBezTo>
                      <a:pt x="582" y="1689"/>
                      <a:pt x="248" y="2496"/>
                      <a:pt x="248" y="3338"/>
                    </a:cubicBezTo>
                    <a:cubicBezTo>
                      <a:pt x="248" y="4179"/>
                      <a:pt x="582" y="4986"/>
                      <a:pt x="1177" y="5581"/>
                    </a:cubicBezTo>
                    <a:cubicBezTo>
                      <a:pt x="1771" y="6176"/>
                      <a:pt x="2578" y="6510"/>
                      <a:pt x="3419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20" name="Freeform: Shape 11619">
                <a:extLst>
                  <a:ext uri="{FF2B5EF4-FFF2-40B4-BE49-F238E27FC236}">
                    <a16:creationId xmlns:a16="http://schemas.microsoft.com/office/drawing/2014/main" id="{BA2AFA2A-6EC0-34FF-16C9-2F93D4B906E6}"/>
                  </a:ext>
                </a:extLst>
              </p:cNvPr>
              <p:cNvSpPr/>
              <p:nvPr/>
            </p:nvSpPr>
            <p:spPr>
              <a:xfrm>
                <a:off x="9550214" y="5573524"/>
                <a:ext cx="6343" cy="6345"/>
              </a:xfrm>
              <a:custGeom>
                <a:avLst/>
                <a:gdLst>
                  <a:gd name="connsiteX0" fmla="*/ 3419 w 6343"/>
                  <a:gd name="connsiteY0" fmla="*/ 6510 h 6345"/>
                  <a:gd name="connsiteX1" fmla="*/ 5662 w 6343"/>
                  <a:gd name="connsiteY1" fmla="*/ 5581 h 6345"/>
                  <a:gd name="connsiteX2" fmla="*/ 6591 w 6343"/>
                  <a:gd name="connsiteY2" fmla="*/ 3338 h 6345"/>
                  <a:gd name="connsiteX3" fmla="*/ 5662 w 6343"/>
                  <a:gd name="connsiteY3" fmla="*/ 1094 h 6345"/>
                  <a:gd name="connsiteX4" fmla="*/ 3419 w 6343"/>
                  <a:gd name="connsiteY4" fmla="*/ 165 h 6345"/>
                  <a:gd name="connsiteX5" fmla="*/ 1177 w 6343"/>
                  <a:gd name="connsiteY5" fmla="*/ 1094 h 6345"/>
                  <a:gd name="connsiteX6" fmla="*/ 248 w 6343"/>
                  <a:gd name="connsiteY6" fmla="*/ 3338 h 6345"/>
                  <a:gd name="connsiteX7" fmla="*/ 1177 w 6343"/>
                  <a:gd name="connsiteY7" fmla="*/ 5581 h 6345"/>
                  <a:gd name="connsiteX8" fmla="*/ 3419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10"/>
                    </a:moveTo>
                    <a:cubicBezTo>
                      <a:pt x="4260" y="6510"/>
                      <a:pt x="5067" y="6176"/>
                      <a:pt x="5662" y="5581"/>
                    </a:cubicBezTo>
                    <a:cubicBezTo>
                      <a:pt x="6257" y="4986"/>
                      <a:pt x="6591" y="4179"/>
                      <a:pt x="6591" y="3338"/>
                    </a:cubicBezTo>
                    <a:cubicBezTo>
                      <a:pt x="6591" y="2496"/>
                      <a:pt x="6257" y="1689"/>
                      <a:pt x="5662" y="1094"/>
                    </a:cubicBezTo>
                    <a:cubicBezTo>
                      <a:pt x="5067" y="499"/>
                      <a:pt x="4260" y="165"/>
                      <a:pt x="3419" y="165"/>
                    </a:cubicBezTo>
                    <a:cubicBezTo>
                      <a:pt x="2578" y="165"/>
                      <a:pt x="1771" y="499"/>
                      <a:pt x="1177" y="1094"/>
                    </a:cubicBezTo>
                    <a:cubicBezTo>
                      <a:pt x="582" y="1689"/>
                      <a:pt x="248" y="2496"/>
                      <a:pt x="248" y="3338"/>
                    </a:cubicBezTo>
                    <a:cubicBezTo>
                      <a:pt x="248" y="4179"/>
                      <a:pt x="582" y="4986"/>
                      <a:pt x="1177" y="5581"/>
                    </a:cubicBezTo>
                    <a:cubicBezTo>
                      <a:pt x="1771" y="6176"/>
                      <a:pt x="2578" y="6510"/>
                      <a:pt x="3419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21" name="Freeform: Shape 11620">
                <a:extLst>
                  <a:ext uri="{FF2B5EF4-FFF2-40B4-BE49-F238E27FC236}">
                    <a16:creationId xmlns:a16="http://schemas.microsoft.com/office/drawing/2014/main" id="{1E9608AB-E828-608D-BF54-88935EBE8372}"/>
                  </a:ext>
                </a:extLst>
              </p:cNvPr>
              <p:cNvSpPr/>
              <p:nvPr/>
            </p:nvSpPr>
            <p:spPr>
              <a:xfrm>
                <a:off x="9548454" y="5574051"/>
                <a:ext cx="6343" cy="6345"/>
              </a:xfrm>
              <a:custGeom>
                <a:avLst/>
                <a:gdLst>
                  <a:gd name="connsiteX0" fmla="*/ 3419 w 6343"/>
                  <a:gd name="connsiteY0" fmla="*/ 6510 h 6345"/>
                  <a:gd name="connsiteX1" fmla="*/ 5662 w 6343"/>
                  <a:gd name="connsiteY1" fmla="*/ 5581 h 6345"/>
                  <a:gd name="connsiteX2" fmla="*/ 6591 w 6343"/>
                  <a:gd name="connsiteY2" fmla="*/ 3338 h 6345"/>
                  <a:gd name="connsiteX3" fmla="*/ 5662 w 6343"/>
                  <a:gd name="connsiteY3" fmla="*/ 1094 h 6345"/>
                  <a:gd name="connsiteX4" fmla="*/ 3419 w 6343"/>
                  <a:gd name="connsiteY4" fmla="*/ 165 h 6345"/>
                  <a:gd name="connsiteX5" fmla="*/ 1176 w 6343"/>
                  <a:gd name="connsiteY5" fmla="*/ 1094 h 6345"/>
                  <a:gd name="connsiteX6" fmla="*/ 247 w 6343"/>
                  <a:gd name="connsiteY6" fmla="*/ 3338 h 6345"/>
                  <a:gd name="connsiteX7" fmla="*/ 1176 w 6343"/>
                  <a:gd name="connsiteY7" fmla="*/ 5581 h 6345"/>
                  <a:gd name="connsiteX8" fmla="*/ 3419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10"/>
                    </a:moveTo>
                    <a:cubicBezTo>
                      <a:pt x="4260" y="6510"/>
                      <a:pt x="5067" y="6176"/>
                      <a:pt x="5662" y="5581"/>
                    </a:cubicBezTo>
                    <a:cubicBezTo>
                      <a:pt x="6256" y="4986"/>
                      <a:pt x="6591" y="4179"/>
                      <a:pt x="6591" y="3338"/>
                    </a:cubicBezTo>
                    <a:cubicBezTo>
                      <a:pt x="6591" y="2496"/>
                      <a:pt x="6256" y="1689"/>
                      <a:pt x="5662" y="1094"/>
                    </a:cubicBezTo>
                    <a:cubicBezTo>
                      <a:pt x="5067" y="499"/>
                      <a:pt x="4260" y="165"/>
                      <a:pt x="3419" y="165"/>
                    </a:cubicBezTo>
                    <a:cubicBezTo>
                      <a:pt x="2578" y="165"/>
                      <a:pt x="1771" y="499"/>
                      <a:pt x="1176" y="1094"/>
                    </a:cubicBezTo>
                    <a:cubicBezTo>
                      <a:pt x="582" y="1689"/>
                      <a:pt x="247" y="2496"/>
                      <a:pt x="247" y="3338"/>
                    </a:cubicBezTo>
                    <a:cubicBezTo>
                      <a:pt x="247" y="4179"/>
                      <a:pt x="582" y="4986"/>
                      <a:pt x="1176" y="5581"/>
                    </a:cubicBezTo>
                    <a:cubicBezTo>
                      <a:pt x="1771" y="6176"/>
                      <a:pt x="2578" y="6510"/>
                      <a:pt x="3419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22" name="Freeform: Shape 11621">
                <a:extLst>
                  <a:ext uri="{FF2B5EF4-FFF2-40B4-BE49-F238E27FC236}">
                    <a16:creationId xmlns:a16="http://schemas.microsoft.com/office/drawing/2014/main" id="{2B1C0716-CF84-9C59-A654-EB9F03BA771F}"/>
                  </a:ext>
                </a:extLst>
              </p:cNvPr>
              <p:cNvSpPr/>
              <p:nvPr/>
            </p:nvSpPr>
            <p:spPr>
              <a:xfrm>
                <a:off x="9546220" y="5573272"/>
                <a:ext cx="6343" cy="6345"/>
              </a:xfrm>
              <a:custGeom>
                <a:avLst/>
                <a:gdLst>
                  <a:gd name="connsiteX0" fmla="*/ 3419 w 6343"/>
                  <a:gd name="connsiteY0" fmla="*/ 6510 h 6345"/>
                  <a:gd name="connsiteX1" fmla="*/ 5661 w 6343"/>
                  <a:gd name="connsiteY1" fmla="*/ 5581 h 6345"/>
                  <a:gd name="connsiteX2" fmla="*/ 6590 w 6343"/>
                  <a:gd name="connsiteY2" fmla="*/ 3338 h 6345"/>
                  <a:gd name="connsiteX3" fmla="*/ 5661 w 6343"/>
                  <a:gd name="connsiteY3" fmla="*/ 1094 h 6345"/>
                  <a:gd name="connsiteX4" fmla="*/ 3419 w 6343"/>
                  <a:gd name="connsiteY4" fmla="*/ 165 h 6345"/>
                  <a:gd name="connsiteX5" fmla="*/ 1176 w 6343"/>
                  <a:gd name="connsiteY5" fmla="*/ 1094 h 6345"/>
                  <a:gd name="connsiteX6" fmla="*/ 247 w 6343"/>
                  <a:gd name="connsiteY6" fmla="*/ 3338 h 6345"/>
                  <a:gd name="connsiteX7" fmla="*/ 1176 w 6343"/>
                  <a:gd name="connsiteY7" fmla="*/ 5581 h 6345"/>
                  <a:gd name="connsiteX8" fmla="*/ 3419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10"/>
                    </a:moveTo>
                    <a:cubicBezTo>
                      <a:pt x="4260" y="6510"/>
                      <a:pt x="5067" y="6176"/>
                      <a:pt x="5661" y="5581"/>
                    </a:cubicBezTo>
                    <a:cubicBezTo>
                      <a:pt x="6256" y="4986"/>
                      <a:pt x="6590" y="4179"/>
                      <a:pt x="6590" y="3338"/>
                    </a:cubicBezTo>
                    <a:cubicBezTo>
                      <a:pt x="6590" y="2496"/>
                      <a:pt x="6256" y="1689"/>
                      <a:pt x="5661" y="1094"/>
                    </a:cubicBezTo>
                    <a:cubicBezTo>
                      <a:pt x="5067" y="499"/>
                      <a:pt x="4260" y="165"/>
                      <a:pt x="3419" y="165"/>
                    </a:cubicBezTo>
                    <a:cubicBezTo>
                      <a:pt x="2578" y="165"/>
                      <a:pt x="1771" y="499"/>
                      <a:pt x="1176" y="1094"/>
                    </a:cubicBezTo>
                    <a:cubicBezTo>
                      <a:pt x="581" y="1689"/>
                      <a:pt x="247" y="2496"/>
                      <a:pt x="247" y="3338"/>
                    </a:cubicBezTo>
                    <a:cubicBezTo>
                      <a:pt x="247" y="4179"/>
                      <a:pt x="581" y="4986"/>
                      <a:pt x="1176" y="5581"/>
                    </a:cubicBezTo>
                    <a:cubicBezTo>
                      <a:pt x="1771" y="6176"/>
                      <a:pt x="2578" y="6510"/>
                      <a:pt x="3419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23" name="Freeform: Shape 11622">
                <a:extLst>
                  <a:ext uri="{FF2B5EF4-FFF2-40B4-BE49-F238E27FC236}">
                    <a16:creationId xmlns:a16="http://schemas.microsoft.com/office/drawing/2014/main" id="{AAD2A2C8-B38B-9566-B470-2D083CFDB470}"/>
                  </a:ext>
                </a:extLst>
              </p:cNvPr>
              <p:cNvSpPr/>
              <p:nvPr/>
            </p:nvSpPr>
            <p:spPr>
              <a:xfrm>
                <a:off x="9543999" y="5572476"/>
                <a:ext cx="6343" cy="6345"/>
              </a:xfrm>
              <a:custGeom>
                <a:avLst/>
                <a:gdLst>
                  <a:gd name="connsiteX0" fmla="*/ 3419 w 6343"/>
                  <a:gd name="connsiteY0" fmla="*/ 6510 h 6345"/>
                  <a:gd name="connsiteX1" fmla="*/ 5661 w 6343"/>
                  <a:gd name="connsiteY1" fmla="*/ 5581 h 6345"/>
                  <a:gd name="connsiteX2" fmla="*/ 6590 w 6343"/>
                  <a:gd name="connsiteY2" fmla="*/ 3338 h 6345"/>
                  <a:gd name="connsiteX3" fmla="*/ 5661 w 6343"/>
                  <a:gd name="connsiteY3" fmla="*/ 1094 h 6345"/>
                  <a:gd name="connsiteX4" fmla="*/ 3419 w 6343"/>
                  <a:gd name="connsiteY4" fmla="*/ 165 h 6345"/>
                  <a:gd name="connsiteX5" fmla="*/ 1176 w 6343"/>
                  <a:gd name="connsiteY5" fmla="*/ 1094 h 6345"/>
                  <a:gd name="connsiteX6" fmla="*/ 247 w 6343"/>
                  <a:gd name="connsiteY6" fmla="*/ 3338 h 6345"/>
                  <a:gd name="connsiteX7" fmla="*/ 1176 w 6343"/>
                  <a:gd name="connsiteY7" fmla="*/ 5581 h 6345"/>
                  <a:gd name="connsiteX8" fmla="*/ 3419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10"/>
                    </a:moveTo>
                    <a:cubicBezTo>
                      <a:pt x="4260" y="6510"/>
                      <a:pt x="5067" y="6176"/>
                      <a:pt x="5661" y="5581"/>
                    </a:cubicBezTo>
                    <a:cubicBezTo>
                      <a:pt x="6256" y="4986"/>
                      <a:pt x="6590" y="4179"/>
                      <a:pt x="6590" y="3338"/>
                    </a:cubicBezTo>
                    <a:cubicBezTo>
                      <a:pt x="6590" y="2496"/>
                      <a:pt x="6256" y="1689"/>
                      <a:pt x="5661" y="1094"/>
                    </a:cubicBezTo>
                    <a:cubicBezTo>
                      <a:pt x="5067" y="499"/>
                      <a:pt x="4260" y="165"/>
                      <a:pt x="3419" y="165"/>
                    </a:cubicBezTo>
                    <a:cubicBezTo>
                      <a:pt x="2578" y="165"/>
                      <a:pt x="1771" y="499"/>
                      <a:pt x="1176" y="1094"/>
                    </a:cubicBezTo>
                    <a:cubicBezTo>
                      <a:pt x="581" y="1689"/>
                      <a:pt x="247" y="2496"/>
                      <a:pt x="247" y="3338"/>
                    </a:cubicBezTo>
                    <a:cubicBezTo>
                      <a:pt x="247" y="4179"/>
                      <a:pt x="581" y="4986"/>
                      <a:pt x="1176" y="5581"/>
                    </a:cubicBezTo>
                    <a:cubicBezTo>
                      <a:pt x="1771" y="6176"/>
                      <a:pt x="2578" y="6510"/>
                      <a:pt x="3419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24" name="Freeform: Shape 11623">
                <a:extLst>
                  <a:ext uri="{FF2B5EF4-FFF2-40B4-BE49-F238E27FC236}">
                    <a16:creationId xmlns:a16="http://schemas.microsoft.com/office/drawing/2014/main" id="{3E55AAB7-2317-64EE-D0A5-1DCAE605D33C}"/>
                  </a:ext>
                </a:extLst>
              </p:cNvPr>
              <p:cNvSpPr/>
              <p:nvPr/>
            </p:nvSpPr>
            <p:spPr>
              <a:xfrm>
                <a:off x="9542289" y="5573082"/>
                <a:ext cx="6343" cy="6345"/>
              </a:xfrm>
              <a:custGeom>
                <a:avLst/>
                <a:gdLst>
                  <a:gd name="connsiteX0" fmla="*/ 3419 w 6343"/>
                  <a:gd name="connsiteY0" fmla="*/ 6510 h 6345"/>
                  <a:gd name="connsiteX1" fmla="*/ 5661 w 6343"/>
                  <a:gd name="connsiteY1" fmla="*/ 5581 h 6345"/>
                  <a:gd name="connsiteX2" fmla="*/ 6590 w 6343"/>
                  <a:gd name="connsiteY2" fmla="*/ 3338 h 6345"/>
                  <a:gd name="connsiteX3" fmla="*/ 5661 w 6343"/>
                  <a:gd name="connsiteY3" fmla="*/ 1094 h 6345"/>
                  <a:gd name="connsiteX4" fmla="*/ 3419 w 6343"/>
                  <a:gd name="connsiteY4" fmla="*/ 165 h 6345"/>
                  <a:gd name="connsiteX5" fmla="*/ 1176 w 6343"/>
                  <a:gd name="connsiteY5" fmla="*/ 1094 h 6345"/>
                  <a:gd name="connsiteX6" fmla="*/ 247 w 6343"/>
                  <a:gd name="connsiteY6" fmla="*/ 3338 h 6345"/>
                  <a:gd name="connsiteX7" fmla="*/ 1176 w 6343"/>
                  <a:gd name="connsiteY7" fmla="*/ 5581 h 6345"/>
                  <a:gd name="connsiteX8" fmla="*/ 3419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10"/>
                    </a:moveTo>
                    <a:cubicBezTo>
                      <a:pt x="4260" y="6510"/>
                      <a:pt x="5066" y="6176"/>
                      <a:pt x="5661" y="5581"/>
                    </a:cubicBezTo>
                    <a:cubicBezTo>
                      <a:pt x="6256" y="4986"/>
                      <a:pt x="6590" y="4179"/>
                      <a:pt x="6590" y="3338"/>
                    </a:cubicBezTo>
                    <a:cubicBezTo>
                      <a:pt x="6590" y="2496"/>
                      <a:pt x="6256" y="1689"/>
                      <a:pt x="5661" y="1094"/>
                    </a:cubicBezTo>
                    <a:cubicBezTo>
                      <a:pt x="5066" y="499"/>
                      <a:pt x="4260" y="165"/>
                      <a:pt x="3419" y="165"/>
                    </a:cubicBezTo>
                    <a:cubicBezTo>
                      <a:pt x="2577" y="165"/>
                      <a:pt x="1771" y="499"/>
                      <a:pt x="1176" y="1094"/>
                    </a:cubicBezTo>
                    <a:cubicBezTo>
                      <a:pt x="581" y="1689"/>
                      <a:pt x="247" y="2496"/>
                      <a:pt x="247" y="3338"/>
                    </a:cubicBezTo>
                    <a:cubicBezTo>
                      <a:pt x="247" y="4179"/>
                      <a:pt x="581" y="4986"/>
                      <a:pt x="1176" y="5581"/>
                    </a:cubicBezTo>
                    <a:cubicBezTo>
                      <a:pt x="1771" y="6176"/>
                      <a:pt x="2577" y="6510"/>
                      <a:pt x="3419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25" name="Freeform: Shape 11624">
                <a:extLst>
                  <a:ext uri="{FF2B5EF4-FFF2-40B4-BE49-F238E27FC236}">
                    <a16:creationId xmlns:a16="http://schemas.microsoft.com/office/drawing/2014/main" id="{EB18CBBB-89D0-22A9-4185-0330C903D1DF}"/>
                  </a:ext>
                </a:extLst>
              </p:cNvPr>
              <p:cNvSpPr/>
              <p:nvPr/>
            </p:nvSpPr>
            <p:spPr>
              <a:xfrm>
                <a:off x="9540738" y="5574152"/>
                <a:ext cx="6343" cy="6345"/>
              </a:xfrm>
              <a:custGeom>
                <a:avLst/>
                <a:gdLst>
                  <a:gd name="connsiteX0" fmla="*/ 3418 w 6343"/>
                  <a:gd name="connsiteY0" fmla="*/ 6510 h 6345"/>
                  <a:gd name="connsiteX1" fmla="*/ 5661 w 6343"/>
                  <a:gd name="connsiteY1" fmla="*/ 5581 h 6345"/>
                  <a:gd name="connsiteX2" fmla="*/ 6590 w 6343"/>
                  <a:gd name="connsiteY2" fmla="*/ 3338 h 6345"/>
                  <a:gd name="connsiteX3" fmla="*/ 5661 w 6343"/>
                  <a:gd name="connsiteY3" fmla="*/ 1094 h 6345"/>
                  <a:gd name="connsiteX4" fmla="*/ 3418 w 6343"/>
                  <a:gd name="connsiteY4" fmla="*/ 165 h 6345"/>
                  <a:gd name="connsiteX5" fmla="*/ 1176 w 6343"/>
                  <a:gd name="connsiteY5" fmla="*/ 1094 h 6345"/>
                  <a:gd name="connsiteX6" fmla="*/ 247 w 6343"/>
                  <a:gd name="connsiteY6" fmla="*/ 3338 h 6345"/>
                  <a:gd name="connsiteX7" fmla="*/ 1176 w 6343"/>
                  <a:gd name="connsiteY7" fmla="*/ 5581 h 6345"/>
                  <a:gd name="connsiteX8" fmla="*/ 3418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0"/>
                    </a:moveTo>
                    <a:cubicBezTo>
                      <a:pt x="4260" y="6510"/>
                      <a:pt x="5066" y="6176"/>
                      <a:pt x="5661" y="5581"/>
                    </a:cubicBezTo>
                    <a:cubicBezTo>
                      <a:pt x="6256" y="4986"/>
                      <a:pt x="6590" y="4179"/>
                      <a:pt x="6590" y="3338"/>
                    </a:cubicBezTo>
                    <a:cubicBezTo>
                      <a:pt x="6590" y="2496"/>
                      <a:pt x="6256" y="1689"/>
                      <a:pt x="5661" y="1094"/>
                    </a:cubicBezTo>
                    <a:cubicBezTo>
                      <a:pt x="5066" y="499"/>
                      <a:pt x="4260" y="165"/>
                      <a:pt x="3418" y="165"/>
                    </a:cubicBezTo>
                    <a:cubicBezTo>
                      <a:pt x="2577" y="165"/>
                      <a:pt x="1771" y="499"/>
                      <a:pt x="1176" y="1094"/>
                    </a:cubicBezTo>
                    <a:cubicBezTo>
                      <a:pt x="581" y="1689"/>
                      <a:pt x="247" y="2496"/>
                      <a:pt x="247" y="3338"/>
                    </a:cubicBezTo>
                    <a:cubicBezTo>
                      <a:pt x="247" y="4179"/>
                      <a:pt x="581" y="4986"/>
                      <a:pt x="1176" y="5581"/>
                    </a:cubicBezTo>
                    <a:cubicBezTo>
                      <a:pt x="1771" y="6176"/>
                      <a:pt x="2577" y="6510"/>
                      <a:pt x="3418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26" name="Freeform: Shape 11625">
                <a:extLst>
                  <a:ext uri="{FF2B5EF4-FFF2-40B4-BE49-F238E27FC236}">
                    <a16:creationId xmlns:a16="http://schemas.microsoft.com/office/drawing/2014/main" id="{9F065A76-4A04-2FE3-2CFD-146E57BA1CF9}"/>
                  </a:ext>
                </a:extLst>
              </p:cNvPr>
              <p:cNvSpPr/>
              <p:nvPr/>
            </p:nvSpPr>
            <p:spPr>
              <a:xfrm>
                <a:off x="9538738" y="5573907"/>
                <a:ext cx="6343" cy="6345"/>
              </a:xfrm>
              <a:custGeom>
                <a:avLst/>
                <a:gdLst>
                  <a:gd name="connsiteX0" fmla="*/ 3418 w 6343"/>
                  <a:gd name="connsiteY0" fmla="*/ 6510 h 6345"/>
                  <a:gd name="connsiteX1" fmla="*/ 5661 w 6343"/>
                  <a:gd name="connsiteY1" fmla="*/ 5581 h 6345"/>
                  <a:gd name="connsiteX2" fmla="*/ 6590 w 6343"/>
                  <a:gd name="connsiteY2" fmla="*/ 3338 h 6345"/>
                  <a:gd name="connsiteX3" fmla="*/ 5661 w 6343"/>
                  <a:gd name="connsiteY3" fmla="*/ 1094 h 6345"/>
                  <a:gd name="connsiteX4" fmla="*/ 3418 w 6343"/>
                  <a:gd name="connsiteY4" fmla="*/ 165 h 6345"/>
                  <a:gd name="connsiteX5" fmla="*/ 1176 w 6343"/>
                  <a:gd name="connsiteY5" fmla="*/ 1094 h 6345"/>
                  <a:gd name="connsiteX6" fmla="*/ 247 w 6343"/>
                  <a:gd name="connsiteY6" fmla="*/ 3338 h 6345"/>
                  <a:gd name="connsiteX7" fmla="*/ 1176 w 6343"/>
                  <a:gd name="connsiteY7" fmla="*/ 5581 h 6345"/>
                  <a:gd name="connsiteX8" fmla="*/ 3418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0"/>
                    </a:moveTo>
                    <a:cubicBezTo>
                      <a:pt x="4259" y="6510"/>
                      <a:pt x="5066" y="6176"/>
                      <a:pt x="5661" y="5581"/>
                    </a:cubicBezTo>
                    <a:cubicBezTo>
                      <a:pt x="6256" y="4986"/>
                      <a:pt x="6590" y="4179"/>
                      <a:pt x="6590" y="3338"/>
                    </a:cubicBezTo>
                    <a:cubicBezTo>
                      <a:pt x="6590" y="2496"/>
                      <a:pt x="6256" y="1689"/>
                      <a:pt x="5661" y="1094"/>
                    </a:cubicBezTo>
                    <a:cubicBezTo>
                      <a:pt x="5066" y="499"/>
                      <a:pt x="4259" y="165"/>
                      <a:pt x="3418" y="165"/>
                    </a:cubicBezTo>
                    <a:cubicBezTo>
                      <a:pt x="2577" y="165"/>
                      <a:pt x="1770" y="499"/>
                      <a:pt x="1176" y="1094"/>
                    </a:cubicBezTo>
                    <a:cubicBezTo>
                      <a:pt x="581" y="1689"/>
                      <a:pt x="247" y="2496"/>
                      <a:pt x="247" y="3338"/>
                    </a:cubicBezTo>
                    <a:cubicBezTo>
                      <a:pt x="247" y="4179"/>
                      <a:pt x="581" y="4986"/>
                      <a:pt x="1176" y="5581"/>
                    </a:cubicBezTo>
                    <a:cubicBezTo>
                      <a:pt x="1770" y="6176"/>
                      <a:pt x="2577" y="6510"/>
                      <a:pt x="3418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27" name="Freeform: Shape 11626">
                <a:extLst>
                  <a:ext uri="{FF2B5EF4-FFF2-40B4-BE49-F238E27FC236}">
                    <a16:creationId xmlns:a16="http://schemas.microsoft.com/office/drawing/2014/main" id="{4EBB9680-6F62-A4C1-F15B-E4B18ECC6B95}"/>
                  </a:ext>
                </a:extLst>
              </p:cNvPr>
              <p:cNvSpPr/>
              <p:nvPr/>
            </p:nvSpPr>
            <p:spPr>
              <a:xfrm>
                <a:off x="9537275" y="5575254"/>
                <a:ext cx="6343" cy="6345"/>
              </a:xfrm>
              <a:custGeom>
                <a:avLst/>
                <a:gdLst>
                  <a:gd name="connsiteX0" fmla="*/ 3418 w 6343"/>
                  <a:gd name="connsiteY0" fmla="*/ 6511 h 6345"/>
                  <a:gd name="connsiteX1" fmla="*/ 5661 w 6343"/>
                  <a:gd name="connsiteY1" fmla="*/ 5581 h 6345"/>
                  <a:gd name="connsiteX2" fmla="*/ 6590 w 6343"/>
                  <a:gd name="connsiteY2" fmla="*/ 3338 h 6345"/>
                  <a:gd name="connsiteX3" fmla="*/ 5661 w 6343"/>
                  <a:gd name="connsiteY3" fmla="*/ 1094 h 6345"/>
                  <a:gd name="connsiteX4" fmla="*/ 3418 w 6343"/>
                  <a:gd name="connsiteY4" fmla="*/ 165 h 6345"/>
                  <a:gd name="connsiteX5" fmla="*/ 1176 w 6343"/>
                  <a:gd name="connsiteY5" fmla="*/ 1094 h 6345"/>
                  <a:gd name="connsiteX6" fmla="*/ 247 w 6343"/>
                  <a:gd name="connsiteY6" fmla="*/ 3338 h 6345"/>
                  <a:gd name="connsiteX7" fmla="*/ 1176 w 6343"/>
                  <a:gd name="connsiteY7" fmla="*/ 5581 h 6345"/>
                  <a:gd name="connsiteX8" fmla="*/ 3418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1"/>
                    </a:moveTo>
                    <a:cubicBezTo>
                      <a:pt x="4259" y="6511"/>
                      <a:pt x="5066" y="6176"/>
                      <a:pt x="5661" y="5581"/>
                    </a:cubicBezTo>
                    <a:cubicBezTo>
                      <a:pt x="6256" y="4986"/>
                      <a:pt x="6590" y="4179"/>
                      <a:pt x="6590" y="3338"/>
                    </a:cubicBezTo>
                    <a:cubicBezTo>
                      <a:pt x="6590" y="2496"/>
                      <a:pt x="6256" y="1689"/>
                      <a:pt x="5661" y="1094"/>
                    </a:cubicBezTo>
                    <a:cubicBezTo>
                      <a:pt x="5066" y="499"/>
                      <a:pt x="4259" y="165"/>
                      <a:pt x="3418" y="165"/>
                    </a:cubicBezTo>
                    <a:cubicBezTo>
                      <a:pt x="2577" y="165"/>
                      <a:pt x="1770" y="499"/>
                      <a:pt x="1176" y="1094"/>
                    </a:cubicBezTo>
                    <a:cubicBezTo>
                      <a:pt x="581" y="1689"/>
                      <a:pt x="247" y="2496"/>
                      <a:pt x="247" y="3338"/>
                    </a:cubicBezTo>
                    <a:cubicBezTo>
                      <a:pt x="247" y="4179"/>
                      <a:pt x="581" y="4986"/>
                      <a:pt x="1176" y="5581"/>
                    </a:cubicBezTo>
                    <a:cubicBezTo>
                      <a:pt x="1770" y="6176"/>
                      <a:pt x="2577" y="6511"/>
                      <a:pt x="3418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28" name="Freeform: Shape 11627">
                <a:extLst>
                  <a:ext uri="{FF2B5EF4-FFF2-40B4-BE49-F238E27FC236}">
                    <a16:creationId xmlns:a16="http://schemas.microsoft.com/office/drawing/2014/main" id="{5B7B6683-A672-8E54-04F0-417230E55101}"/>
                  </a:ext>
                </a:extLst>
              </p:cNvPr>
              <p:cNvSpPr/>
              <p:nvPr/>
            </p:nvSpPr>
            <p:spPr>
              <a:xfrm>
                <a:off x="9535471" y="5575581"/>
                <a:ext cx="6343" cy="6345"/>
              </a:xfrm>
              <a:custGeom>
                <a:avLst/>
                <a:gdLst>
                  <a:gd name="connsiteX0" fmla="*/ 3418 w 6343"/>
                  <a:gd name="connsiteY0" fmla="*/ 6511 h 6345"/>
                  <a:gd name="connsiteX1" fmla="*/ 5661 w 6343"/>
                  <a:gd name="connsiteY1" fmla="*/ 5581 h 6345"/>
                  <a:gd name="connsiteX2" fmla="*/ 6590 w 6343"/>
                  <a:gd name="connsiteY2" fmla="*/ 3338 h 6345"/>
                  <a:gd name="connsiteX3" fmla="*/ 5661 w 6343"/>
                  <a:gd name="connsiteY3" fmla="*/ 1094 h 6345"/>
                  <a:gd name="connsiteX4" fmla="*/ 3418 w 6343"/>
                  <a:gd name="connsiteY4" fmla="*/ 165 h 6345"/>
                  <a:gd name="connsiteX5" fmla="*/ 1175 w 6343"/>
                  <a:gd name="connsiteY5" fmla="*/ 1094 h 6345"/>
                  <a:gd name="connsiteX6" fmla="*/ 246 w 6343"/>
                  <a:gd name="connsiteY6" fmla="*/ 3338 h 6345"/>
                  <a:gd name="connsiteX7" fmla="*/ 1175 w 6343"/>
                  <a:gd name="connsiteY7" fmla="*/ 5581 h 6345"/>
                  <a:gd name="connsiteX8" fmla="*/ 3418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1"/>
                    </a:moveTo>
                    <a:cubicBezTo>
                      <a:pt x="4259" y="6511"/>
                      <a:pt x="5066" y="6176"/>
                      <a:pt x="5661" y="5581"/>
                    </a:cubicBezTo>
                    <a:cubicBezTo>
                      <a:pt x="6255" y="4986"/>
                      <a:pt x="6590" y="4179"/>
                      <a:pt x="6590" y="3338"/>
                    </a:cubicBezTo>
                    <a:cubicBezTo>
                      <a:pt x="6590" y="2496"/>
                      <a:pt x="6255" y="1689"/>
                      <a:pt x="5661" y="1094"/>
                    </a:cubicBezTo>
                    <a:cubicBezTo>
                      <a:pt x="5066" y="499"/>
                      <a:pt x="4259" y="165"/>
                      <a:pt x="3418" y="165"/>
                    </a:cubicBezTo>
                    <a:cubicBezTo>
                      <a:pt x="2577" y="165"/>
                      <a:pt x="1770" y="499"/>
                      <a:pt x="1175" y="1094"/>
                    </a:cubicBezTo>
                    <a:cubicBezTo>
                      <a:pt x="581" y="1689"/>
                      <a:pt x="246" y="2496"/>
                      <a:pt x="246" y="3338"/>
                    </a:cubicBezTo>
                    <a:cubicBezTo>
                      <a:pt x="246" y="4179"/>
                      <a:pt x="581" y="4986"/>
                      <a:pt x="1175" y="5581"/>
                    </a:cubicBezTo>
                    <a:cubicBezTo>
                      <a:pt x="1770" y="6176"/>
                      <a:pt x="2577" y="6511"/>
                      <a:pt x="3418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29" name="Freeform: Shape 11628">
                <a:extLst>
                  <a:ext uri="{FF2B5EF4-FFF2-40B4-BE49-F238E27FC236}">
                    <a16:creationId xmlns:a16="http://schemas.microsoft.com/office/drawing/2014/main" id="{07EDE554-AFC4-B957-DB6F-BBA094B7DF8C}"/>
                  </a:ext>
                </a:extLst>
              </p:cNvPr>
              <p:cNvSpPr/>
              <p:nvPr/>
            </p:nvSpPr>
            <p:spPr>
              <a:xfrm>
                <a:off x="9534007" y="5576971"/>
                <a:ext cx="6343" cy="6345"/>
              </a:xfrm>
              <a:custGeom>
                <a:avLst/>
                <a:gdLst>
                  <a:gd name="connsiteX0" fmla="*/ 3418 w 6343"/>
                  <a:gd name="connsiteY0" fmla="*/ 6511 h 6345"/>
                  <a:gd name="connsiteX1" fmla="*/ 5661 w 6343"/>
                  <a:gd name="connsiteY1" fmla="*/ 5581 h 6345"/>
                  <a:gd name="connsiteX2" fmla="*/ 6589 w 6343"/>
                  <a:gd name="connsiteY2" fmla="*/ 3338 h 6345"/>
                  <a:gd name="connsiteX3" fmla="*/ 5661 w 6343"/>
                  <a:gd name="connsiteY3" fmla="*/ 1095 h 6345"/>
                  <a:gd name="connsiteX4" fmla="*/ 3418 w 6343"/>
                  <a:gd name="connsiteY4" fmla="*/ 165 h 6345"/>
                  <a:gd name="connsiteX5" fmla="*/ 1175 w 6343"/>
                  <a:gd name="connsiteY5" fmla="*/ 1095 h 6345"/>
                  <a:gd name="connsiteX6" fmla="*/ 246 w 6343"/>
                  <a:gd name="connsiteY6" fmla="*/ 3338 h 6345"/>
                  <a:gd name="connsiteX7" fmla="*/ 1175 w 6343"/>
                  <a:gd name="connsiteY7" fmla="*/ 5581 h 6345"/>
                  <a:gd name="connsiteX8" fmla="*/ 3418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1"/>
                    </a:moveTo>
                    <a:cubicBezTo>
                      <a:pt x="4259" y="6511"/>
                      <a:pt x="5066" y="6176"/>
                      <a:pt x="5661" y="5581"/>
                    </a:cubicBezTo>
                    <a:cubicBezTo>
                      <a:pt x="6255" y="4986"/>
                      <a:pt x="6589" y="4179"/>
                      <a:pt x="6589" y="3338"/>
                    </a:cubicBezTo>
                    <a:cubicBezTo>
                      <a:pt x="6589" y="2497"/>
                      <a:pt x="6255" y="1690"/>
                      <a:pt x="5661" y="1095"/>
                    </a:cubicBezTo>
                    <a:cubicBezTo>
                      <a:pt x="5066" y="500"/>
                      <a:pt x="4259" y="165"/>
                      <a:pt x="3418" y="165"/>
                    </a:cubicBezTo>
                    <a:cubicBezTo>
                      <a:pt x="2577" y="165"/>
                      <a:pt x="1770" y="500"/>
                      <a:pt x="1175" y="1095"/>
                    </a:cubicBezTo>
                    <a:cubicBezTo>
                      <a:pt x="581" y="1690"/>
                      <a:pt x="246" y="2497"/>
                      <a:pt x="246" y="3338"/>
                    </a:cubicBezTo>
                    <a:cubicBezTo>
                      <a:pt x="246" y="4179"/>
                      <a:pt x="581" y="4986"/>
                      <a:pt x="1175" y="5581"/>
                    </a:cubicBezTo>
                    <a:cubicBezTo>
                      <a:pt x="1770" y="6176"/>
                      <a:pt x="2577" y="6511"/>
                      <a:pt x="3418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30" name="Freeform: Shape 11629">
                <a:extLst>
                  <a:ext uri="{FF2B5EF4-FFF2-40B4-BE49-F238E27FC236}">
                    <a16:creationId xmlns:a16="http://schemas.microsoft.com/office/drawing/2014/main" id="{4D244219-D364-5F38-C819-5DDD761D083A}"/>
                  </a:ext>
                </a:extLst>
              </p:cNvPr>
              <p:cNvSpPr/>
              <p:nvPr/>
            </p:nvSpPr>
            <p:spPr>
              <a:xfrm>
                <a:off x="9532288" y="5577575"/>
                <a:ext cx="6343" cy="6345"/>
              </a:xfrm>
              <a:custGeom>
                <a:avLst/>
                <a:gdLst>
                  <a:gd name="connsiteX0" fmla="*/ 3418 w 6343"/>
                  <a:gd name="connsiteY0" fmla="*/ 6511 h 6345"/>
                  <a:gd name="connsiteX1" fmla="*/ 5660 w 6343"/>
                  <a:gd name="connsiteY1" fmla="*/ 5581 h 6345"/>
                  <a:gd name="connsiteX2" fmla="*/ 6589 w 6343"/>
                  <a:gd name="connsiteY2" fmla="*/ 3338 h 6345"/>
                  <a:gd name="connsiteX3" fmla="*/ 5660 w 6343"/>
                  <a:gd name="connsiteY3" fmla="*/ 1095 h 6345"/>
                  <a:gd name="connsiteX4" fmla="*/ 3418 w 6343"/>
                  <a:gd name="connsiteY4" fmla="*/ 165 h 6345"/>
                  <a:gd name="connsiteX5" fmla="*/ 1175 w 6343"/>
                  <a:gd name="connsiteY5" fmla="*/ 1095 h 6345"/>
                  <a:gd name="connsiteX6" fmla="*/ 246 w 6343"/>
                  <a:gd name="connsiteY6" fmla="*/ 3338 h 6345"/>
                  <a:gd name="connsiteX7" fmla="*/ 1175 w 6343"/>
                  <a:gd name="connsiteY7" fmla="*/ 5581 h 6345"/>
                  <a:gd name="connsiteX8" fmla="*/ 3418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1"/>
                    </a:moveTo>
                    <a:cubicBezTo>
                      <a:pt x="4259" y="6511"/>
                      <a:pt x="5066" y="6176"/>
                      <a:pt x="5660" y="5581"/>
                    </a:cubicBezTo>
                    <a:cubicBezTo>
                      <a:pt x="6255" y="4987"/>
                      <a:pt x="6589" y="4179"/>
                      <a:pt x="6589" y="3338"/>
                    </a:cubicBezTo>
                    <a:cubicBezTo>
                      <a:pt x="6589" y="2497"/>
                      <a:pt x="6255" y="1690"/>
                      <a:pt x="5660" y="1095"/>
                    </a:cubicBezTo>
                    <a:cubicBezTo>
                      <a:pt x="5066" y="500"/>
                      <a:pt x="4259" y="165"/>
                      <a:pt x="3418" y="165"/>
                    </a:cubicBezTo>
                    <a:cubicBezTo>
                      <a:pt x="2577" y="165"/>
                      <a:pt x="1770" y="500"/>
                      <a:pt x="1175" y="1095"/>
                    </a:cubicBezTo>
                    <a:cubicBezTo>
                      <a:pt x="580" y="1690"/>
                      <a:pt x="246" y="2497"/>
                      <a:pt x="246" y="3338"/>
                    </a:cubicBezTo>
                    <a:cubicBezTo>
                      <a:pt x="246" y="4179"/>
                      <a:pt x="580" y="4987"/>
                      <a:pt x="1175" y="5581"/>
                    </a:cubicBezTo>
                    <a:cubicBezTo>
                      <a:pt x="1770" y="6176"/>
                      <a:pt x="2577" y="6511"/>
                      <a:pt x="3418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31" name="Freeform: Shape 11630">
                <a:extLst>
                  <a:ext uri="{FF2B5EF4-FFF2-40B4-BE49-F238E27FC236}">
                    <a16:creationId xmlns:a16="http://schemas.microsoft.com/office/drawing/2014/main" id="{C74BE6C4-E1A2-BA44-8BB2-4B7630E11772}"/>
                  </a:ext>
                </a:extLst>
              </p:cNvPr>
              <p:cNvSpPr/>
              <p:nvPr/>
            </p:nvSpPr>
            <p:spPr>
              <a:xfrm>
                <a:off x="9530492" y="5577930"/>
                <a:ext cx="6343" cy="6345"/>
              </a:xfrm>
              <a:custGeom>
                <a:avLst/>
                <a:gdLst>
                  <a:gd name="connsiteX0" fmla="*/ 3418 w 6343"/>
                  <a:gd name="connsiteY0" fmla="*/ 6511 h 6345"/>
                  <a:gd name="connsiteX1" fmla="*/ 5660 w 6343"/>
                  <a:gd name="connsiteY1" fmla="*/ 5582 h 6345"/>
                  <a:gd name="connsiteX2" fmla="*/ 6589 w 6343"/>
                  <a:gd name="connsiteY2" fmla="*/ 3338 h 6345"/>
                  <a:gd name="connsiteX3" fmla="*/ 5660 w 6343"/>
                  <a:gd name="connsiteY3" fmla="*/ 1095 h 6345"/>
                  <a:gd name="connsiteX4" fmla="*/ 3418 w 6343"/>
                  <a:gd name="connsiteY4" fmla="*/ 165 h 6345"/>
                  <a:gd name="connsiteX5" fmla="*/ 1175 w 6343"/>
                  <a:gd name="connsiteY5" fmla="*/ 1095 h 6345"/>
                  <a:gd name="connsiteX6" fmla="*/ 246 w 6343"/>
                  <a:gd name="connsiteY6" fmla="*/ 3338 h 6345"/>
                  <a:gd name="connsiteX7" fmla="*/ 1175 w 6343"/>
                  <a:gd name="connsiteY7" fmla="*/ 5582 h 6345"/>
                  <a:gd name="connsiteX8" fmla="*/ 3418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1"/>
                    </a:moveTo>
                    <a:cubicBezTo>
                      <a:pt x="4259" y="6511"/>
                      <a:pt x="5065" y="6176"/>
                      <a:pt x="5660" y="5582"/>
                    </a:cubicBezTo>
                    <a:cubicBezTo>
                      <a:pt x="6255" y="4987"/>
                      <a:pt x="6589" y="4179"/>
                      <a:pt x="6589" y="3338"/>
                    </a:cubicBezTo>
                    <a:cubicBezTo>
                      <a:pt x="6589" y="2497"/>
                      <a:pt x="6255" y="1690"/>
                      <a:pt x="5660" y="1095"/>
                    </a:cubicBezTo>
                    <a:cubicBezTo>
                      <a:pt x="5065" y="500"/>
                      <a:pt x="4259" y="165"/>
                      <a:pt x="3418" y="165"/>
                    </a:cubicBezTo>
                    <a:cubicBezTo>
                      <a:pt x="2576" y="165"/>
                      <a:pt x="1770" y="500"/>
                      <a:pt x="1175" y="1095"/>
                    </a:cubicBezTo>
                    <a:cubicBezTo>
                      <a:pt x="580" y="1690"/>
                      <a:pt x="246" y="2497"/>
                      <a:pt x="246" y="3338"/>
                    </a:cubicBezTo>
                    <a:cubicBezTo>
                      <a:pt x="246" y="4179"/>
                      <a:pt x="580" y="4987"/>
                      <a:pt x="1175" y="5582"/>
                    </a:cubicBezTo>
                    <a:cubicBezTo>
                      <a:pt x="1770" y="6176"/>
                      <a:pt x="2576" y="6511"/>
                      <a:pt x="3418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32" name="Freeform: Shape 11631">
                <a:extLst>
                  <a:ext uri="{FF2B5EF4-FFF2-40B4-BE49-F238E27FC236}">
                    <a16:creationId xmlns:a16="http://schemas.microsoft.com/office/drawing/2014/main" id="{92432AED-0959-81F7-6402-4F51FDA0FDBD}"/>
                  </a:ext>
                </a:extLst>
              </p:cNvPr>
              <p:cNvSpPr/>
              <p:nvPr/>
            </p:nvSpPr>
            <p:spPr>
              <a:xfrm>
                <a:off x="9528340" y="5577071"/>
                <a:ext cx="6343" cy="6345"/>
              </a:xfrm>
              <a:custGeom>
                <a:avLst/>
                <a:gdLst>
                  <a:gd name="connsiteX0" fmla="*/ 3417 w 6343"/>
                  <a:gd name="connsiteY0" fmla="*/ 6511 h 6345"/>
                  <a:gd name="connsiteX1" fmla="*/ 5660 w 6343"/>
                  <a:gd name="connsiteY1" fmla="*/ 5581 h 6345"/>
                  <a:gd name="connsiteX2" fmla="*/ 6589 w 6343"/>
                  <a:gd name="connsiteY2" fmla="*/ 3338 h 6345"/>
                  <a:gd name="connsiteX3" fmla="*/ 5660 w 6343"/>
                  <a:gd name="connsiteY3" fmla="*/ 1095 h 6345"/>
                  <a:gd name="connsiteX4" fmla="*/ 3417 w 6343"/>
                  <a:gd name="connsiteY4" fmla="*/ 165 h 6345"/>
                  <a:gd name="connsiteX5" fmla="*/ 1175 w 6343"/>
                  <a:gd name="connsiteY5" fmla="*/ 1095 h 6345"/>
                  <a:gd name="connsiteX6" fmla="*/ 246 w 6343"/>
                  <a:gd name="connsiteY6" fmla="*/ 3338 h 6345"/>
                  <a:gd name="connsiteX7" fmla="*/ 1175 w 6343"/>
                  <a:gd name="connsiteY7" fmla="*/ 5581 h 6345"/>
                  <a:gd name="connsiteX8" fmla="*/ 3417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11"/>
                    </a:moveTo>
                    <a:cubicBezTo>
                      <a:pt x="4259" y="6511"/>
                      <a:pt x="5065" y="6176"/>
                      <a:pt x="5660" y="5581"/>
                    </a:cubicBezTo>
                    <a:cubicBezTo>
                      <a:pt x="6255" y="4986"/>
                      <a:pt x="6589" y="4179"/>
                      <a:pt x="6589" y="3338"/>
                    </a:cubicBezTo>
                    <a:cubicBezTo>
                      <a:pt x="6589" y="2497"/>
                      <a:pt x="6255" y="1690"/>
                      <a:pt x="5660" y="1095"/>
                    </a:cubicBezTo>
                    <a:cubicBezTo>
                      <a:pt x="5065" y="500"/>
                      <a:pt x="4259" y="165"/>
                      <a:pt x="3417" y="165"/>
                    </a:cubicBezTo>
                    <a:cubicBezTo>
                      <a:pt x="2576" y="165"/>
                      <a:pt x="1770" y="500"/>
                      <a:pt x="1175" y="1095"/>
                    </a:cubicBezTo>
                    <a:cubicBezTo>
                      <a:pt x="580" y="1690"/>
                      <a:pt x="246" y="2497"/>
                      <a:pt x="246" y="3338"/>
                    </a:cubicBezTo>
                    <a:cubicBezTo>
                      <a:pt x="246" y="4179"/>
                      <a:pt x="580" y="4986"/>
                      <a:pt x="1175" y="5581"/>
                    </a:cubicBezTo>
                    <a:cubicBezTo>
                      <a:pt x="1770" y="6176"/>
                      <a:pt x="2576" y="6511"/>
                      <a:pt x="3417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33" name="Freeform: Shape 11632">
                <a:extLst>
                  <a:ext uri="{FF2B5EF4-FFF2-40B4-BE49-F238E27FC236}">
                    <a16:creationId xmlns:a16="http://schemas.microsoft.com/office/drawing/2014/main" id="{DEF2B9A4-94CD-A54B-6649-4BA406E26FC4}"/>
                  </a:ext>
                </a:extLst>
              </p:cNvPr>
              <p:cNvSpPr/>
              <p:nvPr/>
            </p:nvSpPr>
            <p:spPr>
              <a:xfrm>
                <a:off x="9526532" y="5577341"/>
                <a:ext cx="6343" cy="6345"/>
              </a:xfrm>
              <a:custGeom>
                <a:avLst/>
                <a:gdLst>
                  <a:gd name="connsiteX0" fmla="*/ 3417 w 6343"/>
                  <a:gd name="connsiteY0" fmla="*/ 6511 h 6345"/>
                  <a:gd name="connsiteX1" fmla="*/ 5660 w 6343"/>
                  <a:gd name="connsiteY1" fmla="*/ 5581 h 6345"/>
                  <a:gd name="connsiteX2" fmla="*/ 6589 w 6343"/>
                  <a:gd name="connsiteY2" fmla="*/ 3338 h 6345"/>
                  <a:gd name="connsiteX3" fmla="*/ 5660 w 6343"/>
                  <a:gd name="connsiteY3" fmla="*/ 1095 h 6345"/>
                  <a:gd name="connsiteX4" fmla="*/ 3417 w 6343"/>
                  <a:gd name="connsiteY4" fmla="*/ 165 h 6345"/>
                  <a:gd name="connsiteX5" fmla="*/ 1175 w 6343"/>
                  <a:gd name="connsiteY5" fmla="*/ 1095 h 6345"/>
                  <a:gd name="connsiteX6" fmla="*/ 246 w 6343"/>
                  <a:gd name="connsiteY6" fmla="*/ 3338 h 6345"/>
                  <a:gd name="connsiteX7" fmla="*/ 1175 w 6343"/>
                  <a:gd name="connsiteY7" fmla="*/ 5581 h 6345"/>
                  <a:gd name="connsiteX8" fmla="*/ 3417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11"/>
                    </a:moveTo>
                    <a:cubicBezTo>
                      <a:pt x="4258" y="6511"/>
                      <a:pt x="5065" y="6176"/>
                      <a:pt x="5660" y="5581"/>
                    </a:cubicBezTo>
                    <a:cubicBezTo>
                      <a:pt x="6255" y="4986"/>
                      <a:pt x="6589" y="4179"/>
                      <a:pt x="6589" y="3338"/>
                    </a:cubicBezTo>
                    <a:cubicBezTo>
                      <a:pt x="6589" y="2497"/>
                      <a:pt x="6255" y="1690"/>
                      <a:pt x="5660" y="1095"/>
                    </a:cubicBezTo>
                    <a:cubicBezTo>
                      <a:pt x="5065" y="500"/>
                      <a:pt x="4258" y="165"/>
                      <a:pt x="3417" y="165"/>
                    </a:cubicBezTo>
                    <a:cubicBezTo>
                      <a:pt x="2576" y="165"/>
                      <a:pt x="1769" y="500"/>
                      <a:pt x="1175" y="1095"/>
                    </a:cubicBezTo>
                    <a:cubicBezTo>
                      <a:pt x="580" y="1690"/>
                      <a:pt x="246" y="2497"/>
                      <a:pt x="246" y="3338"/>
                    </a:cubicBezTo>
                    <a:cubicBezTo>
                      <a:pt x="246" y="4179"/>
                      <a:pt x="580" y="4986"/>
                      <a:pt x="1175" y="5581"/>
                    </a:cubicBezTo>
                    <a:cubicBezTo>
                      <a:pt x="1769" y="6176"/>
                      <a:pt x="2576" y="6511"/>
                      <a:pt x="3417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34" name="Freeform: Shape 11633">
                <a:extLst>
                  <a:ext uri="{FF2B5EF4-FFF2-40B4-BE49-F238E27FC236}">
                    <a16:creationId xmlns:a16="http://schemas.microsoft.com/office/drawing/2014/main" id="{2770AEDC-F8A3-A5D9-EC1F-7307928800E1}"/>
                  </a:ext>
                </a:extLst>
              </p:cNvPr>
              <p:cNvSpPr/>
              <p:nvPr/>
            </p:nvSpPr>
            <p:spPr>
              <a:xfrm>
                <a:off x="9525253" y="5579467"/>
                <a:ext cx="6343" cy="6345"/>
              </a:xfrm>
              <a:custGeom>
                <a:avLst/>
                <a:gdLst>
                  <a:gd name="connsiteX0" fmla="*/ 3417 w 6343"/>
                  <a:gd name="connsiteY0" fmla="*/ 6511 h 6345"/>
                  <a:gd name="connsiteX1" fmla="*/ 5660 w 6343"/>
                  <a:gd name="connsiteY1" fmla="*/ 5582 h 6345"/>
                  <a:gd name="connsiteX2" fmla="*/ 6589 w 6343"/>
                  <a:gd name="connsiteY2" fmla="*/ 3338 h 6345"/>
                  <a:gd name="connsiteX3" fmla="*/ 5660 w 6343"/>
                  <a:gd name="connsiteY3" fmla="*/ 1095 h 6345"/>
                  <a:gd name="connsiteX4" fmla="*/ 3417 w 6343"/>
                  <a:gd name="connsiteY4" fmla="*/ 165 h 6345"/>
                  <a:gd name="connsiteX5" fmla="*/ 1175 w 6343"/>
                  <a:gd name="connsiteY5" fmla="*/ 1095 h 6345"/>
                  <a:gd name="connsiteX6" fmla="*/ 246 w 6343"/>
                  <a:gd name="connsiteY6" fmla="*/ 3338 h 6345"/>
                  <a:gd name="connsiteX7" fmla="*/ 1175 w 6343"/>
                  <a:gd name="connsiteY7" fmla="*/ 5582 h 6345"/>
                  <a:gd name="connsiteX8" fmla="*/ 3417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11"/>
                    </a:moveTo>
                    <a:cubicBezTo>
                      <a:pt x="4258" y="6511"/>
                      <a:pt x="5065" y="6177"/>
                      <a:pt x="5660" y="5582"/>
                    </a:cubicBezTo>
                    <a:cubicBezTo>
                      <a:pt x="6255" y="4987"/>
                      <a:pt x="6589" y="4180"/>
                      <a:pt x="6589" y="3338"/>
                    </a:cubicBezTo>
                    <a:cubicBezTo>
                      <a:pt x="6589" y="2497"/>
                      <a:pt x="6255" y="1690"/>
                      <a:pt x="5660" y="1095"/>
                    </a:cubicBezTo>
                    <a:cubicBezTo>
                      <a:pt x="5065" y="500"/>
                      <a:pt x="4258" y="165"/>
                      <a:pt x="3417" y="165"/>
                    </a:cubicBezTo>
                    <a:cubicBezTo>
                      <a:pt x="2576" y="165"/>
                      <a:pt x="1769" y="500"/>
                      <a:pt x="1175" y="1095"/>
                    </a:cubicBezTo>
                    <a:cubicBezTo>
                      <a:pt x="580" y="1690"/>
                      <a:pt x="246" y="2497"/>
                      <a:pt x="246" y="3338"/>
                    </a:cubicBezTo>
                    <a:cubicBezTo>
                      <a:pt x="246" y="4180"/>
                      <a:pt x="580" y="4987"/>
                      <a:pt x="1175" y="5582"/>
                    </a:cubicBezTo>
                    <a:cubicBezTo>
                      <a:pt x="1769" y="6177"/>
                      <a:pt x="2576" y="6511"/>
                      <a:pt x="3417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35" name="Freeform: Shape 11634">
                <a:extLst>
                  <a:ext uri="{FF2B5EF4-FFF2-40B4-BE49-F238E27FC236}">
                    <a16:creationId xmlns:a16="http://schemas.microsoft.com/office/drawing/2014/main" id="{60E74458-7CAF-5C3C-B39C-22641BDDCCB2}"/>
                  </a:ext>
                </a:extLst>
              </p:cNvPr>
              <p:cNvSpPr/>
              <p:nvPr/>
            </p:nvSpPr>
            <p:spPr>
              <a:xfrm>
                <a:off x="9520914" y="5570599"/>
                <a:ext cx="6343" cy="6345"/>
              </a:xfrm>
              <a:custGeom>
                <a:avLst/>
                <a:gdLst>
                  <a:gd name="connsiteX0" fmla="*/ 3417 w 6343"/>
                  <a:gd name="connsiteY0" fmla="*/ 6510 h 6345"/>
                  <a:gd name="connsiteX1" fmla="*/ 5659 w 6343"/>
                  <a:gd name="connsiteY1" fmla="*/ 5581 h 6345"/>
                  <a:gd name="connsiteX2" fmla="*/ 6588 w 6343"/>
                  <a:gd name="connsiteY2" fmla="*/ 3337 h 6345"/>
                  <a:gd name="connsiteX3" fmla="*/ 5659 w 6343"/>
                  <a:gd name="connsiteY3" fmla="*/ 1094 h 6345"/>
                  <a:gd name="connsiteX4" fmla="*/ 3417 w 6343"/>
                  <a:gd name="connsiteY4" fmla="*/ 165 h 6345"/>
                  <a:gd name="connsiteX5" fmla="*/ 1174 w 6343"/>
                  <a:gd name="connsiteY5" fmla="*/ 1094 h 6345"/>
                  <a:gd name="connsiteX6" fmla="*/ 245 w 6343"/>
                  <a:gd name="connsiteY6" fmla="*/ 3337 h 6345"/>
                  <a:gd name="connsiteX7" fmla="*/ 1174 w 6343"/>
                  <a:gd name="connsiteY7" fmla="*/ 5581 h 6345"/>
                  <a:gd name="connsiteX8" fmla="*/ 3417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10"/>
                    </a:moveTo>
                    <a:cubicBezTo>
                      <a:pt x="4258" y="6510"/>
                      <a:pt x="5065" y="6176"/>
                      <a:pt x="5659" y="5581"/>
                    </a:cubicBezTo>
                    <a:cubicBezTo>
                      <a:pt x="6254" y="4986"/>
                      <a:pt x="6588" y="4179"/>
                      <a:pt x="6588" y="3337"/>
                    </a:cubicBezTo>
                    <a:cubicBezTo>
                      <a:pt x="6588" y="2496"/>
                      <a:pt x="6254" y="1689"/>
                      <a:pt x="5659" y="1094"/>
                    </a:cubicBezTo>
                    <a:cubicBezTo>
                      <a:pt x="5065" y="499"/>
                      <a:pt x="4258" y="165"/>
                      <a:pt x="3417" y="165"/>
                    </a:cubicBezTo>
                    <a:cubicBezTo>
                      <a:pt x="2576" y="165"/>
                      <a:pt x="1769" y="499"/>
                      <a:pt x="1174" y="1094"/>
                    </a:cubicBezTo>
                    <a:cubicBezTo>
                      <a:pt x="579" y="1689"/>
                      <a:pt x="245" y="2496"/>
                      <a:pt x="245" y="3337"/>
                    </a:cubicBezTo>
                    <a:cubicBezTo>
                      <a:pt x="245" y="4179"/>
                      <a:pt x="579" y="4986"/>
                      <a:pt x="1174" y="5581"/>
                    </a:cubicBezTo>
                    <a:cubicBezTo>
                      <a:pt x="1769" y="6176"/>
                      <a:pt x="2576" y="6510"/>
                      <a:pt x="3417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36" name="Freeform: Shape 11635">
                <a:extLst>
                  <a:ext uri="{FF2B5EF4-FFF2-40B4-BE49-F238E27FC236}">
                    <a16:creationId xmlns:a16="http://schemas.microsoft.com/office/drawing/2014/main" id="{B8BBB102-1F09-AE39-0226-07D7ADB38123}"/>
                  </a:ext>
                </a:extLst>
              </p:cNvPr>
              <p:cNvSpPr/>
              <p:nvPr/>
            </p:nvSpPr>
            <p:spPr>
              <a:xfrm>
                <a:off x="9519232" y="5571124"/>
                <a:ext cx="6343" cy="6345"/>
              </a:xfrm>
              <a:custGeom>
                <a:avLst/>
                <a:gdLst>
                  <a:gd name="connsiteX0" fmla="*/ 3417 w 6343"/>
                  <a:gd name="connsiteY0" fmla="*/ 6510 h 6345"/>
                  <a:gd name="connsiteX1" fmla="*/ 5659 w 6343"/>
                  <a:gd name="connsiteY1" fmla="*/ 5581 h 6345"/>
                  <a:gd name="connsiteX2" fmla="*/ 6588 w 6343"/>
                  <a:gd name="connsiteY2" fmla="*/ 3338 h 6345"/>
                  <a:gd name="connsiteX3" fmla="*/ 5659 w 6343"/>
                  <a:gd name="connsiteY3" fmla="*/ 1094 h 6345"/>
                  <a:gd name="connsiteX4" fmla="*/ 3417 w 6343"/>
                  <a:gd name="connsiteY4" fmla="*/ 165 h 6345"/>
                  <a:gd name="connsiteX5" fmla="*/ 1174 w 6343"/>
                  <a:gd name="connsiteY5" fmla="*/ 1094 h 6345"/>
                  <a:gd name="connsiteX6" fmla="*/ 245 w 6343"/>
                  <a:gd name="connsiteY6" fmla="*/ 3338 h 6345"/>
                  <a:gd name="connsiteX7" fmla="*/ 1174 w 6343"/>
                  <a:gd name="connsiteY7" fmla="*/ 5581 h 6345"/>
                  <a:gd name="connsiteX8" fmla="*/ 3417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10"/>
                    </a:moveTo>
                    <a:cubicBezTo>
                      <a:pt x="4258" y="6510"/>
                      <a:pt x="5065" y="6176"/>
                      <a:pt x="5659" y="5581"/>
                    </a:cubicBezTo>
                    <a:cubicBezTo>
                      <a:pt x="6254" y="4986"/>
                      <a:pt x="6588" y="4179"/>
                      <a:pt x="6588" y="3338"/>
                    </a:cubicBezTo>
                    <a:cubicBezTo>
                      <a:pt x="6588" y="2496"/>
                      <a:pt x="6254" y="1689"/>
                      <a:pt x="5659" y="1094"/>
                    </a:cubicBezTo>
                    <a:cubicBezTo>
                      <a:pt x="5065" y="499"/>
                      <a:pt x="4258" y="165"/>
                      <a:pt x="3417" y="165"/>
                    </a:cubicBezTo>
                    <a:cubicBezTo>
                      <a:pt x="2576" y="165"/>
                      <a:pt x="1769" y="499"/>
                      <a:pt x="1174" y="1094"/>
                    </a:cubicBezTo>
                    <a:cubicBezTo>
                      <a:pt x="579" y="1689"/>
                      <a:pt x="245" y="2496"/>
                      <a:pt x="245" y="3338"/>
                    </a:cubicBezTo>
                    <a:cubicBezTo>
                      <a:pt x="245" y="4179"/>
                      <a:pt x="579" y="4986"/>
                      <a:pt x="1174" y="5581"/>
                    </a:cubicBezTo>
                    <a:cubicBezTo>
                      <a:pt x="1769" y="6176"/>
                      <a:pt x="2576" y="6510"/>
                      <a:pt x="3417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37" name="Freeform: Shape 11636">
                <a:extLst>
                  <a:ext uri="{FF2B5EF4-FFF2-40B4-BE49-F238E27FC236}">
                    <a16:creationId xmlns:a16="http://schemas.microsoft.com/office/drawing/2014/main" id="{1238248E-1B05-FA19-B394-A09714988F76}"/>
                  </a:ext>
                </a:extLst>
              </p:cNvPr>
              <p:cNvSpPr/>
              <p:nvPr/>
            </p:nvSpPr>
            <p:spPr>
              <a:xfrm>
                <a:off x="9519907" y="5580605"/>
                <a:ext cx="6343" cy="6345"/>
              </a:xfrm>
              <a:custGeom>
                <a:avLst/>
                <a:gdLst>
                  <a:gd name="connsiteX0" fmla="*/ 3417 w 6343"/>
                  <a:gd name="connsiteY0" fmla="*/ 6511 h 6345"/>
                  <a:gd name="connsiteX1" fmla="*/ 5659 w 6343"/>
                  <a:gd name="connsiteY1" fmla="*/ 5582 h 6345"/>
                  <a:gd name="connsiteX2" fmla="*/ 6588 w 6343"/>
                  <a:gd name="connsiteY2" fmla="*/ 3338 h 6345"/>
                  <a:gd name="connsiteX3" fmla="*/ 5659 w 6343"/>
                  <a:gd name="connsiteY3" fmla="*/ 1095 h 6345"/>
                  <a:gd name="connsiteX4" fmla="*/ 3417 w 6343"/>
                  <a:gd name="connsiteY4" fmla="*/ 166 h 6345"/>
                  <a:gd name="connsiteX5" fmla="*/ 1174 w 6343"/>
                  <a:gd name="connsiteY5" fmla="*/ 1095 h 6345"/>
                  <a:gd name="connsiteX6" fmla="*/ 245 w 6343"/>
                  <a:gd name="connsiteY6" fmla="*/ 3338 h 6345"/>
                  <a:gd name="connsiteX7" fmla="*/ 1174 w 6343"/>
                  <a:gd name="connsiteY7" fmla="*/ 5582 h 6345"/>
                  <a:gd name="connsiteX8" fmla="*/ 3417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11"/>
                    </a:moveTo>
                    <a:cubicBezTo>
                      <a:pt x="4258" y="6511"/>
                      <a:pt x="5065" y="6177"/>
                      <a:pt x="5659" y="5582"/>
                    </a:cubicBezTo>
                    <a:cubicBezTo>
                      <a:pt x="6254" y="4987"/>
                      <a:pt x="6588" y="4180"/>
                      <a:pt x="6588" y="3338"/>
                    </a:cubicBezTo>
                    <a:cubicBezTo>
                      <a:pt x="6588" y="2497"/>
                      <a:pt x="6254" y="1690"/>
                      <a:pt x="5659" y="1095"/>
                    </a:cubicBezTo>
                    <a:cubicBezTo>
                      <a:pt x="5065" y="500"/>
                      <a:pt x="4258" y="166"/>
                      <a:pt x="3417" y="166"/>
                    </a:cubicBezTo>
                    <a:cubicBezTo>
                      <a:pt x="2576" y="166"/>
                      <a:pt x="1769" y="500"/>
                      <a:pt x="1174" y="1095"/>
                    </a:cubicBezTo>
                    <a:cubicBezTo>
                      <a:pt x="579" y="1690"/>
                      <a:pt x="245" y="2497"/>
                      <a:pt x="245" y="3338"/>
                    </a:cubicBezTo>
                    <a:cubicBezTo>
                      <a:pt x="245" y="4180"/>
                      <a:pt x="579" y="4987"/>
                      <a:pt x="1174" y="5582"/>
                    </a:cubicBezTo>
                    <a:cubicBezTo>
                      <a:pt x="1769" y="6177"/>
                      <a:pt x="2576" y="6511"/>
                      <a:pt x="3417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38" name="Freeform: Shape 11637">
                <a:extLst>
                  <a:ext uri="{FF2B5EF4-FFF2-40B4-BE49-F238E27FC236}">
                    <a16:creationId xmlns:a16="http://schemas.microsoft.com/office/drawing/2014/main" id="{2F94D0D7-F3A9-3BBE-56A7-FD44B8AC0A76}"/>
                  </a:ext>
                </a:extLst>
              </p:cNvPr>
              <p:cNvSpPr/>
              <p:nvPr/>
            </p:nvSpPr>
            <p:spPr>
              <a:xfrm>
                <a:off x="9518163" y="5581124"/>
                <a:ext cx="6343" cy="6345"/>
              </a:xfrm>
              <a:custGeom>
                <a:avLst/>
                <a:gdLst>
                  <a:gd name="connsiteX0" fmla="*/ 3417 w 6343"/>
                  <a:gd name="connsiteY0" fmla="*/ 6511 h 6345"/>
                  <a:gd name="connsiteX1" fmla="*/ 5659 w 6343"/>
                  <a:gd name="connsiteY1" fmla="*/ 5582 h 6345"/>
                  <a:gd name="connsiteX2" fmla="*/ 6588 w 6343"/>
                  <a:gd name="connsiteY2" fmla="*/ 3338 h 6345"/>
                  <a:gd name="connsiteX3" fmla="*/ 5659 w 6343"/>
                  <a:gd name="connsiteY3" fmla="*/ 1095 h 6345"/>
                  <a:gd name="connsiteX4" fmla="*/ 3417 w 6343"/>
                  <a:gd name="connsiteY4" fmla="*/ 166 h 6345"/>
                  <a:gd name="connsiteX5" fmla="*/ 1174 w 6343"/>
                  <a:gd name="connsiteY5" fmla="*/ 1095 h 6345"/>
                  <a:gd name="connsiteX6" fmla="*/ 245 w 6343"/>
                  <a:gd name="connsiteY6" fmla="*/ 3338 h 6345"/>
                  <a:gd name="connsiteX7" fmla="*/ 1174 w 6343"/>
                  <a:gd name="connsiteY7" fmla="*/ 5582 h 6345"/>
                  <a:gd name="connsiteX8" fmla="*/ 3417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11"/>
                    </a:moveTo>
                    <a:cubicBezTo>
                      <a:pt x="4258" y="6511"/>
                      <a:pt x="5065" y="6177"/>
                      <a:pt x="5659" y="5582"/>
                    </a:cubicBezTo>
                    <a:cubicBezTo>
                      <a:pt x="6254" y="4987"/>
                      <a:pt x="6588" y="4180"/>
                      <a:pt x="6588" y="3338"/>
                    </a:cubicBezTo>
                    <a:cubicBezTo>
                      <a:pt x="6588" y="2497"/>
                      <a:pt x="6254" y="1690"/>
                      <a:pt x="5659" y="1095"/>
                    </a:cubicBezTo>
                    <a:cubicBezTo>
                      <a:pt x="5065" y="500"/>
                      <a:pt x="4258" y="166"/>
                      <a:pt x="3417" y="166"/>
                    </a:cubicBezTo>
                    <a:cubicBezTo>
                      <a:pt x="2576" y="166"/>
                      <a:pt x="1769" y="500"/>
                      <a:pt x="1174" y="1095"/>
                    </a:cubicBezTo>
                    <a:cubicBezTo>
                      <a:pt x="579" y="1690"/>
                      <a:pt x="245" y="2497"/>
                      <a:pt x="245" y="3338"/>
                    </a:cubicBezTo>
                    <a:cubicBezTo>
                      <a:pt x="245" y="4180"/>
                      <a:pt x="579" y="4987"/>
                      <a:pt x="1174" y="5582"/>
                    </a:cubicBezTo>
                    <a:cubicBezTo>
                      <a:pt x="1769" y="6177"/>
                      <a:pt x="2576" y="6511"/>
                      <a:pt x="3417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39" name="Freeform: Shape 11638">
                <a:extLst>
                  <a:ext uri="{FF2B5EF4-FFF2-40B4-BE49-F238E27FC236}">
                    <a16:creationId xmlns:a16="http://schemas.microsoft.com/office/drawing/2014/main" id="{69ED112F-963C-74A4-C189-957CBA6C5BB9}"/>
                  </a:ext>
                </a:extLst>
              </p:cNvPr>
              <p:cNvSpPr/>
              <p:nvPr/>
            </p:nvSpPr>
            <p:spPr>
              <a:xfrm>
                <a:off x="9516219" y="5580842"/>
                <a:ext cx="6343" cy="6345"/>
              </a:xfrm>
              <a:custGeom>
                <a:avLst/>
                <a:gdLst>
                  <a:gd name="connsiteX0" fmla="*/ 3416 w 6343"/>
                  <a:gd name="connsiteY0" fmla="*/ 6511 h 6345"/>
                  <a:gd name="connsiteX1" fmla="*/ 5659 w 6343"/>
                  <a:gd name="connsiteY1" fmla="*/ 5582 h 6345"/>
                  <a:gd name="connsiteX2" fmla="*/ 6588 w 6343"/>
                  <a:gd name="connsiteY2" fmla="*/ 3338 h 6345"/>
                  <a:gd name="connsiteX3" fmla="*/ 5659 w 6343"/>
                  <a:gd name="connsiteY3" fmla="*/ 1095 h 6345"/>
                  <a:gd name="connsiteX4" fmla="*/ 3416 w 6343"/>
                  <a:gd name="connsiteY4" fmla="*/ 166 h 6345"/>
                  <a:gd name="connsiteX5" fmla="*/ 1174 w 6343"/>
                  <a:gd name="connsiteY5" fmla="*/ 1095 h 6345"/>
                  <a:gd name="connsiteX6" fmla="*/ 245 w 6343"/>
                  <a:gd name="connsiteY6" fmla="*/ 3338 h 6345"/>
                  <a:gd name="connsiteX7" fmla="*/ 1174 w 6343"/>
                  <a:gd name="connsiteY7" fmla="*/ 5582 h 6345"/>
                  <a:gd name="connsiteX8" fmla="*/ 3416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11"/>
                    </a:moveTo>
                    <a:cubicBezTo>
                      <a:pt x="4258" y="6511"/>
                      <a:pt x="5064" y="6177"/>
                      <a:pt x="5659" y="5582"/>
                    </a:cubicBezTo>
                    <a:cubicBezTo>
                      <a:pt x="6254" y="4987"/>
                      <a:pt x="6588" y="4180"/>
                      <a:pt x="6588" y="3338"/>
                    </a:cubicBezTo>
                    <a:cubicBezTo>
                      <a:pt x="6588" y="2497"/>
                      <a:pt x="6254" y="1690"/>
                      <a:pt x="5659" y="1095"/>
                    </a:cubicBezTo>
                    <a:cubicBezTo>
                      <a:pt x="5064" y="500"/>
                      <a:pt x="4258" y="166"/>
                      <a:pt x="3416" y="166"/>
                    </a:cubicBezTo>
                    <a:cubicBezTo>
                      <a:pt x="2575" y="166"/>
                      <a:pt x="1769" y="500"/>
                      <a:pt x="1174" y="1095"/>
                    </a:cubicBezTo>
                    <a:cubicBezTo>
                      <a:pt x="579" y="1690"/>
                      <a:pt x="245" y="2497"/>
                      <a:pt x="245" y="3338"/>
                    </a:cubicBezTo>
                    <a:cubicBezTo>
                      <a:pt x="245" y="4180"/>
                      <a:pt x="579" y="4987"/>
                      <a:pt x="1174" y="5582"/>
                    </a:cubicBezTo>
                    <a:cubicBezTo>
                      <a:pt x="1769" y="6177"/>
                      <a:pt x="2575" y="6511"/>
                      <a:pt x="3416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40" name="Freeform: Shape 11639">
                <a:extLst>
                  <a:ext uri="{FF2B5EF4-FFF2-40B4-BE49-F238E27FC236}">
                    <a16:creationId xmlns:a16="http://schemas.microsoft.com/office/drawing/2014/main" id="{D0A9738B-8B27-AA55-4B25-D8FA53824302}"/>
                  </a:ext>
                </a:extLst>
              </p:cNvPr>
              <p:cNvSpPr/>
              <p:nvPr/>
            </p:nvSpPr>
            <p:spPr>
              <a:xfrm>
                <a:off x="9514339" y="5580791"/>
                <a:ext cx="6343" cy="6345"/>
              </a:xfrm>
              <a:custGeom>
                <a:avLst/>
                <a:gdLst>
                  <a:gd name="connsiteX0" fmla="*/ 3416 w 6343"/>
                  <a:gd name="connsiteY0" fmla="*/ 6511 h 6345"/>
                  <a:gd name="connsiteX1" fmla="*/ 5659 w 6343"/>
                  <a:gd name="connsiteY1" fmla="*/ 5582 h 6345"/>
                  <a:gd name="connsiteX2" fmla="*/ 6588 w 6343"/>
                  <a:gd name="connsiteY2" fmla="*/ 3338 h 6345"/>
                  <a:gd name="connsiteX3" fmla="*/ 5659 w 6343"/>
                  <a:gd name="connsiteY3" fmla="*/ 1095 h 6345"/>
                  <a:gd name="connsiteX4" fmla="*/ 3416 w 6343"/>
                  <a:gd name="connsiteY4" fmla="*/ 166 h 6345"/>
                  <a:gd name="connsiteX5" fmla="*/ 1174 w 6343"/>
                  <a:gd name="connsiteY5" fmla="*/ 1095 h 6345"/>
                  <a:gd name="connsiteX6" fmla="*/ 245 w 6343"/>
                  <a:gd name="connsiteY6" fmla="*/ 3338 h 6345"/>
                  <a:gd name="connsiteX7" fmla="*/ 1174 w 6343"/>
                  <a:gd name="connsiteY7" fmla="*/ 5582 h 6345"/>
                  <a:gd name="connsiteX8" fmla="*/ 3416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11"/>
                    </a:moveTo>
                    <a:cubicBezTo>
                      <a:pt x="4257" y="6511"/>
                      <a:pt x="5064" y="6177"/>
                      <a:pt x="5659" y="5582"/>
                    </a:cubicBezTo>
                    <a:cubicBezTo>
                      <a:pt x="6254" y="4987"/>
                      <a:pt x="6588" y="4180"/>
                      <a:pt x="6588" y="3338"/>
                    </a:cubicBezTo>
                    <a:cubicBezTo>
                      <a:pt x="6588" y="2497"/>
                      <a:pt x="6254" y="1690"/>
                      <a:pt x="5659" y="1095"/>
                    </a:cubicBezTo>
                    <a:cubicBezTo>
                      <a:pt x="5064" y="500"/>
                      <a:pt x="4257" y="166"/>
                      <a:pt x="3416" y="166"/>
                    </a:cubicBezTo>
                    <a:cubicBezTo>
                      <a:pt x="2575" y="166"/>
                      <a:pt x="1768" y="500"/>
                      <a:pt x="1174" y="1095"/>
                    </a:cubicBezTo>
                    <a:cubicBezTo>
                      <a:pt x="579" y="1690"/>
                      <a:pt x="245" y="2497"/>
                      <a:pt x="245" y="3338"/>
                    </a:cubicBezTo>
                    <a:cubicBezTo>
                      <a:pt x="245" y="4180"/>
                      <a:pt x="579" y="4987"/>
                      <a:pt x="1174" y="5582"/>
                    </a:cubicBezTo>
                    <a:cubicBezTo>
                      <a:pt x="1768" y="6177"/>
                      <a:pt x="2575" y="6511"/>
                      <a:pt x="3416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41" name="Freeform: Shape 11640">
                <a:extLst>
                  <a:ext uri="{FF2B5EF4-FFF2-40B4-BE49-F238E27FC236}">
                    <a16:creationId xmlns:a16="http://schemas.microsoft.com/office/drawing/2014/main" id="{2DE84E41-8524-C759-069E-DD898E59E7ED}"/>
                  </a:ext>
                </a:extLst>
              </p:cNvPr>
              <p:cNvSpPr/>
              <p:nvPr/>
            </p:nvSpPr>
            <p:spPr>
              <a:xfrm>
                <a:off x="9512073" y="5579081"/>
                <a:ext cx="6343" cy="6345"/>
              </a:xfrm>
              <a:custGeom>
                <a:avLst/>
                <a:gdLst>
                  <a:gd name="connsiteX0" fmla="*/ 3416 w 6343"/>
                  <a:gd name="connsiteY0" fmla="*/ 6511 h 6345"/>
                  <a:gd name="connsiteX1" fmla="*/ 5659 w 6343"/>
                  <a:gd name="connsiteY1" fmla="*/ 5582 h 6345"/>
                  <a:gd name="connsiteX2" fmla="*/ 6588 w 6343"/>
                  <a:gd name="connsiteY2" fmla="*/ 3338 h 6345"/>
                  <a:gd name="connsiteX3" fmla="*/ 5659 w 6343"/>
                  <a:gd name="connsiteY3" fmla="*/ 1095 h 6345"/>
                  <a:gd name="connsiteX4" fmla="*/ 3416 w 6343"/>
                  <a:gd name="connsiteY4" fmla="*/ 165 h 6345"/>
                  <a:gd name="connsiteX5" fmla="*/ 1174 w 6343"/>
                  <a:gd name="connsiteY5" fmla="*/ 1095 h 6345"/>
                  <a:gd name="connsiteX6" fmla="*/ 245 w 6343"/>
                  <a:gd name="connsiteY6" fmla="*/ 3338 h 6345"/>
                  <a:gd name="connsiteX7" fmla="*/ 1174 w 6343"/>
                  <a:gd name="connsiteY7" fmla="*/ 5582 h 6345"/>
                  <a:gd name="connsiteX8" fmla="*/ 3416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11"/>
                    </a:moveTo>
                    <a:cubicBezTo>
                      <a:pt x="4257" y="6511"/>
                      <a:pt x="5064" y="6177"/>
                      <a:pt x="5659" y="5582"/>
                    </a:cubicBezTo>
                    <a:cubicBezTo>
                      <a:pt x="6254" y="4987"/>
                      <a:pt x="6588" y="4180"/>
                      <a:pt x="6588" y="3338"/>
                    </a:cubicBezTo>
                    <a:cubicBezTo>
                      <a:pt x="6588" y="2497"/>
                      <a:pt x="6254" y="1690"/>
                      <a:pt x="5659" y="1095"/>
                    </a:cubicBezTo>
                    <a:cubicBezTo>
                      <a:pt x="5064" y="500"/>
                      <a:pt x="4257" y="165"/>
                      <a:pt x="3416" y="165"/>
                    </a:cubicBezTo>
                    <a:cubicBezTo>
                      <a:pt x="2575" y="165"/>
                      <a:pt x="1768" y="500"/>
                      <a:pt x="1174" y="1095"/>
                    </a:cubicBezTo>
                    <a:cubicBezTo>
                      <a:pt x="579" y="1690"/>
                      <a:pt x="245" y="2497"/>
                      <a:pt x="245" y="3338"/>
                    </a:cubicBezTo>
                    <a:cubicBezTo>
                      <a:pt x="245" y="4180"/>
                      <a:pt x="579" y="4987"/>
                      <a:pt x="1174" y="5582"/>
                    </a:cubicBezTo>
                    <a:cubicBezTo>
                      <a:pt x="1768" y="6177"/>
                      <a:pt x="2575" y="6511"/>
                      <a:pt x="3416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42" name="Freeform: Shape 11641">
                <a:extLst>
                  <a:ext uri="{FF2B5EF4-FFF2-40B4-BE49-F238E27FC236}">
                    <a16:creationId xmlns:a16="http://schemas.microsoft.com/office/drawing/2014/main" id="{95850D0B-B91D-E814-2ADC-34237EF367AF}"/>
                  </a:ext>
                </a:extLst>
              </p:cNvPr>
              <p:cNvSpPr/>
              <p:nvPr/>
            </p:nvSpPr>
            <p:spPr>
              <a:xfrm>
                <a:off x="9510379" y="5579736"/>
                <a:ext cx="6343" cy="6345"/>
              </a:xfrm>
              <a:custGeom>
                <a:avLst/>
                <a:gdLst>
                  <a:gd name="connsiteX0" fmla="*/ 3416 w 6343"/>
                  <a:gd name="connsiteY0" fmla="*/ 6511 h 6345"/>
                  <a:gd name="connsiteX1" fmla="*/ 5659 w 6343"/>
                  <a:gd name="connsiteY1" fmla="*/ 5582 h 6345"/>
                  <a:gd name="connsiteX2" fmla="*/ 6588 w 6343"/>
                  <a:gd name="connsiteY2" fmla="*/ 3338 h 6345"/>
                  <a:gd name="connsiteX3" fmla="*/ 5659 w 6343"/>
                  <a:gd name="connsiteY3" fmla="*/ 1095 h 6345"/>
                  <a:gd name="connsiteX4" fmla="*/ 3416 w 6343"/>
                  <a:gd name="connsiteY4" fmla="*/ 165 h 6345"/>
                  <a:gd name="connsiteX5" fmla="*/ 1173 w 6343"/>
                  <a:gd name="connsiteY5" fmla="*/ 1095 h 6345"/>
                  <a:gd name="connsiteX6" fmla="*/ 244 w 6343"/>
                  <a:gd name="connsiteY6" fmla="*/ 3338 h 6345"/>
                  <a:gd name="connsiteX7" fmla="*/ 1173 w 6343"/>
                  <a:gd name="connsiteY7" fmla="*/ 5582 h 6345"/>
                  <a:gd name="connsiteX8" fmla="*/ 3416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11"/>
                    </a:moveTo>
                    <a:cubicBezTo>
                      <a:pt x="4257" y="6511"/>
                      <a:pt x="5064" y="6177"/>
                      <a:pt x="5659" y="5582"/>
                    </a:cubicBezTo>
                    <a:cubicBezTo>
                      <a:pt x="6253" y="4987"/>
                      <a:pt x="6588" y="4180"/>
                      <a:pt x="6588" y="3338"/>
                    </a:cubicBezTo>
                    <a:cubicBezTo>
                      <a:pt x="6588" y="2497"/>
                      <a:pt x="6253" y="1690"/>
                      <a:pt x="5659" y="1095"/>
                    </a:cubicBezTo>
                    <a:cubicBezTo>
                      <a:pt x="5064" y="500"/>
                      <a:pt x="4257" y="165"/>
                      <a:pt x="3416" y="165"/>
                    </a:cubicBezTo>
                    <a:cubicBezTo>
                      <a:pt x="2575" y="165"/>
                      <a:pt x="1768" y="500"/>
                      <a:pt x="1173" y="1095"/>
                    </a:cubicBezTo>
                    <a:cubicBezTo>
                      <a:pt x="579" y="1690"/>
                      <a:pt x="244" y="2497"/>
                      <a:pt x="244" y="3338"/>
                    </a:cubicBezTo>
                    <a:cubicBezTo>
                      <a:pt x="244" y="4180"/>
                      <a:pt x="579" y="4987"/>
                      <a:pt x="1173" y="5582"/>
                    </a:cubicBezTo>
                    <a:cubicBezTo>
                      <a:pt x="1768" y="6177"/>
                      <a:pt x="2575" y="6511"/>
                      <a:pt x="3416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43" name="Freeform: Shape 11642">
                <a:extLst>
                  <a:ext uri="{FF2B5EF4-FFF2-40B4-BE49-F238E27FC236}">
                    <a16:creationId xmlns:a16="http://schemas.microsoft.com/office/drawing/2014/main" id="{D7B3DEE2-273B-FFDF-6F0A-EBCB89D2C82A}"/>
                  </a:ext>
                </a:extLst>
              </p:cNvPr>
              <p:cNvSpPr/>
              <p:nvPr/>
            </p:nvSpPr>
            <p:spPr>
              <a:xfrm>
                <a:off x="9507268" y="5574084"/>
                <a:ext cx="6343" cy="6345"/>
              </a:xfrm>
              <a:custGeom>
                <a:avLst/>
                <a:gdLst>
                  <a:gd name="connsiteX0" fmla="*/ 3416 w 6343"/>
                  <a:gd name="connsiteY0" fmla="*/ 6510 h 6345"/>
                  <a:gd name="connsiteX1" fmla="*/ 5658 w 6343"/>
                  <a:gd name="connsiteY1" fmla="*/ 5581 h 6345"/>
                  <a:gd name="connsiteX2" fmla="*/ 6587 w 6343"/>
                  <a:gd name="connsiteY2" fmla="*/ 3338 h 6345"/>
                  <a:gd name="connsiteX3" fmla="*/ 5658 w 6343"/>
                  <a:gd name="connsiteY3" fmla="*/ 1094 h 6345"/>
                  <a:gd name="connsiteX4" fmla="*/ 3416 w 6343"/>
                  <a:gd name="connsiteY4" fmla="*/ 165 h 6345"/>
                  <a:gd name="connsiteX5" fmla="*/ 1173 w 6343"/>
                  <a:gd name="connsiteY5" fmla="*/ 1094 h 6345"/>
                  <a:gd name="connsiteX6" fmla="*/ 244 w 6343"/>
                  <a:gd name="connsiteY6" fmla="*/ 3338 h 6345"/>
                  <a:gd name="connsiteX7" fmla="*/ 1173 w 6343"/>
                  <a:gd name="connsiteY7" fmla="*/ 5581 h 6345"/>
                  <a:gd name="connsiteX8" fmla="*/ 3416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10"/>
                    </a:moveTo>
                    <a:cubicBezTo>
                      <a:pt x="4257" y="6510"/>
                      <a:pt x="5064" y="6176"/>
                      <a:pt x="5658" y="5581"/>
                    </a:cubicBezTo>
                    <a:cubicBezTo>
                      <a:pt x="6253" y="4986"/>
                      <a:pt x="6587" y="4179"/>
                      <a:pt x="6587" y="3338"/>
                    </a:cubicBezTo>
                    <a:cubicBezTo>
                      <a:pt x="6587" y="2496"/>
                      <a:pt x="6253" y="1689"/>
                      <a:pt x="5658" y="1094"/>
                    </a:cubicBezTo>
                    <a:cubicBezTo>
                      <a:pt x="5064" y="499"/>
                      <a:pt x="4257" y="165"/>
                      <a:pt x="3416" y="165"/>
                    </a:cubicBezTo>
                    <a:cubicBezTo>
                      <a:pt x="2575" y="165"/>
                      <a:pt x="1768" y="499"/>
                      <a:pt x="1173" y="1094"/>
                    </a:cubicBezTo>
                    <a:cubicBezTo>
                      <a:pt x="578" y="1689"/>
                      <a:pt x="244" y="2496"/>
                      <a:pt x="244" y="3338"/>
                    </a:cubicBezTo>
                    <a:cubicBezTo>
                      <a:pt x="244" y="4179"/>
                      <a:pt x="578" y="4986"/>
                      <a:pt x="1173" y="5581"/>
                    </a:cubicBezTo>
                    <a:cubicBezTo>
                      <a:pt x="1768" y="6176"/>
                      <a:pt x="2575" y="6510"/>
                      <a:pt x="3416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44" name="Freeform: Shape 11643">
                <a:extLst>
                  <a:ext uri="{FF2B5EF4-FFF2-40B4-BE49-F238E27FC236}">
                    <a16:creationId xmlns:a16="http://schemas.microsoft.com/office/drawing/2014/main" id="{724332F7-E8F5-3EDE-07E4-BAA4EEA389B0}"/>
                  </a:ext>
                </a:extLst>
              </p:cNvPr>
              <p:cNvSpPr/>
              <p:nvPr/>
            </p:nvSpPr>
            <p:spPr>
              <a:xfrm>
                <a:off x="9506442" y="5578566"/>
                <a:ext cx="6343" cy="6345"/>
              </a:xfrm>
              <a:custGeom>
                <a:avLst/>
                <a:gdLst>
                  <a:gd name="connsiteX0" fmla="*/ 3416 w 6343"/>
                  <a:gd name="connsiteY0" fmla="*/ 6511 h 6345"/>
                  <a:gd name="connsiteX1" fmla="*/ 5658 w 6343"/>
                  <a:gd name="connsiteY1" fmla="*/ 5582 h 6345"/>
                  <a:gd name="connsiteX2" fmla="*/ 6587 w 6343"/>
                  <a:gd name="connsiteY2" fmla="*/ 3338 h 6345"/>
                  <a:gd name="connsiteX3" fmla="*/ 5658 w 6343"/>
                  <a:gd name="connsiteY3" fmla="*/ 1095 h 6345"/>
                  <a:gd name="connsiteX4" fmla="*/ 3416 w 6343"/>
                  <a:gd name="connsiteY4" fmla="*/ 165 h 6345"/>
                  <a:gd name="connsiteX5" fmla="*/ 1173 w 6343"/>
                  <a:gd name="connsiteY5" fmla="*/ 1095 h 6345"/>
                  <a:gd name="connsiteX6" fmla="*/ 244 w 6343"/>
                  <a:gd name="connsiteY6" fmla="*/ 3338 h 6345"/>
                  <a:gd name="connsiteX7" fmla="*/ 1173 w 6343"/>
                  <a:gd name="connsiteY7" fmla="*/ 5582 h 6345"/>
                  <a:gd name="connsiteX8" fmla="*/ 3416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11"/>
                    </a:moveTo>
                    <a:cubicBezTo>
                      <a:pt x="4257" y="6511"/>
                      <a:pt x="5064" y="6177"/>
                      <a:pt x="5658" y="5582"/>
                    </a:cubicBezTo>
                    <a:cubicBezTo>
                      <a:pt x="6253" y="4987"/>
                      <a:pt x="6587" y="4180"/>
                      <a:pt x="6587" y="3338"/>
                    </a:cubicBezTo>
                    <a:cubicBezTo>
                      <a:pt x="6587" y="2497"/>
                      <a:pt x="6253" y="1690"/>
                      <a:pt x="5658" y="1095"/>
                    </a:cubicBezTo>
                    <a:cubicBezTo>
                      <a:pt x="5064" y="500"/>
                      <a:pt x="4257" y="165"/>
                      <a:pt x="3416" y="165"/>
                    </a:cubicBezTo>
                    <a:cubicBezTo>
                      <a:pt x="2575" y="165"/>
                      <a:pt x="1768" y="500"/>
                      <a:pt x="1173" y="1095"/>
                    </a:cubicBezTo>
                    <a:cubicBezTo>
                      <a:pt x="578" y="1690"/>
                      <a:pt x="244" y="2497"/>
                      <a:pt x="244" y="3338"/>
                    </a:cubicBezTo>
                    <a:cubicBezTo>
                      <a:pt x="244" y="4180"/>
                      <a:pt x="578" y="4987"/>
                      <a:pt x="1173" y="5582"/>
                    </a:cubicBezTo>
                    <a:cubicBezTo>
                      <a:pt x="1768" y="6177"/>
                      <a:pt x="2575" y="6511"/>
                      <a:pt x="3416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45" name="Freeform: Shape 11644">
                <a:extLst>
                  <a:ext uri="{FF2B5EF4-FFF2-40B4-BE49-F238E27FC236}">
                    <a16:creationId xmlns:a16="http://schemas.microsoft.com/office/drawing/2014/main" id="{07F7844B-C852-1373-ADBD-53D72D358ACF}"/>
                  </a:ext>
                </a:extLst>
              </p:cNvPr>
              <p:cNvSpPr/>
              <p:nvPr/>
            </p:nvSpPr>
            <p:spPr>
              <a:xfrm>
                <a:off x="9505862" y="5584458"/>
                <a:ext cx="6343" cy="6345"/>
              </a:xfrm>
              <a:custGeom>
                <a:avLst/>
                <a:gdLst>
                  <a:gd name="connsiteX0" fmla="*/ 3416 w 6343"/>
                  <a:gd name="connsiteY0" fmla="*/ 6511 h 6345"/>
                  <a:gd name="connsiteX1" fmla="*/ 5658 w 6343"/>
                  <a:gd name="connsiteY1" fmla="*/ 5582 h 6345"/>
                  <a:gd name="connsiteX2" fmla="*/ 6587 w 6343"/>
                  <a:gd name="connsiteY2" fmla="*/ 3339 h 6345"/>
                  <a:gd name="connsiteX3" fmla="*/ 5658 w 6343"/>
                  <a:gd name="connsiteY3" fmla="*/ 1095 h 6345"/>
                  <a:gd name="connsiteX4" fmla="*/ 3416 w 6343"/>
                  <a:gd name="connsiteY4" fmla="*/ 166 h 6345"/>
                  <a:gd name="connsiteX5" fmla="*/ 1173 w 6343"/>
                  <a:gd name="connsiteY5" fmla="*/ 1095 h 6345"/>
                  <a:gd name="connsiteX6" fmla="*/ 244 w 6343"/>
                  <a:gd name="connsiteY6" fmla="*/ 3339 h 6345"/>
                  <a:gd name="connsiteX7" fmla="*/ 1173 w 6343"/>
                  <a:gd name="connsiteY7" fmla="*/ 5582 h 6345"/>
                  <a:gd name="connsiteX8" fmla="*/ 3416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11"/>
                    </a:moveTo>
                    <a:cubicBezTo>
                      <a:pt x="4257" y="6511"/>
                      <a:pt x="5064" y="6177"/>
                      <a:pt x="5658" y="5582"/>
                    </a:cubicBezTo>
                    <a:cubicBezTo>
                      <a:pt x="6253" y="4987"/>
                      <a:pt x="6587" y="4180"/>
                      <a:pt x="6587" y="3339"/>
                    </a:cubicBezTo>
                    <a:cubicBezTo>
                      <a:pt x="6587" y="2497"/>
                      <a:pt x="6253" y="1690"/>
                      <a:pt x="5658" y="1095"/>
                    </a:cubicBezTo>
                    <a:cubicBezTo>
                      <a:pt x="5064" y="500"/>
                      <a:pt x="4257" y="166"/>
                      <a:pt x="3416" y="166"/>
                    </a:cubicBezTo>
                    <a:cubicBezTo>
                      <a:pt x="2575" y="166"/>
                      <a:pt x="1768" y="500"/>
                      <a:pt x="1173" y="1095"/>
                    </a:cubicBezTo>
                    <a:cubicBezTo>
                      <a:pt x="578" y="1690"/>
                      <a:pt x="244" y="2497"/>
                      <a:pt x="244" y="3339"/>
                    </a:cubicBezTo>
                    <a:cubicBezTo>
                      <a:pt x="244" y="4180"/>
                      <a:pt x="578" y="4987"/>
                      <a:pt x="1173" y="5582"/>
                    </a:cubicBezTo>
                    <a:cubicBezTo>
                      <a:pt x="1768" y="6177"/>
                      <a:pt x="2575" y="6511"/>
                      <a:pt x="3416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46" name="Freeform: Shape 11645">
                <a:extLst>
                  <a:ext uri="{FF2B5EF4-FFF2-40B4-BE49-F238E27FC236}">
                    <a16:creationId xmlns:a16="http://schemas.microsoft.com/office/drawing/2014/main" id="{26230A10-6FD8-EDB1-A373-CB8C5002C84E}"/>
                  </a:ext>
                </a:extLst>
              </p:cNvPr>
              <p:cNvSpPr/>
              <p:nvPr/>
            </p:nvSpPr>
            <p:spPr>
              <a:xfrm>
                <a:off x="9503626" y="5582620"/>
                <a:ext cx="6343" cy="6345"/>
              </a:xfrm>
              <a:custGeom>
                <a:avLst/>
                <a:gdLst>
                  <a:gd name="connsiteX0" fmla="*/ 3415 w 6343"/>
                  <a:gd name="connsiteY0" fmla="*/ 6511 h 6345"/>
                  <a:gd name="connsiteX1" fmla="*/ 5658 w 6343"/>
                  <a:gd name="connsiteY1" fmla="*/ 5582 h 6345"/>
                  <a:gd name="connsiteX2" fmla="*/ 6587 w 6343"/>
                  <a:gd name="connsiteY2" fmla="*/ 3338 h 6345"/>
                  <a:gd name="connsiteX3" fmla="*/ 5658 w 6343"/>
                  <a:gd name="connsiteY3" fmla="*/ 1095 h 6345"/>
                  <a:gd name="connsiteX4" fmla="*/ 3415 w 6343"/>
                  <a:gd name="connsiteY4" fmla="*/ 166 h 6345"/>
                  <a:gd name="connsiteX5" fmla="*/ 1173 w 6343"/>
                  <a:gd name="connsiteY5" fmla="*/ 1095 h 6345"/>
                  <a:gd name="connsiteX6" fmla="*/ 244 w 6343"/>
                  <a:gd name="connsiteY6" fmla="*/ 3338 h 6345"/>
                  <a:gd name="connsiteX7" fmla="*/ 1173 w 6343"/>
                  <a:gd name="connsiteY7" fmla="*/ 5582 h 6345"/>
                  <a:gd name="connsiteX8" fmla="*/ 3415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11"/>
                    </a:moveTo>
                    <a:cubicBezTo>
                      <a:pt x="4257" y="6511"/>
                      <a:pt x="5063" y="6177"/>
                      <a:pt x="5658" y="5582"/>
                    </a:cubicBezTo>
                    <a:cubicBezTo>
                      <a:pt x="6253" y="4987"/>
                      <a:pt x="6587" y="4180"/>
                      <a:pt x="6587" y="3338"/>
                    </a:cubicBezTo>
                    <a:cubicBezTo>
                      <a:pt x="6587" y="2497"/>
                      <a:pt x="6253" y="1690"/>
                      <a:pt x="5658" y="1095"/>
                    </a:cubicBezTo>
                    <a:cubicBezTo>
                      <a:pt x="5063" y="500"/>
                      <a:pt x="4257" y="166"/>
                      <a:pt x="3415" y="166"/>
                    </a:cubicBezTo>
                    <a:cubicBezTo>
                      <a:pt x="2574" y="166"/>
                      <a:pt x="1768" y="500"/>
                      <a:pt x="1173" y="1095"/>
                    </a:cubicBezTo>
                    <a:cubicBezTo>
                      <a:pt x="578" y="1690"/>
                      <a:pt x="244" y="2497"/>
                      <a:pt x="244" y="3338"/>
                    </a:cubicBezTo>
                    <a:cubicBezTo>
                      <a:pt x="244" y="4180"/>
                      <a:pt x="578" y="4987"/>
                      <a:pt x="1173" y="5582"/>
                    </a:cubicBezTo>
                    <a:cubicBezTo>
                      <a:pt x="1768" y="6177"/>
                      <a:pt x="2574" y="6511"/>
                      <a:pt x="3415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47" name="Freeform: Shape 11646">
                <a:extLst>
                  <a:ext uri="{FF2B5EF4-FFF2-40B4-BE49-F238E27FC236}">
                    <a16:creationId xmlns:a16="http://schemas.microsoft.com/office/drawing/2014/main" id="{F0C69C02-B1F2-4EC7-DAF7-764B1CC20D34}"/>
                  </a:ext>
                </a:extLst>
              </p:cNvPr>
              <p:cNvSpPr/>
              <p:nvPr/>
            </p:nvSpPr>
            <p:spPr>
              <a:xfrm>
                <a:off x="9502502" y="5586235"/>
                <a:ext cx="6343" cy="6345"/>
              </a:xfrm>
              <a:custGeom>
                <a:avLst/>
                <a:gdLst>
                  <a:gd name="connsiteX0" fmla="*/ 3415 w 6343"/>
                  <a:gd name="connsiteY0" fmla="*/ 6511 h 6345"/>
                  <a:gd name="connsiteX1" fmla="*/ 5658 w 6343"/>
                  <a:gd name="connsiteY1" fmla="*/ 5582 h 6345"/>
                  <a:gd name="connsiteX2" fmla="*/ 6587 w 6343"/>
                  <a:gd name="connsiteY2" fmla="*/ 3339 h 6345"/>
                  <a:gd name="connsiteX3" fmla="*/ 5658 w 6343"/>
                  <a:gd name="connsiteY3" fmla="*/ 1095 h 6345"/>
                  <a:gd name="connsiteX4" fmla="*/ 3415 w 6343"/>
                  <a:gd name="connsiteY4" fmla="*/ 166 h 6345"/>
                  <a:gd name="connsiteX5" fmla="*/ 1173 w 6343"/>
                  <a:gd name="connsiteY5" fmla="*/ 1095 h 6345"/>
                  <a:gd name="connsiteX6" fmla="*/ 244 w 6343"/>
                  <a:gd name="connsiteY6" fmla="*/ 3339 h 6345"/>
                  <a:gd name="connsiteX7" fmla="*/ 1173 w 6343"/>
                  <a:gd name="connsiteY7" fmla="*/ 5582 h 6345"/>
                  <a:gd name="connsiteX8" fmla="*/ 3415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11"/>
                    </a:moveTo>
                    <a:cubicBezTo>
                      <a:pt x="4257" y="6511"/>
                      <a:pt x="5063" y="6177"/>
                      <a:pt x="5658" y="5582"/>
                    </a:cubicBezTo>
                    <a:cubicBezTo>
                      <a:pt x="6253" y="4987"/>
                      <a:pt x="6587" y="4180"/>
                      <a:pt x="6587" y="3339"/>
                    </a:cubicBezTo>
                    <a:cubicBezTo>
                      <a:pt x="6587" y="2497"/>
                      <a:pt x="6253" y="1690"/>
                      <a:pt x="5658" y="1095"/>
                    </a:cubicBezTo>
                    <a:cubicBezTo>
                      <a:pt x="5063" y="500"/>
                      <a:pt x="4257" y="166"/>
                      <a:pt x="3415" y="166"/>
                    </a:cubicBezTo>
                    <a:cubicBezTo>
                      <a:pt x="2574" y="166"/>
                      <a:pt x="1768" y="500"/>
                      <a:pt x="1173" y="1095"/>
                    </a:cubicBezTo>
                    <a:cubicBezTo>
                      <a:pt x="578" y="1690"/>
                      <a:pt x="244" y="2497"/>
                      <a:pt x="244" y="3339"/>
                    </a:cubicBezTo>
                    <a:cubicBezTo>
                      <a:pt x="244" y="4180"/>
                      <a:pt x="578" y="4987"/>
                      <a:pt x="1173" y="5582"/>
                    </a:cubicBezTo>
                    <a:cubicBezTo>
                      <a:pt x="1768" y="6177"/>
                      <a:pt x="2574" y="6511"/>
                      <a:pt x="3415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48" name="Freeform: Shape 11647">
                <a:extLst>
                  <a:ext uri="{FF2B5EF4-FFF2-40B4-BE49-F238E27FC236}">
                    <a16:creationId xmlns:a16="http://schemas.microsoft.com/office/drawing/2014/main" id="{14847773-13C1-9B1F-115C-6301E0088246}"/>
                  </a:ext>
                </a:extLst>
              </p:cNvPr>
              <p:cNvSpPr/>
              <p:nvPr/>
            </p:nvSpPr>
            <p:spPr>
              <a:xfrm>
                <a:off x="9500176" y="5583818"/>
                <a:ext cx="6343" cy="6345"/>
              </a:xfrm>
              <a:custGeom>
                <a:avLst/>
                <a:gdLst>
                  <a:gd name="connsiteX0" fmla="*/ 3415 w 6343"/>
                  <a:gd name="connsiteY0" fmla="*/ 6511 h 6345"/>
                  <a:gd name="connsiteX1" fmla="*/ 5658 w 6343"/>
                  <a:gd name="connsiteY1" fmla="*/ 5582 h 6345"/>
                  <a:gd name="connsiteX2" fmla="*/ 6587 w 6343"/>
                  <a:gd name="connsiteY2" fmla="*/ 3339 h 6345"/>
                  <a:gd name="connsiteX3" fmla="*/ 5658 w 6343"/>
                  <a:gd name="connsiteY3" fmla="*/ 1095 h 6345"/>
                  <a:gd name="connsiteX4" fmla="*/ 3415 w 6343"/>
                  <a:gd name="connsiteY4" fmla="*/ 166 h 6345"/>
                  <a:gd name="connsiteX5" fmla="*/ 1173 w 6343"/>
                  <a:gd name="connsiteY5" fmla="*/ 1095 h 6345"/>
                  <a:gd name="connsiteX6" fmla="*/ 244 w 6343"/>
                  <a:gd name="connsiteY6" fmla="*/ 3339 h 6345"/>
                  <a:gd name="connsiteX7" fmla="*/ 1173 w 6343"/>
                  <a:gd name="connsiteY7" fmla="*/ 5582 h 6345"/>
                  <a:gd name="connsiteX8" fmla="*/ 3415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11"/>
                    </a:moveTo>
                    <a:cubicBezTo>
                      <a:pt x="4256" y="6511"/>
                      <a:pt x="5063" y="6177"/>
                      <a:pt x="5658" y="5582"/>
                    </a:cubicBezTo>
                    <a:cubicBezTo>
                      <a:pt x="6253" y="4987"/>
                      <a:pt x="6587" y="4180"/>
                      <a:pt x="6587" y="3339"/>
                    </a:cubicBezTo>
                    <a:cubicBezTo>
                      <a:pt x="6587" y="2497"/>
                      <a:pt x="6253" y="1690"/>
                      <a:pt x="5658" y="1095"/>
                    </a:cubicBezTo>
                    <a:cubicBezTo>
                      <a:pt x="5063" y="500"/>
                      <a:pt x="4256" y="166"/>
                      <a:pt x="3415" y="166"/>
                    </a:cubicBezTo>
                    <a:cubicBezTo>
                      <a:pt x="2574" y="166"/>
                      <a:pt x="1767" y="500"/>
                      <a:pt x="1173" y="1095"/>
                    </a:cubicBezTo>
                    <a:cubicBezTo>
                      <a:pt x="578" y="1690"/>
                      <a:pt x="244" y="2497"/>
                      <a:pt x="244" y="3339"/>
                    </a:cubicBezTo>
                    <a:cubicBezTo>
                      <a:pt x="244" y="4180"/>
                      <a:pt x="578" y="4987"/>
                      <a:pt x="1173" y="5582"/>
                    </a:cubicBezTo>
                    <a:cubicBezTo>
                      <a:pt x="1767" y="6177"/>
                      <a:pt x="2574" y="6511"/>
                      <a:pt x="3415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49" name="Freeform: Shape 11648">
                <a:extLst>
                  <a:ext uri="{FF2B5EF4-FFF2-40B4-BE49-F238E27FC236}">
                    <a16:creationId xmlns:a16="http://schemas.microsoft.com/office/drawing/2014/main" id="{84871B8F-3848-C850-AB5D-627A4EF77F20}"/>
                  </a:ext>
                </a:extLst>
              </p:cNvPr>
              <p:cNvSpPr/>
              <p:nvPr/>
            </p:nvSpPr>
            <p:spPr>
              <a:xfrm>
                <a:off x="9498351" y="5583909"/>
                <a:ext cx="6343" cy="6345"/>
              </a:xfrm>
              <a:custGeom>
                <a:avLst/>
                <a:gdLst>
                  <a:gd name="connsiteX0" fmla="*/ 3415 w 6343"/>
                  <a:gd name="connsiteY0" fmla="*/ 6511 h 6345"/>
                  <a:gd name="connsiteX1" fmla="*/ 5658 w 6343"/>
                  <a:gd name="connsiteY1" fmla="*/ 5582 h 6345"/>
                  <a:gd name="connsiteX2" fmla="*/ 6587 w 6343"/>
                  <a:gd name="connsiteY2" fmla="*/ 3339 h 6345"/>
                  <a:gd name="connsiteX3" fmla="*/ 5658 w 6343"/>
                  <a:gd name="connsiteY3" fmla="*/ 1095 h 6345"/>
                  <a:gd name="connsiteX4" fmla="*/ 3415 w 6343"/>
                  <a:gd name="connsiteY4" fmla="*/ 166 h 6345"/>
                  <a:gd name="connsiteX5" fmla="*/ 1172 w 6343"/>
                  <a:gd name="connsiteY5" fmla="*/ 1095 h 6345"/>
                  <a:gd name="connsiteX6" fmla="*/ 244 w 6343"/>
                  <a:gd name="connsiteY6" fmla="*/ 3339 h 6345"/>
                  <a:gd name="connsiteX7" fmla="*/ 1172 w 6343"/>
                  <a:gd name="connsiteY7" fmla="*/ 5582 h 6345"/>
                  <a:gd name="connsiteX8" fmla="*/ 3415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11"/>
                    </a:moveTo>
                    <a:cubicBezTo>
                      <a:pt x="4256" y="6511"/>
                      <a:pt x="5063" y="6177"/>
                      <a:pt x="5658" y="5582"/>
                    </a:cubicBezTo>
                    <a:cubicBezTo>
                      <a:pt x="6252" y="4987"/>
                      <a:pt x="6587" y="4180"/>
                      <a:pt x="6587" y="3339"/>
                    </a:cubicBezTo>
                    <a:cubicBezTo>
                      <a:pt x="6587" y="2497"/>
                      <a:pt x="6252" y="1690"/>
                      <a:pt x="5658" y="1095"/>
                    </a:cubicBezTo>
                    <a:cubicBezTo>
                      <a:pt x="5063" y="500"/>
                      <a:pt x="4256" y="166"/>
                      <a:pt x="3415" y="166"/>
                    </a:cubicBezTo>
                    <a:cubicBezTo>
                      <a:pt x="2574" y="166"/>
                      <a:pt x="1767" y="500"/>
                      <a:pt x="1172" y="1095"/>
                    </a:cubicBezTo>
                    <a:cubicBezTo>
                      <a:pt x="578" y="1690"/>
                      <a:pt x="244" y="2497"/>
                      <a:pt x="244" y="3339"/>
                    </a:cubicBezTo>
                    <a:cubicBezTo>
                      <a:pt x="244" y="4180"/>
                      <a:pt x="578" y="4987"/>
                      <a:pt x="1172" y="5582"/>
                    </a:cubicBezTo>
                    <a:cubicBezTo>
                      <a:pt x="1767" y="6177"/>
                      <a:pt x="2574" y="6511"/>
                      <a:pt x="3415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50" name="Freeform: Shape 11649">
                <a:extLst>
                  <a:ext uri="{FF2B5EF4-FFF2-40B4-BE49-F238E27FC236}">
                    <a16:creationId xmlns:a16="http://schemas.microsoft.com/office/drawing/2014/main" id="{30969BCF-177A-E08F-C491-545757C30A0A}"/>
                  </a:ext>
                </a:extLst>
              </p:cNvPr>
              <p:cNvSpPr/>
              <p:nvPr/>
            </p:nvSpPr>
            <p:spPr>
              <a:xfrm>
                <a:off x="9496816" y="5585591"/>
                <a:ext cx="6343" cy="6345"/>
              </a:xfrm>
              <a:custGeom>
                <a:avLst/>
                <a:gdLst>
                  <a:gd name="connsiteX0" fmla="*/ 3415 w 6343"/>
                  <a:gd name="connsiteY0" fmla="*/ 6511 h 6345"/>
                  <a:gd name="connsiteX1" fmla="*/ 5658 w 6343"/>
                  <a:gd name="connsiteY1" fmla="*/ 5582 h 6345"/>
                  <a:gd name="connsiteX2" fmla="*/ 6587 w 6343"/>
                  <a:gd name="connsiteY2" fmla="*/ 3339 h 6345"/>
                  <a:gd name="connsiteX3" fmla="*/ 5658 w 6343"/>
                  <a:gd name="connsiteY3" fmla="*/ 1095 h 6345"/>
                  <a:gd name="connsiteX4" fmla="*/ 3415 w 6343"/>
                  <a:gd name="connsiteY4" fmla="*/ 166 h 6345"/>
                  <a:gd name="connsiteX5" fmla="*/ 1172 w 6343"/>
                  <a:gd name="connsiteY5" fmla="*/ 1095 h 6345"/>
                  <a:gd name="connsiteX6" fmla="*/ 243 w 6343"/>
                  <a:gd name="connsiteY6" fmla="*/ 3339 h 6345"/>
                  <a:gd name="connsiteX7" fmla="*/ 1172 w 6343"/>
                  <a:gd name="connsiteY7" fmla="*/ 5582 h 6345"/>
                  <a:gd name="connsiteX8" fmla="*/ 3415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11"/>
                    </a:moveTo>
                    <a:cubicBezTo>
                      <a:pt x="4256" y="6511"/>
                      <a:pt x="5063" y="6177"/>
                      <a:pt x="5658" y="5582"/>
                    </a:cubicBezTo>
                    <a:cubicBezTo>
                      <a:pt x="6252" y="4987"/>
                      <a:pt x="6587" y="4180"/>
                      <a:pt x="6587" y="3339"/>
                    </a:cubicBezTo>
                    <a:cubicBezTo>
                      <a:pt x="6587" y="2497"/>
                      <a:pt x="6252" y="1690"/>
                      <a:pt x="5658" y="1095"/>
                    </a:cubicBezTo>
                    <a:cubicBezTo>
                      <a:pt x="5063" y="500"/>
                      <a:pt x="4256" y="166"/>
                      <a:pt x="3415" y="166"/>
                    </a:cubicBezTo>
                    <a:cubicBezTo>
                      <a:pt x="2574" y="166"/>
                      <a:pt x="1767" y="500"/>
                      <a:pt x="1172" y="1095"/>
                    </a:cubicBezTo>
                    <a:cubicBezTo>
                      <a:pt x="578" y="1690"/>
                      <a:pt x="243" y="2497"/>
                      <a:pt x="243" y="3339"/>
                    </a:cubicBezTo>
                    <a:cubicBezTo>
                      <a:pt x="243" y="4180"/>
                      <a:pt x="578" y="4987"/>
                      <a:pt x="1172" y="5582"/>
                    </a:cubicBezTo>
                    <a:cubicBezTo>
                      <a:pt x="1767" y="6177"/>
                      <a:pt x="2574" y="6511"/>
                      <a:pt x="3415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51" name="Freeform: Shape 11650">
                <a:extLst>
                  <a:ext uri="{FF2B5EF4-FFF2-40B4-BE49-F238E27FC236}">
                    <a16:creationId xmlns:a16="http://schemas.microsoft.com/office/drawing/2014/main" id="{185E9B11-40F2-791E-5F4D-0E8E6DC1570F}"/>
                  </a:ext>
                </a:extLst>
              </p:cNvPr>
              <p:cNvSpPr/>
              <p:nvPr/>
            </p:nvSpPr>
            <p:spPr>
              <a:xfrm>
                <a:off x="9495230" y="5587080"/>
                <a:ext cx="6343" cy="6345"/>
              </a:xfrm>
              <a:custGeom>
                <a:avLst/>
                <a:gdLst>
                  <a:gd name="connsiteX0" fmla="*/ 3415 w 6343"/>
                  <a:gd name="connsiteY0" fmla="*/ 6511 h 6345"/>
                  <a:gd name="connsiteX1" fmla="*/ 5657 w 6343"/>
                  <a:gd name="connsiteY1" fmla="*/ 5582 h 6345"/>
                  <a:gd name="connsiteX2" fmla="*/ 6586 w 6343"/>
                  <a:gd name="connsiteY2" fmla="*/ 3339 h 6345"/>
                  <a:gd name="connsiteX3" fmla="*/ 5657 w 6343"/>
                  <a:gd name="connsiteY3" fmla="*/ 1095 h 6345"/>
                  <a:gd name="connsiteX4" fmla="*/ 3415 w 6343"/>
                  <a:gd name="connsiteY4" fmla="*/ 166 h 6345"/>
                  <a:gd name="connsiteX5" fmla="*/ 1172 w 6343"/>
                  <a:gd name="connsiteY5" fmla="*/ 1095 h 6345"/>
                  <a:gd name="connsiteX6" fmla="*/ 243 w 6343"/>
                  <a:gd name="connsiteY6" fmla="*/ 3339 h 6345"/>
                  <a:gd name="connsiteX7" fmla="*/ 1172 w 6343"/>
                  <a:gd name="connsiteY7" fmla="*/ 5582 h 6345"/>
                  <a:gd name="connsiteX8" fmla="*/ 3415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11"/>
                    </a:moveTo>
                    <a:cubicBezTo>
                      <a:pt x="4256" y="6511"/>
                      <a:pt x="5063" y="6177"/>
                      <a:pt x="5657" y="5582"/>
                    </a:cubicBezTo>
                    <a:cubicBezTo>
                      <a:pt x="6252" y="4987"/>
                      <a:pt x="6586" y="4180"/>
                      <a:pt x="6586" y="3339"/>
                    </a:cubicBezTo>
                    <a:cubicBezTo>
                      <a:pt x="6586" y="2497"/>
                      <a:pt x="6252" y="1690"/>
                      <a:pt x="5657" y="1095"/>
                    </a:cubicBezTo>
                    <a:cubicBezTo>
                      <a:pt x="5063" y="500"/>
                      <a:pt x="4256" y="166"/>
                      <a:pt x="3415" y="166"/>
                    </a:cubicBezTo>
                    <a:cubicBezTo>
                      <a:pt x="2574" y="166"/>
                      <a:pt x="1767" y="500"/>
                      <a:pt x="1172" y="1095"/>
                    </a:cubicBezTo>
                    <a:cubicBezTo>
                      <a:pt x="577" y="1690"/>
                      <a:pt x="243" y="2497"/>
                      <a:pt x="243" y="3339"/>
                    </a:cubicBezTo>
                    <a:cubicBezTo>
                      <a:pt x="243" y="4180"/>
                      <a:pt x="577" y="4987"/>
                      <a:pt x="1172" y="5582"/>
                    </a:cubicBezTo>
                    <a:cubicBezTo>
                      <a:pt x="1767" y="6177"/>
                      <a:pt x="2574" y="6511"/>
                      <a:pt x="3415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52" name="Freeform: Shape 11651">
                <a:extLst>
                  <a:ext uri="{FF2B5EF4-FFF2-40B4-BE49-F238E27FC236}">
                    <a16:creationId xmlns:a16="http://schemas.microsoft.com/office/drawing/2014/main" id="{7A2AA7D8-F0AC-9311-703F-71577E1CBA92}"/>
                  </a:ext>
                </a:extLst>
              </p:cNvPr>
              <p:cNvSpPr/>
              <p:nvPr/>
            </p:nvSpPr>
            <p:spPr>
              <a:xfrm>
                <a:off x="9493544" y="5588067"/>
                <a:ext cx="6343" cy="6345"/>
              </a:xfrm>
              <a:custGeom>
                <a:avLst/>
                <a:gdLst>
                  <a:gd name="connsiteX0" fmla="*/ 3415 w 6343"/>
                  <a:gd name="connsiteY0" fmla="*/ 6512 h 6345"/>
                  <a:gd name="connsiteX1" fmla="*/ 5657 w 6343"/>
                  <a:gd name="connsiteY1" fmla="*/ 5582 h 6345"/>
                  <a:gd name="connsiteX2" fmla="*/ 6586 w 6343"/>
                  <a:gd name="connsiteY2" fmla="*/ 3339 h 6345"/>
                  <a:gd name="connsiteX3" fmla="*/ 5657 w 6343"/>
                  <a:gd name="connsiteY3" fmla="*/ 1095 h 6345"/>
                  <a:gd name="connsiteX4" fmla="*/ 3415 w 6343"/>
                  <a:gd name="connsiteY4" fmla="*/ 166 h 6345"/>
                  <a:gd name="connsiteX5" fmla="*/ 1172 w 6343"/>
                  <a:gd name="connsiteY5" fmla="*/ 1095 h 6345"/>
                  <a:gd name="connsiteX6" fmla="*/ 243 w 6343"/>
                  <a:gd name="connsiteY6" fmla="*/ 3339 h 6345"/>
                  <a:gd name="connsiteX7" fmla="*/ 1172 w 6343"/>
                  <a:gd name="connsiteY7" fmla="*/ 5582 h 6345"/>
                  <a:gd name="connsiteX8" fmla="*/ 3415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12"/>
                    </a:moveTo>
                    <a:cubicBezTo>
                      <a:pt x="4256" y="6512"/>
                      <a:pt x="5063" y="6177"/>
                      <a:pt x="5657" y="5582"/>
                    </a:cubicBezTo>
                    <a:cubicBezTo>
                      <a:pt x="6252" y="4987"/>
                      <a:pt x="6586" y="4180"/>
                      <a:pt x="6586" y="3339"/>
                    </a:cubicBezTo>
                    <a:cubicBezTo>
                      <a:pt x="6586" y="2497"/>
                      <a:pt x="6252" y="1690"/>
                      <a:pt x="5657" y="1095"/>
                    </a:cubicBezTo>
                    <a:cubicBezTo>
                      <a:pt x="5063" y="500"/>
                      <a:pt x="4256" y="166"/>
                      <a:pt x="3415" y="166"/>
                    </a:cubicBezTo>
                    <a:cubicBezTo>
                      <a:pt x="2574" y="166"/>
                      <a:pt x="1767" y="500"/>
                      <a:pt x="1172" y="1095"/>
                    </a:cubicBezTo>
                    <a:cubicBezTo>
                      <a:pt x="577" y="1690"/>
                      <a:pt x="243" y="2497"/>
                      <a:pt x="243" y="3339"/>
                    </a:cubicBezTo>
                    <a:cubicBezTo>
                      <a:pt x="243" y="4180"/>
                      <a:pt x="577" y="4987"/>
                      <a:pt x="1172" y="5582"/>
                    </a:cubicBezTo>
                    <a:cubicBezTo>
                      <a:pt x="1767" y="6177"/>
                      <a:pt x="2574" y="6512"/>
                      <a:pt x="3415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53" name="Freeform: Shape 11652">
                <a:extLst>
                  <a:ext uri="{FF2B5EF4-FFF2-40B4-BE49-F238E27FC236}">
                    <a16:creationId xmlns:a16="http://schemas.microsoft.com/office/drawing/2014/main" id="{701C2ADA-5863-1FCA-C1F2-FBE4CE14C652}"/>
                  </a:ext>
                </a:extLst>
              </p:cNvPr>
              <p:cNvSpPr/>
              <p:nvPr/>
            </p:nvSpPr>
            <p:spPr>
              <a:xfrm>
                <a:off x="9491770" y="5588548"/>
                <a:ext cx="6343" cy="6345"/>
              </a:xfrm>
              <a:custGeom>
                <a:avLst/>
                <a:gdLst>
                  <a:gd name="connsiteX0" fmla="*/ 3415 w 6343"/>
                  <a:gd name="connsiteY0" fmla="*/ 6512 h 6345"/>
                  <a:gd name="connsiteX1" fmla="*/ 5657 w 6343"/>
                  <a:gd name="connsiteY1" fmla="*/ 5582 h 6345"/>
                  <a:gd name="connsiteX2" fmla="*/ 6586 w 6343"/>
                  <a:gd name="connsiteY2" fmla="*/ 3339 h 6345"/>
                  <a:gd name="connsiteX3" fmla="*/ 5657 w 6343"/>
                  <a:gd name="connsiteY3" fmla="*/ 1095 h 6345"/>
                  <a:gd name="connsiteX4" fmla="*/ 3415 w 6343"/>
                  <a:gd name="connsiteY4" fmla="*/ 166 h 6345"/>
                  <a:gd name="connsiteX5" fmla="*/ 1172 w 6343"/>
                  <a:gd name="connsiteY5" fmla="*/ 1095 h 6345"/>
                  <a:gd name="connsiteX6" fmla="*/ 243 w 6343"/>
                  <a:gd name="connsiteY6" fmla="*/ 3339 h 6345"/>
                  <a:gd name="connsiteX7" fmla="*/ 1172 w 6343"/>
                  <a:gd name="connsiteY7" fmla="*/ 5582 h 6345"/>
                  <a:gd name="connsiteX8" fmla="*/ 3415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12"/>
                    </a:moveTo>
                    <a:cubicBezTo>
                      <a:pt x="4256" y="6512"/>
                      <a:pt x="5062" y="6177"/>
                      <a:pt x="5657" y="5582"/>
                    </a:cubicBezTo>
                    <a:cubicBezTo>
                      <a:pt x="6252" y="4987"/>
                      <a:pt x="6586" y="4180"/>
                      <a:pt x="6586" y="3339"/>
                    </a:cubicBezTo>
                    <a:cubicBezTo>
                      <a:pt x="6586" y="2497"/>
                      <a:pt x="6252" y="1690"/>
                      <a:pt x="5657" y="1095"/>
                    </a:cubicBezTo>
                    <a:cubicBezTo>
                      <a:pt x="5062" y="500"/>
                      <a:pt x="4256" y="166"/>
                      <a:pt x="3415" y="166"/>
                    </a:cubicBezTo>
                    <a:cubicBezTo>
                      <a:pt x="2573" y="166"/>
                      <a:pt x="1767" y="500"/>
                      <a:pt x="1172" y="1095"/>
                    </a:cubicBezTo>
                    <a:cubicBezTo>
                      <a:pt x="577" y="1690"/>
                      <a:pt x="243" y="2497"/>
                      <a:pt x="243" y="3339"/>
                    </a:cubicBezTo>
                    <a:cubicBezTo>
                      <a:pt x="243" y="4180"/>
                      <a:pt x="577" y="4987"/>
                      <a:pt x="1172" y="5582"/>
                    </a:cubicBezTo>
                    <a:cubicBezTo>
                      <a:pt x="1767" y="6177"/>
                      <a:pt x="2573" y="6512"/>
                      <a:pt x="3415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54" name="Freeform: Shape 11653">
                <a:extLst>
                  <a:ext uri="{FF2B5EF4-FFF2-40B4-BE49-F238E27FC236}">
                    <a16:creationId xmlns:a16="http://schemas.microsoft.com/office/drawing/2014/main" id="{266A2B2C-28A3-D7FB-62C4-B68CFBCFBF35}"/>
                  </a:ext>
                </a:extLst>
              </p:cNvPr>
              <p:cNvSpPr/>
              <p:nvPr/>
            </p:nvSpPr>
            <p:spPr>
              <a:xfrm>
                <a:off x="9490172" y="5590196"/>
                <a:ext cx="6343" cy="6345"/>
              </a:xfrm>
              <a:custGeom>
                <a:avLst/>
                <a:gdLst>
                  <a:gd name="connsiteX0" fmla="*/ 3414 w 6343"/>
                  <a:gd name="connsiteY0" fmla="*/ 6512 h 6345"/>
                  <a:gd name="connsiteX1" fmla="*/ 5657 w 6343"/>
                  <a:gd name="connsiteY1" fmla="*/ 5582 h 6345"/>
                  <a:gd name="connsiteX2" fmla="*/ 6586 w 6343"/>
                  <a:gd name="connsiteY2" fmla="*/ 3339 h 6345"/>
                  <a:gd name="connsiteX3" fmla="*/ 5657 w 6343"/>
                  <a:gd name="connsiteY3" fmla="*/ 1096 h 6345"/>
                  <a:gd name="connsiteX4" fmla="*/ 3414 w 6343"/>
                  <a:gd name="connsiteY4" fmla="*/ 166 h 6345"/>
                  <a:gd name="connsiteX5" fmla="*/ 1172 w 6343"/>
                  <a:gd name="connsiteY5" fmla="*/ 1096 h 6345"/>
                  <a:gd name="connsiteX6" fmla="*/ 243 w 6343"/>
                  <a:gd name="connsiteY6" fmla="*/ 3339 h 6345"/>
                  <a:gd name="connsiteX7" fmla="*/ 1172 w 6343"/>
                  <a:gd name="connsiteY7" fmla="*/ 5582 h 6345"/>
                  <a:gd name="connsiteX8" fmla="*/ 3414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12"/>
                    </a:moveTo>
                    <a:cubicBezTo>
                      <a:pt x="4256" y="6512"/>
                      <a:pt x="5062" y="6177"/>
                      <a:pt x="5657" y="5582"/>
                    </a:cubicBezTo>
                    <a:cubicBezTo>
                      <a:pt x="6252" y="4988"/>
                      <a:pt x="6586" y="4180"/>
                      <a:pt x="6586" y="3339"/>
                    </a:cubicBezTo>
                    <a:cubicBezTo>
                      <a:pt x="6586" y="2498"/>
                      <a:pt x="6252" y="1691"/>
                      <a:pt x="5657" y="1096"/>
                    </a:cubicBezTo>
                    <a:cubicBezTo>
                      <a:pt x="5062" y="501"/>
                      <a:pt x="4256" y="166"/>
                      <a:pt x="3414" y="166"/>
                    </a:cubicBezTo>
                    <a:cubicBezTo>
                      <a:pt x="2573" y="166"/>
                      <a:pt x="1767" y="501"/>
                      <a:pt x="1172" y="1096"/>
                    </a:cubicBezTo>
                    <a:cubicBezTo>
                      <a:pt x="577" y="1691"/>
                      <a:pt x="243" y="2498"/>
                      <a:pt x="243" y="3339"/>
                    </a:cubicBezTo>
                    <a:cubicBezTo>
                      <a:pt x="243" y="4180"/>
                      <a:pt x="577" y="4988"/>
                      <a:pt x="1172" y="5582"/>
                    </a:cubicBezTo>
                    <a:cubicBezTo>
                      <a:pt x="1767" y="6177"/>
                      <a:pt x="2573" y="6512"/>
                      <a:pt x="3414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55" name="Freeform: Shape 11654">
                <a:extLst>
                  <a:ext uri="{FF2B5EF4-FFF2-40B4-BE49-F238E27FC236}">
                    <a16:creationId xmlns:a16="http://schemas.microsoft.com/office/drawing/2014/main" id="{F35964C6-9671-6FA6-18D3-7F9D398AA268}"/>
                  </a:ext>
                </a:extLst>
              </p:cNvPr>
              <p:cNvSpPr/>
              <p:nvPr/>
            </p:nvSpPr>
            <p:spPr>
              <a:xfrm>
                <a:off x="9485401" y="5582734"/>
                <a:ext cx="6343" cy="6345"/>
              </a:xfrm>
              <a:custGeom>
                <a:avLst/>
                <a:gdLst>
                  <a:gd name="connsiteX0" fmla="*/ 3414 w 6343"/>
                  <a:gd name="connsiteY0" fmla="*/ 6511 h 6345"/>
                  <a:gd name="connsiteX1" fmla="*/ 5657 w 6343"/>
                  <a:gd name="connsiteY1" fmla="*/ 5582 h 6345"/>
                  <a:gd name="connsiteX2" fmla="*/ 6586 w 6343"/>
                  <a:gd name="connsiteY2" fmla="*/ 3338 h 6345"/>
                  <a:gd name="connsiteX3" fmla="*/ 5657 w 6343"/>
                  <a:gd name="connsiteY3" fmla="*/ 1095 h 6345"/>
                  <a:gd name="connsiteX4" fmla="*/ 3414 w 6343"/>
                  <a:gd name="connsiteY4" fmla="*/ 166 h 6345"/>
                  <a:gd name="connsiteX5" fmla="*/ 1171 w 6343"/>
                  <a:gd name="connsiteY5" fmla="*/ 1095 h 6345"/>
                  <a:gd name="connsiteX6" fmla="*/ 242 w 6343"/>
                  <a:gd name="connsiteY6" fmla="*/ 3338 h 6345"/>
                  <a:gd name="connsiteX7" fmla="*/ 1171 w 6343"/>
                  <a:gd name="connsiteY7" fmla="*/ 5582 h 6345"/>
                  <a:gd name="connsiteX8" fmla="*/ 3414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11"/>
                    </a:moveTo>
                    <a:cubicBezTo>
                      <a:pt x="4255" y="6511"/>
                      <a:pt x="5062" y="6177"/>
                      <a:pt x="5657" y="5582"/>
                    </a:cubicBezTo>
                    <a:cubicBezTo>
                      <a:pt x="6251" y="4987"/>
                      <a:pt x="6586" y="4180"/>
                      <a:pt x="6586" y="3338"/>
                    </a:cubicBezTo>
                    <a:cubicBezTo>
                      <a:pt x="6586" y="2497"/>
                      <a:pt x="6251" y="1690"/>
                      <a:pt x="5657" y="1095"/>
                    </a:cubicBezTo>
                    <a:cubicBezTo>
                      <a:pt x="5062" y="500"/>
                      <a:pt x="4255" y="166"/>
                      <a:pt x="3414" y="166"/>
                    </a:cubicBezTo>
                    <a:cubicBezTo>
                      <a:pt x="2573" y="166"/>
                      <a:pt x="1766" y="500"/>
                      <a:pt x="1171" y="1095"/>
                    </a:cubicBezTo>
                    <a:cubicBezTo>
                      <a:pt x="577" y="1690"/>
                      <a:pt x="242" y="2497"/>
                      <a:pt x="242" y="3338"/>
                    </a:cubicBezTo>
                    <a:cubicBezTo>
                      <a:pt x="242" y="4180"/>
                      <a:pt x="577" y="4987"/>
                      <a:pt x="1171" y="5582"/>
                    </a:cubicBezTo>
                    <a:cubicBezTo>
                      <a:pt x="1766" y="6177"/>
                      <a:pt x="2573" y="6511"/>
                      <a:pt x="3414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56" name="Freeform: Shape 11655">
                <a:extLst>
                  <a:ext uri="{FF2B5EF4-FFF2-40B4-BE49-F238E27FC236}">
                    <a16:creationId xmlns:a16="http://schemas.microsoft.com/office/drawing/2014/main" id="{578130F2-76D6-9982-C915-9C749D24113B}"/>
                  </a:ext>
                </a:extLst>
              </p:cNvPr>
              <p:cNvSpPr/>
              <p:nvPr/>
            </p:nvSpPr>
            <p:spPr>
              <a:xfrm>
                <a:off x="9481791" y="5582719"/>
                <a:ext cx="6343" cy="6345"/>
              </a:xfrm>
              <a:custGeom>
                <a:avLst/>
                <a:gdLst>
                  <a:gd name="connsiteX0" fmla="*/ 3414 w 6343"/>
                  <a:gd name="connsiteY0" fmla="*/ 6511 h 6345"/>
                  <a:gd name="connsiteX1" fmla="*/ 5656 w 6343"/>
                  <a:gd name="connsiteY1" fmla="*/ 5582 h 6345"/>
                  <a:gd name="connsiteX2" fmla="*/ 6585 w 6343"/>
                  <a:gd name="connsiteY2" fmla="*/ 3338 h 6345"/>
                  <a:gd name="connsiteX3" fmla="*/ 5656 w 6343"/>
                  <a:gd name="connsiteY3" fmla="*/ 1095 h 6345"/>
                  <a:gd name="connsiteX4" fmla="*/ 3414 w 6343"/>
                  <a:gd name="connsiteY4" fmla="*/ 166 h 6345"/>
                  <a:gd name="connsiteX5" fmla="*/ 1171 w 6343"/>
                  <a:gd name="connsiteY5" fmla="*/ 1095 h 6345"/>
                  <a:gd name="connsiteX6" fmla="*/ 242 w 6343"/>
                  <a:gd name="connsiteY6" fmla="*/ 3338 h 6345"/>
                  <a:gd name="connsiteX7" fmla="*/ 1171 w 6343"/>
                  <a:gd name="connsiteY7" fmla="*/ 5582 h 6345"/>
                  <a:gd name="connsiteX8" fmla="*/ 3414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11"/>
                    </a:moveTo>
                    <a:cubicBezTo>
                      <a:pt x="4255" y="6511"/>
                      <a:pt x="5062" y="6177"/>
                      <a:pt x="5656" y="5582"/>
                    </a:cubicBezTo>
                    <a:cubicBezTo>
                      <a:pt x="6251" y="4987"/>
                      <a:pt x="6585" y="4180"/>
                      <a:pt x="6585" y="3338"/>
                    </a:cubicBezTo>
                    <a:cubicBezTo>
                      <a:pt x="6585" y="2497"/>
                      <a:pt x="6251" y="1690"/>
                      <a:pt x="5656" y="1095"/>
                    </a:cubicBezTo>
                    <a:cubicBezTo>
                      <a:pt x="5062" y="500"/>
                      <a:pt x="4255" y="166"/>
                      <a:pt x="3414" y="166"/>
                    </a:cubicBezTo>
                    <a:cubicBezTo>
                      <a:pt x="2573" y="166"/>
                      <a:pt x="1766" y="500"/>
                      <a:pt x="1171" y="1095"/>
                    </a:cubicBezTo>
                    <a:cubicBezTo>
                      <a:pt x="576" y="1690"/>
                      <a:pt x="242" y="2497"/>
                      <a:pt x="242" y="3338"/>
                    </a:cubicBezTo>
                    <a:cubicBezTo>
                      <a:pt x="242" y="4180"/>
                      <a:pt x="576" y="4987"/>
                      <a:pt x="1171" y="5582"/>
                    </a:cubicBezTo>
                    <a:cubicBezTo>
                      <a:pt x="1766" y="6177"/>
                      <a:pt x="2573" y="6511"/>
                      <a:pt x="3414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57" name="Freeform: Shape 11656">
                <a:extLst>
                  <a:ext uri="{FF2B5EF4-FFF2-40B4-BE49-F238E27FC236}">
                    <a16:creationId xmlns:a16="http://schemas.microsoft.com/office/drawing/2014/main" id="{7FFF28D0-3E9D-AE4E-B4BA-5D4D17E3AF28}"/>
                  </a:ext>
                </a:extLst>
              </p:cNvPr>
              <p:cNvSpPr/>
              <p:nvPr/>
            </p:nvSpPr>
            <p:spPr>
              <a:xfrm>
                <a:off x="9480272" y="5584995"/>
                <a:ext cx="6343" cy="6345"/>
              </a:xfrm>
              <a:custGeom>
                <a:avLst/>
                <a:gdLst>
                  <a:gd name="connsiteX0" fmla="*/ 3414 w 6343"/>
                  <a:gd name="connsiteY0" fmla="*/ 6511 h 6345"/>
                  <a:gd name="connsiteX1" fmla="*/ 5656 w 6343"/>
                  <a:gd name="connsiteY1" fmla="*/ 5582 h 6345"/>
                  <a:gd name="connsiteX2" fmla="*/ 6585 w 6343"/>
                  <a:gd name="connsiteY2" fmla="*/ 3339 h 6345"/>
                  <a:gd name="connsiteX3" fmla="*/ 5656 w 6343"/>
                  <a:gd name="connsiteY3" fmla="*/ 1095 h 6345"/>
                  <a:gd name="connsiteX4" fmla="*/ 3414 w 6343"/>
                  <a:gd name="connsiteY4" fmla="*/ 166 h 6345"/>
                  <a:gd name="connsiteX5" fmla="*/ 1171 w 6343"/>
                  <a:gd name="connsiteY5" fmla="*/ 1095 h 6345"/>
                  <a:gd name="connsiteX6" fmla="*/ 242 w 6343"/>
                  <a:gd name="connsiteY6" fmla="*/ 3339 h 6345"/>
                  <a:gd name="connsiteX7" fmla="*/ 1171 w 6343"/>
                  <a:gd name="connsiteY7" fmla="*/ 5582 h 6345"/>
                  <a:gd name="connsiteX8" fmla="*/ 3414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11"/>
                    </a:moveTo>
                    <a:cubicBezTo>
                      <a:pt x="4255" y="6511"/>
                      <a:pt x="5062" y="6177"/>
                      <a:pt x="5656" y="5582"/>
                    </a:cubicBezTo>
                    <a:cubicBezTo>
                      <a:pt x="6251" y="4987"/>
                      <a:pt x="6585" y="4180"/>
                      <a:pt x="6585" y="3339"/>
                    </a:cubicBezTo>
                    <a:cubicBezTo>
                      <a:pt x="6585" y="2497"/>
                      <a:pt x="6251" y="1690"/>
                      <a:pt x="5656" y="1095"/>
                    </a:cubicBezTo>
                    <a:cubicBezTo>
                      <a:pt x="5062" y="500"/>
                      <a:pt x="4255" y="166"/>
                      <a:pt x="3414" y="166"/>
                    </a:cubicBezTo>
                    <a:cubicBezTo>
                      <a:pt x="2573" y="166"/>
                      <a:pt x="1766" y="500"/>
                      <a:pt x="1171" y="1095"/>
                    </a:cubicBezTo>
                    <a:cubicBezTo>
                      <a:pt x="576" y="1690"/>
                      <a:pt x="242" y="2497"/>
                      <a:pt x="242" y="3339"/>
                    </a:cubicBezTo>
                    <a:cubicBezTo>
                      <a:pt x="242" y="4180"/>
                      <a:pt x="576" y="4987"/>
                      <a:pt x="1171" y="5582"/>
                    </a:cubicBezTo>
                    <a:cubicBezTo>
                      <a:pt x="1766" y="6177"/>
                      <a:pt x="2573" y="6511"/>
                      <a:pt x="3414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58" name="Freeform: Shape 11657">
                <a:extLst>
                  <a:ext uri="{FF2B5EF4-FFF2-40B4-BE49-F238E27FC236}">
                    <a16:creationId xmlns:a16="http://schemas.microsoft.com/office/drawing/2014/main" id="{C803E58A-511A-B7A7-02F6-66A02832CBF7}"/>
                  </a:ext>
                </a:extLst>
              </p:cNvPr>
              <p:cNvSpPr/>
              <p:nvPr/>
            </p:nvSpPr>
            <p:spPr>
              <a:xfrm>
                <a:off x="9478763" y="5587574"/>
                <a:ext cx="6343" cy="6345"/>
              </a:xfrm>
              <a:custGeom>
                <a:avLst/>
                <a:gdLst>
                  <a:gd name="connsiteX0" fmla="*/ 3414 w 6343"/>
                  <a:gd name="connsiteY0" fmla="*/ 6512 h 6345"/>
                  <a:gd name="connsiteX1" fmla="*/ 5656 w 6343"/>
                  <a:gd name="connsiteY1" fmla="*/ 5582 h 6345"/>
                  <a:gd name="connsiteX2" fmla="*/ 6585 w 6343"/>
                  <a:gd name="connsiteY2" fmla="*/ 3339 h 6345"/>
                  <a:gd name="connsiteX3" fmla="*/ 5656 w 6343"/>
                  <a:gd name="connsiteY3" fmla="*/ 1095 h 6345"/>
                  <a:gd name="connsiteX4" fmla="*/ 3414 w 6343"/>
                  <a:gd name="connsiteY4" fmla="*/ 166 h 6345"/>
                  <a:gd name="connsiteX5" fmla="*/ 1171 w 6343"/>
                  <a:gd name="connsiteY5" fmla="*/ 1095 h 6345"/>
                  <a:gd name="connsiteX6" fmla="*/ 242 w 6343"/>
                  <a:gd name="connsiteY6" fmla="*/ 3339 h 6345"/>
                  <a:gd name="connsiteX7" fmla="*/ 1171 w 6343"/>
                  <a:gd name="connsiteY7" fmla="*/ 5582 h 6345"/>
                  <a:gd name="connsiteX8" fmla="*/ 3414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12"/>
                    </a:moveTo>
                    <a:cubicBezTo>
                      <a:pt x="4255" y="6512"/>
                      <a:pt x="5061" y="6177"/>
                      <a:pt x="5656" y="5582"/>
                    </a:cubicBezTo>
                    <a:cubicBezTo>
                      <a:pt x="6251" y="4987"/>
                      <a:pt x="6585" y="4180"/>
                      <a:pt x="6585" y="3339"/>
                    </a:cubicBezTo>
                    <a:cubicBezTo>
                      <a:pt x="6585" y="2497"/>
                      <a:pt x="6251" y="1690"/>
                      <a:pt x="5656" y="1095"/>
                    </a:cubicBezTo>
                    <a:cubicBezTo>
                      <a:pt x="5061" y="500"/>
                      <a:pt x="4255" y="166"/>
                      <a:pt x="3414" y="166"/>
                    </a:cubicBezTo>
                    <a:cubicBezTo>
                      <a:pt x="2572" y="166"/>
                      <a:pt x="1766" y="500"/>
                      <a:pt x="1171" y="1095"/>
                    </a:cubicBezTo>
                    <a:cubicBezTo>
                      <a:pt x="576" y="1690"/>
                      <a:pt x="242" y="2497"/>
                      <a:pt x="242" y="3339"/>
                    </a:cubicBezTo>
                    <a:cubicBezTo>
                      <a:pt x="242" y="4180"/>
                      <a:pt x="576" y="4987"/>
                      <a:pt x="1171" y="5582"/>
                    </a:cubicBezTo>
                    <a:cubicBezTo>
                      <a:pt x="1766" y="6177"/>
                      <a:pt x="2572" y="6512"/>
                      <a:pt x="3414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59" name="Freeform: Shape 11658">
                <a:extLst>
                  <a:ext uri="{FF2B5EF4-FFF2-40B4-BE49-F238E27FC236}">
                    <a16:creationId xmlns:a16="http://schemas.microsoft.com/office/drawing/2014/main" id="{F9F17B02-1C60-C590-CB86-44DF3F472450}"/>
                  </a:ext>
                </a:extLst>
              </p:cNvPr>
              <p:cNvSpPr/>
              <p:nvPr/>
            </p:nvSpPr>
            <p:spPr>
              <a:xfrm>
                <a:off x="9478981" y="5606025"/>
                <a:ext cx="6343" cy="6345"/>
              </a:xfrm>
              <a:custGeom>
                <a:avLst/>
                <a:gdLst>
                  <a:gd name="connsiteX0" fmla="*/ 3414 w 6343"/>
                  <a:gd name="connsiteY0" fmla="*/ 6513 h 6345"/>
                  <a:gd name="connsiteX1" fmla="*/ 5656 w 6343"/>
                  <a:gd name="connsiteY1" fmla="*/ 5584 h 6345"/>
                  <a:gd name="connsiteX2" fmla="*/ 6585 w 6343"/>
                  <a:gd name="connsiteY2" fmla="*/ 3340 h 6345"/>
                  <a:gd name="connsiteX3" fmla="*/ 5656 w 6343"/>
                  <a:gd name="connsiteY3" fmla="*/ 1097 h 6345"/>
                  <a:gd name="connsiteX4" fmla="*/ 3414 w 6343"/>
                  <a:gd name="connsiteY4" fmla="*/ 168 h 6345"/>
                  <a:gd name="connsiteX5" fmla="*/ 1171 w 6343"/>
                  <a:gd name="connsiteY5" fmla="*/ 1097 h 6345"/>
                  <a:gd name="connsiteX6" fmla="*/ 242 w 6343"/>
                  <a:gd name="connsiteY6" fmla="*/ 3340 h 6345"/>
                  <a:gd name="connsiteX7" fmla="*/ 1171 w 6343"/>
                  <a:gd name="connsiteY7" fmla="*/ 5584 h 6345"/>
                  <a:gd name="connsiteX8" fmla="*/ 3414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13"/>
                    </a:moveTo>
                    <a:cubicBezTo>
                      <a:pt x="4255" y="6513"/>
                      <a:pt x="5061" y="6179"/>
                      <a:pt x="5656" y="5584"/>
                    </a:cubicBezTo>
                    <a:cubicBezTo>
                      <a:pt x="6251" y="4989"/>
                      <a:pt x="6585" y="4182"/>
                      <a:pt x="6585" y="3340"/>
                    </a:cubicBezTo>
                    <a:cubicBezTo>
                      <a:pt x="6585" y="2499"/>
                      <a:pt x="6251" y="1692"/>
                      <a:pt x="5656" y="1097"/>
                    </a:cubicBezTo>
                    <a:cubicBezTo>
                      <a:pt x="5061" y="502"/>
                      <a:pt x="4255" y="168"/>
                      <a:pt x="3414" y="168"/>
                    </a:cubicBezTo>
                    <a:cubicBezTo>
                      <a:pt x="2572" y="168"/>
                      <a:pt x="1766" y="502"/>
                      <a:pt x="1171" y="1097"/>
                    </a:cubicBezTo>
                    <a:cubicBezTo>
                      <a:pt x="576" y="1692"/>
                      <a:pt x="242" y="2499"/>
                      <a:pt x="242" y="3340"/>
                    </a:cubicBezTo>
                    <a:cubicBezTo>
                      <a:pt x="242" y="4182"/>
                      <a:pt x="576" y="4989"/>
                      <a:pt x="1171" y="5584"/>
                    </a:cubicBezTo>
                    <a:cubicBezTo>
                      <a:pt x="1766" y="6179"/>
                      <a:pt x="2572" y="6513"/>
                      <a:pt x="3414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60" name="Freeform: Shape 11659">
                <a:extLst>
                  <a:ext uri="{FF2B5EF4-FFF2-40B4-BE49-F238E27FC236}">
                    <a16:creationId xmlns:a16="http://schemas.microsoft.com/office/drawing/2014/main" id="{3C82A542-C077-2928-2915-977FD2BE6B92}"/>
                  </a:ext>
                </a:extLst>
              </p:cNvPr>
              <p:cNvSpPr/>
              <p:nvPr/>
            </p:nvSpPr>
            <p:spPr>
              <a:xfrm>
                <a:off x="9477047" y="5606045"/>
                <a:ext cx="6343" cy="6345"/>
              </a:xfrm>
              <a:custGeom>
                <a:avLst/>
                <a:gdLst>
                  <a:gd name="connsiteX0" fmla="*/ 3413 w 6343"/>
                  <a:gd name="connsiteY0" fmla="*/ 6513 h 6345"/>
                  <a:gd name="connsiteX1" fmla="*/ 5656 w 6343"/>
                  <a:gd name="connsiteY1" fmla="*/ 5584 h 6345"/>
                  <a:gd name="connsiteX2" fmla="*/ 6585 w 6343"/>
                  <a:gd name="connsiteY2" fmla="*/ 3340 h 6345"/>
                  <a:gd name="connsiteX3" fmla="*/ 5656 w 6343"/>
                  <a:gd name="connsiteY3" fmla="*/ 1097 h 6345"/>
                  <a:gd name="connsiteX4" fmla="*/ 3413 w 6343"/>
                  <a:gd name="connsiteY4" fmla="*/ 168 h 6345"/>
                  <a:gd name="connsiteX5" fmla="*/ 1171 w 6343"/>
                  <a:gd name="connsiteY5" fmla="*/ 1097 h 6345"/>
                  <a:gd name="connsiteX6" fmla="*/ 242 w 6343"/>
                  <a:gd name="connsiteY6" fmla="*/ 3340 h 6345"/>
                  <a:gd name="connsiteX7" fmla="*/ 1171 w 6343"/>
                  <a:gd name="connsiteY7" fmla="*/ 5584 h 6345"/>
                  <a:gd name="connsiteX8" fmla="*/ 3413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13"/>
                    </a:moveTo>
                    <a:cubicBezTo>
                      <a:pt x="4255" y="6513"/>
                      <a:pt x="5061" y="6179"/>
                      <a:pt x="5656" y="5584"/>
                    </a:cubicBezTo>
                    <a:cubicBezTo>
                      <a:pt x="6251" y="4989"/>
                      <a:pt x="6585" y="4182"/>
                      <a:pt x="6585" y="3340"/>
                    </a:cubicBezTo>
                    <a:cubicBezTo>
                      <a:pt x="6585" y="2499"/>
                      <a:pt x="6251" y="1692"/>
                      <a:pt x="5656" y="1097"/>
                    </a:cubicBezTo>
                    <a:cubicBezTo>
                      <a:pt x="5061" y="502"/>
                      <a:pt x="4255" y="168"/>
                      <a:pt x="3413" y="168"/>
                    </a:cubicBezTo>
                    <a:cubicBezTo>
                      <a:pt x="2572" y="168"/>
                      <a:pt x="1766" y="502"/>
                      <a:pt x="1171" y="1097"/>
                    </a:cubicBezTo>
                    <a:cubicBezTo>
                      <a:pt x="576" y="1692"/>
                      <a:pt x="242" y="2499"/>
                      <a:pt x="242" y="3340"/>
                    </a:cubicBezTo>
                    <a:cubicBezTo>
                      <a:pt x="242" y="4182"/>
                      <a:pt x="576" y="4989"/>
                      <a:pt x="1171" y="5584"/>
                    </a:cubicBezTo>
                    <a:cubicBezTo>
                      <a:pt x="1766" y="6179"/>
                      <a:pt x="2572" y="6513"/>
                      <a:pt x="3413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61" name="Freeform: Shape 11660">
                <a:extLst>
                  <a:ext uri="{FF2B5EF4-FFF2-40B4-BE49-F238E27FC236}">
                    <a16:creationId xmlns:a16="http://schemas.microsoft.com/office/drawing/2014/main" id="{FF133A7B-C441-E511-C67F-69ADB4CB3F04}"/>
                  </a:ext>
                </a:extLst>
              </p:cNvPr>
              <p:cNvSpPr/>
              <p:nvPr/>
            </p:nvSpPr>
            <p:spPr>
              <a:xfrm>
                <a:off x="9474924" y="5604119"/>
                <a:ext cx="6343" cy="6345"/>
              </a:xfrm>
              <a:custGeom>
                <a:avLst/>
                <a:gdLst>
                  <a:gd name="connsiteX0" fmla="*/ 3413 w 6343"/>
                  <a:gd name="connsiteY0" fmla="*/ 6513 h 6345"/>
                  <a:gd name="connsiteX1" fmla="*/ 5656 w 6343"/>
                  <a:gd name="connsiteY1" fmla="*/ 5584 h 6345"/>
                  <a:gd name="connsiteX2" fmla="*/ 6585 w 6343"/>
                  <a:gd name="connsiteY2" fmla="*/ 3340 h 6345"/>
                  <a:gd name="connsiteX3" fmla="*/ 5656 w 6343"/>
                  <a:gd name="connsiteY3" fmla="*/ 1097 h 6345"/>
                  <a:gd name="connsiteX4" fmla="*/ 3413 w 6343"/>
                  <a:gd name="connsiteY4" fmla="*/ 167 h 6345"/>
                  <a:gd name="connsiteX5" fmla="*/ 1171 w 6343"/>
                  <a:gd name="connsiteY5" fmla="*/ 1097 h 6345"/>
                  <a:gd name="connsiteX6" fmla="*/ 242 w 6343"/>
                  <a:gd name="connsiteY6" fmla="*/ 3340 h 6345"/>
                  <a:gd name="connsiteX7" fmla="*/ 1171 w 6343"/>
                  <a:gd name="connsiteY7" fmla="*/ 5584 h 6345"/>
                  <a:gd name="connsiteX8" fmla="*/ 3413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13"/>
                    </a:moveTo>
                    <a:cubicBezTo>
                      <a:pt x="4254" y="6513"/>
                      <a:pt x="5061" y="6179"/>
                      <a:pt x="5656" y="5584"/>
                    </a:cubicBezTo>
                    <a:cubicBezTo>
                      <a:pt x="6251" y="4989"/>
                      <a:pt x="6585" y="4182"/>
                      <a:pt x="6585" y="3340"/>
                    </a:cubicBezTo>
                    <a:cubicBezTo>
                      <a:pt x="6585" y="2499"/>
                      <a:pt x="6251" y="1692"/>
                      <a:pt x="5656" y="1097"/>
                    </a:cubicBezTo>
                    <a:cubicBezTo>
                      <a:pt x="5061" y="502"/>
                      <a:pt x="4254" y="167"/>
                      <a:pt x="3413" y="167"/>
                    </a:cubicBezTo>
                    <a:cubicBezTo>
                      <a:pt x="2572" y="167"/>
                      <a:pt x="1765" y="502"/>
                      <a:pt x="1171" y="1097"/>
                    </a:cubicBezTo>
                    <a:cubicBezTo>
                      <a:pt x="576" y="1692"/>
                      <a:pt x="242" y="2499"/>
                      <a:pt x="242" y="3340"/>
                    </a:cubicBezTo>
                    <a:cubicBezTo>
                      <a:pt x="242" y="4182"/>
                      <a:pt x="576" y="4989"/>
                      <a:pt x="1171" y="5584"/>
                    </a:cubicBezTo>
                    <a:cubicBezTo>
                      <a:pt x="1765" y="6179"/>
                      <a:pt x="2572" y="6513"/>
                      <a:pt x="3413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62" name="Freeform: Shape 11661">
                <a:extLst>
                  <a:ext uri="{FF2B5EF4-FFF2-40B4-BE49-F238E27FC236}">
                    <a16:creationId xmlns:a16="http://schemas.microsoft.com/office/drawing/2014/main" id="{6159CA50-4418-D359-7815-B49582C7DDE0}"/>
                  </a:ext>
                </a:extLst>
              </p:cNvPr>
              <p:cNvSpPr/>
              <p:nvPr/>
            </p:nvSpPr>
            <p:spPr>
              <a:xfrm>
                <a:off x="9472877" y="5602741"/>
                <a:ext cx="6343" cy="6345"/>
              </a:xfrm>
              <a:custGeom>
                <a:avLst/>
                <a:gdLst>
                  <a:gd name="connsiteX0" fmla="*/ 3413 w 6343"/>
                  <a:gd name="connsiteY0" fmla="*/ 6513 h 6345"/>
                  <a:gd name="connsiteX1" fmla="*/ 5656 w 6343"/>
                  <a:gd name="connsiteY1" fmla="*/ 5583 h 6345"/>
                  <a:gd name="connsiteX2" fmla="*/ 6585 w 6343"/>
                  <a:gd name="connsiteY2" fmla="*/ 3340 h 6345"/>
                  <a:gd name="connsiteX3" fmla="*/ 5656 w 6343"/>
                  <a:gd name="connsiteY3" fmla="*/ 1097 h 6345"/>
                  <a:gd name="connsiteX4" fmla="*/ 3413 w 6343"/>
                  <a:gd name="connsiteY4" fmla="*/ 167 h 6345"/>
                  <a:gd name="connsiteX5" fmla="*/ 1170 w 6343"/>
                  <a:gd name="connsiteY5" fmla="*/ 1097 h 6345"/>
                  <a:gd name="connsiteX6" fmla="*/ 242 w 6343"/>
                  <a:gd name="connsiteY6" fmla="*/ 3340 h 6345"/>
                  <a:gd name="connsiteX7" fmla="*/ 1170 w 6343"/>
                  <a:gd name="connsiteY7" fmla="*/ 5583 h 6345"/>
                  <a:gd name="connsiteX8" fmla="*/ 3413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13"/>
                    </a:moveTo>
                    <a:cubicBezTo>
                      <a:pt x="4254" y="6513"/>
                      <a:pt x="5061" y="6178"/>
                      <a:pt x="5656" y="5583"/>
                    </a:cubicBezTo>
                    <a:cubicBezTo>
                      <a:pt x="6250" y="4988"/>
                      <a:pt x="6585" y="4181"/>
                      <a:pt x="6585" y="3340"/>
                    </a:cubicBezTo>
                    <a:cubicBezTo>
                      <a:pt x="6585" y="2499"/>
                      <a:pt x="6250" y="1692"/>
                      <a:pt x="5656" y="1097"/>
                    </a:cubicBezTo>
                    <a:cubicBezTo>
                      <a:pt x="5061" y="502"/>
                      <a:pt x="4254" y="167"/>
                      <a:pt x="3413" y="167"/>
                    </a:cubicBezTo>
                    <a:cubicBezTo>
                      <a:pt x="2572" y="167"/>
                      <a:pt x="1765" y="502"/>
                      <a:pt x="1170" y="1097"/>
                    </a:cubicBezTo>
                    <a:cubicBezTo>
                      <a:pt x="576" y="1692"/>
                      <a:pt x="242" y="2499"/>
                      <a:pt x="242" y="3340"/>
                    </a:cubicBezTo>
                    <a:cubicBezTo>
                      <a:pt x="242" y="4181"/>
                      <a:pt x="576" y="4988"/>
                      <a:pt x="1170" y="5583"/>
                    </a:cubicBezTo>
                    <a:cubicBezTo>
                      <a:pt x="1765" y="6178"/>
                      <a:pt x="2572" y="6513"/>
                      <a:pt x="3413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63" name="Freeform: Shape 11662">
                <a:extLst>
                  <a:ext uri="{FF2B5EF4-FFF2-40B4-BE49-F238E27FC236}">
                    <a16:creationId xmlns:a16="http://schemas.microsoft.com/office/drawing/2014/main" id="{3DE10FCA-911C-77D0-D554-A614F9539605}"/>
                  </a:ext>
                </a:extLst>
              </p:cNvPr>
              <p:cNvSpPr/>
              <p:nvPr/>
            </p:nvSpPr>
            <p:spPr>
              <a:xfrm>
                <a:off x="9521098" y="6186412"/>
                <a:ext cx="6343" cy="6345"/>
              </a:xfrm>
              <a:custGeom>
                <a:avLst/>
                <a:gdLst>
                  <a:gd name="connsiteX0" fmla="*/ 3417 w 6343"/>
                  <a:gd name="connsiteY0" fmla="*/ 6559 h 6345"/>
                  <a:gd name="connsiteX1" fmla="*/ 5660 w 6343"/>
                  <a:gd name="connsiteY1" fmla="*/ 5629 h 6345"/>
                  <a:gd name="connsiteX2" fmla="*/ 6588 w 6343"/>
                  <a:gd name="connsiteY2" fmla="*/ 3386 h 6345"/>
                  <a:gd name="connsiteX3" fmla="*/ 5660 w 6343"/>
                  <a:gd name="connsiteY3" fmla="*/ 1143 h 6345"/>
                  <a:gd name="connsiteX4" fmla="*/ 3417 w 6343"/>
                  <a:gd name="connsiteY4" fmla="*/ 213 h 6345"/>
                  <a:gd name="connsiteX5" fmla="*/ 1174 w 6343"/>
                  <a:gd name="connsiteY5" fmla="*/ 1143 h 6345"/>
                  <a:gd name="connsiteX6" fmla="*/ 245 w 6343"/>
                  <a:gd name="connsiteY6" fmla="*/ 3386 h 6345"/>
                  <a:gd name="connsiteX7" fmla="*/ 1174 w 6343"/>
                  <a:gd name="connsiteY7" fmla="*/ 5629 h 6345"/>
                  <a:gd name="connsiteX8" fmla="*/ 341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59"/>
                    </a:moveTo>
                    <a:cubicBezTo>
                      <a:pt x="4258" y="6559"/>
                      <a:pt x="5065" y="6224"/>
                      <a:pt x="5660" y="5629"/>
                    </a:cubicBezTo>
                    <a:cubicBezTo>
                      <a:pt x="6254" y="5034"/>
                      <a:pt x="6588" y="4227"/>
                      <a:pt x="6588" y="3386"/>
                    </a:cubicBezTo>
                    <a:cubicBezTo>
                      <a:pt x="6588" y="2545"/>
                      <a:pt x="6254" y="1738"/>
                      <a:pt x="5660" y="1143"/>
                    </a:cubicBezTo>
                    <a:cubicBezTo>
                      <a:pt x="5065" y="548"/>
                      <a:pt x="4258" y="213"/>
                      <a:pt x="3417" y="213"/>
                    </a:cubicBezTo>
                    <a:cubicBezTo>
                      <a:pt x="2576" y="213"/>
                      <a:pt x="1769" y="548"/>
                      <a:pt x="1174" y="1143"/>
                    </a:cubicBezTo>
                    <a:cubicBezTo>
                      <a:pt x="579" y="1738"/>
                      <a:pt x="245" y="2545"/>
                      <a:pt x="245" y="3386"/>
                    </a:cubicBezTo>
                    <a:cubicBezTo>
                      <a:pt x="245" y="4227"/>
                      <a:pt x="579" y="5034"/>
                      <a:pt x="1174" y="5629"/>
                    </a:cubicBezTo>
                    <a:cubicBezTo>
                      <a:pt x="1769" y="6224"/>
                      <a:pt x="2576" y="6559"/>
                      <a:pt x="341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64" name="Freeform: Shape 11663">
                <a:extLst>
                  <a:ext uri="{FF2B5EF4-FFF2-40B4-BE49-F238E27FC236}">
                    <a16:creationId xmlns:a16="http://schemas.microsoft.com/office/drawing/2014/main" id="{F3E8432B-E8C2-0104-81B5-2EAB1EBD5442}"/>
                  </a:ext>
                </a:extLst>
              </p:cNvPr>
              <p:cNvSpPr/>
              <p:nvPr/>
            </p:nvSpPr>
            <p:spPr>
              <a:xfrm>
                <a:off x="9515647" y="6187178"/>
                <a:ext cx="6343" cy="6345"/>
              </a:xfrm>
              <a:custGeom>
                <a:avLst/>
                <a:gdLst>
                  <a:gd name="connsiteX0" fmla="*/ 3416 w 6343"/>
                  <a:gd name="connsiteY0" fmla="*/ 6559 h 6345"/>
                  <a:gd name="connsiteX1" fmla="*/ 5659 w 6343"/>
                  <a:gd name="connsiteY1" fmla="*/ 5630 h 6345"/>
                  <a:gd name="connsiteX2" fmla="*/ 6588 w 6343"/>
                  <a:gd name="connsiteY2" fmla="*/ 3386 h 6345"/>
                  <a:gd name="connsiteX3" fmla="*/ 5659 w 6343"/>
                  <a:gd name="connsiteY3" fmla="*/ 1143 h 6345"/>
                  <a:gd name="connsiteX4" fmla="*/ 3416 w 6343"/>
                  <a:gd name="connsiteY4" fmla="*/ 213 h 6345"/>
                  <a:gd name="connsiteX5" fmla="*/ 1174 w 6343"/>
                  <a:gd name="connsiteY5" fmla="*/ 1143 h 6345"/>
                  <a:gd name="connsiteX6" fmla="*/ 245 w 6343"/>
                  <a:gd name="connsiteY6" fmla="*/ 3386 h 6345"/>
                  <a:gd name="connsiteX7" fmla="*/ 1174 w 6343"/>
                  <a:gd name="connsiteY7" fmla="*/ 5630 h 6345"/>
                  <a:gd name="connsiteX8" fmla="*/ 341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59"/>
                    </a:moveTo>
                    <a:cubicBezTo>
                      <a:pt x="4258" y="6559"/>
                      <a:pt x="5064" y="6224"/>
                      <a:pt x="5659" y="5630"/>
                    </a:cubicBezTo>
                    <a:cubicBezTo>
                      <a:pt x="6254" y="5035"/>
                      <a:pt x="6588" y="4227"/>
                      <a:pt x="6588" y="3386"/>
                    </a:cubicBezTo>
                    <a:cubicBezTo>
                      <a:pt x="6588" y="2545"/>
                      <a:pt x="6254" y="1738"/>
                      <a:pt x="5659" y="1143"/>
                    </a:cubicBezTo>
                    <a:cubicBezTo>
                      <a:pt x="5064" y="548"/>
                      <a:pt x="4258" y="213"/>
                      <a:pt x="3416" y="213"/>
                    </a:cubicBezTo>
                    <a:cubicBezTo>
                      <a:pt x="2575" y="213"/>
                      <a:pt x="1769" y="548"/>
                      <a:pt x="1174" y="1143"/>
                    </a:cubicBezTo>
                    <a:cubicBezTo>
                      <a:pt x="579" y="1738"/>
                      <a:pt x="245" y="2545"/>
                      <a:pt x="245" y="3386"/>
                    </a:cubicBezTo>
                    <a:cubicBezTo>
                      <a:pt x="245" y="4227"/>
                      <a:pt x="579" y="5035"/>
                      <a:pt x="1174" y="5630"/>
                    </a:cubicBezTo>
                    <a:cubicBezTo>
                      <a:pt x="1769" y="6224"/>
                      <a:pt x="2575" y="6559"/>
                      <a:pt x="341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65" name="Freeform: Shape 11664">
                <a:extLst>
                  <a:ext uri="{FF2B5EF4-FFF2-40B4-BE49-F238E27FC236}">
                    <a16:creationId xmlns:a16="http://schemas.microsoft.com/office/drawing/2014/main" id="{35562BDF-7785-990F-B31F-4D2EE9F21435}"/>
                  </a:ext>
                </a:extLst>
              </p:cNvPr>
              <p:cNvSpPr/>
              <p:nvPr/>
            </p:nvSpPr>
            <p:spPr>
              <a:xfrm>
                <a:off x="9510145" y="6187286"/>
                <a:ext cx="6343" cy="6345"/>
              </a:xfrm>
              <a:custGeom>
                <a:avLst/>
                <a:gdLst>
                  <a:gd name="connsiteX0" fmla="*/ 3416 w 6343"/>
                  <a:gd name="connsiteY0" fmla="*/ 6559 h 6345"/>
                  <a:gd name="connsiteX1" fmla="*/ 5659 w 6343"/>
                  <a:gd name="connsiteY1" fmla="*/ 5630 h 6345"/>
                  <a:gd name="connsiteX2" fmla="*/ 6588 w 6343"/>
                  <a:gd name="connsiteY2" fmla="*/ 3386 h 6345"/>
                  <a:gd name="connsiteX3" fmla="*/ 5659 w 6343"/>
                  <a:gd name="connsiteY3" fmla="*/ 1143 h 6345"/>
                  <a:gd name="connsiteX4" fmla="*/ 3416 w 6343"/>
                  <a:gd name="connsiteY4" fmla="*/ 213 h 6345"/>
                  <a:gd name="connsiteX5" fmla="*/ 1173 w 6343"/>
                  <a:gd name="connsiteY5" fmla="*/ 1143 h 6345"/>
                  <a:gd name="connsiteX6" fmla="*/ 244 w 6343"/>
                  <a:gd name="connsiteY6" fmla="*/ 3386 h 6345"/>
                  <a:gd name="connsiteX7" fmla="*/ 1173 w 6343"/>
                  <a:gd name="connsiteY7" fmla="*/ 5630 h 6345"/>
                  <a:gd name="connsiteX8" fmla="*/ 341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59"/>
                    </a:moveTo>
                    <a:cubicBezTo>
                      <a:pt x="4257" y="6559"/>
                      <a:pt x="5064" y="6224"/>
                      <a:pt x="5659" y="5630"/>
                    </a:cubicBezTo>
                    <a:cubicBezTo>
                      <a:pt x="6253" y="5035"/>
                      <a:pt x="6588" y="4227"/>
                      <a:pt x="6588" y="3386"/>
                    </a:cubicBezTo>
                    <a:cubicBezTo>
                      <a:pt x="6588" y="2545"/>
                      <a:pt x="6253" y="1738"/>
                      <a:pt x="5659" y="1143"/>
                    </a:cubicBezTo>
                    <a:cubicBezTo>
                      <a:pt x="5064" y="548"/>
                      <a:pt x="4257" y="213"/>
                      <a:pt x="3416" y="213"/>
                    </a:cubicBezTo>
                    <a:cubicBezTo>
                      <a:pt x="2575" y="213"/>
                      <a:pt x="1768" y="548"/>
                      <a:pt x="1173" y="1143"/>
                    </a:cubicBezTo>
                    <a:cubicBezTo>
                      <a:pt x="579" y="1738"/>
                      <a:pt x="244" y="2545"/>
                      <a:pt x="244" y="3386"/>
                    </a:cubicBezTo>
                    <a:cubicBezTo>
                      <a:pt x="244" y="4227"/>
                      <a:pt x="579" y="5035"/>
                      <a:pt x="1173" y="5630"/>
                    </a:cubicBezTo>
                    <a:cubicBezTo>
                      <a:pt x="1768" y="6224"/>
                      <a:pt x="2575" y="6559"/>
                      <a:pt x="341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66" name="Freeform: Shape 11665">
                <a:extLst>
                  <a:ext uri="{FF2B5EF4-FFF2-40B4-BE49-F238E27FC236}">
                    <a16:creationId xmlns:a16="http://schemas.microsoft.com/office/drawing/2014/main" id="{5C6EB86D-E680-9E7A-E0AB-DA32B345354E}"/>
                  </a:ext>
                </a:extLst>
              </p:cNvPr>
              <p:cNvSpPr/>
              <p:nvPr/>
            </p:nvSpPr>
            <p:spPr>
              <a:xfrm>
                <a:off x="9504622" y="6187048"/>
                <a:ext cx="6343" cy="6345"/>
              </a:xfrm>
              <a:custGeom>
                <a:avLst/>
                <a:gdLst>
                  <a:gd name="connsiteX0" fmla="*/ 3416 w 6343"/>
                  <a:gd name="connsiteY0" fmla="*/ 6559 h 6345"/>
                  <a:gd name="connsiteX1" fmla="*/ 5658 w 6343"/>
                  <a:gd name="connsiteY1" fmla="*/ 5630 h 6345"/>
                  <a:gd name="connsiteX2" fmla="*/ 6587 w 6343"/>
                  <a:gd name="connsiteY2" fmla="*/ 3386 h 6345"/>
                  <a:gd name="connsiteX3" fmla="*/ 5658 w 6343"/>
                  <a:gd name="connsiteY3" fmla="*/ 1143 h 6345"/>
                  <a:gd name="connsiteX4" fmla="*/ 3416 w 6343"/>
                  <a:gd name="connsiteY4" fmla="*/ 213 h 6345"/>
                  <a:gd name="connsiteX5" fmla="*/ 1173 w 6343"/>
                  <a:gd name="connsiteY5" fmla="*/ 1143 h 6345"/>
                  <a:gd name="connsiteX6" fmla="*/ 244 w 6343"/>
                  <a:gd name="connsiteY6" fmla="*/ 3386 h 6345"/>
                  <a:gd name="connsiteX7" fmla="*/ 1173 w 6343"/>
                  <a:gd name="connsiteY7" fmla="*/ 5630 h 6345"/>
                  <a:gd name="connsiteX8" fmla="*/ 341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59"/>
                    </a:moveTo>
                    <a:cubicBezTo>
                      <a:pt x="4257" y="6559"/>
                      <a:pt x="5063" y="6224"/>
                      <a:pt x="5658" y="5630"/>
                    </a:cubicBezTo>
                    <a:cubicBezTo>
                      <a:pt x="6253" y="5035"/>
                      <a:pt x="6587" y="4227"/>
                      <a:pt x="6587" y="3386"/>
                    </a:cubicBezTo>
                    <a:cubicBezTo>
                      <a:pt x="6587" y="2545"/>
                      <a:pt x="6253" y="1738"/>
                      <a:pt x="5658" y="1143"/>
                    </a:cubicBezTo>
                    <a:cubicBezTo>
                      <a:pt x="5063" y="548"/>
                      <a:pt x="4257" y="213"/>
                      <a:pt x="3416" y="213"/>
                    </a:cubicBezTo>
                    <a:cubicBezTo>
                      <a:pt x="2574" y="213"/>
                      <a:pt x="1768" y="548"/>
                      <a:pt x="1173" y="1143"/>
                    </a:cubicBezTo>
                    <a:cubicBezTo>
                      <a:pt x="578" y="1738"/>
                      <a:pt x="244" y="2545"/>
                      <a:pt x="244" y="3386"/>
                    </a:cubicBezTo>
                    <a:cubicBezTo>
                      <a:pt x="244" y="4227"/>
                      <a:pt x="578" y="5035"/>
                      <a:pt x="1173" y="5630"/>
                    </a:cubicBezTo>
                    <a:cubicBezTo>
                      <a:pt x="1768" y="6224"/>
                      <a:pt x="2574" y="6559"/>
                      <a:pt x="341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67" name="Freeform: Shape 11666">
                <a:extLst>
                  <a:ext uri="{FF2B5EF4-FFF2-40B4-BE49-F238E27FC236}">
                    <a16:creationId xmlns:a16="http://schemas.microsoft.com/office/drawing/2014/main" id="{EEA674C2-D827-EF0A-2977-DD04B7C84345}"/>
                  </a:ext>
                </a:extLst>
              </p:cNvPr>
              <p:cNvSpPr/>
              <p:nvPr/>
            </p:nvSpPr>
            <p:spPr>
              <a:xfrm>
                <a:off x="9499147" y="6187464"/>
                <a:ext cx="6343" cy="6345"/>
              </a:xfrm>
              <a:custGeom>
                <a:avLst/>
                <a:gdLst>
                  <a:gd name="connsiteX0" fmla="*/ 3415 w 6343"/>
                  <a:gd name="connsiteY0" fmla="*/ 6559 h 6345"/>
                  <a:gd name="connsiteX1" fmla="*/ 5658 w 6343"/>
                  <a:gd name="connsiteY1" fmla="*/ 5630 h 6345"/>
                  <a:gd name="connsiteX2" fmla="*/ 6587 w 6343"/>
                  <a:gd name="connsiteY2" fmla="*/ 3386 h 6345"/>
                  <a:gd name="connsiteX3" fmla="*/ 5658 w 6343"/>
                  <a:gd name="connsiteY3" fmla="*/ 1143 h 6345"/>
                  <a:gd name="connsiteX4" fmla="*/ 3415 w 6343"/>
                  <a:gd name="connsiteY4" fmla="*/ 213 h 6345"/>
                  <a:gd name="connsiteX5" fmla="*/ 1173 w 6343"/>
                  <a:gd name="connsiteY5" fmla="*/ 1143 h 6345"/>
                  <a:gd name="connsiteX6" fmla="*/ 244 w 6343"/>
                  <a:gd name="connsiteY6" fmla="*/ 3386 h 6345"/>
                  <a:gd name="connsiteX7" fmla="*/ 1173 w 6343"/>
                  <a:gd name="connsiteY7" fmla="*/ 5630 h 6345"/>
                  <a:gd name="connsiteX8" fmla="*/ 341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59"/>
                    </a:moveTo>
                    <a:cubicBezTo>
                      <a:pt x="4256" y="6559"/>
                      <a:pt x="5063" y="6224"/>
                      <a:pt x="5658" y="5630"/>
                    </a:cubicBezTo>
                    <a:cubicBezTo>
                      <a:pt x="6253" y="5035"/>
                      <a:pt x="6587" y="4228"/>
                      <a:pt x="6587" y="3386"/>
                    </a:cubicBezTo>
                    <a:cubicBezTo>
                      <a:pt x="6587" y="2545"/>
                      <a:pt x="6253" y="1738"/>
                      <a:pt x="5658" y="1143"/>
                    </a:cubicBezTo>
                    <a:cubicBezTo>
                      <a:pt x="5063" y="548"/>
                      <a:pt x="4256" y="213"/>
                      <a:pt x="3415" y="213"/>
                    </a:cubicBezTo>
                    <a:cubicBezTo>
                      <a:pt x="2574" y="213"/>
                      <a:pt x="1767" y="548"/>
                      <a:pt x="1173" y="1143"/>
                    </a:cubicBezTo>
                    <a:cubicBezTo>
                      <a:pt x="578" y="1738"/>
                      <a:pt x="244" y="2545"/>
                      <a:pt x="244" y="3386"/>
                    </a:cubicBezTo>
                    <a:cubicBezTo>
                      <a:pt x="244" y="4228"/>
                      <a:pt x="578" y="5035"/>
                      <a:pt x="1173" y="5630"/>
                    </a:cubicBezTo>
                    <a:cubicBezTo>
                      <a:pt x="1767" y="6224"/>
                      <a:pt x="2574" y="6559"/>
                      <a:pt x="341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68" name="Freeform: Shape 11667">
                <a:extLst>
                  <a:ext uri="{FF2B5EF4-FFF2-40B4-BE49-F238E27FC236}">
                    <a16:creationId xmlns:a16="http://schemas.microsoft.com/office/drawing/2014/main" id="{F63842EE-05B6-1BA2-5F7A-688CE9902DFD}"/>
                  </a:ext>
                </a:extLst>
              </p:cNvPr>
              <p:cNvSpPr/>
              <p:nvPr/>
            </p:nvSpPr>
            <p:spPr>
              <a:xfrm>
                <a:off x="9493611" y="6186782"/>
                <a:ext cx="6343" cy="6345"/>
              </a:xfrm>
              <a:custGeom>
                <a:avLst/>
                <a:gdLst>
                  <a:gd name="connsiteX0" fmla="*/ 3415 w 6343"/>
                  <a:gd name="connsiteY0" fmla="*/ 6559 h 6345"/>
                  <a:gd name="connsiteX1" fmla="*/ 5657 w 6343"/>
                  <a:gd name="connsiteY1" fmla="*/ 5629 h 6345"/>
                  <a:gd name="connsiteX2" fmla="*/ 6586 w 6343"/>
                  <a:gd name="connsiteY2" fmla="*/ 3386 h 6345"/>
                  <a:gd name="connsiteX3" fmla="*/ 5657 w 6343"/>
                  <a:gd name="connsiteY3" fmla="*/ 1143 h 6345"/>
                  <a:gd name="connsiteX4" fmla="*/ 3415 w 6343"/>
                  <a:gd name="connsiteY4" fmla="*/ 213 h 6345"/>
                  <a:gd name="connsiteX5" fmla="*/ 1172 w 6343"/>
                  <a:gd name="connsiteY5" fmla="*/ 1143 h 6345"/>
                  <a:gd name="connsiteX6" fmla="*/ 243 w 6343"/>
                  <a:gd name="connsiteY6" fmla="*/ 3386 h 6345"/>
                  <a:gd name="connsiteX7" fmla="*/ 1172 w 6343"/>
                  <a:gd name="connsiteY7" fmla="*/ 5629 h 6345"/>
                  <a:gd name="connsiteX8" fmla="*/ 341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59"/>
                    </a:moveTo>
                    <a:cubicBezTo>
                      <a:pt x="4256" y="6559"/>
                      <a:pt x="5063" y="6224"/>
                      <a:pt x="5657" y="5629"/>
                    </a:cubicBezTo>
                    <a:cubicBezTo>
                      <a:pt x="6252" y="5035"/>
                      <a:pt x="6586" y="4227"/>
                      <a:pt x="6586" y="3386"/>
                    </a:cubicBezTo>
                    <a:cubicBezTo>
                      <a:pt x="6586" y="2545"/>
                      <a:pt x="6252" y="1738"/>
                      <a:pt x="5657" y="1143"/>
                    </a:cubicBezTo>
                    <a:cubicBezTo>
                      <a:pt x="5063" y="548"/>
                      <a:pt x="4256" y="213"/>
                      <a:pt x="3415" y="213"/>
                    </a:cubicBezTo>
                    <a:cubicBezTo>
                      <a:pt x="2574" y="213"/>
                      <a:pt x="1767" y="548"/>
                      <a:pt x="1172" y="1143"/>
                    </a:cubicBezTo>
                    <a:cubicBezTo>
                      <a:pt x="577" y="1738"/>
                      <a:pt x="243" y="2545"/>
                      <a:pt x="243" y="3386"/>
                    </a:cubicBezTo>
                    <a:cubicBezTo>
                      <a:pt x="243" y="4227"/>
                      <a:pt x="577" y="5035"/>
                      <a:pt x="1172" y="5629"/>
                    </a:cubicBezTo>
                    <a:cubicBezTo>
                      <a:pt x="1767" y="6224"/>
                      <a:pt x="2574" y="6559"/>
                      <a:pt x="341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69" name="Freeform: Shape 11668">
                <a:extLst>
                  <a:ext uri="{FF2B5EF4-FFF2-40B4-BE49-F238E27FC236}">
                    <a16:creationId xmlns:a16="http://schemas.microsoft.com/office/drawing/2014/main" id="{50C019CD-16B8-7192-2D4F-8B6691CDBC87}"/>
                  </a:ext>
                </a:extLst>
              </p:cNvPr>
              <p:cNvSpPr/>
              <p:nvPr/>
            </p:nvSpPr>
            <p:spPr>
              <a:xfrm>
                <a:off x="9488106" y="6186504"/>
                <a:ext cx="6343" cy="6345"/>
              </a:xfrm>
              <a:custGeom>
                <a:avLst/>
                <a:gdLst>
                  <a:gd name="connsiteX0" fmla="*/ 3414 w 6343"/>
                  <a:gd name="connsiteY0" fmla="*/ 6559 h 6345"/>
                  <a:gd name="connsiteX1" fmla="*/ 5657 w 6343"/>
                  <a:gd name="connsiteY1" fmla="*/ 5629 h 6345"/>
                  <a:gd name="connsiteX2" fmla="*/ 6586 w 6343"/>
                  <a:gd name="connsiteY2" fmla="*/ 3386 h 6345"/>
                  <a:gd name="connsiteX3" fmla="*/ 5657 w 6343"/>
                  <a:gd name="connsiteY3" fmla="*/ 1143 h 6345"/>
                  <a:gd name="connsiteX4" fmla="*/ 3414 w 6343"/>
                  <a:gd name="connsiteY4" fmla="*/ 213 h 6345"/>
                  <a:gd name="connsiteX5" fmla="*/ 1172 w 6343"/>
                  <a:gd name="connsiteY5" fmla="*/ 1143 h 6345"/>
                  <a:gd name="connsiteX6" fmla="*/ 243 w 6343"/>
                  <a:gd name="connsiteY6" fmla="*/ 3386 h 6345"/>
                  <a:gd name="connsiteX7" fmla="*/ 1172 w 6343"/>
                  <a:gd name="connsiteY7" fmla="*/ 5629 h 6345"/>
                  <a:gd name="connsiteX8" fmla="*/ 341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59"/>
                    </a:moveTo>
                    <a:cubicBezTo>
                      <a:pt x="4255" y="6559"/>
                      <a:pt x="5062" y="6224"/>
                      <a:pt x="5657" y="5629"/>
                    </a:cubicBezTo>
                    <a:cubicBezTo>
                      <a:pt x="6252" y="5034"/>
                      <a:pt x="6586" y="4227"/>
                      <a:pt x="6586" y="3386"/>
                    </a:cubicBezTo>
                    <a:cubicBezTo>
                      <a:pt x="6586" y="2545"/>
                      <a:pt x="6252" y="1738"/>
                      <a:pt x="5657" y="1143"/>
                    </a:cubicBezTo>
                    <a:cubicBezTo>
                      <a:pt x="5062" y="548"/>
                      <a:pt x="4255" y="213"/>
                      <a:pt x="3414" y="213"/>
                    </a:cubicBezTo>
                    <a:cubicBezTo>
                      <a:pt x="2573" y="213"/>
                      <a:pt x="1766" y="548"/>
                      <a:pt x="1172" y="1143"/>
                    </a:cubicBezTo>
                    <a:cubicBezTo>
                      <a:pt x="577" y="1738"/>
                      <a:pt x="243" y="2545"/>
                      <a:pt x="243" y="3386"/>
                    </a:cubicBezTo>
                    <a:cubicBezTo>
                      <a:pt x="243" y="4227"/>
                      <a:pt x="577" y="5034"/>
                      <a:pt x="1172" y="5629"/>
                    </a:cubicBezTo>
                    <a:cubicBezTo>
                      <a:pt x="1766" y="6224"/>
                      <a:pt x="2573" y="6559"/>
                      <a:pt x="341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70" name="Freeform: Shape 11669">
                <a:extLst>
                  <a:ext uri="{FF2B5EF4-FFF2-40B4-BE49-F238E27FC236}">
                    <a16:creationId xmlns:a16="http://schemas.microsoft.com/office/drawing/2014/main" id="{875F31D3-2FDD-AEC3-EB68-826603BBA867}"/>
                  </a:ext>
                </a:extLst>
              </p:cNvPr>
              <p:cNvSpPr/>
              <p:nvPr/>
            </p:nvSpPr>
            <p:spPr>
              <a:xfrm>
                <a:off x="9482623" y="6186568"/>
                <a:ext cx="6343" cy="6345"/>
              </a:xfrm>
              <a:custGeom>
                <a:avLst/>
                <a:gdLst>
                  <a:gd name="connsiteX0" fmla="*/ 3414 w 6343"/>
                  <a:gd name="connsiteY0" fmla="*/ 6559 h 6345"/>
                  <a:gd name="connsiteX1" fmla="*/ 5656 w 6343"/>
                  <a:gd name="connsiteY1" fmla="*/ 5629 h 6345"/>
                  <a:gd name="connsiteX2" fmla="*/ 6585 w 6343"/>
                  <a:gd name="connsiteY2" fmla="*/ 3386 h 6345"/>
                  <a:gd name="connsiteX3" fmla="*/ 5656 w 6343"/>
                  <a:gd name="connsiteY3" fmla="*/ 1143 h 6345"/>
                  <a:gd name="connsiteX4" fmla="*/ 3414 w 6343"/>
                  <a:gd name="connsiteY4" fmla="*/ 213 h 6345"/>
                  <a:gd name="connsiteX5" fmla="*/ 1171 w 6343"/>
                  <a:gd name="connsiteY5" fmla="*/ 1143 h 6345"/>
                  <a:gd name="connsiteX6" fmla="*/ 242 w 6343"/>
                  <a:gd name="connsiteY6" fmla="*/ 3386 h 6345"/>
                  <a:gd name="connsiteX7" fmla="*/ 1171 w 6343"/>
                  <a:gd name="connsiteY7" fmla="*/ 5629 h 6345"/>
                  <a:gd name="connsiteX8" fmla="*/ 341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59"/>
                    </a:moveTo>
                    <a:cubicBezTo>
                      <a:pt x="4255" y="6559"/>
                      <a:pt x="5062" y="6224"/>
                      <a:pt x="5656" y="5629"/>
                    </a:cubicBezTo>
                    <a:cubicBezTo>
                      <a:pt x="6251" y="5034"/>
                      <a:pt x="6585" y="4227"/>
                      <a:pt x="6585" y="3386"/>
                    </a:cubicBezTo>
                    <a:cubicBezTo>
                      <a:pt x="6585" y="2545"/>
                      <a:pt x="6251" y="1738"/>
                      <a:pt x="5656" y="1143"/>
                    </a:cubicBezTo>
                    <a:cubicBezTo>
                      <a:pt x="5062" y="548"/>
                      <a:pt x="4255" y="213"/>
                      <a:pt x="3414" y="213"/>
                    </a:cubicBezTo>
                    <a:cubicBezTo>
                      <a:pt x="2573" y="213"/>
                      <a:pt x="1766" y="548"/>
                      <a:pt x="1171" y="1143"/>
                    </a:cubicBezTo>
                    <a:cubicBezTo>
                      <a:pt x="576" y="1738"/>
                      <a:pt x="242" y="2545"/>
                      <a:pt x="242" y="3386"/>
                    </a:cubicBezTo>
                    <a:cubicBezTo>
                      <a:pt x="242" y="4227"/>
                      <a:pt x="576" y="5034"/>
                      <a:pt x="1171" y="5629"/>
                    </a:cubicBezTo>
                    <a:cubicBezTo>
                      <a:pt x="1766" y="6224"/>
                      <a:pt x="2573" y="6559"/>
                      <a:pt x="341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71" name="Freeform: Shape 11670">
                <a:extLst>
                  <a:ext uri="{FF2B5EF4-FFF2-40B4-BE49-F238E27FC236}">
                    <a16:creationId xmlns:a16="http://schemas.microsoft.com/office/drawing/2014/main" id="{8BF87920-D026-24AD-C723-EC58CF52C716}"/>
                  </a:ext>
                </a:extLst>
              </p:cNvPr>
              <p:cNvSpPr/>
              <p:nvPr/>
            </p:nvSpPr>
            <p:spPr>
              <a:xfrm>
                <a:off x="9477134" y="6186411"/>
                <a:ext cx="6343" cy="6345"/>
              </a:xfrm>
              <a:custGeom>
                <a:avLst/>
                <a:gdLst>
                  <a:gd name="connsiteX0" fmla="*/ 3413 w 6343"/>
                  <a:gd name="connsiteY0" fmla="*/ 6559 h 6345"/>
                  <a:gd name="connsiteX1" fmla="*/ 5656 w 6343"/>
                  <a:gd name="connsiteY1" fmla="*/ 5629 h 6345"/>
                  <a:gd name="connsiteX2" fmla="*/ 6585 w 6343"/>
                  <a:gd name="connsiteY2" fmla="*/ 3386 h 6345"/>
                  <a:gd name="connsiteX3" fmla="*/ 5656 w 6343"/>
                  <a:gd name="connsiteY3" fmla="*/ 1143 h 6345"/>
                  <a:gd name="connsiteX4" fmla="*/ 3413 w 6343"/>
                  <a:gd name="connsiteY4" fmla="*/ 213 h 6345"/>
                  <a:gd name="connsiteX5" fmla="*/ 1171 w 6343"/>
                  <a:gd name="connsiteY5" fmla="*/ 1143 h 6345"/>
                  <a:gd name="connsiteX6" fmla="*/ 242 w 6343"/>
                  <a:gd name="connsiteY6" fmla="*/ 3386 h 6345"/>
                  <a:gd name="connsiteX7" fmla="*/ 1171 w 6343"/>
                  <a:gd name="connsiteY7" fmla="*/ 5629 h 6345"/>
                  <a:gd name="connsiteX8" fmla="*/ 341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59"/>
                    </a:moveTo>
                    <a:cubicBezTo>
                      <a:pt x="4255" y="6559"/>
                      <a:pt x="5061" y="6224"/>
                      <a:pt x="5656" y="5629"/>
                    </a:cubicBezTo>
                    <a:cubicBezTo>
                      <a:pt x="6251" y="5034"/>
                      <a:pt x="6585" y="4227"/>
                      <a:pt x="6585" y="3386"/>
                    </a:cubicBezTo>
                    <a:cubicBezTo>
                      <a:pt x="6585" y="2545"/>
                      <a:pt x="6251" y="1738"/>
                      <a:pt x="5656" y="1143"/>
                    </a:cubicBezTo>
                    <a:cubicBezTo>
                      <a:pt x="5061" y="548"/>
                      <a:pt x="4255" y="213"/>
                      <a:pt x="3413" y="213"/>
                    </a:cubicBezTo>
                    <a:cubicBezTo>
                      <a:pt x="2572" y="213"/>
                      <a:pt x="1766" y="548"/>
                      <a:pt x="1171" y="1143"/>
                    </a:cubicBezTo>
                    <a:cubicBezTo>
                      <a:pt x="576" y="1738"/>
                      <a:pt x="242" y="2545"/>
                      <a:pt x="242" y="3386"/>
                    </a:cubicBezTo>
                    <a:cubicBezTo>
                      <a:pt x="242" y="4227"/>
                      <a:pt x="576" y="5034"/>
                      <a:pt x="1171" y="5629"/>
                    </a:cubicBezTo>
                    <a:cubicBezTo>
                      <a:pt x="1766" y="6224"/>
                      <a:pt x="2572" y="6559"/>
                      <a:pt x="341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72" name="Freeform: Shape 11671">
                <a:extLst>
                  <a:ext uri="{FF2B5EF4-FFF2-40B4-BE49-F238E27FC236}">
                    <a16:creationId xmlns:a16="http://schemas.microsoft.com/office/drawing/2014/main" id="{2C7F69A3-A0E1-E6AC-B61D-FAE25993DCDA}"/>
                  </a:ext>
                </a:extLst>
              </p:cNvPr>
              <p:cNvSpPr/>
              <p:nvPr/>
            </p:nvSpPr>
            <p:spPr>
              <a:xfrm>
                <a:off x="9471660" y="6186595"/>
                <a:ext cx="6343" cy="6345"/>
              </a:xfrm>
              <a:custGeom>
                <a:avLst/>
                <a:gdLst>
                  <a:gd name="connsiteX0" fmla="*/ 3413 w 6343"/>
                  <a:gd name="connsiteY0" fmla="*/ 6559 h 6345"/>
                  <a:gd name="connsiteX1" fmla="*/ 5656 w 6343"/>
                  <a:gd name="connsiteY1" fmla="*/ 5629 h 6345"/>
                  <a:gd name="connsiteX2" fmla="*/ 6585 w 6343"/>
                  <a:gd name="connsiteY2" fmla="*/ 3386 h 6345"/>
                  <a:gd name="connsiteX3" fmla="*/ 5656 w 6343"/>
                  <a:gd name="connsiteY3" fmla="*/ 1143 h 6345"/>
                  <a:gd name="connsiteX4" fmla="*/ 3413 w 6343"/>
                  <a:gd name="connsiteY4" fmla="*/ 213 h 6345"/>
                  <a:gd name="connsiteX5" fmla="*/ 1170 w 6343"/>
                  <a:gd name="connsiteY5" fmla="*/ 1143 h 6345"/>
                  <a:gd name="connsiteX6" fmla="*/ 241 w 6343"/>
                  <a:gd name="connsiteY6" fmla="*/ 3386 h 6345"/>
                  <a:gd name="connsiteX7" fmla="*/ 1170 w 6343"/>
                  <a:gd name="connsiteY7" fmla="*/ 5629 h 6345"/>
                  <a:gd name="connsiteX8" fmla="*/ 341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59"/>
                    </a:moveTo>
                    <a:cubicBezTo>
                      <a:pt x="4254" y="6559"/>
                      <a:pt x="5061" y="6224"/>
                      <a:pt x="5656" y="5629"/>
                    </a:cubicBezTo>
                    <a:cubicBezTo>
                      <a:pt x="6250" y="5034"/>
                      <a:pt x="6585" y="4227"/>
                      <a:pt x="6585" y="3386"/>
                    </a:cubicBezTo>
                    <a:cubicBezTo>
                      <a:pt x="6585" y="2545"/>
                      <a:pt x="6250" y="1738"/>
                      <a:pt x="5656" y="1143"/>
                    </a:cubicBezTo>
                    <a:cubicBezTo>
                      <a:pt x="5061" y="548"/>
                      <a:pt x="4254" y="213"/>
                      <a:pt x="3413" y="213"/>
                    </a:cubicBezTo>
                    <a:cubicBezTo>
                      <a:pt x="2572" y="213"/>
                      <a:pt x="1765" y="548"/>
                      <a:pt x="1170" y="1143"/>
                    </a:cubicBezTo>
                    <a:cubicBezTo>
                      <a:pt x="576" y="1738"/>
                      <a:pt x="241" y="2545"/>
                      <a:pt x="241" y="3386"/>
                    </a:cubicBezTo>
                    <a:cubicBezTo>
                      <a:pt x="241" y="4227"/>
                      <a:pt x="576" y="5034"/>
                      <a:pt x="1170" y="5629"/>
                    </a:cubicBezTo>
                    <a:cubicBezTo>
                      <a:pt x="1765" y="6224"/>
                      <a:pt x="2572" y="6559"/>
                      <a:pt x="341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73" name="Freeform: Shape 11672">
                <a:extLst>
                  <a:ext uri="{FF2B5EF4-FFF2-40B4-BE49-F238E27FC236}">
                    <a16:creationId xmlns:a16="http://schemas.microsoft.com/office/drawing/2014/main" id="{7B93DEF1-96C3-D93E-4364-F562C8E1DC36}"/>
                  </a:ext>
                </a:extLst>
              </p:cNvPr>
              <p:cNvSpPr/>
              <p:nvPr/>
            </p:nvSpPr>
            <p:spPr>
              <a:xfrm>
                <a:off x="9466195" y="6187184"/>
                <a:ext cx="6343" cy="6345"/>
              </a:xfrm>
              <a:custGeom>
                <a:avLst/>
                <a:gdLst>
                  <a:gd name="connsiteX0" fmla="*/ 3413 w 6343"/>
                  <a:gd name="connsiteY0" fmla="*/ 6559 h 6345"/>
                  <a:gd name="connsiteX1" fmla="*/ 5655 w 6343"/>
                  <a:gd name="connsiteY1" fmla="*/ 5630 h 6345"/>
                  <a:gd name="connsiteX2" fmla="*/ 6584 w 6343"/>
                  <a:gd name="connsiteY2" fmla="*/ 3386 h 6345"/>
                  <a:gd name="connsiteX3" fmla="*/ 5655 w 6343"/>
                  <a:gd name="connsiteY3" fmla="*/ 1143 h 6345"/>
                  <a:gd name="connsiteX4" fmla="*/ 3413 w 6343"/>
                  <a:gd name="connsiteY4" fmla="*/ 213 h 6345"/>
                  <a:gd name="connsiteX5" fmla="*/ 1170 w 6343"/>
                  <a:gd name="connsiteY5" fmla="*/ 1143 h 6345"/>
                  <a:gd name="connsiteX6" fmla="*/ 241 w 6343"/>
                  <a:gd name="connsiteY6" fmla="*/ 3386 h 6345"/>
                  <a:gd name="connsiteX7" fmla="*/ 1170 w 6343"/>
                  <a:gd name="connsiteY7" fmla="*/ 5630 h 6345"/>
                  <a:gd name="connsiteX8" fmla="*/ 341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59"/>
                    </a:moveTo>
                    <a:cubicBezTo>
                      <a:pt x="4254" y="6559"/>
                      <a:pt x="5060" y="6224"/>
                      <a:pt x="5655" y="5630"/>
                    </a:cubicBezTo>
                    <a:cubicBezTo>
                      <a:pt x="6250" y="5035"/>
                      <a:pt x="6584" y="4227"/>
                      <a:pt x="6584" y="3386"/>
                    </a:cubicBezTo>
                    <a:cubicBezTo>
                      <a:pt x="6584" y="2545"/>
                      <a:pt x="6250" y="1738"/>
                      <a:pt x="5655" y="1143"/>
                    </a:cubicBezTo>
                    <a:cubicBezTo>
                      <a:pt x="5060" y="548"/>
                      <a:pt x="4254" y="213"/>
                      <a:pt x="3413" y="213"/>
                    </a:cubicBezTo>
                    <a:cubicBezTo>
                      <a:pt x="2571" y="213"/>
                      <a:pt x="1765" y="548"/>
                      <a:pt x="1170" y="1143"/>
                    </a:cubicBezTo>
                    <a:cubicBezTo>
                      <a:pt x="575" y="1738"/>
                      <a:pt x="241" y="2545"/>
                      <a:pt x="241" y="3386"/>
                    </a:cubicBezTo>
                    <a:cubicBezTo>
                      <a:pt x="241" y="4227"/>
                      <a:pt x="575" y="5035"/>
                      <a:pt x="1170" y="5630"/>
                    </a:cubicBezTo>
                    <a:cubicBezTo>
                      <a:pt x="1765" y="6224"/>
                      <a:pt x="2571" y="6559"/>
                      <a:pt x="341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74" name="Freeform: Shape 11673">
                <a:extLst>
                  <a:ext uri="{FF2B5EF4-FFF2-40B4-BE49-F238E27FC236}">
                    <a16:creationId xmlns:a16="http://schemas.microsoft.com/office/drawing/2014/main" id="{D00C751B-5BE6-5CDD-52CF-DC11057BC181}"/>
                  </a:ext>
                </a:extLst>
              </p:cNvPr>
              <p:cNvSpPr/>
              <p:nvPr/>
            </p:nvSpPr>
            <p:spPr>
              <a:xfrm>
                <a:off x="9460726" y="6187865"/>
                <a:ext cx="6343" cy="6345"/>
              </a:xfrm>
              <a:custGeom>
                <a:avLst/>
                <a:gdLst>
                  <a:gd name="connsiteX0" fmla="*/ 3412 w 6343"/>
                  <a:gd name="connsiteY0" fmla="*/ 6559 h 6345"/>
                  <a:gd name="connsiteX1" fmla="*/ 5655 w 6343"/>
                  <a:gd name="connsiteY1" fmla="*/ 5630 h 6345"/>
                  <a:gd name="connsiteX2" fmla="*/ 6584 w 6343"/>
                  <a:gd name="connsiteY2" fmla="*/ 3386 h 6345"/>
                  <a:gd name="connsiteX3" fmla="*/ 5655 w 6343"/>
                  <a:gd name="connsiteY3" fmla="*/ 1143 h 6345"/>
                  <a:gd name="connsiteX4" fmla="*/ 3412 w 6343"/>
                  <a:gd name="connsiteY4" fmla="*/ 213 h 6345"/>
                  <a:gd name="connsiteX5" fmla="*/ 1169 w 6343"/>
                  <a:gd name="connsiteY5" fmla="*/ 1143 h 6345"/>
                  <a:gd name="connsiteX6" fmla="*/ 241 w 6343"/>
                  <a:gd name="connsiteY6" fmla="*/ 3386 h 6345"/>
                  <a:gd name="connsiteX7" fmla="*/ 1169 w 6343"/>
                  <a:gd name="connsiteY7" fmla="*/ 5630 h 6345"/>
                  <a:gd name="connsiteX8" fmla="*/ 341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9"/>
                    </a:moveTo>
                    <a:cubicBezTo>
                      <a:pt x="4253" y="6559"/>
                      <a:pt x="5060" y="6225"/>
                      <a:pt x="5655" y="5630"/>
                    </a:cubicBezTo>
                    <a:cubicBezTo>
                      <a:pt x="6249" y="5035"/>
                      <a:pt x="6584" y="4228"/>
                      <a:pt x="6584" y="3386"/>
                    </a:cubicBezTo>
                    <a:cubicBezTo>
                      <a:pt x="6584" y="2545"/>
                      <a:pt x="6249" y="1738"/>
                      <a:pt x="5655" y="1143"/>
                    </a:cubicBezTo>
                    <a:cubicBezTo>
                      <a:pt x="5060" y="548"/>
                      <a:pt x="4253" y="213"/>
                      <a:pt x="3412" y="213"/>
                    </a:cubicBezTo>
                    <a:cubicBezTo>
                      <a:pt x="2571" y="213"/>
                      <a:pt x="1764" y="548"/>
                      <a:pt x="1169" y="1143"/>
                    </a:cubicBezTo>
                    <a:cubicBezTo>
                      <a:pt x="575" y="1738"/>
                      <a:pt x="241" y="2545"/>
                      <a:pt x="241" y="3386"/>
                    </a:cubicBezTo>
                    <a:cubicBezTo>
                      <a:pt x="241" y="4228"/>
                      <a:pt x="575" y="5035"/>
                      <a:pt x="1169" y="5630"/>
                    </a:cubicBezTo>
                    <a:cubicBezTo>
                      <a:pt x="1764" y="6225"/>
                      <a:pt x="2571" y="6559"/>
                      <a:pt x="341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75" name="Freeform: Shape 11674">
                <a:extLst>
                  <a:ext uri="{FF2B5EF4-FFF2-40B4-BE49-F238E27FC236}">
                    <a16:creationId xmlns:a16="http://schemas.microsoft.com/office/drawing/2014/main" id="{2D9E42E9-EF44-8060-D94D-B4A285AF90CE}"/>
                  </a:ext>
                </a:extLst>
              </p:cNvPr>
              <p:cNvSpPr/>
              <p:nvPr/>
            </p:nvSpPr>
            <p:spPr>
              <a:xfrm>
                <a:off x="9455245" y="6188074"/>
                <a:ext cx="6343" cy="6345"/>
              </a:xfrm>
              <a:custGeom>
                <a:avLst/>
                <a:gdLst>
                  <a:gd name="connsiteX0" fmla="*/ 3412 w 6343"/>
                  <a:gd name="connsiteY0" fmla="*/ 6559 h 6345"/>
                  <a:gd name="connsiteX1" fmla="*/ 5654 w 6343"/>
                  <a:gd name="connsiteY1" fmla="*/ 5630 h 6345"/>
                  <a:gd name="connsiteX2" fmla="*/ 6583 w 6343"/>
                  <a:gd name="connsiteY2" fmla="*/ 3386 h 6345"/>
                  <a:gd name="connsiteX3" fmla="*/ 5654 w 6343"/>
                  <a:gd name="connsiteY3" fmla="*/ 1143 h 6345"/>
                  <a:gd name="connsiteX4" fmla="*/ 3412 w 6343"/>
                  <a:gd name="connsiteY4" fmla="*/ 213 h 6345"/>
                  <a:gd name="connsiteX5" fmla="*/ 1169 w 6343"/>
                  <a:gd name="connsiteY5" fmla="*/ 1143 h 6345"/>
                  <a:gd name="connsiteX6" fmla="*/ 240 w 6343"/>
                  <a:gd name="connsiteY6" fmla="*/ 3386 h 6345"/>
                  <a:gd name="connsiteX7" fmla="*/ 1169 w 6343"/>
                  <a:gd name="connsiteY7" fmla="*/ 5630 h 6345"/>
                  <a:gd name="connsiteX8" fmla="*/ 341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9"/>
                    </a:moveTo>
                    <a:cubicBezTo>
                      <a:pt x="4253" y="6559"/>
                      <a:pt x="5060" y="6225"/>
                      <a:pt x="5654" y="5630"/>
                    </a:cubicBezTo>
                    <a:cubicBezTo>
                      <a:pt x="6249" y="5035"/>
                      <a:pt x="6583" y="4228"/>
                      <a:pt x="6583" y="3386"/>
                    </a:cubicBezTo>
                    <a:cubicBezTo>
                      <a:pt x="6583" y="2545"/>
                      <a:pt x="6249" y="1738"/>
                      <a:pt x="5654" y="1143"/>
                    </a:cubicBezTo>
                    <a:cubicBezTo>
                      <a:pt x="5060" y="548"/>
                      <a:pt x="4253" y="213"/>
                      <a:pt x="3412" y="213"/>
                    </a:cubicBezTo>
                    <a:cubicBezTo>
                      <a:pt x="2571" y="213"/>
                      <a:pt x="1764" y="548"/>
                      <a:pt x="1169" y="1143"/>
                    </a:cubicBezTo>
                    <a:cubicBezTo>
                      <a:pt x="574" y="1738"/>
                      <a:pt x="240" y="2545"/>
                      <a:pt x="240" y="3386"/>
                    </a:cubicBezTo>
                    <a:cubicBezTo>
                      <a:pt x="240" y="4228"/>
                      <a:pt x="574" y="5035"/>
                      <a:pt x="1169" y="5630"/>
                    </a:cubicBezTo>
                    <a:cubicBezTo>
                      <a:pt x="1764" y="6225"/>
                      <a:pt x="2571" y="6559"/>
                      <a:pt x="341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76" name="Freeform: Shape 11675">
                <a:extLst>
                  <a:ext uri="{FF2B5EF4-FFF2-40B4-BE49-F238E27FC236}">
                    <a16:creationId xmlns:a16="http://schemas.microsoft.com/office/drawing/2014/main" id="{4D38CE30-FBBC-C18D-1EE0-CA2A810C2F2C}"/>
                  </a:ext>
                </a:extLst>
              </p:cNvPr>
              <p:cNvSpPr/>
              <p:nvPr/>
            </p:nvSpPr>
            <p:spPr>
              <a:xfrm>
                <a:off x="9449756" y="6187309"/>
                <a:ext cx="6343" cy="6345"/>
              </a:xfrm>
              <a:custGeom>
                <a:avLst/>
                <a:gdLst>
                  <a:gd name="connsiteX0" fmla="*/ 3411 w 6343"/>
                  <a:gd name="connsiteY0" fmla="*/ 6559 h 6345"/>
                  <a:gd name="connsiteX1" fmla="*/ 5654 w 6343"/>
                  <a:gd name="connsiteY1" fmla="*/ 5630 h 6345"/>
                  <a:gd name="connsiteX2" fmla="*/ 6583 w 6343"/>
                  <a:gd name="connsiteY2" fmla="*/ 3386 h 6345"/>
                  <a:gd name="connsiteX3" fmla="*/ 5654 w 6343"/>
                  <a:gd name="connsiteY3" fmla="*/ 1143 h 6345"/>
                  <a:gd name="connsiteX4" fmla="*/ 3411 w 6343"/>
                  <a:gd name="connsiteY4" fmla="*/ 213 h 6345"/>
                  <a:gd name="connsiteX5" fmla="*/ 1169 w 6343"/>
                  <a:gd name="connsiteY5" fmla="*/ 1143 h 6345"/>
                  <a:gd name="connsiteX6" fmla="*/ 240 w 6343"/>
                  <a:gd name="connsiteY6" fmla="*/ 3386 h 6345"/>
                  <a:gd name="connsiteX7" fmla="*/ 1169 w 6343"/>
                  <a:gd name="connsiteY7" fmla="*/ 5630 h 6345"/>
                  <a:gd name="connsiteX8" fmla="*/ 341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59"/>
                    </a:moveTo>
                    <a:cubicBezTo>
                      <a:pt x="4252" y="6559"/>
                      <a:pt x="5059" y="6224"/>
                      <a:pt x="5654" y="5630"/>
                    </a:cubicBezTo>
                    <a:cubicBezTo>
                      <a:pt x="6249" y="5035"/>
                      <a:pt x="6583" y="4227"/>
                      <a:pt x="6583" y="3386"/>
                    </a:cubicBezTo>
                    <a:cubicBezTo>
                      <a:pt x="6583" y="2545"/>
                      <a:pt x="6249" y="1738"/>
                      <a:pt x="5654" y="1143"/>
                    </a:cubicBezTo>
                    <a:cubicBezTo>
                      <a:pt x="5059" y="548"/>
                      <a:pt x="4252" y="213"/>
                      <a:pt x="3411" y="213"/>
                    </a:cubicBezTo>
                    <a:cubicBezTo>
                      <a:pt x="2570" y="213"/>
                      <a:pt x="1763" y="548"/>
                      <a:pt x="1169" y="1143"/>
                    </a:cubicBezTo>
                    <a:cubicBezTo>
                      <a:pt x="574" y="1738"/>
                      <a:pt x="240" y="2545"/>
                      <a:pt x="240" y="3386"/>
                    </a:cubicBezTo>
                    <a:cubicBezTo>
                      <a:pt x="240" y="4227"/>
                      <a:pt x="574" y="5035"/>
                      <a:pt x="1169" y="5630"/>
                    </a:cubicBezTo>
                    <a:cubicBezTo>
                      <a:pt x="1763" y="6224"/>
                      <a:pt x="2570" y="6559"/>
                      <a:pt x="341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77" name="Freeform: Shape 11676">
                <a:extLst>
                  <a:ext uri="{FF2B5EF4-FFF2-40B4-BE49-F238E27FC236}">
                    <a16:creationId xmlns:a16="http://schemas.microsoft.com/office/drawing/2014/main" id="{0AFC114F-A7E2-638A-50A3-619EFB0D07CA}"/>
                  </a:ext>
                </a:extLst>
              </p:cNvPr>
              <p:cNvSpPr/>
              <p:nvPr/>
            </p:nvSpPr>
            <p:spPr>
              <a:xfrm>
                <a:off x="9444276" y="6187764"/>
                <a:ext cx="6343" cy="6345"/>
              </a:xfrm>
              <a:custGeom>
                <a:avLst/>
                <a:gdLst>
                  <a:gd name="connsiteX0" fmla="*/ 3411 w 6343"/>
                  <a:gd name="connsiteY0" fmla="*/ 6559 h 6345"/>
                  <a:gd name="connsiteX1" fmla="*/ 5653 w 6343"/>
                  <a:gd name="connsiteY1" fmla="*/ 5630 h 6345"/>
                  <a:gd name="connsiteX2" fmla="*/ 6582 w 6343"/>
                  <a:gd name="connsiteY2" fmla="*/ 3386 h 6345"/>
                  <a:gd name="connsiteX3" fmla="*/ 5653 w 6343"/>
                  <a:gd name="connsiteY3" fmla="*/ 1143 h 6345"/>
                  <a:gd name="connsiteX4" fmla="*/ 3411 w 6343"/>
                  <a:gd name="connsiteY4" fmla="*/ 213 h 6345"/>
                  <a:gd name="connsiteX5" fmla="*/ 1168 w 6343"/>
                  <a:gd name="connsiteY5" fmla="*/ 1143 h 6345"/>
                  <a:gd name="connsiteX6" fmla="*/ 239 w 6343"/>
                  <a:gd name="connsiteY6" fmla="*/ 3386 h 6345"/>
                  <a:gd name="connsiteX7" fmla="*/ 1168 w 6343"/>
                  <a:gd name="connsiteY7" fmla="*/ 5630 h 6345"/>
                  <a:gd name="connsiteX8" fmla="*/ 341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59"/>
                    </a:moveTo>
                    <a:cubicBezTo>
                      <a:pt x="4252" y="6559"/>
                      <a:pt x="5059" y="6225"/>
                      <a:pt x="5653" y="5630"/>
                    </a:cubicBezTo>
                    <a:cubicBezTo>
                      <a:pt x="6248" y="5035"/>
                      <a:pt x="6582" y="4228"/>
                      <a:pt x="6582" y="3386"/>
                    </a:cubicBezTo>
                    <a:cubicBezTo>
                      <a:pt x="6582" y="2545"/>
                      <a:pt x="6248" y="1738"/>
                      <a:pt x="5653" y="1143"/>
                    </a:cubicBezTo>
                    <a:cubicBezTo>
                      <a:pt x="5059" y="548"/>
                      <a:pt x="4252" y="213"/>
                      <a:pt x="3411" y="213"/>
                    </a:cubicBezTo>
                    <a:cubicBezTo>
                      <a:pt x="2570" y="213"/>
                      <a:pt x="1763" y="548"/>
                      <a:pt x="1168" y="1143"/>
                    </a:cubicBezTo>
                    <a:cubicBezTo>
                      <a:pt x="573" y="1738"/>
                      <a:pt x="239" y="2545"/>
                      <a:pt x="239" y="3386"/>
                    </a:cubicBezTo>
                    <a:cubicBezTo>
                      <a:pt x="239" y="4228"/>
                      <a:pt x="573" y="5035"/>
                      <a:pt x="1168" y="5630"/>
                    </a:cubicBezTo>
                    <a:cubicBezTo>
                      <a:pt x="1763" y="6225"/>
                      <a:pt x="2570" y="6559"/>
                      <a:pt x="341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78" name="Freeform: Shape 11677">
                <a:extLst>
                  <a:ext uri="{FF2B5EF4-FFF2-40B4-BE49-F238E27FC236}">
                    <a16:creationId xmlns:a16="http://schemas.microsoft.com/office/drawing/2014/main" id="{6A56ADF3-DD28-02B5-B07F-3B0F6B25AD17}"/>
                  </a:ext>
                </a:extLst>
              </p:cNvPr>
              <p:cNvSpPr/>
              <p:nvPr/>
            </p:nvSpPr>
            <p:spPr>
              <a:xfrm>
                <a:off x="9438794" y="6187746"/>
                <a:ext cx="6343" cy="6345"/>
              </a:xfrm>
              <a:custGeom>
                <a:avLst/>
                <a:gdLst>
                  <a:gd name="connsiteX0" fmla="*/ 3410 w 6343"/>
                  <a:gd name="connsiteY0" fmla="*/ 6559 h 6345"/>
                  <a:gd name="connsiteX1" fmla="*/ 5653 w 6343"/>
                  <a:gd name="connsiteY1" fmla="*/ 5630 h 6345"/>
                  <a:gd name="connsiteX2" fmla="*/ 6582 w 6343"/>
                  <a:gd name="connsiteY2" fmla="*/ 3386 h 6345"/>
                  <a:gd name="connsiteX3" fmla="*/ 5653 w 6343"/>
                  <a:gd name="connsiteY3" fmla="*/ 1143 h 6345"/>
                  <a:gd name="connsiteX4" fmla="*/ 3410 w 6343"/>
                  <a:gd name="connsiteY4" fmla="*/ 213 h 6345"/>
                  <a:gd name="connsiteX5" fmla="*/ 1168 w 6343"/>
                  <a:gd name="connsiteY5" fmla="*/ 1143 h 6345"/>
                  <a:gd name="connsiteX6" fmla="*/ 239 w 6343"/>
                  <a:gd name="connsiteY6" fmla="*/ 3386 h 6345"/>
                  <a:gd name="connsiteX7" fmla="*/ 1168 w 6343"/>
                  <a:gd name="connsiteY7" fmla="*/ 5630 h 6345"/>
                  <a:gd name="connsiteX8" fmla="*/ 341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59"/>
                    </a:moveTo>
                    <a:cubicBezTo>
                      <a:pt x="4251" y="6559"/>
                      <a:pt x="5058" y="6225"/>
                      <a:pt x="5653" y="5630"/>
                    </a:cubicBezTo>
                    <a:cubicBezTo>
                      <a:pt x="6248" y="5035"/>
                      <a:pt x="6582" y="4228"/>
                      <a:pt x="6582" y="3386"/>
                    </a:cubicBezTo>
                    <a:cubicBezTo>
                      <a:pt x="6582" y="2545"/>
                      <a:pt x="6248" y="1738"/>
                      <a:pt x="5653" y="1143"/>
                    </a:cubicBezTo>
                    <a:cubicBezTo>
                      <a:pt x="5058" y="548"/>
                      <a:pt x="4251" y="213"/>
                      <a:pt x="3410" y="213"/>
                    </a:cubicBezTo>
                    <a:cubicBezTo>
                      <a:pt x="2569" y="213"/>
                      <a:pt x="1763" y="548"/>
                      <a:pt x="1168" y="1143"/>
                    </a:cubicBezTo>
                    <a:cubicBezTo>
                      <a:pt x="573" y="1738"/>
                      <a:pt x="239" y="2545"/>
                      <a:pt x="239" y="3386"/>
                    </a:cubicBezTo>
                    <a:cubicBezTo>
                      <a:pt x="239" y="4228"/>
                      <a:pt x="573" y="5035"/>
                      <a:pt x="1168" y="5630"/>
                    </a:cubicBezTo>
                    <a:cubicBezTo>
                      <a:pt x="1763" y="6225"/>
                      <a:pt x="2569" y="6559"/>
                      <a:pt x="341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79" name="Freeform: Shape 11678">
                <a:extLst>
                  <a:ext uri="{FF2B5EF4-FFF2-40B4-BE49-F238E27FC236}">
                    <a16:creationId xmlns:a16="http://schemas.microsoft.com/office/drawing/2014/main" id="{089FB344-E916-9C1B-93DD-863C1C820723}"/>
                  </a:ext>
                </a:extLst>
              </p:cNvPr>
              <p:cNvSpPr/>
              <p:nvPr/>
            </p:nvSpPr>
            <p:spPr>
              <a:xfrm>
                <a:off x="9433311" y="6187821"/>
                <a:ext cx="6343" cy="6345"/>
              </a:xfrm>
              <a:custGeom>
                <a:avLst/>
                <a:gdLst>
                  <a:gd name="connsiteX0" fmla="*/ 3410 w 6343"/>
                  <a:gd name="connsiteY0" fmla="*/ 6559 h 6345"/>
                  <a:gd name="connsiteX1" fmla="*/ 5653 w 6343"/>
                  <a:gd name="connsiteY1" fmla="*/ 5630 h 6345"/>
                  <a:gd name="connsiteX2" fmla="*/ 6582 w 6343"/>
                  <a:gd name="connsiteY2" fmla="*/ 3386 h 6345"/>
                  <a:gd name="connsiteX3" fmla="*/ 5653 w 6343"/>
                  <a:gd name="connsiteY3" fmla="*/ 1143 h 6345"/>
                  <a:gd name="connsiteX4" fmla="*/ 3410 w 6343"/>
                  <a:gd name="connsiteY4" fmla="*/ 213 h 6345"/>
                  <a:gd name="connsiteX5" fmla="*/ 1167 w 6343"/>
                  <a:gd name="connsiteY5" fmla="*/ 1143 h 6345"/>
                  <a:gd name="connsiteX6" fmla="*/ 238 w 6343"/>
                  <a:gd name="connsiteY6" fmla="*/ 3386 h 6345"/>
                  <a:gd name="connsiteX7" fmla="*/ 1167 w 6343"/>
                  <a:gd name="connsiteY7" fmla="*/ 5630 h 6345"/>
                  <a:gd name="connsiteX8" fmla="*/ 341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59"/>
                    </a:moveTo>
                    <a:cubicBezTo>
                      <a:pt x="4251" y="6559"/>
                      <a:pt x="5058" y="6225"/>
                      <a:pt x="5653" y="5630"/>
                    </a:cubicBezTo>
                    <a:cubicBezTo>
                      <a:pt x="6247" y="5035"/>
                      <a:pt x="6582" y="4228"/>
                      <a:pt x="6582" y="3386"/>
                    </a:cubicBezTo>
                    <a:cubicBezTo>
                      <a:pt x="6582" y="2545"/>
                      <a:pt x="6247" y="1738"/>
                      <a:pt x="5653" y="1143"/>
                    </a:cubicBezTo>
                    <a:cubicBezTo>
                      <a:pt x="5058" y="548"/>
                      <a:pt x="4251" y="213"/>
                      <a:pt x="3410" y="213"/>
                    </a:cubicBezTo>
                    <a:cubicBezTo>
                      <a:pt x="2569" y="213"/>
                      <a:pt x="1762" y="548"/>
                      <a:pt x="1167" y="1143"/>
                    </a:cubicBezTo>
                    <a:cubicBezTo>
                      <a:pt x="573" y="1738"/>
                      <a:pt x="238" y="2545"/>
                      <a:pt x="238" y="3386"/>
                    </a:cubicBezTo>
                    <a:cubicBezTo>
                      <a:pt x="238" y="4228"/>
                      <a:pt x="573" y="5035"/>
                      <a:pt x="1167" y="5630"/>
                    </a:cubicBezTo>
                    <a:cubicBezTo>
                      <a:pt x="1762" y="6225"/>
                      <a:pt x="2569" y="6559"/>
                      <a:pt x="341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80" name="Freeform: Shape 11679">
                <a:extLst>
                  <a:ext uri="{FF2B5EF4-FFF2-40B4-BE49-F238E27FC236}">
                    <a16:creationId xmlns:a16="http://schemas.microsoft.com/office/drawing/2014/main" id="{5D5E1062-86F5-024D-A006-A0449B9D2667}"/>
                  </a:ext>
                </a:extLst>
              </p:cNvPr>
              <p:cNvSpPr/>
              <p:nvPr/>
            </p:nvSpPr>
            <p:spPr>
              <a:xfrm>
                <a:off x="9427778" y="6190492"/>
                <a:ext cx="6343" cy="6345"/>
              </a:xfrm>
              <a:custGeom>
                <a:avLst/>
                <a:gdLst>
                  <a:gd name="connsiteX0" fmla="*/ 3410 w 6343"/>
                  <a:gd name="connsiteY0" fmla="*/ 6559 h 6345"/>
                  <a:gd name="connsiteX1" fmla="*/ 5652 w 6343"/>
                  <a:gd name="connsiteY1" fmla="*/ 5630 h 6345"/>
                  <a:gd name="connsiteX2" fmla="*/ 6581 w 6343"/>
                  <a:gd name="connsiteY2" fmla="*/ 3386 h 6345"/>
                  <a:gd name="connsiteX3" fmla="*/ 5652 w 6343"/>
                  <a:gd name="connsiteY3" fmla="*/ 1143 h 6345"/>
                  <a:gd name="connsiteX4" fmla="*/ 3410 w 6343"/>
                  <a:gd name="connsiteY4" fmla="*/ 214 h 6345"/>
                  <a:gd name="connsiteX5" fmla="*/ 1167 w 6343"/>
                  <a:gd name="connsiteY5" fmla="*/ 1143 h 6345"/>
                  <a:gd name="connsiteX6" fmla="*/ 238 w 6343"/>
                  <a:gd name="connsiteY6" fmla="*/ 3386 h 6345"/>
                  <a:gd name="connsiteX7" fmla="*/ 1167 w 6343"/>
                  <a:gd name="connsiteY7" fmla="*/ 5630 h 6345"/>
                  <a:gd name="connsiteX8" fmla="*/ 341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59"/>
                    </a:moveTo>
                    <a:cubicBezTo>
                      <a:pt x="4251" y="6559"/>
                      <a:pt x="5057" y="6225"/>
                      <a:pt x="5652" y="5630"/>
                    </a:cubicBezTo>
                    <a:cubicBezTo>
                      <a:pt x="6247" y="5035"/>
                      <a:pt x="6581" y="4228"/>
                      <a:pt x="6581" y="3386"/>
                    </a:cubicBezTo>
                    <a:cubicBezTo>
                      <a:pt x="6581" y="2545"/>
                      <a:pt x="6247" y="1738"/>
                      <a:pt x="5652" y="1143"/>
                    </a:cubicBezTo>
                    <a:cubicBezTo>
                      <a:pt x="5057" y="548"/>
                      <a:pt x="4251" y="214"/>
                      <a:pt x="3410" y="214"/>
                    </a:cubicBezTo>
                    <a:cubicBezTo>
                      <a:pt x="2568" y="214"/>
                      <a:pt x="1762" y="548"/>
                      <a:pt x="1167" y="1143"/>
                    </a:cubicBezTo>
                    <a:cubicBezTo>
                      <a:pt x="572" y="1738"/>
                      <a:pt x="238" y="2545"/>
                      <a:pt x="238" y="3386"/>
                    </a:cubicBezTo>
                    <a:cubicBezTo>
                      <a:pt x="238" y="4228"/>
                      <a:pt x="572" y="5035"/>
                      <a:pt x="1167" y="5630"/>
                    </a:cubicBezTo>
                    <a:cubicBezTo>
                      <a:pt x="1762" y="6225"/>
                      <a:pt x="2568" y="6559"/>
                      <a:pt x="341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81" name="Freeform: Shape 11680">
                <a:extLst>
                  <a:ext uri="{FF2B5EF4-FFF2-40B4-BE49-F238E27FC236}">
                    <a16:creationId xmlns:a16="http://schemas.microsoft.com/office/drawing/2014/main" id="{D519CC58-6356-3E0E-A04B-60D3A0FCB221}"/>
                  </a:ext>
                </a:extLst>
              </p:cNvPr>
              <p:cNvSpPr/>
              <p:nvPr/>
            </p:nvSpPr>
            <p:spPr>
              <a:xfrm>
                <a:off x="9422341" y="6187868"/>
                <a:ext cx="6343" cy="6345"/>
              </a:xfrm>
              <a:custGeom>
                <a:avLst/>
                <a:gdLst>
                  <a:gd name="connsiteX0" fmla="*/ 3409 w 6343"/>
                  <a:gd name="connsiteY0" fmla="*/ 6559 h 6345"/>
                  <a:gd name="connsiteX1" fmla="*/ 5652 w 6343"/>
                  <a:gd name="connsiteY1" fmla="*/ 5630 h 6345"/>
                  <a:gd name="connsiteX2" fmla="*/ 6581 w 6343"/>
                  <a:gd name="connsiteY2" fmla="*/ 3386 h 6345"/>
                  <a:gd name="connsiteX3" fmla="*/ 5652 w 6343"/>
                  <a:gd name="connsiteY3" fmla="*/ 1143 h 6345"/>
                  <a:gd name="connsiteX4" fmla="*/ 3409 w 6343"/>
                  <a:gd name="connsiteY4" fmla="*/ 213 h 6345"/>
                  <a:gd name="connsiteX5" fmla="*/ 1166 w 6343"/>
                  <a:gd name="connsiteY5" fmla="*/ 1143 h 6345"/>
                  <a:gd name="connsiteX6" fmla="*/ 238 w 6343"/>
                  <a:gd name="connsiteY6" fmla="*/ 3386 h 6345"/>
                  <a:gd name="connsiteX7" fmla="*/ 1166 w 6343"/>
                  <a:gd name="connsiteY7" fmla="*/ 5630 h 6345"/>
                  <a:gd name="connsiteX8" fmla="*/ 340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59"/>
                    </a:moveTo>
                    <a:cubicBezTo>
                      <a:pt x="4250" y="6559"/>
                      <a:pt x="5057" y="6225"/>
                      <a:pt x="5652" y="5630"/>
                    </a:cubicBezTo>
                    <a:cubicBezTo>
                      <a:pt x="6246" y="5035"/>
                      <a:pt x="6581" y="4228"/>
                      <a:pt x="6581" y="3386"/>
                    </a:cubicBezTo>
                    <a:cubicBezTo>
                      <a:pt x="6581" y="2545"/>
                      <a:pt x="6246" y="1738"/>
                      <a:pt x="5652" y="1143"/>
                    </a:cubicBezTo>
                    <a:cubicBezTo>
                      <a:pt x="5057" y="548"/>
                      <a:pt x="4250" y="213"/>
                      <a:pt x="3409" y="213"/>
                    </a:cubicBezTo>
                    <a:cubicBezTo>
                      <a:pt x="2568" y="213"/>
                      <a:pt x="1761" y="548"/>
                      <a:pt x="1166" y="1143"/>
                    </a:cubicBezTo>
                    <a:cubicBezTo>
                      <a:pt x="572" y="1738"/>
                      <a:pt x="238" y="2545"/>
                      <a:pt x="238" y="3386"/>
                    </a:cubicBezTo>
                    <a:cubicBezTo>
                      <a:pt x="238" y="4228"/>
                      <a:pt x="572" y="5035"/>
                      <a:pt x="1166" y="5630"/>
                    </a:cubicBezTo>
                    <a:cubicBezTo>
                      <a:pt x="1761" y="6225"/>
                      <a:pt x="2568" y="6559"/>
                      <a:pt x="340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82" name="Freeform: Shape 11681">
                <a:extLst>
                  <a:ext uri="{FF2B5EF4-FFF2-40B4-BE49-F238E27FC236}">
                    <a16:creationId xmlns:a16="http://schemas.microsoft.com/office/drawing/2014/main" id="{2421AF32-DE7D-7282-DEC8-689EA4979E5D}"/>
                  </a:ext>
                </a:extLst>
              </p:cNvPr>
              <p:cNvSpPr/>
              <p:nvPr/>
            </p:nvSpPr>
            <p:spPr>
              <a:xfrm>
                <a:off x="9416880" y="6187027"/>
                <a:ext cx="6343" cy="6345"/>
              </a:xfrm>
              <a:custGeom>
                <a:avLst/>
                <a:gdLst>
                  <a:gd name="connsiteX0" fmla="*/ 3409 w 6343"/>
                  <a:gd name="connsiteY0" fmla="*/ 6559 h 6345"/>
                  <a:gd name="connsiteX1" fmla="*/ 5651 w 6343"/>
                  <a:gd name="connsiteY1" fmla="*/ 5630 h 6345"/>
                  <a:gd name="connsiteX2" fmla="*/ 6580 w 6343"/>
                  <a:gd name="connsiteY2" fmla="*/ 3386 h 6345"/>
                  <a:gd name="connsiteX3" fmla="*/ 5651 w 6343"/>
                  <a:gd name="connsiteY3" fmla="*/ 1143 h 6345"/>
                  <a:gd name="connsiteX4" fmla="*/ 3409 w 6343"/>
                  <a:gd name="connsiteY4" fmla="*/ 213 h 6345"/>
                  <a:gd name="connsiteX5" fmla="*/ 1166 w 6343"/>
                  <a:gd name="connsiteY5" fmla="*/ 1143 h 6345"/>
                  <a:gd name="connsiteX6" fmla="*/ 237 w 6343"/>
                  <a:gd name="connsiteY6" fmla="*/ 3386 h 6345"/>
                  <a:gd name="connsiteX7" fmla="*/ 1166 w 6343"/>
                  <a:gd name="connsiteY7" fmla="*/ 5630 h 6345"/>
                  <a:gd name="connsiteX8" fmla="*/ 340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59"/>
                    </a:moveTo>
                    <a:cubicBezTo>
                      <a:pt x="4250" y="6559"/>
                      <a:pt x="5057" y="6224"/>
                      <a:pt x="5651" y="5630"/>
                    </a:cubicBezTo>
                    <a:cubicBezTo>
                      <a:pt x="6246" y="5035"/>
                      <a:pt x="6580" y="4227"/>
                      <a:pt x="6580" y="3386"/>
                    </a:cubicBezTo>
                    <a:cubicBezTo>
                      <a:pt x="6580" y="2545"/>
                      <a:pt x="6246" y="1738"/>
                      <a:pt x="5651" y="1143"/>
                    </a:cubicBezTo>
                    <a:cubicBezTo>
                      <a:pt x="5057" y="548"/>
                      <a:pt x="4250" y="213"/>
                      <a:pt x="3409" y="213"/>
                    </a:cubicBezTo>
                    <a:cubicBezTo>
                      <a:pt x="2568" y="213"/>
                      <a:pt x="1761" y="548"/>
                      <a:pt x="1166" y="1143"/>
                    </a:cubicBezTo>
                    <a:cubicBezTo>
                      <a:pt x="571" y="1738"/>
                      <a:pt x="237" y="2545"/>
                      <a:pt x="237" y="3386"/>
                    </a:cubicBezTo>
                    <a:cubicBezTo>
                      <a:pt x="237" y="4227"/>
                      <a:pt x="571" y="5035"/>
                      <a:pt x="1166" y="5630"/>
                    </a:cubicBezTo>
                    <a:cubicBezTo>
                      <a:pt x="1761" y="6224"/>
                      <a:pt x="2568" y="6559"/>
                      <a:pt x="340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83" name="Freeform: Shape 11682">
                <a:extLst>
                  <a:ext uri="{FF2B5EF4-FFF2-40B4-BE49-F238E27FC236}">
                    <a16:creationId xmlns:a16="http://schemas.microsoft.com/office/drawing/2014/main" id="{036B852F-8355-ECA6-A60A-246CBBC10B20}"/>
                  </a:ext>
                </a:extLst>
              </p:cNvPr>
              <p:cNvSpPr/>
              <p:nvPr/>
            </p:nvSpPr>
            <p:spPr>
              <a:xfrm>
                <a:off x="9411357" y="6188094"/>
                <a:ext cx="6343" cy="6345"/>
              </a:xfrm>
              <a:custGeom>
                <a:avLst/>
                <a:gdLst>
                  <a:gd name="connsiteX0" fmla="*/ 3408 w 6343"/>
                  <a:gd name="connsiteY0" fmla="*/ 6559 h 6345"/>
                  <a:gd name="connsiteX1" fmla="*/ 5651 w 6343"/>
                  <a:gd name="connsiteY1" fmla="*/ 5630 h 6345"/>
                  <a:gd name="connsiteX2" fmla="*/ 6580 w 6343"/>
                  <a:gd name="connsiteY2" fmla="*/ 3386 h 6345"/>
                  <a:gd name="connsiteX3" fmla="*/ 5651 w 6343"/>
                  <a:gd name="connsiteY3" fmla="*/ 1143 h 6345"/>
                  <a:gd name="connsiteX4" fmla="*/ 3408 w 6343"/>
                  <a:gd name="connsiteY4" fmla="*/ 213 h 6345"/>
                  <a:gd name="connsiteX5" fmla="*/ 1166 w 6343"/>
                  <a:gd name="connsiteY5" fmla="*/ 1143 h 6345"/>
                  <a:gd name="connsiteX6" fmla="*/ 237 w 6343"/>
                  <a:gd name="connsiteY6" fmla="*/ 3386 h 6345"/>
                  <a:gd name="connsiteX7" fmla="*/ 1166 w 6343"/>
                  <a:gd name="connsiteY7" fmla="*/ 5630 h 6345"/>
                  <a:gd name="connsiteX8" fmla="*/ 3408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59"/>
                    </a:moveTo>
                    <a:cubicBezTo>
                      <a:pt x="4249" y="6559"/>
                      <a:pt x="5056" y="6225"/>
                      <a:pt x="5651" y="5630"/>
                    </a:cubicBezTo>
                    <a:cubicBezTo>
                      <a:pt x="6246" y="5035"/>
                      <a:pt x="6580" y="4228"/>
                      <a:pt x="6580" y="3386"/>
                    </a:cubicBezTo>
                    <a:cubicBezTo>
                      <a:pt x="6580" y="2545"/>
                      <a:pt x="6246" y="1738"/>
                      <a:pt x="5651" y="1143"/>
                    </a:cubicBezTo>
                    <a:cubicBezTo>
                      <a:pt x="5056" y="548"/>
                      <a:pt x="4249" y="213"/>
                      <a:pt x="3408" y="213"/>
                    </a:cubicBezTo>
                    <a:cubicBezTo>
                      <a:pt x="2567" y="213"/>
                      <a:pt x="1760" y="548"/>
                      <a:pt x="1166" y="1143"/>
                    </a:cubicBezTo>
                    <a:cubicBezTo>
                      <a:pt x="571" y="1738"/>
                      <a:pt x="237" y="2545"/>
                      <a:pt x="237" y="3386"/>
                    </a:cubicBezTo>
                    <a:cubicBezTo>
                      <a:pt x="237" y="4228"/>
                      <a:pt x="571" y="5035"/>
                      <a:pt x="1166" y="5630"/>
                    </a:cubicBezTo>
                    <a:cubicBezTo>
                      <a:pt x="1760" y="6225"/>
                      <a:pt x="2567" y="6559"/>
                      <a:pt x="3408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84" name="Freeform: Shape 11683">
                <a:extLst>
                  <a:ext uri="{FF2B5EF4-FFF2-40B4-BE49-F238E27FC236}">
                    <a16:creationId xmlns:a16="http://schemas.microsoft.com/office/drawing/2014/main" id="{91A58CEE-7B84-EF87-DCC2-D08BFED69789}"/>
                  </a:ext>
                </a:extLst>
              </p:cNvPr>
              <p:cNvSpPr/>
              <p:nvPr/>
            </p:nvSpPr>
            <p:spPr>
              <a:xfrm>
                <a:off x="9405881" y="6187686"/>
                <a:ext cx="6343" cy="6345"/>
              </a:xfrm>
              <a:custGeom>
                <a:avLst/>
                <a:gdLst>
                  <a:gd name="connsiteX0" fmla="*/ 3408 w 6343"/>
                  <a:gd name="connsiteY0" fmla="*/ 6559 h 6345"/>
                  <a:gd name="connsiteX1" fmla="*/ 5650 w 6343"/>
                  <a:gd name="connsiteY1" fmla="*/ 5630 h 6345"/>
                  <a:gd name="connsiteX2" fmla="*/ 6579 w 6343"/>
                  <a:gd name="connsiteY2" fmla="*/ 3386 h 6345"/>
                  <a:gd name="connsiteX3" fmla="*/ 5650 w 6343"/>
                  <a:gd name="connsiteY3" fmla="*/ 1143 h 6345"/>
                  <a:gd name="connsiteX4" fmla="*/ 3408 w 6343"/>
                  <a:gd name="connsiteY4" fmla="*/ 213 h 6345"/>
                  <a:gd name="connsiteX5" fmla="*/ 1165 w 6343"/>
                  <a:gd name="connsiteY5" fmla="*/ 1143 h 6345"/>
                  <a:gd name="connsiteX6" fmla="*/ 236 w 6343"/>
                  <a:gd name="connsiteY6" fmla="*/ 3386 h 6345"/>
                  <a:gd name="connsiteX7" fmla="*/ 1165 w 6343"/>
                  <a:gd name="connsiteY7" fmla="*/ 5630 h 6345"/>
                  <a:gd name="connsiteX8" fmla="*/ 3408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59"/>
                    </a:moveTo>
                    <a:cubicBezTo>
                      <a:pt x="4249" y="6559"/>
                      <a:pt x="5056" y="6225"/>
                      <a:pt x="5650" y="5630"/>
                    </a:cubicBezTo>
                    <a:cubicBezTo>
                      <a:pt x="6245" y="5035"/>
                      <a:pt x="6579" y="4228"/>
                      <a:pt x="6579" y="3386"/>
                    </a:cubicBezTo>
                    <a:cubicBezTo>
                      <a:pt x="6579" y="2545"/>
                      <a:pt x="6245" y="1738"/>
                      <a:pt x="5650" y="1143"/>
                    </a:cubicBezTo>
                    <a:cubicBezTo>
                      <a:pt x="5056" y="548"/>
                      <a:pt x="4249" y="213"/>
                      <a:pt x="3408" y="213"/>
                    </a:cubicBezTo>
                    <a:cubicBezTo>
                      <a:pt x="2567" y="213"/>
                      <a:pt x="1760" y="548"/>
                      <a:pt x="1165" y="1143"/>
                    </a:cubicBezTo>
                    <a:cubicBezTo>
                      <a:pt x="570" y="1738"/>
                      <a:pt x="236" y="2545"/>
                      <a:pt x="236" y="3386"/>
                    </a:cubicBezTo>
                    <a:cubicBezTo>
                      <a:pt x="236" y="4228"/>
                      <a:pt x="570" y="5035"/>
                      <a:pt x="1165" y="5630"/>
                    </a:cubicBezTo>
                    <a:cubicBezTo>
                      <a:pt x="1760" y="6225"/>
                      <a:pt x="2567" y="6559"/>
                      <a:pt x="3408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85" name="Freeform: Shape 11684">
                <a:extLst>
                  <a:ext uri="{FF2B5EF4-FFF2-40B4-BE49-F238E27FC236}">
                    <a16:creationId xmlns:a16="http://schemas.microsoft.com/office/drawing/2014/main" id="{182FFB4F-69F5-D961-697C-34FD3E38D688}"/>
                  </a:ext>
                </a:extLst>
              </p:cNvPr>
              <p:cNvSpPr/>
              <p:nvPr/>
            </p:nvSpPr>
            <p:spPr>
              <a:xfrm>
                <a:off x="9400447" y="6186494"/>
                <a:ext cx="6343" cy="6345"/>
              </a:xfrm>
              <a:custGeom>
                <a:avLst/>
                <a:gdLst>
                  <a:gd name="connsiteX0" fmla="*/ 3407 w 6343"/>
                  <a:gd name="connsiteY0" fmla="*/ 6559 h 6345"/>
                  <a:gd name="connsiteX1" fmla="*/ 5650 w 6343"/>
                  <a:gd name="connsiteY1" fmla="*/ 5629 h 6345"/>
                  <a:gd name="connsiteX2" fmla="*/ 6579 w 6343"/>
                  <a:gd name="connsiteY2" fmla="*/ 3386 h 6345"/>
                  <a:gd name="connsiteX3" fmla="*/ 5650 w 6343"/>
                  <a:gd name="connsiteY3" fmla="*/ 1143 h 6345"/>
                  <a:gd name="connsiteX4" fmla="*/ 3407 w 6343"/>
                  <a:gd name="connsiteY4" fmla="*/ 213 h 6345"/>
                  <a:gd name="connsiteX5" fmla="*/ 1165 w 6343"/>
                  <a:gd name="connsiteY5" fmla="*/ 1143 h 6345"/>
                  <a:gd name="connsiteX6" fmla="*/ 236 w 6343"/>
                  <a:gd name="connsiteY6" fmla="*/ 3386 h 6345"/>
                  <a:gd name="connsiteX7" fmla="*/ 1165 w 6343"/>
                  <a:gd name="connsiteY7" fmla="*/ 5629 h 6345"/>
                  <a:gd name="connsiteX8" fmla="*/ 340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59"/>
                    </a:moveTo>
                    <a:cubicBezTo>
                      <a:pt x="4248" y="6559"/>
                      <a:pt x="5055" y="6224"/>
                      <a:pt x="5650" y="5629"/>
                    </a:cubicBezTo>
                    <a:cubicBezTo>
                      <a:pt x="6245" y="5034"/>
                      <a:pt x="6579" y="4227"/>
                      <a:pt x="6579" y="3386"/>
                    </a:cubicBezTo>
                    <a:cubicBezTo>
                      <a:pt x="6579" y="2545"/>
                      <a:pt x="6245" y="1738"/>
                      <a:pt x="5650" y="1143"/>
                    </a:cubicBezTo>
                    <a:cubicBezTo>
                      <a:pt x="5055" y="548"/>
                      <a:pt x="4248" y="213"/>
                      <a:pt x="3407" y="213"/>
                    </a:cubicBezTo>
                    <a:cubicBezTo>
                      <a:pt x="2566" y="213"/>
                      <a:pt x="1759" y="548"/>
                      <a:pt x="1165" y="1143"/>
                    </a:cubicBezTo>
                    <a:cubicBezTo>
                      <a:pt x="570" y="1738"/>
                      <a:pt x="236" y="2545"/>
                      <a:pt x="236" y="3386"/>
                    </a:cubicBezTo>
                    <a:cubicBezTo>
                      <a:pt x="236" y="4227"/>
                      <a:pt x="570" y="5034"/>
                      <a:pt x="1165" y="5629"/>
                    </a:cubicBezTo>
                    <a:cubicBezTo>
                      <a:pt x="1759" y="6224"/>
                      <a:pt x="2566" y="6559"/>
                      <a:pt x="340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86" name="Freeform: Shape 11685">
                <a:extLst>
                  <a:ext uri="{FF2B5EF4-FFF2-40B4-BE49-F238E27FC236}">
                    <a16:creationId xmlns:a16="http://schemas.microsoft.com/office/drawing/2014/main" id="{79D423A8-EF5E-8E68-FD7F-4DA1F8E6EBC1}"/>
                  </a:ext>
                </a:extLst>
              </p:cNvPr>
              <p:cNvSpPr/>
              <p:nvPr/>
            </p:nvSpPr>
            <p:spPr>
              <a:xfrm>
                <a:off x="9394946" y="6186708"/>
                <a:ext cx="6343" cy="6345"/>
              </a:xfrm>
              <a:custGeom>
                <a:avLst/>
                <a:gdLst>
                  <a:gd name="connsiteX0" fmla="*/ 3407 w 6343"/>
                  <a:gd name="connsiteY0" fmla="*/ 6559 h 6345"/>
                  <a:gd name="connsiteX1" fmla="*/ 5650 w 6343"/>
                  <a:gd name="connsiteY1" fmla="*/ 5629 h 6345"/>
                  <a:gd name="connsiteX2" fmla="*/ 6578 w 6343"/>
                  <a:gd name="connsiteY2" fmla="*/ 3386 h 6345"/>
                  <a:gd name="connsiteX3" fmla="*/ 5650 w 6343"/>
                  <a:gd name="connsiteY3" fmla="*/ 1143 h 6345"/>
                  <a:gd name="connsiteX4" fmla="*/ 3407 w 6343"/>
                  <a:gd name="connsiteY4" fmla="*/ 213 h 6345"/>
                  <a:gd name="connsiteX5" fmla="*/ 1164 w 6343"/>
                  <a:gd name="connsiteY5" fmla="*/ 1143 h 6345"/>
                  <a:gd name="connsiteX6" fmla="*/ 235 w 6343"/>
                  <a:gd name="connsiteY6" fmla="*/ 3386 h 6345"/>
                  <a:gd name="connsiteX7" fmla="*/ 1164 w 6343"/>
                  <a:gd name="connsiteY7" fmla="*/ 5629 h 6345"/>
                  <a:gd name="connsiteX8" fmla="*/ 340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59"/>
                    </a:moveTo>
                    <a:cubicBezTo>
                      <a:pt x="4248" y="6559"/>
                      <a:pt x="5055" y="6224"/>
                      <a:pt x="5650" y="5629"/>
                    </a:cubicBezTo>
                    <a:cubicBezTo>
                      <a:pt x="6244" y="5035"/>
                      <a:pt x="6578" y="4227"/>
                      <a:pt x="6578" y="3386"/>
                    </a:cubicBezTo>
                    <a:cubicBezTo>
                      <a:pt x="6578" y="2545"/>
                      <a:pt x="6244" y="1738"/>
                      <a:pt x="5650" y="1143"/>
                    </a:cubicBezTo>
                    <a:cubicBezTo>
                      <a:pt x="5055" y="548"/>
                      <a:pt x="4248" y="213"/>
                      <a:pt x="3407" y="213"/>
                    </a:cubicBezTo>
                    <a:cubicBezTo>
                      <a:pt x="2566" y="213"/>
                      <a:pt x="1759" y="548"/>
                      <a:pt x="1164" y="1143"/>
                    </a:cubicBezTo>
                    <a:cubicBezTo>
                      <a:pt x="570" y="1738"/>
                      <a:pt x="235" y="2545"/>
                      <a:pt x="235" y="3386"/>
                    </a:cubicBezTo>
                    <a:cubicBezTo>
                      <a:pt x="235" y="4227"/>
                      <a:pt x="570" y="5035"/>
                      <a:pt x="1164" y="5629"/>
                    </a:cubicBezTo>
                    <a:cubicBezTo>
                      <a:pt x="1759" y="6224"/>
                      <a:pt x="2566" y="6559"/>
                      <a:pt x="340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87" name="Freeform: Shape 11686">
                <a:extLst>
                  <a:ext uri="{FF2B5EF4-FFF2-40B4-BE49-F238E27FC236}">
                    <a16:creationId xmlns:a16="http://schemas.microsoft.com/office/drawing/2014/main" id="{38FE4C24-6AC1-8A7F-892B-FD74473AD1A9}"/>
                  </a:ext>
                </a:extLst>
              </p:cNvPr>
              <p:cNvSpPr/>
              <p:nvPr/>
            </p:nvSpPr>
            <p:spPr>
              <a:xfrm>
                <a:off x="9389432" y="6187013"/>
                <a:ext cx="6343" cy="6345"/>
              </a:xfrm>
              <a:custGeom>
                <a:avLst/>
                <a:gdLst>
                  <a:gd name="connsiteX0" fmla="*/ 3406 w 6343"/>
                  <a:gd name="connsiteY0" fmla="*/ 6559 h 6345"/>
                  <a:gd name="connsiteX1" fmla="*/ 5649 w 6343"/>
                  <a:gd name="connsiteY1" fmla="*/ 5629 h 6345"/>
                  <a:gd name="connsiteX2" fmla="*/ 6578 w 6343"/>
                  <a:gd name="connsiteY2" fmla="*/ 3386 h 6345"/>
                  <a:gd name="connsiteX3" fmla="*/ 5649 w 6343"/>
                  <a:gd name="connsiteY3" fmla="*/ 1143 h 6345"/>
                  <a:gd name="connsiteX4" fmla="*/ 3406 w 6343"/>
                  <a:gd name="connsiteY4" fmla="*/ 213 h 6345"/>
                  <a:gd name="connsiteX5" fmla="*/ 1164 w 6343"/>
                  <a:gd name="connsiteY5" fmla="*/ 1143 h 6345"/>
                  <a:gd name="connsiteX6" fmla="*/ 235 w 6343"/>
                  <a:gd name="connsiteY6" fmla="*/ 3386 h 6345"/>
                  <a:gd name="connsiteX7" fmla="*/ 1164 w 6343"/>
                  <a:gd name="connsiteY7" fmla="*/ 5629 h 6345"/>
                  <a:gd name="connsiteX8" fmla="*/ 340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59"/>
                    </a:moveTo>
                    <a:cubicBezTo>
                      <a:pt x="4248" y="6559"/>
                      <a:pt x="5054" y="6224"/>
                      <a:pt x="5649" y="5629"/>
                    </a:cubicBezTo>
                    <a:cubicBezTo>
                      <a:pt x="6244" y="5035"/>
                      <a:pt x="6578" y="4227"/>
                      <a:pt x="6578" y="3386"/>
                    </a:cubicBezTo>
                    <a:cubicBezTo>
                      <a:pt x="6578" y="2545"/>
                      <a:pt x="6244" y="1738"/>
                      <a:pt x="5649" y="1143"/>
                    </a:cubicBezTo>
                    <a:cubicBezTo>
                      <a:pt x="5054" y="548"/>
                      <a:pt x="4248" y="213"/>
                      <a:pt x="3406" y="213"/>
                    </a:cubicBezTo>
                    <a:cubicBezTo>
                      <a:pt x="2565" y="213"/>
                      <a:pt x="1759" y="548"/>
                      <a:pt x="1164" y="1143"/>
                    </a:cubicBezTo>
                    <a:cubicBezTo>
                      <a:pt x="569" y="1738"/>
                      <a:pt x="235" y="2545"/>
                      <a:pt x="235" y="3386"/>
                    </a:cubicBezTo>
                    <a:cubicBezTo>
                      <a:pt x="235" y="4227"/>
                      <a:pt x="569" y="5035"/>
                      <a:pt x="1164" y="5629"/>
                    </a:cubicBezTo>
                    <a:cubicBezTo>
                      <a:pt x="1759" y="6224"/>
                      <a:pt x="2565" y="6559"/>
                      <a:pt x="340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88" name="Freeform: Shape 11687">
                <a:extLst>
                  <a:ext uri="{FF2B5EF4-FFF2-40B4-BE49-F238E27FC236}">
                    <a16:creationId xmlns:a16="http://schemas.microsoft.com/office/drawing/2014/main" id="{E25AE474-0F2B-B351-7071-3FD57B3D56B5}"/>
                  </a:ext>
                </a:extLst>
              </p:cNvPr>
              <p:cNvSpPr/>
              <p:nvPr/>
            </p:nvSpPr>
            <p:spPr>
              <a:xfrm>
                <a:off x="9383939" y="6186910"/>
                <a:ext cx="6343" cy="6345"/>
              </a:xfrm>
              <a:custGeom>
                <a:avLst/>
                <a:gdLst>
                  <a:gd name="connsiteX0" fmla="*/ 3406 w 6343"/>
                  <a:gd name="connsiteY0" fmla="*/ 6559 h 6345"/>
                  <a:gd name="connsiteX1" fmla="*/ 5649 w 6343"/>
                  <a:gd name="connsiteY1" fmla="*/ 5629 h 6345"/>
                  <a:gd name="connsiteX2" fmla="*/ 6578 w 6343"/>
                  <a:gd name="connsiteY2" fmla="*/ 3386 h 6345"/>
                  <a:gd name="connsiteX3" fmla="*/ 5649 w 6343"/>
                  <a:gd name="connsiteY3" fmla="*/ 1143 h 6345"/>
                  <a:gd name="connsiteX4" fmla="*/ 3406 w 6343"/>
                  <a:gd name="connsiteY4" fmla="*/ 213 h 6345"/>
                  <a:gd name="connsiteX5" fmla="*/ 1163 w 6343"/>
                  <a:gd name="connsiteY5" fmla="*/ 1143 h 6345"/>
                  <a:gd name="connsiteX6" fmla="*/ 235 w 6343"/>
                  <a:gd name="connsiteY6" fmla="*/ 3386 h 6345"/>
                  <a:gd name="connsiteX7" fmla="*/ 1163 w 6343"/>
                  <a:gd name="connsiteY7" fmla="*/ 5629 h 6345"/>
                  <a:gd name="connsiteX8" fmla="*/ 340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59"/>
                    </a:moveTo>
                    <a:cubicBezTo>
                      <a:pt x="4247" y="6559"/>
                      <a:pt x="5054" y="6224"/>
                      <a:pt x="5649" y="5629"/>
                    </a:cubicBezTo>
                    <a:cubicBezTo>
                      <a:pt x="6243" y="5035"/>
                      <a:pt x="6578" y="4227"/>
                      <a:pt x="6578" y="3386"/>
                    </a:cubicBezTo>
                    <a:cubicBezTo>
                      <a:pt x="6578" y="2545"/>
                      <a:pt x="6243" y="1738"/>
                      <a:pt x="5649" y="1143"/>
                    </a:cubicBezTo>
                    <a:cubicBezTo>
                      <a:pt x="5054" y="548"/>
                      <a:pt x="4247" y="213"/>
                      <a:pt x="3406" y="213"/>
                    </a:cubicBezTo>
                    <a:cubicBezTo>
                      <a:pt x="2565" y="213"/>
                      <a:pt x="1758" y="548"/>
                      <a:pt x="1163" y="1143"/>
                    </a:cubicBezTo>
                    <a:cubicBezTo>
                      <a:pt x="569" y="1738"/>
                      <a:pt x="235" y="2545"/>
                      <a:pt x="235" y="3386"/>
                    </a:cubicBezTo>
                    <a:cubicBezTo>
                      <a:pt x="235" y="4227"/>
                      <a:pt x="569" y="5035"/>
                      <a:pt x="1163" y="5629"/>
                    </a:cubicBezTo>
                    <a:cubicBezTo>
                      <a:pt x="1758" y="6224"/>
                      <a:pt x="2565" y="6559"/>
                      <a:pt x="340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89" name="Freeform: Shape 11688">
                <a:extLst>
                  <a:ext uri="{FF2B5EF4-FFF2-40B4-BE49-F238E27FC236}">
                    <a16:creationId xmlns:a16="http://schemas.microsoft.com/office/drawing/2014/main" id="{459EDFA4-D18D-2844-D6C7-09D5334228F5}"/>
                  </a:ext>
                </a:extLst>
              </p:cNvPr>
              <p:cNvSpPr/>
              <p:nvPr/>
            </p:nvSpPr>
            <p:spPr>
              <a:xfrm>
                <a:off x="9378528" y="6185647"/>
                <a:ext cx="6343" cy="6345"/>
              </a:xfrm>
              <a:custGeom>
                <a:avLst/>
                <a:gdLst>
                  <a:gd name="connsiteX0" fmla="*/ 3406 w 6343"/>
                  <a:gd name="connsiteY0" fmla="*/ 6559 h 6345"/>
                  <a:gd name="connsiteX1" fmla="*/ 5648 w 6343"/>
                  <a:gd name="connsiteY1" fmla="*/ 5629 h 6345"/>
                  <a:gd name="connsiteX2" fmla="*/ 6577 w 6343"/>
                  <a:gd name="connsiteY2" fmla="*/ 3386 h 6345"/>
                  <a:gd name="connsiteX3" fmla="*/ 5648 w 6343"/>
                  <a:gd name="connsiteY3" fmla="*/ 1142 h 6345"/>
                  <a:gd name="connsiteX4" fmla="*/ 3406 w 6343"/>
                  <a:gd name="connsiteY4" fmla="*/ 213 h 6345"/>
                  <a:gd name="connsiteX5" fmla="*/ 1163 w 6343"/>
                  <a:gd name="connsiteY5" fmla="*/ 1142 h 6345"/>
                  <a:gd name="connsiteX6" fmla="*/ 234 w 6343"/>
                  <a:gd name="connsiteY6" fmla="*/ 3386 h 6345"/>
                  <a:gd name="connsiteX7" fmla="*/ 1163 w 6343"/>
                  <a:gd name="connsiteY7" fmla="*/ 5629 h 6345"/>
                  <a:gd name="connsiteX8" fmla="*/ 340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59"/>
                    </a:moveTo>
                    <a:cubicBezTo>
                      <a:pt x="4247" y="6559"/>
                      <a:pt x="5054" y="6224"/>
                      <a:pt x="5648" y="5629"/>
                    </a:cubicBezTo>
                    <a:cubicBezTo>
                      <a:pt x="6243" y="5034"/>
                      <a:pt x="6577" y="4227"/>
                      <a:pt x="6577" y="3386"/>
                    </a:cubicBezTo>
                    <a:cubicBezTo>
                      <a:pt x="6577" y="2545"/>
                      <a:pt x="6243" y="1737"/>
                      <a:pt x="5648" y="1142"/>
                    </a:cubicBezTo>
                    <a:cubicBezTo>
                      <a:pt x="5054" y="548"/>
                      <a:pt x="4247" y="213"/>
                      <a:pt x="3406" y="213"/>
                    </a:cubicBezTo>
                    <a:cubicBezTo>
                      <a:pt x="2565" y="213"/>
                      <a:pt x="1758" y="548"/>
                      <a:pt x="1163" y="1142"/>
                    </a:cubicBezTo>
                    <a:cubicBezTo>
                      <a:pt x="568" y="1737"/>
                      <a:pt x="234" y="2545"/>
                      <a:pt x="234" y="3386"/>
                    </a:cubicBezTo>
                    <a:cubicBezTo>
                      <a:pt x="234" y="4227"/>
                      <a:pt x="568" y="5034"/>
                      <a:pt x="1163" y="5629"/>
                    </a:cubicBezTo>
                    <a:cubicBezTo>
                      <a:pt x="1758" y="6224"/>
                      <a:pt x="2565" y="6559"/>
                      <a:pt x="340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90" name="Freeform: Shape 11689">
                <a:extLst>
                  <a:ext uri="{FF2B5EF4-FFF2-40B4-BE49-F238E27FC236}">
                    <a16:creationId xmlns:a16="http://schemas.microsoft.com/office/drawing/2014/main" id="{2E33EE0D-4521-2A66-6B4C-580AF2844A1F}"/>
                  </a:ext>
                </a:extLst>
              </p:cNvPr>
              <p:cNvSpPr/>
              <p:nvPr/>
            </p:nvSpPr>
            <p:spPr>
              <a:xfrm>
                <a:off x="9373070" y="6185101"/>
                <a:ext cx="6343" cy="6345"/>
              </a:xfrm>
              <a:custGeom>
                <a:avLst/>
                <a:gdLst>
                  <a:gd name="connsiteX0" fmla="*/ 3405 w 6343"/>
                  <a:gd name="connsiteY0" fmla="*/ 6559 h 6345"/>
                  <a:gd name="connsiteX1" fmla="*/ 5648 w 6343"/>
                  <a:gd name="connsiteY1" fmla="*/ 5629 h 6345"/>
                  <a:gd name="connsiteX2" fmla="*/ 6577 w 6343"/>
                  <a:gd name="connsiteY2" fmla="*/ 3386 h 6345"/>
                  <a:gd name="connsiteX3" fmla="*/ 5648 w 6343"/>
                  <a:gd name="connsiteY3" fmla="*/ 1142 h 6345"/>
                  <a:gd name="connsiteX4" fmla="*/ 3405 w 6343"/>
                  <a:gd name="connsiteY4" fmla="*/ 213 h 6345"/>
                  <a:gd name="connsiteX5" fmla="*/ 1163 w 6343"/>
                  <a:gd name="connsiteY5" fmla="*/ 1142 h 6345"/>
                  <a:gd name="connsiteX6" fmla="*/ 234 w 6343"/>
                  <a:gd name="connsiteY6" fmla="*/ 3386 h 6345"/>
                  <a:gd name="connsiteX7" fmla="*/ 1163 w 6343"/>
                  <a:gd name="connsiteY7" fmla="*/ 5629 h 6345"/>
                  <a:gd name="connsiteX8" fmla="*/ 340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59"/>
                    </a:moveTo>
                    <a:cubicBezTo>
                      <a:pt x="4246" y="6559"/>
                      <a:pt x="5053" y="6224"/>
                      <a:pt x="5648" y="5629"/>
                    </a:cubicBezTo>
                    <a:cubicBezTo>
                      <a:pt x="6243" y="5034"/>
                      <a:pt x="6577" y="4227"/>
                      <a:pt x="6577" y="3386"/>
                    </a:cubicBezTo>
                    <a:cubicBezTo>
                      <a:pt x="6577" y="2544"/>
                      <a:pt x="6243" y="1737"/>
                      <a:pt x="5648" y="1142"/>
                    </a:cubicBezTo>
                    <a:cubicBezTo>
                      <a:pt x="5053" y="547"/>
                      <a:pt x="4246" y="213"/>
                      <a:pt x="3405" y="213"/>
                    </a:cubicBezTo>
                    <a:cubicBezTo>
                      <a:pt x="2564" y="213"/>
                      <a:pt x="1757" y="547"/>
                      <a:pt x="1163" y="1142"/>
                    </a:cubicBezTo>
                    <a:cubicBezTo>
                      <a:pt x="568" y="1737"/>
                      <a:pt x="234" y="2544"/>
                      <a:pt x="234" y="3386"/>
                    </a:cubicBezTo>
                    <a:cubicBezTo>
                      <a:pt x="234" y="4227"/>
                      <a:pt x="568" y="5034"/>
                      <a:pt x="1163" y="5629"/>
                    </a:cubicBezTo>
                    <a:cubicBezTo>
                      <a:pt x="1757" y="6224"/>
                      <a:pt x="2564" y="6559"/>
                      <a:pt x="340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91" name="Freeform: Shape 11690">
                <a:extLst>
                  <a:ext uri="{FF2B5EF4-FFF2-40B4-BE49-F238E27FC236}">
                    <a16:creationId xmlns:a16="http://schemas.microsoft.com/office/drawing/2014/main" id="{A6ACB8F4-424A-30B3-2AD5-0A9DDF888847}"/>
                  </a:ext>
                </a:extLst>
              </p:cNvPr>
              <p:cNvSpPr/>
              <p:nvPr/>
            </p:nvSpPr>
            <p:spPr>
              <a:xfrm>
                <a:off x="9367520" y="6185645"/>
                <a:ext cx="6343" cy="6345"/>
              </a:xfrm>
              <a:custGeom>
                <a:avLst/>
                <a:gdLst>
                  <a:gd name="connsiteX0" fmla="*/ 3405 w 6343"/>
                  <a:gd name="connsiteY0" fmla="*/ 6559 h 6345"/>
                  <a:gd name="connsiteX1" fmla="*/ 5647 w 6343"/>
                  <a:gd name="connsiteY1" fmla="*/ 5629 h 6345"/>
                  <a:gd name="connsiteX2" fmla="*/ 6576 w 6343"/>
                  <a:gd name="connsiteY2" fmla="*/ 3386 h 6345"/>
                  <a:gd name="connsiteX3" fmla="*/ 5647 w 6343"/>
                  <a:gd name="connsiteY3" fmla="*/ 1142 h 6345"/>
                  <a:gd name="connsiteX4" fmla="*/ 3405 w 6343"/>
                  <a:gd name="connsiteY4" fmla="*/ 213 h 6345"/>
                  <a:gd name="connsiteX5" fmla="*/ 1162 w 6343"/>
                  <a:gd name="connsiteY5" fmla="*/ 1142 h 6345"/>
                  <a:gd name="connsiteX6" fmla="*/ 233 w 6343"/>
                  <a:gd name="connsiteY6" fmla="*/ 3386 h 6345"/>
                  <a:gd name="connsiteX7" fmla="*/ 1162 w 6343"/>
                  <a:gd name="connsiteY7" fmla="*/ 5629 h 6345"/>
                  <a:gd name="connsiteX8" fmla="*/ 340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59"/>
                    </a:moveTo>
                    <a:cubicBezTo>
                      <a:pt x="4246" y="6559"/>
                      <a:pt x="5053" y="6224"/>
                      <a:pt x="5647" y="5629"/>
                    </a:cubicBezTo>
                    <a:cubicBezTo>
                      <a:pt x="6242" y="5034"/>
                      <a:pt x="6576" y="4227"/>
                      <a:pt x="6576" y="3386"/>
                    </a:cubicBezTo>
                    <a:cubicBezTo>
                      <a:pt x="6576" y="2545"/>
                      <a:pt x="6242" y="1737"/>
                      <a:pt x="5647" y="1142"/>
                    </a:cubicBezTo>
                    <a:cubicBezTo>
                      <a:pt x="5053" y="548"/>
                      <a:pt x="4246" y="213"/>
                      <a:pt x="3405" y="213"/>
                    </a:cubicBezTo>
                    <a:cubicBezTo>
                      <a:pt x="2564" y="213"/>
                      <a:pt x="1757" y="548"/>
                      <a:pt x="1162" y="1142"/>
                    </a:cubicBezTo>
                    <a:cubicBezTo>
                      <a:pt x="567" y="1737"/>
                      <a:pt x="233" y="2545"/>
                      <a:pt x="233" y="3386"/>
                    </a:cubicBezTo>
                    <a:cubicBezTo>
                      <a:pt x="233" y="4227"/>
                      <a:pt x="567" y="5034"/>
                      <a:pt x="1162" y="5629"/>
                    </a:cubicBezTo>
                    <a:cubicBezTo>
                      <a:pt x="1757" y="6224"/>
                      <a:pt x="2564" y="6559"/>
                      <a:pt x="340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92" name="Freeform: Shape 11691">
                <a:extLst>
                  <a:ext uri="{FF2B5EF4-FFF2-40B4-BE49-F238E27FC236}">
                    <a16:creationId xmlns:a16="http://schemas.microsoft.com/office/drawing/2014/main" id="{C211B8CE-1032-3AAD-E50A-995D7B4E92FC}"/>
                  </a:ext>
                </a:extLst>
              </p:cNvPr>
              <p:cNvSpPr/>
              <p:nvPr/>
            </p:nvSpPr>
            <p:spPr>
              <a:xfrm>
                <a:off x="9361966" y="6186093"/>
                <a:ext cx="6343" cy="6345"/>
              </a:xfrm>
              <a:custGeom>
                <a:avLst/>
                <a:gdLst>
                  <a:gd name="connsiteX0" fmla="*/ 3404 w 6343"/>
                  <a:gd name="connsiteY0" fmla="*/ 6559 h 6345"/>
                  <a:gd name="connsiteX1" fmla="*/ 5647 w 6343"/>
                  <a:gd name="connsiteY1" fmla="*/ 5629 h 6345"/>
                  <a:gd name="connsiteX2" fmla="*/ 6576 w 6343"/>
                  <a:gd name="connsiteY2" fmla="*/ 3386 h 6345"/>
                  <a:gd name="connsiteX3" fmla="*/ 5647 w 6343"/>
                  <a:gd name="connsiteY3" fmla="*/ 1143 h 6345"/>
                  <a:gd name="connsiteX4" fmla="*/ 3404 w 6343"/>
                  <a:gd name="connsiteY4" fmla="*/ 213 h 6345"/>
                  <a:gd name="connsiteX5" fmla="*/ 1162 w 6343"/>
                  <a:gd name="connsiteY5" fmla="*/ 1143 h 6345"/>
                  <a:gd name="connsiteX6" fmla="*/ 233 w 6343"/>
                  <a:gd name="connsiteY6" fmla="*/ 3386 h 6345"/>
                  <a:gd name="connsiteX7" fmla="*/ 1162 w 6343"/>
                  <a:gd name="connsiteY7" fmla="*/ 5629 h 6345"/>
                  <a:gd name="connsiteX8" fmla="*/ 340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59"/>
                    </a:moveTo>
                    <a:cubicBezTo>
                      <a:pt x="4245" y="6559"/>
                      <a:pt x="5052" y="6224"/>
                      <a:pt x="5647" y="5629"/>
                    </a:cubicBezTo>
                    <a:cubicBezTo>
                      <a:pt x="6242" y="5034"/>
                      <a:pt x="6576" y="4227"/>
                      <a:pt x="6576" y="3386"/>
                    </a:cubicBezTo>
                    <a:cubicBezTo>
                      <a:pt x="6576" y="2545"/>
                      <a:pt x="6242" y="1738"/>
                      <a:pt x="5647" y="1143"/>
                    </a:cubicBezTo>
                    <a:cubicBezTo>
                      <a:pt x="5052" y="548"/>
                      <a:pt x="4245" y="213"/>
                      <a:pt x="3404" y="213"/>
                    </a:cubicBezTo>
                    <a:cubicBezTo>
                      <a:pt x="2563" y="213"/>
                      <a:pt x="1756" y="548"/>
                      <a:pt x="1162" y="1143"/>
                    </a:cubicBezTo>
                    <a:cubicBezTo>
                      <a:pt x="567" y="1738"/>
                      <a:pt x="233" y="2545"/>
                      <a:pt x="233" y="3386"/>
                    </a:cubicBezTo>
                    <a:cubicBezTo>
                      <a:pt x="233" y="4227"/>
                      <a:pt x="567" y="5034"/>
                      <a:pt x="1162" y="5629"/>
                    </a:cubicBezTo>
                    <a:cubicBezTo>
                      <a:pt x="1756" y="6224"/>
                      <a:pt x="2563" y="6559"/>
                      <a:pt x="340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93" name="Freeform: Shape 11692">
                <a:extLst>
                  <a:ext uri="{FF2B5EF4-FFF2-40B4-BE49-F238E27FC236}">
                    <a16:creationId xmlns:a16="http://schemas.microsoft.com/office/drawing/2014/main" id="{4D69000B-CF0B-5112-B6E5-00C003B8904F}"/>
                  </a:ext>
                </a:extLst>
              </p:cNvPr>
              <p:cNvSpPr/>
              <p:nvPr/>
            </p:nvSpPr>
            <p:spPr>
              <a:xfrm>
                <a:off x="9356434" y="6186193"/>
                <a:ext cx="6343" cy="6345"/>
              </a:xfrm>
              <a:custGeom>
                <a:avLst/>
                <a:gdLst>
                  <a:gd name="connsiteX0" fmla="*/ 3404 w 6343"/>
                  <a:gd name="connsiteY0" fmla="*/ 6559 h 6345"/>
                  <a:gd name="connsiteX1" fmla="*/ 5647 w 6343"/>
                  <a:gd name="connsiteY1" fmla="*/ 5629 h 6345"/>
                  <a:gd name="connsiteX2" fmla="*/ 6575 w 6343"/>
                  <a:gd name="connsiteY2" fmla="*/ 3386 h 6345"/>
                  <a:gd name="connsiteX3" fmla="*/ 5647 w 6343"/>
                  <a:gd name="connsiteY3" fmla="*/ 1143 h 6345"/>
                  <a:gd name="connsiteX4" fmla="*/ 3404 w 6343"/>
                  <a:gd name="connsiteY4" fmla="*/ 213 h 6345"/>
                  <a:gd name="connsiteX5" fmla="*/ 1161 w 6343"/>
                  <a:gd name="connsiteY5" fmla="*/ 1143 h 6345"/>
                  <a:gd name="connsiteX6" fmla="*/ 232 w 6343"/>
                  <a:gd name="connsiteY6" fmla="*/ 3386 h 6345"/>
                  <a:gd name="connsiteX7" fmla="*/ 1161 w 6343"/>
                  <a:gd name="connsiteY7" fmla="*/ 5629 h 6345"/>
                  <a:gd name="connsiteX8" fmla="*/ 340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59"/>
                    </a:moveTo>
                    <a:cubicBezTo>
                      <a:pt x="4245" y="6559"/>
                      <a:pt x="5052" y="6224"/>
                      <a:pt x="5647" y="5629"/>
                    </a:cubicBezTo>
                    <a:cubicBezTo>
                      <a:pt x="6241" y="5034"/>
                      <a:pt x="6575" y="4227"/>
                      <a:pt x="6575" y="3386"/>
                    </a:cubicBezTo>
                    <a:cubicBezTo>
                      <a:pt x="6575" y="2545"/>
                      <a:pt x="6241" y="1738"/>
                      <a:pt x="5647" y="1143"/>
                    </a:cubicBezTo>
                    <a:cubicBezTo>
                      <a:pt x="5052" y="548"/>
                      <a:pt x="4245" y="213"/>
                      <a:pt x="3404" y="213"/>
                    </a:cubicBezTo>
                    <a:cubicBezTo>
                      <a:pt x="2563" y="213"/>
                      <a:pt x="1756" y="548"/>
                      <a:pt x="1161" y="1143"/>
                    </a:cubicBezTo>
                    <a:cubicBezTo>
                      <a:pt x="567" y="1738"/>
                      <a:pt x="232" y="2545"/>
                      <a:pt x="232" y="3386"/>
                    </a:cubicBezTo>
                    <a:cubicBezTo>
                      <a:pt x="232" y="4227"/>
                      <a:pt x="567" y="5034"/>
                      <a:pt x="1161" y="5629"/>
                    </a:cubicBezTo>
                    <a:cubicBezTo>
                      <a:pt x="1756" y="6224"/>
                      <a:pt x="2563" y="6559"/>
                      <a:pt x="340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94" name="Freeform: Shape 11693">
                <a:extLst>
                  <a:ext uri="{FF2B5EF4-FFF2-40B4-BE49-F238E27FC236}">
                    <a16:creationId xmlns:a16="http://schemas.microsoft.com/office/drawing/2014/main" id="{D4E5CD2A-1625-97AF-59F4-234A2E653BC3}"/>
                  </a:ext>
                </a:extLst>
              </p:cNvPr>
              <p:cNvSpPr/>
              <p:nvPr/>
            </p:nvSpPr>
            <p:spPr>
              <a:xfrm>
                <a:off x="9350669" y="6188441"/>
                <a:ext cx="6343" cy="6345"/>
              </a:xfrm>
              <a:custGeom>
                <a:avLst/>
                <a:gdLst>
                  <a:gd name="connsiteX0" fmla="*/ 3403 w 6343"/>
                  <a:gd name="connsiteY0" fmla="*/ 6559 h 6345"/>
                  <a:gd name="connsiteX1" fmla="*/ 5646 w 6343"/>
                  <a:gd name="connsiteY1" fmla="*/ 5630 h 6345"/>
                  <a:gd name="connsiteX2" fmla="*/ 6575 w 6343"/>
                  <a:gd name="connsiteY2" fmla="*/ 3386 h 6345"/>
                  <a:gd name="connsiteX3" fmla="*/ 5646 w 6343"/>
                  <a:gd name="connsiteY3" fmla="*/ 1143 h 6345"/>
                  <a:gd name="connsiteX4" fmla="*/ 3403 w 6343"/>
                  <a:gd name="connsiteY4" fmla="*/ 213 h 6345"/>
                  <a:gd name="connsiteX5" fmla="*/ 1161 w 6343"/>
                  <a:gd name="connsiteY5" fmla="*/ 1143 h 6345"/>
                  <a:gd name="connsiteX6" fmla="*/ 232 w 6343"/>
                  <a:gd name="connsiteY6" fmla="*/ 3386 h 6345"/>
                  <a:gd name="connsiteX7" fmla="*/ 1161 w 6343"/>
                  <a:gd name="connsiteY7" fmla="*/ 5630 h 6345"/>
                  <a:gd name="connsiteX8" fmla="*/ 340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59"/>
                    </a:moveTo>
                    <a:cubicBezTo>
                      <a:pt x="4245" y="6559"/>
                      <a:pt x="5051" y="6225"/>
                      <a:pt x="5646" y="5630"/>
                    </a:cubicBezTo>
                    <a:cubicBezTo>
                      <a:pt x="6241" y="5035"/>
                      <a:pt x="6575" y="4228"/>
                      <a:pt x="6575" y="3386"/>
                    </a:cubicBezTo>
                    <a:cubicBezTo>
                      <a:pt x="6575" y="2545"/>
                      <a:pt x="6241" y="1738"/>
                      <a:pt x="5646" y="1143"/>
                    </a:cubicBezTo>
                    <a:cubicBezTo>
                      <a:pt x="5051" y="548"/>
                      <a:pt x="4245" y="213"/>
                      <a:pt x="3403" y="213"/>
                    </a:cubicBezTo>
                    <a:cubicBezTo>
                      <a:pt x="2562" y="213"/>
                      <a:pt x="1756" y="548"/>
                      <a:pt x="1161" y="1143"/>
                    </a:cubicBezTo>
                    <a:cubicBezTo>
                      <a:pt x="566" y="1738"/>
                      <a:pt x="232" y="2545"/>
                      <a:pt x="232" y="3386"/>
                    </a:cubicBezTo>
                    <a:cubicBezTo>
                      <a:pt x="232" y="4228"/>
                      <a:pt x="566" y="5035"/>
                      <a:pt x="1161" y="5630"/>
                    </a:cubicBezTo>
                    <a:cubicBezTo>
                      <a:pt x="1756" y="6225"/>
                      <a:pt x="2562" y="6559"/>
                      <a:pt x="340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95" name="Freeform: Shape 11694">
                <a:extLst>
                  <a:ext uri="{FF2B5EF4-FFF2-40B4-BE49-F238E27FC236}">
                    <a16:creationId xmlns:a16="http://schemas.microsoft.com/office/drawing/2014/main" id="{80A3CA24-E669-2D09-B12D-CE17FBA50763}"/>
                  </a:ext>
                </a:extLst>
              </p:cNvPr>
              <p:cNvSpPr/>
              <p:nvPr/>
            </p:nvSpPr>
            <p:spPr>
              <a:xfrm>
                <a:off x="9345254" y="6187226"/>
                <a:ext cx="6343" cy="6345"/>
              </a:xfrm>
              <a:custGeom>
                <a:avLst/>
                <a:gdLst>
                  <a:gd name="connsiteX0" fmla="*/ 3403 w 6343"/>
                  <a:gd name="connsiteY0" fmla="*/ 6559 h 6345"/>
                  <a:gd name="connsiteX1" fmla="*/ 5646 w 6343"/>
                  <a:gd name="connsiteY1" fmla="*/ 5630 h 6345"/>
                  <a:gd name="connsiteX2" fmla="*/ 6575 w 6343"/>
                  <a:gd name="connsiteY2" fmla="*/ 3386 h 6345"/>
                  <a:gd name="connsiteX3" fmla="*/ 5646 w 6343"/>
                  <a:gd name="connsiteY3" fmla="*/ 1143 h 6345"/>
                  <a:gd name="connsiteX4" fmla="*/ 3403 w 6343"/>
                  <a:gd name="connsiteY4" fmla="*/ 213 h 6345"/>
                  <a:gd name="connsiteX5" fmla="*/ 1160 w 6343"/>
                  <a:gd name="connsiteY5" fmla="*/ 1143 h 6345"/>
                  <a:gd name="connsiteX6" fmla="*/ 231 w 6343"/>
                  <a:gd name="connsiteY6" fmla="*/ 3386 h 6345"/>
                  <a:gd name="connsiteX7" fmla="*/ 1160 w 6343"/>
                  <a:gd name="connsiteY7" fmla="*/ 5630 h 6345"/>
                  <a:gd name="connsiteX8" fmla="*/ 340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59"/>
                    </a:moveTo>
                    <a:cubicBezTo>
                      <a:pt x="4244" y="6559"/>
                      <a:pt x="5051" y="6224"/>
                      <a:pt x="5646" y="5630"/>
                    </a:cubicBezTo>
                    <a:cubicBezTo>
                      <a:pt x="6240" y="5035"/>
                      <a:pt x="6575" y="4227"/>
                      <a:pt x="6575" y="3386"/>
                    </a:cubicBezTo>
                    <a:cubicBezTo>
                      <a:pt x="6575" y="2545"/>
                      <a:pt x="6240" y="1738"/>
                      <a:pt x="5646" y="1143"/>
                    </a:cubicBezTo>
                    <a:cubicBezTo>
                      <a:pt x="5051" y="548"/>
                      <a:pt x="4244" y="213"/>
                      <a:pt x="3403" y="213"/>
                    </a:cubicBezTo>
                    <a:cubicBezTo>
                      <a:pt x="2562" y="213"/>
                      <a:pt x="1755" y="548"/>
                      <a:pt x="1160" y="1143"/>
                    </a:cubicBezTo>
                    <a:cubicBezTo>
                      <a:pt x="566" y="1738"/>
                      <a:pt x="231" y="2545"/>
                      <a:pt x="231" y="3386"/>
                    </a:cubicBezTo>
                    <a:cubicBezTo>
                      <a:pt x="231" y="4227"/>
                      <a:pt x="566" y="5035"/>
                      <a:pt x="1160" y="5630"/>
                    </a:cubicBezTo>
                    <a:cubicBezTo>
                      <a:pt x="1755" y="6224"/>
                      <a:pt x="2562" y="6559"/>
                      <a:pt x="340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96" name="Freeform: Shape 11695">
                <a:extLst>
                  <a:ext uri="{FF2B5EF4-FFF2-40B4-BE49-F238E27FC236}">
                    <a16:creationId xmlns:a16="http://schemas.microsoft.com/office/drawing/2014/main" id="{73DEB1F7-A3EA-F0F9-47D1-612CA4C43985}"/>
                  </a:ext>
                </a:extLst>
              </p:cNvPr>
              <p:cNvSpPr/>
              <p:nvPr/>
            </p:nvSpPr>
            <p:spPr>
              <a:xfrm>
                <a:off x="9339689" y="6187347"/>
                <a:ext cx="6343" cy="6345"/>
              </a:xfrm>
              <a:custGeom>
                <a:avLst/>
                <a:gdLst>
                  <a:gd name="connsiteX0" fmla="*/ 3403 w 6343"/>
                  <a:gd name="connsiteY0" fmla="*/ 6559 h 6345"/>
                  <a:gd name="connsiteX1" fmla="*/ 5645 w 6343"/>
                  <a:gd name="connsiteY1" fmla="*/ 5630 h 6345"/>
                  <a:gd name="connsiteX2" fmla="*/ 6574 w 6343"/>
                  <a:gd name="connsiteY2" fmla="*/ 3386 h 6345"/>
                  <a:gd name="connsiteX3" fmla="*/ 5645 w 6343"/>
                  <a:gd name="connsiteY3" fmla="*/ 1143 h 6345"/>
                  <a:gd name="connsiteX4" fmla="*/ 3403 w 6343"/>
                  <a:gd name="connsiteY4" fmla="*/ 213 h 6345"/>
                  <a:gd name="connsiteX5" fmla="*/ 1160 w 6343"/>
                  <a:gd name="connsiteY5" fmla="*/ 1143 h 6345"/>
                  <a:gd name="connsiteX6" fmla="*/ 231 w 6343"/>
                  <a:gd name="connsiteY6" fmla="*/ 3386 h 6345"/>
                  <a:gd name="connsiteX7" fmla="*/ 1160 w 6343"/>
                  <a:gd name="connsiteY7" fmla="*/ 5630 h 6345"/>
                  <a:gd name="connsiteX8" fmla="*/ 340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59"/>
                    </a:moveTo>
                    <a:cubicBezTo>
                      <a:pt x="4244" y="6559"/>
                      <a:pt x="5050" y="6224"/>
                      <a:pt x="5645" y="5630"/>
                    </a:cubicBezTo>
                    <a:cubicBezTo>
                      <a:pt x="6240" y="5035"/>
                      <a:pt x="6574" y="4227"/>
                      <a:pt x="6574" y="3386"/>
                    </a:cubicBezTo>
                    <a:cubicBezTo>
                      <a:pt x="6574" y="2545"/>
                      <a:pt x="6240" y="1738"/>
                      <a:pt x="5645" y="1143"/>
                    </a:cubicBezTo>
                    <a:cubicBezTo>
                      <a:pt x="5050" y="548"/>
                      <a:pt x="4244" y="213"/>
                      <a:pt x="3403" y="213"/>
                    </a:cubicBezTo>
                    <a:cubicBezTo>
                      <a:pt x="2561" y="213"/>
                      <a:pt x="1755" y="548"/>
                      <a:pt x="1160" y="1143"/>
                    </a:cubicBezTo>
                    <a:cubicBezTo>
                      <a:pt x="565" y="1738"/>
                      <a:pt x="231" y="2545"/>
                      <a:pt x="231" y="3386"/>
                    </a:cubicBezTo>
                    <a:cubicBezTo>
                      <a:pt x="231" y="4227"/>
                      <a:pt x="565" y="5035"/>
                      <a:pt x="1160" y="5630"/>
                    </a:cubicBezTo>
                    <a:cubicBezTo>
                      <a:pt x="1755" y="6224"/>
                      <a:pt x="2561" y="6559"/>
                      <a:pt x="340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97" name="Freeform: Shape 11696">
                <a:extLst>
                  <a:ext uri="{FF2B5EF4-FFF2-40B4-BE49-F238E27FC236}">
                    <a16:creationId xmlns:a16="http://schemas.microsoft.com/office/drawing/2014/main" id="{88A9F5D0-14F1-FC6E-28B9-B7428899EB4B}"/>
                  </a:ext>
                </a:extLst>
              </p:cNvPr>
              <p:cNvSpPr/>
              <p:nvPr/>
            </p:nvSpPr>
            <p:spPr>
              <a:xfrm>
                <a:off x="9334181" y="6186937"/>
                <a:ext cx="6343" cy="6345"/>
              </a:xfrm>
              <a:custGeom>
                <a:avLst/>
                <a:gdLst>
                  <a:gd name="connsiteX0" fmla="*/ 3402 w 6343"/>
                  <a:gd name="connsiteY0" fmla="*/ 6559 h 6345"/>
                  <a:gd name="connsiteX1" fmla="*/ 5645 w 6343"/>
                  <a:gd name="connsiteY1" fmla="*/ 5629 h 6345"/>
                  <a:gd name="connsiteX2" fmla="*/ 6574 w 6343"/>
                  <a:gd name="connsiteY2" fmla="*/ 3386 h 6345"/>
                  <a:gd name="connsiteX3" fmla="*/ 5645 w 6343"/>
                  <a:gd name="connsiteY3" fmla="*/ 1143 h 6345"/>
                  <a:gd name="connsiteX4" fmla="*/ 3402 w 6343"/>
                  <a:gd name="connsiteY4" fmla="*/ 213 h 6345"/>
                  <a:gd name="connsiteX5" fmla="*/ 1160 w 6343"/>
                  <a:gd name="connsiteY5" fmla="*/ 1143 h 6345"/>
                  <a:gd name="connsiteX6" fmla="*/ 231 w 6343"/>
                  <a:gd name="connsiteY6" fmla="*/ 3386 h 6345"/>
                  <a:gd name="connsiteX7" fmla="*/ 1160 w 6343"/>
                  <a:gd name="connsiteY7" fmla="*/ 5629 h 6345"/>
                  <a:gd name="connsiteX8" fmla="*/ 340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59"/>
                    </a:moveTo>
                    <a:cubicBezTo>
                      <a:pt x="4243" y="6559"/>
                      <a:pt x="5050" y="6224"/>
                      <a:pt x="5645" y="5629"/>
                    </a:cubicBezTo>
                    <a:cubicBezTo>
                      <a:pt x="6240" y="5035"/>
                      <a:pt x="6574" y="4227"/>
                      <a:pt x="6574" y="3386"/>
                    </a:cubicBezTo>
                    <a:cubicBezTo>
                      <a:pt x="6574" y="2545"/>
                      <a:pt x="6240" y="1738"/>
                      <a:pt x="5645" y="1143"/>
                    </a:cubicBezTo>
                    <a:cubicBezTo>
                      <a:pt x="5050" y="548"/>
                      <a:pt x="4243" y="213"/>
                      <a:pt x="3402" y="213"/>
                    </a:cubicBezTo>
                    <a:cubicBezTo>
                      <a:pt x="2561" y="213"/>
                      <a:pt x="1754" y="548"/>
                      <a:pt x="1160" y="1143"/>
                    </a:cubicBezTo>
                    <a:cubicBezTo>
                      <a:pt x="565" y="1738"/>
                      <a:pt x="231" y="2545"/>
                      <a:pt x="231" y="3386"/>
                    </a:cubicBezTo>
                    <a:cubicBezTo>
                      <a:pt x="231" y="4227"/>
                      <a:pt x="565" y="5035"/>
                      <a:pt x="1160" y="5629"/>
                    </a:cubicBezTo>
                    <a:cubicBezTo>
                      <a:pt x="1754" y="6224"/>
                      <a:pt x="2561" y="6559"/>
                      <a:pt x="340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98" name="Freeform: Shape 11697">
                <a:extLst>
                  <a:ext uri="{FF2B5EF4-FFF2-40B4-BE49-F238E27FC236}">
                    <a16:creationId xmlns:a16="http://schemas.microsoft.com/office/drawing/2014/main" id="{F34BFDB2-E998-8DFC-A959-C206A72428B3}"/>
                  </a:ext>
                </a:extLst>
              </p:cNvPr>
              <p:cNvSpPr/>
              <p:nvPr/>
            </p:nvSpPr>
            <p:spPr>
              <a:xfrm>
                <a:off x="9328690" y="6186368"/>
                <a:ext cx="6343" cy="6345"/>
              </a:xfrm>
              <a:custGeom>
                <a:avLst/>
                <a:gdLst>
                  <a:gd name="connsiteX0" fmla="*/ 3402 w 6343"/>
                  <a:gd name="connsiteY0" fmla="*/ 6559 h 6345"/>
                  <a:gd name="connsiteX1" fmla="*/ 5644 w 6343"/>
                  <a:gd name="connsiteY1" fmla="*/ 5629 h 6345"/>
                  <a:gd name="connsiteX2" fmla="*/ 6573 w 6343"/>
                  <a:gd name="connsiteY2" fmla="*/ 3386 h 6345"/>
                  <a:gd name="connsiteX3" fmla="*/ 5644 w 6343"/>
                  <a:gd name="connsiteY3" fmla="*/ 1143 h 6345"/>
                  <a:gd name="connsiteX4" fmla="*/ 3402 w 6343"/>
                  <a:gd name="connsiteY4" fmla="*/ 213 h 6345"/>
                  <a:gd name="connsiteX5" fmla="*/ 1159 w 6343"/>
                  <a:gd name="connsiteY5" fmla="*/ 1143 h 6345"/>
                  <a:gd name="connsiteX6" fmla="*/ 230 w 6343"/>
                  <a:gd name="connsiteY6" fmla="*/ 3386 h 6345"/>
                  <a:gd name="connsiteX7" fmla="*/ 1159 w 6343"/>
                  <a:gd name="connsiteY7" fmla="*/ 5629 h 6345"/>
                  <a:gd name="connsiteX8" fmla="*/ 340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59"/>
                    </a:moveTo>
                    <a:cubicBezTo>
                      <a:pt x="4243" y="6559"/>
                      <a:pt x="5050" y="6224"/>
                      <a:pt x="5644" y="5629"/>
                    </a:cubicBezTo>
                    <a:cubicBezTo>
                      <a:pt x="6239" y="5034"/>
                      <a:pt x="6573" y="4227"/>
                      <a:pt x="6573" y="3386"/>
                    </a:cubicBezTo>
                    <a:cubicBezTo>
                      <a:pt x="6573" y="2545"/>
                      <a:pt x="6239" y="1738"/>
                      <a:pt x="5644" y="1143"/>
                    </a:cubicBezTo>
                    <a:cubicBezTo>
                      <a:pt x="5050" y="548"/>
                      <a:pt x="4243" y="213"/>
                      <a:pt x="3402" y="213"/>
                    </a:cubicBezTo>
                    <a:cubicBezTo>
                      <a:pt x="2561" y="213"/>
                      <a:pt x="1754" y="548"/>
                      <a:pt x="1159" y="1143"/>
                    </a:cubicBezTo>
                    <a:cubicBezTo>
                      <a:pt x="564" y="1738"/>
                      <a:pt x="230" y="2545"/>
                      <a:pt x="230" y="3386"/>
                    </a:cubicBezTo>
                    <a:cubicBezTo>
                      <a:pt x="230" y="4227"/>
                      <a:pt x="564" y="5034"/>
                      <a:pt x="1159" y="5629"/>
                    </a:cubicBezTo>
                    <a:cubicBezTo>
                      <a:pt x="1754" y="6224"/>
                      <a:pt x="2561" y="6559"/>
                      <a:pt x="340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699" name="Freeform: Shape 11698">
                <a:extLst>
                  <a:ext uri="{FF2B5EF4-FFF2-40B4-BE49-F238E27FC236}">
                    <a16:creationId xmlns:a16="http://schemas.microsoft.com/office/drawing/2014/main" id="{08959D2D-4E64-3100-8C82-F815148AED03}"/>
                  </a:ext>
                </a:extLst>
              </p:cNvPr>
              <p:cNvSpPr/>
              <p:nvPr/>
            </p:nvSpPr>
            <p:spPr>
              <a:xfrm>
                <a:off x="9323177" y="6185951"/>
                <a:ext cx="6343" cy="6345"/>
              </a:xfrm>
              <a:custGeom>
                <a:avLst/>
                <a:gdLst>
                  <a:gd name="connsiteX0" fmla="*/ 3401 w 6343"/>
                  <a:gd name="connsiteY0" fmla="*/ 6559 h 6345"/>
                  <a:gd name="connsiteX1" fmla="*/ 5644 w 6343"/>
                  <a:gd name="connsiteY1" fmla="*/ 5629 h 6345"/>
                  <a:gd name="connsiteX2" fmla="*/ 6573 w 6343"/>
                  <a:gd name="connsiteY2" fmla="*/ 3386 h 6345"/>
                  <a:gd name="connsiteX3" fmla="*/ 5644 w 6343"/>
                  <a:gd name="connsiteY3" fmla="*/ 1143 h 6345"/>
                  <a:gd name="connsiteX4" fmla="*/ 3401 w 6343"/>
                  <a:gd name="connsiteY4" fmla="*/ 213 h 6345"/>
                  <a:gd name="connsiteX5" fmla="*/ 1159 w 6343"/>
                  <a:gd name="connsiteY5" fmla="*/ 1143 h 6345"/>
                  <a:gd name="connsiteX6" fmla="*/ 230 w 6343"/>
                  <a:gd name="connsiteY6" fmla="*/ 3386 h 6345"/>
                  <a:gd name="connsiteX7" fmla="*/ 1159 w 6343"/>
                  <a:gd name="connsiteY7" fmla="*/ 5629 h 6345"/>
                  <a:gd name="connsiteX8" fmla="*/ 340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9"/>
                    </a:moveTo>
                    <a:cubicBezTo>
                      <a:pt x="4242" y="6559"/>
                      <a:pt x="5049" y="6224"/>
                      <a:pt x="5644" y="5629"/>
                    </a:cubicBezTo>
                    <a:cubicBezTo>
                      <a:pt x="6239" y="5034"/>
                      <a:pt x="6573" y="4227"/>
                      <a:pt x="6573" y="3386"/>
                    </a:cubicBezTo>
                    <a:cubicBezTo>
                      <a:pt x="6573" y="2545"/>
                      <a:pt x="6239" y="1737"/>
                      <a:pt x="5644" y="1143"/>
                    </a:cubicBezTo>
                    <a:cubicBezTo>
                      <a:pt x="5049" y="548"/>
                      <a:pt x="4242" y="213"/>
                      <a:pt x="3401" y="213"/>
                    </a:cubicBezTo>
                    <a:cubicBezTo>
                      <a:pt x="2560" y="213"/>
                      <a:pt x="1753" y="548"/>
                      <a:pt x="1159" y="1143"/>
                    </a:cubicBezTo>
                    <a:cubicBezTo>
                      <a:pt x="564" y="1737"/>
                      <a:pt x="230" y="2545"/>
                      <a:pt x="230" y="3386"/>
                    </a:cubicBezTo>
                    <a:cubicBezTo>
                      <a:pt x="230" y="4227"/>
                      <a:pt x="564" y="5034"/>
                      <a:pt x="1159" y="5629"/>
                    </a:cubicBezTo>
                    <a:cubicBezTo>
                      <a:pt x="1753" y="6224"/>
                      <a:pt x="2560" y="6559"/>
                      <a:pt x="340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00" name="Freeform: Shape 11699">
                <a:extLst>
                  <a:ext uri="{FF2B5EF4-FFF2-40B4-BE49-F238E27FC236}">
                    <a16:creationId xmlns:a16="http://schemas.microsoft.com/office/drawing/2014/main" id="{9E800555-4FF1-99DE-C1F3-59D9E8C1FDE7}"/>
                  </a:ext>
                </a:extLst>
              </p:cNvPr>
              <p:cNvSpPr/>
              <p:nvPr/>
            </p:nvSpPr>
            <p:spPr>
              <a:xfrm>
                <a:off x="9312060" y="6185635"/>
                <a:ext cx="6343" cy="6345"/>
              </a:xfrm>
              <a:custGeom>
                <a:avLst/>
                <a:gdLst>
                  <a:gd name="connsiteX0" fmla="*/ 3400 w 6343"/>
                  <a:gd name="connsiteY0" fmla="*/ 6559 h 6345"/>
                  <a:gd name="connsiteX1" fmla="*/ 5643 w 6343"/>
                  <a:gd name="connsiteY1" fmla="*/ 5629 h 6345"/>
                  <a:gd name="connsiteX2" fmla="*/ 6572 w 6343"/>
                  <a:gd name="connsiteY2" fmla="*/ 3386 h 6345"/>
                  <a:gd name="connsiteX3" fmla="*/ 5643 w 6343"/>
                  <a:gd name="connsiteY3" fmla="*/ 1142 h 6345"/>
                  <a:gd name="connsiteX4" fmla="*/ 3400 w 6343"/>
                  <a:gd name="connsiteY4" fmla="*/ 213 h 6345"/>
                  <a:gd name="connsiteX5" fmla="*/ 1158 w 6343"/>
                  <a:gd name="connsiteY5" fmla="*/ 1142 h 6345"/>
                  <a:gd name="connsiteX6" fmla="*/ 229 w 6343"/>
                  <a:gd name="connsiteY6" fmla="*/ 3386 h 6345"/>
                  <a:gd name="connsiteX7" fmla="*/ 1158 w 6343"/>
                  <a:gd name="connsiteY7" fmla="*/ 5629 h 6345"/>
                  <a:gd name="connsiteX8" fmla="*/ 340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59"/>
                    </a:moveTo>
                    <a:cubicBezTo>
                      <a:pt x="4242" y="6559"/>
                      <a:pt x="5048" y="6224"/>
                      <a:pt x="5643" y="5629"/>
                    </a:cubicBezTo>
                    <a:cubicBezTo>
                      <a:pt x="6238" y="5034"/>
                      <a:pt x="6572" y="4227"/>
                      <a:pt x="6572" y="3386"/>
                    </a:cubicBezTo>
                    <a:cubicBezTo>
                      <a:pt x="6572" y="2545"/>
                      <a:pt x="6238" y="1737"/>
                      <a:pt x="5643" y="1142"/>
                    </a:cubicBezTo>
                    <a:cubicBezTo>
                      <a:pt x="5048" y="548"/>
                      <a:pt x="4242" y="213"/>
                      <a:pt x="3400" y="213"/>
                    </a:cubicBezTo>
                    <a:cubicBezTo>
                      <a:pt x="2559" y="213"/>
                      <a:pt x="1753" y="548"/>
                      <a:pt x="1158" y="1142"/>
                    </a:cubicBezTo>
                    <a:cubicBezTo>
                      <a:pt x="563" y="1737"/>
                      <a:pt x="229" y="2545"/>
                      <a:pt x="229" y="3386"/>
                    </a:cubicBezTo>
                    <a:cubicBezTo>
                      <a:pt x="229" y="4227"/>
                      <a:pt x="563" y="5034"/>
                      <a:pt x="1158" y="5629"/>
                    </a:cubicBezTo>
                    <a:cubicBezTo>
                      <a:pt x="1753" y="6224"/>
                      <a:pt x="2559" y="6559"/>
                      <a:pt x="340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01" name="Freeform: Shape 11700">
                <a:extLst>
                  <a:ext uri="{FF2B5EF4-FFF2-40B4-BE49-F238E27FC236}">
                    <a16:creationId xmlns:a16="http://schemas.microsoft.com/office/drawing/2014/main" id="{447731FB-3A98-CDC2-2AA4-D7867415DCC6}"/>
                  </a:ext>
                </a:extLst>
              </p:cNvPr>
              <p:cNvSpPr/>
              <p:nvPr/>
            </p:nvSpPr>
            <p:spPr>
              <a:xfrm>
                <a:off x="9306459" y="6185673"/>
                <a:ext cx="6343" cy="6345"/>
              </a:xfrm>
              <a:custGeom>
                <a:avLst/>
                <a:gdLst>
                  <a:gd name="connsiteX0" fmla="*/ 3400 w 6343"/>
                  <a:gd name="connsiteY0" fmla="*/ 6559 h 6345"/>
                  <a:gd name="connsiteX1" fmla="*/ 5643 w 6343"/>
                  <a:gd name="connsiteY1" fmla="*/ 5629 h 6345"/>
                  <a:gd name="connsiteX2" fmla="*/ 6572 w 6343"/>
                  <a:gd name="connsiteY2" fmla="*/ 3386 h 6345"/>
                  <a:gd name="connsiteX3" fmla="*/ 5643 w 6343"/>
                  <a:gd name="connsiteY3" fmla="*/ 1143 h 6345"/>
                  <a:gd name="connsiteX4" fmla="*/ 3400 w 6343"/>
                  <a:gd name="connsiteY4" fmla="*/ 213 h 6345"/>
                  <a:gd name="connsiteX5" fmla="*/ 1157 w 6343"/>
                  <a:gd name="connsiteY5" fmla="*/ 1143 h 6345"/>
                  <a:gd name="connsiteX6" fmla="*/ 228 w 6343"/>
                  <a:gd name="connsiteY6" fmla="*/ 3386 h 6345"/>
                  <a:gd name="connsiteX7" fmla="*/ 1157 w 6343"/>
                  <a:gd name="connsiteY7" fmla="*/ 5629 h 6345"/>
                  <a:gd name="connsiteX8" fmla="*/ 340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59"/>
                    </a:moveTo>
                    <a:cubicBezTo>
                      <a:pt x="4241" y="6559"/>
                      <a:pt x="5048" y="6224"/>
                      <a:pt x="5643" y="5629"/>
                    </a:cubicBezTo>
                    <a:cubicBezTo>
                      <a:pt x="6237" y="5034"/>
                      <a:pt x="6572" y="4227"/>
                      <a:pt x="6572" y="3386"/>
                    </a:cubicBezTo>
                    <a:cubicBezTo>
                      <a:pt x="6572" y="2545"/>
                      <a:pt x="6237" y="1737"/>
                      <a:pt x="5643" y="1143"/>
                    </a:cubicBezTo>
                    <a:cubicBezTo>
                      <a:pt x="5048" y="548"/>
                      <a:pt x="4241" y="213"/>
                      <a:pt x="3400" y="213"/>
                    </a:cubicBezTo>
                    <a:cubicBezTo>
                      <a:pt x="2559" y="213"/>
                      <a:pt x="1752" y="548"/>
                      <a:pt x="1157" y="1143"/>
                    </a:cubicBezTo>
                    <a:cubicBezTo>
                      <a:pt x="563" y="1737"/>
                      <a:pt x="228" y="2545"/>
                      <a:pt x="228" y="3386"/>
                    </a:cubicBezTo>
                    <a:cubicBezTo>
                      <a:pt x="228" y="4227"/>
                      <a:pt x="563" y="5034"/>
                      <a:pt x="1157" y="5629"/>
                    </a:cubicBezTo>
                    <a:cubicBezTo>
                      <a:pt x="1752" y="6224"/>
                      <a:pt x="2559" y="6559"/>
                      <a:pt x="340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02" name="Freeform: Shape 11701">
                <a:extLst>
                  <a:ext uri="{FF2B5EF4-FFF2-40B4-BE49-F238E27FC236}">
                    <a16:creationId xmlns:a16="http://schemas.microsoft.com/office/drawing/2014/main" id="{EDD66CF0-77F9-A8D8-B227-0B090E93C743}"/>
                  </a:ext>
                </a:extLst>
              </p:cNvPr>
              <p:cNvSpPr/>
              <p:nvPr/>
            </p:nvSpPr>
            <p:spPr>
              <a:xfrm>
                <a:off x="9300883" y="6185490"/>
                <a:ext cx="6343" cy="6345"/>
              </a:xfrm>
              <a:custGeom>
                <a:avLst/>
                <a:gdLst>
                  <a:gd name="connsiteX0" fmla="*/ 3400 w 6343"/>
                  <a:gd name="connsiteY0" fmla="*/ 6559 h 6345"/>
                  <a:gd name="connsiteX1" fmla="*/ 5642 w 6343"/>
                  <a:gd name="connsiteY1" fmla="*/ 5629 h 6345"/>
                  <a:gd name="connsiteX2" fmla="*/ 6571 w 6343"/>
                  <a:gd name="connsiteY2" fmla="*/ 3386 h 6345"/>
                  <a:gd name="connsiteX3" fmla="*/ 5642 w 6343"/>
                  <a:gd name="connsiteY3" fmla="*/ 1142 h 6345"/>
                  <a:gd name="connsiteX4" fmla="*/ 3400 w 6343"/>
                  <a:gd name="connsiteY4" fmla="*/ 213 h 6345"/>
                  <a:gd name="connsiteX5" fmla="*/ 1157 w 6343"/>
                  <a:gd name="connsiteY5" fmla="*/ 1142 h 6345"/>
                  <a:gd name="connsiteX6" fmla="*/ 228 w 6343"/>
                  <a:gd name="connsiteY6" fmla="*/ 3386 h 6345"/>
                  <a:gd name="connsiteX7" fmla="*/ 1157 w 6343"/>
                  <a:gd name="connsiteY7" fmla="*/ 5629 h 6345"/>
                  <a:gd name="connsiteX8" fmla="*/ 340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59"/>
                    </a:moveTo>
                    <a:cubicBezTo>
                      <a:pt x="4241" y="6559"/>
                      <a:pt x="5047" y="6224"/>
                      <a:pt x="5642" y="5629"/>
                    </a:cubicBezTo>
                    <a:cubicBezTo>
                      <a:pt x="6237" y="5034"/>
                      <a:pt x="6571" y="4227"/>
                      <a:pt x="6571" y="3386"/>
                    </a:cubicBezTo>
                    <a:cubicBezTo>
                      <a:pt x="6571" y="2545"/>
                      <a:pt x="6237" y="1737"/>
                      <a:pt x="5642" y="1142"/>
                    </a:cubicBezTo>
                    <a:cubicBezTo>
                      <a:pt x="5047" y="548"/>
                      <a:pt x="4241" y="213"/>
                      <a:pt x="3400" y="213"/>
                    </a:cubicBezTo>
                    <a:cubicBezTo>
                      <a:pt x="2558" y="213"/>
                      <a:pt x="1752" y="548"/>
                      <a:pt x="1157" y="1142"/>
                    </a:cubicBezTo>
                    <a:cubicBezTo>
                      <a:pt x="562" y="1737"/>
                      <a:pt x="228" y="2545"/>
                      <a:pt x="228" y="3386"/>
                    </a:cubicBezTo>
                    <a:cubicBezTo>
                      <a:pt x="228" y="4227"/>
                      <a:pt x="562" y="5034"/>
                      <a:pt x="1157" y="5629"/>
                    </a:cubicBezTo>
                    <a:cubicBezTo>
                      <a:pt x="1752" y="6224"/>
                      <a:pt x="2558" y="6559"/>
                      <a:pt x="340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03" name="Freeform: Shape 11702">
                <a:extLst>
                  <a:ext uri="{FF2B5EF4-FFF2-40B4-BE49-F238E27FC236}">
                    <a16:creationId xmlns:a16="http://schemas.microsoft.com/office/drawing/2014/main" id="{A5420534-0BDD-A2F4-79FE-51D2DCD8AF29}"/>
                  </a:ext>
                </a:extLst>
              </p:cNvPr>
              <p:cNvSpPr/>
              <p:nvPr/>
            </p:nvSpPr>
            <p:spPr>
              <a:xfrm>
                <a:off x="9295273" y="6185458"/>
                <a:ext cx="6343" cy="6345"/>
              </a:xfrm>
              <a:custGeom>
                <a:avLst/>
                <a:gdLst>
                  <a:gd name="connsiteX0" fmla="*/ 3399 w 6343"/>
                  <a:gd name="connsiteY0" fmla="*/ 6559 h 6345"/>
                  <a:gd name="connsiteX1" fmla="*/ 5642 w 6343"/>
                  <a:gd name="connsiteY1" fmla="*/ 5629 h 6345"/>
                  <a:gd name="connsiteX2" fmla="*/ 6571 w 6343"/>
                  <a:gd name="connsiteY2" fmla="*/ 3386 h 6345"/>
                  <a:gd name="connsiteX3" fmla="*/ 5642 w 6343"/>
                  <a:gd name="connsiteY3" fmla="*/ 1142 h 6345"/>
                  <a:gd name="connsiteX4" fmla="*/ 3399 w 6343"/>
                  <a:gd name="connsiteY4" fmla="*/ 213 h 6345"/>
                  <a:gd name="connsiteX5" fmla="*/ 1156 w 6343"/>
                  <a:gd name="connsiteY5" fmla="*/ 1142 h 6345"/>
                  <a:gd name="connsiteX6" fmla="*/ 228 w 6343"/>
                  <a:gd name="connsiteY6" fmla="*/ 3386 h 6345"/>
                  <a:gd name="connsiteX7" fmla="*/ 1156 w 6343"/>
                  <a:gd name="connsiteY7" fmla="*/ 5629 h 6345"/>
                  <a:gd name="connsiteX8" fmla="*/ 339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59"/>
                    </a:moveTo>
                    <a:cubicBezTo>
                      <a:pt x="4240" y="6559"/>
                      <a:pt x="5047" y="6224"/>
                      <a:pt x="5642" y="5629"/>
                    </a:cubicBezTo>
                    <a:cubicBezTo>
                      <a:pt x="6236" y="5034"/>
                      <a:pt x="6571" y="4227"/>
                      <a:pt x="6571" y="3386"/>
                    </a:cubicBezTo>
                    <a:cubicBezTo>
                      <a:pt x="6571" y="2545"/>
                      <a:pt x="6236" y="1737"/>
                      <a:pt x="5642" y="1142"/>
                    </a:cubicBezTo>
                    <a:cubicBezTo>
                      <a:pt x="5047" y="548"/>
                      <a:pt x="4240" y="213"/>
                      <a:pt x="3399" y="213"/>
                    </a:cubicBezTo>
                    <a:cubicBezTo>
                      <a:pt x="2558" y="213"/>
                      <a:pt x="1751" y="548"/>
                      <a:pt x="1156" y="1142"/>
                    </a:cubicBezTo>
                    <a:cubicBezTo>
                      <a:pt x="562" y="1737"/>
                      <a:pt x="228" y="2545"/>
                      <a:pt x="228" y="3386"/>
                    </a:cubicBezTo>
                    <a:cubicBezTo>
                      <a:pt x="228" y="4227"/>
                      <a:pt x="562" y="5034"/>
                      <a:pt x="1156" y="5629"/>
                    </a:cubicBezTo>
                    <a:cubicBezTo>
                      <a:pt x="1751" y="6224"/>
                      <a:pt x="2558" y="6559"/>
                      <a:pt x="339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04" name="Freeform: Shape 11703">
                <a:extLst>
                  <a:ext uri="{FF2B5EF4-FFF2-40B4-BE49-F238E27FC236}">
                    <a16:creationId xmlns:a16="http://schemas.microsoft.com/office/drawing/2014/main" id="{3891C41B-6289-38F5-CF6C-E03BFCD81AAE}"/>
                  </a:ext>
                </a:extLst>
              </p:cNvPr>
              <p:cNvSpPr/>
              <p:nvPr/>
            </p:nvSpPr>
            <p:spPr>
              <a:xfrm>
                <a:off x="9289529" y="6186131"/>
                <a:ext cx="6343" cy="6345"/>
              </a:xfrm>
              <a:custGeom>
                <a:avLst/>
                <a:gdLst>
                  <a:gd name="connsiteX0" fmla="*/ 3399 w 6343"/>
                  <a:gd name="connsiteY0" fmla="*/ 6559 h 6345"/>
                  <a:gd name="connsiteX1" fmla="*/ 5641 w 6343"/>
                  <a:gd name="connsiteY1" fmla="*/ 5629 h 6345"/>
                  <a:gd name="connsiteX2" fmla="*/ 6570 w 6343"/>
                  <a:gd name="connsiteY2" fmla="*/ 3386 h 6345"/>
                  <a:gd name="connsiteX3" fmla="*/ 5641 w 6343"/>
                  <a:gd name="connsiteY3" fmla="*/ 1143 h 6345"/>
                  <a:gd name="connsiteX4" fmla="*/ 3399 w 6343"/>
                  <a:gd name="connsiteY4" fmla="*/ 213 h 6345"/>
                  <a:gd name="connsiteX5" fmla="*/ 1156 w 6343"/>
                  <a:gd name="connsiteY5" fmla="*/ 1143 h 6345"/>
                  <a:gd name="connsiteX6" fmla="*/ 227 w 6343"/>
                  <a:gd name="connsiteY6" fmla="*/ 3386 h 6345"/>
                  <a:gd name="connsiteX7" fmla="*/ 1156 w 6343"/>
                  <a:gd name="connsiteY7" fmla="*/ 5629 h 6345"/>
                  <a:gd name="connsiteX8" fmla="*/ 339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59"/>
                    </a:moveTo>
                    <a:cubicBezTo>
                      <a:pt x="4240" y="6559"/>
                      <a:pt x="5046" y="6224"/>
                      <a:pt x="5641" y="5629"/>
                    </a:cubicBezTo>
                    <a:cubicBezTo>
                      <a:pt x="6236" y="5034"/>
                      <a:pt x="6570" y="4227"/>
                      <a:pt x="6570" y="3386"/>
                    </a:cubicBezTo>
                    <a:cubicBezTo>
                      <a:pt x="6570" y="2545"/>
                      <a:pt x="6236" y="1738"/>
                      <a:pt x="5641" y="1143"/>
                    </a:cubicBezTo>
                    <a:cubicBezTo>
                      <a:pt x="5046" y="548"/>
                      <a:pt x="4240" y="213"/>
                      <a:pt x="3399" y="213"/>
                    </a:cubicBezTo>
                    <a:cubicBezTo>
                      <a:pt x="2558" y="213"/>
                      <a:pt x="1751" y="548"/>
                      <a:pt x="1156" y="1143"/>
                    </a:cubicBezTo>
                    <a:cubicBezTo>
                      <a:pt x="561" y="1738"/>
                      <a:pt x="227" y="2545"/>
                      <a:pt x="227" y="3386"/>
                    </a:cubicBezTo>
                    <a:cubicBezTo>
                      <a:pt x="227" y="4227"/>
                      <a:pt x="561" y="5034"/>
                      <a:pt x="1156" y="5629"/>
                    </a:cubicBezTo>
                    <a:cubicBezTo>
                      <a:pt x="1751" y="6224"/>
                      <a:pt x="2558" y="6559"/>
                      <a:pt x="339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05" name="Freeform: Shape 11704">
                <a:extLst>
                  <a:ext uri="{FF2B5EF4-FFF2-40B4-BE49-F238E27FC236}">
                    <a16:creationId xmlns:a16="http://schemas.microsoft.com/office/drawing/2014/main" id="{B9BBB703-934B-3B12-E708-2D56A477A1AB}"/>
                  </a:ext>
                </a:extLst>
              </p:cNvPr>
              <p:cNvSpPr/>
              <p:nvPr/>
            </p:nvSpPr>
            <p:spPr>
              <a:xfrm>
                <a:off x="9283849" y="6186335"/>
                <a:ext cx="6343" cy="6345"/>
              </a:xfrm>
              <a:custGeom>
                <a:avLst/>
                <a:gdLst>
                  <a:gd name="connsiteX0" fmla="*/ 3398 w 6343"/>
                  <a:gd name="connsiteY0" fmla="*/ 6559 h 6345"/>
                  <a:gd name="connsiteX1" fmla="*/ 5641 w 6343"/>
                  <a:gd name="connsiteY1" fmla="*/ 5629 h 6345"/>
                  <a:gd name="connsiteX2" fmla="*/ 6570 w 6343"/>
                  <a:gd name="connsiteY2" fmla="*/ 3386 h 6345"/>
                  <a:gd name="connsiteX3" fmla="*/ 5641 w 6343"/>
                  <a:gd name="connsiteY3" fmla="*/ 1143 h 6345"/>
                  <a:gd name="connsiteX4" fmla="*/ 3398 w 6343"/>
                  <a:gd name="connsiteY4" fmla="*/ 213 h 6345"/>
                  <a:gd name="connsiteX5" fmla="*/ 1156 w 6343"/>
                  <a:gd name="connsiteY5" fmla="*/ 1143 h 6345"/>
                  <a:gd name="connsiteX6" fmla="*/ 227 w 6343"/>
                  <a:gd name="connsiteY6" fmla="*/ 3386 h 6345"/>
                  <a:gd name="connsiteX7" fmla="*/ 1156 w 6343"/>
                  <a:gd name="connsiteY7" fmla="*/ 5629 h 6345"/>
                  <a:gd name="connsiteX8" fmla="*/ 3398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59"/>
                    </a:moveTo>
                    <a:cubicBezTo>
                      <a:pt x="4239" y="6559"/>
                      <a:pt x="5046" y="6224"/>
                      <a:pt x="5641" y="5629"/>
                    </a:cubicBezTo>
                    <a:cubicBezTo>
                      <a:pt x="6236" y="5034"/>
                      <a:pt x="6570" y="4227"/>
                      <a:pt x="6570" y="3386"/>
                    </a:cubicBezTo>
                    <a:cubicBezTo>
                      <a:pt x="6570" y="2545"/>
                      <a:pt x="6236" y="1738"/>
                      <a:pt x="5641" y="1143"/>
                    </a:cubicBezTo>
                    <a:cubicBezTo>
                      <a:pt x="5046" y="548"/>
                      <a:pt x="4239" y="213"/>
                      <a:pt x="3398" y="213"/>
                    </a:cubicBezTo>
                    <a:cubicBezTo>
                      <a:pt x="2557" y="213"/>
                      <a:pt x="1750" y="548"/>
                      <a:pt x="1156" y="1143"/>
                    </a:cubicBezTo>
                    <a:cubicBezTo>
                      <a:pt x="561" y="1738"/>
                      <a:pt x="227" y="2545"/>
                      <a:pt x="227" y="3386"/>
                    </a:cubicBezTo>
                    <a:cubicBezTo>
                      <a:pt x="227" y="4227"/>
                      <a:pt x="561" y="5034"/>
                      <a:pt x="1156" y="5629"/>
                    </a:cubicBezTo>
                    <a:cubicBezTo>
                      <a:pt x="1750" y="6224"/>
                      <a:pt x="2557" y="6559"/>
                      <a:pt x="3398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06" name="Freeform: Shape 11705">
                <a:extLst>
                  <a:ext uri="{FF2B5EF4-FFF2-40B4-BE49-F238E27FC236}">
                    <a16:creationId xmlns:a16="http://schemas.microsoft.com/office/drawing/2014/main" id="{AD210E2C-0B0E-28A6-83E8-AF7315962C54}"/>
                  </a:ext>
                </a:extLst>
              </p:cNvPr>
              <p:cNvSpPr/>
              <p:nvPr/>
            </p:nvSpPr>
            <p:spPr>
              <a:xfrm>
                <a:off x="9278218" y="6186195"/>
                <a:ext cx="6343" cy="6345"/>
              </a:xfrm>
              <a:custGeom>
                <a:avLst/>
                <a:gdLst>
                  <a:gd name="connsiteX0" fmla="*/ 3398 w 6343"/>
                  <a:gd name="connsiteY0" fmla="*/ 6559 h 6345"/>
                  <a:gd name="connsiteX1" fmla="*/ 5640 w 6343"/>
                  <a:gd name="connsiteY1" fmla="*/ 5629 h 6345"/>
                  <a:gd name="connsiteX2" fmla="*/ 6569 w 6343"/>
                  <a:gd name="connsiteY2" fmla="*/ 3386 h 6345"/>
                  <a:gd name="connsiteX3" fmla="*/ 5640 w 6343"/>
                  <a:gd name="connsiteY3" fmla="*/ 1143 h 6345"/>
                  <a:gd name="connsiteX4" fmla="*/ 3398 w 6343"/>
                  <a:gd name="connsiteY4" fmla="*/ 213 h 6345"/>
                  <a:gd name="connsiteX5" fmla="*/ 1155 w 6343"/>
                  <a:gd name="connsiteY5" fmla="*/ 1143 h 6345"/>
                  <a:gd name="connsiteX6" fmla="*/ 226 w 6343"/>
                  <a:gd name="connsiteY6" fmla="*/ 3386 h 6345"/>
                  <a:gd name="connsiteX7" fmla="*/ 1155 w 6343"/>
                  <a:gd name="connsiteY7" fmla="*/ 5629 h 6345"/>
                  <a:gd name="connsiteX8" fmla="*/ 3398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59"/>
                    </a:moveTo>
                    <a:cubicBezTo>
                      <a:pt x="4239" y="6559"/>
                      <a:pt x="5046" y="6224"/>
                      <a:pt x="5640" y="5629"/>
                    </a:cubicBezTo>
                    <a:cubicBezTo>
                      <a:pt x="6235" y="5034"/>
                      <a:pt x="6569" y="4227"/>
                      <a:pt x="6569" y="3386"/>
                    </a:cubicBezTo>
                    <a:cubicBezTo>
                      <a:pt x="6569" y="2545"/>
                      <a:pt x="6235" y="1738"/>
                      <a:pt x="5640" y="1143"/>
                    </a:cubicBezTo>
                    <a:cubicBezTo>
                      <a:pt x="5046" y="548"/>
                      <a:pt x="4239" y="213"/>
                      <a:pt x="3398" y="213"/>
                    </a:cubicBezTo>
                    <a:cubicBezTo>
                      <a:pt x="2557" y="213"/>
                      <a:pt x="1750" y="548"/>
                      <a:pt x="1155" y="1143"/>
                    </a:cubicBezTo>
                    <a:cubicBezTo>
                      <a:pt x="560" y="1738"/>
                      <a:pt x="226" y="2545"/>
                      <a:pt x="226" y="3386"/>
                    </a:cubicBezTo>
                    <a:cubicBezTo>
                      <a:pt x="226" y="4227"/>
                      <a:pt x="560" y="5034"/>
                      <a:pt x="1155" y="5629"/>
                    </a:cubicBezTo>
                    <a:cubicBezTo>
                      <a:pt x="1750" y="6224"/>
                      <a:pt x="2557" y="6559"/>
                      <a:pt x="3398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07" name="Freeform: Shape 11706">
                <a:extLst>
                  <a:ext uri="{FF2B5EF4-FFF2-40B4-BE49-F238E27FC236}">
                    <a16:creationId xmlns:a16="http://schemas.microsoft.com/office/drawing/2014/main" id="{F640C408-935B-9867-87B7-E6B557C19D82}"/>
                  </a:ext>
                </a:extLst>
              </p:cNvPr>
              <p:cNvSpPr/>
              <p:nvPr/>
            </p:nvSpPr>
            <p:spPr>
              <a:xfrm>
                <a:off x="9272559" y="6186143"/>
                <a:ext cx="6343" cy="6345"/>
              </a:xfrm>
              <a:custGeom>
                <a:avLst/>
                <a:gdLst>
                  <a:gd name="connsiteX0" fmla="*/ 3397 w 6343"/>
                  <a:gd name="connsiteY0" fmla="*/ 6559 h 6345"/>
                  <a:gd name="connsiteX1" fmla="*/ 5640 w 6343"/>
                  <a:gd name="connsiteY1" fmla="*/ 5629 h 6345"/>
                  <a:gd name="connsiteX2" fmla="*/ 6569 w 6343"/>
                  <a:gd name="connsiteY2" fmla="*/ 3386 h 6345"/>
                  <a:gd name="connsiteX3" fmla="*/ 5640 w 6343"/>
                  <a:gd name="connsiteY3" fmla="*/ 1143 h 6345"/>
                  <a:gd name="connsiteX4" fmla="*/ 3397 w 6343"/>
                  <a:gd name="connsiteY4" fmla="*/ 213 h 6345"/>
                  <a:gd name="connsiteX5" fmla="*/ 1155 w 6343"/>
                  <a:gd name="connsiteY5" fmla="*/ 1143 h 6345"/>
                  <a:gd name="connsiteX6" fmla="*/ 226 w 6343"/>
                  <a:gd name="connsiteY6" fmla="*/ 3386 h 6345"/>
                  <a:gd name="connsiteX7" fmla="*/ 1155 w 6343"/>
                  <a:gd name="connsiteY7" fmla="*/ 5629 h 6345"/>
                  <a:gd name="connsiteX8" fmla="*/ 339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59"/>
                    </a:moveTo>
                    <a:cubicBezTo>
                      <a:pt x="4238" y="6559"/>
                      <a:pt x="5045" y="6224"/>
                      <a:pt x="5640" y="5629"/>
                    </a:cubicBezTo>
                    <a:cubicBezTo>
                      <a:pt x="6235" y="5034"/>
                      <a:pt x="6569" y="4227"/>
                      <a:pt x="6569" y="3386"/>
                    </a:cubicBezTo>
                    <a:cubicBezTo>
                      <a:pt x="6569" y="2545"/>
                      <a:pt x="6235" y="1738"/>
                      <a:pt x="5640" y="1143"/>
                    </a:cubicBezTo>
                    <a:cubicBezTo>
                      <a:pt x="5045" y="548"/>
                      <a:pt x="4238" y="213"/>
                      <a:pt x="3397" y="213"/>
                    </a:cubicBezTo>
                    <a:cubicBezTo>
                      <a:pt x="2556" y="213"/>
                      <a:pt x="1749" y="548"/>
                      <a:pt x="1155" y="1143"/>
                    </a:cubicBezTo>
                    <a:cubicBezTo>
                      <a:pt x="560" y="1738"/>
                      <a:pt x="226" y="2545"/>
                      <a:pt x="226" y="3386"/>
                    </a:cubicBezTo>
                    <a:cubicBezTo>
                      <a:pt x="226" y="4227"/>
                      <a:pt x="560" y="5034"/>
                      <a:pt x="1155" y="5629"/>
                    </a:cubicBezTo>
                    <a:cubicBezTo>
                      <a:pt x="1749" y="6224"/>
                      <a:pt x="2556" y="6559"/>
                      <a:pt x="339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08" name="Freeform: Shape 11707">
                <a:extLst>
                  <a:ext uri="{FF2B5EF4-FFF2-40B4-BE49-F238E27FC236}">
                    <a16:creationId xmlns:a16="http://schemas.microsoft.com/office/drawing/2014/main" id="{9E324A25-1487-7B87-189D-1BE0D9EC8F9D}"/>
                  </a:ext>
                </a:extLst>
              </p:cNvPr>
              <p:cNvSpPr/>
              <p:nvPr/>
            </p:nvSpPr>
            <p:spPr>
              <a:xfrm>
                <a:off x="9266858" y="6186239"/>
                <a:ext cx="6343" cy="6345"/>
              </a:xfrm>
              <a:custGeom>
                <a:avLst/>
                <a:gdLst>
                  <a:gd name="connsiteX0" fmla="*/ 3397 w 6343"/>
                  <a:gd name="connsiteY0" fmla="*/ 6559 h 6345"/>
                  <a:gd name="connsiteX1" fmla="*/ 5639 w 6343"/>
                  <a:gd name="connsiteY1" fmla="*/ 5629 h 6345"/>
                  <a:gd name="connsiteX2" fmla="*/ 6568 w 6343"/>
                  <a:gd name="connsiteY2" fmla="*/ 3386 h 6345"/>
                  <a:gd name="connsiteX3" fmla="*/ 5639 w 6343"/>
                  <a:gd name="connsiteY3" fmla="*/ 1143 h 6345"/>
                  <a:gd name="connsiteX4" fmla="*/ 3397 w 6343"/>
                  <a:gd name="connsiteY4" fmla="*/ 213 h 6345"/>
                  <a:gd name="connsiteX5" fmla="*/ 1154 w 6343"/>
                  <a:gd name="connsiteY5" fmla="*/ 1143 h 6345"/>
                  <a:gd name="connsiteX6" fmla="*/ 225 w 6343"/>
                  <a:gd name="connsiteY6" fmla="*/ 3386 h 6345"/>
                  <a:gd name="connsiteX7" fmla="*/ 1154 w 6343"/>
                  <a:gd name="connsiteY7" fmla="*/ 5629 h 6345"/>
                  <a:gd name="connsiteX8" fmla="*/ 339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59"/>
                    </a:moveTo>
                    <a:cubicBezTo>
                      <a:pt x="4238" y="6559"/>
                      <a:pt x="5045" y="6224"/>
                      <a:pt x="5639" y="5629"/>
                    </a:cubicBezTo>
                    <a:cubicBezTo>
                      <a:pt x="6234" y="5034"/>
                      <a:pt x="6568" y="4227"/>
                      <a:pt x="6568" y="3386"/>
                    </a:cubicBezTo>
                    <a:cubicBezTo>
                      <a:pt x="6568" y="2545"/>
                      <a:pt x="6234" y="1738"/>
                      <a:pt x="5639" y="1143"/>
                    </a:cubicBezTo>
                    <a:cubicBezTo>
                      <a:pt x="5045" y="548"/>
                      <a:pt x="4238" y="213"/>
                      <a:pt x="3397" y="213"/>
                    </a:cubicBezTo>
                    <a:cubicBezTo>
                      <a:pt x="2556" y="213"/>
                      <a:pt x="1749" y="548"/>
                      <a:pt x="1154" y="1143"/>
                    </a:cubicBezTo>
                    <a:cubicBezTo>
                      <a:pt x="559" y="1738"/>
                      <a:pt x="225" y="2545"/>
                      <a:pt x="225" y="3386"/>
                    </a:cubicBezTo>
                    <a:cubicBezTo>
                      <a:pt x="225" y="4227"/>
                      <a:pt x="559" y="5034"/>
                      <a:pt x="1154" y="5629"/>
                    </a:cubicBezTo>
                    <a:cubicBezTo>
                      <a:pt x="1749" y="6224"/>
                      <a:pt x="2556" y="6559"/>
                      <a:pt x="339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09" name="Freeform: Shape 11708">
                <a:extLst>
                  <a:ext uri="{FF2B5EF4-FFF2-40B4-BE49-F238E27FC236}">
                    <a16:creationId xmlns:a16="http://schemas.microsoft.com/office/drawing/2014/main" id="{FDC9240B-5990-F976-16D4-3D0F56C25622}"/>
                  </a:ext>
                </a:extLst>
              </p:cNvPr>
              <p:cNvSpPr/>
              <p:nvPr/>
            </p:nvSpPr>
            <p:spPr>
              <a:xfrm>
                <a:off x="9261137" y="6186360"/>
                <a:ext cx="6343" cy="6345"/>
              </a:xfrm>
              <a:custGeom>
                <a:avLst/>
                <a:gdLst>
                  <a:gd name="connsiteX0" fmla="*/ 3396 w 6343"/>
                  <a:gd name="connsiteY0" fmla="*/ 6559 h 6345"/>
                  <a:gd name="connsiteX1" fmla="*/ 5639 w 6343"/>
                  <a:gd name="connsiteY1" fmla="*/ 5629 h 6345"/>
                  <a:gd name="connsiteX2" fmla="*/ 6568 w 6343"/>
                  <a:gd name="connsiteY2" fmla="*/ 3386 h 6345"/>
                  <a:gd name="connsiteX3" fmla="*/ 5639 w 6343"/>
                  <a:gd name="connsiteY3" fmla="*/ 1143 h 6345"/>
                  <a:gd name="connsiteX4" fmla="*/ 3396 w 6343"/>
                  <a:gd name="connsiteY4" fmla="*/ 213 h 6345"/>
                  <a:gd name="connsiteX5" fmla="*/ 1154 w 6343"/>
                  <a:gd name="connsiteY5" fmla="*/ 1143 h 6345"/>
                  <a:gd name="connsiteX6" fmla="*/ 225 w 6343"/>
                  <a:gd name="connsiteY6" fmla="*/ 3386 h 6345"/>
                  <a:gd name="connsiteX7" fmla="*/ 1154 w 6343"/>
                  <a:gd name="connsiteY7" fmla="*/ 5629 h 6345"/>
                  <a:gd name="connsiteX8" fmla="*/ 339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59"/>
                    </a:moveTo>
                    <a:cubicBezTo>
                      <a:pt x="4237" y="6559"/>
                      <a:pt x="5044" y="6224"/>
                      <a:pt x="5639" y="5629"/>
                    </a:cubicBezTo>
                    <a:cubicBezTo>
                      <a:pt x="6234" y="5034"/>
                      <a:pt x="6568" y="4227"/>
                      <a:pt x="6568" y="3386"/>
                    </a:cubicBezTo>
                    <a:cubicBezTo>
                      <a:pt x="6568" y="2545"/>
                      <a:pt x="6234" y="1738"/>
                      <a:pt x="5639" y="1143"/>
                    </a:cubicBezTo>
                    <a:cubicBezTo>
                      <a:pt x="5044" y="548"/>
                      <a:pt x="4237" y="213"/>
                      <a:pt x="3396" y="213"/>
                    </a:cubicBezTo>
                    <a:cubicBezTo>
                      <a:pt x="2555" y="213"/>
                      <a:pt x="1748" y="548"/>
                      <a:pt x="1154" y="1143"/>
                    </a:cubicBezTo>
                    <a:cubicBezTo>
                      <a:pt x="559" y="1738"/>
                      <a:pt x="225" y="2545"/>
                      <a:pt x="225" y="3386"/>
                    </a:cubicBezTo>
                    <a:cubicBezTo>
                      <a:pt x="225" y="4227"/>
                      <a:pt x="559" y="5034"/>
                      <a:pt x="1154" y="5629"/>
                    </a:cubicBezTo>
                    <a:cubicBezTo>
                      <a:pt x="1748" y="6224"/>
                      <a:pt x="2555" y="6559"/>
                      <a:pt x="339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10" name="Freeform: Shape 11709">
                <a:extLst>
                  <a:ext uri="{FF2B5EF4-FFF2-40B4-BE49-F238E27FC236}">
                    <a16:creationId xmlns:a16="http://schemas.microsoft.com/office/drawing/2014/main" id="{41381FDD-42AD-BEFA-AA3F-302C37852E07}"/>
                  </a:ext>
                </a:extLst>
              </p:cNvPr>
              <p:cNvSpPr/>
              <p:nvPr/>
            </p:nvSpPr>
            <p:spPr>
              <a:xfrm>
                <a:off x="9255394" y="6186505"/>
                <a:ext cx="6343" cy="6345"/>
              </a:xfrm>
              <a:custGeom>
                <a:avLst/>
                <a:gdLst>
                  <a:gd name="connsiteX0" fmla="*/ 3396 w 6343"/>
                  <a:gd name="connsiteY0" fmla="*/ 6559 h 6345"/>
                  <a:gd name="connsiteX1" fmla="*/ 5639 w 6343"/>
                  <a:gd name="connsiteY1" fmla="*/ 5629 h 6345"/>
                  <a:gd name="connsiteX2" fmla="*/ 6567 w 6343"/>
                  <a:gd name="connsiteY2" fmla="*/ 3386 h 6345"/>
                  <a:gd name="connsiteX3" fmla="*/ 5639 w 6343"/>
                  <a:gd name="connsiteY3" fmla="*/ 1143 h 6345"/>
                  <a:gd name="connsiteX4" fmla="*/ 3396 w 6343"/>
                  <a:gd name="connsiteY4" fmla="*/ 213 h 6345"/>
                  <a:gd name="connsiteX5" fmla="*/ 1153 w 6343"/>
                  <a:gd name="connsiteY5" fmla="*/ 1143 h 6345"/>
                  <a:gd name="connsiteX6" fmla="*/ 224 w 6343"/>
                  <a:gd name="connsiteY6" fmla="*/ 3386 h 6345"/>
                  <a:gd name="connsiteX7" fmla="*/ 1153 w 6343"/>
                  <a:gd name="connsiteY7" fmla="*/ 5629 h 6345"/>
                  <a:gd name="connsiteX8" fmla="*/ 339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59"/>
                    </a:moveTo>
                    <a:cubicBezTo>
                      <a:pt x="4237" y="6559"/>
                      <a:pt x="5044" y="6224"/>
                      <a:pt x="5639" y="5629"/>
                    </a:cubicBezTo>
                    <a:cubicBezTo>
                      <a:pt x="6233" y="5034"/>
                      <a:pt x="6567" y="4227"/>
                      <a:pt x="6567" y="3386"/>
                    </a:cubicBezTo>
                    <a:cubicBezTo>
                      <a:pt x="6567" y="2545"/>
                      <a:pt x="6233" y="1738"/>
                      <a:pt x="5639" y="1143"/>
                    </a:cubicBezTo>
                    <a:cubicBezTo>
                      <a:pt x="5044" y="548"/>
                      <a:pt x="4237" y="213"/>
                      <a:pt x="3396" y="213"/>
                    </a:cubicBezTo>
                    <a:cubicBezTo>
                      <a:pt x="2555" y="213"/>
                      <a:pt x="1748" y="548"/>
                      <a:pt x="1153" y="1143"/>
                    </a:cubicBezTo>
                    <a:cubicBezTo>
                      <a:pt x="559" y="1738"/>
                      <a:pt x="224" y="2545"/>
                      <a:pt x="224" y="3386"/>
                    </a:cubicBezTo>
                    <a:cubicBezTo>
                      <a:pt x="224" y="4227"/>
                      <a:pt x="559" y="5034"/>
                      <a:pt x="1153" y="5629"/>
                    </a:cubicBezTo>
                    <a:cubicBezTo>
                      <a:pt x="1748" y="6224"/>
                      <a:pt x="2555" y="6559"/>
                      <a:pt x="339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11" name="Freeform: Shape 11710">
                <a:extLst>
                  <a:ext uri="{FF2B5EF4-FFF2-40B4-BE49-F238E27FC236}">
                    <a16:creationId xmlns:a16="http://schemas.microsoft.com/office/drawing/2014/main" id="{B18D535F-BDB7-8BB2-9BF1-89805F372235}"/>
                  </a:ext>
                </a:extLst>
              </p:cNvPr>
              <p:cNvSpPr/>
              <p:nvPr/>
            </p:nvSpPr>
            <p:spPr>
              <a:xfrm>
                <a:off x="9249589" y="6186858"/>
                <a:ext cx="6343" cy="6345"/>
              </a:xfrm>
              <a:custGeom>
                <a:avLst/>
                <a:gdLst>
                  <a:gd name="connsiteX0" fmla="*/ 3395 w 6343"/>
                  <a:gd name="connsiteY0" fmla="*/ 6559 h 6345"/>
                  <a:gd name="connsiteX1" fmla="*/ 5638 w 6343"/>
                  <a:gd name="connsiteY1" fmla="*/ 5629 h 6345"/>
                  <a:gd name="connsiteX2" fmla="*/ 6567 w 6343"/>
                  <a:gd name="connsiteY2" fmla="*/ 3386 h 6345"/>
                  <a:gd name="connsiteX3" fmla="*/ 5638 w 6343"/>
                  <a:gd name="connsiteY3" fmla="*/ 1143 h 6345"/>
                  <a:gd name="connsiteX4" fmla="*/ 3395 w 6343"/>
                  <a:gd name="connsiteY4" fmla="*/ 213 h 6345"/>
                  <a:gd name="connsiteX5" fmla="*/ 1153 w 6343"/>
                  <a:gd name="connsiteY5" fmla="*/ 1143 h 6345"/>
                  <a:gd name="connsiteX6" fmla="*/ 224 w 6343"/>
                  <a:gd name="connsiteY6" fmla="*/ 3386 h 6345"/>
                  <a:gd name="connsiteX7" fmla="*/ 1153 w 6343"/>
                  <a:gd name="connsiteY7" fmla="*/ 5629 h 6345"/>
                  <a:gd name="connsiteX8" fmla="*/ 339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59"/>
                    </a:moveTo>
                    <a:cubicBezTo>
                      <a:pt x="4237" y="6559"/>
                      <a:pt x="5043" y="6224"/>
                      <a:pt x="5638" y="5629"/>
                    </a:cubicBezTo>
                    <a:cubicBezTo>
                      <a:pt x="6233" y="5035"/>
                      <a:pt x="6567" y="4227"/>
                      <a:pt x="6567" y="3386"/>
                    </a:cubicBezTo>
                    <a:cubicBezTo>
                      <a:pt x="6567" y="2545"/>
                      <a:pt x="6233" y="1738"/>
                      <a:pt x="5638" y="1143"/>
                    </a:cubicBezTo>
                    <a:cubicBezTo>
                      <a:pt x="5043" y="548"/>
                      <a:pt x="4237" y="213"/>
                      <a:pt x="3395" y="213"/>
                    </a:cubicBezTo>
                    <a:cubicBezTo>
                      <a:pt x="2554" y="213"/>
                      <a:pt x="1748" y="548"/>
                      <a:pt x="1153" y="1143"/>
                    </a:cubicBezTo>
                    <a:cubicBezTo>
                      <a:pt x="558" y="1738"/>
                      <a:pt x="224" y="2545"/>
                      <a:pt x="224" y="3386"/>
                    </a:cubicBezTo>
                    <a:cubicBezTo>
                      <a:pt x="224" y="4227"/>
                      <a:pt x="558" y="5035"/>
                      <a:pt x="1153" y="5629"/>
                    </a:cubicBezTo>
                    <a:cubicBezTo>
                      <a:pt x="1748" y="6224"/>
                      <a:pt x="2554" y="6559"/>
                      <a:pt x="339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12" name="Freeform: Shape 11711">
                <a:extLst>
                  <a:ext uri="{FF2B5EF4-FFF2-40B4-BE49-F238E27FC236}">
                    <a16:creationId xmlns:a16="http://schemas.microsoft.com/office/drawing/2014/main" id="{E2CD80E5-0506-C1BC-FBBA-DA1F9CAEF262}"/>
                  </a:ext>
                </a:extLst>
              </p:cNvPr>
              <p:cNvSpPr/>
              <p:nvPr/>
            </p:nvSpPr>
            <p:spPr>
              <a:xfrm>
                <a:off x="9243869" y="6186746"/>
                <a:ext cx="6343" cy="6345"/>
              </a:xfrm>
              <a:custGeom>
                <a:avLst/>
                <a:gdLst>
                  <a:gd name="connsiteX0" fmla="*/ 3395 w 6343"/>
                  <a:gd name="connsiteY0" fmla="*/ 6559 h 6345"/>
                  <a:gd name="connsiteX1" fmla="*/ 5638 w 6343"/>
                  <a:gd name="connsiteY1" fmla="*/ 5629 h 6345"/>
                  <a:gd name="connsiteX2" fmla="*/ 6567 w 6343"/>
                  <a:gd name="connsiteY2" fmla="*/ 3386 h 6345"/>
                  <a:gd name="connsiteX3" fmla="*/ 5638 w 6343"/>
                  <a:gd name="connsiteY3" fmla="*/ 1143 h 6345"/>
                  <a:gd name="connsiteX4" fmla="*/ 3395 w 6343"/>
                  <a:gd name="connsiteY4" fmla="*/ 213 h 6345"/>
                  <a:gd name="connsiteX5" fmla="*/ 1152 w 6343"/>
                  <a:gd name="connsiteY5" fmla="*/ 1143 h 6345"/>
                  <a:gd name="connsiteX6" fmla="*/ 223 w 6343"/>
                  <a:gd name="connsiteY6" fmla="*/ 3386 h 6345"/>
                  <a:gd name="connsiteX7" fmla="*/ 1152 w 6343"/>
                  <a:gd name="connsiteY7" fmla="*/ 5629 h 6345"/>
                  <a:gd name="connsiteX8" fmla="*/ 339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59"/>
                    </a:moveTo>
                    <a:cubicBezTo>
                      <a:pt x="4236" y="6559"/>
                      <a:pt x="5043" y="6224"/>
                      <a:pt x="5638" y="5629"/>
                    </a:cubicBezTo>
                    <a:cubicBezTo>
                      <a:pt x="6232" y="5035"/>
                      <a:pt x="6567" y="4227"/>
                      <a:pt x="6567" y="3386"/>
                    </a:cubicBezTo>
                    <a:cubicBezTo>
                      <a:pt x="6567" y="2545"/>
                      <a:pt x="6232" y="1738"/>
                      <a:pt x="5638" y="1143"/>
                    </a:cubicBezTo>
                    <a:cubicBezTo>
                      <a:pt x="5043" y="548"/>
                      <a:pt x="4236" y="213"/>
                      <a:pt x="3395" y="213"/>
                    </a:cubicBezTo>
                    <a:cubicBezTo>
                      <a:pt x="2554" y="213"/>
                      <a:pt x="1747" y="548"/>
                      <a:pt x="1152" y="1143"/>
                    </a:cubicBezTo>
                    <a:cubicBezTo>
                      <a:pt x="558" y="1738"/>
                      <a:pt x="223" y="2545"/>
                      <a:pt x="223" y="3386"/>
                    </a:cubicBezTo>
                    <a:cubicBezTo>
                      <a:pt x="223" y="4227"/>
                      <a:pt x="558" y="5035"/>
                      <a:pt x="1152" y="5629"/>
                    </a:cubicBezTo>
                    <a:cubicBezTo>
                      <a:pt x="1747" y="6224"/>
                      <a:pt x="2554" y="6559"/>
                      <a:pt x="339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13" name="Freeform: Shape 11712">
                <a:extLst>
                  <a:ext uri="{FF2B5EF4-FFF2-40B4-BE49-F238E27FC236}">
                    <a16:creationId xmlns:a16="http://schemas.microsoft.com/office/drawing/2014/main" id="{BDA3359C-37F3-294D-07FD-05F5986D3B81}"/>
                  </a:ext>
                </a:extLst>
              </p:cNvPr>
              <p:cNvSpPr/>
              <p:nvPr/>
            </p:nvSpPr>
            <p:spPr>
              <a:xfrm>
                <a:off x="9238172" y="6186475"/>
                <a:ext cx="6343" cy="6345"/>
              </a:xfrm>
              <a:custGeom>
                <a:avLst/>
                <a:gdLst>
                  <a:gd name="connsiteX0" fmla="*/ 3395 w 6343"/>
                  <a:gd name="connsiteY0" fmla="*/ 6559 h 6345"/>
                  <a:gd name="connsiteX1" fmla="*/ 5637 w 6343"/>
                  <a:gd name="connsiteY1" fmla="*/ 5629 h 6345"/>
                  <a:gd name="connsiteX2" fmla="*/ 6566 w 6343"/>
                  <a:gd name="connsiteY2" fmla="*/ 3386 h 6345"/>
                  <a:gd name="connsiteX3" fmla="*/ 5637 w 6343"/>
                  <a:gd name="connsiteY3" fmla="*/ 1143 h 6345"/>
                  <a:gd name="connsiteX4" fmla="*/ 3395 w 6343"/>
                  <a:gd name="connsiteY4" fmla="*/ 213 h 6345"/>
                  <a:gd name="connsiteX5" fmla="*/ 1152 w 6343"/>
                  <a:gd name="connsiteY5" fmla="*/ 1143 h 6345"/>
                  <a:gd name="connsiteX6" fmla="*/ 223 w 6343"/>
                  <a:gd name="connsiteY6" fmla="*/ 3386 h 6345"/>
                  <a:gd name="connsiteX7" fmla="*/ 1152 w 6343"/>
                  <a:gd name="connsiteY7" fmla="*/ 5629 h 6345"/>
                  <a:gd name="connsiteX8" fmla="*/ 339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59"/>
                    </a:moveTo>
                    <a:cubicBezTo>
                      <a:pt x="4236" y="6559"/>
                      <a:pt x="5042" y="6224"/>
                      <a:pt x="5637" y="5629"/>
                    </a:cubicBezTo>
                    <a:cubicBezTo>
                      <a:pt x="6232" y="5034"/>
                      <a:pt x="6566" y="4227"/>
                      <a:pt x="6566" y="3386"/>
                    </a:cubicBezTo>
                    <a:cubicBezTo>
                      <a:pt x="6566" y="2545"/>
                      <a:pt x="6232" y="1738"/>
                      <a:pt x="5637" y="1143"/>
                    </a:cubicBezTo>
                    <a:cubicBezTo>
                      <a:pt x="5042" y="548"/>
                      <a:pt x="4236" y="213"/>
                      <a:pt x="3395" y="213"/>
                    </a:cubicBezTo>
                    <a:cubicBezTo>
                      <a:pt x="2553" y="213"/>
                      <a:pt x="1747" y="548"/>
                      <a:pt x="1152" y="1143"/>
                    </a:cubicBezTo>
                    <a:cubicBezTo>
                      <a:pt x="557" y="1738"/>
                      <a:pt x="223" y="2545"/>
                      <a:pt x="223" y="3386"/>
                    </a:cubicBezTo>
                    <a:cubicBezTo>
                      <a:pt x="223" y="4227"/>
                      <a:pt x="557" y="5034"/>
                      <a:pt x="1152" y="5629"/>
                    </a:cubicBezTo>
                    <a:cubicBezTo>
                      <a:pt x="1747" y="6224"/>
                      <a:pt x="2553" y="6559"/>
                      <a:pt x="339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14" name="Freeform: Shape 11713">
                <a:extLst>
                  <a:ext uri="{FF2B5EF4-FFF2-40B4-BE49-F238E27FC236}">
                    <a16:creationId xmlns:a16="http://schemas.microsoft.com/office/drawing/2014/main" id="{2BB02924-5827-6893-BAC4-C1FEDCE46C1B}"/>
                  </a:ext>
                </a:extLst>
              </p:cNvPr>
              <p:cNvSpPr/>
              <p:nvPr/>
            </p:nvSpPr>
            <p:spPr>
              <a:xfrm>
                <a:off x="9232542" y="6185863"/>
                <a:ext cx="6343" cy="6345"/>
              </a:xfrm>
              <a:custGeom>
                <a:avLst/>
                <a:gdLst>
                  <a:gd name="connsiteX0" fmla="*/ 3394 w 6343"/>
                  <a:gd name="connsiteY0" fmla="*/ 6559 h 6345"/>
                  <a:gd name="connsiteX1" fmla="*/ 5637 w 6343"/>
                  <a:gd name="connsiteY1" fmla="*/ 5629 h 6345"/>
                  <a:gd name="connsiteX2" fmla="*/ 6566 w 6343"/>
                  <a:gd name="connsiteY2" fmla="*/ 3386 h 6345"/>
                  <a:gd name="connsiteX3" fmla="*/ 5637 w 6343"/>
                  <a:gd name="connsiteY3" fmla="*/ 1143 h 6345"/>
                  <a:gd name="connsiteX4" fmla="*/ 3394 w 6343"/>
                  <a:gd name="connsiteY4" fmla="*/ 213 h 6345"/>
                  <a:gd name="connsiteX5" fmla="*/ 1151 w 6343"/>
                  <a:gd name="connsiteY5" fmla="*/ 1143 h 6345"/>
                  <a:gd name="connsiteX6" fmla="*/ 223 w 6343"/>
                  <a:gd name="connsiteY6" fmla="*/ 3386 h 6345"/>
                  <a:gd name="connsiteX7" fmla="*/ 1151 w 6343"/>
                  <a:gd name="connsiteY7" fmla="*/ 5629 h 6345"/>
                  <a:gd name="connsiteX8" fmla="*/ 339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59"/>
                    </a:moveTo>
                    <a:cubicBezTo>
                      <a:pt x="4235" y="6559"/>
                      <a:pt x="5042" y="6224"/>
                      <a:pt x="5637" y="5629"/>
                    </a:cubicBezTo>
                    <a:cubicBezTo>
                      <a:pt x="6231" y="5034"/>
                      <a:pt x="6566" y="4227"/>
                      <a:pt x="6566" y="3386"/>
                    </a:cubicBezTo>
                    <a:cubicBezTo>
                      <a:pt x="6566" y="2545"/>
                      <a:pt x="6231" y="1737"/>
                      <a:pt x="5637" y="1143"/>
                    </a:cubicBezTo>
                    <a:cubicBezTo>
                      <a:pt x="5042" y="548"/>
                      <a:pt x="4235" y="213"/>
                      <a:pt x="3394" y="213"/>
                    </a:cubicBezTo>
                    <a:cubicBezTo>
                      <a:pt x="2553" y="213"/>
                      <a:pt x="1746" y="548"/>
                      <a:pt x="1151" y="1143"/>
                    </a:cubicBezTo>
                    <a:cubicBezTo>
                      <a:pt x="557" y="1737"/>
                      <a:pt x="223" y="2545"/>
                      <a:pt x="223" y="3386"/>
                    </a:cubicBezTo>
                    <a:cubicBezTo>
                      <a:pt x="223" y="4227"/>
                      <a:pt x="557" y="5034"/>
                      <a:pt x="1151" y="5629"/>
                    </a:cubicBezTo>
                    <a:cubicBezTo>
                      <a:pt x="1746" y="6224"/>
                      <a:pt x="2553" y="6559"/>
                      <a:pt x="339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15" name="Freeform: Shape 11714">
                <a:extLst>
                  <a:ext uri="{FF2B5EF4-FFF2-40B4-BE49-F238E27FC236}">
                    <a16:creationId xmlns:a16="http://schemas.microsoft.com/office/drawing/2014/main" id="{8B525AC8-00F0-420E-B5D1-0841779285B1}"/>
                  </a:ext>
                </a:extLst>
              </p:cNvPr>
              <p:cNvSpPr/>
              <p:nvPr/>
            </p:nvSpPr>
            <p:spPr>
              <a:xfrm>
                <a:off x="9226912" y="6185216"/>
                <a:ext cx="6343" cy="6345"/>
              </a:xfrm>
              <a:custGeom>
                <a:avLst/>
                <a:gdLst>
                  <a:gd name="connsiteX0" fmla="*/ 3394 w 6343"/>
                  <a:gd name="connsiteY0" fmla="*/ 6559 h 6345"/>
                  <a:gd name="connsiteX1" fmla="*/ 5636 w 6343"/>
                  <a:gd name="connsiteY1" fmla="*/ 5629 h 6345"/>
                  <a:gd name="connsiteX2" fmla="*/ 6565 w 6343"/>
                  <a:gd name="connsiteY2" fmla="*/ 3386 h 6345"/>
                  <a:gd name="connsiteX3" fmla="*/ 5636 w 6343"/>
                  <a:gd name="connsiteY3" fmla="*/ 1142 h 6345"/>
                  <a:gd name="connsiteX4" fmla="*/ 3394 w 6343"/>
                  <a:gd name="connsiteY4" fmla="*/ 213 h 6345"/>
                  <a:gd name="connsiteX5" fmla="*/ 1151 w 6343"/>
                  <a:gd name="connsiteY5" fmla="*/ 1142 h 6345"/>
                  <a:gd name="connsiteX6" fmla="*/ 222 w 6343"/>
                  <a:gd name="connsiteY6" fmla="*/ 3386 h 6345"/>
                  <a:gd name="connsiteX7" fmla="*/ 1151 w 6343"/>
                  <a:gd name="connsiteY7" fmla="*/ 5629 h 6345"/>
                  <a:gd name="connsiteX8" fmla="*/ 339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59"/>
                    </a:moveTo>
                    <a:cubicBezTo>
                      <a:pt x="4235" y="6559"/>
                      <a:pt x="5042" y="6224"/>
                      <a:pt x="5636" y="5629"/>
                    </a:cubicBezTo>
                    <a:cubicBezTo>
                      <a:pt x="6231" y="5034"/>
                      <a:pt x="6565" y="4227"/>
                      <a:pt x="6565" y="3386"/>
                    </a:cubicBezTo>
                    <a:cubicBezTo>
                      <a:pt x="6565" y="2544"/>
                      <a:pt x="6231" y="1737"/>
                      <a:pt x="5636" y="1142"/>
                    </a:cubicBezTo>
                    <a:cubicBezTo>
                      <a:pt x="5042" y="548"/>
                      <a:pt x="4235" y="213"/>
                      <a:pt x="3394" y="213"/>
                    </a:cubicBezTo>
                    <a:cubicBezTo>
                      <a:pt x="2553" y="213"/>
                      <a:pt x="1746" y="548"/>
                      <a:pt x="1151" y="1142"/>
                    </a:cubicBezTo>
                    <a:cubicBezTo>
                      <a:pt x="556" y="1737"/>
                      <a:pt x="222" y="2544"/>
                      <a:pt x="222" y="3386"/>
                    </a:cubicBezTo>
                    <a:cubicBezTo>
                      <a:pt x="222" y="4227"/>
                      <a:pt x="556" y="5034"/>
                      <a:pt x="1151" y="5629"/>
                    </a:cubicBezTo>
                    <a:cubicBezTo>
                      <a:pt x="1746" y="6224"/>
                      <a:pt x="2553" y="6559"/>
                      <a:pt x="339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16" name="Freeform: Shape 11715">
                <a:extLst>
                  <a:ext uri="{FF2B5EF4-FFF2-40B4-BE49-F238E27FC236}">
                    <a16:creationId xmlns:a16="http://schemas.microsoft.com/office/drawing/2014/main" id="{F3769545-F5F4-8725-8F1D-E3FE61FD87D8}"/>
                  </a:ext>
                </a:extLst>
              </p:cNvPr>
              <p:cNvSpPr/>
              <p:nvPr/>
            </p:nvSpPr>
            <p:spPr>
              <a:xfrm>
                <a:off x="9221221" y="6184776"/>
                <a:ext cx="6343" cy="6345"/>
              </a:xfrm>
              <a:custGeom>
                <a:avLst/>
                <a:gdLst>
                  <a:gd name="connsiteX0" fmla="*/ 3393 w 6343"/>
                  <a:gd name="connsiteY0" fmla="*/ 6559 h 6345"/>
                  <a:gd name="connsiteX1" fmla="*/ 5636 w 6343"/>
                  <a:gd name="connsiteY1" fmla="*/ 5629 h 6345"/>
                  <a:gd name="connsiteX2" fmla="*/ 6565 w 6343"/>
                  <a:gd name="connsiteY2" fmla="*/ 3386 h 6345"/>
                  <a:gd name="connsiteX3" fmla="*/ 5636 w 6343"/>
                  <a:gd name="connsiteY3" fmla="*/ 1142 h 6345"/>
                  <a:gd name="connsiteX4" fmla="*/ 3393 w 6343"/>
                  <a:gd name="connsiteY4" fmla="*/ 213 h 6345"/>
                  <a:gd name="connsiteX5" fmla="*/ 1151 w 6343"/>
                  <a:gd name="connsiteY5" fmla="*/ 1142 h 6345"/>
                  <a:gd name="connsiteX6" fmla="*/ 222 w 6343"/>
                  <a:gd name="connsiteY6" fmla="*/ 3386 h 6345"/>
                  <a:gd name="connsiteX7" fmla="*/ 1151 w 6343"/>
                  <a:gd name="connsiteY7" fmla="*/ 5629 h 6345"/>
                  <a:gd name="connsiteX8" fmla="*/ 339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59"/>
                    </a:moveTo>
                    <a:cubicBezTo>
                      <a:pt x="4234" y="6559"/>
                      <a:pt x="5041" y="6224"/>
                      <a:pt x="5636" y="5629"/>
                    </a:cubicBezTo>
                    <a:cubicBezTo>
                      <a:pt x="6231" y="5034"/>
                      <a:pt x="6565" y="4227"/>
                      <a:pt x="6565" y="3386"/>
                    </a:cubicBezTo>
                    <a:cubicBezTo>
                      <a:pt x="6565" y="2544"/>
                      <a:pt x="6231" y="1737"/>
                      <a:pt x="5636" y="1142"/>
                    </a:cubicBezTo>
                    <a:cubicBezTo>
                      <a:pt x="5041" y="547"/>
                      <a:pt x="4234" y="213"/>
                      <a:pt x="3393" y="213"/>
                    </a:cubicBezTo>
                    <a:cubicBezTo>
                      <a:pt x="2552" y="213"/>
                      <a:pt x="1745" y="547"/>
                      <a:pt x="1151" y="1142"/>
                    </a:cubicBezTo>
                    <a:cubicBezTo>
                      <a:pt x="556" y="1737"/>
                      <a:pt x="222" y="2544"/>
                      <a:pt x="222" y="3386"/>
                    </a:cubicBezTo>
                    <a:cubicBezTo>
                      <a:pt x="222" y="4227"/>
                      <a:pt x="556" y="5034"/>
                      <a:pt x="1151" y="5629"/>
                    </a:cubicBezTo>
                    <a:cubicBezTo>
                      <a:pt x="1745" y="6224"/>
                      <a:pt x="2552" y="6559"/>
                      <a:pt x="339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17" name="Freeform: Shape 11716">
                <a:extLst>
                  <a:ext uri="{FF2B5EF4-FFF2-40B4-BE49-F238E27FC236}">
                    <a16:creationId xmlns:a16="http://schemas.microsoft.com/office/drawing/2014/main" id="{264908BA-9B6F-8340-B7C9-F5C32694FF6B}"/>
                  </a:ext>
                </a:extLst>
              </p:cNvPr>
              <p:cNvSpPr/>
              <p:nvPr/>
            </p:nvSpPr>
            <p:spPr>
              <a:xfrm>
                <a:off x="9215450" y="6184602"/>
                <a:ext cx="6343" cy="6345"/>
              </a:xfrm>
              <a:custGeom>
                <a:avLst/>
                <a:gdLst>
                  <a:gd name="connsiteX0" fmla="*/ 3393 w 6343"/>
                  <a:gd name="connsiteY0" fmla="*/ 6559 h 6345"/>
                  <a:gd name="connsiteX1" fmla="*/ 5635 w 6343"/>
                  <a:gd name="connsiteY1" fmla="*/ 5629 h 6345"/>
                  <a:gd name="connsiteX2" fmla="*/ 6564 w 6343"/>
                  <a:gd name="connsiteY2" fmla="*/ 3386 h 6345"/>
                  <a:gd name="connsiteX3" fmla="*/ 5635 w 6343"/>
                  <a:gd name="connsiteY3" fmla="*/ 1142 h 6345"/>
                  <a:gd name="connsiteX4" fmla="*/ 3393 w 6343"/>
                  <a:gd name="connsiteY4" fmla="*/ 213 h 6345"/>
                  <a:gd name="connsiteX5" fmla="*/ 1150 w 6343"/>
                  <a:gd name="connsiteY5" fmla="*/ 1142 h 6345"/>
                  <a:gd name="connsiteX6" fmla="*/ 221 w 6343"/>
                  <a:gd name="connsiteY6" fmla="*/ 3386 h 6345"/>
                  <a:gd name="connsiteX7" fmla="*/ 1150 w 6343"/>
                  <a:gd name="connsiteY7" fmla="*/ 5629 h 6345"/>
                  <a:gd name="connsiteX8" fmla="*/ 339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59"/>
                    </a:moveTo>
                    <a:cubicBezTo>
                      <a:pt x="4234" y="6559"/>
                      <a:pt x="5041" y="6224"/>
                      <a:pt x="5635" y="5629"/>
                    </a:cubicBezTo>
                    <a:cubicBezTo>
                      <a:pt x="6230" y="5034"/>
                      <a:pt x="6564" y="4227"/>
                      <a:pt x="6564" y="3386"/>
                    </a:cubicBezTo>
                    <a:cubicBezTo>
                      <a:pt x="6564" y="2544"/>
                      <a:pt x="6230" y="1737"/>
                      <a:pt x="5635" y="1142"/>
                    </a:cubicBezTo>
                    <a:cubicBezTo>
                      <a:pt x="5041" y="547"/>
                      <a:pt x="4234" y="213"/>
                      <a:pt x="3393" y="213"/>
                    </a:cubicBezTo>
                    <a:cubicBezTo>
                      <a:pt x="2552" y="213"/>
                      <a:pt x="1745" y="547"/>
                      <a:pt x="1150" y="1142"/>
                    </a:cubicBezTo>
                    <a:cubicBezTo>
                      <a:pt x="555" y="1737"/>
                      <a:pt x="221" y="2544"/>
                      <a:pt x="221" y="3386"/>
                    </a:cubicBezTo>
                    <a:cubicBezTo>
                      <a:pt x="221" y="4227"/>
                      <a:pt x="555" y="5034"/>
                      <a:pt x="1150" y="5629"/>
                    </a:cubicBezTo>
                    <a:cubicBezTo>
                      <a:pt x="1745" y="6224"/>
                      <a:pt x="2552" y="6559"/>
                      <a:pt x="339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18" name="Freeform: Shape 11717">
                <a:extLst>
                  <a:ext uri="{FF2B5EF4-FFF2-40B4-BE49-F238E27FC236}">
                    <a16:creationId xmlns:a16="http://schemas.microsoft.com/office/drawing/2014/main" id="{D60E6499-CD1A-EADA-28AA-BD183C38657C}"/>
                  </a:ext>
                </a:extLst>
              </p:cNvPr>
              <p:cNvSpPr/>
              <p:nvPr/>
            </p:nvSpPr>
            <p:spPr>
              <a:xfrm>
                <a:off x="9209401" y="6185422"/>
                <a:ext cx="6343" cy="6345"/>
              </a:xfrm>
              <a:custGeom>
                <a:avLst/>
                <a:gdLst>
                  <a:gd name="connsiteX0" fmla="*/ 3392 w 6343"/>
                  <a:gd name="connsiteY0" fmla="*/ 6559 h 6345"/>
                  <a:gd name="connsiteX1" fmla="*/ 5635 w 6343"/>
                  <a:gd name="connsiteY1" fmla="*/ 5629 h 6345"/>
                  <a:gd name="connsiteX2" fmla="*/ 6564 w 6343"/>
                  <a:gd name="connsiteY2" fmla="*/ 3386 h 6345"/>
                  <a:gd name="connsiteX3" fmla="*/ 5635 w 6343"/>
                  <a:gd name="connsiteY3" fmla="*/ 1142 h 6345"/>
                  <a:gd name="connsiteX4" fmla="*/ 3392 w 6343"/>
                  <a:gd name="connsiteY4" fmla="*/ 213 h 6345"/>
                  <a:gd name="connsiteX5" fmla="*/ 1150 w 6343"/>
                  <a:gd name="connsiteY5" fmla="*/ 1142 h 6345"/>
                  <a:gd name="connsiteX6" fmla="*/ 221 w 6343"/>
                  <a:gd name="connsiteY6" fmla="*/ 3386 h 6345"/>
                  <a:gd name="connsiteX7" fmla="*/ 1150 w 6343"/>
                  <a:gd name="connsiteY7" fmla="*/ 5629 h 6345"/>
                  <a:gd name="connsiteX8" fmla="*/ 339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59"/>
                    </a:moveTo>
                    <a:cubicBezTo>
                      <a:pt x="4233" y="6559"/>
                      <a:pt x="5040" y="6224"/>
                      <a:pt x="5635" y="5629"/>
                    </a:cubicBezTo>
                    <a:cubicBezTo>
                      <a:pt x="6230" y="5034"/>
                      <a:pt x="6564" y="4227"/>
                      <a:pt x="6564" y="3386"/>
                    </a:cubicBezTo>
                    <a:cubicBezTo>
                      <a:pt x="6564" y="2545"/>
                      <a:pt x="6230" y="1737"/>
                      <a:pt x="5635" y="1142"/>
                    </a:cubicBezTo>
                    <a:cubicBezTo>
                      <a:pt x="5040" y="548"/>
                      <a:pt x="4233" y="213"/>
                      <a:pt x="3392" y="213"/>
                    </a:cubicBezTo>
                    <a:cubicBezTo>
                      <a:pt x="2551" y="213"/>
                      <a:pt x="1744" y="548"/>
                      <a:pt x="1150" y="1142"/>
                    </a:cubicBezTo>
                    <a:cubicBezTo>
                      <a:pt x="555" y="1737"/>
                      <a:pt x="221" y="2545"/>
                      <a:pt x="221" y="3386"/>
                    </a:cubicBezTo>
                    <a:cubicBezTo>
                      <a:pt x="221" y="4227"/>
                      <a:pt x="555" y="5034"/>
                      <a:pt x="1150" y="5629"/>
                    </a:cubicBezTo>
                    <a:cubicBezTo>
                      <a:pt x="1744" y="6224"/>
                      <a:pt x="2551" y="6559"/>
                      <a:pt x="339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19" name="Freeform: Shape 11718">
                <a:extLst>
                  <a:ext uri="{FF2B5EF4-FFF2-40B4-BE49-F238E27FC236}">
                    <a16:creationId xmlns:a16="http://schemas.microsoft.com/office/drawing/2014/main" id="{968B05C0-31BD-42DF-AB5C-8F8534FF432E}"/>
                  </a:ext>
                </a:extLst>
              </p:cNvPr>
              <p:cNvSpPr/>
              <p:nvPr/>
            </p:nvSpPr>
            <p:spPr>
              <a:xfrm>
                <a:off x="9203038" y="6187289"/>
                <a:ext cx="6343" cy="6345"/>
              </a:xfrm>
              <a:custGeom>
                <a:avLst/>
                <a:gdLst>
                  <a:gd name="connsiteX0" fmla="*/ 3392 w 6343"/>
                  <a:gd name="connsiteY0" fmla="*/ 6559 h 6345"/>
                  <a:gd name="connsiteX1" fmla="*/ 5634 w 6343"/>
                  <a:gd name="connsiteY1" fmla="*/ 5630 h 6345"/>
                  <a:gd name="connsiteX2" fmla="*/ 6563 w 6343"/>
                  <a:gd name="connsiteY2" fmla="*/ 3386 h 6345"/>
                  <a:gd name="connsiteX3" fmla="*/ 5634 w 6343"/>
                  <a:gd name="connsiteY3" fmla="*/ 1143 h 6345"/>
                  <a:gd name="connsiteX4" fmla="*/ 3392 w 6343"/>
                  <a:gd name="connsiteY4" fmla="*/ 213 h 6345"/>
                  <a:gd name="connsiteX5" fmla="*/ 1149 w 6343"/>
                  <a:gd name="connsiteY5" fmla="*/ 1143 h 6345"/>
                  <a:gd name="connsiteX6" fmla="*/ 220 w 6343"/>
                  <a:gd name="connsiteY6" fmla="*/ 3386 h 6345"/>
                  <a:gd name="connsiteX7" fmla="*/ 1149 w 6343"/>
                  <a:gd name="connsiteY7" fmla="*/ 5630 h 6345"/>
                  <a:gd name="connsiteX8" fmla="*/ 339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59"/>
                    </a:moveTo>
                    <a:cubicBezTo>
                      <a:pt x="4233" y="6559"/>
                      <a:pt x="5040" y="6224"/>
                      <a:pt x="5634" y="5630"/>
                    </a:cubicBezTo>
                    <a:cubicBezTo>
                      <a:pt x="6229" y="5035"/>
                      <a:pt x="6563" y="4227"/>
                      <a:pt x="6563" y="3386"/>
                    </a:cubicBezTo>
                    <a:cubicBezTo>
                      <a:pt x="6563" y="2545"/>
                      <a:pt x="6229" y="1738"/>
                      <a:pt x="5634" y="1143"/>
                    </a:cubicBezTo>
                    <a:cubicBezTo>
                      <a:pt x="5040" y="548"/>
                      <a:pt x="4233" y="213"/>
                      <a:pt x="3392" y="213"/>
                    </a:cubicBezTo>
                    <a:cubicBezTo>
                      <a:pt x="2551" y="213"/>
                      <a:pt x="1744" y="548"/>
                      <a:pt x="1149" y="1143"/>
                    </a:cubicBezTo>
                    <a:cubicBezTo>
                      <a:pt x="554" y="1738"/>
                      <a:pt x="220" y="2545"/>
                      <a:pt x="220" y="3386"/>
                    </a:cubicBezTo>
                    <a:cubicBezTo>
                      <a:pt x="220" y="4227"/>
                      <a:pt x="554" y="5035"/>
                      <a:pt x="1149" y="5630"/>
                    </a:cubicBezTo>
                    <a:cubicBezTo>
                      <a:pt x="1744" y="6224"/>
                      <a:pt x="2551" y="6559"/>
                      <a:pt x="339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20" name="Freeform: Shape 11719">
                <a:extLst>
                  <a:ext uri="{FF2B5EF4-FFF2-40B4-BE49-F238E27FC236}">
                    <a16:creationId xmlns:a16="http://schemas.microsoft.com/office/drawing/2014/main" id="{1EF89FF9-FC18-3747-3F38-4F5AF8F263E1}"/>
                  </a:ext>
                </a:extLst>
              </p:cNvPr>
              <p:cNvSpPr/>
              <p:nvPr/>
            </p:nvSpPr>
            <p:spPr>
              <a:xfrm>
                <a:off x="9197346" y="6186576"/>
                <a:ext cx="6343" cy="6345"/>
              </a:xfrm>
              <a:custGeom>
                <a:avLst/>
                <a:gdLst>
                  <a:gd name="connsiteX0" fmla="*/ 3391 w 6343"/>
                  <a:gd name="connsiteY0" fmla="*/ 6559 h 6345"/>
                  <a:gd name="connsiteX1" fmla="*/ 5634 w 6343"/>
                  <a:gd name="connsiteY1" fmla="*/ 5629 h 6345"/>
                  <a:gd name="connsiteX2" fmla="*/ 6563 w 6343"/>
                  <a:gd name="connsiteY2" fmla="*/ 3386 h 6345"/>
                  <a:gd name="connsiteX3" fmla="*/ 5634 w 6343"/>
                  <a:gd name="connsiteY3" fmla="*/ 1143 h 6345"/>
                  <a:gd name="connsiteX4" fmla="*/ 3391 w 6343"/>
                  <a:gd name="connsiteY4" fmla="*/ 213 h 6345"/>
                  <a:gd name="connsiteX5" fmla="*/ 1149 w 6343"/>
                  <a:gd name="connsiteY5" fmla="*/ 1143 h 6345"/>
                  <a:gd name="connsiteX6" fmla="*/ 220 w 6343"/>
                  <a:gd name="connsiteY6" fmla="*/ 3386 h 6345"/>
                  <a:gd name="connsiteX7" fmla="*/ 1149 w 6343"/>
                  <a:gd name="connsiteY7" fmla="*/ 5629 h 6345"/>
                  <a:gd name="connsiteX8" fmla="*/ 339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59"/>
                    </a:moveTo>
                    <a:cubicBezTo>
                      <a:pt x="4232" y="6559"/>
                      <a:pt x="5039" y="6224"/>
                      <a:pt x="5634" y="5629"/>
                    </a:cubicBezTo>
                    <a:cubicBezTo>
                      <a:pt x="6229" y="5034"/>
                      <a:pt x="6563" y="4227"/>
                      <a:pt x="6563" y="3386"/>
                    </a:cubicBezTo>
                    <a:cubicBezTo>
                      <a:pt x="6563" y="2545"/>
                      <a:pt x="6229" y="1738"/>
                      <a:pt x="5634" y="1143"/>
                    </a:cubicBezTo>
                    <a:cubicBezTo>
                      <a:pt x="5039" y="548"/>
                      <a:pt x="4232" y="213"/>
                      <a:pt x="3391" y="213"/>
                    </a:cubicBezTo>
                    <a:cubicBezTo>
                      <a:pt x="2550" y="213"/>
                      <a:pt x="1743" y="548"/>
                      <a:pt x="1149" y="1143"/>
                    </a:cubicBezTo>
                    <a:cubicBezTo>
                      <a:pt x="554" y="1738"/>
                      <a:pt x="220" y="2545"/>
                      <a:pt x="220" y="3386"/>
                    </a:cubicBezTo>
                    <a:cubicBezTo>
                      <a:pt x="220" y="4227"/>
                      <a:pt x="554" y="5034"/>
                      <a:pt x="1149" y="5629"/>
                    </a:cubicBezTo>
                    <a:cubicBezTo>
                      <a:pt x="1743" y="6224"/>
                      <a:pt x="2550" y="6559"/>
                      <a:pt x="339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21" name="Freeform: Shape 11720">
                <a:extLst>
                  <a:ext uri="{FF2B5EF4-FFF2-40B4-BE49-F238E27FC236}">
                    <a16:creationId xmlns:a16="http://schemas.microsoft.com/office/drawing/2014/main" id="{24CCD606-4435-D8CB-CC9A-C60F864478EE}"/>
                  </a:ext>
                </a:extLst>
              </p:cNvPr>
              <p:cNvSpPr/>
              <p:nvPr/>
            </p:nvSpPr>
            <p:spPr>
              <a:xfrm>
                <a:off x="9191330" y="6186972"/>
                <a:ext cx="6343" cy="6345"/>
              </a:xfrm>
              <a:custGeom>
                <a:avLst/>
                <a:gdLst>
                  <a:gd name="connsiteX0" fmla="*/ 3391 w 6343"/>
                  <a:gd name="connsiteY0" fmla="*/ 6559 h 6345"/>
                  <a:gd name="connsiteX1" fmla="*/ 5634 w 6343"/>
                  <a:gd name="connsiteY1" fmla="*/ 5629 h 6345"/>
                  <a:gd name="connsiteX2" fmla="*/ 6562 w 6343"/>
                  <a:gd name="connsiteY2" fmla="*/ 3386 h 6345"/>
                  <a:gd name="connsiteX3" fmla="*/ 5634 w 6343"/>
                  <a:gd name="connsiteY3" fmla="*/ 1143 h 6345"/>
                  <a:gd name="connsiteX4" fmla="*/ 3391 w 6343"/>
                  <a:gd name="connsiteY4" fmla="*/ 213 h 6345"/>
                  <a:gd name="connsiteX5" fmla="*/ 1148 w 6343"/>
                  <a:gd name="connsiteY5" fmla="*/ 1143 h 6345"/>
                  <a:gd name="connsiteX6" fmla="*/ 219 w 6343"/>
                  <a:gd name="connsiteY6" fmla="*/ 3386 h 6345"/>
                  <a:gd name="connsiteX7" fmla="*/ 1148 w 6343"/>
                  <a:gd name="connsiteY7" fmla="*/ 5629 h 6345"/>
                  <a:gd name="connsiteX8" fmla="*/ 339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59"/>
                    </a:moveTo>
                    <a:cubicBezTo>
                      <a:pt x="4232" y="6559"/>
                      <a:pt x="5039" y="6224"/>
                      <a:pt x="5634" y="5629"/>
                    </a:cubicBezTo>
                    <a:cubicBezTo>
                      <a:pt x="6228" y="5035"/>
                      <a:pt x="6562" y="4227"/>
                      <a:pt x="6562" y="3386"/>
                    </a:cubicBezTo>
                    <a:cubicBezTo>
                      <a:pt x="6562" y="2545"/>
                      <a:pt x="6228" y="1738"/>
                      <a:pt x="5634" y="1143"/>
                    </a:cubicBezTo>
                    <a:cubicBezTo>
                      <a:pt x="5039" y="548"/>
                      <a:pt x="4232" y="213"/>
                      <a:pt x="3391" y="213"/>
                    </a:cubicBezTo>
                    <a:cubicBezTo>
                      <a:pt x="2550" y="213"/>
                      <a:pt x="1743" y="548"/>
                      <a:pt x="1148" y="1143"/>
                    </a:cubicBezTo>
                    <a:cubicBezTo>
                      <a:pt x="553" y="1738"/>
                      <a:pt x="219" y="2545"/>
                      <a:pt x="219" y="3386"/>
                    </a:cubicBezTo>
                    <a:cubicBezTo>
                      <a:pt x="219" y="4227"/>
                      <a:pt x="553" y="5035"/>
                      <a:pt x="1148" y="5629"/>
                    </a:cubicBezTo>
                    <a:cubicBezTo>
                      <a:pt x="1743" y="6224"/>
                      <a:pt x="2550" y="6559"/>
                      <a:pt x="339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22" name="Freeform: Shape 11721">
                <a:extLst>
                  <a:ext uri="{FF2B5EF4-FFF2-40B4-BE49-F238E27FC236}">
                    <a16:creationId xmlns:a16="http://schemas.microsoft.com/office/drawing/2014/main" id="{CD20F956-70B5-F996-96ED-A253A8F815D1}"/>
                  </a:ext>
                </a:extLst>
              </p:cNvPr>
              <p:cNvSpPr/>
              <p:nvPr/>
            </p:nvSpPr>
            <p:spPr>
              <a:xfrm>
                <a:off x="9185543" y="6186484"/>
                <a:ext cx="6343" cy="6345"/>
              </a:xfrm>
              <a:custGeom>
                <a:avLst/>
                <a:gdLst>
                  <a:gd name="connsiteX0" fmla="*/ 3390 w 6343"/>
                  <a:gd name="connsiteY0" fmla="*/ 6559 h 6345"/>
                  <a:gd name="connsiteX1" fmla="*/ 5633 w 6343"/>
                  <a:gd name="connsiteY1" fmla="*/ 5629 h 6345"/>
                  <a:gd name="connsiteX2" fmla="*/ 6562 w 6343"/>
                  <a:gd name="connsiteY2" fmla="*/ 3386 h 6345"/>
                  <a:gd name="connsiteX3" fmla="*/ 5633 w 6343"/>
                  <a:gd name="connsiteY3" fmla="*/ 1143 h 6345"/>
                  <a:gd name="connsiteX4" fmla="*/ 3390 w 6343"/>
                  <a:gd name="connsiteY4" fmla="*/ 213 h 6345"/>
                  <a:gd name="connsiteX5" fmla="*/ 1148 w 6343"/>
                  <a:gd name="connsiteY5" fmla="*/ 1143 h 6345"/>
                  <a:gd name="connsiteX6" fmla="*/ 219 w 6343"/>
                  <a:gd name="connsiteY6" fmla="*/ 3386 h 6345"/>
                  <a:gd name="connsiteX7" fmla="*/ 1148 w 6343"/>
                  <a:gd name="connsiteY7" fmla="*/ 5629 h 6345"/>
                  <a:gd name="connsiteX8" fmla="*/ 339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9"/>
                    </a:moveTo>
                    <a:cubicBezTo>
                      <a:pt x="4232" y="6559"/>
                      <a:pt x="5038" y="6224"/>
                      <a:pt x="5633" y="5629"/>
                    </a:cubicBezTo>
                    <a:cubicBezTo>
                      <a:pt x="6228" y="5034"/>
                      <a:pt x="6562" y="4227"/>
                      <a:pt x="6562" y="3386"/>
                    </a:cubicBezTo>
                    <a:cubicBezTo>
                      <a:pt x="6562" y="2545"/>
                      <a:pt x="6228" y="1738"/>
                      <a:pt x="5633" y="1143"/>
                    </a:cubicBezTo>
                    <a:cubicBezTo>
                      <a:pt x="5038" y="548"/>
                      <a:pt x="4232" y="213"/>
                      <a:pt x="3390" y="213"/>
                    </a:cubicBezTo>
                    <a:cubicBezTo>
                      <a:pt x="2549" y="213"/>
                      <a:pt x="1743" y="548"/>
                      <a:pt x="1148" y="1143"/>
                    </a:cubicBezTo>
                    <a:cubicBezTo>
                      <a:pt x="553" y="1738"/>
                      <a:pt x="219" y="2545"/>
                      <a:pt x="219" y="3386"/>
                    </a:cubicBezTo>
                    <a:cubicBezTo>
                      <a:pt x="219" y="4227"/>
                      <a:pt x="553" y="5034"/>
                      <a:pt x="1148" y="5629"/>
                    </a:cubicBezTo>
                    <a:cubicBezTo>
                      <a:pt x="1743" y="6224"/>
                      <a:pt x="2549" y="6559"/>
                      <a:pt x="339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23" name="Freeform: Shape 11722">
                <a:extLst>
                  <a:ext uri="{FF2B5EF4-FFF2-40B4-BE49-F238E27FC236}">
                    <a16:creationId xmlns:a16="http://schemas.microsoft.com/office/drawing/2014/main" id="{DC5AD85B-8067-29D8-1011-847494640228}"/>
                  </a:ext>
                </a:extLst>
              </p:cNvPr>
              <p:cNvSpPr/>
              <p:nvPr/>
            </p:nvSpPr>
            <p:spPr>
              <a:xfrm>
                <a:off x="9179272" y="6187582"/>
                <a:ext cx="6343" cy="6345"/>
              </a:xfrm>
              <a:custGeom>
                <a:avLst/>
                <a:gdLst>
                  <a:gd name="connsiteX0" fmla="*/ 3390 w 6343"/>
                  <a:gd name="connsiteY0" fmla="*/ 6559 h 6345"/>
                  <a:gd name="connsiteX1" fmla="*/ 5633 w 6343"/>
                  <a:gd name="connsiteY1" fmla="*/ 5630 h 6345"/>
                  <a:gd name="connsiteX2" fmla="*/ 6561 w 6343"/>
                  <a:gd name="connsiteY2" fmla="*/ 3386 h 6345"/>
                  <a:gd name="connsiteX3" fmla="*/ 5633 w 6343"/>
                  <a:gd name="connsiteY3" fmla="*/ 1143 h 6345"/>
                  <a:gd name="connsiteX4" fmla="*/ 3390 w 6343"/>
                  <a:gd name="connsiteY4" fmla="*/ 213 h 6345"/>
                  <a:gd name="connsiteX5" fmla="*/ 1147 w 6343"/>
                  <a:gd name="connsiteY5" fmla="*/ 1143 h 6345"/>
                  <a:gd name="connsiteX6" fmla="*/ 218 w 6343"/>
                  <a:gd name="connsiteY6" fmla="*/ 3386 h 6345"/>
                  <a:gd name="connsiteX7" fmla="*/ 1147 w 6343"/>
                  <a:gd name="connsiteY7" fmla="*/ 5630 h 6345"/>
                  <a:gd name="connsiteX8" fmla="*/ 339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59"/>
                    </a:moveTo>
                    <a:cubicBezTo>
                      <a:pt x="4231" y="6559"/>
                      <a:pt x="5038" y="6225"/>
                      <a:pt x="5633" y="5630"/>
                    </a:cubicBezTo>
                    <a:cubicBezTo>
                      <a:pt x="6227" y="5035"/>
                      <a:pt x="6561" y="4228"/>
                      <a:pt x="6561" y="3386"/>
                    </a:cubicBezTo>
                    <a:cubicBezTo>
                      <a:pt x="6561" y="2545"/>
                      <a:pt x="6227" y="1738"/>
                      <a:pt x="5633" y="1143"/>
                    </a:cubicBezTo>
                    <a:cubicBezTo>
                      <a:pt x="5038" y="548"/>
                      <a:pt x="4231" y="213"/>
                      <a:pt x="3390" y="213"/>
                    </a:cubicBezTo>
                    <a:cubicBezTo>
                      <a:pt x="2549" y="213"/>
                      <a:pt x="1742" y="548"/>
                      <a:pt x="1147" y="1143"/>
                    </a:cubicBezTo>
                    <a:cubicBezTo>
                      <a:pt x="553" y="1738"/>
                      <a:pt x="218" y="2545"/>
                      <a:pt x="218" y="3386"/>
                    </a:cubicBezTo>
                    <a:cubicBezTo>
                      <a:pt x="218" y="4228"/>
                      <a:pt x="553" y="5035"/>
                      <a:pt x="1147" y="5630"/>
                    </a:cubicBezTo>
                    <a:cubicBezTo>
                      <a:pt x="1742" y="6225"/>
                      <a:pt x="2549" y="6559"/>
                      <a:pt x="339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24" name="Freeform: Shape 11723">
                <a:extLst>
                  <a:ext uri="{FF2B5EF4-FFF2-40B4-BE49-F238E27FC236}">
                    <a16:creationId xmlns:a16="http://schemas.microsoft.com/office/drawing/2014/main" id="{C43E265A-6EBD-5248-F4A7-42BF6E794F4B}"/>
                  </a:ext>
                </a:extLst>
              </p:cNvPr>
              <p:cNvSpPr/>
              <p:nvPr/>
            </p:nvSpPr>
            <p:spPr>
              <a:xfrm>
                <a:off x="9173832" y="6185818"/>
                <a:ext cx="6343" cy="6345"/>
              </a:xfrm>
              <a:custGeom>
                <a:avLst/>
                <a:gdLst>
                  <a:gd name="connsiteX0" fmla="*/ 3389 w 6343"/>
                  <a:gd name="connsiteY0" fmla="*/ 6559 h 6345"/>
                  <a:gd name="connsiteX1" fmla="*/ 5632 w 6343"/>
                  <a:gd name="connsiteY1" fmla="*/ 5629 h 6345"/>
                  <a:gd name="connsiteX2" fmla="*/ 6561 w 6343"/>
                  <a:gd name="connsiteY2" fmla="*/ 3386 h 6345"/>
                  <a:gd name="connsiteX3" fmla="*/ 5632 w 6343"/>
                  <a:gd name="connsiteY3" fmla="*/ 1143 h 6345"/>
                  <a:gd name="connsiteX4" fmla="*/ 3389 w 6343"/>
                  <a:gd name="connsiteY4" fmla="*/ 213 h 6345"/>
                  <a:gd name="connsiteX5" fmla="*/ 1147 w 6343"/>
                  <a:gd name="connsiteY5" fmla="*/ 1143 h 6345"/>
                  <a:gd name="connsiteX6" fmla="*/ 218 w 6343"/>
                  <a:gd name="connsiteY6" fmla="*/ 3386 h 6345"/>
                  <a:gd name="connsiteX7" fmla="*/ 1147 w 6343"/>
                  <a:gd name="connsiteY7" fmla="*/ 5629 h 6345"/>
                  <a:gd name="connsiteX8" fmla="*/ 338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9"/>
                    </a:moveTo>
                    <a:cubicBezTo>
                      <a:pt x="4231" y="6559"/>
                      <a:pt x="5037" y="6224"/>
                      <a:pt x="5632" y="5629"/>
                    </a:cubicBezTo>
                    <a:cubicBezTo>
                      <a:pt x="6227" y="5034"/>
                      <a:pt x="6561" y="4227"/>
                      <a:pt x="6561" y="3386"/>
                    </a:cubicBezTo>
                    <a:cubicBezTo>
                      <a:pt x="6561" y="2545"/>
                      <a:pt x="6227" y="1737"/>
                      <a:pt x="5632" y="1143"/>
                    </a:cubicBezTo>
                    <a:cubicBezTo>
                      <a:pt x="5037" y="548"/>
                      <a:pt x="4231" y="213"/>
                      <a:pt x="3389" y="213"/>
                    </a:cubicBezTo>
                    <a:cubicBezTo>
                      <a:pt x="2548" y="213"/>
                      <a:pt x="1742" y="548"/>
                      <a:pt x="1147" y="1143"/>
                    </a:cubicBezTo>
                    <a:cubicBezTo>
                      <a:pt x="552" y="1737"/>
                      <a:pt x="218" y="2545"/>
                      <a:pt x="218" y="3386"/>
                    </a:cubicBezTo>
                    <a:cubicBezTo>
                      <a:pt x="218" y="4227"/>
                      <a:pt x="552" y="5034"/>
                      <a:pt x="1147" y="5629"/>
                    </a:cubicBezTo>
                    <a:cubicBezTo>
                      <a:pt x="1742" y="6224"/>
                      <a:pt x="2548" y="6559"/>
                      <a:pt x="338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25" name="Freeform: Shape 11724">
                <a:extLst>
                  <a:ext uri="{FF2B5EF4-FFF2-40B4-BE49-F238E27FC236}">
                    <a16:creationId xmlns:a16="http://schemas.microsoft.com/office/drawing/2014/main" id="{BDC2F901-30B9-1308-9C72-12555623FF26}"/>
                  </a:ext>
                </a:extLst>
              </p:cNvPr>
              <p:cNvSpPr/>
              <p:nvPr/>
            </p:nvSpPr>
            <p:spPr>
              <a:xfrm>
                <a:off x="9167773" y="6186055"/>
                <a:ext cx="6343" cy="6345"/>
              </a:xfrm>
              <a:custGeom>
                <a:avLst/>
                <a:gdLst>
                  <a:gd name="connsiteX0" fmla="*/ 3389 w 6343"/>
                  <a:gd name="connsiteY0" fmla="*/ 6559 h 6345"/>
                  <a:gd name="connsiteX1" fmla="*/ 5632 w 6343"/>
                  <a:gd name="connsiteY1" fmla="*/ 5629 h 6345"/>
                  <a:gd name="connsiteX2" fmla="*/ 6561 w 6343"/>
                  <a:gd name="connsiteY2" fmla="*/ 3386 h 6345"/>
                  <a:gd name="connsiteX3" fmla="*/ 5632 w 6343"/>
                  <a:gd name="connsiteY3" fmla="*/ 1143 h 6345"/>
                  <a:gd name="connsiteX4" fmla="*/ 3389 w 6343"/>
                  <a:gd name="connsiteY4" fmla="*/ 213 h 6345"/>
                  <a:gd name="connsiteX5" fmla="*/ 1146 w 6343"/>
                  <a:gd name="connsiteY5" fmla="*/ 1143 h 6345"/>
                  <a:gd name="connsiteX6" fmla="*/ 217 w 6343"/>
                  <a:gd name="connsiteY6" fmla="*/ 3386 h 6345"/>
                  <a:gd name="connsiteX7" fmla="*/ 1146 w 6343"/>
                  <a:gd name="connsiteY7" fmla="*/ 5629 h 6345"/>
                  <a:gd name="connsiteX8" fmla="*/ 338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9"/>
                    </a:moveTo>
                    <a:cubicBezTo>
                      <a:pt x="4230" y="6559"/>
                      <a:pt x="5037" y="6224"/>
                      <a:pt x="5632" y="5629"/>
                    </a:cubicBezTo>
                    <a:cubicBezTo>
                      <a:pt x="6226" y="5034"/>
                      <a:pt x="6561" y="4227"/>
                      <a:pt x="6561" y="3386"/>
                    </a:cubicBezTo>
                    <a:cubicBezTo>
                      <a:pt x="6561" y="2545"/>
                      <a:pt x="6226" y="1738"/>
                      <a:pt x="5632" y="1143"/>
                    </a:cubicBezTo>
                    <a:cubicBezTo>
                      <a:pt x="5037" y="548"/>
                      <a:pt x="4230" y="213"/>
                      <a:pt x="3389" y="213"/>
                    </a:cubicBezTo>
                    <a:cubicBezTo>
                      <a:pt x="2548" y="213"/>
                      <a:pt x="1741" y="548"/>
                      <a:pt x="1146" y="1143"/>
                    </a:cubicBezTo>
                    <a:cubicBezTo>
                      <a:pt x="552" y="1738"/>
                      <a:pt x="217" y="2545"/>
                      <a:pt x="217" y="3386"/>
                    </a:cubicBezTo>
                    <a:cubicBezTo>
                      <a:pt x="217" y="4227"/>
                      <a:pt x="552" y="5034"/>
                      <a:pt x="1146" y="5629"/>
                    </a:cubicBezTo>
                    <a:cubicBezTo>
                      <a:pt x="1741" y="6224"/>
                      <a:pt x="2548" y="6559"/>
                      <a:pt x="338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26" name="Freeform: Shape 11725">
                <a:extLst>
                  <a:ext uri="{FF2B5EF4-FFF2-40B4-BE49-F238E27FC236}">
                    <a16:creationId xmlns:a16="http://schemas.microsoft.com/office/drawing/2014/main" id="{33541851-EFE2-22C5-2077-619FEBA2251D}"/>
                  </a:ext>
                </a:extLst>
              </p:cNvPr>
              <p:cNvSpPr/>
              <p:nvPr/>
            </p:nvSpPr>
            <p:spPr>
              <a:xfrm>
                <a:off x="9161512" y="6186849"/>
                <a:ext cx="6343" cy="6345"/>
              </a:xfrm>
              <a:custGeom>
                <a:avLst/>
                <a:gdLst>
                  <a:gd name="connsiteX0" fmla="*/ 3389 w 6343"/>
                  <a:gd name="connsiteY0" fmla="*/ 6559 h 6345"/>
                  <a:gd name="connsiteX1" fmla="*/ 5631 w 6343"/>
                  <a:gd name="connsiteY1" fmla="*/ 5629 h 6345"/>
                  <a:gd name="connsiteX2" fmla="*/ 6560 w 6343"/>
                  <a:gd name="connsiteY2" fmla="*/ 3386 h 6345"/>
                  <a:gd name="connsiteX3" fmla="*/ 5631 w 6343"/>
                  <a:gd name="connsiteY3" fmla="*/ 1143 h 6345"/>
                  <a:gd name="connsiteX4" fmla="*/ 3389 w 6343"/>
                  <a:gd name="connsiteY4" fmla="*/ 213 h 6345"/>
                  <a:gd name="connsiteX5" fmla="*/ 1146 w 6343"/>
                  <a:gd name="connsiteY5" fmla="*/ 1143 h 6345"/>
                  <a:gd name="connsiteX6" fmla="*/ 217 w 6343"/>
                  <a:gd name="connsiteY6" fmla="*/ 3386 h 6345"/>
                  <a:gd name="connsiteX7" fmla="*/ 1146 w 6343"/>
                  <a:gd name="connsiteY7" fmla="*/ 5629 h 6345"/>
                  <a:gd name="connsiteX8" fmla="*/ 338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59"/>
                    </a:moveTo>
                    <a:cubicBezTo>
                      <a:pt x="4230" y="6559"/>
                      <a:pt x="5036" y="6224"/>
                      <a:pt x="5631" y="5629"/>
                    </a:cubicBezTo>
                    <a:cubicBezTo>
                      <a:pt x="6226" y="5035"/>
                      <a:pt x="6560" y="4227"/>
                      <a:pt x="6560" y="3386"/>
                    </a:cubicBezTo>
                    <a:cubicBezTo>
                      <a:pt x="6560" y="2545"/>
                      <a:pt x="6226" y="1738"/>
                      <a:pt x="5631" y="1143"/>
                    </a:cubicBezTo>
                    <a:cubicBezTo>
                      <a:pt x="5036" y="548"/>
                      <a:pt x="4230" y="213"/>
                      <a:pt x="3389" y="213"/>
                    </a:cubicBezTo>
                    <a:cubicBezTo>
                      <a:pt x="2547" y="213"/>
                      <a:pt x="1741" y="548"/>
                      <a:pt x="1146" y="1143"/>
                    </a:cubicBezTo>
                    <a:cubicBezTo>
                      <a:pt x="551" y="1738"/>
                      <a:pt x="217" y="2545"/>
                      <a:pt x="217" y="3386"/>
                    </a:cubicBezTo>
                    <a:cubicBezTo>
                      <a:pt x="217" y="4227"/>
                      <a:pt x="551" y="5035"/>
                      <a:pt x="1146" y="5629"/>
                    </a:cubicBezTo>
                    <a:cubicBezTo>
                      <a:pt x="1741" y="6224"/>
                      <a:pt x="2547" y="6559"/>
                      <a:pt x="338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27" name="Freeform: Shape 11726">
                <a:extLst>
                  <a:ext uri="{FF2B5EF4-FFF2-40B4-BE49-F238E27FC236}">
                    <a16:creationId xmlns:a16="http://schemas.microsoft.com/office/drawing/2014/main" id="{B536A4C6-0807-08D1-BD9B-483B02EB07BA}"/>
                  </a:ext>
                </a:extLst>
              </p:cNvPr>
              <p:cNvSpPr/>
              <p:nvPr/>
            </p:nvSpPr>
            <p:spPr>
              <a:xfrm>
                <a:off x="9155578" y="6186526"/>
                <a:ext cx="6343" cy="6345"/>
              </a:xfrm>
              <a:custGeom>
                <a:avLst/>
                <a:gdLst>
                  <a:gd name="connsiteX0" fmla="*/ 3388 w 6343"/>
                  <a:gd name="connsiteY0" fmla="*/ 6559 h 6345"/>
                  <a:gd name="connsiteX1" fmla="*/ 5631 w 6343"/>
                  <a:gd name="connsiteY1" fmla="*/ 5629 h 6345"/>
                  <a:gd name="connsiteX2" fmla="*/ 6560 w 6343"/>
                  <a:gd name="connsiteY2" fmla="*/ 3386 h 6345"/>
                  <a:gd name="connsiteX3" fmla="*/ 5631 w 6343"/>
                  <a:gd name="connsiteY3" fmla="*/ 1143 h 6345"/>
                  <a:gd name="connsiteX4" fmla="*/ 3388 w 6343"/>
                  <a:gd name="connsiteY4" fmla="*/ 213 h 6345"/>
                  <a:gd name="connsiteX5" fmla="*/ 1145 w 6343"/>
                  <a:gd name="connsiteY5" fmla="*/ 1143 h 6345"/>
                  <a:gd name="connsiteX6" fmla="*/ 216 w 6343"/>
                  <a:gd name="connsiteY6" fmla="*/ 3386 h 6345"/>
                  <a:gd name="connsiteX7" fmla="*/ 1145 w 6343"/>
                  <a:gd name="connsiteY7" fmla="*/ 5629 h 6345"/>
                  <a:gd name="connsiteX8" fmla="*/ 3388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59"/>
                    </a:moveTo>
                    <a:cubicBezTo>
                      <a:pt x="4229" y="6559"/>
                      <a:pt x="5036" y="6224"/>
                      <a:pt x="5631" y="5629"/>
                    </a:cubicBezTo>
                    <a:cubicBezTo>
                      <a:pt x="6225" y="5034"/>
                      <a:pt x="6560" y="4227"/>
                      <a:pt x="6560" y="3386"/>
                    </a:cubicBezTo>
                    <a:cubicBezTo>
                      <a:pt x="6560" y="2545"/>
                      <a:pt x="6225" y="1738"/>
                      <a:pt x="5631" y="1143"/>
                    </a:cubicBezTo>
                    <a:cubicBezTo>
                      <a:pt x="5036" y="548"/>
                      <a:pt x="4229" y="213"/>
                      <a:pt x="3388" y="213"/>
                    </a:cubicBezTo>
                    <a:cubicBezTo>
                      <a:pt x="2547" y="213"/>
                      <a:pt x="1740" y="548"/>
                      <a:pt x="1145" y="1143"/>
                    </a:cubicBezTo>
                    <a:cubicBezTo>
                      <a:pt x="551" y="1738"/>
                      <a:pt x="216" y="2545"/>
                      <a:pt x="216" y="3386"/>
                    </a:cubicBezTo>
                    <a:cubicBezTo>
                      <a:pt x="216" y="4227"/>
                      <a:pt x="551" y="5034"/>
                      <a:pt x="1145" y="5629"/>
                    </a:cubicBezTo>
                    <a:cubicBezTo>
                      <a:pt x="1740" y="6224"/>
                      <a:pt x="2547" y="6559"/>
                      <a:pt x="3388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28" name="Freeform: Shape 11727">
                <a:extLst>
                  <a:ext uri="{FF2B5EF4-FFF2-40B4-BE49-F238E27FC236}">
                    <a16:creationId xmlns:a16="http://schemas.microsoft.com/office/drawing/2014/main" id="{7B552951-2284-ABF8-CC64-68ADDE89209F}"/>
                  </a:ext>
                </a:extLst>
              </p:cNvPr>
              <p:cNvSpPr/>
              <p:nvPr/>
            </p:nvSpPr>
            <p:spPr>
              <a:xfrm>
                <a:off x="9149539" y="6186462"/>
                <a:ext cx="6343" cy="6345"/>
              </a:xfrm>
              <a:custGeom>
                <a:avLst/>
                <a:gdLst>
                  <a:gd name="connsiteX0" fmla="*/ 3388 w 6343"/>
                  <a:gd name="connsiteY0" fmla="*/ 6559 h 6345"/>
                  <a:gd name="connsiteX1" fmla="*/ 5630 w 6343"/>
                  <a:gd name="connsiteY1" fmla="*/ 5629 h 6345"/>
                  <a:gd name="connsiteX2" fmla="*/ 6559 w 6343"/>
                  <a:gd name="connsiteY2" fmla="*/ 3386 h 6345"/>
                  <a:gd name="connsiteX3" fmla="*/ 5630 w 6343"/>
                  <a:gd name="connsiteY3" fmla="*/ 1143 h 6345"/>
                  <a:gd name="connsiteX4" fmla="*/ 3388 w 6343"/>
                  <a:gd name="connsiteY4" fmla="*/ 213 h 6345"/>
                  <a:gd name="connsiteX5" fmla="*/ 1145 w 6343"/>
                  <a:gd name="connsiteY5" fmla="*/ 1143 h 6345"/>
                  <a:gd name="connsiteX6" fmla="*/ 216 w 6343"/>
                  <a:gd name="connsiteY6" fmla="*/ 3386 h 6345"/>
                  <a:gd name="connsiteX7" fmla="*/ 1145 w 6343"/>
                  <a:gd name="connsiteY7" fmla="*/ 5629 h 6345"/>
                  <a:gd name="connsiteX8" fmla="*/ 3388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59"/>
                    </a:moveTo>
                    <a:cubicBezTo>
                      <a:pt x="4229" y="6559"/>
                      <a:pt x="5035" y="6224"/>
                      <a:pt x="5630" y="5629"/>
                    </a:cubicBezTo>
                    <a:cubicBezTo>
                      <a:pt x="6225" y="5034"/>
                      <a:pt x="6559" y="4227"/>
                      <a:pt x="6559" y="3386"/>
                    </a:cubicBezTo>
                    <a:cubicBezTo>
                      <a:pt x="6559" y="2545"/>
                      <a:pt x="6225" y="1738"/>
                      <a:pt x="5630" y="1143"/>
                    </a:cubicBezTo>
                    <a:cubicBezTo>
                      <a:pt x="5035" y="548"/>
                      <a:pt x="4229" y="213"/>
                      <a:pt x="3388" y="213"/>
                    </a:cubicBezTo>
                    <a:cubicBezTo>
                      <a:pt x="2546" y="213"/>
                      <a:pt x="1740" y="548"/>
                      <a:pt x="1145" y="1143"/>
                    </a:cubicBezTo>
                    <a:cubicBezTo>
                      <a:pt x="550" y="1738"/>
                      <a:pt x="216" y="2545"/>
                      <a:pt x="216" y="3386"/>
                    </a:cubicBezTo>
                    <a:cubicBezTo>
                      <a:pt x="216" y="4227"/>
                      <a:pt x="550" y="5034"/>
                      <a:pt x="1145" y="5629"/>
                    </a:cubicBezTo>
                    <a:cubicBezTo>
                      <a:pt x="1740" y="6224"/>
                      <a:pt x="2546" y="6559"/>
                      <a:pt x="3388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29" name="Freeform: Shape 11728">
                <a:extLst>
                  <a:ext uri="{FF2B5EF4-FFF2-40B4-BE49-F238E27FC236}">
                    <a16:creationId xmlns:a16="http://schemas.microsoft.com/office/drawing/2014/main" id="{B0BF56CE-E745-BDB8-9428-585025C7EB1A}"/>
                  </a:ext>
                </a:extLst>
              </p:cNvPr>
              <p:cNvSpPr/>
              <p:nvPr/>
            </p:nvSpPr>
            <p:spPr>
              <a:xfrm>
                <a:off x="9143550" y="6186178"/>
                <a:ext cx="6343" cy="6345"/>
              </a:xfrm>
              <a:custGeom>
                <a:avLst/>
                <a:gdLst>
                  <a:gd name="connsiteX0" fmla="*/ 3387 w 6343"/>
                  <a:gd name="connsiteY0" fmla="*/ 6559 h 6345"/>
                  <a:gd name="connsiteX1" fmla="*/ 5630 w 6343"/>
                  <a:gd name="connsiteY1" fmla="*/ 5629 h 6345"/>
                  <a:gd name="connsiteX2" fmla="*/ 6559 w 6343"/>
                  <a:gd name="connsiteY2" fmla="*/ 3386 h 6345"/>
                  <a:gd name="connsiteX3" fmla="*/ 5630 w 6343"/>
                  <a:gd name="connsiteY3" fmla="*/ 1143 h 6345"/>
                  <a:gd name="connsiteX4" fmla="*/ 3387 w 6343"/>
                  <a:gd name="connsiteY4" fmla="*/ 213 h 6345"/>
                  <a:gd name="connsiteX5" fmla="*/ 1144 w 6343"/>
                  <a:gd name="connsiteY5" fmla="*/ 1143 h 6345"/>
                  <a:gd name="connsiteX6" fmla="*/ 216 w 6343"/>
                  <a:gd name="connsiteY6" fmla="*/ 3386 h 6345"/>
                  <a:gd name="connsiteX7" fmla="*/ 1144 w 6343"/>
                  <a:gd name="connsiteY7" fmla="*/ 5629 h 6345"/>
                  <a:gd name="connsiteX8" fmla="*/ 338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59"/>
                    </a:moveTo>
                    <a:cubicBezTo>
                      <a:pt x="4228" y="6559"/>
                      <a:pt x="5035" y="6224"/>
                      <a:pt x="5630" y="5629"/>
                    </a:cubicBezTo>
                    <a:cubicBezTo>
                      <a:pt x="6224" y="5034"/>
                      <a:pt x="6559" y="4227"/>
                      <a:pt x="6559" y="3386"/>
                    </a:cubicBezTo>
                    <a:cubicBezTo>
                      <a:pt x="6559" y="2545"/>
                      <a:pt x="6224" y="1738"/>
                      <a:pt x="5630" y="1143"/>
                    </a:cubicBezTo>
                    <a:cubicBezTo>
                      <a:pt x="5035" y="548"/>
                      <a:pt x="4228" y="213"/>
                      <a:pt x="3387" y="213"/>
                    </a:cubicBezTo>
                    <a:cubicBezTo>
                      <a:pt x="2546" y="213"/>
                      <a:pt x="1739" y="548"/>
                      <a:pt x="1144" y="1143"/>
                    </a:cubicBezTo>
                    <a:cubicBezTo>
                      <a:pt x="550" y="1738"/>
                      <a:pt x="216" y="2545"/>
                      <a:pt x="216" y="3386"/>
                    </a:cubicBezTo>
                    <a:cubicBezTo>
                      <a:pt x="216" y="4227"/>
                      <a:pt x="550" y="5034"/>
                      <a:pt x="1144" y="5629"/>
                    </a:cubicBezTo>
                    <a:cubicBezTo>
                      <a:pt x="1739" y="6224"/>
                      <a:pt x="2546" y="6559"/>
                      <a:pt x="338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30" name="Freeform: Shape 11729">
                <a:extLst>
                  <a:ext uri="{FF2B5EF4-FFF2-40B4-BE49-F238E27FC236}">
                    <a16:creationId xmlns:a16="http://schemas.microsoft.com/office/drawing/2014/main" id="{D31D16A9-CB0D-2A39-E909-164DD8FF238E}"/>
                  </a:ext>
                </a:extLst>
              </p:cNvPr>
              <p:cNvSpPr/>
              <p:nvPr/>
            </p:nvSpPr>
            <p:spPr>
              <a:xfrm>
                <a:off x="9137492" y="6186033"/>
                <a:ext cx="6343" cy="6345"/>
              </a:xfrm>
              <a:custGeom>
                <a:avLst/>
                <a:gdLst>
                  <a:gd name="connsiteX0" fmla="*/ 3387 w 6343"/>
                  <a:gd name="connsiteY0" fmla="*/ 6559 h 6345"/>
                  <a:gd name="connsiteX1" fmla="*/ 5629 w 6343"/>
                  <a:gd name="connsiteY1" fmla="*/ 5629 h 6345"/>
                  <a:gd name="connsiteX2" fmla="*/ 6558 w 6343"/>
                  <a:gd name="connsiteY2" fmla="*/ 3386 h 6345"/>
                  <a:gd name="connsiteX3" fmla="*/ 5629 w 6343"/>
                  <a:gd name="connsiteY3" fmla="*/ 1143 h 6345"/>
                  <a:gd name="connsiteX4" fmla="*/ 3387 w 6343"/>
                  <a:gd name="connsiteY4" fmla="*/ 213 h 6345"/>
                  <a:gd name="connsiteX5" fmla="*/ 1144 w 6343"/>
                  <a:gd name="connsiteY5" fmla="*/ 1143 h 6345"/>
                  <a:gd name="connsiteX6" fmla="*/ 215 w 6343"/>
                  <a:gd name="connsiteY6" fmla="*/ 3386 h 6345"/>
                  <a:gd name="connsiteX7" fmla="*/ 1144 w 6343"/>
                  <a:gd name="connsiteY7" fmla="*/ 5629 h 6345"/>
                  <a:gd name="connsiteX8" fmla="*/ 338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59"/>
                    </a:moveTo>
                    <a:cubicBezTo>
                      <a:pt x="4228" y="6559"/>
                      <a:pt x="5035" y="6224"/>
                      <a:pt x="5629" y="5629"/>
                    </a:cubicBezTo>
                    <a:cubicBezTo>
                      <a:pt x="6224" y="5034"/>
                      <a:pt x="6558" y="4227"/>
                      <a:pt x="6558" y="3386"/>
                    </a:cubicBezTo>
                    <a:cubicBezTo>
                      <a:pt x="6558" y="2545"/>
                      <a:pt x="6224" y="1738"/>
                      <a:pt x="5629" y="1143"/>
                    </a:cubicBezTo>
                    <a:cubicBezTo>
                      <a:pt x="5035" y="548"/>
                      <a:pt x="4228" y="213"/>
                      <a:pt x="3387" y="213"/>
                    </a:cubicBezTo>
                    <a:cubicBezTo>
                      <a:pt x="2546" y="213"/>
                      <a:pt x="1739" y="548"/>
                      <a:pt x="1144" y="1143"/>
                    </a:cubicBezTo>
                    <a:cubicBezTo>
                      <a:pt x="549" y="1738"/>
                      <a:pt x="215" y="2545"/>
                      <a:pt x="215" y="3386"/>
                    </a:cubicBezTo>
                    <a:cubicBezTo>
                      <a:pt x="215" y="4227"/>
                      <a:pt x="549" y="5034"/>
                      <a:pt x="1144" y="5629"/>
                    </a:cubicBezTo>
                    <a:cubicBezTo>
                      <a:pt x="1739" y="6224"/>
                      <a:pt x="2546" y="6559"/>
                      <a:pt x="338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31" name="Freeform: Shape 11730">
                <a:extLst>
                  <a:ext uri="{FF2B5EF4-FFF2-40B4-BE49-F238E27FC236}">
                    <a16:creationId xmlns:a16="http://schemas.microsoft.com/office/drawing/2014/main" id="{E5B3AB83-E408-D297-9175-8C1A9BD09303}"/>
                  </a:ext>
                </a:extLst>
              </p:cNvPr>
              <p:cNvSpPr/>
              <p:nvPr/>
            </p:nvSpPr>
            <p:spPr>
              <a:xfrm>
                <a:off x="9131404" y="6185906"/>
                <a:ext cx="6343" cy="6345"/>
              </a:xfrm>
              <a:custGeom>
                <a:avLst/>
                <a:gdLst>
                  <a:gd name="connsiteX0" fmla="*/ 3386 w 6343"/>
                  <a:gd name="connsiteY0" fmla="*/ 6559 h 6345"/>
                  <a:gd name="connsiteX1" fmla="*/ 5629 w 6343"/>
                  <a:gd name="connsiteY1" fmla="*/ 5629 h 6345"/>
                  <a:gd name="connsiteX2" fmla="*/ 6558 w 6343"/>
                  <a:gd name="connsiteY2" fmla="*/ 3386 h 6345"/>
                  <a:gd name="connsiteX3" fmla="*/ 5629 w 6343"/>
                  <a:gd name="connsiteY3" fmla="*/ 1143 h 6345"/>
                  <a:gd name="connsiteX4" fmla="*/ 3386 w 6343"/>
                  <a:gd name="connsiteY4" fmla="*/ 213 h 6345"/>
                  <a:gd name="connsiteX5" fmla="*/ 1144 w 6343"/>
                  <a:gd name="connsiteY5" fmla="*/ 1143 h 6345"/>
                  <a:gd name="connsiteX6" fmla="*/ 215 w 6343"/>
                  <a:gd name="connsiteY6" fmla="*/ 3386 h 6345"/>
                  <a:gd name="connsiteX7" fmla="*/ 1144 w 6343"/>
                  <a:gd name="connsiteY7" fmla="*/ 5629 h 6345"/>
                  <a:gd name="connsiteX8" fmla="*/ 338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59"/>
                    </a:moveTo>
                    <a:cubicBezTo>
                      <a:pt x="4227" y="6559"/>
                      <a:pt x="5034" y="6224"/>
                      <a:pt x="5629" y="5629"/>
                    </a:cubicBezTo>
                    <a:cubicBezTo>
                      <a:pt x="6224" y="5034"/>
                      <a:pt x="6558" y="4227"/>
                      <a:pt x="6558" y="3386"/>
                    </a:cubicBezTo>
                    <a:cubicBezTo>
                      <a:pt x="6558" y="2545"/>
                      <a:pt x="6224" y="1737"/>
                      <a:pt x="5629" y="1143"/>
                    </a:cubicBezTo>
                    <a:cubicBezTo>
                      <a:pt x="5034" y="548"/>
                      <a:pt x="4227" y="213"/>
                      <a:pt x="3386" y="213"/>
                    </a:cubicBezTo>
                    <a:cubicBezTo>
                      <a:pt x="2545" y="213"/>
                      <a:pt x="1738" y="548"/>
                      <a:pt x="1144" y="1143"/>
                    </a:cubicBezTo>
                    <a:cubicBezTo>
                      <a:pt x="549" y="1737"/>
                      <a:pt x="215" y="2545"/>
                      <a:pt x="215" y="3386"/>
                    </a:cubicBezTo>
                    <a:cubicBezTo>
                      <a:pt x="215" y="4227"/>
                      <a:pt x="549" y="5034"/>
                      <a:pt x="1144" y="5629"/>
                    </a:cubicBezTo>
                    <a:cubicBezTo>
                      <a:pt x="1738" y="6224"/>
                      <a:pt x="2545" y="6559"/>
                      <a:pt x="338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32" name="Freeform: Shape 11731">
                <a:extLst>
                  <a:ext uri="{FF2B5EF4-FFF2-40B4-BE49-F238E27FC236}">
                    <a16:creationId xmlns:a16="http://schemas.microsoft.com/office/drawing/2014/main" id="{C3EAAA01-8F37-C2C3-99F6-CF0A76B0C72D}"/>
                  </a:ext>
                </a:extLst>
              </p:cNvPr>
              <p:cNvSpPr/>
              <p:nvPr/>
            </p:nvSpPr>
            <p:spPr>
              <a:xfrm>
                <a:off x="9125327" y="6185678"/>
                <a:ext cx="6343" cy="6345"/>
              </a:xfrm>
              <a:custGeom>
                <a:avLst/>
                <a:gdLst>
                  <a:gd name="connsiteX0" fmla="*/ 3386 w 6343"/>
                  <a:gd name="connsiteY0" fmla="*/ 6559 h 6345"/>
                  <a:gd name="connsiteX1" fmla="*/ 5628 w 6343"/>
                  <a:gd name="connsiteY1" fmla="*/ 5629 h 6345"/>
                  <a:gd name="connsiteX2" fmla="*/ 6557 w 6343"/>
                  <a:gd name="connsiteY2" fmla="*/ 3386 h 6345"/>
                  <a:gd name="connsiteX3" fmla="*/ 5628 w 6343"/>
                  <a:gd name="connsiteY3" fmla="*/ 1143 h 6345"/>
                  <a:gd name="connsiteX4" fmla="*/ 3386 w 6343"/>
                  <a:gd name="connsiteY4" fmla="*/ 213 h 6345"/>
                  <a:gd name="connsiteX5" fmla="*/ 1143 w 6343"/>
                  <a:gd name="connsiteY5" fmla="*/ 1143 h 6345"/>
                  <a:gd name="connsiteX6" fmla="*/ 214 w 6343"/>
                  <a:gd name="connsiteY6" fmla="*/ 3386 h 6345"/>
                  <a:gd name="connsiteX7" fmla="*/ 1143 w 6343"/>
                  <a:gd name="connsiteY7" fmla="*/ 5629 h 6345"/>
                  <a:gd name="connsiteX8" fmla="*/ 338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59"/>
                    </a:moveTo>
                    <a:cubicBezTo>
                      <a:pt x="4227" y="6559"/>
                      <a:pt x="5034" y="6224"/>
                      <a:pt x="5628" y="5629"/>
                    </a:cubicBezTo>
                    <a:cubicBezTo>
                      <a:pt x="6223" y="5034"/>
                      <a:pt x="6557" y="4227"/>
                      <a:pt x="6557" y="3386"/>
                    </a:cubicBezTo>
                    <a:cubicBezTo>
                      <a:pt x="6557" y="2545"/>
                      <a:pt x="6223" y="1737"/>
                      <a:pt x="5628" y="1143"/>
                    </a:cubicBezTo>
                    <a:cubicBezTo>
                      <a:pt x="5034" y="548"/>
                      <a:pt x="4227" y="213"/>
                      <a:pt x="3386" y="213"/>
                    </a:cubicBezTo>
                    <a:cubicBezTo>
                      <a:pt x="2545" y="213"/>
                      <a:pt x="1738" y="548"/>
                      <a:pt x="1143" y="1143"/>
                    </a:cubicBezTo>
                    <a:cubicBezTo>
                      <a:pt x="548" y="1737"/>
                      <a:pt x="214" y="2545"/>
                      <a:pt x="214" y="3386"/>
                    </a:cubicBezTo>
                    <a:cubicBezTo>
                      <a:pt x="214" y="4227"/>
                      <a:pt x="548" y="5034"/>
                      <a:pt x="1143" y="5629"/>
                    </a:cubicBezTo>
                    <a:cubicBezTo>
                      <a:pt x="1738" y="6224"/>
                      <a:pt x="2545" y="6559"/>
                      <a:pt x="338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33" name="Freeform: Shape 11732">
                <a:extLst>
                  <a:ext uri="{FF2B5EF4-FFF2-40B4-BE49-F238E27FC236}">
                    <a16:creationId xmlns:a16="http://schemas.microsoft.com/office/drawing/2014/main" id="{BC065FA7-29BB-7167-1169-A4528D9859AA}"/>
                  </a:ext>
                </a:extLst>
              </p:cNvPr>
              <p:cNvSpPr/>
              <p:nvPr/>
            </p:nvSpPr>
            <p:spPr>
              <a:xfrm>
                <a:off x="9119219" y="6185469"/>
                <a:ext cx="6343" cy="6345"/>
              </a:xfrm>
              <a:custGeom>
                <a:avLst/>
                <a:gdLst>
                  <a:gd name="connsiteX0" fmla="*/ 3385 w 6343"/>
                  <a:gd name="connsiteY0" fmla="*/ 6559 h 6345"/>
                  <a:gd name="connsiteX1" fmla="*/ 5628 w 6343"/>
                  <a:gd name="connsiteY1" fmla="*/ 5629 h 6345"/>
                  <a:gd name="connsiteX2" fmla="*/ 6557 w 6343"/>
                  <a:gd name="connsiteY2" fmla="*/ 3386 h 6345"/>
                  <a:gd name="connsiteX3" fmla="*/ 5628 w 6343"/>
                  <a:gd name="connsiteY3" fmla="*/ 1142 h 6345"/>
                  <a:gd name="connsiteX4" fmla="*/ 3385 w 6343"/>
                  <a:gd name="connsiteY4" fmla="*/ 213 h 6345"/>
                  <a:gd name="connsiteX5" fmla="*/ 1143 w 6343"/>
                  <a:gd name="connsiteY5" fmla="*/ 1142 h 6345"/>
                  <a:gd name="connsiteX6" fmla="*/ 214 w 6343"/>
                  <a:gd name="connsiteY6" fmla="*/ 3386 h 6345"/>
                  <a:gd name="connsiteX7" fmla="*/ 1143 w 6343"/>
                  <a:gd name="connsiteY7" fmla="*/ 5629 h 6345"/>
                  <a:gd name="connsiteX8" fmla="*/ 338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59"/>
                    </a:moveTo>
                    <a:cubicBezTo>
                      <a:pt x="4226" y="6559"/>
                      <a:pt x="5033" y="6224"/>
                      <a:pt x="5628" y="5629"/>
                    </a:cubicBezTo>
                    <a:cubicBezTo>
                      <a:pt x="6223" y="5034"/>
                      <a:pt x="6557" y="4227"/>
                      <a:pt x="6557" y="3386"/>
                    </a:cubicBezTo>
                    <a:cubicBezTo>
                      <a:pt x="6557" y="2545"/>
                      <a:pt x="6223" y="1737"/>
                      <a:pt x="5628" y="1142"/>
                    </a:cubicBezTo>
                    <a:cubicBezTo>
                      <a:pt x="5033" y="548"/>
                      <a:pt x="4226" y="213"/>
                      <a:pt x="3385" y="213"/>
                    </a:cubicBezTo>
                    <a:cubicBezTo>
                      <a:pt x="2544" y="213"/>
                      <a:pt x="1737" y="548"/>
                      <a:pt x="1143" y="1142"/>
                    </a:cubicBezTo>
                    <a:cubicBezTo>
                      <a:pt x="548" y="1737"/>
                      <a:pt x="214" y="2545"/>
                      <a:pt x="214" y="3386"/>
                    </a:cubicBezTo>
                    <a:cubicBezTo>
                      <a:pt x="214" y="4227"/>
                      <a:pt x="548" y="5034"/>
                      <a:pt x="1143" y="5629"/>
                    </a:cubicBezTo>
                    <a:cubicBezTo>
                      <a:pt x="1737" y="6224"/>
                      <a:pt x="2544" y="6559"/>
                      <a:pt x="338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34" name="Freeform: Shape 11733">
                <a:extLst>
                  <a:ext uri="{FF2B5EF4-FFF2-40B4-BE49-F238E27FC236}">
                    <a16:creationId xmlns:a16="http://schemas.microsoft.com/office/drawing/2014/main" id="{76DD7765-5B17-A08F-8651-43CB043967CF}"/>
                  </a:ext>
                </a:extLst>
              </p:cNvPr>
              <p:cNvSpPr/>
              <p:nvPr/>
            </p:nvSpPr>
            <p:spPr>
              <a:xfrm>
                <a:off x="9113103" y="6185218"/>
                <a:ext cx="6343" cy="6345"/>
              </a:xfrm>
              <a:custGeom>
                <a:avLst/>
                <a:gdLst>
                  <a:gd name="connsiteX0" fmla="*/ 3385 w 6343"/>
                  <a:gd name="connsiteY0" fmla="*/ 6559 h 6345"/>
                  <a:gd name="connsiteX1" fmla="*/ 5627 w 6343"/>
                  <a:gd name="connsiteY1" fmla="*/ 5629 h 6345"/>
                  <a:gd name="connsiteX2" fmla="*/ 6556 w 6343"/>
                  <a:gd name="connsiteY2" fmla="*/ 3386 h 6345"/>
                  <a:gd name="connsiteX3" fmla="*/ 5627 w 6343"/>
                  <a:gd name="connsiteY3" fmla="*/ 1142 h 6345"/>
                  <a:gd name="connsiteX4" fmla="*/ 3385 w 6343"/>
                  <a:gd name="connsiteY4" fmla="*/ 213 h 6345"/>
                  <a:gd name="connsiteX5" fmla="*/ 1142 w 6343"/>
                  <a:gd name="connsiteY5" fmla="*/ 1142 h 6345"/>
                  <a:gd name="connsiteX6" fmla="*/ 213 w 6343"/>
                  <a:gd name="connsiteY6" fmla="*/ 3386 h 6345"/>
                  <a:gd name="connsiteX7" fmla="*/ 1142 w 6343"/>
                  <a:gd name="connsiteY7" fmla="*/ 5629 h 6345"/>
                  <a:gd name="connsiteX8" fmla="*/ 338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59"/>
                    </a:moveTo>
                    <a:cubicBezTo>
                      <a:pt x="4226" y="6559"/>
                      <a:pt x="5033" y="6224"/>
                      <a:pt x="5627" y="5629"/>
                    </a:cubicBezTo>
                    <a:cubicBezTo>
                      <a:pt x="6222" y="5034"/>
                      <a:pt x="6556" y="4227"/>
                      <a:pt x="6556" y="3386"/>
                    </a:cubicBezTo>
                    <a:cubicBezTo>
                      <a:pt x="6556" y="2544"/>
                      <a:pt x="6222" y="1737"/>
                      <a:pt x="5627" y="1142"/>
                    </a:cubicBezTo>
                    <a:cubicBezTo>
                      <a:pt x="5033" y="548"/>
                      <a:pt x="4226" y="213"/>
                      <a:pt x="3385" y="213"/>
                    </a:cubicBezTo>
                    <a:cubicBezTo>
                      <a:pt x="2544" y="213"/>
                      <a:pt x="1737" y="548"/>
                      <a:pt x="1142" y="1142"/>
                    </a:cubicBezTo>
                    <a:cubicBezTo>
                      <a:pt x="547" y="1737"/>
                      <a:pt x="213" y="2544"/>
                      <a:pt x="213" y="3386"/>
                    </a:cubicBezTo>
                    <a:cubicBezTo>
                      <a:pt x="213" y="4227"/>
                      <a:pt x="547" y="5034"/>
                      <a:pt x="1142" y="5629"/>
                    </a:cubicBezTo>
                    <a:cubicBezTo>
                      <a:pt x="1737" y="6224"/>
                      <a:pt x="2544" y="6559"/>
                      <a:pt x="338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35" name="Freeform: Shape 11734">
                <a:extLst>
                  <a:ext uri="{FF2B5EF4-FFF2-40B4-BE49-F238E27FC236}">
                    <a16:creationId xmlns:a16="http://schemas.microsoft.com/office/drawing/2014/main" id="{19321492-67E9-8559-E174-536880524DF3}"/>
                  </a:ext>
                </a:extLst>
              </p:cNvPr>
              <p:cNvSpPr/>
              <p:nvPr/>
            </p:nvSpPr>
            <p:spPr>
              <a:xfrm>
                <a:off x="9107110" y="6184574"/>
                <a:ext cx="6343" cy="6345"/>
              </a:xfrm>
              <a:custGeom>
                <a:avLst/>
                <a:gdLst>
                  <a:gd name="connsiteX0" fmla="*/ 3384 w 6343"/>
                  <a:gd name="connsiteY0" fmla="*/ 6559 h 6345"/>
                  <a:gd name="connsiteX1" fmla="*/ 5627 w 6343"/>
                  <a:gd name="connsiteY1" fmla="*/ 5629 h 6345"/>
                  <a:gd name="connsiteX2" fmla="*/ 6556 w 6343"/>
                  <a:gd name="connsiteY2" fmla="*/ 3386 h 6345"/>
                  <a:gd name="connsiteX3" fmla="*/ 5627 w 6343"/>
                  <a:gd name="connsiteY3" fmla="*/ 1142 h 6345"/>
                  <a:gd name="connsiteX4" fmla="*/ 3384 w 6343"/>
                  <a:gd name="connsiteY4" fmla="*/ 213 h 6345"/>
                  <a:gd name="connsiteX5" fmla="*/ 1142 w 6343"/>
                  <a:gd name="connsiteY5" fmla="*/ 1142 h 6345"/>
                  <a:gd name="connsiteX6" fmla="*/ 213 w 6343"/>
                  <a:gd name="connsiteY6" fmla="*/ 3386 h 6345"/>
                  <a:gd name="connsiteX7" fmla="*/ 1142 w 6343"/>
                  <a:gd name="connsiteY7" fmla="*/ 5629 h 6345"/>
                  <a:gd name="connsiteX8" fmla="*/ 338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59"/>
                    </a:moveTo>
                    <a:cubicBezTo>
                      <a:pt x="4225" y="6559"/>
                      <a:pt x="5032" y="6224"/>
                      <a:pt x="5627" y="5629"/>
                    </a:cubicBezTo>
                    <a:cubicBezTo>
                      <a:pt x="6222" y="5034"/>
                      <a:pt x="6556" y="4227"/>
                      <a:pt x="6556" y="3386"/>
                    </a:cubicBezTo>
                    <a:cubicBezTo>
                      <a:pt x="6556" y="2544"/>
                      <a:pt x="6222" y="1737"/>
                      <a:pt x="5627" y="1142"/>
                    </a:cubicBezTo>
                    <a:cubicBezTo>
                      <a:pt x="5032" y="547"/>
                      <a:pt x="4225" y="213"/>
                      <a:pt x="3384" y="213"/>
                    </a:cubicBezTo>
                    <a:cubicBezTo>
                      <a:pt x="2543" y="213"/>
                      <a:pt x="1736" y="547"/>
                      <a:pt x="1142" y="1142"/>
                    </a:cubicBezTo>
                    <a:cubicBezTo>
                      <a:pt x="547" y="1737"/>
                      <a:pt x="213" y="2544"/>
                      <a:pt x="213" y="3386"/>
                    </a:cubicBezTo>
                    <a:cubicBezTo>
                      <a:pt x="213" y="4227"/>
                      <a:pt x="547" y="5034"/>
                      <a:pt x="1142" y="5629"/>
                    </a:cubicBezTo>
                    <a:cubicBezTo>
                      <a:pt x="1736" y="6224"/>
                      <a:pt x="2543" y="6559"/>
                      <a:pt x="338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36" name="Freeform: Shape 11735">
                <a:extLst>
                  <a:ext uri="{FF2B5EF4-FFF2-40B4-BE49-F238E27FC236}">
                    <a16:creationId xmlns:a16="http://schemas.microsoft.com/office/drawing/2014/main" id="{21B5B2A9-5C24-4294-7311-3B3180280956}"/>
                  </a:ext>
                </a:extLst>
              </p:cNvPr>
              <p:cNvSpPr/>
              <p:nvPr/>
            </p:nvSpPr>
            <p:spPr>
              <a:xfrm>
                <a:off x="9101022" y="6184123"/>
                <a:ext cx="6343" cy="6345"/>
              </a:xfrm>
              <a:custGeom>
                <a:avLst/>
                <a:gdLst>
                  <a:gd name="connsiteX0" fmla="*/ 3384 w 6343"/>
                  <a:gd name="connsiteY0" fmla="*/ 6559 h 6345"/>
                  <a:gd name="connsiteX1" fmla="*/ 5626 w 6343"/>
                  <a:gd name="connsiteY1" fmla="*/ 5629 h 6345"/>
                  <a:gd name="connsiteX2" fmla="*/ 6555 w 6343"/>
                  <a:gd name="connsiteY2" fmla="*/ 3386 h 6345"/>
                  <a:gd name="connsiteX3" fmla="*/ 5626 w 6343"/>
                  <a:gd name="connsiteY3" fmla="*/ 1142 h 6345"/>
                  <a:gd name="connsiteX4" fmla="*/ 3384 w 6343"/>
                  <a:gd name="connsiteY4" fmla="*/ 213 h 6345"/>
                  <a:gd name="connsiteX5" fmla="*/ 1141 w 6343"/>
                  <a:gd name="connsiteY5" fmla="*/ 1142 h 6345"/>
                  <a:gd name="connsiteX6" fmla="*/ 212 w 6343"/>
                  <a:gd name="connsiteY6" fmla="*/ 3386 h 6345"/>
                  <a:gd name="connsiteX7" fmla="*/ 1141 w 6343"/>
                  <a:gd name="connsiteY7" fmla="*/ 5629 h 6345"/>
                  <a:gd name="connsiteX8" fmla="*/ 338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59"/>
                    </a:moveTo>
                    <a:cubicBezTo>
                      <a:pt x="4225" y="6559"/>
                      <a:pt x="5032" y="6224"/>
                      <a:pt x="5626" y="5629"/>
                    </a:cubicBezTo>
                    <a:cubicBezTo>
                      <a:pt x="6221" y="5034"/>
                      <a:pt x="6555" y="4227"/>
                      <a:pt x="6555" y="3386"/>
                    </a:cubicBezTo>
                    <a:cubicBezTo>
                      <a:pt x="6555" y="2544"/>
                      <a:pt x="6221" y="1737"/>
                      <a:pt x="5626" y="1142"/>
                    </a:cubicBezTo>
                    <a:cubicBezTo>
                      <a:pt x="5032" y="547"/>
                      <a:pt x="4225" y="213"/>
                      <a:pt x="3384" y="213"/>
                    </a:cubicBezTo>
                    <a:cubicBezTo>
                      <a:pt x="2543" y="213"/>
                      <a:pt x="1736" y="547"/>
                      <a:pt x="1141" y="1142"/>
                    </a:cubicBezTo>
                    <a:cubicBezTo>
                      <a:pt x="546" y="1737"/>
                      <a:pt x="212" y="2544"/>
                      <a:pt x="212" y="3386"/>
                    </a:cubicBezTo>
                    <a:cubicBezTo>
                      <a:pt x="212" y="4227"/>
                      <a:pt x="546" y="5034"/>
                      <a:pt x="1141" y="5629"/>
                    </a:cubicBezTo>
                    <a:cubicBezTo>
                      <a:pt x="1736" y="6224"/>
                      <a:pt x="2543" y="6559"/>
                      <a:pt x="338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37" name="Freeform: Shape 11736">
                <a:extLst>
                  <a:ext uri="{FF2B5EF4-FFF2-40B4-BE49-F238E27FC236}">
                    <a16:creationId xmlns:a16="http://schemas.microsoft.com/office/drawing/2014/main" id="{1FE92437-A0A8-DE28-7CA2-9CF8C1263297}"/>
                  </a:ext>
                </a:extLst>
              </p:cNvPr>
              <p:cNvSpPr/>
              <p:nvPr/>
            </p:nvSpPr>
            <p:spPr>
              <a:xfrm>
                <a:off x="9094469" y="6184798"/>
                <a:ext cx="6343" cy="6345"/>
              </a:xfrm>
              <a:custGeom>
                <a:avLst/>
                <a:gdLst>
                  <a:gd name="connsiteX0" fmla="*/ 3383 w 6343"/>
                  <a:gd name="connsiteY0" fmla="*/ 6559 h 6345"/>
                  <a:gd name="connsiteX1" fmla="*/ 5626 w 6343"/>
                  <a:gd name="connsiteY1" fmla="*/ 5629 h 6345"/>
                  <a:gd name="connsiteX2" fmla="*/ 6555 w 6343"/>
                  <a:gd name="connsiteY2" fmla="*/ 3386 h 6345"/>
                  <a:gd name="connsiteX3" fmla="*/ 5626 w 6343"/>
                  <a:gd name="connsiteY3" fmla="*/ 1142 h 6345"/>
                  <a:gd name="connsiteX4" fmla="*/ 3383 w 6343"/>
                  <a:gd name="connsiteY4" fmla="*/ 213 h 6345"/>
                  <a:gd name="connsiteX5" fmla="*/ 1141 w 6343"/>
                  <a:gd name="connsiteY5" fmla="*/ 1142 h 6345"/>
                  <a:gd name="connsiteX6" fmla="*/ 212 w 6343"/>
                  <a:gd name="connsiteY6" fmla="*/ 3386 h 6345"/>
                  <a:gd name="connsiteX7" fmla="*/ 1141 w 6343"/>
                  <a:gd name="connsiteY7" fmla="*/ 5629 h 6345"/>
                  <a:gd name="connsiteX8" fmla="*/ 338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59"/>
                    </a:moveTo>
                    <a:cubicBezTo>
                      <a:pt x="4224" y="6559"/>
                      <a:pt x="5031" y="6224"/>
                      <a:pt x="5626" y="5629"/>
                    </a:cubicBezTo>
                    <a:cubicBezTo>
                      <a:pt x="6221" y="5034"/>
                      <a:pt x="6555" y="4227"/>
                      <a:pt x="6555" y="3386"/>
                    </a:cubicBezTo>
                    <a:cubicBezTo>
                      <a:pt x="6555" y="2544"/>
                      <a:pt x="6221" y="1737"/>
                      <a:pt x="5626" y="1142"/>
                    </a:cubicBezTo>
                    <a:cubicBezTo>
                      <a:pt x="5031" y="547"/>
                      <a:pt x="4224" y="213"/>
                      <a:pt x="3383" y="213"/>
                    </a:cubicBezTo>
                    <a:cubicBezTo>
                      <a:pt x="2542" y="213"/>
                      <a:pt x="1735" y="547"/>
                      <a:pt x="1141" y="1142"/>
                    </a:cubicBezTo>
                    <a:cubicBezTo>
                      <a:pt x="546" y="1737"/>
                      <a:pt x="212" y="2544"/>
                      <a:pt x="212" y="3386"/>
                    </a:cubicBezTo>
                    <a:cubicBezTo>
                      <a:pt x="212" y="4227"/>
                      <a:pt x="546" y="5034"/>
                      <a:pt x="1141" y="5629"/>
                    </a:cubicBezTo>
                    <a:cubicBezTo>
                      <a:pt x="1735" y="6224"/>
                      <a:pt x="2542" y="6559"/>
                      <a:pt x="338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38" name="Freeform: Shape 11737">
                <a:extLst>
                  <a:ext uri="{FF2B5EF4-FFF2-40B4-BE49-F238E27FC236}">
                    <a16:creationId xmlns:a16="http://schemas.microsoft.com/office/drawing/2014/main" id="{1D34FC11-D692-61B0-19CE-599243438D83}"/>
                  </a:ext>
                </a:extLst>
              </p:cNvPr>
              <p:cNvSpPr/>
              <p:nvPr/>
            </p:nvSpPr>
            <p:spPr>
              <a:xfrm>
                <a:off x="9088175" y="6184727"/>
                <a:ext cx="6343" cy="6345"/>
              </a:xfrm>
              <a:custGeom>
                <a:avLst/>
                <a:gdLst>
                  <a:gd name="connsiteX0" fmla="*/ 3383 w 6343"/>
                  <a:gd name="connsiteY0" fmla="*/ 6559 h 6345"/>
                  <a:gd name="connsiteX1" fmla="*/ 5625 w 6343"/>
                  <a:gd name="connsiteY1" fmla="*/ 5629 h 6345"/>
                  <a:gd name="connsiteX2" fmla="*/ 6554 w 6343"/>
                  <a:gd name="connsiteY2" fmla="*/ 3386 h 6345"/>
                  <a:gd name="connsiteX3" fmla="*/ 5625 w 6343"/>
                  <a:gd name="connsiteY3" fmla="*/ 1142 h 6345"/>
                  <a:gd name="connsiteX4" fmla="*/ 3383 w 6343"/>
                  <a:gd name="connsiteY4" fmla="*/ 213 h 6345"/>
                  <a:gd name="connsiteX5" fmla="*/ 1140 w 6343"/>
                  <a:gd name="connsiteY5" fmla="*/ 1142 h 6345"/>
                  <a:gd name="connsiteX6" fmla="*/ 211 w 6343"/>
                  <a:gd name="connsiteY6" fmla="*/ 3386 h 6345"/>
                  <a:gd name="connsiteX7" fmla="*/ 1140 w 6343"/>
                  <a:gd name="connsiteY7" fmla="*/ 5629 h 6345"/>
                  <a:gd name="connsiteX8" fmla="*/ 338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59"/>
                    </a:moveTo>
                    <a:cubicBezTo>
                      <a:pt x="4224" y="6559"/>
                      <a:pt x="5031" y="6224"/>
                      <a:pt x="5625" y="5629"/>
                    </a:cubicBezTo>
                    <a:cubicBezTo>
                      <a:pt x="6220" y="5034"/>
                      <a:pt x="6554" y="4227"/>
                      <a:pt x="6554" y="3386"/>
                    </a:cubicBezTo>
                    <a:cubicBezTo>
                      <a:pt x="6554" y="2544"/>
                      <a:pt x="6220" y="1737"/>
                      <a:pt x="5625" y="1142"/>
                    </a:cubicBezTo>
                    <a:cubicBezTo>
                      <a:pt x="5031" y="547"/>
                      <a:pt x="4224" y="213"/>
                      <a:pt x="3383" y="213"/>
                    </a:cubicBezTo>
                    <a:cubicBezTo>
                      <a:pt x="2542" y="213"/>
                      <a:pt x="1735" y="547"/>
                      <a:pt x="1140" y="1142"/>
                    </a:cubicBezTo>
                    <a:cubicBezTo>
                      <a:pt x="545" y="1737"/>
                      <a:pt x="211" y="2544"/>
                      <a:pt x="211" y="3386"/>
                    </a:cubicBezTo>
                    <a:cubicBezTo>
                      <a:pt x="211" y="4227"/>
                      <a:pt x="545" y="5034"/>
                      <a:pt x="1140" y="5629"/>
                    </a:cubicBezTo>
                    <a:cubicBezTo>
                      <a:pt x="1735" y="6224"/>
                      <a:pt x="2542" y="6559"/>
                      <a:pt x="338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39" name="Freeform: Shape 11738">
                <a:extLst>
                  <a:ext uri="{FF2B5EF4-FFF2-40B4-BE49-F238E27FC236}">
                    <a16:creationId xmlns:a16="http://schemas.microsoft.com/office/drawing/2014/main" id="{9731DF4B-EE58-F7F7-6695-355F5BD15C8D}"/>
                  </a:ext>
                </a:extLst>
              </p:cNvPr>
              <p:cNvSpPr/>
              <p:nvPr/>
            </p:nvSpPr>
            <p:spPr>
              <a:xfrm>
                <a:off x="9081915" y="6184497"/>
                <a:ext cx="6343" cy="6345"/>
              </a:xfrm>
              <a:custGeom>
                <a:avLst/>
                <a:gdLst>
                  <a:gd name="connsiteX0" fmla="*/ 3382 w 6343"/>
                  <a:gd name="connsiteY0" fmla="*/ 6559 h 6345"/>
                  <a:gd name="connsiteX1" fmla="*/ 5625 w 6343"/>
                  <a:gd name="connsiteY1" fmla="*/ 5629 h 6345"/>
                  <a:gd name="connsiteX2" fmla="*/ 6554 w 6343"/>
                  <a:gd name="connsiteY2" fmla="*/ 3386 h 6345"/>
                  <a:gd name="connsiteX3" fmla="*/ 5625 w 6343"/>
                  <a:gd name="connsiteY3" fmla="*/ 1142 h 6345"/>
                  <a:gd name="connsiteX4" fmla="*/ 3382 w 6343"/>
                  <a:gd name="connsiteY4" fmla="*/ 213 h 6345"/>
                  <a:gd name="connsiteX5" fmla="*/ 1140 w 6343"/>
                  <a:gd name="connsiteY5" fmla="*/ 1142 h 6345"/>
                  <a:gd name="connsiteX6" fmla="*/ 211 w 6343"/>
                  <a:gd name="connsiteY6" fmla="*/ 3386 h 6345"/>
                  <a:gd name="connsiteX7" fmla="*/ 1140 w 6343"/>
                  <a:gd name="connsiteY7" fmla="*/ 5629 h 6345"/>
                  <a:gd name="connsiteX8" fmla="*/ 338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59"/>
                    </a:moveTo>
                    <a:cubicBezTo>
                      <a:pt x="4223" y="6559"/>
                      <a:pt x="5030" y="6224"/>
                      <a:pt x="5625" y="5629"/>
                    </a:cubicBezTo>
                    <a:cubicBezTo>
                      <a:pt x="6220" y="5034"/>
                      <a:pt x="6554" y="4227"/>
                      <a:pt x="6554" y="3386"/>
                    </a:cubicBezTo>
                    <a:cubicBezTo>
                      <a:pt x="6554" y="2544"/>
                      <a:pt x="6220" y="1737"/>
                      <a:pt x="5625" y="1142"/>
                    </a:cubicBezTo>
                    <a:cubicBezTo>
                      <a:pt x="5030" y="547"/>
                      <a:pt x="4223" y="213"/>
                      <a:pt x="3382" y="213"/>
                    </a:cubicBezTo>
                    <a:cubicBezTo>
                      <a:pt x="2541" y="213"/>
                      <a:pt x="1734" y="547"/>
                      <a:pt x="1140" y="1142"/>
                    </a:cubicBezTo>
                    <a:cubicBezTo>
                      <a:pt x="545" y="1737"/>
                      <a:pt x="211" y="2544"/>
                      <a:pt x="211" y="3386"/>
                    </a:cubicBezTo>
                    <a:cubicBezTo>
                      <a:pt x="211" y="4227"/>
                      <a:pt x="545" y="5034"/>
                      <a:pt x="1140" y="5629"/>
                    </a:cubicBezTo>
                    <a:cubicBezTo>
                      <a:pt x="1734" y="6224"/>
                      <a:pt x="2541" y="6559"/>
                      <a:pt x="338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40" name="Freeform: Shape 11739">
                <a:extLst>
                  <a:ext uri="{FF2B5EF4-FFF2-40B4-BE49-F238E27FC236}">
                    <a16:creationId xmlns:a16="http://schemas.microsoft.com/office/drawing/2014/main" id="{8537769A-AB86-FDA5-1D3B-F3FE79773121}"/>
                  </a:ext>
                </a:extLst>
              </p:cNvPr>
              <p:cNvSpPr/>
              <p:nvPr/>
            </p:nvSpPr>
            <p:spPr>
              <a:xfrm>
                <a:off x="9075476" y="6184628"/>
                <a:ext cx="6343" cy="6345"/>
              </a:xfrm>
              <a:custGeom>
                <a:avLst/>
                <a:gdLst>
                  <a:gd name="connsiteX0" fmla="*/ 3382 w 6343"/>
                  <a:gd name="connsiteY0" fmla="*/ 6559 h 6345"/>
                  <a:gd name="connsiteX1" fmla="*/ 5624 w 6343"/>
                  <a:gd name="connsiteY1" fmla="*/ 5629 h 6345"/>
                  <a:gd name="connsiteX2" fmla="*/ 6553 w 6343"/>
                  <a:gd name="connsiteY2" fmla="*/ 3386 h 6345"/>
                  <a:gd name="connsiteX3" fmla="*/ 5624 w 6343"/>
                  <a:gd name="connsiteY3" fmla="*/ 1142 h 6345"/>
                  <a:gd name="connsiteX4" fmla="*/ 3382 w 6343"/>
                  <a:gd name="connsiteY4" fmla="*/ 213 h 6345"/>
                  <a:gd name="connsiteX5" fmla="*/ 1139 w 6343"/>
                  <a:gd name="connsiteY5" fmla="*/ 1142 h 6345"/>
                  <a:gd name="connsiteX6" fmla="*/ 210 w 6343"/>
                  <a:gd name="connsiteY6" fmla="*/ 3386 h 6345"/>
                  <a:gd name="connsiteX7" fmla="*/ 1139 w 6343"/>
                  <a:gd name="connsiteY7" fmla="*/ 5629 h 6345"/>
                  <a:gd name="connsiteX8" fmla="*/ 338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59"/>
                    </a:moveTo>
                    <a:cubicBezTo>
                      <a:pt x="4223" y="6559"/>
                      <a:pt x="5030" y="6224"/>
                      <a:pt x="5624" y="5629"/>
                    </a:cubicBezTo>
                    <a:cubicBezTo>
                      <a:pt x="6219" y="5034"/>
                      <a:pt x="6553" y="4227"/>
                      <a:pt x="6553" y="3386"/>
                    </a:cubicBezTo>
                    <a:cubicBezTo>
                      <a:pt x="6553" y="2544"/>
                      <a:pt x="6219" y="1737"/>
                      <a:pt x="5624" y="1142"/>
                    </a:cubicBezTo>
                    <a:cubicBezTo>
                      <a:pt x="5030" y="547"/>
                      <a:pt x="4223" y="213"/>
                      <a:pt x="3382" y="213"/>
                    </a:cubicBezTo>
                    <a:cubicBezTo>
                      <a:pt x="2541" y="213"/>
                      <a:pt x="1734" y="547"/>
                      <a:pt x="1139" y="1142"/>
                    </a:cubicBezTo>
                    <a:cubicBezTo>
                      <a:pt x="544" y="1737"/>
                      <a:pt x="210" y="2544"/>
                      <a:pt x="210" y="3386"/>
                    </a:cubicBezTo>
                    <a:cubicBezTo>
                      <a:pt x="210" y="4227"/>
                      <a:pt x="544" y="5034"/>
                      <a:pt x="1139" y="5629"/>
                    </a:cubicBezTo>
                    <a:cubicBezTo>
                      <a:pt x="1734" y="6224"/>
                      <a:pt x="2541" y="6559"/>
                      <a:pt x="338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41" name="Freeform: Shape 11740">
                <a:extLst>
                  <a:ext uri="{FF2B5EF4-FFF2-40B4-BE49-F238E27FC236}">
                    <a16:creationId xmlns:a16="http://schemas.microsoft.com/office/drawing/2014/main" id="{903CB1DB-9079-FD96-4925-EF73D3E37B2D}"/>
                  </a:ext>
                </a:extLst>
              </p:cNvPr>
              <p:cNvSpPr/>
              <p:nvPr/>
            </p:nvSpPr>
            <p:spPr>
              <a:xfrm>
                <a:off x="9069242" y="6184194"/>
                <a:ext cx="6343" cy="6345"/>
              </a:xfrm>
              <a:custGeom>
                <a:avLst/>
                <a:gdLst>
                  <a:gd name="connsiteX0" fmla="*/ 3381 w 6343"/>
                  <a:gd name="connsiteY0" fmla="*/ 6559 h 6345"/>
                  <a:gd name="connsiteX1" fmla="*/ 5624 w 6343"/>
                  <a:gd name="connsiteY1" fmla="*/ 5629 h 6345"/>
                  <a:gd name="connsiteX2" fmla="*/ 6553 w 6343"/>
                  <a:gd name="connsiteY2" fmla="*/ 3386 h 6345"/>
                  <a:gd name="connsiteX3" fmla="*/ 5624 w 6343"/>
                  <a:gd name="connsiteY3" fmla="*/ 1142 h 6345"/>
                  <a:gd name="connsiteX4" fmla="*/ 3381 w 6343"/>
                  <a:gd name="connsiteY4" fmla="*/ 213 h 6345"/>
                  <a:gd name="connsiteX5" fmla="*/ 1139 w 6343"/>
                  <a:gd name="connsiteY5" fmla="*/ 1142 h 6345"/>
                  <a:gd name="connsiteX6" fmla="*/ 210 w 6343"/>
                  <a:gd name="connsiteY6" fmla="*/ 3386 h 6345"/>
                  <a:gd name="connsiteX7" fmla="*/ 1139 w 6343"/>
                  <a:gd name="connsiteY7" fmla="*/ 5629 h 6345"/>
                  <a:gd name="connsiteX8" fmla="*/ 338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559"/>
                    </a:moveTo>
                    <a:cubicBezTo>
                      <a:pt x="4222" y="6559"/>
                      <a:pt x="5029" y="6224"/>
                      <a:pt x="5624" y="5629"/>
                    </a:cubicBezTo>
                    <a:cubicBezTo>
                      <a:pt x="6219" y="5034"/>
                      <a:pt x="6553" y="4227"/>
                      <a:pt x="6553" y="3386"/>
                    </a:cubicBezTo>
                    <a:cubicBezTo>
                      <a:pt x="6553" y="2544"/>
                      <a:pt x="6219" y="1737"/>
                      <a:pt x="5624" y="1142"/>
                    </a:cubicBezTo>
                    <a:cubicBezTo>
                      <a:pt x="5029" y="547"/>
                      <a:pt x="4222" y="213"/>
                      <a:pt x="3381" y="213"/>
                    </a:cubicBezTo>
                    <a:cubicBezTo>
                      <a:pt x="2540" y="213"/>
                      <a:pt x="1733" y="547"/>
                      <a:pt x="1139" y="1142"/>
                    </a:cubicBezTo>
                    <a:cubicBezTo>
                      <a:pt x="544" y="1737"/>
                      <a:pt x="210" y="2544"/>
                      <a:pt x="210" y="3386"/>
                    </a:cubicBezTo>
                    <a:cubicBezTo>
                      <a:pt x="210" y="4227"/>
                      <a:pt x="544" y="5034"/>
                      <a:pt x="1139" y="5629"/>
                    </a:cubicBezTo>
                    <a:cubicBezTo>
                      <a:pt x="1733" y="6224"/>
                      <a:pt x="2540" y="6559"/>
                      <a:pt x="338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42" name="Freeform: Shape 11741">
                <a:extLst>
                  <a:ext uri="{FF2B5EF4-FFF2-40B4-BE49-F238E27FC236}">
                    <a16:creationId xmlns:a16="http://schemas.microsoft.com/office/drawing/2014/main" id="{28DC2558-4857-08E8-C91C-FEAB389F149E}"/>
                  </a:ext>
                </a:extLst>
              </p:cNvPr>
              <p:cNvSpPr/>
              <p:nvPr/>
            </p:nvSpPr>
            <p:spPr>
              <a:xfrm>
                <a:off x="9062727" y="6184351"/>
                <a:ext cx="6343" cy="6345"/>
              </a:xfrm>
              <a:custGeom>
                <a:avLst/>
                <a:gdLst>
                  <a:gd name="connsiteX0" fmla="*/ 3381 w 6343"/>
                  <a:gd name="connsiteY0" fmla="*/ 6559 h 6345"/>
                  <a:gd name="connsiteX1" fmla="*/ 5623 w 6343"/>
                  <a:gd name="connsiteY1" fmla="*/ 5629 h 6345"/>
                  <a:gd name="connsiteX2" fmla="*/ 6552 w 6343"/>
                  <a:gd name="connsiteY2" fmla="*/ 3386 h 6345"/>
                  <a:gd name="connsiteX3" fmla="*/ 5623 w 6343"/>
                  <a:gd name="connsiteY3" fmla="*/ 1142 h 6345"/>
                  <a:gd name="connsiteX4" fmla="*/ 3381 w 6343"/>
                  <a:gd name="connsiteY4" fmla="*/ 213 h 6345"/>
                  <a:gd name="connsiteX5" fmla="*/ 1138 w 6343"/>
                  <a:gd name="connsiteY5" fmla="*/ 1142 h 6345"/>
                  <a:gd name="connsiteX6" fmla="*/ 209 w 6343"/>
                  <a:gd name="connsiteY6" fmla="*/ 3386 h 6345"/>
                  <a:gd name="connsiteX7" fmla="*/ 1138 w 6343"/>
                  <a:gd name="connsiteY7" fmla="*/ 5629 h 6345"/>
                  <a:gd name="connsiteX8" fmla="*/ 338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559"/>
                    </a:moveTo>
                    <a:cubicBezTo>
                      <a:pt x="4222" y="6559"/>
                      <a:pt x="5029" y="6224"/>
                      <a:pt x="5623" y="5629"/>
                    </a:cubicBezTo>
                    <a:cubicBezTo>
                      <a:pt x="6218" y="5034"/>
                      <a:pt x="6552" y="4227"/>
                      <a:pt x="6552" y="3386"/>
                    </a:cubicBezTo>
                    <a:cubicBezTo>
                      <a:pt x="6552" y="2544"/>
                      <a:pt x="6218" y="1737"/>
                      <a:pt x="5623" y="1142"/>
                    </a:cubicBezTo>
                    <a:cubicBezTo>
                      <a:pt x="5029" y="547"/>
                      <a:pt x="4222" y="213"/>
                      <a:pt x="3381" y="213"/>
                    </a:cubicBezTo>
                    <a:cubicBezTo>
                      <a:pt x="2540" y="213"/>
                      <a:pt x="1733" y="547"/>
                      <a:pt x="1138" y="1142"/>
                    </a:cubicBezTo>
                    <a:cubicBezTo>
                      <a:pt x="543" y="1737"/>
                      <a:pt x="209" y="2544"/>
                      <a:pt x="209" y="3386"/>
                    </a:cubicBezTo>
                    <a:cubicBezTo>
                      <a:pt x="209" y="4227"/>
                      <a:pt x="543" y="5034"/>
                      <a:pt x="1138" y="5629"/>
                    </a:cubicBezTo>
                    <a:cubicBezTo>
                      <a:pt x="1733" y="6224"/>
                      <a:pt x="2540" y="6559"/>
                      <a:pt x="338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43" name="Freeform: Shape 11742">
                <a:extLst>
                  <a:ext uri="{FF2B5EF4-FFF2-40B4-BE49-F238E27FC236}">
                    <a16:creationId xmlns:a16="http://schemas.microsoft.com/office/drawing/2014/main" id="{79D6839C-EFE3-2881-ECC9-10D9B5609851}"/>
                  </a:ext>
                </a:extLst>
              </p:cNvPr>
              <p:cNvSpPr/>
              <p:nvPr/>
            </p:nvSpPr>
            <p:spPr>
              <a:xfrm>
                <a:off x="9056072" y="6184748"/>
                <a:ext cx="6343" cy="6345"/>
              </a:xfrm>
              <a:custGeom>
                <a:avLst/>
                <a:gdLst>
                  <a:gd name="connsiteX0" fmla="*/ 3380 w 6343"/>
                  <a:gd name="connsiteY0" fmla="*/ 6559 h 6345"/>
                  <a:gd name="connsiteX1" fmla="*/ 5623 w 6343"/>
                  <a:gd name="connsiteY1" fmla="*/ 5629 h 6345"/>
                  <a:gd name="connsiteX2" fmla="*/ 6552 w 6343"/>
                  <a:gd name="connsiteY2" fmla="*/ 3386 h 6345"/>
                  <a:gd name="connsiteX3" fmla="*/ 5623 w 6343"/>
                  <a:gd name="connsiteY3" fmla="*/ 1142 h 6345"/>
                  <a:gd name="connsiteX4" fmla="*/ 3380 w 6343"/>
                  <a:gd name="connsiteY4" fmla="*/ 213 h 6345"/>
                  <a:gd name="connsiteX5" fmla="*/ 1138 w 6343"/>
                  <a:gd name="connsiteY5" fmla="*/ 1142 h 6345"/>
                  <a:gd name="connsiteX6" fmla="*/ 209 w 6343"/>
                  <a:gd name="connsiteY6" fmla="*/ 3386 h 6345"/>
                  <a:gd name="connsiteX7" fmla="*/ 1138 w 6343"/>
                  <a:gd name="connsiteY7" fmla="*/ 5629 h 6345"/>
                  <a:gd name="connsiteX8" fmla="*/ 338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59"/>
                    </a:moveTo>
                    <a:cubicBezTo>
                      <a:pt x="4221" y="6559"/>
                      <a:pt x="5028" y="6224"/>
                      <a:pt x="5623" y="5629"/>
                    </a:cubicBezTo>
                    <a:cubicBezTo>
                      <a:pt x="6218" y="5034"/>
                      <a:pt x="6552" y="4227"/>
                      <a:pt x="6552" y="3386"/>
                    </a:cubicBezTo>
                    <a:cubicBezTo>
                      <a:pt x="6552" y="2544"/>
                      <a:pt x="6218" y="1737"/>
                      <a:pt x="5623" y="1142"/>
                    </a:cubicBezTo>
                    <a:cubicBezTo>
                      <a:pt x="5028" y="547"/>
                      <a:pt x="4221" y="213"/>
                      <a:pt x="3380" y="213"/>
                    </a:cubicBezTo>
                    <a:cubicBezTo>
                      <a:pt x="2539" y="213"/>
                      <a:pt x="1732" y="547"/>
                      <a:pt x="1138" y="1142"/>
                    </a:cubicBezTo>
                    <a:cubicBezTo>
                      <a:pt x="543" y="1737"/>
                      <a:pt x="209" y="2544"/>
                      <a:pt x="209" y="3386"/>
                    </a:cubicBezTo>
                    <a:cubicBezTo>
                      <a:pt x="209" y="4227"/>
                      <a:pt x="543" y="5034"/>
                      <a:pt x="1138" y="5629"/>
                    </a:cubicBezTo>
                    <a:cubicBezTo>
                      <a:pt x="1732" y="6224"/>
                      <a:pt x="2539" y="6559"/>
                      <a:pt x="338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44" name="Freeform: Shape 11743">
                <a:extLst>
                  <a:ext uri="{FF2B5EF4-FFF2-40B4-BE49-F238E27FC236}">
                    <a16:creationId xmlns:a16="http://schemas.microsoft.com/office/drawing/2014/main" id="{C5D78CEC-B57D-17E9-3249-56D14D826118}"/>
                  </a:ext>
                </a:extLst>
              </p:cNvPr>
              <p:cNvSpPr/>
              <p:nvPr/>
            </p:nvSpPr>
            <p:spPr>
              <a:xfrm>
                <a:off x="9049574" y="6184696"/>
                <a:ext cx="6343" cy="6345"/>
              </a:xfrm>
              <a:custGeom>
                <a:avLst/>
                <a:gdLst>
                  <a:gd name="connsiteX0" fmla="*/ 3380 w 6343"/>
                  <a:gd name="connsiteY0" fmla="*/ 6559 h 6345"/>
                  <a:gd name="connsiteX1" fmla="*/ 5622 w 6343"/>
                  <a:gd name="connsiteY1" fmla="*/ 5629 h 6345"/>
                  <a:gd name="connsiteX2" fmla="*/ 6551 w 6343"/>
                  <a:gd name="connsiteY2" fmla="*/ 3386 h 6345"/>
                  <a:gd name="connsiteX3" fmla="*/ 5622 w 6343"/>
                  <a:gd name="connsiteY3" fmla="*/ 1142 h 6345"/>
                  <a:gd name="connsiteX4" fmla="*/ 3380 w 6343"/>
                  <a:gd name="connsiteY4" fmla="*/ 213 h 6345"/>
                  <a:gd name="connsiteX5" fmla="*/ 1137 w 6343"/>
                  <a:gd name="connsiteY5" fmla="*/ 1142 h 6345"/>
                  <a:gd name="connsiteX6" fmla="*/ 208 w 6343"/>
                  <a:gd name="connsiteY6" fmla="*/ 3386 h 6345"/>
                  <a:gd name="connsiteX7" fmla="*/ 1137 w 6343"/>
                  <a:gd name="connsiteY7" fmla="*/ 5629 h 6345"/>
                  <a:gd name="connsiteX8" fmla="*/ 3380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559"/>
                    </a:moveTo>
                    <a:cubicBezTo>
                      <a:pt x="4221" y="6559"/>
                      <a:pt x="5028" y="6224"/>
                      <a:pt x="5622" y="5629"/>
                    </a:cubicBezTo>
                    <a:cubicBezTo>
                      <a:pt x="6217" y="5034"/>
                      <a:pt x="6551" y="4227"/>
                      <a:pt x="6551" y="3386"/>
                    </a:cubicBezTo>
                    <a:cubicBezTo>
                      <a:pt x="6551" y="2544"/>
                      <a:pt x="6217" y="1737"/>
                      <a:pt x="5622" y="1142"/>
                    </a:cubicBezTo>
                    <a:cubicBezTo>
                      <a:pt x="5028" y="547"/>
                      <a:pt x="4221" y="213"/>
                      <a:pt x="3380" y="213"/>
                    </a:cubicBezTo>
                    <a:cubicBezTo>
                      <a:pt x="2539" y="213"/>
                      <a:pt x="1732" y="547"/>
                      <a:pt x="1137" y="1142"/>
                    </a:cubicBezTo>
                    <a:cubicBezTo>
                      <a:pt x="542" y="1737"/>
                      <a:pt x="208" y="2544"/>
                      <a:pt x="208" y="3386"/>
                    </a:cubicBezTo>
                    <a:cubicBezTo>
                      <a:pt x="208" y="4227"/>
                      <a:pt x="542" y="5034"/>
                      <a:pt x="1137" y="5629"/>
                    </a:cubicBezTo>
                    <a:cubicBezTo>
                      <a:pt x="1732" y="6224"/>
                      <a:pt x="2539" y="6559"/>
                      <a:pt x="3380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45" name="Freeform: Shape 11744">
                <a:extLst>
                  <a:ext uri="{FF2B5EF4-FFF2-40B4-BE49-F238E27FC236}">
                    <a16:creationId xmlns:a16="http://schemas.microsoft.com/office/drawing/2014/main" id="{6A4EDFDA-2EA9-5410-2551-4F715D946A4C}"/>
                  </a:ext>
                </a:extLst>
              </p:cNvPr>
              <p:cNvSpPr/>
              <p:nvPr/>
            </p:nvSpPr>
            <p:spPr>
              <a:xfrm>
                <a:off x="9043063" y="6184597"/>
                <a:ext cx="6343" cy="6345"/>
              </a:xfrm>
              <a:custGeom>
                <a:avLst/>
                <a:gdLst>
                  <a:gd name="connsiteX0" fmla="*/ 3379 w 6343"/>
                  <a:gd name="connsiteY0" fmla="*/ 6559 h 6345"/>
                  <a:gd name="connsiteX1" fmla="*/ 5622 w 6343"/>
                  <a:gd name="connsiteY1" fmla="*/ 5629 h 6345"/>
                  <a:gd name="connsiteX2" fmla="*/ 6551 w 6343"/>
                  <a:gd name="connsiteY2" fmla="*/ 3386 h 6345"/>
                  <a:gd name="connsiteX3" fmla="*/ 5622 w 6343"/>
                  <a:gd name="connsiteY3" fmla="*/ 1142 h 6345"/>
                  <a:gd name="connsiteX4" fmla="*/ 3379 w 6343"/>
                  <a:gd name="connsiteY4" fmla="*/ 213 h 6345"/>
                  <a:gd name="connsiteX5" fmla="*/ 1137 w 6343"/>
                  <a:gd name="connsiteY5" fmla="*/ 1142 h 6345"/>
                  <a:gd name="connsiteX6" fmla="*/ 208 w 6343"/>
                  <a:gd name="connsiteY6" fmla="*/ 3386 h 6345"/>
                  <a:gd name="connsiteX7" fmla="*/ 1137 w 6343"/>
                  <a:gd name="connsiteY7" fmla="*/ 5629 h 6345"/>
                  <a:gd name="connsiteX8" fmla="*/ 337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559"/>
                    </a:moveTo>
                    <a:cubicBezTo>
                      <a:pt x="4220" y="6559"/>
                      <a:pt x="5027" y="6224"/>
                      <a:pt x="5622" y="5629"/>
                    </a:cubicBezTo>
                    <a:cubicBezTo>
                      <a:pt x="6217" y="5034"/>
                      <a:pt x="6551" y="4227"/>
                      <a:pt x="6551" y="3386"/>
                    </a:cubicBezTo>
                    <a:cubicBezTo>
                      <a:pt x="6551" y="2544"/>
                      <a:pt x="6217" y="1737"/>
                      <a:pt x="5622" y="1142"/>
                    </a:cubicBezTo>
                    <a:cubicBezTo>
                      <a:pt x="5027" y="547"/>
                      <a:pt x="4220" y="213"/>
                      <a:pt x="3379" y="213"/>
                    </a:cubicBezTo>
                    <a:cubicBezTo>
                      <a:pt x="2538" y="213"/>
                      <a:pt x="1731" y="547"/>
                      <a:pt x="1137" y="1142"/>
                    </a:cubicBezTo>
                    <a:cubicBezTo>
                      <a:pt x="542" y="1737"/>
                      <a:pt x="208" y="2544"/>
                      <a:pt x="208" y="3386"/>
                    </a:cubicBezTo>
                    <a:cubicBezTo>
                      <a:pt x="208" y="4227"/>
                      <a:pt x="542" y="5034"/>
                      <a:pt x="1137" y="5629"/>
                    </a:cubicBezTo>
                    <a:cubicBezTo>
                      <a:pt x="1731" y="6224"/>
                      <a:pt x="2538" y="6559"/>
                      <a:pt x="337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46" name="Freeform: Shape 11745">
                <a:extLst>
                  <a:ext uri="{FF2B5EF4-FFF2-40B4-BE49-F238E27FC236}">
                    <a16:creationId xmlns:a16="http://schemas.microsoft.com/office/drawing/2014/main" id="{4F05E982-4193-D0DF-B68D-1B3BAB7EC1A3}"/>
                  </a:ext>
                </a:extLst>
              </p:cNvPr>
              <p:cNvSpPr/>
              <p:nvPr/>
            </p:nvSpPr>
            <p:spPr>
              <a:xfrm>
                <a:off x="9036512" y="6184509"/>
                <a:ext cx="6343" cy="6345"/>
              </a:xfrm>
              <a:custGeom>
                <a:avLst/>
                <a:gdLst>
                  <a:gd name="connsiteX0" fmla="*/ 3379 w 6343"/>
                  <a:gd name="connsiteY0" fmla="*/ 6559 h 6345"/>
                  <a:gd name="connsiteX1" fmla="*/ 5621 w 6343"/>
                  <a:gd name="connsiteY1" fmla="*/ 5629 h 6345"/>
                  <a:gd name="connsiteX2" fmla="*/ 6550 w 6343"/>
                  <a:gd name="connsiteY2" fmla="*/ 3386 h 6345"/>
                  <a:gd name="connsiteX3" fmla="*/ 5621 w 6343"/>
                  <a:gd name="connsiteY3" fmla="*/ 1142 h 6345"/>
                  <a:gd name="connsiteX4" fmla="*/ 3379 w 6343"/>
                  <a:gd name="connsiteY4" fmla="*/ 213 h 6345"/>
                  <a:gd name="connsiteX5" fmla="*/ 1136 w 6343"/>
                  <a:gd name="connsiteY5" fmla="*/ 1142 h 6345"/>
                  <a:gd name="connsiteX6" fmla="*/ 207 w 6343"/>
                  <a:gd name="connsiteY6" fmla="*/ 3386 h 6345"/>
                  <a:gd name="connsiteX7" fmla="*/ 1136 w 6343"/>
                  <a:gd name="connsiteY7" fmla="*/ 5629 h 6345"/>
                  <a:gd name="connsiteX8" fmla="*/ 3379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559"/>
                    </a:moveTo>
                    <a:cubicBezTo>
                      <a:pt x="4220" y="6559"/>
                      <a:pt x="5027" y="6224"/>
                      <a:pt x="5621" y="5629"/>
                    </a:cubicBezTo>
                    <a:cubicBezTo>
                      <a:pt x="6216" y="5034"/>
                      <a:pt x="6550" y="4227"/>
                      <a:pt x="6550" y="3386"/>
                    </a:cubicBezTo>
                    <a:cubicBezTo>
                      <a:pt x="6550" y="2544"/>
                      <a:pt x="6216" y="1737"/>
                      <a:pt x="5621" y="1142"/>
                    </a:cubicBezTo>
                    <a:cubicBezTo>
                      <a:pt x="5027" y="547"/>
                      <a:pt x="4220" y="213"/>
                      <a:pt x="3379" y="213"/>
                    </a:cubicBezTo>
                    <a:cubicBezTo>
                      <a:pt x="2538" y="213"/>
                      <a:pt x="1731" y="547"/>
                      <a:pt x="1136" y="1142"/>
                    </a:cubicBezTo>
                    <a:cubicBezTo>
                      <a:pt x="541" y="1737"/>
                      <a:pt x="207" y="2544"/>
                      <a:pt x="207" y="3386"/>
                    </a:cubicBezTo>
                    <a:cubicBezTo>
                      <a:pt x="207" y="4227"/>
                      <a:pt x="541" y="5034"/>
                      <a:pt x="1136" y="5629"/>
                    </a:cubicBezTo>
                    <a:cubicBezTo>
                      <a:pt x="1731" y="6224"/>
                      <a:pt x="2538" y="6559"/>
                      <a:pt x="3379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47" name="Freeform: Shape 11746">
                <a:extLst>
                  <a:ext uri="{FF2B5EF4-FFF2-40B4-BE49-F238E27FC236}">
                    <a16:creationId xmlns:a16="http://schemas.microsoft.com/office/drawing/2014/main" id="{486BE04B-51C4-7EB4-6212-85C14A1FF1EC}"/>
                  </a:ext>
                </a:extLst>
              </p:cNvPr>
              <p:cNvSpPr/>
              <p:nvPr/>
            </p:nvSpPr>
            <p:spPr>
              <a:xfrm>
                <a:off x="9029789" y="6184715"/>
                <a:ext cx="6343" cy="6345"/>
              </a:xfrm>
              <a:custGeom>
                <a:avLst/>
                <a:gdLst>
                  <a:gd name="connsiteX0" fmla="*/ 3378 w 6343"/>
                  <a:gd name="connsiteY0" fmla="*/ 6559 h 6345"/>
                  <a:gd name="connsiteX1" fmla="*/ 5621 w 6343"/>
                  <a:gd name="connsiteY1" fmla="*/ 5629 h 6345"/>
                  <a:gd name="connsiteX2" fmla="*/ 6550 w 6343"/>
                  <a:gd name="connsiteY2" fmla="*/ 3386 h 6345"/>
                  <a:gd name="connsiteX3" fmla="*/ 5621 w 6343"/>
                  <a:gd name="connsiteY3" fmla="*/ 1142 h 6345"/>
                  <a:gd name="connsiteX4" fmla="*/ 3378 w 6343"/>
                  <a:gd name="connsiteY4" fmla="*/ 213 h 6345"/>
                  <a:gd name="connsiteX5" fmla="*/ 1136 w 6343"/>
                  <a:gd name="connsiteY5" fmla="*/ 1142 h 6345"/>
                  <a:gd name="connsiteX6" fmla="*/ 207 w 6343"/>
                  <a:gd name="connsiteY6" fmla="*/ 3386 h 6345"/>
                  <a:gd name="connsiteX7" fmla="*/ 1136 w 6343"/>
                  <a:gd name="connsiteY7" fmla="*/ 5629 h 6345"/>
                  <a:gd name="connsiteX8" fmla="*/ 3378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59"/>
                    </a:moveTo>
                    <a:cubicBezTo>
                      <a:pt x="4219" y="6559"/>
                      <a:pt x="5026" y="6224"/>
                      <a:pt x="5621" y="5629"/>
                    </a:cubicBezTo>
                    <a:cubicBezTo>
                      <a:pt x="6216" y="5034"/>
                      <a:pt x="6550" y="4227"/>
                      <a:pt x="6550" y="3386"/>
                    </a:cubicBezTo>
                    <a:cubicBezTo>
                      <a:pt x="6550" y="2544"/>
                      <a:pt x="6216" y="1737"/>
                      <a:pt x="5621" y="1142"/>
                    </a:cubicBezTo>
                    <a:cubicBezTo>
                      <a:pt x="5026" y="547"/>
                      <a:pt x="4219" y="213"/>
                      <a:pt x="3378" y="213"/>
                    </a:cubicBezTo>
                    <a:cubicBezTo>
                      <a:pt x="2537" y="213"/>
                      <a:pt x="1730" y="547"/>
                      <a:pt x="1136" y="1142"/>
                    </a:cubicBezTo>
                    <a:cubicBezTo>
                      <a:pt x="541" y="1737"/>
                      <a:pt x="207" y="2544"/>
                      <a:pt x="207" y="3386"/>
                    </a:cubicBezTo>
                    <a:cubicBezTo>
                      <a:pt x="207" y="4227"/>
                      <a:pt x="541" y="5034"/>
                      <a:pt x="1136" y="5629"/>
                    </a:cubicBezTo>
                    <a:cubicBezTo>
                      <a:pt x="1730" y="6224"/>
                      <a:pt x="2537" y="6559"/>
                      <a:pt x="3378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48" name="Freeform: Shape 11747">
                <a:extLst>
                  <a:ext uri="{FF2B5EF4-FFF2-40B4-BE49-F238E27FC236}">
                    <a16:creationId xmlns:a16="http://schemas.microsoft.com/office/drawing/2014/main" id="{96FC0ADC-EB67-A705-4A2E-E9EE090CE62E}"/>
                  </a:ext>
                </a:extLst>
              </p:cNvPr>
              <p:cNvSpPr/>
              <p:nvPr/>
            </p:nvSpPr>
            <p:spPr>
              <a:xfrm>
                <a:off x="9023155" y="6184645"/>
                <a:ext cx="6343" cy="6345"/>
              </a:xfrm>
              <a:custGeom>
                <a:avLst/>
                <a:gdLst>
                  <a:gd name="connsiteX0" fmla="*/ 3378 w 6343"/>
                  <a:gd name="connsiteY0" fmla="*/ 6559 h 6345"/>
                  <a:gd name="connsiteX1" fmla="*/ 5620 w 6343"/>
                  <a:gd name="connsiteY1" fmla="*/ 5629 h 6345"/>
                  <a:gd name="connsiteX2" fmla="*/ 6549 w 6343"/>
                  <a:gd name="connsiteY2" fmla="*/ 3386 h 6345"/>
                  <a:gd name="connsiteX3" fmla="*/ 5620 w 6343"/>
                  <a:gd name="connsiteY3" fmla="*/ 1142 h 6345"/>
                  <a:gd name="connsiteX4" fmla="*/ 3378 w 6343"/>
                  <a:gd name="connsiteY4" fmla="*/ 213 h 6345"/>
                  <a:gd name="connsiteX5" fmla="*/ 1135 w 6343"/>
                  <a:gd name="connsiteY5" fmla="*/ 1142 h 6345"/>
                  <a:gd name="connsiteX6" fmla="*/ 206 w 6343"/>
                  <a:gd name="connsiteY6" fmla="*/ 3386 h 6345"/>
                  <a:gd name="connsiteX7" fmla="*/ 1135 w 6343"/>
                  <a:gd name="connsiteY7" fmla="*/ 5629 h 6345"/>
                  <a:gd name="connsiteX8" fmla="*/ 3378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59"/>
                    </a:moveTo>
                    <a:cubicBezTo>
                      <a:pt x="4219" y="6559"/>
                      <a:pt x="5025" y="6224"/>
                      <a:pt x="5620" y="5629"/>
                    </a:cubicBezTo>
                    <a:cubicBezTo>
                      <a:pt x="6215" y="5034"/>
                      <a:pt x="6549" y="4227"/>
                      <a:pt x="6549" y="3386"/>
                    </a:cubicBezTo>
                    <a:cubicBezTo>
                      <a:pt x="6549" y="2544"/>
                      <a:pt x="6215" y="1737"/>
                      <a:pt x="5620" y="1142"/>
                    </a:cubicBezTo>
                    <a:cubicBezTo>
                      <a:pt x="5025" y="547"/>
                      <a:pt x="4219" y="213"/>
                      <a:pt x="3378" y="213"/>
                    </a:cubicBezTo>
                    <a:cubicBezTo>
                      <a:pt x="2537" y="213"/>
                      <a:pt x="1730" y="547"/>
                      <a:pt x="1135" y="1142"/>
                    </a:cubicBezTo>
                    <a:cubicBezTo>
                      <a:pt x="540" y="1737"/>
                      <a:pt x="206" y="2544"/>
                      <a:pt x="206" y="3386"/>
                    </a:cubicBezTo>
                    <a:cubicBezTo>
                      <a:pt x="206" y="4227"/>
                      <a:pt x="540" y="5034"/>
                      <a:pt x="1135" y="5629"/>
                    </a:cubicBezTo>
                    <a:cubicBezTo>
                      <a:pt x="1730" y="6224"/>
                      <a:pt x="2537" y="6559"/>
                      <a:pt x="3378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49" name="Freeform: Shape 11748">
                <a:extLst>
                  <a:ext uri="{FF2B5EF4-FFF2-40B4-BE49-F238E27FC236}">
                    <a16:creationId xmlns:a16="http://schemas.microsoft.com/office/drawing/2014/main" id="{2055564B-50EB-A74B-99DB-25C1C3377BD6}"/>
                  </a:ext>
                </a:extLst>
              </p:cNvPr>
              <p:cNvSpPr/>
              <p:nvPr/>
            </p:nvSpPr>
            <p:spPr>
              <a:xfrm>
                <a:off x="9016153" y="6185261"/>
                <a:ext cx="6343" cy="6345"/>
              </a:xfrm>
              <a:custGeom>
                <a:avLst/>
                <a:gdLst>
                  <a:gd name="connsiteX0" fmla="*/ 3377 w 6343"/>
                  <a:gd name="connsiteY0" fmla="*/ 6559 h 6345"/>
                  <a:gd name="connsiteX1" fmla="*/ 5620 w 6343"/>
                  <a:gd name="connsiteY1" fmla="*/ 5629 h 6345"/>
                  <a:gd name="connsiteX2" fmla="*/ 6549 w 6343"/>
                  <a:gd name="connsiteY2" fmla="*/ 3386 h 6345"/>
                  <a:gd name="connsiteX3" fmla="*/ 5620 w 6343"/>
                  <a:gd name="connsiteY3" fmla="*/ 1142 h 6345"/>
                  <a:gd name="connsiteX4" fmla="*/ 3377 w 6343"/>
                  <a:gd name="connsiteY4" fmla="*/ 213 h 6345"/>
                  <a:gd name="connsiteX5" fmla="*/ 1134 w 6343"/>
                  <a:gd name="connsiteY5" fmla="*/ 1142 h 6345"/>
                  <a:gd name="connsiteX6" fmla="*/ 206 w 6343"/>
                  <a:gd name="connsiteY6" fmla="*/ 3386 h 6345"/>
                  <a:gd name="connsiteX7" fmla="*/ 1134 w 6343"/>
                  <a:gd name="connsiteY7" fmla="*/ 5629 h 6345"/>
                  <a:gd name="connsiteX8" fmla="*/ 337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59"/>
                    </a:moveTo>
                    <a:cubicBezTo>
                      <a:pt x="4218" y="6559"/>
                      <a:pt x="5025" y="6224"/>
                      <a:pt x="5620" y="5629"/>
                    </a:cubicBezTo>
                    <a:cubicBezTo>
                      <a:pt x="6214" y="5034"/>
                      <a:pt x="6549" y="4227"/>
                      <a:pt x="6549" y="3386"/>
                    </a:cubicBezTo>
                    <a:cubicBezTo>
                      <a:pt x="6549" y="2545"/>
                      <a:pt x="6214" y="1737"/>
                      <a:pt x="5620" y="1142"/>
                    </a:cubicBezTo>
                    <a:cubicBezTo>
                      <a:pt x="5025" y="548"/>
                      <a:pt x="4218" y="213"/>
                      <a:pt x="3377" y="213"/>
                    </a:cubicBezTo>
                    <a:cubicBezTo>
                      <a:pt x="2536" y="213"/>
                      <a:pt x="1729" y="548"/>
                      <a:pt x="1134" y="1142"/>
                    </a:cubicBezTo>
                    <a:cubicBezTo>
                      <a:pt x="540" y="1737"/>
                      <a:pt x="206" y="2545"/>
                      <a:pt x="206" y="3386"/>
                    </a:cubicBezTo>
                    <a:cubicBezTo>
                      <a:pt x="206" y="4227"/>
                      <a:pt x="540" y="5034"/>
                      <a:pt x="1134" y="5629"/>
                    </a:cubicBezTo>
                    <a:cubicBezTo>
                      <a:pt x="1729" y="6224"/>
                      <a:pt x="2536" y="6559"/>
                      <a:pt x="337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50" name="Freeform: Shape 11749">
                <a:extLst>
                  <a:ext uri="{FF2B5EF4-FFF2-40B4-BE49-F238E27FC236}">
                    <a16:creationId xmlns:a16="http://schemas.microsoft.com/office/drawing/2014/main" id="{A05DB58E-28A8-83A8-C341-6F5F435754A8}"/>
                  </a:ext>
                </a:extLst>
              </p:cNvPr>
              <p:cNvSpPr/>
              <p:nvPr/>
            </p:nvSpPr>
            <p:spPr>
              <a:xfrm>
                <a:off x="9009128" y="6185825"/>
                <a:ext cx="6343" cy="6345"/>
              </a:xfrm>
              <a:custGeom>
                <a:avLst/>
                <a:gdLst>
                  <a:gd name="connsiteX0" fmla="*/ 3377 w 6343"/>
                  <a:gd name="connsiteY0" fmla="*/ 6559 h 6345"/>
                  <a:gd name="connsiteX1" fmla="*/ 5619 w 6343"/>
                  <a:gd name="connsiteY1" fmla="*/ 5629 h 6345"/>
                  <a:gd name="connsiteX2" fmla="*/ 6548 w 6343"/>
                  <a:gd name="connsiteY2" fmla="*/ 3386 h 6345"/>
                  <a:gd name="connsiteX3" fmla="*/ 5619 w 6343"/>
                  <a:gd name="connsiteY3" fmla="*/ 1143 h 6345"/>
                  <a:gd name="connsiteX4" fmla="*/ 3377 w 6343"/>
                  <a:gd name="connsiteY4" fmla="*/ 213 h 6345"/>
                  <a:gd name="connsiteX5" fmla="*/ 1134 w 6343"/>
                  <a:gd name="connsiteY5" fmla="*/ 1143 h 6345"/>
                  <a:gd name="connsiteX6" fmla="*/ 205 w 6343"/>
                  <a:gd name="connsiteY6" fmla="*/ 3386 h 6345"/>
                  <a:gd name="connsiteX7" fmla="*/ 1134 w 6343"/>
                  <a:gd name="connsiteY7" fmla="*/ 5629 h 6345"/>
                  <a:gd name="connsiteX8" fmla="*/ 337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59"/>
                    </a:moveTo>
                    <a:cubicBezTo>
                      <a:pt x="4218" y="6559"/>
                      <a:pt x="5024" y="6224"/>
                      <a:pt x="5619" y="5629"/>
                    </a:cubicBezTo>
                    <a:cubicBezTo>
                      <a:pt x="6214" y="5034"/>
                      <a:pt x="6548" y="4227"/>
                      <a:pt x="6548" y="3386"/>
                    </a:cubicBezTo>
                    <a:cubicBezTo>
                      <a:pt x="6548" y="2545"/>
                      <a:pt x="6214" y="1737"/>
                      <a:pt x="5619" y="1143"/>
                    </a:cubicBezTo>
                    <a:cubicBezTo>
                      <a:pt x="5024" y="548"/>
                      <a:pt x="4218" y="213"/>
                      <a:pt x="3377" y="213"/>
                    </a:cubicBezTo>
                    <a:cubicBezTo>
                      <a:pt x="2535" y="213"/>
                      <a:pt x="1729" y="548"/>
                      <a:pt x="1134" y="1143"/>
                    </a:cubicBezTo>
                    <a:cubicBezTo>
                      <a:pt x="539" y="1737"/>
                      <a:pt x="205" y="2545"/>
                      <a:pt x="205" y="3386"/>
                    </a:cubicBezTo>
                    <a:cubicBezTo>
                      <a:pt x="205" y="4227"/>
                      <a:pt x="539" y="5034"/>
                      <a:pt x="1134" y="5629"/>
                    </a:cubicBezTo>
                    <a:cubicBezTo>
                      <a:pt x="1729" y="6224"/>
                      <a:pt x="2535" y="6559"/>
                      <a:pt x="337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51" name="Freeform: Shape 11750">
                <a:extLst>
                  <a:ext uri="{FF2B5EF4-FFF2-40B4-BE49-F238E27FC236}">
                    <a16:creationId xmlns:a16="http://schemas.microsoft.com/office/drawing/2014/main" id="{6229DD92-5A10-B716-8F14-58CD0B513C3F}"/>
                  </a:ext>
                </a:extLst>
              </p:cNvPr>
              <p:cNvSpPr/>
              <p:nvPr/>
            </p:nvSpPr>
            <p:spPr>
              <a:xfrm>
                <a:off x="9002275" y="6185943"/>
                <a:ext cx="6343" cy="6345"/>
              </a:xfrm>
              <a:custGeom>
                <a:avLst/>
                <a:gdLst>
                  <a:gd name="connsiteX0" fmla="*/ 3376 w 6343"/>
                  <a:gd name="connsiteY0" fmla="*/ 6559 h 6345"/>
                  <a:gd name="connsiteX1" fmla="*/ 5619 w 6343"/>
                  <a:gd name="connsiteY1" fmla="*/ 5629 h 6345"/>
                  <a:gd name="connsiteX2" fmla="*/ 6548 w 6343"/>
                  <a:gd name="connsiteY2" fmla="*/ 3386 h 6345"/>
                  <a:gd name="connsiteX3" fmla="*/ 5619 w 6343"/>
                  <a:gd name="connsiteY3" fmla="*/ 1143 h 6345"/>
                  <a:gd name="connsiteX4" fmla="*/ 3376 w 6343"/>
                  <a:gd name="connsiteY4" fmla="*/ 213 h 6345"/>
                  <a:gd name="connsiteX5" fmla="*/ 1133 w 6343"/>
                  <a:gd name="connsiteY5" fmla="*/ 1143 h 6345"/>
                  <a:gd name="connsiteX6" fmla="*/ 204 w 6343"/>
                  <a:gd name="connsiteY6" fmla="*/ 3386 h 6345"/>
                  <a:gd name="connsiteX7" fmla="*/ 1133 w 6343"/>
                  <a:gd name="connsiteY7" fmla="*/ 5629 h 6345"/>
                  <a:gd name="connsiteX8" fmla="*/ 3376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559"/>
                    </a:moveTo>
                    <a:cubicBezTo>
                      <a:pt x="4217" y="6559"/>
                      <a:pt x="5024" y="6224"/>
                      <a:pt x="5619" y="5629"/>
                    </a:cubicBezTo>
                    <a:cubicBezTo>
                      <a:pt x="6213" y="5034"/>
                      <a:pt x="6548" y="4227"/>
                      <a:pt x="6548" y="3386"/>
                    </a:cubicBezTo>
                    <a:cubicBezTo>
                      <a:pt x="6548" y="2545"/>
                      <a:pt x="6213" y="1737"/>
                      <a:pt x="5619" y="1143"/>
                    </a:cubicBezTo>
                    <a:cubicBezTo>
                      <a:pt x="5024" y="548"/>
                      <a:pt x="4217" y="213"/>
                      <a:pt x="3376" y="213"/>
                    </a:cubicBezTo>
                    <a:cubicBezTo>
                      <a:pt x="2535" y="213"/>
                      <a:pt x="1728" y="548"/>
                      <a:pt x="1133" y="1143"/>
                    </a:cubicBezTo>
                    <a:cubicBezTo>
                      <a:pt x="539" y="1737"/>
                      <a:pt x="204" y="2545"/>
                      <a:pt x="204" y="3386"/>
                    </a:cubicBezTo>
                    <a:cubicBezTo>
                      <a:pt x="204" y="4227"/>
                      <a:pt x="539" y="5034"/>
                      <a:pt x="1133" y="5629"/>
                    </a:cubicBezTo>
                    <a:cubicBezTo>
                      <a:pt x="1728" y="6224"/>
                      <a:pt x="2535" y="6559"/>
                      <a:pt x="3376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52" name="Freeform: Shape 11751">
                <a:extLst>
                  <a:ext uri="{FF2B5EF4-FFF2-40B4-BE49-F238E27FC236}">
                    <a16:creationId xmlns:a16="http://schemas.microsoft.com/office/drawing/2014/main" id="{933AC3EA-C024-0AD4-4205-02AE59D71596}"/>
                  </a:ext>
                </a:extLst>
              </p:cNvPr>
              <p:cNvSpPr/>
              <p:nvPr/>
            </p:nvSpPr>
            <p:spPr>
              <a:xfrm>
                <a:off x="8995713" y="6185394"/>
                <a:ext cx="6343" cy="6345"/>
              </a:xfrm>
              <a:custGeom>
                <a:avLst/>
                <a:gdLst>
                  <a:gd name="connsiteX0" fmla="*/ 3375 w 6343"/>
                  <a:gd name="connsiteY0" fmla="*/ 6559 h 6345"/>
                  <a:gd name="connsiteX1" fmla="*/ 5618 w 6343"/>
                  <a:gd name="connsiteY1" fmla="*/ 5629 h 6345"/>
                  <a:gd name="connsiteX2" fmla="*/ 6547 w 6343"/>
                  <a:gd name="connsiteY2" fmla="*/ 3386 h 6345"/>
                  <a:gd name="connsiteX3" fmla="*/ 5618 w 6343"/>
                  <a:gd name="connsiteY3" fmla="*/ 1142 h 6345"/>
                  <a:gd name="connsiteX4" fmla="*/ 3375 w 6343"/>
                  <a:gd name="connsiteY4" fmla="*/ 213 h 6345"/>
                  <a:gd name="connsiteX5" fmla="*/ 1133 w 6343"/>
                  <a:gd name="connsiteY5" fmla="*/ 1142 h 6345"/>
                  <a:gd name="connsiteX6" fmla="*/ 204 w 6343"/>
                  <a:gd name="connsiteY6" fmla="*/ 3386 h 6345"/>
                  <a:gd name="connsiteX7" fmla="*/ 1133 w 6343"/>
                  <a:gd name="connsiteY7" fmla="*/ 5629 h 6345"/>
                  <a:gd name="connsiteX8" fmla="*/ 337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559"/>
                    </a:moveTo>
                    <a:cubicBezTo>
                      <a:pt x="4217" y="6559"/>
                      <a:pt x="5023" y="6224"/>
                      <a:pt x="5618" y="5629"/>
                    </a:cubicBezTo>
                    <a:cubicBezTo>
                      <a:pt x="6213" y="5034"/>
                      <a:pt x="6547" y="4227"/>
                      <a:pt x="6547" y="3386"/>
                    </a:cubicBezTo>
                    <a:cubicBezTo>
                      <a:pt x="6547" y="2545"/>
                      <a:pt x="6213" y="1737"/>
                      <a:pt x="5618" y="1142"/>
                    </a:cubicBezTo>
                    <a:cubicBezTo>
                      <a:pt x="5023" y="548"/>
                      <a:pt x="4217" y="213"/>
                      <a:pt x="3375" y="213"/>
                    </a:cubicBezTo>
                    <a:cubicBezTo>
                      <a:pt x="2534" y="213"/>
                      <a:pt x="1728" y="548"/>
                      <a:pt x="1133" y="1142"/>
                    </a:cubicBezTo>
                    <a:cubicBezTo>
                      <a:pt x="538" y="1737"/>
                      <a:pt x="204" y="2545"/>
                      <a:pt x="204" y="3386"/>
                    </a:cubicBezTo>
                    <a:cubicBezTo>
                      <a:pt x="204" y="4227"/>
                      <a:pt x="538" y="5034"/>
                      <a:pt x="1133" y="5629"/>
                    </a:cubicBezTo>
                    <a:cubicBezTo>
                      <a:pt x="1728" y="6224"/>
                      <a:pt x="2534" y="6559"/>
                      <a:pt x="337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53" name="Freeform: Shape 11752">
                <a:extLst>
                  <a:ext uri="{FF2B5EF4-FFF2-40B4-BE49-F238E27FC236}">
                    <a16:creationId xmlns:a16="http://schemas.microsoft.com/office/drawing/2014/main" id="{9E31E2C2-FE4C-FBAE-E996-885F2FE4516A}"/>
                  </a:ext>
                </a:extLst>
              </p:cNvPr>
              <p:cNvSpPr/>
              <p:nvPr/>
            </p:nvSpPr>
            <p:spPr>
              <a:xfrm>
                <a:off x="8988401" y="6186250"/>
                <a:ext cx="6343" cy="6345"/>
              </a:xfrm>
              <a:custGeom>
                <a:avLst/>
                <a:gdLst>
                  <a:gd name="connsiteX0" fmla="*/ 3375 w 6343"/>
                  <a:gd name="connsiteY0" fmla="*/ 6559 h 6345"/>
                  <a:gd name="connsiteX1" fmla="*/ 5618 w 6343"/>
                  <a:gd name="connsiteY1" fmla="*/ 5629 h 6345"/>
                  <a:gd name="connsiteX2" fmla="*/ 6546 w 6343"/>
                  <a:gd name="connsiteY2" fmla="*/ 3386 h 6345"/>
                  <a:gd name="connsiteX3" fmla="*/ 5618 w 6343"/>
                  <a:gd name="connsiteY3" fmla="*/ 1143 h 6345"/>
                  <a:gd name="connsiteX4" fmla="*/ 3375 w 6343"/>
                  <a:gd name="connsiteY4" fmla="*/ 213 h 6345"/>
                  <a:gd name="connsiteX5" fmla="*/ 1132 w 6343"/>
                  <a:gd name="connsiteY5" fmla="*/ 1143 h 6345"/>
                  <a:gd name="connsiteX6" fmla="*/ 203 w 6343"/>
                  <a:gd name="connsiteY6" fmla="*/ 3386 h 6345"/>
                  <a:gd name="connsiteX7" fmla="*/ 1132 w 6343"/>
                  <a:gd name="connsiteY7" fmla="*/ 5629 h 6345"/>
                  <a:gd name="connsiteX8" fmla="*/ 337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559"/>
                    </a:moveTo>
                    <a:cubicBezTo>
                      <a:pt x="4216" y="6559"/>
                      <a:pt x="5023" y="6224"/>
                      <a:pt x="5618" y="5629"/>
                    </a:cubicBezTo>
                    <a:cubicBezTo>
                      <a:pt x="6212" y="5034"/>
                      <a:pt x="6546" y="4227"/>
                      <a:pt x="6546" y="3386"/>
                    </a:cubicBezTo>
                    <a:cubicBezTo>
                      <a:pt x="6546" y="2545"/>
                      <a:pt x="6212" y="1738"/>
                      <a:pt x="5618" y="1143"/>
                    </a:cubicBezTo>
                    <a:cubicBezTo>
                      <a:pt x="5023" y="548"/>
                      <a:pt x="4216" y="213"/>
                      <a:pt x="3375" y="213"/>
                    </a:cubicBezTo>
                    <a:cubicBezTo>
                      <a:pt x="2534" y="213"/>
                      <a:pt x="1727" y="548"/>
                      <a:pt x="1132" y="1143"/>
                    </a:cubicBezTo>
                    <a:cubicBezTo>
                      <a:pt x="538" y="1738"/>
                      <a:pt x="203" y="2545"/>
                      <a:pt x="203" y="3386"/>
                    </a:cubicBezTo>
                    <a:cubicBezTo>
                      <a:pt x="203" y="4227"/>
                      <a:pt x="538" y="5034"/>
                      <a:pt x="1132" y="5629"/>
                    </a:cubicBezTo>
                    <a:cubicBezTo>
                      <a:pt x="1727" y="6224"/>
                      <a:pt x="2534" y="6559"/>
                      <a:pt x="337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54" name="Freeform: Shape 11753">
                <a:extLst>
                  <a:ext uri="{FF2B5EF4-FFF2-40B4-BE49-F238E27FC236}">
                    <a16:creationId xmlns:a16="http://schemas.microsoft.com/office/drawing/2014/main" id="{8520A332-7D0F-615C-9E3E-53859C3CBDEB}"/>
                  </a:ext>
                </a:extLst>
              </p:cNvPr>
              <p:cNvSpPr/>
              <p:nvPr/>
            </p:nvSpPr>
            <p:spPr>
              <a:xfrm>
                <a:off x="8981956" y="6185324"/>
                <a:ext cx="6343" cy="6345"/>
              </a:xfrm>
              <a:custGeom>
                <a:avLst/>
                <a:gdLst>
                  <a:gd name="connsiteX0" fmla="*/ 3374 w 6343"/>
                  <a:gd name="connsiteY0" fmla="*/ 6559 h 6345"/>
                  <a:gd name="connsiteX1" fmla="*/ 5617 w 6343"/>
                  <a:gd name="connsiteY1" fmla="*/ 5629 h 6345"/>
                  <a:gd name="connsiteX2" fmla="*/ 6546 w 6343"/>
                  <a:gd name="connsiteY2" fmla="*/ 3386 h 6345"/>
                  <a:gd name="connsiteX3" fmla="*/ 5617 w 6343"/>
                  <a:gd name="connsiteY3" fmla="*/ 1142 h 6345"/>
                  <a:gd name="connsiteX4" fmla="*/ 3374 w 6343"/>
                  <a:gd name="connsiteY4" fmla="*/ 213 h 6345"/>
                  <a:gd name="connsiteX5" fmla="*/ 1132 w 6343"/>
                  <a:gd name="connsiteY5" fmla="*/ 1142 h 6345"/>
                  <a:gd name="connsiteX6" fmla="*/ 203 w 6343"/>
                  <a:gd name="connsiteY6" fmla="*/ 3386 h 6345"/>
                  <a:gd name="connsiteX7" fmla="*/ 1132 w 6343"/>
                  <a:gd name="connsiteY7" fmla="*/ 5629 h 6345"/>
                  <a:gd name="connsiteX8" fmla="*/ 337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559"/>
                    </a:moveTo>
                    <a:cubicBezTo>
                      <a:pt x="4215" y="6559"/>
                      <a:pt x="5022" y="6224"/>
                      <a:pt x="5617" y="5629"/>
                    </a:cubicBezTo>
                    <a:cubicBezTo>
                      <a:pt x="6212" y="5034"/>
                      <a:pt x="6546" y="4227"/>
                      <a:pt x="6546" y="3386"/>
                    </a:cubicBezTo>
                    <a:cubicBezTo>
                      <a:pt x="6546" y="2545"/>
                      <a:pt x="6212" y="1737"/>
                      <a:pt x="5617" y="1142"/>
                    </a:cubicBezTo>
                    <a:cubicBezTo>
                      <a:pt x="5022" y="548"/>
                      <a:pt x="4215" y="213"/>
                      <a:pt x="3374" y="213"/>
                    </a:cubicBezTo>
                    <a:cubicBezTo>
                      <a:pt x="2533" y="213"/>
                      <a:pt x="1726" y="548"/>
                      <a:pt x="1132" y="1142"/>
                    </a:cubicBezTo>
                    <a:cubicBezTo>
                      <a:pt x="537" y="1737"/>
                      <a:pt x="203" y="2545"/>
                      <a:pt x="203" y="3386"/>
                    </a:cubicBezTo>
                    <a:cubicBezTo>
                      <a:pt x="203" y="4227"/>
                      <a:pt x="537" y="5034"/>
                      <a:pt x="1132" y="5629"/>
                    </a:cubicBezTo>
                    <a:cubicBezTo>
                      <a:pt x="1726" y="6224"/>
                      <a:pt x="2533" y="6559"/>
                      <a:pt x="337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55" name="Freeform: Shape 11754">
                <a:extLst>
                  <a:ext uri="{FF2B5EF4-FFF2-40B4-BE49-F238E27FC236}">
                    <a16:creationId xmlns:a16="http://schemas.microsoft.com/office/drawing/2014/main" id="{F7D1A899-B14D-ABC5-EEF5-778911C7A992}"/>
                  </a:ext>
                </a:extLst>
              </p:cNvPr>
              <p:cNvSpPr/>
              <p:nvPr/>
            </p:nvSpPr>
            <p:spPr>
              <a:xfrm>
                <a:off x="8975388" y="6184575"/>
                <a:ext cx="6343" cy="6345"/>
              </a:xfrm>
              <a:custGeom>
                <a:avLst/>
                <a:gdLst>
                  <a:gd name="connsiteX0" fmla="*/ 3374 w 6343"/>
                  <a:gd name="connsiteY0" fmla="*/ 6559 h 6345"/>
                  <a:gd name="connsiteX1" fmla="*/ 5616 w 6343"/>
                  <a:gd name="connsiteY1" fmla="*/ 5629 h 6345"/>
                  <a:gd name="connsiteX2" fmla="*/ 6545 w 6343"/>
                  <a:gd name="connsiteY2" fmla="*/ 3386 h 6345"/>
                  <a:gd name="connsiteX3" fmla="*/ 5616 w 6343"/>
                  <a:gd name="connsiteY3" fmla="*/ 1142 h 6345"/>
                  <a:gd name="connsiteX4" fmla="*/ 3374 w 6343"/>
                  <a:gd name="connsiteY4" fmla="*/ 213 h 6345"/>
                  <a:gd name="connsiteX5" fmla="*/ 1131 w 6343"/>
                  <a:gd name="connsiteY5" fmla="*/ 1142 h 6345"/>
                  <a:gd name="connsiteX6" fmla="*/ 202 w 6343"/>
                  <a:gd name="connsiteY6" fmla="*/ 3386 h 6345"/>
                  <a:gd name="connsiteX7" fmla="*/ 1131 w 6343"/>
                  <a:gd name="connsiteY7" fmla="*/ 5629 h 6345"/>
                  <a:gd name="connsiteX8" fmla="*/ 3374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559"/>
                    </a:moveTo>
                    <a:cubicBezTo>
                      <a:pt x="4215" y="6559"/>
                      <a:pt x="5022" y="6224"/>
                      <a:pt x="5616" y="5629"/>
                    </a:cubicBezTo>
                    <a:cubicBezTo>
                      <a:pt x="6211" y="5034"/>
                      <a:pt x="6545" y="4227"/>
                      <a:pt x="6545" y="3386"/>
                    </a:cubicBezTo>
                    <a:cubicBezTo>
                      <a:pt x="6545" y="2544"/>
                      <a:pt x="6211" y="1737"/>
                      <a:pt x="5616" y="1142"/>
                    </a:cubicBezTo>
                    <a:cubicBezTo>
                      <a:pt x="5022" y="547"/>
                      <a:pt x="4215" y="213"/>
                      <a:pt x="3374" y="213"/>
                    </a:cubicBezTo>
                    <a:cubicBezTo>
                      <a:pt x="2533" y="213"/>
                      <a:pt x="1726" y="547"/>
                      <a:pt x="1131" y="1142"/>
                    </a:cubicBezTo>
                    <a:cubicBezTo>
                      <a:pt x="536" y="1737"/>
                      <a:pt x="202" y="2544"/>
                      <a:pt x="202" y="3386"/>
                    </a:cubicBezTo>
                    <a:cubicBezTo>
                      <a:pt x="202" y="4227"/>
                      <a:pt x="536" y="5034"/>
                      <a:pt x="1131" y="5629"/>
                    </a:cubicBezTo>
                    <a:cubicBezTo>
                      <a:pt x="1726" y="6224"/>
                      <a:pt x="2533" y="6559"/>
                      <a:pt x="3374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56" name="Freeform: Shape 11755">
                <a:extLst>
                  <a:ext uri="{FF2B5EF4-FFF2-40B4-BE49-F238E27FC236}">
                    <a16:creationId xmlns:a16="http://schemas.microsoft.com/office/drawing/2014/main" id="{E9B32C31-8F65-A2CE-799B-B5ECF19A4D8A}"/>
                  </a:ext>
                </a:extLst>
              </p:cNvPr>
              <p:cNvSpPr/>
              <p:nvPr/>
            </p:nvSpPr>
            <p:spPr>
              <a:xfrm>
                <a:off x="8968458" y="6184442"/>
                <a:ext cx="6343" cy="6345"/>
              </a:xfrm>
              <a:custGeom>
                <a:avLst/>
                <a:gdLst>
                  <a:gd name="connsiteX0" fmla="*/ 3373 w 6343"/>
                  <a:gd name="connsiteY0" fmla="*/ 6559 h 6345"/>
                  <a:gd name="connsiteX1" fmla="*/ 5616 w 6343"/>
                  <a:gd name="connsiteY1" fmla="*/ 5629 h 6345"/>
                  <a:gd name="connsiteX2" fmla="*/ 6545 w 6343"/>
                  <a:gd name="connsiteY2" fmla="*/ 3386 h 6345"/>
                  <a:gd name="connsiteX3" fmla="*/ 5616 w 6343"/>
                  <a:gd name="connsiteY3" fmla="*/ 1142 h 6345"/>
                  <a:gd name="connsiteX4" fmla="*/ 3373 w 6343"/>
                  <a:gd name="connsiteY4" fmla="*/ 213 h 6345"/>
                  <a:gd name="connsiteX5" fmla="*/ 1131 w 6343"/>
                  <a:gd name="connsiteY5" fmla="*/ 1142 h 6345"/>
                  <a:gd name="connsiteX6" fmla="*/ 202 w 6343"/>
                  <a:gd name="connsiteY6" fmla="*/ 3386 h 6345"/>
                  <a:gd name="connsiteX7" fmla="*/ 1131 w 6343"/>
                  <a:gd name="connsiteY7" fmla="*/ 5629 h 6345"/>
                  <a:gd name="connsiteX8" fmla="*/ 337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59"/>
                    </a:moveTo>
                    <a:cubicBezTo>
                      <a:pt x="4214" y="6559"/>
                      <a:pt x="5021" y="6224"/>
                      <a:pt x="5616" y="5629"/>
                    </a:cubicBezTo>
                    <a:cubicBezTo>
                      <a:pt x="6211" y="5034"/>
                      <a:pt x="6545" y="4227"/>
                      <a:pt x="6545" y="3386"/>
                    </a:cubicBezTo>
                    <a:cubicBezTo>
                      <a:pt x="6545" y="2544"/>
                      <a:pt x="6211" y="1737"/>
                      <a:pt x="5616" y="1142"/>
                    </a:cubicBezTo>
                    <a:cubicBezTo>
                      <a:pt x="5021" y="547"/>
                      <a:pt x="4214" y="213"/>
                      <a:pt x="3373" y="213"/>
                    </a:cubicBezTo>
                    <a:cubicBezTo>
                      <a:pt x="2532" y="213"/>
                      <a:pt x="1725" y="547"/>
                      <a:pt x="1131" y="1142"/>
                    </a:cubicBezTo>
                    <a:cubicBezTo>
                      <a:pt x="536" y="1737"/>
                      <a:pt x="202" y="2544"/>
                      <a:pt x="202" y="3386"/>
                    </a:cubicBezTo>
                    <a:cubicBezTo>
                      <a:pt x="202" y="4227"/>
                      <a:pt x="536" y="5034"/>
                      <a:pt x="1131" y="5629"/>
                    </a:cubicBezTo>
                    <a:cubicBezTo>
                      <a:pt x="1725" y="6224"/>
                      <a:pt x="2532" y="6559"/>
                      <a:pt x="337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57" name="Freeform: Shape 11756">
                <a:extLst>
                  <a:ext uri="{FF2B5EF4-FFF2-40B4-BE49-F238E27FC236}">
                    <a16:creationId xmlns:a16="http://schemas.microsoft.com/office/drawing/2014/main" id="{4F16242D-D8A7-F332-E499-8070E63ACAF7}"/>
                  </a:ext>
                </a:extLst>
              </p:cNvPr>
              <p:cNvSpPr/>
              <p:nvPr/>
            </p:nvSpPr>
            <p:spPr>
              <a:xfrm>
                <a:off x="8961601" y="6184092"/>
                <a:ext cx="6343" cy="6345"/>
              </a:xfrm>
              <a:custGeom>
                <a:avLst/>
                <a:gdLst>
                  <a:gd name="connsiteX0" fmla="*/ 3373 w 6343"/>
                  <a:gd name="connsiteY0" fmla="*/ 6559 h 6345"/>
                  <a:gd name="connsiteX1" fmla="*/ 5615 w 6343"/>
                  <a:gd name="connsiteY1" fmla="*/ 5629 h 6345"/>
                  <a:gd name="connsiteX2" fmla="*/ 6544 w 6343"/>
                  <a:gd name="connsiteY2" fmla="*/ 3386 h 6345"/>
                  <a:gd name="connsiteX3" fmla="*/ 5615 w 6343"/>
                  <a:gd name="connsiteY3" fmla="*/ 1142 h 6345"/>
                  <a:gd name="connsiteX4" fmla="*/ 3373 w 6343"/>
                  <a:gd name="connsiteY4" fmla="*/ 213 h 6345"/>
                  <a:gd name="connsiteX5" fmla="*/ 1130 w 6343"/>
                  <a:gd name="connsiteY5" fmla="*/ 1142 h 6345"/>
                  <a:gd name="connsiteX6" fmla="*/ 201 w 6343"/>
                  <a:gd name="connsiteY6" fmla="*/ 3386 h 6345"/>
                  <a:gd name="connsiteX7" fmla="*/ 1130 w 6343"/>
                  <a:gd name="connsiteY7" fmla="*/ 5629 h 6345"/>
                  <a:gd name="connsiteX8" fmla="*/ 337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559"/>
                    </a:moveTo>
                    <a:cubicBezTo>
                      <a:pt x="4214" y="6559"/>
                      <a:pt x="5021" y="6224"/>
                      <a:pt x="5615" y="5629"/>
                    </a:cubicBezTo>
                    <a:cubicBezTo>
                      <a:pt x="6210" y="5034"/>
                      <a:pt x="6544" y="4227"/>
                      <a:pt x="6544" y="3386"/>
                    </a:cubicBezTo>
                    <a:cubicBezTo>
                      <a:pt x="6544" y="2544"/>
                      <a:pt x="6210" y="1737"/>
                      <a:pt x="5615" y="1142"/>
                    </a:cubicBezTo>
                    <a:cubicBezTo>
                      <a:pt x="5021" y="547"/>
                      <a:pt x="4214" y="213"/>
                      <a:pt x="3373" y="213"/>
                    </a:cubicBezTo>
                    <a:cubicBezTo>
                      <a:pt x="2532" y="213"/>
                      <a:pt x="1725" y="547"/>
                      <a:pt x="1130" y="1142"/>
                    </a:cubicBezTo>
                    <a:cubicBezTo>
                      <a:pt x="535" y="1737"/>
                      <a:pt x="201" y="2544"/>
                      <a:pt x="201" y="3386"/>
                    </a:cubicBezTo>
                    <a:cubicBezTo>
                      <a:pt x="201" y="4227"/>
                      <a:pt x="535" y="5034"/>
                      <a:pt x="1130" y="5629"/>
                    </a:cubicBezTo>
                    <a:cubicBezTo>
                      <a:pt x="1725" y="6224"/>
                      <a:pt x="2532" y="6559"/>
                      <a:pt x="337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58" name="Freeform: Shape 11757">
                <a:extLst>
                  <a:ext uri="{FF2B5EF4-FFF2-40B4-BE49-F238E27FC236}">
                    <a16:creationId xmlns:a16="http://schemas.microsoft.com/office/drawing/2014/main" id="{DF1BE6B3-E654-323A-3547-40D14F9CEFAA}"/>
                  </a:ext>
                </a:extLst>
              </p:cNvPr>
              <p:cNvSpPr/>
              <p:nvPr/>
            </p:nvSpPr>
            <p:spPr>
              <a:xfrm>
                <a:off x="8954852" y="6183472"/>
                <a:ext cx="6343" cy="6345"/>
              </a:xfrm>
              <a:custGeom>
                <a:avLst/>
                <a:gdLst>
                  <a:gd name="connsiteX0" fmla="*/ 3372 w 6343"/>
                  <a:gd name="connsiteY0" fmla="*/ 6558 h 6345"/>
                  <a:gd name="connsiteX1" fmla="*/ 5615 w 6343"/>
                  <a:gd name="connsiteY1" fmla="*/ 5629 h 6345"/>
                  <a:gd name="connsiteX2" fmla="*/ 6544 w 6343"/>
                  <a:gd name="connsiteY2" fmla="*/ 3386 h 6345"/>
                  <a:gd name="connsiteX3" fmla="*/ 5615 w 6343"/>
                  <a:gd name="connsiteY3" fmla="*/ 1142 h 6345"/>
                  <a:gd name="connsiteX4" fmla="*/ 3372 w 6343"/>
                  <a:gd name="connsiteY4" fmla="*/ 213 h 6345"/>
                  <a:gd name="connsiteX5" fmla="*/ 1130 w 6343"/>
                  <a:gd name="connsiteY5" fmla="*/ 1142 h 6345"/>
                  <a:gd name="connsiteX6" fmla="*/ 201 w 6343"/>
                  <a:gd name="connsiteY6" fmla="*/ 3386 h 6345"/>
                  <a:gd name="connsiteX7" fmla="*/ 1130 w 6343"/>
                  <a:gd name="connsiteY7" fmla="*/ 5629 h 6345"/>
                  <a:gd name="connsiteX8" fmla="*/ 337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8"/>
                    </a:moveTo>
                    <a:cubicBezTo>
                      <a:pt x="4213" y="6558"/>
                      <a:pt x="5020" y="6224"/>
                      <a:pt x="5615" y="5629"/>
                    </a:cubicBezTo>
                    <a:cubicBezTo>
                      <a:pt x="6210" y="5034"/>
                      <a:pt x="6544" y="4227"/>
                      <a:pt x="6544" y="3386"/>
                    </a:cubicBezTo>
                    <a:cubicBezTo>
                      <a:pt x="6544" y="2544"/>
                      <a:pt x="6210" y="1737"/>
                      <a:pt x="5615" y="1142"/>
                    </a:cubicBezTo>
                    <a:cubicBezTo>
                      <a:pt x="5020" y="547"/>
                      <a:pt x="4213" y="213"/>
                      <a:pt x="3372" y="213"/>
                    </a:cubicBezTo>
                    <a:cubicBezTo>
                      <a:pt x="2531" y="213"/>
                      <a:pt x="1724" y="547"/>
                      <a:pt x="1130" y="1142"/>
                    </a:cubicBezTo>
                    <a:cubicBezTo>
                      <a:pt x="535" y="1737"/>
                      <a:pt x="201" y="2544"/>
                      <a:pt x="201" y="3386"/>
                    </a:cubicBezTo>
                    <a:cubicBezTo>
                      <a:pt x="201" y="4227"/>
                      <a:pt x="535" y="5034"/>
                      <a:pt x="1130" y="5629"/>
                    </a:cubicBezTo>
                    <a:cubicBezTo>
                      <a:pt x="1724" y="6224"/>
                      <a:pt x="2531" y="6558"/>
                      <a:pt x="337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59" name="Freeform: Shape 11758">
                <a:extLst>
                  <a:ext uri="{FF2B5EF4-FFF2-40B4-BE49-F238E27FC236}">
                    <a16:creationId xmlns:a16="http://schemas.microsoft.com/office/drawing/2014/main" id="{4581F4F8-4DD7-435F-A340-60B50AE13719}"/>
                  </a:ext>
                </a:extLst>
              </p:cNvPr>
              <p:cNvSpPr/>
              <p:nvPr/>
            </p:nvSpPr>
            <p:spPr>
              <a:xfrm>
                <a:off x="8948061" y="6182857"/>
                <a:ext cx="6343" cy="6345"/>
              </a:xfrm>
              <a:custGeom>
                <a:avLst/>
                <a:gdLst>
                  <a:gd name="connsiteX0" fmla="*/ 3372 w 6343"/>
                  <a:gd name="connsiteY0" fmla="*/ 6558 h 6345"/>
                  <a:gd name="connsiteX1" fmla="*/ 5614 w 6343"/>
                  <a:gd name="connsiteY1" fmla="*/ 5629 h 6345"/>
                  <a:gd name="connsiteX2" fmla="*/ 6543 w 6343"/>
                  <a:gd name="connsiteY2" fmla="*/ 3386 h 6345"/>
                  <a:gd name="connsiteX3" fmla="*/ 5614 w 6343"/>
                  <a:gd name="connsiteY3" fmla="*/ 1142 h 6345"/>
                  <a:gd name="connsiteX4" fmla="*/ 3372 w 6343"/>
                  <a:gd name="connsiteY4" fmla="*/ 213 h 6345"/>
                  <a:gd name="connsiteX5" fmla="*/ 1129 w 6343"/>
                  <a:gd name="connsiteY5" fmla="*/ 1142 h 6345"/>
                  <a:gd name="connsiteX6" fmla="*/ 200 w 6343"/>
                  <a:gd name="connsiteY6" fmla="*/ 3386 h 6345"/>
                  <a:gd name="connsiteX7" fmla="*/ 1129 w 6343"/>
                  <a:gd name="connsiteY7" fmla="*/ 5629 h 6345"/>
                  <a:gd name="connsiteX8" fmla="*/ 337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558"/>
                    </a:moveTo>
                    <a:cubicBezTo>
                      <a:pt x="4213" y="6558"/>
                      <a:pt x="5020" y="6224"/>
                      <a:pt x="5614" y="5629"/>
                    </a:cubicBezTo>
                    <a:cubicBezTo>
                      <a:pt x="6209" y="5034"/>
                      <a:pt x="6543" y="4227"/>
                      <a:pt x="6543" y="3386"/>
                    </a:cubicBezTo>
                    <a:cubicBezTo>
                      <a:pt x="6543" y="2544"/>
                      <a:pt x="6209" y="1737"/>
                      <a:pt x="5614" y="1142"/>
                    </a:cubicBezTo>
                    <a:cubicBezTo>
                      <a:pt x="5020" y="547"/>
                      <a:pt x="4213" y="213"/>
                      <a:pt x="3372" y="213"/>
                    </a:cubicBezTo>
                    <a:cubicBezTo>
                      <a:pt x="2531" y="213"/>
                      <a:pt x="1724" y="547"/>
                      <a:pt x="1129" y="1142"/>
                    </a:cubicBezTo>
                    <a:cubicBezTo>
                      <a:pt x="534" y="1737"/>
                      <a:pt x="200" y="2544"/>
                      <a:pt x="200" y="3386"/>
                    </a:cubicBezTo>
                    <a:cubicBezTo>
                      <a:pt x="200" y="4227"/>
                      <a:pt x="534" y="5034"/>
                      <a:pt x="1129" y="5629"/>
                    </a:cubicBezTo>
                    <a:cubicBezTo>
                      <a:pt x="1724" y="6224"/>
                      <a:pt x="2531" y="6558"/>
                      <a:pt x="337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60" name="Freeform: Shape 11759">
                <a:extLst>
                  <a:ext uri="{FF2B5EF4-FFF2-40B4-BE49-F238E27FC236}">
                    <a16:creationId xmlns:a16="http://schemas.microsoft.com/office/drawing/2014/main" id="{8250C0AB-01CD-4D20-7E29-BD792109E28F}"/>
                  </a:ext>
                </a:extLst>
              </p:cNvPr>
              <p:cNvSpPr/>
              <p:nvPr/>
            </p:nvSpPr>
            <p:spPr>
              <a:xfrm>
                <a:off x="8941075" y="6182519"/>
                <a:ext cx="6343" cy="6345"/>
              </a:xfrm>
              <a:custGeom>
                <a:avLst/>
                <a:gdLst>
                  <a:gd name="connsiteX0" fmla="*/ 3371 w 6343"/>
                  <a:gd name="connsiteY0" fmla="*/ 6558 h 6345"/>
                  <a:gd name="connsiteX1" fmla="*/ 5614 w 6343"/>
                  <a:gd name="connsiteY1" fmla="*/ 5629 h 6345"/>
                  <a:gd name="connsiteX2" fmla="*/ 6543 w 6343"/>
                  <a:gd name="connsiteY2" fmla="*/ 3386 h 6345"/>
                  <a:gd name="connsiteX3" fmla="*/ 5614 w 6343"/>
                  <a:gd name="connsiteY3" fmla="*/ 1142 h 6345"/>
                  <a:gd name="connsiteX4" fmla="*/ 3371 w 6343"/>
                  <a:gd name="connsiteY4" fmla="*/ 213 h 6345"/>
                  <a:gd name="connsiteX5" fmla="*/ 1129 w 6343"/>
                  <a:gd name="connsiteY5" fmla="*/ 1142 h 6345"/>
                  <a:gd name="connsiteX6" fmla="*/ 200 w 6343"/>
                  <a:gd name="connsiteY6" fmla="*/ 3386 h 6345"/>
                  <a:gd name="connsiteX7" fmla="*/ 1129 w 6343"/>
                  <a:gd name="connsiteY7" fmla="*/ 5629 h 6345"/>
                  <a:gd name="connsiteX8" fmla="*/ 337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58"/>
                    </a:moveTo>
                    <a:cubicBezTo>
                      <a:pt x="4212" y="6558"/>
                      <a:pt x="5019" y="6224"/>
                      <a:pt x="5614" y="5629"/>
                    </a:cubicBezTo>
                    <a:cubicBezTo>
                      <a:pt x="6209" y="5034"/>
                      <a:pt x="6543" y="4227"/>
                      <a:pt x="6543" y="3386"/>
                    </a:cubicBezTo>
                    <a:cubicBezTo>
                      <a:pt x="6543" y="2544"/>
                      <a:pt x="6209" y="1737"/>
                      <a:pt x="5614" y="1142"/>
                    </a:cubicBezTo>
                    <a:cubicBezTo>
                      <a:pt x="5019" y="547"/>
                      <a:pt x="4212" y="213"/>
                      <a:pt x="3371" y="213"/>
                    </a:cubicBezTo>
                    <a:cubicBezTo>
                      <a:pt x="2530" y="213"/>
                      <a:pt x="1723" y="547"/>
                      <a:pt x="1129" y="1142"/>
                    </a:cubicBezTo>
                    <a:cubicBezTo>
                      <a:pt x="534" y="1737"/>
                      <a:pt x="200" y="2544"/>
                      <a:pt x="200" y="3386"/>
                    </a:cubicBezTo>
                    <a:cubicBezTo>
                      <a:pt x="200" y="4227"/>
                      <a:pt x="534" y="5034"/>
                      <a:pt x="1129" y="5629"/>
                    </a:cubicBezTo>
                    <a:cubicBezTo>
                      <a:pt x="1723" y="6224"/>
                      <a:pt x="2530" y="6558"/>
                      <a:pt x="337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61" name="Freeform: Shape 11760">
                <a:extLst>
                  <a:ext uri="{FF2B5EF4-FFF2-40B4-BE49-F238E27FC236}">
                    <a16:creationId xmlns:a16="http://schemas.microsoft.com/office/drawing/2014/main" id="{A422A42F-06B3-3199-600A-C65C2281B502}"/>
                  </a:ext>
                </a:extLst>
              </p:cNvPr>
              <p:cNvSpPr/>
              <p:nvPr/>
            </p:nvSpPr>
            <p:spPr>
              <a:xfrm>
                <a:off x="8934979" y="6180554"/>
                <a:ext cx="6343" cy="6345"/>
              </a:xfrm>
              <a:custGeom>
                <a:avLst/>
                <a:gdLst>
                  <a:gd name="connsiteX0" fmla="*/ 3371 w 6343"/>
                  <a:gd name="connsiteY0" fmla="*/ 6558 h 6345"/>
                  <a:gd name="connsiteX1" fmla="*/ 5613 w 6343"/>
                  <a:gd name="connsiteY1" fmla="*/ 5629 h 6345"/>
                  <a:gd name="connsiteX2" fmla="*/ 6542 w 6343"/>
                  <a:gd name="connsiteY2" fmla="*/ 3386 h 6345"/>
                  <a:gd name="connsiteX3" fmla="*/ 5613 w 6343"/>
                  <a:gd name="connsiteY3" fmla="*/ 1142 h 6345"/>
                  <a:gd name="connsiteX4" fmla="*/ 3371 w 6343"/>
                  <a:gd name="connsiteY4" fmla="*/ 213 h 6345"/>
                  <a:gd name="connsiteX5" fmla="*/ 1128 w 6343"/>
                  <a:gd name="connsiteY5" fmla="*/ 1142 h 6345"/>
                  <a:gd name="connsiteX6" fmla="*/ 199 w 6343"/>
                  <a:gd name="connsiteY6" fmla="*/ 3386 h 6345"/>
                  <a:gd name="connsiteX7" fmla="*/ 1128 w 6343"/>
                  <a:gd name="connsiteY7" fmla="*/ 5629 h 6345"/>
                  <a:gd name="connsiteX8" fmla="*/ 337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558"/>
                    </a:moveTo>
                    <a:cubicBezTo>
                      <a:pt x="4212" y="6558"/>
                      <a:pt x="5019" y="6224"/>
                      <a:pt x="5613" y="5629"/>
                    </a:cubicBezTo>
                    <a:cubicBezTo>
                      <a:pt x="6208" y="5034"/>
                      <a:pt x="6542" y="4227"/>
                      <a:pt x="6542" y="3386"/>
                    </a:cubicBezTo>
                    <a:cubicBezTo>
                      <a:pt x="6542" y="2544"/>
                      <a:pt x="6208" y="1737"/>
                      <a:pt x="5613" y="1142"/>
                    </a:cubicBezTo>
                    <a:cubicBezTo>
                      <a:pt x="5019" y="547"/>
                      <a:pt x="4212" y="213"/>
                      <a:pt x="3371" y="213"/>
                    </a:cubicBezTo>
                    <a:cubicBezTo>
                      <a:pt x="2530" y="213"/>
                      <a:pt x="1723" y="547"/>
                      <a:pt x="1128" y="1142"/>
                    </a:cubicBezTo>
                    <a:cubicBezTo>
                      <a:pt x="533" y="1737"/>
                      <a:pt x="199" y="2544"/>
                      <a:pt x="199" y="3386"/>
                    </a:cubicBezTo>
                    <a:cubicBezTo>
                      <a:pt x="199" y="4227"/>
                      <a:pt x="533" y="5034"/>
                      <a:pt x="1128" y="5629"/>
                    </a:cubicBezTo>
                    <a:cubicBezTo>
                      <a:pt x="1723" y="6224"/>
                      <a:pt x="2530" y="6558"/>
                      <a:pt x="337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62" name="Freeform: Shape 11761">
                <a:extLst>
                  <a:ext uri="{FF2B5EF4-FFF2-40B4-BE49-F238E27FC236}">
                    <a16:creationId xmlns:a16="http://schemas.microsoft.com/office/drawing/2014/main" id="{B94007CC-2930-B6AB-203B-42E7F3C527F9}"/>
                  </a:ext>
                </a:extLst>
              </p:cNvPr>
              <p:cNvSpPr/>
              <p:nvPr/>
            </p:nvSpPr>
            <p:spPr>
              <a:xfrm>
                <a:off x="9027753" y="6008930"/>
                <a:ext cx="6343" cy="6345"/>
              </a:xfrm>
              <a:custGeom>
                <a:avLst/>
                <a:gdLst>
                  <a:gd name="connsiteX0" fmla="*/ 3378 w 6343"/>
                  <a:gd name="connsiteY0" fmla="*/ 6545 h 6345"/>
                  <a:gd name="connsiteX1" fmla="*/ 5621 w 6343"/>
                  <a:gd name="connsiteY1" fmla="*/ 5615 h 6345"/>
                  <a:gd name="connsiteX2" fmla="*/ 6550 w 6343"/>
                  <a:gd name="connsiteY2" fmla="*/ 3372 h 6345"/>
                  <a:gd name="connsiteX3" fmla="*/ 5621 w 6343"/>
                  <a:gd name="connsiteY3" fmla="*/ 1129 h 6345"/>
                  <a:gd name="connsiteX4" fmla="*/ 3378 w 6343"/>
                  <a:gd name="connsiteY4" fmla="*/ 199 h 6345"/>
                  <a:gd name="connsiteX5" fmla="*/ 1135 w 6343"/>
                  <a:gd name="connsiteY5" fmla="*/ 1129 h 6345"/>
                  <a:gd name="connsiteX6" fmla="*/ 206 w 6343"/>
                  <a:gd name="connsiteY6" fmla="*/ 3372 h 6345"/>
                  <a:gd name="connsiteX7" fmla="*/ 1135 w 6343"/>
                  <a:gd name="connsiteY7" fmla="*/ 5615 h 6345"/>
                  <a:gd name="connsiteX8" fmla="*/ 3378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45"/>
                    </a:moveTo>
                    <a:cubicBezTo>
                      <a:pt x="4219" y="6545"/>
                      <a:pt x="5026" y="6210"/>
                      <a:pt x="5621" y="5615"/>
                    </a:cubicBezTo>
                    <a:cubicBezTo>
                      <a:pt x="6215" y="5020"/>
                      <a:pt x="6550" y="4213"/>
                      <a:pt x="6550" y="3372"/>
                    </a:cubicBezTo>
                    <a:cubicBezTo>
                      <a:pt x="6550" y="2531"/>
                      <a:pt x="6215" y="1724"/>
                      <a:pt x="5621" y="1129"/>
                    </a:cubicBezTo>
                    <a:cubicBezTo>
                      <a:pt x="5026" y="534"/>
                      <a:pt x="4219" y="199"/>
                      <a:pt x="3378" y="199"/>
                    </a:cubicBezTo>
                    <a:cubicBezTo>
                      <a:pt x="2537" y="199"/>
                      <a:pt x="1730" y="534"/>
                      <a:pt x="1135" y="1129"/>
                    </a:cubicBezTo>
                    <a:cubicBezTo>
                      <a:pt x="541" y="1724"/>
                      <a:pt x="206" y="2531"/>
                      <a:pt x="206" y="3372"/>
                    </a:cubicBezTo>
                    <a:cubicBezTo>
                      <a:pt x="206" y="4213"/>
                      <a:pt x="541" y="5020"/>
                      <a:pt x="1135" y="5615"/>
                    </a:cubicBezTo>
                    <a:cubicBezTo>
                      <a:pt x="1730" y="6210"/>
                      <a:pt x="2537" y="6545"/>
                      <a:pt x="3378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63" name="Freeform: Shape 11762">
                <a:extLst>
                  <a:ext uri="{FF2B5EF4-FFF2-40B4-BE49-F238E27FC236}">
                    <a16:creationId xmlns:a16="http://schemas.microsoft.com/office/drawing/2014/main" id="{8D8343EB-D58C-7B98-86AD-4EB24E9F9086}"/>
                  </a:ext>
                </a:extLst>
              </p:cNvPr>
              <p:cNvSpPr/>
              <p:nvPr/>
            </p:nvSpPr>
            <p:spPr>
              <a:xfrm>
                <a:off x="9023790" y="6005658"/>
                <a:ext cx="6343" cy="6345"/>
              </a:xfrm>
              <a:custGeom>
                <a:avLst/>
                <a:gdLst>
                  <a:gd name="connsiteX0" fmla="*/ 3378 w 6343"/>
                  <a:gd name="connsiteY0" fmla="*/ 6544 h 6345"/>
                  <a:gd name="connsiteX1" fmla="*/ 5620 w 6343"/>
                  <a:gd name="connsiteY1" fmla="*/ 5615 h 6345"/>
                  <a:gd name="connsiteX2" fmla="*/ 6549 w 6343"/>
                  <a:gd name="connsiteY2" fmla="*/ 3372 h 6345"/>
                  <a:gd name="connsiteX3" fmla="*/ 5620 w 6343"/>
                  <a:gd name="connsiteY3" fmla="*/ 1128 h 6345"/>
                  <a:gd name="connsiteX4" fmla="*/ 3378 w 6343"/>
                  <a:gd name="connsiteY4" fmla="*/ 199 h 6345"/>
                  <a:gd name="connsiteX5" fmla="*/ 1135 w 6343"/>
                  <a:gd name="connsiteY5" fmla="*/ 1128 h 6345"/>
                  <a:gd name="connsiteX6" fmla="*/ 206 w 6343"/>
                  <a:gd name="connsiteY6" fmla="*/ 3372 h 6345"/>
                  <a:gd name="connsiteX7" fmla="*/ 1135 w 6343"/>
                  <a:gd name="connsiteY7" fmla="*/ 5615 h 6345"/>
                  <a:gd name="connsiteX8" fmla="*/ 3378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44"/>
                    </a:moveTo>
                    <a:cubicBezTo>
                      <a:pt x="4219" y="6544"/>
                      <a:pt x="5026" y="6210"/>
                      <a:pt x="5620" y="5615"/>
                    </a:cubicBezTo>
                    <a:cubicBezTo>
                      <a:pt x="6215" y="5020"/>
                      <a:pt x="6549" y="4213"/>
                      <a:pt x="6549" y="3372"/>
                    </a:cubicBezTo>
                    <a:cubicBezTo>
                      <a:pt x="6549" y="2530"/>
                      <a:pt x="6215" y="1723"/>
                      <a:pt x="5620" y="1128"/>
                    </a:cubicBezTo>
                    <a:cubicBezTo>
                      <a:pt x="5026" y="533"/>
                      <a:pt x="4219" y="199"/>
                      <a:pt x="3378" y="199"/>
                    </a:cubicBezTo>
                    <a:cubicBezTo>
                      <a:pt x="2537" y="199"/>
                      <a:pt x="1730" y="533"/>
                      <a:pt x="1135" y="1128"/>
                    </a:cubicBezTo>
                    <a:cubicBezTo>
                      <a:pt x="540" y="1723"/>
                      <a:pt x="206" y="2530"/>
                      <a:pt x="206" y="3372"/>
                    </a:cubicBezTo>
                    <a:cubicBezTo>
                      <a:pt x="206" y="4213"/>
                      <a:pt x="540" y="5020"/>
                      <a:pt x="1135" y="5615"/>
                    </a:cubicBezTo>
                    <a:cubicBezTo>
                      <a:pt x="1730" y="6210"/>
                      <a:pt x="2537" y="6544"/>
                      <a:pt x="3378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64" name="Freeform: Shape 11763">
                <a:extLst>
                  <a:ext uri="{FF2B5EF4-FFF2-40B4-BE49-F238E27FC236}">
                    <a16:creationId xmlns:a16="http://schemas.microsoft.com/office/drawing/2014/main" id="{1510444E-B71D-41DF-AA01-1B782748AED2}"/>
                  </a:ext>
                </a:extLst>
              </p:cNvPr>
              <p:cNvSpPr/>
              <p:nvPr/>
            </p:nvSpPr>
            <p:spPr>
              <a:xfrm>
                <a:off x="9019852" y="6002364"/>
                <a:ext cx="6343" cy="6345"/>
              </a:xfrm>
              <a:custGeom>
                <a:avLst/>
                <a:gdLst>
                  <a:gd name="connsiteX0" fmla="*/ 3377 w 6343"/>
                  <a:gd name="connsiteY0" fmla="*/ 6544 h 6345"/>
                  <a:gd name="connsiteX1" fmla="*/ 5620 w 6343"/>
                  <a:gd name="connsiteY1" fmla="*/ 5615 h 6345"/>
                  <a:gd name="connsiteX2" fmla="*/ 6549 w 6343"/>
                  <a:gd name="connsiteY2" fmla="*/ 3372 h 6345"/>
                  <a:gd name="connsiteX3" fmla="*/ 5620 w 6343"/>
                  <a:gd name="connsiteY3" fmla="*/ 1128 h 6345"/>
                  <a:gd name="connsiteX4" fmla="*/ 3377 w 6343"/>
                  <a:gd name="connsiteY4" fmla="*/ 199 h 6345"/>
                  <a:gd name="connsiteX5" fmla="*/ 1135 w 6343"/>
                  <a:gd name="connsiteY5" fmla="*/ 1128 h 6345"/>
                  <a:gd name="connsiteX6" fmla="*/ 206 w 6343"/>
                  <a:gd name="connsiteY6" fmla="*/ 3372 h 6345"/>
                  <a:gd name="connsiteX7" fmla="*/ 1135 w 6343"/>
                  <a:gd name="connsiteY7" fmla="*/ 5615 h 6345"/>
                  <a:gd name="connsiteX8" fmla="*/ 3377 w 6343"/>
                  <a:gd name="connsiteY8" fmla="*/ 654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4"/>
                    </a:moveTo>
                    <a:cubicBezTo>
                      <a:pt x="4218" y="6544"/>
                      <a:pt x="5025" y="6210"/>
                      <a:pt x="5620" y="5615"/>
                    </a:cubicBezTo>
                    <a:cubicBezTo>
                      <a:pt x="6215" y="5020"/>
                      <a:pt x="6549" y="4213"/>
                      <a:pt x="6549" y="3372"/>
                    </a:cubicBezTo>
                    <a:cubicBezTo>
                      <a:pt x="6549" y="2530"/>
                      <a:pt x="6215" y="1723"/>
                      <a:pt x="5620" y="1128"/>
                    </a:cubicBezTo>
                    <a:cubicBezTo>
                      <a:pt x="5025" y="533"/>
                      <a:pt x="4218" y="199"/>
                      <a:pt x="3377" y="199"/>
                    </a:cubicBezTo>
                    <a:cubicBezTo>
                      <a:pt x="2536" y="199"/>
                      <a:pt x="1729" y="533"/>
                      <a:pt x="1135" y="1128"/>
                    </a:cubicBezTo>
                    <a:cubicBezTo>
                      <a:pt x="540" y="1723"/>
                      <a:pt x="206" y="2530"/>
                      <a:pt x="206" y="3372"/>
                    </a:cubicBezTo>
                    <a:cubicBezTo>
                      <a:pt x="206" y="4213"/>
                      <a:pt x="540" y="5020"/>
                      <a:pt x="1135" y="5615"/>
                    </a:cubicBezTo>
                    <a:cubicBezTo>
                      <a:pt x="1729" y="6210"/>
                      <a:pt x="2536" y="6544"/>
                      <a:pt x="3377" y="6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65" name="Freeform: Shape 11764">
                <a:extLst>
                  <a:ext uri="{FF2B5EF4-FFF2-40B4-BE49-F238E27FC236}">
                    <a16:creationId xmlns:a16="http://schemas.microsoft.com/office/drawing/2014/main" id="{7E989DB8-B4C5-323B-8FCE-30610543867F}"/>
                  </a:ext>
                </a:extLst>
              </p:cNvPr>
              <p:cNvSpPr/>
              <p:nvPr/>
            </p:nvSpPr>
            <p:spPr>
              <a:xfrm>
                <a:off x="9020785" y="5991073"/>
                <a:ext cx="6343" cy="6345"/>
              </a:xfrm>
              <a:custGeom>
                <a:avLst/>
                <a:gdLst>
                  <a:gd name="connsiteX0" fmla="*/ 3377 w 6343"/>
                  <a:gd name="connsiteY0" fmla="*/ 6543 h 6345"/>
                  <a:gd name="connsiteX1" fmla="*/ 5620 w 6343"/>
                  <a:gd name="connsiteY1" fmla="*/ 5614 h 6345"/>
                  <a:gd name="connsiteX2" fmla="*/ 6549 w 6343"/>
                  <a:gd name="connsiteY2" fmla="*/ 3371 h 6345"/>
                  <a:gd name="connsiteX3" fmla="*/ 5620 w 6343"/>
                  <a:gd name="connsiteY3" fmla="*/ 1127 h 6345"/>
                  <a:gd name="connsiteX4" fmla="*/ 3377 w 6343"/>
                  <a:gd name="connsiteY4" fmla="*/ 198 h 6345"/>
                  <a:gd name="connsiteX5" fmla="*/ 1135 w 6343"/>
                  <a:gd name="connsiteY5" fmla="*/ 1127 h 6345"/>
                  <a:gd name="connsiteX6" fmla="*/ 206 w 6343"/>
                  <a:gd name="connsiteY6" fmla="*/ 3371 h 6345"/>
                  <a:gd name="connsiteX7" fmla="*/ 1135 w 6343"/>
                  <a:gd name="connsiteY7" fmla="*/ 5614 h 6345"/>
                  <a:gd name="connsiteX8" fmla="*/ 3377 w 6343"/>
                  <a:gd name="connsiteY8" fmla="*/ 654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3"/>
                    </a:moveTo>
                    <a:cubicBezTo>
                      <a:pt x="4219" y="6543"/>
                      <a:pt x="5025" y="6209"/>
                      <a:pt x="5620" y="5614"/>
                    </a:cubicBezTo>
                    <a:cubicBezTo>
                      <a:pt x="6215" y="5019"/>
                      <a:pt x="6549" y="4212"/>
                      <a:pt x="6549" y="3371"/>
                    </a:cubicBezTo>
                    <a:cubicBezTo>
                      <a:pt x="6549" y="2529"/>
                      <a:pt x="6215" y="1722"/>
                      <a:pt x="5620" y="1127"/>
                    </a:cubicBezTo>
                    <a:cubicBezTo>
                      <a:pt x="5025" y="532"/>
                      <a:pt x="4219" y="198"/>
                      <a:pt x="3377" y="198"/>
                    </a:cubicBezTo>
                    <a:cubicBezTo>
                      <a:pt x="2536" y="198"/>
                      <a:pt x="1730" y="532"/>
                      <a:pt x="1135" y="1127"/>
                    </a:cubicBezTo>
                    <a:cubicBezTo>
                      <a:pt x="540" y="1722"/>
                      <a:pt x="206" y="2529"/>
                      <a:pt x="206" y="3371"/>
                    </a:cubicBezTo>
                    <a:cubicBezTo>
                      <a:pt x="206" y="4212"/>
                      <a:pt x="540" y="5019"/>
                      <a:pt x="1135" y="5614"/>
                    </a:cubicBezTo>
                    <a:cubicBezTo>
                      <a:pt x="1730" y="6209"/>
                      <a:pt x="2536" y="6543"/>
                      <a:pt x="3377" y="65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66" name="Freeform: Shape 11765">
                <a:extLst>
                  <a:ext uri="{FF2B5EF4-FFF2-40B4-BE49-F238E27FC236}">
                    <a16:creationId xmlns:a16="http://schemas.microsoft.com/office/drawing/2014/main" id="{179BC371-9C98-41E8-C5A1-0F746A34B716}"/>
                  </a:ext>
                </a:extLst>
              </p:cNvPr>
              <p:cNvSpPr/>
              <p:nvPr/>
            </p:nvSpPr>
            <p:spPr>
              <a:xfrm>
                <a:off x="9021710" y="5980034"/>
                <a:ext cx="6343" cy="6345"/>
              </a:xfrm>
              <a:custGeom>
                <a:avLst/>
                <a:gdLst>
                  <a:gd name="connsiteX0" fmla="*/ 3378 w 6343"/>
                  <a:gd name="connsiteY0" fmla="*/ 6542 h 6345"/>
                  <a:gd name="connsiteX1" fmla="*/ 5620 w 6343"/>
                  <a:gd name="connsiteY1" fmla="*/ 5613 h 6345"/>
                  <a:gd name="connsiteX2" fmla="*/ 6549 w 6343"/>
                  <a:gd name="connsiteY2" fmla="*/ 3370 h 6345"/>
                  <a:gd name="connsiteX3" fmla="*/ 5620 w 6343"/>
                  <a:gd name="connsiteY3" fmla="*/ 1126 h 6345"/>
                  <a:gd name="connsiteX4" fmla="*/ 3378 w 6343"/>
                  <a:gd name="connsiteY4" fmla="*/ 197 h 6345"/>
                  <a:gd name="connsiteX5" fmla="*/ 1135 w 6343"/>
                  <a:gd name="connsiteY5" fmla="*/ 1126 h 6345"/>
                  <a:gd name="connsiteX6" fmla="*/ 206 w 6343"/>
                  <a:gd name="connsiteY6" fmla="*/ 3370 h 6345"/>
                  <a:gd name="connsiteX7" fmla="*/ 1135 w 6343"/>
                  <a:gd name="connsiteY7" fmla="*/ 5613 h 6345"/>
                  <a:gd name="connsiteX8" fmla="*/ 3378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42"/>
                    </a:moveTo>
                    <a:cubicBezTo>
                      <a:pt x="4219" y="6542"/>
                      <a:pt x="5025" y="6208"/>
                      <a:pt x="5620" y="5613"/>
                    </a:cubicBezTo>
                    <a:cubicBezTo>
                      <a:pt x="6215" y="5018"/>
                      <a:pt x="6549" y="4211"/>
                      <a:pt x="6549" y="3370"/>
                    </a:cubicBezTo>
                    <a:cubicBezTo>
                      <a:pt x="6549" y="2528"/>
                      <a:pt x="6215" y="1721"/>
                      <a:pt x="5620" y="1126"/>
                    </a:cubicBezTo>
                    <a:cubicBezTo>
                      <a:pt x="5025" y="531"/>
                      <a:pt x="4219" y="197"/>
                      <a:pt x="3378" y="197"/>
                    </a:cubicBezTo>
                    <a:cubicBezTo>
                      <a:pt x="2536" y="197"/>
                      <a:pt x="1730" y="531"/>
                      <a:pt x="1135" y="1126"/>
                    </a:cubicBezTo>
                    <a:cubicBezTo>
                      <a:pt x="540" y="1721"/>
                      <a:pt x="206" y="2528"/>
                      <a:pt x="206" y="3370"/>
                    </a:cubicBezTo>
                    <a:cubicBezTo>
                      <a:pt x="206" y="4211"/>
                      <a:pt x="540" y="5018"/>
                      <a:pt x="1135" y="5613"/>
                    </a:cubicBezTo>
                    <a:cubicBezTo>
                      <a:pt x="1730" y="6208"/>
                      <a:pt x="2536" y="6542"/>
                      <a:pt x="3378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67" name="Freeform: Shape 11766">
                <a:extLst>
                  <a:ext uri="{FF2B5EF4-FFF2-40B4-BE49-F238E27FC236}">
                    <a16:creationId xmlns:a16="http://schemas.microsoft.com/office/drawing/2014/main" id="{7977AD14-D95C-6B87-056F-83AA5891813C}"/>
                  </a:ext>
                </a:extLst>
              </p:cNvPr>
              <p:cNvSpPr/>
              <p:nvPr/>
            </p:nvSpPr>
            <p:spPr>
              <a:xfrm>
                <a:off x="9025808" y="5964144"/>
                <a:ext cx="6343" cy="6345"/>
              </a:xfrm>
              <a:custGeom>
                <a:avLst/>
                <a:gdLst>
                  <a:gd name="connsiteX0" fmla="*/ 3378 w 6343"/>
                  <a:gd name="connsiteY0" fmla="*/ 6541 h 6345"/>
                  <a:gd name="connsiteX1" fmla="*/ 5620 w 6343"/>
                  <a:gd name="connsiteY1" fmla="*/ 5612 h 6345"/>
                  <a:gd name="connsiteX2" fmla="*/ 6549 w 6343"/>
                  <a:gd name="connsiteY2" fmla="*/ 3368 h 6345"/>
                  <a:gd name="connsiteX3" fmla="*/ 5620 w 6343"/>
                  <a:gd name="connsiteY3" fmla="*/ 1125 h 6345"/>
                  <a:gd name="connsiteX4" fmla="*/ 3378 w 6343"/>
                  <a:gd name="connsiteY4" fmla="*/ 196 h 6345"/>
                  <a:gd name="connsiteX5" fmla="*/ 1135 w 6343"/>
                  <a:gd name="connsiteY5" fmla="*/ 1125 h 6345"/>
                  <a:gd name="connsiteX6" fmla="*/ 206 w 6343"/>
                  <a:gd name="connsiteY6" fmla="*/ 3368 h 6345"/>
                  <a:gd name="connsiteX7" fmla="*/ 1135 w 6343"/>
                  <a:gd name="connsiteY7" fmla="*/ 5612 h 6345"/>
                  <a:gd name="connsiteX8" fmla="*/ 3378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41"/>
                    </a:moveTo>
                    <a:cubicBezTo>
                      <a:pt x="4219" y="6541"/>
                      <a:pt x="5026" y="6207"/>
                      <a:pt x="5620" y="5612"/>
                    </a:cubicBezTo>
                    <a:cubicBezTo>
                      <a:pt x="6215" y="5017"/>
                      <a:pt x="6549" y="4210"/>
                      <a:pt x="6549" y="3368"/>
                    </a:cubicBezTo>
                    <a:cubicBezTo>
                      <a:pt x="6549" y="2527"/>
                      <a:pt x="6215" y="1720"/>
                      <a:pt x="5620" y="1125"/>
                    </a:cubicBezTo>
                    <a:cubicBezTo>
                      <a:pt x="5026" y="530"/>
                      <a:pt x="4219" y="196"/>
                      <a:pt x="3378" y="196"/>
                    </a:cubicBezTo>
                    <a:cubicBezTo>
                      <a:pt x="2537" y="196"/>
                      <a:pt x="1730" y="530"/>
                      <a:pt x="1135" y="1125"/>
                    </a:cubicBezTo>
                    <a:cubicBezTo>
                      <a:pt x="540" y="1720"/>
                      <a:pt x="206" y="2527"/>
                      <a:pt x="206" y="3368"/>
                    </a:cubicBezTo>
                    <a:cubicBezTo>
                      <a:pt x="206" y="4210"/>
                      <a:pt x="540" y="5017"/>
                      <a:pt x="1135" y="5612"/>
                    </a:cubicBezTo>
                    <a:cubicBezTo>
                      <a:pt x="1730" y="6207"/>
                      <a:pt x="2537" y="6541"/>
                      <a:pt x="3378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68" name="Freeform: Shape 11767">
                <a:extLst>
                  <a:ext uri="{FF2B5EF4-FFF2-40B4-BE49-F238E27FC236}">
                    <a16:creationId xmlns:a16="http://schemas.microsoft.com/office/drawing/2014/main" id="{1874C682-A2F1-BF2B-7886-537F34F897C5}"/>
                  </a:ext>
                </a:extLst>
              </p:cNvPr>
              <p:cNvSpPr/>
              <p:nvPr/>
            </p:nvSpPr>
            <p:spPr>
              <a:xfrm>
                <a:off x="9025057" y="5956270"/>
                <a:ext cx="6343" cy="6345"/>
              </a:xfrm>
              <a:custGeom>
                <a:avLst/>
                <a:gdLst>
                  <a:gd name="connsiteX0" fmla="*/ 3378 w 6343"/>
                  <a:gd name="connsiteY0" fmla="*/ 6541 h 6345"/>
                  <a:gd name="connsiteX1" fmla="*/ 5620 w 6343"/>
                  <a:gd name="connsiteY1" fmla="*/ 5611 h 6345"/>
                  <a:gd name="connsiteX2" fmla="*/ 6549 w 6343"/>
                  <a:gd name="connsiteY2" fmla="*/ 3368 h 6345"/>
                  <a:gd name="connsiteX3" fmla="*/ 5620 w 6343"/>
                  <a:gd name="connsiteY3" fmla="*/ 1124 h 6345"/>
                  <a:gd name="connsiteX4" fmla="*/ 3378 w 6343"/>
                  <a:gd name="connsiteY4" fmla="*/ 195 h 6345"/>
                  <a:gd name="connsiteX5" fmla="*/ 1135 w 6343"/>
                  <a:gd name="connsiteY5" fmla="*/ 1124 h 6345"/>
                  <a:gd name="connsiteX6" fmla="*/ 206 w 6343"/>
                  <a:gd name="connsiteY6" fmla="*/ 3368 h 6345"/>
                  <a:gd name="connsiteX7" fmla="*/ 1135 w 6343"/>
                  <a:gd name="connsiteY7" fmla="*/ 5611 h 6345"/>
                  <a:gd name="connsiteX8" fmla="*/ 3378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41"/>
                    </a:moveTo>
                    <a:cubicBezTo>
                      <a:pt x="4219" y="6541"/>
                      <a:pt x="5026" y="6206"/>
                      <a:pt x="5620" y="5611"/>
                    </a:cubicBezTo>
                    <a:cubicBezTo>
                      <a:pt x="6215" y="5016"/>
                      <a:pt x="6549" y="4209"/>
                      <a:pt x="6549" y="3368"/>
                    </a:cubicBezTo>
                    <a:cubicBezTo>
                      <a:pt x="6549" y="2526"/>
                      <a:pt x="6215" y="1719"/>
                      <a:pt x="5620" y="1124"/>
                    </a:cubicBezTo>
                    <a:cubicBezTo>
                      <a:pt x="5026" y="529"/>
                      <a:pt x="4219" y="195"/>
                      <a:pt x="3378" y="195"/>
                    </a:cubicBezTo>
                    <a:cubicBezTo>
                      <a:pt x="2537" y="195"/>
                      <a:pt x="1730" y="529"/>
                      <a:pt x="1135" y="1124"/>
                    </a:cubicBezTo>
                    <a:cubicBezTo>
                      <a:pt x="540" y="1719"/>
                      <a:pt x="206" y="2526"/>
                      <a:pt x="206" y="3368"/>
                    </a:cubicBezTo>
                    <a:cubicBezTo>
                      <a:pt x="206" y="4209"/>
                      <a:pt x="540" y="5016"/>
                      <a:pt x="1135" y="5611"/>
                    </a:cubicBezTo>
                    <a:cubicBezTo>
                      <a:pt x="1730" y="6206"/>
                      <a:pt x="2537" y="6541"/>
                      <a:pt x="3378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69" name="Freeform: Shape 11768">
                <a:extLst>
                  <a:ext uri="{FF2B5EF4-FFF2-40B4-BE49-F238E27FC236}">
                    <a16:creationId xmlns:a16="http://schemas.microsoft.com/office/drawing/2014/main" id="{2A58E9BA-670B-2128-08CD-6D499DCCCB23}"/>
                  </a:ext>
                </a:extLst>
              </p:cNvPr>
              <p:cNvSpPr/>
              <p:nvPr/>
            </p:nvSpPr>
            <p:spPr>
              <a:xfrm>
                <a:off x="9022966" y="5950626"/>
                <a:ext cx="6343" cy="6345"/>
              </a:xfrm>
              <a:custGeom>
                <a:avLst/>
                <a:gdLst>
                  <a:gd name="connsiteX0" fmla="*/ 3378 w 6343"/>
                  <a:gd name="connsiteY0" fmla="*/ 6540 h 6345"/>
                  <a:gd name="connsiteX1" fmla="*/ 5620 w 6343"/>
                  <a:gd name="connsiteY1" fmla="*/ 5611 h 6345"/>
                  <a:gd name="connsiteX2" fmla="*/ 6549 w 6343"/>
                  <a:gd name="connsiteY2" fmla="*/ 3367 h 6345"/>
                  <a:gd name="connsiteX3" fmla="*/ 5620 w 6343"/>
                  <a:gd name="connsiteY3" fmla="*/ 1124 h 6345"/>
                  <a:gd name="connsiteX4" fmla="*/ 3378 w 6343"/>
                  <a:gd name="connsiteY4" fmla="*/ 195 h 6345"/>
                  <a:gd name="connsiteX5" fmla="*/ 1135 w 6343"/>
                  <a:gd name="connsiteY5" fmla="*/ 1124 h 6345"/>
                  <a:gd name="connsiteX6" fmla="*/ 206 w 6343"/>
                  <a:gd name="connsiteY6" fmla="*/ 3367 h 6345"/>
                  <a:gd name="connsiteX7" fmla="*/ 1135 w 6343"/>
                  <a:gd name="connsiteY7" fmla="*/ 5611 h 6345"/>
                  <a:gd name="connsiteX8" fmla="*/ 3378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40"/>
                    </a:moveTo>
                    <a:cubicBezTo>
                      <a:pt x="4219" y="6540"/>
                      <a:pt x="5025" y="6206"/>
                      <a:pt x="5620" y="5611"/>
                    </a:cubicBezTo>
                    <a:cubicBezTo>
                      <a:pt x="6215" y="5016"/>
                      <a:pt x="6549" y="4209"/>
                      <a:pt x="6549" y="3367"/>
                    </a:cubicBezTo>
                    <a:cubicBezTo>
                      <a:pt x="6549" y="2526"/>
                      <a:pt x="6215" y="1719"/>
                      <a:pt x="5620" y="1124"/>
                    </a:cubicBezTo>
                    <a:cubicBezTo>
                      <a:pt x="5025" y="529"/>
                      <a:pt x="4219" y="195"/>
                      <a:pt x="3378" y="195"/>
                    </a:cubicBezTo>
                    <a:cubicBezTo>
                      <a:pt x="2536" y="195"/>
                      <a:pt x="1730" y="529"/>
                      <a:pt x="1135" y="1124"/>
                    </a:cubicBezTo>
                    <a:cubicBezTo>
                      <a:pt x="540" y="1719"/>
                      <a:pt x="206" y="2526"/>
                      <a:pt x="206" y="3367"/>
                    </a:cubicBezTo>
                    <a:cubicBezTo>
                      <a:pt x="206" y="4209"/>
                      <a:pt x="540" y="5016"/>
                      <a:pt x="1135" y="5611"/>
                    </a:cubicBezTo>
                    <a:cubicBezTo>
                      <a:pt x="1730" y="6206"/>
                      <a:pt x="2536" y="6540"/>
                      <a:pt x="3378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70" name="Freeform: Shape 11769">
                <a:extLst>
                  <a:ext uri="{FF2B5EF4-FFF2-40B4-BE49-F238E27FC236}">
                    <a16:creationId xmlns:a16="http://schemas.microsoft.com/office/drawing/2014/main" id="{9499D579-B26F-D5E6-6BC5-AB915D6BDD37}"/>
                  </a:ext>
                </a:extLst>
              </p:cNvPr>
              <p:cNvSpPr/>
              <p:nvPr/>
            </p:nvSpPr>
            <p:spPr>
              <a:xfrm>
                <a:off x="9017955" y="5949550"/>
                <a:ext cx="6343" cy="6345"/>
              </a:xfrm>
              <a:custGeom>
                <a:avLst/>
                <a:gdLst>
                  <a:gd name="connsiteX0" fmla="*/ 3377 w 6343"/>
                  <a:gd name="connsiteY0" fmla="*/ 6540 h 6345"/>
                  <a:gd name="connsiteX1" fmla="*/ 5620 w 6343"/>
                  <a:gd name="connsiteY1" fmla="*/ 5611 h 6345"/>
                  <a:gd name="connsiteX2" fmla="*/ 6549 w 6343"/>
                  <a:gd name="connsiteY2" fmla="*/ 3367 h 6345"/>
                  <a:gd name="connsiteX3" fmla="*/ 5620 w 6343"/>
                  <a:gd name="connsiteY3" fmla="*/ 1124 h 6345"/>
                  <a:gd name="connsiteX4" fmla="*/ 3377 w 6343"/>
                  <a:gd name="connsiteY4" fmla="*/ 195 h 6345"/>
                  <a:gd name="connsiteX5" fmla="*/ 1135 w 6343"/>
                  <a:gd name="connsiteY5" fmla="*/ 1124 h 6345"/>
                  <a:gd name="connsiteX6" fmla="*/ 206 w 6343"/>
                  <a:gd name="connsiteY6" fmla="*/ 3367 h 6345"/>
                  <a:gd name="connsiteX7" fmla="*/ 1135 w 6343"/>
                  <a:gd name="connsiteY7" fmla="*/ 5611 h 6345"/>
                  <a:gd name="connsiteX8" fmla="*/ 337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0"/>
                    </a:moveTo>
                    <a:cubicBezTo>
                      <a:pt x="4218" y="6540"/>
                      <a:pt x="5025" y="6206"/>
                      <a:pt x="5620" y="5611"/>
                    </a:cubicBezTo>
                    <a:cubicBezTo>
                      <a:pt x="6215" y="5016"/>
                      <a:pt x="6549" y="4209"/>
                      <a:pt x="6549" y="3367"/>
                    </a:cubicBezTo>
                    <a:cubicBezTo>
                      <a:pt x="6549" y="2526"/>
                      <a:pt x="6215" y="1719"/>
                      <a:pt x="5620" y="1124"/>
                    </a:cubicBezTo>
                    <a:cubicBezTo>
                      <a:pt x="5025" y="529"/>
                      <a:pt x="4218" y="195"/>
                      <a:pt x="3377" y="195"/>
                    </a:cubicBezTo>
                    <a:cubicBezTo>
                      <a:pt x="2536" y="195"/>
                      <a:pt x="1729" y="529"/>
                      <a:pt x="1135" y="1124"/>
                    </a:cubicBezTo>
                    <a:cubicBezTo>
                      <a:pt x="540" y="1719"/>
                      <a:pt x="206" y="2526"/>
                      <a:pt x="206" y="3367"/>
                    </a:cubicBezTo>
                    <a:cubicBezTo>
                      <a:pt x="206" y="4209"/>
                      <a:pt x="540" y="5016"/>
                      <a:pt x="1135" y="5611"/>
                    </a:cubicBezTo>
                    <a:cubicBezTo>
                      <a:pt x="1729" y="6206"/>
                      <a:pt x="2536" y="6540"/>
                      <a:pt x="337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71" name="Freeform: Shape 11770">
                <a:extLst>
                  <a:ext uri="{FF2B5EF4-FFF2-40B4-BE49-F238E27FC236}">
                    <a16:creationId xmlns:a16="http://schemas.microsoft.com/office/drawing/2014/main" id="{EF66EA86-E06E-9465-2943-4214868AE00E}"/>
                  </a:ext>
                </a:extLst>
              </p:cNvPr>
              <p:cNvSpPr/>
              <p:nvPr/>
            </p:nvSpPr>
            <p:spPr>
              <a:xfrm>
                <a:off x="9012080" y="5949744"/>
                <a:ext cx="6343" cy="6345"/>
              </a:xfrm>
              <a:custGeom>
                <a:avLst/>
                <a:gdLst>
                  <a:gd name="connsiteX0" fmla="*/ 3377 w 6343"/>
                  <a:gd name="connsiteY0" fmla="*/ 6540 h 6345"/>
                  <a:gd name="connsiteX1" fmla="*/ 5619 w 6343"/>
                  <a:gd name="connsiteY1" fmla="*/ 5611 h 6345"/>
                  <a:gd name="connsiteX2" fmla="*/ 6548 w 6343"/>
                  <a:gd name="connsiteY2" fmla="*/ 3367 h 6345"/>
                  <a:gd name="connsiteX3" fmla="*/ 5619 w 6343"/>
                  <a:gd name="connsiteY3" fmla="*/ 1124 h 6345"/>
                  <a:gd name="connsiteX4" fmla="*/ 3377 w 6343"/>
                  <a:gd name="connsiteY4" fmla="*/ 195 h 6345"/>
                  <a:gd name="connsiteX5" fmla="*/ 1134 w 6343"/>
                  <a:gd name="connsiteY5" fmla="*/ 1124 h 6345"/>
                  <a:gd name="connsiteX6" fmla="*/ 205 w 6343"/>
                  <a:gd name="connsiteY6" fmla="*/ 3367 h 6345"/>
                  <a:gd name="connsiteX7" fmla="*/ 1134 w 6343"/>
                  <a:gd name="connsiteY7" fmla="*/ 5611 h 6345"/>
                  <a:gd name="connsiteX8" fmla="*/ 3377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0"/>
                    </a:moveTo>
                    <a:cubicBezTo>
                      <a:pt x="4218" y="6540"/>
                      <a:pt x="5025" y="6206"/>
                      <a:pt x="5619" y="5611"/>
                    </a:cubicBezTo>
                    <a:cubicBezTo>
                      <a:pt x="6214" y="5016"/>
                      <a:pt x="6548" y="4209"/>
                      <a:pt x="6548" y="3367"/>
                    </a:cubicBezTo>
                    <a:cubicBezTo>
                      <a:pt x="6548" y="2526"/>
                      <a:pt x="6214" y="1719"/>
                      <a:pt x="5619" y="1124"/>
                    </a:cubicBezTo>
                    <a:cubicBezTo>
                      <a:pt x="5025" y="529"/>
                      <a:pt x="4218" y="195"/>
                      <a:pt x="3377" y="195"/>
                    </a:cubicBezTo>
                    <a:cubicBezTo>
                      <a:pt x="2536" y="195"/>
                      <a:pt x="1729" y="529"/>
                      <a:pt x="1134" y="1124"/>
                    </a:cubicBezTo>
                    <a:cubicBezTo>
                      <a:pt x="539" y="1719"/>
                      <a:pt x="205" y="2526"/>
                      <a:pt x="205" y="3367"/>
                    </a:cubicBezTo>
                    <a:cubicBezTo>
                      <a:pt x="205" y="4209"/>
                      <a:pt x="539" y="5016"/>
                      <a:pt x="1134" y="5611"/>
                    </a:cubicBezTo>
                    <a:cubicBezTo>
                      <a:pt x="1729" y="6206"/>
                      <a:pt x="2536" y="6540"/>
                      <a:pt x="3377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72" name="Freeform: Shape 11771">
                <a:extLst>
                  <a:ext uri="{FF2B5EF4-FFF2-40B4-BE49-F238E27FC236}">
                    <a16:creationId xmlns:a16="http://schemas.microsoft.com/office/drawing/2014/main" id="{BF5F3474-3BF3-EFC0-D75B-8BCCE84C0145}"/>
                  </a:ext>
                </a:extLst>
              </p:cNvPr>
              <p:cNvSpPr/>
              <p:nvPr/>
            </p:nvSpPr>
            <p:spPr>
              <a:xfrm>
                <a:off x="9008031" y="5947130"/>
                <a:ext cx="6343" cy="6345"/>
              </a:xfrm>
              <a:custGeom>
                <a:avLst/>
                <a:gdLst>
                  <a:gd name="connsiteX0" fmla="*/ 3376 w 6343"/>
                  <a:gd name="connsiteY0" fmla="*/ 6540 h 6345"/>
                  <a:gd name="connsiteX1" fmla="*/ 5619 w 6343"/>
                  <a:gd name="connsiteY1" fmla="*/ 5611 h 6345"/>
                  <a:gd name="connsiteX2" fmla="*/ 6548 w 6343"/>
                  <a:gd name="connsiteY2" fmla="*/ 3367 h 6345"/>
                  <a:gd name="connsiteX3" fmla="*/ 5619 w 6343"/>
                  <a:gd name="connsiteY3" fmla="*/ 1124 h 6345"/>
                  <a:gd name="connsiteX4" fmla="*/ 3376 w 6343"/>
                  <a:gd name="connsiteY4" fmla="*/ 194 h 6345"/>
                  <a:gd name="connsiteX5" fmla="*/ 1134 w 6343"/>
                  <a:gd name="connsiteY5" fmla="*/ 1124 h 6345"/>
                  <a:gd name="connsiteX6" fmla="*/ 205 w 6343"/>
                  <a:gd name="connsiteY6" fmla="*/ 3367 h 6345"/>
                  <a:gd name="connsiteX7" fmla="*/ 1134 w 6343"/>
                  <a:gd name="connsiteY7" fmla="*/ 5611 h 6345"/>
                  <a:gd name="connsiteX8" fmla="*/ 3376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540"/>
                    </a:moveTo>
                    <a:cubicBezTo>
                      <a:pt x="4218" y="6540"/>
                      <a:pt x="5024" y="6206"/>
                      <a:pt x="5619" y="5611"/>
                    </a:cubicBezTo>
                    <a:cubicBezTo>
                      <a:pt x="6214" y="5016"/>
                      <a:pt x="6548" y="4209"/>
                      <a:pt x="6548" y="3367"/>
                    </a:cubicBezTo>
                    <a:cubicBezTo>
                      <a:pt x="6548" y="2526"/>
                      <a:pt x="6214" y="1719"/>
                      <a:pt x="5619" y="1124"/>
                    </a:cubicBezTo>
                    <a:cubicBezTo>
                      <a:pt x="5024" y="529"/>
                      <a:pt x="4218" y="194"/>
                      <a:pt x="3376" y="194"/>
                    </a:cubicBezTo>
                    <a:cubicBezTo>
                      <a:pt x="2535" y="194"/>
                      <a:pt x="1729" y="529"/>
                      <a:pt x="1134" y="1124"/>
                    </a:cubicBezTo>
                    <a:cubicBezTo>
                      <a:pt x="539" y="1719"/>
                      <a:pt x="205" y="2526"/>
                      <a:pt x="205" y="3367"/>
                    </a:cubicBezTo>
                    <a:cubicBezTo>
                      <a:pt x="205" y="4209"/>
                      <a:pt x="539" y="5016"/>
                      <a:pt x="1134" y="5611"/>
                    </a:cubicBezTo>
                    <a:cubicBezTo>
                      <a:pt x="1729" y="6206"/>
                      <a:pt x="2535" y="6540"/>
                      <a:pt x="3376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73" name="Freeform: Shape 11772">
                <a:extLst>
                  <a:ext uri="{FF2B5EF4-FFF2-40B4-BE49-F238E27FC236}">
                    <a16:creationId xmlns:a16="http://schemas.microsoft.com/office/drawing/2014/main" id="{F1CF25DA-D1D1-8FC5-D00F-EC8CA22A3279}"/>
                  </a:ext>
                </a:extLst>
              </p:cNvPr>
              <p:cNvSpPr/>
              <p:nvPr/>
            </p:nvSpPr>
            <p:spPr>
              <a:xfrm>
                <a:off x="8838956" y="6188229"/>
                <a:ext cx="6343" cy="6345"/>
              </a:xfrm>
              <a:custGeom>
                <a:avLst/>
                <a:gdLst>
                  <a:gd name="connsiteX0" fmla="*/ 3363 w 6343"/>
                  <a:gd name="connsiteY0" fmla="*/ 6559 h 6345"/>
                  <a:gd name="connsiteX1" fmla="*/ 5606 w 6343"/>
                  <a:gd name="connsiteY1" fmla="*/ 5630 h 6345"/>
                  <a:gd name="connsiteX2" fmla="*/ 6535 w 6343"/>
                  <a:gd name="connsiteY2" fmla="*/ 3386 h 6345"/>
                  <a:gd name="connsiteX3" fmla="*/ 5606 w 6343"/>
                  <a:gd name="connsiteY3" fmla="*/ 1143 h 6345"/>
                  <a:gd name="connsiteX4" fmla="*/ 3363 w 6343"/>
                  <a:gd name="connsiteY4" fmla="*/ 213 h 6345"/>
                  <a:gd name="connsiteX5" fmla="*/ 1120 w 6343"/>
                  <a:gd name="connsiteY5" fmla="*/ 1143 h 6345"/>
                  <a:gd name="connsiteX6" fmla="*/ 192 w 6343"/>
                  <a:gd name="connsiteY6" fmla="*/ 3386 h 6345"/>
                  <a:gd name="connsiteX7" fmla="*/ 1120 w 6343"/>
                  <a:gd name="connsiteY7" fmla="*/ 5630 h 6345"/>
                  <a:gd name="connsiteX8" fmla="*/ 336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59"/>
                    </a:moveTo>
                    <a:cubicBezTo>
                      <a:pt x="4204" y="6559"/>
                      <a:pt x="5011" y="6225"/>
                      <a:pt x="5606" y="5630"/>
                    </a:cubicBezTo>
                    <a:cubicBezTo>
                      <a:pt x="6200" y="5035"/>
                      <a:pt x="6535" y="4228"/>
                      <a:pt x="6535" y="3386"/>
                    </a:cubicBezTo>
                    <a:cubicBezTo>
                      <a:pt x="6535" y="2545"/>
                      <a:pt x="6200" y="1738"/>
                      <a:pt x="5606" y="1143"/>
                    </a:cubicBezTo>
                    <a:cubicBezTo>
                      <a:pt x="5011" y="548"/>
                      <a:pt x="4204" y="213"/>
                      <a:pt x="3363" y="213"/>
                    </a:cubicBezTo>
                    <a:cubicBezTo>
                      <a:pt x="2522" y="213"/>
                      <a:pt x="1715" y="548"/>
                      <a:pt x="1120" y="1143"/>
                    </a:cubicBezTo>
                    <a:cubicBezTo>
                      <a:pt x="526" y="1738"/>
                      <a:pt x="192" y="2545"/>
                      <a:pt x="192" y="3386"/>
                    </a:cubicBezTo>
                    <a:cubicBezTo>
                      <a:pt x="192" y="4228"/>
                      <a:pt x="526" y="5035"/>
                      <a:pt x="1120" y="5630"/>
                    </a:cubicBezTo>
                    <a:cubicBezTo>
                      <a:pt x="1715" y="6225"/>
                      <a:pt x="2522" y="6559"/>
                      <a:pt x="336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74" name="Freeform: Shape 11773">
                <a:extLst>
                  <a:ext uri="{FF2B5EF4-FFF2-40B4-BE49-F238E27FC236}">
                    <a16:creationId xmlns:a16="http://schemas.microsoft.com/office/drawing/2014/main" id="{DB88AB02-649C-814E-1F8E-7CE90739AA71}"/>
                  </a:ext>
                </a:extLst>
              </p:cNvPr>
              <p:cNvSpPr/>
              <p:nvPr/>
            </p:nvSpPr>
            <p:spPr>
              <a:xfrm>
                <a:off x="8831782" y="6186975"/>
                <a:ext cx="6343" cy="6345"/>
              </a:xfrm>
              <a:custGeom>
                <a:avLst/>
                <a:gdLst>
                  <a:gd name="connsiteX0" fmla="*/ 3363 w 6343"/>
                  <a:gd name="connsiteY0" fmla="*/ 6559 h 6345"/>
                  <a:gd name="connsiteX1" fmla="*/ 5605 w 6343"/>
                  <a:gd name="connsiteY1" fmla="*/ 5629 h 6345"/>
                  <a:gd name="connsiteX2" fmla="*/ 6534 w 6343"/>
                  <a:gd name="connsiteY2" fmla="*/ 3386 h 6345"/>
                  <a:gd name="connsiteX3" fmla="*/ 5605 w 6343"/>
                  <a:gd name="connsiteY3" fmla="*/ 1143 h 6345"/>
                  <a:gd name="connsiteX4" fmla="*/ 3363 w 6343"/>
                  <a:gd name="connsiteY4" fmla="*/ 213 h 6345"/>
                  <a:gd name="connsiteX5" fmla="*/ 1120 w 6343"/>
                  <a:gd name="connsiteY5" fmla="*/ 1143 h 6345"/>
                  <a:gd name="connsiteX6" fmla="*/ 191 w 6343"/>
                  <a:gd name="connsiteY6" fmla="*/ 3386 h 6345"/>
                  <a:gd name="connsiteX7" fmla="*/ 1120 w 6343"/>
                  <a:gd name="connsiteY7" fmla="*/ 5629 h 6345"/>
                  <a:gd name="connsiteX8" fmla="*/ 3363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59"/>
                    </a:moveTo>
                    <a:cubicBezTo>
                      <a:pt x="4204" y="6559"/>
                      <a:pt x="5010" y="6224"/>
                      <a:pt x="5605" y="5629"/>
                    </a:cubicBezTo>
                    <a:cubicBezTo>
                      <a:pt x="6200" y="5035"/>
                      <a:pt x="6534" y="4227"/>
                      <a:pt x="6534" y="3386"/>
                    </a:cubicBezTo>
                    <a:cubicBezTo>
                      <a:pt x="6534" y="2545"/>
                      <a:pt x="6200" y="1738"/>
                      <a:pt x="5605" y="1143"/>
                    </a:cubicBezTo>
                    <a:cubicBezTo>
                      <a:pt x="5010" y="548"/>
                      <a:pt x="4204" y="213"/>
                      <a:pt x="3363" y="213"/>
                    </a:cubicBezTo>
                    <a:cubicBezTo>
                      <a:pt x="2521" y="213"/>
                      <a:pt x="1715" y="548"/>
                      <a:pt x="1120" y="1143"/>
                    </a:cubicBezTo>
                    <a:cubicBezTo>
                      <a:pt x="525" y="1738"/>
                      <a:pt x="191" y="2545"/>
                      <a:pt x="191" y="3386"/>
                    </a:cubicBezTo>
                    <a:cubicBezTo>
                      <a:pt x="191" y="4227"/>
                      <a:pt x="525" y="5035"/>
                      <a:pt x="1120" y="5629"/>
                    </a:cubicBezTo>
                    <a:cubicBezTo>
                      <a:pt x="1715" y="6224"/>
                      <a:pt x="2521" y="6559"/>
                      <a:pt x="3363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75" name="Freeform: Shape 11774">
                <a:extLst>
                  <a:ext uri="{FF2B5EF4-FFF2-40B4-BE49-F238E27FC236}">
                    <a16:creationId xmlns:a16="http://schemas.microsoft.com/office/drawing/2014/main" id="{52B38A1B-53AE-BD9C-97B2-231D0C4A35E2}"/>
                  </a:ext>
                </a:extLst>
              </p:cNvPr>
              <p:cNvSpPr/>
              <p:nvPr/>
            </p:nvSpPr>
            <p:spPr>
              <a:xfrm>
                <a:off x="8824600" y="6185667"/>
                <a:ext cx="6343" cy="6345"/>
              </a:xfrm>
              <a:custGeom>
                <a:avLst/>
                <a:gdLst>
                  <a:gd name="connsiteX0" fmla="*/ 3362 w 6343"/>
                  <a:gd name="connsiteY0" fmla="*/ 6559 h 6345"/>
                  <a:gd name="connsiteX1" fmla="*/ 5605 w 6343"/>
                  <a:gd name="connsiteY1" fmla="*/ 5629 h 6345"/>
                  <a:gd name="connsiteX2" fmla="*/ 6534 w 6343"/>
                  <a:gd name="connsiteY2" fmla="*/ 3386 h 6345"/>
                  <a:gd name="connsiteX3" fmla="*/ 5605 w 6343"/>
                  <a:gd name="connsiteY3" fmla="*/ 1143 h 6345"/>
                  <a:gd name="connsiteX4" fmla="*/ 3362 w 6343"/>
                  <a:gd name="connsiteY4" fmla="*/ 213 h 6345"/>
                  <a:gd name="connsiteX5" fmla="*/ 1119 w 6343"/>
                  <a:gd name="connsiteY5" fmla="*/ 1143 h 6345"/>
                  <a:gd name="connsiteX6" fmla="*/ 190 w 6343"/>
                  <a:gd name="connsiteY6" fmla="*/ 3386 h 6345"/>
                  <a:gd name="connsiteX7" fmla="*/ 1119 w 6343"/>
                  <a:gd name="connsiteY7" fmla="*/ 5629 h 6345"/>
                  <a:gd name="connsiteX8" fmla="*/ 3362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2" y="6559"/>
                    </a:moveTo>
                    <a:cubicBezTo>
                      <a:pt x="4203" y="6559"/>
                      <a:pt x="5010" y="6224"/>
                      <a:pt x="5605" y="5629"/>
                    </a:cubicBezTo>
                    <a:cubicBezTo>
                      <a:pt x="6199" y="5034"/>
                      <a:pt x="6534" y="4227"/>
                      <a:pt x="6534" y="3386"/>
                    </a:cubicBezTo>
                    <a:cubicBezTo>
                      <a:pt x="6534" y="2545"/>
                      <a:pt x="6199" y="1737"/>
                      <a:pt x="5605" y="1143"/>
                    </a:cubicBezTo>
                    <a:cubicBezTo>
                      <a:pt x="5010" y="548"/>
                      <a:pt x="4203" y="213"/>
                      <a:pt x="3362" y="213"/>
                    </a:cubicBezTo>
                    <a:cubicBezTo>
                      <a:pt x="2521" y="213"/>
                      <a:pt x="1714" y="548"/>
                      <a:pt x="1119" y="1143"/>
                    </a:cubicBezTo>
                    <a:cubicBezTo>
                      <a:pt x="525" y="1737"/>
                      <a:pt x="190" y="2545"/>
                      <a:pt x="190" y="3386"/>
                    </a:cubicBezTo>
                    <a:cubicBezTo>
                      <a:pt x="190" y="4227"/>
                      <a:pt x="525" y="5034"/>
                      <a:pt x="1119" y="5629"/>
                    </a:cubicBezTo>
                    <a:cubicBezTo>
                      <a:pt x="1714" y="6224"/>
                      <a:pt x="2521" y="6559"/>
                      <a:pt x="3362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76" name="Freeform: Shape 11775">
                <a:extLst>
                  <a:ext uri="{FF2B5EF4-FFF2-40B4-BE49-F238E27FC236}">
                    <a16:creationId xmlns:a16="http://schemas.microsoft.com/office/drawing/2014/main" id="{1F3B5CE9-84B1-DBC0-CC19-C2C7B41731ED}"/>
                  </a:ext>
                </a:extLst>
              </p:cNvPr>
              <p:cNvSpPr/>
              <p:nvPr/>
            </p:nvSpPr>
            <p:spPr>
              <a:xfrm>
                <a:off x="8816870" y="6185073"/>
                <a:ext cx="6343" cy="6345"/>
              </a:xfrm>
              <a:custGeom>
                <a:avLst/>
                <a:gdLst>
                  <a:gd name="connsiteX0" fmla="*/ 3361 w 6343"/>
                  <a:gd name="connsiteY0" fmla="*/ 6559 h 6345"/>
                  <a:gd name="connsiteX1" fmla="*/ 5604 w 6343"/>
                  <a:gd name="connsiteY1" fmla="*/ 5629 h 6345"/>
                  <a:gd name="connsiteX2" fmla="*/ 6533 w 6343"/>
                  <a:gd name="connsiteY2" fmla="*/ 3386 h 6345"/>
                  <a:gd name="connsiteX3" fmla="*/ 5604 w 6343"/>
                  <a:gd name="connsiteY3" fmla="*/ 1142 h 6345"/>
                  <a:gd name="connsiteX4" fmla="*/ 3361 w 6343"/>
                  <a:gd name="connsiteY4" fmla="*/ 213 h 6345"/>
                  <a:gd name="connsiteX5" fmla="*/ 1119 w 6343"/>
                  <a:gd name="connsiteY5" fmla="*/ 1142 h 6345"/>
                  <a:gd name="connsiteX6" fmla="*/ 190 w 6343"/>
                  <a:gd name="connsiteY6" fmla="*/ 3386 h 6345"/>
                  <a:gd name="connsiteX7" fmla="*/ 1119 w 6343"/>
                  <a:gd name="connsiteY7" fmla="*/ 5629 h 6345"/>
                  <a:gd name="connsiteX8" fmla="*/ 3361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559"/>
                    </a:moveTo>
                    <a:cubicBezTo>
                      <a:pt x="4202" y="6559"/>
                      <a:pt x="5009" y="6224"/>
                      <a:pt x="5604" y="5629"/>
                    </a:cubicBezTo>
                    <a:cubicBezTo>
                      <a:pt x="6199" y="5034"/>
                      <a:pt x="6533" y="4227"/>
                      <a:pt x="6533" y="3386"/>
                    </a:cubicBezTo>
                    <a:cubicBezTo>
                      <a:pt x="6533" y="2544"/>
                      <a:pt x="6199" y="1737"/>
                      <a:pt x="5604" y="1142"/>
                    </a:cubicBezTo>
                    <a:cubicBezTo>
                      <a:pt x="5009" y="547"/>
                      <a:pt x="4202" y="213"/>
                      <a:pt x="3361" y="213"/>
                    </a:cubicBezTo>
                    <a:cubicBezTo>
                      <a:pt x="2520" y="213"/>
                      <a:pt x="1713" y="547"/>
                      <a:pt x="1119" y="1142"/>
                    </a:cubicBezTo>
                    <a:cubicBezTo>
                      <a:pt x="524" y="1737"/>
                      <a:pt x="190" y="2544"/>
                      <a:pt x="190" y="3386"/>
                    </a:cubicBezTo>
                    <a:cubicBezTo>
                      <a:pt x="190" y="4227"/>
                      <a:pt x="524" y="5034"/>
                      <a:pt x="1119" y="5629"/>
                    </a:cubicBezTo>
                    <a:cubicBezTo>
                      <a:pt x="1713" y="6224"/>
                      <a:pt x="2520" y="6559"/>
                      <a:pt x="3361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77" name="Freeform: Shape 11776">
                <a:extLst>
                  <a:ext uri="{FF2B5EF4-FFF2-40B4-BE49-F238E27FC236}">
                    <a16:creationId xmlns:a16="http://schemas.microsoft.com/office/drawing/2014/main" id="{B6B9F21B-1DF1-AE5B-F785-12EB72A05379}"/>
                  </a:ext>
                </a:extLst>
              </p:cNvPr>
              <p:cNvSpPr/>
              <p:nvPr/>
            </p:nvSpPr>
            <p:spPr>
              <a:xfrm>
                <a:off x="8809742" y="6183550"/>
                <a:ext cx="6343" cy="6345"/>
              </a:xfrm>
              <a:custGeom>
                <a:avLst/>
                <a:gdLst>
                  <a:gd name="connsiteX0" fmla="*/ 3361 w 6343"/>
                  <a:gd name="connsiteY0" fmla="*/ 6558 h 6345"/>
                  <a:gd name="connsiteX1" fmla="*/ 5603 w 6343"/>
                  <a:gd name="connsiteY1" fmla="*/ 5629 h 6345"/>
                  <a:gd name="connsiteX2" fmla="*/ 6532 w 6343"/>
                  <a:gd name="connsiteY2" fmla="*/ 3386 h 6345"/>
                  <a:gd name="connsiteX3" fmla="*/ 5603 w 6343"/>
                  <a:gd name="connsiteY3" fmla="*/ 1142 h 6345"/>
                  <a:gd name="connsiteX4" fmla="*/ 3361 w 6343"/>
                  <a:gd name="connsiteY4" fmla="*/ 213 h 6345"/>
                  <a:gd name="connsiteX5" fmla="*/ 1118 w 6343"/>
                  <a:gd name="connsiteY5" fmla="*/ 1142 h 6345"/>
                  <a:gd name="connsiteX6" fmla="*/ 189 w 6343"/>
                  <a:gd name="connsiteY6" fmla="*/ 3386 h 6345"/>
                  <a:gd name="connsiteX7" fmla="*/ 1118 w 6343"/>
                  <a:gd name="connsiteY7" fmla="*/ 5629 h 6345"/>
                  <a:gd name="connsiteX8" fmla="*/ 336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558"/>
                    </a:moveTo>
                    <a:cubicBezTo>
                      <a:pt x="4202" y="6558"/>
                      <a:pt x="5009" y="6224"/>
                      <a:pt x="5603" y="5629"/>
                    </a:cubicBezTo>
                    <a:cubicBezTo>
                      <a:pt x="6198" y="5034"/>
                      <a:pt x="6532" y="4227"/>
                      <a:pt x="6532" y="3386"/>
                    </a:cubicBezTo>
                    <a:cubicBezTo>
                      <a:pt x="6532" y="2544"/>
                      <a:pt x="6198" y="1737"/>
                      <a:pt x="5603" y="1142"/>
                    </a:cubicBezTo>
                    <a:cubicBezTo>
                      <a:pt x="5009" y="547"/>
                      <a:pt x="4202" y="213"/>
                      <a:pt x="3361" y="213"/>
                    </a:cubicBezTo>
                    <a:cubicBezTo>
                      <a:pt x="2520" y="213"/>
                      <a:pt x="1713" y="547"/>
                      <a:pt x="1118" y="1142"/>
                    </a:cubicBezTo>
                    <a:cubicBezTo>
                      <a:pt x="523" y="1737"/>
                      <a:pt x="189" y="2544"/>
                      <a:pt x="189" y="3386"/>
                    </a:cubicBezTo>
                    <a:cubicBezTo>
                      <a:pt x="189" y="4227"/>
                      <a:pt x="523" y="5034"/>
                      <a:pt x="1118" y="5629"/>
                    </a:cubicBezTo>
                    <a:cubicBezTo>
                      <a:pt x="1713" y="6224"/>
                      <a:pt x="2520" y="6558"/>
                      <a:pt x="336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78" name="Freeform: Shape 11777">
                <a:extLst>
                  <a:ext uri="{FF2B5EF4-FFF2-40B4-BE49-F238E27FC236}">
                    <a16:creationId xmlns:a16="http://schemas.microsoft.com/office/drawing/2014/main" id="{80E122A1-B570-594E-F8A2-2D0423B21DF9}"/>
                  </a:ext>
                </a:extLst>
              </p:cNvPr>
              <p:cNvSpPr/>
              <p:nvPr/>
            </p:nvSpPr>
            <p:spPr>
              <a:xfrm>
                <a:off x="8802316" y="6182379"/>
                <a:ext cx="6343" cy="6345"/>
              </a:xfrm>
              <a:custGeom>
                <a:avLst/>
                <a:gdLst>
                  <a:gd name="connsiteX0" fmla="*/ 3360 w 6343"/>
                  <a:gd name="connsiteY0" fmla="*/ 6558 h 6345"/>
                  <a:gd name="connsiteX1" fmla="*/ 5603 w 6343"/>
                  <a:gd name="connsiteY1" fmla="*/ 5629 h 6345"/>
                  <a:gd name="connsiteX2" fmla="*/ 6532 w 6343"/>
                  <a:gd name="connsiteY2" fmla="*/ 3386 h 6345"/>
                  <a:gd name="connsiteX3" fmla="*/ 5603 w 6343"/>
                  <a:gd name="connsiteY3" fmla="*/ 1142 h 6345"/>
                  <a:gd name="connsiteX4" fmla="*/ 3360 w 6343"/>
                  <a:gd name="connsiteY4" fmla="*/ 213 h 6345"/>
                  <a:gd name="connsiteX5" fmla="*/ 1118 w 6343"/>
                  <a:gd name="connsiteY5" fmla="*/ 1142 h 6345"/>
                  <a:gd name="connsiteX6" fmla="*/ 189 w 6343"/>
                  <a:gd name="connsiteY6" fmla="*/ 3386 h 6345"/>
                  <a:gd name="connsiteX7" fmla="*/ 1118 w 6343"/>
                  <a:gd name="connsiteY7" fmla="*/ 5629 h 6345"/>
                  <a:gd name="connsiteX8" fmla="*/ 3360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558"/>
                    </a:moveTo>
                    <a:cubicBezTo>
                      <a:pt x="4201" y="6558"/>
                      <a:pt x="5008" y="6224"/>
                      <a:pt x="5603" y="5629"/>
                    </a:cubicBezTo>
                    <a:cubicBezTo>
                      <a:pt x="6198" y="5034"/>
                      <a:pt x="6532" y="4227"/>
                      <a:pt x="6532" y="3386"/>
                    </a:cubicBezTo>
                    <a:cubicBezTo>
                      <a:pt x="6532" y="2544"/>
                      <a:pt x="6198" y="1737"/>
                      <a:pt x="5603" y="1142"/>
                    </a:cubicBezTo>
                    <a:cubicBezTo>
                      <a:pt x="5008" y="547"/>
                      <a:pt x="4201" y="213"/>
                      <a:pt x="3360" y="213"/>
                    </a:cubicBezTo>
                    <a:cubicBezTo>
                      <a:pt x="2519" y="213"/>
                      <a:pt x="1712" y="547"/>
                      <a:pt x="1118" y="1142"/>
                    </a:cubicBezTo>
                    <a:cubicBezTo>
                      <a:pt x="523" y="1737"/>
                      <a:pt x="189" y="2544"/>
                      <a:pt x="189" y="3386"/>
                    </a:cubicBezTo>
                    <a:cubicBezTo>
                      <a:pt x="189" y="4227"/>
                      <a:pt x="523" y="5034"/>
                      <a:pt x="1118" y="5629"/>
                    </a:cubicBezTo>
                    <a:cubicBezTo>
                      <a:pt x="1712" y="6224"/>
                      <a:pt x="2519" y="6558"/>
                      <a:pt x="3360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79" name="Freeform: Shape 11778">
                <a:extLst>
                  <a:ext uri="{FF2B5EF4-FFF2-40B4-BE49-F238E27FC236}">
                    <a16:creationId xmlns:a16="http://schemas.microsoft.com/office/drawing/2014/main" id="{6246C46E-D9BE-9883-2C26-74F3697935F9}"/>
                  </a:ext>
                </a:extLst>
              </p:cNvPr>
              <p:cNvSpPr/>
              <p:nvPr/>
            </p:nvSpPr>
            <p:spPr>
              <a:xfrm>
                <a:off x="9102303" y="5761301"/>
                <a:ext cx="6343" cy="6345"/>
              </a:xfrm>
              <a:custGeom>
                <a:avLst/>
                <a:gdLst>
                  <a:gd name="connsiteX0" fmla="*/ 3384 w 6343"/>
                  <a:gd name="connsiteY0" fmla="*/ 6525 h 6345"/>
                  <a:gd name="connsiteX1" fmla="*/ 5626 w 6343"/>
                  <a:gd name="connsiteY1" fmla="*/ 5596 h 6345"/>
                  <a:gd name="connsiteX2" fmla="*/ 6555 w 6343"/>
                  <a:gd name="connsiteY2" fmla="*/ 3353 h 6345"/>
                  <a:gd name="connsiteX3" fmla="*/ 5626 w 6343"/>
                  <a:gd name="connsiteY3" fmla="*/ 1109 h 6345"/>
                  <a:gd name="connsiteX4" fmla="*/ 3384 w 6343"/>
                  <a:gd name="connsiteY4" fmla="*/ 180 h 6345"/>
                  <a:gd name="connsiteX5" fmla="*/ 1141 w 6343"/>
                  <a:gd name="connsiteY5" fmla="*/ 1109 h 6345"/>
                  <a:gd name="connsiteX6" fmla="*/ 212 w 6343"/>
                  <a:gd name="connsiteY6" fmla="*/ 3353 h 6345"/>
                  <a:gd name="connsiteX7" fmla="*/ 1141 w 6343"/>
                  <a:gd name="connsiteY7" fmla="*/ 5596 h 6345"/>
                  <a:gd name="connsiteX8" fmla="*/ 338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25"/>
                    </a:moveTo>
                    <a:cubicBezTo>
                      <a:pt x="4225" y="6525"/>
                      <a:pt x="5032" y="6191"/>
                      <a:pt x="5626" y="5596"/>
                    </a:cubicBezTo>
                    <a:cubicBezTo>
                      <a:pt x="6221" y="5001"/>
                      <a:pt x="6555" y="4194"/>
                      <a:pt x="6555" y="3353"/>
                    </a:cubicBezTo>
                    <a:cubicBezTo>
                      <a:pt x="6555" y="2511"/>
                      <a:pt x="6221" y="1704"/>
                      <a:pt x="5626" y="1109"/>
                    </a:cubicBezTo>
                    <a:cubicBezTo>
                      <a:pt x="5032" y="514"/>
                      <a:pt x="4225" y="180"/>
                      <a:pt x="3384" y="180"/>
                    </a:cubicBezTo>
                    <a:cubicBezTo>
                      <a:pt x="2543" y="180"/>
                      <a:pt x="1736" y="514"/>
                      <a:pt x="1141" y="1109"/>
                    </a:cubicBezTo>
                    <a:cubicBezTo>
                      <a:pt x="546" y="1704"/>
                      <a:pt x="212" y="2511"/>
                      <a:pt x="212" y="3353"/>
                    </a:cubicBezTo>
                    <a:cubicBezTo>
                      <a:pt x="212" y="4194"/>
                      <a:pt x="546" y="5001"/>
                      <a:pt x="1141" y="5596"/>
                    </a:cubicBezTo>
                    <a:cubicBezTo>
                      <a:pt x="1736" y="6191"/>
                      <a:pt x="2543" y="6525"/>
                      <a:pt x="338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80" name="Freeform: Shape 11779">
                <a:extLst>
                  <a:ext uri="{FF2B5EF4-FFF2-40B4-BE49-F238E27FC236}">
                    <a16:creationId xmlns:a16="http://schemas.microsoft.com/office/drawing/2014/main" id="{B4CFF69C-D512-2353-1724-D7DD951871C3}"/>
                  </a:ext>
                </a:extLst>
              </p:cNvPr>
              <p:cNvSpPr/>
              <p:nvPr/>
            </p:nvSpPr>
            <p:spPr>
              <a:xfrm>
                <a:off x="9100637" y="5757583"/>
                <a:ext cx="6343" cy="6345"/>
              </a:xfrm>
              <a:custGeom>
                <a:avLst/>
                <a:gdLst>
                  <a:gd name="connsiteX0" fmla="*/ 3384 w 6343"/>
                  <a:gd name="connsiteY0" fmla="*/ 6525 h 6345"/>
                  <a:gd name="connsiteX1" fmla="*/ 5626 w 6343"/>
                  <a:gd name="connsiteY1" fmla="*/ 5596 h 6345"/>
                  <a:gd name="connsiteX2" fmla="*/ 6555 w 6343"/>
                  <a:gd name="connsiteY2" fmla="*/ 3352 h 6345"/>
                  <a:gd name="connsiteX3" fmla="*/ 5626 w 6343"/>
                  <a:gd name="connsiteY3" fmla="*/ 1109 h 6345"/>
                  <a:gd name="connsiteX4" fmla="*/ 3384 w 6343"/>
                  <a:gd name="connsiteY4" fmla="*/ 180 h 6345"/>
                  <a:gd name="connsiteX5" fmla="*/ 1141 w 6343"/>
                  <a:gd name="connsiteY5" fmla="*/ 1109 h 6345"/>
                  <a:gd name="connsiteX6" fmla="*/ 212 w 6343"/>
                  <a:gd name="connsiteY6" fmla="*/ 3352 h 6345"/>
                  <a:gd name="connsiteX7" fmla="*/ 1141 w 6343"/>
                  <a:gd name="connsiteY7" fmla="*/ 5596 h 6345"/>
                  <a:gd name="connsiteX8" fmla="*/ 338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25"/>
                    </a:moveTo>
                    <a:cubicBezTo>
                      <a:pt x="4225" y="6525"/>
                      <a:pt x="5032" y="6191"/>
                      <a:pt x="5626" y="5596"/>
                    </a:cubicBezTo>
                    <a:cubicBezTo>
                      <a:pt x="6221" y="5001"/>
                      <a:pt x="6555" y="4194"/>
                      <a:pt x="6555" y="3352"/>
                    </a:cubicBezTo>
                    <a:cubicBezTo>
                      <a:pt x="6555" y="2511"/>
                      <a:pt x="6221" y="1704"/>
                      <a:pt x="5626" y="1109"/>
                    </a:cubicBezTo>
                    <a:cubicBezTo>
                      <a:pt x="5032" y="514"/>
                      <a:pt x="4225" y="180"/>
                      <a:pt x="3384" y="180"/>
                    </a:cubicBezTo>
                    <a:cubicBezTo>
                      <a:pt x="2543" y="180"/>
                      <a:pt x="1736" y="514"/>
                      <a:pt x="1141" y="1109"/>
                    </a:cubicBezTo>
                    <a:cubicBezTo>
                      <a:pt x="546" y="1704"/>
                      <a:pt x="212" y="2511"/>
                      <a:pt x="212" y="3352"/>
                    </a:cubicBezTo>
                    <a:cubicBezTo>
                      <a:pt x="212" y="4194"/>
                      <a:pt x="546" y="5001"/>
                      <a:pt x="1141" y="5596"/>
                    </a:cubicBezTo>
                    <a:cubicBezTo>
                      <a:pt x="1736" y="6191"/>
                      <a:pt x="2543" y="6525"/>
                      <a:pt x="338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81" name="Freeform: Shape 11780">
                <a:extLst>
                  <a:ext uri="{FF2B5EF4-FFF2-40B4-BE49-F238E27FC236}">
                    <a16:creationId xmlns:a16="http://schemas.microsoft.com/office/drawing/2014/main" id="{5A78DB23-14F5-B11B-295F-3E315BC1887F}"/>
                  </a:ext>
                </a:extLst>
              </p:cNvPr>
              <p:cNvSpPr/>
              <p:nvPr/>
            </p:nvSpPr>
            <p:spPr>
              <a:xfrm>
                <a:off x="9097838" y="5755414"/>
                <a:ext cx="6343" cy="6345"/>
              </a:xfrm>
              <a:custGeom>
                <a:avLst/>
                <a:gdLst>
                  <a:gd name="connsiteX0" fmla="*/ 3384 w 6343"/>
                  <a:gd name="connsiteY0" fmla="*/ 6525 h 6345"/>
                  <a:gd name="connsiteX1" fmla="*/ 5626 w 6343"/>
                  <a:gd name="connsiteY1" fmla="*/ 5595 h 6345"/>
                  <a:gd name="connsiteX2" fmla="*/ 6555 w 6343"/>
                  <a:gd name="connsiteY2" fmla="*/ 3352 h 6345"/>
                  <a:gd name="connsiteX3" fmla="*/ 5626 w 6343"/>
                  <a:gd name="connsiteY3" fmla="*/ 1109 h 6345"/>
                  <a:gd name="connsiteX4" fmla="*/ 3384 w 6343"/>
                  <a:gd name="connsiteY4" fmla="*/ 179 h 6345"/>
                  <a:gd name="connsiteX5" fmla="*/ 1141 w 6343"/>
                  <a:gd name="connsiteY5" fmla="*/ 1109 h 6345"/>
                  <a:gd name="connsiteX6" fmla="*/ 212 w 6343"/>
                  <a:gd name="connsiteY6" fmla="*/ 3352 h 6345"/>
                  <a:gd name="connsiteX7" fmla="*/ 1141 w 6343"/>
                  <a:gd name="connsiteY7" fmla="*/ 5595 h 6345"/>
                  <a:gd name="connsiteX8" fmla="*/ 338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25"/>
                    </a:moveTo>
                    <a:cubicBezTo>
                      <a:pt x="4225" y="6525"/>
                      <a:pt x="5031" y="6190"/>
                      <a:pt x="5626" y="5595"/>
                    </a:cubicBezTo>
                    <a:cubicBezTo>
                      <a:pt x="6221" y="5001"/>
                      <a:pt x="6555" y="4193"/>
                      <a:pt x="6555" y="3352"/>
                    </a:cubicBezTo>
                    <a:cubicBezTo>
                      <a:pt x="6555" y="2511"/>
                      <a:pt x="6221" y="1704"/>
                      <a:pt x="5626" y="1109"/>
                    </a:cubicBezTo>
                    <a:cubicBezTo>
                      <a:pt x="5031" y="514"/>
                      <a:pt x="4225" y="179"/>
                      <a:pt x="3384" y="179"/>
                    </a:cubicBezTo>
                    <a:cubicBezTo>
                      <a:pt x="2542" y="179"/>
                      <a:pt x="1736" y="514"/>
                      <a:pt x="1141" y="1109"/>
                    </a:cubicBezTo>
                    <a:cubicBezTo>
                      <a:pt x="546" y="1704"/>
                      <a:pt x="212" y="2511"/>
                      <a:pt x="212" y="3352"/>
                    </a:cubicBezTo>
                    <a:cubicBezTo>
                      <a:pt x="212" y="4193"/>
                      <a:pt x="546" y="5001"/>
                      <a:pt x="1141" y="5595"/>
                    </a:cubicBezTo>
                    <a:cubicBezTo>
                      <a:pt x="1736" y="6190"/>
                      <a:pt x="2542" y="6525"/>
                      <a:pt x="338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82" name="Freeform: Shape 11781">
                <a:extLst>
                  <a:ext uri="{FF2B5EF4-FFF2-40B4-BE49-F238E27FC236}">
                    <a16:creationId xmlns:a16="http://schemas.microsoft.com/office/drawing/2014/main" id="{368C5E35-7EDE-FCB6-C6AB-93E2195B3323}"/>
                  </a:ext>
                </a:extLst>
              </p:cNvPr>
              <p:cNvSpPr/>
              <p:nvPr/>
            </p:nvSpPr>
            <p:spPr>
              <a:xfrm>
                <a:off x="9093762" y="5754923"/>
                <a:ext cx="6343" cy="6345"/>
              </a:xfrm>
              <a:custGeom>
                <a:avLst/>
                <a:gdLst>
                  <a:gd name="connsiteX0" fmla="*/ 3383 w 6343"/>
                  <a:gd name="connsiteY0" fmla="*/ 6525 h 6345"/>
                  <a:gd name="connsiteX1" fmla="*/ 5626 w 6343"/>
                  <a:gd name="connsiteY1" fmla="*/ 5595 h 6345"/>
                  <a:gd name="connsiteX2" fmla="*/ 6555 w 6343"/>
                  <a:gd name="connsiteY2" fmla="*/ 3352 h 6345"/>
                  <a:gd name="connsiteX3" fmla="*/ 5626 w 6343"/>
                  <a:gd name="connsiteY3" fmla="*/ 1109 h 6345"/>
                  <a:gd name="connsiteX4" fmla="*/ 3383 w 6343"/>
                  <a:gd name="connsiteY4" fmla="*/ 179 h 6345"/>
                  <a:gd name="connsiteX5" fmla="*/ 1141 w 6343"/>
                  <a:gd name="connsiteY5" fmla="*/ 1109 h 6345"/>
                  <a:gd name="connsiteX6" fmla="*/ 212 w 6343"/>
                  <a:gd name="connsiteY6" fmla="*/ 3352 h 6345"/>
                  <a:gd name="connsiteX7" fmla="*/ 1141 w 6343"/>
                  <a:gd name="connsiteY7" fmla="*/ 5595 h 6345"/>
                  <a:gd name="connsiteX8" fmla="*/ 338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5"/>
                    </a:moveTo>
                    <a:cubicBezTo>
                      <a:pt x="4224" y="6525"/>
                      <a:pt x="5031" y="6190"/>
                      <a:pt x="5626" y="5595"/>
                    </a:cubicBezTo>
                    <a:cubicBezTo>
                      <a:pt x="6221" y="5000"/>
                      <a:pt x="6555" y="4193"/>
                      <a:pt x="6555" y="3352"/>
                    </a:cubicBezTo>
                    <a:cubicBezTo>
                      <a:pt x="6555" y="2511"/>
                      <a:pt x="6221" y="1704"/>
                      <a:pt x="5626" y="1109"/>
                    </a:cubicBezTo>
                    <a:cubicBezTo>
                      <a:pt x="5031" y="514"/>
                      <a:pt x="4224" y="179"/>
                      <a:pt x="3383" y="179"/>
                    </a:cubicBezTo>
                    <a:cubicBezTo>
                      <a:pt x="2542" y="179"/>
                      <a:pt x="1735" y="514"/>
                      <a:pt x="1141" y="1109"/>
                    </a:cubicBezTo>
                    <a:cubicBezTo>
                      <a:pt x="546" y="1704"/>
                      <a:pt x="212" y="2511"/>
                      <a:pt x="212" y="3352"/>
                    </a:cubicBezTo>
                    <a:cubicBezTo>
                      <a:pt x="212" y="4193"/>
                      <a:pt x="546" y="5000"/>
                      <a:pt x="1141" y="5595"/>
                    </a:cubicBezTo>
                    <a:cubicBezTo>
                      <a:pt x="1735" y="6190"/>
                      <a:pt x="2542" y="6525"/>
                      <a:pt x="338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83" name="Freeform: Shape 11782">
                <a:extLst>
                  <a:ext uri="{FF2B5EF4-FFF2-40B4-BE49-F238E27FC236}">
                    <a16:creationId xmlns:a16="http://schemas.microsoft.com/office/drawing/2014/main" id="{3DDDF83B-7667-2F47-385F-DF3A9E7C7C61}"/>
                  </a:ext>
                </a:extLst>
              </p:cNvPr>
              <p:cNvSpPr/>
              <p:nvPr/>
            </p:nvSpPr>
            <p:spPr>
              <a:xfrm>
                <a:off x="8758553" y="6184091"/>
                <a:ext cx="6343" cy="6345"/>
              </a:xfrm>
              <a:custGeom>
                <a:avLst/>
                <a:gdLst>
                  <a:gd name="connsiteX0" fmla="*/ 3357 w 6343"/>
                  <a:gd name="connsiteY0" fmla="*/ 6559 h 6345"/>
                  <a:gd name="connsiteX1" fmla="*/ 5599 w 6343"/>
                  <a:gd name="connsiteY1" fmla="*/ 5629 h 6345"/>
                  <a:gd name="connsiteX2" fmla="*/ 6528 w 6343"/>
                  <a:gd name="connsiteY2" fmla="*/ 3386 h 6345"/>
                  <a:gd name="connsiteX3" fmla="*/ 5599 w 6343"/>
                  <a:gd name="connsiteY3" fmla="*/ 1142 h 6345"/>
                  <a:gd name="connsiteX4" fmla="*/ 3357 w 6343"/>
                  <a:gd name="connsiteY4" fmla="*/ 213 h 6345"/>
                  <a:gd name="connsiteX5" fmla="*/ 1114 w 6343"/>
                  <a:gd name="connsiteY5" fmla="*/ 1142 h 6345"/>
                  <a:gd name="connsiteX6" fmla="*/ 185 w 6343"/>
                  <a:gd name="connsiteY6" fmla="*/ 3386 h 6345"/>
                  <a:gd name="connsiteX7" fmla="*/ 1114 w 6343"/>
                  <a:gd name="connsiteY7" fmla="*/ 5629 h 6345"/>
                  <a:gd name="connsiteX8" fmla="*/ 3357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59"/>
                    </a:moveTo>
                    <a:cubicBezTo>
                      <a:pt x="4198" y="6559"/>
                      <a:pt x="5005" y="6224"/>
                      <a:pt x="5599" y="5629"/>
                    </a:cubicBezTo>
                    <a:cubicBezTo>
                      <a:pt x="6194" y="5034"/>
                      <a:pt x="6528" y="4227"/>
                      <a:pt x="6528" y="3386"/>
                    </a:cubicBezTo>
                    <a:cubicBezTo>
                      <a:pt x="6528" y="2544"/>
                      <a:pt x="6194" y="1737"/>
                      <a:pt x="5599" y="1142"/>
                    </a:cubicBezTo>
                    <a:cubicBezTo>
                      <a:pt x="5005" y="547"/>
                      <a:pt x="4198" y="213"/>
                      <a:pt x="3357" y="213"/>
                    </a:cubicBezTo>
                    <a:cubicBezTo>
                      <a:pt x="2516" y="213"/>
                      <a:pt x="1709" y="547"/>
                      <a:pt x="1114" y="1142"/>
                    </a:cubicBezTo>
                    <a:cubicBezTo>
                      <a:pt x="519" y="1737"/>
                      <a:pt x="185" y="2544"/>
                      <a:pt x="185" y="3386"/>
                    </a:cubicBezTo>
                    <a:cubicBezTo>
                      <a:pt x="185" y="4227"/>
                      <a:pt x="519" y="5034"/>
                      <a:pt x="1114" y="5629"/>
                    </a:cubicBezTo>
                    <a:cubicBezTo>
                      <a:pt x="1709" y="6224"/>
                      <a:pt x="2516" y="6559"/>
                      <a:pt x="3357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84" name="Freeform: Shape 11783">
                <a:extLst>
                  <a:ext uri="{FF2B5EF4-FFF2-40B4-BE49-F238E27FC236}">
                    <a16:creationId xmlns:a16="http://schemas.microsoft.com/office/drawing/2014/main" id="{98BE758B-3DF1-3BC9-3803-3F8409361A4F}"/>
                  </a:ext>
                </a:extLst>
              </p:cNvPr>
              <p:cNvSpPr/>
              <p:nvPr/>
            </p:nvSpPr>
            <p:spPr>
              <a:xfrm>
                <a:off x="8751951" y="6181346"/>
                <a:ext cx="6343" cy="6345"/>
              </a:xfrm>
              <a:custGeom>
                <a:avLst/>
                <a:gdLst>
                  <a:gd name="connsiteX0" fmla="*/ 3356 w 6343"/>
                  <a:gd name="connsiteY0" fmla="*/ 6558 h 6345"/>
                  <a:gd name="connsiteX1" fmla="*/ 5599 w 6343"/>
                  <a:gd name="connsiteY1" fmla="*/ 5629 h 6345"/>
                  <a:gd name="connsiteX2" fmla="*/ 6528 w 6343"/>
                  <a:gd name="connsiteY2" fmla="*/ 3386 h 6345"/>
                  <a:gd name="connsiteX3" fmla="*/ 5599 w 6343"/>
                  <a:gd name="connsiteY3" fmla="*/ 1142 h 6345"/>
                  <a:gd name="connsiteX4" fmla="*/ 3356 w 6343"/>
                  <a:gd name="connsiteY4" fmla="*/ 213 h 6345"/>
                  <a:gd name="connsiteX5" fmla="*/ 1114 w 6343"/>
                  <a:gd name="connsiteY5" fmla="*/ 1142 h 6345"/>
                  <a:gd name="connsiteX6" fmla="*/ 185 w 6343"/>
                  <a:gd name="connsiteY6" fmla="*/ 3386 h 6345"/>
                  <a:gd name="connsiteX7" fmla="*/ 1114 w 6343"/>
                  <a:gd name="connsiteY7" fmla="*/ 5629 h 6345"/>
                  <a:gd name="connsiteX8" fmla="*/ 3356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558"/>
                    </a:moveTo>
                    <a:cubicBezTo>
                      <a:pt x="4197" y="6558"/>
                      <a:pt x="5004" y="6224"/>
                      <a:pt x="5599" y="5629"/>
                    </a:cubicBezTo>
                    <a:cubicBezTo>
                      <a:pt x="6194" y="5034"/>
                      <a:pt x="6528" y="4227"/>
                      <a:pt x="6528" y="3386"/>
                    </a:cubicBezTo>
                    <a:cubicBezTo>
                      <a:pt x="6528" y="2544"/>
                      <a:pt x="6194" y="1737"/>
                      <a:pt x="5599" y="1142"/>
                    </a:cubicBezTo>
                    <a:cubicBezTo>
                      <a:pt x="5004" y="547"/>
                      <a:pt x="4197" y="213"/>
                      <a:pt x="3356" y="213"/>
                    </a:cubicBezTo>
                    <a:cubicBezTo>
                      <a:pt x="2515" y="213"/>
                      <a:pt x="1708" y="547"/>
                      <a:pt x="1114" y="1142"/>
                    </a:cubicBezTo>
                    <a:cubicBezTo>
                      <a:pt x="519" y="1737"/>
                      <a:pt x="185" y="2544"/>
                      <a:pt x="185" y="3386"/>
                    </a:cubicBezTo>
                    <a:cubicBezTo>
                      <a:pt x="185" y="4227"/>
                      <a:pt x="519" y="5034"/>
                      <a:pt x="1114" y="5629"/>
                    </a:cubicBezTo>
                    <a:cubicBezTo>
                      <a:pt x="1708" y="6224"/>
                      <a:pt x="2515" y="6558"/>
                      <a:pt x="3356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85" name="Freeform: Shape 11784">
                <a:extLst>
                  <a:ext uri="{FF2B5EF4-FFF2-40B4-BE49-F238E27FC236}">
                    <a16:creationId xmlns:a16="http://schemas.microsoft.com/office/drawing/2014/main" id="{0BFB0FE7-9419-289C-336B-84BEFFAD97CB}"/>
                  </a:ext>
                </a:extLst>
              </p:cNvPr>
              <p:cNvSpPr/>
              <p:nvPr/>
            </p:nvSpPr>
            <p:spPr>
              <a:xfrm>
                <a:off x="8742210" y="6182534"/>
                <a:ext cx="6343" cy="6345"/>
              </a:xfrm>
              <a:custGeom>
                <a:avLst/>
                <a:gdLst>
                  <a:gd name="connsiteX0" fmla="*/ 3355 w 6343"/>
                  <a:gd name="connsiteY0" fmla="*/ 6558 h 6345"/>
                  <a:gd name="connsiteX1" fmla="*/ 5598 w 6343"/>
                  <a:gd name="connsiteY1" fmla="*/ 5629 h 6345"/>
                  <a:gd name="connsiteX2" fmla="*/ 6527 w 6343"/>
                  <a:gd name="connsiteY2" fmla="*/ 3386 h 6345"/>
                  <a:gd name="connsiteX3" fmla="*/ 5598 w 6343"/>
                  <a:gd name="connsiteY3" fmla="*/ 1142 h 6345"/>
                  <a:gd name="connsiteX4" fmla="*/ 3355 w 6343"/>
                  <a:gd name="connsiteY4" fmla="*/ 213 h 6345"/>
                  <a:gd name="connsiteX5" fmla="*/ 1113 w 6343"/>
                  <a:gd name="connsiteY5" fmla="*/ 1142 h 6345"/>
                  <a:gd name="connsiteX6" fmla="*/ 184 w 6343"/>
                  <a:gd name="connsiteY6" fmla="*/ 3386 h 6345"/>
                  <a:gd name="connsiteX7" fmla="*/ 1113 w 6343"/>
                  <a:gd name="connsiteY7" fmla="*/ 5629 h 6345"/>
                  <a:gd name="connsiteX8" fmla="*/ 335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58"/>
                    </a:moveTo>
                    <a:cubicBezTo>
                      <a:pt x="4197" y="6558"/>
                      <a:pt x="5003" y="6224"/>
                      <a:pt x="5598" y="5629"/>
                    </a:cubicBezTo>
                    <a:cubicBezTo>
                      <a:pt x="6193" y="5034"/>
                      <a:pt x="6527" y="4227"/>
                      <a:pt x="6527" y="3386"/>
                    </a:cubicBezTo>
                    <a:cubicBezTo>
                      <a:pt x="6527" y="2544"/>
                      <a:pt x="6193" y="1737"/>
                      <a:pt x="5598" y="1142"/>
                    </a:cubicBezTo>
                    <a:cubicBezTo>
                      <a:pt x="5003" y="547"/>
                      <a:pt x="4197" y="213"/>
                      <a:pt x="3355" y="213"/>
                    </a:cubicBezTo>
                    <a:cubicBezTo>
                      <a:pt x="2514" y="213"/>
                      <a:pt x="1708" y="547"/>
                      <a:pt x="1113" y="1142"/>
                    </a:cubicBezTo>
                    <a:cubicBezTo>
                      <a:pt x="518" y="1737"/>
                      <a:pt x="184" y="2544"/>
                      <a:pt x="184" y="3386"/>
                    </a:cubicBezTo>
                    <a:cubicBezTo>
                      <a:pt x="184" y="4227"/>
                      <a:pt x="518" y="5034"/>
                      <a:pt x="1113" y="5629"/>
                    </a:cubicBezTo>
                    <a:cubicBezTo>
                      <a:pt x="1708" y="6224"/>
                      <a:pt x="2514" y="6558"/>
                      <a:pt x="335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86" name="Freeform: Shape 11785">
                <a:extLst>
                  <a:ext uri="{FF2B5EF4-FFF2-40B4-BE49-F238E27FC236}">
                    <a16:creationId xmlns:a16="http://schemas.microsoft.com/office/drawing/2014/main" id="{2F17FADD-BF31-3522-E111-03A100540C56}"/>
                  </a:ext>
                </a:extLst>
              </p:cNvPr>
              <p:cNvSpPr/>
              <p:nvPr/>
            </p:nvSpPr>
            <p:spPr>
              <a:xfrm>
                <a:off x="8732350" y="6183733"/>
                <a:ext cx="6343" cy="6345"/>
              </a:xfrm>
              <a:custGeom>
                <a:avLst/>
                <a:gdLst>
                  <a:gd name="connsiteX0" fmla="*/ 3355 w 6343"/>
                  <a:gd name="connsiteY0" fmla="*/ 6559 h 6345"/>
                  <a:gd name="connsiteX1" fmla="*/ 5597 w 6343"/>
                  <a:gd name="connsiteY1" fmla="*/ 5629 h 6345"/>
                  <a:gd name="connsiteX2" fmla="*/ 6526 w 6343"/>
                  <a:gd name="connsiteY2" fmla="*/ 3386 h 6345"/>
                  <a:gd name="connsiteX3" fmla="*/ 5597 w 6343"/>
                  <a:gd name="connsiteY3" fmla="*/ 1142 h 6345"/>
                  <a:gd name="connsiteX4" fmla="*/ 3355 w 6343"/>
                  <a:gd name="connsiteY4" fmla="*/ 213 h 6345"/>
                  <a:gd name="connsiteX5" fmla="*/ 1112 w 6343"/>
                  <a:gd name="connsiteY5" fmla="*/ 1142 h 6345"/>
                  <a:gd name="connsiteX6" fmla="*/ 183 w 6343"/>
                  <a:gd name="connsiteY6" fmla="*/ 3386 h 6345"/>
                  <a:gd name="connsiteX7" fmla="*/ 1112 w 6343"/>
                  <a:gd name="connsiteY7" fmla="*/ 5629 h 6345"/>
                  <a:gd name="connsiteX8" fmla="*/ 3355 w 6343"/>
                  <a:gd name="connsiteY8" fmla="*/ 655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59"/>
                    </a:moveTo>
                    <a:cubicBezTo>
                      <a:pt x="4196" y="6559"/>
                      <a:pt x="5003" y="6224"/>
                      <a:pt x="5597" y="5629"/>
                    </a:cubicBezTo>
                    <a:cubicBezTo>
                      <a:pt x="6192" y="5034"/>
                      <a:pt x="6526" y="4227"/>
                      <a:pt x="6526" y="3386"/>
                    </a:cubicBezTo>
                    <a:cubicBezTo>
                      <a:pt x="6526" y="2544"/>
                      <a:pt x="6192" y="1737"/>
                      <a:pt x="5597" y="1142"/>
                    </a:cubicBezTo>
                    <a:cubicBezTo>
                      <a:pt x="5003" y="547"/>
                      <a:pt x="4196" y="213"/>
                      <a:pt x="3355" y="213"/>
                    </a:cubicBezTo>
                    <a:cubicBezTo>
                      <a:pt x="2514" y="213"/>
                      <a:pt x="1707" y="547"/>
                      <a:pt x="1112" y="1142"/>
                    </a:cubicBezTo>
                    <a:cubicBezTo>
                      <a:pt x="517" y="1737"/>
                      <a:pt x="183" y="2544"/>
                      <a:pt x="183" y="3386"/>
                    </a:cubicBezTo>
                    <a:cubicBezTo>
                      <a:pt x="183" y="4227"/>
                      <a:pt x="517" y="5034"/>
                      <a:pt x="1112" y="5629"/>
                    </a:cubicBezTo>
                    <a:cubicBezTo>
                      <a:pt x="1707" y="6224"/>
                      <a:pt x="2514" y="6559"/>
                      <a:pt x="3355" y="65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87" name="Freeform: Shape 11786">
                <a:extLst>
                  <a:ext uri="{FF2B5EF4-FFF2-40B4-BE49-F238E27FC236}">
                    <a16:creationId xmlns:a16="http://schemas.microsoft.com/office/drawing/2014/main" id="{4829CB2A-D0B8-236B-19AA-65C80CFF1CF9}"/>
                  </a:ext>
                </a:extLst>
              </p:cNvPr>
              <p:cNvSpPr/>
              <p:nvPr/>
            </p:nvSpPr>
            <p:spPr>
              <a:xfrm>
                <a:off x="8725328" y="6181293"/>
                <a:ext cx="6343" cy="6345"/>
              </a:xfrm>
              <a:custGeom>
                <a:avLst/>
                <a:gdLst>
                  <a:gd name="connsiteX0" fmla="*/ 3354 w 6343"/>
                  <a:gd name="connsiteY0" fmla="*/ 6558 h 6345"/>
                  <a:gd name="connsiteX1" fmla="*/ 5597 w 6343"/>
                  <a:gd name="connsiteY1" fmla="*/ 5629 h 6345"/>
                  <a:gd name="connsiteX2" fmla="*/ 6526 w 6343"/>
                  <a:gd name="connsiteY2" fmla="*/ 3386 h 6345"/>
                  <a:gd name="connsiteX3" fmla="*/ 5597 w 6343"/>
                  <a:gd name="connsiteY3" fmla="*/ 1142 h 6345"/>
                  <a:gd name="connsiteX4" fmla="*/ 3354 w 6343"/>
                  <a:gd name="connsiteY4" fmla="*/ 213 h 6345"/>
                  <a:gd name="connsiteX5" fmla="*/ 1112 w 6343"/>
                  <a:gd name="connsiteY5" fmla="*/ 1142 h 6345"/>
                  <a:gd name="connsiteX6" fmla="*/ 183 w 6343"/>
                  <a:gd name="connsiteY6" fmla="*/ 3386 h 6345"/>
                  <a:gd name="connsiteX7" fmla="*/ 1112 w 6343"/>
                  <a:gd name="connsiteY7" fmla="*/ 5629 h 6345"/>
                  <a:gd name="connsiteX8" fmla="*/ 3354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58"/>
                    </a:moveTo>
                    <a:cubicBezTo>
                      <a:pt x="4195" y="6558"/>
                      <a:pt x="5002" y="6224"/>
                      <a:pt x="5597" y="5629"/>
                    </a:cubicBezTo>
                    <a:cubicBezTo>
                      <a:pt x="6192" y="5034"/>
                      <a:pt x="6526" y="4227"/>
                      <a:pt x="6526" y="3386"/>
                    </a:cubicBezTo>
                    <a:cubicBezTo>
                      <a:pt x="6526" y="2544"/>
                      <a:pt x="6192" y="1737"/>
                      <a:pt x="5597" y="1142"/>
                    </a:cubicBezTo>
                    <a:cubicBezTo>
                      <a:pt x="5002" y="547"/>
                      <a:pt x="4195" y="213"/>
                      <a:pt x="3354" y="213"/>
                    </a:cubicBezTo>
                    <a:cubicBezTo>
                      <a:pt x="2513" y="213"/>
                      <a:pt x="1706" y="547"/>
                      <a:pt x="1112" y="1142"/>
                    </a:cubicBezTo>
                    <a:cubicBezTo>
                      <a:pt x="517" y="1737"/>
                      <a:pt x="183" y="2544"/>
                      <a:pt x="183" y="3386"/>
                    </a:cubicBezTo>
                    <a:cubicBezTo>
                      <a:pt x="183" y="4227"/>
                      <a:pt x="517" y="5034"/>
                      <a:pt x="1112" y="5629"/>
                    </a:cubicBezTo>
                    <a:cubicBezTo>
                      <a:pt x="1706" y="6224"/>
                      <a:pt x="2513" y="6558"/>
                      <a:pt x="3354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88" name="Freeform: Shape 11787">
                <a:extLst>
                  <a:ext uri="{FF2B5EF4-FFF2-40B4-BE49-F238E27FC236}">
                    <a16:creationId xmlns:a16="http://schemas.microsoft.com/office/drawing/2014/main" id="{BBF5EC57-912D-5B2A-1821-FD6ED3AED2DA}"/>
                  </a:ext>
                </a:extLst>
              </p:cNvPr>
              <p:cNvSpPr/>
              <p:nvPr/>
            </p:nvSpPr>
            <p:spPr>
              <a:xfrm>
                <a:off x="8717594" y="6179671"/>
                <a:ext cx="6343" cy="6345"/>
              </a:xfrm>
              <a:custGeom>
                <a:avLst/>
                <a:gdLst>
                  <a:gd name="connsiteX0" fmla="*/ 3354 w 6343"/>
                  <a:gd name="connsiteY0" fmla="*/ 6558 h 6345"/>
                  <a:gd name="connsiteX1" fmla="*/ 5596 w 6343"/>
                  <a:gd name="connsiteY1" fmla="*/ 5629 h 6345"/>
                  <a:gd name="connsiteX2" fmla="*/ 6525 w 6343"/>
                  <a:gd name="connsiteY2" fmla="*/ 3385 h 6345"/>
                  <a:gd name="connsiteX3" fmla="*/ 5596 w 6343"/>
                  <a:gd name="connsiteY3" fmla="*/ 1142 h 6345"/>
                  <a:gd name="connsiteX4" fmla="*/ 3354 w 6343"/>
                  <a:gd name="connsiteY4" fmla="*/ 213 h 6345"/>
                  <a:gd name="connsiteX5" fmla="*/ 1111 w 6343"/>
                  <a:gd name="connsiteY5" fmla="*/ 1142 h 6345"/>
                  <a:gd name="connsiteX6" fmla="*/ 182 w 6343"/>
                  <a:gd name="connsiteY6" fmla="*/ 3385 h 6345"/>
                  <a:gd name="connsiteX7" fmla="*/ 1111 w 6343"/>
                  <a:gd name="connsiteY7" fmla="*/ 5629 h 6345"/>
                  <a:gd name="connsiteX8" fmla="*/ 3354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58"/>
                    </a:moveTo>
                    <a:cubicBezTo>
                      <a:pt x="4195" y="6558"/>
                      <a:pt x="5001" y="6224"/>
                      <a:pt x="5596" y="5629"/>
                    </a:cubicBezTo>
                    <a:cubicBezTo>
                      <a:pt x="6191" y="5034"/>
                      <a:pt x="6525" y="4227"/>
                      <a:pt x="6525" y="3385"/>
                    </a:cubicBezTo>
                    <a:cubicBezTo>
                      <a:pt x="6525" y="2544"/>
                      <a:pt x="6191" y="1737"/>
                      <a:pt x="5596" y="1142"/>
                    </a:cubicBezTo>
                    <a:cubicBezTo>
                      <a:pt x="5001" y="547"/>
                      <a:pt x="4195" y="213"/>
                      <a:pt x="3354" y="213"/>
                    </a:cubicBezTo>
                    <a:cubicBezTo>
                      <a:pt x="2512" y="213"/>
                      <a:pt x="1706" y="547"/>
                      <a:pt x="1111" y="1142"/>
                    </a:cubicBezTo>
                    <a:cubicBezTo>
                      <a:pt x="516" y="1737"/>
                      <a:pt x="182" y="2544"/>
                      <a:pt x="182" y="3385"/>
                    </a:cubicBezTo>
                    <a:cubicBezTo>
                      <a:pt x="182" y="4227"/>
                      <a:pt x="516" y="5034"/>
                      <a:pt x="1111" y="5629"/>
                    </a:cubicBezTo>
                    <a:cubicBezTo>
                      <a:pt x="1706" y="6224"/>
                      <a:pt x="2512" y="6558"/>
                      <a:pt x="3354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89" name="Freeform: Shape 11788">
                <a:extLst>
                  <a:ext uri="{FF2B5EF4-FFF2-40B4-BE49-F238E27FC236}">
                    <a16:creationId xmlns:a16="http://schemas.microsoft.com/office/drawing/2014/main" id="{2E833D1C-ECD7-B858-F8A6-17E271FFFFAD}"/>
                  </a:ext>
                </a:extLst>
              </p:cNvPr>
              <p:cNvSpPr/>
              <p:nvPr/>
            </p:nvSpPr>
            <p:spPr>
              <a:xfrm>
                <a:off x="8709854" y="6177987"/>
                <a:ext cx="6343" cy="6345"/>
              </a:xfrm>
              <a:custGeom>
                <a:avLst/>
                <a:gdLst>
                  <a:gd name="connsiteX0" fmla="*/ 3353 w 6343"/>
                  <a:gd name="connsiteY0" fmla="*/ 6558 h 6345"/>
                  <a:gd name="connsiteX1" fmla="*/ 5596 w 6343"/>
                  <a:gd name="connsiteY1" fmla="*/ 5629 h 6345"/>
                  <a:gd name="connsiteX2" fmla="*/ 6524 w 6343"/>
                  <a:gd name="connsiteY2" fmla="*/ 3385 h 6345"/>
                  <a:gd name="connsiteX3" fmla="*/ 5596 w 6343"/>
                  <a:gd name="connsiteY3" fmla="*/ 1142 h 6345"/>
                  <a:gd name="connsiteX4" fmla="*/ 3353 w 6343"/>
                  <a:gd name="connsiteY4" fmla="*/ 213 h 6345"/>
                  <a:gd name="connsiteX5" fmla="*/ 1110 w 6343"/>
                  <a:gd name="connsiteY5" fmla="*/ 1142 h 6345"/>
                  <a:gd name="connsiteX6" fmla="*/ 181 w 6343"/>
                  <a:gd name="connsiteY6" fmla="*/ 3385 h 6345"/>
                  <a:gd name="connsiteX7" fmla="*/ 1110 w 6343"/>
                  <a:gd name="connsiteY7" fmla="*/ 5629 h 6345"/>
                  <a:gd name="connsiteX8" fmla="*/ 3353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58"/>
                    </a:moveTo>
                    <a:cubicBezTo>
                      <a:pt x="4194" y="6558"/>
                      <a:pt x="5001" y="6224"/>
                      <a:pt x="5596" y="5629"/>
                    </a:cubicBezTo>
                    <a:cubicBezTo>
                      <a:pt x="6190" y="5034"/>
                      <a:pt x="6524" y="4227"/>
                      <a:pt x="6524" y="3385"/>
                    </a:cubicBezTo>
                    <a:cubicBezTo>
                      <a:pt x="6524" y="2544"/>
                      <a:pt x="6190" y="1737"/>
                      <a:pt x="5596" y="1142"/>
                    </a:cubicBezTo>
                    <a:cubicBezTo>
                      <a:pt x="5001" y="547"/>
                      <a:pt x="4194" y="213"/>
                      <a:pt x="3353" y="213"/>
                    </a:cubicBezTo>
                    <a:cubicBezTo>
                      <a:pt x="2512" y="213"/>
                      <a:pt x="1705" y="547"/>
                      <a:pt x="1110" y="1142"/>
                    </a:cubicBezTo>
                    <a:cubicBezTo>
                      <a:pt x="516" y="1737"/>
                      <a:pt x="181" y="2544"/>
                      <a:pt x="181" y="3385"/>
                    </a:cubicBezTo>
                    <a:cubicBezTo>
                      <a:pt x="181" y="4227"/>
                      <a:pt x="516" y="5034"/>
                      <a:pt x="1110" y="5629"/>
                    </a:cubicBezTo>
                    <a:cubicBezTo>
                      <a:pt x="1705" y="6224"/>
                      <a:pt x="2512" y="6558"/>
                      <a:pt x="3353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90" name="Freeform: Shape 11789">
                <a:extLst>
                  <a:ext uri="{FF2B5EF4-FFF2-40B4-BE49-F238E27FC236}">
                    <a16:creationId xmlns:a16="http://schemas.microsoft.com/office/drawing/2014/main" id="{89A45D15-2DF1-4E27-FF91-6CAEBA6F7F40}"/>
                  </a:ext>
                </a:extLst>
              </p:cNvPr>
              <p:cNvSpPr/>
              <p:nvPr/>
            </p:nvSpPr>
            <p:spPr>
              <a:xfrm>
                <a:off x="8793052" y="6068161"/>
                <a:ext cx="6343" cy="6345"/>
              </a:xfrm>
              <a:custGeom>
                <a:avLst/>
                <a:gdLst>
                  <a:gd name="connsiteX0" fmla="*/ 3359 w 6343"/>
                  <a:gd name="connsiteY0" fmla="*/ 6549 h 6345"/>
                  <a:gd name="connsiteX1" fmla="*/ 5602 w 6343"/>
                  <a:gd name="connsiteY1" fmla="*/ 5620 h 6345"/>
                  <a:gd name="connsiteX2" fmla="*/ 6531 w 6343"/>
                  <a:gd name="connsiteY2" fmla="*/ 3377 h 6345"/>
                  <a:gd name="connsiteX3" fmla="*/ 5602 w 6343"/>
                  <a:gd name="connsiteY3" fmla="*/ 1133 h 6345"/>
                  <a:gd name="connsiteX4" fmla="*/ 3359 w 6343"/>
                  <a:gd name="connsiteY4" fmla="*/ 204 h 6345"/>
                  <a:gd name="connsiteX5" fmla="*/ 1117 w 6343"/>
                  <a:gd name="connsiteY5" fmla="*/ 1133 h 6345"/>
                  <a:gd name="connsiteX6" fmla="*/ 188 w 6343"/>
                  <a:gd name="connsiteY6" fmla="*/ 3377 h 6345"/>
                  <a:gd name="connsiteX7" fmla="*/ 1117 w 6343"/>
                  <a:gd name="connsiteY7" fmla="*/ 5620 h 6345"/>
                  <a:gd name="connsiteX8" fmla="*/ 3359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549"/>
                    </a:moveTo>
                    <a:cubicBezTo>
                      <a:pt x="4201" y="6549"/>
                      <a:pt x="5007" y="6215"/>
                      <a:pt x="5602" y="5620"/>
                    </a:cubicBezTo>
                    <a:cubicBezTo>
                      <a:pt x="6197" y="5025"/>
                      <a:pt x="6531" y="4218"/>
                      <a:pt x="6531" y="3377"/>
                    </a:cubicBezTo>
                    <a:cubicBezTo>
                      <a:pt x="6531" y="2535"/>
                      <a:pt x="6197" y="1728"/>
                      <a:pt x="5602" y="1133"/>
                    </a:cubicBezTo>
                    <a:cubicBezTo>
                      <a:pt x="5007" y="538"/>
                      <a:pt x="4201" y="204"/>
                      <a:pt x="3359" y="204"/>
                    </a:cubicBezTo>
                    <a:cubicBezTo>
                      <a:pt x="2518" y="204"/>
                      <a:pt x="1712" y="538"/>
                      <a:pt x="1117" y="1133"/>
                    </a:cubicBezTo>
                    <a:cubicBezTo>
                      <a:pt x="522" y="1728"/>
                      <a:pt x="188" y="2535"/>
                      <a:pt x="188" y="3377"/>
                    </a:cubicBezTo>
                    <a:cubicBezTo>
                      <a:pt x="188" y="4218"/>
                      <a:pt x="522" y="5025"/>
                      <a:pt x="1117" y="5620"/>
                    </a:cubicBezTo>
                    <a:cubicBezTo>
                      <a:pt x="1712" y="6215"/>
                      <a:pt x="2518" y="6549"/>
                      <a:pt x="3359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91" name="Freeform: Shape 11790">
                <a:extLst>
                  <a:ext uri="{FF2B5EF4-FFF2-40B4-BE49-F238E27FC236}">
                    <a16:creationId xmlns:a16="http://schemas.microsoft.com/office/drawing/2014/main" id="{7723AF35-8610-ED45-3EF6-56553048DD7A}"/>
                  </a:ext>
                </a:extLst>
              </p:cNvPr>
              <p:cNvSpPr/>
              <p:nvPr/>
            </p:nvSpPr>
            <p:spPr>
              <a:xfrm>
                <a:off x="8788153" y="6064339"/>
                <a:ext cx="6343" cy="6345"/>
              </a:xfrm>
              <a:custGeom>
                <a:avLst/>
                <a:gdLst>
                  <a:gd name="connsiteX0" fmla="*/ 3359 w 6343"/>
                  <a:gd name="connsiteY0" fmla="*/ 6549 h 6345"/>
                  <a:gd name="connsiteX1" fmla="*/ 5602 w 6343"/>
                  <a:gd name="connsiteY1" fmla="*/ 5620 h 6345"/>
                  <a:gd name="connsiteX2" fmla="*/ 6531 w 6343"/>
                  <a:gd name="connsiteY2" fmla="*/ 3376 h 6345"/>
                  <a:gd name="connsiteX3" fmla="*/ 5602 w 6343"/>
                  <a:gd name="connsiteY3" fmla="*/ 1133 h 6345"/>
                  <a:gd name="connsiteX4" fmla="*/ 3359 w 6343"/>
                  <a:gd name="connsiteY4" fmla="*/ 204 h 6345"/>
                  <a:gd name="connsiteX5" fmla="*/ 1116 w 6343"/>
                  <a:gd name="connsiteY5" fmla="*/ 1133 h 6345"/>
                  <a:gd name="connsiteX6" fmla="*/ 188 w 6343"/>
                  <a:gd name="connsiteY6" fmla="*/ 3376 h 6345"/>
                  <a:gd name="connsiteX7" fmla="*/ 1116 w 6343"/>
                  <a:gd name="connsiteY7" fmla="*/ 5620 h 6345"/>
                  <a:gd name="connsiteX8" fmla="*/ 3359 w 6343"/>
                  <a:gd name="connsiteY8" fmla="*/ 654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549"/>
                    </a:moveTo>
                    <a:cubicBezTo>
                      <a:pt x="4200" y="6549"/>
                      <a:pt x="5007" y="6215"/>
                      <a:pt x="5602" y="5620"/>
                    </a:cubicBezTo>
                    <a:cubicBezTo>
                      <a:pt x="6196" y="5025"/>
                      <a:pt x="6531" y="4218"/>
                      <a:pt x="6531" y="3376"/>
                    </a:cubicBezTo>
                    <a:cubicBezTo>
                      <a:pt x="6531" y="2535"/>
                      <a:pt x="6196" y="1728"/>
                      <a:pt x="5602" y="1133"/>
                    </a:cubicBezTo>
                    <a:cubicBezTo>
                      <a:pt x="5007" y="538"/>
                      <a:pt x="4200" y="204"/>
                      <a:pt x="3359" y="204"/>
                    </a:cubicBezTo>
                    <a:cubicBezTo>
                      <a:pt x="2518" y="204"/>
                      <a:pt x="1711" y="538"/>
                      <a:pt x="1116" y="1133"/>
                    </a:cubicBezTo>
                    <a:cubicBezTo>
                      <a:pt x="522" y="1728"/>
                      <a:pt x="188" y="2535"/>
                      <a:pt x="188" y="3376"/>
                    </a:cubicBezTo>
                    <a:cubicBezTo>
                      <a:pt x="188" y="4218"/>
                      <a:pt x="522" y="5025"/>
                      <a:pt x="1116" y="5620"/>
                    </a:cubicBezTo>
                    <a:cubicBezTo>
                      <a:pt x="1711" y="6215"/>
                      <a:pt x="2518" y="6549"/>
                      <a:pt x="3359" y="65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92" name="Freeform: Shape 11791">
                <a:extLst>
                  <a:ext uri="{FF2B5EF4-FFF2-40B4-BE49-F238E27FC236}">
                    <a16:creationId xmlns:a16="http://schemas.microsoft.com/office/drawing/2014/main" id="{47DF7238-6D76-2F20-713F-84475D4C5DB0}"/>
                  </a:ext>
                </a:extLst>
              </p:cNvPr>
              <p:cNvSpPr/>
              <p:nvPr/>
            </p:nvSpPr>
            <p:spPr>
              <a:xfrm>
                <a:off x="8790928" y="6051616"/>
                <a:ext cx="6343" cy="6345"/>
              </a:xfrm>
              <a:custGeom>
                <a:avLst/>
                <a:gdLst>
                  <a:gd name="connsiteX0" fmla="*/ 3359 w 6343"/>
                  <a:gd name="connsiteY0" fmla="*/ 6548 h 6345"/>
                  <a:gd name="connsiteX1" fmla="*/ 5602 w 6343"/>
                  <a:gd name="connsiteY1" fmla="*/ 5619 h 6345"/>
                  <a:gd name="connsiteX2" fmla="*/ 6531 w 6343"/>
                  <a:gd name="connsiteY2" fmla="*/ 3375 h 6345"/>
                  <a:gd name="connsiteX3" fmla="*/ 5602 w 6343"/>
                  <a:gd name="connsiteY3" fmla="*/ 1132 h 6345"/>
                  <a:gd name="connsiteX4" fmla="*/ 3359 w 6343"/>
                  <a:gd name="connsiteY4" fmla="*/ 203 h 6345"/>
                  <a:gd name="connsiteX5" fmla="*/ 1117 w 6343"/>
                  <a:gd name="connsiteY5" fmla="*/ 1132 h 6345"/>
                  <a:gd name="connsiteX6" fmla="*/ 188 w 6343"/>
                  <a:gd name="connsiteY6" fmla="*/ 3375 h 6345"/>
                  <a:gd name="connsiteX7" fmla="*/ 1117 w 6343"/>
                  <a:gd name="connsiteY7" fmla="*/ 5619 h 6345"/>
                  <a:gd name="connsiteX8" fmla="*/ 3359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548"/>
                    </a:moveTo>
                    <a:cubicBezTo>
                      <a:pt x="4200" y="6548"/>
                      <a:pt x="5007" y="6214"/>
                      <a:pt x="5602" y="5619"/>
                    </a:cubicBezTo>
                    <a:cubicBezTo>
                      <a:pt x="6197" y="5024"/>
                      <a:pt x="6531" y="4217"/>
                      <a:pt x="6531" y="3375"/>
                    </a:cubicBezTo>
                    <a:cubicBezTo>
                      <a:pt x="6531" y="2534"/>
                      <a:pt x="6197" y="1727"/>
                      <a:pt x="5602" y="1132"/>
                    </a:cubicBezTo>
                    <a:cubicBezTo>
                      <a:pt x="5007" y="537"/>
                      <a:pt x="4200" y="203"/>
                      <a:pt x="3359" y="203"/>
                    </a:cubicBezTo>
                    <a:cubicBezTo>
                      <a:pt x="2518" y="203"/>
                      <a:pt x="1711" y="537"/>
                      <a:pt x="1117" y="1132"/>
                    </a:cubicBezTo>
                    <a:cubicBezTo>
                      <a:pt x="522" y="1727"/>
                      <a:pt x="188" y="2534"/>
                      <a:pt x="188" y="3375"/>
                    </a:cubicBezTo>
                    <a:cubicBezTo>
                      <a:pt x="188" y="4217"/>
                      <a:pt x="522" y="5024"/>
                      <a:pt x="1117" y="5619"/>
                    </a:cubicBezTo>
                    <a:cubicBezTo>
                      <a:pt x="1711" y="6214"/>
                      <a:pt x="2518" y="6548"/>
                      <a:pt x="3359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93" name="Freeform: Shape 11792">
                <a:extLst>
                  <a:ext uri="{FF2B5EF4-FFF2-40B4-BE49-F238E27FC236}">
                    <a16:creationId xmlns:a16="http://schemas.microsoft.com/office/drawing/2014/main" id="{32C9A057-4496-AD3D-22BF-5BFD5465E561}"/>
                  </a:ext>
                </a:extLst>
              </p:cNvPr>
              <p:cNvSpPr/>
              <p:nvPr/>
            </p:nvSpPr>
            <p:spPr>
              <a:xfrm>
                <a:off x="8786953" y="6046836"/>
                <a:ext cx="6343" cy="6345"/>
              </a:xfrm>
              <a:custGeom>
                <a:avLst/>
                <a:gdLst>
                  <a:gd name="connsiteX0" fmla="*/ 3359 w 6343"/>
                  <a:gd name="connsiteY0" fmla="*/ 6548 h 6345"/>
                  <a:gd name="connsiteX1" fmla="*/ 5602 w 6343"/>
                  <a:gd name="connsiteY1" fmla="*/ 5618 h 6345"/>
                  <a:gd name="connsiteX2" fmla="*/ 6531 w 6343"/>
                  <a:gd name="connsiteY2" fmla="*/ 3375 h 6345"/>
                  <a:gd name="connsiteX3" fmla="*/ 5602 w 6343"/>
                  <a:gd name="connsiteY3" fmla="*/ 1132 h 6345"/>
                  <a:gd name="connsiteX4" fmla="*/ 3359 w 6343"/>
                  <a:gd name="connsiteY4" fmla="*/ 202 h 6345"/>
                  <a:gd name="connsiteX5" fmla="*/ 1116 w 6343"/>
                  <a:gd name="connsiteY5" fmla="*/ 1132 h 6345"/>
                  <a:gd name="connsiteX6" fmla="*/ 187 w 6343"/>
                  <a:gd name="connsiteY6" fmla="*/ 3375 h 6345"/>
                  <a:gd name="connsiteX7" fmla="*/ 1116 w 6343"/>
                  <a:gd name="connsiteY7" fmla="*/ 5618 h 6345"/>
                  <a:gd name="connsiteX8" fmla="*/ 3359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548"/>
                    </a:moveTo>
                    <a:cubicBezTo>
                      <a:pt x="4200" y="6548"/>
                      <a:pt x="5007" y="6213"/>
                      <a:pt x="5602" y="5618"/>
                    </a:cubicBezTo>
                    <a:cubicBezTo>
                      <a:pt x="6196" y="5023"/>
                      <a:pt x="6531" y="4216"/>
                      <a:pt x="6531" y="3375"/>
                    </a:cubicBezTo>
                    <a:cubicBezTo>
                      <a:pt x="6531" y="2534"/>
                      <a:pt x="6196" y="1727"/>
                      <a:pt x="5602" y="1132"/>
                    </a:cubicBezTo>
                    <a:cubicBezTo>
                      <a:pt x="5007" y="537"/>
                      <a:pt x="4200" y="202"/>
                      <a:pt x="3359" y="202"/>
                    </a:cubicBezTo>
                    <a:cubicBezTo>
                      <a:pt x="2518" y="202"/>
                      <a:pt x="1711" y="537"/>
                      <a:pt x="1116" y="1132"/>
                    </a:cubicBezTo>
                    <a:cubicBezTo>
                      <a:pt x="522" y="1727"/>
                      <a:pt x="187" y="2534"/>
                      <a:pt x="187" y="3375"/>
                    </a:cubicBezTo>
                    <a:cubicBezTo>
                      <a:pt x="187" y="4216"/>
                      <a:pt x="522" y="5023"/>
                      <a:pt x="1116" y="5618"/>
                    </a:cubicBezTo>
                    <a:cubicBezTo>
                      <a:pt x="1711" y="6213"/>
                      <a:pt x="2518" y="6548"/>
                      <a:pt x="3359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94" name="Freeform: Shape 11793">
                <a:extLst>
                  <a:ext uri="{FF2B5EF4-FFF2-40B4-BE49-F238E27FC236}">
                    <a16:creationId xmlns:a16="http://schemas.microsoft.com/office/drawing/2014/main" id="{465D629C-6B0D-D2BE-E4DF-3B1453D6FD7B}"/>
                  </a:ext>
                </a:extLst>
              </p:cNvPr>
              <p:cNvSpPr/>
              <p:nvPr/>
            </p:nvSpPr>
            <p:spPr>
              <a:xfrm>
                <a:off x="8779360" y="6046165"/>
                <a:ext cx="6343" cy="6345"/>
              </a:xfrm>
              <a:custGeom>
                <a:avLst/>
                <a:gdLst>
                  <a:gd name="connsiteX0" fmla="*/ 3358 w 6343"/>
                  <a:gd name="connsiteY0" fmla="*/ 6548 h 6345"/>
                  <a:gd name="connsiteX1" fmla="*/ 5601 w 6343"/>
                  <a:gd name="connsiteY1" fmla="*/ 5618 h 6345"/>
                  <a:gd name="connsiteX2" fmla="*/ 6530 w 6343"/>
                  <a:gd name="connsiteY2" fmla="*/ 3375 h 6345"/>
                  <a:gd name="connsiteX3" fmla="*/ 5601 w 6343"/>
                  <a:gd name="connsiteY3" fmla="*/ 1132 h 6345"/>
                  <a:gd name="connsiteX4" fmla="*/ 3358 w 6343"/>
                  <a:gd name="connsiteY4" fmla="*/ 202 h 6345"/>
                  <a:gd name="connsiteX5" fmla="*/ 1116 w 6343"/>
                  <a:gd name="connsiteY5" fmla="*/ 1132 h 6345"/>
                  <a:gd name="connsiteX6" fmla="*/ 187 w 6343"/>
                  <a:gd name="connsiteY6" fmla="*/ 3375 h 6345"/>
                  <a:gd name="connsiteX7" fmla="*/ 1116 w 6343"/>
                  <a:gd name="connsiteY7" fmla="*/ 5618 h 6345"/>
                  <a:gd name="connsiteX8" fmla="*/ 3358 w 6343"/>
                  <a:gd name="connsiteY8" fmla="*/ 654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548"/>
                    </a:moveTo>
                    <a:cubicBezTo>
                      <a:pt x="4200" y="6548"/>
                      <a:pt x="5006" y="6213"/>
                      <a:pt x="5601" y="5618"/>
                    </a:cubicBezTo>
                    <a:cubicBezTo>
                      <a:pt x="6196" y="5023"/>
                      <a:pt x="6530" y="4216"/>
                      <a:pt x="6530" y="3375"/>
                    </a:cubicBezTo>
                    <a:cubicBezTo>
                      <a:pt x="6530" y="2534"/>
                      <a:pt x="6196" y="1726"/>
                      <a:pt x="5601" y="1132"/>
                    </a:cubicBezTo>
                    <a:cubicBezTo>
                      <a:pt x="5006" y="537"/>
                      <a:pt x="4200" y="202"/>
                      <a:pt x="3358" y="202"/>
                    </a:cubicBezTo>
                    <a:cubicBezTo>
                      <a:pt x="2517" y="202"/>
                      <a:pt x="1711" y="537"/>
                      <a:pt x="1116" y="1132"/>
                    </a:cubicBezTo>
                    <a:cubicBezTo>
                      <a:pt x="521" y="1726"/>
                      <a:pt x="187" y="2534"/>
                      <a:pt x="187" y="3375"/>
                    </a:cubicBezTo>
                    <a:cubicBezTo>
                      <a:pt x="187" y="4216"/>
                      <a:pt x="521" y="5023"/>
                      <a:pt x="1116" y="5618"/>
                    </a:cubicBezTo>
                    <a:cubicBezTo>
                      <a:pt x="1711" y="6213"/>
                      <a:pt x="2517" y="6548"/>
                      <a:pt x="3358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95" name="Freeform: Shape 11794">
                <a:extLst>
                  <a:ext uri="{FF2B5EF4-FFF2-40B4-BE49-F238E27FC236}">
                    <a16:creationId xmlns:a16="http://schemas.microsoft.com/office/drawing/2014/main" id="{B2F117E4-AE95-1CD8-2630-253CDF035E96}"/>
                  </a:ext>
                </a:extLst>
              </p:cNvPr>
              <p:cNvSpPr/>
              <p:nvPr/>
            </p:nvSpPr>
            <p:spPr>
              <a:xfrm>
                <a:off x="8739803" y="5964892"/>
                <a:ext cx="6343" cy="6345"/>
              </a:xfrm>
              <a:custGeom>
                <a:avLst/>
                <a:gdLst>
                  <a:gd name="connsiteX0" fmla="*/ 3355 w 6343"/>
                  <a:gd name="connsiteY0" fmla="*/ 6541 h 6345"/>
                  <a:gd name="connsiteX1" fmla="*/ 5598 w 6343"/>
                  <a:gd name="connsiteY1" fmla="*/ 5612 h 6345"/>
                  <a:gd name="connsiteX2" fmla="*/ 6527 w 6343"/>
                  <a:gd name="connsiteY2" fmla="*/ 3369 h 6345"/>
                  <a:gd name="connsiteX3" fmla="*/ 5598 w 6343"/>
                  <a:gd name="connsiteY3" fmla="*/ 1125 h 6345"/>
                  <a:gd name="connsiteX4" fmla="*/ 3355 w 6343"/>
                  <a:gd name="connsiteY4" fmla="*/ 196 h 6345"/>
                  <a:gd name="connsiteX5" fmla="*/ 1113 w 6343"/>
                  <a:gd name="connsiteY5" fmla="*/ 1125 h 6345"/>
                  <a:gd name="connsiteX6" fmla="*/ 184 w 6343"/>
                  <a:gd name="connsiteY6" fmla="*/ 3369 h 6345"/>
                  <a:gd name="connsiteX7" fmla="*/ 1113 w 6343"/>
                  <a:gd name="connsiteY7" fmla="*/ 5612 h 6345"/>
                  <a:gd name="connsiteX8" fmla="*/ 3355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41"/>
                    </a:moveTo>
                    <a:cubicBezTo>
                      <a:pt x="4196" y="6541"/>
                      <a:pt x="5003" y="6207"/>
                      <a:pt x="5598" y="5612"/>
                    </a:cubicBezTo>
                    <a:cubicBezTo>
                      <a:pt x="6193" y="5017"/>
                      <a:pt x="6527" y="4210"/>
                      <a:pt x="6527" y="3369"/>
                    </a:cubicBezTo>
                    <a:cubicBezTo>
                      <a:pt x="6527" y="2527"/>
                      <a:pt x="6193" y="1720"/>
                      <a:pt x="5598" y="1125"/>
                    </a:cubicBezTo>
                    <a:cubicBezTo>
                      <a:pt x="5003" y="530"/>
                      <a:pt x="4196" y="196"/>
                      <a:pt x="3355" y="196"/>
                    </a:cubicBezTo>
                    <a:cubicBezTo>
                      <a:pt x="2514" y="196"/>
                      <a:pt x="1707" y="530"/>
                      <a:pt x="1113" y="1125"/>
                    </a:cubicBezTo>
                    <a:cubicBezTo>
                      <a:pt x="518" y="1720"/>
                      <a:pt x="184" y="2527"/>
                      <a:pt x="184" y="3369"/>
                    </a:cubicBezTo>
                    <a:cubicBezTo>
                      <a:pt x="184" y="4210"/>
                      <a:pt x="518" y="5017"/>
                      <a:pt x="1113" y="5612"/>
                    </a:cubicBezTo>
                    <a:cubicBezTo>
                      <a:pt x="1707" y="6207"/>
                      <a:pt x="2514" y="6541"/>
                      <a:pt x="3355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96" name="Freeform: Shape 11795">
                <a:extLst>
                  <a:ext uri="{FF2B5EF4-FFF2-40B4-BE49-F238E27FC236}">
                    <a16:creationId xmlns:a16="http://schemas.microsoft.com/office/drawing/2014/main" id="{B22E4EE4-1EFF-A325-E3F1-ECD1294FAC4D}"/>
                  </a:ext>
                </a:extLst>
              </p:cNvPr>
              <p:cNvSpPr/>
              <p:nvPr/>
            </p:nvSpPr>
            <p:spPr>
              <a:xfrm>
                <a:off x="8739489" y="5956993"/>
                <a:ext cx="6343" cy="6345"/>
              </a:xfrm>
              <a:custGeom>
                <a:avLst/>
                <a:gdLst>
                  <a:gd name="connsiteX0" fmla="*/ 3355 w 6343"/>
                  <a:gd name="connsiteY0" fmla="*/ 6541 h 6345"/>
                  <a:gd name="connsiteX1" fmla="*/ 5598 w 6343"/>
                  <a:gd name="connsiteY1" fmla="*/ 5611 h 6345"/>
                  <a:gd name="connsiteX2" fmla="*/ 6527 w 6343"/>
                  <a:gd name="connsiteY2" fmla="*/ 3368 h 6345"/>
                  <a:gd name="connsiteX3" fmla="*/ 5598 w 6343"/>
                  <a:gd name="connsiteY3" fmla="*/ 1124 h 6345"/>
                  <a:gd name="connsiteX4" fmla="*/ 3355 w 6343"/>
                  <a:gd name="connsiteY4" fmla="*/ 195 h 6345"/>
                  <a:gd name="connsiteX5" fmla="*/ 1113 w 6343"/>
                  <a:gd name="connsiteY5" fmla="*/ 1124 h 6345"/>
                  <a:gd name="connsiteX6" fmla="*/ 184 w 6343"/>
                  <a:gd name="connsiteY6" fmla="*/ 3368 h 6345"/>
                  <a:gd name="connsiteX7" fmla="*/ 1113 w 6343"/>
                  <a:gd name="connsiteY7" fmla="*/ 5611 h 6345"/>
                  <a:gd name="connsiteX8" fmla="*/ 3355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41"/>
                    </a:moveTo>
                    <a:cubicBezTo>
                      <a:pt x="4196" y="6541"/>
                      <a:pt x="5003" y="6206"/>
                      <a:pt x="5598" y="5611"/>
                    </a:cubicBezTo>
                    <a:cubicBezTo>
                      <a:pt x="6193" y="5016"/>
                      <a:pt x="6527" y="4209"/>
                      <a:pt x="6527" y="3368"/>
                    </a:cubicBezTo>
                    <a:cubicBezTo>
                      <a:pt x="6527" y="2527"/>
                      <a:pt x="6193" y="1719"/>
                      <a:pt x="5598" y="1124"/>
                    </a:cubicBezTo>
                    <a:cubicBezTo>
                      <a:pt x="5003" y="530"/>
                      <a:pt x="4196" y="195"/>
                      <a:pt x="3355" y="195"/>
                    </a:cubicBezTo>
                    <a:cubicBezTo>
                      <a:pt x="2514" y="195"/>
                      <a:pt x="1707" y="530"/>
                      <a:pt x="1113" y="1124"/>
                    </a:cubicBezTo>
                    <a:cubicBezTo>
                      <a:pt x="518" y="1719"/>
                      <a:pt x="184" y="2527"/>
                      <a:pt x="184" y="3368"/>
                    </a:cubicBezTo>
                    <a:cubicBezTo>
                      <a:pt x="184" y="4209"/>
                      <a:pt x="518" y="5016"/>
                      <a:pt x="1113" y="5611"/>
                    </a:cubicBezTo>
                    <a:cubicBezTo>
                      <a:pt x="1707" y="6206"/>
                      <a:pt x="2514" y="6541"/>
                      <a:pt x="3355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97" name="Freeform: Shape 11796">
                <a:extLst>
                  <a:ext uri="{FF2B5EF4-FFF2-40B4-BE49-F238E27FC236}">
                    <a16:creationId xmlns:a16="http://schemas.microsoft.com/office/drawing/2014/main" id="{E40E436B-3292-AA97-3AAD-B946DDB6AF92}"/>
                  </a:ext>
                </a:extLst>
              </p:cNvPr>
              <p:cNvSpPr/>
              <p:nvPr/>
            </p:nvSpPr>
            <p:spPr>
              <a:xfrm>
                <a:off x="8736583" y="5951588"/>
                <a:ext cx="6343" cy="6345"/>
              </a:xfrm>
              <a:custGeom>
                <a:avLst/>
                <a:gdLst>
                  <a:gd name="connsiteX0" fmla="*/ 3355 w 6343"/>
                  <a:gd name="connsiteY0" fmla="*/ 6540 h 6345"/>
                  <a:gd name="connsiteX1" fmla="*/ 5598 w 6343"/>
                  <a:gd name="connsiteY1" fmla="*/ 5611 h 6345"/>
                  <a:gd name="connsiteX2" fmla="*/ 6527 w 6343"/>
                  <a:gd name="connsiteY2" fmla="*/ 3368 h 6345"/>
                  <a:gd name="connsiteX3" fmla="*/ 5598 w 6343"/>
                  <a:gd name="connsiteY3" fmla="*/ 1124 h 6345"/>
                  <a:gd name="connsiteX4" fmla="*/ 3355 w 6343"/>
                  <a:gd name="connsiteY4" fmla="*/ 195 h 6345"/>
                  <a:gd name="connsiteX5" fmla="*/ 1112 w 6343"/>
                  <a:gd name="connsiteY5" fmla="*/ 1124 h 6345"/>
                  <a:gd name="connsiteX6" fmla="*/ 183 w 6343"/>
                  <a:gd name="connsiteY6" fmla="*/ 3368 h 6345"/>
                  <a:gd name="connsiteX7" fmla="*/ 1112 w 6343"/>
                  <a:gd name="connsiteY7" fmla="*/ 5611 h 6345"/>
                  <a:gd name="connsiteX8" fmla="*/ 335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40"/>
                    </a:moveTo>
                    <a:cubicBezTo>
                      <a:pt x="4196" y="6540"/>
                      <a:pt x="5003" y="6206"/>
                      <a:pt x="5598" y="5611"/>
                    </a:cubicBezTo>
                    <a:cubicBezTo>
                      <a:pt x="6192" y="5016"/>
                      <a:pt x="6527" y="4209"/>
                      <a:pt x="6527" y="3368"/>
                    </a:cubicBezTo>
                    <a:cubicBezTo>
                      <a:pt x="6527" y="2526"/>
                      <a:pt x="6192" y="1719"/>
                      <a:pt x="5598" y="1124"/>
                    </a:cubicBezTo>
                    <a:cubicBezTo>
                      <a:pt x="5003" y="529"/>
                      <a:pt x="4196" y="195"/>
                      <a:pt x="3355" y="195"/>
                    </a:cubicBezTo>
                    <a:cubicBezTo>
                      <a:pt x="2514" y="195"/>
                      <a:pt x="1707" y="529"/>
                      <a:pt x="1112" y="1124"/>
                    </a:cubicBezTo>
                    <a:cubicBezTo>
                      <a:pt x="518" y="1719"/>
                      <a:pt x="183" y="2526"/>
                      <a:pt x="183" y="3368"/>
                    </a:cubicBezTo>
                    <a:cubicBezTo>
                      <a:pt x="183" y="4209"/>
                      <a:pt x="518" y="5016"/>
                      <a:pt x="1112" y="5611"/>
                    </a:cubicBezTo>
                    <a:cubicBezTo>
                      <a:pt x="1707" y="6206"/>
                      <a:pt x="2514" y="6540"/>
                      <a:pt x="335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98" name="Freeform: Shape 11797">
                <a:extLst>
                  <a:ext uri="{FF2B5EF4-FFF2-40B4-BE49-F238E27FC236}">
                    <a16:creationId xmlns:a16="http://schemas.microsoft.com/office/drawing/2014/main" id="{A5680D05-EE81-01B4-174A-A995B6F9EE7B}"/>
                  </a:ext>
                </a:extLst>
              </p:cNvPr>
              <p:cNvSpPr/>
              <p:nvPr/>
            </p:nvSpPr>
            <p:spPr>
              <a:xfrm>
                <a:off x="8732747" y="5947062"/>
                <a:ext cx="6343" cy="6345"/>
              </a:xfrm>
              <a:custGeom>
                <a:avLst/>
                <a:gdLst>
                  <a:gd name="connsiteX0" fmla="*/ 3355 w 6343"/>
                  <a:gd name="connsiteY0" fmla="*/ 6540 h 6345"/>
                  <a:gd name="connsiteX1" fmla="*/ 5597 w 6343"/>
                  <a:gd name="connsiteY1" fmla="*/ 5611 h 6345"/>
                  <a:gd name="connsiteX2" fmla="*/ 6526 w 6343"/>
                  <a:gd name="connsiteY2" fmla="*/ 3367 h 6345"/>
                  <a:gd name="connsiteX3" fmla="*/ 5597 w 6343"/>
                  <a:gd name="connsiteY3" fmla="*/ 1124 h 6345"/>
                  <a:gd name="connsiteX4" fmla="*/ 3355 w 6343"/>
                  <a:gd name="connsiteY4" fmla="*/ 194 h 6345"/>
                  <a:gd name="connsiteX5" fmla="*/ 1112 w 6343"/>
                  <a:gd name="connsiteY5" fmla="*/ 1124 h 6345"/>
                  <a:gd name="connsiteX6" fmla="*/ 183 w 6343"/>
                  <a:gd name="connsiteY6" fmla="*/ 3367 h 6345"/>
                  <a:gd name="connsiteX7" fmla="*/ 1112 w 6343"/>
                  <a:gd name="connsiteY7" fmla="*/ 5611 h 6345"/>
                  <a:gd name="connsiteX8" fmla="*/ 335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40"/>
                    </a:moveTo>
                    <a:cubicBezTo>
                      <a:pt x="4196" y="6540"/>
                      <a:pt x="5003" y="6206"/>
                      <a:pt x="5597" y="5611"/>
                    </a:cubicBezTo>
                    <a:cubicBezTo>
                      <a:pt x="6192" y="5016"/>
                      <a:pt x="6526" y="4209"/>
                      <a:pt x="6526" y="3367"/>
                    </a:cubicBezTo>
                    <a:cubicBezTo>
                      <a:pt x="6526" y="2526"/>
                      <a:pt x="6192" y="1719"/>
                      <a:pt x="5597" y="1124"/>
                    </a:cubicBezTo>
                    <a:cubicBezTo>
                      <a:pt x="5003" y="529"/>
                      <a:pt x="4196" y="194"/>
                      <a:pt x="3355" y="194"/>
                    </a:cubicBezTo>
                    <a:cubicBezTo>
                      <a:pt x="2514" y="194"/>
                      <a:pt x="1707" y="529"/>
                      <a:pt x="1112" y="1124"/>
                    </a:cubicBezTo>
                    <a:cubicBezTo>
                      <a:pt x="517" y="1719"/>
                      <a:pt x="183" y="2526"/>
                      <a:pt x="183" y="3367"/>
                    </a:cubicBezTo>
                    <a:cubicBezTo>
                      <a:pt x="183" y="4209"/>
                      <a:pt x="517" y="5016"/>
                      <a:pt x="1112" y="5611"/>
                    </a:cubicBezTo>
                    <a:cubicBezTo>
                      <a:pt x="1707" y="6206"/>
                      <a:pt x="2514" y="6540"/>
                      <a:pt x="335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799" name="Freeform: Shape 11798">
                <a:extLst>
                  <a:ext uri="{FF2B5EF4-FFF2-40B4-BE49-F238E27FC236}">
                    <a16:creationId xmlns:a16="http://schemas.microsoft.com/office/drawing/2014/main" id="{1C706A5D-4E2E-9094-96B4-2F1A3E0FCD5A}"/>
                  </a:ext>
                </a:extLst>
              </p:cNvPr>
              <p:cNvSpPr/>
              <p:nvPr/>
            </p:nvSpPr>
            <p:spPr>
              <a:xfrm>
                <a:off x="8724067" y="5946930"/>
                <a:ext cx="6343" cy="6345"/>
              </a:xfrm>
              <a:custGeom>
                <a:avLst/>
                <a:gdLst>
                  <a:gd name="connsiteX0" fmla="*/ 3354 w 6343"/>
                  <a:gd name="connsiteY0" fmla="*/ 6540 h 6345"/>
                  <a:gd name="connsiteX1" fmla="*/ 5597 w 6343"/>
                  <a:gd name="connsiteY1" fmla="*/ 5611 h 6345"/>
                  <a:gd name="connsiteX2" fmla="*/ 6526 w 6343"/>
                  <a:gd name="connsiteY2" fmla="*/ 3367 h 6345"/>
                  <a:gd name="connsiteX3" fmla="*/ 5597 w 6343"/>
                  <a:gd name="connsiteY3" fmla="*/ 1124 h 6345"/>
                  <a:gd name="connsiteX4" fmla="*/ 3354 w 6343"/>
                  <a:gd name="connsiteY4" fmla="*/ 194 h 6345"/>
                  <a:gd name="connsiteX5" fmla="*/ 1111 w 6343"/>
                  <a:gd name="connsiteY5" fmla="*/ 1124 h 6345"/>
                  <a:gd name="connsiteX6" fmla="*/ 182 w 6343"/>
                  <a:gd name="connsiteY6" fmla="*/ 3367 h 6345"/>
                  <a:gd name="connsiteX7" fmla="*/ 1111 w 6343"/>
                  <a:gd name="connsiteY7" fmla="*/ 5611 h 6345"/>
                  <a:gd name="connsiteX8" fmla="*/ 335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40"/>
                    </a:moveTo>
                    <a:cubicBezTo>
                      <a:pt x="4195" y="6540"/>
                      <a:pt x="5002" y="6206"/>
                      <a:pt x="5597" y="5611"/>
                    </a:cubicBezTo>
                    <a:cubicBezTo>
                      <a:pt x="6191" y="5016"/>
                      <a:pt x="6526" y="4209"/>
                      <a:pt x="6526" y="3367"/>
                    </a:cubicBezTo>
                    <a:cubicBezTo>
                      <a:pt x="6526" y="2526"/>
                      <a:pt x="6191" y="1719"/>
                      <a:pt x="5597" y="1124"/>
                    </a:cubicBezTo>
                    <a:cubicBezTo>
                      <a:pt x="5002" y="529"/>
                      <a:pt x="4195" y="194"/>
                      <a:pt x="3354" y="194"/>
                    </a:cubicBezTo>
                    <a:cubicBezTo>
                      <a:pt x="2513" y="194"/>
                      <a:pt x="1706" y="529"/>
                      <a:pt x="1111" y="1124"/>
                    </a:cubicBezTo>
                    <a:cubicBezTo>
                      <a:pt x="517" y="1719"/>
                      <a:pt x="182" y="2526"/>
                      <a:pt x="182" y="3367"/>
                    </a:cubicBezTo>
                    <a:cubicBezTo>
                      <a:pt x="182" y="4209"/>
                      <a:pt x="517" y="5016"/>
                      <a:pt x="1111" y="5611"/>
                    </a:cubicBezTo>
                    <a:cubicBezTo>
                      <a:pt x="1706" y="6206"/>
                      <a:pt x="2513" y="6540"/>
                      <a:pt x="335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00" name="Freeform: Shape 11799">
                <a:extLst>
                  <a:ext uri="{FF2B5EF4-FFF2-40B4-BE49-F238E27FC236}">
                    <a16:creationId xmlns:a16="http://schemas.microsoft.com/office/drawing/2014/main" id="{A6F59F47-24E0-2F32-3F64-A2C44637F313}"/>
                  </a:ext>
                </a:extLst>
              </p:cNvPr>
              <p:cNvSpPr/>
              <p:nvPr/>
            </p:nvSpPr>
            <p:spPr>
              <a:xfrm>
                <a:off x="8718256" y="5944125"/>
                <a:ext cx="6343" cy="6345"/>
              </a:xfrm>
              <a:custGeom>
                <a:avLst/>
                <a:gdLst>
                  <a:gd name="connsiteX0" fmla="*/ 3354 w 6343"/>
                  <a:gd name="connsiteY0" fmla="*/ 6540 h 6345"/>
                  <a:gd name="connsiteX1" fmla="*/ 5596 w 6343"/>
                  <a:gd name="connsiteY1" fmla="*/ 5610 h 6345"/>
                  <a:gd name="connsiteX2" fmla="*/ 6525 w 6343"/>
                  <a:gd name="connsiteY2" fmla="*/ 3367 h 6345"/>
                  <a:gd name="connsiteX3" fmla="*/ 5596 w 6343"/>
                  <a:gd name="connsiteY3" fmla="*/ 1123 h 6345"/>
                  <a:gd name="connsiteX4" fmla="*/ 3354 w 6343"/>
                  <a:gd name="connsiteY4" fmla="*/ 194 h 6345"/>
                  <a:gd name="connsiteX5" fmla="*/ 1111 w 6343"/>
                  <a:gd name="connsiteY5" fmla="*/ 1123 h 6345"/>
                  <a:gd name="connsiteX6" fmla="*/ 182 w 6343"/>
                  <a:gd name="connsiteY6" fmla="*/ 3367 h 6345"/>
                  <a:gd name="connsiteX7" fmla="*/ 1111 w 6343"/>
                  <a:gd name="connsiteY7" fmla="*/ 5610 h 6345"/>
                  <a:gd name="connsiteX8" fmla="*/ 335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40"/>
                    </a:moveTo>
                    <a:cubicBezTo>
                      <a:pt x="4195" y="6540"/>
                      <a:pt x="5001" y="6205"/>
                      <a:pt x="5596" y="5610"/>
                    </a:cubicBezTo>
                    <a:cubicBezTo>
                      <a:pt x="6191" y="5015"/>
                      <a:pt x="6525" y="4208"/>
                      <a:pt x="6525" y="3367"/>
                    </a:cubicBezTo>
                    <a:cubicBezTo>
                      <a:pt x="6525" y="2525"/>
                      <a:pt x="6191" y="1718"/>
                      <a:pt x="5596" y="1123"/>
                    </a:cubicBezTo>
                    <a:cubicBezTo>
                      <a:pt x="5001" y="529"/>
                      <a:pt x="4195" y="194"/>
                      <a:pt x="3354" y="194"/>
                    </a:cubicBezTo>
                    <a:cubicBezTo>
                      <a:pt x="2512" y="194"/>
                      <a:pt x="1706" y="529"/>
                      <a:pt x="1111" y="1123"/>
                    </a:cubicBezTo>
                    <a:cubicBezTo>
                      <a:pt x="516" y="1718"/>
                      <a:pt x="182" y="2525"/>
                      <a:pt x="182" y="3367"/>
                    </a:cubicBezTo>
                    <a:cubicBezTo>
                      <a:pt x="182" y="4208"/>
                      <a:pt x="516" y="5015"/>
                      <a:pt x="1111" y="5610"/>
                    </a:cubicBezTo>
                    <a:cubicBezTo>
                      <a:pt x="1706" y="6205"/>
                      <a:pt x="2512" y="6540"/>
                      <a:pt x="335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01" name="Freeform: Shape 11800">
                <a:extLst>
                  <a:ext uri="{FF2B5EF4-FFF2-40B4-BE49-F238E27FC236}">
                    <a16:creationId xmlns:a16="http://schemas.microsoft.com/office/drawing/2014/main" id="{8FDF253B-F469-7D5C-7169-85EB1592C6FA}"/>
                  </a:ext>
                </a:extLst>
              </p:cNvPr>
              <p:cNvSpPr/>
              <p:nvPr/>
            </p:nvSpPr>
            <p:spPr>
              <a:xfrm>
                <a:off x="8731877" y="5893591"/>
                <a:ext cx="6343" cy="6345"/>
              </a:xfrm>
              <a:custGeom>
                <a:avLst/>
                <a:gdLst>
                  <a:gd name="connsiteX0" fmla="*/ 3355 w 6343"/>
                  <a:gd name="connsiteY0" fmla="*/ 6536 h 6345"/>
                  <a:gd name="connsiteX1" fmla="*/ 5597 w 6343"/>
                  <a:gd name="connsiteY1" fmla="*/ 5606 h 6345"/>
                  <a:gd name="connsiteX2" fmla="*/ 6526 w 6343"/>
                  <a:gd name="connsiteY2" fmla="*/ 3363 h 6345"/>
                  <a:gd name="connsiteX3" fmla="*/ 5597 w 6343"/>
                  <a:gd name="connsiteY3" fmla="*/ 1119 h 6345"/>
                  <a:gd name="connsiteX4" fmla="*/ 3355 w 6343"/>
                  <a:gd name="connsiteY4" fmla="*/ 190 h 6345"/>
                  <a:gd name="connsiteX5" fmla="*/ 1112 w 6343"/>
                  <a:gd name="connsiteY5" fmla="*/ 1119 h 6345"/>
                  <a:gd name="connsiteX6" fmla="*/ 183 w 6343"/>
                  <a:gd name="connsiteY6" fmla="*/ 3363 h 6345"/>
                  <a:gd name="connsiteX7" fmla="*/ 1112 w 6343"/>
                  <a:gd name="connsiteY7" fmla="*/ 5606 h 6345"/>
                  <a:gd name="connsiteX8" fmla="*/ 3355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36"/>
                    </a:moveTo>
                    <a:cubicBezTo>
                      <a:pt x="4196" y="6536"/>
                      <a:pt x="5003" y="6201"/>
                      <a:pt x="5597" y="5606"/>
                    </a:cubicBezTo>
                    <a:cubicBezTo>
                      <a:pt x="6192" y="5011"/>
                      <a:pt x="6526" y="4204"/>
                      <a:pt x="6526" y="3363"/>
                    </a:cubicBezTo>
                    <a:cubicBezTo>
                      <a:pt x="6526" y="2522"/>
                      <a:pt x="6192" y="1714"/>
                      <a:pt x="5597" y="1119"/>
                    </a:cubicBezTo>
                    <a:cubicBezTo>
                      <a:pt x="5003" y="525"/>
                      <a:pt x="4196" y="190"/>
                      <a:pt x="3355" y="190"/>
                    </a:cubicBezTo>
                    <a:cubicBezTo>
                      <a:pt x="2514" y="190"/>
                      <a:pt x="1707" y="525"/>
                      <a:pt x="1112" y="1119"/>
                    </a:cubicBezTo>
                    <a:cubicBezTo>
                      <a:pt x="517" y="1714"/>
                      <a:pt x="183" y="2522"/>
                      <a:pt x="183" y="3363"/>
                    </a:cubicBezTo>
                    <a:cubicBezTo>
                      <a:pt x="183" y="4204"/>
                      <a:pt x="517" y="5011"/>
                      <a:pt x="1112" y="5606"/>
                    </a:cubicBezTo>
                    <a:cubicBezTo>
                      <a:pt x="1707" y="6201"/>
                      <a:pt x="2514" y="6536"/>
                      <a:pt x="3355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02" name="Freeform: Shape 11801">
                <a:extLst>
                  <a:ext uri="{FF2B5EF4-FFF2-40B4-BE49-F238E27FC236}">
                    <a16:creationId xmlns:a16="http://schemas.microsoft.com/office/drawing/2014/main" id="{CBD05E14-A1AA-D9EA-6409-83A046E45E6A}"/>
                  </a:ext>
                </a:extLst>
              </p:cNvPr>
              <p:cNvSpPr/>
              <p:nvPr/>
            </p:nvSpPr>
            <p:spPr>
              <a:xfrm>
                <a:off x="8728213" y="5889207"/>
                <a:ext cx="6343" cy="6345"/>
              </a:xfrm>
              <a:custGeom>
                <a:avLst/>
                <a:gdLst>
                  <a:gd name="connsiteX0" fmla="*/ 3354 w 6343"/>
                  <a:gd name="connsiteY0" fmla="*/ 6535 h 6345"/>
                  <a:gd name="connsiteX1" fmla="*/ 5597 w 6343"/>
                  <a:gd name="connsiteY1" fmla="*/ 5606 h 6345"/>
                  <a:gd name="connsiteX2" fmla="*/ 6526 w 6343"/>
                  <a:gd name="connsiteY2" fmla="*/ 3363 h 6345"/>
                  <a:gd name="connsiteX3" fmla="*/ 5597 w 6343"/>
                  <a:gd name="connsiteY3" fmla="*/ 1119 h 6345"/>
                  <a:gd name="connsiteX4" fmla="*/ 3354 w 6343"/>
                  <a:gd name="connsiteY4" fmla="*/ 190 h 6345"/>
                  <a:gd name="connsiteX5" fmla="*/ 1112 w 6343"/>
                  <a:gd name="connsiteY5" fmla="*/ 1119 h 6345"/>
                  <a:gd name="connsiteX6" fmla="*/ 183 w 6343"/>
                  <a:gd name="connsiteY6" fmla="*/ 3363 h 6345"/>
                  <a:gd name="connsiteX7" fmla="*/ 1112 w 6343"/>
                  <a:gd name="connsiteY7" fmla="*/ 5606 h 6345"/>
                  <a:gd name="connsiteX8" fmla="*/ 3354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35"/>
                    </a:moveTo>
                    <a:cubicBezTo>
                      <a:pt x="4195" y="6535"/>
                      <a:pt x="5002" y="6201"/>
                      <a:pt x="5597" y="5606"/>
                    </a:cubicBezTo>
                    <a:cubicBezTo>
                      <a:pt x="6192" y="5011"/>
                      <a:pt x="6526" y="4204"/>
                      <a:pt x="6526" y="3363"/>
                    </a:cubicBezTo>
                    <a:cubicBezTo>
                      <a:pt x="6526" y="2521"/>
                      <a:pt x="6192" y="1714"/>
                      <a:pt x="5597" y="1119"/>
                    </a:cubicBezTo>
                    <a:cubicBezTo>
                      <a:pt x="5002" y="524"/>
                      <a:pt x="4195" y="190"/>
                      <a:pt x="3354" y="190"/>
                    </a:cubicBezTo>
                    <a:cubicBezTo>
                      <a:pt x="2513" y="190"/>
                      <a:pt x="1706" y="524"/>
                      <a:pt x="1112" y="1119"/>
                    </a:cubicBezTo>
                    <a:cubicBezTo>
                      <a:pt x="517" y="1714"/>
                      <a:pt x="183" y="2521"/>
                      <a:pt x="183" y="3363"/>
                    </a:cubicBezTo>
                    <a:cubicBezTo>
                      <a:pt x="183" y="4204"/>
                      <a:pt x="517" y="5011"/>
                      <a:pt x="1112" y="5606"/>
                    </a:cubicBezTo>
                    <a:cubicBezTo>
                      <a:pt x="1706" y="6201"/>
                      <a:pt x="2513" y="6535"/>
                      <a:pt x="3354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03" name="Freeform: Shape 11802">
                <a:extLst>
                  <a:ext uri="{FF2B5EF4-FFF2-40B4-BE49-F238E27FC236}">
                    <a16:creationId xmlns:a16="http://schemas.microsoft.com/office/drawing/2014/main" id="{ED44CCB3-BE81-4B90-35EA-A422E2F8923C}"/>
                  </a:ext>
                </a:extLst>
              </p:cNvPr>
              <p:cNvSpPr/>
              <p:nvPr/>
            </p:nvSpPr>
            <p:spPr>
              <a:xfrm>
                <a:off x="8724527" y="5884839"/>
                <a:ext cx="6343" cy="6345"/>
              </a:xfrm>
              <a:custGeom>
                <a:avLst/>
                <a:gdLst>
                  <a:gd name="connsiteX0" fmla="*/ 3354 w 6343"/>
                  <a:gd name="connsiteY0" fmla="*/ 6535 h 6345"/>
                  <a:gd name="connsiteX1" fmla="*/ 5597 w 6343"/>
                  <a:gd name="connsiteY1" fmla="*/ 5606 h 6345"/>
                  <a:gd name="connsiteX2" fmla="*/ 6526 w 6343"/>
                  <a:gd name="connsiteY2" fmla="*/ 3362 h 6345"/>
                  <a:gd name="connsiteX3" fmla="*/ 5597 w 6343"/>
                  <a:gd name="connsiteY3" fmla="*/ 1119 h 6345"/>
                  <a:gd name="connsiteX4" fmla="*/ 3354 w 6343"/>
                  <a:gd name="connsiteY4" fmla="*/ 190 h 6345"/>
                  <a:gd name="connsiteX5" fmla="*/ 1111 w 6343"/>
                  <a:gd name="connsiteY5" fmla="*/ 1119 h 6345"/>
                  <a:gd name="connsiteX6" fmla="*/ 183 w 6343"/>
                  <a:gd name="connsiteY6" fmla="*/ 3362 h 6345"/>
                  <a:gd name="connsiteX7" fmla="*/ 1111 w 6343"/>
                  <a:gd name="connsiteY7" fmla="*/ 5606 h 6345"/>
                  <a:gd name="connsiteX8" fmla="*/ 3354 w 6343"/>
                  <a:gd name="connsiteY8" fmla="*/ 653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35"/>
                    </a:moveTo>
                    <a:cubicBezTo>
                      <a:pt x="4195" y="6535"/>
                      <a:pt x="5002" y="6201"/>
                      <a:pt x="5597" y="5606"/>
                    </a:cubicBezTo>
                    <a:cubicBezTo>
                      <a:pt x="6191" y="5011"/>
                      <a:pt x="6526" y="4204"/>
                      <a:pt x="6526" y="3362"/>
                    </a:cubicBezTo>
                    <a:cubicBezTo>
                      <a:pt x="6526" y="2521"/>
                      <a:pt x="6191" y="1714"/>
                      <a:pt x="5597" y="1119"/>
                    </a:cubicBezTo>
                    <a:cubicBezTo>
                      <a:pt x="5002" y="524"/>
                      <a:pt x="4195" y="190"/>
                      <a:pt x="3354" y="190"/>
                    </a:cubicBezTo>
                    <a:cubicBezTo>
                      <a:pt x="2513" y="190"/>
                      <a:pt x="1706" y="524"/>
                      <a:pt x="1111" y="1119"/>
                    </a:cubicBezTo>
                    <a:cubicBezTo>
                      <a:pt x="517" y="1714"/>
                      <a:pt x="183" y="2521"/>
                      <a:pt x="183" y="3362"/>
                    </a:cubicBezTo>
                    <a:cubicBezTo>
                      <a:pt x="183" y="4204"/>
                      <a:pt x="517" y="5011"/>
                      <a:pt x="1111" y="5606"/>
                    </a:cubicBezTo>
                    <a:cubicBezTo>
                      <a:pt x="1706" y="6201"/>
                      <a:pt x="2513" y="6535"/>
                      <a:pt x="3354" y="65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04" name="Freeform: Shape 11803">
                <a:extLst>
                  <a:ext uri="{FF2B5EF4-FFF2-40B4-BE49-F238E27FC236}">
                    <a16:creationId xmlns:a16="http://schemas.microsoft.com/office/drawing/2014/main" id="{2E0E36AE-1FA6-7F21-1682-1B5D5C5572A4}"/>
                  </a:ext>
                </a:extLst>
              </p:cNvPr>
              <p:cNvSpPr/>
              <p:nvPr/>
            </p:nvSpPr>
            <p:spPr>
              <a:xfrm>
                <a:off x="8719301" y="5852800"/>
                <a:ext cx="6343" cy="6345"/>
              </a:xfrm>
              <a:custGeom>
                <a:avLst/>
                <a:gdLst>
                  <a:gd name="connsiteX0" fmla="*/ 3354 w 6343"/>
                  <a:gd name="connsiteY0" fmla="*/ 6532 h 6345"/>
                  <a:gd name="connsiteX1" fmla="*/ 5596 w 6343"/>
                  <a:gd name="connsiteY1" fmla="*/ 5603 h 6345"/>
                  <a:gd name="connsiteX2" fmla="*/ 6525 w 6343"/>
                  <a:gd name="connsiteY2" fmla="*/ 3360 h 6345"/>
                  <a:gd name="connsiteX3" fmla="*/ 5596 w 6343"/>
                  <a:gd name="connsiteY3" fmla="*/ 1116 h 6345"/>
                  <a:gd name="connsiteX4" fmla="*/ 3354 w 6343"/>
                  <a:gd name="connsiteY4" fmla="*/ 187 h 6345"/>
                  <a:gd name="connsiteX5" fmla="*/ 1111 w 6343"/>
                  <a:gd name="connsiteY5" fmla="*/ 1116 h 6345"/>
                  <a:gd name="connsiteX6" fmla="*/ 182 w 6343"/>
                  <a:gd name="connsiteY6" fmla="*/ 3360 h 6345"/>
                  <a:gd name="connsiteX7" fmla="*/ 1111 w 6343"/>
                  <a:gd name="connsiteY7" fmla="*/ 5603 h 6345"/>
                  <a:gd name="connsiteX8" fmla="*/ 3354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32"/>
                    </a:moveTo>
                    <a:cubicBezTo>
                      <a:pt x="4195" y="6532"/>
                      <a:pt x="5002" y="6198"/>
                      <a:pt x="5596" y="5603"/>
                    </a:cubicBezTo>
                    <a:cubicBezTo>
                      <a:pt x="6191" y="5008"/>
                      <a:pt x="6525" y="4201"/>
                      <a:pt x="6525" y="3360"/>
                    </a:cubicBezTo>
                    <a:cubicBezTo>
                      <a:pt x="6525" y="2518"/>
                      <a:pt x="6191" y="1711"/>
                      <a:pt x="5596" y="1116"/>
                    </a:cubicBezTo>
                    <a:cubicBezTo>
                      <a:pt x="5002" y="521"/>
                      <a:pt x="4195" y="187"/>
                      <a:pt x="3354" y="187"/>
                    </a:cubicBezTo>
                    <a:cubicBezTo>
                      <a:pt x="2513" y="187"/>
                      <a:pt x="1706" y="521"/>
                      <a:pt x="1111" y="1116"/>
                    </a:cubicBezTo>
                    <a:cubicBezTo>
                      <a:pt x="516" y="1711"/>
                      <a:pt x="182" y="2518"/>
                      <a:pt x="182" y="3360"/>
                    </a:cubicBezTo>
                    <a:cubicBezTo>
                      <a:pt x="182" y="4201"/>
                      <a:pt x="516" y="5008"/>
                      <a:pt x="1111" y="5603"/>
                    </a:cubicBezTo>
                    <a:cubicBezTo>
                      <a:pt x="1706" y="6198"/>
                      <a:pt x="2513" y="6532"/>
                      <a:pt x="3354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05" name="Freeform: Shape 11804">
                <a:extLst>
                  <a:ext uri="{FF2B5EF4-FFF2-40B4-BE49-F238E27FC236}">
                    <a16:creationId xmlns:a16="http://schemas.microsoft.com/office/drawing/2014/main" id="{83B5F355-02CF-EB8D-B2A2-E103143B0D84}"/>
                  </a:ext>
                </a:extLst>
              </p:cNvPr>
              <p:cNvSpPr/>
              <p:nvPr/>
            </p:nvSpPr>
            <p:spPr>
              <a:xfrm>
                <a:off x="8715737" y="5848452"/>
                <a:ext cx="6343" cy="6345"/>
              </a:xfrm>
              <a:custGeom>
                <a:avLst/>
                <a:gdLst>
                  <a:gd name="connsiteX0" fmla="*/ 3353 w 6343"/>
                  <a:gd name="connsiteY0" fmla="*/ 6532 h 6345"/>
                  <a:gd name="connsiteX1" fmla="*/ 5596 w 6343"/>
                  <a:gd name="connsiteY1" fmla="*/ 5603 h 6345"/>
                  <a:gd name="connsiteX2" fmla="*/ 6525 w 6343"/>
                  <a:gd name="connsiteY2" fmla="*/ 3359 h 6345"/>
                  <a:gd name="connsiteX3" fmla="*/ 5596 w 6343"/>
                  <a:gd name="connsiteY3" fmla="*/ 1116 h 6345"/>
                  <a:gd name="connsiteX4" fmla="*/ 3353 w 6343"/>
                  <a:gd name="connsiteY4" fmla="*/ 187 h 6345"/>
                  <a:gd name="connsiteX5" fmla="*/ 1111 w 6343"/>
                  <a:gd name="connsiteY5" fmla="*/ 1116 h 6345"/>
                  <a:gd name="connsiteX6" fmla="*/ 182 w 6343"/>
                  <a:gd name="connsiteY6" fmla="*/ 3359 h 6345"/>
                  <a:gd name="connsiteX7" fmla="*/ 1111 w 6343"/>
                  <a:gd name="connsiteY7" fmla="*/ 5603 h 6345"/>
                  <a:gd name="connsiteX8" fmla="*/ 3353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32"/>
                    </a:moveTo>
                    <a:cubicBezTo>
                      <a:pt x="4194" y="6532"/>
                      <a:pt x="5001" y="6198"/>
                      <a:pt x="5596" y="5603"/>
                    </a:cubicBezTo>
                    <a:cubicBezTo>
                      <a:pt x="6191" y="5008"/>
                      <a:pt x="6525" y="4201"/>
                      <a:pt x="6525" y="3359"/>
                    </a:cubicBezTo>
                    <a:cubicBezTo>
                      <a:pt x="6525" y="2518"/>
                      <a:pt x="6191" y="1711"/>
                      <a:pt x="5596" y="1116"/>
                    </a:cubicBezTo>
                    <a:cubicBezTo>
                      <a:pt x="5001" y="521"/>
                      <a:pt x="4194" y="187"/>
                      <a:pt x="3353" y="187"/>
                    </a:cubicBezTo>
                    <a:cubicBezTo>
                      <a:pt x="2512" y="187"/>
                      <a:pt x="1706" y="521"/>
                      <a:pt x="1111" y="1116"/>
                    </a:cubicBezTo>
                    <a:cubicBezTo>
                      <a:pt x="516" y="1711"/>
                      <a:pt x="182" y="2518"/>
                      <a:pt x="182" y="3359"/>
                    </a:cubicBezTo>
                    <a:cubicBezTo>
                      <a:pt x="182" y="4201"/>
                      <a:pt x="516" y="5008"/>
                      <a:pt x="1111" y="5603"/>
                    </a:cubicBezTo>
                    <a:cubicBezTo>
                      <a:pt x="1706" y="6198"/>
                      <a:pt x="2512" y="6532"/>
                      <a:pt x="3353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06" name="Freeform: Shape 11805">
                <a:extLst>
                  <a:ext uri="{FF2B5EF4-FFF2-40B4-BE49-F238E27FC236}">
                    <a16:creationId xmlns:a16="http://schemas.microsoft.com/office/drawing/2014/main" id="{B49A1EDE-5945-F985-26D0-3FC548BC54FD}"/>
                  </a:ext>
                </a:extLst>
              </p:cNvPr>
              <p:cNvSpPr/>
              <p:nvPr/>
            </p:nvSpPr>
            <p:spPr>
              <a:xfrm>
                <a:off x="8705439" y="5849161"/>
                <a:ext cx="6343" cy="6345"/>
              </a:xfrm>
              <a:custGeom>
                <a:avLst/>
                <a:gdLst>
                  <a:gd name="connsiteX0" fmla="*/ 3353 w 6343"/>
                  <a:gd name="connsiteY0" fmla="*/ 6532 h 6345"/>
                  <a:gd name="connsiteX1" fmla="*/ 5595 w 6343"/>
                  <a:gd name="connsiteY1" fmla="*/ 5603 h 6345"/>
                  <a:gd name="connsiteX2" fmla="*/ 6524 w 6343"/>
                  <a:gd name="connsiteY2" fmla="*/ 3359 h 6345"/>
                  <a:gd name="connsiteX3" fmla="*/ 5595 w 6343"/>
                  <a:gd name="connsiteY3" fmla="*/ 1116 h 6345"/>
                  <a:gd name="connsiteX4" fmla="*/ 3353 w 6343"/>
                  <a:gd name="connsiteY4" fmla="*/ 187 h 6345"/>
                  <a:gd name="connsiteX5" fmla="*/ 1110 w 6343"/>
                  <a:gd name="connsiteY5" fmla="*/ 1116 h 6345"/>
                  <a:gd name="connsiteX6" fmla="*/ 181 w 6343"/>
                  <a:gd name="connsiteY6" fmla="*/ 3359 h 6345"/>
                  <a:gd name="connsiteX7" fmla="*/ 1110 w 6343"/>
                  <a:gd name="connsiteY7" fmla="*/ 5603 h 6345"/>
                  <a:gd name="connsiteX8" fmla="*/ 3353 w 6343"/>
                  <a:gd name="connsiteY8" fmla="*/ 653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32"/>
                    </a:moveTo>
                    <a:cubicBezTo>
                      <a:pt x="4194" y="6532"/>
                      <a:pt x="5000" y="6198"/>
                      <a:pt x="5595" y="5603"/>
                    </a:cubicBezTo>
                    <a:cubicBezTo>
                      <a:pt x="6190" y="5008"/>
                      <a:pt x="6524" y="4201"/>
                      <a:pt x="6524" y="3359"/>
                    </a:cubicBezTo>
                    <a:cubicBezTo>
                      <a:pt x="6524" y="2518"/>
                      <a:pt x="6190" y="1711"/>
                      <a:pt x="5595" y="1116"/>
                    </a:cubicBezTo>
                    <a:cubicBezTo>
                      <a:pt x="5000" y="521"/>
                      <a:pt x="4194" y="187"/>
                      <a:pt x="3353" y="187"/>
                    </a:cubicBezTo>
                    <a:cubicBezTo>
                      <a:pt x="2511" y="187"/>
                      <a:pt x="1705" y="521"/>
                      <a:pt x="1110" y="1116"/>
                    </a:cubicBezTo>
                    <a:cubicBezTo>
                      <a:pt x="515" y="1711"/>
                      <a:pt x="181" y="2518"/>
                      <a:pt x="181" y="3359"/>
                    </a:cubicBezTo>
                    <a:cubicBezTo>
                      <a:pt x="181" y="4201"/>
                      <a:pt x="515" y="5008"/>
                      <a:pt x="1110" y="5603"/>
                    </a:cubicBezTo>
                    <a:cubicBezTo>
                      <a:pt x="1705" y="6198"/>
                      <a:pt x="2511" y="6532"/>
                      <a:pt x="3353" y="65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07" name="Freeform: Shape 11806">
                <a:extLst>
                  <a:ext uri="{FF2B5EF4-FFF2-40B4-BE49-F238E27FC236}">
                    <a16:creationId xmlns:a16="http://schemas.microsoft.com/office/drawing/2014/main" id="{317CE66C-C758-E9DF-E92D-28BFB0316A50}"/>
                  </a:ext>
                </a:extLst>
              </p:cNvPr>
              <p:cNvSpPr/>
              <p:nvPr/>
            </p:nvSpPr>
            <p:spPr>
              <a:xfrm>
                <a:off x="8669910" y="5764730"/>
                <a:ext cx="6343" cy="6345"/>
              </a:xfrm>
              <a:custGeom>
                <a:avLst/>
                <a:gdLst>
                  <a:gd name="connsiteX0" fmla="*/ 3350 w 6343"/>
                  <a:gd name="connsiteY0" fmla="*/ 6525 h 6345"/>
                  <a:gd name="connsiteX1" fmla="*/ 5592 w 6343"/>
                  <a:gd name="connsiteY1" fmla="*/ 5596 h 6345"/>
                  <a:gd name="connsiteX2" fmla="*/ 6521 w 6343"/>
                  <a:gd name="connsiteY2" fmla="*/ 3353 h 6345"/>
                  <a:gd name="connsiteX3" fmla="*/ 5592 w 6343"/>
                  <a:gd name="connsiteY3" fmla="*/ 1109 h 6345"/>
                  <a:gd name="connsiteX4" fmla="*/ 3350 w 6343"/>
                  <a:gd name="connsiteY4" fmla="*/ 180 h 6345"/>
                  <a:gd name="connsiteX5" fmla="*/ 1107 w 6343"/>
                  <a:gd name="connsiteY5" fmla="*/ 1109 h 6345"/>
                  <a:gd name="connsiteX6" fmla="*/ 178 w 6343"/>
                  <a:gd name="connsiteY6" fmla="*/ 3353 h 6345"/>
                  <a:gd name="connsiteX7" fmla="*/ 1107 w 6343"/>
                  <a:gd name="connsiteY7" fmla="*/ 5596 h 6345"/>
                  <a:gd name="connsiteX8" fmla="*/ 335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25"/>
                    </a:moveTo>
                    <a:cubicBezTo>
                      <a:pt x="4191" y="6525"/>
                      <a:pt x="4998" y="6191"/>
                      <a:pt x="5592" y="5596"/>
                    </a:cubicBezTo>
                    <a:cubicBezTo>
                      <a:pt x="6187" y="5001"/>
                      <a:pt x="6521" y="4194"/>
                      <a:pt x="6521" y="3353"/>
                    </a:cubicBezTo>
                    <a:cubicBezTo>
                      <a:pt x="6521" y="2511"/>
                      <a:pt x="6187" y="1704"/>
                      <a:pt x="5592" y="1109"/>
                    </a:cubicBezTo>
                    <a:cubicBezTo>
                      <a:pt x="4998" y="514"/>
                      <a:pt x="4191" y="180"/>
                      <a:pt x="3350" y="180"/>
                    </a:cubicBezTo>
                    <a:cubicBezTo>
                      <a:pt x="2509" y="180"/>
                      <a:pt x="1702" y="514"/>
                      <a:pt x="1107" y="1109"/>
                    </a:cubicBezTo>
                    <a:cubicBezTo>
                      <a:pt x="512" y="1704"/>
                      <a:pt x="178" y="2511"/>
                      <a:pt x="178" y="3353"/>
                    </a:cubicBezTo>
                    <a:cubicBezTo>
                      <a:pt x="178" y="4194"/>
                      <a:pt x="512" y="5001"/>
                      <a:pt x="1107" y="5596"/>
                    </a:cubicBezTo>
                    <a:cubicBezTo>
                      <a:pt x="1702" y="6191"/>
                      <a:pt x="2509" y="6525"/>
                      <a:pt x="335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08" name="Freeform: Shape 11807">
                <a:extLst>
                  <a:ext uri="{FF2B5EF4-FFF2-40B4-BE49-F238E27FC236}">
                    <a16:creationId xmlns:a16="http://schemas.microsoft.com/office/drawing/2014/main" id="{48BCAE77-786B-42D8-AE67-58A1376ABAF5}"/>
                  </a:ext>
                </a:extLst>
              </p:cNvPr>
              <p:cNvSpPr/>
              <p:nvPr/>
            </p:nvSpPr>
            <p:spPr>
              <a:xfrm>
                <a:off x="8666930" y="5760031"/>
                <a:ext cx="6343" cy="6345"/>
              </a:xfrm>
              <a:custGeom>
                <a:avLst/>
                <a:gdLst>
                  <a:gd name="connsiteX0" fmla="*/ 3350 w 6343"/>
                  <a:gd name="connsiteY0" fmla="*/ 6525 h 6345"/>
                  <a:gd name="connsiteX1" fmla="*/ 5592 w 6343"/>
                  <a:gd name="connsiteY1" fmla="*/ 5596 h 6345"/>
                  <a:gd name="connsiteX2" fmla="*/ 6521 w 6343"/>
                  <a:gd name="connsiteY2" fmla="*/ 3352 h 6345"/>
                  <a:gd name="connsiteX3" fmla="*/ 5592 w 6343"/>
                  <a:gd name="connsiteY3" fmla="*/ 1109 h 6345"/>
                  <a:gd name="connsiteX4" fmla="*/ 3350 w 6343"/>
                  <a:gd name="connsiteY4" fmla="*/ 180 h 6345"/>
                  <a:gd name="connsiteX5" fmla="*/ 1107 w 6343"/>
                  <a:gd name="connsiteY5" fmla="*/ 1109 h 6345"/>
                  <a:gd name="connsiteX6" fmla="*/ 178 w 6343"/>
                  <a:gd name="connsiteY6" fmla="*/ 3352 h 6345"/>
                  <a:gd name="connsiteX7" fmla="*/ 1107 w 6343"/>
                  <a:gd name="connsiteY7" fmla="*/ 5596 h 6345"/>
                  <a:gd name="connsiteX8" fmla="*/ 3350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25"/>
                    </a:moveTo>
                    <a:cubicBezTo>
                      <a:pt x="4191" y="6525"/>
                      <a:pt x="4997" y="6191"/>
                      <a:pt x="5592" y="5596"/>
                    </a:cubicBezTo>
                    <a:cubicBezTo>
                      <a:pt x="6187" y="5001"/>
                      <a:pt x="6521" y="4194"/>
                      <a:pt x="6521" y="3352"/>
                    </a:cubicBezTo>
                    <a:cubicBezTo>
                      <a:pt x="6521" y="2511"/>
                      <a:pt x="6187" y="1704"/>
                      <a:pt x="5592" y="1109"/>
                    </a:cubicBezTo>
                    <a:cubicBezTo>
                      <a:pt x="4997" y="514"/>
                      <a:pt x="4191" y="180"/>
                      <a:pt x="3350" y="180"/>
                    </a:cubicBezTo>
                    <a:cubicBezTo>
                      <a:pt x="2508" y="180"/>
                      <a:pt x="1702" y="514"/>
                      <a:pt x="1107" y="1109"/>
                    </a:cubicBezTo>
                    <a:cubicBezTo>
                      <a:pt x="512" y="1704"/>
                      <a:pt x="178" y="2511"/>
                      <a:pt x="178" y="3352"/>
                    </a:cubicBezTo>
                    <a:cubicBezTo>
                      <a:pt x="178" y="4194"/>
                      <a:pt x="512" y="5001"/>
                      <a:pt x="1107" y="5596"/>
                    </a:cubicBezTo>
                    <a:cubicBezTo>
                      <a:pt x="1702" y="6191"/>
                      <a:pt x="2508" y="6525"/>
                      <a:pt x="3350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09" name="Freeform: Shape 11808">
                <a:extLst>
                  <a:ext uri="{FF2B5EF4-FFF2-40B4-BE49-F238E27FC236}">
                    <a16:creationId xmlns:a16="http://schemas.microsoft.com/office/drawing/2014/main" id="{ACD8F94C-F0EE-C590-D6D4-BCCBBCC6CA93}"/>
                  </a:ext>
                </a:extLst>
              </p:cNvPr>
              <p:cNvSpPr/>
              <p:nvPr/>
            </p:nvSpPr>
            <p:spPr>
              <a:xfrm>
                <a:off x="8770722" y="5627963"/>
                <a:ext cx="6343" cy="6345"/>
              </a:xfrm>
              <a:custGeom>
                <a:avLst/>
                <a:gdLst>
                  <a:gd name="connsiteX0" fmla="*/ 3358 w 6343"/>
                  <a:gd name="connsiteY0" fmla="*/ 6515 h 6345"/>
                  <a:gd name="connsiteX1" fmla="*/ 5600 w 6343"/>
                  <a:gd name="connsiteY1" fmla="*/ 5585 h 6345"/>
                  <a:gd name="connsiteX2" fmla="*/ 6529 w 6343"/>
                  <a:gd name="connsiteY2" fmla="*/ 3342 h 6345"/>
                  <a:gd name="connsiteX3" fmla="*/ 5600 w 6343"/>
                  <a:gd name="connsiteY3" fmla="*/ 1099 h 6345"/>
                  <a:gd name="connsiteX4" fmla="*/ 3358 w 6343"/>
                  <a:gd name="connsiteY4" fmla="*/ 169 h 6345"/>
                  <a:gd name="connsiteX5" fmla="*/ 1115 w 6343"/>
                  <a:gd name="connsiteY5" fmla="*/ 1099 h 6345"/>
                  <a:gd name="connsiteX6" fmla="*/ 186 w 6343"/>
                  <a:gd name="connsiteY6" fmla="*/ 3342 h 6345"/>
                  <a:gd name="connsiteX7" fmla="*/ 1115 w 6343"/>
                  <a:gd name="connsiteY7" fmla="*/ 5585 h 6345"/>
                  <a:gd name="connsiteX8" fmla="*/ 3358 w 6343"/>
                  <a:gd name="connsiteY8" fmla="*/ 651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515"/>
                    </a:moveTo>
                    <a:cubicBezTo>
                      <a:pt x="4199" y="6515"/>
                      <a:pt x="5006" y="6180"/>
                      <a:pt x="5600" y="5585"/>
                    </a:cubicBezTo>
                    <a:cubicBezTo>
                      <a:pt x="6195" y="4990"/>
                      <a:pt x="6529" y="4183"/>
                      <a:pt x="6529" y="3342"/>
                    </a:cubicBezTo>
                    <a:cubicBezTo>
                      <a:pt x="6529" y="2501"/>
                      <a:pt x="6195" y="1694"/>
                      <a:pt x="5600" y="1099"/>
                    </a:cubicBezTo>
                    <a:cubicBezTo>
                      <a:pt x="5006" y="504"/>
                      <a:pt x="4199" y="169"/>
                      <a:pt x="3358" y="169"/>
                    </a:cubicBezTo>
                    <a:cubicBezTo>
                      <a:pt x="2517" y="169"/>
                      <a:pt x="1710" y="504"/>
                      <a:pt x="1115" y="1099"/>
                    </a:cubicBezTo>
                    <a:cubicBezTo>
                      <a:pt x="520" y="1694"/>
                      <a:pt x="186" y="2501"/>
                      <a:pt x="186" y="3342"/>
                    </a:cubicBezTo>
                    <a:cubicBezTo>
                      <a:pt x="186" y="4183"/>
                      <a:pt x="520" y="4990"/>
                      <a:pt x="1115" y="5585"/>
                    </a:cubicBezTo>
                    <a:cubicBezTo>
                      <a:pt x="1710" y="6180"/>
                      <a:pt x="2517" y="6515"/>
                      <a:pt x="3358" y="6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10" name="Freeform: Shape 11809">
                <a:extLst>
                  <a:ext uri="{FF2B5EF4-FFF2-40B4-BE49-F238E27FC236}">
                    <a16:creationId xmlns:a16="http://schemas.microsoft.com/office/drawing/2014/main" id="{6F851A83-F9CC-35D6-9075-01E4958F95AB}"/>
                  </a:ext>
                </a:extLst>
              </p:cNvPr>
              <p:cNvSpPr/>
              <p:nvPr/>
            </p:nvSpPr>
            <p:spPr>
              <a:xfrm>
                <a:off x="8700035" y="5618518"/>
                <a:ext cx="6343" cy="6345"/>
              </a:xfrm>
              <a:custGeom>
                <a:avLst/>
                <a:gdLst>
                  <a:gd name="connsiteX0" fmla="*/ 3352 w 6343"/>
                  <a:gd name="connsiteY0" fmla="*/ 6514 h 6345"/>
                  <a:gd name="connsiteX1" fmla="*/ 5595 w 6343"/>
                  <a:gd name="connsiteY1" fmla="*/ 5585 h 6345"/>
                  <a:gd name="connsiteX2" fmla="*/ 6524 w 6343"/>
                  <a:gd name="connsiteY2" fmla="*/ 3341 h 6345"/>
                  <a:gd name="connsiteX3" fmla="*/ 5595 w 6343"/>
                  <a:gd name="connsiteY3" fmla="*/ 1098 h 6345"/>
                  <a:gd name="connsiteX4" fmla="*/ 3352 w 6343"/>
                  <a:gd name="connsiteY4" fmla="*/ 169 h 6345"/>
                  <a:gd name="connsiteX5" fmla="*/ 1110 w 6343"/>
                  <a:gd name="connsiteY5" fmla="*/ 1098 h 6345"/>
                  <a:gd name="connsiteX6" fmla="*/ 181 w 6343"/>
                  <a:gd name="connsiteY6" fmla="*/ 3341 h 6345"/>
                  <a:gd name="connsiteX7" fmla="*/ 1110 w 6343"/>
                  <a:gd name="connsiteY7" fmla="*/ 5585 h 6345"/>
                  <a:gd name="connsiteX8" fmla="*/ 3352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514"/>
                    </a:moveTo>
                    <a:cubicBezTo>
                      <a:pt x="4193" y="6514"/>
                      <a:pt x="5000" y="6180"/>
                      <a:pt x="5595" y="5585"/>
                    </a:cubicBezTo>
                    <a:cubicBezTo>
                      <a:pt x="6190" y="4990"/>
                      <a:pt x="6524" y="4183"/>
                      <a:pt x="6524" y="3341"/>
                    </a:cubicBezTo>
                    <a:cubicBezTo>
                      <a:pt x="6524" y="2500"/>
                      <a:pt x="6190" y="1693"/>
                      <a:pt x="5595" y="1098"/>
                    </a:cubicBezTo>
                    <a:cubicBezTo>
                      <a:pt x="5000" y="503"/>
                      <a:pt x="4193" y="169"/>
                      <a:pt x="3352" y="169"/>
                    </a:cubicBezTo>
                    <a:cubicBezTo>
                      <a:pt x="2511" y="169"/>
                      <a:pt x="1704" y="503"/>
                      <a:pt x="1110" y="1098"/>
                    </a:cubicBezTo>
                    <a:cubicBezTo>
                      <a:pt x="515" y="1693"/>
                      <a:pt x="181" y="2500"/>
                      <a:pt x="181" y="3341"/>
                    </a:cubicBezTo>
                    <a:cubicBezTo>
                      <a:pt x="181" y="4183"/>
                      <a:pt x="515" y="4990"/>
                      <a:pt x="1110" y="5585"/>
                    </a:cubicBezTo>
                    <a:cubicBezTo>
                      <a:pt x="1704" y="6180"/>
                      <a:pt x="2511" y="6514"/>
                      <a:pt x="3352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11" name="Freeform: Shape 11810">
                <a:extLst>
                  <a:ext uri="{FF2B5EF4-FFF2-40B4-BE49-F238E27FC236}">
                    <a16:creationId xmlns:a16="http://schemas.microsoft.com/office/drawing/2014/main" id="{0693F26A-A6E6-F78B-D3C9-C8148A1F9517}"/>
                  </a:ext>
                </a:extLst>
              </p:cNvPr>
              <p:cNvSpPr/>
              <p:nvPr/>
            </p:nvSpPr>
            <p:spPr>
              <a:xfrm>
                <a:off x="8719319" y="5558472"/>
                <a:ext cx="6343" cy="6345"/>
              </a:xfrm>
              <a:custGeom>
                <a:avLst/>
                <a:gdLst>
                  <a:gd name="connsiteX0" fmla="*/ 3354 w 6343"/>
                  <a:gd name="connsiteY0" fmla="*/ 6509 h 6345"/>
                  <a:gd name="connsiteX1" fmla="*/ 5596 w 6343"/>
                  <a:gd name="connsiteY1" fmla="*/ 5580 h 6345"/>
                  <a:gd name="connsiteX2" fmla="*/ 6525 w 6343"/>
                  <a:gd name="connsiteY2" fmla="*/ 3337 h 6345"/>
                  <a:gd name="connsiteX3" fmla="*/ 5596 w 6343"/>
                  <a:gd name="connsiteY3" fmla="*/ 1093 h 6345"/>
                  <a:gd name="connsiteX4" fmla="*/ 3354 w 6343"/>
                  <a:gd name="connsiteY4" fmla="*/ 164 h 6345"/>
                  <a:gd name="connsiteX5" fmla="*/ 1111 w 6343"/>
                  <a:gd name="connsiteY5" fmla="*/ 1093 h 6345"/>
                  <a:gd name="connsiteX6" fmla="*/ 182 w 6343"/>
                  <a:gd name="connsiteY6" fmla="*/ 3337 h 6345"/>
                  <a:gd name="connsiteX7" fmla="*/ 1111 w 6343"/>
                  <a:gd name="connsiteY7" fmla="*/ 5580 h 6345"/>
                  <a:gd name="connsiteX8" fmla="*/ 3354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09"/>
                    </a:moveTo>
                    <a:cubicBezTo>
                      <a:pt x="4195" y="6509"/>
                      <a:pt x="5002" y="6175"/>
                      <a:pt x="5596" y="5580"/>
                    </a:cubicBezTo>
                    <a:cubicBezTo>
                      <a:pt x="6191" y="4985"/>
                      <a:pt x="6525" y="4178"/>
                      <a:pt x="6525" y="3337"/>
                    </a:cubicBezTo>
                    <a:cubicBezTo>
                      <a:pt x="6525" y="2495"/>
                      <a:pt x="6191" y="1688"/>
                      <a:pt x="5596" y="1093"/>
                    </a:cubicBezTo>
                    <a:cubicBezTo>
                      <a:pt x="5002" y="498"/>
                      <a:pt x="4195" y="164"/>
                      <a:pt x="3354" y="164"/>
                    </a:cubicBezTo>
                    <a:cubicBezTo>
                      <a:pt x="2513" y="164"/>
                      <a:pt x="1706" y="498"/>
                      <a:pt x="1111" y="1093"/>
                    </a:cubicBezTo>
                    <a:cubicBezTo>
                      <a:pt x="516" y="1688"/>
                      <a:pt x="182" y="2495"/>
                      <a:pt x="182" y="3337"/>
                    </a:cubicBezTo>
                    <a:cubicBezTo>
                      <a:pt x="182" y="4178"/>
                      <a:pt x="516" y="4985"/>
                      <a:pt x="1111" y="5580"/>
                    </a:cubicBezTo>
                    <a:cubicBezTo>
                      <a:pt x="1706" y="6175"/>
                      <a:pt x="2513" y="6509"/>
                      <a:pt x="3354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12" name="Freeform: Shape 11811">
                <a:extLst>
                  <a:ext uri="{FF2B5EF4-FFF2-40B4-BE49-F238E27FC236}">
                    <a16:creationId xmlns:a16="http://schemas.microsoft.com/office/drawing/2014/main" id="{810FAC1B-D171-161C-3D9C-C11F3424CE03}"/>
                  </a:ext>
                </a:extLst>
              </p:cNvPr>
              <p:cNvSpPr/>
              <p:nvPr/>
            </p:nvSpPr>
            <p:spPr>
              <a:xfrm>
                <a:off x="8765535" y="5536909"/>
                <a:ext cx="6343" cy="6345"/>
              </a:xfrm>
              <a:custGeom>
                <a:avLst/>
                <a:gdLst>
                  <a:gd name="connsiteX0" fmla="*/ 3357 w 6343"/>
                  <a:gd name="connsiteY0" fmla="*/ 6508 h 6345"/>
                  <a:gd name="connsiteX1" fmla="*/ 5600 w 6343"/>
                  <a:gd name="connsiteY1" fmla="*/ 5578 h 6345"/>
                  <a:gd name="connsiteX2" fmla="*/ 6529 w 6343"/>
                  <a:gd name="connsiteY2" fmla="*/ 3335 h 6345"/>
                  <a:gd name="connsiteX3" fmla="*/ 5600 w 6343"/>
                  <a:gd name="connsiteY3" fmla="*/ 1091 h 6345"/>
                  <a:gd name="connsiteX4" fmla="*/ 3357 w 6343"/>
                  <a:gd name="connsiteY4" fmla="*/ 162 h 6345"/>
                  <a:gd name="connsiteX5" fmla="*/ 1115 w 6343"/>
                  <a:gd name="connsiteY5" fmla="*/ 1091 h 6345"/>
                  <a:gd name="connsiteX6" fmla="*/ 186 w 6343"/>
                  <a:gd name="connsiteY6" fmla="*/ 3335 h 6345"/>
                  <a:gd name="connsiteX7" fmla="*/ 1115 w 6343"/>
                  <a:gd name="connsiteY7" fmla="*/ 5578 h 6345"/>
                  <a:gd name="connsiteX8" fmla="*/ 3357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08"/>
                    </a:moveTo>
                    <a:cubicBezTo>
                      <a:pt x="4198" y="6508"/>
                      <a:pt x="5005" y="6173"/>
                      <a:pt x="5600" y="5578"/>
                    </a:cubicBezTo>
                    <a:cubicBezTo>
                      <a:pt x="6195" y="4983"/>
                      <a:pt x="6529" y="4176"/>
                      <a:pt x="6529" y="3335"/>
                    </a:cubicBezTo>
                    <a:cubicBezTo>
                      <a:pt x="6529" y="2493"/>
                      <a:pt x="6195" y="1686"/>
                      <a:pt x="5600" y="1091"/>
                    </a:cubicBezTo>
                    <a:cubicBezTo>
                      <a:pt x="5005" y="496"/>
                      <a:pt x="4198" y="162"/>
                      <a:pt x="3357" y="162"/>
                    </a:cubicBezTo>
                    <a:cubicBezTo>
                      <a:pt x="2516" y="162"/>
                      <a:pt x="1709" y="496"/>
                      <a:pt x="1115" y="1091"/>
                    </a:cubicBezTo>
                    <a:cubicBezTo>
                      <a:pt x="520" y="1686"/>
                      <a:pt x="186" y="2493"/>
                      <a:pt x="186" y="3335"/>
                    </a:cubicBezTo>
                    <a:cubicBezTo>
                      <a:pt x="186" y="4176"/>
                      <a:pt x="520" y="4983"/>
                      <a:pt x="1115" y="5578"/>
                    </a:cubicBezTo>
                    <a:cubicBezTo>
                      <a:pt x="1709" y="6173"/>
                      <a:pt x="2516" y="6508"/>
                      <a:pt x="3357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13" name="Freeform: Shape 11812">
                <a:extLst>
                  <a:ext uri="{FF2B5EF4-FFF2-40B4-BE49-F238E27FC236}">
                    <a16:creationId xmlns:a16="http://schemas.microsoft.com/office/drawing/2014/main" id="{8C973BB1-F298-6D58-AD38-B426709F7FC8}"/>
                  </a:ext>
                </a:extLst>
              </p:cNvPr>
              <p:cNvSpPr/>
              <p:nvPr/>
            </p:nvSpPr>
            <p:spPr>
              <a:xfrm>
                <a:off x="8763999" y="5532759"/>
                <a:ext cx="6343" cy="6345"/>
              </a:xfrm>
              <a:custGeom>
                <a:avLst/>
                <a:gdLst>
                  <a:gd name="connsiteX0" fmla="*/ 3357 w 6343"/>
                  <a:gd name="connsiteY0" fmla="*/ 6507 h 6345"/>
                  <a:gd name="connsiteX1" fmla="*/ 5600 w 6343"/>
                  <a:gd name="connsiteY1" fmla="*/ 5578 h 6345"/>
                  <a:gd name="connsiteX2" fmla="*/ 6529 w 6343"/>
                  <a:gd name="connsiteY2" fmla="*/ 3334 h 6345"/>
                  <a:gd name="connsiteX3" fmla="*/ 5600 w 6343"/>
                  <a:gd name="connsiteY3" fmla="*/ 1091 h 6345"/>
                  <a:gd name="connsiteX4" fmla="*/ 3357 w 6343"/>
                  <a:gd name="connsiteY4" fmla="*/ 162 h 6345"/>
                  <a:gd name="connsiteX5" fmla="*/ 1115 w 6343"/>
                  <a:gd name="connsiteY5" fmla="*/ 1091 h 6345"/>
                  <a:gd name="connsiteX6" fmla="*/ 186 w 6343"/>
                  <a:gd name="connsiteY6" fmla="*/ 3334 h 6345"/>
                  <a:gd name="connsiteX7" fmla="*/ 1115 w 6343"/>
                  <a:gd name="connsiteY7" fmla="*/ 5578 h 6345"/>
                  <a:gd name="connsiteX8" fmla="*/ 335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07"/>
                    </a:moveTo>
                    <a:cubicBezTo>
                      <a:pt x="4198" y="6507"/>
                      <a:pt x="5005" y="6173"/>
                      <a:pt x="5600" y="5578"/>
                    </a:cubicBezTo>
                    <a:cubicBezTo>
                      <a:pt x="6195" y="4983"/>
                      <a:pt x="6529" y="4176"/>
                      <a:pt x="6529" y="3334"/>
                    </a:cubicBezTo>
                    <a:cubicBezTo>
                      <a:pt x="6529" y="2493"/>
                      <a:pt x="6195" y="1686"/>
                      <a:pt x="5600" y="1091"/>
                    </a:cubicBezTo>
                    <a:cubicBezTo>
                      <a:pt x="5005" y="496"/>
                      <a:pt x="4198" y="162"/>
                      <a:pt x="3357" y="162"/>
                    </a:cubicBezTo>
                    <a:cubicBezTo>
                      <a:pt x="2516" y="162"/>
                      <a:pt x="1709" y="496"/>
                      <a:pt x="1115" y="1091"/>
                    </a:cubicBezTo>
                    <a:cubicBezTo>
                      <a:pt x="520" y="1686"/>
                      <a:pt x="186" y="2493"/>
                      <a:pt x="186" y="3334"/>
                    </a:cubicBezTo>
                    <a:cubicBezTo>
                      <a:pt x="186" y="4176"/>
                      <a:pt x="520" y="4983"/>
                      <a:pt x="1115" y="5578"/>
                    </a:cubicBezTo>
                    <a:cubicBezTo>
                      <a:pt x="1709" y="6173"/>
                      <a:pt x="2516" y="6507"/>
                      <a:pt x="335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14" name="Freeform: Shape 11813">
                <a:extLst>
                  <a:ext uri="{FF2B5EF4-FFF2-40B4-BE49-F238E27FC236}">
                    <a16:creationId xmlns:a16="http://schemas.microsoft.com/office/drawing/2014/main" id="{76881113-8B22-0835-18D0-49F538CD1EE3}"/>
                  </a:ext>
                </a:extLst>
              </p:cNvPr>
              <p:cNvSpPr/>
              <p:nvPr/>
            </p:nvSpPr>
            <p:spPr>
              <a:xfrm>
                <a:off x="8756033" y="5530818"/>
                <a:ext cx="6343" cy="6345"/>
              </a:xfrm>
              <a:custGeom>
                <a:avLst/>
                <a:gdLst>
                  <a:gd name="connsiteX0" fmla="*/ 3357 w 6343"/>
                  <a:gd name="connsiteY0" fmla="*/ 6507 h 6345"/>
                  <a:gd name="connsiteX1" fmla="*/ 5599 w 6343"/>
                  <a:gd name="connsiteY1" fmla="*/ 5578 h 6345"/>
                  <a:gd name="connsiteX2" fmla="*/ 6528 w 6343"/>
                  <a:gd name="connsiteY2" fmla="*/ 3334 h 6345"/>
                  <a:gd name="connsiteX3" fmla="*/ 5599 w 6343"/>
                  <a:gd name="connsiteY3" fmla="*/ 1091 h 6345"/>
                  <a:gd name="connsiteX4" fmla="*/ 3357 w 6343"/>
                  <a:gd name="connsiteY4" fmla="*/ 162 h 6345"/>
                  <a:gd name="connsiteX5" fmla="*/ 1114 w 6343"/>
                  <a:gd name="connsiteY5" fmla="*/ 1091 h 6345"/>
                  <a:gd name="connsiteX6" fmla="*/ 185 w 6343"/>
                  <a:gd name="connsiteY6" fmla="*/ 3334 h 6345"/>
                  <a:gd name="connsiteX7" fmla="*/ 1114 w 6343"/>
                  <a:gd name="connsiteY7" fmla="*/ 5578 h 6345"/>
                  <a:gd name="connsiteX8" fmla="*/ 335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07"/>
                    </a:moveTo>
                    <a:cubicBezTo>
                      <a:pt x="4198" y="6507"/>
                      <a:pt x="5004" y="6173"/>
                      <a:pt x="5599" y="5578"/>
                    </a:cubicBezTo>
                    <a:cubicBezTo>
                      <a:pt x="6194" y="4983"/>
                      <a:pt x="6528" y="4176"/>
                      <a:pt x="6528" y="3334"/>
                    </a:cubicBezTo>
                    <a:cubicBezTo>
                      <a:pt x="6528" y="2493"/>
                      <a:pt x="6194" y="1686"/>
                      <a:pt x="5599" y="1091"/>
                    </a:cubicBezTo>
                    <a:cubicBezTo>
                      <a:pt x="5004" y="496"/>
                      <a:pt x="4198" y="162"/>
                      <a:pt x="3357" y="162"/>
                    </a:cubicBezTo>
                    <a:cubicBezTo>
                      <a:pt x="2515" y="162"/>
                      <a:pt x="1709" y="496"/>
                      <a:pt x="1114" y="1091"/>
                    </a:cubicBezTo>
                    <a:cubicBezTo>
                      <a:pt x="519" y="1686"/>
                      <a:pt x="185" y="2493"/>
                      <a:pt x="185" y="3334"/>
                    </a:cubicBezTo>
                    <a:cubicBezTo>
                      <a:pt x="185" y="4176"/>
                      <a:pt x="519" y="4983"/>
                      <a:pt x="1114" y="5578"/>
                    </a:cubicBezTo>
                    <a:cubicBezTo>
                      <a:pt x="1709" y="6173"/>
                      <a:pt x="2515" y="6507"/>
                      <a:pt x="335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15" name="Freeform: Shape 11814">
                <a:extLst>
                  <a:ext uri="{FF2B5EF4-FFF2-40B4-BE49-F238E27FC236}">
                    <a16:creationId xmlns:a16="http://schemas.microsoft.com/office/drawing/2014/main" id="{27041EFE-8990-14EF-D91A-250606C1CE05}"/>
                  </a:ext>
                </a:extLst>
              </p:cNvPr>
              <p:cNvSpPr/>
              <p:nvPr/>
            </p:nvSpPr>
            <p:spPr>
              <a:xfrm>
                <a:off x="8756136" y="5526069"/>
                <a:ext cx="6343" cy="6345"/>
              </a:xfrm>
              <a:custGeom>
                <a:avLst/>
                <a:gdLst>
                  <a:gd name="connsiteX0" fmla="*/ 3357 w 6343"/>
                  <a:gd name="connsiteY0" fmla="*/ 6507 h 6345"/>
                  <a:gd name="connsiteX1" fmla="*/ 5599 w 6343"/>
                  <a:gd name="connsiteY1" fmla="*/ 5577 h 6345"/>
                  <a:gd name="connsiteX2" fmla="*/ 6528 w 6343"/>
                  <a:gd name="connsiteY2" fmla="*/ 3334 h 6345"/>
                  <a:gd name="connsiteX3" fmla="*/ 5599 w 6343"/>
                  <a:gd name="connsiteY3" fmla="*/ 1091 h 6345"/>
                  <a:gd name="connsiteX4" fmla="*/ 3357 w 6343"/>
                  <a:gd name="connsiteY4" fmla="*/ 161 h 6345"/>
                  <a:gd name="connsiteX5" fmla="*/ 1114 w 6343"/>
                  <a:gd name="connsiteY5" fmla="*/ 1091 h 6345"/>
                  <a:gd name="connsiteX6" fmla="*/ 185 w 6343"/>
                  <a:gd name="connsiteY6" fmla="*/ 3334 h 6345"/>
                  <a:gd name="connsiteX7" fmla="*/ 1114 w 6343"/>
                  <a:gd name="connsiteY7" fmla="*/ 5577 h 6345"/>
                  <a:gd name="connsiteX8" fmla="*/ 335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07"/>
                    </a:moveTo>
                    <a:cubicBezTo>
                      <a:pt x="4198" y="6507"/>
                      <a:pt x="5004" y="6172"/>
                      <a:pt x="5599" y="5577"/>
                    </a:cubicBezTo>
                    <a:cubicBezTo>
                      <a:pt x="6194" y="4982"/>
                      <a:pt x="6528" y="4175"/>
                      <a:pt x="6528" y="3334"/>
                    </a:cubicBezTo>
                    <a:cubicBezTo>
                      <a:pt x="6528" y="2493"/>
                      <a:pt x="6194" y="1685"/>
                      <a:pt x="5599" y="1091"/>
                    </a:cubicBezTo>
                    <a:cubicBezTo>
                      <a:pt x="5004" y="496"/>
                      <a:pt x="4198" y="161"/>
                      <a:pt x="3357" y="161"/>
                    </a:cubicBezTo>
                    <a:cubicBezTo>
                      <a:pt x="2515" y="161"/>
                      <a:pt x="1709" y="496"/>
                      <a:pt x="1114" y="1091"/>
                    </a:cubicBezTo>
                    <a:cubicBezTo>
                      <a:pt x="519" y="1685"/>
                      <a:pt x="185" y="2493"/>
                      <a:pt x="185" y="3334"/>
                    </a:cubicBezTo>
                    <a:cubicBezTo>
                      <a:pt x="185" y="4175"/>
                      <a:pt x="519" y="4982"/>
                      <a:pt x="1114" y="5577"/>
                    </a:cubicBezTo>
                    <a:cubicBezTo>
                      <a:pt x="1709" y="6172"/>
                      <a:pt x="2515" y="6507"/>
                      <a:pt x="335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16" name="Freeform: Shape 11815">
                <a:extLst>
                  <a:ext uri="{FF2B5EF4-FFF2-40B4-BE49-F238E27FC236}">
                    <a16:creationId xmlns:a16="http://schemas.microsoft.com/office/drawing/2014/main" id="{2D705B04-0985-9CF7-C3ED-3A964E38EFA7}"/>
                  </a:ext>
                </a:extLst>
              </p:cNvPr>
              <p:cNvSpPr/>
              <p:nvPr/>
            </p:nvSpPr>
            <p:spPr>
              <a:xfrm>
                <a:off x="8755023" y="5521742"/>
                <a:ext cx="6343" cy="6345"/>
              </a:xfrm>
              <a:custGeom>
                <a:avLst/>
                <a:gdLst>
                  <a:gd name="connsiteX0" fmla="*/ 3356 w 6343"/>
                  <a:gd name="connsiteY0" fmla="*/ 6506 h 6345"/>
                  <a:gd name="connsiteX1" fmla="*/ 5599 w 6343"/>
                  <a:gd name="connsiteY1" fmla="*/ 5577 h 6345"/>
                  <a:gd name="connsiteX2" fmla="*/ 6528 w 6343"/>
                  <a:gd name="connsiteY2" fmla="*/ 3334 h 6345"/>
                  <a:gd name="connsiteX3" fmla="*/ 5599 w 6343"/>
                  <a:gd name="connsiteY3" fmla="*/ 1090 h 6345"/>
                  <a:gd name="connsiteX4" fmla="*/ 3356 w 6343"/>
                  <a:gd name="connsiteY4" fmla="*/ 161 h 6345"/>
                  <a:gd name="connsiteX5" fmla="*/ 1114 w 6343"/>
                  <a:gd name="connsiteY5" fmla="*/ 1090 h 6345"/>
                  <a:gd name="connsiteX6" fmla="*/ 185 w 6343"/>
                  <a:gd name="connsiteY6" fmla="*/ 3334 h 6345"/>
                  <a:gd name="connsiteX7" fmla="*/ 1114 w 6343"/>
                  <a:gd name="connsiteY7" fmla="*/ 5577 h 6345"/>
                  <a:gd name="connsiteX8" fmla="*/ 335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506"/>
                    </a:moveTo>
                    <a:cubicBezTo>
                      <a:pt x="4198" y="6506"/>
                      <a:pt x="5004" y="6172"/>
                      <a:pt x="5599" y="5577"/>
                    </a:cubicBezTo>
                    <a:cubicBezTo>
                      <a:pt x="6194" y="4982"/>
                      <a:pt x="6528" y="4175"/>
                      <a:pt x="6528" y="3334"/>
                    </a:cubicBezTo>
                    <a:cubicBezTo>
                      <a:pt x="6528" y="2492"/>
                      <a:pt x="6194" y="1685"/>
                      <a:pt x="5599" y="1090"/>
                    </a:cubicBezTo>
                    <a:cubicBezTo>
                      <a:pt x="5004" y="495"/>
                      <a:pt x="4198" y="161"/>
                      <a:pt x="3356" y="161"/>
                    </a:cubicBezTo>
                    <a:cubicBezTo>
                      <a:pt x="2515" y="161"/>
                      <a:pt x="1709" y="495"/>
                      <a:pt x="1114" y="1090"/>
                    </a:cubicBezTo>
                    <a:cubicBezTo>
                      <a:pt x="519" y="1685"/>
                      <a:pt x="185" y="2492"/>
                      <a:pt x="185" y="3334"/>
                    </a:cubicBezTo>
                    <a:cubicBezTo>
                      <a:pt x="185" y="4175"/>
                      <a:pt x="519" y="4982"/>
                      <a:pt x="1114" y="5577"/>
                    </a:cubicBezTo>
                    <a:cubicBezTo>
                      <a:pt x="1709" y="6172"/>
                      <a:pt x="2515" y="6506"/>
                      <a:pt x="335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17" name="Freeform: Shape 11816">
                <a:extLst>
                  <a:ext uri="{FF2B5EF4-FFF2-40B4-BE49-F238E27FC236}">
                    <a16:creationId xmlns:a16="http://schemas.microsoft.com/office/drawing/2014/main" id="{8F47BF17-3736-873B-3205-C896DD3157CA}"/>
                  </a:ext>
                </a:extLst>
              </p:cNvPr>
              <p:cNvSpPr/>
              <p:nvPr/>
            </p:nvSpPr>
            <p:spPr>
              <a:xfrm>
                <a:off x="8752924" y="5517737"/>
                <a:ext cx="6343" cy="6345"/>
              </a:xfrm>
              <a:custGeom>
                <a:avLst/>
                <a:gdLst>
                  <a:gd name="connsiteX0" fmla="*/ 3356 w 6343"/>
                  <a:gd name="connsiteY0" fmla="*/ 6506 h 6345"/>
                  <a:gd name="connsiteX1" fmla="*/ 5599 w 6343"/>
                  <a:gd name="connsiteY1" fmla="*/ 5577 h 6345"/>
                  <a:gd name="connsiteX2" fmla="*/ 6528 w 6343"/>
                  <a:gd name="connsiteY2" fmla="*/ 3333 h 6345"/>
                  <a:gd name="connsiteX3" fmla="*/ 5599 w 6343"/>
                  <a:gd name="connsiteY3" fmla="*/ 1090 h 6345"/>
                  <a:gd name="connsiteX4" fmla="*/ 3356 w 6343"/>
                  <a:gd name="connsiteY4" fmla="*/ 161 h 6345"/>
                  <a:gd name="connsiteX5" fmla="*/ 1114 w 6343"/>
                  <a:gd name="connsiteY5" fmla="*/ 1090 h 6345"/>
                  <a:gd name="connsiteX6" fmla="*/ 185 w 6343"/>
                  <a:gd name="connsiteY6" fmla="*/ 3333 h 6345"/>
                  <a:gd name="connsiteX7" fmla="*/ 1114 w 6343"/>
                  <a:gd name="connsiteY7" fmla="*/ 5577 h 6345"/>
                  <a:gd name="connsiteX8" fmla="*/ 335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506"/>
                    </a:moveTo>
                    <a:cubicBezTo>
                      <a:pt x="4197" y="6506"/>
                      <a:pt x="5004" y="6172"/>
                      <a:pt x="5599" y="5577"/>
                    </a:cubicBezTo>
                    <a:cubicBezTo>
                      <a:pt x="6194" y="4982"/>
                      <a:pt x="6528" y="4175"/>
                      <a:pt x="6528" y="3333"/>
                    </a:cubicBezTo>
                    <a:cubicBezTo>
                      <a:pt x="6528" y="2492"/>
                      <a:pt x="6194" y="1685"/>
                      <a:pt x="5599" y="1090"/>
                    </a:cubicBezTo>
                    <a:cubicBezTo>
                      <a:pt x="5004" y="495"/>
                      <a:pt x="4197" y="161"/>
                      <a:pt x="3356" y="161"/>
                    </a:cubicBezTo>
                    <a:cubicBezTo>
                      <a:pt x="2515" y="161"/>
                      <a:pt x="1708" y="495"/>
                      <a:pt x="1114" y="1090"/>
                    </a:cubicBezTo>
                    <a:cubicBezTo>
                      <a:pt x="519" y="1685"/>
                      <a:pt x="185" y="2492"/>
                      <a:pt x="185" y="3333"/>
                    </a:cubicBezTo>
                    <a:cubicBezTo>
                      <a:pt x="185" y="4175"/>
                      <a:pt x="519" y="4982"/>
                      <a:pt x="1114" y="5577"/>
                    </a:cubicBezTo>
                    <a:cubicBezTo>
                      <a:pt x="1708" y="6172"/>
                      <a:pt x="2515" y="6506"/>
                      <a:pt x="335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18" name="Freeform: Shape 11817">
                <a:extLst>
                  <a:ext uri="{FF2B5EF4-FFF2-40B4-BE49-F238E27FC236}">
                    <a16:creationId xmlns:a16="http://schemas.microsoft.com/office/drawing/2014/main" id="{8E88117C-2954-B98B-68B1-87EA7880CCCE}"/>
                  </a:ext>
                </a:extLst>
              </p:cNvPr>
              <p:cNvSpPr/>
              <p:nvPr/>
            </p:nvSpPr>
            <p:spPr>
              <a:xfrm>
                <a:off x="8751565" y="5513489"/>
                <a:ext cx="6343" cy="6345"/>
              </a:xfrm>
              <a:custGeom>
                <a:avLst/>
                <a:gdLst>
                  <a:gd name="connsiteX0" fmla="*/ 3356 w 6343"/>
                  <a:gd name="connsiteY0" fmla="*/ 6506 h 6345"/>
                  <a:gd name="connsiteX1" fmla="*/ 5599 w 6343"/>
                  <a:gd name="connsiteY1" fmla="*/ 5576 h 6345"/>
                  <a:gd name="connsiteX2" fmla="*/ 6528 w 6343"/>
                  <a:gd name="connsiteY2" fmla="*/ 3333 h 6345"/>
                  <a:gd name="connsiteX3" fmla="*/ 5599 w 6343"/>
                  <a:gd name="connsiteY3" fmla="*/ 1090 h 6345"/>
                  <a:gd name="connsiteX4" fmla="*/ 3356 w 6343"/>
                  <a:gd name="connsiteY4" fmla="*/ 160 h 6345"/>
                  <a:gd name="connsiteX5" fmla="*/ 1114 w 6343"/>
                  <a:gd name="connsiteY5" fmla="*/ 1090 h 6345"/>
                  <a:gd name="connsiteX6" fmla="*/ 185 w 6343"/>
                  <a:gd name="connsiteY6" fmla="*/ 3333 h 6345"/>
                  <a:gd name="connsiteX7" fmla="*/ 1114 w 6343"/>
                  <a:gd name="connsiteY7" fmla="*/ 5576 h 6345"/>
                  <a:gd name="connsiteX8" fmla="*/ 335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506"/>
                    </a:moveTo>
                    <a:cubicBezTo>
                      <a:pt x="4197" y="6506"/>
                      <a:pt x="5004" y="6171"/>
                      <a:pt x="5599" y="5576"/>
                    </a:cubicBezTo>
                    <a:cubicBezTo>
                      <a:pt x="6194" y="4981"/>
                      <a:pt x="6528" y="4174"/>
                      <a:pt x="6528" y="3333"/>
                    </a:cubicBezTo>
                    <a:cubicBezTo>
                      <a:pt x="6528" y="2492"/>
                      <a:pt x="6194" y="1685"/>
                      <a:pt x="5599" y="1090"/>
                    </a:cubicBezTo>
                    <a:cubicBezTo>
                      <a:pt x="5004" y="495"/>
                      <a:pt x="4197" y="160"/>
                      <a:pt x="3356" y="160"/>
                    </a:cubicBezTo>
                    <a:cubicBezTo>
                      <a:pt x="2515" y="160"/>
                      <a:pt x="1708" y="495"/>
                      <a:pt x="1114" y="1090"/>
                    </a:cubicBezTo>
                    <a:cubicBezTo>
                      <a:pt x="519" y="1685"/>
                      <a:pt x="185" y="2492"/>
                      <a:pt x="185" y="3333"/>
                    </a:cubicBezTo>
                    <a:cubicBezTo>
                      <a:pt x="185" y="4174"/>
                      <a:pt x="519" y="4981"/>
                      <a:pt x="1114" y="5576"/>
                    </a:cubicBezTo>
                    <a:cubicBezTo>
                      <a:pt x="1708" y="6171"/>
                      <a:pt x="2515" y="6506"/>
                      <a:pt x="335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19" name="Freeform: Shape 11818">
                <a:extLst>
                  <a:ext uri="{FF2B5EF4-FFF2-40B4-BE49-F238E27FC236}">
                    <a16:creationId xmlns:a16="http://schemas.microsoft.com/office/drawing/2014/main" id="{1D3AF4DF-58C3-C7C7-583B-0A476D9FC17D}"/>
                  </a:ext>
                </a:extLst>
              </p:cNvPr>
              <p:cNvSpPr/>
              <p:nvPr/>
            </p:nvSpPr>
            <p:spPr>
              <a:xfrm>
                <a:off x="8748078" y="5509900"/>
                <a:ext cx="6343" cy="6345"/>
              </a:xfrm>
              <a:custGeom>
                <a:avLst/>
                <a:gdLst>
                  <a:gd name="connsiteX0" fmla="*/ 3356 w 6343"/>
                  <a:gd name="connsiteY0" fmla="*/ 6505 h 6345"/>
                  <a:gd name="connsiteX1" fmla="*/ 5599 w 6343"/>
                  <a:gd name="connsiteY1" fmla="*/ 5576 h 6345"/>
                  <a:gd name="connsiteX2" fmla="*/ 6527 w 6343"/>
                  <a:gd name="connsiteY2" fmla="*/ 3333 h 6345"/>
                  <a:gd name="connsiteX3" fmla="*/ 5599 w 6343"/>
                  <a:gd name="connsiteY3" fmla="*/ 1089 h 6345"/>
                  <a:gd name="connsiteX4" fmla="*/ 3356 w 6343"/>
                  <a:gd name="connsiteY4" fmla="*/ 160 h 6345"/>
                  <a:gd name="connsiteX5" fmla="*/ 1113 w 6343"/>
                  <a:gd name="connsiteY5" fmla="*/ 1089 h 6345"/>
                  <a:gd name="connsiteX6" fmla="*/ 184 w 6343"/>
                  <a:gd name="connsiteY6" fmla="*/ 3333 h 6345"/>
                  <a:gd name="connsiteX7" fmla="*/ 1113 w 6343"/>
                  <a:gd name="connsiteY7" fmla="*/ 5576 h 6345"/>
                  <a:gd name="connsiteX8" fmla="*/ 3356 w 6343"/>
                  <a:gd name="connsiteY8" fmla="*/ 650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505"/>
                    </a:moveTo>
                    <a:cubicBezTo>
                      <a:pt x="4197" y="6505"/>
                      <a:pt x="5004" y="6171"/>
                      <a:pt x="5599" y="5576"/>
                    </a:cubicBezTo>
                    <a:cubicBezTo>
                      <a:pt x="6193" y="4981"/>
                      <a:pt x="6527" y="4174"/>
                      <a:pt x="6527" y="3333"/>
                    </a:cubicBezTo>
                    <a:cubicBezTo>
                      <a:pt x="6527" y="2491"/>
                      <a:pt x="6193" y="1684"/>
                      <a:pt x="5599" y="1089"/>
                    </a:cubicBezTo>
                    <a:cubicBezTo>
                      <a:pt x="5004" y="494"/>
                      <a:pt x="4197" y="160"/>
                      <a:pt x="3356" y="160"/>
                    </a:cubicBezTo>
                    <a:cubicBezTo>
                      <a:pt x="2515" y="160"/>
                      <a:pt x="1708" y="494"/>
                      <a:pt x="1113" y="1089"/>
                    </a:cubicBezTo>
                    <a:cubicBezTo>
                      <a:pt x="519" y="1684"/>
                      <a:pt x="184" y="2491"/>
                      <a:pt x="184" y="3333"/>
                    </a:cubicBezTo>
                    <a:cubicBezTo>
                      <a:pt x="184" y="4174"/>
                      <a:pt x="519" y="4981"/>
                      <a:pt x="1113" y="5576"/>
                    </a:cubicBezTo>
                    <a:cubicBezTo>
                      <a:pt x="1708" y="6171"/>
                      <a:pt x="2515" y="6505"/>
                      <a:pt x="3356" y="65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20" name="Freeform: Shape 11819">
                <a:extLst>
                  <a:ext uri="{FF2B5EF4-FFF2-40B4-BE49-F238E27FC236}">
                    <a16:creationId xmlns:a16="http://schemas.microsoft.com/office/drawing/2014/main" id="{94859AEB-6A77-6BE6-2A39-CF4E1F4D76F9}"/>
                  </a:ext>
                </a:extLst>
              </p:cNvPr>
              <p:cNvSpPr/>
              <p:nvPr/>
            </p:nvSpPr>
            <p:spPr>
              <a:xfrm>
                <a:off x="8684975" y="5524360"/>
                <a:ext cx="6343" cy="6345"/>
              </a:xfrm>
              <a:custGeom>
                <a:avLst/>
                <a:gdLst>
                  <a:gd name="connsiteX0" fmla="*/ 3351 w 6343"/>
                  <a:gd name="connsiteY0" fmla="*/ 6507 h 6345"/>
                  <a:gd name="connsiteX1" fmla="*/ 5594 w 6343"/>
                  <a:gd name="connsiteY1" fmla="*/ 5577 h 6345"/>
                  <a:gd name="connsiteX2" fmla="*/ 6523 w 6343"/>
                  <a:gd name="connsiteY2" fmla="*/ 3334 h 6345"/>
                  <a:gd name="connsiteX3" fmla="*/ 5594 w 6343"/>
                  <a:gd name="connsiteY3" fmla="*/ 1090 h 6345"/>
                  <a:gd name="connsiteX4" fmla="*/ 3351 w 6343"/>
                  <a:gd name="connsiteY4" fmla="*/ 161 h 6345"/>
                  <a:gd name="connsiteX5" fmla="*/ 1108 w 6343"/>
                  <a:gd name="connsiteY5" fmla="*/ 1090 h 6345"/>
                  <a:gd name="connsiteX6" fmla="*/ 179 w 6343"/>
                  <a:gd name="connsiteY6" fmla="*/ 3334 h 6345"/>
                  <a:gd name="connsiteX7" fmla="*/ 1108 w 6343"/>
                  <a:gd name="connsiteY7" fmla="*/ 5577 h 6345"/>
                  <a:gd name="connsiteX8" fmla="*/ 335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507"/>
                    </a:moveTo>
                    <a:cubicBezTo>
                      <a:pt x="4192" y="6507"/>
                      <a:pt x="4999" y="6172"/>
                      <a:pt x="5594" y="5577"/>
                    </a:cubicBezTo>
                    <a:cubicBezTo>
                      <a:pt x="6188" y="4982"/>
                      <a:pt x="6523" y="4175"/>
                      <a:pt x="6523" y="3334"/>
                    </a:cubicBezTo>
                    <a:cubicBezTo>
                      <a:pt x="6523" y="2492"/>
                      <a:pt x="6188" y="1685"/>
                      <a:pt x="5594" y="1090"/>
                    </a:cubicBezTo>
                    <a:cubicBezTo>
                      <a:pt x="4999" y="495"/>
                      <a:pt x="4192" y="161"/>
                      <a:pt x="3351" y="161"/>
                    </a:cubicBezTo>
                    <a:cubicBezTo>
                      <a:pt x="2510" y="161"/>
                      <a:pt x="1703" y="495"/>
                      <a:pt x="1108" y="1090"/>
                    </a:cubicBezTo>
                    <a:cubicBezTo>
                      <a:pt x="514" y="1685"/>
                      <a:pt x="179" y="2492"/>
                      <a:pt x="179" y="3334"/>
                    </a:cubicBezTo>
                    <a:cubicBezTo>
                      <a:pt x="179" y="4175"/>
                      <a:pt x="514" y="4982"/>
                      <a:pt x="1108" y="5577"/>
                    </a:cubicBezTo>
                    <a:cubicBezTo>
                      <a:pt x="1703" y="6172"/>
                      <a:pt x="2510" y="6507"/>
                      <a:pt x="335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21" name="Freeform: Shape 11820">
                <a:extLst>
                  <a:ext uri="{FF2B5EF4-FFF2-40B4-BE49-F238E27FC236}">
                    <a16:creationId xmlns:a16="http://schemas.microsoft.com/office/drawing/2014/main" id="{AE72DD04-666B-A1E6-0B93-2A2533424E70}"/>
                  </a:ext>
                </a:extLst>
              </p:cNvPr>
              <p:cNvSpPr/>
              <p:nvPr/>
            </p:nvSpPr>
            <p:spPr>
              <a:xfrm>
                <a:off x="8668925" y="5524039"/>
                <a:ext cx="6343" cy="6345"/>
              </a:xfrm>
              <a:custGeom>
                <a:avLst/>
                <a:gdLst>
                  <a:gd name="connsiteX0" fmla="*/ 3350 w 6343"/>
                  <a:gd name="connsiteY0" fmla="*/ 6507 h 6345"/>
                  <a:gd name="connsiteX1" fmla="*/ 5592 w 6343"/>
                  <a:gd name="connsiteY1" fmla="*/ 5577 h 6345"/>
                  <a:gd name="connsiteX2" fmla="*/ 6521 w 6343"/>
                  <a:gd name="connsiteY2" fmla="*/ 3334 h 6345"/>
                  <a:gd name="connsiteX3" fmla="*/ 5592 w 6343"/>
                  <a:gd name="connsiteY3" fmla="*/ 1090 h 6345"/>
                  <a:gd name="connsiteX4" fmla="*/ 3350 w 6343"/>
                  <a:gd name="connsiteY4" fmla="*/ 161 h 6345"/>
                  <a:gd name="connsiteX5" fmla="*/ 1107 w 6343"/>
                  <a:gd name="connsiteY5" fmla="*/ 1090 h 6345"/>
                  <a:gd name="connsiteX6" fmla="*/ 178 w 6343"/>
                  <a:gd name="connsiteY6" fmla="*/ 3334 h 6345"/>
                  <a:gd name="connsiteX7" fmla="*/ 1107 w 6343"/>
                  <a:gd name="connsiteY7" fmla="*/ 5577 h 6345"/>
                  <a:gd name="connsiteX8" fmla="*/ 335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07"/>
                    </a:moveTo>
                    <a:cubicBezTo>
                      <a:pt x="4191" y="6507"/>
                      <a:pt x="4998" y="6172"/>
                      <a:pt x="5592" y="5577"/>
                    </a:cubicBezTo>
                    <a:cubicBezTo>
                      <a:pt x="6187" y="4982"/>
                      <a:pt x="6521" y="4175"/>
                      <a:pt x="6521" y="3334"/>
                    </a:cubicBezTo>
                    <a:cubicBezTo>
                      <a:pt x="6521" y="2492"/>
                      <a:pt x="6187" y="1685"/>
                      <a:pt x="5592" y="1090"/>
                    </a:cubicBezTo>
                    <a:cubicBezTo>
                      <a:pt x="4998" y="495"/>
                      <a:pt x="4191" y="161"/>
                      <a:pt x="3350" y="161"/>
                    </a:cubicBezTo>
                    <a:cubicBezTo>
                      <a:pt x="2509" y="161"/>
                      <a:pt x="1702" y="495"/>
                      <a:pt x="1107" y="1090"/>
                    </a:cubicBezTo>
                    <a:cubicBezTo>
                      <a:pt x="512" y="1685"/>
                      <a:pt x="178" y="2492"/>
                      <a:pt x="178" y="3334"/>
                    </a:cubicBezTo>
                    <a:cubicBezTo>
                      <a:pt x="178" y="4175"/>
                      <a:pt x="512" y="4982"/>
                      <a:pt x="1107" y="5577"/>
                    </a:cubicBezTo>
                    <a:cubicBezTo>
                      <a:pt x="1702" y="6172"/>
                      <a:pt x="2509" y="6507"/>
                      <a:pt x="335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22" name="Freeform: Shape 11821">
                <a:extLst>
                  <a:ext uri="{FF2B5EF4-FFF2-40B4-BE49-F238E27FC236}">
                    <a16:creationId xmlns:a16="http://schemas.microsoft.com/office/drawing/2014/main" id="{865E3354-A641-4B1E-BE85-B46E0ACA5789}"/>
                  </a:ext>
                </a:extLst>
              </p:cNvPr>
              <p:cNvSpPr/>
              <p:nvPr/>
            </p:nvSpPr>
            <p:spPr>
              <a:xfrm>
                <a:off x="8649423" y="5524523"/>
                <a:ext cx="6343" cy="6345"/>
              </a:xfrm>
              <a:custGeom>
                <a:avLst/>
                <a:gdLst>
                  <a:gd name="connsiteX0" fmla="*/ 3348 w 6343"/>
                  <a:gd name="connsiteY0" fmla="*/ 6507 h 6345"/>
                  <a:gd name="connsiteX1" fmla="*/ 5591 w 6343"/>
                  <a:gd name="connsiteY1" fmla="*/ 5577 h 6345"/>
                  <a:gd name="connsiteX2" fmla="*/ 6520 w 6343"/>
                  <a:gd name="connsiteY2" fmla="*/ 3334 h 6345"/>
                  <a:gd name="connsiteX3" fmla="*/ 5591 w 6343"/>
                  <a:gd name="connsiteY3" fmla="*/ 1090 h 6345"/>
                  <a:gd name="connsiteX4" fmla="*/ 3348 w 6343"/>
                  <a:gd name="connsiteY4" fmla="*/ 161 h 6345"/>
                  <a:gd name="connsiteX5" fmla="*/ 1106 w 6343"/>
                  <a:gd name="connsiteY5" fmla="*/ 1090 h 6345"/>
                  <a:gd name="connsiteX6" fmla="*/ 177 w 6343"/>
                  <a:gd name="connsiteY6" fmla="*/ 3334 h 6345"/>
                  <a:gd name="connsiteX7" fmla="*/ 1106 w 6343"/>
                  <a:gd name="connsiteY7" fmla="*/ 5577 h 6345"/>
                  <a:gd name="connsiteX8" fmla="*/ 334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8" y="6507"/>
                    </a:moveTo>
                    <a:cubicBezTo>
                      <a:pt x="4189" y="6507"/>
                      <a:pt x="4996" y="6172"/>
                      <a:pt x="5591" y="5577"/>
                    </a:cubicBezTo>
                    <a:cubicBezTo>
                      <a:pt x="6186" y="4982"/>
                      <a:pt x="6520" y="4175"/>
                      <a:pt x="6520" y="3334"/>
                    </a:cubicBezTo>
                    <a:cubicBezTo>
                      <a:pt x="6520" y="2492"/>
                      <a:pt x="6186" y="1685"/>
                      <a:pt x="5591" y="1090"/>
                    </a:cubicBezTo>
                    <a:cubicBezTo>
                      <a:pt x="4996" y="495"/>
                      <a:pt x="4189" y="161"/>
                      <a:pt x="3348" y="161"/>
                    </a:cubicBezTo>
                    <a:cubicBezTo>
                      <a:pt x="2507" y="161"/>
                      <a:pt x="1700" y="495"/>
                      <a:pt x="1106" y="1090"/>
                    </a:cubicBezTo>
                    <a:cubicBezTo>
                      <a:pt x="511" y="1685"/>
                      <a:pt x="177" y="2492"/>
                      <a:pt x="177" y="3334"/>
                    </a:cubicBezTo>
                    <a:cubicBezTo>
                      <a:pt x="177" y="4175"/>
                      <a:pt x="511" y="4982"/>
                      <a:pt x="1106" y="5577"/>
                    </a:cubicBezTo>
                    <a:cubicBezTo>
                      <a:pt x="1700" y="6172"/>
                      <a:pt x="2507" y="6507"/>
                      <a:pt x="334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23" name="Freeform: Shape 11822">
                <a:extLst>
                  <a:ext uri="{FF2B5EF4-FFF2-40B4-BE49-F238E27FC236}">
                    <a16:creationId xmlns:a16="http://schemas.microsoft.com/office/drawing/2014/main" id="{671D9FFC-85D4-AFFB-8473-A81E19CFA9E5}"/>
                  </a:ext>
                </a:extLst>
              </p:cNvPr>
              <p:cNvSpPr/>
              <p:nvPr/>
            </p:nvSpPr>
            <p:spPr>
              <a:xfrm>
                <a:off x="8630308" y="5524657"/>
                <a:ext cx="6343" cy="6345"/>
              </a:xfrm>
              <a:custGeom>
                <a:avLst/>
                <a:gdLst>
                  <a:gd name="connsiteX0" fmla="*/ 3347 w 6343"/>
                  <a:gd name="connsiteY0" fmla="*/ 6507 h 6345"/>
                  <a:gd name="connsiteX1" fmla="*/ 5589 w 6343"/>
                  <a:gd name="connsiteY1" fmla="*/ 5577 h 6345"/>
                  <a:gd name="connsiteX2" fmla="*/ 6518 w 6343"/>
                  <a:gd name="connsiteY2" fmla="*/ 3334 h 6345"/>
                  <a:gd name="connsiteX3" fmla="*/ 5589 w 6343"/>
                  <a:gd name="connsiteY3" fmla="*/ 1090 h 6345"/>
                  <a:gd name="connsiteX4" fmla="*/ 3347 w 6343"/>
                  <a:gd name="connsiteY4" fmla="*/ 161 h 6345"/>
                  <a:gd name="connsiteX5" fmla="*/ 1104 w 6343"/>
                  <a:gd name="connsiteY5" fmla="*/ 1090 h 6345"/>
                  <a:gd name="connsiteX6" fmla="*/ 175 w 6343"/>
                  <a:gd name="connsiteY6" fmla="*/ 3334 h 6345"/>
                  <a:gd name="connsiteX7" fmla="*/ 1104 w 6343"/>
                  <a:gd name="connsiteY7" fmla="*/ 5577 h 6345"/>
                  <a:gd name="connsiteX8" fmla="*/ 334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7" y="6507"/>
                    </a:moveTo>
                    <a:cubicBezTo>
                      <a:pt x="4188" y="6507"/>
                      <a:pt x="4995" y="6172"/>
                      <a:pt x="5589" y="5577"/>
                    </a:cubicBezTo>
                    <a:cubicBezTo>
                      <a:pt x="6184" y="4982"/>
                      <a:pt x="6518" y="4175"/>
                      <a:pt x="6518" y="3334"/>
                    </a:cubicBezTo>
                    <a:cubicBezTo>
                      <a:pt x="6518" y="2492"/>
                      <a:pt x="6184" y="1685"/>
                      <a:pt x="5589" y="1090"/>
                    </a:cubicBezTo>
                    <a:cubicBezTo>
                      <a:pt x="4995" y="495"/>
                      <a:pt x="4188" y="161"/>
                      <a:pt x="3347" y="161"/>
                    </a:cubicBezTo>
                    <a:cubicBezTo>
                      <a:pt x="2506" y="161"/>
                      <a:pt x="1699" y="495"/>
                      <a:pt x="1104" y="1090"/>
                    </a:cubicBezTo>
                    <a:cubicBezTo>
                      <a:pt x="509" y="1685"/>
                      <a:pt x="175" y="2492"/>
                      <a:pt x="175" y="3334"/>
                    </a:cubicBezTo>
                    <a:cubicBezTo>
                      <a:pt x="175" y="4175"/>
                      <a:pt x="509" y="4982"/>
                      <a:pt x="1104" y="5577"/>
                    </a:cubicBezTo>
                    <a:cubicBezTo>
                      <a:pt x="1699" y="6172"/>
                      <a:pt x="2506" y="6507"/>
                      <a:pt x="334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24" name="Freeform: Shape 11823">
                <a:extLst>
                  <a:ext uri="{FF2B5EF4-FFF2-40B4-BE49-F238E27FC236}">
                    <a16:creationId xmlns:a16="http://schemas.microsoft.com/office/drawing/2014/main" id="{182EDA60-C9E0-B69C-90CC-F90F9EFA7A56}"/>
                  </a:ext>
                </a:extLst>
              </p:cNvPr>
              <p:cNvSpPr/>
              <p:nvPr/>
            </p:nvSpPr>
            <p:spPr>
              <a:xfrm>
                <a:off x="8624261" y="5520942"/>
                <a:ext cx="6343" cy="6345"/>
              </a:xfrm>
              <a:custGeom>
                <a:avLst/>
                <a:gdLst>
                  <a:gd name="connsiteX0" fmla="*/ 3346 w 6343"/>
                  <a:gd name="connsiteY0" fmla="*/ 6506 h 6345"/>
                  <a:gd name="connsiteX1" fmla="*/ 5589 w 6343"/>
                  <a:gd name="connsiteY1" fmla="*/ 5577 h 6345"/>
                  <a:gd name="connsiteX2" fmla="*/ 6518 w 6343"/>
                  <a:gd name="connsiteY2" fmla="*/ 3334 h 6345"/>
                  <a:gd name="connsiteX3" fmla="*/ 5589 w 6343"/>
                  <a:gd name="connsiteY3" fmla="*/ 1090 h 6345"/>
                  <a:gd name="connsiteX4" fmla="*/ 3346 w 6343"/>
                  <a:gd name="connsiteY4" fmla="*/ 161 h 6345"/>
                  <a:gd name="connsiteX5" fmla="*/ 1104 w 6343"/>
                  <a:gd name="connsiteY5" fmla="*/ 1090 h 6345"/>
                  <a:gd name="connsiteX6" fmla="*/ 175 w 6343"/>
                  <a:gd name="connsiteY6" fmla="*/ 3334 h 6345"/>
                  <a:gd name="connsiteX7" fmla="*/ 1104 w 6343"/>
                  <a:gd name="connsiteY7" fmla="*/ 5577 h 6345"/>
                  <a:gd name="connsiteX8" fmla="*/ 334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6" y="6506"/>
                    </a:moveTo>
                    <a:cubicBezTo>
                      <a:pt x="4187" y="6506"/>
                      <a:pt x="4994" y="6172"/>
                      <a:pt x="5589" y="5577"/>
                    </a:cubicBezTo>
                    <a:cubicBezTo>
                      <a:pt x="6184" y="4982"/>
                      <a:pt x="6518" y="4175"/>
                      <a:pt x="6518" y="3334"/>
                    </a:cubicBezTo>
                    <a:cubicBezTo>
                      <a:pt x="6518" y="2492"/>
                      <a:pt x="6184" y="1685"/>
                      <a:pt x="5589" y="1090"/>
                    </a:cubicBezTo>
                    <a:cubicBezTo>
                      <a:pt x="4994" y="495"/>
                      <a:pt x="4187" y="161"/>
                      <a:pt x="3346" y="161"/>
                    </a:cubicBezTo>
                    <a:cubicBezTo>
                      <a:pt x="2505" y="161"/>
                      <a:pt x="1698" y="495"/>
                      <a:pt x="1104" y="1090"/>
                    </a:cubicBezTo>
                    <a:cubicBezTo>
                      <a:pt x="509" y="1685"/>
                      <a:pt x="175" y="2492"/>
                      <a:pt x="175" y="3334"/>
                    </a:cubicBezTo>
                    <a:cubicBezTo>
                      <a:pt x="175" y="4175"/>
                      <a:pt x="509" y="4982"/>
                      <a:pt x="1104" y="5577"/>
                    </a:cubicBezTo>
                    <a:cubicBezTo>
                      <a:pt x="1698" y="6172"/>
                      <a:pt x="2505" y="6506"/>
                      <a:pt x="334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25" name="Freeform: Shape 11824">
                <a:extLst>
                  <a:ext uri="{FF2B5EF4-FFF2-40B4-BE49-F238E27FC236}">
                    <a16:creationId xmlns:a16="http://schemas.microsoft.com/office/drawing/2014/main" id="{7FB77CA5-D3AB-F7FD-0132-7990FC89DC31}"/>
                  </a:ext>
                </a:extLst>
              </p:cNvPr>
              <p:cNvSpPr/>
              <p:nvPr/>
            </p:nvSpPr>
            <p:spPr>
              <a:xfrm>
                <a:off x="8538060" y="5377577"/>
                <a:ext cx="6343" cy="6345"/>
              </a:xfrm>
              <a:custGeom>
                <a:avLst/>
                <a:gdLst>
                  <a:gd name="connsiteX0" fmla="*/ 3339 w 6343"/>
                  <a:gd name="connsiteY0" fmla="*/ 6495 h 6345"/>
                  <a:gd name="connsiteX1" fmla="*/ 5582 w 6343"/>
                  <a:gd name="connsiteY1" fmla="*/ 5566 h 6345"/>
                  <a:gd name="connsiteX2" fmla="*/ 6511 w 6343"/>
                  <a:gd name="connsiteY2" fmla="*/ 3322 h 6345"/>
                  <a:gd name="connsiteX3" fmla="*/ 5582 w 6343"/>
                  <a:gd name="connsiteY3" fmla="*/ 1079 h 6345"/>
                  <a:gd name="connsiteX4" fmla="*/ 3339 w 6343"/>
                  <a:gd name="connsiteY4" fmla="*/ 150 h 6345"/>
                  <a:gd name="connsiteX5" fmla="*/ 1097 w 6343"/>
                  <a:gd name="connsiteY5" fmla="*/ 1079 h 6345"/>
                  <a:gd name="connsiteX6" fmla="*/ 168 w 6343"/>
                  <a:gd name="connsiteY6" fmla="*/ 3322 h 6345"/>
                  <a:gd name="connsiteX7" fmla="*/ 1097 w 6343"/>
                  <a:gd name="connsiteY7" fmla="*/ 5566 h 6345"/>
                  <a:gd name="connsiteX8" fmla="*/ 3339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495"/>
                    </a:moveTo>
                    <a:cubicBezTo>
                      <a:pt x="4180" y="6495"/>
                      <a:pt x="4987" y="6161"/>
                      <a:pt x="5582" y="5566"/>
                    </a:cubicBezTo>
                    <a:cubicBezTo>
                      <a:pt x="6177" y="4971"/>
                      <a:pt x="6511" y="4164"/>
                      <a:pt x="6511" y="3322"/>
                    </a:cubicBezTo>
                    <a:cubicBezTo>
                      <a:pt x="6511" y="2481"/>
                      <a:pt x="6177" y="1674"/>
                      <a:pt x="5582" y="1079"/>
                    </a:cubicBezTo>
                    <a:cubicBezTo>
                      <a:pt x="4987" y="484"/>
                      <a:pt x="4180" y="150"/>
                      <a:pt x="3339" y="150"/>
                    </a:cubicBezTo>
                    <a:cubicBezTo>
                      <a:pt x="2498" y="150"/>
                      <a:pt x="1692" y="484"/>
                      <a:pt x="1097" y="1079"/>
                    </a:cubicBezTo>
                    <a:cubicBezTo>
                      <a:pt x="502" y="1674"/>
                      <a:pt x="168" y="2481"/>
                      <a:pt x="168" y="3322"/>
                    </a:cubicBezTo>
                    <a:cubicBezTo>
                      <a:pt x="168" y="4164"/>
                      <a:pt x="502" y="4971"/>
                      <a:pt x="1097" y="5566"/>
                    </a:cubicBezTo>
                    <a:cubicBezTo>
                      <a:pt x="1692" y="6161"/>
                      <a:pt x="2498" y="6495"/>
                      <a:pt x="3339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26" name="Freeform: Shape 11825">
                <a:extLst>
                  <a:ext uri="{FF2B5EF4-FFF2-40B4-BE49-F238E27FC236}">
                    <a16:creationId xmlns:a16="http://schemas.microsoft.com/office/drawing/2014/main" id="{181B7044-01E1-6A1A-BC39-58EAECB819CE}"/>
                  </a:ext>
                </a:extLst>
              </p:cNvPr>
              <p:cNvSpPr/>
              <p:nvPr/>
            </p:nvSpPr>
            <p:spPr>
              <a:xfrm>
                <a:off x="8536691" y="5372088"/>
                <a:ext cx="6343" cy="6345"/>
              </a:xfrm>
              <a:custGeom>
                <a:avLst/>
                <a:gdLst>
                  <a:gd name="connsiteX0" fmla="*/ 3339 w 6343"/>
                  <a:gd name="connsiteY0" fmla="*/ 6495 h 6345"/>
                  <a:gd name="connsiteX1" fmla="*/ 5582 w 6343"/>
                  <a:gd name="connsiteY1" fmla="*/ 5565 h 6345"/>
                  <a:gd name="connsiteX2" fmla="*/ 6511 w 6343"/>
                  <a:gd name="connsiteY2" fmla="*/ 3322 h 6345"/>
                  <a:gd name="connsiteX3" fmla="*/ 5582 w 6343"/>
                  <a:gd name="connsiteY3" fmla="*/ 1078 h 6345"/>
                  <a:gd name="connsiteX4" fmla="*/ 3339 w 6343"/>
                  <a:gd name="connsiteY4" fmla="*/ 149 h 6345"/>
                  <a:gd name="connsiteX5" fmla="*/ 1097 w 6343"/>
                  <a:gd name="connsiteY5" fmla="*/ 1078 h 6345"/>
                  <a:gd name="connsiteX6" fmla="*/ 168 w 6343"/>
                  <a:gd name="connsiteY6" fmla="*/ 3322 h 6345"/>
                  <a:gd name="connsiteX7" fmla="*/ 1097 w 6343"/>
                  <a:gd name="connsiteY7" fmla="*/ 5565 h 6345"/>
                  <a:gd name="connsiteX8" fmla="*/ 3339 w 6343"/>
                  <a:gd name="connsiteY8" fmla="*/ 649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9" y="6495"/>
                    </a:moveTo>
                    <a:cubicBezTo>
                      <a:pt x="4180" y="6495"/>
                      <a:pt x="4987" y="6160"/>
                      <a:pt x="5582" y="5565"/>
                    </a:cubicBezTo>
                    <a:cubicBezTo>
                      <a:pt x="6177" y="4970"/>
                      <a:pt x="6511" y="4163"/>
                      <a:pt x="6511" y="3322"/>
                    </a:cubicBezTo>
                    <a:cubicBezTo>
                      <a:pt x="6511" y="2480"/>
                      <a:pt x="6177" y="1673"/>
                      <a:pt x="5582" y="1078"/>
                    </a:cubicBezTo>
                    <a:cubicBezTo>
                      <a:pt x="4987" y="483"/>
                      <a:pt x="4180" y="149"/>
                      <a:pt x="3339" y="149"/>
                    </a:cubicBezTo>
                    <a:cubicBezTo>
                      <a:pt x="2498" y="149"/>
                      <a:pt x="1691" y="483"/>
                      <a:pt x="1097" y="1078"/>
                    </a:cubicBezTo>
                    <a:cubicBezTo>
                      <a:pt x="502" y="1673"/>
                      <a:pt x="168" y="2480"/>
                      <a:pt x="168" y="3322"/>
                    </a:cubicBezTo>
                    <a:cubicBezTo>
                      <a:pt x="168" y="4163"/>
                      <a:pt x="502" y="4970"/>
                      <a:pt x="1097" y="5565"/>
                    </a:cubicBezTo>
                    <a:cubicBezTo>
                      <a:pt x="1691" y="6160"/>
                      <a:pt x="2498" y="6495"/>
                      <a:pt x="3339" y="6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27" name="Freeform: Shape 11826">
                <a:extLst>
                  <a:ext uri="{FF2B5EF4-FFF2-40B4-BE49-F238E27FC236}">
                    <a16:creationId xmlns:a16="http://schemas.microsoft.com/office/drawing/2014/main" id="{905C13AF-F0C2-1010-3AE4-7157A69527A8}"/>
                  </a:ext>
                </a:extLst>
              </p:cNvPr>
              <p:cNvSpPr/>
              <p:nvPr/>
            </p:nvSpPr>
            <p:spPr>
              <a:xfrm>
                <a:off x="8483884" y="5346999"/>
                <a:ext cx="6343" cy="6345"/>
              </a:xfrm>
              <a:custGeom>
                <a:avLst/>
                <a:gdLst>
                  <a:gd name="connsiteX0" fmla="*/ 3335 w 6343"/>
                  <a:gd name="connsiteY0" fmla="*/ 6493 h 6345"/>
                  <a:gd name="connsiteX1" fmla="*/ 5578 w 6343"/>
                  <a:gd name="connsiteY1" fmla="*/ 5563 h 6345"/>
                  <a:gd name="connsiteX2" fmla="*/ 6507 w 6343"/>
                  <a:gd name="connsiteY2" fmla="*/ 3320 h 6345"/>
                  <a:gd name="connsiteX3" fmla="*/ 5578 w 6343"/>
                  <a:gd name="connsiteY3" fmla="*/ 1076 h 6345"/>
                  <a:gd name="connsiteX4" fmla="*/ 3335 w 6343"/>
                  <a:gd name="connsiteY4" fmla="*/ 147 h 6345"/>
                  <a:gd name="connsiteX5" fmla="*/ 1092 w 6343"/>
                  <a:gd name="connsiteY5" fmla="*/ 1076 h 6345"/>
                  <a:gd name="connsiteX6" fmla="*/ 164 w 6343"/>
                  <a:gd name="connsiteY6" fmla="*/ 3320 h 6345"/>
                  <a:gd name="connsiteX7" fmla="*/ 1092 w 6343"/>
                  <a:gd name="connsiteY7" fmla="*/ 5563 h 6345"/>
                  <a:gd name="connsiteX8" fmla="*/ 3335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5" y="6493"/>
                    </a:moveTo>
                    <a:cubicBezTo>
                      <a:pt x="4176" y="6493"/>
                      <a:pt x="4983" y="6158"/>
                      <a:pt x="5578" y="5563"/>
                    </a:cubicBezTo>
                    <a:cubicBezTo>
                      <a:pt x="6172" y="4968"/>
                      <a:pt x="6507" y="4161"/>
                      <a:pt x="6507" y="3320"/>
                    </a:cubicBezTo>
                    <a:cubicBezTo>
                      <a:pt x="6507" y="2478"/>
                      <a:pt x="6172" y="1671"/>
                      <a:pt x="5578" y="1076"/>
                    </a:cubicBezTo>
                    <a:cubicBezTo>
                      <a:pt x="4983" y="481"/>
                      <a:pt x="4176" y="147"/>
                      <a:pt x="3335" y="147"/>
                    </a:cubicBezTo>
                    <a:cubicBezTo>
                      <a:pt x="2494" y="147"/>
                      <a:pt x="1687" y="481"/>
                      <a:pt x="1092" y="1076"/>
                    </a:cubicBezTo>
                    <a:cubicBezTo>
                      <a:pt x="498" y="1671"/>
                      <a:pt x="164" y="2478"/>
                      <a:pt x="164" y="3320"/>
                    </a:cubicBezTo>
                    <a:cubicBezTo>
                      <a:pt x="164" y="4161"/>
                      <a:pt x="498" y="4968"/>
                      <a:pt x="1092" y="5563"/>
                    </a:cubicBezTo>
                    <a:cubicBezTo>
                      <a:pt x="1687" y="6158"/>
                      <a:pt x="2494" y="6493"/>
                      <a:pt x="3335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28" name="Freeform: Shape 11827">
                <a:extLst>
                  <a:ext uri="{FF2B5EF4-FFF2-40B4-BE49-F238E27FC236}">
                    <a16:creationId xmlns:a16="http://schemas.microsoft.com/office/drawing/2014/main" id="{6A3DD3AB-85CB-405C-3D9D-5BC10D4762D9}"/>
                  </a:ext>
                </a:extLst>
              </p:cNvPr>
              <p:cNvSpPr/>
              <p:nvPr/>
            </p:nvSpPr>
            <p:spPr>
              <a:xfrm>
                <a:off x="8489770" y="5340799"/>
                <a:ext cx="6343" cy="6345"/>
              </a:xfrm>
              <a:custGeom>
                <a:avLst/>
                <a:gdLst>
                  <a:gd name="connsiteX0" fmla="*/ 3336 w 6343"/>
                  <a:gd name="connsiteY0" fmla="*/ 6492 h 6345"/>
                  <a:gd name="connsiteX1" fmla="*/ 5578 w 6343"/>
                  <a:gd name="connsiteY1" fmla="*/ 5563 h 6345"/>
                  <a:gd name="connsiteX2" fmla="*/ 6507 w 6343"/>
                  <a:gd name="connsiteY2" fmla="*/ 3319 h 6345"/>
                  <a:gd name="connsiteX3" fmla="*/ 5578 w 6343"/>
                  <a:gd name="connsiteY3" fmla="*/ 1076 h 6345"/>
                  <a:gd name="connsiteX4" fmla="*/ 3336 w 6343"/>
                  <a:gd name="connsiteY4" fmla="*/ 147 h 6345"/>
                  <a:gd name="connsiteX5" fmla="*/ 1093 w 6343"/>
                  <a:gd name="connsiteY5" fmla="*/ 1076 h 6345"/>
                  <a:gd name="connsiteX6" fmla="*/ 164 w 6343"/>
                  <a:gd name="connsiteY6" fmla="*/ 3319 h 6345"/>
                  <a:gd name="connsiteX7" fmla="*/ 1093 w 6343"/>
                  <a:gd name="connsiteY7" fmla="*/ 5563 h 6345"/>
                  <a:gd name="connsiteX8" fmla="*/ 3336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36" y="6492"/>
                    </a:moveTo>
                    <a:cubicBezTo>
                      <a:pt x="4177" y="6492"/>
                      <a:pt x="4983" y="6158"/>
                      <a:pt x="5578" y="5563"/>
                    </a:cubicBezTo>
                    <a:cubicBezTo>
                      <a:pt x="6173" y="4968"/>
                      <a:pt x="6507" y="4161"/>
                      <a:pt x="6507" y="3319"/>
                    </a:cubicBezTo>
                    <a:cubicBezTo>
                      <a:pt x="6507" y="2478"/>
                      <a:pt x="6173" y="1671"/>
                      <a:pt x="5578" y="1076"/>
                    </a:cubicBezTo>
                    <a:cubicBezTo>
                      <a:pt x="4983" y="481"/>
                      <a:pt x="4177" y="147"/>
                      <a:pt x="3336" y="147"/>
                    </a:cubicBezTo>
                    <a:cubicBezTo>
                      <a:pt x="2494" y="147"/>
                      <a:pt x="1688" y="481"/>
                      <a:pt x="1093" y="1076"/>
                    </a:cubicBezTo>
                    <a:cubicBezTo>
                      <a:pt x="498" y="1671"/>
                      <a:pt x="164" y="2478"/>
                      <a:pt x="164" y="3319"/>
                    </a:cubicBezTo>
                    <a:cubicBezTo>
                      <a:pt x="164" y="4161"/>
                      <a:pt x="498" y="4968"/>
                      <a:pt x="1093" y="5563"/>
                    </a:cubicBezTo>
                    <a:cubicBezTo>
                      <a:pt x="1688" y="6158"/>
                      <a:pt x="2494" y="6492"/>
                      <a:pt x="3336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29" name="Freeform: Shape 11828">
                <a:extLst>
                  <a:ext uri="{FF2B5EF4-FFF2-40B4-BE49-F238E27FC236}">
                    <a16:creationId xmlns:a16="http://schemas.microsoft.com/office/drawing/2014/main" id="{7923335B-3CB9-36B3-067A-63C0C3988542}"/>
                  </a:ext>
                </a:extLst>
              </p:cNvPr>
              <p:cNvSpPr/>
              <p:nvPr/>
            </p:nvSpPr>
            <p:spPr>
              <a:xfrm>
                <a:off x="8929809" y="5300289"/>
                <a:ext cx="6343" cy="6345"/>
              </a:xfrm>
              <a:custGeom>
                <a:avLst/>
                <a:gdLst>
                  <a:gd name="connsiteX0" fmla="*/ 3370 w 6343"/>
                  <a:gd name="connsiteY0" fmla="*/ 6489 h 6345"/>
                  <a:gd name="connsiteX1" fmla="*/ 5613 w 6343"/>
                  <a:gd name="connsiteY1" fmla="*/ 5560 h 6345"/>
                  <a:gd name="connsiteX2" fmla="*/ 6542 w 6343"/>
                  <a:gd name="connsiteY2" fmla="*/ 3316 h 6345"/>
                  <a:gd name="connsiteX3" fmla="*/ 5613 w 6343"/>
                  <a:gd name="connsiteY3" fmla="*/ 1073 h 6345"/>
                  <a:gd name="connsiteX4" fmla="*/ 3370 w 6343"/>
                  <a:gd name="connsiteY4" fmla="*/ 143 h 6345"/>
                  <a:gd name="connsiteX5" fmla="*/ 1128 w 6343"/>
                  <a:gd name="connsiteY5" fmla="*/ 1073 h 6345"/>
                  <a:gd name="connsiteX6" fmla="*/ 199 w 6343"/>
                  <a:gd name="connsiteY6" fmla="*/ 3316 h 6345"/>
                  <a:gd name="connsiteX7" fmla="*/ 1128 w 6343"/>
                  <a:gd name="connsiteY7" fmla="*/ 5560 h 6345"/>
                  <a:gd name="connsiteX8" fmla="*/ 3370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89"/>
                    </a:moveTo>
                    <a:cubicBezTo>
                      <a:pt x="4211" y="6489"/>
                      <a:pt x="5018" y="6155"/>
                      <a:pt x="5613" y="5560"/>
                    </a:cubicBezTo>
                    <a:cubicBezTo>
                      <a:pt x="6208" y="4965"/>
                      <a:pt x="6542" y="4158"/>
                      <a:pt x="6542" y="3316"/>
                    </a:cubicBezTo>
                    <a:cubicBezTo>
                      <a:pt x="6542" y="2475"/>
                      <a:pt x="6208" y="1668"/>
                      <a:pt x="5613" y="1073"/>
                    </a:cubicBezTo>
                    <a:cubicBezTo>
                      <a:pt x="5018" y="478"/>
                      <a:pt x="4211" y="143"/>
                      <a:pt x="3370" y="143"/>
                    </a:cubicBezTo>
                    <a:cubicBezTo>
                      <a:pt x="2529" y="143"/>
                      <a:pt x="1722" y="478"/>
                      <a:pt x="1128" y="1073"/>
                    </a:cubicBezTo>
                    <a:cubicBezTo>
                      <a:pt x="533" y="1668"/>
                      <a:pt x="199" y="2475"/>
                      <a:pt x="199" y="3316"/>
                    </a:cubicBezTo>
                    <a:cubicBezTo>
                      <a:pt x="199" y="4158"/>
                      <a:pt x="533" y="4965"/>
                      <a:pt x="1128" y="5560"/>
                    </a:cubicBezTo>
                    <a:cubicBezTo>
                      <a:pt x="1722" y="6155"/>
                      <a:pt x="2529" y="6489"/>
                      <a:pt x="3370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30" name="Freeform: Shape 11829">
                <a:extLst>
                  <a:ext uri="{FF2B5EF4-FFF2-40B4-BE49-F238E27FC236}">
                    <a16:creationId xmlns:a16="http://schemas.microsoft.com/office/drawing/2014/main" id="{D23AB84D-DEDE-4A17-8C2A-BF4CB542A2EE}"/>
                  </a:ext>
                </a:extLst>
              </p:cNvPr>
              <p:cNvSpPr/>
              <p:nvPr/>
            </p:nvSpPr>
            <p:spPr>
              <a:xfrm>
                <a:off x="8929091" y="5297135"/>
                <a:ext cx="6343" cy="6345"/>
              </a:xfrm>
              <a:custGeom>
                <a:avLst/>
                <a:gdLst>
                  <a:gd name="connsiteX0" fmla="*/ 3370 w 6343"/>
                  <a:gd name="connsiteY0" fmla="*/ 6489 h 6345"/>
                  <a:gd name="connsiteX1" fmla="*/ 5613 w 6343"/>
                  <a:gd name="connsiteY1" fmla="*/ 5559 h 6345"/>
                  <a:gd name="connsiteX2" fmla="*/ 6542 w 6343"/>
                  <a:gd name="connsiteY2" fmla="*/ 3316 h 6345"/>
                  <a:gd name="connsiteX3" fmla="*/ 5613 w 6343"/>
                  <a:gd name="connsiteY3" fmla="*/ 1072 h 6345"/>
                  <a:gd name="connsiteX4" fmla="*/ 3370 w 6343"/>
                  <a:gd name="connsiteY4" fmla="*/ 143 h 6345"/>
                  <a:gd name="connsiteX5" fmla="*/ 1128 w 6343"/>
                  <a:gd name="connsiteY5" fmla="*/ 1072 h 6345"/>
                  <a:gd name="connsiteX6" fmla="*/ 199 w 6343"/>
                  <a:gd name="connsiteY6" fmla="*/ 3316 h 6345"/>
                  <a:gd name="connsiteX7" fmla="*/ 1128 w 6343"/>
                  <a:gd name="connsiteY7" fmla="*/ 5559 h 6345"/>
                  <a:gd name="connsiteX8" fmla="*/ 3370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89"/>
                    </a:moveTo>
                    <a:cubicBezTo>
                      <a:pt x="4211" y="6489"/>
                      <a:pt x="5018" y="6154"/>
                      <a:pt x="5613" y="5559"/>
                    </a:cubicBezTo>
                    <a:cubicBezTo>
                      <a:pt x="6208" y="4964"/>
                      <a:pt x="6542" y="4157"/>
                      <a:pt x="6542" y="3316"/>
                    </a:cubicBezTo>
                    <a:cubicBezTo>
                      <a:pt x="6542" y="2475"/>
                      <a:pt x="6208" y="1667"/>
                      <a:pt x="5613" y="1072"/>
                    </a:cubicBezTo>
                    <a:cubicBezTo>
                      <a:pt x="5018" y="478"/>
                      <a:pt x="4211" y="143"/>
                      <a:pt x="3370" y="143"/>
                    </a:cubicBezTo>
                    <a:cubicBezTo>
                      <a:pt x="2529" y="143"/>
                      <a:pt x="1722" y="478"/>
                      <a:pt x="1128" y="1072"/>
                    </a:cubicBezTo>
                    <a:cubicBezTo>
                      <a:pt x="533" y="1667"/>
                      <a:pt x="199" y="2475"/>
                      <a:pt x="199" y="3316"/>
                    </a:cubicBezTo>
                    <a:cubicBezTo>
                      <a:pt x="199" y="4157"/>
                      <a:pt x="533" y="4964"/>
                      <a:pt x="1128" y="5559"/>
                    </a:cubicBezTo>
                    <a:cubicBezTo>
                      <a:pt x="1722" y="6154"/>
                      <a:pt x="2529" y="6489"/>
                      <a:pt x="3370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31" name="Freeform: Shape 11830">
                <a:extLst>
                  <a:ext uri="{FF2B5EF4-FFF2-40B4-BE49-F238E27FC236}">
                    <a16:creationId xmlns:a16="http://schemas.microsoft.com/office/drawing/2014/main" id="{7DDF28E2-5DC2-9BA3-4423-84EB27EC6BF8}"/>
                  </a:ext>
                </a:extLst>
              </p:cNvPr>
              <p:cNvSpPr/>
              <p:nvPr/>
            </p:nvSpPr>
            <p:spPr>
              <a:xfrm>
                <a:off x="9024096" y="5293991"/>
                <a:ext cx="6343" cy="6345"/>
              </a:xfrm>
              <a:custGeom>
                <a:avLst/>
                <a:gdLst>
                  <a:gd name="connsiteX0" fmla="*/ 3378 w 6343"/>
                  <a:gd name="connsiteY0" fmla="*/ 6488 h 6345"/>
                  <a:gd name="connsiteX1" fmla="*/ 5620 w 6343"/>
                  <a:gd name="connsiteY1" fmla="*/ 5559 h 6345"/>
                  <a:gd name="connsiteX2" fmla="*/ 6549 w 6343"/>
                  <a:gd name="connsiteY2" fmla="*/ 3316 h 6345"/>
                  <a:gd name="connsiteX3" fmla="*/ 5620 w 6343"/>
                  <a:gd name="connsiteY3" fmla="*/ 1072 h 6345"/>
                  <a:gd name="connsiteX4" fmla="*/ 3378 w 6343"/>
                  <a:gd name="connsiteY4" fmla="*/ 143 h 6345"/>
                  <a:gd name="connsiteX5" fmla="*/ 1135 w 6343"/>
                  <a:gd name="connsiteY5" fmla="*/ 1072 h 6345"/>
                  <a:gd name="connsiteX6" fmla="*/ 206 w 6343"/>
                  <a:gd name="connsiteY6" fmla="*/ 3316 h 6345"/>
                  <a:gd name="connsiteX7" fmla="*/ 1135 w 6343"/>
                  <a:gd name="connsiteY7" fmla="*/ 5559 h 6345"/>
                  <a:gd name="connsiteX8" fmla="*/ 3378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88"/>
                    </a:moveTo>
                    <a:cubicBezTo>
                      <a:pt x="4219" y="6488"/>
                      <a:pt x="5026" y="6154"/>
                      <a:pt x="5620" y="5559"/>
                    </a:cubicBezTo>
                    <a:cubicBezTo>
                      <a:pt x="6215" y="4964"/>
                      <a:pt x="6549" y="4157"/>
                      <a:pt x="6549" y="3316"/>
                    </a:cubicBezTo>
                    <a:cubicBezTo>
                      <a:pt x="6549" y="2474"/>
                      <a:pt x="6215" y="1667"/>
                      <a:pt x="5620" y="1072"/>
                    </a:cubicBezTo>
                    <a:cubicBezTo>
                      <a:pt x="5026" y="477"/>
                      <a:pt x="4219" y="143"/>
                      <a:pt x="3378" y="143"/>
                    </a:cubicBezTo>
                    <a:cubicBezTo>
                      <a:pt x="2537" y="143"/>
                      <a:pt x="1730" y="477"/>
                      <a:pt x="1135" y="1072"/>
                    </a:cubicBezTo>
                    <a:cubicBezTo>
                      <a:pt x="540" y="1667"/>
                      <a:pt x="206" y="2474"/>
                      <a:pt x="206" y="3316"/>
                    </a:cubicBezTo>
                    <a:cubicBezTo>
                      <a:pt x="206" y="4157"/>
                      <a:pt x="540" y="4964"/>
                      <a:pt x="1135" y="5559"/>
                    </a:cubicBezTo>
                    <a:cubicBezTo>
                      <a:pt x="1730" y="6154"/>
                      <a:pt x="2537" y="6488"/>
                      <a:pt x="3378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32" name="Freeform: Shape 11831">
                <a:extLst>
                  <a:ext uri="{FF2B5EF4-FFF2-40B4-BE49-F238E27FC236}">
                    <a16:creationId xmlns:a16="http://schemas.microsoft.com/office/drawing/2014/main" id="{A8D49D89-A473-544C-9D22-FAD5E8040841}"/>
                  </a:ext>
                </a:extLst>
              </p:cNvPr>
              <p:cNvSpPr/>
              <p:nvPr/>
            </p:nvSpPr>
            <p:spPr>
              <a:xfrm>
                <a:off x="9026541" y="5291426"/>
                <a:ext cx="6343" cy="6345"/>
              </a:xfrm>
              <a:custGeom>
                <a:avLst/>
                <a:gdLst>
                  <a:gd name="connsiteX0" fmla="*/ 3378 w 6343"/>
                  <a:gd name="connsiteY0" fmla="*/ 6488 h 6345"/>
                  <a:gd name="connsiteX1" fmla="*/ 5621 w 6343"/>
                  <a:gd name="connsiteY1" fmla="*/ 5559 h 6345"/>
                  <a:gd name="connsiteX2" fmla="*/ 6549 w 6343"/>
                  <a:gd name="connsiteY2" fmla="*/ 3315 h 6345"/>
                  <a:gd name="connsiteX3" fmla="*/ 5621 w 6343"/>
                  <a:gd name="connsiteY3" fmla="*/ 1072 h 6345"/>
                  <a:gd name="connsiteX4" fmla="*/ 3378 w 6343"/>
                  <a:gd name="connsiteY4" fmla="*/ 143 h 6345"/>
                  <a:gd name="connsiteX5" fmla="*/ 1135 w 6343"/>
                  <a:gd name="connsiteY5" fmla="*/ 1072 h 6345"/>
                  <a:gd name="connsiteX6" fmla="*/ 206 w 6343"/>
                  <a:gd name="connsiteY6" fmla="*/ 3315 h 6345"/>
                  <a:gd name="connsiteX7" fmla="*/ 1135 w 6343"/>
                  <a:gd name="connsiteY7" fmla="*/ 5559 h 6345"/>
                  <a:gd name="connsiteX8" fmla="*/ 3378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88"/>
                    </a:moveTo>
                    <a:cubicBezTo>
                      <a:pt x="4219" y="6488"/>
                      <a:pt x="5026" y="6154"/>
                      <a:pt x="5621" y="5559"/>
                    </a:cubicBezTo>
                    <a:cubicBezTo>
                      <a:pt x="6215" y="4964"/>
                      <a:pt x="6549" y="4157"/>
                      <a:pt x="6549" y="3315"/>
                    </a:cubicBezTo>
                    <a:cubicBezTo>
                      <a:pt x="6549" y="2474"/>
                      <a:pt x="6215" y="1667"/>
                      <a:pt x="5621" y="1072"/>
                    </a:cubicBezTo>
                    <a:cubicBezTo>
                      <a:pt x="5026" y="477"/>
                      <a:pt x="4219" y="143"/>
                      <a:pt x="3378" y="143"/>
                    </a:cubicBezTo>
                    <a:cubicBezTo>
                      <a:pt x="2537" y="143"/>
                      <a:pt x="1730" y="477"/>
                      <a:pt x="1135" y="1072"/>
                    </a:cubicBezTo>
                    <a:cubicBezTo>
                      <a:pt x="541" y="1667"/>
                      <a:pt x="206" y="2474"/>
                      <a:pt x="206" y="3315"/>
                    </a:cubicBezTo>
                    <a:cubicBezTo>
                      <a:pt x="206" y="4157"/>
                      <a:pt x="541" y="4964"/>
                      <a:pt x="1135" y="5559"/>
                    </a:cubicBezTo>
                    <a:cubicBezTo>
                      <a:pt x="1730" y="6154"/>
                      <a:pt x="2537" y="6488"/>
                      <a:pt x="3378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33" name="Freeform: Shape 11832">
                <a:extLst>
                  <a:ext uri="{FF2B5EF4-FFF2-40B4-BE49-F238E27FC236}">
                    <a16:creationId xmlns:a16="http://schemas.microsoft.com/office/drawing/2014/main" id="{23620791-FD5F-719C-DB90-5D0CCF121FBB}"/>
                  </a:ext>
                </a:extLst>
              </p:cNvPr>
              <p:cNvSpPr/>
              <p:nvPr/>
            </p:nvSpPr>
            <p:spPr>
              <a:xfrm>
                <a:off x="9026315" y="5288858"/>
                <a:ext cx="6343" cy="6345"/>
              </a:xfrm>
              <a:custGeom>
                <a:avLst/>
                <a:gdLst>
                  <a:gd name="connsiteX0" fmla="*/ 3378 w 6343"/>
                  <a:gd name="connsiteY0" fmla="*/ 6488 h 6345"/>
                  <a:gd name="connsiteX1" fmla="*/ 5621 w 6343"/>
                  <a:gd name="connsiteY1" fmla="*/ 5559 h 6345"/>
                  <a:gd name="connsiteX2" fmla="*/ 6549 w 6343"/>
                  <a:gd name="connsiteY2" fmla="*/ 3315 h 6345"/>
                  <a:gd name="connsiteX3" fmla="*/ 5621 w 6343"/>
                  <a:gd name="connsiteY3" fmla="*/ 1072 h 6345"/>
                  <a:gd name="connsiteX4" fmla="*/ 3378 w 6343"/>
                  <a:gd name="connsiteY4" fmla="*/ 143 h 6345"/>
                  <a:gd name="connsiteX5" fmla="*/ 1135 w 6343"/>
                  <a:gd name="connsiteY5" fmla="*/ 1072 h 6345"/>
                  <a:gd name="connsiteX6" fmla="*/ 206 w 6343"/>
                  <a:gd name="connsiteY6" fmla="*/ 3315 h 6345"/>
                  <a:gd name="connsiteX7" fmla="*/ 1135 w 6343"/>
                  <a:gd name="connsiteY7" fmla="*/ 5559 h 6345"/>
                  <a:gd name="connsiteX8" fmla="*/ 3378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88"/>
                    </a:moveTo>
                    <a:cubicBezTo>
                      <a:pt x="4219" y="6488"/>
                      <a:pt x="5026" y="6154"/>
                      <a:pt x="5621" y="5559"/>
                    </a:cubicBezTo>
                    <a:cubicBezTo>
                      <a:pt x="6215" y="4964"/>
                      <a:pt x="6549" y="4157"/>
                      <a:pt x="6549" y="3315"/>
                    </a:cubicBezTo>
                    <a:cubicBezTo>
                      <a:pt x="6549" y="2474"/>
                      <a:pt x="6215" y="1667"/>
                      <a:pt x="5621" y="1072"/>
                    </a:cubicBezTo>
                    <a:cubicBezTo>
                      <a:pt x="5026" y="477"/>
                      <a:pt x="4219" y="143"/>
                      <a:pt x="3378" y="143"/>
                    </a:cubicBezTo>
                    <a:cubicBezTo>
                      <a:pt x="2537" y="143"/>
                      <a:pt x="1730" y="477"/>
                      <a:pt x="1135" y="1072"/>
                    </a:cubicBezTo>
                    <a:cubicBezTo>
                      <a:pt x="540" y="1667"/>
                      <a:pt x="206" y="2474"/>
                      <a:pt x="206" y="3315"/>
                    </a:cubicBezTo>
                    <a:cubicBezTo>
                      <a:pt x="206" y="4157"/>
                      <a:pt x="540" y="4964"/>
                      <a:pt x="1135" y="5559"/>
                    </a:cubicBezTo>
                    <a:cubicBezTo>
                      <a:pt x="1730" y="6154"/>
                      <a:pt x="2537" y="6488"/>
                      <a:pt x="3378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34" name="Freeform: Shape 11833">
                <a:extLst>
                  <a:ext uri="{FF2B5EF4-FFF2-40B4-BE49-F238E27FC236}">
                    <a16:creationId xmlns:a16="http://schemas.microsoft.com/office/drawing/2014/main" id="{4761ABA6-9CC8-D6B6-1815-A5A3D2874FB2}"/>
                  </a:ext>
                </a:extLst>
              </p:cNvPr>
              <p:cNvSpPr/>
              <p:nvPr/>
            </p:nvSpPr>
            <p:spPr>
              <a:xfrm>
                <a:off x="9024542" y="5286259"/>
                <a:ext cx="6343" cy="6345"/>
              </a:xfrm>
              <a:custGeom>
                <a:avLst/>
                <a:gdLst>
                  <a:gd name="connsiteX0" fmla="*/ 3378 w 6343"/>
                  <a:gd name="connsiteY0" fmla="*/ 6488 h 6345"/>
                  <a:gd name="connsiteX1" fmla="*/ 5620 w 6343"/>
                  <a:gd name="connsiteY1" fmla="*/ 5559 h 6345"/>
                  <a:gd name="connsiteX2" fmla="*/ 6549 w 6343"/>
                  <a:gd name="connsiteY2" fmla="*/ 3315 h 6345"/>
                  <a:gd name="connsiteX3" fmla="*/ 5620 w 6343"/>
                  <a:gd name="connsiteY3" fmla="*/ 1072 h 6345"/>
                  <a:gd name="connsiteX4" fmla="*/ 3378 w 6343"/>
                  <a:gd name="connsiteY4" fmla="*/ 142 h 6345"/>
                  <a:gd name="connsiteX5" fmla="*/ 1135 w 6343"/>
                  <a:gd name="connsiteY5" fmla="*/ 1072 h 6345"/>
                  <a:gd name="connsiteX6" fmla="*/ 206 w 6343"/>
                  <a:gd name="connsiteY6" fmla="*/ 3315 h 6345"/>
                  <a:gd name="connsiteX7" fmla="*/ 1135 w 6343"/>
                  <a:gd name="connsiteY7" fmla="*/ 5559 h 6345"/>
                  <a:gd name="connsiteX8" fmla="*/ 3378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88"/>
                    </a:moveTo>
                    <a:cubicBezTo>
                      <a:pt x="4219" y="6488"/>
                      <a:pt x="5026" y="6153"/>
                      <a:pt x="5620" y="5559"/>
                    </a:cubicBezTo>
                    <a:cubicBezTo>
                      <a:pt x="6215" y="4964"/>
                      <a:pt x="6549" y="4156"/>
                      <a:pt x="6549" y="3315"/>
                    </a:cubicBezTo>
                    <a:cubicBezTo>
                      <a:pt x="6549" y="2474"/>
                      <a:pt x="6215" y="1667"/>
                      <a:pt x="5620" y="1072"/>
                    </a:cubicBezTo>
                    <a:cubicBezTo>
                      <a:pt x="5026" y="477"/>
                      <a:pt x="4219" y="142"/>
                      <a:pt x="3378" y="142"/>
                    </a:cubicBezTo>
                    <a:cubicBezTo>
                      <a:pt x="2537" y="142"/>
                      <a:pt x="1730" y="477"/>
                      <a:pt x="1135" y="1072"/>
                    </a:cubicBezTo>
                    <a:cubicBezTo>
                      <a:pt x="540" y="1667"/>
                      <a:pt x="206" y="2474"/>
                      <a:pt x="206" y="3315"/>
                    </a:cubicBezTo>
                    <a:cubicBezTo>
                      <a:pt x="206" y="4156"/>
                      <a:pt x="540" y="4964"/>
                      <a:pt x="1135" y="5559"/>
                    </a:cubicBezTo>
                    <a:cubicBezTo>
                      <a:pt x="1730" y="6153"/>
                      <a:pt x="2537" y="6488"/>
                      <a:pt x="3378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35" name="Freeform: Shape 11834">
                <a:extLst>
                  <a:ext uri="{FF2B5EF4-FFF2-40B4-BE49-F238E27FC236}">
                    <a16:creationId xmlns:a16="http://schemas.microsoft.com/office/drawing/2014/main" id="{A9E6DEFA-64C4-8CBA-CEDE-479B693EC842}"/>
                  </a:ext>
                </a:extLst>
              </p:cNvPr>
              <p:cNvSpPr/>
              <p:nvPr/>
            </p:nvSpPr>
            <p:spPr>
              <a:xfrm>
                <a:off x="9024223" y="5283673"/>
                <a:ext cx="6343" cy="6345"/>
              </a:xfrm>
              <a:custGeom>
                <a:avLst/>
                <a:gdLst>
                  <a:gd name="connsiteX0" fmla="*/ 3378 w 6343"/>
                  <a:gd name="connsiteY0" fmla="*/ 6488 h 6345"/>
                  <a:gd name="connsiteX1" fmla="*/ 5620 w 6343"/>
                  <a:gd name="connsiteY1" fmla="*/ 5558 h 6345"/>
                  <a:gd name="connsiteX2" fmla="*/ 6549 w 6343"/>
                  <a:gd name="connsiteY2" fmla="*/ 3315 h 6345"/>
                  <a:gd name="connsiteX3" fmla="*/ 5620 w 6343"/>
                  <a:gd name="connsiteY3" fmla="*/ 1071 h 6345"/>
                  <a:gd name="connsiteX4" fmla="*/ 3378 w 6343"/>
                  <a:gd name="connsiteY4" fmla="*/ 142 h 6345"/>
                  <a:gd name="connsiteX5" fmla="*/ 1135 w 6343"/>
                  <a:gd name="connsiteY5" fmla="*/ 1071 h 6345"/>
                  <a:gd name="connsiteX6" fmla="*/ 206 w 6343"/>
                  <a:gd name="connsiteY6" fmla="*/ 3315 h 6345"/>
                  <a:gd name="connsiteX7" fmla="*/ 1135 w 6343"/>
                  <a:gd name="connsiteY7" fmla="*/ 5558 h 6345"/>
                  <a:gd name="connsiteX8" fmla="*/ 3378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88"/>
                    </a:moveTo>
                    <a:cubicBezTo>
                      <a:pt x="4219" y="6488"/>
                      <a:pt x="5026" y="6153"/>
                      <a:pt x="5620" y="5558"/>
                    </a:cubicBezTo>
                    <a:cubicBezTo>
                      <a:pt x="6215" y="4963"/>
                      <a:pt x="6549" y="4156"/>
                      <a:pt x="6549" y="3315"/>
                    </a:cubicBezTo>
                    <a:cubicBezTo>
                      <a:pt x="6549" y="2473"/>
                      <a:pt x="6215" y="1666"/>
                      <a:pt x="5620" y="1071"/>
                    </a:cubicBezTo>
                    <a:cubicBezTo>
                      <a:pt x="5026" y="476"/>
                      <a:pt x="4219" y="142"/>
                      <a:pt x="3378" y="142"/>
                    </a:cubicBezTo>
                    <a:cubicBezTo>
                      <a:pt x="2537" y="142"/>
                      <a:pt x="1730" y="476"/>
                      <a:pt x="1135" y="1071"/>
                    </a:cubicBezTo>
                    <a:cubicBezTo>
                      <a:pt x="540" y="1666"/>
                      <a:pt x="206" y="2473"/>
                      <a:pt x="206" y="3315"/>
                    </a:cubicBezTo>
                    <a:cubicBezTo>
                      <a:pt x="206" y="4156"/>
                      <a:pt x="540" y="4963"/>
                      <a:pt x="1135" y="5558"/>
                    </a:cubicBezTo>
                    <a:cubicBezTo>
                      <a:pt x="1730" y="6153"/>
                      <a:pt x="2537" y="6488"/>
                      <a:pt x="3378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36" name="Freeform: Shape 11835">
                <a:extLst>
                  <a:ext uri="{FF2B5EF4-FFF2-40B4-BE49-F238E27FC236}">
                    <a16:creationId xmlns:a16="http://schemas.microsoft.com/office/drawing/2014/main" id="{70894C91-AD25-4D73-B978-3436BF45F768}"/>
                  </a:ext>
                </a:extLst>
              </p:cNvPr>
              <p:cNvSpPr/>
              <p:nvPr/>
            </p:nvSpPr>
            <p:spPr>
              <a:xfrm>
                <a:off x="9023982" y="5281084"/>
                <a:ext cx="6343" cy="6345"/>
              </a:xfrm>
              <a:custGeom>
                <a:avLst/>
                <a:gdLst>
                  <a:gd name="connsiteX0" fmla="*/ 3378 w 6343"/>
                  <a:gd name="connsiteY0" fmla="*/ 6487 h 6345"/>
                  <a:gd name="connsiteX1" fmla="*/ 5620 w 6343"/>
                  <a:gd name="connsiteY1" fmla="*/ 5558 h 6345"/>
                  <a:gd name="connsiteX2" fmla="*/ 6549 w 6343"/>
                  <a:gd name="connsiteY2" fmla="*/ 3315 h 6345"/>
                  <a:gd name="connsiteX3" fmla="*/ 5620 w 6343"/>
                  <a:gd name="connsiteY3" fmla="*/ 1071 h 6345"/>
                  <a:gd name="connsiteX4" fmla="*/ 3378 w 6343"/>
                  <a:gd name="connsiteY4" fmla="*/ 142 h 6345"/>
                  <a:gd name="connsiteX5" fmla="*/ 1135 w 6343"/>
                  <a:gd name="connsiteY5" fmla="*/ 1071 h 6345"/>
                  <a:gd name="connsiteX6" fmla="*/ 206 w 6343"/>
                  <a:gd name="connsiteY6" fmla="*/ 3315 h 6345"/>
                  <a:gd name="connsiteX7" fmla="*/ 1135 w 6343"/>
                  <a:gd name="connsiteY7" fmla="*/ 5558 h 6345"/>
                  <a:gd name="connsiteX8" fmla="*/ 3378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87"/>
                    </a:moveTo>
                    <a:cubicBezTo>
                      <a:pt x="4219" y="6487"/>
                      <a:pt x="5026" y="6153"/>
                      <a:pt x="5620" y="5558"/>
                    </a:cubicBezTo>
                    <a:cubicBezTo>
                      <a:pt x="6215" y="4963"/>
                      <a:pt x="6549" y="4156"/>
                      <a:pt x="6549" y="3315"/>
                    </a:cubicBezTo>
                    <a:cubicBezTo>
                      <a:pt x="6549" y="2473"/>
                      <a:pt x="6215" y="1666"/>
                      <a:pt x="5620" y="1071"/>
                    </a:cubicBezTo>
                    <a:cubicBezTo>
                      <a:pt x="5026" y="476"/>
                      <a:pt x="4219" y="142"/>
                      <a:pt x="3378" y="142"/>
                    </a:cubicBezTo>
                    <a:cubicBezTo>
                      <a:pt x="2537" y="142"/>
                      <a:pt x="1730" y="476"/>
                      <a:pt x="1135" y="1071"/>
                    </a:cubicBezTo>
                    <a:cubicBezTo>
                      <a:pt x="540" y="1666"/>
                      <a:pt x="206" y="2473"/>
                      <a:pt x="206" y="3315"/>
                    </a:cubicBezTo>
                    <a:cubicBezTo>
                      <a:pt x="206" y="4156"/>
                      <a:pt x="540" y="4963"/>
                      <a:pt x="1135" y="5558"/>
                    </a:cubicBezTo>
                    <a:cubicBezTo>
                      <a:pt x="1730" y="6153"/>
                      <a:pt x="2537" y="6487"/>
                      <a:pt x="3378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37" name="Freeform: Shape 11836">
                <a:extLst>
                  <a:ext uri="{FF2B5EF4-FFF2-40B4-BE49-F238E27FC236}">
                    <a16:creationId xmlns:a16="http://schemas.microsoft.com/office/drawing/2014/main" id="{9287380B-E843-8A78-CB5D-007B924FFCF6}"/>
                  </a:ext>
                </a:extLst>
              </p:cNvPr>
              <p:cNvSpPr/>
              <p:nvPr/>
            </p:nvSpPr>
            <p:spPr>
              <a:xfrm>
                <a:off x="9025255" y="5278548"/>
                <a:ext cx="6343" cy="6345"/>
              </a:xfrm>
              <a:custGeom>
                <a:avLst/>
                <a:gdLst>
                  <a:gd name="connsiteX0" fmla="*/ 3378 w 6343"/>
                  <a:gd name="connsiteY0" fmla="*/ 6487 h 6345"/>
                  <a:gd name="connsiteX1" fmla="*/ 5620 w 6343"/>
                  <a:gd name="connsiteY1" fmla="*/ 5558 h 6345"/>
                  <a:gd name="connsiteX2" fmla="*/ 6549 w 6343"/>
                  <a:gd name="connsiteY2" fmla="*/ 3314 h 6345"/>
                  <a:gd name="connsiteX3" fmla="*/ 5620 w 6343"/>
                  <a:gd name="connsiteY3" fmla="*/ 1071 h 6345"/>
                  <a:gd name="connsiteX4" fmla="*/ 3378 w 6343"/>
                  <a:gd name="connsiteY4" fmla="*/ 142 h 6345"/>
                  <a:gd name="connsiteX5" fmla="*/ 1135 w 6343"/>
                  <a:gd name="connsiteY5" fmla="*/ 1071 h 6345"/>
                  <a:gd name="connsiteX6" fmla="*/ 206 w 6343"/>
                  <a:gd name="connsiteY6" fmla="*/ 3314 h 6345"/>
                  <a:gd name="connsiteX7" fmla="*/ 1135 w 6343"/>
                  <a:gd name="connsiteY7" fmla="*/ 5558 h 6345"/>
                  <a:gd name="connsiteX8" fmla="*/ 3378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87"/>
                    </a:moveTo>
                    <a:cubicBezTo>
                      <a:pt x="4219" y="6487"/>
                      <a:pt x="5026" y="6153"/>
                      <a:pt x="5620" y="5558"/>
                    </a:cubicBezTo>
                    <a:cubicBezTo>
                      <a:pt x="6215" y="4963"/>
                      <a:pt x="6549" y="4156"/>
                      <a:pt x="6549" y="3314"/>
                    </a:cubicBezTo>
                    <a:cubicBezTo>
                      <a:pt x="6549" y="2473"/>
                      <a:pt x="6215" y="1666"/>
                      <a:pt x="5620" y="1071"/>
                    </a:cubicBezTo>
                    <a:cubicBezTo>
                      <a:pt x="5026" y="476"/>
                      <a:pt x="4219" y="142"/>
                      <a:pt x="3378" y="142"/>
                    </a:cubicBezTo>
                    <a:cubicBezTo>
                      <a:pt x="2537" y="142"/>
                      <a:pt x="1730" y="476"/>
                      <a:pt x="1135" y="1071"/>
                    </a:cubicBezTo>
                    <a:cubicBezTo>
                      <a:pt x="540" y="1666"/>
                      <a:pt x="206" y="2473"/>
                      <a:pt x="206" y="3314"/>
                    </a:cubicBezTo>
                    <a:cubicBezTo>
                      <a:pt x="206" y="4156"/>
                      <a:pt x="540" y="4963"/>
                      <a:pt x="1135" y="5558"/>
                    </a:cubicBezTo>
                    <a:cubicBezTo>
                      <a:pt x="1730" y="6153"/>
                      <a:pt x="2537" y="6487"/>
                      <a:pt x="3378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38" name="Freeform: Shape 11837">
                <a:extLst>
                  <a:ext uri="{FF2B5EF4-FFF2-40B4-BE49-F238E27FC236}">
                    <a16:creationId xmlns:a16="http://schemas.microsoft.com/office/drawing/2014/main" id="{9A557CE7-2B52-6509-0393-A9F205D53516}"/>
                  </a:ext>
                </a:extLst>
              </p:cNvPr>
              <p:cNvSpPr/>
              <p:nvPr/>
            </p:nvSpPr>
            <p:spPr>
              <a:xfrm>
                <a:off x="9020489" y="5275765"/>
                <a:ext cx="6343" cy="6345"/>
              </a:xfrm>
              <a:custGeom>
                <a:avLst/>
                <a:gdLst>
                  <a:gd name="connsiteX0" fmla="*/ 3377 w 6343"/>
                  <a:gd name="connsiteY0" fmla="*/ 6487 h 6345"/>
                  <a:gd name="connsiteX1" fmla="*/ 5620 w 6343"/>
                  <a:gd name="connsiteY1" fmla="*/ 5558 h 6345"/>
                  <a:gd name="connsiteX2" fmla="*/ 6549 w 6343"/>
                  <a:gd name="connsiteY2" fmla="*/ 3314 h 6345"/>
                  <a:gd name="connsiteX3" fmla="*/ 5620 w 6343"/>
                  <a:gd name="connsiteY3" fmla="*/ 1071 h 6345"/>
                  <a:gd name="connsiteX4" fmla="*/ 3377 w 6343"/>
                  <a:gd name="connsiteY4" fmla="*/ 142 h 6345"/>
                  <a:gd name="connsiteX5" fmla="*/ 1135 w 6343"/>
                  <a:gd name="connsiteY5" fmla="*/ 1071 h 6345"/>
                  <a:gd name="connsiteX6" fmla="*/ 206 w 6343"/>
                  <a:gd name="connsiteY6" fmla="*/ 3314 h 6345"/>
                  <a:gd name="connsiteX7" fmla="*/ 1135 w 6343"/>
                  <a:gd name="connsiteY7" fmla="*/ 5558 h 6345"/>
                  <a:gd name="connsiteX8" fmla="*/ 3377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7"/>
                    </a:moveTo>
                    <a:cubicBezTo>
                      <a:pt x="4219" y="6487"/>
                      <a:pt x="5025" y="6153"/>
                      <a:pt x="5620" y="5558"/>
                    </a:cubicBezTo>
                    <a:cubicBezTo>
                      <a:pt x="6215" y="4963"/>
                      <a:pt x="6549" y="4156"/>
                      <a:pt x="6549" y="3314"/>
                    </a:cubicBezTo>
                    <a:cubicBezTo>
                      <a:pt x="6549" y="2473"/>
                      <a:pt x="6215" y="1666"/>
                      <a:pt x="5620" y="1071"/>
                    </a:cubicBezTo>
                    <a:cubicBezTo>
                      <a:pt x="5025" y="476"/>
                      <a:pt x="4219" y="142"/>
                      <a:pt x="3377" y="142"/>
                    </a:cubicBezTo>
                    <a:cubicBezTo>
                      <a:pt x="2536" y="142"/>
                      <a:pt x="1730" y="476"/>
                      <a:pt x="1135" y="1071"/>
                    </a:cubicBezTo>
                    <a:cubicBezTo>
                      <a:pt x="540" y="1666"/>
                      <a:pt x="206" y="2473"/>
                      <a:pt x="206" y="3314"/>
                    </a:cubicBezTo>
                    <a:cubicBezTo>
                      <a:pt x="206" y="4156"/>
                      <a:pt x="540" y="4963"/>
                      <a:pt x="1135" y="5558"/>
                    </a:cubicBezTo>
                    <a:cubicBezTo>
                      <a:pt x="1730" y="6153"/>
                      <a:pt x="2536" y="6487"/>
                      <a:pt x="3377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39" name="Freeform: Shape 11838">
                <a:extLst>
                  <a:ext uri="{FF2B5EF4-FFF2-40B4-BE49-F238E27FC236}">
                    <a16:creationId xmlns:a16="http://schemas.microsoft.com/office/drawing/2014/main" id="{C0F57892-0C56-722C-E47A-F533A279C5E8}"/>
                  </a:ext>
                </a:extLst>
              </p:cNvPr>
              <p:cNvSpPr/>
              <p:nvPr/>
            </p:nvSpPr>
            <p:spPr>
              <a:xfrm>
                <a:off x="9020359" y="5273151"/>
                <a:ext cx="6343" cy="6345"/>
              </a:xfrm>
              <a:custGeom>
                <a:avLst/>
                <a:gdLst>
                  <a:gd name="connsiteX0" fmla="*/ 3377 w 6343"/>
                  <a:gd name="connsiteY0" fmla="*/ 6487 h 6345"/>
                  <a:gd name="connsiteX1" fmla="*/ 5620 w 6343"/>
                  <a:gd name="connsiteY1" fmla="*/ 5557 h 6345"/>
                  <a:gd name="connsiteX2" fmla="*/ 6549 w 6343"/>
                  <a:gd name="connsiteY2" fmla="*/ 3314 h 6345"/>
                  <a:gd name="connsiteX3" fmla="*/ 5620 w 6343"/>
                  <a:gd name="connsiteY3" fmla="*/ 1071 h 6345"/>
                  <a:gd name="connsiteX4" fmla="*/ 3377 w 6343"/>
                  <a:gd name="connsiteY4" fmla="*/ 141 h 6345"/>
                  <a:gd name="connsiteX5" fmla="*/ 1135 w 6343"/>
                  <a:gd name="connsiteY5" fmla="*/ 1071 h 6345"/>
                  <a:gd name="connsiteX6" fmla="*/ 206 w 6343"/>
                  <a:gd name="connsiteY6" fmla="*/ 3314 h 6345"/>
                  <a:gd name="connsiteX7" fmla="*/ 1135 w 6343"/>
                  <a:gd name="connsiteY7" fmla="*/ 5557 h 6345"/>
                  <a:gd name="connsiteX8" fmla="*/ 3377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7"/>
                    </a:moveTo>
                    <a:cubicBezTo>
                      <a:pt x="4219" y="6487"/>
                      <a:pt x="5025" y="6152"/>
                      <a:pt x="5620" y="5557"/>
                    </a:cubicBezTo>
                    <a:cubicBezTo>
                      <a:pt x="6215" y="4963"/>
                      <a:pt x="6549" y="4155"/>
                      <a:pt x="6549" y="3314"/>
                    </a:cubicBezTo>
                    <a:cubicBezTo>
                      <a:pt x="6549" y="2473"/>
                      <a:pt x="6215" y="1666"/>
                      <a:pt x="5620" y="1071"/>
                    </a:cubicBezTo>
                    <a:cubicBezTo>
                      <a:pt x="5025" y="476"/>
                      <a:pt x="4219" y="141"/>
                      <a:pt x="3377" y="141"/>
                    </a:cubicBezTo>
                    <a:cubicBezTo>
                      <a:pt x="2536" y="141"/>
                      <a:pt x="1730" y="476"/>
                      <a:pt x="1135" y="1071"/>
                    </a:cubicBezTo>
                    <a:cubicBezTo>
                      <a:pt x="540" y="1666"/>
                      <a:pt x="206" y="2473"/>
                      <a:pt x="206" y="3314"/>
                    </a:cubicBezTo>
                    <a:cubicBezTo>
                      <a:pt x="206" y="4155"/>
                      <a:pt x="540" y="4963"/>
                      <a:pt x="1135" y="5557"/>
                    </a:cubicBezTo>
                    <a:cubicBezTo>
                      <a:pt x="1730" y="6152"/>
                      <a:pt x="2536" y="6487"/>
                      <a:pt x="3377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40" name="Freeform: Shape 11839">
                <a:extLst>
                  <a:ext uri="{FF2B5EF4-FFF2-40B4-BE49-F238E27FC236}">
                    <a16:creationId xmlns:a16="http://schemas.microsoft.com/office/drawing/2014/main" id="{00543DAD-3DF5-1525-80E9-0F6D75B6F764}"/>
                  </a:ext>
                </a:extLst>
              </p:cNvPr>
              <p:cNvSpPr/>
              <p:nvPr/>
            </p:nvSpPr>
            <p:spPr>
              <a:xfrm>
                <a:off x="9019497" y="5270494"/>
                <a:ext cx="6343" cy="6345"/>
              </a:xfrm>
              <a:custGeom>
                <a:avLst/>
                <a:gdLst>
                  <a:gd name="connsiteX0" fmla="*/ 3377 w 6343"/>
                  <a:gd name="connsiteY0" fmla="*/ 6487 h 6345"/>
                  <a:gd name="connsiteX1" fmla="*/ 5620 w 6343"/>
                  <a:gd name="connsiteY1" fmla="*/ 5557 h 6345"/>
                  <a:gd name="connsiteX2" fmla="*/ 6549 w 6343"/>
                  <a:gd name="connsiteY2" fmla="*/ 3314 h 6345"/>
                  <a:gd name="connsiteX3" fmla="*/ 5620 w 6343"/>
                  <a:gd name="connsiteY3" fmla="*/ 1070 h 6345"/>
                  <a:gd name="connsiteX4" fmla="*/ 3377 w 6343"/>
                  <a:gd name="connsiteY4" fmla="*/ 141 h 6345"/>
                  <a:gd name="connsiteX5" fmla="*/ 1135 w 6343"/>
                  <a:gd name="connsiteY5" fmla="*/ 1070 h 6345"/>
                  <a:gd name="connsiteX6" fmla="*/ 206 w 6343"/>
                  <a:gd name="connsiteY6" fmla="*/ 3314 h 6345"/>
                  <a:gd name="connsiteX7" fmla="*/ 1135 w 6343"/>
                  <a:gd name="connsiteY7" fmla="*/ 5557 h 6345"/>
                  <a:gd name="connsiteX8" fmla="*/ 3377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7"/>
                    </a:moveTo>
                    <a:cubicBezTo>
                      <a:pt x="4218" y="6487"/>
                      <a:pt x="5025" y="6152"/>
                      <a:pt x="5620" y="5557"/>
                    </a:cubicBezTo>
                    <a:cubicBezTo>
                      <a:pt x="6215" y="4962"/>
                      <a:pt x="6549" y="4155"/>
                      <a:pt x="6549" y="3314"/>
                    </a:cubicBezTo>
                    <a:cubicBezTo>
                      <a:pt x="6549" y="2472"/>
                      <a:pt x="6215" y="1665"/>
                      <a:pt x="5620" y="1070"/>
                    </a:cubicBezTo>
                    <a:cubicBezTo>
                      <a:pt x="5025" y="475"/>
                      <a:pt x="4218" y="141"/>
                      <a:pt x="3377" y="141"/>
                    </a:cubicBezTo>
                    <a:cubicBezTo>
                      <a:pt x="2536" y="141"/>
                      <a:pt x="1729" y="475"/>
                      <a:pt x="1135" y="1070"/>
                    </a:cubicBezTo>
                    <a:cubicBezTo>
                      <a:pt x="540" y="1665"/>
                      <a:pt x="206" y="2472"/>
                      <a:pt x="206" y="3314"/>
                    </a:cubicBezTo>
                    <a:cubicBezTo>
                      <a:pt x="206" y="4155"/>
                      <a:pt x="540" y="4962"/>
                      <a:pt x="1135" y="5557"/>
                    </a:cubicBezTo>
                    <a:cubicBezTo>
                      <a:pt x="1729" y="6152"/>
                      <a:pt x="2536" y="6487"/>
                      <a:pt x="3377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41" name="Freeform: Shape 11840">
                <a:extLst>
                  <a:ext uri="{FF2B5EF4-FFF2-40B4-BE49-F238E27FC236}">
                    <a16:creationId xmlns:a16="http://schemas.microsoft.com/office/drawing/2014/main" id="{20F25982-2028-FD7E-A58A-8CCDEC692FF1}"/>
                  </a:ext>
                </a:extLst>
              </p:cNvPr>
              <p:cNvSpPr/>
              <p:nvPr/>
            </p:nvSpPr>
            <p:spPr>
              <a:xfrm>
                <a:off x="9019275" y="5267863"/>
                <a:ext cx="6343" cy="6345"/>
              </a:xfrm>
              <a:custGeom>
                <a:avLst/>
                <a:gdLst>
                  <a:gd name="connsiteX0" fmla="*/ 3377 w 6343"/>
                  <a:gd name="connsiteY0" fmla="*/ 6486 h 6345"/>
                  <a:gd name="connsiteX1" fmla="*/ 5620 w 6343"/>
                  <a:gd name="connsiteY1" fmla="*/ 5557 h 6345"/>
                  <a:gd name="connsiteX2" fmla="*/ 6549 w 6343"/>
                  <a:gd name="connsiteY2" fmla="*/ 3314 h 6345"/>
                  <a:gd name="connsiteX3" fmla="*/ 5620 w 6343"/>
                  <a:gd name="connsiteY3" fmla="*/ 1070 h 6345"/>
                  <a:gd name="connsiteX4" fmla="*/ 3377 w 6343"/>
                  <a:gd name="connsiteY4" fmla="*/ 141 h 6345"/>
                  <a:gd name="connsiteX5" fmla="*/ 1135 w 6343"/>
                  <a:gd name="connsiteY5" fmla="*/ 1070 h 6345"/>
                  <a:gd name="connsiteX6" fmla="*/ 206 w 6343"/>
                  <a:gd name="connsiteY6" fmla="*/ 3314 h 6345"/>
                  <a:gd name="connsiteX7" fmla="*/ 1135 w 6343"/>
                  <a:gd name="connsiteY7" fmla="*/ 5557 h 6345"/>
                  <a:gd name="connsiteX8" fmla="*/ 3377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6"/>
                    </a:moveTo>
                    <a:cubicBezTo>
                      <a:pt x="4218" y="6486"/>
                      <a:pt x="5025" y="6152"/>
                      <a:pt x="5620" y="5557"/>
                    </a:cubicBezTo>
                    <a:cubicBezTo>
                      <a:pt x="6215" y="4962"/>
                      <a:pt x="6549" y="4155"/>
                      <a:pt x="6549" y="3314"/>
                    </a:cubicBezTo>
                    <a:cubicBezTo>
                      <a:pt x="6549" y="2472"/>
                      <a:pt x="6215" y="1665"/>
                      <a:pt x="5620" y="1070"/>
                    </a:cubicBezTo>
                    <a:cubicBezTo>
                      <a:pt x="5025" y="475"/>
                      <a:pt x="4218" y="141"/>
                      <a:pt x="3377" y="141"/>
                    </a:cubicBezTo>
                    <a:cubicBezTo>
                      <a:pt x="2536" y="141"/>
                      <a:pt x="1729" y="475"/>
                      <a:pt x="1135" y="1070"/>
                    </a:cubicBezTo>
                    <a:cubicBezTo>
                      <a:pt x="540" y="1665"/>
                      <a:pt x="206" y="2472"/>
                      <a:pt x="206" y="3314"/>
                    </a:cubicBezTo>
                    <a:cubicBezTo>
                      <a:pt x="206" y="4155"/>
                      <a:pt x="540" y="4962"/>
                      <a:pt x="1135" y="5557"/>
                    </a:cubicBezTo>
                    <a:cubicBezTo>
                      <a:pt x="1729" y="6152"/>
                      <a:pt x="2536" y="6486"/>
                      <a:pt x="3377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42" name="Freeform: Shape 11841">
                <a:extLst>
                  <a:ext uri="{FF2B5EF4-FFF2-40B4-BE49-F238E27FC236}">
                    <a16:creationId xmlns:a16="http://schemas.microsoft.com/office/drawing/2014/main" id="{7888E5AC-D93B-2DF1-5730-2CECC65906A6}"/>
                  </a:ext>
                </a:extLst>
              </p:cNvPr>
              <p:cNvSpPr/>
              <p:nvPr/>
            </p:nvSpPr>
            <p:spPr>
              <a:xfrm>
                <a:off x="9019630" y="5265267"/>
                <a:ext cx="6343" cy="6345"/>
              </a:xfrm>
              <a:custGeom>
                <a:avLst/>
                <a:gdLst>
                  <a:gd name="connsiteX0" fmla="*/ 3377 w 6343"/>
                  <a:gd name="connsiteY0" fmla="*/ 6486 h 6345"/>
                  <a:gd name="connsiteX1" fmla="*/ 5620 w 6343"/>
                  <a:gd name="connsiteY1" fmla="*/ 5557 h 6345"/>
                  <a:gd name="connsiteX2" fmla="*/ 6549 w 6343"/>
                  <a:gd name="connsiteY2" fmla="*/ 3313 h 6345"/>
                  <a:gd name="connsiteX3" fmla="*/ 5620 w 6343"/>
                  <a:gd name="connsiteY3" fmla="*/ 1070 h 6345"/>
                  <a:gd name="connsiteX4" fmla="*/ 3377 w 6343"/>
                  <a:gd name="connsiteY4" fmla="*/ 141 h 6345"/>
                  <a:gd name="connsiteX5" fmla="*/ 1135 w 6343"/>
                  <a:gd name="connsiteY5" fmla="*/ 1070 h 6345"/>
                  <a:gd name="connsiteX6" fmla="*/ 206 w 6343"/>
                  <a:gd name="connsiteY6" fmla="*/ 3313 h 6345"/>
                  <a:gd name="connsiteX7" fmla="*/ 1135 w 6343"/>
                  <a:gd name="connsiteY7" fmla="*/ 5557 h 6345"/>
                  <a:gd name="connsiteX8" fmla="*/ 3377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6"/>
                    </a:moveTo>
                    <a:cubicBezTo>
                      <a:pt x="4218" y="6486"/>
                      <a:pt x="5025" y="6152"/>
                      <a:pt x="5620" y="5557"/>
                    </a:cubicBezTo>
                    <a:cubicBezTo>
                      <a:pt x="6215" y="4962"/>
                      <a:pt x="6549" y="4155"/>
                      <a:pt x="6549" y="3313"/>
                    </a:cubicBezTo>
                    <a:cubicBezTo>
                      <a:pt x="6549" y="2472"/>
                      <a:pt x="6215" y="1665"/>
                      <a:pt x="5620" y="1070"/>
                    </a:cubicBezTo>
                    <a:cubicBezTo>
                      <a:pt x="5025" y="475"/>
                      <a:pt x="4218" y="141"/>
                      <a:pt x="3377" y="141"/>
                    </a:cubicBezTo>
                    <a:cubicBezTo>
                      <a:pt x="2536" y="141"/>
                      <a:pt x="1729" y="475"/>
                      <a:pt x="1135" y="1070"/>
                    </a:cubicBezTo>
                    <a:cubicBezTo>
                      <a:pt x="540" y="1665"/>
                      <a:pt x="206" y="2472"/>
                      <a:pt x="206" y="3313"/>
                    </a:cubicBezTo>
                    <a:cubicBezTo>
                      <a:pt x="206" y="4155"/>
                      <a:pt x="540" y="4962"/>
                      <a:pt x="1135" y="5557"/>
                    </a:cubicBezTo>
                    <a:cubicBezTo>
                      <a:pt x="1729" y="6152"/>
                      <a:pt x="2536" y="6486"/>
                      <a:pt x="3377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43" name="Freeform: Shape 11842">
                <a:extLst>
                  <a:ext uri="{FF2B5EF4-FFF2-40B4-BE49-F238E27FC236}">
                    <a16:creationId xmlns:a16="http://schemas.microsoft.com/office/drawing/2014/main" id="{7B763FFE-A326-73BE-D0E1-9DC0887DA6D0}"/>
                  </a:ext>
                </a:extLst>
              </p:cNvPr>
              <p:cNvSpPr/>
              <p:nvPr/>
            </p:nvSpPr>
            <p:spPr>
              <a:xfrm>
                <a:off x="9016200" y="5262393"/>
                <a:ext cx="6343" cy="6345"/>
              </a:xfrm>
              <a:custGeom>
                <a:avLst/>
                <a:gdLst>
                  <a:gd name="connsiteX0" fmla="*/ 3377 w 6343"/>
                  <a:gd name="connsiteY0" fmla="*/ 6486 h 6345"/>
                  <a:gd name="connsiteX1" fmla="*/ 5620 w 6343"/>
                  <a:gd name="connsiteY1" fmla="*/ 5557 h 6345"/>
                  <a:gd name="connsiteX2" fmla="*/ 6549 w 6343"/>
                  <a:gd name="connsiteY2" fmla="*/ 3313 h 6345"/>
                  <a:gd name="connsiteX3" fmla="*/ 5620 w 6343"/>
                  <a:gd name="connsiteY3" fmla="*/ 1070 h 6345"/>
                  <a:gd name="connsiteX4" fmla="*/ 3377 w 6343"/>
                  <a:gd name="connsiteY4" fmla="*/ 140 h 6345"/>
                  <a:gd name="connsiteX5" fmla="*/ 1134 w 6343"/>
                  <a:gd name="connsiteY5" fmla="*/ 1070 h 6345"/>
                  <a:gd name="connsiteX6" fmla="*/ 206 w 6343"/>
                  <a:gd name="connsiteY6" fmla="*/ 3313 h 6345"/>
                  <a:gd name="connsiteX7" fmla="*/ 1134 w 6343"/>
                  <a:gd name="connsiteY7" fmla="*/ 5557 h 6345"/>
                  <a:gd name="connsiteX8" fmla="*/ 3377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6"/>
                    </a:moveTo>
                    <a:cubicBezTo>
                      <a:pt x="4218" y="6486"/>
                      <a:pt x="5025" y="6152"/>
                      <a:pt x="5620" y="5557"/>
                    </a:cubicBezTo>
                    <a:cubicBezTo>
                      <a:pt x="6214" y="4962"/>
                      <a:pt x="6549" y="4155"/>
                      <a:pt x="6549" y="3313"/>
                    </a:cubicBezTo>
                    <a:cubicBezTo>
                      <a:pt x="6549" y="2472"/>
                      <a:pt x="6214" y="1665"/>
                      <a:pt x="5620" y="1070"/>
                    </a:cubicBezTo>
                    <a:cubicBezTo>
                      <a:pt x="5025" y="475"/>
                      <a:pt x="4218" y="140"/>
                      <a:pt x="3377" y="140"/>
                    </a:cubicBezTo>
                    <a:cubicBezTo>
                      <a:pt x="2536" y="140"/>
                      <a:pt x="1729" y="475"/>
                      <a:pt x="1134" y="1070"/>
                    </a:cubicBezTo>
                    <a:cubicBezTo>
                      <a:pt x="540" y="1665"/>
                      <a:pt x="206" y="2472"/>
                      <a:pt x="206" y="3313"/>
                    </a:cubicBezTo>
                    <a:cubicBezTo>
                      <a:pt x="206" y="4155"/>
                      <a:pt x="540" y="4962"/>
                      <a:pt x="1134" y="5557"/>
                    </a:cubicBezTo>
                    <a:cubicBezTo>
                      <a:pt x="1729" y="6152"/>
                      <a:pt x="2536" y="6486"/>
                      <a:pt x="3377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44" name="Freeform: Shape 11843">
                <a:extLst>
                  <a:ext uri="{FF2B5EF4-FFF2-40B4-BE49-F238E27FC236}">
                    <a16:creationId xmlns:a16="http://schemas.microsoft.com/office/drawing/2014/main" id="{C7516AA5-BF2D-AD0C-17AC-9D94D7942E10}"/>
                  </a:ext>
                </a:extLst>
              </p:cNvPr>
              <p:cNvSpPr/>
              <p:nvPr/>
            </p:nvSpPr>
            <p:spPr>
              <a:xfrm>
                <a:off x="8587333" y="5161344"/>
                <a:ext cx="6343" cy="6345"/>
              </a:xfrm>
              <a:custGeom>
                <a:avLst/>
                <a:gdLst>
                  <a:gd name="connsiteX0" fmla="*/ 3343 w 6343"/>
                  <a:gd name="connsiteY0" fmla="*/ 6478 h 6345"/>
                  <a:gd name="connsiteX1" fmla="*/ 5586 w 6343"/>
                  <a:gd name="connsiteY1" fmla="*/ 5549 h 6345"/>
                  <a:gd name="connsiteX2" fmla="*/ 6515 w 6343"/>
                  <a:gd name="connsiteY2" fmla="*/ 3305 h 6345"/>
                  <a:gd name="connsiteX3" fmla="*/ 5586 w 6343"/>
                  <a:gd name="connsiteY3" fmla="*/ 1062 h 6345"/>
                  <a:gd name="connsiteX4" fmla="*/ 3343 w 6343"/>
                  <a:gd name="connsiteY4" fmla="*/ 133 h 6345"/>
                  <a:gd name="connsiteX5" fmla="*/ 1101 w 6343"/>
                  <a:gd name="connsiteY5" fmla="*/ 1062 h 6345"/>
                  <a:gd name="connsiteX6" fmla="*/ 172 w 6343"/>
                  <a:gd name="connsiteY6" fmla="*/ 3305 h 6345"/>
                  <a:gd name="connsiteX7" fmla="*/ 1101 w 6343"/>
                  <a:gd name="connsiteY7" fmla="*/ 5549 h 6345"/>
                  <a:gd name="connsiteX8" fmla="*/ 334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3" y="6478"/>
                    </a:moveTo>
                    <a:cubicBezTo>
                      <a:pt x="4184" y="6478"/>
                      <a:pt x="4991" y="6144"/>
                      <a:pt x="5586" y="5549"/>
                    </a:cubicBezTo>
                    <a:cubicBezTo>
                      <a:pt x="6181" y="4954"/>
                      <a:pt x="6515" y="4147"/>
                      <a:pt x="6515" y="3305"/>
                    </a:cubicBezTo>
                    <a:cubicBezTo>
                      <a:pt x="6515" y="2464"/>
                      <a:pt x="6181" y="1657"/>
                      <a:pt x="5586" y="1062"/>
                    </a:cubicBezTo>
                    <a:cubicBezTo>
                      <a:pt x="4991" y="467"/>
                      <a:pt x="4184" y="133"/>
                      <a:pt x="3343" y="133"/>
                    </a:cubicBezTo>
                    <a:cubicBezTo>
                      <a:pt x="2502" y="133"/>
                      <a:pt x="1695" y="467"/>
                      <a:pt x="1101" y="1062"/>
                    </a:cubicBezTo>
                    <a:cubicBezTo>
                      <a:pt x="506" y="1657"/>
                      <a:pt x="172" y="2464"/>
                      <a:pt x="172" y="3305"/>
                    </a:cubicBezTo>
                    <a:cubicBezTo>
                      <a:pt x="172" y="4147"/>
                      <a:pt x="506" y="4954"/>
                      <a:pt x="1101" y="5549"/>
                    </a:cubicBezTo>
                    <a:cubicBezTo>
                      <a:pt x="1695" y="6144"/>
                      <a:pt x="2502" y="6478"/>
                      <a:pt x="334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45" name="Freeform: Shape 11844">
                <a:extLst>
                  <a:ext uri="{FF2B5EF4-FFF2-40B4-BE49-F238E27FC236}">
                    <a16:creationId xmlns:a16="http://schemas.microsoft.com/office/drawing/2014/main" id="{AD4F34DD-37BF-269D-992A-5A28BE6052B4}"/>
                  </a:ext>
                </a:extLst>
              </p:cNvPr>
              <p:cNvSpPr/>
              <p:nvPr/>
            </p:nvSpPr>
            <p:spPr>
              <a:xfrm>
                <a:off x="8620736" y="5161335"/>
                <a:ext cx="6343" cy="6345"/>
              </a:xfrm>
              <a:custGeom>
                <a:avLst/>
                <a:gdLst>
                  <a:gd name="connsiteX0" fmla="*/ 3346 w 6343"/>
                  <a:gd name="connsiteY0" fmla="*/ 6478 h 6345"/>
                  <a:gd name="connsiteX1" fmla="*/ 5589 w 6343"/>
                  <a:gd name="connsiteY1" fmla="*/ 5549 h 6345"/>
                  <a:gd name="connsiteX2" fmla="*/ 6517 w 6343"/>
                  <a:gd name="connsiteY2" fmla="*/ 3305 h 6345"/>
                  <a:gd name="connsiteX3" fmla="*/ 5589 w 6343"/>
                  <a:gd name="connsiteY3" fmla="*/ 1062 h 6345"/>
                  <a:gd name="connsiteX4" fmla="*/ 3346 w 6343"/>
                  <a:gd name="connsiteY4" fmla="*/ 133 h 6345"/>
                  <a:gd name="connsiteX5" fmla="*/ 1103 w 6343"/>
                  <a:gd name="connsiteY5" fmla="*/ 1062 h 6345"/>
                  <a:gd name="connsiteX6" fmla="*/ 174 w 6343"/>
                  <a:gd name="connsiteY6" fmla="*/ 3305 h 6345"/>
                  <a:gd name="connsiteX7" fmla="*/ 1103 w 6343"/>
                  <a:gd name="connsiteY7" fmla="*/ 5549 h 6345"/>
                  <a:gd name="connsiteX8" fmla="*/ 334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6" y="6478"/>
                    </a:moveTo>
                    <a:cubicBezTo>
                      <a:pt x="4187" y="6478"/>
                      <a:pt x="4994" y="6144"/>
                      <a:pt x="5589" y="5549"/>
                    </a:cubicBezTo>
                    <a:cubicBezTo>
                      <a:pt x="6183" y="4954"/>
                      <a:pt x="6517" y="4147"/>
                      <a:pt x="6517" y="3305"/>
                    </a:cubicBezTo>
                    <a:cubicBezTo>
                      <a:pt x="6517" y="2464"/>
                      <a:pt x="6183" y="1657"/>
                      <a:pt x="5589" y="1062"/>
                    </a:cubicBezTo>
                    <a:cubicBezTo>
                      <a:pt x="4994" y="467"/>
                      <a:pt x="4187" y="133"/>
                      <a:pt x="3346" y="133"/>
                    </a:cubicBezTo>
                    <a:cubicBezTo>
                      <a:pt x="2505" y="133"/>
                      <a:pt x="1698" y="467"/>
                      <a:pt x="1103" y="1062"/>
                    </a:cubicBezTo>
                    <a:cubicBezTo>
                      <a:pt x="509" y="1657"/>
                      <a:pt x="174" y="2464"/>
                      <a:pt x="174" y="3305"/>
                    </a:cubicBezTo>
                    <a:cubicBezTo>
                      <a:pt x="174" y="4147"/>
                      <a:pt x="509" y="4954"/>
                      <a:pt x="1103" y="5549"/>
                    </a:cubicBezTo>
                    <a:cubicBezTo>
                      <a:pt x="1698" y="6144"/>
                      <a:pt x="2505" y="6478"/>
                      <a:pt x="334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46" name="Freeform: Shape 11845">
                <a:extLst>
                  <a:ext uri="{FF2B5EF4-FFF2-40B4-BE49-F238E27FC236}">
                    <a16:creationId xmlns:a16="http://schemas.microsoft.com/office/drawing/2014/main" id="{DFF4A8AD-ABC3-EF45-C3FC-A7C1DFF96A0B}"/>
                  </a:ext>
                </a:extLst>
              </p:cNvPr>
              <p:cNvSpPr/>
              <p:nvPr/>
            </p:nvSpPr>
            <p:spPr>
              <a:xfrm>
                <a:off x="8659651" y="5162660"/>
                <a:ext cx="6343" cy="6345"/>
              </a:xfrm>
              <a:custGeom>
                <a:avLst/>
                <a:gdLst>
                  <a:gd name="connsiteX0" fmla="*/ 3349 w 6343"/>
                  <a:gd name="connsiteY0" fmla="*/ 6478 h 6345"/>
                  <a:gd name="connsiteX1" fmla="*/ 5592 w 6343"/>
                  <a:gd name="connsiteY1" fmla="*/ 5549 h 6345"/>
                  <a:gd name="connsiteX2" fmla="*/ 6521 w 6343"/>
                  <a:gd name="connsiteY2" fmla="*/ 3305 h 6345"/>
                  <a:gd name="connsiteX3" fmla="*/ 5592 w 6343"/>
                  <a:gd name="connsiteY3" fmla="*/ 1062 h 6345"/>
                  <a:gd name="connsiteX4" fmla="*/ 3349 w 6343"/>
                  <a:gd name="connsiteY4" fmla="*/ 133 h 6345"/>
                  <a:gd name="connsiteX5" fmla="*/ 1106 w 6343"/>
                  <a:gd name="connsiteY5" fmla="*/ 1062 h 6345"/>
                  <a:gd name="connsiteX6" fmla="*/ 177 w 6343"/>
                  <a:gd name="connsiteY6" fmla="*/ 3305 h 6345"/>
                  <a:gd name="connsiteX7" fmla="*/ 1106 w 6343"/>
                  <a:gd name="connsiteY7" fmla="*/ 5549 h 6345"/>
                  <a:gd name="connsiteX8" fmla="*/ 334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478"/>
                    </a:moveTo>
                    <a:cubicBezTo>
                      <a:pt x="4190" y="6478"/>
                      <a:pt x="4997" y="6144"/>
                      <a:pt x="5592" y="5549"/>
                    </a:cubicBezTo>
                    <a:cubicBezTo>
                      <a:pt x="6186" y="4954"/>
                      <a:pt x="6521" y="4147"/>
                      <a:pt x="6521" y="3305"/>
                    </a:cubicBezTo>
                    <a:cubicBezTo>
                      <a:pt x="6521" y="2464"/>
                      <a:pt x="6186" y="1657"/>
                      <a:pt x="5592" y="1062"/>
                    </a:cubicBezTo>
                    <a:cubicBezTo>
                      <a:pt x="4997" y="467"/>
                      <a:pt x="4190" y="133"/>
                      <a:pt x="3349" y="133"/>
                    </a:cubicBezTo>
                    <a:cubicBezTo>
                      <a:pt x="2508" y="133"/>
                      <a:pt x="1701" y="467"/>
                      <a:pt x="1106" y="1062"/>
                    </a:cubicBezTo>
                    <a:cubicBezTo>
                      <a:pt x="512" y="1657"/>
                      <a:pt x="177" y="2464"/>
                      <a:pt x="177" y="3305"/>
                    </a:cubicBezTo>
                    <a:cubicBezTo>
                      <a:pt x="177" y="4147"/>
                      <a:pt x="512" y="4954"/>
                      <a:pt x="1106" y="5549"/>
                    </a:cubicBezTo>
                    <a:cubicBezTo>
                      <a:pt x="1701" y="6144"/>
                      <a:pt x="2508" y="6478"/>
                      <a:pt x="334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47" name="Freeform: Shape 11846">
                <a:extLst>
                  <a:ext uri="{FF2B5EF4-FFF2-40B4-BE49-F238E27FC236}">
                    <a16:creationId xmlns:a16="http://schemas.microsoft.com/office/drawing/2014/main" id="{1875C3F5-32B5-2672-9E31-0DC0CD3D4AA7}"/>
                  </a:ext>
                </a:extLst>
              </p:cNvPr>
              <p:cNvSpPr/>
              <p:nvPr/>
            </p:nvSpPr>
            <p:spPr>
              <a:xfrm>
                <a:off x="8686821" y="5162425"/>
                <a:ext cx="6343" cy="6345"/>
              </a:xfrm>
              <a:custGeom>
                <a:avLst/>
                <a:gdLst>
                  <a:gd name="connsiteX0" fmla="*/ 3351 w 6343"/>
                  <a:gd name="connsiteY0" fmla="*/ 6478 h 6345"/>
                  <a:gd name="connsiteX1" fmla="*/ 5594 w 6343"/>
                  <a:gd name="connsiteY1" fmla="*/ 5549 h 6345"/>
                  <a:gd name="connsiteX2" fmla="*/ 6523 w 6343"/>
                  <a:gd name="connsiteY2" fmla="*/ 3305 h 6345"/>
                  <a:gd name="connsiteX3" fmla="*/ 5594 w 6343"/>
                  <a:gd name="connsiteY3" fmla="*/ 1062 h 6345"/>
                  <a:gd name="connsiteX4" fmla="*/ 3351 w 6343"/>
                  <a:gd name="connsiteY4" fmla="*/ 133 h 6345"/>
                  <a:gd name="connsiteX5" fmla="*/ 1108 w 6343"/>
                  <a:gd name="connsiteY5" fmla="*/ 1062 h 6345"/>
                  <a:gd name="connsiteX6" fmla="*/ 180 w 6343"/>
                  <a:gd name="connsiteY6" fmla="*/ 3305 h 6345"/>
                  <a:gd name="connsiteX7" fmla="*/ 1108 w 6343"/>
                  <a:gd name="connsiteY7" fmla="*/ 5549 h 6345"/>
                  <a:gd name="connsiteX8" fmla="*/ 335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478"/>
                    </a:moveTo>
                    <a:cubicBezTo>
                      <a:pt x="4192" y="6478"/>
                      <a:pt x="4999" y="6144"/>
                      <a:pt x="5594" y="5549"/>
                    </a:cubicBezTo>
                    <a:cubicBezTo>
                      <a:pt x="6188" y="4954"/>
                      <a:pt x="6523" y="4147"/>
                      <a:pt x="6523" y="3305"/>
                    </a:cubicBezTo>
                    <a:cubicBezTo>
                      <a:pt x="6523" y="2464"/>
                      <a:pt x="6188" y="1657"/>
                      <a:pt x="5594" y="1062"/>
                    </a:cubicBezTo>
                    <a:cubicBezTo>
                      <a:pt x="4999" y="467"/>
                      <a:pt x="4192" y="133"/>
                      <a:pt x="3351" y="133"/>
                    </a:cubicBezTo>
                    <a:cubicBezTo>
                      <a:pt x="2510" y="133"/>
                      <a:pt x="1703" y="467"/>
                      <a:pt x="1108" y="1062"/>
                    </a:cubicBezTo>
                    <a:cubicBezTo>
                      <a:pt x="514" y="1657"/>
                      <a:pt x="180" y="2464"/>
                      <a:pt x="180" y="3305"/>
                    </a:cubicBezTo>
                    <a:cubicBezTo>
                      <a:pt x="180" y="4147"/>
                      <a:pt x="514" y="4954"/>
                      <a:pt x="1108" y="5549"/>
                    </a:cubicBezTo>
                    <a:cubicBezTo>
                      <a:pt x="1703" y="6144"/>
                      <a:pt x="2510" y="6478"/>
                      <a:pt x="335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48" name="Freeform: Shape 11847">
                <a:extLst>
                  <a:ext uri="{FF2B5EF4-FFF2-40B4-BE49-F238E27FC236}">
                    <a16:creationId xmlns:a16="http://schemas.microsoft.com/office/drawing/2014/main" id="{559399B8-3B52-C55F-06F9-E32CA822C453}"/>
                  </a:ext>
                </a:extLst>
              </p:cNvPr>
              <p:cNvSpPr/>
              <p:nvPr/>
            </p:nvSpPr>
            <p:spPr>
              <a:xfrm>
                <a:off x="8727984" y="5165043"/>
                <a:ext cx="6343" cy="6345"/>
              </a:xfrm>
              <a:custGeom>
                <a:avLst/>
                <a:gdLst>
                  <a:gd name="connsiteX0" fmla="*/ 3354 w 6343"/>
                  <a:gd name="connsiteY0" fmla="*/ 6478 h 6345"/>
                  <a:gd name="connsiteX1" fmla="*/ 5597 w 6343"/>
                  <a:gd name="connsiteY1" fmla="*/ 5549 h 6345"/>
                  <a:gd name="connsiteX2" fmla="*/ 6526 w 6343"/>
                  <a:gd name="connsiteY2" fmla="*/ 3306 h 6345"/>
                  <a:gd name="connsiteX3" fmla="*/ 5597 w 6343"/>
                  <a:gd name="connsiteY3" fmla="*/ 1062 h 6345"/>
                  <a:gd name="connsiteX4" fmla="*/ 3354 w 6343"/>
                  <a:gd name="connsiteY4" fmla="*/ 133 h 6345"/>
                  <a:gd name="connsiteX5" fmla="*/ 1112 w 6343"/>
                  <a:gd name="connsiteY5" fmla="*/ 1062 h 6345"/>
                  <a:gd name="connsiteX6" fmla="*/ 183 w 6343"/>
                  <a:gd name="connsiteY6" fmla="*/ 3306 h 6345"/>
                  <a:gd name="connsiteX7" fmla="*/ 1112 w 6343"/>
                  <a:gd name="connsiteY7" fmla="*/ 5549 h 6345"/>
                  <a:gd name="connsiteX8" fmla="*/ 335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478"/>
                    </a:moveTo>
                    <a:cubicBezTo>
                      <a:pt x="4195" y="6478"/>
                      <a:pt x="5002" y="6144"/>
                      <a:pt x="5597" y="5549"/>
                    </a:cubicBezTo>
                    <a:cubicBezTo>
                      <a:pt x="6192" y="4954"/>
                      <a:pt x="6526" y="4147"/>
                      <a:pt x="6526" y="3306"/>
                    </a:cubicBezTo>
                    <a:cubicBezTo>
                      <a:pt x="6526" y="2464"/>
                      <a:pt x="6192" y="1657"/>
                      <a:pt x="5597" y="1062"/>
                    </a:cubicBezTo>
                    <a:cubicBezTo>
                      <a:pt x="5002" y="467"/>
                      <a:pt x="4195" y="133"/>
                      <a:pt x="3354" y="133"/>
                    </a:cubicBezTo>
                    <a:cubicBezTo>
                      <a:pt x="2513" y="133"/>
                      <a:pt x="1706" y="467"/>
                      <a:pt x="1112" y="1062"/>
                    </a:cubicBezTo>
                    <a:cubicBezTo>
                      <a:pt x="517" y="1657"/>
                      <a:pt x="183" y="2464"/>
                      <a:pt x="183" y="3306"/>
                    </a:cubicBezTo>
                    <a:cubicBezTo>
                      <a:pt x="183" y="4147"/>
                      <a:pt x="517" y="4954"/>
                      <a:pt x="1112" y="5549"/>
                    </a:cubicBezTo>
                    <a:cubicBezTo>
                      <a:pt x="1706" y="6144"/>
                      <a:pt x="2513" y="6478"/>
                      <a:pt x="335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49" name="Freeform: Shape 11848">
                <a:extLst>
                  <a:ext uri="{FF2B5EF4-FFF2-40B4-BE49-F238E27FC236}">
                    <a16:creationId xmlns:a16="http://schemas.microsoft.com/office/drawing/2014/main" id="{7D5D6E8B-5EB2-49AA-7D82-380E7116F8A5}"/>
                  </a:ext>
                </a:extLst>
              </p:cNvPr>
              <p:cNvSpPr/>
              <p:nvPr/>
            </p:nvSpPr>
            <p:spPr>
              <a:xfrm>
                <a:off x="8743040" y="5163306"/>
                <a:ext cx="6343" cy="6345"/>
              </a:xfrm>
              <a:custGeom>
                <a:avLst/>
                <a:gdLst>
                  <a:gd name="connsiteX0" fmla="*/ 3356 w 6343"/>
                  <a:gd name="connsiteY0" fmla="*/ 6478 h 6345"/>
                  <a:gd name="connsiteX1" fmla="*/ 5598 w 6343"/>
                  <a:gd name="connsiteY1" fmla="*/ 5549 h 6345"/>
                  <a:gd name="connsiteX2" fmla="*/ 6527 w 6343"/>
                  <a:gd name="connsiteY2" fmla="*/ 3305 h 6345"/>
                  <a:gd name="connsiteX3" fmla="*/ 5598 w 6343"/>
                  <a:gd name="connsiteY3" fmla="*/ 1062 h 6345"/>
                  <a:gd name="connsiteX4" fmla="*/ 3356 w 6343"/>
                  <a:gd name="connsiteY4" fmla="*/ 133 h 6345"/>
                  <a:gd name="connsiteX5" fmla="*/ 1113 w 6343"/>
                  <a:gd name="connsiteY5" fmla="*/ 1062 h 6345"/>
                  <a:gd name="connsiteX6" fmla="*/ 184 w 6343"/>
                  <a:gd name="connsiteY6" fmla="*/ 3305 h 6345"/>
                  <a:gd name="connsiteX7" fmla="*/ 1113 w 6343"/>
                  <a:gd name="connsiteY7" fmla="*/ 5549 h 6345"/>
                  <a:gd name="connsiteX8" fmla="*/ 335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478"/>
                    </a:moveTo>
                    <a:cubicBezTo>
                      <a:pt x="4197" y="6478"/>
                      <a:pt x="5003" y="6144"/>
                      <a:pt x="5598" y="5549"/>
                    </a:cubicBezTo>
                    <a:cubicBezTo>
                      <a:pt x="6193" y="4954"/>
                      <a:pt x="6527" y="4147"/>
                      <a:pt x="6527" y="3305"/>
                    </a:cubicBezTo>
                    <a:cubicBezTo>
                      <a:pt x="6527" y="2464"/>
                      <a:pt x="6193" y="1657"/>
                      <a:pt x="5598" y="1062"/>
                    </a:cubicBezTo>
                    <a:cubicBezTo>
                      <a:pt x="5003" y="467"/>
                      <a:pt x="4197" y="133"/>
                      <a:pt x="3356" y="133"/>
                    </a:cubicBezTo>
                    <a:cubicBezTo>
                      <a:pt x="2514" y="133"/>
                      <a:pt x="1708" y="467"/>
                      <a:pt x="1113" y="1062"/>
                    </a:cubicBezTo>
                    <a:cubicBezTo>
                      <a:pt x="518" y="1657"/>
                      <a:pt x="184" y="2464"/>
                      <a:pt x="184" y="3305"/>
                    </a:cubicBezTo>
                    <a:cubicBezTo>
                      <a:pt x="184" y="4147"/>
                      <a:pt x="518" y="4954"/>
                      <a:pt x="1113" y="5549"/>
                    </a:cubicBezTo>
                    <a:cubicBezTo>
                      <a:pt x="1708" y="6144"/>
                      <a:pt x="2514" y="6478"/>
                      <a:pt x="335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50" name="Freeform: Shape 11849">
                <a:extLst>
                  <a:ext uri="{FF2B5EF4-FFF2-40B4-BE49-F238E27FC236}">
                    <a16:creationId xmlns:a16="http://schemas.microsoft.com/office/drawing/2014/main" id="{9E9CF57A-A3B0-A78D-9B20-0341EA42A852}"/>
                  </a:ext>
                </a:extLst>
              </p:cNvPr>
              <p:cNvSpPr/>
              <p:nvPr/>
            </p:nvSpPr>
            <p:spPr>
              <a:xfrm>
                <a:off x="8766925" y="5163451"/>
                <a:ext cx="6343" cy="6345"/>
              </a:xfrm>
              <a:custGeom>
                <a:avLst/>
                <a:gdLst>
                  <a:gd name="connsiteX0" fmla="*/ 3357 w 6343"/>
                  <a:gd name="connsiteY0" fmla="*/ 6478 h 6345"/>
                  <a:gd name="connsiteX1" fmla="*/ 5600 w 6343"/>
                  <a:gd name="connsiteY1" fmla="*/ 5549 h 6345"/>
                  <a:gd name="connsiteX2" fmla="*/ 6529 w 6343"/>
                  <a:gd name="connsiteY2" fmla="*/ 3305 h 6345"/>
                  <a:gd name="connsiteX3" fmla="*/ 5600 w 6343"/>
                  <a:gd name="connsiteY3" fmla="*/ 1062 h 6345"/>
                  <a:gd name="connsiteX4" fmla="*/ 3357 w 6343"/>
                  <a:gd name="connsiteY4" fmla="*/ 133 h 6345"/>
                  <a:gd name="connsiteX5" fmla="*/ 1115 w 6343"/>
                  <a:gd name="connsiteY5" fmla="*/ 1062 h 6345"/>
                  <a:gd name="connsiteX6" fmla="*/ 186 w 6343"/>
                  <a:gd name="connsiteY6" fmla="*/ 3305 h 6345"/>
                  <a:gd name="connsiteX7" fmla="*/ 1115 w 6343"/>
                  <a:gd name="connsiteY7" fmla="*/ 5549 h 6345"/>
                  <a:gd name="connsiteX8" fmla="*/ 335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478"/>
                    </a:moveTo>
                    <a:cubicBezTo>
                      <a:pt x="4199" y="6478"/>
                      <a:pt x="5005" y="6144"/>
                      <a:pt x="5600" y="5549"/>
                    </a:cubicBezTo>
                    <a:cubicBezTo>
                      <a:pt x="6195" y="4954"/>
                      <a:pt x="6529" y="4147"/>
                      <a:pt x="6529" y="3305"/>
                    </a:cubicBezTo>
                    <a:cubicBezTo>
                      <a:pt x="6529" y="2464"/>
                      <a:pt x="6195" y="1657"/>
                      <a:pt x="5600" y="1062"/>
                    </a:cubicBezTo>
                    <a:cubicBezTo>
                      <a:pt x="5005" y="467"/>
                      <a:pt x="4199" y="133"/>
                      <a:pt x="3357" y="133"/>
                    </a:cubicBezTo>
                    <a:cubicBezTo>
                      <a:pt x="2516" y="133"/>
                      <a:pt x="1710" y="467"/>
                      <a:pt x="1115" y="1062"/>
                    </a:cubicBezTo>
                    <a:cubicBezTo>
                      <a:pt x="520" y="1657"/>
                      <a:pt x="186" y="2464"/>
                      <a:pt x="186" y="3305"/>
                    </a:cubicBezTo>
                    <a:cubicBezTo>
                      <a:pt x="186" y="4147"/>
                      <a:pt x="520" y="4954"/>
                      <a:pt x="1115" y="5549"/>
                    </a:cubicBezTo>
                    <a:cubicBezTo>
                      <a:pt x="1710" y="6144"/>
                      <a:pt x="2516" y="6478"/>
                      <a:pt x="335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51" name="Freeform: Shape 11850">
                <a:extLst>
                  <a:ext uri="{FF2B5EF4-FFF2-40B4-BE49-F238E27FC236}">
                    <a16:creationId xmlns:a16="http://schemas.microsoft.com/office/drawing/2014/main" id="{B26616F9-2C3F-C53C-4E05-DC10B647DBDB}"/>
                  </a:ext>
                </a:extLst>
              </p:cNvPr>
              <p:cNvSpPr/>
              <p:nvPr/>
            </p:nvSpPr>
            <p:spPr>
              <a:xfrm>
                <a:off x="8796970" y="5165118"/>
                <a:ext cx="6343" cy="6345"/>
              </a:xfrm>
              <a:custGeom>
                <a:avLst/>
                <a:gdLst>
                  <a:gd name="connsiteX0" fmla="*/ 3360 w 6343"/>
                  <a:gd name="connsiteY0" fmla="*/ 6478 h 6345"/>
                  <a:gd name="connsiteX1" fmla="*/ 5602 w 6343"/>
                  <a:gd name="connsiteY1" fmla="*/ 5549 h 6345"/>
                  <a:gd name="connsiteX2" fmla="*/ 6531 w 6343"/>
                  <a:gd name="connsiteY2" fmla="*/ 3306 h 6345"/>
                  <a:gd name="connsiteX3" fmla="*/ 5602 w 6343"/>
                  <a:gd name="connsiteY3" fmla="*/ 1062 h 6345"/>
                  <a:gd name="connsiteX4" fmla="*/ 3360 w 6343"/>
                  <a:gd name="connsiteY4" fmla="*/ 133 h 6345"/>
                  <a:gd name="connsiteX5" fmla="*/ 1117 w 6343"/>
                  <a:gd name="connsiteY5" fmla="*/ 1062 h 6345"/>
                  <a:gd name="connsiteX6" fmla="*/ 188 w 6343"/>
                  <a:gd name="connsiteY6" fmla="*/ 3306 h 6345"/>
                  <a:gd name="connsiteX7" fmla="*/ 1117 w 6343"/>
                  <a:gd name="connsiteY7" fmla="*/ 5549 h 6345"/>
                  <a:gd name="connsiteX8" fmla="*/ 336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478"/>
                    </a:moveTo>
                    <a:cubicBezTo>
                      <a:pt x="4201" y="6478"/>
                      <a:pt x="5008" y="6144"/>
                      <a:pt x="5602" y="5549"/>
                    </a:cubicBezTo>
                    <a:cubicBezTo>
                      <a:pt x="6197" y="4954"/>
                      <a:pt x="6531" y="4147"/>
                      <a:pt x="6531" y="3306"/>
                    </a:cubicBezTo>
                    <a:cubicBezTo>
                      <a:pt x="6531" y="2464"/>
                      <a:pt x="6197" y="1657"/>
                      <a:pt x="5602" y="1062"/>
                    </a:cubicBezTo>
                    <a:cubicBezTo>
                      <a:pt x="5008" y="467"/>
                      <a:pt x="4201" y="133"/>
                      <a:pt x="3360" y="133"/>
                    </a:cubicBezTo>
                    <a:cubicBezTo>
                      <a:pt x="2519" y="133"/>
                      <a:pt x="1712" y="467"/>
                      <a:pt x="1117" y="1062"/>
                    </a:cubicBezTo>
                    <a:cubicBezTo>
                      <a:pt x="522" y="1657"/>
                      <a:pt x="188" y="2464"/>
                      <a:pt x="188" y="3306"/>
                    </a:cubicBezTo>
                    <a:cubicBezTo>
                      <a:pt x="188" y="4147"/>
                      <a:pt x="522" y="4954"/>
                      <a:pt x="1117" y="5549"/>
                    </a:cubicBezTo>
                    <a:cubicBezTo>
                      <a:pt x="1712" y="6144"/>
                      <a:pt x="2519" y="6478"/>
                      <a:pt x="336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52" name="Freeform: Shape 11851">
                <a:extLst>
                  <a:ext uri="{FF2B5EF4-FFF2-40B4-BE49-F238E27FC236}">
                    <a16:creationId xmlns:a16="http://schemas.microsoft.com/office/drawing/2014/main" id="{89CF4341-0540-FF9B-53FA-122304AC406B}"/>
                  </a:ext>
                </a:extLst>
              </p:cNvPr>
              <p:cNvSpPr/>
              <p:nvPr/>
            </p:nvSpPr>
            <p:spPr>
              <a:xfrm>
                <a:off x="8810198" y="5163701"/>
                <a:ext cx="6343" cy="6345"/>
              </a:xfrm>
              <a:custGeom>
                <a:avLst/>
                <a:gdLst>
                  <a:gd name="connsiteX0" fmla="*/ 3361 w 6343"/>
                  <a:gd name="connsiteY0" fmla="*/ 6478 h 6345"/>
                  <a:gd name="connsiteX1" fmla="*/ 5603 w 6343"/>
                  <a:gd name="connsiteY1" fmla="*/ 5549 h 6345"/>
                  <a:gd name="connsiteX2" fmla="*/ 6532 w 6343"/>
                  <a:gd name="connsiteY2" fmla="*/ 3305 h 6345"/>
                  <a:gd name="connsiteX3" fmla="*/ 5603 w 6343"/>
                  <a:gd name="connsiteY3" fmla="*/ 1062 h 6345"/>
                  <a:gd name="connsiteX4" fmla="*/ 3361 w 6343"/>
                  <a:gd name="connsiteY4" fmla="*/ 133 h 6345"/>
                  <a:gd name="connsiteX5" fmla="*/ 1118 w 6343"/>
                  <a:gd name="connsiteY5" fmla="*/ 1062 h 6345"/>
                  <a:gd name="connsiteX6" fmla="*/ 189 w 6343"/>
                  <a:gd name="connsiteY6" fmla="*/ 3305 h 6345"/>
                  <a:gd name="connsiteX7" fmla="*/ 1118 w 6343"/>
                  <a:gd name="connsiteY7" fmla="*/ 5549 h 6345"/>
                  <a:gd name="connsiteX8" fmla="*/ 336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78"/>
                    </a:moveTo>
                    <a:cubicBezTo>
                      <a:pt x="4202" y="6478"/>
                      <a:pt x="5009" y="6144"/>
                      <a:pt x="5603" y="5549"/>
                    </a:cubicBezTo>
                    <a:cubicBezTo>
                      <a:pt x="6198" y="4954"/>
                      <a:pt x="6532" y="4147"/>
                      <a:pt x="6532" y="3305"/>
                    </a:cubicBezTo>
                    <a:cubicBezTo>
                      <a:pt x="6532" y="2464"/>
                      <a:pt x="6198" y="1657"/>
                      <a:pt x="5603" y="1062"/>
                    </a:cubicBezTo>
                    <a:cubicBezTo>
                      <a:pt x="5009" y="467"/>
                      <a:pt x="4202" y="133"/>
                      <a:pt x="3361" y="133"/>
                    </a:cubicBezTo>
                    <a:cubicBezTo>
                      <a:pt x="2520" y="133"/>
                      <a:pt x="1713" y="467"/>
                      <a:pt x="1118" y="1062"/>
                    </a:cubicBezTo>
                    <a:cubicBezTo>
                      <a:pt x="523" y="1657"/>
                      <a:pt x="189" y="2464"/>
                      <a:pt x="189" y="3305"/>
                    </a:cubicBezTo>
                    <a:cubicBezTo>
                      <a:pt x="189" y="4147"/>
                      <a:pt x="523" y="4954"/>
                      <a:pt x="1118" y="5549"/>
                    </a:cubicBezTo>
                    <a:cubicBezTo>
                      <a:pt x="1713" y="6144"/>
                      <a:pt x="2520" y="6478"/>
                      <a:pt x="336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53" name="Freeform: Shape 11852">
                <a:extLst>
                  <a:ext uri="{FF2B5EF4-FFF2-40B4-BE49-F238E27FC236}">
                    <a16:creationId xmlns:a16="http://schemas.microsoft.com/office/drawing/2014/main" id="{F634D97E-FCFD-AD52-C375-DFDCAAAEDE73}"/>
                  </a:ext>
                </a:extLst>
              </p:cNvPr>
              <p:cNvSpPr/>
              <p:nvPr/>
            </p:nvSpPr>
            <p:spPr>
              <a:xfrm>
                <a:off x="8831548" y="5164165"/>
                <a:ext cx="6343" cy="6345"/>
              </a:xfrm>
              <a:custGeom>
                <a:avLst/>
                <a:gdLst>
                  <a:gd name="connsiteX0" fmla="*/ 3363 w 6343"/>
                  <a:gd name="connsiteY0" fmla="*/ 6478 h 6345"/>
                  <a:gd name="connsiteX1" fmla="*/ 5605 w 6343"/>
                  <a:gd name="connsiteY1" fmla="*/ 5549 h 6345"/>
                  <a:gd name="connsiteX2" fmla="*/ 6534 w 6343"/>
                  <a:gd name="connsiteY2" fmla="*/ 3305 h 6345"/>
                  <a:gd name="connsiteX3" fmla="*/ 5605 w 6343"/>
                  <a:gd name="connsiteY3" fmla="*/ 1062 h 6345"/>
                  <a:gd name="connsiteX4" fmla="*/ 3363 w 6343"/>
                  <a:gd name="connsiteY4" fmla="*/ 133 h 6345"/>
                  <a:gd name="connsiteX5" fmla="*/ 1120 w 6343"/>
                  <a:gd name="connsiteY5" fmla="*/ 1062 h 6345"/>
                  <a:gd name="connsiteX6" fmla="*/ 191 w 6343"/>
                  <a:gd name="connsiteY6" fmla="*/ 3305 h 6345"/>
                  <a:gd name="connsiteX7" fmla="*/ 1120 w 6343"/>
                  <a:gd name="connsiteY7" fmla="*/ 5549 h 6345"/>
                  <a:gd name="connsiteX8" fmla="*/ 336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478"/>
                    </a:moveTo>
                    <a:cubicBezTo>
                      <a:pt x="4204" y="6478"/>
                      <a:pt x="5010" y="6144"/>
                      <a:pt x="5605" y="5549"/>
                    </a:cubicBezTo>
                    <a:cubicBezTo>
                      <a:pt x="6200" y="4954"/>
                      <a:pt x="6534" y="4147"/>
                      <a:pt x="6534" y="3305"/>
                    </a:cubicBezTo>
                    <a:cubicBezTo>
                      <a:pt x="6534" y="2464"/>
                      <a:pt x="6200" y="1657"/>
                      <a:pt x="5605" y="1062"/>
                    </a:cubicBezTo>
                    <a:cubicBezTo>
                      <a:pt x="5010" y="467"/>
                      <a:pt x="4204" y="133"/>
                      <a:pt x="3363" y="133"/>
                    </a:cubicBezTo>
                    <a:cubicBezTo>
                      <a:pt x="2521" y="133"/>
                      <a:pt x="1715" y="467"/>
                      <a:pt x="1120" y="1062"/>
                    </a:cubicBezTo>
                    <a:cubicBezTo>
                      <a:pt x="525" y="1657"/>
                      <a:pt x="191" y="2464"/>
                      <a:pt x="191" y="3305"/>
                    </a:cubicBezTo>
                    <a:cubicBezTo>
                      <a:pt x="191" y="4147"/>
                      <a:pt x="525" y="4954"/>
                      <a:pt x="1120" y="5549"/>
                    </a:cubicBezTo>
                    <a:cubicBezTo>
                      <a:pt x="1715" y="6144"/>
                      <a:pt x="2521" y="6478"/>
                      <a:pt x="336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54" name="Freeform: Shape 11853">
                <a:extLst>
                  <a:ext uri="{FF2B5EF4-FFF2-40B4-BE49-F238E27FC236}">
                    <a16:creationId xmlns:a16="http://schemas.microsoft.com/office/drawing/2014/main" id="{01FCA222-D38A-F35D-CD44-CAD87FF6B922}"/>
                  </a:ext>
                </a:extLst>
              </p:cNvPr>
              <p:cNvSpPr/>
              <p:nvPr/>
            </p:nvSpPr>
            <p:spPr>
              <a:xfrm>
                <a:off x="8859217" y="5166272"/>
                <a:ext cx="6343" cy="6345"/>
              </a:xfrm>
              <a:custGeom>
                <a:avLst/>
                <a:gdLst>
                  <a:gd name="connsiteX0" fmla="*/ 3365 w 6343"/>
                  <a:gd name="connsiteY0" fmla="*/ 6478 h 6345"/>
                  <a:gd name="connsiteX1" fmla="*/ 5607 w 6343"/>
                  <a:gd name="connsiteY1" fmla="*/ 5549 h 6345"/>
                  <a:gd name="connsiteX2" fmla="*/ 6536 w 6343"/>
                  <a:gd name="connsiteY2" fmla="*/ 3306 h 6345"/>
                  <a:gd name="connsiteX3" fmla="*/ 5607 w 6343"/>
                  <a:gd name="connsiteY3" fmla="*/ 1062 h 6345"/>
                  <a:gd name="connsiteX4" fmla="*/ 3365 w 6343"/>
                  <a:gd name="connsiteY4" fmla="*/ 133 h 6345"/>
                  <a:gd name="connsiteX5" fmla="*/ 1122 w 6343"/>
                  <a:gd name="connsiteY5" fmla="*/ 1062 h 6345"/>
                  <a:gd name="connsiteX6" fmla="*/ 193 w 6343"/>
                  <a:gd name="connsiteY6" fmla="*/ 3306 h 6345"/>
                  <a:gd name="connsiteX7" fmla="*/ 1122 w 6343"/>
                  <a:gd name="connsiteY7" fmla="*/ 5549 h 6345"/>
                  <a:gd name="connsiteX8" fmla="*/ 336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478"/>
                    </a:moveTo>
                    <a:cubicBezTo>
                      <a:pt x="4206" y="6478"/>
                      <a:pt x="5013" y="6144"/>
                      <a:pt x="5607" y="5549"/>
                    </a:cubicBezTo>
                    <a:cubicBezTo>
                      <a:pt x="6202" y="4954"/>
                      <a:pt x="6536" y="4147"/>
                      <a:pt x="6536" y="3306"/>
                    </a:cubicBezTo>
                    <a:cubicBezTo>
                      <a:pt x="6536" y="2464"/>
                      <a:pt x="6202" y="1657"/>
                      <a:pt x="5607" y="1062"/>
                    </a:cubicBezTo>
                    <a:cubicBezTo>
                      <a:pt x="5013" y="467"/>
                      <a:pt x="4206" y="133"/>
                      <a:pt x="3365" y="133"/>
                    </a:cubicBezTo>
                    <a:cubicBezTo>
                      <a:pt x="2524" y="133"/>
                      <a:pt x="1717" y="467"/>
                      <a:pt x="1122" y="1062"/>
                    </a:cubicBezTo>
                    <a:cubicBezTo>
                      <a:pt x="527" y="1657"/>
                      <a:pt x="193" y="2464"/>
                      <a:pt x="193" y="3306"/>
                    </a:cubicBezTo>
                    <a:cubicBezTo>
                      <a:pt x="193" y="4147"/>
                      <a:pt x="527" y="4954"/>
                      <a:pt x="1122" y="5549"/>
                    </a:cubicBezTo>
                    <a:cubicBezTo>
                      <a:pt x="1717" y="6144"/>
                      <a:pt x="2524" y="6478"/>
                      <a:pt x="336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55" name="Freeform: Shape 11854">
                <a:extLst>
                  <a:ext uri="{FF2B5EF4-FFF2-40B4-BE49-F238E27FC236}">
                    <a16:creationId xmlns:a16="http://schemas.microsoft.com/office/drawing/2014/main" id="{B3761BE9-EDBE-76D6-97EA-65F885FD627E}"/>
                  </a:ext>
                </a:extLst>
              </p:cNvPr>
              <p:cNvSpPr/>
              <p:nvPr/>
            </p:nvSpPr>
            <p:spPr>
              <a:xfrm>
                <a:off x="8873973" y="5165822"/>
                <a:ext cx="6343" cy="6345"/>
              </a:xfrm>
              <a:custGeom>
                <a:avLst/>
                <a:gdLst>
                  <a:gd name="connsiteX0" fmla="*/ 3366 w 6343"/>
                  <a:gd name="connsiteY0" fmla="*/ 6478 h 6345"/>
                  <a:gd name="connsiteX1" fmla="*/ 5608 w 6343"/>
                  <a:gd name="connsiteY1" fmla="*/ 5549 h 6345"/>
                  <a:gd name="connsiteX2" fmla="*/ 6537 w 6343"/>
                  <a:gd name="connsiteY2" fmla="*/ 3306 h 6345"/>
                  <a:gd name="connsiteX3" fmla="*/ 5608 w 6343"/>
                  <a:gd name="connsiteY3" fmla="*/ 1062 h 6345"/>
                  <a:gd name="connsiteX4" fmla="*/ 3366 w 6343"/>
                  <a:gd name="connsiteY4" fmla="*/ 133 h 6345"/>
                  <a:gd name="connsiteX5" fmla="*/ 1123 w 6343"/>
                  <a:gd name="connsiteY5" fmla="*/ 1062 h 6345"/>
                  <a:gd name="connsiteX6" fmla="*/ 194 w 6343"/>
                  <a:gd name="connsiteY6" fmla="*/ 3306 h 6345"/>
                  <a:gd name="connsiteX7" fmla="*/ 1123 w 6343"/>
                  <a:gd name="connsiteY7" fmla="*/ 5549 h 6345"/>
                  <a:gd name="connsiteX8" fmla="*/ 336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6" y="6478"/>
                    </a:moveTo>
                    <a:cubicBezTo>
                      <a:pt x="4207" y="6478"/>
                      <a:pt x="5014" y="6144"/>
                      <a:pt x="5608" y="5549"/>
                    </a:cubicBezTo>
                    <a:cubicBezTo>
                      <a:pt x="6203" y="4954"/>
                      <a:pt x="6537" y="4147"/>
                      <a:pt x="6537" y="3306"/>
                    </a:cubicBezTo>
                    <a:cubicBezTo>
                      <a:pt x="6537" y="2464"/>
                      <a:pt x="6203" y="1657"/>
                      <a:pt x="5608" y="1062"/>
                    </a:cubicBezTo>
                    <a:cubicBezTo>
                      <a:pt x="5014" y="467"/>
                      <a:pt x="4207" y="133"/>
                      <a:pt x="3366" y="133"/>
                    </a:cubicBezTo>
                    <a:cubicBezTo>
                      <a:pt x="2525" y="133"/>
                      <a:pt x="1718" y="467"/>
                      <a:pt x="1123" y="1062"/>
                    </a:cubicBezTo>
                    <a:cubicBezTo>
                      <a:pt x="528" y="1657"/>
                      <a:pt x="194" y="2464"/>
                      <a:pt x="194" y="3306"/>
                    </a:cubicBezTo>
                    <a:cubicBezTo>
                      <a:pt x="194" y="4147"/>
                      <a:pt x="528" y="4954"/>
                      <a:pt x="1123" y="5549"/>
                    </a:cubicBezTo>
                    <a:cubicBezTo>
                      <a:pt x="1718" y="6144"/>
                      <a:pt x="2525" y="6478"/>
                      <a:pt x="336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56" name="Freeform: Shape 11855">
                <a:extLst>
                  <a:ext uri="{FF2B5EF4-FFF2-40B4-BE49-F238E27FC236}">
                    <a16:creationId xmlns:a16="http://schemas.microsoft.com/office/drawing/2014/main" id="{D891C8E5-2B60-295F-3327-CFD7B9E3E4D9}"/>
                  </a:ext>
                </a:extLst>
              </p:cNvPr>
              <p:cNvSpPr/>
              <p:nvPr/>
            </p:nvSpPr>
            <p:spPr>
              <a:xfrm>
                <a:off x="8881344" y="5163844"/>
                <a:ext cx="6343" cy="6345"/>
              </a:xfrm>
              <a:custGeom>
                <a:avLst/>
                <a:gdLst>
                  <a:gd name="connsiteX0" fmla="*/ 3366 w 6343"/>
                  <a:gd name="connsiteY0" fmla="*/ 6478 h 6345"/>
                  <a:gd name="connsiteX1" fmla="*/ 5609 w 6343"/>
                  <a:gd name="connsiteY1" fmla="*/ 5549 h 6345"/>
                  <a:gd name="connsiteX2" fmla="*/ 6538 w 6343"/>
                  <a:gd name="connsiteY2" fmla="*/ 3305 h 6345"/>
                  <a:gd name="connsiteX3" fmla="*/ 5609 w 6343"/>
                  <a:gd name="connsiteY3" fmla="*/ 1062 h 6345"/>
                  <a:gd name="connsiteX4" fmla="*/ 3366 w 6343"/>
                  <a:gd name="connsiteY4" fmla="*/ 133 h 6345"/>
                  <a:gd name="connsiteX5" fmla="*/ 1124 w 6343"/>
                  <a:gd name="connsiteY5" fmla="*/ 1062 h 6345"/>
                  <a:gd name="connsiteX6" fmla="*/ 195 w 6343"/>
                  <a:gd name="connsiteY6" fmla="*/ 3305 h 6345"/>
                  <a:gd name="connsiteX7" fmla="*/ 1124 w 6343"/>
                  <a:gd name="connsiteY7" fmla="*/ 5549 h 6345"/>
                  <a:gd name="connsiteX8" fmla="*/ 336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6" y="6478"/>
                    </a:moveTo>
                    <a:cubicBezTo>
                      <a:pt x="4208" y="6478"/>
                      <a:pt x="5014" y="6144"/>
                      <a:pt x="5609" y="5549"/>
                    </a:cubicBezTo>
                    <a:cubicBezTo>
                      <a:pt x="6204" y="4954"/>
                      <a:pt x="6538" y="4147"/>
                      <a:pt x="6538" y="3305"/>
                    </a:cubicBezTo>
                    <a:cubicBezTo>
                      <a:pt x="6538" y="2464"/>
                      <a:pt x="6204" y="1657"/>
                      <a:pt x="5609" y="1062"/>
                    </a:cubicBezTo>
                    <a:cubicBezTo>
                      <a:pt x="5014" y="467"/>
                      <a:pt x="4208" y="133"/>
                      <a:pt x="3366" y="133"/>
                    </a:cubicBezTo>
                    <a:cubicBezTo>
                      <a:pt x="2525" y="133"/>
                      <a:pt x="1719" y="467"/>
                      <a:pt x="1124" y="1062"/>
                    </a:cubicBezTo>
                    <a:cubicBezTo>
                      <a:pt x="529" y="1657"/>
                      <a:pt x="195" y="2464"/>
                      <a:pt x="195" y="3305"/>
                    </a:cubicBezTo>
                    <a:cubicBezTo>
                      <a:pt x="195" y="4147"/>
                      <a:pt x="529" y="4954"/>
                      <a:pt x="1124" y="5549"/>
                    </a:cubicBezTo>
                    <a:cubicBezTo>
                      <a:pt x="1719" y="6144"/>
                      <a:pt x="2525" y="6478"/>
                      <a:pt x="336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57" name="Freeform: Shape 11856">
                <a:extLst>
                  <a:ext uri="{FF2B5EF4-FFF2-40B4-BE49-F238E27FC236}">
                    <a16:creationId xmlns:a16="http://schemas.microsoft.com/office/drawing/2014/main" id="{3BB887A3-B95D-B5B3-F0FE-29F5F2BC51B2}"/>
                  </a:ext>
                </a:extLst>
              </p:cNvPr>
              <p:cNvSpPr/>
              <p:nvPr/>
            </p:nvSpPr>
            <p:spPr>
              <a:xfrm>
                <a:off x="8900391" y="5164727"/>
                <a:ext cx="6343" cy="6345"/>
              </a:xfrm>
              <a:custGeom>
                <a:avLst/>
                <a:gdLst>
                  <a:gd name="connsiteX0" fmla="*/ 3368 w 6343"/>
                  <a:gd name="connsiteY0" fmla="*/ 6478 h 6345"/>
                  <a:gd name="connsiteX1" fmla="*/ 5611 w 6343"/>
                  <a:gd name="connsiteY1" fmla="*/ 5549 h 6345"/>
                  <a:gd name="connsiteX2" fmla="*/ 6539 w 6343"/>
                  <a:gd name="connsiteY2" fmla="*/ 3305 h 6345"/>
                  <a:gd name="connsiteX3" fmla="*/ 5611 w 6343"/>
                  <a:gd name="connsiteY3" fmla="*/ 1062 h 6345"/>
                  <a:gd name="connsiteX4" fmla="*/ 3368 w 6343"/>
                  <a:gd name="connsiteY4" fmla="*/ 133 h 6345"/>
                  <a:gd name="connsiteX5" fmla="*/ 1125 w 6343"/>
                  <a:gd name="connsiteY5" fmla="*/ 1062 h 6345"/>
                  <a:gd name="connsiteX6" fmla="*/ 196 w 6343"/>
                  <a:gd name="connsiteY6" fmla="*/ 3305 h 6345"/>
                  <a:gd name="connsiteX7" fmla="*/ 1125 w 6343"/>
                  <a:gd name="connsiteY7" fmla="*/ 5549 h 6345"/>
                  <a:gd name="connsiteX8" fmla="*/ 336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78"/>
                    </a:moveTo>
                    <a:cubicBezTo>
                      <a:pt x="4209" y="6478"/>
                      <a:pt x="5016" y="6144"/>
                      <a:pt x="5611" y="5549"/>
                    </a:cubicBezTo>
                    <a:cubicBezTo>
                      <a:pt x="6205" y="4954"/>
                      <a:pt x="6539" y="4147"/>
                      <a:pt x="6539" y="3305"/>
                    </a:cubicBezTo>
                    <a:cubicBezTo>
                      <a:pt x="6539" y="2464"/>
                      <a:pt x="6205" y="1657"/>
                      <a:pt x="5611" y="1062"/>
                    </a:cubicBezTo>
                    <a:cubicBezTo>
                      <a:pt x="5016" y="467"/>
                      <a:pt x="4209" y="133"/>
                      <a:pt x="3368" y="133"/>
                    </a:cubicBezTo>
                    <a:cubicBezTo>
                      <a:pt x="2527" y="133"/>
                      <a:pt x="1720" y="467"/>
                      <a:pt x="1125" y="1062"/>
                    </a:cubicBezTo>
                    <a:cubicBezTo>
                      <a:pt x="531" y="1657"/>
                      <a:pt x="196" y="2464"/>
                      <a:pt x="196" y="3305"/>
                    </a:cubicBezTo>
                    <a:cubicBezTo>
                      <a:pt x="196" y="4147"/>
                      <a:pt x="531" y="4954"/>
                      <a:pt x="1125" y="5549"/>
                    </a:cubicBezTo>
                    <a:cubicBezTo>
                      <a:pt x="1720" y="6144"/>
                      <a:pt x="2527" y="6478"/>
                      <a:pt x="336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58" name="Freeform: Shape 11857">
                <a:extLst>
                  <a:ext uri="{FF2B5EF4-FFF2-40B4-BE49-F238E27FC236}">
                    <a16:creationId xmlns:a16="http://schemas.microsoft.com/office/drawing/2014/main" id="{BC1DD541-E412-B40B-090F-4DC02864DA3B}"/>
                  </a:ext>
                </a:extLst>
              </p:cNvPr>
              <p:cNvSpPr/>
              <p:nvPr/>
            </p:nvSpPr>
            <p:spPr>
              <a:xfrm>
                <a:off x="8924018" y="5166966"/>
                <a:ext cx="6343" cy="6345"/>
              </a:xfrm>
              <a:custGeom>
                <a:avLst/>
                <a:gdLst>
                  <a:gd name="connsiteX0" fmla="*/ 3370 w 6343"/>
                  <a:gd name="connsiteY0" fmla="*/ 6478 h 6345"/>
                  <a:gd name="connsiteX1" fmla="*/ 5612 w 6343"/>
                  <a:gd name="connsiteY1" fmla="*/ 5549 h 6345"/>
                  <a:gd name="connsiteX2" fmla="*/ 6541 w 6343"/>
                  <a:gd name="connsiteY2" fmla="*/ 3306 h 6345"/>
                  <a:gd name="connsiteX3" fmla="*/ 5612 w 6343"/>
                  <a:gd name="connsiteY3" fmla="*/ 1062 h 6345"/>
                  <a:gd name="connsiteX4" fmla="*/ 3370 w 6343"/>
                  <a:gd name="connsiteY4" fmla="*/ 133 h 6345"/>
                  <a:gd name="connsiteX5" fmla="*/ 1127 w 6343"/>
                  <a:gd name="connsiteY5" fmla="*/ 1062 h 6345"/>
                  <a:gd name="connsiteX6" fmla="*/ 198 w 6343"/>
                  <a:gd name="connsiteY6" fmla="*/ 3306 h 6345"/>
                  <a:gd name="connsiteX7" fmla="*/ 1127 w 6343"/>
                  <a:gd name="connsiteY7" fmla="*/ 5549 h 6345"/>
                  <a:gd name="connsiteX8" fmla="*/ 337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78"/>
                    </a:moveTo>
                    <a:cubicBezTo>
                      <a:pt x="4211" y="6478"/>
                      <a:pt x="5018" y="6144"/>
                      <a:pt x="5612" y="5549"/>
                    </a:cubicBezTo>
                    <a:cubicBezTo>
                      <a:pt x="6207" y="4954"/>
                      <a:pt x="6541" y="4147"/>
                      <a:pt x="6541" y="3306"/>
                    </a:cubicBezTo>
                    <a:cubicBezTo>
                      <a:pt x="6541" y="2464"/>
                      <a:pt x="6207" y="1657"/>
                      <a:pt x="5612" y="1062"/>
                    </a:cubicBezTo>
                    <a:cubicBezTo>
                      <a:pt x="5018" y="467"/>
                      <a:pt x="4211" y="133"/>
                      <a:pt x="3370" y="133"/>
                    </a:cubicBezTo>
                    <a:cubicBezTo>
                      <a:pt x="2529" y="133"/>
                      <a:pt x="1722" y="467"/>
                      <a:pt x="1127" y="1062"/>
                    </a:cubicBezTo>
                    <a:cubicBezTo>
                      <a:pt x="532" y="1657"/>
                      <a:pt x="198" y="2464"/>
                      <a:pt x="198" y="3306"/>
                    </a:cubicBezTo>
                    <a:cubicBezTo>
                      <a:pt x="198" y="4147"/>
                      <a:pt x="532" y="4954"/>
                      <a:pt x="1127" y="5549"/>
                    </a:cubicBezTo>
                    <a:cubicBezTo>
                      <a:pt x="1722" y="6144"/>
                      <a:pt x="2529" y="6478"/>
                      <a:pt x="337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59" name="Freeform: Shape 11858">
                <a:extLst>
                  <a:ext uri="{FF2B5EF4-FFF2-40B4-BE49-F238E27FC236}">
                    <a16:creationId xmlns:a16="http://schemas.microsoft.com/office/drawing/2014/main" id="{28781CFD-48F8-AD45-C659-060C343FAF88}"/>
                  </a:ext>
                </a:extLst>
              </p:cNvPr>
              <p:cNvSpPr/>
              <p:nvPr/>
            </p:nvSpPr>
            <p:spPr>
              <a:xfrm>
                <a:off x="8935050" y="5166343"/>
                <a:ext cx="6343" cy="6345"/>
              </a:xfrm>
              <a:custGeom>
                <a:avLst/>
                <a:gdLst>
                  <a:gd name="connsiteX0" fmla="*/ 3371 w 6343"/>
                  <a:gd name="connsiteY0" fmla="*/ 6478 h 6345"/>
                  <a:gd name="connsiteX1" fmla="*/ 5613 w 6343"/>
                  <a:gd name="connsiteY1" fmla="*/ 5549 h 6345"/>
                  <a:gd name="connsiteX2" fmla="*/ 6542 w 6343"/>
                  <a:gd name="connsiteY2" fmla="*/ 3306 h 6345"/>
                  <a:gd name="connsiteX3" fmla="*/ 5613 w 6343"/>
                  <a:gd name="connsiteY3" fmla="*/ 1062 h 6345"/>
                  <a:gd name="connsiteX4" fmla="*/ 3371 w 6343"/>
                  <a:gd name="connsiteY4" fmla="*/ 133 h 6345"/>
                  <a:gd name="connsiteX5" fmla="*/ 1128 w 6343"/>
                  <a:gd name="connsiteY5" fmla="*/ 1062 h 6345"/>
                  <a:gd name="connsiteX6" fmla="*/ 199 w 6343"/>
                  <a:gd name="connsiteY6" fmla="*/ 3306 h 6345"/>
                  <a:gd name="connsiteX7" fmla="*/ 1128 w 6343"/>
                  <a:gd name="connsiteY7" fmla="*/ 5549 h 6345"/>
                  <a:gd name="connsiteX8" fmla="*/ 337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78"/>
                    </a:moveTo>
                    <a:cubicBezTo>
                      <a:pt x="4212" y="6478"/>
                      <a:pt x="5019" y="6144"/>
                      <a:pt x="5613" y="5549"/>
                    </a:cubicBezTo>
                    <a:cubicBezTo>
                      <a:pt x="6208" y="4954"/>
                      <a:pt x="6542" y="4147"/>
                      <a:pt x="6542" y="3306"/>
                    </a:cubicBezTo>
                    <a:cubicBezTo>
                      <a:pt x="6542" y="2464"/>
                      <a:pt x="6208" y="1657"/>
                      <a:pt x="5613" y="1062"/>
                    </a:cubicBezTo>
                    <a:cubicBezTo>
                      <a:pt x="5019" y="467"/>
                      <a:pt x="4212" y="133"/>
                      <a:pt x="3371" y="133"/>
                    </a:cubicBezTo>
                    <a:cubicBezTo>
                      <a:pt x="2530" y="133"/>
                      <a:pt x="1723" y="467"/>
                      <a:pt x="1128" y="1062"/>
                    </a:cubicBezTo>
                    <a:cubicBezTo>
                      <a:pt x="533" y="1657"/>
                      <a:pt x="199" y="2464"/>
                      <a:pt x="199" y="3306"/>
                    </a:cubicBezTo>
                    <a:cubicBezTo>
                      <a:pt x="199" y="4147"/>
                      <a:pt x="533" y="4954"/>
                      <a:pt x="1128" y="5549"/>
                    </a:cubicBezTo>
                    <a:cubicBezTo>
                      <a:pt x="1723" y="6144"/>
                      <a:pt x="2530" y="6478"/>
                      <a:pt x="337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60" name="Freeform: Shape 11859">
                <a:extLst>
                  <a:ext uri="{FF2B5EF4-FFF2-40B4-BE49-F238E27FC236}">
                    <a16:creationId xmlns:a16="http://schemas.microsoft.com/office/drawing/2014/main" id="{B101F77A-2EBE-C0D0-9CD4-E85BFDF2188D}"/>
                  </a:ext>
                </a:extLst>
              </p:cNvPr>
              <p:cNvSpPr/>
              <p:nvPr/>
            </p:nvSpPr>
            <p:spPr>
              <a:xfrm>
                <a:off x="8945647" y="5165742"/>
                <a:ext cx="6343" cy="6345"/>
              </a:xfrm>
              <a:custGeom>
                <a:avLst/>
                <a:gdLst>
                  <a:gd name="connsiteX0" fmla="*/ 3372 w 6343"/>
                  <a:gd name="connsiteY0" fmla="*/ 6478 h 6345"/>
                  <a:gd name="connsiteX1" fmla="*/ 5614 w 6343"/>
                  <a:gd name="connsiteY1" fmla="*/ 5549 h 6345"/>
                  <a:gd name="connsiteX2" fmla="*/ 6543 w 6343"/>
                  <a:gd name="connsiteY2" fmla="*/ 3306 h 6345"/>
                  <a:gd name="connsiteX3" fmla="*/ 5614 w 6343"/>
                  <a:gd name="connsiteY3" fmla="*/ 1062 h 6345"/>
                  <a:gd name="connsiteX4" fmla="*/ 3372 w 6343"/>
                  <a:gd name="connsiteY4" fmla="*/ 133 h 6345"/>
                  <a:gd name="connsiteX5" fmla="*/ 1129 w 6343"/>
                  <a:gd name="connsiteY5" fmla="*/ 1062 h 6345"/>
                  <a:gd name="connsiteX6" fmla="*/ 200 w 6343"/>
                  <a:gd name="connsiteY6" fmla="*/ 3306 h 6345"/>
                  <a:gd name="connsiteX7" fmla="*/ 1129 w 6343"/>
                  <a:gd name="connsiteY7" fmla="*/ 5549 h 6345"/>
                  <a:gd name="connsiteX8" fmla="*/ 337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78"/>
                    </a:moveTo>
                    <a:cubicBezTo>
                      <a:pt x="4213" y="6478"/>
                      <a:pt x="5019" y="6144"/>
                      <a:pt x="5614" y="5549"/>
                    </a:cubicBezTo>
                    <a:cubicBezTo>
                      <a:pt x="6209" y="4954"/>
                      <a:pt x="6543" y="4147"/>
                      <a:pt x="6543" y="3306"/>
                    </a:cubicBezTo>
                    <a:cubicBezTo>
                      <a:pt x="6543" y="2464"/>
                      <a:pt x="6209" y="1657"/>
                      <a:pt x="5614" y="1062"/>
                    </a:cubicBezTo>
                    <a:cubicBezTo>
                      <a:pt x="5019" y="467"/>
                      <a:pt x="4213" y="133"/>
                      <a:pt x="3372" y="133"/>
                    </a:cubicBezTo>
                    <a:cubicBezTo>
                      <a:pt x="2530" y="133"/>
                      <a:pt x="1724" y="467"/>
                      <a:pt x="1129" y="1062"/>
                    </a:cubicBezTo>
                    <a:cubicBezTo>
                      <a:pt x="534" y="1657"/>
                      <a:pt x="200" y="2464"/>
                      <a:pt x="200" y="3306"/>
                    </a:cubicBezTo>
                    <a:cubicBezTo>
                      <a:pt x="200" y="4147"/>
                      <a:pt x="534" y="4954"/>
                      <a:pt x="1129" y="5549"/>
                    </a:cubicBezTo>
                    <a:cubicBezTo>
                      <a:pt x="1724" y="6144"/>
                      <a:pt x="2530" y="6478"/>
                      <a:pt x="337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61" name="Freeform: Shape 11860">
                <a:extLst>
                  <a:ext uri="{FF2B5EF4-FFF2-40B4-BE49-F238E27FC236}">
                    <a16:creationId xmlns:a16="http://schemas.microsoft.com/office/drawing/2014/main" id="{EC6BA53A-9268-433F-3CE0-72A191253703}"/>
                  </a:ext>
                </a:extLst>
              </p:cNvPr>
              <p:cNvSpPr/>
              <p:nvPr/>
            </p:nvSpPr>
            <p:spPr>
              <a:xfrm>
                <a:off x="8956110" y="5165234"/>
                <a:ext cx="6343" cy="6345"/>
              </a:xfrm>
              <a:custGeom>
                <a:avLst/>
                <a:gdLst>
                  <a:gd name="connsiteX0" fmla="*/ 3372 w 6343"/>
                  <a:gd name="connsiteY0" fmla="*/ 6478 h 6345"/>
                  <a:gd name="connsiteX1" fmla="*/ 5615 w 6343"/>
                  <a:gd name="connsiteY1" fmla="*/ 5549 h 6345"/>
                  <a:gd name="connsiteX2" fmla="*/ 6544 w 6343"/>
                  <a:gd name="connsiteY2" fmla="*/ 3306 h 6345"/>
                  <a:gd name="connsiteX3" fmla="*/ 5615 w 6343"/>
                  <a:gd name="connsiteY3" fmla="*/ 1062 h 6345"/>
                  <a:gd name="connsiteX4" fmla="*/ 3372 w 6343"/>
                  <a:gd name="connsiteY4" fmla="*/ 133 h 6345"/>
                  <a:gd name="connsiteX5" fmla="*/ 1130 w 6343"/>
                  <a:gd name="connsiteY5" fmla="*/ 1062 h 6345"/>
                  <a:gd name="connsiteX6" fmla="*/ 201 w 6343"/>
                  <a:gd name="connsiteY6" fmla="*/ 3306 h 6345"/>
                  <a:gd name="connsiteX7" fmla="*/ 1130 w 6343"/>
                  <a:gd name="connsiteY7" fmla="*/ 5549 h 6345"/>
                  <a:gd name="connsiteX8" fmla="*/ 337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78"/>
                    </a:moveTo>
                    <a:cubicBezTo>
                      <a:pt x="4213" y="6478"/>
                      <a:pt x="5020" y="6144"/>
                      <a:pt x="5615" y="5549"/>
                    </a:cubicBezTo>
                    <a:cubicBezTo>
                      <a:pt x="6210" y="4954"/>
                      <a:pt x="6544" y="4147"/>
                      <a:pt x="6544" y="3306"/>
                    </a:cubicBezTo>
                    <a:cubicBezTo>
                      <a:pt x="6544" y="2464"/>
                      <a:pt x="6210" y="1657"/>
                      <a:pt x="5615" y="1062"/>
                    </a:cubicBezTo>
                    <a:cubicBezTo>
                      <a:pt x="5020" y="467"/>
                      <a:pt x="4213" y="133"/>
                      <a:pt x="3372" y="133"/>
                    </a:cubicBezTo>
                    <a:cubicBezTo>
                      <a:pt x="2531" y="133"/>
                      <a:pt x="1724" y="467"/>
                      <a:pt x="1130" y="1062"/>
                    </a:cubicBezTo>
                    <a:cubicBezTo>
                      <a:pt x="535" y="1657"/>
                      <a:pt x="201" y="2464"/>
                      <a:pt x="201" y="3306"/>
                    </a:cubicBezTo>
                    <a:cubicBezTo>
                      <a:pt x="201" y="4147"/>
                      <a:pt x="535" y="4954"/>
                      <a:pt x="1130" y="5549"/>
                    </a:cubicBezTo>
                    <a:cubicBezTo>
                      <a:pt x="1724" y="6144"/>
                      <a:pt x="2531" y="6478"/>
                      <a:pt x="337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62" name="Freeform: Shape 11861">
                <a:extLst>
                  <a:ext uri="{FF2B5EF4-FFF2-40B4-BE49-F238E27FC236}">
                    <a16:creationId xmlns:a16="http://schemas.microsoft.com/office/drawing/2014/main" id="{59AB0BC0-578C-1DA0-7AA3-1B915211645A}"/>
                  </a:ext>
                </a:extLst>
              </p:cNvPr>
              <p:cNvSpPr/>
              <p:nvPr/>
            </p:nvSpPr>
            <p:spPr>
              <a:xfrm>
                <a:off x="8963725" y="5164082"/>
                <a:ext cx="6343" cy="6345"/>
              </a:xfrm>
              <a:custGeom>
                <a:avLst/>
                <a:gdLst>
                  <a:gd name="connsiteX0" fmla="*/ 3373 w 6343"/>
                  <a:gd name="connsiteY0" fmla="*/ 6478 h 6345"/>
                  <a:gd name="connsiteX1" fmla="*/ 5616 w 6343"/>
                  <a:gd name="connsiteY1" fmla="*/ 5549 h 6345"/>
                  <a:gd name="connsiteX2" fmla="*/ 6544 w 6343"/>
                  <a:gd name="connsiteY2" fmla="*/ 3305 h 6345"/>
                  <a:gd name="connsiteX3" fmla="*/ 5616 w 6343"/>
                  <a:gd name="connsiteY3" fmla="*/ 1062 h 6345"/>
                  <a:gd name="connsiteX4" fmla="*/ 3373 w 6343"/>
                  <a:gd name="connsiteY4" fmla="*/ 133 h 6345"/>
                  <a:gd name="connsiteX5" fmla="*/ 1130 w 6343"/>
                  <a:gd name="connsiteY5" fmla="*/ 1062 h 6345"/>
                  <a:gd name="connsiteX6" fmla="*/ 201 w 6343"/>
                  <a:gd name="connsiteY6" fmla="*/ 3305 h 6345"/>
                  <a:gd name="connsiteX7" fmla="*/ 1130 w 6343"/>
                  <a:gd name="connsiteY7" fmla="*/ 5549 h 6345"/>
                  <a:gd name="connsiteX8" fmla="*/ 337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78"/>
                    </a:moveTo>
                    <a:cubicBezTo>
                      <a:pt x="4214" y="6478"/>
                      <a:pt x="5021" y="6144"/>
                      <a:pt x="5616" y="5549"/>
                    </a:cubicBezTo>
                    <a:cubicBezTo>
                      <a:pt x="6210" y="4954"/>
                      <a:pt x="6544" y="4147"/>
                      <a:pt x="6544" y="3305"/>
                    </a:cubicBezTo>
                    <a:cubicBezTo>
                      <a:pt x="6544" y="2464"/>
                      <a:pt x="6210" y="1657"/>
                      <a:pt x="5616" y="1062"/>
                    </a:cubicBezTo>
                    <a:cubicBezTo>
                      <a:pt x="5021" y="467"/>
                      <a:pt x="4214" y="133"/>
                      <a:pt x="3373" y="133"/>
                    </a:cubicBezTo>
                    <a:cubicBezTo>
                      <a:pt x="2532" y="133"/>
                      <a:pt x="1725" y="467"/>
                      <a:pt x="1130" y="1062"/>
                    </a:cubicBezTo>
                    <a:cubicBezTo>
                      <a:pt x="536" y="1657"/>
                      <a:pt x="201" y="2464"/>
                      <a:pt x="201" y="3305"/>
                    </a:cubicBezTo>
                    <a:cubicBezTo>
                      <a:pt x="201" y="4147"/>
                      <a:pt x="536" y="4954"/>
                      <a:pt x="1130" y="5549"/>
                    </a:cubicBezTo>
                    <a:cubicBezTo>
                      <a:pt x="1725" y="6144"/>
                      <a:pt x="2532" y="6478"/>
                      <a:pt x="337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63" name="Freeform: Shape 11862">
                <a:extLst>
                  <a:ext uri="{FF2B5EF4-FFF2-40B4-BE49-F238E27FC236}">
                    <a16:creationId xmlns:a16="http://schemas.microsoft.com/office/drawing/2014/main" id="{1EBFD1E0-5ED7-31E3-4412-EEE4653C445F}"/>
                  </a:ext>
                </a:extLst>
              </p:cNvPr>
              <p:cNvSpPr/>
              <p:nvPr/>
            </p:nvSpPr>
            <p:spPr>
              <a:xfrm>
                <a:off x="8970794" y="5162870"/>
                <a:ext cx="6343" cy="6345"/>
              </a:xfrm>
              <a:custGeom>
                <a:avLst/>
                <a:gdLst>
                  <a:gd name="connsiteX0" fmla="*/ 3373 w 6343"/>
                  <a:gd name="connsiteY0" fmla="*/ 6478 h 6345"/>
                  <a:gd name="connsiteX1" fmla="*/ 5616 w 6343"/>
                  <a:gd name="connsiteY1" fmla="*/ 5549 h 6345"/>
                  <a:gd name="connsiteX2" fmla="*/ 6545 w 6343"/>
                  <a:gd name="connsiteY2" fmla="*/ 3305 h 6345"/>
                  <a:gd name="connsiteX3" fmla="*/ 5616 w 6343"/>
                  <a:gd name="connsiteY3" fmla="*/ 1062 h 6345"/>
                  <a:gd name="connsiteX4" fmla="*/ 3373 w 6343"/>
                  <a:gd name="connsiteY4" fmla="*/ 133 h 6345"/>
                  <a:gd name="connsiteX5" fmla="*/ 1131 w 6343"/>
                  <a:gd name="connsiteY5" fmla="*/ 1062 h 6345"/>
                  <a:gd name="connsiteX6" fmla="*/ 202 w 6343"/>
                  <a:gd name="connsiteY6" fmla="*/ 3305 h 6345"/>
                  <a:gd name="connsiteX7" fmla="*/ 1131 w 6343"/>
                  <a:gd name="connsiteY7" fmla="*/ 5549 h 6345"/>
                  <a:gd name="connsiteX8" fmla="*/ 337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78"/>
                    </a:moveTo>
                    <a:cubicBezTo>
                      <a:pt x="4215" y="6478"/>
                      <a:pt x="5021" y="6144"/>
                      <a:pt x="5616" y="5549"/>
                    </a:cubicBezTo>
                    <a:cubicBezTo>
                      <a:pt x="6211" y="4954"/>
                      <a:pt x="6545" y="4147"/>
                      <a:pt x="6545" y="3305"/>
                    </a:cubicBezTo>
                    <a:cubicBezTo>
                      <a:pt x="6545" y="2464"/>
                      <a:pt x="6211" y="1657"/>
                      <a:pt x="5616" y="1062"/>
                    </a:cubicBezTo>
                    <a:cubicBezTo>
                      <a:pt x="5021" y="467"/>
                      <a:pt x="4215" y="133"/>
                      <a:pt x="3373" y="133"/>
                    </a:cubicBezTo>
                    <a:cubicBezTo>
                      <a:pt x="2532" y="133"/>
                      <a:pt x="1726" y="467"/>
                      <a:pt x="1131" y="1062"/>
                    </a:cubicBezTo>
                    <a:cubicBezTo>
                      <a:pt x="536" y="1657"/>
                      <a:pt x="202" y="2464"/>
                      <a:pt x="202" y="3305"/>
                    </a:cubicBezTo>
                    <a:cubicBezTo>
                      <a:pt x="202" y="4147"/>
                      <a:pt x="536" y="4954"/>
                      <a:pt x="1131" y="5549"/>
                    </a:cubicBezTo>
                    <a:cubicBezTo>
                      <a:pt x="1726" y="6144"/>
                      <a:pt x="2532" y="6478"/>
                      <a:pt x="337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64" name="Freeform: Shape 11863">
                <a:extLst>
                  <a:ext uri="{FF2B5EF4-FFF2-40B4-BE49-F238E27FC236}">
                    <a16:creationId xmlns:a16="http://schemas.microsoft.com/office/drawing/2014/main" id="{53541B58-CAD7-C5C9-F95B-198240B6503C}"/>
                  </a:ext>
                </a:extLst>
              </p:cNvPr>
              <p:cNvSpPr/>
              <p:nvPr/>
            </p:nvSpPr>
            <p:spPr>
              <a:xfrm>
                <a:off x="8991746" y="5165678"/>
                <a:ext cx="6343" cy="6345"/>
              </a:xfrm>
              <a:custGeom>
                <a:avLst/>
                <a:gdLst>
                  <a:gd name="connsiteX0" fmla="*/ 3375 w 6343"/>
                  <a:gd name="connsiteY0" fmla="*/ 6478 h 6345"/>
                  <a:gd name="connsiteX1" fmla="*/ 5618 w 6343"/>
                  <a:gd name="connsiteY1" fmla="*/ 5549 h 6345"/>
                  <a:gd name="connsiteX2" fmla="*/ 6547 w 6343"/>
                  <a:gd name="connsiteY2" fmla="*/ 3306 h 6345"/>
                  <a:gd name="connsiteX3" fmla="*/ 5618 w 6343"/>
                  <a:gd name="connsiteY3" fmla="*/ 1062 h 6345"/>
                  <a:gd name="connsiteX4" fmla="*/ 3375 w 6343"/>
                  <a:gd name="connsiteY4" fmla="*/ 133 h 6345"/>
                  <a:gd name="connsiteX5" fmla="*/ 1133 w 6343"/>
                  <a:gd name="connsiteY5" fmla="*/ 1062 h 6345"/>
                  <a:gd name="connsiteX6" fmla="*/ 204 w 6343"/>
                  <a:gd name="connsiteY6" fmla="*/ 3306 h 6345"/>
                  <a:gd name="connsiteX7" fmla="*/ 1133 w 6343"/>
                  <a:gd name="connsiteY7" fmla="*/ 5549 h 6345"/>
                  <a:gd name="connsiteX8" fmla="*/ 337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478"/>
                    </a:moveTo>
                    <a:cubicBezTo>
                      <a:pt x="4216" y="6478"/>
                      <a:pt x="5023" y="6144"/>
                      <a:pt x="5618" y="5549"/>
                    </a:cubicBezTo>
                    <a:cubicBezTo>
                      <a:pt x="6213" y="4954"/>
                      <a:pt x="6547" y="4147"/>
                      <a:pt x="6547" y="3306"/>
                    </a:cubicBezTo>
                    <a:cubicBezTo>
                      <a:pt x="6547" y="2464"/>
                      <a:pt x="6213" y="1657"/>
                      <a:pt x="5618" y="1062"/>
                    </a:cubicBezTo>
                    <a:cubicBezTo>
                      <a:pt x="5023" y="467"/>
                      <a:pt x="4216" y="133"/>
                      <a:pt x="3375" y="133"/>
                    </a:cubicBezTo>
                    <a:cubicBezTo>
                      <a:pt x="2534" y="133"/>
                      <a:pt x="1727" y="467"/>
                      <a:pt x="1133" y="1062"/>
                    </a:cubicBezTo>
                    <a:cubicBezTo>
                      <a:pt x="538" y="1657"/>
                      <a:pt x="204" y="2464"/>
                      <a:pt x="204" y="3306"/>
                    </a:cubicBezTo>
                    <a:cubicBezTo>
                      <a:pt x="204" y="4147"/>
                      <a:pt x="538" y="4954"/>
                      <a:pt x="1133" y="5549"/>
                    </a:cubicBezTo>
                    <a:cubicBezTo>
                      <a:pt x="1727" y="6144"/>
                      <a:pt x="2534" y="6478"/>
                      <a:pt x="337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65" name="Freeform: Shape 11864">
                <a:extLst>
                  <a:ext uri="{FF2B5EF4-FFF2-40B4-BE49-F238E27FC236}">
                    <a16:creationId xmlns:a16="http://schemas.microsoft.com/office/drawing/2014/main" id="{65AFD9FA-7811-6F41-5E1D-BA6E4667CC69}"/>
                  </a:ext>
                </a:extLst>
              </p:cNvPr>
              <p:cNvSpPr/>
              <p:nvPr/>
            </p:nvSpPr>
            <p:spPr>
              <a:xfrm>
                <a:off x="9003163" y="5165986"/>
                <a:ext cx="6343" cy="6345"/>
              </a:xfrm>
              <a:custGeom>
                <a:avLst/>
                <a:gdLst>
                  <a:gd name="connsiteX0" fmla="*/ 3376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6 h 6345"/>
                  <a:gd name="connsiteX3" fmla="*/ 5619 w 6343"/>
                  <a:gd name="connsiteY3" fmla="*/ 1062 h 6345"/>
                  <a:gd name="connsiteX4" fmla="*/ 3376 w 6343"/>
                  <a:gd name="connsiteY4" fmla="*/ 133 h 6345"/>
                  <a:gd name="connsiteX5" fmla="*/ 1133 w 6343"/>
                  <a:gd name="connsiteY5" fmla="*/ 1062 h 6345"/>
                  <a:gd name="connsiteX6" fmla="*/ 204 w 6343"/>
                  <a:gd name="connsiteY6" fmla="*/ 3306 h 6345"/>
                  <a:gd name="connsiteX7" fmla="*/ 1133 w 6343"/>
                  <a:gd name="connsiteY7" fmla="*/ 5549 h 6345"/>
                  <a:gd name="connsiteX8" fmla="*/ 337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78"/>
                    </a:moveTo>
                    <a:cubicBezTo>
                      <a:pt x="4217" y="6478"/>
                      <a:pt x="5024" y="6144"/>
                      <a:pt x="5619" y="5549"/>
                    </a:cubicBezTo>
                    <a:cubicBezTo>
                      <a:pt x="6213" y="4954"/>
                      <a:pt x="6548" y="4147"/>
                      <a:pt x="6548" y="3306"/>
                    </a:cubicBezTo>
                    <a:cubicBezTo>
                      <a:pt x="6548" y="2464"/>
                      <a:pt x="6213" y="1657"/>
                      <a:pt x="5619" y="1062"/>
                    </a:cubicBezTo>
                    <a:cubicBezTo>
                      <a:pt x="5024" y="467"/>
                      <a:pt x="4217" y="133"/>
                      <a:pt x="3376" y="133"/>
                    </a:cubicBezTo>
                    <a:cubicBezTo>
                      <a:pt x="2535" y="133"/>
                      <a:pt x="1728" y="467"/>
                      <a:pt x="1133" y="1062"/>
                    </a:cubicBezTo>
                    <a:cubicBezTo>
                      <a:pt x="539" y="1657"/>
                      <a:pt x="204" y="2464"/>
                      <a:pt x="204" y="3306"/>
                    </a:cubicBezTo>
                    <a:cubicBezTo>
                      <a:pt x="204" y="4147"/>
                      <a:pt x="539" y="4954"/>
                      <a:pt x="1133" y="5549"/>
                    </a:cubicBezTo>
                    <a:cubicBezTo>
                      <a:pt x="1728" y="6144"/>
                      <a:pt x="2535" y="6478"/>
                      <a:pt x="337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66" name="Freeform: Shape 11865">
                <a:extLst>
                  <a:ext uri="{FF2B5EF4-FFF2-40B4-BE49-F238E27FC236}">
                    <a16:creationId xmlns:a16="http://schemas.microsoft.com/office/drawing/2014/main" id="{C48617EE-6C52-49E2-3304-BCC10F562861}"/>
                  </a:ext>
                </a:extLst>
              </p:cNvPr>
              <p:cNvSpPr/>
              <p:nvPr/>
            </p:nvSpPr>
            <p:spPr>
              <a:xfrm>
                <a:off x="9011744" y="5165592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6 h 6345"/>
                  <a:gd name="connsiteX3" fmla="*/ 5619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6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19" y="5549"/>
                    </a:cubicBezTo>
                    <a:cubicBezTo>
                      <a:pt x="6214" y="4954"/>
                      <a:pt x="6548" y="4147"/>
                      <a:pt x="6548" y="3306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6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67" name="Freeform: Shape 11866">
                <a:extLst>
                  <a:ext uri="{FF2B5EF4-FFF2-40B4-BE49-F238E27FC236}">
                    <a16:creationId xmlns:a16="http://schemas.microsoft.com/office/drawing/2014/main" id="{E388FC7A-69FE-2837-3A0B-F73FCF23067A}"/>
                  </a:ext>
                </a:extLst>
              </p:cNvPr>
              <p:cNvSpPr/>
              <p:nvPr/>
            </p:nvSpPr>
            <p:spPr>
              <a:xfrm>
                <a:off x="9010925" y="5162449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5 h 6345"/>
                  <a:gd name="connsiteX3" fmla="*/ 5619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19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5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68" name="Freeform: Shape 11867">
                <a:extLst>
                  <a:ext uri="{FF2B5EF4-FFF2-40B4-BE49-F238E27FC236}">
                    <a16:creationId xmlns:a16="http://schemas.microsoft.com/office/drawing/2014/main" id="{AC443563-E0E1-833E-60E6-1F327BF428A2}"/>
                  </a:ext>
                </a:extLst>
              </p:cNvPr>
              <p:cNvSpPr/>
              <p:nvPr/>
            </p:nvSpPr>
            <p:spPr>
              <a:xfrm>
                <a:off x="9013888" y="5160458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9 h 6345"/>
                  <a:gd name="connsiteX2" fmla="*/ 6548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2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20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20" y="1062"/>
                    </a:cubicBezTo>
                    <a:cubicBezTo>
                      <a:pt x="5025" y="467"/>
                      <a:pt x="4218" y="132"/>
                      <a:pt x="3377" y="132"/>
                    </a:cubicBezTo>
                    <a:cubicBezTo>
                      <a:pt x="2536" y="132"/>
                      <a:pt x="1729" y="467"/>
                      <a:pt x="1134" y="1062"/>
                    </a:cubicBezTo>
                    <a:cubicBezTo>
                      <a:pt x="540" y="1657"/>
                      <a:pt x="205" y="2464"/>
                      <a:pt x="205" y="3305"/>
                    </a:cubicBezTo>
                    <a:cubicBezTo>
                      <a:pt x="205" y="4147"/>
                      <a:pt x="540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69" name="Freeform: Shape 11868">
                <a:extLst>
                  <a:ext uri="{FF2B5EF4-FFF2-40B4-BE49-F238E27FC236}">
                    <a16:creationId xmlns:a16="http://schemas.microsoft.com/office/drawing/2014/main" id="{D2D985C6-0F58-F24C-3E8B-F0731938FABC}"/>
                  </a:ext>
                </a:extLst>
              </p:cNvPr>
              <p:cNvSpPr/>
              <p:nvPr/>
            </p:nvSpPr>
            <p:spPr>
              <a:xfrm>
                <a:off x="9022697" y="5160349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0 w 6343"/>
                  <a:gd name="connsiteY1" fmla="*/ 5549 h 6345"/>
                  <a:gd name="connsiteX2" fmla="*/ 6549 w 6343"/>
                  <a:gd name="connsiteY2" fmla="*/ 3305 h 6345"/>
                  <a:gd name="connsiteX3" fmla="*/ 5620 w 6343"/>
                  <a:gd name="connsiteY3" fmla="*/ 1062 h 6345"/>
                  <a:gd name="connsiteX4" fmla="*/ 3378 w 6343"/>
                  <a:gd name="connsiteY4" fmla="*/ 132 h 6345"/>
                  <a:gd name="connsiteX5" fmla="*/ 1135 w 6343"/>
                  <a:gd name="connsiteY5" fmla="*/ 1062 h 6345"/>
                  <a:gd name="connsiteX6" fmla="*/ 206 w 6343"/>
                  <a:gd name="connsiteY6" fmla="*/ 3305 h 6345"/>
                  <a:gd name="connsiteX7" fmla="*/ 1135 w 6343"/>
                  <a:gd name="connsiteY7" fmla="*/ 5549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19" y="6478"/>
                      <a:pt x="5025" y="6144"/>
                      <a:pt x="5620" y="5549"/>
                    </a:cubicBezTo>
                    <a:cubicBezTo>
                      <a:pt x="6215" y="4954"/>
                      <a:pt x="6549" y="4147"/>
                      <a:pt x="6549" y="3305"/>
                    </a:cubicBezTo>
                    <a:cubicBezTo>
                      <a:pt x="6549" y="2464"/>
                      <a:pt x="6215" y="1657"/>
                      <a:pt x="5620" y="1062"/>
                    </a:cubicBezTo>
                    <a:cubicBezTo>
                      <a:pt x="5025" y="467"/>
                      <a:pt x="4219" y="132"/>
                      <a:pt x="3378" y="132"/>
                    </a:cubicBezTo>
                    <a:cubicBezTo>
                      <a:pt x="2536" y="132"/>
                      <a:pt x="1730" y="467"/>
                      <a:pt x="1135" y="1062"/>
                    </a:cubicBezTo>
                    <a:cubicBezTo>
                      <a:pt x="540" y="1657"/>
                      <a:pt x="206" y="2464"/>
                      <a:pt x="206" y="3305"/>
                    </a:cubicBezTo>
                    <a:cubicBezTo>
                      <a:pt x="206" y="4147"/>
                      <a:pt x="540" y="4954"/>
                      <a:pt x="1135" y="5549"/>
                    </a:cubicBezTo>
                    <a:cubicBezTo>
                      <a:pt x="1730" y="6144"/>
                      <a:pt x="2536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70" name="Freeform: Shape 11869">
                <a:extLst>
                  <a:ext uri="{FF2B5EF4-FFF2-40B4-BE49-F238E27FC236}">
                    <a16:creationId xmlns:a16="http://schemas.microsoft.com/office/drawing/2014/main" id="{9D6FBED3-4F6D-A336-6094-640B2325D592}"/>
                  </a:ext>
                </a:extLst>
              </p:cNvPr>
              <p:cNvSpPr/>
              <p:nvPr/>
            </p:nvSpPr>
            <p:spPr>
              <a:xfrm>
                <a:off x="9030183" y="5159920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1 w 6343"/>
                  <a:gd name="connsiteY1" fmla="*/ 5549 h 6345"/>
                  <a:gd name="connsiteX2" fmla="*/ 6550 w 6343"/>
                  <a:gd name="connsiteY2" fmla="*/ 3305 h 6345"/>
                  <a:gd name="connsiteX3" fmla="*/ 5621 w 6343"/>
                  <a:gd name="connsiteY3" fmla="*/ 1062 h 6345"/>
                  <a:gd name="connsiteX4" fmla="*/ 3378 w 6343"/>
                  <a:gd name="connsiteY4" fmla="*/ 132 h 6345"/>
                  <a:gd name="connsiteX5" fmla="*/ 1136 w 6343"/>
                  <a:gd name="connsiteY5" fmla="*/ 1062 h 6345"/>
                  <a:gd name="connsiteX6" fmla="*/ 207 w 6343"/>
                  <a:gd name="connsiteY6" fmla="*/ 3305 h 6345"/>
                  <a:gd name="connsiteX7" fmla="*/ 1136 w 6343"/>
                  <a:gd name="connsiteY7" fmla="*/ 5549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19" y="6478"/>
                      <a:pt x="5026" y="6144"/>
                      <a:pt x="5621" y="5549"/>
                    </a:cubicBezTo>
                    <a:cubicBezTo>
                      <a:pt x="6216" y="4954"/>
                      <a:pt x="6550" y="4147"/>
                      <a:pt x="6550" y="3305"/>
                    </a:cubicBezTo>
                    <a:cubicBezTo>
                      <a:pt x="6550" y="2464"/>
                      <a:pt x="6216" y="1657"/>
                      <a:pt x="5621" y="1062"/>
                    </a:cubicBezTo>
                    <a:cubicBezTo>
                      <a:pt x="5026" y="467"/>
                      <a:pt x="4219" y="132"/>
                      <a:pt x="3378" y="132"/>
                    </a:cubicBezTo>
                    <a:cubicBezTo>
                      <a:pt x="2537" y="132"/>
                      <a:pt x="1730" y="467"/>
                      <a:pt x="1136" y="1062"/>
                    </a:cubicBezTo>
                    <a:cubicBezTo>
                      <a:pt x="541" y="1657"/>
                      <a:pt x="207" y="2464"/>
                      <a:pt x="207" y="3305"/>
                    </a:cubicBezTo>
                    <a:cubicBezTo>
                      <a:pt x="207" y="4147"/>
                      <a:pt x="541" y="4954"/>
                      <a:pt x="1136" y="5549"/>
                    </a:cubicBezTo>
                    <a:cubicBezTo>
                      <a:pt x="1730" y="6144"/>
                      <a:pt x="2537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71" name="Freeform: Shape 11870">
                <a:extLst>
                  <a:ext uri="{FF2B5EF4-FFF2-40B4-BE49-F238E27FC236}">
                    <a16:creationId xmlns:a16="http://schemas.microsoft.com/office/drawing/2014/main" id="{8C8E84BF-9209-FF5E-0672-2979103DCFEE}"/>
                  </a:ext>
                </a:extLst>
              </p:cNvPr>
              <p:cNvSpPr/>
              <p:nvPr/>
            </p:nvSpPr>
            <p:spPr>
              <a:xfrm>
                <a:off x="9039438" y="5160166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2 w 6343"/>
                  <a:gd name="connsiteY1" fmla="*/ 5549 h 6345"/>
                  <a:gd name="connsiteX2" fmla="*/ 6550 w 6343"/>
                  <a:gd name="connsiteY2" fmla="*/ 3305 h 6345"/>
                  <a:gd name="connsiteX3" fmla="*/ 5622 w 6343"/>
                  <a:gd name="connsiteY3" fmla="*/ 1062 h 6345"/>
                  <a:gd name="connsiteX4" fmla="*/ 3379 w 6343"/>
                  <a:gd name="connsiteY4" fmla="*/ 132 h 6345"/>
                  <a:gd name="connsiteX5" fmla="*/ 1136 w 6343"/>
                  <a:gd name="connsiteY5" fmla="*/ 1062 h 6345"/>
                  <a:gd name="connsiteX6" fmla="*/ 207 w 6343"/>
                  <a:gd name="connsiteY6" fmla="*/ 3305 h 6345"/>
                  <a:gd name="connsiteX7" fmla="*/ 1136 w 6343"/>
                  <a:gd name="connsiteY7" fmla="*/ 5549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0" y="6478"/>
                      <a:pt x="5027" y="6144"/>
                      <a:pt x="5622" y="5549"/>
                    </a:cubicBezTo>
                    <a:cubicBezTo>
                      <a:pt x="6216" y="4954"/>
                      <a:pt x="6550" y="4147"/>
                      <a:pt x="6550" y="3305"/>
                    </a:cubicBezTo>
                    <a:cubicBezTo>
                      <a:pt x="6550" y="2464"/>
                      <a:pt x="6216" y="1657"/>
                      <a:pt x="5622" y="1062"/>
                    </a:cubicBezTo>
                    <a:cubicBezTo>
                      <a:pt x="5027" y="467"/>
                      <a:pt x="4220" y="132"/>
                      <a:pt x="3379" y="132"/>
                    </a:cubicBezTo>
                    <a:cubicBezTo>
                      <a:pt x="2538" y="132"/>
                      <a:pt x="1731" y="467"/>
                      <a:pt x="1136" y="1062"/>
                    </a:cubicBezTo>
                    <a:cubicBezTo>
                      <a:pt x="542" y="1657"/>
                      <a:pt x="207" y="2464"/>
                      <a:pt x="207" y="3305"/>
                    </a:cubicBezTo>
                    <a:cubicBezTo>
                      <a:pt x="207" y="4147"/>
                      <a:pt x="542" y="4954"/>
                      <a:pt x="1136" y="5549"/>
                    </a:cubicBezTo>
                    <a:cubicBezTo>
                      <a:pt x="1731" y="6144"/>
                      <a:pt x="2538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72" name="Freeform: Shape 11871">
                <a:extLst>
                  <a:ext uri="{FF2B5EF4-FFF2-40B4-BE49-F238E27FC236}">
                    <a16:creationId xmlns:a16="http://schemas.microsoft.com/office/drawing/2014/main" id="{239FBEB5-C3B8-3EB0-F1D0-8C8E7334C14A}"/>
                  </a:ext>
                </a:extLst>
              </p:cNvPr>
              <p:cNvSpPr/>
              <p:nvPr/>
            </p:nvSpPr>
            <p:spPr>
              <a:xfrm>
                <a:off x="9046483" y="5159781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2 w 6343"/>
                  <a:gd name="connsiteY1" fmla="*/ 5549 h 6345"/>
                  <a:gd name="connsiteX2" fmla="*/ 6551 w 6343"/>
                  <a:gd name="connsiteY2" fmla="*/ 3305 h 6345"/>
                  <a:gd name="connsiteX3" fmla="*/ 5622 w 6343"/>
                  <a:gd name="connsiteY3" fmla="*/ 1062 h 6345"/>
                  <a:gd name="connsiteX4" fmla="*/ 3379 w 6343"/>
                  <a:gd name="connsiteY4" fmla="*/ 132 h 6345"/>
                  <a:gd name="connsiteX5" fmla="*/ 1137 w 6343"/>
                  <a:gd name="connsiteY5" fmla="*/ 1062 h 6345"/>
                  <a:gd name="connsiteX6" fmla="*/ 208 w 6343"/>
                  <a:gd name="connsiteY6" fmla="*/ 3305 h 6345"/>
                  <a:gd name="connsiteX7" fmla="*/ 1137 w 6343"/>
                  <a:gd name="connsiteY7" fmla="*/ 5549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1" y="6478"/>
                      <a:pt x="5027" y="6144"/>
                      <a:pt x="5622" y="5549"/>
                    </a:cubicBezTo>
                    <a:cubicBezTo>
                      <a:pt x="6217" y="4954"/>
                      <a:pt x="6551" y="4147"/>
                      <a:pt x="6551" y="3305"/>
                    </a:cubicBezTo>
                    <a:cubicBezTo>
                      <a:pt x="6551" y="2464"/>
                      <a:pt x="6217" y="1657"/>
                      <a:pt x="5622" y="1062"/>
                    </a:cubicBezTo>
                    <a:cubicBezTo>
                      <a:pt x="5027" y="467"/>
                      <a:pt x="4221" y="132"/>
                      <a:pt x="3379" y="132"/>
                    </a:cubicBezTo>
                    <a:cubicBezTo>
                      <a:pt x="2538" y="132"/>
                      <a:pt x="1732" y="467"/>
                      <a:pt x="1137" y="1062"/>
                    </a:cubicBezTo>
                    <a:cubicBezTo>
                      <a:pt x="542" y="1657"/>
                      <a:pt x="208" y="2464"/>
                      <a:pt x="208" y="3305"/>
                    </a:cubicBezTo>
                    <a:cubicBezTo>
                      <a:pt x="208" y="4147"/>
                      <a:pt x="542" y="4954"/>
                      <a:pt x="1137" y="5549"/>
                    </a:cubicBezTo>
                    <a:cubicBezTo>
                      <a:pt x="1732" y="6144"/>
                      <a:pt x="2538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73" name="Freeform: Shape 11872">
                <a:extLst>
                  <a:ext uri="{FF2B5EF4-FFF2-40B4-BE49-F238E27FC236}">
                    <a16:creationId xmlns:a16="http://schemas.microsoft.com/office/drawing/2014/main" id="{2E8D17B7-BFDF-8C04-7F94-B4ADA768C26A}"/>
                  </a:ext>
                </a:extLst>
              </p:cNvPr>
              <p:cNvSpPr/>
              <p:nvPr/>
            </p:nvSpPr>
            <p:spPr>
              <a:xfrm>
                <a:off x="9056117" y="5160373"/>
                <a:ext cx="6343" cy="6345"/>
              </a:xfrm>
              <a:custGeom>
                <a:avLst/>
                <a:gdLst>
                  <a:gd name="connsiteX0" fmla="*/ 3380 w 6343"/>
                  <a:gd name="connsiteY0" fmla="*/ 6478 h 6345"/>
                  <a:gd name="connsiteX1" fmla="*/ 5623 w 6343"/>
                  <a:gd name="connsiteY1" fmla="*/ 5549 h 6345"/>
                  <a:gd name="connsiteX2" fmla="*/ 6552 w 6343"/>
                  <a:gd name="connsiteY2" fmla="*/ 3305 h 6345"/>
                  <a:gd name="connsiteX3" fmla="*/ 5623 w 6343"/>
                  <a:gd name="connsiteY3" fmla="*/ 1062 h 6345"/>
                  <a:gd name="connsiteX4" fmla="*/ 3380 w 6343"/>
                  <a:gd name="connsiteY4" fmla="*/ 132 h 6345"/>
                  <a:gd name="connsiteX5" fmla="*/ 1138 w 6343"/>
                  <a:gd name="connsiteY5" fmla="*/ 1062 h 6345"/>
                  <a:gd name="connsiteX6" fmla="*/ 209 w 6343"/>
                  <a:gd name="connsiteY6" fmla="*/ 3305 h 6345"/>
                  <a:gd name="connsiteX7" fmla="*/ 1138 w 6343"/>
                  <a:gd name="connsiteY7" fmla="*/ 5549 h 6345"/>
                  <a:gd name="connsiteX8" fmla="*/ 338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78"/>
                    </a:moveTo>
                    <a:cubicBezTo>
                      <a:pt x="4221" y="6478"/>
                      <a:pt x="5028" y="6144"/>
                      <a:pt x="5623" y="5549"/>
                    </a:cubicBezTo>
                    <a:cubicBezTo>
                      <a:pt x="6218" y="4954"/>
                      <a:pt x="6552" y="4147"/>
                      <a:pt x="6552" y="3305"/>
                    </a:cubicBezTo>
                    <a:cubicBezTo>
                      <a:pt x="6552" y="2464"/>
                      <a:pt x="6218" y="1657"/>
                      <a:pt x="5623" y="1062"/>
                    </a:cubicBezTo>
                    <a:cubicBezTo>
                      <a:pt x="5028" y="467"/>
                      <a:pt x="4221" y="132"/>
                      <a:pt x="3380" y="132"/>
                    </a:cubicBezTo>
                    <a:cubicBezTo>
                      <a:pt x="2539" y="132"/>
                      <a:pt x="1732" y="467"/>
                      <a:pt x="1138" y="1062"/>
                    </a:cubicBezTo>
                    <a:cubicBezTo>
                      <a:pt x="543" y="1657"/>
                      <a:pt x="209" y="2464"/>
                      <a:pt x="209" y="3305"/>
                    </a:cubicBezTo>
                    <a:cubicBezTo>
                      <a:pt x="209" y="4147"/>
                      <a:pt x="543" y="4954"/>
                      <a:pt x="1138" y="5549"/>
                    </a:cubicBezTo>
                    <a:cubicBezTo>
                      <a:pt x="1732" y="6144"/>
                      <a:pt x="2539" y="6478"/>
                      <a:pt x="338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74" name="Freeform: Shape 11873">
                <a:extLst>
                  <a:ext uri="{FF2B5EF4-FFF2-40B4-BE49-F238E27FC236}">
                    <a16:creationId xmlns:a16="http://schemas.microsoft.com/office/drawing/2014/main" id="{930176B5-17C6-DB58-E20A-3920FAA999E3}"/>
                  </a:ext>
                </a:extLst>
              </p:cNvPr>
              <p:cNvSpPr/>
              <p:nvPr/>
            </p:nvSpPr>
            <p:spPr>
              <a:xfrm>
                <a:off x="9083003" y="5167145"/>
                <a:ext cx="6343" cy="6345"/>
              </a:xfrm>
              <a:custGeom>
                <a:avLst/>
                <a:gdLst>
                  <a:gd name="connsiteX0" fmla="*/ 3382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6 h 6345"/>
                  <a:gd name="connsiteX3" fmla="*/ 5625 w 6343"/>
                  <a:gd name="connsiteY3" fmla="*/ 1062 h 6345"/>
                  <a:gd name="connsiteX4" fmla="*/ 3382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6 h 6345"/>
                  <a:gd name="connsiteX7" fmla="*/ 1140 w 6343"/>
                  <a:gd name="connsiteY7" fmla="*/ 5549 h 6345"/>
                  <a:gd name="connsiteX8" fmla="*/ 338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8"/>
                    </a:moveTo>
                    <a:cubicBezTo>
                      <a:pt x="4223" y="6478"/>
                      <a:pt x="5030" y="6144"/>
                      <a:pt x="5625" y="5549"/>
                    </a:cubicBezTo>
                    <a:cubicBezTo>
                      <a:pt x="6220" y="4954"/>
                      <a:pt x="6554" y="4147"/>
                      <a:pt x="6554" y="3306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0" y="467"/>
                      <a:pt x="4223" y="133"/>
                      <a:pt x="3382" y="133"/>
                    </a:cubicBezTo>
                    <a:cubicBezTo>
                      <a:pt x="2541" y="133"/>
                      <a:pt x="1734" y="467"/>
                      <a:pt x="1140" y="1062"/>
                    </a:cubicBezTo>
                    <a:cubicBezTo>
                      <a:pt x="545" y="1657"/>
                      <a:pt x="211" y="2464"/>
                      <a:pt x="211" y="3306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4" y="6144"/>
                      <a:pt x="2541" y="6478"/>
                      <a:pt x="338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75" name="Freeform: Shape 11874">
                <a:extLst>
                  <a:ext uri="{FF2B5EF4-FFF2-40B4-BE49-F238E27FC236}">
                    <a16:creationId xmlns:a16="http://schemas.microsoft.com/office/drawing/2014/main" id="{67C8DF4B-3D67-DC9E-0E3C-64164144E8DA}"/>
                  </a:ext>
                </a:extLst>
              </p:cNvPr>
              <p:cNvSpPr/>
              <p:nvPr/>
            </p:nvSpPr>
            <p:spPr>
              <a:xfrm>
                <a:off x="9087847" y="5166384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6 h 6345"/>
                  <a:gd name="connsiteX3" fmla="*/ 5625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6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1" y="6144"/>
                      <a:pt x="5625" y="5549"/>
                    </a:cubicBezTo>
                    <a:cubicBezTo>
                      <a:pt x="6220" y="4954"/>
                      <a:pt x="6554" y="4147"/>
                      <a:pt x="6554" y="3306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1" y="467"/>
                      <a:pt x="4224" y="133"/>
                      <a:pt x="3383" y="133"/>
                    </a:cubicBezTo>
                    <a:cubicBezTo>
                      <a:pt x="2542" y="133"/>
                      <a:pt x="1735" y="467"/>
                      <a:pt x="1140" y="1062"/>
                    </a:cubicBezTo>
                    <a:cubicBezTo>
                      <a:pt x="545" y="1657"/>
                      <a:pt x="211" y="2464"/>
                      <a:pt x="211" y="3306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5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76" name="Freeform: Shape 11875">
                <a:extLst>
                  <a:ext uri="{FF2B5EF4-FFF2-40B4-BE49-F238E27FC236}">
                    <a16:creationId xmlns:a16="http://schemas.microsoft.com/office/drawing/2014/main" id="{64FF0B7C-240B-6DE2-795B-AC5BEFED546D}"/>
                  </a:ext>
                </a:extLst>
              </p:cNvPr>
              <p:cNvSpPr/>
              <p:nvPr/>
            </p:nvSpPr>
            <p:spPr>
              <a:xfrm>
                <a:off x="9097266" y="5167348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6 h 6345"/>
                  <a:gd name="connsiteX3" fmla="*/ 5626 w 6343"/>
                  <a:gd name="connsiteY3" fmla="*/ 1062 h 6345"/>
                  <a:gd name="connsiteX4" fmla="*/ 3383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6 h 6345"/>
                  <a:gd name="connsiteX7" fmla="*/ 1141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5" y="6478"/>
                      <a:pt x="5031" y="6144"/>
                      <a:pt x="5626" y="5549"/>
                    </a:cubicBezTo>
                    <a:cubicBezTo>
                      <a:pt x="6221" y="4954"/>
                      <a:pt x="6555" y="4147"/>
                      <a:pt x="6555" y="3306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1" y="467"/>
                      <a:pt x="4225" y="133"/>
                      <a:pt x="3383" y="133"/>
                    </a:cubicBezTo>
                    <a:cubicBezTo>
                      <a:pt x="2542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6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77" name="Freeform: Shape 11876">
                <a:extLst>
                  <a:ext uri="{FF2B5EF4-FFF2-40B4-BE49-F238E27FC236}">
                    <a16:creationId xmlns:a16="http://schemas.microsoft.com/office/drawing/2014/main" id="{06F19449-DD5E-F5F7-ABDF-30F7999810D1}"/>
                  </a:ext>
                </a:extLst>
              </p:cNvPr>
              <p:cNvSpPr/>
              <p:nvPr/>
            </p:nvSpPr>
            <p:spPr>
              <a:xfrm>
                <a:off x="9102090" y="5166723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6 h 6345"/>
                  <a:gd name="connsiteX3" fmla="*/ 5626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6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6" y="5549"/>
                    </a:cubicBezTo>
                    <a:cubicBezTo>
                      <a:pt x="6221" y="4954"/>
                      <a:pt x="6555" y="4147"/>
                      <a:pt x="6555" y="3306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6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78" name="Freeform: Shape 11877">
                <a:extLst>
                  <a:ext uri="{FF2B5EF4-FFF2-40B4-BE49-F238E27FC236}">
                    <a16:creationId xmlns:a16="http://schemas.microsoft.com/office/drawing/2014/main" id="{CEAEDA3B-A71F-EA1F-456E-CDBF7F073CB3}"/>
                  </a:ext>
                </a:extLst>
              </p:cNvPr>
              <p:cNvSpPr/>
              <p:nvPr/>
            </p:nvSpPr>
            <p:spPr>
              <a:xfrm>
                <a:off x="9103520" y="5164868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6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6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7" y="5549"/>
                    </a:cubicBezTo>
                    <a:cubicBezTo>
                      <a:pt x="6221" y="4954"/>
                      <a:pt x="6556" y="4147"/>
                      <a:pt x="6556" y="3306"/>
                    </a:cubicBezTo>
                    <a:cubicBezTo>
                      <a:pt x="6556" y="2464"/>
                      <a:pt x="6221" y="1657"/>
                      <a:pt x="5627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7" y="1657"/>
                      <a:pt x="212" y="2464"/>
                      <a:pt x="212" y="3306"/>
                    </a:cubicBezTo>
                    <a:cubicBezTo>
                      <a:pt x="212" y="4147"/>
                      <a:pt x="547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79" name="Freeform: Shape 11878">
                <a:extLst>
                  <a:ext uri="{FF2B5EF4-FFF2-40B4-BE49-F238E27FC236}">
                    <a16:creationId xmlns:a16="http://schemas.microsoft.com/office/drawing/2014/main" id="{47720AAD-CEF4-9876-1694-7841A002F672}"/>
                  </a:ext>
                </a:extLst>
              </p:cNvPr>
              <p:cNvSpPr/>
              <p:nvPr/>
            </p:nvSpPr>
            <p:spPr>
              <a:xfrm>
                <a:off x="9083974" y="5154923"/>
                <a:ext cx="6343" cy="6345"/>
              </a:xfrm>
              <a:custGeom>
                <a:avLst/>
                <a:gdLst>
                  <a:gd name="connsiteX0" fmla="*/ 3382 w 6343"/>
                  <a:gd name="connsiteY0" fmla="*/ 6477 h 6345"/>
                  <a:gd name="connsiteX1" fmla="*/ 5625 w 6343"/>
                  <a:gd name="connsiteY1" fmla="*/ 5548 h 6345"/>
                  <a:gd name="connsiteX2" fmla="*/ 6554 w 6343"/>
                  <a:gd name="connsiteY2" fmla="*/ 3305 h 6345"/>
                  <a:gd name="connsiteX3" fmla="*/ 5625 w 6343"/>
                  <a:gd name="connsiteY3" fmla="*/ 1061 h 6345"/>
                  <a:gd name="connsiteX4" fmla="*/ 3382 w 6343"/>
                  <a:gd name="connsiteY4" fmla="*/ 132 h 6345"/>
                  <a:gd name="connsiteX5" fmla="*/ 1140 w 6343"/>
                  <a:gd name="connsiteY5" fmla="*/ 1061 h 6345"/>
                  <a:gd name="connsiteX6" fmla="*/ 211 w 6343"/>
                  <a:gd name="connsiteY6" fmla="*/ 3305 h 6345"/>
                  <a:gd name="connsiteX7" fmla="*/ 1140 w 6343"/>
                  <a:gd name="connsiteY7" fmla="*/ 5548 h 6345"/>
                  <a:gd name="connsiteX8" fmla="*/ 3382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7"/>
                    </a:moveTo>
                    <a:cubicBezTo>
                      <a:pt x="4224" y="6477"/>
                      <a:pt x="5030" y="6143"/>
                      <a:pt x="5625" y="5548"/>
                    </a:cubicBezTo>
                    <a:cubicBezTo>
                      <a:pt x="6220" y="4953"/>
                      <a:pt x="6554" y="4146"/>
                      <a:pt x="6554" y="3305"/>
                    </a:cubicBezTo>
                    <a:cubicBezTo>
                      <a:pt x="6554" y="2463"/>
                      <a:pt x="6220" y="1656"/>
                      <a:pt x="5625" y="1061"/>
                    </a:cubicBezTo>
                    <a:cubicBezTo>
                      <a:pt x="5030" y="466"/>
                      <a:pt x="4224" y="132"/>
                      <a:pt x="3382" y="132"/>
                    </a:cubicBezTo>
                    <a:cubicBezTo>
                      <a:pt x="2541" y="132"/>
                      <a:pt x="1735" y="466"/>
                      <a:pt x="1140" y="1061"/>
                    </a:cubicBezTo>
                    <a:cubicBezTo>
                      <a:pt x="545" y="1656"/>
                      <a:pt x="211" y="2463"/>
                      <a:pt x="211" y="3305"/>
                    </a:cubicBezTo>
                    <a:cubicBezTo>
                      <a:pt x="211" y="4146"/>
                      <a:pt x="545" y="4953"/>
                      <a:pt x="1140" y="5548"/>
                    </a:cubicBezTo>
                    <a:cubicBezTo>
                      <a:pt x="1735" y="6143"/>
                      <a:pt x="2541" y="6477"/>
                      <a:pt x="3382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80" name="Freeform: Shape 11879">
                <a:extLst>
                  <a:ext uri="{FF2B5EF4-FFF2-40B4-BE49-F238E27FC236}">
                    <a16:creationId xmlns:a16="http://schemas.microsoft.com/office/drawing/2014/main" id="{E24CEB27-CAA4-6634-67A9-BC3B04F003F3}"/>
                  </a:ext>
                </a:extLst>
              </p:cNvPr>
              <p:cNvSpPr/>
              <p:nvPr/>
            </p:nvSpPr>
            <p:spPr>
              <a:xfrm>
                <a:off x="9080588" y="5151044"/>
                <a:ext cx="6343" cy="6345"/>
              </a:xfrm>
              <a:custGeom>
                <a:avLst/>
                <a:gdLst>
                  <a:gd name="connsiteX0" fmla="*/ 3382 w 6343"/>
                  <a:gd name="connsiteY0" fmla="*/ 6477 h 6345"/>
                  <a:gd name="connsiteX1" fmla="*/ 5625 w 6343"/>
                  <a:gd name="connsiteY1" fmla="*/ 5548 h 6345"/>
                  <a:gd name="connsiteX2" fmla="*/ 6554 w 6343"/>
                  <a:gd name="connsiteY2" fmla="*/ 3304 h 6345"/>
                  <a:gd name="connsiteX3" fmla="*/ 5625 w 6343"/>
                  <a:gd name="connsiteY3" fmla="*/ 1061 h 6345"/>
                  <a:gd name="connsiteX4" fmla="*/ 3382 w 6343"/>
                  <a:gd name="connsiteY4" fmla="*/ 132 h 6345"/>
                  <a:gd name="connsiteX5" fmla="*/ 1140 w 6343"/>
                  <a:gd name="connsiteY5" fmla="*/ 1061 h 6345"/>
                  <a:gd name="connsiteX6" fmla="*/ 211 w 6343"/>
                  <a:gd name="connsiteY6" fmla="*/ 3304 h 6345"/>
                  <a:gd name="connsiteX7" fmla="*/ 1140 w 6343"/>
                  <a:gd name="connsiteY7" fmla="*/ 5548 h 6345"/>
                  <a:gd name="connsiteX8" fmla="*/ 3382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7"/>
                    </a:moveTo>
                    <a:cubicBezTo>
                      <a:pt x="4223" y="6477"/>
                      <a:pt x="5030" y="6143"/>
                      <a:pt x="5625" y="5548"/>
                    </a:cubicBezTo>
                    <a:cubicBezTo>
                      <a:pt x="6220" y="4953"/>
                      <a:pt x="6554" y="4146"/>
                      <a:pt x="6554" y="3304"/>
                    </a:cubicBezTo>
                    <a:cubicBezTo>
                      <a:pt x="6554" y="2463"/>
                      <a:pt x="6220" y="1656"/>
                      <a:pt x="5625" y="1061"/>
                    </a:cubicBezTo>
                    <a:cubicBezTo>
                      <a:pt x="5030" y="466"/>
                      <a:pt x="4223" y="132"/>
                      <a:pt x="3382" y="132"/>
                    </a:cubicBezTo>
                    <a:cubicBezTo>
                      <a:pt x="2541" y="132"/>
                      <a:pt x="1734" y="466"/>
                      <a:pt x="1140" y="1061"/>
                    </a:cubicBezTo>
                    <a:cubicBezTo>
                      <a:pt x="545" y="1656"/>
                      <a:pt x="211" y="2463"/>
                      <a:pt x="211" y="3304"/>
                    </a:cubicBezTo>
                    <a:cubicBezTo>
                      <a:pt x="211" y="4146"/>
                      <a:pt x="545" y="4953"/>
                      <a:pt x="1140" y="5548"/>
                    </a:cubicBezTo>
                    <a:cubicBezTo>
                      <a:pt x="1734" y="6143"/>
                      <a:pt x="2541" y="6477"/>
                      <a:pt x="3382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81" name="Freeform: Shape 11880">
                <a:extLst>
                  <a:ext uri="{FF2B5EF4-FFF2-40B4-BE49-F238E27FC236}">
                    <a16:creationId xmlns:a16="http://schemas.microsoft.com/office/drawing/2014/main" id="{EF073EDA-0305-CD10-5D00-21E139F7463D}"/>
                  </a:ext>
                </a:extLst>
              </p:cNvPr>
              <p:cNvSpPr/>
              <p:nvPr/>
            </p:nvSpPr>
            <p:spPr>
              <a:xfrm>
                <a:off x="9079499" y="5148025"/>
                <a:ext cx="6343" cy="6345"/>
              </a:xfrm>
              <a:custGeom>
                <a:avLst/>
                <a:gdLst>
                  <a:gd name="connsiteX0" fmla="*/ 3382 w 6343"/>
                  <a:gd name="connsiteY0" fmla="*/ 6477 h 6345"/>
                  <a:gd name="connsiteX1" fmla="*/ 5625 w 6343"/>
                  <a:gd name="connsiteY1" fmla="*/ 5548 h 6345"/>
                  <a:gd name="connsiteX2" fmla="*/ 6554 w 6343"/>
                  <a:gd name="connsiteY2" fmla="*/ 3304 h 6345"/>
                  <a:gd name="connsiteX3" fmla="*/ 5625 w 6343"/>
                  <a:gd name="connsiteY3" fmla="*/ 1061 h 6345"/>
                  <a:gd name="connsiteX4" fmla="*/ 3382 w 6343"/>
                  <a:gd name="connsiteY4" fmla="*/ 131 h 6345"/>
                  <a:gd name="connsiteX5" fmla="*/ 1139 w 6343"/>
                  <a:gd name="connsiteY5" fmla="*/ 1061 h 6345"/>
                  <a:gd name="connsiteX6" fmla="*/ 211 w 6343"/>
                  <a:gd name="connsiteY6" fmla="*/ 3304 h 6345"/>
                  <a:gd name="connsiteX7" fmla="*/ 1139 w 6343"/>
                  <a:gd name="connsiteY7" fmla="*/ 5548 h 6345"/>
                  <a:gd name="connsiteX8" fmla="*/ 3382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7"/>
                    </a:moveTo>
                    <a:cubicBezTo>
                      <a:pt x="4223" y="6477"/>
                      <a:pt x="5030" y="6143"/>
                      <a:pt x="5625" y="5548"/>
                    </a:cubicBezTo>
                    <a:cubicBezTo>
                      <a:pt x="6219" y="4953"/>
                      <a:pt x="6554" y="4146"/>
                      <a:pt x="6554" y="3304"/>
                    </a:cubicBezTo>
                    <a:cubicBezTo>
                      <a:pt x="6554" y="2463"/>
                      <a:pt x="6219" y="1656"/>
                      <a:pt x="5625" y="1061"/>
                    </a:cubicBezTo>
                    <a:cubicBezTo>
                      <a:pt x="5030" y="466"/>
                      <a:pt x="4223" y="131"/>
                      <a:pt x="3382" y="131"/>
                    </a:cubicBezTo>
                    <a:cubicBezTo>
                      <a:pt x="2541" y="131"/>
                      <a:pt x="1734" y="466"/>
                      <a:pt x="1139" y="1061"/>
                    </a:cubicBezTo>
                    <a:cubicBezTo>
                      <a:pt x="545" y="1656"/>
                      <a:pt x="211" y="2463"/>
                      <a:pt x="211" y="3304"/>
                    </a:cubicBezTo>
                    <a:cubicBezTo>
                      <a:pt x="211" y="4146"/>
                      <a:pt x="545" y="4953"/>
                      <a:pt x="1139" y="5548"/>
                    </a:cubicBezTo>
                    <a:cubicBezTo>
                      <a:pt x="1734" y="6143"/>
                      <a:pt x="2541" y="6477"/>
                      <a:pt x="3382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82" name="Freeform: Shape 11881">
                <a:extLst>
                  <a:ext uri="{FF2B5EF4-FFF2-40B4-BE49-F238E27FC236}">
                    <a16:creationId xmlns:a16="http://schemas.microsoft.com/office/drawing/2014/main" id="{15B0B5C7-1FB0-6EAA-8920-D0A8960CC112}"/>
                  </a:ext>
                </a:extLst>
              </p:cNvPr>
              <p:cNvSpPr/>
              <p:nvPr/>
            </p:nvSpPr>
            <p:spPr>
              <a:xfrm>
                <a:off x="9080459" y="5145811"/>
                <a:ext cx="6343" cy="6345"/>
              </a:xfrm>
              <a:custGeom>
                <a:avLst/>
                <a:gdLst>
                  <a:gd name="connsiteX0" fmla="*/ 3382 w 6343"/>
                  <a:gd name="connsiteY0" fmla="*/ 6477 h 6345"/>
                  <a:gd name="connsiteX1" fmla="*/ 5625 w 6343"/>
                  <a:gd name="connsiteY1" fmla="*/ 5547 h 6345"/>
                  <a:gd name="connsiteX2" fmla="*/ 6554 w 6343"/>
                  <a:gd name="connsiteY2" fmla="*/ 3304 h 6345"/>
                  <a:gd name="connsiteX3" fmla="*/ 5625 w 6343"/>
                  <a:gd name="connsiteY3" fmla="*/ 1061 h 6345"/>
                  <a:gd name="connsiteX4" fmla="*/ 3382 w 6343"/>
                  <a:gd name="connsiteY4" fmla="*/ 131 h 6345"/>
                  <a:gd name="connsiteX5" fmla="*/ 1140 w 6343"/>
                  <a:gd name="connsiteY5" fmla="*/ 1061 h 6345"/>
                  <a:gd name="connsiteX6" fmla="*/ 211 w 6343"/>
                  <a:gd name="connsiteY6" fmla="*/ 3304 h 6345"/>
                  <a:gd name="connsiteX7" fmla="*/ 1140 w 6343"/>
                  <a:gd name="connsiteY7" fmla="*/ 5547 h 6345"/>
                  <a:gd name="connsiteX8" fmla="*/ 3382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7"/>
                    </a:moveTo>
                    <a:cubicBezTo>
                      <a:pt x="4223" y="6477"/>
                      <a:pt x="5030" y="6142"/>
                      <a:pt x="5625" y="5547"/>
                    </a:cubicBezTo>
                    <a:cubicBezTo>
                      <a:pt x="6220" y="4952"/>
                      <a:pt x="6554" y="4145"/>
                      <a:pt x="6554" y="3304"/>
                    </a:cubicBezTo>
                    <a:cubicBezTo>
                      <a:pt x="6554" y="2463"/>
                      <a:pt x="6220" y="1656"/>
                      <a:pt x="5625" y="1061"/>
                    </a:cubicBezTo>
                    <a:cubicBezTo>
                      <a:pt x="5030" y="466"/>
                      <a:pt x="4223" y="131"/>
                      <a:pt x="3382" y="131"/>
                    </a:cubicBezTo>
                    <a:cubicBezTo>
                      <a:pt x="2541" y="131"/>
                      <a:pt x="1734" y="466"/>
                      <a:pt x="1140" y="1061"/>
                    </a:cubicBezTo>
                    <a:cubicBezTo>
                      <a:pt x="545" y="1656"/>
                      <a:pt x="211" y="2463"/>
                      <a:pt x="211" y="3304"/>
                    </a:cubicBezTo>
                    <a:cubicBezTo>
                      <a:pt x="211" y="4145"/>
                      <a:pt x="545" y="4952"/>
                      <a:pt x="1140" y="5547"/>
                    </a:cubicBezTo>
                    <a:cubicBezTo>
                      <a:pt x="1734" y="6142"/>
                      <a:pt x="2541" y="6477"/>
                      <a:pt x="3382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83" name="Freeform: Shape 11882">
                <a:extLst>
                  <a:ext uri="{FF2B5EF4-FFF2-40B4-BE49-F238E27FC236}">
                    <a16:creationId xmlns:a16="http://schemas.microsoft.com/office/drawing/2014/main" id="{193ED501-47A3-71F8-D9C4-313EAE850B0A}"/>
                  </a:ext>
                </a:extLst>
              </p:cNvPr>
              <p:cNvSpPr/>
              <p:nvPr/>
            </p:nvSpPr>
            <p:spPr>
              <a:xfrm>
                <a:off x="9084088" y="5144705"/>
                <a:ext cx="6343" cy="6345"/>
              </a:xfrm>
              <a:custGeom>
                <a:avLst/>
                <a:gdLst>
                  <a:gd name="connsiteX0" fmla="*/ 3382 w 6343"/>
                  <a:gd name="connsiteY0" fmla="*/ 6477 h 6345"/>
                  <a:gd name="connsiteX1" fmla="*/ 5625 w 6343"/>
                  <a:gd name="connsiteY1" fmla="*/ 5547 h 6345"/>
                  <a:gd name="connsiteX2" fmla="*/ 6554 w 6343"/>
                  <a:gd name="connsiteY2" fmla="*/ 3304 h 6345"/>
                  <a:gd name="connsiteX3" fmla="*/ 5625 w 6343"/>
                  <a:gd name="connsiteY3" fmla="*/ 1060 h 6345"/>
                  <a:gd name="connsiteX4" fmla="*/ 3382 w 6343"/>
                  <a:gd name="connsiteY4" fmla="*/ 131 h 6345"/>
                  <a:gd name="connsiteX5" fmla="*/ 1140 w 6343"/>
                  <a:gd name="connsiteY5" fmla="*/ 1060 h 6345"/>
                  <a:gd name="connsiteX6" fmla="*/ 211 w 6343"/>
                  <a:gd name="connsiteY6" fmla="*/ 3304 h 6345"/>
                  <a:gd name="connsiteX7" fmla="*/ 1140 w 6343"/>
                  <a:gd name="connsiteY7" fmla="*/ 5547 h 6345"/>
                  <a:gd name="connsiteX8" fmla="*/ 3382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7"/>
                    </a:moveTo>
                    <a:cubicBezTo>
                      <a:pt x="4224" y="6477"/>
                      <a:pt x="5030" y="6142"/>
                      <a:pt x="5625" y="5547"/>
                    </a:cubicBezTo>
                    <a:cubicBezTo>
                      <a:pt x="6220" y="4952"/>
                      <a:pt x="6554" y="4145"/>
                      <a:pt x="6554" y="3304"/>
                    </a:cubicBezTo>
                    <a:cubicBezTo>
                      <a:pt x="6554" y="2463"/>
                      <a:pt x="6220" y="1655"/>
                      <a:pt x="5625" y="1060"/>
                    </a:cubicBezTo>
                    <a:cubicBezTo>
                      <a:pt x="5030" y="466"/>
                      <a:pt x="4224" y="131"/>
                      <a:pt x="3382" y="131"/>
                    </a:cubicBezTo>
                    <a:cubicBezTo>
                      <a:pt x="2541" y="131"/>
                      <a:pt x="1735" y="466"/>
                      <a:pt x="1140" y="1060"/>
                    </a:cubicBezTo>
                    <a:cubicBezTo>
                      <a:pt x="545" y="1655"/>
                      <a:pt x="211" y="2463"/>
                      <a:pt x="211" y="3304"/>
                    </a:cubicBezTo>
                    <a:cubicBezTo>
                      <a:pt x="211" y="4145"/>
                      <a:pt x="545" y="4952"/>
                      <a:pt x="1140" y="5547"/>
                    </a:cubicBezTo>
                    <a:cubicBezTo>
                      <a:pt x="1735" y="6142"/>
                      <a:pt x="2541" y="6477"/>
                      <a:pt x="3382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84" name="Freeform: Shape 11883">
                <a:extLst>
                  <a:ext uri="{FF2B5EF4-FFF2-40B4-BE49-F238E27FC236}">
                    <a16:creationId xmlns:a16="http://schemas.microsoft.com/office/drawing/2014/main" id="{86C36CB6-FB18-A3DD-4D8B-2BD8F72C13B6}"/>
                  </a:ext>
                </a:extLst>
              </p:cNvPr>
              <p:cNvSpPr/>
              <p:nvPr/>
            </p:nvSpPr>
            <p:spPr>
              <a:xfrm>
                <a:off x="9091747" y="5145338"/>
                <a:ext cx="6343" cy="6345"/>
              </a:xfrm>
              <a:custGeom>
                <a:avLst/>
                <a:gdLst>
                  <a:gd name="connsiteX0" fmla="*/ 3383 w 6343"/>
                  <a:gd name="connsiteY0" fmla="*/ 6477 h 6345"/>
                  <a:gd name="connsiteX1" fmla="*/ 5626 w 6343"/>
                  <a:gd name="connsiteY1" fmla="*/ 5547 h 6345"/>
                  <a:gd name="connsiteX2" fmla="*/ 6555 w 6343"/>
                  <a:gd name="connsiteY2" fmla="*/ 3304 h 6345"/>
                  <a:gd name="connsiteX3" fmla="*/ 5626 w 6343"/>
                  <a:gd name="connsiteY3" fmla="*/ 1061 h 6345"/>
                  <a:gd name="connsiteX4" fmla="*/ 3383 w 6343"/>
                  <a:gd name="connsiteY4" fmla="*/ 131 h 6345"/>
                  <a:gd name="connsiteX5" fmla="*/ 1140 w 6343"/>
                  <a:gd name="connsiteY5" fmla="*/ 1061 h 6345"/>
                  <a:gd name="connsiteX6" fmla="*/ 211 w 6343"/>
                  <a:gd name="connsiteY6" fmla="*/ 3304 h 6345"/>
                  <a:gd name="connsiteX7" fmla="*/ 1140 w 6343"/>
                  <a:gd name="connsiteY7" fmla="*/ 5547 h 6345"/>
                  <a:gd name="connsiteX8" fmla="*/ 338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7"/>
                    </a:moveTo>
                    <a:cubicBezTo>
                      <a:pt x="4224" y="6477"/>
                      <a:pt x="5031" y="6142"/>
                      <a:pt x="5626" y="5547"/>
                    </a:cubicBezTo>
                    <a:cubicBezTo>
                      <a:pt x="6220" y="4952"/>
                      <a:pt x="6555" y="4145"/>
                      <a:pt x="6555" y="3304"/>
                    </a:cubicBezTo>
                    <a:cubicBezTo>
                      <a:pt x="6555" y="2463"/>
                      <a:pt x="6220" y="1655"/>
                      <a:pt x="5626" y="1061"/>
                    </a:cubicBezTo>
                    <a:cubicBezTo>
                      <a:pt x="5031" y="466"/>
                      <a:pt x="4224" y="131"/>
                      <a:pt x="3383" y="131"/>
                    </a:cubicBezTo>
                    <a:cubicBezTo>
                      <a:pt x="2542" y="131"/>
                      <a:pt x="1735" y="466"/>
                      <a:pt x="1140" y="1061"/>
                    </a:cubicBezTo>
                    <a:cubicBezTo>
                      <a:pt x="546" y="1655"/>
                      <a:pt x="211" y="2463"/>
                      <a:pt x="211" y="3304"/>
                    </a:cubicBezTo>
                    <a:cubicBezTo>
                      <a:pt x="211" y="4145"/>
                      <a:pt x="546" y="4952"/>
                      <a:pt x="1140" y="5547"/>
                    </a:cubicBezTo>
                    <a:cubicBezTo>
                      <a:pt x="1735" y="6142"/>
                      <a:pt x="2542" y="6477"/>
                      <a:pt x="338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85" name="Freeform: Shape 11884">
                <a:extLst>
                  <a:ext uri="{FF2B5EF4-FFF2-40B4-BE49-F238E27FC236}">
                    <a16:creationId xmlns:a16="http://schemas.microsoft.com/office/drawing/2014/main" id="{3354358D-5E44-BED6-570D-E245F2459E50}"/>
                  </a:ext>
                </a:extLst>
              </p:cNvPr>
              <p:cNvSpPr/>
              <p:nvPr/>
            </p:nvSpPr>
            <p:spPr>
              <a:xfrm>
                <a:off x="9109549" y="5150420"/>
                <a:ext cx="6343" cy="6345"/>
              </a:xfrm>
              <a:custGeom>
                <a:avLst/>
                <a:gdLst>
                  <a:gd name="connsiteX0" fmla="*/ 3384 w 6343"/>
                  <a:gd name="connsiteY0" fmla="*/ 6477 h 6345"/>
                  <a:gd name="connsiteX1" fmla="*/ 5627 w 6343"/>
                  <a:gd name="connsiteY1" fmla="*/ 5548 h 6345"/>
                  <a:gd name="connsiteX2" fmla="*/ 6556 w 6343"/>
                  <a:gd name="connsiteY2" fmla="*/ 3304 h 6345"/>
                  <a:gd name="connsiteX3" fmla="*/ 5627 w 6343"/>
                  <a:gd name="connsiteY3" fmla="*/ 1061 h 6345"/>
                  <a:gd name="connsiteX4" fmla="*/ 3384 w 6343"/>
                  <a:gd name="connsiteY4" fmla="*/ 132 h 6345"/>
                  <a:gd name="connsiteX5" fmla="*/ 1142 w 6343"/>
                  <a:gd name="connsiteY5" fmla="*/ 1061 h 6345"/>
                  <a:gd name="connsiteX6" fmla="*/ 213 w 6343"/>
                  <a:gd name="connsiteY6" fmla="*/ 3304 h 6345"/>
                  <a:gd name="connsiteX7" fmla="*/ 1142 w 6343"/>
                  <a:gd name="connsiteY7" fmla="*/ 5548 h 6345"/>
                  <a:gd name="connsiteX8" fmla="*/ 338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7"/>
                    </a:moveTo>
                    <a:cubicBezTo>
                      <a:pt x="4226" y="6477"/>
                      <a:pt x="5032" y="6143"/>
                      <a:pt x="5627" y="5548"/>
                    </a:cubicBezTo>
                    <a:cubicBezTo>
                      <a:pt x="6222" y="4953"/>
                      <a:pt x="6556" y="4146"/>
                      <a:pt x="6556" y="3304"/>
                    </a:cubicBezTo>
                    <a:cubicBezTo>
                      <a:pt x="6556" y="2463"/>
                      <a:pt x="6222" y="1656"/>
                      <a:pt x="5627" y="1061"/>
                    </a:cubicBezTo>
                    <a:cubicBezTo>
                      <a:pt x="5032" y="466"/>
                      <a:pt x="4226" y="132"/>
                      <a:pt x="3384" y="132"/>
                    </a:cubicBezTo>
                    <a:cubicBezTo>
                      <a:pt x="2543" y="132"/>
                      <a:pt x="1737" y="466"/>
                      <a:pt x="1142" y="1061"/>
                    </a:cubicBezTo>
                    <a:cubicBezTo>
                      <a:pt x="547" y="1656"/>
                      <a:pt x="213" y="2463"/>
                      <a:pt x="213" y="3304"/>
                    </a:cubicBezTo>
                    <a:cubicBezTo>
                      <a:pt x="213" y="4146"/>
                      <a:pt x="547" y="4953"/>
                      <a:pt x="1142" y="5548"/>
                    </a:cubicBezTo>
                    <a:cubicBezTo>
                      <a:pt x="1737" y="6143"/>
                      <a:pt x="2543" y="6477"/>
                      <a:pt x="338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86" name="Freeform: Shape 11885">
                <a:extLst>
                  <a:ext uri="{FF2B5EF4-FFF2-40B4-BE49-F238E27FC236}">
                    <a16:creationId xmlns:a16="http://schemas.microsoft.com/office/drawing/2014/main" id="{53EE9730-A929-F5E7-91CB-C23A7E428DB6}"/>
                  </a:ext>
                </a:extLst>
              </p:cNvPr>
              <p:cNvSpPr/>
              <p:nvPr/>
            </p:nvSpPr>
            <p:spPr>
              <a:xfrm>
                <a:off x="9109863" y="5148118"/>
                <a:ext cx="6343" cy="6345"/>
              </a:xfrm>
              <a:custGeom>
                <a:avLst/>
                <a:gdLst>
                  <a:gd name="connsiteX0" fmla="*/ 3384 w 6343"/>
                  <a:gd name="connsiteY0" fmla="*/ 6477 h 6345"/>
                  <a:gd name="connsiteX1" fmla="*/ 5627 w 6343"/>
                  <a:gd name="connsiteY1" fmla="*/ 5548 h 6345"/>
                  <a:gd name="connsiteX2" fmla="*/ 6556 w 6343"/>
                  <a:gd name="connsiteY2" fmla="*/ 3304 h 6345"/>
                  <a:gd name="connsiteX3" fmla="*/ 5627 w 6343"/>
                  <a:gd name="connsiteY3" fmla="*/ 1061 h 6345"/>
                  <a:gd name="connsiteX4" fmla="*/ 3384 w 6343"/>
                  <a:gd name="connsiteY4" fmla="*/ 131 h 6345"/>
                  <a:gd name="connsiteX5" fmla="*/ 1142 w 6343"/>
                  <a:gd name="connsiteY5" fmla="*/ 1061 h 6345"/>
                  <a:gd name="connsiteX6" fmla="*/ 213 w 6343"/>
                  <a:gd name="connsiteY6" fmla="*/ 3304 h 6345"/>
                  <a:gd name="connsiteX7" fmla="*/ 1142 w 6343"/>
                  <a:gd name="connsiteY7" fmla="*/ 5548 h 6345"/>
                  <a:gd name="connsiteX8" fmla="*/ 338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7"/>
                    </a:moveTo>
                    <a:cubicBezTo>
                      <a:pt x="4226" y="6477"/>
                      <a:pt x="5032" y="6143"/>
                      <a:pt x="5627" y="5548"/>
                    </a:cubicBezTo>
                    <a:cubicBezTo>
                      <a:pt x="6222" y="4953"/>
                      <a:pt x="6556" y="4146"/>
                      <a:pt x="6556" y="3304"/>
                    </a:cubicBezTo>
                    <a:cubicBezTo>
                      <a:pt x="6556" y="2463"/>
                      <a:pt x="6222" y="1656"/>
                      <a:pt x="5627" y="1061"/>
                    </a:cubicBezTo>
                    <a:cubicBezTo>
                      <a:pt x="5032" y="466"/>
                      <a:pt x="4226" y="131"/>
                      <a:pt x="3384" y="131"/>
                    </a:cubicBezTo>
                    <a:cubicBezTo>
                      <a:pt x="2543" y="131"/>
                      <a:pt x="1737" y="466"/>
                      <a:pt x="1142" y="1061"/>
                    </a:cubicBezTo>
                    <a:cubicBezTo>
                      <a:pt x="547" y="1656"/>
                      <a:pt x="213" y="2463"/>
                      <a:pt x="213" y="3304"/>
                    </a:cubicBezTo>
                    <a:cubicBezTo>
                      <a:pt x="213" y="4146"/>
                      <a:pt x="547" y="4953"/>
                      <a:pt x="1142" y="5548"/>
                    </a:cubicBezTo>
                    <a:cubicBezTo>
                      <a:pt x="1737" y="6143"/>
                      <a:pt x="2543" y="6477"/>
                      <a:pt x="338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87" name="Freeform: Shape 11886">
                <a:extLst>
                  <a:ext uri="{FF2B5EF4-FFF2-40B4-BE49-F238E27FC236}">
                    <a16:creationId xmlns:a16="http://schemas.microsoft.com/office/drawing/2014/main" id="{4FB0B743-0488-6E47-AB11-1A7C529EEB9B}"/>
                  </a:ext>
                </a:extLst>
              </p:cNvPr>
              <p:cNvSpPr/>
              <p:nvPr/>
            </p:nvSpPr>
            <p:spPr>
              <a:xfrm>
                <a:off x="9111793" y="5146523"/>
                <a:ext cx="6343" cy="6345"/>
              </a:xfrm>
              <a:custGeom>
                <a:avLst/>
                <a:gdLst>
                  <a:gd name="connsiteX0" fmla="*/ 3385 w 6343"/>
                  <a:gd name="connsiteY0" fmla="*/ 6477 h 6345"/>
                  <a:gd name="connsiteX1" fmla="*/ 5627 w 6343"/>
                  <a:gd name="connsiteY1" fmla="*/ 5548 h 6345"/>
                  <a:gd name="connsiteX2" fmla="*/ 6556 w 6343"/>
                  <a:gd name="connsiteY2" fmla="*/ 3304 h 6345"/>
                  <a:gd name="connsiteX3" fmla="*/ 5627 w 6343"/>
                  <a:gd name="connsiteY3" fmla="*/ 1061 h 6345"/>
                  <a:gd name="connsiteX4" fmla="*/ 3385 w 6343"/>
                  <a:gd name="connsiteY4" fmla="*/ 131 h 6345"/>
                  <a:gd name="connsiteX5" fmla="*/ 1142 w 6343"/>
                  <a:gd name="connsiteY5" fmla="*/ 1061 h 6345"/>
                  <a:gd name="connsiteX6" fmla="*/ 213 w 6343"/>
                  <a:gd name="connsiteY6" fmla="*/ 3304 h 6345"/>
                  <a:gd name="connsiteX7" fmla="*/ 1142 w 6343"/>
                  <a:gd name="connsiteY7" fmla="*/ 5548 h 6345"/>
                  <a:gd name="connsiteX8" fmla="*/ 338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7"/>
                    </a:moveTo>
                    <a:cubicBezTo>
                      <a:pt x="4226" y="6477"/>
                      <a:pt x="5032" y="6142"/>
                      <a:pt x="5627" y="5548"/>
                    </a:cubicBezTo>
                    <a:cubicBezTo>
                      <a:pt x="6222" y="4953"/>
                      <a:pt x="6556" y="4145"/>
                      <a:pt x="6556" y="3304"/>
                    </a:cubicBezTo>
                    <a:cubicBezTo>
                      <a:pt x="6556" y="2463"/>
                      <a:pt x="6222" y="1656"/>
                      <a:pt x="5627" y="1061"/>
                    </a:cubicBezTo>
                    <a:cubicBezTo>
                      <a:pt x="5032" y="466"/>
                      <a:pt x="4226" y="131"/>
                      <a:pt x="3385" y="131"/>
                    </a:cubicBezTo>
                    <a:cubicBezTo>
                      <a:pt x="2543" y="131"/>
                      <a:pt x="1737" y="466"/>
                      <a:pt x="1142" y="1061"/>
                    </a:cubicBezTo>
                    <a:cubicBezTo>
                      <a:pt x="547" y="1656"/>
                      <a:pt x="213" y="2463"/>
                      <a:pt x="213" y="3304"/>
                    </a:cubicBezTo>
                    <a:cubicBezTo>
                      <a:pt x="213" y="4145"/>
                      <a:pt x="547" y="4953"/>
                      <a:pt x="1142" y="5548"/>
                    </a:cubicBezTo>
                    <a:cubicBezTo>
                      <a:pt x="1737" y="6142"/>
                      <a:pt x="2543" y="6477"/>
                      <a:pt x="338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88" name="Freeform: Shape 11887">
                <a:extLst>
                  <a:ext uri="{FF2B5EF4-FFF2-40B4-BE49-F238E27FC236}">
                    <a16:creationId xmlns:a16="http://schemas.microsoft.com/office/drawing/2014/main" id="{35C0BDCC-B051-86D1-B0C3-994A1FDBA44B}"/>
                  </a:ext>
                </a:extLst>
              </p:cNvPr>
              <p:cNvSpPr/>
              <p:nvPr/>
            </p:nvSpPr>
            <p:spPr>
              <a:xfrm>
                <a:off x="9113729" y="5144947"/>
                <a:ext cx="6343" cy="6345"/>
              </a:xfrm>
              <a:custGeom>
                <a:avLst/>
                <a:gdLst>
                  <a:gd name="connsiteX0" fmla="*/ 3385 w 6343"/>
                  <a:gd name="connsiteY0" fmla="*/ 6477 h 6345"/>
                  <a:gd name="connsiteX1" fmla="*/ 5627 w 6343"/>
                  <a:gd name="connsiteY1" fmla="*/ 5547 h 6345"/>
                  <a:gd name="connsiteX2" fmla="*/ 6556 w 6343"/>
                  <a:gd name="connsiteY2" fmla="*/ 3304 h 6345"/>
                  <a:gd name="connsiteX3" fmla="*/ 5627 w 6343"/>
                  <a:gd name="connsiteY3" fmla="*/ 1060 h 6345"/>
                  <a:gd name="connsiteX4" fmla="*/ 3385 w 6343"/>
                  <a:gd name="connsiteY4" fmla="*/ 131 h 6345"/>
                  <a:gd name="connsiteX5" fmla="*/ 1142 w 6343"/>
                  <a:gd name="connsiteY5" fmla="*/ 1060 h 6345"/>
                  <a:gd name="connsiteX6" fmla="*/ 213 w 6343"/>
                  <a:gd name="connsiteY6" fmla="*/ 3304 h 6345"/>
                  <a:gd name="connsiteX7" fmla="*/ 1142 w 6343"/>
                  <a:gd name="connsiteY7" fmla="*/ 5547 h 6345"/>
                  <a:gd name="connsiteX8" fmla="*/ 338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7"/>
                    </a:moveTo>
                    <a:cubicBezTo>
                      <a:pt x="4226" y="6477"/>
                      <a:pt x="5033" y="6142"/>
                      <a:pt x="5627" y="5547"/>
                    </a:cubicBezTo>
                    <a:cubicBezTo>
                      <a:pt x="6222" y="4952"/>
                      <a:pt x="6556" y="4145"/>
                      <a:pt x="6556" y="3304"/>
                    </a:cubicBezTo>
                    <a:cubicBezTo>
                      <a:pt x="6556" y="2463"/>
                      <a:pt x="6222" y="1655"/>
                      <a:pt x="5627" y="1060"/>
                    </a:cubicBezTo>
                    <a:cubicBezTo>
                      <a:pt x="5033" y="466"/>
                      <a:pt x="4226" y="131"/>
                      <a:pt x="3385" y="131"/>
                    </a:cubicBezTo>
                    <a:cubicBezTo>
                      <a:pt x="2544" y="131"/>
                      <a:pt x="1737" y="466"/>
                      <a:pt x="1142" y="1060"/>
                    </a:cubicBezTo>
                    <a:cubicBezTo>
                      <a:pt x="547" y="1655"/>
                      <a:pt x="213" y="2463"/>
                      <a:pt x="213" y="3304"/>
                    </a:cubicBezTo>
                    <a:cubicBezTo>
                      <a:pt x="213" y="4145"/>
                      <a:pt x="547" y="4952"/>
                      <a:pt x="1142" y="5547"/>
                    </a:cubicBezTo>
                    <a:cubicBezTo>
                      <a:pt x="1737" y="6142"/>
                      <a:pt x="2544" y="6477"/>
                      <a:pt x="338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89" name="Freeform: Shape 11888">
                <a:extLst>
                  <a:ext uri="{FF2B5EF4-FFF2-40B4-BE49-F238E27FC236}">
                    <a16:creationId xmlns:a16="http://schemas.microsoft.com/office/drawing/2014/main" id="{462E2043-1829-488F-934A-73B343318E3C}"/>
                  </a:ext>
                </a:extLst>
              </p:cNvPr>
              <p:cNvSpPr/>
              <p:nvPr/>
            </p:nvSpPr>
            <p:spPr>
              <a:xfrm>
                <a:off x="9115217" y="5143181"/>
                <a:ext cx="6343" cy="6345"/>
              </a:xfrm>
              <a:custGeom>
                <a:avLst/>
                <a:gdLst>
                  <a:gd name="connsiteX0" fmla="*/ 3385 w 6343"/>
                  <a:gd name="connsiteY0" fmla="*/ 6477 h 6345"/>
                  <a:gd name="connsiteX1" fmla="*/ 5628 w 6343"/>
                  <a:gd name="connsiteY1" fmla="*/ 5547 h 6345"/>
                  <a:gd name="connsiteX2" fmla="*/ 6556 w 6343"/>
                  <a:gd name="connsiteY2" fmla="*/ 3304 h 6345"/>
                  <a:gd name="connsiteX3" fmla="*/ 5628 w 6343"/>
                  <a:gd name="connsiteY3" fmla="*/ 1060 h 6345"/>
                  <a:gd name="connsiteX4" fmla="*/ 3385 w 6343"/>
                  <a:gd name="connsiteY4" fmla="*/ 131 h 6345"/>
                  <a:gd name="connsiteX5" fmla="*/ 1142 w 6343"/>
                  <a:gd name="connsiteY5" fmla="*/ 1060 h 6345"/>
                  <a:gd name="connsiteX6" fmla="*/ 213 w 6343"/>
                  <a:gd name="connsiteY6" fmla="*/ 3304 h 6345"/>
                  <a:gd name="connsiteX7" fmla="*/ 1142 w 6343"/>
                  <a:gd name="connsiteY7" fmla="*/ 5547 h 6345"/>
                  <a:gd name="connsiteX8" fmla="*/ 338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7"/>
                    </a:moveTo>
                    <a:cubicBezTo>
                      <a:pt x="4226" y="6477"/>
                      <a:pt x="5033" y="6142"/>
                      <a:pt x="5628" y="5547"/>
                    </a:cubicBezTo>
                    <a:cubicBezTo>
                      <a:pt x="6222" y="4952"/>
                      <a:pt x="6556" y="4145"/>
                      <a:pt x="6556" y="3304"/>
                    </a:cubicBezTo>
                    <a:cubicBezTo>
                      <a:pt x="6556" y="2462"/>
                      <a:pt x="6222" y="1655"/>
                      <a:pt x="5628" y="1060"/>
                    </a:cubicBezTo>
                    <a:cubicBezTo>
                      <a:pt x="5033" y="465"/>
                      <a:pt x="4226" y="131"/>
                      <a:pt x="3385" y="131"/>
                    </a:cubicBezTo>
                    <a:cubicBezTo>
                      <a:pt x="2544" y="131"/>
                      <a:pt x="1737" y="465"/>
                      <a:pt x="1142" y="1060"/>
                    </a:cubicBezTo>
                    <a:cubicBezTo>
                      <a:pt x="547" y="1655"/>
                      <a:pt x="213" y="2462"/>
                      <a:pt x="213" y="3304"/>
                    </a:cubicBezTo>
                    <a:cubicBezTo>
                      <a:pt x="213" y="4145"/>
                      <a:pt x="547" y="4952"/>
                      <a:pt x="1142" y="5547"/>
                    </a:cubicBezTo>
                    <a:cubicBezTo>
                      <a:pt x="1737" y="6142"/>
                      <a:pt x="2544" y="6477"/>
                      <a:pt x="338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90" name="Freeform: Shape 11889">
                <a:extLst>
                  <a:ext uri="{FF2B5EF4-FFF2-40B4-BE49-F238E27FC236}">
                    <a16:creationId xmlns:a16="http://schemas.microsoft.com/office/drawing/2014/main" id="{BAEEC717-E80C-5192-751A-E6B123D1F7A6}"/>
                  </a:ext>
                </a:extLst>
              </p:cNvPr>
              <p:cNvSpPr/>
              <p:nvPr/>
            </p:nvSpPr>
            <p:spPr>
              <a:xfrm>
                <a:off x="9118754" y="5142377"/>
                <a:ext cx="6343" cy="6345"/>
              </a:xfrm>
              <a:custGeom>
                <a:avLst/>
                <a:gdLst>
                  <a:gd name="connsiteX0" fmla="*/ 3385 w 6343"/>
                  <a:gd name="connsiteY0" fmla="*/ 6476 h 6345"/>
                  <a:gd name="connsiteX1" fmla="*/ 5628 w 6343"/>
                  <a:gd name="connsiteY1" fmla="*/ 5547 h 6345"/>
                  <a:gd name="connsiteX2" fmla="*/ 6557 w 6343"/>
                  <a:gd name="connsiteY2" fmla="*/ 3304 h 6345"/>
                  <a:gd name="connsiteX3" fmla="*/ 5628 w 6343"/>
                  <a:gd name="connsiteY3" fmla="*/ 1060 h 6345"/>
                  <a:gd name="connsiteX4" fmla="*/ 3385 w 6343"/>
                  <a:gd name="connsiteY4" fmla="*/ 131 h 6345"/>
                  <a:gd name="connsiteX5" fmla="*/ 1143 w 6343"/>
                  <a:gd name="connsiteY5" fmla="*/ 1060 h 6345"/>
                  <a:gd name="connsiteX6" fmla="*/ 214 w 6343"/>
                  <a:gd name="connsiteY6" fmla="*/ 3304 h 6345"/>
                  <a:gd name="connsiteX7" fmla="*/ 1143 w 6343"/>
                  <a:gd name="connsiteY7" fmla="*/ 5547 h 6345"/>
                  <a:gd name="connsiteX8" fmla="*/ 3385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6"/>
                    </a:moveTo>
                    <a:cubicBezTo>
                      <a:pt x="4226" y="6476"/>
                      <a:pt x="5033" y="6142"/>
                      <a:pt x="5628" y="5547"/>
                    </a:cubicBezTo>
                    <a:cubicBezTo>
                      <a:pt x="6223" y="4952"/>
                      <a:pt x="6557" y="4145"/>
                      <a:pt x="6557" y="3304"/>
                    </a:cubicBezTo>
                    <a:cubicBezTo>
                      <a:pt x="6557" y="2462"/>
                      <a:pt x="6223" y="1655"/>
                      <a:pt x="5628" y="1060"/>
                    </a:cubicBezTo>
                    <a:cubicBezTo>
                      <a:pt x="5033" y="465"/>
                      <a:pt x="4226" y="131"/>
                      <a:pt x="3385" y="131"/>
                    </a:cubicBezTo>
                    <a:cubicBezTo>
                      <a:pt x="2544" y="131"/>
                      <a:pt x="1737" y="465"/>
                      <a:pt x="1143" y="1060"/>
                    </a:cubicBezTo>
                    <a:cubicBezTo>
                      <a:pt x="548" y="1655"/>
                      <a:pt x="214" y="2462"/>
                      <a:pt x="214" y="3304"/>
                    </a:cubicBezTo>
                    <a:cubicBezTo>
                      <a:pt x="214" y="4145"/>
                      <a:pt x="548" y="4952"/>
                      <a:pt x="1143" y="5547"/>
                    </a:cubicBezTo>
                    <a:cubicBezTo>
                      <a:pt x="1737" y="6142"/>
                      <a:pt x="2544" y="6476"/>
                      <a:pt x="3385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91" name="Freeform: Shape 11890">
                <a:extLst>
                  <a:ext uri="{FF2B5EF4-FFF2-40B4-BE49-F238E27FC236}">
                    <a16:creationId xmlns:a16="http://schemas.microsoft.com/office/drawing/2014/main" id="{61FEDBA5-A64F-B3D0-2812-C1F50438DAFA}"/>
                  </a:ext>
                </a:extLst>
              </p:cNvPr>
              <p:cNvSpPr/>
              <p:nvPr/>
            </p:nvSpPr>
            <p:spPr>
              <a:xfrm>
                <a:off x="9167417" y="5162974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5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2" y="5549"/>
                    </a:cubicBezTo>
                    <a:cubicBezTo>
                      <a:pt x="6226" y="4954"/>
                      <a:pt x="6561" y="4147"/>
                      <a:pt x="6561" y="3305"/>
                    </a:cubicBezTo>
                    <a:cubicBezTo>
                      <a:pt x="6561" y="2464"/>
                      <a:pt x="6226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6" y="1062"/>
                    </a:cubicBezTo>
                    <a:cubicBezTo>
                      <a:pt x="552" y="1657"/>
                      <a:pt x="217" y="2464"/>
                      <a:pt x="217" y="3305"/>
                    </a:cubicBezTo>
                    <a:cubicBezTo>
                      <a:pt x="217" y="4147"/>
                      <a:pt x="552" y="4954"/>
                      <a:pt x="1146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92" name="Freeform: Shape 11891">
                <a:extLst>
                  <a:ext uri="{FF2B5EF4-FFF2-40B4-BE49-F238E27FC236}">
                    <a16:creationId xmlns:a16="http://schemas.microsoft.com/office/drawing/2014/main" id="{026FB7F0-85B8-2DFA-E6E4-6EE5063C8371}"/>
                  </a:ext>
                </a:extLst>
              </p:cNvPr>
              <p:cNvSpPr/>
              <p:nvPr/>
            </p:nvSpPr>
            <p:spPr>
              <a:xfrm>
                <a:off x="9171267" y="5162739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5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5 h 6345"/>
                  <a:gd name="connsiteX7" fmla="*/ 1147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2" y="5549"/>
                    </a:cubicBezTo>
                    <a:cubicBezTo>
                      <a:pt x="6227" y="4954"/>
                      <a:pt x="6561" y="4147"/>
                      <a:pt x="6561" y="3305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7" y="1062"/>
                    </a:cubicBezTo>
                    <a:cubicBezTo>
                      <a:pt x="552" y="1657"/>
                      <a:pt x="218" y="2464"/>
                      <a:pt x="218" y="3305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93" name="Freeform: Shape 11892">
                <a:extLst>
                  <a:ext uri="{FF2B5EF4-FFF2-40B4-BE49-F238E27FC236}">
                    <a16:creationId xmlns:a16="http://schemas.microsoft.com/office/drawing/2014/main" id="{6A2DA378-A301-BCBD-358A-5006FE45EB9D}"/>
                  </a:ext>
                </a:extLst>
              </p:cNvPr>
              <p:cNvSpPr/>
              <p:nvPr/>
            </p:nvSpPr>
            <p:spPr>
              <a:xfrm>
                <a:off x="9186620" y="5168169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2" y="133"/>
                      <a:pt x="3391" y="133"/>
                    </a:cubicBezTo>
                    <a:cubicBezTo>
                      <a:pt x="2549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49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94" name="Freeform: Shape 11893">
                <a:extLst>
                  <a:ext uri="{FF2B5EF4-FFF2-40B4-BE49-F238E27FC236}">
                    <a16:creationId xmlns:a16="http://schemas.microsoft.com/office/drawing/2014/main" id="{EFD893D1-C131-6585-9949-151BAA321B4A}"/>
                  </a:ext>
                </a:extLst>
              </p:cNvPr>
              <p:cNvSpPr/>
              <p:nvPr/>
            </p:nvSpPr>
            <p:spPr>
              <a:xfrm>
                <a:off x="9188908" y="5167339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95" name="Freeform: Shape 11894">
                <a:extLst>
                  <a:ext uri="{FF2B5EF4-FFF2-40B4-BE49-F238E27FC236}">
                    <a16:creationId xmlns:a16="http://schemas.microsoft.com/office/drawing/2014/main" id="{7BB9393F-EB35-C77A-E798-B1E44812146F}"/>
                  </a:ext>
                </a:extLst>
              </p:cNvPr>
              <p:cNvSpPr/>
              <p:nvPr/>
            </p:nvSpPr>
            <p:spPr>
              <a:xfrm>
                <a:off x="9198880" y="5166602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3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3" y="133"/>
                      <a:pt x="3391" y="133"/>
                    </a:cubicBezTo>
                    <a:cubicBezTo>
                      <a:pt x="2550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96" name="Freeform: Shape 11895">
                <a:extLst>
                  <a:ext uri="{FF2B5EF4-FFF2-40B4-BE49-F238E27FC236}">
                    <a16:creationId xmlns:a16="http://schemas.microsoft.com/office/drawing/2014/main" id="{BB95F26E-8B63-65A1-E034-29B91B664615}"/>
                  </a:ext>
                </a:extLst>
              </p:cNvPr>
              <p:cNvSpPr/>
              <p:nvPr/>
            </p:nvSpPr>
            <p:spPr>
              <a:xfrm>
                <a:off x="9199555" y="5165039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3" y="133"/>
                      <a:pt x="3392" y="133"/>
                    </a:cubicBezTo>
                    <a:cubicBezTo>
                      <a:pt x="2550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97" name="Freeform: Shape 11896">
                <a:extLst>
                  <a:ext uri="{FF2B5EF4-FFF2-40B4-BE49-F238E27FC236}">
                    <a16:creationId xmlns:a16="http://schemas.microsoft.com/office/drawing/2014/main" id="{504F095E-EDF6-2D81-46FB-40FA9153DB8F}"/>
                  </a:ext>
                </a:extLst>
              </p:cNvPr>
              <p:cNvSpPr/>
              <p:nvPr/>
            </p:nvSpPr>
            <p:spPr>
              <a:xfrm>
                <a:off x="9023639" y="5069005"/>
                <a:ext cx="6343" cy="6345"/>
              </a:xfrm>
              <a:custGeom>
                <a:avLst/>
                <a:gdLst>
                  <a:gd name="connsiteX0" fmla="*/ 3378 w 6343"/>
                  <a:gd name="connsiteY0" fmla="*/ 6471 h 6345"/>
                  <a:gd name="connsiteX1" fmla="*/ 5620 w 6343"/>
                  <a:gd name="connsiteY1" fmla="*/ 5541 h 6345"/>
                  <a:gd name="connsiteX2" fmla="*/ 6549 w 6343"/>
                  <a:gd name="connsiteY2" fmla="*/ 3298 h 6345"/>
                  <a:gd name="connsiteX3" fmla="*/ 5620 w 6343"/>
                  <a:gd name="connsiteY3" fmla="*/ 1055 h 6345"/>
                  <a:gd name="connsiteX4" fmla="*/ 3378 w 6343"/>
                  <a:gd name="connsiteY4" fmla="*/ 125 h 6345"/>
                  <a:gd name="connsiteX5" fmla="*/ 1135 w 6343"/>
                  <a:gd name="connsiteY5" fmla="*/ 1055 h 6345"/>
                  <a:gd name="connsiteX6" fmla="*/ 206 w 6343"/>
                  <a:gd name="connsiteY6" fmla="*/ 3298 h 6345"/>
                  <a:gd name="connsiteX7" fmla="*/ 1135 w 6343"/>
                  <a:gd name="connsiteY7" fmla="*/ 5541 h 6345"/>
                  <a:gd name="connsiteX8" fmla="*/ 3378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1"/>
                    </a:moveTo>
                    <a:cubicBezTo>
                      <a:pt x="4219" y="6471"/>
                      <a:pt x="5026" y="6136"/>
                      <a:pt x="5620" y="5541"/>
                    </a:cubicBezTo>
                    <a:cubicBezTo>
                      <a:pt x="6215" y="4946"/>
                      <a:pt x="6549" y="4139"/>
                      <a:pt x="6549" y="3298"/>
                    </a:cubicBezTo>
                    <a:cubicBezTo>
                      <a:pt x="6549" y="2457"/>
                      <a:pt x="6215" y="1649"/>
                      <a:pt x="5620" y="1055"/>
                    </a:cubicBezTo>
                    <a:cubicBezTo>
                      <a:pt x="5026" y="460"/>
                      <a:pt x="4219" y="125"/>
                      <a:pt x="3378" y="125"/>
                    </a:cubicBezTo>
                    <a:cubicBezTo>
                      <a:pt x="2537" y="125"/>
                      <a:pt x="1730" y="460"/>
                      <a:pt x="1135" y="1055"/>
                    </a:cubicBezTo>
                    <a:cubicBezTo>
                      <a:pt x="540" y="1649"/>
                      <a:pt x="206" y="2457"/>
                      <a:pt x="206" y="3298"/>
                    </a:cubicBezTo>
                    <a:cubicBezTo>
                      <a:pt x="206" y="4139"/>
                      <a:pt x="540" y="4946"/>
                      <a:pt x="1135" y="5541"/>
                    </a:cubicBezTo>
                    <a:cubicBezTo>
                      <a:pt x="1730" y="6136"/>
                      <a:pt x="2537" y="6471"/>
                      <a:pt x="3378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98" name="Freeform: Shape 11897">
                <a:extLst>
                  <a:ext uri="{FF2B5EF4-FFF2-40B4-BE49-F238E27FC236}">
                    <a16:creationId xmlns:a16="http://schemas.microsoft.com/office/drawing/2014/main" id="{11E1D1D5-F007-428C-26FD-0C461E95C6E8}"/>
                  </a:ext>
                </a:extLst>
              </p:cNvPr>
              <p:cNvSpPr/>
              <p:nvPr/>
            </p:nvSpPr>
            <p:spPr>
              <a:xfrm>
                <a:off x="9029146" y="5068663"/>
                <a:ext cx="6343" cy="6345"/>
              </a:xfrm>
              <a:custGeom>
                <a:avLst/>
                <a:gdLst>
                  <a:gd name="connsiteX0" fmla="*/ 3378 w 6343"/>
                  <a:gd name="connsiteY0" fmla="*/ 6471 h 6345"/>
                  <a:gd name="connsiteX1" fmla="*/ 5621 w 6343"/>
                  <a:gd name="connsiteY1" fmla="*/ 5541 h 6345"/>
                  <a:gd name="connsiteX2" fmla="*/ 6550 w 6343"/>
                  <a:gd name="connsiteY2" fmla="*/ 3298 h 6345"/>
                  <a:gd name="connsiteX3" fmla="*/ 5621 w 6343"/>
                  <a:gd name="connsiteY3" fmla="*/ 1054 h 6345"/>
                  <a:gd name="connsiteX4" fmla="*/ 3378 w 6343"/>
                  <a:gd name="connsiteY4" fmla="*/ 125 h 6345"/>
                  <a:gd name="connsiteX5" fmla="*/ 1135 w 6343"/>
                  <a:gd name="connsiteY5" fmla="*/ 1054 h 6345"/>
                  <a:gd name="connsiteX6" fmla="*/ 207 w 6343"/>
                  <a:gd name="connsiteY6" fmla="*/ 3298 h 6345"/>
                  <a:gd name="connsiteX7" fmla="*/ 1135 w 6343"/>
                  <a:gd name="connsiteY7" fmla="*/ 5541 h 6345"/>
                  <a:gd name="connsiteX8" fmla="*/ 3378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1"/>
                    </a:moveTo>
                    <a:cubicBezTo>
                      <a:pt x="4219" y="6471"/>
                      <a:pt x="5026" y="6136"/>
                      <a:pt x="5621" y="5541"/>
                    </a:cubicBezTo>
                    <a:cubicBezTo>
                      <a:pt x="6215" y="4946"/>
                      <a:pt x="6550" y="4139"/>
                      <a:pt x="6550" y="3298"/>
                    </a:cubicBezTo>
                    <a:cubicBezTo>
                      <a:pt x="6550" y="2457"/>
                      <a:pt x="6215" y="1649"/>
                      <a:pt x="5621" y="1054"/>
                    </a:cubicBezTo>
                    <a:cubicBezTo>
                      <a:pt x="5026" y="460"/>
                      <a:pt x="4219" y="125"/>
                      <a:pt x="3378" y="125"/>
                    </a:cubicBezTo>
                    <a:cubicBezTo>
                      <a:pt x="2537" y="125"/>
                      <a:pt x="1730" y="460"/>
                      <a:pt x="1135" y="1054"/>
                    </a:cubicBezTo>
                    <a:cubicBezTo>
                      <a:pt x="541" y="1649"/>
                      <a:pt x="207" y="2457"/>
                      <a:pt x="207" y="3298"/>
                    </a:cubicBezTo>
                    <a:cubicBezTo>
                      <a:pt x="207" y="4139"/>
                      <a:pt x="541" y="4946"/>
                      <a:pt x="1135" y="5541"/>
                    </a:cubicBezTo>
                    <a:cubicBezTo>
                      <a:pt x="1730" y="6136"/>
                      <a:pt x="2537" y="6471"/>
                      <a:pt x="3378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99" name="Freeform: Shape 11898">
                <a:extLst>
                  <a:ext uri="{FF2B5EF4-FFF2-40B4-BE49-F238E27FC236}">
                    <a16:creationId xmlns:a16="http://schemas.microsoft.com/office/drawing/2014/main" id="{2DCC5F83-E6F8-F3D8-62FA-760A8C9B0E3A}"/>
                  </a:ext>
                </a:extLst>
              </p:cNvPr>
              <p:cNvSpPr/>
              <p:nvPr/>
            </p:nvSpPr>
            <p:spPr>
              <a:xfrm>
                <a:off x="9031959" y="5066903"/>
                <a:ext cx="6343" cy="6345"/>
              </a:xfrm>
              <a:custGeom>
                <a:avLst/>
                <a:gdLst>
                  <a:gd name="connsiteX0" fmla="*/ 3378 w 6343"/>
                  <a:gd name="connsiteY0" fmla="*/ 6470 h 6345"/>
                  <a:gd name="connsiteX1" fmla="*/ 5621 w 6343"/>
                  <a:gd name="connsiteY1" fmla="*/ 5541 h 6345"/>
                  <a:gd name="connsiteX2" fmla="*/ 6550 w 6343"/>
                  <a:gd name="connsiteY2" fmla="*/ 3298 h 6345"/>
                  <a:gd name="connsiteX3" fmla="*/ 5621 w 6343"/>
                  <a:gd name="connsiteY3" fmla="*/ 1054 h 6345"/>
                  <a:gd name="connsiteX4" fmla="*/ 3378 w 6343"/>
                  <a:gd name="connsiteY4" fmla="*/ 125 h 6345"/>
                  <a:gd name="connsiteX5" fmla="*/ 1136 w 6343"/>
                  <a:gd name="connsiteY5" fmla="*/ 1054 h 6345"/>
                  <a:gd name="connsiteX6" fmla="*/ 207 w 6343"/>
                  <a:gd name="connsiteY6" fmla="*/ 3298 h 6345"/>
                  <a:gd name="connsiteX7" fmla="*/ 1136 w 6343"/>
                  <a:gd name="connsiteY7" fmla="*/ 5541 h 6345"/>
                  <a:gd name="connsiteX8" fmla="*/ 337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0"/>
                    </a:moveTo>
                    <a:cubicBezTo>
                      <a:pt x="4219" y="6470"/>
                      <a:pt x="5026" y="6136"/>
                      <a:pt x="5621" y="5541"/>
                    </a:cubicBezTo>
                    <a:cubicBezTo>
                      <a:pt x="6216" y="4946"/>
                      <a:pt x="6550" y="4139"/>
                      <a:pt x="6550" y="3298"/>
                    </a:cubicBezTo>
                    <a:cubicBezTo>
                      <a:pt x="6550" y="2456"/>
                      <a:pt x="6216" y="1649"/>
                      <a:pt x="5621" y="1054"/>
                    </a:cubicBezTo>
                    <a:cubicBezTo>
                      <a:pt x="5026" y="459"/>
                      <a:pt x="4219" y="125"/>
                      <a:pt x="3378" y="125"/>
                    </a:cubicBezTo>
                    <a:cubicBezTo>
                      <a:pt x="2537" y="125"/>
                      <a:pt x="1730" y="459"/>
                      <a:pt x="1136" y="1054"/>
                    </a:cubicBezTo>
                    <a:cubicBezTo>
                      <a:pt x="541" y="1649"/>
                      <a:pt x="207" y="2456"/>
                      <a:pt x="207" y="3298"/>
                    </a:cubicBezTo>
                    <a:cubicBezTo>
                      <a:pt x="207" y="4139"/>
                      <a:pt x="541" y="4946"/>
                      <a:pt x="1136" y="5541"/>
                    </a:cubicBezTo>
                    <a:cubicBezTo>
                      <a:pt x="1730" y="6136"/>
                      <a:pt x="2537" y="6470"/>
                      <a:pt x="337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00" name="Freeform: Shape 11899">
                <a:extLst>
                  <a:ext uri="{FF2B5EF4-FFF2-40B4-BE49-F238E27FC236}">
                    <a16:creationId xmlns:a16="http://schemas.microsoft.com/office/drawing/2014/main" id="{35537AD1-477B-BAB5-0640-B0EAA0CAD4FE}"/>
                  </a:ext>
                </a:extLst>
              </p:cNvPr>
              <p:cNvSpPr/>
              <p:nvPr/>
            </p:nvSpPr>
            <p:spPr>
              <a:xfrm>
                <a:off x="9032365" y="5053760"/>
                <a:ext cx="6343" cy="6345"/>
              </a:xfrm>
              <a:custGeom>
                <a:avLst/>
                <a:gdLst>
                  <a:gd name="connsiteX0" fmla="*/ 3378 w 6343"/>
                  <a:gd name="connsiteY0" fmla="*/ 6469 h 6345"/>
                  <a:gd name="connsiteX1" fmla="*/ 5621 w 6343"/>
                  <a:gd name="connsiteY1" fmla="*/ 5540 h 6345"/>
                  <a:gd name="connsiteX2" fmla="*/ 6550 w 6343"/>
                  <a:gd name="connsiteY2" fmla="*/ 3297 h 6345"/>
                  <a:gd name="connsiteX3" fmla="*/ 5621 w 6343"/>
                  <a:gd name="connsiteY3" fmla="*/ 1053 h 6345"/>
                  <a:gd name="connsiteX4" fmla="*/ 3378 w 6343"/>
                  <a:gd name="connsiteY4" fmla="*/ 124 h 6345"/>
                  <a:gd name="connsiteX5" fmla="*/ 1136 w 6343"/>
                  <a:gd name="connsiteY5" fmla="*/ 1053 h 6345"/>
                  <a:gd name="connsiteX6" fmla="*/ 207 w 6343"/>
                  <a:gd name="connsiteY6" fmla="*/ 3297 h 6345"/>
                  <a:gd name="connsiteX7" fmla="*/ 1136 w 6343"/>
                  <a:gd name="connsiteY7" fmla="*/ 5540 h 6345"/>
                  <a:gd name="connsiteX8" fmla="*/ 337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9"/>
                    </a:moveTo>
                    <a:cubicBezTo>
                      <a:pt x="4219" y="6469"/>
                      <a:pt x="5026" y="6135"/>
                      <a:pt x="5621" y="5540"/>
                    </a:cubicBezTo>
                    <a:cubicBezTo>
                      <a:pt x="6216" y="4945"/>
                      <a:pt x="6550" y="4138"/>
                      <a:pt x="6550" y="3297"/>
                    </a:cubicBezTo>
                    <a:cubicBezTo>
                      <a:pt x="6550" y="2455"/>
                      <a:pt x="6216" y="1648"/>
                      <a:pt x="5621" y="1053"/>
                    </a:cubicBezTo>
                    <a:cubicBezTo>
                      <a:pt x="5026" y="458"/>
                      <a:pt x="4219" y="124"/>
                      <a:pt x="3378" y="124"/>
                    </a:cubicBezTo>
                    <a:cubicBezTo>
                      <a:pt x="2537" y="124"/>
                      <a:pt x="1730" y="458"/>
                      <a:pt x="1136" y="1053"/>
                    </a:cubicBezTo>
                    <a:cubicBezTo>
                      <a:pt x="541" y="1648"/>
                      <a:pt x="207" y="2455"/>
                      <a:pt x="207" y="3297"/>
                    </a:cubicBezTo>
                    <a:cubicBezTo>
                      <a:pt x="207" y="4138"/>
                      <a:pt x="541" y="4945"/>
                      <a:pt x="1136" y="5540"/>
                    </a:cubicBezTo>
                    <a:cubicBezTo>
                      <a:pt x="1730" y="6135"/>
                      <a:pt x="2537" y="6469"/>
                      <a:pt x="337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01" name="Freeform: Shape 11900">
                <a:extLst>
                  <a:ext uri="{FF2B5EF4-FFF2-40B4-BE49-F238E27FC236}">
                    <a16:creationId xmlns:a16="http://schemas.microsoft.com/office/drawing/2014/main" id="{32ECC381-6168-109B-D5C7-A8BFA00DC1DF}"/>
                  </a:ext>
                </a:extLst>
              </p:cNvPr>
              <p:cNvSpPr/>
              <p:nvPr/>
            </p:nvSpPr>
            <p:spPr>
              <a:xfrm>
                <a:off x="9016796" y="5041150"/>
                <a:ext cx="6343" cy="6345"/>
              </a:xfrm>
              <a:custGeom>
                <a:avLst/>
                <a:gdLst>
                  <a:gd name="connsiteX0" fmla="*/ 3377 w 6343"/>
                  <a:gd name="connsiteY0" fmla="*/ 6468 h 6345"/>
                  <a:gd name="connsiteX1" fmla="*/ 5620 w 6343"/>
                  <a:gd name="connsiteY1" fmla="*/ 5539 h 6345"/>
                  <a:gd name="connsiteX2" fmla="*/ 6549 w 6343"/>
                  <a:gd name="connsiteY2" fmla="*/ 3296 h 6345"/>
                  <a:gd name="connsiteX3" fmla="*/ 5620 w 6343"/>
                  <a:gd name="connsiteY3" fmla="*/ 1052 h 6345"/>
                  <a:gd name="connsiteX4" fmla="*/ 3377 w 6343"/>
                  <a:gd name="connsiteY4" fmla="*/ 123 h 6345"/>
                  <a:gd name="connsiteX5" fmla="*/ 1134 w 6343"/>
                  <a:gd name="connsiteY5" fmla="*/ 1052 h 6345"/>
                  <a:gd name="connsiteX6" fmla="*/ 206 w 6343"/>
                  <a:gd name="connsiteY6" fmla="*/ 3296 h 6345"/>
                  <a:gd name="connsiteX7" fmla="*/ 1134 w 6343"/>
                  <a:gd name="connsiteY7" fmla="*/ 5539 h 6345"/>
                  <a:gd name="connsiteX8" fmla="*/ 337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68"/>
                    </a:moveTo>
                    <a:cubicBezTo>
                      <a:pt x="4218" y="6468"/>
                      <a:pt x="5025" y="6134"/>
                      <a:pt x="5620" y="5539"/>
                    </a:cubicBezTo>
                    <a:cubicBezTo>
                      <a:pt x="6214" y="4944"/>
                      <a:pt x="6549" y="4137"/>
                      <a:pt x="6549" y="3296"/>
                    </a:cubicBezTo>
                    <a:cubicBezTo>
                      <a:pt x="6549" y="2454"/>
                      <a:pt x="6214" y="1647"/>
                      <a:pt x="5620" y="1052"/>
                    </a:cubicBezTo>
                    <a:cubicBezTo>
                      <a:pt x="5025" y="457"/>
                      <a:pt x="4218" y="123"/>
                      <a:pt x="3377" y="123"/>
                    </a:cubicBezTo>
                    <a:cubicBezTo>
                      <a:pt x="2536" y="123"/>
                      <a:pt x="1729" y="457"/>
                      <a:pt x="1134" y="1052"/>
                    </a:cubicBezTo>
                    <a:cubicBezTo>
                      <a:pt x="540" y="1647"/>
                      <a:pt x="206" y="2454"/>
                      <a:pt x="206" y="3296"/>
                    </a:cubicBezTo>
                    <a:cubicBezTo>
                      <a:pt x="206" y="4137"/>
                      <a:pt x="540" y="4944"/>
                      <a:pt x="1134" y="5539"/>
                    </a:cubicBezTo>
                    <a:cubicBezTo>
                      <a:pt x="1729" y="6134"/>
                      <a:pt x="2536" y="6468"/>
                      <a:pt x="337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02" name="Freeform: Shape 11901">
                <a:extLst>
                  <a:ext uri="{FF2B5EF4-FFF2-40B4-BE49-F238E27FC236}">
                    <a16:creationId xmlns:a16="http://schemas.microsoft.com/office/drawing/2014/main" id="{86441509-0286-85EF-7694-0F7CDADD2ABD}"/>
                  </a:ext>
                </a:extLst>
              </p:cNvPr>
              <p:cNvSpPr/>
              <p:nvPr/>
            </p:nvSpPr>
            <p:spPr>
              <a:xfrm>
                <a:off x="8976823" y="5013617"/>
                <a:ext cx="6343" cy="6345"/>
              </a:xfrm>
              <a:custGeom>
                <a:avLst/>
                <a:gdLst>
                  <a:gd name="connsiteX0" fmla="*/ 3374 w 6343"/>
                  <a:gd name="connsiteY0" fmla="*/ 6466 h 6345"/>
                  <a:gd name="connsiteX1" fmla="*/ 5617 w 6343"/>
                  <a:gd name="connsiteY1" fmla="*/ 5537 h 6345"/>
                  <a:gd name="connsiteX2" fmla="*/ 6546 w 6343"/>
                  <a:gd name="connsiteY2" fmla="*/ 3294 h 6345"/>
                  <a:gd name="connsiteX3" fmla="*/ 5617 w 6343"/>
                  <a:gd name="connsiteY3" fmla="*/ 1050 h 6345"/>
                  <a:gd name="connsiteX4" fmla="*/ 3374 w 6343"/>
                  <a:gd name="connsiteY4" fmla="*/ 121 h 6345"/>
                  <a:gd name="connsiteX5" fmla="*/ 1131 w 6343"/>
                  <a:gd name="connsiteY5" fmla="*/ 1050 h 6345"/>
                  <a:gd name="connsiteX6" fmla="*/ 202 w 6343"/>
                  <a:gd name="connsiteY6" fmla="*/ 3294 h 6345"/>
                  <a:gd name="connsiteX7" fmla="*/ 1131 w 6343"/>
                  <a:gd name="connsiteY7" fmla="*/ 5537 h 6345"/>
                  <a:gd name="connsiteX8" fmla="*/ 3374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66"/>
                    </a:moveTo>
                    <a:cubicBezTo>
                      <a:pt x="4215" y="6466"/>
                      <a:pt x="5022" y="6132"/>
                      <a:pt x="5617" y="5537"/>
                    </a:cubicBezTo>
                    <a:cubicBezTo>
                      <a:pt x="6211" y="4942"/>
                      <a:pt x="6546" y="4135"/>
                      <a:pt x="6546" y="3294"/>
                    </a:cubicBezTo>
                    <a:cubicBezTo>
                      <a:pt x="6546" y="2452"/>
                      <a:pt x="6211" y="1645"/>
                      <a:pt x="5617" y="1050"/>
                    </a:cubicBezTo>
                    <a:cubicBezTo>
                      <a:pt x="5022" y="455"/>
                      <a:pt x="4215" y="121"/>
                      <a:pt x="3374" y="121"/>
                    </a:cubicBezTo>
                    <a:cubicBezTo>
                      <a:pt x="2533" y="121"/>
                      <a:pt x="1726" y="455"/>
                      <a:pt x="1131" y="1050"/>
                    </a:cubicBezTo>
                    <a:cubicBezTo>
                      <a:pt x="537" y="1645"/>
                      <a:pt x="202" y="2452"/>
                      <a:pt x="202" y="3294"/>
                    </a:cubicBezTo>
                    <a:cubicBezTo>
                      <a:pt x="202" y="4135"/>
                      <a:pt x="537" y="4942"/>
                      <a:pt x="1131" y="5537"/>
                    </a:cubicBezTo>
                    <a:cubicBezTo>
                      <a:pt x="1726" y="6132"/>
                      <a:pt x="2533" y="6466"/>
                      <a:pt x="3374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03" name="Freeform: Shape 11902">
                <a:extLst>
                  <a:ext uri="{FF2B5EF4-FFF2-40B4-BE49-F238E27FC236}">
                    <a16:creationId xmlns:a16="http://schemas.microsoft.com/office/drawing/2014/main" id="{75C850D0-C18B-06E0-9F37-8B5E0A42269D}"/>
                  </a:ext>
                </a:extLst>
              </p:cNvPr>
              <p:cNvSpPr/>
              <p:nvPr/>
            </p:nvSpPr>
            <p:spPr>
              <a:xfrm>
                <a:off x="9220777" y="5154295"/>
                <a:ext cx="6343" cy="6345"/>
              </a:xfrm>
              <a:custGeom>
                <a:avLst/>
                <a:gdLst>
                  <a:gd name="connsiteX0" fmla="*/ 3393 w 6343"/>
                  <a:gd name="connsiteY0" fmla="*/ 6477 h 6345"/>
                  <a:gd name="connsiteX1" fmla="*/ 5636 w 6343"/>
                  <a:gd name="connsiteY1" fmla="*/ 5548 h 6345"/>
                  <a:gd name="connsiteX2" fmla="*/ 6565 w 6343"/>
                  <a:gd name="connsiteY2" fmla="*/ 3305 h 6345"/>
                  <a:gd name="connsiteX3" fmla="*/ 5636 w 6343"/>
                  <a:gd name="connsiteY3" fmla="*/ 1061 h 6345"/>
                  <a:gd name="connsiteX4" fmla="*/ 3393 w 6343"/>
                  <a:gd name="connsiteY4" fmla="*/ 132 h 6345"/>
                  <a:gd name="connsiteX5" fmla="*/ 1151 w 6343"/>
                  <a:gd name="connsiteY5" fmla="*/ 1061 h 6345"/>
                  <a:gd name="connsiteX6" fmla="*/ 222 w 6343"/>
                  <a:gd name="connsiteY6" fmla="*/ 3305 h 6345"/>
                  <a:gd name="connsiteX7" fmla="*/ 1151 w 6343"/>
                  <a:gd name="connsiteY7" fmla="*/ 5548 h 6345"/>
                  <a:gd name="connsiteX8" fmla="*/ 339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7"/>
                    </a:moveTo>
                    <a:cubicBezTo>
                      <a:pt x="4234" y="6477"/>
                      <a:pt x="5041" y="6143"/>
                      <a:pt x="5636" y="5548"/>
                    </a:cubicBezTo>
                    <a:cubicBezTo>
                      <a:pt x="6231" y="4953"/>
                      <a:pt x="6565" y="4146"/>
                      <a:pt x="6565" y="3305"/>
                    </a:cubicBezTo>
                    <a:cubicBezTo>
                      <a:pt x="6565" y="2463"/>
                      <a:pt x="6231" y="1656"/>
                      <a:pt x="5636" y="1061"/>
                    </a:cubicBezTo>
                    <a:cubicBezTo>
                      <a:pt x="5041" y="466"/>
                      <a:pt x="4234" y="132"/>
                      <a:pt x="3393" y="132"/>
                    </a:cubicBezTo>
                    <a:cubicBezTo>
                      <a:pt x="2552" y="132"/>
                      <a:pt x="1745" y="466"/>
                      <a:pt x="1151" y="1061"/>
                    </a:cubicBezTo>
                    <a:cubicBezTo>
                      <a:pt x="556" y="1656"/>
                      <a:pt x="222" y="2463"/>
                      <a:pt x="222" y="3305"/>
                    </a:cubicBezTo>
                    <a:cubicBezTo>
                      <a:pt x="222" y="4146"/>
                      <a:pt x="556" y="4953"/>
                      <a:pt x="1151" y="5548"/>
                    </a:cubicBezTo>
                    <a:cubicBezTo>
                      <a:pt x="1745" y="6143"/>
                      <a:pt x="2552" y="6477"/>
                      <a:pt x="339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04" name="Freeform: Shape 11903">
                <a:extLst>
                  <a:ext uri="{FF2B5EF4-FFF2-40B4-BE49-F238E27FC236}">
                    <a16:creationId xmlns:a16="http://schemas.microsoft.com/office/drawing/2014/main" id="{C5399D1C-4D63-5436-DD9C-343ECBC36522}"/>
                  </a:ext>
                </a:extLst>
              </p:cNvPr>
              <p:cNvSpPr/>
              <p:nvPr/>
            </p:nvSpPr>
            <p:spPr>
              <a:xfrm>
                <a:off x="9222905" y="5153728"/>
                <a:ext cx="6343" cy="6345"/>
              </a:xfrm>
              <a:custGeom>
                <a:avLst/>
                <a:gdLst>
                  <a:gd name="connsiteX0" fmla="*/ 3393 w 6343"/>
                  <a:gd name="connsiteY0" fmla="*/ 6477 h 6345"/>
                  <a:gd name="connsiteX1" fmla="*/ 5636 w 6343"/>
                  <a:gd name="connsiteY1" fmla="*/ 5548 h 6345"/>
                  <a:gd name="connsiteX2" fmla="*/ 6565 w 6343"/>
                  <a:gd name="connsiteY2" fmla="*/ 3305 h 6345"/>
                  <a:gd name="connsiteX3" fmla="*/ 5636 w 6343"/>
                  <a:gd name="connsiteY3" fmla="*/ 1061 h 6345"/>
                  <a:gd name="connsiteX4" fmla="*/ 3393 w 6343"/>
                  <a:gd name="connsiteY4" fmla="*/ 132 h 6345"/>
                  <a:gd name="connsiteX5" fmla="*/ 1151 w 6343"/>
                  <a:gd name="connsiteY5" fmla="*/ 1061 h 6345"/>
                  <a:gd name="connsiteX6" fmla="*/ 222 w 6343"/>
                  <a:gd name="connsiteY6" fmla="*/ 3305 h 6345"/>
                  <a:gd name="connsiteX7" fmla="*/ 1151 w 6343"/>
                  <a:gd name="connsiteY7" fmla="*/ 5548 h 6345"/>
                  <a:gd name="connsiteX8" fmla="*/ 339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7"/>
                    </a:moveTo>
                    <a:cubicBezTo>
                      <a:pt x="4234" y="6477"/>
                      <a:pt x="5041" y="6143"/>
                      <a:pt x="5636" y="5548"/>
                    </a:cubicBezTo>
                    <a:cubicBezTo>
                      <a:pt x="6231" y="4953"/>
                      <a:pt x="6565" y="4146"/>
                      <a:pt x="6565" y="3305"/>
                    </a:cubicBezTo>
                    <a:cubicBezTo>
                      <a:pt x="6565" y="2463"/>
                      <a:pt x="6231" y="1656"/>
                      <a:pt x="5636" y="1061"/>
                    </a:cubicBezTo>
                    <a:cubicBezTo>
                      <a:pt x="5041" y="466"/>
                      <a:pt x="4234" y="132"/>
                      <a:pt x="3393" y="132"/>
                    </a:cubicBezTo>
                    <a:cubicBezTo>
                      <a:pt x="2552" y="132"/>
                      <a:pt x="1745" y="466"/>
                      <a:pt x="1151" y="1061"/>
                    </a:cubicBezTo>
                    <a:cubicBezTo>
                      <a:pt x="556" y="1656"/>
                      <a:pt x="222" y="2463"/>
                      <a:pt x="222" y="3305"/>
                    </a:cubicBezTo>
                    <a:cubicBezTo>
                      <a:pt x="222" y="4146"/>
                      <a:pt x="556" y="4953"/>
                      <a:pt x="1151" y="5548"/>
                    </a:cubicBezTo>
                    <a:cubicBezTo>
                      <a:pt x="1745" y="6143"/>
                      <a:pt x="2552" y="6477"/>
                      <a:pt x="339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05" name="Freeform: Shape 11904">
                <a:extLst>
                  <a:ext uri="{FF2B5EF4-FFF2-40B4-BE49-F238E27FC236}">
                    <a16:creationId xmlns:a16="http://schemas.microsoft.com/office/drawing/2014/main" id="{534159C5-E0F0-EAB8-7084-42ECF518CD41}"/>
                  </a:ext>
                </a:extLst>
              </p:cNvPr>
              <p:cNvSpPr/>
              <p:nvPr/>
            </p:nvSpPr>
            <p:spPr>
              <a:xfrm>
                <a:off x="9224348" y="5152743"/>
                <a:ext cx="6343" cy="6345"/>
              </a:xfrm>
              <a:custGeom>
                <a:avLst/>
                <a:gdLst>
                  <a:gd name="connsiteX0" fmla="*/ 3393 w 6343"/>
                  <a:gd name="connsiteY0" fmla="*/ 6477 h 6345"/>
                  <a:gd name="connsiteX1" fmla="*/ 5636 w 6343"/>
                  <a:gd name="connsiteY1" fmla="*/ 5548 h 6345"/>
                  <a:gd name="connsiteX2" fmla="*/ 6565 w 6343"/>
                  <a:gd name="connsiteY2" fmla="*/ 3305 h 6345"/>
                  <a:gd name="connsiteX3" fmla="*/ 5636 w 6343"/>
                  <a:gd name="connsiteY3" fmla="*/ 1061 h 6345"/>
                  <a:gd name="connsiteX4" fmla="*/ 3393 w 6343"/>
                  <a:gd name="connsiteY4" fmla="*/ 132 h 6345"/>
                  <a:gd name="connsiteX5" fmla="*/ 1151 w 6343"/>
                  <a:gd name="connsiteY5" fmla="*/ 1061 h 6345"/>
                  <a:gd name="connsiteX6" fmla="*/ 222 w 6343"/>
                  <a:gd name="connsiteY6" fmla="*/ 3305 h 6345"/>
                  <a:gd name="connsiteX7" fmla="*/ 1151 w 6343"/>
                  <a:gd name="connsiteY7" fmla="*/ 5548 h 6345"/>
                  <a:gd name="connsiteX8" fmla="*/ 339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7"/>
                    </a:moveTo>
                    <a:cubicBezTo>
                      <a:pt x="4235" y="6477"/>
                      <a:pt x="5041" y="6143"/>
                      <a:pt x="5636" y="5548"/>
                    </a:cubicBezTo>
                    <a:cubicBezTo>
                      <a:pt x="6231" y="4953"/>
                      <a:pt x="6565" y="4146"/>
                      <a:pt x="6565" y="3305"/>
                    </a:cubicBezTo>
                    <a:cubicBezTo>
                      <a:pt x="6565" y="2463"/>
                      <a:pt x="6231" y="1656"/>
                      <a:pt x="5636" y="1061"/>
                    </a:cubicBezTo>
                    <a:cubicBezTo>
                      <a:pt x="5041" y="466"/>
                      <a:pt x="4235" y="132"/>
                      <a:pt x="3393" y="132"/>
                    </a:cubicBezTo>
                    <a:cubicBezTo>
                      <a:pt x="2552" y="132"/>
                      <a:pt x="1746" y="466"/>
                      <a:pt x="1151" y="1061"/>
                    </a:cubicBezTo>
                    <a:cubicBezTo>
                      <a:pt x="556" y="1656"/>
                      <a:pt x="222" y="2463"/>
                      <a:pt x="222" y="3305"/>
                    </a:cubicBezTo>
                    <a:cubicBezTo>
                      <a:pt x="222" y="4146"/>
                      <a:pt x="556" y="4953"/>
                      <a:pt x="1151" y="5548"/>
                    </a:cubicBezTo>
                    <a:cubicBezTo>
                      <a:pt x="1746" y="6143"/>
                      <a:pt x="2552" y="6477"/>
                      <a:pt x="339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06" name="Freeform: Shape 11905">
                <a:extLst>
                  <a:ext uri="{FF2B5EF4-FFF2-40B4-BE49-F238E27FC236}">
                    <a16:creationId xmlns:a16="http://schemas.microsoft.com/office/drawing/2014/main" id="{B29EB2D6-20FC-0E68-7FA8-DF078A51121C}"/>
                  </a:ext>
                </a:extLst>
              </p:cNvPr>
              <p:cNvSpPr/>
              <p:nvPr/>
            </p:nvSpPr>
            <p:spPr>
              <a:xfrm>
                <a:off x="9228256" y="5153373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6 w 6343"/>
                  <a:gd name="connsiteY1" fmla="*/ 5548 h 6345"/>
                  <a:gd name="connsiteX2" fmla="*/ 6565 w 6343"/>
                  <a:gd name="connsiteY2" fmla="*/ 3305 h 6345"/>
                  <a:gd name="connsiteX3" fmla="*/ 5636 w 6343"/>
                  <a:gd name="connsiteY3" fmla="*/ 1061 h 6345"/>
                  <a:gd name="connsiteX4" fmla="*/ 3394 w 6343"/>
                  <a:gd name="connsiteY4" fmla="*/ 132 h 6345"/>
                  <a:gd name="connsiteX5" fmla="*/ 1151 w 6343"/>
                  <a:gd name="connsiteY5" fmla="*/ 1061 h 6345"/>
                  <a:gd name="connsiteX6" fmla="*/ 222 w 6343"/>
                  <a:gd name="connsiteY6" fmla="*/ 3305 h 6345"/>
                  <a:gd name="connsiteX7" fmla="*/ 1151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6" y="5548"/>
                    </a:cubicBezTo>
                    <a:cubicBezTo>
                      <a:pt x="6231" y="4953"/>
                      <a:pt x="6565" y="4146"/>
                      <a:pt x="6565" y="3305"/>
                    </a:cubicBezTo>
                    <a:cubicBezTo>
                      <a:pt x="6565" y="2463"/>
                      <a:pt x="6231" y="1656"/>
                      <a:pt x="5636" y="1061"/>
                    </a:cubicBezTo>
                    <a:cubicBezTo>
                      <a:pt x="5042" y="466"/>
                      <a:pt x="4235" y="132"/>
                      <a:pt x="3394" y="132"/>
                    </a:cubicBezTo>
                    <a:cubicBezTo>
                      <a:pt x="2553" y="132"/>
                      <a:pt x="1746" y="466"/>
                      <a:pt x="1151" y="1061"/>
                    </a:cubicBezTo>
                    <a:cubicBezTo>
                      <a:pt x="556" y="1656"/>
                      <a:pt x="222" y="2463"/>
                      <a:pt x="222" y="3305"/>
                    </a:cubicBezTo>
                    <a:cubicBezTo>
                      <a:pt x="222" y="4146"/>
                      <a:pt x="556" y="4953"/>
                      <a:pt x="1151" y="5548"/>
                    </a:cubicBezTo>
                    <a:cubicBezTo>
                      <a:pt x="1746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07" name="Freeform: Shape 11906">
                <a:extLst>
                  <a:ext uri="{FF2B5EF4-FFF2-40B4-BE49-F238E27FC236}">
                    <a16:creationId xmlns:a16="http://schemas.microsoft.com/office/drawing/2014/main" id="{449C52F9-EC01-6E0B-54BE-D251D8250B4F}"/>
                  </a:ext>
                </a:extLst>
              </p:cNvPr>
              <p:cNvSpPr/>
              <p:nvPr/>
            </p:nvSpPr>
            <p:spPr>
              <a:xfrm>
                <a:off x="9231348" y="5151633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1 w 6343"/>
                  <a:gd name="connsiteY5" fmla="*/ 1061 h 6345"/>
                  <a:gd name="connsiteX6" fmla="*/ 222 w 6343"/>
                  <a:gd name="connsiteY6" fmla="*/ 3304 h 6345"/>
                  <a:gd name="connsiteX7" fmla="*/ 1151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7" y="5548"/>
                    </a:cubicBezTo>
                    <a:cubicBezTo>
                      <a:pt x="6231" y="4953"/>
                      <a:pt x="6566" y="4146"/>
                      <a:pt x="6566" y="3304"/>
                    </a:cubicBezTo>
                    <a:cubicBezTo>
                      <a:pt x="6566" y="2463"/>
                      <a:pt x="6231" y="1656"/>
                      <a:pt x="5637" y="1061"/>
                    </a:cubicBezTo>
                    <a:cubicBezTo>
                      <a:pt x="5042" y="466"/>
                      <a:pt x="4235" y="132"/>
                      <a:pt x="3394" y="132"/>
                    </a:cubicBezTo>
                    <a:cubicBezTo>
                      <a:pt x="2553" y="132"/>
                      <a:pt x="1746" y="466"/>
                      <a:pt x="1151" y="1061"/>
                    </a:cubicBezTo>
                    <a:cubicBezTo>
                      <a:pt x="557" y="1656"/>
                      <a:pt x="222" y="2463"/>
                      <a:pt x="222" y="3304"/>
                    </a:cubicBezTo>
                    <a:cubicBezTo>
                      <a:pt x="222" y="4146"/>
                      <a:pt x="557" y="4953"/>
                      <a:pt x="1151" y="5548"/>
                    </a:cubicBezTo>
                    <a:cubicBezTo>
                      <a:pt x="1746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08" name="Freeform: Shape 11907">
                <a:extLst>
                  <a:ext uri="{FF2B5EF4-FFF2-40B4-BE49-F238E27FC236}">
                    <a16:creationId xmlns:a16="http://schemas.microsoft.com/office/drawing/2014/main" id="{9C41CD87-E48C-6EA0-1830-3C25B5DF9EC8}"/>
                  </a:ext>
                </a:extLst>
              </p:cNvPr>
              <p:cNvSpPr/>
              <p:nvPr/>
            </p:nvSpPr>
            <p:spPr>
              <a:xfrm>
                <a:off x="9233311" y="5151064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5" y="132"/>
                      <a:pt x="3394" y="132"/>
                    </a:cubicBezTo>
                    <a:cubicBezTo>
                      <a:pt x="2553" y="132"/>
                      <a:pt x="1746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6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09" name="Freeform: Shape 11908">
                <a:extLst>
                  <a:ext uri="{FF2B5EF4-FFF2-40B4-BE49-F238E27FC236}">
                    <a16:creationId xmlns:a16="http://schemas.microsoft.com/office/drawing/2014/main" id="{30DAD1B3-1C48-7A69-D921-F1B723B398A5}"/>
                  </a:ext>
                </a:extLst>
              </p:cNvPr>
              <p:cNvSpPr/>
              <p:nvPr/>
            </p:nvSpPr>
            <p:spPr>
              <a:xfrm>
                <a:off x="9235119" y="5150408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5" y="132"/>
                      <a:pt x="3394" y="132"/>
                    </a:cubicBezTo>
                    <a:cubicBezTo>
                      <a:pt x="2553" y="132"/>
                      <a:pt x="1746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6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10" name="Freeform: Shape 11909">
                <a:extLst>
                  <a:ext uri="{FF2B5EF4-FFF2-40B4-BE49-F238E27FC236}">
                    <a16:creationId xmlns:a16="http://schemas.microsoft.com/office/drawing/2014/main" id="{670E11CE-DDC2-A3D6-86B1-80945ADD3ACA}"/>
                  </a:ext>
                </a:extLst>
              </p:cNvPr>
              <p:cNvSpPr/>
              <p:nvPr/>
            </p:nvSpPr>
            <p:spPr>
              <a:xfrm>
                <a:off x="9236774" y="5149662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6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6" y="132"/>
                      <a:pt x="3394" y="132"/>
                    </a:cubicBezTo>
                    <a:cubicBezTo>
                      <a:pt x="2553" y="132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7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11" name="Freeform: Shape 11910">
                <a:extLst>
                  <a:ext uri="{FF2B5EF4-FFF2-40B4-BE49-F238E27FC236}">
                    <a16:creationId xmlns:a16="http://schemas.microsoft.com/office/drawing/2014/main" id="{22424D57-1202-D3F3-A019-0A82F2A7249E}"/>
                  </a:ext>
                </a:extLst>
              </p:cNvPr>
              <p:cNvSpPr/>
              <p:nvPr/>
            </p:nvSpPr>
            <p:spPr>
              <a:xfrm>
                <a:off x="9238123" y="5148714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5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6" y="132"/>
                      <a:pt x="3395" y="132"/>
                    </a:cubicBezTo>
                    <a:cubicBezTo>
                      <a:pt x="2553" y="132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7" y="6143"/>
                      <a:pt x="2553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12" name="Freeform: Shape 11911">
                <a:extLst>
                  <a:ext uri="{FF2B5EF4-FFF2-40B4-BE49-F238E27FC236}">
                    <a16:creationId xmlns:a16="http://schemas.microsoft.com/office/drawing/2014/main" id="{3AAA3C00-DECD-F5A4-FFC9-1706EA7EDE86}"/>
                  </a:ext>
                </a:extLst>
              </p:cNvPr>
              <p:cNvSpPr/>
              <p:nvPr/>
            </p:nvSpPr>
            <p:spPr>
              <a:xfrm>
                <a:off x="9241408" y="5149158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5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3" y="466"/>
                      <a:pt x="4236" y="132"/>
                      <a:pt x="3395" y="132"/>
                    </a:cubicBezTo>
                    <a:cubicBezTo>
                      <a:pt x="2554" y="132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7" y="6143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13" name="Freeform: Shape 11912">
                <a:extLst>
                  <a:ext uri="{FF2B5EF4-FFF2-40B4-BE49-F238E27FC236}">
                    <a16:creationId xmlns:a16="http://schemas.microsoft.com/office/drawing/2014/main" id="{888FB048-5D0B-68BF-C751-E3040592F3C5}"/>
                  </a:ext>
                </a:extLst>
              </p:cNvPr>
              <p:cNvSpPr/>
              <p:nvPr/>
            </p:nvSpPr>
            <p:spPr>
              <a:xfrm>
                <a:off x="9240984" y="5146962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5 w 6343"/>
                  <a:gd name="connsiteY4" fmla="*/ 131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3" y="466"/>
                      <a:pt x="4236" y="131"/>
                      <a:pt x="3395" y="131"/>
                    </a:cubicBezTo>
                    <a:cubicBezTo>
                      <a:pt x="2554" y="131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7" y="6143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14" name="Freeform: Shape 11913">
                <a:extLst>
                  <a:ext uri="{FF2B5EF4-FFF2-40B4-BE49-F238E27FC236}">
                    <a16:creationId xmlns:a16="http://schemas.microsoft.com/office/drawing/2014/main" id="{87E1858A-C46E-58BD-D940-177CBE6436C7}"/>
                  </a:ext>
                </a:extLst>
              </p:cNvPr>
              <p:cNvSpPr/>
              <p:nvPr/>
            </p:nvSpPr>
            <p:spPr>
              <a:xfrm>
                <a:off x="9242393" y="5146086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8 w 6343"/>
                  <a:gd name="connsiteY1" fmla="*/ 5547 h 6345"/>
                  <a:gd name="connsiteX2" fmla="*/ 6566 w 6343"/>
                  <a:gd name="connsiteY2" fmla="*/ 3304 h 6345"/>
                  <a:gd name="connsiteX3" fmla="*/ 5638 w 6343"/>
                  <a:gd name="connsiteY3" fmla="*/ 1061 h 6345"/>
                  <a:gd name="connsiteX4" fmla="*/ 3395 w 6343"/>
                  <a:gd name="connsiteY4" fmla="*/ 131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7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2"/>
                      <a:pt x="5638" y="5547"/>
                    </a:cubicBezTo>
                    <a:cubicBezTo>
                      <a:pt x="6232" y="4953"/>
                      <a:pt x="6566" y="4145"/>
                      <a:pt x="6566" y="3304"/>
                    </a:cubicBezTo>
                    <a:cubicBezTo>
                      <a:pt x="6566" y="2463"/>
                      <a:pt x="6232" y="1656"/>
                      <a:pt x="5638" y="1061"/>
                    </a:cubicBezTo>
                    <a:cubicBezTo>
                      <a:pt x="5043" y="466"/>
                      <a:pt x="4236" y="131"/>
                      <a:pt x="3395" y="131"/>
                    </a:cubicBezTo>
                    <a:cubicBezTo>
                      <a:pt x="2554" y="131"/>
                      <a:pt x="1747" y="466"/>
                      <a:pt x="1152" y="1061"/>
                    </a:cubicBezTo>
                    <a:cubicBezTo>
                      <a:pt x="558" y="1656"/>
                      <a:pt x="223" y="2463"/>
                      <a:pt x="223" y="3304"/>
                    </a:cubicBezTo>
                    <a:cubicBezTo>
                      <a:pt x="223" y="4145"/>
                      <a:pt x="558" y="4953"/>
                      <a:pt x="1152" y="5547"/>
                    </a:cubicBezTo>
                    <a:cubicBezTo>
                      <a:pt x="1747" y="6142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15" name="Freeform: Shape 11914">
                <a:extLst>
                  <a:ext uri="{FF2B5EF4-FFF2-40B4-BE49-F238E27FC236}">
                    <a16:creationId xmlns:a16="http://schemas.microsoft.com/office/drawing/2014/main" id="{D24B6874-FB80-A392-FDDA-0F46AF9F6468}"/>
                  </a:ext>
                </a:extLst>
              </p:cNvPr>
              <p:cNvSpPr/>
              <p:nvPr/>
            </p:nvSpPr>
            <p:spPr>
              <a:xfrm>
                <a:off x="9245211" y="5146264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8 w 6343"/>
                  <a:gd name="connsiteY1" fmla="*/ 5547 h 6345"/>
                  <a:gd name="connsiteX2" fmla="*/ 6567 w 6343"/>
                  <a:gd name="connsiteY2" fmla="*/ 3304 h 6345"/>
                  <a:gd name="connsiteX3" fmla="*/ 5638 w 6343"/>
                  <a:gd name="connsiteY3" fmla="*/ 1061 h 6345"/>
                  <a:gd name="connsiteX4" fmla="*/ 3395 w 6343"/>
                  <a:gd name="connsiteY4" fmla="*/ 131 h 6345"/>
                  <a:gd name="connsiteX5" fmla="*/ 1152 w 6343"/>
                  <a:gd name="connsiteY5" fmla="*/ 1061 h 6345"/>
                  <a:gd name="connsiteX6" fmla="*/ 224 w 6343"/>
                  <a:gd name="connsiteY6" fmla="*/ 3304 h 6345"/>
                  <a:gd name="connsiteX7" fmla="*/ 1152 w 6343"/>
                  <a:gd name="connsiteY7" fmla="*/ 5547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2"/>
                      <a:pt x="5638" y="5547"/>
                    </a:cubicBezTo>
                    <a:cubicBezTo>
                      <a:pt x="6232" y="4953"/>
                      <a:pt x="6567" y="4145"/>
                      <a:pt x="6567" y="3304"/>
                    </a:cubicBezTo>
                    <a:cubicBezTo>
                      <a:pt x="6567" y="2463"/>
                      <a:pt x="6232" y="1656"/>
                      <a:pt x="5638" y="1061"/>
                    </a:cubicBezTo>
                    <a:cubicBezTo>
                      <a:pt x="5043" y="466"/>
                      <a:pt x="4236" y="131"/>
                      <a:pt x="3395" y="131"/>
                    </a:cubicBezTo>
                    <a:cubicBezTo>
                      <a:pt x="2554" y="131"/>
                      <a:pt x="1747" y="466"/>
                      <a:pt x="1152" y="1061"/>
                    </a:cubicBezTo>
                    <a:cubicBezTo>
                      <a:pt x="558" y="1656"/>
                      <a:pt x="224" y="2463"/>
                      <a:pt x="224" y="3304"/>
                    </a:cubicBezTo>
                    <a:cubicBezTo>
                      <a:pt x="224" y="4145"/>
                      <a:pt x="558" y="4953"/>
                      <a:pt x="1152" y="5547"/>
                    </a:cubicBezTo>
                    <a:cubicBezTo>
                      <a:pt x="1747" y="6142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16" name="Freeform: Shape 11915">
                <a:extLst>
                  <a:ext uri="{FF2B5EF4-FFF2-40B4-BE49-F238E27FC236}">
                    <a16:creationId xmlns:a16="http://schemas.microsoft.com/office/drawing/2014/main" id="{F6953C46-1395-2127-B02B-19FCE170A877}"/>
                  </a:ext>
                </a:extLst>
              </p:cNvPr>
              <p:cNvSpPr/>
              <p:nvPr/>
            </p:nvSpPr>
            <p:spPr>
              <a:xfrm>
                <a:off x="9279556" y="5168591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17" name="Freeform: Shape 11916">
                <a:extLst>
                  <a:ext uri="{FF2B5EF4-FFF2-40B4-BE49-F238E27FC236}">
                    <a16:creationId xmlns:a16="http://schemas.microsoft.com/office/drawing/2014/main" id="{5431CABC-7572-2B7D-7BB8-A6BAEDC51716}"/>
                  </a:ext>
                </a:extLst>
              </p:cNvPr>
              <p:cNvSpPr/>
              <p:nvPr/>
            </p:nvSpPr>
            <p:spPr>
              <a:xfrm>
                <a:off x="9282556" y="5169299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7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5" y="4954"/>
                      <a:pt x="6570" y="4147"/>
                      <a:pt x="6570" y="3306"/>
                    </a:cubicBezTo>
                    <a:cubicBezTo>
                      <a:pt x="6570" y="2464"/>
                      <a:pt x="6235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5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18" name="Freeform: Shape 11917">
                <a:extLst>
                  <a:ext uri="{FF2B5EF4-FFF2-40B4-BE49-F238E27FC236}">
                    <a16:creationId xmlns:a16="http://schemas.microsoft.com/office/drawing/2014/main" id="{7C50FF1E-62D3-5585-FB4F-BCACBE3109C2}"/>
                  </a:ext>
                </a:extLst>
              </p:cNvPr>
              <p:cNvSpPr/>
              <p:nvPr/>
            </p:nvSpPr>
            <p:spPr>
              <a:xfrm>
                <a:off x="9284506" y="5169231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19" name="Freeform: Shape 11918">
                <a:extLst>
                  <a:ext uri="{FF2B5EF4-FFF2-40B4-BE49-F238E27FC236}">
                    <a16:creationId xmlns:a16="http://schemas.microsoft.com/office/drawing/2014/main" id="{B9C3B091-D705-19B5-58AD-65C00668E402}"/>
                  </a:ext>
                </a:extLst>
              </p:cNvPr>
              <p:cNvSpPr/>
              <p:nvPr/>
            </p:nvSpPr>
            <p:spPr>
              <a:xfrm>
                <a:off x="9286009" y="5168833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20" name="Freeform: Shape 11919">
                <a:extLst>
                  <a:ext uri="{FF2B5EF4-FFF2-40B4-BE49-F238E27FC236}">
                    <a16:creationId xmlns:a16="http://schemas.microsoft.com/office/drawing/2014/main" id="{BDE8489F-3467-F044-3F1A-11013BFAA020}"/>
                  </a:ext>
                </a:extLst>
              </p:cNvPr>
              <p:cNvSpPr/>
              <p:nvPr/>
            </p:nvSpPr>
            <p:spPr>
              <a:xfrm>
                <a:off x="9287658" y="5168567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21" name="Freeform: Shape 11920">
                <a:extLst>
                  <a:ext uri="{FF2B5EF4-FFF2-40B4-BE49-F238E27FC236}">
                    <a16:creationId xmlns:a16="http://schemas.microsoft.com/office/drawing/2014/main" id="{BACD0FEE-8202-3DAF-A23F-51D9078265BC}"/>
                  </a:ext>
                </a:extLst>
              </p:cNvPr>
              <p:cNvSpPr/>
              <p:nvPr/>
            </p:nvSpPr>
            <p:spPr>
              <a:xfrm>
                <a:off x="9289207" y="5168237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22" name="Freeform: Shape 11921">
                <a:extLst>
                  <a:ext uri="{FF2B5EF4-FFF2-40B4-BE49-F238E27FC236}">
                    <a16:creationId xmlns:a16="http://schemas.microsoft.com/office/drawing/2014/main" id="{2EEC72FA-C793-9A0D-6F1B-E611DFEFC9D7}"/>
                  </a:ext>
                </a:extLst>
              </p:cNvPr>
              <p:cNvSpPr/>
              <p:nvPr/>
            </p:nvSpPr>
            <p:spPr>
              <a:xfrm>
                <a:off x="9290657" y="5167842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23" name="Freeform: Shape 11922">
                <a:extLst>
                  <a:ext uri="{FF2B5EF4-FFF2-40B4-BE49-F238E27FC236}">
                    <a16:creationId xmlns:a16="http://schemas.microsoft.com/office/drawing/2014/main" id="{9896A830-F4B2-B383-00FD-229801875D6E}"/>
                  </a:ext>
                </a:extLst>
              </p:cNvPr>
              <p:cNvSpPr/>
              <p:nvPr/>
            </p:nvSpPr>
            <p:spPr>
              <a:xfrm>
                <a:off x="9293452" y="5168580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2 w 6343"/>
                  <a:gd name="connsiteY1" fmla="*/ 5549 h 6345"/>
                  <a:gd name="connsiteX2" fmla="*/ 6570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2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7" y="2464"/>
                      <a:pt x="227" y="3306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24" name="Freeform: Shape 11923">
                <a:extLst>
                  <a:ext uri="{FF2B5EF4-FFF2-40B4-BE49-F238E27FC236}">
                    <a16:creationId xmlns:a16="http://schemas.microsoft.com/office/drawing/2014/main" id="{898E3008-16C1-B1FB-E304-E8D590FA5823}"/>
                  </a:ext>
                </a:extLst>
              </p:cNvPr>
              <p:cNvSpPr/>
              <p:nvPr/>
            </p:nvSpPr>
            <p:spPr>
              <a:xfrm>
                <a:off x="9304066" y="5166831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25" name="Freeform: Shape 11924">
                <a:extLst>
                  <a:ext uri="{FF2B5EF4-FFF2-40B4-BE49-F238E27FC236}">
                    <a16:creationId xmlns:a16="http://schemas.microsoft.com/office/drawing/2014/main" id="{5E3086AB-0536-4DEE-4B46-301A332CE7A6}"/>
                  </a:ext>
                </a:extLst>
              </p:cNvPr>
              <p:cNvSpPr/>
              <p:nvPr/>
            </p:nvSpPr>
            <p:spPr>
              <a:xfrm>
                <a:off x="9304481" y="5165634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26" name="Freeform: Shape 11925">
                <a:extLst>
                  <a:ext uri="{FF2B5EF4-FFF2-40B4-BE49-F238E27FC236}">
                    <a16:creationId xmlns:a16="http://schemas.microsoft.com/office/drawing/2014/main" id="{24A5499B-7E6A-AC74-EE45-FB4A296253D3}"/>
                  </a:ext>
                </a:extLst>
              </p:cNvPr>
              <p:cNvSpPr/>
              <p:nvPr/>
            </p:nvSpPr>
            <p:spPr>
              <a:xfrm>
                <a:off x="9304127" y="5163714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27" name="Freeform: Shape 11926">
                <a:extLst>
                  <a:ext uri="{FF2B5EF4-FFF2-40B4-BE49-F238E27FC236}">
                    <a16:creationId xmlns:a16="http://schemas.microsoft.com/office/drawing/2014/main" id="{0CB49721-BB4B-C8D2-4DEA-C4F67BF89294}"/>
                  </a:ext>
                </a:extLst>
              </p:cNvPr>
              <p:cNvSpPr/>
              <p:nvPr/>
            </p:nvSpPr>
            <p:spPr>
              <a:xfrm>
                <a:off x="9303836" y="5161827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28" name="Freeform: Shape 11927">
                <a:extLst>
                  <a:ext uri="{FF2B5EF4-FFF2-40B4-BE49-F238E27FC236}">
                    <a16:creationId xmlns:a16="http://schemas.microsoft.com/office/drawing/2014/main" id="{27D584C2-0F87-171B-D00C-AB6F03B8C220}"/>
                  </a:ext>
                </a:extLst>
              </p:cNvPr>
              <p:cNvSpPr/>
              <p:nvPr/>
            </p:nvSpPr>
            <p:spPr>
              <a:xfrm>
                <a:off x="9303066" y="5159458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2" y="5549"/>
                    </a:cubicBezTo>
                    <a:cubicBezTo>
                      <a:pt x="6237" y="4954"/>
                      <a:pt x="6571" y="4146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6"/>
                      <a:pt x="562" y="4954"/>
                      <a:pt x="1157" y="5549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29" name="Freeform: Shape 11928">
                <a:extLst>
                  <a:ext uri="{FF2B5EF4-FFF2-40B4-BE49-F238E27FC236}">
                    <a16:creationId xmlns:a16="http://schemas.microsoft.com/office/drawing/2014/main" id="{3C0E26C2-0AB9-FE0F-B3EF-EFFC83312250}"/>
                  </a:ext>
                </a:extLst>
              </p:cNvPr>
              <p:cNvSpPr/>
              <p:nvPr/>
            </p:nvSpPr>
            <p:spPr>
              <a:xfrm>
                <a:off x="9303084" y="5157813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4"/>
                      <a:pt x="6237" y="1656"/>
                      <a:pt x="5642" y="1062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6"/>
                      <a:pt x="228" y="2464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30" name="Freeform: Shape 11929">
                <a:extLst>
                  <a:ext uri="{FF2B5EF4-FFF2-40B4-BE49-F238E27FC236}">
                    <a16:creationId xmlns:a16="http://schemas.microsoft.com/office/drawing/2014/main" id="{D748D8DE-D372-84F5-889F-E692763DFF0A}"/>
                  </a:ext>
                </a:extLst>
              </p:cNvPr>
              <p:cNvSpPr/>
              <p:nvPr/>
            </p:nvSpPr>
            <p:spPr>
              <a:xfrm>
                <a:off x="9301820" y="5154896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2"/>
                      <a:pt x="3400" y="132"/>
                    </a:cubicBezTo>
                    <a:cubicBezTo>
                      <a:pt x="2558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8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31" name="Freeform: Shape 11930">
                <a:extLst>
                  <a:ext uri="{FF2B5EF4-FFF2-40B4-BE49-F238E27FC236}">
                    <a16:creationId xmlns:a16="http://schemas.microsoft.com/office/drawing/2014/main" id="{6BA6A9D3-4D0C-D5F9-B72B-A536C81C0570}"/>
                  </a:ext>
                </a:extLst>
              </p:cNvPr>
              <p:cNvSpPr/>
              <p:nvPr/>
            </p:nvSpPr>
            <p:spPr>
              <a:xfrm>
                <a:off x="9301343" y="5152705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2"/>
                      <a:pt x="3400" y="132"/>
                    </a:cubicBezTo>
                    <a:cubicBezTo>
                      <a:pt x="2558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8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32" name="Freeform: Shape 11931">
                <a:extLst>
                  <a:ext uri="{FF2B5EF4-FFF2-40B4-BE49-F238E27FC236}">
                    <a16:creationId xmlns:a16="http://schemas.microsoft.com/office/drawing/2014/main" id="{621F37A8-6C60-1E60-AFA4-8D691D51DD54}"/>
                  </a:ext>
                </a:extLst>
              </p:cNvPr>
              <p:cNvSpPr/>
              <p:nvPr/>
            </p:nvSpPr>
            <p:spPr>
              <a:xfrm>
                <a:off x="9298722" y="5148337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0" y="132"/>
                      <a:pt x="3399" y="132"/>
                    </a:cubicBezTo>
                    <a:cubicBezTo>
                      <a:pt x="2558" y="132"/>
                      <a:pt x="1751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1" y="6143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33" name="Freeform: Shape 11932">
                <a:extLst>
                  <a:ext uri="{FF2B5EF4-FFF2-40B4-BE49-F238E27FC236}">
                    <a16:creationId xmlns:a16="http://schemas.microsoft.com/office/drawing/2014/main" id="{5525913B-A863-1869-E464-9CA31D1DE7BA}"/>
                  </a:ext>
                </a:extLst>
              </p:cNvPr>
              <p:cNvSpPr/>
              <p:nvPr/>
            </p:nvSpPr>
            <p:spPr>
              <a:xfrm>
                <a:off x="9296633" y="5144421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2"/>
                      <a:pt x="6237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7" y="1060"/>
                    </a:cubicBezTo>
                    <a:cubicBezTo>
                      <a:pt x="562" y="1655"/>
                      <a:pt x="228" y="2462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34" name="Freeform: Shape 11933">
                <a:extLst>
                  <a:ext uri="{FF2B5EF4-FFF2-40B4-BE49-F238E27FC236}">
                    <a16:creationId xmlns:a16="http://schemas.microsoft.com/office/drawing/2014/main" id="{52681655-4D44-37E6-7593-5D26D22A7CA0}"/>
                  </a:ext>
                </a:extLst>
              </p:cNvPr>
              <p:cNvSpPr/>
              <p:nvPr/>
            </p:nvSpPr>
            <p:spPr>
              <a:xfrm>
                <a:off x="9294447" y="5138433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1 w 6343"/>
                  <a:gd name="connsiteY2" fmla="*/ 3303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6 w 6343"/>
                  <a:gd name="connsiteY5" fmla="*/ 1060 h 6345"/>
                  <a:gd name="connsiteX6" fmla="*/ 227 w 6343"/>
                  <a:gd name="connsiteY6" fmla="*/ 3303 h 6345"/>
                  <a:gd name="connsiteX7" fmla="*/ 1156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2" y="5547"/>
                    </a:cubicBezTo>
                    <a:cubicBezTo>
                      <a:pt x="6236" y="4952"/>
                      <a:pt x="6571" y="4145"/>
                      <a:pt x="6571" y="3303"/>
                    </a:cubicBezTo>
                    <a:cubicBezTo>
                      <a:pt x="6571" y="2462"/>
                      <a:pt x="6236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6" y="1060"/>
                    </a:cubicBezTo>
                    <a:cubicBezTo>
                      <a:pt x="562" y="1655"/>
                      <a:pt x="227" y="2462"/>
                      <a:pt x="227" y="3303"/>
                    </a:cubicBezTo>
                    <a:cubicBezTo>
                      <a:pt x="227" y="4145"/>
                      <a:pt x="562" y="4952"/>
                      <a:pt x="1156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35" name="Freeform: Shape 11934">
                <a:extLst>
                  <a:ext uri="{FF2B5EF4-FFF2-40B4-BE49-F238E27FC236}">
                    <a16:creationId xmlns:a16="http://schemas.microsoft.com/office/drawing/2014/main" id="{C74D9823-EDAE-89C9-2787-99442C6E3FDF}"/>
                  </a:ext>
                </a:extLst>
              </p:cNvPr>
              <p:cNvSpPr/>
              <p:nvPr/>
            </p:nvSpPr>
            <p:spPr>
              <a:xfrm>
                <a:off x="9325817" y="5169483"/>
                <a:ext cx="6343" cy="6345"/>
              </a:xfrm>
              <a:custGeom>
                <a:avLst/>
                <a:gdLst>
                  <a:gd name="connsiteX0" fmla="*/ 3401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9"/>
                    </a:moveTo>
                    <a:cubicBezTo>
                      <a:pt x="4243" y="6479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3" y="133"/>
                      <a:pt x="3401" y="133"/>
                    </a:cubicBezTo>
                    <a:cubicBezTo>
                      <a:pt x="2560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0" y="6479"/>
                      <a:pt x="340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36" name="Freeform: Shape 11935">
                <a:extLst>
                  <a:ext uri="{FF2B5EF4-FFF2-40B4-BE49-F238E27FC236}">
                    <a16:creationId xmlns:a16="http://schemas.microsoft.com/office/drawing/2014/main" id="{54704191-5477-663D-49F6-6E80BBD9F134}"/>
                  </a:ext>
                </a:extLst>
              </p:cNvPr>
              <p:cNvSpPr/>
              <p:nvPr/>
            </p:nvSpPr>
            <p:spPr>
              <a:xfrm>
                <a:off x="9329947" y="5170831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8"/>
                      <a:pt x="5644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3"/>
                    </a:cubicBezTo>
                    <a:cubicBezTo>
                      <a:pt x="564" y="1658"/>
                      <a:pt x="230" y="2465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37" name="Freeform: Shape 11936">
                <a:extLst>
                  <a:ext uri="{FF2B5EF4-FFF2-40B4-BE49-F238E27FC236}">
                    <a16:creationId xmlns:a16="http://schemas.microsoft.com/office/drawing/2014/main" id="{008FD1D4-D42D-A94E-29A1-4582463B05BE}"/>
                  </a:ext>
                </a:extLst>
              </p:cNvPr>
              <p:cNvSpPr/>
              <p:nvPr/>
            </p:nvSpPr>
            <p:spPr>
              <a:xfrm>
                <a:off x="9330620" y="5170039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7"/>
                      <a:pt x="5644" y="1062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2"/>
                    </a:cubicBezTo>
                    <a:cubicBezTo>
                      <a:pt x="564" y="1657"/>
                      <a:pt x="230" y="2465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38" name="Freeform: Shape 11937">
                <a:extLst>
                  <a:ext uri="{FF2B5EF4-FFF2-40B4-BE49-F238E27FC236}">
                    <a16:creationId xmlns:a16="http://schemas.microsoft.com/office/drawing/2014/main" id="{5DEC8D70-6879-8369-E828-30059EB501DC}"/>
                  </a:ext>
                </a:extLst>
              </p:cNvPr>
              <p:cNvSpPr/>
              <p:nvPr/>
            </p:nvSpPr>
            <p:spPr>
              <a:xfrm>
                <a:off x="9331970" y="5169991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5"/>
                      <a:pt x="6239" y="1657"/>
                      <a:pt x="5645" y="1062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2"/>
                    </a:cubicBezTo>
                    <a:cubicBezTo>
                      <a:pt x="565" y="1657"/>
                      <a:pt x="230" y="2465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39" name="Freeform: Shape 11938">
                <a:extLst>
                  <a:ext uri="{FF2B5EF4-FFF2-40B4-BE49-F238E27FC236}">
                    <a16:creationId xmlns:a16="http://schemas.microsoft.com/office/drawing/2014/main" id="{5E320231-01B7-F253-4198-FCE70FE5C5FA}"/>
                  </a:ext>
                </a:extLst>
              </p:cNvPr>
              <p:cNvSpPr/>
              <p:nvPr/>
            </p:nvSpPr>
            <p:spPr>
              <a:xfrm>
                <a:off x="9332524" y="5169071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40" name="Freeform: Shape 11939">
                <a:extLst>
                  <a:ext uri="{FF2B5EF4-FFF2-40B4-BE49-F238E27FC236}">
                    <a16:creationId xmlns:a16="http://schemas.microsoft.com/office/drawing/2014/main" id="{4F98A141-8BE8-D80F-5298-97D6EAD6F562}"/>
                  </a:ext>
                </a:extLst>
              </p:cNvPr>
              <p:cNvSpPr/>
              <p:nvPr/>
            </p:nvSpPr>
            <p:spPr>
              <a:xfrm>
                <a:off x="9334079" y="5169277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1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41" name="Freeform: Shape 11940">
                <a:extLst>
                  <a:ext uri="{FF2B5EF4-FFF2-40B4-BE49-F238E27FC236}">
                    <a16:creationId xmlns:a16="http://schemas.microsoft.com/office/drawing/2014/main" id="{B99F79E7-D115-44CF-18E6-2807AA842CB2}"/>
                  </a:ext>
                </a:extLst>
              </p:cNvPr>
              <p:cNvSpPr/>
              <p:nvPr/>
            </p:nvSpPr>
            <p:spPr>
              <a:xfrm>
                <a:off x="9347005" y="5172359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50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50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5"/>
                      <a:pt x="5646" y="5550"/>
                    </a:cubicBezTo>
                    <a:cubicBezTo>
                      <a:pt x="6241" y="4955"/>
                      <a:pt x="6575" y="4148"/>
                      <a:pt x="6575" y="3306"/>
                    </a:cubicBezTo>
                    <a:cubicBezTo>
                      <a:pt x="6575" y="2465"/>
                      <a:pt x="6241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1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8"/>
                      <a:pt x="566" y="4955"/>
                      <a:pt x="1161" y="5550"/>
                    </a:cubicBezTo>
                    <a:cubicBezTo>
                      <a:pt x="1755" y="6145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42" name="Freeform: Shape 11941">
                <a:extLst>
                  <a:ext uri="{FF2B5EF4-FFF2-40B4-BE49-F238E27FC236}">
                    <a16:creationId xmlns:a16="http://schemas.microsoft.com/office/drawing/2014/main" id="{E6A55E40-F8E7-B773-9B2C-33E2935E9EA7}"/>
                  </a:ext>
                </a:extLst>
              </p:cNvPr>
              <p:cNvSpPr/>
              <p:nvPr/>
            </p:nvSpPr>
            <p:spPr>
              <a:xfrm>
                <a:off x="9344787" y="5157999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8 h 6345"/>
                  <a:gd name="connsiteX2" fmla="*/ 6575 w 6343"/>
                  <a:gd name="connsiteY2" fmla="*/ 3305 h 6345"/>
                  <a:gd name="connsiteX3" fmla="*/ 5646 w 6343"/>
                  <a:gd name="connsiteY3" fmla="*/ 1062 h 6345"/>
                  <a:gd name="connsiteX4" fmla="*/ 3403 w 6343"/>
                  <a:gd name="connsiteY4" fmla="*/ 132 h 6345"/>
                  <a:gd name="connsiteX5" fmla="*/ 1160 w 6343"/>
                  <a:gd name="connsiteY5" fmla="*/ 1062 h 6345"/>
                  <a:gd name="connsiteX6" fmla="*/ 231 w 6343"/>
                  <a:gd name="connsiteY6" fmla="*/ 3305 h 6345"/>
                  <a:gd name="connsiteX7" fmla="*/ 1160 w 6343"/>
                  <a:gd name="connsiteY7" fmla="*/ 5548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3"/>
                      <a:pt x="5646" y="5548"/>
                    </a:cubicBezTo>
                    <a:cubicBezTo>
                      <a:pt x="6240" y="4953"/>
                      <a:pt x="6575" y="4146"/>
                      <a:pt x="6575" y="3305"/>
                    </a:cubicBezTo>
                    <a:cubicBezTo>
                      <a:pt x="6575" y="2464"/>
                      <a:pt x="6240" y="1656"/>
                      <a:pt x="5646" y="1062"/>
                    </a:cubicBezTo>
                    <a:cubicBezTo>
                      <a:pt x="5051" y="467"/>
                      <a:pt x="4244" y="132"/>
                      <a:pt x="3403" y="132"/>
                    </a:cubicBezTo>
                    <a:cubicBezTo>
                      <a:pt x="2562" y="132"/>
                      <a:pt x="1755" y="467"/>
                      <a:pt x="1160" y="1062"/>
                    </a:cubicBezTo>
                    <a:cubicBezTo>
                      <a:pt x="566" y="1656"/>
                      <a:pt x="231" y="2464"/>
                      <a:pt x="231" y="3305"/>
                    </a:cubicBezTo>
                    <a:cubicBezTo>
                      <a:pt x="231" y="4146"/>
                      <a:pt x="566" y="4953"/>
                      <a:pt x="1160" y="5548"/>
                    </a:cubicBezTo>
                    <a:cubicBezTo>
                      <a:pt x="1755" y="6143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43" name="Freeform: Shape 11942">
                <a:extLst>
                  <a:ext uri="{FF2B5EF4-FFF2-40B4-BE49-F238E27FC236}">
                    <a16:creationId xmlns:a16="http://schemas.microsoft.com/office/drawing/2014/main" id="{2BC3D162-66C4-B122-5848-2CB7B94A1511}"/>
                  </a:ext>
                </a:extLst>
              </p:cNvPr>
              <p:cNvSpPr/>
              <p:nvPr/>
            </p:nvSpPr>
            <p:spPr>
              <a:xfrm>
                <a:off x="9327033" y="5131651"/>
                <a:ext cx="6343" cy="6345"/>
              </a:xfrm>
              <a:custGeom>
                <a:avLst/>
                <a:gdLst>
                  <a:gd name="connsiteX0" fmla="*/ 3402 w 6343"/>
                  <a:gd name="connsiteY0" fmla="*/ 6476 h 6345"/>
                  <a:gd name="connsiteX1" fmla="*/ 5644 w 6343"/>
                  <a:gd name="connsiteY1" fmla="*/ 5546 h 6345"/>
                  <a:gd name="connsiteX2" fmla="*/ 6573 w 6343"/>
                  <a:gd name="connsiteY2" fmla="*/ 3303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3 h 6345"/>
                  <a:gd name="connsiteX7" fmla="*/ 1159 w 6343"/>
                  <a:gd name="connsiteY7" fmla="*/ 5546 h 6345"/>
                  <a:gd name="connsiteX8" fmla="*/ 340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6"/>
                    </a:moveTo>
                    <a:cubicBezTo>
                      <a:pt x="4243" y="6476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3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30"/>
                      <a:pt x="3402" y="130"/>
                    </a:cubicBezTo>
                    <a:cubicBezTo>
                      <a:pt x="2560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3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0" y="6476"/>
                      <a:pt x="340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44" name="Freeform: Shape 11943">
                <a:extLst>
                  <a:ext uri="{FF2B5EF4-FFF2-40B4-BE49-F238E27FC236}">
                    <a16:creationId xmlns:a16="http://schemas.microsoft.com/office/drawing/2014/main" id="{121F70F2-542F-0876-3776-7A85E626141D}"/>
                  </a:ext>
                </a:extLst>
              </p:cNvPr>
              <p:cNvSpPr/>
              <p:nvPr/>
            </p:nvSpPr>
            <p:spPr>
              <a:xfrm>
                <a:off x="9328902" y="5132155"/>
                <a:ext cx="6343" cy="6345"/>
              </a:xfrm>
              <a:custGeom>
                <a:avLst/>
                <a:gdLst>
                  <a:gd name="connsiteX0" fmla="*/ 3402 w 6343"/>
                  <a:gd name="connsiteY0" fmla="*/ 6476 h 6345"/>
                  <a:gd name="connsiteX1" fmla="*/ 5644 w 6343"/>
                  <a:gd name="connsiteY1" fmla="*/ 5546 h 6345"/>
                  <a:gd name="connsiteX2" fmla="*/ 6573 w 6343"/>
                  <a:gd name="connsiteY2" fmla="*/ 3303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3 h 6345"/>
                  <a:gd name="connsiteX7" fmla="*/ 1159 w 6343"/>
                  <a:gd name="connsiteY7" fmla="*/ 5546 h 6345"/>
                  <a:gd name="connsiteX8" fmla="*/ 340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6"/>
                    </a:moveTo>
                    <a:cubicBezTo>
                      <a:pt x="4243" y="6476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3"/>
                    </a:cubicBezTo>
                    <a:cubicBezTo>
                      <a:pt x="6573" y="2462"/>
                      <a:pt x="6239" y="1654"/>
                      <a:pt x="5644" y="1059"/>
                    </a:cubicBezTo>
                    <a:cubicBezTo>
                      <a:pt x="5050" y="465"/>
                      <a:pt x="4243" y="130"/>
                      <a:pt x="3402" y="130"/>
                    </a:cubicBezTo>
                    <a:cubicBezTo>
                      <a:pt x="2561" y="130"/>
                      <a:pt x="1754" y="465"/>
                      <a:pt x="1159" y="1059"/>
                    </a:cubicBezTo>
                    <a:cubicBezTo>
                      <a:pt x="564" y="1654"/>
                      <a:pt x="230" y="2462"/>
                      <a:pt x="230" y="3303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6"/>
                      <a:pt x="340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45" name="Freeform: Shape 11944">
                <a:extLst>
                  <a:ext uri="{FF2B5EF4-FFF2-40B4-BE49-F238E27FC236}">
                    <a16:creationId xmlns:a16="http://schemas.microsoft.com/office/drawing/2014/main" id="{3D1D4355-B4F2-9B92-1282-D97A5BDA7C07}"/>
                  </a:ext>
                </a:extLst>
              </p:cNvPr>
              <p:cNvSpPr/>
              <p:nvPr/>
            </p:nvSpPr>
            <p:spPr>
              <a:xfrm>
                <a:off x="9328890" y="5130018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3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3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3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3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46" name="Freeform: Shape 11945">
                <a:extLst>
                  <a:ext uri="{FF2B5EF4-FFF2-40B4-BE49-F238E27FC236}">
                    <a16:creationId xmlns:a16="http://schemas.microsoft.com/office/drawing/2014/main" id="{1E963AEB-8FE2-2725-DD7D-51A951E26DE8}"/>
                  </a:ext>
                </a:extLst>
              </p:cNvPr>
              <p:cNvSpPr/>
              <p:nvPr/>
            </p:nvSpPr>
            <p:spPr>
              <a:xfrm>
                <a:off x="9330005" y="5129466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3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3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3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3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47" name="Freeform: Shape 11946">
                <a:extLst>
                  <a:ext uri="{FF2B5EF4-FFF2-40B4-BE49-F238E27FC236}">
                    <a16:creationId xmlns:a16="http://schemas.microsoft.com/office/drawing/2014/main" id="{592270B5-2EA0-72FF-2AB9-16C187AA6C7E}"/>
                  </a:ext>
                </a:extLst>
              </p:cNvPr>
              <p:cNvSpPr/>
              <p:nvPr/>
            </p:nvSpPr>
            <p:spPr>
              <a:xfrm>
                <a:off x="9330804" y="5128458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3 w 6343"/>
                  <a:gd name="connsiteY2" fmla="*/ 3303 h 6345"/>
                  <a:gd name="connsiteX3" fmla="*/ 5645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3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3" y="4144"/>
                      <a:pt x="6573" y="3303"/>
                    </a:cubicBezTo>
                    <a:cubicBezTo>
                      <a:pt x="6573" y="2461"/>
                      <a:pt x="6239" y="1654"/>
                      <a:pt x="5645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3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48" name="Freeform: Shape 11947">
                <a:extLst>
                  <a:ext uri="{FF2B5EF4-FFF2-40B4-BE49-F238E27FC236}">
                    <a16:creationId xmlns:a16="http://schemas.microsoft.com/office/drawing/2014/main" id="{9902C8D1-C4F9-2779-5DC5-3B09D76341E4}"/>
                  </a:ext>
                </a:extLst>
              </p:cNvPr>
              <p:cNvSpPr/>
              <p:nvPr/>
            </p:nvSpPr>
            <p:spPr>
              <a:xfrm>
                <a:off x="9331927" y="5127919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3 h 6345"/>
                  <a:gd name="connsiteX3" fmla="*/ 5645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3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4" y="4144"/>
                      <a:pt x="6574" y="3303"/>
                    </a:cubicBezTo>
                    <a:cubicBezTo>
                      <a:pt x="6574" y="2461"/>
                      <a:pt x="6239" y="1654"/>
                      <a:pt x="5645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3"/>
                    </a:cubicBezTo>
                    <a:cubicBezTo>
                      <a:pt x="230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49" name="Freeform: Shape 11948">
                <a:extLst>
                  <a:ext uri="{FF2B5EF4-FFF2-40B4-BE49-F238E27FC236}">
                    <a16:creationId xmlns:a16="http://schemas.microsoft.com/office/drawing/2014/main" id="{1AEED3A9-62D3-7348-8201-71E4F4CECE8D}"/>
                  </a:ext>
                </a:extLst>
              </p:cNvPr>
              <p:cNvSpPr/>
              <p:nvPr/>
            </p:nvSpPr>
            <p:spPr>
              <a:xfrm>
                <a:off x="9332878" y="5127128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3 h 6345"/>
                  <a:gd name="connsiteX3" fmla="*/ 5645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3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4" y="4144"/>
                      <a:pt x="6574" y="3303"/>
                    </a:cubicBezTo>
                    <a:cubicBezTo>
                      <a:pt x="6574" y="2461"/>
                      <a:pt x="6239" y="1654"/>
                      <a:pt x="5645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3"/>
                    </a:cubicBezTo>
                    <a:cubicBezTo>
                      <a:pt x="230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50" name="Freeform: Shape 11949">
                <a:extLst>
                  <a:ext uri="{FF2B5EF4-FFF2-40B4-BE49-F238E27FC236}">
                    <a16:creationId xmlns:a16="http://schemas.microsoft.com/office/drawing/2014/main" id="{A76C8702-60F6-0260-BB10-FE323BF4DDD7}"/>
                  </a:ext>
                </a:extLst>
              </p:cNvPr>
              <p:cNvSpPr/>
              <p:nvPr/>
            </p:nvSpPr>
            <p:spPr>
              <a:xfrm>
                <a:off x="9334144" y="5126812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3 h 6345"/>
                  <a:gd name="connsiteX3" fmla="*/ 5645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1 w 6343"/>
                  <a:gd name="connsiteY6" fmla="*/ 3303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40" y="4951"/>
                      <a:pt x="6574" y="4144"/>
                      <a:pt x="6574" y="3303"/>
                    </a:cubicBezTo>
                    <a:cubicBezTo>
                      <a:pt x="6574" y="2461"/>
                      <a:pt x="6240" y="1654"/>
                      <a:pt x="5645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5" y="1654"/>
                      <a:pt x="231" y="2461"/>
                      <a:pt x="231" y="3303"/>
                    </a:cubicBezTo>
                    <a:cubicBezTo>
                      <a:pt x="231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51" name="Freeform: Shape 11950">
                <a:extLst>
                  <a:ext uri="{FF2B5EF4-FFF2-40B4-BE49-F238E27FC236}">
                    <a16:creationId xmlns:a16="http://schemas.microsoft.com/office/drawing/2014/main" id="{5356E8DC-0242-E8EE-D634-E8EF91F47EAB}"/>
                  </a:ext>
                </a:extLst>
              </p:cNvPr>
              <p:cNvSpPr/>
              <p:nvPr/>
            </p:nvSpPr>
            <p:spPr>
              <a:xfrm>
                <a:off x="9335070" y="5125982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30 h 6345"/>
                  <a:gd name="connsiteX5" fmla="*/ 1160 w 6343"/>
                  <a:gd name="connsiteY5" fmla="*/ 1059 h 6345"/>
                  <a:gd name="connsiteX6" fmla="*/ 231 w 6343"/>
                  <a:gd name="connsiteY6" fmla="*/ 3302 h 6345"/>
                  <a:gd name="connsiteX7" fmla="*/ 1160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40" y="4951"/>
                      <a:pt x="6574" y="4144"/>
                      <a:pt x="6574" y="3302"/>
                    </a:cubicBezTo>
                    <a:cubicBezTo>
                      <a:pt x="6574" y="2461"/>
                      <a:pt x="6240" y="1654"/>
                      <a:pt x="5645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60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4"/>
                      <a:pt x="565" y="4951"/>
                      <a:pt x="1160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52" name="Freeform: Shape 11951">
                <a:extLst>
                  <a:ext uri="{FF2B5EF4-FFF2-40B4-BE49-F238E27FC236}">
                    <a16:creationId xmlns:a16="http://schemas.microsoft.com/office/drawing/2014/main" id="{7F0F33FD-8F04-2D76-E438-416A2AA3B449}"/>
                  </a:ext>
                </a:extLst>
              </p:cNvPr>
              <p:cNvSpPr/>
              <p:nvPr/>
            </p:nvSpPr>
            <p:spPr>
              <a:xfrm>
                <a:off x="9336237" y="5125524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30 h 6345"/>
                  <a:gd name="connsiteX5" fmla="*/ 1160 w 6343"/>
                  <a:gd name="connsiteY5" fmla="*/ 1059 h 6345"/>
                  <a:gd name="connsiteX6" fmla="*/ 231 w 6343"/>
                  <a:gd name="connsiteY6" fmla="*/ 3302 h 6345"/>
                  <a:gd name="connsiteX7" fmla="*/ 1160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40" y="4951"/>
                      <a:pt x="6574" y="4144"/>
                      <a:pt x="6574" y="3302"/>
                    </a:cubicBezTo>
                    <a:cubicBezTo>
                      <a:pt x="6574" y="2461"/>
                      <a:pt x="6240" y="1654"/>
                      <a:pt x="5645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60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4"/>
                      <a:pt x="565" y="4951"/>
                      <a:pt x="1160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53" name="Freeform: Shape 11952">
                <a:extLst>
                  <a:ext uri="{FF2B5EF4-FFF2-40B4-BE49-F238E27FC236}">
                    <a16:creationId xmlns:a16="http://schemas.microsoft.com/office/drawing/2014/main" id="{60E472E1-1813-25D4-CE66-A348A7F510DC}"/>
                  </a:ext>
                </a:extLst>
              </p:cNvPr>
              <p:cNvSpPr/>
              <p:nvPr/>
            </p:nvSpPr>
            <p:spPr>
              <a:xfrm>
                <a:off x="9337005" y="5124441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30 h 6345"/>
                  <a:gd name="connsiteX5" fmla="*/ 1160 w 6343"/>
                  <a:gd name="connsiteY5" fmla="*/ 1059 h 6345"/>
                  <a:gd name="connsiteX6" fmla="*/ 231 w 6343"/>
                  <a:gd name="connsiteY6" fmla="*/ 3302 h 6345"/>
                  <a:gd name="connsiteX7" fmla="*/ 1160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40" y="4951"/>
                      <a:pt x="6574" y="4144"/>
                      <a:pt x="6574" y="3302"/>
                    </a:cubicBezTo>
                    <a:cubicBezTo>
                      <a:pt x="6574" y="2461"/>
                      <a:pt x="6240" y="1654"/>
                      <a:pt x="5645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60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4"/>
                      <a:pt x="565" y="4951"/>
                      <a:pt x="1160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54" name="Freeform: Shape 11953">
                <a:extLst>
                  <a:ext uri="{FF2B5EF4-FFF2-40B4-BE49-F238E27FC236}">
                    <a16:creationId xmlns:a16="http://schemas.microsoft.com/office/drawing/2014/main" id="{676020FD-0F46-74C4-FD6B-1112385564B2}"/>
                  </a:ext>
                </a:extLst>
              </p:cNvPr>
              <p:cNvSpPr/>
              <p:nvPr/>
            </p:nvSpPr>
            <p:spPr>
              <a:xfrm>
                <a:off x="9338014" y="5123732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30 h 6345"/>
                  <a:gd name="connsiteX5" fmla="*/ 1160 w 6343"/>
                  <a:gd name="connsiteY5" fmla="*/ 1059 h 6345"/>
                  <a:gd name="connsiteX6" fmla="*/ 231 w 6343"/>
                  <a:gd name="connsiteY6" fmla="*/ 3302 h 6345"/>
                  <a:gd name="connsiteX7" fmla="*/ 1160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4" y="6475"/>
                      <a:pt x="5050" y="6141"/>
                      <a:pt x="5645" y="5546"/>
                    </a:cubicBezTo>
                    <a:cubicBezTo>
                      <a:pt x="6240" y="4951"/>
                      <a:pt x="6574" y="4144"/>
                      <a:pt x="6574" y="3302"/>
                    </a:cubicBezTo>
                    <a:cubicBezTo>
                      <a:pt x="6574" y="2461"/>
                      <a:pt x="6240" y="1654"/>
                      <a:pt x="5645" y="1059"/>
                    </a:cubicBezTo>
                    <a:cubicBezTo>
                      <a:pt x="5050" y="464"/>
                      <a:pt x="4244" y="130"/>
                      <a:pt x="3402" y="130"/>
                    </a:cubicBezTo>
                    <a:cubicBezTo>
                      <a:pt x="2561" y="130"/>
                      <a:pt x="1755" y="464"/>
                      <a:pt x="1160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4"/>
                      <a:pt x="565" y="4951"/>
                      <a:pt x="1160" y="5546"/>
                    </a:cubicBezTo>
                    <a:cubicBezTo>
                      <a:pt x="1755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55" name="Freeform: Shape 11954">
                <a:extLst>
                  <a:ext uri="{FF2B5EF4-FFF2-40B4-BE49-F238E27FC236}">
                    <a16:creationId xmlns:a16="http://schemas.microsoft.com/office/drawing/2014/main" id="{69CDECE9-812A-C384-3B2D-7B058D5B8258}"/>
                  </a:ext>
                </a:extLst>
              </p:cNvPr>
              <p:cNvSpPr/>
              <p:nvPr/>
            </p:nvSpPr>
            <p:spPr>
              <a:xfrm>
                <a:off x="9339126" y="5123189"/>
                <a:ext cx="6343" cy="6345"/>
              </a:xfrm>
              <a:custGeom>
                <a:avLst/>
                <a:gdLst>
                  <a:gd name="connsiteX0" fmla="*/ 3403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3 w 6343"/>
                  <a:gd name="connsiteY4" fmla="*/ 130 h 6345"/>
                  <a:gd name="connsiteX5" fmla="*/ 1160 w 6343"/>
                  <a:gd name="connsiteY5" fmla="*/ 1059 h 6345"/>
                  <a:gd name="connsiteX6" fmla="*/ 231 w 6343"/>
                  <a:gd name="connsiteY6" fmla="*/ 3302 h 6345"/>
                  <a:gd name="connsiteX7" fmla="*/ 1160 w 6343"/>
                  <a:gd name="connsiteY7" fmla="*/ 5546 h 6345"/>
                  <a:gd name="connsiteX8" fmla="*/ 3403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5"/>
                    </a:moveTo>
                    <a:cubicBezTo>
                      <a:pt x="4244" y="6475"/>
                      <a:pt x="5050" y="6141"/>
                      <a:pt x="5645" y="5546"/>
                    </a:cubicBezTo>
                    <a:cubicBezTo>
                      <a:pt x="6240" y="4951"/>
                      <a:pt x="6574" y="4144"/>
                      <a:pt x="6574" y="3302"/>
                    </a:cubicBezTo>
                    <a:cubicBezTo>
                      <a:pt x="6574" y="2461"/>
                      <a:pt x="6240" y="1654"/>
                      <a:pt x="5645" y="1059"/>
                    </a:cubicBezTo>
                    <a:cubicBezTo>
                      <a:pt x="5050" y="464"/>
                      <a:pt x="4244" y="130"/>
                      <a:pt x="3403" y="130"/>
                    </a:cubicBezTo>
                    <a:cubicBezTo>
                      <a:pt x="2561" y="130"/>
                      <a:pt x="1755" y="464"/>
                      <a:pt x="1160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4"/>
                      <a:pt x="565" y="4951"/>
                      <a:pt x="1160" y="5546"/>
                    </a:cubicBezTo>
                    <a:cubicBezTo>
                      <a:pt x="1755" y="6141"/>
                      <a:pt x="2561" y="6475"/>
                      <a:pt x="3403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56" name="Freeform: Shape 11955">
                <a:extLst>
                  <a:ext uri="{FF2B5EF4-FFF2-40B4-BE49-F238E27FC236}">
                    <a16:creationId xmlns:a16="http://schemas.microsoft.com/office/drawing/2014/main" id="{0742AD22-366B-83BC-D3DF-35C904328F49}"/>
                  </a:ext>
                </a:extLst>
              </p:cNvPr>
              <p:cNvSpPr/>
              <p:nvPr/>
            </p:nvSpPr>
            <p:spPr>
              <a:xfrm>
                <a:off x="9340176" y="5122546"/>
                <a:ext cx="6343" cy="6345"/>
              </a:xfrm>
              <a:custGeom>
                <a:avLst/>
                <a:gdLst>
                  <a:gd name="connsiteX0" fmla="*/ 3403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3 w 6343"/>
                  <a:gd name="connsiteY4" fmla="*/ 129 h 6345"/>
                  <a:gd name="connsiteX5" fmla="*/ 1160 w 6343"/>
                  <a:gd name="connsiteY5" fmla="*/ 1059 h 6345"/>
                  <a:gd name="connsiteX6" fmla="*/ 231 w 6343"/>
                  <a:gd name="connsiteY6" fmla="*/ 3302 h 6345"/>
                  <a:gd name="connsiteX7" fmla="*/ 1160 w 6343"/>
                  <a:gd name="connsiteY7" fmla="*/ 5546 h 6345"/>
                  <a:gd name="connsiteX8" fmla="*/ 3403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5"/>
                    </a:moveTo>
                    <a:cubicBezTo>
                      <a:pt x="4244" y="6475"/>
                      <a:pt x="5050" y="6141"/>
                      <a:pt x="5645" y="5546"/>
                    </a:cubicBezTo>
                    <a:cubicBezTo>
                      <a:pt x="6240" y="4951"/>
                      <a:pt x="6574" y="4144"/>
                      <a:pt x="6574" y="3302"/>
                    </a:cubicBezTo>
                    <a:cubicBezTo>
                      <a:pt x="6574" y="2461"/>
                      <a:pt x="6240" y="1654"/>
                      <a:pt x="5645" y="1059"/>
                    </a:cubicBezTo>
                    <a:cubicBezTo>
                      <a:pt x="5050" y="464"/>
                      <a:pt x="4244" y="129"/>
                      <a:pt x="3403" y="129"/>
                    </a:cubicBezTo>
                    <a:cubicBezTo>
                      <a:pt x="2561" y="129"/>
                      <a:pt x="1755" y="464"/>
                      <a:pt x="1160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4"/>
                      <a:pt x="565" y="4951"/>
                      <a:pt x="1160" y="5546"/>
                    </a:cubicBezTo>
                    <a:cubicBezTo>
                      <a:pt x="1755" y="6141"/>
                      <a:pt x="2561" y="6475"/>
                      <a:pt x="3403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57" name="Freeform: Shape 11956">
                <a:extLst>
                  <a:ext uri="{FF2B5EF4-FFF2-40B4-BE49-F238E27FC236}">
                    <a16:creationId xmlns:a16="http://schemas.microsoft.com/office/drawing/2014/main" id="{E42E160E-2FC4-617F-A783-01511F0459B8}"/>
                  </a:ext>
                </a:extLst>
              </p:cNvPr>
              <p:cNvSpPr/>
              <p:nvPr/>
            </p:nvSpPr>
            <p:spPr>
              <a:xfrm>
                <a:off x="9340780" y="5121159"/>
                <a:ext cx="6343" cy="6345"/>
              </a:xfrm>
              <a:custGeom>
                <a:avLst/>
                <a:gdLst>
                  <a:gd name="connsiteX0" fmla="*/ 3403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3 w 6343"/>
                  <a:gd name="connsiteY4" fmla="*/ 129 h 6345"/>
                  <a:gd name="connsiteX5" fmla="*/ 1160 w 6343"/>
                  <a:gd name="connsiteY5" fmla="*/ 1059 h 6345"/>
                  <a:gd name="connsiteX6" fmla="*/ 231 w 6343"/>
                  <a:gd name="connsiteY6" fmla="*/ 3302 h 6345"/>
                  <a:gd name="connsiteX7" fmla="*/ 1160 w 6343"/>
                  <a:gd name="connsiteY7" fmla="*/ 5546 h 6345"/>
                  <a:gd name="connsiteX8" fmla="*/ 3403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5"/>
                    </a:moveTo>
                    <a:cubicBezTo>
                      <a:pt x="4244" y="6475"/>
                      <a:pt x="5051" y="6140"/>
                      <a:pt x="5645" y="5546"/>
                    </a:cubicBezTo>
                    <a:cubicBezTo>
                      <a:pt x="6240" y="4951"/>
                      <a:pt x="6574" y="4143"/>
                      <a:pt x="6574" y="3302"/>
                    </a:cubicBezTo>
                    <a:cubicBezTo>
                      <a:pt x="6574" y="2461"/>
                      <a:pt x="6240" y="1654"/>
                      <a:pt x="5645" y="1059"/>
                    </a:cubicBezTo>
                    <a:cubicBezTo>
                      <a:pt x="5051" y="464"/>
                      <a:pt x="4244" y="129"/>
                      <a:pt x="3403" y="129"/>
                    </a:cubicBezTo>
                    <a:cubicBezTo>
                      <a:pt x="2562" y="129"/>
                      <a:pt x="1755" y="464"/>
                      <a:pt x="1160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3"/>
                      <a:pt x="565" y="4951"/>
                      <a:pt x="1160" y="5546"/>
                    </a:cubicBezTo>
                    <a:cubicBezTo>
                      <a:pt x="1755" y="6140"/>
                      <a:pt x="2562" y="6475"/>
                      <a:pt x="3403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58" name="Freeform: Shape 11957">
                <a:extLst>
                  <a:ext uri="{FF2B5EF4-FFF2-40B4-BE49-F238E27FC236}">
                    <a16:creationId xmlns:a16="http://schemas.microsoft.com/office/drawing/2014/main" id="{5B7E61C7-85FA-7303-FE47-561287BD8779}"/>
                  </a:ext>
                </a:extLst>
              </p:cNvPr>
              <p:cNvSpPr/>
              <p:nvPr/>
            </p:nvSpPr>
            <p:spPr>
              <a:xfrm>
                <a:off x="9341334" y="5119665"/>
                <a:ext cx="6343" cy="6345"/>
              </a:xfrm>
              <a:custGeom>
                <a:avLst/>
                <a:gdLst>
                  <a:gd name="connsiteX0" fmla="*/ 3403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3 w 6343"/>
                  <a:gd name="connsiteY4" fmla="*/ 129 h 6345"/>
                  <a:gd name="connsiteX5" fmla="*/ 1160 w 6343"/>
                  <a:gd name="connsiteY5" fmla="*/ 1059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3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5"/>
                    </a:moveTo>
                    <a:cubicBezTo>
                      <a:pt x="4244" y="6475"/>
                      <a:pt x="5051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1"/>
                      <a:pt x="6240" y="1653"/>
                      <a:pt x="5645" y="1059"/>
                    </a:cubicBezTo>
                    <a:cubicBezTo>
                      <a:pt x="5051" y="464"/>
                      <a:pt x="4244" y="129"/>
                      <a:pt x="3403" y="129"/>
                    </a:cubicBezTo>
                    <a:cubicBezTo>
                      <a:pt x="2562" y="129"/>
                      <a:pt x="1755" y="464"/>
                      <a:pt x="1160" y="1059"/>
                    </a:cubicBezTo>
                    <a:cubicBezTo>
                      <a:pt x="565" y="1653"/>
                      <a:pt x="231" y="2461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2" y="6475"/>
                      <a:pt x="3403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59" name="Freeform: Shape 11958">
                <a:extLst>
                  <a:ext uri="{FF2B5EF4-FFF2-40B4-BE49-F238E27FC236}">
                    <a16:creationId xmlns:a16="http://schemas.microsoft.com/office/drawing/2014/main" id="{0F276A3D-7291-39F2-F80A-02EEA13F6862}"/>
                  </a:ext>
                </a:extLst>
              </p:cNvPr>
              <p:cNvSpPr/>
              <p:nvPr/>
            </p:nvSpPr>
            <p:spPr>
              <a:xfrm>
                <a:off x="9341964" y="5118280"/>
                <a:ext cx="6343" cy="6345"/>
              </a:xfrm>
              <a:custGeom>
                <a:avLst/>
                <a:gdLst>
                  <a:gd name="connsiteX0" fmla="*/ 3403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3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5"/>
                    </a:moveTo>
                    <a:cubicBezTo>
                      <a:pt x="4244" y="6475"/>
                      <a:pt x="5051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1" y="463"/>
                      <a:pt x="4244" y="129"/>
                      <a:pt x="3403" y="129"/>
                    </a:cubicBezTo>
                    <a:cubicBezTo>
                      <a:pt x="2562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2" y="6475"/>
                      <a:pt x="3403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60" name="Freeform: Shape 11959">
                <a:extLst>
                  <a:ext uri="{FF2B5EF4-FFF2-40B4-BE49-F238E27FC236}">
                    <a16:creationId xmlns:a16="http://schemas.microsoft.com/office/drawing/2014/main" id="{D3A34F8C-B3DC-F9A7-26E0-778D08B9E3E2}"/>
                  </a:ext>
                </a:extLst>
              </p:cNvPr>
              <p:cNvSpPr/>
              <p:nvPr/>
            </p:nvSpPr>
            <p:spPr>
              <a:xfrm>
                <a:off x="9342702" y="5117058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1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1" y="463"/>
                      <a:pt x="4244" y="129"/>
                      <a:pt x="3403" y="129"/>
                    </a:cubicBezTo>
                    <a:cubicBezTo>
                      <a:pt x="2562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61" name="Freeform: Shape 11960">
                <a:extLst>
                  <a:ext uri="{FF2B5EF4-FFF2-40B4-BE49-F238E27FC236}">
                    <a16:creationId xmlns:a16="http://schemas.microsoft.com/office/drawing/2014/main" id="{AC45E9CD-07CA-C228-CDEA-E6BECC48478B}"/>
                  </a:ext>
                </a:extLst>
              </p:cNvPr>
              <p:cNvSpPr/>
              <p:nvPr/>
            </p:nvSpPr>
            <p:spPr>
              <a:xfrm>
                <a:off x="9344301" y="5114786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6 w 6343"/>
                  <a:gd name="connsiteY1" fmla="*/ 5545 h 6345"/>
                  <a:gd name="connsiteX2" fmla="*/ 6574 w 6343"/>
                  <a:gd name="connsiteY2" fmla="*/ 3302 h 6345"/>
                  <a:gd name="connsiteX3" fmla="*/ 5646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1" y="6140"/>
                      <a:pt x="5646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6" y="1058"/>
                    </a:cubicBezTo>
                    <a:cubicBezTo>
                      <a:pt x="5051" y="463"/>
                      <a:pt x="4244" y="129"/>
                      <a:pt x="3403" y="129"/>
                    </a:cubicBezTo>
                    <a:cubicBezTo>
                      <a:pt x="2562" y="129"/>
                      <a:pt x="1755" y="463"/>
                      <a:pt x="1160" y="1058"/>
                    </a:cubicBezTo>
                    <a:cubicBezTo>
                      <a:pt x="566" y="1653"/>
                      <a:pt x="231" y="2460"/>
                      <a:pt x="231" y="3302"/>
                    </a:cubicBezTo>
                    <a:cubicBezTo>
                      <a:pt x="231" y="4143"/>
                      <a:pt x="566" y="4950"/>
                      <a:pt x="1160" y="5545"/>
                    </a:cubicBezTo>
                    <a:cubicBezTo>
                      <a:pt x="1755" y="6140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62" name="Freeform: Shape 11961">
                <a:extLst>
                  <a:ext uri="{FF2B5EF4-FFF2-40B4-BE49-F238E27FC236}">
                    <a16:creationId xmlns:a16="http://schemas.microsoft.com/office/drawing/2014/main" id="{5ED05796-B00B-C02F-68DB-5FA28285E6B3}"/>
                  </a:ext>
                </a:extLst>
              </p:cNvPr>
              <p:cNvSpPr/>
              <p:nvPr/>
            </p:nvSpPr>
            <p:spPr>
              <a:xfrm>
                <a:off x="9374678" y="5167410"/>
                <a:ext cx="6343" cy="6345"/>
              </a:xfrm>
              <a:custGeom>
                <a:avLst/>
                <a:gdLst>
                  <a:gd name="connsiteX0" fmla="*/ 3405 w 6343"/>
                  <a:gd name="connsiteY0" fmla="*/ 6478 h 6345"/>
                  <a:gd name="connsiteX1" fmla="*/ 5648 w 6343"/>
                  <a:gd name="connsiteY1" fmla="*/ 5549 h 6345"/>
                  <a:gd name="connsiteX2" fmla="*/ 6577 w 6343"/>
                  <a:gd name="connsiteY2" fmla="*/ 3306 h 6345"/>
                  <a:gd name="connsiteX3" fmla="*/ 5648 w 6343"/>
                  <a:gd name="connsiteY3" fmla="*/ 1062 h 6345"/>
                  <a:gd name="connsiteX4" fmla="*/ 3405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478"/>
                    </a:moveTo>
                    <a:cubicBezTo>
                      <a:pt x="4246" y="6478"/>
                      <a:pt x="5053" y="6144"/>
                      <a:pt x="5648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8" y="1062"/>
                    </a:cubicBezTo>
                    <a:cubicBezTo>
                      <a:pt x="5053" y="467"/>
                      <a:pt x="4246" y="133"/>
                      <a:pt x="3405" y="133"/>
                    </a:cubicBezTo>
                    <a:cubicBezTo>
                      <a:pt x="2564" y="133"/>
                      <a:pt x="1757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7" y="6144"/>
                      <a:pt x="2564" y="6478"/>
                      <a:pt x="340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63" name="Freeform: Shape 11962">
                <a:extLst>
                  <a:ext uri="{FF2B5EF4-FFF2-40B4-BE49-F238E27FC236}">
                    <a16:creationId xmlns:a16="http://schemas.microsoft.com/office/drawing/2014/main" id="{D031BED9-971F-701B-AA03-2F6D7044AC7F}"/>
                  </a:ext>
                </a:extLst>
              </p:cNvPr>
              <p:cNvSpPr/>
              <p:nvPr/>
            </p:nvSpPr>
            <p:spPr>
              <a:xfrm>
                <a:off x="9345554" y="5111813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6 w 6343"/>
                  <a:gd name="connsiteY1" fmla="*/ 5545 h 6345"/>
                  <a:gd name="connsiteX2" fmla="*/ 6575 w 6343"/>
                  <a:gd name="connsiteY2" fmla="*/ 3301 h 6345"/>
                  <a:gd name="connsiteX3" fmla="*/ 5646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1" y="6140"/>
                      <a:pt x="5646" y="5545"/>
                    </a:cubicBezTo>
                    <a:cubicBezTo>
                      <a:pt x="6240" y="4950"/>
                      <a:pt x="6575" y="4143"/>
                      <a:pt x="6575" y="3301"/>
                    </a:cubicBezTo>
                    <a:cubicBezTo>
                      <a:pt x="6575" y="2460"/>
                      <a:pt x="6240" y="1653"/>
                      <a:pt x="5646" y="1058"/>
                    </a:cubicBezTo>
                    <a:cubicBezTo>
                      <a:pt x="5051" y="463"/>
                      <a:pt x="4244" y="129"/>
                      <a:pt x="3403" y="129"/>
                    </a:cubicBezTo>
                    <a:cubicBezTo>
                      <a:pt x="2562" y="129"/>
                      <a:pt x="1755" y="463"/>
                      <a:pt x="1160" y="1058"/>
                    </a:cubicBezTo>
                    <a:cubicBezTo>
                      <a:pt x="566" y="1653"/>
                      <a:pt x="231" y="2460"/>
                      <a:pt x="231" y="3301"/>
                    </a:cubicBezTo>
                    <a:cubicBezTo>
                      <a:pt x="231" y="4143"/>
                      <a:pt x="566" y="4950"/>
                      <a:pt x="1160" y="5545"/>
                    </a:cubicBezTo>
                    <a:cubicBezTo>
                      <a:pt x="1755" y="6140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64" name="Freeform: Shape 11963">
                <a:extLst>
                  <a:ext uri="{FF2B5EF4-FFF2-40B4-BE49-F238E27FC236}">
                    <a16:creationId xmlns:a16="http://schemas.microsoft.com/office/drawing/2014/main" id="{A297EA7F-04B6-23B5-0BFE-8641AFF23B0A}"/>
                  </a:ext>
                </a:extLst>
              </p:cNvPr>
              <p:cNvSpPr/>
              <p:nvPr/>
            </p:nvSpPr>
            <p:spPr>
              <a:xfrm>
                <a:off x="9299591" y="5023052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399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1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2"/>
                      <a:pt x="3399" y="122"/>
                    </a:cubicBezTo>
                    <a:cubicBezTo>
                      <a:pt x="2558" y="122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65" name="Freeform: Shape 11964">
                <a:extLst>
                  <a:ext uri="{FF2B5EF4-FFF2-40B4-BE49-F238E27FC236}">
                    <a16:creationId xmlns:a16="http://schemas.microsoft.com/office/drawing/2014/main" id="{0FB61A7A-2ACB-E554-D59D-F9209319B39D}"/>
                  </a:ext>
                </a:extLst>
              </p:cNvPr>
              <p:cNvSpPr/>
              <p:nvPr/>
            </p:nvSpPr>
            <p:spPr>
              <a:xfrm>
                <a:off x="9301518" y="5022666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2"/>
                      <a:pt x="3400" y="122"/>
                    </a:cubicBezTo>
                    <a:cubicBezTo>
                      <a:pt x="2558" y="122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8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66" name="Freeform: Shape 11965">
                <a:extLst>
                  <a:ext uri="{FF2B5EF4-FFF2-40B4-BE49-F238E27FC236}">
                    <a16:creationId xmlns:a16="http://schemas.microsoft.com/office/drawing/2014/main" id="{FE9E8525-C718-BD3A-B4E2-53B7D122EB85}"/>
                  </a:ext>
                </a:extLst>
              </p:cNvPr>
              <p:cNvSpPr/>
              <p:nvPr/>
            </p:nvSpPr>
            <p:spPr>
              <a:xfrm>
                <a:off x="9302236" y="5019963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7" y="6132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67" name="Freeform: Shape 11966">
                <a:extLst>
                  <a:ext uri="{FF2B5EF4-FFF2-40B4-BE49-F238E27FC236}">
                    <a16:creationId xmlns:a16="http://schemas.microsoft.com/office/drawing/2014/main" id="{C8E2CD7D-41EB-D61D-427F-2FBF26F10FB4}"/>
                  </a:ext>
                </a:extLst>
              </p:cNvPr>
              <p:cNvSpPr/>
              <p:nvPr/>
            </p:nvSpPr>
            <p:spPr>
              <a:xfrm>
                <a:off x="9303834" y="5018928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7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2"/>
                      <a:pt x="5642" y="5537"/>
                    </a:cubicBezTo>
                    <a:cubicBezTo>
                      <a:pt x="6237" y="4942"/>
                      <a:pt x="6571" y="4135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8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5"/>
                      <a:pt x="562" y="4942"/>
                      <a:pt x="1157" y="5537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68" name="Freeform: Shape 11967">
                <a:extLst>
                  <a:ext uri="{FF2B5EF4-FFF2-40B4-BE49-F238E27FC236}">
                    <a16:creationId xmlns:a16="http://schemas.microsoft.com/office/drawing/2014/main" id="{AA2878A1-1A1C-A160-1E0D-A4CFC9159749}"/>
                  </a:ext>
                </a:extLst>
              </p:cNvPr>
              <p:cNvSpPr/>
              <p:nvPr/>
            </p:nvSpPr>
            <p:spPr>
              <a:xfrm>
                <a:off x="9304569" y="5016172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0 h 6345"/>
                  <a:gd name="connsiteX4" fmla="*/ 3400 w 6343"/>
                  <a:gd name="connsiteY4" fmla="*/ 121 h 6345"/>
                  <a:gd name="connsiteX5" fmla="*/ 1157 w 6343"/>
                  <a:gd name="connsiteY5" fmla="*/ 1050 h 6345"/>
                  <a:gd name="connsiteX6" fmla="*/ 228 w 6343"/>
                  <a:gd name="connsiteY6" fmla="*/ 3294 h 6345"/>
                  <a:gd name="connsiteX7" fmla="*/ 1157 w 6343"/>
                  <a:gd name="connsiteY7" fmla="*/ 5537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2"/>
                      <a:pt x="5642" y="5537"/>
                    </a:cubicBezTo>
                    <a:cubicBezTo>
                      <a:pt x="6237" y="4942"/>
                      <a:pt x="6571" y="4135"/>
                      <a:pt x="6571" y="3294"/>
                    </a:cubicBezTo>
                    <a:cubicBezTo>
                      <a:pt x="6571" y="2452"/>
                      <a:pt x="6237" y="1645"/>
                      <a:pt x="5642" y="1050"/>
                    </a:cubicBezTo>
                    <a:cubicBezTo>
                      <a:pt x="5048" y="455"/>
                      <a:pt x="4241" y="121"/>
                      <a:pt x="3400" y="121"/>
                    </a:cubicBezTo>
                    <a:cubicBezTo>
                      <a:pt x="2559" y="121"/>
                      <a:pt x="1752" y="455"/>
                      <a:pt x="1157" y="1050"/>
                    </a:cubicBezTo>
                    <a:cubicBezTo>
                      <a:pt x="562" y="1645"/>
                      <a:pt x="228" y="2452"/>
                      <a:pt x="228" y="3294"/>
                    </a:cubicBezTo>
                    <a:cubicBezTo>
                      <a:pt x="228" y="4135"/>
                      <a:pt x="562" y="4942"/>
                      <a:pt x="1157" y="5537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69" name="Freeform: Shape 11968">
                <a:extLst>
                  <a:ext uri="{FF2B5EF4-FFF2-40B4-BE49-F238E27FC236}">
                    <a16:creationId xmlns:a16="http://schemas.microsoft.com/office/drawing/2014/main" id="{66D98636-FE4A-8362-AE94-01D431667811}"/>
                  </a:ext>
                </a:extLst>
              </p:cNvPr>
              <p:cNvSpPr/>
              <p:nvPr/>
            </p:nvSpPr>
            <p:spPr>
              <a:xfrm>
                <a:off x="9381563" y="5167333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7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7" y="4147"/>
                      <a:pt x="6577" y="3306"/>
                    </a:cubicBezTo>
                    <a:cubicBezTo>
                      <a:pt x="6577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8" y="1657"/>
                      <a:pt x="234" y="2464"/>
                      <a:pt x="234" y="3306"/>
                    </a:cubicBezTo>
                    <a:cubicBezTo>
                      <a:pt x="234" y="4147"/>
                      <a:pt x="568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70" name="Freeform: Shape 11969">
                <a:extLst>
                  <a:ext uri="{FF2B5EF4-FFF2-40B4-BE49-F238E27FC236}">
                    <a16:creationId xmlns:a16="http://schemas.microsoft.com/office/drawing/2014/main" id="{949A697D-86B3-D172-F598-AA8ADCBC0DB4}"/>
                  </a:ext>
                </a:extLst>
              </p:cNvPr>
              <p:cNvSpPr/>
              <p:nvPr/>
            </p:nvSpPr>
            <p:spPr>
              <a:xfrm>
                <a:off x="9383311" y="5166966"/>
                <a:ext cx="6343" cy="6345"/>
              </a:xfrm>
              <a:custGeom>
                <a:avLst/>
                <a:gdLst>
                  <a:gd name="connsiteX0" fmla="*/ 3406 w 6343"/>
                  <a:gd name="connsiteY0" fmla="*/ 6478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3 w 6343"/>
                  <a:gd name="connsiteY5" fmla="*/ 1062 h 6345"/>
                  <a:gd name="connsiteX6" fmla="*/ 234 w 6343"/>
                  <a:gd name="connsiteY6" fmla="*/ 3306 h 6345"/>
                  <a:gd name="connsiteX7" fmla="*/ 1163 w 6343"/>
                  <a:gd name="connsiteY7" fmla="*/ 5549 h 6345"/>
                  <a:gd name="connsiteX8" fmla="*/ 340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8"/>
                    </a:moveTo>
                    <a:cubicBezTo>
                      <a:pt x="4247" y="6478"/>
                      <a:pt x="5054" y="6144"/>
                      <a:pt x="5649" y="5549"/>
                    </a:cubicBezTo>
                    <a:cubicBezTo>
                      <a:pt x="6243" y="4954"/>
                      <a:pt x="6578" y="4147"/>
                      <a:pt x="6578" y="3306"/>
                    </a:cubicBezTo>
                    <a:cubicBezTo>
                      <a:pt x="6578" y="2464"/>
                      <a:pt x="6243" y="1657"/>
                      <a:pt x="5649" y="1062"/>
                    </a:cubicBezTo>
                    <a:cubicBezTo>
                      <a:pt x="5054" y="467"/>
                      <a:pt x="4247" y="133"/>
                      <a:pt x="3406" y="133"/>
                    </a:cubicBezTo>
                    <a:cubicBezTo>
                      <a:pt x="2565" y="133"/>
                      <a:pt x="1758" y="467"/>
                      <a:pt x="1163" y="1062"/>
                    </a:cubicBezTo>
                    <a:cubicBezTo>
                      <a:pt x="569" y="1657"/>
                      <a:pt x="234" y="2464"/>
                      <a:pt x="234" y="3306"/>
                    </a:cubicBezTo>
                    <a:cubicBezTo>
                      <a:pt x="234" y="4147"/>
                      <a:pt x="569" y="4954"/>
                      <a:pt x="1163" y="5549"/>
                    </a:cubicBezTo>
                    <a:cubicBezTo>
                      <a:pt x="1758" y="6144"/>
                      <a:pt x="2565" y="6478"/>
                      <a:pt x="340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71" name="Freeform: Shape 11970">
                <a:extLst>
                  <a:ext uri="{FF2B5EF4-FFF2-40B4-BE49-F238E27FC236}">
                    <a16:creationId xmlns:a16="http://schemas.microsoft.com/office/drawing/2014/main" id="{8DE79D3B-1CD2-3EC5-F389-2D514DD10823}"/>
                  </a:ext>
                </a:extLst>
              </p:cNvPr>
              <p:cNvSpPr/>
              <p:nvPr/>
            </p:nvSpPr>
            <p:spPr>
              <a:xfrm>
                <a:off x="9390196" y="517183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50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50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72" name="Freeform: Shape 11971">
                <a:extLst>
                  <a:ext uri="{FF2B5EF4-FFF2-40B4-BE49-F238E27FC236}">
                    <a16:creationId xmlns:a16="http://schemas.microsoft.com/office/drawing/2014/main" id="{0271F93F-1B5D-D8F9-7B9A-E9DCA11B7835}"/>
                  </a:ext>
                </a:extLst>
              </p:cNvPr>
              <p:cNvSpPr/>
              <p:nvPr/>
            </p:nvSpPr>
            <p:spPr>
              <a:xfrm>
                <a:off x="9390972" y="517156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73" name="Freeform: Shape 11972">
                <a:extLst>
                  <a:ext uri="{FF2B5EF4-FFF2-40B4-BE49-F238E27FC236}">
                    <a16:creationId xmlns:a16="http://schemas.microsoft.com/office/drawing/2014/main" id="{B0BFC916-5D61-942B-DE21-D52AE8F58149}"/>
                  </a:ext>
                </a:extLst>
              </p:cNvPr>
              <p:cNvSpPr/>
              <p:nvPr/>
            </p:nvSpPr>
            <p:spPr>
              <a:xfrm>
                <a:off x="9391551" y="517083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74" name="Freeform: Shape 11973">
                <a:extLst>
                  <a:ext uri="{FF2B5EF4-FFF2-40B4-BE49-F238E27FC236}">
                    <a16:creationId xmlns:a16="http://schemas.microsoft.com/office/drawing/2014/main" id="{45F9AEDE-AA61-1CDE-5589-E2E15C601B5B}"/>
                  </a:ext>
                </a:extLst>
              </p:cNvPr>
              <p:cNvSpPr/>
              <p:nvPr/>
            </p:nvSpPr>
            <p:spPr>
              <a:xfrm>
                <a:off x="9392429" y="517080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75" name="Freeform: Shape 11974">
                <a:extLst>
                  <a:ext uri="{FF2B5EF4-FFF2-40B4-BE49-F238E27FC236}">
                    <a16:creationId xmlns:a16="http://schemas.microsoft.com/office/drawing/2014/main" id="{93C6C643-DD0E-4537-AF30-A2A97BB0EAB0}"/>
                  </a:ext>
                </a:extLst>
              </p:cNvPr>
              <p:cNvSpPr/>
              <p:nvPr/>
            </p:nvSpPr>
            <p:spPr>
              <a:xfrm>
                <a:off x="9393472" y="517118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76" name="Freeform: Shape 11975">
                <a:extLst>
                  <a:ext uri="{FF2B5EF4-FFF2-40B4-BE49-F238E27FC236}">
                    <a16:creationId xmlns:a16="http://schemas.microsoft.com/office/drawing/2014/main" id="{AF15069F-9A0E-57FE-7D9B-697333657BC1}"/>
                  </a:ext>
                </a:extLst>
              </p:cNvPr>
              <p:cNvSpPr/>
              <p:nvPr/>
            </p:nvSpPr>
            <p:spPr>
              <a:xfrm>
                <a:off x="9394462" y="517144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5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77" name="Freeform: Shape 11976">
                <a:extLst>
                  <a:ext uri="{FF2B5EF4-FFF2-40B4-BE49-F238E27FC236}">
                    <a16:creationId xmlns:a16="http://schemas.microsoft.com/office/drawing/2014/main" id="{E9F66D4E-22B2-EF5F-BC1A-14564A67F21A}"/>
                  </a:ext>
                </a:extLst>
              </p:cNvPr>
              <p:cNvSpPr/>
              <p:nvPr/>
            </p:nvSpPr>
            <p:spPr>
              <a:xfrm>
                <a:off x="9395261" y="517126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78" name="Freeform: Shape 11977">
                <a:extLst>
                  <a:ext uri="{FF2B5EF4-FFF2-40B4-BE49-F238E27FC236}">
                    <a16:creationId xmlns:a16="http://schemas.microsoft.com/office/drawing/2014/main" id="{DD65F944-E1A8-363B-3D1B-2758D365FEE1}"/>
                  </a:ext>
                </a:extLst>
              </p:cNvPr>
              <p:cNvSpPr/>
              <p:nvPr/>
            </p:nvSpPr>
            <p:spPr>
              <a:xfrm>
                <a:off x="9396061" y="517107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79" name="Freeform: Shape 11978">
                <a:extLst>
                  <a:ext uri="{FF2B5EF4-FFF2-40B4-BE49-F238E27FC236}">
                    <a16:creationId xmlns:a16="http://schemas.microsoft.com/office/drawing/2014/main" id="{ED716637-26F5-70A8-2E5D-F8DF4B05763E}"/>
                  </a:ext>
                </a:extLst>
              </p:cNvPr>
              <p:cNvSpPr/>
              <p:nvPr/>
            </p:nvSpPr>
            <p:spPr>
              <a:xfrm>
                <a:off x="9396905" y="517101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80" name="Freeform: Shape 11979">
                <a:extLst>
                  <a:ext uri="{FF2B5EF4-FFF2-40B4-BE49-F238E27FC236}">
                    <a16:creationId xmlns:a16="http://schemas.microsoft.com/office/drawing/2014/main" id="{D5C85CF6-245A-EB26-0507-862ECDB22383}"/>
                  </a:ext>
                </a:extLst>
              </p:cNvPr>
              <p:cNvSpPr/>
              <p:nvPr/>
            </p:nvSpPr>
            <p:spPr>
              <a:xfrm>
                <a:off x="9397727" y="517090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81" name="Freeform: Shape 11980">
                <a:extLst>
                  <a:ext uri="{FF2B5EF4-FFF2-40B4-BE49-F238E27FC236}">
                    <a16:creationId xmlns:a16="http://schemas.microsoft.com/office/drawing/2014/main" id="{FF3BCDF6-C906-D429-C442-D4C2C0126627}"/>
                  </a:ext>
                </a:extLst>
              </p:cNvPr>
              <p:cNvSpPr/>
              <p:nvPr/>
            </p:nvSpPr>
            <p:spPr>
              <a:xfrm>
                <a:off x="9398875" y="517167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82" name="Freeform: Shape 11981">
                <a:extLst>
                  <a:ext uri="{FF2B5EF4-FFF2-40B4-BE49-F238E27FC236}">
                    <a16:creationId xmlns:a16="http://schemas.microsoft.com/office/drawing/2014/main" id="{3187EB64-4822-3C02-E1E8-813710BC6BB9}"/>
                  </a:ext>
                </a:extLst>
              </p:cNvPr>
              <p:cNvSpPr/>
              <p:nvPr/>
            </p:nvSpPr>
            <p:spPr>
              <a:xfrm>
                <a:off x="9399604" y="517133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83" name="Freeform: Shape 11982">
                <a:extLst>
                  <a:ext uri="{FF2B5EF4-FFF2-40B4-BE49-F238E27FC236}">
                    <a16:creationId xmlns:a16="http://schemas.microsoft.com/office/drawing/2014/main" id="{05144A24-AE1F-7850-C802-DEEF47D54A37}"/>
                  </a:ext>
                </a:extLst>
              </p:cNvPr>
              <p:cNvSpPr/>
              <p:nvPr/>
            </p:nvSpPr>
            <p:spPr>
              <a:xfrm>
                <a:off x="9400547" y="517159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84" name="Freeform: Shape 11983">
                <a:extLst>
                  <a:ext uri="{FF2B5EF4-FFF2-40B4-BE49-F238E27FC236}">
                    <a16:creationId xmlns:a16="http://schemas.microsoft.com/office/drawing/2014/main" id="{14E2888C-BF51-F15B-8939-4F6E7AF39F8B}"/>
                  </a:ext>
                </a:extLst>
              </p:cNvPr>
              <p:cNvSpPr/>
              <p:nvPr/>
            </p:nvSpPr>
            <p:spPr>
              <a:xfrm>
                <a:off x="9401361" y="517150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85" name="Freeform: Shape 11984">
                <a:extLst>
                  <a:ext uri="{FF2B5EF4-FFF2-40B4-BE49-F238E27FC236}">
                    <a16:creationId xmlns:a16="http://schemas.microsoft.com/office/drawing/2014/main" id="{F2932D7B-7251-A878-7ED5-C190BA4BE7B0}"/>
                  </a:ext>
                </a:extLst>
              </p:cNvPr>
              <p:cNvSpPr/>
              <p:nvPr/>
            </p:nvSpPr>
            <p:spPr>
              <a:xfrm>
                <a:off x="9402153" y="517136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86" name="Freeform: Shape 11985">
                <a:extLst>
                  <a:ext uri="{FF2B5EF4-FFF2-40B4-BE49-F238E27FC236}">
                    <a16:creationId xmlns:a16="http://schemas.microsoft.com/office/drawing/2014/main" id="{AD97C0C6-77AB-33AC-4356-E46717DAE6BD}"/>
                  </a:ext>
                </a:extLst>
              </p:cNvPr>
              <p:cNvSpPr/>
              <p:nvPr/>
            </p:nvSpPr>
            <p:spPr>
              <a:xfrm>
                <a:off x="9402946" y="517122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87" name="Freeform: Shape 11986">
                <a:extLst>
                  <a:ext uri="{FF2B5EF4-FFF2-40B4-BE49-F238E27FC236}">
                    <a16:creationId xmlns:a16="http://schemas.microsoft.com/office/drawing/2014/main" id="{9698E7C3-F527-ED88-C544-B04B8F3E81AF}"/>
                  </a:ext>
                </a:extLst>
              </p:cNvPr>
              <p:cNvSpPr/>
              <p:nvPr/>
            </p:nvSpPr>
            <p:spPr>
              <a:xfrm>
                <a:off x="9403720" y="517103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88" name="Freeform: Shape 11987">
                <a:extLst>
                  <a:ext uri="{FF2B5EF4-FFF2-40B4-BE49-F238E27FC236}">
                    <a16:creationId xmlns:a16="http://schemas.microsoft.com/office/drawing/2014/main" id="{29974771-8B1D-AB16-6048-559E66ACC631}"/>
                  </a:ext>
                </a:extLst>
              </p:cNvPr>
              <p:cNvSpPr/>
              <p:nvPr/>
            </p:nvSpPr>
            <p:spPr>
              <a:xfrm>
                <a:off x="9404571" y="517108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89" name="Freeform: Shape 11988">
                <a:extLst>
                  <a:ext uri="{FF2B5EF4-FFF2-40B4-BE49-F238E27FC236}">
                    <a16:creationId xmlns:a16="http://schemas.microsoft.com/office/drawing/2014/main" id="{16645323-C95C-D2A2-AD59-70F3B3B94E99}"/>
                  </a:ext>
                </a:extLst>
              </p:cNvPr>
              <p:cNvSpPr/>
              <p:nvPr/>
            </p:nvSpPr>
            <p:spPr>
              <a:xfrm>
                <a:off x="9408149" y="517199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50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50"/>
                    </a:cubicBezTo>
                    <a:cubicBezTo>
                      <a:pt x="6245" y="4955"/>
                      <a:pt x="6580" y="4147"/>
                      <a:pt x="6580" y="3306"/>
                    </a:cubicBezTo>
                    <a:cubicBezTo>
                      <a:pt x="6580" y="2465"/>
                      <a:pt x="6245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1" y="1658"/>
                      <a:pt x="236" y="2465"/>
                      <a:pt x="236" y="3306"/>
                    </a:cubicBezTo>
                    <a:cubicBezTo>
                      <a:pt x="236" y="4147"/>
                      <a:pt x="571" y="4955"/>
                      <a:pt x="1165" y="5550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90" name="Freeform: Shape 11989">
                <a:extLst>
                  <a:ext uri="{FF2B5EF4-FFF2-40B4-BE49-F238E27FC236}">
                    <a16:creationId xmlns:a16="http://schemas.microsoft.com/office/drawing/2014/main" id="{9C7F69B9-B179-7D4A-A4EC-421D7F3D20A5}"/>
                  </a:ext>
                </a:extLst>
              </p:cNvPr>
              <p:cNvSpPr/>
              <p:nvPr/>
            </p:nvSpPr>
            <p:spPr>
              <a:xfrm>
                <a:off x="9410860" y="517006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1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2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91" name="Freeform: Shape 11990">
                <a:extLst>
                  <a:ext uri="{FF2B5EF4-FFF2-40B4-BE49-F238E27FC236}">
                    <a16:creationId xmlns:a16="http://schemas.microsoft.com/office/drawing/2014/main" id="{3649F118-011B-C44D-C281-7337475137AA}"/>
                  </a:ext>
                </a:extLst>
              </p:cNvPr>
              <p:cNvSpPr/>
              <p:nvPr/>
            </p:nvSpPr>
            <p:spPr>
              <a:xfrm>
                <a:off x="9415428" y="5168849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9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92" name="Freeform: Shape 11991">
                <a:extLst>
                  <a:ext uri="{FF2B5EF4-FFF2-40B4-BE49-F238E27FC236}">
                    <a16:creationId xmlns:a16="http://schemas.microsoft.com/office/drawing/2014/main" id="{3C2BB496-E28B-2F99-9E69-D5656C651B59}"/>
                  </a:ext>
                </a:extLst>
              </p:cNvPr>
              <p:cNvSpPr/>
              <p:nvPr/>
            </p:nvSpPr>
            <p:spPr>
              <a:xfrm>
                <a:off x="9390111" y="5052362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4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8" y="124"/>
                      <a:pt x="3407" y="124"/>
                    </a:cubicBezTo>
                    <a:cubicBezTo>
                      <a:pt x="2565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5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93" name="Freeform: Shape 11992">
                <a:extLst>
                  <a:ext uri="{FF2B5EF4-FFF2-40B4-BE49-F238E27FC236}">
                    <a16:creationId xmlns:a16="http://schemas.microsoft.com/office/drawing/2014/main" id="{B328594B-3BA7-13A3-476D-5E74C6DC622B}"/>
                  </a:ext>
                </a:extLst>
              </p:cNvPr>
              <p:cNvSpPr/>
              <p:nvPr/>
            </p:nvSpPr>
            <p:spPr>
              <a:xfrm>
                <a:off x="9391980" y="5053804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5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5" y="458"/>
                      <a:pt x="4248" y="124"/>
                      <a:pt x="3407" y="124"/>
                    </a:cubicBezTo>
                    <a:cubicBezTo>
                      <a:pt x="2566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6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94" name="Freeform: Shape 11993">
                <a:extLst>
                  <a:ext uri="{FF2B5EF4-FFF2-40B4-BE49-F238E27FC236}">
                    <a16:creationId xmlns:a16="http://schemas.microsoft.com/office/drawing/2014/main" id="{F0C1943C-F53C-22D8-ED75-69021AAF122E}"/>
                  </a:ext>
                </a:extLst>
              </p:cNvPr>
              <p:cNvSpPr/>
              <p:nvPr/>
            </p:nvSpPr>
            <p:spPr>
              <a:xfrm>
                <a:off x="9418646" y="5168850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95" name="Freeform: Shape 11994">
                <a:extLst>
                  <a:ext uri="{FF2B5EF4-FFF2-40B4-BE49-F238E27FC236}">
                    <a16:creationId xmlns:a16="http://schemas.microsoft.com/office/drawing/2014/main" id="{9967E6A4-3155-4389-7582-E3EEB4275E36}"/>
                  </a:ext>
                </a:extLst>
              </p:cNvPr>
              <p:cNvSpPr/>
              <p:nvPr/>
            </p:nvSpPr>
            <p:spPr>
              <a:xfrm>
                <a:off x="9390709" y="5024187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4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4" y="456"/>
                      <a:pt x="4248" y="122"/>
                      <a:pt x="3407" y="122"/>
                    </a:cubicBezTo>
                    <a:cubicBezTo>
                      <a:pt x="2565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5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96" name="Freeform: Shape 11995">
                <a:extLst>
                  <a:ext uri="{FF2B5EF4-FFF2-40B4-BE49-F238E27FC236}">
                    <a16:creationId xmlns:a16="http://schemas.microsoft.com/office/drawing/2014/main" id="{EE9548D6-CB27-496E-54E5-FCB72433A287}"/>
                  </a:ext>
                </a:extLst>
              </p:cNvPr>
              <p:cNvSpPr/>
              <p:nvPr/>
            </p:nvSpPr>
            <p:spPr>
              <a:xfrm>
                <a:off x="9392755" y="5025888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5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5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5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5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97" name="Freeform: Shape 11996">
                <a:extLst>
                  <a:ext uri="{FF2B5EF4-FFF2-40B4-BE49-F238E27FC236}">
                    <a16:creationId xmlns:a16="http://schemas.microsoft.com/office/drawing/2014/main" id="{38325436-D1C0-8A6C-9E7C-A64F28B53716}"/>
                  </a:ext>
                </a:extLst>
              </p:cNvPr>
              <p:cNvSpPr/>
              <p:nvPr/>
            </p:nvSpPr>
            <p:spPr>
              <a:xfrm>
                <a:off x="9394115" y="5024040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98" name="Freeform: Shape 11997">
                <a:extLst>
                  <a:ext uri="{FF2B5EF4-FFF2-40B4-BE49-F238E27FC236}">
                    <a16:creationId xmlns:a16="http://schemas.microsoft.com/office/drawing/2014/main" id="{521C280B-217A-0DBA-FA5C-414531D75C47}"/>
                  </a:ext>
                </a:extLst>
              </p:cNvPr>
              <p:cNvSpPr/>
              <p:nvPr/>
            </p:nvSpPr>
            <p:spPr>
              <a:xfrm>
                <a:off x="9395606" y="5022814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4" y="4943"/>
                      <a:pt x="6579" y="4136"/>
                      <a:pt x="6579" y="3294"/>
                    </a:cubicBezTo>
                    <a:cubicBezTo>
                      <a:pt x="6579" y="2453"/>
                      <a:pt x="6244" y="1646"/>
                      <a:pt x="5650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70" y="1646"/>
                      <a:pt x="235" y="2453"/>
                      <a:pt x="235" y="3294"/>
                    </a:cubicBezTo>
                    <a:cubicBezTo>
                      <a:pt x="235" y="4136"/>
                      <a:pt x="570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999" name="Freeform: Shape 11998">
                <a:extLst>
                  <a:ext uri="{FF2B5EF4-FFF2-40B4-BE49-F238E27FC236}">
                    <a16:creationId xmlns:a16="http://schemas.microsoft.com/office/drawing/2014/main" id="{2F2A88A5-4B0C-4CEE-25E2-CF5FCD555CDF}"/>
                  </a:ext>
                </a:extLst>
              </p:cNvPr>
              <p:cNvSpPr/>
              <p:nvPr/>
            </p:nvSpPr>
            <p:spPr>
              <a:xfrm>
                <a:off x="9396992" y="5020918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6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4" y="4943"/>
                      <a:pt x="6579" y="4136"/>
                      <a:pt x="6579" y="3294"/>
                    </a:cubicBezTo>
                    <a:cubicBezTo>
                      <a:pt x="6579" y="2453"/>
                      <a:pt x="6244" y="1646"/>
                      <a:pt x="5650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1"/>
                    </a:cubicBezTo>
                    <a:cubicBezTo>
                      <a:pt x="570" y="1646"/>
                      <a:pt x="236" y="2453"/>
                      <a:pt x="236" y="3294"/>
                    </a:cubicBezTo>
                    <a:cubicBezTo>
                      <a:pt x="236" y="4136"/>
                      <a:pt x="570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00" name="Freeform: Shape 11999">
                <a:extLst>
                  <a:ext uri="{FF2B5EF4-FFF2-40B4-BE49-F238E27FC236}">
                    <a16:creationId xmlns:a16="http://schemas.microsoft.com/office/drawing/2014/main" id="{C0D97BB2-19BE-87B6-3B35-2F0F38A134C2}"/>
                  </a:ext>
                </a:extLst>
              </p:cNvPr>
              <p:cNvSpPr/>
              <p:nvPr/>
            </p:nvSpPr>
            <p:spPr>
              <a:xfrm>
                <a:off x="9398421" y="5019153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1 h 6345"/>
                  <a:gd name="connsiteX5" fmla="*/ 1165 w 6343"/>
                  <a:gd name="connsiteY5" fmla="*/ 1051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5" y="4943"/>
                      <a:pt x="6579" y="4135"/>
                      <a:pt x="6579" y="3294"/>
                    </a:cubicBezTo>
                    <a:cubicBezTo>
                      <a:pt x="6579" y="2453"/>
                      <a:pt x="6245" y="1646"/>
                      <a:pt x="5650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5" y="1051"/>
                    </a:cubicBezTo>
                    <a:cubicBezTo>
                      <a:pt x="570" y="1646"/>
                      <a:pt x="236" y="2453"/>
                      <a:pt x="236" y="3294"/>
                    </a:cubicBezTo>
                    <a:cubicBezTo>
                      <a:pt x="236" y="4135"/>
                      <a:pt x="570" y="4943"/>
                      <a:pt x="1165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01" name="Freeform: Shape 12000">
                <a:extLst>
                  <a:ext uri="{FF2B5EF4-FFF2-40B4-BE49-F238E27FC236}">
                    <a16:creationId xmlns:a16="http://schemas.microsoft.com/office/drawing/2014/main" id="{7D7C9459-91EB-7ED1-8666-2AF19381EE86}"/>
                  </a:ext>
                </a:extLst>
              </p:cNvPr>
              <p:cNvSpPr/>
              <p:nvPr/>
            </p:nvSpPr>
            <p:spPr>
              <a:xfrm>
                <a:off x="9399791" y="5016901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8" y="121"/>
                      <a:pt x="3407" y="121"/>
                    </a:cubicBezTo>
                    <a:cubicBezTo>
                      <a:pt x="2566" y="121"/>
                      <a:pt x="1759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02" name="Freeform: Shape 12001">
                <a:extLst>
                  <a:ext uri="{FF2B5EF4-FFF2-40B4-BE49-F238E27FC236}">
                    <a16:creationId xmlns:a16="http://schemas.microsoft.com/office/drawing/2014/main" id="{08823C2D-A2ED-42B2-9EAC-0170402A990E}"/>
                  </a:ext>
                </a:extLst>
              </p:cNvPr>
              <p:cNvSpPr/>
              <p:nvPr/>
            </p:nvSpPr>
            <p:spPr>
              <a:xfrm>
                <a:off x="9401339" y="5015644"/>
                <a:ext cx="6343" cy="6345"/>
              </a:xfrm>
              <a:custGeom>
                <a:avLst/>
                <a:gdLst>
                  <a:gd name="connsiteX0" fmla="*/ 3407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6"/>
                    </a:moveTo>
                    <a:cubicBezTo>
                      <a:pt x="4249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9" y="121"/>
                      <a:pt x="3407" y="121"/>
                    </a:cubicBezTo>
                    <a:cubicBezTo>
                      <a:pt x="2566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6"/>
                      <a:pt x="340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03" name="Freeform: Shape 12002">
                <a:extLst>
                  <a:ext uri="{FF2B5EF4-FFF2-40B4-BE49-F238E27FC236}">
                    <a16:creationId xmlns:a16="http://schemas.microsoft.com/office/drawing/2014/main" id="{E6FF59AE-656B-6867-DDFF-2F46B89F0DEB}"/>
                  </a:ext>
                </a:extLst>
              </p:cNvPr>
              <p:cNvSpPr/>
              <p:nvPr/>
            </p:nvSpPr>
            <p:spPr>
              <a:xfrm>
                <a:off x="9402662" y="5012788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9" y="121"/>
                      <a:pt x="3408" y="121"/>
                    </a:cubicBezTo>
                    <a:cubicBezTo>
                      <a:pt x="2566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04" name="Freeform: Shape 12003">
                <a:extLst>
                  <a:ext uri="{FF2B5EF4-FFF2-40B4-BE49-F238E27FC236}">
                    <a16:creationId xmlns:a16="http://schemas.microsoft.com/office/drawing/2014/main" id="{45787E96-E27A-017C-AA5E-AB2A089B9D03}"/>
                  </a:ext>
                </a:extLst>
              </p:cNvPr>
              <p:cNvSpPr/>
              <p:nvPr/>
            </p:nvSpPr>
            <p:spPr>
              <a:xfrm>
                <a:off x="9404300" y="5011918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3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0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3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05" name="Freeform: Shape 12004">
                <a:extLst>
                  <a:ext uri="{FF2B5EF4-FFF2-40B4-BE49-F238E27FC236}">
                    <a16:creationId xmlns:a16="http://schemas.microsoft.com/office/drawing/2014/main" id="{A8069193-1589-84D4-B522-73D86DC87535}"/>
                  </a:ext>
                </a:extLst>
              </p:cNvPr>
              <p:cNvSpPr/>
              <p:nvPr/>
            </p:nvSpPr>
            <p:spPr>
              <a:xfrm>
                <a:off x="9406039" y="5011740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3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0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3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06" name="Freeform: Shape 12005">
                <a:extLst>
                  <a:ext uri="{FF2B5EF4-FFF2-40B4-BE49-F238E27FC236}">
                    <a16:creationId xmlns:a16="http://schemas.microsoft.com/office/drawing/2014/main" id="{BD6DECC9-7F8B-69B9-10A4-AD9ABEB2AE62}"/>
                  </a:ext>
                </a:extLst>
              </p:cNvPr>
              <p:cNvSpPr/>
              <p:nvPr/>
            </p:nvSpPr>
            <p:spPr>
              <a:xfrm>
                <a:off x="9427397" y="5163266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07" name="Freeform: Shape 12006">
                <a:extLst>
                  <a:ext uri="{FF2B5EF4-FFF2-40B4-BE49-F238E27FC236}">
                    <a16:creationId xmlns:a16="http://schemas.microsoft.com/office/drawing/2014/main" id="{0046049D-646B-7259-C96A-5B3512665877}"/>
                  </a:ext>
                </a:extLst>
              </p:cNvPr>
              <p:cNvSpPr/>
              <p:nvPr/>
            </p:nvSpPr>
            <p:spPr>
              <a:xfrm>
                <a:off x="9428192" y="5163102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10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08" name="Freeform: Shape 12007">
                <a:extLst>
                  <a:ext uri="{FF2B5EF4-FFF2-40B4-BE49-F238E27FC236}">
                    <a16:creationId xmlns:a16="http://schemas.microsoft.com/office/drawing/2014/main" id="{FF3CEF25-FD42-B97E-9010-85D64F413EB2}"/>
                  </a:ext>
                </a:extLst>
              </p:cNvPr>
              <p:cNvSpPr/>
              <p:nvPr/>
            </p:nvSpPr>
            <p:spPr>
              <a:xfrm>
                <a:off x="9428915" y="5162322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10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09" name="Freeform: Shape 12008">
                <a:extLst>
                  <a:ext uri="{FF2B5EF4-FFF2-40B4-BE49-F238E27FC236}">
                    <a16:creationId xmlns:a16="http://schemas.microsoft.com/office/drawing/2014/main" id="{E66C6EE5-8545-0CCC-0FFC-B2F530A8D1BB}"/>
                  </a:ext>
                </a:extLst>
              </p:cNvPr>
              <p:cNvSpPr/>
              <p:nvPr/>
            </p:nvSpPr>
            <p:spPr>
              <a:xfrm>
                <a:off x="9429723" y="5162230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10" name="Freeform: Shape 12009">
                <a:extLst>
                  <a:ext uri="{FF2B5EF4-FFF2-40B4-BE49-F238E27FC236}">
                    <a16:creationId xmlns:a16="http://schemas.microsoft.com/office/drawing/2014/main" id="{005ACE2E-9C06-A424-C222-6B3D4C80E7D5}"/>
                  </a:ext>
                </a:extLst>
              </p:cNvPr>
              <p:cNvSpPr/>
              <p:nvPr/>
            </p:nvSpPr>
            <p:spPr>
              <a:xfrm>
                <a:off x="9430668" y="5163448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11" name="Freeform: Shape 12010">
                <a:extLst>
                  <a:ext uri="{FF2B5EF4-FFF2-40B4-BE49-F238E27FC236}">
                    <a16:creationId xmlns:a16="http://schemas.microsoft.com/office/drawing/2014/main" id="{146170C9-599B-9BE4-EA29-01F80D8D8191}"/>
                  </a:ext>
                </a:extLst>
              </p:cNvPr>
              <p:cNvSpPr/>
              <p:nvPr/>
            </p:nvSpPr>
            <p:spPr>
              <a:xfrm>
                <a:off x="9431506" y="5163739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12" name="Freeform: Shape 12011">
                <a:extLst>
                  <a:ext uri="{FF2B5EF4-FFF2-40B4-BE49-F238E27FC236}">
                    <a16:creationId xmlns:a16="http://schemas.microsoft.com/office/drawing/2014/main" id="{1AAEAA6B-2879-3A3C-2BED-DB2134ED05B9}"/>
                  </a:ext>
                </a:extLst>
              </p:cNvPr>
              <p:cNvSpPr/>
              <p:nvPr/>
            </p:nvSpPr>
            <p:spPr>
              <a:xfrm>
                <a:off x="9432443" y="5165157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1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8" y="2464"/>
                      <a:pt x="238" y="3306"/>
                    </a:cubicBezTo>
                    <a:cubicBezTo>
                      <a:pt x="238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13" name="Freeform: Shape 12012">
                <a:extLst>
                  <a:ext uri="{FF2B5EF4-FFF2-40B4-BE49-F238E27FC236}">
                    <a16:creationId xmlns:a16="http://schemas.microsoft.com/office/drawing/2014/main" id="{1B44E3F6-D32F-3285-D608-05C339E60D3D}"/>
                  </a:ext>
                </a:extLst>
              </p:cNvPr>
              <p:cNvSpPr/>
              <p:nvPr/>
            </p:nvSpPr>
            <p:spPr>
              <a:xfrm>
                <a:off x="9433388" y="5166892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2" y="4147"/>
                      <a:pt x="6582" y="3306"/>
                    </a:cubicBezTo>
                    <a:cubicBezTo>
                      <a:pt x="6582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8" y="2464"/>
                      <a:pt x="238" y="3306"/>
                    </a:cubicBezTo>
                    <a:cubicBezTo>
                      <a:pt x="238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14" name="Freeform: Shape 12013">
                <a:extLst>
                  <a:ext uri="{FF2B5EF4-FFF2-40B4-BE49-F238E27FC236}">
                    <a16:creationId xmlns:a16="http://schemas.microsoft.com/office/drawing/2014/main" id="{1C339DCB-9605-64A1-CFFB-E9447CE213EA}"/>
                  </a:ext>
                </a:extLst>
              </p:cNvPr>
              <p:cNvSpPr/>
              <p:nvPr/>
            </p:nvSpPr>
            <p:spPr>
              <a:xfrm>
                <a:off x="9434233" y="5167637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2" y="4147"/>
                      <a:pt x="6582" y="3306"/>
                    </a:cubicBezTo>
                    <a:cubicBezTo>
                      <a:pt x="6582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8" y="2464"/>
                      <a:pt x="238" y="3306"/>
                    </a:cubicBezTo>
                    <a:cubicBezTo>
                      <a:pt x="238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15" name="Freeform: Shape 12014">
                <a:extLst>
                  <a:ext uri="{FF2B5EF4-FFF2-40B4-BE49-F238E27FC236}">
                    <a16:creationId xmlns:a16="http://schemas.microsoft.com/office/drawing/2014/main" id="{CDF232BE-53C1-F12F-6962-915C68549C89}"/>
                  </a:ext>
                </a:extLst>
              </p:cNvPr>
              <p:cNvSpPr/>
              <p:nvPr/>
            </p:nvSpPr>
            <p:spPr>
              <a:xfrm>
                <a:off x="9435525" y="5054253"/>
                <a:ext cx="6343" cy="6345"/>
              </a:xfrm>
              <a:custGeom>
                <a:avLst/>
                <a:gdLst>
                  <a:gd name="connsiteX0" fmla="*/ 3410 w 6343"/>
                  <a:gd name="connsiteY0" fmla="*/ 6470 h 6345"/>
                  <a:gd name="connsiteX1" fmla="*/ 5653 w 6343"/>
                  <a:gd name="connsiteY1" fmla="*/ 5540 h 6345"/>
                  <a:gd name="connsiteX2" fmla="*/ 6582 w 6343"/>
                  <a:gd name="connsiteY2" fmla="*/ 3297 h 6345"/>
                  <a:gd name="connsiteX3" fmla="*/ 5653 w 6343"/>
                  <a:gd name="connsiteY3" fmla="*/ 1053 h 6345"/>
                  <a:gd name="connsiteX4" fmla="*/ 3410 w 6343"/>
                  <a:gd name="connsiteY4" fmla="*/ 124 h 6345"/>
                  <a:gd name="connsiteX5" fmla="*/ 1167 w 6343"/>
                  <a:gd name="connsiteY5" fmla="*/ 1053 h 6345"/>
                  <a:gd name="connsiteX6" fmla="*/ 239 w 6343"/>
                  <a:gd name="connsiteY6" fmla="*/ 3297 h 6345"/>
                  <a:gd name="connsiteX7" fmla="*/ 1167 w 6343"/>
                  <a:gd name="connsiteY7" fmla="*/ 5540 h 6345"/>
                  <a:gd name="connsiteX8" fmla="*/ 3410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0"/>
                    </a:moveTo>
                    <a:cubicBezTo>
                      <a:pt x="4251" y="6470"/>
                      <a:pt x="5058" y="6135"/>
                      <a:pt x="5653" y="5540"/>
                    </a:cubicBezTo>
                    <a:cubicBezTo>
                      <a:pt x="6247" y="4945"/>
                      <a:pt x="6582" y="4138"/>
                      <a:pt x="6582" y="3297"/>
                    </a:cubicBezTo>
                    <a:cubicBezTo>
                      <a:pt x="6582" y="2455"/>
                      <a:pt x="6247" y="1648"/>
                      <a:pt x="5653" y="1053"/>
                    </a:cubicBezTo>
                    <a:cubicBezTo>
                      <a:pt x="5058" y="458"/>
                      <a:pt x="4251" y="124"/>
                      <a:pt x="3410" y="124"/>
                    </a:cubicBezTo>
                    <a:cubicBezTo>
                      <a:pt x="2569" y="124"/>
                      <a:pt x="1762" y="458"/>
                      <a:pt x="1167" y="1053"/>
                    </a:cubicBezTo>
                    <a:cubicBezTo>
                      <a:pt x="573" y="1648"/>
                      <a:pt x="239" y="2455"/>
                      <a:pt x="239" y="3297"/>
                    </a:cubicBezTo>
                    <a:cubicBezTo>
                      <a:pt x="239" y="4138"/>
                      <a:pt x="573" y="4945"/>
                      <a:pt x="1167" y="5540"/>
                    </a:cubicBezTo>
                    <a:cubicBezTo>
                      <a:pt x="1762" y="6135"/>
                      <a:pt x="2569" y="6470"/>
                      <a:pt x="3410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16" name="Freeform: Shape 12015">
                <a:extLst>
                  <a:ext uri="{FF2B5EF4-FFF2-40B4-BE49-F238E27FC236}">
                    <a16:creationId xmlns:a16="http://schemas.microsoft.com/office/drawing/2014/main" id="{C9E2F0C5-CB96-A4FF-5031-DD80D6EC27B3}"/>
                  </a:ext>
                </a:extLst>
              </p:cNvPr>
              <p:cNvSpPr/>
              <p:nvPr/>
            </p:nvSpPr>
            <p:spPr>
              <a:xfrm>
                <a:off x="9438506" y="5055787"/>
                <a:ext cx="6343" cy="6345"/>
              </a:xfrm>
              <a:custGeom>
                <a:avLst/>
                <a:gdLst>
                  <a:gd name="connsiteX0" fmla="*/ 3410 w 6343"/>
                  <a:gd name="connsiteY0" fmla="*/ 6470 h 6345"/>
                  <a:gd name="connsiteX1" fmla="*/ 5653 w 6343"/>
                  <a:gd name="connsiteY1" fmla="*/ 5540 h 6345"/>
                  <a:gd name="connsiteX2" fmla="*/ 6582 w 6343"/>
                  <a:gd name="connsiteY2" fmla="*/ 3297 h 6345"/>
                  <a:gd name="connsiteX3" fmla="*/ 5653 w 6343"/>
                  <a:gd name="connsiteY3" fmla="*/ 1053 h 6345"/>
                  <a:gd name="connsiteX4" fmla="*/ 3410 w 6343"/>
                  <a:gd name="connsiteY4" fmla="*/ 124 h 6345"/>
                  <a:gd name="connsiteX5" fmla="*/ 1168 w 6343"/>
                  <a:gd name="connsiteY5" fmla="*/ 1053 h 6345"/>
                  <a:gd name="connsiteX6" fmla="*/ 239 w 6343"/>
                  <a:gd name="connsiteY6" fmla="*/ 3297 h 6345"/>
                  <a:gd name="connsiteX7" fmla="*/ 1168 w 6343"/>
                  <a:gd name="connsiteY7" fmla="*/ 5540 h 6345"/>
                  <a:gd name="connsiteX8" fmla="*/ 3410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0"/>
                    </a:moveTo>
                    <a:cubicBezTo>
                      <a:pt x="4251" y="6470"/>
                      <a:pt x="5058" y="6135"/>
                      <a:pt x="5653" y="5540"/>
                    </a:cubicBezTo>
                    <a:cubicBezTo>
                      <a:pt x="6248" y="4945"/>
                      <a:pt x="6582" y="4138"/>
                      <a:pt x="6582" y="3297"/>
                    </a:cubicBezTo>
                    <a:cubicBezTo>
                      <a:pt x="6582" y="2456"/>
                      <a:pt x="6248" y="1648"/>
                      <a:pt x="5653" y="1053"/>
                    </a:cubicBezTo>
                    <a:cubicBezTo>
                      <a:pt x="5058" y="459"/>
                      <a:pt x="4251" y="124"/>
                      <a:pt x="3410" y="124"/>
                    </a:cubicBezTo>
                    <a:cubicBezTo>
                      <a:pt x="2569" y="124"/>
                      <a:pt x="1762" y="459"/>
                      <a:pt x="1168" y="1053"/>
                    </a:cubicBezTo>
                    <a:cubicBezTo>
                      <a:pt x="573" y="1648"/>
                      <a:pt x="239" y="2456"/>
                      <a:pt x="239" y="3297"/>
                    </a:cubicBezTo>
                    <a:cubicBezTo>
                      <a:pt x="239" y="4138"/>
                      <a:pt x="573" y="4945"/>
                      <a:pt x="1168" y="5540"/>
                    </a:cubicBezTo>
                    <a:cubicBezTo>
                      <a:pt x="1762" y="6135"/>
                      <a:pt x="2569" y="6470"/>
                      <a:pt x="3410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17" name="Freeform: Shape 12016">
                <a:extLst>
                  <a:ext uri="{FF2B5EF4-FFF2-40B4-BE49-F238E27FC236}">
                    <a16:creationId xmlns:a16="http://schemas.microsoft.com/office/drawing/2014/main" id="{E9EB44D8-E339-70EC-EDE4-902A40E23C20}"/>
                  </a:ext>
                </a:extLst>
              </p:cNvPr>
              <p:cNvSpPr/>
              <p:nvPr/>
            </p:nvSpPr>
            <p:spPr>
              <a:xfrm>
                <a:off x="9441431" y="5055858"/>
                <a:ext cx="6343" cy="6345"/>
              </a:xfrm>
              <a:custGeom>
                <a:avLst/>
                <a:gdLst>
                  <a:gd name="connsiteX0" fmla="*/ 3411 w 6343"/>
                  <a:gd name="connsiteY0" fmla="*/ 6470 h 6345"/>
                  <a:gd name="connsiteX1" fmla="*/ 5653 w 6343"/>
                  <a:gd name="connsiteY1" fmla="*/ 5540 h 6345"/>
                  <a:gd name="connsiteX2" fmla="*/ 6582 w 6343"/>
                  <a:gd name="connsiteY2" fmla="*/ 3297 h 6345"/>
                  <a:gd name="connsiteX3" fmla="*/ 5653 w 6343"/>
                  <a:gd name="connsiteY3" fmla="*/ 1053 h 6345"/>
                  <a:gd name="connsiteX4" fmla="*/ 3411 w 6343"/>
                  <a:gd name="connsiteY4" fmla="*/ 124 h 6345"/>
                  <a:gd name="connsiteX5" fmla="*/ 1168 w 6343"/>
                  <a:gd name="connsiteY5" fmla="*/ 1053 h 6345"/>
                  <a:gd name="connsiteX6" fmla="*/ 239 w 6343"/>
                  <a:gd name="connsiteY6" fmla="*/ 3297 h 6345"/>
                  <a:gd name="connsiteX7" fmla="*/ 1168 w 6343"/>
                  <a:gd name="connsiteY7" fmla="*/ 5540 h 6345"/>
                  <a:gd name="connsiteX8" fmla="*/ 3411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0"/>
                    </a:moveTo>
                    <a:cubicBezTo>
                      <a:pt x="4252" y="6470"/>
                      <a:pt x="5058" y="6135"/>
                      <a:pt x="5653" y="5540"/>
                    </a:cubicBezTo>
                    <a:cubicBezTo>
                      <a:pt x="6248" y="4945"/>
                      <a:pt x="6582" y="4138"/>
                      <a:pt x="6582" y="3297"/>
                    </a:cubicBezTo>
                    <a:cubicBezTo>
                      <a:pt x="6582" y="2456"/>
                      <a:pt x="6248" y="1648"/>
                      <a:pt x="5653" y="1053"/>
                    </a:cubicBezTo>
                    <a:cubicBezTo>
                      <a:pt x="5058" y="459"/>
                      <a:pt x="4252" y="124"/>
                      <a:pt x="3411" y="124"/>
                    </a:cubicBezTo>
                    <a:cubicBezTo>
                      <a:pt x="2569" y="124"/>
                      <a:pt x="1763" y="459"/>
                      <a:pt x="1168" y="1053"/>
                    </a:cubicBezTo>
                    <a:cubicBezTo>
                      <a:pt x="573" y="1648"/>
                      <a:pt x="239" y="2456"/>
                      <a:pt x="239" y="3297"/>
                    </a:cubicBezTo>
                    <a:cubicBezTo>
                      <a:pt x="239" y="4138"/>
                      <a:pt x="573" y="4945"/>
                      <a:pt x="1168" y="5540"/>
                    </a:cubicBezTo>
                    <a:cubicBezTo>
                      <a:pt x="1763" y="6135"/>
                      <a:pt x="2569" y="6470"/>
                      <a:pt x="3411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18" name="Freeform: Shape 12017">
                <a:extLst>
                  <a:ext uri="{FF2B5EF4-FFF2-40B4-BE49-F238E27FC236}">
                    <a16:creationId xmlns:a16="http://schemas.microsoft.com/office/drawing/2014/main" id="{1F0472EB-4DE6-4193-CEB6-AB376F7D70F4}"/>
                  </a:ext>
                </a:extLst>
              </p:cNvPr>
              <p:cNvSpPr/>
              <p:nvPr/>
            </p:nvSpPr>
            <p:spPr>
              <a:xfrm>
                <a:off x="9455778" y="5161030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19" name="Freeform: Shape 12018">
                <a:extLst>
                  <a:ext uri="{FF2B5EF4-FFF2-40B4-BE49-F238E27FC236}">
                    <a16:creationId xmlns:a16="http://schemas.microsoft.com/office/drawing/2014/main" id="{B891EDD5-83D7-34B5-4CB7-C6B359BAAC59}"/>
                  </a:ext>
                </a:extLst>
              </p:cNvPr>
              <p:cNvSpPr/>
              <p:nvPr/>
            </p:nvSpPr>
            <p:spPr>
              <a:xfrm>
                <a:off x="9456823" y="5158612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8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4" y="5548"/>
                    </a:cubicBezTo>
                    <a:cubicBezTo>
                      <a:pt x="6249" y="4953"/>
                      <a:pt x="6583" y="4146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6"/>
                      <a:pt x="574" y="4953"/>
                      <a:pt x="1169" y="5548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20" name="Freeform: Shape 12019">
                <a:extLst>
                  <a:ext uri="{FF2B5EF4-FFF2-40B4-BE49-F238E27FC236}">
                    <a16:creationId xmlns:a16="http://schemas.microsoft.com/office/drawing/2014/main" id="{38D50FA7-7604-E237-98E0-7E504E3F79A7}"/>
                  </a:ext>
                </a:extLst>
              </p:cNvPr>
              <p:cNvSpPr/>
              <p:nvPr/>
            </p:nvSpPr>
            <p:spPr>
              <a:xfrm>
                <a:off x="9457721" y="5158007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8 h 6345"/>
                  <a:gd name="connsiteX2" fmla="*/ 6583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5" y="5548"/>
                    </a:cubicBezTo>
                    <a:cubicBezTo>
                      <a:pt x="6249" y="4953"/>
                      <a:pt x="6583" y="4146"/>
                      <a:pt x="6583" y="3305"/>
                    </a:cubicBezTo>
                    <a:cubicBezTo>
                      <a:pt x="6583" y="2464"/>
                      <a:pt x="6249" y="1656"/>
                      <a:pt x="5655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6"/>
                      <a:pt x="240" y="2464"/>
                      <a:pt x="240" y="3305"/>
                    </a:cubicBezTo>
                    <a:cubicBezTo>
                      <a:pt x="240" y="4146"/>
                      <a:pt x="574" y="4953"/>
                      <a:pt x="1169" y="5548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21" name="Freeform: Shape 12020">
                <a:extLst>
                  <a:ext uri="{FF2B5EF4-FFF2-40B4-BE49-F238E27FC236}">
                    <a16:creationId xmlns:a16="http://schemas.microsoft.com/office/drawing/2014/main" id="{D9B18BEF-E2C9-FCE8-8498-DC453FDB9773}"/>
                  </a:ext>
                </a:extLst>
              </p:cNvPr>
              <p:cNvSpPr/>
              <p:nvPr/>
            </p:nvSpPr>
            <p:spPr>
              <a:xfrm>
                <a:off x="9458542" y="5158216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8 h 6345"/>
                  <a:gd name="connsiteX2" fmla="*/ 6583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5" y="5548"/>
                    </a:cubicBezTo>
                    <a:cubicBezTo>
                      <a:pt x="6249" y="4953"/>
                      <a:pt x="6583" y="4146"/>
                      <a:pt x="6583" y="3305"/>
                    </a:cubicBezTo>
                    <a:cubicBezTo>
                      <a:pt x="6583" y="2464"/>
                      <a:pt x="6249" y="1657"/>
                      <a:pt x="5655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6"/>
                      <a:pt x="575" y="4953"/>
                      <a:pt x="1169" y="5548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22" name="Freeform: Shape 12021">
                <a:extLst>
                  <a:ext uri="{FF2B5EF4-FFF2-40B4-BE49-F238E27FC236}">
                    <a16:creationId xmlns:a16="http://schemas.microsoft.com/office/drawing/2014/main" id="{401A5DF5-BBF3-B2E6-B299-ABD571095942}"/>
                  </a:ext>
                </a:extLst>
              </p:cNvPr>
              <p:cNvSpPr/>
              <p:nvPr/>
            </p:nvSpPr>
            <p:spPr>
              <a:xfrm>
                <a:off x="9459354" y="5158492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8 h 6345"/>
                  <a:gd name="connsiteX2" fmla="*/ 6584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5" y="5548"/>
                    </a:cubicBezTo>
                    <a:cubicBezTo>
                      <a:pt x="6249" y="4953"/>
                      <a:pt x="6584" y="4146"/>
                      <a:pt x="6584" y="3305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6"/>
                      <a:pt x="575" y="4953"/>
                      <a:pt x="1169" y="5548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23" name="Freeform: Shape 12022">
                <a:extLst>
                  <a:ext uri="{FF2B5EF4-FFF2-40B4-BE49-F238E27FC236}">
                    <a16:creationId xmlns:a16="http://schemas.microsoft.com/office/drawing/2014/main" id="{EA706235-9A36-DF7A-461F-0A7345825CE7}"/>
                  </a:ext>
                </a:extLst>
              </p:cNvPr>
              <p:cNvSpPr/>
              <p:nvPr/>
            </p:nvSpPr>
            <p:spPr>
              <a:xfrm>
                <a:off x="9460349" y="5164083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1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5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1" y="2464"/>
                      <a:pt x="241" y="3305"/>
                    </a:cubicBezTo>
                    <a:cubicBezTo>
                      <a:pt x="241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24" name="Freeform: Shape 12023">
                <a:extLst>
                  <a:ext uri="{FF2B5EF4-FFF2-40B4-BE49-F238E27FC236}">
                    <a16:creationId xmlns:a16="http://schemas.microsoft.com/office/drawing/2014/main" id="{A8AE1213-4B01-2D31-116C-04C56376A222}"/>
                  </a:ext>
                </a:extLst>
              </p:cNvPr>
              <p:cNvSpPr/>
              <p:nvPr/>
            </p:nvSpPr>
            <p:spPr>
              <a:xfrm>
                <a:off x="9474368" y="517083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25" name="Freeform: Shape 12024">
                <a:extLst>
                  <a:ext uri="{FF2B5EF4-FFF2-40B4-BE49-F238E27FC236}">
                    <a16:creationId xmlns:a16="http://schemas.microsoft.com/office/drawing/2014/main" id="{3E096D0A-85E9-8A9F-8D39-C0AFB44B4BBF}"/>
                  </a:ext>
                </a:extLst>
              </p:cNvPr>
              <p:cNvSpPr/>
              <p:nvPr/>
            </p:nvSpPr>
            <p:spPr>
              <a:xfrm>
                <a:off x="9475275" y="517041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3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26" name="Freeform: Shape 12025">
                <a:extLst>
                  <a:ext uri="{FF2B5EF4-FFF2-40B4-BE49-F238E27FC236}">
                    <a16:creationId xmlns:a16="http://schemas.microsoft.com/office/drawing/2014/main" id="{AC55A136-67EB-0C60-C3E2-B4E12C56C0CC}"/>
                  </a:ext>
                </a:extLst>
              </p:cNvPr>
              <p:cNvSpPr/>
              <p:nvPr/>
            </p:nvSpPr>
            <p:spPr>
              <a:xfrm>
                <a:off x="9475721" y="517181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50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50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50"/>
                    </a:cubicBezTo>
                    <a:cubicBezTo>
                      <a:pt x="6251" y="4955"/>
                      <a:pt x="6585" y="4147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5"/>
                      <a:pt x="1171" y="5550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27" name="Freeform: Shape 12026">
                <a:extLst>
                  <a:ext uri="{FF2B5EF4-FFF2-40B4-BE49-F238E27FC236}">
                    <a16:creationId xmlns:a16="http://schemas.microsoft.com/office/drawing/2014/main" id="{AA2B9F3F-E163-BC43-759E-B8B252D02E4D}"/>
                  </a:ext>
                </a:extLst>
              </p:cNvPr>
              <p:cNvSpPr/>
              <p:nvPr/>
            </p:nvSpPr>
            <p:spPr>
              <a:xfrm>
                <a:off x="9477120" y="5172570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50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50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5" y="6479"/>
                      <a:pt x="5061" y="6145"/>
                      <a:pt x="5656" y="5550"/>
                    </a:cubicBezTo>
                    <a:cubicBezTo>
                      <a:pt x="6251" y="4955"/>
                      <a:pt x="6585" y="4148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5" y="133"/>
                      <a:pt x="3413" y="133"/>
                    </a:cubicBezTo>
                    <a:cubicBezTo>
                      <a:pt x="2572" y="133"/>
                      <a:pt x="1766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8"/>
                      <a:pt x="576" y="4955"/>
                      <a:pt x="1171" y="5550"/>
                    </a:cubicBezTo>
                    <a:cubicBezTo>
                      <a:pt x="1766" y="6145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28" name="Freeform: Shape 12027">
                <a:extLst>
                  <a:ext uri="{FF2B5EF4-FFF2-40B4-BE49-F238E27FC236}">
                    <a16:creationId xmlns:a16="http://schemas.microsoft.com/office/drawing/2014/main" id="{B384FCD1-F48C-FD50-E972-6A5EA6F4DF27}"/>
                  </a:ext>
                </a:extLst>
              </p:cNvPr>
              <p:cNvSpPr/>
              <p:nvPr/>
            </p:nvSpPr>
            <p:spPr>
              <a:xfrm>
                <a:off x="9479050" y="5171417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4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5"/>
                      <a:pt x="6585" y="4147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5" y="133"/>
                      <a:pt x="3414" y="133"/>
                    </a:cubicBezTo>
                    <a:cubicBezTo>
                      <a:pt x="2572" y="133"/>
                      <a:pt x="1766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5"/>
                      <a:pt x="1171" y="5549"/>
                    </a:cubicBezTo>
                    <a:cubicBezTo>
                      <a:pt x="1766" y="6144"/>
                      <a:pt x="2572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29" name="Freeform: Shape 12028">
                <a:extLst>
                  <a:ext uri="{FF2B5EF4-FFF2-40B4-BE49-F238E27FC236}">
                    <a16:creationId xmlns:a16="http://schemas.microsoft.com/office/drawing/2014/main" id="{40379930-9A22-7148-1E86-EF2F306A4F5D}"/>
                  </a:ext>
                </a:extLst>
              </p:cNvPr>
              <p:cNvSpPr/>
              <p:nvPr/>
            </p:nvSpPr>
            <p:spPr>
              <a:xfrm>
                <a:off x="9531321" y="5019403"/>
                <a:ext cx="6343" cy="6345"/>
              </a:xfrm>
              <a:custGeom>
                <a:avLst/>
                <a:gdLst>
                  <a:gd name="connsiteX0" fmla="*/ 3418 w 6343"/>
                  <a:gd name="connsiteY0" fmla="*/ 6467 h 6345"/>
                  <a:gd name="connsiteX1" fmla="*/ 5660 w 6343"/>
                  <a:gd name="connsiteY1" fmla="*/ 5537 h 6345"/>
                  <a:gd name="connsiteX2" fmla="*/ 6589 w 6343"/>
                  <a:gd name="connsiteY2" fmla="*/ 3294 h 6345"/>
                  <a:gd name="connsiteX3" fmla="*/ 5660 w 6343"/>
                  <a:gd name="connsiteY3" fmla="*/ 1051 h 6345"/>
                  <a:gd name="connsiteX4" fmla="*/ 3418 w 6343"/>
                  <a:gd name="connsiteY4" fmla="*/ 121 h 6345"/>
                  <a:gd name="connsiteX5" fmla="*/ 1175 w 6343"/>
                  <a:gd name="connsiteY5" fmla="*/ 1051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7"/>
                    </a:moveTo>
                    <a:cubicBezTo>
                      <a:pt x="4259" y="6467"/>
                      <a:pt x="5066" y="6132"/>
                      <a:pt x="5660" y="5537"/>
                    </a:cubicBezTo>
                    <a:cubicBezTo>
                      <a:pt x="6255" y="4943"/>
                      <a:pt x="6589" y="4135"/>
                      <a:pt x="6589" y="3294"/>
                    </a:cubicBezTo>
                    <a:cubicBezTo>
                      <a:pt x="6589" y="2453"/>
                      <a:pt x="6255" y="1646"/>
                      <a:pt x="5660" y="1051"/>
                    </a:cubicBezTo>
                    <a:cubicBezTo>
                      <a:pt x="5066" y="456"/>
                      <a:pt x="4259" y="121"/>
                      <a:pt x="3418" y="121"/>
                    </a:cubicBezTo>
                    <a:cubicBezTo>
                      <a:pt x="2577" y="121"/>
                      <a:pt x="1770" y="456"/>
                      <a:pt x="1175" y="1051"/>
                    </a:cubicBezTo>
                    <a:cubicBezTo>
                      <a:pt x="580" y="1646"/>
                      <a:pt x="246" y="2453"/>
                      <a:pt x="246" y="3294"/>
                    </a:cubicBezTo>
                    <a:cubicBezTo>
                      <a:pt x="246" y="4135"/>
                      <a:pt x="580" y="4943"/>
                      <a:pt x="1175" y="5537"/>
                    </a:cubicBezTo>
                    <a:cubicBezTo>
                      <a:pt x="1770" y="6132"/>
                      <a:pt x="2577" y="6467"/>
                      <a:pt x="341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30" name="Freeform: Shape 12029">
                <a:extLst>
                  <a:ext uri="{FF2B5EF4-FFF2-40B4-BE49-F238E27FC236}">
                    <a16:creationId xmlns:a16="http://schemas.microsoft.com/office/drawing/2014/main" id="{7F6C96D6-3358-31C4-5B1B-E36D8988E9CD}"/>
                  </a:ext>
                </a:extLst>
              </p:cNvPr>
              <p:cNvSpPr/>
              <p:nvPr/>
            </p:nvSpPr>
            <p:spPr>
              <a:xfrm>
                <a:off x="9535218" y="5013103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90" y="4135"/>
                      <a:pt x="6590" y="3294"/>
                    </a:cubicBezTo>
                    <a:cubicBezTo>
                      <a:pt x="6590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6" y="2452"/>
                      <a:pt x="246" y="3294"/>
                    </a:cubicBezTo>
                    <a:cubicBezTo>
                      <a:pt x="246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31" name="Freeform: Shape 12030">
                <a:extLst>
                  <a:ext uri="{FF2B5EF4-FFF2-40B4-BE49-F238E27FC236}">
                    <a16:creationId xmlns:a16="http://schemas.microsoft.com/office/drawing/2014/main" id="{9091E569-D253-32BA-C695-F970C9493920}"/>
                  </a:ext>
                </a:extLst>
              </p:cNvPr>
              <p:cNvSpPr/>
              <p:nvPr/>
            </p:nvSpPr>
            <p:spPr>
              <a:xfrm>
                <a:off x="9536723" y="5014318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7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90" y="4135"/>
                      <a:pt x="6590" y="3294"/>
                    </a:cubicBezTo>
                    <a:cubicBezTo>
                      <a:pt x="6590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32" name="Freeform: Shape 12031">
                <a:extLst>
                  <a:ext uri="{FF2B5EF4-FFF2-40B4-BE49-F238E27FC236}">
                    <a16:creationId xmlns:a16="http://schemas.microsoft.com/office/drawing/2014/main" id="{A85D031F-3C05-159B-53A8-667ABC2AC2A3}"/>
                  </a:ext>
                </a:extLst>
              </p:cNvPr>
              <p:cNvSpPr/>
              <p:nvPr/>
            </p:nvSpPr>
            <p:spPr>
              <a:xfrm>
                <a:off x="9538776" y="5013884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33" name="Freeform: Shape 12032">
                <a:extLst>
                  <a:ext uri="{FF2B5EF4-FFF2-40B4-BE49-F238E27FC236}">
                    <a16:creationId xmlns:a16="http://schemas.microsoft.com/office/drawing/2014/main" id="{27E80281-98E0-691D-36C5-5AB444134AD1}"/>
                  </a:ext>
                </a:extLst>
              </p:cNvPr>
              <p:cNvSpPr/>
              <p:nvPr/>
            </p:nvSpPr>
            <p:spPr>
              <a:xfrm>
                <a:off x="9540635" y="5014055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60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60" y="121"/>
                      <a:pt x="3418" y="121"/>
                    </a:cubicBezTo>
                    <a:cubicBezTo>
                      <a:pt x="2577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34" name="Freeform: Shape 12033">
                <a:extLst>
                  <a:ext uri="{FF2B5EF4-FFF2-40B4-BE49-F238E27FC236}">
                    <a16:creationId xmlns:a16="http://schemas.microsoft.com/office/drawing/2014/main" id="{83CE44DE-2CA8-49F0-1013-C6C52CB67226}"/>
                  </a:ext>
                </a:extLst>
              </p:cNvPr>
              <p:cNvSpPr/>
              <p:nvPr/>
            </p:nvSpPr>
            <p:spPr>
              <a:xfrm>
                <a:off x="9542475" y="5014297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60" y="121"/>
                      <a:pt x="3419" y="121"/>
                    </a:cubicBezTo>
                    <a:cubicBezTo>
                      <a:pt x="2577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35" name="Freeform: Shape 12034">
                <a:extLst>
                  <a:ext uri="{FF2B5EF4-FFF2-40B4-BE49-F238E27FC236}">
                    <a16:creationId xmlns:a16="http://schemas.microsoft.com/office/drawing/2014/main" id="{7B6C3430-05E6-D30F-2A0E-E98C36474FC1}"/>
                  </a:ext>
                </a:extLst>
              </p:cNvPr>
              <p:cNvSpPr/>
              <p:nvPr/>
            </p:nvSpPr>
            <p:spPr>
              <a:xfrm>
                <a:off x="9544252" y="5014728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36" name="Freeform: Shape 12035">
                <a:extLst>
                  <a:ext uri="{FF2B5EF4-FFF2-40B4-BE49-F238E27FC236}">
                    <a16:creationId xmlns:a16="http://schemas.microsoft.com/office/drawing/2014/main" id="{A4623E3B-C87C-DB98-8F57-9C255F297C08}"/>
                  </a:ext>
                </a:extLst>
              </p:cNvPr>
              <p:cNvSpPr/>
              <p:nvPr/>
            </p:nvSpPr>
            <p:spPr>
              <a:xfrm>
                <a:off x="9545984" y="5015287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37" name="Freeform: Shape 12036">
                <a:extLst>
                  <a:ext uri="{FF2B5EF4-FFF2-40B4-BE49-F238E27FC236}">
                    <a16:creationId xmlns:a16="http://schemas.microsoft.com/office/drawing/2014/main" id="{AA55DB5E-E2DE-F373-660F-E74379C1EEA3}"/>
                  </a:ext>
                </a:extLst>
              </p:cNvPr>
              <p:cNvSpPr/>
              <p:nvPr/>
            </p:nvSpPr>
            <p:spPr>
              <a:xfrm>
                <a:off x="9547321" y="5016912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7 h 6345"/>
                  <a:gd name="connsiteX2" fmla="*/ 6590 w 6343"/>
                  <a:gd name="connsiteY2" fmla="*/ 3294 h 6345"/>
                  <a:gd name="connsiteX3" fmla="*/ 5662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2"/>
                      <a:pt x="5662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2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2" y="1645"/>
                      <a:pt x="247" y="2452"/>
                      <a:pt x="247" y="3294"/>
                    </a:cubicBezTo>
                    <a:cubicBezTo>
                      <a:pt x="247" y="4135"/>
                      <a:pt x="582" y="4942"/>
                      <a:pt x="1176" y="5537"/>
                    </a:cubicBezTo>
                    <a:cubicBezTo>
                      <a:pt x="1771" y="6132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38" name="Freeform: Shape 12037">
                <a:extLst>
                  <a:ext uri="{FF2B5EF4-FFF2-40B4-BE49-F238E27FC236}">
                    <a16:creationId xmlns:a16="http://schemas.microsoft.com/office/drawing/2014/main" id="{7AF174AE-D2A2-395A-5936-43A437332F8E}"/>
                  </a:ext>
                </a:extLst>
              </p:cNvPr>
              <p:cNvSpPr/>
              <p:nvPr/>
            </p:nvSpPr>
            <p:spPr>
              <a:xfrm>
                <a:off x="9548266" y="5019537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8 h 6345"/>
                  <a:gd name="connsiteX2" fmla="*/ 6591 w 6343"/>
                  <a:gd name="connsiteY2" fmla="*/ 3294 h 6345"/>
                  <a:gd name="connsiteX3" fmla="*/ 5662 w 6343"/>
                  <a:gd name="connsiteY3" fmla="*/ 1051 h 6345"/>
                  <a:gd name="connsiteX4" fmla="*/ 3419 w 6343"/>
                  <a:gd name="connsiteY4" fmla="*/ 121 h 6345"/>
                  <a:gd name="connsiteX5" fmla="*/ 1176 w 6343"/>
                  <a:gd name="connsiteY5" fmla="*/ 1051 h 6345"/>
                  <a:gd name="connsiteX6" fmla="*/ 247 w 6343"/>
                  <a:gd name="connsiteY6" fmla="*/ 3294 h 6345"/>
                  <a:gd name="connsiteX7" fmla="*/ 1176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2"/>
                      <a:pt x="5662" y="5538"/>
                    </a:cubicBezTo>
                    <a:cubicBezTo>
                      <a:pt x="6256" y="4943"/>
                      <a:pt x="6591" y="4135"/>
                      <a:pt x="6591" y="3294"/>
                    </a:cubicBezTo>
                    <a:cubicBezTo>
                      <a:pt x="6591" y="2453"/>
                      <a:pt x="6256" y="1646"/>
                      <a:pt x="5662" y="1051"/>
                    </a:cubicBezTo>
                    <a:cubicBezTo>
                      <a:pt x="5067" y="456"/>
                      <a:pt x="4260" y="121"/>
                      <a:pt x="3419" y="121"/>
                    </a:cubicBezTo>
                    <a:cubicBezTo>
                      <a:pt x="2578" y="121"/>
                      <a:pt x="1771" y="456"/>
                      <a:pt x="1176" y="1051"/>
                    </a:cubicBezTo>
                    <a:cubicBezTo>
                      <a:pt x="582" y="1646"/>
                      <a:pt x="247" y="2453"/>
                      <a:pt x="247" y="3294"/>
                    </a:cubicBezTo>
                    <a:cubicBezTo>
                      <a:pt x="247" y="4135"/>
                      <a:pt x="582" y="4943"/>
                      <a:pt x="1176" y="5538"/>
                    </a:cubicBezTo>
                    <a:cubicBezTo>
                      <a:pt x="1771" y="6132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39" name="Freeform: Shape 12038">
                <a:extLst>
                  <a:ext uri="{FF2B5EF4-FFF2-40B4-BE49-F238E27FC236}">
                    <a16:creationId xmlns:a16="http://schemas.microsoft.com/office/drawing/2014/main" id="{3C66A76A-8527-5F00-D6FB-FBFDC8EFB9F7}"/>
                  </a:ext>
                </a:extLst>
              </p:cNvPr>
              <p:cNvSpPr/>
              <p:nvPr/>
            </p:nvSpPr>
            <p:spPr>
              <a:xfrm>
                <a:off x="9548688" y="5023445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8 h 6345"/>
                  <a:gd name="connsiteX2" fmla="*/ 6591 w 6343"/>
                  <a:gd name="connsiteY2" fmla="*/ 3294 h 6345"/>
                  <a:gd name="connsiteX3" fmla="*/ 5662 w 6343"/>
                  <a:gd name="connsiteY3" fmla="*/ 1051 h 6345"/>
                  <a:gd name="connsiteX4" fmla="*/ 3419 w 6343"/>
                  <a:gd name="connsiteY4" fmla="*/ 122 h 6345"/>
                  <a:gd name="connsiteX5" fmla="*/ 1176 w 6343"/>
                  <a:gd name="connsiteY5" fmla="*/ 1051 h 6345"/>
                  <a:gd name="connsiteX6" fmla="*/ 247 w 6343"/>
                  <a:gd name="connsiteY6" fmla="*/ 3294 h 6345"/>
                  <a:gd name="connsiteX7" fmla="*/ 1176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3"/>
                      <a:pt x="5662" y="5538"/>
                    </a:cubicBezTo>
                    <a:cubicBezTo>
                      <a:pt x="6256" y="4943"/>
                      <a:pt x="6591" y="4136"/>
                      <a:pt x="6591" y="3294"/>
                    </a:cubicBezTo>
                    <a:cubicBezTo>
                      <a:pt x="6591" y="2453"/>
                      <a:pt x="6256" y="1646"/>
                      <a:pt x="5662" y="1051"/>
                    </a:cubicBezTo>
                    <a:cubicBezTo>
                      <a:pt x="5067" y="456"/>
                      <a:pt x="4260" y="122"/>
                      <a:pt x="3419" y="122"/>
                    </a:cubicBezTo>
                    <a:cubicBezTo>
                      <a:pt x="2578" y="122"/>
                      <a:pt x="1771" y="456"/>
                      <a:pt x="1176" y="1051"/>
                    </a:cubicBezTo>
                    <a:cubicBezTo>
                      <a:pt x="582" y="1646"/>
                      <a:pt x="247" y="2453"/>
                      <a:pt x="247" y="3294"/>
                    </a:cubicBezTo>
                    <a:cubicBezTo>
                      <a:pt x="247" y="4136"/>
                      <a:pt x="582" y="4943"/>
                      <a:pt x="1176" y="5538"/>
                    </a:cubicBezTo>
                    <a:cubicBezTo>
                      <a:pt x="1771" y="6133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40" name="Freeform: Shape 12039">
                <a:extLst>
                  <a:ext uri="{FF2B5EF4-FFF2-40B4-BE49-F238E27FC236}">
                    <a16:creationId xmlns:a16="http://schemas.microsoft.com/office/drawing/2014/main" id="{85539FBC-3D4B-00A0-4918-D7405D015F21}"/>
                  </a:ext>
                </a:extLst>
              </p:cNvPr>
              <p:cNvSpPr/>
              <p:nvPr/>
            </p:nvSpPr>
            <p:spPr>
              <a:xfrm>
                <a:off x="9549271" y="5026825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8 h 6345"/>
                  <a:gd name="connsiteX2" fmla="*/ 6591 w 6343"/>
                  <a:gd name="connsiteY2" fmla="*/ 3295 h 6345"/>
                  <a:gd name="connsiteX3" fmla="*/ 5662 w 6343"/>
                  <a:gd name="connsiteY3" fmla="*/ 1051 h 6345"/>
                  <a:gd name="connsiteX4" fmla="*/ 3419 w 6343"/>
                  <a:gd name="connsiteY4" fmla="*/ 122 h 6345"/>
                  <a:gd name="connsiteX5" fmla="*/ 1176 w 6343"/>
                  <a:gd name="connsiteY5" fmla="*/ 1051 h 6345"/>
                  <a:gd name="connsiteX6" fmla="*/ 248 w 6343"/>
                  <a:gd name="connsiteY6" fmla="*/ 3295 h 6345"/>
                  <a:gd name="connsiteX7" fmla="*/ 1176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3"/>
                      <a:pt x="5662" y="5538"/>
                    </a:cubicBezTo>
                    <a:cubicBezTo>
                      <a:pt x="6256" y="4943"/>
                      <a:pt x="6591" y="4136"/>
                      <a:pt x="6591" y="3295"/>
                    </a:cubicBezTo>
                    <a:cubicBezTo>
                      <a:pt x="6591" y="2453"/>
                      <a:pt x="6256" y="1646"/>
                      <a:pt x="5662" y="1051"/>
                    </a:cubicBezTo>
                    <a:cubicBezTo>
                      <a:pt x="5067" y="456"/>
                      <a:pt x="4260" y="122"/>
                      <a:pt x="3419" y="122"/>
                    </a:cubicBezTo>
                    <a:cubicBezTo>
                      <a:pt x="2578" y="122"/>
                      <a:pt x="1771" y="456"/>
                      <a:pt x="1176" y="1051"/>
                    </a:cubicBezTo>
                    <a:cubicBezTo>
                      <a:pt x="582" y="1646"/>
                      <a:pt x="248" y="2453"/>
                      <a:pt x="248" y="3295"/>
                    </a:cubicBezTo>
                    <a:cubicBezTo>
                      <a:pt x="248" y="4136"/>
                      <a:pt x="582" y="4943"/>
                      <a:pt x="1176" y="5538"/>
                    </a:cubicBezTo>
                    <a:cubicBezTo>
                      <a:pt x="1771" y="6133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41" name="Freeform: Shape 12040">
                <a:extLst>
                  <a:ext uri="{FF2B5EF4-FFF2-40B4-BE49-F238E27FC236}">
                    <a16:creationId xmlns:a16="http://schemas.microsoft.com/office/drawing/2014/main" id="{545B951C-3D35-B0B2-B46A-DEF04BA7E643}"/>
                  </a:ext>
                </a:extLst>
              </p:cNvPr>
              <p:cNvSpPr/>
              <p:nvPr/>
            </p:nvSpPr>
            <p:spPr>
              <a:xfrm>
                <a:off x="9548285" y="5034032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2 w 6343"/>
                  <a:gd name="connsiteY1" fmla="*/ 5539 h 6345"/>
                  <a:gd name="connsiteX2" fmla="*/ 6591 w 6343"/>
                  <a:gd name="connsiteY2" fmla="*/ 3295 h 6345"/>
                  <a:gd name="connsiteX3" fmla="*/ 5662 w 6343"/>
                  <a:gd name="connsiteY3" fmla="*/ 1052 h 6345"/>
                  <a:gd name="connsiteX4" fmla="*/ 3419 w 6343"/>
                  <a:gd name="connsiteY4" fmla="*/ 122 h 6345"/>
                  <a:gd name="connsiteX5" fmla="*/ 1176 w 6343"/>
                  <a:gd name="connsiteY5" fmla="*/ 1052 h 6345"/>
                  <a:gd name="connsiteX6" fmla="*/ 247 w 6343"/>
                  <a:gd name="connsiteY6" fmla="*/ 3295 h 6345"/>
                  <a:gd name="connsiteX7" fmla="*/ 1176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4"/>
                      <a:pt x="5662" y="5539"/>
                    </a:cubicBezTo>
                    <a:cubicBezTo>
                      <a:pt x="6256" y="4944"/>
                      <a:pt x="6591" y="4137"/>
                      <a:pt x="6591" y="3295"/>
                    </a:cubicBezTo>
                    <a:cubicBezTo>
                      <a:pt x="6591" y="2454"/>
                      <a:pt x="6256" y="1647"/>
                      <a:pt x="5662" y="1052"/>
                    </a:cubicBezTo>
                    <a:cubicBezTo>
                      <a:pt x="5067" y="457"/>
                      <a:pt x="4260" y="122"/>
                      <a:pt x="3419" y="122"/>
                    </a:cubicBezTo>
                    <a:cubicBezTo>
                      <a:pt x="2578" y="122"/>
                      <a:pt x="1771" y="457"/>
                      <a:pt x="1176" y="1052"/>
                    </a:cubicBezTo>
                    <a:cubicBezTo>
                      <a:pt x="582" y="1647"/>
                      <a:pt x="247" y="2454"/>
                      <a:pt x="247" y="3295"/>
                    </a:cubicBezTo>
                    <a:cubicBezTo>
                      <a:pt x="247" y="4137"/>
                      <a:pt x="582" y="4944"/>
                      <a:pt x="1176" y="5539"/>
                    </a:cubicBezTo>
                    <a:cubicBezTo>
                      <a:pt x="1771" y="6134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42" name="Freeform: Shape 12041">
                <a:extLst>
                  <a:ext uri="{FF2B5EF4-FFF2-40B4-BE49-F238E27FC236}">
                    <a16:creationId xmlns:a16="http://schemas.microsoft.com/office/drawing/2014/main" id="{D95CBF51-C20C-93AC-A746-9FD4DD6B2554}"/>
                  </a:ext>
                </a:extLst>
              </p:cNvPr>
              <p:cNvSpPr/>
              <p:nvPr/>
            </p:nvSpPr>
            <p:spPr>
              <a:xfrm>
                <a:off x="9549170" y="5036411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2 w 6343"/>
                  <a:gd name="connsiteY1" fmla="*/ 5539 h 6345"/>
                  <a:gd name="connsiteX2" fmla="*/ 6591 w 6343"/>
                  <a:gd name="connsiteY2" fmla="*/ 3295 h 6345"/>
                  <a:gd name="connsiteX3" fmla="*/ 5662 w 6343"/>
                  <a:gd name="connsiteY3" fmla="*/ 1052 h 6345"/>
                  <a:gd name="connsiteX4" fmla="*/ 3419 w 6343"/>
                  <a:gd name="connsiteY4" fmla="*/ 123 h 6345"/>
                  <a:gd name="connsiteX5" fmla="*/ 1176 w 6343"/>
                  <a:gd name="connsiteY5" fmla="*/ 1052 h 6345"/>
                  <a:gd name="connsiteX6" fmla="*/ 248 w 6343"/>
                  <a:gd name="connsiteY6" fmla="*/ 3295 h 6345"/>
                  <a:gd name="connsiteX7" fmla="*/ 1176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4"/>
                      <a:pt x="5662" y="5539"/>
                    </a:cubicBezTo>
                    <a:cubicBezTo>
                      <a:pt x="6256" y="4944"/>
                      <a:pt x="6591" y="4137"/>
                      <a:pt x="6591" y="3295"/>
                    </a:cubicBezTo>
                    <a:cubicBezTo>
                      <a:pt x="6591" y="2454"/>
                      <a:pt x="6256" y="1647"/>
                      <a:pt x="5662" y="1052"/>
                    </a:cubicBezTo>
                    <a:cubicBezTo>
                      <a:pt x="5067" y="457"/>
                      <a:pt x="4260" y="123"/>
                      <a:pt x="3419" y="123"/>
                    </a:cubicBezTo>
                    <a:cubicBezTo>
                      <a:pt x="2578" y="123"/>
                      <a:pt x="1771" y="457"/>
                      <a:pt x="1176" y="1052"/>
                    </a:cubicBezTo>
                    <a:cubicBezTo>
                      <a:pt x="582" y="1647"/>
                      <a:pt x="248" y="2454"/>
                      <a:pt x="248" y="3295"/>
                    </a:cubicBezTo>
                    <a:cubicBezTo>
                      <a:pt x="248" y="4137"/>
                      <a:pt x="582" y="4944"/>
                      <a:pt x="1176" y="5539"/>
                    </a:cubicBezTo>
                    <a:cubicBezTo>
                      <a:pt x="1771" y="6134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43" name="Freeform: Shape 12042">
                <a:extLst>
                  <a:ext uri="{FF2B5EF4-FFF2-40B4-BE49-F238E27FC236}">
                    <a16:creationId xmlns:a16="http://schemas.microsoft.com/office/drawing/2014/main" id="{D04F854F-FEFF-BC86-36A9-6BBBB1FFD822}"/>
                  </a:ext>
                </a:extLst>
              </p:cNvPr>
              <p:cNvSpPr/>
              <p:nvPr/>
            </p:nvSpPr>
            <p:spPr>
              <a:xfrm>
                <a:off x="9549050" y="5041159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2 w 6343"/>
                  <a:gd name="connsiteY1" fmla="*/ 5539 h 6345"/>
                  <a:gd name="connsiteX2" fmla="*/ 6591 w 6343"/>
                  <a:gd name="connsiteY2" fmla="*/ 3296 h 6345"/>
                  <a:gd name="connsiteX3" fmla="*/ 5662 w 6343"/>
                  <a:gd name="connsiteY3" fmla="*/ 1052 h 6345"/>
                  <a:gd name="connsiteX4" fmla="*/ 3419 w 6343"/>
                  <a:gd name="connsiteY4" fmla="*/ 123 h 6345"/>
                  <a:gd name="connsiteX5" fmla="*/ 1176 w 6343"/>
                  <a:gd name="connsiteY5" fmla="*/ 1052 h 6345"/>
                  <a:gd name="connsiteX6" fmla="*/ 248 w 6343"/>
                  <a:gd name="connsiteY6" fmla="*/ 3296 h 6345"/>
                  <a:gd name="connsiteX7" fmla="*/ 1176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4"/>
                      <a:pt x="5662" y="5539"/>
                    </a:cubicBezTo>
                    <a:cubicBezTo>
                      <a:pt x="6256" y="4944"/>
                      <a:pt x="6591" y="4137"/>
                      <a:pt x="6591" y="3296"/>
                    </a:cubicBezTo>
                    <a:cubicBezTo>
                      <a:pt x="6591" y="2454"/>
                      <a:pt x="6256" y="1647"/>
                      <a:pt x="5662" y="1052"/>
                    </a:cubicBezTo>
                    <a:cubicBezTo>
                      <a:pt x="5067" y="457"/>
                      <a:pt x="4260" y="123"/>
                      <a:pt x="3419" y="123"/>
                    </a:cubicBezTo>
                    <a:cubicBezTo>
                      <a:pt x="2578" y="123"/>
                      <a:pt x="1771" y="457"/>
                      <a:pt x="1176" y="1052"/>
                    </a:cubicBezTo>
                    <a:cubicBezTo>
                      <a:pt x="582" y="1647"/>
                      <a:pt x="248" y="2454"/>
                      <a:pt x="248" y="3296"/>
                    </a:cubicBezTo>
                    <a:cubicBezTo>
                      <a:pt x="248" y="4137"/>
                      <a:pt x="582" y="4944"/>
                      <a:pt x="1176" y="5539"/>
                    </a:cubicBezTo>
                    <a:cubicBezTo>
                      <a:pt x="1771" y="6134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44" name="Freeform: Shape 12043">
                <a:extLst>
                  <a:ext uri="{FF2B5EF4-FFF2-40B4-BE49-F238E27FC236}">
                    <a16:creationId xmlns:a16="http://schemas.microsoft.com/office/drawing/2014/main" id="{DEBC3A6E-4C46-A97B-BE2F-E52E2D25AD68}"/>
                  </a:ext>
                </a:extLst>
              </p:cNvPr>
              <p:cNvSpPr/>
              <p:nvPr/>
            </p:nvSpPr>
            <p:spPr>
              <a:xfrm>
                <a:off x="9549069" y="5045435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2 w 6343"/>
                  <a:gd name="connsiteY1" fmla="*/ 5540 h 6345"/>
                  <a:gd name="connsiteX2" fmla="*/ 6591 w 6343"/>
                  <a:gd name="connsiteY2" fmla="*/ 3296 h 6345"/>
                  <a:gd name="connsiteX3" fmla="*/ 5662 w 6343"/>
                  <a:gd name="connsiteY3" fmla="*/ 1053 h 6345"/>
                  <a:gd name="connsiteX4" fmla="*/ 3419 w 6343"/>
                  <a:gd name="connsiteY4" fmla="*/ 123 h 6345"/>
                  <a:gd name="connsiteX5" fmla="*/ 1176 w 6343"/>
                  <a:gd name="connsiteY5" fmla="*/ 1053 h 6345"/>
                  <a:gd name="connsiteX6" fmla="*/ 248 w 6343"/>
                  <a:gd name="connsiteY6" fmla="*/ 3296 h 6345"/>
                  <a:gd name="connsiteX7" fmla="*/ 1176 w 6343"/>
                  <a:gd name="connsiteY7" fmla="*/ 5540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7" y="6135"/>
                      <a:pt x="5662" y="5540"/>
                    </a:cubicBezTo>
                    <a:cubicBezTo>
                      <a:pt x="6256" y="4945"/>
                      <a:pt x="6591" y="4138"/>
                      <a:pt x="6591" y="3296"/>
                    </a:cubicBezTo>
                    <a:cubicBezTo>
                      <a:pt x="6591" y="2455"/>
                      <a:pt x="6256" y="1648"/>
                      <a:pt x="5662" y="1053"/>
                    </a:cubicBezTo>
                    <a:cubicBezTo>
                      <a:pt x="5067" y="458"/>
                      <a:pt x="4260" y="123"/>
                      <a:pt x="3419" y="123"/>
                    </a:cubicBezTo>
                    <a:cubicBezTo>
                      <a:pt x="2578" y="123"/>
                      <a:pt x="1771" y="458"/>
                      <a:pt x="1176" y="1053"/>
                    </a:cubicBezTo>
                    <a:cubicBezTo>
                      <a:pt x="582" y="1648"/>
                      <a:pt x="248" y="2455"/>
                      <a:pt x="248" y="3296"/>
                    </a:cubicBezTo>
                    <a:cubicBezTo>
                      <a:pt x="248" y="4138"/>
                      <a:pt x="582" y="4945"/>
                      <a:pt x="1176" y="5540"/>
                    </a:cubicBezTo>
                    <a:cubicBezTo>
                      <a:pt x="1771" y="6135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45" name="Freeform: Shape 12044">
                <a:extLst>
                  <a:ext uri="{FF2B5EF4-FFF2-40B4-BE49-F238E27FC236}">
                    <a16:creationId xmlns:a16="http://schemas.microsoft.com/office/drawing/2014/main" id="{CFC127F3-A8EC-79CC-2E0D-991CF7C7E3B8}"/>
                  </a:ext>
                </a:extLst>
              </p:cNvPr>
              <p:cNvSpPr/>
              <p:nvPr/>
            </p:nvSpPr>
            <p:spPr>
              <a:xfrm>
                <a:off x="9548744" y="5050391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2 w 6343"/>
                  <a:gd name="connsiteY1" fmla="*/ 5540 h 6345"/>
                  <a:gd name="connsiteX2" fmla="*/ 6591 w 6343"/>
                  <a:gd name="connsiteY2" fmla="*/ 3296 h 6345"/>
                  <a:gd name="connsiteX3" fmla="*/ 5662 w 6343"/>
                  <a:gd name="connsiteY3" fmla="*/ 1053 h 6345"/>
                  <a:gd name="connsiteX4" fmla="*/ 3419 w 6343"/>
                  <a:gd name="connsiteY4" fmla="*/ 124 h 6345"/>
                  <a:gd name="connsiteX5" fmla="*/ 1176 w 6343"/>
                  <a:gd name="connsiteY5" fmla="*/ 1053 h 6345"/>
                  <a:gd name="connsiteX6" fmla="*/ 247 w 6343"/>
                  <a:gd name="connsiteY6" fmla="*/ 3296 h 6345"/>
                  <a:gd name="connsiteX7" fmla="*/ 1176 w 6343"/>
                  <a:gd name="connsiteY7" fmla="*/ 5540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7" y="6135"/>
                      <a:pt x="5662" y="5540"/>
                    </a:cubicBezTo>
                    <a:cubicBezTo>
                      <a:pt x="6256" y="4945"/>
                      <a:pt x="6591" y="4138"/>
                      <a:pt x="6591" y="3296"/>
                    </a:cubicBezTo>
                    <a:cubicBezTo>
                      <a:pt x="6591" y="2455"/>
                      <a:pt x="6256" y="1648"/>
                      <a:pt x="5662" y="1053"/>
                    </a:cubicBezTo>
                    <a:cubicBezTo>
                      <a:pt x="5067" y="458"/>
                      <a:pt x="4260" y="124"/>
                      <a:pt x="3419" y="124"/>
                    </a:cubicBezTo>
                    <a:cubicBezTo>
                      <a:pt x="2578" y="124"/>
                      <a:pt x="1771" y="458"/>
                      <a:pt x="1176" y="1053"/>
                    </a:cubicBezTo>
                    <a:cubicBezTo>
                      <a:pt x="582" y="1648"/>
                      <a:pt x="247" y="2455"/>
                      <a:pt x="247" y="3296"/>
                    </a:cubicBezTo>
                    <a:cubicBezTo>
                      <a:pt x="247" y="4138"/>
                      <a:pt x="582" y="4945"/>
                      <a:pt x="1176" y="5540"/>
                    </a:cubicBezTo>
                    <a:cubicBezTo>
                      <a:pt x="1771" y="6135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46" name="Freeform: Shape 12045">
                <a:extLst>
                  <a:ext uri="{FF2B5EF4-FFF2-40B4-BE49-F238E27FC236}">
                    <a16:creationId xmlns:a16="http://schemas.microsoft.com/office/drawing/2014/main" id="{F68A4D20-BE05-FD79-7D8B-A6FC1217DE12}"/>
                  </a:ext>
                </a:extLst>
              </p:cNvPr>
              <p:cNvSpPr/>
              <p:nvPr/>
            </p:nvSpPr>
            <p:spPr>
              <a:xfrm>
                <a:off x="9548813" y="5054302"/>
                <a:ext cx="6343" cy="6345"/>
              </a:xfrm>
              <a:custGeom>
                <a:avLst/>
                <a:gdLst>
                  <a:gd name="connsiteX0" fmla="*/ 3419 w 6343"/>
                  <a:gd name="connsiteY0" fmla="*/ 6470 h 6345"/>
                  <a:gd name="connsiteX1" fmla="*/ 5662 w 6343"/>
                  <a:gd name="connsiteY1" fmla="*/ 5540 h 6345"/>
                  <a:gd name="connsiteX2" fmla="*/ 6591 w 6343"/>
                  <a:gd name="connsiteY2" fmla="*/ 3297 h 6345"/>
                  <a:gd name="connsiteX3" fmla="*/ 5662 w 6343"/>
                  <a:gd name="connsiteY3" fmla="*/ 1053 h 6345"/>
                  <a:gd name="connsiteX4" fmla="*/ 3419 w 6343"/>
                  <a:gd name="connsiteY4" fmla="*/ 124 h 6345"/>
                  <a:gd name="connsiteX5" fmla="*/ 1176 w 6343"/>
                  <a:gd name="connsiteY5" fmla="*/ 1053 h 6345"/>
                  <a:gd name="connsiteX6" fmla="*/ 247 w 6343"/>
                  <a:gd name="connsiteY6" fmla="*/ 3297 h 6345"/>
                  <a:gd name="connsiteX7" fmla="*/ 1176 w 6343"/>
                  <a:gd name="connsiteY7" fmla="*/ 5540 h 6345"/>
                  <a:gd name="connsiteX8" fmla="*/ 341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0"/>
                    </a:moveTo>
                    <a:cubicBezTo>
                      <a:pt x="4260" y="6470"/>
                      <a:pt x="5067" y="6135"/>
                      <a:pt x="5662" y="5540"/>
                    </a:cubicBezTo>
                    <a:cubicBezTo>
                      <a:pt x="6256" y="4945"/>
                      <a:pt x="6591" y="4138"/>
                      <a:pt x="6591" y="3297"/>
                    </a:cubicBezTo>
                    <a:cubicBezTo>
                      <a:pt x="6591" y="2455"/>
                      <a:pt x="6256" y="1648"/>
                      <a:pt x="5662" y="1053"/>
                    </a:cubicBezTo>
                    <a:cubicBezTo>
                      <a:pt x="5067" y="458"/>
                      <a:pt x="4260" y="124"/>
                      <a:pt x="3419" y="124"/>
                    </a:cubicBezTo>
                    <a:cubicBezTo>
                      <a:pt x="2578" y="124"/>
                      <a:pt x="1771" y="458"/>
                      <a:pt x="1176" y="1053"/>
                    </a:cubicBezTo>
                    <a:cubicBezTo>
                      <a:pt x="582" y="1648"/>
                      <a:pt x="247" y="2455"/>
                      <a:pt x="247" y="3297"/>
                    </a:cubicBezTo>
                    <a:cubicBezTo>
                      <a:pt x="247" y="4138"/>
                      <a:pt x="582" y="4945"/>
                      <a:pt x="1176" y="5540"/>
                    </a:cubicBezTo>
                    <a:cubicBezTo>
                      <a:pt x="1771" y="6135"/>
                      <a:pt x="2578" y="6470"/>
                      <a:pt x="341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47" name="Freeform: Shape 12046">
                <a:extLst>
                  <a:ext uri="{FF2B5EF4-FFF2-40B4-BE49-F238E27FC236}">
                    <a16:creationId xmlns:a16="http://schemas.microsoft.com/office/drawing/2014/main" id="{CB25593A-1108-53E8-933A-ACB8E5425FC9}"/>
                  </a:ext>
                </a:extLst>
              </p:cNvPr>
              <p:cNvSpPr/>
              <p:nvPr/>
            </p:nvSpPr>
            <p:spPr>
              <a:xfrm>
                <a:off x="9548736" y="5058433"/>
                <a:ext cx="6343" cy="6345"/>
              </a:xfrm>
              <a:custGeom>
                <a:avLst/>
                <a:gdLst>
                  <a:gd name="connsiteX0" fmla="*/ 3419 w 6343"/>
                  <a:gd name="connsiteY0" fmla="*/ 6470 h 6345"/>
                  <a:gd name="connsiteX1" fmla="*/ 5662 w 6343"/>
                  <a:gd name="connsiteY1" fmla="*/ 5541 h 6345"/>
                  <a:gd name="connsiteX2" fmla="*/ 6591 w 6343"/>
                  <a:gd name="connsiteY2" fmla="*/ 3297 h 6345"/>
                  <a:gd name="connsiteX3" fmla="*/ 5662 w 6343"/>
                  <a:gd name="connsiteY3" fmla="*/ 1054 h 6345"/>
                  <a:gd name="connsiteX4" fmla="*/ 3419 w 6343"/>
                  <a:gd name="connsiteY4" fmla="*/ 124 h 6345"/>
                  <a:gd name="connsiteX5" fmla="*/ 1176 w 6343"/>
                  <a:gd name="connsiteY5" fmla="*/ 1054 h 6345"/>
                  <a:gd name="connsiteX6" fmla="*/ 247 w 6343"/>
                  <a:gd name="connsiteY6" fmla="*/ 3297 h 6345"/>
                  <a:gd name="connsiteX7" fmla="*/ 1176 w 6343"/>
                  <a:gd name="connsiteY7" fmla="*/ 5541 h 6345"/>
                  <a:gd name="connsiteX8" fmla="*/ 341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0"/>
                    </a:moveTo>
                    <a:cubicBezTo>
                      <a:pt x="4260" y="6470"/>
                      <a:pt x="5067" y="6136"/>
                      <a:pt x="5662" y="5541"/>
                    </a:cubicBezTo>
                    <a:cubicBezTo>
                      <a:pt x="6256" y="4946"/>
                      <a:pt x="6591" y="4139"/>
                      <a:pt x="6591" y="3297"/>
                    </a:cubicBezTo>
                    <a:cubicBezTo>
                      <a:pt x="6591" y="2456"/>
                      <a:pt x="6256" y="1649"/>
                      <a:pt x="5662" y="1054"/>
                    </a:cubicBezTo>
                    <a:cubicBezTo>
                      <a:pt x="5067" y="459"/>
                      <a:pt x="4260" y="124"/>
                      <a:pt x="3419" y="124"/>
                    </a:cubicBezTo>
                    <a:cubicBezTo>
                      <a:pt x="2578" y="124"/>
                      <a:pt x="1771" y="459"/>
                      <a:pt x="1176" y="1054"/>
                    </a:cubicBezTo>
                    <a:cubicBezTo>
                      <a:pt x="582" y="1649"/>
                      <a:pt x="247" y="2456"/>
                      <a:pt x="247" y="3297"/>
                    </a:cubicBezTo>
                    <a:cubicBezTo>
                      <a:pt x="247" y="4139"/>
                      <a:pt x="582" y="4946"/>
                      <a:pt x="1176" y="5541"/>
                    </a:cubicBezTo>
                    <a:cubicBezTo>
                      <a:pt x="1771" y="6136"/>
                      <a:pt x="2578" y="6470"/>
                      <a:pt x="341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48" name="Freeform: Shape 12047">
                <a:extLst>
                  <a:ext uri="{FF2B5EF4-FFF2-40B4-BE49-F238E27FC236}">
                    <a16:creationId xmlns:a16="http://schemas.microsoft.com/office/drawing/2014/main" id="{7B462A55-3DAA-4B82-B49F-3716B65B51EB}"/>
                  </a:ext>
                </a:extLst>
              </p:cNvPr>
              <p:cNvSpPr/>
              <p:nvPr/>
            </p:nvSpPr>
            <p:spPr>
              <a:xfrm>
                <a:off x="9549074" y="5061528"/>
                <a:ext cx="6343" cy="6345"/>
              </a:xfrm>
              <a:custGeom>
                <a:avLst/>
                <a:gdLst>
                  <a:gd name="connsiteX0" fmla="*/ 3419 w 6343"/>
                  <a:gd name="connsiteY0" fmla="*/ 6470 h 6345"/>
                  <a:gd name="connsiteX1" fmla="*/ 5662 w 6343"/>
                  <a:gd name="connsiteY1" fmla="*/ 5541 h 6345"/>
                  <a:gd name="connsiteX2" fmla="*/ 6591 w 6343"/>
                  <a:gd name="connsiteY2" fmla="*/ 3297 h 6345"/>
                  <a:gd name="connsiteX3" fmla="*/ 5662 w 6343"/>
                  <a:gd name="connsiteY3" fmla="*/ 1054 h 6345"/>
                  <a:gd name="connsiteX4" fmla="*/ 3419 w 6343"/>
                  <a:gd name="connsiteY4" fmla="*/ 125 h 6345"/>
                  <a:gd name="connsiteX5" fmla="*/ 1176 w 6343"/>
                  <a:gd name="connsiteY5" fmla="*/ 1054 h 6345"/>
                  <a:gd name="connsiteX6" fmla="*/ 248 w 6343"/>
                  <a:gd name="connsiteY6" fmla="*/ 3297 h 6345"/>
                  <a:gd name="connsiteX7" fmla="*/ 1176 w 6343"/>
                  <a:gd name="connsiteY7" fmla="*/ 5541 h 6345"/>
                  <a:gd name="connsiteX8" fmla="*/ 341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0"/>
                    </a:moveTo>
                    <a:cubicBezTo>
                      <a:pt x="4260" y="6470"/>
                      <a:pt x="5067" y="6136"/>
                      <a:pt x="5662" y="5541"/>
                    </a:cubicBezTo>
                    <a:cubicBezTo>
                      <a:pt x="6256" y="4946"/>
                      <a:pt x="6591" y="4139"/>
                      <a:pt x="6591" y="3297"/>
                    </a:cubicBezTo>
                    <a:cubicBezTo>
                      <a:pt x="6591" y="2456"/>
                      <a:pt x="6256" y="1649"/>
                      <a:pt x="5662" y="1054"/>
                    </a:cubicBezTo>
                    <a:cubicBezTo>
                      <a:pt x="5067" y="459"/>
                      <a:pt x="4260" y="125"/>
                      <a:pt x="3419" y="125"/>
                    </a:cubicBezTo>
                    <a:cubicBezTo>
                      <a:pt x="2578" y="125"/>
                      <a:pt x="1771" y="459"/>
                      <a:pt x="1176" y="1054"/>
                    </a:cubicBezTo>
                    <a:cubicBezTo>
                      <a:pt x="582" y="1649"/>
                      <a:pt x="248" y="2456"/>
                      <a:pt x="248" y="3297"/>
                    </a:cubicBezTo>
                    <a:cubicBezTo>
                      <a:pt x="248" y="4139"/>
                      <a:pt x="582" y="4946"/>
                      <a:pt x="1176" y="5541"/>
                    </a:cubicBezTo>
                    <a:cubicBezTo>
                      <a:pt x="1771" y="6136"/>
                      <a:pt x="2578" y="6470"/>
                      <a:pt x="341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49" name="Freeform: Shape 12048">
                <a:extLst>
                  <a:ext uri="{FF2B5EF4-FFF2-40B4-BE49-F238E27FC236}">
                    <a16:creationId xmlns:a16="http://schemas.microsoft.com/office/drawing/2014/main" id="{88B79FBD-4871-319E-67BF-058FC982A9A1}"/>
                  </a:ext>
                </a:extLst>
              </p:cNvPr>
              <p:cNvSpPr/>
              <p:nvPr/>
            </p:nvSpPr>
            <p:spPr>
              <a:xfrm>
                <a:off x="9549405" y="5064562"/>
                <a:ext cx="6343" cy="6345"/>
              </a:xfrm>
              <a:custGeom>
                <a:avLst/>
                <a:gdLst>
                  <a:gd name="connsiteX0" fmla="*/ 3419 w 6343"/>
                  <a:gd name="connsiteY0" fmla="*/ 6470 h 6345"/>
                  <a:gd name="connsiteX1" fmla="*/ 5662 w 6343"/>
                  <a:gd name="connsiteY1" fmla="*/ 5541 h 6345"/>
                  <a:gd name="connsiteX2" fmla="*/ 6591 w 6343"/>
                  <a:gd name="connsiteY2" fmla="*/ 3298 h 6345"/>
                  <a:gd name="connsiteX3" fmla="*/ 5662 w 6343"/>
                  <a:gd name="connsiteY3" fmla="*/ 1054 h 6345"/>
                  <a:gd name="connsiteX4" fmla="*/ 3419 w 6343"/>
                  <a:gd name="connsiteY4" fmla="*/ 125 h 6345"/>
                  <a:gd name="connsiteX5" fmla="*/ 1176 w 6343"/>
                  <a:gd name="connsiteY5" fmla="*/ 1054 h 6345"/>
                  <a:gd name="connsiteX6" fmla="*/ 248 w 6343"/>
                  <a:gd name="connsiteY6" fmla="*/ 3298 h 6345"/>
                  <a:gd name="connsiteX7" fmla="*/ 1176 w 6343"/>
                  <a:gd name="connsiteY7" fmla="*/ 5541 h 6345"/>
                  <a:gd name="connsiteX8" fmla="*/ 341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0"/>
                    </a:moveTo>
                    <a:cubicBezTo>
                      <a:pt x="4260" y="6470"/>
                      <a:pt x="5067" y="6136"/>
                      <a:pt x="5662" y="5541"/>
                    </a:cubicBezTo>
                    <a:cubicBezTo>
                      <a:pt x="6256" y="4946"/>
                      <a:pt x="6591" y="4139"/>
                      <a:pt x="6591" y="3298"/>
                    </a:cubicBezTo>
                    <a:cubicBezTo>
                      <a:pt x="6591" y="2456"/>
                      <a:pt x="6256" y="1649"/>
                      <a:pt x="5662" y="1054"/>
                    </a:cubicBezTo>
                    <a:cubicBezTo>
                      <a:pt x="5067" y="459"/>
                      <a:pt x="4260" y="125"/>
                      <a:pt x="3419" y="125"/>
                    </a:cubicBezTo>
                    <a:cubicBezTo>
                      <a:pt x="2578" y="125"/>
                      <a:pt x="1771" y="459"/>
                      <a:pt x="1176" y="1054"/>
                    </a:cubicBezTo>
                    <a:cubicBezTo>
                      <a:pt x="582" y="1649"/>
                      <a:pt x="248" y="2456"/>
                      <a:pt x="248" y="3298"/>
                    </a:cubicBezTo>
                    <a:cubicBezTo>
                      <a:pt x="248" y="4139"/>
                      <a:pt x="582" y="4946"/>
                      <a:pt x="1176" y="5541"/>
                    </a:cubicBezTo>
                    <a:cubicBezTo>
                      <a:pt x="1771" y="6136"/>
                      <a:pt x="2578" y="6470"/>
                      <a:pt x="341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50" name="Freeform: Shape 12049">
                <a:extLst>
                  <a:ext uri="{FF2B5EF4-FFF2-40B4-BE49-F238E27FC236}">
                    <a16:creationId xmlns:a16="http://schemas.microsoft.com/office/drawing/2014/main" id="{8138E9A6-56FA-0B50-9367-24EF80F98979}"/>
                  </a:ext>
                </a:extLst>
              </p:cNvPr>
              <p:cNvSpPr/>
              <p:nvPr/>
            </p:nvSpPr>
            <p:spPr>
              <a:xfrm>
                <a:off x="9549306" y="5068441"/>
                <a:ext cx="6343" cy="6345"/>
              </a:xfrm>
              <a:custGeom>
                <a:avLst/>
                <a:gdLst>
                  <a:gd name="connsiteX0" fmla="*/ 3419 w 6343"/>
                  <a:gd name="connsiteY0" fmla="*/ 6471 h 6345"/>
                  <a:gd name="connsiteX1" fmla="*/ 5662 w 6343"/>
                  <a:gd name="connsiteY1" fmla="*/ 5541 h 6345"/>
                  <a:gd name="connsiteX2" fmla="*/ 6591 w 6343"/>
                  <a:gd name="connsiteY2" fmla="*/ 3298 h 6345"/>
                  <a:gd name="connsiteX3" fmla="*/ 5662 w 6343"/>
                  <a:gd name="connsiteY3" fmla="*/ 1054 h 6345"/>
                  <a:gd name="connsiteX4" fmla="*/ 3419 w 6343"/>
                  <a:gd name="connsiteY4" fmla="*/ 125 h 6345"/>
                  <a:gd name="connsiteX5" fmla="*/ 1176 w 6343"/>
                  <a:gd name="connsiteY5" fmla="*/ 1054 h 6345"/>
                  <a:gd name="connsiteX6" fmla="*/ 248 w 6343"/>
                  <a:gd name="connsiteY6" fmla="*/ 3298 h 6345"/>
                  <a:gd name="connsiteX7" fmla="*/ 1176 w 6343"/>
                  <a:gd name="connsiteY7" fmla="*/ 5541 h 6345"/>
                  <a:gd name="connsiteX8" fmla="*/ 3419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1"/>
                    </a:moveTo>
                    <a:cubicBezTo>
                      <a:pt x="4260" y="6471"/>
                      <a:pt x="5067" y="6136"/>
                      <a:pt x="5662" y="5541"/>
                    </a:cubicBezTo>
                    <a:cubicBezTo>
                      <a:pt x="6256" y="4946"/>
                      <a:pt x="6591" y="4139"/>
                      <a:pt x="6591" y="3298"/>
                    </a:cubicBezTo>
                    <a:cubicBezTo>
                      <a:pt x="6591" y="2456"/>
                      <a:pt x="6256" y="1649"/>
                      <a:pt x="5662" y="1054"/>
                    </a:cubicBezTo>
                    <a:cubicBezTo>
                      <a:pt x="5067" y="460"/>
                      <a:pt x="4260" y="125"/>
                      <a:pt x="3419" y="125"/>
                    </a:cubicBezTo>
                    <a:cubicBezTo>
                      <a:pt x="2578" y="125"/>
                      <a:pt x="1771" y="460"/>
                      <a:pt x="1176" y="1054"/>
                    </a:cubicBezTo>
                    <a:cubicBezTo>
                      <a:pt x="582" y="1649"/>
                      <a:pt x="248" y="2456"/>
                      <a:pt x="248" y="3298"/>
                    </a:cubicBezTo>
                    <a:cubicBezTo>
                      <a:pt x="248" y="4139"/>
                      <a:pt x="582" y="4946"/>
                      <a:pt x="1176" y="5541"/>
                    </a:cubicBezTo>
                    <a:cubicBezTo>
                      <a:pt x="1771" y="6136"/>
                      <a:pt x="2578" y="6471"/>
                      <a:pt x="3419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51" name="Freeform: Shape 12050">
                <a:extLst>
                  <a:ext uri="{FF2B5EF4-FFF2-40B4-BE49-F238E27FC236}">
                    <a16:creationId xmlns:a16="http://schemas.microsoft.com/office/drawing/2014/main" id="{E4CE89B5-C69A-20CE-44ED-69CDD7E200C0}"/>
                  </a:ext>
                </a:extLst>
              </p:cNvPr>
              <p:cNvSpPr/>
              <p:nvPr/>
            </p:nvSpPr>
            <p:spPr>
              <a:xfrm>
                <a:off x="9548924" y="5072818"/>
                <a:ext cx="6343" cy="6345"/>
              </a:xfrm>
              <a:custGeom>
                <a:avLst/>
                <a:gdLst>
                  <a:gd name="connsiteX0" fmla="*/ 3419 w 6343"/>
                  <a:gd name="connsiteY0" fmla="*/ 6471 h 6345"/>
                  <a:gd name="connsiteX1" fmla="*/ 5662 w 6343"/>
                  <a:gd name="connsiteY1" fmla="*/ 5542 h 6345"/>
                  <a:gd name="connsiteX2" fmla="*/ 6591 w 6343"/>
                  <a:gd name="connsiteY2" fmla="*/ 3298 h 6345"/>
                  <a:gd name="connsiteX3" fmla="*/ 5662 w 6343"/>
                  <a:gd name="connsiteY3" fmla="*/ 1055 h 6345"/>
                  <a:gd name="connsiteX4" fmla="*/ 3419 w 6343"/>
                  <a:gd name="connsiteY4" fmla="*/ 126 h 6345"/>
                  <a:gd name="connsiteX5" fmla="*/ 1176 w 6343"/>
                  <a:gd name="connsiteY5" fmla="*/ 1055 h 6345"/>
                  <a:gd name="connsiteX6" fmla="*/ 248 w 6343"/>
                  <a:gd name="connsiteY6" fmla="*/ 3298 h 6345"/>
                  <a:gd name="connsiteX7" fmla="*/ 1176 w 6343"/>
                  <a:gd name="connsiteY7" fmla="*/ 5542 h 6345"/>
                  <a:gd name="connsiteX8" fmla="*/ 3419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1"/>
                    </a:moveTo>
                    <a:cubicBezTo>
                      <a:pt x="4260" y="6471"/>
                      <a:pt x="5067" y="6137"/>
                      <a:pt x="5662" y="5542"/>
                    </a:cubicBezTo>
                    <a:cubicBezTo>
                      <a:pt x="6256" y="4947"/>
                      <a:pt x="6591" y="4140"/>
                      <a:pt x="6591" y="3298"/>
                    </a:cubicBezTo>
                    <a:cubicBezTo>
                      <a:pt x="6591" y="2457"/>
                      <a:pt x="6256" y="1650"/>
                      <a:pt x="5662" y="1055"/>
                    </a:cubicBezTo>
                    <a:cubicBezTo>
                      <a:pt x="5067" y="460"/>
                      <a:pt x="4260" y="126"/>
                      <a:pt x="3419" y="126"/>
                    </a:cubicBezTo>
                    <a:cubicBezTo>
                      <a:pt x="2578" y="126"/>
                      <a:pt x="1771" y="460"/>
                      <a:pt x="1176" y="1055"/>
                    </a:cubicBezTo>
                    <a:cubicBezTo>
                      <a:pt x="582" y="1650"/>
                      <a:pt x="248" y="2457"/>
                      <a:pt x="248" y="3298"/>
                    </a:cubicBezTo>
                    <a:cubicBezTo>
                      <a:pt x="248" y="4140"/>
                      <a:pt x="582" y="4947"/>
                      <a:pt x="1176" y="5542"/>
                    </a:cubicBezTo>
                    <a:cubicBezTo>
                      <a:pt x="1771" y="6137"/>
                      <a:pt x="2578" y="6471"/>
                      <a:pt x="3419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52" name="Freeform: Shape 12051">
                <a:extLst>
                  <a:ext uri="{FF2B5EF4-FFF2-40B4-BE49-F238E27FC236}">
                    <a16:creationId xmlns:a16="http://schemas.microsoft.com/office/drawing/2014/main" id="{5CECB281-7E7D-804D-896F-27230BC49082}"/>
                  </a:ext>
                </a:extLst>
              </p:cNvPr>
              <p:cNvSpPr/>
              <p:nvPr/>
            </p:nvSpPr>
            <p:spPr>
              <a:xfrm>
                <a:off x="9532979" y="5109463"/>
                <a:ext cx="6343" cy="6345"/>
              </a:xfrm>
              <a:custGeom>
                <a:avLst/>
                <a:gdLst>
                  <a:gd name="connsiteX0" fmla="*/ 3418 w 6343"/>
                  <a:gd name="connsiteY0" fmla="*/ 6474 h 6345"/>
                  <a:gd name="connsiteX1" fmla="*/ 5660 w 6343"/>
                  <a:gd name="connsiteY1" fmla="*/ 5545 h 6345"/>
                  <a:gd name="connsiteX2" fmla="*/ 6589 w 6343"/>
                  <a:gd name="connsiteY2" fmla="*/ 3301 h 6345"/>
                  <a:gd name="connsiteX3" fmla="*/ 5660 w 6343"/>
                  <a:gd name="connsiteY3" fmla="*/ 1058 h 6345"/>
                  <a:gd name="connsiteX4" fmla="*/ 3418 w 6343"/>
                  <a:gd name="connsiteY4" fmla="*/ 128 h 6345"/>
                  <a:gd name="connsiteX5" fmla="*/ 1175 w 6343"/>
                  <a:gd name="connsiteY5" fmla="*/ 1058 h 6345"/>
                  <a:gd name="connsiteX6" fmla="*/ 246 w 6343"/>
                  <a:gd name="connsiteY6" fmla="*/ 3301 h 6345"/>
                  <a:gd name="connsiteX7" fmla="*/ 1175 w 6343"/>
                  <a:gd name="connsiteY7" fmla="*/ 5545 h 6345"/>
                  <a:gd name="connsiteX8" fmla="*/ 3418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4"/>
                    </a:moveTo>
                    <a:cubicBezTo>
                      <a:pt x="4259" y="6474"/>
                      <a:pt x="5066" y="6140"/>
                      <a:pt x="5660" y="5545"/>
                    </a:cubicBezTo>
                    <a:cubicBezTo>
                      <a:pt x="6255" y="4950"/>
                      <a:pt x="6589" y="4143"/>
                      <a:pt x="6589" y="3301"/>
                    </a:cubicBezTo>
                    <a:cubicBezTo>
                      <a:pt x="6589" y="2460"/>
                      <a:pt x="6255" y="1653"/>
                      <a:pt x="5660" y="1058"/>
                    </a:cubicBezTo>
                    <a:cubicBezTo>
                      <a:pt x="5066" y="463"/>
                      <a:pt x="4259" y="128"/>
                      <a:pt x="3418" y="128"/>
                    </a:cubicBezTo>
                    <a:cubicBezTo>
                      <a:pt x="2577" y="128"/>
                      <a:pt x="1770" y="463"/>
                      <a:pt x="1175" y="1058"/>
                    </a:cubicBezTo>
                    <a:cubicBezTo>
                      <a:pt x="580" y="1653"/>
                      <a:pt x="246" y="2460"/>
                      <a:pt x="246" y="3301"/>
                    </a:cubicBezTo>
                    <a:cubicBezTo>
                      <a:pt x="246" y="4143"/>
                      <a:pt x="580" y="4950"/>
                      <a:pt x="1175" y="5545"/>
                    </a:cubicBezTo>
                    <a:cubicBezTo>
                      <a:pt x="1770" y="6140"/>
                      <a:pt x="2577" y="6474"/>
                      <a:pt x="3418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53" name="Freeform: Shape 12052">
                <a:extLst>
                  <a:ext uri="{FF2B5EF4-FFF2-40B4-BE49-F238E27FC236}">
                    <a16:creationId xmlns:a16="http://schemas.microsoft.com/office/drawing/2014/main" id="{97CE38AF-9A9D-43DD-C263-B87C19CDF35C}"/>
                  </a:ext>
                </a:extLst>
              </p:cNvPr>
              <p:cNvSpPr/>
              <p:nvPr/>
            </p:nvSpPr>
            <p:spPr>
              <a:xfrm>
                <a:off x="9529448" y="5119559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5 h 6345"/>
                  <a:gd name="connsiteX2" fmla="*/ 6589 w 6343"/>
                  <a:gd name="connsiteY2" fmla="*/ 3302 h 6345"/>
                  <a:gd name="connsiteX3" fmla="*/ 5660 w 6343"/>
                  <a:gd name="connsiteY3" fmla="*/ 1058 h 6345"/>
                  <a:gd name="connsiteX4" fmla="*/ 3418 w 6343"/>
                  <a:gd name="connsiteY4" fmla="*/ 129 h 6345"/>
                  <a:gd name="connsiteX5" fmla="*/ 1175 w 6343"/>
                  <a:gd name="connsiteY5" fmla="*/ 1058 h 6345"/>
                  <a:gd name="connsiteX6" fmla="*/ 246 w 6343"/>
                  <a:gd name="connsiteY6" fmla="*/ 3302 h 6345"/>
                  <a:gd name="connsiteX7" fmla="*/ 1175 w 6343"/>
                  <a:gd name="connsiteY7" fmla="*/ 5545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5" y="6140"/>
                      <a:pt x="5660" y="5545"/>
                    </a:cubicBezTo>
                    <a:cubicBezTo>
                      <a:pt x="6255" y="4950"/>
                      <a:pt x="6589" y="4143"/>
                      <a:pt x="6589" y="3302"/>
                    </a:cubicBezTo>
                    <a:cubicBezTo>
                      <a:pt x="6589" y="2461"/>
                      <a:pt x="6255" y="1653"/>
                      <a:pt x="5660" y="1058"/>
                    </a:cubicBezTo>
                    <a:cubicBezTo>
                      <a:pt x="5065" y="464"/>
                      <a:pt x="4259" y="129"/>
                      <a:pt x="3418" y="129"/>
                    </a:cubicBezTo>
                    <a:cubicBezTo>
                      <a:pt x="2576" y="129"/>
                      <a:pt x="1770" y="464"/>
                      <a:pt x="1175" y="1058"/>
                    </a:cubicBezTo>
                    <a:cubicBezTo>
                      <a:pt x="580" y="1653"/>
                      <a:pt x="246" y="2461"/>
                      <a:pt x="246" y="3302"/>
                    </a:cubicBezTo>
                    <a:cubicBezTo>
                      <a:pt x="246" y="4143"/>
                      <a:pt x="580" y="4950"/>
                      <a:pt x="1175" y="5545"/>
                    </a:cubicBezTo>
                    <a:cubicBezTo>
                      <a:pt x="1770" y="6140"/>
                      <a:pt x="2576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54" name="Freeform: Shape 12053">
                <a:extLst>
                  <a:ext uri="{FF2B5EF4-FFF2-40B4-BE49-F238E27FC236}">
                    <a16:creationId xmlns:a16="http://schemas.microsoft.com/office/drawing/2014/main" id="{26B20C00-6DF6-A60B-0755-54A967470833}"/>
                  </a:ext>
                </a:extLst>
              </p:cNvPr>
              <p:cNvSpPr/>
              <p:nvPr/>
            </p:nvSpPr>
            <p:spPr>
              <a:xfrm>
                <a:off x="9529822" y="5121485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8 w 6343"/>
                  <a:gd name="connsiteY4" fmla="*/ 129 h 6345"/>
                  <a:gd name="connsiteX5" fmla="*/ 1175 w 6343"/>
                  <a:gd name="connsiteY5" fmla="*/ 1059 h 6345"/>
                  <a:gd name="connsiteX6" fmla="*/ 246 w 6343"/>
                  <a:gd name="connsiteY6" fmla="*/ 3302 h 6345"/>
                  <a:gd name="connsiteX7" fmla="*/ 1175 w 6343"/>
                  <a:gd name="connsiteY7" fmla="*/ 5546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5" y="6140"/>
                      <a:pt x="5660" y="5546"/>
                    </a:cubicBezTo>
                    <a:cubicBezTo>
                      <a:pt x="6255" y="4951"/>
                      <a:pt x="6589" y="4144"/>
                      <a:pt x="6589" y="3302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9" y="129"/>
                      <a:pt x="3418" y="129"/>
                    </a:cubicBezTo>
                    <a:cubicBezTo>
                      <a:pt x="2576" y="129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2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0"/>
                      <a:pt x="2576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55" name="Freeform: Shape 12054">
                <a:extLst>
                  <a:ext uri="{FF2B5EF4-FFF2-40B4-BE49-F238E27FC236}">
                    <a16:creationId xmlns:a16="http://schemas.microsoft.com/office/drawing/2014/main" id="{54B62732-0FEF-0233-6545-98DB0571728C}"/>
                  </a:ext>
                </a:extLst>
              </p:cNvPr>
              <p:cNvSpPr/>
              <p:nvPr/>
            </p:nvSpPr>
            <p:spPr>
              <a:xfrm>
                <a:off x="9530092" y="5123576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8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2 h 6345"/>
                  <a:gd name="connsiteX7" fmla="*/ 1175 w 6343"/>
                  <a:gd name="connsiteY7" fmla="*/ 5546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2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9" y="130"/>
                      <a:pt x="3418" y="130"/>
                    </a:cubicBezTo>
                    <a:cubicBezTo>
                      <a:pt x="2576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2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6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56" name="Freeform: Shape 12055">
                <a:extLst>
                  <a:ext uri="{FF2B5EF4-FFF2-40B4-BE49-F238E27FC236}">
                    <a16:creationId xmlns:a16="http://schemas.microsoft.com/office/drawing/2014/main" id="{3DE0683E-8BEF-47A4-FC98-644322AA746B}"/>
                  </a:ext>
                </a:extLst>
              </p:cNvPr>
              <p:cNvSpPr/>
              <p:nvPr/>
            </p:nvSpPr>
            <p:spPr>
              <a:xfrm>
                <a:off x="9531022" y="5124328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8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2 h 6345"/>
                  <a:gd name="connsiteX7" fmla="*/ 1175 w 6343"/>
                  <a:gd name="connsiteY7" fmla="*/ 5546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6" y="6141"/>
                      <a:pt x="5660" y="5546"/>
                    </a:cubicBezTo>
                    <a:cubicBezTo>
                      <a:pt x="6255" y="4951"/>
                      <a:pt x="6589" y="4144"/>
                      <a:pt x="6589" y="3302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6" y="464"/>
                      <a:pt x="4259" y="130"/>
                      <a:pt x="3418" y="130"/>
                    </a:cubicBezTo>
                    <a:cubicBezTo>
                      <a:pt x="2577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2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7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57" name="Freeform: Shape 12056">
                <a:extLst>
                  <a:ext uri="{FF2B5EF4-FFF2-40B4-BE49-F238E27FC236}">
                    <a16:creationId xmlns:a16="http://schemas.microsoft.com/office/drawing/2014/main" id="{92F430D1-198C-21B2-2341-F77ABF350BA7}"/>
                  </a:ext>
                </a:extLst>
              </p:cNvPr>
              <p:cNvSpPr/>
              <p:nvPr/>
            </p:nvSpPr>
            <p:spPr>
              <a:xfrm>
                <a:off x="9531543" y="5125861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8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2 h 6345"/>
                  <a:gd name="connsiteX7" fmla="*/ 1175 w 6343"/>
                  <a:gd name="connsiteY7" fmla="*/ 5546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6" y="6141"/>
                      <a:pt x="5660" y="5546"/>
                    </a:cubicBezTo>
                    <a:cubicBezTo>
                      <a:pt x="6255" y="4951"/>
                      <a:pt x="6589" y="4144"/>
                      <a:pt x="6589" y="3302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6" y="464"/>
                      <a:pt x="4259" y="130"/>
                      <a:pt x="3418" y="130"/>
                    </a:cubicBezTo>
                    <a:cubicBezTo>
                      <a:pt x="2577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2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7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58" name="Freeform: Shape 12057">
                <a:extLst>
                  <a:ext uri="{FF2B5EF4-FFF2-40B4-BE49-F238E27FC236}">
                    <a16:creationId xmlns:a16="http://schemas.microsoft.com/office/drawing/2014/main" id="{30E4F568-D491-ABF7-0B96-DC130652AD95}"/>
                  </a:ext>
                </a:extLst>
              </p:cNvPr>
              <p:cNvSpPr/>
              <p:nvPr/>
            </p:nvSpPr>
            <p:spPr>
              <a:xfrm>
                <a:off x="9531698" y="5128058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59 h 6345"/>
                  <a:gd name="connsiteX4" fmla="*/ 3418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6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6" y="464"/>
                      <a:pt x="4259" y="130"/>
                      <a:pt x="3418" y="130"/>
                    </a:cubicBezTo>
                    <a:cubicBezTo>
                      <a:pt x="2577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3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7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59" name="Freeform: Shape 12058">
                <a:extLst>
                  <a:ext uri="{FF2B5EF4-FFF2-40B4-BE49-F238E27FC236}">
                    <a16:creationId xmlns:a16="http://schemas.microsoft.com/office/drawing/2014/main" id="{AF7250E3-B39D-7F5F-4FE1-3F8680BC87AF}"/>
                  </a:ext>
                </a:extLst>
              </p:cNvPr>
              <p:cNvSpPr/>
              <p:nvPr/>
            </p:nvSpPr>
            <p:spPr>
              <a:xfrm>
                <a:off x="9530239" y="5133228"/>
                <a:ext cx="6343" cy="6345"/>
              </a:xfrm>
              <a:custGeom>
                <a:avLst/>
                <a:gdLst>
                  <a:gd name="connsiteX0" fmla="*/ 3418 w 6343"/>
                  <a:gd name="connsiteY0" fmla="*/ 6476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60 h 6345"/>
                  <a:gd name="connsiteX4" fmla="*/ 3418 w 6343"/>
                  <a:gd name="connsiteY4" fmla="*/ 130 h 6345"/>
                  <a:gd name="connsiteX5" fmla="*/ 1175 w 6343"/>
                  <a:gd name="connsiteY5" fmla="*/ 1060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8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6"/>
                    </a:moveTo>
                    <a:cubicBezTo>
                      <a:pt x="4259" y="6476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2"/>
                      <a:pt x="6255" y="1655"/>
                      <a:pt x="5660" y="1060"/>
                    </a:cubicBezTo>
                    <a:cubicBezTo>
                      <a:pt x="5065" y="465"/>
                      <a:pt x="4259" y="130"/>
                      <a:pt x="3418" y="130"/>
                    </a:cubicBezTo>
                    <a:cubicBezTo>
                      <a:pt x="2576" y="130"/>
                      <a:pt x="1770" y="465"/>
                      <a:pt x="1175" y="1060"/>
                    </a:cubicBezTo>
                    <a:cubicBezTo>
                      <a:pt x="580" y="1655"/>
                      <a:pt x="246" y="2462"/>
                      <a:pt x="246" y="3303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6" y="6476"/>
                      <a:pt x="3418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60" name="Freeform: Shape 12059">
                <a:extLst>
                  <a:ext uri="{FF2B5EF4-FFF2-40B4-BE49-F238E27FC236}">
                    <a16:creationId xmlns:a16="http://schemas.microsoft.com/office/drawing/2014/main" id="{63516CAF-999B-DC02-E913-4940EB84E401}"/>
                  </a:ext>
                </a:extLst>
              </p:cNvPr>
              <p:cNvSpPr/>
              <p:nvPr/>
            </p:nvSpPr>
            <p:spPr>
              <a:xfrm>
                <a:off x="9531343" y="5133538"/>
                <a:ext cx="6343" cy="6345"/>
              </a:xfrm>
              <a:custGeom>
                <a:avLst/>
                <a:gdLst>
                  <a:gd name="connsiteX0" fmla="*/ 3418 w 6343"/>
                  <a:gd name="connsiteY0" fmla="*/ 6476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60 h 6345"/>
                  <a:gd name="connsiteX4" fmla="*/ 3418 w 6343"/>
                  <a:gd name="connsiteY4" fmla="*/ 130 h 6345"/>
                  <a:gd name="connsiteX5" fmla="*/ 1175 w 6343"/>
                  <a:gd name="connsiteY5" fmla="*/ 1060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8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6"/>
                    </a:moveTo>
                    <a:cubicBezTo>
                      <a:pt x="4259" y="6476"/>
                      <a:pt x="5066" y="6141"/>
                      <a:pt x="5660" y="5546"/>
                    </a:cubicBezTo>
                    <a:cubicBezTo>
                      <a:pt x="6255" y="4952"/>
                      <a:pt x="6589" y="4144"/>
                      <a:pt x="6589" y="3303"/>
                    </a:cubicBezTo>
                    <a:cubicBezTo>
                      <a:pt x="6589" y="2462"/>
                      <a:pt x="6255" y="1655"/>
                      <a:pt x="5660" y="1060"/>
                    </a:cubicBezTo>
                    <a:cubicBezTo>
                      <a:pt x="5066" y="465"/>
                      <a:pt x="4259" y="130"/>
                      <a:pt x="3418" y="130"/>
                    </a:cubicBezTo>
                    <a:cubicBezTo>
                      <a:pt x="2577" y="130"/>
                      <a:pt x="1770" y="465"/>
                      <a:pt x="1175" y="1060"/>
                    </a:cubicBezTo>
                    <a:cubicBezTo>
                      <a:pt x="580" y="1655"/>
                      <a:pt x="246" y="2462"/>
                      <a:pt x="246" y="3303"/>
                    </a:cubicBezTo>
                    <a:cubicBezTo>
                      <a:pt x="246" y="4144"/>
                      <a:pt x="580" y="4952"/>
                      <a:pt x="1175" y="5546"/>
                    </a:cubicBezTo>
                    <a:cubicBezTo>
                      <a:pt x="1770" y="6141"/>
                      <a:pt x="2577" y="6476"/>
                      <a:pt x="3418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61" name="Freeform: Shape 12060">
                <a:extLst>
                  <a:ext uri="{FF2B5EF4-FFF2-40B4-BE49-F238E27FC236}">
                    <a16:creationId xmlns:a16="http://schemas.microsoft.com/office/drawing/2014/main" id="{F41DD90A-AE0E-6747-6EF2-394527A11409}"/>
                  </a:ext>
                </a:extLst>
              </p:cNvPr>
              <p:cNvSpPr/>
              <p:nvPr/>
            </p:nvSpPr>
            <p:spPr>
              <a:xfrm>
                <a:off x="9525817" y="5152141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5" y="1061"/>
                    </a:cubicBezTo>
                    <a:cubicBezTo>
                      <a:pt x="580" y="1656"/>
                      <a:pt x="246" y="2463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62" name="Freeform: Shape 12061">
                <a:extLst>
                  <a:ext uri="{FF2B5EF4-FFF2-40B4-BE49-F238E27FC236}">
                    <a16:creationId xmlns:a16="http://schemas.microsoft.com/office/drawing/2014/main" id="{0A16E152-2662-5909-63E2-AFDB6064AC8C}"/>
                  </a:ext>
                </a:extLst>
              </p:cNvPr>
              <p:cNvSpPr/>
              <p:nvPr/>
            </p:nvSpPr>
            <p:spPr>
              <a:xfrm>
                <a:off x="9526693" y="5154605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5" y="1061"/>
                    </a:cubicBezTo>
                    <a:cubicBezTo>
                      <a:pt x="580" y="1656"/>
                      <a:pt x="246" y="2463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63" name="Freeform: Shape 12062">
                <a:extLst>
                  <a:ext uri="{FF2B5EF4-FFF2-40B4-BE49-F238E27FC236}">
                    <a16:creationId xmlns:a16="http://schemas.microsoft.com/office/drawing/2014/main" id="{99380AC0-ED13-D2ED-4E86-E3377A8EAA63}"/>
                  </a:ext>
                </a:extLst>
              </p:cNvPr>
              <p:cNvSpPr/>
              <p:nvPr/>
            </p:nvSpPr>
            <p:spPr>
              <a:xfrm>
                <a:off x="9527642" y="5154952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70" y="466"/>
                      <a:pt x="1175" y="1061"/>
                    </a:cubicBezTo>
                    <a:cubicBezTo>
                      <a:pt x="580" y="1656"/>
                      <a:pt x="246" y="2463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70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64" name="Freeform: Shape 12063">
                <a:extLst>
                  <a:ext uri="{FF2B5EF4-FFF2-40B4-BE49-F238E27FC236}">
                    <a16:creationId xmlns:a16="http://schemas.microsoft.com/office/drawing/2014/main" id="{74DBE1B3-FC81-817A-FB24-DC83F0D9510E}"/>
                  </a:ext>
                </a:extLst>
              </p:cNvPr>
              <p:cNvSpPr/>
              <p:nvPr/>
            </p:nvSpPr>
            <p:spPr>
              <a:xfrm>
                <a:off x="9527812" y="5156587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9" y="132"/>
                      <a:pt x="3417" y="132"/>
                    </a:cubicBezTo>
                    <a:cubicBezTo>
                      <a:pt x="2576" y="132"/>
                      <a:pt x="1770" y="466"/>
                      <a:pt x="1175" y="1061"/>
                    </a:cubicBezTo>
                    <a:cubicBezTo>
                      <a:pt x="580" y="1656"/>
                      <a:pt x="246" y="2463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70" y="6143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65" name="Freeform: Shape 12064">
                <a:extLst>
                  <a:ext uri="{FF2B5EF4-FFF2-40B4-BE49-F238E27FC236}">
                    <a16:creationId xmlns:a16="http://schemas.microsoft.com/office/drawing/2014/main" id="{1D86C6E4-72DD-9BA1-B645-4FEBC9DCD91C}"/>
                  </a:ext>
                </a:extLst>
              </p:cNvPr>
              <p:cNvSpPr/>
              <p:nvPr/>
            </p:nvSpPr>
            <p:spPr>
              <a:xfrm>
                <a:off x="9527604" y="5158804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2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3"/>
                      <a:pt x="5660" y="5548"/>
                    </a:cubicBezTo>
                    <a:cubicBezTo>
                      <a:pt x="6255" y="4954"/>
                      <a:pt x="6589" y="4146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2"/>
                      <a:pt x="3417" y="132"/>
                    </a:cubicBezTo>
                    <a:cubicBezTo>
                      <a:pt x="2576" y="132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6"/>
                      <a:pt x="580" y="4954"/>
                      <a:pt x="1175" y="5548"/>
                    </a:cubicBezTo>
                    <a:cubicBezTo>
                      <a:pt x="1770" y="6143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66" name="Freeform: Shape 12065">
                <a:extLst>
                  <a:ext uri="{FF2B5EF4-FFF2-40B4-BE49-F238E27FC236}">
                    <a16:creationId xmlns:a16="http://schemas.microsoft.com/office/drawing/2014/main" id="{AD682028-7E7E-B007-CE54-88D88D8DFEE6}"/>
                  </a:ext>
                </a:extLst>
              </p:cNvPr>
              <p:cNvSpPr/>
              <p:nvPr/>
            </p:nvSpPr>
            <p:spPr>
              <a:xfrm>
                <a:off x="9527637" y="5160590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2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2"/>
                      <a:pt x="3417" y="132"/>
                    </a:cubicBezTo>
                    <a:cubicBezTo>
                      <a:pt x="2576" y="132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67" name="Freeform: Shape 12066">
                <a:extLst>
                  <a:ext uri="{FF2B5EF4-FFF2-40B4-BE49-F238E27FC236}">
                    <a16:creationId xmlns:a16="http://schemas.microsoft.com/office/drawing/2014/main" id="{B529B960-27B5-FE01-26E9-DE6AF936B365}"/>
                  </a:ext>
                </a:extLst>
              </p:cNvPr>
              <p:cNvSpPr/>
              <p:nvPr/>
            </p:nvSpPr>
            <p:spPr>
              <a:xfrm>
                <a:off x="9528997" y="5162043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68" name="Freeform: Shape 12067">
                <a:extLst>
                  <a:ext uri="{FF2B5EF4-FFF2-40B4-BE49-F238E27FC236}">
                    <a16:creationId xmlns:a16="http://schemas.microsoft.com/office/drawing/2014/main" id="{AC5A8EA4-0774-D7AF-BAB3-E589A118912B}"/>
                  </a:ext>
                </a:extLst>
              </p:cNvPr>
              <p:cNvSpPr/>
              <p:nvPr/>
            </p:nvSpPr>
            <p:spPr>
              <a:xfrm>
                <a:off x="9529941" y="5162355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69" name="Freeform: Shape 12068">
                <a:extLst>
                  <a:ext uri="{FF2B5EF4-FFF2-40B4-BE49-F238E27FC236}">
                    <a16:creationId xmlns:a16="http://schemas.microsoft.com/office/drawing/2014/main" id="{FA443F93-47FB-DB22-1FC1-D85CDB269736}"/>
                  </a:ext>
                </a:extLst>
              </p:cNvPr>
              <p:cNvSpPr/>
              <p:nvPr/>
            </p:nvSpPr>
            <p:spPr>
              <a:xfrm>
                <a:off x="9530162" y="5163770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70" name="Freeform: Shape 12069">
                <a:extLst>
                  <a:ext uri="{FF2B5EF4-FFF2-40B4-BE49-F238E27FC236}">
                    <a16:creationId xmlns:a16="http://schemas.microsoft.com/office/drawing/2014/main" id="{6A436FF1-DF19-3226-F6A6-829CC2A91462}"/>
                  </a:ext>
                </a:extLst>
              </p:cNvPr>
              <p:cNvSpPr/>
              <p:nvPr/>
            </p:nvSpPr>
            <p:spPr>
              <a:xfrm>
                <a:off x="9530855" y="5164455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71" name="Freeform: Shape 12070">
                <a:extLst>
                  <a:ext uri="{FF2B5EF4-FFF2-40B4-BE49-F238E27FC236}">
                    <a16:creationId xmlns:a16="http://schemas.microsoft.com/office/drawing/2014/main" id="{CA59D0C0-F6F0-AC54-8D4C-DE4558BCBB17}"/>
                  </a:ext>
                </a:extLst>
              </p:cNvPr>
              <p:cNvSpPr/>
              <p:nvPr/>
            </p:nvSpPr>
            <p:spPr>
              <a:xfrm>
                <a:off x="9531613" y="5165040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72" name="Freeform: Shape 12071">
                <a:extLst>
                  <a:ext uri="{FF2B5EF4-FFF2-40B4-BE49-F238E27FC236}">
                    <a16:creationId xmlns:a16="http://schemas.microsoft.com/office/drawing/2014/main" id="{356A82B0-B603-7E93-13E7-77C98E81DA58}"/>
                  </a:ext>
                </a:extLst>
              </p:cNvPr>
              <p:cNvSpPr/>
              <p:nvPr/>
            </p:nvSpPr>
            <p:spPr>
              <a:xfrm>
                <a:off x="9531624" y="5166712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73" name="Freeform: Shape 12072">
                <a:extLst>
                  <a:ext uri="{FF2B5EF4-FFF2-40B4-BE49-F238E27FC236}">
                    <a16:creationId xmlns:a16="http://schemas.microsoft.com/office/drawing/2014/main" id="{C69667EB-F8EB-894F-1DB1-E5363E07E15C}"/>
                  </a:ext>
                </a:extLst>
              </p:cNvPr>
              <p:cNvSpPr/>
              <p:nvPr/>
            </p:nvSpPr>
            <p:spPr>
              <a:xfrm>
                <a:off x="9532154" y="5167609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74" name="Freeform: Shape 12073">
                <a:extLst>
                  <a:ext uri="{FF2B5EF4-FFF2-40B4-BE49-F238E27FC236}">
                    <a16:creationId xmlns:a16="http://schemas.microsoft.com/office/drawing/2014/main" id="{1DB252D8-893D-CFDC-0BB6-7E4DF253D9ED}"/>
                  </a:ext>
                </a:extLst>
              </p:cNvPr>
              <p:cNvSpPr/>
              <p:nvPr/>
            </p:nvSpPr>
            <p:spPr>
              <a:xfrm>
                <a:off x="9538772" y="5168228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75" name="Freeform: Shape 12074">
                <a:extLst>
                  <a:ext uri="{FF2B5EF4-FFF2-40B4-BE49-F238E27FC236}">
                    <a16:creationId xmlns:a16="http://schemas.microsoft.com/office/drawing/2014/main" id="{E69337D4-73B3-1B83-36CA-C012445D909D}"/>
                  </a:ext>
                </a:extLst>
              </p:cNvPr>
              <p:cNvSpPr/>
              <p:nvPr/>
            </p:nvSpPr>
            <p:spPr>
              <a:xfrm>
                <a:off x="9537536" y="517144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76" name="Freeform: Shape 12075">
                <a:extLst>
                  <a:ext uri="{FF2B5EF4-FFF2-40B4-BE49-F238E27FC236}">
                    <a16:creationId xmlns:a16="http://schemas.microsoft.com/office/drawing/2014/main" id="{71952DEA-593E-B7C7-C5F7-DD7B7DCBEF6B}"/>
                  </a:ext>
                </a:extLst>
              </p:cNvPr>
              <p:cNvSpPr/>
              <p:nvPr/>
            </p:nvSpPr>
            <p:spPr>
              <a:xfrm>
                <a:off x="9538515" y="5171723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77" name="Freeform: Shape 12076">
                <a:extLst>
                  <a:ext uri="{FF2B5EF4-FFF2-40B4-BE49-F238E27FC236}">
                    <a16:creationId xmlns:a16="http://schemas.microsoft.com/office/drawing/2014/main" id="{262EC2A1-3622-C5F9-B3A8-12009C3BA41D}"/>
                  </a:ext>
                </a:extLst>
              </p:cNvPr>
              <p:cNvSpPr/>
              <p:nvPr/>
            </p:nvSpPr>
            <p:spPr>
              <a:xfrm>
                <a:off x="9539609" y="5171860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50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78" name="Freeform: Shape 12077">
                <a:extLst>
                  <a:ext uri="{FF2B5EF4-FFF2-40B4-BE49-F238E27FC236}">
                    <a16:creationId xmlns:a16="http://schemas.microsoft.com/office/drawing/2014/main" id="{F29A0D7B-0522-E83C-596C-E955CA3620A5}"/>
                  </a:ext>
                </a:extLst>
              </p:cNvPr>
              <p:cNvSpPr/>
              <p:nvPr/>
            </p:nvSpPr>
            <p:spPr>
              <a:xfrm>
                <a:off x="9540744" y="517195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4"/>
                      <a:pt x="5661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50"/>
                    </a:cubicBezTo>
                    <a:cubicBezTo>
                      <a:pt x="1771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79" name="Freeform: Shape 12078">
                <a:extLst>
                  <a:ext uri="{FF2B5EF4-FFF2-40B4-BE49-F238E27FC236}">
                    <a16:creationId xmlns:a16="http://schemas.microsoft.com/office/drawing/2014/main" id="{73486825-A24D-0E54-A371-55493B864FD3}"/>
                  </a:ext>
                </a:extLst>
              </p:cNvPr>
              <p:cNvSpPr/>
              <p:nvPr/>
            </p:nvSpPr>
            <p:spPr>
              <a:xfrm>
                <a:off x="9542037" y="517186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50"/>
                    </a:cubicBezTo>
                    <a:cubicBezTo>
                      <a:pt x="1771" y="6144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80" name="Freeform: Shape 12079">
                <a:extLst>
                  <a:ext uri="{FF2B5EF4-FFF2-40B4-BE49-F238E27FC236}">
                    <a16:creationId xmlns:a16="http://schemas.microsoft.com/office/drawing/2014/main" id="{05E1AED0-8E42-F256-1ECE-AE5D414F0084}"/>
                  </a:ext>
                </a:extLst>
              </p:cNvPr>
              <p:cNvSpPr/>
              <p:nvPr/>
            </p:nvSpPr>
            <p:spPr>
              <a:xfrm>
                <a:off x="9543218" y="517193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4"/>
                      <a:pt x="5661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81" name="Freeform: Shape 12080">
                <a:extLst>
                  <a:ext uri="{FF2B5EF4-FFF2-40B4-BE49-F238E27FC236}">
                    <a16:creationId xmlns:a16="http://schemas.microsoft.com/office/drawing/2014/main" id="{E479C9D2-48F3-BD09-937A-2CC1E70D1F90}"/>
                  </a:ext>
                </a:extLst>
              </p:cNvPr>
              <p:cNvSpPr/>
              <p:nvPr/>
            </p:nvSpPr>
            <p:spPr>
              <a:xfrm>
                <a:off x="9544519" y="517186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82" name="Freeform: Shape 12081">
                <a:extLst>
                  <a:ext uri="{FF2B5EF4-FFF2-40B4-BE49-F238E27FC236}">
                    <a16:creationId xmlns:a16="http://schemas.microsoft.com/office/drawing/2014/main" id="{43D3331E-B399-3E1A-7940-BE3405883C96}"/>
                  </a:ext>
                </a:extLst>
              </p:cNvPr>
              <p:cNvSpPr/>
              <p:nvPr/>
            </p:nvSpPr>
            <p:spPr>
              <a:xfrm>
                <a:off x="9545786" y="517185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1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83" name="Freeform: Shape 12082">
                <a:extLst>
                  <a:ext uri="{FF2B5EF4-FFF2-40B4-BE49-F238E27FC236}">
                    <a16:creationId xmlns:a16="http://schemas.microsoft.com/office/drawing/2014/main" id="{9244D46B-3B2E-39FA-62DA-6B09F5BE9E71}"/>
                  </a:ext>
                </a:extLst>
              </p:cNvPr>
              <p:cNvSpPr/>
              <p:nvPr/>
            </p:nvSpPr>
            <p:spPr>
              <a:xfrm>
                <a:off x="9547016" y="517191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0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7"/>
                      <a:pt x="582" y="4955"/>
                      <a:pt x="1176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84" name="Freeform: Shape 12083">
                <a:extLst>
                  <a:ext uri="{FF2B5EF4-FFF2-40B4-BE49-F238E27FC236}">
                    <a16:creationId xmlns:a16="http://schemas.microsoft.com/office/drawing/2014/main" id="{6B1A471A-924F-8CB1-C1C7-14E1D1BD143E}"/>
                  </a:ext>
                </a:extLst>
              </p:cNvPr>
              <p:cNvSpPr/>
              <p:nvPr/>
            </p:nvSpPr>
            <p:spPr>
              <a:xfrm>
                <a:off x="9548168" y="517206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50"/>
                    </a:cubicBezTo>
                    <a:cubicBezTo>
                      <a:pt x="6256" y="4955"/>
                      <a:pt x="6591" y="4147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7"/>
                      <a:pt x="582" y="4955"/>
                      <a:pt x="1176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85" name="Freeform: Shape 12084">
                <a:extLst>
                  <a:ext uri="{FF2B5EF4-FFF2-40B4-BE49-F238E27FC236}">
                    <a16:creationId xmlns:a16="http://schemas.microsoft.com/office/drawing/2014/main" id="{3FDBCEB6-1394-B5EC-538F-263E4A778F09}"/>
                  </a:ext>
                </a:extLst>
              </p:cNvPr>
              <p:cNvSpPr/>
              <p:nvPr/>
            </p:nvSpPr>
            <p:spPr>
              <a:xfrm>
                <a:off x="9549527" y="517199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50"/>
                    </a:cubicBezTo>
                    <a:cubicBezTo>
                      <a:pt x="6256" y="4955"/>
                      <a:pt x="6591" y="4147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6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86" name="Freeform: Shape 12085">
                <a:extLst>
                  <a:ext uri="{FF2B5EF4-FFF2-40B4-BE49-F238E27FC236}">
                    <a16:creationId xmlns:a16="http://schemas.microsoft.com/office/drawing/2014/main" id="{62BD834D-BBA3-45D0-413A-7CDA1127187D}"/>
                  </a:ext>
                </a:extLst>
              </p:cNvPr>
              <p:cNvSpPr/>
              <p:nvPr/>
            </p:nvSpPr>
            <p:spPr>
              <a:xfrm>
                <a:off x="9550972" y="517184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50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87" name="Freeform: Shape 12086">
                <a:extLst>
                  <a:ext uri="{FF2B5EF4-FFF2-40B4-BE49-F238E27FC236}">
                    <a16:creationId xmlns:a16="http://schemas.microsoft.com/office/drawing/2014/main" id="{AA85E455-BC91-BDF0-AD5E-774C1CC577DC}"/>
                  </a:ext>
                </a:extLst>
              </p:cNvPr>
              <p:cNvSpPr/>
              <p:nvPr/>
            </p:nvSpPr>
            <p:spPr>
              <a:xfrm>
                <a:off x="9552175" y="517198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4"/>
                      <a:pt x="5662" y="5550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50"/>
                    </a:cubicBezTo>
                    <a:cubicBezTo>
                      <a:pt x="1771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88" name="Freeform: Shape 12087">
                <a:extLst>
                  <a:ext uri="{FF2B5EF4-FFF2-40B4-BE49-F238E27FC236}">
                    <a16:creationId xmlns:a16="http://schemas.microsoft.com/office/drawing/2014/main" id="{53BEF46A-6219-2AC7-815C-93D2F697778E}"/>
                  </a:ext>
                </a:extLst>
              </p:cNvPr>
              <p:cNvSpPr/>
              <p:nvPr/>
            </p:nvSpPr>
            <p:spPr>
              <a:xfrm>
                <a:off x="9553421" y="517209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4"/>
                      <a:pt x="5662" y="5550"/>
                    </a:cubicBezTo>
                    <a:cubicBezTo>
                      <a:pt x="6257" y="4955"/>
                      <a:pt x="6591" y="4147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7"/>
                      <a:pt x="582" y="4955"/>
                      <a:pt x="1177" y="5550"/>
                    </a:cubicBezTo>
                    <a:cubicBezTo>
                      <a:pt x="1772" y="6144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89" name="Freeform: Shape 12088">
                <a:extLst>
                  <a:ext uri="{FF2B5EF4-FFF2-40B4-BE49-F238E27FC236}">
                    <a16:creationId xmlns:a16="http://schemas.microsoft.com/office/drawing/2014/main" id="{8F999627-A7FC-5228-D0EA-419469B22D78}"/>
                  </a:ext>
                </a:extLst>
              </p:cNvPr>
              <p:cNvSpPr/>
              <p:nvPr/>
            </p:nvSpPr>
            <p:spPr>
              <a:xfrm>
                <a:off x="9554671" y="517220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4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4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90" name="Freeform: Shape 12089">
                <a:extLst>
                  <a:ext uri="{FF2B5EF4-FFF2-40B4-BE49-F238E27FC236}">
                    <a16:creationId xmlns:a16="http://schemas.microsoft.com/office/drawing/2014/main" id="{D70F1614-0394-5169-3384-CFA22D55A971}"/>
                  </a:ext>
                </a:extLst>
              </p:cNvPr>
              <p:cNvSpPr/>
              <p:nvPr/>
            </p:nvSpPr>
            <p:spPr>
              <a:xfrm>
                <a:off x="9555880" y="517237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91" name="Freeform: Shape 12090">
                <a:extLst>
                  <a:ext uri="{FF2B5EF4-FFF2-40B4-BE49-F238E27FC236}">
                    <a16:creationId xmlns:a16="http://schemas.microsoft.com/office/drawing/2014/main" id="{7ED99B8C-E879-873D-7E72-0ABE2FE944A7}"/>
                  </a:ext>
                </a:extLst>
              </p:cNvPr>
              <p:cNvSpPr/>
              <p:nvPr/>
            </p:nvSpPr>
            <p:spPr>
              <a:xfrm>
                <a:off x="9557220" y="517242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92" name="Freeform: Shape 12091">
                <a:extLst>
                  <a:ext uri="{FF2B5EF4-FFF2-40B4-BE49-F238E27FC236}">
                    <a16:creationId xmlns:a16="http://schemas.microsoft.com/office/drawing/2014/main" id="{D0F6031B-800A-BEBE-E324-7B746D1C961E}"/>
                  </a:ext>
                </a:extLst>
              </p:cNvPr>
              <p:cNvSpPr/>
              <p:nvPr/>
            </p:nvSpPr>
            <p:spPr>
              <a:xfrm>
                <a:off x="9558563" y="517248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93" name="Freeform: Shape 12092">
                <a:extLst>
                  <a:ext uri="{FF2B5EF4-FFF2-40B4-BE49-F238E27FC236}">
                    <a16:creationId xmlns:a16="http://schemas.microsoft.com/office/drawing/2014/main" id="{1A00BCDA-7361-3EED-379C-044DA678656A}"/>
                  </a:ext>
                </a:extLst>
              </p:cNvPr>
              <p:cNvSpPr/>
              <p:nvPr/>
            </p:nvSpPr>
            <p:spPr>
              <a:xfrm>
                <a:off x="9560211" y="517223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94" name="Freeform: Shape 12093">
                <a:extLst>
                  <a:ext uri="{FF2B5EF4-FFF2-40B4-BE49-F238E27FC236}">
                    <a16:creationId xmlns:a16="http://schemas.microsoft.com/office/drawing/2014/main" id="{ABF212E9-1A1E-181A-F3C4-C9E63BE77D03}"/>
                  </a:ext>
                </a:extLst>
              </p:cNvPr>
              <p:cNvSpPr/>
              <p:nvPr/>
            </p:nvSpPr>
            <p:spPr>
              <a:xfrm>
                <a:off x="9561606" y="517227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9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7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95" name="Freeform: Shape 12094">
                <a:extLst>
                  <a:ext uri="{FF2B5EF4-FFF2-40B4-BE49-F238E27FC236}">
                    <a16:creationId xmlns:a16="http://schemas.microsoft.com/office/drawing/2014/main" id="{F95AE716-668E-3D49-9388-5676CF0C71A7}"/>
                  </a:ext>
                </a:extLst>
              </p:cNvPr>
              <p:cNvSpPr/>
              <p:nvPr/>
            </p:nvSpPr>
            <p:spPr>
              <a:xfrm>
                <a:off x="9563136" y="517219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96" name="Freeform: Shape 12095">
                <a:extLst>
                  <a:ext uri="{FF2B5EF4-FFF2-40B4-BE49-F238E27FC236}">
                    <a16:creationId xmlns:a16="http://schemas.microsoft.com/office/drawing/2014/main" id="{3325C67F-0663-9D02-821E-9CF74E7AC700}"/>
                  </a:ext>
                </a:extLst>
              </p:cNvPr>
              <p:cNvSpPr/>
              <p:nvPr/>
            </p:nvSpPr>
            <p:spPr>
              <a:xfrm>
                <a:off x="9564452" y="517234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97" name="Freeform: Shape 12096">
                <a:extLst>
                  <a:ext uri="{FF2B5EF4-FFF2-40B4-BE49-F238E27FC236}">
                    <a16:creationId xmlns:a16="http://schemas.microsoft.com/office/drawing/2014/main" id="{7AFEABB6-3441-3516-576E-106AD31654FA}"/>
                  </a:ext>
                </a:extLst>
              </p:cNvPr>
              <p:cNvSpPr/>
              <p:nvPr/>
            </p:nvSpPr>
            <p:spPr>
              <a:xfrm>
                <a:off x="9565417" y="517286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98" name="Freeform: Shape 12097">
                <a:extLst>
                  <a:ext uri="{FF2B5EF4-FFF2-40B4-BE49-F238E27FC236}">
                    <a16:creationId xmlns:a16="http://schemas.microsoft.com/office/drawing/2014/main" id="{BEBC82A3-4235-338D-E768-9345D82B0F5D}"/>
                  </a:ext>
                </a:extLst>
              </p:cNvPr>
              <p:cNvSpPr/>
              <p:nvPr/>
            </p:nvSpPr>
            <p:spPr>
              <a:xfrm>
                <a:off x="9567847" y="5171938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8" y="6144"/>
                      <a:pt x="5663" y="5550"/>
                    </a:cubicBezTo>
                    <a:cubicBezTo>
                      <a:pt x="6258" y="4955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1" y="133"/>
                    </a:cubicBezTo>
                    <a:cubicBezTo>
                      <a:pt x="2579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5"/>
                      <a:pt x="1178" y="5550"/>
                    </a:cubicBezTo>
                    <a:cubicBezTo>
                      <a:pt x="1773" y="6144"/>
                      <a:pt x="2579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099" name="Freeform: Shape 12098">
                <a:extLst>
                  <a:ext uri="{FF2B5EF4-FFF2-40B4-BE49-F238E27FC236}">
                    <a16:creationId xmlns:a16="http://schemas.microsoft.com/office/drawing/2014/main" id="{83529022-3D37-F7B6-97BA-184DAEABA7BA}"/>
                  </a:ext>
                </a:extLst>
              </p:cNvPr>
              <p:cNvSpPr/>
              <p:nvPr/>
            </p:nvSpPr>
            <p:spPr>
              <a:xfrm>
                <a:off x="9569623" y="5171694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4"/>
                      <a:pt x="5663" y="5549"/>
                    </a:cubicBezTo>
                    <a:cubicBezTo>
                      <a:pt x="6258" y="4955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5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00" name="Freeform: Shape 12099">
                <a:extLst>
                  <a:ext uri="{FF2B5EF4-FFF2-40B4-BE49-F238E27FC236}">
                    <a16:creationId xmlns:a16="http://schemas.microsoft.com/office/drawing/2014/main" id="{D238E200-E81E-7D1E-6E83-A4CC835386FC}"/>
                  </a:ext>
                </a:extLst>
              </p:cNvPr>
              <p:cNvSpPr/>
              <p:nvPr/>
            </p:nvSpPr>
            <p:spPr>
              <a:xfrm>
                <a:off x="9648107" y="5099939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8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4 w 6343"/>
                  <a:gd name="connsiteY5" fmla="*/ 1057 h 6345"/>
                  <a:gd name="connsiteX6" fmla="*/ 255 w 6343"/>
                  <a:gd name="connsiteY6" fmla="*/ 3300 h 6345"/>
                  <a:gd name="connsiteX7" fmla="*/ 1184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9"/>
                      <a:pt x="5670" y="5544"/>
                    </a:cubicBezTo>
                    <a:cubicBezTo>
                      <a:pt x="6264" y="4949"/>
                      <a:pt x="6598" y="4142"/>
                      <a:pt x="6598" y="3300"/>
                    </a:cubicBezTo>
                    <a:cubicBezTo>
                      <a:pt x="6598" y="2459"/>
                      <a:pt x="6264" y="1652"/>
                      <a:pt x="5670" y="1057"/>
                    </a:cubicBezTo>
                    <a:cubicBezTo>
                      <a:pt x="5075" y="462"/>
                      <a:pt x="4268" y="128"/>
                      <a:pt x="3427" y="128"/>
                    </a:cubicBezTo>
                    <a:cubicBezTo>
                      <a:pt x="2586" y="128"/>
                      <a:pt x="1779" y="462"/>
                      <a:pt x="1184" y="1057"/>
                    </a:cubicBezTo>
                    <a:cubicBezTo>
                      <a:pt x="590" y="1652"/>
                      <a:pt x="255" y="2459"/>
                      <a:pt x="255" y="3300"/>
                    </a:cubicBezTo>
                    <a:cubicBezTo>
                      <a:pt x="255" y="4142"/>
                      <a:pt x="590" y="4949"/>
                      <a:pt x="1184" y="5544"/>
                    </a:cubicBezTo>
                    <a:cubicBezTo>
                      <a:pt x="1779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01" name="Freeform: Shape 12100">
                <a:extLst>
                  <a:ext uri="{FF2B5EF4-FFF2-40B4-BE49-F238E27FC236}">
                    <a16:creationId xmlns:a16="http://schemas.microsoft.com/office/drawing/2014/main" id="{830691C6-8461-4489-61F8-9000C8A520B1}"/>
                  </a:ext>
                </a:extLst>
              </p:cNvPr>
              <p:cNvSpPr/>
              <p:nvPr/>
            </p:nvSpPr>
            <p:spPr>
              <a:xfrm>
                <a:off x="9648656" y="5101793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8 w 6343"/>
                  <a:gd name="connsiteY2" fmla="*/ 3301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4 w 6343"/>
                  <a:gd name="connsiteY5" fmla="*/ 1057 h 6345"/>
                  <a:gd name="connsiteX6" fmla="*/ 255 w 6343"/>
                  <a:gd name="connsiteY6" fmla="*/ 3301 h 6345"/>
                  <a:gd name="connsiteX7" fmla="*/ 1184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9"/>
                      <a:pt x="5670" y="5544"/>
                    </a:cubicBezTo>
                    <a:cubicBezTo>
                      <a:pt x="6264" y="4949"/>
                      <a:pt x="6598" y="4142"/>
                      <a:pt x="6598" y="3301"/>
                    </a:cubicBezTo>
                    <a:cubicBezTo>
                      <a:pt x="6598" y="2459"/>
                      <a:pt x="6264" y="1652"/>
                      <a:pt x="5670" y="1057"/>
                    </a:cubicBezTo>
                    <a:cubicBezTo>
                      <a:pt x="5075" y="462"/>
                      <a:pt x="4268" y="128"/>
                      <a:pt x="3427" y="128"/>
                    </a:cubicBezTo>
                    <a:cubicBezTo>
                      <a:pt x="2586" y="128"/>
                      <a:pt x="1779" y="462"/>
                      <a:pt x="1184" y="1057"/>
                    </a:cubicBezTo>
                    <a:cubicBezTo>
                      <a:pt x="590" y="1652"/>
                      <a:pt x="255" y="2459"/>
                      <a:pt x="255" y="3301"/>
                    </a:cubicBezTo>
                    <a:cubicBezTo>
                      <a:pt x="255" y="4142"/>
                      <a:pt x="590" y="4949"/>
                      <a:pt x="1184" y="5544"/>
                    </a:cubicBezTo>
                    <a:cubicBezTo>
                      <a:pt x="1779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02" name="Freeform: Shape 12101">
                <a:extLst>
                  <a:ext uri="{FF2B5EF4-FFF2-40B4-BE49-F238E27FC236}">
                    <a16:creationId xmlns:a16="http://schemas.microsoft.com/office/drawing/2014/main" id="{BFED8E4D-7E88-E609-5A80-83097DFA13FF}"/>
                  </a:ext>
                </a:extLst>
              </p:cNvPr>
              <p:cNvSpPr/>
              <p:nvPr/>
            </p:nvSpPr>
            <p:spPr>
              <a:xfrm>
                <a:off x="9649419" y="5103433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1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4 w 6343"/>
                  <a:gd name="connsiteY5" fmla="*/ 1057 h 6345"/>
                  <a:gd name="connsiteX6" fmla="*/ 255 w 6343"/>
                  <a:gd name="connsiteY6" fmla="*/ 3301 h 6345"/>
                  <a:gd name="connsiteX7" fmla="*/ 1184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9"/>
                      <a:pt x="5670" y="5544"/>
                    </a:cubicBezTo>
                    <a:cubicBezTo>
                      <a:pt x="6264" y="4949"/>
                      <a:pt x="6599" y="4142"/>
                      <a:pt x="6599" y="3301"/>
                    </a:cubicBezTo>
                    <a:cubicBezTo>
                      <a:pt x="6599" y="2459"/>
                      <a:pt x="6264" y="1652"/>
                      <a:pt x="5670" y="1057"/>
                    </a:cubicBezTo>
                    <a:cubicBezTo>
                      <a:pt x="5075" y="462"/>
                      <a:pt x="4268" y="128"/>
                      <a:pt x="3427" y="128"/>
                    </a:cubicBezTo>
                    <a:cubicBezTo>
                      <a:pt x="2586" y="128"/>
                      <a:pt x="1779" y="462"/>
                      <a:pt x="1184" y="1057"/>
                    </a:cubicBezTo>
                    <a:cubicBezTo>
                      <a:pt x="590" y="1652"/>
                      <a:pt x="255" y="2459"/>
                      <a:pt x="255" y="3301"/>
                    </a:cubicBezTo>
                    <a:cubicBezTo>
                      <a:pt x="255" y="4142"/>
                      <a:pt x="590" y="4949"/>
                      <a:pt x="1184" y="5544"/>
                    </a:cubicBezTo>
                    <a:cubicBezTo>
                      <a:pt x="1779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03" name="Freeform: Shape 12102">
                <a:extLst>
                  <a:ext uri="{FF2B5EF4-FFF2-40B4-BE49-F238E27FC236}">
                    <a16:creationId xmlns:a16="http://schemas.microsoft.com/office/drawing/2014/main" id="{468795EC-4F40-3789-811A-0FC140AE2D41}"/>
                  </a:ext>
                </a:extLst>
              </p:cNvPr>
              <p:cNvSpPr/>
              <p:nvPr/>
            </p:nvSpPr>
            <p:spPr>
              <a:xfrm>
                <a:off x="9649893" y="5105329"/>
                <a:ext cx="6343" cy="6345"/>
              </a:xfrm>
              <a:custGeom>
                <a:avLst/>
                <a:gdLst>
                  <a:gd name="connsiteX0" fmla="*/ 3427 w 6343"/>
                  <a:gd name="connsiteY0" fmla="*/ 6474 h 6345"/>
                  <a:gd name="connsiteX1" fmla="*/ 5670 w 6343"/>
                  <a:gd name="connsiteY1" fmla="*/ 5544 h 6345"/>
                  <a:gd name="connsiteX2" fmla="*/ 6599 w 6343"/>
                  <a:gd name="connsiteY2" fmla="*/ 3301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4 w 6343"/>
                  <a:gd name="connsiteY5" fmla="*/ 1057 h 6345"/>
                  <a:gd name="connsiteX6" fmla="*/ 255 w 6343"/>
                  <a:gd name="connsiteY6" fmla="*/ 3301 h 6345"/>
                  <a:gd name="connsiteX7" fmla="*/ 1184 w 6343"/>
                  <a:gd name="connsiteY7" fmla="*/ 5544 h 6345"/>
                  <a:gd name="connsiteX8" fmla="*/ 3427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4"/>
                    </a:moveTo>
                    <a:cubicBezTo>
                      <a:pt x="4268" y="6474"/>
                      <a:pt x="5075" y="6139"/>
                      <a:pt x="5670" y="5544"/>
                    </a:cubicBezTo>
                    <a:cubicBezTo>
                      <a:pt x="6264" y="4949"/>
                      <a:pt x="6599" y="4142"/>
                      <a:pt x="6599" y="3301"/>
                    </a:cubicBezTo>
                    <a:cubicBezTo>
                      <a:pt x="6599" y="2459"/>
                      <a:pt x="6264" y="1652"/>
                      <a:pt x="5670" y="1057"/>
                    </a:cubicBezTo>
                    <a:cubicBezTo>
                      <a:pt x="5075" y="462"/>
                      <a:pt x="4268" y="128"/>
                      <a:pt x="3427" y="128"/>
                    </a:cubicBezTo>
                    <a:cubicBezTo>
                      <a:pt x="2586" y="128"/>
                      <a:pt x="1779" y="462"/>
                      <a:pt x="1184" y="1057"/>
                    </a:cubicBezTo>
                    <a:cubicBezTo>
                      <a:pt x="590" y="1652"/>
                      <a:pt x="255" y="2459"/>
                      <a:pt x="255" y="3301"/>
                    </a:cubicBezTo>
                    <a:cubicBezTo>
                      <a:pt x="255" y="4142"/>
                      <a:pt x="590" y="4949"/>
                      <a:pt x="1184" y="5544"/>
                    </a:cubicBezTo>
                    <a:cubicBezTo>
                      <a:pt x="1779" y="6139"/>
                      <a:pt x="2586" y="6474"/>
                      <a:pt x="3427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04" name="Freeform: Shape 12103">
                <a:extLst>
                  <a:ext uri="{FF2B5EF4-FFF2-40B4-BE49-F238E27FC236}">
                    <a16:creationId xmlns:a16="http://schemas.microsoft.com/office/drawing/2014/main" id="{35C8B6A4-24BC-D2C8-DD24-FF9EC58701A2}"/>
                  </a:ext>
                </a:extLst>
              </p:cNvPr>
              <p:cNvSpPr/>
              <p:nvPr/>
            </p:nvSpPr>
            <p:spPr>
              <a:xfrm>
                <a:off x="9650445" y="5107140"/>
                <a:ext cx="6343" cy="6345"/>
              </a:xfrm>
              <a:custGeom>
                <a:avLst/>
                <a:gdLst>
                  <a:gd name="connsiteX0" fmla="*/ 3427 w 6343"/>
                  <a:gd name="connsiteY0" fmla="*/ 6474 h 6345"/>
                  <a:gd name="connsiteX1" fmla="*/ 5670 w 6343"/>
                  <a:gd name="connsiteY1" fmla="*/ 5544 h 6345"/>
                  <a:gd name="connsiteX2" fmla="*/ 6599 w 6343"/>
                  <a:gd name="connsiteY2" fmla="*/ 3301 h 6345"/>
                  <a:gd name="connsiteX3" fmla="*/ 5670 w 6343"/>
                  <a:gd name="connsiteY3" fmla="*/ 1058 h 6345"/>
                  <a:gd name="connsiteX4" fmla="*/ 3427 w 6343"/>
                  <a:gd name="connsiteY4" fmla="*/ 128 h 6345"/>
                  <a:gd name="connsiteX5" fmla="*/ 1184 w 6343"/>
                  <a:gd name="connsiteY5" fmla="*/ 1058 h 6345"/>
                  <a:gd name="connsiteX6" fmla="*/ 256 w 6343"/>
                  <a:gd name="connsiteY6" fmla="*/ 3301 h 6345"/>
                  <a:gd name="connsiteX7" fmla="*/ 1184 w 6343"/>
                  <a:gd name="connsiteY7" fmla="*/ 5544 h 6345"/>
                  <a:gd name="connsiteX8" fmla="*/ 3427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4"/>
                    </a:moveTo>
                    <a:cubicBezTo>
                      <a:pt x="4268" y="6474"/>
                      <a:pt x="5075" y="6139"/>
                      <a:pt x="5670" y="5544"/>
                    </a:cubicBezTo>
                    <a:cubicBezTo>
                      <a:pt x="6264" y="4949"/>
                      <a:pt x="6599" y="4142"/>
                      <a:pt x="6599" y="3301"/>
                    </a:cubicBezTo>
                    <a:cubicBezTo>
                      <a:pt x="6599" y="2460"/>
                      <a:pt x="6264" y="1652"/>
                      <a:pt x="5670" y="1058"/>
                    </a:cubicBezTo>
                    <a:cubicBezTo>
                      <a:pt x="5075" y="463"/>
                      <a:pt x="4268" y="128"/>
                      <a:pt x="3427" y="128"/>
                    </a:cubicBezTo>
                    <a:cubicBezTo>
                      <a:pt x="2586" y="128"/>
                      <a:pt x="1779" y="463"/>
                      <a:pt x="1184" y="1058"/>
                    </a:cubicBezTo>
                    <a:cubicBezTo>
                      <a:pt x="590" y="1652"/>
                      <a:pt x="256" y="2460"/>
                      <a:pt x="256" y="3301"/>
                    </a:cubicBezTo>
                    <a:cubicBezTo>
                      <a:pt x="256" y="4142"/>
                      <a:pt x="590" y="4949"/>
                      <a:pt x="1184" y="5544"/>
                    </a:cubicBezTo>
                    <a:cubicBezTo>
                      <a:pt x="1779" y="6139"/>
                      <a:pt x="2586" y="6474"/>
                      <a:pt x="3427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05" name="Freeform: Shape 12104">
                <a:extLst>
                  <a:ext uri="{FF2B5EF4-FFF2-40B4-BE49-F238E27FC236}">
                    <a16:creationId xmlns:a16="http://schemas.microsoft.com/office/drawing/2014/main" id="{4945F059-DF0D-4156-75FD-69130893301C}"/>
                  </a:ext>
                </a:extLst>
              </p:cNvPr>
              <p:cNvSpPr/>
              <p:nvPr/>
            </p:nvSpPr>
            <p:spPr>
              <a:xfrm>
                <a:off x="9586957" y="5166265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1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59" y="4954"/>
                      <a:pt x="6594" y="4147"/>
                      <a:pt x="6594" y="3306"/>
                    </a:cubicBezTo>
                    <a:cubicBezTo>
                      <a:pt x="6594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06" name="Freeform: Shape 12105">
                <a:extLst>
                  <a:ext uri="{FF2B5EF4-FFF2-40B4-BE49-F238E27FC236}">
                    <a16:creationId xmlns:a16="http://schemas.microsoft.com/office/drawing/2014/main" id="{16BEE4E5-6274-9464-7D43-52B986857702}"/>
                  </a:ext>
                </a:extLst>
              </p:cNvPr>
              <p:cNvSpPr/>
              <p:nvPr/>
            </p:nvSpPr>
            <p:spPr>
              <a:xfrm>
                <a:off x="9587035" y="5167764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1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59" y="4954"/>
                      <a:pt x="6594" y="4147"/>
                      <a:pt x="6594" y="3306"/>
                    </a:cubicBezTo>
                    <a:cubicBezTo>
                      <a:pt x="6594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07" name="Freeform: Shape 12106">
                <a:extLst>
                  <a:ext uri="{FF2B5EF4-FFF2-40B4-BE49-F238E27FC236}">
                    <a16:creationId xmlns:a16="http://schemas.microsoft.com/office/drawing/2014/main" id="{40CFB8E8-2FEA-362F-DE40-DC605BE447B1}"/>
                  </a:ext>
                </a:extLst>
              </p:cNvPr>
              <p:cNvSpPr/>
              <p:nvPr/>
            </p:nvSpPr>
            <p:spPr>
              <a:xfrm>
                <a:off x="9587242" y="5169135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1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59" y="4954"/>
                      <a:pt x="6594" y="4147"/>
                      <a:pt x="6594" y="3306"/>
                    </a:cubicBezTo>
                    <a:cubicBezTo>
                      <a:pt x="6594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79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08" name="Freeform: Shape 12107">
                <a:extLst>
                  <a:ext uri="{FF2B5EF4-FFF2-40B4-BE49-F238E27FC236}">
                    <a16:creationId xmlns:a16="http://schemas.microsoft.com/office/drawing/2014/main" id="{70B43718-6636-5B03-D938-ACE0480B7BFE}"/>
                  </a:ext>
                </a:extLst>
              </p:cNvPr>
              <p:cNvSpPr/>
              <p:nvPr/>
            </p:nvSpPr>
            <p:spPr>
              <a:xfrm>
                <a:off x="9589571" y="5170209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7"/>
                      <a:pt x="5665" y="1062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80" y="1062"/>
                    </a:cubicBezTo>
                    <a:cubicBezTo>
                      <a:pt x="585" y="1657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09" name="Freeform: Shape 12108">
                <a:extLst>
                  <a:ext uri="{FF2B5EF4-FFF2-40B4-BE49-F238E27FC236}">
                    <a16:creationId xmlns:a16="http://schemas.microsoft.com/office/drawing/2014/main" id="{F1771827-694C-66EA-DCE2-6CCB765AD018}"/>
                  </a:ext>
                </a:extLst>
              </p:cNvPr>
              <p:cNvSpPr/>
              <p:nvPr/>
            </p:nvSpPr>
            <p:spPr>
              <a:xfrm>
                <a:off x="9590950" y="5170580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7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80" y="1063"/>
                    </a:cubicBezTo>
                    <a:cubicBezTo>
                      <a:pt x="585" y="1657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10" name="Freeform: Shape 12109">
                <a:extLst>
                  <a:ext uri="{FF2B5EF4-FFF2-40B4-BE49-F238E27FC236}">
                    <a16:creationId xmlns:a16="http://schemas.microsoft.com/office/drawing/2014/main" id="{BE711940-C4DD-702F-00C7-E2E7442F177E}"/>
                  </a:ext>
                </a:extLst>
              </p:cNvPr>
              <p:cNvSpPr/>
              <p:nvPr/>
            </p:nvSpPr>
            <p:spPr>
              <a:xfrm>
                <a:off x="9592233" y="5171042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4" y="133"/>
                      <a:pt x="3422" y="133"/>
                    </a:cubicBezTo>
                    <a:cubicBezTo>
                      <a:pt x="2581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11" name="Freeform: Shape 12110">
                <a:extLst>
                  <a:ext uri="{FF2B5EF4-FFF2-40B4-BE49-F238E27FC236}">
                    <a16:creationId xmlns:a16="http://schemas.microsoft.com/office/drawing/2014/main" id="{1C236C30-E4D4-2A54-76DE-8BEE415F3F77}"/>
                  </a:ext>
                </a:extLst>
              </p:cNvPr>
              <p:cNvSpPr/>
              <p:nvPr/>
            </p:nvSpPr>
            <p:spPr>
              <a:xfrm>
                <a:off x="9594192" y="5170961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12" name="Freeform: Shape 12111">
                <a:extLst>
                  <a:ext uri="{FF2B5EF4-FFF2-40B4-BE49-F238E27FC236}">
                    <a16:creationId xmlns:a16="http://schemas.microsoft.com/office/drawing/2014/main" id="{C6778FC1-9271-EE10-176B-284E78880799}"/>
                  </a:ext>
                </a:extLst>
              </p:cNvPr>
              <p:cNvSpPr/>
              <p:nvPr/>
            </p:nvSpPr>
            <p:spPr>
              <a:xfrm>
                <a:off x="9596060" y="517097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13" name="Freeform: Shape 12112">
                <a:extLst>
                  <a:ext uri="{FF2B5EF4-FFF2-40B4-BE49-F238E27FC236}">
                    <a16:creationId xmlns:a16="http://schemas.microsoft.com/office/drawing/2014/main" id="{F595E128-0A73-8400-48F3-C6036EC69C98}"/>
                  </a:ext>
                </a:extLst>
              </p:cNvPr>
              <p:cNvSpPr/>
              <p:nvPr/>
            </p:nvSpPr>
            <p:spPr>
              <a:xfrm>
                <a:off x="9598276" y="5170740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5"/>
                      <a:pt x="6260" y="1657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7"/>
                      <a:pt x="251" y="2465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14" name="Freeform: Shape 12113">
                <a:extLst>
                  <a:ext uri="{FF2B5EF4-FFF2-40B4-BE49-F238E27FC236}">
                    <a16:creationId xmlns:a16="http://schemas.microsoft.com/office/drawing/2014/main" id="{6C4B3BDD-D97E-5A44-F889-73052A2CFA33}"/>
                  </a:ext>
                </a:extLst>
              </p:cNvPr>
              <p:cNvSpPr/>
              <p:nvPr/>
            </p:nvSpPr>
            <p:spPr>
              <a:xfrm>
                <a:off x="9600206" y="5170757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2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15" name="Freeform: Shape 12114">
                <a:extLst>
                  <a:ext uri="{FF2B5EF4-FFF2-40B4-BE49-F238E27FC236}">
                    <a16:creationId xmlns:a16="http://schemas.microsoft.com/office/drawing/2014/main" id="{D168387C-5BC3-1538-38D8-33FCCC3D5B66}"/>
                  </a:ext>
                </a:extLst>
              </p:cNvPr>
              <p:cNvSpPr/>
              <p:nvPr/>
            </p:nvSpPr>
            <p:spPr>
              <a:xfrm>
                <a:off x="9602338" y="517063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3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16" name="Freeform: Shape 12115">
                <a:extLst>
                  <a:ext uri="{FF2B5EF4-FFF2-40B4-BE49-F238E27FC236}">
                    <a16:creationId xmlns:a16="http://schemas.microsoft.com/office/drawing/2014/main" id="{68EC3164-BC67-60DD-4962-CFABF82616A9}"/>
                  </a:ext>
                </a:extLst>
              </p:cNvPr>
              <p:cNvSpPr/>
              <p:nvPr/>
            </p:nvSpPr>
            <p:spPr>
              <a:xfrm>
                <a:off x="9604231" y="517073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7"/>
                      <a:pt x="5666" y="1063"/>
                    </a:cubicBezTo>
                    <a:cubicBezTo>
                      <a:pt x="5071" y="468"/>
                      <a:pt x="4265" y="133"/>
                      <a:pt x="3423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7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17" name="Freeform: Shape 12116">
                <a:extLst>
                  <a:ext uri="{FF2B5EF4-FFF2-40B4-BE49-F238E27FC236}">
                    <a16:creationId xmlns:a16="http://schemas.microsoft.com/office/drawing/2014/main" id="{D119C6F8-6DA6-994D-DF5A-75D599F891C9}"/>
                  </a:ext>
                </a:extLst>
              </p:cNvPr>
              <p:cNvSpPr/>
              <p:nvPr/>
            </p:nvSpPr>
            <p:spPr>
              <a:xfrm>
                <a:off x="9606028" y="5170923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4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18" name="Freeform: Shape 12117">
                <a:extLst>
                  <a:ext uri="{FF2B5EF4-FFF2-40B4-BE49-F238E27FC236}">
                    <a16:creationId xmlns:a16="http://schemas.microsoft.com/office/drawing/2014/main" id="{C2CE69FF-48CE-2DF2-3E64-74387C28B4BC}"/>
                  </a:ext>
                </a:extLst>
              </p:cNvPr>
              <p:cNvSpPr/>
              <p:nvPr/>
            </p:nvSpPr>
            <p:spPr>
              <a:xfrm>
                <a:off x="9607579" y="5171317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19" name="Freeform: Shape 12118">
                <a:extLst>
                  <a:ext uri="{FF2B5EF4-FFF2-40B4-BE49-F238E27FC236}">
                    <a16:creationId xmlns:a16="http://schemas.microsoft.com/office/drawing/2014/main" id="{FA510CB9-6747-C12D-1E46-8F3332239975}"/>
                  </a:ext>
                </a:extLst>
              </p:cNvPr>
              <p:cNvSpPr/>
              <p:nvPr/>
            </p:nvSpPr>
            <p:spPr>
              <a:xfrm>
                <a:off x="9609333" y="517157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5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5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20" name="Freeform: Shape 12119">
                <a:extLst>
                  <a:ext uri="{FF2B5EF4-FFF2-40B4-BE49-F238E27FC236}">
                    <a16:creationId xmlns:a16="http://schemas.microsoft.com/office/drawing/2014/main" id="{67FF53EF-7818-2C82-2D8C-6F539563B9DC}"/>
                  </a:ext>
                </a:extLst>
              </p:cNvPr>
              <p:cNvSpPr/>
              <p:nvPr/>
            </p:nvSpPr>
            <p:spPr>
              <a:xfrm>
                <a:off x="9610887" y="5172000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50"/>
                    </a:cubicBezTo>
                    <a:cubicBezTo>
                      <a:pt x="6261" y="4955"/>
                      <a:pt x="6596" y="4147"/>
                      <a:pt x="6596" y="3306"/>
                    </a:cubicBezTo>
                    <a:cubicBezTo>
                      <a:pt x="6596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7"/>
                      <a:pt x="587" y="4955"/>
                      <a:pt x="1181" y="5550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21" name="Freeform: Shape 12120">
                <a:extLst>
                  <a:ext uri="{FF2B5EF4-FFF2-40B4-BE49-F238E27FC236}">
                    <a16:creationId xmlns:a16="http://schemas.microsoft.com/office/drawing/2014/main" id="{F9784A04-C916-58F5-3860-FC987AA5E48F}"/>
                  </a:ext>
                </a:extLst>
              </p:cNvPr>
              <p:cNvSpPr/>
              <p:nvPr/>
            </p:nvSpPr>
            <p:spPr>
              <a:xfrm>
                <a:off x="9609303" y="5174709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4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4"/>
                      <a:pt x="3424" y="134"/>
                    </a:cubicBezTo>
                    <a:cubicBezTo>
                      <a:pt x="2583" y="134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22" name="Freeform: Shape 12121">
                <a:extLst>
                  <a:ext uri="{FF2B5EF4-FFF2-40B4-BE49-F238E27FC236}">
                    <a16:creationId xmlns:a16="http://schemas.microsoft.com/office/drawing/2014/main" id="{32A05937-1101-8EC5-DD8D-BC1D4818F9AB}"/>
                  </a:ext>
                </a:extLst>
              </p:cNvPr>
              <p:cNvSpPr/>
              <p:nvPr/>
            </p:nvSpPr>
            <p:spPr>
              <a:xfrm>
                <a:off x="9665725" y="5157535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1 w 6343"/>
                  <a:gd name="connsiteY1" fmla="*/ 5548 h 6345"/>
                  <a:gd name="connsiteX2" fmla="*/ 6600 w 6343"/>
                  <a:gd name="connsiteY2" fmla="*/ 3305 h 6345"/>
                  <a:gd name="connsiteX3" fmla="*/ 5671 w 6343"/>
                  <a:gd name="connsiteY3" fmla="*/ 1061 h 6345"/>
                  <a:gd name="connsiteX4" fmla="*/ 3428 w 6343"/>
                  <a:gd name="connsiteY4" fmla="*/ 132 h 6345"/>
                  <a:gd name="connsiteX5" fmla="*/ 1186 w 6343"/>
                  <a:gd name="connsiteY5" fmla="*/ 1061 h 6345"/>
                  <a:gd name="connsiteX6" fmla="*/ 257 w 6343"/>
                  <a:gd name="connsiteY6" fmla="*/ 3305 h 6345"/>
                  <a:gd name="connsiteX7" fmla="*/ 1186 w 6343"/>
                  <a:gd name="connsiteY7" fmla="*/ 5548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3"/>
                      <a:pt x="5671" y="5548"/>
                    </a:cubicBezTo>
                    <a:cubicBezTo>
                      <a:pt x="6266" y="4953"/>
                      <a:pt x="6600" y="4146"/>
                      <a:pt x="6600" y="3305"/>
                    </a:cubicBezTo>
                    <a:cubicBezTo>
                      <a:pt x="6600" y="2464"/>
                      <a:pt x="6266" y="1656"/>
                      <a:pt x="5671" y="1061"/>
                    </a:cubicBezTo>
                    <a:cubicBezTo>
                      <a:pt x="5076" y="467"/>
                      <a:pt x="4269" y="132"/>
                      <a:pt x="3428" y="132"/>
                    </a:cubicBezTo>
                    <a:cubicBezTo>
                      <a:pt x="2587" y="132"/>
                      <a:pt x="1780" y="467"/>
                      <a:pt x="1186" y="1061"/>
                    </a:cubicBezTo>
                    <a:cubicBezTo>
                      <a:pt x="591" y="1656"/>
                      <a:pt x="257" y="2464"/>
                      <a:pt x="257" y="3305"/>
                    </a:cubicBezTo>
                    <a:cubicBezTo>
                      <a:pt x="257" y="4146"/>
                      <a:pt x="591" y="4953"/>
                      <a:pt x="1186" y="5548"/>
                    </a:cubicBezTo>
                    <a:cubicBezTo>
                      <a:pt x="1780" y="6143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23" name="Freeform: Shape 12122">
                <a:extLst>
                  <a:ext uri="{FF2B5EF4-FFF2-40B4-BE49-F238E27FC236}">
                    <a16:creationId xmlns:a16="http://schemas.microsoft.com/office/drawing/2014/main" id="{9B4E4FEF-00CD-7ECD-94E8-F004167E51E5}"/>
                  </a:ext>
                </a:extLst>
              </p:cNvPr>
              <p:cNvSpPr/>
              <p:nvPr/>
            </p:nvSpPr>
            <p:spPr>
              <a:xfrm>
                <a:off x="9667252" y="5158474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1 w 6343"/>
                  <a:gd name="connsiteY1" fmla="*/ 5548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8 w 6343"/>
                  <a:gd name="connsiteY4" fmla="*/ 132 h 6345"/>
                  <a:gd name="connsiteX5" fmla="*/ 1186 w 6343"/>
                  <a:gd name="connsiteY5" fmla="*/ 1062 h 6345"/>
                  <a:gd name="connsiteX6" fmla="*/ 257 w 6343"/>
                  <a:gd name="connsiteY6" fmla="*/ 3305 h 6345"/>
                  <a:gd name="connsiteX7" fmla="*/ 1186 w 6343"/>
                  <a:gd name="connsiteY7" fmla="*/ 5548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3"/>
                      <a:pt x="5671" y="5548"/>
                    </a:cubicBezTo>
                    <a:cubicBezTo>
                      <a:pt x="6266" y="4953"/>
                      <a:pt x="6600" y="4146"/>
                      <a:pt x="6600" y="3305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6" y="467"/>
                      <a:pt x="4269" y="132"/>
                      <a:pt x="3428" y="132"/>
                    </a:cubicBezTo>
                    <a:cubicBezTo>
                      <a:pt x="2587" y="132"/>
                      <a:pt x="1781" y="467"/>
                      <a:pt x="1186" y="1062"/>
                    </a:cubicBezTo>
                    <a:cubicBezTo>
                      <a:pt x="591" y="1657"/>
                      <a:pt x="257" y="2464"/>
                      <a:pt x="257" y="3305"/>
                    </a:cubicBezTo>
                    <a:cubicBezTo>
                      <a:pt x="257" y="4146"/>
                      <a:pt x="591" y="4953"/>
                      <a:pt x="1186" y="5548"/>
                    </a:cubicBezTo>
                    <a:cubicBezTo>
                      <a:pt x="1781" y="6143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24" name="Freeform: Shape 12123">
                <a:extLst>
                  <a:ext uri="{FF2B5EF4-FFF2-40B4-BE49-F238E27FC236}">
                    <a16:creationId xmlns:a16="http://schemas.microsoft.com/office/drawing/2014/main" id="{226B64F1-5BF4-8DE6-AC83-7ACCF6AD942D}"/>
                  </a:ext>
                </a:extLst>
              </p:cNvPr>
              <p:cNvSpPr/>
              <p:nvPr/>
            </p:nvSpPr>
            <p:spPr>
              <a:xfrm>
                <a:off x="9668883" y="5159363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9 w 6343"/>
                  <a:gd name="connsiteY4" fmla="*/ 132 h 6345"/>
                  <a:gd name="connsiteX5" fmla="*/ 1186 w 6343"/>
                  <a:gd name="connsiteY5" fmla="*/ 1062 h 6345"/>
                  <a:gd name="connsiteX6" fmla="*/ 257 w 6343"/>
                  <a:gd name="connsiteY6" fmla="*/ 3305 h 6345"/>
                  <a:gd name="connsiteX7" fmla="*/ 1186 w 6343"/>
                  <a:gd name="connsiteY7" fmla="*/ 5549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0" y="6478"/>
                      <a:pt x="5076" y="6143"/>
                      <a:pt x="5671" y="5549"/>
                    </a:cubicBezTo>
                    <a:cubicBezTo>
                      <a:pt x="6266" y="4954"/>
                      <a:pt x="6600" y="4146"/>
                      <a:pt x="6600" y="3305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6" y="467"/>
                      <a:pt x="4270" y="132"/>
                      <a:pt x="3429" y="132"/>
                    </a:cubicBezTo>
                    <a:cubicBezTo>
                      <a:pt x="2587" y="132"/>
                      <a:pt x="1781" y="467"/>
                      <a:pt x="1186" y="1062"/>
                    </a:cubicBezTo>
                    <a:cubicBezTo>
                      <a:pt x="591" y="1657"/>
                      <a:pt x="257" y="2464"/>
                      <a:pt x="257" y="3305"/>
                    </a:cubicBezTo>
                    <a:cubicBezTo>
                      <a:pt x="257" y="4146"/>
                      <a:pt x="591" y="4954"/>
                      <a:pt x="1186" y="5549"/>
                    </a:cubicBezTo>
                    <a:cubicBezTo>
                      <a:pt x="1781" y="6143"/>
                      <a:pt x="2587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25" name="Freeform: Shape 12124">
                <a:extLst>
                  <a:ext uri="{FF2B5EF4-FFF2-40B4-BE49-F238E27FC236}">
                    <a16:creationId xmlns:a16="http://schemas.microsoft.com/office/drawing/2014/main" id="{64099A23-0C23-B9BB-24E2-5F90AE5E8C8C}"/>
                  </a:ext>
                </a:extLst>
              </p:cNvPr>
              <p:cNvSpPr/>
              <p:nvPr/>
            </p:nvSpPr>
            <p:spPr>
              <a:xfrm>
                <a:off x="9669328" y="5160966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9 w 6343"/>
                  <a:gd name="connsiteY4" fmla="*/ 132 h 6345"/>
                  <a:gd name="connsiteX5" fmla="*/ 1186 w 6343"/>
                  <a:gd name="connsiteY5" fmla="*/ 1062 h 6345"/>
                  <a:gd name="connsiteX6" fmla="*/ 257 w 6343"/>
                  <a:gd name="connsiteY6" fmla="*/ 3305 h 6345"/>
                  <a:gd name="connsiteX7" fmla="*/ 1186 w 6343"/>
                  <a:gd name="connsiteY7" fmla="*/ 5549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0" y="6478"/>
                      <a:pt x="5076" y="6144"/>
                      <a:pt x="5671" y="5549"/>
                    </a:cubicBezTo>
                    <a:cubicBezTo>
                      <a:pt x="6266" y="4954"/>
                      <a:pt x="6600" y="4147"/>
                      <a:pt x="6600" y="3305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6" y="467"/>
                      <a:pt x="4270" y="132"/>
                      <a:pt x="3429" y="132"/>
                    </a:cubicBezTo>
                    <a:cubicBezTo>
                      <a:pt x="2587" y="132"/>
                      <a:pt x="1781" y="467"/>
                      <a:pt x="1186" y="1062"/>
                    </a:cubicBezTo>
                    <a:cubicBezTo>
                      <a:pt x="591" y="1657"/>
                      <a:pt x="257" y="2464"/>
                      <a:pt x="257" y="3305"/>
                    </a:cubicBezTo>
                    <a:cubicBezTo>
                      <a:pt x="257" y="4147"/>
                      <a:pt x="591" y="4954"/>
                      <a:pt x="1186" y="5549"/>
                    </a:cubicBezTo>
                    <a:cubicBezTo>
                      <a:pt x="1781" y="6144"/>
                      <a:pt x="2587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26" name="Freeform: Shape 12125">
                <a:extLst>
                  <a:ext uri="{FF2B5EF4-FFF2-40B4-BE49-F238E27FC236}">
                    <a16:creationId xmlns:a16="http://schemas.microsoft.com/office/drawing/2014/main" id="{E2CDAD19-4A14-ED2A-B230-5EC906FA19C7}"/>
                  </a:ext>
                </a:extLst>
              </p:cNvPr>
              <p:cNvSpPr/>
              <p:nvPr/>
            </p:nvSpPr>
            <p:spPr>
              <a:xfrm>
                <a:off x="9677483" y="5158070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2 w 6343"/>
                  <a:gd name="connsiteY1" fmla="*/ 5548 h 6345"/>
                  <a:gd name="connsiteX2" fmla="*/ 6601 w 6343"/>
                  <a:gd name="connsiteY2" fmla="*/ 3305 h 6345"/>
                  <a:gd name="connsiteX3" fmla="*/ 5672 w 6343"/>
                  <a:gd name="connsiteY3" fmla="*/ 1062 h 6345"/>
                  <a:gd name="connsiteX4" fmla="*/ 3429 w 6343"/>
                  <a:gd name="connsiteY4" fmla="*/ 132 h 6345"/>
                  <a:gd name="connsiteX5" fmla="*/ 1187 w 6343"/>
                  <a:gd name="connsiteY5" fmla="*/ 1062 h 6345"/>
                  <a:gd name="connsiteX6" fmla="*/ 258 w 6343"/>
                  <a:gd name="connsiteY6" fmla="*/ 3305 h 6345"/>
                  <a:gd name="connsiteX7" fmla="*/ 1187 w 6343"/>
                  <a:gd name="connsiteY7" fmla="*/ 5548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0" y="6478"/>
                      <a:pt x="5077" y="6143"/>
                      <a:pt x="5672" y="5548"/>
                    </a:cubicBezTo>
                    <a:cubicBezTo>
                      <a:pt x="6267" y="4953"/>
                      <a:pt x="6601" y="4146"/>
                      <a:pt x="6601" y="3305"/>
                    </a:cubicBezTo>
                    <a:cubicBezTo>
                      <a:pt x="6601" y="2464"/>
                      <a:pt x="6267" y="1657"/>
                      <a:pt x="5672" y="1062"/>
                    </a:cubicBezTo>
                    <a:cubicBezTo>
                      <a:pt x="5077" y="467"/>
                      <a:pt x="4270" y="132"/>
                      <a:pt x="3429" y="132"/>
                    </a:cubicBezTo>
                    <a:cubicBezTo>
                      <a:pt x="2588" y="132"/>
                      <a:pt x="1781" y="467"/>
                      <a:pt x="1187" y="1062"/>
                    </a:cubicBezTo>
                    <a:cubicBezTo>
                      <a:pt x="592" y="1657"/>
                      <a:pt x="258" y="2464"/>
                      <a:pt x="258" y="3305"/>
                    </a:cubicBezTo>
                    <a:cubicBezTo>
                      <a:pt x="258" y="4146"/>
                      <a:pt x="592" y="4953"/>
                      <a:pt x="1187" y="5548"/>
                    </a:cubicBezTo>
                    <a:cubicBezTo>
                      <a:pt x="1781" y="6143"/>
                      <a:pt x="2588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27" name="Freeform: Shape 12126">
                <a:extLst>
                  <a:ext uri="{FF2B5EF4-FFF2-40B4-BE49-F238E27FC236}">
                    <a16:creationId xmlns:a16="http://schemas.microsoft.com/office/drawing/2014/main" id="{C2F8B591-15C0-18CA-700B-94BD7062E9E2}"/>
                  </a:ext>
                </a:extLst>
              </p:cNvPr>
              <p:cNvSpPr/>
              <p:nvPr/>
            </p:nvSpPr>
            <p:spPr>
              <a:xfrm>
                <a:off x="9677391" y="5160033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2 w 6343"/>
                  <a:gd name="connsiteY1" fmla="*/ 5549 h 6345"/>
                  <a:gd name="connsiteX2" fmla="*/ 6601 w 6343"/>
                  <a:gd name="connsiteY2" fmla="*/ 3305 h 6345"/>
                  <a:gd name="connsiteX3" fmla="*/ 5672 w 6343"/>
                  <a:gd name="connsiteY3" fmla="*/ 1062 h 6345"/>
                  <a:gd name="connsiteX4" fmla="*/ 3429 w 6343"/>
                  <a:gd name="connsiteY4" fmla="*/ 132 h 6345"/>
                  <a:gd name="connsiteX5" fmla="*/ 1187 w 6343"/>
                  <a:gd name="connsiteY5" fmla="*/ 1062 h 6345"/>
                  <a:gd name="connsiteX6" fmla="*/ 258 w 6343"/>
                  <a:gd name="connsiteY6" fmla="*/ 3305 h 6345"/>
                  <a:gd name="connsiteX7" fmla="*/ 1187 w 6343"/>
                  <a:gd name="connsiteY7" fmla="*/ 5549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0" y="6478"/>
                      <a:pt x="5077" y="6144"/>
                      <a:pt x="5672" y="5549"/>
                    </a:cubicBezTo>
                    <a:cubicBezTo>
                      <a:pt x="6267" y="4954"/>
                      <a:pt x="6601" y="4147"/>
                      <a:pt x="6601" y="3305"/>
                    </a:cubicBezTo>
                    <a:cubicBezTo>
                      <a:pt x="6601" y="2464"/>
                      <a:pt x="6267" y="1657"/>
                      <a:pt x="5672" y="1062"/>
                    </a:cubicBezTo>
                    <a:cubicBezTo>
                      <a:pt x="5077" y="467"/>
                      <a:pt x="4270" y="132"/>
                      <a:pt x="3429" y="132"/>
                    </a:cubicBezTo>
                    <a:cubicBezTo>
                      <a:pt x="2588" y="132"/>
                      <a:pt x="1781" y="467"/>
                      <a:pt x="1187" y="1062"/>
                    </a:cubicBezTo>
                    <a:cubicBezTo>
                      <a:pt x="592" y="1657"/>
                      <a:pt x="258" y="2464"/>
                      <a:pt x="258" y="3305"/>
                    </a:cubicBezTo>
                    <a:cubicBezTo>
                      <a:pt x="258" y="4147"/>
                      <a:pt x="592" y="4954"/>
                      <a:pt x="1187" y="5549"/>
                    </a:cubicBezTo>
                    <a:cubicBezTo>
                      <a:pt x="1781" y="6144"/>
                      <a:pt x="2588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28" name="Freeform: Shape 12127">
                <a:extLst>
                  <a:ext uri="{FF2B5EF4-FFF2-40B4-BE49-F238E27FC236}">
                    <a16:creationId xmlns:a16="http://schemas.microsoft.com/office/drawing/2014/main" id="{9A48FC66-F1F9-E155-28BF-12E9BB8B8FBB}"/>
                  </a:ext>
                </a:extLst>
              </p:cNvPr>
              <p:cNvSpPr/>
              <p:nvPr/>
            </p:nvSpPr>
            <p:spPr>
              <a:xfrm>
                <a:off x="10098692" y="4933823"/>
                <a:ext cx="6343" cy="6345"/>
              </a:xfrm>
              <a:custGeom>
                <a:avLst/>
                <a:gdLst>
                  <a:gd name="connsiteX0" fmla="*/ 3462 w 6343"/>
                  <a:gd name="connsiteY0" fmla="*/ 6460 h 6345"/>
                  <a:gd name="connsiteX1" fmla="*/ 5705 w 6343"/>
                  <a:gd name="connsiteY1" fmla="*/ 5531 h 6345"/>
                  <a:gd name="connsiteX2" fmla="*/ 6634 w 6343"/>
                  <a:gd name="connsiteY2" fmla="*/ 3287 h 6345"/>
                  <a:gd name="connsiteX3" fmla="*/ 5705 w 6343"/>
                  <a:gd name="connsiteY3" fmla="*/ 1044 h 6345"/>
                  <a:gd name="connsiteX4" fmla="*/ 3462 w 6343"/>
                  <a:gd name="connsiteY4" fmla="*/ 115 h 6345"/>
                  <a:gd name="connsiteX5" fmla="*/ 1220 w 6343"/>
                  <a:gd name="connsiteY5" fmla="*/ 1044 h 6345"/>
                  <a:gd name="connsiteX6" fmla="*/ 291 w 6343"/>
                  <a:gd name="connsiteY6" fmla="*/ 3287 h 6345"/>
                  <a:gd name="connsiteX7" fmla="*/ 1220 w 6343"/>
                  <a:gd name="connsiteY7" fmla="*/ 5531 h 6345"/>
                  <a:gd name="connsiteX8" fmla="*/ 3462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2" y="6460"/>
                    </a:moveTo>
                    <a:cubicBezTo>
                      <a:pt x="4304" y="6460"/>
                      <a:pt x="5110" y="6126"/>
                      <a:pt x="5705" y="5531"/>
                    </a:cubicBezTo>
                    <a:cubicBezTo>
                      <a:pt x="6300" y="4936"/>
                      <a:pt x="6634" y="4129"/>
                      <a:pt x="6634" y="3287"/>
                    </a:cubicBezTo>
                    <a:cubicBezTo>
                      <a:pt x="6634" y="2446"/>
                      <a:pt x="6300" y="1639"/>
                      <a:pt x="5705" y="1044"/>
                    </a:cubicBezTo>
                    <a:cubicBezTo>
                      <a:pt x="5110" y="449"/>
                      <a:pt x="4304" y="115"/>
                      <a:pt x="3462" y="115"/>
                    </a:cubicBezTo>
                    <a:cubicBezTo>
                      <a:pt x="2621" y="115"/>
                      <a:pt x="1815" y="449"/>
                      <a:pt x="1220" y="1044"/>
                    </a:cubicBezTo>
                    <a:cubicBezTo>
                      <a:pt x="625" y="1639"/>
                      <a:pt x="291" y="2446"/>
                      <a:pt x="291" y="3287"/>
                    </a:cubicBezTo>
                    <a:cubicBezTo>
                      <a:pt x="291" y="4129"/>
                      <a:pt x="625" y="4936"/>
                      <a:pt x="1220" y="5531"/>
                    </a:cubicBezTo>
                    <a:cubicBezTo>
                      <a:pt x="1815" y="6126"/>
                      <a:pt x="2621" y="6460"/>
                      <a:pt x="3462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29" name="Freeform: Shape 12128">
                <a:extLst>
                  <a:ext uri="{FF2B5EF4-FFF2-40B4-BE49-F238E27FC236}">
                    <a16:creationId xmlns:a16="http://schemas.microsoft.com/office/drawing/2014/main" id="{D0C92307-46FB-8BCF-CB46-013DA40A184E}"/>
                  </a:ext>
                </a:extLst>
              </p:cNvPr>
              <p:cNvSpPr/>
              <p:nvPr/>
            </p:nvSpPr>
            <p:spPr>
              <a:xfrm>
                <a:off x="10096989" y="4939961"/>
                <a:ext cx="6343" cy="6345"/>
              </a:xfrm>
              <a:custGeom>
                <a:avLst/>
                <a:gdLst>
                  <a:gd name="connsiteX0" fmla="*/ 3462 w 6343"/>
                  <a:gd name="connsiteY0" fmla="*/ 6460 h 6345"/>
                  <a:gd name="connsiteX1" fmla="*/ 5705 w 6343"/>
                  <a:gd name="connsiteY1" fmla="*/ 5531 h 6345"/>
                  <a:gd name="connsiteX2" fmla="*/ 6634 w 6343"/>
                  <a:gd name="connsiteY2" fmla="*/ 3288 h 6345"/>
                  <a:gd name="connsiteX3" fmla="*/ 5705 w 6343"/>
                  <a:gd name="connsiteY3" fmla="*/ 1044 h 6345"/>
                  <a:gd name="connsiteX4" fmla="*/ 3462 w 6343"/>
                  <a:gd name="connsiteY4" fmla="*/ 115 h 6345"/>
                  <a:gd name="connsiteX5" fmla="*/ 1220 w 6343"/>
                  <a:gd name="connsiteY5" fmla="*/ 1044 h 6345"/>
                  <a:gd name="connsiteX6" fmla="*/ 291 w 6343"/>
                  <a:gd name="connsiteY6" fmla="*/ 3288 h 6345"/>
                  <a:gd name="connsiteX7" fmla="*/ 1220 w 6343"/>
                  <a:gd name="connsiteY7" fmla="*/ 5531 h 6345"/>
                  <a:gd name="connsiteX8" fmla="*/ 3462 w 6343"/>
                  <a:gd name="connsiteY8" fmla="*/ 646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2" y="6460"/>
                    </a:moveTo>
                    <a:cubicBezTo>
                      <a:pt x="4303" y="6460"/>
                      <a:pt x="5110" y="6126"/>
                      <a:pt x="5705" y="5531"/>
                    </a:cubicBezTo>
                    <a:cubicBezTo>
                      <a:pt x="6300" y="4936"/>
                      <a:pt x="6634" y="4129"/>
                      <a:pt x="6634" y="3288"/>
                    </a:cubicBezTo>
                    <a:cubicBezTo>
                      <a:pt x="6634" y="2446"/>
                      <a:pt x="6300" y="1639"/>
                      <a:pt x="5705" y="1044"/>
                    </a:cubicBezTo>
                    <a:cubicBezTo>
                      <a:pt x="5110" y="449"/>
                      <a:pt x="4303" y="115"/>
                      <a:pt x="3462" y="115"/>
                    </a:cubicBezTo>
                    <a:cubicBezTo>
                      <a:pt x="2621" y="115"/>
                      <a:pt x="1814" y="449"/>
                      <a:pt x="1220" y="1044"/>
                    </a:cubicBezTo>
                    <a:cubicBezTo>
                      <a:pt x="625" y="1639"/>
                      <a:pt x="291" y="2446"/>
                      <a:pt x="291" y="3288"/>
                    </a:cubicBezTo>
                    <a:cubicBezTo>
                      <a:pt x="291" y="4129"/>
                      <a:pt x="625" y="4936"/>
                      <a:pt x="1220" y="5531"/>
                    </a:cubicBezTo>
                    <a:cubicBezTo>
                      <a:pt x="1814" y="6126"/>
                      <a:pt x="2621" y="6460"/>
                      <a:pt x="3462" y="64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30" name="Freeform: Shape 12129">
                <a:extLst>
                  <a:ext uri="{FF2B5EF4-FFF2-40B4-BE49-F238E27FC236}">
                    <a16:creationId xmlns:a16="http://schemas.microsoft.com/office/drawing/2014/main" id="{A64B204B-A28B-44B7-F4D9-69FBF666EA8F}"/>
                  </a:ext>
                </a:extLst>
              </p:cNvPr>
              <p:cNvSpPr/>
              <p:nvPr/>
            </p:nvSpPr>
            <p:spPr>
              <a:xfrm>
                <a:off x="10098487" y="4944327"/>
                <a:ext cx="6343" cy="6345"/>
              </a:xfrm>
              <a:custGeom>
                <a:avLst/>
                <a:gdLst>
                  <a:gd name="connsiteX0" fmla="*/ 3462 w 6343"/>
                  <a:gd name="connsiteY0" fmla="*/ 6461 h 6345"/>
                  <a:gd name="connsiteX1" fmla="*/ 5705 w 6343"/>
                  <a:gd name="connsiteY1" fmla="*/ 5532 h 6345"/>
                  <a:gd name="connsiteX2" fmla="*/ 6634 w 6343"/>
                  <a:gd name="connsiteY2" fmla="*/ 3288 h 6345"/>
                  <a:gd name="connsiteX3" fmla="*/ 5705 w 6343"/>
                  <a:gd name="connsiteY3" fmla="*/ 1045 h 6345"/>
                  <a:gd name="connsiteX4" fmla="*/ 3462 w 6343"/>
                  <a:gd name="connsiteY4" fmla="*/ 115 h 6345"/>
                  <a:gd name="connsiteX5" fmla="*/ 1220 w 6343"/>
                  <a:gd name="connsiteY5" fmla="*/ 1045 h 6345"/>
                  <a:gd name="connsiteX6" fmla="*/ 291 w 6343"/>
                  <a:gd name="connsiteY6" fmla="*/ 3288 h 6345"/>
                  <a:gd name="connsiteX7" fmla="*/ 1220 w 6343"/>
                  <a:gd name="connsiteY7" fmla="*/ 5532 h 6345"/>
                  <a:gd name="connsiteX8" fmla="*/ 3462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2" y="6461"/>
                    </a:moveTo>
                    <a:cubicBezTo>
                      <a:pt x="4303" y="6461"/>
                      <a:pt x="5110" y="6127"/>
                      <a:pt x="5705" y="5532"/>
                    </a:cubicBezTo>
                    <a:cubicBezTo>
                      <a:pt x="6300" y="4937"/>
                      <a:pt x="6634" y="4130"/>
                      <a:pt x="6634" y="3288"/>
                    </a:cubicBezTo>
                    <a:cubicBezTo>
                      <a:pt x="6634" y="2447"/>
                      <a:pt x="6300" y="1640"/>
                      <a:pt x="5705" y="1045"/>
                    </a:cubicBezTo>
                    <a:cubicBezTo>
                      <a:pt x="5110" y="450"/>
                      <a:pt x="4303" y="115"/>
                      <a:pt x="3462" y="115"/>
                    </a:cubicBezTo>
                    <a:cubicBezTo>
                      <a:pt x="2621" y="115"/>
                      <a:pt x="1815" y="450"/>
                      <a:pt x="1220" y="1045"/>
                    </a:cubicBezTo>
                    <a:cubicBezTo>
                      <a:pt x="625" y="1640"/>
                      <a:pt x="291" y="2447"/>
                      <a:pt x="291" y="3288"/>
                    </a:cubicBezTo>
                    <a:cubicBezTo>
                      <a:pt x="291" y="4130"/>
                      <a:pt x="625" y="4937"/>
                      <a:pt x="1220" y="5532"/>
                    </a:cubicBezTo>
                    <a:cubicBezTo>
                      <a:pt x="1815" y="6127"/>
                      <a:pt x="2621" y="6461"/>
                      <a:pt x="3462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31" name="Freeform: Shape 12130">
                <a:extLst>
                  <a:ext uri="{FF2B5EF4-FFF2-40B4-BE49-F238E27FC236}">
                    <a16:creationId xmlns:a16="http://schemas.microsoft.com/office/drawing/2014/main" id="{E66225CF-D6A7-0CA4-9C5B-D0808587358E}"/>
                  </a:ext>
                </a:extLst>
              </p:cNvPr>
              <p:cNvSpPr/>
              <p:nvPr/>
            </p:nvSpPr>
            <p:spPr>
              <a:xfrm>
                <a:off x="10110517" y="4943137"/>
                <a:ext cx="6343" cy="6345"/>
              </a:xfrm>
              <a:custGeom>
                <a:avLst/>
                <a:gdLst>
                  <a:gd name="connsiteX0" fmla="*/ 3463 w 6343"/>
                  <a:gd name="connsiteY0" fmla="*/ 6461 h 6345"/>
                  <a:gd name="connsiteX1" fmla="*/ 5706 w 6343"/>
                  <a:gd name="connsiteY1" fmla="*/ 5531 h 6345"/>
                  <a:gd name="connsiteX2" fmla="*/ 6635 w 6343"/>
                  <a:gd name="connsiteY2" fmla="*/ 3288 h 6345"/>
                  <a:gd name="connsiteX3" fmla="*/ 5706 w 6343"/>
                  <a:gd name="connsiteY3" fmla="*/ 1045 h 6345"/>
                  <a:gd name="connsiteX4" fmla="*/ 3463 w 6343"/>
                  <a:gd name="connsiteY4" fmla="*/ 115 h 6345"/>
                  <a:gd name="connsiteX5" fmla="*/ 1221 w 6343"/>
                  <a:gd name="connsiteY5" fmla="*/ 1045 h 6345"/>
                  <a:gd name="connsiteX6" fmla="*/ 292 w 6343"/>
                  <a:gd name="connsiteY6" fmla="*/ 3288 h 6345"/>
                  <a:gd name="connsiteX7" fmla="*/ 1221 w 6343"/>
                  <a:gd name="connsiteY7" fmla="*/ 5531 h 6345"/>
                  <a:gd name="connsiteX8" fmla="*/ 3463 w 6343"/>
                  <a:gd name="connsiteY8" fmla="*/ 646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63" y="6461"/>
                    </a:moveTo>
                    <a:cubicBezTo>
                      <a:pt x="4304" y="6461"/>
                      <a:pt x="5111" y="6126"/>
                      <a:pt x="5706" y="5531"/>
                    </a:cubicBezTo>
                    <a:cubicBezTo>
                      <a:pt x="6301" y="4937"/>
                      <a:pt x="6635" y="4129"/>
                      <a:pt x="6635" y="3288"/>
                    </a:cubicBezTo>
                    <a:cubicBezTo>
                      <a:pt x="6635" y="2447"/>
                      <a:pt x="6301" y="1640"/>
                      <a:pt x="5706" y="1045"/>
                    </a:cubicBezTo>
                    <a:cubicBezTo>
                      <a:pt x="5111" y="450"/>
                      <a:pt x="4304" y="115"/>
                      <a:pt x="3463" y="115"/>
                    </a:cubicBezTo>
                    <a:cubicBezTo>
                      <a:pt x="2622" y="115"/>
                      <a:pt x="1815" y="450"/>
                      <a:pt x="1221" y="1045"/>
                    </a:cubicBezTo>
                    <a:cubicBezTo>
                      <a:pt x="626" y="1640"/>
                      <a:pt x="292" y="2447"/>
                      <a:pt x="292" y="3288"/>
                    </a:cubicBezTo>
                    <a:cubicBezTo>
                      <a:pt x="292" y="4129"/>
                      <a:pt x="626" y="4937"/>
                      <a:pt x="1221" y="5531"/>
                    </a:cubicBezTo>
                    <a:cubicBezTo>
                      <a:pt x="1815" y="6126"/>
                      <a:pt x="2622" y="6461"/>
                      <a:pt x="3463" y="6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32" name="Freeform: Shape 12131">
                <a:extLst>
                  <a:ext uri="{FF2B5EF4-FFF2-40B4-BE49-F238E27FC236}">
                    <a16:creationId xmlns:a16="http://schemas.microsoft.com/office/drawing/2014/main" id="{DC861DDF-7250-B2A5-83C2-7F671C60A9CE}"/>
                  </a:ext>
                </a:extLst>
              </p:cNvPr>
              <p:cNvSpPr/>
              <p:nvPr/>
            </p:nvSpPr>
            <p:spPr>
              <a:xfrm>
                <a:off x="10026800" y="5743055"/>
                <a:ext cx="6343" cy="6345"/>
              </a:xfrm>
              <a:custGeom>
                <a:avLst/>
                <a:gdLst>
                  <a:gd name="connsiteX0" fmla="*/ 3457 w 6343"/>
                  <a:gd name="connsiteY0" fmla="*/ 6524 h 6345"/>
                  <a:gd name="connsiteX1" fmla="*/ 5699 w 6343"/>
                  <a:gd name="connsiteY1" fmla="*/ 5595 h 6345"/>
                  <a:gd name="connsiteX2" fmla="*/ 6628 w 6343"/>
                  <a:gd name="connsiteY2" fmla="*/ 3351 h 6345"/>
                  <a:gd name="connsiteX3" fmla="*/ 5699 w 6343"/>
                  <a:gd name="connsiteY3" fmla="*/ 1108 h 6345"/>
                  <a:gd name="connsiteX4" fmla="*/ 3457 w 6343"/>
                  <a:gd name="connsiteY4" fmla="*/ 178 h 6345"/>
                  <a:gd name="connsiteX5" fmla="*/ 1214 w 6343"/>
                  <a:gd name="connsiteY5" fmla="*/ 1108 h 6345"/>
                  <a:gd name="connsiteX6" fmla="*/ 285 w 6343"/>
                  <a:gd name="connsiteY6" fmla="*/ 3351 h 6345"/>
                  <a:gd name="connsiteX7" fmla="*/ 1214 w 6343"/>
                  <a:gd name="connsiteY7" fmla="*/ 5595 h 6345"/>
                  <a:gd name="connsiteX8" fmla="*/ 3457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524"/>
                    </a:moveTo>
                    <a:cubicBezTo>
                      <a:pt x="4298" y="6524"/>
                      <a:pt x="5105" y="6189"/>
                      <a:pt x="5699" y="5595"/>
                    </a:cubicBezTo>
                    <a:cubicBezTo>
                      <a:pt x="6294" y="5000"/>
                      <a:pt x="6628" y="4192"/>
                      <a:pt x="6628" y="3351"/>
                    </a:cubicBezTo>
                    <a:cubicBezTo>
                      <a:pt x="6628" y="2510"/>
                      <a:pt x="6294" y="1703"/>
                      <a:pt x="5699" y="1108"/>
                    </a:cubicBezTo>
                    <a:cubicBezTo>
                      <a:pt x="5105" y="513"/>
                      <a:pt x="4298" y="178"/>
                      <a:pt x="3457" y="178"/>
                    </a:cubicBezTo>
                    <a:cubicBezTo>
                      <a:pt x="2616" y="178"/>
                      <a:pt x="1809" y="513"/>
                      <a:pt x="1214" y="1108"/>
                    </a:cubicBezTo>
                    <a:cubicBezTo>
                      <a:pt x="619" y="1703"/>
                      <a:pt x="285" y="2510"/>
                      <a:pt x="285" y="3351"/>
                    </a:cubicBezTo>
                    <a:cubicBezTo>
                      <a:pt x="285" y="4192"/>
                      <a:pt x="619" y="5000"/>
                      <a:pt x="1214" y="5595"/>
                    </a:cubicBezTo>
                    <a:cubicBezTo>
                      <a:pt x="1809" y="6189"/>
                      <a:pt x="2616" y="6524"/>
                      <a:pt x="3457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33" name="Freeform: Shape 12132">
                <a:extLst>
                  <a:ext uri="{FF2B5EF4-FFF2-40B4-BE49-F238E27FC236}">
                    <a16:creationId xmlns:a16="http://schemas.microsoft.com/office/drawing/2014/main" id="{27B3F1EF-CD3E-7B00-661D-6632844ED584}"/>
                  </a:ext>
                </a:extLst>
              </p:cNvPr>
              <p:cNvSpPr/>
              <p:nvPr/>
            </p:nvSpPr>
            <p:spPr>
              <a:xfrm>
                <a:off x="10021128" y="5744352"/>
                <a:ext cx="6343" cy="6345"/>
              </a:xfrm>
              <a:custGeom>
                <a:avLst/>
                <a:gdLst>
                  <a:gd name="connsiteX0" fmla="*/ 3456 w 6343"/>
                  <a:gd name="connsiteY0" fmla="*/ 6524 h 6345"/>
                  <a:gd name="connsiteX1" fmla="*/ 5699 w 6343"/>
                  <a:gd name="connsiteY1" fmla="*/ 5595 h 6345"/>
                  <a:gd name="connsiteX2" fmla="*/ 6628 w 6343"/>
                  <a:gd name="connsiteY2" fmla="*/ 3351 h 6345"/>
                  <a:gd name="connsiteX3" fmla="*/ 5699 w 6343"/>
                  <a:gd name="connsiteY3" fmla="*/ 1108 h 6345"/>
                  <a:gd name="connsiteX4" fmla="*/ 3456 w 6343"/>
                  <a:gd name="connsiteY4" fmla="*/ 178 h 6345"/>
                  <a:gd name="connsiteX5" fmla="*/ 1214 w 6343"/>
                  <a:gd name="connsiteY5" fmla="*/ 1108 h 6345"/>
                  <a:gd name="connsiteX6" fmla="*/ 285 w 6343"/>
                  <a:gd name="connsiteY6" fmla="*/ 3351 h 6345"/>
                  <a:gd name="connsiteX7" fmla="*/ 1214 w 6343"/>
                  <a:gd name="connsiteY7" fmla="*/ 5595 h 6345"/>
                  <a:gd name="connsiteX8" fmla="*/ 345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24"/>
                    </a:moveTo>
                    <a:cubicBezTo>
                      <a:pt x="4297" y="6524"/>
                      <a:pt x="5104" y="6190"/>
                      <a:pt x="5699" y="5595"/>
                    </a:cubicBezTo>
                    <a:cubicBezTo>
                      <a:pt x="6294" y="5000"/>
                      <a:pt x="6628" y="4193"/>
                      <a:pt x="6628" y="3351"/>
                    </a:cubicBezTo>
                    <a:cubicBezTo>
                      <a:pt x="6628" y="2510"/>
                      <a:pt x="6294" y="1703"/>
                      <a:pt x="5699" y="1108"/>
                    </a:cubicBezTo>
                    <a:cubicBezTo>
                      <a:pt x="5104" y="513"/>
                      <a:pt x="4297" y="178"/>
                      <a:pt x="3456" y="178"/>
                    </a:cubicBezTo>
                    <a:cubicBezTo>
                      <a:pt x="2615" y="178"/>
                      <a:pt x="1808" y="513"/>
                      <a:pt x="1214" y="1108"/>
                    </a:cubicBezTo>
                    <a:cubicBezTo>
                      <a:pt x="619" y="1703"/>
                      <a:pt x="285" y="2510"/>
                      <a:pt x="285" y="3351"/>
                    </a:cubicBezTo>
                    <a:cubicBezTo>
                      <a:pt x="285" y="4193"/>
                      <a:pt x="619" y="5000"/>
                      <a:pt x="1214" y="5595"/>
                    </a:cubicBezTo>
                    <a:cubicBezTo>
                      <a:pt x="1808" y="6190"/>
                      <a:pt x="2615" y="6524"/>
                      <a:pt x="345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34" name="Freeform: Shape 12133">
                <a:extLst>
                  <a:ext uri="{FF2B5EF4-FFF2-40B4-BE49-F238E27FC236}">
                    <a16:creationId xmlns:a16="http://schemas.microsoft.com/office/drawing/2014/main" id="{4C3E4492-3EB9-3028-145F-221C7F7BF566}"/>
                  </a:ext>
                </a:extLst>
              </p:cNvPr>
              <p:cNvSpPr/>
              <p:nvPr/>
            </p:nvSpPr>
            <p:spPr>
              <a:xfrm>
                <a:off x="10016787" y="5746643"/>
                <a:ext cx="6343" cy="6345"/>
              </a:xfrm>
              <a:custGeom>
                <a:avLst/>
                <a:gdLst>
                  <a:gd name="connsiteX0" fmla="*/ 3456 w 6343"/>
                  <a:gd name="connsiteY0" fmla="*/ 6524 h 6345"/>
                  <a:gd name="connsiteX1" fmla="*/ 5699 w 6343"/>
                  <a:gd name="connsiteY1" fmla="*/ 5595 h 6345"/>
                  <a:gd name="connsiteX2" fmla="*/ 6627 w 6343"/>
                  <a:gd name="connsiteY2" fmla="*/ 3351 h 6345"/>
                  <a:gd name="connsiteX3" fmla="*/ 5699 w 6343"/>
                  <a:gd name="connsiteY3" fmla="*/ 1108 h 6345"/>
                  <a:gd name="connsiteX4" fmla="*/ 3456 w 6343"/>
                  <a:gd name="connsiteY4" fmla="*/ 179 h 6345"/>
                  <a:gd name="connsiteX5" fmla="*/ 1213 w 6343"/>
                  <a:gd name="connsiteY5" fmla="*/ 1108 h 6345"/>
                  <a:gd name="connsiteX6" fmla="*/ 284 w 6343"/>
                  <a:gd name="connsiteY6" fmla="*/ 3351 h 6345"/>
                  <a:gd name="connsiteX7" fmla="*/ 1213 w 6343"/>
                  <a:gd name="connsiteY7" fmla="*/ 5595 h 6345"/>
                  <a:gd name="connsiteX8" fmla="*/ 345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24"/>
                    </a:moveTo>
                    <a:cubicBezTo>
                      <a:pt x="4297" y="6524"/>
                      <a:pt x="5104" y="6190"/>
                      <a:pt x="5699" y="5595"/>
                    </a:cubicBezTo>
                    <a:cubicBezTo>
                      <a:pt x="6293" y="5000"/>
                      <a:pt x="6627" y="4193"/>
                      <a:pt x="6627" y="3351"/>
                    </a:cubicBezTo>
                    <a:cubicBezTo>
                      <a:pt x="6627" y="2510"/>
                      <a:pt x="6293" y="1703"/>
                      <a:pt x="5699" y="1108"/>
                    </a:cubicBezTo>
                    <a:cubicBezTo>
                      <a:pt x="5104" y="513"/>
                      <a:pt x="4297" y="179"/>
                      <a:pt x="3456" y="179"/>
                    </a:cubicBezTo>
                    <a:cubicBezTo>
                      <a:pt x="2615" y="179"/>
                      <a:pt x="1808" y="513"/>
                      <a:pt x="1213" y="1108"/>
                    </a:cubicBezTo>
                    <a:cubicBezTo>
                      <a:pt x="619" y="1703"/>
                      <a:pt x="284" y="2510"/>
                      <a:pt x="284" y="3351"/>
                    </a:cubicBezTo>
                    <a:cubicBezTo>
                      <a:pt x="284" y="4193"/>
                      <a:pt x="619" y="5000"/>
                      <a:pt x="1213" y="5595"/>
                    </a:cubicBezTo>
                    <a:cubicBezTo>
                      <a:pt x="1808" y="6190"/>
                      <a:pt x="2615" y="6524"/>
                      <a:pt x="345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35" name="Freeform: Shape 12134">
                <a:extLst>
                  <a:ext uri="{FF2B5EF4-FFF2-40B4-BE49-F238E27FC236}">
                    <a16:creationId xmlns:a16="http://schemas.microsoft.com/office/drawing/2014/main" id="{94750C72-7217-A553-2394-0DA93A52ABFE}"/>
                  </a:ext>
                </a:extLst>
              </p:cNvPr>
              <p:cNvSpPr/>
              <p:nvPr/>
            </p:nvSpPr>
            <p:spPr>
              <a:xfrm>
                <a:off x="10013707" y="5749914"/>
                <a:ext cx="6343" cy="6345"/>
              </a:xfrm>
              <a:custGeom>
                <a:avLst/>
                <a:gdLst>
                  <a:gd name="connsiteX0" fmla="*/ 3456 w 6343"/>
                  <a:gd name="connsiteY0" fmla="*/ 6524 h 6345"/>
                  <a:gd name="connsiteX1" fmla="*/ 5698 w 6343"/>
                  <a:gd name="connsiteY1" fmla="*/ 5595 h 6345"/>
                  <a:gd name="connsiteX2" fmla="*/ 6627 w 6343"/>
                  <a:gd name="connsiteY2" fmla="*/ 3352 h 6345"/>
                  <a:gd name="connsiteX3" fmla="*/ 5698 w 6343"/>
                  <a:gd name="connsiteY3" fmla="*/ 1108 h 6345"/>
                  <a:gd name="connsiteX4" fmla="*/ 3456 w 6343"/>
                  <a:gd name="connsiteY4" fmla="*/ 179 h 6345"/>
                  <a:gd name="connsiteX5" fmla="*/ 1213 w 6343"/>
                  <a:gd name="connsiteY5" fmla="*/ 1108 h 6345"/>
                  <a:gd name="connsiteX6" fmla="*/ 284 w 6343"/>
                  <a:gd name="connsiteY6" fmla="*/ 3352 h 6345"/>
                  <a:gd name="connsiteX7" fmla="*/ 1213 w 6343"/>
                  <a:gd name="connsiteY7" fmla="*/ 5595 h 6345"/>
                  <a:gd name="connsiteX8" fmla="*/ 345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24"/>
                    </a:moveTo>
                    <a:cubicBezTo>
                      <a:pt x="4297" y="6524"/>
                      <a:pt x="5104" y="6190"/>
                      <a:pt x="5698" y="5595"/>
                    </a:cubicBezTo>
                    <a:cubicBezTo>
                      <a:pt x="6293" y="5000"/>
                      <a:pt x="6627" y="4193"/>
                      <a:pt x="6627" y="3352"/>
                    </a:cubicBezTo>
                    <a:cubicBezTo>
                      <a:pt x="6627" y="2510"/>
                      <a:pt x="6293" y="1703"/>
                      <a:pt x="5698" y="1108"/>
                    </a:cubicBezTo>
                    <a:cubicBezTo>
                      <a:pt x="5104" y="513"/>
                      <a:pt x="4297" y="179"/>
                      <a:pt x="3456" y="179"/>
                    </a:cubicBezTo>
                    <a:cubicBezTo>
                      <a:pt x="2615" y="179"/>
                      <a:pt x="1808" y="513"/>
                      <a:pt x="1213" y="1108"/>
                    </a:cubicBezTo>
                    <a:cubicBezTo>
                      <a:pt x="618" y="1703"/>
                      <a:pt x="284" y="2510"/>
                      <a:pt x="284" y="3352"/>
                    </a:cubicBezTo>
                    <a:cubicBezTo>
                      <a:pt x="284" y="4193"/>
                      <a:pt x="618" y="5000"/>
                      <a:pt x="1213" y="5595"/>
                    </a:cubicBezTo>
                    <a:cubicBezTo>
                      <a:pt x="1808" y="6190"/>
                      <a:pt x="2615" y="6524"/>
                      <a:pt x="345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36" name="Freeform: Shape 12135">
                <a:extLst>
                  <a:ext uri="{FF2B5EF4-FFF2-40B4-BE49-F238E27FC236}">
                    <a16:creationId xmlns:a16="http://schemas.microsoft.com/office/drawing/2014/main" id="{C2E6A427-5FFE-E71B-348D-1AF22538448A}"/>
                  </a:ext>
                </a:extLst>
              </p:cNvPr>
              <p:cNvSpPr/>
              <p:nvPr/>
            </p:nvSpPr>
            <p:spPr>
              <a:xfrm>
                <a:off x="10011773" y="5754109"/>
                <a:ext cx="6343" cy="6345"/>
              </a:xfrm>
              <a:custGeom>
                <a:avLst/>
                <a:gdLst>
                  <a:gd name="connsiteX0" fmla="*/ 3456 w 6343"/>
                  <a:gd name="connsiteY0" fmla="*/ 6525 h 6345"/>
                  <a:gd name="connsiteX1" fmla="*/ 5698 w 6343"/>
                  <a:gd name="connsiteY1" fmla="*/ 5595 h 6345"/>
                  <a:gd name="connsiteX2" fmla="*/ 6627 w 6343"/>
                  <a:gd name="connsiteY2" fmla="*/ 3352 h 6345"/>
                  <a:gd name="connsiteX3" fmla="*/ 5698 w 6343"/>
                  <a:gd name="connsiteY3" fmla="*/ 1108 h 6345"/>
                  <a:gd name="connsiteX4" fmla="*/ 3456 w 6343"/>
                  <a:gd name="connsiteY4" fmla="*/ 179 h 6345"/>
                  <a:gd name="connsiteX5" fmla="*/ 1213 w 6343"/>
                  <a:gd name="connsiteY5" fmla="*/ 1108 h 6345"/>
                  <a:gd name="connsiteX6" fmla="*/ 284 w 6343"/>
                  <a:gd name="connsiteY6" fmla="*/ 3352 h 6345"/>
                  <a:gd name="connsiteX7" fmla="*/ 1213 w 6343"/>
                  <a:gd name="connsiteY7" fmla="*/ 5595 h 6345"/>
                  <a:gd name="connsiteX8" fmla="*/ 3456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25"/>
                    </a:moveTo>
                    <a:cubicBezTo>
                      <a:pt x="4297" y="6525"/>
                      <a:pt x="5103" y="6190"/>
                      <a:pt x="5698" y="5595"/>
                    </a:cubicBezTo>
                    <a:cubicBezTo>
                      <a:pt x="6293" y="5000"/>
                      <a:pt x="6627" y="4193"/>
                      <a:pt x="6627" y="3352"/>
                    </a:cubicBezTo>
                    <a:cubicBezTo>
                      <a:pt x="6627" y="2511"/>
                      <a:pt x="6293" y="1703"/>
                      <a:pt x="5698" y="1108"/>
                    </a:cubicBezTo>
                    <a:cubicBezTo>
                      <a:pt x="5103" y="514"/>
                      <a:pt x="4297" y="179"/>
                      <a:pt x="3456" y="179"/>
                    </a:cubicBezTo>
                    <a:cubicBezTo>
                      <a:pt x="2614" y="179"/>
                      <a:pt x="1808" y="514"/>
                      <a:pt x="1213" y="1108"/>
                    </a:cubicBezTo>
                    <a:cubicBezTo>
                      <a:pt x="618" y="1703"/>
                      <a:pt x="284" y="2511"/>
                      <a:pt x="284" y="3352"/>
                    </a:cubicBezTo>
                    <a:cubicBezTo>
                      <a:pt x="284" y="4193"/>
                      <a:pt x="618" y="5000"/>
                      <a:pt x="1213" y="5595"/>
                    </a:cubicBezTo>
                    <a:cubicBezTo>
                      <a:pt x="1808" y="6190"/>
                      <a:pt x="2614" y="6525"/>
                      <a:pt x="3456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37" name="Freeform: Shape 12136">
                <a:extLst>
                  <a:ext uri="{FF2B5EF4-FFF2-40B4-BE49-F238E27FC236}">
                    <a16:creationId xmlns:a16="http://schemas.microsoft.com/office/drawing/2014/main" id="{953C38E5-B8F4-30AE-2A88-7AF226B219A6}"/>
                  </a:ext>
                </a:extLst>
              </p:cNvPr>
              <p:cNvSpPr/>
              <p:nvPr/>
            </p:nvSpPr>
            <p:spPr>
              <a:xfrm>
                <a:off x="10011017" y="5759288"/>
                <a:ext cx="6343" cy="6345"/>
              </a:xfrm>
              <a:custGeom>
                <a:avLst/>
                <a:gdLst>
                  <a:gd name="connsiteX0" fmla="*/ 3455 w 6343"/>
                  <a:gd name="connsiteY0" fmla="*/ 6525 h 6345"/>
                  <a:gd name="connsiteX1" fmla="*/ 5698 w 6343"/>
                  <a:gd name="connsiteY1" fmla="*/ 5596 h 6345"/>
                  <a:gd name="connsiteX2" fmla="*/ 6627 w 6343"/>
                  <a:gd name="connsiteY2" fmla="*/ 3352 h 6345"/>
                  <a:gd name="connsiteX3" fmla="*/ 5698 w 6343"/>
                  <a:gd name="connsiteY3" fmla="*/ 1109 h 6345"/>
                  <a:gd name="connsiteX4" fmla="*/ 3455 w 6343"/>
                  <a:gd name="connsiteY4" fmla="*/ 180 h 6345"/>
                  <a:gd name="connsiteX5" fmla="*/ 1213 w 6343"/>
                  <a:gd name="connsiteY5" fmla="*/ 1109 h 6345"/>
                  <a:gd name="connsiteX6" fmla="*/ 284 w 6343"/>
                  <a:gd name="connsiteY6" fmla="*/ 3352 h 6345"/>
                  <a:gd name="connsiteX7" fmla="*/ 1213 w 6343"/>
                  <a:gd name="connsiteY7" fmla="*/ 5596 h 6345"/>
                  <a:gd name="connsiteX8" fmla="*/ 3455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5" y="6525"/>
                    </a:moveTo>
                    <a:cubicBezTo>
                      <a:pt x="4297" y="6525"/>
                      <a:pt x="5103" y="6191"/>
                      <a:pt x="5698" y="5596"/>
                    </a:cubicBezTo>
                    <a:cubicBezTo>
                      <a:pt x="6293" y="5001"/>
                      <a:pt x="6627" y="4194"/>
                      <a:pt x="6627" y="3352"/>
                    </a:cubicBezTo>
                    <a:cubicBezTo>
                      <a:pt x="6627" y="2511"/>
                      <a:pt x="6293" y="1704"/>
                      <a:pt x="5698" y="1109"/>
                    </a:cubicBezTo>
                    <a:cubicBezTo>
                      <a:pt x="5103" y="514"/>
                      <a:pt x="4297" y="180"/>
                      <a:pt x="3455" y="180"/>
                    </a:cubicBezTo>
                    <a:cubicBezTo>
                      <a:pt x="2614" y="180"/>
                      <a:pt x="1808" y="514"/>
                      <a:pt x="1213" y="1109"/>
                    </a:cubicBezTo>
                    <a:cubicBezTo>
                      <a:pt x="618" y="1704"/>
                      <a:pt x="284" y="2511"/>
                      <a:pt x="284" y="3352"/>
                    </a:cubicBezTo>
                    <a:cubicBezTo>
                      <a:pt x="284" y="4194"/>
                      <a:pt x="618" y="5001"/>
                      <a:pt x="1213" y="5596"/>
                    </a:cubicBezTo>
                    <a:cubicBezTo>
                      <a:pt x="1808" y="6191"/>
                      <a:pt x="2614" y="6525"/>
                      <a:pt x="3455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38" name="Freeform: Shape 12137">
                <a:extLst>
                  <a:ext uri="{FF2B5EF4-FFF2-40B4-BE49-F238E27FC236}">
                    <a16:creationId xmlns:a16="http://schemas.microsoft.com/office/drawing/2014/main" id="{B8A1386A-E24F-9DB8-0790-31D3F414AAB6}"/>
                  </a:ext>
                </a:extLst>
              </p:cNvPr>
              <p:cNvSpPr/>
              <p:nvPr/>
            </p:nvSpPr>
            <p:spPr>
              <a:xfrm>
                <a:off x="10012285" y="5766194"/>
                <a:ext cx="6343" cy="6345"/>
              </a:xfrm>
              <a:custGeom>
                <a:avLst/>
                <a:gdLst>
                  <a:gd name="connsiteX0" fmla="*/ 3456 w 6343"/>
                  <a:gd name="connsiteY0" fmla="*/ 6526 h 6345"/>
                  <a:gd name="connsiteX1" fmla="*/ 5698 w 6343"/>
                  <a:gd name="connsiteY1" fmla="*/ 5596 h 6345"/>
                  <a:gd name="connsiteX2" fmla="*/ 6627 w 6343"/>
                  <a:gd name="connsiteY2" fmla="*/ 3353 h 6345"/>
                  <a:gd name="connsiteX3" fmla="*/ 5698 w 6343"/>
                  <a:gd name="connsiteY3" fmla="*/ 1109 h 6345"/>
                  <a:gd name="connsiteX4" fmla="*/ 3456 w 6343"/>
                  <a:gd name="connsiteY4" fmla="*/ 180 h 6345"/>
                  <a:gd name="connsiteX5" fmla="*/ 1213 w 6343"/>
                  <a:gd name="connsiteY5" fmla="*/ 1109 h 6345"/>
                  <a:gd name="connsiteX6" fmla="*/ 284 w 6343"/>
                  <a:gd name="connsiteY6" fmla="*/ 3353 h 6345"/>
                  <a:gd name="connsiteX7" fmla="*/ 1213 w 6343"/>
                  <a:gd name="connsiteY7" fmla="*/ 5596 h 6345"/>
                  <a:gd name="connsiteX8" fmla="*/ 3456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26"/>
                    </a:moveTo>
                    <a:cubicBezTo>
                      <a:pt x="4297" y="6526"/>
                      <a:pt x="5103" y="6191"/>
                      <a:pt x="5698" y="5596"/>
                    </a:cubicBezTo>
                    <a:cubicBezTo>
                      <a:pt x="6293" y="5001"/>
                      <a:pt x="6627" y="4194"/>
                      <a:pt x="6627" y="3353"/>
                    </a:cubicBezTo>
                    <a:cubicBezTo>
                      <a:pt x="6627" y="2511"/>
                      <a:pt x="6293" y="1704"/>
                      <a:pt x="5698" y="1109"/>
                    </a:cubicBezTo>
                    <a:cubicBezTo>
                      <a:pt x="5103" y="514"/>
                      <a:pt x="4297" y="180"/>
                      <a:pt x="3456" y="180"/>
                    </a:cubicBezTo>
                    <a:cubicBezTo>
                      <a:pt x="2614" y="180"/>
                      <a:pt x="1808" y="514"/>
                      <a:pt x="1213" y="1109"/>
                    </a:cubicBezTo>
                    <a:cubicBezTo>
                      <a:pt x="618" y="1704"/>
                      <a:pt x="284" y="2511"/>
                      <a:pt x="284" y="3353"/>
                    </a:cubicBezTo>
                    <a:cubicBezTo>
                      <a:pt x="284" y="4194"/>
                      <a:pt x="618" y="5001"/>
                      <a:pt x="1213" y="5596"/>
                    </a:cubicBezTo>
                    <a:cubicBezTo>
                      <a:pt x="1808" y="6191"/>
                      <a:pt x="2614" y="6526"/>
                      <a:pt x="3456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39" name="Freeform: Shape 12138">
                <a:extLst>
                  <a:ext uri="{FF2B5EF4-FFF2-40B4-BE49-F238E27FC236}">
                    <a16:creationId xmlns:a16="http://schemas.microsoft.com/office/drawing/2014/main" id="{BDF075F0-F67D-3CD1-7B41-DC904768BBD0}"/>
                  </a:ext>
                </a:extLst>
              </p:cNvPr>
              <p:cNvSpPr/>
              <p:nvPr/>
            </p:nvSpPr>
            <p:spPr>
              <a:xfrm>
                <a:off x="9992952" y="5779340"/>
                <a:ext cx="6343" cy="6345"/>
              </a:xfrm>
              <a:custGeom>
                <a:avLst/>
                <a:gdLst>
                  <a:gd name="connsiteX0" fmla="*/ 3454 w 6343"/>
                  <a:gd name="connsiteY0" fmla="*/ 6527 h 6345"/>
                  <a:gd name="connsiteX1" fmla="*/ 5697 w 6343"/>
                  <a:gd name="connsiteY1" fmla="*/ 5597 h 6345"/>
                  <a:gd name="connsiteX2" fmla="*/ 6626 w 6343"/>
                  <a:gd name="connsiteY2" fmla="*/ 3354 h 6345"/>
                  <a:gd name="connsiteX3" fmla="*/ 5697 w 6343"/>
                  <a:gd name="connsiteY3" fmla="*/ 1110 h 6345"/>
                  <a:gd name="connsiteX4" fmla="*/ 3454 w 6343"/>
                  <a:gd name="connsiteY4" fmla="*/ 181 h 6345"/>
                  <a:gd name="connsiteX5" fmla="*/ 1211 w 6343"/>
                  <a:gd name="connsiteY5" fmla="*/ 1110 h 6345"/>
                  <a:gd name="connsiteX6" fmla="*/ 283 w 6343"/>
                  <a:gd name="connsiteY6" fmla="*/ 3354 h 6345"/>
                  <a:gd name="connsiteX7" fmla="*/ 1211 w 6343"/>
                  <a:gd name="connsiteY7" fmla="*/ 5597 h 6345"/>
                  <a:gd name="connsiteX8" fmla="*/ 3454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4" y="6527"/>
                    </a:moveTo>
                    <a:cubicBezTo>
                      <a:pt x="4295" y="6527"/>
                      <a:pt x="5102" y="6192"/>
                      <a:pt x="5697" y="5597"/>
                    </a:cubicBezTo>
                    <a:cubicBezTo>
                      <a:pt x="6291" y="5002"/>
                      <a:pt x="6626" y="4195"/>
                      <a:pt x="6626" y="3354"/>
                    </a:cubicBezTo>
                    <a:cubicBezTo>
                      <a:pt x="6626" y="2513"/>
                      <a:pt x="6291" y="1705"/>
                      <a:pt x="5697" y="1110"/>
                    </a:cubicBezTo>
                    <a:cubicBezTo>
                      <a:pt x="5102" y="516"/>
                      <a:pt x="4295" y="181"/>
                      <a:pt x="3454" y="181"/>
                    </a:cubicBezTo>
                    <a:cubicBezTo>
                      <a:pt x="2613" y="181"/>
                      <a:pt x="1806" y="516"/>
                      <a:pt x="1211" y="1110"/>
                    </a:cubicBezTo>
                    <a:cubicBezTo>
                      <a:pt x="617" y="1705"/>
                      <a:pt x="283" y="2513"/>
                      <a:pt x="283" y="3354"/>
                    </a:cubicBezTo>
                    <a:cubicBezTo>
                      <a:pt x="283" y="4195"/>
                      <a:pt x="617" y="5002"/>
                      <a:pt x="1211" y="5597"/>
                    </a:cubicBezTo>
                    <a:cubicBezTo>
                      <a:pt x="1806" y="6192"/>
                      <a:pt x="2613" y="6527"/>
                      <a:pt x="3454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40" name="Freeform: Shape 12139">
                <a:extLst>
                  <a:ext uri="{FF2B5EF4-FFF2-40B4-BE49-F238E27FC236}">
                    <a16:creationId xmlns:a16="http://schemas.microsoft.com/office/drawing/2014/main" id="{B2CA199D-58A8-9F0C-37A4-C4F0A1BC2C2E}"/>
                  </a:ext>
                </a:extLst>
              </p:cNvPr>
              <p:cNvSpPr/>
              <p:nvPr/>
            </p:nvSpPr>
            <p:spPr>
              <a:xfrm>
                <a:off x="9985868" y="5779028"/>
                <a:ext cx="6343" cy="6345"/>
              </a:xfrm>
              <a:custGeom>
                <a:avLst/>
                <a:gdLst>
                  <a:gd name="connsiteX0" fmla="*/ 3454 w 6343"/>
                  <a:gd name="connsiteY0" fmla="*/ 6527 h 6345"/>
                  <a:gd name="connsiteX1" fmla="*/ 5696 w 6343"/>
                  <a:gd name="connsiteY1" fmla="*/ 5597 h 6345"/>
                  <a:gd name="connsiteX2" fmla="*/ 6625 w 6343"/>
                  <a:gd name="connsiteY2" fmla="*/ 3354 h 6345"/>
                  <a:gd name="connsiteX3" fmla="*/ 5696 w 6343"/>
                  <a:gd name="connsiteY3" fmla="*/ 1110 h 6345"/>
                  <a:gd name="connsiteX4" fmla="*/ 3454 w 6343"/>
                  <a:gd name="connsiteY4" fmla="*/ 181 h 6345"/>
                  <a:gd name="connsiteX5" fmla="*/ 1211 w 6343"/>
                  <a:gd name="connsiteY5" fmla="*/ 1110 h 6345"/>
                  <a:gd name="connsiteX6" fmla="*/ 282 w 6343"/>
                  <a:gd name="connsiteY6" fmla="*/ 3354 h 6345"/>
                  <a:gd name="connsiteX7" fmla="*/ 1211 w 6343"/>
                  <a:gd name="connsiteY7" fmla="*/ 5597 h 6345"/>
                  <a:gd name="connsiteX8" fmla="*/ 3454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4" y="6527"/>
                    </a:moveTo>
                    <a:cubicBezTo>
                      <a:pt x="4295" y="6527"/>
                      <a:pt x="5101" y="6192"/>
                      <a:pt x="5696" y="5597"/>
                    </a:cubicBezTo>
                    <a:cubicBezTo>
                      <a:pt x="6291" y="5002"/>
                      <a:pt x="6625" y="4195"/>
                      <a:pt x="6625" y="3354"/>
                    </a:cubicBezTo>
                    <a:cubicBezTo>
                      <a:pt x="6625" y="2512"/>
                      <a:pt x="6291" y="1705"/>
                      <a:pt x="5696" y="1110"/>
                    </a:cubicBezTo>
                    <a:cubicBezTo>
                      <a:pt x="5101" y="516"/>
                      <a:pt x="4295" y="181"/>
                      <a:pt x="3454" y="181"/>
                    </a:cubicBezTo>
                    <a:cubicBezTo>
                      <a:pt x="2612" y="181"/>
                      <a:pt x="1806" y="516"/>
                      <a:pt x="1211" y="1110"/>
                    </a:cubicBezTo>
                    <a:cubicBezTo>
                      <a:pt x="616" y="1705"/>
                      <a:pt x="282" y="2512"/>
                      <a:pt x="282" y="3354"/>
                    </a:cubicBezTo>
                    <a:cubicBezTo>
                      <a:pt x="282" y="4195"/>
                      <a:pt x="616" y="5002"/>
                      <a:pt x="1211" y="5597"/>
                    </a:cubicBezTo>
                    <a:cubicBezTo>
                      <a:pt x="1806" y="6192"/>
                      <a:pt x="2612" y="6527"/>
                      <a:pt x="3454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41" name="Freeform: Shape 12140">
                <a:extLst>
                  <a:ext uri="{FF2B5EF4-FFF2-40B4-BE49-F238E27FC236}">
                    <a16:creationId xmlns:a16="http://schemas.microsoft.com/office/drawing/2014/main" id="{0A637EF1-2D7E-863F-85F1-1EA313A888B8}"/>
                  </a:ext>
                </a:extLst>
              </p:cNvPr>
              <p:cNvSpPr/>
              <p:nvPr/>
            </p:nvSpPr>
            <p:spPr>
              <a:xfrm>
                <a:off x="9980291" y="5779991"/>
                <a:ext cx="6343" cy="6345"/>
              </a:xfrm>
              <a:custGeom>
                <a:avLst/>
                <a:gdLst>
                  <a:gd name="connsiteX0" fmla="*/ 3453 w 6343"/>
                  <a:gd name="connsiteY0" fmla="*/ 6527 h 6345"/>
                  <a:gd name="connsiteX1" fmla="*/ 5696 w 6343"/>
                  <a:gd name="connsiteY1" fmla="*/ 5597 h 6345"/>
                  <a:gd name="connsiteX2" fmla="*/ 6625 w 6343"/>
                  <a:gd name="connsiteY2" fmla="*/ 3354 h 6345"/>
                  <a:gd name="connsiteX3" fmla="*/ 5696 w 6343"/>
                  <a:gd name="connsiteY3" fmla="*/ 1111 h 6345"/>
                  <a:gd name="connsiteX4" fmla="*/ 3453 w 6343"/>
                  <a:gd name="connsiteY4" fmla="*/ 181 h 6345"/>
                  <a:gd name="connsiteX5" fmla="*/ 1210 w 6343"/>
                  <a:gd name="connsiteY5" fmla="*/ 1111 h 6345"/>
                  <a:gd name="connsiteX6" fmla="*/ 282 w 6343"/>
                  <a:gd name="connsiteY6" fmla="*/ 3354 h 6345"/>
                  <a:gd name="connsiteX7" fmla="*/ 1210 w 6343"/>
                  <a:gd name="connsiteY7" fmla="*/ 5597 h 6345"/>
                  <a:gd name="connsiteX8" fmla="*/ 3453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27"/>
                    </a:moveTo>
                    <a:cubicBezTo>
                      <a:pt x="4294" y="6527"/>
                      <a:pt x="5101" y="6192"/>
                      <a:pt x="5696" y="5597"/>
                    </a:cubicBezTo>
                    <a:cubicBezTo>
                      <a:pt x="6290" y="5002"/>
                      <a:pt x="6625" y="4195"/>
                      <a:pt x="6625" y="3354"/>
                    </a:cubicBezTo>
                    <a:cubicBezTo>
                      <a:pt x="6625" y="2513"/>
                      <a:pt x="6290" y="1706"/>
                      <a:pt x="5696" y="1111"/>
                    </a:cubicBezTo>
                    <a:cubicBezTo>
                      <a:pt x="5101" y="516"/>
                      <a:pt x="4294" y="181"/>
                      <a:pt x="3453" y="181"/>
                    </a:cubicBezTo>
                    <a:cubicBezTo>
                      <a:pt x="2612" y="181"/>
                      <a:pt x="1805" y="516"/>
                      <a:pt x="1210" y="1111"/>
                    </a:cubicBezTo>
                    <a:cubicBezTo>
                      <a:pt x="616" y="1706"/>
                      <a:pt x="282" y="2513"/>
                      <a:pt x="282" y="3354"/>
                    </a:cubicBezTo>
                    <a:cubicBezTo>
                      <a:pt x="282" y="4195"/>
                      <a:pt x="616" y="5002"/>
                      <a:pt x="1210" y="5597"/>
                    </a:cubicBezTo>
                    <a:cubicBezTo>
                      <a:pt x="1805" y="6192"/>
                      <a:pt x="2612" y="6527"/>
                      <a:pt x="3453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42" name="Freeform: Shape 12141">
                <a:extLst>
                  <a:ext uri="{FF2B5EF4-FFF2-40B4-BE49-F238E27FC236}">
                    <a16:creationId xmlns:a16="http://schemas.microsoft.com/office/drawing/2014/main" id="{F87C999B-B831-7597-08D8-3824A3D2E883}"/>
                  </a:ext>
                </a:extLst>
              </p:cNvPr>
              <p:cNvSpPr/>
              <p:nvPr/>
            </p:nvSpPr>
            <p:spPr>
              <a:xfrm>
                <a:off x="9974492" y="5780693"/>
                <a:ext cx="6343" cy="6345"/>
              </a:xfrm>
              <a:custGeom>
                <a:avLst/>
                <a:gdLst>
                  <a:gd name="connsiteX0" fmla="*/ 3453 w 6343"/>
                  <a:gd name="connsiteY0" fmla="*/ 6527 h 6345"/>
                  <a:gd name="connsiteX1" fmla="*/ 5695 w 6343"/>
                  <a:gd name="connsiteY1" fmla="*/ 5597 h 6345"/>
                  <a:gd name="connsiteX2" fmla="*/ 6624 w 6343"/>
                  <a:gd name="connsiteY2" fmla="*/ 3354 h 6345"/>
                  <a:gd name="connsiteX3" fmla="*/ 5695 w 6343"/>
                  <a:gd name="connsiteY3" fmla="*/ 1111 h 6345"/>
                  <a:gd name="connsiteX4" fmla="*/ 3453 w 6343"/>
                  <a:gd name="connsiteY4" fmla="*/ 181 h 6345"/>
                  <a:gd name="connsiteX5" fmla="*/ 1210 w 6343"/>
                  <a:gd name="connsiteY5" fmla="*/ 1111 h 6345"/>
                  <a:gd name="connsiteX6" fmla="*/ 281 w 6343"/>
                  <a:gd name="connsiteY6" fmla="*/ 3354 h 6345"/>
                  <a:gd name="connsiteX7" fmla="*/ 1210 w 6343"/>
                  <a:gd name="connsiteY7" fmla="*/ 5597 h 6345"/>
                  <a:gd name="connsiteX8" fmla="*/ 3453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27"/>
                    </a:moveTo>
                    <a:cubicBezTo>
                      <a:pt x="4294" y="6527"/>
                      <a:pt x="5100" y="6192"/>
                      <a:pt x="5695" y="5597"/>
                    </a:cubicBezTo>
                    <a:cubicBezTo>
                      <a:pt x="6290" y="5003"/>
                      <a:pt x="6624" y="4195"/>
                      <a:pt x="6624" y="3354"/>
                    </a:cubicBezTo>
                    <a:cubicBezTo>
                      <a:pt x="6624" y="2513"/>
                      <a:pt x="6290" y="1706"/>
                      <a:pt x="5695" y="1111"/>
                    </a:cubicBezTo>
                    <a:cubicBezTo>
                      <a:pt x="5100" y="516"/>
                      <a:pt x="4294" y="181"/>
                      <a:pt x="3453" y="181"/>
                    </a:cubicBezTo>
                    <a:cubicBezTo>
                      <a:pt x="2611" y="181"/>
                      <a:pt x="1805" y="516"/>
                      <a:pt x="1210" y="1111"/>
                    </a:cubicBezTo>
                    <a:cubicBezTo>
                      <a:pt x="615" y="1706"/>
                      <a:pt x="281" y="2513"/>
                      <a:pt x="281" y="3354"/>
                    </a:cubicBezTo>
                    <a:cubicBezTo>
                      <a:pt x="281" y="4195"/>
                      <a:pt x="615" y="5003"/>
                      <a:pt x="1210" y="5597"/>
                    </a:cubicBezTo>
                    <a:cubicBezTo>
                      <a:pt x="1805" y="6192"/>
                      <a:pt x="2611" y="6527"/>
                      <a:pt x="3453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43" name="Freeform: Shape 12142">
                <a:extLst>
                  <a:ext uri="{FF2B5EF4-FFF2-40B4-BE49-F238E27FC236}">
                    <a16:creationId xmlns:a16="http://schemas.microsoft.com/office/drawing/2014/main" id="{EEA2051C-1D9E-5EB9-9317-54886B8990B0}"/>
                  </a:ext>
                </a:extLst>
              </p:cNvPr>
              <p:cNvSpPr/>
              <p:nvPr/>
            </p:nvSpPr>
            <p:spPr>
              <a:xfrm>
                <a:off x="9965958" y="5778789"/>
                <a:ext cx="6343" cy="6345"/>
              </a:xfrm>
              <a:custGeom>
                <a:avLst/>
                <a:gdLst>
                  <a:gd name="connsiteX0" fmla="*/ 3452 w 6343"/>
                  <a:gd name="connsiteY0" fmla="*/ 6527 h 6345"/>
                  <a:gd name="connsiteX1" fmla="*/ 5695 w 6343"/>
                  <a:gd name="connsiteY1" fmla="*/ 5597 h 6345"/>
                  <a:gd name="connsiteX2" fmla="*/ 6623 w 6343"/>
                  <a:gd name="connsiteY2" fmla="*/ 3354 h 6345"/>
                  <a:gd name="connsiteX3" fmla="*/ 5695 w 6343"/>
                  <a:gd name="connsiteY3" fmla="*/ 1110 h 6345"/>
                  <a:gd name="connsiteX4" fmla="*/ 3452 w 6343"/>
                  <a:gd name="connsiteY4" fmla="*/ 181 h 6345"/>
                  <a:gd name="connsiteX5" fmla="*/ 1209 w 6343"/>
                  <a:gd name="connsiteY5" fmla="*/ 1110 h 6345"/>
                  <a:gd name="connsiteX6" fmla="*/ 280 w 6343"/>
                  <a:gd name="connsiteY6" fmla="*/ 3354 h 6345"/>
                  <a:gd name="connsiteX7" fmla="*/ 1209 w 6343"/>
                  <a:gd name="connsiteY7" fmla="*/ 5597 h 6345"/>
                  <a:gd name="connsiteX8" fmla="*/ 3452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27"/>
                    </a:moveTo>
                    <a:cubicBezTo>
                      <a:pt x="4293" y="6527"/>
                      <a:pt x="5100" y="6192"/>
                      <a:pt x="5695" y="5597"/>
                    </a:cubicBezTo>
                    <a:cubicBezTo>
                      <a:pt x="6289" y="5002"/>
                      <a:pt x="6623" y="4195"/>
                      <a:pt x="6623" y="3354"/>
                    </a:cubicBezTo>
                    <a:cubicBezTo>
                      <a:pt x="6623" y="2512"/>
                      <a:pt x="6289" y="1705"/>
                      <a:pt x="5695" y="1110"/>
                    </a:cubicBezTo>
                    <a:cubicBezTo>
                      <a:pt x="5100" y="515"/>
                      <a:pt x="4293" y="181"/>
                      <a:pt x="3452" y="181"/>
                    </a:cubicBezTo>
                    <a:cubicBezTo>
                      <a:pt x="2611" y="181"/>
                      <a:pt x="1804" y="515"/>
                      <a:pt x="1209" y="1110"/>
                    </a:cubicBezTo>
                    <a:cubicBezTo>
                      <a:pt x="615" y="1705"/>
                      <a:pt x="280" y="2512"/>
                      <a:pt x="280" y="3354"/>
                    </a:cubicBezTo>
                    <a:cubicBezTo>
                      <a:pt x="280" y="4195"/>
                      <a:pt x="615" y="5002"/>
                      <a:pt x="1209" y="5597"/>
                    </a:cubicBezTo>
                    <a:cubicBezTo>
                      <a:pt x="1804" y="6192"/>
                      <a:pt x="2611" y="6527"/>
                      <a:pt x="3452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44" name="Freeform: Shape 12143">
                <a:extLst>
                  <a:ext uri="{FF2B5EF4-FFF2-40B4-BE49-F238E27FC236}">
                    <a16:creationId xmlns:a16="http://schemas.microsoft.com/office/drawing/2014/main" id="{8DBD3CD8-8CA6-2304-9379-B552A70DDE6C}"/>
                  </a:ext>
                </a:extLst>
              </p:cNvPr>
              <p:cNvSpPr/>
              <p:nvPr/>
            </p:nvSpPr>
            <p:spPr>
              <a:xfrm>
                <a:off x="9960563" y="5779711"/>
                <a:ext cx="6343" cy="6345"/>
              </a:xfrm>
              <a:custGeom>
                <a:avLst/>
                <a:gdLst>
                  <a:gd name="connsiteX0" fmla="*/ 3452 w 6343"/>
                  <a:gd name="connsiteY0" fmla="*/ 6527 h 6345"/>
                  <a:gd name="connsiteX1" fmla="*/ 5694 w 6343"/>
                  <a:gd name="connsiteY1" fmla="*/ 5597 h 6345"/>
                  <a:gd name="connsiteX2" fmla="*/ 6623 w 6343"/>
                  <a:gd name="connsiteY2" fmla="*/ 3354 h 6345"/>
                  <a:gd name="connsiteX3" fmla="*/ 5694 w 6343"/>
                  <a:gd name="connsiteY3" fmla="*/ 1111 h 6345"/>
                  <a:gd name="connsiteX4" fmla="*/ 3452 w 6343"/>
                  <a:gd name="connsiteY4" fmla="*/ 181 h 6345"/>
                  <a:gd name="connsiteX5" fmla="*/ 1209 w 6343"/>
                  <a:gd name="connsiteY5" fmla="*/ 1111 h 6345"/>
                  <a:gd name="connsiteX6" fmla="*/ 280 w 6343"/>
                  <a:gd name="connsiteY6" fmla="*/ 3354 h 6345"/>
                  <a:gd name="connsiteX7" fmla="*/ 1209 w 6343"/>
                  <a:gd name="connsiteY7" fmla="*/ 5597 h 6345"/>
                  <a:gd name="connsiteX8" fmla="*/ 3452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27"/>
                    </a:moveTo>
                    <a:cubicBezTo>
                      <a:pt x="4293" y="6527"/>
                      <a:pt x="5099" y="6192"/>
                      <a:pt x="5694" y="5597"/>
                    </a:cubicBezTo>
                    <a:cubicBezTo>
                      <a:pt x="6289" y="5002"/>
                      <a:pt x="6623" y="4195"/>
                      <a:pt x="6623" y="3354"/>
                    </a:cubicBezTo>
                    <a:cubicBezTo>
                      <a:pt x="6623" y="2513"/>
                      <a:pt x="6289" y="1705"/>
                      <a:pt x="5694" y="1111"/>
                    </a:cubicBezTo>
                    <a:cubicBezTo>
                      <a:pt x="5099" y="516"/>
                      <a:pt x="4293" y="181"/>
                      <a:pt x="3452" y="181"/>
                    </a:cubicBezTo>
                    <a:cubicBezTo>
                      <a:pt x="2610" y="181"/>
                      <a:pt x="1804" y="516"/>
                      <a:pt x="1209" y="1111"/>
                    </a:cubicBezTo>
                    <a:cubicBezTo>
                      <a:pt x="614" y="1705"/>
                      <a:pt x="280" y="2513"/>
                      <a:pt x="280" y="3354"/>
                    </a:cubicBezTo>
                    <a:cubicBezTo>
                      <a:pt x="280" y="4195"/>
                      <a:pt x="614" y="5002"/>
                      <a:pt x="1209" y="5597"/>
                    </a:cubicBezTo>
                    <a:cubicBezTo>
                      <a:pt x="1804" y="6192"/>
                      <a:pt x="2610" y="6527"/>
                      <a:pt x="3452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45" name="Freeform: Shape 12144">
                <a:extLst>
                  <a:ext uri="{FF2B5EF4-FFF2-40B4-BE49-F238E27FC236}">
                    <a16:creationId xmlns:a16="http://schemas.microsoft.com/office/drawing/2014/main" id="{CD14ABD7-BA0A-51A7-4987-0D4343B91136}"/>
                  </a:ext>
                </a:extLst>
              </p:cNvPr>
              <p:cNvSpPr/>
              <p:nvPr/>
            </p:nvSpPr>
            <p:spPr>
              <a:xfrm>
                <a:off x="9954407" y="5779853"/>
                <a:ext cx="6343" cy="6345"/>
              </a:xfrm>
              <a:custGeom>
                <a:avLst/>
                <a:gdLst>
                  <a:gd name="connsiteX0" fmla="*/ 3451 w 6343"/>
                  <a:gd name="connsiteY0" fmla="*/ 6527 h 6345"/>
                  <a:gd name="connsiteX1" fmla="*/ 5694 w 6343"/>
                  <a:gd name="connsiteY1" fmla="*/ 5597 h 6345"/>
                  <a:gd name="connsiteX2" fmla="*/ 6623 w 6343"/>
                  <a:gd name="connsiteY2" fmla="*/ 3354 h 6345"/>
                  <a:gd name="connsiteX3" fmla="*/ 5694 w 6343"/>
                  <a:gd name="connsiteY3" fmla="*/ 1111 h 6345"/>
                  <a:gd name="connsiteX4" fmla="*/ 3451 w 6343"/>
                  <a:gd name="connsiteY4" fmla="*/ 181 h 6345"/>
                  <a:gd name="connsiteX5" fmla="*/ 1208 w 6343"/>
                  <a:gd name="connsiteY5" fmla="*/ 1111 h 6345"/>
                  <a:gd name="connsiteX6" fmla="*/ 279 w 6343"/>
                  <a:gd name="connsiteY6" fmla="*/ 3354 h 6345"/>
                  <a:gd name="connsiteX7" fmla="*/ 1208 w 6343"/>
                  <a:gd name="connsiteY7" fmla="*/ 5597 h 6345"/>
                  <a:gd name="connsiteX8" fmla="*/ 3451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527"/>
                    </a:moveTo>
                    <a:cubicBezTo>
                      <a:pt x="4292" y="6527"/>
                      <a:pt x="5099" y="6192"/>
                      <a:pt x="5694" y="5597"/>
                    </a:cubicBezTo>
                    <a:cubicBezTo>
                      <a:pt x="6288" y="5002"/>
                      <a:pt x="6623" y="4195"/>
                      <a:pt x="6623" y="3354"/>
                    </a:cubicBezTo>
                    <a:cubicBezTo>
                      <a:pt x="6623" y="2513"/>
                      <a:pt x="6288" y="1705"/>
                      <a:pt x="5694" y="1111"/>
                    </a:cubicBezTo>
                    <a:cubicBezTo>
                      <a:pt x="5099" y="516"/>
                      <a:pt x="4292" y="181"/>
                      <a:pt x="3451" y="181"/>
                    </a:cubicBezTo>
                    <a:cubicBezTo>
                      <a:pt x="2610" y="181"/>
                      <a:pt x="1803" y="516"/>
                      <a:pt x="1208" y="1111"/>
                    </a:cubicBezTo>
                    <a:cubicBezTo>
                      <a:pt x="614" y="1705"/>
                      <a:pt x="279" y="2513"/>
                      <a:pt x="279" y="3354"/>
                    </a:cubicBezTo>
                    <a:cubicBezTo>
                      <a:pt x="279" y="4195"/>
                      <a:pt x="614" y="5002"/>
                      <a:pt x="1208" y="5597"/>
                    </a:cubicBezTo>
                    <a:cubicBezTo>
                      <a:pt x="1803" y="6192"/>
                      <a:pt x="2610" y="6527"/>
                      <a:pt x="3451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46" name="Freeform: Shape 12145">
                <a:extLst>
                  <a:ext uri="{FF2B5EF4-FFF2-40B4-BE49-F238E27FC236}">
                    <a16:creationId xmlns:a16="http://schemas.microsoft.com/office/drawing/2014/main" id="{5B1EF49C-53A9-62F1-7D9B-C128F077A51F}"/>
                  </a:ext>
                </a:extLst>
              </p:cNvPr>
              <p:cNvSpPr/>
              <p:nvPr/>
            </p:nvSpPr>
            <p:spPr>
              <a:xfrm>
                <a:off x="9947954" y="5779634"/>
                <a:ext cx="6343" cy="6345"/>
              </a:xfrm>
              <a:custGeom>
                <a:avLst/>
                <a:gdLst>
                  <a:gd name="connsiteX0" fmla="*/ 3451 w 6343"/>
                  <a:gd name="connsiteY0" fmla="*/ 6527 h 6345"/>
                  <a:gd name="connsiteX1" fmla="*/ 5693 w 6343"/>
                  <a:gd name="connsiteY1" fmla="*/ 5597 h 6345"/>
                  <a:gd name="connsiteX2" fmla="*/ 6622 w 6343"/>
                  <a:gd name="connsiteY2" fmla="*/ 3354 h 6345"/>
                  <a:gd name="connsiteX3" fmla="*/ 5693 w 6343"/>
                  <a:gd name="connsiteY3" fmla="*/ 1111 h 6345"/>
                  <a:gd name="connsiteX4" fmla="*/ 3451 w 6343"/>
                  <a:gd name="connsiteY4" fmla="*/ 181 h 6345"/>
                  <a:gd name="connsiteX5" fmla="*/ 1208 w 6343"/>
                  <a:gd name="connsiteY5" fmla="*/ 1111 h 6345"/>
                  <a:gd name="connsiteX6" fmla="*/ 279 w 6343"/>
                  <a:gd name="connsiteY6" fmla="*/ 3354 h 6345"/>
                  <a:gd name="connsiteX7" fmla="*/ 1208 w 6343"/>
                  <a:gd name="connsiteY7" fmla="*/ 5597 h 6345"/>
                  <a:gd name="connsiteX8" fmla="*/ 3451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527"/>
                    </a:moveTo>
                    <a:cubicBezTo>
                      <a:pt x="4292" y="6527"/>
                      <a:pt x="5098" y="6192"/>
                      <a:pt x="5693" y="5597"/>
                    </a:cubicBezTo>
                    <a:cubicBezTo>
                      <a:pt x="6288" y="5002"/>
                      <a:pt x="6622" y="4195"/>
                      <a:pt x="6622" y="3354"/>
                    </a:cubicBezTo>
                    <a:cubicBezTo>
                      <a:pt x="6622" y="2513"/>
                      <a:pt x="6288" y="1705"/>
                      <a:pt x="5693" y="1111"/>
                    </a:cubicBezTo>
                    <a:cubicBezTo>
                      <a:pt x="5098" y="516"/>
                      <a:pt x="4292" y="181"/>
                      <a:pt x="3451" y="181"/>
                    </a:cubicBezTo>
                    <a:cubicBezTo>
                      <a:pt x="2609" y="181"/>
                      <a:pt x="1803" y="516"/>
                      <a:pt x="1208" y="1111"/>
                    </a:cubicBezTo>
                    <a:cubicBezTo>
                      <a:pt x="613" y="1705"/>
                      <a:pt x="279" y="2513"/>
                      <a:pt x="279" y="3354"/>
                    </a:cubicBezTo>
                    <a:cubicBezTo>
                      <a:pt x="279" y="4195"/>
                      <a:pt x="613" y="5002"/>
                      <a:pt x="1208" y="5597"/>
                    </a:cubicBezTo>
                    <a:cubicBezTo>
                      <a:pt x="1803" y="6192"/>
                      <a:pt x="2609" y="6527"/>
                      <a:pt x="3451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47" name="Freeform: Shape 12146">
                <a:extLst>
                  <a:ext uri="{FF2B5EF4-FFF2-40B4-BE49-F238E27FC236}">
                    <a16:creationId xmlns:a16="http://schemas.microsoft.com/office/drawing/2014/main" id="{FA2F8418-31B8-037E-DC28-0711F93349A3}"/>
                  </a:ext>
                </a:extLst>
              </p:cNvPr>
              <p:cNvSpPr/>
              <p:nvPr/>
            </p:nvSpPr>
            <p:spPr>
              <a:xfrm>
                <a:off x="9941880" y="5779703"/>
                <a:ext cx="6343" cy="6345"/>
              </a:xfrm>
              <a:custGeom>
                <a:avLst/>
                <a:gdLst>
                  <a:gd name="connsiteX0" fmla="*/ 3450 w 6343"/>
                  <a:gd name="connsiteY0" fmla="*/ 6527 h 6345"/>
                  <a:gd name="connsiteX1" fmla="*/ 5693 w 6343"/>
                  <a:gd name="connsiteY1" fmla="*/ 5597 h 6345"/>
                  <a:gd name="connsiteX2" fmla="*/ 6622 w 6343"/>
                  <a:gd name="connsiteY2" fmla="*/ 3354 h 6345"/>
                  <a:gd name="connsiteX3" fmla="*/ 5693 w 6343"/>
                  <a:gd name="connsiteY3" fmla="*/ 1111 h 6345"/>
                  <a:gd name="connsiteX4" fmla="*/ 3450 w 6343"/>
                  <a:gd name="connsiteY4" fmla="*/ 181 h 6345"/>
                  <a:gd name="connsiteX5" fmla="*/ 1207 w 6343"/>
                  <a:gd name="connsiteY5" fmla="*/ 1111 h 6345"/>
                  <a:gd name="connsiteX6" fmla="*/ 278 w 6343"/>
                  <a:gd name="connsiteY6" fmla="*/ 3354 h 6345"/>
                  <a:gd name="connsiteX7" fmla="*/ 1207 w 6343"/>
                  <a:gd name="connsiteY7" fmla="*/ 5597 h 6345"/>
                  <a:gd name="connsiteX8" fmla="*/ 3450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0" y="6527"/>
                    </a:moveTo>
                    <a:cubicBezTo>
                      <a:pt x="4291" y="6527"/>
                      <a:pt x="5098" y="6192"/>
                      <a:pt x="5693" y="5597"/>
                    </a:cubicBezTo>
                    <a:cubicBezTo>
                      <a:pt x="6287" y="5002"/>
                      <a:pt x="6622" y="4195"/>
                      <a:pt x="6622" y="3354"/>
                    </a:cubicBezTo>
                    <a:cubicBezTo>
                      <a:pt x="6622" y="2513"/>
                      <a:pt x="6287" y="1705"/>
                      <a:pt x="5693" y="1111"/>
                    </a:cubicBezTo>
                    <a:cubicBezTo>
                      <a:pt x="5098" y="516"/>
                      <a:pt x="4291" y="181"/>
                      <a:pt x="3450" y="181"/>
                    </a:cubicBezTo>
                    <a:cubicBezTo>
                      <a:pt x="2609" y="181"/>
                      <a:pt x="1802" y="516"/>
                      <a:pt x="1207" y="1111"/>
                    </a:cubicBezTo>
                    <a:cubicBezTo>
                      <a:pt x="613" y="1705"/>
                      <a:pt x="278" y="2513"/>
                      <a:pt x="278" y="3354"/>
                    </a:cubicBezTo>
                    <a:cubicBezTo>
                      <a:pt x="278" y="4195"/>
                      <a:pt x="613" y="5002"/>
                      <a:pt x="1207" y="5597"/>
                    </a:cubicBezTo>
                    <a:cubicBezTo>
                      <a:pt x="1802" y="6192"/>
                      <a:pt x="2609" y="6527"/>
                      <a:pt x="3450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48" name="Freeform: Shape 12147">
                <a:extLst>
                  <a:ext uri="{FF2B5EF4-FFF2-40B4-BE49-F238E27FC236}">
                    <a16:creationId xmlns:a16="http://schemas.microsoft.com/office/drawing/2014/main" id="{98A12EB8-9244-32BC-C1AF-8016F6F2E3D3}"/>
                  </a:ext>
                </a:extLst>
              </p:cNvPr>
              <p:cNvSpPr/>
              <p:nvPr/>
            </p:nvSpPr>
            <p:spPr>
              <a:xfrm>
                <a:off x="9935825" y="5779716"/>
                <a:ext cx="6343" cy="6345"/>
              </a:xfrm>
              <a:custGeom>
                <a:avLst/>
                <a:gdLst>
                  <a:gd name="connsiteX0" fmla="*/ 3450 w 6343"/>
                  <a:gd name="connsiteY0" fmla="*/ 6527 h 6345"/>
                  <a:gd name="connsiteX1" fmla="*/ 5692 w 6343"/>
                  <a:gd name="connsiteY1" fmla="*/ 5597 h 6345"/>
                  <a:gd name="connsiteX2" fmla="*/ 6621 w 6343"/>
                  <a:gd name="connsiteY2" fmla="*/ 3354 h 6345"/>
                  <a:gd name="connsiteX3" fmla="*/ 5692 w 6343"/>
                  <a:gd name="connsiteY3" fmla="*/ 1111 h 6345"/>
                  <a:gd name="connsiteX4" fmla="*/ 3450 w 6343"/>
                  <a:gd name="connsiteY4" fmla="*/ 181 h 6345"/>
                  <a:gd name="connsiteX5" fmla="*/ 1207 w 6343"/>
                  <a:gd name="connsiteY5" fmla="*/ 1111 h 6345"/>
                  <a:gd name="connsiteX6" fmla="*/ 278 w 6343"/>
                  <a:gd name="connsiteY6" fmla="*/ 3354 h 6345"/>
                  <a:gd name="connsiteX7" fmla="*/ 1207 w 6343"/>
                  <a:gd name="connsiteY7" fmla="*/ 5597 h 6345"/>
                  <a:gd name="connsiteX8" fmla="*/ 3450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0" y="6527"/>
                    </a:moveTo>
                    <a:cubicBezTo>
                      <a:pt x="4291" y="6527"/>
                      <a:pt x="5097" y="6192"/>
                      <a:pt x="5692" y="5597"/>
                    </a:cubicBezTo>
                    <a:cubicBezTo>
                      <a:pt x="6287" y="5002"/>
                      <a:pt x="6621" y="4195"/>
                      <a:pt x="6621" y="3354"/>
                    </a:cubicBezTo>
                    <a:cubicBezTo>
                      <a:pt x="6621" y="2513"/>
                      <a:pt x="6287" y="1705"/>
                      <a:pt x="5692" y="1111"/>
                    </a:cubicBezTo>
                    <a:cubicBezTo>
                      <a:pt x="5097" y="516"/>
                      <a:pt x="4291" y="181"/>
                      <a:pt x="3450" y="181"/>
                    </a:cubicBezTo>
                    <a:cubicBezTo>
                      <a:pt x="2608" y="181"/>
                      <a:pt x="1802" y="516"/>
                      <a:pt x="1207" y="1111"/>
                    </a:cubicBezTo>
                    <a:cubicBezTo>
                      <a:pt x="612" y="1705"/>
                      <a:pt x="278" y="2513"/>
                      <a:pt x="278" y="3354"/>
                    </a:cubicBezTo>
                    <a:cubicBezTo>
                      <a:pt x="278" y="4195"/>
                      <a:pt x="612" y="5002"/>
                      <a:pt x="1207" y="5597"/>
                    </a:cubicBezTo>
                    <a:cubicBezTo>
                      <a:pt x="1802" y="6192"/>
                      <a:pt x="2608" y="6527"/>
                      <a:pt x="3450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49" name="Freeform: Shape 12148">
                <a:extLst>
                  <a:ext uri="{FF2B5EF4-FFF2-40B4-BE49-F238E27FC236}">
                    <a16:creationId xmlns:a16="http://schemas.microsoft.com/office/drawing/2014/main" id="{0B52E9F2-CFFF-7B4F-7106-F13B067E4FE6}"/>
                  </a:ext>
                </a:extLst>
              </p:cNvPr>
              <p:cNvSpPr/>
              <p:nvPr/>
            </p:nvSpPr>
            <p:spPr>
              <a:xfrm>
                <a:off x="9930628" y="5780513"/>
                <a:ext cx="6343" cy="6345"/>
              </a:xfrm>
              <a:custGeom>
                <a:avLst/>
                <a:gdLst>
                  <a:gd name="connsiteX0" fmla="*/ 3449 w 6343"/>
                  <a:gd name="connsiteY0" fmla="*/ 6527 h 6345"/>
                  <a:gd name="connsiteX1" fmla="*/ 5692 w 6343"/>
                  <a:gd name="connsiteY1" fmla="*/ 5597 h 6345"/>
                  <a:gd name="connsiteX2" fmla="*/ 6621 w 6343"/>
                  <a:gd name="connsiteY2" fmla="*/ 3354 h 6345"/>
                  <a:gd name="connsiteX3" fmla="*/ 5692 w 6343"/>
                  <a:gd name="connsiteY3" fmla="*/ 1111 h 6345"/>
                  <a:gd name="connsiteX4" fmla="*/ 3449 w 6343"/>
                  <a:gd name="connsiteY4" fmla="*/ 181 h 6345"/>
                  <a:gd name="connsiteX5" fmla="*/ 1207 w 6343"/>
                  <a:gd name="connsiteY5" fmla="*/ 1111 h 6345"/>
                  <a:gd name="connsiteX6" fmla="*/ 278 w 6343"/>
                  <a:gd name="connsiteY6" fmla="*/ 3354 h 6345"/>
                  <a:gd name="connsiteX7" fmla="*/ 1207 w 6343"/>
                  <a:gd name="connsiteY7" fmla="*/ 5597 h 6345"/>
                  <a:gd name="connsiteX8" fmla="*/ 3449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527"/>
                    </a:moveTo>
                    <a:cubicBezTo>
                      <a:pt x="4290" y="6527"/>
                      <a:pt x="5097" y="6192"/>
                      <a:pt x="5692" y="5597"/>
                    </a:cubicBezTo>
                    <a:cubicBezTo>
                      <a:pt x="6287" y="5002"/>
                      <a:pt x="6621" y="4195"/>
                      <a:pt x="6621" y="3354"/>
                    </a:cubicBezTo>
                    <a:cubicBezTo>
                      <a:pt x="6621" y="2513"/>
                      <a:pt x="6287" y="1706"/>
                      <a:pt x="5692" y="1111"/>
                    </a:cubicBezTo>
                    <a:cubicBezTo>
                      <a:pt x="5097" y="516"/>
                      <a:pt x="4290" y="181"/>
                      <a:pt x="3449" y="181"/>
                    </a:cubicBezTo>
                    <a:cubicBezTo>
                      <a:pt x="2608" y="181"/>
                      <a:pt x="1801" y="516"/>
                      <a:pt x="1207" y="1111"/>
                    </a:cubicBezTo>
                    <a:cubicBezTo>
                      <a:pt x="612" y="1706"/>
                      <a:pt x="278" y="2513"/>
                      <a:pt x="278" y="3354"/>
                    </a:cubicBezTo>
                    <a:cubicBezTo>
                      <a:pt x="278" y="4195"/>
                      <a:pt x="612" y="5002"/>
                      <a:pt x="1207" y="5597"/>
                    </a:cubicBezTo>
                    <a:cubicBezTo>
                      <a:pt x="1801" y="6192"/>
                      <a:pt x="2608" y="6527"/>
                      <a:pt x="3449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50" name="Freeform: Shape 12149">
                <a:extLst>
                  <a:ext uri="{FF2B5EF4-FFF2-40B4-BE49-F238E27FC236}">
                    <a16:creationId xmlns:a16="http://schemas.microsoft.com/office/drawing/2014/main" id="{9B7E805B-8A2C-862C-788C-2D50E6F86241}"/>
                  </a:ext>
                </a:extLst>
              </p:cNvPr>
              <p:cNvSpPr/>
              <p:nvPr/>
            </p:nvSpPr>
            <p:spPr>
              <a:xfrm>
                <a:off x="9924605" y="5780419"/>
                <a:ext cx="6343" cy="6345"/>
              </a:xfrm>
              <a:custGeom>
                <a:avLst/>
                <a:gdLst>
                  <a:gd name="connsiteX0" fmla="*/ 3449 w 6343"/>
                  <a:gd name="connsiteY0" fmla="*/ 6527 h 6345"/>
                  <a:gd name="connsiteX1" fmla="*/ 5691 w 6343"/>
                  <a:gd name="connsiteY1" fmla="*/ 5597 h 6345"/>
                  <a:gd name="connsiteX2" fmla="*/ 6620 w 6343"/>
                  <a:gd name="connsiteY2" fmla="*/ 3354 h 6345"/>
                  <a:gd name="connsiteX3" fmla="*/ 5691 w 6343"/>
                  <a:gd name="connsiteY3" fmla="*/ 1111 h 6345"/>
                  <a:gd name="connsiteX4" fmla="*/ 3449 w 6343"/>
                  <a:gd name="connsiteY4" fmla="*/ 181 h 6345"/>
                  <a:gd name="connsiteX5" fmla="*/ 1206 w 6343"/>
                  <a:gd name="connsiteY5" fmla="*/ 1111 h 6345"/>
                  <a:gd name="connsiteX6" fmla="*/ 277 w 6343"/>
                  <a:gd name="connsiteY6" fmla="*/ 3354 h 6345"/>
                  <a:gd name="connsiteX7" fmla="*/ 1206 w 6343"/>
                  <a:gd name="connsiteY7" fmla="*/ 5597 h 6345"/>
                  <a:gd name="connsiteX8" fmla="*/ 3449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527"/>
                    </a:moveTo>
                    <a:cubicBezTo>
                      <a:pt x="4290" y="6527"/>
                      <a:pt x="5097" y="6192"/>
                      <a:pt x="5691" y="5597"/>
                    </a:cubicBezTo>
                    <a:cubicBezTo>
                      <a:pt x="6286" y="5002"/>
                      <a:pt x="6620" y="4195"/>
                      <a:pt x="6620" y="3354"/>
                    </a:cubicBezTo>
                    <a:cubicBezTo>
                      <a:pt x="6620" y="2513"/>
                      <a:pt x="6286" y="1706"/>
                      <a:pt x="5691" y="1111"/>
                    </a:cubicBezTo>
                    <a:cubicBezTo>
                      <a:pt x="5097" y="516"/>
                      <a:pt x="4290" y="181"/>
                      <a:pt x="3449" y="181"/>
                    </a:cubicBezTo>
                    <a:cubicBezTo>
                      <a:pt x="2608" y="181"/>
                      <a:pt x="1801" y="516"/>
                      <a:pt x="1206" y="1111"/>
                    </a:cubicBezTo>
                    <a:cubicBezTo>
                      <a:pt x="611" y="1706"/>
                      <a:pt x="277" y="2513"/>
                      <a:pt x="277" y="3354"/>
                    </a:cubicBezTo>
                    <a:cubicBezTo>
                      <a:pt x="277" y="4195"/>
                      <a:pt x="611" y="5002"/>
                      <a:pt x="1206" y="5597"/>
                    </a:cubicBezTo>
                    <a:cubicBezTo>
                      <a:pt x="1801" y="6192"/>
                      <a:pt x="2608" y="6527"/>
                      <a:pt x="3449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51" name="Freeform: Shape 12150">
                <a:extLst>
                  <a:ext uri="{FF2B5EF4-FFF2-40B4-BE49-F238E27FC236}">
                    <a16:creationId xmlns:a16="http://schemas.microsoft.com/office/drawing/2014/main" id="{707BAD1E-B91E-2B26-A5D6-8761F1F5DA2F}"/>
                  </a:ext>
                </a:extLst>
              </p:cNvPr>
              <p:cNvSpPr/>
              <p:nvPr/>
            </p:nvSpPr>
            <p:spPr>
              <a:xfrm>
                <a:off x="9918602" y="5780270"/>
                <a:ext cx="6343" cy="6345"/>
              </a:xfrm>
              <a:custGeom>
                <a:avLst/>
                <a:gdLst>
                  <a:gd name="connsiteX0" fmla="*/ 3448 w 6343"/>
                  <a:gd name="connsiteY0" fmla="*/ 6527 h 6345"/>
                  <a:gd name="connsiteX1" fmla="*/ 5691 w 6343"/>
                  <a:gd name="connsiteY1" fmla="*/ 5597 h 6345"/>
                  <a:gd name="connsiteX2" fmla="*/ 6620 w 6343"/>
                  <a:gd name="connsiteY2" fmla="*/ 3354 h 6345"/>
                  <a:gd name="connsiteX3" fmla="*/ 5691 w 6343"/>
                  <a:gd name="connsiteY3" fmla="*/ 1111 h 6345"/>
                  <a:gd name="connsiteX4" fmla="*/ 3448 w 6343"/>
                  <a:gd name="connsiteY4" fmla="*/ 181 h 6345"/>
                  <a:gd name="connsiteX5" fmla="*/ 1206 w 6343"/>
                  <a:gd name="connsiteY5" fmla="*/ 1111 h 6345"/>
                  <a:gd name="connsiteX6" fmla="*/ 277 w 6343"/>
                  <a:gd name="connsiteY6" fmla="*/ 3354 h 6345"/>
                  <a:gd name="connsiteX7" fmla="*/ 1206 w 6343"/>
                  <a:gd name="connsiteY7" fmla="*/ 5597 h 6345"/>
                  <a:gd name="connsiteX8" fmla="*/ 3448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27"/>
                    </a:moveTo>
                    <a:cubicBezTo>
                      <a:pt x="4289" y="6527"/>
                      <a:pt x="5096" y="6192"/>
                      <a:pt x="5691" y="5597"/>
                    </a:cubicBezTo>
                    <a:cubicBezTo>
                      <a:pt x="6286" y="5002"/>
                      <a:pt x="6620" y="4195"/>
                      <a:pt x="6620" y="3354"/>
                    </a:cubicBezTo>
                    <a:cubicBezTo>
                      <a:pt x="6620" y="2513"/>
                      <a:pt x="6286" y="1706"/>
                      <a:pt x="5691" y="1111"/>
                    </a:cubicBezTo>
                    <a:cubicBezTo>
                      <a:pt x="5096" y="516"/>
                      <a:pt x="4289" y="181"/>
                      <a:pt x="3448" y="181"/>
                    </a:cubicBezTo>
                    <a:cubicBezTo>
                      <a:pt x="2607" y="181"/>
                      <a:pt x="1800" y="516"/>
                      <a:pt x="1206" y="1111"/>
                    </a:cubicBezTo>
                    <a:cubicBezTo>
                      <a:pt x="611" y="1706"/>
                      <a:pt x="277" y="2513"/>
                      <a:pt x="277" y="3354"/>
                    </a:cubicBezTo>
                    <a:cubicBezTo>
                      <a:pt x="277" y="4195"/>
                      <a:pt x="611" y="5002"/>
                      <a:pt x="1206" y="5597"/>
                    </a:cubicBezTo>
                    <a:cubicBezTo>
                      <a:pt x="1800" y="6192"/>
                      <a:pt x="2607" y="6527"/>
                      <a:pt x="3448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52" name="Freeform: Shape 12151">
                <a:extLst>
                  <a:ext uri="{FF2B5EF4-FFF2-40B4-BE49-F238E27FC236}">
                    <a16:creationId xmlns:a16="http://schemas.microsoft.com/office/drawing/2014/main" id="{B86C36B7-3985-1DAB-E5D2-6CDAA21CE76C}"/>
                  </a:ext>
                </a:extLst>
              </p:cNvPr>
              <p:cNvSpPr/>
              <p:nvPr/>
            </p:nvSpPr>
            <p:spPr>
              <a:xfrm>
                <a:off x="9911015" y="5778400"/>
                <a:ext cx="6343" cy="6345"/>
              </a:xfrm>
              <a:custGeom>
                <a:avLst/>
                <a:gdLst>
                  <a:gd name="connsiteX0" fmla="*/ 3448 w 6343"/>
                  <a:gd name="connsiteY0" fmla="*/ 6527 h 6345"/>
                  <a:gd name="connsiteX1" fmla="*/ 5690 w 6343"/>
                  <a:gd name="connsiteY1" fmla="*/ 5597 h 6345"/>
                  <a:gd name="connsiteX2" fmla="*/ 6619 w 6343"/>
                  <a:gd name="connsiteY2" fmla="*/ 3354 h 6345"/>
                  <a:gd name="connsiteX3" fmla="*/ 5690 w 6343"/>
                  <a:gd name="connsiteY3" fmla="*/ 1110 h 6345"/>
                  <a:gd name="connsiteX4" fmla="*/ 3448 w 6343"/>
                  <a:gd name="connsiteY4" fmla="*/ 181 h 6345"/>
                  <a:gd name="connsiteX5" fmla="*/ 1205 w 6343"/>
                  <a:gd name="connsiteY5" fmla="*/ 1110 h 6345"/>
                  <a:gd name="connsiteX6" fmla="*/ 276 w 6343"/>
                  <a:gd name="connsiteY6" fmla="*/ 3354 h 6345"/>
                  <a:gd name="connsiteX7" fmla="*/ 1205 w 6343"/>
                  <a:gd name="connsiteY7" fmla="*/ 5597 h 6345"/>
                  <a:gd name="connsiteX8" fmla="*/ 3448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27"/>
                    </a:moveTo>
                    <a:cubicBezTo>
                      <a:pt x="4289" y="6527"/>
                      <a:pt x="5095" y="6192"/>
                      <a:pt x="5690" y="5597"/>
                    </a:cubicBezTo>
                    <a:cubicBezTo>
                      <a:pt x="6285" y="5002"/>
                      <a:pt x="6619" y="4195"/>
                      <a:pt x="6619" y="3354"/>
                    </a:cubicBezTo>
                    <a:cubicBezTo>
                      <a:pt x="6619" y="2512"/>
                      <a:pt x="6285" y="1705"/>
                      <a:pt x="5690" y="1110"/>
                    </a:cubicBezTo>
                    <a:cubicBezTo>
                      <a:pt x="5095" y="515"/>
                      <a:pt x="4289" y="181"/>
                      <a:pt x="3448" y="181"/>
                    </a:cubicBezTo>
                    <a:cubicBezTo>
                      <a:pt x="2606" y="181"/>
                      <a:pt x="1800" y="515"/>
                      <a:pt x="1205" y="1110"/>
                    </a:cubicBezTo>
                    <a:cubicBezTo>
                      <a:pt x="610" y="1705"/>
                      <a:pt x="276" y="2512"/>
                      <a:pt x="276" y="3354"/>
                    </a:cubicBezTo>
                    <a:cubicBezTo>
                      <a:pt x="276" y="4195"/>
                      <a:pt x="610" y="5002"/>
                      <a:pt x="1205" y="5597"/>
                    </a:cubicBezTo>
                    <a:cubicBezTo>
                      <a:pt x="1800" y="6192"/>
                      <a:pt x="2606" y="6527"/>
                      <a:pt x="3448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53" name="Freeform: Shape 12152">
                <a:extLst>
                  <a:ext uri="{FF2B5EF4-FFF2-40B4-BE49-F238E27FC236}">
                    <a16:creationId xmlns:a16="http://schemas.microsoft.com/office/drawing/2014/main" id="{D6E050FF-9EB8-7191-3652-8CE329274804}"/>
                  </a:ext>
                </a:extLst>
              </p:cNvPr>
              <p:cNvSpPr/>
              <p:nvPr/>
            </p:nvSpPr>
            <p:spPr>
              <a:xfrm>
                <a:off x="9905580" y="5778674"/>
                <a:ext cx="6343" cy="6345"/>
              </a:xfrm>
              <a:custGeom>
                <a:avLst/>
                <a:gdLst>
                  <a:gd name="connsiteX0" fmla="*/ 3447 w 6343"/>
                  <a:gd name="connsiteY0" fmla="*/ 6527 h 6345"/>
                  <a:gd name="connsiteX1" fmla="*/ 5690 w 6343"/>
                  <a:gd name="connsiteY1" fmla="*/ 5597 h 6345"/>
                  <a:gd name="connsiteX2" fmla="*/ 6619 w 6343"/>
                  <a:gd name="connsiteY2" fmla="*/ 3354 h 6345"/>
                  <a:gd name="connsiteX3" fmla="*/ 5690 w 6343"/>
                  <a:gd name="connsiteY3" fmla="*/ 1110 h 6345"/>
                  <a:gd name="connsiteX4" fmla="*/ 3447 w 6343"/>
                  <a:gd name="connsiteY4" fmla="*/ 181 h 6345"/>
                  <a:gd name="connsiteX5" fmla="*/ 1205 w 6343"/>
                  <a:gd name="connsiteY5" fmla="*/ 1110 h 6345"/>
                  <a:gd name="connsiteX6" fmla="*/ 276 w 6343"/>
                  <a:gd name="connsiteY6" fmla="*/ 3354 h 6345"/>
                  <a:gd name="connsiteX7" fmla="*/ 1205 w 6343"/>
                  <a:gd name="connsiteY7" fmla="*/ 5597 h 6345"/>
                  <a:gd name="connsiteX8" fmla="*/ 3447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27"/>
                    </a:moveTo>
                    <a:cubicBezTo>
                      <a:pt x="4288" y="6527"/>
                      <a:pt x="5095" y="6192"/>
                      <a:pt x="5690" y="5597"/>
                    </a:cubicBezTo>
                    <a:cubicBezTo>
                      <a:pt x="6285" y="5002"/>
                      <a:pt x="6619" y="4195"/>
                      <a:pt x="6619" y="3354"/>
                    </a:cubicBezTo>
                    <a:cubicBezTo>
                      <a:pt x="6619" y="2512"/>
                      <a:pt x="6285" y="1705"/>
                      <a:pt x="5690" y="1110"/>
                    </a:cubicBezTo>
                    <a:cubicBezTo>
                      <a:pt x="5095" y="515"/>
                      <a:pt x="4288" y="181"/>
                      <a:pt x="3447" y="181"/>
                    </a:cubicBezTo>
                    <a:cubicBezTo>
                      <a:pt x="2606" y="181"/>
                      <a:pt x="1799" y="515"/>
                      <a:pt x="1205" y="1110"/>
                    </a:cubicBezTo>
                    <a:cubicBezTo>
                      <a:pt x="610" y="1705"/>
                      <a:pt x="276" y="2512"/>
                      <a:pt x="276" y="3354"/>
                    </a:cubicBezTo>
                    <a:cubicBezTo>
                      <a:pt x="276" y="4195"/>
                      <a:pt x="610" y="5002"/>
                      <a:pt x="1205" y="5597"/>
                    </a:cubicBezTo>
                    <a:cubicBezTo>
                      <a:pt x="1799" y="6192"/>
                      <a:pt x="2606" y="6527"/>
                      <a:pt x="3447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54" name="Freeform: Shape 12153">
                <a:extLst>
                  <a:ext uri="{FF2B5EF4-FFF2-40B4-BE49-F238E27FC236}">
                    <a16:creationId xmlns:a16="http://schemas.microsoft.com/office/drawing/2014/main" id="{616CF2B3-9008-8946-F18C-0B9282386C46}"/>
                  </a:ext>
                </a:extLst>
              </p:cNvPr>
              <p:cNvSpPr/>
              <p:nvPr/>
            </p:nvSpPr>
            <p:spPr>
              <a:xfrm>
                <a:off x="9901014" y="5779811"/>
                <a:ext cx="6343" cy="6345"/>
              </a:xfrm>
              <a:custGeom>
                <a:avLst/>
                <a:gdLst>
                  <a:gd name="connsiteX0" fmla="*/ 3447 w 6343"/>
                  <a:gd name="connsiteY0" fmla="*/ 6527 h 6345"/>
                  <a:gd name="connsiteX1" fmla="*/ 5689 w 6343"/>
                  <a:gd name="connsiteY1" fmla="*/ 5597 h 6345"/>
                  <a:gd name="connsiteX2" fmla="*/ 6618 w 6343"/>
                  <a:gd name="connsiteY2" fmla="*/ 3354 h 6345"/>
                  <a:gd name="connsiteX3" fmla="*/ 5689 w 6343"/>
                  <a:gd name="connsiteY3" fmla="*/ 1111 h 6345"/>
                  <a:gd name="connsiteX4" fmla="*/ 3447 w 6343"/>
                  <a:gd name="connsiteY4" fmla="*/ 181 h 6345"/>
                  <a:gd name="connsiteX5" fmla="*/ 1204 w 6343"/>
                  <a:gd name="connsiteY5" fmla="*/ 1111 h 6345"/>
                  <a:gd name="connsiteX6" fmla="*/ 275 w 6343"/>
                  <a:gd name="connsiteY6" fmla="*/ 3354 h 6345"/>
                  <a:gd name="connsiteX7" fmla="*/ 1204 w 6343"/>
                  <a:gd name="connsiteY7" fmla="*/ 5597 h 6345"/>
                  <a:gd name="connsiteX8" fmla="*/ 3447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27"/>
                    </a:moveTo>
                    <a:cubicBezTo>
                      <a:pt x="4288" y="6527"/>
                      <a:pt x="5095" y="6192"/>
                      <a:pt x="5689" y="5597"/>
                    </a:cubicBezTo>
                    <a:cubicBezTo>
                      <a:pt x="6284" y="5002"/>
                      <a:pt x="6618" y="4195"/>
                      <a:pt x="6618" y="3354"/>
                    </a:cubicBezTo>
                    <a:cubicBezTo>
                      <a:pt x="6618" y="2513"/>
                      <a:pt x="6284" y="1705"/>
                      <a:pt x="5689" y="1111"/>
                    </a:cubicBezTo>
                    <a:cubicBezTo>
                      <a:pt x="5095" y="516"/>
                      <a:pt x="4288" y="181"/>
                      <a:pt x="3447" y="181"/>
                    </a:cubicBezTo>
                    <a:cubicBezTo>
                      <a:pt x="2606" y="181"/>
                      <a:pt x="1799" y="516"/>
                      <a:pt x="1204" y="1111"/>
                    </a:cubicBezTo>
                    <a:cubicBezTo>
                      <a:pt x="609" y="1705"/>
                      <a:pt x="275" y="2513"/>
                      <a:pt x="275" y="3354"/>
                    </a:cubicBezTo>
                    <a:cubicBezTo>
                      <a:pt x="275" y="4195"/>
                      <a:pt x="609" y="5002"/>
                      <a:pt x="1204" y="5597"/>
                    </a:cubicBezTo>
                    <a:cubicBezTo>
                      <a:pt x="1799" y="6192"/>
                      <a:pt x="2606" y="6527"/>
                      <a:pt x="3447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55" name="Freeform: Shape 12154">
                <a:extLst>
                  <a:ext uri="{FF2B5EF4-FFF2-40B4-BE49-F238E27FC236}">
                    <a16:creationId xmlns:a16="http://schemas.microsoft.com/office/drawing/2014/main" id="{C1810589-B698-9800-97A1-CC0A34F86474}"/>
                  </a:ext>
                </a:extLst>
              </p:cNvPr>
              <p:cNvSpPr/>
              <p:nvPr/>
            </p:nvSpPr>
            <p:spPr>
              <a:xfrm>
                <a:off x="9871027" y="5753518"/>
                <a:ext cx="6343" cy="6345"/>
              </a:xfrm>
              <a:custGeom>
                <a:avLst/>
                <a:gdLst>
                  <a:gd name="connsiteX0" fmla="*/ 3444 w 6343"/>
                  <a:gd name="connsiteY0" fmla="*/ 6525 h 6345"/>
                  <a:gd name="connsiteX1" fmla="*/ 5687 w 6343"/>
                  <a:gd name="connsiteY1" fmla="*/ 5595 h 6345"/>
                  <a:gd name="connsiteX2" fmla="*/ 6616 w 6343"/>
                  <a:gd name="connsiteY2" fmla="*/ 3352 h 6345"/>
                  <a:gd name="connsiteX3" fmla="*/ 5687 w 6343"/>
                  <a:gd name="connsiteY3" fmla="*/ 1108 h 6345"/>
                  <a:gd name="connsiteX4" fmla="*/ 3444 w 6343"/>
                  <a:gd name="connsiteY4" fmla="*/ 179 h 6345"/>
                  <a:gd name="connsiteX5" fmla="*/ 1202 w 6343"/>
                  <a:gd name="connsiteY5" fmla="*/ 1108 h 6345"/>
                  <a:gd name="connsiteX6" fmla="*/ 273 w 6343"/>
                  <a:gd name="connsiteY6" fmla="*/ 3352 h 6345"/>
                  <a:gd name="connsiteX7" fmla="*/ 1202 w 6343"/>
                  <a:gd name="connsiteY7" fmla="*/ 5595 h 6345"/>
                  <a:gd name="connsiteX8" fmla="*/ 344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25"/>
                    </a:moveTo>
                    <a:cubicBezTo>
                      <a:pt x="4286" y="6525"/>
                      <a:pt x="5092" y="6190"/>
                      <a:pt x="5687" y="5595"/>
                    </a:cubicBezTo>
                    <a:cubicBezTo>
                      <a:pt x="6282" y="5000"/>
                      <a:pt x="6616" y="4193"/>
                      <a:pt x="6616" y="3352"/>
                    </a:cubicBezTo>
                    <a:cubicBezTo>
                      <a:pt x="6616" y="2510"/>
                      <a:pt x="6282" y="1703"/>
                      <a:pt x="5687" y="1108"/>
                    </a:cubicBezTo>
                    <a:cubicBezTo>
                      <a:pt x="5092" y="513"/>
                      <a:pt x="4286" y="179"/>
                      <a:pt x="3444" y="179"/>
                    </a:cubicBezTo>
                    <a:cubicBezTo>
                      <a:pt x="2603" y="179"/>
                      <a:pt x="1797" y="513"/>
                      <a:pt x="1202" y="1108"/>
                    </a:cubicBezTo>
                    <a:cubicBezTo>
                      <a:pt x="607" y="1703"/>
                      <a:pt x="273" y="2510"/>
                      <a:pt x="273" y="3352"/>
                    </a:cubicBezTo>
                    <a:cubicBezTo>
                      <a:pt x="273" y="4193"/>
                      <a:pt x="607" y="5000"/>
                      <a:pt x="1202" y="5595"/>
                    </a:cubicBezTo>
                    <a:cubicBezTo>
                      <a:pt x="1797" y="6190"/>
                      <a:pt x="2603" y="6525"/>
                      <a:pt x="344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56" name="Freeform: Shape 12155">
                <a:extLst>
                  <a:ext uri="{FF2B5EF4-FFF2-40B4-BE49-F238E27FC236}">
                    <a16:creationId xmlns:a16="http://schemas.microsoft.com/office/drawing/2014/main" id="{1B43383B-3B7B-F223-B5B8-BE782AFDB876}"/>
                  </a:ext>
                </a:extLst>
              </p:cNvPr>
              <p:cNvSpPr/>
              <p:nvPr/>
            </p:nvSpPr>
            <p:spPr>
              <a:xfrm>
                <a:off x="9868327" y="5756266"/>
                <a:ext cx="6343" cy="6345"/>
              </a:xfrm>
              <a:custGeom>
                <a:avLst/>
                <a:gdLst>
                  <a:gd name="connsiteX0" fmla="*/ 3444 w 6343"/>
                  <a:gd name="connsiteY0" fmla="*/ 6525 h 6345"/>
                  <a:gd name="connsiteX1" fmla="*/ 5687 w 6343"/>
                  <a:gd name="connsiteY1" fmla="*/ 5596 h 6345"/>
                  <a:gd name="connsiteX2" fmla="*/ 6616 w 6343"/>
                  <a:gd name="connsiteY2" fmla="*/ 3352 h 6345"/>
                  <a:gd name="connsiteX3" fmla="*/ 5687 w 6343"/>
                  <a:gd name="connsiteY3" fmla="*/ 1109 h 6345"/>
                  <a:gd name="connsiteX4" fmla="*/ 3444 w 6343"/>
                  <a:gd name="connsiteY4" fmla="*/ 179 h 6345"/>
                  <a:gd name="connsiteX5" fmla="*/ 1202 w 6343"/>
                  <a:gd name="connsiteY5" fmla="*/ 1109 h 6345"/>
                  <a:gd name="connsiteX6" fmla="*/ 273 w 6343"/>
                  <a:gd name="connsiteY6" fmla="*/ 3352 h 6345"/>
                  <a:gd name="connsiteX7" fmla="*/ 1202 w 6343"/>
                  <a:gd name="connsiteY7" fmla="*/ 5596 h 6345"/>
                  <a:gd name="connsiteX8" fmla="*/ 344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25"/>
                    </a:moveTo>
                    <a:cubicBezTo>
                      <a:pt x="4285" y="6525"/>
                      <a:pt x="5092" y="6191"/>
                      <a:pt x="5687" y="5596"/>
                    </a:cubicBezTo>
                    <a:cubicBezTo>
                      <a:pt x="6282" y="5001"/>
                      <a:pt x="6616" y="4194"/>
                      <a:pt x="6616" y="3352"/>
                    </a:cubicBezTo>
                    <a:cubicBezTo>
                      <a:pt x="6616" y="2511"/>
                      <a:pt x="6282" y="1704"/>
                      <a:pt x="5687" y="1109"/>
                    </a:cubicBezTo>
                    <a:cubicBezTo>
                      <a:pt x="5092" y="514"/>
                      <a:pt x="4285" y="179"/>
                      <a:pt x="3444" y="179"/>
                    </a:cubicBezTo>
                    <a:cubicBezTo>
                      <a:pt x="2603" y="179"/>
                      <a:pt x="1796" y="514"/>
                      <a:pt x="1202" y="1109"/>
                    </a:cubicBezTo>
                    <a:cubicBezTo>
                      <a:pt x="607" y="1704"/>
                      <a:pt x="273" y="2511"/>
                      <a:pt x="273" y="3352"/>
                    </a:cubicBezTo>
                    <a:cubicBezTo>
                      <a:pt x="273" y="4194"/>
                      <a:pt x="607" y="5001"/>
                      <a:pt x="1202" y="5596"/>
                    </a:cubicBezTo>
                    <a:cubicBezTo>
                      <a:pt x="1796" y="6191"/>
                      <a:pt x="2603" y="6525"/>
                      <a:pt x="344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57" name="Freeform: Shape 12156">
                <a:extLst>
                  <a:ext uri="{FF2B5EF4-FFF2-40B4-BE49-F238E27FC236}">
                    <a16:creationId xmlns:a16="http://schemas.microsoft.com/office/drawing/2014/main" id="{8A919EA9-BDE9-CA99-DA82-8117CE8475CF}"/>
                  </a:ext>
                </a:extLst>
              </p:cNvPr>
              <p:cNvSpPr/>
              <p:nvPr/>
            </p:nvSpPr>
            <p:spPr>
              <a:xfrm>
                <a:off x="9864392" y="5757656"/>
                <a:ext cx="6343" cy="6345"/>
              </a:xfrm>
              <a:custGeom>
                <a:avLst/>
                <a:gdLst>
                  <a:gd name="connsiteX0" fmla="*/ 3444 w 6343"/>
                  <a:gd name="connsiteY0" fmla="*/ 6525 h 6345"/>
                  <a:gd name="connsiteX1" fmla="*/ 5687 w 6343"/>
                  <a:gd name="connsiteY1" fmla="*/ 5596 h 6345"/>
                  <a:gd name="connsiteX2" fmla="*/ 6615 w 6343"/>
                  <a:gd name="connsiteY2" fmla="*/ 3352 h 6345"/>
                  <a:gd name="connsiteX3" fmla="*/ 5687 w 6343"/>
                  <a:gd name="connsiteY3" fmla="*/ 1109 h 6345"/>
                  <a:gd name="connsiteX4" fmla="*/ 3444 w 6343"/>
                  <a:gd name="connsiteY4" fmla="*/ 180 h 6345"/>
                  <a:gd name="connsiteX5" fmla="*/ 1201 w 6343"/>
                  <a:gd name="connsiteY5" fmla="*/ 1109 h 6345"/>
                  <a:gd name="connsiteX6" fmla="*/ 272 w 6343"/>
                  <a:gd name="connsiteY6" fmla="*/ 3352 h 6345"/>
                  <a:gd name="connsiteX7" fmla="*/ 1201 w 6343"/>
                  <a:gd name="connsiteY7" fmla="*/ 5596 h 6345"/>
                  <a:gd name="connsiteX8" fmla="*/ 344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25"/>
                    </a:moveTo>
                    <a:cubicBezTo>
                      <a:pt x="4285" y="6525"/>
                      <a:pt x="5092" y="6191"/>
                      <a:pt x="5687" y="5596"/>
                    </a:cubicBezTo>
                    <a:cubicBezTo>
                      <a:pt x="6281" y="5001"/>
                      <a:pt x="6615" y="4194"/>
                      <a:pt x="6615" y="3352"/>
                    </a:cubicBezTo>
                    <a:cubicBezTo>
                      <a:pt x="6615" y="2511"/>
                      <a:pt x="6281" y="1704"/>
                      <a:pt x="5687" y="1109"/>
                    </a:cubicBezTo>
                    <a:cubicBezTo>
                      <a:pt x="5092" y="514"/>
                      <a:pt x="4285" y="180"/>
                      <a:pt x="3444" y="180"/>
                    </a:cubicBezTo>
                    <a:cubicBezTo>
                      <a:pt x="2603" y="180"/>
                      <a:pt x="1796" y="514"/>
                      <a:pt x="1201" y="1109"/>
                    </a:cubicBezTo>
                    <a:cubicBezTo>
                      <a:pt x="607" y="1704"/>
                      <a:pt x="272" y="2511"/>
                      <a:pt x="272" y="3352"/>
                    </a:cubicBezTo>
                    <a:cubicBezTo>
                      <a:pt x="272" y="4194"/>
                      <a:pt x="607" y="5001"/>
                      <a:pt x="1201" y="5596"/>
                    </a:cubicBezTo>
                    <a:cubicBezTo>
                      <a:pt x="1796" y="6191"/>
                      <a:pt x="2603" y="6525"/>
                      <a:pt x="344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58" name="Freeform: Shape 12157">
                <a:extLst>
                  <a:ext uri="{FF2B5EF4-FFF2-40B4-BE49-F238E27FC236}">
                    <a16:creationId xmlns:a16="http://schemas.microsoft.com/office/drawing/2014/main" id="{A5260821-09A7-940D-F1B5-3B0C645232C3}"/>
                  </a:ext>
                </a:extLst>
              </p:cNvPr>
              <p:cNvSpPr/>
              <p:nvPr/>
            </p:nvSpPr>
            <p:spPr>
              <a:xfrm>
                <a:off x="9892667" y="5795021"/>
                <a:ext cx="6343" cy="6345"/>
              </a:xfrm>
              <a:custGeom>
                <a:avLst/>
                <a:gdLst>
                  <a:gd name="connsiteX0" fmla="*/ 3446 w 6343"/>
                  <a:gd name="connsiteY0" fmla="*/ 6528 h 6345"/>
                  <a:gd name="connsiteX1" fmla="*/ 5689 w 6343"/>
                  <a:gd name="connsiteY1" fmla="*/ 5599 h 6345"/>
                  <a:gd name="connsiteX2" fmla="*/ 6618 w 6343"/>
                  <a:gd name="connsiteY2" fmla="*/ 3355 h 6345"/>
                  <a:gd name="connsiteX3" fmla="*/ 5689 w 6343"/>
                  <a:gd name="connsiteY3" fmla="*/ 1112 h 6345"/>
                  <a:gd name="connsiteX4" fmla="*/ 3446 w 6343"/>
                  <a:gd name="connsiteY4" fmla="*/ 182 h 6345"/>
                  <a:gd name="connsiteX5" fmla="*/ 1204 w 6343"/>
                  <a:gd name="connsiteY5" fmla="*/ 1112 h 6345"/>
                  <a:gd name="connsiteX6" fmla="*/ 275 w 6343"/>
                  <a:gd name="connsiteY6" fmla="*/ 3355 h 6345"/>
                  <a:gd name="connsiteX7" fmla="*/ 1204 w 6343"/>
                  <a:gd name="connsiteY7" fmla="*/ 5599 h 6345"/>
                  <a:gd name="connsiteX8" fmla="*/ 3446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28"/>
                    </a:moveTo>
                    <a:cubicBezTo>
                      <a:pt x="4287" y="6528"/>
                      <a:pt x="5094" y="6194"/>
                      <a:pt x="5689" y="5599"/>
                    </a:cubicBezTo>
                    <a:cubicBezTo>
                      <a:pt x="6284" y="5004"/>
                      <a:pt x="6618" y="4197"/>
                      <a:pt x="6618" y="3355"/>
                    </a:cubicBezTo>
                    <a:cubicBezTo>
                      <a:pt x="6618" y="2514"/>
                      <a:pt x="6284" y="1707"/>
                      <a:pt x="5689" y="1112"/>
                    </a:cubicBezTo>
                    <a:cubicBezTo>
                      <a:pt x="5094" y="517"/>
                      <a:pt x="4287" y="182"/>
                      <a:pt x="3446" y="182"/>
                    </a:cubicBezTo>
                    <a:cubicBezTo>
                      <a:pt x="2605" y="182"/>
                      <a:pt x="1798" y="517"/>
                      <a:pt x="1204" y="1112"/>
                    </a:cubicBezTo>
                    <a:cubicBezTo>
                      <a:pt x="609" y="1707"/>
                      <a:pt x="275" y="2514"/>
                      <a:pt x="275" y="3355"/>
                    </a:cubicBezTo>
                    <a:cubicBezTo>
                      <a:pt x="275" y="4197"/>
                      <a:pt x="609" y="5004"/>
                      <a:pt x="1204" y="5599"/>
                    </a:cubicBezTo>
                    <a:cubicBezTo>
                      <a:pt x="1798" y="6194"/>
                      <a:pt x="2605" y="6528"/>
                      <a:pt x="3446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59" name="Freeform: Shape 12158">
                <a:extLst>
                  <a:ext uri="{FF2B5EF4-FFF2-40B4-BE49-F238E27FC236}">
                    <a16:creationId xmlns:a16="http://schemas.microsoft.com/office/drawing/2014/main" id="{A58E6C27-CFFE-AB1E-5937-60BDA85C4401}"/>
                  </a:ext>
                </a:extLst>
              </p:cNvPr>
              <p:cNvSpPr/>
              <p:nvPr/>
            </p:nvSpPr>
            <p:spPr>
              <a:xfrm>
                <a:off x="9892814" y="5801416"/>
                <a:ext cx="6343" cy="6345"/>
              </a:xfrm>
              <a:custGeom>
                <a:avLst/>
                <a:gdLst>
                  <a:gd name="connsiteX0" fmla="*/ 3446 w 6343"/>
                  <a:gd name="connsiteY0" fmla="*/ 6528 h 6345"/>
                  <a:gd name="connsiteX1" fmla="*/ 5689 w 6343"/>
                  <a:gd name="connsiteY1" fmla="*/ 5599 h 6345"/>
                  <a:gd name="connsiteX2" fmla="*/ 6618 w 6343"/>
                  <a:gd name="connsiteY2" fmla="*/ 3356 h 6345"/>
                  <a:gd name="connsiteX3" fmla="*/ 5689 w 6343"/>
                  <a:gd name="connsiteY3" fmla="*/ 1112 h 6345"/>
                  <a:gd name="connsiteX4" fmla="*/ 3446 w 6343"/>
                  <a:gd name="connsiteY4" fmla="*/ 183 h 6345"/>
                  <a:gd name="connsiteX5" fmla="*/ 1204 w 6343"/>
                  <a:gd name="connsiteY5" fmla="*/ 1112 h 6345"/>
                  <a:gd name="connsiteX6" fmla="*/ 275 w 6343"/>
                  <a:gd name="connsiteY6" fmla="*/ 3356 h 6345"/>
                  <a:gd name="connsiteX7" fmla="*/ 1204 w 6343"/>
                  <a:gd name="connsiteY7" fmla="*/ 5599 h 6345"/>
                  <a:gd name="connsiteX8" fmla="*/ 3446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28"/>
                    </a:moveTo>
                    <a:cubicBezTo>
                      <a:pt x="4287" y="6528"/>
                      <a:pt x="5094" y="6194"/>
                      <a:pt x="5689" y="5599"/>
                    </a:cubicBezTo>
                    <a:cubicBezTo>
                      <a:pt x="6284" y="5004"/>
                      <a:pt x="6618" y="4197"/>
                      <a:pt x="6618" y="3356"/>
                    </a:cubicBezTo>
                    <a:cubicBezTo>
                      <a:pt x="6618" y="2514"/>
                      <a:pt x="6284" y="1707"/>
                      <a:pt x="5689" y="1112"/>
                    </a:cubicBezTo>
                    <a:cubicBezTo>
                      <a:pt x="5094" y="517"/>
                      <a:pt x="4287" y="183"/>
                      <a:pt x="3446" y="183"/>
                    </a:cubicBezTo>
                    <a:cubicBezTo>
                      <a:pt x="2605" y="183"/>
                      <a:pt x="1798" y="517"/>
                      <a:pt x="1204" y="1112"/>
                    </a:cubicBezTo>
                    <a:cubicBezTo>
                      <a:pt x="609" y="1707"/>
                      <a:pt x="275" y="2514"/>
                      <a:pt x="275" y="3356"/>
                    </a:cubicBezTo>
                    <a:cubicBezTo>
                      <a:pt x="275" y="4197"/>
                      <a:pt x="609" y="5004"/>
                      <a:pt x="1204" y="5599"/>
                    </a:cubicBezTo>
                    <a:cubicBezTo>
                      <a:pt x="1798" y="6194"/>
                      <a:pt x="2605" y="6528"/>
                      <a:pt x="3446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60" name="Freeform: Shape 12159">
                <a:extLst>
                  <a:ext uri="{FF2B5EF4-FFF2-40B4-BE49-F238E27FC236}">
                    <a16:creationId xmlns:a16="http://schemas.microsoft.com/office/drawing/2014/main" id="{B4BFB61A-596B-DC16-1F50-BE4C1F5CDC4E}"/>
                  </a:ext>
                </a:extLst>
              </p:cNvPr>
              <p:cNvSpPr/>
              <p:nvPr/>
            </p:nvSpPr>
            <p:spPr>
              <a:xfrm>
                <a:off x="9890679" y="5805289"/>
                <a:ext cx="6343" cy="6345"/>
              </a:xfrm>
              <a:custGeom>
                <a:avLst/>
                <a:gdLst>
                  <a:gd name="connsiteX0" fmla="*/ 3446 w 6343"/>
                  <a:gd name="connsiteY0" fmla="*/ 6529 h 6345"/>
                  <a:gd name="connsiteX1" fmla="*/ 5689 w 6343"/>
                  <a:gd name="connsiteY1" fmla="*/ 5599 h 6345"/>
                  <a:gd name="connsiteX2" fmla="*/ 6618 w 6343"/>
                  <a:gd name="connsiteY2" fmla="*/ 3356 h 6345"/>
                  <a:gd name="connsiteX3" fmla="*/ 5689 w 6343"/>
                  <a:gd name="connsiteY3" fmla="*/ 1113 h 6345"/>
                  <a:gd name="connsiteX4" fmla="*/ 3446 w 6343"/>
                  <a:gd name="connsiteY4" fmla="*/ 183 h 6345"/>
                  <a:gd name="connsiteX5" fmla="*/ 1203 w 6343"/>
                  <a:gd name="connsiteY5" fmla="*/ 1113 h 6345"/>
                  <a:gd name="connsiteX6" fmla="*/ 274 w 6343"/>
                  <a:gd name="connsiteY6" fmla="*/ 3356 h 6345"/>
                  <a:gd name="connsiteX7" fmla="*/ 1203 w 6343"/>
                  <a:gd name="connsiteY7" fmla="*/ 5599 h 6345"/>
                  <a:gd name="connsiteX8" fmla="*/ 3446 w 6343"/>
                  <a:gd name="connsiteY8" fmla="*/ 65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29"/>
                    </a:moveTo>
                    <a:cubicBezTo>
                      <a:pt x="4287" y="6529"/>
                      <a:pt x="5094" y="6194"/>
                      <a:pt x="5689" y="5599"/>
                    </a:cubicBezTo>
                    <a:cubicBezTo>
                      <a:pt x="6283" y="5004"/>
                      <a:pt x="6618" y="4197"/>
                      <a:pt x="6618" y="3356"/>
                    </a:cubicBezTo>
                    <a:cubicBezTo>
                      <a:pt x="6618" y="2515"/>
                      <a:pt x="6283" y="1707"/>
                      <a:pt x="5689" y="1113"/>
                    </a:cubicBezTo>
                    <a:cubicBezTo>
                      <a:pt x="5094" y="518"/>
                      <a:pt x="4287" y="183"/>
                      <a:pt x="3446" y="183"/>
                    </a:cubicBezTo>
                    <a:cubicBezTo>
                      <a:pt x="2605" y="183"/>
                      <a:pt x="1798" y="518"/>
                      <a:pt x="1203" y="1113"/>
                    </a:cubicBezTo>
                    <a:cubicBezTo>
                      <a:pt x="609" y="1707"/>
                      <a:pt x="274" y="2515"/>
                      <a:pt x="274" y="3356"/>
                    </a:cubicBezTo>
                    <a:cubicBezTo>
                      <a:pt x="274" y="4197"/>
                      <a:pt x="609" y="5004"/>
                      <a:pt x="1203" y="5599"/>
                    </a:cubicBezTo>
                    <a:cubicBezTo>
                      <a:pt x="1798" y="6194"/>
                      <a:pt x="2605" y="6529"/>
                      <a:pt x="3446" y="65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61" name="Freeform: Shape 12160">
                <a:extLst>
                  <a:ext uri="{FF2B5EF4-FFF2-40B4-BE49-F238E27FC236}">
                    <a16:creationId xmlns:a16="http://schemas.microsoft.com/office/drawing/2014/main" id="{E0EAADF0-1678-5B80-3357-952A7F8350A1}"/>
                  </a:ext>
                </a:extLst>
              </p:cNvPr>
              <p:cNvSpPr/>
              <p:nvPr/>
            </p:nvSpPr>
            <p:spPr>
              <a:xfrm>
                <a:off x="9893411" y="5814836"/>
                <a:ext cx="6343" cy="6345"/>
              </a:xfrm>
              <a:custGeom>
                <a:avLst/>
                <a:gdLst>
                  <a:gd name="connsiteX0" fmla="*/ 3446 w 6343"/>
                  <a:gd name="connsiteY0" fmla="*/ 6529 h 6345"/>
                  <a:gd name="connsiteX1" fmla="*/ 5689 w 6343"/>
                  <a:gd name="connsiteY1" fmla="*/ 5600 h 6345"/>
                  <a:gd name="connsiteX2" fmla="*/ 6618 w 6343"/>
                  <a:gd name="connsiteY2" fmla="*/ 3357 h 6345"/>
                  <a:gd name="connsiteX3" fmla="*/ 5689 w 6343"/>
                  <a:gd name="connsiteY3" fmla="*/ 1113 h 6345"/>
                  <a:gd name="connsiteX4" fmla="*/ 3446 w 6343"/>
                  <a:gd name="connsiteY4" fmla="*/ 184 h 6345"/>
                  <a:gd name="connsiteX5" fmla="*/ 1204 w 6343"/>
                  <a:gd name="connsiteY5" fmla="*/ 1113 h 6345"/>
                  <a:gd name="connsiteX6" fmla="*/ 275 w 6343"/>
                  <a:gd name="connsiteY6" fmla="*/ 3357 h 6345"/>
                  <a:gd name="connsiteX7" fmla="*/ 1204 w 6343"/>
                  <a:gd name="connsiteY7" fmla="*/ 5600 h 6345"/>
                  <a:gd name="connsiteX8" fmla="*/ 3446 w 6343"/>
                  <a:gd name="connsiteY8" fmla="*/ 652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29"/>
                    </a:moveTo>
                    <a:cubicBezTo>
                      <a:pt x="4287" y="6529"/>
                      <a:pt x="5094" y="6195"/>
                      <a:pt x="5689" y="5600"/>
                    </a:cubicBezTo>
                    <a:cubicBezTo>
                      <a:pt x="6284" y="5005"/>
                      <a:pt x="6618" y="4198"/>
                      <a:pt x="6618" y="3357"/>
                    </a:cubicBezTo>
                    <a:cubicBezTo>
                      <a:pt x="6618" y="2515"/>
                      <a:pt x="6284" y="1708"/>
                      <a:pt x="5689" y="1113"/>
                    </a:cubicBezTo>
                    <a:cubicBezTo>
                      <a:pt x="5094" y="518"/>
                      <a:pt x="4287" y="184"/>
                      <a:pt x="3446" y="184"/>
                    </a:cubicBezTo>
                    <a:cubicBezTo>
                      <a:pt x="2605" y="184"/>
                      <a:pt x="1798" y="518"/>
                      <a:pt x="1204" y="1113"/>
                    </a:cubicBezTo>
                    <a:cubicBezTo>
                      <a:pt x="609" y="1708"/>
                      <a:pt x="275" y="2515"/>
                      <a:pt x="275" y="3357"/>
                    </a:cubicBezTo>
                    <a:cubicBezTo>
                      <a:pt x="275" y="4198"/>
                      <a:pt x="609" y="5005"/>
                      <a:pt x="1204" y="5600"/>
                    </a:cubicBezTo>
                    <a:cubicBezTo>
                      <a:pt x="1798" y="6195"/>
                      <a:pt x="2605" y="6529"/>
                      <a:pt x="3446" y="65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62" name="Freeform: Shape 12161">
                <a:extLst>
                  <a:ext uri="{FF2B5EF4-FFF2-40B4-BE49-F238E27FC236}">
                    <a16:creationId xmlns:a16="http://schemas.microsoft.com/office/drawing/2014/main" id="{597BB714-3EC7-A787-BE98-ECF93DCC7CB0}"/>
                  </a:ext>
                </a:extLst>
              </p:cNvPr>
              <p:cNvSpPr/>
              <p:nvPr/>
            </p:nvSpPr>
            <p:spPr>
              <a:xfrm>
                <a:off x="9893773" y="5821770"/>
                <a:ext cx="6343" cy="6345"/>
              </a:xfrm>
              <a:custGeom>
                <a:avLst/>
                <a:gdLst>
                  <a:gd name="connsiteX0" fmla="*/ 3446 w 6343"/>
                  <a:gd name="connsiteY0" fmla="*/ 6530 h 6345"/>
                  <a:gd name="connsiteX1" fmla="*/ 5689 w 6343"/>
                  <a:gd name="connsiteY1" fmla="*/ 5601 h 6345"/>
                  <a:gd name="connsiteX2" fmla="*/ 6618 w 6343"/>
                  <a:gd name="connsiteY2" fmla="*/ 3357 h 6345"/>
                  <a:gd name="connsiteX3" fmla="*/ 5689 w 6343"/>
                  <a:gd name="connsiteY3" fmla="*/ 1114 h 6345"/>
                  <a:gd name="connsiteX4" fmla="*/ 3446 w 6343"/>
                  <a:gd name="connsiteY4" fmla="*/ 185 h 6345"/>
                  <a:gd name="connsiteX5" fmla="*/ 1204 w 6343"/>
                  <a:gd name="connsiteY5" fmla="*/ 1114 h 6345"/>
                  <a:gd name="connsiteX6" fmla="*/ 275 w 6343"/>
                  <a:gd name="connsiteY6" fmla="*/ 3357 h 6345"/>
                  <a:gd name="connsiteX7" fmla="*/ 1204 w 6343"/>
                  <a:gd name="connsiteY7" fmla="*/ 5601 h 6345"/>
                  <a:gd name="connsiteX8" fmla="*/ 3446 w 6343"/>
                  <a:gd name="connsiteY8" fmla="*/ 65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30"/>
                    </a:moveTo>
                    <a:cubicBezTo>
                      <a:pt x="4287" y="6530"/>
                      <a:pt x="5094" y="6196"/>
                      <a:pt x="5689" y="5601"/>
                    </a:cubicBezTo>
                    <a:cubicBezTo>
                      <a:pt x="6284" y="5006"/>
                      <a:pt x="6618" y="4199"/>
                      <a:pt x="6618" y="3357"/>
                    </a:cubicBezTo>
                    <a:cubicBezTo>
                      <a:pt x="6618" y="2516"/>
                      <a:pt x="6284" y="1709"/>
                      <a:pt x="5689" y="1114"/>
                    </a:cubicBezTo>
                    <a:cubicBezTo>
                      <a:pt x="5094" y="519"/>
                      <a:pt x="4287" y="185"/>
                      <a:pt x="3446" y="185"/>
                    </a:cubicBezTo>
                    <a:cubicBezTo>
                      <a:pt x="2605" y="185"/>
                      <a:pt x="1798" y="519"/>
                      <a:pt x="1204" y="1114"/>
                    </a:cubicBezTo>
                    <a:cubicBezTo>
                      <a:pt x="609" y="1709"/>
                      <a:pt x="275" y="2516"/>
                      <a:pt x="275" y="3357"/>
                    </a:cubicBezTo>
                    <a:cubicBezTo>
                      <a:pt x="275" y="4199"/>
                      <a:pt x="609" y="5006"/>
                      <a:pt x="1204" y="5601"/>
                    </a:cubicBezTo>
                    <a:cubicBezTo>
                      <a:pt x="1798" y="6196"/>
                      <a:pt x="2605" y="6530"/>
                      <a:pt x="3446" y="65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63" name="Freeform: Shape 12162">
                <a:extLst>
                  <a:ext uri="{FF2B5EF4-FFF2-40B4-BE49-F238E27FC236}">
                    <a16:creationId xmlns:a16="http://schemas.microsoft.com/office/drawing/2014/main" id="{55484C2F-F1F1-E1BC-8E17-8E534C4DA1D3}"/>
                  </a:ext>
                </a:extLst>
              </p:cNvPr>
              <p:cNvSpPr/>
              <p:nvPr/>
            </p:nvSpPr>
            <p:spPr>
              <a:xfrm>
                <a:off x="9892498" y="5826863"/>
                <a:ext cx="6343" cy="6345"/>
              </a:xfrm>
              <a:custGeom>
                <a:avLst/>
                <a:gdLst>
                  <a:gd name="connsiteX0" fmla="*/ 3446 w 6343"/>
                  <a:gd name="connsiteY0" fmla="*/ 6530 h 6345"/>
                  <a:gd name="connsiteX1" fmla="*/ 5689 w 6343"/>
                  <a:gd name="connsiteY1" fmla="*/ 5601 h 6345"/>
                  <a:gd name="connsiteX2" fmla="*/ 6618 w 6343"/>
                  <a:gd name="connsiteY2" fmla="*/ 3358 h 6345"/>
                  <a:gd name="connsiteX3" fmla="*/ 5689 w 6343"/>
                  <a:gd name="connsiteY3" fmla="*/ 1114 h 6345"/>
                  <a:gd name="connsiteX4" fmla="*/ 3446 w 6343"/>
                  <a:gd name="connsiteY4" fmla="*/ 185 h 6345"/>
                  <a:gd name="connsiteX5" fmla="*/ 1204 w 6343"/>
                  <a:gd name="connsiteY5" fmla="*/ 1114 h 6345"/>
                  <a:gd name="connsiteX6" fmla="*/ 275 w 6343"/>
                  <a:gd name="connsiteY6" fmla="*/ 3358 h 6345"/>
                  <a:gd name="connsiteX7" fmla="*/ 1204 w 6343"/>
                  <a:gd name="connsiteY7" fmla="*/ 5601 h 6345"/>
                  <a:gd name="connsiteX8" fmla="*/ 3446 w 6343"/>
                  <a:gd name="connsiteY8" fmla="*/ 653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30"/>
                    </a:moveTo>
                    <a:cubicBezTo>
                      <a:pt x="4287" y="6530"/>
                      <a:pt x="5094" y="6196"/>
                      <a:pt x="5689" y="5601"/>
                    </a:cubicBezTo>
                    <a:cubicBezTo>
                      <a:pt x="6284" y="5006"/>
                      <a:pt x="6618" y="4199"/>
                      <a:pt x="6618" y="3358"/>
                    </a:cubicBezTo>
                    <a:cubicBezTo>
                      <a:pt x="6618" y="2516"/>
                      <a:pt x="6284" y="1709"/>
                      <a:pt x="5689" y="1114"/>
                    </a:cubicBezTo>
                    <a:cubicBezTo>
                      <a:pt x="5094" y="519"/>
                      <a:pt x="4287" y="185"/>
                      <a:pt x="3446" y="185"/>
                    </a:cubicBezTo>
                    <a:cubicBezTo>
                      <a:pt x="2605" y="185"/>
                      <a:pt x="1798" y="519"/>
                      <a:pt x="1204" y="1114"/>
                    </a:cubicBezTo>
                    <a:cubicBezTo>
                      <a:pt x="609" y="1709"/>
                      <a:pt x="275" y="2516"/>
                      <a:pt x="275" y="3358"/>
                    </a:cubicBezTo>
                    <a:cubicBezTo>
                      <a:pt x="275" y="4199"/>
                      <a:pt x="609" y="5006"/>
                      <a:pt x="1204" y="5601"/>
                    </a:cubicBezTo>
                    <a:cubicBezTo>
                      <a:pt x="1798" y="6196"/>
                      <a:pt x="2605" y="6530"/>
                      <a:pt x="3446" y="65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64" name="Freeform: Shape 12163">
                <a:extLst>
                  <a:ext uri="{FF2B5EF4-FFF2-40B4-BE49-F238E27FC236}">
                    <a16:creationId xmlns:a16="http://schemas.microsoft.com/office/drawing/2014/main" id="{144CD0C1-C8EF-41C9-02F6-E7D3260C50E7}"/>
                  </a:ext>
                </a:extLst>
              </p:cNvPr>
              <p:cNvSpPr/>
              <p:nvPr/>
            </p:nvSpPr>
            <p:spPr>
              <a:xfrm>
                <a:off x="9892775" y="5833883"/>
                <a:ext cx="6343" cy="6345"/>
              </a:xfrm>
              <a:custGeom>
                <a:avLst/>
                <a:gdLst>
                  <a:gd name="connsiteX0" fmla="*/ 3446 w 6343"/>
                  <a:gd name="connsiteY0" fmla="*/ 6531 h 6345"/>
                  <a:gd name="connsiteX1" fmla="*/ 5689 w 6343"/>
                  <a:gd name="connsiteY1" fmla="*/ 5602 h 6345"/>
                  <a:gd name="connsiteX2" fmla="*/ 6618 w 6343"/>
                  <a:gd name="connsiteY2" fmla="*/ 3358 h 6345"/>
                  <a:gd name="connsiteX3" fmla="*/ 5689 w 6343"/>
                  <a:gd name="connsiteY3" fmla="*/ 1115 h 6345"/>
                  <a:gd name="connsiteX4" fmla="*/ 3446 w 6343"/>
                  <a:gd name="connsiteY4" fmla="*/ 186 h 6345"/>
                  <a:gd name="connsiteX5" fmla="*/ 1204 w 6343"/>
                  <a:gd name="connsiteY5" fmla="*/ 1115 h 6345"/>
                  <a:gd name="connsiteX6" fmla="*/ 275 w 6343"/>
                  <a:gd name="connsiteY6" fmla="*/ 3358 h 6345"/>
                  <a:gd name="connsiteX7" fmla="*/ 1204 w 6343"/>
                  <a:gd name="connsiteY7" fmla="*/ 5602 h 6345"/>
                  <a:gd name="connsiteX8" fmla="*/ 3446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31"/>
                    </a:moveTo>
                    <a:cubicBezTo>
                      <a:pt x="4287" y="6531"/>
                      <a:pt x="5094" y="6197"/>
                      <a:pt x="5689" y="5602"/>
                    </a:cubicBezTo>
                    <a:cubicBezTo>
                      <a:pt x="6284" y="5007"/>
                      <a:pt x="6618" y="4200"/>
                      <a:pt x="6618" y="3358"/>
                    </a:cubicBezTo>
                    <a:cubicBezTo>
                      <a:pt x="6618" y="2517"/>
                      <a:pt x="6284" y="1710"/>
                      <a:pt x="5689" y="1115"/>
                    </a:cubicBezTo>
                    <a:cubicBezTo>
                      <a:pt x="5094" y="520"/>
                      <a:pt x="4287" y="186"/>
                      <a:pt x="3446" y="186"/>
                    </a:cubicBezTo>
                    <a:cubicBezTo>
                      <a:pt x="2605" y="186"/>
                      <a:pt x="1798" y="520"/>
                      <a:pt x="1204" y="1115"/>
                    </a:cubicBezTo>
                    <a:cubicBezTo>
                      <a:pt x="609" y="1710"/>
                      <a:pt x="275" y="2517"/>
                      <a:pt x="275" y="3358"/>
                    </a:cubicBezTo>
                    <a:cubicBezTo>
                      <a:pt x="275" y="4200"/>
                      <a:pt x="609" y="5007"/>
                      <a:pt x="1204" y="5602"/>
                    </a:cubicBezTo>
                    <a:cubicBezTo>
                      <a:pt x="1798" y="6197"/>
                      <a:pt x="2605" y="6531"/>
                      <a:pt x="3446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65" name="Freeform: Shape 12164">
                <a:extLst>
                  <a:ext uri="{FF2B5EF4-FFF2-40B4-BE49-F238E27FC236}">
                    <a16:creationId xmlns:a16="http://schemas.microsoft.com/office/drawing/2014/main" id="{269BC6E2-78F4-0E77-3B2F-4C2BD5C840C2}"/>
                  </a:ext>
                </a:extLst>
              </p:cNvPr>
              <p:cNvSpPr/>
              <p:nvPr/>
            </p:nvSpPr>
            <p:spPr>
              <a:xfrm>
                <a:off x="9892902" y="5840829"/>
                <a:ext cx="6343" cy="6345"/>
              </a:xfrm>
              <a:custGeom>
                <a:avLst/>
                <a:gdLst>
                  <a:gd name="connsiteX0" fmla="*/ 3446 w 6343"/>
                  <a:gd name="connsiteY0" fmla="*/ 6531 h 6345"/>
                  <a:gd name="connsiteX1" fmla="*/ 5689 w 6343"/>
                  <a:gd name="connsiteY1" fmla="*/ 5602 h 6345"/>
                  <a:gd name="connsiteX2" fmla="*/ 6618 w 6343"/>
                  <a:gd name="connsiteY2" fmla="*/ 3359 h 6345"/>
                  <a:gd name="connsiteX3" fmla="*/ 5689 w 6343"/>
                  <a:gd name="connsiteY3" fmla="*/ 1115 h 6345"/>
                  <a:gd name="connsiteX4" fmla="*/ 3446 w 6343"/>
                  <a:gd name="connsiteY4" fmla="*/ 186 h 6345"/>
                  <a:gd name="connsiteX5" fmla="*/ 1204 w 6343"/>
                  <a:gd name="connsiteY5" fmla="*/ 1115 h 6345"/>
                  <a:gd name="connsiteX6" fmla="*/ 275 w 6343"/>
                  <a:gd name="connsiteY6" fmla="*/ 3359 h 6345"/>
                  <a:gd name="connsiteX7" fmla="*/ 1204 w 6343"/>
                  <a:gd name="connsiteY7" fmla="*/ 5602 h 6345"/>
                  <a:gd name="connsiteX8" fmla="*/ 3446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31"/>
                    </a:moveTo>
                    <a:cubicBezTo>
                      <a:pt x="4287" y="6531"/>
                      <a:pt x="5094" y="6197"/>
                      <a:pt x="5689" y="5602"/>
                    </a:cubicBezTo>
                    <a:cubicBezTo>
                      <a:pt x="6284" y="5007"/>
                      <a:pt x="6618" y="4200"/>
                      <a:pt x="6618" y="3359"/>
                    </a:cubicBezTo>
                    <a:cubicBezTo>
                      <a:pt x="6618" y="2517"/>
                      <a:pt x="6284" y="1710"/>
                      <a:pt x="5689" y="1115"/>
                    </a:cubicBezTo>
                    <a:cubicBezTo>
                      <a:pt x="5094" y="520"/>
                      <a:pt x="4287" y="186"/>
                      <a:pt x="3446" y="186"/>
                    </a:cubicBezTo>
                    <a:cubicBezTo>
                      <a:pt x="2605" y="186"/>
                      <a:pt x="1798" y="520"/>
                      <a:pt x="1204" y="1115"/>
                    </a:cubicBezTo>
                    <a:cubicBezTo>
                      <a:pt x="609" y="1710"/>
                      <a:pt x="275" y="2517"/>
                      <a:pt x="275" y="3359"/>
                    </a:cubicBezTo>
                    <a:cubicBezTo>
                      <a:pt x="275" y="4200"/>
                      <a:pt x="609" y="5007"/>
                      <a:pt x="1204" y="5602"/>
                    </a:cubicBezTo>
                    <a:cubicBezTo>
                      <a:pt x="1798" y="6197"/>
                      <a:pt x="2605" y="6531"/>
                      <a:pt x="3446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66" name="Freeform: Shape 12165">
                <a:extLst>
                  <a:ext uri="{FF2B5EF4-FFF2-40B4-BE49-F238E27FC236}">
                    <a16:creationId xmlns:a16="http://schemas.microsoft.com/office/drawing/2014/main" id="{E7C00756-9D64-F01F-7E96-DD76577A856D}"/>
                  </a:ext>
                </a:extLst>
              </p:cNvPr>
              <p:cNvSpPr/>
              <p:nvPr/>
            </p:nvSpPr>
            <p:spPr>
              <a:xfrm>
                <a:off x="9803706" y="5748887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2 w 6343"/>
                  <a:gd name="connsiteY1" fmla="*/ 5595 h 6345"/>
                  <a:gd name="connsiteX2" fmla="*/ 6611 w 6343"/>
                  <a:gd name="connsiteY2" fmla="*/ 3352 h 6345"/>
                  <a:gd name="connsiteX3" fmla="*/ 5682 w 6343"/>
                  <a:gd name="connsiteY3" fmla="*/ 1108 h 6345"/>
                  <a:gd name="connsiteX4" fmla="*/ 3439 w 6343"/>
                  <a:gd name="connsiteY4" fmla="*/ 179 h 6345"/>
                  <a:gd name="connsiteX5" fmla="*/ 1197 w 6343"/>
                  <a:gd name="connsiteY5" fmla="*/ 1108 h 6345"/>
                  <a:gd name="connsiteX6" fmla="*/ 268 w 6343"/>
                  <a:gd name="connsiteY6" fmla="*/ 3352 h 6345"/>
                  <a:gd name="connsiteX7" fmla="*/ 1197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7" y="6190"/>
                      <a:pt x="5682" y="5595"/>
                    </a:cubicBezTo>
                    <a:cubicBezTo>
                      <a:pt x="6277" y="5000"/>
                      <a:pt x="6611" y="4193"/>
                      <a:pt x="6611" y="3352"/>
                    </a:cubicBezTo>
                    <a:cubicBezTo>
                      <a:pt x="6611" y="2510"/>
                      <a:pt x="6277" y="1703"/>
                      <a:pt x="5682" y="1108"/>
                    </a:cubicBezTo>
                    <a:cubicBezTo>
                      <a:pt x="5087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7" y="1108"/>
                    </a:cubicBezTo>
                    <a:cubicBezTo>
                      <a:pt x="602" y="1703"/>
                      <a:pt x="268" y="2510"/>
                      <a:pt x="268" y="3352"/>
                    </a:cubicBezTo>
                    <a:cubicBezTo>
                      <a:pt x="268" y="4193"/>
                      <a:pt x="602" y="5000"/>
                      <a:pt x="1197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67" name="Freeform: Shape 12166">
                <a:extLst>
                  <a:ext uri="{FF2B5EF4-FFF2-40B4-BE49-F238E27FC236}">
                    <a16:creationId xmlns:a16="http://schemas.microsoft.com/office/drawing/2014/main" id="{68FB98E8-DB0A-17FE-F4DD-BD17FBF03790}"/>
                  </a:ext>
                </a:extLst>
              </p:cNvPr>
              <p:cNvSpPr/>
              <p:nvPr/>
            </p:nvSpPr>
            <p:spPr>
              <a:xfrm>
                <a:off x="9799949" y="5749851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7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7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68" name="Freeform: Shape 12167">
                <a:extLst>
                  <a:ext uri="{FF2B5EF4-FFF2-40B4-BE49-F238E27FC236}">
                    <a16:creationId xmlns:a16="http://schemas.microsoft.com/office/drawing/2014/main" id="{BA7EB189-4A89-B72B-E1E4-A810BE113118}"/>
                  </a:ext>
                </a:extLst>
              </p:cNvPr>
              <p:cNvSpPr/>
              <p:nvPr/>
            </p:nvSpPr>
            <p:spPr>
              <a:xfrm>
                <a:off x="9796498" y="5751183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80" y="179"/>
                      <a:pt x="3439" y="179"/>
                    </a:cubicBezTo>
                    <a:cubicBezTo>
                      <a:pt x="2597" y="179"/>
                      <a:pt x="1791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7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69" name="Freeform: Shape 12168">
                <a:extLst>
                  <a:ext uri="{FF2B5EF4-FFF2-40B4-BE49-F238E27FC236}">
                    <a16:creationId xmlns:a16="http://schemas.microsoft.com/office/drawing/2014/main" id="{FDDF7602-68A5-CAC5-5205-4CB00B72CAFA}"/>
                  </a:ext>
                </a:extLst>
              </p:cNvPr>
              <p:cNvSpPr/>
              <p:nvPr/>
            </p:nvSpPr>
            <p:spPr>
              <a:xfrm>
                <a:off x="9794027" y="5753784"/>
                <a:ext cx="6343" cy="6345"/>
              </a:xfrm>
              <a:custGeom>
                <a:avLst/>
                <a:gdLst>
                  <a:gd name="connsiteX0" fmla="*/ 3438 w 6343"/>
                  <a:gd name="connsiteY0" fmla="*/ 6525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5"/>
                    </a:moveTo>
                    <a:cubicBezTo>
                      <a:pt x="4279" y="6525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1"/>
                      <a:pt x="6276" y="1703"/>
                      <a:pt x="5681" y="1108"/>
                    </a:cubicBezTo>
                    <a:cubicBezTo>
                      <a:pt x="5086" y="514"/>
                      <a:pt x="4279" y="179"/>
                      <a:pt x="3438" y="179"/>
                    </a:cubicBezTo>
                    <a:cubicBezTo>
                      <a:pt x="2597" y="179"/>
                      <a:pt x="1791" y="514"/>
                      <a:pt x="1196" y="1108"/>
                    </a:cubicBezTo>
                    <a:cubicBezTo>
                      <a:pt x="601" y="1703"/>
                      <a:pt x="267" y="2511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7" y="6525"/>
                      <a:pt x="343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70" name="Freeform: Shape 12169">
                <a:extLst>
                  <a:ext uri="{FF2B5EF4-FFF2-40B4-BE49-F238E27FC236}">
                    <a16:creationId xmlns:a16="http://schemas.microsoft.com/office/drawing/2014/main" id="{0D7A0833-C7B7-ECA9-DFB9-6B84171C29F9}"/>
                  </a:ext>
                </a:extLst>
              </p:cNvPr>
              <p:cNvSpPr/>
              <p:nvPr/>
            </p:nvSpPr>
            <p:spPr>
              <a:xfrm>
                <a:off x="9792139" y="5757171"/>
                <a:ext cx="6343" cy="6345"/>
              </a:xfrm>
              <a:custGeom>
                <a:avLst/>
                <a:gdLst>
                  <a:gd name="connsiteX0" fmla="*/ 3438 w 6343"/>
                  <a:gd name="connsiteY0" fmla="*/ 6525 h 6345"/>
                  <a:gd name="connsiteX1" fmla="*/ 5681 w 6343"/>
                  <a:gd name="connsiteY1" fmla="*/ 5596 h 6345"/>
                  <a:gd name="connsiteX2" fmla="*/ 6610 w 6343"/>
                  <a:gd name="connsiteY2" fmla="*/ 3352 h 6345"/>
                  <a:gd name="connsiteX3" fmla="*/ 5681 w 6343"/>
                  <a:gd name="connsiteY3" fmla="*/ 1109 h 6345"/>
                  <a:gd name="connsiteX4" fmla="*/ 3438 w 6343"/>
                  <a:gd name="connsiteY4" fmla="*/ 179 h 6345"/>
                  <a:gd name="connsiteX5" fmla="*/ 1196 w 6343"/>
                  <a:gd name="connsiteY5" fmla="*/ 1109 h 6345"/>
                  <a:gd name="connsiteX6" fmla="*/ 267 w 6343"/>
                  <a:gd name="connsiteY6" fmla="*/ 3352 h 6345"/>
                  <a:gd name="connsiteX7" fmla="*/ 1196 w 6343"/>
                  <a:gd name="connsiteY7" fmla="*/ 5596 h 6345"/>
                  <a:gd name="connsiteX8" fmla="*/ 343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5"/>
                    </a:moveTo>
                    <a:cubicBezTo>
                      <a:pt x="4279" y="6525"/>
                      <a:pt x="5086" y="6191"/>
                      <a:pt x="5681" y="5596"/>
                    </a:cubicBezTo>
                    <a:cubicBezTo>
                      <a:pt x="6276" y="5001"/>
                      <a:pt x="6610" y="4194"/>
                      <a:pt x="6610" y="3352"/>
                    </a:cubicBezTo>
                    <a:cubicBezTo>
                      <a:pt x="6610" y="2511"/>
                      <a:pt x="6276" y="1704"/>
                      <a:pt x="5681" y="1109"/>
                    </a:cubicBezTo>
                    <a:cubicBezTo>
                      <a:pt x="5086" y="514"/>
                      <a:pt x="4279" y="179"/>
                      <a:pt x="3438" y="179"/>
                    </a:cubicBezTo>
                    <a:cubicBezTo>
                      <a:pt x="2597" y="179"/>
                      <a:pt x="1790" y="514"/>
                      <a:pt x="1196" y="1109"/>
                    </a:cubicBezTo>
                    <a:cubicBezTo>
                      <a:pt x="601" y="1704"/>
                      <a:pt x="267" y="2511"/>
                      <a:pt x="267" y="3352"/>
                    </a:cubicBezTo>
                    <a:cubicBezTo>
                      <a:pt x="267" y="4194"/>
                      <a:pt x="601" y="5001"/>
                      <a:pt x="1196" y="5596"/>
                    </a:cubicBezTo>
                    <a:cubicBezTo>
                      <a:pt x="1790" y="6191"/>
                      <a:pt x="2597" y="6525"/>
                      <a:pt x="343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71" name="Freeform: Shape 12170">
                <a:extLst>
                  <a:ext uri="{FF2B5EF4-FFF2-40B4-BE49-F238E27FC236}">
                    <a16:creationId xmlns:a16="http://schemas.microsoft.com/office/drawing/2014/main" id="{C7B439CB-BF98-CDF3-9770-A5100A7AA418}"/>
                  </a:ext>
                </a:extLst>
              </p:cNvPr>
              <p:cNvSpPr/>
              <p:nvPr/>
            </p:nvSpPr>
            <p:spPr>
              <a:xfrm>
                <a:off x="9887682" y="5892064"/>
                <a:ext cx="6343" cy="6345"/>
              </a:xfrm>
              <a:custGeom>
                <a:avLst/>
                <a:gdLst>
                  <a:gd name="connsiteX0" fmla="*/ 3446 w 6343"/>
                  <a:gd name="connsiteY0" fmla="*/ 6536 h 6345"/>
                  <a:gd name="connsiteX1" fmla="*/ 5688 w 6343"/>
                  <a:gd name="connsiteY1" fmla="*/ 5606 h 6345"/>
                  <a:gd name="connsiteX2" fmla="*/ 6617 w 6343"/>
                  <a:gd name="connsiteY2" fmla="*/ 3363 h 6345"/>
                  <a:gd name="connsiteX3" fmla="*/ 5688 w 6343"/>
                  <a:gd name="connsiteY3" fmla="*/ 1119 h 6345"/>
                  <a:gd name="connsiteX4" fmla="*/ 3446 w 6343"/>
                  <a:gd name="connsiteY4" fmla="*/ 190 h 6345"/>
                  <a:gd name="connsiteX5" fmla="*/ 1203 w 6343"/>
                  <a:gd name="connsiteY5" fmla="*/ 1119 h 6345"/>
                  <a:gd name="connsiteX6" fmla="*/ 274 w 6343"/>
                  <a:gd name="connsiteY6" fmla="*/ 3363 h 6345"/>
                  <a:gd name="connsiteX7" fmla="*/ 1203 w 6343"/>
                  <a:gd name="connsiteY7" fmla="*/ 5606 h 6345"/>
                  <a:gd name="connsiteX8" fmla="*/ 3446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36"/>
                    </a:moveTo>
                    <a:cubicBezTo>
                      <a:pt x="4287" y="6536"/>
                      <a:pt x="5094" y="6201"/>
                      <a:pt x="5688" y="5606"/>
                    </a:cubicBezTo>
                    <a:cubicBezTo>
                      <a:pt x="6283" y="5011"/>
                      <a:pt x="6617" y="4204"/>
                      <a:pt x="6617" y="3363"/>
                    </a:cubicBezTo>
                    <a:cubicBezTo>
                      <a:pt x="6617" y="2521"/>
                      <a:pt x="6283" y="1714"/>
                      <a:pt x="5688" y="1119"/>
                    </a:cubicBezTo>
                    <a:cubicBezTo>
                      <a:pt x="5094" y="524"/>
                      <a:pt x="4287" y="190"/>
                      <a:pt x="3446" y="190"/>
                    </a:cubicBezTo>
                    <a:cubicBezTo>
                      <a:pt x="2605" y="190"/>
                      <a:pt x="1798" y="524"/>
                      <a:pt x="1203" y="1119"/>
                    </a:cubicBezTo>
                    <a:cubicBezTo>
                      <a:pt x="608" y="1714"/>
                      <a:pt x="274" y="2521"/>
                      <a:pt x="274" y="3363"/>
                    </a:cubicBezTo>
                    <a:cubicBezTo>
                      <a:pt x="274" y="4204"/>
                      <a:pt x="608" y="5011"/>
                      <a:pt x="1203" y="5606"/>
                    </a:cubicBezTo>
                    <a:cubicBezTo>
                      <a:pt x="1798" y="6201"/>
                      <a:pt x="2605" y="6536"/>
                      <a:pt x="3446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72" name="Freeform: Shape 12171">
                <a:extLst>
                  <a:ext uri="{FF2B5EF4-FFF2-40B4-BE49-F238E27FC236}">
                    <a16:creationId xmlns:a16="http://schemas.microsoft.com/office/drawing/2014/main" id="{D63E4D82-9893-B511-7D79-F677A01752B1}"/>
                  </a:ext>
                </a:extLst>
              </p:cNvPr>
              <p:cNvSpPr/>
              <p:nvPr/>
            </p:nvSpPr>
            <p:spPr>
              <a:xfrm>
                <a:off x="9882455" y="5892656"/>
                <a:ext cx="6343" cy="6345"/>
              </a:xfrm>
              <a:custGeom>
                <a:avLst/>
                <a:gdLst>
                  <a:gd name="connsiteX0" fmla="*/ 3445 w 6343"/>
                  <a:gd name="connsiteY0" fmla="*/ 6536 h 6345"/>
                  <a:gd name="connsiteX1" fmla="*/ 5688 w 6343"/>
                  <a:gd name="connsiteY1" fmla="*/ 5606 h 6345"/>
                  <a:gd name="connsiteX2" fmla="*/ 6617 w 6343"/>
                  <a:gd name="connsiteY2" fmla="*/ 3363 h 6345"/>
                  <a:gd name="connsiteX3" fmla="*/ 5688 w 6343"/>
                  <a:gd name="connsiteY3" fmla="*/ 1119 h 6345"/>
                  <a:gd name="connsiteX4" fmla="*/ 3445 w 6343"/>
                  <a:gd name="connsiteY4" fmla="*/ 190 h 6345"/>
                  <a:gd name="connsiteX5" fmla="*/ 1203 w 6343"/>
                  <a:gd name="connsiteY5" fmla="*/ 1119 h 6345"/>
                  <a:gd name="connsiteX6" fmla="*/ 274 w 6343"/>
                  <a:gd name="connsiteY6" fmla="*/ 3363 h 6345"/>
                  <a:gd name="connsiteX7" fmla="*/ 1203 w 6343"/>
                  <a:gd name="connsiteY7" fmla="*/ 5606 h 6345"/>
                  <a:gd name="connsiteX8" fmla="*/ 3445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36"/>
                    </a:moveTo>
                    <a:cubicBezTo>
                      <a:pt x="4286" y="6536"/>
                      <a:pt x="5093" y="6201"/>
                      <a:pt x="5688" y="5606"/>
                    </a:cubicBezTo>
                    <a:cubicBezTo>
                      <a:pt x="6283" y="5011"/>
                      <a:pt x="6617" y="4204"/>
                      <a:pt x="6617" y="3363"/>
                    </a:cubicBezTo>
                    <a:cubicBezTo>
                      <a:pt x="6617" y="2521"/>
                      <a:pt x="6283" y="1714"/>
                      <a:pt x="5688" y="1119"/>
                    </a:cubicBezTo>
                    <a:cubicBezTo>
                      <a:pt x="5093" y="524"/>
                      <a:pt x="4286" y="190"/>
                      <a:pt x="3445" y="190"/>
                    </a:cubicBezTo>
                    <a:cubicBezTo>
                      <a:pt x="2604" y="190"/>
                      <a:pt x="1797" y="524"/>
                      <a:pt x="1203" y="1119"/>
                    </a:cubicBezTo>
                    <a:cubicBezTo>
                      <a:pt x="608" y="1714"/>
                      <a:pt x="274" y="2521"/>
                      <a:pt x="274" y="3363"/>
                    </a:cubicBezTo>
                    <a:cubicBezTo>
                      <a:pt x="274" y="4204"/>
                      <a:pt x="608" y="5011"/>
                      <a:pt x="1203" y="5606"/>
                    </a:cubicBezTo>
                    <a:cubicBezTo>
                      <a:pt x="1797" y="6201"/>
                      <a:pt x="2604" y="6536"/>
                      <a:pt x="3445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73" name="Freeform: Shape 12172">
                <a:extLst>
                  <a:ext uri="{FF2B5EF4-FFF2-40B4-BE49-F238E27FC236}">
                    <a16:creationId xmlns:a16="http://schemas.microsoft.com/office/drawing/2014/main" id="{D8140CDC-1BA1-B153-D452-859F9EC094F9}"/>
                  </a:ext>
                </a:extLst>
              </p:cNvPr>
              <p:cNvSpPr/>
              <p:nvPr/>
            </p:nvSpPr>
            <p:spPr>
              <a:xfrm>
                <a:off x="9883130" y="5901363"/>
                <a:ext cx="6343" cy="6345"/>
              </a:xfrm>
              <a:custGeom>
                <a:avLst/>
                <a:gdLst>
                  <a:gd name="connsiteX0" fmla="*/ 3445 w 6343"/>
                  <a:gd name="connsiteY0" fmla="*/ 6536 h 6345"/>
                  <a:gd name="connsiteX1" fmla="*/ 5688 w 6343"/>
                  <a:gd name="connsiteY1" fmla="*/ 5607 h 6345"/>
                  <a:gd name="connsiteX2" fmla="*/ 6617 w 6343"/>
                  <a:gd name="connsiteY2" fmla="*/ 3364 h 6345"/>
                  <a:gd name="connsiteX3" fmla="*/ 5688 w 6343"/>
                  <a:gd name="connsiteY3" fmla="*/ 1120 h 6345"/>
                  <a:gd name="connsiteX4" fmla="*/ 3445 w 6343"/>
                  <a:gd name="connsiteY4" fmla="*/ 191 h 6345"/>
                  <a:gd name="connsiteX5" fmla="*/ 1203 w 6343"/>
                  <a:gd name="connsiteY5" fmla="*/ 1120 h 6345"/>
                  <a:gd name="connsiteX6" fmla="*/ 274 w 6343"/>
                  <a:gd name="connsiteY6" fmla="*/ 3364 h 6345"/>
                  <a:gd name="connsiteX7" fmla="*/ 1203 w 6343"/>
                  <a:gd name="connsiteY7" fmla="*/ 5607 h 6345"/>
                  <a:gd name="connsiteX8" fmla="*/ 3445 w 6343"/>
                  <a:gd name="connsiteY8" fmla="*/ 653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36"/>
                    </a:moveTo>
                    <a:cubicBezTo>
                      <a:pt x="4287" y="6536"/>
                      <a:pt x="5093" y="6202"/>
                      <a:pt x="5688" y="5607"/>
                    </a:cubicBezTo>
                    <a:cubicBezTo>
                      <a:pt x="6283" y="5012"/>
                      <a:pt x="6617" y="4205"/>
                      <a:pt x="6617" y="3364"/>
                    </a:cubicBezTo>
                    <a:cubicBezTo>
                      <a:pt x="6617" y="2522"/>
                      <a:pt x="6283" y="1715"/>
                      <a:pt x="5688" y="1120"/>
                    </a:cubicBezTo>
                    <a:cubicBezTo>
                      <a:pt x="5093" y="525"/>
                      <a:pt x="4287" y="191"/>
                      <a:pt x="3445" y="191"/>
                    </a:cubicBezTo>
                    <a:cubicBezTo>
                      <a:pt x="2604" y="191"/>
                      <a:pt x="1798" y="525"/>
                      <a:pt x="1203" y="1120"/>
                    </a:cubicBezTo>
                    <a:cubicBezTo>
                      <a:pt x="608" y="1715"/>
                      <a:pt x="274" y="2522"/>
                      <a:pt x="274" y="3364"/>
                    </a:cubicBezTo>
                    <a:cubicBezTo>
                      <a:pt x="274" y="4205"/>
                      <a:pt x="608" y="5012"/>
                      <a:pt x="1203" y="5607"/>
                    </a:cubicBezTo>
                    <a:cubicBezTo>
                      <a:pt x="1798" y="6202"/>
                      <a:pt x="2604" y="6536"/>
                      <a:pt x="3445" y="6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74" name="Freeform: Shape 12173">
                <a:extLst>
                  <a:ext uri="{FF2B5EF4-FFF2-40B4-BE49-F238E27FC236}">
                    <a16:creationId xmlns:a16="http://schemas.microsoft.com/office/drawing/2014/main" id="{C907C0F8-616C-BF6C-7D89-9CCE6B977B3A}"/>
                  </a:ext>
                </a:extLst>
              </p:cNvPr>
              <p:cNvSpPr/>
              <p:nvPr/>
            </p:nvSpPr>
            <p:spPr>
              <a:xfrm>
                <a:off x="9929611" y="5974478"/>
                <a:ext cx="6343" cy="6345"/>
              </a:xfrm>
              <a:custGeom>
                <a:avLst/>
                <a:gdLst>
                  <a:gd name="connsiteX0" fmla="*/ 3449 w 6343"/>
                  <a:gd name="connsiteY0" fmla="*/ 6542 h 6345"/>
                  <a:gd name="connsiteX1" fmla="*/ 5692 w 6343"/>
                  <a:gd name="connsiteY1" fmla="*/ 5613 h 6345"/>
                  <a:gd name="connsiteX2" fmla="*/ 6621 w 6343"/>
                  <a:gd name="connsiteY2" fmla="*/ 3369 h 6345"/>
                  <a:gd name="connsiteX3" fmla="*/ 5692 w 6343"/>
                  <a:gd name="connsiteY3" fmla="*/ 1126 h 6345"/>
                  <a:gd name="connsiteX4" fmla="*/ 3449 w 6343"/>
                  <a:gd name="connsiteY4" fmla="*/ 197 h 6345"/>
                  <a:gd name="connsiteX5" fmla="*/ 1206 w 6343"/>
                  <a:gd name="connsiteY5" fmla="*/ 1126 h 6345"/>
                  <a:gd name="connsiteX6" fmla="*/ 278 w 6343"/>
                  <a:gd name="connsiteY6" fmla="*/ 3369 h 6345"/>
                  <a:gd name="connsiteX7" fmla="*/ 1206 w 6343"/>
                  <a:gd name="connsiteY7" fmla="*/ 5613 h 6345"/>
                  <a:gd name="connsiteX8" fmla="*/ 3449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542"/>
                    </a:moveTo>
                    <a:cubicBezTo>
                      <a:pt x="4290" y="6542"/>
                      <a:pt x="5097" y="6208"/>
                      <a:pt x="5692" y="5613"/>
                    </a:cubicBezTo>
                    <a:cubicBezTo>
                      <a:pt x="6286" y="5018"/>
                      <a:pt x="6621" y="4211"/>
                      <a:pt x="6621" y="3369"/>
                    </a:cubicBezTo>
                    <a:cubicBezTo>
                      <a:pt x="6621" y="2528"/>
                      <a:pt x="6286" y="1721"/>
                      <a:pt x="5692" y="1126"/>
                    </a:cubicBezTo>
                    <a:cubicBezTo>
                      <a:pt x="5097" y="531"/>
                      <a:pt x="4290" y="197"/>
                      <a:pt x="3449" y="197"/>
                    </a:cubicBezTo>
                    <a:cubicBezTo>
                      <a:pt x="2608" y="197"/>
                      <a:pt x="1801" y="531"/>
                      <a:pt x="1206" y="1126"/>
                    </a:cubicBezTo>
                    <a:cubicBezTo>
                      <a:pt x="612" y="1721"/>
                      <a:pt x="278" y="2528"/>
                      <a:pt x="278" y="3369"/>
                    </a:cubicBezTo>
                    <a:cubicBezTo>
                      <a:pt x="278" y="4211"/>
                      <a:pt x="612" y="5018"/>
                      <a:pt x="1206" y="5613"/>
                    </a:cubicBezTo>
                    <a:cubicBezTo>
                      <a:pt x="1801" y="6208"/>
                      <a:pt x="2608" y="6542"/>
                      <a:pt x="3449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75" name="Freeform: Shape 12174">
                <a:extLst>
                  <a:ext uri="{FF2B5EF4-FFF2-40B4-BE49-F238E27FC236}">
                    <a16:creationId xmlns:a16="http://schemas.microsoft.com/office/drawing/2014/main" id="{66005A14-9036-1FA2-080D-9A3024F064B8}"/>
                  </a:ext>
                </a:extLst>
              </p:cNvPr>
              <p:cNvSpPr/>
              <p:nvPr/>
            </p:nvSpPr>
            <p:spPr>
              <a:xfrm>
                <a:off x="9904716" y="5974279"/>
                <a:ext cx="6343" cy="6345"/>
              </a:xfrm>
              <a:custGeom>
                <a:avLst/>
                <a:gdLst>
                  <a:gd name="connsiteX0" fmla="*/ 3447 w 6343"/>
                  <a:gd name="connsiteY0" fmla="*/ 6542 h 6345"/>
                  <a:gd name="connsiteX1" fmla="*/ 5690 w 6343"/>
                  <a:gd name="connsiteY1" fmla="*/ 5613 h 6345"/>
                  <a:gd name="connsiteX2" fmla="*/ 6619 w 6343"/>
                  <a:gd name="connsiteY2" fmla="*/ 3369 h 6345"/>
                  <a:gd name="connsiteX3" fmla="*/ 5690 w 6343"/>
                  <a:gd name="connsiteY3" fmla="*/ 1126 h 6345"/>
                  <a:gd name="connsiteX4" fmla="*/ 3447 w 6343"/>
                  <a:gd name="connsiteY4" fmla="*/ 197 h 6345"/>
                  <a:gd name="connsiteX5" fmla="*/ 1204 w 6343"/>
                  <a:gd name="connsiteY5" fmla="*/ 1126 h 6345"/>
                  <a:gd name="connsiteX6" fmla="*/ 276 w 6343"/>
                  <a:gd name="connsiteY6" fmla="*/ 3369 h 6345"/>
                  <a:gd name="connsiteX7" fmla="*/ 1204 w 6343"/>
                  <a:gd name="connsiteY7" fmla="*/ 5613 h 6345"/>
                  <a:gd name="connsiteX8" fmla="*/ 344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42"/>
                    </a:moveTo>
                    <a:cubicBezTo>
                      <a:pt x="4288" y="6542"/>
                      <a:pt x="5095" y="6208"/>
                      <a:pt x="5690" y="5613"/>
                    </a:cubicBezTo>
                    <a:cubicBezTo>
                      <a:pt x="6284" y="5018"/>
                      <a:pt x="6619" y="4211"/>
                      <a:pt x="6619" y="3369"/>
                    </a:cubicBezTo>
                    <a:cubicBezTo>
                      <a:pt x="6619" y="2528"/>
                      <a:pt x="6284" y="1721"/>
                      <a:pt x="5690" y="1126"/>
                    </a:cubicBezTo>
                    <a:cubicBezTo>
                      <a:pt x="5095" y="531"/>
                      <a:pt x="4288" y="197"/>
                      <a:pt x="3447" y="197"/>
                    </a:cubicBezTo>
                    <a:cubicBezTo>
                      <a:pt x="2606" y="197"/>
                      <a:pt x="1799" y="531"/>
                      <a:pt x="1204" y="1126"/>
                    </a:cubicBezTo>
                    <a:cubicBezTo>
                      <a:pt x="610" y="1721"/>
                      <a:pt x="276" y="2528"/>
                      <a:pt x="276" y="3369"/>
                    </a:cubicBezTo>
                    <a:cubicBezTo>
                      <a:pt x="276" y="4211"/>
                      <a:pt x="610" y="5018"/>
                      <a:pt x="1204" y="5613"/>
                    </a:cubicBezTo>
                    <a:cubicBezTo>
                      <a:pt x="1799" y="6208"/>
                      <a:pt x="2606" y="6542"/>
                      <a:pt x="344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76" name="Freeform: Shape 12175">
                <a:extLst>
                  <a:ext uri="{FF2B5EF4-FFF2-40B4-BE49-F238E27FC236}">
                    <a16:creationId xmlns:a16="http://schemas.microsoft.com/office/drawing/2014/main" id="{1A255863-43E0-AB4A-3A71-88C484A51395}"/>
                  </a:ext>
                </a:extLst>
              </p:cNvPr>
              <p:cNvSpPr/>
              <p:nvPr/>
            </p:nvSpPr>
            <p:spPr>
              <a:xfrm>
                <a:off x="9896926" y="5971686"/>
                <a:ext cx="6343" cy="6345"/>
              </a:xfrm>
              <a:custGeom>
                <a:avLst/>
                <a:gdLst>
                  <a:gd name="connsiteX0" fmla="*/ 3446 w 6343"/>
                  <a:gd name="connsiteY0" fmla="*/ 6542 h 6345"/>
                  <a:gd name="connsiteX1" fmla="*/ 5689 w 6343"/>
                  <a:gd name="connsiteY1" fmla="*/ 5613 h 6345"/>
                  <a:gd name="connsiteX2" fmla="*/ 6618 w 6343"/>
                  <a:gd name="connsiteY2" fmla="*/ 3369 h 6345"/>
                  <a:gd name="connsiteX3" fmla="*/ 5689 w 6343"/>
                  <a:gd name="connsiteY3" fmla="*/ 1126 h 6345"/>
                  <a:gd name="connsiteX4" fmla="*/ 3446 w 6343"/>
                  <a:gd name="connsiteY4" fmla="*/ 196 h 6345"/>
                  <a:gd name="connsiteX5" fmla="*/ 1204 w 6343"/>
                  <a:gd name="connsiteY5" fmla="*/ 1126 h 6345"/>
                  <a:gd name="connsiteX6" fmla="*/ 275 w 6343"/>
                  <a:gd name="connsiteY6" fmla="*/ 3369 h 6345"/>
                  <a:gd name="connsiteX7" fmla="*/ 1204 w 6343"/>
                  <a:gd name="connsiteY7" fmla="*/ 5613 h 6345"/>
                  <a:gd name="connsiteX8" fmla="*/ 344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42"/>
                    </a:moveTo>
                    <a:cubicBezTo>
                      <a:pt x="4288" y="6542"/>
                      <a:pt x="5094" y="6207"/>
                      <a:pt x="5689" y="5613"/>
                    </a:cubicBezTo>
                    <a:cubicBezTo>
                      <a:pt x="6284" y="5018"/>
                      <a:pt x="6618" y="4211"/>
                      <a:pt x="6618" y="3369"/>
                    </a:cubicBezTo>
                    <a:cubicBezTo>
                      <a:pt x="6618" y="2528"/>
                      <a:pt x="6284" y="1721"/>
                      <a:pt x="5689" y="1126"/>
                    </a:cubicBezTo>
                    <a:cubicBezTo>
                      <a:pt x="5094" y="531"/>
                      <a:pt x="4288" y="196"/>
                      <a:pt x="3446" y="196"/>
                    </a:cubicBezTo>
                    <a:cubicBezTo>
                      <a:pt x="2605" y="196"/>
                      <a:pt x="1799" y="531"/>
                      <a:pt x="1204" y="1126"/>
                    </a:cubicBezTo>
                    <a:cubicBezTo>
                      <a:pt x="609" y="1721"/>
                      <a:pt x="275" y="2528"/>
                      <a:pt x="275" y="3369"/>
                    </a:cubicBezTo>
                    <a:cubicBezTo>
                      <a:pt x="275" y="4211"/>
                      <a:pt x="609" y="5018"/>
                      <a:pt x="1204" y="5613"/>
                    </a:cubicBezTo>
                    <a:cubicBezTo>
                      <a:pt x="1799" y="6207"/>
                      <a:pt x="2605" y="6542"/>
                      <a:pt x="344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77" name="Freeform: Shape 12176">
                <a:extLst>
                  <a:ext uri="{FF2B5EF4-FFF2-40B4-BE49-F238E27FC236}">
                    <a16:creationId xmlns:a16="http://schemas.microsoft.com/office/drawing/2014/main" id="{62C70977-0750-340A-11FC-EA9394764F27}"/>
                  </a:ext>
                </a:extLst>
              </p:cNvPr>
              <p:cNvSpPr/>
              <p:nvPr/>
            </p:nvSpPr>
            <p:spPr>
              <a:xfrm>
                <a:off x="9877218" y="5950860"/>
                <a:ext cx="6343" cy="6345"/>
              </a:xfrm>
              <a:custGeom>
                <a:avLst/>
                <a:gdLst>
                  <a:gd name="connsiteX0" fmla="*/ 3445 w 6343"/>
                  <a:gd name="connsiteY0" fmla="*/ 6540 h 6345"/>
                  <a:gd name="connsiteX1" fmla="*/ 5688 w 6343"/>
                  <a:gd name="connsiteY1" fmla="*/ 5611 h 6345"/>
                  <a:gd name="connsiteX2" fmla="*/ 6616 w 6343"/>
                  <a:gd name="connsiteY2" fmla="*/ 3367 h 6345"/>
                  <a:gd name="connsiteX3" fmla="*/ 5688 w 6343"/>
                  <a:gd name="connsiteY3" fmla="*/ 1124 h 6345"/>
                  <a:gd name="connsiteX4" fmla="*/ 3445 w 6343"/>
                  <a:gd name="connsiteY4" fmla="*/ 195 h 6345"/>
                  <a:gd name="connsiteX5" fmla="*/ 1202 w 6343"/>
                  <a:gd name="connsiteY5" fmla="*/ 1124 h 6345"/>
                  <a:gd name="connsiteX6" fmla="*/ 273 w 6343"/>
                  <a:gd name="connsiteY6" fmla="*/ 3367 h 6345"/>
                  <a:gd name="connsiteX7" fmla="*/ 1202 w 6343"/>
                  <a:gd name="connsiteY7" fmla="*/ 5611 h 6345"/>
                  <a:gd name="connsiteX8" fmla="*/ 344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40"/>
                    </a:moveTo>
                    <a:cubicBezTo>
                      <a:pt x="4286" y="6540"/>
                      <a:pt x="5093" y="6206"/>
                      <a:pt x="5688" y="5611"/>
                    </a:cubicBezTo>
                    <a:cubicBezTo>
                      <a:pt x="6282" y="5016"/>
                      <a:pt x="6616" y="4209"/>
                      <a:pt x="6616" y="3367"/>
                    </a:cubicBezTo>
                    <a:cubicBezTo>
                      <a:pt x="6616" y="2526"/>
                      <a:pt x="6282" y="1719"/>
                      <a:pt x="5688" y="1124"/>
                    </a:cubicBezTo>
                    <a:cubicBezTo>
                      <a:pt x="5093" y="529"/>
                      <a:pt x="4286" y="195"/>
                      <a:pt x="3445" y="195"/>
                    </a:cubicBezTo>
                    <a:cubicBezTo>
                      <a:pt x="2604" y="195"/>
                      <a:pt x="1797" y="529"/>
                      <a:pt x="1202" y="1124"/>
                    </a:cubicBezTo>
                    <a:cubicBezTo>
                      <a:pt x="608" y="1719"/>
                      <a:pt x="273" y="2526"/>
                      <a:pt x="273" y="3367"/>
                    </a:cubicBezTo>
                    <a:cubicBezTo>
                      <a:pt x="273" y="4209"/>
                      <a:pt x="608" y="5016"/>
                      <a:pt x="1202" y="5611"/>
                    </a:cubicBezTo>
                    <a:cubicBezTo>
                      <a:pt x="1797" y="6206"/>
                      <a:pt x="2604" y="6540"/>
                      <a:pt x="344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78" name="Freeform: Shape 12177">
                <a:extLst>
                  <a:ext uri="{FF2B5EF4-FFF2-40B4-BE49-F238E27FC236}">
                    <a16:creationId xmlns:a16="http://schemas.microsoft.com/office/drawing/2014/main" id="{535F3F37-992F-C938-ACB5-230D1F01BC56}"/>
                  </a:ext>
                </a:extLst>
              </p:cNvPr>
              <p:cNvSpPr/>
              <p:nvPr/>
            </p:nvSpPr>
            <p:spPr>
              <a:xfrm>
                <a:off x="9872023" y="5951723"/>
                <a:ext cx="6343" cy="6345"/>
              </a:xfrm>
              <a:custGeom>
                <a:avLst/>
                <a:gdLst>
                  <a:gd name="connsiteX0" fmla="*/ 3445 w 6343"/>
                  <a:gd name="connsiteY0" fmla="*/ 6540 h 6345"/>
                  <a:gd name="connsiteX1" fmla="*/ 5687 w 6343"/>
                  <a:gd name="connsiteY1" fmla="*/ 5611 h 6345"/>
                  <a:gd name="connsiteX2" fmla="*/ 6616 w 6343"/>
                  <a:gd name="connsiteY2" fmla="*/ 3368 h 6345"/>
                  <a:gd name="connsiteX3" fmla="*/ 5687 w 6343"/>
                  <a:gd name="connsiteY3" fmla="*/ 1124 h 6345"/>
                  <a:gd name="connsiteX4" fmla="*/ 3445 w 6343"/>
                  <a:gd name="connsiteY4" fmla="*/ 195 h 6345"/>
                  <a:gd name="connsiteX5" fmla="*/ 1202 w 6343"/>
                  <a:gd name="connsiteY5" fmla="*/ 1124 h 6345"/>
                  <a:gd name="connsiteX6" fmla="*/ 273 w 6343"/>
                  <a:gd name="connsiteY6" fmla="*/ 3368 h 6345"/>
                  <a:gd name="connsiteX7" fmla="*/ 1202 w 6343"/>
                  <a:gd name="connsiteY7" fmla="*/ 5611 h 6345"/>
                  <a:gd name="connsiteX8" fmla="*/ 3445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40"/>
                    </a:moveTo>
                    <a:cubicBezTo>
                      <a:pt x="4286" y="6540"/>
                      <a:pt x="5092" y="6206"/>
                      <a:pt x="5687" y="5611"/>
                    </a:cubicBezTo>
                    <a:cubicBezTo>
                      <a:pt x="6282" y="5016"/>
                      <a:pt x="6616" y="4209"/>
                      <a:pt x="6616" y="3368"/>
                    </a:cubicBezTo>
                    <a:cubicBezTo>
                      <a:pt x="6616" y="2526"/>
                      <a:pt x="6282" y="1719"/>
                      <a:pt x="5687" y="1124"/>
                    </a:cubicBezTo>
                    <a:cubicBezTo>
                      <a:pt x="5092" y="529"/>
                      <a:pt x="4286" y="195"/>
                      <a:pt x="3445" y="195"/>
                    </a:cubicBezTo>
                    <a:cubicBezTo>
                      <a:pt x="2603" y="195"/>
                      <a:pt x="1797" y="529"/>
                      <a:pt x="1202" y="1124"/>
                    </a:cubicBezTo>
                    <a:cubicBezTo>
                      <a:pt x="607" y="1719"/>
                      <a:pt x="273" y="2526"/>
                      <a:pt x="273" y="3368"/>
                    </a:cubicBezTo>
                    <a:cubicBezTo>
                      <a:pt x="273" y="4209"/>
                      <a:pt x="607" y="5016"/>
                      <a:pt x="1202" y="5611"/>
                    </a:cubicBezTo>
                    <a:cubicBezTo>
                      <a:pt x="1797" y="6206"/>
                      <a:pt x="2603" y="6540"/>
                      <a:pt x="3445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79" name="Freeform: Shape 12178">
                <a:extLst>
                  <a:ext uri="{FF2B5EF4-FFF2-40B4-BE49-F238E27FC236}">
                    <a16:creationId xmlns:a16="http://schemas.microsoft.com/office/drawing/2014/main" id="{F669C474-8C62-3DD1-6C8A-05747A9DD214}"/>
                  </a:ext>
                </a:extLst>
              </p:cNvPr>
              <p:cNvSpPr/>
              <p:nvPr/>
            </p:nvSpPr>
            <p:spPr>
              <a:xfrm>
                <a:off x="9865112" y="5949863"/>
                <a:ext cx="6343" cy="6345"/>
              </a:xfrm>
              <a:custGeom>
                <a:avLst/>
                <a:gdLst>
                  <a:gd name="connsiteX0" fmla="*/ 3444 w 6343"/>
                  <a:gd name="connsiteY0" fmla="*/ 6540 h 6345"/>
                  <a:gd name="connsiteX1" fmla="*/ 5687 w 6343"/>
                  <a:gd name="connsiteY1" fmla="*/ 5611 h 6345"/>
                  <a:gd name="connsiteX2" fmla="*/ 6616 w 6343"/>
                  <a:gd name="connsiteY2" fmla="*/ 3367 h 6345"/>
                  <a:gd name="connsiteX3" fmla="*/ 5687 w 6343"/>
                  <a:gd name="connsiteY3" fmla="*/ 1124 h 6345"/>
                  <a:gd name="connsiteX4" fmla="*/ 3444 w 6343"/>
                  <a:gd name="connsiteY4" fmla="*/ 195 h 6345"/>
                  <a:gd name="connsiteX5" fmla="*/ 1201 w 6343"/>
                  <a:gd name="connsiteY5" fmla="*/ 1124 h 6345"/>
                  <a:gd name="connsiteX6" fmla="*/ 272 w 6343"/>
                  <a:gd name="connsiteY6" fmla="*/ 3367 h 6345"/>
                  <a:gd name="connsiteX7" fmla="*/ 1201 w 6343"/>
                  <a:gd name="connsiteY7" fmla="*/ 5611 h 6345"/>
                  <a:gd name="connsiteX8" fmla="*/ 344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40"/>
                    </a:moveTo>
                    <a:cubicBezTo>
                      <a:pt x="4285" y="6540"/>
                      <a:pt x="5092" y="6206"/>
                      <a:pt x="5687" y="5611"/>
                    </a:cubicBezTo>
                    <a:cubicBezTo>
                      <a:pt x="6281" y="5016"/>
                      <a:pt x="6616" y="4209"/>
                      <a:pt x="6616" y="3367"/>
                    </a:cubicBezTo>
                    <a:cubicBezTo>
                      <a:pt x="6616" y="2526"/>
                      <a:pt x="6281" y="1719"/>
                      <a:pt x="5687" y="1124"/>
                    </a:cubicBezTo>
                    <a:cubicBezTo>
                      <a:pt x="5092" y="529"/>
                      <a:pt x="4285" y="195"/>
                      <a:pt x="3444" y="195"/>
                    </a:cubicBezTo>
                    <a:cubicBezTo>
                      <a:pt x="2603" y="195"/>
                      <a:pt x="1796" y="529"/>
                      <a:pt x="1201" y="1124"/>
                    </a:cubicBezTo>
                    <a:cubicBezTo>
                      <a:pt x="607" y="1719"/>
                      <a:pt x="272" y="2526"/>
                      <a:pt x="272" y="3367"/>
                    </a:cubicBezTo>
                    <a:cubicBezTo>
                      <a:pt x="272" y="4209"/>
                      <a:pt x="607" y="5016"/>
                      <a:pt x="1201" y="5611"/>
                    </a:cubicBezTo>
                    <a:cubicBezTo>
                      <a:pt x="1796" y="6206"/>
                      <a:pt x="2603" y="6540"/>
                      <a:pt x="344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80" name="Freeform: Shape 12179">
                <a:extLst>
                  <a:ext uri="{FF2B5EF4-FFF2-40B4-BE49-F238E27FC236}">
                    <a16:creationId xmlns:a16="http://schemas.microsoft.com/office/drawing/2014/main" id="{182BD0E0-6A9D-8EA4-8ADE-86CFF127644F}"/>
                  </a:ext>
                </a:extLst>
              </p:cNvPr>
              <p:cNvSpPr/>
              <p:nvPr/>
            </p:nvSpPr>
            <p:spPr>
              <a:xfrm>
                <a:off x="9861182" y="5952592"/>
                <a:ext cx="6343" cy="6345"/>
              </a:xfrm>
              <a:custGeom>
                <a:avLst/>
                <a:gdLst>
                  <a:gd name="connsiteX0" fmla="*/ 3444 w 6343"/>
                  <a:gd name="connsiteY0" fmla="*/ 6540 h 6345"/>
                  <a:gd name="connsiteX1" fmla="*/ 5686 w 6343"/>
                  <a:gd name="connsiteY1" fmla="*/ 5611 h 6345"/>
                  <a:gd name="connsiteX2" fmla="*/ 6615 w 6343"/>
                  <a:gd name="connsiteY2" fmla="*/ 3368 h 6345"/>
                  <a:gd name="connsiteX3" fmla="*/ 5686 w 6343"/>
                  <a:gd name="connsiteY3" fmla="*/ 1124 h 6345"/>
                  <a:gd name="connsiteX4" fmla="*/ 3444 w 6343"/>
                  <a:gd name="connsiteY4" fmla="*/ 195 h 6345"/>
                  <a:gd name="connsiteX5" fmla="*/ 1201 w 6343"/>
                  <a:gd name="connsiteY5" fmla="*/ 1124 h 6345"/>
                  <a:gd name="connsiteX6" fmla="*/ 272 w 6343"/>
                  <a:gd name="connsiteY6" fmla="*/ 3368 h 6345"/>
                  <a:gd name="connsiteX7" fmla="*/ 1201 w 6343"/>
                  <a:gd name="connsiteY7" fmla="*/ 5611 h 6345"/>
                  <a:gd name="connsiteX8" fmla="*/ 3444 w 6343"/>
                  <a:gd name="connsiteY8" fmla="*/ 654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40"/>
                    </a:moveTo>
                    <a:cubicBezTo>
                      <a:pt x="4285" y="6540"/>
                      <a:pt x="5092" y="6206"/>
                      <a:pt x="5686" y="5611"/>
                    </a:cubicBezTo>
                    <a:cubicBezTo>
                      <a:pt x="6281" y="5016"/>
                      <a:pt x="6615" y="4209"/>
                      <a:pt x="6615" y="3368"/>
                    </a:cubicBezTo>
                    <a:cubicBezTo>
                      <a:pt x="6615" y="2526"/>
                      <a:pt x="6281" y="1719"/>
                      <a:pt x="5686" y="1124"/>
                    </a:cubicBezTo>
                    <a:cubicBezTo>
                      <a:pt x="5092" y="529"/>
                      <a:pt x="4285" y="195"/>
                      <a:pt x="3444" y="195"/>
                    </a:cubicBezTo>
                    <a:cubicBezTo>
                      <a:pt x="2603" y="195"/>
                      <a:pt x="1796" y="529"/>
                      <a:pt x="1201" y="1124"/>
                    </a:cubicBezTo>
                    <a:cubicBezTo>
                      <a:pt x="606" y="1719"/>
                      <a:pt x="272" y="2526"/>
                      <a:pt x="272" y="3368"/>
                    </a:cubicBezTo>
                    <a:cubicBezTo>
                      <a:pt x="272" y="4209"/>
                      <a:pt x="606" y="5016"/>
                      <a:pt x="1201" y="5611"/>
                    </a:cubicBezTo>
                    <a:cubicBezTo>
                      <a:pt x="1796" y="6206"/>
                      <a:pt x="2603" y="6540"/>
                      <a:pt x="3444" y="6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81" name="Freeform: Shape 12180">
                <a:extLst>
                  <a:ext uri="{FF2B5EF4-FFF2-40B4-BE49-F238E27FC236}">
                    <a16:creationId xmlns:a16="http://schemas.microsoft.com/office/drawing/2014/main" id="{EAA5C287-E837-78B4-DC8E-C060A96ACB06}"/>
                  </a:ext>
                </a:extLst>
              </p:cNvPr>
              <p:cNvSpPr/>
              <p:nvPr/>
            </p:nvSpPr>
            <p:spPr>
              <a:xfrm>
                <a:off x="9887905" y="6014235"/>
                <a:ext cx="6343" cy="6345"/>
              </a:xfrm>
              <a:custGeom>
                <a:avLst/>
                <a:gdLst>
                  <a:gd name="connsiteX0" fmla="*/ 3446 w 6343"/>
                  <a:gd name="connsiteY0" fmla="*/ 6545 h 6345"/>
                  <a:gd name="connsiteX1" fmla="*/ 5688 w 6343"/>
                  <a:gd name="connsiteY1" fmla="*/ 5616 h 6345"/>
                  <a:gd name="connsiteX2" fmla="*/ 6617 w 6343"/>
                  <a:gd name="connsiteY2" fmla="*/ 3372 h 6345"/>
                  <a:gd name="connsiteX3" fmla="*/ 5688 w 6343"/>
                  <a:gd name="connsiteY3" fmla="*/ 1129 h 6345"/>
                  <a:gd name="connsiteX4" fmla="*/ 3446 w 6343"/>
                  <a:gd name="connsiteY4" fmla="*/ 200 h 6345"/>
                  <a:gd name="connsiteX5" fmla="*/ 1203 w 6343"/>
                  <a:gd name="connsiteY5" fmla="*/ 1129 h 6345"/>
                  <a:gd name="connsiteX6" fmla="*/ 274 w 6343"/>
                  <a:gd name="connsiteY6" fmla="*/ 3372 h 6345"/>
                  <a:gd name="connsiteX7" fmla="*/ 1203 w 6343"/>
                  <a:gd name="connsiteY7" fmla="*/ 5616 h 6345"/>
                  <a:gd name="connsiteX8" fmla="*/ 3446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45"/>
                    </a:moveTo>
                    <a:cubicBezTo>
                      <a:pt x="4287" y="6545"/>
                      <a:pt x="5094" y="6211"/>
                      <a:pt x="5688" y="5616"/>
                    </a:cubicBezTo>
                    <a:cubicBezTo>
                      <a:pt x="6283" y="5021"/>
                      <a:pt x="6617" y="4214"/>
                      <a:pt x="6617" y="3372"/>
                    </a:cubicBezTo>
                    <a:cubicBezTo>
                      <a:pt x="6617" y="2531"/>
                      <a:pt x="6283" y="1724"/>
                      <a:pt x="5688" y="1129"/>
                    </a:cubicBezTo>
                    <a:cubicBezTo>
                      <a:pt x="5094" y="534"/>
                      <a:pt x="4287" y="200"/>
                      <a:pt x="3446" y="200"/>
                    </a:cubicBezTo>
                    <a:cubicBezTo>
                      <a:pt x="2605" y="200"/>
                      <a:pt x="1798" y="534"/>
                      <a:pt x="1203" y="1129"/>
                    </a:cubicBezTo>
                    <a:cubicBezTo>
                      <a:pt x="608" y="1724"/>
                      <a:pt x="274" y="2531"/>
                      <a:pt x="274" y="3372"/>
                    </a:cubicBezTo>
                    <a:cubicBezTo>
                      <a:pt x="274" y="4214"/>
                      <a:pt x="608" y="5021"/>
                      <a:pt x="1203" y="5616"/>
                    </a:cubicBezTo>
                    <a:cubicBezTo>
                      <a:pt x="1798" y="6211"/>
                      <a:pt x="2605" y="6545"/>
                      <a:pt x="3446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82" name="Freeform: Shape 12181">
                <a:extLst>
                  <a:ext uri="{FF2B5EF4-FFF2-40B4-BE49-F238E27FC236}">
                    <a16:creationId xmlns:a16="http://schemas.microsoft.com/office/drawing/2014/main" id="{BF0D8B2F-F544-5698-70E8-4B45B2CF1BF9}"/>
                  </a:ext>
                </a:extLst>
              </p:cNvPr>
              <p:cNvSpPr/>
              <p:nvPr/>
            </p:nvSpPr>
            <p:spPr>
              <a:xfrm>
                <a:off x="9886593" y="6022073"/>
                <a:ext cx="6343" cy="6345"/>
              </a:xfrm>
              <a:custGeom>
                <a:avLst/>
                <a:gdLst>
                  <a:gd name="connsiteX0" fmla="*/ 3446 w 6343"/>
                  <a:gd name="connsiteY0" fmla="*/ 6546 h 6345"/>
                  <a:gd name="connsiteX1" fmla="*/ 5688 w 6343"/>
                  <a:gd name="connsiteY1" fmla="*/ 5617 h 6345"/>
                  <a:gd name="connsiteX2" fmla="*/ 6617 w 6343"/>
                  <a:gd name="connsiteY2" fmla="*/ 3373 h 6345"/>
                  <a:gd name="connsiteX3" fmla="*/ 5688 w 6343"/>
                  <a:gd name="connsiteY3" fmla="*/ 1130 h 6345"/>
                  <a:gd name="connsiteX4" fmla="*/ 3446 w 6343"/>
                  <a:gd name="connsiteY4" fmla="*/ 200 h 6345"/>
                  <a:gd name="connsiteX5" fmla="*/ 1203 w 6343"/>
                  <a:gd name="connsiteY5" fmla="*/ 1130 h 6345"/>
                  <a:gd name="connsiteX6" fmla="*/ 274 w 6343"/>
                  <a:gd name="connsiteY6" fmla="*/ 3373 h 6345"/>
                  <a:gd name="connsiteX7" fmla="*/ 1203 w 6343"/>
                  <a:gd name="connsiteY7" fmla="*/ 5617 h 6345"/>
                  <a:gd name="connsiteX8" fmla="*/ 3446 w 6343"/>
                  <a:gd name="connsiteY8" fmla="*/ 65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46"/>
                    </a:moveTo>
                    <a:cubicBezTo>
                      <a:pt x="4287" y="6546"/>
                      <a:pt x="5094" y="6211"/>
                      <a:pt x="5688" y="5617"/>
                    </a:cubicBezTo>
                    <a:cubicBezTo>
                      <a:pt x="6283" y="5022"/>
                      <a:pt x="6617" y="4214"/>
                      <a:pt x="6617" y="3373"/>
                    </a:cubicBezTo>
                    <a:cubicBezTo>
                      <a:pt x="6617" y="2532"/>
                      <a:pt x="6283" y="1725"/>
                      <a:pt x="5688" y="1130"/>
                    </a:cubicBezTo>
                    <a:cubicBezTo>
                      <a:pt x="5094" y="535"/>
                      <a:pt x="4287" y="200"/>
                      <a:pt x="3446" y="200"/>
                    </a:cubicBezTo>
                    <a:cubicBezTo>
                      <a:pt x="2605" y="200"/>
                      <a:pt x="1798" y="535"/>
                      <a:pt x="1203" y="1130"/>
                    </a:cubicBezTo>
                    <a:cubicBezTo>
                      <a:pt x="608" y="1725"/>
                      <a:pt x="274" y="2532"/>
                      <a:pt x="274" y="3373"/>
                    </a:cubicBezTo>
                    <a:cubicBezTo>
                      <a:pt x="274" y="4214"/>
                      <a:pt x="608" y="5022"/>
                      <a:pt x="1203" y="5617"/>
                    </a:cubicBezTo>
                    <a:cubicBezTo>
                      <a:pt x="1798" y="6211"/>
                      <a:pt x="2605" y="6546"/>
                      <a:pt x="3446" y="65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83" name="Freeform: Shape 12182">
                <a:extLst>
                  <a:ext uri="{FF2B5EF4-FFF2-40B4-BE49-F238E27FC236}">
                    <a16:creationId xmlns:a16="http://schemas.microsoft.com/office/drawing/2014/main" id="{AC44D90A-B317-95F4-972D-91B1A0AEC807}"/>
                  </a:ext>
                </a:extLst>
              </p:cNvPr>
              <p:cNvSpPr/>
              <p:nvPr/>
            </p:nvSpPr>
            <p:spPr>
              <a:xfrm>
                <a:off x="9884849" y="6029331"/>
                <a:ext cx="6343" cy="6345"/>
              </a:xfrm>
              <a:custGeom>
                <a:avLst/>
                <a:gdLst>
                  <a:gd name="connsiteX0" fmla="*/ 3446 w 6343"/>
                  <a:gd name="connsiteY0" fmla="*/ 6546 h 6345"/>
                  <a:gd name="connsiteX1" fmla="*/ 5688 w 6343"/>
                  <a:gd name="connsiteY1" fmla="*/ 5617 h 6345"/>
                  <a:gd name="connsiteX2" fmla="*/ 6617 w 6343"/>
                  <a:gd name="connsiteY2" fmla="*/ 3374 h 6345"/>
                  <a:gd name="connsiteX3" fmla="*/ 5688 w 6343"/>
                  <a:gd name="connsiteY3" fmla="*/ 1130 h 6345"/>
                  <a:gd name="connsiteX4" fmla="*/ 3446 w 6343"/>
                  <a:gd name="connsiteY4" fmla="*/ 201 h 6345"/>
                  <a:gd name="connsiteX5" fmla="*/ 1203 w 6343"/>
                  <a:gd name="connsiteY5" fmla="*/ 1130 h 6345"/>
                  <a:gd name="connsiteX6" fmla="*/ 274 w 6343"/>
                  <a:gd name="connsiteY6" fmla="*/ 3374 h 6345"/>
                  <a:gd name="connsiteX7" fmla="*/ 1203 w 6343"/>
                  <a:gd name="connsiteY7" fmla="*/ 5617 h 6345"/>
                  <a:gd name="connsiteX8" fmla="*/ 3446 w 6343"/>
                  <a:gd name="connsiteY8" fmla="*/ 654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46"/>
                    </a:moveTo>
                    <a:cubicBezTo>
                      <a:pt x="4287" y="6546"/>
                      <a:pt x="5093" y="6212"/>
                      <a:pt x="5688" y="5617"/>
                    </a:cubicBezTo>
                    <a:cubicBezTo>
                      <a:pt x="6283" y="5022"/>
                      <a:pt x="6617" y="4215"/>
                      <a:pt x="6617" y="3374"/>
                    </a:cubicBezTo>
                    <a:cubicBezTo>
                      <a:pt x="6617" y="2532"/>
                      <a:pt x="6283" y="1725"/>
                      <a:pt x="5688" y="1130"/>
                    </a:cubicBezTo>
                    <a:cubicBezTo>
                      <a:pt x="5093" y="535"/>
                      <a:pt x="4287" y="201"/>
                      <a:pt x="3446" y="201"/>
                    </a:cubicBezTo>
                    <a:cubicBezTo>
                      <a:pt x="2604" y="201"/>
                      <a:pt x="1798" y="535"/>
                      <a:pt x="1203" y="1130"/>
                    </a:cubicBezTo>
                    <a:cubicBezTo>
                      <a:pt x="608" y="1725"/>
                      <a:pt x="274" y="2532"/>
                      <a:pt x="274" y="3374"/>
                    </a:cubicBezTo>
                    <a:cubicBezTo>
                      <a:pt x="274" y="4215"/>
                      <a:pt x="608" y="5022"/>
                      <a:pt x="1203" y="5617"/>
                    </a:cubicBezTo>
                    <a:cubicBezTo>
                      <a:pt x="1798" y="6212"/>
                      <a:pt x="2604" y="6546"/>
                      <a:pt x="3446" y="65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84" name="Freeform: Shape 12183">
                <a:extLst>
                  <a:ext uri="{FF2B5EF4-FFF2-40B4-BE49-F238E27FC236}">
                    <a16:creationId xmlns:a16="http://schemas.microsoft.com/office/drawing/2014/main" id="{910263CC-1CAF-D574-570C-DCD887B30722}"/>
                  </a:ext>
                </a:extLst>
              </p:cNvPr>
              <p:cNvSpPr/>
              <p:nvPr/>
            </p:nvSpPr>
            <p:spPr>
              <a:xfrm>
                <a:off x="9587914" y="5543846"/>
                <a:ext cx="6343" cy="6345"/>
              </a:xfrm>
              <a:custGeom>
                <a:avLst/>
                <a:gdLst>
                  <a:gd name="connsiteX0" fmla="*/ 3422 w 6343"/>
                  <a:gd name="connsiteY0" fmla="*/ 6508 h 6345"/>
                  <a:gd name="connsiteX1" fmla="*/ 5665 w 6343"/>
                  <a:gd name="connsiteY1" fmla="*/ 5579 h 6345"/>
                  <a:gd name="connsiteX2" fmla="*/ 6594 w 6343"/>
                  <a:gd name="connsiteY2" fmla="*/ 3335 h 6345"/>
                  <a:gd name="connsiteX3" fmla="*/ 5665 w 6343"/>
                  <a:gd name="connsiteY3" fmla="*/ 1092 h 6345"/>
                  <a:gd name="connsiteX4" fmla="*/ 3422 w 6343"/>
                  <a:gd name="connsiteY4" fmla="*/ 163 h 6345"/>
                  <a:gd name="connsiteX5" fmla="*/ 1180 w 6343"/>
                  <a:gd name="connsiteY5" fmla="*/ 1092 h 6345"/>
                  <a:gd name="connsiteX6" fmla="*/ 251 w 6343"/>
                  <a:gd name="connsiteY6" fmla="*/ 3335 h 6345"/>
                  <a:gd name="connsiteX7" fmla="*/ 1180 w 6343"/>
                  <a:gd name="connsiteY7" fmla="*/ 5579 h 6345"/>
                  <a:gd name="connsiteX8" fmla="*/ 342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8"/>
                    </a:moveTo>
                    <a:cubicBezTo>
                      <a:pt x="4263" y="6508"/>
                      <a:pt x="5070" y="6174"/>
                      <a:pt x="5665" y="5579"/>
                    </a:cubicBezTo>
                    <a:cubicBezTo>
                      <a:pt x="6260" y="4984"/>
                      <a:pt x="6594" y="4177"/>
                      <a:pt x="6594" y="3335"/>
                    </a:cubicBezTo>
                    <a:cubicBezTo>
                      <a:pt x="6594" y="2494"/>
                      <a:pt x="6260" y="1687"/>
                      <a:pt x="5665" y="1092"/>
                    </a:cubicBezTo>
                    <a:cubicBezTo>
                      <a:pt x="5070" y="497"/>
                      <a:pt x="4263" y="163"/>
                      <a:pt x="3422" y="163"/>
                    </a:cubicBezTo>
                    <a:cubicBezTo>
                      <a:pt x="2581" y="163"/>
                      <a:pt x="1774" y="497"/>
                      <a:pt x="1180" y="1092"/>
                    </a:cubicBezTo>
                    <a:cubicBezTo>
                      <a:pt x="585" y="1687"/>
                      <a:pt x="251" y="2494"/>
                      <a:pt x="251" y="3335"/>
                    </a:cubicBezTo>
                    <a:cubicBezTo>
                      <a:pt x="251" y="4177"/>
                      <a:pt x="585" y="4984"/>
                      <a:pt x="1180" y="5579"/>
                    </a:cubicBezTo>
                    <a:cubicBezTo>
                      <a:pt x="1774" y="6174"/>
                      <a:pt x="2581" y="6508"/>
                      <a:pt x="342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85" name="Freeform: Shape 12184">
                <a:extLst>
                  <a:ext uri="{FF2B5EF4-FFF2-40B4-BE49-F238E27FC236}">
                    <a16:creationId xmlns:a16="http://schemas.microsoft.com/office/drawing/2014/main" id="{913517E5-344C-4F42-ACEA-315CEDFACCA7}"/>
                  </a:ext>
                </a:extLst>
              </p:cNvPr>
              <p:cNvSpPr/>
              <p:nvPr/>
            </p:nvSpPr>
            <p:spPr>
              <a:xfrm>
                <a:off x="9586317" y="5544613"/>
                <a:ext cx="6343" cy="6345"/>
              </a:xfrm>
              <a:custGeom>
                <a:avLst/>
                <a:gdLst>
                  <a:gd name="connsiteX0" fmla="*/ 3422 w 6343"/>
                  <a:gd name="connsiteY0" fmla="*/ 6508 h 6345"/>
                  <a:gd name="connsiteX1" fmla="*/ 5665 w 6343"/>
                  <a:gd name="connsiteY1" fmla="*/ 5579 h 6345"/>
                  <a:gd name="connsiteX2" fmla="*/ 6594 w 6343"/>
                  <a:gd name="connsiteY2" fmla="*/ 3335 h 6345"/>
                  <a:gd name="connsiteX3" fmla="*/ 5665 w 6343"/>
                  <a:gd name="connsiteY3" fmla="*/ 1092 h 6345"/>
                  <a:gd name="connsiteX4" fmla="*/ 3422 w 6343"/>
                  <a:gd name="connsiteY4" fmla="*/ 163 h 6345"/>
                  <a:gd name="connsiteX5" fmla="*/ 1179 w 6343"/>
                  <a:gd name="connsiteY5" fmla="*/ 1092 h 6345"/>
                  <a:gd name="connsiteX6" fmla="*/ 250 w 6343"/>
                  <a:gd name="connsiteY6" fmla="*/ 3335 h 6345"/>
                  <a:gd name="connsiteX7" fmla="*/ 1179 w 6343"/>
                  <a:gd name="connsiteY7" fmla="*/ 5579 h 6345"/>
                  <a:gd name="connsiteX8" fmla="*/ 342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8"/>
                    </a:moveTo>
                    <a:cubicBezTo>
                      <a:pt x="4263" y="6508"/>
                      <a:pt x="5070" y="6174"/>
                      <a:pt x="5665" y="5579"/>
                    </a:cubicBezTo>
                    <a:cubicBezTo>
                      <a:pt x="6259" y="4984"/>
                      <a:pt x="6594" y="4177"/>
                      <a:pt x="6594" y="3335"/>
                    </a:cubicBezTo>
                    <a:cubicBezTo>
                      <a:pt x="6594" y="2494"/>
                      <a:pt x="6259" y="1687"/>
                      <a:pt x="5665" y="1092"/>
                    </a:cubicBezTo>
                    <a:cubicBezTo>
                      <a:pt x="5070" y="497"/>
                      <a:pt x="4263" y="163"/>
                      <a:pt x="3422" y="163"/>
                    </a:cubicBezTo>
                    <a:cubicBezTo>
                      <a:pt x="2581" y="163"/>
                      <a:pt x="1774" y="497"/>
                      <a:pt x="1179" y="1092"/>
                    </a:cubicBezTo>
                    <a:cubicBezTo>
                      <a:pt x="585" y="1687"/>
                      <a:pt x="250" y="2494"/>
                      <a:pt x="250" y="3335"/>
                    </a:cubicBezTo>
                    <a:cubicBezTo>
                      <a:pt x="250" y="4177"/>
                      <a:pt x="585" y="4984"/>
                      <a:pt x="1179" y="5579"/>
                    </a:cubicBezTo>
                    <a:cubicBezTo>
                      <a:pt x="1774" y="6174"/>
                      <a:pt x="2581" y="6508"/>
                      <a:pt x="342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86" name="Freeform: Shape 12185">
                <a:extLst>
                  <a:ext uri="{FF2B5EF4-FFF2-40B4-BE49-F238E27FC236}">
                    <a16:creationId xmlns:a16="http://schemas.microsoft.com/office/drawing/2014/main" id="{C0099C94-3F84-599D-B569-1A7B2A609311}"/>
                  </a:ext>
                </a:extLst>
              </p:cNvPr>
              <p:cNvSpPr/>
              <p:nvPr/>
            </p:nvSpPr>
            <p:spPr>
              <a:xfrm>
                <a:off x="9584960" y="5545807"/>
                <a:ext cx="6343" cy="6345"/>
              </a:xfrm>
              <a:custGeom>
                <a:avLst/>
                <a:gdLst>
                  <a:gd name="connsiteX0" fmla="*/ 3422 w 6343"/>
                  <a:gd name="connsiteY0" fmla="*/ 6508 h 6345"/>
                  <a:gd name="connsiteX1" fmla="*/ 5665 w 6343"/>
                  <a:gd name="connsiteY1" fmla="*/ 5579 h 6345"/>
                  <a:gd name="connsiteX2" fmla="*/ 6593 w 6343"/>
                  <a:gd name="connsiteY2" fmla="*/ 3336 h 6345"/>
                  <a:gd name="connsiteX3" fmla="*/ 5665 w 6343"/>
                  <a:gd name="connsiteY3" fmla="*/ 1092 h 6345"/>
                  <a:gd name="connsiteX4" fmla="*/ 3422 w 6343"/>
                  <a:gd name="connsiteY4" fmla="*/ 163 h 6345"/>
                  <a:gd name="connsiteX5" fmla="*/ 1179 w 6343"/>
                  <a:gd name="connsiteY5" fmla="*/ 1092 h 6345"/>
                  <a:gd name="connsiteX6" fmla="*/ 250 w 6343"/>
                  <a:gd name="connsiteY6" fmla="*/ 3336 h 6345"/>
                  <a:gd name="connsiteX7" fmla="*/ 1179 w 6343"/>
                  <a:gd name="connsiteY7" fmla="*/ 5579 h 6345"/>
                  <a:gd name="connsiteX8" fmla="*/ 342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8"/>
                    </a:moveTo>
                    <a:cubicBezTo>
                      <a:pt x="4263" y="6508"/>
                      <a:pt x="5070" y="6174"/>
                      <a:pt x="5665" y="5579"/>
                    </a:cubicBezTo>
                    <a:cubicBezTo>
                      <a:pt x="6259" y="4984"/>
                      <a:pt x="6593" y="4177"/>
                      <a:pt x="6593" y="3336"/>
                    </a:cubicBezTo>
                    <a:cubicBezTo>
                      <a:pt x="6593" y="2494"/>
                      <a:pt x="6259" y="1687"/>
                      <a:pt x="5665" y="1092"/>
                    </a:cubicBezTo>
                    <a:cubicBezTo>
                      <a:pt x="5070" y="497"/>
                      <a:pt x="4263" y="163"/>
                      <a:pt x="3422" y="163"/>
                    </a:cubicBezTo>
                    <a:cubicBezTo>
                      <a:pt x="2581" y="163"/>
                      <a:pt x="1774" y="497"/>
                      <a:pt x="1179" y="1092"/>
                    </a:cubicBezTo>
                    <a:cubicBezTo>
                      <a:pt x="585" y="1687"/>
                      <a:pt x="250" y="2494"/>
                      <a:pt x="250" y="3336"/>
                    </a:cubicBezTo>
                    <a:cubicBezTo>
                      <a:pt x="250" y="4177"/>
                      <a:pt x="585" y="4984"/>
                      <a:pt x="1179" y="5579"/>
                    </a:cubicBezTo>
                    <a:cubicBezTo>
                      <a:pt x="1774" y="6174"/>
                      <a:pt x="2581" y="6508"/>
                      <a:pt x="342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87" name="Freeform: Shape 12186">
                <a:extLst>
                  <a:ext uri="{FF2B5EF4-FFF2-40B4-BE49-F238E27FC236}">
                    <a16:creationId xmlns:a16="http://schemas.microsoft.com/office/drawing/2014/main" id="{D857341D-C30C-58C9-1388-0FF3408FCDED}"/>
                  </a:ext>
                </a:extLst>
              </p:cNvPr>
              <p:cNvSpPr/>
              <p:nvPr/>
            </p:nvSpPr>
            <p:spPr>
              <a:xfrm>
                <a:off x="9581294" y="5546470"/>
                <a:ext cx="6343" cy="6345"/>
              </a:xfrm>
              <a:custGeom>
                <a:avLst/>
                <a:gdLst>
                  <a:gd name="connsiteX0" fmla="*/ 3422 w 6343"/>
                  <a:gd name="connsiteY0" fmla="*/ 6508 h 6345"/>
                  <a:gd name="connsiteX1" fmla="*/ 5664 w 6343"/>
                  <a:gd name="connsiteY1" fmla="*/ 5579 h 6345"/>
                  <a:gd name="connsiteX2" fmla="*/ 6593 w 6343"/>
                  <a:gd name="connsiteY2" fmla="*/ 3336 h 6345"/>
                  <a:gd name="connsiteX3" fmla="*/ 5664 w 6343"/>
                  <a:gd name="connsiteY3" fmla="*/ 1092 h 6345"/>
                  <a:gd name="connsiteX4" fmla="*/ 3422 w 6343"/>
                  <a:gd name="connsiteY4" fmla="*/ 163 h 6345"/>
                  <a:gd name="connsiteX5" fmla="*/ 1179 w 6343"/>
                  <a:gd name="connsiteY5" fmla="*/ 1092 h 6345"/>
                  <a:gd name="connsiteX6" fmla="*/ 250 w 6343"/>
                  <a:gd name="connsiteY6" fmla="*/ 3336 h 6345"/>
                  <a:gd name="connsiteX7" fmla="*/ 1179 w 6343"/>
                  <a:gd name="connsiteY7" fmla="*/ 5579 h 6345"/>
                  <a:gd name="connsiteX8" fmla="*/ 342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8"/>
                    </a:moveTo>
                    <a:cubicBezTo>
                      <a:pt x="4263" y="6508"/>
                      <a:pt x="5069" y="6174"/>
                      <a:pt x="5664" y="5579"/>
                    </a:cubicBezTo>
                    <a:cubicBezTo>
                      <a:pt x="6259" y="4984"/>
                      <a:pt x="6593" y="4177"/>
                      <a:pt x="6593" y="3336"/>
                    </a:cubicBezTo>
                    <a:cubicBezTo>
                      <a:pt x="6593" y="2494"/>
                      <a:pt x="6259" y="1687"/>
                      <a:pt x="5664" y="1092"/>
                    </a:cubicBezTo>
                    <a:cubicBezTo>
                      <a:pt x="5069" y="497"/>
                      <a:pt x="4263" y="163"/>
                      <a:pt x="3422" y="163"/>
                    </a:cubicBezTo>
                    <a:cubicBezTo>
                      <a:pt x="2581" y="163"/>
                      <a:pt x="1774" y="497"/>
                      <a:pt x="1179" y="1092"/>
                    </a:cubicBezTo>
                    <a:cubicBezTo>
                      <a:pt x="584" y="1687"/>
                      <a:pt x="250" y="2494"/>
                      <a:pt x="250" y="3336"/>
                    </a:cubicBezTo>
                    <a:cubicBezTo>
                      <a:pt x="250" y="4177"/>
                      <a:pt x="584" y="4984"/>
                      <a:pt x="1179" y="5579"/>
                    </a:cubicBezTo>
                    <a:cubicBezTo>
                      <a:pt x="1774" y="6174"/>
                      <a:pt x="2581" y="6508"/>
                      <a:pt x="342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88" name="Freeform: Shape 12187">
                <a:extLst>
                  <a:ext uri="{FF2B5EF4-FFF2-40B4-BE49-F238E27FC236}">
                    <a16:creationId xmlns:a16="http://schemas.microsoft.com/office/drawing/2014/main" id="{DDA5AB11-6DAA-963F-6D0F-C0824FB6580A}"/>
                  </a:ext>
                </a:extLst>
              </p:cNvPr>
              <p:cNvSpPr/>
              <p:nvPr/>
            </p:nvSpPr>
            <p:spPr>
              <a:xfrm>
                <a:off x="9562135" y="5543021"/>
                <a:ext cx="6343" cy="6345"/>
              </a:xfrm>
              <a:custGeom>
                <a:avLst/>
                <a:gdLst>
                  <a:gd name="connsiteX0" fmla="*/ 3420 w 6343"/>
                  <a:gd name="connsiteY0" fmla="*/ 6508 h 6345"/>
                  <a:gd name="connsiteX1" fmla="*/ 5663 w 6343"/>
                  <a:gd name="connsiteY1" fmla="*/ 5579 h 6345"/>
                  <a:gd name="connsiteX2" fmla="*/ 6592 w 6343"/>
                  <a:gd name="connsiteY2" fmla="*/ 3335 h 6345"/>
                  <a:gd name="connsiteX3" fmla="*/ 5663 w 6343"/>
                  <a:gd name="connsiteY3" fmla="*/ 1092 h 6345"/>
                  <a:gd name="connsiteX4" fmla="*/ 3420 w 6343"/>
                  <a:gd name="connsiteY4" fmla="*/ 163 h 6345"/>
                  <a:gd name="connsiteX5" fmla="*/ 1177 w 6343"/>
                  <a:gd name="connsiteY5" fmla="*/ 1092 h 6345"/>
                  <a:gd name="connsiteX6" fmla="*/ 249 w 6343"/>
                  <a:gd name="connsiteY6" fmla="*/ 3335 h 6345"/>
                  <a:gd name="connsiteX7" fmla="*/ 1177 w 6343"/>
                  <a:gd name="connsiteY7" fmla="*/ 5579 h 6345"/>
                  <a:gd name="connsiteX8" fmla="*/ 342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8"/>
                    </a:moveTo>
                    <a:cubicBezTo>
                      <a:pt x="4261" y="6508"/>
                      <a:pt x="5068" y="6174"/>
                      <a:pt x="5663" y="5579"/>
                    </a:cubicBezTo>
                    <a:cubicBezTo>
                      <a:pt x="6257" y="4984"/>
                      <a:pt x="6592" y="4177"/>
                      <a:pt x="6592" y="3335"/>
                    </a:cubicBezTo>
                    <a:cubicBezTo>
                      <a:pt x="6592" y="2494"/>
                      <a:pt x="6257" y="1687"/>
                      <a:pt x="5663" y="1092"/>
                    </a:cubicBezTo>
                    <a:cubicBezTo>
                      <a:pt x="5068" y="497"/>
                      <a:pt x="4261" y="163"/>
                      <a:pt x="3420" y="163"/>
                    </a:cubicBezTo>
                    <a:cubicBezTo>
                      <a:pt x="2579" y="163"/>
                      <a:pt x="1772" y="497"/>
                      <a:pt x="1177" y="1092"/>
                    </a:cubicBezTo>
                    <a:cubicBezTo>
                      <a:pt x="583" y="1687"/>
                      <a:pt x="249" y="2494"/>
                      <a:pt x="249" y="3335"/>
                    </a:cubicBezTo>
                    <a:cubicBezTo>
                      <a:pt x="249" y="4177"/>
                      <a:pt x="583" y="4984"/>
                      <a:pt x="1177" y="5579"/>
                    </a:cubicBezTo>
                    <a:cubicBezTo>
                      <a:pt x="1772" y="6174"/>
                      <a:pt x="2579" y="6508"/>
                      <a:pt x="342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89" name="Freeform: Shape 12188">
                <a:extLst>
                  <a:ext uri="{FF2B5EF4-FFF2-40B4-BE49-F238E27FC236}">
                    <a16:creationId xmlns:a16="http://schemas.microsoft.com/office/drawing/2014/main" id="{959B2409-F154-A63D-E311-48E90864C266}"/>
                  </a:ext>
                </a:extLst>
              </p:cNvPr>
              <p:cNvSpPr/>
              <p:nvPr/>
            </p:nvSpPr>
            <p:spPr>
              <a:xfrm>
                <a:off x="9558447" y="5543083"/>
                <a:ext cx="6343" cy="6345"/>
              </a:xfrm>
              <a:custGeom>
                <a:avLst/>
                <a:gdLst>
                  <a:gd name="connsiteX0" fmla="*/ 3420 w 6343"/>
                  <a:gd name="connsiteY0" fmla="*/ 6508 h 6345"/>
                  <a:gd name="connsiteX1" fmla="*/ 5662 w 6343"/>
                  <a:gd name="connsiteY1" fmla="*/ 5579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20 w 6343"/>
                  <a:gd name="connsiteY4" fmla="*/ 163 h 6345"/>
                  <a:gd name="connsiteX5" fmla="*/ 1177 w 6343"/>
                  <a:gd name="connsiteY5" fmla="*/ 1092 h 6345"/>
                  <a:gd name="connsiteX6" fmla="*/ 248 w 6343"/>
                  <a:gd name="connsiteY6" fmla="*/ 3335 h 6345"/>
                  <a:gd name="connsiteX7" fmla="*/ 1177 w 6343"/>
                  <a:gd name="connsiteY7" fmla="*/ 5579 h 6345"/>
                  <a:gd name="connsiteX8" fmla="*/ 342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8"/>
                    </a:moveTo>
                    <a:cubicBezTo>
                      <a:pt x="4261" y="6508"/>
                      <a:pt x="5068" y="6174"/>
                      <a:pt x="5662" y="5579"/>
                    </a:cubicBezTo>
                    <a:cubicBezTo>
                      <a:pt x="6257" y="4984"/>
                      <a:pt x="6591" y="4177"/>
                      <a:pt x="6591" y="3335"/>
                    </a:cubicBezTo>
                    <a:cubicBezTo>
                      <a:pt x="6591" y="2494"/>
                      <a:pt x="6257" y="1687"/>
                      <a:pt x="5662" y="1092"/>
                    </a:cubicBezTo>
                    <a:cubicBezTo>
                      <a:pt x="5068" y="497"/>
                      <a:pt x="4261" y="163"/>
                      <a:pt x="3420" y="163"/>
                    </a:cubicBezTo>
                    <a:cubicBezTo>
                      <a:pt x="2579" y="163"/>
                      <a:pt x="1772" y="497"/>
                      <a:pt x="1177" y="1092"/>
                    </a:cubicBezTo>
                    <a:cubicBezTo>
                      <a:pt x="582" y="1687"/>
                      <a:pt x="248" y="2494"/>
                      <a:pt x="248" y="3335"/>
                    </a:cubicBezTo>
                    <a:cubicBezTo>
                      <a:pt x="248" y="4177"/>
                      <a:pt x="582" y="4984"/>
                      <a:pt x="1177" y="5579"/>
                    </a:cubicBezTo>
                    <a:cubicBezTo>
                      <a:pt x="1772" y="6174"/>
                      <a:pt x="2579" y="6508"/>
                      <a:pt x="342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90" name="Freeform: Shape 12189">
                <a:extLst>
                  <a:ext uri="{FF2B5EF4-FFF2-40B4-BE49-F238E27FC236}">
                    <a16:creationId xmlns:a16="http://schemas.microsoft.com/office/drawing/2014/main" id="{524F342F-8305-D92D-E317-C6E50DA50A63}"/>
                  </a:ext>
                </a:extLst>
              </p:cNvPr>
              <p:cNvSpPr/>
              <p:nvPr/>
            </p:nvSpPr>
            <p:spPr>
              <a:xfrm>
                <a:off x="9556661" y="5543209"/>
                <a:ext cx="6343" cy="6345"/>
              </a:xfrm>
              <a:custGeom>
                <a:avLst/>
                <a:gdLst>
                  <a:gd name="connsiteX0" fmla="*/ 3420 w 6343"/>
                  <a:gd name="connsiteY0" fmla="*/ 6508 h 6345"/>
                  <a:gd name="connsiteX1" fmla="*/ 5662 w 6343"/>
                  <a:gd name="connsiteY1" fmla="*/ 5579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20 w 6343"/>
                  <a:gd name="connsiteY4" fmla="*/ 163 h 6345"/>
                  <a:gd name="connsiteX5" fmla="*/ 1177 w 6343"/>
                  <a:gd name="connsiteY5" fmla="*/ 1092 h 6345"/>
                  <a:gd name="connsiteX6" fmla="*/ 248 w 6343"/>
                  <a:gd name="connsiteY6" fmla="*/ 3335 h 6345"/>
                  <a:gd name="connsiteX7" fmla="*/ 1177 w 6343"/>
                  <a:gd name="connsiteY7" fmla="*/ 5579 h 6345"/>
                  <a:gd name="connsiteX8" fmla="*/ 342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8"/>
                    </a:moveTo>
                    <a:cubicBezTo>
                      <a:pt x="4261" y="6508"/>
                      <a:pt x="5068" y="6174"/>
                      <a:pt x="5662" y="5579"/>
                    </a:cubicBezTo>
                    <a:cubicBezTo>
                      <a:pt x="6257" y="4984"/>
                      <a:pt x="6591" y="4177"/>
                      <a:pt x="6591" y="3335"/>
                    </a:cubicBezTo>
                    <a:cubicBezTo>
                      <a:pt x="6591" y="2494"/>
                      <a:pt x="6257" y="1687"/>
                      <a:pt x="5662" y="1092"/>
                    </a:cubicBezTo>
                    <a:cubicBezTo>
                      <a:pt x="5068" y="497"/>
                      <a:pt x="4261" y="163"/>
                      <a:pt x="3420" y="163"/>
                    </a:cubicBezTo>
                    <a:cubicBezTo>
                      <a:pt x="2579" y="163"/>
                      <a:pt x="1772" y="497"/>
                      <a:pt x="1177" y="1092"/>
                    </a:cubicBezTo>
                    <a:cubicBezTo>
                      <a:pt x="582" y="1687"/>
                      <a:pt x="248" y="2494"/>
                      <a:pt x="248" y="3335"/>
                    </a:cubicBezTo>
                    <a:cubicBezTo>
                      <a:pt x="248" y="4177"/>
                      <a:pt x="582" y="4984"/>
                      <a:pt x="1177" y="5579"/>
                    </a:cubicBezTo>
                    <a:cubicBezTo>
                      <a:pt x="1772" y="6174"/>
                      <a:pt x="2579" y="6508"/>
                      <a:pt x="342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91" name="Freeform: Shape 12190">
                <a:extLst>
                  <a:ext uri="{FF2B5EF4-FFF2-40B4-BE49-F238E27FC236}">
                    <a16:creationId xmlns:a16="http://schemas.microsoft.com/office/drawing/2014/main" id="{DDAF53DE-AD4E-EAC2-E56B-0A2C05208560}"/>
                  </a:ext>
                </a:extLst>
              </p:cNvPr>
              <p:cNvSpPr/>
              <p:nvPr/>
            </p:nvSpPr>
            <p:spPr>
              <a:xfrm>
                <a:off x="9554700" y="5542922"/>
                <a:ext cx="6343" cy="6345"/>
              </a:xfrm>
              <a:custGeom>
                <a:avLst/>
                <a:gdLst>
                  <a:gd name="connsiteX0" fmla="*/ 3420 w 6343"/>
                  <a:gd name="connsiteY0" fmla="*/ 6508 h 6345"/>
                  <a:gd name="connsiteX1" fmla="*/ 5662 w 6343"/>
                  <a:gd name="connsiteY1" fmla="*/ 5579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20 w 6343"/>
                  <a:gd name="connsiteY4" fmla="*/ 163 h 6345"/>
                  <a:gd name="connsiteX5" fmla="*/ 1177 w 6343"/>
                  <a:gd name="connsiteY5" fmla="*/ 1092 h 6345"/>
                  <a:gd name="connsiteX6" fmla="*/ 248 w 6343"/>
                  <a:gd name="connsiteY6" fmla="*/ 3335 h 6345"/>
                  <a:gd name="connsiteX7" fmla="*/ 1177 w 6343"/>
                  <a:gd name="connsiteY7" fmla="*/ 5579 h 6345"/>
                  <a:gd name="connsiteX8" fmla="*/ 342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8"/>
                    </a:moveTo>
                    <a:cubicBezTo>
                      <a:pt x="4261" y="6508"/>
                      <a:pt x="5067" y="6174"/>
                      <a:pt x="5662" y="5579"/>
                    </a:cubicBezTo>
                    <a:cubicBezTo>
                      <a:pt x="6257" y="4984"/>
                      <a:pt x="6591" y="4177"/>
                      <a:pt x="6591" y="3335"/>
                    </a:cubicBezTo>
                    <a:cubicBezTo>
                      <a:pt x="6591" y="2494"/>
                      <a:pt x="6257" y="1687"/>
                      <a:pt x="5662" y="1092"/>
                    </a:cubicBezTo>
                    <a:cubicBezTo>
                      <a:pt x="5067" y="497"/>
                      <a:pt x="4261" y="163"/>
                      <a:pt x="3420" y="163"/>
                    </a:cubicBezTo>
                    <a:cubicBezTo>
                      <a:pt x="2578" y="163"/>
                      <a:pt x="1772" y="497"/>
                      <a:pt x="1177" y="1092"/>
                    </a:cubicBezTo>
                    <a:cubicBezTo>
                      <a:pt x="582" y="1687"/>
                      <a:pt x="248" y="2494"/>
                      <a:pt x="248" y="3335"/>
                    </a:cubicBezTo>
                    <a:cubicBezTo>
                      <a:pt x="248" y="4177"/>
                      <a:pt x="582" y="4984"/>
                      <a:pt x="1177" y="5579"/>
                    </a:cubicBezTo>
                    <a:cubicBezTo>
                      <a:pt x="1772" y="6174"/>
                      <a:pt x="2578" y="6508"/>
                      <a:pt x="342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92" name="Freeform: Shape 12191">
                <a:extLst>
                  <a:ext uri="{FF2B5EF4-FFF2-40B4-BE49-F238E27FC236}">
                    <a16:creationId xmlns:a16="http://schemas.microsoft.com/office/drawing/2014/main" id="{3ABABD16-AB3B-CC5F-6326-E8A2FA046CB6}"/>
                  </a:ext>
                </a:extLst>
              </p:cNvPr>
              <p:cNvSpPr/>
              <p:nvPr/>
            </p:nvSpPr>
            <p:spPr>
              <a:xfrm>
                <a:off x="9552921" y="5543021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9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19 w 6343"/>
                  <a:gd name="connsiteY4" fmla="*/ 163 h 6345"/>
                  <a:gd name="connsiteX5" fmla="*/ 1177 w 6343"/>
                  <a:gd name="connsiteY5" fmla="*/ 1092 h 6345"/>
                  <a:gd name="connsiteX6" fmla="*/ 248 w 6343"/>
                  <a:gd name="connsiteY6" fmla="*/ 3335 h 6345"/>
                  <a:gd name="connsiteX7" fmla="*/ 1177 w 6343"/>
                  <a:gd name="connsiteY7" fmla="*/ 5579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7" y="6174"/>
                      <a:pt x="5662" y="5579"/>
                    </a:cubicBezTo>
                    <a:cubicBezTo>
                      <a:pt x="6257" y="4984"/>
                      <a:pt x="6591" y="4177"/>
                      <a:pt x="6591" y="3335"/>
                    </a:cubicBezTo>
                    <a:cubicBezTo>
                      <a:pt x="6591" y="2494"/>
                      <a:pt x="6257" y="1687"/>
                      <a:pt x="5662" y="1092"/>
                    </a:cubicBezTo>
                    <a:cubicBezTo>
                      <a:pt x="5067" y="497"/>
                      <a:pt x="4260" y="163"/>
                      <a:pt x="3419" y="163"/>
                    </a:cubicBezTo>
                    <a:cubicBezTo>
                      <a:pt x="2578" y="163"/>
                      <a:pt x="1771" y="497"/>
                      <a:pt x="1177" y="1092"/>
                    </a:cubicBezTo>
                    <a:cubicBezTo>
                      <a:pt x="582" y="1687"/>
                      <a:pt x="248" y="2494"/>
                      <a:pt x="248" y="3335"/>
                    </a:cubicBezTo>
                    <a:cubicBezTo>
                      <a:pt x="248" y="4177"/>
                      <a:pt x="582" y="4984"/>
                      <a:pt x="1177" y="5579"/>
                    </a:cubicBezTo>
                    <a:cubicBezTo>
                      <a:pt x="1771" y="6174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93" name="Freeform: Shape 12192">
                <a:extLst>
                  <a:ext uri="{FF2B5EF4-FFF2-40B4-BE49-F238E27FC236}">
                    <a16:creationId xmlns:a16="http://schemas.microsoft.com/office/drawing/2014/main" id="{58DB0260-EAA2-6B24-EB31-C2D84E3B19BB}"/>
                  </a:ext>
                </a:extLst>
              </p:cNvPr>
              <p:cNvSpPr/>
              <p:nvPr/>
            </p:nvSpPr>
            <p:spPr>
              <a:xfrm>
                <a:off x="9550900" y="5542534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9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19 w 6343"/>
                  <a:gd name="connsiteY4" fmla="*/ 163 h 6345"/>
                  <a:gd name="connsiteX5" fmla="*/ 1177 w 6343"/>
                  <a:gd name="connsiteY5" fmla="*/ 1092 h 6345"/>
                  <a:gd name="connsiteX6" fmla="*/ 248 w 6343"/>
                  <a:gd name="connsiteY6" fmla="*/ 3335 h 6345"/>
                  <a:gd name="connsiteX7" fmla="*/ 1177 w 6343"/>
                  <a:gd name="connsiteY7" fmla="*/ 5579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7" y="6174"/>
                      <a:pt x="5662" y="5579"/>
                    </a:cubicBezTo>
                    <a:cubicBezTo>
                      <a:pt x="6257" y="4984"/>
                      <a:pt x="6591" y="4177"/>
                      <a:pt x="6591" y="3335"/>
                    </a:cubicBezTo>
                    <a:cubicBezTo>
                      <a:pt x="6591" y="2494"/>
                      <a:pt x="6257" y="1687"/>
                      <a:pt x="5662" y="1092"/>
                    </a:cubicBezTo>
                    <a:cubicBezTo>
                      <a:pt x="5067" y="497"/>
                      <a:pt x="4260" y="163"/>
                      <a:pt x="3419" y="163"/>
                    </a:cubicBezTo>
                    <a:cubicBezTo>
                      <a:pt x="2578" y="163"/>
                      <a:pt x="1771" y="497"/>
                      <a:pt x="1177" y="1092"/>
                    </a:cubicBezTo>
                    <a:cubicBezTo>
                      <a:pt x="582" y="1687"/>
                      <a:pt x="248" y="2494"/>
                      <a:pt x="248" y="3335"/>
                    </a:cubicBezTo>
                    <a:cubicBezTo>
                      <a:pt x="248" y="4177"/>
                      <a:pt x="582" y="4984"/>
                      <a:pt x="1177" y="5579"/>
                    </a:cubicBezTo>
                    <a:cubicBezTo>
                      <a:pt x="1771" y="6174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94" name="Freeform: Shape 12193">
                <a:extLst>
                  <a:ext uri="{FF2B5EF4-FFF2-40B4-BE49-F238E27FC236}">
                    <a16:creationId xmlns:a16="http://schemas.microsoft.com/office/drawing/2014/main" id="{F15C8F9D-BDF0-D532-F0CC-49E036476B0E}"/>
                  </a:ext>
                </a:extLst>
              </p:cNvPr>
              <p:cNvSpPr/>
              <p:nvPr/>
            </p:nvSpPr>
            <p:spPr>
              <a:xfrm>
                <a:off x="9548815" y="5541858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9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19 w 6343"/>
                  <a:gd name="connsiteY4" fmla="*/ 163 h 6345"/>
                  <a:gd name="connsiteX5" fmla="*/ 1176 w 6343"/>
                  <a:gd name="connsiteY5" fmla="*/ 1092 h 6345"/>
                  <a:gd name="connsiteX6" fmla="*/ 247 w 6343"/>
                  <a:gd name="connsiteY6" fmla="*/ 3335 h 6345"/>
                  <a:gd name="connsiteX7" fmla="*/ 1176 w 6343"/>
                  <a:gd name="connsiteY7" fmla="*/ 5579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7" y="6174"/>
                      <a:pt x="5662" y="5579"/>
                    </a:cubicBezTo>
                    <a:cubicBezTo>
                      <a:pt x="6256" y="4984"/>
                      <a:pt x="6591" y="4177"/>
                      <a:pt x="6591" y="3335"/>
                    </a:cubicBezTo>
                    <a:cubicBezTo>
                      <a:pt x="6591" y="2494"/>
                      <a:pt x="6256" y="1687"/>
                      <a:pt x="5662" y="1092"/>
                    </a:cubicBezTo>
                    <a:cubicBezTo>
                      <a:pt x="5067" y="497"/>
                      <a:pt x="4260" y="163"/>
                      <a:pt x="3419" y="163"/>
                    </a:cubicBezTo>
                    <a:cubicBezTo>
                      <a:pt x="2578" y="163"/>
                      <a:pt x="1771" y="497"/>
                      <a:pt x="1176" y="1092"/>
                    </a:cubicBezTo>
                    <a:cubicBezTo>
                      <a:pt x="582" y="1687"/>
                      <a:pt x="247" y="2494"/>
                      <a:pt x="247" y="3335"/>
                    </a:cubicBezTo>
                    <a:cubicBezTo>
                      <a:pt x="247" y="4177"/>
                      <a:pt x="582" y="4984"/>
                      <a:pt x="1176" y="5579"/>
                    </a:cubicBezTo>
                    <a:cubicBezTo>
                      <a:pt x="1771" y="6174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95" name="Freeform: Shape 12194">
                <a:extLst>
                  <a:ext uri="{FF2B5EF4-FFF2-40B4-BE49-F238E27FC236}">
                    <a16:creationId xmlns:a16="http://schemas.microsoft.com/office/drawing/2014/main" id="{E1BA4437-5128-198B-1BE6-268BE59C657B}"/>
                  </a:ext>
                </a:extLst>
              </p:cNvPr>
              <p:cNvSpPr/>
              <p:nvPr/>
            </p:nvSpPr>
            <p:spPr>
              <a:xfrm>
                <a:off x="9546743" y="5541166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9 h 6345"/>
                  <a:gd name="connsiteX2" fmla="*/ 6590 w 6343"/>
                  <a:gd name="connsiteY2" fmla="*/ 3335 h 6345"/>
                  <a:gd name="connsiteX3" fmla="*/ 5662 w 6343"/>
                  <a:gd name="connsiteY3" fmla="*/ 1092 h 6345"/>
                  <a:gd name="connsiteX4" fmla="*/ 3419 w 6343"/>
                  <a:gd name="connsiteY4" fmla="*/ 162 h 6345"/>
                  <a:gd name="connsiteX5" fmla="*/ 1176 w 6343"/>
                  <a:gd name="connsiteY5" fmla="*/ 1092 h 6345"/>
                  <a:gd name="connsiteX6" fmla="*/ 247 w 6343"/>
                  <a:gd name="connsiteY6" fmla="*/ 3335 h 6345"/>
                  <a:gd name="connsiteX7" fmla="*/ 1176 w 6343"/>
                  <a:gd name="connsiteY7" fmla="*/ 5579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7" y="6174"/>
                      <a:pt x="5662" y="5579"/>
                    </a:cubicBezTo>
                    <a:cubicBezTo>
                      <a:pt x="6256" y="4984"/>
                      <a:pt x="6590" y="4177"/>
                      <a:pt x="6590" y="3335"/>
                    </a:cubicBezTo>
                    <a:cubicBezTo>
                      <a:pt x="6590" y="2494"/>
                      <a:pt x="6256" y="1687"/>
                      <a:pt x="5662" y="1092"/>
                    </a:cubicBezTo>
                    <a:cubicBezTo>
                      <a:pt x="5067" y="497"/>
                      <a:pt x="4260" y="162"/>
                      <a:pt x="3419" y="162"/>
                    </a:cubicBezTo>
                    <a:cubicBezTo>
                      <a:pt x="2578" y="162"/>
                      <a:pt x="1771" y="497"/>
                      <a:pt x="1176" y="1092"/>
                    </a:cubicBezTo>
                    <a:cubicBezTo>
                      <a:pt x="582" y="1687"/>
                      <a:pt x="247" y="2494"/>
                      <a:pt x="247" y="3335"/>
                    </a:cubicBezTo>
                    <a:cubicBezTo>
                      <a:pt x="247" y="4177"/>
                      <a:pt x="582" y="4984"/>
                      <a:pt x="1176" y="5579"/>
                    </a:cubicBezTo>
                    <a:cubicBezTo>
                      <a:pt x="1771" y="6174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96" name="Freeform: Shape 12195">
                <a:extLst>
                  <a:ext uri="{FF2B5EF4-FFF2-40B4-BE49-F238E27FC236}">
                    <a16:creationId xmlns:a16="http://schemas.microsoft.com/office/drawing/2014/main" id="{743DEA71-844D-1CFB-BCE3-28274597682C}"/>
                  </a:ext>
                </a:extLst>
              </p:cNvPr>
              <p:cNvSpPr/>
              <p:nvPr/>
            </p:nvSpPr>
            <p:spPr>
              <a:xfrm>
                <a:off x="9545037" y="5541326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1 w 6343"/>
                  <a:gd name="connsiteY1" fmla="*/ 5579 h 6345"/>
                  <a:gd name="connsiteX2" fmla="*/ 6590 w 6343"/>
                  <a:gd name="connsiteY2" fmla="*/ 3335 h 6345"/>
                  <a:gd name="connsiteX3" fmla="*/ 5661 w 6343"/>
                  <a:gd name="connsiteY3" fmla="*/ 1092 h 6345"/>
                  <a:gd name="connsiteX4" fmla="*/ 3419 w 6343"/>
                  <a:gd name="connsiteY4" fmla="*/ 162 h 6345"/>
                  <a:gd name="connsiteX5" fmla="*/ 1176 w 6343"/>
                  <a:gd name="connsiteY5" fmla="*/ 1092 h 6345"/>
                  <a:gd name="connsiteX6" fmla="*/ 247 w 6343"/>
                  <a:gd name="connsiteY6" fmla="*/ 3335 h 6345"/>
                  <a:gd name="connsiteX7" fmla="*/ 1176 w 6343"/>
                  <a:gd name="connsiteY7" fmla="*/ 5579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7" y="6174"/>
                      <a:pt x="5661" y="5579"/>
                    </a:cubicBezTo>
                    <a:cubicBezTo>
                      <a:pt x="6256" y="4984"/>
                      <a:pt x="6590" y="4177"/>
                      <a:pt x="6590" y="3335"/>
                    </a:cubicBezTo>
                    <a:cubicBezTo>
                      <a:pt x="6590" y="2494"/>
                      <a:pt x="6256" y="1687"/>
                      <a:pt x="5661" y="1092"/>
                    </a:cubicBezTo>
                    <a:cubicBezTo>
                      <a:pt x="5067" y="497"/>
                      <a:pt x="4260" y="162"/>
                      <a:pt x="3419" y="162"/>
                    </a:cubicBezTo>
                    <a:cubicBezTo>
                      <a:pt x="2578" y="162"/>
                      <a:pt x="1771" y="497"/>
                      <a:pt x="1176" y="1092"/>
                    </a:cubicBezTo>
                    <a:cubicBezTo>
                      <a:pt x="581" y="1687"/>
                      <a:pt x="247" y="2494"/>
                      <a:pt x="247" y="3335"/>
                    </a:cubicBezTo>
                    <a:cubicBezTo>
                      <a:pt x="247" y="4177"/>
                      <a:pt x="581" y="4984"/>
                      <a:pt x="1176" y="5579"/>
                    </a:cubicBezTo>
                    <a:cubicBezTo>
                      <a:pt x="1771" y="6174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97" name="Freeform: Shape 12196">
                <a:extLst>
                  <a:ext uri="{FF2B5EF4-FFF2-40B4-BE49-F238E27FC236}">
                    <a16:creationId xmlns:a16="http://schemas.microsoft.com/office/drawing/2014/main" id="{9785841F-AE0B-8FA4-D34F-19816B598AD1}"/>
                  </a:ext>
                </a:extLst>
              </p:cNvPr>
              <p:cNvSpPr/>
              <p:nvPr/>
            </p:nvSpPr>
            <p:spPr>
              <a:xfrm>
                <a:off x="9543286" y="5541359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1 w 6343"/>
                  <a:gd name="connsiteY1" fmla="*/ 5579 h 6345"/>
                  <a:gd name="connsiteX2" fmla="*/ 6590 w 6343"/>
                  <a:gd name="connsiteY2" fmla="*/ 3335 h 6345"/>
                  <a:gd name="connsiteX3" fmla="*/ 5661 w 6343"/>
                  <a:gd name="connsiteY3" fmla="*/ 1092 h 6345"/>
                  <a:gd name="connsiteX4" fmla="*/ 3419 w 6343"/>
                  <a:gd name="connsiteY4" fmla="*/ 162 h 6345"/>
                  <a:gd name="connsiteX5" fmla="*/ 1176 w 6343"/>
                  <a:gd name="connsiteY5" fmla="*/ 1092 h 6345"/>
                  <a:gd name="connsiteX6" fmla="*/ 247 w 6343"/>
                  <a:gd name="connsiteY6" fmla="*/ 3335 h 6345"/>
                  <a:gd name="connsiteX7" fmla="*/ 1176 w 6343"/>
                  <a:gd name="connsiteY7" fmla="*/ 5579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6" y="6174"/>
                      <a:pt x="5661" y="5579"/>
                    </a:cubicBezTo>
                    <a:cubicBezTo>
                      <a:pt x="6256" y="4984"/>
                      <a:pt x="6590" y="4177"/>
                      <a:pt x="6590" y="3335"/>
                    </a:cubicBezTo>
                    <a:cubicBezTo>
                      <a:pt x="6590" y="2494"/>
                      <a:pt x="6256" y="1687"/>
                      <a:pt x="5661" y="1092"/>
                    </a:cubicBezTo>
                    <a:cubicBezTo>
                      <a:pt x="5066" y="497"/>
                      <a:pt x="4260" y="162"/>
                      <a:pt x="3419" y="162"/>
                    </a:cubicBezTo>
                    <a:cubicBezTo>
                      <a:pt x="2578" y="162"/>
                      <a:pt x="1771" y="497"/>
                      <a:pt x="1176" y="1092"/>
                    </a:cubicBezTo>
                    <a:cubicBezTo>
                      <a:pt x="581" y="1687"/>
                      <a:pt x="247" y="2494"/>
                      <a:pt x="247" y="3335"/>
                    </a:cubicBezTo>
                    <a:cubicBezTo>
                      <a:pt x="247" y="4177"/>
                      <a:pt x="581" y="4984"/>
                      <a:pt x="1176" y="5579"/>
                    </a:cubicBezTo>
                    <a:cubicBezTo>
                      <a:pt x="1771" y="6174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98" name="Freeform: Shape 12197">
                <a:extLst>
                  <a:ext uri="{FF2B5EF4-FFF2-40B4-BE49-F238E27FC236}">
                    <a16:creationId xmlns:a16="http://schemas.microsoft.com/office/drawing/2014/main" id="{9BE0DFD3-09E0-6F06-3AA4-B9F742BD1374}"/>
                  </a:ext>
                </a:extLst>
              </p:cNvPr>
              <p:cNvSpPr/>
              <p:nvPr/>
            </p:nvSpPr>
            <p:spPr>
              <a:xfrm>
                <a:off x="9541630" y="5541612"/>
                <a:ext cx="6343" cy="6345"/>
              </a:xfrm>
              <a:custGeom>
                <a:avLst/>
                <a:gdLst>
                  <a:gd name="connsiteX0" fmla="*/ 3418 w 6343"/>
                  <a:gd name="connsiteY0" fmla="*/ 6508 h 6345"/>
                  <a:gd name="connsiteX1" fmla="*/ 5661 w 6343"/>
                  <a:gd name="connsiteY1" fmla="*/ 5579 h 6345"/>
                  <a:gd name="connsiteX2" fmla="*/ 6590 w 6343"/>
                  <a:gd name="connsiteY2" fmla="*/ 3335 h 6345"/>
                  <a:gd name="connsiteX3" fmla="*/ 5661 w 6343"/>
                  <a:gd name="connsiteY3" fmla="*/ 1092 h 6345"/>
                  <a:gd name="connsiteX4" fmla="*/ 3418 w 6343"/>
                  <a:gd name="connsiteY4" fmla="*/ 162 h 6345"/>
                  <a:gd name="connsiteX5" fmla="*/ 1176 w 6343"/>
                  <a:gd name="connsiteY5" fmla="*/ 1092 h 6345"/>
                  <a:gd name="connsiteX6" fmla="*/ 247 w 6343"/>
                  <a:gd name="connsiteY6" fmla="*/ 3335 h 6345"/>
                  <a:gd name="connsiteX7" fmla="*/ 1176 w 6343"/>
                  <a:gd name="connsiteY7" fmla="*/ 5579 h 6345"/>
                  <a:gd name="connsiteX8" fmla="*/ 3418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8"/>
                    </a:moveTo>
                    <a:cubicBezTo>
                      <a:pt x="4260" y="6508"/>
                      <a:pt x="5066" y="6174"/>
                      <a:pt x="5661" y="5579"/>
                    </a:cubicBezTo>
                    <a:cubicBezTo>
                      <a:pt x="6256" y="4984"/>
                      <a:pt x="6590" y="4177"/>
                      <a:pt x="6590" y="3335"/>
                    </a:cubicBezTo>
                    <a:cubicBezTo>
                      <a:pt x="6590" y="2494"/>
                      <a:pt x="6256" y="1687"/>
                      <a:pt x="5661" y="1092"/>
                    </a:cubicBezTo>
                    <a:cubicBezTo>
                      <a:pt x="5066" y="497"/>
                      <a:pt x="4260" y="162"/>
                      <a:pt x="3418" y="162"/>
                    </a:cubicBezTo>
                    <a:cubicBezTo>
                      <a:pt x="2577" y="162"/>
                      <a:pt x="1771" y="497"/>
                      <a:pt x="1176" y="1092"/>
                    </a:cubicBezTo>
                    <a:cubicBezTo>
                      <a:pt x="581" y="1687"/>
                      <a:pt x="247" y="2494"/>
                      <a:pt x="247" y="3335"/>
                    </a:cubicBezTo>
                    <a:cubicBezTo>
                      <a:pt x="247" y="4177"/>
                      <a:pt x="581" y="4984"/>
                      <a:pt x="1176" y="5579"/>
                    </a:cubicBezTo>
                    <a:cubicBezTo>
                      <a:pt x="1771" y="6174"/>
                      <a:pt x="2577" y="6508"/>
                      <a:pt x="3418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99" name="Freeform: Shape 12198">
                <a:extLst>
                  <a:ext uri="{FF2B5EF4-FFF2-40B4-BE49-F238E27FC236}">
                    <a16:creationId xmlns:a16="http://schemas.microsoft.com/office/drawing/2014/main" id="{A5B241B0-60C7-0EE9-2B8B-1A2E13A6114B}"/>
                  </a:ext>
                </a:extLst>
              </p:cNvPr>
              <p:cNvSpPr/>
              <p:nvPr/>
            </p:nvSpPr>
            <p:spPr>
              <a:xfrm>
                <a:off x="9537232" y="5543830"/>
                <a:ext cx="6343" cy="6345"/>
              </a:xfrm>
              <a:custGeom>
                <a:avLst/>
                <a:gdLst>
                  <a:gd name="connsiteX0" fmla="*/ 3418 w 6343"/>
                  <a:gd name="connsiteY0" fmla="*/ 6508 h 6345"/>
                  <a:gd name="connsiteX1" fmla="*/ 5661 w 6343"/>
                  <a:gd name="connsiteY1" fmla="*/ 5579 h 6345"/>
                  <a:gd name="connsiteX2" fmla="*/ 6590 w 6343"/>
                  <a:gd name="connsiteY2" fmla="*/ 3335 h 6345"/>
                  <a:gd name="connsiteX3" fmla="*/ 5661 w 6343"/>
                  <a:gd name="connsiteY3" fmla="*/ 1092 h 6345"/>
                  <a:gd name="connsiteX4" fmla="*/ 3418 w 6343"/>
                  <a:gd name="connsiteY4" fmla="*/ 163 h 6345"/>
                  <a:gd name="connsiteX5" fmla="*/ 1176 w 6343"/>
                  <a:gd name="connsiteY5" fmla="*/ 1092 h 6345"/>
                  <a:gd name="connsiteX6" fmla="*/ 247 w 6343"/>
                  <a:gd name="connsiteY6" fmla="*/ 3335 h 6345"/>
                  <a:gd name="connsiteX7" fmla="*/ 1176 w 6343"/>
                  <a:gd name="connsiteY7" fmla="*/ 5579 h 6345"/>
                  <a:gd name="connsiteX8" fmla="*/ 3418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8"/>
                    </a:moveTo>
                    <a:cubicBezTo>
                      <a:pt x="4259" y="6508"/>
                      <a:pt x="5066" y="6174"/>
                      <a:pt x="5661" y="5579"/>
                    </a:cubicBezTo>
                    <a:cubicBezTo>
                      <a:pt x="6256" y="4984"/>
                      <a:pt x="6590" y="4177"/>
                      <a:pt x="6590" y="3335"/>
                    </a:cubicBezTo>
                    <a:cubicBezTo>
                      <a:pt x="6590" y="2494"/>
                      <a:pt x="6256" y="1687"/>
                      <a:pt x="5661" y="1092"/>
                    </a:cubicBezTo>
                    <a:cubicBezTo>
                      <a:pt x="5066" y="497"/>
                      <a:pt x="4259" y="163"/>
                      <a:pt x="3418" y="163"/>
                    </a:cubicBezTo>
                    <a:cubicBezTo>
                      <a:pt x="2577" y="163"/>
                      <a:pt x="1770" y="497"/>
                      <a:pt x="1176" y="1092"/>
                    </a:cubicBezTo>
                    <a:cubicBezTo>
                      <a:pt x="581" y="1687"/>
                      <a:pt x="247" y="2494"/>
                      <a:pt x="247" y="3335"/>
                    </a:cubicBezTo>
                    <a:cubicBezTo>
                      <a:pt x="247" y="4177"/>
                      <a:pt x="581" y="4984"/>
                      <a:pt x="1176" y="5579"/>
                    </a:cubicBezTo>
                    <a:cubicBezTo>
                      <a:pt x="1770" y="6174"/>
                      <a:pt x="2577" y="6508"/>
                      <a:pt x="3418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00" name="Freeform: Shape 12199">
                <a:extLst>
                  <a:ext uri="{FF2B5EF4-FFF2-40B4-BE49-F238E27FC236}">
                    <a16:creationId xmlns:a16="http://schemas.microsoft.com/office/drawing/2014/main" id="{7C3CA104-9B23-1258-4450-3BBB8991D779}"/>
                  </a:ext>
                </a:extLst>
              </p:cNvPr>
              <p:cNvSpPr/>
              <p:nvPr/>
            </p:nvSpPr>
            <p:spPr>
              <a:xfrm>
                <a:off x="9505776" y="5545651"/>
                <a:ext cx="6343" cy="6345"/>
              </a:xfrm>
              <a:custGeom>
                <a:avLst/>
                <a:gdLst>
                  <a:gd name="connsiteX0" fmla="*/ 3416 w 6343"/>
                  <a:gd name="connsiteY0" fmla="*/ 6508 h 6345"/>
                  <a:gd name="connsiteX1" fmla="*/ 5658 w 6343"/>
                  <a:gd name="connsiteY1" fmla="*/ 5579 h 6345"/>
                  <a:gd name="connsiteX2" fmla="*/ 6587 w 6343"/>
                  <a:gd name="connsiteY2" fmla="*/ 3336 h 6345"/>
                  <a:gd name="connsiteX3" fmla="*/ 5658 w 6343"/>
                  <a:gd name="connsiteY3" fmla="*/ 1092 h 6345"/>
                  <a:gd name="connsiteX4" fmla="*/ 3416 w 6343"/>
                  <a:gd name="connsiteY4" fmla="*/ 163 h 6345"/>
                  <a:gd name="connsiteX5" fmla="*/ 1173 w 6343"/>
                  <a:gd name="connsiteY5" fmla="*/ 1092 h 6345"/>
                  <a:gd name="connsiteX6" fmla="*/ 244 w 6343"/>
                  <a:gd name="connsiteY6" fmla="*/ 3336 h 6345"/>
                  <a:gd name="connsiteX7" fmla="*/ 1173 w 6343"/>
                  <a:gd name="connsiteY7" fmla="*/ 5579 h 6345"/>
                  <a:gd name="connsiteX8" fmla="*/ 341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8"/>
                    </a:moveTo>
                    <a:cubicBezTo>
                      <a:pt x="4257" y="6508"/>
                      <a:pt x="5064" y="6174"/>
                      <a:pt x="5658" y="5579"/>
                    </a:cubicBezTo>
                    <a:cubicBezTo>
                      <a:pt x="6253" y="4984"/>
                      <a:pt x="6587" y="4177"/>
                      <a:pt x="6587" y="3336"/>
                    </a:cubicBezTo>
                    <a:cubicBezTo>
                      <a:pt x="6587" y="2494"/>
                      <a:pt x="6253" y="1687"/>
                      <a:pt x="5658" y="1092"/>
                    </a:cubicBezTo>
                    <a:cubicBezTo>
                      <a:pt x="5064" y="497"/>
                      <a:pt x="4257" y="163"/>
                      <a:pt x="3416" y="163"/>
                    </a:cubicBezTo>
                    <a:cubicBezTo>
                      <a:pt x="2575" y="163"/>
                      <a:pt x="1768" y="497"/>
                      <a:pt x="1173" y="1092"/>
                    </a:cubicBezTo>
                    <a:cubicBezTo>
                      <a:pt x="578" y="1687"/>
                      <a:pt x="244" y="2494"/>
                      <a:pt x="244" y="3336"/>
                    </a:cubicBezTo>
                    <a:cubicBezTo>
                      <a:pt x="244" y="4177"/>
                      <a:pt x="578" y="4984"/>
                      <a:pt x="1173" y="5579"/>
                    </a:cubicBezTo>
                    <a:cubicBezTo>
                      <a:pt x="1768" y="6174"/>
                      <a:pt x="2575" y="6508"/>
                      <a:pt x="341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01" name="Freeform: Shape 12200">
                <a:extLst>
                  <a:ext uri="{FF2B5EF4-FFF2-40B4-BE49-F238E27FC236}">
                    <a16:creationId xmlns:a16="http://schemas.microsoft.com/office/drawing/2014/main" id="{5A242553-DA3F-4273-EF4C-7708C1662966}"/>
                  </a:ext>
                </a:extLst>
              </p:cNvPr>
              <p:cNvSpPr/>
              <p:nvPr/>
            </p:nvSpPr>
            <p:spPr>
              <a:xfrm>
                <a:off x="9504607" y="5547604"/>
                <a:ext cx="6343" cy="6345"/>
              </a:xfrm>
              <a:custGeom>
                <a:avLst/>
                <a:gdLst>
                  <a:gd name="connsiteX0" fmla="*/ 3416 w 6343"/>
                  <a:gd name="connsiteY0" fmla="*/ 6508 h 6345"/>
                  <a:gd name="connsiteX1" fmla="*/ 5658 w 6343"/>
                  <a:gd name="connsiteY1" fmla="*/ 5579 h 6345"/>
                  <a:gd name="connsiteX2" fmla="*/ 6587 w 6343"/>
                  <a:gd name="connsiteY2" fmla="*/ 3336 h 6345"/>
                  <a:gd name="connsiteX3" fmla="*/ 5658 w 6343"/>
                  <a:gd name="connsiteY3" fmla="*/ 1092 h 6345"/>
                  <a:gd name="connsiteX4" fmla="*/ 3416 w 6343"/>
                  <a:gd name="connsiteY4" fmla="*/ 163 h 6345"/>
                  <a:gd name="connsiteX5" fmla="*/ 1173 w 6343"/>
                  <a:gd name="connsiteY5" fmla="*/ 1092 h 6345"/>
                  <a:gd name="connsiteX6" fmla="*/ 244 w 6343"/>
                  <a:gd name="connsiteY6" fmla="*/ 3336 h 6345"/>
                  <a:gd name="connsiteX7" fmla="*/ 1173 w 6343"/>
                  <a:gd name="connsiteY7" fmla="*/ 5579 h 6345"/>
                  <a:gd name="connsiteX8" fmla="*/ 341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8"/>
                    </a:moveTo>
                    <a:cubicBezTo>
                      <a:pt x="4257" y="6508"/>
                      <a:pt x="5063" y="6174"/>
                      <a:pt x="5658" y="5579"/>
                    </a:cubicBezTo>
                    <a:cubicBezTo>
                      <a:pt x="6253" y="4984"/>
                      <a:pt x="6587" y="4177"/>
                      <a:pt x="6587" y="3336"/>
                    </a:cubicBezTo>
                    <a:cubicBezTo>
                      <a:pt x="6587" y="2494"/>
                      <a:pt x="6253" y="1687"/>
                      <a:pt x="5658" y="1092"/>
                    </a:cubicBezTo>
                    <a:cubicBezTo>
                      <a:pt x="5063" y="497"/>
                      <a:pt x="4257" y="163"/>
                      <a:pt x="3416" y="163"/>
                    </a:cubicBezTo>
                    <a:cubicBezTo>
                      <a:pt x="2574" y="163"/>
                      <a:pt x="1768" y="497"/>
                      <a:pt x="1173" y="1092"/>
                    </a:cubicBezTo>
                    <a:cubicBezTo>
                      <a:pt x="578" y="1687"/>
                      <a:pt x="244" y="2494"/>
                      <a:pt x="244" y="3336"/>
                    </a:cubicBezTo>
                    <a:cubicBezTo>
                      <a:pt x="244" y="4177"/>
                      <a:pt x="578" y="4984"/>
                      <a:pt x="1173" y="5579"/>
                    </a:cubicBezTo>
                    <a:cubicBezTo>
                      <a:pt x="1768" y="6174"/>
                      <a:pt x="2574" y="6508"/>
                      <a:pt x="341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02" name="Freeform: Shape 12201">
                <a:extLst>
                  <a:ext uri="{FF2B5EF4-FFF2-40B4-BE49-F238E27FC236}">
                    <a16:creationId xmlns:a16="http://schemas.microsoft.com/office/drawing/2014/main" id="{E3AFCEAB-7616-58A6-D69B-5EC7C2396F7A}"/>
                  </a:ext>
                </a:extLst>
              </p:cNvPr>
              <p:cNvSpPr/>
              <p:nvPr/>
            </p:nvSpPr>
            <p:spPr>
              <a:xfrm>
                <a:off x="9485060" y="5546782"/>
                <a:ext cx="6343" cy="6345"/>
              </a:xfrm>
              <a:custGeom>
                <a:avLst/>
                <a:gdLst>
                  <a:gd name="connsiteX0" fmla="*/ 3414 w 6343"/>
                  <a:gd name="connsiteY0" fmla="*/ 6508 h 6345"/>
                  <a:gd name="connsiteX1" fmla="*/ 5657 w 6343"/>
                  <a:gd name="connsiteY1" fmla="*/ 5579 h 6345"/>
                  <a:gd name="connsiteX2" fmla="*/ 6586 w 6343"/>
                  <a:gd name="connsiteY2" fmla="*/ 3336 h 6345"/>
                  <a:gd name="connsiteX3" fmla="*/ 5657 w 6343"/>
                  <a:gd name="connsiteY3" fmla="*/ 1092 h 6345"/>
                  <a:gd name="connsiteX4" fmla="*/ 3414 w 6343"/>
                  <a:gd name="connsiteY4" fmla="*/ 163 h 6345"/>
                  <a:gd name="connsiteX5" fmla="*/ 1171 w 6343"/>
                  <a:gd name="connsiteY5" fmla="*/ 1092 h 6345"/>
                  <a:gd name="connsiteX6" fmla="*/ 242 w 6343"/>
                  <a:gd name="connsiteY6" fmla="*/ 3336 h 6345"/>
                  <a:gd name="connsiteX7" fmla="*/ 1171 w 6343"/>
                  <a:gd name="connsiteY7" fmla="*/ 5579 h 6345"/>
                  <a:gd name="connsiteX8" fmla="*/ 341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8"/>
                    </a:moveTo>
                    <a:cubicBezTo>
                      <a:pt x="4255" y="6508"/>
                      <a:pt x="5062" y="6174"/>
                      <a:pt x="5657" y="5579"/>
                    </a:cubicBezTo>
                    <a:cubicBezTo>
                      <a:pt x="6251" y="4984"/>
                      <a:pt x="6586" y="4177"/>
                      <a:pt x="6586" y="3336"/>
                    </a:cubicBezTo>
                    <a:cubicBezTo>
                      <a:pt x="6586" y="2494"/>
                      <a:pt x="6251" y="1687"/>
                      <a:pt x="5657" y="1092"/>
                    </a:cubicBezTo>
                    <a:cubicBezTo>
                      <a:pt x="5062" y="497"/>
                      <a:pt x="4255" y="163"/>
                      <a:pt x="3414" y="163"/>
                    </a:cubicBezTo>
                    <a:cubicBezTo>
                      <a:pt x="2573" y="163"/>
                      <a:pt x="1766" y="497"/>
                      <a:pt x="1171" y="1092"/>
                    </a:cubicBezTo>
                    <a:cubicBezTo>
                      <a:pt x="577" y="1687"/>
                      <a:pt x="242" y="2494"/>
                      <a:pt x="242" y="3336"/>
                    </a:cubicBezTo>
                    <a:cubicBezTo>
                      <a:pt x="242" y="4177"/>
                      <a:pt x="577" y="4984"/>
                      <a:pt x="1171" y="5579"/>
                    </a:cubicBezTo>
                    <a:cubicBezTo>
                      <a:pt x="1766" y="6174"/>
                      <a:pt x="2573" y="6508"/>
                      <a:pt x="341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03" name="Freeform: Shape 12202">
                <a:extLst>
                  <a:ext uri="{FF2B5EF4-FFF2-40B4-BE49-F238E27FC236}">
                    <a16:creationId xmlns:a16="http://schemas.microsoft.com/office/drawing/2014/main" id="{7921D6C0-CDB7-DEFC-C45B-B6FCD919B671}"/>
                  </a:ext>
                </a:extLst>
              </p:cNvPr>
              <p:cNvSpPr/>
              <p:nvPr/>
            </p:nvSpPr>
            <p:spPr>
              <a:xfrm>
                <a:off x="9483662" y="5548016"/>
                <a:ext cx="6343" cy="6345"/>
              </a:xfrm>
              <a:custGeom>
                <a:avLst/>
                <a:gdLst>
                  <a:gd name="connsiteX0" fmla="*/ 3414 w 6343"/>
                  <a:gd name="connsiteY0" fmla="*/ 6508 h 6345"/>
                  <a:gd name="connsiteX1" fmla="*/ 5657 w 6343"/>
                  <a:gd name="connsiteY1" fmla="*/ 5579 h 6345"/>
                  <a:gd name="connsiteX2" fmla="*/ 6585 w 6343"/>
                  <a:gd name="connsiteY2" fmla="*/ 3336 h 6345"/>
                  <a:gd name="connsiteX3" fmla="*/ 5657 w 6343"/>
                  <a:gd name="connsiteY3" fmla="*/ 1092 h 6345"/>
                  <a:gd name="connsiteX4" fmla="*/ 3414 w 6343"/>
                  <a:gd name="connsiteY4" fmla="*/ 163 h 6345"/>
                  <a:gd name="connsiteX5" fmla="*/ 1171 w 6343"/>
                  <a:gd name="connsiteY5" fmla="*/ 1092 h 6345"/>
                  <a:gd name="connsiteX6" fmla="*/ 242 w 6343"/>
                  <a:gd name="connsiteY6" fmla="*/ 3336 h 6345"/>
                  <a:gd name="connsiteX7" fmla="*/ 1171 w 6343"/>
                  <a:gd name="connsiteY7" fmla="*/ 5579 h 6345"/>
                  <a:gd name="connsiteX8" fmla="*/ 341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8"/>
                    </a:moveTo>
                    <a:cubicBezTo>
                      <a:pt x="4255" y="6508"/>
                      <a:pt x="5062" y="6174"/>
                      <a:pt x="5657" y="5579"/>
                    </a:cubicBezTo>
                    <a:cubicBezTo>
                      <a:pt x="6251" y="4984"/>
                      <a:pt x="6585" y="4177"/>
                      <a:pt x="6585" y="3336"/>
                    </a:cubicBezTo>
                    <a:cubicBezTo>
                      <a:pt x="6585" y="2494"/>
                      <a:pt x="6251" y="1687"/>
                      <a:pt x="5657" y="1092"/>
                    </a:cubicBezTo>
                    <a:cubicBezTo>
                      <a:pt x="5062" y="497"/>
                      <a:pt x="4255" y="163"/>
                      <a:pt x="3414" y="163"/>
                    </a:cubicBezTo>
                    <a:cubicBezTo>
                      <a:pt x="2573" y="163"/>
                      <a:pt x="1766" y="497"/>
                      <a:pt x="1171" y="1092"/>
                    </a:cubicBezTo>
                    <a:cubicBezTo>
                      <a:pt x="577" y="1687"/>
                      <a:pt x="242" y="2494"/>
                      <a:pt x="242" y="3336"/>
                    </a:cubicBezTo>
                    <a:cubicBezTo>
                      <a:pt x="242" y="4177"/>
                      <a:pt x="577" y="4984"/>
                      <a:pt x="1171" y="5579"/>
                    </a:cubicBezTo>
                    <a:cubicBezTo>
                      <a:pt x="1766" y="6174"/>
                      <a:pt x="2573" y="6508"/>
                      <a:pt x="341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04" name="Freeform: Shape 12203">
                <a:extLst>
                  <a:ext uri="{FF2B5EF4-FFF2-40B4-BE49-F238E27FC236}">
                    <a16:creationId xmlns:a16="http://schemas.microsoft.com/office/drawing/2014/main" id="{B9B29F3A-7CD8-E544-9EAB-060DE441E4E5}"/>
                  </a:ext>
                </a:extLst>
              </p:cNvPr>
              <p:cNvSpPr/>
              <p:nvPr/>
            </p:nvSpPr>
            <p:spPr>
              <a:xfrm>
                <a:off x="9482249" y="5549241"/>
                <a:ext cx="6343" cy="6345"/>
              </a:xfrm>
              <a:custGeom>
                <a:avLst/>
                <a:gdLst>
                  <a:gd name="connsiteX0" fmla="*/ 3414 w 6343"/>
                  <a:gd name="connsiteY0" fmla="*/ 6509 h 6345"/>
                  <a:gd name="connsiteX1" fmla="*/ 5656 w 6343"/>
                  <a:gd name="connsiteY1" fmla="*/ 5579 h 6345"/>
                  <a:gd name="connsiteX2" fmla="*/ 6585 w 6343"/>
                  <a:gd name="connsiteY2" fmla="*/ 3336 h 6345"/>
                  <a:gd name="connsiteX3" fmla="*/ 5656 w 6343"/>
                  <a:gd name="connsiteY3" fmla="*/ 1092 h 6345"/>
                  <a:gd name="connsiteX4" fmla="*/ 3414 w 6343"/>
                  <a:gd name="connsiteY4" fmla="*/ 163 h 6345"/>
                  <a:gd name="connsiteX5" fmla="*/ 1171 w 6343"/>
                  <a:gd name="connsiteY5" fmla="*/ 1092 h 6345"/>
                  <a:gd name="connsiteX6" fmla="*/ 242 w 6343"/>
                  <a:gd name="connsiteY6" fmla="*/ 3336 h 6345"/>
                  <a:gd name="connsiteX7" fmla="*/ 1171 w 6343"/>
                  <a:gd name="connsiteY7" fmla="*/ 5579 h 6345"/>
                  <a:gd name="connsiteX8" fmla="*/ 3414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9"/>
                    </a:moveTo>
                    <a:cubicBezTo>
                      <a:pt x="4255" y="6509"/>
                      <a:pt x="5062" y="6174"/>
                      <a:pt x="5656" y="5579"/>
                    </a:cubicBezTo>
                    <a:cubicBezTo>
                      <a:pt x="6251" y="4984"/>
                      <a:pt x="6585" y="4177"/>
                      <a:pt x="6585" y="3336"/>
                    </a:cubicBezTo>
                    <a:cubicBezTo>
                      <a:pt x="6585" y="2494"/>
                      <a:pt x="6251" y="1687"/>
                      <a:pt x="5656" y="1092"/>
                    </a:cubicBezTo>
                    <a:cubicBezTo>
                      <a:pt x="5062" y="497"/>
                      <a:pt x="4255" y="163"/>
                      <a:pt x="3414" y="163"/>
                    </a:cubicBezTo>
                    <a:cubicBezTo>
                      <a:pt x="2573" y="163"/>
                      <a:pt x="1766" y="497"/>
                      <a:pt x="1171" y="1092"/>
                    </a:cubicBezTo>
                    <a:cubicBezTo>
                      <a:pt x="576" y="1687"/>
                      <a:pt x="242" y="2494"/>
                      <a:pt x="242" y="3336"/>
                    </a:cubicBezTo>
                    <a:cubicBezTo>
                      <a:pt x="242" y="4177"/>
                      <a:pt x="576" y="4984"/>
                      <a:pt x="1171" y="5579"/>
                    </a:cubicBezTo>
                    <a:cubicBezTo>
                      <a:pt x="1766" y="6174"/>
                      <a:pt x="2573" y="6509"/>
                      <a:pt x="3414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05" name="Freeform: Shape 12204">
                <a:extLst>
                  <a:ext uri="{FF2B5EF4-FFF2-40B4-BE49-F238E27FC236}">
                    <a16:creationId xmlns:a16="http://schemas.microsoft.com/office/drawing/2014/main" id="{E1B73CD4-4545-CC40-0EF7-5D9BB250B5B2}"/>
                  </a:ext>
                </a:extLst>
              </p:cNvPr>
              <p:cNvSpPr/>
              <p:nvPr/>
            </p:nvSpPr>
            <p:spPr>
              <a:xfrm>
                <a:off x="9478035" y="5553677"/>
                <a:ext cx="6343" cy="6345"/>
              </a:xfrm>
              <a:custGeom>
                <a:avLst/>
                <a:gdLst>
                  <a:gd name="connsiteX0" fmla="*/ 3413 w 6343"/>
                  <a:gd name="connsiteY0" fmla="*/ 6509 h 6345"/>
                  <a:gd name="connsiteX1" fmla="*/ 5656 w 6343"/>
                  <a:gd name="connsiteY1" fmla="*/ 5580 h 6345"/>
                  <a:gd name="connsiteX2" fmla="*/ 6585 w 6343"/>
                  <a:gd name="connsiteY2" fmla="*/ 3336 h 6345"/>
                  <a:gd name="connsiteX3" fmla="*/ 5656 w 6343"/>
                  <a:gd name="connsiteY3" fmla="*/ 1093 h 6345"/>
                  <a:gd name="connsiteX4" fmla="*/ 3413 w 6343"/>
                  <a:gd name="connsiteY4" fmla="*/ 163 h 6345"/>
                  <a:gd name="connsiteX5" fmla="*/ 1171 w 6343"/>
                  <a:gd name="connsiteY5" fmla="*/ 1093 h 6345"/>
                  <a:gd name="connsiteX6" fmla="*/ 242 w 6343"/>
                  <a:gd name="connsiteY6" fmla="*/ 3336 h 6345"/>
                  <a:gd name="connsiteX7" fmla="*/ 1171 w 6343"/>
                  <a:gd name="connsiteY7" fmla="*/ 5580 h 6345"/>
                  <a:gd name="connsiteX8" fmla="*/ 3413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9"/>
                    </a:moveTo>
                    <a:cubicBezTo>
                      <a:pt x="4255" y="6509"/>
                      <a:pt x="5061" y="6175"/>
                      <a:pt x="5656" y="5580"/>
                    </a:cubicBezTo>
                    <a:cubicBezTo>
                      <a:pt x="6251" y="4985"/>
                      <a:pt x="6585" y="4178"/>
                      <a:pt x="6585" y="3336"/>
                    </a:cubicBezTo>
                    <a:cubicBezTo>
                      <a:pt x="6585" y="2495"/>
                      <a:pt x="6251" y="1688"/>
                      <a:pt x="5656" y="1093"/>
                    </a:cubicBezTo>
                    <a:cubicBezTo>
                      <a:pt x="5061" y="498"/>
                      <a:pt x="4255" y="163"/>
                      <a:pt x="3413" y="163"/>
                    </a:cubicBezTo>
                    <a:cubicBezTo>
                      <a:pt x="2572" y="163"/>
                      <a:pt x="1766" y="498"/>
                      <a:pt x="1171" y="1093"/>
                    </a:cubicBezTo>
                    <a:cubicBezTo>
                      <a:pt x="576" y="1688"/>
                      <a:pt x="242" y="2495"/>
                      <a:pt x="242" y="3336"/>
                    </a:cubicBezTo>
                    <a:cubicBezTo>
                      <a:pt x="242" y="4178"/>
                      <a:pt x="576" y="4985"/>
                      <a:pt x="1171" y="5580"/>
                    </a:cubicBezTo>
                    <a:cubicBezTo>
                      <a:pt x="1766" y="6175"/>
                      <a:pt x="2572" y="6509"/>
                      <a:pt x="3413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06" name="Freeform: Shape 12205">
                <a:extLst>
                  <a:ext uri="{FF2B5EF4-FFF2-40B4-BE49-F238E27FC236}">
                    <a16:creationId xmlns:a16="http://schemas.microsoft.com/office/drawing/2014/main" id="{F2FE7406-DB8B-7D3F-E3C0-519903033111}"/>
                  </a:ext>
                </a:extLst>
              </p:cNvPr>
              <p:cNvSpPr/>
              <p:nvPr/>
            </p:nvSpPr>
            <p:spPr>
              <a:xfrm>
                <a:off x="9476572" y="5554933"/>
                <a:ext cx="6343" cy="6345"/>
              </a:xfrm>
              <a:custGeom>
                <a:avLst/>
                <a:gdLst>
                  <a:gd name="connsiteX0" fmla="*/ 3413 w 6343"/>
                  <a:gd name="connsiteY0" fmla="*/ 6509 h 6345"/>
                  <a:gd name="connsiteX1" fmla="*/ 5656 w 6343"/>
                  <a:gd name="connsiteY1" fmla="*/ 5580 h 6345"/>
                  <a:gd name="connsiteX2" fmla="*/ 6585 w 6343"/>
                  <a:gd name="connsiteY2" fmla="*/ 3336 h 6345"/>
                  <a:gd name="connsiteX3" fmla="*/ 5656 w 6343"/>
                  <a:gd name="connsiteY3" fmla="*/ 1093 h 6345"/>
                  <a:gd name="connsiteX4" fmla="*/ 3413 w 6343"/>
                  <a:gd name="connsiteY4" fmla="*/ 164 h 6345"/>
                  <a:gd name="connsiteX5" fmla="*/ 1171 w 6343"/>
                  <a:gd name="connsiteY5" fmla="*/ 1093 h 6345"/>
                  <a:gd name="connsiteX6" fmla="*/ 242 w 6343"/>
                  <a:gd name="connsiteY6" fmla="*/ 3336 h 6345"/>
                  <a:gd name="connsiteX7" fmla="*/ 1171 w 6343"/>
                  <a:gd name="connsiteY7" fmla="*/ 5580 h 6345"/>
                  <a:gd name="connsiteX8" fmla="*/ 3413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9"/>
                    </a:moveTo>
                    <a:cubicBezTo>
                      <a:pt x="4254" y="6509"/>
                      <a:pt x="5061" y="6175"/>
                      <a:pt x="5656" y="5580"/>
                    </a:cubicBezTo>
                    <a:cubicBezTo>
                      <a:pt x="6251" y="4985"/>
                      <a:pt x="6585" y="4178"/>
                      <a:pt x="6585" y="3336"/>
                    </a:cubicBezTo>
                    <a:cubicBezTo>
                      <a:pt x="6585" y="2495"/>
                      <a:pt x="6251" y="1688"/>
                      <a:pt x="5656" y="1093"/>
                    </a:cubicBezTo>
                    <a:cubicBezTo>
                      <a:pt x="5061" y="498"/>
                      <a:pt x="4254" y="164"/>
                      <a:pt x="3413" y="164"/>
                    </a:cubicBezTo>
                    <a:cubicBezTo>
                      <a:pt x="2572" y="164"/>
                      <a:pt x="1765" y="498"/>
                      <a:pt x="1171" y="1093"/>
                    </a:cubicBezTo>
                    <a:cubicBezTo>
                      <a:pt x="576" y="1688"/>
                      <a:pt x="242" y="2495"/>
                      <a:pt x="242" y="3336"/>
                    </a:cubicBezTo>
                    <a:cubicBezTo>
                      <a:pt x="242" y="4178"/>
                      <a:pt x="576" y="4985"/>
                      <a:pt x="1171" y="5580"/>
                    </a:cubicBezTo>
                    <a:cubicBezTo>
                      <a:pt x="1765" y="6175"/>
                      <a:pt x="2572" y="6509"/>
                      <a:pt x="3413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07" name="Freeform: Shape 12206">
                <a:extLst>
                  <a:ext uri="{FF2B5EF4-FFF2-40B4-BE49-F238E27FC236}">
                    <a16:creationId xmlns:a16="http://schemas.microsoft.com/office/drawing/2014/main" id="{08966A8B-D8DE-2427-3A03-8990E0BA6315}"/>
                  </a:ext>
                </a:extLst>
              </p:cNvPr>
              <p:cNvSpPr/>
              <p:nvPr/>
            </p:nvSpPr>
            <p:spPr>
              <a:xfrm>
                <a:off x="9474862" y="5554195"/>
                <a:ext cx="6343" cy="6345"/>
              </a:xfrm>
              <a:custGeom>
                <a:avLst/>
                <a:gdLst>
                  <a:gd name="connsiteX0" fmla="*/ 3413 w 6343"/>
                  <a:gd name="connsiteY0" fmla="*/ 6509 h 6345"/>
                  <a:gd name="connsiteX1" fmla="*/ 5656 w 6343"/>
                  <a:gd name="connsiteY1" fmla="*/ 5580 h 6345"/>
                  <a:gd name="connsiteX2" fmla="*/ 6585 w 6343"/>
                  <a:gd name="connsiteY2" fmla="*/ 3336 h 6345"/>
                  <a:gd name="connsiteX3" fmla="*/ 5656 w 6343"/>
                  <a:gd name="connsiteY3" fmla="*/ 1093 h 6345"/>
                  <a:gd name="connsiteX4" fmla="*/ 3413 w 6343"/>
                  <a:gd name="connsiteY4" fmla="*/ 163 h 6345"/>
                  <a:gd name="connsiteX5" fmla="*/ 1171 w 6343"/>
                  <a:gd name="connsiteY5" fmla="*/ 1093 h 6345"/>
                  <a:gd name="connsiteX6" fmla="*/ 242 w 6343"/>
                  <a:gd name="connsiteY6" fmla="*/ 3336 h 6345"/>
                  <a:gd name="connsiteX7" fmla="*/ 1171 w 6343"/>
                  <a:gd name="connsiteY7" fmla="*/ 5580 h 6345"/>
                  <a:gd name="connsiteX8" fmla="*/ 3413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9"/>
                    </a:moveTo>
                    <a:cubicBezTo>
                      <a:pt x="4254" y="6509"/>
                      <a:pt x="5061" y="6175"/>
                      <a:pt x="5656" y="5580"/>
                    </a:cubicBezTo>
                    <a:cubicBezTo>
                      <a:pt x="6251" y="4985"/>
                      <a:pt x="6585" y="4178"/>
                      <a:pt x="6585" y="3336"/>
                    </a:cubicBezTo>
                    <a:cubicBezTo>
                      <a:pt x="6585" y="2495"/>
                      <a:pt x="6251" y="1688"/>
                      <a:pt x="5656" y="1093"/>
                    </a:cubicBezTo>
                    <a:cubicBezTo>
                      <a:pt x="5061" y="498"/>
                      <a:pt x="4254" y="163"/>
                      <a:pt x="3413" y="163"/>
                    </a:cubicBezTo>
                    <a:cubicBezTo>
                      <a:pt x="2572" y="163"/>
                      <a:pt x="1765" y="498"/>
                      <a:pt x="1171" y="1093"/>
                    </a:cubicBezTo>
                    <a:cubicBezTo>
                      <a:pt x="576" y="1688"/>
                      <a:pt x="242" y="2495"/>
                      <a:pt x="242" y="3336"/>
                    </a:cubicBezTo>
                    <a:cubicBezTo>
                      <a:pt x="242" y="4178"/>
                      <a:pt x="576" y="4985"/>
                      <a:pt x="1171" y="5580"/>
                    </a:cubicBezTo>
                    <a:cubicBezTo>
                      <a:pt x="1765" y="6175"/>
                      <a:pt x="2572" y="6509"/>
                      <a:pt x="3413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08" name="Freeform: Shape 12207">
                <a:extLst>
                  <a:ext uri="{FF2B5EF4-FFF2-40B4-BE49-F238E27FC236}">
                    <a16:creationId xmlns:a16="http://schemas.microsoft.com/office/drawing/2014/main" id="{048DAF68-3909-7A51-E512-29A7A5724E56}"/>
                  </a:ext>
                </a:extLst>
              </p:cNvPr>
              <p:cNvSpPr/>
              <p:nvPr/>
            </p:nvSpPr>
            <p:spPr>
              <a:xfrm>
                <a:off x="9473265" y="5554377"/>
                <a:ext cx="6343" cy="6345"/>
              </a:xfrm>
              <a:custGeom>
                <a:avLst/>
                <a:gdLst>
                  <a:gd name="connsiteX0" fmla="*/ 3413 w 6343"/>
                  <a:gd name="connsiteY0" fmla="*/ 6509 h 6345"/>
                  <a:gd name="connsiteX1" fmla="*/ 5656 w 6343"/>
                  <a:gd name="connsiteY1" fmla="*/ 5580 h 6345"/>
                  <a:gd name="connsiteX2" fmla="*/ 6585 w 6343"/>
                  <a:gd name="connsiteY2" fmla="*/ 3336 h 6345"/>
                  <a:gd name="connsiteX3" fmla="*/ 5656 w 6343"/>
                  <a:gd name="connsiteY3" fmla="*/ 1093 h 6345"/>
                  <a:gd name="connsiteX4" fmla="*/ 3413 w 6343"/>
                  <a:gd name="connsiteY4" fmla="*/ 163 h 6345"/>
                  <a:gd name="connsiteX5" fmla="*/ 1170 w 6343"/>
                  <a:gd name="connsiteY5" fmla="*/ 1093 h 6345"/>
                  <a:gd name="connsiteX6" fmla="*/ 242 w 6343"/>
                  <a:gd name="connsiteY6" fmla="*/ 3336 h 6345"/>
                  <a:gd name="connsiteX7" fmla="*/ 1170 w 6343"/>
                  <a:gd name="connsiteY7" fmla="*/ 5580 h 6345"/>
                  <a:gd name="connsiteX8" fmla="*/ 3413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9"/>
                    </a:moveTo>
                    <a:cubicBezTo>
                      <a:pt x="4254" y="6509"/>
                      <a:pt x="5061" y="6175"/>
                      <a:pt x="5656" y="5580"/>
                    </a:cubicBezTo>
                    <a:cubicBezTo>
                      <a:pt x="6250" y="4985"/>
                      <a:pt x="6585" y="4178"/>
                      <a:pt x="6585" y="3336"/>
                    </a:cubicBezTo>
                    <a:cubicBezTo>
                      <a:pt x="6585" y="2495"/>
                      <a:pt x="6250" y="1688"/>
                      <a:pt x="5656" y="1093"/>
                    </a:cubicBezTo>
                    <a:cubicBezTo>
                      <a:pt x="5061" y="498"/>
                      <a:pt x="4254" y="163"/>
                      <a:pt x="3413" y="163"/>
                    </a:cubicBezTo>
                    <a:cubicBezTo>
                      <a:pt x="2572" y="163"/>
                      <a:pt x="1765" y="498"/>
                      <a:pt x="1170" y="1093"/>
                    </a:cubicBezTo>
                    <a:cubicBezTo>
                      <a:pt x="576" y="1688"/>
                      <a:pt x="242" y="2495"/>
                      <a:pt x="242" y="3336"/>
                    </a:cubicBezTo>
                    <a:cubicBezTo>
                      <a:pt x="242" y="4178"/>
                      <a:pt x="576" y="4985"/>
                      <a:pt x="1170" y="5580"/>
                    </a:cubicBezTo>
                    <a:cubicBezTo>
                      <a:pt x="1765" y="6175"/>
                      <a:pt x="2572" y="6509"/>
                      <a:pt x="3413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09" name="Freeform: Shape 12208">
                <a:extLst>
                  <a:ext uri="{FF2B5EF4-FFF2-40B4-BE49-F238E27FC236}">
                    <a16:creationId xmlns:a16="http://schemas.microsoft.com/office/drawing/2014/main" id="{F5997A8C-3FC9-80B1-C79E-0E8292C69358}"/>
                  </a:ext>
                </a:extLst>
              </p:cNvPr>
              <p:cNvSpPr/>
              <p:nvPr/>
            </p:nvSpPr>
            <p:spPr>
              <a:xfrm>
                <a:off x="9471622" y="5554114"/>
                <a:ext cx="6343" cy="6345"/>
              </a:xfrm>
              <a:custGeom>
                <a:avLst/>
                <a:gdLst>
                  <a:gd name="connsiteX0" fmla="*/ 3413 w 6343"/>
                  <a:gd name="connsiteY0" fmla="*/ 6509 h 6345"/>
                  <a:gd name="connsiteX1" fmla="*/ 5656 w 6343"/>
                  <a:gd name="connsiteY1" fmla="*/ 5580 h 6345"/>
                  <a:gd name="connsiteX2" fmla="*/ 6585 w 6343"/>
                  <a:gd name="connsiteY2" fmla="*/ 3336 h 6345"/>
                  <a:gd name="connsiteX3" fmla="*/ 5656 w 6343"/>
                  <a:gd name="connsiteY3" fmla="*/ 1093 h 6345"/>
                  <a:gd name="connsiteX4" fmla="*/ 3413 w 6343"/>
                  <a:gd name="connsiteY4" fmla="*/ 163 h 6345"/>
                  <a:gd name="connsiteX5" fmla="*/ 1170 w 6343"/>
                  <a:gd name="connsiteY5" fmla="*/ 1093 h 6345"/>
                  <a:gd name="connsiteX6" fmla="*/ 241 w 6343"/>
                  <a:gd name="connsiteY6" fmla="*/ 3336 h 6345"/>
                  <a:gd name="connsiteX7" fmla="*/ 1170 w 6343"/>
                  <a:gd name="connsiteY7" fmla="*/ 5580 h 6345"/>
                  <a:gd name="connsiteX8" fmla="*/ 3413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9"/>
                    </a:moveTo>
                    <a:cubicBezTo>
                      <a:pt x="4254" y="6509"/>
                      <a:pt x="5061" y="6175"/>
                      <a:pt x="5656" y="5580"/>
                    </a:cubicBezTo>
                    <a:cubicBezTo>
                      <a:pt x="6250" y="4985"/>
                      <a:pt x="6585" y="4178"/>
                      <a:pt x="6585" y="3336"/>
                    </a:cubicBezTo>
                    <a:cubicBezTo>
                      <a:pt x="6585" y="2495"/>
                      <a:pt x="6250" y="1688"/>
                      <a:pt x="5656" y="1093"/>
                    </a:cubicBezTo>
                    <a:cubicBezTo>
                      <a:pt x="5061" y="498"/>
                      <a:pt x="4254" y="163"/>
                      <a:pt x="3413" y="163"/>
                    </a:cubicBezTo>
                    <a:cubicBezTo>
                      <a:pt x="2572" y="163"/>
                      <a:pt x="1765" y="498"/>
                      <a:pt x="1170" y="1093"/>
                    </a:cubicBezTo>
                    <a:cubicBezTo>
                      <a:pt x="576" y="1688"/>
                      <a:pt x="241" y="2495"/>
                      <a:pt x="241" y="3336"/>
                    </a:cubicBezTo>
                    <a:cubicBezTo>
                      <a:pt x="241" y="4178"/>
                      <a:pt x="576" y="4985"/>
                      <a:pt x="1170" y="5580"/>
                    </a:cubicBezTo>
                    <a:cubicBezTo>
                      <a:pt x="1765" y="6175"/>
                      <a:pt x="2572" y="6509"/>
                      <a:pt x="3413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10" name="Freeform: Shape 12209">
                <a:extLst>
                  <a:ext uri="{FF2B5EF4-FFF2-40B4-BE49-F238E27FC236}">
                    <a16:creationId xmlns:a16="http://schemas.microsoft.com/office/drawing/2014/main" id="{BCD94914-25C0-015C-2CF3-D6DF60381589}"/>
                  </a:ext>
                </a:extLst>
              </p:cNvPr>
              <p:cNvSpPr/>
              <p:nvPr/>
            </p:nvSpPr>
            <p:spPr>
              <a:xfrm>
                <a:off x="9469996" y="5553966"/>
                <a:ext cx="6343" cy="6345"/>
              </a:xfrm>
              <a:custGeom>
                <a:avLst/>
                <a:gdLst>
                  <a:gd name="connsiteX0" fmla="*/ 3413 w 6343"/>
                  <a:gd name="connsiteY0" fmla="*/ 6509 h 6345"/>
                  <a:gd name="connsiteX1" fmla="*/ 5655 w 6343"/>
                  <a:gd name="connsiteY1" fmla="*/ 5580 h 6345"/>
                  <a:gd name="connsiteX2" fmla="*/ 6584 w 6343"/>
                  <a:gd name="connsiteY2" fmla="*/ 3336 h 6345"/>
                  <a:gd name="connsiteX3" fmla="*/ 5655 w 6343"/>
                  <a:gd name="connsiteY3" fmla="*/ 1093 h 6345"/>
                  <a:gd name="connsiteX4" fmla="*/ 3413 w 6343"/>
                  <a:gd name="connsiteY4" fmla="*/ 163 h 6345"/>
                  <a:gd name="connsiteX5" fmla="*/ 1170 w 6343"/>
                  <a:gd name="connsiteY5" fmla="*/ 1093 h 6345"/>
                  <a:gd name="connsiteX6" fmla="*/ 241 w 6343"/>
                  <a:gd name="connsiteY6" fmla="*/ 3336 h 6345"/>
                  <a:gd name="connsiteX7" fmla="*/ 1170 w 6343"/>
                  <a:gd name="connsiteY7" fmla="*/ 5580 h 6345"/>
                  <a:gd name="connsiteX8" fmla="*/ 3413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9"/>
                    </a:moveTo>
                    <a:cubicBezTo>
                      <a:pt x="4254" y="6509"/>
                      <a:pt x="5061" y="6175"/>
                      <a:pt x="5655" y="5580"/>
                    </a:cubicBezTo>
                    <a:cubicBezTo>
                      <a:pt x="6250" y="4985"/>
                      <a:pt x="6584" y="4178"/>
                      <a:pt x="6584" y="3336"/>
                    </a:cubicBezTo>
                    <a:cubicBezTo>
                      <a:pt x="6584" y="2495"/>
                      <a:pt x="6250" y="1688"/>
                      <a:pt x="5655" y="1093"/>
                    </a:cubicBezTo>
                    <a:cubicBezTo>
                      <a:pt x="5061" y="498"/>
                      <a:pt x="4254" y="163"/>
                      <a:pt x="3413" y="163"/>
                    </a:cubicBezTo>
                    <a:cubicBezTo>
                      <a:pt x="2572" y="163"/>
                      <a:pt x="1765" y="498"/>
                      <a:pt x="1170" y="1093"/>
                    </a:cubicBezTo>
                    <a:cubicBezTo>
                      <a:pt x="575" y="1688"/>
                      <a:pt x="241" y="2495"/>
                      <a:pt x="241" y="3336"/>
                    </a:cubicBezTo>
                    <a:cubicBezTo>
                      <a:pt x="241" y="4178"/>
                      <a:pt x="575" y="4985"/>
                      <a:pt x="1170" y="5580"/>
                    </a:cubicBezTo>
                    <a:cubicBezTo>
                      <a:pt x="1765" y="6175"/>
                      <a:pt x="2572" y="6509"/>
                      <a:pt x="3413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11" name="Freeform: Shape 12210">
                <a:extLst>
                  <a:ext uri="{FF2B5EF4-FFF2-40B4-BE49-F238E27FC236}">
                    <a16:creationId xmlns:a16="http://schemas.microsoft.com/office/drawing/2014/main" id="{0A0A1A3D-FDA5-E3BB-F057-A097EA56E8C8}"/>
                  </a:ext>
                </a:extLst>
              </p:cNvPr>
              <p:cNvSpPr/>
              <p:nvPr/>
            </p:nvSpPr>
            <p:spPr>
              <a:xfrm>
                <a:off x="9468538" y="5555612"/>
                <a:ext cx="6343" cy="6345"/>
              </a:xfrm>
              <a:custGeom>
                <a:avLst/>
                <a:gdLst>
                  <a:gd name="connsiteX0" fmla="*/ 3413 w 6343"/>
                  <a:gd name="connsiteY0" fmla="*/ 6509 h 6345"/>
                  <a:gd name="connsiteX1" fmla="*/ 5655 w 6343"/>
                  <a:gd name="connsiteY1" fmla="*/ 5580 h 6345"/>
                  <a:gd name="connsiteX2" fmla="*/ 6584 w 6343"/>
                  <a:gd name="connsiteY2" fmla="*/ 3336 h 6345"/>
                  <a:gd name="connsiteX3" fmla="*/ 5655 w 6343"/>
                  <a:gd name="connsiteY3" fmla="*/ 1093 h 6345"/>
                  <a:gd name="connsiteX4" fmla="*/ 3413 w 6343"/>
                  <a:gd name="connsiteY4" fmla="*/ 164 h 6345"/>
                  <a:gd name="connsiteX5" fmla="*/ 1170 w 6343"/>
                  <a:gd name="connsiteY5" fmla="*/ 1093 h 6345"/>
                  <a:gd name="connsiteX6" fmla="*/ 241 w 6343"/>
                  <a:gd name="connsiteY6" fmla="*/ 3336 h 6345"/>
                  <a:gd name="connsiteX7" fmla="*/ 1170 w 6343"/>
                  <a:gd name="connsiteY7" fmla="*/ 5580 h 6345"/>
                  <a:gd name="connsiteX8" fmla="*/ 3413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9"/>
                    </a:moveTo>
                    <a:cubicBezTo>
                      <a:pt x="4254" y="6509"/>
                      <a:pt x="5061" y="6175"/>
                      <a:pt x="5655" y="5580"/>
                    </a:cubicBezTo>
                    <a:cubicBezTo>
                      <a:pt x="6250" y="4985"/>
                      <a:pt x="6584" y="4178"/>
                      <a:pt x="6584" y="3336"/>
                    </a:cubicBezTo>
                    <a:cubicBezTo>
                      <a:pt x="6584" y="2495"/>
                      <a:pt x="6250" y="1688"/>
                      <a:pt x="5655" y="1093"/>
                    </a:cubicBezTo>
                    <a:cubicBezTo>
                      <a:pt x="5061" y="498"/>
                      <a:pt x="4254" y="164"/>
                      <a:pt x="3413" y="164"/>
                    </a:cubicBezTo>
                    <a:cubicBezTo>
                      <a:pt x="2572" y="164"/>
                      <a:pt x="1765" y="498"/>
                      <a:pt x="1170" y="1093"/>
                    </a:cubicBezTo>
                    <a:cubicBezTo>
                      <a:pt x="575" y="1688"/>
                      <a:pt x="241" y="2495"/>
                      <a:pt x="241" y="3336"/>
                    </a:cubicBezTo>
                    <a:cubicBezTo>
                      <a:pt x="241" y="4178"/>
                      <a:pt x="575" y="4985"/>
                      <a:pt x="1170" y="5580"/>
                    </a:cubicBezTo>
                    <a:cubicBezTo>
                      <a:pt x="1765" y="6175"/>
                      <a:pt x="2572" y="6509"/>
                      <a:pt x="3413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12" name="Freeform: Shape 12211">
                <a:extLst>
                  <a:ext uri="{FF2B5EF4-FFF2-40B4-BE49-F238E27FC236}">
                    <a16:creationId xmlns:a16="http://schemas.microsoft.com/office/drawing/2014/main" id="{0D3D1D4C-46B8-E6A6-F39A-6A7CA968E2AD}"/>
                  </a:ext>
                </a:extLst>
              </p:cNvPr>
              <p:cNvSpPr/>
              <p:nvPr/>
            </p:nvSpPr>
            <p:spPr>
              <a:xfrm>
                <a:off x="9466912" y="5555506"/>
                <a:ext cx="6343" cy="6345"/>
              </a:xfrm>
              <a:custGeom>
                <a:avLst/>
                <a:gdLst>
                  <a:gd name="connsiteX0" fmla="*/ 3413 w 6343"/>
                  <a:gd name="connsiteY0" fmla="*/ 6509 h 6345"/>
                  <a:gd name="connsiteX1" fmla="*/ 5655 w 6343"/>
                  <a:gd name="connsiteY1" fmla="*/ 5580 h 6345"/>
                  <a:gd name="connsiteX2" fmla="*/ 6584 w 6343"/>
                  <a:gd name="connsiteY2" fmla="*/ 3336 h 6345"/>
                  <a:gd name="connsiteX3" fmla="*/ 5655 w 6343"/>
                  <a:gd name="connsiteY3" fmla="*/ 1093 h 6345"/>
                  <a:gd name="connsiteX4" fmla="*/ 3413 w 6343"/>
                  <a:gd name="connsiteY4" fmla="*/ 164 h 6345"/>
                  <a:gd name="connsiteX5" fmla="*/ 1170 w 6343"/>
                  <a:gd name="connsiteY5" fmla="*/ 1093 h 6345"/>
                  <a:gd name="connsiteX6" fmla="*/ 241 w 6343"/>
                  <a:gd name="connsiteY6" fmla="*/ 3336 h 6345"/>
                  <a:gd name="connsiteX7" fmla="*/ 1170 w 6343"/>
                  <a:gd name="connsiteY7" fmla="*/ 5580 h 6345"/>
                  <a:gd name="connsiteX8" fmla="*/ 3413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9"/>
                    </a:moveTo>
                    <a:cubicBezTo>
                      <a:pt x="4254" y="6509"/>
                      <a:pt x="5060" y="6175"/>
                      <a:pt x="5655" y="5580"/>
                    </a:cubicBezTo>
                    <a:cubicBezTo>
                      <a:pt x="6250" y="4985"/>
                      <a:pt x="6584" y="4178"/>
                      <a:pt x="6584" y="3336"/>
                    </a:cubicBezTo>
                    <a:cubicBezTo>
                      <a:pt x="6584" y="2495"/>
                      <a:pt x="6250" y="1688"/>
                      <a:pt x="5655" y="1093"/>
                    </a:cubicBezTo>
                    <a:cubicBezTo>
                      <a:pt x="5060" y="498"/>
                      <a:pt x="4254" y="164"/>
                      <a:pt x="3413" y="164"/>
                    </a:cubicBezTo>
                    <a:cubicBezTo>
                      <a:pt x="2571" y="164"/>
                      <a:pt x="1765" y="498"/>
                      <a:pt x="1170" y="1093"/>
                    </a:cubicBezTo>
                    <a:cubicBezTo>
                      <a:pt x="575" y="1688"/>
                      <a:pt x="241" y="2495"/>
                      <a:pt x="241" y="3336"/>
                    </a:cubicBezTo>
                    <a:cubicBezTo>
                      <a:pt x="241" y="4178"/>
                      <a:pt x="575" y="4985"/>
                      <a:pt x="1170" y="5580"/>
                    </a:cubicBezTo>
                    <a:cubicBezTo>
                      <a:pt x="1765" y="6175"/>
                      <a:pt x="2571" y="6509"/>
                      <a:pt x="3413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13" name="Freeform: Shape 12212">
                <a:extLst>
                  <a:ext uri="{FF2B5EF4-FFF2-40B4-BE49-F238E27FC236}">
                    <a16:creationId xmlns:a16="http://schemas.microsoft.com/office/drawing/2014/main" id="{3A99B277-BEBD-C07B-A2AF-DA3FBDDAEB78}"/>
                  </a:ext>
                </a:extLst>
              </p:cNvPr>
              <p:cNvSpPr/>
              <p:nvPr/>
            </p:nvSpPr>
            <p:spPr>
              <a:xfrm>
                <a:off x="9465437" y="5557260"/>
                <a:ext cx="6343" cy="6345"/>
              </a:xfrm>
              <a:custGeom>
                <a:avLst/>
                <a:gdLst>
                  <a:gd name="connsiteX0" fmla="*/ 3412 w 6343"/>
                  <a:gd name="connsiteY0" fmla="*/ 6509 h 6345"/>
                  <a:gd name="connsiteX1" fmla="*/ 5655 w 6343"/>
                  <a:gd name="connsiteY1" fmla="*/ 5580 h 6345"/>
                  <a:gd name="connsiteX2" fmla="*/ 6584 w 6343"/>
                  <a:gd name="connsiteY2" fmla="*/ 3336 h 6345"/>
                  <a:gd name="connsiteX3" fmla="*/ 5655 w 6343"/>
                  <a:gd name="connsiteY3" fmla="*/ 1093 h 6345"/>
                  <a:gd name="connsiteX4" fmla="*/ 3412 w 6343"/>
                  <a:gd name="connsiteY4" fmla="*/ 164 h 6345"/>
                  <a:gd name="connsiteX5" fmla="*/ 1170 w 6343"/>
                  <a:gd name="connsiteY5" fmla="*/ 1093 h 6345"/>
                  <a:gd name="connsiteX6" fmla="*/ 241 w 6343"/>
                  <a:gd name="connsiteY6" fmla="*/ 3336 h 6345"/>
                  <a:gd name="connsiteX7" fmla="*/ 1170 w 6343"/>
                  <a:gd name="connsiteY7" fmla="*/ 5580 h 6345"/>
                  <a:gd name="connsiteX8" fmla="*/ 3412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9"/>
                    </a:moveTo>
                    <a:cubicBezTo>
                      <a:pt x="4254" y="6509"/>
                      <a:pt x="5060" y="6175"/>
                      <a:pt x="5655" y="5580"/>
                    </a:cubicBezTo>
                    <a:cubicBezTo>
                      <a:pt x="6250" y="4985"/>
                      <a:pt x="6584" y="4178"/>
                      <a:pt x="6584" y="3336"/>
                    </a:cubicBezTo>
                    <a:cubicBezTo>
                      <a:pt x="6584" y="2495"/>
                      <a:pt x="6250" y="1688"/>
                      <a:pt x="5655" y="1093"/>
                    </a:cubicBezTo>
                    <a:cubicBezTo>
                      <a:pt x="5060" y="498"/>
                      <a:pt x="4254" y="164"/>
                      <a:pt x="3412" y="164"/>
                    </a:cubicBezTo>
                    <a:cubicBezTo>
                      <a:pt x="2571" y="164"/>
                      <a:pt x="1765" y="498"/>
                      <a:pt x="1170" y="1093"/>
                    </a:cubicBezTo>
                    <a:cubicBezTo>
                      <a:pt x="575" y="1688"/>
                      <a:pt x="241" y="2495"/>
                      <a:pt x="241" y="3336"/>
                    </a:cubicBezTo>
                    <a:cubicBezTo>
                      <a:pt x="241" y="4178"/>
                      <a:pt x="575" y="4985"/>
                      <a:pt x="1170" y="5580"/>
                    </a:cubicBezTo>
                    <a:cubicBezTo>
                      <a:pt x="1765" y="6175"/>
                      <a:pt x="2571" y="6509"/>
                      <a:pt x="3412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14" name="Freeform: Shape 12213">
                <a:extLst>
                  <a:ext uri="{FF2B5EF4-FFF2-40B4-BE49-F238E27FC236}">
                    <a16:creationId xmlns:a16="http://schemas.microsoft.com/office/drawing/2014/main" id="{46CE9187-EBD2-3705-1EC0-60D2603D573F}"/>
                  </a:ext>
                </a:extLst>
              </p:cNvPr>
              <p:cNvSpPr/>
              <p:nvPr/>
            </p:nvSpPr>
            <p:spPr>
              <a:xfrm>
                <a:off x="9463904" y="5558506"/>
                <a:ext cx="6343" cy="6345"/>
              </a:xfrm>
              <a:custGeom>
                <a:avLst/>
                <a:gdLst>
                  <a:gd name="connsiteX0" fmla="*/ 3412 w 6343"/>
                  <a:gd name="connsiteY0" fmla="*/ 6509 h 6345"/>
                  <a:gd name="connsiteX1" fmla="*/ 5655 w 6343"/>
                  <a:gd name="connsiteY1" fmla="*/ 5580 h 6345"/>
                  <a:gd name="connsiteX2" fmla="*/ 6584 w 6343"/>
                  <a:gd name="connsiteY2" fmla="*/ 3337 h 6345"/>
                  <a:gd name="connsiteX3" fmla="*/ 5655 w 6343"/>
                  <a:gd name="connsiteY3" fmla="*/ 1093 h 6345"/>
                  <a:gd name="connsiteX4" fmla="*/ 3412 w 6343"/>
                  <a:gd name="connsiteY4" fmla="*/ 164 h 6345"/>
                  <a:gd name="connsiteX5" fmla="*/ 1170 w 6343"/>
                  <a:gd name="connsiteY5" fmla="*/ 1093 h 6345"/>
                  <a:gd name="connsiteX6" fmla="*/ 241 w 6343"/>
                  <a:gd name="connsiteY6" fmla="*/ 3337 h 6345"/>
                  <a:gd name="connsiteX7" fmla="*/ 1170 w 6343"/>
                  <a:gd name="connsiteY7" fmla="*/ 5580 h 6345"/>
                  <a:gd name="connsiteX8" fmla="*/ 3412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9"/>
                    </a:moveTo>
                    <a:cubicBezTo>
                      <a:pt x="4253" y="6509"/>
                      <a:pt x="5060" y="6175"/>
                      <a:pt x="5655" y="5580"/>
                    </a:cubicBezTo>
                    <a:cubicBezTo>
                      <a:pt x="6250" y="4985"/>
                      <a:pt x="6584" y="4178"/>
                      <a:pt x="6584" y="3337"/>
                    </a:cubicBezTo>
                    <a:cubicBezTo>
                      <a:pt x="6584" y="2495"/>
                      <a:pt x="6250" y="1688"/>
                      <a:pt x="5655" y="1093"/>
                    </a:cubicBezTo>
                    <a:cubicBezTo>
                      <a:pt x="5060" y="498"/>
                      <a:pt x="4253" y="164"/>
                      <a:pt x="3412" y="164"/>
                    </a:cubicBezTo>
                    <a:cubicBezTo>
                      <a:pt x="2571" y="164"/>
                      <a:pt x="1764" y="498"/>
                      <a:pt x="1170" y="1093"/>
                    </a:cubicBezTo>
                    <a:cubicBezTo>
                      <a:pt x="575" y="1688"/>
                      <a:pt x="241" y="2495"/>
                      <a:pt x="241" y="3337"/>
                    </a:cubicBezTo>
                    <a:cubicBezTo>
                      <a:pt x="241" y="4178"/>
                      <a:pt x="575" y="4985"/>
                      <a:pt x="1170" y="5580"/>
                    </a:cubicBezTo>
                    <a:cubicBezTo>
                      <a:pt x="1764" y="6175"/>
                      <a:pt x="2571" y="6509"/>
                      <a:pt x="3412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15" name="Freeform: Shape 12214">
                <a:extLst>
                  <a:ext uri="{FF2B5EF4-FFF2-40B4-BE49-F238E27FC236}">
                    <a16:creationId xmlns:a16="http://schemas.microsoft.com/office/drawing/2014/main" id="{9C27C3A8-F1F4-AD9D-4F63-0C4FCDD4BF72}"/>
                  </a:ext>
                </a:extLst>
              </p:cNvPr>
              <p:cNvSpPr/>
              <p:nvPr/>
            </p:nvSpPr>
            <p:spPr>
              <a:xfrm>
                <a:off x="9462361" y="5559806"/>
                <a:ext cx="6343" cy="6345"/>
              </a:xfrm>
              <a:custGeom>
                <a:avLst/>
                <a:gdLst>
                  <a:gd name="connsiteX0" fmla="*/ 3412 w 6343"/>
                  <a:gd name="connsiteY0" fmla="*/ 6509 h 6345"/>
                  <a:gd name="connsiteX1" fmla="*/ 5655 w 6343"/>
                  <a:gd name="connsiteY1" fmla="*/ 5580 h 6345"/>
                  <a:gd name="connsiteX2" fmla="*/ 6584 w 6343"/>
                  <a:gd name="connsiteY2" fmla="*/ 3337 h 6345"/>
                  <a:gd name="connsiteX3" fmla="*/ 5655 w 6343"/>
                  <a:gd name="connsiteY3" fmla="*/ 1093 h 6345"/>
                  <a:gd name="connsiteX4" fmla="*/ 3412 w 6343"/>
                  <a:gd name="connsiteY4" fmla="*/ 164 h 6345"/>
                  <a:gd name="connsiteX5" fmla="*/ 1170 w 6343"/>
                  <a:gd name="connsiteY5" fmla="*/ 1093 h 6345"/>
                  <a:gd name="connsiteX6" fmla="*/ 241 w 6343"/>
                  <a:gd name="connsiteY6" fmla="*/ 3337 h 6345"/>
                  <a:gd name="connsiteX7" fmla="*/ 1170 w 6343"/>
                  <a:gd name="connsiteY7" fmla="*/ 5580 h 6345"/>
                  <a:gd name="connsiteX8" fmla="*/ 3412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9"/>
                    </a:moveTo>
                    <a:cubicBezTo>
                      <a:pt x="4253" y="6509"/>
                      <a:pt x="5060" y="6175"/>
                      <a:pt x="5655" y="5580"/>
                    </a:cubicBezTo>
                    <a:cubicBezTo>
                      <a:pt x="6250" y="4985"/>
                      <a:pt x="6584" y="4178"/>
                      <a:pt x="6584" y="3337"/>
                    </a:cubicBezTo>
                    <a:cubicBezTo>
                      <a:pt x="6584" y="2495"/>
                      <a:pt x="6250" y="1688"/>
                      <a:pt x="5655" y="1093"/>
                    </a:cubicBezTo>
                    <a:cubicBezTo>
                      <a:pt x="5060" y="498"/>
                      <a:pt x="4253" y="164"/>
                      <a:pt x="3412" y="164"/>
                    </a:cubicBezTo>
                    <a:cubicBezTo>
                      <a:pt x="2571" y="164"/>
                      <a:pt x="1764" y="498"/>
                      <a:pt x="1170" y="1093"/>
                    </a:cubicBezTo>
                    <a:cubicBezTo>
                      <a:pt x="575" y="1688"/>
                      <a:pt x="241" y="2495"/>
                      <a:pt x="241" y="3337"/>
                    </a:cubicBezTo>
                    <a:cubicBezTo>
                      <a:pt x="241" y="4178"/>
                      <a:pt x="575" y="4985"/>
                      <a:pt x="1170" y="5580"/>
                    </a:cubicBezTo>
                    <a:cubicBezTo>
                      <a:pt x="1764" y="6175"/>
                      <a:pt x="2571" y="6509"/>
                      <a:pt x="3412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16" name="Freeform: Shape 12215">
                <a:extLst>
                  <a:ext uri="{FF2B5EF4-FFF2-40B4-BE49-F238E27FC236}">
                    <a16:creationId xmlns:a16="http://schemas.microsoft.com/office/drawing/2014/main" id="{D47058B8-DBA1-D63D-BC03-CB53F48E80EB}"/>
                  </a:ext>
                </a:extLst>
              </p:cNvPr>
              <p:cNvSpPr/>
              <p:nvPr/>
            </p:nvSpPr>
            <p:spPr>
              <a:xfrm>
                <a:off x="9460814" y="5561284"/>
                <a:ext cx="6343" cy="6345"/>
              </a:xfrm>
              <a:custGeom>
                <a:avLst/>
                <a:gdLst>
                  <a:gd name="connsiteX0" fmla="*/ 3412 w 6343"/>
                  <a:gd name="connsiteY0" fmla="*/ 6509 h 6345"/>
                  <a:gd name="connsiteX1" fmla="*/ 5655 w 6343"/>
                  <a:gd name="connsiteY1" fmla="*/ 5580 h 6345"/>
                  <a:gd name="connsiteX2" fmla="*/ 6584 w 6343"/>
                  <a:gd name="connsiteY2" fmla="*/ 3337 h 6345"/>
                  <a:gd name="connsiteX3" fmla="*/ 5655 w 6343"/>
                  <a:gd name="connsiteY3" fmla="*/ 1093 h 6345"/>
                  <a:gd name="connsiteX4" fmla="*/ 3412 w 6343"/>
                  <a:gd name="connsiteY4" fmla="*/ 164 h 6345"/>
                  <a:gd name="connsiteX5" fmla="*/ 1169 w 6343"/>
                  <a:gd name="connsiteY5" fmla="*/ 1093 h 6345"/>
                  <a:gd name="connsiteX6" fmla="*/ 241 w 6343"/>
                  <a:gd name="connsiteY6" fmla="*/ 3337 h 6345"/>
                  <a:gd name="connsiteX7" fmla="*/ 1169 w 6343"/>
                  <a:gd name="connsiteY7" fmla="*/ 5580 h 6345"/>
                  <a:gd name="connsiteX8" fmla="*/ 3412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9"/>
                    </a:moveTo>
                    <a:cubicBezTo>
                      <a:pt x="4253" y="6509"/>
                      <a:pt x="5060" y="6175"/>
                      <a:pt x="5655" y="5580"/>
                    </a:cubicBezTo>
                    <a:cubicBezTo>
                      <a:pt x="6249" y="4985"/>
                      <a:pt x="6584" y="4178"/>
                      <a:pt x="6584" y="3337"/>
                    </a:cubicBezTo>
                    <a:cubicBezTo>
                      <a:pt x="6584" y="2495"/>
                      <a:pt x="6249" y="1688"/>
                      <a:pt x="5655" y="1093"/>
                    </a:cubicBezTo>
                    <a:cubicBezTo>
                      <a:pt x="5060" y="498"/>
                      <a:pt x="4253" y="164"/>
                      <a:pt x="3412" y="164"/>
                    </a:cubicBezTo>
                    <a:cubicBezTo>
                      <a:pt x="2571" y="164"/>
                      <a:pt x="1764" y="498"/>
                      <a:pt x="1169" y="1093"/>
                    </a:cubicBezTo>
                    <a:cubicBezTo>
                      <a:pt x="575" y="1688"/>
                      <a:pt x="241" y="2495"/>
                      <a:pt x="241" y="3337"/>
                    </a:cubicBezTo>
                    <a:cubicBezTo>
                      <a:pt x="241" y="4178"/>
                      <a:pt x="575" y="4985"/>
                      <a:pt x="1169" y="5580"/>
                    </a:cubicBezTo>
                    <a:cubicBezTo>
                      <a:pt x="1764" y="6175"/>
                      <a:pt x="2571" y="6509"/>
                      <a:pt x="3412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17" name="Freeform: Shape 12216">
                <a:extLst>
                  <a:ext uri="{FF2B5EF4-FFF2-40B4-BE49-F238E27FC236}">
                    <a16:creationId xmlns:a16="http://schemas.microsoft.com/office/drawing/2014/main" id="{21DFEA46-955C-4FF1-83F6-8292685A2347}"/>
                  </a:ext>
                </a:extLst>
              </p:cNvPr>
              <p:cNvSpPr/>
              <p:nvPr/>
            </p:nvSpPr>
            <p:spPr>
              <a:xfrm>
                <a:off x="9459226" y="5562316"/>
                <a:ext cx="6343" cy="6345"/>
              </a:xfrm>
              <a:custGeom>
                <a:avLst/>
                <a:gdLst>
                  <a:gd name="connsiteX0" fmla="*/ 3412 w 6343"/>
                  <a:gd name="connsiteY0" fmla="*/ 6510 h 6345"/>
                  <a:gd name="connsiteX1" fmla="*/ 5655 w 6343"/>
                  <a:gd name="connsiteY1" fmla="*/ 5580 h 6345"/>
                  <a:gd name="connsiteX2" fmla="*/ 6584 w 6343"/>
                  <a:gd name="connsiteY2" fmla="*/ 3337 h 6345"/>
                  <a:gd name="connsiteX3" fmla="*/ 5655 w 6343"/>
                  <a:gd name="connsiteY3" fmla="*/ 1093 h 6345"/>
                  <a:gd name="connsiteX4" fmla="*/ 3412 w 6343"/>
                  <a:gd name="connsiteY4" fmla="*/ 164 h 6345"/>
                  <a:gd name="connsiteX5" fmla="*/ 1169 w 6343"/>
                  <a:gd name="connsiteY5" fmla="*/ 1093 h 6345"/>
                  <a:gd name="connsiteX6" fmla="*/ 240 w 6343"/>
                  <a:gd name="connsiteY6" fmla="*/ 3337 h 6345"/>
                  <a:gd name="connsiteX7" fmla="*/ 1169 w 6343"/>
                  <a:gd name="connsiteY7" fmla="*/ 5580 h 6345"/>
                  <a:gd name="connsiteX8" fmla="*/ 3412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10"/>
                    </a:moveTo>
                    <a:cubicBezTo>
                      <a:pt x="4253" y="6510"/>
                      <a:pt x="5060" y="6175"/>
                      <a:pt x="5655" y="5580"/>
                    </a:cubicBezTo>
                    <a:cubicBezTo>
                      <a:pt x="6249" y="4985"/>
                      <a:pt x="6584" y="4178"/>
                      <a:pt x="6584" y="3337"/>
                    </a:cubicBezTo>
                    <a:cubicBezTo>
                      <a:pt x="6584" y="2495"/>
                      <a:pt x="6249" y="1688"/>
                      <a:pt x="5655" y="1093"/>
                    </a:cubicBezTo>
                    <a:cubicBezTo>
                      <a:pt x="5060" y="498"/>
                      <a:pt x="4253" y="164"/>
                      <a:pt x="3412" y="164"/>
                    </a:cubicBezTo>
                    <a:cubicBezTo>
                      <a:pt x="2571" y="164"/>
                      <a:pt x="1764" y="498"/>
                      <a:pt x="1169" y="1093"/>
                    </a:cubicBezTo>
                    <a:cubicBezTo>
                      <a:pt x="575" y="1688"/>
                      <a:pt x="240" y="2495"/>
                      <a:pt x="240" y="3337"/>
                    </a:cubicBezTo>
                    <a:cubicBezTo>
                      <a:pt x="240" y="4178"/>
                      <a:pt x="575" y="4985"/>
                      <a:pt x="1169" y="5580"/>
                    </a:cubicBezTo>
                    <a:cubicBezTo>
                      <a:pt x="1764" y="6175"/>
                      <a:pt x="2571" y="6510"/>
                      <a:pt x="3412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18" name="Freeform: Shape 12217">
                <a:extLst>
                  <a:ext uri="{FF2B5EF4-FFF2-40B4-BE49-F238E27FC236}">
                    <a16:creationId xmlns:a16="http://schemas.microsoft.com/office/drawing/2014/main" id="{C466FB16-7119-343C-830B-CB00CE05FC54}"/>
                  </a:ext>
                </a:extLst>
              </p:cNvPr>
              <p:cNvSpPr/>
              <p:nvPr/>
            </p:nvSpPr>
            <p:spPr>
              <a:xfrm>
                <a:off x="9457684" y="5564525"/>
                <a:ext cx="6343" cy="6345"/>
              </a:xfrm>
              <a:custGeom>
                <a:avLst/>
                <a:gdLst>
                  <a:gd name="connsiteX0" fmla="*/ 3412 w 6343"/>
                  <a:gd name="connsiteY0" fmla="*/ 6510 h 6345"/>
                  <a:gd name="connsiteX1" fmla="*/ 5655 w 6343"/>
                  <a:gd name="connsiteY1" fmla="*/ 5580 h 6345"/>
                  <a:gd name="connsiteX2" fmla="*/ 6583 w 6343"/>
                  <a:gd name="connsiteY2" fmla="*/ 3337 h 6345"/>
                  <a:gd name="connsiteX3" fmla="*/ 5655 w 6343"/>
                  <a:gd name="connsiteY3" fmla="*/ 1094 h 6345"/>
                  <a:gd name="connsiteX4" fmla="*/ 3412 w 6343"/>
                  <a:gd name="connsiteY4" fmla="*/ 164 h 6345"/>
                  <a:gd name="connsiteX5" fmla="*/ 1169 w 6343"/>
                  <a:gd name="connsiteY5" fmla="*/ 1094 h 6345"/>
                  <a:gd name="connsiteX6" fmla="*/ 240 w 6343"/>
                  <a:gd name="connsiteY6" fmla="*/ 3337 h 6345"/>
                  <a:gd name="connsiteX7" fmla="*/ 1169 w 6343"/>
                  <a:gd name="connsiteY7" fmla="*/ 5580 h 6345"/>
                  <a:gd name="connsiteX8" fmla="*/ 3412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10"/>
                    </a:moveTo>
                    <a:cubicBezTo>
                      <a:pt x="4253" y="6510"/>
                      <a:pt x="5060" y="6175"/>
                      <a:pt x="5655" y="5580"/>
                    </a:cubicBezTo>
                    <a:cubicBezTo>
                      <a:pt x="6249" y="4985"/>
                      <a:pt x="6583" y="4178"/>
                      <a:pt x="6583" y="3337"/>
                    </a:cubicBezTo>
                    <a:cubicBezTo>
                      <a:pt x="6583" y="2496"/>
                      <a:pt x="6249" y="1689"/>
                      <a:pt x="5655" y="1094"/>
                    </a:cubicBezTo>
                    <a:cubicBezTo>
                      <a:pt x="5060" y="499"/>
                      <a:pt x="4253" y="164"/>
                      <a:pt x="3412" y="164"/>
                    </a:cubicBezTo>
                    <a:cubicBezTo>
                      <a:pt x="2571" y="164"/>
                      <a:pt x="1764" y="499"/>
                      <a:pt x="1169" y="1094"/>
                    </a:cubicBezTo>
                    <a:cubicBezTo>
                      <a:pt x="574" y="1689"/>
                      <a:pt x="240" y="2496"/>
                      <a:pt x="240" y="3337"/>
                    </a:cubicBezTo>
                    <a:cubicBezTo>
                      <a:pt x="240" y="4178"/>
                      <a:pt x="574" y="4985"/>
                      <a:pt x="1169" y="5580"/>
                    </a:cubicBezTo>
                    <a:cubicBezTo>
                      <a:pt x="1764" y="6175"/>
                      <a:pt x="2571" y="6510"/>
                      <a:pt x="3412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19" name="Freeform: Shape 12218">
                <a:extLst>
                  <a:ext uri="{FF2B5EF4-FFF2-40B4-BE49-F238E27FC236}">
                    <a16:creationId xmlns:a16="http://schemas.microsoft.com/office/drawing/2014/main" id="{82A6FD96-B696-EEBE-EF31-994C3C81D684}"/>
                  </a:ext>
                </a:extLst>
              </p:cNvPr>
              <p:cNvSpPr/>
              <p:nvPr/>
            </p:nvSpPr>
            <p:spPr>
              <a:xfrm>
                <a:off x="9456064" y="5565538"/>
                <a:ext cx="6343" cy="6345"/>
              </a:xfrm>
              <a:custGeom>
                <a:avLst/>
                <a:gdLst>
                  <a:gd name="connsiteX0" fmla="*/ 3412 w 6343"/>
                  <a:gd name="connsiteY0" fmla="*/ 6510 h 6345"/>
                  <a:gd name="connsiteX1" fmla="*/ 5654 w 6343"/>
                  <a:gd name="connsiteY1" fmla="*/ 5581 h 6345"/>
                  <a:gd name="connsiteX2" fmla="*/ 6583 w 6343"/>
                  <a:gd name="connsiteY2" fmla="*/ 3337 h 6345"/>
                  <a:gd name="connsiteX3" fmla="*/ 5654 w 6343"/>
                  <a:gd name="connsiteY3" fmla="*/ 1094 h 6345"/>
                  <a:gd name="connsiteX4" fmla="*/ 3412 w 6343"/>
                  <a:gd name="connsiteY4" fmla="*/ 164 h 6345"/>
                  <a:gd name="connsiteX5" fmla="*/ 1169 w 6343"/>
                  <a:gd name="connsiteY5" fmla="*/ 1094 h 6345"/>
                  <a:gd name="connsiteX6" fmla="*/ 240 w 6343"/>
                  <a:gd name="connsiteY6" fmla="*/ 3337 h 6345"/>
                  <a:gd name="connsiteX7" fmla="*/ 1169 w 6343"/>
                  <a:gd name="connsiteY7" fmla="*/ 5581 h 6345"/>
                  <a:gd name="connsiteX8" fmla="*/ 3412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10"/>
                    </a:moveTo>
                    <a:cubicBezTo>
                      <a:pt x="4253" y="6510"/>
                      <a:pt x="5060" y="6175"/>
                      <a:pt x="5654" y="5581"/>
                    </a:cubicBezTo>
                    <a:cubicBezTo>
                      <a:pt x="6249" y="4986"/>
                      <a:pt x="6583" y="4178"/>
                      <a:pt x="6583" y="3337"/>
                    </a:cubicBezTo>
                    <a:cubicBezTo>
                      <a:pt x="6583" y="2496"/>
                      <a:pt x="6249" y="1689"/>
                      <a:pt x="5654" y="1094"/>
                    </a:cubicBezTo>
                    <a:cubicBezTo>
                      <a:pt x="5060" y="499"/>
                      <a:pt x="4253" y="164"/>
                      <a:pt x="3412" y="164"/>
                    </a:cubicBezTo>
                    <a:cubicBezTo>
                      <a:pt x="2571" y="164"/>
                      <a:pt x="1764" y="499"/>
                      <a:pt x="1169" y="1094"/>
                    </a:cubicBezTo>
                    <a:cubicBezTo>
                      <a:pt x="574" y="1689"/>
                      <a:pt x="240" y="2496"/>
                      <a:pt x="240" y="3337"/>
                    </a:cubicBezTo>
                    <a:cubicBezTo>
                      <a:pt x="240" y="4178"/>
                      <a:pt x="574" y="4986"/>
                      <a:pt x="1169" y="5581"/>
                    </a:cubicBezTo>
                    <a:cubicBezTo>
                      <a:pt x="1764" y="6175"/>
                      <a:pt x="2571" y="6510"/>
                      <a:pt x="3412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20" name="Freeform: Shape 12219">
                <a:extLst>
                  <a:ext uri="{FF2B5EF4-FFF2-40B4-BE49-F238E27FC236}">
                    <a16:creationId xmlns:a16="http://schemas.microsoft.com/office/drawing/2014/main" id="{3EA7FA91-7D8D-127E-08B1-A179F29EC708}"/>
                  </a:ext>
                </a:extLst>
              </p:cNvPr>
              <p:cNvSpPr/>
              <p:nvPr/>
            </p:nvSpPr>
            <p:spPr>
              <a:xfrm>
                <a:off x="9454472" y="5567604"/>
                <a:ext cx="6343" cy="6345"/>
              </a:xfrm>
              <a:custGeom>
                <a:avLst/>
                <a:gdLst>
                  <a:gd name="connsiteX0" fmla="*/ 3412 w 6343"/>
                  <a:gd name="connsiteY0" fmla="*/ 6510 h 6345"/>
                  <a:gd name="connsiteX1" fmla="*/ 5654 w 6343"/>
                  <a:gd name="connsiteY1" fmla="*/ 5581 h 6345"/>
                  <a:gd name="connsiteX2" fmla="*/ 6583 w 6343"/>
                  <a:gd name="connsiteY2" fmla="*/ 3337 h 6345"/>
                  <a:gd name="connsiteX3" fmla="*/ 5654 w 6343"/>
                  <a:gd name="connsiteY3" fmla="*/ 1094 h 6345"/>
                  <a:gd name="connsiteX4" fmla="*/ 3412 w 6343"/>
                  <a:gd name="connsiteY4" fmla="*/ 165 h 6345"/>
                  <a:gd name="connsiteX5" fmla="*/ 1169 w 6343"/>
                  <a:gd name="connsiteY5" fmla="*/ 1094 h 6345"/>
                  <a:gd name="connsiteX6" fmla="*/ 240 w 6343"/>
                  <a:gd name="connsiteY6" fmla="*/ 3337 h 6345"/>
                  <a:gd name="connsiteX7" fmla="*/ 1169 w 6343"/>
                  <a:gd name="connsiteY7" fmla="*/ 5581 h 6345"/>
                  <a:gd name="connsiteX8" fmla="*/ 3412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10"/>
                    </a:moveTo>
                    <a:cubicBezTo>
                      <a:pt x="4253" y="6510"/>
                      <a:pt x="5059" y="6176"/>
                      <a:pt x="5654" y="5581"/>
                    </a:cubicBezTo>
                    <a:cubicBezTo>
                      <a:pt x="6249" y="4986"/>
                      <a:pt x="6583" y="4179"/>
                      <a:pt x="6583" y="3337"/>
                    </a:cubicBezTo>
                    <a:cubicBezTo>
                      <a:pt x="6583" y="2496"/>
                      <a:pt x="6249" y="1689"/>
                      <a:pt x="5654" y="1094"/>
                    </a:cubicBezTo>
                    <a:cubicBezTo>
                      <a:pt x="5059" y="499"/>
                      <a:pt x="4253" y="165"/>
                      <a:pt x="3412" y="165"/>
                    </a:cubicBezTo>
                    <a:cubicBezTo>
                      <a:pt x="2571" y="165"/>
                      <a:pt x="1764" y="499"/>
                      <a:pt x="1169" y="1094"/>
                    </a:cubicBezTo>
                    <a:cubicBezTo>
                      <a:pt x="574" y="1689"/>
                      <a:pt x="240" y="2496"/>
                      <a:pt x="240" y="3337"/>
                    </a:cubicBezTo>
                    <a:cubicBezTo>
                      <a:pt x="240" y="4179"/>
                      <a:pt x="574" y="4986"/>
                      <a:pt x="1169" y="5581"/>
                    </a:cubicBezTo>
                    <a:cubicBezTo>
                      <a:pt x="1764" y="6176"/>
                      <a:pt x="2571" y="6510"/>
                      <a:pt x="3412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21" name="Freeform: Shape 12220">
                <a:extLst>
                  <a:ext uri="{FF2B5EF4-FFF2-40B4-BE49-F238E27FC236}">
                    <a16:creationId xmlns:a16="http://schemas.microsoft.com/office/drawing/2014/main" id="{2DA13B90-14B5-2296-A73E-08E90F03C1A0}"/>
                  </a:ext>
                </a:extLst>
              </p:cNvPr>
              <p:cNvSpPr/>
              <p:nvPr/>
            </p:nvSpPr>
            <p:spPr>
              <a:xfrm>
                <a:off x="9452891" y="5570847"/>
                <a:ext cx="6343" cy="6345"/>
              </a:xfrm>
              <a:custGeom>
                <a:avLst/>
                <a:gdLst>
                  <a:gd name="connsiteX0" fmla="*/ 3411 w 6343"/>
                  <a:gd name="connsiteY0" fmla="*/ 6510 h 6345"/>
                  <a:gd name="connsiteX1" fmla="*/ 5654 w 6343"/>
                  <a:gd name="connsiteY1" fmla="*/ 5581 h 6345"/>
                  <a:gd name="connsiteX2" fmla="*/ 6583 w 6343"/>
                  <a:gd name="connsiteY2" fmla="*/ 3338 h 6345"/>
                  <a:gd name="connsiteX3" fmla="*/ 5654 w 6343"/>
                  <a:gd name="connsiteY3" fmla="*/ 1094 h 6345"/>
                  <a:gd name="connsiteX4" fmla="*/ 3411 w 6343"/>
                  <a:gd name="connsiteY4" fmla="*/ 165 h 6345"/>
                  <a:gd name="connsiteX5" fmla="*/ 1169 w 6343"/>
                  <a:gd name="connsiteY5" fmla="*/ 1094 h 6345"/>
                  <a:gd name="connsiteX6" fmla="*/ 240 w 6343"/>
                  <a:gd name="connsiteY6" fmla="*/ 3338 h 6345"/>
                  <a:gd name="connsiteX7" fmla="*/ 1169 w 6343"/>
                  <a:gd name="connsiteY7" fmla="*/ 5581 h 6345"/>
                  <a:gd name="connsiteX8" fmla="*/ 3411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10"/>
                    </a:moveTo>
                    <a:cubicBezTo>
                      <a:pt x="4253" y="6510"/>
                      <a:pt x="5059" y="6176"/>
                      <a:pt x="5654" y="5581"/>
                    </a:cubicBezTo>
                    <a:cubicBezTo>
                      <a:pt x="6249" y="4986"/>
                      <a:pt x="6583" y="4179"/>
                      <a:pt x="6583" y="3338"/>
                    </a:cubicBezTo>
                    <a:cubicBezTo>
                      <a:pt x="6583" y="2496"/>
                      <a:pt x="6249" y="1689"/>
                      <a:pt x="5654" y="1094"/>
                    </a:cubicBezTo>
                    <a:cubicBezTo>
                      <a:pt x="5059" y="499"/>
                      <a:pt x="4253" y="165"/>
                      <a:pt x="3411" y="165"/>
                    </a:cubicBezTo>
                    <a:cubicBezTo>
                      <a:pt x="2570" y="165"/>
                      <a:pt x="1764" y="499"/>
                      <a:pt x="1169" y="1094"/>
                    </a:cubicBezTo>
                    <a:cubicBezTo>
                      <a:pt x="574" y="1689"/>
                      <a:pt x="240" y="2496"/>
                      <a:pt x="240" y="3338"/>
                    </a:cubicBezTo>
                    <a:cubicBezTo>
                      <a:pt x="240" y="4179"/>
                      <a:pt x="574" y="4986"/>
                      <a:pt x="1169" y="5581"/>
                    </a:cubicBezTo>
                    <a:cubicBezTo>
                      <a:pt x="1764" y="6176"/>
                      <a:pt x="2570" y="6510"/>
                      <a:pt x="3411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22" name="Freeform: Shape 12221">
                <a:extLst>
                  <a:ext uri="{FF2B5EF4-FFF2-40B4-BE49-F238E27FC236}">
                    <a16:creationId xmlns:a16="http://schemas.microsoft.com/office/drawing/2014/main" id="{FA63B5BC-8310-1047-213B-47DF2DD3E861}"/>
                  </a:ext>
                </a:extLst>
              </p:cNvPr>
              <p:cNvSpPr/>
              <p:nvPr/>
            </p:nvSpPr>
            <p:spPr>
              <a:xfrm>
                <a:off x="9451249" y="5573206"/>
                <a:ext cx="6343" cy="6345"/>
              </a:xfrm>
              <a:custGeom>
                <a:avLst/>
                <a:gdLst>
                  <a:gd name="connsiteX0" fmla="*/ 3411 w 6343"/>
                  <a:gd name="connsiteY0" fmla="*/ 6510 h 6345"/>
                  <a:gd name="connsiteX1" fmla="*/ 5654 w 6343"/>
                  <a:gd name="connsiteY1" fmla="*/ 5581 h 6345"/>
                  <a:gd name="connsiteX2" fmla="*/ 6583 w 6343"/>
                  <a:gd name="connsiteY2" fmla="*/ 3338 h 6345"/>
                  <a:gd name="connsiteX3" fmla="*/ 5654 w 6343"/>
                  <a:gd name="connsiteY3" fmla="*/ 1094 h 6345"/>
                  <a:gd name="connsiteX4" fmla="*/ 3411 w 6343"/>
                  <a:gd name="connsiteY4" fmla="*/ 165 h 6345"/>
                  <a:gd name="connsiteX5" fmla="*/ 1169 w 6343"/>
                  <a:gd name="connsiteY5" fmla="*/ 1094 h 6345"/>
                  <a:gd name="connsiteX6" fmla="*/ 240 w 6343"/>
                  <a:gd name="connsiteY6" fmla="*/ 3338 h 6345"/>
                  <a:gd name="connsiteX7" fmla="*/ 1169 w 6343"/>
                  <a:gd name="connsiteY7" fmla="*/ 5581 h 6345"/>
                  <a:gd name="connsiteX8" fmla="*/ 3411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10"/>
                    </a:moveTo>
                    <a:cubicBezTo>
                      <a:pt x="4252" y="6510"/>
                      <a:pt x="5059" y="6176"/>
                      <a:pt x="5654" y="5581"/>
                    </a:cubicBezTo>
                    <a:cubicBezTo>
                      <a:pt x="6249" y="4986"/>
                      <a:pt x="6583" y="4179"/>
                      <a:pt x="6583" y="3338"/>
                    </a:cubicBezTo>
                    <a:cubicBezTo>
                      <a:pt x="6583" y="2496"/>
                      <a:pt x="6249" y="1689"/>
                      <a:pt x="5654" y="1094"/>
                    </a:cubicBezTo>
                    <a:cubicBezTo>
                      <a:pt x="5059" y="499"/>
                      <a:pt x="4252" y="165"/>
                      <a:pt x="3411" y="165"/>
                    </a:cubicBezTo>
                    <a:cubicBezTo>
                      <a:pt x="2570" y="165"/>
                      <a:pt x="1763" y="499"/>
                      <a:pt x="1169" y="1094"/>
                    </a:cubicBezTo>
                    <a:cubicBezTo>
                      <a:pt x="574" y="1689"/>
                      <a:pt x="240" y="2496"/>
                      <a:pt x="240" y="3338"/>
                    </a:cubicBezTo>
                    <a:cubicBezTo>
                      <a:pt x="240" y="4179"/>
                      <a:pt x="574" y="4986"/>
                      <a:pt x="1169" y="5581"/>
                    </a:cubicBezTo>
                    <a:cubicBezTo>
                      <a:pt x="1763" y="6176"/>
                      <a:pt x="2570" y="6510"/>
                      <a:pt x="3411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23" name="Freeform: Shape 12222">
                <a:extLst>
                  <a:ext uri="{FF2B5EF4-FFF2-40B4-BE49-F238E27FC236}">
                    <a16:creationId xmlns:a16="http://schemas.microsoft.com/office/drawing/2014/main" id="{ECE918DB-1515-37A5-FAC3-C0DE78290516}"/>
                  </a:ext>
                </a:extLst>
              </p:cNvPr>
              <p:cNvSpPr/>
              <p:nvPr/>
            </p:nvSpPr>
            <p:spPr>
              <a:xfrm>
                <a:off x="9460613" y="6181662"/>
                <a:ext cx="6343" cy="6345"/>
              </a:xfrm>
              <a:custGeom>
                <a:avLst/>
                <a:gdLst>
                  <a:gd name="connsiteX0" fmla="*/ 3412 w 6343"/>
                  <a:gd name="connsiteY0" fmla="*/ 6558 h 6345"/>
                  <a:gd name="connsiteX1" fmla="*/ 5655 w 6343"/>
                  <a:gd name="connsiteY1" fmla="*/ 5629 h 6345"/>
                  <a:gd name="connsiteX2" fmla="*/ 6584 w 6343"/>
                  <a:gd name="connsiteY2" fmla="*/ 3386 h 6345"/>
                  <a:gd name="connsiteX3" fmla="*/ 5655 w 6343"/>
                  <a:gd name="connsiteY3" fmla="*/ 1142 h 6345"/>
                  <a:gd name="connsiteX4" fmla="*/ 3412 w 6343"/>
                  <a:gd name="connsiteY4" fmla="*/ 213 h 6345"/>
                  <a:gd name="connsiteX5" fmla="*/ 1169 w 6343"/>
                  <a:gd name="connsiteY5" fmla="*/ 1142 h 6345"/>
                  <a:gd name="connsiteX6" fmla="*/ 241 w 6343"/>
                  <a:gd name="connsiteY6" fmla="*/ 3386 h 6345"/>
                  <a:gd name="connsiteX7" fmla="*/ 1169 w 6343"/>
                  <a:gd name="connsiteY7" fmla="*/ 5629 h 6345"/>
                  <a:gd name="connsiteX8" fmla="*/ 341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8"/>
                    </a:moveTo>
                    <a:cubicBezTo>
                      <a:pt x="4253" y="6558"/>
                      <a:pt x="5060" y="6224"/>
                      <a:pt x="5655" y="5629"/>
                    </a:cubicBezTo>
                    <a:cubicBezTo>
                      <a:pt x="6249" y="5034"/>
                      <a:pt x="6584" y="4227"/>
                      <a:pt x="6584" y="3386"/>
                    </a:cubicBezTo>
                    <a:cubicBezTo>
                      <a:pt x="6584" y="2544"/>
                      <a:pt x="6249" y="1737"/>
                      <a:pt x="5655" y="1142"/>
                    </a:cubicBezTo>
                    <a:cubicBezTo>
                      <a:pt x="5060" y="547"/>
                      <a:pt x="4253" y="213"/>
                      <a:pt x="3412" y="213"/>
                    </a:cubicBezTo>
                    <a:cubicBezTo>
                      <a:pt x="2571" y="213"/>
                      <a:pt x="1764" y="547"/>
                      <a:pt x="1169" y="1142"/>
                    </a:cubicBezTo>
                    <a:cubicBezTo>
                      <a:pt x="575" y="1737"/>
                      <a:pt x="241" y="2544"/>
                      <a:pt x="241" y="3386"/>
                    </a:cubicBezTo>
                    <a:cubicBezTo>
                      <a:pt x="241" y="4227"/>
                      <a:pt x="575" y="5034"/>
                      <a:pt x="1169" y="5629"/>
                    </a:cubicBezTo>
                    <a:cubicBezTo>
                      <a:pt x="1764" y="6224"/>
                      <a:pt x="2571" y="6558"/>
                      <a:pt x="341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24" name="Freeform: Shape 12223">
                <a:extLst>
                  <a:ext uri="{FF2B5EF4-FFF2-40B4-BE49-F238E27FC236}">
                    <a16:creationId xmlns:a16="http://schemas.microsoft.com/office/drawing/2014/main" id="{C6523ED5-95E0-DA95-CF72-4C6B399ABB33}"/>
                  </a:ext>
                </a:extLst>
              </p:cNvPr>
              <p:cNvSpPr/>
              <p:nvPr/>
            </p:nvSpPr>
            <p:spPr>
              <a:xfrm>
                <a:off x="9455166" y="6181557"/>
                <a:ext cx="6343" cy="6345"/>
              </a:xfrm>
              <a:custGeom>
                <a:avLst/>
                <a:gdLst>
                  <a:gd name="connsiteX0" fmla="*/ 3412 w 6343"/>
                  <a:gd name="connsiteY0" fmla="*/ 6558 h 6345"/>
                  <a:gd name="connsiteX1" fmla="*/ 5654 w 6343"/>
                  <a:gd name="connsiteY1" fmla="*/ 5629 h 6345"/>
                  <a:gd name="connsiteX2" fmla="*/ 6583 w 6343"/>
                  <a:gd name="connsiteY2" fmla="*/ 3386 h 6345"/>
                  <a:gd name="connsiteX3" fmla="*/ 5654 w 6343"/>
                  <a:gd name="connsiteY3" fmla="*/ 1142 h 6345"/>
                  <a:gd name="connsiteX4" fmla="*/ 3412 w 6343"/>
                  <a:gd name="connsiteY4" fmla="*/ 213 h 6345"/>
                  <a:gd name="connsiteX5" fmla="*/ 1169 w 6343"/>
                  <a:gd name="connsiteY5" fmla="*/ 1142 h 6345"/>
                  <a:gd name="connsiteX6" fmla="*/ 240 w 6343"/>
                  <a:gd name="connsiteY6" fmla="*/ 3386 h 6345"/>
                  <a:gd name="connsiteX7" fmla="*/ 1169 w 6343"/>
                  <a:gd name="connsiteY7" fmla="*/ 5629 h 6345"/>
                  <a:gd name="connsiteX8" fmla="*/ 341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58"/>
                    </a:moveTo>
                    <a:cubicBezTo>
                      <a:pt x="4253" y="6558"/>
                      <a:pt x="5060" y="6224"/>
                      <a:pt x="5654" y="5629"/>
                    </a:cubicBezTo>
                    <a:cubicBezTo>
                      <a:pt x="6249" y="5034"/>
                      <a:pt x="6583" y="4227"/>
                      <a:pt x="6583" y="3386"/>
                    </a:cubicBezTo>
                    <a:cubicBezTo>
                      <a:pt x="6583" y="2544"/>
                      <a:pt x="6249" y="1737"/>
                      <a:pt x="5654" y="1142"/>
                    </a:cubicBezTo>
                    <a:cubicBezTo>
                      <a:pt x="5060" y="547"/>
                      <a:pt x="4253" y="213"/>
                      <a:pt x="3412" y="213"/>
                    </a:cubicBezTo>
                    <a:cubicBezTo>
                      <a:pt x="2571" y="213"/>
                      <a:pt x="1764" y="547"/>
                      <a:pt x="1169" y="1142"/>
                    </a:cubicBezTo>
                    <a:cubicBezTo>
                      <a:pt x="574" y="1737"/>
                      <a:pt x="240" y="2544"/>
                      <a:pt x="240" y="3386"/>
                    </a:cubicBezTo>
                    <a:cubicBezTo>
                      <a:pt x="240" y="4227"/>
                      <a:pt x="574" y="5034"/>
                      <a:pt x="1169" y="5629"/>
                    </a:cubicBezTo>
                    <a:cubicBezTo>
                      <a:pt x="1764" y="6224"/>
                      <a:pt x="2571" y="6558"/>
                      <a:pt x="341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25" name="Freeform: Shape 12224">
                <a:extLst>
                  <a:ext uri="{FF2B5EF4-FFF2-40B4-BE49-F238E27FC236}">
                    <a16:creationId xmlns:a16="http://schemas.microsoft.com/office/drawing/2014/main" id="{05CA425D-B6C1-EFFE-9220-4AA8A63B3DFF}"/>
                  </a:ext>
                </a:extLst>
              </p:cNvPr>
              <p:cNvSpPr/>
              <p:nvPr/>
            </p:nvSpPr>
            <p:spPr>
              <a:xfrm>
                <a:off x="9449716" y="6180544"/>
                <a:ext cx="6343" cy="6345"/>
              </a:xfrm>
              <a:custGeom>
                <a:avLst/>
                <a:gdLst>
                  <a:gd name="connsiteX0" fmla="*/ 3411 w 6343"/>
                  <a:gd name="connsiteY0" fmla="*/ 6558 h 6345"/>
                  <a:gd name="connsiteX1" fmla="*/ 5654 w 6343"/>
                  <a:gd name="connsiteY1" fmla="*/ 5629 h 6345"/>
                  <a:gd name="connsiteX2" fmla="*/ 6583 w 6343"/>
                  <a:gd name="connsiteY2" fmla="*/ 3386 h 6345"/>
                  <a:gd name="connsiteX3" fmla="*/ 5654 w 6343"/>
                  <a:gd name="connsiteY3" fmla="*/ 1142 h 6345"/>
                  <a:gd name="connsiteX4" fmla="*/ 3411 w 6343"/>
                  <a:gd name="connsiteY4" fmla="*/ 213 h 6345"/>
                  <a:gd name="connsiteX5" fmla="*/ 1169 w 6343"/>
                  <a:gd name="connsiteY5" fmla="*/ 1142 h 6345"/>
                  <a:gd name="connsiteX6" fmla="*/ 240 w 6343"/>
                  <a:gd name="connsiteY6" fmla="*/ 3386 h 6345"/>
                  <a:gd name="connsiteX7" fmla="*/ 1169 w 6343"/>
                  <a:gd name="connsiteY7" fmla="*/ 5629 h 6345"/>
                  <a:gd name="connsiteX8" fmla="*/ 341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58"/>
                    </a:moveTo>
                    <a:cubicBezTo>
                      <a:pt x="4252" y="6558"/>
                      <a:pt x="5059" y="6224"/>
                      <a:pt x="5654" y="5629"/>
                    </a:cubicBezTo>
                    <a:cubicBezTo>
                      <a:pt x="6249" y="5034"/>
                      <a:pt x="6583" y="4227"/>
                      <a:pt x="6583" y="3386"/>
                    </a:cubicBezTo>
                    <a:cubicBezTo>
                      <a:pt x="6583" y="2544"/>
                      <a:pt x="6249" y="1737"/>
                      <a:pt x="5654" y="1142"/>
                    </a:cubicBezTo>
                    <a:cubicBezTo>
                      <a:pt x="5059" y="547"/>
                      <a:pt x="4252" y="213"/>
                      <a:pt x="3411" y="213"/>
                    </a:cubicBezTo>
                    <a:cubicBezTo>
                      <a:pt x="2570" y="213"/>
                      <a:pt x="1763" y="547"/>
                      <a:pt x="1169" y="1142"/>
                    </a:cubicBezTo>
                    <a:cubicBezTo>
                      <a:pt x="574" y="1737"/>
                      <a:pt x="240" y="2544"/>
                      <a:pt x="240" y="3386"/>
                    </a:cubicBezTo>
                    <a:cubicBezTo>
                      <a:pt x="240" y="4227"/>
                      <a:pt x="574" y="5034"/>
                      <a:pt x="1169" y="5629"/>
                    </a:cubicBezTo>
                    <a:cubicBezTo>
                      <a:pt x="1763" y="6224"/>
                      <a:pt x="2570" y="6558"/>
                      <a:pt x="341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26" name="Freeform: Shape 12225">
                <a:extLst>
                  <a:ext uri="{FF2B5EF4-FFF2-40B4-BE49-F238E27FC236}">
                    <a16:creationId xmlns:a16="http://schemas.microsoft.com/office/drawing/2014/main" id="{906C24A0-6D86-08CD-7992-8A24D18F0C7B}"/>
                  </a:ext>
                </a:extLst>
              </p:cNvPr>
              <p:cNvSpPr/>
              <p:nvPr/>
            </p:nvSpPr>
            <p:spPr>
              <a:xfrm>
                <a:off x="9444278" y="6181623"/>
                <a:ext cx="6343" cy="6345"/>
              </a:xfrm>
              <a:custGeom>
                <a:avLst/>
                <a:gdLst>
                  <a:gd name="connsiteX0" fmla="*/ 3411 w 6343"/>
                  <a:gd name="connsiteY0" fmla="*/ 6558 h 6345"/>
                  <a:gd name="connsiteX1" fmla="*/ 5653 w 6343"/>
                  <a:gd name="connsiteY1" fmla="*/ 5629 h 6345"/>
                  <a:gd name="connsiteX2" fmla="*/ 6582 w 6343"/>
                  <a:gd name="connsiteY2" fmla="*/ 3386 h 6345"/>
                  <a:gd name="connsiteX3" fmla="*/ 5653 w 6343"/>
                  <a:gd name="connsiteY3" fmla="*/ 1142 h 6345"/>
                  <a:gd name="connsiteX4" fmla="*/ 3411 w 6343"/>
                  <a:gd name="connsiteY4" fmla="*/ 213 h 6345"/>
                  <a:gd name="connsiteX5" fmla="*/ 1168 w 6343"/>
                  <a:gd name="connsiteY5" fmla="*/ 1142 h 6345"/>
                  <a:gd name="connsiteX6" fmla="*/ 239 w 6343"/>
                  <a:gd name="connsiteY6" fmla="*/ 3386 h 6345"/>
                  <a:gd name="connsiteX7" fmla="*/ 1168 w 6343"/>
                  <a:gd name="connsiteY7" fmla="*/ 5629 h 6345"/>
                  <a:gd name="connsiteX8" fmla="*/ 341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58"/>
                    </a:moveTo>
                    <a:cubicBezTo>
                      <a:pt x="4252" y="6558"/>
                      <a:pt x="5059" y="6224"/>
                      <a:pt x="5653" y="5629"/>
                    </a:cubicBezTo>
                    <a:cubicBezTo>
                      <a:pt x="6248" y="5034"/>
                      <a:pt x="6582" y="4227"/>
                      <a:pt x="6582" y="3386"/>
                    </a:cubicBezTo>
                    <a:cubicBezTo>
                      <a:pt x="6582" y="2544"/>
                      <a:pt x="6248" y="1737"/>
                      <a:pt x="5653" y="1142"/>
                    </a:cubicBezTo>
                    <a:cubicBezTo>
                      <a:pt x="5059" y="547"/>
                      <a:pt x="4252" y="213"/>
                      <a:pt x="3411" y="213"/>
                    </a:cubicBezTo>
                    <a:cubicBezTo>
                      <a:pt x="2570" y="213"/>
                      <a:pt x="1763" y="547"/>
                      <a:pt x="1168" y="1142"/>
                    </a:cubicBezTo>
                    <a:cubicBezTo>
                      <a:pt x="573" y="1737"/>
                      <a:pt x="239" y="2544"/>
                      <a:pt x="239" y="3386"/>
                    </a:cubicBezTo>
                    <a:cubicBezTo>
                      <a:pt x="239" y="4227"/>
                      <a:pt x="573" y="5034"/>
                      <a:pt x="1168" y="5629"/>
                    </a:cubicBezTo>
                    <a:cubicBezTo>
                      <a:pt x="1763" y="6224"/>
                      <a:pt x="2570" y="6558"/>
                      <a:pt x="341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27" name="Freeform: Shape 12226">
                <a:extLst>
                  <a:ext uri="{FF2B5EF4-FFF2-40B4-BE49-F238E27FC236}">
                    <a16:creationId xmlns:a16="http://schemas.microsoft.com/office/drawing/2014/main" id="{886B9BBF-4638-EC5E-E0B3-C805A5E7466A}"/>
                  </a:ext>
                </a:extLst>
              </p:cNvPr>
              <p:cNvSpPr/>
              <p:nvPr/>
            </p:nvSpPr>
            <p:spPr>
              <a:xfrm>
                <a:off x="9438831" y="6181981"/>
                <a:ext cx="6343" cy="6345"/>
              </a:xfrm>
              <a:custGeom>
                <a:avLst/>
                <a:gdLst>
                  <a:gd name="connsiteX0" fmla="*/ 3410 w 6343"/>
                  <a:gd name="connsiteY0" fmla="*/ 6558 h 6345"/>
                  <a:gd name="connsiteX1" fmla="*/ 5653 w 6343"/>
                  <a:gd name="connsiteY1" fmla="*/ 5629 h 6345"/>
                  <a:gd name="connsiteX2" fmla="*/ 6582 w 6343"/>
                  <a:gd name="connsiteY2" fmla="*/ 3386 h 6345"/>
                  <a:gd name="connsiteX3" fmla="*/ 5653 w 6343"/>
                  <a:gd name="connsiteY3" fmla="*/ 1142 h 6345"/>
                  <a:gd name="connsiteX4" fmla="*/ 3410 w 6343"/>
                  <a:gd name="connsiteY4" fmla="*/ 213 h 6345"/>
                  <a:gd name="connsiteX5" fmla="*/ 1168 w 6343"/>
                  <a:gd name="connsiteY5" fmla="*/ 1142 h 6345"/>
                  <a:gd name="connsiteX6" fmla="*/ 239 w 6343"/>
                  <a:gd name="connsiteY6" fmla="*/ 3386 h 6345"/>
                  <a:gd name="connsiteX7" fmla="*/ 1168 w 6343"/>
                  <a:gd name="connsiteY7" fmla="*/ 5629 h 6345"/>
                  <a:gd name="connsiteX8" fmla="*/ 3410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58"/>
                    </a:moveTo>
                    <a:cubicBezTo>
                      <a:pt x="4251" y="6558"/>
                      <a:pt x="5058" y="6224"/>
                      <a:pt x="5653" y="5629"/>
                    </a:cubicBezTo>
                    <a:cubicBezTo>
                      <a:pt x="6248" y="5034"/>
                      <a:pt x="6582" y="4227"/>
                      <a:pt x="6582" y="3386"/>
                    </a:cubicBezTo>
                    <a:cubicBezTo>
                      <a:pt x="6582" y="2544"/>
                      <a:pt x="6248" y="1737"/>
                      <a:pt x="5653" y="1142"/>
                    </a:cubicBezTo>
                    <a:cubicBezTo>
                      <a:pt x="5058" y="547"/>
                      <a:pt x="4251" y="213"/>
                      <a:pt x="3410" y="213"/>
                    </a:cubicBezTo>
                    <a:cubicBezTo>
                      <a:pt x="2569" y="213"/>
                      <a:pt x="1763" y="547"/>
                      <a:pt x="1168" y="1142"/>
                    </a:cubicBezTo>
                    <a:cubicBezTo>
                      <a:pt x="573" y="1737"/>
                      <a:pt x="239" y="2544"/>
                      <a:pt x="239" y="3386"/>
                    </a:cubicBezTo>
                    <a:cubicBezTo>
                      <a:pt x="239" y="4227"/>
                      <a:pt x="573" y="5034"/>
                      <a:pt x="1168" y="5629"/>
                    </a:cubicBezTo>
                    <a:cubicBezTo>
                      <a:pt x="1763" y="6224"/>
                      <a:pt x="2569" y="6558"/>
                      <a:pt x="3410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28" name="Freeform: Shape 12227">
                <a:extLst>
                  <a:ext uri="{FF2B5EF4-FFF2-40B4-BE49-F238E27FC236}">
                    <a16:creationId xmlns:a16="http://schemas.microsoft.com/office/drawing/2014/main" id="{4A123657-A75C-502D-FF5D-20B745A47DC7}"/>
                  </a:ext>
                </a:extLst>
              </p:cNvPr>
              <p:cNvSpPr/>
              <p:nvPr/>
            </p:nvSpPr>
            <p:spPr>
              <a:xfrm>
                <a:off x="9433389" y="6181555"/>
                <a:ext cx="6343" cy="6345"/>
              </a:xfrm>
              <a:custGeom>
                <a:avLst/>
                <a:gdLst>
                  <a:gd name="connsiteX0" fmla="*/ 3410 w 6343"/>
                  <a:gd name="connsiteY0" fmla="*/ 6558 h 6345"/>
                  <a:gd name="connsiteX1" fmla="*/ 5653 w 6343"/>
                  <a:gd name="connsiteY1" fmla="*/ 5629 h 6345"/>
                  <a:gd name="connsiteX2" fmla="*/ 6582 w 6343"/>
                  <a:gd name="connsiteY2" fmla="*/ 3386 h 6345"/>
                  <a:gd name="connsiteX3" fmla="*/ 5653 w 6343"/>
                  <a:gd name="connsiteY3" fmla="*/ 1142 h 6345"/>
                  <a:gd name="connsiteX4" fmla="*/ 3410 w 6343"/>
                  <a:gd name="connsiteY4" fmla="*/ 213 h 6345"/>
                  <a:gd name="connsiteX5" fmla="*/ 1167 w 6343"/>
                  <a:gd name="connsiteY5" fmla="*/ 1142 h 6345"/>
                  <a:gd name="connsiteX6" fmla="*/ 238 w 6343"/>
                  <a:gd name="connsiteY6" fmla="*/ 3386 h 6345"/>
                  <a:gd name="connsiteX7" fmla="*/ 1167 w 6343"/>
                  <a:gd name="connsiteY7" fmla="*/ 5629 h 6345"/>
                  <a:gd name="connsiteX8" fmla="*/ 3410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58"/>
                    </a:moveTo>
                    <a:cubicBezTo>
                      <a:pt x="4251" y="6558"/>
                      <a:pt x="5058" y="6224"/>
                      <a:pt x="5653" y="5629"/>
                    </a:cubicBezTo>
                    <a:cubicBezTo>
                      <a:pt x="6247" y="5034"/>
                      <a:pt x="6582" y="4227"/>
                      <a:pt x="6582" y="3386"/>
                    </a:cubicBezTo>
                    <a:cubicBezTo>
                      <a:pt x="6582" y="2544"/>
                      <a:pt x="6247" y="1737"/>
                      <a:pt x="5653" y="1142"/>
                    </a:cubicBezTo>
                    <a:cubicBezTo>
                      <a:pt x="5058" y="547"/>
                      <a:pt x="4251" y="213"/>
                      <a:pt x="3410" y="213"/>
                    </a:cubicBezTo>
                    <a:cubicBezTo>
                      <a:pt x="2569" y="213"/>
                      <a:pt x="1762" y="547"/>
                      <a:pt x="1167" y="1142"/>
                    </a:cubicBezTo>
                    <a:cubicBezTo>
                      <a:pt x="573" y="1737"/>
                      <a:pt x="238" y="2544"/>
                      <a:pt x="238" y="3386"/>
                    </a:cubicBezTo>
                    <a:cubicBezTo>
                      <a:pt x="238" y="4227"/>
                      <a:pt x="573" y="5034"/>
                      <a:pt x="1167" y="5629"/>
                    </a:cubicBezTo>
                    <a:cubicBezTo>
                      <a:pt x="1762" y="6224"/>
                      <a:pt x="2569" y="6558"/>
                      <a:pt x="3410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29" name="Freeform: Shape 12228">
                <a:extLst>
                  <a:ext uri="{FF2B5EF4-FFF2-40B4-BE49-F238E27FC236}">
                    <a16:creationId xmlns:a16="http://schemas.microsoft.com/office/drawing/2014/main" id="{69A474AD-5905-FFCE-90BD-B58F2A098B1B}"/>
                  </a:ext>
                </a:extLst>
              </p:cNvPr>
              <p:cNvSpPr/>
              <p:nvPr/>
            </p:nvSpPr>
            <p:spPr>
              <a:xfrm>
                <a:off x="9427934" y="6182096"/>
                <a:ext cx="6343" cy="6345"/>
              </a:xfrm>
              <a:custGeom>
                <a:avLst/>
                <a:gdLst>
                  <a:gd name="connsiteX0" fmla="*/ 3410 w 6343"/>
                  <a:gd name="connsiteY0" fmla="*/ 6558 h 6345"/>
                  <a:gd name="connsiteX1" fmla="*/ 5652 w 6343"/>
                  <a:gd name="connsiteY1" fmla="*/ 5629 h 6345"/>
                  <a:gd name="connsiteX2" fmla="*/ 6581 w 6343"/>
                  <a:gd name="connsiteY2" fmla="*/ 3386 h 6345"/>
                  <a:gd name="connsiteX3" fmla="*/ 5652 w 6343"/>
                  <a:gd name="connsiteY3" fmla="*/ 1142 h 6345"/>
                  <a:gd name="connsiteX4" fmla="*/ 3410 w 6343"/>
                  <a:gd name="connsiteY4" fmla="*/ 213 h 6345"/>
                  <a:gd name="connsiteX5" fmla="*/ 1167 w 6343"/>
                  <a:gd name="connsiteY5" fmla="*/ 1142 h 6345"/>
                  <a:gd name="connsiteX6" fmla="*/ 238 w 6343"/>
                  <a:gd name="connsiteY6" fmla="*/ 3386 h 6345"/>
                  <a:gd name="connsiteX7" fmla="*/ 1167 w 6343"/>
                  <a:gd name="connsiteY7" fmla="*/ 5629 h 6345"/>
                  <a:gd name="connsiteX8" fmla="*/ 3410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58"/>
                    </a:moveTo>
                    <a:cubicBezTo>
                      <a:pt x="4251" y="6558"/>
                      <a:pt x="5057" y="6224"/>
                      <a:pt x="5652" y="5629"/>
                    </a:cubicBezTo>
                    <a:cubicBezTo>
                      <a:pt x="6247" y="5034"/>
                      <a:pt x="6581" y="4227"/>
                      <a:pt x="6581" y="3386"/>
                    </a:cubicBezTo>
                    <a:cubicBezTo>
                      <a:pt x="6581" y="2544"/>
                      <a:pt x="6247" y="1737"/>
                      <a:pt x="5652" y="1142"/>
                    </a:cubicBezTo>
                    <a:cubicBezTo>
                      <a:pt x="5057" y="547"/>
                      <a:pt x="4251" y="213"/>
                      <a:pt x="3410" y="213"/>
                    </a:cubicBezTo>
                    <a:cubicBezTo>
                      <a:pt x="2568" y="213"/>
                      <a:pt x="1762" y="547"/>
                      <a:pt x="1167" y="1142"/>
                    </a:cubicBezTo>
                    <a:cubicBezTo>
                      <a:pt x="572" y="1737"/>
                      <a:pt x="238" y="2544"/>
                      <a:pt x="238" y="3386"/>
                    </a:cubicBezTo>
                    <a:cubicBezTo>
                      <a:pt x="238" y="4227"/>
                      <a:pt x="572" y="5034"/>
                      <a:pt x="1167" y="5629"/>
                    </a:cubicBezTo>
                    <a:cubicBezTo>
                      <a:pt x="1762" y="6224"/>
                      <a:pt x="2568" y="6558"/>
                      <a:pt x="3410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30" name="Freeform: Shape 12229">
                <a:extLst>
                  <a:ext uri="{FF2B5EF4-FFF2-40B4-BE49-F238E27FC236}">
                    <a16:creationId xmlns:a16="http://schemas.microsoft.com/office/drawing/2014/main" id="{623876ED-76BA-1335-B863-4C50AFB43BD7}"/>
                  </a:ext>
                </a:extLst>
              </p:cNvPr>
              <p:cNvSpPr/>
              <p:nvPr/>
            </p:nvSpPr>
            <p:spPr>
              <a:xfrm>
                <a:off x="9422484" y="6182103"/>
                <a:ext cx="6343" cy="6345"/>
              </a:xfrm>
              <a:custGeom>
                <a:avLst/>
                <a:gdLst>
                  <a:gd name="connsiteX0" fmla="*/ 3409 w 6343"/>
                  <a:gd name="connsiteY0" fmla="*/ 6558 h 6345"/>
                  <a:gd name="connsiteX1" fmla="*/ 5652 w 6343"/>
                  <a:gd name="connsiteY1" fmla="*/ 5629 h 6345"/>
                  <a:gd name="connsiteX2" fmla="*/ 6581 w 6343"/>
                  <a:gd name="connsiteY2" fmla="*/ 3386 h 6345"/>
                  <a:gd name="connsiteX3" fmla="*/ 5652 w 6343"/>
                  <a:gd name="connsiteY3" fmla="*/ 1142 h 6345"/>
                  <a:gd name="connsiteX4" fmla="*/ 3409 w 6343"/>
                  <a:gd name="connsiteY4" fmla="*/ 213 h 6345"/>
                  <a:gd name="connsiteX5" fmla="*/ 1166 w 6343"/>
                  <a:gd name="connsiteY5" fmla="*/ 1142 h 6345"/>
                  <a:gd name="connsiteX6" fmla="*/ 238 w 6343"/>
                  <a:gd name="connsiteY6" fmla="*/ 3386 h 6345"/>
                  <a:gd name="connsiteX7" fmla="*/ 1166 w 6343"/>
                  <a:gd name="connsiteY7" fmla="*/ 5629 h 6345"/>
                  <a:gd name="connsiteX8" fmla="*/ 3409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58"/>
                    </a:moveTo>
                    <a:cubicBezTo>
                      <a:pt x="4250" y="6558"/>
                      <a:pt x="5057" y="6224"/>
                      <a:pt x="5652" y="5629"/>
                    </a:cubicBezTo>
                    <a:cubicBezTo>
                      <a:pt x="6246" y="5034"/>
                      <a:pt x="6581" y="4227"/>
                      <a:pt x="6581" y="3386"/>
                    </a:cubicBezTo>
                    <a:cubicBezTo>
                      <a:pt x="6581" y="2544"/>
                      <a:pt x="6246" y="1737"/>
                      <a:pt x="5652" y="1142"/>
                    </a:cubicBezTo>
                    <a:cubicBezTo>
                      <a:pt x="5057" y="547"/>
                      <a:pt x="4250" y="213"/>
                      <a:pt x="3409" y="213"/>
                    </a:cubicBezTo>
                    <a:cubicBezTo>
                      <a:pt x="2568" y="213"/>
                      <a:pt x="1761" y="547"/>
                      <a:pt x="1166" y="1142"/>
                    </a:cubicBezTo>
                    <a:cubicBezTo>
                      <a:pt x="572" y="1737"/>
                      <a:pt x="238" y="2544"/>
                      <a:pt x="238" y="3386"/>
                    </a:cubicBezTo>
                    <a:cubicBezTo>
                      <a:pt x="238" y="4227"/>
                      <a:pt x="572" y="5034"/>
                      <a:pt x="1166" y="5629"/>
                    </a:cubicBezTo>
                    <a:cubicBezTo>
                      <a:pt x="1761" y="6224"/>
                      <a:pt x="2568" y="6558"/>
                      <a:pt x="3409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31" name="Freeform: Shape 12230">
                <a:extLst>
                  <a:ext uri="{FF2B5EF4-FFF2-40B4-BE49-F238E27FC236}">
                    <a16:creationId xmlns:a16="http://schemas.microsoft.com/office/drawing/2014/main" id="{ADA79DAF-E48B-6679-8910-72B63A7B97B2}"/>
                  </a:ext>
                </a:extLst>
              </p:cNvPr>
              <p:cNvSpPr/>
              <p:nvPr/>
            </p:nvSpPr>
            <p:spPr>
              <a:xfrm>
                <a:off x="9417031" y="6182139"/>
                <a:ext cx="6343" cy="6345"/>
              </a:xfrm>
              <a:custGeom>
                <a:avLst/>
                <a:gdLst>
                  <a:gd name="connsiteX0" fmla="*/ 3409 w 6343"/>
                  <a:gd name="connsiteY0" fmla="*/ 6558 h 6345"/>
                  <a:gd name="connsiteX1" fmla="*/ 5651 w 6343"/>
                  <a:gd name="connsiteY1" fmla="*/ 5629 h 6345"/>
                  <a:gd name="connsiteX2" fmla="*/ 6580 w 6343"/>
                  <a:gd name="connsiteY2" fmla="*/ 3386 h 6345"/>
                  <a:gd name="connsiteX3" fmla="*/ 5651 w 6343"/>
                  <a:gd name="connsiteY3" fmla="*/ 1142 h 6345"/>
                  <a:gd name="connsiteX4" fmla="*/ 3409 w 6343"/>
                  <a:gd name="connsiteY4" fmla="*/ 213 h 6345"/>
                  <a:gd name="connsiteX5" fmla="*/ 1166 w 6343"/>
                  <a:gd name="connsiteY5" fmla="*/ 1142 h 6345"/>
                  <a:gd name="connsiteX6" fmla="*/ 237 w 6343"/>
                  <a:gd name="connsiteY6" fmla="*/ 3386 h 6345"/>
                  <a:gd name="connsiteX7" fmla="*/ 1166 w 6343"/>
                  <a:gd name="connsiteY7" fmla="*/ 5629 h 6345"/>
                  <a:gd name="connsiteX8" fmla="*/ 3409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558"/>
                    </a:moveTo>
                    <a:cubicBezTo>
                      <a:pt x="4250" y="6558"/>
                      <a:pt x="5057" y="6224"/>
                      <a:pt x="5651" y="5629"/>
                    </a:cubicBezTo>
                    <a:cubicBezTo>
                      <a:pt x="6246" y="5034"/>
                      <a:pt x="6580" y="4227"/>
                      <a:pt x="6580" y="3386"/>
                    </a:cubicBezTo>
                    <a:cubicBezTo>
                      <a:pt x="6580" y="2544"/>
                      <a:pt x="6246" y="1737"/>
                      <a:pt x="5651" y="1142"/>
                    </a:cubicBezTo>
                    <a:cubicBezTo>
                      <a:pt x="5057" y="547"/>
                      <a:pt x="4250" y="213"/>
                      <a:pt x="3409" y="213"/>
                    </a:cubicBezTo>
                    <a:cubicBezTo>
                      <a:pt x="2568" y="213"/>
                      <a:pt x="1761" y="547"/>
                      <a:pt x="1166" y="1142"/>
                    </a:cubicBezTo>
                    <a:cubicBezTo>
                      <a:pt x="571" y="1737"/>
                      <a:pt x="237" y="2544"/>
                      <a:pt x="237" y="3386"/>
                    </a:cubicBezTo>
                    <a:cubicBezTo>
                      <a:pt x="237" y="4227"/>
                      <a:pt x="571" y="5034"/>
                      <a:pt x="1166" y="5629"/>
                    </a:cubicBezTo>
                    <a:cubicBezTo>
                      <a:pt x="1761" y="6224"/>
                      <a:pt x="2568" y="6558"/>
                      <a:pt x="3409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32" name="Freeform: Shape 12231">
                <a:extLst>
                  <a:ext uri="{FF2B5EF4-FFF2-40B4-BE49-F238E27FC236}">
                    <a16:creationId xmlns:a16="http://schemas.microsoft.com/office/drawing/2014/main" id="{BECD098C-9183-D220-C37C-DCD46194EC9C}"/>
                  </a:ext>
                </a:extLst>
              </p:cNvPr>
              <p:cNvSpPr/>
              <p:nvPr/>
            </p:nvSpPr>
            <p:spPr>
              <a:xfrm>
                <a:off x="9411612" y="6181205"/>
                <a:ext cx="6343" cy="6345"/>
              </a:xfrm>
              <a:custGeom>
                <a:avLst/>
                <a:gdLst>
                  <a:gd name="connsiteX0" fmla="*/ 3408 w 6343"/>
                  <a:gd name="connsiteY0" fmla="*/ 6558 h 6345"/>
                  <a:gd name="connsiteX1" fmla="*/ 5651 w 6343"/>
                  <a:gd name="connsiteY1" fmla="*/ 5629 h 6345"/>
                  <a:gd name="connsiteX2" fmla="*/ 6580 w 6343"/>
                  <a:gd name="connsiteY2" fmla="*/ 3386 h 6345"/>
                  <a:gd name="connsiteX3" fmla="*/ 5651 w 6343"/>
                  <a:gd name="connsiteY3" fmla="*/ 1142 h 6345"/>
                  <a:gd name="connsiteX4" fmla="*/ 3408 w 6343"/>
                  <a:gd name="connsiteY4" fmla="*/ 213 h 6345"/>
                  <a:gd name="connsiteX5" fmla="*/ 1166 w 6343"/>
                  <a:gd name="connsiteY5" fmla="*/ 1142 h 6345"/>
                  <a:gd name="connsiteX6" fmla="*/ 237 w 6343"/>
                  <a:gd name="connsiteY6" fmla="*/ 3386 h 6345"/>
                  <a:gd name="connsiteX7" fmla="*/ 1166 w 6343"/>
                  <a:gd name="connsiteY7" fmla="*/ 5629 h 6345"/>
                  <a:gd name="connsiteX8" fmla="*/ 3408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58"/>
                    </a:moveTo>
                    <a:cubicBezTo>
                      <a:pt x="4249" y="6558"/>
                      <a:pt x="5056" y="6224"/>
                      <a:pt x="5651" y="5629"/>
                    </a:cubicBezTo>
                    <a:cubicBezTo>
                      <a:pt x="6246" y="5034"/>
                      <a:pt x="6580" y="4227"/>
                      <a:pt x="6580" y="3386"/>
                    </a:cubicBezTo>
                    <a:cubicBezTo>
                      <a:pt x="6580" y="2544"/>
                      <a:pt x="6246" y="1737"/>
                      <a:pt x="5651" y="1142"/>
                    </a:cubicBezTo>
                    <a:cubicBezTo>
                      <a:pt x="5056" y="547"/>
                      <a:pt x="4249" y="213"/>
                      <a:pt x="3408" y="213"/>
                    </a:cubicBezTo>
                    <a:cubicBezTo>
                      <a:pt x="2567" y="213"/>
                      <a:pt x="1760" y="547"/>
                      <a:pt x="1166" y="1142"/>
                    </a:cubicBezTo>
                    <a:cubicBezTo>
                      <a:pt x="571" y="1737"/>
                      <a:pt x="237" y="2544"/>
                      <a:pt x="237" y="3386"/>
                    </a:cubicBezTo>
                    <a:cubicBezTo>
                      <a:pt x="237" y="4227"/>
                      <a:pt x="571" y="5034"/>
                      <a:pt x="1166" y="5629"/>
                    </a:cubicBezTo>
                    <a:cubicBezTo>
                      <a:pt x="1760" y="6224"/>
                      <a:pt x="2567" y="6558"/>
                      <a:pt x="3408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33" name="Freeform: Shape 12232">
                <a:extLst>
                  <a:ext uri="{FF2B5EF4-FFF2-40B4-BE49-F238E27FC236}">
                    <a16:creationId xmlns:a16="http://schemas.microsoft.com/office/drawing/2014/main" id="{9E1B9E70-3EF7-950A-7525-D80BD05DF501}"/>
                  </a:ext>
                </a:extLst>
              </p:cNvPr>
              <p:cNvSpPr/>
              <p:nvPr/>
            </p:nvSpPr>
            <p:spPr>
              <a:xfrm>
                <a:off x="9406135" y="6181799"/>
                <a:ext cx="6343" cy="6345"/>
              </a:xfrm>
              <a:custGeom>
                <a:avLst/>
                <a:gdLst>
                  <a:gd name="connsiteX0" fmla="*/ 3408 w 6343"/>
                  <a:gd name="connsiteY0" fmla="*/ 6558 h 6345"/>
                  <a:gd name="connsiteX1" fmla="*/ 5650 w 6343"/>
                  <a:gd name="connsiteY1" fmla="*/ 5629 h 6345"/>
                  <a:gd name="connsiteX2" fmla="*/ 6579 w 6343"/>
                  <a:gd name="connsiteY2" fmla="*/ 3386 h 6345"/>
                  <a:gd name="connsiteX3" fmla="*/ 5650 w 6343"/>
                  <a:gd name="connsiteY3" fmla="*/ 1142 h 6345"/>
                  <a:gd name="connsiteX4" fmla="*/ 3408 w 6343"/>
                  <a:gd name="connsiteY4" fmla="*/ 213 h 6345"/>
                  <a:gd name="connsiteX5" fmla="*/ 1165 w 6343"/>
                  <a:gd name="connsiteY5" fmla="*/ 1142 h 6345"/>
                  <a:gd name="connsiteX6" fmla="*/ 236 w 6343"/>
                  <a:gd name="connsiteY6" fmla="*/ 3386 h 6345"/>
                  <a:gd name="connsiteX7" fmla="*/ 1165 w 6343"/>
                  <a:gd name="connsiteY7" fmla="*/ 5629 h 6345"/>
                  <a:gd name="connsiteX8" fmla="*/ 3408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558"/>
                    </a:moveTo>
                    <a:cubicBezTo>
                      <a:pt x="4249" y="6558"/>
                      <a:pt x="5056" y="6224"/>
                      <a:pt x="5650" y="5629"/>
                    </a:cubicBezTo>
                    <a:cubicBezTo>
                      <a:pt x="6245" y="5034"/>
                      <a:pt x="6579" y="4227"/>
                      <a:pt x="6579" y="3386"/>
                    </a:cubicBezTo>
                    <a:cubicBezTo>
                      <a:pt x="6579" y="2544"/>
                      <a:pt x="6245" y="1737"/>
                      <a:pt x="5650" y="1142"/>
                    </a:cubicBezTo>
                    <a:cubicBezTo>
                      <a:pt x="5056" y="547"/>
                      <a:pt x="4249" y="213"/>
                      <a:pt x="3408" y="213"/>
                    </a:cubicBezTo>
                    <a:cubicBezTo>
                      <a:pt x="2567" y="213"/>
                      <a:pt x="1760" y="547"/>
                      <a:pt x="1165" y="1142"/>
                    </a:cubicBezTo>
                    <a:cubicBezTo>
                      <a:pt x="570" y="1737"/>
                      <a:pt x="236" y="2544"/>
                      <a:pt x="236" y="3386"/>
                    </a:cubicBezTo>
                    <a:cubicBezTo>
                      <a:pt x="236" y="4227"/>
                      <a:pt x="570" y="5034"/>
                      <a:pt x="1165" y="5629"/>
                    </a:cubicBezTo>
                    <a:cubicBezTo>
                      <a:pt x="1760" y="6224"/>
                      <a:pt x="2567" y="6558"/>
                      <a:pt x="3408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34" name="Freeform: Shape 12233">
                <a:extLst>
                  <a:ext uri="{FF2B5EF4-FFF2-40B4-BE49-F238E27FC236}">
                    <a16:creationId xmlns:a16="http://schemas.microsoft.com/office/drawing/2014/main" id="{C4E79843-42B8-1675-4143-97EB19E7A7A2}"/>
                  </a:ext>
                </a:extLst>
              </p:cNvPr>
              <p:cNvSpPr/>
              <p:nvPr/>
            </p:nvSpPr>
            <p:spPr>
              <a:xfrm>
                <a:off x="9395334" y="6179703"/>
                <a:ext cx="6343" cy="6345"/>
              </a:xfrm>
              <a:custGeom>
                <a:avLst/>
                <a:gdLst>
                  <a:gd name="connsiteX0" fmla="*/ 3407 w 6343"/>
                  <a:gd name="connsiteY0" fmla="*/ 6558 h 6345"/>
                  <a:gd name="connsiteX1" fmla="*/ 5650 w 6343"/>
                  <a:gd name="connsiteY1" fmla="*/ 5629 h 6345"/>
                  <a:gd name="connsiteX2" fmla="*/ 6579 w 6343"/>
                  <a:gd name="connsiteY2" fmla="*/ 3385 h 6345"/>
                  <a:gd name="connsiteX3" fmla="*/ 5650 w 6343"/>
                  <a:gd name="connsiteY3" fmla="*/ 1142 h 6345"/>
                  <a:gd name="connsiteX4" fmla="*/ 3407 w 6343"/>
                  <a:gd name="connsiteY4" fmla="*/ 213 h 6345"/>
                  <a:gd name="connsiteX5" fmla="*/ 1164 w 6343"/>
                  <a:gd name="connsiteY5" fmla="*/ 1142 h 6345"/>
                  <a:gd name="connsiteX6" fmla="*/ 235 w 6343"/>
                  <a:gd name="connsiteY6" fmla="*/ 3385 h 6345"/>
                  <a:gd name="connsiteX7" fmla="*/ 1164 w 6343"/>
                  <a:gd name="connsiteY7" fmla="*/ 5629 h 6345"/>
                  <a:gd name="connsiteX8" fmla="*/ 3407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58"/>
                    </a:moveTo>
                    <a:cubicBezTo>
                      <a:pt x="4248" y="6558"/>
                      <a:pt x="5055" y="6224"/>
                      <a:pt x="5650" y="5629"/>
                    </a:cubicBezTo>
                    <a:cubicBezTo>
                      <a:pt x="6244" y="5034"/>
                      <a:pt x="6579" y="4227"/>
                      <a:pt x="6579" y="3385"/>
                    </a:cubicBezTo>
                    <a:cubicBezTo>
                      <a:pt x="6579" y="2544"/>
                      <a:pt x="6244" y="1737"/>
                      <a:pt x="5650" y="1142"/>
                    </a:cubicBezTo>
                    <a:cubicBezTo>
                      <a:pt x="5055" y="547"/>
                      <a:pt x="4248" y="213"/>
                      <a:pt x="3407" y="213"/>
                    </a:cubicBezTo>
                    <a:cubicBezTo>
                      <a:pt x="2566" y="213"/>
                      <a:pt x="1759" y="547"/>
                      <a:pt x="1164" y="1142"/>
                    </a:cubicBezTo>
                    <a:cubicBezTo>
                      <a:pt x="570" y="1737"/>
                      <a:pt x="235" y="2544"/>
                      <a:pt x="235" y="3385"/>
                    </a:cubicBezTo>
                    <a:cubicBezTo>
                      <a:pt x="235" y="4227"/>
                      <a:pt x="570" y="5034"/>
                      <a:pt x="1164" y="5629"/>
                    </a:cubicBezTo>
                    <a:cubicBezTo>
                      <a:pt x="1759" y="6224"/>
                      <a:pt x="2566" y="6558"/>
                      <a:pt x="3407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35" name="Freeform: Shape 12234">
                <a:extLst>
                  <a:ext uri="{FF2B5EF4-FFF2-40B4-BE49-F238E27FC236}">
                    <a16:creationId xmlns:a16="http://schemas.microsoft.com/office/drawing/2014/main" id="{12DE2B95-F1AA-4719-8382-DD666447F417}"/>
                  </a:ext>
                </a:extLst>
              </p:cNvPr>
              <p:cNvSpPr/>
              <p:nvPr/>
            </p:nvSpPr>
            <p:spPr>
              <a:xfrm>
                <a:off x="9389883" y="6179697"/>
                <a:ext cx="6343" cy="6345"/>
              </a:xfrm>
              <a:custGeom>
                <a:avLst/>
                <a:gdLst>
                  <a:gd name="connsiteX0" fmla="*/ 3407 w 6343"/>
                  <a:gd name="connsiteY0" fmla="*/ 6558 h 6345"/>
                  <a:gd name="connsiteX1" fmla="*/ 5649 w 6343"/>
                  <a:gd name="connsiteY1" fmla="*/ 5629 h 6345"/>
                  <a:gd name="connsiteX2" fmla="*/ 6578 w 6343"/>
                  <a:gd name="connsiteY2" fmla="*/ 3385 h 6345"/>
                  <a:gd name="connsiteX3" fmla="*/ 5649 w 6343"/>
                  <a:gd name="connsiteY3" fmla="*/ 1142 h 6345"/>
                  <a:gd name="connsiteX4" fmla="*/ 3407 w 6343"/>
                  <a:gd name="connsiteY4" fmla="*/ 213 h 6345"/>
                  <a:gd name="connsiteX5" fmla="*/ 1164 w 6343"/>
                  <a:gd name="connsiteY5" fmla="*/ 1142 h 6345"/>
                  <a:gd name="connsiteX6" fmla="*/ 235 w 6343"/>
                  <a:gd name="connsiteY6" fmla="*/ 3385 h 6345"/>
                  <a:gd name="connsiteX7" fmla="*/ 1164 w 6343"/>
                  <a:gd name="connsiteY7" fmla="*/ 5629 h 6345"/>
                  <a:gd name="connsiteX8" fmla="*/ 3407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558"/>
                    </a:moveTo>
                    <a:cubicBezTo>
                      <a:pt x="4248" y="6558"/>
                      <a:pt x="5054" y="6224"/>
                      <a:pt x="5649" y="5629"/>
                    </a:cubicBezTo>
                    <a:cubicBezTo>
                      <a:pt x="6244" y="5034"/>
                      <a:pt x="6578" y="4227"/>
                      <a:pt x="6578" y="3385"/>
                    </a:cubicBezTo>
                    <a:cubicBezTo>
                      <a:pt x="6578" y="2544"/>
                      <a:pt x="6244" y="1737"/>
                      <a:pt x="5649" y="1142"/>
                    </a:cubicBezTo>
                    <a:cubicBezTo>
                      <a:pt x="5054" y="547"/>
                      <a:pt x="4248" y="213"/>
                      <a:pt x="3407" y="213"/>
                    </a:cubicBezTo>
                    <a:cubicBezTo>
                      <a:pt x="2565" y="213"/>
                      <a:pt x="1759" y="547"/>
                      <a:pt x="1164" y="1142"/>
                    </a:cubicBezTo>
                    <a:cubicBezTo>
                      <a:pt x="569" y="1737"/>
                      <a:pt x="235" y="2544"/>
                      <a:pt x="235" y="3385"/>
                    </a:cubicBezTo>
                    <a:cubicBezTo>
                      <a:pt x="235" y="4227"/>
                      <a:pt x="569" y="5034"/>
                      <a:pt x="1164" y="5629"/>
                    </a:cubicBezTo>
                    <a:cubicBezTo>
                      <a:pt x="1759" y="6224"/>
                      <a:pt x="2565" y="6558"/>
                      <a:pt x="3407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36" name="Freeform: Shape 12235">
                <a:extLst>
                  <a:ext uri="{FF2B5EF4-FFF2-40B4-BE49-F238E27FC236}">
                    <a16:creationId xmlns:a16="http://schemas.microsoft.com/office/drawing/2014/main" id="{F87350D4-5684-4406-1EC8-D191D6564659}"/>
                  </a:ext>
                </a:extLst>
              </p:cNvPr>
              <p:cNvSpPr/>
              <p:nvPr/>
            </p:nvSpPr>
            <p:spPr>
              <a:xfrm>
                <a:off x="9384384" y="6180343"/>
                <a:ext cx="6343" cy="6345"/>
              </a:xfrm>
              <a:custGeom>
                <a:avLst/>
                <a:gdLst>
                  <a:gd name="connsiteX0" fmla="*/ 3406 w 6343"/>
                  <a:gd name="connsiteY0" fmla="*/ 6558 h 6345"/>
                  <a:gd name="connsiteX1" fmla="*/ 5649 w 6343"/>
                  <a:gd name="connsiteY1" fmla="*/ 5629 h 6345"/>
                  <a:gd name="connsiteX2" fmla="*/ 6578 w 6343"/>
                  <a:gd name="connsiteY2" fmla="*/ 3386 h 6345"/>
                  <a:gd name="connsiteX3" fmla="*/ 5649 w 6343"/>
                  <a:gd name="connsiteY3" fmla="*/ 1142 h 6345"/>
                  <a:gd name="connsiteX4" fmla="*/ 3406 w 6343"/>
                  <a:gd name="connsiteY4" fmla="*/ 213 h 6345"/>
                  <a:gd name="connsiteX5" fmla="*/ 1163 w 6343"/>
                  <a:gd name="connsiteY5" fmla="*/ 1142 h 6345"/>
                  <a:gd name="connsiteX6" fmla="*/ 235 w 6343"/>
                  <a:gd name="connsiteY6" fmla="*/ 3386 h 6345"/>
                  <a:gd name="connsiteX7" fmla="*/ 1163 w 6343"/>
                  <a:gd name="connsiteY7" fmla="*/ 5629 h 6345"/>
                  <a:gd name="connsiteX8" fmla="*/ 3406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58"/>
                    </a:moveTo>
                    <a:cubicBezTo>
                      <a:pt x="4247" y="6558"/>
                      <a:pt x="5054" y="6224"/>
                      <a:pt x="5649" y="5629"/>
                    </a:cubicBezTo>
                    <a:cubicBezTo>
                      <a:pt x="6243" y="5034"/>
                      <a:pt x="6578" y="4227"/>
                      <a:pt x="6578" y="3386"/>
                    </a:cubicBezTo>
                    <a:cubicBezTo>
                      <a:pt x="6578" y="2544"/>
                      <a:pt x="6243" y="1737"/>
                      <a:pt x="5649" y="1142"/>
                    </a:cubicBezTo>
                    <a:cubicBezTo>
                      <a:pt x="5054" y="547"/>
                      <a:pt x="4247" y="213"/>
                      <a:pt x="3406" y="213"/>
                    </a:cubicBezTo>
                    <a:cubicBezTo>
                      <a:pt x="2565" y="213"/>
                      <a:pt x="1758" y="547"/>
                      <a:pt x="1163" y="1142"/>
                    </a:cubicBezTo>
                    <a:cubicBezTo>
                      <a:pt x="569" y="1737"/>
                      <a:pt x="235" y="2544"/>
                      <a:pt x="235" y="3386"/>
                    </a:cubicBezTo>
                    <a:cubicBezTo>
                      <a:pt x="235" y="4227"/>
                      <a:pt x="569" y="5034"/>
                      <a:pt x="1163" y="5629"/>
                    </a:cubicBezTo>
                    <a:cubicBezTo>
                      <a:pt x="1758" y="6224"/>
                      <a:pt x="2565" y="6558"/>
                      <a:pt x="3406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37" name="Freeform: Shape 12236">
                <a:extLst>
                  <a:ext uri="{FF2B5EF4-FFF2-40B4-BE49-F238E27FC236}">
                    <a16:creationId xmlns:a16="http://schemas.microsoft.com/office/drawing/2014/main" id="{65A20772-C868-60A0-8CB7-6D970A52CBF1}"/>
                  </a:ext>
                </a:extLst>
              </p:cNvPr>
              <p:cNvSpPr/>
              <p:nvPr/>
            </p:nvSpPr>
            <p:spPr>
              <a:xfrm>
                <a:off x="9378935" y="6180146"/>
                <a:ext cx="6343" cy="6345"/>
              </a:xfrm>
              <a:custGeom>
                <a:avLst/>
                <a:gdLst>
                  <a:gd name="connsiteX0" fmla="*/ 3406 w 6343"/>
                  <a:gd name="connsiteY0" fmla="*/ 6558 h 6345"/>
                  <a:gd name="connsiteX1" fmla="*/ 5648 w 6343"/>
                  <a:gd name="connsiteY1" fmla="*/ 5629 h 6345"/>
                  <a:gd name="connsiteX2" fmla="*/ 6577 w 6343"/>
                  <a:gd name="connsiteY2" fmla="*/ 3386 h 6345"/>
                  <a:gd name="connsiteX3" fmla="*/ 5648 w 6343"/>
                  <a:gd name="connsiteY3" fmla="*/ 1142 h 6345"/>
                  <a:gd name="connsiteX4" fmla="*/ 3406 w 6343"/>
                  <a:gd name="connsiteY4" fmla="*/ 213 h 6345"/>
                  <a:gd name="connsiteX5" fmla="*/ 1163 w 6343"/>
                  <a:gd name="connsiteY5" fmla="*/ 1142 h 6345"/>
                  <a:gd name="connsiteX6" fmla="*/ 234 w 6343"/>
                  <a:gd name="connsiteY6" fmla="*/ 3386 h 6345"/>
                  <a:gd name="connsiteX7" fmla="*/ 1163 w 6343"/>
                  <a:gd name="connsiteY7" fmla="*/ 5629 h 6345"/>
                  <a:gd name="connsiteX8" fmla="*/ 3406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558"/>
                    </a:moveTo>
                    <a:cubicBezTo>
                      <a:pt x="4247" y="6558"/>
                      <a:pt x="5054" y="6224"/>
                      <a:pt x="5648" y="5629"/>
                    </a:cubicBezTo>
                    <a:cubicBezTo>
                      <a:pt x="6243" y="5034"/>
                      <a:pt x="6577" y="4227"/>
                      <a:pt x="6577" y="3386"/>
                    </a:cubicBezTo>
                    <a:cubicBezTo>
                      <a:pt x="6577" y="2544"/>
                      <a:pt x="6243" y="1737"/>
                      <a:pt x="5648" y="1142"/>
                    </a:cubicBezTo>
                    <a:cubicBezTo>
                      <a:pt x="5054" y="547"/>
                      <a:pt x="4247" y="213"/>
                      <a:pt x="3406" y="213"/>
                    </a:cubicBezTo>
                    <a:cubicBezTo>
                      <a:pt x="2565" y="213"/>
                      <a:pt x="1758" y="547"/>
                      <a:pt x="1163" y="1142"/>
                    </a:cubicBezTo>
                    <a:cubicBezTo>
                      <a:pt x="568" y="1737"/>
                      <a:pt x="234" y="2544"/>
                      <a:pt x="234" y="3386"/>
                    </a:cubicBezTo>
                    <a:cubicBezTo>
                      <a:pt x="234" y="4227"/>
                      <a:pt x="568" y="5034"/>
                      <a:pt x="1163" y="5629"/>
                    </a:cubicBezTo>
                    <a:cubicBezTo>
                      <a:pt x="1758" y="6224"/>
                      <a:pt x="2565" y="6558"/>
                      <a:pt x="3406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38" name="Freeform: Shape 12237">
                <a:extLst>
                  <a:ext uri="{FF2B5EF4-FFF2-40B4-BE49-F238E27FC236}">
                    <a16:creationId xmlns:a16="http://schemas.microsoft.com/office/drawing/2014/main" id="{914D5441-6EB1-E997-7168-EE0FEB120A6F}"/>
                  </a:ext>
                </a:extLst>
              </p:cNvPr>
              <p:cNvSpPr/>
              <p:nvPr/>
            </p:nvSpPr>
            <p:spPr>
              <a:xfrm>
                <a:off x="9373496" y="6179789"/>
                <a:ext cx="6343" cy="6345"/>
              </a:xfrm>
              <a:custGeom>
                <a:avLst/>
                <a:gdLst>
                  <a:gd name="connsiteX0" fmla="*/ 3405 w 6343"/>
                  <a:gd name="connsiteY0" fmla="*/ 6558 h 6345"/>
                  <a:gd name="connsiteX1" fmla="*/ 5648 w 6343"/>
                  <a:gd name="connsiteY1" fmla="*/ 5629 h 6345"/>
                  <a:gd name="connsiteX2" fmla="*/ 6577 w 6343"/>
                  <a:gd name="connsiteY2" fmla="*/ 3385 h 6345"/>
                  <a:gd name="connsiteX3" fmla="*/ 5648 w 6343"/>
                  <a:gd name="connsiteY3" fmla="*/ 1142 h 6345"/>
                  <a:gd name="connsiteX4" fmla="*/ 3405 w 6343"/>
                  <a:gd name="connsiteY4" fmla="*/ 213 h 6345"/>
                  <a:gd name="connsiteX5" fmla="*/ 1163 w 6343"/>
                  <a:gd name="connsiteY5" fmla="*/ 1142 h 6345"/>
                  <a:gd name="connsiteX6" fmla="*/ 234 w 6343"/>
                  <a:gd name="connsiteY6" fmla="*/ 3385 h 6345"/>
                  <a:gd name="connsiteX7" fmla="*/ 1163 w 6343"/>
                  <a:gd name="connsiteY7" fmla="*/ 5629 h 6345"/>
                  <a:gd name="connsiteX8" fmla="*/ 340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58"/>
                    </a:moveTo>
                    <a:cubicBezTo>
                      <a:pt x="4246" y="6558"/>
                      <a:pt x="5053" y="6224"/>
                      <a:pt x="5648" y="5629"/>
                    </a:cubicBezTo>
                    <a:cubicBezTo>
                      <a:pt x="6243" y="5034"/>
                      <a:pt x="6577" y="4227"/>
                      <a:pt x="6577" y="3385"/>
                    </a:cubicBezTo>
                    <a:cubicBezTo>
                      <a:pt x="6577" y="2544"/>
                      <a:pt x="6243" y="1737"/>
                      <a:pt x="5648" y="1142"/>
                    </a:cubicBezTo>
                    <a:cubicBezTo>
                      <a:pt x="5053" y="547"/>
                      <a:pt x="4246" y="213"/>
                      <a:pt x="3405" y="213"/>
                    </a:cubicBezTo>
                    <a:cubicBezTo>
                      <a:pt x="2564" y="213"/>
                      <a:pt x="1757" y="547"/>
                      <a:pt x="1163" y="1142"/>
                    </a:cubicBezTo>
                    <a:cubicBezTo>
                      <a:pt x="568" y="1737"/>
                      <a:pt x="234" y="2544"/>
                      <a:pt x="234" y="3385"/>
                    </a:cubicBezTo>
                    <a:cubicBezTo>
                      <a:pt x="234" y="4227"/>
                      <a:pt x="568" y="5034"/>
                      <a:pt x="1163" y="5629"/>
                    </a:cubicBezTo>
                    <a:cubicBezTo>
                      <a:pt x="1757" y="6224"/>
                      <a:pt x="2564" y="6558"/>
                      <a:pt x="340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39" name="Freeform: Shape 12238">
                <a:extLst>
                  <a:ext uri="{FF2B5EF4-FFF2-40B4-BE49-F238E27FC236}">
                    <a16:creationId xmlns:a16="http://schemas.microsoft.com/office/drawing/2014/main" id="{9973E1B1-389B-E6CA-7E3D-D22CDF1D5BB0}"/>
                  </a:ext>
                </a:extLst>
              </p:cNvPr>
              <p:cNvSpPr/>
              <p:nvPr/>
            </p:nvSpPr>
            <p:spPr>
              <a:xfrm>
                <a:off x="9367940" y="6180770"/>
                <a:ext cx="6343" cy="6345"/>
              </a:xfrm>
              <a:custGeom>
                <a:avLst/>
                <a:gdLst>
                  <a:gd name="connsiteX0" fmla="*/ 3405 w 6343"/>
                  <a:gd name="connsiteY0" fmla="*/ 6558 h 6345"/>
                  <a:gd name="connsiteX1" fmla="*/ 5647 w 6343"/>
                  <a:gd name="connsiteY1" fmla="*/ 5629 h 6345"/>
                  <a:gd name="connsiteX2" fmla="*/ 6576 w 6343"/>
                  <a:gd name="connsiteY2" fmla="*/ 3386 h 6345"/>
                  <a:gd name="connsiteX3" fmla="*/ 5647 w 6343"/>
                  <a:gd name="connsiteY3" fmla="*/ 1142 h 6345"/>
                  <a:gd name="connsiteX4" fmla="*/ 3405 w 6343"/>
                  <a:gd name="connsiteY4" fmla="*/ 213 h 6345"/>
                  <a:gd name="connsiteX5" fmla="*/ 1162 w 6343"/>
                  <a:gd name="connsiteY5" fmla="*/ 1142 h 6345"/>
                  <a:gd name="connsiteX6" fmla="*/ 233 w 6343"/>
                  <a:gd name="connsiteY6" fmla="*/ 3386 h 6345"/>
                  <a:gd name="connsiteX7" fmla="*/ 1162 w 6343"/>
                  <a:gd name="connsiteY7" fmla="*/ 5629 h 6345"/>
                  <a:gd name="connsiteX8" fmla="*/ 340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5" y="6558"/>
                    </a:moveTo>
                    <a:cubicBezTo>
                      <a:pt x="4246" y="6558"/>
                      <a:pt x="5053" y="6224"/>
                      <a:pt x="5647" y="5629"/>
                    </a:cubicBezTo>
                    <a:cubicBezTo>
                      <a:pt x="6242" y="5034"/>
                      <a:pt x="6576" y="4227"/>
                      <a:pt x="6576" y="3386"/>
                    </a:cubicBezTo>
                    <a:cubicBezTo>
                      <a:pt x="6576" y="2544"/>
                      <a:pt x="6242" y="1737"/>
                      <a:pt x="5647" y="1142"/>
                    </a:cubicBezTo>
                    <a:cubicBezTo>
                      <a:pt x="5053" y="547"/>
                      <a:pt x="4246" y="213"/>
                      <a:pt x="3405" y="213"/>
                    </a:cubicBezTo>
                    <a:cubicBezTo>
                      <a:pt x="2564" y="213"/>
                      <a:pt x="1757" y="547"/>
                      <a:pt x="1162" y="1142"/>
                    </a:cubicBezTo>
                    <a:cubicBezTo>
                      <a:pt x="567" y="1737"/>
                      <a:pt x="233" y="2544"/>
                      <a:pt x="233" y="3386"/>
                    </a:cubicBezTo>
                    <a:cubicBezTo>
                      <a:pt x="233" y="4227"/>
                      <a:pt x="567" y="5034"/>
                      <a:pt x="1162" y="5629"/>
                    </a:cubicBezTo>
                    <a:cubicBezTo>
                      <a:pt x="1757" y="6224"/>
                      <a:pt x="2564" y="6558"/>
                      <a:pt x="340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40" name="Freeform: Shape 12239">
                <a:extLst>
                  <a:ext uri="{FF2B5EF4-FFF2-40B4-BE49-F238E27FC236}">
                    <a16:creationId xmlns:a16="http://schemas.microsoft.com/office/drawing/2014/main" id="{0E1C0B69-0978-C5DF-5B5D-1DFD9ED03A4F}"/>
                  </a:ext>
                </a:extLst>
              </p:cNvPr>
              <p:cNvSpPr/>
              <p:nvPr/>
            </p:nvSpPr>
            <p:spPr>
              <a:xfrm>
                <a:off x="9362503" y="6180284"/>
                <a:ext cx="6343" cy="6345"/>
              </a:xfrm>
              <a:custGeom>
                <a:avLst/>
                <a:gdLst>
                  <a:gd name="connsiteX0" fmla="*/ 3404 w 6343"/>
                  <a:gd name="connsiteY0" fmla="*/ 6558 h 6345"/>
                  <a:gd name="connsiteX1" fmla="*/ 5647 w 6343"/>
                  <a:gd name="connsiteY1" fmla="*/ 5629 h 6345"/>
                  <a:gd name="connsiteX2" fmla="*/ 6576 w 6343"/>
                  <a:gd name="connsiteY2" fmla="*/ 3386 h 6345"/>
                  <a:gd name="connsiteX3" fmla="*/ 5647 w 6343"/>
                  <a:gd name="connsiteY3" fmla="*/ 1142 h 6345"/>
                  <a:gd name="connsiteX4" fmla="*/ 3404 w 6343"/>
                  <a:gd name="connsiteY4" fmla="*/ 213 h 6345"/>
                  <a:gd name="connsiteX5" fmla="*/ 1162 w 6343"/>
                  <a:gd name="connsiteY5" fmla="*/ 1142 h 6345"/>
                  <a:gd name="connsiteX6" fmla="*/ 233 w 6343"/>
                  <a:gd name="connsiteY6" fmla="*/ 3386 h 6345"/>
                  <a:gd name="connsiteX7" fmla="*/ 1162 w 6343"/>
                  <a:gd name="connsiteY7" fmla="*/ 5629 h 6345"/>
                  <a:gd name="connsiteX8" fmla="*/ 3404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58"/>
                    </a:moveTo>
                    <a:cubicBezTo>
                      <a:pt x="4245" y="6558"/>
                      <a:pt x="5052" y="6224"/>
                      <a:pt x="5647" y="5629"/>
                    </a:cubicBezTo>
                    <a:cubicBezTo>
                      <a:pt x="6242" y="5034"/>
                      <a:pt x="6576" y="4227"/>
                      <a:pt x="6576" y="3386"/>
                    </a:cubicBezTo>
                    <a:cubicBezTo>
                      <a:pt x="6576" y="2544"/>
                      <a:pt x="6242" y="1737"/>
                      <a:pt x="5647" y="1142"/>
                    </a:cubicBezTo>
                    <a:cubicBezTo>
                      <a:pt x="5052" y="547"/>
                      <a:pt x="4245" y="213"/>
                      <a:pt x="3404" y="213"/>
                    </a:cubicBezTo>
                    <a:cubicBezTo>
                      <a:pt x="2563" y="213"/>
                      <a:pt x="1756" y="547"/>
                      <a:pt x="1162" y="1142"/>
                    </a:cubicBezTo>
                    <a:cubicBezTo>
                      <a:pt x="567" y="1737"/>
                      <a:pt x="233" y="2544"/>
                      <a:pt x="233" y="3386"/>
                    </a:cubicBezTo>
                    <a:cubicBezTo>
                      <a:pt x="233" y="4227"/>
                      <a:pt x="567" y="5034"/>
                      <a:pt x="1162" y="5629"/>
                    </a:cubicBezTo>
                    <a:cubicBezTo>
                      <a:pt x="1756" y="6224"/>
                      <a:pt x="2563" y="6558"/>
                      <a:pt x="3404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41" name="Freeform: Shape 12240">
                <a:extLst>
                  <a:ext uri="{FF2B5EF4-FFF2-40B4-BE49-F238E27FC236}">
                    <a16:creationId xmlns:a16="http://schemas.microsoft.com/office/drawing/2014/main" id="{E32418F4-7C9F-9593-BDA2-A10B9CA9C107}"/>
                  </a:ext>
                </a:extLst>
              </p:cNvPr>
              <p:cNvSpPr/>
              <p:nvPr/>
            </p:nvSpPr>
            <p:spPr>
              <a:xfrm>
                <a:off x="9357148" y="6178956"/>
                <a:ext cx="6343" cy="6345"/>
              </a:xfrm>
              <a:custGeom>
                <a:avLst/>
                <a:gdLst>
                  <a:gd name="connsiteX0" fmla="*/ 3404 w 6343"/>
                  <a:gd name="connsiteY0" fmla="*/ 6558 h 6345"/>
                  <a:gd name="connsiteX1" fmla="*/ 5647 w 6343"/>
                  <a:gd name="connsiteY1" fmla="*/ 5629 h 6345"/>
                  <a:gd name="connsiteX2" fmla="*/ 6576 w 6343"/>
                  <a:gd name="connsiteY2" fmla="*/ 3385 h 6345"/>
                  <a:gd name="connsiteX3" fmla="*/ 5647 w 6343"/>
                  <a:gd name="connsiteY3" fmla="*/ 1142 h 6345"/>
                  <a:gd name="connsiteX4" fmla="*/ 3404 w 6343"/>
                  <a:gd name="connsiteY4" fmla="*/ 213 h 6345"/>
                  <a:gd name="connsiteX5" fmla="*/ 1161 w 6343"/>
                  <a:gd name="connsiteY5" fmla="*/ 1142 h 6345"/>
                  <a:gd name="connsiteX6" fmla="*/ 232 w 6343"/>
                  <a:gd name="connsiteY6" fmla="*/ 3385 h 6345"/>
                  <a:gd name="connsiteX7" fmla="*/ 1161 w 6343"/>
                  <a:gd name="connsiteY7" fmla="*/ 5629 h 6345"/>
                  <a:gd name="connsiteX8" fmla="*/ 3404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58"/>
                    </a:moveTo>
                    <a:cubicBezTo>
                      <a:pt x="4245" y="6558"/>
                      <a:pt x="5052" y="6224"/>
                      <a:pt x="5647" y="5629"/>
                    </a:cubicBezTo>
                    <a:cubicBezTo>
                      <a:pt x="6241" y="5034"/>
                      <a:pt x="6576" y="4227"/>
                      <a:pt x="6576" y="3385"/>
                    </a:cubicBezTo>
                    <a:cubicBezTo>
                      <a:pt x="6576" y="2544"/>
                      <a:pt x="6241" y="1737"/>
                      <a:pt x="5647" y="1142"/>
                    </a:cubicBezTo>
                    <a:cubicBezTo>
                      <a:pt x="5052" y="547"/>
                      <a:pt x="4245" y="213"/>
                      <a:pt x="3404" y="213"/>
                    </a:cubicBezTo>
                    <a:cubicBezTo>
                      <a:pt x="2563" y="213"/>
                      <a:pt x="1756" y="547"/>
                      <a:pt x="1161" y="1142"/>
                    </a:cubicBezTo>
                    <a:cubicBezTo>
                      <a:pt x="567" y="1737"/>
                      <a:pt x="232" y="2544"/>
                      <a:pt x="232" y="3385"/>
                    </a:cubicBezTo>
                    <a:cubicBezTo>
                      <a:pt x="232" y="4227"/>
                      <a:pt x="567" y="5034"/>
                      <a:pt x="1161" y="5629"/>
                    </a:cubicBezTo>
                    <a:cubicBezTo>
                      <a:pt x="1756" y="6224"/>
                      <a:pt x="2563" y="6558"/>
                      <a:pt x="3404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42" name="Freeform: Shape 12241">
                <a:extLst>
                  <a:ext uri="{FF2B5EF4-FFF2-40B4-BE49-F238E27FC236}">
                    <a16:creationId xmlns:a16="http://schemas.microsoft.com/office/drawing/2014/main" id="{FCB0BB77-AE06-2FFF-3289-C6A89D9D3B52}"/>
                  </a:ext>
                </a:extLst>
              </p:cNvPr>
              <p:cNvSpPr/>
              <p:nvPr/>
            </p:nvSpPr>
            <p:spPr>
              <a:xfrm>
                <a:off x="9351656" y="6179026"/>
                <a:ext cx="6343" cy="6345"/>
              </a:xfrm>
              <a:custGeom>
                <a:avLst/>
                <a:gdLst>
                  <a:gd name="connsiteX0" fmla="*/ 3404 w 6343"/>
                  <a:gd name="connsiteY0" fmla="*/ 6558 h 6345"/>
                  <a:gd name="connsiteX1" fmla="*/ 5646 w 6343"/>
                  <a:gd name="connsiteY1" fmla="*/ 5629 h 6345"/>
                  <a:gd name="connsiteX2" fmla="*/ 6575 w 6343"/>
                  <a:gd name="connsiteY2" fmla="*/ 3385 h 6345"/>
                  <a:gd name="connsiteX3" fmla="*/ 5646 w 6343"/>
                  <a:gd name="connsiteY3" fmla="*/ 1142 h 6345"/>
                  <a:gd name="connsiteX4" fmla="*/ 3404 w 6343"/>
                  <a:gd name="connsiteY4" fmla="*/ 213 h 6345"/>
                  <a:gd name="connsiteX5" fmla="*/ 1161 w 6343"/>
                  <a:gd name="connsiteY5" fmla="*/ 1142 h 6345"/>
                  <a:gd name="connsiteX6" fmla="*/ 232 w 6343"/>
                  <a:gd name="connsiteY6" fmla="*/ 3385 h 6345"/>
                  <a:gd name="connsiteX7" fmla="*/ 1161 w 6343"/>
                  <a:gd name="connsiteY7" fmla="*/ 5629 h 6345"/>
                  <a:gd name="connsiteX8" fmla="*/ 3404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558"/>
                    </a:moveTo>
                    <a:cubicBezTo>
                      <a:pt x="4245" y="6558"/>
                      <a:pt x="5051" y="6224"/>
                      <a:pt x="5646" y="5629"/>
                    </a:cubicBezTo>
                    <a:cubicBezTo>
                      <a:pt x="6241" y="5034"/>
                      <a:pt x="6575" y="4227"/>
                      <a:pt x="6575" y="3385"/>
                    </a:cubicBezTo>
                    <a:cubicBezTo>
                      <a:pt x="6575" y="2544"/>
                      <a:pt x="6241" y="1737"/>
                      <a:pt x="5646" y="1142"/>
                    </a:cubicBezTo>
                    <a:cubicBezTo>
                      <a:pt x="5051" y="547"/>
                      <a:pt x="4245" y="213"/>
                      <a:pt x="3404" y="213"/>
                    </a:cubicBezTo>
                    <a:cubicBezTo>
                      <a:pt x="2562" y="213"/>
                      <a:pt x="1756" y="547"/>
                      <a:pt x="1161" y="1142"/>
                    </a:cubicBezTo>
                    <a:cubicBezTo>
                      <a:pt x="566" y="1737"/>
                      <a:pt x="232" y="2544"/>
                      <a:pt x="232" y="3385"/>
                    </a:cubicBezTo>
                    <a:cubicBezTo>
                      <a:pt x="232" y="4227"/>
                      <a:pt x="566" y="5034"/>
                      <a:pt x="1161" y="5629"/>
                    </a:cubicBezTo>
                    <a:cubicBezTo>
                      <a:pt x="1756" y="6224"/>
                      <a:pt x="2562" y="6558"/>
                      <a:pt x="3404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43" name="Freeform: Shape 12242">
                <a:extLst>
                  <a:ext uri="{FF2B5EF4-FFF2-40B4-BE49-F238E27FC236}">
                    <a16:creationId xmlns:a16="http://schemas.microsoft.com/office/drawing/2014/main" id="{98F022EC-5EBF-D8B9-A369-0BC3B47568CF}"/>
                  </a:ext>
                </a:extLst>
              </p:cNvPr>
              <p:cNvSpPr/>
              <p:nvPr/>
            </p:nvSpPr>
            <p:spPr>
              <a:xfrm>
                <a:off x="9346023" y="6180304"/>
                <a:ext cx="6343" cy="6345"/>
              </a:xfrm>
              <a:custGeom>
                <a:avLst/>
                <a:gdLst>
                  <a:gd name="connsiteX0" fmla="*/ 3403 w 6343"/>
                  <a:gd name="connsiteY0" fmla="*/ 6558 h 6345"/>
                  <a:gd name="connsiteX1" fmla="*/ 5646 w 6343"/>
                  <a:gd name="connsiteY1" fmla="*/ 5629 h 6345"/>
                  <a:gd name="connsiteX2" fmla="*/ 6575 w 6343"/>
                  <a:gd name="connsiteY2" fmla="*/ 3386 h 6345"/>
                  <a:gd name="connsiteX3" fmla="*/ 5646 w 6343"/>
                  <a:gd name="connsiteY3" fmla="*/ 1142 h 6345"/>
                  <a:gd name="connsiteX4" fmla="*/ 3403 w 6343"/>
                  <a:gd name="connsiteY4" fmla="*/ 213 h 6345"/>
                  <a:gd name="connsiteX5" fmla="*/ 1160 w 6343"/>
                  <a:gd name="connsiteY5" fmla="*/ 1142 h 6345"/>
                  <a:gd name="connsiteX6" fmla="*/ 232 w 6343"/>
                  <a:gd name="connsiteY6" fmla="*/ 3386 h 6345"/>
                  <a:gd name="connsiteX7" fmla="*/ 1160 w 6343"/>
                  <a:gd name="connsiteY7" fmla="*/ 5629 h 6345"/>
                  <a:gd name="connsiteX8" fmla="*/ 3403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58"/>
                    </a:moveTo>
                    <a:cubicBezTo>
                      <a:pt x="4244" y="6558"/>
                      <a:pt x="5051" y="6224"/>
                      <a:pt x="5646" y="5629"/>
                    </a:cubicBezTo>
                    <a:cubicBezTo>
                      <a:pt x="6240" y="5034"/>
                      <a:pt x="6575" y="4227"/>
                      <a:pt x="6575" y="3386"/>
                    </a:cubicBezTo>
                    <a:cubicBezTo>
                      <a:pt x="6575" y="2544"/>
                      <a:pt x="6240" y="1737"/>
                      <a:pt x="5646" y="1142"/>
                    </a:cubicBezTo>
                    <a:cubicBezTo>
                      <a:pt x="5051" y="547"/>
                      <a:pt x="4244" y="213"/>
                      <a:pt x="3403" y="213"/>
                    </a:cubicBezTo>
                    <a:cubicBezTo>
                      <a:pt x="2562" y="213"/>
                      <a:pt x="1755" y="547"/>
                      <a:pt x="1160" y="1142"/>
                    </a:cubicBezTo>
                    <a:cubicBezTo>
                      <a:pt x="566" y="1737"/>
                      <a:pt x="232" y="2544"/>
                      <a:pt x="232" y="3386"/>
                    </a:cubicBezTo>
                    <a:cubicBezTo>
                      <a:pt x="232" y="4227"/>
                      <a:pt x="566" y="5034"/>
                      <a:pt x="1160" y="5629"/>
                    </a:cubicBezTo>
                    <a:cubicBezTo>
                      <a:pt x="1755" y="6224"/>
                      <a:pt x="2562" y="6558"/>
                      <a:pt x="3403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44" name="Freeform: Shape 12243">
                <a:extLst>
                  <a:ext uri="{FF2B5EF4-FFF2-40B4-BE49-F238E27FC236}">
                    <a16:creationId xmlns:a16="http://schemas.microsoft.com/office/drawing/2014/main" id="{A85357E5-FFB8-1102-2C82-E7FE36A2806E}"/>
                  </a:ext>
                </a:extLst>
              </p:cNvPr>
              <p:cNvSpPr/>
              <p:nvPr/>
            </p:nvSpPr>
            <p:spPr>
              <a:xfrm>
                <a:off x="9340785" y="6178007"/>
                <a:ext cx="6343" cy="6345"/>
              </a:xfrm>
              <a:custGeom>
                <a:avLst/>
                <a:gdLst>
                  <a:gd name="connsiteX0" fmla="*/ 3403 w 6343"/>
                  <a:gd name="connsiteY0" fmla="*/ 6558 h 6345"/>
                  <a:gd name="connsiteX1" fmla="*/ 5645 w 6343"/>
                  <a:gd name="connsiteY1" fmla="*/ 5629 h 6345"/>
                  <a:gd name="connsiteX2" fmla="*/ 6574 w 6343"/>
                  <a:gd name="connsiteY2" fmla="*/ 3385 h 6345"/>
                  <a:gd name="connsiteX3" fmla="*/ 5645 w 6343"/>
                  <a:gd name="connsiteY3" fmla="*/ 1142 h 6345"/>
                  <a:gd name="connsiteX4" fmla="*/ 3403 w 6343"/>
                  <a:gd name="connsiteY4" fmla="*/ 213 h 6345"/>
                  <a:gd name="connsiteX5" fmla="*/ 1160 w 6343"/>
                  <a:gd name="connsiteY5" fmla="*/ 1142 h 6345"/>
                  <a:gd name="connsiteX6" fmla="*/ 231 w 6343"/>
                  <a:gd name="connsiteY6" fmla="*/ 3385 h 6345"/>
                  <a:gd name="connsiteX7" fmla="*/ 1160 w 6343"/>
                  <a:gd name="connsiteY7" fmla="*/ 5629 h 6345"/>
                  <a:gd name="connsiteX8" fmla="*/ 3403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558"/>
                    </a:moveTo>
                    <a:cubicBezTo>
                      <a:pt x="4244" y="6558"/>
                      <a:pt x="5051" y="6224"/>
                      <a:pt x="5645" y="5629"/>
                    </a:cubicBezTo>
                    <a:cubicBezTo>
                      <a:pt x="6240" y="5034"/>
                      <a:pt x="6574" y="4227"/>
                      <a:pt x="6574" y="3385"/>
                    </a:cubicBezTo>
                    <a:cubicBezTo>
                      <a:pt x="6574" y="2544"/>
                      <a:pt x="6240" y="1737"/>
                      <a:pt x="5645" y="1142"/>
                    </a:cubicBezTo>
                    <a:cubicBezTo>
                      <a:pt x="5051" y="547"/>
                      <a:pt x="4244" y="213"/>
                      <a:pt x="3403" y="213"/>
                    </a:cubicBezTo>
                    <a:cubicBezTo>
                      <a:pt x="2562" y="213"/>
                      <a:pt x="1755" y="547"/>
                      <a:pt x="1160" y="1142"/>
                    </a:cubicBezTo>
                    <a:cubicBezTo>
                      <a:pt x="565" y="1737"/>
                      <a:pt x="231" y="2544"/>
                      <a:pt x="231" y="3385"/>
                    </a:cubicBezTo>
                    <a:cubicBezTo>
                      <a:pt x="231" y="4227"/>
                      <a:pt x="565" y="5034"/>
                      <a:pt x="1160" y="5629"/>
                    </a:cubicBezTo>
                    <a:cubicBezTo>
                      <a:pt x="1755" y="6224"/>
                      <a:pt x="2562" y="6558"/>
                      <a:pt x="3403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45" name="Freeform: Shape 12244">
                <a:extLst>
                  <a:ext uri="{FF2B5EF4-FFF2-40B4-BE49-F238E27FC236}">
                    <a16:creationId xmlns:a16="http://schemas.microsoft.com/office/drawing/2014/main" id="{77F7D0CD-C71C-AD55-BBDC-663E93CBA336}"/>
                  </a:ext>
                </a:extLst>
              </p:cNvPr>
              <p:cNvSpPr/>
              <p:nvPr/>
            </p:nvSpPr>
            <p:spPr>
              <a:xfrm>
                <a:off x="9335227" y="6178471"/>
                <a:ext cx="6343" cy="6345"/>
              </a:xfrm>
              <a:custGeom>
                <a:avLst/>
                <a:gdLst>
                  <a:gd name="connsiteX0" fmla="*/ 3402 w 6343"/>
                  <a:gd name="connsiteY0" fmla="*/ 6558 h 6345"/>
                  <a:gd name="connsiteX1" fmla="*/ 5645 w 6343"/>
                  <a:gd name="connsiteY1" fmla="*/ 5629 h 6345"/>
                  <a:gd name="connsiteX2" fmla="*/ 6574 w 6343"/>
                  <a:gd name="connsiteY2" fmla="*/ 3385 h 6345"/>
                  <a:gd name="connsiteX3" fmla="*/ 5645 w 6343"/>
                  <a:gd name="connsiteY3" fmla="*/ 1142 h 6345"/>
                  <a:gd name="connsiteX4" fmla="*/ 3402 w 6343"/>
                  <a:gd name="connsiteY4" fmla="*/ 213 h 6345"/>
                  <a:gd name="connsiteX5" fmla="*/ 1160 w 6343"/>
                  <a:gd name="connsiteY5" fmla="*/ 1142 h 6345"/>
                  <a:gd name="connsiteX6" fmla="*/ 231 w 6343"/>
                  <a:gd name="connsiteY6" fmla="*/ 3385 h 6345"/>
                  <a:gd name="connsiteX7" fmla="*/ 1160 w 6343"/>
                  <a:gd name="connsiteY7" fmla="*/ 5629 h 6345"/>
                  <a:gd name="connsiteX8" fmla="*/ 340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58"/>
                    </a:moveTo>
                    <a:cubicBezTo>
                      <a:pt x="4243" y="6558"/>
                      <a:pt x="5050" y="6224"/>
                      <a:pt x="5645" y="5629"/>
                    </a:cubicBezTo>
                    <a:cubicBezTo>
                      <a:pt x="6240" y="5034"/>
                      <a:pt x="6574" y="4227"/>
                      <a:pt x="6574" y="3385"/>
                    </a:cubicBezTo>
                    <a:cubicBezTo>
                      <a:pt x="6574" y="2544"/>
                      <a:pt x="6240" y="1737"/>
                      <a:pt x="5645" y="1142"/>
                    </a:cubicBezTo>
                    <a:cubicBezTo>
                      <a:pt x="5050" y="547"/>
                      <a:pt x="4243" y="213"/>
                      <a:pt x="3402" y="213"/>
                    </a:cubicBezTo>
                    <a:cubicBezTo>
                      <a:pt x="2561" y="213"/>
                      <a:pt x="1754" y="547"/>
                      <a:pt x="1160" y="1142"/>
                    </a:cubicBezTo>
                    <a:cubicBezTo>
                      <a:pt x="565" y="1737"/>
                      <a:pt x="231" y="2544"/>
                      <a:pt x="231" y="3385"/>
                    </a:cubicBezTo>
                    <a:cubicBezTo>
                      <a:pt x="231" y="4227"/>
                      <a:pt x="565" y="5034"/>
                      <a:pt x="1160" y="5629"/>
                    </a:cubicBezTo>
                    <a:cubicBezTo>
                      <a:pt x="1754" y="6224"/>
                      <a:pt x="2561" y="6558"/>
                      <a:pt x="340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46" name="Freeform: Shape 12245">
                <a:extLst>
                  <a:ext uri="{FF2B5EF4-FFF2-40B4-BE49-F238E27FC236}">
                    <a16:creationId xmlns:a16="http://schemas.microsoft.com/office/drawing/2014/main" id="{10640939-4650-2CE3-F8E6-CAB6461EA1D0}"/>
                  </a:ext>
                </a:extLst>
              </p:cNvPr>
              <p:cNvSpPr/>
              <p:nvPr/>
            </p:nvSpPr>
            <p:spPr>
              <a:xfrm>
                <a:off x="9329980" y="6176421"/>
                <a:ext cx="6343" cy="6345"/>
              </a:xfrm>
              <a:custGeom>
                <a:avLst/>
                <a:gdLst>
                  <a:gd name="connsiteX0" fmla="*/ 3402 w 6343"/>
                  <a:gd name="connsiteY0" fmla="*/ 6558 h 6345"/>
                  <a:gd name="connsiteX1" fmla="*/ 5644 w 6343"/>
                  <a:gd name="connsiteY1" fmla="*/ 5629 h 6345"/>
                  <a:gd name="connsiteX2" fmla="*/ 6573 w 6343"/>
                  <a:gd name="connsiteY2" fmla="*/ 3385 h 6345"/>
                  <a:gd name="connsiteX3" fmla="*/ 5644 w 6343"/>
                  <a:gd name="connsiteY3" fmla="*/ 1142 h 6345"/>
                  <a:gd name="connsiteX4" fmla="*/ 3402 w 6343"/>
                  <a:gd name="connsiteY4" fmla="*/ 213 h 6345"/>
                  <a:gd name="connsiteX5" fmla="*/ 1159 w 6343"/>
                  <a:gd name="connsiteY5" fmla="*/ 1142 h 6345"/>
                  <a:gd name="connsiteX6" fmla="*/ 230 w 6343"/>
                  <a:gd name="connsiteY6" fmla="*/ 3385 h 6345"/>
                  <a:gd name="connsiteX7" fmla="*/ 1159 w 6343"/>
                  <a:gd name="connsiteY7" fmla="*/ 5629 h 6345"/>
                  <a:gd name="connsiteX8" fmla="*/ 3402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58"/>
                    </a:moveTo>
                    <a:cubicBezTo>
                      <a:pt x="4243" y="6558"/>
                      <a:pt x="5050" y="6224"/>
                      <a:pt x="5644" y="5629"/>
                    </a:cubicBezTo>
                    <a:cubicBezTo>
                      <a:pt x="6239" y="5034"/>
                      <a:pt x="6573" y="4227"/>
                      <a:pt x="6573" y="3385"/>
                    </a:cubicBezTo>
                    <a:cubicBezTo>
                      <a:pt x="6573" y="2544"/>
                      <a:pt x="6239" y="1737"/>
                      <a:pt x="5644" y="1142"/>
                    </a:cubicBezTo>
                    <a:cubicBezTo>
                      <a:pt x="5050" y="547"/>
                      <a:pt x="4243" y="213"/>
                      <a:pt x="3402" y="213"/>
                    </a:cubicBezTo>
                    <a:cubicBezTo>
                      <a:pt x="2561" y="213"/>
                      <a:pt x="1754" y="547"/>
                      <a:pt x="1159" y="1142"/>
                    </a:cubicBezTo>
                    <a:cubicBezTo>
                      <a:pt x="564" y="1737"/>
                      <a:pt x="230" y="2544"/>
                      <a:pt x="230" y="3385"/>
                    </a:cubicBezTo>
                    <a:cubicBezTo>
                      <a:pt x="230" y="4227"/>
                      <a:pt x="564" y="5034"/>
                      <a:pt x="1159" y="5629"/>
                    </a:cubicBezTo>
                    <a:cubicBezTo>
                      <a:pt x="1754" y="6224"/>
                      <a:pt x="2561" y="6558"/>
                      <a:pt x="3402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47" name="Freeform: Shape 12246">
                <a:extLst>
                  <a:ext uri="{FF2B5EF4-FFF2-40B4-BE49-F238E27FC236}">
                    <a16:creationId xmlns:a16="http://schemas.microsoft.com/office/drawing/2014/main" id="{E3E1B3A8-A438-C413-C1C9-3AAB11662BA3}"/>
                  </a:ext>
                </a:extLst>
              </p:cNvPr>
              <p:cNvSpPr/>
              <p:nvPr/>
            </p:nvSpPr>
            <p:spPr>
              <a:xfrm>
                <a:off x="9324267" y="6177932"/>
                <a:ext cx="6343" cy="6345"/>
              </a:xfrm>
              <a:custGeom>
                <a:avLst/>
                <a:gdLst>
                  <a:gd name="connsiteX0" fmla="*/ 3401 w 6343"/>
                  <a:gd name="connsiteY0" fmla="*/ 6558 h 6345"/>
                  <a:gd name="connsiteX1" fmla="*/ 5644 w 6343"/>
                  <a:gd name="connsiteY1" fmla="*/ 5629 h 6345"/>
                  <a:gd name="connsiteX2" fmla="*/ 6573 w 6343"/>
                  <a:gd name="connsiteY2" fmla="*/ 3385 h 6345"/>
                  <a:gd name="connsiteX3" fmla="*/ 5644 w 6343"/>
                  <a:gd name="connsiteY3" fmla="*/ 1142 h 6345"/>
                  <a:gd name="connsiteX4" fmla="*/ 3401 w 6343"/>
                  <a:gd name="connsiteY4" fmla="*/ 213 h 6345"/>
                  <a:gd name="connsiteX5" fmla="*/ 1159 w 6343"/>
                  <a:gd name="connsiteY5" fmla="*/ 1142 h 6345"/>
                  <a:gd name="connsiteX6" fmla="*/ 230 w 6343"/>
                  <a:gd name="connsiteY6" fmla="*/ 3385 h 6345"/>
                  <a:gd name="connsiteX7" fmla="*/ 1159 w 6343"/>
                  <a:gd name="connsiteY7" fmla="*/ 5629 h 6345"/>
                  <a:gd name="connsiteX8" fmla="*/ 340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8"/>
                    </a:moveTo>
                    <a:cubicBezTo>
                      <a:pt x="4242" y="6558"/>
                      <a:pt x="5049" y="6224"/>
                      <a:pt x="5644" y="5629"/>
                    </a:cubicBezTo>
                    <a:cubicBezTo>
                      <a:pt x="6239" y="5034"/>
                      <a:pt x="6573" y="4227"/>
                      <a:pt x="6573" y="3385"/>
                    </a:cubicBezTo>
                    <a:cubicBezTo>
                      <a:pt x="6573" y="2544"/>
                      <a:pt x="6239" y="1737"/>
                      <a:pt x="5644" y="1142"/>
                    </a:cubicBezTo>
                    <a:cubicBezTo>
                      <a:pt x="5049" y="547"/>
                      <a:pt x="4242" y="213"/>
                      <a:pt x="3401" y="213"/>
                    </a:cubicBezTo>
                    <a:cubicBezTo>
                      <a:pt x="2560" y="213"/>
                      <a:pt x="1753" y="547"/>
                      <a:pt x="1159" y="1142"/>
                    </a:cubicBezTo>
                    <a:cubicBezTo>
                      <a:pt x="564" y="1737"/>
                      <a:pt x="230" y="2544"/>
                      <a:pt x="230" y="3385"/>
                    </a:cubicBezTo>
                    <a:cubicBezTo>
                      <a:pt x="230" y="4227"/>
                      <a:pt x="564" y="5034"/>
                      <a:pt x="1159" y="5629"/>
                    </a:cubicBezTo>
                    <a:cubicBezTo>
                      <a:pt x="1753" y="6224"/>
                      <a:pt x="2560" y="6558"/>
                      <a:pt x="340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48" name="Freeform: Shape 12247">
                <a:extLst>
                  <a:ext uri="{FF2B5EF4-FFF2-40B4-BE49-F238E27FC236}">
                    <a16:creationId xmlns:a16="http://schemas.microsoft.com/office/drawing/2014/main" id="{F9D73E75-F909-26B5-7BC7-9B72F55437BA}"/>
                  </a:ext>
                </a:extLst>
              </p:cNvPr>
              <p:cNvSpPr/>
              <p:nvPr/>
            </p:nvSpPr>
            <p:spPr>
              <a:xfrm>
                <a:off x="9318759" y="6177797"/>
                <a:ext cx="6343" cy="6345"/>
              </a:xfrm>
              <a:custGeom>
                <a:avLst/>
                <a:gdLst>
                  <a:gd name="connsiteX0" fmla="*/ 3401 w 6343"/>
                  <a:gd name="connsiteY0" fmla="*/ 6558 h 6345"/>
                  <a:gd name="connsiteX1" fmla="*/ 5644 w 6343"/>
                  <a:gd name="connsiteY1" fmla="*/ 5629 h 6345"/>
                  <a:gd name="connsiteX2" fmla="*/ 6572 w 6343"/>
                  <a:gd name="connsiteY2" fmla="*/ 3385 h 6345"/>
                  <a:gd name="connsiteX3" fmla="*/ 5644 w 6343"/>
                  <a:gd name="connsiteY3" fmla="*/ 1142 h 6345"/>
                  <a:gd name="connsiteX4" fmla="*/ 3401 w 6343"/>
                  <a:gd name="connsiteY4" fmla="*/ 213 h 6345"/>
                  <a:gd name="connsiteX5" fmla="*/ 1158 w 6343"/>
                  <a:gd name="connsiteY5" fmla="*/ 1142 h 6345"/>
                  <a:gd name="connsiteX6" fmla="*/ 229 w 6343"/>
                  <a:gd name="connsiteY6" fmla="*/ 3385 h 6345"/>
                  <a:gd name="connsiteX7" fmla="*/ 1158 w 6343"/>
                  <a:gd name="connsiteY7" fmla="*/ 5629 h 6345"/>
                  <a:gd name="connsiteX8" fmla="*/ 3401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58"/>
                    </a:moveTo>
                    <a:cubicBezTo>
                      <a:pt x="4242" y="6558"/>
                      <a:pt x="5049" y="6224"/>
                      <a:pt x="5644" y="5629"/>
                    </a:cubicBezTo>
                    <a:cubicBezTo>
                      <a:pt x="6238" y="5034"/>
                      <a:pt x="6572" y="4227"/>
                      <a:pt x="6572" y="3385"/>
                    </a:cubicBezTo>
                    <a:cubicBezTo>
                      <a:pt x="6572" y="2544"/>
                      <a:pt x="6238" y="1737"/>
                      <a:pt x="5644" y="1142"/>
                    </a:cubicBezTo>
                    <a:cubicBezTo>
                      <a:pt x="5049" y="547"/>
                      <a:pt x="4242" y="213"/>
                      <a:pt x="3401" y="213"/>
                    </a:cubicBezTo>
                    <a:cubicBezTo>
                      <a:pt x="2560" y="213"/>
                      <a:pt x="1753" y="547"/>
                      <a:pt x="1158" y="1142"/>
                    </a:cubicBezTo>
                    <a:cubicBezTo>
                      <a:pt x="564" y="1737"/>
                      <a:pt x="229" y="2544"/>
                      <a:pt x="229" y="3385"/>
                    </a:cubicBezTo>
                    <a:cubicBezTo>
                      <a:pt x="229" y="4227"/>
                      <a:pt x="564" y="5034"/>
                      <a:pt x="1158" y="5629"/>
                    </a:cubicBezTo>
                    <a:cubicBezTo>
                      <a:pt x="1753" y="6224"/>
                      <a:pt x="2560" y="6558"/>
                      <a:pt x="3401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49" name="Freeform: Shape 12248">
                <a:extLst>
                  <a:ext uri="{FF2B5EF4-FFF2-40B4-BE49-F238E27FC236}">
                    <a16:creationId xmlns:a16="http://schemas.microsoft.com/office/drawing/2014/main" id="{44B850A0-974D-EC07-F732-DEBA0AF0687C}"/>
                  </a:ext>
                </a:extLst>
              </p:cNvPr>
              <p:cNvSpPr/>
              <p:nvPr/>
            </p:nvSpPr>
            <p:spPr>
              <a:xfrm>
                <a:off x="9313176" y="6178122"/>
                <a:ext cx="6343" cy="6345"/>
              </a:xfrm>
              <a:custGeom>
                <a:avLst/>
                <a:gdLst>
                  <a:gd name="connsiteX0" fmla="*/ 3400 w 6343"/>
                  <a:gd name="connsiteY0" fmla="*/ 6558 h 6345"/>
                  <a:gd name="connsiteX1" fmla="*/ 5643 w 6343"/>
                  <a:gd name="connsiteY1" fmla="*/ 5629 h 6345"/>
                  <a:gd name="connsiteX2" fmla="*/ 6572 w 6343"/>
                  <a:gd name="connsiteY2" fmla="*/ 3385 h 6345"/>
                  <a:gd name="connsiteX3" fmla="*/ 5643 w 6343"/>
                  <a:gd name="connsiteY3" fmla="*/ 1142 h 6345"/>
                  <a:gd name="connsiteX4" fmla="*/ 3400 w 6343"/>
                  <a:gd name="connsiteY4" fmla="*/ 213 h 6345"/>
                  <a:gd name="connsiteX5" fmla="*/ 1158 w 6343"/>
                  <a:gd name="connsiteY5" fmla="*/ 1142 h 6345"/>
                  <a:gd name="connsiteX6" fmla="*/ 229 w 6343"/>
                  <a:gd name="connsiteY6" fmla="*/ 3385 h 6345"/>
                  <a:gd name="connsiteX7" fmla="*/ 1158 w 6343"/>
                  <a:gd name="connsiteY7" fmla="*/ 5629 h 6345"/>
                  <a:gd name="connsiteX8" fmla="*/ 3400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58"/>
                    </a:moveTo>
                    <a:cubicBezTo>
                      <a:pt x="4242" y="6558"/>
                      <a:pt x="5048" y="6224"/>
                      <a:pt x="5643" y="5629"/>
                    </a:cubicBezTo>
                    <a:cubicBezTo>
                      <a:pt x="6238" y="5034"/>
                      <a:pt x="6572" y="4227"/>
                      <a:pt x="6572" y="3385"/>
                    </a:cubicBezTo>
                    <a:cubicBezTo>
                      <a:pt x="6572" y="2544"/>
                      <a:pt x="6238" y="1737"/>
                      <a:pt x="5643" y="1142"/>
                    </a:cubicBezTo>
                    <a:cubicBezTo>
                      <a:pt x="5048" y="547"/>
                      <a:pt x="4242" y="213"/>
                      <a:pt x="3400" y="213"/>
                    </a:cubicBezTo>
                    <a:cubicBezTo>
                      <a:pt x="2559" y="213"/>
                      <a:pt x="1753" y="547"/>
                      <a:pt x="1158" y="1142"/>
                    </a:cubicBezTo>
                    <a:cubicBezTo>
                      <a:pt x="563" y="1737"/>
                      <a:pt x="229" y="2544"/>
                      <a:pt x="229" y="3385"/>
                    </a:cubicBezTo>
                    <a:cubicBezTo>
                      <a:pt x="229" y="4227"/>
                      <a:pt x="563" y="5034"/>
                      <a:pt x="1158" y="5629"/>
                    </a:cubicBezTo>
                    <a:cubicBezTo>
                      <a:pt x="1753" y="6224"/>
                      <a:pt x="2559" y="6558"/>
                      <a:pt x="3400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50" name="Freeform: Shape 12249">
                <a:extLst>
                  <a:ext uri="{FF2B5EF4-FFF2-40B4-BE49-F238E27FC236}">
                    <a16:creationId xmlns:a16="http://schemas.microsoft.com/office/drawing/2014/main" id="{EC00E322-3D03-995B-CCB5-FA0624EA8A62}"/>
                  </a:ext>
                </a:extLst>
              </p:cNvPr>
              <p:cNvSpPr/>
              <p:nvPr/>
            </p:nvSpPr>
            <p:spPr>
              <a:xfrm>
                <a:off x="9307621" y="6178165"/>
                <a:ext cx="6343" cy="6345"/>
              </a:xfrm>
              <a:custGeom>
                <a:avLst/>
                <a:gdLst>
                  <a:gd name="connsiteX0" fmla="*/ 3400 w 6343"/>
                  <a:gd name="connsiteY0" fmla="*/ 6558 h 6345"/>
                  <a:gd name="connsiteX1" fmla="*/ 5643 w 6343"/>
                  <a:gd name="connsiteY1" fmla="*/ 5629 h 6345"/>
                  <a:gd name="connsiteX2" fmla="*/ 6572 w 6343"/>
                  <a:gd name="connsiteY2" fmla="*/ 3385 h 6345"/>
                  <a:gd name="connsiteX3" fmla="*/ 5643 w 6343"/>
                  <a:gd name="connsiteY3" fmla="*/ 1142 h 6345"/>
                  <a:gd name="connsiteX4" fmla="*/ 3400 w 6343"/>
                  <a:gd name="connsiteY4" fmla="*/ 213 h 6345"/>
                  <a:gd name="connsiteX5" fmla="*/ 1157 w 6343"/>
                  <a:gd name="connsiteY5" fmla="*/ 1142 h 6345"/>
                  <a:gd name="connsiteX6" fmla="*/ 228 w 6343"/>
                  <a:gd name="connsiteY6" fmla="*/ 3385 h 6345"/>
                  <a:gd name="connsiteX7" fmla="*/ 1157 w 6343"/>
                  <a:gd name="connsiteY7" fmla="*/ 5629 h 6345"/>
                  <a:gd name="connsiteX8" fmla="*/ 3400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58"/>
                    </a:moveTo>
                    <a:cubicBezTo>
                      <a:pt x="4241" y="6558"/>
                      <a:pt x="5048" y="6224"/>
                      <a:pt x="5643" y="5629"/>
                    </a:cubicBezTo>
                    <a:cubicBezTo>
                      <a:pt x="6237" y="5034"/>
                      <a:pt x="6572" y="4227"/>
                      <a:pt x="6572" y="3385"/>
                    </a:cubicBezTo>
                    <a:cubicBezTo>
                      <a:pt x="6572" y="2544"/>
                      <a:pt x="6237" y="1737"/>
                      <a:pt x="5643" y="1142"/>
                    </a:cubicBezTo>
                    <a:cubicBezTo>
                      <a:pt x="5048" y="547"/>
                      <a:pt x="4241" y="213"/>
                      <a:pt x="3400" y="213"/>
                    </a:cubicBezTo>
                    <a:cubicBezTo>
                      <a:pt x="2559" y="213"/>
                      <a:pt x="1752" y="547"/>
                      <a:pt x="1157" y="1142"/>
                    </a:cubicBezTo>
                    <a:cubicBezTo>
                      <a:pt x="563" y="1737"/>
                      <a:pt x="228" y="2544"/>
                      <a:pt x="228" y="3385"/>
                    </a:cubicBezTo>
                    <a:cubicBezTo>
                      <a:pt x="228" y="4227"/>
                      <a:pt x="563" y="5034"/>
                      <a:pt x="1157" y="5629"/>
                    </a:cubicBezTo>
                    <a:cubicBezTo>
                      <a:pt x="1752" y="6224"/>
                      <a:pt x="2559" y="6558"/>
                      <a:pt x="3400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51" name="Freeform: Shape 12250">
                <a:extLst>
                  <a:ext uri="{FF2B5EF4-FFF2-40B4-BE49-F238E27FC236}">
                    <a16:creationId xmlns:a16="http://schemas.microsoft.com/office/drawing/2014/main" id="{34B31857-CE82-B9F5-7412-9C513F66F1D4}"/>
                  </a:ext>
                </a:extLst>
              </p:cNvPr>
              <p:cNvSpPr/>
              <p:nvPr/>
            </p:nvSpPr>
            <p:spPr>
              <a:xfrm>
                <a:off x="9302062" y="6178173"/>
                <a:ext cx="6343" cy="6345"/>
              </a:xfrm>
              <a:custGeom>
                <a:avLst/>
                <a:gdLst>
                  <a:gd name="connsiteX0" fmla="*/ 3400 w 6343"/>
                  <a:gd name="connsiteY0" fmla="*/ 6558 h 6345"/>
                  <a:gd name="connsiteX1" fmla="*/ 5642 w 6343"/>
                  <a:gd name="connsiteY1" fmla="*/ 5629 h 6345"/>
                  <a:gd name="connsiteX2" fmla="*/ 6571 w 6343"/>
                  <a:gd name="connsiteY2" fmla="*/ 3385 h 6345"/>
                  <a:gd name="connsiteX3" fmla="*/ 5642 w 6343"/>
                  <a:gd name="connsiteY3" fmla="*/ 1142 h 6345"/>
                  <a:gd name="connsiteX4" fmla="*/ 3400 w 6343"/>
                  <a:gd name="connsiteY4" fmla="*/ 213 h 6345"/>
                  <a:gd name="connsiteX5" fmla="*/ 1157 w 6343"/>
                  <a:gd name="connsiteY5" fmla="*/ 1142 h 6345"/>
                  <a:gd name="connsiteX6" fmla="*/ 228 w 6343"/>
                  <a:gd name="connsiteY6" fmla="*/ 3385 h 6345"/>
                  <a:gd name="connsiteX7" fmla="*/ 1157 w 6343"/>
                  <a:gd name="connsiteY7" fmla="*/ 5629 h 6345"/>
                  <a:gd name="connsiteX8" fmla="*/ 3400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58"/>
                    </a:moveTo>
                    <a:cubicBezTo>
                      <a:pt x="4241" y="6558"/>
                      <a:pt x="5047" y="6224"/>
                      <a:pt x="5642" y="5629"/>
                    </a:cubicBezTo>
                    <a:cubicBezTo>
                      <a:pt x="6237" y="5034"/>
                      <a:pt x="6571" y="4227"/>
                      <a:pt x="6571" y="3385"/>
                    </a:cubicBezTo>
                    <a:cubicBezTo>
                      <a:pt x="6571" y="2544"/>
                      <a:pt x="6237" y="1737"/>
                      <a:pt x="5642" y="1142"/>
                    </a:cubicBezTo>
                    <a:cubicBezTo>
                      <a:pt x="5047" y="547"/>
                      <a:pt x="4241" y="213"/>
                      <a:pt x="3400" y="213"/>
                    </a:cubicBezTo>
                    <a:cubicBezTo>
                      <a:pt x="2558" y="213"/>
                      <a:pt x="1752" y="547"/>
                      <a:pt x="1157" y="1142"/>
                    </a:cubicBezTo>
                    <a:cubicBezTo>
                      <a:pt x="562" y="1737"/>
                      <a:pt x="228" y="2544"/>
                      <a:pt x="228" y="3385"/>
                    </a:cubicBezTo>
                    <a:cubicBezTo>
                      <a:pt x="228" y="4227"/>
                      <a:pt x="562" y="5034"/>
                      <a:pt x="1157" y="5629"/>
                    </a:cubicBezTo>
                    <a:cubicBezTo>
                      <a:pt x="1752" y="6224"/>
                      <a:pt x="2558" y="6558"/>
                      <a:pt x="3400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52" name="Freeform: Shape 12251">
                <a:extLst>
                  <a:ext uri="{FF2B5EF4-FFF2-40B4-BE49-F238E27FC236}">
                    <a16:creationId xmlns:a16="http://schemas.microsoft.com/office/drawing/2014/main" id="{3123D7D0-8ABF-091C-0CA3-1BBA834E1C79}"/>
                  </a:ext>
                </a:extLst>
              </p:cNvPr>
              <p:cNvSpPr/>
              <p:nvPr/>
            </p:nvSpPr>
            <p:spPr>
              <a:xfrm>
                <a:off x="9296363" y="6178947"/>
                <a:ext cx="6343" cy="6345"/>
              </a:xfrm>
              <a:custGeom>
                <a:avLst/>
                <a:gdLst>
                  <a:gd name="connsiteX0" fmla="*/ 3399 w 6343"/>
                  <a:gd name="connsiteY0" fmla="*/ 6558 h 6345"/>
                  <a:gd name="connsiteX1" fmla="*/ 5642 w 6343"/>
                  <a:gd name="connsiteY1" fmla="*/ 5629 h 6345"/>
                  <a:gd name="connsiteX2" fmla="*/ 6571 w 6343"/>
                  <a:gd name="connsiteY2" fmla="*/ 3385 h 6345"/>
                  <a:gd name="connsiteX3" fmla="*/ 5642 w 6343"/>
                  <a:gd name="connsiteY3" fmla="*/ 1142 h 6345"/>
                  <a:gd name="connsiteX4" fmla="*/ 3399 w 6343"/>
                  <a:gd name="connsiteY4" fmla="*/ 213 h 6345"/>
                  <a:gd name="connsiteX5" fmla="*/ 1157 w 6343"/>
                  <a:gd name="connsiteY5" fmla="*/ 1142 h 6345"/>
                  <a:gd name="connsiteX6" fmla="*/ 228 w 6343"/>
                  <a:gd name="connsiteY6" fmla="*/ 3385 h 6345"/>
                  <a:gd name="connsiteX7" fmla="*/ 1157 w 6343"/>
                  <a:gd name="connsiteY7" fmla="*/ 5629 h 6345"/>
                  <a:gd name="connsiteX8" fmla="*/ 3399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58"/>
                    </a:moveTo>
                    <a:cubicBezTo>
                      <a:pt x="4240" y="6558"/>
                      <a:pt x="5047" y="6224"/>
                      <a:pt x="5642" y="5629"/>
                    </a:cubicBezTo>
                    <a:cubicBezTo>
                      <a:pt x="6237" y="5034"/>
                      <a:pt x="6571" y="4227"/>
                      <a:pt x="6571" y="3385"/>
                    </a:cubicBezTo>
                    <a:cubicBezTo>
                      <a:pt x="6571" y="2544"/>
                      <a:pt x="6237" y="1737"/>
                      <a:pt x="5642" y="1142"/>
                    </a:cubicBezTo>
                    <a:cubicBezTo>
                      <a:pt x="5047" y="547"/>
                      <a:pt x="4240" y="213"/>
                      <a:pt x="3399" y="213"/>
                    </a:cubicBezTo>
                    <a:cubicBezTo>
                      <a:pt x="2558" y="213"/>
                      <a:pt x="1751" y="547"/>
                      <a:pt x="1157" y="1142"/>
                    </a:cubicBezTo>
                    <a:cubicBezTo>
                      <a:pt x="562" y="1737"/>
                      <a:pt x="228" y="2544"/>
                      <a:pt x="228" y="3385"/>
                    </a:cubicBezTo>
                    <a:cubicBezTo>
                      <a:pt x="228" y="4227"/>
                      <a:pt x="562" y="5034"/>
                      <a:pt x="1157" y="5629"/>
                    </a:cubicBezTo>
                    <a:cubicBezTo>
                      <a:pt x="1751" y="6224"/>
                      <a:pt x="2558" y="6558"/>
                      <a:pt x="3399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53" name="Freeform: Shape 12252">
                <a:extLst>
                  <a:ext uri="{FF2B5EF4-FFF2-40B4-BE49-F238E27FC236}">
                    <a16:creationId xmlns:a16="http://schemas.microsoft.com/office/drawing/2014/main" id="{FA40E88D-DAA1-300E-3E6B-47C29CFE13C4}"/>
                  </a:ext>
                </a:extLst>
              </p:cNvPr>
              <p:cNvSpPr/>
              <p:nvPr/>
            </p:nvSpPr>
            <p:spPr>
              <a:xfrm>
                <a:off x="9290691" y="6179439"/>
                <a:ext cx="6343" cy="6345"/>
              </a:xfrm>
              <a:custGeom>
                <a:avLst/>
                <a:gdLst>
                  <a:gd name="connsiteX0" fmla="*/ 3399 w 6343"/>
                  <a:gd name="connsiteY0" fmla="*/ 6558 h 6345"/>
                  <a:gd name="connsiteX1" fmla="*/ 5641 w 6343"/>
                  <a:gd name="connsiteY1" fmla="*/ 5629 h 6345"/>
                  <a:gd name="connsiteX2" fmla="*/ 6570 w 6343"/>
                  <a:gd name="connsiteY2" fmla="*/ 3385 h 6345"/>
                  <a:gd name="connsiteX3" fmla="*/ 5641 w 6343"/>
                  <a:gd name="connsiteY3" fmla="*/ 1142 h 6345"/>
                  <a:gd name="connsiteX4" fmla="*/ 3399 w 6343"/>
                  <a:gd name="connsiteY4" fmla="*/ 213 h 6345"/>
                  <a:gd name="connsiteX5" fmla="*/ 1156 w 6343"/>
                  <a:gd name="connsiteY5" fmla="*/ 1142 h 6345"/>
                  <a:gd name="connsiteX6" fmla="*/ 227 w 6343"/>
                  <a:gd name="connsiteY6" fmla="*/ 3385 h 6345"/>
                  <a:gd name="connsiteX7" fmla="*/ 1156 w 6343"/>
                  <a:gd name="connsiteY7" fmla="*/ 5629 h 6345"/>
                  <a:gd name="connsiteX8" fmla="*/ 3399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58"/>
                    </a:moveTo>
                    <a:cubicBezTo>
                      <a:pt x="4240" y="6558"/>
                      <a:pt x="5047" y="6224"/>
                      <a:pt x="5641" y="5629"/>
                    </a:cubicBezTo>
                    <a:cubicBezTo>
                      <a:pt x="6236" y="5034"/>
                      <a:pt x="6570" y="4227"/>
                      <a:pt x="6570" y="3385"/>
                    </a:cubicBezTo>
                    <a:cubicBezTo>
                      <a:pt x="6570" y="2544"/>
                      <a:pt x="6236" y="1737"/>
                      <a:pt x="5641" y="1142"/>
                    </a:cubicBezTo>
                    <a:cubicBezTo>
                      <a:pt x="5047" y="547"/>
                      <a:pt x="4240" y="213"/>
                      <a:pt x="3399" y="213"/>
                    </a:cubicBezTo>
                    <a:cubicBezTo>
                      <a:pt x="2558" y="213"/>
                      <a:pt x="1751" y="547"/>
                      <a:pt x="1156" y="1142"/>
                    </a:cubicBezTo>
                    <a:cubicBezTo>
                      <a:pt x="561" y="1737"/>
                      <a:pt x="227" y="2544"/>
                      <a:pt x="227" y="3385"/>
                    </a:cubicBezTo>
                    <a:cubicBezTo>
                      <a:pt x="227" y="4227"/>
                      <a:pt x="561" y="5034"/>
                      <a:pt x="1156" y="5629"/>
                    </a:cubicBezTo>
                    <a:cubicBezTo>
                      <a:pt x="1751" y="6224"/>
                      <a:pt x="2558" y="6558"/>
                      <a:pt x="3399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54" name="Freeform: Shape 12253">
                <a:extLst>
                  <a:ext uri="{FF2B5EF4-FFF2-40B4-BE49-F238E27FC236}">
                    <a16:creationId xmlns:a16="http://schemas.microsoft.com/office/drawing/2014/main" id="{F900FBF0-6564-43EB-BAD1-FBDC31D6719A}"/>
                  </a:ext>
                </a:extLst>
              </p:cNvPr>
              <p:cNvSpPr/>
              <p:nvPr/>
            </p:nvSpPr>
            <p:spPr>
              <a:xfrm>
                <a:off x="9285252" y="6178540"/>
                <a:ext cx="6343" cy="6345"/>
              </a:xfrm>
              <a:custGeom>
                <a:avLst/>
                <a:gdLst>
                  <a:gd name="connsiteX0" fmla="*/ 3398 w 6343"/>
                  <a:gd name="connsiteY0" fmla="*/ 6558 h 6345"/>
                  <a:gd name="connsiteX1" fmla="*/ 5641 w 6343"/>
                  <a:gd name="connsiteY1" fmla="*/ 5629 h 6345"/>
                  <a:gd name="connsiteX2" fmla="*/ 6570 w 6343"/>
                  <a:gd name="connsiteY2" fmla="*/ 3385 h 6345"/>
                  <a:gd name="connsiteX3" fmla="*/ 5641 w 6343"/>
                  <a:gd name="connsiteY3" fmla="*/ 1142 h 6345"/>
                  <a:gd name="connsiteX4" fmla="*/ 3398 w 6343"/>
                  <a:gd name="connsiteY4" fmla="*/ 213 h 6345"/>
                  <a:gd name="connsiteX5" fmla="*/ 1156 w 6343"/>
                  <a:gd name="connsiteY5" fmla="*/ 1142 h 6345"/>
                  <a:gd name="connsiteX6" fmla="*/ 227 w 6343"/>
                  <a:gd name="connsiteY6" fmla="*/ 3385 h 6345"/>
                  <a:gd name="connsiteX7" fmla="*/ 1156 w 6343"/>
                  <a:gd name="connsiteY7" fmla="*/ 5629 h 6345"/>
                  <a:gd name="connsiteX8" fmla="*/ 3398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58"/>
                    </a:moveTo>
                    <a:cubicBezTo>
                      <a:pt x="4239" y="6558"/>
                      <a:pt x="5046" y="6224"/>
                      <a:pt x="5641" y="5629"/>
                    </a:cubicBezTo>
                    <a:cubicBezTo>
                      <a:pt x="6236" y="5034"/>
                      <a:pt x="6570" y="4227"/>
                      <a:pt x="6570" y="3385"/>
                    </a:cubicBezTo>
                    <a:cubicBezTo>
                      <a:pt x="6570" y="2544"/>
                      <a:pt x="6236" y="1737"/>
                      <a:pt x="5641" y="1142"/>
                    </a:cubicBezTo>
                    <a:cubicBezTo>
                      <a:pt x="5046" y="547"/>
                      <a:pt x="4239" y="213"/>
                      <a:pt x="3398" y="213"/>
                    </a:cubicBezTo>
                    <a:cubicBezTo>
                      <a:pt x="2557" y="213"/>
                      <a:pt x="1750" y="547"/>
                      <a:pt x="1156" y="1142"/>
                    </a:cubicBezTo>
                    <a:cubicBezTo>
                      <a:pt x="561" y="1737"/>
                      <a:pt x="227" y="2544"/>
                      <a:pt x="227" y="3385"/>
                    </a:cubicBezTo>
                    <a:cubicBezTo>
                      <a:pt x="227" y="4227"/>
                      <a:pt x="561" y="5034"/>
                      <a:pt x="1156" y="5629"/>
                    </a:cubicBezTo>
                    <a:cubicBezTo>
                      <a:pt x="1750" y="6224"/>
                      <a:pt x="2557" y="6558"/>
                      <a:pt x="3398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55" name="Freeform: Shape 12254">
                <a:extLst>
                  <a:ext uri="{FF2B5EF4-FFF2-40B4-BE49-F238E27FC236}">
                    <a16:creationId xmlns:a16="http://schemas.microsoft.com/office/drawing/2014/main" id="{E9D443CC-2A82-E5A2-4087-78FFD32B700C}"/>
                  </a:ext>
                </a:extLst>
              </p:cNvPr>
              <p:cNvSpPr/>
              <p:nvPr/>
            </p:nvSpPr>
            <p:spPr>
              <a:xfrm>
                <a:off x="9279303" y="6180373"/>
                <a:ext cx="6343" cy="6345"/>
              </a:xfrm>
              <a:custGeom>
                <a:avLst/>
                <a:gdLst>
                  <a:gd name="connsiteX0" fmla="*/ 3398 w 6343"/>
                  <a:gd name="connsiteY0" fmla="*/ 6558 h 6345"/>
                  <a:gd name="connsiteX1" fmla="*/ 5640 w 6343"/>
                  <a:gd name="connsiteY1" fmla="*/ 5629 h 6345"/>
                  <a:gd name="connsiteX2" fmla="*/ 6569 w 6343"/>
                  <a:gd name="connsiteY2" fmla="*/ 3386 h 6345"/>
                  <a:gd name="connsiteX3" fmla="*/ 5640 w 6343"/>
                  <a:gd name="connsiteY3" fmla="*/ 1142 h 6345"/>
                  <a:gd name="connsiteX4" fmla="*/ 3398 w 6343"/>
                  <a:gd name="connsiteY4" fmla="*/ 213 h 6345"/>
                  <a:gd name="connsiteX5" fmla="*/ 1155 w 6343"/>
                  <a:gd name="connsiteY5" fmla="*/ 1142 h 6345"/>
                  <a:gd name="connsiteX6" fmla="*/ 226 w 6343"/>
                  <a:gd name="connsiteY6" fmla="*/ 3386 h 6345"/>
                  <a:gd name="connsiteX7" fmla="*/ 1155 w 6343"/>
                  <a:gd name="connsiteY7" fmla="*/ 5629 h 6345"/>
                  <a:gd name="connsiteX8" fmla="*/ 3398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58"/>
                    </a:moveTo>
                    <a:cubicBezTo>
                      <a:pt x="4239" y="6558"/>
                      <a:pt x="5046" y="6224"/>
                      <a:pt x="5640" y="5629"/>
                    </a:cubicBezTo>
                    <a:cubicBezTo>
                      <a:pt x="6235" y="5034"/>
                      <a:pt x="6569" y="4227"/>
                      <a:pt x="6569" y="3386"/>
                    </a:cubicBezTo>
                    <a:cubicBezTo>
                      <a:pt x="6569" y="2544"/>
                      <a:pt x="6235" y="1737"/>
                      <a:pt x="5640" y="1142"/>
                    </a:cubicBezTo>
                    <a:cubicBezTo>
                      <a:pt x="5046" y="547"/>
                      <a:pt x="4239" y="213"/>
                      <a:pt x="3398" y="213"/>
                    </a:cubicBezTo>
                    <a:cubicBezTo>
                      <a:pt x="2557" y="213"/>
                      <a:pt x="1750" y="547"/>
                      <a:pt x="1155" y="1142"/>
                    </a:cubicBezTo>
                    <a:cubicBezTo>
                      <a:pt x="560" y="1737"/>
                      <a:pt x="226" y="2544"/>
                      <a:pt x="226" y="3386"/>
                    </a:cubicBezTo>
                    <a:cubicBezTo>
                      <a:pt x="226" y="4227"/>
                      <a:pt x="560" y="5034"/>
                      <a:pt x="1155" y="5629"/>
                    </a:cubicBezTo>
                    <a:cubicBezTo>
                      <a:pt x="1750" y="6224"/>
                      <a:pt x="2557" y="6558"/>
                      <a:pt x="3398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56" name="Freeform: Shape 12255">
                <a:extLst>
                  <a:ext uri="{FF2B5EF4-FFF2-40B4-BE49-F238E27FC236}">
                    <a16:creationId xmlns:a16="http://schemas.microsoft.com/office/drawing/2014/main" id="{D5194357-7602-39EA-C4BB-25BFFCA7F6BB}"/>
                  </a:ext>
                </a:extLst>
              </p:cNvPr>
              <p:cNvSpPr/>
              <p:nvPr/>
            </p:nvSpPr>
            <p:spPr>
              <a:xfrm>
                <a:off x="9273657" y="6180448"/>
                <a:ext cx="6343" cy="6345"/>
              </a:xfrm>
              <a:custGeom>
                <a:avLst/>
                <a:gdLst>
                  <a:gd name="connsiteX0" fmla="*/ 3397 w 6343"/>
                  <a:gd name="connsiteY0" fmla="*/ 6558 h 6345"/>
                  <a:gd name="connsiteX1" fmla="*/ 5640 w 6343"/>
                  <a:gd name="connsiteY1" fmla="*/ 5629 h 6345"/>
                  <a:gd name="connsiteX2" fmla="*/ 6569 w 6343"/>
                  <a:gd name="connsiteY2" fmla="*/ 3386 h 6345"/>
                  <a:gd name="connsiteX3" fmla="*/ 5640 w 6343"/>
                  <a:gd name="connsiteY3" fmla="*/ 1142 h 6345"/>
                  <a:gd name="connsiteX4" fmla="*/ 3397 w 6343"/>
                  <a:gd name="connsiteY4" fmla="*/ 213 h 6345"/>
                  <a:gd name="connsiteX5" fmla="*/ 1155 w 6343"/>
                  <a:gd name="connsiteY5" fmla="*/ 1142 h 6345"/>
                  <a:gd name="connsiteX6" fmla="*/ 226 w 6343"/>
                  <a:gd name="connsiteY6" fmla="*/ 3386 h 6345"/>
                  <a:gd name="connsiteX7" fmla="*/ 1155 w 6343"/>
                  <a:gd name="connsiteY7" fmla="*/ 5629 h 6345"/>
                  <a:gd name="connsiteX8" fmla="*/ 3397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58"/>
                    </a:moveTo>
                    <a:cubicBezTo>
                      <a:pt x="4238" y="6558"/>
                      <a:pt x="5045" y="6224"/>
                      <a:pt x="5640" y="5629"/>
                    </a:cubicBezTo>
                    <a:cubicBezTo>
                      <a:pt x="6235" y="5034"/>
                      <a:pt x="6569" y="4227"/>
                      <a:pt x="6569" y="3386"/>
                    </a:cubicBezTo>
                    <a:cubicBezTo>
                      <a:pt x="6569" y="2544"/>
                      <a:pt x="6235" y="1737"/>
                      <a:pt x="5640" y="1142"/>
                    </a:cubicBezTo>
                    <a:cubicBezTo>
                      <a:pt x="5045" y="547"/>
                      <a:pt x="4238" y="213"/>
                      <a:pt x="3397" y="213"/>
                    </a:cubicBezTo>
                    <a:cubicBezTo>
                      <a:pt x="2556" y="213"/>
                      <a:pt x="1749" y="547"/>
                      <a:pt x="1155" y="1142"/>
                    </a:cubicBezTo>
                    <a:cubicBezTo>
                      <a:pt x="560" y="1737"/>
                      <a:pt x="226" y="2544"/>
                      <a:pt x="226" y="3386"/>
                    </a:cubicBezTo>
                    <a:cubicBezTo>
                      <a:pt x="226" y="4227"/>
                      <a:pt x="560" y="5034"/>
                      <a:pt x="1155" y="5629"/>
                    </a:cubicBezTo>
                    <a:cubicBezTo>
                      <a:pt x="1749" y="6224"/>
                      <a:pt x="2556" y="6558"/>
                      <a:pt x="3397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57" name="Freeform: Shape 12256">
                <a:extLst>
                  <a:ext uri="{FF2B5EF4-FFF2-40B4-BE49-F238E27FC236}">
                    <a16:creationId xmlns:a16="http://schemas.microsoft.com/office/drawing/2014/main" id="{2ABB515B-786E-9199-6302-0E8226C2095E}"/>
                  </a:ext>
                </a:extLst>
              </p:cNvPr>
              <p:cNvSpPr/>
              <p:nvPr/>
            </p:nvSpPr>
            <p:spPr>
              <a:xfrm>
                <a:off x="9267747" y="6181774"/>
                <a:ext cx="6343" cy="6345"/>
              </a:xfrm>
              <a:custGeom>
                <a:avLst/>
                <a:gdLst>
                  <a:gd name="connsiteX0" fmla="*/ 3397 w 6343"/>
                  <a:gd name="connsiteY0" fmla="*/ 6558 h 6345"/>
                  <a:gd name="connsiteX1" fmla="*/ 5640 w 6343"/>
                  <a:gd name="connsiteY1" fmla="*/ 5629 h 6345"/>
                  <a:gd name="connsiteX2" fmla="*/ 6568 w 6343"/>
                  <a:gd name="connsiteY2" fmla="*/ 3386 h 6345"/>
                  <a:gd name="connsiteX3" fmla="*/ 5640 w 6343"/>
                  <a:gd name="connsiteY3" fmla="*/ 1142 h 6345"/>
                  <a:gd name="connsiteX4" fmla="*/ 3397 w 6343"/>
                  <a:gd name="connsiteY4" fmla="*/ 213 h 6345"/>
                  <a:gd name="connsiteX5" fmla="*/ 1154 w 6343"/>
                  <a:gd name="connsiteY5" fmla="*/ 1142 h 6345"/>
                  <a:gd name="connsiteX6" fmla="*/ 225 w 6343"/>
                  <a:gd name="connsiteY6" fmla="*/ 3386 h 6345"/>
                  <a:gd name="connsiteX7" fmla="*/ 1154 w 6343"/>
                  <a:gd name="connsiteY7" fmla="*/ 5629 h 6345"/>
                  <a:gd name="connsiteX8" fmla="*/ 3397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58"/>
                    </a:moveTo>
                    <a:cubicBezTo>
                      <a:pt x="4238" y="6558"/>
                      <a:pt x="5045" y="6224"/>
                      <a:pt x="5640" y="5629"/>
                    </a:cubicBezTo>
                    <a:cubicBezTo>
                      <a:pt x="6234" y="5034"/>
                      <a:pt x="6568" y="4227"/>
                      <a:pt x="6568" y="3386"/>
                    </a:cubicBezTo>
                    <a:cubicBezTo>
                      <a:pt x="6568" y="2544"/>
                      <a:pt x="6234" y="1737"/>
                      <a:pt x="5640" y="1142"/>
                    </a:cubicBezTo>
                    <a:cubicBezTo>
                      <a:pt x="5045" y="547"/>
                      <a:pt x="4238" y="213"/>
                      <a:pt x="3397" y="213"/>
                    </a:cubicBezTo>
                    <a:cubicBezTo>
                      <a:pt x="2556" y="213"/>
                      <a:pt x="1749" y="547"/>
                      <a:pt x="1154" y="1142"/>
                    </a:cubicBezTo>
                    <a:cubicBezTo>
                      <a:pt x="560" y="1737"/>
                      <a:pt x="225" y="2544"/>
                      <a:pt x="225" y="3386"/>
                    </a:cubicBezTo>
                    <a:cubicBezTo>
                      <a:pt x="225" y="4227"/>
                      <a:pt x="560" y="5034"/>
                      <a:pt x="1154" y="5629"/>
                    </a:cubicBezTo>
                    <a:cubicBezTo>
                      <a:pt x="1749" y="6224"/>
                      <a:pt x="2556" y="6558"/>
                      <a:pt x="3397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58" name="Freeform: Shape 12257">
                <a:extLst>
                  <a:ext uri="{FF2B5EF4-FFF2-40B4-BE49-F238E27FC236}">
                    <a16:creationId xmlns:a16="http://schemas.microsoft.com/office/drawing/2014/main" id="{377724C7-8E17-0111-19E2-DF36EF31D179}"/>
                  </a:ext>
                </a:extLst>
              </p:cNvPr>
              <p:cNvSpPr/>
              <p:nvPr/>
            </p:nvSpPr>
            <p:spPr>
              <a:xfrm>
                <a:off x="9262129" y="6181531"/>
                <a:ext cx="6343" cy="6345"/>
              </a:xfrm>
              <a:custGeom>
                <a:avLst/>
                <a:gdLst>
                  <a:gd name="connsiteX0" fmla="*/ 3396 w 6343"/>
                  <a:gd name="connsiteY0" fmla="*/ 6558 h 6345"/>
                  <a:gd name="connsiteX1" fmla="*/ 5639 w 6343"/>
                  <a:gd name="connsiteY1" fmla="*/ 5629 h 6345"/>
                  <a:gd name="connsiteX2" fmla="*/ 6568 w 6343"/>
                  <a:gd name="connsiteY2" fmla="*/ 3386 h 6345"/>
                  <a:gd name="connsiteX3" fmla="*/ 5639 w 6343"/>
                  <a:gd name="connsiteY3" fmla="*/ 1142 h 6345"/>
                  <a:gd name="connsiteX4" fmla="*/ 3396 w 6343"/>
                  <a:gd name="connsiteY4" fmla="*/ 213 h 6345"/>
                  <a:gd name="connsiteX5" fmla="*/ 1154 w 6343"/>
                  <a:gd name="connsiteY5" fmla="*/ 1142 h 6345"/>
                  <a:gd name="connsiteX6" fmla="*/ 225 w 6343"/>
                  <a:gd name="connsiteY6" fmla="*/ 3386 h 6345"/>
                  <a:gd name="connsiteX7" fmla="*/ 1154 w 6343"/>
                  <a:gd name="connsiteY7" fmla="*/ 5629 h 6345"/>
                  <a:gd name="connsiteX8" fmla="*/ 3396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58"/>
                    </a:moveTo>
                    <a:cubicBezTo>
                      <a:pt x="4238" y="6558"/>
                      <a:pt x="5044" y="6224"/>
                      <a:pt x="5639" y="5629"/>
                    </a:cubicBezTo>
                    <a:cubicBezTo>
                      <a:pt x="6234" y="5034"/>
                      <a:pt x="6568" y="4227"/>
                      <a:pt x="6568" y="3386"/>
                    </a:cubicBezTo>
                    <a:cubicBezTo>
                      <a:pt x="6568" y="2544"/>
                      <a:pt x="6234" y="1737"/>
                      <a:pt x="5639" y="1142"/>
                    </a:cubicBezTo>
                    <a:cubicBezTo>
                      <a:pt x="5044" y="547"/>
                      <a:pt x="4238" y="213"/>
                      <a:pt x="3396" y="213"/>
                    </a:cubicBezTo>
                    <a:cubicBezTo>
                      <a:pt x="2555" y="213"/>
                      <a:pt x="1749" y="547"/>
                      <a:pt x="1154" y="1142"/>
                    </a:cubicBezTo>
                    <a:cubicBezTo>
                      <a:pt x="559" y="1737"/>
                      <a:pt x="225" y="2544"/>
                      <a:pt x="225" y="3386"/>
                    </a:cubicBezTo>
                    <a:cubicBezTo>
                      <a:pt x="225" y="4227"/>
                      <a:pt x="559" y="5034"/>
                      <a:pt x="1154" y="5629"/>
                    </a:cubicBezTo>
                    <a:cubicBezTo>
                      <a:pt x="1749" y="6224"/>
                      <a:pt x="2555" y="6558"/>
                      <a:pt x="3396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59" name="Freeform: Shape 12258">
                <a:extLst>
                  <a:ext uri="{FF2B5EF4-FFF2-40B4-BE49-F238E27FC236}">
                    <a16:creationId xmlns:a16="http://schemas.microsoft.com/office/drawing/2014/main" id="{3D62A595-95CA-89BE-4881-2A771A0D72BF}"/>
                  </a:ext>
                </a:extLst>
              </p:cNvPr>
              <p:cNvSpPr/>
              <p:nvPr/>
            </p:nvSpPr>
            <p:spPr>
              <a:xfrm>
                <a:off x="9256896" y="6179417"/>
                <a:ext cx="6343" cy="6345"/>
              </a:xfrm>
              <a:custGeom>
                <a:avLst/>
                <a:gdLst>
                  <a:gd name="connsiteX0" fmla="*/ 3396 w 6343"/>
                  <a:gd name="connsiteY0" fmla="*/ 6558 h 6345"/>
                  <a:gd name="connsiteX1" fmla="*/ 5639 w 6343"/>
                  <a:gd name="connsiteY1" fmla="*/ 5629 h 6345"/>
                  <a:gd name="connsiteX2" fmla="*/ 6568 w 6343"/>
                  <a:gd name="connsiteY2" fmla="*/ 3385 h 6345"/>
                  <a:gd name="connsiteX3" fmla="*/ 5639 w 6343"/>
                  <a:gd name="connsiteY3" fmla="*/ 1142 h 6345"/>
                  <a:gd name="connsiteX4" fmla="*/ 3396 w 6343"/>
                  <a:gd name="connsiteY4" fmla="*/ 213 h 6345"/>
                  <a:gd name="connsiteX5" fmla="*/ 1153 w 6343"/>
                  <a:gd name="connsiteY5" fmla="*/ 1142 h 6345"/>
                  <a:gd name="connsiteX6" fmla="*/ 224 w 6343"/>
                  <a:gd name="connsiteY6" fmla="*/ 3385 h 6345"/>
                  <a:gd name="connsiteX7" fmla="*/ 1153 w 6343"/>
                  <a:gd name="connsiteY7" fmla="*/ 5629 h 6345"/>
                  <a:gd name="connsiteX8" fmla="*/ 3396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58"/>
                    </a:moveTo>
                    <a:cubicBezTo>
                      <a:pt x="4237" y="6558"/>
                      <a:pt x="5044" y="6224"/>
                      <a:pt x="5639" y="5629"/>
                    </a:cubicBezTo>
                    <a:cubicBezTo>
                      <a:pt x="6233" y="5034"/>
                      <a:pt x="6568" y="4227"/>
                      <a:pt x="6568" y="3385"/>
                    </a:cubicBezTo>
                    <a:cubicBezTo>
                      <a:pt x="6568" y="2544"/>
                      <a:pt x="6233" y="1737"/>
                      <a:pt x="5639" y="1142"/>
                    </a:cubicBezTo>
                    <a:cubicBezTo>
                      <a:pt x="5044" y="547"/>
                      <a:pt x="4237" y="213"/>
                      <a:pt x="3396" y="213"/>
                    </a:cubicBezTo>
                    <a:cubicBezTo>
                      <a:pt x="2555" y="213"/>
                      <a:pt x="1748" y="547"/>
                      <a:pt x="1153" y="1142"/>
                    </a:cubicBezTo>
                    <a:cubicBezTo>
                      <a:pt x="559" y="1737"/>
                      <a:pt x="224" y="2544"/>
                      <a:pt x="224" y="3385"/>
                    </a:cubicBezTo>
                    <a:cubicBezTo>
                      <a:pt x="224" y="4227"/>
                      <a:pt x="559" y="5034"/>
                      <a:pt x="1153" y="5629"/>
                    </a:cubicBezTo>
                    <a:cubicBezTo>
                      <a:pt x="1748" y="6224"/>
                      <a:pt x="2555" y="6558"/>
                      <a:pt x="3396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60" name="Freeform: Shape 12259">
                <a:extLst>
                  <a:ext uri="{FF2B5EF4-FFF2-40B4-BE49-F238E27FC236}">
                    <a16:creationId xmlns:a16="http://schemas.microsoft.com/office/drawing/2014/main" id="{FED31890-F720-68BB-B8C7-5EA6E5C89B7E}"/>
                  </a:ext>
                </a:extLst>
              </p:cNvPr>
              <p:cNvSpPr/>
              <p:nvPr/>
            </p:nvSpPr>
            <p:spPr>
              <a:xfrm>
                <a:off x="9250975" y="6180509"/>
                <a:ext cx="6343" cy="6345"/>
              </a:xfrm>
              <a:custGeom>
                <a:avLst/>
                <a:gdLst>
                  <a:gd name="connsiteX0" fmla="*/ 3396 w 6343"/>
                  <a:gd name="connsiteY0" fmla="*/ 6558 h 6345"/>
                  <a:gd name="connsiteX1" fmla="*/ 5638 w 6343"/>
                  <a:gd name="connsiteY1" fmla="*/ 5629 h 6345"/>
                  <a:gd name="connsiteX2" fmla="*/ 6567 w 6343"/>
                  <a:gd name="connsiteY2" fmla="*/ 3386 h 6345"/>
                  <a:gd name="connsiteX3" fmla="*/ 5638 w 6343"/>
                  <a:gd name="connsiteY3" fmla="*/ 1142 h 6345"/>
                  <a:gd name="connsiteX4" fmla="*/ 3396 w 6343"/>
                  <a:gd name="connsiteY4" fmla="*/ 213 h 6345"/>
                  <a:gd name="connsiteX5" fmla="*/ 1153 w 6343"/>
                  <a:gd name="connsiteY5" fmla="*/ 1142 h 6345"/>
                  <a:gd name="connsiteX6" fmla="*/ 224 w 6343"/>
                  <a:gd name="connsiteY6" fmla="*/ 3386 h 6345"/>
                  <a:gd name="connsiteX7" fmla="*/ 1153 w 6343"/>
                  <a:gd name="connsiteY7" fmla="*/ 5629 h 6345"/>
                  <a:gd name="connsiteX8" fmla="*/ 3396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58"/>
                    </a:moveTo>
                    <a:cubicBezTo>
                      <a:pt x="4237" y="6558"/>
                      <a:pt x="5043" y="6224"/>
                      <a:pt x="5638" y="5629"/>
                    </a:cubicBezTo>
                    <a:cubicBezTo>
                      <a:pt x="6233" y="5034"/>
                      <a:pt x="6567" y="4227"/>
                      <a:pt x="6567" y="3386"/>
                    </a:cubicBezTo>
                    <a:cubicBezTo>
                      <a:pt x="6567" y="2544"/>
                      <a:pt x="6233" y="1737"/>
                      <a:pt x="5638" y="1142"/>
                    </a:cubicBezTo>
                    <a:cubicBezTo>
                      <a:pt x="5043" y="547"/>
                      <a:pt x="4237" y="213"/>
                      <a:pt x="3396" y="213"/>
                    </a:cubicBezTo>
                    <a:cubicBezTo>
                      <a:pt x="2554" y="213"/>
                      <a:pt x="1748" y="547"/>
                      <a:pt x="1153" y="1142"/>
                    </a:cubicBezTo>
                    <a:cubicBezTo>
                      <a:pt x="558" y="1737"/>
                      <a:pt x="224" y="2544"/>
                      <a:pt x="224" y="3386"/>
                    </a:cubicBezTo>
                    <a:cubicBezTo>
                      <a:pt x="224" y="4227"/>
                      <a:pt x="558" y="5034"/>
                      <a:pt x="1153" y="5629"/>
                    </a:cubicBezTo>
                    <a:cubicBezTo>
                      <a:pt x="1748" y="6224"/>
                      <a:pt x="2554" y="6558"/>
                      <a:pt x="3396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61" name="Freeform: Shape 12260">
                <a:extLst>
                  <a:ext uri="{FF2B5EF4-FFF2-40B4-BE49-F238E27FC236}">
                    <a16:creationId xmlns:a16="http://schemas.microsoft.com/office/drawing/2014/main" id="{CF1882E4-E483-5706-6523-49294009C652}"/>
                  </a:ext>
                </a:extLst>
              </p:cNvPr>
              <p:cNvSpPr/>
              <p:nvPr/>
            </p:nvSpPr>
            <p:spPr>
              <a:xfrm>
                <a:off x="9245445" y="6179732"/>
                <a:ext cx="6343" cy="6345"/>
              </a:xfrm>
              <a:custGeom>
                <a:avLst/>
                <a:gdLst>
                  <a:gd name="connsiteX0" fmla="*/ 3395 w 6343"/>
                  <a:gd name="connsiteY0" fmla="*/ 6558 h 6345"/>
                  <a:gd name="connsiteX1" fmla="*/ 5638 w 6343"/>
                  <a:gd name="connsiteY1" fmla="*/ 5629 h 6345"/>
                  <a:gd name="connsiteX2" fmla="*/ 6567 w 6343"/>
                  <a:gd name="connsiteY2" fmla="*/ 3385 h 6345"/>
                  <a:gd name="connsiteX3" fmla="*/ 5638 w 6343"/>
                  <a:gd name="connsiteY3" fmla="*/ 1142 h 6345"/>
                  <a:gd name="connsiteX4" fmla="*/ 3395 w 6343"/>
                  <a:gd name="connsiteY4" fmla="*/ 213 h 6345"/>
                  <a:gd name="connsiteX5" fmla="*/ 1153 w 6343"/>
                  <a:gd name="connsiteY5" fmla="*/ 1142 h 6345"/>
                  <a:gd name="connsiteX6" fmla="*/ 224 w 6343"/>
                  <a:gd name="connsiteY6" fmla="*/ 3385 h 6345"/>
                  <a:gd name="connsiteX7" fmla="*/ 1153 w 6343"/>
                  <a:gd name="connsiteY7" fmla="*/ 5629 h 6345"/>
                  <a:gd name="connsiteX8" fmla="*/ 339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58"/>
                    </a:moveTo>
                    <a:cubicBezTo>
                      <a:pt x="4236" y="6558"/>
                      <a:pt x="5043" y="6224"/>
                      <a:pt x="5638" y="5629"/>
                    </a:cubicBezTo>
                    <a:cubicBezTo>
                      <a:pt x="6233" y="5034"/>
                      <a:pt x="6567" y="4227"/>
                      <a:pt x="6567" y="3385"/>
                    </a:cubicBezTo>
                    <a:cubicBezTo>
                      <a:pt x="6567" y="2544"/>
                      <a:pt x="6233" y="1737"/>
                      <a:pt x="5638" y="1142"/>
                    </a:cubicBezTo>
                    <a:cubicBezTo>
                      <a:pt x="5043" y="547"/>
                      <a:pt x="4236" y="213"/>
                      <a:pt x="3395" y="213"/>
                    </a:cubicBezTo>
                    <a:cubicBezTo>
                      <a:pt x="2554" y="213"/>
                      <a:pt x="1747" y="547"/>
                      <a:pt x="1153" y="1142"/>
                    </a:cubicBezTo>
                    <a:cubicBezTo>
                      <a:pt x="558" y="1737"/>
                      <a:pt x="224" y="2544"/>
                      <a:pt x="224" y="3385"/>
                    </a:cubicBezTo>
                    <a:cubicBezTo>
                      <a:pt x="224" y="4227"/>
                      <a:pt x="558" y="5034"/>
                      <a:pt x="1153" y="5629"/>
                    </a:cubicBezTo>
                    <a:cubicBezTo>
                      <a:pt x="1747" y="6224"/>
                      <a:pt x="2554" y="6558"/>
                      <a:pt x="339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62" name="Freeform: Shape 12261">
                <a:extLst>
                  <a:ext uri="{FF2B5EF4-FFF2-40B4-BE49-F238E27FC236}">
                    <a16:creationId xmlns:a16="http://schemas.microsoft.com/office/drawing/2014/main" id="{B86D7B6A-9FA1-896D-DC5C-562E642D2204}"/>
                  </a:ext>
                </a:extLst>
              </p:cNvPr>
              <p:cNvSpPr/>
              <p:nvPr/>
            </p:nvSpPr>
            <p:spPr>
              <a:xfrm>
                <a:off x="9239805" y="6179408"/>
                <a:ext cx="6343" cy="6345"/>
              </a:xfrm>
              <a:custGeom>
                <a:avLst/>
                <a:gdLst>
                  <a:gd name="connsiteX0" fmla="*/ 3395 w 6343"/>
                  <a:gd name="connsiteY0" fmla="*/ 6558 h 6345"/>
                  <a:gd name="connsiteX1" fmla="*/ 5637 w 6343"/>
                  <a:gd name="connsiteY1" fmla="*/ 5629 h 6345"/>
                  <a:gd name="connsiteX2" fmla="*/ 6566 w 6343"/>
                  <a:gd name="connsiteY2" fmla="*/ 3385 h 6345"/>
                  <a:gd name="connsiteX3" fmla="*/ 5637 w 6343"/>
                  <a:gd name="connsiteY3" fmla="*/ 1142 h 6345"/>
                  <a:gd name="connsiteX4" fmla="*/ 3395 w 6343"/>
                  <a:gd name="connsiteY4" fmla="*/ 213 h 6345"/>
                  <a:gd name="connsiteX5" fmla="*/ 1152 w 6343"/>
                  <a:gd name="connsiteY5" fmla="*/ 1142 h 6345"/>
                  <a:gd name="connsiteX6" fmla="*/ 223 w 6343"/>
                  <a:gd name="connsiteY6" fmla="*/ 3385 h 6345"/>
                  <a:gd name="connsiteX7" fmla="*/ 1152 w 6343"/>
                  <a:gd name="connsiteY7" fmla="*/ 5629 h 6345"/>
                  <a:gd name="connsiteX8" fmla="*/ 3395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58"/>
                    </a:moveTo>
                    <a:cubicBezTo>
                      <a:pt x="4236" y="6558"/>
                      <a:pt x="5043" y="6224"/>
                      <a:pt x="5637" y="5629"/>
                    </a:cubicBezTo>
                    <a:cubicBezTo>
                      <a:pt x="6232" y="5034"/>
                      <a:pt x="6566" y="4227"/>
                      <a:pt x="6566" y="3385"/>
                    </a:cubicBezTo>
                    <a:cubicBezTo>
                      <a:pt x="6566" y="2544"/>
                      <a:pt x="6232" y="1737"/>
                      <a:pt x="5637" y="1142"/>
                    </a:cubicBezTo>
                    <a:cubicBezTo>
                      <a:pt x="5043" y="547"/>
                      <a:pt x="4236" y="213"/>
                      <a:pt x="3395" y="213"/>
                    </a:cubicBezTo>
                    <a:cubicBezTo>
                      <a:pt x="2554" y="213"/>
                      <a:pt x="1747" y="547"/>
                      <a:pt x="1152" y="1142"/>
                    </a:cubicBezTo>
                    <a:cubicBezTo>
                      <a:pt x="557" y="1737"/>
                      <a:pt x="223" y="2544"/>
                      <a:pt x="223" y="3385"/>
                    </a:cubicBezTo>
                    <a:cubicBezTo>
                      <a:pt x="223" y="4227"/>
                      <a:pt x="557" y="5034"/>
                      <a:pt x="1152" y="5629"/>
                    </a:cubicBezTo>
                    <a:cubicBezTo>
                      <a:pt x="1747" y="6224"/>
                      <a:pt x="2554" y="6558"/>
                      <a:pt x="3395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63" name="Freeform: Shape 12262">
                <a:extLst>
                  <a:ext uri="{FF2B5EF4-FFF2-40B4-BE49-F238E27FC236}">
                    <a16:creationId xmlns:a16="http://schemas.microsoft.com/office/drawing/2014/main" id="{48700B7E-722F-FB14-6625-8CBD0A20896E}"/>
                  </a:ext>
                </a:extLst>
              </p:cNvPr>
              <p:cNvSpPr/>
              <p:nvPr/>
            </p:nvSpPr>
            <p:spPr>
              <a:xfrm>
                <a:off x="9234523" y="6177528"/>
                <a:ext cx="6343" cy="6345"/>
              </a:xfrm>
              <a:custGeom>
                <a:avLst/>
                <a:gdLst>
                  <a:gd name="connsiteX0" fmla="*/ 3394 w 6343"/>
                  <a:gd name="connsiteY0" fmla="*/ 6558 h 6345"/>
                  <a:gd name="connsiteX1" fmla="*/ 5637 w 6343"/>
                  <a:gd name="connsiteY1" fmla="*/ 5629 h 6345"/>
                  <a:gd name="connsiteX2" fmla="*/ 6566 w 6343"/>
                  <a:gd name="connsiteY2" fmla="*/ 3385 h 6345"/>
                  <a:gd name="connsiteX3" fmla="*/ 5637 w 6343"/>
                  <a:gd name="connsiteY3" fmla="*/ 1142 h 6345"/>
                  <a:gd name="connsiteX4" fmla="*/ 3394 w 6343"/>
                  <a:gd name="connsiteY4" fmla="*/ 213 h 6345"/>
                  <a:gd name="connsiteX5" fmla="*/ 1152 w 6343"/>
                  <a:gd name="connsiteY5" fmla="*/ 1142 h 6345"/>
                  <a:gd name="connsiteX6" fmla="*/ 223 w 6343"/>
                  <a:gd name="connsiteY6" fmla="*/ 3385 h 6345"/>
                  <a:gd name="connsiteX7" fmla="*/ 1152 w 6343"/>
                  <a:gd name="connsiteY7" fmla="*/ 5629 h 6345"/>
                  <a:gd name="connsiteX8" fmla="*/ 3394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58"/>
                    </a:moveTo>
                    <a:cubicBezTo>
                      <a:pt x="4235" y="6558"/>
                      <a:pt x="5042" y="6224"/>
                      <a:pt x="5637" y="5629"/>
                    </a:cubicBezTo>
                    <a:cubicBezTo>
                      <a:pt x="6232" y="5034"/>
                      <a:pt x="6566" y="4227"/>
                      <a:pt x="6566" y="3385"/>
                    </a:cubicBezTo>
                    <a:cubicBezTo>
                      <a:pt x="6566" y="2544"/>
                      <a:pt x="6232" y="1737"/>
                      <a:pt x="5637" y="1142"/>
                    </a:cubicBezTo>
                    <a:cubicBezTo>
                      <a:pt x="5042" y="547"/>
                      <a:pt x="4235" y="213"/>
                      <a:pt x="3394" y="213"/>
                    </a:cubicBezTo>
                    <a:cubicBezTo>
                      <a:pt x="2553" y="213"/>
                      <a:pt x="1746" y="547"/>
                      <a:pt x="1152" y="1142"/>
                    </a:cubicBezTo>
                    <a:cubicBezTo>
                      <a:pt x="557" y="1737"/>
                      <a:pt x="223" y="2544"/>
                      <a:pt x="223" y="3385"/>
                    </a:cubicBezTo>
                    <a:cubicBezTo>
                      <a:pt x="223" y="4227"/>
                      <a:pt x="557" y="5034"/>
                      <a:pt x="1152" y="5629"/>
                    </a:cubicBezTo>
                    <a:cubicBezTo>
                      <a:pt x="1746" y="6224"/>
                      <a:pt x="2553" y="6558"/>
                      <a:pt x="3394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64" name="Freeform: Shape 12263">
                <a:extLst>
                  <a:ext uri="{FF2B5EF4-FFF2-40B4-BE49-F238E27FC236}">
                    <a16:creationId xmlns:a16="http://schemas.microsoft.com/office/drawing/2014/main" id="{DEE744EF-A38E-EE08-8C9A-A0CF53A8C8EE}"/>
                  </a:ext>
                </a:extLst>
              </p:cNvPr>
              <p:cNvSpPr/>
              <p:nvPr/>
            </p:nvSpPr>
            <p:spPr>
              <a:xfrm>
                <a:off x="9229152" y="6176041"/>
                <a:ext cx="6343" cy="6345"/>
              </a:xfrm>
              <a:custGeom>
                <a:avLst/>
                <a:gdLst>
                  <a:gd name="connsiteX0" fmla="*/ 3394 w 6343"/>
                  <a:gd name="connsiteY0" fmla="*/ 6558 h 6345"/>
                  <a:gd name="connsiteX1" fmla="*/ 5636 w 6343"/>
                  <a:gd name="connsiteY1" fmla="*/ 5629 h 6345"/>
                  <a:gd name="connsiteX2" fmla="*/ 6565 w 6343"/>
                  <a:gd name="connsiteY2" fmla="*/ 3385 h 6345"/>
                  <a:gd name="connsiteX3" fmla="*/ 5636 w 6343"/>
                  <a:gd name="connsiteY3" fmla="*/ 1142 h 6345"/>
                  <a:gd name="connsiteX4" fmla="*/ 3394 w 6343"/>
                  <a:gd name="connsiteY4" fmla="*/ 212 h 6345"/>
                  <a:gd name="connsiteX5" fmla="*/ 1151 w 6343"/>
                  <a:gd name="connsiteY5" fmla="*/ 1142 h 6345"/>
                  <a:gd name="connsiteX6" fmla="*/ 222 w 6343"/>
                  <a:gd name="connsiteY6" fmla="*/ 3385 h 6345"/>
                  <a:gd name="connsiteX7" fmla="*/ 1151 w 6343"/>
                  <a:gd name="connsiteY7" fmla="*/ 5629 h 6345"/>
                  <a:gd name="connsiteX8" fmla="*/ 3394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58"/>
                    </a:moveTo>
                    <a:cubicBezTo>
                      <a:pt x="4235" y="6558"/>
                      <a:pt x="5042" y="6224"/>
                      <a:pt x="5636" y="5629"/>
                    </a:cubicBezTo>
                    <a:cubicBezTo>
                      <a:pt x="6231" y="5034"/>
                      <a:pt x="6565" y="4227"/>
                      <a:pt x="6565" y="3385"/>
                    </a:cubicBezTo>
                    <a:cubicBezTo>
                      <a:pt x="6565" y="2544"/>
                      <a:pt x="6231" y="1737"/>
                      <a:pt x="5636" y="1142"/>
                    </a:cubicBezTo>
                    <a:cubicBezTo>
                      <a:pt x="5042" y="547"/>
                      <a:pt x="4235" y="212"/>
                      <a:pt x="3394" y="212"/>
                    </a:cubicBezTo>
                    <a:cubicBezTo>
                      <a:pt x="2553" y="212"/>
                      <a:pt x="1746" y="547"/>
                      <a:pt x="1151" y="1142"/>
                    </a:cubicBezTo>
                    <a:cubicBezTo>
                      <a:pt x="556" y="1737"/>
                      <a:pt x="222" y="2544"/>
                      <a:pt x="222" y="3385"/>
                    </a:cubicBezTo>
                    <a:cubicBezTo>
                      <a:pt x="222" y="4227"/>
                      <a:pt x="556" y="5034"/>
                      <a:pt x="1151" y="5629"/>
                    </a:cubicBezTo>
                    <a:cubicBezTo>
                      <a:pt x="1746" y="6224"/>
                      <a:pt x="2553" y="6558"/>
                      <a:pt x="3394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65" name="Freeform: Shape 12264">
                <a:extLst>
                  <a:ext uri="{FF2B5EF4-FFF2-40B4-BE49-F238E27FC236}">
                    <a16:creationId xmlns:a16="http://schemas.microsoft.com/office/drawing/2014/main" id="{692E5284-6BC3-59F0-C786-BC689DD52ED0}"/>
                  </a:ext>
                </a:extLst>
              </p:cNvPr>
              <p:cNvSpPr/>
              <p:nvPr/>
            </p:nvSpPr>
            <p:spPr>
              <a:xfrm>
                <a:off x="9223138" y="6177128"/>
                <a:ext cx="6343" cy="6345"/>
              </a:xfrm>
              <a:custGeom>
                <a:avLst/>
                <a:gdLst>
                  <a:gd name="connsiteX0" fmla="*/ 3393 w 6343"/>
                  <a:gd name="connsiteY0" fmla="*/ 6558 h 6345"/>
                  <a:gd name="connsiteX1" fmla="*/ 5636 w 6343"/>
                  <a:gd name="connsiteY1" fmla="*/ 5629 h 6345"/>
                  <a:gd name="connsiteX2" fmla="*/ 6565 w 6343"/>
                  <a:gd name="connsiteY2" fmla="*/ 3385 h 6345"/>
                  <a:gd name="connsiteX3" fmla="*/ 5636 w 6343"/>
                  <a:gd name="connsiteY3" fmla="*/ 1142 h 6345"/>
                  <a:gd name="connsiteX4" fmla="*/ 3393 w 6343"/>
                  <a:gd name="connsiteY4" fmla="*/ 213 h 6345"/>
                  <a:gd name="connsiteX5" fmla="*/ 1151 w 6343"/>
                  <a:gd name="connsiteY5" fmla="*/ 1142 h 6345"/>
                  <a:gd name="connsiteX6" fmla="*/ 222 w 6343"/>
                  <a:gd name="connsiteY6" fmla="*/ 3385 h 6345"/>
                  <a:gd name="connsiteX7" fmla="*/ 1151 w 6343"/>
                  <a:gd name="connsiteY7" fmla="*/ 5629 h 6345"/>
                  <a:gd name="connsiteX8" fmla="*/ 3393 w 6343"/>
                  <a:gd name="connsiteY8" fmla="*/ 655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58"/>
                    </a:moveTo>
                    <a:cubicBezTo>
                      <a:pt x="4234" y="6558"/>
                      <a:pt x="5041" y="6224"/>
                      <a:pt x="5636" y="5629"/>
                    </a:cubicBezTo>
                    <a:cubicBezTo>
                      <a:pt x="6231" y="5034"/>
                      <a:pt x="6565" y="4227"/>
                      <a:pt x="6565" y="3385"/>
                    </a:cubicBezTo>
                    <a:cubicBezTo>
                      <a:pt x="6565" y="2544"/>
                      <a:pt x="6231" y="1737"/>
                      <a:pt x="5636" y="1142"/>
                    </a:cubicBezTo>
                    <a:cubicBezTo>
                      <a:pt x="5041" y="547"/>
                      <a:pt x="4234" y="213"/>
                      <a:pt x="3393" y="213"/>
                    </a:cubicBezTo>
                    <a:cubicBezTo>
                      <a:pt x="2552" y="213"/>
                      <a:pt x="1746" y="547"/>
                      <a:pt x="1151" y="1142"/>
                    </a:cubicBezTo>
                    <a:cubicBezTo>
                      <a:pt x="556" y="1737"/>
                      <a:pt x="222" y="2544"/>
                      <a:pt x="222" y="3385"/>
                    </a:cubicBezTo>
                    <a:cubicBezTo>
                      <a:pt x="222" y="4227"/>
                      <a:pt x="556" y="5034"/>
                      <a:pt x="1151" y="5629"/>
                    </a:cubicBezTo>
                    <a:cubicBezTo>
                      <a:pt x="1746" y="6224"/>
                      <a:pt x="2552" y="6558"/>
                      <a:pt x="3393" y="65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66" name="Freeform: Shape 12265">
                <a:extLst>
                  <a:ext uri="{FF2B5EF4-FFF2-40B4-BE49-F238E27FC236}">
                    <a16:creationId xmlns:a16="http://schemas.microsoft.com/office/drawing/2014/main" id="{A609BFF3-37B1-00ED-0A56-0158AB57BBEE}"/>
                  </a:ext>
                </a:extLst>
              </p:cNvPr>
              <p:cNvSpPr/>
              <p:nvPr/>
            </p:nvSpPr>
            <p:spPr>
              <a:xfrm>
                <a:off x="9031363" y="6012836"/>
                <a:ext cx="6343" cy="6345"/>
              </a:xfrm>
              <a:custGeom>
                <a:avLst/>
                <a:gdLst>
                  <a:gd name="connsiteX0" fmla="*/ 3378 w 6343"/>
                  <a:gd name="connsiteY0" fmla="*/ 6545 h 6345"/>
                  <a:gd name="connsiteX1" fmla="*/ 5621 w 6343"/>
                  <a:gd name="connsiteY1" fmla="*/ 5616 h 6345"/>
                  <a:gd name="connsiteX2" fmla="*/ 6550 w 6343"/>
                  <a:gd name="connsiteY2" fmla="*/ 3372 h 6345"/>
                  <a:gd name="connsiteX3" fmla="*/ 5621 w 6343"/>
                  <a:gd name="connsiteY3" fmla="*/ 1129 h 6345"/>
                  <a:gd name="connsiteX4" fmla="*/ 3378 w 6343"/>
                  <a:gd name="connsiteY4" fmla="*/ 200 h 6345"/>
                  <a:gd name="connsiteX5" fmla="*/ 1136 w 6343"/>
                  <a:gd name="connsiteY5" fmla="*/ 1129 h 6345"/>
                  <a:gd name="connsiteX6" fmla="*/ 207 w 6343"/>
                  <a:gd name="connsiteY6" fmla="*/ 3372 h 6345"/>
                  <a:gd name="connsiteX7" fmla="*/ 1136 w 6343"/>
                  <a:gd name="connsiteY7" fmla="*/ 5616 h 6345"/>
                  <a:gd name="connsiteX8" fmla="*/ 3378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45"/>
                    </a:moveTo>
                    <a:cubicBezTo>
                      <a:pt x="4219" y="6545"/>
                      <a:pt x="5026" y="6211"/>
                      <a:pt x="5621" y="5616"/>
                    </a:cubicBezTo>
                    <a:cubicBezTo>
                      <a:pt x="6216" y="5021"/>
                      <a:pt x="6550" y="4214"/>
                      <a:pt x="6550" y="3372"/>
                    </a:cubicBezTo>
                    <a:cubicBezTo>
                      <a:pt x="6550" y="2531"/>
                      <a:pt x="6216" y="1724"/>
                      <a:pt x="5621" y="1129"/>
                    </a:cubicBezTo>
                    <a:cubicBezTo>
                      <a:pt x="5026" y="534"/>
                      <a:pt x="4219" y="200"/>
                      <a:pt x="3378" y="200"/>
                    </a:cubicBezTo>
                    <a:cubicBezTo>
                      <a:pt x="2537" y="200"/>
                      <a:pt x="1730" y="534"/>
                      <a:pt x="1136" y="1129"/>
                    </a:cubicBezTo>
                    <a:cubicBezTo>
                      <a:pt x="541" y="1724"/>
                      <a:pt x="207" y="2531"/>
                      <a:pt x="207" y="3372"/>
                    </a:cubicBezTo>
                    <a:cubicBezTo>
                      <a:pt x="207" y="4214"/>
                      <a:pt x="541" y="5021"/>
                      <a:pt x="1136" y="5616"/>
                    </a:cubicBezTo>
                    <a:cubicBezTo>
                      <a:pt x="1730" y="6211"/>
                      <a:pt x="2537" y="6545"/>
                      <a:pt x="3378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67" name="Freeform: Shape 12266">
                <a:extLst>
                  <a:ext uri="{FF2B5EF4-FFF2-40B4-BE49-F238E27FC236}">
                    <a16:creationId xmlns:a16="http://schemas.microsoft.com/office/drawing/2014/main" id="{DD2434F2-0C9A-E601-19A6-83962D22C0B4}"/>
                  </a:ext>
                </a:extLst>
              </p:cNvPr>
              <p:cNvSpPr/>
              <p:nvPr/>
            </p:nvSpPr>
            <p:spPr>
              <a:xfrm>
                <a:off x="9027370" y="6009586"/>
                <a:ext cx="6343" cy="6345"/>
              </a:xfrm>
              <a:custGeom>
                <a:avLst/>
                <a:gdLst>
                  <a:gd name="connsiteX0" fmla="*/ 3378 w 6343"/>
                  <a:gd name="connsiteY0" fmla="*/ 6545 h 6345"/>
                  <a:gd name="connsiteX1" fmla="*/ 5621 w 6343"/>
                  <a:gd name="connsiteY1" fmla="*/ 5616 h 6345"/>
                  <a:gd name="connsiteX2" fmla="*/ 6550 w 6343"/>
                  <a:gd name="connsiteY2" fmla="*/ 3372 h 6345"/>
                  <a:gd name="connsiteX3" fmla="*/ 5621 w 6343"/>
                  <a:gd name="connsiteY3" fmla="*/ 1129 h 6345"/>
                  <a:gd name="connsiteX4" fmla="*/ 3378 w 6343"/>
                  <a:gd name="connsiteY4" fmla="*/ 199 h 6345"/>
                  <a:gd name="connsiteX5" fmla="*/ 1135 w 6343"/>
                  <a:gd name="connsiteY5" fmla="*/ 1129 h 6345"/>
                  <a:gd name="connsiteX6" fmla="*/ 206 w 6343"/>
                  <a:gd name="connsiteY6" fmla="*/ 3372 h 6345"/>
                  <a:gd name="connsiteX7" fmla="*/ 1135 w 6343"/>
                  <a:gd name="connsiteY7" fmla="*/ 5616 h 6345"/>
                  <a:gd name="connsiteX8" fmla="*/ 3378 w 6343"/>
                  <a:gd name="connsiteY8" fmla="*/ 654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45"/>
                    </a:moveTo>
                    <a:cubicBezTo>
                      <a:pt x="4219" y="6545"/>
                      <a:pt x="5026" y="6210"/>
                      <a:pt x="5621" y="5616"/>
                    </a:cubicBezTo>
                    <a:cubicBezTo>
                      <a:pt x="6215" y="5021"/>
                      <a:pt x="6550" y="4213"/>
                      <a:pt x="6550" y="3372"/>
                    </a:cubicBezTo>
                    <a:cubicBezTo>
                      <a:pt x="6550" y="2531"/>
                      <a:pt x="6215" y="1724"/>
                      <a:pt x="5621" y="1129"/>
                    </a:cubicBezTo>
                    <a:cubicBezTo>
                      <a:pt x="5026" y="534"/>
                      <a:pt x="4219" y="199"/>
                      <a:pt x="3378" y="199"/>
                    </a:cubicBezTo>
                    <a:cubicBezTo>
                      <a:pt x="2537" y="199"/>
                      <a:pt x="1730" y="534"/>
                      <a:pt x="1135" y="1129"/>
                    </a:cubicBezTo>
                    <a:cubicBezTo>
                      <a:pt x="541" y="1724"/>
                      <a:pt x="206" y="2531"/>
                      <a:pt x="206" y="3372"/>
                    </a:cubicBezTo>
                    <a:cubicBezTo>
                      <a:pt x="206" y="4213"/>
                      <a:pt x="541" y="5021"/>
                      <a:pt x="1135" y="5616"/>
                    </a:cubicBezTo>
                    <a:cubicBezTo>
                      <a:pt x="1730" y="6210"/>
                      <a:pt x="2537" y="6545"/>
                      <a:pt x="3378" y="65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68" name="Freeform: Shape 12267">
                <a:extLst>
                  <a:ext uri="{FF2B5EF4-FFF2-40B4-BE49-F238E27FC236}">
                    <a16:creationId xmlns:a16="http://schemas.microsoft.com/office/drawing/2014/main" id="{931CBF55-2418-45C5-2AC4-3E0F74D21EA0}"/>
                  </a:ext>
                </a:extLst>
              </p:cNvPr>
              <p:cNvSpPr/>
              <p:nvPr/>
            </p:nvSpPr>
            <p:spPr>
              <a:xfrm>
                <a:off x="9030533" y="5965717"/>
                <a:ext cx="6343" cy="6345"/>
              </a:xfrm>
              <a:custGeom>
                <a:avLst/>
                <a:gdLst>
                  <a:gd name="connsiteX0" fmla="*/ 3378 w 6343"/>
                  <a:gd name="connsiteY0" fmla="*/ 6541 h 6345"/>
                  <a:gd name="connsiteX1" fmla="*/ 5621 w 6343"/>
                  <a:gd name="connsiteY1" fmla="*/ 5612 h 6345"/>
                  <a:gd name="connsiteX2" fmla="*/ 6550 w 6343"/>
                  <a:gd name="connsiteY2" fmla="*/ 3369 h 6345"/>
                  <a:gd name="connsiteX3" fmla="*/ 5621 w 6343"/>
                  <a:gd name="connsiteY3" fmla="*/ 1125 h 6345"/>
                  <a:gd name="connsiteX4" fmla="*/ 3378 w 6343"/>
                  <a:gd name="connsiteY4" fmla="*/ 196 h 6345"/>
                  <a:gd name="connsiteX5" fmla="*/ 1136 w 6343"/>
                  <a:gd name="connsiteY5" fmla="*/ 1125 h 6345"/>
                  <a:gd name="connsiteX6" fmla="*/ 207 w 6343"/>
                  <a:gd name="connsiteY6" fmla="*/ 3369 h 6345"/>
                  <a:gd name="connsiteX7" fmla="*/ 1136 w 6343"/>
                  <a:gd name="connsiteY7" fmla="*/ 5612 h 6345"/>
                  <a:gd name="connsiteX8" fmla="*/ 3378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41"/>
                    </a:moveTo>
                    <a:cubicBezTo>
                      <a:pt x="4219" y="6541"/>
                      <a:pt x="5026" y="6207"/>
                      <a:pt x="5621" y="5612"/>
                    </a:cubicBezTo>
                    <a:cubicBezTo>
                      <a:pt x="6216" y="5017"/>
                      <a:pt x="6550" y="4210"/>
                      <a:pt x="6550" y="3369"/>
                    </a:cubicBezTo>
                    <a:cubicBezTo>
                      <a:pt x="6550" y="2527"/>
                      <a:pt x="6216" y="1720"/>
                      <a:pt x="5621" y="1125"/>
                    </a:cubicBezTo>
                    <a:cubicBezTo>
                      <a:pt x="5026" y="530"/>
                      <a:pt x="4219" y="196"/>
                      <a:pt x="3378" y="196"/>
                    </a:cubicBezTo>
                    <a:cubicBezTo>
                      <a:pt x="2537" y="196"/>
                      <a:pt x="1730" y="530"/>
                      <a:pt x="1136" y="1125"/>
                    </a:cubicBezTo>
                    <a:cubicBezTo>
                      <a:pt x="541" y="1720"/>
                      <a:pt x="207" y="2527"/>
                      <a:pt x="207" y="3369"/>
                    </a:cubicBezTo>
                    <a:cubicBezTo>
                      <a:pt x="207" y="4210"/>
                      <a:pt x="541" y="5017"/>
                      <a:pt x="1136" y="5612"/>
                    </a:cubicBezTo>
                    <a:cubicBezTo>
                      <a:pt x="1730" y="6207"/>
                      <a:pt x="2537" y="6541"/>
                      <a:pt x="3378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69" name="Freeform: Shape 12268">
                <a:extLst>
                  <a:ext uri="{FF2B5EF4-FFF2-40B4-BE49-F238E27FC236}">
                    <a16:creationId xmlns:a16="http://schemas.microsoft.com/office/drawing/2014/main" id="{C36BAA0C-95C2-8CB6-D3BD-BCA88EA59B70}"/>
                  </a:ext>
                </a:extLst>
              </p:cNvPr>
              <p:cNvSpPr/>
              <p:nvPr/>
            </p:nvSpPr>
            <p:spPr>
              <a:xfrm>
                <a:off x="9027480" y="5961467"/>
                <a:ext cx="6343" cy="6345"/>
              </a:xfrm>
              <a:custGeom>
                <a:avLst/>
                <a:gdLst>
                  <a:gd name="connsiteX0" fmla="*/ 3378 w 6343"/>
                  <a:gd name="connsiteY0" fmla="*/ 6541 h 6345"/>
                  <a:gd name="connsiteX1" fmla="*/ 5621 w 6343"/>
                  <a:gd name="connsiteY1" fmla="*/ 5612 h 6345"/>
                  <a:gd name="connsiteX2" fmla="*/ 6550 w 6343"/>
                  <a:gd name="connsiteY2" fmla="*/ 3368 h 6345"/>
                  <a:gd name="connsiteX3" fmla="*/ 5621 w 6343"/>
                  <a:gd name="connsiteY3" fmla="*/ 1125 h 6345"/>
                  <a:gd name="connsiteX4" fmla="*/ 3378 w 6343"/>
                  <a:gd name="connsiteY4" fmla="*/ 196 h 6345"/>
                  <a:gd name="connsiteX5" fmla="*/ 1135 w 6343"/>
                  <a:gd name="connsiteY5" fmla="*/ 1125 h 6345"/>
                  <a:gd name="connsiteX6" fmla="*/ 206 w 6343"/>
                  <a:gd name="connsiteY6" fmla="*/ 3368 h 6345"/>
                  <a:gd name="connsiteX7" fmla="*/ 1135 w 6343"/>
                  <a:gd name="connsiteY7" fmla="*/ 5612 h 6345"/>
                  <a:gd name="connsiteX8" fmla="*/ 3378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41"/>
                    </a:moveTo>
                    <a:cubicBezTo>
                      <a:pt x="4219" y="6541"/>
                      <a:pt x="5026" y="6207"/>
                      <a:pt x="5621" y="5612"/>
                    </a:cubicBezTo>
                    <a:cubicBezTo>
                      <a:pt x="6215" y="5017"/>
                      <a:pt x="6550" y="4210"/>
                      <a:pt x="6550" y="3368"/>
                    </a:cubicBezTo>
                    <a:cubicBezTo>
                      <a:pt x="6550" y="2527"/>
                      <a:pt x="6215" y="1720"/>
                      <a:pt x="5621" y="1125"/>
                    </a:cubicBezTo>
                    <a:cubicBezTo>
                      <a:pt x="5026" y="530"/>
                      <a:pt x="4219" y="196"/>
                      <a:pt x="3378" y="196"/>
                    </a:cubicBezTo>
                    <a:cubicBezTo>
                      <a:pt x="2537" y="196"/>
                      <a:pt x="1730" y="530"/>
                      <a:pt x="1135" y="1125"/>
                    </a:cubicBezTo>
                    <a:cubicBezTo>
                      <a:pt x="541" y="1720"/>
                      <a:pt x="206" y="2527"/>
                      <a:pt x="206" y="3368"/>
                    </a:cubicBezTo>
                    <a:cubicBezTo>
                      <a:pt x="206" y="4210"/>
                      <a:pt x="541" y="5017"/>
                      <a:pt x="1135" y="5612"/>
                    </a:cubicBezTo>
                    <a:cubicBezTo>
                      <a:pt x="1730" y="6207"/>
                      <a:pt x="2537" y="6541"/>
                      <a:pt x="3378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70" name="Freeform: Shape 12269">
                <a:extLst>
                  <a:ext uri="{FF2B5EF4-FFF2-40B4-BE49-F238E27FC236}">
                    <a16:creationId xmlns:a16="http://schemas.microsoft.com/office/drawing/2014/main" id="{E1BB8AC3-D3D5-EB22-CC62-9BF6C3C9966D}"/>
                  </a:ext>
                </a:extLst>
              </p:cNvPr>
              <p:cNvSpPr/>
              <p:nvPr/>
            </p:nvSpPr>
            <p:spPr>
              <a:xfrm>
                <a:off x="9022090" y="5960955"/>
                <a:ext cx="6343" cy="6345"/>
              </a:xfrm>
              <a:custGeom>
                <a:avLst/>
                <a:gdLst>
                  <a:gd name="connsiteX0" fmla="*/ 3378 w 6343"/>
                  <a:gd name="connsiteY0" fmla="*/ 6541 h 6345"/>
                  <a:gd name="connsiteX1" fmla="*/ 5620 w 6343"/>
                  <a:gd name="connsiteY1" fmla="*/ 5612 h 6345"/>
                  <a:gd name="connsiteX2" fmla="*/ 6549 w 6343"/>
                  <a:gd name="connsiteY2" fmla="*/ 3368 h 6345"/>
                  <a:gd name="connsiteX3" fmla="*/ 5620 w 6343"/>
                  <a:gd name="connsiteY3" fmla="*/ 1125 h 6345"/>
                  <a:gd name="connsiteX4" fmla="*/ 3378 w 6343"/>
                  <a:gd name="connsiteY4" fmla="*/ 196 h 6345"/>
                  <a:gd name="connsiteX5" fmla="*/ 1135 w 6343"/>
                  <a:gd name="connsiteY5" fmla="*/ 1125 h 6345"/>
                  <a:gd name="connsiteX6" fmla="*/ 206 w 6343"/>
                  <a:gd name="connsiteY6" fmla="*/ 3368 h 6345"/>
                  <a:gd name="connsiteX7" fmla="*/ 1135 w 6343"/>
                  <a:gd name="connsiteY7" fmla="*/ 5612 h 6345"/>
                  <a:gd name="connsiteX8" fmla="*/ 3378 w 6343"/>
                  <a:gd name="connsiteY8" fmla="*/ 654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541"/>
                    </a:moveTo>
                    <a:cubicBezTo>
                      <a:pt x="4219" y="6541"/>
                      <a:pt x="5025" y="6207"/>
                      <a:pt x="5620" y="5612"/>
                    </a:cubicBezTo>
                    <a:cubicBezTo>
                      <a:pt x="6215" y="5017"/>
                      <a:pt x="6549" y="4210"/>
                      <a:pt x="6549" y="3368"/>
                    </a:cubicBezTo>
                    <a:cubicBezTo>
                      <a:pt x="6549" y="2527"/>
                      <a:pt x="6215" y="1720"/>
                      <a:pt x="5620" y="1125"/>
                    </a:cubicBezTo>
                    <a:cubicBezTo>
                      <a:pt x="5025" y="530"/>
                      <a:pt x="4219" y="196"/>
                      <a:pt x="3378" y="196"/>
                    </a:cubicBezTo>
                    <a:cubicBezTo>
                      <a:pt x="2536" y="196"/>
                      <a:pt x="1730" y="530"/>
                      <a:pt x="1135" y="1125"/>
                    </a:cubicBezTo>
                    <a:cubicBezTo>
                      <a:pt x="540" y="1720"/>
                      <a:pt x="206" y="2527"/>
                      <a:pt x="206" y="3368"/>
                    </a:cubicBezTo>
                    <a:cubicBezTo>
                      <a:pt x="206" y="4210"/>
                      <a:pt x="540" y="5017"/>
                      <a:pt x="1135" y="5612"/>
                    </a:cubicBezTo>
                    <a:cubicBezTo>
                      <a:pt x="1730" y="6207"/>
                      <a:pt x="2536" y="6541"/>
                      <a:pt x="3378" y="654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71" name="Freeform: Shape 12270">
                <a:extLst>
                  <a:ext uri="{FF2B5EF4-FFF2-40B4-BE49-F238E27FC236}">
                    <a16:creationId xmlns:a16="http://schemas.microsoft.com/office/drawing/2014/main" id="{B09A5EA7-116E-2B26-8798-4A69096AF641}"/>
                  </a:ext>
                </a:extLst>
              </p:cNvPr>
              <p:cNvSpPr/>
              <p:nvPr/>
            </p:nvSpPr>
            <p:spPr>
              <a:xfrm>
                <a:off x="9009904" y="5970974"/>
                <a:ext cx="6343" cy="6345"/>
              </a:xfrm>
              <a:custGeom>
                <a:avLst/>
                <a:gdLst>
                  <a:gd name="connsiteX0" fmla="*/ 3377 w 6343"/>
                  <a:gd name="connsiteY0" fmla="*/ 6542 h 6345"/>
                  <a:gd name="connsiteX1" fmla="*/ 5619 w 6343"/>
                  <a:gd name="connsiteY1" fmla="*/ 5612 h 6345"/>
                  <a:gd name="connsiteX2" fmla="*/ 6548 w 6343"/>
                  <a:gd name="connsiteY2" fmla="*/ 3369 h 6345"/>
                  <a:gd name="connsiteX3" fmla="*/ 5619 w 6343"/>
                  <a:gd name="connsiteY3" fmla="*/ 1126 h 6345"/>
                  <a:gd name="connsiteX4" fmla="*/ 3377 w 6343"/>
                  <a:gd name="connsiteY4" fmla="*/ 196 h 6345"/>
                  <a:gd name="connsiteX5" fmla="*/ 1134 w 6343"/>
                  <a:gd name="connsiteY5" fmla="*/ 1126 h 6345"/>
                  <a:gd name="connsiteX6" fmla="*/ 205 w 6343"/>
                  <a:gd name="connsiteY6" fmla="*/ 3369 h 6345"/>
                  <a:gd name="connsiteX7" fmla="*/ 1134 w 6343"/>
                  <a:gd name="connsiteY7" fmla="*/ 5612 h 6345"/>
                  <a:gd name="connsiteX8" fmla="*/ 3377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542"/>
                    </a:moveTo>
                    <a:cubicBezTo>
                      <a:pt x="4218" y="6542"/>
                      <a:pt x="5024" y="6207"/>
                      <a:pt x="5619" y="5612"/>
                    </a:cubicBezTo>
                    <a:cubicBezTo>
                      <a:pt x="6214" y="5018"/>
                      <a:pt x="6548" y="4210"/>
                      <a:pt x="6548" y="3369"/>
                    </a:cubicBezTo>
                    <a:cubicBezTo>
                      <a:pt x="6548" y="2528"/>
                      <a:pt x="6214" y="1721"/>
                      <a:pt x="5619" y="1126"/>
                    </a:cubicBezTo>
                    <a:cubicBezTo>
                      <a:pt x="5024" y="531"/>
                      <a:pt x="4218" y="196"/>
                      <a:pt x="3377" y="196"/>
                    </a:cubicBezTo>
                    <a:cubicBezTo>
                      <a:pt x="2535" y="196"/>
                      <a:pt x="1729" y="531"/>
                      <a:pt x="1134" y="1126"/>
                    </a:cubicBezTo>
                    <a:cubicBezTo>
                      <a:pt x="539" y="1721"/>
                      <a:pt x="205" y="2528"/>
                      <a:pt x="205" y="3369"/>
                    </a:cubicBezTo>
                    <a:cubicBezTo>
                      <a:pt x="205" y="4210"/>
                      <a:pt x="539" y="5018"/>
                      <a:pt x="1134" y="5612"/>
                    </a:cubicBezTo>
                    <a:cubicBezTo>
                      <a:pt x="1729" y="6207"/>
                      <a:pt x="2535" y="6542"/>
                      <a:pt x="3377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72" name="Freeform: Shape 12271">
                <a:extLst>
                  <a:ext uri="{FF2B5EF4-FFF2-40B4-BE49-F238E27FC236}">
                    <a16:creationId xmlns:a16="http://schemas.microsoft.com/office/drawing/2014/main" id="{2364A76B-121A-6E2E-7DBC-2AF70AFC29F5}"/>
                  </a:ext>
                </a:extLst>
              </p:cNvPr>
              <p:cNvSpPr/>
              <p:nvPr/>
            </p:nvSpPr>
            <p:spPr>
              <a:xfrm>
                <a:off x="9005862" y="5968137"/>
                <a:ext cx="6343" cy="6345"/>
              </a:xfrm>
              <a:custGeom>
                <a:avLst/>
                <a:gdLst>
                  <a:gd name="connsiteX0" fmla="*/ 3376 w 6343"/>
                  <a:gd name="connsiteY0" fmla="*/ 6542 h 6345"/>
                  <a:gd name="connsiteX1" fmla="*/ 5619 w 6343"/>
                  <a:gd name="connsiteY1" fmla="*/ 5612 h 6345"/>
                  <a:gd name="connsiteX2" fmla="*/ 6548 w 6343"/>
                  <a:gd name="connsiteY2" fmla="*/ 3369 h 6345"/>
                  <a:gd name="connsiteX3" fmla="*/ 5619 w 6343"/>
                  <a:gd name="connsiteY3" fmla="*/ 1125 h 6345"/>
                  <a:gd name="connsiteX4" fmla="*/ 3376 w 6343"/>
                  <a:gd name="connsiteY4" fmla="*/ 196 h 6345"/>
                  <a:gd name="connsiteX5" fmla="*/ 1134 w 6343"/>
                  <a:gd name="connsiteY5" fmla="*/ 1125 h 6345"/>
                  <a:gd name="connsiteX6" fmla="*/ 205 w 6343"/>
                  <a:gd name="connsiteY6" fmla="*/ 3369 h 6345"/>
                  <a:gd name="connsiteX7" fmla="*/ 1134 w 6343"/>
                  <a:gd name="connsiteY7" fmla="*/ 5612 h 6345"/>
                  <a:gd name="connsiteX8" fmla="*/ 337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542"/>
                    </a:moveTo>
                    <a:cubicBezTo>
                      <a:pt x="4217" y="6542"/>
                      <a:pt x="5024" y="6207"/>
                      <a:pt x="5619" y="5612"/>
                    </a:cubicBezTo>
                    <a:cubicBezTo>
                      <a:pt x="6214" y="5017"/>
                      <a:pt x="6548" y="4210"/>
                      <a:pt x="6548" y="3369"/>
                    </a:cubicBezTo>
                    <a:cubicBezTo>
                      <a:pt x="6548" y="2527"/>
                      <a:pt x="6214" y="1720"/>
                      <a:pt x="5619" y="1125"/>
                    </a:cubicBezTo>
                    <a:cubicBezTo>
                      <a:pt x="5024" y="530"/>
                      <a:pt x="4217" y="196"/>
                      <a:pt x="3376" y="196"/>
                    </a:cubicBezTo>
                    <a:cubicBezTo>
                      <a:pt x="2535" y="196"/>
                      <a:pt x="1728" y="530"/>
                      <a:pt x="1134" y="1125"/>
                    </a:cubicBezTo>
                    <a:cubicBezTo>
                      <a:pt x="539" y="1720"/>
                      <a:pt x="205" y="2527"/>
                      <a:pt x="205" y="3369"/>
                    </a:cubicBezTo>
                    <a:cubicBezTo>
                      <a:pt x="205" y="4210"/>
                      <a:pt x="539" y="5017"/>
                      <a:pt x="1134" y="5612"/>
                    </a:cubicBezTo>
                    <a:cubicBezTo>
                      <a:pt x="1728" y="6207"/>
                      <a:pt x="2535" y="6542"/>
                      <a:pt x="337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73" name="Freeform: Shape 12272">
                <a:extLst>
                  <a:ext uri="{FF2B5EF4-FFF2-40B4-BE49-F238E27FC236}">
                    <a16:creationId xmlns:a16="http://schemas.microsoft.com/office/drawing/2014/main" id="{5130FC1D-D6BC-FB44-58D0-06063FFF9C14}"/>
                  </a:ext>
                </a:extLst>
              </p:cNvPr>
              <p:cNvSpPr/>
              <p:nvPr/>
            </p:nvSpPr>
            <p:spPr>
              <a:xfrm>
                <a:off x="8999774" y="5968407"/>
                <a:ext cx="6343" cy="6345"/>
              </a:xfrm>
              <a:custGeom>
                <a:avLst/>
                <a:gdLst>
                  <a:gd name="connsiteX0" fmla="*/ 3376 w 6343"/>
                  <a:gd name="connsiteY0" fmla="*/ 6542 h 6345"/>
                  <a:gd name="connsiteX1" fmla="*/ 5618 w 6343"/>
                  <a:gd name="connsiteY1" fmla="*/ 5612 h 6345"/>
                  <a:gd name="connsiteX2" fmla="*/ 6547 w 6343"/>
                  <a:gd name="connsiteY2" fmla="*/ 3369 h 6345"/>
                  <a:gd name="connsiteX3" fmla="*/ 5618 w 6343"/>
                  <a:gd name="connsiteY3" fmla="*/ 1125 h 6345"/>
                  <a:gd name="connsiteX4" fmla="*/ 3376 w 6343"/>
                  <a:gd name="connsiteY4" fmla="*/ 196 h 6345"/>
                  <a:gd name="connsiteX5" fmla="*/ 1133 w 6343"/>
                  <a:gd name="connsiteY5" fmla="*/ 1125 h 6345"/>
                  <a:gd name="connsiteX6" fmla="*/ 204 w 6343"/>
                  <a:gd name="connsiteY6" fmla="*/ 3369 h 6345"/>
                  <a:gd name="connsiteX7" fmla="*/ 1133 w 6343"/>
                  <a:gd name="connsiteY7" fmla="*/ 5612 h 6345"/>
                  <a:gd name="connsiteX8" fmla="*/ 3376 w 6343"/>
                  <a:gd name="connsiteY8" fmla="*/ 654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542"/>
                    </a:moveTo>
                    <a:cubicBezTo>
                      <a:pt x="4217" y="6542"/>
                      <a:pt x="5024" y="6207"/>
                      <a:pt x="5618" y="5612"/>
                    </a:cubicBezTo>
                    <a:cubicBezTo>
                      <a:pt x="6213" y="5017"/>
                      <a:pt x="6547" y="4210"/>
                      <a:pt x="6547" y="3369"/>
                    </a:cubicBezTo>
                    <a:cubicBezTo>
                      <a:pt x="6547" y="2527"/>
                      <a:pt x="6213" y="1720"/>
                      <a:pt x="5618" y="1125"/>
                    </a:cubicBezTo>
                    <a:cubicBezTo>
                      <a:pt x="5024" y="530"/>
                      <a:pt x="4217" y="196"/>
                      <a:pt x="3376" y="196"/>
                    </a:cubicBezTo>
                    <a:cubicBezTo>
                      <a:pt x="2535" y="196"/>
                      <a:pt x="1728" y="530"/>
                      <a:pt x="1133" y="1125"/>
                    </a:cubicBezTo>
                    <a:cubicBezTo>
                      <a:pt x="538" y="1720"/>
                      <a:pt x="204" y="2527"/>
                      <a:pt x="204" y="3369"/>
                    </a:cubicBezTo>
                    <a:cubicBezTo>
                      <a:pt x="204" y="4210"/>
                      <a:pt x="538" y="5017"/>
                      <a:pt x="1133" y="5612"/>
                    </a:cubicBezTo>
                    <a:cubicBezTo>
                      <a:pt x="1728" y="6207"/>
                      <a:pt x="2535" y="6542"/>
                      <a:pt x="3376" y="6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74" name="Freeform: Shape 12273">
                <a:extLst>
                  <a:ext uri="{FF2B5EF4-FFF2-40B4-BE49-F238E27FC236}">
                    <a16:creationId xmlns:a16="http://schemas.microsoft.com/office/drawing/2014/main" id="{B9A927D7-8C26-A3E8-2ABD-DAF53B837D51}"/>
                  </a:ext>
                </a:extLst>
              </p:cNvPr>
              <p:cNvSpPr/>
              <p:nvPr/>
            </p:nvSpPr>
            <p:spPr>
              <a:xfrm>
                <a:off x="9103184" y="5760097"/>
                <a:ext cx="6343" cy="6345"/>
              </a:xfrm>
              <a:custGeom>
                <a:avLst/>
                <a:gdLst>
                  <a:gd name="connsiteX0" fmla="*/ 3384 w 6343"/>
                  <a:gd name="connsiteY0" fmla="*/ 6525 h 6345"/>
                  <a:gd name="connsiteX1" fmla="*/ 5627 w 6343"/>
                  <a:gd name="connsiteY1" fmla="*/ 5596 h 6345"/>
                  <a:gd name="connsiteX2" fmla="*/ 6555 w 6343"/>
                  <a:gd name="connsiteY2" fmla="*/ 3352 h 6345"/>
                  <a:gd name="connsiteX3" fmla="*/ 5627 w 6343"/>
                  <a:gd name="connsiteY3" fmla="*/ 1109 h 6345"/>
                  <a:gd name="connsiteX4" fmla="*/ 3384 w 6343"/>
                  <a:gd name="connsiteY4" fmla="*/ 180 h 6345"/>
                  <a:gd name="connsiteX5" fmla="*/ 1141 w 6343"/>
                  <a:gd name="connsiteY5" fmla="*/ 1109 h 6345"/>
                  <a:gd name="connsiteX6" fmla="*/ 212 w 6343"/>
                  <a:gd name="connsiteY6" fmla="*/ 3352 h 6345"/>
                  <a:gd name="connsiteX7" fmla="*/ 1141 w 6343"/>
                  <a:gd name="connsiteY7" fmla="*/ 5596 h 6345"/>
                  <a:gd name="connsiteX8" fmla="*/ 338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25"/>
                    </a:moveTo>
                    <a:cubicBezTo>
                      <a:pt x="4225" y="6525"/>
                      <a:pt x="5032" y="6191"/>
                      <a:pt x="5627" y="5596"/>
                    </a:cubicBezTo>
                    <a:cubicBezTo>
                      <a:pt x="6221" y="5001"/>
                      <a:pt x="6555" y="4194"/>
                      <a:pt x="6555" y="3352"/>
                    </a:cubicBezTo>
                    <a:cubicBezTo>
                      <a:pt x="6555" y="2511"/>
                      <a:pt x="6221" y="1704"/>
                      <a:pt x="5627" y="1109"/>
                    </a:cubicBezTo>
                    <a:cubicBezTo>
                      <a:pt x="5032" y="514"/>
                      <a:pt x="4225" y="180"/>
                      <a:pt x="3384" y="180"/>
                    </a:cubicBezTo>
                    <a:cubicBezTo>
                      <a:pt x="2543" y="180"/>
                      <a:pt x="1736" y="514"/>
                      <a:pt x="1141" y="1109"/>
                    </a:cubicBezTo>
                    <a:cubicBezTo>
                      <a:pt x="547" y="1704"/>
                      <a:pt x="212" y="2511"/>
                      <a:pt x="212" y="3352"/>
                    </a:cubicBezTo>
                    <a:cubicBezTo>
                      <a:pt x="212" y="4194"/>
                      <a:pt x="547" y="5001"/>
                      <a:pt x="1141" y="5596"/>
                    </a:cubicBezTo>
                    <a:cubicBezTo>
                      <a:pt x="1736" y="6191"/>
                      <a:pt x="2543" y="6525"/>
                      <a:pt x="338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75" name="Freeform: Shape 12274">
                <a:extLst>
                  <a:ext uri="{FF2B5EF4-FFF2-40B4-BE49-F238E27FC236}">
                    <a16:creationId xmlns:a16="http://schemas.microsoft.com/office/drawing/2014/main" id="{B091654B-7C00-333C-91C2-44BB00F84BB7}"/>
                  </a:ext>
                </a:extLst>
              </p:cNvPr>
              <p:cNvSpPr/>
              <p:nvPr/>
            </p:nvSpPr>
            <p:spPr>
              <a:xfrm>
                <a:off x="9101002" y="5757090"/>
                <a:ext cx="6343" cy="6345"/>
              </a:xfrm>
              <a:custGeom>
                <a:avLst/>
                <a:gdLst>
                  <a:gd name="connsiteX0" fmla="*/ 3384 w 6343"/>
                  <a:gd name="connsiteY0" fmla="*/ 6525 h 6345"/>
                  <a:gd name="connsiteX1" fmla="*/ 5626 w 6343"/>
                  <a:gd name="connsiteY1" fmla="*/ 5596 h 6345"/>
                  <a:gd name="connsiteX2" fmla="*/ 6555 w 6343"/>
                  <a:gd name="connsiteY2" fmla="*/ 3352 h 6345"/>
                  <a:gd name="connsiteX3" fmla="*/ 5626 w 6343"/>
                  <a:gd name="connsiteY3" fmla="*/ 1109 h 6345"/>
                  <a:gd name="connsiteX4" fmla="*/ 3384 w 6343"/>
                  <a:gd name="connsiteY4" fmla="*/ 179 h 6345"/>
                  <a:gd name="connsiteX5" fmla="*/ 1141 w 6343"/>
                  <a:gd name="connsiteY5" fmla="*/ 1109 h 6345"/>
                  <a:gd name="connsiteX6" fmla="*/ 212 w 6343"/>
                  <a:gd name="connsiteY6" fmla="*/ 3352 h 6345"/>
                  <a:gd name="connsiteX7" fmla="*/ 1141 w 6343"/>
                  <a:gd name="connsiteY7" fmla="*/ 5596 h 6345"/>
                  <a:gd name="connsiteX8" fmla="*/ 338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25"/>
                    </a:moveTo>
                    <a:cubicBezTo>
                      <a:pt x="4225" y="6525"/>
                      <a:pt x="5032" y="6191"/>
                      <a:pt x="5626" y="5596"/>
                    </a:cubicBezTo>
                    <a:cubicBezTo>
                      <a:pt x="6221" y="5001"/>
                      <a:pt x="6555" y="4194"/>
                      <a:pt x="6555" y="3352"/>
                    </a:cubicBezTo>
                    <a:cubicBezTo>
                      <a:pt x="6555" y="2511"/>
                      <a:pt x="6221" y="1704"/>
                      <a:pt x="5626" y="1109"/>
                    </a:cubicBezTo>
                    <a:cubicBezTo>
                      <a:pt x="5032" y="514"/>
                      <a:pt x="4225" y="179"/>
                      <a:pt x="3384" y="179"/>
                    </a:cubicBezTo>
                    <a:cubicBezTo>
                      <a:pt x="2543" y="179"/>
                      <a:pt x="1736" y="514"/>
                      <a:pt x="1141" y="1109"/>
                    </a:cubicBezTo>
                    <a:cubicBezTo>
                      <a:pt x="546" y="1704"/>
                      <a:pt x="212" y="2511"/>
                      <a:pt x="212" y="3352"/>
                    </a:cubicBezTo>
                    <a:cubicBezTo>
                      <a:pt x="212" y="4194"/>
                      <a:pt x="546" y="5001"/>
                      <a:pt x="1141" y="5596"/>
                    </a:cubicBezTo>
                    <a:cubicBezTo>
                      <a:pt x="1736" y="6191"/>
                      <a:pt x="2543" y="6525"/>
                      <a:pt x="338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76" name="Freeform: Shape 12275">
                <a:extLst>
                  <a:ext uri="{FF2B5EF4-FFF2-40B4-BE49-F238E27FC236}">
                    <a16:creationId xmlns:a16="http://schemas.microsoft.com/office/drawing/2014/main" id="{954339AE-55BF-B396-DDE6-3A05DC5B58FF}"/>
                  </a:ext>
                </a:extLst>
              </p:cNvPr>
              <p:cNvSpPr/>
              <p:nvPr/>
            </p:nvSpPr>
            <p:spPr>
              <a:xfrm>
                <a:off x="9098056" y="5755124"/>
                <a:ext cx="6343" cy="6345"/>
              </a:xfrm>
              <a:custGeom>
                <a:avLst/>
                <a:gdLst>
                  <a:gd name="connsiteX0" fmla="*/ 3384 w 6343"/>
                  <a:gd name="connsiteY0" fmla="*/ 6525 h 6345"/>
                  <a:gd name="connsiteX1" fmla="*/ 5626 w 6343"/>
                  <a:gd name="connsiteY1" fmla="*/ 5595 h 6345"/>
                  <a:gd name="connsiteX2" fmla="*/ 6555 w 6343"/>
                  <a:gd name="connsiteY2" fmla="*/ 3352 h 6345"/>
                  <a:gd name="connsiteX3" fmla="*/ 5626 w 6343"/>
                  <a:gd name="connsiteY3" fmla="*/ 1109 h 6345"/>
                  <a:gd name="connsiteX4" fmla="*/ 3384 w 6343"/>
                  <a:gd name="connsiteY4" fmla="*/ 179 h 6345"/>
                  <a:gd name="connsiteX5" fmla="*/ 1141 w 6343"/>
                  <a:gd name="connsiteY5" fmla="*/ 1109 h 6345"/>
                  <a:gd name="connsiteX6" fmla="*/ 212 w 6343"/>
                  <a:gd name="connsiteY6" fmla="*/ 3352 h 6345"/>
                  <a:gd name="connsiteX7" fmla="*/ 1141 w 6343"/>
                  <a:gd name="connsiteY7" fmla="*/ 5595 h 6345"/>
                  <a:gd name="connsiteX8" fmla="*/ 338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25"/>
                    </a:moveTo>
                    <a:cubicBezTo>
                      <a:pt x="4225" y="6525"/>
                      <a:pt x="5031" y="6190"/>
                      <a:pt x="5626" y="5595"/>
                    </a:cubicBezTo>
                    <a:cubicBezTo>
                      <a:pt x="6221" y="5000"/>
                      <a:pt x="6555" y="4193"/>
                      <a:pt x="6555" y="3352"/>
                    </a:cubicBezTo>
                    <a:cubicBezTo>
                      <a:pt x="6555" y="2511"/>
                      <a:pt x="6221" y="1704"/>
                      <a:pt x="5626" y="1109"/>
                    </a:cubicBezTo>
                    <a:cubicBezTo>
                      <a:pt x="5031" y="514"/>
                      <a:pt x="4225" y="179"/>
                      <a:pt x="3384" y="179"/>
                    </a:cubicBezTo>
                    <a:cubicBezTo>
                      <a:pt x="2542" y="179"/>
                      <a:pt x="1736" y="514"/>
                      <a:pt x="1141" y="1109"/>
                    </a:cubicBezTo>
                    <a:cubicBezTo>
                      <a:pt x="546" y="1704"/>
                      <a:pt x="212" y="2511"/>
                      <a:pt x="212" y="3352"/>
                    </a:cubicBezTo>
                    <a:cubicBezTo>
                      <a:pt x="212" y="4193"/>
                      <a:pt x="546" y="5000"/>
                      <a:pt x="1141" y="5595"/>
                    </a:cubicBezTo>
                    <a:cubicBezTo>
                      <a:pt x="1736" y="6190"/>
                      <a:pt x="2542" y="6525"/>
                      <a:pt x="338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77" name="Freeform: Shape 12276">
                <a:extLst>
                  <a:ext uri="{FF2B5EF4-FFF2-40B4-BE49-F238E27FC236}">
                    <a16:creationId xmlns:a16="http://schemas.microsoft.com/office/drawing/2014/main" id="{DDB61E25-908E-7643-0FDC-43806C9A82CB}"/>
                  </a:ext>
                </a:extLst>
              </p:cNvPr>
              <p:cNvSpPr/>
              <p:nvPr/>
            </p:nvSpPr>
            <p:spPr>
              <a:xfrm>
                <a:off x="9093076" y="5755824"/>
                <a:ext cx="6343" cy="6345"/>
              </a:xfrm>
              <a:custGeom>
                <a:avLst/>
                <a:gdLst>
                  <a:gd name="connsiteX0" fmla="*/ 3383 w 6343"/>
                  <a:gd name="connsiteY0" fmla="*/ 6525 h 6345"/>
                  <a:gd name="connsiteX1" fmla="*/ 5626 w 6343"/>
                  <a:gd name="connsiteY1" fmla="*/ 5596 h 6345"/>
                  <a:gd name="connsiteX2" fmla="*/ 6555 w 6343"/>
                  <a:gd name="connsiteY2" fmla="*/ 3352 h 6345"/>
                  <a:gd name="connsiteX3" fmla="*/ 5626 w 6343"/>
                  <a:gd name="connsiteY3" fmla="*/ 1109 h 6345"/>
                  <a:gd name="connsiteX4" fmla="*/ 3383 w 6343"/>
                  <a:gd name="connsiteY4" fmla="*/ 179 h 6345"/>
                  <a:gd name="connsiteX5" fmla="*/ 1140 w 6343"/>
                  <a:gd name="connsiteY5" fmla="*/ 1109 h 6345"/>
                  <a:gd name="connsiteX6" fmla="*/ 212 w 6343"/>
                  <a:gd name="connsiteY6" fmla="*/ 3352 h 6345"/>
                  <a:gd name="connsiteX7" fmla="*/ 1140 w 6343"/>
                  <a:gd name="connsiteY7" fmla="*/ 5596 h 6345"/>
                  <a:gd name="connsiteX8" fmla="*/ 338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25"/>
                    </a:moveTo>
                    <a:cubicBezTo>
                      <a:pt x="4224" y="6525"/>
                      <a:pt x="5031" y="6190"/>
                      <a:pt x="5626" y="5596"/>
                    </a:cubicBezTo>
                    <a:cubicBezTo>
                      <a:pt x="6221" y="5001"/>
                      <a:pt x="6555" y="4193"/>
                      <a:pt x="6555" y="3352"/>
                    </a:cubicBezTo>
                    <a:cubicBezTo>
                      <a:pt x="6555" y="2511"/>
                      <a:pt x="6221" y="1704"/>
                      <a:pt x="5626" y="1109"/>
                    </a:cubicBezTo>
                    <a:cubicBezTo>
                      <a:pt x="5031" y="514"/>
                      <a:pt x="4224" y="179"/>
                      <a:pt x="3383" y="179"/>
                    </a:cubicBezTo>
                    <a:cubicBezTo>
                      <a:pt x="2542" y="179"/>
                      <a:pt x="1735" y="514"/>
                      <a:pt x="1140" y="1109"/>
                    </a:cubicBezTo>
                    <a:cubicBezTo>
                      <a:pt x="546" y="1704"/>
                      <a:pt x="212" y="2511"/>
                      <a:pt x="212" y="3352"/>
                    </a:cubicBezTo>
                    <a:cubicBezTo>
                      <a:pt x="212" y="4193"/>
                      <a:pt x="546" y="5001"/>
                      <a:pt x="1140" y="5596"/>
                    </a:cubicBezTo>
                    <a:cubicBezTo>
                      <a:pt x="1735" y="6190"/>
                      <a:pt x="2542" y="6525"/>
                      <a:pt x="338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78" name="Freeform: Shape 12277">
                <a:extLst>
                  <a:ext uri="{FF2B5EF4-FFF2-40B4-BE49-F238E27FC236}">
                    <a16:creationId xmlns:a16="http://schemas.microsoft.com/office/drawing/2014/main" id="{8CD50BA0-D936-7762-5B6C-AD97E95D46A6}"/>
                  </a:ext>
                </a:extLst>
              </p:cNvPr>
              <p:cNvSpPr/>
              <p:nvPr/>
            </p:nvSpPr>
            <p:spPr>
              <a:xfrm>
                <a:off x="9193480" y="5603680"/>
                <a:ext cx="6343" cy="6345"/>
              </a:xfrm>
              <a:custGeom>
                <a:avLst/>
                <a:gdLst>
                  <a:gd name="connsiteX0" fmla="*/ 3391 w 6343"/>
                  <a:gd name="connsiteY0" fmla="*/ 6513 h 6345"/>
                  <a:gd name="connsiteX1" fmla="*/ 5634 w 6343"/>
                  <a:gd name="connsiteY1" fmla="*/ 5584 h 6345"/>
                  <a:gd name="connsiteX2" fmla="*/ 6563 w 6343"/>
                  <a:gd name="connsiteY2" fmla="*/ 3340 h 6345"/>
                  <a:gd name="connsiteX3" fmla="*/ 5634 w 6343"/>
                  <a:gd name="connsiteY3" fmla="*/ 1097 h 6345"/>
                  <a:gd name="connsiteX4" fmla="*/ 3391 w 6343"/>
                  <a:gd name="connsiteY4" fmla="*/ 167 h 6345"/>
                  <a:gd name="connsiteX5" fmla="*/ 1148 w 6343"/>
                  <a:gd name="connsiteY5" fmla="*/ 1097 h 6345"/>
                  <a:gd name="connsiteX6" fmla="*/ 219 w 6343"/>
                  <a:gd name="connsiteY6" fmla="*/ 3340 h 6345"/>
                  <a:gd name="connsiteX7" fmla="*/ 1148 w 6343"/>
                  <a:gd name="connsiteY7" fmla="*/ 5584 h 6345"/>
                  <a:gd name="connsiteX8" fmla="*/ 3391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3"/>
                    </a:moveTo>
                    <a:cubicBezTo>
                      <a:pt x="4232" y="6513"/>
                      <a:pt x="5039" y="6178"/>
                      <a:pt x="5634" y="5584"/>
                    </a:cubicBezTo>
                    <a:cubicBezTo>
                      <a:pt x="6228" y="4989"/>
                      <a:pt x="6563" y="4182"/>
                      <a:pt x="6563" y="3340"/>
                    </a:cubicBezTo>
                    <a:cubicBezTo>
                      <a:pt x="6563" y="2499"/>
                      <a:pt x="6228" y="1692"/>
                      <a:pt x="5634" y="1097"/>
                    </a:cubicBezTo>
                    <a:cubicBezTo>
                      <a:pt x="5039" y="502"/>
                      <a:pt x="4232" y="167"/>
                      <a:pt x="3391" y="167"/>
                    </a:cubicBezTo>
                    <a:cubicBezTo>
                      <a:pt x="2550" y="167"/>
                      <a:pt x="1743" y="502"/>
                      <a:pt x="1148" y="1097"/>
                    </a:cubicBezTo>
                    <a:cubicBezTo>
                      <a:pt x="554" y="1692"/>
                      <a:pt x="219" y="2499"/>
                      <a:pt x="219" y="3340"/>
                    </a:cubicBezTo>
                    <a:cubicBezTo>
                      <a:pt x="219" y="4182"/>
                      <a:pt x="554" y="4989"/>
                      <a:pt x="1148" y="5584"/>
                    </a:cubicBezTo>
                    <a:cubicBezTo>
                      <a:pt x="1743" y="6178"/>
                      <a:pt x="2550" y="6513"/>
                      <a:pt x="3391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79" name="Freeform: Shape 12278">
                <a:extLst>
                  <a:ext uri="{FF2B5EF4-FFF2-40B4-BE49-F238E27FC236}">
                    <a16:creationId xmlns:a16="http://schemas.microsoft.com/office/drawing/2014/main" id="{1FD736C7-8519-6B80-84F6-C4A37E27F6D1}"/>
                  </a:ext>
                </a:extLst>
              </p:cNvPr>
              <p:cNvSpPr/>
              <p:nvPr/>
            </p:nvSpPr>
            <p:spPr>
              <a:xfrm>
                <a:off x="9192219" y="5601361"/>
                <a:ext cx="6343" cy="6345"/>
              </a:xfrm>
              <a:custGeom>
                <a:avLst/>
                <a:gdLst>
                  <a:gd name="connsiteX0" fmla="*/ 3391 w 6343"/>
                  <a:gd name="connsiteY0" fmla="*/ 6513 h 6345"/>
                  <a:gd name="connsiteX1" fmla="*/ 5634 w 6343"/>
                  <a:gd name="connsiteY1" fmla="*/ 5583 h 6345"/>
                  <a:gd name="connsiteX2" fmla="*/ 6563 w 6343"/>
                  <a:gd name="connsiteY2" fmla="*/ 3340 h 6345"/>
                  <a:gd name="connsiteX3" fmla="*/ 5634 w 6343"/>
                  <a:gd name="connsiteY3" fmla="*/ 1096 h 6345"/>
                  <a:gd name="connsiteX4" fmla="*/ 3391 w 6343"/>
                  <a:gd name="connsiteY4" fmla="*/ 167 h 6345"/>
                  <a:gd name="connsiteX5" fmla="*/ 1148 w 6343"/>
                  <a:gd name="connsiteY5" fmla="*/ 1096 h 6345"/>
                  <a:gd name="connsiteX6" fmla="*/ 219 w 6343"/>
                  <a:gd name="connsiteY6" fmla="*/ 3340 h 6345"/>
                  <a:gd name="connsiteX7" fmla="*/ 1148 w 6343"/>
                  <a:gd name="connsiteY7" fmla="*/ 5583 h 6345"/>
                  <a:gd name="connsiteX8" fmla="*/ 3391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3"/>
                    </a:moveTo>
                    <a:cubicBezTo>
                      <a:pt x="4232" y="6513"/>
                      <a:pt x="5039" y="6178"/>
                      <a:pt x="5634" y="5583"/>
                    </a:cubicBezTo>
                    <a:cubicBezTo>
                      <a:pt x="6228" y="4988"/>
                      <a:pt x="6563" y="4181"/>
                      <a:pt x="6563" y="3340"/>
                    </a:cubicBezTo>
                    <a:cubicBezTo>
                      <a:pt x="6563" y="2498"/>
                      <a:pt x="6228" y="1691"/>
                      <a:pt x="5634" y="1096"/>
                    </a:cubicBezTo>
                    <a:cubicBezTo>
                      <a:pt x="5039" y="502"/>
                      <a:pt x="4232" y="167"/>
                      <a:pt x="3391" y="167"/>
                    </a:cubicBezTo>
                    <a:cubicBezTo>
                      <a:pt x="2550" y="167"/>
                      <a:pt x="1743" y="502"/>
                      <a:pt x="1148" y="1096"/>
                    </a:cubicBezTo>
                    <a:cubicBezTo>
                      <a:pt x="554" y="1691"/>
                      <a:pt x="219" y="2498"/>
                      <a:pt x="219" y="3340"/>
                    </a:cubicBezTo>
                    <a:cubicBezTo>
                      <a:pt x="219" y="4181"/>
                      <a:pt x="554" y="4988"/>
                      <a:pt x="1148" y="5583"/>
                    </a:cubicBezTo>
                    <a:cubicBezTo>
                      <a:pt x="1743" y="6178"/>
                      <a:pt x="2550" y="6513"/>
                      <a:pt x="3391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80" name="Freeform: Shape 12279">
                <a:extLst>
                  <a:ext uri="{FF2B5EF4-FFF2-40B4-BE49-F238E27FC236}">
                    <a16:creationId xmlns:a16="http://schemas.microsoft.com/office/drawing/2014/main" id="{D81F9855-9501-AB7D-0CCF-A60701BBF27F}"/>
                  </a:ext>
                </a:extLst>
              </p:cNvPr>
              <p:cNvSpPr/>
              <p:nvPr/>
            </p:nvSpPr>
            <p:spPr>
              <a:xfrm>
                <a:off x="9197170" y="5591588"/>
                <a:ext cx="6343" cy="6345"/>
              </a:xfrm>
              <a:custGeom>
                <a:avLst/>
                <a:gdLst>
                  <a:gd name="connsiteX0" fmla="*/ 3391 w 6343"/>
                  <a:gd name="connsiteY0" fmla="*/ 6512 h 6345"/>
                  <a:gd name="connsiteX1" fmla="*/ 5634 w 6343"/>
                  <a:gd name="connsiteY1" fmla="*/ 5583 h 6345"/>
                  <a:gd name="connsiteX2" fmla="*/ 6563 w 6343"/>
                  <a:gd name="connsiteY2" fmla="*/ 3339 h 6345"/>
                  <a:gd name="connsiteX3" fmla="*/ 5634 w 6343"/>
                  <a:gd name="connsiteY3" fmla="*/ 1096 h 6345"/>
                  <a:gd name="connsiteX4" fmla="*/ 3391 w 6343"/>
                  <a:gd name="connsiteY4" fmla="*/ 166 h 6345"/>
                  <a:gd name="connsiteX5" fmla="*/ 1149 w 6343"/>
                  <a:gd name="connsiteY5" fmla="*/ 1096 h 6345"/>
                  <a:gd name="connsiteX6" fmla="*/ 220 w 6343"/>
                  <a:gd name="connsiteY6" fmla="*/ 3339 h 6345"/>
                  <a:gd name="connsiteX7" fmla="*/ 1149 w 6343"/>
                  <a:gd name="connsiteY7" fmla="*/ 5583 h 6345"/>
                  <a:gd name="connsiteX8" fmla="*/ 3391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2"/>
                    </a:moveTo>
                    <a:cubicBezTo>
                      <a:pt x="4232" y="6512"/>
                      <a:pt x="5039" y="6178"/>
                      <a:pt x="5634" y="5583"/>
                    </a:cubicBezTo>
                    <a:cubicBezTo>
                      <a:pt x="6229" y="4988"/>
                      <a:pt x="6563" y="4181"/>
                      <a:pt x="6563" y="3339"/>
                    </a:cubicBezTo>
                    <a:cubicBezTo>
                      <a:pt x="6563" y="2498"/>
                      <a:pt x="6229" y="1691"/>
                      <a:pt x="5634" y="1096"/>
                    </a:cubicBezTo>
                    <a:cubicBezTo>
                      <a:pt x="5039" y="501"/>
                      <a:pt x="4232" y="166"/>
                      <a:pt x="3391" y="166"/>
                    </a:cubicBezTo>
                    <a:cubicBezTo>
                      <a:pt x="2550" y="166"/>
                      <a:pt x="1743" y="501"/>
                      <a:pt x="1149" y="1096"/>
                    </a:cubicBezTo>
                    <a:cubicBezTo>
                      <a:pt x="554" y="1691"/>
                      <a:pt x="220" y="2498"/>
                      <a:pt x="220" y="3339"/>
                    </a:cubicBezTo>
                    <a:cubicBezTo>
                      <a:pt x="220" y="4181"/>
                      <a:pt x="554" y="4988"/>
                      <a:pt x="1149" y="5583"/>
                    </a:cubicBezTo>
                    <a:cubicBezTo>
                      <a:pt x="1743" y="6178"/>
                      <a:pt x="2550" y="6512"/>
                      <a:pt x="3391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81" name="Freeform: Shape 12280">
                <a:extLst>
                  <a:ext uri="{FF2B5EF4-FFF2-40B4-BE49-F238E27FC236}">
                    <a16:creationId xmlns:a16="http://schemas.microsoft.com/office/drawing/2014/main" id="{C6DA297B-D6B9-875E-8FF4-C9D92E672F12}"/>
                  </a:ext>
                </a:extLst>
              </p:cNvPr>
              <p:cNvSpPr/>
              <p:nvPr/>
            </p:nvSpPr>
            <p:spPr>
              <a:xfrm>
                <a:off x="9197763" y="5587195"/>
                <a:ext cx="6343" cy="6345"/>
              </a:xfrm>
              <a:custGeom>
                <a:avLst/>
                <a:gdLst>
                  <a:gd name="connsiteX0" fmla="*/ 3391 w 6343"/>
                  <a:gd name="connsiteY0" fmla="*/ 6511 h 6345"/>
                  <a:gd name="connsiteX1" fmla="*/ 5634 w 6343"/>
                  <a:gd name="connsiteY1" fmla="*/ 5582 h 6345"/>
                  <a:gd name="connsiteX2" fmla="*/ 6563 w 6343"/>
                  <a:gd name="connsiteY2" fmla="*/ 3339 h 6345"/>
                  <a:gd name="connsiteX3" fmla="*/ 5634 w 6343"/>
                  <a:gd name="connsiteY3" fmla="*/ 1095 h 6345"/>
                  <a:gd name="connsiteX4" fmla="*/ 3391 w 6343"/>
                  <a:gd name="connsiteY4" fmla="*/ 166 h 6345"/>
                  <a:gd name="connsiteX5" fmla="*/ 1149 w 6343"/>
                  <a:gd name="connsiteY5" fmla="*/ 1095 h 6345"/>
                  <a:gd name="connsiteX6" fmla="*/ 220 w 6343"/>
                  <a:gd name="connsiteY6" fmla="*/ 3339 h 6345"/>
                  <a:gd name="connsiteX7" fmla="*/ 1149 w 6343"/>
                  <a:gd name="connsiteY7" fmla="*/ 5582 h 6345"/>
                  <a:gd name="connsiteX8" fmla="*/ 339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1"/>
                    </a:moveTo>
                    <a:cubicBezTo>
                      <a:pt x="4232" y="6511"/>
                      <a:pt x="5039" y="6177"/>
                      <a:pt x="5634" y="5582"/>
                    </a:cubicBezTo>
                    <a:cubicBezTo>
                      <a:pt x="6229" y="4987"/>
                      <a:pt x="6563" y="4180"/>
                      <a:pt x="6563" y="3339"/>
                    </a:cubicBezTo>
                    <a:cubicBezTo>
                      <a:pt x="6563" y="2497"/>
                      <a:pt x="6229" y="1690"/>
                      <a:pt x="5634" y="1095"/>
                    </a:cubicBezTo>
                    <a:cubicBezTo>
                      <a:pt x="5039" y="500"/>
                      <a:pt x="4232" y="166"/>
                      <a:pt x="3391" y="166"/>
                    </a:cubicBezTo>
                    <a:cubicBezTo>
                      <a:pt x="2550" y="166"/>
                      <a:pt x="1744" y="500"/>
                      <a:pt x="1149" y="1095"/>
                    </a:cubicBezTo>
                    <a:cubicBezTo>
                      <a:pt x="554" y="1690"/>
                      <a:pt x="220" y="2497"/>
                      <a:pt x="220" y="3339"/>
                    </a:cubicBezTo>
                    <a:cubicBezTo>
                      <a:pt x="220" y="4180"/>
                      <a:pt x="554" y="4987"/>
                      <a:pt x="1149" y="5582"/>
                    </a:cubicBezTo>
                    <a:cubicBezTo>
                      <a:pt x="1744" y="6177"/>
                      <a:pt x="2550" y="6511"/>
                      <a:pt x="339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82" name="Freeform: Shape 12281">
                <a:extLst>
                  <a:ext uri="{FF2B5EF4-FFF2-40B4-BE49-F238E27FC236}">
                    <a16:creationId xmlns:a16="http://schemas.microsoft.com/office/drawing/2014/main" id="{F6EE42FB-F2FA-29AA-691D-6B7CAE9AF59F}"/>
                  </a:ext>
                </a:extLst>
              </p:cNvPr>
              <p:cNvSpPr/>
              <p:nvPr/>
            </p:nvSpPr>
            <p:spPr>
              <a:xfrm>
                <a:off x="9195078" y="5586723"/>
                <a:ext cx="6343" cy="6345"/>
              </a:xfrm>
              <a:custGeom>
                <a:avLst/>
                <a:gdLst>
                  <a:gd name="connsiteX0" fmla="*/ 3391 w 6343"/>
                  <a:gd name="connsiteY0" fmla="*/ 6511 h 6345"/>
                  <a:gd name="connsiteX1" fmla="*/ 5634 w 6343"/>
                  <a:gd name="connsiteY1" fmla="*/ 5582 h 6345"/>
                  <a:gd name="connsiteX2" fmla="*/ 6563 w 6343"/>
                  <a:gd name="connsiteY2" fmla="*/ 3339 h 6345"/>
                  <a:gd name="connsiteX3" fmla="*/ 5634 w 6343"/>
                  <a:gd name="connsiteY3" fmla="*/ 1095 h 6345"/>
                  <a:gd name="connsiteX4" fmla="*/ 3391 w 6343"/>
                  <a:gd name="connsiteY4" fmla="*/ 166 h 6345"/>
                  <a:gd name="connsiteX5" fmla="*/ 1149 w 6343"/>
                  <a:gd name="connsiteY5" fmla="*/ 1095 h 6345"/>
                  <a:gd name="connsiteX6" fmla="*/ 220 w 6343"/>
                  <a:gd name="connsiteY6" fmla="*/ 3339 h 6345"/>
                  <a:gd name="connsiteX7" fmla="*/ 1149 w 6343"/>
                  <a:gd name="connsiteY7" fmla="*/ 5582 h 6345"/>
                  <a:gd name="connsiteX8" fmla="*/ 339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1"/>
                    </a:moveTo>
                    <a:cubicBezTo>
                      <a:pt x="4232" y="6511"/>
                      <a:pt x="5039" y="6177"/>
                      <a:pt x="5634" y="5582"/>
                    </a:cubicBezTo>
                    <a:cubicBezTo>
                      <a:pt x="6229" y="4987"/>
                      <a:pt x="6563" y="4180"/>
                      <a:pt x="6563" y="3339"/>
                    </a:cubicBezTo>
                    <a:cubicBezTo>
                      <a:pt x="6563" y="2497"/>
                      <a:pt x="6229" y="1690"/>
                      <a:pt x="5634" y="1095"/>
                    </a:cubicBezTo>
                    <a:cubicBezTo>
                      <a:pt x="5039" y="500"/>
                      <a:pt x="4232" y="166"/>
                      <a:pt x="3391" y="166"/>
                    </a:cubicBezTo>
                    <a:cubicBezTo>
                      <a:pt x="2550" y="166"/>
                      <a:pt x="1743" y="500"/>
                      <a:pt x="1149" y="1095"/>
                    </a:cubicBezTo>
                    <a:cubicBezTo>
                      <a:pt x="554" y="1690"/>
                      <a:pt x="220" y="2497"/>
                      <a:pt x="220" y="3339"/>
                    </a:cubicBezTo>
                    <a:cubicBezTo>
                      <a:pt x="220" y="4180"/>
                      <a:pt x="554" y="4987"/>
                      <a:pt x="1149" y="5582"/>
                    </a:cubicBezTo>
                    <a:cubicBezTo>
                      <a:pt x="1743" y="6177"/>
                      <a:pt x="2550" y="6511"/>
                      <a:pt x="339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83" name="Freeform: Shape 12282">
                <a:extLst>
                  <a:ext uri="{FF2B5EF4-FFF2-40B4-BE49-F238E27FC236}">
                    <a16:creationId xmlns:a16="http://schemas.microsoft.com/office/drawing/2014/main" id="{173F7B2A-148E-954D-1CEA-465FEBCA9C0E}"/>
                  </a:ext>
                </a:extLst>
              </p:cNvPr>
              <p:cNvSpPr/>
              <p:nvPr/>
            </p:nvSpPr>
            <p:spPr>
              <a:xfrm>
                <a:off x="9192797" y="5585755"/>
                <a:ext cx="6343" cy="6345"/>
              </a:xfrm>
              <a:custGeom>
                <a:avLst/>
                <a:gdLst>
                  <a:gd name="connsiteX0" fmla="*/ 3391 w 6343"/>
                  <a:gd name="connsiteY0" fmla="*/ 6511 h 6345"/>
                  <a:gd name="connsiteX1" fmla="*/ 5634 w 6343"/>
                  <a:gd name="connsiteY1" fmla="*/ 5582 h 6345"/>
                  <a:gd name="connsiteX2" fmla="*/ 6563 w 6343"/>
                  <a:gd name="connsiteY2" fmla="*/ 3339 h 6345"/>
                  <a:gd name="connsiteX3" fmla="*/ 5634 w 6343"/>
                  <a:gd name="connsiteY3" fmla="*/ 1095 h 6345"/>
                  <a:gd name="connsiteX4" fmla="*/ 3391 w 6343"/>
                  <a:gd name="connsiteY4" fmla="*/ 166 h 6345"/>
                  <a:gd name="connsiteX5" fmla="*/ 1148 w 6343"/>
                  <a:gd name="connsiteY5" fmla="*/ 1095 h 6345"/>
                  <a:gd name="connsiteX6" fmla="*/ 219 w 6343"/>
                  <a:gd name="connsiteY6" fmla="*/ 3339 h 6345"/>
                  <a:gd name="connsiteX7" fmla="*/ 1148 w 6343"/>
                  <a:gd name="connsiteY7" fmla="*/ 5582 h 6345"/>
                  <a:gd name="connsiteX8" fmla="*/ 339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1"/>
                    </a:moveTo>
                    <a:cubicBezTo>
                      <a:pt x="4232" y="6511"/>
                      <a:pt x="5039" y="6177"/>
                      <a:pt x="5634" y="5582"/>
                    </a:cubicBezTo>
                    <a:cubicBezTo>
                      <a:pt x="6228" y="4987"/>
                      <a:pt x="6563" y="4180"/>
                      <a:pt x="6563" y="3339"/>
                    </a:cubicBezTo>
                    <a:cubicBezTo>
                      <a:pt x="6563" y="2497"/>
                      <a:pt x="6228" y="1690"/>
                      <a:pt x="5634" y="1095"/>
                    </a:cubicBezTo>
                    <a:cubicBezTo>
                      <a:pt x="5039" y="500"/>
                      <a:pt x="4232" y="166"/>
                      <a:pt x="3391" y="166"/>
                    </a:cubicBezTo>
                    <a:cubicBezTo>
                      <a:pt x="2550" y="166"/>
                      <a:pt x="1743" y="500"/>
                      <a:pt x="1148" y="1095"/>
                    </a:cubicBezTo>
                    <a:cubicBezTo>
                      <a:pt x="554" y="1690"/>
                      <a:pt x="219" y="2497"/>
                      <a:pt x="219" y="3339"/>
                    </a:cubicBezTo>
                    <a:cubicBezTo>
                      <a:pt x="219" y="4180"/>
                      <a:pt x="554" y="4987"/>
                      <a:pt x="1148" y="5582"/>
                    </a:cubicBezTo>
                    <a:cubicBezTo>
                      <a:pt x="1743" y="6177"/>
                      <a:pt x="2550" y="6511"/>
                      <a:pt x="339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84" name="Freeform: Shape 12283">
                <a:extLst>
                  <a:ext uri="{FF2B5EF4-FFF2-40B4-BE49-F238E27FC236}">
                    <a16:creationId xmlns:a16="http://schemas.microsoft.com/office/drawing/2014/main" id="{3A71185B-4520-96C5-797E-2B7038AAEBA7}"/>
                  </a:ext>
                </a:extLst>
              </p:cNvPr>
              <p:cNvSpPr/>
              <p:nvPr/>
            </p:nvSpPr>
            <p:spPr>
              <a:xfrm>
                <a:off x="9192575" y="5582416"/>
                <a:ext cx="6343" cy="6345"/>
              </a:xfrm>
              <a:custGeom>
                <a:avLst/>
                <a:gdLst>
                  <a:gd name="connsiteX0" fmla="*/ 3391 w 6343"/>
                  <a:gd name="connsiteY0" fmla="*/ 6511 h 6345"/>
                  <a:gd name="connsiteX1" fmla="*/ 5634 w 6343"/>
                  <a:gd name="connsiteY1" fmla="*/ 5582 h 6345"/>
                  <a:gd name="connsiteX2" fmla="*/ 6563 w 6343"/>
                  <a:gd name="connsiteY2" fmla="*/ 3338 h 6345"/>
                  <a:gd name="connsiteX3" fmla="*/ 5634 w 6343"/>
                  <a:gd name="connsiteY3" fmla="*/ 1095 h 6345"/>
                  <a:gd name="connsiteX4" fmla="*/ 3391 w 6343"/>
                  <a:gd name="connsiteY4" fmla="*/ 166 h 6345"/>
                  <a:gd name="connsiteX5" fmla="*/ 1148 w 6343"/>
                  <a:gd name="connsiteY5" fmla="*/ 1095 h 6345"/>
                  <a:gd name="connsiteX6" fmla="*/ 219 w 6343"/>
                  <a:gd name="connsiteY6" fmla="*/ 3338 h 6345"/>
                  <a:gd name="connsiteX7" fmla="*/ 1148 w 6343"/>
                  <a:gd name="connsiteY7" fmla="*/ 5582 h 6345"/>
                  <a:gd name="connsiteX8" fmla="*/ 339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1"/>
                    </a:moveTo>
                    <a:cubicBezTo>
                      <a:pt x="4232" y="6511"/>
                      <a:pt x="5039" y="6177"/>
                      <a:pt x="5634" y="5582"/>
                    </a:cubicBezTo>
                    <a:cubicBezTo>
                      <a:pt x="6228" y="4987"/>
                      <a:pt x="6563" y="4180"/>
                      <a:pt x="6563" y="3338"/>
                    </a:cubicBezTo>
                    <a:cubicBezTo>
                      <a:pt x="6563" y="2497"/>
                      <a:pt x="6228" y="1690"/>
                      <a:pt x="5634" y="1095"/>
                    </a:cubicBezTo>
                    <a:cubicBezTo>
                      <a:pt x="5039" y="500"/>
                      <a:pt x="4232" y="166"/>
                      <a:pt x="3391" y="166"/>
                    </a:cubicBezTo>
                    <a:cubicBezTo>
                      <a:pt x="2550" y="166"/>
                      <a:pt x="1743" y="500"/>
                      <a:pt x="1148" y="1095"/>
                    </a:cubicBezTo>
                    <a:cubicBezTo>
                      <a:pt x="554" y="1690"/>
                      <a:pt x="219" y="2497"/>
                      <a:pt x="219" y="3338"/>
                    </a:cubicBezTo>
                    <a:cubicBezTo>
                      <a:pt x="219" y="4180"/>
                      <a:pt x="554" y="4987"/>
                      <a:pt x="1148" y="5582"/>
                    </a:cubicBezTo>
                    <a:cubicBezTo>
                      <a:pt x="1743" y="6177"/>
                      <a:pt x="2550" y="6511"/>
                      <a:pt x="339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85" name="Freeform: Shape 12284">
                <a:extLst>
                  <a:ext uri="{FF2B5EF4-FFF2-40B4-BE49-F238E27FC236}">
                    <a16:creationId xmlns:a16="http://schemas.microsoft.com/office/drawing/2014/main" id="{F26020A3-3B7C-CCB8-7EF9-D15DDA7E0B35}"/>
                  </a:ext>
                </a:extLst>
              </p:cNvPr>
              <p:cNvSpPr/>
              <p:nvPr/>
            </p:nvSpPr>
            <p:spPr>
              <a:xfrm>
                <a:off x="9191431" y="5580163"/>
                <a:ext cx="6343" cy="6345"/>
              </a:xfrm>
              <a:custGeom>
                <a:avLst/>
                <a:gdLst>
                  <a:gd name="connsiteX0" fmla="*/ 3391 w 6343"/>
                  <a:gd name="connsiteY0" fmla="*/ 6511 h 6345"/>
                  <a:gd name="connsiteX1" fmla="*/ 5634 w 6343"/>
                  <a:gd name="connsiteY1" fmla="*/ 5582 h 6345"/>
                  <a:gd name="connsiteX2" fmla="*/ 6562 w 6343"/>
                  <a:gd name="connsiteY2" fmla="*/ 3338 h 6345"/>
                  <a:gd name="connsiteX3" fmla="*/ 5634 w 6343"/>
                  <a:gd name="connsiteY3" fmla="*/ 1095 h 6345"/>
                  <a:gd name="connsiteX4" fmla="*/ 3391 w 6343"/>
                  <a:gd name="connsiteY4" fmla="*/ 166 h 6345"/>
                  <a:gd name="connsiteX5" fmla="*/ 1148 w 6343"/>
                  <a:gd name="connsiteY5" fmla="*/ 1095 h 6345"/>
                  <a:gd name="connsiteX6" fmla="*/ 219 w 6343"/>
                  <a:gd name="connsiteY6" fmla="*/ 3338 h 6345"/>
                  <a:gd name="connsiteX7" fmla="*/ 1148 w 6343"/>
                  <a:gd name="connsiteY7" fmla="*/ 5582 h 6345"/>
                  <a:gd name="connsiteX8" fmla="*/ 339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1"/>
                    </a:moveTo>
                    <a:cubicBezTo>
                      <a:pt x="4232" y="6511"/>
                      <a:pt x="5039" y="6177"/>
                      <a:pt x="5634" y="5582"/>
                    </a:cubicBezTo>
                    <a:cubicBezTo>
                      <a:pt x="6228" y="4987"/>
                      <a:pt x="6562" y="4180"/>
                      <a:pt x="6562" y="3338"/>
                    </a:cubicBezTo>
                    <a:cubicBezTo>
                      <a:pt x="6562" y="2497"/>
                      <a:pt x="6228" y="1690"/>
                      <a:pt x="5634" y="1095"/>
                    </a:cubicBezTo>
                    <a:cubicBezTo>
                      <a:pt x="5039" y="500"/>
                      <a:pt x="4232" y="166"/>
                      <a:pt x="3391" y="166"/>
                    </a:cubicBezTo>
                    <a:cubicBezTo>
                      <a:pt x="2550" y="166"/>
                      <a:pt x="1743" y="500"/>
                      <a:pt x="1148" y="1095"/>
                    </a:cubicBezTo>
                    <a:cubicBezTo>
                      <a:pt x="554" y="1690"/>
                      <a:pt x="219" y="2497"/>
                      <a:pt x="219" y="3338"/>
                    </a:cubicBezTo>
                    <a:cubicBezTo>
                      <a:pt x="219" y="4180"/>
                      <a:pt x="554" y="4987"/>
                      <a:pt x="1148" y="5582"/>
                    </a:cubicBezTo>
                    <a:cubicBezTo>
                      <a:pt x="1743" y="6177"/>
                      <a:pt x="2550" y="6511"/>
                      <a:pt x="339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86" name="Freeform: Shape 12285">
                <a:extLst>
                  <a:ext uri="{FF2B5EF4-FFF2-40B4-BE49-F238E27FC236}">
                    <a16:creationId xmlns:a16="http://schemas.microsoft.com/office/drawing/2014/main" id="{6F96F1AF-8253-FFD9-695C-BD89ECFBB4A1}"/>
                  </a:ext>
                </a:extLst>
              </p:cNvPr>
              <p:cNvSpPr/>
              <p:nvPr/>
            </p:nvSpPr>
            <p:spPr>
              <a:xfrm>
                <a:off x="9191098" y="5577022"/>
                <a:ext cx="6343" cy="6345"/>
              </a:xfrm>
              <a:custGeom>
                <a:avLst/>
                <a:gdLst>
                  <a:gd name="connsiteX0" fmla="*/ 3391 w 6343"/>
                  <a:gd name="connsiteY0" fmla="*/ 6511 h 6345"/>
                  <a:gd name="connsiteX1" fmla="*/ 5633 w 6343"/>
                  <a:gd name="connsiteY1" fmla="*/ 5581 h 6345"/>
                  <a:gd name="connsiteX2" fmla="*/ 6562 w 6343"/>
                  <a:gd name="connsiteY2" fmla="*/ 3338 h 6345"/>
                  <a:gd name="connsiteX3" fmla="*/ 5633 w 6343"/>
                  <a:gd name="connsiteY3" fmla="*/ 1095 h 6345"/>
                  <a:gd name="connsiteX4" fmla="*/ 3391 w 6343"/>
                  <a:gd name="connsiteY4" fmla="*/ 165 h 6345"/>
                  <a:gd name="connsiteX5" fmla="*/ 1148 w 6343"/>
                  <a:gd name="connsiteY5" fmla="*/ 1095 h 6345"/>
                  <a:gd name="connsiteX6" fmla="*/ 219 w 6343"/>
                  <a:gd name="connsiteY6" fmla="*/ 3338 h 6345"/>
                  <a:gd name="connsiteX7" fmla="*/ 1148 w 6343"/>
                  <a:gd name="connsiteY7" fmla="*/ 5581 h 6345"/>
                  <a:gd name="connsiteX8" fmla="*/ 339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1"/>
                    </a:moveTo>
                    <a:cubicBezTo>
                      <a:pt x="4232" y="6511"/>
                      <a:pt x="5039" y="6176"/>
                      <a:pt x="5633" y="5581"/>
                    </a:cubicBezTo>
                    <a:cubicBezTo>
                      <a:pt x="6228" y="4986"/>
                      <a:pt x="6562" y="4179"/>
                      <a:pt x="6562" y="3338"/>
                    </a:cubicBezTo>
                    <a:cubicBezTo>
                      <a:pt x="6562" y="2497"/>
                      <a:pt x="6228" y="1690"/>
                      <a:pt x="5633" y="1095"/>
                    </a:cubicBezTo>
                    <a:cubicBezTo>
                      <a:pt x="5039" y="500"/>
                      <a:pt x="4232" y="165"/>
                      <a:pt x="3391" y="165"/>
                    </a:cubicBezTo>
                    <a:cubicBezTo>
                      <a:pt x="2550" y="165"/>
                      <a:pt x="1743" y="500"/>
                      <a:pt x="1148" y="1095"/>
                    </a:cubicBezTo>
                    <a:cubicBezTo>
                      <a:pt x="553" y="1690"/>
                      <a:pt x="219" y="2497"/>
                      <a:pt x="219" y="3338"/>
                    </a:cubicBezTo>
                    <a:cubicBezTo>
                      <a:pt x="219" y="4179"/>
                      <a:pt x="553" y="4986"/>
                      <a:pt x="1148" y="5581"/>
                    </a:cubicBezTo>
                    <a:cubicBezTo>
                      <a:pt x="1743" y="6176"/>
                      <a:pt x="2550" y="6511"/>
                      <a:pt x="339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87" name="Freeform: Shape 12286">
                <a:extLst>
                  <a:ext uri="{FF2B5EF4-FFF2-40B4-BE49-F238E27FC236}">
                    <a16:creationId xmlns:a16="http://schemas.microsoft.com/office/drawing/2014/main" id="{0E113D3F-8C72-8685-2ED8-325274857DD1}"/>
                  </a:ext>
                </a:extLst>
              </p:cNvPr>
              <p:cNvSpPr/>
              <p:nvPr/>
            </p:nvSpPr>
            <p:spPr>
              <a:xfrm>
                <a:off x="9189913" y="5574860"/>
                <a:ext cx="6343" cy="6345"/>
              </a:xfrm>
              <a:custGeom>
                <a:avLst/>
                <a:gdLst>
                  <a:gd name="connsiteX0" fmla="*/ 3391 w 6343"/>
                  <a:gd name="connsiteY0" fmla="*/ 6511 h 6345"/>
                  <a:gd name="connsiteX1" fmla="*/ 5633 w 6343"/>
                  <a:gd name="connsiteY1" fmla="*/ 5581 h 6345"/>
                  <a:gd name="connsiteX2" fmla="*/ 6562 w 6343"/>
                  <a:gd name="connsiteY2" fmla="*/ 3338 h 6345"/>
                  <a:gd name="connsiteX3" fmla="*/ 5633 w 6343"/>
                  <a:gd name="connsiteY3" fmla="*/ 1094 h 6345"/>
                  <a:gd name="connsiteX4" fmla="*/ 3391 w 6343"/>
                  <a:gd name="connsiteY4" fmla="*/ 165 h 6345"/>
                  <a:gd name="connsiteX5" fmla="*/ 1148 w 6343"/>
                  <a:gd name="connsiteY5" fmla="*/ 1094 h 6345"/>
                  <a:gd name="connsiteX6" fmla="*/ 219 w 6343"/>
                  <a:gd name="connsiteY6" fmla="*/ 3338 h 6345"/>
                  <a:gd name="connsiteX7" fmla="*/ 1148 w 6343"/>
                  <a:gd name="connsiteY7" fmla="*/ 5581 h 6345"/>
                  <a:gd name="connsiteX8" fmla="*/ 339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1"/>
                    </a:moveTo>
                    <a:cubicBezTo>
                      <a:pt x="4232" y="6511"/>
                      <a:pt x="5039" y="6176"/>
                      <a:pt x="5633" y="5581"/>
                    </a:cubicBezTo>
                    <a:cubicBezTo>
                      <a:pt x="6228" y="4986"/>
                      <a:pt x="6562" y="4179"/>
                      <a:pt x="6562" y="3338"/>
                    </a:cubicBezTo>
                    <a:cubicBezTo>
                      <a:pt x="6562" y="2496"/>
                      <a:pt x="6228" y="1689"/>
                      <a:pt x="5633" y="1094"/>
                    </a:cubicBezTo>
                    <a:cubicBezTo>
                      <a:pt x="5039" y="499"/>
                      <a:pt x="4232" y="165"/>
                      <a:pt x="3391" y="165"/>
                    </a:cubicBezTo>
                    <a:cubicBezTo>
                      <a:pt x="2550" y="165"/>
                      <a:pt x="1743" y="499"/>
                      <a:pt x="1148" y="1094"/>
                    </a:cubicBezTo>
                    <a:cubicBezTo>
                      <a:pt x="553" y="1689"/>
                      <a:pt x="219" y="2496"/>
                      <a:pt x="219" y="3338"/>
                    </a:cubicBezTo>
                    <a:cubicBezTo>
                      <a:pt x="219" y="4179"/>
                      <a:pt x="553" y="4986"/>
                      <a:pt x="1148" y="5581"/>
                    </a:cubicBezTo>
                    <a:cubicBezTo>
                      <a:pt x="1743" y="6176"/>
                      <a:pt x="2550" y="6511"/>
                      <a:pt x="339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88" name="Freeform: Shape 12287">
                <a:extLst>
                  <a:ext uri="{FF2B5EF4-FFF2-40B4-BE49-F238E27FC236}">
                    <a16:creationId xmlns:a16="http://schemas.microsoft.com/office/drawing/2014/main" id="{85C32B48-89A5-FE42-084A-6FEF104ADB04}"/>
                  </a:ext>
                </a:extLst>
              </p:cNvPr>
              <p:cNvSpPr/>
              <p:nvPr/>
            </p:nvSpPr>
            <p:spPr>
              <a:xfrm>
                <a:off x="9188998" y="5572418"/>
                <a:ext cx="6343" cy="6345"/>
              </a:xfrm>
              <a:custGeom>
                <a:avLst/>
                <a:gdLst>
                  <a:gd name="connsiteX0" fmla="*/ 3391 w 6343"/>
                  <a:gd name="connsiteY0" fmla="*/ 6510 h 6345"/>
                  <a:gd name="connsiteX1" fmla="*/ 5633 w 6343"/>
                  <a:gd name="connsiteY1" fmla="*/ 5581 h 6345"/>
                  <a:gd name="connsiteX2" fmla="*/ 6562 w 6343"/>
                  <a:gd name="connsiteY2" fmla="*/ 3338 h 6345"/>
                  <a:gd name="connsiteX3" fmla="*/ 5633 w 6343"/>
                  <a:gd name="connsiteY3" fmla="*/ 1094 h 6345"/>
                  <a:gd name="connsiteX4" fmla="*/ 3391 w 6343"/>
                  <a:gd name="connsiteY4" fmla="*/ 165 h 6345"/>
                  <a:gd name="connsiteX5" fmla="*/ 1148 w 6343"/>
                  <a:gd name="connsiteY5" fmla="*/ 1094 h 6345"/>
                  <a:gd name="connsiteX6" fmla="*/ 219 w 6343"/>
                  <a:gd name="connsiteY6" fmla="*/ 3338 h 6345"/>
                  <a:gd name="connsiteX7" fmla="*/ 1148 w 6343"/>
                  <a:gd name="connsiteY7" fmla="*/ 5581 h 6345"/>
                  <a:gd name="connsiteX8" fmla="*/ 3391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0"/>
                    </a:moveTo>
                    <a:cubicBezTo>
                      <a:pt x="4232" y="6510"/>
                      <a:pt x="5039" y="6176"/>
                      <a:pt x="5633" y="5581"/>
                    </a:cubicBezTo>
                    <a:cubicBezTo>
                      <a:pt x="6228" y="4986"/>
                      <a:pt x="6562" y="4179"/>
                      <a:pt x="6562" y="3338"/>
                    </a:cubicBezTo>
                    <a:cubicBezTo>
                      <a:pt x="6562" y="2496"/>
                      <a:pt x="6228" y="1689"/>
                      <a:pt x="5633" y="1094"/>
                    </a:cubicBezTo>
                    <a:cubicBezTo>
                      <a:pt x="5039" y="499"/>
                      <a:pt x="4232" y="165"/>
                      <a:pt x="3391" y="165"/>
                    </a:cubicBezTo>
                    <a:cubicBezTo>
                      <a:pt x="2550" y="165"/>
                      <a:pt x="1743" y="499"/>
                      <a:pt x="1148" y="1094"/>
                    </a:cubicBezTo>
                    <a:cubicBezTo>
                      <a:pt x="553" y="1689"/>
                      <a:pt x="219" y="2496"/>
                      <a:pt x="219" y="3338"/>
                    </a:cubicBezTo>
                    <a:cubicBezTo>
                      <a:pt x="219" y="4179"/>
                      <a:pt x="553" y="4986"/>
                      <a:pt x="1148" y="5581"/>
                    </a:cubicBezTo>
                    <a:cubicBezTo>
                      <a:pt x="1743" y="6176"/>
                      <a:pt x="2550" y="6510"/>
                      <a:pt x="3391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89" name="Freeform: Shape 12288">
                <a:extLst>
                  <a:ext uri="{FF2B5EF4-FFF2-40B4-BE49-F238E27FC236}">
                    <a16:creationId xmlns:a16="http://schemas.microsoft.com/office/drawing/2014/main" id="{A68EAD2F-21C4-A6B4-737B-CBCCCAB4986C}"/>
                  </a:ext>
                </a:extLst>
              </p:cNvPr>
              <p:cNvSpPr/>
              <p:nvPr/>
            </p:nvSpPr>
            <p:spPr>
              <a:xfrm>
                <a:off x="9187422" y="5570707"/>
                <a:ext cx="6343" cy="6345"/>
              </a:xfrm>
              <a:custGeom>
                <a:avLst/>
                <a:gdLst>
                  <a:gd name="connsiteX0" fmla="*/ 3391 w 6343"/>
                  <a:gd name="connsiteY0" fmla="*/ 6510 h 6345"/>
                  <a:gd name="connsiteX1" fmla="*/ 5633 w 6343"/>
                  <a:gd name="connsiteY1" fmla="*/ 5581 h 6345"/>
                  <a:gd name="connsiteX2" fmla="*/ 6562 w 6343"/>
                  <a:gd name="connsiteY2" fmla="*/ 3337 h 6345"/>
                  <a:gd name="connsiteX3" fmla="*/ 5633 w 6343"/>
                  <a:gd name="connsiteY3" fmla="*/ 1094 h 6345"/>
                  <a:gd name="connsiteX4" fmla="*/ 3391 w 6343"/>
                  <a:gd name="connsiteY4" fmla="*/ 165 h 6345"/>
                  <a:gd name="connsiteX5" fmla="*/ 1148 w 6343"/>
                  <a:gd name="connsiteY5" fmla="*/ 1094 h 6345"/>
                  <a:gd name="connsiteX6" fmla="*/ 219 w 6343"/>
                  <a:gd name="connsiteY6" fmla="*/ 3337 h 6345"/>
                  <a:gd name="connsiteX7" fmla="*/ 1148 w 6343"/>
                  <a:gd name="connsiteY7" fmla="*/ 5581 h 6345"/>
                  <a:gd name="connsiteX8" fmla="*/ 3391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0"/>
                    </a:moveTo>
                    <a:cubicBezTo>
                      <a:pt x="4232" y="6510"/>
                      <a:pt x="5038" y="6176"/>
                      <a:pt x="5633" y="5581"/>
                    </a:cubicBezTo>
                    <a:cubicBezTo>
                      <a:pt x="6228" y="4986"/>
                      <a:pt x="6562" y="4179"/>
                      <a:pt x="6562" y="3337"/>
                    </a:cubicBezTo>
                    <a:cubicBezTo>
                      <a:pt x="6562" y="2496"/>
                      <a:pt x="6228" y="1689"/>
                      <a:pt x="5633" y="1094"/>
                    </a:cubicBezTo>
                    <a:cubicBezTo>
                      <a:pt x="5038" y="499"/>
                      <a:pt x="4232" y="165"/>
                      <a:pt x="3391" y="165"/>
                    </a:cubicBezTo>
                    <a:cubicBezTo>
                      <a:pt x="2549" y="165"/>
                      <a:pt x="1743" y="499"/>
                      <a:pt x="1148" y="1094"/>
                    </a:cubicBezTo>
                    <a:cubicBezTo>
                      <a:pt x="553" y="1689"/>
                      <a:pt x="219" y="2496"/>
                      <a:pt x="219" y="3337"/>
                    </a:cubicBezTo>
                    <a:cubicBezTo>
                      <a:pt x="219" y="4179"/>
                      <a:pt x="553" y="4986"/>
                      <a:pt x="1148" y="5581"/>
                    </a:cubicBezTo>
                    <a:cubicBezTo>
                      <a:pt x="1743" y="6176"/>
                      <a:pt x="2549" y="6510"/>
                      <a:pt x="3391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90" name="Freeform: Shape 12289">
                <a:extLst>
                  <a:ext uri="{FF2B5EF4-FFF2-40B4-BE49-F238E27FC236}">
                    <a16:creationId xmlns:a16="http://schemas.microsoft.com/office/drawing/2014/main" id="{7BD963DB-AC5D-098F-E57C-030FE548CB17}"/>
                  </a:ext>
                </a:extLst>
              </p:cNvPr>
              <p:cNvSpPr/>
              <p:nvPr/>
            </p:nvSpPr>
            <p:spPr>
              <a:xfrm>
                <a:off x="9185602" y="5569262"/>
                <a:ext cx="6343" cy="6345"/>
              </a:xfrm>
              <a:custGeom>
                <a:avLst/>
                <a:gdLst>
                  <a:gd name="connsiteX0" fmla="*/ 3390 w 6343"/>
                  <a:gd name="connsiteY0" fmla="*/ 6510 h 6345"/>
                  <a:gd name="connsiteX1" fmla="*/ 5633 w 6343"/>
                  <a:gd name="connsiteY1" fmla="*/ 5581 h 6345"/>
                  <a:gd name="connsiteX2" fmla="*/ 6562 w 6343"/>
                  <a:gd name="connsiteY2" fmla="*/ 3337 h 6345"/>
                  <a:gd name="connsiteX3" fmla="*/ 5633 w 6343"/>
                  <a:gd name="connsiteY3" fmla="*/ 1094 h 6345"/>
                  <a:gd name="connsiteX4" fmla="*/ 3390 w 6343"/>
                  <a:gd name="connsiteY4" fmla="*/ 165 h 6345"/>
                  <a:gd name="connsiteX5" fmla="*/ 1148 w 6343"/>
                  <a:gd name="connsiteY5" fmla="*/ 1094 h 6345"/>
                  <a:gd name="connsiteX6" fmla="*/ 219 w 6343"/>
                  <a:gd name="connsiteY6" fmla="*/ 3337 h 6345"/>
                  <a:gd name="connsiteX7" fmla="*/ 1148 w 6343"/>
                  <a:gd name="connsiteY7" fmla="*/ 5581 h 6345"/>
                  <a:gd name="connsiteX8" fmla="*/ 339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0"/>
                    </a:moveTo>
                    <a:cubicBezTo>
                      <a:pt x="4232" y="6510"/>
                      <a:pt x="5038" y="6176"/>
                      <a:pt x="5633" y="5581"/>
                    </a:cubicBezTo>
                    <a:cubicBezTo>
                      <a:pt x="6228" y="4986"/>
                      <a:pt x="6562" y="4179"/>
                      <a:pt x="6562" y="3337"/>
                    </a:cubicBezTo>
                    <a:cubicBezTo>
                      <a:pt x="6562" y="2496"/>
                      <a:pt x="6228" y="1689"/>
                      <a:pt x="5633" y="1094"/>
                    </a:cubicBezTo>
                    <a:cubicBezTo>
                      <a:pt x="5038" y="499"/>
                      <a:pt x="4232" y="165"/>
                      <a:pt x="3390" y="165"/>
                    </a:cubicBezTo>
                    <a:cubicBezTo>
                      <a:pt x="2549" y="165"/>
                      <a:pt x="1743" y="499"/>
                      <a:pt x="1148" y="1094"/>
                    </a:cubicBezTo>
                    <a:cubicBezTo>
                      <a:pt x="553" y="1689"/>
                      <a:pt x="219" y="2496"/>
                      <a:pt x="219" y="3337"/>
                    </a:cubicBezTo>
                    <a:cubicBezTo>
                      <a:pt x="219" y="4179"/>
                      <a:pt x="553" y="4986"/>
                      <a:pt x="1148" y="5581"/>
                    </a:cubicBezTo>
                    <a:cubicBezTo>
                      <a:pt x="1743" y="6176"/>
                      <a:pt x="2549" y="6510"/>
                      <a:pt x="339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91" name="Freeform: Shape 12290">
                <a:extLst>
                  <a:ext uri="{FF2B5EF4-FFF2-40B4-BE49-F238E27FC236}">
                    <a16:creationId xmlns:a16="http://schemas.microsoft.com/office/drawing/2014/main" id="{766E8E7A-8EF3-D4DA-EEA2-A581C15DA5C8}"/>
                  </a:ext>
                </a:extLst>
              </p:cNvPr>
              <p:cNvSpPr/>
              <p:nvPr/>
            </p:nvSpPr>
            <p:spPr>
              <a:xfrm>
                <a:off x="9183659" y="5567940"/>
                <a:ext cx="6343" cy="6345"/>
              </a:xfrm>
              <a:custGeom>
                <a:avLst/>
                <a:gdLst>
                  <a:gd name="connsiteX0" fmla="*/ 3390 w 6343"/>
                  <a:gd name="connsiteY0" fmla="*/ 6510 h 6345"/>
                  <a:gd name="connsiteX1" fmla="*/ 5633 w 6343"/>
                  <a:gd name="connsiteY1" fmla="*/ 5581 h 6345"/>
                  <a:gd name="connsiteX2" fmla="*/ 6562 w 6343"/>
                  <a:gd name="connsiteY2" fmla="*/ 3337 h 6345"/>
                  <a:gd name="connsiteX3" fmla="*/ 5633 w 6343"/>
                  <a:gd name="connsiteY3" fmla="*/ 1094 h 6345"/>
                  <a:gd name="connsiteX4" fmla="*/ 3390 w 6343"/>
                  <a:gd name="connsiteY4" fmla="*/ 165 h 6345"/>
                  <a:gd name="connsiteX5" fmla="*/ 1148 w 6343"/>
                  <a:gd name="connsiteY5" fmla="*/ 1094 h 6345"/>
                  <a:gd name="connsiteX6" fmla="*/ 219 w 6343"/>
                  <a:gd name="connsiteY6" fmla="*/ 3337 h 6345"/>
                  <a:gd name="connsiteX7" fmla="*/ 1148 w 6343"/>
                  <a:gd name="connsiteY7" fmla="*/ 5581 h 6345"/>
                  <a:gd name="connsiteX8" fmla="*/ 339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0"/>
                    </a:moveTo>
                    <a:cubicBezTo>
                      <a:pt x="4231" y="6510"/>
                      <a:pt x="5038" y="6176"/>
                      <a:pt x="5633" y="5581"/>
                    </a:cubicBezTo>
                    <a:cubicBezTo>
                      <a:pt x="6228" y="4986"/>
                      <a:pt x="6562" y="4179"/>
                      <a:pt x="6562" y="3337"/>
                    </a:cubicBezTo>
                    <a:cubicBezTo>
                      <a:pt x="6562" y="2496"/>
                      <a:pt x="6228" y="1689"/>
                      <a:pt x="5633" y="1094"/>
                    </a:cubicBezTo>
                    <a:cubicBezTo>
                      <a:pt x="5038" y="499"/>
                      <a:pt x="4231" y="165"/>
                      <a:pt x="3390" y="165"/>
                    </a:cubicBezTo>
                    <a:cubicBezTo>
                      <a:pt x="2549" y="165"/>
                      <a:pt x="1742" y="499"/>
                      <a:pt x="1148" y="1094"/>
                    </a:cubicBezTo>
                    <a:cubicBezTo>
                      <a:pt x="553" y="1689"/>
                      <a:pt x="219" y="2496"/>
                      <a:pt x="219" y="3337"/>
                    </a:cubicBezTo>
                    <a:cubicBezTo>
                      <a:pt x="219" y="4179"/>
                      <a:pt x="553" y="4986"/>
                      <a:pt x="1148" y="5581"/>
                    </a:cubicBezTo>
                    <a:cubicBezTo>
                      <a:pt x="1742" y="6176"/>
                      <a:pt x="2549" y="6510"/>
                      <a:pt x="339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92" name="Freeform: Shape 12291">
                <a:extLst>
                  <a:ext uri="{FF2B5EF4-FFF2-40B4-BE49-F238E27FC236}">
                    <a16:creationId xmlns:a16="http://schemas.microsoft.com/office/drawing/2014/main" id="{BBD6CC3F-4A81-2CA0-9ACD-9B4FB97CD838}"/>
                  </a:ext>
                </a:extLst>
              </p:cNvPr>
              <p:cNvSpPr/>
              <p:nvPr/>
            </p:nvSpPr>
            <p:spPr>
              <a:xfrm>
                <a:off x="9183285" y="5564984"/>
                <a:ext cx="6343" cy="6345"/>
              </a:xfrm>
              <a:custGeom>
                <a:avLst/>
                <a:gdLst>
                  <a:gd name="connsiteX0" fmla="*/ 3390 w 6343"/>
                  <a:gd name="connsiteY0" fmla="*/ 6510 h 6345"/>
                  <a:gd name="connsiteX1" fmla="*/ 5633 w 6343"/>
                  <a:gd name="connsiteY1" fmla="*/ 5580 h 6345"/>
                  <a:gd name="connsiteX2" fmla="*/ 6562 w 6343"/>
                  <a:gd name="connsiteY2" fmla="*/ 3337 h 6345"/>
                  <a:gd name="connsiteX3" fmla="*/ 5633 w 6343"/>
                  <a:gd name="connsiteY3" fmla="*/ 1094 h 6345"/>
                  <a:gd name="connsiteX4" fmla="*/ 3390 w 6343"/>
                  <a:gd name="connsiteY4" fmla="*/ 164 h 6345"/>
                  <a:gd name="connsiteX5" fmla="*/ 1148 w 6343"/>
                  <a:gd name="connsiteY5" fmla="*/ 1094 h 6345"/>
                  <a:gd name="connsiteX6" fmla="*/ 219 w 6343"/>
                  <a:gd name="connsiteY6" fmla="*/ 3337 h 6345"/>
                  <a:gd name="connsiteX7" fmla="*/ 1148 w 6343"/>
                  <a:gd name="connsiteY7" fmla="*/ 5580 h 6345"/>
                  <a:gd name="connsiteX8" fmla="*/ 339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0"/>
                    </a:moveTo>
                    <a:cubicBezTo>
                      <a:pt x="4231" y="6510"/>
                      <a:pt x="5038" y="6175"/>
                      <a:pt x="5633" y="5580"/>
                    </a:cubicBezTo>
                    <a:cubicBezTo>
                      <a:pt x="6228" y="4986"/>
                      <a:pt x="6562" y="4178"/>
                      <a:pt x="6562" y="3337"/>
                    </a:cubicBezTo>
                    <a:cubicBezTo>
                      <a:pt x="6562" y="2496"/>
                      <a:pt x="6228" y="1689"/>
                      <a:pt x="5633" y="1094"/>
                    </a:cubicBezTo>
                    <a:cubicBezTo>
                      <a:pt x="5038" y="499"/>
                      <a:pt x="4231" y="164"/>
                      <a:pt x="3390" y="164"/>
                    </a:cubicBezTo>
                    <a:cubicBezTo>
                      <a:pt x="2549" y="164"/>
                      <a:pt x="1742" y="499"/>
                      <a:pt x="1148" y="1094"/>
                    </a:cubicBezTo>
                    <a:cubicBezTo>
                      <a:pt x="553" y="1689"/>
                      <a:pt x="219" y="2496"/>
                      <a:pt x="219" y="3337"/>
                    </a:cubicBezTo>
                    <a:cubicBezTo>
                      <a:pt x="219" y="4178"/>
                      <a:pt x="553" y="4986"/>
                      <a:pt x="1148" y="5580"/>
                    </a:cubicBezTo>
                    <a:cubicBezTo>
                      <a:pt x="1742" y="6175"/>
                      <a:pt x="2549" y="6510"/>
                      <a:pt x="339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93" name="Freeform: Shape 12292">
                <a:extLst>
                  <a:ext uri="{FF2B5EF4-FFF2-40B4-BE49-F238E27FC236}">
                    <a16:creationId xmlns:a16="http://schemas.microsoft.com/office/drawing/2014/main" id="{50ECB183-6A82-68B6-E027-A4595532F73F}"/>
                  </a:ext>
                </a:extLst>
              </p:cNvPr>
              <p:cNvSpPr/>
              <p:nvPr/>
            </p:nvSpPr>
            <p:spPr>
              <a:xfrm>
                <a:off x="9181410" y="5563600"/>
                <a:ext cx="6343" cy="6345"/>
              </a:xfrm>
              <a:custGeom>
                <a:avLst/>
                <a:gdLst>
                  <a:gd name="connsiteX0" fmla="*/ 3390 w 6343"/>
                  <a:gd name="connsiteY0" fmla="*/ 6510 h 6345"/>
                  <a:gd name="connsiteX1" fmla="*/ 5633 w 6343"/>
                  <a:gd name="connsiteY1" fmla="*/ 5580 h 6345"/>
                  <a:gd name="connsiteX2" fmla="*/ 6562 w 6343"/>
                  <a:gd name="connsiteY2" fmla="*/ 3337 h 6345"/>
                  <a:gd name="connsiteX3" fmla="*/ 5633 w 6343"/>
                  <a:gd name="connsiteY3" fmla="*/ 1093 h 6345"/>
                  <a:gd name="connsiteX4" fmla="*/ 3390 w 6343"/>
                  <a:gd name="connsiteY4" fmla="*/ 164 h 6345"/>
                  <a:gd name="connsiteX5" fmla="*/ 1147 w 6343"/>
                  <a:gd name="connsiteY5" fmla="*/ 1093 h 6345"/>
                  <a:gd name="connsiteX6" fmla="*/ 219 w 6343"/>
                  <a:gd name="connsiteY6" fmla="*/ 3337 h 6345"/>
                  <a:gd name="connsiteX7" fmla="*/ 1147 w 6343"/>
                  <a:gd name="connsiteY7" fmla="*/ 5580 h 6345"/>
                  <a:gd name="connsiteX8" fmla="*/ 339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0"/>
                    </a:moveTo>
                    <a:cubicBezTo>
                      <a:pt x="4231" y="6510"/>
                      <a:pt x="5038" y="6175"/>
                      <a:pt x="5633" y="5580"/>
                    </a:cubicBezTo>
                    <a:cubicBezTo>
                      <a:pt x="6227" y="4985"/>
                      <a:pt x="6562" y="4178"/>
                      <a:pt x="6562" y="3337"/>
                    </a:cubicBezTo>
                    <a:cubicBezTo>
                      <a:pt x="6562" y="2496"/>
                      <a:pt x="6227" y="1688"/>
                      <a:pt x="5633" y="1093"/>
                    </a:cubicBezTo>
                    <a:cubicBezTo>
                      <a:pt x="5038" y="499"/>
                      <a:pt x="4231" y="164"/>
                      <a:pt x="3390" y="164"/>
                    </a:cubicBezTo>
                    <a:cubicBezTo>
                      <a:pt x="2549" y="164"/>
                      <a:pt x="1742" y="499"/>
                      <a:pt x="1147" y="1093"/>
                    </a:cubicBezTo>
                    <a:cubicBezTo>
                      <a:pt x="553" y="1688"/>
                      <a:pt x="219" y="2496"/>
                      <a:pt x="219" y="3337"/>
                    </a:cubicBezTo>
                    <a:cubicBezTo>
                      <a:pt x="219" y="4178"/>
                      <a:pt x="553" y="4985"/>
                      <a:pt x="1147" y="5580"/>
                    </a:cubicBezTo>
                    <a:cubicBezTo>
                      <a:pt x="1742" y="6175"/>
                      <a:pt x="2549" y="6510"/>
                      <a:pt x="339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94" name="Freeform: Shape 12293">
                <a:extLst>
                  <a:ext uri="{FF2B5EF4-FFF2-40B4-BE49-F238E27FC236}">
                    <a16:creationId xmlns:a16="http://schemas.microsoft.com/office/drawing/2014/main" id="{A063E2A5-BEA5-49FA-925A-E6C5C2D0635D}"/>
                  </a:ext>
                </a:extLst>
              </p:cNvPr>
              <p:cNvSpPr/>
              <p:nvPr/>
            </p:nvSpPr>
            <p:spPr>
              <a:xfrm>
                <a:off x="9178619" y="5563137"/>
                <a:ext cx="6343" cy="6345"/>
              </a:xfrm>
              <a:custGeom>
                <a:avLst/>
                <a:gdLst>
                  <a:gd name="connsiteX0" fmla="*/ 3390 w 6343"/>
                  <a:gd name="connsiteY0" fmla="*/ 6510 h 6345"/>
                  <a:gd name="connsiteX1" fmla="*/ 5633 w 6343"/>
                  <a:gd name="connsiteY1" fmla="*/ 5580 h 6345"/>
                  <a:gd name="connsiteX2" fmla="*/ 6561 w 6343"/>
                  <a:gd name="connsiteY2" fmla="*/ 3337 h 6345"/>
                  <a:gd name="connsiteX3" fmla="*/ 5633 w 6343"/>
                  <a:gd name="connsiteY3" fmla="*/ 1093 h 6345"/>
                  <a:gd name="connsiteX4" fmla="*/ 3390 w 6343"/>
                  <a:gd name="connsiteY4" fmla="*/ 164 h 6345"/>
                  <a:gd name="connsiteX5" fmla="*/ 1147 w 6343"/>
                  <a:gd name="connsiteY5" fmla="*/ 1093 h 6345"/>
                  <a:gd name="connsiteX6" fmla="*/ 218 w 6343"/>
                  <a:gd name="connsiteY6" fmla="*/ 3337 h 6345"/>
                  <a:gd name="connsiteX7" fmla="*/ 1147 w 6343"/>
                  <a:gd name="connsiteY7" fmla="*/ 5580 h 6345"/>
                  <a:gd name="connsiteX8" fmla="*/ 339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0"/>
                    </a:moveTo>
                    <a:cubicBezTo>
                      <a:pt x="4231" y="6510"/>
                      <a:pt x="5038" y="6175"/>
                      <a:pt x="5633" y="5580"/>
                    </a:cubicBezTo>
                    <a:cubicBezTo>
                      <a:pt x="6227" y="4985"/>
                      <a:pt x="6561" y="4178"/>
                      <a:pt x="6561" y="3337"/>
                    </a:cubicBezTo>
                    <a:cubicBezTo>
                      <a:pt x="6561" y="2495"/>
                      <a:pt x="6227" y="1688"/>
                      <a:pt x="5633" y="1093"/>
                    </a:cubicBezTo>
                    <a:cubicBezTo>
                      <a:pt x="5038" y="498"/>
                      <a:pt x="4231" y="164"/>
                      <a:pt x="3390" y="164"/>
                    </a:cubicBezTo>
                    <a:cubicBezTo>
                      <a:pt x="2549" y="164"/>
                      <a:pt x="1742" y="498"/>
                      <a:pt x="1147" y="1093"/>
                    </a:cubicBezTo>
                    <a:cubicBezTo>
                      <a:pt x="552" y="1688"/>
                      <a:pt x="218" y="2495"/>
                      <a:pt x="218" y="3337"/>
                    </a:cubicBezTo>
                    <a:cubicBezTo>
                      <a:pt x="218" y="4178"/>
                      <a:pt x="552" y="4985"/>
                      <a:pt x="1147" y="5580"/>
                    </a:cubicBezTo>
                    <a:cubicBezTo>
                      <a:pt x="1742" y="6175"/>
                      <a:pt x="2549" y="6510"/>
                      <a:pt x="339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95" name="Freeform: Shape 12294">
                <a:extLst>
                  <a:ext uri="{FF2B5EF4-FFF2-40B4-BE49-F238E27FC236}">
                    <a16:creationId xmlns:a16="http://schemas.microsoft.com/office/drawing/2014/main" id="{86E75551-6A33-9A79-5153-2F14871BA21C}"/>
                  </a:ext>
                </a:extLst>
              </p:cNvPr>
              <p:cNvSpPr/>
              <p:nvPr/>
            </p:nvSpPr>
            <p:spPr>
              <a:xfrm>
                <a:off x="9175294" y="5563180"/>
                <a:ext cx="6343" cy="6345"/>
              </a:xfrm>
              <a:custGeom>
                <a:avLst/>
                <a:gdLst>
                  <a:gd name="connsiteX0" fmla="*/ 3390 w 6343"/>
                  <a:gd name="connsiteY0" fmla="*/ 6510 h 6345"/>
                  <a:gd name="connsiteX1" fmla="*/ 5632 w 6343"/>
                  <a:gd name="connsiteY1" fmla="*/ 5580 h 6345"/>
                  <a:gd name="connsiteX2" fmla="*/ 6561 w 6343"/>
                  <a:gd name="connsiteY2" fmla="*/ 3337 h 6345"/>
                  <a:gd name="connsiteX3" fmla="*/ 5632 w 6343"/>
                  <a:gd name="connsiteY3" fmla="*/ 1093 h 6345"/>
                  <a:gd name="connsiteX4" fmla="*/ 3390 w 6343"/>
                  <a:gd name="connsiteY4" fmla="*/ 164 h 6345"/>
                  <a:gd name="connsiteX5" fmla="*/ 1147 w 6343"/>
                  <a:gd name="connsiteY5" fmla="*/ 1093 h 6345"/>
                  <a:gd name="connsiteX6" fmla="*/ 218 w 6343"/>
                  <a:gd name="connsiteY6" fmla="*/ 3337 h 6345"/>
                  <a:gd name="connsiteX7" fmla="*/ 1147 w 6343"/>
                  <a:gd name="connsiteY7" fmla="*/ 5580 h 6345"/>
                  <a:gd name="connsiteX8" fmla="*/ 339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0"/>
                    </a:moveTo>
                    <a:cubicBezTo>
                      <a:pt x="4231" y="6510"/>
                      <a:pt x="5037" y="6175"/>
                      <a:pt x="5632" y="5580"/>
                    </a:cubicBezTo>
                    <a:cubicBezTo>
                      <a:pt x="6227" y="4985"/>
                      <a:pt x="6561" y="4178"/>
                      <a:pt x="6561" y="3337"/>
                    </a:cubicBezTo>
                    <a:cubicBezTo>
                      <a:pt x="6561" y="2495"/>
                      <a:pt x="6227" y="1688"/>
                      <a:pt x="5632" y="1093"/>
                    </a:cubicBezTo>
                    <a:cubicBezTo>
                      <a:pt x="5037" y="498"/>
                      <a:pt x="4231" y="164"/>
                      <a:pt x="3390" y="164"/>
                    </a:cubicBezTo>
                    <a:cubicBezTo>
                      <a:pt x="2549" y="164"/>
                      <a:pt x="1742" y="498"/>
                      <a:pt x="1147" y="1093"/>
                    </a:cubicBezTo>
                    <a:cubicBezTo>
                      <a:pt x="552" y="1688"/>
                      <a:pt x="218" y="2495"/>
                      <a:pt x="218" y="3337"/>
                    </a:cubicBezTo>
                    <a:cubicBezTo>
                      <a:pt x="218" y="4178"/>
                      <a:pt x="552" y="4985"/>
                      <a:pt x="1147" y="5580"/>
                    </a:cubicBezTo>
                    <a:cubicBezTo>
                      <a:pt x="1742" y="6175"/>
                      <a:pt x="2549" y="6510"/>
                      <a:pt x="339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96" name="Freeform: Shape 12295">
                <a:extLst>
                  <a:ext uri="{FF2B5EF4-FFF2-40B4-BE49-F238E27FC236}">
                    <a16:creationId xmlns:a16="http://schemas.microsoft.com/office/drawing/2014/main" id="{47999B75-7A8E-6723-55A0-9CB1B2FEF36B}"/>
                  </a:ext>
                </a:extLst>
              </p:cNvPr>
              <p:cNvSpPr/>
              <p:nvPr/>
            </p:nvSpPr>
            <p:spPr>
              <a:xfrm>
                <a:off x="9173781" y="5561391"/>
                <a:ext cx="6343" cy="6345"/>
              </a:xfrm>
              <a:custGeom>
                <a:avLst/>
                <a:gdLst>
                  <a:gd name="connsiteX0" fmla="*/ 3389 w 6343"/>
                  <a:gd name="connsiteY0" fmla="*/ 6509 h 6345"/>
                  <a:gd name="connsiteX1" fmla="*/ 5632 w 6343"/>
                  <a:gd name="connsiteY1" fmla="*/ 5580 h 6345"/>
                  <a:gd name="connsiteX2" fmla="*/ 6561 w 6343"/>
                  <a:gd name="connsiteY2" fmla="*/ 3337 h 6345"/>
                  <a:gd name="connsiteX3" fmla="*/ 5632 w 6343"/>
                  <a:gd name="connsiteY3" fmla="*/ 1093 h 6345"/>
                  <a:gd name="connsiteX4" fmla="*/ 3389 w 6343"/>
                  <a:gd name="connsiteY4" fmla="*/ 164 h 6345"/>
                  <a:gd name="connsiteX5" fmla="*/ 1147 w 6343"/>
                  <a:gd name="connsiteY5" fmla="*/ 1093 h 6345"/>
                  <a:gd name="connsiteX6" fmla="*/ 218 w 6343"/>
                  <a:gd name="connsiteY6" fmla="*/ 3337 h 6345"/>
                  <a:gd name="connsiteX7" fmla="*/ 1147 w 6343"/>
                  <a:gd name="connsiteY7" fmla="*/ 5580 h 6345"/>
                  <a:gd name="connsiteX8" fmla="*/ 3389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9"/>
                    </a:moveTo>
                    <a:cubicBezTo>
                      <a:pt x="4231" y="6509"/>
                      <a:pt x="5037" y="6175"/>
                      <a:pt x="5632" y="5580"/>
                    </a:cubicBezTo>
                    <a:cubicBezTo>
                      <a:pt x="6227" y="4985"/>
                      <a:pt x="6561" y="4178"/>
                      <a:pt x="6561" y="3337"/>
                    </a:cubicBezTo>
                    <a:cubicBezTo>
                      <a:pt x="6561" y="2495"/>
                      <a:pt x="6227" y="1688"/>
                      <a:pt x="5632" y="1093"/>
                    </a:cubicBezTo>
                    <a:cubicBezTo>
                      <a:pt x="5037" y="498"/>
                      <a:pt x="4231" y="164"/>
                      <a:pt x="3389" y="164"/>
                    </a:cubicBezTo>
                    <a:cubicBezTo>
                      <a:pt x="2548" y="164"/>
                      <a:pt x="1742" y="498"/>
                      <a:pt x="1147" y="1093"/>
                    </a:cubicBezTo>
                    <a:cubicBezTo>
                      <a:pt x="552" y="1688"/>
                      <a:pt x="218" y="2495"/>
                      <a:pt x="218" y="3337"/>
                    </a:cubicBezTo>
                    <a:cubicBezTo>
                      <a:pt x="218" y="4178"/>
                      <a:pt x="552" y="4985"/>
                      <a:pt x="1147" y="5580"/>
                    </a:cubicBezTo>
                    <a:cubicBezTo>
                      <a:pt x="1742" y="6175"/>
                      <a:pt x="2548" y="6509"/>
                      <a:pt x="3389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97" name="Freeform: Shape 12296">
                <a:extLst>
                  <a:ext uri="{FF2B5EF4-FFF2-40B4-BE49-F238E27FC236}">
                    <a16:creationId xmlns:a16="http://schemas.microsoft.com/office/drawing/2014/main" id="{DE8F345D-B0C1-82A1-AE58-37C89AF35585}"/>
                  </a:ext>
                </a:extLst>
              </p:cNvPr>
              <p:cNvSpPr/>
              <p:nvPr/>
            </p:nvSpPr>
            <p:spPr>
              <a:xfrm>
                <a:off x="9172146" y="5559725"/>
                <a:ext cx="6343" cy="6345"/>
              </a:xfrm>
              <a:custGeom>
                <a:avLst/>
                <a:gdLst>
                  <a:gd name="connsiteX0" fmla="*/ 3389 w 6343"/>
                  <a:gd name="connsiteY0" fmla="*/ 6509 h 6345"/>
                  <a:gd name="connsiteX1" fmla="*/ 5632 w 6343"/>
                  <a:gd name="connsiteY1" fmla="*/ 5580 h 6345"/>
                  <a:gd name="connsiteX2" fmla="*/ 6561 w 6343"/>
                  <a:gd name="connsiteY2" fmla="*/ 3337 h 6345"/>
                  <a:gd name="connsiteX3" fmla="*/ 5632 w 6343"/>
                  <a:gd name="connsiteY3" fmla="*/ 1093 h 6345"/>
                  <a:gd name="connsiteX4" fmla="*/ 3389 w 6343"/>
                  <a:gd name="connsiteY4" fmla="*/ 164 h 6345"/>
                  <a:gd name="connsiteX5" fmla="*/ 1147 w 6343"/>
                  <a:gd name="connsiteY5" fmla="*/ 1093 h 6345"/>
                  <a:gd name="connsiteX6" fmla="*/ 218 w 6343"/>
                  <a:gd name="connsiteY6" fmla="*/ 3337 h 6345"/>
                  <a:gd name="connsiteX7" fmla="*/ 1147 w 6343"/>
                  <a:gd name="connsiteY7" fmla="*/ 5580 h 6345"/>
                  <a:gd name="connsiteX8" fmla="*/ 3389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9"/>
                    </a:moveTo>
                    <a:cubicBezTo>
                      <a:pt x="4230" y="6509"/>
                      <a:pt x="5037" y="6175"/>
                      <a:pt x="5632" y="5580"/>
                    </a:cubicBezTo>
                    <a:cubicBezTo>
                      <a:pt x="6227" y="4985"/>
                      <a:pt x="6561" y="4178"/>
                      <a:pt x="6561" y="3337"/>
                    </a:cubicBezTo>
                    <a:cubicBezTo>
                      <a:pt x="6561" y="2495"/>
                      <a:pt x="6227" y="1688"/>
                      <a:pt x="5632" y="1093"/>
                    </a:cubicBezTo>
                    <a:cubicBezTo>
                      <a:pt x="5037" y="498"/>
                      <a:pt x="4230" y="164"/>
                      <a:pt x="3389" y="164"/>
                    </a:cubicBezTo>
                    <a:cubicBezTo>
                      <a:pt x="2548" y="164"/>
                      <a:pt x="1741" y="498"/>
                      <a:pt x="1147" y="1093"/>
                    </a:cubicBezTo>
                    <a:cubicBezTo>
                      <a:pt x="552" y="1688"/>
                      <a:pt x="218" y="2495"/>
                      <a:pt x="218" y="3337"/>
                    </a:cubicBezTo>
                    <a:cubicBezTo>
                      <a:pt x="218" y="4178"/>
                      <a:pt x="552" y="4985"/>
                      <a:pt x="1147" y="5580"/>
                    </a:cubicBezTo>
                    <a:cubicBezTo>
                      <a:pt x="1741" y="6175"/>
                      <a:pt x="2548" y="6509"/>
                      <a:pt x="3389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98" name="Freeform: Shape 12297">
                <a:extLst>
                  <a:ext uri="{FF2B5EF4-FFF2-40B4-BE49-F238E27FC236}">
                    <a16:creationId xmlns:a16="http://schemas.microsoft.com/office/drawing/2014/main" id="{98FF9883-1DD1-BC2C-EB57-0A0C39D0C99F}"/>
                  </a:ext>
                </a:extLst>
              </p:cNvPr>
              <p:cNvSpPr/>
              <p:nvPr/>
            </p:nvSpPr>
            <p:spPr>
              <a:xfrm>
                <a:off x="9169442" y="5559090"/>
                <a:ext cx="6343" cy="6345"/>
              </a:xfrm>
              <a:custGeom>
                <a:avLst/>
                <a:gdLst>
                  <a:gd name="connsiteX0" fmla="*/ 3389 w 6343"/>
                  <a:gd name="connsiteY0" fmla="*/ 6509 h 6345"/>
                  <a:gd name="connsiteX1" fmla="*/ 5632 w 6343"/>
                  <a:gd name="connsiteY1" fmla="*/ 5580 h 6345"/>
                  <a:gd name="connsiteX2" fmla="*/ 6561 w 6343"/>
                  <a:gd name="connsiteY2" fmla="*/ 3337 h 6345"/>
                  <a:gd name="connsiteX3" fmla="*/ 5632 w 6343"/>
                  <a:gd name="connsiteY3" fmla="*/ 1093 h 6345"/>
                  <a:gd name="connsiteX4" fmla="*/ 3389 w 6343"/>
                  <a:gd name="connsiteY4" fmla="*/ 164 h 6345"/>
                  <a:gd name="connsiteX5" fmla="*/ 1147 w 6343"/>
                  <a:gd name="connsiteY5" fmla="*/ 1093 h 6345"/>
                  <a:gd name="connsiteX6" fmla="*/ 218 w 6343"/>
                  <a:gd name="connsiteY6" fmla="*/ 3337 h 6345"/>
                  <a:gd name="connsiteX7" fmla="*/ 1147 w 6343"/>
                  <a:gd name="connsiteY7" fmla="*/ 5580 h 6345"/>
                  <a:gd name="connsiteX8" fmla="*/ 3389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9"/>
                    </a:moveTo>
                    <a:cubicBezTo>
                      <a:pt x="4230" y="6509"/>
                      <a:pt x="5037" y="6175"/>
                      <a:pt x="5632" y="5580"/>
                    </a:cubicBezTo>
                    <a:cubicBezTo>
                      <a:pt x="6227" y="4985"/>
                      <a:pt x="6561" y="4178"/>
                      <a:pt x="6561" y="3337"/>
                    </a:cubicBezTo>
                    <a:cubicBezTo>
                      <a:pt x="6561" y="2495"/>
                      <a:pt x="6227" y="1688"/>
                      <a:pt x="5632" y="1093"/>
                    </a:cubicBezTo>
                    <a:cubicBezTo>
                      <a:pt x="5037" y="498"/>
                      <a:pt x="4230" y="164"/>
                      <a:pt x="3389" y="164"/>
                    </a:cubicBezTo>
                    <a:cubicBezTo>
                      <a:pt x="2548" y="164"/>
                      <a:pt x="1741" y="498"/>
                      <a:pt x="1147" y="1093"/>
                    </a:cubicBezTo>
                    <a:cubicBezTo>
                      <a:pt x="552" y="1688"/>
                      <a:pt x="218" y="2495"/>
                      <a:pt x="218" y="3337"/>
                    </a:cubicBezTo>
                    <a:cubicBezTo>
                      <a:pt x="218" y="4178"/>
                      <a:pt x="552" y="4985"/>
                      <a:pt x="1147" y="5580"/>
                    </a:cubicBezTo>
                    <a:cubicBezTo>
                      <a:pt x="1741" y="6175"/>
                      <a:pt x="2548" y="6509"/>
                      <a:pt x="3389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299" name="Freeform: Shape 12298">
                <a:extLst>
                  <a:ext uri="{FF2B5EF4-FFF2-40B4-BE49-F238E27FC236}">
                    <a16:creationId xmlns:a16="http://schemas.microsoft.com/office/drawing/2014/main" id="{55B39AB1-5D4C-C039-A395-76C19E1892A6}"/>
                  </a:ext>
                </a:extLst>
              </p:cNvPr>
              <p:cNvSpPr/>
              <p:nvPr/>
            </p:nvSpPr>
            <p:spPr>
              <a:xfrm>
                <a:off x="9167504" y="5557699"/>
                <a:ext cx="6343" cy="6345"/>
              </a:xfrm>
              <a:custGeom>
                <a:avLst/>
                <a:gdLst>
                  <a:gd name="connsiteX0" fmla="*/ 3389 w 6343"/>
                  <a:gd name="connsiteY0" fmla="*/ 6509 h 6345"/>
                  <a:gd name="connsiteX1" fmla="*/ 5632 w 6343"/>
                  <a:gd name="connsiteY1" fmla="*/ 5580 h 6345"/>
                  <a:gd name="connsiteX2" fmla="*/ 6561 w 6343"/>
                  <a:gd name="connsiteY2" fmla="*/ 3336 h 6345"/>
                  <a:gd name="connsiteX3" fmla="*/ 5632 w 6343"/>
                  <a:gd name="connsiteY3" fmla="*/ 1093 h 6345"/>
                  <a:gd name="connsiteX4" fmla="*/ 3389 w 6343"/>
                  <a:gd name="connsiteY4" fmla="*/ 164 h 6345"/>
                  <a:gd name="connsiteX5" fmla="*/ 1146 w 6343"/>
                  <a:gd name="connsiteY5" fmla="*/ 1093 h 6345"/>
                  <a:gd name="connsiteX6" fmla="*/ 217 w 6343"/>
                  <a:gd name="connsiteY6" fmla="*/ 3336 h 6345"/>
                  <a:gd name="connsiteX7" fmla="*/ 1146 w 6343"/>
                  <a:gd name="connsiteY7" fmla="*/ 5580 h 6345"/>
                  <a:gd name="connsiteX8" fmla="*/ 3389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9"/>
                    </a:moveTo>
                    <a:cubicBezTo>
                      <a:pt x="4230" y="6509"/>
                      <a:pt x="5037" y="6175"/>
                      <a:pt x="5632" y="5580"/>
                    </a:cubicBezTo>
                    <a:cubicBezTo>
                      <a:pt x="6226" y="4985"/>
                      <a:pt x="6561" y="4178"/>
                      <a:pt x="6561" y="3336"/>
                    </a:cubicBezTo>
                    <a:cubicBezTo>
                      <a:pt x="6561" y="2495"/>
                      <a:pt x="6226" y="1688"/>
                      <a:pt x="5632" y="1093"/>
                    </a:cubicBezTo>
                    <a:cubicBezTo>
                      <a:pt x="5037" y="498"/>
                      <a:pt x="4230" y="164"/>
                      <a:pt x="3389" y="164"/>
                    </a:cubicBezTo>
                    <a:cubicBezTo>
                      <a:pt x="2548" y="164"/>
                      <a:pt x="1741" y="498"/>
                      <a:pt x="1146" y="1093"/>
                    </a:cubicBezTo>
                    <a:cubicBezTo>
                      <a:pt x="552" y="1688"/>
                      <a:pt x="217" y="2495"/>
                      <a:pt x="217" y="3336"/>
                    </a:cubicBezTo>
                    <a:cubicBezTo>
                      <a:pt x="217" y="4178"/>
                      <a:pt x="552" y="4985"/>
                      <a:pt x="1146" y="5580"/>
                    </a:cubicBezTo>
                    <a:cubicBezTo>
                      <a:pt x="1741" y="6175"/>
                      <a:pt x="2548" y="6509"/>
                      <a:pt x="3389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00" name="Freeform: Shape 12299">
                <a:extLst>
                  <a:ext uri="{FF2B5EF4-FFF2-40B4-BE49-F238E27FC236}">
                    <a16:creationId xmlns:a16="http://schemas.microsoft.com/office/drawing/2014/main" id="{217B2B5D-3973-1DAF-CE49-1FB2596E0BE7}"/>
                  </a:ext>
                </a:extLst>
              </p:cNvPr>
              <p:cNvSpPr/>
              <p:nvPr/>
            </p:nvSpPr>
            <p:spPr>
              <a:xfrm>
                <a:off x="9166620" y="5555310"/>
                <a:ext cx="6343" cy="6345"/>
              </a:xfrm>
              <a:custGeom>
                <a:avLst/>
                <a:gdLst>
                  <a:gd name="connsiteX0" fmla="*/ 3389 w 6343"/>
                  <a:gd name="connsiteY0" fmla="*/ 6509 h 6345"/>
                  <a:gd name="connsiteX1" fmla="*/ 5632 w 6343"/>
                  <a:gd name="connsiteY1" fmla="*/ 5580 h 6345"/>
                  <a:gd name="connsiteX2" fmla="*/ 6560 w 6343"/>
                  <a:gd name="connsiteY2" fmla="*/ 3336 h 6345"/>
                  <a:gd name="connsiteX3" fmla="*/ 5632 w 6343"/>
                  <a:gd name="connsiteY3" fmla="*/ 1093 h 6345"/>
                  <a:gd name="connsiteX4" fmla="*/ 3389 w 6343"/>
                  <a:gd name="connsiteY4" fmla="*/ 164 h 6345"/>
                  <a:gd name="connsiteX5" fmla="*/ 1146 w 6343"/>
                  <a:gd name="connsiteY5" fmla="*/ 1093 h 6345"/>
                  <a:gd name="connsiteX6" fmla="*/ 217 w 6343"/>
                  <a:gd name="connsiteY6" fmla="*/ 3336 h 6345"/>
                  <a:gd name="connsiteX7" fmla="*/ 1146 w 6343"/>
                  <a:gd name="connsiteY7" fmla="*/ 5580 h 6345"/>
                  <a:gd name="connsiteX8" fmla="*/ 3389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9"/>
                    </a:moveTo>
                    <a:cubicBezTo>
                      <a:pt x="4230" y="6509"/>
                      <a:pt x="5037" y="6175"/>
                      <a:pt x="5632" y="5580"/>
                    </a:cubicBezTo>
                    <a:cubicBezTo>
                      <a:pt x="6226" y="4985"/>
                      <a:pt x="6560" y="4178"/>
                      <a:pt x="6560" y="3336"/>
                    </a:cubicBezTo>
                    <a:cubicBezTo>
                      <a:pt x="6560" y="2495"/>
                      <a:pt x="6226" y="1688"/>
                      <a:pt x="5632" y="1093"/>
                    </a:cubicBezTo>
                    <a:cubicBezTo>
                      <a:pt x="5037" y="498"/>
                      <a:pt x="4230" y="164"/>
                      <a:pt x="3389" y="164"/>
                    </a:cubicBezTo>
                    <a:cubicBezTo>
                      <a:pt x="2548" y="164"/>
                      <a:pt x="1741" y="498"/>
                      <a:pt x="1146" y="1093"/>
                    </a:cubicBezTo>
                    <a:cubicBezTo>
                      <a:pt x="552" y="1688"/>
                      <a:pt x="217" y="2495"/>
                      <a:pt x="217" y="3336"/>
                    </a:cubicBezTo>
                    <a:cubicBezTo>
                      <a:pt x="217" y="4178"/>
                      <a:pt x="552" y="4985"/>
                      <a:pt x="1146" y="5580"/>
                    </a:cubicBezTo>
                    <a:cubicBezTo>
                      <a:pt x="1741" y="6175"/>
                      <a:pt x="2548" y="6509"/>
                      <a:pt x="3389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01" name="Freeform: Shape 12300">
                <a:extLst>
                  <a:ext uri="{FF2B5EF4-FFF2-40B4-BE49-F238E27FC236}">
                    <a16:creationId xmlns:a16="http://schemas.microsoft.com/office/drawing/2014/main" id="{A220279C-B019-313B-CB84-AD939513AAA0}"/>
                  </a:ext>
                </a:extLst>
              </p:cNvPr>
              <p:cNvSpPr/>
              <p:nvPr/>
            </p:nvSpPr>
            <p:spPr>
              <a:xfrm>
                <a:off x="9164702" y="5553898"/>
                <a:ext cx="6343" cy="6345"/>
              </a:xfrm>
              <a:custGeom>
                <a:avLst/>
                <a:gdLst>
                  <a:gd name="connsiteX0" fmla="*/ 3389 w 6343"/>
                  <a:gd name="connsiteY0" fmla="*/ 6509 h 6345"/>
                  <a:gd name="connsiteX1" fmla="*/ 5631 w 6343"/>
                  <a:gd name="connsiteY1" fmla="*/ 5580 h 6345"/>
                  <a:gd name="connsiteX2" fmla="*/ 6560 w 6343"/>
                  <a:gd name="connsiteY2" fmla="*/ 3336 h 6345"/>
                  <a:gd name="connsiteX3" fmla="*/ 5631 w 6343"/>
                  <a:gd name="connsiteY3" fmla="*/ 1093 h 6345"/>
                  <a:gd name="connsiteX4" fmla="*/ 3389 w 6343"/>
                  <a:gd name="connsiteY4" fmla="*/ 163 h 6345"/>
                  <a:gd name="connsiteX5" fmla="*/ 1146 w 6343"/>
                  <a:gd name="connsiteY5" fmla="*/ 1093 h 6345"/>
                  <a:gd name="connsiteX6" fmla="*/ 217 w 6343"/>
                  <a:gd name="connsiteY6" fmla="*/ 3336 h 6345"/>
                  <a:gd name="connsiteX7" fmla="*/ 1146 w 6343"/>
                  <a:gd name="connsiteY7" fmla="*/ 5580 h 6345"/>
                  <a:gd name="connsiteX8" fmla="*/ 3389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9"/>
                    </a:moveTo>
                    <a:cubicBezTo>
                      <a:pt x="4230" y="6509"/>
                      <a:pt x="5037" y="6175"/>
                      <a:pt x="5631" y="5580"/>
                    </a:cubicBezTo>
                    <a:cubicBezTo>
                      <a:pt x="6226" y="4985"/>
                      <a:pt x="6560" y="4178"/>
                      <a:pt x="6560" y="3336"/>
                    </a:cubicBezTo>
                    <a:cubicBezTo>
                      <a:pt x="6560" y="2495"/>
                      <a:pt x="6226" y="1688"/>
                      <a:pt x="5631" y="1093"/>
                    </a:cubicBezTo>
                    <a:cubicBezTo>
                      <a:pt x="5037" y="498"/>
                      <a:pt x="4230" y="163"/>
                      <a:pt x="3389" y="163"/>
                    </a:cubicBezTo>
                    <a:cubicBezTo>
                      <a:pt x="2548" y="163"/>
                      <a:pt x="1741" y="498"/>
                      <a:pt x="1146" y="1093"/>
                    </a:cubicBezTo>
                    <a:cubicBezTo>
                      <a:pt x="551" y="1688"/>
                      <a:pt x="217" y="2495"/>
                      <a:pt x="217" y="3336"/>
                    </a:cubicBezTo>
                    <a:cubicBezTo>
                      <a:pt x="217" y="4178"/>
                      <a:pt x="551" y="4985"/>
                      <a:pt x="1146" y="5580"/>
                    </a:cubicBezTo>
                    <a:cubicBezTo>
                      <a:pt x="1741" y="6175"/>
                      <a:pt x="2548" y="6509"/>
                      <a:pt x="3389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02" name="Freeform: Shape 12301">
                <a:extLst>
                  <a:ext uri="{FF2B5EF4-FFF2-40B4-BE49-F238E27FC236}">
                    <a16:creationId xmlns:a16="http://schemas.microsoft.com/office/drawing/2014/main" id="{87034D21-7E8F-47DC-8EC6-F9E02160E195}"/>
                  </a:ext>
                </a:extLst>
              </p:cNvPr>
              <p:cNvSpPr/>
              <p:nvPr/>
            </p:nvSpPr>
            <p:spPr>
              <a:xfrm>
                <a:off x="9162745" y="5552514"/>
                <a:ext cx="6343" cy="6345"/>
              </a:xfrm>
              <a:custGeom>
                <a:avLst/>
                <a:gdLst>
                  <a:gd name="connsiteX0" fmla="*/ 3389 w 6343"/>
                  <a:gd name="connsiteY0" fmla="*/ 6509 h 6345"/>
                  <a:gd name="connsiteX1" fmla="*/ 5631 w 6343"/>
                  <a:gd name="connsiteY1" fmla="*/ 5580 h 6345"/>
                  <a:gd name="connsiteX2" fmla="*/ 6560 w 6343"/>
                  <a:gd name="connsiteY2" fmla="*/ 3336 h 6345"/>
                  <a:gd name="connsiteX3" fmla="*/ 5631 w 6343"/>
                  <a:gd name="connsiteY3" fmla="*/ 1093 h 6345"/>
                  <a:gd name="connsiteX4" fmla="*/ 3389 w 6343"/>
                  <a:gd name="connsiteY4" fmla="*/ 163 h 6345"/>
                  <a:gd name="connsiteX5" fmla="*/ 1146 w 6343"/>
                  <a:gd name="connsiteY5" fmla="*/ 1093 h 6345"/>
                  <a:gd name="connsiteX6" fmla="*/ 217 w 6343"/>
                  <a:gd name="connsiteY6" fmla="*/ 3336 h 6345"/>
                  <a:gd name="connsiteX7" fmla="*/ 1146 w 6343"/>
                  <a:gd name="connsiteY7" fmla="*/ 5580 h 6345"/>
                  <a:gd name="connsiteX8" fmla="*/ 3389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9"/>
                    </a:moveTo>
                    <a:cubicBezTo>
                      <a:pt x="4230" y="6509"/>
                      <a:pt x="5036" y="6174"/>
                      <a:pt x="5631" y="5580"/>
                    </a:cubicBezTo>
                    <a:cubicBezTo>
                      <a:pt x="6226" y="4985"/>
                      <a:pt x="6560" y="4177"/>
                      <a:pt x="6560" y="3336"/>
                    </a:cubicBezTo>
                    <a:cubicBezTo>
                      <a:pt x="6560" y="2495"/>
                      <a:pt x="6226" y="1688"/>
                      <a:pt x="5631" y="1093"/>
                    </a:cubicBezTo>
                    <a:cubicBezTo>
                      <a:pt x="5036" y="498"/>
                      <a:pt x="4230" y="163"/>
                      <a:pt x="3389" y="163"/>
                    </a:cubicBezTo>
                    <a:cubicBezTo>
                      <a:pt x="2548" y="163"/>
                      <a:pt x="1741" y="498"/>
                      <a:pt x="1146" y="1093"/>
                    </a:cubicBezTo>
                    <a:cubicBezTo>
                      <a:pt x="551" y="1688"/>
                      <a:pt x="217" y="2495"/>
                      <a:pt x="217" y="3336"/>
                    </a:cubicBezTo>
                    <a:cubicBezTo>
                      <a:pt x="217" y="4177"/>
                      <a:pt x="551" y="4985"/>
                      <a:pt x="1146" y="5580"/>
                    </a:cubicBezTo>
                    <a:cubicBezTo>
                      <a:pt x="1741" y="6174"/>
                      <a:pt x="2548" y="6509"/>
                      <a:pt x="3389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03" name="Freeform: Shape 12302">
                <a:extLst>
                  <a:ext uri="{FF2B5EF4-FFF2-40B4-BE49-F238E27FC236}">
                    <a16:creationId xmlns:a16="http://schemas.microsoft.com/office/drawing/2014/main" id="{6312EF9F-9794-CFDE-7061-F8EA4CC55456}"/>
                  </a:ext>
                </a:extLst>
              </p:cNvPr>
              <p:cNvSpPr/>
              <p:nvPr/>
            </p:nvSpPr>
            <p:spPr>
              <a:xfrm>
                <a:off x="9160100" y="5551746"/>
                <a:ext cx="6343" cy="6345"/>
              </a:xfrm>
              <a:custGeom>
                <a:avLst/>
                <a:gdLst>
                  <a:gd name="connsiteX0" fmla="*/ 3388 w 6343"/>
                  <a:gd name="connsiteY0" fmla="*/ 6509 h 6345"/>
                  <a:gd name="connsiteX1" fmla="*/ 5631 w 6343"/>
                  <a:gd name="connsiteY1" fmla="*/ 5579 h 6345"/>
                  <a:gd name="connsiteX2" fmla="*/ 6560 w 6343"/>
                  <a:gd name="connsiteY2" fmla="*/ 3336 h 6345"/>
                  <a:gd name="connsiteX3" fmla="*/ 5631 w 6343"/>
                  <a:gd name="connsiteY3" fmla="*/ 1093 h 6345"/>
                  <a:gd name="connsiteX4" fmla="*/ 3388 w 6343"/>
                  <a:gd name="connsiteY4" fmla="*/ 163 h 6345"/>
                  <a:gd name="connsiteX5" fmla="*/ 1146 w 6343"/>
                  <a:gd name="connsiteY5" fmla="*/ 1093 h 6345"/>
                  <a:gd name="connsiteX6" fmla="*/ 217 w 6343"/>
                  <a:gd name="connsiteY6" fmla="*/ 3336 h 6345"/>
                  <a:gd name="connsiteX7" fmla="*/ 1146 w 6343"/>
                  <a:gd name="connsiteY7" fmla="*/ 5579 h 6345"/>
                  <a:gd name="connsiteX8" fmla="*/ 3388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9"/>
                    </a:moveTo>
                    <a:cubicBezTo>
                      <a:pt x="4230" y="6509"/>
                      <a:pt x="5036" y="6174"/>
                      <a:pt x="5631" y="5579"/>
                    </a:cubicBezTo>
                    <a:cubicBezTo>
                      <a:pt x="6226" y="4984"/>
                      <a:pt x="6560" y="4177"/>
                      <a:pt x="6560" y="3336"/>
                    </a:cubicBezTo>
                    <a:cubicBezTo>
                      <a:pt x="6560" y="2495"/>
                      <a:pt x="6226" y="1688"/>
                      <a:pt x="5631" y="1093"/>
                    </a:cubicBezTo>
                    <a:cubicBezTo>
                      <a:pt x="5036" y="498"/>
                      <a:pt x="4230" y="163"/>
                      <a:pt x="3388" y="163"/>
                    </a:cubicBezTo>
                    <a:cubicBezTo>
                      <a:pt x="2547" y="163"/>
                      <a:pt x="1741" y="498"/>
                      <a:pt x="1146" y="1093"/>
                    </a:cubicBezTo>
                    <a:cubicBezTo>
                      <a:pt x="551" y="1688"/>
                      <a:pt x="217" y="2495"/>
                      <a:pt x="217" y="3336"/>
                    </a:cubicBezTo>
                    <a:cubicBezTo>
                      <a:pt x="217" y="4177"/>
                      <a:pt x="551" y="4984"/>
                      <a:pt x="1146" y="5579"/>
                    </a:cubicBezTo>
                    <a:cubicBezTo>
                      <a:pt x="1741" y="6174"/>
                      <a:pt x="2547" y="6509"/>
                      <a:pt x="3388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04" name="Freeform: Shape 12303">
                <a:extLst>
                  <a:ext uri="{FF2B5EF4-FFF2-40B4-BE49-F238E27FC236}">
                    <a16:creationId xmlns:a16="http://schemas.microsoft.com/office/drawing/2014/main" id="{22759DC6-1D41-B5AF-09A4-FCDB8FEF51C5}"/>
                  </a:ext>
                </a:extLst>
              </p:cNvPr>
              <p:cNvSpPr/>
              <p:nvPr/>
            </p:nvSpPr>
            <p:spPr>
              <a:xfrm>
                <a:off x="9159595" y="5549037"/>
                <a:ext cx="6343" cy="6345"/>
              </a:xfrm>
              <a:custGeom>
                <a:avLst/>
                <a:gdLst>
                  <a:gd name="connsiteX0" fmla="*/ 3388 w 6343"/>
                  <a:gd name="connsiteY0" fmla="*/ 6508 h 6345"/>
                  <a:gd name="connsiteX1" fmla="*/ 5631 w 6343"/>
                  <a:gd name="connsiteY1" fmla="*/ 5579 h 6345"/>
                  <a:gd name="connsiteX2" fmla="*/ 6560 w 6343"/>
                  <a:gd name="connsiteY2" fmla="*/ 3336 h 6345"/>
                  <a:gd name="connsiteX3" fmla="*/ 5631 w 6343"/>
                  <a:gd name="connsiteY3" fmla="*/ 1092 h 6345"/>
                  <a:gd name="connsiteX4" fmla="*/ 3388 w 6343"/>
                  <a:gd name="connsiteY4" fmla="*/ 163 h 6345"/>
                  <a:gd name="connsiteX5" fmla="*/ 1146 w 6343"/>
                  <a:gd name="connsiteY5" fmla="*/ 1092 h 6345"/>
                  <a:gd name="connsiteX6" fmla="*/ 217 w 6343"/>
                  <a:gd name="connsiteY6" fmla="*/ 3336 h 6345"/>
                  <a:gd name="connsiteX7" fmla="*/ 1146 w 6343"/>
                  <a:gd name="connsiteY7" fmla="*/ 5579 h 6345"/>
                  <a:gd name="connsiteX8" fmla="*/ 3388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8"/>
                    </a:moveTo>
                    <a:cubicBezTo>
                      <a:pt x="4229" y="6508"/>
                      <a:pt x="5036" y="6174"/>
                      <a:pt x="5631" y="5579"/>
                    </a:cubicBezTo>
                    <a:cubicBezTo>
                      <a:pt x="6226" y="4984"/>
                      <a:pt x="6560" y="4177"/>
                      <a:pt x="6560" y="3336"/>
                    </a:cubicBezTo>
                    <a:cubicBezTo>
                      <a:pt x="6560" y="2494"/>
                      <a:pt x="6226" y="1687"/>
                      <a:pt x="5631" y="1092"/>
                    </a:cubicBezTo>
                    <a:cubicBezTo>
                      <a:pt x="5036" y="497"/>
                      <a:pt x="4229" y="163"/>
                      <a:pt x="3388" y="163"/>
                    </a:cubicBezTo>
                    <a:cubicBezTo>
                      <a:pt x="2547" y="163"/>
                      <a:pt x="1740" y="497"/>
                      <a:pt x="1146" y="1092"/>
                    </a:cubicBezTo>
                    <a:cubicBezTo>
                      <a:pt x="551" y="1687"/>
                      <a:pt x="217" y="2494"/>
                      <a:pt x="217" y="3336"/>
                    </a:cubicBezTo>
                    <a:cubicBezTo>
                      <a:pt x="217" y="4177"/>
                      <a:pt x="551" y="4984"/>
                      <a:pt x="1146" y="5579"/>
                    </a:cubicBezTo>
                    <a:cubicBezTo>
                      <a:pt x="1740" y="6174"/>
                      <a:pt x="2547" y="6508"/>
                      <a:pt x="3388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05" name="Freeform: Shape 12304">
                <a:extLst>
                  <a:ext uri="{FF2B5EF4-FFF2-40B4-BE49-F238E27FC236}">
                    <a16:creationId xmlns:a16="http://schemas.microsoft.com/office/drawing/2014/main" id="{EA3FEE5B-7428-0925-BA26-B65A89F72449}"/>
                  </a:ext>
                </a:extLst>
              </p:cNvPr>
              <p:cNvSpPr/>
              <p:nvPr/>
            </p:nvSpPr>
            <p:spPr>
              <a:xfrm>
                <a:off x="9156585" y="5548568"/>
                <a:ext cx="6343" cy="6345"/>
              </a:xfrm>
              <a:custGeom>
                <a:avLst/>
                <a:gdLst>
                  <a:gd name="connsiteX0" fmla="*/ 3388 w 6343"/>
                  <a:gd name="connsiteY0" fmla="*/ 6508 h 6345"/>
                  <a:gd name="connsiteX1" fmla="*/ 5631 w 6343"/>
                  <a:gd name="connsiteY1" fmla="*/ 5579 h 6345"/>
                  <a:gd name="connsiteX2" fmla="*/ 6560 w 6343"/>
                  <a:gd name="connsiteY2" fmla="*/ 3336 h 6345"/>
                  <a:gd name="connsiteX3" fmla="*/ 5631 w 6343"/>
                  <a:gd name="connsiteY3" fmla="*/ 1092 h 6345"/>
                  <a:gd name="connsiteX4" fmla="*/ 3388 w 6343"/>
                  <a:gd name="connsiteY4" fmla="*/ 163 h 6345"/>
                  <a:gd name="connsiteX5" fmla="*/ 1146 w 6343"/>
                  <a:gd name="connsiteY5" fmla="*/ 1092 h 6345"/>
                  <a:gd name="connsiteX6" fmla="*/ 217 w 6343"/>
                  <a:gd name="connsiteY6" fmla="*/ 3336 h 6345"/>
                  <a:gd name="connsiteX7" fmla="*/ 1146 w 6343"/>
                  <a:gd name="connsiteY7" fmla="*/ 5579 h 6345"/>
                  <a:gd name="connsiteX8" fmla="*/ 3388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8"/>
                    </a:moveTo>
                    <a:cubicBezTo>
                      <a:pt x="4229" y="6508"/>
                      <a:pt x="5036" y="6174"/>
                      <a:pt x="5631" y="5579"/>
                    </a:cubicBezTo>
                    <a:cubicBezTo>
                      <a:pt x="6226" y="4984"/>
                      <a:pt x="6560" y="4177"/>
                      <a:pt x="6560" y="3336"/>
                    </a:cubicBezTo>
                    <a:cubicBezTo>
                      <a:pt x="6560" y="2494"/>
                      <a:pt x="6226" y="1687"/>
                      <a:pt x="5631" y="1092"/>
                    </a:cubicBezTo>
                    <a:cubicBezTo>
                      <a:pt x="5036" y="497"/>
                      <a:pt x="4229" y="163"/>
                      <a:pt x="3388" y="163"/>
                    </a:cubicBezTo>
                    <a:cubicBezTo>
                      <a:pt x="2547" y="163"/>
                      <a:pt x="1740" y="497"/>
                      <a:pt x="1146" y="1092"/>
                    </a:cubicBezTo>
                    <a:cubicBezTo>
                      <a:pt x="551" y="1687"/>
                      <a:pt x="217" y="2494"/>
                      <a:pt x="217" y="3336"/>
                    </a:cubicBezTo>
                    <a:cubicBezTo>
                      <a:pt x="217" y="4177"/>
                      <a:pt x="551" y="4984"/>
                      <a:pt x="1146" y="5579"/>
                    </a:cubicBezTo>
                    <a:cubicBezTo>
                      <a:pt x="1740" y="6174"/>
                      <a:pt x="2547" y="6508"/>
                      <a:pt x="3388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06" name="Freeform: Shape 12305">
                <a:extLst>
                  <a:ext uri="{FF2B5EF4-FFF2-40B4-BE49-F238E27FC236}">
                    <a16:creationId xmlns:a16="http://schemas.microsoft.com/office/drawing/2014/main" id="{44B593F2-513B-CDD9-0B40-B2C900DED560}"/>
                  </a:ext>
                </a:extLst>
              </p:cNvPr>
              <p:cNvSpPr/>
              <p:nvPr/>
            </p:nvSpPr>
            <p:spPr>
              <a:xfrm>
                <a:off x="9155923" y="5546015"/>
                <a:ext cx="6343" cy="6345"/>
              </a:xfrm>
              <a:custGeom>
                <a:avLst/>
                <a:gdLst>
                  <a:gd name="connsiteX0" fmla="*/ 3388 w 6343"/>
                  <a:gd name="connsiteY0" fmla="*/ 6508 h 6345"/>
                  <a:gd name="connsiteX1" fmla="*/ 5631 w 6343"/>
                  <a:gd name="connsiteY1" fmla="*/ 5579 h 6345"/>
                  <a:gd name="connsiteX2" fmla="*/ 6560 w 6343"/>
                  <a:gd name="connsiteY2" fmla="*/ 3336 h 6345"/>
                  <a:gd name="connsiteX3" fmla="*/ 5631 w 6343"/>
                  <a:gd name="connsiteY3" fmla="*/ 1092 h 6345"/>
                  <a:gd name="connsiteX4" fmla="*/ 3388 w 6343"/>
                  <a:gd name="connsiteY4" fmla="*/ 163 h 6345"/>
                  <a:gd name="connsiteX5" fmla="*/ 1145 w 6343"/>
                  <a:gd name="connsiteY5" fmla="*/ 1092 h 6345"/>
                  <a:gd name="connsiteX6" fmla="*/ 217 w 6343"/>
                  <a:gd name="connsiteY6" fmla="*/ 3336 h 6345"/>
                  <a:gd name="connsiteX7" fmla="*/ 1145 w 6343"/>
                  <a:gd name="connsiteY7" fmla="*/ 5579 h 6345"/>
                  <a:gd name="connsiteX8" fmla="*/ 3388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8"/>
                    </a:moveTo>
                    <a:cubicBezTo>
                      <a:pt x="4229" y="6508"/>
                      <a:pt x="5036" y="6174"/>
                      <a:pt x="5631" y="5579"/>
                    </a:cubicBezTo>
                    <a:cubicBezTo>
                      <a:pt x="6225" y="4984"/>
                      <a:pt x="6560" y="4177"/>
                      <a:pt x="6560" y="3336"/>
                    </a:cubicBezTo>
                    <a:cubicBezTo>
                      <a:pt x="6560" y="2494"/>
                      <a:pt x="6225" y="1687"/>
                      <a:pt x="5631" y="1092"/>
                    </a:cubicBezTo>
                    <a:cubicBezTo>
                      <a:pt x="5036" y="497"/>
                      <a:pt x="4229" y="163"/>
                      <a:pt x="3388" y="163"/>
                    </a:cubicBezTo>
                    <a:cubicBezTo>
                      <a:pt x="2547" y="163"/>
                      <a:pt x="1740" y="497"/>
                      <a:pt x="1145" y="1092"/>
                    </a:cubicBezTo>
                    <a:cubicBezTo>
                      <a:pt x="551" y="1687"/>
                      <a:pt x="217" y="2494"/>
                      <a:pt x="217" y="3336"/>
                    </a:cubicBezTo>
                    <a:cubicBezTo>
                      <a:pt x="217" y="4177"/>
                      <a:pt x="551" y="4984"/>
                      <a:pt x="1145" y="5579"/>
                    </a:cubicBezTo>
                    <a:cubicBezTo>
                      <a:pt x="1740" y="6174"/>
                      <a:pt x="2547" y="6508"/>
                      <a:pt x="3388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07" name="Freeform: Shape 12306">
                <a:extLst>
                  <a:ext uri="{FF2B5EF4-FFF2-40B4-BE49-F238E27FC236}">
                    <a16:creationId xmlns:a16="http://schemas.microsoft.com/office/drawing/2014/main" id="{C79E1D32-29C2-CA2C-DEA5-1CB00728623B}"/>
                  </a:ext>
                </a:extLst>
              </p:cNvPr>
              <p:cNvSpPr/>
              <p:nvPr/>
            </p:nvSpPr>
            <p:spPr>
              <a:xfrm>
                <a:off x="9151591" y="5546649"/>
                <a:ext cx="6343" cy="6345"/>
              </a:xfrm>
              <a:custGeom>
                <a:avLst/>
                <a:gdLst>
                  <a:gd name="connsiteX0" fmla="*/ 3388 w 6343"/>
                  <a:gd name="connsiteY0" fmla="*/ 6508 h 6345"/>
                  <a:gd name="connsiteX1" fmla="*/ 5630 w 6343"/>
                  <a:gd name="connsiteY1" fmla="*/ 5579 h 6345"/>
                  <a:gd name="connsiteX2" fmla="*/ 6559 w 6343"/>
                  <a:gd name="connsiteY2" fmla="*/ 3336 h 6345"/>
                  <a:gd name="connsiteX3" fmla="*/ 5630 w 6343"/>
                  <a:gd name="connsiteY3" fmla="*/ 1092 h 6345"/>
                  <a:gd name="connsiteX4" fmla="*/ 3388 w 6343"/>
                  <a:gd name="connsiteY4" fmla="*/ 163 h 6345"/>
                  <a:gd name="connsiteX5" fmla="*/ 1145 w 6343"/>
                  <a:gd name="connsiteY5" fmla="*/ 1092 h 6345"/>
                  <a:gd name="connsiteX6" fmla="*/ 216 w 6343"/>
                  <a:gd name="connsiteY6" fmla="*/ 3336 h 6345"/>
                  <a:gd name="connsiteX7" fmla="*/ 1145 w 6343"/>
                  <a:gd name="connsiteY7" fmla="*/ 5579 h 6345"/>
                  <a:gd name="connsiteX8" fmla="*/ 3388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8"/>
                    </a:moveTo>
                    <a:cubicBezTo>
                      <a:pt x="4229" y="6508"/>
                      <a:pt x="5036" y="6174"/>
                      <a:pt x="5630" y="5579"/>
                    </a:cubicBezTo>
                    <a:cubicBezTo>
                      <a:pt x="6225" y="4984"/>
                      <a:pt x="6559" y="4177"/>
                      <a:pt x="6559" y="3336"/>
                    </a:cubicBezTo>
                    <a:cubicBezTo>
                      <a:pt x="6559" y="2494"/>
                      <a:pt x="6225" y="1687"/>
                      <a:pt x="5630" y="1092"/>
                    </a:cubicBezTo>
                    <a:cubicBezTo>
                      <a:pt x="5036" y="497"/>
                      <a:pt x="4229" y="163"/>
                      <a:pt x="3388" y="163"/>
                    </a:cubicBezTo>
                    <a:cubicBezTo>
                      <a:pt x="2547" y="163"/>
                      <a:pt x="1740" y="497"/>
                      <a:pt x="1145" y="1092"/>
                    </a:cubicBezTo>
                    <a:cubicBezTo>
                      <a:pt x="550" y="1687"/>
                      <a:pt x="216" y="2494"/>
                      <a:pt x="216" y="3336"/>
                    </a:cubicBezTo>
                    <a:cubicBezTo>
                      <a:pt x="216" y="4177"/>
                      <a:pt x="550" y="4984"/>
                      <a:pt x="1145" y="5579"/>
                    </a:cubicBezTo>
                    <a:cubicBezTo>
                      <a:pt x="1740" y="6174"/>
                      <a:pt x="2547" y="6508"/>
                      <a:pt x="3388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08" name="Freeform: Shape 12307">
                <a:extLst>
                  <a:ext uri="{FF2B5EF4-FFF2-40B4-BE49-F238E27FC236}">
                    <a16:creationId xmlns:a16="http://schemas.microsoft.com/office/drawing/2014/main" id="{E19D2E24-2CB8-7C40-F55A-F05A129BE760}"/>
                  </a:ext>
                </a:extLst>
              </p:cNvPr>
              <p:cNvSpPr/>
              <p:nvPr/>
            </p:nvSpPr>
            <p:spPr>
              <a:xfrm>
                <a:off x="9147953" y="5546630"/>
                <a:ext cx="6343" cy="6345"/>
              </a:xfrm>
              <a:custGeom>
                <a:avLst/>
                <a:gdLst>
                  <a:gd name="connsiteX0" fmla="*/ 3387 w 6343"/>
                  <a:gd name="connsiteY0" fmla="*/ 6508 h 6345"/>
                  <a:gd name="connsiteX1" fmla="*/ 5630 w 6343"/>
                  <a:gd name="connsiteY1" fmla="*/ 5579 h 6345"/>
                  <a:gd name="connsiteX2" fmla="*/ 6559 w 6343"/>
                  <a:gd name="connsiteY2" fmla="*/ 3336 h 6345"/>
                  <a:gd name="connsiteX3" fmla="*/ 5630 w 6343"/>
                  <a:gd name="connsiteY3" fmla="*/ 1092 h 6345"/>
                  <a:gd name="connsiteX4" fmla="*/ 3387 w 6343"/>
                  <a:gd name="connsiteY4" fmla="*/ 163 h 6345"/>
                  <a:gd name="connsiteX5" fmla="*/ 1145 w 6343"/>
                  <a:gd name="connsiteY5" fmla="*/ 1092 h 6345"/>
                  <a:gd name="connsiteX6" fmla="*/ 216 w 6343"/>
                  <a:gd name="connsiteY6" fmla="*/ 3336 h 6345"/>
                  <a:gd name="connsiteX7" fmla="*/ 1145 w 6343"/>
                  <a:gd name="connsiteY7" fmla="*/ 5579 h 6345"/>
                  <a:gd name="connsiteX8" fmla="*/ 3387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8"/>
                    </a:moveTo>
                    <a:cubicBezTo>
                      <a:pt x="4229" y="6508"/>
                      <a:pt x="5035" y="6174"/>
                      <a:pt x="5630" y="5579"/>
                    </a:cubicBezTo>
                    <a:cubicBezTo>
                      <a:pt x="6225" y="4984"/>
                      <a:pt x="6559" y="4177"/>
                      <a:pt x="6559" y="3336"/>
                    </a:cubicBezTo>
                    <a:cubicBezTo>
                      <a:pt x="6559" y="2494"/>
                      <a:pt x="6225" y="1687"/>
                      <a:pt x="5630" y="1092"/>
                    </a:cubicBezTo>
                    <a:cubicBezTo>
                      <a:pt x="5035" y="497"/>
                      <a:pt x="4229" y="163"/>
                      <a:pt x="3387" y="163"/>
                    </a:cubicBezTo>
                    <a:cubicBezTo>
                      <a:pt x="2546" y="163"/>
                      <a:pt x="1740" y="497"/>
                      <a:pt x="1145" y="1092"/>
                    </a:cubicBezTo>
                    <a:cubicBezTo>
                      <a:pt x="550" y="1687"/>
                      <a:pt x="216" y="2494"/>
                      <a:pt x="216" y="3336"/>
                    </a:cubicBezTo>
                    <a:cubicBezTo>
                      <a:pt x="216" y="4177"/>
                      <a:pt x="550" y="4984"/>
                      <a:pt x="1145" y="5579"/>
                    </a:cubicBezTo>
                    <a:cubicBezTo>
                      <a:pt x="1740" y="6174"/>
                      <a:pt x="2546" y="6508"/>
                      <a:pt x="3387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09" name="Freeform: Shape 12308">
                <a:extLst>
                  <a:ext uri="{FF2B5EF4-FFF2-40B4-BE49-F238E27FC236}">
                    <a16:creationId xmlns:a16="http://schemas.microsoft.com/office/drawing/2014/main" id="{8E60FF00-F973-3572-2EEC-43074EFA58B1}"/>
                  </a:ext>
                </a:extLst>
              </p:cNvPr>
              <p:cNvSpPr/>
              <p:nvPr/>
            </p:nvSpPr>
            <p:spPr>
              <a:xfrm>
                <a:off x="9143923" y="5546898"/>
                <a:ext cx="6343" cy="6345"/>
              </a:xfrm>
              <a:custGeom>
                <a:avLst/>
                <a:gdLst>
                  <a:gd name="connsiteX0" fmla="*/ 3387 w 6343"/>
                  <a:gd name="connsiteY0" fmla="*/ 6508 h 6345"/>
                  <a:gd name="connsiteX1" fmla="*/ 5630 w 6343"/>
                  <a:gd name="connsiteY1" fmla="*/ 5579 h 6345"/>
                  <a:gd name="connsiteX2" fmla="*/ 6559 w 6343"/>
                  <a:gd name="connsiteY2" fmla="*/ 3336 h 6345"/>
                  <a:gd name="connsiteX3" fmla="*/ 5630 w 6343"/>
                  <a:gd name="connsiteY3" fmla="*/ 1092 h 6345"/>
                  <a:gd name="connsiteX4" fmla="*/ 3387 w 6343"/>
                  <a:gd name="connsiteY4" fmla="*/ 163 h 6345"/>
                  <a:gd name="connsiteX5" fmla="*/ 1145 w 6343"/>
                  <a:gd name="connsiteY5" fmla="*/ 1092 h 6345"/>
                  <a:gd name="connsiteX6" fmla="*/ 216 w 6343"/>
                  <a:gd name="connsiteY6" fmla="*/ 3336 h 6345"/>
                  <a:gd name="connsiteX7" fmla="*/ 1145 w 6343"/>
                  <a:gd name="connsiteY7" fmla="*/ 5579 h 6345"/>
                  <a:gd name="connsiteX8" fmla="*/ 3387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8"/>
                    </a:moveTo>
                    <a:cubicBezTo>
                      <a:pt x="4228" y="6508"/>
                      <a:pt x="5035" y="6174"/>
                      <a:pt x="5630" y="5579"/>
                    </a:cubicBezTo>
                    <a:cubicBezTo>
                      <a:pt x="6225" y="4984"/>
                      <a:pt x="6559" y="4177"/>
                      <a:pt x="6559" y="3336"/>
                    </a:cubicBezTo>
                    <a:cubicBezTo>
                      <a:pt x="6559" y="2494"/>
                      <a:pt x="6225" y="1687"/>
                      <a:pt x="5630" y="1092"/>
                    </a:cubicBezTo>
                    <a:cubicBezTo>
                      <a:pt x="5035" y="497"/>
                      <a:pt x="4228" y="163"/>
                      <a:pt x="3387" y="163"/>
                    </a:cubicBezTo>
                    <a:cubicBezTo>
                      <a:pt x="2546" y="163"/>
                      <a:pt x="1739" y="497"/>
                      <a:pt x="1145" y="1092"/>
                    </a:cubicBezTo>
                    <a:cubicBezTo>
                      <a:pt x="550" y="1687"/>
                      <a:pt x="216" y="2494"/>
                      <a:pt x="216" y="3336"/>
                    </a:cubicBezTo>
                    <a:cubicBezTo>
                      <a:pt x="216" y="4177"/>
                      <a:pt x="550" y="4984"/>
                      <a:pt x="1145" y="5579"/>
                    </a:cubicBezTo>
                    <a:cubicBezTo>
                      <a:pt x="1739" y="6174"/>
                      <a:pt x="2546" y="6508"/>
                      <a:pt x="3387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10" name="Freeform: Shape 12309">
                <a:extLst>
                  <a:ext uri="{FF2B5EF4-FFF2-40B4-BE49-F238E27FC236}">
                    <a16:creationId xmlns:a16="http://schemas.microsoft.com/office/drawing/2014/main" id="{319DBEB8-A2B9-8AAB-A884-46A87EAE3783}"/>
                  </a:ext>
                </a:extLst>
              </p:cNvPr>
              <p:cNvSpPr/>
              <p:nvPr/>
            </p:nvSpPr>
            <p:spPr>
              <a:xfrm>
                <a:off x="9141560" y="5545728"/>
                <a:ext cx="6343" cy="6345"/>
              </a:xfrm>
              <a:custGeom>
                <a:avLst/>
                <a:gdLst>
                  <a:gd name="connsiteX0" fmla="*/ 3387 w 6343"/>
                  <a:gd name="connsiteY0" fmla="*/ 6508 h 6345"/>
                  <a:gd name="connsiteX1" fmla="*/ 5630 w 6343"/>
                  <a:gd name="connsiteY1" fmla="*/ 5579 h 6345"/>
                  <a:gd name="connsiteX2" fmla="*/ 6559 w 6343"/>
                  <a:gd name="connsiteY2" fmla="*/ 3336 h 6345"/>
                  <a:gd name="connsiteX3" fmla="*/ 5630 w 6343"/>
                  <a:gd name="connsiteY3" fmla="*/ 1092 h 6345"/>
                  <a:gd name="connsiteX4" fmla="*/ 3387 w 6343"/>
                  <a:gd name="connsiteY4" fmla="*/ 163 h 6345"/>
                  <a:gd name="connsiteX5" fmla="*/ 1144 w 6343"/>
                  <a:gd name="connsiteY5" fmla="*/ 1092 h 6345"/>
                  <a:gd name="connsiteX6" fmla="*/ 215 w 6343"/>
                  <a:gd name="connsiteY6" fmla="*/ 3336 h 6345"/>
                  <a:gd name="connsiteX7" fmla="*/ 1144 w 6343"/>
                  <a:gd name="connsiteY7" fmla="*/ 5579 h 6345"/>
                  <a:gd name="connsiteX8" fmla="*/ 3387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8"/>
                    </a:moveTo>
                    <a:cubicBezTo>
                      <a:pt x="4228" y="6508"/>
                      <a:pt x="5035" y="6174"/>
                      <a:pt x="5630" y="5579"/>
                    </a:cubicBezTo>
                    <a:cubicBezTo>
                      <a:pt x="6224" y="4984"/>
                      <a:pt x="6559" y="4177"/>
                      <a:pt x="6559" y="3336"/>
                    </a:cubicBezTo>
                    <a:cubicBezTo>
                      <a:pt x="6559" y="2494"/>
                      <a:pt x="6224" y="1687"/>
                      <a:pt x="5630" y="1092"/>
                    </a:cubicBezTo>
                    <a:cubicBezTo>
                      <a:pt x="5035" y="497"/>
                      <a:pt x="4228" y="163"/>
                      <a:pt x="3387" y="163"/>
                    </a:cubicBezTo>
                    <a:cubicBezTo>
                      <a:pt x="2546" y="163"/>
                      <a:pt x="1739" y="497"/>
                      <a:pt x="1144" y="1092"/>
                    </a:cubicBezTo>
                    <a:cubicBezTo>
                      <a:pt x="550" y="1687"/>
                      <a:pt x="215" y="2494"/>
                      <a:pt x="215" y="3336"/>
                    </a:cubicBezTo>
                    <a:cubicBezTo>
                      <a:pt x="215" y="4177"/>
                      <a:pt x="550" y="4984"/>
                      <a:pt x="1144" y="5579"/>
                    </a:cubicBezTo>
                    <a:cubicBezTo>
                      <a:pt x="1739" y="6174"/>
                      <a:pt x="2546" y="6508"/>
                      <a:pt x="3387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11" name="Freeform: Shape 12310">
                <a:extLst>
                  <a:ext uri="{FF2B5EF4-FFF2-40B4-BE49-F238E27FC236}">
                    <a16:creationId xmlns:a16="http://schemas.microsoft.com/office/drawing/2014/main" id="{211FA313-8998-9300-0259-E9012FAAFBC7}"/>
                  </a:ext>
                </a:extLst>
              </p:cNvPr>
              <p:cNvSpPr/>
              <p:nvPr/>
            </p:nvSpPr>
            <p:spPr>
              <a:xfrm>
                <a:off x="9138862" y="5544816"/>
                <a:ext cx="6343" cy="6345"/>
              </a:xfrm>
              <a:custGeom>
                <a:avLst/>
                <a:gdLst>
                  <a:gd name="connsiteX0" fmla="*/ 3387 w 6343"/>
                  <a:gd name="connsiteY0" fmla="*/ 6508 h 6345"/>
                  <a:gd name="connsiteX1" fmla="*/ 5629 w 6343"/>
                  <a:gd name="connsiteY1" fmla="*/ 5579 h 6345"/>
                  <a:gd name="connsiteX2" fmla="*/ 6558 w 6343"/>
                  <a:gd name="connsiteY2" fmla="*/ 3335 h 6345"/>
                  <a:gd name="connsiteX3" fmla="*/ 5629 w 6343"/>
                  <a:gd name="connsiteY3" fmla="*/ 1092 h 6345"/>
                  <a:gd name="connsiteX4" fmla="*/ 3387 w 6343"/>
                  <a:gd name="connsiteY4" fmla="*/ 163 h 6345"/>
                  <a:gd name="connsiteX5" fmla="*/ 1144 w 6343"/>
                  <a:gd name="connsiteY5" fmla="*/ 1092 h 6345"/>
                  <a:gd name="connsiteX6" fmla="*/ 215 w 6343"/>
                  <a:gd name="connsiteY6" fmla="*/ 3335 h 6345"/>
                  <a:gd name="connsiteX7" fmla="*/ 1144 w 6343"/>
                  <a:gd name="connsiteY7" fmla="*/ 5579 h 6345"/>
                  <a:gd name="connsiteX8" fmla="*/ 3387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8"/>
                    </a:moveTo>
                    <a:cubicBezTo>
                      <a:pt x="4228" y="6508"/>
                      <a:pt x="5035" y="6174"/>
                      <a:pt x="5629" y="5579"/>
                    </a:cubicBezTo>
                    <a:cubicBezTo>
                      <a:pt x="6224" y="4984"/>
                      <a:pt x="6558" y="4177"/>
                      <a:pt x="6558" y="3335"/>
                    </a:cubicBezTo>
                    <a:cubicBezTo>
                      <a:pt x="6558" y="2494"/>
                      <a:pt x="6224" y="1687"/>
                      <a:pt x="5629" y="1092"/>
                    </a:cubicBezTo>
                    <a:cubicBezTo>
                      <a:pt x="5035" y="497"/>
                      <a:pt x="4228" y="163"/>
                      <a:pt x="3387" y="163"/>
                    </a:cubicBezTo>
                    <a:cubicBezTo>
                      <a:pt x="2546" y="163"/>
                      <a:pt x="1739" y="497"/>
                      <a:pt x="1144" y="1092"/>
                    </a:cubicBezTo>
                    <a:cubicBezTo>
                      <a:pt x="549" y="1687"/>
                      <a:pt x="215" y="2494"/>
                      <a:pt x="215" y="3335"/>
                    </a:cubicBezTo>
                    <a:cubicBezTo>
                      <a:pt x="215" y="4177"/>
                      <a:pt x="549" y="4984"/>
                      <a:pt x="1144" y="5579"/>
                    </a:cubicBezTo>
                    <a:cubicBezTo>
                      <a:pt x="1739" y="6174"/>
                      <a:pt x="2546" y="6508"/>
                      <a:pt x="3387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12" name="Freeform: Shape 12311">
                <a:extLst>
                  <a:ext uri="{FF2B5EF4-FFF2-40B4-BE49-F238E27FC236}">
                    <a16:creationId xmlns:a16="http://schemas.microsoft.com/office/drawing/2014/main" id="{13DD7E5F-3A93-C7B8-B686-556A9E17D524}"/>
                  </a:ext>
                </a:extLst>
              </p:cNvPr>
              <p:cNvSpPr/>
              <p:nvPr/>
            </p:nvSpPr>
            <p:spPr>
              <a:xfrm>
                <a:off x="9134611" y="5545139"/>
                <a:ext cx="6343" cy="6345"/>
              </a:xfrm>
              <a:custGeom>
                <a:avLst/>
                <a:gdLst>
                  <a:gd name="connsiteX0" fmla="*/ 3386 w 6343"/>
                  <a:gd name="connsiteY0" fmla="*/ 6508 h 6345"/>
                  <a:gd name="connsiteX1" fmla="*/ 5629 w 6343"/>
                  <a:gd name="connsiteY1" fmla="*/ 5579 h 6345"/>
                  <a:gd name="connsiteX2" fmla="*/ 6558 w 6343"/>
                  <a:gd name="connsiteY2" fmla="*/ 3335 h 6345"/>
                  <a:gd name="connsiteX3" fmla="*/ 5629 w 6343"/>
                  <a:gd name="connsiteY3" fmla="*/ 1092 h 6345"/>
                  <a:gd name="connsiteX4" fmla="*/ 3386 w 6343"/>
                  <a:gd name="connsiteY4" fmla="*/ 163 h 6345"/>
                  <a:gd name="connsiteX5" fmla="*/ 1144 w 6343"/>
                  <a:gd name="connsiteY5" fmla="*/ 1092 h 6345"/>
                  <a:gd name="connsiteX6" fmla="*/ 215 w 6343"/>
                  <a:gd name="connsiteY6" fmla="*/ 3335 h 6345"/>
                  <a:gd name="connsiteX7" fmla="*/ 1144 w 6343"/>
                  <a:gd name="connsiteY7" fmla="*/ 5579 h 6345"/>
                  <a:gd name="connsiteX8" fmla="*/ 338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08"/>
                    </a:moveTo>
                    <a:cubicBezTo>
                      <a:pt x="4228" y="6508"/>
                      <a:pt x="5034" y="6174"/>
                      <a:pt x="5629" y="5579"/>
                    </a:cubicBezTo>
                    <a:cubicBezTo>
                      <a:pt x="6224" y="4984"/>
                      <a:pt x="6558" y="4177"/>
                      <a:pt x="6558" y="3335"/>
                    </a:cubicBezTo>
                    <a:cubicBezTo>
                      <a:pt x="6558" y="2494"/>
                      <a:pt x="6224" y="1687"/>
                      <a:pt x="5629" y="1092"/>
                    </a:cubicBezTo>
                    <a:cubicBezTo>
                      <a:pt x="5034" y="497"/>
                      <a:pt x="4228" y="163"/>
                      <a:pt x="3386" y="163"/>
                    </a:cubicBezTo>
                    <a:cubicBezTo>
                      <a:pt x="2545" y="163"/>
                      <a:pt x="1739" y="497"/>
                      <a:pt x="1144" y="1092"/>
                    </a:cubicBezTo>
                    <a:cubicBezTo>
                      <a:pt x="549" y="1687"/>
                      <a:pt x="215" y="2494"/>
                      <a:pt x="215" y="3335"/>
                    </a:cubicBezTo>
                    <a:cubicBezTo>
                      <a:pt x="215" y="4177"/>
                      <a:pt x="549" y="4984"/>
                      <a:pt x="1144" y="5579"/>
                    </a:cubicBezTo>
                    <a:cubicBezTo>
                      <a:pt x="1739" y="6174"/>
                      <a:pt x="2545" y="6508"/>
                      <a:pt x="338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13" name="Freeform: Shape 12312">
                <a:extLst>
                  <a:ext uri="{FF2B5EF4-FFF2-40B4-BE49-F238E27FC236}">
                    <a16:creationId xmlns:a16="http://schemas.microsoft.com/office/drawing/2014/main" id="{5266365A-D85F-CA67-A0EB-EBA153DE0D91}"/>
                  </a:ext>
                </a:extLst>
              </p:cNvPr>
              <p:cNvSpPr/>
              <p:nvPr/>
            </p:nvSpPr>
            <p:spPr>
              <a:xfrm>
                <a:off x="9131856" y="5544209"/>
                <a:ext cx="6343" cy="6345"/>
              </a:xfrm>
              <a:custGeom>
                <a:avLst/>
                <a:gdLst>
                  <a:gd name="connsiteX0" fmla="*/ 3386 w 6343"/>
                  <a:gd name="connsiteY0" fmla="*/ 6508 h 6345"/>
                  <a:gd name="connsiteX1" fmla="*/ 5629 w 6343"/>
                  <a:gd name="connsiteY1" fmla="*/ 5579 h 6345"/>
                  <a:gd name="connsiteX2" fmla="*/ 6558 w 6343"/>
                  <a:gd name="connsiteY2" fmla="*/ 3335 h 6345"/>
                  <a:gd name="connsiteX3" fmla="*/ 5629 w 6343"/>
                  <a:gd name="connsiteY3" fmla="*/ 1092 h 6345"/>
                  <a:gd name="connsiteX4" fmla="*/ 3386 w 6343"/>
                  <a:gd name="connsiteY4" fmla="*/ 163 h 6345"/>
                  <a:gd name="connsiteX5" fmla="*/ 1144 w 6343"/>
                  <a:gd name="connsiteY5" fmla="*/ 1092 h 6345"/>
                  <a:gd name="connsiteX6" fmla="*/ 215 w 6343"/>
                  <a:gd name="connsiteY6" fmla="*/ 3335 h 6345"/>
                  <a:gd name="connsiteX7" fmla="*/ 1144 w 6343"/>
                  <a:gd name="connsiteY7" fmla="*/ 5579 h 6345"/>
                  <a:gd name="connsiteX8" fmla="*/ 338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08"/>
                    </a:moveTo>
                    <a:cubicBezTo>
                      <a:pt x="4227" y="6508"/>
                      <a:pt x="5034" y="6174"/>
                      <a:pt x="5629" y="5579"/>
                    </a:cubicBezTo>
                    <a:cubicBezTo>
                      <a:pt x="6224" y="4984"/>
                      <a:pt x="6558" y="4177"/>
                      <a:pt x="6558" y="3335"/>
                    </a:cubicBezTo>
                    <a:cubicBezTo>
                      <a:pt x="6558" y="2494"/>
                      <a:pt x="6224" y="1687"/>
                      <a:pt x="5629" y="1092"/>
                    </a:cubicBezTo>
                    <a:cubicBezTo>
                      <a:pt x="5034" y="497"/>
                      <a:pt x="4227" y="163"/>
                      <a:pt x="3386" y="163"/>
                    </a:cubicBezTo>
                    <a:cubicBezTo>
                      <a:pt x="2545" y="163"/>
                      <a:pt x="1738" y="497"/>
                      <a:pt x="1144" y="1092"/>
                    </a:cubicBezTo>
                    <a:cubicBezTo>
                      <a:pt x="549" y="1687"/>
                      <a:pt x="215" y="2494"/>
                      <a:pt x="215" y="3335"/>
                    </a:cubicBezTo>
                    <a:cubicBezTo>
                      <a:pt x="215" y="4177"/>
                      <a:pt x="549" y="4984"/>
                      <a:pt x="1144" y="5579"/>
                    </a:cubicBezTo>
                    <a:cubicBezTo>
                      <a:pt x="1738" y="6174"/>
                      <a:pt x="2545" y="6508"/>
                      <a:pt x="338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14" name="Freeform: Shape 12313">
                <a:extLst>
                  <a:ext uri="{FF2B5EF4-FFF2-40B4-BE49-F238E27FC236}">
                    <a16:creationId xmlns:a16="http://schemas.microsoft.com/office/drawing/2014/main" id="{E80773D7-6B8C-6518-9860-B006A48A1FF9}"/>
                  </a:ext>
                </a:extLst>
              </p:cNvPr>
              <p:cNvSpPr/>
              <p:nvPr/>
            </p:nvSpPr>
            <p:spPr>
              <a:xfrm>
                <a:off x="9124395" y="5546975"/>
                <a:ext cx="6343" cy="6345"/>
              </a:xfrm>
              <a:custGeom>
                <a:avLst/>
                <a:gdLst>
                  <a:gd name="connsiteX0" fmla="*/ 3386 w 6343"/>
                  <a:gd name="connsiteY0" fmla="*/ 6508 h 6345"/>
                  <a:gd name="connsiteX1" fmla="*/ 5628 w 6343"/>
                  <a:gd name="connsiteY1" fmla="*/ 5579 h 6345"/>
                  <a:gd name="connsiteX2" fmla="*/ 6557 w 6343"/>
                  <a:gd name="connsiteY2" fmla="*/ 3336 h 6345"/>
                  <a:gd name="connsiteX3" fmla="*/ 5628 w 6343"/>
                  <a:gd name="connsiteY3" fmla="*/ 1092 h 6345"/>
                  <a:gd name="connsiteX4" fmla="*/ 3386 w 6343"/>
                  <a:gd name="connsiteY4" fmla="*/ 163 h 6345"/>
                  <a:gd name="connsiteX5" fmla="*/ 1143 w 6343"/>
                  <a:gd name="connsiteY5" fmla="*/ 1092 h 6345"/>
                  <a:gd name="connsiteX6" fmla="*/ 214 w 6343"/>
                  <a:gd name="connsiteY6" fmla="*/ 3336 h 6345"/>
                  <a:gd name="connsiteX7" fmla="*/ 1143 w 6343"/>
                  <a:gd name="connsiteY7" fmla="*/ 5579 h 6345"/>
                  <a:gd name="connsiteX8" fmla="*/ 338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08"/>
                    </a:moveTo>
                    <a:cubicBezTo>
                      <a:pt x="4227" y="6508"/>
                      <a:pt x="5033" y="6174"/>
                      <a:pt x="5628" y="5579"/>
                    </a:cubicBezTo>
                    <a:cubicBezTo>
                      <a:pt x="6223" y="4984"/>
                      <a:pt x="6557" y="4177"/>
                      <a:pt x="6557" y="3336"/>
                    </a:cubicBezTo>
                    <a:cubicBezTo>
                      <a:pt x="6557" y="2494"/>
                      <a:pt x="6223" y="1687"/>
                      <a:pt x="5628" y="1092"/>
                    </a:cubicBezTo>
                    <a:cubicBezTo>
                      <a:pt x="5033" y="497"/>
                      <a:pt x="4227" y="163"/>
                      <a:pt x="3386" y="163"/>
                    </a:cubicBezTo>
                    <a:cubicBezTo>
                      <a:pt x="2544" y="163"/>
                      <a:pt x="1738" y="497"/>
                      <a:pt x="1143" y="1092"/>
                    </a:cubicBezTo>
                    <a:cubicBezTo>
                      <a:pt x="548" y="1687"/>
                      <a:pt x="214" y="2494"/>
                      <a:pt x="214" y="3336"/>
                    </a:cubicBezTo>
                    <a:cubicBezTo>
                      <a:pt x="214" y="4177"/>
                      <a:pt x="548" y="4984"/>
                      <a:pt x="1143" y="5579"/>
                    </a:cubicBezTo>
                    <a:cubicBezTo>
                      <a:pt x="1738" y="6174"/>
                      <a:pt x="2544" y="6508"/>
                      <a:pt x="338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15" name="Freeform: Shape 12314">
                <a:extLst>
                  <a:ext uri="{FF2B5EF4-FFF2-40B4-BE49-F238E27FC236}">
                    <a16:creationId xmlns:a16="http://schemas.microsoft.com/office/drawing/2014/main" id="{4EE41B11-C27D-A836-3660-71D66FEF9EC4}"/>
                  </a:ext>
                </a:extLst>
              </p:cNvPr>
              <p:cNvSpPr/>
              <p:nvPr/>
            </p:nvSpPr>
            <p:spPr>
              <a:xfrm>
                <a:off x="9117134" y="5549466"/>
                <a:ext cx="6343" cy="6345"/>
              </a:xfrm>
              <a:custGeom>
                <a:avLst/>
                <a:gdLst>
                  <a:gd name="connsiteX0" fmla="*/ 3385 w 6343"/>
                  <a:gd name="connsiteY0" fmla="*/ 6509 h 6345"/>
                  <a:gd name="connsiteX1" fmla="*/ 5628 w 6343"/>
                  <a:gd name="connsiteY1" fmla="*/ 5579 h 6345"/>
                  <a:gd name="connsiteX2" fmla="*/ 6557 w 6343"/>
                  <a:gd name="connsiteY2" fmla="*/ 3336 h 6345"/>
                  <a:gd name="connsiteX3" fmla="*/ 5628 w 6343"/>
                  <a:gd name="connsiteY3" fmla="*/ 1092 h 6345"/>
                  <a:gd name="connsiteX4" fmla="*/ 3385 w 6343"/>
                  <a:gd name="connsiteY4" fmla="*/ 163 h 6345"/>
                  <a:gd name="connsiteX5" fmla="*/ 1142 w 6343"/>
                  <a:gd name="connsiteY5" fmla="*/ 1092 h 6345"/>
                  <a:gd name="connsiteX6" fmla="*/ 213 w 6343"/>
                  <a:gd name="connsiteY6" fmla="*/ 3336 h 6345"/>
                  <a:gd name="connsiteX7" fmla="*/ 1142 w 6343"/>
                  <a:gd name="connsiteY7" fmla="*/ 5579 h 6345"/>
                  <a:gd name="connsiteX8" fmla="*/ 3385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09"/>
                    </a:moveTo>
                    <a:cubicBezTo>
                      <a:pt x="4226" y="6509"/>
                      <a:pt x="5033" y="6174"/>
                      <a:pt x="5628" y="5579"/>
                    </a:cubicBezTo>
                    <a:cubicBezTo>
                      <a:pt x="6222" y="4984"/>
                      <a:pt x="6557" y="4177"/>
                      <a:pt x="6557" y="3336"/>
                    </a:cubicBezTo>
                    <a:cubicBezTo>
                      <a:pt x="6557" y="2494"/>
                      <a:pt x="6222" y="1687"/>
                      <a:pt x="5628" y="1092"/>
                    </a:cubicBezTo>
                    <a:cubicBezTo>
                      <a:pt x="5033" y="497"/>
                      <a:pt x="4226" y="163"/>
                      <a:pt x="3385" y="163"/>
                    </a:cubicBezTo>
                    <a:cubicBezTo>
                      <a:pt x="2544" y="163"/>
                      <a:pt x="1737" y="497"/>
                      <a:pt x="1142" y="1092"/>
                    </a:cubicBezTo>
                    <a:cubicBezTo>
                      <a:pt x="548" y="1687"/>
                      <a:pt x="213" y="2494"/>
                      <a:pt x="213" y="3336"/>
                    </a:cubicBezTo>
                    <a:cubicBezTo>
                      <a:pt x="213" y="4177"/>
                      <a:pt x="548" y="4984"/>
                      <a:pt x="1142" y="5579"/>
                    </a:cubicBezTo>
                    <a:cubicBezTo>
                      <a:pt x="1737" y="6174"/>
                      <a:pt x="2544" y="6509"/>
                      <a:pt x="3385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16" name="Freeform: Shape 12315">
                <a:extLst>
                  <a:ext uri="{FF2B5EF4-FFF2-40B4-BE49-F238E27FC236}">
                    <a16:creationId xmlns:a16="http://schemas.microsoft.com/office/drawing/2014/main" id="{96CCF68F-4DB9-B63D-5958-266E59395164}"/>
                  </a:ext>
                </a:extLst>
              </p:cNvPr>
              <p:cNvSpPr/>
              <p:nvPr/>
            </p:nvSpPr>
            <p:spPr>
              <a:xfrm>
                <a:off x="9114138" y="5548559"/>
                <a:ext cx="6343" cy="6345"/>
              </a:xfrm>
              <a:custGeom>
                <a:avLst/>
                <a:gdLst>
                  <a:gd name="connsiteX0" fmla="*/ 3385 w 6343"/>
                  <a:gd name="connsiteY0" fmla="*/ 6508 h 6345"/>
                  <a:gd name="connsiteX1" fmla="*/ 5627 w 6343"/>
                  <a:gd name="connsiteY1" fmla="*/ 5579 h 6345"/>
                  <a:gd name="connsiteX2" fmla="*/ 6556 w 6343"/>
                  <a:gd name="connsiteY2" fmla="*/ 3336 h 6345"/>
                  <a:gd name="connsiteX3" fmla="*/ 5627 w 6343"/>
                  <a:gd name="connsiteY3" fmla="*/ 1092 h 6345"/>
                  <a:gd name="connsiteX4" fmla="*/ 3385 w 6343"/>
                  <a:gd name="connsiteY4" fmla="*/ 163 h 6345"/>
                  <a:gd name="connsiteX5" fmla="*/ 1142 w 6343"/>
                  <a:gd name="connsiteY5" fmla="*/ 1092 h 6345"/>
                  <a:gd name="connsiteX6" fmla="*/ 213 w 6343"/>
                  <a:gd name="connsiteY6" fmla="*/ 3336 h 6345"/>
                  <a:gd name="connsiteX7" fmla="*/ 1142 w 6343"/>
                  <a:gd name="connsiteY7" fmla="*/ 5579 h 6345"/>
                  <a:gd name="connsiteX8" fmla="*/ 338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08"/>
                    </a:moveTo>
                    <a:cubicBezTo>
                      <a:pt x="4226" y="6508"/>
                      <a:pt x="5033" y="6174"/>
                      <a:pt x="5627" y="5579"/>
                    </a:cubicBezTo>
                    <a:cubicBezTo>
                      <a:pt x="6222" y="4984"/>
                      <a:pt x="6556" y="4177"/>
                      <a:pt x="6556" y="3336"/>
                    </a:cubicBezTo>
                    <a:cubicBezTo>
                      <a:pt x="6556" y="2494"/>
                      <a:pt x="6222" y="1687"/>
                      <a:pt x="5627" y="1092"/>
                    </a:cubicBezTo>
                    <a:cubicBezTo>
                      <a:pt x="5033" y="497"/>
                      <a:pt x="4226" y="163"/>
                      <a:pt x="3385" y="163"/>
                    </a:cubicBezTo>
                    <a:cubicBezTo>
                      <a:pt x="2544" y="163"/>
                      <a:pt x="1737" y="497"/>
                      <a:pt x="1142" y="1092"/>
                    </a:cubicBezTo>
                    <a:cubicBezTo>
                      <a:pt x="547" y="1687"/>
                      <a:pt x="213" y="2494"/>
                      <a:pt x="213" y="3336"/>
                    </a:cubicBezTo>
                    <a:cubicBezTo>
                      <a:pt x="213" y="4177"/>
                      <a:pt x="547" y="4984"/>
                      <a:pt x="1142" y="5579"/>
                    </a:cubicBezTo>
                    <a:cubicBezTo>
                      <a:pt x="1737" y="6174"/>
                      <a:pt x="2544" y="6508"/>
                      <a:pt x="338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17" name="Freeform: Shape 12316">
                <a:extLst>
                  <a:ext uri="{FF2B5EF4-FFF2-40B4-BE49-F238E27FC236}">
                    <a16:creationId xmlns:a16="http://schemas.microsoft.com/office/drawing/2014/main" id="{518A494E-DA11-1E82-6FFA-32F3875EECE5}"/>
                  </a:ext>
                </a:extLst>
              </p:cNvPr>
              <p:cNvSpPr/>
              <p:nvPr/>
            </p:nvSpPr>
            <p:spPr>
              <a:xfrm>
                <a:off x="8759413" y="5795586"/>
                <a:ext cx="6343" cy="6345"/>
              </a:xfrm>
              <a:custGeom>
                <a:avLst/>
                <a:gdLst>
                  <a:gd name="connsiteX0" fmla="*/ 3357 w 6343"/>
                  <a:gd name="connsiteY0" fmla="*/ 6528 h 6345"/>
                  <a:gd name="connsiteX1" fmla="*/ 5599 w 6343"/>
                  <a:gd name="connsiteY1" fmla="*/ 5599 h 6345"/>
                  <a:gd name="connsiteX2" fmla="*/ 6528 w 6343"/>
                  <a:gd name="connsiteY2" fmla="*/ 3355 h 6345"/>
                  <a:gd name="connsiteX3" fmla="*/ 5599 w 6343"/>
                  <a:gd name="connsiteY3" fmla="*/ 1112 h 6345"/>
                  <a:gd name="connsiteX4" fmla="*/ 3357 w 6343"/>
                  <a:gd name="connsiteY4" fmla="*/ 183 h 6345"/>
                  <a:gd name="connsiteX5" fmla="*/ 1114 w 6343"/>
                  <a:gd name="connsiteY5" fmla="*/ 1112 h 6345"/>
                  <a:gd name="connsiteX6" fmla="*/ 185 w 6343"/>
                  <a:gd name="connsiteY6" fmla="*/ 3355 h 6345"/>
                  <a:gd name="connsiteX7" fmla="*/ 1114 w 6343"/>
                  <a:gd name="connsiteY7" fmla="*/ 5599 h 6345"/>
                  <a:gd name="connsiteX8" fmla="*/ 3357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28"/>
                    </a:moveTo>
                    <a:cubicBezTo>
                      <a:pt x="4198" y="6528"/>
                      <a:pt x="5005" y="6194"/>
                      <a:pt x="5599" y="5599"/>
                    </a:cubicBezTo>
                    <a:cubicBezTo>
                      <a:pt x="6194" y="5004"/>
                      <a:pt x="6528" y="4197"/>
                      <a:pt x="6528" y="3355"/>
                    </a:cubicBezTo>
                    <a:cubicBezTo>
                      <a:pt x="6528" y="2514"/>
                      <a:pt x="6194" y="1707"/>
                      <a:pt x="5599" y="1112"/>
                    </a:cubicBezTo>
                    <a:cubicBezTo>
                      <a:pt x="5005" y="517"/>
                      <a:pt x="4198" y="183"/>
                      <a:pt x="3357" y="183"/>
                    </a:cubicBezTo>
                    <a:cubicBezTo>
                      <a:pt x="2516" y="183"/>
                      <a:pt x="1709" y="517"/>
                      <a:pt x="1114" y="1112"/>
                    </a:cubicBezTo>
                    <a:cubicBezTo>
                      <a:pt x="519" y="1707"/>
                      <a:pt x="185" y="2514"/>
                      <a:pt x="185" y="3355"/>
                    </a:cubicBezTo>
                    <a:cubicBezTo>
                      <a:pt x="185" y="4197"/>
                      <a:pt x="519" y="5004"/>
                      <a:pt x="1114" y="5599"/>
                    </a:cubicBezTo>
                    <a:cubicBezTo>
                      <a:pt x="1709" y="6194"/>
                      <a:pt x="2516" y="6528"/>
                      <a:pt x="3357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18" name="Freeform: Shape 12317">
                <a:extLst>
                  <a:ext uri="{FF2B5EF4-FFF2-40B4-BE49-F238E27FC236}">
                    <a16:creationId xmlns:a16="http://schemas.microsoft.com/office/drawing/2014/main" id="{29A4AD34-00C6-7124-13DB-C06D734B607E}"/>
                  </a:ext>
                </a:extLst>
              </p:cNvPr>
              <p:cNvSpPr/>
              <p:nvPr/>
            </p:nvSpPr>
            <p:spPr>
              <a:xfrm>
                <a:off x="8766124" y="5784307"/>
                <a:ext cx="6343" cy="6345"/>
              </a:xfrm>
              <a:custGeom>
                <a:avLst/>
                <a:gdLst>
                  <a:gd name="connsiteX0" fmla="*/ 3357 w 6343"/>
                  <a:gd name="connsiteY0" fmla="*/ 6527 h 6345"/>
                  <a:gd name="connsiteX1" fmla="*/ 5600 w 6343"/>
                  <a:gd name="connsiteY1" fmla="*/ 5598 h 6345"/>
                  <a:gd name="connsiteX2" fmla="*/ 6529 w 6343"/>
                  <a:gd name="connsiteY2" fmla="*/ 3354 h 6345"/>
                  <a:gd name="connsiteX3" fmla="*/ 5600 w 6343"/>
                  <a:gd name="connsiteY3" fmla="*/ 1111 h 6345"/>
                  <a:gd name="connsiteX4" fmla="*/ 3357 w 6343"/>
                  <a:gd name="connsiteY4" fmla="*/ 182 h 6345"/>
                  <a:gd name="connsiteX5" fmla="*/ 1115 w 6343"/>
                  <a:gd name="connsiteY5" fmla="*/ 1111 h 6345"/>
                  <a:gd name="connsiteX6" fmla="*/ 186 w 6343"/>
                  <a:gd name="connsiteY6" fmla="*/ 3354 h 6345"/>
                  <a:gd name="connsiteX7" fmla="*/ 1115 w 6343"/>
                  <a:gd name="connsiteY7" fmla="*/ 5598 h 6345"/>
                  <a:gd name="connsiteX8" fmla="*/ 3357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27"/>
                    </a:moveTo>
                    <a:cubicBezTo>
                      <a:pt x="4198" y="6527"/>
                      <a:pt x="5005" y="6193"/>
                      <a:pt x="5600" y="5598"/>
                    </a:cubicBezTo>
                    <a:cubicBezTo>
                      <a:pt x="6195" y="5003"/>
                      <a:pt x="6529" y="4196"/>
                      <a:pt x="6529" y="3354"/>
                    </a:cubicBezTo>
                    <a:cubicBezTo>
                      <a:pt x="6529" y="2513"/>
                      <a:pt x="6195" y="1706"/>
                      <a:pt x="5600" y="1111"/>
                    </a:cubicBezTo>
                    <a:cubicBezTo>
                      <a:pt x="5005" y="516"/>
                      <a:pt x="4198" y="182"/>
                      <a:pt x="3357" y="182"/>
                    </a:cubicBezTo>
                    <a:cubicBezTo>
                      <a:pt x="2516" y="182"/>
                      <a:pt x="1709" y="516"/>
                      <a:pt x="1115" y="1111"/>
                    </a:cubicBezTo>
                    <a:cubicBezTo>
                      <a:pt x="520" y="1706"/>
                      <a:pt x="186" y="2513"/>
                      <a:pt x="186" y="3354"/>
                    </a:cubicBezTo>
                    <a:cubicBezTo>
                      <a:pt x="186" y="4196"/>
                      <a:pt x="520" y="5003"/>
                      <a:pt x="1115" y="5598"/>
                    </a:cubicBezTo>
                    <a:cubicBezTo>
                      <a:pt x="1709" y="6193"/>
                      <a:pt x="2516" y="6527"/>
                      <a:pt x="3357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19" name="Freeform: Shape 12318">
                <a:extLst>
                  <a:ext uri="{FF2B5EF4-FFF2-40B4-BE49-F238E27FC236}">
                    <a16:creationId xmlns:a16="http://schemas.microsoft.com/office/drawing/2014/main" id="{43461BE4-081B-36C1-1BE2-5F4D8C636E84}"/>
                  </a:ext>
                </a:extLst>
              </p:cNvPr>
              <p:cNvSpPr/>
              <p:nvPr/>
            </p:nvSpPr>
            <p:spPr>
              <a:xfrm>
                <a:off x="8770964" y="5774545"/>
                <a:ext cx="6343" cy="6345"/>
              </a:xfrm>
              <a:custGeom>
                <a:avLst/>
                <a:gdLst>
                  <a:gd name="connsiteX0" fmla="*/ 3358 w 6343"/>
                  <a:gd name="connsiteY0" fmla="*/ 6526 h 6345"/>
                  <a:gd name="connsiteX1" fmla="*/ 5600 w 6343"/>
                  <a:gd name="connsiteY1" fmla="*/ 5597 h 6345"/>
                  <a:gd name="connsiteX2" fmla="*/ 6529 w 6343"/>
                  <a:gd name="connsiteY2" fmla="*/ 3354 h 6345"/>
                  <a:gd name="connsiteX3" fmla="*/ 5600 w 6343"/>
                  <a:gd name="connsiteY3" fmla="*/ 1110 h 6345"/>
                  <a:gd name="connsiteX4" fmla="*/ 3358 w 6343"/>
                  <a:gd name="connsiteY4" fmla="*/ 181 h 6345"/>
                  <a:gd name="connsiteX5" fmla="*/ 1115 w 6343"/>
                  <a:gd name="connsiteY5" fmla="*/ 1110 h 6345"/>
                  <a:gd name="connsiteX6" fmla="*/ 186 w 6343"/>
                  <a:gd name="connsiteY6" fmla="*/ 3354 h 6345"/>
                  <a:gd name="connsiteX7" fmla="*/ 1115 w 6343"/>
                  <a:gd name="connsiteY7" fmla="*/ 5597 h 6345"/>
                  <a:gd name="connsiteX8" fmla="*/ 3358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526"/>
                    </a:moveTo>
                    <a:cubicBezTo>
                      <a:pt x="4199" y="6526"/>
                      <a:pt x="5006" y="6192"/>
                      <a:pt x="5600" y="5597"/>
                    </a:cubicBezTo>
                    <a:cubicBezTo>
                      <a:pt x="6195" y="5002"/>
                      <a:pt x="6529" y="4195"/>
                      <a:pt x="6529" y="3354"/>
                    </a:cubicBezTo>
                    <a:cubicBezTo>
                      <a:pt x="6529" y="2512"/>
                      <a:pt x="6195" y="1705"/>
                      <a:pt x="5600" y="1110"/>
                    </a:cubicBezTo>
                    <a:cubicBezTo>
                      <a:pt x="5006" y="515"/>
                      <a:pt x="4199" y="181"/>
                      <a:pt x="3358" y="181"/>
                    </a:cubicBezTo>
                    <a:cubicBezTo>
                      <a:pt x="2517" y="181"/>
                      <a:pt x="1710" y="515"/>
                      <a:pt x="1115" y="1110"/>
                    </a:cubicBezTo>
                    <a:cubicBezTo>
                      <a:pt x="520" y="1705"/>
                      <a:pt x="186" y="2512"/>
                      <a:pt x="186" y="3354"/>
                    </a:cubicBezTo>
                    <a:cubicBezTo>
                      <a:pt x="186" y="4195"/>
                      <a:pt x="520" y="5002"/>
                      <a:pt x="1115" y="5597"/>
                    </a:cubicBezTo>
                    <a:cubicBezTo>
                      <a:pt x="1710" y="6192"/>
                      <a:pt x="2517" y="6526"/>
                      <a:pt x="3358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20" name="Freeform: Shape 12319">
                <a:extLst>
                  <a:ext uri="{FF2B5EF4-FFF2-40B4-BE49-F238E27FC236}">
                    <a16:creationId xmlns:a16="http://schemas.microsoft.com/office/drawing/2014/main" id="{2FAC1D7F-C72D-7467-50A1-09FA995D1AA2}"/>
                  </a:ext>
                </a:extLst>
              </p:cNvPr>
              <p:cNvSpPr/>
              <p:nvPr/>
            </p:nvSpPr>
            <p:spPr>
              <a:xfrm>
                <a:off x="8770328" y="5768783"/>
                <a:ext cx="6343" cy="6345"/>
              </a:xfrm>
              <a:custGeom>
                <a:avLst/>
                <a:gdLst>
                  <a:gd name="connsiteX0" fmla="*/ 3358 w 6343"/>
                  <a:gd name="connsiteY0" fmla="*/ 6526 h 6345"/>
                  <a:gd name="connsiteX1" fmla="*/ 5600 w 6343"/>
                  <a:gd name="connsiteY1" fmla="*/ 5597 h 6345"/>
                  <a:gd name="connsiteX2" fmla="*/ 6529 w 6343"/>
                  <a:gd name="connsiteY2" fmla="*/ 3353 h 6345"/>
                  <a:gd name="connsiteX3" fmla="*/ 5600 w 6343"/>
                  <a:gd name="connsiteY3" fmla="*/ 1110 h 6345"/>
                  <a:gd name="connsiteX4" fmla="*/ 3358 w 6343"/>
                  <a:gd name="connsiteY4" fmla="*/ 180 h 6345"/>
                  <a:gd name="connsiteX5" fmla="*/ 1115 w 6343"/>
                  <a:gd name="connsiteY5" fmla="*/ 1110 h 6345"/>
                  <a:gd name="connsiteX6" fmla="*/ 186 w 6343"/>
                  <a:gd name="connsiteY6" fmla="*/ 3353 h 6345"/>
                  <a:gd name="connsiteX7" fmla="*/ 1115 w 6343"/>
                  <a:gd name="connsiteY7" fmla="*/ 5597 h 6345"/>
                  <a:gd name="connsiteX8" fmla="*/ 3358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526"/>
                    </a:moveTo>
                    <a:cubicBezTo>
                      <a:pt x="4199" y="6526"/>
                      <a:pt x="5006" y="6192"/>
                      <a:pt x="5600" y="5597"/>
                    </a:cubicBezTo>
                    <a:cubicBezTo>
                      <a:pt x="6195" y="5002"/>
                      <a:pt x="6529" y="4195"/>
                      <a:pt x="6529" y="3353"/>
                    </a:cubicBezTo>
                    <a:cubicBezTo>
                      <a:pt x="6529" y="2512"/>
                      <a:pt x="6195" y="1705"/>
                      <a:pt x="5600" y="1110"/>
                    </a:cubicBezTo>
                    <a:cubicBezTo>
                      <a:pt x="5006" y="515"/>
                      <a:pt x="4199" y="180"/>
                      <a:pt x="3358" y="180"/>
                    </a:cubicBezTo>
                    <a:cubicBezTo>
                      <a:pt x="2517" y="180"/>
                      <a:pt x="1710" y="515"/>
                      <a:pt x="1115" y="1110"/>
                    </a:cubicBezTo>
                    <a:cubicBezTo>
                      <a:pt x="520" y="1705"/>
                      <a:pt x="186" y="2512"/>
                      <a:pt x="186" y="3353"/>
                    </a:cubicBezTo>
                    <a:cubicBezTo>
                      <a:pt x="186" y="4195"/>
                      <a:pt x="520" y="5002"/>
                      <a:pt x="1115" y="5597"/>
                    </a:cubicBezTo>
                    <a:cubicBezTo>
                      <a:pt x="1710" y="6192"/>
                      <a:pt x="2517" y="6526"/>
                      <a:pt x="3358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21" name="Freeform: Shape 12320">
                <a:extLst>
                  <a:ext uri="{FF2B5EF4-FFF2-40B4-BE49-F238E27FC236}">
                    <a16:creationId xmlns:a16="http://schemas.microsoft.com/office/drawing/2014/main" id="{C1A94CCB-5B85-4915-CDEC-09931ED1193F}"/>
                  </a:ext>
                </a:extLst>
              </p:cNvPr>
              <p:cNvSpPr/>
              <p:nvPr/>
            </p:nvSpPr>
            <p:spPr>
              <a:xfrm>
                <a:off x="8771124" y="5762069"/>
                <a:ext cx="6343" cy="6345"/>
              </a:xfrm>
              <a:custGeom>
                <a:avLst/>
                <a:gdLst>
                  <a:gd name="connsiteX0" fmla="*/ 3358 w 6343"/>
                  <a:gd name="connsiteY0" fmla="*/ 6525 h 6345"/>
                  <a:gd name="connsiteX1" fmla="*/ 5600 w 6343"/>
                  <a:gd name="connsiteY1" fmla="*/ 5596 h 6345"/>
                  <a:gd name="connsiteX2" fmla="*/ 6529 w 6343"/>
                  <a:gd name="connsiteY2" fmla="*/ 3353 h 6345"/>
                  <a:gd name="connsiteX3" fmla="*/ 5600 w 6343"/>
                  <a:gd name="connsiteY3" fmla="*/ 1109 h 6345"/>
                  <a:gd name="connsiteX4" fmla="*/ 3358 w 6343"/>
                  <a:gd name="connsiteY4" fmla="*/ 180 h 6345"/>
                  <a:gd name="connsiteX5" fmla="*/ 1115 w 6343"/>
                  <a:gd name="connsiteY5" fmla="*/ 1109 h 6345"/>
                  <a:gd name="connsiteX6" fmla="*/ 186 w 6343"/>
                  <a:gd name="connsiteY6" fmla="*/ 3353 h 6345"/>
                  <a:gd name="connsiteX7" fmla="*/ 1115 w 6343"/>
                  <a:gd name="connsiteY7" fmla="*/ 5596 h 6345"/>
                  <a:gd name="connsiteX8" fmla="*/ 335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525"/>
                    </a:moveTo>
                    <a:cubicBezTo>
                      <a:pt x="4199" y="6525"/>
                      <a:pt x="5006" y="6191"/>
                      <a:pt x="5600" y="5596"/>
                    </a:cubicBezTo>
                    <a:cubicBezTo>
                      <a:pt x="6195" y="5001"/>
                      <a:pt x="6529" y="4194"/>
                      <a:pt x="6529" y="3353"/>
                    </a:cubicBezTo>
                    <a:cubicBezTo>
                      <a:pt x="6529" y="2511"/>
                      <a:pt x="6195" y="1704"/>
                      <a:pt x="5600" y="1109"/>
                    </a:cubicBezTo>
                    <a:cubicBezTo>
                      <a:pt x="5006" y="514"/>
                      <a:pt x="4199" y="180"/>
                      <a:pt x="3358" y="180"/>
                    </a:cubicBezTo>
                    <a:cubicBezTo>
                      <a:pt x="2517" y="180"/>
                      <a:pt x="1710" y="514"/>
                      <a:pt x="1115" y="1109"/>
                    </a:cubicBezTo>
                    <a:cubicBezTo>
                      <a:pt x="520" y="1704"/>
                      <a:pt x="186" y="2511"/>
                      <a:pt x="186" y="3353"/>
                    </a:cubicBezTo>
                    <a:cubicBezTo>
                      <a:pt x="186" y="4194"/>
                      <a:pt x="520" y="5001"/>
                      <a:pt x="1115" y="5596"/>
                    </a:cubicBezTo>
                    <a:cubicBezTo>
                      <a:pt x="1710" y="6191"/>
                      <a:pt x="2517" y="6525"/>
                      <a:pt x="335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22" name="Freeform: Shape 12321">
                <a:extLst>
                  <a:ext uri="{FF2B5EF4-FFF2-40B4-BE49-F238E27FC236}">
                    <a16:creationId xmlns:a16="http://schemas.microsoft.com/office/drawing/2014/main" id="{51524B9D-B722-3771-4614-01E7C84D9FEB}"/>
                  </a:ext>
                </a:extLst>
              </p:cNvPr>
              <p:cNvSpPr/>
              <p:nvPr/>
            </p:nvSpPr>
            <p:spPr>
              <a:xfrm>
                <a:off x="8770996" y="5756054"/>
                <a:ext cx="6343" cy="6345"/>
              </a:xfrm>
              <a:custGeom>
                <a:avLst/>
                <a:gdLst>
                  <a:gd name="connsiteX0" fmla="*/ 3358 w 6343"/>
                  <a:gd name="connsiteY0" fmla="*/ 6525 h 6345"/>
                  <a:gd name="connsiteX1" fmla="*/ 5600 w 6343"/>
                  <a:gd name="connsiteY1" fmla="*/ 5596 h 6345"/>
                  <a:gd name="connsiteX2" fmla="*/ 6529 w 6343"/>
                  <a:gd name="connsiteY2" fmla="*/ 3352 h 6345"/>
                  <a:gd name="connsiteX3" fmla="*/ 5600 w 6343"/>
                  <a:gd name="connsiteY3" fmla="*/ 1109 h 6345"/>
                  <a:gd name="connsiteX4" fmla="*/ 3358 w 6343"/>
                  <a:gd name="connsiteY4" fmla="*/ 179 h 6345"/>
                  <a:gd name="connsiteX5" fmla="*/ 1115 w 6343"/>
                  <a:gd name="connsiteY5" fmla="*/ 1109 h 6345"/>
                  <a:gd name="connsiteX6" fmla="*/ 186 w 6343"/>
                  <a:gd name="connsiteY6" fmla="*/ 3352 h 6345"/>
                  <a:gd name="connsiteX7" fmla="*/ 1115 w 6343"/>
                  <a:gd name="connsiteY7" fmla="*/ 5596 h 6345"/>
                  <a:gd name="connsiteX8" fmla="*/ 335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525"/>
                    </a:moveTo>
                    <a:cubicBezTo>
                      <a:pt x="4199" y="6525"/>
                      <a:pt x="5006" y="6190"/>
                      <a:pt x="5600" y="5596"/>
                    </a:cubicBezTo>
                    <a:cubicBezTo>
                      <a:pt x="6195" y="5001"/>
                      <a:pt x="6529" y="4194"/>
                      <a:pt x="6529" y="3352"/>
                    </a:cubicBezTo>
                    <a:cubicBezTo>
                      <a:pt x="6529" y="2511"/>
                      <a:pt x="6195" y="1704"/>
                      <a:pt x="5600" y="1109"/>
                    </a:cubicBezTo>
                    <a:cubicBezTo>
                      <a:pt x="5006" y="514"/>
                      <a:pt x="4199" y="179"/>
                      <a:pt x="3358" y="179"/>
                    </a:cubicBezTo>
                    <a:cubicBezTo>
                      <a:pt x="2517" y="179"/>
                      <a:pt x="1710" y="514"/>
                      <a:pt x="1115" y="1109"/>
                    </a:cubicBezTo>
                    <a:cubicBezTo>
                      <a:pt x="520" y="1704"/>
                      <a:pt x="186" y="2511"/>
                      <a:pt x="186" y="3352"/>
                    </a:cubicBezTo>
                    <a:cubicBezTo>
                      <a:pt x="186" y="4194"/>
                      <a:pt x="520" y="5001"/>
                      <a:pt x="1115" y="5596"/>
                    </a:cubicBezTo>
                    <a:cubicBezTo>
                      <a:pt x="1710" y="6190"/>
                      <a:pt x="2517" y="6525"/>
                      <a:pt x="335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23" name="Freeform: Shape 12322">
                <a:extLst>
                  <a:ext uri="{FF2B5EF4-FFF2-40B4-BE49-F238E27FC236}">
                    <a16:creationId xmlns:a16="http://schemas.microsoft.com/office/drawing/2014/main" id="{131B1016-D115-6B03-5E2F-B44D59BC229F}"/>
                  </a:ext>
                </a:extLst>
              </p:cNvPr>
              <p:cNvSpPr/>
              <p:nvPr/>
            </p:nvSpPr>
            <p:spPr>
              <a:xfrm>
                <a:off x="8769883" y="5750756"/>
                <a:ext cx="6343" cy="6345"/>
              </a:xfrm>
              <a:custGeom>
                <a:avLst/>
                <a:gdLst>
                  <a:gd name="connsiteX0" fmla="*/ 3358 w 6343"/>
                  <a:gd name="connsiteY0" fmla="*/ 6524 h 6345"/>
                  <a:gd name="connsiteX1" fmla="*/ 5600 w 6343"/>
                  <a:gd name="connsiteY1" fmla="*/ 5595 h 6345"/>
                  <a:gd name="connsiteX2" fmla="*/ 6529 w 6343"/>
                  <a:gd name="connsiteY2" fmla="*/ 3352 h 6345"/>
                  <a:gd name="connsiteX3" fmla="*/ 5600 w 6343"/>
                  <a:gd name="connsiteY3" fmla="*/ 1108 h 6345"/>
                  <a:gd name="connsiteX4" fmla="*/ 3358 w 6343"/>
                  <a:gd name="connsiteY4" fmla="*/ 179 h 6345"/>
                  <a:gd name="connsiteX5" fmla="*/ 1115 w 6343"/>
                  <a:gd name="connsiteY5" fmla="*/ 1108 h 6345"/>
                  <a:gd name="connsiteX6" fmla="*/ 186 w 6343"/>
                  <a:gd name="connsiteY6" fmla="*/ 3352 h 6345"/>
                  <a:gd name="connsiteX7" fmla="*/ 1115 w 6343"/>
                  <a:gd name="connsiteY7" fmla="*/ 5595 h 6345"/>
                  <a:gd name="connsiteX8" fmla="*/ 335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524"/>
                    </a:moveTo>
                    <a:cubicBezTo>
                      <a:pt x="4199" y="6524"/>
                      <a:pt x="5006" y="6190"/>
                      <a:pt x="5600" y="5595"/>
                    </a:cubicBezTo>
                    <a:cubicBezTo>
                      <a:pt x="6195" y="5000"/>
                      <a:pt x="6529" y="4193"/>
                      <a:pt x="6529" y="3352"/>
                    </a:cubicBezTo>
                    <a:cubicBezTo>
                      <a:pt x="6529" y="2510"/>
                      <a:pt x="6195" y="1703"/>
                      <a:pt x="5600" y="1108"/>
                    </a:cubicBezTo>
                    <a:cubicBezTo>
                      <a:pt x="5006" y="513"/>
                      <a:pt x="4199" y="179"/>
                      <a:pt x="3358" y="179"/>
                    </a:cubicBezTo>
                    <a:cubicBezTo>
                      <a:pt x="2517" y="179"/>
                      <a:pt x="1710" y="513"/>
                      <a:pt x="1115" y="1108"/>
                    </a:cubicBezTo>
                    <a:cubicBezTo>
                      <a:pt x="520" y="1703"/>
                      <a:pt x="186" y="2510"/>
                      <a:pt x="186" y="3352"/>
                    </a:cubicBezTo>
                    <a:cubicBezTo>
                      <a:pt x="186" y="4193"/>
                      <a:pt x="520" y="5000"/>
                      <a:pt x="1115" y="5595"/>
                    </a:cubicBezTo>
                    <a:cubicBezTo>
                      <a:pt x="1710" y="6190"/>
                      <a:pt x="2517" y="6524"/>
                      <a:pt x="335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24" name="Freeform: Shape 12323">
                <a:extLst>
                  <a:ext uri="{FF2B5EF4-FFF2-40B4-BE49-F238E27FC236}">
                    <a16:creationId xmlns:a16="http://schemas.microsoft.com/office/drawing/2014/main" id="{819F522D-9EB6-B7FB-3BE2-F125603880F5}"/>
                  </a:ext>
                </a:extLst>
              </p:cNvPr>
              <p:cNvSpPr/>
              <p:nvPr/>
            </p:nvSpPr>
            <p:spPr>
              <a:xfrm>
                <a:off x="8768913" y="5745392"/>
                <a:ext cx="6343" cy="6345"/>
              </a:xfrm>
              <a:custGeom>
                <a:avLst/>
                <a:gdLst>
                  <a:gd name="connsiteX0" fmla="*/ 3358 w 6343"/>
                  <a:gd name="connsiteY0" fmla="*/ 6524 h 6345"/>
                  <a:gd name="connsiteX1" fmla="*/ 5600 w 6343"/>
                  <a:gd name="connsiteY1" fmla="*/ 5595 h 6345"/>
                  <a:gd name="connsiteX2" fmla="*/ 6529 w 6343"/>
                  <a:gd name="connsiteY2" fmla="*/ 3351 h 6345"/>
                  <a:gd name="connsiteX3" fmla="*/ 5600 w 6343"/>
                  <a:gd name="connsiteY3" fmla="*/ 1108 h 6345"/>
                  <a:gd name="connsiteX4" fmla="*/ 3358 w 6343"/>
                  <a:gd name="connsiteY4" fmla="*/ 179 h 6345"/>
                  <a:gd name="connsiteX5" fmla="*/ 1115 w 6343"/>
                  <a:gd name="connsiteY5" fmla="*/ 1108 h 6345"/>
                  <a:gd name="connsiteX6" fmla="*/ 186 w 6343"/>
                  <a:gd name="connsiteY6" fmla="*/ 3351 h 6345"/>
                  <a:gd name="connsiteX7" fmla="*/ 1115 w 6343"/>
                  <a:gd name="connsiteY7" fmla="*/ 5595 h 6345"/>
                  <a:gd name="connsiteX8" fmla="*/ 335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524"/>
                    </a:moveTo>
                    <a:cubicBezTo>
                      <a:pt x="4199" y="6524"/>
                      <a:pt x="5005" y="6190"/>
                      <a:pt x="5600" y="5595"/>
                    </a:cubicBezTo>
                    <a:cubicBezTo>
                      <a:pt x="6195" y="5000"/>
                      <a:pt x="6529" y="4193"/>
                      <a:pt x="6529" y="3351"/>
                    </a:cubicBezTo>
                    <a:cubicBezTo>
                      <a:pt x="6529" y="2510"/>
                      <a:pt x="6195" y="1703"/>
                      <a:pt x="5600" y="1108"/>
                    </a:cubicBezTo>
                    <a:cubicBezTo>
                      <a:pt x="5005" y="513"/>
                      <a:pt x="4199" y="179"/>
                      <a:pt x="3358" y="179"/>
                    </a:cubicBezTo>
                    <a:cubicBezTo>
                      <a:pt x="2516" y="179"/>
                      <a:pt x="1710" y="513"/>
                      <a:pt x="1115" y="1108"/>
                    </a:cubicBezTo>
                    <a:cubicBezTo>
                      <a:pt x="520" y="1703"/>
                      <a:pt x="186" y="2510"/>
                      <a:pt x="186" y="3351"/>
                    </a:cubicBezTo>
                    <a:cubicBezTo>
                      <a:pt x="186" y="4193"/>
                      <a:pt x="520" y="5000"/>
                      <a:pt x="1115" y="5595"/>
                    </a:cubicBezTo>
                    <a:cubicBezTo>
                      <a:pt x="1710" y="6190"/>
                      <a:pt x="2516" y="6524"/>
                      <a:pt x="335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25" name="Freeform: Shape 12324">
                <a:extLst>
                  <a:ext uri="{FF2B5EF4-FFF2-40B4-BE49-F238E27FC236}">
                    <a16:creationId xmlns:a16="http://schemas.microsoft.com/office/drawing/2014/main" id="{DDBC0BAF-81DF-3BCD-7FA1-343A72F359AD}"/>
                  </a:ext>
                </a:extLst>
              </p:cNvPr>
              <p:cNvSpPr/>
              <p:nvPr/>
            </p:nvSpPr>
            <p:spPr>
              <a:xfrm>
                <a:off x="8767357" y="5740446"/>
                <a:ext cx="6343" cy="6345"/>
              </a:xfrm>
              <a:custGeom>
                <a:avLst/>
                <a:gdLst>
                  <a:gd name="connsiteX0" fmla="*/ 3357 w 6343"/>
                  <a:gd name="connsiteY0" fmla="*/ 6524 h 6345"/>
                  <a:gd name="connsiteX1" fmla="*/ 5600 w 6343"/>
                  <a:gd name="connsiteY1" fmla="*/ 5594 h 6345"/>
                  <a:gd name="connsiteX2" fmla="*/ 6529 w 6343"/>
                  <a:gd name="connsiteY2" fmla="*/ 3351 h 6345"/>
                  <a:gd name="connsiteX3" fmla="*/ 5600 w 6343"/>
                  <a:gd name="connsiteY3" fmla="*/ 1107 h 6345"/>
                  <a:gd name="connsiteX4" fmla="*/ 3357 w 6343"/>
                  <a:gd name="connsiteY4" fmla="*/ 178 h 6345"/>
                  <a:gd name="connsiteX5" fmla="*/ 1115 w 6343"/>
                  <a:gd name="connsiteY5" fmla="*/ 1107 h 6345"/>
                  <a:gd name="connsiteX6" fmla="*/ 186 w 6343"/>
                  <a:gd name="connsiteY6" fmla="*/ 3351 h 6345"/>
                  <a:gd name="connsiteX7" fmla="*/ 1115 w 6343"/>
                  <a:gd name="connsiteY7" fmla="*/ 5594 h 6345"/>
                  <a:gd name="connsiteX8" fmla="*/ 3357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24"/>
                    </a:moveTo>
                    <a:cubicBezTo>
                      <a:pt x="4199" y="6524"/>
                      <a:pt x="5005" y="6189"/>
                      <a:pt x="5600" y="5594"/>
                    </a:cubicBezTo>
                    <a:cubicBezTo>
                      <a:pt x="6195" y="4999"/>
                      <a:pt x="6529" y="4192"/>
                      <a:pt x="6529" y="3351"/>
                    </a:cubicBezTo>
                    <a:cubicBezTo>
                      <a:pt x="6529" y="2509"/>
                      <a:pt x="6195" y="1702"/>
                      <a:pt x="5600" y="1107"/>
                    </a:cubicBezTo>
                    <a:cubicBezTo>
                      <a:pt x="5005" y="512"/>
                      <a:pt x="4199" y="178"/>
                      <a:pt x="3357" y="178"/>
                    </a:cubicBezTo>
                    <a:cubicBezTo>
                      <a:pt x="2516" y="178"/>
                      <a:pt x="1710" y="512"/>
                      <a:pt x="1115" y="1107"/>
                    </a:cubicBezTo>
                    <a:cubicBezTo>
                      <a:pt x="520" y="1702"/>
                      <a:pt x="186" y="2509"/>
                      <a:pt x="186" y="3351"/>
                    </a:cubicBezTo>
                    <a:cubicBezTo>
                      <a:pt x="186" y="4192"/>
                      <a:pt x="520" y="4999"/>
                      <a:pt x="1115" y="5594"/>
                    </a:cubicBezTo>
                    <a:cubicBezTo>
                      <a:pt x="1710" y="6189"/>
                      <a:pt x="2516" y="6524"/>
                      <a:pt x="3357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26" name="Freeform: Shape 12325">
                <a:extLst>
                  <a:ext uri="{FF2B5EF4-FFF2-40B4-BE49-F238E27FC236}">
                    <a16:creationId xmlns:a16="http://schemas.microsoft.com/office/drawing/2014/main" id="{F0BB38A7-F04D-D03C-D88B-E568DE27593F}"/>
                  </a:ext>
                </a:extLst>
              </p:cNvPr>
              <p:cNvSpPr/>
              <p:nvPr/>
            </p:nvSpPr>
            <p:spPr>
              <a:xfrm>
                <a:off x="8765050" y="5736009"/>
                <a:ext cx="6343" cy="6345"/>
              </a:xfrm>
              <a:custGeom>
                <a:avLst/>
                <a:gdLst>
                  <a:gd name="connsiteX0" fmla="*/ 3357 w 6343"/>
                  <a:gd name="connsiteY0" fmla="*/ 6523 h 6345"/>
                  <a:gd name="connsiteX1" fmla="*/ 5600 w 6343"/>
                  <a:gd name="connsiteY1" fmla="*/ 5594 h 6345"/>
                  <a:gd name="connsiteX2" fmla="*/ 6529 w 6343"/>
                  <a:gd name="connsiteY2" fmla="*/ 3351 h 6345"/>
                  <a:gd name="connsiteX3" fmla="*/ 5600 w 6343"/>
                  <a:gd name="connsiteY3" fmla="*/ 1107 h 6345"/>
                  <a:gd name="connsiteX4" fmla="*/ 3357 w 6343"/>
                  <a:gd name="connsiteY4" fmla="*/ 178 h 6345"/>
                  <a:gd name="connsiteX5" fmla="*/ 1115 w 6343"/>
                  <a:gd name="connsiteY5" fmla="*/ 1107 h 6345"/>
                  <a:gd name="connsiteX6" fmla="*/ 186 w 6343"/>
                  <a:gd name="connsiteY6" fmla="*/ 3351 h 6345"/>
                  <a:gd name="connsiteX7" fmla="*/ 1115 w 6343"/>
                  <a:gd name="connsiteY7" fmla="*/ 5594 h 6345"/>
                  <a:gd name="connsiteX8" fmla="*/ 3357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23"/>
                    </a:moveTo>
                    <a:cubicBezTo>
                      <a:pt x="4198" y="6523"/>
                      <a:pt x="5005" y="6189"/>
                      <a:pt x="5600" y="5594"/>
                    </a:cubicBezTo>
                    <a:cubicBezTo>
                      <a:pt x="6195" y="4999"/>
                      <a:pt x="6529" y="4192"/>
                      <a:pt x="6529" y="3351"/>
                    </a:cubicBezTo>
                    <a:cubicBezTo>
                      <a:pt x="6529" y="2509"/>
                      <a:pt x="6195" y="1702"/>
                      <a:pt x="5600" y="1107"/>
                    </a:cubicBezTo>
                    <a:cubicBezTo>
                      <a:pt x="5005" y="512"/>
                      <a:pt x="4198" y="178"/>
                      <a:pt x="3357" y="178"/>
                    </a:cubicBezTo>
                    <a:cubicBezTo>
                      <a:pt x="2516" y="178"/>
                      <a:pt x="1709" y="512"/>
                      <a:pt x="1115" y="1107"/>
                    </a:cubicBezTo>
                    <a:cubicBezTo>
                      <a:pt x="520" y="1702"/>
                      <a:pt x="186" y="2509"/>
                      <a:pt x="186" y="3351"/>
                    </a:cubicBezTo>
                    <a:cubicBezTo>
                      <a:pt x="186" y="4192"/>
                      <a:pt x="520" y="4999"/>
                      <a:pt x="1115" y="5594"/>
                    </a:cubicBezTo>
                    <a:cubicBezTo>
                      <a:pt x="1709" y="6189"/>
                      <a:pt x="2516" y="6523"/>
                      <a:pt x="3357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27" name="Freeform: Shape 12326">
                <a:extLst>
                  <a:ext uri="{FF2B5EF4-FFF2-40B4-BE49-F238E27FC236}">
                    <a16:creationId xmlns:a16="http://schemas.microsoft.com/office/drawing/2014/main" id="{16C468F2-FD54-9937-AC94-1ADE793CBA84}"/>
                  </a:ext>
                </a:extLst>
              </p:cNvPr>
              <p:cNvSpPr/>
              <p:nvPr/>
            </p:nvSpPr>
            <p:spPr>
              <a:xfrm>
                <a:off x="8762404" y="5731797"/>
                <a:ext cx="6343" cy="6345"/>
              </a:xfrm>
              <a:custGeom>
                <a:avLst/>
                <a:gdLst>
                  <a:gd name="connsiteX0" fmla="*/ 3357 w 6343"/>
                  <a:gd name="connsiteY0" fmla="*/ 6523 h 6345"/>
                  <a:gd name="connsiteX1" fmla="*/ 5600 w 6343"/>
                  <a:gd name="connsiteY1" fmla="*/ 5594 h 6345"/>
                  <a:gd name="connsiteX2" fmla="*/ 6529 w 6343"/>
                  <a:gd name="connsiteY2" fmla="*/ 3350 h 6345"/>
                  <a:gd name="connsiteX3" fmla="*/ 5600 w 6343"/>
                  <a:gd name="connsiteY3" fmla="*/ 1107 h 6345"/>
                  <a:gd name="connsiteX4" fmla="*/ 3357 w 6343"/>
                  <a:gd name="connsiteY4" fmla="*/ 177 h 6345"/>
                  <a:gd name="connsiteX5" fmla="*/ 1114 w 6343"/>
                  <a:gd name="connsiteY5" fmla="*/ 1107 h 6345"/>
                  <a:gd name="connsiteX6" fmla="*/ 186 w 6343"/>
                  <a:gd name="connsiteY6" fmla="*/ 3350 h 6345"/>
                  <a:gd name="connsiteX7" fmla="*/ 1114 w 6343"/>
                  <a:gd name="connsiteY7" fmla="*/ 5594 h 6345"/>
                  <a:gd name="connsiteX8" fmla="*/ 3357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23"/>
                    </a:moveTo>
                    <a:cubicBezTo>
                      <a:pt x="4198" y="6523"/>
                      <a:pt x="5005" y="6189"/>
                      <a:pt x="5600" y="5594"/>
                    </a:cubicBezTo>
                    <a:cubicBezTo>
                      <a:pt x="6194" y="4999"/>
                      <a:pt x="6529" y="4192"/>
                      <a:pt x="6529" y="3350"/>
                    </a:cubicBezTo>
                    <a:cubicBezTo>
                      <a:pt x="6529" y="2509"/>
                      <a:pt x="6194" y="1702"/>
                      <a:pt x="5600" y="1107"/>
                    </a:cubicBezTo>
                    <a:cubicBezTo>
                      <a:pt x="5005" y="512"/>
                      <a:pt x="4198" y="177"/>
                      <a:pt x="3357" y="177"/>
                    </a:cubicBezTo>
                    <a:cubicBezTo>
                      <a:pt x="2516" y="177"/>
                      <a:pt x="1709" y="512"/>
                      <a:pt x="1114" y="1107"/>
                    </a:cubicBezTo>
                    <a:cubicBezTo>
                      <a:pt x="520" y="1702"/>
                      <a:pt x="186" y="2509"/>
                      <a:pt x="186" y="3350"/>
                    </a:cubicBezTo>
                    <a:cubicBezTo>
                      <a:pt x="186" y="4192"/>
                      <a:pt x="520" y="4999"/>
                      <a:pt x="1114" y="5594"/>
                    </a:cubicBezTo>
                    <a:cubicBezTo>
                      <a:pt x="1709" y="6189"/>
                      <a:pt x="2516" y="6523"/>
                      <a:pt x="3357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28" name="Freeform: Shape 12327">
                <a:extLst>
                  <a:ext uri="{FF2B5EF4-FFF2-40B4-BE49-F238E27FC236}">
                    <a16:creationId xmlns:a16="http://schemas.microsoft.com/office/drawing/2014/main" id="{5E4C0C89-10BC-ABD9-0400-DFFBED9BB76C}"/>
                  </a:ext>
                </a:extLst>
              </p:cNvPr>
              <p:cNvSpPr/>
              <p:nvPr/>
            </p:nvSpPr>
            <p:spPr>
              <a:xfrm>
                <a:off x="8759045" y="5728038"/>
                <a:ext cx="6343" cy="6345"/>
              </a:xfrm>
              <a:custGeom>
                <a:avLst/>
                <a:gdLst>
                  <a:gd name="connsiteX0" fmla="*/ 3357 w 6343"/>
                  <a:gd name="connsiteY0" fmla="*/ 6523 h 6345"/>
                  <a:gd name="connsiteX1" fmla="*/ 5599 w 6343"/>
                  <a:gd name="connsiteY1" fmla="*/ 5593 h 6345"/>
                  <a:gd name="connsiteX2" fmla="*/ 6528 w 6343"/>
                  <a:gd name="connsiteY2" fmla="*/ 3350 h 6345"/>
                  <a:gd name="connsiteX3" fmla="*/ 5599 w 6343"/>
                  <a:gd name="connsiteY3" fmla="*/ 1106 h 6345"/>
                  <a:gd name="connsiteX4" fmla="*/ 3357 w 6343"/>
                  <a:gd name="connsiteY4" fmla="*/ 177 h 6345"/>
                  <a:gd name="connsiteX5" fmla="*/ 1114 w 6343"/>
                  <a:gd name="connsiteY5" fmla="*/ 1106 h 6345"/>
                  <a:gd name="connsiteX6" fmla="*/ 185 w 6343"/>
                  <a:gd name="connsiteY6" fmla="*/ 3350 h 6345"/>
                  <a:gd name="connsiteX7" fmla="*/ 1114 w 6343"/>
                  <a:gd name="connsiteY7" fmla="*/ 5593 h 6345"/>
                  <a:gd name="connsiteX8" fmla="*/ 3357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23"/>
                    </a:moveTo>
                    <a:cubicBezTo>
                      <a:pt x="4198" y="6523"/>
                      <a:pt x="5005" y="6188"/>
                      <a:pt x="5599" y="5593"/>
                    </a:cubicBezTo>
                    <a:cubicBezTo>
                      <a:pt x="6194" y="4998"/>
                      <a:pt x="6528" y="4191"/>
                      <a:pt x="6528" y="3350"/>
                    </a:cubicBezTo>
                    <a:cubicBezTo>
                      <a:pt x="6528" y="2508"/>
                      <a:pt x="6194" y="1701"/>
                      <a:pt x="5599" y="1106"/>
                    </a:cubicBezTo>
                    <a:cubicBezTo>
                      <a:pt x="5005" y="511"/>
                      <a:pt x="4198" y="177"/>
                      <a:pt x="3357" y="177"/>
                    </a:cubicBezTo>
                    <a:cubicBezTo>
                      <a:pt x="2516" y="177"/>
                      <a:pt x="1709" y="511"/>
                      <a:pt x="1114" y="1106"/>
                    </a:cubicBezTo>
                    <a:cubicBezTo>
                      <a:pt x="519" y="1701"/>
                      <a:pt x="185" y="2508"/>
                      <a:pt x="185" y="3350"/>
                    </a:cubicBezTo>
                    <a:cubicBezTo>
                      <a:pt x="185" y="4191"/>
                      <a:pt x="519" y="4998"/>
                      <a:pt x="1114" y="5593"/>
                    </a:cubicBezTo>
                    <a:cubicBezTo>
                      <a:pt x="1709" y="6188"/>
                      <a:pt x="2516" y="6523"/>
                      <a:pt x="3357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29" name="Freeform: Shape 12328">
                <a:extLst>
                  <a:ext uri="{FF2B5EF4-FFF2-40B4-BE49-F238E27FC236}">
                    <a16:creationId xmlns:a16="http://schemas.microsoft.com/office/drawing/2014/main" id="{E23249DF-7060-3706-94AC-6BF180E04B28}"/>
                  </a:ext>
                </a:extLst>
              </p:cNvPr>
              <p:cNvSpPr/>
              <p:nvPr/>
            </p:nvSpPr>
            <p:spPr>
              <a:xfrm>
                <a:off x="8755442" y="5724419"/>
                <a:ext cx="6343" cy="6345"/>
              </a:xfrm>
              <a:custGeom>
                <a:avLst/>
                <a:gdLst>
                  <a:gd name="connsiteX0" fmla="*/ 3357 w 6343"/>
                  <a:gd name="connsiteY0" fmla="*/ 6522 h 6345"/>
                  <a:gd name="connsiteX1" fmla="*/ 5599 w 6343"/>
                  <a:gd name="connsiteY1" fmla="*/ 5593 h 6345"/>
                  <a:gd name="connsiteX2" fmla="*/ 6528 w 6343"/>
                  <a:gd name="connsiteY2" fmla="*/ 3350 h 6345"/>
                  <a:gd name="connsiteX3" fmla="*/ 5599 w 6343"/>
                  <a:gd name="connsiteY3" fmla="*/ 1106 h 6345"/>
                  <a:gd name="connsiteX4" fmla="*/ 3357 w 6343"/>
                  <a:gd name="connsiteY4" fmla="*/ 177 h 6345"/>
                  <a:gd name="connsiteX5" fmla="*/ 1114 w 6343"/>
                  <a:gd name="connsiteY5" fmla="*/ 1106 h 6345"/>
                  <a:gd name="connsiteX6" fmla="*/ 185 w 6343"/>
                  <a:gd name="connsiteY6" fmla="*/ 3350 h 6345"/>
                  <a:gd name="connsiteX7" fmla="*/ 1114 w 6343"/>
                  <a:gd name="connsiteY7" fmla="*/ 5593 h 6345"/>
                  <a:gd name="connsiteX8" fmla="*/ 3357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22"/>
                    </a:moveTo>
                    <a:cubicBezTo>
                      <a:pt x="4198" y="6522"/>
                      <a:pt x="5004" y="6188"/>
                      <a:pt x="5599" y="5593"/>
                    </a:cubicBezTo>
                    <a:cubicBezTo>
                      <a:pt x="6194" y="4998"/>
                      <a:pt x="6528" y="4191"/>
                      <a:pt x="6528" y="3350"/>
                    </a:cubicBezTo>
                    <a:cubicBezTo>
                      <a:pt x="6528" y="2508"/>
                      <a:pt x="6194" y="1701"/>
                      <a:pt x="5599" y="1106"/>
                    </a:cubicBezTo>
                    <a:cubicBezTo>
                      <a:pt x="5004" y="511"/>
                      <a:pt x="4198" y="177"/>
                      <a:pt x="3357" y="177"/>
                    </a:cubicBezTo>
                    <a:cubicBezTo>
                      <a:pt x="2515" y="177"/>
                      <a:pt x="1709" y="511"/>
                      <a:pt x="1114" y="1106"/>
                    </a:cubicBezTo>
                    <a:cubicBezTo>
                      <a:pt x="519" y="1701"/>
                      <a:pt x="185" y="2508"/>
                      <a:pt x="185" y="3350"/>
                    </a:cubicBezTo>
                    <a:cubicBezTo>
                      <a:pt x="185" y="4191"/>
                      <a:pt x="519" y="4998"/>
                      <a:pt x="1114" y="5593"/>
                    </a:cubicBezTo>
                    <a:cubicBezTo>
                      <a:pt x="1709" y="6188"/>
                      <a:pt x="2515" y="6522"/>
                      <a:pt x="3357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30" name="Freeform: Shape 12329">
                <a:extLst>
                  <a:ext uri="{FF2B5EF4-FFF2-40B4-BE49-F238E27FC236}">
                    <a16:creationId xmlns:a16="http://schemas.microsoft.com/office/drawing/2014/main" id="{5C8BDE0F-A3B0-EC29-4538-349D824A025D}"/>
                  </a:ext>
                </a:extLst>
              </p:cNvPr>
              <p:cNvSpPr/>
              <p:nvPr/>
            </p:nvSpPr>
            <p:spPr>
              <a:xfrm>
                <a:off x="8751378" y="5721067"/>
                <a:ext cx="6343" cy="6345"/>
              </a:xfrm>
              <a:custGeom>
                <a:avLst/>
                <a:gdLst>
                  <a:gd name="connsiteX0" fmla="*/ 3356 w 6343"/>
                  <a:gd name="connsiteY0" fmla="*/ 6522 h 6345"/>
                  <a:gd name="connsiteX1" fmla="*/ 5599 w 6343"/>
                  <a:gd name="connsiteY1" fmla="*/ 5593 h 6345"/>
                  <a:gd name="connsiteX2" fmla="*/ 6528 w 6343"/>
                  <a:gd name="connsiteY2" fmla="*/ 3349 h 6345"/>
                  <a:gd name="connsiteX3" fmla="*/ 5599 w 6343"/>
                  <a:gd name="connsiteY3" fmla="*/ 1106 h 6345"/>
                  <a:gd name="connsiteX4" fmla="*/ 3356 w 6343"/>
                  <a:gd name="connsiteY4" fmla="*/ 177 h 6345"/>
                  <a:gd name="connsiteX5" fmla="*/ 1114 w 6343"/>
                  <a:gd name="connsiteY5" fmla="*/ 1106 h 6345"/>
                  <a:gd name="connsiteX6" fmla="*/ 185 w 6343"/>
                  <a:gd name="connsiteY6" fmla="*/ 3349 h 6345"/>
                  <a:gd name="connsiteX7" fmla="*/ 1114 w 6343"/>
                  <a:gd name="connsiteY7" fmla="*/ 5593 h 6345"/>
                  <a:gd name="connsiteX8" fmla="*/ 3356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522"/>
                    </a:moveTo>
                    <a:cubicBezTo>
                      <a:pt x="4197" y="6522"/>
                      <a:pt x="5004" y="6188"/>
                      <a:pt x="5599" y="5593"/>
                    </a:cubicBezTo>
                    <a:cubicBezTo>
                      <a:pt x="6194" y="4998"/>
                      <a:pt x="6528" y="4191"/>
                      <a:pt x="6528" y="3349"/>
                    </a:cubicBezTo>
                    <a:cubicBezTo>
                      <a:pt x="6528" y="2508"/>
                      <a:pt x="6194" y="1701"/>
                      <a:pt x="5599" y="1106"/>
                    </a:cubicBezTo>
                    <a:cubicBezTo>
                      <a:pt x="5004" y="511"/>
                      <a:pt x="4197" y="177"/>
                      <a:pt x="3356" y="177"/>
                    </a:cubicBezTo>
                    <a:cubicBezTo>
                      <a:pt x="2515" y="177"/>
                      <a:pt x="1708" y="511"/>
                      <a:pt x="1114" y="1106"/>
                    </a:cubicBezTo>
                    <a:cubicBezTo>
                      <a:pt x="519" y="1701"/>
                      <a:pt x="185" y="2508"/>
                      <a:pt x="185" y="3349"/>
                    </a:cubicBezTo>
                    <a:cubicBezTo>
                      <a:pt x="185" y="4191"/>
                      <a:pt x="519" y="4998"/>
                      <a:pt x="1114" y="5593"/>
                    </a:cubicBezTo>
                    <a:cubicBezTo>
                      <a:pt x="1708" y="6188"/>
                      <a:pt x="2515" y="6522"/>
                      <a:pt x="3356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31" name="Freeform: Shape 12330">
                <a:extLst>
                  <a:ext uri="{FF2B5EF4-FFF2-40B4-BE49-F238E27FC236}">
                    <a16:creationId xmlns:a16="http://schemas.microsoft.com/office/drawing/2014/main" id="{68D9C2DA-FBE2-0518-DA2A-CB0B1C7CBF01}"/>
                  </a:ext>
                </a:extLst>
              </p:cNvPr>
              <p:cNvSpPr/>
              <p:nvPr/>
            </p:nvSpPr>
            <p:spPr>
              <a:xfrm>
                <a:off x="8746209" y="5718363"/>
                <a:ext cx="6343" cy="6345"/>
              </a:xfrm>
              <a:custGeom>
                <a:avLst/>
                <a:gdLst>
                  <a:gd name="connsiteX0" fmla="*/ 3356 w 6343"/>
                  <a:gd name="connsiteY0" fmla="*/ 6522 h 6345"/>
                  <a:gd name="connsiteX1" fmla="*/ 5598 w 6343"/>
                  <a:gd name="connsiteY1" fmla="*/ 5593 h 6345"/>
                  <a:gd name="connsiteX2" fmla="*/ 6527 w 6343"/>
                  <a:gd name="connsiteY2" fmla="*/ 3349 h 6345"/>
                  <a:gd name="connsiteX3" fmla="*/ 5598 w 6343"/>
                  <a:gd name="connsiteY3" fmla="*/ 1106 h 6345"/>
                  <a:gd name="connsiteX4" fmla="*/ 3356 w 6343"/>
                  <a:gd name="connsiteY4" fmla="*/ 176 h 6345"/>
                  <a:gd name="connsiteX5" fmla="*/ 1113 w 6343"/>
                  <a:gd name="connsiteY5" fmla="*/ 1106 h 6345"/>
                  <a:gd name="connsiteX6" fmla="*/ 184 w 6343"/>
                  <a:gd name="connsiteY6" fmla="*/ 3349 h 6345"/>
                  <a:gd name="connsiteX7" fmla="*/ 1113 w 6343"/>
                  <a:gd name="connsiteY7" fmla="*/ 5593 h 6345"/>
                  <a:gd name="connsiteX8" fmla="*/ 3356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522"/>
                    </a:moveTo>
                    <a:cubicBezTo>
                      <a:pt x="4197" y="6522"/>
                      <a:pt x="5004" y="6188"/>
                      <a:pt x="5598" y="5593"/>
                    </a:cubicBezTo>
                    <a:cubicBezTo>
                      <a:pt x="6193" y="4998"/>
                      <a:pt x="6527" y="4191"/>
                      <a:pt x="6527" y="3349"/>
                    </a:cubicBezTo>
                    <a:cubicBezTo>
                      <a:pt x="6527" y="2508"/>
                      <a:pt x="6193" y="1701"/>
                      <a:pt x="5598" y="1106"/>
                    </a:cubicBezTo>
                    <a:cubicBezTo>
                      <a:pt x="5004" y="511"/>
                      <a:pt x="4197" y="176"/>
                      <a:pt x="3356" y="176"/>
                    </a:cubicBezTo>
                    <a:cubicBezTo>
                      <a:pt x="2515" y="176"/>
                      <a:pt x="1708" y="511"/>
                      <a:pt x="1113" y="1106"/>
                    </a:cubicBezTo>
                    <a:cubicBezTo>
                      <a:pt x="518" y="1701"/>
                      <a:pt x="184" y="2508"/>
                      <a:pt x="184" y="3349"/>
                    </a:cubicBezTo>
                    <a:cubicBezTo>
                      <a:pt x="184" y="4191"/>
                      <a:pt x="518" y="4998"/>
                      <a:pt x="1113" y="5593"/>
                    </a:cubicBezTo>
                    <a:cubicBezTo>
                      <a:pt x="1708" y="6188"/>
                      <a:pt x="2515" y="6522"/>
                      <a:pt x="3356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32" name="Freeform: Shape 12331">
                <a:extLst>
                  <a:ext uri="{FF2B5EF4-FFF2-40B4-BE49-F238E27FC236}">
                    <a16:creationId xmlns:a16="http://schemas.microsoft.com/office/drawing/2014/main" id="{C48A93F8-81E1-5F4D-D4F5-FE677C0AC5A2}"/>
                  </a:ext>
                </a:extLst>
              </p:cNvPr>
              <p:cNvSpPr/>
              <p:nvPr/>
            </p:nvSpPr>
            <p:spPr>
              <a:xfrm>
                <a:off x="8741743" y="5715194"/>
                <a:ext cx="6343" cy="6345"/>
              </a:xfrm>
              <a:custGeom>
                <a:avLst/>
                <a:gdLst>
                  <a:gd name="connsiteX0" fmla="*/ 3355 w 6343"/>
                  <a:gd name="connsiteY0" fmla="*/ 6522 h 6345"/>
                  <a:gd name="connsiteX1" fmla="*/ 5598 w 6343"/>
                  <a:gd name="connsiteY1" fmla="*/ 5592 h 6345"/>
                  <a:gd name="connsiteX2" fmla="*/ 6527 w 6343"/>
                  <a:gd name="connsiteY2" fmla="*/ 3349 h 6345"/>
                  <a:gd name="connsiteX3" fmla="*/ 5598 w 6343"/>
                  <a:gd name="connsiteY3" fmla="*/ 1105 h 6345"/>
                  <a:gd name="connsiteX4" fmla="*/ 3355 w 6343"/>
                  <a:gd name="connsiteY4" fmla="*/ 176 h 6345"/>
                  <a:gd name="connsiteX5" fmla="*/ 1113 w 6343"/>
                  <a:gd name="connsiteY5" fmla="*/ 1105 h 6345"/>
                  <a:gd name="connsiteX6" fmla="*/ 184 w 6343"/>
                  <a:gd name="connsiteY6" fmla="*/ 3349 h 6345"/>
                  <a:gd name="connsiteX7" fmla="*/ 1113 w 6343"/>
                  <a:gd name="connsiteY7" fmla="*/ 5592 h 6345"/>
                  <a:gd name="connsiteX8" fmla="*/ 3355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22"/>
                    </a:moveTo>
                    <a:cubicBezTo>
                      <a:pt x="4197" y="6522"/>
                      <a:pt x="5003" y="6187"/>
                      <a:pt x="5598" y="5592"/>
                    </a:cubicBezTo>
                    <a:cubicBezTo>
                      <a:pt x="6193" y="4997"/>
                      <a:pt x="6527" y="4190"/>
                      <a:pt x="6527" y="3349"/>
                    </a:cubicBezTo>
                    <a:cubicBezTo>
                      <a:pt x="6527" y="2507"/>
                      <a:pt x="6193" y="1700"/>
                      <a:pt x="5598" y="1105"/>
                    </a:cubicBezTo>
                    <a:cubicBezTo>
                      <a:pt x="5003" y="510"/>
                      <a:pt x="4197" y="176"/>
                      <a:pt x="3355" y="176"/>
                    </a:cubicBezTo>
                    <a:cubicBezTo>
                      <a:pt x="2514" y="176"/>
                      <a:pt x="1708" y="510"/>
                      <a:pt x="1113" y="1105"/>
                    </a:cubicBezTo>
                    <a:cubicBezTo>
                      <a:pt x="518" y="1700"/>
                      <a:pt x="184" y="2507"/>
                      <a:pt x="184" y="3349"/>
                    </a:cubicBezTo>
                    <a:cubicBezTo>
                      <a:pt x="184" y="4190"/>
                      <a:pt x="518" y="4997"/>
                      <a:pt x="1113" y="5592"/>
                    </a:cubicBezTo>
                    <a:cubicBezTo>
                      <a:pt x="1708" y="6187"/>
                      <a:pt x="2514" y="6522"/>
                      <a:pt x="3355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33" name="Freeform: Shape 12332">
                <a:extLst>
                  <a:ext uri="{FF2B5EF4-FFF2-40B4-BE49-F238E27FC236}">
                    <a16:creationId xmlns:a16="http://schemas.microsoft.com/office/drawing/2014/main" id="{0CBCA88C-F9C7-1EFA-B79B-15AC84287456}"/>
                  </a:ext>
                </a:extLst>
              </p:cNvPr>
              <p:cNvSpPr/>
              <p:nvPr/>
            </p:nvSpPr>
            <p:spPr>
              <a:xfrm>
                <a:off x="8733685" y="5714116"/>
                <a:ext cx="6343" cy="6345"/>
              </a:xfrm>
              <a:custGeom>
                <a:avLst/>
                <a:gdLst>
                  <a:gd name="connsiteX0" fmla="*/ 3355 w 6343"/>
                  <a:gd name="connsiteY0" fmla="*/ 6521 h 6345"/>
                  <a:gd name="connsiteX1" fmla="*/ 5597 w 6343"/>
                  <a:gd name="connsiteY1" fmla="*/ 5592 h 6345"/>
                  <a:gd name="connsiteX2" fmla="*/ 6526 w 6343"/>
                  <a:gd name="connsiteY2" fmla="*/ 3349 h 6345"/>
                  <a:gd name="connsiteX3" fmla="*/ 5597 w 6343"/>
                  <a:gd name="connsiteY3" fmla="*/ 1105 h 6345"/>
                  <a:gd name="connsiteX4" fmla="*/ 3355 w 6343"/>
                  <a:gd name="connsiteY4" fmla="*/ 176 h 6345"/>
                  <a:gd name="connsiteX5" fmla="*/ 1112 w 6343"/>
                  <a:gd name="connsiteY5" fmla="*/ 1105 h 6345"/>
                  <a:gd name="connsiteX6" fmla="*/ 183 w 6343"/>
                  <a:gd name="connsiteY6" fmla="*/ 3349 h 6345"/>
                  <a:gd name="connsiteX7" fmla="*/ 1112 w 6343"/>
                  <a:gd name="connsiteY7" fmla="*/ 5592 h 6345"/>
                  <a:gd name="connsiteX8" fmla="*/ 3355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21"/>
                    </a:moveTo>
                    <a:cubicBezTo>
                      <a:pt x="4196" y="6521"/>
                      <a:pt x="5003" y="6187"/>
                      <a:pt x="5597" y="5592"/>
                    </a:cubicBezTo>
                    <a:cubicBezTo>
                      <a:pt x="6192" y="4997"/>
                      <a:pt x="6526" y="4190"/>
                      <a:pt x="6526" y="3349"/>
                    </a:cubicBezTo>
                    <a:cubicBezTo>
                      <a:pt x="6526" y="2507"/>
                      <a:pt x="6192" y="1700"/>
                      <a:pt x="5597" y="1105"/>
                    </a:cubicBezTo>
                    <a:cubicBezTo>
                      <a:pt x="5003" y="510"/>
                      <a:pt x="4196" y="176"/>
                      <a:pt x="3355" y="176"/>
                    </a:cubicBezTo>
                    <a:cubicBezTo>
                      <a:pt x="2514" y="176"/>
                      <a:pt x="1707" y="510"/>
                      <a:pt x="1112" y="1105"/>
                    </a:cubicBezTo>
                    <a:cubicBezTo>
                      <a:pt x="517" y="1700"/>
                      <a:pt x="183" y="2507"/>
                      <a:pt x="183" y="3349"/>
                    </a:cubicBezTo>
                    <a:cubicBezTo>
                      <a:pt x="183" y="4190"/>
                      <a:pt x="517" y="4997"/>
                      <a:pt x="1112" y="5592"/>
                    </a:cubicBezTo>
                    <a:cubicBezTo>
                      <a:pt x="1707" y="6187"/>
                      <a:pt x="2514" y="6521"/>
                      <a:pt x="3355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34" name="Freeform: Shape 12333">
                <a:extLst>
                  <a:ext uri="{FF2B5EF4-FFF2-40B4-BE49-F238E27FC236}">
                    <a16:creationId xmlns:a16="http://schemas.microsoft.com/office/drawing/2014/main" id="{B4BDCA69-4434-4B7F-3C67-913F378F4BE1}"/>
                  </a:ext>
                </a:extLst>
              </p:cNvPr>
              <p:cNvSpPr/>
              <p:nvPr/>
            </p:nvSpPr>
            <p:spPr>
              <a:xfrm>
                <a:off x="8729016" y="5710973"/>
                <a:ext cx="6343" cy="6345"/>
              </a:xfrm>
              <a:custGeom>
                <a:avLst/>
                <a:gdLst>
                  <a:gd name="connsiteX0" fmla="*/ 3354 w 6343"/>
                  <a:gd name="connsiteY0" fmla="*/ 6521 h 6345"/>
                  <a:gd name="connsiteX1" fmla="*/ 5597 w 6343"/>
                  <a:gd name="connsiteY1" fmla="*/ 5592 h 6345"/>
                  <a:gd name="connsiteX2" fmla="*/ 6526 w 6343"/>
                  <a:gd name="connsiteY2" fmla="*/ 3349 h 6345"/>
                  <a:gd name="connsiteX3" fmla="*/ 5597 w 6343"/>
                  <a:gd name="connsiteY3" fmla="*/ 1105 h 6345"/>
                  <a:gd name="connsiteX4" fmla="*/ 3354 w 6343"/>
                  <a:gd name="connsiteY4" fmla="*/ 176 h 6345"/>
                  <a:gd name="connsiteX5" fmla="*/ 1112 w 6343"/>
                  <a:gd name="connsiteY5" fmla="*/ 1105 h 6345"/>
                  <a:gd name="connsiteX6" fmla="*/ 183 w 6343"/>
                  <a:gd name="connsiteY6" fmla="*/ 3349 h 6345"/>
                  <a:gd name="connsiteX7" fmla="*/ 1112 w 6343"/>
                  <a:gd name="connsiteY7" fmla="*/ 5592 h 6345"/>
                  <a:gd name="connsiteX8" fmla="*/ 3354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21"/>
                    </a:moveTo>
                    <a:cubicBezTo>
                      <a:pt x="4196" y="6521"/>
                      <a:pt x="5002" y="6187"/>
                      <a:pt x="5597" y="5592"/>
                    </a:cubicBezTo>
                    <a:cubicBezTo>
                      <a:pt x="6192" y="4997"/>
                      <a:pt x="6526" y="4190"/>
                      <a:pt x="6526" y="3349"/>
                    </a:cubicBezTo>
                    <a:cubicBezTo>
                      <a:pt x="6526" y="2507"/>
                      <a:pt x="6192" y="1700"/>
                      <a:pt x="5597" y="1105"/>
                    </a:cubicBezTo>
                    <a:cubicBezTo>
                      <a:pt x="5002" y="510"/>
                      <a:pt x="4196" y="176"/>
                      <a:pt x="3354" y="176"/>
                    </a:cubicBezTo>
                    <a:cubicBezTo>
                      <a:pt x="2513" y="176"/>
                      <a:pt x="1707" y="510"/>
                      <a:pt x="1112" y="1105"/>
                    </a:cubicBezTo>
                    <a:cubicBezTo>
                      <a:pt x="517" y="1700"/>
                      <a:pt x="183" y="2507"/>
                      <a:pt x="183" y="3349"/>
                    </a:cubicBezTo>
                    <a:cubicBezTo>
                      <a:pt x="183" y="4190"/>
                      <a:pt x="517" y="4997"/>
                      <a:pt x="1112" y="5592"/>
                    </a:cubicBezTo>
                    <a:cubicBezTo>
                      <a:pt x="1707" y="6187"/>
                      <a:pt x="2513" y="6521"/>
                      <a:pt x="3354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35" name="Freeform: Shape 12334">
                <a:extLst>
                  <a:ext uri="{FF2B5EF4-FFF2-40B4-BE49-F238E27FC236}">
                    <a16:creationId xmlns:a16="http://schemas.microsoft.com/office/drawing/2014/main" id="{FAAD1311-F5AB-3CCA-A47F-A61521C5AB99}"/>
                  </a:ext>
                </a:extLst>
              </p:cNvPr>
              <p:cNvSpPr/>
              <p:nvPr/>
            </p:nvSpPr>
            <p:spPr>
              <a:xfrm>
                <a:off x="8714010" y="5713735"/>
                <a:ext cx="6343" cy="6345"/>
              </a:xfrm>
              <a:custGeom>
                <a:avLst/>
                <a:gdLst>
                  <a:gd name="connsiteX0" fmla="*/ 3353 w 6343"/>
                  <a:gd name="connsiteY0" fmla="*/ 6521 h 6345"/>
                  <a:gd name="connsiteX1" fmla="*/ 5596 w 6343"/>
                  <a:gd name="connsiteY1" fmla="*/ 5592 h 6345"/>
                  <a:gd name="connsiteX2" fmla="*/ 6525 w 6343"/>
                  <a:gd name="connsiteY2" fmla="*/ 3349 h 6345"/>
                  <a:gd name="connsiteX3" fmla="*/ 5596 w 6343"/>
                  <a:gd name="connsiteY3" fmla="*/ 1105 h 6345"/>
                  <a:gd name="connsiteX4" fmla="*/ 3353 w 6343"/>
                  <a:gd name="connsiteY4" fmla="*/ 176 h 6345"/>
                  <a:gd name="connsiteX5" fmla="*/ 1111 w 6343"/>
                  <a:gd name="connsiteY5" fmla="*/ 1105 h 6345"/>
                  <a:gd name="connsiteX6" fmla="*/ 182 w 6343"/>
                  <a:gd name="connsiteY6" fmla="*/ 3349 h 6345"/>
                  <a:gd name="connsiteX7" fmla="*/ 1111 w 6343"/>
                  <a:gd name="connsiteY7" fmla="*/ 5592 h 6345"/>
                  <a:gd name="connsiteX8" fmla="*/ 3353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21"/>
                    </a:moveTo>
                    <a:cubicBezTo>
                      <a:pt x="4194" y="6521"/>
                      <a:pt x="5001" y="6187"/>
                      <a:pt x="5596" y="5592"/>
                    </a:cubicBezTo>
                    <a:cubicBezTo>
                      <a:pt x="6191" y="4997"/>
                      <a:pt x="6525" y="4190"/>
                      <a:pt x="6525" y="3349"/>
                    </a:cubicBezTo>
                    <a:cubicBezTo>
                      <a:pt x="6525" y="2507"/>
                      <a:pt x="6191" y="1700"/>
                      <a:pt x="5596" y="1105"/>
                    </a:cubicBezTo>
                    <a:cubicBezTo>
                      <a:pt x="5001" y="510"/>
                      <a:pt x="4194" y="176"/>
                      <a:pt x="3353" y="176"/>
                    </a:cubicBezTo>
                    <a:cubicBezTo>
                      <a:pt x="2512" y="176"/>
                      <a:pt x="1705" y="510"/>
                      <a:pt x="1111" y="1105"/>
                    </a:cubicBezTo>
                    <a:cubicBezTo>
                      <a:pt x="516" y="1700"/>
                      <a:pt x="182" y="2507"/>
                      <a:pt x="182" y="3349"/>
                    </a:cubicBezTo>
                    <a:cubicBezTo>
                      <a:pt x="182" y="4190"/>
                      <a:pt x="516" y="4997"/>
                      <a:pt x="1111" y="5592"/>
                    </a:cubicBezTo>
                    <a:cubicBezTo>
                      <a:pt x="1705" y="6187"/>
                      <a:pt x="2512" y="6521"/>
                      <a:pt x="3353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36" name="Freeform: Shape 12335">
                <a:extLst>
                  <a:ext uri="{FF2B5EF4-FFF2-40B4-BE49-F238E27FC236}">
                    <a16:creationId xmlns:a16="http://schemas.microsoft.com/office/drawing/2014/main" id="{E0FB6EBB-BC62-3263-39AF-BD0802808723}"/>
                  </a:ext>
                </a:extLst>
              </p:cNvPr>
              <p:cNvSpPr/>
              <p:nvPr/>
            </p:nvSpPr>
            <p:spPr>
              <a:xfrm>
                <a:off x="8704652" y="5713094"/>
                <a:ext cx="6343" cy="6345"/>
              </a:xfrm>
              <a:custGeom>
                <a:avLst/>
                <a:gdLst>
                  <a:gd name="connsiteX0" fmla="*/ 3353 w 6343"/>
                  <a:gd name="connsiteY0" fmla="*/ 6521 h 6345"/>
                  <a:gd name="connsiteX1" fmla="*/ 5595 w 6343"/>
                  <a:gd name="connsiteY1" fmla="*/ 5592 h 6345"/>
                  <a:gd name="connsiteX2" fmla="*/ 6524 w 6343"/>
                  <a:gd name="connsiteY2" fmla="*/ 3349 h 6345"/>
                  <a:gd name="connsiteX3" fmla="*/ 5595 w 6343"/>
                  <a:gd name="connsiteY3" fmla="*/ 1105 h 6345"/>
                  <a:gd name="connsiteX4" fmla="*/ 3353 w 6343"/>
                  <a:gd name="connsiteY4" fmla="*/ 176 h 6345"/>
                  <a:gd name="connsiteX5" fmla="*/ 1110 w 6343"/>
                  <a:gd name="connsiteY5" fmla="*/ 1105 h 6345"/>
                  <a:gd name="connsiteX6" fmla="*/ 181 w 6343"/>
                  <a:gd name="connsiteY6" fmla="*/ 3349 h 6345"/>
                  <a:gd name="connsiteX7" fmla="*/ 1110 w 6343"/>
                  <a:gd name="connsiteY7" fmla="*/ 5592 h 6345"/>
                  <a:gd name="connsiteX8" fmla="*/ 3353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21"/>
                    </a:moveTo>
                    <a:cubicBezTo>
                      <a:pt x="4194" y="6521"/>
                      <a:pt x="5000" y="6187"/>
                      <a:pt x="5595" y="5592"/>
                    </a:cubicBezTo>
                    <a:cubicBezTo>
                      <a:pt x="6190" y="4997"/>
                      <a:pt x="6524" y="4190"/>
                      <a:pt x="6524" y="3349"/>
                    </a:cubicBezTo>
                    <a:cubicBezTo>
                      <a:pt x="6524" y="2507"/>
                      <a:pt x="6190" y="1700"/>
                      <a:pt x="5595" y="1105"/>
                    </a:cubicBezTo>
                    <a:cubicBezTo>
                      <a:pt x="5000" y="510"/>
                      <a:pt x="4194" y="176"/>
                      <a:pt x="3353" y="176"/>
                    </a:cubicBezTo>
                    <a:cubicBezTo>
                      <a:pt x="2511" y="176"/>
                      <a:pt x="1705" y="510"/>
                      <a:pt x="1110" y="1105"/>
                    </a:cubicBezTo>
                    <a:cubicBezTo>
                      <a:pt x="515" y="1700"/>
                      <a:pt x="181" y="2507"/>
                      <a:pt x="181" y="3349"/>
                    </a:cubicBezTo>
                    <a:cubicBezTo>
                      <a:pt x="181" y="4190"/>
                      <a:pt x="515" y="4997"/>
                      <a:pt x="1110" y="5592"/>
                    </a:cubicBezTo>
                    <a:cubicBezTo>
                      <a:pt x="1705" y="6187"/>
                      <a:pt x="2511" y="6521"/>
                      <a:pt x="3353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37" name="Freeform: Shape 12336">
                <a:extLst>
                  <a:ext uri="{FF2B5EF4-FFF2-40B4-BE49-F238E27FC236}">
                    <a16:creationId xmlns:a16="http://schemas.microsoft.com/office/drawing/2014/main" id="{8D3F1B97-E739-3DD6-82FD-AE8516DF75FC}"/>
                  </a:ext>
                </a:extLst>
              </p:cNvPr>
              <p:cNvSpPr/>
              <p:nvPr/>
            </p:nvSpPr>
            <p:spPr>
              <a:xfrm>
                <a:off x="8696039" y="5711927"/>
                <a:ext cx="6343" cy="6345"/>
              </a:xfrm>
              <a:custGeom>
                <a:avLst/>
                <a:gdLst>
                  <a:gd name="connsiteX0" fmla="*/ 3352 w 6343"/>
                  <a:gd name="connsiteY0" fmla="*/ 6521 h 6345"/>
                  <a:gd name="connsiteX1" fmla="*/ 5594 w 6343"/>
                  <a:gd name="connsiteY1" fmla="*/ 5592 h 6345"/>
                  <a:gd name="connsiteX2" fmla="*/ 6523 w 6343"/>
                  <a:gd name="connsiteY2" fmla="*/ 3349 h 6345"/>
                  <a:gd name="connsiteX3" fmla="*/ 5594 w 6343"/>
                  <a:gd name="connsiteY3" fmla="*/ 1105 h 6345"/>
                  <a:gd name="connsiteX4" fmla="*/ 3352 w 6343"/>
                  <a:gd name="connsiteY4" fmla="*/ 176 h 6345"/>
                  <a:gd name="connsiteX5" fmla="*/ 1109 w 6343"/>
                  <a:gd name="connsiteY5" fmla="*/ 1105 h 6345"/>
                  <a:gd name="connsiteX6" fmla="*/ 180 w 6343"/>
                  <a:gd name="connsiteY6" fmla="*/ 3349 h 6345"/>
                  <a:gd name="connsiteX7" fmla="*/ 1109 w 6343"/>
                  <a:gd name="connsiteY7" fmla="*/ 5592 h 6345"/>
                  <a:gd name="connsiteX8" fmla="*/ 3352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521"/>
                    </a:moveTo>
                    <a:cubicBezTo>
                      <a:pt x="4193" y="6521"/>
                      <a:pt x="5000" y="6187"/>
                      <a:pt x="5594" y="5592"/>
                    </a:cubicBezTo>
                    <a:cubicBezTo>
                      <a:pt x="6189" y="4997"/>
                      <a:pt x="6523" y="4190"/>
                      <a:pt x="6523" y="3349"/>
                    </a:cubicBezTo>
                    <a:cubicBezTo>
                      <a:pt x="6523" y="2507"/>
                      <a:pt x="6189" y="1700"/>
                      <a:pt x="5594" y="1105"/>
                    </a:cubicBezTo>
                    <a:cubicBezTo>
                      <a:pt x="5000" y="510"/>
                      <a:pt x="4193" y="176"/>
                      <a:pt x="3352" y="176"/>
                    </a:cubicBezTo>
                    <a:cubicBezTo>
                      <a:pt x="2511" y="176"/>
                      <a:pt x="1704" y="510"/>
                      <a:pt x="1109" y="1105"/>
                    </a:cubicBezTo>
                    <a:cubicBezTo>
                      <a:pt x="514" y="1700"/>
                      <a:pt x="180" y="2507"/>
                      <a:pt x="180" y="3349"/>
                    </a:cubicBezTo>
                    <a:cubicBezTo>
                      <a:pt x="180" y="4190"/>
                      <a:pt x="514" y="4997"/>
                      <a:pt x="1109" y="5592"/>
                    </a:cubicBezTo>
                    <a:cubicBezTo>
                      <a:pt x="1704" y="6187"/>
                      <a:pt x="2511" y="6521"/>
                      <a:pt x="3352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38" name="Freeform: Shape 12337">
                <a:extLst>
                  <a:ext uri="{FF2B5EF4-FFF2-40B4-BE49-F238E27FC236}">
                    <a16:creationId xmlns:a16="http://schemas.microsoft.com/office/drawing/2014/main" id="{F396C957-CC98-167A-DD7E-2C6D5C67268A}"/>
                  </a:ext>
                </a:extLst>
              </p:cNvPr>
              <p:cNvSpPr/>
              <p:nvPr/>
            </p:nvSpPr>
            <p:spPr>
              <a:xfrm>
                <a:off x="8682868" y="5713171"/>
                <a:ext cx="6343" cy="6345"/>
              </a:xfrm>
              <a:custGeom>
                <a:avLst/>
                <a:gdLst>
                  <a:gd name="connsiteX0" fmla="*/ 3351 w 6343"/>
                  <a:gd name="connsiteY0" fmla="*/ 6521 h 6345"/>
                  <a:gd name="connsiteX1" fmla="*/ 5593 w 6343"/>
                  <a:gd name="connsiteY1" fmla="*/ 5592 h 6345"/>
                  <a:gd name="connsiteX2" fmla="*/ 6522 w 6343"/>
                  <a:gd name="connsiteY2" fmla="*/ 3349 h 6345"/>
                  <a:gd name="connsiteX3" fmla="*/ 5593 w 6343"/>
                  <a:gd name="connsiteY3" fmla="*/ 1105 h 6345"/>
                  <a:gd name="connsiteX4" fmla="*/ 3351 w 6343"/>
                  <a:gd name="connsiteY4" fmla="*/ 176 h 6345"/>
                  <a:gd name="connsiteX5" fmla="*/ 1108 w 6343"/>
                  <a:gd name="connsiteY5" fmla="*/ 1105 h 6345"/>
                  <a:gd name="connsiteX6" fmla="*/ 179 w 6343"/>
                  <a:gd name="connsiteY6" fmla="*/ 3349 h 6345"/>
                  <a:gd name="connsiteX7" fmla="*/ 1108 w 6343"/>
                  <a:gd name="connsiteY7" fmla="*/ 5592 h 6345"/>
                  <a:gd name="connsiteX8" fmla="*/ 3351 w 6343"/>
                  <a:gd name="connsiteY8" fmla="*/ 652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1" y="6521"/>
                    </a:moveTo>
                    <a:cubicBezTo>
                      <a:pt x="4192" y="6521"/>
                      <a:pt x="4999" y="6187"/>
                      <a:pt x="5593" y="5592"/>
                    </a:cubicBezTo>
                    <a:cubicBezTo>
                      <a:pt x="6188" y="4997"/>
                      <a:pt x="6522" y="4190"/>
                      <a:pt x="6522" y="3349"/>
                    </a:cubicBezTo>
                    <a:cubicBezTo>
                      <a:pt x="6522" y="2507"/>
                      <a:pt x="6188" y="1700"/>
                      <a:pt x="5593" y="1105"/>
                    </a:cubicBezTo>
                    <a:cubicBezTo>
                      <a:pt x="4999" y="510"/>
                      <a:pt x="4192" y="176"/>
                      <a:pt x="3351" y="176"/>
                    </a:cubicBezTo>
                    <a:cubicBezTo>
                      <a:pt x="2510" y="176"/>
                      <a:pt x="1703" y="510"/>
                      <a:pt x="1108" y="1105"/>
                    </a:cubicBezTo>
                    <a:cubicBezTo>
                      <a:pt x="513" y="1700"/>
                      <a:pt x="179" y="2507"/>
                      <a:pt x="179" y="3349"/>
                    </a:cubicBezTo>
                    <a:cubicBezTo>
                      <a:pt x="179" y="4190"/>
                      <a:pt x="513" y="4997"/>
                      <a:pt x="1108" y="5592"/>
                    </a:cubicBezTo>
                    <a:cubicBezTo>
                      <a:pt x="1703" y="6187"/>
                      <a:pt x="2510" y="6521"/>
                      <a:pt x="3351" y="65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39" name="Freeform: Shape 12338">
                <a:extLst>
                  <a:ext uri="{FF2B5EF4-FFF2-40B4-BE49-F238E27FC236}">
                    <a16:creationId xmlns:a16="http://schemas.microsoft.com/office/drawing/2014/main" id="{892EB469-39AB-B670-DCD1-A34E345E0EEB}"/>
                  </a:ext>
                </a:extLst>
              </p:cNvPr>
              <p:cNvSpPr/>
              <p:nvPr/>
            </p:nvSpPr>
            <p:spPr>
              <a:xfrm>
                <a:off x="8834120" y="5625068"/>
                <a:ext cx="6343" cy="6345"/>
              </a:xfrm>
              <a:custGeom>
                <a:avLst/>
                <a:gdLst>
                  <a:gd name="connsiteX0" fmla="*/ 3363 w 6343"/>
                  <a:gd name="connsiteY0" fmla="*/ 6514 h 6345"/>
                  <a:gd name="connsiteX1" fmla="*/ 5605 w 6343"/>
                  <a:gd name="connsiteY1" fmla="*/ 5585 h 6345"/>
                  <a:gd name="connsiteX2" fmla="*/ 6534 w 6343"/>
                  <a:gd name="connsiteY2" fmla="*/ 3342 h 6345"/>
                  <a:gd name="connsiteX3" fmla="*/ 5605 w 6343"/>
                  <a:gd name="connsiteY3" fmla="*/ 1098 h 6345"/>
                  <a:gd name="connsiteX4" fmla="*/ 3363 w 6343"/>
                  <a:gd name="connsiteY4" fmla="*/ 169 h 6345"/>
                  <a:gd name="connsiteX5" fmla="*/ 1120 w 6343"/>
                  <a:gd name="connsiteY5" fmla="*/ 1098 h 6345"/>
                  <a:gd name="connsiteX6" fmla="*/ 191 w 6343"/>
                  <a:gd name="connsiteY6" fmla="*/ 3342 h 6345"/>
                  <a:gd name="connsiteX7" fmla="*/ 1120 w 6343"/>
                  <a:gd name="connsiteY7" fmla="*/ 5585 h 6345"/>
                  <a:gd name="connsiteX8" fmla="*/ 3363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14"/>
                    </a:moveTo>
                    <a:cubicBezTo>
                      <a:pt x="4204" y="6514"/>
                      <a:pt x="5011" y="6180"/>
                      <a:pt x="5605" y="5585"/>
                    </a:cubicBezTo>
                    <a:cubicBezTo>
                      <a:pt x="6200" y="4990"/>
                      <a:pt x="6534" y="4183"/>
                      <a:pt x="6534" y="3342"/>
                    </a:cubicBezTo>
                    <a:cubicBezTo>
                      <a:pt x="6534" y="2500"/>
                      <a:pt x="6200" y="1693"/>
                      <a:pt x="5605" y="1098"/>
                    </a:cubicBezTo>
                    <a:cubicBezTo>
                      <a:pt x="5011" y="503"/>
                      <a:pt x="4204" y="169"/>
                      <a:pt x="3363" y="169"/>
                    </a:cubicBezTo>
                    <a:cubicBezTo>
                      <a:pt x="2522" y="169"/>
                      <a:pt x="1715" y="503"/>
                      <a:pt x="1120" y="1098"/>
                    </a:cubicBezTo>
                    <a:cubicBezTo>
                      <a:pt x="525" y="1693"/>
                      <a:pt x="191" y="2500"/>
                      <a:pt x="191" y="3342"/>
                    </a:cubicBezTo>
                    <a:cubicBezTo>
                      <a:pt x="191" y="4183"/>
                      <a:pt x="525" y="4990"/>
                      <a:pt x="1120" y="5585"/>
                    </a:cubicBezTo>
                    <a:cubicBezTo>
                      <a:pt x="1715" y="6180"/>
                      <a:pt x="2522" y="6514"/>
                      <a:pt x="3363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40" name="Freeform: Shape 12339">
                <a:extLst>
                  <a:ext uri="{FF2B5EF4-FFF2-40B4-BE49-F238E27FC236}">
                    <a16:creationId xmlns:a16="http://schemas.microsoft.com/office/drawing/2014/main" id="{5147DDDE-6685-9E38-AF8D-6536F7ED5CC9}"/>
                  </a:ext>
                </a:extLst>
              </p:cNvPr>
              <p:cNvSpPr/>
              <p:nvPr/>
            </p:nvSpPr>
            <p:spPr>
              <a:xfrm>
                <a:off x="8842628" y="5615690"/>
                <a:ext cx="6343" cy="6345"/>
              </a:xfrm>
              <a:custGeom>
                <a:avLst/>
                <a:gdLst>
                  <a:gd name="connsiteX0" fmla="*/ 3363 w 6343"/>
                  <a:gd name="connsiteY0" fmla="*/ 6514 h 6345"/>
                  <a:gd name="connsiteX1" fmla="*/ 5606 w 6343"/>
                  <a:gd name="connsiteY1" fmla="*/ 5584 h 6345"/>
                  <a:gd name="connsiteX2" fmla="*/ 6535 w 6343"/>
                  <a:gd name="connsiteY2" fmla="*/ 3341 h 6345"/>
                  <a:gd name="connsiteX3" fmla="*/ 5606 w 6343"/>
                  <a:gd name="connsiteY3" fmla="*/ 1098 h 6345"/>
                  <a:gd name="connsiteX4" fmla="*/ 3363 w 6343"/>
                  <a:gd name="connsiteY4" fmla="*/ 168 h 6345"/>
                  <a:gd name="connsiteX5" fmla="*/ 1121 w 6343"/>
                  <a:gd name="connsiteY5" fmla="*/ 1098 h 6345"/>
                  <a:gd name="connsiteX6" fmla="*/ 192 w 6343"/>
                  <a:gd name="connsiteY6" fmla="*/ 3341 h 6345"/>
                  <a:gd name="connsiteX7" fmla="*/ 1121 w 6343"/>
                  <a:gd name="connsiteY7" fmla="*/ 5584 h 6345"/>
                  <a:gd name="connsiteX8" fmla="*/ 3363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14"/>
                    </a:moveTo>
                    <a:cubicBezTo>
                      <a:pt x="4204" y="6514"/>
                      <a:pt x="5011" y="6179"/>
                      <a:pt x="5606" y="5584"/>
                    </a:cubicBezTo>
                    <a:cubicBezTo>
                      <a:pt x="6201" y="4990"/>
                      <a:pt x="6535" y="4182"/>
                      <a:pt x="6535" y="3341"/>
                    </a:cubicBezTo>
                    <a:cubicBezTo>
                      <a:pt x="6535" y="2500"/>
                      <a:pt x="6201" y="1693"/>
                      <a:pt x="5606" y="1098"/>
                    </a:cubicBezTo>
                    <a:cubicBezTo>
                      <a:pt x="5011" y="503"/>
                      <a:pt x="4204" y="168"/>
                      <a:pt x="3363" y="168"/>
                    </a:cubicBezTo>
                    <a:cubicBezTo>
                      <a:pt x="2522" y="168"/>
                      <a:pt x="1716" y="503"/>
                      <a:pt x="1121" y="1098"/>
                    </a:cubicBezTo>
                    <a:cubicBezTo>
                      <a:pt x="526" y="1693"/>
                      <a:pt x="192" y="2500"/>
                      <a:pt x="192" y="3341"/>
                    </a:cubicBezTo>
                    <a:cubicBezTo>
                      <a:pt x="192" y="4182"/>
                      <a:pt x="526" y="4990"/>
                      <a:pt x="1121" y="5584"/>
                    </a:cubicBezTo>
                    <a:cubicBezTo>
                      <a:pt x="1716" y="6179"/>
                      <a:pt x="2522" y="6514"/>
                      <a:pt x="3363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41" name="Freeform: Shape 12340">
                <a:extLst>
                  <a:ext uri="{FF2B5EF4-FFF2-40B4-BE49-F238E27FC236}">
                    <a16:creationId xmlns:a16="http://schemas.microsoft.com/office/drawing/2014/main" id="{5F1E4B33-C9C7-8EA7-52BA-2CE2A91A17E7}"/>
                  </a:ext>
                </a:extLst>
              </p:cNvPr>
              <p:cNvSpPr/>
              <p:nvPr/>
            </p:nvSpPr>
            <p:spPr>
              <a:xfrm>
                <a:off x="8844647" y="5609894"/>
                <a:ext cx="6343" cy="6345"/>
              </a:xfrm>
              <a:custGeom>
                <a:avLst/>
                <a:gdLst>
                  <a:gd name="connsiteX0" fmla="*/ 3364 w 6343"/>
                  <a:gd name="connsiteY0" fmla="*/ 6513 h 6345"/>
                  <a:gd name="connsiteX1" fmla="*/ 5606 w 6343"/>
                  <a:gd name="connsiteY1" fmla="*/ 5584 h 6345"/>
                  <a:gd name="connsiteX2" fmla="*/ 6535 w 6343"/>
                  <a:gd name="connsiteY2" fmla="*/ 3341 h 6345"/>
                  <a:gd name="connsiteX3" fmla="*/ 5606 w 6343"/>
                  <a:gd name="connsiteY3" fmla="*/ 1097 h 6345"/>
                  <a:gd name="connsiteX4" fmla="*/ 3364 w 6343"/>
                  <a:gd name="connsiteY4" fmla="*/ 168 h 6345"/>
                  <a:gd name="connsiteX5" fmla="*/ 1121 w 6343"/>
                  <a:gd name="connsiteY5" fmla="*/ 1097 h 6345"/>
                  <a:gd name="connsiteX6" fmla="*/ 192 w 6343"/>
                  <a:gd name="connsiteY6" fmla="*/ 3341 h 6345"/>
                  <a:gd name="connsiteX7" fmla="*/ 1121 w 6343"/>
                  <a:gd name="connsiteY7" fmla="*/ 5584 h 6345"/>
                  <a:gd name="connsiteX8" fmla="*/ 3364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13"/>
                    </a:moveTo>
                    <a:cubicBezTo>
                      <a:pt x="4205" y="6513"/>
                      <a:pt x="5011" y="6179"/>
                      <a:pt x="5606" y="5584"/>
                    </a:cubicBezTo>
                    <a:cubicBezTo>
                      <a:pt x="6201" y="4989"/>
                      <a:pt x="6535" y="4182"/>
                      <a:pt x="6535" y="3341"/>
                    </a:cubicBezTo>
                    <a:cubicBezTo>
                      <a:pt x="6535" y="2499"/>
                      <a:pt x="6201" y="1692"/>
                      <a:pt x="5606" y="1097"/>
                    </a:cubicBezTo>
                    <a:cubicBezTo>
                      <a:pt x="5011" y="502"/>
                      <a:pt x="4205" y="168"/>
                      <a:pt x="3364" y="168"/>
                    </a:cubicBezTo>
                    <a:cubicBezTo>
                      <a:pt x="2522" y="168"/>
                      <a:pt x="1716" y="502"/>
                      <a:pt x="1121" y="1097"/>
                    </a:cubicBezTo>
                    <a:cubicBezTo>
                      <a:pt x="526" y="1692"/>
                      <a:pt x="192" y="2499"/>
                      <a:pt x="192" y="3341"/>
                    </a:cubicBezTo>
                    <a:cubicBezTo>
                      <a:pt x="192" y="4182"/>
                      <a:pt x="526" y="4989"/>
                      <a:pt x="1121" y="5584"/>
                    </a:cubicBezTo>
                    <a:cubicBezTo>
                      <a:pt x="1716" y="6179"/>
                      <a:pt x="2522" y="6513"/>
                      <a:pt x="3364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42" name="Freeform: Shape 12341">
                <a:extLst>
                  <a:ext uri="{FF2B5EF4-FFF2-40B4-BE49-F238E27FC236}">
                    <a16:creationId xmlns:a16="http://schemas.microsoft.com/office/drawing/2014/main" id="{B88C7E75-C331-F458-F67A-A6202D079938}"/>
                  </a:ext>
                </a:extLst>
              </p:cNvPr>
              <p:cNvSpPr/>
              <p:nvPr/>
            </p:nvSpPr>
            <p:spPr>
              <a:xfrm>
                <a:off x="8844385" y="5605343"/>
                <a:ext cx="6343" cy="6345"/>
              </a:xfrm>
              <a:custGeom>
                <a:avLst/>
                <a:gdLst>
                  <a:gd name="connsiteX0" fmla="*/ 3364 w 6343"/>
                  <a:gd name="connsiteY0" fmla="*/ 6513 h 6345"/>
                  <a:gd name="connsiteX1" fmla="*/ 5606 w 6343"/>
                  <a:gd name="connsiteY1" fmla="*/ 5584 h 6345"/>
                  <a:gd name="connsiteX2" fmla="*/ 6535 w 6343"/>
                  <a:gd name="connsiteY2" fmla="*/ 3340 h 6345"/>
                  <a:gd name="connsiteX3" fmla="*/ 5606 w 6343"/>
                  <a:gd name="connsiteY3" fmla="*/ 1097 h 6345"/>
                  <a:gd name="connsiteX4" fmla="*/ 3364 w 6343"/>
                  <a:gd name="connsiteY4" fmla="*/ 168 h 6345"/>
                  <a:gd name="connsiteX5" fmla="*/ 1121 w 6343"/>
                  <a:gd name="connsiteY5" fmla="*/ 1097 h 6345"/>
                  <a:gd name="connsiteX6" fmla="*/ 192 w 6343"/>
                  <a:gd name="connsiteY6" fmla="*/ 3340 h 6345"/>
                  <a:gd name="connsiteX7" fmla="*/ 1121 w 6343"/>
                  <a:gd name="connsiteY7" fmla="*/ 5584 h 6345"/>
                  <a:gd name="connsiteX8" fmla="*/ 3364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13"/>
                    </a:moveTo>
                    <a:cubicBezTo>
                      <a:pt x="4205" y="6513"/>
                      <a:pt x="5011" y="6179"/>
                      <a:pt x="5606" y="5584"/>
                    </a:cubicBezTo>
                    <a:cubicBezTo>
                      <a:pt x="6201" y="4989"/>
                      <a:pt x="6535" y="4182"/>
                      <a:pt x="6535" y="3340"/>
                    </a:cubicBezTo>
                    <a:cubicBezTo>
                      <a:pt x="6535" y="2499"/>
                      <a:pt x="6201" y="1692"/>
                      <a:pt x="5606" y="1097"/>
                    </a:cubicBezTo>
                    <a:cubicBezTo>
                      <a:pt x="5011" y="502"/>
                      <a:pt x="4205" y="168"/>
                      <a:pt x="3364" y="168"/>
                    </a:cubicBezTo>
                    <a:cubicBezTo>
                      <a:pt x="2522" y="168"/>
                      <a:pt x="1716" y="502"/>
                      <a:pt x="1121" y="1097"/>
                    </a:cubicBezTo>
                    <a:cubicBezTo>
                      <a:pt x="526" y="1692"/>
                      <a:pt x="192" y="2499"/>
                      <a:pt x="192" y="3340"/>
                    </a:cubicBezTo>
                    <a:cubicBezTo>
                      <a:pt x="192" y="4182"/>
                      <a:pt x="526" y="4989"/>
                      <a:pt x="1121" y="5584"/>
                    </a:cubicBezTo>
                    <a:cubicBezTo>
                      <a:pt x="1716" y="6179"/>
                      <a:pt x="2522" y="6513"/>
                      <a:pt x="3364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43" name="Freeform: Shape 12342">
                <a:extLst>
                  <a:ext uri="{FF2B5EF4-FFF2-40B4-BE49-F238E27FC236}">
                    <a16:creationId xmlns:a16="http://schemas.microsoft.com/office/drawing/2014/main" id="{2E22C5B9-8472-534D-C0E5-7484BB003833}"/>
                  </a:ext>
                </a:extLst>
              </p:cNvPr>
              <p:cNvSpPr/>
              <p:nvPr/>
            </p:nvSpPr>
            <p:spPr>
              <a:xfrm>
                <a:off x="8843415" y="5569299"/>
                <a:ext cx="6343" cy="6345"/>
              </a:xfrm>
              <a:custGeom>
                <a:avLst/>
                <a:gdLst>
                  <a:gd name="connsiteX0" fmla="*/ 3363 w 6343"/>
                  <a:gd name="connsiteY0" fmla="*/ 6510 h 6345"/>
                  <a:gd name="connsiteX1" fmla="*/ 5606 w 6343"/>
                  <a:gd name="connsiteY1" fmla="*/ 5581 h 6345"/>
                  <a:gd name="connsiteX2" fmla="*/ 6535 w 6343"/>
                  <a:gd name="connsiteY2" fmla="*/ 3337 h 6345"/>
                  <a:gd name="connsiteX3" fmla="*/ 5606 w 6343"/>
                  <a:gd name="connsiteY3" fmla="*/ 1094 h 6345"/>
                  <a:gd name="connsiteX4" fmla="*/ 3363 w 6343"/>
                  <a:gd name="connsiteY4" fmla="*/ 165 h 6345"/>
                  <a:gd name="connsiteX5" fmla="*/ 1121 w 6343"/>
                  <a:gd name="connsiteY5" fmla="*/ 1094 h 6345"/>
                  <a:gd name="connsiteX6" fmla="*/ 192 w 6343"/>
                  <a:gd name="connsiteY6" fmla="*/ 3337 h 6345"/>
                  <a:gd name="connsiteX7" fmla="*/ 1121 w 6343"/>
                  <a:gd name="connsiteY7" fmla="*/ 5581 h 6345"/>
                  <a:gd name="connsiteX8" fmla="*/ 3363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10"/>
                    </a:moveTo>
                    <a:cubicBezTo>
                      <a:pt x="4205" y="6510"/>
                      <a:pt x="5011" y="6176"/>
                      <a:pt x="5606" y="5581"/>
                    </a:cubicBezTo>
                    <a:cubicBezTo>
                      <a:pt x="6201" y="4986"/>
                      <a:pt x="6535" y="4179"/>
                      <a:pt x="6535" y="3337"/>
                    </a:cubicBezTo>
                    <a:cubicBezTo>
                      <a:pt x="6535" y="2496"/>
                      <a:pt x="6201" y="1689"/>
                      <a:pt x="5606" y="1094"/>
                    </a:cubicBezTo>
                    <a:cubicBezTo>
                      <a:pt x="5011" y="499"/>
                      <a:pt x="4205" y="165"/>
                      <a:pt x="3363" y="165"/>
                    </a:cubicBezTo>
                    <a:cubicBezTo>
                      <a:pt x="2522" y="165"/>
                      <a:pt x="1716" y="499"/>
                      <a:pt x="1121" y="1094"/>
                    </a:cubicBezTo>
                    <a:cubicBezTo>
                      <a:pt x="526" y="1689"/>
                      <a:pt x="192" y="2496"/>
                      <a:pt x="192" y="3337"/>
                    </a:cubicBezTo>
                    <a:cubicBezTo>
                      <a:pt x="192" y="4179"/>
                      <a:pt x="526" y="4986"/>
                      <a:pt x="1121" y="5581"/>
                    </a:cubicBezTo>
                    <a:cubicBezTo>
                      <a:pt x="1716" y="6176"/>
                      <a:pt x="2522" y="6510"/>
                      <a:pt x="3363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44" name="Freeform: Shape 12343">
                <a:extLst>
                  <a:ext uri="{FF2B5EF4-FFF2-40B4-BE49-F238E27FC236}">
                    <a16:creationId xmlns:a16="http://schemas.microsoft.com/office/drawing/2014/main" id="{755B4D3F-37BD-A73C-7080-51EE45850355}"/>
                  </a:ext>
                </a:extLst>
              </p:cNvPr>
              <p:cNvSpPr/>
              <p:nvPr/>
            </p:nvSpPr>
            <p:spPr>
              <a:xfrm>
                <a:off x="8842820" y="5565117"/>
                <a:ext cx="6343" cy="6345"/>
              </a:xfrm>
              <a:custGeom>
                <a:avLst/>
                <a:gdLst>
                  <a:gd name="connsiteX0" fmla="*/ 3363 w 6343"/>
                  <a:gd name="connsiteY0" fmla="*/ 6510 h 6345"/>
                  <a:gd name="connsiteX1" fmla="*/ 5606 w 6343"/>
                  <a:gd name="connsiteY1" fmla="*/ 5580 h 6345"/>
                  <a:gd name="connsiteX2" fmla="*/ 6535 w 6343"/>
                  <a:gd name="connsiteY2" fmla="*/ 3337 h 6345"/>
                  <a:gd name="connsiteX3" fmla="*/ 5606 w 6343"/>
                  <a:gd name="connsiteY3" fmla="*/ 1094 h 6345"/>
                  <a:gd name="connsiteX4" fmla="*/ 3363 w 6343"/>
                  <a:gd name="connsiteY4" fmla="*/ 164 h 6345"/>
                  <a:gd name="connsiteX5" fmla="*/ 1121 w 6343"/>
                  <a:gd name="connsiteY5" fmla="*/ 1094 h 6345"/>
                  <a:gd name="connsiteX6" fmla="*/ 192 w 6343"/>
                  <a:gd name="connsiteY6" fmla="*/ 3337 h 6345"/>
                  <a:gd name="connsiteX7" fmla="*/ 1121 w 6343"/>
                  <a:gd name="connsiteY7" fmla="*/ 5580 h 6345"/>
                  <a:gd name="connsiteX8" fmla="*/ 3363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10"/>
                    </a:moveTo>
                    <a:cubicBezTo>
                      <a:pt x="4205" y="6510"/>
                      <a:pt x="5011" y="6175"/>
                      <a:pt x="5606" y="5580"/>
                    </a:cubicBezTo>
                    <a:cubicBezTo>
                      <a:pt x="6201" y="4986"/>
                      <a:pt x="6535" y="4178"/>
                      <a:pt x="6535" y="3337"/>
                    </a:cubicBezTo>
                    <a:cubicBezTo>
                      <a:pt x="6535" y="2496"/>
                      <a:pt x="6201" y="1689"/>
                      <a:pt x="5606" y="1094"/>
                    </a:cubicBezTo>
                    <a:cubicBezTo>
                      <a:pt x="5011" y="499"/>
                      <a:pt x="4205" y="164"/>
                      <a:pt x="3363" y="164"/>
                    </a:cubicBezTo>
                    <a:cubicBezTo>
                      <a:pt x="2522" y="164"/>
                      <a:pt x="1716" y="499"/>
                      <a:pt x="1121" y="1094"/>
                    </a:cubicBezTo>
                    <a:cubicBezTo>
                      <a:pt x="526" y="1689"/>
                      <a:pt x="192" y="2496"/>
                      <a:pt x="192" y="3337"/>
                    </a:cubicBezTo>
                    <a:cubicBezTo>
                      <a:pt x="192" y="4178"/>
                      <a:pt x="526" y="4986"/>
                      <a:pt x="1121" y="5580"/>
                    </a:cubicBezTo>
                    <a:cubicBezTo>
                      <a:pt x="1716" y="6175"/>
                      <a:pt x="2522" y="6510"/>
                      <a:pt x="3363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45" name="Freeform: Shape 12344">
                <a:extLst>
                  <a:ext uri="{FF2B5EF4-FFF2-40B4-BE49-F238E27FC236}">
                    <a16:creationId xmlns:a16="http://schemas.microsoft.com/office/drawing/2014/main" id="{4544EDC1-137A-25E7-994E-DDD0FD7C1992}"/>
                  </a:ext>
                </a:extLst>
              </p:cNvPr>
              <p:cNvSpPr/>
              <p:nvPr/>
            </p:nvSpPr>
            <p:spPr>
              <a:xfrm>
                <a:off x="8842254" y="5560939"/>
                <a:ext cx="6343" cy="6345"/>
              </a:xfrm>
              <a:custGeom>
                <a:avLst/>
                <a:gdLst>
                  <a:gd name="connsiteX0" fmla="*/ 3363 w 6343"/>
                  <a:gd name="connsiteY0" fmla="*/ 6509 h 6345"/>
                  <a:gd name="connsiteX1" fmla="*/ 5606 w 6343"/>
                  <a:gd name="connsiteY1" fmla="*/ 5580 h 6345"/>
                  <a:gd name="connsiteX2" fmla="*/ 6535 w 6343"/>
                  <a:gd name="connsiteY2" fmla="*/ 3337 h 6345"/>
                  <a:gd name="connsiteX3" fmla="*/ 5606 w 6343"/>
                  <a:gd name="connsiteY3" fmla="*/ 1093 h 6345"/>
                  <a:gd name="connsiteX4" fmla="*/ 3363 w 6343"/>
                  <a:gd name="connsiteY4" fmla="*/ 164 h 6345"/>
                  <a:gd name="connsiteX5" fmla="*/ 1121 w 6343"/>
                  <a:gd name="connsiteY5" fmla="*/ 1093 h 6345"/>
                  <a:gd name="connsiteX6" fmla="*/ 192 w 6343"/>
                  <a:gd name="connsiteY6" fmla="*/ 3337 h 6345"/>
                  <a:gd name="connsiteX7" fmla="*/ 1121 w 6343"/>
                  <a:gd name="connsiteY7" fmla="*/ 5580 h 6345"/>
                  <a:gd name="connsiteX8" fmla="*/ 3363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09"/>
                    </a:moveTo>
                    <a:cubicBezTo>
                      <a:pt x="4204" y="6509"/>
                      <a:pt x="5011" y="6175"/>
                      <a:pt x="5606" y="5580"/>
                    </a:cubicBezTo>
                    <a:cubicBezTo>
                      <a:pt x="6201" y="4985"/>
                      <a:pt x="6535" y="4178"/>
                      <a:pt x="6535" y="3337"/>
                    </a:cubicBezTo>
                    <a:cubicBezTo>
                      <a:pt x="6535" y="2495"/>
                      <a:pt x="6201" y="1688"/>
                      <a:pt x="5606" y="1093"/>
                    </a:cubicBezTo>
                    <a:cubicBezTo>
                      <a:pt x="5011" y="498"/>
                      <a:pt x="4204" y="164"/>
                      <a:pt x="3363" y="164"/>
                    </a:cubicBezTo>
                    <a:cubicBezTo>
                      <a:pt x="2522" y="164"/>
                      <a:pt x="1715" y="498"/>
                      <a:pt x="1121" y="1093"/>
                    </a:cubicBezTo>
                    <a:cubicBezTo>
                      <a:pt x="526" y="1688"/>
                      <a:pt x="192" y="2495"/>
                      <a:pt x="192" y="3337"/>
                    </a:cubicBezTo>
                    <a:cubicBezTo>
                      <a:pt x="192" y="4178"/>
                      <a:pt x="526" y="4985"/>
                      <a:pt x="1121" y="5580"/>
                    </a:cubicBezTo>
                    <a:cubicBezTo>
                      <a:pt x="1715" y="6175"/>
                      <a:pt x="2522" y="6509"/>
                      <a:pt x="3363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46" name="Freeform: Shape 12345">
                <a:extLst>
                  <a:ext uri="{FF2B5EF4-FFF2-40B4-BE49-F238E27FC236}">
                    <a16:creationId xmlns:a16="http://schemas.microsoft.com/office/drawing/2014/main" id="{342F04A7-89F7-5433-3EA6-9DC72BE717E9}"/>
                  </a:ext>
                </a:extLst>
              </p:cNvPr>
              <p:cNvSpPr/>
              <p:nvPr/>
            </p:nvSpPr>
            <p:spPr>
              <a:xfrm>
                <a:off x="8841258" y="5556963"/>
                <a:ext cx="6343" cy="6345"/>
              </a:xfrm>
              <a:custGeom>
                <a:avLst/>
                <a:gdLst>
                  <a:gd name="connsiteX0" fmla="*/ 3363 w 6343"/>
                  <a:gd name="connsiteY0" fmla="*/ 6509 h 6345"/>
                  <a:gd name="connsiteX1" fmla="*/ 5606 w 6343"/>
                  <a:gd name="connsiteY1" fmla="*/ 5580 h 6345"/>
                  <a:gd name="connsiteX2" fmla="*/ 6535 w 6343"/>
                  <a:gd name="connsiteY2" fmla="*/ 3336 h 6345"/>
                  <a:gd name="connsiteX3" fmla="*/ 5606 w 6343"/>
                  <a:gd name="connsiteY3" fmla="*/ 1093 h 6345"/>
                  <a:gd name="connsiteX4" fmla="*/ 3363 w 6343"/>
                  <a:gd name="connsiteY4" fmla="*/ 164 h 6345"/>
                  <a:gd name="connsiteX5" fmla="*/ 1121 w 6343"/>
                  <a:gd name="connsiteY5" fmla="*/ 1093 h 6345"/>
                  <a:gd name="connsiteX6" fmla="*/ 192 w 6343"/>
                  <a:gd name="connsiteY6" fmla="*/ 3336 h 6345"/>
                  <a:gd name="connsiteX7" fmla="*/ 1121 w 6343"/>
                  <a:gd name="connsiteY7" fmla="*/ 5580 h 6345"/>
                  <a:gd name="connsiteX8" fmla="*/ 3363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09"/>
                    </a:moveTo>
                    <a:cubicBezTo>
                      <a:pt x="4204" y="6509"/>
                      <a:pt x="5011" y="6175"/>
                      <a:pt x="5606" y="5580"/>
                    </a:cubicBezTo>
                    <a:cubicBezTo>
                      <a:pt x="6201" y="4985"/>
                      <a:pt x="6535" y="4178"/>
                      <a:pt x="6535" y="3336"/>
                    </a:cubicBezTo>
                    <a:cubicBezTo>
                      <a:pt x="6535" y="2495"/>
                      <a:pt x="6201" y="1688"/>
                      <a:pt x="5606" y="1093"/>
                    </a:cubicBezTo>
                    <a:cubicBezTo>
                      <a:pt x="5011" y="498"/>
                      <a:pt x="4204" y="164"/>
                      <a:pt x="3363" y="164"/>
                    </a:cubicBezTo>
                    <a:cubicBezTo>
                      <a:pt x="2522" y="164"/>
                      <a:pt x="1715" y="498"/>
                      <a:pt x="1121" y="1093"/>
                    </a:cubicBezTo>
                    <a:cubicBezTo>
                      <a:pt x="526" y="1688"/>
                      <a:pt x="192" y="2495"/>
                      <a:pt x="192" y="3336"/>
                    </a:cubicBezTo>
                    <a:cubicBezTo>
                      <a:pt x="192" y="4178"/>
                      <a:pt x="526" y="4985"/>
                      <a:pt x="1121" y="5580"/>
                    </a:cubicBezTo>
                    <a:cubicBezTo>
                      <a:pt x="1715" y="6175"/>
                      <a:pt x="2522" y="6509"/>
                      <a:pt x="3363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47" name="Freeform: Shape 12346">
                <a:extLst>
                  <a:ext uri="{FF2B5EF4-FFF2-40B4-BE49-F238E27FC236}">
                    <a16:creationId xmlns:a16="http://schemas.microsoft.com/office/drawing/2014/main" id="{EEB5ED03-FFFC-15E9-9C7B-78D8E24B0835}"/>
                  </a:ext>
                </a:extLst>
              </p:cNvPr>
              <p:cNvSpPr/>
              <p:nvPr/>
            </p:nvSpPr>
            <p:spPr>
              <a:xfrm>
                <a:off x="8840806" y="5552764"/>
                <a:ext cx="6343" cy="6345"/>
              </a:xfrm>
              <a:custGeom>
                <a:avLst/>
                <a:gdLst>
                  <a:gd name="connsiteX0" fmla="*/ 3363 w 6343"/>
                  <a:gd name="connsiteY0" fmla="*/ 6509 h 6345"/>
                  <a:gd name="connsiteX1" fmla="*/ 5606 w 6343"/>
                  <a:gd name="connsiteY1" fmla="*/ 5580 h 6345"/>
                  <a:gd name="connsiteX2" fmla="*/ 6535 w 6343"/>
                  <a:gd name="connsiteY2" fmla="*/ 3336 h 6345"/>
                  <a:gd name="connsiteX3" fmla="*/ 5606 w 6343"/>
                  <a:gd name="connsiteY3" fmla="*/ 1093 h 6345"/>
                  <a:gd name="connsiteX4" fmla="*/ 3363 w 6343"/>
                  <a:gd name="connsiteY4" fmla="*/ 163 h 6345"/>
                  <a:gd name="connsiteX5" fmla="*/ 1121 w 6343"/>
                  <a:gd name="connsiteY5" fmla="*/ 1093 h 6345"/>
                  <a:gd name="connsiteX6" fmla="*/ 192 w 6343"/>
                  <a:gd name="connsiteY6" fmla="*/ 3336 h 6345"/>
                  <a:gd name="connsiteX7" fmla="*/ 1121 w 6343"/>
                  <a:gd name="connsiteY7" fmla="*/ 5580 h 6345"/>
                  <a:gd name="connsiteX8" fmla="*/ 3363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09"/>
                    </a:moveTo>
                    <a:cubicBezTo>
                      <a:pt x="4204" y="6509"/>
                      <a:pt x="5011" y="6174"/>
                      <a:pt x="5606" y="5580"/>
                    </a:cubicBezTo>
                    <a:cubicBezTo>
                      <a:pt x="6201" y="4985"/>
                      <a:pt x="6535" y="4177"/>
                      <a:pt x="6535" y="3336"/>
                    </a:cubicBezTo>
                    <a:cubicBezTo>
                      <a:pt x="6535" y="2495"/>
                      <a:pt x="6201" y="1688"/>
                      <a:pt x="5606" y="1093"/>
                    </a:cubicBezTo>
                    <a:cubicBezTo>
                      <a:pt x="5011" y="498"/>
                      <a:pt x="4204" y="163"/>
                      <a:pt x="3363" y="163"/>
                    </a:cubicBezTo>
                    <a:cubicBezTo>
                      <a:pt x="2522" y="163"/>
                      <a:pt x="1715" y="498"/>
                      <a:pt x="1121" y="1093"/>
                    </a:cubicBezTo>
                    <a:cubicBezTo>
                      <a:pt x="526" y="1688"/>
                      <a:pt x="192" y="2495"/>
                      <a:pt x="192" y="3336"/>
                    </a:cubicBezTo>
                    <a:cubicBezTo>
                      <a:pt x="192" y="4177"/>
                      <a:pt x="526" y="4985"/>
                      <a:pt x="1121" y="5580"/>
                    </a:cubicBezTo>
                    <a:cubicBezTo>
                      <a:pt x="1715" y="6174"/>
                      <a:pt x="2522" y="6509"/>
                      <a:pt x="3363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48" name="Freeform: Shape 12347">
                <a:extLst>
                  <a:ext uri="{FF2B5EF4-FFF2-40B4-BE49-F238E27FC236}">
                    <a16:creationId xmlns:a16="http://schemas.microsoft.com/office/drawing/2014/main" id="{DD94047E-662D-518B-3B99-EA6DCEAD8D67}"/>
                  </a:ext>
                </a:extLst>
              </p:cNvPr>
              <p:cNvSpPr/>
              <p:nvPr/>
            </p:nvSpPr>
            <p:spPr>
              <a:xfrm>
                <a:off x="8838884" y="5549200"/>
                <a:ext cx="6343" cy="6345"/>
              </a:xfrm>
              <a:custGeom>
                <a:avLst/>
                <a:gdLst>
                  <a:gd name="connsiteX0" fmla="*/ 3363 w 6343"/>
                  <a:gd name="connsiteY0" fmla="*/ 6509 h 6345"/>
                  <a:gd name="connsiteX1" fmla="*/ 5606 w 6343"/>
                  <a:gd name="connsiteY1" fmla="*/ 5579 h 6345"/>
                  <a:gd name="connsiteX2" fmla="*/ 6535 w 6343"/>
                  <a:gd name="connsiteY2" fmla="*/ 3336 h 6345"/>
                  <a:gd name="connsiteX3" fmla="*/ 5606 w 6343"/>
                  <a:gd name="connsiteY3" fmla="*/ 1092 h 6345"/>
                  <a:gd name="connsiteX4" fmla="*/ 3363 w 6343"/>
                  <a:gd name="connsiteY4" fmla="*/ 163 h 6345"/>
                  <a:gd name="connsiteX5" fmla="*/ 1120 w 6343"/>
                  <a:gd name="connsiteY5" fmla="*/ 1092 h 6345"/>
                  <a:gd name="connsiteX6" fmla="*/ 192 w 6343"/>
                  <a:gd name="connsiteY6" fmla="*/ 3336 h 6345"/>
                  <a:gd name="connsiteX7" fmla="*/ 1120 w 6343"/>
                  <a:gd name="connsiteY7" fmla="*/ 5579 h 6345"/>
                  <a:gd name="connsiteX8" fmla="*/ 3363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09"/>
                    </a:moveTo>
                    <a:cubicBezTo>
                      <a:pt x="4204" y="6509"/>
                      <a:pt x="5011" y="6174"/>
                      <a:pt x="5606" y="5579"/>
                    </a:cubicBezTo>
                    <a:cubicBezTo>
                      <a:pt x="6200" y="4984"/>
                      <a:pt x="6535" y="4177"/>
                      <a:pt x="6535" y="3336"/>
                    </a:cubicBezTo>
                    <a:cubicBezTo>
                      <a:pt x="6535" y="2494"/>
                      <a:pt x="6200" y="1687"/>
                      <a:pt x="5606" y="1092"/>
                    </a:cubicBezTo>
                    <a:cubicBezTo>
                      <a:pt x="5011" y="497"/>
                      <a:pt x="4204" y="163"/>
                      <a:pt x="3363" y="163"/>
                    </a:cubicBezTo>
                    <a:cubicBezTo>
                      <a:pt x="2522" y="163"/>
                      <a:pt x="1715" y="497"/>
                      <a:pt x="1120" y="1092"/>
                    </a:cubicBezTo>
                    <a:cubicBezTo>
                      <a:pt x="526" y="1687"/>
                      <a:pt x="192" y="2494"/>
                      <a:pt x="192" y="3336"/>
                    </a:cubicBezTo>
                    <a:cubicBezTo>
                      <a:pt x="192" y="4177"/>
                      <a:pt x="526" y="4984"/>
                      <a:pt x="1120" y="5579"/>
                    </a:cubicBezTo>
                    <a:cubicBezTo>
                      <a:pt x="1715" y="6174"/>
                      <a:pt x="2522" y="6509"/>
                      <a:pt x="3363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49" name="Freeform: Shape 12348">
                <a:extLst>
                  <a:ext uri="{FF2B5EF4-FFF2-40B4-BE49-F238E27FC236}">
                    <a16:creationId xmlns:a16="http://schemas.microsoft.com/office/drawing/2014/main" id="{D267DB60-3DDF-6F83-7695-CA8CDA96B307}"/>
                  </a:ext>
                </a:extLst>
              </p:cNvPr>
              <p:cNvSpPr/>
              <p:nvPr/>
            </p:nvSpPr>
            <p:spPr>
              <a:xfrm>
                <a:off x="8836868" y="5545670"/>
                <a:ext cx="6343" cy="6345"/>
              </a:xfrm>
              <a:custGeom>
                <a:avLst/>
                <a:gdLst>
                  <a:gd name="connsiteX0" fmla="*/ 3363 w 6343"/>
                  <a:gd name="connsiteY0" fmla="*/ 6508 h 6345"/>
                  <a:gd name="connsiteX1" fmla="*/ 5606 w 6343"/>
                  <a:gd name="connsiteY1" fmla="*/ 5579 h 6345"/>
                  <a:gd name="connsiteX2" fmla="*/ 6534 w 6343"/>
                  <a:gd name="connsiteY2" fmla="*/ 3336 h 6345"/>
                  <a:gd name="connsiteX3" fmla="*/ 5606 w 6343"/>
                  <a:gd name="connsiteY3" fmla="*/ 1092 h 6345"/>
                  <a:gd name="connsiteX4" fmla="*/ 3363 w 6343"/>
                  <a:gd name="connsiteY4" fmla="*/ 163 h 6345"/>
                  <a:gd name="connsiteX5" fmla="*/ 1120 w 6343"/>
                  <a:gd name="connsiteY5" fmla="*/ 1092 h 6345"/>
                  <a:gd name="connsiteX6" fmla="*/ 191 w 6343"/>
                  <a:gd name="connsiteY6" fmla="*/ 3336 h 6345"/>
                  <a:gd name="connsiteX7" fmla="*/ 1120 w 6343"/>
                  <a:gd name="connsiteY7" fmla="*/ 5579 h 6345"/>
                  <a:gd name="connsiteX8" fmla="*/ 336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08"/>
                    </a:moveTo>
                    <a:cubicBezTo>
                      <a:pt x="4204" y="6508"/>
                      <a:pt x="5011" y="6174"/>
                      <a:pt x="5606" y="5579"/>
                    </a:cubicBezTo>
                    <a:cubicBezTo>
                      <a:pt x="6200" y="4984"/>
                      <a:pt x="6534" y="4177"/>
                      <a:pt x="6534" y="3336"/>
                    </a:cubicBezTo>
                    <a:cubicBezTo>
                      <a:pt x="6534" y="2494"/>
                      <a:pt x="6200" y="1687"/>
                      <a:pt x="5606" y="1092"/>
                    </a:cubicBezTo>
                    <a:cubicBezTo>
                      <a:pt x="5011" y="497"/>
                      <a:pt x="4204" y="163"/>
                      <a:pt x="3363" y="163"/>
                    </a:cubicBezTo>
                    <a:cubicBezTo>
                      <a:pt x="2522" y="163"/>
                      <a:pt x="1715" y="497"/>
                      <a:pt x="1120" y="1092"/>
                    </a:cubicBezTo>
                    <a:cubicBezTo>
                      <a:pt x="526" y="1687"/>
                      <a:pt x="191" y="2494"/>
                      <a:pt x="191" y="3336"/>
                    </a:cubicBezTo>
                    <a:cubicBezTo>
                      <a:pt x="191" y="4177"/>
                      <a:pt x="526" y="4984"/>
                      <a:pt x="1120" y="5579"/>
                    </a:cubicBezTo>
                    <a:cubicBezTo>
                      <a:pt x="1715" y="6174"/>
                      <a:pt x="2522" y="6508"/>
                      <a:pt x="336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50" name="Freeform: Shape 12349">
                <a:extLst>
                  <a:ext uri="{FF2B5EF4-FFF2-40B4-BE49-F238E27FC236}">
                    <a16:creationId xmlns:a16="http://schemas.microsoft.com/office/drawing/2014/main" id="{778AD686-5C0A-ACAC-756E-01320937F1BF}"/>
                  </a:ext>
                </a:extLst>
              </p:cNvPr>
              <p:cNvSpPr/>
              <p:nvPr/>
            </p:nvSpPr>
            <p:spPr>
              <a:xfrm>
                <a:off x="8834642" y="5542219"/>
                <a:ext cx="6343" cy="6345"/>
              </a:xfrm>
              <a:custGeom>
                <a:avLst/>
                <a:gdLst>
                  <a:gd name="connsiteX0" fmla="*/ 3363 w 6343"/>
                  <a:gd name="connsiteY0" fmla="*/ 6508 h 6345"/>
                  <a:gd name="connsiteX1" fmla="*/ 5605 w 6343"/>
                  <a:gd name="connsiteY1" fmla="*/ 5579 h 6345"/>
                  <a:gd name="connsiteX2" fmla="*/ 6534 w 6343"/>
                  <a:gd name="connsiteY2" fmla="*/ 3335 h 6345"/>
                  <a:gd name="connsiteX3" fmla="*/ 5605 w 6343"/>
                  <a:gd name="connsiteY3" fmla="*/ 1092 h 6345"/>
                  <a:gd name="connsiteX4" fmla="*/ 3363 w 6343"/>
                  <a:gd name="connsiteY4" fmla="*/ 163 h 6345"/>
                  <a:gd name="connsiteX5" fmla="*/ 1120 w 6343"/>
                  <a:gd name="connsiteY5" fmla="*/ 1092 h 6345"/>
                  <a:gd name="connsiteX6" fmla="*/ 191 w 6343"/>
                  <a:gd name="connsiteY6" fmla="*/ 3335 h 6345"/>
                  <a:gd name="connsiteX7" fmla="*/ 1120 w 6343"/>
                  <a:gd name="connsiteY7" fmla="*/ 5579 h 6345"/>
                  <a:gd name="connsiteX8" fmla="*/ 336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08"/>
                    </a:moveTo>
                    <a:cubicBezTo>
                      <a:pt x="4204" y="6508"/>
                      <a:pt x="5011" y="6174"/>
                      <a:pt x="5605" y="5579"/>
                    </a:cubicBezTo>
                    <a:cubicBezTo>
                      <a:pt x="6200" y="4984"/>
                      <a:pt x="6534" y="4177"/>
                      <a:pt x="6534" y="3335"/>
                    </a:cubicBezTo>
                    <a:cubicBezTo>
                      <a:pt x="6534" y="2494"/>
                      <a:pt x="6200" y="1687"/>
                      <a:pt x="5605" y="1092"/>
                    </a:cubicBezTo>
                    <a:cubicBezTo>
                      <a:pt x="5011" y="497"/>
                      <a:pt x="4204" y="163"/>
                      <a:pt x="3363" y="163"/>
                    </a:cubicBezTo>
                    <a:cubicBezTo>
                      <a:pt x="2522" y="163"/>
                      <a:pt x="1715" y="497"/>
                      <a:pt x="1120" y="1092"/>
                    </a:cubicBezTo>
                    <a:cubicBezTo>
                      <a:pt x="525" y="1687"/>
                      <a:pt x="191" y="2494"/>
                      <a:pt x="191" y="3335"/>
                    </a:cubicBezTo>
                    <a:cubicBezTo>
                      <a:pt x="191" y="4177"/>
                      <a:pt x="525" y="4984"/>
                      <a:pt x="1120" y="5579"/>
                    </a:cubicBezTo>
                    <a:cubicBezTo>
                      <a:pt x="1715" y="6174"/>
                      <a:pt x="2522" y="6508"/>
                      <a:pt x="336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51" name="Freeform: Shape 12350">
                <a:extLst>
                  <a:ext uri="{FF2B5EF4-FFF2-40B4-BE49-F238E27FC236}">
                    <a16:creationId xmlns:a16="http://schemas.microsoft.com/office/drawing/2014/main" id="{4360BDFB-9163-B472-B502-10DE34C5AFF1}"/>
                  </a:ext>
                </a:extLst>
              </p:cNvPr>
              <p:cNvSpPr/>
              <p:nvPr/>
            </p:nvSpPr>
            <p:spPr>
              <a:xfrm>
                <a:off x="8832202" y="5538842"/>
                <a:ext cx="6343" cy="6345"/>
              </a:xfrm>
              <a:custGeom>
                <a:avLst/>
                <a:gdLst>
                  <a:gd name="connsiteX0" fmla="*/ 3363 w 6343"/>
                  <a:gd name="connsiteY0" fmla="*/ 6508 h 6345"/>
                  <a:gd name="connsiteX1" fmla="*/ 5605 w 6343"/>
                  <a:gd name="connsiteY1" fmla="*/ 5578 h 6345"/>
                  <a:gd name="connsiteX2" fmla="*/ 6534 w 6343"/>
                  <a:gd name="connsiteY2" fmla="*/ 3335 h 6345"/>
                  <a:gd name="connsiteX3" fmla="*/ 5605 w 6343"/>
                  <a:gd name="connsiteY3" fmla="*/ 1092 h 6345"/>
                  <a:gd name="connsiteX4" fmla="*/ 3363 w 6343"/>
                  <a:gd name="connsiteY4" fmla="*/ 162 h 6345"/>
                  <a:gd name="connsiteX5" fmla="*/ 1120 w 6343"/>
                  <a:gd name="connsiteY5" fmla="*/ 1092 h 6345"/>
                  <a:gd name="connsiteX6" fmla="*/ 191 w 6343"/>
                  <a:gd name="connsiteY6" fmla="*/ 3335 h 6345"/>
                  <a:gd name="connsiteX7" fmla="*/ 1120 w 6343"/>
                  <a:gd name="connsiteY7" fmla="*/ 5578 h 6345"/>
                  <a:gd name="connsiteX8" fmla="*/ 336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08"/>
                    </a:moveTo>
                    <a:cubicBezTo>
                      <a:pt x="4204" y="6508"/>
                      <a:pt x="5010" y="6173"/>
                      <a:pt x="5605" y="5578"/>
                    </a:cubicBezTo>
                    <a:cubicBezTo>
                      <a:pt x="6200" y="4983"/>
                      <a:pt x="6534" y="4176"/>
                      <a:pt x="6534" y="3335"/>
                    </a:cubicBezTo>
                    <a:cubicBezTo>
                      <a:pt x="6534" y="2494"/>
                      <a:pt x="6200" y="1687"/>
                      <a:pt x="5605" y="1092"/>
                    </a:cubicBezTo>
                    <a:cubicBezTo>
                      <a:pt x="5010" y="497"/>
                      <a:pt x="4204" y="162"/>
                      <a:pt x="3363" y="162"/>
                    </a:cubicBezTo>
                    <a:cubicBezTo>
                      <a:pt x="2521" y="162"/>
                      <a:pt x="1715" y="497"/>
                      <a:pt x="1120" y="1092"/>
                    </a:cubicBezTo>
                    <a:cubicBezTo>
                      <a:pt x="525" y="1687"/>
                      <a:pt x="191" y="2494"/>
                      <a:pt x="191" y="3335"/>
                    </a:cubicBezTo>
                    <a:cubicBezTo>
                      <a:pt x="191" y="4176"/>
                      <a:pt x="525" y="4983"/>
                      <a:pt x="1120" y="5578"/>
                    </a:cubicBezTo>
                    <a:cubicBezTo>
                      <a:pt x="1715" y="6173"/>
                      <a:pt x="2521" y="6508"/>
                      <a:pt x="336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52" name="Freeform: Shape 12351">
                <a:extLst>
                  <a:ext uri="{FF2B5EF4-FFF2-40B4-BE49-F238E27FC236}">
                    <a16:creationId xmlns:a16="http://schemas.microsoft.com/office/drawing/2014/main" id="{7B377B99-0C87-9766-4B66-16781DDB4521}"/>
                  </a:ext>
                </a:extLst>
              </p:cNvPr>
              <p:cNvSpPr/>
              <p:nvPr/>
            </p:nvSpPr>
            <p:spPr>
              <a:xfrm>
                <a:off x="8829607" y="5535514"/>
                <a:ext cx="6343" cy="6345"/>
              </a:xfrm>
              <a:custGeom>
                <a:avLst/>
                <a:gdLst>
                  <a:gd name="connsiteX0" fmla="*/ 3362 w 6343"/>
                  <a:gd name="connsiteY0" fmla="*/ 6507 h 6345"/>
                  <a:gd name="connsiteX1" fmla="*/ 5605 w 6343"/>
                  <a:gd name="connsiteY1" fmla="*/ 5578 h 6345"/>
                  <a:gd name="connsiteX2" fmla="*/ 6534 w 6343"/>
                  <a:gd name="connsiteY2" fmla="*/ 3335 h 6345"/>
                  <a:gd name="connsiteX3" fmla="*/ 5605 w 6343"/>
                  <a:gd name="connsiteY3" fmla="*/ 1091 h 6345"/>
                  <a:gd name="connsiteX4" fmla="*/ 3362 w 6343"/>
                  <a:gd name="connsiteY4" fmla="*/ 162 h 6345"/>
                  <a:gd name="connsiteX5" fmla="*/ 1120 w 6343"/>
                  <a:gd name="connsiteY5" fmla="*/ 1091 h 6345"/>
                  <a:gd name="connsiteX6" fmla="*/ 191 w 6343"/>
                  <a:gd name="connsiteY6" fmla="*/ 3335 h 6345"/>
                  <a:gd name="connsiteX7" fmla="*/ 1120 w 6343"/>
                  <a:gd name="connsiteY7" fmla="*/ 5578 h 6345"/>
                  <a:gd name="connsiteX8" fmla="*/ 336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2" y="6507"/>
                    </a:moveTo>
                    <a:cubicBezTo>
                      <a:pt x="4203" y="6507"/>
                      <a:pt x="5010" y="6173"/>
                      <a:pt x="5605" y="5578"/>
                    </a:cubicBezTo>
                    <a:cubicBezTo>
                      <a:pt x="6200" y="4983"/>
                      <a:pt x="6534" y="4176"/>
                      <a:pt x="6534" y="3335"/>
                    </a:cubicBezTo>
                    <a:cubicBezTo>
                      <a:pt x="6534" y="2493"/>
                      <a:pt x="6200" y="1686"/>
                      <a:pt x="5605" y="1091"/>
                    </a:cubicBezTo>
                    <a:cubicBezTo>
                      <a:pt x="5010" y="496"/>
                      <a:pt x="4203" y="162"/>
                      <a:pt x="3362" y="162"/>
                    </a:cubicBezTo>
                    <a:cubicBezTo>
                      <a:pt x="2521" y="162"/>
                      <a:pt x="1714" y="496"/>
                      <a:pt x="1120" y="1091"/>
                    </a:cubicBezTo>
                    <a:cubicBezTo>
                      <a:pt x="525" y="1686"/>
                      <a:pt x="191" y="2493"/>
                      <a:pt x="191" y="3335"/>
                    </a:cubicBezTo>
                    <a:cubicBezTo>
                      <a:pt x="191" y="4176"/>
                      <a:pt x="525" y="4983"/>
                      <a:pt x="1120" y="5578"/>
                    </a:cubicBezTo>
                    <a:cubicBezTo>
                      <a:pt x="1714" y="6173"/>
                      <a:pt x="2521" y="6507"/>
                      <a:pt x="336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53" name="Freeform: Shape 12352">
                <a:extLst>
                  <a:ext uri="{FF2B5EF4-FFF2-40B4-BE49-F238E27FC236}">
                    <a16:creationId xmlns:a16="http://schemas.microsoft.com/office/drawing/2014/main" id="{CB8352DF-46F9-F04A-0736-9143923D4D7A}"/>
                  </a:ext>
                </a:extLst>
              </p:cNvPr>
              <p:cNvSpPr/>
              <p:nvPr/>
            </p:nvSpPr>
            <p:spPr>
              <a:xfrm>
                <a:off x="8825047" y="5532928"/>
                <a:ext cx="6343" cy="6345"/>
              </a:xfrm>
              <a:custGeom>
                <a:avLst/>
                <a:gdLst>
                  <a:gd name="connsiteX0" fmla="*/ 3362 w 6343"/>
                  <a:gd name="connsiteY0" fmla="*/ 6507 h 6345"/>
                  <a:gd name="connsiteX1" fmla="*/ 5605 w 6343"/>
                  <a:gd name="connsiteY1" fmla="*/ 5578 h 6345"/>
                  <a:gd name="connsiteX2" fmla="*/ 6534 w 6343"/>
                  <a:gd name="connsiteY2" fmla="*/ 3335 h 6345"/>
                  <a:gd name="connsiteX3" fmla="*/ 5605 w 6343"/>
                  <a:gd name="connsiteY3" fmla="*/ 1091 h 6345"/>
                  <a:gd name="connsiteX4" fmla="*/ 3362 w 6343"/>
                  <a:gd name="connsiteY4" fmla="*/ 162 h 6345"/>
                  <a:gd name="connsiteX5" fmla="*/ 1119 w 6343"/>
                  <a:gd name="connsiteY5" fmla="*/ 1091 h 6345"/>
                  <a:gd name="connsiteX6" fmla="*/ 190 w 6343"/>
                  <a:gd name="connsiteY6" fmla="*/ 3335 h 6345"/>
                  <a:gd name="connsiteX7" fmla="*/ 1119 w 6343"/>
                  <a:gd name="connsiteY7" fmla="*/ 5578 h 6345"/>
                  <a:gd name="connsiteX8" fmla="*/ 336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2" y="6507"/>
                    </a:moveTo>
                    <a:cubicBezTo>
                      <a:pt x="4203" y="6507"/>
                      <a:pt x="5010" y="6173"/>
                      <a:pt x="5605" y="5578"/>
                    </a:cubicBezTo>
                    <a:cubicBezTo>
                      <a:pt x="6199" y="4983"/>
                      <a:pt x="6534" y="4176"/>
                      <a:pt x="6534" y="3335"/>
                    </a:cubicBezTo>
                    <a:cubicBezTo>
                      <a:pt x="6534" y="2493"/>
                      <a:pt x="6199" y="1686"/>
                      <a:pt x="5605" y="1091"/>
                    </a:cubicBezTo>
                    <a:cubicBezTo>
                      <a:pt x="5010" y="496"/>
                      <a:pt x="4203" y="162"/>
                      <a:pt x="3362" y="162"/>
                    </a:cubicBezTo>
                    <a:cubicBezTo>
                      <a:pt x="2521" y="162"/>
                      <a:pt x="1714" y="496"/>
                      <a:pt x="1119" y="1091"/>
                    </a:cubicBezTo>
                    <a:cubicBezTo>
                      <a:pt x="525" y="1686"/>
                      <a:pt x="190" y="2493"/>
                      <a:pt x="190" y="3335"/>
                    </a:cubicBezTo>
                    <a:cubicBezTo>
                      <a:pt x="190" y="4176"/>
                      <a:pt x="525" y="4983"/>
                      <a:pt x="1119" y="5578"/>
                    </a:cubicBezTo>
                    <a:cubicBezTo>
                      <a:pt x="1714" y="6173"/>
                      <a:pt x="2521" y="6507"/>
                      <a:pt x="336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54" name="Freeform: Shape 12353">
                <a:extLst>
                  <a:ext uri="{FF2B5EF4-FFF2-40B4-BE49-F238E27FC236}">
                    <a16:creationId xmlns:a16="http://schemas.microsoft.com/office/drawing/2014/main" id="{D5624A3A-16EA-9B31-6C97-C32D8E92C284}"/>
                  </a:ext>
                </a:extLst>
              </p:cNvPr>
              <p:cNvSpPr/>
              <p:nvPr/>
            </p:nvSpPr>
            <p:spPr>
              <a:xfrm>
                <a:off x="8820321" y="5530361"/>
                <a:ext cx="6343" cy="6345"/>
              </a:xfrm>
              <a:custGeom>
                <a:avLst/>
                <a:gdLst>
                  <a:gd name="connsiteX0" fmla="*/ 3362 w 6343"/>
                  <a:gd name="connsiteY0" fmla="*/ 6507 h 6345"/>
                  <a:gd name="connsiteX1" fmla="*/ 5604 w 6343"/>
                  <a:gd name="connsiteY1" fmla="*/ 5578 h 6345"/>
                  <a:gd name="connsiteX2" fmla="*/ 6533 w 6343"/>
                  <a:gd name="connsiteY2" fmla="*/ 3334 h 6345"/>
                  <a:gd name="connsiteX3" fmla="*/ 5604 w 6343"/>
                  <a:gd name="connsiteY3" fmla="*/ 1091 h 6345"/>
                  <a:gd name="connsiteX4" fmla="*/ 3362 w 6343"/>
                  <a:gd name="connsiteY4" fmla="*/ 162 h 6345"/>
                  <a:gd name="connsiteX5" fmla="*/ 1119 w 6343"/>
                  <a:gd name="connsiteY5" fmla="*/ 1091 h 6345"/>
                  <a:gd name="connsiteX6" fmla="*/ 190 w 6343"/>
                  <a:gd name="connsiteY6" fmla="*/ 3334 h 6345"/>
                  <a:gd name="connsiteX7" fmla="*/ 1119 w 6343"/>
                  <a:gd name="connsiteY7" fmla="*/ 5578 h 6345"/>
                  <a:gd name="connsiteX8" fmla="*/ 336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2" y="6507"/>
                    </a:moveTo>
                    <a:cubicBezTo>
                      <a:pt x="4203" y="6507"/>
                      <a:pt x="5010" y="6173"/>
                      <a:pt x="5604" y="5578"/>
                    </a:cubicBezTo>
                    <a:cubicBezTo>
                      <a:pt x="6199" y="4983"/>
                      <a:pt x="6533" y="4176"/>
                      <a:pt x="6533" y="3334"/>
                    </a:cubicBezTo>
                    <a:cubicBezTo>
                      <a:pt x="6533" y="2493"/>
                      <a:pt x="6199" y="1686"/>
                      <a:pt x="5604" y="1091"/>
                    </a:cubicBezTo>
                    <a:cubicBezTo>
                      <a:pt x="5010" y="496"/>
                      <a:pt x="4203" y="162"/>
                      <a:pt x="3362" y="162"/>
                    </a:cubicBezTo>
                    <a:cubicBezTo>
                      <a:pt x="2521" y="162"/>
                      <a:pt x="1714" y="496"/>
                      <a:pt x="1119" y="1091"/>
                    </a:cubicBezTo>
                    <a:cubicBezTo>
                      <a:pt x="524" y="1686"/>
                      <a:pt x="190" y="2493"/>
                      <a:pt x="190" y="3334"/>
                    </a:cubicBezTo>
                    <a:cubicBezTo>
                      <a:pt x="190" y="4176"/>
                      <a:pt x="524" y="4983"/>
                      <a:pt x="1119" y="5578"/>
                    </a:cubicBezTo>
                    <a:cubicBezTo>
                      <a:pt x="1714" y="6173"/>
                      <a:pt x="2521" y="6507"/>
                      <a:pt x="336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55" name="Freeform: Shape 12354">
                <a:extLst>
                  <a:ext uri="{FF2B5EF4-FFF2-40B4-BE49-F238E27FC236}">
                    <a16:creationId xmlns:a16="http://schemas.microsoft.com/office/drawing/2014/main" id="{C9725FBC-E4AC-E70F-6D1C-4C4DDA0B91A1}"/>
                  </a:ext>
                </a:extLst>
              </p:cNvPr>
              <p:cNvSpPr/>
              <p:nvPr/>
            </p:nvSpPr>
            <p:spPr>
              <a:xfrm>
                <a:off x="8811385" y="5529312"/>
                <a:ext cx="6343" cy="6345"/>
              </a:xfrm>
              <a:custGeom>
                <a:avLst/>
                <a:gdLst>
                  <a:gd name="connsiteX0" fmla="*/ 3361 w 6343"/>
                  <a:gd name="connsiteY0" fmla="*/ 6507 h 6345"/>
                  <a:gd name="connsiteX1" fmla="*/ 5604 w 6343"/>
                  <a:gd name="connsiteY1" fmla="*/ 5578 h 6345"/>
                  <a:gd name="connsiteX2" fmla="*/ 6532 w 6343"/>
                  <a:gd name="connsiteY2" fmla="*/ 3334 h 6345"/>
                  <a:gd name="connsiteX3" fmla="*/ 5604 w 6343"/>
                  <a:gd name="connsiteY3" fmla="*/ 1091 h 6345"/>
                  <a:gd name="connsiteX4" fmla="*/ 3361 w 6343"/>
                  <a:gd name="connsiteY4" fmla="*/ 162 h 6345"/>
                  <a:gd name="connsiteX5" fmla="*/ 1118 w 6343"/>
                  <a:gd name="connsiteY5" fmla="*/ 1091 h 6345"/>
                  <a:gd name="connsiteX6" fmla="*/ 189 w 6343"/>
                  <a:gd name="connsiteY6" fmla="*/ 3334 h 6345"/>
                  <a:gd name="connsiteX7" fmla="*/ 1118 w 6343"/>
                  <a:gd name="connsiteY7" fmla="*/ 5578 h 6345"/>
                  <a:gd name="connsiteX8" fmla="*/ 336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507"/>
                    </a:moveTo>
                    <a:cubicBezTo>
                      <a:pt x="4202" y="6507"/>
                      <a:pt x="5009" y="6173"/>
                      <a:pt x="5604" y="5578"/>
                    </a:cubicBezTo>
                    <a:cubicBezTo>
                      <a:pt x="6198" y="4983"/>
                      <a:pt x="6532" y="4176"/>
                      <a:pt x="6532" y="3334"/>
                    </a:cubicBezTo>
                    <a:cubicBezTo>
                      <a:pt x="6532" y="2493"/>
                      <a:pt x="6198" y="1686"/>
                      <a:pt x="5604" y="1091"/>
                    </a:cubicBezTo>
                    <a:cubicBezTo>
                      <a:pt x="5009" y="496"/>
                      <a:pt x="4202" y="162"/>
                      <a:pt x="3361" y="162"/>
                    </a:cubicBezTo>
                    <a:cubicBezTo>
                      <a:pt x="2520" y="162"/>
                      <a:pt x="1713" y="496"/>
                      <a:pt x="1118" y="1091"/>
                    </a:cubicBezTo>
                    <a:cubicBezTo>
                      <a:pt x="524" y="1686"/>
                      <a:pt x="189" y="2493"/>
                      <a:pt x="189" y="3334"/>
                    </a:cubicBezTo>
                    <a:cubicBezTo>
                      <a:pt x="189" y="4176"/>
                      <a:pt x="524" y="4983"/>
                      <a:pt x="1118" y="5578"/>
                    </a:cubicBezTo>
                    <a:cubicBezTo>
                      <a:pt x="1713" y="6173"/>
                      <a:pt x="2520" y="6507"/>
                      <a:pt x="336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56" name="Freeform: Shape 12355">
                <a:extLst>
                  <a:ext uri="{FF2B5EF4-FFF2-40B4-BE49-F238E27FC236}">
                    <a16:creationId xmlns:a16="http://schemas.microsoft.com/office/drawing/2014/main" id="{569B6A5C-C3AA-7FE8-4F17-9DB5E07020C4}"/>
                  </a:ext>
                </a:extLst>
              </p:cNvPr>
              <p:cNvSpPr/>
              <p:nvPr/>
            </p:nvSpPr>
            <p:spPr>
              <a:xfrm>
                <a:off x="8806490" y="5526685"/>
                <a:ext cx="6343" cy="6345"/>
              </a:xfrm>
              <a:custGeom>
                <a:avLst/>
                <a:gdLst>
                  <a:gd name="connsiteX0" fmla="*/ 3361 w 6343"/>
                  <a:gd name="connsiteY0" fmla="*/ 6507 h 6345"/>
                  <a:gd name="connsiteX1" fmla="*/ 5603 w 6343"/>
                  <a:gd name="connsiteY1" fmla="*/ 5577 h 6345"/>
                  <a:gd name="connsiteX2" fmla="*/ 6532 w 6343"/>
                  <a:gd name="connsiteY2" fmla="*/ 3334 h 6345"/>
                  <a:gd name="connsiteX3" fmla="*/ 5603 w 6343"/>
                  <a:gd name="connsiteY3" fmla="*/ 1091 h 6345"/>
                  <a:gd name="connsiteX4" fmla="*/ 3361 w 6343"/>
                  <a:gd name="connsiteY4" fmla="*/ 161 h 6345"/>
                  <a:gd name="connsiteX5" fmla="*/ 1118 w 6343"/>
                  <a:gd name="connsiteY5" fmla="*/ 1091 h 6345"/>
                  <a:gd name="connsiteX6" fmla="*/ 189 w 6343"/>
                  <a:gd name="connsiteY6" fmla="*/ 3334 h 6345"/>
                  <a:gd name="connsiteX7" fmla="*/ 1118 w 6343"/>
                  <a:gd name="connsiteY7" fmla="*/ 5577 h 6345"/>
                  <a:gd name="connsiteX8" fmla="*/ 336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507"/>
                    </a:moveTo>
                    <a:cubicBezTo>
                      <a:pt x="4202" y="6507"/>
                      <a:pt x="5008" y="6172"/>
                      <a:pt x="5603" y="5577"/>
                    </a:cubicBezTo>
                    <a:cubicBezTo>
                      <a:pt x="6198" y="4982"/>
                      <a:pt x="6532" y="4175"/>
                      <a:pt x="6532" y="3334"/>
                    </a:cubicBezTo>
                    <a:cubicBezTo>
                      <a:pt x="6532" y="2493"/>
                      <a:pt x="6198" y="1686"/>
                      <a:pt x="5603" y="1091"/>
                    </a:cubicBezTo>
                    <a:cubicBezTo>
                      <a:pt x="5008" y="496"/>
                      <a:pt x="4202" y="161"/>
                      <a:pt x="3361" y="161"/>
                    </a:cubicBezTo>
                    <a:cubicBezTo>
                      <a:pt x="2519" y="161"/>
                      <a:pt x="1713" y="496"/>
                      <a:pt x="1118" y="1091"/>
                    </a:cubicBezTo>
                    <a:cubicBezTo>
                      <a:pt x="523" y="1686"/>
                      <a:pt x="189" y="2493"/>
                      <a:pt x="189" y="3334"/>
                    </a:cubicBezTo>
                    <a:cubicBezTo>
                      <a:pt x="189" y="4175"/>
                      <a:pt x="523" y="4982"/>
                      <a:pt x="1118" y="5577"/>
                    </a:cubicBezTo>
                    <a:cubicBezTo>
                      <a:pt x="1713" y="6172"/>
                      <a:pt x="2519" y="6507"/>
                      <a:pt x="336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57" name="Freeform: Shape 12356">
                <a:extLst>
                  <a:ext uri="{FF2B5EF4-FFF2-40B4-BE49-F238E27FC236}">
                    <a16:creationId xmlns:a16="http://schemas.microsoft.com/office/drawing/2014/main" id="{ED95ACC7-3E09-4F5A-590E-00FB9A6BCA62}"/>
                  </a:ext>
                </a:extLst>
              </p:cNvPr>
              <p:cNvSpPr/>
              <p:nvPr/>
            </p:nvSpPr>
            <p:spPr>
              <a:xfrm>
                <a:off x="8796720" y="5525754"/>
                <a:ext cx="6343" cy="6345"/>
              </a:xfrm>
              <a:custGeom>
                <a:avLst/>
                <a:gdLst>
                  <a:gd name="connsiteX0" fmla="*/ 3360 w 6343"/>
                  <a:gd name="connsiteY0" fmla="*/ 6507 h 6345"/>
                  <a:gd name="connsiteX1" fmla="*/ 5602 w 6343"/>
                  <a:gd name="connsiteY1" fmla="*/ 5577 h 6345"/>
                  <a:gd name="connsiteX2" fmla="*/ 6531 w 6343"/>
                  <a:gd name="connsiteY2" fmla="*/ 3334 h 6345"/>
                  <a:gd name="connsiteX3" fmla="*/ 5602 w 6343"/>
                  <a:gd name="connsiteY3" fmla="*/ 1091 h 6345"/>
                  <a:gd name="connsiteX4" fmla="*/ 3360 w 6343"/>
                  <a:gd name="connsiteY4" fmla="*/ 161 h 6345"/>
                  <a:gd name="connsiteX5" fmla="*/ 1117 w 6343"/>
                  <a:gd name="connsiteY5" fmla="*/ 1091 h 6345"/>
                  <a:gd name="connsiteX6" fmla="*/ 188 w 6343"/>
                  <a:gd name="connsiteY6" fmla="*/ 3334 h 6345"/>
                  <a:gd name="connsiteX7" fmla="*/ 1117 w 6343"/>
                  <a:gd name="connsiteY7" fmla="*/ 5577 h 6345"/>
                  <a:gd name="connsiteX8" fmla="*/ 336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507"/>
                    </a:moveTo>
                    <a:cubicBezTo>
                      <a:pt x="4201" y="6507"/>
                      <a:pt x="5008" y="6172"/>
                      <a:pt x="5602" y="5577"/>
                    </a:cubicBezTo>
                    <a:cubicBezTo>
                      <a:pt x="6197" y="4982"/>
                      <a:pt x="6531" y="4175"/>
                      <a:pt x="6531" y="3334"/>
                    </a:cubicBezTo>
                    <a:cubicBezTo>
                      <a:pt x="6531" y="2493"/>
                      <a:pt x="6197" y="1685"/>
                      <a:pt x="5602" y="1091"/>
                    </a:cubicBezTo>
                    <a:cubicBezTo>
                      <a:pt x="5008" y="496"/>
                      <a:pt x="4201" y="161"/>
                      <a:pt x="3360" y="161"/>
                    </a:cubicBezTo>
                    <a:cubicBezTo>
                      <a:pt x="2519" y="161"/>
                      <a:pt x="1712" y="496"/>
                      <a:pt x="1117" y="1091"/>
                    </a:cubicBezTo>
                    <a:cubicBezTo>
                      <a:pt x="522" y="1685"/>
                      <a:pt x="188" y="2493"/>
                      <a:pt x="188" y="3334"/>
                    </a:cubicBezTo>
                    <a:cubicBezTo>
                      <a:pt x="188" y="4175"/>
                      <a:pt x="522" y="4982"/>
                      <a:pt x="1117" y="5577"/>
                    </a:cubicBezTo>
                    <a:cubicBezTo>
                      <a:pt x="1712" y="6172"/>
                      <a:pt x="2519" y="6507"/>
                      <a:pt x="336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58" name="Freeform: Shape 12357">
                <a:extLst>
                  <a:ext uri="{FF2B5EF4-FFF2-40B4-BE49-F238E27FC236}">
                    <a16:creationId xmlns:a16="http://schemas.microsoft.com/office/drawing/2014/main" id="{173DE306-47F5-6A60-3D49-F0F15DCAA4CA}"/>
                  </a:ext>
                </a:extLst>
              </p:cNvPr>
              <p:cNvSpPr/>
              <p:nvPr/>
            </p:nvSpPr>
            <p:spPr>
              <a:xfrm>
                <a:off x="8789355" y="5523864"/>
                <a:ext cx="6343" cy="6345"/>
              </a:xfrm>
              <a:custGeom>
                <a:avLst/>
                <a:gdLst>
                  <a:gd name="connsiteX0" fmla="*/ 3359 w 6343"/>
                  <a:gd name="connsiteY0" fmla="*/ 6507 h 6345"/>
                  <a:gd name="connsiteX1" fmla="*/ 5602 w 6343"/>
                  <a:gd name="connsiteY1" fmla="*/ 5577 h 6345"/>
                  <a:gd name="connsiteX2" fmla="*/ 6531 w 6343"/>
                  <a:gd name="connsiteY2" fmla="*/ 3334 h 6345"/>
                  <a:gd name="connsiteX3" fmla="*/ 5602 w 6343"/>
                  <a:gd name="connsiteY3" fmla="*/ 1090 h 6345"/>
                  <a:gd name="connsiteX4" fmla="*/ 3359 w 6343"/>
                  <a:gd name="connsiteY4" fmla="*/ 161 h 6345"/>
                  <a:gd name="connsiteX5" fmla="*/ 1117 w 6343"/>
                  <a:gd name="connsiteY5" fmla="*/ 1090 h 6345"/>
                  <a:gd name="connsiteX6" fmla="*/ 188 w 6343"/>
                  <a:gd name="connsiteY6" fmla="*/ 3334 h 6345"/>
                  <a:gd name="connsiteX7" fmla="*/ 1117 w 6343"/>
                  <a:gd name="connsiteY7" fmla="*/ 5577 h 6345"/>
                  <a:gd name="connsiteX8" fmla="*/ 335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507"/>
                    </a:moveTo>
                    <a:cubicBezTo>
                      <a:pt x="4200" y="6507"/>
                      <a:pt x="5007" y="6172"/>
                      <a:pt x="5602" y="5577"/>
                    </a:cubicBezTo>
                    <a:cubicBezTo>
                      <a:pt x="6197" y="4982"/>
                      <a:pt x="6531" y="4175"/>
                      <a:pt x="6531" y="3334"/>
                    </a:cubicBezTo>
                    <a:cubicBezTo>
                      <a:pt x="6531" y="2492"/>
                      <a:pt x="6197" y="1685"/>
                      <a:pt x="5602" y="1090"/>
                    </a:cubicBezTo>
                    <a:cubicBezTo>
                      <a:pt x="5007" y="495"/>
                      <a:pt x="4200" y="161"/>
                      <a:pt x="3359" y="161"/>
                    </a:cubicBezTo>
                    <a:cubicBezTo>
                      <a:pt x="2518" y="161"/>
                      <a:pt x="1711" y="495"/>
                      <a:pt x="1117" y="1090"/>
                    </a:cubicBezTo>
                    <a:cubicBezTo>
                      <a:pt x="522" y="1685"/>
                      <a:pt x="188" y="2492"/>
                      <a:pt x="188" y="3334"/>
                    </a:cubicBezTo>
                    <a:cubicBezTo>
                      <a:pt x="188" y="4175"/>
                      <a:pt x="522" y="4982"/>
                      <a:pt x="1117" y="5577"/>
                    </a:cubicBezTo>
                    <a:cubicBezTo>
                      <a:pt x="1711" y="6172"/>
                      <a:pt x="2518" y="6507"/>
                      <a:pt x="335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59" name="Freeform: Shape 12358">
                <a:extLst>
                  <a:ext uri="{FF2B5EF4-FFF2-40B4-BE49-F238E27FC236}">
                    <a16:creationId xmlns:a16="http://schemas.microsoft.com/office/drawing/2014/main" id="{F89661DD-1749-4E3F-4B3E-B78E93DE5E1F}"/>
                  </a:ext>
                </a:extLst>
              </p:cNvPr>
              <p:cNvSpPr/>
              <p:nvPr/>
            </p:nvSpPr>
            <p:spPr>
              <a:xfrm>
                <a:off x="8778976" y="5522928"/>
                <a:ext cx="6343" cy="6345"/>
              </a:xfrm>
              <a:custGeom>
                <a:avLst/>
                <a:gdLst>
                  <a:gd name="connsiteX0" fmla="*/ 3358 w 6343"/>
                  <a:gd name="connsiteY0" fmla="*/ 6506 h 6345"/>
                  <a:gd name="connsiteX1" fmla="*/ 5601 w 6343"/>
                  <a:gd name="connsiteY1" fmla="*/ 5577 h 6345"/>
                  <a:gd name="connsiteX2" fmla="*/ 6530 w 6343"/>
                  <a:gd name="connsiteY2" fmla="*/ 3334 h 6345"/>
                  <a:gd name="connsiteX3" fmla="*/ 5601 w 6343"/>
                  <a:gd name="connsiteY3" fmla="*/ 1090 h 6345"/>
                  <a:gd name="connsiteX4" fmla="*/ 3358 w 6343"/>
                  <a:gd name="connsiteY4" fmla="*/ 161 h 6345"/>
                  <a:gd name="connsiteX5" fmla="*/ 1116 w 6343"/>
                  <a:gd name="connsiteY5" fmla="*/ 1090 h 6345"/>
                  <a:gd name="connsiteX6" fmla="*/ 187 w 6343"/>
                  <a:gd name="connsiteY6" fmla="*/ 3334 h 6345"/>
                  <a:gd name="connsiteX7" fmla="*/ 1116 w 6343"/>
                  <a:gd name="connsiteY7" fmla="*/ 5577 h 6345"/>
                  <a:gd name="connsiteX8" fmla="*/ 335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506"/>
                    </a:moveTo>
                    <a:cubicBezTo>
                      <a:pt x="4199" y="6506"/>
                      <a:pt x="5006" y="6172"/>
                      <a:pt x="5601" y="5577"/>
                    </a:cubicBezTo>
                    <a:cubicBezTo>
                      <a:pt x="6196" y="4982"/>
                      <a:pt x="6530" y="4175"/>
                      <a:pt x="6530" y="3334"/>
                    </a:cubicBezTo>
                    <a:cubicBezTo>
                      <a:pt x="6530" y="2492"/>
                      <a:pt x="6196" y="1685"/>
                      <a:pt x="5601" y="1090"/>
                    </a:cubicBezTo>
                    <a:cubicBezTo>
                      <a:pt x="5006" y="495"/>
                      <a:pt x="4199" y="161"/>
                      <a:pt x="3358" y="161"/>
                    </a:cubicBezTo>
                    <a:cubicBezTo>
                      <a:pt x="2517" y="161"/>
                      <a:pt x="1710" y="495"/>
                      <a:pt x="1116" y="1090"/>
                    </a:cubicBezTo>
                    <a:cubicBezTo>
                      <a:pt x="521" y="1685"/>
                      <a:pt x="187" y="2492"/>
                      <a:pt x="187" y="3334"/>
                    </a:cubicBezTo>
                    <a:cubicBezTo>
                      <a:pt x="187" y="4175"/>
                      <a:pt x="521" y="4982"/>
                      <a:pt x="1116" y="5577"/>
                    </a:cubicBezTo>
                    <a:cubicBezTo>
                      <a:pt x="1710" y="6172"/>
                      <a:pt x="2517" y="6506"/>
                      <a:pt x="335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60" name="Freeform: Shape 12359">
                <a:extLst>
                  <a:ext uri="{FF2B5EF4-FFF2-40B4-BE49-F238E27FC236}">
                    <a16:creationId xmlns:a16="http://schemas.microsoft.com/office/drawing/2014/main" id="{7746C82E-C368-FCF5-8F82-660A1B398134}"/>
                  </a:ext>
                </a:extLst>
              </p:cNvPr>
              <p:cNvSpPr/>
              <p:nvPr/>
            </p:nvSpPr>
            <p:spPr>
              <a:xfrm>
                <a:off x="8763136" y="5523709"/>
                <a:ext cx="6343" cy="6345"/>
              </a:xfrm>
              <a:custGeom>
                <a:avLst/>
                <a:gdLst>
                  <a:gd name="connsiteX0" fmla="*/ 3357 w 6343"/>
                  <a:gd name="connsiteY0" fmla="*/ 6506 h 6345"/>
                  <a:gd name="connsiteX1" fmla="*/ 5600 w 6343"/>
                  <a:gd name="connsiteY1" fmla="*/ 5577 h 6345"/>
                  <a:gd name="connsiteX2" fmla="*/ 6529 w 6343"/>
                  <a:gd name="connsiteY2" fmla="*/ 3334 h 6345"/>
                  <a:gd name="connsiteX3" fmla="*/ 5600 w 6343"/>
                  <a:gd name="connsiteY3" fmla="*/ 1090 h 6345"/>
                  <a:gd name="connsiteX4" fmla="*/ 3357 w 6343"/>
                  <a:gd name="connsiteY4" fmla="*/ 161 h 6345"/>
                  <a:gd name="connsiteX5" fmla="*/ 1114 w 6343"/>
                  <a:gd name="connsiteY5" fmla="*/ 1090 h 6345"/>
                  <a:gd name="connsiteX6" fmla="*/ 186 w 6343"/>
                  <a:gd name="connsiteY6" fmla="*/ 3334 h 6345"/>
                  <a:gd name="connsiteX7" fmla="*/ 1114 w 6343"/>
                  <a:gd name="connsiteY7" fmla="*/ 5577 h 6345"/>
                  <a:gd name="connsiteX8" fmla="*/ 335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06"/>
                    </a:moveTo>
                    <a:cubicBezTo>
                      <a:pt x="4198" y="6506"/>
                      <a:pt x="5005" y="6172"/>
                      <a:pt x="5600" y="5577"/>
                    </a:cubicBezTo>
                    <a:cubicBezTo>
                      <a:pt x="6194" y="4982"/>
                      <a:pt x="6529" y="4175"/>
                      <a:pt x="6529" y="3334"/>
                    </a:cubicBezTo>
                    <a:cubicBezTo>
                      <a:pt x="6529" y="2492"/>
                      <a:pt x="6194" y="1685"/>
                      <a:pt x="5600" y="1090"/>
                    </a:cubicBezTo>
                    <a:cubicBezTo>
                      <a:pt x="5005" y="495"/>
                      <a:pt x="4198" y="161"/>
                      <a:pt x="3357" y="161"/>
                    </a:cubicBezTo>
                    <a:cubicBezTo>
                      <a:pt x="2516" y="161"/>
                      <a:pt x="1709" y="495"/>
                      <a:pt x="1114" y="1090"/>
                    </a:cubicBezTo>
                    <a:cubicBezTo>
                      <a:pt x="520" y="1685"/>
                      <a:pt x="186" y="2492"/>
                      <a:pt x="186" y="3334"/>
                    </a:cubicBezTo>
                    <a:cubicBezTo>
                      <a:pt x="186" y="4175"/>
                      <a:pt x="520" y="4982"/>
                      <a:pt x="1114" y="5577"/>
                    </a:cubicBezTo>
                    <a:cubicBezTo>
                      <a:pt x="1709" y="6172"/>
                      <a:pt x="2516" y="6506"/>
                      <a:pt x="335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61" name="Freeform: Shape 12360">
                <a:extLst>
                  <a:ext uri="{FF2B5EF4-FFF2-40B4-BE49-F238E27FC236}">
                    <a16:creationId xmlns:a16="http://schemas.microsoft.com/office/drawing/2014/main" id="{EBB41132-0C2D-CAB1-C4C5-B4C38B4289EF}"/>
                  </a:ext>
                </a:extLst>
              </p:cNvPr>
              <p:cNvSpPr/>
              <p:nvPr/>
            </p:nvSpPr>
            <p:spPr>
              <a:xfrm>
                <a:off x="8752958" y="5522424"/>
                <a:ext cx="6343" cy="6345"/>
              </a:xfrm>
              <a:custGeom>
                <a:avLst/>
                <a:gdLst>
                  <a:gd name="connsiteX0" fmla="*/ 3356 w 6343"/>
                  <a:gd name="connsiteY0" fmla="*/ 6506 h 6345"/>
                  <a:gd name="connsiteX1" fmla="*/ 5599 w 6343"/>
                  <a:gd name="connsiteY1" fmla="*/ 5577 h 6345"/>
                  <a:gd name="connsiteX2" fmla="*/ 6528 w 6343"/>
                  <a:gd name="connsiteY2" fmla="*/ 3334 h 6345"/>
                  <a:gd name="connsiteX3" fmla="*/ 5599 w 6343"/>
                  <a:gd name="connsiteY3" fmla="*/ 1090 h 6345"/>
                  <a:gd name="connsiteX4" fmla="*/ 3356 w 6343"/>
                  <a:gd name="connsiteY4" fmla="*/ 161 h 6345"/>
                  <a:gd name="connsiteX5" fmla="*/ 1114 w 6343"/>
                  <a:gd name="connsiteY5" fmla="*/ 1090 h 6345"/>
                  <a:gd name="connsiteX6" fmla="*/ 185 w 6343"/>
                  <a:gd name="connsiteY6" fmla="*/ 3334 h 6345"/>
                  <a:gd name="connsiteX7" fmla="*/ 1114 w 6343"/>
                  <a:gd name="connsiteY7" fmla="*/ 5577 h 6345"/>
                  <a:gd name="connsiteX8" fmla="*/ 335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506"/>
                    </a:moveTo>
                    <a:cubicBezTo>
                      <a:pt x="4197" y="6506"/>
                      <a:pt x="5004" y="6172"/>
                      <a:pt x="5599" y="5577"/>
                    </a:cubicBezTo>
                    <a:cubicBezTo>
                      <a:pt x="6194" y="4982"/>
                      <a:pt x="6528" y="4175"/>
                      <a:pt x="6528" y="3334"/>
                    </a:cubicBezTo>
                    <a:cubicBezTo>
                      <a:pt x="6528" y="2492"/>
                      <a:pt x="6194" y="1685"/>
                      <a:pt x="5599" y="1090"/>
                    </a:cubicBezTo>
                    <a:cubicBezTo>
                      <a:pt x="5004" y="495"/>
                      <a:pt x="4197" y="161"/>
                      <a:pt x="3356" y="161"/>
                    </a:cubicBezTo>
                    <a:cubicBezTo>
                      <a:pt x="2515" y="161"/>
                      <a:pt x="1708" y="495"/>
                      <a:pt x="1114" y="1090"/>
                    </a:cubicBezTo>
                    <a:cubicBezTo>
                      <a:pt x="519" y="1685"/>
                      <a:pt x="185" y="2492"/>
                      <a:pt x="185" y="3334"/>
                    </a:cubicBezTo>
                    <a:cubicBezTo>
                      <a:pt x="185" y="4175"/>
                      <a:pt x="519" y="4982"/>
                      <a:pt x="1114" y="5577"/>
                    </a:cubicBezTo>
                    <a:cubicBezTo>
                      <a:pt x="1708" y="6172"/>
                      <a:pt x="2515" y="6506"/>
                      <a:pt x="335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62" name="Freeform: Shape 12361">
                <a:extLst>
                  <a:ext uri="{FF2B5EF4-FFF2-40B4-BE49-F238E27FC236}">
                    <a16:creationId xmlns:a16="http://schemas.microsoft.com/office/drawing/2014/main" id="{43AFA5C3-B81D-53AC-98F1-41C09643DB6F}"/>
                  </a:ext>
                </a:extLst>
              </p:cNvPr>
              <p:cNvSpPr/>
              <p:nvPr/>
            </p:nvSpPr>
            <p:spPr>
              <a:xfrm>
                <a:off x="8740333" y="5521810"/>
                <a:ext cx="6343" cy="6345"/>
              </a:xfrm>
              <a:custGeom>
                <a:avLst/>
                <a:gdLst>
                  <a:gd name="connsiteX0" fmla="*/ 3355 w 6343"/>
                  <a:gd name="connsiteY0" fmla="*/ 6506 h 6345"/>
                  <a:gd name="connsiteX1" fmla="*/ 5598 w 6343"/>
                  <a:gd name="connsiteY1" fmla="*/ 5577 h 6345"/>
                  <a:gd name="connsiteX2" fmla="*/ 6527 w 6343"/>
                  <a:gd name="connsiteY2" fmla="*/ 3334 h 6345"/>
                  <a:gd name="connsiteX3" fmla="*/ 5598 w 6343"/>
                  <a:gd name="connsiteY3" fmla="*/ 1090 h 6345"/>
                  <a:gd name="connsiteX4" fmla="*/ 3355 w 6343"/>
                  <a:gd name="connsiteY4" fmla="*/ 161 h 6345"/>
                  <a:gd name="connsiteX5" fmla="*/ 1113 w 6343"/>
                  <a:gd name="connsiteY5" fmla="*/ 1090 h 6345"/>
                  <a:gd name="connsiteX6" fmla="*/ 184 w 6343"/>
                  <a:gd name="connsiteY6" fmla="*/ 3334 h 6345"/>
                  <a:gd name="connsiteX7" fmla="*/ 1113 w 6343"/>
                  <a:gd name="connsiteY7" fmla="*/ 5577 h 6345"/>
                  <a:gd name="connsiteX8" fmla="*/ 335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506"/>
                    </a:moveTo>
                    <a:cubicBezTo>
                      <a:pt x="4196" y="6506"/>
                      <a:pt x="5003" y="6172"/>
                      <a:pt x="5598" y="5577"/>
                    </a:cubicBezTo>
                    <a:cubicBezTo>
                      <a:pt x="6193" y="4982"/>
                      <a:pt x="6527" y="4175"/>
                      <a:pt x="6527" y="3334"/>
                    </a:cubicBezTo>
                    <a:cubicBezTo>
                      <a:pt x="6527" y="2492"/>
                      <a:pt x="6193" y="1685"/>
                      <a:pt x="5598" y="1090"/>
                    </a:cubicBezTo>
                    <a:cubicBezTo>
                      <a:pt x="5003" y="495"/>
                      <a:pt x="4196" y="161"/>
                      <a:pt x="3355" y="161"/>
                    </a:cubicBezTo>
                    <a:cubicBezTo>
                      <a:pt x="2514" y="161"/>
                      <a:pt x="1707" y="495"/>
                      <a:pt x="1113" y="1090"/>
                    </a:cubicBezTo>
                    <a:cubicBezTo>
                      <a:pt x="518" y="1685"/>
                      <a:pt x="184" y="2492"/>
                      <a:pt x="184" y="3334"/>
                    </a:cubicBezTo>
                    <a:cubicBezTo>
                      <a:pt x="184" y="4175"/>
                      <a:pt x="518" y="4982"/>
                      <a:pt x="1113" y="5577"/>
                    </a:cubicBezTo>
                    <a:cubicBezTo>
                      <a:pt x="1707" y="6172"/>
                      <a:pt x="2514" y="6506"/>
                      <a:pt x="335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63" name="Freeform: Shape 12362">
                <a:extLst>
                  <a:ext uri="{FF2B5EF4-FFF2-40B4-BE49-F238E27FC236}">
                    <a16:creationId xmlns:a16="http://schemas.microsoft.com/office/drawing/2014/main" id="{AB9CC752-ECE4-72D3-75A0-2A860FF687D9}"/>
                  </a:ext>
                </a:extLst>
              </p:cNvPr>
              <p:cNvSpPr/>
              <p:nvPr/>
            </p:nvSpPr>
            <p:spPr>
              <a:xfrm>
                <a:off x="8726379" y="5521465"/>
                <a:ext cx="6343" cy="6345"/>
              </a:xfrm>
              <a:custGeom>
                <a:avLst/>
                <a:gdLst>
                  <a:gd name="connsiteX0" fmla="*/ 3354 w 6343"/>
                  <a:gd name="connsiteY0" fmla="*/ 6506 h 6345"/>
                  <a:gd name="connsiteX1" fmla="*/ 5597 w 6343"/>
                  <a:gd name="connsiteY1" fmla="*/ 5577 h 6345"/>
                  <a:gd name="connsiteX2" fmla="*/ 6526 w 6343"/>
                  <a:gd name="connsiteY2" fmla="*/ 3334 h 6345"/>
                  <a:gd name="connsiteX3" fmla="*/ 5597 w 6343"/>
                  <a:gd name="connsiteY3" fmla="*/ 1090 h 6345"/>
                  <a:gd name="connsiteX4" fmla="*/ 3354 w 6343"/>
                  <a:gd name="connsiteY4" fmla="*/ 161 h 6345"/>
                  <a:gd name="connsiteX5" fmla="*/ 1112 w 6343"/>
                  <a:gd name="connsiteY5" fmla="*/ 1090 h 6345"/>
                  <a:gd name="connsiteX6" fmla="*/ 183 w 6343"/>
                  <a:gd name="connsiteY6" fmla="*/ 3334 h 6345"/>
                  <a:gd name="connsiteX7" fmla="*/ 1112 w 6343"/>
                  <a:gd name="connsiteY7" fmla="*/ 5577 h 6345"/>
                  <a:gd name="connsiteX8" fmla="*/ 335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506"/>
                    </a:moveTo>
                    <a:cubicBezTo>
                      <a:pt x="4195" y="6506"/>
                      <a:pt x="5002" y="6172"/>
                      <a:pt x="5597" y="5577"/>
                    </a:cubicBezTo>
                    <a:cubicBezTo>
                      <a:pt x="6192" y="4982"/>
                      <a:pt x="6526" y="4175"/>
                      <a:pt x="6526" y="3334"/>
                    </a:cubicBezTo>
                    <a:cubicBezTo>
                      <a:pt x="6526" y="2492"/>
                      <a:pt x="6192" y="1685"/>
                      <a:pt x="5597" y="1090"/>
                    </a:cubicBezTo>
                    <a:cubicBezTo>
                      <a:pt x="5002" y="495"/>
                      <a:pt x="4195" y="161"/>
                      <a:pt x="3354" y="161"/>
                    </a:cubicBezTo>
                    <a:cubicBezTo>
                      <a:pt x="2513" y="161"/>
                      <a:pt x="1706" y="495"/>
                      <a:pt x="1112" y="1090"/>
                    </a:cubicBezTo>
                    <a:cubicBezTo>
                      <a:pt x="517" y="1685"/>
                      <a:pt x="183" y="2492"/>
                      <a:pt x="183" y="3334"/>
                    </a:cubicBezTo>
                    <a:cubicBezTo>
                      <a:pt x="183" y="4175"/>
                      <a:pt x="517" y="4982"/>
                      <a:pt x="1112" y="5577"/>
                    </a:cubicBezTo>
                    <a:cubicBezTo>
                      <a:pt x="1706" y="6172"/>
                      <a:pt x="2513" y="6506"/>
                      <a:pt x="335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64" name="Freeform: Shape 12363">
                <a:extLst>
                  <a:ext uri="{FF2B5EF4-FFF2-40B4-BE49-F238E27FC236}">
                    <a16:creationId xmlns:a16="http://schemas.microsoft.com/office/drawing/2014/main" id="{D5A97565-ECFE-0848-EF3D-DC6A7A6F77A8}"/>
                  </a:ext>
                </a:extLst>
              </p:cNvPr>
              <p:cNvSpPr/>
              <p:nvPr/>
            </p:nvSpPr>
            <p:spPr>
              <a:xfrm>
                <a:off x="8711389" y="5521272"/>
                <a:ext cx="6343" cy="6345"/>
              </a:xfrm>
              <a:custGeom>
                <a:avLst/>
                <a:gdLst>
                  <a:gd name="connsiteX0" fmla="*/ 3353 w 6343"/>
                  <a:gd name="connsiteY0" fmla="*/ 6506 h 6345"/>
                  <a:gd name="connsiteX1" fmla="*/ 5596 w 6343"/>
                  <a:gd name="connsiteY1" fmla="*/ 5577 h 6345"/>
                  <a:gd name="connsiteX2" fmla="*/ 6525 w 6343"/>
                  <a:gd name="connsiteY2" fmla="*/ 3334 h 6345"/>
                  <a:gd name="connsiteX3" fmla="*/ 5596 w 6343"/>
                  <a:gd name="connsiteY3" fmla="*/ 1090 h 6345"/>
                  <a:gd name="connsiteX4" fmla="*/ 3353 w 6343"/>
                  <a:gd name="connsiteY4" fmla="*/ 161 h 6345"/>
                  <a:gd name="connsiteX5" fmla="*/ 1110 w 6343"/>
                  <a:gd name="connsiteY5" fmla="*/ 1090 h 6345"/>
                  <a:gd name="connsiteX6" fmla="*/ 181 w 6343"/>
                  <a:gd name="connsiteY6" fmla="*/ 3334 h 6345"/>
                  <a:gd name="connsiteX7" fmla="*/ 1110 w 6343"/>
                  <a:gd name="connsiteY7" fmla="*/ 5577 h 6345"/>
                  <a:gd name="connsiteX8" fmla="*/ 335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3" y="6506"/>
                    </a:moveTo>
                    <a:cubicBezTo>
                      <a:pt x="4194" y="6506"/>
                      <a:pt x="5001" y="6172"/>
                      <a:pt x="5596" y="5577"/>
                    </a:cubicBezTo>
                    <a:cubicBezTo>
                      <a:pt x="6190" y="4982"/>
                      <a:pt x="6525" y="4175"/>
                      <a:pt x="6525" y="3334"/>
                    </a:cubicBezTo>
                    <a:cubicBezTo>
                      <a:pt x="6525" y="2492"/>
                      <a:pt x="6190" y="1685"/>
                      <a:pt x="5596" y="1090"/>
                    </a:cubicBezTo>
                    <a:cubicBezTo>
                      <a:pt x="5001" y="495"/>
                      <a:pt x="4194" y="161"/>
                      <a:pt x="3353" y="161"/>
                    </a:cubicBezTo>
                    <a:cubicBezTo>
                      <a:pt x="2512" y="161"/>
                      <a:pt x="1705" y="495"/>
                      <a:pt x="1110" y="1090"/>
                    </a:cubicBezTo>
                    <a:cubicBezTo>
                      <a:pt x="516" y="1685"/>
                      <a:pt x="181" y="2492"/>
                      <a:pt x="181" y="3334"/>
                    </a:cubicBezTo>
                    <a:cubicBezTo>
                      <a:pt x="181" y="4175"/>
                      <a:pt x="516" y="4982"/>
                      <a:pt x="1110" y="5577"/>
                    </a:cubicBezTo>
                    <a:cubicBezTo>
                      <a:pt x="1705" y="6172"/>
                      <a:pt x="2512" y="6506"/>
                      <a:pt x="335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65" name="Freeform: Shape 12364">
                <a:extLst>
                  <a:ext uri="{FF2B5EF4-FFF2-40B4-BE49-F238E27FC236}">
                    <a16:creationId xmlns:a16="http://schemas.microsoft.com/office/drawing/2014/main" id="{9F58346B-B227-442F-765A-CABB2C75296D}"/>
                  </a:ext>
                </a:extLst>
              </p:cNvPr>
              <p:cNvSpPr/>
              <p:nvPr/>
            </p:nvSpPr>
            <p:spPr>
              <a:xfrm>
                <a:off x="8696733" y="5520794"/>
                <a:ext cx="6343" cy="6345"/>
              </a:xfrm>
              <a:custGeom>
                <a:avLst/>
                <a:gdLst>
                  <a:gd name="connsiteX0" fmla="*/ 3352 w 6343"/>
                  <a:gd name="connsiteY0" fmla="*/ 6506 h 6345"/>
                  <a:gd name="connsiteX1" fmla="*/ 5595 w 6343"/>
                  <a:gd name="connsiteY1" fmla="*/ 5577 h 6345"/>
                  <a:gd name="connsiteX2" fmla="*/ 6523 w 6343"/>
                  <a:gd name="connsiteY2" fmla="*/ 3334 h 6345"/>
                  <a:gd name="connsiteX3" fmla="*/ 5595 w 6343"/>
                  <a:gd name="connsiteY3" fmla="*/ 1090 h 6345"/>
                  <a:gd name="connsiteX4" fmla="*/ 3352 w 6343"/>
                  <a:gd name="connsiteY4" fmla="*/ 161 h 6345"/>
                  <a:gd name="connsiteX5" fmla="*/ 1109 w 6343"/>
                  <a:gd name="connsiteY5" fmla="*/ 1090 h 6345"/>
                  <a:gd name="connsiteX6" fmla="*/ 180 w 6343"/>
                  <a:gd name="connsiteY6" fmla="*/ 3334 h 6345"/>
                  <a:gd name="connsiteX7" fmla="*/ 1109 w 6343"/>
                  <a:gd name="connsiteY7" fmla="*/ 5577 h 6345"/>
                  <a:gd name="connsiteX8" fmla="*/ 3352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2" y="6506"/>
                    </a:moveTo>
                    <a:cubicBezTo>
                      <a:pt x="4193" y="6506"/>
                      <a:pt x="5000" y="6172"/>
                      <a:pt x="5595" y="5577"/>
                    </a:cubicBezTo>
                    <a:cubicBezTo>
                      <a:pt x="6189" y="4982"/>
                      <a:pt x="6523" y="4175"/>
                      <a:pt x="6523" y="3334"/>
                    </a:cubicBezTo>
                    <a:cubicBezTo>
                      <a:pt x="6523" y="2492"/>
                      <a:pt x="6189" y="1685"/>
                      <a:pt x="5595" y="1090"/>
                    </a:cubicBezTo>
                    <a:cubicBezTo>
                      <a:pt x="5000" y="495"/>
                      <a:pt x="4193" y="161"/>
                      <a:pt x="3352" y="161"/>
                    </a:cubicBezTo>
                    <a:cubicBezTo>
                      <a:pt x="2511" y="161"/>
                      <a:pt x="1704" y="495"/>
                      <a:pt x="1109" y="1090"/>
                    </a:cubicBezTo>
                    <a:cubicBezTo>
                      <a:pt x="515" y="1685"/>
                      <a:pt x="180" y="2492"/>
                      <a:pt x="180" y="3334"/>
                    </a:cubicBezTo>
                    <a:cubicBezTo>
                      <a:pt x="180" y="4175"/>
                      <a:pt x="515" y="4982"/>
                      <a:pt x="1109" y="5577"/>
                    </a:cubicBezTo>
                    <a:cubicBezTo>
                      <a:pt x="1704" y="6172"/>
                      <a:pt x="2511" y="6506"/>
                      <a:pt x="3352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66" name="Freeform: Shape 12365">
                <a:extLst>
                  <a:ext uri="{FF2B5EF4-FFF2-40B4-BE49-F238E27FC236}">
                    <a16:creationId xmlns:a16="http://schemas.microsoft.com/office/drawing/2014/main" id="{D857364C-005B-ED1D-D391-5EB5ABE958D9}"/>
                  </a:ext>
                </a:extLst>
              </p:cNvPr>
              <p:cNvSpPr/>
              <p:nvPr/>
            </p:nvSpPr>
            <p:spPr>
              <a:xfrm>
                <a:off x="8677863" y="5521388"/>
                <a:ext cx="6343" cy="6345"/>
              </a:xfrm>
              <a:custGeom>
                <a:avLst/>
                <a:gdLst>
                  <a:gd name="connsiteX0" fmla="*/ 3350 w 6343"/>
                  <a:gd name="connsiteY0" fmla="*/ 6506 h 6345"/>
                  <a:gd name="connsiteX1" fmla="*/ 5593 w 6343"/>
                  <a:gd name="connsiteY1" fmla="*/ 5577 h 6345"/>
                  <a:gd name="connsiteX2" fmla="*/ 6522 w 6343"/>
                  <a:gd name="connsiteY2" fmla="*/ 3334 h 6345"/>
                  <a:gd name="connsiteX3" fmla="*/ 5593 w 6343"/>
                  <a:gd name="connsiteY3" fmla="*/ 1090 h 6345"/>
                  <a:gd name="connsiteX4" fmla="*/ 3350 w 6343"/>
                  <a:gd name="connsiteY4" fmla="*/ 161 h 6345"/>
                  <a:gd name="connsiteX5" fmla="*/ 1108 w 6343"/>
                  <a:gd name="connsiteY5" fmla="*/ 1090 h 6345"/>
                  <a:gd name="connsiteX6" fmla="*/ 179 w 6343"/>
                  <a:gd name="connsiteY6" fmla="*/ 3334 h 6345"/>
                  <a:gd name="connsiteX7" fmla="*/ 1108 w 6343"/>
                  <a:gd name="connsiteY7" fmla="*/ 5577 h 6345"/>
                  <a:gd name="connsiteX8" fmla="*/ 335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0" y="6506"/>
                    </a:moveTo>
                    <a:cubicBezTo>
                      <a:pt x="4192" y="6506"/>
                      <a:pt x="4998" y="6172"/>
                      <a:pt x="5593" y="5577"/>
                    </a:cubicBezTo>
                    <a:cubicBezTo>
                      <a:pt x="6188" y="4982"/>
                      <a:pt x="6522" y="4175"/>
                      <a:pt x="6522" y="3334"/>
                    </a:cubicBezTo>
                    <a:cubicBezTo>
                      <a:pt x="6522" y="2492"/>
                      <a:pt x="6188" y="1685"/>
                      <a:pt x="5593" y="1090"/>
                    </a:cubicBezTo>
                    <a:cubicBezTo>
                      <a:pt x="4998" y="495"/>
                      <a:pt x="4192" y="161"/>
                      <a:pt x="3350" y="161"/>
                    </a:cubicBezTo>
                    <a:cubicBezTo>
                      <a:pt x="2509" y="161"/>
                      <a:pt x="1703" y="495"/>
                      <a:pt x="1108" y="1090"/>
                    </a:cubicBezTo>
                    <a:cubicBezTo>
                      <a:pt x="513" y="1685"/>
                      <a:pt x="179" y="2492"/>
                      <a:pt x="179" y="3334"/>
                    </a:cubicBezTo>
                    <a:cubicBezTo>
                      <a:pt x="179" y="4175"/>
                      <a:pt x="513" y="4982"/>
                      <a:pt x="1108" y="5577"/>
                    </a:cubicBezTo>
                    <a:cubicBezTo>
                      <a:pt x="1703" y="6172"/>
                      <a:pt x="2509" y="6506"/>
                      <a:pt x="335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67" name="Freeform: Shape 12366">
                <a:extLst>
                  <a:ext uri="{FF2B5EF4-FFF2-40B4-BE49-F238E27FC236}">
                    <a16:creationId xmlns:a16="http://schemas.microsoft.com/office/drawing/2014/main" id="{E964DF39-CEDF-203A-E189-54D9D990711B}"/>
                  </a:ext>
                </a:extLst>
              </p:cNvPr>
              <p:cNvSpPr/>
              <p:nvPr/>
            </p:nvSpPr>
            <p:spPr>
              <a:xfrm>
                <a:off x="8664899" y="5520037"/>
                <a:ext cx="6343" cy="6345"/>
              </a:xfrm>
              <a:custGeom>
                <a:avLst/>
                <a:gdLst>
                  <a:gd name="connsiteX0" fmla="*/ 3349 w 6343"/>
                  <a:gd name="connsiteY0" fmla="*/ 6506 h 6345"/>
                  <a:gd name="connsiteX1" fmla="*/ 5592 w 6343"/>
                  <a:gd name="connsiteY1" fmla="*/ 5577 h 6345"/>
                  <a:gd name="connsiteX2" fmla="*/ 6521 w 6343"/>
                  <a:gd name="connsiteY2" fmla="*/ 3333 h 6345"/>
                  <a:gd name="connsiteX3" fmla="*/ 5592 w 6343"/>
                  <a:gd name="connsiteY3" fmla="*/ 1090 h 6345"/>
                  <a:gd name="connsiteX4" fmla="*/ 3349 w 6343"/>
                  <a:gd name="connsiteY4" fmla="*/ 161 h 6345"/>
                  <a:gd name="connsiteX5" fmla="*/ 1107 w 6343"/>
                  <a:gd name="connsiteY5" fmla="*/ 1090 h 6345"/>
                  <a:gd name="connsiteX6" fmla="*/ 178 w 6343"/>
                  <a:gd name="connsiteY6" fmla="*/ 3333 h 6345"/>
                  <a:gd name="connsiteX7" fmla="*/ 1107 w 6343"/>
                  <a:gd name="connsiteY7" fmla="*/ 5577 h 6345"/>
                  <a:gd name="connsiteX8" fmla="*/ 334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9" y="6506"/>
                    </a:moveTo>
                    <a:cubicBezTo>
                      <a:pt x="4190" y="6506"/>
                      <a:pt x="4997" y="6172"/>
                      <a:pt x="5592" y="5577"/>
                    </a:cubicBezTo>
                    <a:cubicBezTo>
                      <a:pt x="6187" y="4982"/>
                      <a:pt x="6521" y="4175"/>
                      <a:pt x="6521" y="3333"/>
                    </a:cubicBezTo>
                    <a:cubicBezTo>
                      <a:pt x="6521" y="2492"/>
                      <a:pt x="6187" y="1685"/>
                      <a:pt x="5592" y="1090"/>
                    </a:cubicBezTo>
                    <a:cubicBezTo>
                      <a:pt x="4997" y="495"/>
                      <a:pt x="4190" y="161"/>
                      <a:pt x="3349" y="161"/>
                    </a:cubicBezTo>
                    <a:cubicBezTo>
                      <a:pt x="2508" y="161"/>
                      <a:pt x="1702" y="495"/>
                      <a:pt x="1107" y="1090"/>
                    </a:cubicBezTo>
                    <a:cubicBezTo>
                      <a:pt x="512" y="1685"/>
                      <a:pt x="178" y="2492"/>
                      <a:pt x="178" y="3333"/>
                    </a:cubicBezTo>
                    <a:cubicBezTo>
                      <a:pt x="178" y="4175"/>
                      <a:pt x="512" y="4982"/>
                      <a:pt x="1107" y="5577"/>
                    </a:cubicBezTo>
                    <a:cubicBezTo>
                      <a:pt x="1702" y="6172"/>
                      <a:pt x="2508" y="6506"/>
                      <a:pt x="334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68" name="Freeform: Shape 12367">
                <a:extLst>
                  <a:ext uri="{FF2B5EF4-FFF2-40B4-BE49-F238E27FC236}">
                    <a16:creationId xmlns:a16="http://schemas.microsoft.com/office/drawing/2014/main" id="{835B1288-9F63-6CF2-4AC7-4D85707ABCEF}"/>
                  </a:ext>
                </a:extLst>
              </p:cNvPr>
              <p:cNvSpPr/>
              <p:nvPr/>
            </p:nvSpPr>
            <p:spPr>
              <a:xfrm>
                <a:off x="8623606" y="5526556"/>
                <a:ext cx="6343" cy="6345"/>
              </a:xfrm>
              <a:custGeom>
                <a:avLst/>
                <a:gdLst>
                  <a:gd name="connsiteX0" fmla="*/ 3346 w 6343"/>
                  <a:gd name="connsiteY0" fmla="*/ 6507 h 6345"/>
                  <a:gd name="connsiteX1" fmla="*/ 5589 w 6343"/>
                  <a:gd name="connsiteY1" fmla="*/ 5577 h 6345"/>
                  <a:gd name="connsiteX2" fmla="*/ 6518 w 6343"/>
                  <a:gd name="connsiteY2" fmla="*/ 3334 h 6345"/>
                  <a:gd name="connsiteX3" fmla="*/ 5589 w 6343"/>
                  <a:gd name="connsiteY3" fmla="*/ 1091 h 6345"/>
                  <a:gd name="connsiteX4" fmla="*/ 3346 w 6343"/>
                  <a:gd name="connsiteY4" fmla="*/ 161 h 6345"/>
                  <a:gd name="connsiteX5" fmla="*/ 1103 w 6343"/>
                  <a:gd name="connsiteY5" fmla="*/ 1091 h 6345"/>
                  <a:gd name="connsiteX6" fmla="*/ 175 w 6343"/>
                  <a:gd name="connsiteY6" fmla="*/ 3334 h 6345"/>
                  <a:gd name="connsiteX7" fmla="*/ 1103 w 6343"/>
                  <a:gd name="connsiteY7" fmla="*/ 5577 h 6345"/>
                  <a:gd name="connsiteX8" fmla="*/ 334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6" y="6507"/>
                    </a:moveTo>
                    <a:cubicBezTo>
                      <a:pt x="4187" y="6507"/>
                      <a:pt x="4994" y="6172"/>
                      <a:pt x="5589" y="5577"/>
                    </a:cubicBezTo>
                    <a:cubicBezTo>
                      <a:pt x="6183" y="4982"/>
                      <a:pt x="6518" y="4175"/>
                      <a:pt x="6518" y="3334"/>
                    </a:cubicBezTo>
                    <a:cubicBezTo>
                      <a:pt x="6518" y="2493"/>
                      <a:pt x="6183" y="1686"/>
                      <a:pt x="5589" y="1091"/>
                    </a:cubicBezTo>
                    <a:cubicBezTo>
                      <a:pt x="4994" y="496"/>
                      <a:pt x="4187" y="161"/>
                      <a:pt x="3346" y="161"/>
                    </a:cubicBezTo>
                    <a:cubicBezTo>
                      <a:pt x="2505" y="161"/>
                      <a:pt x="1698" y="496"/>
                      <a:pt x="1103" y="1091"/>
                    </a:cubicBezTo>
                    <a:cubicBezTo>
                      <a:pt x="509" y="1686"/>
                      <a:pt x="175" y="2493"/>
                      <a:pt x="175" y="3334"/>
                    </a:cubicBezTo>
                    <a:cubicBezTo>
                      <a:pt x="175" y="4175"/>
                      <a:pt x="509" y="4982"/>
                      <a:pt x="1103" y="5577"/>
                    </a:cubicBezTo>
                    <a:cubicBezTo>
                      <a:pt x="1698" y="6172"/>
                      <a:pt x="2505" y="6507"/>
                      <a:pt x="334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69" name="Freeform: Shape 12368">
                <a:extLst>
                  <a:ext uri="{FF2B5EF4-FFF2-40B4-BE49-F238E27FC236}">
                    <a16:creationId xmlns:a16="http://schemas.microsoft.com/office/drawing/2014/main" id="{A0630921-1AA9-FB7F-31E5-E220A5063744}"/>
                  </a:ext>
                </a:extLst>
              </p:cNvPr>
              <p:cNvSpPr/>
              <p:nvPr/>
            </p:nvSpPr>
            <p:spPr>
              <a:xfrm>
                <a:off x="8614968" y="5523512"/>
                <a:ext cx="6343" cy="6345"/>
              </a:xfrm>
              <a:custGeom>
                <a:avLst/>
                <a:gdLst>
                  <a:gd name="connsiteX0" fmla="*/ 3345 w 6343"/>
                  <a:gd name="connsiteY0" fmla="*/ 6506 h 6345"/>
                  <a:gd name="connsiteX1" fmla="*/ 5588 w 6343"/>
                  <a:gd name="connsiteY1" fmla="*/ 5577 h 6345"/>
                  <a:gd name="connsiteX2" fmla="*/ 6517 w 6343"/>
                  <a:gd name="connsiteY2" fmla="*/ 3334 h 6345"/>
                  <a:gd name="connsiteX3" fmla="*/ 5588 w 6343"/>
                  <a:gd name="connsiteY3" fmla="*/ 1090 h 6345"/>
                  <a:gd name="connsiteX4" fmla="*/ 3345 w 6343"/>
                  <a:gd name="connsiteY4" fmla="*/ 161 h 6345"/>
                  <a:gd name="connsiteX5" fmla="*/ 1103 w 6343"/>
                  <a:gd name="connsiteY5" fmla="*/ 1090 h 6345"/>
                  <a:gd name="connsiteX6" fmla="*/ 174 w 6343"/>
                  <a:gd name="connsiteY6" fmla="*/ 3334 h 6345"/>
                  <a:gd name="connsiteX7" fmla="*/ 1103 w 6343"/>
                  <a:gd name="connsiteY7" fmla="*/ 5577 h 6345"/>
                  <a:gd name="connsiteX8" fmla="*/ 334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506"/>
                    </a:moveTo>
                    <a:cubicBezTo>
                      <a:pt x="4187" y="6506"/>
                      <a:pt x="4993" y="6172"/>
                      <a:pt x="5588" y="5577"/>
                    </a:cubicBezTo>
                    <a:cubicBezTo>
                      <a:pt x="6183" y="4982"/>
                      <a:pt x="6517" y="4175"/>
                      <a:pt x="6517" y="3334"/>
                    </a:cubicBezTo>
                    <a:cubicBezTo>
                      <a:pt x="6517" y="2492"/>
                      <a:pt x="6183" y="1685"/>
                      <a:pt x="5588" y="1090"/>
                    </a:cubicBezTo>
                    <a:cubicBezTo>
                      <a:pt x="4993" y="495"/>
                      <a:pt x="4187" y="161"/>
                      <a:pt x="3345" y="161"/>
                    </a:cubicBezTo>
                    <a:cubicBezTo>
                      <a:pt x="2504" y="161"/>
                      <a:pt x="1698" y="495"/>
                      <a:pt x="1103" y="1090"/>
                    </a:cubicBezTo>
                    <a:cubicBezTo>
                      <a:pt x="508" y="1685"/>
                      <a:pt x="174" y="2492"/>
                      <a:pt x="174" y="3334"/>
                    </a:cubicBezTo>
                    <a:cubicBezTo>
                      <a:pt x="174" y="4175"/>
                      <a:pt x="508" y="4982"/>
                      <a:pt x="1103" y="5577"/>
                    </a:cubicBezTo>
                    <a:cubicBezTo>
                      <a:pt x="1698" y="6172"/>
                      <a:pt x="2504" y="6506"/>
                      <a:pt x="334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70" name="Freeform: Shape 12369">
                <a:extLst>
                  <a:ext uri="{FF2B5EF4-FFF2-40B4-BE49-F238E27FC236}">
                    <a16:creationId xmlns:a16="http://schemas.microsoft.com/office/drawing/2014/main" id="{7AC630A0-966E-D7ED-E8B0-1322163EC44A}"/>
                  </a:ext>
                </a:extLst>
              </p:cNvPr>
              <p:cNvSpPr/>
              <p:nvPr/>
            </p:nvSpPr>
            <p:spPr>
              <a:xfrm>
                <a:off x="8612611" y="5518678"/>
                <a:ext cx="6343" cy="6345"/>
              </a:xfrm>
              <a:custGeom>
                <a:avLst/>
                <a:gdLst>
                  <a:gd name="connsiteX0" fmla="*/ 3345 w 6343"/>
                  <a:gd name="connsiteY0" fmla="*/ 6506 h 6345"/>
                  <a:gd name="connsiteX1" fmla="*/ 5588 w 6343"/>
                  <a:gd name="connsiteY1" fmla="*/ 5577 h 6345"/>
                  <a:gd name="connsiteX2" fmla="*/ 6517 w 6343"/>
                  <a:gd name="connsiteY2" fmla="*/ 3333 h 6345"/>
                  <a:gd name="connsiteX3" fmla="*/ 5588 w 6343"/>
                  <a:gd name="connsiteY3" fmla="*/ 1090 h 6345"/>
                  <a:gd name="connsiteX4" fmla="*/ 3345 w 6343"/>
                  <a:gd name="connsiteY4" fmla="*/ 161 h 6345"/>
                  <a:gd name="connsiteX5" fmla="*/ 1103 w 6343"/>
                  <a:gd name="connsiteY5" fmla="*/ 1090 h 6345"/>
                  <a:gd name="connsiteX6" fmla="*/ 174 w 6343"/>
                  <a:gd name="connsiteY6" fmla="*/ 3333 h 6345"/>
                  <a:gd name="connsiteX7" fmla="*/ 1103 w 6343"/>
                  <a:gd name="connsiteY7" fmla="*/ 5577 h 6345"/>
                  <a:gd name="connsiteX8" fmla="*/ 334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45" y="6506"/>
                    </a:moveTo>
                    <a:cubicBezTo>
                      <a:pt x="4186" y="6506"/>
                      <a:pt x="4993" y="6172"/>
                      <a:pt x="5588" y="5577"/>
                    </a:cubicBezTo>
                    <a:cubicBezTo>
                      <a:pt x="6183" y="4982"/>
                      <a:pt x="6517" y="4175"/>
                      <a:pt x="6517" y="3333"/>
                    </a:cubicBezTo>
                    <a:cubicBezTo>
                      <a:pt x="6517" y="2492"/>
                      <a:pt x="6183" y="1685"/>
                      <a:pt x="5588" y="1090"/>
                    </a:cubicBezTo>
                    <a:cubicBezTo>
                      <a:pt x="4993" y="495"/>
                      <a:pt x="4186" y="161"/>
                      <a:pt x="3345" y="161"/>
                    </a:cubicBezTo>
                    <a:cubicBezTo>
                      <a:pt x="2504" y="161"/>
                      <a:pt x="1697" y="495"/>
                      <a:pt x="1103" y="1090"/>
                    </a:cubicBezTo>
                    <a:cubicBezTo>
                      <a:pt x="508" y="1685"/>
                      <a:pt x="174" y="2492"/>
                      <a:pt x="174" y="3333"/>
                    </a:cubicBezTo>
                    <a:cubicBezTo>
                      <a:pt x="174" y="4175"/>
                      <a:pt x="508" y="4982"/>
                      <a:pt x="1103" y="5577"/>
                    </a:cubicBezTo>
                    <a:cubicBezTo>
                      <a:pt x="1697" y="6172"/>
                      <a:pt x="2504" y="6506"/>
                      <a:pt x="334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71" name="Freeform: Shape 12370">
                <a:extLst>
                  <a:ext uri="{FF2B5EF4-FFF2-40B4-BE49-F238E27FC236}">
                    <a16:creationId xmlns:a16="http://schemas.microsoft.com/office/drawing/2014/main" id="{19159506-AFF2-0EC7-A950-C85ECAC93E7A}"/>
                  </a:ext>
                </a:extLst>
              </p:cNvPr>
              <p:cNvSpPr/>
              <p:nvPr/>
            </p:nvSpPr>
            <p:spPr>
              <a:xfrm>
                <a:off x="9020460" y="5335757"/>
                <a:ext cx="6343" cy="6345"/>
              </a:xfrm>
              <a:custGeom>
                <a:avLst/>
                <a:gdLst>
                  <a:gd name="connsiteX0" fmla="*/ 3377 w 6343"/>
                  <a:gd name="connsiteY0" fmla="*/ 6492 h 6345"/>
                  <a:gd name="connsiteX1" fmla="*/ 5620 w 6343"/>
                  <a:gd name="connsiteY1" fmla="*/ 5562 h 6345"/>
                  <a:gd name="connsiteX2" fmla="*/ 6549 w 6343"/>
                  <a:gd name="connsiteY2" fmla="*/ 3319 h 6345"/>
                  <a:gd name="connsiteX3" fmla="*/ 5620 w 6343"/>
                  <a:gd name="connsiteY3" fmla="*/ 1076 h 6345"/>
                  <a:gd name="connsiteX4" fmla="*/ 3377 w 6343"/>
                  <a:gd name="connsiteY4" fmla="*/ 146 h 6345"/>
                  <a:gd name="connsiteX5" fmla="*/ 1135 w 6343"/>
                  <a:gd name="connsiteY5" fmla="*/ 1076 h 6345"/>
                  <a:gd name="connsiteX6" fmla="*/ 206 w 6343"/>
                  <a:gd name="connsiteY6" fmla="*/ 3319 h 6345"/>
                  <a:gd name="connsiteX7" fmla="*/ 1135 w 6343"/>
                  <a:gd name="connsiteY7" fmla="*/ 5562 h 6345"/>
                  <a:gd name="connsiteX8" fmla="*/ 3377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2"/>
                    </a:moveTo>
                    <a:cubicBezTo>
                      <a:pt x="4219" y="6492"/>
                      <a:pt x="5025" y="6157"/>
                      <a:pt x="5620" y="5562"/>
                    </a:cubicBezTo>
                    <a:cubicBezTo>
                      <a:pt x="6215" y="4967"/>
                      <a:pt x="6549" y="4160"/>
                      <a:pt x="6549" y="3319"/>
                    </a:cubicBezTo>
                    <a:cubicBezTo>
                      <a:pt x="6549" y="2478"/>
                      <a:pt x="6215" y="1671"/>
                      <a:pt x="5620" y="1076"/>
                    </a:cubicBezTo>
                    <a:cubicBezTo>
                      <a:pt x="5025" y="481"/>
                      <a:pt x="4219" y="146"/>
                      <a:pt x="3377" y="146"/>
                    </a:cubicBezTo>
                    <a:cubicBezTo>
                      <a:pt x="2536" y="146"/>
                      <a:pt x="1730" y="481"/>
                      <a:pt x="1135" y="1076"/>
                    </a:cubicBezTo>
                    <a:cubicBezTo>
                      <a:pt x="540" y="1671"/>
                      <a:pt x="206" y="2478"/>
                      <a:pt x="206" y="3319"/>
                    </a:cubicBezTo>
                    <a:cubicBezTo>
                      <a:pt x="206" y="4160"/>
                      <a:pt x="540" y="4967"/>
                      <a:pt x="1135" y="5562"/>
                    </a:cubicBezTo>
                    <a:cubicBezTo>
                      <a:pt x="1730" y="6157"/>
                      <a:pt x="2536" y="6492"/>
                      <a:pt x="3377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72" name="Freeform: Shape 12371">
                <a:extLst>
                  <a:ext uri="{FF2B5EF4-FFF2-40B4-BE49-F238E27FC236}">
                    <a16:creationId xmlns:a16="http://schemas.microsoft.com/office/drawing/2014/main" id="{B79D663D-A1CC-F969-5806-452541DF6245}"/>
                  </a:ext>
                </a:extLst>
              </p:cNvPr>
              <p:cNvSpPr/>
              <p:nvPr/>
            </p:nvSpPr>
            <p:spPr>
              <a:xfrm>
                <a:off x="9018905" y="5333274"/>
                <a:ext cx="6343" cy="6345"/>
              </a:xfrm>
              <a:custGeom>
                <a:avLst/>
                <a:gdLst>
                  <a:gd name="connsiteX0" fmla="*/ 3377 w 6343"/>
                  <a:gd name="connsiteY0" fmla="*/ 6491 h 6345"/>
                  <a:gd name="connsiteX1" fmla="*/ 5620 w 6343"/>
                  <a:gd name="connsiteY1" fmla="*/ 5562 h 6345"/>
                  <a:gd name="connsiteX2" fmla="*/ 6549 w 6343"/>
                  <a:gd name="connsiteY2" fmla="*/ 3319 h 6345"/>
                  <a:gd name="connsiteX3" fmla="*/ 5620 w 6343"/>
                  <a:gd name="connsiteY3" fmla="*/ 1075 h 6345"/>
                  <a:gd name="connsiteX4" fmla="*/ 3377 w 6343"/>
                  <a:gd name="connsiteY4" fmla="*/ 146 h 6345"/>
                  <a:gd name="connsiteX5" fmla="*/ 1135 w 6343"/>
                  <a:gd name="connsiteY5" fmla="*/ 1075 h 6345"/>
                  <a:gd name="connsiteX6" fmla="*/ 206 w 6343"/>
                  <a:gd name="connsiteY6" fmla="*/ 3319 h 6345"/>
                  <a:gd name="connsiteX7" fmla="*/ 1135 w 6343"/>
                  <a:gd name="connsiteY7" fmla="*/ 5562 h 6345"/>
                  <a:gd name="connsiteX8" fmla="*/ 3377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1"/>
                    </a:moveTo>
                    <a:cubicBezTo>
                      <a:pt x="4218" y="6491"/>
                      <a:pt x="5025" y="6157"/>
                      <a:pt x="5620" y="5562"/>
                    </a:cubicBezTo>
                    <a:cubicBezTo>
                      <a:pt x="6215" y="4967"/>
                      <a:pt x="6549" y="4160"/>
                      <a:pt x="6549" y="3319"/>
                    </a:cubicBezTo>
                    <a:cubicBezTo>
                      <a:pt x="6549" y="2477"/>
                      <a:pt x="6215" y="1670"/>
                      <a:pt x="5620" y="1075"/>
                    </a:cubicBezTo>
                    <a:cubicBezTo>
                      <a:pt x="5025" y="480"/>
                      <a:pt x="4218" y="146"/>
                      <a:pt x="3377" y="146"/>
                    </a:cubicBezTo>
                    <a:cubicBezTo>
                      <a:pt x="2536" y="146"/>
                      <a:pt x="1729" y="480"/>
                      <a:pt x="1135" y="1075"/>
                    </a:cubicBezTo>
                    <a:cubicBezTo>
                      <a:pt x="540" y="1670"/>
                      <a:pt x="206" y="2477"/>
                      <a:pt x="206" y="3319"/>
                    </a:cubicBezTo>
                    <a:cubicBezTo>
                      <a:pt x="206" y="4160"/>
                      <a:pt x="540" y="4967"/>
                      <a:pt x="1135" y="5562"/>
                    </a:cubicBezTo>
                    <a:cubicBezTo>
                      <a:pt x="1729" y="6157"/>
                      <a:pt x="2536" y="6491"/>
                      <a:pt x="3377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73" name="Freeform: Shape 12372">
                <a:extLst>
                  <a:ext uri="{FF2B5EF4-FFF2-40B4-BE49-F238E27FC236}">
                    <a16:creationId xmlns:a16="http://schemas.microsoft.com/office/drawing/2014/main" id="{5869A26A-2BF5-6CEB-56D1-A565DC6CBC4D}"/>
                  </a:ext>
                </a:extLst>
              </p:cNvPr>
              <p:cNvSpPr/>
              <p:nvPr/>
            </p:nvSpPr>
            <p:spPr>
              <a:xfrm>
                <a:off x="9020665" y="5330491"/>
                <a:ext cx="6343" cy="6345"/>
              </a:xfrm>
              <a:custGeom>
                <a:avLst/>
                <a:gdLst>
                  <a:gd name="connsiteX0" fmla="*/ 3377 w 6343"/>
                  <a:gd name="connsiteY0" fmla="*/ 6491 h 6345"/>
                  <a:gd name="connsiteX1" fmla="*/ 5620 w 6343"/>
                  <a:gd name="connsiteY1" fmla="*/ 5562 h 6345"/>
                  <a:gd name="connsiteX2" fmla="*/ 6549 w 6343"/>
                  <a:gd name="connsiteY2" fmla="*/ 3319 h 6345"/>
                  <a:gd name="connsiteX3" fmla="*/ 5620 w 6343"/>
                  <a:gd name="connsiteY3" fmla="*/ 1075 h 6345"/>
                  <a:gd name="connsiteX4" fmla="*/ 3377 w 6343"/>
                  <a:gd name="connsiteY4" fmla="*/ 146 h 6345"/>
                  <a:gd name="connsiteX5" fmla="*/ 1135 w 6343"/>
                  <a:gd name="connsiteY5" fmla="*/ 1075 h 6345"/>
                  <a:gd name="connsiteX6" fmla="*/ 206 w 6343"/>
                  <a:gd name="connsiteY6" fmla="*/ 3319 h 6345"/>
                  <a:gd name="connsiteX7" fmla="*/ 1135 w 6343"/>
                  <a:gd name="connsiteY7" fmla="*/ 5562 h 6345"/>
                  <a:gd name="connsiteX8" fmla="*/ 3377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1"/>
                    </a:moveTo>
                    <a:cubicBezTo>
                      <a:pt x="4219" y="6491"/>
                      <a:pt x="5025" y="6157"/>
                      <a:pt x="5620" y="5562"/>
                    </a:cubicBezTo>
                    <a:cubicBezTo>
                      <a:pt x="6215" y="4967"/>
                      <a:pt x="6549" y="4160"/>
                      <a:pt x="6549" y="3319"/>
                    </a:cubicBezTo>
                    <a:cubicBezTo>
                      <a:pt x="6549" y="2477"/>
                      <a:pt x="6215" y="1670"/>
                      <a:pt x="5620" y="1075"/>
                    </a:cubicBezTo>
                    <a:cubicBezTo>
                      <a:pt x="5025" y="480"/>
                      <a:pt x="4219" y="146"/>
                      <a:pt x="3377" y="146"/>
                    </a:cubicBezTo>
                    <a:cubicBezTo>
                      <a:pt x="2536" y="146"/>
                      <a:pt x="1730" y="480"/>
                      <a:pt x="1135" y="1075"/>
                    </a:cubicBezTo>
                    <a:cubicBezTo>
                      <a:pt x="540" y="1670"/>
                      <a:pt x="206" y="2477"/>
                      <a:pt x="206" y="3319"/>
                    </a:cubicBezTo>
                    <a:cubicBezTo>
                      <a:pt x="206" y="4160"/>
                      <a:pt x="540" y="4967"/>
                      <a:pt x="1135" y="5562"/>
                    </a:cubicBezTo>
                    <a:cubicBezTo>
                      <a:pt x="1730" y="6157"/>
                      <a:pt x="2536" y="6491"/>
                      <a:pt x="3377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74" name="Freeform: Shape 12373">
                <a:extLst>
                  <a:ext uri="{FF2B5EF4-FFF2-40B4-BE49-F238E27FC236}">
                    <a16:creationId xmlns:a16="http://schemas.microsoft.com/office/drawing/2014/main" id="{527DA940-207E-612A-4FD5-06AC4DB829E2}"/>
                  </a:ext>
                </a:extLst>
              </p:cNvPr>
              <p:cNvSpPr/>
              <p:nvPr/>
            </p:nvSpPr>
            <p:spPr>
              <a:xfrm>
                <a:off x="9022753" y="5327706"/>
                <a:ext cx="6343" cy="6345"/>
              </a:xfrm>
              <a:custGeom>
                <a:avLst/>
                <a:gdLst>
                  <a:gd name="connsiteX0" fmla="*/ 3378 w 6343"/>
                  <a:gd name="connsiteY0" fmla="*/ 6491 h 6345"/>
                  <a:gd name="connsiteX1" fmla="*/ 5620 w 6343"/>
                  <a:gd name="connsiteY1" fmla="*/ 5562 h 6345"/>
                  <a:gd name="connsiteX2" fmla="*/ 6549 w 6343"/>
                  <a:gd name="connsiteY2" fmla="*/ 3318 h 6345"/>
                  <a:gd name="connsiteX3" fmla="*/ 5620 w 6343"/>
                  <a:gd name="connsiteY3" fmla="*/ 1075 h 6345"/>
                  <a:gd name="connsiteX4" fmla="*/ 3378 w 6343"/>
                  <a:gd name="connsiteY4" fmla="*/ 146 h 6345"/>
                  <a:gd name="connsiteX5" fmla="*/ 1135 w 6343"/>
                  <a:gd name="connsiteY5" fmla="*/ 1075 h 6345"/>
                  <a:gd name="connsiteX6" fmla="*/ 206 w 6343"/>
                  <a:gd name="connsiteY6" fmla="*/ 3318 h 6345"/>
                  <a:gd name="connsiteX7" fmla="*/ 1135 w 6343"/>
                  <a:gd name="connsiteY7" fmla="*/ 5562 h 6345"/>
                  <a:gd name="connsiteX8" fmla="*/ 3378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91"/>
                    </a:moveTo>
                    <a:cubicBezTo>
                      <a:pt x="4219" y="6491"/>
                      <a:pt x="5025" y="6157"/>
                      <a:pt x="5620" y="5562"/>
                    </a:cubicBezTo>
                    <a:cubicBezTo>
                      <a:pt x="6215" y="4967"/>
                      <a:pt x="6549" y="4160"/>
                      <a:pt x="6549" y="3318"/>
                    </a:cubicBezTo>
                    <a:cubicBezTo>
                      <a:pt x="6549" y="2477"/>
                      <a:pt x="6215" y="1670"/>
                      <a:pt x="5620" y="1075"/>
                    </a:cubicBezTo>
                    <a:cubicBezTo>
                      <a:pt x="5025" y="480"/>
                      <a:pt x="4219" y="146"/>
                      <a:pt x="3378" y="146"/>
                    </a:cubicBezTo>
                    <a:cubicBezTo>
                      <a:pt x="2536" y="146"/>
                      <a:pt x="1730" y="480"/>
                      <a:pt x="1135" y="1075"/>
                    </a:cubicBezTo>
                    <a:cubicBezTo>
                      <a:pt x="540" y="1670"/>
                      <a:pt x="206" y="2477"/>
                      <a:pt x="206" y="3318"/>
                    </a:cubicBezTo>
                    <a:cubicBezTo>
                      <a:pt x="206" y="4160"/>
                      <a:pt x="540" y="4967"/>
                      <a:pt x="1135" y="5562"/>
                    </a:cubicBezTo>
                    <a:cubicBezTo>
                      <a:pt x="1730" y="6157"/>
                      <a:pt x="2536" y="6491"/>
                      <a:pt x="3378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75" name="Freeform: Shape 12374">
                <a:extLst>
                  <a:ext uri="{FF2B5EF4-FFF2-40B4-BE49-F238E27FC236}">
                    <a16:creationId xmlns:a16="http://schemas.microsoft.com/office/drawing/2014/main" id="{91497772-4D78-2590-12F4-8F99AFB01F3C}"/>
                  </a:ext>
                </a:extLst>
              </p:cNvPr>
              <p:cNvSpPr/>
              <p:nvPr/>
            </p:nvSpPr>
            <p:spPr>
              <a:xfrm>
                <a:off x="9022247" y="5322536"/>
                <a:ext cx="6343" cy="6345"/>
              </a:xfrm>
              <a:custGeom>
                <a:avLst/>
                <a:gdLst>
                  <a:gd name="connsiteX0" fmla="*/ 3378 w 6343"/>
                  <a:gd name="connsiteY0" fmla="*/ 6491 h 6345"/>
                  <a:gd name="connsiteX1" fmla="*/ 5620 w 6343"/>
                  <a:gd name="connsiteY1" fmla="*/ 5561 h 6345"/>
                  <a:gd name="connsiteX2" fmla="*/ 6549 w 6343"/>
                  <a:gd name="connsiteY2" fmla="*/ 3318 h 6345"/>
                  <a:gd name="connsiteX3" fmla="*/ 5620 w 6343"/>
                  <a:gd name="connsiteY3" fmla="*/ 1074 h 6345"/>
                  <a:gd name="connsiteX4" fmla="*/ 3378 w 6343"/>
                  <a:gd name="connsiteY4" fmla="*/ 145 h 6345"/>
                  <a:gd name="connsiteX5" fmla="*/ 1135 w 6343"/>
                  <a:gd name="connsiteY5" fmla="*/ 1074 h 6345"/>
                  <a:gd name="connsiteX6" fmla="*/ 206 w 6343"/>
                  <a:gd name="connsiteY6" fmla="*/ 3318 h 6345"/>
                  <a:gd name="connsiteX7" fmla="*/ 1135 w 6343"/>
                  <a:gd name="connsiteY7" fmla="*/ 5561 h 6345"/>
                  <a:gd name="connsiteX8" fmla="*/ 3378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91"/>
                    </a:moveTo>
                    <a:cubicBezTo>
                      <a:pt x="4219" y="6491"/>
                      <a:pt x="5025" y="6156"/>
                      <a:pt x="5620" y="5561"/>
                    </a:cubicBezTo>
                    <a:cubicBezTo>
                      <a:pt x="6215" y="4966"/>
                      <a:pt x="6549" y="4159"/>
                      <a:pt x="6549" y="3318"/>
                    </a:cubicBezTo>
                    <a:cubicBezTo>
                      <a:pt x="6549" y="2477"/>
                      <a:pt x="6215" y="1669"/>
                      <a:pt x="5620" y="1074"/>
                    </a:cubicBezTo>
                    <a:cubicBezTo>
                      <a:pt x="5025" y="480"/>
                      <a:pt x="4219" y="145"/>
                      <a:pt x="3378" y="145"/>
                    </a:cubicBezTo>
                    <a:cubicBezTo>
                      <a:pt x="2536" y="145"/>
                      <a:pt x="1730" y="480"/>
                      <a:pt x="1135" y="1074"/>
                    </a:cubicBezTo>
                    <a:cubicBezTo>
                      <a:pt x="540" y="1669"/>
                      <a:pt x="206" y="2477"/>
                      <a:pt x="206" y="3318"/>
                    </a:cubicBezTo>
                    <a:cubicBezTo>
                      <a:pt x="206" y="4159"/>
                      <a:pt x="540" y="4966"/>
                      <a:pt x="1135" y="5561"/>
                    </a:cubicBezTo>
                    <a:cubicBezTo>
                      <a:pt x="1730" y="6156"/>
                      <a:pt x="2536" y="6491"/>
                      <a:pt x="3378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76" name="Freeform: Shape 12375">
                <a:extLst>
                  <a:ext uri="{FF2B5EF4-FFF2-40B4-BE49-F238E27FC236}">
                    <a16:creationId xmlns:a16="http://schemas.microsoft.com/office/drawing/2014/main" id="{C32693B0-ED83-008D-4E57-3D87FC9FEC58}"/>
                  </a:ext>
                </a:extLst>
              </p:cNvPr>
              <p:cNvSpPr/>
              <p:nvPr/>
            </p:nvSpPr>
            <p:spPr>
              <a:xfrm>
                <a:off x="9023764" y="5319841"/>
                <a:ext cx="6343" cy="6345"/>
              </a:xfrm>
              <a:custGeom>
                <a:avLst/>
                <a:gdLst>
                  <a:gd name="connsiteX0" fmla="*/ 3378 w 6343"/>
                  <a:gd name="connsiteY0" fmla="*/ 6490 h 6345"/>
                  <a:gd name="connsiteX1" fmla="*/ 5620 w 6343"/>
                  <a:gd name="connsiteY1" fmla="*/ 5561 h 6345"/>
                  <a:gd name="connsiteX2" fmla="*/ 6549 w 6343"/>
                  <a:gd name="connsiteY2" fmla="*/ 3318 h 6345"/>
                  <a:gd name="connsiteX3" fmla="*/ 5620 w 6343"/>
                  <a:gd name="connsiteY3" fmla="*/ 1074 h 6345"/>
                  <a:gd name="connsiteX4" fmla="*/ 3378 w 6343"/>
                  <a:gd name="connsiteY4" fmla="*/ 145 h 6345"/>
                  <a:gd name="connsiteX5" fmla="*/ 1135 w 6343"/>
                  <a:gd name="connsiteY5" fmla="*/ 1074 h 6345"/>
                  <a:gd name="connsiteX6" fmla="*/ 206 w 6343"/>
                  <a:gd name="connsiteY6" fmla="*/ 3318 h 6345"/>
                  <a:gd name="connsiteX7" fmla="*/ 1135 w 6343"/>
                  <a:gd name="connsiteY7" fmla="*/ 5561 h 6345"/>
                  <a:gd name="connsiteX8" fmla="*/ 3378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90"/>
                    </a:moveTo>
                    <a:cubicBezTo>
                      <a:pt x="4219" y="6490"/>
                      <a:pt x="5026" y="6156"/>
                      <a:pt x="5620" y="5561"/>
                    </a:cubicBezTo>
                    <a:cubicBezTo>
                      <a:pt x="6215" y="4966"/>
                      <a:pt x="6549" y="4159"/>
                      <a:pt x="6549" y="3318"/>
                    </a:cubicBezTo>
                    <a:cubicBezTo>
                      <a:pt x="6549" y="2476"/>
                      <a:pt x="6215" y="1669"/>
                      <a:pt x="5620" y="1074"/>
                    </a:cubicBezTo>
                    <a:cubicBezTo>
                      <a:pt x="5026" y="479"/>
                      <a:pt x="4219" y="145"/>
                      <a:pt x="3378" y="145"/>
                    </a:cubicBezTo>
                    <a:cubicBezTo>
                      <a:pt x="2537" y="145"/>
                      <a:pt x="1730" y="479"/>
                      <a:pt x="1135" y="1074"/>
                    </a:cubicBezTo>
                    <a:cubicBezTo>
                      <a:pt x="540" y="1669"/>
                      <a:pt x="206" y="2476"/>
                      <a:pt x="206" y="3318"/>
                    </a:cubicBezTo>
                    <a:cubicBezTo>
                      <a:pt x="206" y="4159"/>
                      <a:pt x="540" y="4966"/>
                      <a:pt x="1135" y="5561"/>
                    </a:cubicBezTo>
                    <a:cubicBezTo>
                      <a:pt x="1730" y="6156"/>
                      <a:pt x="2537" y="6490"/>
                      <a:pt x="3378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77" name="Freeform: Shape 12376">
                <a:extLst>
                  <a:ext uri="{FF2B5EF4-FFF2-40B4-BE49-F238E27FC236}">
                    <a16:creationId xmlns:a16="http://schemas.microsoft.com/office/drawing/2014/main" id="{013CD7AE-23AD-EFCB-770E-247521D7A476}"/>
                  </a:ext>
                </a:extLst>
              </p:cNvPr>
              <p:cNvSpPr/>
              <p:nvPr/>
            </p:nvSpPr>
            <p:spPr>
              <a:xfrm>
                <a:off x="9026046" y="5317124"/>
                <a:ext cx="6343" cy="6345"/>
              </a:xfrm>
              <a:custGeom>
                <a:avLst/>
                <a:gdLst>
                  <a:gd name="connsiteX0" fmla="*/ 3378 w 6343"/>
                  <a:gd name="connsiteY0" fmla="*/ 6490 h 6345"/>
                  <a:gd name="connsiteX1" fmla="*/ 5620 w 6343"/>
                  <a:gd name="connsiteY1" fmla="*/ 5561 h 6345"/>
                  <a:gd name="connsiteX2" fmla="*/ 6549 w 6343"/>
                  <a:gd name="connsiteY2" fmla="*/ 3318 h 6345"/>
                  <a:gd name="connsiteX3" fmla="*/ 5620 w 6343"/>
                  <a:gd name="connsiteY3" fmla="*/ 1074 h 6345"/>
                  <a:gd name="connsiteX4" fmla="*/ 3378 w 6343"/>
                  <a:gd name="connsiteY4" fmla="*/ 145 h 6345"/>
                  <a:gd name="connsiteX5" fmla="*/ 1135 w 6343"/>
                  <a:gd name="connsiteY5" fmla="*/ 1074 h 6345"/>
                  <a:gd name="connsiteX6" fmla="*/ 206 w 6343"/>
                  <a:gd name="connsiteY6" fmla="*/ 3318 h 6345"/>
                  <a:gd name="connsiteX7" fmla="*/ 1135 w 6343"/>
                  <a:gd name="connsiteY7" fmla="*/ 5561 h 6345"/>
                  <a:gd name="connsiteX8" fmla="*/ 3378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90"/>
                    </a:moveTo>
                    <a:cubicBezTo>
                      <a:pt x="4219" y="6490"/>
                      <a:pt x="5026" y="6156"/>
                      <a:pt x="5620" y="5561"/>
                    </a:cubicBezTo>
                    <a:cubicBezTo>
                      <a:pt x="6215" y="4966"/>
                      <a:pt x="6549" y="4159"/>
                      <a:pt x="6549" y="3318"/>
                    </a:cubicBezTo>
                    <a:cubicBezTo>
                      <a:pt x="6549" y="2476"/>
                      <a:pt x="6215" y="1669"/>
                      <a:pt x="5620" y="1074"/>
                    </a:cubicBezTo>
                    <a:cubicBezTo>
                      <a:pt x="5026" y="479"/>
                      <a:pt x="4219" y="145"/>
                      <a:pt x="3378" y="145"/>
                    </a:cubicBezTo>
                    <a:cubicBezTo>
                      <a:pt x="2537" y="145"/>
                      <a:pt x="1730" y="479"/>
                      <a:pt x="1135" y="1074"/>
                    </a:cubicBezTo>
                    <a:cubicBezTo>
                      <a:pt x="540" y="1669"/>
                      <a:pt x="206" y="2476"/>
                      <a:pt x="206" y="3318"/>
                    </a:cubicBezTo>
                    <a:cubicBezTo>
                      <a:pt x="206" y="4159"/>
                      <a:pt x="540" y="4966"/>
                      <a:pt x="1135" y="5561"/>
                    </a:cubicBezTo>
                    <a:cubicBezTo>
                      <a:pt x="1730" y="6156"/>
                      <a:pt x="2537" y="6490"/>
                      <a:pt x="3378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78" name="Freeform: Shape 12377">
                <a:extLst>
                  <a:ext uri="{FF2B5EF4-FFF2-40B4-BE49-F238E27FC236}">
                    <a16:creationId xmlns:a16="http://schemas.microsoft.com/office/drawing/2014/main" id="{AFDED68B-64EB-DCFD-FFDF-D49616E8F25E}"/>
                  </a:ext>
                </a:extLst>
              </p:cNvPr>
              <p:cNvSpPr/>
              <p:nvPr/>
            </p:nvSpPr>
            <p:spPr>
              <a:xfrm>
                <a:off x="9025288" y="5314587"/>
                <a:ext cx="6343" cy="6345"/>
              </a:xfrm>
              <a:custGeom>
                <a:avLst/>
                <a:gdLst>
                  <a:gd name="connsiteX0" fmla="*/ 3378 w 6343"/>
                  <a:gd name="connsiteY0" fmla="*/ 6490 h 6345"/>
                  <a:gd name="connsiteX1" fmla="*/ 5620 w 6343"/>
                  <a:gd name="connsiteY1" fmla="*/ 5561 h 6345"/>
                  <a:gd name="connsiteX2" fmla="*/ 6549 w 6343"/>
                  <a:gd name="connsiteY2" fmla="*/ 3317 h 6345"/>
                  <a:gd name="connsiteX3" fmla="*/ 5620 w 6343"/>
                  <a:gd name="connsiteY3" fmla="*/ 1074 h 6345"/>
                  <a:gd name="connsiteX4" fmla="*/ 3378 w 6343"/>
                  <a:gd name="connsiteY4" fmla="*/ 145 h 6345"/>
                  <a:gd name="connsiteX5" fmla="*/ 1135 w 6343"/>
                  <a:gd name="connsiteY5" fmla="*/ 1074 h 6345"/>
                  <a:gd name="connsiteX6" fmla="*/ 206 w 6343"/>
                  <a:gd name="connsiteY6" fmla="*/ 3317 h 6345"/>
                  <a:gd name="connsiteX7" fmla="*/ 1135 w 6343"/>
                  <a:gd name="connsiteY7" fmla="*/ 5561 h 6345"/>
                  <a:gd name="connsiteX8" fmla="*/ 3378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90"/>
                    </a:moveTo>
                    <a:cubicBezTo>
                      <a:pt x="4219" y="6490"/>
                      <a:pt x="5026" y="6156"/>
                      <a:pt x="5620" y="5561"/>
                    </a:cubicBezTo>
                    <a:cubicBezTo>
                      <a:pt x="6215" y="4966"/>
                      <a:pt x="6549" y="4159"/>
                      <a:pt x="6549" y="3317"/>
                    </a:cubicBezTo>
                    <a:cubicBezTo>
                      <a:pt x="6549" y="2476"/>
                      <a:pt x="6215" y="1669"/>
                      <a:pt x="5620" y="1074"/>
                    </a:cubicBezTo>
                    <a:cubicBezTo>
                      <a:pt x="5026" y="479"/>
                      <a:pt x="4219" y="145"/>
                      <a:pt x="3378" y="145"/>
                    </a:cubicBezTo>
                    <a:cubicBezTo>
                      <a:pt x="2537" y="145"/>
                      <a:pt x="1730" y="479"/>
                      <a:pt x="1135" y="1074"/>
                    </a:cubicBezTo>
                    <a:cubicBezTo>
                      <a:pt x="540" y="1669"/>
                      <a:pt x="206" y="2476"/>
                      <a:pt x="206" y="3317"/>
                    </a:cubicBezTo>
                    <a:cubicBezTo>
                      <a:pt x="206" y="4159"/>
                      <a:pt x="540" y="4966"/>
                      <a:pt x="1135" y="5561"/>
                    </a:cubicBezTo>
                    <a:cubicBezTo>
                      <a:pt x="1730" y="6156"/>
                      <a:pt x="2537" y="6490"/>
                      <a:pt x="3378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79" name="Freeform: Shape 12378">
                <a:extLst>
                  <a:ext uri="{FF2B5EF4-FFF2-40B4-BE49-F238E27FC236}">
                    <a16:creationId xmlns:a16="http://schemas.microsoft.com/office/drawing/2014/main" id="{0BE059E9-9211-30BD-F418-C9F652194677}"/>
                  </a:ext>
                </a:extLst>
              </p:cNvPr>
              <p:cNvSpPr/>
              <p:nvPr/>
            </p:nvSpPr>
            <p:spPr>
              <a:xfrm>
                <a:off x="9026668" y="5311950"/>
                <a:ext cx="6343" cy="6345"/>
              </a:xfrm>
              <a:custGeom>
                <a:avLst/>
                <a:gdLst>
                  <a:gd name="connsiteX0" fmla="*/ 3378 w 6343"/>
                  <a:gd name="connsiteY0" fmla="*/ 6490 h 6345"/>
                  <a:gd name="connsiteX1" fmla="*/ 5621 w 6343"/>
                  <a:gd name="connsiteY1" fmla="*/ 5561 h 6345"/>
                  <a:gd name="connsiteX2" fmla="*/ 6549 w 6343"/>
                  <a:gd name="connsiteY2" fmla="*/ 3317 h 6345"/>
                  <a:gd name="connsiteX3" fmla="*/ 5621 w 6343"/>
                  <a:gd name="connsiteY3" fmla="*/ 1074 h 6345"/>
                  <a:gd name="connsiteX4" fmla="*/ 3378 w 6343"/>
                  <a:gd name="connsiteY4" fmla="*/ 144 h 6345"/>
                  <a:gd name="connsiteX5" fmla="*/ 1135 w 6343"/>
                  <a:gd name="connsiteY5" fmla="*/ 1074 h 6345"/>
                  <a:gd name="connsiteX6" fmla="*/ 206 w 6343"/>
                  <a:gd name="connsiteY6" fmla="*/ 3317 h 6345"/>
                  <a:gd name="connsiteX7" fmla="*/ 1135 w 6343"/>
                  <a:gd name="connsiteY7" fmla="*/ 5561 h 6345"/>
                  <a:gd name="connsiteX8" fmla="*/ 3378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90"/>
                    </a:moveTo>
                    <a:cubicBezTo>
                      <a:pt x="4219" y="6490"/>
                      <a:pt x="5026" y="6156"/>
                      <a:pt x="5621" y="5561"/>
                    </a:cubicBezTo>
                    <a:cubicBezTo>
                      <a:pt x="6215" y="4966"/>
                      <a:pt x="6549" y="4159"/>
                      <a:pt x="6549" y="3317"/>
                    </a:cubicBezTo>
                    <a:cubicBezTo>
                      <a:pt x="6549" y="2476"/>
                      <a:pt x="6215" y="1669"/>
                      <a:pt x="5621" y="1074"/>
                    </a:cubicBezTo>
                    <a:cubicBezTo>
                      <a:pt x="5026" y="479"/>
                      <a:pt x="4219" y="144"/>
                      <a:pt x="3378" y="144"/>
                    </a:cubicBezTo>
                    <a:cubicBezTo>
                      <a:pt x="2537" y="144"/>
                      <a:pt x="1730" y="479"/>
                      <a:pt x="1135" y="1074"/>
                    </a:cubicBezTo>
                    <a:cubicBezTo>
                      <a:pt x="541" y="1669"/>
                      <a:pt x="206" y="2476"/>
                      <a:pt x="206" y="3317"/>
                    </a:cubicBezTo>
                    <a:cubicBezTo>
                      <a:pt x="206" y="4159"/>
                      <a:pt x="541" y="4966"/>
                      <a:pt x="1135" y="5561"/>
                    </a:cubicBezTo>
                    <a:cubicBezTo>
                      <a:pt x="1730" y="6156"/>
                      <a:pt x="2537" y="6490"/>
                      <a:pt x="3378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80" name="Freeform: Shape 12379">
                <a:extLst>
                  <a:ext uri="{FF2B5EF4-FFF2-40B4-BE49-F238E27FC236}">
                    <a16:creationId xmlns:a16="http://schemas.microsoft.com/office/drawing/2014/main" id="{CD34DD31-38D1-DDD4-9951-FF87DA8A89FD}"/>
                  </a:ext>
                </a:extLst>
              </p:cNvPr>
              <p:cNvSpPr/>
              <p:nvPr/>
            </p:nvSpPr>
            <p:spPr>
              <a:xfrm>
                <a:off x="9026441" y="5309390"/>
                <a:ext cx="6343" cy="6345"/>
              </a:xfrm>
              <a:custGeom>
                <a:avLst/>
                <a:gdLst>
                  <a:gd name="connsiteX0" fmla="*/ 3378 w 6343"/>
                  <a:gd name="connsiteY0" fmla="*/ 6490 h 6345"/>
                  <a:gd name="connsiteX1" fmla="*/ 5621 w 6343"/>
                  <a:gd name="connsiteY1" fmla="*/ 5560 h 6345"/>
                  <a:gd name="connsiteX2" fmla="*/ 6549 w 6343"/>
                  <a:gd name="connsiteY2" fmla="*/ 3317 h 6345"/>
                  <a:gd name="connsiteX3" fmla="*/ 5621 w 6343"/>
                  <a:gd name="connsiteY3" fmla="*/ 1073 h 6345"/>
                  <a:gd name="connsiteX4" fmla="*/ 3378 w 6343"/>
                  <a:gd name="connsiteY4" fmla="*/ 144 h 6345"/>
                  <a:gd name="connsiteX5" fmla="*/ 1135 w 6343"/>
                  <a:gd name="connsiteY5" fmla="*/ 1073 h 6345"/>
                  <a:gd name="connsiteX6" fmla="*/ 206 w 6343"/>
                  <a:gd name="connsiteY6" fmla="*/ 3317 h 6345"/>
                  <a:gd name="connsiteX7" fmla="*/ 1135 w 6343"/>
                  <a:gd name="connsiteY7" fmla="*/ 5560 h 6345"/>
                  <a:gd name="connsiteX8" fmla="*/ 3378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90"/>
                    </a:moveTo>
                    <a:cubicBezTo>
                      <a:pt x="4219" y="6490"/>
                      <a:pt x="5026" y="6155"/>
                      <a:pt x="5621" y="5560"/>
                    </a:cubicBezTo>
                    <a:cubicBezTo>
                      <a:pt x="6215" y="4965"/>
                      <a:pt x="6549" y="4158"/>
                      <a:pt x="6549" y="3317"/>
                    </a:cubicBezTo>
                    <a:cubicBezTo>
                      <a:pt x="6549" y="2475"/>
                      <a:pt x="6215" y="1668"/>
                      <a:pt x="5621" y="1073"/>
                    </a:cubicBezTo>
                    <a:cubicBezTo>
                      <a:pt x="5026" y="478"/>
                      <a:pt x="4219" y="144"/>
                      <a:pt x="3378" y="144"/>
                    </a:cubicBezTo>
                    <a:cubicBezTo>
                      <a:pt x="2537" y="144"/>
                      <a:pt x="1730" y="478"/>
                      <a:pt x="1135" y="1073"/>
                    </a:cubicBezTo>
                    <a:cubicBezTo>
                      <a:pt x="541" y="1668"/>
                      <a:pt x="206" y="2475"/>
                      <a:pt x="206" y="3317"/>
                    </a:cubicBezTo>
                    <a:cubicBezTo>
                      <a:pt x="206" y="4158"/>
                      <a:pt x="541" y="4965"/>
                      <a:pt x="1135" y="5560"/>
                    </a:cubicBezTo>
                    <a:cubicBezTo>
                      <a:pt x="1730" y="6155"/>
                      <a:pt x="2537" y="6490"/>
                      <a:pt x="3378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81" name="Freeform: Shape 12380">
                <a:extLst>
                  <a:ext uri="{FF2B5EF4-FFF2-40B4-BE49-F238E27FC236}">
                    <a16:creationId xmlns:a16="http://schemas.microsoft.com/office/drawing/2014/main" id="{FCA1FD3D-F2F0-CA97-3911-07D5A26424D9}"/>
                  </a:ext>
                </a:extLst>
              </p:cNvPr>
              <p:cNvSpPr/>
              <p:nvPr/>
            </p:nvSpPr>
            <p:spPr>
              <a:xfrm>
                <a:off x="9027979" y="5306775"/>
                <a:ext cx="6343" cy="6345"/>
              </a:xfrm>
              <a:custGeom>
                <a:avLst/>
                <a:gdLst>
                  <a:gd name="connsiteX0" fmla="*/ 3378 w 6343"/>
                  <a:gd name="connsiteY0" fmla="*/ 6489 h 6345"/>
                  <a:gd name="connsiteX1" fmla="*/ 5621 w 6343"/>
                  <a:gd name="connsiteY1" fmla="*/ 5560 h 6345"/>
                  <a:gd name="connsiteX2" fmla="*/ 6550 w 6343"/>
                  <a:gd name="connsiteY2" fmla="*/ 3317 h 6345"/>
                  <a:gd name="connsiteX3" fmla="*/ 5621 w 6343"/>
                  <a:gd name="connsiteY3" fmla="*/ 1073 h 6345"/>
                  <a:gd name="connsiteX4" fmla="*/ 3378 w 6343"/>
                  <a:gd name="connsiteY4" fmla="*/ 144 h 6345"/>
                  <a:gd name="connsiteX5" fmla="*/ 1135 w 6343"/>
                  <a:gd name="connsiteY5" fmla="*/ 1073 h 6345"/>
                  <a:gd name="connsiteX6" fmla="*/ 206 w 6343"/>
                  <a:gd name="connsiteY6" fmla="*/ 3317 h 6345"/>
                  <a:gd name="connsiteX7" fmla="*/ 1135 w 6343"/>
                  <a:gd name="connsiteY7" fmla="*/ 5560 h 6345"/>
                  <a:gd name="connsiteX8" fmla="*/ 3378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89"/>
                    </a:moveTo>
                    <a:cubicBezTo>
                      <a:pt x="4219" y="6489"/>
                      <a:pt x="5026" y="6155"/>
                      <a:pt x="5621" y="5560"/>
                    </a:cubicBezTo>
                    <a:cubicBezTo>
                      <a:pt x="6215" y="4965"/>
                      <a:pt x="6550" y="4158"/>
                      <a:pt x="6550" y="3317"/>
                    </a:cubicBezTo>
                    <a:cubicBezTo>
                      <a:pt x="6550" y="2475"/>
                      <a:pt x="6215" y="1668"/>
                      <a:pt x="5621" y="1073"/>
                    </a:cubicBezTo>
                    <a:cubicBezTo>
                      <a:pt x="5026" y="478"/>
                      <a:pt x="4219" y="144"/>
                      <a:pt x="3378" y="144"/>
                    </a:cubicBezTo>
                    <a:cubicBezTo>
                      <a:pt x="2537" y="144"/>
                      <a:pt x="1730" y="478"/>
                      <a:pt x="1135" y="1073"/>
                    </a:cubicBezTo>
                    <a:cubicBezTo>
                      <a:pt x="541" y="1668"/>
                      <a:pt x="206" y="2475"/>
                      <a:pt x="206" y="3317"/>
                    </a:cubicBezTo>
                    <a:cubicBezTo>
                      <a:pt x="206" y="4158"/>
                      <a:pt x="541" y="4965"/>
                      <a:pt x="1135" y="5560"/>
                    </a:cubicBezTo>
                    <a:cubicBezTo>
                      <a:pt x="1730" y="6155"/>
                      <a:pt x="2537" y="6489"/>
                      <a:pt x="3378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82" name="Freeform: Shape 12381">
                <a:extLst>
                  <a:ext uri="{FF2B5EF4-FFF2-40B4-BE49-F238E27FC236}">
                    <a16:creationId xmlns:a16="http://schemas.microsoft.com/office/drawing/2014/main" id="{A3FD2E30-15B5-74BC-7094-E9796C685876}"/>
                  </a:ext>
                </a:extLst>
              </p:cNvPr>
              <p:cNvSpPr/>
              <p:nvPr/>
            </p:nvSpPr>
            <p:spPr>
              <a:xfrm>
                <a:off x="9026096" y="5304263"/>
                <a:ext cx="6343" cy="6345"/>
              </a:xfrm>
              <a:custGeom>
                <a:avLst/>
                <a:gdLst>
                  <a:gd name="connsiteX0" fmla="*/ 3378 w 6343"/>
                  <a:gd name="connsiteY0" fmla="*/ 6489 h 6345"/>
                  <a:gd name="connsiteX1" fmla="*/ 5620 w 6343"/>
                  <a:gd name="connsiteY1" fmla="*/ 5560 h 6345"/>
                  <a:gd name="connsiteX2" fmla="*/ 6549 w 6343"/>
                  <a:gd name="connsiteY2" fmla="*/ 3316 h 6345"/>
                  <a:gd name="connsiteX3" fmla="*/ 5620 w 6343"/>
                  <a:gd name="connsiteY3" fmla="*/ 1073 h 6345"/>
                  <a:gd name="connsiteX4" fmla="*/ 3378 w 6343"/>
                  <a:gd name="connsiteY4" fmla="*/ 144 h 6345"/>
                  <a:gd name="connsiteX5" fmla="*/ 1135 w 6343"/>
                  <a:gd name="connsiteY5" fmla="*/ 1073 h 6345"/>
                  <a:gd name="connsiteX6" fmla="*/ 206 w 6343"/>
                  <a:gd name="connsiteY6" fmla="*/ 3316 h 6345"/>
                  <a:gd name="connsiteX7" fmla="*/ 1135 w 6343"/>
                  <a:gd name="connsiteY7" fmla="*/ 5560 h 6345"/>
                  <a:gd name="connsiteX8" fmla="*/ 3378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89"/>
                    </a:moveTo>
                    <a:cubicBezTo>
                      <a:pt x="4219" y="6489"/>
                      <a:pt x="5026" y="6155"/>
                      <a:pt x="5620" y="5560"/>
                    </a:cubicBezTo>
                    <a:cubicBezTo>
                      <a:pt x="6215" y="4965"/>
                      <a:pt x="6549" y="4158"/>
                      <a:pt x="6549" y="3316"/>
                    </a:cubicBezTo>
                    <a:cubicBezTo>
                      <a:pt x="6549" y="2475"/>
                      <a:pt x="6215" y="1668"/>
                      <a:pt x="5620" y="1073"/>
                    </a:cubicBezTo>
                    <a:cubicBezTo>
                      <a:pt x="5026" y="478"/>
                      <a:pt x="4219" y="144"/>
                      <a:pt x="3378" y="144"/>
                    </a:cubicBezTo>
                    <a:cubicBezTo>
                      <a:pt x="2537" y="144"/>
                      <a:pt x="1730" y="478"/>
                      <a:pt x="1135" y="1073"/>
                    </a:cubicBezTo>
                    <a:cubicBezTo>
                      <a:pt x="540" y="1668"/>
                      <a:pt x="206" y="2475"/>
                      <a:pt x="206" y="3316"/>
                    </a:cubicBezTo>
                    <a:cubicBezTo>
                      <a:pt x="206" y="4158"/>
                      <a:pt x="540" y="4965"/>
                      <a:pt x="1135" y="5560"/>
                    </a:cubicBezTo>
                    <a:cubicBezTo>
                      <a:pt x="1730" y="6155"/>
                      <a:pt x="2537" y="6489"/>
                      <a:pt x="3378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83" name="Freeform: Shape 12382">
                <a:extLst>
                  <a:ext uri="{FF2B5EF4-FFF2-40B4-BE49-F238E27FC236}">
                    <a16:creationId xmlns:a16="http://schemas.microsoft.com/office/drawing/2014/main" id="{44FBE323-30AB-EC25-1A81-44E0D6AAA878}"/>
                  </a:ext>
                </a:extLst>
              </p:cNvPr>
              <p:cNvSpPr/>
              <p:nvPr/>
            </p:nvSpPr>
            <p:spPr>
              <a:xfrm>
                <a:off x="9024690" y="5299143"/>
                <a:ext cx="6343" cy="6345"/>
              </a:xfrm>
              <a:custGeom>
                <a:avLst/>
                <a:gdLst>
                  <a:gd name="connsiteX0" fmla="*/ 3378 w 6343"/>
                  <a:gd name="connsiteY0" fmla="*/ 6489 h 6345"/>
                  <a:gd name="connsiteX1" fmla="*/ 5620 w 6343"/>
                  <a:gd name="connsiteY1" fmla="*/ 5560 h 6345"/>
                  <a:gd name="connsiteX2" fmla="*/ 6549 w 6343"/>
                  <a:gd name="connsiteY2" fmla="*/ 3316 h 6345"/>
                  <a:gd name="connsiteX3" fmla="*/ 5620 w 6343"/>
                  <a:gd name="connsiteY3" fmla="*/ 1073 h 6345"/>
                  <a:gd name="connsiteX4" fmla="*/ 3378 w 6343"/>
                  <a:gd name="connsiteY4" fmla="*/ 143 h 6345"/>
                  <a:gd name="connsiteX5" fmla="*/ 1135 w 6343"/>
                  <a:gd name="connsiteY5" fmla="*/ 1073 h 6345"/>
                  <a:gd name="connsiteX6" fmla="*/ 206 w 6343"/>
                  <a:gd name="connsiteY6" fmla="*/ 3316 h 6345"/>
                  <a:gd name="connsiteX7" fmla="*/ 1135 w 6343"/>
                  <a:gd name="connsiteY7" fmla="*/ 5560 h 6345"/>
                  <a:gd name="connsiteX8" fmla="*/ 3378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89"/>
                    </a:moveTo>
                    <a:cubicBezTo>
                      <a:pt x="4219" y="6489"/>
                      <a:pt x="5026" y="6154"/>
                      <a:pt x="5620" y="5560"/>
                    </a:cubicBezTo>
                    <a:cubicBezTo>
                      <a:pt x="6215" y="4965"/>
                      <a:pt x="6549" y="4158"/>
                      <a:pt x="6549" y="3316"/>
                    </a:cubicBezTo>
                    <a:cubicBezTo>
                      <a:pt x="6549" y="2475"/>
                      <a:pt x="6215" y="1668"/>
                      <a:pt x="5620" y="1073"/>
                    </a:cubicBezTo>
                    <a:cubicBezTo>
                      <a:pt x="5026" y="478"/>
                      <a:pt x="4219" y="143"/>
                      <a:pt x="3378" y="143"/>
                    </a:cubicBezTo>
                    <a:cubicBezTo>
                      <a:pt x="2537" y="143"/>
                      <a:pt x="1730" y="478"/>
                      <a:pt x="1135" y="1073"/>
                    </a:cubicBezTo>
                    <a:cubicBezTo>
                      <a:pt x="540" y="1668"/>
                      <a:pt x="206" y="2475"/>
                      <a:pt x="206" y="3316"/>
                    </a:cubicBezTo>
                    <a:cubicBezTo>
                      <a:pt x="206" y="4158"/>
                      <a:pt x="540" y="4965"/>
                      <a:pt x="1135" y="5560"/>
                    </a:cubicBezTo>
                    <a:cubicBezTo>
                      <a:pt x="1730" y="6154"/>
                      <a:pt x="2537" y="6489"/>
                      <a:pt x="3378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84" name="Freeform: Shape 12383">
                <a:extLst>
                  <a:ext uri="{FF2B5EF4-FFF2-40B4-BE49-F238E27FC236}">
                    <a16:creationId xmlns:a16="http://schemas.microsoft.com/office/drawing/2014/main" id="{8609099B-10EB-2A9C-D457-D6EA8D8ADCCB}"/>
                  </a:ext>
                </a:extLst>
              </p:cNvPr>
              <p:cNvSpPr/>
              <p:nvPr/>
            </p:nvSpPr>
            <p:spPr>
              <a:xfrm>
                <a:off x="9026916" y="5296554"/>
                <a:ext cx="6343" cy="6345"/>
              </a:xfrm>
              <a:custGeom>
                <a:avLst/>
                <a:gdLst>
                  <a:gd name="connsiteX0" fmla="*/ 3378 w 6343"/>
                  <a:gd name="connsiteY0" fmla="*/ 6489 h 6345"/>
                  <a:gd name="connsiteX1" fmla="*/ 5621 w 6343"/>
                  <a:gd name="connsiteY1" fmla="*/ 5559 h 6345"/>
                  <a:gd name="connsiteX2" fmla="*/ 6549 w 6343"/>
                  <a:gd name="connsiteY2" fmla="*/ 3316 h 6345"/>
                  <a:gd name="connsiteX3" fmla="*/ 5621 w 6343"/>
                  <a:gd name="connsiteY3" fmla="*/ 1072 h 6345"/>
                  <a:gd name="connsiteX4" fmla="*/ 3378 w 6343"/>
                  <a:gd name="connsiteY4" fmla="*/ 143 h 6345"/>
                  <a:gd name="connsiteX5" fmla="*/ 1135 w 6343"/>
                  <a:gd name="connsiteY5" fmla="*/ 1072 h 6345"/>
                  <a:gd name="connsiteX6" fmla="*/ 206 w 6343"/>
                  <a:gd name="connsiteY6" fmla="*/ 3316 h 6345"/>
                  <a:gd name="connsiteX7" fmla="*/ 1135 w 6343"/>
                  <a:gd name="connsiteY7" fmla="*/ 5559 h 6345"/>
                  <a:gd name="connsiteX8" fmla="*/ 3378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89"/>
                    </a:moveTo>
                    <a:cubicBezTo>
                      <a:pt x="4219" y="6489"/>
                      <a:pt x="5026" y="6154"/>
                      <a:pt x="5621" y="5559"/>
                    </a:cubicBezTo>
                    <a:cubicBezTo>
                      <a:pt x="6215" y="4964"/>
                      <a:pt x="6549" y="4157"/>
                      <a:pt x="6549" y="3316"/>
                    </a:cubicBezTo>
                    <a:cubicBezTo>
                      <a:pt x="6549" y="2474"/>
                      <a:pt x="6215" y="1667"/>
                      <a:pt x="5621" y="1072"/>
                    </a:cubicBezTo>
                    <a:cubicBezTo>
                      <a:pt x="5026" y="477"/>
                      <a:pt x="4219" y="143"/>
                      <a:pt x="3378" y="143"/>
                    </a:cubicBezTo>
                    <a:cubicBezTo>
                      <a:pt x="2537" y="143"/>
                      <a:pt x="1730" y="477"/>
                      <a:pt x="1135" y="1072"/>
                    </a:cubicBezTo>
                    <a:cubicBezTo>
                      <a:pt x="541" y="1667"/>
                      <a:pt x="206" y="2474"/>
                      <a:pt x="206" y="3316"/>
                    </a:cubicBezTo>
                    <a:cubicBezTo>
                      <a:pt x="206" y="4157"/>
                      <a:pt x="541" y="4964"/>
                      <a:pt x="1135" y="5559"/>
                    </a:cubicBezTo>
                    <a:cubicBezTo>
                      <a:pt x="1730" y="6154"/>
                      <a:pt x="2537" y="6489"/>
                      <a:pt x="3378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85" name="Freeform: Shape 12384">
                <a:extLst>
                  <a:ext uri="{FF2B5EF4-FFF2-40B4-BE49-F238E27FC236}">
                    <a16:creationId xmlns:a16="http://schemas.microsoft.com/office/drawing/2014/main" id="{BC703D40-8FCC-2EC4-DE8A-901821F755ED}"/>
                  </a:ext>
                </a:extLst>
              </p:cNvPr>
              <p:cNvSpPr/>
              <p:nvPr/>
            </p:nvSpPr>
            <p:spPr>
              <a:xfrm>
                <a:off x="9018428" y="5278369"/>
                <a:ext cx="6343" cy="6345"/>
              </a:xfrm>
              <a:custGeom>
                <a:avLst/>
                <a:gdLst>
                  <a:gd name="connsiteX0" fmla="*/ 3377 w 6343"/>
                  <a:gd name="connsiteY0" fmla="*/ 6487 h 6345"/>
                  <a:gd name="connsiteX1" fmla="*/ 5620 w 6343"/>
                  <a:gd name="connsiteY1" fmla="*/ 5558 h 6345"/>
                  <a:gd name="connsiteX2" fmla="*/ 6549 w 6343"/>
                  <a:gd name="connsiteY2" fmla="*/ 3314 h 6345"/>
                  <a:gd name="connsiteX3" fmla="*/ 5620 w 6343"/>
                  <a:gd name="connsiteY3" fmla="*/ 1071 h 6345"/>
                  <a:gd name="connsiteX4" fmla="*/ 3377 w 6343"/>
                  <a:gd name="connsiteY4" fmla="*/ 142 h 6345"/>
                  <a:gd name="connsiteX5" fmla="*/ 1135 w 6343"/>
                  <a:gd name="connsiteY5" fmla="*/ 1071 h 6345"/>
                  <a:gd name="connsiteX6" fmla="*/ 206 w 6343"/>
                  <a:gd name="connsiteY6" fmla="*/ 3314 h 6345"/>
                  <a:gd name="connsiteX7" fmla="*/ 1135 w 6343"/>
                  <a:gd name="connsiteY7" fmla="*/ 5558 h 6345"/>
                  <a:gd name="connsiteX8" fmla="*/ 3377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7"/>
                    </a:moveTo>
                    <a:cubicBezTo>
                      <a:pt x="4218" y="6487"/>
                      <a:pt x="5025" y="6153"/>
                      <a:pt x="5620" y="5558"/>
                    </a:cubicBezTo>
                    <a:cubicBezTo>
                      <a:pt x="6215" y="4963"/>
                      <a:pt x="6549" y="4156"/>
                      <a:pt x="6549" y="3314"/>
                    </a:cubicBezTo>
                    <a:cubicBezTo>
                      <a:pt x="6549" y="2473"/>
                      <a:pt x="6215" y="1666"/>
                      <a:pt x="5620" y="1071"/>
                    </a:cubicBezTo>
                    <a:cubicBezTo>
                      <a:pt x="5025" y="476"/>
                      <a:pt x="4218" y="142"/>
                      <a:pt x="3377" y="142"/>
                    </a:cubicBezTo>
                    <a:cubicBezTo>
                      <a:pt x="2536" y="142"/>
                      <a:pt x="1729" y="476"/>
                      <a:pt x="1135" y="1071"/>
                    </a:cubicBezTo>
                    <a:cubicBezTo>
                      <a:pt x="540" y="1666"/>
                      <a:pt x="206" y="2473"/>
                      <a:pt x="206" y="3314"/>
                    </a:cubicBezTo>
                    <a:cubicBezTo>
                      <a:pt x="206" y="4156"/>
                      <a:pt x="540" y="4963"/>
                      <a:pt x="1135" y="5558"/>
                    </a:cubicBezTo>
                    <a:cubicBezTo>
                      <a:pt x="1729" y="6153"/>
                      <a:pt x="2536" y="6487"/>
                      <a:pt x="3377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86" name="Freeform: Shape 12385">
                <a:extLst>
                  <a:ext uri="{FF2B5EF4-FFF2-40B4-BE49-F238E27FC236}">
                    <a16:creationId xmlns:a16="http://schemas.microsoft.com/office/drawing/2014/main" id="{C7FDE6EE-B500-E3CE-537E-7E1A92B767D5}"/>
                  </a:ext>
                </a:extLst>
              </p:cNvPr>
              <p:cNvSpPr/>
              <p:nvPr/>
            </p:nvSpPr>
            <p:spPr>
              <a:xfrm>
                <a:off x="9014486" y="5275581"/>
                <a:ext cx="6343" cy="6345"/>
              </a:xfrm>
              <a:custGeom>
                <a:avLst/>
                <a:gdLst>
                  <a:gd name="connsiteX0" fmla="*/ 3377 w 6343"/>
                  <a:gd name="connsiteY0" fmla="*/ 6487 h 6345"/>
                  <a:gd name="connsiteX1" fmla="*/ 5620 w 6343"/>
                  <a:gd name="connsiteY1" fmla="*/ 5558 h 6345"/>
                  <a:gd name="connsiteX2" fmla="*/ 6548 w 6343"/>
                  <a:gd name="connsiteY2" fmla="*/ 3314 h 6345"/>
                  <a:gd name="connsiteX3" fmla="*/ 5620 w 6343"/>
                  <a:gd name="connsiteY3" fmla="*/ 1071 h 6345"/>
                  <a:gd name="connsiteX4" fmla="*/ 3377 w 6343"/>
                  <a:gd name="connsiteY4" fmla="*/ 142 h 6345"/>
                  <a:gd name="connsiteX5" fmla="*/ 1134 w 6343"/>
                  <a:gd name="connsiteY5" fmla="*/ 1071 h 6345"/>
                  <a:gd name="connsiteX6" fmla="*/ 205 w 6343"/>
                  <a:gd name="connsiteY6" fmla="*/ 3314 h 6345"/>
                  <a:gd name="connsiteX7" fmla="*/ 1134 w 6343"/>
                  <a:gd name="connsiteY7" fmla="*/ 5558 h 6345"/>
                  <a:gd name="connsiteX8" fmla="*/ 3377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7"/>
                    </a:moveTo>
                    <a:cubicBezTo>
                      <a:pt x="4218" y="6487"/>
                      <a:pt x="5025" y="6153"/>
                      <a:pt x="5620" y="5558"/>
                    </a:cubicBezTo>
                    <a:cubicBezTo>
                      <a:pt x="6214" y="4963"/>
                      <a:pt x="6548" y="4156"/>
                      <a:pt x="6548" y="3314"/>
                    </a:cubicBezTo>
                    <a:cubicBezTo>
                      <a:pt x="6548" y="2473"/>
                      <a:pt x="6214" y="1666"/>
                      <a:pt x="5620" y="1071"/>
                    </a:cubicBezTo>
                    <a:cubicBezTo>
                      <a:pt x="5025" y="476"/>
                      <a:pt x="4218" y="142"/>
                      <a:pt x="3377" y="142"/>
                    </a:cubicBezTo>
                    <a:cubicBezTo>
                      <a:pt x="2536" y="142"/>
                      <a:pt x="1729" y="476"/>
                      <a:pt x="1134" y="1071"/>
                    </a:cubicBezTo>
                    <a:cubicBezTo>
                      <a:pt x="540" y="1666"/>
                      <a:pt x="205" y="2473"/>
                      <a:pt x="205" y="3314"/>
                    </a:cubicBezTo>
                    <a:cubicBezTo>
                      <a:pt x="205" y="4156"/>
                      <a:pt x="540" y="4963"/>
                      <a:pt x="1134" y="5558"/>
                    </a:cubicBezTo>
                    <a:cubicBezTo>
                      <a:pt x="1729" y="6153"/>
                      <a:pt x="2536" y="6487"/>
                      <a:pt x="3377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87" name="Freeform: Shape 12386">
                <a:extLst>
                  <a:ext uri="{FF2B5EF4-FFF2-40B4-BE49-F238E27FC236}">
                    <a16:creationId xmlns:a16="http://schemas.microsoft.com/office/drawing/2014/main" id="{318E30A9-ED6D-0C7F-2BCA-3608304FD13E}"/>
                  </a:ext>
                </a:extLst>
              </p:cNvPr>
              <p:cNvSpPr/>
              <p:nvPr/>
            </p:nvSpPr>
            <p:spPr>
              <a:xfrm>
                <a:off x="9016599" y="5273041"/>
                <a:ext cx="6343" cy="6345"/>
              </a:xfrm>
              <a:custGeom>
                <a:avLst/>
                <a:gdLst>
                  <a:gd name="connsiteX0" fmla="*/ 3377 w 6343"/>
                  <a:gd name="connsiteY0" fmla="*/ 6487 h 6345"/>
                  <a:gd name="connsiteX1" fmla="*/ 5620 w 6343"/>
                  <a:gd name="connsiteY1" fmla="*/ 5557 h 6345"/>
                  <a:gd name="connsiteX2" fmla="*/ 6549 w 6343"/>
                  <a:gd name="connsiteY2" fmla="*/ 3314 h 6345"/>
                  <a:gd name="connsiteX3" fmla="*/ 5620 w 6343"/>
                  <a:gd name="connsiteY3" fmla="*/ 1071 h 6345"/>
                  <a:gd name="connsiteX4" fmla="*/ 3377 w 6343"/>
                  <a:gd name="connsiteY4" fmla="*/ 141 h 6345"/>
                  <a:gd name="connsiteX5" fmla="*/ 1134 w 6343"/>
                  <a:gd name="connsiteY5" fmla="*/ 1071 h 6345"/>
                  <a:gd name="connsiteX6" fmla="*/ 206 w 6343"/>
                  <a:gd name="connsiteY6" fmla="*/ 3314 h 6345"/>
                  <a:gd name="connsiteX7" fmla="*/ 1134 w 6343"/>
                  <a:gd name="connsiteY7" fmla="*/ 5557 h 6345"/>
                  <a:gd name="connsiteX8" fmla="*/ 3377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7"/>
                    </a:moveTo>
                    <a:cubicBezTo>
                      <a:pt x="4218" y="6487"/>
                      <a:pt x="5025" y="6152"/>
                      <a:pt x="5620" y="5557"/>
                    </a:cubicBezTo>
                    <a:cubicBezTo>
                      <a:pt x="6214" y="4963"/>
                      <a:pt x="6549" y="4155"/>
                      <a:pt x="6549" y="3314"/>
                    </a:cubicBezTo>
                    <a:cubicBezTo>
                      <a:pt x="6549" y="2473"/>
                      <a:pt x="6214" y="1666"/>
                      <a:pt x="5620" y="1071"/>
                    </a:cubicBezTo>
                    <a:cubicBezTo>
                      <a:pt x="5025" y="476"/>
                      <a:pt x="4218" y="141"/>
                      <a:pt x="3377" y="141"/>
                    </a:cubicBezTo>
                    <a:cubicBezTo>
                      <a:pt x="2536" y="141"/>
                      <a:pt x="1729" y="476"/>
                      <a:pt x="1134" y="1071"/>
                    </a:cubicBezTo>
                    <a:cubicBezTo>
                      <a:pt x="540" y="1666"/>
                      <a:pt x="206" y="2473"/>
                      <a:pt x="206" y="3314"/>
                    </a:cubicBezTo>
                    <a:cubicBezTo>
                      <a:pt x="206" y="4155"/>
                      <a:pt x="540" y="4963"/>
                      <a:pt x="1134" y="5557"/>
                    </a:cubicBezTo>
                    <a:cubicBezTo>
                      <a:pt x="1729" y="6152"/>
                      <a:pt x="2536" y="6487"/>
                      <a:pt x="3377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88" name="Freeform: Shape 12387">
                <a:extLst>
                  <a:ext uri="{FF2B5EF4-FFF2-40B4-BE49-F238E27FC236}">
                    <a16:creationId xmlns:a16="http://schemas.microsoft.com/office/drawing/2014/main" id="{9FE6556D-6E9E-5380-BD2D-9BC1B0BAF7D5}"/>
                  </a:ext>
                </a:extLst>
              </p:cNvPr>
              <p:cNvSpPr/>
              <p:nvPr/>
            </p:nvSpPr>
            <p:spPr>
              <a:xfrm>
                <a:off x="9018664" y="5270522"/>
                <a:ext cx="6343" cy="6345"/>
              </a:xfrm>
              <a:custGeom>
                <a:avLst/>
                <a:gdLst>
                  <a:gd name="connsiteX0" fmla="*/ 3377 w 6343"/>
                  <a:gd name="connsiteY0" fmla="*/ 6487 h 6345"/>
                  <a:gd name="connsiteX1" fmla="*/ 5620 w 6343"/>
                  <a:gd name="connsiteY1" fmla="*/ 5557 h 6345"/>
                  <a:gd name="connsiteX2" fmla="*/ 6549 w 6343"/>
                  <a:gd name="connsiteY2" fmla="*/ 3314 h 6345"/>
                  <a:gd name="connsiteX3" fmla="*/ 5620 w 6343"/>
                  <a:gd name="connsiteY3" fmla="*/ 1070 h 6345"/>
                  <a:gd name="connsiteX4" fmla="*/ 3377 w 6343"/>
                  <a:gd name="connsiteY4" fmla="*/ 141 h 6345"/>
                  <a:gd name="connsiteX5" fmla="*/ 1135 w 6343"/>
                  <a:gd name="connsiteY5" fmla="*/ 1070 h 6345"/>
                  <a:gd name="connsiteX6" fmla="*/ 206 w 6343"/>
                  <a:gd name="connsiteY6" fmla="*/ 3314 h 6345"/>
                  <a:gd name="connsiteX7" fmla="*/ 1135 w 6343"/>
                  <a:gd name="connsiteY7" fmla="*/ 5557 h 6345"/>
                  <a:gd name="connsiteX8" fmla="*/ 3377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7"/>
                    </a:moveTo>
                    <a:cubicBezTo>
                      <a:pt x="4218" y="6487"/>
                      <a:pt x="5025" y="6152"/>
                      <a:pt x="5620" y="5557"/>
                    </a:cubicBezTo>
                    <a:cubicBezTo>
                      <a:pt x="6215" y="4962"/>
                      <a:pt x="6549" y="4155"/>
                      <a:pt x="6549" y="3314"/>
                    </a:cubicBezTo>
                    <a:cubicBezTo>
                      <a:pt x="6549" y="2472"/>
                      <a:pt x="6215" y="1665"/>
                      <a:pt x="5620" y="1070"/>
                    </a:cubicBezTo>
                    <a:cubicBezTo>
                      <a:pt x="5025" y="475"/>
                      <a:pt x="4218" y="141"/>
                      <a:pt x="3377" y="141"/>
                    </a:cubicBezTo>
                    <a:cubicBezTo>
                      <a:pt x="2536" y="141"/>
                      <a:pt x="1729" y="475"/>
                      <a:pt x="1135" y="1070"/>
                    </a:cubicBezTo>
                    <a:cubicBezTo>
                      <a:pt x="540" y="1665"/>
                      <a:pt x="206" y="2472"/>
                      <a:pt x="206" y="3314"/>
                    </a:cubicBezTo>
                    <a:cubicBezTo>
                      <a:pt x="206" y="4155"/>
                      <a:pt x="540" y="4962"/>
                      <a:pt x="1135" y="5557"/>
                    </a:cubicBezTo>
                    <a:cubicBezTo>
                      <a:pt x="1729" y="6152"/>
                      <a:pt x="2536" y="6487"/>
                      <a:pt x="3377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89" name="Freeform: Shape 12388">
                <a:extLst>
                  <a:ext uri="{FF2B5EF4-FFF2-40B4-BE49-F238E27FC236}">
                    <a16:creationId xmlns:a16="http://schemas.microsoft.com/office/drawing/2014/main" id="{D7C4C5D1-9748-FAA5-9F88-1A2A6E47D376}"/>
                  </a:ext>
                </a:extLst>
              </p:cNvPr>
              <p:cNvSpPr/>
              <p:nvPr/>
            </p:nvSpPr>
            <p:spPr>
              <a:xfrm>
                <a:off x="9040853" y="5264288"/>
                <a:ext cx="6343" cy="6345"/>
              </a:xfrm>
              <a:custGeom>
                <a:avLst/>
                <a:gdLst>
                  <a:gd name="connsiteX0" fmla="*/ 3379 w 6343"/>
                  <a:gd name="connsiteY0" fmla="*/ 6486 h 6345"/>
                  <a:gd name="connsiteX1" fmla="*/ 5622 w 6343"/>
                  <a:gd name="connsiteY1" fmla="*/ 5557 h 6345"/>
                  <a:gd name="connsiteX2" fmla="*/ 6551 w 6343"/>
                  <a:gd name="connsiteY2" fmla="*/ 3313 h 6345"/>
                  <a:gd name="connsiteX3" fmla="*/ 5622 w 6343"/>
                  <a:gd name="connsiteY3" fmla="*/ 1070 h 6345"/>
                  <a:gd name="connsiteX4" fmla="*/ 3379 w 6343"/>
                  <a:gd name="connsiteY4" fmla="*/ 141 h 6345"/>
                  <a:gd name="connsiteX5" fmla="*/ 1136 w 6343"/>
                  <a:gd name="connsiteY5" fmla="*/ 1070 h 6345"/>
                  <a:gd name="connsiteX6" fmla="*/ 207 w 6343"/>
                  <a:gd name="connsiteY6" fmla="*/ 3313 h 6345"/>
                  <a:gd name="connsiteX7" fmla="*/ 1136 w 6343"/>
                  <a:gd name="connsiteY7" fmla="*/ 5557 h 6345"/>
                  <a:gd name="connsiteX8" fmla="*/ 3379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86"/>
                    </a:moveTo>
                    <a:cubicBezTo>
                      <a:pt x="4220" y="6486"/>
                      <a:pt x="5027" y="6152"/>
                      <a:pt x="5622" y="5557"/>
                    </a:cubicBezTo>
                    <a:cubicBezTo>
                      <a:pt x="6216" y="4962"/>
                      <a:pt x="6551" y="4155"/>
                      <a:pt x="6551" y="3313"/>
                    </a:cubicBezTo>
                    <a:cubicBezTo>
                      <a:pt x="6551" y="2472"/>
                      <a:pt x="6216" y="1665"/>
                      <a:pt x="5622" y="1070"/>
                    </a:cubicBezTo>
                    <a:cubicBezTo>
                      <a:pt x="5027" y="475"/>
                      <a:pt x="4220" y="141"/>
                      <a:pt x="3379" y="141"/>
                    </a:cubicBezTo>
                    <a:cubicBezTo>
                      <a:pt x="2538" y="141"/>
                      <a:pt x="1731" y="475"/>
                      <a:pt x="1136" y="1070"/>
                    </a:cubicBezTo>
                    <a:cubicBezTo>
                      <a:pt x="542" y="1665"/>
                      <a:pt x="207" y="2472"/>
                      <a:pt x="207" y="3313"/>
                    </a:cubicBezTo>
                    <a:cubicBezTo>
                      <a:pt x="207" y="4155"/>
                      <a:pt x="542" y="4962"/>
                      <a:pt x="1136" y="5557"/>
                    </a:cubicBezTo>
                    <a:cubicBezTo>
                      <a:pt x="1731" y="6152"/>
                      <a:pt x="2538" y="6486"/>
                      <a:pt x="3379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90" name="Freeform: Shape 12389">
                <a:extLst>
                  <a:ext uri="{FF2B5EF4-FFF2-40B4-BE49-F238E27FC236}">
                    <a16:creationId xmlns:a16="http://schemas.microsoft.com/office/drawing/2014/main" id="{59E2140F-3BE7-7D77-40F4-A540D289CFCB}"/>
                  </a:ext>
                </a:extLst>
              </p:cNvPr>
              <p:cNvSpPr/>
              <p:nvPr/>
            </p:nvSpPr>
            <p:spPr>
              <a:xfrm>
                <a:off x="9041292" y="5261831"/>
                <a:ext cx="6343" cy="6345"/>
              </a:xfrm>
              <a:custGeom>
                <a:avLst/>
                <a:gdLst>
                  <a:gd name="connsiteX0" fmla="*/ 3379 w 6343"/>
                  <a:gd name="connsiteY0" fmla="*/ 6486 h 6345"/>
                  <a:gd name="connsiteX1" fmla="*/ 5622 w 6343"/>
                  <a:gd name="connsiteY1" fmla="*/ 5557 h 6345"/>
                  <a:gd name="connsiteX2" fmla="*/ 6551 w 6343"/>
                  <a:gd name="connsiteY2" fmla="*/ 3313 h 6345"/>
                  <a:gd name="connsiteX3" fmla="*/ 5622 w 6343"/>
                  <a:gd name="connsiteY3" fmla="*/ 1070 h 6345"/>
                  <a:gd name="connsiteX4" fmla="*/ 3379 w 6343"/>
                  <a:gd name="connsiteY4" fmla="*/ 140 h 6345"/>
                  <a:gd name="connsiteX5" fmla="*/ 1136 w 6343"/>
                  <a:gd name="connsiteY5" fmla="*/ 1070 h 6345"/>
                  <a:gd name="connsiteX6" fmla="*/ 207 w 6343"/>
                  <a:gd name="connsiteY6" fmla="*/ 3313 h 6345"/>
                  <a:gd name="connsiteX7" fmla="*/ 1136 w 6343"/>
                  <a:gd name="connsiteY7" fmla="*/ 5557 h 6345"/>
                  <a:gd name="connsiteX8" fmla="*/ 3379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86"/>
                    </a:moveTo>
                    <a:cubicBezTo>
                      <a:pt x="4220" y="6486"/>
                      <a:pt x="5027" y="6152"/>
                      <a:pt x="5622" y="5557"/>
                    </a:cubicBezTo>
                    <a:cubicBezTo>
                      <a:pt x="6216" y="4962"/>
                      <a:pt x="6551" y="4155"/>
                      <a:pt x="6551" y="3313"/>
                    </a:cubicBezTo>
                    <a:cubicBezTo>
                      <a:pt x="6551" y="2472"/>
                      <a:pt x="6216" y="1665"/>
                      <a:pt x="5622" y="1070"/>
                    </a:cubicBezTo>
                    <a:cubicBezTo>
                      <a:pt x="5027" y="475"/>
                      <a:pt x="4220" y="140"/>
                      <a:pt x="3379" y="140"/>
                    </a:cubicBezTo>
                    <a:cubicBezTo>
                      <a:pt x="2538" y="140"/>
                      <a:pt x="1731" y="475"/>
                      <a:pt x="1136" y="1070"/>
                    </a:cubicBezTo>
                    <a:cubicBezTo>
                      <a:pt x="542" y="1665"/>
                      <a:pt x="207" y="2472"/>
                      <a:pt x="207" y="3313"/>
                    </a:cubicBezTo>
                    <a:cubicBezTo>
                      <a:pt x="207" y="4155"/>
                      <a:pt x="542" y="4962"/>
                      <a:pt x="1136" y="5557"/>
                    </a:cubicBezTo>
                    <a:cubicBezTo>
                      <a:pt x="1731" y="6152"/>
                      <a:pt x="2538" y="6486"/>
                      <a:pt x="3379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91" name="Freeform: Shape 12390">
                <a:extLst>
                  <a:ext uri="{FF2B5EF4-FFF2-40B4-BE49-F238E27FC236}">
                    <a16:creationId xmlns:a16="http://schemas.microsoft.com/office/drawing/2014/main" id="{DDC38CFC-1D80-5328-4C62-8ACC654CD045}"/>
                  </a:ext>
                </a:extLst>
              </p:cNvPr>
              <p:cNvSpPr/>
              <p:nvPr/>
            </p:nvSpPr>
            <p:spPr>
              <a:xfrm>
                <a:off x="9042490" y="5259443"/>
                <a:ext cx="6343" cy="6345"/>
              </a:xfrm>
              <a:custGeom>
                <a:avLst/>
                <a:gdLst>
                  <a:gd name="connsiteX0" fmla="*/ 3379 w 6343"/>
                  <a:gd name="connsiteY0" fmla="*/ 6486 h 6345"/>
                  <a:gd name="connsiteX1" fmla="*/ 5622 w 6343"/>
                  <a:gd name="connsiteY1" fmla="*/ 5556 h 6345"/>
                  <a:gd name="connsiteX2" fmla="*/ 6551 w 6343"/>
                  <a:gd name="connsiteY2" fmla="*/ 3313 h 6345"/>
                  <a:gd name="connsiteX3" fmla="*/ 5622 w 6343"/>
                  <a:gd name="connsiteY3" fmla="*/ 1070 h 6345"/>
                  <a:gd name="connsiteX4" fmla="*/ 3379 w 6343"/>
                  <a:gd name="connsiteY4" fmla="*/ 140 h 6345"/>
                  <a:gd name="connsiteX5" fmla="*/ 1137 w 6343"/>
                  <a:gd name="connsiteY5" fmla="*/ 1070 h 6345"/>
                  <a:gd name="connsiteX6" fmla="*/ 208 w 6343"/>
                  <a:gd name="connsiteY6" fmla="*/ 3313 h 6345"/>
                  <a:gd name="connsiteX7" fmla="*/ 1137 w 6343"/>
                  <a:gd name="connsiteY7" fmla="*/ 5556 h 6345"/>
                  <a:gd name="connsiteX8" fmla="*/ 3379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86"/>
                    </a:moveTo>
                    <a:cubicBezTo>
                      <a:pt x="4220" y="6486"/>
                      <a:pt x="5027" y="6151"/>
                      <a:pt x="5622" y="5556"/>
                    </a:cubicBezTo>
                    <a:cubicBezTo>
                      <a:pt x="6217" y="4961"/>
                      <a:pt x="6551" y="4154"/>
                      <a:pt x="6551" y="3313"/>
                    </a:cubicBezTo>
                    <a:cubicBezTo>
                      <a:pt x="6551" y="2472"/>
                      <a:pt x="6217" y="1664"/>
                      <a:pt x="5622" y="1070"/>
                    </a:cubicBezTo>
                    <a:cubicBezTo>
                      <a:pt x="5027" y="475"/>
                      <a:pt x="4220" y="140"/>
                      <a:pt x="3379" y="140"/>
                    </a:cubicBezTo>
                    <a:cubicBezTo>
                      <a:pt x="2538" y="140"/>
                      <a:pt x="1731" y="475"/>
                      <a:pt x="1137" y="1070"/>
                    </a:cubicBezTo>
                    <a:cubicBezTo>
                      <a:pt x="542" y="1664"/>
                      <a:pt x="208" y="2472"/>
                      <a:pt x="208" y="3313"/>
                    </a:cubicBezTo>
                    <a:cubicBezTo>
                      <a:pt x="208" y="4154"/>
                      <a:pt x="542" y="4961"/>
                      <a:pt x="1137" y="5556"/>
                    </a:cubicBezTo>
                    <a:cubicBezTo>
                      <a:pt x="1731" y="6151"/>
                      <a:pt x="2538" y="6486"/>
                      <a:pt x="3379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92" name="Freeform: Shape 12391">
                <a:extLst>
                  <a:ext uri="{FF2B5EF4-FFF2-40B4-BE49-F238E27FC236}">
                    <a16:creationId xmlns:a16="http://schemas.microsoft.com/office/drawing/2014/main" id="{2DAAF565-ECCB-04FF-D5C7-E03019632B54}"/>
                  </a:ext>
                </a:extLst>
              </p:cNvPr>
              <p:cNvSpPr/>
              <p:nvPr/>
            </p:nvSpPr>
            <p:spPr>
              <a:xfrm>
                <a:off x="8729169" y="5165385"/>
                <a:ext cx="6343" cy="6345"/>
              </a:xfrm>
              <a:custGeom>
                <a:avLst/>
                <a:gdLst>
                  <a:gd name="connsiteX0" fmla="*/ 3354 w 6343"/>
                  <a:gd name="connsiteY0" fmla="*/ 6478 h 6345"/>
                  <a:gd name="connsiteX1" fmla="*/ 5597 w 6343"/>
                  <a:gd name="connsiteY1" fmla="*/ 5549 h 6345"/>
                  <a:gd name="connsiteX2" fmla="*/ 6526 w 6343"/>
                  <a:gd name="connsiteY2" fmla="*/ 3306 h 6345"/>
                  <a:gd name="connsiteX3" fmla="*/ 5597 w 6343"/>
                  <a:gd name="connsiteY3" fmla="*/ 1062 h 6345"/>
                  <a:gd name="connsiteX4" fmla="*/ 3354 w 6343"/>
                  <a:gd name="connsiteY4" fmla="*/ 133 h 6345"/>
                  <a:gd name="connsiteX5" fmla="*/ 1112 w 6343"/>
                  <a:gd name="connsiteY5" fmla="*/ 1062 h 6345"/>
                  <a:gd name="connsiteX6" fmla="*/ 183 w 6343"/>
                  <a:gd name="connsiteY6" fmla="*/ 3306 h 6345"/>
                  <a:gd name="connsiteX7" fmla="*/ 1112 w 6343"/>
                  <a:gd name="connsiteY7" fmla="*/ 5549 h 6345"/>
                  <a:gd name="connsiteX8" fmla="*/ 335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4" y="6478"/>
                    </a:moveTo>
                    <a:cubicBezTo>
                      <a:pt x="4196" y="6478"/>
                      <a:pt x="5002" y="6144"/>
                      <a:pt x="5597" y="5549"/>
                    </a:cubicBezTo>
                    <a:cubicBezTo>
                      <a:pt x="6192" y="4954"/>
                      <a:pt x="6526" y="4147"/>
                      <a:pt x="6526" y="3306"/>
                    </a:cubicBezTo>
                    <a:cubicBezTo>
                      <a:pt x="6526" y="2464"/>
                      <a:pt x="6192" y="1657"/>
                      <a:pt x="5597" y="1062"/>
                    </a:cubicBezTo>
                    <a:cubicBezTo>
                      <a:pt x="5002" y="467"/>
                      <a:pt x="4196" y="133"/>
                      <a:pt x="3354" y="133"/>
                    </a:cubicBezTo>
                    <a:cubicBezTo>
                      <a:pt x="2513" y="133"/>
                      <a:pt x="1707" y="467"/>
                      <a:pt x="1112" y="1062"/>
                    </a:cubicBezTo>
                    <a:cubicBezTo>
                      <a:pt x="517" y="1657"/>
                      <a:pt x="183" y="2464"/>
                      <a:pt x="183" y="3306"/>
                    </a:cubicBezTo>
                    <a:cubicBezTo>
                      <a:pt x="183" y="4147"/>
                      <a:pt x="517" y="4954"/>
                      <a:pt x="1112" y="5549"/>
                    </a:cubicBezTo>
                    <a:cubicBezTo>
                      <a:pt x="1707" y="6144"/>
                      <a:pt x="2513" y="6478"/>
                      <a:pt x="335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93" name="Freeform: Shape 12392">
                <a:extLst>
                  <a:ext uri="{FF2B5EF4-FFF2-40B4-BE49-F238E27FC236}">
                    <a16:creationId xmlns:a16="http://schemas.microsoft.com/office/drawing/2014/main" id="{363A0CC2-52C5-2E1F-5EB5-4A45E8F02981}"/>
                  </a:ext>
                </a:extLst>
              </p:cNvPr>
              <p:cNvSpPr/>
              <p:nvPr/>
            </p:nvSpPr>
            <p:spPr>
              <a:xfrm>
                <a:off x="8741426" y="5163131"/>
                <a:ext cx="6343" cy="6345"/>
              </a:xfrm>
              <a:custGeom>
                <a:avLst/>
                <a:gdLst>
                  <a:gd name="connsiteX0" fmla="*/ 3355 w 6343"/>
                  <a:gd name="connsiteY0" fmla="*/ 6478 h 6345"/>
                  <a:gd name="connsiteX1" fmla="*/ 5598 w 6343"/>
                  <a:gd name="connsiteY1" fmla="*/ 5549 h 6345"/>
                  <a:gd name="connsiteX2" fmla="*/ 6527 w 6343"/>
                  <a:gd name="connsiteY2" fmla="*/ 3305 h 6345"/>
                  <a:gd name="connsiteX3" fmla="*/ 5598 w 6343"/>
                  <a:gd name="connsiteY3" fmla="*/ 1062 h 6345"/>
                  <a:gd name="connsiteX4" fmla="*/ 3355 w 6343"/>
                  <a:gd name="connsiteY4" fmla="*/ 133 h 6345"/>
                  <a:gd name="connsiteX5" fmla="*/ 1113 w 6343"/>
                  <a:gd name="connsiteY5" fmla="*/ 1062 h 6345"/>
                  <a:gd name="connsiteX6" fmla="*/ 184 w 6343"/>
                  <a:gd name="connsiteY6" fmla="*/ 3305 h 6345"/>
                  <a:gd name="connsiteX7" fmla="*/ 1113 w 6343"/>
                  <a:gd name="connsiteY7" fmla="*/ 5549 h 6345"/>
                  <a:gd name="connsiteX8" fmla="*/ 335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5" y="6478"/>
                    </a:moveTo>
                    <a:cubicBezTo>
                      <a:pt x="4197" y="6478"/>
                      <a:pt x="5003" y="6144"/>
                      <a:pt x="5598" y="5549"/>
                    </a:cubicBezTo>
                    <a:cubicBezTo>
                      <a:pt x="6193" y="4954"/>
                      <a:pt x="6527" y="4147"/>
                      <a:pt x="6527" y="3305"/>
                    </a:cubicBezTo>
                    <a:cubicBezTo>
                      <a:pt x="6527" y="2464"/>
                      <a:pt x="6193" y="1657"/>
                      <a:pt x="5598" y="1062"/>
                    </a:cubicBezTo>
                    <a:cubicBezTo>
                      <a:pt x="5003" y="467"/>
                      <a:pt x="4197" y="133"/>
                      <a:pt x="3355" y="133"/>
                    </a:cubicBezTo>
                    <a:cubicBezTo>
                      <a:pt x="2514" y="133"/>
                      <a:pt x="1708" y="467"/>
                      <a:pt x="1113" y="1062"/>
                    </a:cubicBezTo>
                    <a:cubicBezTo>
                      <a:pt x="518" y="1657"/>
                      <a:pt x="184" y="2464"/>
                      <a:pt x="184" y="3305"/>
                    </a:cubicBezTo>
                    <a:cubicBezTo>
                      <a:pt x="184" y="4147"/>
                      <a:pt x="518" y="4954"/>
                      <a:pt x="1113" y="5549"/>
                    </a:cubicBezTo>
                    <a:cubicBezTo>
                      <a:pt x="1708" y="6144"/>
                      <a:pt x="2514" y="6478"/>
                      <a:pt x="335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94" name="Freeform: Shape 12393">
                <a:extLst>
                  <a:ext uri="{FF2B5EF4-FFF2-40B4-BE49-F238E27FC236}">
                    <a16:creationId xmlns:a16="http://schemas.microsoft.com/office/drawing/2014/main" id="{52E9C077-A24A-F802-75E2-8F8134FF9C95}"/>
                  </a:ext>
                </a:extLst>
              </p:cNvPr>
              <p:cNvSpPr/>
              <p:nvPr/>
            </p:nvSpPr>
            <p:spPr>
              <a:xfrm>
                <a:off x="8759312" y="5162107"/>
                <a:ext cx="6343" cy="6345"/>
              </a:xfrm>
              <a:custGeom>
                <a:avLst/>
                <a:gdLst>
                  <a:gd name="connsiteX0" fmla="*/ 3357 w 6343"/>
                  <a:gd name="connsiteY0" fmla="*/ 6478 h 6345"/>
                  <a:gd name="connsiteX1" fmla="*/ 5599 w 6343"/>
                  <a:gd name="connsiteY1" fmla="*/ 5549 h 6345"/>
                  <a:gd name="connsiteX2" fmla="*/ 6528 w 6343"/>
                  <a:gd name="connsiteY2" fmla="*/ 3305 h 6345"/>
                  <a:gd name="connsiteX3" fmla="*/ 5599 w 6343"/>
                  <a:gd name="connsiteY3" fmla="*/ 1062 h 6345"/>
                  <a:gd name="connsiteX4" fmla="*/ 3357 w 6343"/>
                  <a:gd name="connsiteY4" fmla="*/ 133 h 6345"/>
                  <a:gd name="connsiteX5" fmla="*/ 1114 w 6343"/>
                  <a:gd name="connsiteY5" fmla="*/ 1062 h 6345"/>
                  <a:gd name="connsiteX6" fmla="*/ 185 w 6343"/>
                  <a:gd name="connsiteY6" fmla="*/ 3305 h 6345"/>
                  <a:gd name="connsiteX7" fmla="*/ 1114 w 6343"/>
                  <a:gd name="connsiteY7" fmla="*/ 5549 h 6345"/>
                  <a:gd name="connsiteX8" fmla="*/ 335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478"/>
                    </a:moveTo>
                    <a:cubicBezTo>
                      <a:pt x="4198" y="6478"/>
                      <a:pt x="5005" y="6144"/>
                      <a:pt x="5599" y="5549"/>
                    </a:cubicBezTo>
                    <a:cubicBezTo>
                      <a:pt x="6194" y="4954"/>
                      <a:pt x="6528" y="4147"/>
                      <a:pt x="6528" y="3305"/>
                    </a:cubicBezTo>
                    <a:cubicBezTo>
                      <a:pt x="6528" y="2464"/>
                      <a:pt x="6194" y="1657"/>
                      <a:pt x="5599" y="1062"/>
                    </a:cubicBezTo>
                    <a:cubicBezTo>
                      <a:pt x="5005" y="467"/>
                      <a:pt x="4198" y="133"/>
                      <a:pt x="3357" y="133"/>
                    </a:cubicBezTo>
                    <a:cubicBezTo>
                      <a:pt x="2516" y="133"/>
                      <a:pt x="1709" y="467"/>
                      <a:pt x="1114" y="1062"/>
                    </a:cubicBezTo>
                    <a:cubicBezTo>
                      <a:pt x="519" y="1657"/>
                      <a:pt x="185" y="2464"/>
                      <a:pt x="185" y="3305"/>
                    </a:cubicBezTo>
                    <a:cubicBezTo>
                      <a:pt x="185" y="4147"/>
                      <a:pt x="519" y="4954"/>
                      <a:pt x="1114" y="5549"/>
                    </a:cubicBezTo>
                    <a:cubicBezTo>
                      <a:pt x="1709" y="6144"/>
                      <a:pt x="2516" y="6478"/>
                      <a:pt x="335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95" name="Freeform: Shape 12394">
                <a:extLst>
                  <a:ext uri="{FF2B5EF4-FFF2-40B4-BE49-F238E27FC236}">
                    <a16:creationId xmlns:a16="http://schemas.microsoft.com/office/drawing/2014/main" id="{317D94E2-4C61-D03C-7405-47621222922F}"/>
                  </a:ext>
                </a:extLst>
              </p:cNvPr>
              <p:cNvSpPr/>
              <p:nvPr/>
            </p:nvSpPr>
            <p:spPr>
              <a:xfrm>
                <a:off x="8797959" y="5165432"/>
                <a:ext cx="6343" cy="6345"/>
              </a:xfrm>
              <a:custGeom>
                <a:avLst/>
                <a:gdLst>
                  <a:gd name="connsiteX0" fmla="*/ 3360 w 6343"/>
                  <a:gd name="connsiteY0" fmla="*/ 6478 h 6345"/>
                  <a:gd name="connsiteX1" fmla="*/ 5602 w 6343"/>
                  <a:gd name="connsiteY1" fmla="*/ 5549 h 6345"/>
                  <a:gd name="connsiteX2" fmla="*/ 6531 w 6343"/>
                  <a:gd name="connsiteY2" fmla="*/ 3306 h 6345"/>
                  <a:gd name="connsiteX3" fmla="*/ 5602 w 6343"/>
                  <a:gd name="connsiteY3" fmla="*/ 1062 h 6345"/>
                  <a:gd name="connsiteX4" fmla="*/ 3360 w 6343"/>
                  <a:gd name="connsiteY4" fmla="*/ 133 h 6345"/>
                  <a:gd name="connsiteX5" fmla="*/ 1117 w 6343"/>
                  <a:gd name="connsiteY5" fmla="*/ 1062 h 6345"/>
                  <a:gd name="connsiteX6" fmla="*/ 188 w 6343"/>
                  <a:gd name="connsiteY6" fmla="*/ 3306 h 6345"/>
                  <a:gd name="connsiteX7" fmla="*/ 1117 w 6343"/>
                  <a:gd name="connsiteY7" fmla="*/ 5549 h 6345"/>
                  <a:gd name="connsiteX8" fmla="*/ 336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478"/>
                    </a:moveTo>
                    <a:cubicBezTo>
                      <a:pt x="4201" y="6478"/>
                      <a:pt x="5008" y="6144"/>
                      <a:pt x="5602" y="5549"/>
                    </a:cubicBezTo>
                    <a:cubicBezTo>
                      <a:pt x="6197" y="4954"/>
                      <a:pt x="6531" y="4147"/>
                      <a:pt x="6531" y="3306"/>
                    </a:cubicBezTo>
                    <a:cubicBezTo>
                      <a:pt x="6531" y="2464"/>
                      <a:pt x="6197" y="1657"/>
                      <a:pt x="5602" y="1062"/>
                    </a:cubicBezTo>
                    <a:cubicBezTo>
                      <a:pt x="5008" y="467"/>
                      <a:pt x="4201" y="133"/>
                      <a:pt x="3360" y="133"/>
                    </a:cubicBezTo>
                    <a:cubicBezTo>
                      <a:pt x="2519" y="133"/>
                      <a:pt x="1712" y="467"/>
                      <a:pt x="1117" y="1062"/>
                    </a:cubicBezTo>
                    <a:cubicBezTo>
                      <a:pt x="522" y="1657"/>
                      <a:pt x="188" y="2464"/>
                      <a:pt x="188" y="3306"/>
                    </a:cubicBezTo>
                    <a:cubicBezTo>
                      <a:pt x="188" y="4147"/>
                      <a:pt x="522" y="4954"/>
                      <a:pt x="1117" y="5549"/>
                    </a:cubicBezTo>
                    <a:cubicBezTo>
                      <a:pt x="1712" y="6144"/>
                      <a:pt x="2519" y="6478"/>
                      <a:pt x="336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96" name="Freeform: Shape 12395">
                <a:extLst>
                  <a:ext uri="{FF2B5EF4-FFF2-40B4-BE49-F238E27FC236}">
                    <a16:creationId xmlns:a16="http://schemas.microsoft.com/office/drawing/2014/main" id="{5E01CA93-5E2A-DBB4-72F9-73FF55E6520E}"/>
                  </a:ext>
                </a:extLst>
              </p:cNvPr>
              <p:cNvSpPr/>
              <p:nvPr/>
            </p:nvSpPr>
            <p:spPr>
              <a:xfrm>
                <a:off x="8812004" y="5164187"/>
                <a:ext cx="6343" cy="6345"/>
              </a:xfrm>
              <a:custGeom>
                <a:avLst/>
                <a:gdLst>
                  <a:gd name="connsiteX0" fmla="*/ 3361 w 6343"/>
                  <a:gd name="connsiteY0" fmla="*/ 6478 h 6345"/>
                  <a:gd name="connsiteX1" fmla="*/ 5604 w 6343"/>
                  <a:gd name="connsiteY1" fmla="*/ 5549 h 6345"/>
                  <a:gd name="connsiteX2" fmla="*/ 6533 w 6343"/>
                  <a:gd name="connsiteY2" fmla="*/ 3305 h 6345"/>
                  <a:gd name="connsiteX3" fmla="*/ 5604 w 6343"/>
                  <a:gd name="connsiteY3" fmla="*/ 1062 h 6345"/>
                  <a:gd name="connsiteX4" fmla="*/ 3361 w 6343"/>
                  <a:gd name="connsiteY4" fmla="*/ 133 h 6345"/>
                  <a:gd name="connsiteX5" fmla="*/ 1118 w 6343"/>
                  <a:gd name="connsiteY5" fmla="*/ 1062 h 6345"/>
                  <a:gd name="connsiteX6" fmla="*/ 189 w 6343"/>
                  <a:gd name="connsiteY6" fmla="*/ 3305 h 6345"/>
                  <a:gd name="connsiteX7" fmla="*/ 1118 w 6343"/>
                  <a:gd name="connsiteY7" fmla="*/ 5549 h 6345"/>
                  <a:gd name="connsiteX8" fmla="*/ 336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1" y="6478"/>
                    </a:moveTo>
                    <a:cubicBezTo>
                      <a:pt x="4202" y="6478"/>
                      <a:pt x="5009" y="6144"/>
                      <a:pt x="5604" y="5549"/>
                    </a:cubicBezTo>
                    <a:cubicBezTo>
                      <a:pt x="6198" y="4954"/>
                      <a:pt x="6533" y="4147"/>
                      <a:pt x="6533" y="3305"/>
                    </a:cubicBezTo>
                    <a:cubicBezTo>
                      <a:pt x="6533" y="2464"/>
                      <a:pt x="6198" y="1657"/>
                      <a:pt x="5604" y="1062"/>
                    </a:cubicBezTo>
                    <a:cubicBezTo>
                      <a:pt x="5009" y="467"/>
                      <a:pt x="4202" y="133"/>
                      <a:pt x="3361" y="133"/>
                    </a:cubicBezTo>
                    <a:cubicBezTo>
                      <a:pt x="2520" y="133"/>
                      <a:pt x="1713" y="467"/>
                      <a:pt x="1118" y="1062"/>
                    </a:cubicBezTo>
                    <a:cubicBezTo>
                      <a:pt x="524" y="1657"/>
                      <a:pt x="189" y="2464"/>
                      <a:pt x="189" y="3305"/>
                    </a:cubicBezTo>
                    <a:cubicBezTo>
                      <a:pt x="189" y="4147"/>
                      <a:pt x="524" y="4954"/>
                      <a:pt x="1118" y="5549"/>
                    </a:cubicBezTo>
                    <a:cubicBezTo>
                      <a:pt x="1713" y="6144"/>
                      <a:pt x="2520" y="6478"/>
                      <a:pt x="336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97" name="Freeform: Shape 12396">
                <a:extLst>
                  <a:ext uri="{FF2B5EF4-FFF2-40B4-BE49-F238E27FC236}">
                    <a16:creationId xmlns:a16="http://schemas.microsoft.com/office/drawing/2014/main" id="{BEEC7D9B-6DF8-BC88-76B2-CA5C3EC3F0DA}"/>
                  </a:ext>
                </a:extLst>
              </p:cNvPr>
              <p:cNvSpPr/>
              <p:nvPr/>
            </p:nvSpPr>
            <p:spPr>
              <a:xfrm>
                <a:off x="8833293" y="5164646"/>
                <a:ext cx="6343" cy="6345"/>
              </a:xfrm>
              <a:custGeom>
                <a:avLst/>
                <a:gdLst>
                  <a:gd name="connsiteX0" fmla="*/ 3363 w 6343"/>
                  <a:gd name="connsiteY0" fmla="*/ 6478 h 6345"/>
                  <a:gd name="connsiteX1" fmla="*/ 5605 w 6343"/>
                  <a:gd name="connsiteY1" fmla="*/ 5549 h 6345"/>
                  <a:gd name="connsiteX2" fmla="*/ 6534 w 6343"/>
                  <a:gd name="connsiteY2" fmla="*/ 3305 h 6345"/>
                  <a:gd name="connsiteX3" fmla="*/ 5605 w 6343"/>
                  <a:gd name="connsiteY3" fmla="*/ 1062 h 6345"/>
                  <a:gd name="connsiteX4" fmla="*/ 3363 w 6343"/>
                  <a:gd name="connsiteY4" fmla="*/ 133 h 6345"/>
                  <a:gd name="connsiteX5" fmla="*/ 1120 w 6343"/>
                  <a:gd name="connsiteY5" fmla="*/ 1062 h 6345"/>
                  <a:gd name="connsiteX6" fmla="*/ 191 w 6343"/>
                  <a:gd name="connsiteY6" fmla="*/ 3305 h 6345"/>
                  <a:gd name="connsiteX7" fmla="*/ 1120 w 6343"/>
                  <a:gd name="connsiteY7" fmla="*/ 5549 h 6345"/>
                  <a:gd name="connsiteX8" fmla="*/ 336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478"/>
                    </a:moveTo>
                    <a:cubicBezTo>
                      <a:pt x="4204" y="6478"/>
                      <a:pt x="5011" y="6144"/>
                      <a:pt x="5605" y="5549"/>
                    </a:cubicBezTo>
                    <a:cubicBezTo>
                      <a:pt x="6200" y="4954"/>
                      <a:pt x="6534" y="4147"/>
                      <a:pt x="6534" y="3305"/>
                    </a:cubicBezTo>
                    <a:cubicBezTo>
                      <a:pt x="6534" y="2464"/>
                      <a:pt x="6200" y="1657"/>
                      <a:pt x="5605" y="1062"/>
                    </a:cubicBezTo>
                    <a:cubicBezTo>
                      <a:pt x="5011" y="467"/>
                      <a:pt x="4204" y="133"/>
                      <a:pt x="3363" y="133"/>
                    </a:cubicBezTo>
                    <a:cubicBezTo>
                      <a:pt x="2522" y="133"/>
                      <a:pt x="1715" y="467"/>
                      <a:pt x="1120" y="1062"/>
                    </a:cubicBezTo>
                    <a:cubicBezTo>
                      <a:pt x="525" y="1657"/>
                      <a:pt x="191" y="2464"/>
                      <a:pt x="191" y="3305"/>
                    </a:cubicBezTo>
                    <a:cubicBezTo>
                      <a:pt x="191" y="4147"/>
                      <a:pt x="525" y="4954"/>
                      <a:pt x="1120" y="5549"/>
                    </a:cubicBezTo>
                    <a:cubicBezTo>
                      <a:pt x="1715" y="6144"/>
                      <a:pt x="2522" y="6478"/>
                      <a:pt x="336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98" name="Freeform: Shape 12397">
                <a:extLst>
                  <a:ext uri="{FF2B5EF4-FFF2-40B4-BE49-F238E27FC236}">
                    <a16:creationId xmlns:a16="http://schemas.microsoft.com/office/drawing/2014/main" id="{C034CF58-7E8F-82FE-59C3-D6DF373DFBAB}"/>
                  </a:ext>
                </a:extLst>
              </p:cNvPr>
              <p:cNvSpPr/>
              <p:nvPr/>
            </p:nvSpPr>
            <p:spPr>
              <a:xfrm>
                <a:off x="8852786" y="5164976"/>
                <a:ext cx="6343" cy="6345"/>
              </a:xfrm>
              <a:custGeom>
                <a:avLst/>
                <a:gdLst>
                  <a:gd name="connsiteX0" fmla="*/ 3364 w 6343"/>
                  <a:gd name="connsiteY0" fmla="*/ 6478 h 6345"/>
                  <a:gd name="connsiteX1" fmla="*/ 5607 w 6343"/>
                  <a:gd name="connsiteY1" fmla="*/ 5549 h 6345"/>
                  <a:gd name="connsiteX2" fmla="*/ 6536 w 6343"/>
                  <a:gd name="connsiteY2" fmla="*/ 3306 h 6345"/>
                  <a:gd name="connsiteX3" fmla="*/ 5607 w 6343"/>
                  <a:gd name="connsiteY3" fmla="*/ 1062 h 6345"/>
                  <a:gd name="connsiteX4" fmla="*/ 3364 w 6343"/>
                  <a:gd name="connsiteY4" fmla="*/ 133 h 6345"/>
                  <a:gd name="connsiteX5" fmla="*/ 1122 w 6343"/>
                  <a:gd name="connsiteY5" fmla="*/ 1062 h 6345"/>
                  <a:gd name="connsiteX6" fmla="*/ 193 w 6343"/>
                  <a:gd name="connsiteY6" fmla="*/ 3306 h 6345"/>
                  <a:gd name="connsiteX7" fmla="*/ 1122 w 6343"/>
                  <a:gd name="connsiteY7" fmla="*/ 5549 h 6345"/>
                  <a:gd name="connsiteX8" fmla="*/ 336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478"/>
                    </a:moveTo>
                    <a:cubicBezTo>
                      <a:pt x="4205" y="6478"/>
                      <a:pt x="5012" y="6144"/>
                      <a:pt x="5607" y="5549"/>
                    </a:cubicBezTo>
                    <a:cubicBezTo>
                      <a:pt x="6202" y="4954"/>
                      <a:pt x="6536" y="4147"/>
                      <a:pt x="6536" y="3306"/>
                    </a:cubicBezTo>
                    <a:cubicBezTo>
                      <a:pt x="6536" y="2464"/>
                      <a:pt x="6202" y="1657"/>
                      <a:pt x="5607" y="1062"/>
                    </a:cubicBezTo>
                    <a:cubicBezTo>
                      <a:pt x="5012" y="467"/>
                      <a:pt x="4205" y="133"/>
                      <a:pt x="3364" y="133"/>
                    </a:cubicBezTo>
                    <a:cubicBezTo>
                      <a:pt x="2523" y="133"/>
                      <a:pt x="1716" y="467"/>
                      <a:pt x="1122" y="1062"/>
                    </a:cubicBezTo>
                    <a:cubicBezTo>
                      <a:pt x="527" y="1657"/>
                      <a:pt x="193" y="2464"/>
                      <a:pt x="193" y="3306"/>
                    </a:cubicBezTo>
                    <a:cubicBezTo>
                      <a:pt x="193" y="4147"/>
                      <a:pt x="527" y="4954"/>
                      <a:pt x="1122" y="5549"/>
                    </a:cubicBezTo>
                    <a:cubicBezTo>
                      <a:pt x="1716" y="6144"/>
                      <a:pt x="2523" y="6478"/>
                      <a:pt x="336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399" name="Freeform: Shape 12398">
                <a:extLst>
                  <a:ext uri="{FF2B5EF4-FFF2-40B4-BE49-F238E27FC236}">
                    <a16:creationId xmlns:a16="http://schemas.microsoft.com/office/drawing/2014/main" id="{BE206C65-194B-5CE2-BCDD-4FF243BC6923}"/>
                  </a:ext>
                </a:extLst>
              </p:cNvPr>
              <p:cNvSpPr/>
              <p:nvPr/>
            </p:nvSpPr>
            <p:spPr>
              <a:xfrm>
                <a:off x="8868908" y="5164788"/>
                <a:ext cx="6343" cy="6345"/>
              </a:xfrm>
              <a:custGeom>
                <a:avLst/>
                <a:gdLst>
                  <a:gd name="connsiteX0" fmla="*/ 3365 w 6343"/>
                  <a:gd name="connsiteY0" fmla="*/ 6478 h 6345"/>
                  <a:gd name="connsiteX1" fmla="*/ 5608 w 6343"/>
                  <a:gd name="connsiteY1" fmla="*/ 5549 h 6345"/>
                  <a:gd name="connsiteX2" fmla="*/ 6537 w 6343"/>
                  <a:gd name="connsiteY2" fmla="*/ 3306 h 6345"/>
                  <a:gd name="connsiteX3" fmla="*/ 5608 w 6343"/>
                  <a:gd name="connsiteY3" fmla="*/ 1062 h 6345"/>
                  <a:gd name="connsiteX4" fmla="*/ 3365 w 6343"/>
                  <a:gd name="connsiteY4" fmla="*/ 133 h 6345"/>
                  <a:gd name="connsiteX5" fmla="*/ 1123 w 6343"/>
                  <a:gd name="connsiteY5" fmla="*/ 1062 h 6345"/>
                  <a:gd name="connsiteX6" fmla="*/ 194 w 6343"/>
                  <a:gd name="connsiteY6" fmla="*/ 3306 h 6345"/>
                  <a:gd name="connsiteX7" fmla="*/ 1123 w 6343"/>
                  <a:gd name="connsiteY7" fmla="*/ 5549 h 6345"/>
                  <a:gd name="connsiteX8" fmla="*/ 336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478"/>
                    </a:moveTo>
                    <a:cubicBezTo>
                      <a:pt x="4207" y="6478"/>
                      <a:pt x="5013" y="6144"/>
                      <a:pt x="5608" y="5549"/>
                    </a:cubicBezTo>
                    <a:cubicBezTo>
                      <a:pt x="6203" y="4954"/>
                      <a:pt x="6537" y="4147"/>
                      <a:pt x="6537" y="3306"/>
                    </a:cubicBezTo>
                    <a:cubicBezTo>
                      <a:pt x="6537" y="2464"/>
                      <a:pt x="6203" y="1657"/>
                      <a:pt x="5608" y="1062"/>
                    </a:cubicBezTo>
                    <a:cubicBezTo>
                      <a:pt x="5013" y="467"/>
                      <a:pt x="4207" y="133"/>
                      <a:pt x="3365" y="133"/>
                    </a:cubicBezTo>
                    <a:cubicBezTo>
                      <a:pt x="2524" y="133"/>
                      <a:pt x="1718" y="467"/>
                      <a:pt x="1123" y="1062"/>
                    </a:cubicBezTo>
                    <a:cubicBezTo>
                      <a:pt x="528" y="1657"/>
                      <a:pt x="194" y="2464"/>
                      <a:pt x="194" y="3306"/>
                    </a:cubicBezTo>
                    <a:cubicBezTo>
                      <a:pt x="194" y="4147"/>
                      <a:pt x="528" y="4954"/>
                      <a:pt x="1123" y="5549"/>
                    </a:cubicBezTo>
                    <a:cubicBezTo>
                      <a:pt x="1718" y="6144"/>
                      <a:pt x="2524" y="6478"/>
                      <a:pt x="336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00" name="Freeform: Shape 12399">
                <a:extLst>
                  <a:ext uri="{FF2B5EF4-FFF2-40B4-BE49-F238E27FC236}">
                    <a16:creationId xmlns:a16="http://schemas.microsoft.com/office/drawing/2014/main" id="{7505CB27-0221-EE39-598B-10AB245FB0D4}"/>
                  </a:ext>
                </a:extLst>
              </p:cNvPr>
              <p:cNvSpPr/>
              <p:nvPr/>
            </p:nvSpPr>
            <p:spPr>
              <a:xfrm>
                <a:off x="8887619" y="5165398"/>
                <a:ext cx="6343" cy="6345"/>
              </a:xfrm>
              <a:custGeom>
                <a:avLst/>
                <a:gdLst>
                  <a:gd name="connsiteX0" fmla="*/ 3367 w 6343"/>
                  <a:gd name="connsiteY0" fmla="*/ 6478 h 6345"/>
                  <a:gd name="connsiteX1" fmla="*/ 5610 w 6343"/>
                  <a:gd name="connsiteY1" fmla="*/ 5549 h 6345"/>
                  <a:gd name="connsiteX2" fmla="*/ 6538 w 6343"/>
                  <a:gd name="connsiteY2" fmla="*/ 3306 h 6345"/>
                  <a:gd name="connsiteX3" fmla="*/ 5610 w 6343"/>
                  <a:gd name="connsiteY3" fmla="*/ 1062 h 6345"/>
                  <a:gd name="connsiteX4" fmla="*/ 3367 w 6343"/>
                  <a:gd name="connsiteY4" fmla="*/ 133 h 6345"/>
                  <a:gd name="connsiteX5" fmla="*/ 1124 w 6343"/>
                  <a:gd name="connsiteY5" fmla="*/ 1062 h 6345"/>
                  <a:gd name="connsiteX6" fmla="*/ 195 w 6343"/>
                  <a:gd name="connsiteY6" fmla="*/ 3306 h 6345"/>
                  <a:gd name="connsiteX7" fmla="*/ 1124 w 6343"/>
                  <a:gd name="connsiteY7" fmla="*/ 5549 h 6345"/>
                  <a:gd name="connsiteX8" fmla="*/ 336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7" y="6478"/>
                    </a:moveTo>
                    <a:cubicBezTo>
                      <a:pt x="4208" y="6478"/>
                      <a:pt x="5015" y="6144"/>
                      <a:pt x="5610" y="5549"/>
                    </a:cubicBezTo>
                    <a:cubicBezTo>
                      <a:pt x="6204" y="4954"/>
                      <a:pt x="6538" y="4147"/>
                      <a:pt x="6538" y="3306"/>
                    </a:cubicBezTo>
                    <a:cubicBezTo>
                      <a:pt x="6538" y="2464"/>
                      <a:pt x="6204" y="1657"/>
                      <a:pt x="5610" y="1062"/>
                    </a:cubicBezTo>
                    <a:cubicBezTo>
                      <a:pt x="5015" y="467"/>
                      <a:pt x="4208" y="133"/>
                      <a:pt x="3367" y="133"/>
                    </a:cubicBezTo>
                    <a:cubicBezTo>
                      <a:pt x="2526" y="133"/>
                      <a:pt x="1719" y="467"/>
                      <a:pt x="1124" y="1062"/>
                    </a:cubicBezTo>
                    <a:cubicBezTo>
                      <a:pt x="530" y="1657"/>
                      <a:pt x="195" y="2464"/>
                      <a:pt x="195" y="3306"/>
                    </a:cubicBezTo>
                    <a:cubicBezTo>
                      <a:pt x="195" y="4147"/>
                      <a:pt x="530" y="4954"/>
                      <a:pt x="1124" y="5549"/>
                    </a:cubicBezTo>
                    <a:cubicBezTo>
                      <a:pt x="1719" y="6144"/>
                      <a:pt x="2526" y="6478"/>
                      <a:pt x="336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01" name="Freeform: Shape 12400">
                <a:extLst>
                  <a:ext uri="{FF2B5EF4-FFF2-40B4-BE49-F238E27FC236}">
                    <a16:creationId xmlns:a16="http://schemas.microsoft.com/office/drawing/2014/main" id="{C75B93E6-CC15-CA30-433A-B954CE914912}"/>
                  </a:ext>
                </a:extLst>
              </p:cNvPr>
              <p:cNvSpPr/>
              <p:nvPr/>
            </p:nvSpPr>
            <p:spPr>
              <a:xfrm>
                <a:off x="8906362" y="5166246"/>
                <a:ext cx="6343" cy="6345"/>
              </a:xfrm>
              <a:custGeom>
                <a:avLst/>
                <a:gdLst>
                  <a:gd name="connsiteX0" fmla="*/ 3368 w 6343"/>
                  <a:gd name="connsiteY0" fmla="*/ 6478 h 6345"/>
                  <a:gd name="connsiteX1" fmla="*/ 5611 w 6343"/>
                  <a:gd name="connsiteY1" fmla="*/ 5549 h 6345"/>
                  <a:gd name="connsiteX2" fmla="*/ 6540 w 6343"/>
                  <a:gd name="connsiteY2" fmla="*/ 3306 h 6345"/>
                  <a:gd name="connsiteX3" fmla="*/ 5611 w 6343"/>
                  <a:gd name="connsiteY3" fmla="*/ 1062 h 6345"/>
                  <a:gd name="connsiteX4" fmla="*/ 3368 w 6343"/>
                  <a:gd name="connsiteY4" fmla="*/ 133 h 6345"/>
                  <a:gd name="connsiteX5" fmla="*/ 1126 w 6343"/>
                  <a:gd name="connsiteY5" fmla="*/ 1062 h 6345"/>
                  <a:gd name="connsiteX6" fmla="*/ 197 w 6343"/>
                  <a:gd name="connsiteY6" fmla="*/ 3306 h 6345"/>
                  <a:gd name="connsiteX7" fmla="*/ 1126 w 6343"/>
                  <a:gd name="connsiteY7" fmla="*/ 5549 h 6345"/>
                  <a:gd name="connsiteX8" fmla="*/ 336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78"/>
                    </a:moveTo>
                    <a:cubicBezTo>
                      <a:pt x="4210" y="6478"/>
                      <a:pt x="5016" y="6144"/>
                      <a:pt x="5611" y="5549"/>
                    </a:cubicBezTo>
                    <a:cubicBezTo>
                      <a:pt x="6206" y="4954"/>
                      <a:pt x="6540" y="4147"/>
                      <a:pt x="6540" y="3306"/>
                    </a:cubicBezTo>
                    <a:cubicBezTo>
                      <a:pt x="6540" y="2464"/>
                      <a:pt x="6206" y="1657"/>
                      <a:pt x="5611" y="1062"/>
                    </a:cubicBezTo>
                    <a:cubicBezTo>
                      <a:pt x="5016" y="467"/>
                      <a:pt x="4210" y="133"/>
                      <a:pt x="3368" y="133"/>
                    </a:cubicBezTo>
                    <a:cubicBezTo>
                      <a:pt x="2527" y="133"/>
                      <a:pt x="1721" y="467"/>
                      <a:pt x="1126" y="1062"/>
                    </a:cubicBezTo>
                    <a:cubicBezTo>
                      <a:pt x="531" y="1657"/>
                      <a:pt x="197" y="2464"/>
                      <a:pt x="197" y="3306"/>
                    </a:cubicBezTo>
                    <a:cubicBezTo>
                      <a:pt x="197" y="4147"/>
                      <a:pt x="531" y="4954"/>
                      <a:pt x="1126" y="5549"/>
                    </a:cubicBezTo>
                    <a:cubicBezTo>
                      <a:pt x="1721" y="6144"/>
                      <a:pt x="2527" y="6478"/>
                      <a:pt x="336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02" name="Freeform: Shape 12401">
                <a:extLst>
                  <a:ext uri="{FF2B5EF4-FFF2-40B4-BE49-F238E27FC236}">
                    <a16:creationId xmlns:a16="http://schemas.microsoft.com/office/drawing/2014/main" id="{B1BEAE7B-7E7F-DDE0-D785-C731C7D1F519}"/>
                  </a:ext>
                </a:extLst>
              </p:cNvPr>
              <p:cNvSpPr/>
              <p:nvPr/>
            </p:nvSpPr>
            <p:spPr>
              <a:xfrm>
                <a:off x="8918535" y="5165723"/>
                <a:ext cx="6343" cy="6345"/>
              </a:xfrm>
              <a:custGeom>
                <a:avLst/>
                <a:gdLst>
                  <a:gd name="connsiteX0" fmla="*/ 3369 w 6343"/>
                  <a:gd name="connsiteY0" fmla="*/ 6478 h 6345"/>
                  <a:gd name="connsiteX1" fmla="*/ 5612 w 6343"/>
                  <a:gd name="connsiteY1" fmla="*/ 5549 h 6345"/>
                  <a:gd name="connsiteX2" fmla="*/ 6541 w 6343"/>
                  <a:gd name="connsiteY2" fmla="*/ 3306 h 6345"/>
                  <a:gd name="connsiteX3" fmla="*/ 5612 w 6343"/>
                  <a:gd name="connsiteY3" fmla="*/ 1062 h 6345"/>
                  <a:gd name="connsiteX4" fmla="*/ 3369 w 6343"/>
                  <a:gd name="connsiteY4" fmla="*/ 133 h 6345"/>
                  <a:gd name="connsiteX5" fmla="*/ 1127 w 6343"/>
                  <a:gd name="connsiteY5" fmla="*/ 1062 h 6345"/>
                  <a:gd name="connsiteX6" fmla="*/ 198 w 6343"/>
                  <a:gd name="connsiteY6" fmla="*/ 3306 h 6345"/>
                  <a:gd name="connsiteX7" fmla="*/ 1127 w 6343"/>
                  <a:gd name="connsiteY7" fmla="*/ 5549 h 6345"/>
                  <a:gd name="connsiteX8" fmla="*/ 336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78"/>
                    </a:moveTo>
                    <a:cubicBezTo>
                      <a:pt x="4210" y="6478"/>
                      <a:pt x="5017" y="6144"/>
                      <a:pt x="5612" y="5549"/>
                    </a:cubicBezTo>
                    <a:cubicBezTo>
                      <a:pt x="6207" y="4954"/>
                      <a:pt x="6541" y="4147"/>
                      <a:pt x="6541" y="3306"/>
                    </a:cubicBezTo>
                    <a:cubicBezTo>
                      <a:pt x="6541" y="2464"/>
                      <a:pt x="6207" y="1657"/>
                      <a:pt x="5612" y="1062"/>
                    </a:cubicBezTo>
                    <a:cubicBezTo>
                      <a:pt x="5017" y="467"/>
                      <a:pt x="4210" y="133"/>
                      <a:pt x="3369" y="133"/>
                    </a:cubicBezTo>
                    <a:cubicBezTo>
                      <a:pt x="2528" y="133"/>
                      <a:pt x="1721" y="467"/>
                      <a:pt x="1127" y="1062"/>
                    </a:cubicBezTo>
                    <a:cubicBezTo>
                      <a:pt x="532" y="1657"/>
                      <a:pt x="198" y="2464"/>
                      <a:pt x="198" y="3306"/>
                    </a:cubicBezTo>
                    <a:cubicBezTo>
                      <a:pt x="198" y="4147"/>
                      <a:pt x="532" y="4954"/>
                      <a:pt x="1127" y="5549"/>
                    </a:cubicBezTo>
                    <a:cubicBezTo>
                      <a:pt x="1721" y="6144"/>
                      <a:pt x="2528" y="6478"/>
                      <a:pt x="336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03" name="Freeform: Shape 12402">
                <a:extLst>
                  <a:ext uri="{FF2B5EF4-FFF2-40B4-BE49-F238E27FC236}">
                    <a16:creationId xmlns:a16="http://schemas.microsoft.com/office/drawing/2014/main" id="{62FA0588-C47C-DC3E-9205-FA5FE1BC6DBD}"/>
                  </a:ext>
                </a:extLst>
              </p:cNvPr>
              <p:cNvSpPr/>
              <p:nvPr/>
            </p:nvSpPr>
            <p:spPr>
              <a:xfrm>
                <a:off x="8932931" y="5165906"/>
                <a:ext cx="6343" cy="6345"/>
              </a:xfrm>
              <a:custGeom>
                <a:avLst/>
                <a:gdLst>
                  <a:gd name="connsiteX0" fmla="*/ 3371 w 6343"/>
                  <a:gd name="connsiteY0" fmla="*/ 6478 h 6345"/>
                  <a:gd name="connsiteX1" fmla="*/ 5613 w 6343"/>
                  <a:gd name="connsiteY1" fmla="*/ 5549 h 6345"/>
                  <a:gd name="connsiteX2" fmla="*/ 6542 w 6343"/>
                  <a:gd name="connsiteY2" fmla="*/ 3306 h 6345"/>
                  <a:gd name="connsiteX3" fmla="*/ 5613 w 6343"/>
                  <a:gd name="connsiteY3" fmla="*/ 1062 h 6345"/>
                  <a:gd name="connsiteX4" fmla="*/ 3371 w 6343"/>
                  <a:gd name="connsiteY4" fmla="*/ 133 h 6345"/>
                  <a:gd name="connsiteX5" fmla="*/ 1128 w 6343"/>
                  <a:gd name="connsiteY5" fmla="*/ 1062 h 6345"/>
                  <a:gd name="connsiteX6" fmla="*/ 199 w 6343"/>
                  <a:gd name="connsiteY6" fmla="*/ 3306 h 6345"/>
                  <a:gd name="connsiteX7" fmla="*/ 1128 w 6343"/>
                  <a:gd name="connsiteY7" fmla="*/ 5549 h 6345"/>
                  <a:gd name="connsiteX8" fmla="*/ 337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78"/>
                    </a:moveTo>
                    <a:cubicBezTo>
                      <a:pt x="4212" y="6478"/>
                      <a:pt x="5018" y="6144"/>
                      <a:pt x="5613" y="5549"/>
                    </a:cubicBezTo>
                    <a:cubicBezTo>
                      <a:pt x="6208" y="4954"/>
                      <a:pt x="6542" y="4147"/>
                      <a:pt x="6542" y="3306"/>
                    </a:cubicBezTo>
                    <a:cubicBezTo>
                      <a:pt x="6542" y="2464"/>
                      <a:pt x="6208" y="1657"/>
                      <a:pt x="5613" y="1062"/>
                    </a:cubicBezTo>
                    <a:cubicBezTo>
                      <a:pt x="5018" y="467"/>
                      <a:pt x="4212" y="133"/>
                      <a:pt x="3371" y="133"/>
                    </a:cubicBezTo>
                    <a:cubicBezTo>
                      <a:pt x="2529" y="133"/>
                      <a:pt x="1723" y="467"/>
                      <a:pt x="1128" y="1062"/>
                    </a:cubicBezTo>
                    <a:cubicBezTo>
                      <a:pt x="533" y="1657"/>
                      <a:pt x="199" y="2464"/>
                      <a:pt x="199" y="3306"/>
                    </a:cubicBezTo>
                    <a:cubicBezTo>
                      <a:pt x="199" y="4147"/>
                      <a:pt x="533" y="4954"/>
                      <a:pt x="1128" y="5549"/>
                    </a:cubicBezTo>
                    <a:cubicBezTo>
                      <a:pt x="1723" y="6144"/>
                      <a:pt x="2529" y="6478"/>
                      <a:pt x="337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04" name="Freeform: Shape 12403">
                <a:extLst>
                  <a:ext uri="{FF2B5EF4-FFF2-40B4-BE49-F238E27FC236}">
                    <a16:creationId xmlns:a16="http://schemas.microsoft.com/office/drawing/2014/main" id="{8290B9FD-052F-49C5-31D2-1E77ABF5EE3C}"/>
                  </a:ext>
                </a:extLst>
              </p:cNvPr>
              <p:cNvSpPr/>
              <p:nvPr/>
            </p:nvSpPr>
            <p:spPr>
              <a:xfrm>
                <a:off x="8946519" y="5166058"/>
                <a:ext cx="6343" cy="6345"/>
              </a:xfrm>
              <a:custGeom>
                <a:avLst/>
                <a:gdLst>
                  <a:gd name="connsiteX0" fmla="*/ 3372 w 6343"/>
                  <a:gd name="connsiteY0" fmla="*/ 6478 h 6345"/>
                  <a:gd name="connsiteX1" fmla="*/ 5614 w 6343"/>
                  <a:gd name="connsiteY1" fmla="*/ 5549 h 6345"/>
                  <a:gd name="connsiteX2" fmla="*/ 6543 w 6343"/>
                  <a:gd name="connsiteY2" fmla="*/ 3306 h 6345"/>
                  <a:gd name="connsiteX3" fmla="*/ 5614 w 6343"/>
                  <a:gd name="connsiteY3" fmla="*/ 1062 h 6345"/>
                  <a:gd name="connsiteX4" fmla="*/ 3372 w 6343"/>
                  <a:gd name="connsiteY4" fmla="*/ 133 h 6345"/>
                  <a:gd name="connsiteX5" fmla="*/ 1129 w 6343"/>
                  <a:gd name="connsiteY5" fmla="*/ 1062 h 6345"/>
                  <a:gd name="connsiteX6" fmla="*/ 200 w 6343"/>
                  <a:gd name="connsiteY6" fmla="*/ 3306 h 6345"/>
                  <a:gd name="connsiteX7" fmla="*/ 1129 w 6343"/>
                  <a:gd name="connsiteY7" fmla="*/ 5549 h 6345"/>
                  <a:gd name="connsiteX8" fmla="*/ 337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78"/>
                    </a:moveTo>
                    <a:cubicBezTo>
                      <a:pt x="4213" y="6478"/>
                      <a:pt x="5019" y="6144"/>
                      <a:pt x="5614" y="5549"/>
                    </a:cubicBezTo>
                    <a:cubicBezTo>
                      <a:pt x="6209" y="4954"/>
                      <a:pt x="6543" y="4147"/>
                      <a:pt x="6543" y="3306"/>
                    </a:cubicBezTo>
                    <a:cubicBezTo>
                      <a:pt x="6543" y="2464"/>
                      <a:pt x="6209" y="1657"/>
                      <a:pt x="5614" y="1062"/>
                    </a:cubicBezTo>
                    <a:cubicBezTo>
                      <a:pt x="5019" y="467"/>
                      <a:pt x="4213" y="133"/>
                      <a:pt x="3372" y="133"/>
                    </a:cubicBezTo>
                    <a:cubicBezTo>
                      <a:pt x="2530" y="133"/>
                      <a:pt x="1724" y="467"/>
                      <a:pt x="1129" y="1062"/>
                    </a:cubicBezTo>
                    <a:cubicBezTo>
                      <a:pt x="534" y="1657"/>
                      <a:pt x="200" y="2464"/>
                      <a:pt x="200" y="3306"/>
                    </a:cubicBezTo>
                    <a:cubicBezTo>
                      <a:pt x="200" y="4147"/>
                      <a:pt x="534" y="4954"/>
                      <a:pt x="1129" y="5549"/>
                    </a:cubicBezTo>
                    <a:cubicBezTo>
                      <a:pt x="1724" y="6144"/>
                      <a:pt x="2530" y="6478"/>
                      <a:pt x="337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05" name="Freeform: Shape 12404">
                <a:extLst>
                  <a:ext uri="{FF2B5EF4-FFF2-40B4-BE49-F238E27FC236}">
                    <a16:creationId xmlns:a16="http://schemas.microsoft.com/office/drawing/2014/main" id="{8CB9C983-5B60-0E8E-1659-07F70CF95619}"/>
                  </a:ext>
                </a:extLst>
              </p:cNvPr>
              <p:cNvSpPr/>
              <p:nvPr/>
            </p:nvSpPr>
            <p:spPr>
              <a:xfrm>
                <a:off x="8960808" y="5166564"/>
                <a:ext cx="6343" cy="6345"/>
              </a:xfrm>
              <a:custGeom>
                <a:avLst/>
                <a:gdLst>
                  <a:gd name="connsiteX0" fmla="*/ 3373 w 6343"/>
                  <a:gd name="connsiteY0" fmla="*/ 6478 h 6345"/>
                  <a:gd name="connsiteX1" fmla="*/ 5615 w 6343"/>
                  <a:gd name="connsiteY1" fmla="*/ 5549 h 6345"/>
                  <a:gd name="connsiteX2" fmla="*/ 6544 w 6343"/>
                  <a:gd name="connsiteY2" fmla="*/ 3306 h 6345"/>
                  <a:gd name="connsiteX3" fmla="*/ 5615 w 6343"/>
                  <a:gd name="connsiteY3" fmla="*/ 1062 h 6345"/>
                  <a:gd name="connsiteX4" fmla="*/ 3373 w 6343"/>
                  <a:gd name="connsiteY4" fmla="*/ 133 h 6345"/>
                  <a:gd name="connsiteX5" fmla="*/ 1130 w 6343"/>
                  <a:gd name="connsiteY5" fmla="*/ 1062 h 6345"/>
                  <a:gd name="connsiteX6" fmla="*/ 201 w 6343"/>
                  <a:gd name="connsiteY6" fmla="*/ 3306 h 6345"/>
                  <a:gd name="connsiteX7" fmla="*/ 1130 w 6343"/>
                  <a:gd name="connsiteY7" fmla="*/ 5549 h 6345"/>
                  <a:gd name="connsiteX8" fmla="*/ 337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78"/>
                    </a:moveTo>
                    <a:cubicBezTo>
                      <a:pt x="4214" y="6478"/>
                      <a:pt x="5021" y="6144"/>
                      <a:pt x="5615" y="5549"/>
                    </a:cubicBezTo>
                    <a:cubicBezTo>
                      <a:pt x="6210" y="4954"/>
                      <a:pt x="6544" y="4147"/>
                      <a:pt x="6544" y="3306"/>
                    </a:cubicBezTo>
                    <a:cubicBezTo>
                      <a:pt x="6544" y="2464"/>
                      <a:pt x="6210" y="1657"/>
                      <a:pt x="5615" y="1062"/>
                    </a:cubicBezTo>
                    <a:cubicBezTo>
                      <a:pt x="5021" y="467"/>
                      <a:pt x="4214" y="133"/>
                      <a:pt x="3373" y="133"/>
                    </a:cubicBezTo>
                    <a:cubicBezTo>
                      <a:pt x="2532" y="133"/>
                      <a:pt x="1725" y="467"/>
                      <a:pt x="1130" y="1062"/>
                    </a:cubicBezTo>
                    <a:cubicBezTo>
                      <a:pt x="535" y="1657"/>
                      <a:pt x="201" y="2464"/>
                      <a:pt x="201" y="3306"/>
                    </a:cubicBezTo>
                    <a:cubicBezTo>
                      <a:pt x="201" y="4147"/>
                      <a:pt x="535" y="4954"/>
                      <a:pt x="1130" y="5549"/>
                    </a:cubicBezTo>
                    <a:cubicBezTo>
                      <a:pt x="1725" y="6144"/>
                      <a:pt x="2532" y="6478"/>
                      <a:pt x="337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06" name="Freeform: Shape 12405">
                <a:extLst>
                  <a:ext uri="{FF2B5EF4-FFF2-40B4-BE49-F238E27FC236}">
                    <a16:creationId xmlns:a16="http://schemas.microsoft.com/office/drawing/2014/main" id="{6244B4BF-FBD6-F80B-DFA1-A4738E3B62FE}"/>
                  </a:ext>
                </a:extLst>
              </p:cNvPr>
              <p:cNvSpPr/>
              <p:nvPr/>
            </p:nvSpPr>
            <p:spPr>
              <a:xfrm>
                <a:off x="8969779" y="5165809"/>
                <a:ext cx="6343" cy="6345"/>
              </a:xfrm>
              <a:custGeom>
                <a:avLst/>
                <a:gdLst>
                  <a:gd name="connsiteX0" fmla="*/ 3373 w 6343"/>
                  <a:gd name="connsiteY0" fmla="*/ 6478 h 6345"/>
                  <a:gd name="connsiteX1" fmla="*/ 5616 w 6343"/>
                  <a:gd name="connsiteY1" fmla="*/ 5549 h 6345"/>
                  <a:gd name="connsiteX2" fmla="*/ 6545 w 6343"/>
                  <a:gd name="connsiteY2" fmla="*/ 3306 h 6345"/>
                  <a:gd name="connsiteX3" fmla="*/ 5616 w 6343"/>
                  <a:gd name="connsiteY3" fmla="*/ 1062 h 6345"/>
                  <a:gd name="connsiteX4" fmla="*/ 3373 w 6343"/>
                  <a:gd name="connsiteY4" fmla="*/ 133 h 6345"/>
                  <a:gd name="connsiteX5" fmla="*/ 1131 w 6343"/>
                  <a:gd name="connsiteY5" fmla="*/ 1062 h 6345"/>
                  <a:gd name="connsiteX6" fmla="*/ 202 w 6343"/>
                  <a:gd name="connsiteY6" fmla="*/ 3306 h 6345"/>
                  <a:gd name="connsiteX7" fmla="*/ 1131 w 6343"/>
                  <a:gd name="connsiteY7" fmla="*/ 5549 h 6345"/>
                  <a:gd name="connsiteX8" fmla="*/ 337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78"/>
                    </a:moveTo>
                    <a:cubicBezTo>
                      <a:pt x="4215" y="6478"/>
                      <a:pt x="5021" y="6144"/>
                      <a:pt x="5616" y="5549"/>
                    </a:cubicBezTo>
                    <a:cubicBezTo>
                      <a:pt x="6211" y="4954"/>
                      <a:pt x="6545" y="4147"/>
                      <a:pt x="6545" y="3306"/>
                    </a:cubicBezTo>
                    <a:cubicBezTo>
                      <a:pt x="6545" y="2464"/>
                      <a:pt x="6211" y="1657"/>
                      <a:pt x="5616" y="1062"/>
                    </a:cubicBezTo>
                    <a:cubicBezTo>
                      <a:pt x="5021" y="467"/>
                      <a:pt x="4215" y="133"/>
                      <a:pt x="3373" y="133"/>
                    </a:cubicBezTo>
                    <a:cubicBezTo>
                      <a:pt x="2532" y="133"/>
                      <a:pt x="1726" y="467"/>
                      <a:pt x="1131" y="1062"/>
                    </a:cubicBezTo>
                    <a:cubicBezTo>
                      <a:pt x="536" y="1657"/>
                      <a:pt x="202" y="2464"/>
                      <a:pt x="202" y="3306"/>
                    </a:cubicBezTo>
                    <a:cubicBezTo>
                      <a:pt x="202" y="4147"/>
                      <a:pt x="536" y="4954"/>
                      <a:pt x="1131" y="5549"/>
                    </a:cubicBezTo>
                    <a:cubicBezTo>
                      <a:pt x="1726" y="6144"/>
                      <a:pt x="2532" y="6478"/>
                      <a:pt x="337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07" name="Freeform: Shape 12406">
                <a:extLst>
                  <a:ext uri="{FF2B5EF4-FFF2-40B4-BE49-F238E27FC236}">
                    <a16:creationId xmlns:a16="http://schemas.microsoft.com/office/drawing/2014/main" id="{297ABFCB-EE24-75F4-DCE6-9BED805C71BC}"/>
                  </a:ext>
                </a:extLst>
              </p:cNvPr>
              <p:cNvSpPr/>
              <p:nvPr/>
            </p:nvSpPr>
            <p:spPr>
              <a:xfrm>
                <a:off x="8972976" y="5163563"/>
                <a:ext cx="6343" cy="6345"/>
              </a:xfrm>
              <a:custGeom>
                <a:avLst/>
                <a:gdLst>
                  <a:gd name="connsiteX0" fmla="*/ 3374 w 6343"/>
                  <a:gd name="connsiteY0" fmla="*/ 6478 h 6345"/>
                  <a:gd name="connsiteX1" fmla="*/ 5616 w 6343"/>
                  <a:gd name="connsiteY1" fmla="*/ 5549 h 6345"/>
                  <a:gd name="connsiteX2" fmla="*/ 6545 w 6343"/>
                  <a:gd name="connsiteY2" fmla="*/ 3305 h 6345"/>
                  <a:gd name="connsiteX3" fmla="*/ 5616 w 6343"/>
                  <a:gd name="connsiteY3" fmla="*/ 1062 h 6345"/>
                  <a:gd name="connsiteX4" fmla="*/ 3374 w 6343"/>
                  <a:gd name="connsiteY4" fmla="*/ 133 h 6345"/>
                  <a:gd name="connsiteX5" fmla="*/ 1131 w 6343"/>
                  <a:gd name="connsiteY5" fmla="*/ 1062 h 6345"/>
                  <a:gd name="connsiteX6" fmla="*/ 202 w 6343"/>
                  <a:gd name="connsiteY6" fmla="*/ 3305 h 6345"/>
                  <a:gd name="connsiteX7" fmla="*/ 1131 w 6343"/>
                  <a:gd name="connsiteY7" fmla="*/ 5549 h 6345"/>
                  <a:gd name="connsiteX8" fmla="*/ 337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78"/>
                    </a:moveTo>
                    <a:cubicBezTo>
                      <a:pt x="4215" y="6478"/>
                      <a:pt x="5022" y="6144"/>
                      <a:pt x="5616" y="5549"/>
                    </a:cubicBezTo>
                    <a:cubicBezTo>
                      <a:pt x="6211" y="4954"/>
                      <a:pt x="6545" y="4147"/>
                      <a:pt x="6545" y="3305"/>
                    </a:cubicBezTo>
                    <a:cubicBezTo>
                      <a:pt x="6545" y="2464"/>
                      <a:pt x="6211" y="1657"/>
                      <a:pt x="5616" y="1062"/>
                    </a:cubicBezTo>
                    <a:cubicBezTo>
                      <a:pt x="5022" y="467"/>
                      <a:pt x="4215" y="133"/>
                      <a:pt x="3374" y="133"/>
                    </a:cubicBezTo>
                    <a:cubicBezTo>
                      <a:pt x="2533" y="133"/>
                      <a:pt x="1726" y="467"/>
                      <a:pt x="1131" y="1062"/>
                    </a:cubicBezTo>
                    <a:cubicBezTo>
                      <a:pt x="536" y="1657"/>
                      <a:pt x="202" y="2464"/>
                      <a:pt x="202" y="3305"/>
                    </a:cubicBezTo>
                    <a:cubicBezTo>
                      <a:pt x="202" y="4147"/>
                      <a:pt x="536" y="4954"/>
                      <a:pt x="1131" y="5549"/>
                    </a:cubicBezTo>
                    <a:cubicBezTo>
                      <a:pt x="1726" y="6144"/>
                      <a:pt x="2533" y="6478"/>
                      <a:pt x="337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08" name="Freeform: Shape 12407">
                <a:extLst>
                  <a:ext uri="{FF2B5EF4-FFF2-40B4-BE49-F238E27FC236}">
                    <a16:creationId xmlns:a16="http://schemas.microsoft.com/office/drawing/2014/main" id="{2E129E7F-1FD0-42D1-27A6-5C9D74FEC5CB}"/>
                  </a:ext>
                </a:extLst>
              </p:cNvPr>
              <p:cNvSpPr/>
              <p:nvPr/>
            </p:nvSpPr>
            <p:spPr>
              <a:xfrm>
                <a:off x="8998543" y="5167690"/>
                <a:ext cx="6343" cy="6345"/>
              </a:xfrm>
              <a:custGeom>
                <a:avLst/>
                <a:gdLst>
                  <a:gd name="connsiteX0" fmla="*/ 3376 w 6343"/>
                  <a:gd name="connsiteY0" fmla="*/ 6478 h 6345"/>
                  <a:gd name="connsiteX1" fmla="*/ 5618 w 6343"/>
                  <a:gd name="connsiteY1" fmla="*/ 5549 h 6345"/>
                  <a:gd name="connsiteX2" fmla="*/ 6547 w 6343"/>
                  <a:gd name="connsiteY2" fmla="*/ 3306 h 6345"/>
                  <a:gd name="connsiteX3" fmla="*/ 5618 w 6343"/>
                  <a:gd name="connsiteY3" fmla="*/ 1062 h 6345"/>
                  <a:gd name="connsiteX4" fmla="*/ 3376 w 6343"/>
                  <a:gd name="connsiteY4" fmla="*/ 133 h 6345"/>
                  <a:gd name="connsiteX5" fmla="*/ 1133 w 6343"/>
                  <a:gd name="connsiteY5" fmla="*/ 1062 h 6345"/>
                  <a:gd name="connsiteX6" fmla="*/ 204 w 6343"/>
                  <a:gd name="connsiteY6" fmla="*/ 3306 h 6345"/>
                  <a:gd name="connsiteX7" fmla="*/ 1133 w 6343"/>
                  <a:gd name="connsiteY7" fmla="*/ 5549 h 6345"/>
                  <a:gd name="connsiteX8" fmla="*/ 337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78"/>
                    </a:moveTo>
                    <a:cubicBezTo>
                      <a:pt x="4217" y="6478"/>
                      <a:pt x="5024" y="6144"/>
                      <a:pt x="5618" y="5549"/>
                    </a:cubicBezTo>
                    <a:cubicBezTo>
                      <a:pt x="6213" y="4954"/>
                      <a:pt x="6547" y="4147"/>
                      <a:pt x="6547" y="3306"/>
                    </a:cubicBezTo>
                    <a:cubicBezTo>
                      <a:pt x="6547" y="2464"/>
                      <a:pt x="6213" y="1657"/>
                      <a:pt x="5618" y="1062"/>
                    </a:cubicBezTo>
                    <a:cubicBezTo>
                      <a:pt x="5024" y="467"/>
                      <a:pt x="4217" y="133"/>
                      <a:pt x="3376" y="133"/>
                    </a:cubicBezTo>
                    <a:cubicBezTo>
                      <a:pt x="2535" y="133"/>
                      <a:pt x="1728" y="467"/>
                      <a:pt x="1133" y="1062"/>
                    </a:cubicBezTo>
                    <a:cubicBezTo>
                      <a:pt x="538" y="1657"/>
                      <a:pt x="204" y="2464"/>
                      <a:pt x="204" y="3306"/>
                    </a:cubicBezTo>
                    <a:cubicBezTo>
                      <a:pt x="204" y="4147"/>
                      <a:pt x="538" y="4954"/>
                      <a:pt x="1133" y="5549"/>
                    </a:cubicBezTo>
                    <a:cubicBezTo>
                      <a:pt x="1728" y="6144"/>
                      <a:pt x="2535" y="6478"/>
                      <a:pt x="337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09" name="Freeform: Shape 12408">
                <a:extLst>
                  <a:ext uri="{FF2B5EF4-FFF2-40B4-BE49-F238E27FC236}">
                    <a16:creationId xmlns:a16="http://schemas.microsoft.com/office/drawing/2014/main" id="{6F67DCBE-10F9-5081-7146-1AA444BDB7B9}"/>
                  </a:ext>
                </a:extLst>
              </p:cNvPr>
              <p:cNvSpPr/>
              <p:nvPr/>
            </p:nvSpPr>
            <p:spPr>
              <a:xfrm>
                <a:off x="9004472" y="5166449"/>
                <a:ext cx="6343" cy="6345"/>
              </a:xfrm>
              <a:custGeom>
                <a:avLst/>
                <a:gdLst>
                  <a:gd name="connsiteX0" fmla="*/ 3376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6 h 6345"/>
                  <a:gd name="connsiteX3" fmla="*/ 5619 w 6343"/>
                  <a:gd name="connsiteY3" fmla="*/ 1062 h 6345"/>
                  <a:gd name="connsiteX4" fmla="*/ 3376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6 h 6345"/>
                  <a:gd name="connsiteX7" fmla="*/ 1134 w 6343"/>
                  <a:gd name="connsiteY7" fmla="*/ 5549 h 6345"/>
                  <a:gd name="connsiteX8" fmla="*/ 337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78"/>
                    </a:moveTo>
                    <a:cubicBezTo>
                      <a:pt x="4217" y="6478"/>
                      <a:pt x="5024" y="6144"/>
                      <a:pt x="5619" y="5549"/>
                    </a:cubicBezTo>
                    <a:cubicBezTo>
                      <a:pt x="6214" y="4954"/>
                      <a:pt x="6548" y="4147"/>
                      <a:pt x="6548" y="3306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4" y="467"/>
                      <a:pt x="4217" y="133"/>
                      <a:pt x="3376" y="133"/>
                    </a:cubicBezTo>
                    <a:cubicBezTo>
                      <a:pt x="2535" y="133"/>
                      <a:pt x="1728" y="467"/>
                      <a:pt x="1134" y="1062"/>
                    </a:cubicBezTo>
                    <a:cubicBezTo>
                      <a:pt x="539" y="1657"/>
                      <a:pt x="205" y="2464"/>
                      <a:pt x="205" y="3306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8" y="6144"/>
                      <a:pt x="2535" y="6478"/>
                      <a:pt x="337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10" name="Freeform: Shape 12409">
                <a:extLst>
                  <a:ext uri="{FF2B5EF4-FFF2-40B4-BE49-F238E27FC236}">
                    <a16:creationId xmlns:a16="http://schemas.microsoft.com/office/drawing/2014/main" id="{D3A482FB-4CA2-FD8D-B61D-DBBB89F59968}"/>
                  </a:ext>
                </a:extLst>
              </p:cNvPr>
              <p:cNvSpPr/>
              <p:nvPr/>
            </p:nvSpPr>
            <p:spPr>
              <a:xfrm>
                <a:off x="9011295" y="5165541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6 h 6345"/>
                  <a:gd name="connsiteX3" fmla="*/ 5619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6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19" y="5549"/>
                    </a:cubicBezTo>
                    <a:cubicBezTo>
                      <a:pt x="6214" y="4954"/>
                      <a:pt x="6548" y="4147"/>
                      <a:pt x="6548" y="3306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6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11" name="Freeform: Shape 12410">
                <a:extLst>
                  <a:ext uri="{FF2B5EF4-FFF2-40B4-BE49-F238E27FC236}">
                    <a16:creationId xmlns:a16="http://schemas.microsoft.com/office/drawing/2014/main" id="{396DE6D9-C801-42E9-C5ED-D90DDA3384EF}"/>
                  </a:ext>
                </a:extLst>
              </p:cNvPr>
              <p:cNvSpPr/>
              <p:nvPr/>
            </p:nvSpPr>
            <p:spPr>
              <a:xfrm>
                <a:off x="9012509" y="5163012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5 h 6345"/>
                  <a:gd name="connsiteX3" fmla="*/ 5619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19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5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12" name="Freeform: Shape 12411">
                <a:extLst>
                  <a:ext uri="{FF2B5EF4-FFF2-40B4-BE49-F238E27FC236}">
                    <a16:creationId xmlns:a16="http://schemas.microsoft.com/office/drawing/2014/main" id="{D6CBD541-A2E4-B557-36DC-50D37FDB12EF}"/>
                  </a:ext>
                </a:extLst>
              </p:cNvPr>
              <p:cNvSpPr/>
              <p:nvPr/>
            </p:nvSpPr>
            <p:spPr>
              <a:xfrm>
                <a:off x="9015820" y="5161139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9 h 6345"/>
                  <a:gd name="connsiteX2" fmla="*/ 6549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20" y="5549"/>
                    </a:cubicBezTo>
                    <a:cubicBezTo>
                      <a:pt x="6214" y="4954"/>
                      <a:pt x="6549" y="4147"/>
                      <a:pt x="6549" y="3305"/>
                    </a:cubicBezTo>
                    <a:cubicBezTo>
                      <a:pt x="6549" y="2464"/>
                      <a:pt x="6214" y="1657"/>
                      <a:pt x="5620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40" y="1657"/>
                      <a:pt x="205" y="2464"/>
                      <a:pt x="205" y="3305"/>
                    </a:cubicBezTo>
                    <a:cubicBezTo>
                      <a:pt x="205" y="4147"/>
                      <a:pt x="540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13" name="Freeform: Shape 12412">
                <a:extLst>
                  <a:ext uri="{FF2B5EF4-FFF2-40B4-BE49-F238E27FC236}">
                    <a16:creationId xmlns:a16="http://schemas.microsoft.com/office/drawing/2014/main" id="{FD9EF406-3D2A-4721-71C7-BEE9C2CB678D}"/>
                  </a:ext>
                </a:extLst>
              </p:cNvPr>
              <p:cNvSpPr/>
              <p:nvPr/>
            </p:nvSpPr>
            <p:spPr>
              <a:xfrm>
                <a:off x="9022582" y="5160394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0 w 6343"/>
                  <a:gd name="connsiteY1" fmla="*/ 5549 h 6345"/>
                  <a:gd name="connsiteX2" fmla="*/ 6549 w 6343"/>
                  <a:gd name="connsiteY2" fmla="*/ 3305 h 6345"/>
                  <a:gd name="connsiteX3" fmla="*/ 5620 w 6343"/>
                  <a:gd name="connsiteY3" fmla="*/ 1062 h 6345"/>
                  <a:gd name="connsiteX4" fmla="*/ 3378 w 6343"/>
                  <a:gd name="connsiteY4" fmla="*/ 132 h 6345"/>
                  <a:gd name="connsiteX5" fmla="*/ 1135 w 6343"/>
                  <a:gd name="connsiteY5" fmla="*/ 1062 h 6345"/>
                  <a:gd name="connsiteX6" fmla="*/ 206 w 6343"/>
                  <a:gd name="connsiteY6" fmla="*/ 3305 h 6345"/>
                  <a:gd name="connsiteX7" fmla="*/ 1135 w 6343"/>
                  <a:gd name="connsiteY7" fmla="*/ 5549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19" y="6478"/>
                      <a:pt x="5025" y="6144"/>
                      <a:pt x="5620" y="5549"/>
                    </a:cubicBezTo>
                    <a:cubicBezTo>
                      <a:pt x="6215" y="4954"/>
                      <a:pt x="6549" y="4147"/>
                      <a:pt x="6549" y="3305"/>
                    </a:cubicBezTo>
                    <a:cubicBezTo>
                      <a:pt x="6549" y="2464"/>
                      <a:pt x="6215" y="1657"/>
                      <a:pt x="5620" y="1062"/>
                    </a:cubicBezTo>
                    <a:cubicBezTo>
                      <a:pt x="5025" y="467"/>
                      <a:pt x="4219" y="132"/>
                      <a:pt x="3378" y="132"/>
                    </a:cubicBezTo>
                    <a:cubicBezTo>
                      <a:pt x="2536" y="132"/>
                      <a:pt x="1730" y="467"/>
                      <a:pt x="1135" y="1062"/>
                    </a:cubicBezTo>
                    <a:cubicBezTo>
                      <a:pt x="540" y="1657"/>
                      <a:pt x="206" y="2464"/>
                      <a:pt x="206" y="3305"/>
                    </a:cubicBezTo>
                    <a:cubicBezTo>
                      <a:pt x="206" y="4147"/>
                      <a:pt x="540" y="4954"/>
                      <a:pt x="1135" y="5549"/>
                    </a:cubicBezTo>
                    <a:cubicBezTo>
                      <a:pt x="1730" y="6144"/>
                      <a:pt x="2536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14" name="Freeform: Shape 12413">
                <a:extLst>
                  <a:ext uri="{FF2B5EF4-FFF2-40B4-BE49-F238E27FC236}">
                    <a16:creationId xmlns:a16="http://schemas.microsoft.com/office/drawing/2014/main" id="{810D8719-2685-AC9C-90CD-A24CB62C6EE7}"/>
                  </a:ext>
                </a:extLst>
              </p:cNvPr>
              <p:cNvSpPr/>
              <p:nvPr/>
            </p:nvSpPr>
            <p:spPr>
              <a:xfrm>
                <a:off x="9032005" y="5160589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1 w 6343"/>
                  <a:gd name="connsiteY1" fmla="*/ 5549 h 6345"/>
                  <a:gd name="connsiteX2" fmla="*/ 6550 w 6343"/>
                  <a:gd name="connsiteY2" fmla="*/ 3305 h 6345"/>
                  <a:gd name="connsiteX3" fmla="*/ 5621 w 6343"/>
                  <a:gd name="connsiteY3" fmla="*/ 1062 h 6345"/>
                  <a:gd name="connsiteX4" fmla="*/ 3378 w 6343"/>
                  <a:gd name="connsiteY4" fmla="*/ 132 h 6345"/>
                  <a:gd name="connsiteX5" fmla="*/ 1136 w 6343"/>
                  <a:gd name="connsiteY5" fmla="*/ 1062 h 6345"/>
                  <a:gd name="connsiteX6" fmla="*/ 207 w 6343"/>
                  <a:gd name="connsiteY6" fmla="*/ 3305 h 6345"/>
                  <a:gd name="connsiteX7" fmla="*/ 1136 w 6343"/>
                  <a:gd name="connsiteY7" fmla="*/ 5549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19" y="6478"/>
                      <a:pt x="5026" y="6144"/>
                      <a:pt x="5621" y="5549"/>
                    </a:cubicBezTo>
                    <a:cubicBezTo>
                      <a:pt x="6216" y="4954"/>
                      <a:pt x="6550" y="4147"/>
                      <a:pt x="6550" y="3305"/>
                    </a:cubicBezTo>
                    <a:cubicBezTo>
                      <a:pt x="6550" y="2464"/>
                      <a:pt x="6216" y="1657"/>
                      <a:pt x="5621" y="1062"/>
                    </a:cubicBezTo>
                    <a:cubicBezTo>
                      <a:pt x="5026" y="467"/>
                      <a:pt x="4219" y="132"/>
                      <a:pt x="3378" y="132"/>
                    </a:cubicBezTo>
                    <a:cubicBezTo>
                      <a:pt x="2537" y="132"/>
                      <a:pt x="1730" y="467"/>
                      <a:pt x="1136" y="1062"/>
                    </a:cubicBezTo>
                    <a:cubicBezTo>
                      <a:pt x="541" y="1657"/>
                      <a:pt x="207" y="2464"/>
                      <a:pt x="207" y="3305"/>
                    </a:cubicBezTo>
                    <a:cubicBezTo>
                      <a:pt x="207" y="4147"/>
                      <a:pt x="541" y="4954"/>
                      <a:pt x="1136" y="5549"/>
                    </a:cubicBezTo>
                    <a:cubicBezTo>
                      <a:pt x="1730" y="6144"/>
                      <a:pt x="2537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15" name="Freeform: Shape 12414">
                <a:extLst>
                  <a:ext uri="{FF2B5EF4-FFF2-40B4-BE49-F238E27FC236}">
                    <a16:creationId xmlns:a16="http://schemas.microsoft.com/office/drawing/2014/main" id="{0FC0A4D2-3CF2-6245-1E3A-7E7F590FFA77}"/>
                  </a:ext>
                </a:extLst>
              </p:cNvPr>
              <p:cNvSpPr/>
              <p:nvPr/>
            </p:nvSpPr>
            <p:spPr>
              <a:xfrm>
                <a:off x="9040936" y="5160739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2 w 6343"/>
                  <a:gd name="connsiteY1" fmla="*/ 5549 h 6345"/>
                  <a:gd name="connsiteX2" fmla="*/ 6551 w 6343"/>
                  <a:gd name="connsiteY2" fmla="*/ 3305 h 6345"/>
                  <a:gd name="connsiteX3" fmla="*/ 5622 w 6343"/>
                  <a:gd name="connsiteY3" fmla="*/ 1062 h 6345"/>
                  <a:gd name="connsiteX4" fmla="*/ 3379 w 6343"/>
                  <a:gd name="connsiteY4" fmla="*/ 132 h 6345"/>
                  <a:gd name="connsiteX5" fmla="*/ 1136 w 6343"/>
                  <a:gd name="connsiteY5" fmla="*/ 1062 h 6345"/>
                  <a:gd name="connsiteX6" fmla="*/ 207 w 6343"/>
                  <a:gd name="connsiteY6" fmla="*/ 3305 h 6345"/>
                  <a:gd name="connsiteX7" fmla="*/ 1136 w 6343"/>
                  <a:gd name="connsiteY7" fmla="*/ 5549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0" y="6478"/>
                      <a:pt x="5027" y="6144"/>
                      <a:pt x="5622" y="5549"/>
                    </a:cubicBezTo>
                    <a:cubicBezTo>
                      <a:pt x="6216" y="4954"/>
                      <a:pt x="6551" y="4147"/>
                      <a:pt x="6551" y="3305"/>
                    </a:cubicBezTo>
                    <a:cubicBezTo>
                      <a:pt x="6551" y="2464"/>
                      <a:pt x="6216" y="1657"/>
                      <a:pt x="5622" y="1062"/>
                    </a:cubicBezTo>
                    <a:cubicBezTo>
                      <a:pt x="5027" y="467"/>
                      <a:pt x="4220" y="132"/>
                      <a:pt x="3379" y="132"/>
                    </a:cubicBezTo>
                    <a:cubicBezTo>
                      <a:pt x="2538" y="132"/>
                      <a:pt x="1731" y="467"/>
                      <a:pt x="1136" y="1062"/>
                    </a:cubicBezTo>
                    <a:cubicBezTo>
                      <a:pt x="542" y="1657"/>
                      <a:pt x="207" y="2464"/>
                      <a:pt x="207" y="3305"/>
                    </a:cubicBezTo>
                    <a:cubicBezTo>
                      <a:pt x="207" y="4147"/>
                      <a:pt x="542" y="4954"/>
                      <a:pt x="1136" y="5549"/>
                    </a:cubicBezTo>
                    <a:cubicBezTo>
                      <a:pt x="1731" y="6144"/>
                      <a:pt x="2538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16" name="Freeform: Shape 12415">
                <a:extLst>
                  <a:ext uri="{FF2B5EF4-FFF2-40B4-BE49-F238E27FC236}">
                    <a16:creationId xmlns:a16="http://schemas.microsoft.com/office/drawing/2014/main" id="{18066148-A489-67A9-F6B7-23B10F9586C6}"/>
                  </a:ext>
                </a:extLst>
              </p:cNvPr>
              <p:cNvSpPr/>
              <p:nvPr/>
            </p:nvSpPr>
            <p:spPr>
              <a:xfrm>
                <a:off x="9049436" y="5160855"/>
                <a:ext cx="6343" cy="6345"/>
              </a:xfrm>
              <a:custGeom>
                <a:avLst/>
                <a:gdLst>
                  <a:gd name="connsiteX0" fmla="*/ 3380 w 6343"/>
                  <a:gd name="connsiteY0" fmla="*/ 6478 h 6345"/>
                  <a:gd name="connsiteX1" fmla="*/ 5622 w 6343"/>
                  <a:gd name="connsiteY1" fmla="*/ 5549 h 6345"/>
                  <a:gd name="connsiteX2" fmla="*/ 6551 w 6343"/>
                  <a:gd name="connsiteY2" fmla="*/ 3305 h 6345"/>
                  <a:gd name="connsiteX3" fmla="*/ 5622 w 6343"/>
                  <a:gd name="connsiteY3" fmla="*/ 1062 h 6345"/>
                  <a:gd name="connsiteX4" fmla="*/ 3380 w 6343"/>
                  <a:gd name="connsiteY4" fmla="*/ 132 h 6345"/>
                  <a:gd name="connsiteX5" fmla="*/ 1137 w 6343"/>
                  <a:gd name="connsiteY5" fmla="*/ 1062 h 6345"/>
                  <a:gd name="connsiteX6" fmla="*/ 208 w 6343"/>
                  <a:gd name="connsiteY6" fmla="*/ 3305 h 6345"/>
                  <a:gd name="connsiteX7" fmla="*/ 1137 w 6343"/>
                  <a:gd name="connsiteY7" fmla="*/ 5549 h 6345"/>
                  <a:gd name="connsiteX8" fmla="*/ 338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78"/>
                    </a:moveTo>
                    <a:cubicBezTo>
                      <a:pt x="4221" y="6478"/>
                      <a:pt x="5028" y="6144"/>
                      <a:pt x="5622" y="5549"/>
                    </a:cubicBezTo>
                    <a:cubicBezTo>
                      <a:pt x="6217" y="4954"/>
                      <a:pt x="6551" y="4147"/>
                      <a:pt x="6551" y="3305"/>
                    </a:cubicBezTo>
                    <a:cubicBezTo>
                      <a:pt x="6551" y="2464"/>
                      <a:pt x="6217" y="1657"/>
                      <a:pt x="5622" y="1062"/>
                    </a:cubicBezTo>
                    <a:cubicBezTo>
                      <a:pt x="5028" y="467"/>
                      <a:pt x="4221" y="132"/>
                      <a:pt x="3380" y="132"/>
                    </a:cubicBezTo>
                    <a:cubicBezTo>
                      <a:pt x="2539" y="132"/>
                      <a:pt x="1732" y="467"/>
                      <a:pt x="1137" y="1062"/>
                    </a:cubicBezTo>
                    <a:cubicBezTo>
                      <a:pt x="542" y="1657"/>
                      <a:pt x="208" y="2464"/>
                      <a:pt x="208" y="3305"/>
                    </a:cubicBezTo>
                    <a:cubicBezTo>
                      <a:pt x="208" y="4147"/>
                      <a:pt x="542" y="4954"/>
                      <a:pt x="1137" y="5549"/>
                    </a:cubicBezTo>
                    <a:cubicBezTo>
                      <a:pt x="1732" y="6144"/>
                      <a:pt x="2539" y="6478"/>
                      <a:pt x="338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17" name="Freeform: Shape 12416">
                <a:extLst>
                  <a:ext uri="{FF2B5EF4-FFF2-40B4-BE49-F238E27FC236}">
                    <a16:creationId xmlns:a16="http://schemas.microsoft.com/office/drawing/2014/main" id="{CD31363E-2596-2FB2-87CE-373E24ED65AC}"/>
                  </a:ext>
                </a:extLst>
              </p:cNvPr>
              <p:cNvSpPr/>
              <p:nvPr/>
            </p:nvSpPr>
            <p:spPr>
              <a:xfrm>
                <a:off x="9058568" y="5161292"/>
                <a:ext cx="6343" cy="6345"/>
              </a:xfrm>
              <a:custGeom>
                <a:avLst/>
                <a:gdLst>
                  <a:gd name="connsiteX0" fmla="*/ 3380 w 6343"/>
                  <a:gd name="connsiteY0" fmla="*/ 6478 h 6345"/>
                  <a:gd name="connsiteX1" fmla="*/ 5623 w 6343"/>
                  <a:gd name="connsiteY1" fmla="*/ 5549 h 6345"/>
                  <a:gd name="connsiteX2" fmla="*/ 6552 w 6343"/>
                  <a:gd name="connsiteY2" fmla="*/ 3305 h 6345"/>
                  <a:gd name="connsiteX3" fmla="*/ 5623 w 6343"/>
                  <a:gd name="connsiteY3" fmla="*/ 1062 h 6345"/>
                  <a:gd name="connsiteX4" fmla="*/ 3380 w 6343"/>
                  <a:gd name="connsiteY4" fmla="*/ 133 h 6345"/>
                  <a:gd name="connsiteX5" fmla="*/ 1138 w 6343"/>
                  <a:gd name="connsiteY5" fmla="*/ 1062 h 6345"/>
                  <a:gd name="connsiteX6" fmla="*/ 209 w 6343"/>
                  <a:gd name="connsiteY6" fmla="*/ 3305 h 6345"/>
                  <a:gd name="connsiteX7" fmla="*/ 1138 w 6343"/>
                  <a:gd name="connsiteY7" fmla="*/ 5549 h 6345"/>
                  <a:gd name="connsiteX8" fmla="*/ 338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78"/>
                    </a:moveTo>
                    <a:cubicBezTo>
                      <a:pt x="4222" y="6478"/>
                      <a:pt x="5028" y="6144"/>
                      <a:pt x="5623" y="5549"/>
                    </a:cubicBezTo>
                    <a:cubicBezTo>
                      <a:pt x="6218" y="4954"/>
                      <a:pt x="6552" y="4147"/>
                      <a:pt x="6552" y="3305"/>
                    </a:cubicBezTo>
                    <a:cubicBezTo>
                      <a:pt x="6552" y="2464"/>
                      <a:pt x="6218" y="1657"/>
                      <a:pt x="5623" y="1062"/>
                    </a:cubicBezTo>
                    <a:cubicBezTo>
                      <a:pt x="5028" y="467"/>
                      <a:pt x="4222" y="133"/>
                      <a:pt x="3380" y="133"/>
                    </a:cubicBezTo>
                    <a:cubicBezTo>
                      <a:pt x="2539" y="133"/>
                      <a:pt x="1733" y="467"/>
                      <a:pt x="1138" y="1062"/>
                    </a:cubicBezTo>
                    <a:cubicBezTo>
                      <a:pt x="543" y="1657"/>
                      <a:pt x="209" y="2464"/>
                      <a:pt x="209" y="3305"/>
                    </a:cubicBezTo>
                    <a:cubicBezTo>
                      <a:pt x="209" y="4147"/>
                      <a:pt x="543" y="4954"/>
                      <a:pt x="1138" y="5549"/>
                    </a:cubicBezTo>
                    <a:cubicBezTo>
                      <a:pt x="1733" y="6144"/>
                      <a:pt x="2539" y="6478"/>
                      <a:pt x="338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18" name="Freeform: Shape 12417">
                <a:extLst>
                  <a:ext uri="{FF2B5EF4-FFF2-40B4-BE49-F238E27FC236}">
                    <a16:creationId xmlns:a16="http://schemas.microsoft.com/office/drawing/2014/main" id="{21B53367-5A60-0578-C709-9D18ED65F8A9}"/>
                  </a:ext>
                </a:extLst>
              </p:cNvPr>
              <p:cNvSpPr/>
              <p:nvPr/>
            </p:nvSpPr>
            <p:spPr>
              <a:xfrm>
                <a:off x="9084434" y="5167718"/>
                <a:ext cx="6343" cy="6345"/>
              </a:xfrm>
              <a:custGeom>
                <a:avLst/>
                <a:gdLst>
                  <a:gd name="connsiteX0" fmla="*/ 3382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6 h 6345"/>
                  <a:gd name="connsiteX3" fmla="*/ 5625 w 6343"/>
                  <a:gd name="connsiteY3" fmla="*/ 1062 h 6345"/>
                  <a:gd name="connsiteX4" fmla="*/ 3382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6 h 6345"/>
                  <a:gd name="connsiteX7" fmla="*/ 1140 w 6343"/>
                  <a:gd name="connsiteY7" fmla="*/ 5549 h 6345"/>
                  <a:gd name="connsiteX8" fmla="*/ 338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8"/>
                    </a:moveTo>
                    <a:cubicBezTo>
                      <a:pt x="4224" y="6478"/>
                      <a:pt x="5030" y="6144"/>
                      <a:pt x="5625" y="5549"/>
                    </a:cubicBezTo>
                    <a:cubicBezTo>
                      <a:pt x="6220" y="4954"/>
                      <a:pt x="6554" y="4147"/>
                      <a:pt x="6554" y="3306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0" y="467"/>
                      <a:pt x="4224" y="133"/>
                      <a:pt x="3382" y="133"/>
                    </a:cubicBezTo>
                    <a:cubicBezTo>
                      <a:pt x="2541" y="133"/>
                      <a:pt x="1735" y="467"/>
                      <a:pt x="1140" y="1062"/>
                    </a:cubicBezTo>
                    <a:cubicBezTo>
                      <a:pt x="545" y="1657"/>
                      <a:pt x="211" y="2464"/>
                      <a:pt x="211" y="3306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5" y="6144"/>
                      <a:pt x="2541" y="6478"/>
                      <a:pt x="338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19" name="Freeform: Shape 12418">
                <a:extLst>
                  <a:ext uri="{FF2B5EF4-FFF2-40B4-BE49-F238E27FC236}">
                    <a16:creationId xmlns:a16="http://schemas.microsoft.com/office/drawing/2014/main" id="{3895B8A1-791B-ED3C-48EE-FD306FBF530F}"/>
                  </a:ext>
                </a:extLst>
              </p:cNvPr>
              <p:cNvSpPr/>
              <p:nvPr/>
            </p:nvSpPr>
            <p:spPr>
              <a:xfrm>
                <a:off x="9088559" y="5166708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6 h 6345"/>
                  <a:gd name="connsiteX3" fmla="*/ 5625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6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1" y="6144"/>
                      <a:pt x="5625" y="5549"/>
                    </a:cubicBezTo>
                    <a:cubicBezTo>
                      <a:pt x="6220" y="4954"/>
                      <a:pt x="6554" y="4147"/>
                      <a:pt x="6554" y="3306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1" y="467"/>
                      <a:pt x="4224" y="133"/>
                      <a:pt x="3383" y="133"/>
                    </a:cubicBezTo>
                    <a:cubicBezTo>
                      <a:pt x="2542" y="133"/>
                      <a:pt x="1735" y="467"/>
                      <a:pt x="1140" y="1062"/>
                    </a:cubicBezTo>
                    <a:cubicBezTo>
                      <a:pt x="545" y="1657"/>
                      <a:pt x="211" y="2464"/>
                      <a:pt x="211" y="3306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5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20" name="Freeform: Shape 12419">
                <a:extLst>
                  <a:ext uri="{FF2B5EF4-FFF2-40B4-BE49-F238E27FC236}">
                    <a16:creationId xmlns:a16="http://schemas.microsoft.com/office/drawing/2014/main" id="{5CAC2DFD-0658-2168-440F-CAB8CC9B16B3}"/>
                  </a:ext>
                </a:extLst>
              </p:cNvPr>
              <p:cNvSpPr/>
              <p:nvPr/>
            </p:nvSpPr>
            <p:spPr>
              <a:xfrm>
                <a:off x="9099941" y="5168392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6 h 6345"/>
                  <a:gd name="connsiteX3" fmla="*/ 5626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6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6" y="5549"/>
                    </a:cubicBezTo>
                    <a:cubicBezTo>
                      <a:pt x="6221" y="4954"/>
                      <a:pt x="6555" y="4147"/>
                      <a:pt x="6555" y="3306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6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21" name="Freeform: Shape 12420">
                <a:extLst>
                  <a:ext uri="{FF2B5EF4-FFF2-40B4-BE49-F238E27FC236}">
                    <a16:creationId xmlns:a16="http://schemas.microsoft.com/office/drawing/2014/main" id="{FC57F469-E785-D5EB-60A0-D7AD55241D4B}"/>
                  </a:ext>
                </a:extLst>
              </p:cNvPr>
              <p:cNvSpPr/>
              <p:nvPr/>
            </p:nvSpPr>
            <p:spPr>
              <a:xfrm>
                <a:off x="9101418" y="5166541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6 h 6345"/>
                  <a:gd name="connsiteX3" fmla="*/ 5626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6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6" y="5549"/>
                    </a:cubicBezTo>
                    <a:cubicBezTo>
                      <a:pt x="6221" y="4954"/>
                      <a:pt x="6555" y="4147"/>
                      <a:pt x="6555" y="3306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6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22" name="Freeform: Shape 12421">
                <a:extLst>
                  <a:ext uri="{FF2B5EF4-FFF2-40B4-BE49-F238E27FC236}">
                    <a16:creationId xmlns:a16="http://schemas.microsoft.com/office/drawing/2014/main" id="{D61D767A-02F3-3D2F-2B64-287180C5D201}"/>
                  </a:ext>
                </a:extLst>
              </p:cNvPr>
              <p:cNvSpPr/>
              <p:nvPr/>
            </p:nvSpPr>
            <p:spPr>
              <a:xfrm>
                <a:off x="9102032" y="5164372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5 h 6345"/>
                  <a:gd name="connsiteX3" fmla="*/ 5626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5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6" y="5549"/>
                    </a:cubicBezTo>
                    <a:cubicBezTo>
                      <a:pt x="6221" y="4954"/>
                      <a:pt x="6555" y="4147"/>
                      <a:pt x="6555" y="3305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5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23" name="Freeform: Shape 12422">
                <a:extLst>
                  <a:ext uri="{FF2B5EF4-FFF2-40B4-BE49-F238E27FC236}">
                    <a16:creationId xmlns:a16="http://schemas.microsoft.com/office/drawing/2014/main" id="{1DE2392C-3187-755D-17B9-BCC66687854E}"/>
                  </a:ext>
                </a:extLst>
              </p:cNvPr>
              <p:cNvSpPr/>
              <p:nvPr/>
            </p:nvSpPr>
            <p:spPr>
              <a:xfrm>
                <a:off x="9106786" y="5163799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5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5 h 6345"/>
                  <a:gd name="connsiteX7" fmla="*/ 1142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7" y="5549"/>
                    </a:cubicBezTo>
                    <a:cubicBezTo>
                      <a:pt x="6222" y="4954"/>
                      <a:pt x="6556" y="4147"/>
                      <a:pt x="6556" y="3305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2" y="1062"/>
                    </a:cubicBezTo>
                    <a:cubicBezTo>
                      <a:pt x="547" y="1657"/>
                      <a:pt x="213" y="2464"/>
                      <a:pt x="213" y="3305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24" name="Freeform: Shape 12423">
                <a:extLst>
                  <a:ext uri="{FF2B5EF4-FFF2-40B4-BE49-F238E27FC236}">
                    <a16:creationId xmlns:a16="http://schemas.microsoft.com/office/drawing/2014/main" id="{CCDF643D-6314-5816-BDCC-E555B259B05B}"/>
                  </a:ext>
                </a:extLst>
              </p:cNvPr>
              <p:cNvSpPr/>
              <p:nvPr/>
            </p:nvSpPr>
            <p:spPr>
              <a:xfrm>
                <a:off x="9106257" y="5161205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5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5 h 6345"/>
                  <a:gd name="connsiteX7" fmla="*/ 1142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7" y="5549"/>
                    </a:cubicBezTo>
                    <a:cubicBezTo>
                      <a:pt x="6222" y="4954"/>
                      <a:pt x="6556" y="4147"/>
                      <a:pt x="6556" y="3305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2" y="1062"/>
                    </a:cubicBezTo>
                    <a:cubicBezTo>
                      <a:pt x="547" y="1657"/>
                      <a:pt x="213" y="2464"/>
                      <a:pt x="213" y="3305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25" name="Freeform: Shape 12424">
                <a:extLst>
                  <a:ext uri="{FF2B5EF4-FFF2-40B4-BE49-F238E27FC236}">
                    <a16:creationId xmlns:a16="http://schemas.microsoft.com/office/drawing/2014/main" id="{522B6DCB-B117-BBA1-31E8-6A60F3997209}"/>
                  </a:ext>
                </a:extLst>
              </p:cNvPr>
              <p:cNvSpPr/>
              <p:nvPr/>
            </p:nvSpPr>
            <p:spPr>
              <a:xfrm>
                <a:off x="9120152" y="5164363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5 h 6345"/>
                  <a:gd name="connsiteX3" fmla="*/ 5628 w 6343"/>
                  <a:gd name="connsiteY3" fmla="*/ 1062 h 6345"/>
                  <a:gd name="connsiteX4" fmla="*/ 3385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5 h 6345"/>
                  <a:gd name="connsiteX7" fmla="*/ 1143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8" y="5549"/>
                    </a:cubicBezTo>
                    <a:cubicBezTo>
                      <a:pt x="6223" y="4954"/>
                      <a:pt x="6557" y="4147"/>
                      <a:pt x="6557" y="3305"/>
                    </a:cubicBezTo>
                    <a:cubicBezTo>
                      <a:pt x="6557" y="2464"/>
                      <a:pt x="6223" y="1657"/>
                      <a:pt x="5628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3" y="1062"/>
                    </a:cubicBezTo>
                    <a:cubicBezTo>
                      <a:pt x="548" y="1657"/>
                      <a:pt x="214" y="2464"/>
                      <a:pt x="214" y="3305"/>
                    </a:cubicBezTo>
                    <a:cubicBezTo>
                      <a:pt x="214" y="4147"/>
                      <a:pt x="548" y="4954"/>
                      <a:pt x="1143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26" name="Freeform: Shape 12425">
                <a:extLst>
                  <a:ext uri="{FF2B5EF4-FFF2-40B4-BE49-F238E27FC236}">
                    <a16:creationId xmlns:a16="http://schemas.microsoft.com/office/drawing/2014/main" id="{1C8DF7F5-8607-A7C0-3673-81F393717768}"/>
                  </a:ext>
                </a:extLst>
              </p:cNvPr>
              <p:cNvSpPr/>
              <p:nvPr/>
            </p:nvSpPr>
            <p:spPr>
              <a:xfrm>
                <a:off x="9131322" y="5164352"/>
                <a:ext cx="6343" cy="6345"/>
              </a:xfrm>
              <a:custGeom>
                <a:avLst/>
                <a:gdLst>
                  <a:gd name="connsiteX0" fmla="*/ 3386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5 h 6345"/>
                  <a:gd name="connsiteX3" fmla="*/ 5629 w 6343"/>
                  <a:gd name="connsiteY3" fmla="*/ 1062 h 6345"/>
                  <a:gd name="connsiteX4" fmla="*/ 3386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5 h 6345"/>
                  <a:gd name="connsiteX7" fmla="*/ 1144 w 6343"/>
                  <a:gd name="connsiteY7" fmla="*/ 5549 h 6345"/>
                  <a:gd name="connsiteX8" fmla="*/ 338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8"/>
                    </a:moveTo>
                    <a:cubicBezTo>
                      <a:pt x="4227" y="6478"/>
                      <a:pt x="5034" y="6144"/>
                      <a:pt x="5629" y="5549"/>
                    </a:cubicBezTo>
                    <a:cubicBezTo>
                      <a:pt x="6224" y="4954"/>
                      <a:pt x="6558" y="4147"/>
                      <a:pt x="6558" y="3305"/>
                    </a:cubicBezTo>
                    <a:cubicBezTo>
                      <a:pt x="6558" y="2464"/>
                      <a:pt x="6224" y="1657"/>
                      <a:pt x="5629" y="1062"/>
                    </a:cubicBezTo>
                    <a:cubicBezTo>
                      <a:pt x="5034" y="467"/>
                      <a:pt x="4227" y="133"/>
                      <a:pt x="3386" y="133"/>
                    </a:cubicBezTo>
                    <a:cubicBezTo>
                      <a:pt x="2545" y="133"/>
                      <a:pt x="1738" y="467"/>
                      <a:pt x="1144" y="1062"/>
                    </a:cubicBezTo>
                    <a:cubicBezTo>
                      <a:pt x="549" y="1657"/>
                      <a:pt x="215" y="2464"/>
                      <a:pt x="215" y="3305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8" y="6144"/>
                      <a:pt x="2545" y="6478"/>
                      <a:pt x="338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27" name="Freeform: Shape 12426">
                <a:extLst>
                  <a:ext uri="{FF2B5EF4-FFF2-40B4-BE49-F238E27FC236}">
                    <a16:creationId xmlns:a16="http://schemas.microsoft.com/office/drawing/2014/main" id="{893BF8D9-BC1F-4464-CAF2-DE94BBE0D216}"/>
                  </a:ext>
                </a:extLst>
              </p:cNvPr>
              <p:cNvSpPr/>
              <p:nvPr/>
            </p:nvSpPr>
            <p:spPr>
              <a:xfrm>
                <a:off x="9138726" y="5165216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6 h 6345"/>
                  <a:gd name="connsiteX3" fmla="*/ 5629 w 6343"/>
                  <a:gd name="connsiteY3" fmla="*/ 1062 h 6345"/>
                  <a:gd name="connsiteX4" fmla="*/ 3387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6 h 6345"/>
                  <a:gd name="connsiteX7" fmla="*/ 1144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29" y="5549"/>
                    </a:cubicBezTo>
                    <a:cubicBezTo>
                      <a:pt x="6224" y="4954"/>
                      <a:pt x="6558" y="4147"/>
                      <a:pt x="6558" y="3306"/>
                    </a:cubicBezTo>
                    <a:cubicBezTo>
                      <a:pt x="6558" y="2464"/>
                      <a:pt x="6224" y="1657"/>
                      <a:pt x="5629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4" y="1062"/>
                    </a:cubicBezTo>
                    <a:cubicBezTo>
                      <a:pt x="549" y="1657"/>
                      <a:pt x="215" y="2464"/>
                      <a:pt x="215" y="3306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28" name="Freeform: Shape 12427">
                <a:extLst>
                  <a:ext uri="{FF2B5EF4-FFF2-40B4-BE49-F238E27FC236}">
                    <a16:creationId xmlns:a16="http://schemas.microsoft.com/office/drawing/2014/main" id="{D8F7B08C-12ED-CE12-0461-660FC43BE37A}"/>
                  </a:ext>
                </a:extLst>
              </p:cNvPr>
              <p:cNvSpPr/>
              <p:nvPr/>
            </p:nvSpPr>
            <p:spPr>
              <a:xfrm>
                <a:off x="9142614" y="5164669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5 h 6345"/>
                  <a:gd name="connsiteX3" fmla="*/ 5630 w 6343"/>
                  <a:gd name="connsiteY3" fmla="*/ 1062 h 6345"/>
                  <a:gd name="connsiteX4" fmla="*/ 3387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5 h 6345"/>
                  <a:gd name="connsiteX7" fmla="*/ 1144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30" y="5549"/>
                    </a:cubicBezTo>
                    <a:cubicBezTo>
                      <a:pt x="6224" y="4954"/>
                      <a:pt x="6559" y="4147"/>
                      <a:pt x="6559" y="3305"/>
                    </a:cubicBezTo>
                    <a:cubicBezTo>
                      <a:pt x="6559" y="2464"/>
                      <a:pt x="6224" y="1657"/>
                      <a:pt x="5630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4" y="1062"/>
                    </a:cubicBezTo>
                    <a:cubicBezTo>
                      <a:pt x="550" y="1657"/>
                      <a:pt x="215" y="2464"/>
                      <a:pt x="215" y="3305"/>
                    </a:cubicBezTo>
                    <a:cubicBezTo>
                      <a:pt x="215" y="4147"/>
                      <a:pt x="550" y="4954"/>
                      <a:pt x="1144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29" name="Freeform: Shape 12428">
                <a:extLst>
                  <a:ext uri="{FF2B5EF4-FFF2-40B4-BE49-F238E27FC236}">
                    <a16:creationId xmlns:a16="http://schemas.microsoft.com/office/drawing/2014/main" id="{4047307C-7FBE-5C5A-0CA7-BA313746C62E}"/>
                  </a:ext>
                </a:extLst>
              </p:cNvPr>
              <p:cNvSpPr/>
              <p:nvPr/>
            </p:nvSpPr>
            <p:spPr>
              <a:xfrm>
                <a:off x="9148611" y="5165086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6 h 6345"/>
                  <a:gd name="connsiteX3" fmla="*/ 5630 w 6343"/>
                  <a:gd name="connsiteY3" fmla="*/ 1062 h 6345"/>
                  <a:gd name="connsiteX4" fmla="*/ 3388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6 h 6345"/>
                  <a:gd name="connsiteX7" fmla="*/ 1145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5" y="6144"/>
                      <a:pt x="5630" y="5549"/>
                    </a:cubicBezTo>
                    <a:cubicBezTo>
                      <a:pt x="6225" y="4954"/>
                      <a:pt x="6559" y="4147"/>
                      <a:pt x="6559" y="3306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5" y="467"/>
                      <a:pt x="4229" y="133"/>
                      <a:pt x="3388" y="133"/>
                    </a:cubicBezTo>
                    <a:cubicBezTo>
                      <a:pt x="2546" y="133"/>
                      <a:pt x="1740" y="467"/>
                      <a:pt x="1145" y="1062"/>
                    </a:cubicBezTo>
                    <a:cubicBezTo>
                      <a:pt x="550" y="1657"/>
                      <a:pt x="216" y="2464"/>
                      <a:pt x="216" y="3306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40" y="6144"/>
                      <a:pt x="2546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30" name="Freeform: Shape 12429">
                <a:extLst>
                  <a:ext uri="{FF2B5EF4-FFF2-40B4-BE49-F238E27FC236}">
                    <a16:creationId xmlns:a16="http://schemas.microsoft.com/office/drawing/2014/main" id="{EB65372A-C409-19F7-061F-B794CAC48343}"/>
                  </a:ext>
                </a:extLst>
              </p:cNvPr>
              <p:cNvSpPr/>
              <p:nvPr/>
            </p:nvSpPr>
            <p:spPr>
              <a:xfrm>
                <a:off x="9126110" y="5152942"/>
                <a:ext cx="6343" cy="6345"/>
              </a:xfrm>
              <a:custGeom>
                <a:avLst/>
                <a:gdLst>
                  <a:gd name="connsiteX0" fmla="*/ 3386 w 6343"/>
                  <a:gd name="connsiteY0" fmla="*/ 6477 h 6345"/>
                  <a:gd name="connsiteX1" fmla="*/ 5628 w 6343"/>
                  <a:gd name="connsiteY1" fmla="*/ 5548 h 6345"/>
                  <a:gd name="connsiteX2" fmla="*/ 6557 w 6343"/>
                  <a:gd name="connsiteY2" fmla="*/ 3305 h 6345"/>
                  <a:gd name="connsiteX3" fmla="*/ 5628 w 6343"/>
                  <a:gd name="connsiteY3" fmla="*/ 1061 h 6345"/>
                  <a:gd name="connsiteX4" fmla="*/ 3386 w 6343"/>
                  <a:gd name="connsiteY4" fmla="*/ 132 h 6345"/>
                  <a:gd name="connsiteX5" fmla="*/ 1143 w 6343"/>
                  <a:gd name="connsiteY5" fmla="*/ 1061 h 6345"/>
                  <a:gd name="connsiteX6" fmla="*/ 214 w 6343"/>
                  <a:gd name="connsiteY6" fmla="*/ 3305 h 6345"/>
                  <a:gd name="connsiteX7" fmla="*/ 1143 w 6343"/>
                  <a:gd name="connsiteY7" fmla="*/ 5548 h 6345"/>
                  <a:gd name="connsiteX8" fmla="*/ 3386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7"/>
                    </a:moveTo>
                    <a:cubicBezTo>
                      <a:pt x="4227" y="6477"/>
                      <a:pt x="5034" y="6143"/>
                      <a:pt x="5628" y="5548"/>
                    </a:cubicBezTo>
                    <a:cubicBezTo>
                      <a:pt x="6223" y="4953"/>
                      <a:pt x="6557" y="4146"/>
                      <a:pt x="6557" y="3305"/>
                    </a:cubicBezTo>
                    <a:cubicBezTo>
                      <a:pt x="6557" y="2463"/>
                      <a:pt x="6223" y="1656"/>
                      <a:pt x="5628" y="1061"/>
                    </a:cubicBezTo>
                    <a:cubicBezTo>
                      <a:pt x="5034" y="466"/>
                      <a:pt x="4227" y="132"/>
                      <a:pt x="3386" y="132"/>
                    </a:cubicBezTo>
                    <a:cubicBezTo>
                      <a:pt x="2545" y="132"/>
                      <a:pt x="1738" y="466"/>
                      <a:pt x="1143" y="1061"/>
                    </a:cubicBezTo>
                    <a:cubicBezTo>
                      <a:pt x="548" y="1656"/>
                      <a:pt x="214" y="2463"/>
                      <a:pt x="214" y="3305"/>
                    </a:cubicBezTo>
                    <a:cubicBezTo>
                      <a:pt x="214" y="4146"/>
                      <a:pt x="548" y="4953"/>
                      <a:pt x="1143" y="5548"/>
                    </a:cubicBezTo>
                    <a:cubicBezTo>
                      <a:pt x="1738" y="6143"/>
                      <a:pt x="2545" y="6477"/>
                      <a:pt x="3386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31" name="Freeform: Shape 12430">
                <a:extLst>
                  <a:ext uri="{FF2B5EF4-FFF2-40B4-BE49-F238E27FC236}">
                    <a16:creationId xmlns:a16="http://schemas.microsoft.com/office/drawing/2014/main" id="{A255DEE8-2B86-5EF7-725C-9B0C3A42E495}"/>
                  </a:ext>
                </a:extLst>
              </p:cNvPr>
              <p:cNvSpPr/>
              <p:nvPr/>
            </p:nvSpPr>
            <p:spPr>
              <a:xfrm>
                <a:off x="9131867" y="5153193"/>
                <a:ext cx="6343" cy="6345"/>
              </a:xfrm>
              <a:custGeom>
                <a:avLst/>
                <a:gdLst>
                  <a:gd name="connsiteX0" fmla="*/ 3386 w 6343"/>
                  <a:gd name="connsiteY0" fmla="*/ 6477 h 6345"/>
                  <a:gd name="connsiteX1" fmla="*/ 5629 w 6343"/>
                  <a:gd name="connsiteY1" fmla="*/ 5548 h 6345"/>
                  <a:gd name="connsiteX2" fmla="*/ 6558 w 6343"/>
                  <a:gd name="connsiteY2" fmla="*/ 3305 h 6345"/>
                  <a:gd name="connsiteX3" fmla="*/ 5629 w 6343"/>
                  <a:gd name="connsiteY3" fmla="*/ 1061 h 6345"/>
                  <a:gd name="connsiteX4" fmla="*/ 3386 w 6343"/>
                  <a:gd name="connsiteY4" fmla="*/ 132 h 6345"/>
                  <a:gd name="connsiteX5" fmla="*/ 1144 w 6343"/>
                  <a:gd name="connsiteY5" fmla="*/ 1061 h 6345"/>
                  <a:gd name="connsiteX6" fmla="*/ 215 w 6343"/>
                  <a:gd name="connsiteY6" fmla="*/ 3305 h 6345"/>
                  <a:gd name="connsiteX7" fmla="*/ 1144 w 6343"/>
                  <a:gd name="connsiteY7" fmla="*/ 5548 h 6345"/>
                  <a:gd name="connsiteX8" fmla="*/ 3386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7"/>
                    </a:moveTo>
                    <a:cubicBezTo>
                      <a:pt x="4227" y="6477"/>
                      <a:pt x="5034" y="6143"/>
                      <a:pt x="5629" y="5548"/>
                    </a:cubicBezTo>
                    <a:cubicBezTo>
                      <a:pt x="6224" y="4953"/>
                      <a:pt x="6558" y="4146"/>
                      <a:pt x="6558" y="3305"/>
                    </a:cubicBezTo>
                    <a:cubicBezTo>
                      <a:pt x="6558" y="2463"/>
                      <a:pt x="6224" y="1656"/>
                      <a:pt x="5629" y="1061"/>
                    </a:cubicBezTo>
                    <a:cubicBezTo>
                      <a:pt x="5034" y="466"/>
                      <a:pt x="4227" y="132"/>
                      <a:pt x="3386" y="132"/>
                    </a:cubicBezTo>
                    <a:cubicBezTo>
                      <a:pt x="2545" y="132"/>
                      <a:pt x="1738" y="466"/>
                      <a:pt x="1144" y="1061"/>
                    </a:cubicBezTo>
                    <a:cubicBezTo>
                      <a:pt x="549" y="1656"/>
                      <a:pt x="215" y="2463"/>
                      <a:pt x="215" y="3305"/>
                    </a:cubicBezTo>
                    <a:cubicBezTo>
                      <a:pt x="215" y="4146"/>
                      <a:pt x="549" y="4953"/>
                      <a:pt x="1144" y="5548"/>
                    </a:cubicBezTo>
                    <a:cubicBezTo>
                      <a:pt x="1738" y="6143"/>
                      <a:pt x="2545" y="6477"/>
                      <a:pt x="3386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32" name="Freeform: Shape 12431">
                <a:extLst>
                  <a:ext uri="{FF2B5EF4-FFF2-40B4-BE49-F238E27FC236}">
                    <a16:creationId xmlns:a16="http://schemas.microsoft.com/office/drawing/2014/main" id="{FBCCFC29-1E4A-AE50-7548-69157ECBA266}"/>
                  </a:ext>
                </a:extLst>
              </p:cNvPr>
              <p:cNvSpPr/>
              <p:nvPr/>
            </p:nvSpPr>
            <p:spPr>
              <a:xfrm>
                <a:off x="9144065" y="5156469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30 w 6343"/>
                  <a:gd name="connsiteY1" fmla="*/ 5548 h 6345"/>
                  <a:gd name="connsiteX2" fmla="*/ 6559 w 6343"/>
                  <a:gd name="connsiteY2" fmla="*/ 3305 h 6345"/>
                  <a:gd name="connsiteX3" fmla="*/ 5630 w 6343"/>
                  <a:gd name="connsiteY3" fmla="*/ 1061 h 6345"/>
                  <a:gd name="connsiteX4" fmla="*/ 3387 w 6343"/>
                  <a:gd name="connsiteY4" fmla="*/ 132 h 6345"/>
                  <a:gd name="connsiteX5" fmla="*/ 1145 w 6343"/>
                  <a:gd name="connsiteY5" fmla="*/ 1061 h 6345"/>
                  <a:gd name="connsiteX6" fmla="*/ 216 w 6343"/>
                  <a:gd name="connsiteY6" fmla="*/ 3305 h 6345"/>
                  <a:gd name="connsiteX7" fmla="*/ 1145 w 6343"/>
                  <a:gd name="connsiteY7" fmla="*/ 5548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3"/>
                      <a:pt x="5630" y="5548"/>
                    </a:cubicBezTo>
                    <a:cubicBezTo>
                      <a:pt x="6225" y="4953"/>
                      <a:pt x="6559" y="4146"/>
                      <a:pt x="6559" y="3305"/>
                    </a:cubicBezTo>
                    <a:cubicBezTo>
                      <a:pt x="6559" y="2463"/>
                      <a:pt x="6225" y="1656"/>
                      <a:pt x="5630" y="1061"/>
                    </a:cubicBezTo>
                    <a:cubicBezTo>
                      <a:pt x="5035" y="466"/>
                      <a:pt x="4228" y="132"/>
                      <a:pt x="3387" y="132"/>
                    </a:cubicBezTo>
                    <a:cubicBezTo>
                      <a:pt x="2546" y="132"/>
                      <a:pt x="1739" y="466"/>
                      <a:pt x="1145" y="1061"/>
                    </a:cubicBezTo>
                    <a:cubicBezTo>
                      <a:pt x="550" y="1656"/>
                      <a:pt x="216" y="2463"/>
                      <a:pt x="216" y="3305"/>
                    </a:cubicBezTo>
                    <a:cubicBezTo>
                      <a:pt x="216" y="4146"/>
                      <a:pt x="550" y="4953"/>
                      <a:pt x="1145" y="5548"/>
                    </a:cubicBezTo>
                    <a:cubicBezTo>
                      <a:pt x="1739" y="6143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33" name="Freeform: Shape 12432">
                <a:extLst>
                  <a:ext uri="{FF2B5EF4-FFF2-40B4-BE49-F238E27FC236}">
                    <a16:creationId xmlns:a16="http://schemas.microsoft.com/office/drawing/2014/main" id="{0F3ECBCB-92BD-6E01-8192-F5F99ED56324}"/>
                  </a:ext>
                </a:extLst>
              </p:cNvPr>
              <p:cNvSpPr/>
              <p:nvPr/>
            </p:nvSpPr>
            <p:spPr>
              <a:xfrm>
                <a:off x="9144124" y="5154260"/>
                <a:ext cx="6343" cy="6345"/>
              </a:xfrm>
              <a:custGeom>
                <a:avLst/>
                <a:gdLst>
                  <a:gd name="connsiteX0" fmla="*/ 3387 w 6343"/>
                  <a:gd name="connsiteY0" fmla="*/ 6477 h 6345"/>
                  <a:gd name="connsiteX1" fmla="*/ 5630 w 6343"/>
                  <a:gd name="connsiteY1" fmla="*/ 5548 h 6345"/>
                  <a:gd name="connsiteX2" fmla="*/ 6559 w 6343"/>
                  <a:gd name="connsiteY2" fmla="*/ 3305 h 6345"/>
                  <a:gd name="connsiteX3" fmla="*/ 5630 w 6343"/>
                  <a:gd name="connsiteY3" fmla="*/ 1061 h 6345"/>
                  <a:gd name="connsiteX4" fmla="*/ 3387 w 6343"/>
                  <a:gd name="connsiteY4" fmla="*/ 132 h 6345"/>
                  <a:gd name="connsiteX5" fmla="*/ 1145 w 6343"/>
                  <a:gd name="connsiteY5" fmla="*/ 1061 h 6345"/>
                  <a:gd name="connsiteX6" fmla="*/ 216 w 6343"/>
                  <a:gd name="connsiteY6" fmla="*/ 3305 h 6345"/>
                  <a:gd name="connsiteX7" fmla="*/ 1145 w 6343"/>
                  <a:gd name="connsiteY7" fmla="*/ 5548 h 6345"/>
                  <a:gd name="connsiteX8" fmla="*/ 338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7"/>
                    </a:moveTo>
                    <a:cubicBezTo>
                      <a:pt x="4228" y="6477"/>
                      <a:pt x="5035" y="6143"/>
                      <a:pt x="5630" y="5548"/>
                    </a:cubicBezTo>
                    <a:cubicBezTo>
                      <a:pt x="6225" y="4953"/>
                      <a:pt x="6559" y="4146"/>
                      <a:pt x="6559" y="3305"/>
                    </a:cubicBezTo>
                    <a:cubicBezTo>
                      <a:pt x="6559" y="2463"/>
                      <a:pt x="6225" y="1656"/>
                      <a:pt x="5630" y="1061"/>
                    </a:cubicBezTo>
                    <a:cubicBezTo>
                      <a:pt x="5035" y="466"/>
                      <a:pt x="4228" y="132"/>
                      <a:pt x="3387" y="132"/>
                    </a:cubicBezTo>
                    <a:cubicBezTo>
                      <a:pt x="2546" y="132"/>
                      <a:pt x="1739" y="466"/>
                      <a:pt x="1145" y="1061"/>
                    </a:cubicBezTo>
                    <a:cubicBezTo>
                      <a:pt x="550" y="1656"/>
                      <a:pt x="216" y="2463"/>
                      <a:pt x="216" y="3305"/>
                    </a:cubicBezTo>
                    <a:cubicBezTo>
                      <a:pt x="216" y="4146"/>
                      <a:pt x="550" y="4953"/>
                      <a:pt x="1145" y="5548"/>
                    </a:cubicBezTo>
                    <a:cubicBezTo>
                      <a:pt x="1739" y="6143"/>
                      <a:pt x="2546" y="6477"/>
                      <a:pt x="338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34" name="Freeform: Shape 12433">
                <a:extLst>
                  <a:ext uri="{FF2B5EF4-FFF2-40B4-BE49-F238E27FC236}">
                    <a16:creationId xmlns:a16="http://schemas.microsoft.com/office/drawing/2014/main" id="{F8049AE4-8A48-52A3-2AD6-C35013FFAB4C}"/>
                  </a:ext>
                </a:extLst>
              </p:cNvPr>
              <p:cNvSpPr/>
              <p:nvPr/>
            </p:nvSpPr>
            <p:spPr>
              <a:xfrm>
                <a:off x="9144761" y="5152313"/>
                <a:ext cx="6343" cy="6345"/>
              </a:xfrm>
              <a:custGeom>
                <a:avLst/>
                <a:gdLst>
                  <a:gd name="connsiteX0" fmla="*/ 3387 w 6343"/>
                  <a:gd name="connsiteY0" fmla="*/ 6477 h 6345"/>
                  <a:gd name="connsiteX1" fmla="*/ 5630 w 6343"/>
                  <a:gd name="connsiteY1" fmla="*/ 5548 h 6345"/>
                  <a:gd name="connsiteX2" fmla="*/ 6559 w 6343"/>
                  <a:gd name="connsiteY2" fmla="*/ 3305 h 6345"/>
                  <a:gd name="connsiteX3" fmla="*/ 5630 w 6343"/>
                  <a:gd name="connsiteY3" fmla="*/ 1061 h 6345"/>
                  <a:gd name="connsiteX4" fmla="*/ 3387 w 6343"/>
                  <a:gd name="connsiteY4" fmla="*/ 132 h 6345"/>
                  <a:gd name="connsiteX5" fmla="*/ 1145 w 6343"/>
                  <a:gd name="connsiteY5" fmla="*/ 1061 h 6345"/>
                  <a:gd name="connsiteX6" fmla="*/ 216 w 6343"/>
                  <a:gd name="connsiteY6" fmla="*/ 3305 h 6345"/>
                  <a:gd name="connsiteX7" fmla="*/ 1145 w 6343"/>
                  <a:gd name="connsiteY7" fmla="*/ 5548 h 6345"/>
                  <a:gd name="connsiteX8" fmla="*/ 338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7"/>
                    </a:moveTo>
                    <a:cubicBezTo>
                      <a:pt x="4228" y="6477"/>
                      <a:pt x="5035" y="6143"/>
                      <a:pt x="5630" y="5548"/>
                    </a:cubicBezTo>
                    <a:cubicBezTo>
                      <a:pt x="6225" y="4953"/>
                      <a:pt x="6559" y="4146"/>
                      <a:pt x="6559" y="3305"/>
                    </a:cubicBezTo>
                    <a:cubicBezTo>
                      <a:pt x="6559" y="2463"/>
                      <a:pt x="6225" y="1656"/>
                      <a:pt x="5630" y="1061"/>
                    </a:cubicBezTo>
                    <a:cubicBezTo>
                      <a:pt x="5035" y="466"/>
                      <a:pt x="4228" y="132"/>
                      <a:pt x="3387" y="132"/>
                    </a:cubicBezTo>
                    <a:cubicBezTo>
                      <a:pt x="2546" y="132"/>
                      <a:pt x="1739" y="466"/>
                      <a:pt x="1145" y="1061"/>
                    </a:cubicBezTo>
                    <a:cubicBezTo>
                      <a:pt x="550" y="1656"/>
                      <a:pt x="216" y="2463"/>
                      <a:pt x="216" y="3305"/>
                    </a:cubicBezTo>
                    <a:cubicBezTo>
                      <a:pt x="216" y="4146"/>
                      <a:pt x="550" y="4953"/>
                      <a:pt x="1145" y="5548"/>
                    </a:cubicBezTo>
                    <a:cubicBezTo>
                      <a:pt x="1739" y="6143"/>
                      <a:pt x="2546" y="6477"/>
                      <a:pt x="338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35" name="Freeform: Shape 12434">
                <a:extLst>
                  <a:ext uri="{FF2B5EF4-FFF2-40B4-BE49-F238E27FC236}">
                    <a16:creationId xmlns:a16="http://schemas.microsoft.com/office/drawing/2014/main" id="{184ED3B1-0EF4-8B64-D4B2-E2AF6C1E7F11}"/>
                  </a:ext>
                </a:extLst>
              </p:cNvPr>
              <p:cNvSpPr/>
              <p:nvPr/>
            </p:nvSpPr>
            <p:spPr>
              <a:xfrm>
                <a:off x="9179050" y="5166539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3 w 6343"/>
                  <a:gd name="connsiteY1" fmla="*/ 5549 h 6345"/>
                  <a:gd name="connsiteX2" fmla="*/ 6561 w 6343"/>
                  <a:gd name="connsiteY2" fmla="*/ 3306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3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4"/>
                      <a:pt x="6227" y="1657"/>
                      <a:pt x="5633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3" y="1657"/>
                      <a:pt x="218" y="2464"/>
                      <a:pt x="218" y="3306"/>
                    </a:cubicBezTo>
                    <a:cubicBezTo>
                      <a:pt x="218" y="4147"/>
                      <a:pt x="553" y="4954"/>
                      <a:pt x="1147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36" name="Freeform: Shape 12435">
                <a:extLst>
                  <a:ext uri="{FF2B5EF4-FFF2-40B4-BE49-F238E27FC236}">
                    <a16:creationId xmlns:a16="http://schemas.microsoft.com/office/drawing/2014/main" id="{9ABE4D22-B44C-1B48-9972-C707813B3477}"/>
                  </a:ext>
                </a:extLst>
              </p:cNvPr>
              <p:cNvSpPr/>
              <p:nvPr/>
            </p:nvSpPr>
            <p:spPr>
              <a:xfrm>
                <a:off x="9187676" y="5168740"/>
                <a:ext cx="6343" cy="6345"/>
              </a:xfrm>
              <a:custGeom>
                <a:avLst/>
                <a:gdLst>
                  <a:gd name="connsiteX0" fmla="*/ 3391 w 6343"/>
                  <a:gd name="connsiteY0" fmla="*/ 6479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9"/>
                    </a:moveTo>
                    <a:cubicBezTo>
                      <a:pt x="4232" y="6479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2" y="133"/>
                      <a:pt x="3391" y="133"/>
                    </a:cubicBezTo>
                    <a:cubicBezTo>
                      <a:pt x="2549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49" y="6479"/>
                      <a:pt x="339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37" name="Freeform: Shape 12436">
                <a:extLst>
                  <a:ext uri="{FF2B5EF4-FFF2-40B4-BE49-F238E27FC236}">
                    <a16:creationId xmlns:a16="http://schemas.microsoft.com/office/drawing/2014/main" id="{85D48069-34B9-8CE2-3D10-7A02D38355C3}"/>
                  </a:ext>
                </a:extLst>
              </p:cNvPr>
              <p:cNvSpPr/>
              <p:nvPr/>
            </p:nvSpPr>
            <p:spPr>
              <a:xfrm>
                <a:off x="9189175" y="5167526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38" name="Freeform: Shape 12437">
                <a:extLst>
                  <a:ext uri="{FF2B5EF4-FFF2-40B4-BE49-F238E27FC236}">
                    <a16:creationId xmlns:a16="http://schemas.microsoft.com/office/drawing/2014/main" id="{849378B9-C38E-8C87-DB26-2AFAAC4D469E}"/>
                  </a:ext>
                </a:extLst>
              </p:cNvPr>
              <p:cNvSpPr/>
              <p:nvPr/>
            </p:nvSpPr>
            <p:spPr>
              <a:xfrm>
                <a:off x="9197524" y="5169774"/>
                <a:ext cx="6343" cy="6345"/>
              </a:xfrm>
              <a:custGeom>
                <a:avLst/>
                <a:gdLst>
                  <a:gd name="connsiteX0" fmla="*/ 3391 w 6343"/>
                  <a:gd name="connsiteY0" fmla="*/ 6479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9"/>
                    </a:moveTo>
                    <a:cubicBezTo>
                      <a:pt x="4232" y="6479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3" y="6144"/>
                      <a:pt x="2550" y="6479"/>
                      <a:pt x="339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39" name="Freeform: Shape 12438">
                <a:extLst>
                  <a:ext uri="{FF2B5EF4-FFF2-40B4-BE49-F238E27FC236}">
                    <a16:creationId xmlns:a16="http://schemas.microsoft.com/office/drawing/2014/main" id="{D7C60327-8D91-3A22-8963-77D445E2D6C6}"/>
                  </a:ext>
                </a:extLst>
              </p:cNvPr>
              <p:cNvSpPr/>
              <p:nvPr/>
            </p:nvSpPr>
            <p:spPr>
              <a:xfrm>
                <a:off x="9197403" y="5167807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40" name="Freeform: Shape 12439">
                <a:extLst>
                  <a:ext uri="{FF2B5EF4-FFF2-40B4-BE49-F238E27FC236}">
                    <a16:creationId xmlns:a16="http://schemas.microsoft.com/office/drawing/2014/main" id="{700B0FDA-B21E-32EB-1182-56D40442D5CF}"/>
                  </a:ext>
                </a:extLst>
              </p:cNvPr>
              <p:cNvSpPr/>
              <p:nvPr/>
            </p:nvSpPr>
            <p:spPr>
              <a:xfrm>
                <a:off x="9196633" y="5165490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41" name="Freeform: Shape 12440">
                <a:extLst>
                  <a:ext uri="{FF2B5EF4-FFF2-40B4-BE49-F238E27FC236}">
                    <a16:creationId xmlns:a16="http://schemas.microsoft.com/office/drawing/2014/main" id="{53E235D0-22C2-FB5A-7435-C14D28BD0951}"/>
                  </a:ext>
                </a:extLst>
              </p:cNvPr>
              <p:cNvSpPr/>
              <p:nvPr/>
            </p:nvSpPr>
            <p:spPr>
              <a:xfrm>
                <a:off x="9196654" y="5163565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42" name="Freeform: Shape 12441">
                <a:extLst>
                  <a:ext uri="{FF2B5EF4-FFF2-40B4-BE49-F238E27FC236}">
                    <a16:creationId xmlns:a16="http://schemas.microsoft.com/office/drawing/2014/main" id="{3F937BB2-1996-6BE6-4704-98228E56F87C}"/>
                  </a:ext>
                </a:extLst>
              </p:cNvPr>
              <p:cNvSpPr/>
              <p:nvPr/>
            </p:nvSpPr>
            <p:spPr>
              <a:xfrm>
                <a:off x="9193942" y="5160166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1 w 6343"/>
                  <a:gd name="connsiteY4" fmla="*/ 132 h 6345"/>
                  <a:gd name="connsiteX5" fmla="*/ 1148 w 6343"/>
                  <a:gd name="connsiteY5" fmla="*/ 1062 h 6345"/>
                  <a:gd name="connsiteX6" fmla="*/ 220 w 6343"/>
                  <a:gd name="connsiteY6" fmla="*/ 3305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8" y="4954"/>
                      <a:pt x="6563" y="4147"/>
                      <a:pt x="6563" y="3305"/>
                    </a:cubicBezTo>
                    <a:cubicBezTo>
                      <a:pt x="6563" y="2464"/>
                      <a:pt x="6228" y="1657"/>
                      <a:pt x="5634" y="1062"/>
                    </a:cubicBezTo>
                    <a:cubicBezTo>
                      <a:pt x="5039" y="467"/>
                      <a:pt x="4232" y="132"/>
                      <a:pt x="3391" y="132"/>
                    </a:cubicBezTo>
                    <a:cubicBezTo>
                      <a:pt x="2550" y="132"/>
                      <a:pt x="1743" y="467"/>
                      <a:pt x="1148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43" name="Freeform: Shape 12442">
                <a:extLst>
                  <a:ext uri="{FF2B5EF4-FFF2-40B4-BE49-F238E27FC236}">
                    <a16:creationId xmlns:a16="http://schemas.microsoft.com/office/drawing/2014/main" id="{0C88D935-A14D-47E5-6DFD-C9EBCA57771B}"/>
                  </a:ext>
                </a:extLst>
              </p:cNvPr>
              <p:cNvSpPr/>
              <p:nvPr/>
            </p:nvSpPr>
            <p:spPr>
              <a:xfrm>
                <a:off x="9191536" y="5156878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8 h 6345"/>
                  <a:gd name="connsiteX2" fmla="*/ 6562 w 6343"/>
                  <a:gd name="connsiteY2" fmla="*/ 3305 h 6345"/>
                  <a:gd name="connsiteX3" fmla="*/ 5634 w 6343"/>
                  <a:gd name="connsiteY3" fmla="*/ 1061 h 6345"/>
                  <a:gd name="connsiteX4" fmla="*/ 3391 w 6343"/>
                  <a:gd name="connsiteY4" fmla="*/ 132 h 6345"/>
                  <a:gd name="connsiteX5" fmla="*/ 1148 w 6343"/>
                  <a:gd name="connsiteY5" fmla="*/ 1061 h 6345"/>
                  <a:gd name="connsiteX6" fmla="*/ 219 w 6343"/>
                  <a:gd name="connsiteY6" fmla="*/ 3305 h 6345"/>
                  <a:gd name="connsiteX7" fmla="*/ 1148 w 6343"/>
                  <a:gd name="connsiteY7" fmla="*/ 5548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3"/>
                      <a:pt x="5634" y="5548"/>
                    </a:cubicBezTo>
                    <a:cubicBezTo>
                      <a:pt x="6228" y="4953"/>
                      <a:pt x="6562" y="4146"/>
                      <a:pt x="6562" y="3305"/>
                    </a:cubicBezTo>
                    <a:cubicBezTo>
                      <a:pt x="6562" y="2463"/>
                      <a:pt x="6228" y="1656"/>
                      <a:pt x="5634" y="1061"/>
                    </a:cubicBezTo>
                    <a:cubicBezTo>
                      <a:pt x="5039" y="466"/>
                      <a:pt x="4232" y="132"/>
                      <a:pt x="3391" y="132"/>
                    </a:cubicBezTo>
                    <a:cubicBezTo>
                      <a:pt x="2550" y="132"/>
                      <a:pt x="1743" y="466"/>
                      <a:pt x="1148" y="1061"/>
                    </a:cubicBezTo>
                    <a:cubicBezTo>
                      <a:pt x="554" y="1656"/>
                      <a:pt x="219" y="2463"/>
                      <a:pt x="219" y="3305"/>
                    </a:cubicBezTo>
                    <a:cubicBezTo>
                      <a:pt x="219" y="4146"/>
                      <a:pt x="554" y="4953"/>
                      <a:pt x="1148" y="5548"/>
                    </a:cubicBezTo>
                    <a:cubicBezTo>
                      <a:pt x="1743" y="6143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44" name="Freeform: Shape 12443">
                <a:extLst>
                  <a:ext uri="{FF2B5EF4-FFF2-40B4-BE49-F238E27FC236}">
                    <a16:creationId xmlns:a16="http://schemas.microsoft.com/office/drawing/2014/main" id="{405C4BBD-3E54-774B-A15A-90D935968AC8}"/>
                  </a:ext>
                </a:extLst>
              </p:cNvPr>
              <p:cNvSpPr/>
              <p:nvPr/>
            </p:nvSpPr>
            <p:spPr>
              <a:xfrm>
                <a:off x="9191782" y="5154998"/>
                <a:ext cx="6343" cy="6345"/>
              </a:xfrm>
              <a:custGeom>
                <a:avLst/>
                <a:gdLst>
                  <a:gd name="connsiteX0" fmla="*/ 3391 w 6343"/>
                  <a:gd name="connsiteY0" fmla="*/ 6477 h 6345"/>
                  <a:gd name="connsiteX1" fmla="*/ 5634 w 6343"/>
                  <a:gd name="connsiteY1" fmla="*/ 5548 h 6345"/>
                  <a:gd name="connsiteX2" fmla="*/ 6562 w 6343"/>
                  <a:gd name="connsiteY2" fmla="*/ 3305 h 6345"/>
                  <a:gd name="connsiteX3" fmla="*/ 5634 w 6343"/>
                  <a:gd name="connsiteY3" fmla="*/ 1061 h 6345"/>
                  <a:gd name="connsiteX4" fmla="*/ 3391 w 6343"/>
                  <a:gd name="connsiteY4" fmla="*/ 132 h 6345"/>
                  <a:gd name="connsiteX5" fmla="*/ 1148 w 6343"/>
                  <a:gd name="connsiteY5" fmla="*/ 1061 h 6345"/>
                  <a:gd name="connsiteX6" fmla="*/ 219 w 6343"/>
                  <a:gd name="connsiteY6" fmla="*/ 3305 h 6345"/>
                  <a:gd name="connsiteX7" fmla="*/ 1148 w 6343"/>
                  <a:gd name="connsiteY7" fmla="*/ 5548 h 6345"/>
                  <a:gd name="connsiteX8" fmla="*/ 3391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7"/>
                    </a:moveTo>
                    <a:cubicBezTo>
                      <a:pt x="4232" y="6477"/>
                      <a:pt x="5039" y="6143"/>
                      <a:pt x="5634" y="5548"/>
                    </a:cubicBezTo>
                    <a:cubicBezTo>
                      <a:pt x="6228" y="4953"/>
                      <a:pt x="6562" y="4146"/>
                      <a:pt x="6562" y="3305"/>
                    </a:cubicBezTo>
                    <a:cubicBezTo>
                      <a:pt x="6562" y="2463"/>
                      <a:pt x="6228" y="1656"/>
                      <a:pt x="5634" y="1061"/>
                    </a:cubicBezTo>
                    <a:cubicBezTo>
                      <a:pt x="5039" y="466"/>
                      <a:pt x="4232" y="132"/>
                      <a:pt x="3391" y="132"/>
                    </a:cubicBezTo>
                    <a:cubicBezTo>
                      <a:pt x="2550" y="132"/>
                      <a:pt x="1743" y="466"/>
                      <a:pt x="1148" y="1061"/>
                    </a:cubicBezTo>
                    <a:cubicBezTo>
                      <a:pt x="554" y="1656"/>
                      <a:pt x="219" y="2463"/>
                      <a:pt x="219" y="3305"/>
                    </a:cubicBezTo>
                    <a:cubicBezTo>
                      <a:pt x="219" y="4146"/>
                      <a:pt x="554" y="4953"/>
                      <a:pt x="1148" y="5548"/>
                    </a:cubicBezTo>
                    <a:cubicBezTo>
                      <a:pt x="1743" y="6143"/>
                      <a:pt x="2550" y="6477"/>
                      <a:pt x="3391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45" name="Freeform: Shape 12444">
                <a:extLst>
                  <a:ext uri="{FF2B5EF4-FFF2-40B4-BE49-F238E27FC236}">
                    <a16:creationId xmlns:a16="http://schemas.microsoft.com/office/drawing/2014/main" id="{7DA5B723-D80D-6FF9-5DC8-2BB246DB416F}"/>
                  </a:ext>
                </a:extLst>
              </p:cNvPr>
              <p:cNvSpPr/>
              <p:nvPr/>
            </p:nvSpPr>
            <p:spPr>
              <a:xfrm>
                <a:off x="9189756" y="5151840"/>
                <a:ext cx="6343" cy="6345"/>
              </a:xfrm>
              <a:custGeom>
                <a:avLst/>
                <a:gdLst>
                  <a:gd name="connsiteX0" fmla="*/ 3391 w 6343"/>
                  <a:gd name="connsiteY0" fmla="*/ 6477 h 6345"/>
                  <a:gd name="connsiteX1" fmla="*/ 5633 w 6343"/>
                  <a:gd name="connsiteY1" fmla="*/ 5548 h 6345"/>
                  <a:gd name="connsiteX2" fmla="*/ 6562 w 6343"/>
                  <a:gd name="connsiteY2" fmla="*/ 3304 h 6345"/>
                  <a:gd name="connsiteX3" fmla="*/ 5633 w 6343"/>
                  <a:gd name="connsiteY3" fmla="*/ 1061 h 6345"/>
                  <a:gd name="connsiteX4" fmla="*/ 3391 w 6343"/>
                  <a:gd name="connsiteY4" fmla="*/ 132 h 6345"/>
                  <a:gd name="connsiteX5" fmla="*/ 1148 w 6343"/>
                  <a:gd name="connsiteY5" fmla="*/ 1061 h 6345"/>
                  <a:gd name="connsiteX6" fmla="*/ 219 w 6343"/>
                  <a:gd name="connsiteY6" fmla="*/ 3304 h 6345"/>
                  <a:gd name="connsiteX7" fmla="*/ 1148 w 6343"/>
                  <a:gd name="connsiteY7" fmla="*/ 5548 h 6345"/>
                  <a:gd name="connsiteX8" fmla="*/ 3391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7"/>
                    </a:moveTo>
                    <a:cubicBezTo>
                      <a:pt x="4232" y="6477"/>
                      <a:pt x="5039" y="6143"/>
                      <a:pt x="5633" y="5548"/>
                    </a:cubicBezTo>
                    <a:cubicBezTo>
                      <a:pt x="6228" y="4953"/>
                      <a:pt x="6562" y="4146"/>
                      <a:pt x="6562" y="3304"/>
                    </a:cubicBezTo>
                    <a:cubicBezTo>
                      <a:pt x="6562" y="2463"/>
                      <a:pt x="6228" y="1656"/>
                      <a:pt x="5633" y="1061"/>
                    </a:cubicBezTo>
                    <a:cubicBezTo>
                      <a:pt x="5039" y="466"/>
                      <a:pt x="4232" y="132"/>
                      <a:pt x="3391" y="132"/>
                    </a:cubicBezTo>
                    <a:cubicBezTo>
                      <a:pt x="2550" y="132"/>
                      <a:pt x="1743" y="466"/>
                      <a:pt x="1148" y="1061"/>
                    </a:cubicBezTo>
                    <a:cubicBezTo>
                      <a:pt x="553" y="1656"/>
                      <a:pt x="219" y="2463"/>
                      <a:pt x="219" y="3304"/>
                    </a:cubicBezTo>
                    <a:cubicBezTo>
                      <a:pt x="219" y="4146"/>
                      <a:pt x="553" y="4953"/>
                      <a:pt x="1148" y="5548"/>
                    </a:cubicBezTo>
                    <a:cubicBezTo>
                      <a:pt x="1743" y="6143"/>
                      <a:pt x="2550" y="6477"/>
                      <a:pt x="3391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46" name="Freeform: Shape 12445">
                <a:extLst>
                  <a:ext uri="{FF2B5EF4-FFF2-40B4-BE49-F238E27FC236}">
                    <a16:creationId xmlns:a16="http://schemas.microsoft.com/office/drawing/2014/main" id="{AE252933-5780-F8B1-C001-CEC55DA830A4}"/>
                  </a:ext>
                </a:extLst>
              </p:cNvPr>
              <p:cNvSpPr/>
              <p:nvPr/>
            </p:nvSpPr>
            <p:spPr>
              <a:xfrm>
                <a:off x="9189982" y="5149911"/>
                <a:ext cx="6343" cy="6345"/>
              </a:xfrm>
              <a:custGeom>
                <a:avLst/>
                <a:gdLst>
                  <a:gd name="connsiteX0" fmla="*/ 3391 w 6343"/>
                  <a:gd name="connsiteY0" fmla="*/ 6477 h 6345"/>
                  <a:gd name="connsiteX1" fmla="*/ 5633 w 6343"/>
                  <a:gd name="connsiteY1" fmla="*/ 5548 h 6345"/>
                  <a:gd name="connsiteX2" fmla="*/ 6562 w 6343"/>
                  <a:gd name="connsiteY2" fmla="*/ 3304 h 6345"/>
                  <a:gd name="connsiteX3" fmla="*/ 5633 w 6343"/>
                  <a:gd name="connsiteY3" fmla="*/ 1061 h 6345"/>
                  <a:gd name="connsiteX4" fmla="*/ 3391 w 6343"/>
                  <a:gd name="connsiteY4" fmla="*/ 132 h 6345"/>
                  <a:gd name="connsiteX5" fmla="*/ 1148 w 6343"/>
                  <a:gd name="connsiteY5" fmla="*/ 1061 h 6345"/>
                  <a:gd name="connsiteX6" fmla="*/ 219 w 6343"/>
                  <a:gd name="connsiteY6" fmla="*/ 3304 h 6345"/>
                  <a:gd name="connsiteX7" fmla="*/ 1148 w 6343"/>
                  <a:gd name="connsiteY7" fmla="*/ 5548 h 6345"/>
                  <a:gd name="connsiteX8" fmla="*/ 3391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7"/>
                    </a:moveTo>
                    <a:cubicBezTo>
                      <a:pt x="4232" y="6477"/>
                      <a:pt x="5039" y="6143"/>
                      <a:pt x="5633" y="5548"/>
                    </a:cubicBezTo>
                    <a:cubicBezTo>
                      <a:pt x="6228" y="4953"/>
                      <a:pt x="6562" y="4146"/>
                      <a:pt x="6562" y="3304"/>
                    </a:cubicBezTo>
                    <a:cubicBezTo>
                      <a:pt x="6562" y="2463"/>
                      <a:pt x="6228" y="1656"/>
                      <a:pt x="5633" y="1061"/>
                    </a:cubicBezTo>
                    <a:cubicBezTo>
                      <a:pt x="5039" y="466"/>
                      <a:pt x="4232" y="132"/>
                      <a:pt x="3391" y="132"/>
                    </a:cubicBezTo>
                    <a:cubicBezTo>
                      <a:pt x="2550" y="132"/>
                      <a:pt x="1743" y="466"/>
                      <a:pt x="1148" y="1061"/>
                    </a:cubicBezTo>
                    <a:cubicBezTo>
                      <a:pt x="553" y="1656"/>
                      <a:pt x="219" y="2463"/>
                      <a:pt x="219" y="3304"/>
                    </a:cubicBezTo>
                    <a:cubicBezTo>
                      <a:pt x="219" y="4146"/>
                      <a:pt x="553" y="4953"/>
                      <a:pt x="1148" y="5548"/>
                    </a:cubicBezTo>
                    <a:cubicBezTo>
                      <a:pt x="1743" y="6143"/>
                      <a:pt x="2550" y="6477"/>
                      <a:pt x="3391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47" name="Freeform: Shape 12446">
                <a:extLst>
                  <a:ext uri="{FF2B5EF4-FFF2-40B4-BE49-F238E27FC236}">
                    <a16:creationId xmlns:a16="http://schemas.microsoft.com/office/drawing/2014/main" id="{C665F2A0-DC54-0843-BB53-4A97CC9D1601}"/>
                  </a:ext>
                </a:extLst>
              </p:cNvPr>
              <p:cNvSpPr/>
              <p:nvPr/>
            </p:nvSpPr>
            <p:spPr>
              <a:xfrm>
                <a:off x="9189790" y="5147731"/>
                <a:ext cx="6343" cy="6345"/>
              </a:xfrm>
              <a:custGeom>
                <a:avLst/>
                <a:gdLst>
                  <a:gd name="connsiteX0" fmla="*/ 3391 w 6343"/>
                  <a:gd name="connsiteY0" fmla="*/ 6477 h 6345"/>
                  <a:gd name="connsiteX1" fmla="*/ 5633 w 6343"/>
                  <a:gd name="connsiteY1" fmla="*/ 5548 h 6345"/>
                  <a:gd name="connsiteX2" fmla="*/ 6562 w 6343"/>
                  <a:gd name="connsiteY2" fmla="*/ 3304 h 6345"/>
                  <a:gd name="connsiteX3" fmla="*/ 5633 w 6343"/>
                  <a:gd name="connsiteY3" fmla="*/ 1061 h 6345"/>
                  <a:gd name="connsiteX4" fmla="*/ 3391 w 6343"/>
                  <a:gd name="connsiteY4" fmla="*/ 131 h 6345"/>
                  <a:gd name="connsiteX5" fmla="*/ 1148 w 6343"/>
                  <a:gd name="connsiteY5" fmla="*/ 1061 h 6345"/>
                  <a:gd name="connsiteX6" fmla="*/ 219 w 6343"/>
                  <a:gd name="connsiteY6" fmla="*/ 3304 h 6345"/>
                  <a:gd name="connsiteX7" fmla="*/ 1148 w 6343"/>
                  <a:gd name="connsiteY7" fmla="*/ 5548 h 6345"/>
                  <a:gd name="connsiteX8" fmla="*/ 3391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7"/>
                    </a:moveTo>
                    <a:cubicBezTo>
                      <a:pt x="4232" y="6477"/>
                      <a:pt x="5039" y="6143"/>
                      <a:pt x="5633" y="5548"/>
                    </a:cubicBezTo>
                    <a:cubicBezTo>
                      <a:pt x="6228" y="4953"/>
                      <a:pt x="6562" y="4146"/>
                      <a:pt x="6562" y="3304"/>
                    </a:cubicBezTo>
                    <a:cubicBezTo>
                      <a:pt x="6562" y="2463"/>
                      <a:pt x="6228" y="1656"/>
                      <a:pt x="5633" y="1061"/>
                    </a:cubicBezTo>
                    <a:cubicBezTo>
                      <a:pt x="5039" y="466"/>
                      <a:pt x="4232" y="131"/>
                      <a:pt x="3391" y="131"/>
                    </a:cubicBezTo>
                    <a:cubicBezTo>
                      <a:pt x="2550" y="131"/>
                      <a:pt x="1743" y="466"/>
                      <a:pt x="1148" y="1061"/>
                    </a:cubicBezTo>
                    <a:cubicBezTo>
                      <a:pt x="553" y="1656"/>
                      <a:pt x="219" y="2463"/>
                      <a:pt x="219" y="3304"/>
                    </a:cubicBezTo>
                    <a:cubicBezTo>
                      <a:pt x="219" y="4146"/>
                      <a:pt x="553" y="4953"/>
                      <a:pt x="1148" y="5548"/>
                    </a:cubicBezTo>
                    <a:cubicBezTo>
                      <a:pt x="1743" y="6143"/>
                      <a:pt x="2550" y="6477"/>
                      <a:pt x="3391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48" name="Freeform: Shape 12447">
                <a:extLst>
                  <a:ext uri="{FF2B5EF4-FFF2-40B4-BE49-F238E27FC236}">
                    <a16:creationId xmlns:a16="http://schemas.microsoft.com/office/drawing/2014/main" id="{AB52638A-4FC9-674C-787B-7B4394E0D9D0}"/>
                  </a:ext>
                </a:extLst>
              </p:cNvPr>
              <p:cNvSpPr/>
              <p:nvPr/>
            </p:nvSpPr>
            <p:spPr>
              <a:xfrm>
                <a:off x="9189347" y="5145386"/>
                <a:ext cx="6343" cy="6345"/>
              </a:xfrm>
              <a:custGeom>
                <a:avLst/>
                <a:gdLst>
                  <a:gd name="connsiteX0" fmla="*/ 3391 w 6343"/>
                  <a:gd name="connsiteY0" fmla="*/ 6477 h 6345"/>
                  <a:gd name="connsiteX1" fmla="*/ 5633 w 6343"/>
                  <a:gd name="connsiteY1" fmla="*/ 5547 h 6345"/>
                  <a:gd name="connsiteX2" fmla="*/ 6562 w 6343"/>
                  <a:gd name="connsiteY2" fmla="*/ 3304 h 6345"/>
                  <a:gd name="connsiteX3" fmla="*/ 5633 w 6343"/>
                  <a:gd name="connsiteY3" fmla="*/ 1061 h 6345"/>
                  <a:gd name="connsiteX4" fmla="*/ 3391 w 6343"/>
                  <a:gd name="connsiteY4" fmla="*/ 131 h 6345"/>
                  <a:gd name="connsiteX5" fmla="*/ 1148 w 6343"/>
                  <a:gd name="connsiteY5" fmla="*/ 1061 h 6345"/>
                  <a:gd name="connsiteX6" fmla="*/ 219 w 6343"/>
                  <a:gd name="connsiteY6" fmla="*/ 3304 h 6345"/>
                  <a:gd name="connsiteX7" fmla="*/ 1148 w 6343"/>
                  <a:gd name="connsiteY7" fmla="*/ 5547 h 6345"/>
                  <a:gd name="connsiteX8" fmla="*/ 3391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7"/>
                    </a:moveTo>
                    <a:cubicBezTo>
                      <a:pt x="4232" y="6477"/>
                      <a:pt x="5039" y="6142"/>
                      <a:pt x="5633" y="5547"/>
                    </a:cubicBezTo>
                    <a:cubicBezTo>
                      <a:pt x="6228" y="4952"/>
                      <a:pt x="6562" y="4145"/>
                      <a:pt x="6562" y="3304"/>
                    </a:cubicBezTo>
                    <a:cubicBezTo>
                      <a:pt x="6562" y="2463"/>
                      <a:pt x="6228" y="1656"/>
                      <a:pt x="5633" y="1061"/>
                    </a:cubicBezTo>
                    <a:cubicBezTo>
                      <a:pt x="5039" y="466"/>
                      <a:pt x="4232" y="131"/>
                      <a:pt x="3391" y="131"/>
                    </a:cubicBezTo>
                    <a:cubicBezTo>
                      <a:pt x="2550" y="131"/>
                      <a:pt x="1743" y="466"/>
                      <a:pt x="1148" y="1061"/>
                    </a:cubicBezTo>
                    <a:cubicBezTo>
                      <a:pt x="553" y="1656"/>
                      <a:pt x="219" y="2463"/>
                      <a:pt x="219" y="3304"/>
                    </a:cubicBezTo>
                    <a:cubicBezTo>
                      <a:pt x="219" y="4145"/>
                      <a:pt x="553" y="4952"/>
                      <a:pt x="1148" y="5547"/>
                    </a:cubicBezTo>
                    <a:cubicBezTo>
                      <a:pt x="1743" y="6142"/>
                      <a:pt x="2550" y="6477"/>
                      <a:pt x="3391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49" name="Freeform: Shape 12448">
                <a:extLst>
                  <a:ext uri="{FF2B5EF4-FFF2-40B4-BE49-F238E27FC236}">
                    <a16:creationId xmlns:a16="http://schemas.microsoft.com/office/drawing/2014/main" id="{9FF6B575-303E-D0FD-BAE9-358685E0EB2E}"/>
                  </a:ext>
                </a:extLst>
              </p:cNvPr>
              <p:cNvSpPr/>
              <p:nvPr/>
            </p:nvSpPr>
            <p:spPr>
              <a:xfrm>
                <a:off x="9189995" y="5143665"/>
                <a:ext cx="6343" cy="6345"/>
              </a:xfrm>
              <a:custGeom>
                <a:avLst/>
                <a:gdLst>
                  <a:gd name="connsiteX0" fmla="*/ 3391 w 6343"/>
                  <a:gd name="connsiteY0" fmla="*/ 6477 h 6345"/>
                  <a:gd name="connsiteX1" fmla="*/ 5633 w 6343"/>
                  <a:gd name="connsiteY1" fmla="*/ 5547 h 6345"/>
                  <a:gd name="connsiteX2" fmla="*/ 6562 w 6343"/>
                  <a:gd name="connsiteY2" fmla="*/ 3304 h 6345"/>
                  <a:gd name="connsiteX3" fmla="*/ 5633 w 6343"/>
                  <a:gd name="connsiteY3" fmla="*/ 1060 h 6345"/>
                  <a:gd name="connsiteX4" fmla="*/ 3391 w 6343"/>
                  <a:gd name="connsiteY4" fmla="*/ 131 h 6345"/>
                  <a:gd name="connsiteX5" fmla="*/ 1148 w 6343"/>
                  <a:gd name="connsiteY5" fmla="*/ 1060 h 6345"/>
                  <a:gd name="connsiteX6" fmla="*/ 219 w 6343"/>
                  <a:gd name="connsiteY6" fmla="*/ 3304 h 6345"/>
                  <a:gd name="connsiteX7" fmla="*/ 1148 w 6343"/>
                  <a:gd name="connsiteY7" fmla="*/ 5547 h 6345"/>
                  <a:gd name="connsiteX8" fmla="*/ 3391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7"/>
                    </a:moveTo>
                    <a:cubicBezTo>
                      <a:pt x="4232" y="6477"/>
                      <a:pt x="5039" y="6142"/>
                      <a:pt x="5633" y="5547"/>
                    </a:cubicBezTo>
                    <a:cubicBezTo>
                      <a:pt x="6228" y="4952"/>
                      <a:pt x="6562" y="4145"/>
                      <a:pt x="6562" y="3304"/>
                    </a:cubicBezTo>
                    <a:cubicBezTo>
                      <a:pt x="6562" y="2462"/>
                      <a:pt x="6228" y="1655"/>
                      <a:pt x="5633" y="1060"/>
                    </a:cubicBezTo>
                    <a:cubicBezTo>
                      <a:pt x="5039" y="465"/>
                      <a:pt x="4232" y="131"/>
                      <a:pt x="3391" y="131"/>
                    </a:cubicBezTo>
                    <a:cubicBezTo>
                      <a:pt x="2550" y="131"/>
                      <a:pt x="1743" y="465"/>
                      <a:pt x="1148" y="1060"/>
                    </a:cubicBezTo>
                    <a:cubicBezTo>
                      <a:pt x="553" y="1655"/>
                      <a:pt x="219" y="2462"/>
                      <a:pt x="219" y="3304"/>
                    </a:cubicBezTo>
                    <a:cubicBezTo>
                      <a:pt x="219" y="4145"/>
                      <a:pt x="553" y="4952"/>
                      <a:pt x="1148" y="5547"/>
                    </a:cubicBezTo>
                    <a:cubicBezTo>
                      <a:pt x="1743" y="6142"/>
                      <a:pt x="2550" y="6477"/>
                      <a:pt x="3391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50" name="Freeform: Shape 12449">
                <a:extLst>
                  <a:ext uri="{FF2B5EF4-FFF2-40B4-BE49-F238E27FC236}">
                    <a16:creationId xmlns:a16="http://schemas.microsoft.com/office/drawing/2014/main" id="{37FCE8EF-6FFF-8B9C-E0CA-6A73378C8ADA}"/>
                  </a:ext>
                </a:extLst>
              </p:cNvPr>
              <p:cNvSpPr/>
              <p:nvPr/>
            </p:nvSpPr>
            <p:spPr>
              <a:xfrm>
                <a:off x="9190334" y="5141754"/>
                <a:ext cx="6343" cy="6345"/>
              </a:xfrm>
              <a:custGeom>
                <a:avLst/>
                <a:gdLst>
                  <a:gd name="connsiteX0" fmla="*/ 3391 w 6343"/>
                  <a:gd name="connsiteY0" fmla="*/ 6476 h 6345"/>
                  <a:gd name="connsiteX1" fmla="*/ 5633 w 6343"/>
                  <a:gd name="connsiteY1" fmla="*/ 5547 h 6345"/>
                  <a:gd name="connsiteX2" fmla="*/ 6562 w 6343"/>
                  <a:gd name="connsiteY2" fmla="*/ 3304 h 6345"/>
                  <a:gd name="connsiteX3" fmla="*/ 5633 w 6343"/>
                  <a:gd name="connsiteY3" fmla="*/ 1060 h 6345"/>
                  <a:gd name="connsiteX4" fmla="*/ 3391 w 6343"/>
                  <a:gd name="connsiteY4" fmla="*/ 131 h 6345"/>
                  <a:gd name="connsiteX5" fmla="*/ 1148 w 6343"/>
                  <a:gd name="connsiteY5" fmla="*/ 1060 h 6345"/>
                  <a:gd name="connsiteX6" fmla="*/ 219 w 6343"/>
                  <a:gd name="connsiteY6" fmla="*/ 3304 h 6345"/>
                  <a:gd name="connsiteX7" fmla="*/ 1148 w 6343"/>
                  <a:gd name="connsiteY7" fmla="*/ 5547 h 6345"/>
                  <a:gd name="connsiteX8" fmla="*/ 3391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6"/>
                    </a:moveTo>
                    <a:cubicBezTo>
                      <a:pt x="4232" y="6476"/>
                      <a:pt x="5039" y="6142"/>
                      <a:pt x="5633" y="5547"/>
                    </a:cubicBezTo>
                    <a:cubicBezTo>
                      <a:pt x="6228" y="4952"/>
                      <a:pt x="6562" y="4145"/>
                      <a:pt x="6562" y="3304"/>
                    </a:cubicBezTo>
                    <a:cubicBezTo>
                      <a:pt x="6562" y="2462"/>
                      <a:pt x="6228" y="1655"/>
                      <a:pt x="5633" y="1060"/>
                    </a:cubicBezTo>
                    <a:cubicBezTo>
                      <a:pt x="5039" y="465"/>
                      <a:pt x="4232" y="131"/>
                      <a:pt x="3391" y="131"/>
                    </a:cubicBezTo>
                    <a:cubicBezTo>
                      <a:pt x="2550" y="131"/>
                      <a:pt x="1743" y="465"/>
                      <a:pt x="1148" y="1060"/>
                    </a:cubicBezTo>
                    <a:cubicBezTo>
                      <a:pt x="553" y="1655"/>
                      <a:pt x="219" y="2462"/>
                      <a:pt x="219" y="3304"/>
                    </a:cubicBezTo>
                    <a:cubicBezTo>
                      <a:pt x="219" y="4145"/>
                      <a:pt x="553" y="4952"/>
                      <a:pt x="1148" y="5547"/>
                    </a:cubicBezTo>
                    <a:cubicBezTo>
                      <a:pt x="1743" y="6142"/>
                      <a:pt x="2550" y="6476"/>
                      <a:pt x="3391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51" name="Freeform: Shape 12450">
                <a:extLst>
                  <a:ext uri="{FF2B5EF4-FFF2-40B4-BE49-F238E27FC236}">
                    <a16:creationId xmlns:a16="http://schemas.microsoft.com/office/drawing/2014/main" id="{D0D6C2AC-A4B7-F186-23B3-62DF12BE2E11}"/>
                  </a:ext>
                </a:extLst>
              </p:cNvPr>
              <p:cNvSpPr/>
              <p:nvPr/>
            </p:nvSpPr>
            <p:spPr>
              <a:xfrm>
                <a:off x="9190793" y="5139906"/>
                <a:ext cx="6343" cy="6345"/>
              </a:xfrm>
              <a:custGeom>
                <a:avLst/>
                <a:gdLst>
                  <a:gd name="connsiteX0" fmla="*/ 3391 w 6343"/>
                  <a:gd name="connsiteY0" fmla="*/ 6476 h 6345"/>
                  <a:gd name="connsiteX1" fmla="*/ 5633 w 6343"/>
                  <a:gd name="connsiteY1" fmla="*/ 5547 h 6345"/>
                  <a:gd name="connsiteX2" fmla="*/ 6562 w 6343"/>
                  <a:gd name="connsiteY2" fmla="*/ 3304 h 6345"/>
                  <a:gd name="connsiteX3" fmla="*/ 5633 w 6343"/>
                  <a:gd name="connsiteY3" fmla="*/ 1060 h 6345"/>
                  <a:gd name="connsiteX4" fmla="*/ 3391 w 6343"/>
                  <a:gd name="connsiteY4" fmla="*/ 131 h 6345"/>
                  <a:gd name="connsiteX5" fmla="*/ 1148 w 6343"/>
                  <a:gd name="connsiteY5" fmla="*/ 1060 h 6345"/>
                  <a:gd name="connsiteX6" fmla="*/ 219 w 6343"/>
                  <a:gd name="connsiteY6" fmla="*/ 3304 h 6345"/>
                  <a:gd name="connsiteX7" fmla="*/ 1148 w 6343"/>
                  <a:gd name="connsiteY7" fmla="*/ 5547 h 6345"/>
                  <a:gd name="connsiteX8" fmla="*/ 3391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6"/>
                    </a:moveTo>
                    <a:cubicBezTo>
                      <a:pt x="4232" y="6476"/>
                      <a:pt x="5039" y="6142"/>
                      <a:pt x="5633" y="5547"/>
                    </a:cubicBezTo>
                    <a:cubicBezTo>
                      <a:pt x="6228" y="4952"/>
                      <a:pt x="6562" y="4145"/>
                      <a:pt x="6562" y="3304"/>
                    </a:cubicBezTo>
                    <a:cubicBezTo>
                      <a:pt x="6562" y="2462"/>
                      <a:pt x="6228" y="1655"/>
                      <a:pt x="5633" y="1060"/>
                    </a:cubicBezTo>
                    <a:cubicBezTo>
                      <a:pt x="5039" y="465"/>
                      <a:pt x="4232" y="131"/>
                      <a:pt x="3391" y="131"/>
                    </a:cubicBezTo>
                    <a:cubicBezTo>
                      <a:pt x="2550" y="131"/>
                      <a:pt x="1743" y="465"/>
                      <a:pt x="1148" y="1060"/>
                    </a:cubicBezTo>
                    <a:cubicBezTo>
                      <a:pt x="553" y="1655"/>
                      <a:pt x="219" y="2462"/>
                      <a:pt x="219" y="3304"/>
                    </a:cubicBezTo>
                    <a:cubicBezTo>
                      <a:pt x="219" y="4145"/>
                      <a:pt x="553" y="4952"/>
                      <a:pt x="1148" y="5547"/>
                    </a:cubicBezTo>
                    <a:cubicBezTo>
                      <a:pt x="1743" y="6142"/>
                      <a:pt x="2550" y="6476"/>
                      <a:pt x="3391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52" name="Freeform: Shape 12451">
                <a:extLst>
                  <a:ext uri="{FF2B5EF4-FFF2-40B4-BE49-F238E27FC236}">
                    <a16:creationId xmlns:a16="http://schemas.microsoft.com/office/drawing/2014/main" id="{7EF9D51B-6974-5598-480B-9EA1BB1ABDEF}"/>
                  </a:ext>
                </a:extLst>
              </p:cNvPr>
              <p:cNvSpPr/>
              <p:nvPr/>
            </p:nvSpPr>
            <p:spPr>
              <a:xfrm>
                <a:off x="9193759" y="5139595"/>
                <a:ext cx="6343" cy="6345"/>
              </a:xfrm>
              <a:custGeom>
                <a:avLst/>
                <a:gdLst>
                  <a:gd name="connsiteX0" fmla="*/ 3391 w 6343"/>
                  <a:gd name="connsiteY0" fmla="*/ 6476 h 6345"/>
                  <a:gd name="connsiteX1" fmla="*/ 5634 w 6343"/>
                  <a:gd name="connsiteY1" fmla="*/ 5547 h 6345"/>
                  <a:gd name="connsiteX2" fmla="*/ 6563 w 6343"/>
                  <a:gd name="connsiteY2" fmla="*/ 3304 h 6345"/>
                  <a:gd name="connsiteX3" fmla="*/ 5634 w 6343"/>
                  <a:gd name="connsiteY3" fmla="*/ 1060 h 6345"/>
                  <a:gd name="connsiteX4" fmla="*/ 3391 w 6343"/>
                  <a:gd name="connsiteY4" fmla="*/ 131 h 6345"/>
                  <a:gd name="connsiteX5" fmla="*/ 1148 w 6343"/>
                  <a:gd name="connsiteY5" fmla="*/ 1060 h 6345"/>
                  <a:gd name="connsiteX6" fmla="*/ 220 w 6343"/>
                  <a:gd name="connsiteY6" fmla="*/ 3304 h 6345"/>
                  <a:gd name="connsiteX7" fmla="*/ 1148 w 6343"/>
                  <a:gd name="connsiteY7" fmla="*/ 5547 h 6345"/>
                  <a:gd name="connsiteX8" fmla="*/ 3391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6"/>
                    </a:moveTo>
                    <a:cubicBezTo>
                      <a:pt x="4232" y="6476"/>
                      <a:pt x="5039" y="6142"/>
                      <a:pt x="5634" y="5547"/>
                    </a:cubicBezTo>
                    <a:cubicBezTo>
                      <a:pt x="6228" y="4952"/>
                      <a:pt x="6563" y="4145"/>
                      <a:pt x="6563" y="3304"/>
                    </a:cubicBezTo>
                    <a:cubicBezTo>
                      <a:pt x="6563" y="2462"/>
                      <a:pt x="6228" y="1655"/>
                      <a:pt x="5634" y="1060"/>
                    </a:cubicBezTo>
                    <a:cubicBezTo>
                      <a:pt x="5039" y="465"/>
                      <a:pt x="4232" y="131"/>
                      <a:pt x="3391" y="131"/>
                    </a:cubicBezTo>
                    <a:cubicBezTo>
                      <a:pt x="2550" y="131"/>
                      <a:pt x="1743" y="465"/>
                      <a:pt x="1148" y="1060"/>
                    </a:cubicBezTo>
                    <a:cubicBezTo>
                      <a:pt x="554" y="1655"/>
                      <a:pt x="220" y="2462"/>
                      <a:pt x="220" y="3304"/>
                    </a:cubicBezTo>
                    <a:cubicBezTo>
                      <a:pt x="220" y="4145"/>
                      <a:pt x="554" y="4952"/>
                      <a:pt x="1148" y="5547"/>
                    </a:cubicBezTo>
                    <a:cubicBezTo>
                      <a:pt x="1743" y="6142"/>
                      <a:pt x="2550" y="6476"/>
                      <a:pt x="3391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53" name="Freeform: Shape 12452">
                <a:extLst>
                  <a:ext uri="{FF2B5EF4-FFF2-40B4-BE49-F238E27FC236}">
                    <a16:creationId xmlns:a16="http://schemas.microsoft.com/office/drawing/2014/main" id="{D8E53761-68DF-2F3E-C072-569398E2434C}"/>
                  </a:ext>
                </a:extLst>
              </p:cNvPr>
              <p:cNvSpPr/>
              <p:nvPr/>
            </p:nvSpPr>
            <p:spPr>
              <a:xfrm>
                <a:off x="9222096" y="5153270"/>
                <a:ext cx="6343" cy="6345"/>
              </a:xfrm>
              <a:custGeom>
                <a:avLst/>
                <a:gdLst>
                  <a:gd name="connsiteX0" fmla="*/ 3393 w 6343"/>
                  <a:gd name="connsiteY0" fmla="*/ 6477 h 6345"/>
                  <a:gd name="connsiteX1" fmla="*/ 5636 w 6343"/>
                  <a:gd name="connsiteY1" fmla="*/ 5548 h 6345"/>
                  <a:gd name="connsiteX2" fmla="*/ 6565 w 6343"/>
                  <a:gd name="connsiteY2" fmla="*/ 3305 h 6345"/>
                  <a:gd name="connsiteX3" fmla="*/ 5636 w 6343"/>
                  <a:gd name="connsiteY3" fmla="*/ 1061 h 6345"/>
                  <a:gd name="connsiteX4" fmla="*/ 3393 w 6343"/>
                  <a:gd name="connsiteY4" fmla="*/ 132 h 6345"/>
                  <a:gd name="connsiteX5" fmla="*/ 1151 w 6343"/>
                  <a:gd name="connsiteY5" fmla="*/ 1061 h 6345"/>
                  <a:gd name="connsiteX6" fmla="*/ 222 w 6343"/>
                  <a:gd name="connsiteY6" fmla="*/ 3305 h 6345"/>
                  <a:gd name="connsiteX7" fmla="*/ 1151 w 6343"/>
                  <a:gd name="connsiteY7" fmla="*/ 5548 h 6345"/>
                  <a:gd name="connsiteX8" fmla="*/ 339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7"/>
                    </a:moveTo>
                    <a:cubicBezTo>
                      <a:pt x="4234" y="6477"/>
                      <a:pt x="5041" y="6143"/>
                      <a:pt x="5636" y="5548"/>
                    </a:cubicBezTo>
                    <a:cubicBezTo>
                      <a:pt x="6231" y="4953"/>
                      <a:pt x="6565" y="4146"/>
                      <a:pt x="6565" y="3305"/>
                    </a:cubicBezTo>
                    <a:cubicBezTo>
                      <a:pt x="6565" y="2463"/>
                      <a:pt x="6231" y="1656"/>
                      <a:pt x="5636" y="1061"/>
                    </a:cubicBezTo>
                    <a:cubicBezTo>
                      <a:pt x="5041" y="466"/>
                      <a:pt x="4234" y="132"/>
                      <a:pt x="3393" y="132"/>
                    </a:cubicBezTo>
                    <a:cubicBezTo>
                      <a:pt x="2552" y="132"/>
                      <a:pt x="1745" y="466"/>
                      <a:pt x="1151" y="1061"/>
                    </a:cubicBezTo>
                    <a:cubicBezTo>
                      <a:pt x="556" y="1656"/>
                      <a:pt x="222" y="2463"/>
                      <a:pt x="222" y="3305"/>
                    </a:cubicBezTo>
                    <a:cubicBezTo>
                      <a:pt x="222" y="4146"/>
                      <a:pt x="556" y="4953"/>
                      <a:pt x="1151" y="5548"/>
                    </a:cubicBezTo>
                    <a:cubicBezTo>
                      <a:pt x="1745" y="6143"/>
                      <a:pt x="2552" y="6477"/>
                      <a:pt x="339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54" name="Freeform: Shape 12453">
                <a:extLst>
                  <a:ext uri="{FF2B5EF4-FFF2-40B4-BE49-F238E27FC236}">
                    <a16:creationId xmlns:a16="http://schemas.microsoft.com/office/drawing/2014/main" id="{A7B42E18-3750-DA94-A56D-075B58B21538}"/>
                  </a:ext>
                </a:extLst>
              </p:cNvPr>
              <p:cNvSpPr/>
              <p:nvPr/>
            </p:nvSpPr>
            <p:spPr>
              <a:xfrm>
                <a:off x="9227600" y="5152999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6 w 6343"/>
                  <a:gd name="connsiteY1" fmla="*/ 5548 h 6345"/>
                  <a:gd name="connsiteX2" fmla="*/ 6565 w 6343"/>
                  <a:gd name="connsiteY2" fmla="*/ 3305 h 6345"/>
                  <a:gd name="connsiteX3" fmla="*/ 5636 w 6343"/>
                  <a:gd name="connsiteY3" fmla="*/ 1061 h 6345"/>
                  <a:gd name="connsiteX4" fmla="*/ 3394 w 6343"/>
                  <a:gd name="connsiteY4" fmla="*/ 132 h 6345"/>
                  <a:gd name="connsiteX5" fmla="*/ 1151 w 6343"/>
                  <a:gd name="connsiteY5" fmla="*/ 1061 h 6345"/>
                  <a:gd name="connsiteX6" fmla="*/ 222 w 6343"/>
                  <a:gd name="connsiteY6" fmla="*/ 3305 h 6345"/>
                  <a:gd name="connsiteX7" fmla="*/ 1151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6" y="5548"/>
                    </a:cubicBezTo>
                    <a:cubicBezTo>
                      <a:pt x="6231" y="4953"/>
                      <a:pt x="6565" y="4146"/>
                      <a:pt x="6565" y="3305"/>
                    </a:cubicBezTo>
                    <a:cubicBezTo>
                      <a:pt x="6565" y="2463"/>
                      <a:pt x="6231" y="1656"/>
                      <a:pt x="5636" y="1061"/>
                    </a:cubicBezTo>
                    <a:cubicBezTo>
                      <a:pt x="5042" y="466"/>
                      <a:pt x="4235" y="132"/>
                      <a:pt x="3394" y="132"/>
                    </a:cubicBezTo>
                    <a:cubicBezTo>
                      <a:pt x="2553" y="132"/>
                      <a:pt x="1746" y="466"/>
                      <a:pt x="1151" y="1061"/>
                    </a:cubicBezTo>
                    <a:cubicBezTo>
                      <a:pt x="556" y="1656"/>
                      <a:pt x="222" y="2463"/>
                      <a:pt x="222" y="3305"/>
                    </a:cubicBezTo>
                    <a:cubicBezTo>
                      <a:pt x="222" y="4146"/>
                      <a:pt x="556" y="4953"/>
                      <a:pt x="1151" y="5548"/>
                    </a:cubicBezTo>
                    <a:cubicBezTo>
                      <a:pt x="1746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55" name="Freeform: Shape 12454">
                <a:extLst>
                  <a:ext uri="{FF2B5EF4-FFF2-40B4-BE49-F238E27FC236}">
                    <a16:creationId xmlns:a16="http://schemas.microsoft.com/office/drawing/2014/main" id="{75AA7C84-E805-18E2-C528-2282E0A7E941}"/>
                  </a:ext>
                </a:extLst>
              </p:cNvPr>
              <p:cNvSpPr/>
              <p:nvPr/>
            </p:nvSpPr>
            <p:spPr>
              <a:xfrm>
                <a:off x="9231121" y="5153421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5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1 w 6343"/>
                  <a:gd name="connsiteY5" fmla="*/ 1061 h 6345"/>
                  <a:gd name="connsiteX6" fmla="*/ 222 w 6343"/>
                  <a:gd name="connsiteY6" fmla="*/ 3305 h 6345"/>
                  <a:gd name="connsiteX7" fmla="*/ 1151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7" y="5548"/>
                    </a:cubicBezTo>
                    <a:cubicBezTo>
                      <a:pt x="6231" y="4953"/>
                      <a:pt x="6566" y="4146"/>
                      <a:pt x="6566" y="3305"/>
                    </a:cubicBezTo>
                    <a:cubicBezTo>
                      <a:pt x="6566" y="2463"/>
                      <a:pt x="6231" y="1656"/>
                      <a:pt x="5637" y="1061"/>
                    </a:cubicBezTo>
                    <a:cubicBezTo>
                      <a:pt x="5042" y="466"/>
                      <a:pt x="4235" y="132"/>
                      <a:pt x="3394" y="132"/>
                    </a:cubicBezTo>
                    <a:cubicBezTo>
                      <a:pt x="2553" y="132"/>
                      <a:pt x="1746" y="466"/>
                      <a:pt x="1151" y="1061"/>
                    </a:cubicBezTo>
                    <a:cubicBezTo>
                      <a:pt x="557" y="1656"/>
                      <a:pt x="222" y="2463"/>
                      <a:pt x="222" y="3305"/>
                    </a:cubicBezTo>
                    <a:cubicBezTo>
                      <a:pt x="222" y="4146"/>
                      <a:pt x="557" y="4953"/>
                      <a:pt x="1151" y="5548"/>
                    </a:cubicBezTo>
                    <a:cubicBezTo>
                      <a:pt x="1746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56" name="Freeform: Shape 12455">
                <a:extLst>
                  <a:ext uri="{FF2B5EF4-FFF2-40B4-BE49-F238E27FC236}">
                    <a16:creationId xmlns:a16="http://schemas.microsoft.com/office/drawing/2014/main" id="{061811C2-8903-28F0-166A-A96CA60039FD}"/>
                  </a:ext>
                </a:extLst>
              </p:cNvPr>
              <p:cNvSpPr/>
              <p:nvPr/>
            </p:nvSpPr>
            <p:spPr>
              <a:xfrm>
                <a:off x="9232454" y="5152426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5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1 w 6343"/>
                  <a:gd name="connsiteY5" fmla="*/ 1061 h 6345"/>
                  <a:gd name="connsiteX6" fmla="*/ 223 w 6343"/>
                  <a:gd name="connsiteY6" fmla="*/ 3305 h 6345"/>
                  <a:gd name="connsiteX7" fmla="*/ 1151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7" y="5548"/>
                    </a:cubicBezTo>
                    <a:cubicBezTo>
                      <a:pt x="6231" y="4953"/>
                      <a:pt x="6566" y="4146"/>
                      <a:pt x="6566" y="3305"/>
                    </a:cubicBezTo>
                    <a:cubicBezTo>
                      <a:pt x="6566" y="2463"/>
                      <a:pt x="6231" y="1656"/>
                      <a:pt x="5637" y="1061"/>
                    </a:cubicBezTo>
                    <a:cubicBezTo>
                      <a:pt x="5042" y="466"/>
                      <a:pt x="4235" y="132"/>
                      <a:pt x="3394" y="132"/>
                    </a:cubicBezTo>
                    <a:cubicBezTo>
                      <a:pt x="2553" y="132"/>
                      <a:pt x="1746" y="466"/>
                      <a:pt x="1151" y="1061"/>
                    </a:cubicBezTo>
                    <a:cubicBezTo>
                      <a:pt x="557" y="1656"/>
                      <a:pt x="223" y="2463"/>
                      <a:pt x="223" y="3305"/>
                    </a:cubicBezTo>
                    <a:cubicBezTo>
                      <a:pt x="223" y="4146"/>
                      <a:pt x="557" y="4953"/>
                      <a:pt x="1151" y="5548"/>
                    </a:cubicBezTo>
                    <a:cubicBezTo>
                      <a:pt x="1746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57" name="Freeform: Shape 12456">
                <a:extLst>
                  <a:ext uri="{FF2B5EF4-FFF2-40B4-BE49-F238E27FC236}">
                    <a16:creationId xmlns:a16="http://schemas.microsoft.com/office/drawing/2014/main" id="{5D918B72-707F-C833-9503-8FE41F44E94A}"/>
                  </a:ext>
                </a:extLst>
              </p:cNvPr>
              <p:cNvSpPr/>
              <p:nvPr/>
            </p:nvSpPr>
            <p:spPr>
              <a:xfrm>
                <a:off x="9233894" y="5151512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5" y="132"/>
                      <a:pt x="3394" y="132"/>
                    </a:cubicBezTo>
                    <a:cubicBezTo>
                      <a:pt x="2553" y="132"/>
                      <a:pt x="1746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6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58" name="Freeform: Shape 12457">
                <a:extLst>
                  <a:ext uri="{FF2B5EF4-FFF2-40B4-BE49-F238E27FC236}">
                    <a16:creationId xmlns:a16="http://schemas.microsoft.com/office/drawing/2014/main" id="{F8B51EB1-776A-44D1-8C95-C5A1B06FD46A}"/>
                  </a:ext>
                </a:extLst>
              </p:cNvPr>
              <p:cNvSpPr/>
              <p:nvPr/>
            </p:nvSpPr>
            <p:spPr>
              <a:xfrm>
                <a:off x="9235542" y="5150752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5" y="132"/>
                      <a:pt x="3394" y="132"/>
                    </a:cubicBezTo>
                    <a:cubicBezTo>
                      <a:pt x="2553" y="132"/>
                      <a:pt x="1746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6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59" name="Freeform: Shape 12458">
                <a:extLst>
                  <a:ext uri="{FF2B5EF4-FFF2-40B4-BE49-F238E27FC236}">
                    <a16:creationId xmlns:a16="http://schemas.microsoft.com/office/drawing/2014/main" id="{64164E06-D28B-D248-2838-845279A40468}"/>
                  </a:ext>
                </a:extLst>
              </p:cNvPr>
              <p:cNvSpPr/>
              <p:nvPr/>
            </p:nvSpPr>
            <p:spPr>
              <a:xfrm>
                <a:off x="9237039" y="5149900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6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6" y="132"/>
                      <a:pt x="3394" y="132"/>
                    </a:cubicBezTo>
                    <a:cubicBezTo>
                      <a:pt x="2553" y="132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7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60" name="Freeform: Shape 12459">
                <a:extLst>
                  <a:ext uri="{FF2B5EF4-FFF2-40B4-BE49-F238E27FC236}">
                    <a16:creationId xmlns:a16="http://schemas.microsoft.com/office/drawing/2014/main" id="{BBF2B0EF-F814-15C6-EC4E-1C1E35B10E1B}"/>
                  </a:ext>
                </a:extLst>
              </p:cNvPr>
              <p:cNvSpPr/>
              <p:nvPr/>
            </p:nvSpPr>
            <p:spPr>
              <a:xfrm>
                <a:off x="9238079" y="5148738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5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6" y="132"/>
                      <a:pt x="3395" y="132"/>
                    </a:cubicBezTo>
                    <a:cubicBezTo>
                      <a:pt x="2553" y="132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7" y="6143"/>
                      <a:pt x="2553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61" name="Freeform: Shape 12460">
                <a:extLst>
                  <a:ext uri="{FF2B5EF4-FFF2-40B4-BE49-F238E27FC236}">
                    <a16:creationId xmlns:a16="http://schemas.microsoft.com/office/drawing/2014/main" id="{B82BD0A9-7ECC-646C-F619-22904D13433C}"/>
                  </a:ext>
                </a:extLst>
              </p:cNvPr>
              <p:cNvSpPr/>
              <p:nvPr/>
            </p:nvSpPr>
            <p:spPr>
              <a:xfrm>
                <a:off x="9238923" y="5147438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5 w 6343"/>
                  <a:gd name="connsiteY4" fmla="*/ 131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3" y="466"/>
                      <a:pt x="4236" y="131"/>
                      <a:pt x="3395" y="131"/>
                    </a:cubicBezTo>
                    <a:cubicBezTo>
                      <a:pt x="2554" y="131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7" y="6143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62" name="Freeform: Shape 12461">
                <a:extLst>
                  <a:ext uri="{FF2B5EF4-FFF2-40B4-BE49-F238E27FC236}">
                    <a16:creationId xmlns:a16="http://schemas.microsoft.com/office/drawing/2014/main" id="{BF160547-C4D7-35DD-3C0A-B3A041A7B363}"/>
                  </a:ext>
                </a:extLst>
              </p:cNvPr>
              <p:cNvSpPr/>
              <p:nvPr/>
            </p:nvSpPr>
            <p:spPr>
              <a:xfrm>
                <a:off x="9240281" y="5146508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5 w 6343"/>
                  <a:gd name="connsiteY4" fmla="*/ 131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2"/>
                      <a:pt x="5637" y="5548"/>
                    </a:cubicBezTo>
                    <a:cubicBezTo>
                      <a:pt x="6232" y="4953"/>
                      <a:pt x="6566" y="4145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3" y="466"/>
                      <a:pt x="4236" y="131"/>
                      <a:pt x="3395" y="131"/>
                    </a:cubicBezTo>
                    <a:cubicBezTo>
                      <a:pt x="2554" y="131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5"/>
                      <a:pt x="557" y="4953"/>
                      <a:pt x="1152" y="5548"/>
                    </a:cubicBezTo>
                    <a:cubicBezTo>
                      <a:pt x="1747" y="6142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63" name="Freeform: Shape 12462">
                <a:extLst>
                  <a:ext uri="{FF2B5EF4-FFF2-40B4-BE49-F238E27FC236}">
                    <a16:creationId xmlns:a16="http://schemas.microsoft.com/office/drawing/2014/main" id="{DEB92453-2B0B-819E-A801-261C7E56E92D}"/>
                  </a:ext>
                </a:extLst>
              </p:cNvPr>
              <p:cNvSpPr/>
              <p:nvPr/>
            </p:nvSpPr>
            <p:spPr>
              <a:xfrm>
                <a:off x="9241038" y="5145148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7 w 6343"/>
                  <a:gd name="connsiteY1" fmla="*/ 5547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5 w 6343"/>
                  <a:gd name="connsiteY4" fmla="*/ 131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7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2"/>
                      <a:pt x="5637" y="5547"/>
                    </a:cubicBezTo>
                    <a:cubicBezTo>
                      <a:pt x="6232" y="4952"/>
                      <a:pt x="6566" y="4145"/>
                      <a:pt x="6566" y="3304"/>
                    </a:cubicBezTo>
                    <a:cubicBezTo>
                      <a:pt x="6566" y="2463"/>
                      <a:pt x="6232" y="1655"/>
                      <a:pt x="5637" y="1061"/>
                    </a:cubicBezTo>
                    <a:cubicBezTo>
                      <a:pt x="5043" y="466"/>
                      <a:pt x="4236" y="131"/>
                      <a:pt x="3395" y="131"/>
                    </a:cubicBezTo>
                    <a:cubicBezTo>
                      <a:pt x="2554" y="131"/>
                      <a:pt x="1747" y="466"/>
                      <a:pt x="1152" y="1061"/>
                    </a:cubicBezTo>
                    <a:cubicBezTo>
                      <a:pt x="557" y="1655"/>
                      <a:pt x="223" y="2463"/>
                      <a:pt x="223" y="3304"/>
                    </a:cubicBezTo>
                    <a:cubicBezTo>
                      <a:pt x="223" y="4145"/>
                      <a:pt x="557" y="4952"/>
                      <a:pt x="1152" y="5547"/>
                    </a:cubicBezTo>
                    <a:cubicBezTo>
                      <a:pt x="1747" y="6142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64" name="Freeform: Shape 12463">
                <a:extLst>
                  <a:ext uri="{FF2B5EF4-FFF2-40B4-BE49-F238E27FC236}">
                    <a16:creationId xmlns:a16="http://schemas.microsoft.com/office/drawing/2014/main" id="{89C948ED-87DD-BF9F-8CB5-439E1DA306DF}"/>
                  </a:ext>
                </a:extLst>
              </p:cNvPr>
              <p:cNvSpPr/>
              <p:nvPr/>
            </p:nvSpPr>
            <p:spPr>
              <a:xfrm>
                <a:off x="9278459" y="5166185"/>
                <a:ext cx="6343" cy="6345"/>
              </a:xfrm>
              <a:custGeom>
                <a:avLst/>
                <a:gdLst>
                  <a:gd name="connsiteX0" fmla="*/ 3398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8"/>
                    </a:moveTo>
                    <a:cubicBezTo>
                      <a:pt x="4239" y="6478"/>
                      <a:pt x="5046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7" y="6478"/>
                      <a:pt x="339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65" name="Freeform: Shape 12464">
                <a:extLst>
                  <a:ext uri="{FF2B5EF4-FFF2-40B4-BE49-F238E27FC236}">
                    <a16:creationId xmlns:a16="http://schemas.microsoft.com/office/drawing/2014/main" id="{F16F8AC9-5CFC-9222-A932-4F441221D43A}"/>
                  </a:ext>
                </a:extLst>
              </p:cNvPr>
              <p:cNvSpPr/>
              <p:nvPr/>
            </p:nvSpPr>
            <p:spPr>
              <a:xfrm>
                <a:off x="9285827" y="5170308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6" y="1062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66" name="Freeform: Shape 12465">
                <a:extLst>
                  <a:ext uri="{FF2B5EF4-FFF2-40B4-BE49-F238E27FC236}">
                    <a16:creationId xmlns:a16="http://schemas.microsoft.com/office/drawing/2014/main" id="{206441FA-A383-83A0-3A5B-E14E47BD1EB0}"/>
                  </a:ext>
                </a:extLst>
              </p:cNvPr>
              <p:cNvSpPr/>
              <p:nvPr/>
            </p:nvSpPr>
            <p:spPr>
              <a:xfrm>
                <a:off x="9287322" y="5169916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8"/>
                      <a:pt x="4240" y="133"/>
                      <a:pt x="3398" y="133"/>
                    </a:cubicBezTo>
                    <a:cubicBezTo>
                      <a:pt x="2557" y="133"/>
                      <a:pt x="1751" y="468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67" name="Freeform: Shape 12466">
                <a:extLst>
                  <a:ext uri="{FF2B5EF4-FFF2-40B4-BE49-F238E27FC236}">
                    <a16:creationId xmlns:a16="http://schemas.microsoft.com/office/drawing/2014/main" id="{3D61B4A8-6B43-EADE-52DB-A08F05D6FCA3}"/>
                  </a:ext>
                </a:extLst>
              </p:cNvPr>
              <p:cNvSpPr/>
              <p:nvPr/>
            </p:nvSpPr>
            <p:spPr>
              <a:xfrm>
                <a:off x="9288524" y="5169305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68" name="Freeform: Shape 12467">
                <a:extLst>
                  <a:ext uri="{FF2B5EF4-FFF2-40B4-BE49-F238E27FC236}">
                    <a16:creationId xmlns:a16="http://schemas.microsoft.com/office/drawing/2014/main" id="{AE529B5C-40B1-D1BF-844F-35EA876246C7}"/>
                  </a:ext>
                </a:extLst>
              </p:cNvPr>
              <p:cNvSpPr/>
              <p:nvPr/>
            </p:nvSpPr>
            <p:spPr>
              <a:xfrm>
                <a:off x="9289727" y="5168704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69" name="Freeform: Shape 12468">
                <a:extLst>
                  <a:ext uri="{FF2B5EF4-FFF2-40B4-BE49-F238E27FC236}">
                    <a16:creationId xmlns:a16="http://schemas.microsoft.com/office/drawing/2014/main" id="{B8CC83D2-94B0-62B8-13E6-7035FE3EA02C}"/>
                  </a:ext>
                </a:extLst>
              </p:cNvPr>
              <p:cNvSpPr/>
              <p:nvPr/>
            </p:nvSpPr>
            <p:spPr>
              <a:xfrm>
                <a:off x="9291029" y="5168192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70" name="Freeform: Shape 12469">
                <a:extLst>
                  <a:ext uri="{FF2B5EF4-FFF2-40B4-BE49-F238E27FC236}">
                    <a16:creationId xmlns:a16="http://schemas.microsoft.com/office/drawing/2014/main" id="{9EB7CF8B-1450-5103-F11E-72F8EF86867B}"/>
                  </a:ext>
                </a:extLst>
              </p:cNvPr>
              <p:cNvSpPr/>
              <p:nvPr/>
            </p:nvSpPr>
            <p:spPr>
              <a:xfrm>
                <a:off x="9294535" y="5169524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6"/>
                    </a:cubicBezTo>
                    <a:cubicBezTo>
                      <a:pt x="6571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7" y="2464"/>
                      <a:pt x="227" y="3306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71" name="Freeform: Shape 12470">
                <a:extLst>
                  <a:ext uri="{FF2B5EF4-FFF2-40B4-BE49-F238E27FC236}">
                    <a16:creationId xmlns:a16="http://schemas.microsoft.com/office/drawing/2014/main" id="{D85F95A1-36C4-22E6-A936-968AF023A929}"/>
                  </a:ext>
                </a:extLst>
              </p:cNvPr>
              <p:cNvSpPr/>
              <p:nvPr/>
            </p:nvSpPr>
            <p:spPr>
              <a:xfrm>
                <a:off x="9296016" y="5169209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8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72" name="Freeform: Shape 12471">
                <a:extLst>
                  <a:ext uri="{FF2B5EF4-FFF2-40B4-BE49-F238E27FC236}">
                    <a16:creationId xmlns:a16="http://schemas.microsoft.com/office/drawing/2014/main" id="{B73E6D8A-0C59-AD19-99FF-B903147D2390}"/>
                  </a:ext>
                </a:extLst>
              </p:cNvPr>
              <p:cNvSpPr/>
              <p:nvPr/>
            </p:nvSpPr>
            <p:spPr>
              <a:xfrm>
                <a:off x="9304263" y="5167053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73" name="Freeform: Shape 12472">
                <a:extLst>
                  <a:ext uri="{FF2B5EF4-FFF2-40B4-BE49-F238E27FC236}">
                    <a16:creationId xmlns:a16="http://schemas.microsoft.com/office/drawing/2014/main" id="{980AFA8F-1FFD-05F0-F60C-674C6CB28749}"/>
                  </a:ext>
                </a:extLst>
              </p:cNvPr>
              <p:cNvSpPr/>
              <p:nvPr/>
            </p:nvSpPr>
            <p:spPr>
              <a:xfrm>
                <a:off x="9304080" y="5165311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74" name="Freeform: Shape 12473">
                <a:extLst>
                  <a:ext uri="{FF2B5EF4-FFF2-40B4-BE49-F238E27FC236}">
                    <a16:creationId xmlns:a16="http://schemas.microsoft.com/office/drawing/2014/main" id="{FFD63290-8FA2-7887-AB16-36DF0A8F255B}"/>
                  </a:ext>
                </a:extLst>
              </p:cNvPr>
              <p:cNvSpPr/>
              <p:nvPr/>
            </p:nvSpPr>
            <p:spPr>
              <a:xfrm>
                <a:off x="9304507" y="5164113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75" name="Freeform: Shape 12474">
                <a:extLst>
                  <a:ext uri="{FF2B5EF4-FFF2-40B4-BE49-F238E27FC236}">
                    <a16:creationId xmlns:a16="http://schemas.microsoft.com/office/drawing/2014/main" id="{2CAB8CDD-6149-50C2-FDA7-B009AF275664}"/>
                  </a:ext>
                </a:extLst>
              </p:cNvPr>
              <p:cNvSpPr/>
              <p:nvPr/>
            </p:nvSpPr>
            <p:spPr>
              <a:xfrm>
                <a:off x="9304625" y="5162616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76" name="Freeform: Shape 12475">
                <a:extLst>
                  <a:ext uri="{FF2B5EF4-FFF2-40B4-BE49-F238E27FC236}">
                    <a16:creationId xmlns:a16="http://schemas.microsoft.com/office/drawing/2014/main" id="{F62C71BE-4386-FC1F-8D29-C8967941D522}"/>
                  </a:ext>
                </a:extLst>
              </p:cNvPr>
              <p:cNvSpPr/>
              <p:nvPr/>
            </p:nvSpPr>
            <p:spPr>
              <a:xfrm>
                <a:off x="9303854" y="5160256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77" name="Freeform: Shape 12476">
                <a:extLst>
                  <a:ext uri="{FF2B5EF4-FFF2-40B4-BE49-F238E27FC236}">
                    <a16:creationId xmlns:a16="http://schemas.microsoft.com/office/drawing/2014/main" id="{100D3701-CB9D-DBE6-4756-532844622840}"/>
                  </a:ext>
                </a:extLst>
              </p:cNvPr>
              <p:cNvSpPr/>
              <p:nvPr/>
            </p:nvSpPr>
            <p:spPr>
              <a:xfrm>
                <a:off x="9303287" y="5158055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4"/>
                      <a:pt x="6237" y="1656"/>
                      <a:pt x="5642" y="1062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6"/>
                      <a:pt x="228" y="2464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78" name="Freeform: Shape 12477">
                <a:extLst>
                  <a:ext uri="{FF2B5EF4-FFF2-40B4-BE49-F238E27FC236}">
                    <a16:creationId xmlns:a16="http://schemas.microsoft.com/office/drawing/2014/main" id="{10436AAC-E510-E59B-A7FB-965A9ADDF6C8}"/>
                  </a:ext>
                </a:extLst>
              </p:cNvPr>
              <p:cNvSpPr/>
              <p:nvPr/>
            </p:nvSpPr>
            <p:spPr>
              <a:xfrm>
                <a:off x="9302563" y="5155668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8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8" y="466"/>
                      <a:pt x="4241" y="132"/>
                      <a:pt x="3400" y="132"/>
                    </a:cubicBezTo>
                    <a:cubicBezTo>
                      <a:pt x="2559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9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79" name="Freeform: Shape 12478">
                <a:extLst>
                  <a:ext uri="{FF2B5EF4-FFF2-40B4-BE49-F238E27FC236}">
                    <a16:creationId xmlns:a16="http://schemas.microsoft.com/office/drawing/2014/main" id="{7B642B86-ED1E-7D4D-81CC-96630FCD52B8}"/>
                  </a:ext>
                </a:extLst>
              </p:cNvPr>
              <p:cNvSpPr/>
              <p:nvPr/>
            </p:nvSpPr>
            <p:spPr>
              <a:xfrm>
                <a:off x="9300488" y="5151910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1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2"/>
                      <a:pt x="3399" y="132"/>
                    </a:cubicBezTo>
                    <a:cubicBezTo>
                      <a:pt x="2558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80" name="Freeform: Shape 12479">
                <a:extLst>
                  <a:ext uri="{FF2B5EF4-FFF2-40B4-BE49-F238E27FC236}">
                    <a16:creationId xmlns:a16="http://schemas.microsoft.com/office/drawing/2014/main" id="{2C9BF815-AE9E-D1CC-B12A-4BD1DF250F9E}"/>
                  </a:ext>
                </a:extLst>
              </p:cNvPr>
              <p:cNvSpPr/>
              <p:nvPr/>
            </p:nvSpPr>
            <p:spPr>
              <a:xfrm>
                <a:off x="9297864" y="5145720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1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0" y="131"/>
                      <a:pt x="3399" y="131"/>
                    </a:cubicBezTo>
                    <a:cubicBezTo>
                      <a:pt x="2558" y="131"/>
                      <a:pt x="1751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81" name="Freeform: Shape 12480">
                <a:extLst>
                  <a:ext uri="{FF2B5EF4-FFF2-40B4-BE49-F238E27FC236}">
                    <a16:creationId xmlns:a16="http://schemas.microsoft.com/office/drawing/2014/main" id="{C8736F28-D18F-BC34-8121-D4DD42BD0F47}"/>
                  </a:ext>
                </a:extLst>
              </p:cNvPr>
              <p:cNvSpPr/>
              <p:nvPr/>
            </p:nvSpPr>
            <p:spPr>
              <a:xfrm>
                <a:off x="9296513" y="5142503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2"/>
                      <a:pt x="6237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7" y="1060"/>
                    </a:cubicBezTo>
                    <a:cubicBezTo>
                      <a:pt x="562" y="1655"/>
                      <a:pt x="228" y="2462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82" name="Freeform: Shape 12481">
                <a:extLst>
                  <a:ext uri="{FF2B5EF4-FFF2-40B4-BE49-F238E27FC236}">
                    <a16:creationId xmlns:a16="http://schemas.microsoft.com/office/drawing/2014/main" id="{CFF4B847-CF27-02A8-E0CF-73FE87F9139F}"/>
                  </a:ext>
                </a:extLst>
              </p:cNvPr>
              <p:cNvSpPr/>
              <p:nvPr/>
            </p:nvSpPr>
            <p:spPr>
              <a:xfrm>
                <a:off x="9296797" y="5140925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2"/>
                      <a:pt x="6237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7" y="1060"/>
                    </a:cubicBezTo>
                    <a:cubicBezTo>
                      <a:pt x="562" y="1655"/>
                      <a:pt x="228" y="2462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83" name="Freeform: Shape 12482">
                <a:extLst>
                  <a:ext uri="{FF2B5EF4-FFF2-40B4-BE49-F238E27FC236}">
                    <a16:creationId xmlns:a16="http://schemas.microsoft.com/office/drawing/2014/main" id="{6CF48F02-F225-C3CC-0EAF-A70A2DD87A01}"/>
                  </a:ext>
                </a:extLst>
              </p:cNvPr>
              <p:cNvSpPr/>
              <p:nvPr/>
            </p:nvSpPr>
            <p:spPr>
              <a:xfrm>
                <a:off x="9297481" y="5139752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2"/>
                      <a:pt x="6237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7" y="1060"/>
                    </a:cubicBezTo>
                    <a:cubicBezTo>
                      <a:pt x="562" y="1655"/>
                      <a:pt x="228" y="2462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84" name="Freeform: Shape 12483">
                <a:extLst>
                  <a:ext uri="{FF2B5EF4-FFF2-40B4-BE49-F238E27FC236}">
                    <a16:creationId xmlns:a16="http://schemas.microsoft.com/office/drawing/2014/main" id="{F8B62528-BA18-25D6-4DE3-91F990D4ECC2}"/>
                  </a:ext>
                </a:extLst>
              </p:cNvPr>
              <p:cNvSpPr/>
              <p:nvPr/>
            </p:nvSpPr>
            <p:spPr>
              <a:xfrm>
                <a:off x="9329788" y="5170702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7"/>
                      <a:pt x="5644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3"/>
                    </a:cubicBezTo>
                    <a:cubicBezTo>
                      <a:pt x="564" y="1657"/>
                      <a:pt x="230" y="2465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85" name="Freeform: Shape 12484">
                <a:extLst>
                  <a:ext uri="{FF2B5EF4-FFF2-40B4-BE49-F238E27FC236}">
                    <a16:creationId xmlns:a16="http://schemas.microsoft.com/office/drawing/2014/main" id="{A032F9B7-98CE-94C5-5E95-5976BC7127CB}"/>
                  </a:ext>
                </a:extLst>
              </p:cNvPr>
              <p:cNvSpPr/>
              <p:nvPr/>
            </p:nvSpPr>
            <p:spPr>
              <a:xfrm>
                <a:off x="9331346" y="5170874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3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8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3"/>
                    </a:cubicBezTo>
                    <a:cubicBezTo>
                      <a:pt x="565" y="1658"/>
                      <a:pt x="230" y="2465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86" name="Freeform: Shape 12485">
                <a:extLst>
                  <a:ext uri="{FF2B5EF4-FFF2-40B4-BE49-F238E27FC236}">
                    <a16:creationId xmlns:a16="http://schemas.microsoft.com/office/drawing/2014/main" id="{0841FF32-87A7-A870-907B-B49ECC922A91}"/>
                  </a:ext>
                </a:extLst>
              </p:cNvPr>
              <p:cNvSpPr/>
              <p:nvPr/>
            </p:nvSpPr>
            <p:spPr>
              <a:xfrm>
                <a:off x="9332187" y="5170275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5"/>
                      <a:pt x="6239" y="1657"/>
                      <a:pt x="5645" y="1062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2"/>
                    </a:cubicBezTo>
                    <a:cubicBezTo>
                      <a:pt x="565" y="1657"/>
                      <a:pt x="230" y="2465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87" name="Freeform: Shape 12486">
                <a:extLst>
                  <a:ext uri="{FF2B5EF4-FFF2-40B4-BE49-F238E27FC236}">
                    <a16:creationId xmlns:a16="http://schemas.microsoft.com/office/drawing/2014/main" id="{C1605E56-4DDF-E93E-89E9-AB1A0C17FABE}"/>
                  </a:ext>
                </a:extLst>
              </p:cNvPr>
              <p:cNvSpPr/>
              <p:nvPr/>
            </p:nvSpPr>
            <p:spPr>
              <a:xfrm>
                <a:off x="9333073" y="5169728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88" name="Freeform: Shape 12487">
                <a:extLst>
                  <a:ext uri="{FF2B5EF4-FFF2-40B4-BE49-F238E27FC236}">
                    <a16:creationId xmlns:a16="http://schemas.microsoft.com/office/drawing/2014/main" id="{BC4E2349-08FE-2C97-9A62-2B5BE8C72E22}"/>
                  </a:ext>
                </a:extLst>
              </p:cNvPr>
              <p:cNvSpPr/>
              <p:nvPr/>
            </p:nvSpPr>
            <p:spPr>
              <a:xfrm>
                <a:off x="9335447" y="5170868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60 w 6343"/>
                  <a:gd name="connsiteY5" fmla="*/ 1063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5"/>
                      <a:pt x="6240" y="1658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60" y="1063"/>
                    </a:cubicBezTo>
                    <a:cubicBezTo>
                      <a:pt x="565" y="1658"/>
                      <a:pt x="231" y="2465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89" name="Freeform: Shape 12488">
                <a:extLst>
                  <a:ext uri="{FF2B5EF4-FFF2-40B4-BE49-F238E27FC236}">
                    <a16:creationId xmlns:a16="http://schemas.microsoft.com/office/drawing/2014/main" id="{C84D23B5-DD97-5527-014B-4DCD9ABB4C14}"/>
                  </a:ext>
                </a:extLst>
              </p:cNvPr>
              <p:cNvSpPr/>
              <p:nvPr/>
            </p:nvSpPr>
            <p:spPr>
              <a:xfrm>
                <a:off x="9343134" y="5170698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3 h 6345"/>
                  <a:gd name="connsiteX4" fmla="*/ 3403 w 6343"/>
                  <a:gd name="connsiteY4" fmla="*/ 133 h 6345"/>
                  <a:gd name="connsiteX5" fmla="*/ 1160 w 6343"/>
                  <a:gd name="connsiteY5" fmla="*/ 1063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5"/>
                      <a:pt x="6240" y="1657"/>
                      <a:pt x="5645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0" y="1063"/>
                    </a:cubicBezTo>
                    <a:cubicBezTo>
                      <a:pt x="565" y="1657"/>
                      <a:pt x="231" y="2465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90" name="Freeform: Shape 12489">
                <a:extLst>
                  <a:ext uri="{FF2B5EF4-FFF2-40B4-BE49-F238E27FC236}">
                    <a16:creationId xmlns:a16="http://schemas.microsoft.com/office/drawing/2014/main" id="{460B555B-E6A2-D78F-1681-251E0F3448C4}"/>
                  </a:ext>
                </a:extLst>
              </p:cNvPr>
              <p:cNvSpPr/>
              <p:nvPr/>
            </p:nvSpPr>
            <p:spPr>
              <a:xfrm>
                <a:off x="9344010" y="5170225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4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5"/>
                      <a:pt x="6240" y="1657"/>
                      <a:pt x="5646" y="1062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0" y="1062"/>
                    </a:cubicBezTo>
                    <a:cubicBezTo>
                      <a:pt x="566" y="1657"/>
                      <a:pt x="231" y="2465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91" name="Freeform: Shape 12490">
                <a:extLst>
                  <a:ext uri="{FF2B5EF4-FFF2-40B4-BE49-F238E27FC236}">
                    <a16:creationId xmlns:a16="http://schemas.microsoft.com/office/drawing/2014/main" id="{02310F1C-FE0F-2080-C85F-9A82650888BA}"/>
                  </a:ext>
                </a:extLst>
              </p:cNvPr>
              <p:cNvSpPr/>
              <p:nvPr/>
            </p:nvSpPr>
            <p:spPr>
              <a:xfrm>
                <a:off x="9344421" y="5169173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4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92" name="Freeform: Shape 12491">
                <a:extLst>
                  <a:ext uri="{FF2B5EF4-FFF2-40B4-BE49-F238E27FC236}">
                    <a16:creationId xmlns:a16="http://schemas.microsoft.com/office/drawing/2014/main" id="{4A71CDF1-DA41-615F-2A69-2755CED67047}"/>
                  </a:ext>
                </a:extLst>
              </p:cNvPr>
              <p:cNvSpPr/>
              <p:nvPr/>
            </p:nvSpPr>
            <p:spPr>
              <a:xfrm>
                <a:off x="9346000" y="5169589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2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93" name="Freeform: Shape 12492">
                <a:extLst>
                  <a:ext uri="{FF2B5EF4-FFF2-40B4-BE49-F238E27FC236}">
                    <a16:creationId xmlns:a16="http://schemas.microsoft.com/office/drawing/2014/main" id="{CD85BB00-9CAE-8BAB-1508-7A50A6BBFBA1}"/>
                  </a:ext>
                </a:extLst>
              </p:cNvPr>
              <p:cNvSpPr/>
              <p:nvPr/>
            </p:nvSpPr>
            <p:spPr>
              <a:xfrm>
                <a:off x="9347186" y="5169528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94" name="Freeform: Shape 12493">
                <a:extLst>
                  <a:ext uri="{FF2B5EF4-FFF2-40B4-BE49-F238E27FC236}">
                    <a16:creationId xmlns:a16="http://schemas.microsoft.com/office/drawing/2014/main" id="{74B340E4-7794-49D1-68CB-E3A875B8F57B}"/>
                  </a:ext>
                </a:extLst>
              </p:cNvPr>
              <p:cNvSpPr/>
              <p:nvPr/>
            </p:nvSpPr>
            <p:spPr>
              <a:xfrm>
                <a:off x="9347952" y="5168933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95" name="Freeform: Shape 12494">
                <a:extLst>
                  <a:ext uri="{FF2B5EF4-FFF2-40B4-BE49-F238E27FC236}">
                    <a16:creationId xmlns:a16="http://schemas.microsoft.com/office/drawing/2014/main" id="{71845CF0-94BF-1B3C-CF72-3D89C93EA483}"/>
                  </a:ext>
                </a:extLst>
              </p:cNvPr>
              <p:cNvSpPr/>
              <p:nvPr/>
            </p:nvSpPr>
            <p:spPr>
              <a:xfrm>
                <a:off x="9348834" y="5168493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96" name="Freeform: Shape 12495">
                <a:extLst>
                  <a:ext uri="{FF2B5EF4-FFF2-40B4-BE49-F238E27FC236}">
                    <a16:creationId xmlns:a16="http://schemas.microsoft.com/office/drawing/2014/main" id="{57540CCB-0C8E-1A51-C095-84498BC51C0F}"/>
                  </a:ext>
                </a:extLst>
              </p:cNvPr>
              <p:cNvSpPr/>
              <p:nvPr/>
            </p:nvSpPr>
            <p:spPr>
              <a:xfrm>
                <a:off x="9351049" y="5166604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3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97" name="Freeform: Shape 12496">
                <a:extLst>
                  <a:ext uri="{FF2B5EF4-FFF2-40B4-BE49-F238E27FC236}">
                    <a16:creationId xmlns:a16="http://schemas.microsoft.com/office/drawing/2014/main" id="{CD8D3A7E-54B7-6CF0-2CDE-D46DDD518699}"/>
                  </a:ext>
                </a:extLst>
              </p:cNvPr>
              <p:cNvSpPr/>
              <p:nvPr/>
            </p:nvSpPr>
            <p:spPr>
              <a:xfrm>
                <a:off x="9324642" y="5128400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3 h 6345"/>
                  <a:gd name="connsiteX3" fmla="*/ 5644 w 6343"/>
                  <a:gd name="connsiteY3" fmla="*/ 1059 h 6345"/>
                  <a:gd name="connsiteX4" fmla="*/ 3401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3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3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2" y="130"/>
                      <a:pt x="3401" y="130"/>
                    </a:cubicBezTo>
                    <a:cubicBezTo>
                      <a:pt x="2560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3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98" name="Freeform: Shape 12497">
                <a:extLst>
                  <a:ext uri="{FF2B5EF4-FFF2-40B4-BE49-F238E27FC236}">
                    <a16:creationId xmlns:a16="http://schemas.microsoft.com/office/drawing/2014/main" id="{8CAFF2B4-CDC1-5814-1F4E-420C1CBC2870}"/>
                  </a:ext>
                </a:extLst>
              </p:cNvPr>
              <p:cNvSpPr/>
              <p:nvPr/>
            </p:nvSpPr>
            <p:spPr>
              <a:xfrm>
                <a:off x="9325696" y="5127719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3 h 6345"/>
                  <a:gd name="connsiteX3" fmla="*/ 5644 w 6343"/>
                  <a:gd name="connsiteY3" fmla="*/ 1059 h 6345"/>
                  <a:gd name="connsiteX4" fmla="*/ 3401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3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3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3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30"/>
                      <a:pt x="3401" y="130"/>
                    </a:cubicBezTo>
                    <a:cubicBezTo>
                      <a:pt x="2560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3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99" name="Freeform: Shape 12498">
                <a:extLst>
                  <a:ext uri="{FF2B5EF4-FFF2-40B4-BE49-F238E27FC236}">
                    <a16:creationId xmlns:a16="http://schemas.microsoft.com/office/drawing/2014/main" id="{F69BD0F8-642F-FD5D-EC7D-81FF5A994FF4}"/>
                  </a:ext>
                </a:extLst>
              </p:cNvPr>
              <p:cNvSpPr/>
              <p:nvPr/>
            </p:nvSpPr>
            <p:spPr>
              <a:xfrm>
                <a:off x="9326825" y="5127146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3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3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3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30"/>
                      <a:pt x="3402" y="130"/>
                    </a:cubicBezTo>
                    <a:cubicBezTo>
                      <a:pt x="2560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3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0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00" name="Freeform: Shape 12499">
                <a:extLst>
                  <a:ext uri="{FF2B5EF4-FFF2-40B4-BE49-F238E27FC236}">
                    <a16:creationId xmlns:a16="http://schemas.microsoft.com/office/drawing/2014/main" id="{57710ED7-C469-1166-1A71-AECD010D6A7D}"/>
                  </a:ext>
                </a:extLst>
              </p:cNvPr>
              <p:cNvSpPr/>
              <p:nvPr/>
            </p:nvSpPr>
            <p:spPr>
              <a:xfrm>
                <a:off x="9327887" y="5126479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01" name="Freeform: Shape 12500">
                <a:extLst>
                  <a:ext uri="{FF2B5EF4-FFF2-40B4-BE49-F238E27FC236}">
                    <a16:creationId xmlns:a16="http://schemas.microsoft.com/office/drawing/2014/main" id="{6F9E0FA9-62DE-3D5E-DD2A-3AF67BED66F3}"/>
                  </a:ext>
                </a:extLst>
              </p:cNvPr>
              <p:cNvSpPr/>
              <p:nvPr/>
            </p:nvSpPr>
            <p:spPr>
              <a:xfrm>
                <a:off x="9328987" y="5125870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02" name="Freeform: Shape 12501">
                <a:extLst>
                  <a:ext uri="{FF2B5EF4-FFF2-40B4-BE49-F238E27FC236}">
                    <a16:creationId xmlns:a16="http://schemas.microsoft.com/office/drawing/2014/main" id="{45C70ABB-F3E6-F05B-344B-B1DE6B2A2910}"/>
                  </a:ext>
                </a:extLst>
              </p:cNvPr>
              <p:cNvSpPr/>
              <p:nvPr/>
            </p:nvSpPr>
            <p:spPr>
              <a:xfrm>
                <a:off x="9330195" y="5125423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03" name="Freeform: Shape 12502">
                <a:extLst>
                  <a:ext uri="{FF2B5EF4-FFF2-40B4-BE49-F238E27FC236}">
                    <a16:creationId xmlns:a16="http://schemas.microsoft.com/office/drawing/2014/main" id="{FF2E3BBC-2A75-F2BD-BBD9-2E4EA316B3D2}"/>
                  </a:ext>
                </a:extLst>
              </p:cNvPr>
              <p:cNvSpPr/>
              <p:nvPr/>
            </p:nvSpPr>
            <p:spPr>
              <a:xfrm>
                <a:off x="9331058" y="5124466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3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5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04" name="Freeform: Shape 12503">
                <a:extLst>
                  <a:ext uri="{FF2B5EF4-FFF2-40B4-BE49-F238E27FC236}">
                    <a16:creationId xmlns:a16="http://schemas.microsoft.com/office/drawing/2014/main" id="{6A6A3365-F80F-67E2-3013-AD4DF8E241BD}"/>
                  </a:ext>
                </a:extLst>
              </p:cNvPr>
              <p:cNvSpPr/>
              <p:nvPr/>
            </p:nvSpPr>
            <p:spPr>
              <a:xfrm>
                <a:off x="9332443" y="5124294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4" y="4144"/>
                      <a:pt x="6574" y="3302"/>
                    </a:cubicBezTo>
                    <a:cubicBezTo>
                      <a:pt x="6574" y="2461"/>
                      <a:pt x="6239" y="1654"/>
                      <a:pt x="5645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05" name="Freeform: Shape 12504">
                <a:extLst>
                  <a:ext uri="{FF2B5EF4-FFF2-40B4-BE49-F238E27FC236}">
                    <a16:creationId xmlns:a16="http://schemas.microsoft.com/office/drawing/2014/main" id="{F2A39224-D249-847A-CAFA-DA5BDE6EE6B1}"/>
                  </a:ext>
                </a:extLst>
              </p:cNvPr>
              <p:cNvSpPr/>
              <p:nvPr/>
            </p:nvSpPr>
            <p:spPr>
              <a:xfrm>
                <a:off x="9333282" y="5123296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1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4" y="4144"/>
                      <a:pt x="6574" y="3302"/>
                    </a:cubicBezTo>
                    <a:cubicBezTo>
                      <a:pt x="6574" y="2461"/>
                      <a:pt x="6239" y="1654"/>
                      <a:pt x="5645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06" name="Freeform: Shape 12505">
                <a:extLst>
                  <a:ext uri="{FF2B5EF4-FFF2-40B4-BE49-F238E27FC236}">
                    <a16:creationId xmlns:a16="http://schemas.microsoft.com/office/drawing/2014/main" id="{9506F99F-38D9-7F1B-1440-20966196CF3C}"/>
                  </a:ext>
                </a:extLst>
              </p:cNvPr>
              <p:cNvSpPr/>
              <p:nvPr/>
            </p:nvSpPr>
            <p:spPr>
              <a:xfrm>
                <a:off x="9334701" y="5123195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30 h 6345"/>
                  <a:gd name="connsiteX5" fmla="*/ 1160 w 6343"/>
                  <a:gd name="connsiteY5" fmla="*/ 1059 h 6345"/>
                  <a:gd name="connsiteX6" fmla="*/ 231 w 6343"/>
                  <a:gd name="connsiteY6" fmla="*/ 3302 h 6345"/>
                  <a:gd name="connsiteX7" fmla="*/ 1160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40" y="4951"/>
                      <a:pt x="6574" y="4144"/>
                      <a:pt x="6574" y="3302"/>
                    </a:cubicBezTo>
                    <a:cubicBezTo>
                      <a:pt x="6574" y="2461"/>
                      <a:pt x="6240" y="1654"/>
                      <a:pt x="5645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60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4"/>
                      <a:pt x="565" y="4951"/>
                      <a:pt x="1160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07" name="Freeform: Shape 12506">
                <a:extLst>
                  <a:ext uri="{FF2B5EF4-FFF2-40B4-BE49-F238E27FC236}">
                    <a16:creationId xmlns:a16="http://schemas.microsoft.com/office/drawing/2014/main" id="{D6EE4010-BE48-0F91-EF37-817B984E3A10}"/>
                  </a:ext>
                </a:extLst>
              </p:cNvPr>
              <p:cNvSpPr/>
              <p:nvPr/>
            </p:nvSpPr>
            <p:spPr>
              <a:xfrm>
                <a:off x="9335851" y="5122683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60 w 6343"/>
                  <a:gd name="connsiteY5" fmla="*/ 1059 h 6345"/>
                  <a:gd name="connsiteX6" fmla="*/ 231 w 6343"/>
                  <a:gd name="connsiteY6" fmla="*/ 3302 h 6345"/>
                  <a:gd name="connsiteX7" fmla="*/ 1160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40" y="4951"/>
                      <a:pt x="6574" y="4144"/>
                      <a:pt x="6574" y="3302"/>
                    </a:cubicBezTo>
                    <a:cubicBezTo>
                      <a:pt x="6574" y="2461"/>
                      <a:pt x="6240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60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4"/>
                      <a:pt x="565" y="4951"/>
                      <a:pt x="1160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08" name="Freeform: Shape 12507">
                <a:extLst>
                  <a:ext uri="{FF2B5EF4-FFF2-40B4-BE49-F238E27FC236}">
                    <a16:creationId xmlns:a16="http://schemas.microsoft.com/office/drawing/2014/main" id="{BB86CD78-D1F6-986B-42E4-02FC3EEC7F0D}"/>
                  </a:ext>
                </a:extLst>
              </p:cNvPr>
              <p:cNvSpPr/>
              <p:nvPr/>
            </p:nvSpPr>
            <p:spPr>
              <a:xfrm>
                <a:off x="9336706" y="5121703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60 w 6343"/>
                  <a:gd name="connsiteY5" fmla="*/ 1059 h 6345"/>
                  <a:gd name="connsiteX6" fmla="*/ 231 w 6343"/>
                  <a:gd name="connsiteY6" fmla="*/ 3302 h 6345"/>
                  <a:gd name="connsiteX7" fmla="*/ 1160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40" y="4951"/>
                      <a:pt x="6574" y="4144"/>
                      <a:pt x="6574" y="3302"/>
                    </a:cubicBezTo>
                    <a:cubicBezTo>
                      <a:pt x="6574" y="2461"/>
                      <a:pt x="6240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60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4"/>
                      <a:pt x="565" y="4951"/>
                      <a:pt x="1160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09" name="Freeform: Shape 12508">
                <a:extLst>
                  <a:ext uri="{FF2B5EF4-FFF2-40B4-BE49-F238E27FC236}">
                    <a16:creationId xmlns:a16="http://schemas.microsoft.com/office/drawing/2014/main" id="{CA7DDB14-8327-F167-9B1B-F86EDED35BAE}"/>
                  </a:ext>
                </a:extLst>
              </p:cNvPr>
              <p:cNvSpPr/>
              <p:nvPr/>
            </p:nvSpPr>
            <p:spPr>
              <a:xfrm>
                <a:off x="9337438" y="5120514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60 w 6343"/>
                  <a:gd name="connsiteY5" fmla="*/ 1059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4" y="6475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1"/>
                      <a:pt x="6240" y="1654"/>
                      <a:pt x="5645" y="1059"/>
                    </a:cubicBezTo>
                    <a:cubicBezTo>
                      <a:pt x="5050" y="464"/>
                      <a:pt x="4244" y="129"/>
                      <a:pt x="3402" y="129"/>
                    </a:cubicBezTo>
                    <a:cubicBezTo>
                      <a:pt x="2561" y="129"/>
                      <a:pt x="1755" y="464"/>
                      <a:pt x="1160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10" name="Freeform: Shape 12509">
                <a:extLst>
                  <a:ext uri="{FF2B5EF4-FFF2-40B4-BE49-F238E27FC236}">
                    <a16:creationId xmlns:a16="http://schemas.microsoft.com/office/drawing/2014/main" id="{F3473700-3E38-A700-6E0B-8A3399921F5E}"/>
                  </a:ext>
                </a:extLst>
              </p:cNvPr>
              <p:cNvSpPr/>
              <p:nvPr/>
            </p:nvSpPr>
            <p:spPr>
              <a:xfrm>
                <a:off x="9338407" y="5119701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60 w 6343"/>
                  <a:gd name="connsiteY5" fmla="*/ 1059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4" y="6475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1"/>
                      <a:pt x="6240" y="1653"/>
                      <a:pt x="5645" y="1059"/>
                    </a:cubicBezTo>
                    <a:cubicBezTo>
                      <a:pt x="5050" y="464"/>
                      <a:pt x="4244" y="129"/>
                      <a:pt x="3402" y="129"/>
                    </a:cubicBezTo>
                    <a:cubicBezTo>
                      <a:pt x="2561" y="129"/>
                      <a:pt x="1755" y="464"/>
                      <a:pt x="1160" y="1059"/>
                    </a:cubicBezTo>
                    <a:cubicBezTo>
                      <a:pt x="565" y="1653"/>
                      <a:pt x="231" y="2461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11" name="Freeform: Shape 12510">
                <a:extLst>
                  <a:ext uri="{FF2B5EF4-FFF2-40B4-BE49-F238E27FC236}">
                    <a16:creationId xmlns:a16="http://schemas.microsoft.com/office/drawing/2014/main" id="{4C975C03-EAE8-A4B6-68A2-5FEFF38A0D57}"/>
                  </a:ext>
                </a:extLst>
              </p:cNvPr>
              <p:cNvSpPr/>
              <p:nvPr/>
            </p:nvSpPr>
            <p:spPr>
              <a:xfrm>
                <a:off x="9339190" y="5118573"/>
                <a:ext cx="6343" cy="6345"/>
              </a:xfrm>
              <a:custGeom>
                <a:avLst/>
                <a:gdLst>
                  <a:gd name="connsiteX0" fmla="*/ 3403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3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5"/>
                    </a:moveTo>
                    <a:cubicBezTo>
                      <a:pt x="4244" y="6475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3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5"/>
                      <a:pt x="3403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12" name="Freeform: Shape 12511">
                <a:extLst>
                  <a:ext uri="{FF2B5EF4-FFF2-40B4-BE49-F238E27FC236}">
                    <a16:creationId xmlns:a16="http://schemas.microsoft.com/office/drawing/2014/main" id="{5AD2B34B-868E-664A-6043-23D36560B42F}"/>
                  </a:ext>
                </a:extLst>
              </p:cNvPr>
              <p:cNvSpPr/>
              <p:nvPr/>
            </p:nvSpPr>
            <p:spPr>
              <a:xfrm>
                <a:off x="9339887" y="5117287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3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13" name="Freeform: Shape 12512">
                <a:extLst>
                  <a:ext uri="{FF2B5EF4-FFF2-40B4-BE49-F238E27FC236}">
                    <a16:creationId xmlns:a16="http://schemas.microsoft.com/office/drawing/2014/main" id="{E77629F2-712F-043A-1444-7D230D0FFDEA}"/>
                  </a:ext>
                </a:extLst>
              </p:cNvPr>
              <p:cNvSpPr/>
              <p:nvPr/>
            </p:nvSpPr>
            <p:spPr>
              <a:xfrm>
                <a:off x="9340346" y="5115572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3" y="129"/>
                    </a:cubicBezTo>
                    <a:cubicBezTo>
                      <a:pt x="2562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14" name="Freeform: Shape 12513">
                <a:extLst>
                  <a:ext uri="{FF2B5EF4-FFF2-40B4-BE49-F238E27FC236}">
                    <a16:creationId xmlns:a16="http://schemas.microsoft.com/office/drawing/2014/main" id="{1F5B59BA-D11A-4F06-EFF7-83217AAC7E96}"/>
                  </a:ext>
                </a:extLst>
              </p:cNvPr>
              <p:cNvSpPr/>
              <p:nvPr/>
            </p:nvSpPr>
            <p:spPr>
              <a:xfrm>
                <a:off x="9340635" y="5113531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1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1" y="463"/>
                      <a:pt x="4244" y="129"/>
                      <a:pt x="3403" y="129"/>
                    </a:cubicBezTo>
                    <a:cubicBezTo>
                      <a:pt x="2562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15" name="Freeform: Shape 12514">
                <a:extLst>
                  <a:ext uri="{FF2B5EF4-FFF2-40B4-BE49-F238E27FC236}">
                    <a16:creationId xmlns:a16="http://schemas.microsoft.com/office/drawing/2014/main" id="{8D90F352-024D-4D35-3A8F-EAFDF273D3EB}"/>
                  </a:ext>
                </a:extLst>
              </p:cNvPr>
              <p:cNvSpPr/>
              <p:nvPr/>
            </p:nvSpPr>
            <p:spPr>
              <a:xfrm>
                <a:off x="9341099" y="5111759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1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1" y="463"/>
                      <a:pt x="4244" y="129"/>
                      <a:pt x="3403" y="129"/>
                    </a:cubicBezTo>
                    <a:cubicBezTo>
                      <a:pt x="2562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16" name="Freeform: Shape 12515">
                <a:extLst>
                  <a:ext uri="{FF2B5EF4-FFF2-40B4-BE49-F238E27FC236}">
                    <a16:creationId xmlns:a16="http://schemas.microsoft.com/office/drawing/2014/main" id="{EE7DBB8D-C391-BE37-6287-5440C8593ADC}"/>
                  </a:ext>
                </a:extLst>
              </p:cNvPr>
              <p:cNvSpPr/>
              <p:nvPr/>
            </p:nvSpPr>
            <p:spPr>
              <a:xfrm>
                <a:off x="9341672" y="5110149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3 w 6343"/>
                  <a:gd name="connsiteY4" fmla="*/ 128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1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1" y="463"/>
                      <a:pt x="4244" y="128"/>
                      <a:pt x="3403" y="128"/>
                    </a:cubicBezTo>
                    <a:cubicBezTo>
                      <a:pt x="2562" y="128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17" name="Freeform: Shape 12516">
                <a:extLst>
                  <a:ext uri="{FF2B5EF4-FFF2-40B4-BE49-F238E27FC236}">
                    <a16:creationId xmlns:a16="http://schemas.microsoft.com/office/drawing/2014/main" id="{A6A8AB9F-538D-BA64-9C7A-CD1C2ACB2EC1}"/>
                  </a:ext>
                </a:extLst>
              </p:cNvPr>
              <p:cNvSpPr/>
              <p:nvPr/>
            </p:nvSpPr>
            <p:spPr>
              <a:xfrm>
                <a:off x="9342591" y="5109140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3 w 6343"/>
                  <a:gd name="connsiteY4" fmla="*/ 128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1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1" y="463"/>
                      <a:pt x="4244" y="128"/>
                      <a:pt x="3403" y="128"/>
                    </a:cubicBezTo>
                    <a:cubicBezTo>
                      <a:pt x="2562" y="128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18" name="Freeform: Shape 12517">
                <a:extLst>
                  <a:ext uri="{FF2B5EF4-FFF2-40B4-BE49-F238E27FC236}">
                    <a16:creationId xmlns:a16="http://schemas.microsoft.com/office/drawing/2014/main" id="{114C5F66-8139-F8E8-A6FF-5A45595C620A}"/>
                  </a:ext>
                </a:extLst>
              </p:cNvPr>
              <p:cNvSpPr/>
              <p:nvPr/>
            </p:nvSpPr>
            <p:spPr>
              <a:xfrm>
                <a:off x="9343460" y="5108026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3 w 6343"/>
                  <a:gd name="connsiteY4" fmla="*/ 128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1" y="6139"/>
                      <a:pt x="5645" y="5544"/>
                    </a:cubicBezTo>
                    <a:cubicBezTo>
                      <a:pt x="6240" y="4950"/>
                      <a:pt x="6574" y="4142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1" y="463"/>
                      <a:pt x="4244" y="128"/>
                      <a:pt x="3403" y="128"/>
                    </a:cubicBezTo>
                    <a:cubicBezTo>
                      <a:pt x="2562" y="128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2"/>
                      <a:pt x="565" y="4950"/>
                      <a:pt x="1160" y="5544"/>
                    </a:cubicBezTo>
                    <a:cubicBezTo>
                      <a:pt x="1755" y="6139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19" name="Freeform: Shape 12518">
                <a:extLst>
                  <a:ext uri="{FF2B5EF4-FFF2-40B4-BE49-F238E27FC236}">
                    <a16:creationId xmlns:a16="http://schemas.microsoft.com/office/drawing/2014/main" id="{18D4E932-5673-13A7-04A8-8A946DB8BF8C}"/>
                  </a:ext>
                </a:extLst>
              </p:cNvPr>
              <p:cNvSpPr/>
              <p:nvPr/>
            </p:nvSpPr>
            <p:spPr>
              <a:xfrm>
                <a:off x="9300343" y="5024571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399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1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2"/>
                      <a:pt x="3399" y="122"/>
                    </a:cubicBezTo>
                    <a:cubicBezTo>
                      <a:pt x="2558" y="122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20" name="Freeform: Shape 12519">
                <a:extLst>
                  <a:ext uri="{FF2B5EF4-FFF2-40B4-BE49-F238E27FC236}">
                    <a16:creationId xmlns:a16="http://schemas.microsoft.com/office/drawing/2014/main" id="{3624DB4A-B2B4-95F7-94E9-CCA09DB5FA7F}"/>
                  </a:ext>
                </a:extLst>
              </p:cNvPr>
              <p:cNvSpPr/>
              <p:nvPr/>
            </p:nvSpPr>
            <p:spPr>
              <a:xfrm>
                <a:off x="9301621" y="5022975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2"/>
                      <a:pt x="3400" y="122"/>
                    </a:cubicBezTo>
                    <a:cubicBezTo>
                      <a:pt x="2558" y="122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8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21" name="Freeform: Shape 12520">
                <a:extLst>
                  <a:ext uri="{FF2B5EF4-FFF2-40B4-BE49-F238E27FC236}">
                    <a16:creationId xmlns:a16="http://schemas.microsoft.com/office/drawing/2014/main" id="{2205BCFD-FCD5-031F-068A-A1752D26E7EA}"/>
                  </a:ext>
                </a:extLst>
              </p:cNvPr>
              <p:cNvSpPr/>
              <p:nvPr/>
            </p:nvSpPr>
            <p:spPr>
              <a:xfrm>
                <a:off x="9302884" y="5021330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8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22" name="Freeform: Shape 12521">
                <a:extLst>
                  <a:ext uri="{FF2B5EF4-FFF2-40B4-BE49-F238E27FC236}">
                    <a16:creationId xmlns:a16="http://schemas.microsoft.com/office/drawing/2014/main" id="{8C76FBCA-06BF-DBEF-199B-FBD43979F9CF}"/>
                  </a:ext>
                </a:extLst>
              </p:cNvPr>
              <p:cNvSpPr/>
              <p:nvPr/>
            </p:nvSpPr>
            <p:spPr>
              <a:xfrm>
                <a:off x="9304276" y="5019911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2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8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23" name="Freeform: Shape 12522">
                <a:extLst>
                  <a:ext uri="{FF2B5EF4-FFF2-40B4-BE49-F238E27FC236}">
                    <a16:creationId xmlns:a16="http://schemas.microsoft.com/office/drawing/2014/main" id="{39FC9B83-1C67-8EF0-B1E7-16D8BBB3EB14}"/>
                  </a:ext>
                </a:extLst>
              </p:cNvPr>
              <p:cNvSpPr/>
              <p:nvPr/>
            </p:nvSpPr>
            <p:spPr>
              <a:xfrm>
                <a:off x="9304587" y="5016328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0 h 6345"/>
                  <a:gd name="connsiteX4" fmla="*/ 3400 w 6343"/>
                  <a:gd name="connsiteY4" fmla="*/ 121 h 6345"/>
                  <a:gd name="connsiteX5" fmla="*/ 1157 w 6343"/>
                  <a:gd name="connsiteY5" fmla="*/ 1050 h 6345"/>
                  <a:gd name="connsiteX6" fmla="*/ 228 w 6343"/>
                  <a:gd name="connsiteY6" fmla="*/ 3294 h 6345"/>
                  <a:gd name="connsiteX7" fmla="*/ 1157 w 6343"/>
                  <a:gd name="connsiteY7" fmla="*/ 5537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2"/>
                      <a:pt x="5642" y="5537"/>
                    </a:cubicBezTo>
                    <a:cubicBezTo>
                      <a:pt x="6237" y="4942"/>
                      <a:pt x="6571" y="4135"/>
                      <a:pt x="6571" y="3294"/>
                    </a:cubicBezTo>
                    <a:cubicBezTo>
                      <a:pt x="6571" y="2452"/>
                      <a:pt x="6237" y="1645"/>
                      <a:pt x="5642" y="1050"/>
                    </a:cubicBezTo>
                    <a:cubicBezTo>
                      <a:pt x="5048" y="455"/>
                      <a:pt x="4241" y="121"/>
                      <a:pt x="3400" y="121"/>
                    </a:cubicBezTo>
                    <a:cubicBezTo>
                      <a:pt x="2559" y="121"/>
                      <a:pt x="1752" y="455"/>
                      <a:pt x="1157" y="1050"/>
                    </a:cubicBezTo>
                    <a:cubicBezTo>
                      <a:pt x="562" y="1645"/>
                      <a:pt x="228" y="2452"/>
                      <a:pt x="228" y="3294"/>
                    </a:cubicBezTo>
                    <a:cubicBezTo>
                      <a:pt x="228" y="4135"/>
                      <a:pt x="562" y="4942"/>
                      <a:pt x="1157" y="5537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24" name="Freeform: Shape 12523">
                <a:extLst>
                  <a:ext uri="{FF2B5EF4-FFF2-40B4-BE49-F238E27FC236}">
                    <a16:creationId xmlns:a16="http://schemas.microsoft.com/office/drawing/2014/main" id="{3789C6AB-BEAD-C510-CD06-3E5536AE143B}"/>
                  </a:ext>
                </a:extLst>
              </p:cNvPr>
              <p:cNvSpPr/>
              <p:nvPr/>
            </p:nvSpPr>
            <p:spPr>
              <a:xfrm>
                <a:off x="9389661" y="517270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25" name="Freeform: Shape 12524">
                <a:extLst>
                  <a:ext uri="{FF2B5EF4-FFF2-40B4-BE49-F238E27FC236}">
                    <a16:creationId xmlns:a16="http://schemas.microsoft.com/office/drawing/2014/main" id="{97BFA02D-E824-C258-193F-35402F03973A}"/>
                  </a:ext>
                </a:extLst>
              </p:cNvPr>
              <p:cNvSpPr/>
              <p:nvPr/>
            </p:nvSpPr>
            <p:spPr>
              <a:xfrm>
                <a:off x="9390835" y="517333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26" name="Freeform: Shape 12525">
                <a:extLst>
                  <a:ext uri="{FF2B5EF4-FFF2-40B4-BE49-F238E27FC236}">
                    <a16:creationId xmlns:a16="http://schemas.microsoft.com/office/drawing/2014/main" id="{1929FA43-98B4-3E88-CCFA-24F4744B8401}"/>
                  </a:ext>
                </a:extLst>
              </p:cNvPr>
              <p:cNvSpPr/>
              <p:nvPr/>
            </p:nvSpPr>
            <p:spPr>
              <a:xfrm>
                <a:off x="9391427" y="517266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27" name="Freeform: Shape 12526">
                <a:extLst>
                  <a:ext uri="{FF2B5EF4-FFF2-40B4-BE49-F238E27FC236}">
                    <a16:creationId xmlns:a16="http://schemas.microsoft.com/office/drawing/2014/main" id="{FC287F7D-A2A2-9D5B-6AF1-8F15BAF7EEFF}"/>
                  </a:ext>
                </a:extLst>
              </p:cNvPr>
              <p:cNvSpPr/>
              <p:nvPr/>
            </p:nvSpPr>
            <p:spPr>
              <a:xfrm>
                <a:off x="9392123" y="517223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28" name="Freeform: Shape 12527">
                <a:extLst>
                  <a:ext uri="{FF2B5EF4-FFF2-40B4-BE49-F238E27FC236}">
                    <a16:creationId xmlns:a16="http://schemas.microsoft.com/office/drawing/2014/main" id="{1D45F124-D96B-BF01-8228-4FBA0E40080A}"/>
                  </a:ext>
                </a:extLst>
              </p:cNvPr>
              <p:cNvSpPr/>
              <p:nvPr/>
            </p:nvSpPr>
            <p:spPr>
              <a:xfrm>
                <a:off x="9392823" y="517179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50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29" name="Freeform: Shape 12528">
                <a:extLst>
                  <a:ext uri="{FF2B5EF4-FFF2-40B4-BE49-F238E27FC236}">
                    <a16:creationId xmlns:a16="http://schemas.microsoft.com/office/drawing/2014/main" id="{DDA90A9D-6989-C28D-4492-FD1D3FB45A59}"/>
                  </a:ext>
                </a:extLst>
              </p:cNvPr>
              <p:cNvSpPr/>
              <p:nvPr/>
            </p:nvSpPr>
            <p:spPr>
              <a:xfrm>
                <a:off x="9393168" y="517050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30" name="Freeform: Shape 12529">
                <a:extLst>
                  <a:ext uri="{FF2B5EF4-FFF2-40B4-BE49-F238E27FC236}">
                    <a16:creationId xmlns:a16="http://schemas.microsoft.com/office/drawing/2014/main" id="{E1514BAD-56DB-C1E4-A9AC-45CDBD4227D5}"/>
                  </a:ext>
                </a:extLst>
              </p:cNvPr>
              <p:cNvSpPr/>
              <p:nvPr/>
            </p:nvSpPr>
            <p:spPr>
              <a:xfrm>
                <a:off x="9394490" y="517157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5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31" name="Freeform: Shape 12530">
                <a:extLst>
                  <a:ext uri="{FF2B5EF4-FFF2-40B4-BE49-F238E27FC236}">
                    <a16:creationId xmlns:a16="http://schemas.microsoft.com/office/drawing/2014/main" id="{91046113-226C-1F70-F100-0521898CA72E}"/>
                  </a:ext>
                </a:extLst>
              </p:cNvPr>
              <p:cNvSpPr/>
              <p:nvPr/>
            </p:nvSpPr>
            <p:spPr>
              <a:xfrm>
                <a:off x="9395265" y="517133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32" name="Freeform: Shape 12531">
                <a:extLst>
                  <a:ext uri="{FF2B5EF4-FFF2-40B4-BE49-F238E27FC236}">
                    <a16:creationId xmlns:a16="http://schemas.microsoft.com/office/drawing/2014/main" id="{0DB631BB-B7C5-AF89-FB2C-C0FB1136E389}"/>
                  </a:ext>
                </a:extLst>
              </p:cNvPr>
              <p:cNvSpPr/>
              <p:nvPr/>
            </p:nvSpPr>
            <p:spPr>
              <a:xfrm>
                <a:off x="9396041" y="517109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33" name="Freeform: Shape 12532">
                <a:extLst>
                  <a:ext uri="{FF2B5EF4-FFF2-40B4-BE49-F238E27FC236}">
                    <a16:creationId xmlns:a16="http://schemas.microsoft.com/office/drawing/2014/main" id="{25F8214D-F127-0FCE-2700-D62F002C837A}"/>
                  </a:ext>
                </a:extLst>
              </p:cNvPr>
              <p:cNvSpPr/>
              <p:nvPr/>
            </p:nvSpPr>
            <p:spPr>
              <a:xfrm>
                <a:off x="9396818" y="517085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4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34" name="Freeform: Shape 12533">
                <a:extLst>
                  <a:ext uri="{FF2B5EF4-FFF2-40B4-BE49-F238E27FC236}">
                    <a16:creationId xmlns:a16="http://schemas.microsoft.com/office/drawing/2014/main" id="{235D8690-AFA9-3867-C252-24CE85CAF6F5}"/>
                  </a:ext>
                </a:extLst>
              </p:cNvPr>
              <p:cNvSpPr/>
              <p:nvPr/>
            </p:nvSpPr>
            <p:spPr>
              <a:xfrm>
                <a:off x="9397597" y="517062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35" name="Freeform: Shape 12534">
                <a:extLst>
                  <a:ext uri="{FF2B5EF4-FFF2-40B4-BE49-F238E27FC236}">
                    <a16:creationId xmlns:a16="http://schemas.microsoft.com/office/drawing/2014/main" id="{093F8629-B24D-1E80-21D9-28E697C6AD8E}"/>
                  </a:ext>
                </a:extLst>
              </p:cNvPr>
              <p:cNvSpPr/>
              <p:nvPr/>
            </p:nvSpPr>
            <p:spPr>
              <a:xfrm>
                <a:off x="9398593" y="517098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36" name="Freeform: Shape 12535">
                <a:extLst>
                  <a:ext uri="{FF2B5EF4-FFF2-40B4-BE49-F238E27FC236}">
                    <a16:creationId xmlns:a16="http://schemas.microsoft.com/office/drawing/2014/main" id="{6C69DD6F-C073-2194-F12C-DB6B55D7C77B}"/>
                  </a:ext>
                </a:extLst>
              </p:cNvPr>
              <p:cNvSpPr/>
              <p:nvPr/>
            </p:nvSpPr>
            <p:spPr>
              <a:xfrm>
                <a:off x="9399541" y="517123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37" name="Freeform: Shape 12536">
                <a:extLst>
                  <a:ext uri="{FF2B5EF4-FFF2-40B4-BE49-F238E27FC236}">
                    <a16:creationId xmlns:a16="http://schemas.microsoft.com/office/drawing/2014/main" id="{EB807086-8C17-2E93-3277-333DF3AE7EA7}"/>
                  </a:ext>
                </a:extLst>
              </p:cNvPr>
              <p:cNvSpPr/>
              <p:nvPr/>
            </p:nvSpPr>
            <p:spPr>
              <a:xfrm>
                <a:off x="9400420" y="517130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38" name="Freeform: Shape 12537">
                <a:extLst>
                  <a:ext uri="{FF2B5EF4-FFF2-40B4-BE49-F238E27FC236}">
                    <a16:creationId xmlns:a16="http://schemas.microsoft.com/office/drawing/2014/main" id="{1040EFC1-0A64-A50A-A4E6-2AC28A2EA9F3}"/>
                  </a:ext>
                </a:extLst>
              </p:cNvPr>
              <p:cNvSpPr/>
              <p:nvPr/>
            </p:nvSpPr>
            <p:spPr>
              <a:xfrm>
                <a:off x="9401318" y="517145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39" name="Freeform: Shape 12538">
                <a:extLst>
                  <a:ext uri="{FF2B5EF4-FFF2-40B4-BE49-F238E27FC236}">
                    <a16:creationId xmlns:a16="http://schemas.microsoft.com/office/drawing/2014/main" id="{2963819F-6C0D-EA6B-80E2-C865EB6C0C0D}"/>
                  </a:ext>
                </a:extLst>
              </p:cNvPr>
              <p:cNvSpPr/>
              <p:nvPr/>
            </p:nvSpPr>
            <p:spPr>
              <a:xfrm>
                <a:off x="9402152" y="517142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40" name="Freeform: Shape 12539">
                <a:extLst>
                  <a:ext uri="{FF2B5EF4-FFF2-40B4-BE49-F238E27FC236}">
                    <a16:creationId xmlns:a16="http://schemas.microsoft.com/office/drawing/2014/main" id="{64EB8EEC-735F-BC87-EDB2-23BA4BBD3FF3}"/>
                  </a:ext>
                </a:extLst>
              </p:cNvPr>
              <p:cNvSpPr/>
              <p:nvPr/>
            </p:nvSpPr>
            <p:spPr>
              <a:xfrm>
                <a:off x="9402984" y="517140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41" name="Freeform: Shape 12540">
                <a:extLst>
                  <a:ext uri="{FF2B5EF4-FFF2-40B4-BE49-F238E27FC236}">
                    <a16:creationId xmlns:a16="http://schemas.microsoft.com/office/drawing/2014/main" id="{9E9E47B4-A41B-AE56-02BA-C7C8626DE5DE}"/>
                  </a:ext>
                </a:extLst>
              </p:cNvPr>
              <p:cNvSpPr/>
              <p:nvPr/>
            </p:nvSpPr>
            <p:spPr>
              <a:xfrm>
                <a:off x="9403795" y="517133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42" name="Freeform: Shape 12541">
                <a:extLst>
                  <a:ext uri="{FF2B5EF4-FFF2-40B4-BE49-F238E27FC236}">
                    <a16:creationId xmlns:a16="http://schemas.microsoft.com/office/drawing/2014/main" id="{4CD59E25-7299-9782-1F5F-2F7546CFBC15}"/>
                  </a:ext>
                </a:extLst>
              </p:cNvPr>
              <p:cNvSpPr/>
              <p:nvPr/>
            </p:nvSpPr>
            <p:spPr>
              <a:xfrm>
                <a:off x="9404663" y="517144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43" name="Freeform: Shape 12542">
                <a:extLst>
                  <a:ext uri="{FF2B5EF4-FFF2-40B4-BE49-F238E27FC236}">
                    <a16:creationId xmlns:a16="http://schemas.microsoft.com/office/drawing/2014/main" id="{9A2B8385-12A6-7910-453A-89EDE071045A}"/>
                  </a:ext>
                </a:extLst>
              </p:cNvPr>
              <p:cNvSpPr/>
              <p:nvPr/>
            </p:nvSpPr>
            <p:spPr>
              <a:xfrm>
                <a:off x="9404870" y="516947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44" name="Freeform: Shape 12543">
                <a:extLst>
                  <a:ext uri="{FF2B5EF4-FFF2-40B4-BE49-F238E27FC236}">
                    <a16:creationId xmlns:a16="http://schemas.microsoft.com/office/drawing/2014/main" id="{47457970-3333-968D-D9B8-77A53AD30F36}"/>
                  </a:ext>
                </a:extLst>
              </p:cNvPr>
              <p:cNvSpPr/>
              <p:nvPr/>
            </p:nvSpPr>
            <p:spPr>
              <a:xfrm>
                <a:off x="9405967" y="517030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45" name="Freeform: Shape 12544">
                <a:extLst>
                  <a:ext uri="{FF2B5EF4-FFF2-40B4-BE49-F238E27FC236}">
                    <a16:creationId xmlns:a16="http://schemas.microsoft.com/office/drawing/2014/main" id="{91444D86-44D0-AB51-7282-A5F993ACB0D7}"/>
                  </a:ext>
                </a:extLst>
              </p:cNvPr>
              <p:cNvSpPr/>
              <p:nvPr/>
            </p:nvSpPr>
            <p:spPr>
              <a:xfrm>
                <a:off x="9409695" y="516888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7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46" name="Freeform: Shape 12545">
                <a:extLst>
                  <a:ext uri="{FF2B5EF4-FFF2-40B4-BE49-F238E27FC236}">
                    <a16:creationId xmlns:a16="http://schemas.microsoft.com/office/drawing/2014/main" id="{2AAEA8E4-DAF2-0CA5-EF03-30DC848EAE82}"/>
                  </a:ext>
                </a:extLst>
              </p:cNvPr>
              <p:cNvSpPr/>
              <p:nvPr/>
            </p:nvSpPr>
            <p:spPr>
              <a:xfrm>
                <a:off x="9410187" y="5167653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7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5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47" name="Freeform: Shape 12546">
                <a:extLst>
                  <a:ext uri="{FF2B5EF4-FFF2-40B4-BE49-F238E27FC236}">
                    <a16:creationId xmlns:a16="http://schemas.microsoft.com/office/drawing/2014/main" id="{50523190-F901-B27C-4BBA-D428032E8185}"/>
                  </a:ext>
                </a:extLst>
              </p:cNvPr>
              <p:cNvSpPr/>
              <p:nvPr/>
            </p:nvSpPr>
            <p:spPr>
              <a:xfrm>
                <a:off x="9411956" y="5168088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48" name="Freeform: Shape 12547">
                <a:extLst>
                  <a:ext uri="{FF2B5EF4-FFF2-40B4-BE49-F238E27FC236}">
                    <a16:creationId xmlns:a16="http://schemas.microsoft.com/office/drawing/2014/main" id="{59554948-B61B-FDC6-1D29-AE305CE723EB}"/>
                  </a:ext>
                </a:extLst>
              </p:cNvPr>
              <p:cNvSpPr/>
              <p:nvPr/>
            </p:nvSpPr>
            <p:spPr>
              <a:xfrm>
                <a:off x="9413138" y="516952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49" name="Freeform: Shape 12548">
                <a:extLst>
                  <a:ext uri="{FF2B5EF4-FFF2-40B4-BE49-F238E27FC236}">
                    <a16:creationId xmlns:a16="http://schemas.microsoft.com/office/drawing/2014/main" id="{2CEF988C-AE95-2FE3-2ECB-3A547F378FE9}"/>
                  </a:ext>
                </a:extLst>
              </p:cNvPr>
              <p:cNvSpPr/>
              <p:nvPr/>
            </p:nvSpPr>
            <p:spPr>
              <a:xfrm>
                <a:off x="9414109" y="517018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1" y="1062"/>
                    </a:cubicBezTo>
                    <a:cubicBezTo>
                      <a:pt x="5056" y="468"/>
                      <a:pt x="4250" y="133"/>
                      <a:pt x="3408" y="133"/>
                    </a:cubicBezTo>
                    <a:cubicBezTo>
                      <a:pt x="2567" y="133"/>
                      <a:pt x="1761" y="468"/>
                      <a:pt x="1166" y="1062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50" name="Freeform: Shape 12549">
                <a:extLst>
                  <a:ext uri="{FF2B5EF4-FFF2-40B4-BE49-F238E27FC236}">
                    <a16:creationId xmlns:a16="http://schemas.microsoft.com/office/drawing/2014/main" id="{558C03E5-FFB5-3A51-C27D-E74E7DE13E89}"/>
                  </a:ext>
                </a:extLst>
              </p:cNvPr>
              <p:cNvSpPr/>
              <p:nvPr/>
            </p:nvSpPr>
            <p:spPr>
              <a:xfrm>
                <a:off x="9415013" y="5170605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9 w 6343"/>
                  <a:gd name="connsiteY4" fmla="*/ 133 h 6345"/>
                  <a:gd name="connsiteX5" fmla="*/ 1166 w 6343"/>
                  <a:gd name="connsiteY5" fmla="*/ 1063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1" y="1063"/>
                    </a:cubicBezTo>
                    <a:cubicBezTo>
                      <a:pt x="5056" y="468"/>
                      <a:pt x="4250" y="133"/>
                      <a:pt x="3409" y="133"/>
                    </a:cubicBezTo>
                    <a:cubicBezTo>
                      <a:pt x="2567" y="133"/>
                      <a:pt x="1761" y="468"/>
                      <a:pt x="1166" y="1063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51" name="Freeform: Shape 12550">
                <a:extLst>
                  <a:ext uri="{FF2B5EF4-FFF2-40B4-BE49-F238E27FC236}">
                    <a16:creationId xmlns:a16="http://schemas.microsoft.com/office/drawing/2014/main" id="{2CB2B5AD-0D29-9DC3-962F-E61BFEF59227}"/>
                  </a:ext>
                </a:extLst>
              </p:cNvPr>
              <p:cNvSpPr/>
              <p:nvPr/>
            </p:nvSpPr>
            <p:spPr>
              <a:xfrm>
                <a:off x="9390362" y="5053674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4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8" y="124"/>
                      <a:pt x="3407" y="124"/>
                    </a:cubicBezTo>
                    <a:cubicBezTo>
                      <a:pt x="2565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5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52" name="Freeform: Shape 12551">
                <a:extLst>
                  <a:ext uri="{FF2B5EF4-FFF2-40B4-BE49-F238E27FC236}">
                    <a16:creationId xmlns:a16="http://schemas.microsoft.com/office/drawing/2014/main" id="{5D0615FC-6298-A0D8-DC5C-6ABD99CDF173}"/>
                  </a:ext>
                </a:extLst>
              </p:cNvPr>
              <p:cNvSpPr/>
              <p:nvPr/>
            </p:nvSpPr>
            <p:spPr>
              <a:xfrm>
                <a:off x="9391425" y="5051459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5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5" y="458"/>
                      <a:pt x="4248" y="124"/>
                      <a:pt x="3407" y="124"/>
                    </a:cubicBezTo>
                    <a:cubicBezTo>
                      <a:pt x="2566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6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53" name="Freeform: Shape 12552">
                <a:extLst>
                  <a:ext uri="{FF2B5EF4-FFF2-40B4-BE49-F238E27FC236}">
                    <a16:creationId xmlns:a16="http://schemas.microsoft.com/office/drawing/2014/main" id="{7B5597E3-3C91-72A5-CF8A-4DE740A9F9BF}"/>
                  </a:ext>
                </a:extLst>
              </p:cNvPr>
              <p:cNvSpPr/>
              <p:nvPr/>
            </p:nvSpPr>
            <p:spPr>
              <a:xfrm>
                <a:off x="9390963" y="5025706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5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5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4" y="6133"/>
                      <a:pt x="5649" y="5538"/>
                    </a:cubicBezTo>
                    <a:cubicBezTo>
                      <a:pt x="6244" y="4943"/>
                      <a:pt x="6578" y="4136"/>
                      <a:pt x="6578" y="3295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4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5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54" name="Freeform: Shape 12553">
                <a:extLst>
                  <a:ext uri="{FF2B5EF4-FFF2-40B4-BE49-F238E27FC236}">
                    <a16:creationId xmlns:a16="http://schemas.microsoft.com/office/drawing/2014/main" id="{528A0C16-076D-3BA0-1D57-68D70269805D}"/>
                  </a:ext>
                </a:extLst>
              </p:cNvPr>
              <p:cNvSpPr/>
              <p:nvPr/>
            </p:nvSpPr>
            <p:spPr>
              <a:xfrm>
                <a:off x="9392739" y="5026057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5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5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5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5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55" name="Freeform: Shape 12554">
                <a:extLst>
                  <a:ext uri="{FF2B5EF4-FFF2-40B4-BE49-F238E27FC236}">
                    <a16:creationId xmlns:a16="http://schemas.microsoft.com/office/drawing/2014/main" id="{16AB00C3-C879-3B58-D539-8268374C5739}"/>
                  </a:ext>
                </a:extLst>
              </p:cNvPr>
              <p:cNvSpPr/>
              <p:nvPr/>
            </p:nvSpPr>
            <p:spPr>
              <a:xfrm>
                <a:off x="9394064" y="5024029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56" name="Freeform: Shape 12555">
                <a:extLst>
                  <a:ext uri="{FF2B5EF4-FFF2-40B4-BE49-F238E27FC236}">
                    <a16:creationId xmlns:a16="http://schemas.microsoft.com/office/drawing/2014/main" id="{6545360E-AEA5-CCCC-42F9-DBB48974EFBA}"/>
                  </a:ext>
                </a:extLst>
              </p:cNvPr>
              <p:cNvSpPr/>
              <p:nvPr/>
            </p:nvSpPr>
            <p:spPr>
              <a:xfrm>
                <a:off x="9395577" y="5022928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4" y="4943"/>
                      <a:pt x="6579" y="4136"/>
                      <a:pt x="6579" y="3294"/>
                    </a:cubicBezTo>
                    <a:cubicBezTo>
                      <a:pt x="6579" y="2453"/>
                      <a:pt x="6244" y="1646"/>
                      <a:pt x="5650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70" y="1646"/>
                      <a:pt x="235" y="2453"/>
                      <a:pt x="235" y="3294"/>
                    </a:cubicBezTo>
                    <a:cubicBezTo>
                      <a:pt x="235" y="4136"/>
                      <a:pt x="570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57" name="Freeform: Shape 12556">
                <a:extLst>
                  <a:ext uri="{FF2B5EF4-FFF2-40B4-BE49-F238E27FC236}">
                    <a16:creationId xmlns:a16="http://schemas.microsoft.com/office/drawing/2014/main" id="{BD4ADCBC-1E47-585B-6677-41C6663CDD96}"/>
                  </a:ext>
                </a:extLst>
              </p:cNvPr>
              <p:cNvSpPr/>
              <p:nvPr/>
            </p:nvSpPr>
            <p:spPr>
              <a:xfrm>
                <a:off x="9396847" y="5020361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6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4" y="4943"/>
                      <a:pt x="6579" y="4136"/>
                      <a:pt x="6579" y="3294"/>
                    </a:cubicBezTo>
                    <a:cubicBezTo>
                      <a:pt x="6579" y="2453"/>
                      <a:pt x="6244" y="1646"/>
                      <a:pt x="5650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1"/>
                    </a:cubicBezTo>
                    <a:cubicBezTo>
                      <a:pt x="570" y="1646"/>
                      <a:pt x="236" y="2453"/>
                      <a:pt x="236" y="3294"/>
                    </a:cubicBezTo>
                    <a:cubicBezTo>
                      <a:pt x="236" y="4136"/>
                      <a:pt x="570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58" name="Freeform: Shape 12557">
                <a:extLst>
                  <a:ext uri="{FF2B5EF4-FFF2-40B4-BE49-F238E27FC236}">
                    <a16:creationId xmlns:a16="http://schemas.microsoft.com/office/drawing/2014/main" id="{DF95862D-EEE4-3EDB-AC3F-D631147B5196}"/>
                  </a:ext>
                </a:extLst>
              </p:cNvPr>
              <p:cNvSpPr/>
              <p:nvPr/>
            </p:nvSpPr>
            <p:spPr>
              <a:xfrm>
                <a:off x="9398424" y="5019460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1 h 6345"/>
                  <a:gd name="connsiteX5" fmla="*/ 1165 w 6343"/>
                  <a:gd name="connsiteY5" fmla="*/ 1051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5" y="4943"/>
                      <a:pt x="6579" y="4135"/>
                      <a:pt x="6579" y="3294"/>
                    </a:cubicBezTo>
                    <a:cubicBezTo>
                      <a:pt x="6579" y="2453"/>
                      <a:pt x="6245" y="1646"/>
                      <a:pt x="5650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5" y="1051"/>
                    </a:cubicBezTo>
                    <a:cubicBezTo>
                      <a:pt x="570" y="1646"/>
                      <a:pt x="236" y="2453"/>
                      <a:pt x="236" y="3294"/>
                    </a:cubicBezTo>
                    <a:cubicBezTo>
                      <a:pt x="236" y="4135"/>
                      <a:pt x="570" y="4943"/>
                      <a:pt x="1165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59" name="Freeform: Shape 12558">
                <a:extLst>
                  <a:ext uri="{FF2B5EF4-FFF2-40B4-BE49-F238E27FC236}">
                    <a16:creationId xmlns:a16="http://schemas.microsoft.com/office/drawing/2014/main" id="{E4A8E70D-93CB-1DA5-40C0-9AB17285D7ED}"/>
                  </a:ext>
                </a:extLst>
              </p:cNvPr>
              <p:cNvSpPr/>
              <p:nvPr/>
            </p:nvSpPr>
            <p:spPr>
              <a:xfrm>
                <a:off x="9399960" y="5018260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1 h 6345"/>
                  <a:gd name="connsiteX5" fmla="*/ 1165 w 6343"/>
                  <a:gd name="connsiteY5" fmla="*/ 1051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3"/>
                      <a:pt x="6245" y="1645"/>
                      <a:pt x="5650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5" y="1051"/>
                    </a:cubicBezTo>
                    <a:cubicBezTo>
                      <a:pt x="570" y="1645"/>
                      <a:pt x="236" y="2453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60" name="Freeform: Shape 12559">
                <a:extLst>
                  <a:ext uri="{FF2B5EF4-FFF2-40B4-BE49-F238E27FC236}">
                    <a16:creationId xmlns:a16="http://schemas.microsoft.com/office/drawing/2014/main" id="{6B0F7A35-C751-1AF7-5EA3-B23AE1B22E80}"/>
                  </a:ext>
                </a:extLst>
              </p:cNvPr>
              <p:cNvSpPr/>
              <p:nvPr/>
            </p:nvSpPr>
            <p:spPr>
              <a:xfrm>
                <a:off x="9401595" y="5017623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9" y="6467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6"/>
                      <a:pt x="4249" y="121"/>
                      <a:pt x="3407" y="121"/>
                    </a:cubicBezTo>
                    <a:cubicBezTo>
                      <a:pt x="2566" y="121"/>
                      <a:pt x="1760" y="456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61" name="Freeform: Shape 12560">
                <a:extLst>
                  <a:ext uri="{FF2B5EF4-FFF2-40B4-BE49-F238E27FC236}">
                    <a16:creationId xmlns:a16="http://schemas.microsoft.com/office/drawing/2014/main" id="{5F8EFCAF-07F5-ACA7-49E2-08C856578E9A}"/>
                  </a:ext>
                </a:extLst>
              </p:cNvPr>
              <p:cNvSpPr/>
              <p:nvPr/>
            </p:nvSpPr>
            <p:spPr>
              <a:xfrm>
                <a:off x="9425869" y="5164170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62" name="Freeform: Shape 12561">
                <a:extLst>
                  <a:ext uri="{FF2B5EF4-FFF2-40B4-BE49-F238E27FC236}">
                    <a16:creationId xmlns:a16="http://schemas.microsoft.com/office/drawing/2014/main" id="{BD2503D3-5ED1-56FE-E693-5BCF4FC99216}"/>
                  </a:ext>
                </a:extLst>
              </p:cNvPr>
              <p:cNvSpPr/>
              <p:nvPr/>
            </p:nvSpPr>
            <p:spPr>
              <a:xfrm>
                <a:off x="9426700" y="5164306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63" name="Freeform: Shape 12562">
                <a:extLst>
                  <a:ext uri="{FF2B5EF4-FFF2-40B4-BE49-F238E27FC236}">
                    <a16:creationId xmlns:a16="http://schemas.microsoft.com/office/drawing/2014/main" id="{27AD13C4-46D2-FF70-3F55-C8EE4EC03B01}"/>
                  </a:ext>
                </a:extLst>
              </p:cNvPr>
              <p:cNvSpPr/>
              <p:nvPr/>
            </p:nvSpPr>
            <p:spPr>
              <a:xfrm>
                <a:off x="9427423" y="5163643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64" name="Freeform: Shape 12563">
                <a:extLst>
                  <a:ext uri="{FF2B5EF4-FFF2-40B4-BE49-F238E27FC236}">
                    <a16:creationId xmlns:a16="http://schemas.microsoft.com/office/drawing/2014/main" id="{198E1A5B-7028-6239-7FA4-F4E610BFCADE}"/>
                  </a:ext>
                </a:extLst>
              </p:cNvPr>
              <p:cNvSpPr/>
              <p:nvPr/>
            </p:nvSpPr>
            <p:spPr>
              <a:xfrm>
                <a:off x="9428147" y="5162923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10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65" name="Freeform: Shape 12564">
                <a:extLst>
                  <a:ext uri="{FF2B5EF4-FFF2-40B4-BE49-F238E27FC236}">
                    <a16:creationId xmlns:a16="http://schemas.microsoft.com/office/drawing/2014/main" id="{60434923-D5B0-5F53-2772-E8970842A1FB}"/>
                  </a:ext>
                </a:extLst>
              </p:cNvPr>
              <p:cNvSpPr/>
              <p:nvPr/>
            </p:nvSpPr>
            <p:spPr>
              <a:xfrm>
                <a:off x="9428951" y="5162826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10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66" name="Freeform: Shape 12565">
                <a:extLst>
                  <a:ext uri="{FF2B5EF4-FFF2-40B4-BE49-F238E27FC236}">
                    <a16:creationId xmlns:a16="http://schemas.microsoft.com/office/drawing/2014/main" id="{D1546334-CED3-F29B-7BF3-815559D84AAA}"/>
                  </a:ext>
                </a:extLst>
              </p:cNvPr>
              <p:cNvSpPr/>
              <p:nvPr/>
            </p:nvSpPr>
            <p:spPr>
              <a:xfrm>
                <a:off x="9429715" y="5162362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67" name="Freeform: Shape 12566">
                <a:extLst>
                  <a:ext uri="{FF2B5EF4-FFF2-40B4-BE49-F238E27FC236}">
                    <a16:creationId xmlns:a16="http://schemas.microsoft.com/office/drawing/2014/main" id="{2AB1A2CE-A126-CD4E-48EF-CDD2950E3C70}"/>
                  </a:ext>
                </a:extLst>
              </p:cNvPr>
              <p:cNvSpPr/>
              <p:nvPr/>
            </p:nvSpPr>
            <p:spPr>
              <a:xfrm>
                <a:off x="9430510" y="5162151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68" name="Freeform: Shape 12567">
                <a:extLst>
                  <a:ext uri="{FF2B5EF4-FFF2-40B4-BE49-F238E27FC236}">
                    <a16:creationId xmlns:a16="http://schemas.microsoft.com/office/drawing/2014/main" id="{5D0E7F86-18CB-7EB8-C848-E983B56C86B9}"/>
                  </a:ext>
                </a:extLst>
              </p:cNvPr>
              <p:cNvSpPr/>
              <p:nvPr/>
            </p:nvSpPr>
            <p:spPr>
              <a:xfrm>
                <a:off x="9431227" y="5161137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69" name="Freeform: Shape 12568">
                <a:extLst>
                  <a:ext uri="{FF2B5EF4-FFF2-40B4-BE49-F238E27FC236}">
                    <a16:creationId xmlns:a16="http://schemas.microsoft.com/office/drawing/2014/main" id="{39B173FF-C37E-B006-0670-02D925D1EA50}"/>
                  </a:ext>
                </a:extLst>
              </p:cNvPr>
              <p:cNvSpPr/>
              <p:nvPr/>
            </p:nvSpPr>
            <p:spPr>
              <a:xfrm>
                <a:off x="9432082" y="5161494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70" name="Freeform: Shape 12569">
                <a:extLst>
                  <a:ext uri="{FF2B5EF4-FFF2-40B4-BE49-F238E27FC236}">
                    <a16:creationId xmlns:a16="http://schemas.microsoft.com/office/drawing/2014/main" id="{BA884367-8CF0-8A09-0F68-E30B9B92772A}"/>
                  </a:ext>
                </a:extLst>
              </p:cNvPr>
              <p:cNvSpPr/>
              <p:nvPr/>
            </p:nvSpPr>
            <p:spPr>
              <a:xfrm>
                <a:off x="9432970" y="5162290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1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8" y="2464"/>
                      <a:pt x="238" y="3305"/>
                    </a:cubicBezTo>
                    <a:cubicBezTo>
                      <a:pt x="238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71" name="Freeform: Shape 12570">
                <a:extLst>
                  <a:ext uri="{FF2B5EF4-FFF2-40B4-BE49-F238E27FC236}">
                    <a16:creationId xmlns:a16="http://schemas.microsoft.com/office/drawing/2014/main" id="{A79150A9-1C91-0D1F-A8B1-2D6C9A8832A9}"/>
                  </a:ext>
                </a:extLst>
              </p:cNvPr>
              <p:cNvSpPr/>
              <p:nvPr/>
            </p:nvSpPr>
            <p:spPr>
              <a:xfrm>
                <a:off x="9433823" y="5162782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2" y="4147"/>
                      <a:pt x="6582" y="3305"/>
                    </a:cubicBezTo>
                    <a:cubicBezTo>
                      <a:pt x="6582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8" y="2464"/>
                      <a:pt x="238" y="3305"/>
                    </a:cubicBezTo>
                    <a:cubicBezTo>
                      <a:pt x="238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72" name="Freeform: Shape 12571">
                <a:extLst>
                  <a:ext uri="{FF2B5EF4-FFF2-40B4-BE49-F238E27FC236}">
                    <a16:creationId xmlns:a16="http://schemas.microsoft.com/office/drawing/2014/main" id="{946522CD-1835-C235-B0CA-A1557BECD14C}"/>
                  </a:ext>
                </a:extLst>
              </p:cNvPr>
              <p:cNvSpPr/>
              <p:nvPr/>
            </p:nvSpPr>
            <p:spPr>
              <a:xfrm>
                <a:off x="9434820" y="5165330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9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2" y="4147"/>
                      <a:pt x="6582" y="3306"/>
                    </a:cubicBezTo>
                    <a:cubicBezTo>
                      <a:pt x="6582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73" name="Freeform: Shape 12572">
                <a:extLst>
                  <a:ext uri="{FF2B5EF4-FFF2-40B4-BE49-F238E27FC236}">
                    <a16:creationId xmlns:a16="http://schemas.microsoft.com/office/drawing/2014/main" id="{66B3B54E-AD32-6A4B-43DA-2D63052870A1}"/>
                  </a:ext>
                </a:extLst>
              </p:cNvPr>
              <p:cNvSpPr/>
              <p:nvPr/>
            </p:nvSpPr>
            <p:spPr>
              <a:xfrm>
                <a:off x="9435824" y="5168445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74" name="Freeform: Shape 12573">
                <a:extLst>
                  <a:ext uri="{FF2B5EF4-FFF2-40B4-BE49-F238E27FC236}">
                    <a16:creationId xmlns:a16="http://schemas.microsoft.com/office/drawing/2014/main" id="{5410EEC9-5F4C-645C-5AD4-AA92590AA5EB}"/>
                  </a:ext>
                </a:extLst>
              </p:cNvPr>
              <p:cNvSpPr/>
              <p:nvPr/>
            </p:nvSpPr>
            <p:spPr>
              <a:xfrm>
                <a:off x="9429572" y="5027268"/>
                <a:ext cx="6343" cy="6345"/>
              </a:xfrm>
              <a:custGeom>
                <a:avLst/>
                <a:gdLst>
                  <a:gd name="connsiteX0" fmla="*/ 3410 w 6343"/>
                  <a:gd name="connsiteY0" fmla="*/ 6467 h 6345"/>
                  <a:gd name="connsiteX1" fmla="*/ 5652 w 6343"/>
                  <a:gd name="connsiteY1" fmla="*/ 5538 h 6345"/>
                  <a:gd name="connsiteX2" fmla="*/ 6581 w 6343"/>
                  <a:gd name="connsiteY2" fmla="*/ 3295 h 6345"/>
                  <a:gd name="connsiteX3" fmla="*/ 5652 w 6343"/>
                  <a:gd name="connsiteY3" fmla="*/ 1051 h 6345"/>
                  <a:gd name="connsiteX4" fmla="*/ 3410 w 6343"/>
                  <a:gd name="connsiteY4" fmla="*/ 122 h 6345"/>
                  <a:gd name="connsiteX5" fmla="*/ 1167 w 6343"/>
                  <a:gd name="connsiteY5" fmla="*/ 1051 h 6345"/>
                  <a:gd name="connsiteX6" fmla="*/ 238 w 6343"/>
                  <a:gd name="connsiteY6" fmla="*/ 3295 h 6345"/>
                  <a:gd name="connsiteX7" fmla="*/ 1167 w 6343"/>
                  <a:gd name="connsiteY7" fmla="*/ 5538 h 6345"/>
                  <a:gd name="connsiteX8" fmla="*/ 341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7"/>
                    </a:moveTo>
                    <a:cubicBezTo>
                      <a:pt x="4251" y="6467"/>
                      <a:pt x="5058" y="6133"/>
                      <a:pt x="5652" y="5538"/>
                    </a:cubicBezTo>
                    <a:cubicBezTo>
                      <a:pt x="6247" y="4943"/>
                      <a:pt x="6581" y="4136"/>
                      <a:pt x="6581" y="3295"/>
                    </a:cubicBezTo>
                    <a:cubicBezTo>
                      <a:pt x="6581" y="2453"/>
                      <a:pt x="6247" y="1646"/>
                      <a:pt x="5652" y="1051"/>
                    </a:cubicBezTo>
                    <a:cubicBezTo>
                      <a:pt x="5058" y="456"/>
                      <a:pt x="4251" y="122"/>
                      <a:pt x="3410" y="122"/>
                    </a:cubicBezTo>
                    <a:cubicBezTo>
                      <a:pt x="2569" y="122"/>
                      <a:pt x="1762" y="456"/>
                      <a:pt x="1167" y="1051"/>
                    </a:cubicBezTo>
                    <a:cubicBezTo>
                      <a:pt x="572" y="1646"/>
                      <a:pt x="238" y="2453"/>
                      <a:pt x="238" y="3295"/>
                    </a:cubicBezTo>
                    <a:cubicBezTo>
                      <a:pt x="238" y="4136"/>
                      <a:pt x="572" y="4943"/>
                      <a:pt x="1167" y="5538"/>
                    </a:cubicBezTo>
                    <a:cubicBezTo>
                      <a:pt x="1762" y="6133"/>
                      <a:pt x="2569" y="6467"/>
                      <a:pt x="341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75" name="Freeform: Shape 12574">
                <a:extLst>
                  <a:ext uri="{FF2B5EF4-FFF2-40B4-BE49-F238E27FC236}">
                    <a16:creationId xmlns:a16="http://schemas.microsoft.com/office/drawing/2014/main" id="{300C16B7-DA57-1819-8863-ABF320397F10}"/>
                  </a:ext>
                </a:extLst>
              </p:cNvPr>
              <p:cNvSpPr/>
              <p:nvPr/>
            </p:nvSpPr>
            <p:spPr>
              <a:xfrm>
                <a:off x="9432268" y="5048783"/>
                <a:ext cx="6343" cy="6345"/>
              </a:xfrm>
              <a:custGeom>
                <a:avLst/>
                <a:gdLst>
                  <a:gd name="connsiteX0" fmla="*/ 3410 w 6343"/>
                  <a:gd name="connsiteY0" fmla="*/ 6469 h 6345"/>
                  <a:gd name="connsiteX1" fmla="*/ 5652 w 6343"/>
                  <a:gd name="connsiteY1" fmla="*/ 5540 h 6345"/>
                  <a:gd name="connsiteX2" fmla="*/ 6581 w 6343"/>
                  <a:gd name="connsiteY2" fmla="*/ 3296 h 6345"/>
                  <a:gd name="connsiteX3" fmla="*/ 5652 w 6343"/>
                  <a:gd name="connsiteY3" fmla="*/ 1053 h 6345"/>
                  <a:gd name="connsiteX4" fmla="*/ 3410 w 6343"/>
                  <a:gd name="connsiteY4" fmla="*/ 124 h 6345"/>
                  <a:gd name="connsiteX5" fmla="*/ 1167 w 6343"/>
                  <a:gd name="connsiteY5" fmla="*/ 1053 h 6345"/>
                  <a:gd name="connsiteX6" fmla="*/ 238 w 6343"/>
                  <a:gd name="connsiteY6" fmla="*/ 3296 h 6345"/>
                  <a:gd name="connsiteX7" fmla="*/ 1167 w 6343"/>
                  <a:gd name="connsiteY7" fmla="*/ 5540 h 6345"/>
                  <a:gd name="connsiteX8" fmla="*/ 3410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9"/>
                    </a:moveTo>
                    <a:cubicBezTo>
                      <a:pt x="4251" y="6469"/>
                      <a:pt x="5058" y="6135"/>
                      <a:pt x="5652" y="5540"/>
                    </a:cubicBezTo>
                    <a:cubicBezTo>
                      <a:pt x="6247" y="4945"/>
                      <a:pt x="6581" y="4138"/>
                      <a:pt x="6581" y="3296"/>
                    </a:cubicBezTo>
                    <a:cubicBezTo>
                      <a:pt x="6581" y="2455"/>
                      <a:pt x="6247" y="1648"/>
                      <a:pt x="5652" y="1053"/>
                    </a:cubicBezTo>
                    <a:cubicBezTo>
                      <a:pt x="5058" y="458"/>
                      <a:pt x="4251" y="124"/>
                      <a:pt x="3410" y="124"/>
                    </a:cubicBezTo>
                    <a:cubicBezTo>
                      <a:pt x="2569" y="124"/>
                      <a:pt x="1762" y="458"/>
                      <a:pt x="1167" y="1053"/>
                    </a:cubicBezTo>
                    <a:cubicBezTo>
                      <a:pt x="572" y="1648"/>
                      <a:pt x="238" y="2455"/>
                      <a:pt x="238" y="3296"/>
                    </a:cubicBezTo>
                    <a:cubicBezTo>
                      <a:pt x="238" y="4138"/>
                      <a:pt x="572" y="4945"/>
                      <a:pt x="1167" y="5540"/>
                    </a:cubicBezTo>
                    <a:cubicBezTo>
                      <a:pt x="1762" y="6135"/>
                      <a:pt x="2569" y="6469"/>
                      <a:pt x="3410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76" name="Freeform: Shape 12575">
                <a:extLst>
                  <a:ext uri="{FF2B5EF4-FFF2-40B4-BE49-F238E27FC236}">
                    <a16:creationId xmlns:a16="http://schemas.microsoft.com/office/drawing/2014/main" id="{0CE33F97-9DC4-A37E-040A-E1C1BBE24757}"/>
                  </a:ext>
                </a:extLst>
              </p:cNvPr>
              <p:cNvSpPr/>
              <p:nvPr/>
            </p:nvSpPr>
            <p:spPr>
              <a:xfrm>
                <a:off x="9433869" y="5050955"/>
                <a:ext cx="6343" cy="6345"/>
              </a:xfrm>
              <a:custGeom>
                <a:avLst/>
                <a:gdLst>
                  <a:gd name="connsiteX0" fmla="*/ 3410 w 6343"/>
                  <a:gd name="connsiteY0" fmla="*/ 6469 h 6345"/>
                  <a:gd name="connsiteX1" fmla="*/ 5653 w 6343"/>
                  <a:gd name="connsiteY1" fmla="*/ 5540 h 6345"/>
                  <a:gd name="connsiteX2" fmla="*/ 6582 w 6343"/>
                  <a:gd name="connsiteY2" fmla="*/ 3297 h 6345"/>
                  <a:gd name="connsiteX3" fmla="*/ 5653 w 6343"/>
                  <a:gd name="connsiteY3" fmla="*/ 1053 h 6345"/>
                  <a:gd name="connsiteX4" fmla="*/ 3410 w 6343"/>
                  <a:gd name="connsiteY4" fmla="*/ 124 h 6345"/>
                  <a:gd name="connsiteX5" fmla="*/ 1167 w 6343"/>
                  <a:gd name="connsiteY5" fmla="*/ 1053 h 6345"/>
                  <a:gd name="connsiteX6" fmla="*/ 238 w 6343"/>
                  <a:gd name="connsiteY6" fmla="*/ 3297 h 6345"/>
                  <a:gd name="connsiteX7" fmla="*/ 1167 w 6343"/>
                  <a:gd name="connsiteY7" fmla="*/ 5540 h 6345"/>
                  <a:gd name="connsiteX8" fmla="*/ 3410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69"/>
                    </a:moveTo>
                    <a:cubicBezTo>
                      <a:pt x="4251" y="6469"/>
                      <a:pt x="5058" y="6135"/>
                      <a:pt x="5653" y="5540"/>
                    </a:cubicBezTo>
                    <a:cubicBezTo>
                      <a:pt x="6247" y="4945"/>
                      <a:pt x="6582" y="4138"/>
                      <a:pt x="6582" y="3297"/>
                    </a:cubicBezTo>
                    <a:cubicBezTo>
                      <a:pt x="6582" y="2455"/>
                      <a:pt x="6247" y="1648"/>
                      <a:pt x="5653" y="1053"/>
                    </a:cubicBezTo>
                    <a:cubicBezTo>
                      <a:pt x="5058" y="458"/>
                      <a:pt x="4251" y="124"/>
                      <a:pt x="3410" y="124"/>
                    </a:cubicBezTo>
                    <a:cubicBezTo>
                      <a:pt x="2569" y="124"/>
                      <a:pt x="1762" y="458"/>
                      <a:pt x="1167" y="1053"/>
                    </a:cubicBezTo>
                    <a:cubicBezTo>
                      <a:pt x="573" y="1648"/>
                      <a:pt x="238" y="2455"/>
                      <a:pt x="238" y="3297"/>
                    </a:cubicBezTo>
                    <a:cubicBezTo>
                      <a:pt x="238" y="4138"/>
                      <a:pt x="573" y="4945"/>
                      <a:pt x="1167" y="5540"/>
                    </a:cubicBezTo>
                    <a:cubicBezTo>
                      <a:pt x="1762" y="6135"/>
                      <a:pt x="2569" y="6469"/>
                      <a:pt x="3410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77" name="Freeform: Shape 12576">
                <a:extLst>
                  <a:ext uri="{FF2B5EF4-FFF2-40B4-BE49-F238E27FC236}">
                    <a16:creationId xmlns:a16="http://schemas.microsoft.com/office/drawing/2014/main" id="{1CBE861C-21D0-DEF3-04EF-6B877687992D}"/>
                  </a:ext>
                </a:extLst>
              </p:cNvPr>
              <p:cNvSpPr/>
              <p:nvPr/>
            </p:nvSpPr>
            <p:spPr>
              <a:xfrm>
                <a:off x="9444311" y="5057834"/>
                <a:ext cx="6343" cy="6345"/>
              </a:xfrm>
              <a:custGeom>
                <a:avLst/>
                <a:gdLst>
                  <a:gd name="connsiteX0" fmla="*/ 3411 w 6343"/>
                  <a:gd name="connsiteY0" fmla="*/ 6470 h 6345"/>
                  <a:gd name="connsiteX1" fmla="*/ 5653 w 6343"/>
                  <a:gd name="connsiteY1" fmla="*/ 5541 h 6345"/>
                  <a:gd name="connsiteX2" fmla="*/ 6582 w 6343"/>
                  <a:gd name="connsiteY2" fmla="*/ 3297 h 6345"/>
                  <a:gd name="connsiteX3" fmla="*/ 5653 w 6343"/>
                  <a:gd name="connsiteY3" fmla="*/ 1054 h 6345"/>
                  <a:gd name="connsiteX4" fmla="*/ 3411 w 6343"/>
                  <a:gd name="connsiteY4" fmla="*/ 124 h 6345"/>
                  <a:gd name="connsiteX5" fmla="*/ 1168 w 6343"/>
                  <a:gd name="connsiteY5" fmla="*/ 1054 h 6345"/>
                  <a:gd name="connsiteX6" fmla="*/ 239 w 6343"/>
                  <a:gd name="connsiteY6" fmla="*/ 3297 h 6345"/>
                  <a:gd name="connsiteX7" fmla="*/ 1168 w 6343"/>
                  <a:gd name="connsiteY7" fmla="*/ 5541 h 6345"/>
                  <a:gd name="connsiteX8" fmla="*/ 3411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0"/>
                    </a:moveTo>
                    <a:cubicBezTo>
                      <a:pt x="4252" y="6470"/>
                      <a:pt x="5059" y="6135"/>
                      <a:pt x="5653" y="5541"/>
                    </a:cubicBezTo>
                    <a:cubicBezTo>
                      <a:pt x="6248" y="4946"/>
                      <a:pt x="6582" y="4138"/>
                      <a:pt x="6582" y="3297"/>
                    </a:cubicBezTo>
                    <a:cubicBezTo>
                      <a:pt x="6582" y="2456"/>
                      <a:pt x="6248" y="1649"/>
                      <a:pt x="5653" y="1054"/>
                    </a:cubicBezTo>
                    <a:cubicBezTo>
                      <a:pt x="5059" y="459"/>
                      <a:pt x="4252" y="124"/>
                      <a:pt x="3411" y="124"/>
                    </a:cubicBezTo>
                    <a:cubicBezTo>
                      <a:pt x="2570" y="124"/>
                      <a:pt x="1763" y="459"/>
                      <a:pt x="1168" y="1054"/>
                    </a:cubicBezTo>
                    <a:cubicBezTo>
                      <a:pt x="573" y="1649"/>
                      <a:pt x="239" y="2456"/>
                      <a:pt x="239" y="3297"/>
                    </a:cubicBezTo>
                    <a:cubicBezTo>
                      <a:pt x="239" y="4138"/>
                      <a:pt x="573" y="4946"/>
                      <a:pt x="1168" y="5541"/>
                    </a:cubicBezTo>
                    <a:cubicBezTo>
                      <a:pt x="1763" y="6135"/>
                      <a:pt x="2570" y="6470"/>
                      <a:pt x="3411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78" name="Freeform: Shape 12577">
                <a:extLst>
                  <a:ext uri="{FF2B5EF4-FFF2-40B4-BE49-F238E27FC236}">
                    <a16:creationId xmlns:a16="http://schemas.microsoft.com/office/drawing/2014/main" id="{1C0071D0-033C-750A-8AC3-F2305A46F66A}"/>
                  </a:ext>
                </a:extLst>
              </p:cNvPr>
              <p:cNvSpPr/>
              <p:nvPr/>
            </p:nvSpPr>
            <p:spPr>
              <a:xfrm>
                <a:off x="9449514" y="5124353"/>
                <a:ext cx="6343" cy="6345"/>
              </a:xfrm>
              <a:custGeom>
                <a:avLst/>
                <a:gdLst>
                  <a:gd name="connsiteX0" fmla="*/ 3411 w 6343"/>
                  <a:gd name="connsiteY0" fmla="*/ 6475 h 6345"/>
                  <a:gd name="connsiteX1" fmla="*/ 5654 w 6343"/>
                  <a:gd name="connsiteY1" fmla="*/ 5546 h 6345"/>
                  <a:gd name="connsiteX2" fmla="*/ 6583 w 6343"/>
                  <a:gd name="connsiteY2" fmla="*/ 3302 h 6345"/>
                  <a:gd name="connsiteX3" fmla="*/ 5654 w 6343"/>
                  <a:gd name="connsiteY3" fmla="*/ 1059 h 6345"/>
                  <a:gd name="connsiteX4" fmla="*/ 3411 w 6343"/>
                  <a:gd name="connsiteY4" fmla="*/ 130 h 6345"/>
                  <a:gd name="connsiteX5" fmla="*/ 1169 w 6343"/>
                  <a:gd name="connsiteY5" fmla="*/ 1059 h 6345"/>
                  <a:gd name="connsiteX6" fmla="*/ 240 w 6343"/>
                  <a:gd name="connsiteY6" fmla="*/ 3302 h 6345"/>
                  <a:gd name="connsiteX7" fmla="*/ 1169 w 6343"/>
                  <a:gd name="connsiteY7" fmla="*/ 5546 h 6345"/>
                  <a:gd name="connsiteX8" fmla="*/ 341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5"/>
                    </a:moveTo>
                    <a:cubicBezTo>
                      <a:pt x="4252" y="6475"/>
                      <a:pt x="5059" y="6141"/>
                      <a:pt x="5654" y="5546"/>
                    </a:cubicBezTo>
                    <a:cubicBezTo>
                      <a:pt x="6249" y="4951"/>
                      <a:pt x="6583" y="4144"/>
                      <a:pt x="6583" y="3302"/>
                    </a:cubicBezTo>
                    <a:cubicBezTo>
                      <a:pt x="6583" y="2461"/>
                      <a:pt x="6249" y="1654"/>
                      <a:pt x="5654" y="1059"/>
                    </a:cubicBezTo>
                    <a:cubicBezTo>
                      <a:pt x="5059" y="464"/>
                      <a:pt x="4252" y="130"/>
                      <a:pt x="3411" y="130"/>
                    </a:cubicBezTo>
                    <a:cubicBezTo>
                      <a:pt x="2570" y="130"/>
                      <a:pt x="1763" y="464"/>
                      <a:pt x="1169" y="1059"/>
                    </a:cubicBezTo>
                    <a:cubicBezTo>
                      <a:pt x="574" y="1654"/>
                      <a:pt x="240" y="2461"/>
                      <a:pt x="240" y="3302"/>
                    </a:cubicBezTo>
                    <a:cubicBezTo>
                      <a:pt x="240" y="4144"/>
                      <a:pt x="574" y="4951"/>
                      <a:pt x="1169" y="5546"/>
                    </a:cubicBezTo>
                    <a:cubicBezTo>
                      <a:pt x="1763" y="6141"/>
                      <a:pt x="2570" y="6475"/>
                      <a:pt x="341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79" name="Freeform: Shape 12578">
                <a:extLst>
                  <a:ext uri="{FF2B5EF4-FFF2-40B4-BE49-F238E27FC236}">
                    <a16:creationId xmlns:a16="http://schemas.microsoft.com/office/drawing/2014/main" id="{C1EA8E9A-62CB-9D3B-F717-597BDB535E7E}"/>
                  </a:ext>
                </a:extLst>
              </p:cNvPr>
              <p:cNvSpPr/>
              <p:nvPr/>
            </p:nvSpPr>
            <p:spPr>
              <a:xfrm>
                <a:off x="9449737" y="5167644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80" name="Freeform: Shape 12579">
                <a:extLst>
                  <a:ext uri="{FF2B5EF4-FFF2-40B4-BE49-F238E27FC236}">
                    <a16:creationId xmlns:a16="http://schemas.microsoft.com/office/drawing/2014/main" id="{0F92EC5E-2996-00AE-D8C8-4F65268BE13A}"/>
                  </a:ext>
                </a:extLst>
              </p:cNvPr>
              <p:cNvSpPr/>
              <p:nvPr/>
            </p:nvSpPr>
            <p:spPr>
              <a:xfrm>
                <a:off x="9450530" y="5167306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81" name="Freeform: Shape 12580">
                <a:extLst>
                  <a:ext uri="{FF2B5EF4-FFF2-40B4-BE49-F238E27FC236}">
                    <a16:creationId xmlns:a16="http://schemas.microsoft.com/office/drawing/2014/main" id="{101E5D20-D298-9D50-DBE0-093E6A6CDC77}"/>
                  </a:ext>
                </a:extLst>
              </p:cNvPr>
              <p:cNvSpPr/>
              <p:nvPr/>
            </p:nvSpPr>
            <p:spPr>
              <a:xfrm>
                <a:off x="9452282" y="5164156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3"/>
                      <a:pt x="3411" y="133"/>
                    </a:cubicBezTo>
                    <a:cubicBezTo>
                      <a:pt x="2570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82" name="Freeform: Shape 12581">
                <a:extLst>
                  <a:ext uri="{FF2B5EF4-FFF2-40B4-BE49-F238E27FC236}">
                    <a16:creationId xmlns:a16="http://schemas.microsoft.com/office/drawing/2014/main" id="{E3EB0C82-D90F-5097-5A80-399C05A1A740}"/>
                  </a:ext>
                </a:extLst>
              </p:cNvPr>
              <p:cNvSpPr/>
              <p:nvPr/>
            </p:nvSpPr>
            <p:spPr>
              <a:xfrm>
                <a:off x="9455117" y="5158732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8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4" y="5548"/>
                    </a:cubicBezTo>
                    <a:cubicBezTo>
                      <a:pt x="6249" y="4954"/>
                      <a:pt x="6583" y="4146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6"/>
                      <a:pt x="574" y="4954"/>
                      <a:pt x="1169" y="5548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83" name="Freeform: Shape 12582">
                <a:extLst>
                  <a:ext uri="{FF2B5EF4-FFF2-40B4-BE49-F238E27FC236}">
                    <a16:creationId xmlns:a16="http://schemas.microsoft.com/office/drawing/2014/main" id="{BE932655-7C4E-6787-206A-309D8975EBE5}"/>
                  </a:ext>
                </a:extLst>
              </p:cNvPr>
              <p:cNvSpPr/>
              <p:nvPr/>
            </p:nvSpPr>
            <p:spPr>
              <a:xfrm>
                <a:off x="9456070" y="5157372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8 h 6345"/>
                  <a:gd name="connsiteX2" fmla="*/ 6583 w 6343"/>
                  <a:gd name="connsiteY2" fmla="*/ 3305 h 6345"/>
                  <a:gd name="connsiteX3" fmla="*/ 5654 w 6343"/>
                  <a:gd name="connsiteY3" fmla="*/ 1061 h 6345"/>
                  <a:gd name="connsiteX4" fmla="*/ 3412 w 6343"/>
                  <a:gd name="connsiteY4" fmla="*/ 132 h 6345"/>
                  <a:gd name="connsiteX5" fmla="*/ 1169 w 6343"/>
                  <a:gd name="connsiteY5" fmla="*/ 1061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4" y="5548"/>
                    </a:cubicBezTo>
                    <a:cubicBezTo>
                      <a:pt x="6249" y="4953"/>
                      <a:pt x="6583" y="4146"/>
                      <a:pt x="6583" y="3305"/>
                    </a:cubicBezTo>
                    <a:cubicBezTo>
                      <a:pt x="6583" y="2464"/>
                      <a:pt x="6249" y="1656"/>
                      <a:pt x="5654" y="1061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1"/>
                    </a:cubicBezTo>
                    <a:cubicBezTo>
                      <a:pt x="574" y="1656"/>
                      <a:pt x="240" y="2464"/>
                      <a:pt x="240" y="3305"/>
                    </a:cubicBezTo>
                    <a:cubicBezTo>
                      <a:pt x="240" y="4146"/>
                      <a:pt x="574" y="4953"/>
                      <a:pt x="1169" y="5548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84" name="Freeform: Shape 12583">
                <a:extLst>
                  <a:ext uri="{FF2B5EF4-FFF2-40B4-BE49-F238E27FC236}">
                    <a16:creationId xmlns:a16="http://schemas.microsoft.com/office/drawing/2014/main" id="{74450247-4734-8E10-8DCB-BF5444B8BF29}"/>
                  </a:ext>
                </a:extLst>
              </p:cNvPr>
              <p:cNvSpPr/>
              <p:nvPr/>
            </p:nvSpPr>
            <p:spPr>
              <a:xfrm>
                <a:off x="9456896" y="5157571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8 h 6345"/>
                  <a:gd name="connsiteX2" fmla="*/ 6583 w 6343"/>
                  <a:gd name="connsiteY2" fmla="*/ 3305 h 6345"/>
                  <a:gd name="connsiteX3" fmla="*/ 5654 w 6343"/>
                  <a:gd name="connsiteY3" fmla="*/ 1061 h 6345"/>
                  <a:gd name="connsiteX4" fmla="*/ 3412 w 6343"/>
                  <a:gd name="connsiteY4" fmla="*/ 132 h 6345"/>
                  <a:gd name="connsiteX5" fmla="*/ 1169 w 6343"/>
                  <a:gd name="connsiteY5" fmla="*/ 1061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4" y="5548"/>
                    </a:cubicBezTo>
                    <a:cubicBezTo>
                      <a:pt x="6249" y="4953"/>
                      <a:pt x="6583" y="4146"/>
                      <a:pt x="6583" y="3305"/>
                    </a:cubicBezTo>
                    <a:cubicBezTo>
                      <a:pt x="6583" y="2464"/>
                      <a:pt x="6249" y="1656"/>
                      <a:pt x="5654" y="1061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1"/>
                    </a:cubicBezTo>
                    <a:cubicBezTo>
                      <a:pt x="574" y="1656"/>
                      <a:pt x="240" y="2464"/>
                      <a:pt x="240" y="3305"/>
                    </a:cubicBezTo>
                    <a:cubicBezTo>
                      <a:pt x="240" y="4146"/>
                      <a:pt x="574" y="4953"/>
                      <a:pt x="1169" y="5548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85" name="Freeform: Shape 12584">
                <a:extLst>
                  <a:ext uri="{FF2B5EF4-FFF2-40B4-BE49-F238E27FC236}">
                    <a16:creationId xmlns:a16="http://schemas.microsoft.com/office/drawing/2014/main" id="{78C05C6E-C533-38BC-51AA-4E6B0B877C46}"/>
                  </a:ext>
                </a:extLst>
              </p:cNvPr>
              <p:cNvSpPr/>
              <p:nvPr/>
            </p:nvSpPr>
            <p:spPr>
              <a:xfrm>
                <a:off x="9457769" y="5157278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8 h 6345"/>
                  <a:gd name="connsiteX2" fmla="*/ 6583 w 6343"/>
                  <a:gd name="connsiteY2" fmla="*/ 3305 h 6345"/>
                  <a:gd name="connsiteX3" fmla="*/ 5655 w 6343"/>
                  <a:gd name="connsiteY3" fmla="*/ 1061 h 6345"/>
                  <a:gd name="connsiteX4" fmla="*/ 3412 w 6343"/>
                  <a:gd name="connsiteY4" fmla="*/ 132 h 6345"/>
                  <a:gd name="connsiteX5" fmla="*/ 1169 w 6343"/>
                  <a:gd name="connsiteY5" fmla="*/ 1061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5" y="5548"/>
                    </a:cubicBezTo>
                    <a:cubicBezTo>
                      <a:pt x="6249" y="4953"/>
                      <a:pt x="6583" y="4146"/>
                      <a:pt x="6583" y="3305"/>
                    </a:cubicBezTo>
                    <a:cubicBezTo>
                      <a:pt x="6583" y="2463"/>
                      <a:pt x="6249" y="1656"/>
                      <a:pt x="5655" y="1061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1"/>
                    </a:cubicBezTo>
                    <a:cubicBezTo>
                      <a:pt x="575" y="1656"/>
                      <a:pt x="240" y="2463"/>
                      <a:pt x="240" y="3305"/>
                    </a:cubicBezTo>
                    <a:cubicBezTo>
                      <a:pt x="240" y="4146"/>
                      <a:pt x="575" y="4953"/>
                      <a:pt x="1169" y="5548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86" name="Freeform: Shape 12585">
                <a:extLst>
                  <a:ext uri="{FF2B5EF4-FFF2-40B4-BE49-F238E27FC236}">
                    <a16:creationId xmlns:a16="http://schemas.microsoft.com/office/drawing/2014/main" id="{F48736E4-F0E3-C804-3FFF-8D15F64FF213}"/>
                  </a:ext>
                </a:extLst>
              </p:cNvPr>
              <p:cNvSpPr/>
              <p:nvPr/>
            </p:nvSpPr>
            <p:spPr>
              <a:xfrm>
                <a:off x="9458595" y="5157487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8 h 6345"/>
                  <a:gd name="connsiteX2" fmla="*/ 6583 w 6343"/>
                  <a:gd name="connsiteY2" fmla="*/ 3305 h 6345"/>
                  <a:gd name="connsiteX3" fmla="*/ 5655 w 6343"/>
                  <a:gd name="connsiteY3" fmla="*/ 1061 h 6345"/>
                  <a:gd name="connsiteX4" fmla="*/ 3412 w 6343"/>
                  <a:gd name="connsiteY4" fmla="*/ 132 h 6345"/>
                  <a:gd name="connsiteX5" fmla="*/ 1169 w 6343"/>
                  <a:gd name="connsiteY5" fmla="*/ 1061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5" y="5548"/>
                    </a:cubicBezTo>
                    <a:cubicBezTo>
                      <a:pt x="6249" y="4953"/>
                      <a:pt x="6583" y="4146"/>
                      <a:pt x="6583" y="3305"/>
                    </a:cubicBezTo>
                    <a:cubicBezTo>
                      <a:pt x="6583" y="2464"/>
                      <a:pt x="6249" y="1656"/>
                      <a:pt x="5655" y="1061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1"/>
                    </a:cubicBezTo>
                    <a:cubicBezTo>
                      <a:pt x="575" y="1656"/>
                      <a:pt x="240" y="2464"/>
                      <a:pt x="240" y="3305"/>
                    </a:cubicBezTo>
                    <a:cubicBezTo>
                      <a:pt x="240" y="4146"/>
                      <a:pt x="575" y="4953"/>
                      <a:pt x="1169" y="5548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87" name="Freeform: Shape 12586">
                <a:extLst>
                  <a:ext uri="{FF2B5EF4-FFF2-40B4-BE49-F238E27FC236}">
                    <a16:creationId xmlns:a16="http://schemas.microsoft.com/office/drawing/2014/main" id="{2CC52338-BC60-5CCE-D2C6-EA827B57CBE6}"/>
                  </a:ext>
                </a:extLst>
              </p:cNvPr>
              <p:cNvSpPr/>
              <p:nvPr/>
            </p:nvSpPr>
            <p:spPr>
              <a:xfrm>
                <a:off x="9459384" y="5158010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8 h 6345"/>
                  <a:gd name="connsiteX2" fmla="*/ 6584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3"/>
                      <a:pt x="5655" y="5548"/>
                    </a:cubicBezTo>
                    <a:cubicBezTo>
                      <a:pt x="6249" y="4953"/>
                      <a:pt x="6584" y="4146"/>
                      <a:pt x="6584" y="3305"/>
                    </a:cubicBezTo>
                    <a:cubicBezTo>
                      <a:pt x="6584" y="2464"/>
                      <a:pt x="6249" y="1656"/>
                      <a:pt x="5655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5" y="1656"/>
                      <a:pt x="240" y="2464"/>
                      <a:pt x="240" y="3305"/>
                    </a:cubicBezTo>
                    <a:cubicBezTo>
                      <a:pt x="240" y="4146"/>
                      <a:pt x="575" y="4953"/>
                      <a:pt x="1169" y="5548"/>
                    </a:cubicBezTo>
                    <a:cubicBezTo>
                      <a:pt x="1764" y="6143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88" name="Freeform: Shape 12587">
                <a:extLst>
                  <a:ext uri="{FF2B5EF4-FFF2-40B4-BE49-F238E27FC236}">
                    <a16:creationId xmlns:a16="http://schemas.microsoft.com/office/drawing/2014/main" id="{1CAB1AAF-7173-FD7C-E0B2-0AABAA1A9E73}"/>
                  </a:ext>
                </a:extLst>
              </p:cNvPr>
              <p:cNvSpPr/>
              <p:nvPr/>
            </p:nvSpPr>
            <p:spPr>
              <a:xfrm>
                <a:off x="9459845" y="5167978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6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6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89" name="Freeform: Shape 12588">
                <a:extLst>
                  <a:ext uri="{FF2B5EF4-FFF2-40B4-BE49-F238E27FC236}">
                    <a16:creationId xmlns:a16="http://schemas.microsoft.com/office/drawing/2014/main" id="{BA619D41-51DE-D126-DEAE-28351E029B5C}"/>
                  </a:ext>
                </a:extLst>
              </p:cNvPr>
              <p:cNvSpPr/>
              <p:nvPr/>
            </p:nvSpPr>
            <p:spPr>
              <a:xfrm>
                <a:off x="9478146" y="5171673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5"/>
                      <a:pt x="6585" y="4147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5" y="133"/>
                      <a:pt x="3413" y="133"/>
                    </a:cubicBezTo>
                    <a:cubicBezTo>
                      <a:pt x="2572" y="133"/>
                      <a:pt x="1766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5"/>
                      <a:pt x="1171" y="5549"/>
                    </a:cubicBezTo>
                    <a:cubicBezTo>
                      <a:pt x="1766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90" name="Freeform: Shape 12589">
                <a:extLst>
                  <a:ext uri="{FF2B5EF4-FFF2-40B4-BE49-F238E27FC236}">
                    <a16:creationId xmlns:a16="http://schemas.microsoft.com/office/drawing/2014/main" id="{42B4F111-AA03-9C3A-F149-25F5A8C48161}"/>
                  </a:ext>
                </a:extLst>
              </p:cNvPr>
              <p:cNvSpPr/>
              <p:nvPr/>
            </p:nvSpPr>
            <p:spPr>
              <a:xfrm>
                <a:off x="9479252" y="5170623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4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3"/>
                    </a:cubicBezTo>
                    <a:cubicBezTo>
                      <a:pt x="5061" y="468"/>
                      <a:pt x="4255" y="133"/>
                      <a:pt x="3414" y="133"/>
                    </a:cubicBezTo>
                    <a:cubicBezTo>
                      <a:pt x="2572" y="133"/>
                      <a:pt x="1766" y="468"/>
                      <a:pt x="1171" y="1063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91" name="Freeform: Shape 12590">
                <a:extLst>
                  <a:ext uri="{FF2B5EF4-FFF2-40B4-BE49-F238E27FC236}">
                    <a16:creationId xmlns:a16="http://schemas.microsoft.com/office/drawing/2014/main" id="{A45C0F4D-10C4-2548-633E-41C2D19F051B}"/>
                  </a:ext>
                </a:extLst>
              </p:cNvPr>
              <p:cNvSpPr/>
              <p:nvPr/>
            </p:nvSpPr>
            <p:spPr>
              <a:xfrm>
                <a:off x="9481372" y="5171763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50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4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50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6" y="5550"/>
                    </a:cubicBezTo>
                    <a:cubicBezTo>
                      <a:pt x="6251" y="4955"/>
                      <a:pt x="6585" y="4147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2" y="468"/>
                      <a:pt x="4255" y="133"/>
                      <a:pt x="3414" y="133"/>
                    </a:cubicBezTo>
                    <a:cubicBezTo>
                      <a:pt x="2573" y="133"/>
                      <a:pt x="1766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5"/>
                      <a:pt x="1171" y="5550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92" name="Freeform: Shape 12591">
                <a:extLst>
                  <a:ext uri="{FF2B5EF4-FFF2-40B4-BE49-F238E27FC236}">
                    <a16:creationId xmlns:a16="http://schemas.microsoft.com/office/drawing/2014/main" id="{8BE6E2CC-5DA0-DCBF-A922-EF4A25527394}"/>
                  </a:ext>
                </a:extLst>
              </p:cNvPr>
              <p:cNvSpPr/>
              <p:nvPr/>
            </p:nvSpPr>
            <p:spPr>
              <a:xfrm>
                <a:off x="9481992" y="5172409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50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4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50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5"/>
                      <a:pt x="5656" y="5550"/>
                    </a:cubicBezTo>
                    <a:cubicBezTo>
                      <a:pt x="6251" y="4955"/>
                      <a:pt x="6585" y="4148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2" y="468"/>
                      <a:pt x="4255" y="133"/>
                      <a:pt x="3414" y="133"/>
                    </a:cubicBezTo>
                    <a:cubicBezTo>
                      <a:pt x="2573" y="133"/>
                      <a:pt x="1766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8"/>
                      <a:pt x="576" y="4955"/>
                      <a:pt x="1171" y="5550"/>
                    </a:cubicBezTo>
                    <a:cubicBezTo>
                      <a:pt x="1766" y="6145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93" name="Freeform: Shape 12592">
                <a:extLst>
                  <a:ext uri="{FF2B5EF4-FFF2-40B4-BE49-F238E27FC236}">
                    <a16:creationId xmlns:a16="http://schemas.microsoft.com/office/drawing/2014/main" id="{15D56019-2E63-140C-29C0-EEA3EAA442C6}"/>
                  </a:ext>
                </a:extLst>
              </p:cNvPr>
              <p:cNvSpPr/>
              <p:nvPr/>
            </p:nvSpPr>
            <p:spPr>
              <a:xfrm>
                <a:off x="9533940" y="5010968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89 w 6343"/>
                  <a:gd name="connsiteY2" fmla="*/ 3293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3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89" y="4135"/>
                      <a:pt x="6589" y="3293"/>
                    </a:cubicBezTo>
                    <a:cubicBezTo>
                      <a:pt x="6589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6" y="2452"/>
                      <a:pt x="246" y="3293"/>
                    </a:cubicBezTo>
                    <a:cubicBezTo>
                      <a:pt x="246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94" name="Freeform: Shape 12593">
                <a:extLst>
                  <a:ext uri="{FF2B5EF4-FFF2-40B4-BE49-F238E27FC236}">
                    <a16:creationId xmlns:a16="http://schemas.microsoft.com/office/drawing/2014/main" id="{D9AC3D4C-82CC-FC3B-5B2A-396AD559A895}"/>
                  </a:ext>
                </a:extLst>
              </p:cNvPr>
              <p:cNvSpPr/>
              <p:nvPr/>
            </p:nvSpPr>
            <p:spPr>
              <a:xfrm>
                <a:off x="9535061" y="5013421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90" y="4135"/>
                      <a:pt x="6590" y="3294"/>
                    </a:cubicBezTo>
                    <a:cubicBezTo>
                      <a:pt x="6590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6" y="2452"/>
                      <a:pt x="246" y="3294"/>
                    </a:cubicBezTo>
                    <a:cubicBezTo>
                      <a:pt x="246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95" name="Freeform: Shape 12594">
                <a:extLst>
                  <a:ext uri="{FF2B5EF4-FFF2-40B4-BE49-F238E27FC236}">
                    <a16:creationId xmlns:a16="http://schemas.microsoft.com/office/drawing/2014/main" id="{C734A282-FDC5-DF53-10CD-2A24125BC4A1}"/>
                  </a:ext>
                </a:extLst>
              </p:cNvPr>
              <p:cNvSpPr/>
              <p:nvPr/>
            </p:nvSpPr>
            <p:spPr>
              <a:xfrm>
                <a:off x="9536936" y="5013509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7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90" y="4135"/>
                      <a:pt x="6590" y="3294"/>
                    </a:cubicBezTo>
                    <a:cubicBezTo>
                      <a:pt x="6590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96" name="Freeform: Shape 12595">
                <a:extLst>
                  <a:ext uri="{FF2B5EF4-FFF2-40B4-BE49-F238E27FC236}">
                    <a16:creationId xmlns:a16="http://schemas.microsoft.com/office/drawing/2014/main" id="{4BAE99E8-5AF8-304D-D21D-D842C9BE4951}"/>
                  </a:ext>
                </a:extLst>
              </p:cNvPr>
              <p:cNvSpPr/>
              <p:nvPr/>
            </p:nvSpPr>
            <p:spPr>
              <a:xfrm>
                <a:off x="9538755" y="5013788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97" name="Freeform: Shape 12596">
                <a:extLst>
                  <a:ext uri="{FF2B5EF4-FFF2-40B4-BE49-F238E27FC236}">
                    <a16:creationId xmlns:a16="http://schemas.microsoft.com/office/drawing/2014/main" id="{5DB0FE1B-CD7D-85E5-E2C7-37107D37B47C}"/>
                  </a:ext>
                </a:extLst>
              </p:cNvPr>
              <p:cNvSpPr/>
              <p:nvPr/>
            </p:nvSpPr>
            <p:spPr>
              <a:xfrm>
                <a:off x="9540553" y="5014136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60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60" y="121"/>
                      <a:pt x="3418" y="121"/>
                    </a:cubicBezTo>
                    <a:cubicBezTo>
                      <a:pt x="2577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98" name="Freeform: Shape 12597">
                <a:extLst>
                  <a:ext uri="{FF2B5EF4-FFF2-40B4-BE49-F238E27FC236}">
                    <a16:creationId xmlns:a16="http://schemas.microsoft.com/office/drawing/2014/main" id="{6610FD06-7094-479C-B0DD-4D22B716D19C}"/>
                  </a:ext>
                </a:extLst>
              </p:cNvPr>
              <p:cNvSpPr/>
              <p:nvPr/>
            </p:nvSpPr>
            <p:spPr>
              <a:xfrm>
                <a:off x="9542494" y="5014085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60" y="121"/>
                      <a:pt x="3419" y="121"/>
                    </a:cubicBezTo>
                    <a:cubicBezTo>
                      <a:pt x="2577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599" name="Freeform: Shape 12598">
                <a:extLst>
                  <a:ext uri="{FF2B5EF4-FFF2-40B4-BE49-F238E27FC236}">
                    <a16:creationId xmlns:a16="http://schemas.microsoft.com/office/drawing/2014/main" id="{C37BB3AD-5DB2-CA8A-59F4-A907907A328F}"/>
                  </a:ext>
                </a:extLst>
              </p:cNvPr>
              <p:cNvSpPr/>
              <p:nvPr/>
            </p:nvSpPr>
            <p:spPr>
              <a:xfrm>
                <a:off x="9544188" y="5014751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00" name="Freeform: Shape 12599">
                <a:extLst>
                  <a:ext uri="{FF2B5EF4-FFF2-40B4-BE49-F238E27FC236}">
                    <a16:creationId xmlns:a16="http://schemas.microsoft.com/office/drawing/2014/main" id="{075FF6AC-77E6-1439-5466-1E9B7899F23D}"/>
                  </a:ext>
                </a:extLst>
              </p:cNvPr>
              <p:cNvSpPr/>
              <p:nvPr/>
            </p:nvSpPr>
            <p:spPr>
              <a:xfrm>
                <a:off x="9545622" y="5016130"/>
                <a:ext cx="6343" cy="6345"/>
              </a:xfrm>
              <a:custGeom>
                <a:avLst/>
                <a:gdLst>
                  <a:gd name="connsiteX0" fmla="*/ 3419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6"/>
                    </a:moveTo>
                    <a:cubicBezTo>
                      <a:pt x="4260" y="6466"/>
                      <a:pt x="5067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7" y="455"/>
                      <a:pt x="4260" y="121"/>
                      <a:pt x="3419" y="121"/>
                    </a:cubicBezTo>
                    <a:cubicBezTo>
                      <a:pt x="2578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8" y="6466"/>
                      <a:pt x="341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01" name="Freeform: Shape 12600">
                <a:extLst>
                  <a:ext uri="{FF2B5EF4-FFF2-40B4-BE49-F238E27FC236}">
                    <a16:creationId xmlns:a16="http://schemas.microsoft.com/office/drawing/2014/main" id="{98E993A3-5F41-1280-75DC-BA1DEE6508A4}"/>
                  </a:ext>
                </a:extLst>
              </p:cNvPr>
              <p:cNvSpPr/>
              <p:nvPr/>
            </p:nvSpPr>
            <p:spPr>
              <a:xfrm>
                <a:off x="9546803" y="5018159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7 h 6345"/>
                  <a:gd name="connsiteX2" fmla="*/ 6590 w 6343"/>
                  <a:gd name="connsiteY2" fmla="*/ 3294 h 6345"/>
                  <a:gd name="connsiteX3" fmla="*/ 5662 w 6343"/>
                  <a:gd name="connsiteY3" fmla="*/ 1051 h 6345"/>
                  <a:gd name="connsiteX4" fmla="*/ 3419 w 6343"/>
                  <a:gd name="connsiteY4" fmla="*/ 121 h 6345"/>
                  <a:gd name="connsiteX5" fmla="*/ 1176 w 6343"/>
                  <a:gd name="connsiteY5" fmla="*/ 1051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2"/>
                      <a:pt x="5662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3"/>
                      <a:pt x="6256" y="1645"/>
                      <a:pt x="5662" y="1051"/>
                    </a:cubicBezTo>
                    <a:cubicBezTo>
                      <a:pt x="5067" y="456"/>
                      <a:pt x="4260" y="121"/>
                      <a:pt x="3419" y="121"/>
                    </a:cubicBezTo>
                    <a:cubicBezTo>
                      <a:pt x="2578" y="121"/>
                      <a:pt x="1771" y="456"/>
                      <a:pt x="1176" y="1051"/>
                    </a:cubicBezTo>
                    <a:cubicBezTo>
                      <a:pt x="582" y="1645"/>
                      <a:pt x="247" y="2453"/>
                      <a:pt x="247" y="3294"/>
                    </a:cubicBezTo>
                    <a:cubicBezTo>
                      <a:pt x="247" y="4135"/>
                      <a:pt x="582" y="4942"/>
                      <a:pt x="1176" y="5537"/>
                    </a:cubicBezTo>
                    <a:cubicBezTo>
                      <a:pt x="1771" y="6132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02" name="Freeform: Shape 12601">
                <a:extLst>
                  <a:ext uri="{FF2B5EF4-FFF2-40B4-BE49-F238E27FC236}">
                    <a16:creationId xmlns:a16="http://schemas.microsoft.com/office/drawing/2014/main" id="{B13C2506-B2A0-CEBB-1FA1-EACC1097B3DE}"/>
                  </a:ext>
                </a:extLst>
              </p:cNvPr>
              <p:cNvSpPr/>
              <p:nvPr/>
            </p:nvSpPr>
            <p:spPr>
              <a:xfrm>
                <a:off x="9546551" y="5023922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8 h 6345"/>
                  <a:gd name="connsiteX2" fmla="*/ 6590 w 6343"/>
                  <a:gd name="connsiteY2" fmla="*/ 3294 h 6345"/>
                  <a:gd name="connsiteX3" fmla="*/ 5662 w 6343"/>
                  <a:gd name="connsiteY3" fmla="*/ 1051 h 6345"/>
                  <a:gd name="connsiteX4" fmla="*/ 3419 w 6343"/>
                  <a:gd name="connsiteY4" fmla="*/ 122 h 6345"/>
                  <a:gd name="connsiteX5" fmla="*/ 1176 w 6343"/>
                  <a:gd name="connsiteY5" fmla="*/ 1051 h 6345"/>
                  <a:gd name="connsiteX6" fmla="*/ 247 w 6343"/>
                  <a:gd name="connsiteY6" fmla="*/ 3294 h 6345"/>
                  <a:gd name="connsiteX7" fmla="*/ 1176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3"/>
                      <a:pt x="5662" y="5538"/>
                    </a:cubicBezTo>
                    <a:cubicBezTo>
                      <a:pt x="6256" y="4943"/>
                      <a:pt x="6590" y="4136"/>
                      <a:pt x="6590" y="3294"/>
                    </a:cubicBezTo>
                    <a:cubicBezTo>
                      <a:pt x="6590" y="2453"/>
                      <a:pt x="6256" y="1646"/>
                      <a:pt x="5662" y="1051"/>
                    </a:cubicBezTo>
                    <a:cubicBezTo>
                      <a:pt x="5067" y="456"/>
                      <a:pt x="4260" y="122"/>
                      <a:pt x="3419" y="122"/>
                    </a:cubicBezTo>
                    <a:cubicBezTo>
                      <a:pt x="2578" y="122"/>
                      <a:pt x="1771" y="456"/>
                      <a:pt x="1176" y="1051"/>
                    </a:cubicBezTo>
                    <a:cubicBezTo>
                      <a:pt x="581" y="1646"/>
                      <a:pt x="247" y="2453"/>
                      <a:pt x="247" y="3294"/>
                    </a:cubicBezTo>
                    <a:cubicBezTo>
                      <a:pt x="247" y="4136"/>
                      <a:pt x="581" y="4943"/>
                      <a:pt x="1176" y="5538"/>
                    </a:cubicBezTo>
                    <a:cubicBezTo>
                      <a:pt x="1771" y="6133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03" name="Freeform: Shape 12602">
                <a:extLst>
                  <a:ext uri="{FF2B5EF4-FFF2-40B4-BE49-F238E27FC236}">
                    <a16:creationId xmlns:a16="http://schemas.microsoft.com/office/drawing/2014/main" id="{55B82A1C-C0ED-FC69-7EC5-4861E7D62CFD}"/>
                  </a:ext>
                </a:extLst>
              </p:cNvPr>
              <p:cNvSpPr/>
              <p:nvPr/>
            </p:nvSpPr>
            <p:spPr>
              <a:xfrm>
                <a:off x="9547399" y="5026648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2 w 6343"/>
                  <a:gd name="connsiteY1" fmla="*/ 5538 h 6345"/>
                  <a:gd name="connsiteX2" fmla="*/ 6590 w 6343"/>
                  <a:gd name="connsiteY2" fmla="*/ 3295 h 6345"/>
                  <a:gd name="connsiteX3" fmla="*/ 5662 w 6343"/>
                  <a:gd name="connsiteY3" fmla="*/ 1051 h 6345"/>
                  <a:gd name="connsiteX4" fmla="*/ 3419 w 6343"/>
                  <a:gd name="connsiteY4" fmla="*/ 122 h 6345"/>
                  <a:gd name="connsiteX5" fmla="*/ 1176 w 6343"/>
                  <a:gd name="connsiteY5" fmla="*/ 1051 h 6345"/>
                  <a:gd name="connsiteX6" fmla="*/ 247 w 6343"/>
                  <a:gd name="connsiteY6" fmla="*/ 3295 h 6345"/>
                  <a:gd name="connsiteX7" fmla="*/ 1176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3"/>
                      <a:pt x="5662" y="5538"/>
                    </a:cubicBezTo>
                    <a:cubicBezTo>
                      <a:pt x="6256" y="4943"/>
                      <a:pt x="6590" y="4136"/>
                      <a:pt x="6590" y="3295"/>
                    </a:cubicBezTo>
                    <a:cubicBezTo>
                      <a:pt x="6590" y="2453"/>
                      <a:pt x="6256" y="1646"/>
                      <a:pt x="5662" y="1051"/>
                    </a:cubicBezTo>
                    <a:cubicBezTo>
                      <a:pt x="5067" y="456"/>
                      <a:pt x="4260" y="122"/>
                      <a:pt x="3419" y="122"/>
                    </a:cubicBezTo>
                    <a:cubicBezTo>
                      <a:pt x="2578" y="122"/>
                      <a:pt x="1771" y="456"/>
                      <a:pt x="1176" y="1051"/>
                    </a:cubicBezTo>
                    <a:cubicBezTo>
                      <a:pt x="582" y="1646"/>
                      <a:pt x="247" y="2453"/>
                      <a:pt x="247" y="3295"/>
                    </a:cubicBezTo>
                    <a:cubicBezTo>
                      <a:pt x="247" y="4136"/>
                      <a:pt x="582" y="4943"/>
                      <a:pt x="1176" y="5538"/>
                    </a:cubicBezTo>
                    <a:cubicBezTo>
                      <a:pt x="1771" y="6133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04" name="Freeform: Shape 12603">
                <a:extLst>
                  <a:ext uri="{FF2B5EF4-FFF2-40B4-BE49-F238E27FC236}">
                    <a16:creationId xmlns:a16="http://schemas.microsoft.com/office/drawing/2014/main" id="{A47CA712-F303-E688-0E9F-F77D07DAA82F}"/>
                  </a:ext>
                </a:extLst>
              </p:cNvPr>
              <p:cNvSpPr/>
              <p:nvPr/>
            </p:nvSpPr>
            <p:spPr>
              <a:xfrm>
                <a:off x="9548262" y="5029258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2 w 6343"/>
                  <a:gd name="connsiteY1" fmla="*/ 5538 h 6345"/>
                  <a:gd name="connsiteX2" fmla="*/ 6591 w 6343"/>
                  <a:gd name="connsiteY2" fmla="*/ 3295 h 6345"/>
                  <a:gd name="connsiteX3" fmla="*/ 5662 w 6343"/>
                  <a:gd name="connsiteY3" fmla="*/ 1051 h 6345"/>
                  <a:gd name="connsiteX4" fmla="*/ 3419 w 6343"/>
                  <a:gd name="connsiteY4" fmla="*/ 122 h 6345"/>
                  <a:gd name="connsiteX5" fmla="*/ 1176 w 6343"/>
                  <a:gd name="connsiteY5" fmla="*/ 1051 h 6345"/>
                  <a:gd name="connsiteX6" fmla="*/ 247 w 6343"/>
                  <a:gd name="connsiteY6" fmla="*/ 3295 h 6345"/>
                  <a:gd name="connsiteX7" fmla="*/ 1176 w 6343"/>
                  <a:gd name="connsiteY7" fmla="*/ 5538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3"/>
                      <a:pt x="5662" y="5538"/>
                    </a:cubicBezTo>
                    <a:cubicBezTo>
                      <a:pt x="6256" y="4943"/>
                      <a:pt x="6591" y="4136"/>
                      <a:pt x="6591" y="3295"/>
                    </a:cubicBezTo>
                    <a:cubicBezTo>
                      <a:pt x="6591" y="2453"/>
                      <a:pt x="6256" y="1646"/>
                      <a:pt x="5662" y="1051"/>
                    </a:cubicBezTo>
                    <a:cubicBezTo>
                      <a:pt x="5067" y="456"/>
                      <a:pt x="4260" y="122"/>
                      <a:pt x="3419" y="122"/>
                    </a:cubicBezTo>
                    <a:cubicBezTo>
                      <a:pt x="2578" y="122"/>
                      <a:pt x="1771" y="456"/>
                      <a:pt x="1176" y="1051"/>
                    </a:cubicBezTo>
                    <a:cubicBezTo>
                      <a:pt x="582" y="1646"/>
                      <a:pt x="247" y="2453"/>
                      <a:pt x="247" y="3295"/>
                    </a:cubicBezTo>
                    <a:cubicBezTo>
                      <a:pt x="247" y="4136"/>
                      <a:pt x="582" y="4943"/>
                      <a:pt x="1176" y="5538"/>
                    </a:cubicBezTo>
                    <a:cubicBezTo>
                      <a:pt x="1771" y="6133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05" name="Freeform: Shape 12604">
                <a:extLst>
                  <a:ext uri="{FF2B5EF4-FFF2-40B4-BE49-F238E27FC236}">
                    <a16:creationId xmlns:a16="http://schemas.microsoft.com/office/drawing/2014/main" id="{956517C9-6A21-09B5-1690-1AC0EDD78B1B}"/>
                  </a:ext>
                </a:extLst>
              </p:cNvPr>
              <p:cNvSpPr/>
              <p:nvPr/>
            </p:nvSpPr>
            <p:spPr>
              <a:xfrm>
                <a:off x="9548357" y="5033720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2 w 6343"/>
                  <a:gd name="connsiteY1" fmla="*/ 5539 h 6345"/>
                  <a:gd name="connsiteX2" fmla="*/ 6591 w 6343"/>
                  <a:gd name="connsiteY2" fmla="*/ 3295 h 6345"/>
                  <a:gd name="connsiteX3" fmla="*/ 5662 w 6343"/>
                  <a:gd name="connsiteY3" fmla="*/ 1052 h 6345"/>
                  <a:gd name="connsiteX4" fmla="*/ 3419 w 6343"/>
                  <a:gd name="connsiteY4" fmla="*/ 122 h 6345"/>
                  <a:gd name="connsiteX5" fmla="*/ 1176 w 6343"/>
                  <a:gd name="connsiteY5" fmla="*/ 1052 h 6345"/>
                  <a:gd name="connsiteX6" fmla="*/ 247 w 6343"/>
                  <a:gd name="connsiteY6" fmla="*/ 3295 h 6345"/>
                  <a:gd name="connsiteX7" fmla="*/ 1176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4"/>
                      <a:pt x="5662" y="5539"/>
                    </a:cubicBezTo>
                    <a:cubicBezTo>
                      <a:pt x="6256" y="4944"/>
                      <a:pt x="6591" y="4137"/>
                      <a:pt x="6591" y="3295"/>
                    </a:cubicBezTo>
                    <a:cubicBezTo>
                      <a:pt x="6591" y="2454"/>
                      <a:pt x="6256" y="1647"/>
                      <a:pt x="5662" y="1052"/>
                    </a:cubicBezTo>
                    <a:cubicBezTo>
                      <a:pt x="5067" y="457"/>
                      <a:pt x="4260" y="122"/>
                      <a:pt x="3419" y="122"/>
                    </a:cubicBezTo>
                    <a:cubicBezTo>
                      <a:pt x="2578" y="122"/>
                      <a:pt x="1771" y="457"/>
                      <a:pt x="1176" y="1052"/>
                    </a:cubicBezTo>
                    <a:cubicBezTo>
                      <a:pt x="582" y="1647"/>
                      <a:pt x="247" y="2454"/>
                      <a:pt x="247" y="3295"/>
                    </a:cubicBezTo>
                    <a:cubicBezTo>
                      <a:pt x="247" y="4137"/>
                      <a:pt x="582" y="4944"/>
                      <a:pt x="1176" y="5539"/>
                    </a:cubicBezTo>
                    <a:cubicBezTo>
                      <a:pt x="1771" y="6134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06" name="Freeform: Shape 12605">
                <a:extLst>
                  <a:ext uri="{FF2B5EF4-FFF2-40B4-BE49-F238E27FC236}">
                    <a16:creationId xmlns:a16="http://schemas.microsoft.com/office/drawing/2014/main" id="{43E8D076-378D-D15D-5A0C-5F5249BF85BE}"/>
                  </a:ext>
                </a:extLst>
              </p:cNvPr>
              <p:cNvSpPr/>
              <p:nvPr/>
            </p:nvSpPr>
            <p:spPr>
              <a:xfrm>
                <a:off x="9548518" y="5037884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2 w 6343"/>
                  <a:gd name="connsiteY1" fmla="*/ 5539 h 6345"/>
                  <a:gd name="connsiteX2" fmla="*/ 6591 w 6343"/>
                  <a:gd name="connsiteY2" fmla="*/ 3296 h 6345"/>
                  <a:gd name="connsiteX3" fmla="*/ 5662 w 6343"/>
                  <a:gd name="connsiteY3" fmla="*/ 1052 h 6345"/>
                  <a:gd name="connsiteX4" fmla="*/ 3419 w 6343"/>
                  <a:gd name="connsiteY4" fmla="*/ 123 h 6345"/>
                  <a:gd name="connsiteX5" fmla="*/ 1176 w 6343"/>
                  <a:gd name="connsiteY5" fmla="*/ 1052 h 6345"/>
                  <a:gd name="connsiteX6" fmla="*/ 247 w 6343"/>
                  <a:gd name="connsiteY6" fmla="*/ 3296 h 6345"/>
                  <a:gd name="connsiteX7" fmla="*/ 1176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4"/>
                      <a:pt x="5662" y="5539"/>
                    </a:cubicBezTo>
                    <a:cubicBezTo>
                      <a:pt x="6256" y="4944"/>
                      <a:pt x="6591" y="4137"/>
                      <a:pt x="6591" y="3296"/>
                    </a:cubicBezTo>
                    <a:cubicBezTo>
                      <a:pt x="6591" y="2454"/>
                      <a:pt x="6256" y="1647"/>
                      <a:pt x="5662" y="1052"/>
                    </a:cubicBezTo>
                    <a:cubicBezTo>
                      <a:pt x="5067" y="457"/>
                      <a:pt x="4260" y="123"/>
                      <a:pt x="3419" y="123"/>
                    </a:cubicBezTo>
                    <a:cubicBezTo>
                      <a:pt x="2578" y="123"/>
                      <a:pt x="1771" y="457"/>
                      <a:pt x="1176" y="1052"/>
                    </a:cubicBezTo>
                    <a:cubicBezTo>
                      <a:pt x="582" y="1647"/>
                      <a:pt x="247" y="2454"/>
                      <a:pt x="247" y="3296"/>
                    </a:cubicBezTo>
                    <a:cubicBezTo>
                      <a:pt x="247" y="4137"/>
                      <a:pt x="582" y="4944"/>
                      <a:pt x="1176" y="5539"/>
                    </a:cubicBezTo>
                    <a:cubicBezTo>
                      <a:pt x="1771" y="6134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07" name="Freeform: Shape 12606">
                <a:extLst>
                  <a:ext uri="{FF2B5EF4-FFF2-40B4-BE49-F238E27FC236}">
                    <a16:creationId xmlns:a16="http://schemas.microsoft.com/office/drawing/2014/main" id="{8988E5D7-F2E3-A0D9-98DB-C57EE8F2AFAB}"/>
                  </a:ext>
                </a:extLst>
              </p:cNvPr>
              <p:cNvSpPr/>
              <p:nvPr/>
            </p:nvSpPr>
            <p:spPr>
              <a:xfrm>
                <a:off x="9548227" y="5043020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2 w 6343"/>
                  <a:gd name="connsiteY1" fmla="*/ 5539 h 6345"/>
                  <a:gd name="connsiteX2" fmla="*/ 6591 w 6343"/>
                  <a:gd name="connsiteY2" fmla="*/ 3296 h 6345"/>
                  <a:gd name="connsiteX3" fmla="*/ 5662 w 6343"/>
                  <a:gd name="connsiteY3" fmla="*/ 1052 h 6345"/>
                  <a:gd name="connsiteX4" fmla="*/ 3419 w 6343"/>
                  <a:gd name="connsiteY4" fmla="*/ 123 h 6345"/>
                  <a:gd name="connsiteX5" fmla="*/ 1176 w 6343"/>
                  <a:gd name="connsiteY5" fmla="*/ 1052 h 6345"/>
                  <a:gd name="connsiteX6" fmla="*/ 247 w 6343"/>
                  <a:gd name="connsiteY6" fmla="*/ 3296 h 6345"/>
                  <a:gd name="connsiteX7" fmla="*/ 1176 w 6343"/>
                  <a:gd name="connsiteY7" fmla="*/ 5539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7" y="6134"/>
                      <a:pt x="5662" y="5539"/>
                    </a:cubicBezTo>
                    <a:cubicBezTo>
                      <a:pt x="6256" y="4944"/>
                      <a:pt x="6591" y="4137"/>
                      <a:pt x="6591" y="3296"/>
                    </a:cubicBezTo>
                    <a:cubicBezTo>
                      <a:pt x="6591" y="2454"/>
                      <a:pt x="6256" y="1647"/>
                      <a:pt x="5662" y="1052"/>
                    </a:cubicBezTo>
                    <a:cubicBezTo>
                      <a:pt x="5067" y="458"/>
                      <a:pt x="4260" y="123"/>
                      <a:pt x="3419" y="123"/>
                    </a:cubicBezTo>
                    <a:cubicBezTo>
                      <a:pt x="2578" y="123"/>
                      <a:pt x="1771" y="458"/>
                      <a:pt x="1176" y="1052"/>
                    </a:cubicBezTo>
                    <a:cubicBezTo>
                      <a:pt x="582" y="1647"/>
                      <a:pt x="247" y="2454"/>
                      <a:pt x="247" y="3296"/>
                    </a:cubicBezTo>
                    <a:cubicBezTo>
                      <a:pt x="247" y="4137"/>
                      <a:pt x="582" y="4944"/>
                      <a:pt x="1176" y="5539"/>
                    </a:cubicBezTo>
                    <a:cubicBezTo>
                      <a:pt x="1771" y="6134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08" name="Freeform: Shape 12607">
                <a:extLst>
                  <a:ext uri="{FF2B5EF4-FFF2-40B4-BE49-F238E27FC236}">
                    <a16:creationId xmlns:a16="http://schemas.microsoft.com/office/drawing/2014/main" id="{67B00291-CB2C-6364-C734-EB6A19203FC0}"/>
                  </a:ext>
                </a:extLst>
              </p:cNvPr>
              <p:cNvSpPr/>
              <p:nvPr/>
            </p:nvSpPr>
            <p:spPr>
              <a:xfrm>
                <a:off x="9548071" y="5047683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2 w 6343"/>
                  <a:gd name="connsiteY1" fmla="*/ 5540 h 6345"/>
                  <a:gd name="connsiteX2" fmla="*/ 6591 w 6343"/>
                  <a:gd name="connsiteY2" fmla="*/ 3296 h 6345"/>
                  <a:gd name="connsiteX3" fmla="*/ 5662 w 6343"/>
                  <a:gd name="connsiteY3" fmla="*/ 1053 h 6345"/>
                  <a:gd name="connsiteX4" fmla="*/ 3419 w 6343"/>
                  <a:gd name="connsiteY4" fmla="*/ 124 h 6345"/>
                  <a:gd name="connsiteX5" fmla="*/ 1176 w 6343"/>
                  <a:gd name="connsiteY5" fmla="*/ 1053 h 6345"/>
                  <a:gd name="connsiteX6" fmla="*/ 247 w 6343"/>
                  <a:gd name="connsiteY6" fmla="*/ 3296 h 6345"/>
                  <a:gd name="connsiteX7" fmla="*/ 1176 w 6343"/>
                  <a:gd name="connsiteY7" fmla="*/ 5540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7" y="6135"/>
                      <a:pt x="5662" y="5540"/>
                    </a:cubicBezTo>
                    <a:cubicBezTo>
                      <a:pt x="6256" y="4945"/>
                      <a:pt x="6591" y="4138"/>
                      <a:pt x="6591" y="3296"/>
                    </a:cubicBezTo>
                    <a:cubicBezTo>
                      <a:pt x="6591" y="2455"/>
                      <a:pt x="6256" y="1648"/>
                      <a:pt x="5662" y="1053"/>
                    </a:cubicBezTo>
                    <a:cubicBezTo>
                      <a:pt x="5067" y="458"/>
                      <a:pt x="4260" y="124"/>
                      <a:pt x="3419" y="124"/>
                    </a:cubicBezTo>
                    <a:cubicBezTo>
                      <a:pt x="2578" y="124"/>
                      <a:pt x="1771" y="458"/>
                      <a:pt x="1176" y="1053"/>
                    </a:cubicBezTo>
                    <a:cubicBezTo>
                      <a:pt x="582" y="1648"/>
                      <a:pt x="247" y="2455"/>
                      <a:pt x="247" y="3296"/>
                    </a:cubicBezTo>
                    <a:cubicBezTo>
                      <a:pt x="247" y="4138"/>
                      <a:pt x="582" y="4945"/>
                      <a:pt x="1176" y="5540"/>
                    </a:cubicBezTo>
                    <a:cubicBezTo>
                      <a:pt x="1771" y="6135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09" name="Freeform: Shape 12608">
                <a:extLst>
                  <a:ext uri="{FF2B5EF4-FFF2-40B4-BE49-F238E27FC236}">
                    <a16:creationId xmlns:a16="http://schemas.microsoft.com/office/drawing/2014/main" id="{299E990B-B79F-4651-7FD0-4FCC2CE6C543}"/>
                  </a:ext>
                </a:extLst>
              </p:cNvPr>
              <p:cNvSpPr/>
              <p:nvPr/>
            </p:nvSpPr>
            <p:spPr>
              <a:xfrm>
                <a:off x="9548230" y="5051474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2 w 6343"/>
                  <a:gd name="connsiteY1" fmla="*/ 5540 h 6345"/>
                  <a:gd name="connsiteX2" fmla="*/ 6591 w 6343"/>
                  <a:gd name="connsiteY2" fmla="*/ 3297 h 6345"/>
                  <a:gd name="connsiteX3" fmla="*/ 5662 w 6343"/>
                  <a:gd name="connsiteY3" fmla="*/ 1053 h 6345"/>
                  <a:gd name="connsiteX4" fmla="*/ 3419 w 6343"/>
                  <a:gd name="connsiteY4" fmla="*/ 124 h 6345"/>
                  <a:gd name="connsiteX5" fmla="*/ 1176 w 6343"/>
                  <a:gd name="connsiteY5" fmla="*/ 1053 h 6345"/>
                  <a:gd name="connsiteX6" fmla="*/ 247 w 6343"/>
                  <a:gd name="connsiteY6" fmla="*/ 3297 h 6345"/>
                  <a:gd name="connsiteX7" fmla="*/ 1176 w 6343"/>
                  <a:gd name="connsiteY7" fmla="*/ 5540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7" y="6135"/>
                      <a:pt x="5662" y="5540"/>
                    </a:cubicBezTo>
                    <a:cubicBezTo>
                      <a:pt x="6256" y="4945"/>
                      <a:pt x="6591" y="4138"/>
                      <a:pt x="6591" y="3297"/>
                    </a:cubicBezTo>
                    <a:cubicBezTo>
                      <a:pt x="6591" y="2455"/>
                      <a:pt x="6256" y="1648"/>
                      <a:pt x="5662" y="1053"/>
                    </a:cubicBezTo>
                    <a:cubicBezTo>
                      <a:pt x="5067" y="458"/>
                      <a:pt x="4260" y="124"/>
                      <a:pt x="3419" y="124"/>
                    </a:cubicBezTo>
                    <a:cubicBezTo>
                      <a:pt x="2578" y="124"/>
                      <a:pt x="1771" y="458"/>
                      <a:pt x="1176" y="1053"/>
                    </a:cubicBezTo>
                    <a:cubicBezTo>
                      <a:pt x="582" y="1648"/>
                      <a:pt x="247" y="2455"/>
                      <a:pt x="247" y="3297"/>
                    </a:cubicBezTo>
                    <a:cubicBezTo>
                      <a:pt x="247" y="4138"/>
                      <a:pt x="582" y="4945"/>
                      <a:pt x="1176" y="5540"/>
                    </a:cubicBezTo>
                    <a:cubicBezTo>
                      <a:pt x="1771" y="6135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10" name="Freeform: Shape 12609">
                <a:extLst>
                  <a:ext uri="{FF2B5EF4-FFF2-40B4-BE49-F238E27FC236}">
                    <a16:creationId xmlns:a16="http://schemas.microsoft.com/office/drawing/2014/main" id="{700341BD-67E0-F986-54D7-5BC45DF008F0}"/>
                  </a:ext>
                </a:extLst>
              </p:cNvPr>
              <p:cNvSpPr/>
              <p:nvPr/>
            </p:nvSpPr>
            <p:spPr>
              <a:xfrm>
                <a:off x="9548022" y="5056002"/>
                <a:ext cx="6343" cy="6345"/>
              </a:xfrm>
              <a:custGeom>
                <a:avLst/>
                <a:gdLst>
                  <a:gd name="connsiteX0" fmla="*/ 3419 w 6343"/>
                  <a:gd name="connsiteY0" fmla="*/ 6470 h 6345"/>
                  <a:gd name="connsiteX1" fmla="*/ 5662 w 6343"/>
                  <a:gd name="connsiteY1" fmla="*/ 5540 h 6345"/>
                  <a:gd name="connsiteX2" fmla="*/ 6591 w 6343"/>
                  <a:gd name="connsiteY2" fmla="*/ 3297 h 6345"/>
                  <a:gd name="connsiteX3" fmla="*/ 5662 w 6343"/>
                  <a:gd name="connsiteY3" fmla="*/ 1053 h 6345"/>
                  <a:gd name="connsiteX4" fmla="*/ 3419 w 6343"/>
                  <a:gd name="connsiteY4" fmla="*/ 124 h 6345"/>
                  <a:gd name="connsiteX5" fmla="*/ 1176 w 6343"/>
                  <a:gd name="connsiteY5" fmla="*/ 1053 h 6345"/>
                  <a:gd name="connsiteX6" fmla="*/ 247 w 6343"/>
                  <a:gd name="connsiteY6" fmla="*/ 3297 h 6345"/>
                  <a:gd name="connsiteX7" fmla="*/ 1176 w 6343"/>
                  <a:gd name="connsiteY7" fmla="*/ 5540 h 6345"/>
                  <a:gd name="connsiteX8" fmla="*/ 341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0"/>
                    </a:moveTo>
                    <a:cubicBezTo>
                      <a:pt x="4260" y="6470"/>
                      <a:pt x="5067" y="6135"/>
                      <a:pt x="5662" y="5540"/>
                    </a:cubicBezTo>
                    <a:cubicBezTo>
                      <a:pt x="6256" y="4945"/>
                      <a:pt x="6591" y="4138"/>
                      <a:pt x="6591" y="3297"/>
                    </a:cubicBezTo>
                    <a:cubicBezTo>
                      <a:pt x="6591" y="2456"/>
                      <a:pt x="6256" y="1648"/>
                      <a:pt x="5662" y="1053"/>
                    </a:cubicBezTo>
                    <a:cubicBezTo>
                      <a:pt x="5067" y="459"/>
                      <a:pt x="4260" y="124"/>
                      <a:pt x="3419" y="124"/>
                    </a:cubicBezTo>
                    <a:cubicBezTo>
                      <a:pt x="2578" y="124"/>
                      <a:pt x="1771" y="459"/>
                      <a:pt x="1176" y="1053"/>
                    </a:cubicBezTo>
                    <a:cubicBezTo>
                      <a:pt x="582" y="1648"/>
                      <a:pt x="247" y="2456"/>
                      <a:pt x="247" y="3297"/>
                    </a:cubicBezTo>
                    <a:cubicBezTo>
                      <a:pt x="247" y="4138"/>
                      <a:pt x="582" y="4945"/>
                      <a:pt x="1176" y="5540"/>
                    </a:cubicBezTo>
                    <a:cubicBezTo>
                      <a:pt x="1771" y="6135"/>
                      <a:pt x="2578" y="6470"/>
                      <a:pt x="341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11" name="Freeform: Shape 12610">
                <a:extLst>
                  <a:ext uri="{FF2B5EF4-FFF2-40B4-BE49-F238E27FC236}">
                    <a16:creationId xmlns:a16="http://schemas.microsoft.com/office/drawing/2014/main" id="{E3862FAB-7AA6-21CD-1662-B436C87D361E}"/>
                  </a:ext>
                </a:extLst>
              </p:cNvPr>
              <p:cNvSpPr/>
              <p:nvPr/>
            </p:nvSpPr>
            <p:spPr>
              <a:xfrm>
                <a:off x="9548963" y="5061667"/>
                <a:ext cx="6343" cy="6345"/>
              </a:xfrm>
              <a:custGeom>
                <a:avLst/>
                <a:gdLst>
                  <a:gd name="connsiteX0" fmla="*/ 3419 w 6343"/>
                  <a:gd name="connsiteY0" fmla="*/ 6470 h 6345"/>
                  <a:gd name="connsiteX1" fmla="*/ 5662 w 6343"/>
                  <a:gd name="connsiteY1" fmla="*/ 5541 h 6345"/>
                  <a:gd name="connsiteX2" fmla="*/ 6591 w 6343"/>
                  <a:gd name="connsiteY2" fmla="*/ 3297 h 6345"/>
                  <a:gd name="connsiteX3" fmla="*/ 5662 w 6343"/>
                  <a:gd name="connsiteY3" fmla="*/ 1054 h 6345"/>
                  <a:gd name="connsiteX4" fmla="*/ 3419 w 6343"/>
                  <a:gd name="connsiteY4" fmla="*/ 125 h 6345"/>
                  <a:gd name="connsiteX5" fmla="*/ 1176 w 6343"/>
                  <a:gd name="connsiteY5" fmla="*/ 1054 h 6345"/>
                  <a:gd name="connsiteX6" fmla="*/ 248 w 6343"/>
                  <a:gd name="connsiteY6" fmla="*/ 3297 h 6345"/>
                  <a:gd name="connsiteX7" fmla="*/ 1176 w 6343"/>
                  <a:gd name="connsiteY7" fmla="*/ 5541 h 6345"/>
                  <a:gd name="connsiteX8" fmla="*/ 341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0"/>
                    </a:moveTo>
                    <a:cubicBezTo>
                      <a:pt x="4260" y="6470"/>
                      <a:pt x="5067" y="6136"/>
                      <a:pt x="5662" y="5541"/>
                    </a:cubicBezTo>
                    <a:cubicBezTo>
                      <a:pt x="6256" y="4946"/>
                      <a:pt x="6591" y="4139"/>
                      <a:pt x="6591" y="3297"/>
                    </a:cubicBezTo>
                    <a:cubicBezTo>
                      <a:pt x="6591" y="2456"/>
                      <a:pt x="6256" y="1649"/>
                      <a:pt x="5662" y="1054"/>
                    </a:cubicBezTo>
                    <a:cubicBezTo>
                      <a:pt x="5067" y="459"/>
                      <a:pt x="4260" y="125"/>
                      <a:pt x="3419" y="125"/>
                    </a:cubicBezTo>
                    <a:cubicBezTo>
                      <a:pt x="2578" y="125"/>
                      <a:pt x="1771" y="459"/>
                      <a:pt x="1176" y="1054"/>
                    </a:cubicBezTo>
                    <a:cubicBezTo>
                      <a:pt x="582" y="1649"/>
                      <a:pt x="248" y="2456"/>
                      <a:pt x="248" y="3297"/>
                    </a:cubicBezTo>
                    <a:cubicBezTo>
                      <a:pt x="248" y="4139"/>
                      <a:pt x="582" y="4946"/>
                      <a:pt x="1176" y="5541"/>
                    </a:cubicBezTo>
                    <a:cubicBezTo>
                      <a:pt x="1771" y="6136"/>
                      <a:pt x="2578" y="6470"/>
                      <a:pt x="341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12" name="Freeform: Shape 12611">
                <a:extLst>
                  <a:ext uri="{FF2B5EF4-FFF2-40B4-BE49-F238E27FC236}">
                    <a16:creationId xmlns:a16="http://schemas.microsoft.com/office/drawing/2014/main" id="{862B200D-F711-59EA-A4DE-F9098E980273}"/>
                  </a:ext>
                </a:extLst>
              </p:cNvPr>
              <p:cNvSpPr/>
              <p:nvPr/>
            </p:nvSpPr>
            <p:spPr>
              <a:xfrm>
                <a:off x="9547947" y="5067640"/>
                <a:ext cx="6343" cy="6345"/>
              </a:xfrm>
              <a:custGeom>
                <a:avLst/>
                <a:gdLst>
                  <a:gd name="connsiteX0" fmla="*/ 3419 w 6343"/>
                  <a:gd name="connsiteY0" fmla="*/ 6471 h 6345"/>
                  <a:gd name="connsiteX1" fmla="*/ 5662 w 6343"/>
                  <a:gd name="connsiteY1" fmla="*/ 5541 h 6345"/>
                  <a:gd name="connsiteX2" fmla="*/ 6591 w 6343"/>
                  <a:gd name="connsiteY2" fmla="*/ 3298 h 6345"/>
                  <a:gd name="connsiteX3" fmla="*/ 5662 w 6343"/>
                  <a:gd name="connsiteY3" fmla="*/ 1054 h 6345"/>
                  <a:gd name="connsiteX4" fmla="*/ 3419 w 6343"/>
                  <a:gd name="connsiteY4" fmla="*/ 125 h 6345"/>
                  <a:gd name="connsiteX5" fmla="*/ 1176 w 6343"/>
                  <a:gd name="connsiteY5" fmla="*/ 1054 h 6345"/>
                  <a:gd name="connsiteX6" fmla="*/ 247 w 6343"/>
                  <a:gd name="connsiteY6" fmla="*/ 3298 h 6345"/>
                  <a:gd name="connsiteX7" fmla="*/ 1176 w 6343"/>
                  <a:gd name="connsiteY7" fmla="*/ 5541 h 6345"/>
                  <a:gd name="connsiteX8" fmla="*/ 3419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1"/>
                    </a:moveTo>
                    <a:cubicBezTo>
                      <a:pt x="4260" y="6471"/>
                      <a:pt x="5067" y="6136"/>
                      <a:pt x="5662" y="5541"/>
                    </a:cubicBezTo>
                    <a:cubicBezTo>
                      <a:pt x="6256" y="4946"/>
                      <a:pt x="6591" y="4139"/>
                      <a:pt x="6591" y="3298"/>
                    </a:cubicBezTo>
                    <a:cubicBezTo>
                      <a:pt x="6591" y="2456"/>
                      <a:pt x="6256" y="1649"/>
                      <a:pt x="5662" y="1054"/>
                    </a:cubicBezTo>
                    <a:cubicBezTo>
                      <a:pt x="5067" y="459"/>
                      <a:pt x="4260" y="125"/>
                      <a:pt x="3419" y="125"/>
                    </a:cubicBezTo>
                    <a:cubicBezTo>
                      <a:pt x="2578" y="125"/>
                      <a:pt x="1771" y="459"/>
                      <a:pt x="1176" y="1054"/>
                    </a:cubicBezTo>
                    <a:cubicBezTo>
                      <a:pt x="582" y="1649"/>
                      <a:pt x="247" y="2456"/>
                      <a:pt x="247" y="3298"/>
                    </a:cubicBezTo>
                    <a:cubicBezTo>
                      <a:pt x="247" y="4139"/>
                      <a:pt x="582" y="4946"/>
                      <a:pt x="1176" y="5541"/>
                    </a:cubicBezTo>
                    <a:cubicBezTo>
                      <a:pt x="1771" y="6136"/>
                      <a:pt x="2578" y="6471"/>
                      <a:pt x="3419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13" name="Freeform: Shape 12612">
                <a:extLst>
                  <a:ext uri="{FF2B5EF4-FFF2-40B4-BE49-F238E27FC236}">
                    <a16:creationId xmlns:a16="http://schemas.microsoft.com/office/drawing/2014/main" id="{31845E18-AC9A-D57D-517F-15BFFBE7CD73}"/>
                  </a:ext>
                </a:extLst>
              </p:cNvPr>
              <p:cNvSpPr/>
              <p:nvPr/>
            </p:nvSpPr>
            <p:spPr>
              <a:xfrm>
                <a:off x="9526234" y="5120708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5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7 w 6343"/>
                  <a:gd name="connsiteY4" fmla="*/ 129 h 6345"/>
                  <a:gd name="connsiteX5" fmla="*/ 1175 w 6343"/>
                  <a:gd name="connsiteY5" fmla="*/ 1059 h 6345"/>
                  <a:gd name="connsiteX6" fmla="*/ 246 w 6343"/>
                  <a:gd name="connsiteY6" fmla="*/ 3302 h 6345"/>
                  <a:gd name="connsiteX7" fmla="*/ 1175 w 6343"/>
                  <a:gd name="connsiteY7" fmla="*/ 5545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8" y="6475"/>
                      <a:pt x="5065" y="6140"/>
                      <a:pt x="5660" y="5545"/>
                    </a:cubicBezTo>
                    <a:cubicBezTo>
                      <a:pt x="6255" y="4951"/>
                      <a:pt x="6589" y="4143"/>
                      <a:pt x="6589" y="3302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8" y="129"/>
                      <a:pt x="3417" y="129"/>
                    </a:cubicBezTo>
                    <a:cubicBezTo>
                      <a:pt x="2576" y="129"/>
                      <a:pt x="1769" y="464"/>
                      <a:pt x="1175" y="1059"/>
                    </a:cubicBezTo>
                    <a:cubicBezTo>
                      <a:pt x="580" y="1654"/>
                      <a:pt x="246" y="2461"/>
                      <a:pt x="246" y="3302"/>
                    </a:cubicBezTo>
                    <a:cubicBezTo>
                      <a:pt x="246" y="4143"/>
                      <a:pt x="580" y="4951"/>
                      <a:pt x="1175" y="5545"/>
                    </a:cubicBezTo>
                    <a:cubicBezTo>
                      <a:pt x="1769" y="6140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14" name="Freeform: Shape 12613">
                <a:extLst>
                  <a:ext uri="{FF2B5EF4-FFF2-40B4-BE49-F238E27FC236}">
                    <a16:creationId xmlns:a16="http://schemas.microsoft.com/office/drawing/2014/main" id="{108E6288-1CD9-44E1-E391-2A4A564227CB}"/>
                  </a:ext>
                </a:extLst>
              </p:cNvPr>
              <p:cNvSpPr/>
              <p:nvPr/>
            </p:nvSpPr>
            <p:spPr>
              <a:xfrm>
                <a:off x="9526566" y="5122731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7 w 6343"/>
                  <a:gd name="connsiteY4" fmla="*/ 129 h 6345"/>
                  <a:gd name="connsiteX5" fmla="*/ 1175 w 6343"/>
                  <a:gd name="connsiteY5" fmla="*/ 1059 h 6345"/>
                  <a:gd name="connsiteX6" fmla="*/ 246 w 6343"/>
                  <a:gd name="connsiteY6" fmla="*/ 3302 h 6345"/>
                  <a:gd name="connsiteX7" fmla="*/ 1175 w 6343"/>
                  <a:gd name="connsiteY7" fmla="*/ 5546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8" y="6475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2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8" y="129"/>
                      <a:pt x="3417" y="129"/>
                    </a:cubicBezTo>
                    <a:cubicBezTo>
                      <a:pt x="2576" y="129"/>
                      <a:pt x="1769" y="464"/>
                      <a:pt x="1175" y="1059"/>
                    </a:cubicBezTo>
                    <a:cubicBezTo>
                      <a:pt x="580" y="1654"/>
                      <a:pt x="246" y="2461"/>
                      <a:pt x="246" y="3302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69" y="6141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15" name="Freeform: Shape 12614">
                <a:extLst>
                  <a:ext uri="{FF2B5EF4-FFF2-40B4-BE49-F238E27FC236}">
                    <a16:creationId xmlns:a16="http://schemas.microsoft.com/office/drawing/2014/main" id="{D09763DA-FCCD-9FDB-92AF-5BF52C88359B}"/>
                  </a:ext>
                </a:extLst>
              </p:cNvPr>
              <p:cNvSpPr/>
              <p:nvPr/>
            </p:nvSpPr>
            <p:spPr>
              <a:xfrm>
                <a:off x="9527260" y="5123966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7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2 h 6345"/>
                  <a:gd name="connsiteX7" fmla="*/ 1175 w 6343"/>
                  <a:gd name="connsiteY7" fmla="*/ 5546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8" y="6475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2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8" y="130"/>
                      <a:pt x="3417" y="130"/>
                    </a:cubicBezTo>
                    <a:cubicBezTo>
                      <a:pt x="2576" y="130"/>
                      <a:pt x="1769" y="464"/>
                      <a:pt x="1175" y="1059"/>
                    </a:cubicBezTo>
                    <a:cubicBezTo>
                      <a:pt x="580" y="1654"/>
                      <a:pt x="246" y="2461"/>
                      <a:pt x="246" y="3302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69" y="6141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16" name="Freeform: Shape 12615">
                <a:extLst>
                  <a:ext uri="{FF2B5EF4-FFF2-40B4-BE49-F238E27FC236}">
                    <a16:creationId xmlns:a16="http://schemas.microsoft.com/office/drawing/2014/main" id="{21F26613-4991-A940-896E-C282275D34EF}"/>
                  </a:ext>
                </a:extLst>
              </p:cNvPr>
              <p:cNvSpPr/>
              <p:nvPr/>
            </p:nvSpPr>
            <p:spPr>
              <a:xfrm>
                <a:off x="9528301" y="5124478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7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2 h 6345"/>
                  <a:gd name="connsiteX7" fmla="*/ 1175 w 6343"/>
                  <a:gd name="connsiteY7" fmla="*/ 5546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9" y="6475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2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9" y="130"/>
                      <a:pt x="3417" y="130"/>
                    </a:cubicBezTo>
                    <a:cubicBezTo>
                      <a:pt x="2576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2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17" name="Freeform: Shape 12616">
                <a:extLst>
                  <a:ext uri="{FF2B5EF4-FFF2-40B4-BE49-F238E27FC236}">
                    <a16:creationId xmlns:a16="http://schemas.microsoft.com/office/drawing/2014/main" id="{23CDC3BD-C39B-75BC-DC38-EAFFECE34918}"/>
                  </a:ext>
                </a:extLst>
              </p:cNvPr>
              <p:cNvSpPr/>
              <p:nvPr/>
            </p:nvSpPr>
            <p:spPr>
              <a:xfrm>
                <a:off x="9529143" y="5125386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8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2 h 6345"/>
                  <a:gd name="connsiteX7" fmla="*/ 1175 w 6343"/>
                  <a:gd name="connsiteY7" fmla="*/ 5546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2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9" y="130"/>
                      <a:pt x="3418" y="130"/>
                    </a:cubicBezTo>
                    <a:cubicBezTo>
                      <a:pt x="2576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2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6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18" name="Freeform: Shape 12617">
                <a:extLst>
                  <a:ext uri="{FF2B5EF4-FFF2-40B4-BE49-F238E27FC236}">
                    <a16:creationId xmlns:a16="http://schemas.microsoft.com/office/drawing/2014/main" id="{BF7D02D3-6E12-AD47-F2FF-D085F7A51B51}"/>
                  </a:ext>
                </a:extLst>
              </p:cNvPr>
              <p:cNvSpPr/>
              <p:nvPr/>
            </p:nvSpPr>
            <p:spPr>
              <a:xfrm>
                <a:off x="9529722" y="5126798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59 h 6345"/>
                  <a:gd name="connsiteX4" fmla="*/ 3418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9" y="130"/>
                      <a:pt x="3418" y="130"/>
                    </a:cubicBezTo>
                    <a:cubicBezTo>
                      <a:pt x="2576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3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6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19" name="Freeform: Shape 12618">
                <a:extLst>
                  <a:ext uri="{FF2B5EF4-FFF2-40B4-BE49-F238E27FC236}">
                    <a16:creationId xmlns:a16="http://schemas.microsoft.com/office/drawing/2014/main" id="{764ADDEE-E136-6AD9-B796-6279BBD847A5}"/>
                  </a:ext>
                </a:extLst>
              </p:cNvPr>
              <p:cNvSpPr/>
              <p:nvPr/>
            </p:nvSpPr>
            <p:spPr>
              <a:xfrm>
                <a:off x="9530689" y="5127436"/>
                <a:ext cx="6343" cy="6345"/>
              </a:xfrm>
              <a:custGeom>
                <a:avLst/>
                <a:gdLst>
                  <a:gd name="connsiteX0" fmla="*/ 3418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59 h 6345"/>
                  <a:gd name="connsiteX4" fmla="*/ 3418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8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5"/>
                    </a:moveTo>
                    <a:cubicBezTo>
                      <a:pt x="4259" y="6475"/>
                      <a:pt x="5066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6" y="464"/>
                      <a:pt x="4259" y="130"/>
                      <a:pt x="3418" y="130"/>
                    </a:cubicBezTo>
                    <a:cubicBezTo>
                      <a:pt x="2577" y="130"/>
                      <a:pt x="1770" y="464"/>
                      <a:pt x="1175" y="1059"/>
                    </a:cubicBezTo>
                    <a:cubicBezTo>
                      <a:pt x="580" y="1654"/>
                      <a:pt x="246" y="2461"/>
                      <a:pt x="246" y="3303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70" y="6141"/>
                      <a:pt x="2577" y="6475"/>
                      <a:pt x="3418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20" name="Freeform: Shape 12619">
                <a:extLst>
                  <a:ext uri="{FF2B5EF4-FFF2-40B4-BE49-F238E27FC236}">
                    <a16:creationId xmlns:a16="http://schemas.microsoft.com/office/drawing/2014/main" id="{33E90E1C-8346-6414-DC92-DF91DCEA2DC6}"/>
                  </a:ext>
                </a:extLst>
              </p:cNvPr>
              <p:cNvSpPr/>
              <p:nvPr/>
            </p:nvSpPr>
            <p:spPr>
              <a:xfrm>
                <a:off x="9527935" y="5135138"/>
                <a:ext cx="6343" cy="6345"/>
              </a:xfrm>
              <a:custGeom>
                <a:avLst/>
                <a:gdLst>
                  <a:gd name="connsiteX0" fmla="*/ 3417 w 6343"/>
                  <a:gd name="connsiteY0" fmla="*/ 6476 h 6345"/>
                  <a:gd name="connsiteX1" fmla="*/ 5660 w 6343"/>
                  <a:gd name="connsiteY1" fmla="*/ 5547 h 6345"/>
                  <a:gd name="connsiteX2" fmla="*/ 6589 w 6343"/>
                  <a:gd name="connsiteY2" fmla="*/ 3303 h 6345"/>
                  <a:gd name="connsiteX3" fmla="*/ 5660 w 6343"/>
                  <a:gd name="connsiteY3" fmla="*/ 1060 h 6345"/>
                  <a:gd name="connsiteX4" fmla="*/ 3417 w 6343"/>
                  <a:gd name="connsiteY4" fmla="*/ 130 h 6345"/>
                  <a:gd name="connsiteX5" fmla="*/ 1175 w 6343"/>
                  <a:gd name="connsiteY5" fmla="*/ 1060 h 6345"/>
                  <a:gd name="connsiteX6" fmla="*/ 246 w 6343"/>
                  <a:gd name="connsiteY6" fmla="*/ 3303 h 6345"/>
                  <a:gd name="connsiteX7" fmla="*/ 1175 w 6343"/>
                  <a:gd name="connsiteY7" fmla="*/ 5547 h 6345"/>
                  <a:gd name="connsiteX8" fmla="*/ 3417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6"/>
                    </a:moveTo>
                    <a:cubicBezTo>
                      <a:pt x="4259" y="6476"/>
                      <a:pt x="5065" y="6142"/>
                      <a:pt x="5660" y="5547"/>
                    </a:cubicBezTo>
                    <a:cubicBezTo>
                      <a:pt x="6255" y="4952"/>
                      <a:pt x="6589" y="4145"/>
                      <a:pt x="6589" y="3303"/>
                    </a:cubicBezTo>
                    <a:cubicBezTo>
                      <a:pt x="6589" y="2462"/>
                      <a:pt x="6255" y="1655"/>
                      <a:pt x="5660" y="1060"/>
                    </a:cubicBezTo>
                    <a:cubicBezTo>
                      <a:pt x="5065" y="465"/>
                      <a:pt x="4259" y="130"/>
                      <a:pt x="3417" y="130"/>
                    </a:cubicBezTo>
                    <a:cubicBezTo>
                      <a:pt x="2576" y="130"/>
                      <a:pt x="1770" y="465"/>
                      <a:pt x="1175" y="1060"/>
                    </a:cubicBezTo>
                    <a:cubicBezTo>
                      <a:pt x="580" y="1655"/>
                      <a:pt x="246" y="2462"/>
                      <a:pt x="246" y="3303"/>
                    </a:cubicBezTo>
                    <a:cubicBezTo>
                      <a:pt x="246" y="4145"/>
                      <a:pt x="580" y="4952"/>
                      <a:pt x="1175" y="5547"/>
                    </a:cubicBezTo>
                    <a:cubicBezTo>
                      <a:pt x="1770" y="6142"/>
                      <a:pt x="2576" y="6476"/>
                      <a:pt x="3417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21" name="Freeform: Shape 12620">
                <a:extLst>
                  <a:ext uri="{FF2B5EF4-FFF2-40B4-BE49-F238E27FC236}">
                    <a16:creationId xmlns:a16="http://schemas.microsoft.com/office/drawing/2014/main" id="{B9BE272C-0693-513D-35AD-9C9CC343129C}"/>
                  </a:ext>
                </a:extLst>
              </p:cNvPr>
              <p:cNvSpPr/>
              <p:nvPr/>
            </p:nvSpPr>
            <p:spPr>
              <a:xfrm>
                <a:off x="9527292" y="5138677"/>
                <a:ext cx="6343" cy="6345"/>
              </a:xfrm>
              <a:custGeom>
                <a:avLst/>
                <a:gdLst>
                  <a:gd name="connsiteX0" fmla="*/ 3417 w 6343"/>
                  <a:gd name="connsiteY0" fmla="*/ 6476 h 6345"/>
                  <a:gd name="connsiteX1" fmla="*/ 5660 w 6343"/>
                  <a:gd name="connsiteY1" fmla="*/ 5547 h 6345"/>
                  <a:gd name="connsiteX2" fmla="*/ 6589 w 6343"/>
                  <a:gd name="connsiteY2" fmla="*/ 3303 h 6345"/>
                  <a:gd name="connsiteX3" fmla="*/ 5660 w 6343"/>
                  <a:gd name="connsiteY3" fmla="*/ 1060 h 6345"/>
                  <a:gd name="connsiteX4" fmla="*/ 3417 w 6343"/>
                  <a:gd name="connsiteY4" fmla="*/ 131 h 6345"/>
                  <a:gd name="connsiteX5" fmla="*/ 1175 w 6343"/>
                  <a:gd name="connsiteY5" fmla="*/ 1060 h 6345"/>
                  <a:gd name="connsiteX6" fmla="*/ 246 w 6343"/>
                  <a:gd name="connsiteY6" fmla="*/ 3303 h 6345"/>
                  <a:gd name="connsiteX7" fmla="*/ 1175 w 6343"/>
                  <a:gd name="connsiteY7" fmla="*/ 5547 h 6345"/>
                  <a:gd name="connsiteX8" fmla="*/ 3417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6"/>
                    </a:moveTo>
                    <a:cubicBezTo>
                      <a:pt x="4258" y="6476"/>
                      <a:pt x="5065" y="6142"/>
                      <a:pt x="5660" y="5547"/>
                    </a:cubicBezTo>
                    <a:cubicBezTo>
                      <a:pt x="6255" y="4952"/>
                      <a:pt x="6589" y="4145"/>
                      <a:pt x="6589" y="3303"/>
                    </a:cubicBezTo>
                    <a:cubicBezTo>
                      <a:pt x="6589" y="2462"/>
                      <a:pt x="6255" y="1655"/>
                      <a:pt x="5660" y="1060"/>
                    </a:cubicBezTo>
                    <a:cubicBezTo>
                      <a:pt x="5065" y="465"/>
                      <a:pt x="4258" y="131"/>
                      <a:pt x="3417" y="131"/>
                    </a:cubicBezTo>
                    <a:cubicBezTo>
                      <a:pt x="2576" y="131"/>
                      <a:pt x="1769" y="465"/>
                      <a:pt x="1175" y="1060"/>
                    </a:cubicBezTo>
                    <a:cubicBezTo>
                      <a:pt x="580" y="1655"/>
                      <a:pt x="246" y="2462"/>
                      <a:pt x="246" y="3303"/>
                    </a:cubicBezTo>
                    <a:cubicBezTo>
                      <a:pt x="246" y="4145"/>
                      <a:pt x="580" y="4952"/>
                      <a:pt x="1175" y="5547"/>
                    </a:cubicBezTo>
                    <a:cubicBezTo>
                      <a:pt x="1769" y="6142"/>
                      <a:pt x="2576" y="6476"/>
                      <a:pt x="3417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22" name="Freeform: Shape 12621">
                <a:extLst>
                  <a:ext uri="{FF2B5EF4-FFF2-40B4-BE49-F238E27FC236}">
                    <a16:creationId xmlns:a16="http://schemas.microsoft.com/office/drawing/2014/main" id="{2B1B2E85-7147-7DEC-31B4-C272E72CE6AA}"/>
                  </a:ext>
                </a:extLst>
              </p:cNvPr>
              <p:cNvSpPr/>
              <p:nvPr/>
            </p:nvSpPr>
            <p:spPr>
              <a:xfrm>
                <a:off x="9529169" y="5161725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23" name="Freeform: Shape 12622">
                <a:extLst>
                  <a:ext uri="{FF2B5EF4-FFF2-40B4-BE49-F238E27FC236}">
                    <a16:creationId xmlns:a16="http://schemas.microsoft.com/office/drawing/2014/main" id="{19340A94-8D83-5569-4C7F-99219680EBC4}"/>
                  </a:ext>
                </a:extLst>
              </p:cNvPr>
              <p:cNvSpPr/>
              <p:nvPr/>
            </p:nvSpPr>
            <p:spPr>
              <a:xfrm>
                <a:off x="9529537" y="5162927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24" name="Freeform: Shape 12623">
                <a:extLst>
                  <a:ext uri="{FF2B5EF4-FFF2-40B4-BE49-F238E27FC236}">
                    <a16:creationId xmlns:a16="http://schemas.microsoft.com/office/drawing/2014/main" id="{C9295B2E-3B6C-A880-FEDE-EC18D88B8812}"/>
                  </a:ext>
                </a:extLst>
              </p:cNvPr>
              <p:cNvSpPr/>
              <p:nvPr/>
            </p:nvSpPr>
            <p:spPr>
              <a:xfrm>
                <a:off x="9529893" y="5164129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25" name="Freeform: Shape 12624">
                <a:extLst>
                  <a:ext uri="{FF2B5EF4-FFF2-40B4-BE49-F238E27FC236}">
                    <a16:creationId xmlns:a16="http://schemas.microsoft.com/office/drawing/2014/main" id="{374F5DFF-66D6-DE77-DA11-A25459D10723}"/>
                  </a:ext>
                </a:extLst>
              </p:cNvPr>
              <p:cNvSpPr/>
              <p:nvPr/>
            </p:nvSpPr>
            <p:spPr>
              <a:xfrm>
                <a:off x="9529823" y="5165952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26" name="Freeform: Shape 12625">
                <a:extLst>
                  <a:ext uri="{FF2B5EF4-FFF2-40B4-BE49-F238E27FC236}">
                    <a16:creationId xmlns:a16="http://schemas.microsoft.com/office/drawing/2014/main" id="{615C0DF5-76EB-CDB6-74F9-4F3E7F572639}"/>
                  </a:ext>
                </a:extLst>
              </p:cNvPr>
              <p:cNvSpPr/>
              <p:nvPr/>
            </p:nvSpPr>
            <p:spPr>
              <a:xfrm>
                <a:off x="9528441" y="5169678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27" name="Freeform: Shape 12626">
                <a:extLst>
                  <a:ext uri="{FF2B5EF4-FFF2-40B4-BE49-F238E27FC236}">
                    <a16:creationId xmlns:a16="http://schemas.microsoft.com/office/drawing/2014/main" id="{828261E8-0AC1-A1EC-3080-46E82F67CCA8}"/>
                  </a:ext>
                </a:extLst>
              </p:cNvPr>
              <p:cNvSpPr/>
              <p:nvPr/>
            </p:nvSpPr>
            <p:spPr>
              <a:xfrm>
                <a:off x="9528497" y="5171224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3 h 6345"/>
                  <a:gd name="connsiteX4" fmla="*/ 3417 w 6343"/>
                  <a:gd name="connsiteY4" fmla="*/ 133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8"/>
                      <a:pt x="5660" y="1063"/>
                    </a:cubicBezTo>
                    <a:cubicBezTo>
                      <a:pt x="5065" y="468"/>
                      <a:pt x="4259" y="133"/>
                      <a:pt x="3417" y="133"/>
                    </a:cubicBezTo>
                    <a:cubicBezTo>
                      <a:pt x="2576" y="133"/>
                      <a:pt x="1770" y="468"/>
                      <a:pt x="1175" y="1063"/>
                    </a:cubicBezTo>
                    <a:cubicBezTo>
                      <a:pt x="580" y="1658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28" name="Freeform: Shape 12627">
                <a:extLst>
                  <a:ext uri="{FF2B5EF4-FFF2-40B4-BE49-F238E27FC236}">
                    <a16:creationId xmlns:a16="http://schemas.microsoft.com/office/drawing/2014/main" id="{4A13A123-C96F-26DA-DA1E-65D4A7FCD592}"/>
                  </a:ext>
                </a:extLst>
              </p:cNvPr>
              <p:cNvSpPr/>
              <p:nvPr/>
            </p:nvSpPr>
            <p:spPr>
              <a:xfrm>
                <a:off x="9535223" y="5172908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5" y="4955"/>
                      <a:pt x="6590" y="4148"/>
                      <a:pt x="6590" y="3306"/>
                    </a:cubicBezTo>
                    <a:cubicBezTo>
                      <a:pt x="6590" y="2465"/>
                      <a:pt x="6255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3"/>
                    </a:cubicBezTo>
                    <a:cubicBezTo>
                      <a:pt x="581" y="1658"/>
                      <a:pt x="246" y="2465"/>
                      <a:pt x="246" y="3306"/>
                    </a:cubicBezTo>
                    <a:cubicBezTo>
                      <a:pt x="246" y="4148"/>
                      <a:pt x="581" y="4955"/>
                      <a:pt x="1175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29" name="Freeform: Shape 12628">
                <a:extLst>
                  <a:ext uri="{FF2B5EF4-FFF2-40B4-BE49-F238E27FC236}">
                    <a16:creationId xmlns:a16="http://schemas.microsoft.com/office/drawing/2014/main" id="{6A41A6C9-D97E-85AB-0DA9-E6FDEA4C9DAD}"/>
                  </a:ext>
                </a:extLst>
              </p:cNvPr>
              <p:cNvSpPr/>
              <p:nvPr/>
            </p:nvSpPr>
            <p:spPr>
              <a:xfrm>
                <a:off x="9537323" y="5171682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30" name="Freeform: Shape 12629">
                <a:extLst>
                  <a:ext uri="{FF2B5EF4-FFF2-40B4-BE49-F238E27FC236}">
                    <a16:creationId xmlns:a16="http://schemas.microsoft.com/office/drawing/2014/main" id="{9D8A81E4-B5DF-BBEF-2E01-BC84FA6E1988}"/>
                  </a:ext>
                </a:extLst>
              </p:cNvPr>
              <p:cNvSpPr/>
              <p:nvPr/>
            </p:nvSpPr>
            <p:spPr>
              <a:xfrm>
                <a:off x="9538185" y="517210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50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31" name="Freeform: Shape 12630">
                <a:extLst>
                  <a:ext uri="{FF2B5EF4-FFF2-40B4-BE49-F238E27FC236}">
                    <a16:creationId xmlns:a16="http://schemas.microsoft.com/office/drawing/2014/main" id="{28A4416A-74C7-5ED5-F4D3-FC4BA6803CA9}"/>
                  </a:ext>
                </a:extLst>
              </p:cNvPr>
              <p:cNvSpPr/>
              <p:nvPr/>
            </p:nvSpPr>
            <p:spPr>
              <a:xfrm>
                <a:off x="9539199" y="517234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32" name="Freeform: Shape 12631">
                <a:extLst>
                  <a:ext uri="{FF2B5EF4-FFF2-40B4-BE49-F238E27FC236}">
                    <a16:creationId xmlns:a16="http://schemas.microsoft.com/office/drawing/2014/main" id="{E287FE1C-1774-3970-9FB4-533A4E0B3C01}"/>
                  </a:ext>
                </a:extLst>
              </p:cNvPr>
              <p:cNvSpPr/>
              <p:nvPr/>
            </p:nvSpPr>
            <p:spPr>
              <a:xfrm>
                <a:off x="9540214" y="5172583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33" name="Freeform: Shape 12632">
                <a:extLst>
                  <a:ext uri="{FF2B5EF4-FFF2-40B4-BE49-F238E27FC236}">
                    <a16:creationId xmlns:a16="http://schemas.microsoft.com/office/drawing/2014/main" id="{BDE0300D-BF68-F140-87B3-B1380AF49B07}"/>
                  </a:ext>
                </a:extLst>
              </p:cNvPr>
              <p:cNvSpPr/>
              <p:nvPr/>
            </p:nvSpPr>
            <p:spPr>
              <a:xfrm>
                <a:off x="9541347" y="517268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34" name="Freeform: Shape 12633">
                <a:extLst>
                  <a:ext uri="{FF2B5EF4-FFF2-40B4-BE49-F238E27FC236}">
                    <a16:creationId xmlns:a16="http://schemas.microsoft.com/office/drawing/2014/main" id="{7F93C5FB-458C-B85D-2510-86B1E6A69006}"/>
                  </a:ext>
                </a:extLst>
              </p:cNvPr>
              <p:cNvSpPr/>
              <p:nvPr/>
            </p:nvSpPr>
            <p:spPr>
              <a:xfrm>
                <a:off x="9542481" y="517280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35" name="Freeform: Shape 12634">
                <a:extLst>
                  <a:ext uri="{FF2B5EF4-FFF2-40B4-BE49-F238E27FC236}">
                    <a16:creationId xmlns:a16="http://schemas.microsoft.com/office/drawing/2014/main" id="{CF1DA37C-C735-0264-2AC5-EE3F80CEDB56}"/>
                  </a:ext>
                </a:extLst>
              </p:cNvPr>
              <p:cNvSpPr/>
              <p:nvPr/>
            </p:nvSpPr>
            <p:spPr>
              <a:xfrm>
                <a:off x="9543697" y="517282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36" name="Freeform: Shape 12635">
                <a:extLst>
                  <a:ext uri="{FF2B5EF4-FFF2-40B4-BE49-F238E27FC236}">
                    <a16:creationId xmlns:a16="http://schemas.microsoft.com/office/drawing/2014/main" id="{DB3D6541-7B03-7E84-A021-458AAD274F12}"/>
                  </a:ext>
                </a:extLst>
              </p:cNvPr>
              <p:cNvSpPr/>
              <p:nvPr/>
            </p:nvSpPr>
            <p:spPr>
              <a:xfrm>
                <a:off x="9544956" y="517281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37" name="Freeform: Shape 12636">
                <a:extLst>
                  <a:ext uri="{FF2B5EF4-FFF2-40B4-BE49-F238E27FC236}">
                    <a16:creationId xmlns:a16="http://schemas.microsoft.com/office/drawing/2014/main" id="{1F968B3A-971D-C64F-8B05-132BDC7A44FE}"/>
                  </a:ext>
                </a:extLst>
              </p:cNvPr>
              <p:cNvSpPr/>
              <p:nvPr/>
            </p:nvSpPr>
            <p:spPr>
              <a:xfrm>
                <a:off x="9546379" y="517262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38" name="Freeform: Shape 12637">
                <a:extLst>
                  <a:ext uri="{FF2B5EF4-FFF2-40B4-BE49-F238E27FC236}">
                    <a16:creationId xmlns:a16="http://schemas.microsoft.com/office/drawing/2014/main" id="{DB4EA84A-6702-9977-37CE-73F542149227}"/>
                  </a:ext>
                </a:extLst>
              </p:cNvPr>
              <p:cNvSpPr/>
              <p:nvPr/>
            </p:nvSpPr>
            <p:spPr>
              <a:xfrm>
                <a:off x="9547849" y="517239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39" name="Freeform: Shape 12638">
                <a:extLst>
                  <a:ext uri="{FF2B5EF4-FFF2-40B4-BE49-F238E27FC236}">
                    <a16:creationId xmlns:a16="http://schemas.microsoft.com/office/drawing/2014/main" id="{2D1943CC-B7A0-8401-B4AC-5AD49E610972}"/>
                  </a:ext>
                </a:extLst>
              </p:cNvPr>
              <p:cNvSpPr/>
              <p:nvPr/>
            </p:nvSpPr>
            <p:spPr>
              <a:xfrm>
                <a:off x="9549204" y="517232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40" name="Freeform: Shape 12639">
                <a:extLst>
                  <a:ext uri="{FF2B5EF4-FFF2-40B4-BE49-F238E27FC236}">
                    <a16:creationId xmlns:a16="http://schemas.microsoft.com/office/drawing/2014/main" id="{753CD9C7-512E-FB21-037D-C4848D6B252F}"/>
                  </a:ext>
                </a:extLst>
              </p:cNvPr>
              <p:cNvSpPr/>
              <p:nvPr/>
            </p:nvSpPr>
            <p:spPr>
              <a:xfrm>
                <a:off x="9550358" y="517250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41" name="Freeform: Shape 12640">
                <a:extLst>
                  <a:ext uri="{FF2B5EF4-FFF2-40B4-BE49-F238E27FC236}">
                    <a16:creationId xmlns:a16="http://schemas.microsoft.com/office/drawing/2014/main" id="{CF1745B1-DA11-7B87-D2EF-A9D018334743}"/>
                  </a:ext>
                </a:extLst>
              </p:cNvPr>
              <p:cNvSpPr/>
              <p:nvPr/>
            </p:nvSpPr>
            <p:spPr>
              <a:xfrm>
                <a:off x="9551555" y="517264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42" name="Freeform: Shape 12641">
                <a:extLst>
                  <a:ext uri="{FF2B5EF4-FFF2-40B4-BE49-F238E27FC236}">
                    <a16:creationId xmlns:a16="http://schemas.microsoft.com/office/drawing/2014/main" id="{481E3F6C-EC86-0266-2024-264E9ABCE49F}"/>
                  </a:ext>
                </a:extLst>
              </p:cNvPr>
              <p:cNvSpPr/>
              <p:nvPr/>
            </p:nvSpPr>
            <p:spPr>
              <a:xfrm>
                <a:off x="9552838" y="517270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43" name="Freeform: Shape 12642">
                <a:extLst>
                  <a:ext uri="{FF2B5EF4-FFF2-40B4-BE49-F238E27FC236}">
                    <a16:creationId xmlns:a16="http://schemas.microsoft.com/office/drawing/2014/main" id="{302EDAFB-4DC8-31E9-3D43-AF31731D7747}"/>
                  </a:ext>
                </a:extLst>
              </p:cNvPr>
              <p:cNvSpPr/>
              <p:nvPr/>
            </p:nvSpPr>
            <p:spPr>
              <a:xfrm>
                <a:off x="9554082" y="517281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44" name="Freeform: Shape 12643">
                <a:extLst>
                  <a:ext uri="{FF2B5EF4-FFF2-40B4-BE49-F238E27FC236}">
                    <a16:creationId xmlns:a16="http://schemas.microsoft.com/office/drawing/2014/main" id="{27624272-9017-961E-57E1-97855E9E506C}"/>
                  </a:ext>
                </a:extLst>
              </p:cNvPr>
              <p:cNvSpPr/>
              <p:nvPr/>
            </p:nvSpPr>
            <p:spPr>
              <a:xfrm>
                <a:off x="9555455" y="517280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45" name="Freeform: Shape 12644">
                <a:extLst>
                  <a:ext uri="{FF2B5EF4-FFF2-40B4-BE49-F238E27FC236}">
                    <a16:creationId xmlns:a16="http://schemas.microsoft.com/office/drawing/2014/main" id="{3EB6DB95-5747-2096-2538-EF34D7350B45}"/>
                  </a:ext>
                </a:extLst>
              </p:cNvPr>
              <p:cNvSpPr/>
              <p:nvPr/>
            </p:nvSpPr>
            <p:spPr>
              <a:xfrm>
                <a:off x="9556959" y="517266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46" name="Freeform: Shape 12645">
                <a:extLst>
                  <a:ext uri="{FF2B5EF4-FFF2-40B4-BE49-F238E27FC236}">
                    <a16:creationId xmlns:a16="http://schemas.microsoft.com/office/drawing/2014/main" id="{17214D28-4FC1-0AA4-12D6-1AE1B4252743}"/>
                  </a:ext>
                </a:extLst>
              </p:cNvPr>
              <p:cNvSpPr/>
              <p:nvPr/>
            </p:nvSpPr>
            <p:spPr>
              <a:xfrm>
                <a:off x="9558470" y="517253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47" name="Freeform: Shape 12646">
                <a:extLst>
                  <a:ext uri="{FF2B5EF4-FFF2-40B4-BE49-F238E27FC236}">
                    <a16:creationId xmlns:a16="http://schemas.microsoft.com/office/drawing/2014/main" id="{32EF2E0F-216E-476D-2D8D-2775A1657140}"/>
                  </a:ext>
                </a:extLst>
              </p:cNvPr>
              <p:cNvSpPr/>
              <p:nvPr/>
            </p:nvSpPr>
            <p:spPr>
              <a:xfrm>
                <a:off x="9559986" y="517242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1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48" name="Freeform: Shape 12647">
                <a:extLst>
                  <a:ext uri="{FF2B5EF4-FFF2-40B4-BE49-F238E27FC236}">
                    <a16:creationId xmlns:a16="http://schemas.microsoft.com/office/drawing/2014/main" id="{BEDEB622-684D-60FE-7F33-6A6D6E22FF66}"/>
                  </a:ext>
                </a:extLst>
              </p:cNvPr>
              <p:cNvSpPr/>
              <p:nvPr/>
            </p:nvSpPr>
            <p:spPr>
              <a:xfrm>
                <a:off x="9561421" y="517242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49" name="Freeform: Shape 12648">
                <a:extLst>
                  <a:ext uri="{FF2B5EF4-FFF2-40B4-BE49-F238E27FC236}">
                    <a16:creationId xmlns:a16="http://schemas.microsoft.com/office/drawing/2014/main" id="{A9A68808-8652-1B93-7C02-000D38DAE56B}"/>
                  </a:ext>
                </a:extLst>
              </p:cNvPr>
              <p:cNvSpPr/>
              <p:nvPr/>
            </p:nvSpPr>
            <p:spPr>
              <a:xfrm>
                <a:off x="9562774" y="517251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50" name="Freeform: Shape 12649">
                <a:extLst>
                  <a:ext uri="{FF2B5EF4-FFF2-40B4-BE49-F238E27FC236}">
                    <a16:creationId xmlns:a16="http://schemas.microsoft.com/office/drawing/2014/main" id="{51244E0B-89A2-D87F-E114-AEA0804BD8B0}"/>
                  </a:ext>
                </a:extLst>
              </p:cNvPr>
              <p:cNvSpPr/>
              <p:nvPr/>
            </p:nvSpPr>
            <p:spPr>
              <a:xfrm>
                <a:off x="9564042" y="517271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51" name="Freeform: Shape 12650">
                <a:extLst>
                  <a:ext uri="{FF2B5EF4-FFF2-40B4-BE49-F238E27FC236}">
                    <a16:creationId xmlns:a16="http://schemas.microsoft.com/office/drawing/2014/main" id="{8B2424C3-716C-DF09-A3D9-9EB6B35F84F3}"/>
                  </a:ext>
                </a:extLst>
              </p:cNvPr>
              <p:cNvSpPr/>
              <p:nvPr/>
            </p:nvSpPr>
            <p:spPr>
              <a:xfrm>
                <a:off x="9565313" y="517292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52" name="Freeform: Shape 12651">
                <a:extLst>
                  <a:ext uri="{FF2B5EF4-FFF2-40B4-BE49-F238E27FC236}">
                    <a16:creationId xmlns:a16="http://schemas.microsoft.com/office/drawing/2014/main" id="{513D198A-195C-3584-9071-C0BFB9F24529}"/>
                  </a:ext>
                </a:extLst>
              </p:cNvPr>
              <p:cNvSpPr/>
              <p:nvPr/>
            </p:nvSpPr>
            <p:spPr>
              <a:xfrm>
                <a:off x="9644995" y="5100473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69 w 6343"/>
                  <a:gd name="connsiteY1" fmla="*/ 5544 h 6345"/>
                  <a:gd name="connsiteX2" fmla="*/ 6598 w 6343"/>
                  <a:gd name="connsiteY2" fmla="*/ 3300 h 6345"/>
                  <a:gd name="connsiteX3" fmla="*/ 5669 w 6343"/>
                  <a:gd name="connsiteY3" fmla="*/ 1057 h 6345"/>
                  <a:gd name="connsiteX4" fmla="*/ 3427 w 6343"/>
                  <a:gd name="connsiteY4" fmla="*/ 128 h 6345"/>
                  <a:gd name="connsiteX5" fmla="*/ 1184 w 6343"/>
                  <a:gd name="connsiteY5" fmla="*/ 1057 h 6345"/>
                  <a:gd name="connsiteX6" fmla="*/ 255 w 6343"/>
                  <a:gd name="connsiteY6" fmla="*/ 3300 h 6345"/>
                  <a:gd name="connsiteX7" fmla="*/ 1184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9"/>
                      <a:pt x="5669" y="5544"/>
                    </a:cubicBezTo>
                    <a:cubicBezTo>
                      <a:pt x="6264" y="4949"/>
                      <a:pt x="6598" y="4142"/>
                      <a:pt x="6598" y="3300"/>
                    </a:cubicBezTo>
                    <a:cubicBezTo>
                      <a:pt x="6598" y="2459"/>
                      <a:pt x="6264" y="1652"/>
                      <a:pt x="5669" y="1057"/>
                    </a:cubicBezTo>
                    <a:cubicBezTo>
                      <a:pt x="5075" y="462"/>
                      <a:pt x="4268" y="128"/>
                      <a:pt x="3427" y="128"/>
                    </a:cubicBezTo>
                    <a:cubicBezTo>
                      <a:pt x="2586" y="128"/>
                      <a:pt x="1779" y="462"/>
                      <a:pt x="1184" y="1057"/>
                    </a:cubicBezTo>
                    <a:cubicBezTo>
                      <a:pt x="589" y="1652"/>
                      <a:pt x="255" y="2459"/>
                      <a:pt x="255" y="3300"/>
                    </a:cubicBezTo>
                    <a:cubicBezTo>
                      <a:pt x="255" y="4142"/>
                      <a:pt x="589" y="4949"/>
                      <a:pt x="1184" y="5544"/>
                    </a:cubicBezTo>
                    <a:cubicBezTo>
                      <a:pt x="1779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53" name="Freeform: Shape 12652">
                <a:extLst>
                  <a:ext uri="{FF2B5EF4-FFF2-40B4-BE49-F238E27FC236}">
                    <a16:creationId xmlns:a16="http://schemas.microsoft.com/office/drawing/2014/main" id="{195EE32D-51B8-1519-BCF7-990BAEF5B274}"/>
                  </a:ext>
                </a:extLst>
              </p:cNvPr>
              <p:cNvSpPr/>
              <p:nvPr/>
            </p:nvSpPr>
            <p:spPr>
              <a:xfrm>
                <a:off x="9644509" y="5103299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69 w 6343"/>
                  <a:gd name="connsiteY1" fmla="*/ 5544 h 6345"/>
                  <a:gd name="connsiteX2" fmla="*/ 6598 w 6343"/>
                  <a:gd name="connsiteY2" fmla="*/ 3301 h 6345"/>
                  <a:gd name="connsiteX3" fmla="*/ 5669 w 6343"/>
                  <a:gd name="connsiteY3" fmla="*/ 1057 h 6345"/>
                  <a:gd name="connsiteX4" fmla="*/ 3427 w 6343"/>
                  <a:gd name="connsiteY4" fmla="*/ 128 h 6345"/>
                  <a:gd name="connsiteX5" fmla="*/ 1184 w 6343"/>
                  <a:gd name="connsiteY5" fmla="*/ 1057 h 6345"/>
                  <a:gd name="connsiteX6" fmla="*/ 255 w 6343"/>
                  <a:gd name="connsiteY6" fmla="*/ 3301 h 6345"/>
                  <a:gd name="connsiteX7" fmla="*/ 1184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4" y="6139"/>
                      <a:pt x="5669" y="5544"/>
                    </a:cubicBezTo>
                    <a:cubicBezTo>
                      <a:pt x="6264" y="4949"/>
                      <a:pt x="6598" y="4142"/>
                      <a:pt x="6598" y="3301"/>
                    </a:cubicBezTo>
                    <a:cubicBezTo>
                      <a:pt x="6598" y="2459"/>
                      <a:pt x="6264" y="1652"/>
                      <a:pt x="5669" y="1057"/>
                    </a:cubicBezTo>
                    <a:cubicBezTo>
                      <a:pt x="5074" y="462"/>
                      <a:pt x="4268" y="128"/>
                      <a:pt x="3427" y="128"/>
                    </a:cubicBezTo>
                    <a:cubicBezTo>
                      <a:pt x="2585" y="128"/>
                      <a:pt x="1779" y="462"/>
                      <a:pt x="1184" y="1057"/>
                    </a:cubicBezTo>
                    <a:cubicBezTo>
                      <a:pt x="589" y="1652"/>
                      <a:pt x="255" y="2459"/>
                      <a:pt x="255" y="3301"/>
                    </a:cubicBezTo>
                    <a:cubicBezTo>
                      <a:pt x="255" y="4142"/>
                      <a:pt x="589" y="4949"/>
                      <a:pt x="1184" y="5544"/>
                    </a:cubicBezTo>
                    <a:cubicBezTo>
                      <a:pt x="1779" y="6139"/>
                      <a:pt x="2585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54" name="Freeform: Shape 12653">
                <a:extLst>
                  <a:ext uri="{FF2B5EF4-FFF2-40B4-BE49-F238E27FC236}">
                    <a16:creationId xmlns:a16="http://schemas.microsoft.com/office/drawing/2014/main" id="{1CC23ED0-51A0-045D-3634-3084A0639296}"/>
                  </a:ext>
                </a:extLst>
              </p:cNvPr>
              <p:cNvSpPr/>
              <p:nvPr/>
            </p:nvSpPr>
            <p:spPr>
              <a:xfrm>
                <a:off x="9646219" y="5104018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69 w 6343"/>
                  <a:gd name="connsiteY1" fmla="*/ 5544 h 6345"/>
                  <a:gd name="connsiteX2" fmla="*/ 6598 w 6343"/>
                  <a:gd name="connsiteY2" fmla="*/ 3301 h 6345"/>
                  <a:gd name="connsiteX3" fmla="*/ 5669 w 6343"/>
                  <a:gd name="connsiteY3" fmla="*/ 1057 h 6345"/>
                  <a:gd name="connsiteX4" fmla="*/ 3427 w 6343"/>
                  <a:gd name="connsiteY4" fmla="*/ 128 h 6345"/>
                  <a:gd name="connsiteX5" fmla="*/ 1184 w 6343"/>
                  <a:gd name="connsiteY5" fmla="*/ 1057 h 6345"/>
                  <a:gd name="connsiteX6" fmla="*/ 255 w 6343"/>
                  <a:gd name="connsiteY6" fmla="*/ 3301 h 6345"/>
                  <a:gd name="connsiteX7" fmla="*/ 1184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9"/>
                      <a:pt x="5669" y="5544"/>
                    </a:cubicBezTo>
                    <a:cubicBezTo>
                      <a:pt x="6264" y="4949"/>
                      <a:pt x="6598" y="4142"/>
                      <a:pt x="6598" y="3301"/>
                    </a:cubicBezTo>
                    <a:cubicBezTo>
                      <a:pt x="6598" y="2459"/>
                      <a:pt x="6264" y="1652"/>
                      <a:pt x="5669" y="1057"/>
                    </a:cubicBezTo>
                    <a:cubicBezTo>
                      <a:pt x="5075" y="462"/>
                      <a:pt x="4268" y="128"/>
                      <a:pt x="3427" y="128"/>
                    </a:cubicBezTo>
                    <a:cubicBezTo>
                      <a:pt x="2586" y="128"/>
                      <a:pt x="1779" y="462"/>
                      <a:pt x="1184" y="1057"/>
                    </a:cubicBezTo>
                    <a:cubicBezTo>
                      <a:pt x="589" y="1652"/>
                      <a:pt x="255" y="2459"/>
                      <a:pt x="255" y="3301"/>
                    </a:cubicBezTo>
                    <a:cubicBezTo>
                      <a:pt x="255" y="4142"/>
                      <a:pt x="589" y="4949"/>
                      <a:pt x="1184" y="5544"/>
                    </a:cubicBezTo>
                    <a:cubicBezTo>
                      <a:pt x="1779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55" name="Freeform: Shape 12654">
                <a:extLst>
                  <a:ext uri="{FF2B5EF4-FFF2-40B4-BE49-F238E27FC236}">
                    <a16:creationId xmlns:a16="http://schemas.microsoft.com/office/drawing/2014/main" id="{8300389C-2D22-BF3E-53C4-A848D744C0AB}"/>
                  </a:ext>
                </a:extLst>
              </p:cNvPr>
              <p:cNvSpPr/>
              <p:nvPr/>
            </p:nvSpPr>
            <p:spPr>
              <a:xfrm>
                <a:off x="9646696" y="5105897"/>
                <a:ext cx="6343" cy="6345"/>
              </a:xfrm>
              <a:custGeom>
                <a:avLst/>
                <a:gdLst>
                  <a:gd name="connsiteX0" fmla="*/ 3427 w 6343"/>
                  <a:gd name="connsiteY0" fmla="*/ 6474 h 6345"/>
                  <a:gd name="connsiteX1" fmla="*/ 5669 w 6343"/>
                  <a:gd name="connsiteY1" fmla="*/ 5544 h 6345"/>
                  <a:gd name="connsiteX2" fmla="*/ 6598 w 6343"/>
                  <a:gd name="connsiteY2" fmla="*/ 3301 h 6345"/>
                  <a:gd name="connsiteX3" fmla="*/ 5669 w 6343"/>
                  <a:gd name="connsiteY3" fmla="*/ 1057 h 6345"/>
                  <a:gd name="connsiteX4" fmla="*/ 3427 w 6343"/>
                  <a:gd name="connsiteY4" fmla="*/ 128 h 6345"/>
                  <a:gd name="connsiteX5" fmla="*/ 1184 w 6343"/>
                  <a:gd name="connsiteY5" fmla="*/ 1057 h 6345"/>
                  <a:gd name="connsiteX6" fmla="*/ 255 w 6343"/>
                  <a:gd name="connsiteY6" fmla="*/ 3301 h 6345"/>
                  <a:gd name="connsiteX7" fmla="*/ 1184 w 6343"/>
                  <a:gd name="connsiteY7" fmla="*/ 5544 h 6345"/>
                  <a:gd name="connsiteX8" fmla="*/ 3427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4"/>
                    </a:moveTo>
                    <a:cubicBezTo>
                      <a:pt x="4268" y="6474"/>
                      <a:pt x="5075" y="6139"/>
                      <a:pt x="5669" y="5544"/>
                    </a:cubicBezTo>
                    <a:cubicBezTo>
                      <a:pt x="6264" y="4949"/>
                      <a:pt x="6598" y="4142"/>
                      <a:pt x="6598" y="3301"/>
                    </a:cubicBezTo>
                    <a:cubicBezTo>
                      <a:pt x="6598" y="2459"/>
                      <a:pt x="6264" y="1652"/>
                      <a:pt x="5669" y="1057"/>
                    </a:cubicBezTo>
                    <a:cubicBezTo>
                      <a:pt x="5075" y="462"/>
                      <a:pt x="4268" y="128"/>
                      <a:pt x="3427" y="128"/>
                    </a:cubicBezTo>
                    <a:cubicBezTo>
                      <a:pt x="2586" y="128"/>
                      <a:pt x="1779" y="462"/>
                      <a:pt x="1184" y="1057"/>
                    </a:cubicBezTo>
                    <a:cubicBezTo>
                      <a:pt x="589" y="1652"/>
                      <a:pt x="255" y="2459"/>
                      <a:pt x="255" y="3301"/>
                    </a:cubicBezTo>
                    <a:cubicBezTo>
                      <a:pt x="255" y="4142"/>
                      <a:pt x="589" y="4949"/>
                      <a:pt x="1184" y="5544"/>
                    </a:cubicBezTo>
                    <a:cubicBezTo>
                      <a:pt x="1779" y="6139"/>
                      <a:pt x="2586" y="6474"/>
                      <a:pt x="3427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56" name="Freeform: Shape 12655">
                <a:extLst>
                  <a:ext uri="{FF2B5EF4-FFF2-40B4-BE49-F238E27FC236}">
                    <a16:creationId xmlns:a16="http://schemas.microsoft.com/office/drawing/2014/main" id="{B3F40E28-B85F-90B1-5B54-F15A0DB326C5}"/>
                  </a:ext>
                </a:extLst>
              </p:cNvPr>
              <p:cNvSpPr/>
              <p:nvPr/>
            </p:nvSpPr>
            <p:spPr>
              <a:xfrm>
                <a:off x="9645413" y="5109376"/>
                <a:ext cx="6343" cy="6345"/>
              </a:xfrm>
              <a:custGeom>
                <a:avLst/>
                <a:gdLst>
                  <a:gd name="connsiteX0" fmla="*/ 3427 w 6343"/>
                  <a:gd name="connsiteY0" fmla="*/ 6474 h 6345"/>
                  <a:gd name="connsiteX1" fmla="*/ 5669 w 6343"/>
                  <a:gd name="connsiteY1" fmla="*/ 5545 h 6345"/>
                  <a:gd name="connsiteX2" fmla="*/ 6598 w 6343"/>
                  <a:gd name="connsiteY2" fmla="*/ 3301 h 6345"/>
                  <a:gd name="connsiteX3" fmla="*/ 5669 w 6343"/>
                  <a:gd name="connsiteY3" fmla="*/ 1058 h 6345"/>
                  <a:gd name="connsiteX4" fmla="*/ 3427 w 6343"/>
                  <a:gd name="connsiteY4" fmla="*/ 128 h 6345"/>
                  <a:gd name="connsiteX5" fmla="*/ 1184 w 6343"/>
                  <a:gd name="connsiteY5" fmla="*/ 1058 h 6345"/>
                  <a:gd name="connsiteX6" fmla="*/ 255 w 6343"/>
                  <a:gd name="connsiteY6" fmla="*/ 3301 h 6345"/>
                  <a:gd name="connsiteX7" fmla="*/ 1184 w 6343"/>
                  <a:gd name="connsiteY7" fmla="*/ 5545 h 6345"/>
                  <a:gd name="connsiteX8" fmla="*/ 3427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4"/>
                    </a:moveTo>
                    <a:cubicBezTo>
                      <a:pt x="4268" y="6474"/>
                      <a:pt x="5075" y="6140"/>
                      <a:pt x="5669" y="5545"/>
                    </a:cubicBezTo>
                    <a:cubicBezTo>
                      <a:pt x="6264" y="4950"/>
                      <a:pt x="6598" y="4143"/>
                      <a:pt x="6598" y="3301"/>
                    </a:cubicBezTo>
                    <a:cubicBezTo>
                      <a:pt x="6598" y="2460"/>
                      <a:pt x="6264" y="1653"/>
                      <a:pt x="5669" y="1058"/>
                    </a:cubicBezTo>
                    <a:cubicBezTo>
                      <a:pt x="5075" y="463"/>
                      <a:pt x="4268" y="128"/>
                      <a:pt x="3427" y="128"/>
                    </a:cubicBezTo>
                    <a:cubicBezTo>
                      <a:pt x="2586" y="128"/>
                      <a:pt x="1779" y="463"/>
                      <a:pt x="1184" y="1058"/>
                    </a:cubicBezTo>
                    <a:cubicBezTo>
                      <a:pt x="589" y="1653"/>
                      <a:pt x="255" y="2460"/>
                      <a:pt x="255" y="3301"/>
                    </a:cubicBezTo>
                    <a:cubicBezTo>
                      <a:pt x="255" y="4143"/>
                      <a:pt x="589" y="4950"/>
                      <a:pt x="1184" y="5545"/>
                    </a:cubicBezTo>
                    <a:cubicBezTo>
                      <a:pt x="1779" y="6140"/>
                      <a:pt x="2586" y="6474"/>
                      <a:pt x="3427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57" name="Freeform: Shape 12656">
                <a:extLst>
                  <a:ext uri="{FF2B5EF4-FFF2-40B4-BE49-F238E27FC236}">
                    <a16:creationId xmlns:a16="http://schemas.microsoft.com/office/drawing/2014/main" id="{93BF9B11-5BEF-F706-214D-093C967D1A6A}"/>
                  </a:ext>
                </a:extLst>
              </p:cNvPr>
              <p:cNvSpPr/>
              <p:nvPr/>
            </p:nvSpPr>
            <p:spPr>
              <a:xfrm>
                <a:off x="9645987" y="5111115"/>
                <a:ext cx="6343" cy="6345"/>
              </a:xfrm>
              <a:custGeom>
                <a:avLst/>
                <a:gdLst>
                  <a:gd name="connsiteX0" fmla="*/ 3427 w 6343"/>
                  <a:gd name="connsiteY0" fmla="*/ 6474 h 6345"/>
                  <a:gd name="connsiteX1" fmla="*/ 5669 w 6343"/>
                  <a:gd name="connsiteY1" fmla="*/ 5545 h 6345"/>
                  <a:gd name="connsiteX2" fmla="*/ 6598 w 6343"/>
                  <a:gd name="connsiteY2" fmla="*/ 3301 h 6345"/>
                  <a:gd name="connsiteX3" fmla="*/ 5669 w 6343"/>
                  <a:gd name="connsiteY3" fmla="*/ 1058 h 6345"/>
                  <a:gd name="connsiteX4" fmla="*/ 3427 w 6343"/>
                  <a:gd name="connsiteY4" fmla="*/ 129 h 6345"/>
                  <a:gd name="connsiteX5" fmla="*/ 1184 w 6343"/>
                  <a:gd name="connsiteY5" fmla="*/ 1058 h 6345"/>
                  <a:gd name="connsiteX6" fmla="*/ 255 w 6343"/>
                  <a:gd name="connsiteY6" fmla="*/ 3301 h 6345"/>
                  <a:gd name="connsiteX7" fmla="*/ 1184 w 6343"/>
                  <a:gd name="connsiteY7" fmla="*/ 5545 h 6345"/>
                  <a:gd name="connsiteX8" fmla="*/ 3427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4"/>
                    </a:moveTo>
                    <a:cubicBezTo>
                      <a:pt x="4268" y="6474"/>
                      <a:pt x="5075" y="6140"/>
                      <a:pt x="5669" y="5545"/>
                    </a:cubicBezTo>
                    <a:cubicBezTo>
                      <a:pt x="6264" y="4950"/>
                      <a:pt x="6598" y="4143"/>
                      <a:pt x="6598" y="3301"/>
                    </a:cubicBezTo>
                    <a:cubicBezTo>
                      <a:pt x="6598" y="2460"/>
                      <a:pt x="6264" y="1653"/>
                      <a:pt x="5669" y="1058"/>
                    </a:cubicBezTo>
                    <a:cubicBezTo>
                      <a:pt x="5075" y="463"/>
                      <a:pt x="4268" y="129"/>
                      <a:pt x="3427" y="129"/>
                    </a:cubicBezTo>
                    <a:cubicBezTo>
                      <a:pt x="2586" y="129"/>
                      <a:pt x="1779" y="463"/>
                      <a:pt x="1184" y="1058"/>
                    </a:cubicBezTo>
                    <a:cubicBezTo>
                      <a:pt x="589" y="1653"/>
                      <a:pt x="255" y="2460"/>
                      <a:pt x="255" y="3301"/>
                    </a:cubicBezTo>
                    <a:cubicBezTo>
                      <a:pt x="255" y="4143"/>
                      <a:pt x="589" y="4950"/>
                      <a:pt x="1184" y="5545"/>
                    </a:cubicBezTo>
                    <a:cubicBezTo>
                      <a:pt x="1779" y="6140"/>
                      <a:pt x="2586" y="6474"/>
                      <a:pt x="3427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58" name="Freeform: Shape 12657">
                <a:extLst>
                  <a:ext uri="{FF2B5EF4-FFF2-40B4-BE49-F238E27FC236}">
                    <a16:creationId xmlns:a16="http://schemas.microsoft.com/office/drawing/2014/main" id="{801737A7-238E-A8FD-C8F3-3C9DEFF70948}"/>
                  </a:ext>
                </a:extLst>
              </p:cNvPr>
              <p:cNvSpPr/>
              <p:nvPr/>
            </p:nvSpPr>
            <p:spPr>
              <a:xfrm>
                <a:off x="9586664" y="5166483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59" y="4954"/>
                      <a:pt x="6594" y="4147"/>
                      <a:pt x="6594" y="3306"/>
                    </a:cubicBezTo>
                    <a:cubicBezTo>
                      <a:pt x="6594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0" y="2464"/>
                      <a:pt x="250" y="3306"/>
                    </a:cubicBezTo>
                    <a:cubicBezTo>
                      <a:pt x="250" y="4147"/>
                      <a:pt x="585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59" name="Freeform: Shape 12658">
                <a:extLst>
                  <a:ext uri="{FF2B5EF4-FFF2-40B4-BE49-F238E27FC236}">
                    <a16:creationId xmlns:a16="http://schemas.microsoft.com/office/drawing/2014/main" id="{537259C2-C47E-D13E-2F28-C64B91D02452}"/>
                  </a:ext>
                </a:extLst>
              </p:cNvPr>
              <p:cNvSpPr/>
              <p:nvPr/>
            </p:nvSpPr>
            <p:spPr>
              <a:xfrm>
                <a:off x="9587303" y="5167482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1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59" y="4954"/>
                      <a:pt x="6594" y="4147"/>
                      <a:pt x="6594" y="3306"/>
                    </a:cubicBezTo>
                    <a:cubicBezTo>
                      <a:pt x="6594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60" name="Freeform: Shape 12659">
                <a:extLst>
                  <a:ext uri="{FF2B5EF4-FFF2-40B4-BE49-F238E27FC236}">
                    <a16:creationId xmlns:a16="http://schemas.microsoft.com/office/drawing/2014/main" id="{6DB68B97-38EF-E527-4518-3415E33999EC}"/>
                  </a:ext>
                </a:extLst>
              </p:cNvPr>
              <p:cNvSpPr/>
              <p:nvPr/>
            </p:nvSpPr>
            <p:spPr>
              <a:xfrm>
                <a:off x="9587842" y="5168567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1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79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61" name="Freeform: Shape 12660">
                <a:extLst>
                  <a:ext uri="{FF2B5EF4-FFF2-40B4-BE49-F238E27FC236}">
                    <a16:creationId xmlns:a16="http://schemas.microsoft.com/office/drawing/2014/main" id="{5AA2018C-37DD-C994-174B-C517C3473139}"/>
                  </a:ext>
                </a:extLst>
              </p:cNvPr>
              <p:cNvSpPr/>
              <p:nvPr/>
            </p:nvSpPr>
            <p:spPr>
              <a:xfrm>
                <a:off x="9587948" y="5170020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7"/>
                      <a:pt x="5665" y="1062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80" y="1062"/>
                    </a:cubicBezTo>
                    <a:cubicBezTo>
                      <a:pt x="585" y="1657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62" name="Freeform: Shape 12661">
                <a:extLst>
                  <a:ext uri="{FF2B5EF4-FFF2-40B4-BE49-F238E27FC236}">
                    <a16:creationId xmlns:a16="http://schemas.microsoft.com/office/drawing/2014/main" id="{25D24C1F-E5EA-DC71-C175-BC047BAFAE21}"/>
                  </a:ext>
                </a:extLst>
              </p:cNvPr>
              <p:cNvSpPr/>
              <p:nvPr/>
            </p:nvSpPr>
            <p:spPr>
              <a:xfrm>
                <a:off x="9587188" y="5172197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1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50"/>
                    </a:cubicBezTo>
                    <a:cubicBezTo>
                      <a:pt x="6259" y="4955"/>
                      <a:pt x="6594" y="4148"/>
                      <a:pt x="6594" y="3306"/>
                    </a:cubicBezTo>
                    <a:cubicBezTo>
                      <a:pt x="6594" y="2465"/>
                      <a:pt x="6259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79" y="5550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63" name="Freeform: Shape 12662">
                <a:extLst>
                  <a:ext uri="{FF2B5EF4-FFF2-40B4-BE49-F238E27FC236}">
                    <a16:creationId xmlns:a16="http://schemas.microsoft.com/office/drawing/2014/main" id="{29248366-4482-EA06-99AB-65126D21C115}"/>
                  </a:ext>
                </a:extLst>
              </p:cNvPr>
              <p:cNvSpPr/>
              <p:nvPr/>
            </p:nvSpPr>
            <p:spPr>
              <a:xfrm>
                <a:off x="9591079" y="5170427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7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5" y="468"/>
                      <a:pt x="1180" y="1063"/>
                    </a:cubicBezTo>
                    <a:cubicBezTo>
                      <a:pt x="585" y="1657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64" name="Freeform: Shape 12663">
                <a:extLst>
                  <a:ext uri="{FF2B5EF4-FFF2-40B4-BE49-F238E27FC236}">
                    <a16:creationId xmlns:a16="http://schemas.microsoft.com/office/drawing/2014/main" id="{2949EFBE-18FB-28E7-47ED-C4A8F3B51193}"/>
                  </a:ext>
                </a:extLst>
              </p:cNvPr>
              <p:cNvSpPr/>
              <p:nvPr/>
            </p:nvSpPr>
            <p:spPr>
              <a:xfrm>
                <a:off x="9592218" y="5171011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4" y="133"/>
                      <a:pt x="3422" y="133"/>
                    </a:cubicBezTo>
                    <a:cubicBezTo>
                      <a:pt x="2581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65" name="Freeform: Shape 12664">
                <a:extLst>
                  <a:ext uri="{FF2B5EF4-FFF2-40B4-BE49-F238E27FC236}">
                    <a16:creationId xmlns:a16="http://schemas.microsoft.com/office/drawing/2014/main" id="{620DE325-F6A7-12CB-B0F0-82FA946C33A5}"/>
                  </a:ext>
                </a:extLst>
              </p:cNvPr>
              <p:cNvSpPr/>
              <p:nvPr/>
            </p:nvSpPr>
            <p:spPr>
              <a:xfrm>
                <a:off x="9594173" y="5170933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66" name="Freeform: Shape 12665">
                <a:extLst>
                  <a:ext uri="{FF2B5EF4-FFF2-40B4-BE49-F238E27FC236}">
                    <a16:creationId xmlns:a16="http://schemas.microsoft.com/office/drawing/2014/main" id="{DEE78574-6FAB-6FD0-4362-76CDEB3939D2}"/>
                  </a:ext>
                </a:extLst>
              </p:cNvPr>
              <p:cNvSpPr/>
              <p:nvPr/>
            </p:nvSpPr>
            <p:spPr>
              <a:xfrm>
                <a:off x="9595748" y="5171187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67" name="Freeform: Shape 12666">
                <a:extLst>
                  <a:ext uri="{FF2B5EF4-FFF2-40B4-BE49-F238E27FC236}">
                    <a16:creationId xmlns:a16="http://schemas.microsoft.com/office/drawing/2014/main" id="{5D98CCDD-CBF1-8862-3982-DB89C1CF132B}"/>
                  </a:ext>
                </a:extLst>
              </p:cNvPr>
              <p:cNvSpPr/>
              <p:nvPr/>
            </p:nvSpPr>
            <p:spPr>
              <a:xfrm>
                <a:off x="9597715" y="5171145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4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1" y="2465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68" name="Freeform: Shape 12667">
                <a:extLst>
                  <a:ext uri="{FF2B5EF4-FFF2-40B4-BE49-F238E27FC236}">
                    <a16:creationId xmlns:a16="http://schemas.microsoft.com/office/drawing/2014/main" id="{F07BEF27-EA21-7DBB-5014-7DE667F1B42B}"/>
                  </a:ext>
                </a:extLst>
              </p:cNvPr>
              <p:cNvSpPr/>
              <p:nvPr/>
            </p:nvSpPr>
            <p:spPr>
              <a:xfrm>
                <a:off x="9599297" y="5171432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5"/>
                      <a:pt x="6595" y="4147"/>
                      <a:pt x="6595" y="3306"/>
                    </a:cubicBezTo>
                    <a:cubicBezTo>
                      <a:pt x="6595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1" y="2465"/>
                      <a:pt x="251" y="3306"/>
                    </a:cubicBezTo>
                    <a:cubicBezTo>
                      <a:pt x="251" y="4147"/>
                      <a:pt x="586" y="4955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69" name="Freeform: Shape 12668">
                <a:extLst>
                  <a:ext uri="{FF2B5EF4-FFF2-40B4-BE49-F238E27FC236}">
                    <a16:creationId xmlns:a16="http://schemas.microsoft.com/office/drawing/2014/main" id="{FC0B8773-A922-0260-1F05-3B9FF7F48B8D}"/>
                  </a:ext>
                </a:extLst>
              </p:cNvPr>
              <p:cNvSpPr/>
              <p:nvPr/>
            </p:nvSpPr>
            <p:spPr>
              <a:xfrm>
                <a:off x="9601519" y="5171235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70" name="Freeform: Shape 12669">
                <a:extLst>
                  <a:ext uri="{FF2B5EF4-FFF2-40B4-BE49-F238E27FC236}">
                    <a16:creationId xmlns:a16="http://schemas.microsoft.com/office/drawing/2014/main" id="{0EDF729D-0566-A5EB-B877-080FA6A5C17A}"/>
                  </a:ext>
                </a:extLst>
              </p:cNvPr>
              <p:cNvSpPr/>
              <p:nvPr/>
            </p:nvSpPr>
            <p:spPr>
              <a:xfrm>
                <a:off x="9603750" y="5171060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4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4"/>
                      <a:pt x="1181" y="5549"/>
                    </a:cubicBezTo>
                    <a:cubicBezTo>
                      <a:pt x="1776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71" name="Freeform: Shape 12670">
                <a:extLst>
                  <a:ext uri="{FF2B5EF4-FFF2-40B4-BE49-F238E27FC236}">
                    <a16:creationId xmlns:a16="http://schemas.microsoft.com/office/drawing/2014/main" id="{CA2386CF-2827-BE34-B0FC-DFE8F512067D}"/>
                  </a:ext>
                </a:extLst>
              </p:cNvPr>
              <p:cNvSpPr/>
              <p:nvPr/>
            </p:nvSpPr>
            <p:spPr>
              <a:xfrm>
                <a:off x="9605294" y="5171437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5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4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5"/>
                      <a:pt x="1181" y="5549"/>
                    </a:cubicBezTo>
                    <a:cubicBezTo>
                      <a:pt x="1776" y="6144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72" name="Freeform: Shape 12671">
                <a:extLst>
                  <a:ext uri="{FF2B5EF4-FFF2-40B4-BE49-F238E27FC236}">
                    <a16:creationId xmlns:a16="http://schemas.microsoft.com/office/drawing/2014/main" id="{F7A26048-D292-1865-026B-8A6600F7BE93}"/>
                  </a:ext>
                </a:extLst>
              </p:cNvPr>
              <p:cNvSpPr/>
              <p:nvPr/>
            </p:nvSpPr>
            <p:spPr>
              <a:xfrm>
                <a:off x="9607139" y="5171603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5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5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73" name="Freeform: Shape 12672">
                <a:extLst>
                  <a:ext uri="{FF2B5EF4-FFF2-40B4-BE49-F238E27FC236}">
                    <a16:creationId xmlns:a16="http://schemas.microsoft.com/office/drawing/2014/main" id="{7E5E996B-84F7-CC05-BCB9-AAB7D2F14094}"/>
                  </a:ext>
                </a:extLst>
              </p:cNvPr>
              <p:cNvSpPr/>
              <p:nvPr/>
            </p:nvSpPr>
            <p:spPr>
              <a:xfrm>
                <a:off x="9608887" y="5171862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50"/>
                    </a:cubicBezTo>
                    <a:cubicBezTo>
                      <a:pt x="6261" y="4955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5"/>
                      <a:pt x="1181" y="5550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74" name="Freeform: Shape 12673">
                <a:extLst>
                  <a:ext uri="{FF2B5EF4-FFF2-40B4-BE49-F238E27FC236}">
                    <a16:creationId xmlns:a16="http://schemas.microsoft.com/office/drawing/2014/main" id="{1180BD65-BCC7-E531-9E78-84ADDACEE2E0}"/>
                  </a:ext>
                </a:extLst>
              </p:cNvPr>
              <p:cNvSpPr/>
              <p:nvPr/>
            </p:nvSpPr>
            <p:spPr>
              <a:xfrm>
                <a:off x="9610639" y="5172138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5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50"/>
                    </a:cubicBezTo>
                    <a:cubicBezTo>
                      <a:pt x="6261" y="4955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7"/>
                      <a:pt x="587" y="4955"/>
                      <a:pt x="1181" y="5550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75" name="Freeform: Shape 12674">
                <a:extLst>
                  <a:ext uri="{FF2B5EF4-FFF2-40B4-BE49-F238E27FC236}">
                    <a16:creationId xmlns:a16="http://schemas.microsoft.com/office/drawing/2014/main" id="{E7F570FB-6021-1CC2-FB36-ECD7781E3459}"/>
                  </a:ext>
                </a:extLst>
              </p:cNvPr>
              <p:cNvSpPr/>
              <p:nvPr/>
            </p:nvSpPr>
            <p:spPr>
              <a:xfrm>
                <a:off x="9611787" y="5172869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1" y="4955"/>
                      <a:pt x="6596" y="4148"/>
                      <a:pt x="6596" y="3306"/>
                    </a:cubicBezTo>
                    <a:cubicBezTo>
                      <a:pt x="6596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8"/>
                      <a:pt x="587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76" name="Freeform: Shape 12675">
                <a:extLst>
                  <a:ext uri="{FF2B5EF4-FFF2-40B4-BE49-F238E27FC236}">
                    <a16:creationId xmlns:a16="http://schemas.microsoft.com/office/drawing/2014/main" id="{B75ACA5B-DA1F-6A55-EBC7-1BF729AD63A8}"/>
                  </a:ext>
                </a:extLst>
              </p:cNvPr>
              <p:cNvSpPr/>
              <p:nvPr/>
            </p:nvSpPr>
            <p:spPr>
              <a:xfrm>
                <a:off x="9671858" y="5155621"/>
                <a:ext cx="6343" cy="6345"/>
              </a:xfrm>
              <a:custGeom>
                <a:avLst/>
                <a:gdLst>
                  <a:gd name="connsiteX0" fmla="*/ 3429 w 6343"/>
                  <a:gd name="connsiteY0" fmla="*/ 6477 h 6345"/>
                  <a:gd name="connsiteX1" fmla="*/ 5671 w 6343"/>
                  <a:gd name="connsiteY1" fmla="*/ 5548 h 6345"/>
                  <a:gd name="connsiteX2" fmla="*/ 6600 w 6343"/>
                  <a:gd name="connsiteY2" fmla="*/ 3305 h 6345"/>
                  <a:gd name="connsiteX3" fmla="*/ 5671 w 6343"/>
                  <a:gd name="connsiteY3" fmla="*/ 1061 h 6345"/>
                  <a:gd name="connsiteX4" fmla="*/ 3429 w 6343"/>
                  <a:gd name="connsiteY4" fmla="*/ 132 h 6345"/>
                  <a:gd name="connsiteX5" fmla="*/ 1186 w 6343"/>
                  <a:gd name="connsiteY5" fmla="*/ 1061 h 6345"/>
                  <a:gd name="connsiteX6" fmla="*/ 257 w 6343"/>
                  <a:gd name="connsiteY6" fmla="*/ 3305 h 6345"/>
                  <a:gd name="connsiteX7" fmla="*/ 1186 w 6343"/>
                  <a:gd name="connsiteY7" fmla="*/ 5548 h 6345"/>
                  <a:gd name="connsiteX8" fmla="*/ 342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7"/>
                    </a:moveTo>
                    <a:cubicBezTo>
                      <a:pt x="4270" y="6477"/>
                      <a:pt x="5077" y="6143"/>
                      <a:pt x="5671" y="5548"/>
                    </a:cubicBezTo>
                    <a:cubicBezTo>
                      <a:pt x="6266" y="4953"/>
                      <a:pt x="6600" y="4146"/>
                      <a:pt x="6600" y="3305"/>
                    </a:cubicBezTo>
                    <a:cubicBezTo>
                      <a:pt x="6600" y="2463"/>
                      <a:pt x="6266" y="1656"/>
                      <a:pt x="5671" y="1061"/>
                    </a:cubicBezTo>
                    <a:cubicBezTo>
                      <a:pt x="5077" y="466"/>
                      <a:pt x="4270" y="132"/>
                      <a:pt x="3429" y="132"/>
                    </a:cubicBezTo>
                    <a:cubicBezTo>
                      <a:pt x="2588" y="132"/>
                      <a:pt x="1781" y="466"/>
                      <a:pt x="1186" y="1061"/>
                    </a:cubicBezTo>
                    <a:cubicBezTo>
                      <a:pt x="591" y="1656"/>
                      <a:pt x="257" y="2463"/>
                      <a:pt x="257" y="3305"/>
                    </a:cubicBezTo>
                    <a:cubicBezTo>
                      <a:pt x="257" y="4146"/>
                      <a:pt x="591" y="4953"/>
                      <a:pt x="1186" y="5548"/>
                    </a:cubicBezTo>
                    <a:cubicBezTo>
                      <a:pt x="1781" y="6143"/>
                      <a:pt x="2588" y="6477"/>
                      <a:pt x="342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77" name="Freeform: Shape 12676">
                <a:extLst>
                  <a:ext uri="{FF2B5EF4-FFF2-40B4-BE49-F238E27FC236}">
                    <a16:creationId xmlns:a16="http://schemas.microsoft.com/office/drawing/2014/main" id="{B77BF93D-DA02-299C-10D9-A23D64C34E50}"/>
                  </a:ext>
                </a:extLst>
              </p:cNvPr>
              <p:cNvSpPr/>
              <p:nvPr/>
            </p:nvSpPr>
            <p:spPr>
              <a:xfrm>
                <a:off x="9674252" y="5156090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2 w 6343"/>
                  <a:gd name="connsiteY1" fmla="*/ 5548 h 6345"/>
                  <a:gd name="connsiteX2" fmla="*/ 6600 w 6343"/>
                  <a:gd name="connsiteY2" fmla="*/ 3305 h 6345"/>
                  <a:gd name="connsiteX3" fmla="*/ 5672 w 6343"/>
                  <a:gd name="connsiteY3" fmla="*/ 1061 h 6345"/>
                  <a:gd name="connsiteX4" fmla="*/ 3429 w 6343"/>
                  <a:gd name="connsiteY4" fmla="*/ 132 h 6345"/>
                  <a:gd name="connsiteX5" fmla="*/ 1186 w 6343"/>
                  <a:gd name="connsiteY5" fmla="*/ 1061 h 6345"/>
                  <a:gd name="connsiteX6" fmla="*/ 257 w 6343"/>
                  <a:gd name="connsiteY6" fmla="*/ 3305 h 6345"/>
                  <a:gd name="connsiteX7" fmla="*/ 1186 w 6343"/>
                  <a:gd name="connsiteY7" fmla="*/ 5548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0" y="6478"/>
                      <a:pt x="5077" y="6143"/>
                      <a:pt x="5672" y="5548"/>
                    </a:cubicBezTo>
                    <a:cubicBezTo>
                      <a:pt x="6266" y="4953"/>
                      <a:pt x="6600" y="4146"/>
                      <a:pt x="6600" y="3305"/>
                    </a:cubicBezTo>
                    <a:cubicBezTo>
                      <a:pt x="6600" y="2463"/>
                      <a:pt x="6266" y="1656"/>
                      <a:pt x="5672" y="1061"/>
                    </a:cubicBezTo>
                    <a:cubicBezTo>
                      <a:pt x="5077" y="466"/>
                      <a:pt x="4270" y="132"/>
                      <a:pt x="3429" y="132"/>
                    </a:cubicBezTo>
                    <a:cubicBezTo>
                      <a:pt x="2588" y="132"/>
                      <a:pt x="1781" y="466"/>
                      <a:pt x="1186" y="1061"/>
                    </a:cubicBezTo>
                    <a:cubicBezTo>
                      <a:pt x="592" y="1656"/>
                      <a:pt x="257" y="2463"/>
                      <a:pt x="257" y="3305"/>
                    </a:cubicBezTo>
                    <a:cubicBezTo>
                      <a:pt x="257" y="4146"/>
                      <a:pt x="592" y="4953"/>
                      <a:pt x="1186" y="5548"/>
                    </a:cubicBezTo>
                    <a:cubicBezTo>
                      <a:pt x="1781" y="6143"/>
                      <a:pt x="2588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78" name="Freeform: Shape 12677">
                <a:extLst>
                  <a:ext uri="{FF2B5EF4-FFF2-40B4-BE49-F238E27FC236}">
                    <a16:creationId xmlns:a16="http://schemas.microsoft.com/office/drawing/2014/main" id="{4DC8E938-911E-13BB-23E7-6C10BDA817C1}"/>
                  </a:ext>
                </a:extLst>
              </p:cNvPr>
              <p:cNvSpPr/>
              <p:nvPr/>
            </p:nvSpPr>
            <p:spPr>
              <a:xfrm>
                <a:off x="9675470" y="5157282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2 w 6343"/>
                  <a:gd name="connsiteY1" fmla="*/ 5548 h 6345"/>
                  <a:gd name="connsiteX2" fmla="*/ 6601 w 6343"/>
                  <a:gd name="connsiteY2" fmla="*/ 3305 h 6345"/>
                  <a:gd name="connsiteX3" fmla="*/ 5672 w 6343"/>
                  <a:gd name="connsiteY3" fmla="*/ 1061 h 6345"/>
                  <a:gd name="connsiteX4" fmla="*/ 3429 w 6343"/>
                  <a:gd name="connsiteY4" fmla="*/ 132 h 6345"/>
                  <a:gd name="connsiteX5" fmla="*/ 1186 w 6343"/>
                  <a:gd name="connsiteY5" fmla="*/ 1061 h 6345"/>
                  <a:gd name="connsiteX6" fmla="*/ 257 w 6343"/>
                  <a:gd name="connsiteY6" fmla="*/ 3305 h 6345"/>
                  <a:gd name="connsiteX7" fmla="*/ 1186 w 6343"/>
                  <a:gd name="connsiteY7" fmla="*/ 5548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0" y="6478"/>
                      <a:pt x="5077" y="6143"/>
                      <a:pt x="5672" y="5548"/>
                    </a:cubicBezTo>
                    <a:cubicBezTo>
                      <a:pt x="6266" y="4953"/>
                      <a:pt x="6601" y="4146"/>
                      <a:pt x="6601" y="3305"/>
                    </a:cubicBezTo>
                    <a:cubicBezTo>
                      <a:pt x="6601" y="2463"/>
                      <a:pt x="6266" y="1656"/>
                      <a:pt x="5672" y="1061"/>
                    </a:cubicBezTo>
                    <a:cubicBezTo>
                      <a:pt x="5077" y="467"/>
                      <a:pt x="4270" y="132"/>
                      <a:pt x="3429" y="132"/>
                    </a:cubicBezTo>
                    <a:cubicBezTo>
                      <a:pt x="2588" y="132"/>
                      <a:pt x="1781" y="467"/>
                      <a:pt x="1186" y="1061"/>
                    </a:cubicBezTo>
                    <a:cubicBezTo>
                      <a:pt x="592" y="1656"/>
                      <a:pt x="257" y="2463"/>
                      <a:pt x="257" y="3305"/>
                    </a:cubicBezTo>
                    <a:cubicBezTo>
                      <a:pt x="257" y="4146"/>
                      <a:pt x="592" y="4953"/>
                      <a:pt x="1186" y="5548"/>
                    </a:cubicBezTo>
                    <a:cubicBezTo>
                      <a:pt x="1781" y="6143"/>
                      <a:pt x="2588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79" name="Freeform: Shape 12678">
                <a:extLst>
                  <a:ext uri="{FF2B5EF4-FFF2-40B4-BE49-F238E27FC236}">
                    <a16:creationId xmlns:a16="http://schemas.microsoft.com/office/drawing/2014/main" id="{9F500B2D-BD88-CBD1-5F2E-CE3016BBC6F1}"/>
                  </a:ext>
                </a:extLst>
              </p:cNvPr>
              <p:cNvSpPr/>
              <p:nvPr/>
            </p:nvSpPr>
            <p:spPr>
              <a:xfrm>
                <a:off x="9679668" y="5158670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2 w 6343"/>
                  <a:gd name="connsiteY1" fmla="*/ 5548 h 6345"/>
                  <a:gd name="connsiteX2" fmla="*/ 6601 w 6343"/>
                  <a:gd name="connsiteY2" fmla="*/ 3305 h 6345"/>
                  <a:gd name="connsiteX3" fmla="*/ 5672 w 6343"/>
                  <a:gd name="connsiteY3" fmla="*/ 1062 h 6345"/>
                  <a:gd name="connsiteX4" fmla="*/ 3429 w 6343"/>
                  <a:gd name="connsiteY4" fmla="*/ 132 h 6345"/>
                  <a:gd name="connsiteX5" fmla="*/ 1187 w 6343"/>
                  <a:gd name="connsiteY5" fmla="*/ 1062 h 6345"/>
                  <a:gd name="connsiteX6" fmla="*/ 258 w 6343"/>
                  <a:gd name="connsiteY6" fmla="*/ 3305 h 6345"/>
                  <a:gd name="connsiteX7" fmla="*/ 1187 w 6343"/>
                  <a:gd name="connsiteY7" fmla="*/ 5548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0" y="6478"/>
                      <a:pt x="5077" y="6143"/>
                      <a:pt x="5672" y="5548"/>
                    </a:cubicBezTo>
                    <a:cubicBezTo>
                      <a:pt x="6267" y="4953"/>
                      <a:pt x="6601" y="4146"/>
                      <a:pt x="6601" y="3305"/>
                    </a:cubicBezTo>
                    <a:cubicBezTo>
                      <a:pt x="6601" y="2464"/>
                      <a:pt x="6267" y="1657"/>
                      <a:pt x="5672" y="1062"/>
                    </a:cubicBezTo>
                    <a:cubicBezTo>
                      <a:pt x="5077" y="467"/>
                      <a:pt x="4270" y="132"/>
                      <a:pt x="3429" y="132"/>
                    </a:cubicBezTo>
                    <a:cubicBezTo>
                      <a:pt x="2588" y="132"/>
                      <a:pt x="1781" y="467"/>
                      <a:pt x="1187" y="1062"/>
                    </a:cubicBezTo>
                    <a:cubicBezTo>
                      <a:pt x="592" y="1657"/>
                      <a:pt x="258" y="2464"/>
                      <a:pt x="258" y="3305"/>
                    </a:cubicBezTo>
                    <a:cubicBezTo>
                      <a:pt x="258" y="4146"/>
                      <a:pt x="592" y="4953"/>
                      <a:pt x="1187" y="5548"/>
                    </a:cubicBezTo>
                    <a:cubicBezTo>
                      <a:pt x="1781" y="6143"/>
                      <a:pt x="2588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80" name="Freeform: Shape 12679">
                <a:extLst>
                  <a:ext uri="{FF2B5EF4-FFF2-40B4-BE49-F238E27FC236}">
                    <a16:creationId xmlns:a16="http://schemas.microsoft.com/office/drawing/2014/main" id="{DE55B797-6906-E67E-C888-085058D22A44}"/>
                  </a:ext>
                </a:extLst>
              </p:cNvPr>
              <p:cNvSpPr/>
              <p:nvPr/>
            </p:nvSpPr>
            <p:spPr>
              <a:xfrm>
                <a:off x="10026481" y="5742648"/>
                <a:ext cx="6343" cy="6345"/>
              </a:xfrm>
              <a:custGeom>
                <a:avLst/>
                <a:gdLst>
                  <a:gd name="connsiteX0" fmla="*/ 3457 w 6343"/>
                  <a:gd name="connsiteY0" fmla="*/ 6524 h 6345"/>
                  <a:gd name="connsiteX1" fmla="*/ 5699 w 6343"/>
                  <a:gd name="connsiteY1" fmla="*/ 5594 h 6345"/>
                  <a:gd name="connsiteX2" fmla="*/ 6628 w 6343"/>
                  <a:gd name="connsiteY2" fmla="*/ 3351 h 6345"/>
                  <a:gd name="connsiteX3" fmla="*/ 5699 w 6343"/>
                  <a:gd name="connsiteY3" fmla="*/ 1108 h 6345"/>
                  <a:gd name="connsiteX4" fmla="*/ 3457 w 6343"/>
                  <a:gd name="connsiteY4" fmla="*/ 178 h 6345"/>
                  <a:gd name="connsiteX5" fmla="*/ 1214 w 6343"/>
                  <a:gd name="connsiteY5" fmla="*/ 1108 h 6345"/>
                  <a:gd name="connsiteX6" fmla="*/ 285 w 6343"/>
                  <a:gd name="connsiteY6" fmla="*/ 3351 h 6345"/>
                  <a:gd name="connsiteX7" fmla="*/ 1214 w 6343"/>
                  <a:gd name="connsiteY7" fmla="*/ 5594 h 6345"/>
                  <a:gd name="connsiteX8" fmla="*/ 3457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7" y="6524"/>
                    </a:moveTo>
                    <a:cubicBezTo>
                      <a:pt x="4298" y="6524"/>
                      <a:pt x="5105" y="6189"/>
                      <a:pt x="5699" y="5594"/>
                    </a:cubicBezTo>
                    <a:cubicBezTo>
                      <a:pt x="6294" y="5000"/>
                      <a:pt x="6628" y="4192"/>
                      <a:pt x="6628" y="3351"/>
                    </a:cubicBezTo>
                    <a:cubicBezTo>
                      <a:pt x="6628" y="2510"/>
                      <a:pt x="6294" y="1703"/>
                      <a:pt x="5699" y="1108"/>
                    </a:cubicBezTo>
                    <a:cubicBezTo>
                      <a:pt x="5105" y="513"/>
                      <a:pt x="4298" y="178"/>
                      <a:pt x="3457" y="178"/>
                    </a:cubicBezTo>
                    <a:cubicBezTo>
                      <a:pt x="2616" y="178"/>
                      <a:pt x="1809" y="513"/>
                      <a:pt x="1214" y="1108"/>
                    </a:cubicBezTo>
                    <a:cubicBezTo>
                      <a:pt x="619" y="1703"/>
                      <a:pt x="285" y="2510"/>
                      <a:pt x="285" y="3351"/>
                    </a:cubicBezTo>
                    <a:cubicBezTo>
                      <a:pt x="285" y="4192"/>
                      <a:pt x="619" y="5000"/>
                      <a:pt x="1214" y="5594"/>
                    </a:cubicBezTo>
                    <a:cubicBezTo>
                      <a:pt x="1809" y="6189"/>
                      <a:pt x="2616" y="6524"/>
                      <a:pt x="3457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81" name="Freeform: Shape 12680">
                <a:extLst>
                  <a:ext uri="{FF2B5EF4-FFF2-40B4-BE49-F238E27FC236}">
                    <a16:creationId xmlns:a16="http://schemas.microsoft.com/office/drawing/2014/main" id="{2846E12F-0A89-7821-CFEF-71880C8B9187}"/>
                  </a:ext>
                </a:extLst>
              </p:cNvPr>
              <p:cNvSpPr/>
              <p:nvPr/>
            </p:nvSpPr>
            <p:spPr>
              <a:xfrm>
                <a:off x="10022834" y="5745522"/>
                <a:ext cx="6343" cy="6345"/>
              </a:xfrm>
              <a:custGeom>
                <a:avLst/>
                <a:gdLst>
                  <a:gd name="connsiteX0" fmla="*/ 3456 w 6343"/>
                  <a:gd name="connsiteY0" fmla="*/ 6524 h 6345"/>
                  <a:gd name="connsiteX1" fmla="*/ 5699 w 6343"/>
                  <a:gd name="connsiteY1" fmla="*/ 5595 h 6345"/>
                  <a:gd name="connsiteX2" fmla="*/ 6628 w 6343"/>
                  <a:gd name="connsiteY2" fmla="*/ 3351 h 6345"/>
                  <a:gd name="connsiteX3" fmla="*/ 5699 w 6343"/>
                  <a:gd name="connsiteY3" fmla="*/ 1108 h 6345"/>
                  <a:gd name="connsiteX4" fmla="*/ 3456 w 6343"/>
                  <a:gd name="connsiteY4" fmla="*/ 179 h 6345"/>
                  <a:gd name="connsiteX5" fmla="*/ 1214 w 6343"/>
                  <a:gd name="connsiteY5" fmla="*/ 1108 h 6345"/>
                  <a:gd name="connsiteX6" fmla="*/ 285 w 6343"/>
                  <a:gd name="connsiteY6" fmla="*/ 3351 h 6345"/>
                  <a:gd name="connsiteX7" fmla="*/ 1214 w 6343"/>
                  <a:gd name="connsiteY7" fmla="*/ 5595 h 6345"/>
                  <a:gd name="connsiteX8" fmla="*/ 345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24"/>
                    </a:moveTo>
                    <a:cubicBezTo>
                      <a:pt x="4298" y="6524"/>
                      <a:pt x="5104" y="6190"/>
                      <a:pt x="5699" y="5595"/>
                    </a:cubicBezTo>
                    <a:cubicBezTo>
                      <a:pt x="6294" y="5000"/>
                      <a:pt x="6628" y="4193"/>
                      <a:pt x="6628" y="3351"/>
                    </a:cubicBezTo>
                    <a:cubicBezTo>
                      <a:pt x="6628" y="2510"/>
                      <a:pt x="6294" y="1703"/>
                      <a:pt x="5699" y="1108"/>
                    </a:cubicBezTo>
                    <a:cubicBezTo>
                      <a:pt x="5104" y="513"/>
                      <a:pt x="4298" y="179"/>
                      <a:pt x="3456" y="179"/>
                    </a:cubicBezTo>
                    <a:cubicBezTo>
                      <a:pt x="2615" y="179"/>
                      <a:pt x="1809" y="513"/>
                      <a:pt x="1214" y="1108"/>
                    </a:cubicBezTo>
                    <a:cubicBezTo>
                      <a:pt x="619" y="1703"/>
                      <a:pt x="285" y="2510"/>
                      <a:pt x="285" y="3351"/>
                    </a:cubicBezTo>
                    <a:cubicBezTo>
                      <a:pt x="285" y="4193"/>
                      <a:pt x="619" y="5000"/>
                      <a:pt x="1214" y="5595"/>
                    </a:cubicBezTo>
                    <a:cubicBezTo>
                      <a:pt x="1809" y="6190"/>
                      <a:pt x="2615" y="6524"/>
                      <a:pt x="345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82" name="Freeform: Shape 12681">
                <a:extLst>
                  <a:ext uri="{FF2B5EF4-FFF2-40B4-BE49-F238E27FC236}">
                    <a16:creationId xmlns:a16="http://schemas.microsoft.com/office/drawing/2014/main" id="{1E63CD84-F090-BFCE-6BD9-FAC112DA41B0}"/>
                  </a:ext>
                </a:extLst>
              </p:cNvPr>
              <p:cNvSpPr/>
              <p:nvPr/>
            </p:nvSpPr>
            <p:spPr>
              <a:xfrm>
                <a:off x="10017023" y="5746668"/>
                <a:ext cx="6343" cy="6345"/>
              </a:xfrm>
              <a:custGeom>
                <a:avLst/>
                <a:gdLst>
                  <a:gd name="connsiteX0" fmla="*/ 3456 w 6343"/>
                  <a:gd name="connsiteY0" fmla="*/ 6524 h 6345"/>
                  <a:gd name="connsiteX1" fmla="*/ 5699 w 6343"/>
                  <a:gd name="connsiteY1" fmla="*/ 5595 h 6345"/>
                  <a:gd name="connsiteX2" fmla="*/ 6628 w 6343"/>
                  <a:gd name="connsiteY2" fmla="*/ 3351 h 6345"/>
                  <a:gd name="connsiteX3" fmla="*/ 5699 w 6343"/>
                  <a:gd name="connsiteY3" fmla="*/ 1108 h 6345"/>
                  <a:gd name="connsiteX4" fmla="*/ 3456 w 6343"/>
                  <a:gd name="connsiteY4" fmla="*/ 179 h 6345"/>
                  <a:gd name="connsiteX5" fmla="*/ 1213 w 6343"/>
                  <a:gd name="connsiteY5" fmla="*/ 1108 h 6345"/>
                  <a:gd name="connsiteX6" fmla="*/ 284 w 6343"/>
                  <a:gd name="connsiteY6" fmla="*/ 3351 h 6345"/>
                  <a:gd name="connsiteX7" fmla="*/ 1213 w 6343"/>
                  <a:gd name="connsiteY7" fmla="*/ 5595 h 6345"/>
                  <a:gd name="connsiteX8" fmla="*/ 345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24"/>
                    </a:moveTo>
                    <a:cubicBezTo>
                      <a:pt x="4297" y="6524"/>
                      <a:pt x="5104" y="6190"/>
                      <a:pt x="5699" y="5595"/>
                    </a:cubicBezTo>
                    <a:cubicBezTo>
                      <a:pt x="6293" y="5000"/>
                      <a:pt x="6628" y="4193"/>
                      <a:pt x="6628" y="3351"/>
                    </a:cubicBezTo>
                    <a:cubicBezTo>
                      <a:pt x="6628" y="2510"/>
                      <a:pt x="6293" y="1703"/>
                      <a:pt x="5699" y="1108"/>
                    </a:cubicBezTo>
                    <a:cubicBezTo>
                      <a:pt x="5104" y="513"/>
                      <a:pt x="4297" y="179"/>
                      <a:pt x="3456" y="179"/>
                    </a:cubicBezTo>
                    <a:cubicBezTo>
                      <a:pt x="2615" y="179"/>
                      <a:pt x="1808" y="513"/>
                      <a:pt x="1213" y="1108"/>
                    </a:cubicBezTo>
                    <a:cubicBezTo>
                      <a:pt x="619" y="1703"/>
                      <a:pt x="284" y="2510"/>
                      <a:pt x="284" y="3351"/>
                    </a:cubicBezTo>
                    <a:cubicBezTo>
                      <a:pt x="284" y="4193"/>
                      <a:pt x="619" y="5000"/>
                      <a:pt x="1213" y="5595"/>
                    </a:cubicBezTo>
                    <a:cubicBezTo>
                      <a:pt x="1808" y="6190"/>
                      <a:pt x="2615" y="6524"/>
                      <a:pt x="345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83" name="Freeform: Shape 12682">
                <a:extLst>
                  <a:ext uri="{FF2B5EF4-FFF2-40B4-BE49-F238E27FC236}">
                    <a16:creationId xmlns:a16="http://schemas.microsoft.com/office/drawing/2014/main" id="{EBD763AB-41D7-9006-AD08-0B72EB2F9335}"/>
                  </a:ext>
                </a:extLst>
              </p:cNvPr>
              <p:cNvSpPr/>
              <p:nvPr/>
            </p:nvSpPr>
            <p:spPr>
              <a:xfrm>
                <a:off x="10014479" y="5750369"/>
                <a:ext cx="6343" cy="6345"/>
              </a:xfrm>
              <a:custGeom>
                <a:avLst/>
                <a:gdLst>
                  <a:gd name="connsiteX0" fmla="*/ 3456 w 6343"/>
                  <a:gd name="connsiteY0" fmla="*/ 6524 h 6345"/>
                  <a:gd name="connsiteX1" fmla="*/ 5698 w 6343"/>
                  <a:gd name="connsiteY1" fmla="*/ 5595 h 6345"/>
                  <a:gd name="connsiteX2" fmla="*/ 6627 w 6343"/>
                  <a:gd name="connsiteY2" fmla="*/ 3352 h 6345"/>
                  <a:gd name="connsiteX3" fmla="*/ 5698 w 6343"/>
                  <a:gd name="connsiteY3" fmla="*/ 1108 h 6345"/>
                  <a:gd name="connsiteX4" fmla="*/ 3456 w 6343"/>
                  <a:gd name="connsiteY4" fmla="*/ 179 h 6345"/>
                  <a:gd name="connsiteX5" fmla="*/ 1213 w 6343"/>
                  <a:gd name="connsiteY5" fmla="*/ 1108 h 6345"/>
                  <a:gd name="connsiteX6" fmla="*/ 284 w 6343"/>
                  <a:gd name="connsiteY6" fmla="*/ 3352 h 6345"/>
                  <a:gd name="connsiteX7" fmla="*/ 1213 w 6343"/>
                  <a:gd name="connsiteY7" fmla="*/ 5595 h 6345"/>
                  <a:gd name="connsiteX8" fmla="*/ 345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24"/>
                    </a:moveTo>
                    <a:cubicBezTo>
                      <a:pt x="4297" y="6524"/>
                      <a:pt x="5104" y="6190"/>
                      <a:pt x="5698" y="5595"/>
                    </a:cubicBezTo>
                    <a:cubicBezTo>
                      <a:pt x="6293" y="5000"/>
                      <a:pt x="6627" y="4193"/>
                      <a:pt x="6627" y="3352"/>
                    </a:cubicBezTo>
                    <a:cubicBezTo>
                      <a:pt x="6627" y="2510"/>
                      <a:pt x="6293" y="1703"/>
                      <a:pt x="5698" y="1108"/>
                    </a:cubicBezTo>
                    <a:cubicBezTo>
                      <a:pt x="5104" y="513"/>
                      <a:pt x="4297" y="179"/>
                      <a:pt x="3456" y="179"/>
                    </a:cubicBezTo>
                    <a:cubicBezTo>
                      <a:pt x="2615" y="179"/>
                      <a:pt x="1808" y="513"/>
                      <a:pt x="1213" y="1108"/>
                    </a:cubicBezTo>
                    <a:cubicBezTo>
                      <a:pt x="618" y="1703"/>
                      <a:pt x="284" y="2510"/>
                      <a:pt x="284" y="3352"/>
                    </a:cubicBezTo>
                    <a:cubicBezTo>
                      <a:pt x="284" y="4193"/>
                      <a:pt x="618" y="5000"/>
                      <a:pt x="1213" y="5595"/>
                    </a:cubicBezTo>
                    <a:cubicBezTo>
                      <a:pt x="1808" y="6190"/>
                      <a:pt x="2615" y="6524"/>
                      <a:pt x="345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84" name="Freeform: Shape 12683">
                <a:extLst>
                  <a:ext uri="{FF2B5EF4-FFF2-40B4-BE49-F238E27FC236}">
                    <a16:creationId xmlns:a16="http://schemas.microsoft.com/office/drawing/2014/main" id="{27488B12-ED54-2530-BBA4-D45453880D0F}"/>
                  </a:ext>
                </a:extLst>
              </p:cNvPr>
              <p:cNvSpPr/>
              <p:nvPr/>
            </p:nvSpPr>
            <p:spPr>
              <a:xfrm>
                <a:off x="10012492" y="5754527"/>
                <a:ext cx="6343" cy="6345"/>
              </a:xfrm>
              <a:custGeom>
                <a:avLst/>
                <a:gdLst>
                  <a:gd name="connsiteX0" fmla="*/ 3456 w 6343"/>
                  <a:gd name="connsiteY0" fmla="*/ 6525 h 6345"/>
                  <a:gd name="connsiteX1" fmla="*/ 5698 w 6343"/>
                  <a:gd name="connsiteY1" fmla="*/ 5595 h 6345"/>
                  <a:gd name="connsiteX2" fmla="*/ 6627 w 6343"/>
                  <a:gd name="connsiteY2" fmla="*/ 3352 h 6345"/>
                  <a:gd name="connsiteX3" fmla="*/ 5698 w 6343"/>
                  <a:gd name="connsiteY3" fmla="*/ 1109 h 6345"/>
                  <a:gd name="connsiteX4" fmla="*/ 3456 w 6343"/>
                  <a:gd name="connsiteY4" fmla="*/ 179 h 6345"/>
                  <a:gd name="connsiteX5" fmla="*/ 1213 w 6343"/>
                  <a:gd name="connsiteY5" fmla="*/ 1109 h 6345"/>
                  <a:gd name="connsiteX6" fmla="*/ 284 w 6343"/>
                  <a:gd name="connsiteY6" fmla="*/ 3352 h 6345"/>
                  <a:gd name="connsiteX7" fmla="*/ 1213 w 6343"/>
                  <a:gd name="connsiteY7" fmla="*/ 5595 h 6345"/>
                  <a:gd name="connsiteX8" fmla="*/ 3456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25"/>
                    </a:moveTo>
                    <a:cubicBezTo>
                      <a:pt x="4297" y="6525"/>
                      <a:pt x="5103" y="6190"/>
                      <a:pt x="5698" y="5595"/>
                    </a:cubicBezTo>
                    <a:cubicBezTo>
                      <a:pt x="6293" y="5000"/>
                      <a:pt x="6627" y="4193"/>
                      <a:pt x="6627" y="3352"/>
                    </a:cubicBezTo>
                    <a:cubicBezTo>
                      <a:pt x="6627" y="2511"/>
                      <a:pt x="6293" y="1703"/>
                      <a:pt x="5698" y="1109"/>
                    </a:cubicBezTo>
                    <a:cubicBezTo>
                      <a:pt x="5103" y="514"/>
                      <a:pt x="4297" y="179"/>
                      <a:pt x="3456" y="179"/>
                    </a:cubicBezTo>
                    <a:cubicBezTo>
                      <a:pt x="2614" y="179"/>
                      <a:pt x="1808" y="514"/>
                      <a:pt x="1213" y="1109"/>
                    </a:cubicBezTo>
                    <a:cubicBezTo>
                      <a:pt x="618" y="1703"/>
                      <a:pt x="284" y="2511"/>
                      <a:pt x="284" y="3352"/>
                    </a:cubicBezTo>
                    <a:cubicBezTo>
                      <a:pt x="284" y="4193"/>
                      <a:pt x="618" y="5000"/>
                      <a:pt x="1213" y="5595"/>
                    </a:cubicBezTo>
                    <a:cubicBezTo>
                      <a:pt x="1808" y="6190"/>
                      <a:pt x="2614" y="6525"/>
                      <a:pt x="3456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85" name="Freeform: Shape 12684">
                <a:extLst>
                  <a:ext uri="{FF2B5EF4-FFF2-40B4-BE49-F238E27FC236}">
                    <a16:creationId xmlns:a16="http://schemas.microsoft.com/office/drawing/2014/main" id="{EA0CC95B-739E-C175-D057-5D11EE6CFBC2}"/>
                  </a:ext>
                </a:extLst>
              </p:cNvPr>
              <p:cNvSpPr/>
              <p:nvPr/>
            </p:nvSpPr>
            <p:spPr>
              <a:xfrm>
                <a:off x="10012305" y="5760181"/>
                <a:ext cx="6343" cy="6345"/>
              </a:xfrm>
              <a:custGeom>
                <a:avLst/>
                <a:gdLst>
                  <a:gd name="connsiteX0" fmla="*/ 3456 w 6343"/>
                  <a:gd name="connsiteY0" fmla="*/ 6525 h 6345"/>
                  <a:gd name="connsiteX1" fmla="*/ 5698 w 6343"/>
                  <a:gd name="connsiteY1" fmla="*/ 5596 h 6345"/>
                  <a:gd name="connsiteX2" fmla="*/ 6627 w 6343"/>
                  <a:gd name="connsiteY2" fmla="*/ 3352 h 6345"/>
                  <a:gd name="connsiteX3" fmla="*/ 5698 w 6343"/>
                  <a:gd name="connsiteY3" fmla="*/ 1109 h 6345"/>
                  <a:gd name="connsiteX4" fmla="*/ 3456 w 6343"/>
                  <a:gd name="connsiteY4" fmla="*/ 180 h 6345"/>
                  <a:gd name="connsiteX5" fmla="*/ 1213 w 6343"/>
                  <a:gd name="connsiteY5" fmla="*/ 1109 h 6345"/>
                  <a:gd name="connsiteX6" fmla="*/ 284 w 6343"/>
                  <a:gd name="connsiteY6" fmla="*/ 3352 h 6345"/>
                  <a:gd name="connsiteX7" fmla="*/ 1213 w 6343"/>
                  <a:gd name="connsiteY7" fmla="*/ 5596 h 6345"/>
                  <a:gd name="connsiteX8" fmla="*/ 3456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6" y="6525"/>
                    </a:moveTo>
                    <a:cubicBezTo>
                      <a:pt x="4297" y="6525"/>
                      <a:pt x="5103" y="6191"/>
                      <a:pt x="5698" y="5596"/>
                    </a:cubicBezTo>
                    <a:cubicBezTo>
                      <a:pt x="6293" y="5001"/>
                      <a:pt x="6627" y="4194"/>
                      <a:pt x="6627" y="3352"/>
                    </a:cubicBezTo>
                    <a:cubicBezTo>
                      <a:pt x="6627" y="2511"/>
                      <a:pt x="6293" y="1704"/>
                      <a:pt x="5698" y="1109"/>
                    </a:cubicBezTo>
                    <a:cubicBezTo>
                      <a:pt x="5103" y="514"/>
                      <a:pt x="4297" y="180"/>
                      <a:pt x="3456" y="180"/>
                    </a:cubicBezTo>
                    <a:cubicBezTo>
                      <a:pt x="2614" y="180"/>
                      <a:pt x="1808" y="514"/>
                      <a:pt x="1213" y="1109"/>
                    </a:cubicBezTo>
                    <a:cubicBezTo>
                      <a:pt x="618" y="1704"/>
                      <a:pt x="284" y="2511"/>
                      <a:pt x="284" y="3352"/>
                    </a:cubicBezTo>
                    <a:cubicBezTo>
                      <a:pt x="284" y="4194"/>
                      <a:pt x="618" y="5001"/>
                      <a:pt x="1213" y="5596"/>
                    </a:cubicBezTo>
                    <a:cubicBezTo>
                      <a:pt x="1808" y="6191"/>
                      <a:pt x="2614" y="6525"/>
                      <a:pt x="3456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86" name="Freeform: Shape 12685">
                <a:extLst>
                  <a:ext uri="{FF2B5EF4-FFF2-40B4-BE49-F238E27FC236}">
                    <a16:creationId xmlns:a16="http://schemas.microsoft.com/office/drawing/2014/main" id="{931A7C3B-46F8-0FC9-4D9A-DE410B92A324}"/>
                  </a:ext>
                </a:extLst>
              </p:cNvPr>
              <p:cNvSpPr/>
              <p:nvPr/>
            </p:nvSpPr>
            <p:spPr>
              <a:xfrm>
                <a:off x="9986202" y="5779156"/>
                <a:ext cx="6343" cy="6345"/>
              </a:xfrm>
              <a:custGeom>
                <a:avLst/>
                <a:gdLst>
                  <a:gd name="connsiteX0" fmla="*/ 3454 w 6343"/>
                  <a:gd name="connsiteY0" fmla="*/ 6527 h 6345"/>
                  <a:gd name="connsiteX1" fmla="*/ 5696 w 6343"/>
                  <a:gd name="connsiteY1" fmla="*/ 5597 h 6345"/>
                  <a:gd name="connsiteX2" fmla="*/ 6625 w 6343"/>
                  <a:gd name="connsiteY2" fmla="*/ 3354 h 6345"/>
                  <a:gd name="connsiteX3" fmla="*/ 5696 w 6343"/>
                  <a:gd name="connsiteY3" fmla="*/ 1110 h 6345"/>
                  <a:gd name="connsiteX4" fmla="*/ 3454 w 6343"/>
                  <a:gd name="connsiteY4" fmla="*/ 181 h 6345"/>
                  <a:gd name="connsiteX5" fmla="*/ 1211 w 6343"/>
                  <a:gd name="connsiteY5" fmla="*/ 1110 h 6345"/>
                  <a:gd name="connsiteX6" fmla="*/ 282 w 6343"/>
                  <a:gd name="connsiteY6" fmla="*/ 3354 h 6345"/>
                  <a:gd name="connsiteX7" fmla="*/ 1211 w 6343"/>
                  <a:gd name="connsiteY7" fmla="*/ 5597 h 6345"/>
                  <a:gd name="connsiteX8" fmla="*/ 3454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4" y="6527"/>
                    </a:moveTo>
                    <a:cubicBezTo>
                      <a:pt x="4295" y="6527"/>
                      <a:pt x="5101" y="6192"/>
                      <a:pt x="5696" y="5597"/>
                    </a:cubicBezTo>
                    <a:cubicBezTo>
                      <a:pt x="6291" y="5002"/>
                      <a:pt x="6625" y="4195"/>
                      <a:pt x="6625" y="3354"/>
                    </a:cubicBezTo>
                    <a:cubicBezTo>
                      <a:pt x="6625" y="2513"/>
                      <a:pt x="6291" y="1705"/>
                      <a:pt x="5696" y="1110"/>
                    </a:cubicBezTo>
                    <a:cubicBezTo>
                      <a:pt x="5101" y="516"/>
                      <a:pt x="4295" y="181"/>
                      <a:pt x="3454" y="181"/>
                    </a:cubicBezTo>
                    <a:cubicBezTo>
                      <a:pt x="2612" y="181"/>
                      <a:pt x="1806" y="516"/>
                      <a:pt x="1211" y="1110"/>
                    </a:cubicBezTo>
                    <a:cubicBezTo>
                      <a:pt x="616" y="1705"/>
                      <a:pt x="282" y="2513"/>
                      <a:pt x="282" y="3354"/>
                    </a:cubicBezTo>
                    <a:cubicBezTo>
                      <a:pt x="282" y="4195"/>
                      <a:pt x="616" y="5002"/>
                      <a:pt x="1211" y="5597"/>
                    </a:cubicBezTo>
                    <a:cubicBezTo>
                      <a:pt x="1806" y="6192"/>
                      <a:pt x="2612" y="6527"/>
                      <a:pt x="3454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87" name="Freeform: Shape 12686">
                <a:extLst>
                  <a:ext uri="{FF2B5EF4-FFF2-40B4-BE49-F238E27FC236}">
                    <a16:creationId xmlns:a16="http://schemas.microsoft.com/office/drawing/2014/main" id="{A0B2B4AA-7720-3261-8688-49D71DA1BF05}"/>
                  </a:ext>
                </a:extLst>
              </p:cNvPr>
              <p:cNvSpPr/>
              <p:nvPr/>
            </p:nvSpPr>
            <p:spPr>
              <a:xfrm>
                <a:off x="9980769" y="5780255"/>
                <a:ext cx="6343" cy="6345"/>
              </a:xfrm>
              <a:custGeom>
                <a:avLst/>
                <a:gdLst>
                  <a:gd name="connsiteX0" fmla="*/ 3453 w 6343"/>
                  <a:gd name="connsiteY0" fmla="*/ 6527 h 6345"/>
                  <a:gd name="connsiteX1" fmla="*/ 5696 w 6343"/>
                  <a:gd name="connsiteY1" fmla="*/ 5597 h 6345"/>
                  <a:gd name="connsiteX2" fmla="*/ 6625 w 6343"/>
                  <a:gd name="connsiteY2" fmla="*/ 3354 h 6345"/>
                  <a:gd name="connsiteX3" fmla="*/ 5696 w 6343"/>
                  <a:gd name="connsiteY3" fmla="*/ 1111 h 6345"/>
                  <a:gd name="connsiteX4" fmla="*/ 3453 w 6343"/>
                  <a:gd name="connsiteY4" fmla="*/ 181 h 6345"/>
                  <a:gd name="connsiteX5" fmla="*/ 1210 w 6343"/>
                  <a:gd name="connsiteY5" fmla="*/ 1111 h 6345"/>
                  <a:gd name="connsiteX6" fmla="*/ 282 w 6343"/>
                  <a:gd name="connsiteY6" fmla="*/ 3354 h 6345"/>
                  <a:gd name="connsiteX7" fmla="*/ 1210 w 6343"/>
                  <a:gd name="connsiteY7" fmla="*/ 5597 h 6345"/>
                  <a:gd name="connsiteX8" fmla="*/ 3453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27"/>
                    </a:moveTo>
                    <a:cubicBezTo>
                      <a:pt x="4294" y="6527"/>
                      <a:pt x="5101" y="6192"/>
                      <a:pt x="5696" y="5597"/>
                    </a:cubicBezTo>
                    <a:cubicBezTo>
                      <a:pt x="6290" y="5002"/>
                      <a:pt x="6625" y="4195"/>
                      <a:pt x="6625" y="3354"/>
                    </a:cubicBezTo>
                    <a:cubicBezTo>
                      <a:pt x="6625" y="2513"/>
                      <a:pt x="6290" y="1706"/>
                      <a:pt x="5696" y="1111"/>
                    </a:cubicBezTo>
                    <a:cubicBezTo>
                      <a:pt x="5101" y="516"/>
                      <a:pt x="4294" y="181"/>
                      <a:pt x="3453" y="181"/>
                    </a:cubicBezTo>
                    <a:cubicBezTo>
                      <a:pt x="2612" y="181"/>
                      <a:pt x="1805" y="516"/>
                      <a:pt x="1210" y="1111"/>
                    </a:cubicBezTo>
                    <a:cubicBezTo>
                      <a:pt x="616" y="1706"/>
                      <a:pt x="282" y="2513"/>
                      <a:pt x="282" y="3354"/>
                    </a:cubicBezTo>
                    <a:cubicBezTo>
                      <a:pt x="282" y="4195"/>
                      <a:pt x="616" y="5002"/>
                      <a:pt x="1210" y="5597"/>
                    </a:cubicBezTo>
                    <a:cubicBezTo>
                      <a:pt x="1805" y="6192"/>
                      <a:pt x="2612" y="6527"/>
                      <a:pt x="3453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88" name="Freeform: Shape 12687">
                <a:extLst>
                  <a:ext uri="{FF2B5EF4-FFF2-40B4-BE49-F238E27FC236}">
                    <a16:creationId xmlns:a16="http://schemas.microsoft.com/office/drawing/2014/main" id="{01F41C5F-5FAB-9969-6FF7-1AB93C10E5E9}"/>
                  </a:ext>
                </a:extLst>
              </p:cNvPr>
              <p:cNvSpPr/>
              <p:nvPr/>
            </p:nvSpPr>
            <p:spPr>
              <a:xfrm>
                <a:off x="9974104" y="5780167"/>
                <a:ext cx="6343" cy="6345"/>
              </a:xfrm>
              <a:custGeom>
                <a:avLst/>
                <a:gdLst>
                  <a:gd name="connsiteX0" fmla="*/ 3453 w 6343"/>
                  <a:gd name="connsiteY0" fmla="*/ 6527 h 6345"/>
                  <a:gd name="connsiteX1" fmla="*/ 5695 w 6343"/>
                  <a:gd name="connsiteY1" fmla="*/ 5597 h 6345"/>
                  <a:gd name="connsiteX2" fmla="*/ 6624 w 6343"/>
                  <a:gd name="connsiteY2" fmla="*/ 3354 h 6345"/>
                  <a:gd name="connsiteX3" fmla="*/ 5695 w 6343"/>
                  <a:gd name="connsiteY3" fmla="*/ 1111 h 6345"/>
                  <a:gd name="connsiteX4" fmla="*/ 3453 w 6343"/>
                  <a:gd name="connsiteY4" fmla="*/ 181 h 6345"/>
                  <a:gd name="connsiteX5" fmla="*/ 1210 w 6343"/>
                  <a:gd name="connsiteY5" fmla="*/ 1111 h 6345"/>
                  <a:gd name="connsiteX6" fmla="*/ 281 w 6343"/>
                  <a:gd name="connsiteY6" fmla="*/ 3354 h 6345"/>
                  <a:gd name="connsiteX7" fmla="*/ 1210 w 6343"/>
                  <a:gd name="connsiteY7" fmla="*/ 5597 h 6345"/>
                  <a:gd name="connsiteX8" fmla="*/ 3453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3" y="6527"/>
                    </a:moveTo>
                    <a:cubicBezTo>
                      <a:pt x="4294" y="6527"/>
                      <a:pt x="5100" y="6192"/>
                      <a:pt x="5695" y="5597"/>
                    </a:cubicBezTo>
                    <a:cubicBezTo>
                      <a:pt x="6290" y="5002"/>
                      <a:pt x="6624" y="4195"/>
                      <a:pt x="6624" y="3354"/>
                    </a:cubicBezTo>
                    <a:cubicBezTo>
                      <a:pt x="6624" y="2513"/>
                      <a:pt x="6290" y="1706"/>
                      <a:pt x="5695" y="1111"/>
                    </a:cubicBezTo>
                    <a:cubicBezTo>
                      <a:pt x="5100" y="516"/>
                      <a:pt x="4294" y="181"/>
                      <a:pt x="3453" y="181"/>
                    </a:cubicBezTo>
                    <a:cubicBezTo>
                      <a:pt x="2611" y="181"/>
                      <a:pt x="1805" y="516"/>
                      <a:pt x="1210" y="1111"/>
                    </a:cubicBezTo>
                    <a:cubicBezTo>
                      <a:pt x="615" y="1706"/>
                      <a:pt x="281" y="2513"/>
                      <a:pt x="281" y="3354"/>
                    </a:cubicBezTo>
                    <a:cubicBezTo>
                      <a:pt x="281" y="4195"/>
                      <a:pt x="615" y="5002"/>
                      <a:pt x="1210" y="5597"/>
                    </a:cubicBezTo>
                    <a:cubicBezTo>
                      <a:pt x="1805" y="6192"/>
                      <a:pt x="2611" y="6527"/>
                      <a:pt x="3453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89" name="Freeform: Shape 12688">
                <a:extLst>
                  <a:ext uri="{FF2B5EF4-FFF2-40B4-BE49-F238E27FC236}">
                    <a16:creationId xmlns:a16="http://schemas.microsoft.com/office/drawing/2014/main" id="{9C31F749-7C23-A0B8-2F1B-0628A69FA4DB}"/>
                  </a:ext>
                </a:extLst>
              </p:cNvPr>
              <p:cNvSpPr/>
              <p:nvPr/>
            </p:nvSpPr>
            <p:spPr>
              <a:xfrm>
                <a:off x="9967780" y="5780312"/>
                <a:ext cx="6343" cy="6345"/>
              </a:xfrm>
              <a:custGeom>
                <a:avLst/>
                <a:gdLst>
                  <a:gd name="connsiteX0" fmla="*/ 3452 w 6343"/>
                  <a:gd name="connsiteY0" fmla="*/ 6527 h 6345"/>
                  <a:gd name="connsiteX1" fmla="*/ 5695 w 6343"/>
                  <a:gd name="connsiteY1" fmla="*/ 5597 h 6345"/>
                  <a:gd name="connsiteX2" fmla="*/ 6624 w 6343"/>
                  <a:gd name="connsiteY2" fmla="*/ 3354 h 6345"/>
                  <a:gd name="connsiteX3" fmla="*/ 5695 w 6343"/>
                  <a:gd name="connsiteY3" fmla="*/ 1111 h 6345"/>
                  <a:gd name="connsiteX4" fmla="*/ 3452 w 6343"/>
                  <a:gd name="connsiteY4" fmla="*/ 181 h 6345"/>
                  <a:gd name="connsiteX5" fmla="*/ 1209 w 6343"/>
                  <a:gd name="connsiteY5" fmla="*/ 1111 h 6345"/>
                  <a:gd name="connsiteX6" fmla="*/ 281 w 6343"/>
                  <a:gd name="connsiteY6" fmla="*/ 3354 h 6345"/>
                  <a:gd name="connsiteX7" fmla="*/ 1209 w 6343"/>
                  <a:gd name="connsiteY7" fmla="*/ 5597 h 6345"/>
                  <a:gd name="connsiteX8" fmla="*/ 3452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27"/>
                    </a:moveTo>
                    <a:cubicBezTo>
                      <a:pt x="4293" y="6527"/>
                      <a:pt x="5100" y="6192"/>
                      <a:pt x="5695" y="5597"/>
                    </a:cubicBezTo>
                    <a:cubicBezTo>
                      <a:pt x="6289" y="5002"/>
                      <a:pt x="6624" y="4195"/>
                      <a:pt x="6624" y="3354"/>
                    </a:cubicBezTo>
                    <a:cubicBezTo>
                      <a:pt x="6624" y="2513"/>
                      <a:pt x="6289" y="1706"/>
                      <a:pt x="5695" y="1111"/>
                    </a:cubicBezTo>
                    <a:cubicBezTo>
                      <a:pt x="5100" y="516"/>
                      <a:pt x="4293" y="181"/>
                      <a:pt x="3452" y="181"/>
                    </a:cubicBezTo>
                    <a:cubicBezTo>
                      <a:pt x="2611" y="181"/>
                      <a:pt x="1804" y="516"/>
                      <a:pt x="1209" y="1111"/>
                    </a:cubicBezTo>
                    <a:cubicBezTo>
                      <a:pt x="615" y="1706"/>
                      <a:pt x="281" y="2513"/>
                      <a:pt x="281" y="3354"/>
                    </a:cubicBezTo>
                    <a:cubicBezTo>
                      <a:pt x="281" y="4195"/>
                      <a:pt x="615" y="5002"/>
                      <a:pt x="1209" y="5597"/>
                    </a:cubicBezTo>
                    <a:cubicBezTo>
                      <a:pt x="1804" y="6192"/>
                      <a:pt x="2611" y="6527"/>
                      <a:pt x="3452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90" name="Freeform: Shape 12689">
                <a:extLst>
                  <a:ext uri="{FF2B5EF4-FFF2-40B4-BE49-F238E27FC236}">
                    <a16:creationId xmlns:a16="http://schemas.microsoft.com/office/drawing/2014/main" id="{409C387A-BA1F-8EC9-86A7-E24EC4F7DB39}"/>
                  </a:ext>
                </a:extLst>
              </p:cNvPr>
              <p:cNvSpPr/>
              <p:nvPr/>
            </p:nvSpPr>
            <p:spPr>
              <a:xfrm>
                <a:off x="9960747" y="5779715"/>
                <a:ext cx="6343" cy="6345"/>
              </a:xfrm>
              <a:custGeom>
                <a:avLst/>
                <a:gdLst>
                  <a:gd name="connsiteX0" fmla="*/ 3452 w 6343"/>
                  <a:gd name="connsiteY0" fmla="*/ 6527 h 6345"/>
                  <a:gd name="connsiteX1" fmla="*/ 5694 w 6343"/>
                  <a:gd name="connsiteY1" fmla="*/ 5597 h 6345"/>
                  <a:gd name="connsiteX2" fmla="*/ 6623 w 6343"/>
                  <a:gd name="connsiteY2" fmla="*/ 3354 h 6345"/>
                  <a:gd name="connsiteX3" fmla="*/ 5694 w 6343"/>
                  <a:gd name="connsiteY3" fmla="*/ 1111 h 6345"/>
                  <a:gd name="connsiteX4" fmla="*/ 3452 w 6343"/>
                  <a:gd name="connsiteY4" fmla="*/ 181 h 6345"/>
                  <a:gd name="connsiteX5" fmla="*/ 1209 w 6343"/>
                  <a:gd name="connsiteY5" fmla="*/ 1111 h 6345"/>
                  <a:gd name="connsiteX6" fmla="*/ 280 w 6343"/>
                  <a:gd name="connsiteY6" fmla="*/ 3354 h 6345"/>
                  <a:gd name="connsiteX7" fmla="*/ 1209 w 6343"/>
                  <a:gd name="connsiteY7" fmla="*/ 5597 h 6345"/>
                  <a:gd name="connsiteX8" fmla="*/ 3452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2" y="6527"/>
                    </a:moveTo>
                    <a:cubicBezTo>
                      <a:pt x="4293" y="6527"/>
                      <a:pt x="5099" y="6192"/>
                      <a:pt x="5694" y="5597"/>
                    </a:cubicBezTo>
                    <a:cubicBezTo>
                      <a:pt x="6289" y="5002"/>
                      <a:pt x="6623" y="4195"/>
                      <a:pt x="6623" y="3354"/>
                    </a:cubicBezTo>
                    <a:cubicBezTo>
                      <a:pt x="6623" y="2513"/>
                      <a:pt x="6289" y="1705"/>
                      <a:pt x="5694" y="1111"/>
                    </a:cubicBezTo>
                    <a:cubicBezTo>
                      <a:pt x="5099" y="516"/>
                      <a:pt x="4293" y="181"/>
                      <a:pt x="3452" y="181"/>
                    </a:cubicBezTo>
                    <a:cubicBezTo>
                      <a:pt x="2610" y="181"/>
                      <a:pt x="1804" y="516"/>
                      <a:pt x="1209" y="1111"/>
                    </a:cubicBezTo>
                    <a:cubicBezTo>
                      <a:pt x="614" y="1705"/>
                      <a:pt x="280" y="2513"/>
                      <a:pt x="280" y="3354"/>
                    </a:cubicBezTo>
                    <a:cubicBezTo>
                      <a:pt x="280" y="4195"/>
                      <a:pt x="614" y="5002"/>
                      <a:pt x="1209" y="5597"/>
                    </a:cubicBezTo>
                    <a:cubicBezTo>
                      <a:pt x="1804" y="6192"/>
                      <a:pt x="2610" y="6527"/>
                      <a:pt x="3452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91" name="Freeform: Shape 12690">
                <a:extLst>
                  <a:ext uri="{FF2B5EF4-FFF2-40B4-BE49-F238E27FC236}">
                    <a16:creationId xmlns:a16="http://schemas.microsoft.com/office/drawing/2014/main" id="{C18FA6E0-7D13-869E-1832-FF2BD6EF720E}"/>
                  </a:ext>
                </a:extLst>
              </p:cNvPr>
              <p:cNvSpPr/>
              <p:nvPr/>
            </p:nvSpPr>
            <p:spPr>
              <a:xfrm>
                <a:off x="9954825" y="5780082"/>
                <a:ext cx="6343" cy="6345"/>
              </a:xfrm>
              <a:custGeom>
                <a:avLst/>
                <a:gdLst>
                  <a:gd name="connsiteX0" fmla="*/ 3451 w 6343"/>
                  <a:gd name="connsiteY0" fmla="*/ 6527 h 6345"/>
                  <a:gd name="connsiteX1" fmla="*/ 5694 w 6343"/>
                  <a:gd name="connsiteY1" fmla="*/ 5597 h 6345"/>
                  <a:gd name="connsiteX2" fmla="*/ 6623 w 6343"/>
                  <a:gd name="connsiteY2" fmla="*/ 3354 h 6345"/>
                  <a:gd name="connsiteX3" fmla="*/ 5694 w 6343"/>
                  <a:gd name="connsiteY3" fmla="*/ 1111 h 6345"/>
                  <a:gd name="connsiteX4" fmla="*/ 3451 w 6343"/>
                  <a:gd name="connsiteY4" fmla="*/ 181 h 6345"/>
                  <a:gd name="connsiteX5" fmla="*/ 1208 w 6343"/>
                  <a:gd name="connsiteY5" fmla="*/ 1111 h 6345"/>
                  <a:gd name="connsiteX6" fmla="*/ 280 w 6343"/>
                  <a:gd name="connsiteY6" fmla="*/ 3354 h 6345"/>
                  <a:gd name="connsiteX7" fmla="*/ 1208 w 6343"/>
                  <a:gd name="connsiteY7" fmla="*/ 5597 h 6345"/>
                  <a:gd name="connsiteX8" fmla="*/ 3451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527"/>
                    </a:moveTo>
                    <a:cubicBezTo>
                      <a:pt x="4292" y="6527"/>
                      <a:pt x="5099" y="6192"/>
                      <a:pt x="5694" y="5597"/>
                    </a:cubicBezTo>
                    <a:cubicBezTo>
                      <a:pt x="6288" y="5002"/>
                      <a:pt x="6623" y="4195"/>
                      <a:pt x="6623" y="3354"/>
                    </a:cubicBezTo>
                    <a:cubicBezTo>
                      <a:pt x="6623" y="2513"/>
                      <a:pt x="6288" y="1706"/>
                      <a:pt x="5694" y="1111"/>
                    </a:cubicBezTo>
                    <a:cubicBezTo>
                      <a:pt x="5099" y="516"/>
                      <a:pt x="4292" y="181"/>
                      <a:pt x="3451" y="181"/>
                    </a:cubicBezTo>
                    <a:cubicBezTo>
                      <a:pt x="2610" y="181"/>
                      <a:pt x="1803" y="516"/>
                      <a:pt x="1208" y="1111"/>
                    </a:cubicBezTo>
                    <a:cubicBezTo>
                      <a:pt x="614" y="1706"/>
                      <a:pt x="280" y="2513"/>
                      <a:pt x="280" y="3354"/>
                    </a:cubicBezTo>
                    <a:cubicBezTo>
                      <a:pt x="280" y="4195"/>
                      <a:pt x="614" y="5002"/>
                      <a:pt x="1208" y="5597"/>
                    </a:cubicBezTo>
                    <a:cubicBezTo>
                      <a:pt x="1803" y="6192"/>
                      <a:pt x="2610" y="6527"/>
                      <a:pt x="3451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92" name="Freeform: Shape 12691">
                <a:extLst>
                  <a:ext uri="{FF2B5EF4-FFF2-40B4-BE49-F238E27FC236}">
                    <a16:creationId xmlns:a16="http://schemas.microsoft.com/office/drawing/2014/main" id="{2A3985E6-DF7D-AF1C-D97D-DA86FD3FC957}"/>
                  </a:ext>
                </a:extLst>
              </p:cNvPr>
              <p:cNvSpPr/>
              <p:nvPr/>
            </p:nvSpPr>
            <p:spPr>
              <a:xfrm>
                <a:off x="9948784" y="5780265"/>
                <a:ext cx="6343" cy="6345"/>
              </a:xfrm>
              <a:custGeom>
                <a:avLst/>
                <a:gdLst>
                  <a:gd name="connsiteX0" fmla="*/ 3451 w 6343"/>
                  <a:gd name="connsiteY0" fmla="*/ 6527 h 6345"/>
                  <a:gd name="connsiteX1" fmla="*/ 5693 w 6343"/>
                  <a:gd name="connsiteY1" fmla="*/ 5597 h 6345"/>
                  <a:gd name="connsiteX2" fmla="*/ 6622 w 6343"/>
                  <a:gd name="connsiteY2" fmla="*/ 3354 h 6345"/>
                  <a:gd name="connsiteX3" fmla="*/ 5693 w 6343"/>
                  <a:gd name="connsiteY3" fmla="*/ 1111 h 6345"/>
                  <a:gd name="connsiteX4" fmla="*/ 3451 w 6343"/>
                  <a:gd name="connsiteY4" fmla="*/ 181 h 6345"/>
                  <a:gd name="connsiteX5" fmla="*/ 1208 w 6343"/>
                  <a:gd name="connsiteY5" fmla="*/ 1111 h 6345"/>
                  <a:gd name="connsiteX6" fmla="*/ 279 w 6343"/>
                  <a:gd name="connsiteY6" fmla="*/ 3354 h 6345"/>
                  <a:gd name="connsiteX7" fmla="*/ 1208 w 6343"/>
                  <a:gd name="connsiteY7" fmla="*/ 5597 h 6345"/>
                  <a:gd name="connsiteX8" fmla="*/ 3451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1" y="6527"/>
                    </a:moveTo>
                    <a:cubicBezTo>
                      <a:pt x="4292" y="6527"/>
                      <a:pt x="5098" y="6192"/>
                      <a:pt x="5693" y="5597"/>
                    </a:cubicBezTo>
                    <a:cubicBezTo>
                      <a:pt x="6288" y="5002"/>
                      <a:pt x="6622" y="4195"/>
                      <a:pt x="6622" y="3354"/>
                    </a:cubicBezTo>
                    <a:cubicBezTo>
                      <a:pt x="6622" y="2513"/>
                      <a:pt x="6288" y="1706"/>
                      <a:pt x="5693" y="1111"/>
                    </a:cubicBezTo>
                    <a:cubicBezTo>
                      <a:pt x="5098" y="516"/>
                      <a:pt x="4292" y="181"/>
                      <a:pt x="3451" y="181"/>
                    </a:cubicBezTo>
                    <a:cubicBezTo>
                      <a:pt x="2609" y="181"/>
                      <a:pt x="1803" y="516"/>
                      <a:pt x="1208" y="1111"/>
                    </a:cubicBezTo>
                    <a:cubicBezTo>
                      <a:pt x="613" y="1706"/>
                      <a:pt x="279" y="2513"/>
                      <a:pt x="279" y="3354"/>
                    </a:cubicBezTo>
                    <a:cubicBezTo>
                      <a:pt x="279" y="4195"/>
                      <a:pt x="613" y="5002"/>
                      <a:pt x="1208" y="5597"/>
                    </a:cubicBezTo>
                    <a:cubicBezTo>
                      <a:pt x="1803" y="6192"/>
                      <a:pt x="2609" y="6527"/>
                      <a:pt x="3451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93" name="Freeform: Shape 12692">
                <a:extLst>
                  <a:ext uri="{FF2B5EF4-FFF2-40B4-BE49-F238E27FC236}">
                    <a16:creationId xmlns:a16="http://schemas.microsoft.com/office/drawing/2014/main" id="{A3B75930-F285-4A9C-0B44-9A12EFD6CAD0}"/>
                  </a:ext>
                </a:extLst>
              </p:cNvPr>
              <p:cNvSpPr/>
              <p:nvPr/>
            </p:nvSpPr>
            <p:spPr>
              <a:xfrm>
                <a:off x="9942670" y="5780305"/>
                <a:ext cx="6343" cy="6345"/>
              </a:xfrm>
              <a:custGeom>
                <a:avLst/>
                <a:gdLst>
                  <a:gd name="connsiteX0" fmla="*/ 3450 w 6343"/>
                  <a:gd name="connsiteY0" fmla="*/ 6527 h 6345"/>
                  <a:gd name="connsiteX1" fmla="*/ 5693 w 6343"/>
                  <a:gd name="connsiteY1" fmla="*/ 5597 h 6345"/>
                  <a:gd name="connsiteX2" fmla="*/ 6622 w 6343"/>
                  <a:gd name="connsiteY2" fmla="*/ 3354 h 6345"/>
                  <a:gd name="connsiteX3" fmla="*/ 5693 w 6343"/>
                  <a:gd name="connsiteY3" fmla="*/ 1111 h 6345"/>
                  <a:gd name="connsiteX4" fmla="*/ 3450 w 6343"/>
                  <a:gd name="connsiteY4" fmla="*/ 181 h 6345"/>
                  <a:gd name="connsiteX5" fmla="*/ 1207 w 6343"/>
                  <a:gd name="connsiteY5" fmla="*/ 1111 h 6345"/>
                  <a:gd name="connsiteX6" fmla="*/ 279 w 6343"/>
                  <a:gd name="connsiteY6" fmla="*/ 3354 h 6345"/>
                  <a:gd name="connsiteX7" fmla="*/ 1207 w 6343"/>
                  <a:gd name="connsiteY7" fmla="*/ 5597 h 6345"/>
                  <a:gd name="connsiteX8" fmla="*/ 3450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0" y="6527"/>
                    </a:moveTo>
                    <a:cubicBezTo>
                      <a:pt x="4291" y="6527"/>
                      <a:pt x="5098" y="6192"/>
                      <a:pt x="5693" y="5597"/>
                    </a:cubicBezTo>
                    <a:cubicBezTo>
                      <a:pt x="6287" y="5002"/>
                      <a:pt x="6622" y="4195"/>
                      <a:pt x="6622" y="3354"/>
                    </a:cubicBezTo>
                    <a:cubicBezTo>
                      <a:pt x="6622" y="2513"/>
                      <a:pt x="6287" y="1706"/>
                      <a:pt x="5693" y="1111"/>
                    </a:cubicBezTo>
                    <a:cubicBezTo>
                      <a:pt x="5098" y="516"/>
                      <a:pt x="4291" y="181"/>
                      <a:pt x="3450" y="181"/>
                    </a:cubicBezTo>
                    <a:cubicBezTo>
                      <a:pt x="2609" y="181"/>
                      <a:pt x="1802" y="516"/>
                      <a:pt x="1207" y="1111"/>
                    </a:cubicBezTo>
                    <a:cubicBezTo>
                      <a:pt x="613" y="1706"/>
                      <a:pt x="279" y="2513"/>
                      <a:pt x="279" y="3354"/>
                    </a:cubicBezTo>
                    <a:cubicBezTo>
                      <a:pt x="279" y="4195"/>
                      <a:pt x="613" y="5002"/>
                      <a:pt x="1207" y="5597"/>
                    </a:cubicBezTo>
                    <a:cubicBezTo>
                      <a:pt x="1802" y="6192"/>
                      <a:pt x="2609" y="6527"/>
                      <a:pt x="3450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94" name="Freeform: Shape 12693">
                <a:extLst>
                  <a:ext uri="{FF2B5EF4-FFF2-40B4-BE49-F238E27FC236}">
                    <a16:creationId xmlns:a16="http://schemas.microsoft.com/office/drawing/2014/main" id="{F9A5C77C-1A53-88BA-C98F-FAD5591FA791}"/>
                  </a:ext>
                </a:extLst>
              </p:cNvPr>
              <p:cNvSpPr/>
              <p:nvPr/>
            </p:nvSpPr>
            <p:spPr>
              <a:xfrm>
                <a:off x="9936309" y="5780025"/>
                <a:ext cx="6343" cy="6345"/>
              </a:xfrm>
              <a:custGeom>
                <a:avLst/>
                <a:gdLst>
                  <a:gd name="connsiteX0" fmla="*/ 3450 w 6343"/>
                  <a:gd name="connsiteY0" fmla="*/ 6527 h 6345"/>
                  <a:gd name="connsiteX1" fmla="*/ 5692 w 6343"/>
                  <a:gd name="connsiteY1" fmla="*/ 5597 h 6345"/>
                  <a:gd name="connsiteX2" fmla="*/ 6621 w 6343"/>
                  <a:gd name="connsiteY2" fmla="*/ 3354 h 6345"/>
                  <a:gd name="connsiteX3" fmla="*/ 5692 w 6343"/>
                  <a:gd name="connsiteY3" fmla="*/ 1111 h 6345"/>
                  <a:gd name="connsiteX4" fmla="*/ 3450 w 6343"/>
                  <a:gd name="connsiteY4" fmla="*/ 181 h 6345"/>
                  <a:gd name="connsiteX5" fmla="*/ 1207 w 6343"/>
                  <a:gd name="connsiteY5" fmla="*/ 1111 h 6345"/>
                  <a:gd name="connsiteX6" fmla="*/ 278 w 6343"/>
                  <a:gd name="connsiteY6" fmla="*/ 3354 h 6345"/>
                  <a:gd name="connsiteX7" fmla="*/ 1207 w 6343"/>
                  <a:gd name="connsiteY7" fmla="*/ 5597 h 6345"/>
                  <a:gd name="connsiteX8" fmla="*/ 3450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50" y="6527"/>
                    </a:moveTo>
                    <a:cubicBezTo>
                      <a:pt x="4291" y="6527"/>
                      <a:pt x="5097" y="6192"/>
                      <a:pt x="5692" y="5597"/>
                    </a:cubicBezTo>
                    <a:cubicBezTo>
                      <a:pt x="6287" y="5002"/>
                      <a:pt x="6621" y="4195"/>
                      <a:pt x="6621" y="3354"/>
                    </a:cubicBezTo>
                    <a:cubicBezTo>
                      <a:pt x="6621" y="2513"/>
                      <a:pt x="6287" y="1706"/>
                      <a:pt x="5692" y="1111"/>
                    </a:cubicBezTo>
                    <a:cubicBezTo>
                      <a:pt x="5097" y="516"/>
                      <a:pt x="4291" y="181"/>
                      <a:pt x="3450" y="181"/>
                    </a:cubicBezTo>
                    <a:cubicBezTo>
                      <a:pt x="2608" y="181"/>
                      <a:pt x="1802" y="516"/>
                      <a:pt x="1207" y="1111"/>
                    </a:cubicBezTo>
                    <a:cubicBezTo>
                      <a:pt x="612" y="1706"/>
                      <a:pt x="278" y="2513"/>
                      <a:pt x="278" y="3354"/>
                    </a:cubicBezTo>
                    <a:cubicBezTo>
                      <a:pt x="278" y="4195"/>
                      <a:pt x="612" y="5002"/>
                      <a:pt x="1207" y="5597"/>
                    </a:cubicBezTo>
                    <a:cubicBezTo>
                      <a:pt x="1802" y="6192"/>
                      <a:pt x="2608" y="6527"/>
                      <a:pt x="3450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95" name="Freeform: Shape 12694">
                <a:extLst>
                  <a:ext uri="{FF2B5EF4-FFF2-40B4-BE49-F238E27FC236}">
                    <a16:creationId xmlns:a16="http://schemas.microsoft.com/office/drawing/2014/main" id="{2D69AC2A-2F3A-EEAF-E0C6-579B4D680875}"/>
                  </a:ext>
                </a:extLst>
              </p:cNvPr>
              <p:cNvSpPr/>
              <p:nvPr/>
            </p:nvSpPr>
            <p:spPr>
              <a:xfrm>
                <a:off x="9931777" y="5781493"/>
                <a:ext cx="6343" cy="6345"/>
              </a:xfrm>
              <a:custGeom>
                <a:avLst/>
                <a:gdLst>
                  <a:gd name="connsiteX0" fmla="*/ 3449 w 6343"/>
                  <a:gd name="connsiteY0" fmla="*/ 6527 h 6345"/>
                  <a:gd name="connsiteX1" fmla="*/ 5692 w 6343"/>
                  <a:gd name="connsiteY1" fmla="*/ 5598 h 6345"/>
                  <a:gd name="connsiteX2" fmla="*/ 6621 w 6343"/>
                  <a:gd name="connsiteY2" fmla="*/ 3354 h 6345"/>
                  <a:gd name="connsiteX3" fmla="*/ 5692 w 6343"/>
                  <a:gd name="connsiteY3" fmla="*/ 1111 h 6345"/>
                  <a:gd name="connsiteX4" fmla="*/ 3449 w 6343"/>
                  <a:gd name="connsiteY4" fmla="*/ 181 h 6345"/>
                  <a:gd name="connsiteX5" fmla="*/ 1207 w 6343"/>
                  <a:gd name="connsiteY5" fmla="*/ 1111 h 6345"/>
                  <a:gd name="connsiteX6" fmla="*/ 278 w 6343"/>
                  <a:gd name="connsiteY6" fmla="*/ 3354 h 6345"/>
                  <a:gd name="connsiteX7" fmla="*/ 1207 w 6343"/>
                  <a:gd name="connsiteY7" fmla="*/ 5598 h 6345"/>
                  <a:gd name="connsiteX8" fmla="*/ 3449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9" y="6527"/>
                    </a:moveTo>
                    <a:cubicBezTo>
                      <a:pt x="4290" y="6527"/>
                      <a:pt x="5097" y="6193"/>
                      <a:pt x="5692" y="5598"/>
                    </a:cubicBezTo>
                    <a:cubicBezTo>
                      <a:pt x="6287" y="5003"/>
                      <a:pt x="6621" y="4196"/>
                      <a:pt x="6621" y="3354"/>
                    </a:cubicBezTo>
                    <a:cubicBezTo>
                      <a:pt x="6621" y="2513"/>
                      <a:pt x="6287" y="1706"/>
                      <a:pt x="5692" y="1111"/>
                    </a:cubicBezTo>
                    <a:cubicBezTo>
                      <a:pt x="5097" y="516"/>
                      <a:pt x="4290" y="181"/>
                      <a:pt x="3449" y="181"/>
                    </a:cubicBezTo>
                    <a:cubicBezTo>
                      <a:pt x="2608" y="181"/>
                      <a:pt x="1801" y="516"/>
                      <a:pt x="1207" y="1111"/>
                    </a:cubicBezTo>
                    <a:cubicBezTo>
                      <a:pt x="612" y="1706"/>
                      <a:pt x="278" y="2513"/>
                      <a:pt x="278" y="3354"/>
                    </a:cubicBezTo>
                    <a:cubicBezTo>
                      <a:pt x="278" y="4196"/>
                      <a:pt x="612" y="5003"/>
                      <a:pt x="1207" y="5598"/>
                    </a:cubicBezTo>
                    <a:cubicBezTo>
                      <a:pt x="1801" y="6193"/>
                      <a:pt x="2608" y="6527"/>
                      <a:pt x="3449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96" name="Freeform: Shape 12695">
                <a:extLst>
                  <a:ext uri="{FF2B5EF4-FFF2-40B4-BE49-F238E27FC236}">
                    <a16:creationId xmlns:a16="http://schemas.microsoft.com/office/drawing/2014/main" id="{17D1E888-2004-8465-8CDC-55B565056F0F}"/>
                  </a:ext>
                </a:extLst>
              </p:cNvPr>
              <p:cNvSpPr/>
              <p:nvPr/>
            </p:nvSpPr>
            <p:spPr>
              <a:xfrm>
                <a:off x="9887533" y="5742704"/>
                <a:ext cx="6343" cy="6345"/>
              </a:xfrm>
              <a:custGeom>
                <a:avLst/>
                <a:gdLst>
                  <a:gd name="connsiteX0" fmla="*/ 3446 w 6343"/>
                  <a:gd name="connsiteY0" fmla="*/ 6524 h 6345"/>
                  <a:gd name="connsiteX1" fmla="*/ 5688 w 6343"/>
                  <a:gd name="connsiteY1" fmla="*/ 5594 h 6345"/>
                  <a:gd name="connsiteX2" fmla="*/ 6617 w 6343"/>
                  <a:gd name="connsiteY2" fmla="*/ 3351 h 6345"/>
                  <a:gd name="connsiteX3" fmla="*/ 5688 w 6343"/>
                  <a:gd name="connsiteY3" fmla="*/ 1108 h 6345"/>
                  <a:gd name="connsiteX4" fmla="*/ 3446 w 6343"/>
                  <a:gd name="connsiteY4" fmla="*/ 178 h 6345"/>
                  <a:gd name="connsiteX5" fmla="*/ 1203 w 6343"/>
                  <a:gd name="connsiteY5" fmla="*/ 1108 h 6345"/>
                  <a:gd name="connsiteX6" fmla="*/ 274 w 6343"/>
                  <a:gd name="connsiteY6" fmla="*/ 3351 h 6345"/>
                  <a:gd name="connsiteX7" fmla="*/ 1203 w 6343"/>
                  <a:gd name="connsiteY7" fmla="*/ 5594 h 6345"/>
                  <a:gd name="connsiteX8" fmla="*/ 3446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24"/>
                    </a:moveTo>
                    <a:cubicBezTo>
                      <a:pt x="4287" y="6524"/>
                      <a:pt x="5094" y="6189"/>
                      <a:pt x="5688" y="5594"/>
                    </a:cubicBezTo>
                    <a:cubicBezTo>
                      <a:pt x="6283" y="5000"/>
                      <a:pt x="6617" y="4192"/>
                      <a:pt x="6617" y="3351"/>
                    </a:cubicBezTo>
                    <a:cubicBezTo>
                      <a:pt x="6617" y="2510"/>
                      <a:pt x="6283" y="1703"/>
                      <a:pt x="5688" y="1108"/>
                    </a:cubicBezTo>
                    <a:cubicBezTo>
                      <a:pt x="5094" y="513"/>
                      <a:pt x="4287" y="178"/>
                      <a:pt x="3446" y="178"/>
                    </a:cubicBezTo>
                    <a:cubicBezTo>
                      <a:pt x="2605" y="178"/>
                      <a:pt x="1798" y="513"/>
                      <a:pt x="1203" y="1108"/>
                    </a:cubicBezTo>
                    <a:cubicBezTo>
                      <a:pt x="608" y="1703"/>
                      <a:pt x="274" y="2510"/>
                      <a:pt x="274" y="3351"/>
                    </a:cubicBezTo>
                    <a:cubicBezTo>
                      <a:pt x="274" y="4192"/>
                      <a:pt x="608" y="5000"/>
                      <a:pt x="1203" y="5594"/>
                    </a:cubicBezTo>
                    <a:cubicBezTo>
                      <a:pt x="1798" y="6189"/>
                      <a:pt x="2605" y="6524"/>
                      <a:pt x="3446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97" name="Freeform: Shape 12696">
                <a:extLst>
                  <a:ext uri="{FF2B5EF4-FFF2-40B4-BE49-F238E27FC236}">
                    <a16:creationId xmlns:a16="http://schemas.microsoft.com/office/drawing/2014/main" id="{8CD151F9-1178-C1EF-C821-32A5BE099D49}"/>
                  </a:ext>
                </a:extLst>
              </p:cNvPr>
              <p:cNvSpPr/>
              <p:nvPr/>
            </p:nvSpPr>
            <p:spPr>
              <a:xfrm>
                <a:off x="9883685" y="5744301"/>
                <a:ext cx="6343" cy="6345"/>
              </a:xfrm>
              <a:custGeom>
                <a:avLst/>
                <a:gdLst>
                  <a:gd name="connsiteX0" fmla="*/ 3445 w 6343"/>
                  <a:gd name="connsiteY0" fmla="*/ 6524 h 6345"/>
                  <a:gd name="connsiteX1" fmla="*/ 5688 w 6343"/>
                  <a:gd name="connsiteY1" fmla="*/ 5595 h 6345"/>
                  <a:gd name="connsiteX2" fmla="*/ 6617 w 6343"/>
                  <a:gd name="connsiteY2" fmla="*/ 3351 h 6345"/>
                  <a:gd name="connsiteX3" fmla="*/ 5688 w 6343"/>
                  <a:gd name="connsiteY3" fmla="*/ 1108 h 6345"/>
                  <a:gd name="connsiteX4" fmla="*/ 3445 w 6343"/>
                  <a:gd name="connsiteY4" fmla="*/ 178 h 6345"/>
                  <a:gd name="connsiteX5" fmla="*/ 1203 w 6343"/>
                  <a:gd name="connsiteY5" fmla="*/ 1108 h 6345"/>
                  <a:gd name="connsiteX6" fmla="*/ 274 w 6343"/>
                  <a:gd name="connsiteY6" fmla="*/ 3351 h 6345"/>
                  <a:gd name="connsiteX7" fmla="*/ 1203 w 6343"/>
                  <a:gd name="connsiteY7" fmla="*/ 5595 h 6345"/>
                  <a:gd name="connsiteX8" fmla="*/ 3445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5" y="6524"/>
                    </a:moveTo>
                    <a:cubicBezTo>
                      <a:pt x="4287" y="6524"/>
                      <a:pt x="5093" y="6190"/>
                      <a:pt x="5688" y="5595"/>
                    </a:cubicBezTo>
                    <a:cubicBezTo>
                      <a:pt x="6283" y="5000"/>
                      <a:pt x="6617" y="4193"/>
                      <a:pt x="6617" y="3351"/>
                    </a:cubicBezTo>
                    <a:cubicBezTo>
                      <a:pt x="6617" y="2510"/>
                      <a:pt x="6283" y="1703"/>
                      <a:pt x="5688" y="1108"/>
                    </a:cubicBezTo>
                    <a:cubicBezTo>
                      <a:pt x="5093" y="513"/>
                      <a:pt x="4287" y="178"/>
                      <a:pt x="3445" y="178"/>
                    </a:cubicBezTo>
                    <a:cubicBezTo>
                      <a:pt x="2604" y="178"/>
                      <a:pt x="1798" y="513"/>
                      <a:pt x="1203" y="1108"/>
                    </a:cubicBezTo>
                    <a:cubicBezTo>
                      <a:pt x="608" y="1703"/>
                      <a:pt x="274" y="2510"/>
                      <a:pt x="274" y="3351"/>
                    </a:cubicBezTo>
                    <a:cubicBezTo>
                      <a:pt x="274" y="4193"/>
                      <a:pt x="608" y="5000"/>
                      <a:pt x="1203" y="5595"/>
                    </a:cubicBezTo>
                    <a:cubicBezTo>
                      <a:pt x="1798" y="6190"/>
                      <a:pt x="2604" y="6524"/>
                      <a:pt x="3445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98" name="Freeform: Shape 12697">
                <a:extLst>
                  <a:ext uri="{FF2B5EF4-FFF2-40B4-BE49-F238E27FC236}">
                    <a16:creationId xmlns:a16="http://schemas.microsoft.com/office/drawing/2014/main" id="{7EB2A0A8-25F8-B7C0-A541-3C454A0B9196}"/>
                  </a:ext>
                </a:extLst>
              </p:cNvPr>
              <p:cNvSpPr/>
              <p:nvPr/>
            </p:nvSpPr>
            <p:spPr>
              <a:xfrm>
                <a:off x="9911742" y="5778986"/>
                <a:ext cx="6343" cy="6345"/>
              </a:xfrm>
              <a:custGeom>
                <a:avLst/>
                <a:gdLst>
                  <a:gd name="connsiteX0" fmla="*/ 3448 w 6343"/>
                  <a:gd name="connsiteY0" fmla="*/ 6527 h 6345"/>
                  <a:gd name="connsiteX1" fmla="*/ 5690 w 6343"/>
                  <a:gd name="connsiteY1" fmla="*/ 5597 h 6345"/>
                  <a:gd name="connsiteX2" fmla="*/ 6619 w 6343"/>
                  <a:gd name="connsiteY2" fmla="*/ 3354 h 6345"/>
                  <a:gd name="connsiteX3" fmla="*/ 5690 w 6343"/>
                  <a:gd name="connsiteY3" fmla="*/ 1110 h 6345"/>
                  <a:gd name="connsiteX4" fmla="*/ 3448 w 6343"/>
                  <a:gd name="connsiteY4" fmla="*/ 181 h 6345"/>
                  <a:gd name="connsiteX5" fmla="*/ 1205 w 6343"/>
                  <a:gd name="connsiteY5" fmla="*/ 1110 h 6345"/>
                  <a:gd name="connsiteX6" fmla="*/ 276 w 6343"/>
                  <a:gd name="connsiteY6" fmla="*/ 3354 h 6345"/>
                  <a:gd name="connsiteX7" fmla="*/ 1205 w 6343"/>
                  <a:gd name="connsiteY7" fmla="*/ 5597 h 6345"/>
                  <a:gd name="connsiteX8" fmla="*/ 3448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8" y="6527"/>
                    </a:moveTo>
                    <a:cubicBezTo>
                      <a:pt x="4289" y="6527"/>
                      <a:pt x="5096" y="6192"/>
                      <a:pt x="5690" y="5597"/>
                    </a:cubicBezTo>
                    <a:cubicBezTo>
                      <a:pt x="6285" y="5002"/>
                      <a:pt x="6619" y="4195"/>
                      <a:pt x="6619" y="3354"/>
                    </a:cubicBezTo>
                    <a:cubicBezTo>
                      <a:pt x="6619" y="2512"/>
                      <a:pt x="6285" y="1705"/>
                      <a:pt x="5690" y="1110"/>
                    </a:cubicBezTo>
                    <a:cubicBezTo>
                      <a:pt x="5096" y="515"/>
                      <a:pt x="4289" y="181"/>
                      <a:pt x="3448" y="181"/>
                    </a:cubicBezTo>
                    <a:cubicBezTo>
                      <a:pt x="2607" y="181"/>
                      <a:pt x="1800" y="515"/>
                      <a:pt x="1205" y="1110"/>
                    </a:cubicBezTo>
                    <a:cubicBezTo>
                      <a:pt x="610" y="1705"/>
                      <a:pt x="276" y="2512"/>
                      <a:pt x="276" y="3354"/>
                    </a:cubicBezTo>
                    <a:cubicBezTo>
                      <a:pt x="276" y="4195"/>
                      <a:pt x="610" y="5002"/>
                      <a:pt x="1205" y="5597"/>
                    </a:cubicBezTo>
                    <a:cubicBezTo>
                      <a:pt x="1800" y="6192"/>
                      <a:pt x="2607" y="6527"/>
                      <a:pt x="3448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699" name="Freeform: Shape 12698">
                <a:extLst>
                  <a:ext uri="{FF2B5EF4-FFF2-40B4-BE49-F238E27FC236}">
                    <a16:creationId xmlns:a16="http://schemas.microsoft.com/office/drawing/2014/main" id="{741859E9-EF45-35FF-1A5F-FB010B50C8FA}"/>
                  </a:ext>
                </a:extLst>
              </p:cNvPr>
              <p:cNvSpPr/>
              <p:nvPr/>
            </p:nvSpPr>
            <p:spPr>
              <a:xfrm>
                <a:off x="9907642" y="5780672"/>
                <a:ext cx="6343" cy="6345"/>
              </a:xfrm>
              <a:custGeom>
                <a:avLst/>
                <a:gdLst>
                  <a:gd name="connsiteX0" fmla="*/ 3447 w 6343"/>
                  <a:gd name="connsiteY0" fmla="*/ 6527 h 6345"/>
                  <a:gd name="connsiteX1" fmla="*/ 5690 w 6343"/>
                  <a:gd name="connsiteY1" fmla="*/ 5597 h 6345"/>
                  <a:gd name="connsiteX2" fmla="*/ 6619 w 6343"/>
                  <a:gd name="connsiteY2" fmla="*/ 3354 h 6345"/>
                  <a:gd name="connsiteX3" fmla="*/ 5690 w 6343"/>
                  <a:gd name="connsiteY3" fmla="*/ 1111 h 6345"/>
                  <a:gd name="connsiteX4" fmla="*/ 3447 w 6343"/>
                  <a:gd name="connsiteY4" fmla="*/ 181 h 6345"/>
                  <a:gd name="connsiteX5" fmla="*/ 1205 w 6343"/>
                  <a:gd name="connsiteY5" fmla="*/ 1111 h 6345"/>
                  <a:gd name="connsiteX6" fmla="*/ 276 w 6343"/>
                  <a:gd name="connsiteY6" fmla="*/ 3354 h 6345"/>
                  <a:gd name="connsiteX7" fmla="*/ 1205 w 6343"/>
                  <a:gd name="connsiteY7" fmla="*/ 5597 h 6345"/>
                  <a:gd name="connsiteX8" fmla="*/ 3447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27"/>
                    </a:moveTo>
                    <a:cubicBezTo>
                      <a:pt x="4288" y="6527"/>
                      <a:pt x="5095" y="6192"/>
                      <a:pt x="5690" y="5597"/>
                    </a:cubicBezTo>
                    <a:cubicBezTo>
                      <a:pt x="6285" y="5003"/>
                      <a:pt x="6619" y="4195"/>
                      <a:pt x="6619" y="3354"/>
                    </a:cubicBezTo>
                    <a:cubicBezTo>
                      <a:pt x="6619" y="2513"/>
                      <a:pt x="6285" y="1706"/>
                      <a:pt x="5690" y="1111"/>
                    </a:cubicBezTo>
                    <a:cubicBezTo>
                      <a:pt x="5095" y="516"/>
                      <a:pt x="4288" y="181"/>
                      <a:pt x="3447" y="181"/>
                    </a:cubicBezTo>
                    <a:cubicBezTo>
                      <a:pt x="2606" y="181"/>
                      <a:pt x="1799" y="516"/>
                      <a:pt x="1205" y="1111"/>
                    </a:cubicBezTo>
                    <a:cubicBezTo>
                      <a:pt x="610" y="1706"/>
                      <a:pt x="276" y="2513"/>
                      <a:pt x="276" y="3354"/>
                    </a:cubicBezTo>
                    <a:cubicBezTo>
                      <a:pt x="276" y="4195"/>
                      <a:pt x="610" y="5003"/>
                      <a:pt x="1205" y="5597"/>
                    </a:cubicBezTo>
                    <a:cubicBezTo>
                      <a:pt x="1799" y="6192"/>
                      <a:pt x="2606" y="6527"/>
                      <a:pt x="3447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00" name="Freeform: Shape 12699">
                <a:extLst>
                  <a:ext uri="{FF2B5EF4-FFF2-40B4-BE49-F238E27FC236}">
                    <a16:creationId xmlns:a16="http://schemas.microsoft.com/office/drawing/2014/main" id="{B06F6070-3C47-2475-1EC0-6C9165E24958}"/>
                  </a:ext>
                </a:extLst>
              </p:cNvPr>
              <p:cNvSpPr/>
              <p:nvPr/>
            </p:nvSpPr>
            <p:spPr>
              <a:xfrm>
                <a:off x="9900807" y="5779420"/>
                <a:ext cx="6343" cy="6345"/>
              </a:xfrm>
              <a:custGeom>
                <a:avLst/>
                <a:gdLst>
                  <a:gd name="connsiteX0" fmla="*/ 3447 w 6343"/>
                  <a:gd name="connsiteY0" fmla="*/ 6527 h 6345"/>
                  <a:gd name="connsiteX1" fmla="*/ 5689 w 6343"/>
                  <a:gd name="connsiteY1" fmla="*/ 5597 h 6345"/>
                  <a:gd name="connsiteX2" fmla="*/ 6618 w 6343"/>
                  <a:gd name="connsiteY2" fmla="*/ 3354 h 6345"/>
                  <a:gd name="connsiteX3" fmla="*/ 5689 w 6343"/>
                  <a:gd name="connsiteY3" fmla="*/ 1110 h 6345"/>
                  <a:gd name="connsiteX4" fmla="*/ 3447 w 6343"/>
                  <a:gd name="connsiteY4" fmla="*/ 181 h 6345"/>
                  <a:gd name="connsiteX5" fmla="*/ 1204 w 6343"/>
                  <a:gd name="connsiteY5" fmla="*/ 1110 h 6345"/>
                  <a:gd name="connsiteX6" fmla="*/ 275 w 6343"/>
                  <a:gd name="connsiteY6" fmla="*/ 3354 h 6345"/>
                  <a:gd name="connsiteX7" fmla="*/ 1204 w 6343"/>
                  <a:gd name="connsiteY7" fmla="*/ 5597 h 6345"/>
                  <a:gd name="connsiteX8" fmla="*/ 3447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7" y="6527"/>
                    </a:moveTo>
                    <a:cubicBezTo>
                      <a:pt x="4288" y="6527"/>
                      <a:pt x="5095" y="6192"/>
                      <a:pt x="5689" y="5597"/>
                    </a:cubicBezTo>
                    <a:cubicBezTo>
                      <a:pt x="6284" y="5002"/>
                      <a:pt x="6618" y="4195"/>
                      <a:pt x="6618" y="3354"/>
                    </a:cubicBezTo>
                    <a:cubicBezTo>
                      <a:pt x="6618" y="2513"/>
                      <a:pt x="6284" y="1705"/>
                      <a:pt x="5689" y="1110"/>
                    </a:cubicBezTo>
                    <a:cubicBezTo>
                      <a:pt x="5095" y="516"/>
                      <a:pt x="4288" y="181"/>
                      <a:pt x="3447" y="181"/>
                    </a:cubicBezTo>
                    <a:cubicBezTo>
                      <a:pt x="2606" y="181"/>
                      <a:pt x="1799" y="516"/>
                      <a:pt x="1204" y="1110"/>
                    </a:cubicBezTo>
                    <a:cubicBezTo>
                      <a:pt x="609" y="1705"/>
                      <a:pt x="275" y="2513"/>
                      <a:pt x="275" y="3354"/>
                    </a:cubicBezTo>
                    <a:cubicBezTo>
                      <a:pt x="275" y="4195"/>
                      <a:pt x="609" y="5002"/>
                      <a:pt x="1204" y="5597"/>
                    </a:cubicBezTo>
                    <a:cubicBezTo>
                      <a:pt x="1799" y="6192"/>
                      <a:pt x="2606" y="6527"/>
                      <a:pt x="3447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01" name="Freeform: Shape 12700">
                <a:extLst>
                  <a:ext uri="{FF2B5EF4-FFF2-40B4-BE49-F238E27FC236}">
                    <a16:creationId xmlns:a16="http://schemas.microsoft.com/office/drawing/2014/main" id="{D4DD1877-8FF6-31F1-C4F2-2A6801ED9F42}"/>
                  </a:ext>
                </a:extLst>
              </p:cNvPr>
              <p:cNvSpPr/>
              <p:nvPr/>
            </p:nvSpPr>
            <p:spPr>
              <a:xfrm>
                <a:off x="9895234" y="5779427"/>
                <a:ext cx="6343" cy="6345"/>
              </a:xfrm>
              <a:custGeom>
                <a:avLst/>
                <a:gdLst>
                  <a:gd name="connsiteX0" fmla="*/ 3446 w 6343"/>
                  <a:gd name="connsiteY0" fmla="*/ 6527 h 6345"/>
                  <a:gd name="connsiteX1" fmla="*/ 5689 w 6343"/>
                  <a:gd name="connsiteY1" fmla="*/ 5597 h 6345"/>
                  <a:gd name="connsiteX2" fmla="*/ 6618 w 6343"/>
                  <a:gd name="connsiteY2" fmla="*/ 3354 h 6345"/>
                  <a:gd name="connsiteX3" fmla="*/ 5689 w 6343"/>
                  <a:gd name="connsiteY3" fmla="*/ 1110 h 6345"/>
                  <a:gd name="connsiteX4" fmla="*/ 3446 w 6343"/>
                  <a:gd name="connsiteY4" fmla="*/ 181 h 6345"/>
                  <a:gd name="connsiteX5" fmla="*/ 1204 w 6343"/>
                  <a:gd name="connsiteY5" fmla="*/ 1110 h 6345"/>
                  <a:gd name="connsiteX6" fmla="*/ 275 w 6343"/>
                  <a:gd name="connsiteY6" fmla="*/ 3354 h 6345"/>
                  <a:gd name="connsiteX7" fmla="*/ 1204 w 6343"/>
                  <a:gd name="connsiteY7" fmla="*/ 5597 h 6345"/>
                  <a:gd name="connsiteX8" fmla="*/ 3446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27"/>
                    </a:moveTo>
                    <a:cubicBezTo>
                      <a:pt x="4287" y="6527"/>
                      <a:pt x="5094" y="6192"/>
                      <a:pt x="5689" y="5597"/>
                    </a:cubicBezTo>
                    <a:cubicBezTo>
                      <a:pt x="6284" y="5002"/>
                      <a:pt x="6618" y="4195"/>
                      <a:pt x="6618" y="3354"/>
                    </a:cubicBezTo>
                    <a:cubicBezTo>
                      <a:pt x="6618" y="2513"/>
                      <a:pt x="6284" y="1705"/>
                      <a:pt x="5689" y="1110"/>
                    </a:cubicBezTo>
                    <a:cubicBezTo>
                      <a:pt x="5094" y="516"/>
                      <a:pt x="4287" y="181"/>
                      <a:pt x="3446" y="181"/>
                    </a:cubicBezTo>
                    <a:cubicBezTo>
                      <a:pt x="2605" y="181"/>
                      <a:pt x="1798" y="516"/>
                      <a:pt x="1204" y="1110"/>
                    </a:cubicBezTo>
                    <a:cubicBezTo>
                      <a:pt x="609" y="1705"/>
                      <a:pt x="275" y="2513"/>
                      <a:pt x="275" y="3354"/>
                    </a:cubicBezTo>
                    <a:cubicBezTo>
                      <a:pt x="275" y="4195"/>
                      <a:pt x="609" y="5002"/>
                      <a:pt x="1204" y="5597"/>
                    </a:cubicBezTo>
                    <a:cubicBezTo>
                      <a:pt x="1798" y="6192"/>
                      <a:pt x="2605" y="6527"/>
                      <a:pt x="3446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02" name="Freeform: Shape 12701">
                <a:extLst>
                  <a:ext uri="{FF2B5EF4-FFF2-40B4-BE49-F238E27FC236}">
                    <a16:creationId xmlns:a16="http://schemas.microsoft.com/office/drawing/2014/main" id="{4D276E10-2FCF-3809-479D-6D87DAAE85F9}"/>
                  </a:ext>
                </a:extLst>
              </p:cNvPr>
              <p:cNvSpPr/>
              <p:nvPr/>
            </p:nvSpPr>
            <p:spPr>
              <a:xfrm>
                <a:off x="9891785" y="5781680"/>
                <a:ext cx="6343" cy="6345"/>
              </a:xfrm>
              <a:custGeom>
                <a:avLst/>
                <a:gdLst>
                  <a:gd name="connsiteX0" fmla="*/ 3446 w 6343"/>
                  <a:gd name="connsiteY0" fmla="*/ 6527 h 6345"/>
                  <a:gd name="connsiteX1" fmla="*/ 5689 w 6343"/>
                  <a:gd name="connsiteY1" fmla="*/ 5598 h 6345"/>
                  <a:gd name="connsiteX2" fmla="*/ 6618 w 6343"/>
                  <a:gd name="connsiteY2" fmla="*/ 3354 h 6345"/>
                  <a:gd name="connsiteX3" fmla="*/ 5689 w 6343"/>
                  <a:gd name="connsiteY3" fmla="*/ 1111 h 6345"/>
                  <a:gd name="connsiteX4" fmla="*/ 3446 w 6343"/>
                  <a:gd name="connsiteY4" fmla="*/ 181 h 6345"/>
                  <a:gd name="connsiteX5" fmla="*/ 1203 w 6343"/>
                  <a:gd name="connsiteY5" fmla="*/ 1111 h 6345"/>
                  <a:gd name="connsiteX6" fmla="*/ 275 w 6343"/>
                  <a:gd name="connsiteY6" fmla="*/ 3354 h 6345"/>
                  <a:gd name="connsiteX7" fmla="*/ 1203 w 6343"/>
                  <a:gd name="connsiteY7" fmla="*/ 5598 h 6345"/>
                  <a:gd name="connsiteX8" fmla="*/ 3446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27"/>
                    </a:moveTo>
                    <a:cubicBezTo>
                      <a:pt x="4287" y="6527"/>
                      <a:pt x="5094" y="6193"/>
                      <a:pt x="5689" y="5598"/>
                    </a:cubicBezTo>
                    <a:cubicBezTo>
                      <a:pt x="6283" y="5003"/>
                      <a:pt x="6618" y="4196"/>
                      <a:pt x="6618" y="3354"/>
                    </a:cubicBezTo>
                    <a:cubicBezTo>
                      <a:pt x="6618" y="2513"/>
                      <a:pt x="6283" y="1706"/>
                      <a:pt x="5689" y="1111"/>
                    </a:cubicBezTo>
                    <a:cubicBezTo>
                      <a:pt x="5094" y="516"/>
                      <a:pt x="4287" y="181"/>
                      <a:pt x="3446" y="181"/>
                    </a:cubicBezTo>
                    <a:cubicBezTo>
                      <a:pt x="2605" y="181"/>
                      <a:pt x="1798" y="516"/>
                      <a:pt x="1203" y="1111"/>
                    </a:cubicBezTo>
                    <a:cubicBezTo>
                      <a:pt x="609" y="1706"/>
                      <a:pt x="275" y="2513"/>
                      <a:pt x="275" y="3354"/>
                    </a:cubicBezTo>
                    <a:cubicBezTo>
                      <a:pt x="275" y="4196"/>
                      <a:pt x="609" y="5003"/>
                      <a:pt x="1203" y="5598"/>
                    </a:cubicBezTo>
                    <a:cubicBezTo>
                      <a:pt x="1798" y="6193"/>
                      <a:pt x="2605" y="6527"/>
                      <a:pt x="3446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03" name="Freeform: Shape 12702">
                <a:extLst>
                  <a:ext uri="{FF2B5EF4-FFF2-40B4-BE49-F238E27FC236}">
                    <a16:creationId xmlns:a16="http://schemas.microsoft.com/office/drawing/2014/main" id="{24D4EA10-FE75-D3BB-E536-2BC0978B7FB3}"/>
                  </a:ext>
                </a:extLst>
              </p:cNvPr>
              <p:cNvSpPr/>
              <p:nvPr/>
            </p:nvSpPr>
            <p:spPr>
              <a:xfrm>
                <a:off x="9863262" y="5756246"/>
                <a:ext cx="6343" cy="6345"/>
              </a:xfrm>
              <a:custGeom>
                <a:avLst/>
                <a:gdLst>
                  <a:gd name="connsiteX0" fmla="*/ 3444 w 6343"/>
                  <a:gd name="connsiteY0" fmla="*/ 6525 h 6345"/>
                  <a:gd name="connsiteX1" fmla="*/ 5686 w 6343"/>
                  <a:gd name="connsiteY1" fmla="*/ 5596 h 6345"/>
                  <a:gd name="connsiteX2" fmla="*/ 6615 w 6343"/>
                  <a:gd name="connsiteY2" fmla="*/ 3352 h 6345"/>
                  <a:gd name="connsiteX3" fmla="*/ 5686 w 6343"/>
                  <a:gd name="connsiteY3" fmla="*/ 1109 h 6345"/>
                  <a:gd name="connsiteX4" fmla="*/ 3444 w 6343"/>
                  <a:gd name="connsiteY4" fmla="*/ 179 h 6345"/>
                  <a:gd name="connsiteX5" fmla="*/ 1201 w 6343"/>
                  <a:gd name="connsiteY5" fmla="*/ 1109 h 6345"/>
                  <a:gd name="connsiteX6" fmla="*/ 272 w 6343"/>
                  <a:gd name="connsiteY6" fmla="*/ 3352 h 6345"/>
                  <a:gd name="connsiteX7" fmla="*/ 1201 w 6343"/>
                  <a:gd name="connsiteY7" fmla="*/ 5596 h 6345"/>
                  <a:gd name="connsiteX8" fmla="*/ 3444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4" y="6525"/>
                    </a:moveTo>
                    <a:cubicBezTo>
                      <a:pt x="4285" y="6525"/>
                      <a:pt x="5092" y="6191"/>
                      <a:pt x="5686" y="5596"/>
                    </a:cubicBezTo>
                    <a:cubicBezTo>
                      <a:pt x="6281" y="5001"/>
                      <a:pt x="6615" y="4194"/>
                      <a:pt x="6615" y="3352"/>
                    </a:cubicBezTo>
                    <a:cubicBezTo>
                      <a:pt x="6615" y="2511"/>
                      <a:pt x="6281" y="1704"/>
                      <a:pt x="5686" y="1109"/>
                    </a:cubicBezTo>
                    <a:cubicBezTo>
                      <a:pt x="5092" y="514"/>
                      <a:pt x="4285" y="179"/>
                      <a:pt x="3444" y="179"/>
                    </a:cubicBezTo>
                    <a:cubicBezTo>
                      <a:pt x="2603" y="179"/>
                      <a:pt x="1796" y="514"/>
                      <a:pt x="1201" y="1109"/>
                    </a:cubicBezTo>
                    <a:cubicBezTo>
                      <a:pt x="606" y="1704"/>
                      <a:pt x="272" y="2511"/>
                      <a:pt x="272" y="3352"/>
                    </a:cubicBezTo>
                    <a:cubicBezTo>
                      <a:pt x="272" y="4194"/>
                      <a:pt x="606" y="5001"/>
                      <a:pt x="1201" y="5596"/>
                    </a:cubicBezTo>
                    <a:cubicBezTo>
                      <a:pt x="1796" y="6191"/>
                      <a:pt x="2603" y="6525"/>
                      <a:pt x="3444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04" name="Freeform: Shape 12703">
                <a:extLst>
                  <a:ext uri="{FF2B5EF4-FFF2-40B4-BE49-F238E27FC236}">
                    <a16:creationId xmlns:a16="http://schemas.microsoft.com/office/drawing/2014/main" id="{322A10EC-817B-6D96-B77A-D828B9D9FF6E}"/>
                  </a:ext>
                </a:extLst>
              </p:cNvPr>
              <p:cNvSpPr/>
              <p:nvPr/>
            </p:nvSpPr>
            <p:spPr>
              <a:xfrm>
                <a:off x="9892958" y="5795170"/>
                <a:ext cx="6343" cy="6345"/>
              </a:xfrm>
              <a:custGeom>
                <a:avLst/>
                <a:gdLst>
                  <a:gd name="connsiteX0" fmla="*/ 3446 w 6343"/>
                  <a:gd name="connsiteY0" fmla="*/ 6528 h 6345"/>
                  <a:gd name="connsiteX1" fmla="*/ 5689 w 6343"/>
                  <a:gd name="connsiteY1" fmla="*/ 5599 h 6345"/>
                  <a:gd name="connsiteX2" fmla="*/ 6618 w 6343"/>
                  <a:gd name="connsiteY2" fmla="*/ 3355 h 6345"/>
                  <a:gd name="connsiteX3" fmla="*/ 5689 w 6343"/>
                  <a:gd name="connsiteY3" fmla="*/ 1112 h 6345"/>
                  <a:gd name="connsiteX4" fmla="*/ 3446 w 6343"/>
                  <a:gd name="connsiteY4" fmla="*/ 182 h 6345"/>
                  <a:gd name="connsiteX5" fmla="*/ 1204 w 6343"/>
                  <a:gd name="connsiteY5" fmla="*/ 1112 h 6345"/>
                  <a:gd name="connsiteX6" fmla="*/ 275 w 6343"/>
                  <a:gd name="connsiteY6" fmla="*/ 3355 h 6345"/>
                  <a:gd name="connsiteX7" fmla="*/ 1204 w 6343"/>
                  <a:gd name="connsiteY7" fmla="*/ 5599 h 6345"/>
                  <a:gd name="connsiteX8" fmla="*/ 3446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28"/>
                    </a:moveTo>
                    <a:cubicBezTo>
                      <a:pt x="4287" y="6528"/>
                      <a:pt x="5094" y="6194"/>
                      <a:pt x="5689" y="5599"/>
                    </a:cubicBezTo>
                    <a:cubicBezTo>
                      <a:pt x="6284" y="5004"/>
                      <a:pt x="6618" y="4197"/>
                      <a:pt x="6618" y="3355"/>
                    </a:cubicBezTo>
                    <a:cubicBezTo>
                      <a:pt x="6618" y="2514"/>
                      <a:pt x="6284" y="1707"/>
                      <a:pt x="5689" y="1112"/>
                    </a:cubicBezTo>
                    <a:cubicBezTo>
                      <a:pt x="5094" y="517"/>
                      <a:pt x="4287" y="182"/>
                      <a:pt x="3446" y="182"/>
                    </a:cubicBezTo>
                    <a:cubicBezTo>
                      <a:pt x="2605" y="182"/>
                      <a:pt x="1798" y="517"/>
                      <a:pt x="1204" y="1112"/>
                    </a:cubicBezTo>
                    <a:cubicBezTo>
                      <a:pt x="609" y="1707"/>
                      <a:pt x="275" y="2514"/>
                      <a:pt x="275" y="3355"/>
                    </a:cubicBezTo>
                    <a:cubicBezTo>
                      <a:pt x="275" y="4197"/>
                      <a:pt x="609" y="5004"/>
                      <a:pt x="1204" y="5599"/>
                    </a:cubicBezTo>
                    <a:cubicBezTo>
                      <a:pt x="1798" y="6194"/>
                      <a:pt x="2605" y="6528"/>
                      <a:pt x="3446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05" name="Freeform: Shape 12704">
                <a:extLst>
                  <a:ext uri="{FF2B5EF4-FFF2-40B4-BE49-F238E27FC236}">
                    <a16:creationId xmlns:a16="http://schemas.microsoft.com/office/drawing/2014/main" id="{251C8DCC-EA9C-0738-2AA8-7A676EF56BC8}"/>
                  </a:ext>
                </a:extLst>
              </p:cNvPr>
              <p:cNvSpPr/>
              <p:nvPr/>
            </p:nvSpPr>
            <p:spPr>
              <a:xfrm>
                <a:off x="9891402" y="5799641"/>
                <a:ext cx="6343" cy="6345"/>
              </a:xfrm>
              <a:custGeom>
                <a:avLst/>
                <a:gdLst>
                  <a:gd name="connsiteX0" fmla="*/ 3446 w 6343"/>
                  <a:gd name="connsiteY0" fmla="*/ 6528 h 6345"/>
                  <a:gd name="connsiteX1" fmla="*/ 5689 w 6343"/>
                  <a:gd name="connsiteY1" fmla="*/ 5599 h 6345"/>
                  <a:gd name="connsiteX2" fmla="*/ 6618 w 6343"/>
                  <a:gd name="connsiteY2" fmla="*/ 3356 h 6345"/>
                  <a:gd name="connsiteX3" fmla="*/ 5689 w 6343"/>
                  <a:gd name="connsiteY3" fmla="*/ 1112 h 6345"/>
                  <a:gd name="connsiteX4" fmla="*/ 3446 w 6343"/>
                  <a:gd name="connsiteY4" fmla="*/ 183 h 6345"/>
                  <a:gd name="connsiteX5" fmla="*/ 1203 w 6343"/>
                  <a:gd name="connsiteY5" fmla="*/ 1112 h 6345"/>
                  <a:gd name="connsiteX6" fmla="*/ 275 w 6343"/>
                  <a:gd name="connsiteY6" fmla="*/ 3356 h 6345"/>
                  <a:gd name="connsiteX7" fmla="*/ 1203 w 6343"/>
                  <a:gd name="connsiteY7" fmla="*/ 5599 h 6345"/>
                  <a:gd name="connsiteX8" fmla="*/ 3446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28"/>
                    </a:moveTo>
                    <a:cubicBezTo>
                      <a:pt x="4287" y="6528"/>
                      <a:pt x="5094" y="6194"/>
                      <a:pt x="5689" y="5599"/>
                    </a:cubicBezTo>
                    <a:cubicBezTo>
                      <a:pt x="6283" y="5004"/>
                      <a:pt x="6618" y="4197"/>
                      <a:pt x="6618" y="3356"/>
                    </a:cubicBezTo>
                    <a:cubicBezTo>
                      <a:pt x="6618" y="2514"/>
                      <a:pt x="6283" y="1707"/>
                      <a:pt x="5689" y="1112"/>
                    </a:cubicBezTo>
                    <a:cubicBezTo>
                      <a:pt x="5094" y="517"/>
                      <a:pt x="4287" y="183"/>
                      <a:pt x="3446" y="183"/>
                    </a:cubicBezTo>
                    <a:cubicBezTo>
                      <a:pt x="2605" y="183"/>
                      <a:pt x="1798" y="517"/>
                      <a:pt x="1203" y="1112"/>
                    </a:cubicBezTo>
                    <a:cubicBezTo>
                      <a:pt x="609" y="1707"/>
                      <a:pt x="275" y="2514"/>
                      <a:pt x="275" y="3356"/>
                    </a:cubicBezTo>
                    <a:cubicBezTo>
                      <a:pt x="275" y="4197"/>
                      <a:pt x="609" y="5004"/>
                      <a:pt x="1203" y="5599"/>
                    </a:cubicBezTo>
                    <a:cubicBezTo>
                      <a:pt x="1798" y="6194"/>
                      <a:pt x="2605" y="6528"/>
                      <a:pt x="3446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06" name="Freeform: Shape 12705">
                <a:extLst>
                  <a:ext uri="{FF2B5EF4-FFF2-40B4-BE49-F238E27FC236}">
                    <a16:creationId xmlns:a16="http://schemas.microsoft.com/office/drawing/2014/main" id="{A5A1C3C7-E111-4812-78BD-A76144BCC268}"/>
                  </a:ext>
                </a:extLst>
              </p:cNvPr>
              <p:cNvSpPr/>
              <p:nvPr/>
            </p:nvSpPr>
            <p:spPr>
              <a:xfrm>
                <a:off x="9854440" y="5763599"/>
                <a:ext cx="6343" cy="6345"/>
              </a:xfrm>
              <a:custGeom>
                <a:avLst/>
                <a:gdLst>
                  <a:gd name="connsiteX0" fmla="*/ 3443 w 6343"/>
                  <a:gd name="connsiteY0" fmla="*/ 6525 h 6345"/>
                  <a:gd name="connsiteX1" fmla="*/ 5686 w 6343"/>
                  <a:gd name="connsiteY1" fmla="*/ 5596 h 6345"/>
                  <a:gd name="connsiteX2" fmla="*/ 6615 w 6343"/>
                  <a:gd name="connsiteY2" fmla="*/ 3353 h 6345"/>
                  <a:gd name="connsiteX3" fmla="*/ 5686 w 6343"/>
                  <a:gd name="connsiteY3" fmla="*/ 1109 h 6345"/>
                  <a:gd name="connsiteX4" fmla="*/ 3443 w 6343"/>
                  <a:gd name="connsiteY4" fmla="*/ 180 h 6345"/>
                  <a:gd name="connsiteX5" fmla="*/ 1201 w 6343"/>
                  <a:gd name="connsiteY5" fmla="*/ 1109 h 6345"/>
                  <a:gd name="connsiteX6" fmla="*/ 272 w 6343"/>
                  <a:gd name="connsiteY6" fmla="*/ 3353 h 6345"/>
                  <a:gd name="connsiteX7" fmla="*/ 1201 w 6343"/>
                  <a:gd name="connsiteY7" fmla="*/ 5596 h 6345"/>
                  <a:gd name="connsiteX8" fmla="*/ 344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25"/>
                    </a:moveTo>
                    <a:cubicBezTo>
                      <a:pt x="4284" y="6525"/>
                      <a:pt x="5091" y="6191"/>
                      <a:pt x="5686" y="5596"/>
                    </a:cubicBezTo>
                    <a:cubicBezTo>
                      <a:pt x="6281" y="5001"/>
                      <a:pt x="6615" y="4194"/>
                      <a:pt x="6615" y="3353"/>
                    </a:cubicBezTo>
                    <a:cubicBezTo>
                      <a:pt x="6615" y="2511"/>
                      <a:pt x="6281" y="1704"/>
                      <a:pt x="5686" y="1109"/>
                    </a:cubicBezTo>
                    <a:cubicBezTo>
                      <a:pt x="5091" y="514"/>
                      <a:pt x="4284" y="180"/>
                      <a:pt x="3443" y="180"/>
                    </a:cubicBezTo>
                    <a:cubicBezTo>
                      <a:pt x="2602" y="180"/>
                      <a:pt x="1795" y="514"/>
                      <a:pt x="1201" y="1109"/>
                    </a:cubicBezTo>
                    <a:cubicBezTo>
                      <a:pt x="606" y="1704"/>
                      <a:pt x="272" y="2511"/>
                      <a:pt x="272" y="3353"/>
                    </a:cubicBezTo>
                    <a:cubicBezTo>
                      <a:pt x="272" y="4194"/>
                      <a:pt x="606" y="5001"/>
                      <a:pt x="1201" y="5596"/>
                    </a:cubicBezTo>
                    <a:cubicBezTo>
                      <a:pt x="1795" y="6191"/>
                      <a:pt x="2602" y="6525"/>
                      <a:pt x="344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07" name="Freeform: Shape 12706">
                <a:extLst>
                  <a:ext uri="{FF2B5EF4-FFF2-40B4-BE49-F238E27FC236}">
                    <a16:creationId xmlns:a16="http://schemas.microsoft.com/office/drawing/2014/main" id="{F074C3DB-D1F6-BA8C-69A3-670F1686DA5D}"/>
                  </a:ext>
                </a:extLst>
              </p:cNvPr>
              <p:cNvSpPr/>
              <p:nvPr/>
            </p:nvSpPr>
            <p:spPr>
              <a:xfrm>
                <a:off x="9849395" y="5763605"/>
                <a:ext cx="6343" cy="6345"/>
              </a:xfrm>
              <a:custGeom>
                <a:avLst/>
                <a:gdLst>
                  <a:gd name="connsiteX0" fmla="*/ 3443 w 6343"/>
                  <a:gd name="connsiteY0" fmla="*/ 6525 h 6345"/>
                  <a:gd name="connsiteX1" fmla="*/ 5685 w 6343"/>
                  <a:gd name="connsiteY1" fmla="*/ 5596 h 6345"/>
                  <a:gd name="connsiteX2" fmla="*/ 6614 w 6343"/>
                  <a:gd name="connsiteY2" fmla="*/ 3353 h 6345"/>
                  <a:gd name="connsiteX3" fmla="*/ 5685 w 6343"/>
                  <a:gd name="connsiteY3" fmla="*/ 1109 h 6345"/>
                  <a:gd name="connsiteX4" fmla="*/ 3443 w 6343"/>
                  <a:gd name="connsiteY4" fmla="*/ 180 h 6345"/>
                  <a:gd name="connsiteX5" fmla="*/ 1200 w 6343"/>
                  <a:gd name="connsiteY5" fmla="*/ 1109 h 6345"/>
                  <a:gd name="connsiteX6" fmla="*/ 271 w 6343"/>
                  <a:gd name="connsiteY6" fmla="*/ 3353 h 6345"/>
                  <a:gd name="connsiteX7" fmla="*/ 1200 w 6343"/>
                  <a:gd name="connsiteY7" fmla="*/ 5596 h 6345"/>
                  <a:gd name="connsiteX8" fmla="*/ 344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25"/>
                    </a:moveTo>
                    <a:cubicBezTo>
                      <a:pt x="4284" y="6525"/>
                      <a:pt x="5091" y="6191"/>
                      <a:pt x="5685" y="5596"/>
                    </a:cubicBezTo>
                    <a:cubicBezTo>
                      <a:pt x="6280" y="5001"/>
                      <a:pt x="6614" y="4194"/>
                      <a:pt x="6614" y="3353"/>
                    </a:cubicBezTo>
                    <a:cubicBezTo>
                      <a:pt x="6614" y="2511"/>
                      <a:pt x="6280" y="1704"/>
                      <a:pt x="5685" y="1109"/>
                    </a:cubicBezTo>
                    <a:cubicBezTo>
                      <a:pt x="5091" y="514"/>
                      <a:pt x="4284" y="180"/>
                      <a:pt x="3443" y="180"/>
                    </a:cubicBezTo>
                    <a:cubicBezTo>
                      <a:pt x="2602" y="180"/>
                      <a:pt x="1795" y="514"/>
                      <a:pt x="1200" y="1109"/>
                    </a:cubicBezTo>
                    <a:cubicBezTo>
                      <a:pt x="605" y="1704"/>
                      <a:pt x="271" y="2511"/>
                      <a:pt x="271" y="3353"/>
                    </a:cubicBezTo>
                    <a:cubicBezTo>
                      <a:pt x="271" y="4194"/>
                      <a:pt x="605" y="5001"/>
                      <a:pt x="1200" y="5596"/>
                    </a:cubicBezTo>
                    <a:cubicBezTo>
                      <a:pt x="1795" y="6191"/>
                      <a:pt x="2602" y="6525"/>
                      <a:pt x="344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08" name="Freeform: Shape 12707">
                <a:extLst>
                  <a:ext uri="{FF2B5EF4-FFF2-40B4-BE49-F238E27FC236}">
                    <a16:creationId xmlns:a16="http://schemas.microsoft.com/office/drawing/2014/main" id="{DF7E385B-1641-FF0C-97E8-2C611FB4E0D5}"/>
                  </a:ext>
                </a:extLst>
              </p:cNvPr>
              <p:cNvSpPr/>
              <p:nvPr/>
            </p:nvSpPr>
            <p:spPr>
              <a:xfrm>
                <a:off x="9846628" y="5766225"/>
                <a:ext cx="6343" cy="6345"/>
              </a:xfrm>
              <a:custGeom>
                <a:avLst/>
                <a:gdLst>
                  <a:gd name="connsiteX0" fmla="*/ 3443 w 6343"/>
                  <a:gd name="connsiteY0" fmla="*/ 6526 h 6345"/>
                  <a:gd name="connsiteX1" fmla="*/ 5685 w 6343"/>
                  <a:gd name="connsiteY1" fmla="*/ 5596 h 6345"/>
                  <a:gd name="connsiteX2" fmla="*/ 6614 w 6343"/>
                  <a:gd name="connsiteY2" fmla="*/ 3353 h 6345"/>
                  <a:gd name="connsiteX3" fmla="*/ 5685 w 6343"/>
                  <a:gd name="connsiteY3" fmla="*/ 1109 h 6345"/>
                  <a:gd name="connsiteX4" fmla="*/ 3443 w 6343"/>
                  <a:gd name="connsiteY4" fmla="*/ 180 h 6345"/>
                  <a:gd name="connsiteX5" fmla="*/ 1200 w 6343"/>
                  <a:gd name="connsiteY5" fmla="*/ 1109 h 6345"/>
                  <a:gd name="connsiteX6" fmla="*/ 271 w 6343"/>
                  <a:gd name="connsiteY6" fmla="*/ 3353 h 6345"/>
                  <a:gd name="connsiteX7" fmla="*/ 1200 w 6343"/>
                  <a:gd name="connsiteY7" fmla="*/ 5596 h 6345"/>
                  <a:gd name="connsiteX8" fmla="*/ 3443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26"/>
                    </a:moveTo>
                    <a:cubicBezTo>
                      <a:pt x="4284" y="6526"/>
                      <a:pt x="5090" y="6191"/>
                      <a:pt x="5685" y="5596"/>
                    </a:cubicBezTo>
                    <a:cubicBezTo>
                      <a:pt x="6280" y="5001"/>
                      <a:pt x="6614" y="4194"/>
                      <a:pt x="6614" y="3353"/>
                    </a:cubicBezTo>
                    <a:cubicBezTo>
                      <a:pt x="6614" y="2511"/>
                      <a:pt x="6280" y="1704"/>
                      <a:pt x="5685" y="1109"/>
                    </a:cubicBezTo>
                    <a:cubicBezTo>
                      <a:pt x="5090" y="514"/>
                      <a:pt x="4284" y="180"/>
                      <a:pt x="3443" y="180"/>
                    </a:cubicBezTo>
                    <a:cubicBezTo>
                      <a:pt x="2601" y="180"/>
                      <a:pt x="1795" y="514"/>
                      <a:pt x="1200" y="1109"/>
                    </a:cubicBezTo>
                    <a:cubicBezTo>
                      <a:pt x="605" y="1704"/>
                      <a:pt x="271" y="2511"/>
                      <a:pt x="271" y="3353"/>
                    </a:cubicBezTo>
                    <a:cubicBezTo>
                      <a:pt x="271" y="4194"/>
                      <a:pt x="605" y="5001"/>
                      <a:pt x="1200" y="5596"/>
                    </a:cubicBezTo>
                    <a:cubicBezTo>
                      <a:pt x="1795" y="6191"/>
                      <a:pt x="2601" y="6526"/>
                      <a:pt x="3443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09" name="Freeform: Shape 12708">
                <a:extLst>
                  <a:ext uri="{FF2B5EF4-FFF2-40B4-BE49-F238E27FC236}">
                    <a16:creationId xmlns:a16="http://schemas.microsoft.com/office/drawing/2014/main" id="{E885CAC4-EAEC-BAEB-23F0-E5C6663DBFF0}"/>
                  </a:ext>
                </a:extLst>
              </p:cNvPr>
              <p:cNvSpPr/>
              <p:nvPr/>
            </p:nvSpPr>
            <p:spPr>
              <a:xfrm>
                <a:off x="9846091" y="5771499"/>
                <a:ext cx="6343" cy="6345"/>
              </a:xfrm>
              <a:custGeom>
                <a:avLst/>
                <a:gdLst>
                  <a:gd name="connsiteX0" fmla="*/ 3442 w 6343"/>
                  <a:gd name="connsiteY0" fmla="*/ 6526 h 6345"/>
                  <a:gd name="connsiteX1" fmla="*/ 5685 w 6343"/>
                  <a:gd name="connsiteY1" fmla="*/ 5597 h 6345"/>
                  <a:gd name="connsiteX2" fmla="*/ 6614 w 6343"/>
                  <a:gd name="connsiteY2" fmla="*/ 3353 h 6345"/>
                  <a:gd name="connsiteX3" fmla="*/ 5685 w 6343"/>
                  <a:gd name="connsiteY3" fmla="*/ 1110 h 6345"/>
                  <a:gd name="connsiteX4" fmla="*/ 3442 w 6343"/>
                  <a:gd name="connsiteY4" fmla="*/ 181 h 6345"/>
                  <a:gd name="connsiteX5" fmla="*/ 1200 w 6343"/>
                  <a:gd name="connsiteY5" fmla="*/ 1110 h 6345"/>
                  <a:gd name="connsiteX6" fmla="*/ 271 w 6343"/>
                  <a:gd name="connsiteY6" fmla="*/ 3353 h 6345"/>
                  <a:gd name="connsiteX7" fmla="*/ 1200 w 6343"/>
                  <a:gd name="connsiteY7" fmla="*/ 5597 h 6345"/>
                  <a:gd name="connsiteX8" fmla="*/ 3442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26"/>
                    </a:moveTo>
                    <a:cubicBezTo>
                      <a:pt x="4284" y="6526"/>
                      <a:pt x="5090" y="6192"/>
                      <a:pt x="5685" y="5597"/>
                    </a:cubicBezTo>
                    <a:cubicBezTo>
                      <a:pt x="6280" y="5002"/>
                      <a:pt x="6614" y="4195"/>
                      <a:pt x="6614" y="3353"/>
                    </a:cubicBezTo>
                    <a:cubicBezTo>
                      <a:pt x="6614" y="2512"/>
                      <a:pt x="6280" y="1705"/>
                      <a:pt x="5685" y="1110"/>
                    </a:cubicBezTo>
                    <a:cubicBezTo>
                      <a:pt x="5090" y="515"/>
                      <a:pt x="4284" y="181"/>
                      <a:pt x="3442" y="181"/>
                    </a:cubicBezTo>
                    <a:cubicBezTo>
                      <a:pt x="2601" y="181"/>
                      <a:pt x="1795" y="515"/>
                      <a:pt x="1200" y="1110"/>
                    </a:cubicBezTo>
                    <a:cubicBezTo>
                      <a:pt x="605" y="1705"/>
                      <a:pt x="271" y="2512"/>
                      <a:pt x="271" y="3353"/>
                    </a:cubicBezTo>
                    <a:cubicBezTo>
                      <a:pt x="271" y="4195"/>
                      <a:pt x="605" y="5002"/>
                      <a:pt x="1200" y="5597"/>
                    </a:cubicBezTo>
                    <a:cubicBezTo>
                      <a:pt x="1795" y="6192"/>
                      <a:pt x="2601" y="6526"/>
                      <a:pt x="3442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10" name="Freeform: Shape 12709">
                <a:extLst>
                  <a:ext uri="{FF2B5EF4-FFF2-40B4-BE49-F238E27FC236}">
                    <a16:creationId xmlns:a16="http://schemas.microsoft.com/office/drawing/2014/main" id="{511FC59F-7658-B9FB-7A4F-DED879B16640}"/>
                  </a:ext>
                </a:extLst>
              </p:cNvPr>
              <p:cNvSpPr/>
              <p:nvPr/>
            </p:nvSpPr>
            <p:spPr>
              <a:xfrm>
                <a:off x="9891376" y="5832008"/>
                <a:ext cx="6343" cy="6345"/>
              </a:xfrm>
              <a:custGeom>
                <a:avLst/>
                <a:gdLst>
                  <a:gd name="connsiteX0" fmla="*/ 3446 w 6343"/>
                  <a:gd name="connsiteY0" fmla="*/ 6531 h 6345"/>
                  <a:gd name="connsiteX1" fmla="*/ 5689 w 6343"/>
                  <a:gd name="connsiteY1" fmla="*/ 5602 h 6345"/>
                  <a:gd name="connsiteX2" fmla="*/ 6618 w 6343"/>
                  <a:gd name="connsiteY2" fmla="*/ 3358 h 6345"/>
                  <a:gd name="connsiteX3" fmla="*/ 5689 w 6343"/>
                  <a:gd name="connsiteY3" fmla="*/ 1115 h 6345"/>
                  <a:gd name="connsiteX4" fmla="*/ 3446 w 6343"/>
                  <a:gd name="connsiteY4" fmla="*/ 185 h 6345"/>
                  <a:gd name="connsiteX5" fmla="*/ 1203 w 6343"/>
                  <a:gd name="connsiteY5" fmla="*/ 1115 h 6345"/>
                  <a:gd name="connsiteX6" fmla="*/ 274 w 6343"/>
                  <a:gd name="connsiteY6" fmla="*/ 3358 h 6345"/>
                  <a:gd name="connsiteX7" fmla="*/ 1203 w 6343"/>
                  <a:gd name="connsiteY7" fmla="*/ 5602 h 6345"/>
                  <a:gd name="connsiteX8" fmla="*/ 3446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31"/>
                    </a:moveTo>
                    <a:cubicBezTo>
                      <a:pt x="4287" y="6531"/>
                      <a:pt x="5094" y="6196"/>
                      <a:pt x="5689" y="5602"/>
                    </a:cubicBezTo>
                    <a:cubicBezTo>
                      <a:pt x="6283" y="5007"/>
                      <a:pt x="6618" y="4199"/>
                      <a:pt x="6618" y="3358"/>
                    </a:cubicBezTo>
                    <a:cubicBezTo>
                      <a:pt x="6618" y="2517"/>
                      <a:pt x="6283" y="1710"/>
                      <a:pt x="5689" y="1115"/>
                    </a:cubicBezTo>
                    <a:cubicBezTo>
                      <a:pt x="5094" y="520"/>
                      <a:pt x="4287" y="185"/>
                      <a:pt x="3446" y="185"/>
                    </a:cubicBezTo>
                    <a:cubicBezTo>
                      <a:pt x="2605" y="185"/>
                      <a:pt x="1798" y="520"/>
                      <a:pt x="1203" y="1115"/>
                    </a:cubicBezTo>
                    <a:cubicBezTo>
                      <a:pt x="609" y="1710"/>
                      <a:pt x="274" y="2517"/>
                      <a:pt x="274" y="3358"/>
                    </a:cubicBezTo>
                    <a:cubicBezTo>
                      <a:pt x="274" y="4199"/>
                      <a:pt x="609" y="5007"/>
                      <a:pt x="1203" y="5602"/>
                    </a:cubicBezTo>
                    <a:cubicBezTo>
                      <a:pt x="1798" y="6196"/>
                      <a:pt x="2605" y="6531"/>
                      <a:pt x="3446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11" name="Freeform: Shape 12710">
                <a:extLst>
                  <a:ext uri="{FF2B5EF4-FFF2-40B4-BE49-F238E27FC236}">
                    <a16:creationId xmlns:a16="http://schemas.microsoft.com/office/drawing/2014/main" id="{706AC373-E009-861B-FB6C-09F49DC9EACB}"/>
                  </a:ext>
                </a:extLst>
              </p:cNvPr>
              <p:cNvSpPr/>
              <p:nvPr/>
            </p:nvSpPr>
            <p:spPr>
              <a:xfrm>
                <a:off x="9891546" y="5838982"/>
                <a:ext cx="6343" cy="6345"/>
              </a:xfrm>
              <a:custGeom>
                <a:avLst/>
                <a:gdLst>
                  <a:gd name="connsiteX0" fmla="*/ 3446 w 6343"/>
                  <a:gd name="connsiteY0" fmla="*/ 6531 h 6345"/>
                  <a:gd name="connsiteX1" fmla="*/ 5689 w 6343"/>
                  <a:gd name="connsiteY1" fmla="*/ 5602 h 6345"/>
                  <a:gd name="connsiteX2" fmla="*/ 6618 w 6343"/>
                  <a:gd name="connsiteY2" fmla="*/ 3359 h 6345"/>
                  <a:gd name="connsiteX3" fmla="*/ 5689 w 6343"/>
                  <a:gd name="connsiteY3" fmla="*/ 1115 h 6345"/>
                  <a:gd name="connsiteX4" fmla="*/ 3446 w 6343"/>
                  <a:gd name="connsiteY4" fmla="*/ 186 h 6345"/>
                  <a:gd name="connsiteX5" fmla="*/ 1203 w 6343"/>
                  <a:gd name="connsiteY5" fmla="*/ 1115 h 6345"/>
                  <a:gd name="connsiteX6" fmla="*/ 275 w 6343"/>
                  <a:gd name="connsiteY6" fmla="*/ 3359 h 6345"/>
                  <a:gd name="connsiteX7" fmla="*/ 1203 w 6343"/>
                  <a:gd name="connsiteY7" fmla="*/ 5602 h 6345"/>
                  <a:gd name="connsiteX8" fmla="*/ 3446 w 6343"/>
                  <a:gd name="connsiteY8" fmla="*/ 653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6" y="6531"/>
                    </a:moveTo>
                    <a:cubicBezTo>
                      <a:pt x="4287" y="6531"/>
                      <a:pt x="5094" y="6197"/>
                      <a:pt x="5689" y="5602"/>
                    </a:cubicBezTo>
                    <a:cubicBezTo>
                      <a:pt x="6283" y="5007"/>
                      <a:pt x="6618" y="4200"/>
                      <a:pt x="6618" y="3359"/>
                    </a:cubicBezTo>
                    <a:cubicBezTo>
                      <a:pt x="6618" y="2517"/>
                      <a:pt x="6283" y="1710"/>
                      <a:pt x="5689" y="1115"/>
                    </a:cubicBezTo>
                    <a:cubicBezTo>
                      <a:pt x="5094" y="520"/>
                      <a:pt x="4287" y="186"/>
                      <a:pt x="3446" y="186"/>
                    </a:cubicBezTo>
                    <a:cubicBezTo>
                      <a:pt x="2605" y="186"/>
                      <a:pt x="1798" y="520"/>
                      <a:pt x="1203" y="1115"/>
                    </a:cubicBezTo>
                    <a:cubicBezTo>
                      <a:pt x="609" y="1710"/>
                      <a:pt x="275" y="2517"/>
                      <a:pt x="275" y="3359"/>
                    </a:cubicBezTo>
                    <a:cubicBezTo>
                      <a:pt x="275" y="4200"/>
                      <a:pt x="609" y="5007"/>
                      <a:pt x="1203" y="5602"/>
                    </a:cubicBezTo>
                    <a:cubicBezTo>
                      <a:pt x="1798" y="6197"/>
                      <a:pt x="2605" y="6531"/>
                      <a:pt x="3446" y="6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12" name="Freeform: Shape 12711">
                <a:extLst>
                  <a:ext uri="{FF2B5EF4-FFF2-40B4-BE49-F238E27FC236}">
                    <a16:creationId xmlns:a16="http://schemas.microsoft.com/office/drawing/2014/main" id="{41719E30-1790-6767-5FE3-84EFBB215398}"/>
                  </a:ext>
                </a:extLst>
              </p:cNvPr>
              <p:cNvSpPr/>
              <p:nvPr/>
            </p:nvSpPr>
            <p:spPr>
              <a:xfrm>
                <a:off x="9830752" y="5776838"/>
                <a:ext cx="6343" cy="6345"/>
              </a:xfrm>
              <a:custGeom>
                <a:avLst/>
                <a:gdLst>
                  <a:gd name="connsiteX0" fmla="*/ 3441 w 6343"/>
                  <a:gd name="connsiteY0" fmla="*/ 6526 h 6345"/>
                  <a:gd name="connsiteX1" fmla="*/ 5684 w 6343"/>
                  <a:gd name="connsiteY1" fmla="*/ 5597 h 6345"/>
                  <a:gd name="connsiteX2" fmla="*/ 6613 w 6343"/>
                  <a:gd name="connsiteY2" fmla="*/ 3354 h 6345"/>
                  <a:gd name="connsiteX3" fmla="*/ 5684 w 6343"/>
                  <a:gd name="connsiteY3" fmla="*/ 1110 h 6345"/>
                  <a:gd name="connsiteX4" fmla="*/ 3441 w 6343"/>
                  <a:gd name="connsiteY4" fmla="*/ 181 h 6345"/>
                  <a:gd name="connsiteX5" fmla="*/ 1199 w 6343"/>
                  <a:gd name="connsiteY5" fmla="*/ 1110 h 6345"/>
                  <a:gd name="connsiteX6" fmla="*/ 270 w 6343"/>
                  <a:gd name="connsiteY6" fmla="*/ 3354 h 6345"/>
                  <a:gd name="connsiteX7" fmla="*/ 1199 w 6343"/>
                  <a:gd name="connsiteY7" fmla="*/ 5597 h 6345"/>
                  <a:gd name="connsiteX8" fmla="*/ 3441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1" y="6526"/>
                    </a:moveTo>
                    <a:cubicBezTo>
                      <a:pt x="4282" y="6526"/>
                      <a:pt x="5089" y="6192"/>
                      <a:pt x="5684" y="5597"/>
                    </a:cubicBezTo>
                    <a:cubicBezTo>
                      <a:pt x="6279" y="5002"/>
                      <a:pt x="6613" y="4195"/>
                      <a:pt x="6613" y="3354"/>
                    </a:cubicBezTo>
                    <a:cubicBezTo>
                      <a:pt x="6613" y="2512"/>
                      <a:pt x="6279" y="1705"/>
                      <a:pt x="5684" y="1110"/>
                    </a:cubicBezTo>
                    <a:cubicBezTo>
                      <a:pt x="5089" y="515"/>
                      <a:pt x="4282" y="181"/>
                      <a:pt x="3441" y="181"/>
                    </a:cubicBezTo>
                    <a:cubicBezTo>
                      <a:pt x="2600" y="181"/>
                      <a:pt x="1793" y="515"/>
                      <a:pt x="1199" y="1110"/>
                    </a:cubicBezTo>
                    <a:cubicBezTo>
                      <a:pt x="604" y="1705"/>
                      <a:pt x="270" y="2512"/>
                      <a:pt x="270" y="3354"/>
                    </a:cubicBezTo>
                    <a:cubicBezTo>
                      <a:pt x="270" y="4195"/>
                      <a:pt x="604" y="5002"/>
                      <a:pt x="1199" y="5597"/>
                    </a:cubicBezTo>
                    <a:cubicBezTo>
                      <a:pt x="1793" y="6192"/>
                      <a:pt x="2600" y="6526"/>
                      <a:pt x="3441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13" name="Freeform: Shape 12712">
                <a:extLst>
                  <a:ext uri="{FF2B5EF4-FFF2-40B4-BE49-F238E27FC236}">
                    <a16:creationId xmlns:a16="http://schemas.microsoft.com/office/drawing/2014/main" id="{61B244F1-EF62-7402-A0C1-7290DE59FF90}"/>
                  </a:ext>
                </a:extLst>
              </p:cNvPr>
              <p:cNvSpPr/>
              <p:nvPr/>
            </p:nvSpPr>
            <p:spPr>
              <a:xfrm>
                <a:off x="9804874" y="5750202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2 w 6343"/>
                  <a:gd name="connsiteY1" fmla="*/ 5595 h 6345"/>
                  <a:gd name="connsiteX2" fmla="*/ 6611 w 6343"/>
                  <a:gd name="connsiteY2" fmla="*/ 3352 h 6345"/>
                  <a:gd name="connsiteX3" fmla="*/ 5682 w 6343"/>
                  <a:gd name="connsiteY3" fmla="*/ 1108 h 6345"/>
                  <a:gd name="connsiteX4" fmla="*/ 3439 w 6343"/>
                  <a:gd name="connsiteY4" fmla="*/ 179 h 6345"/>
                  <a:gd name="connsiteX5" fmla="*/ 1197 w 6343"/>
                  <a:gd name="connsiteY5" fmla="*/ 1108 h 6345"/>
                  <a:gd name="connsiteX6" fmla="*/ 268 w 6343"/>
                  <a:gd name="connsiteY6" fmla="*/ 3352 h 6345"/>
                  <a:gd name="connsiteX7" fmla="*/ 1197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7" y="6190"/>
                      <a:pt x="5682" y="5595"/>
                    </a:cubicBezTo>
                    <a:cubicBezTo>
                      <a:pt x="6277" y="5000"/>
                      <a:pt x="6611" y="4193"/>
                      <a:pt x="6611" y="3352"/>
                    </a:cubicBezTo>
                    <a:cubicBezTo>
                      <a:pt x="6611" y="2510"/>
                      <a:pt x="6277" y="1703"/>
                      <a:pt x="5682" y="1108"/>
                    </a:cubicBezTo>
                    <a:cubicBezTo>
                      <a:pt x="5087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7" y="1108"/>
                    </a:cubicBezTo>
                    <a:cubicBezTo>
                      <a:pt x="602" y="1703"/>
                      <a:pt x="268" y="2510"/>
                      <a:pt x="268" y="3352"/>
                    </a:cubicBezTo>
                    <a:cubicBezTo>
                      <a:pt x="268" y="4193"/>
                      <a:pt x="602" y="5000"/>
                      <a:pt x="1197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14" name="Freeform: Shape 12713">
                <a:extLst>
                  <a:ext uri="{FF2B5EF4-FFF2-40B4-BE49-F238E27FC236}">
                    <a16:creationId xmlns:a16="http://schemas.microsoft.com/office/drawing/2014/main" id="{B08EC247-94B5-19B7-889E-47B081FBB847}"/>
                  </a:ext>
                </a:extLst>
              </p:cNvPr>
              <p:cNvSpPr/>
              <p:nvPr/>
            </p:nvSpPr>
            <p:spPr>
              <a:xfrm>
                <a:off x="9800229" y="5750048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2 w 6343"/>
                  <a:gd name="connsiteY1" fmla="*/ 5595 h 6345"/>
                  <a:gd name="connsiteX2" fmla="*/ 6610 w 6343"/>
                  <a:gd name="connsiteY2" fmla="*/ 3352 h 6345"/>
                  <a:gd name="connsiteX3" fmla="*/ 5682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7" y="6190"/>
                      <a:pt x="5682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2" y="1108"/>
                    </a:cubicBezTo>
                    <a:cubicBezTo>
                      <a:pt x="5087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15" name="Freeform: Shape 12714">
                <a:extLst>
                  <a:ext uri="{FF2B5EF4-FFF2-40B4-BE49-F238E27FC236}">
                    <a16:creationId xmlns:a16="http://schemas.microsoft.com/office/drawing/2014/main" id="{2D9E4D42-1AD2-045E-3AB4-B3AB297C4C26}"/>
                  </a:ext>
                </a:extLst>
              </p:cNvPr>
              <p:cNvSpPr/>
              <p:nvPr/>
            </p:nvSpPr>
            <p:spPr>
              <a:xfrm>
                <a:off x="9797045" y="5751730"/>
                <a:ext cx="6343" cy="6345"/>
              </a:xfrm>
              <a:custGeom>
                <a:avLst/>
                <a:gdLst>
                  <a:gd name="connsiteX0" fmla="*/ 3439 w 6343"/>
                  <a:gd name="connsiteY0" fmla="*/ 6524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9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4"/>
                    </a:moveTo>
                    <a:cubicBezTo>
                      <a:pt x="4280" y="6524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0"/>
                      <a:pt x="6276" y="1703"/>
                      <a:pt x="5681" y="1108"/>
                    </a:cubicBezTo>
                    <a:cubicBezTo>
                      <a:pt x="5086" y="513"/>
                      <a:pt x="4280" y="179"/>
                      <a:pt x="3439" y="179"/>
                    </a:cubicBezTo>
                    <a:cubicBezTo>
                      <a:pt x="2598" y="179"/>
                      <a:pt x="1791" y="513"/>
                      <a:pt x="1196" y="1108"/>
                    </a:cubicBezTo>
                    <a:cubicBezTo>
                      <a:pt x="601" y="1703"/>
                      <a:pt x="267" y="2510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8" y="6524"/>
                      <a:pt x="343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16" name="Freeform: Shape 12715">
                <a:extLst>
                  <a:ext uri="{FF2B5EF4-FFF2-40B4-BE49-F238E27FC236}">
                    <a16:creationId xmlns:a16="http://schemas.microsoft.com/office/drawing/2014/main" id="{930CB7E0-3EC3-7BCD-264B-27DAAF453602}"/>
                  </a:ext>
                </a:extLst>
              </p:cNvPr>
              <p:cNvSpPr/>
              <p:nvPr/>
            </p:nvSpPr>
            <p:spPr>
              <a:xfrm>
                <a:off x="9794231" y="5753886"/>
                <a:ext cx="6343" cy="6345"/>
              </a:xfrm>
              <a:custGeom>
                <a:avLst/>
                <a:gdLst>
                  <a:gd name="connsiteX0" fmla="*/ 3438 w 6343"/>
                  <a:gd name="connsiteY0" fmla="*/ 6525 h 6345"/>
                  <a:gd name="connsiteX1" fmla="*/ 5681 w 6343"/>
                  <a:gd name="connsiteY1" fmla="*/ 5595 h 6345"/>
                  <a:gd name="connsiteX2" fmla="*/ 6610 w 6343"/>
                  <a:gd name="connsiteY2" fmla="*/ 3352 h 6345"/>
                  <a:gd name="connsiteX3" fmla="*/ 5681 w 6343"/>
                  <a:gd name="connsiteY3" fmla="*/ 1108 h 6345"/>
                  <a:gd name="connsiteX4" fmla="*/ 3438 w 6343"/>
                  <a:gd name="connsiteY4" fmla="*/ 179 h 6345"/>
                  <a:gd name="connsiteX5" fmla="*/ 1196 w 6343"/>
                  <a:gd name="connsiteY5" fmla="*/ 1108 h 6345"/>
                  <a:gd name="connsiteX6" fmla="*/ 267 w 6343"/>
                  <a:gd name="connsiteY6" fmla="*/ 3352 h 6345"/>
                  <a:gd name="connsiteX7" fmla="*/ 1196 w 6343"/>
                  <a:gd name="connsiteY7" fmla="*/ 5595 h 6345"/>
                  <a:gd name="connsiteX8" fmla="*/ 343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5"/>
                    </a:moveTo>
                    <a:cubicBezTo>
                      <a:pt x="4280" y="6525"/>
                      <a:pt x="5086" y="6190"/>
                      <a:pt x="5681" y="5595"/>
                    </a:cubicBezTo>
                    <a:cubicBezTo>
                      <a:pt x="6276" y="5000"/>
                      <a:pt x="6610" y="4193"/>
                      <a:pt x="6610" y="3352"/>
                    </a:cubicBezTo>
                    <a:cubicBezTo>
                      <a:pt x="6610" y="2511"/>
                      <a:pt x="6276" y="1703"/>
                      <a:pt x="5681" y="1108"/>
                    </a:cubicBezTo>
                    <a:cubicBezTo>
                      <a:pt x="5086" y="514"/>
                      <a:pt x="4280" y="179"/>
                      <a:pt x="3438" y="179"/>
                    </a:cubicBezTo>
                    <a:cubicBezTo>
                      <a:pt x="2597" y="179"/>
                      <a:pt x="1791" y="514"/>
                      <a:pt x="1196" y="1108"/>
                    </a:cubicBezTo>
                    <a:cubicBezTo>
                      <a:pt x="601" y="1703"/>
                      <a:pt x="267" y="2511"/>
                      <a:pt x="267" y="3352"/>
                    </a:cubicBezTo>
                    <a:cubicBezTo>
                      <a:pt x="267" y="4193"/>
                      <a:pt x="601" y="5000"/>
                      <a:pt x="1196" y="5595"/>
                    </a:cubicBezTo>
                    <a:cubicBezTo>
                      <a:pt x="1791" y="6190"/>
                      <a:pt x="2597" y="6525"/>
                      <a:pt x="343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17" name="Freeform: Shape 12716">
                <a:extLst>
                  <a:ext uri="{FF2B5EF4-FFF2-40B4-BE49-F238E27FC236}">
                    <a16:creationId xmlns:a16="http://schemas.microsoft.com/office/drawing/2014/main" id="{9A7EE489-C04B-37E9-5C81-319C4A19AC74}"/>
                  </a:ext>
                </a:extLst>
              </p:cNvPr>
              <p:cNvSpPr/>
              <p:nvPr/>
            </p:nvSpPr>
            <p:spPr>
              <a:xfrm>
                <a:off x="9791628" y="5756323"/>
                <a:ext cx="6343" cy="6345"/>
              </a:xfrm>
              <a:custGeom>
                <a:avLst/>
                <a:gdLst>
                  <a:gd name="connsiteX0" fmla="*/ 3438 w 6343"/>
                  <a:gd name="connsiteY0" fmla="*/ 6525 h 6345"/>
                  <a:gd name="connsiteX1" fmla="*/ 5681 w 6343"/>
                  <a:gd name="connsiteY1" fmla="*/ 5596 h 6345"/>
                  <a:gd name="connsiteX2" fmla="*/ 6610 w 6343"/>
                  <a:gd name="connsiteY2" fmla="*/ 3352 h 6345"/>
                  <a:gd name="connsiteX3" fmla="*/ 5681 w 6343"/>
                  <a:gd name="connsiteY3" fmla="*/ 1109 h 6345"/>
                  <a:gd name="connsiteX4" fmla="*/ 3438 w 6343"/>
                  <a:gd name="connsiteY4" fmla="*/ 179 h 6345"/>
                  <a:gd name="connsiteX5" fmla="*/ 1196 w 6343"/>
                  <a:gd name="connsiteY5" fmla="*/ 1109 h 6345"/>
                  <a:gd name="connsiteX6" fmla="*/ 267 w 6343"/>
                  <a:gd name="connsiteY6" fmla="*/ 3352 h 6345"/>
                  <a:gd name="connsiteX7" fmla="*/ 1196 w 6343"/>
                  <a:gd name="connsiteY7" fmla="*/ 5596 h 6345"/>
                  <a:gd name="connsiteX8" fmla="*/ 3438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5"/>
                    </a:moveTo>
                    <a:cubicBezTo>
                      <a:pt x="4279" y="6525"/>
                      <a:pt x="5086" y="6191"/>
                      <a:pt x="5681" y="5596"/>
                    </a:cubicBezTo>
                    <a:cubicBezTo>
                      <a:pt x="6276" y="5001"/>
                      <a:pt x="6610" y="4194"/>
                      <a:pt x="6610" y="3352"/>
                    </a:cubicBezTo>
                    <a:cubicBezTo>
                      <a:pt x="6610" y="2511"/>
                      <a:pt x="6276" y="1704"/>
                      <a:pt x="5681" y="1109"/>
                    </a:cubicBezTo>
                    <a:cubicBezTo>
                      <a:pt x="5086" y="514"/>
                      <a:pt x="4279" y="179"/>
                      <a:pt x="3438" y="179"/>
                    </a:cubicBezTo>
                    <a:cubicBezTo>
                      <a:pt x="2597" y="179"/>
                      <a:pt x="1790" y="514"/>
                      <a:pt x="1196" y="1109"/>
                    </a:cubicBezTo>
                    <a:cubicBezTo>
                      <a:pt x="601" y="1704"/>
                      <a:pt x="267" y="2511"/>
                      <a:pt x="267" y="3352"/>
                    </a:cubicBezTo>
                    <a:cubicBezTo>
                      <a:pt x="267" y="4194"/>
                      <a:pt x="601" y="5001"/>
                      <a:pt x="1196" y="5596"/>
                    </a:cubicBezTo>
                    <a:cubicBezTo>
                      <a:pt x="1790" y="6191"/>
                      <a:pt x="2597" y="6525"/>
                      <a:pt x="3438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18" name="Freeform: Shape 12717">
                <a:extLst>
                  <a:ext uri="{FF2B5EF4-FFF2-40B4-BE49-F238E27FC236}">
                    <a16:creationId xmlns:a16="http://schemas.microsoft.com/office/drawing/2014/main" id="{281AD20C-7D06-679C-29BB-6059CF7AAD27}"/>
                  </a:ext>
                </a:extLst>
              </p:cNvPr>
              <p:cNvSpPr/>
              <p:nvPr/>
            </p:nvSpPr>
            <p:spPr>
              <a:xfrm>
                <a:off x="9808902" y="5785580"/>
                <a:ext cx="6343" cy="6345"/>
              </a:xfrm>
              <a:custGeom>
                <a:avLst/>
                <a:gdLst>
                  <a:gd name="connsiteX0" fmla="*/ 3440 w 6343"/>
                  <a:gd name="connsiteY0" fmla="*/ 6527 h 6345"/>
                  <a:gd name="connsiteX1" fmla="*/ 5682 w 6343"/>
                  <a:gd name="connsiteY1" fmla="*/ 5598 h 6345"/>
                  <a:gd name="connsiteX2" fmla="*/ 6611 w 6343"/>
                  <a:gd name="connsiteY2" fmla="*/ 3354 h 6345"/>
                  <a:gd name="connsiteX3" fmla="*/ 5682 w 6343"/>
                  <a:gd name="connsiteY3" fmla="*/ 1111 h 6345"/>
                  <a:gd name="connsiteX4" fmla="*/ 3440 w 6343"/>
                  <a:gd name="connsiteY4" fmla="*/ 182 h 6345"/>
                  <a:gd name="connsiteX5" fmla="*/ 1197 w 6343"/>
                  <a:gd name="connsiteY5" fmla="*/ 1111 h 6345"/>
                  <a:gd name="connsiteX6" fmla="*/ 268 w 6343"/>
                  <a:gd name="connsiteY6" fmla="*/ 3354 h 6345"/>
                  <a:gd name="connsiteX7" fmla="*/ 1197 w 6343"/>
                  <a:gd name="connsiteY7" fmla="*/ 5598 h 6345"/>
                  <a:gd name="connsiteX8" fmla="*/ 3440 w 6343"/>
                  <a:gd name="connsiteY8" fmla="*/ 652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0" y="6527"/>
                    </a:moveTo>
                    <a:cubicBezTo>
                      <a:pt x="4281" y="6527"/>
                      <a:pt x="5087" y="6193"/>
                      <a:pt x="5682" y="5598"/>
                    </a:cubicBezTo>
                    <a:cubicBezTo>
                      <a:pt x="6277" y="5003"/>
                      <a:pt x="6611" y="4196"/>
                      <a:pt x="6611" y="3354"/>
                    </a:cubicBezTo>
                    <a:cubicBezTo>
                      <a:pt x="6611" y="2513"/>
                      <a:pt x="6277" y="1706"/>
                      <a:pt x="5682" y="1111"/>
                    </a:cubicBezTo>
                    <a:cubicBezTo>
                      <a:pt x="5087" y="516"/>
                      <a:pt x="4281" y="182"/>
                      <a:pt x="3440" y="182"/>
                    </a:cubicBezTo>
                    <a:cubicBezTo>
                      <a:pt x="2598" y="182"/>
                      <a:pt x="1792" y="516"/>
                      <a:pt x="1197" y="1111"/>
                    </a:cubicBezTo>
                    <a:cubicBezTo>
                      <a:pt x="602" y="1706"/>
                      <a:pt x="268" y="2513"/>
                      <a:pt x="268" y="3354"/>
                    </a:cubicBezTo>
                    <a:cubicBezTo>
                      <a:pt x="268" y="4196"/>
                      <a:pt x="602" y="5003"/>
                      <a:pt x="1197" y="5598"/>
                    </a:cubicBezTo>
                    <a:cubicBezTo>
                      <a:pt x="1792" y="6193"/>
                      <a:pt x="2598" y="6527"/>
                      <a:pt x="3440" y="65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19" name="Freeform: Shape 12718">
                <a:extLst>
                  <a:ext uri="{FF2B5EF4-FFF2-40B4-BE49-F238E27FC236}">
                    <a16:creationId xmlns:a16="http://schemas.microsoft.com/office/drawing/2014/main" id="{4B73D011-AE4A-E1B6-C7CE-7FAC7DF56BE9}"/>
                  </a:ext>
                </a:extLst>
              </p:cNvPr>
              <p:cNvSpPr/>
              <p:nvPr/>
            </p:nvSpPr>
            <p:spPr>
              <a:xfrm>
                <a:off x="9796146" y="5800117"/>
                <a:ext cx="6343" cy="6345"/>
              </a:xfrm>
              <a:custGeom>
                <a:avLst/>
                <a:gdLst>
                  <a:gd name="connsiteX0" fmla="*/ 3439 w 6343"/>
                  <a:gd name="connsiteY0" fmla="*/ 6528 h 6345"/>
                  <a:gd name="connsiteX1" fmla="*/ 5681 w 6343"/>
                  <a:gd name="connsiteY1" fmla="*/ 5599 h 6345"/>
                  <a:gd name="connsiteX2" fmla="*/ 6610 w 6343"/>
                  <a:gd name="connsiteY2" fmla="*/ 3356 h 6345"/>
                  <a:gd name="connsiteX3" fmla="*/ 5681 w 6343"/>
                  <a:gd name="connsiteY3" fmla="*/ 1112 h 6345"/>
                  <a:gd name="connsiteX4" fmla="*/ 3439 w 6343"/>
                  <a:gd name="connsiteY4" fmla="*/ 183 h 6345"/>
                  <a:gd name="connsiteX5" fmla="*/ 1196 w 6343"/>
                  <a:gd name="connsiteY5" fmla="*/ 1112 h 6345"/>
                  <a:gd name="connsiteX6" fmla="*/ 267 w 6343"/>
                  <a:gd name="connsiteY6" fmla="*/ 3356 h 6345"/>
                  <a:gd name="connsiteX7" fmla="*/ 1196 w 6343"/>
                  <a:gd name="connsiteY7" fmla="*/ 5599 h 6345"/>
                  <a:gd name="connsiteX8" fmla="*/ 3439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9" y="6528"/>
                    </a:moveTo>
                    <a:cubicBezTo>
                      <a:pt x="4280" y="6528"/>
                      <a:pt x="5086" y="6194"/>
                      <a:pt x="5681" y="5599"/>
                    </a:cubicBezTo>
                    <a:cubicBezTo>
                      <a:pt x="6276" y="5004"/>
                      <a:pt x="6610" y="4197"/>
                      <a:pt x="6610" y="3356"/>
                    </a:cubicBezTo>
                    <a:cubicBezTo>
                      <a:pt x="6610" y="2514"/>
                      <a:pt x="6276" y="1707"/>
                      <a:pt x="5681" y="1112"/>
                    </a:cubicBezTo>
                    <a:cubicBezTo>
                      <a:pt x="5086" y="517"/>
                      <a:pt x="4280" y="183"/>
                      <a:pt x="3439" y="183"/>
                    </a:cubicBezTo>
                    <a:cubicBezTo>
                      <a:pt x="2597" y="183"/>
                      <a:pt x="1791" y="517"/>
                      <a:pt x="1196" y="1112"/>
                    </a:cubicBezTo>
                    <a:cubicBezTo>
                      <a:pt x="601" y="1707"/>
                      <a:pt x="267" y="2514"/>
                      <a:pt x="267" y="3356"/>
                    </a:cubicBezTo>
                    <a:cubicBezTo>
                      <a:pt x="267" y="4197"/>
                      <a:pt x="601" y="5004"/>
                      <a:pt x="1196" y="5599"/>
                    </a:cubicBezTo>
                    <a:cubicBezTo>
                      <a:pt x="1791" y="6194"/>
                      <a:pt x="2597" y="6528"/>
                      <a:pt x="3439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20" name="Freeform: Shape 12719">
                <a:extLst>
                  <a:ext uri="{FF2B5EF4-FFF2-40B4-BE49-F238E27FC236}">
                    <a16:creationId xmlns:a16="http://schemas.microsoft.com/office/drawing/2014/main" id="{61595D16-3A91-A017-3E67-D5DCF1A7F3EF}"/>
                  </a:ext>
                </a:extLst>
              </p:cNvPr>
              <p:cNvSpPr/>
              <p:nvPr/>
            </p:nvSpPr>
            <p:spPr>
              <a:xfrm>
                <a:off x="9792189" y="5801033"/>
                <a:ext cx="6343" cy="6345"/>
              </a:xfrm>
              <a:custGeom>
                <a:avLst/>
                <a:gdLst>
                  <a:gd name="connsiteX0" fmla="*/ 3438 w 6343"/>
                  <a:gd name="connsiteY0" fmla="*/ 6528 h 6345"/>
                  <a:gd name="connsiteX1" fmla="*/ 5681 w 6343"/>
                  <a:gd name="connsiteY1" fmla="*/ 5599 h 6345"/>
                  <a:gd name="connsiteX2" fmla="*/ 6610 w 6343"/>
                  <a:gd name="connsiteY2" fmla="*/ 3356 h 6345"/>
                  <a:gd name="connsiteX3" fmla="*/ 5681 w 6343"/>
                  <a:gd name="connsiteY3" fmla="*/ 1112 h 6345"/>
                  <a:gd name="connsiteX4" fmla="*/ 3438 w 6343"/>
                  <a:gd name="connsiteY4" fmla="*/ 183 h 6345"/>
                  <a:gd name="connsiteX5" fmla="*/ 1196 w 6343"/>
                  <a:gd name="connsiteY5" fmla="*/ 1112 h 6345"/>
                  <a:gd name="connsiteX6" fmla="*/ 267 w 6343"/>
                  <a:gd name="connsiteY6" fmla="*/ 3356 h 6345"/>
                  <a:gd name="connsiteX7" fmla="*/ 1196 w 6343"/>
                  <a:gd name="connsiteY7" fmla="*/ 5599 h 6345"/>
                  <a:gd name="connsiteX8" fmla="*/ 3438 w 6343"/>
                  <a:gd name="connsiteY8" fmla="*/ 652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8" y="6528"/>
                    </a:moveTo>
                    <a:cubicBezTo>
                      <a:pt x="4279" y="6528"/>
                      <a:pt x="5086" y="6194"/>
                      <a:pt x="5681" y="5599"/>
                    </a:cubicBezTo>
                    <a:cubicBezTo>
                      <a:pt x="6276" y="5004"/>
                      <a:pt x="6610" y="4197"/>
                      <a:pt x="6610" y="3356"/>
                    </a:cubicBezTo>
                    <a:cubicBezTo>
                      <a:pt x="6610" y="2514"/>
                      <a:pt x="6276" y="1707"/>
                      <a:pt x="5681" y="1112"/>
                    </a:cubicBezTo>
                    <a:cubicBezTo>
                      <a:pt x="5086" y="517"/>
                      <a:pt x="4279" y="183"/>
                      <a:pt x="3438" y="183"/>
                    </a:cubicBezTo>
                    <a:cubicBezTo>
                      <a:pt x="2597" y="183"/>
                      <a:pt x="1790" y="517"/>
                      <a:pt x="1196" y="1112"/>
                    </a:cubicBezTo>
                    <a:cubicBezTo>
                      <a:pt x="601" y="1707"/>
                      <a:pt x="267" y="2514"/>
                      <a:pt x="267" y="3356"/>
                    </a:cubicBezTo>
                    <a:cubicBezTo>
                      <a:pt x="267" y="4197"/>
                      <a:pt x="601" y="5004"/>
                      <a:pt x="1196" y="5599"/>
                    </a:cubicBezTo>
                    <a:cubicBezTo>
                      <a:pt x="1790" y="6194"/>
                      <a:pt x="2597" y="6528"/>
                      <a:pt x="3438" y="65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21" name="Freeform: Shape 12720">
                <a:extLst>
                  <a:ext uri="{FF2B5EF4-FFF2-40B4-BE49-F238E27FC236}">
                    <a16:creationId xmlns:a16="http://schemas.microsoft.com/office/drawing/2014/main" id="{C6EED814-472A-A297-4B92-CA55C8004B56}"/>
                  </a:ext>
                </a:extLst>
              </p:cNvPr>
              <p:cNvSpPr/>
              <p:nvPr/>
            </p:nvSpPr>
            <p:spPr>
              <a:xfrm>
                <a:off x="9602821" y="5540810"/>
                <a:ext cx="6343" cy="6345"/>
              </a:xfrm>
              <a:custGeom>
                <a:avLst/>
                <a:gdLst>
                  <a:gd name="connsiteX0" fmla="*/ 3423 w 6343"/>
                  <a:gd name="connsiteY0" fmla="*/ 6508 h 6345"/>
                  <a:gd name="connsiteX1" fmla="*/ 5666 w 6343"/>
                  <a:gd name="connsiteY1" fmla="*/ 5579 h 6345"/>
                  <a:gd name="connsiteX2" fmla="*/ 6595 w 6343"/>
                  <a:gd name="connsiteY2" fmla="*/ 3335 h 6345"/>
                  <a:gd name="connsiteX3" fmla="*/ 5666 w 6343"/>
                  <a:gd name="connsiteY3" fmla="*/ 1092 h 6345"/>
                  <a:gd name="connsiteX4" fmla="*/ 3423 w 6343"/>
                  <a:gd name="connsiteY4" fmla="*/ 162 h 6345"/>
                  <a:gd name="connsiteX5" fmla="*/ 1181 w 6343"/>
                  <a:gd name="connsiteY5" fmla="*/ 1092 h 6345"/>
                  <a:gd name="connsiteX6" fmla="*/ 252 w 6343"/>
                  <a:gd name="connsiteY6" fmla="*/ 3335 h 6345"/>
                  <a:gd name="connsiteX7" fmla="*/ 1181 w 6343"/>
                  <a:gd name="connsiteY7" fmla="*/ 5579 h 6345"/>
                  <a:gd name="connsiteX8" fmla="*/ 342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8"/>
                    </a:moveTo>
                    <a:cubicBezTo>
                      <a:pt x="4264" y="6508"/>
                      <a:pt x="5071" y="6174"/>
                      <a:pt x="5666" y="5579"/>
                    </a:cubicBezTo>
                    <a:cubicBezTo>
                      <a:pt x="6261" y="4984"/>
                      <a:pt x="6595" y="4177"/>
                      <a:pt x="6595" y="3335"/>
                    </a:cubicBezTo>
                    <a:cubicBezTo>
                      <a:pt x="6595" y="2494"/>
                      <a:pt x="6261" y="1687"/>
                      <a:pt x="5666" y="1092"/>
                    </a:cubicBezTo>
                    <a:cubicBezTo>
                      <a:pt x="5071" y="497"/>
                      <a:pt x="4264" y="162"/>
                      <a:pt x="3423" y="162"/>
                    </a:cubicBezTo>
                    <a:cubicBezTo>
                      <a:pt x="2582" y="162"/>
                      <a:pt x="1775" y="497"/>
                      <a:pt x="1181" y="1092"/>
                    </a:cubicBezTo>
                    <a:cubicBezTo>
                      <a:pt x="586" y="1687"/>
                      <a:pt x="252" y="2494"/>
                      <a:pt x="252" y="3335"/>
                    </a:cubicBezTo>
                    <a:cubicBezTo>
                      <a:pt x="252" y="4177"/>
                      <a:pt x="586" y="4984"/>
                      <a:pt x="1181" y="5579"/>
                    </a:cubicBezTo>
                    <a:cubicBezTo>
                      <a:pt x="1775" y="6174"/>
                      <a:pt x="2582" y="6508"/>
                      <a:pt x="342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22" name="Freeform: Shape 12721">
                <a:extLst>
                  <a:ext uri="{FF2B5EF4-FFF2-40B4-BE49-F238E27FC236}">
                    <a16:creationId xmlns:a16="http://schemas.microsoft.com/office/drawing/2014/main" id="{0F528EB0-DC35-B7AC-17F7-4FCC3F1A0355}"/>
                  </a:ext>
                </a:extLst>
              </p:cNvPr>
              <p:cNvSpPr/>
              <p:nvPr/>
            </p:nvSpPr>
            <p:spPr>
              <a:xfrm>
                <a:off x="9600537" y="5540566"/>
                <a:ext cx="6343" cy="6345"/>
              </a:xfrm>
              <a:custGeom>
                <a:avLst/>
                <a:gdLst>
                  <a:gd name="connsiteX0" fmla="*/ 3423 w 6343"/>
                  <a:gd name="connsiteY0" fmla="*/ 6508 h 6345"/>
                  <a:gd name="connsiteX1" fmla="*/ 5666 w 6343"/>
                  <a:gd name="connsiteY1" fmla="*/ 5579 h 6345"/>
                  <a:gd name="connsiteX2" fmla="*/ 6595 w 6343"/>
                  <a:gd name="connsiteY2" fmla="*/ 3335 h 6345"/>
                  <a:gd name="connsiteX3" fmla="*/ 5666 w 6343"/>
                  <a:gd name="connsiteY3" fmla="*/ 1092 h 6345"/>
                  <a:gd name="connsiteX4" fmla="*/ 3423 w 6343"/>
                  <a:gd name="connsiteY4" fmla="*/ 162 h 6345"/>
                  <a:gd name="connsiteX5" fmla="*/ 1180 w 6343"/>
                  <a:gd name="connsiteY5" fmla="*/ 1092 h 6345"/>
                  <a:gd name="connsiteX6" fmla="*/ 252 w 6343"/>
                  <a:gd name="connsiteY6" fmla="*/ 3335 h 6345"/>
                  <a:gd name="connsiteX7" fmla="*/ 1180 w 6343"/>
                  <a:gd name="connsiteY7" fmla="*/ 5579 h 6345"/>
                  <a:gd name="connsiteX8" fmla="*/ 342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8"/>
                    </a:moveTo>
                    <a:cubicBezTo>
                      <a:pt x="4264" y="6508"/>
                      <a:pt x="5071" y="6174"/>
                      <a:pt x="5666" y="5579"/>
                    </a:cubicBezTo>
                    <a:cubicBezTo>
                      <a:pt x="6261" y="4984"/>
                      <a:pt x="6595" y="4177"/>
                      <a:pt x="6595" y="3335"/>
                    </a:cubicBezTo>
                    <a:cubicBezTo>
                      <a:pt x="6595" y="2494"/>
                      <a:pt x="6261" y="1687"/>
                      <a:pt x="5666" y="1092"/>
                    </a:cubicBezTo>
                    <a:cubicBezTo>
                      <a:pt x="5071" y="497"/>
                      <a:pt x="4264" y="162"/>
                      <a:pt x="3423" y="162"/>
                    </a:cubicBezTo>
                    <a:cubicBezTo>
                      <a:pt x="2582" y="162"/>
                      <a:pt x="1775" y="497"/>
                      <a:pt x="1180" y="1092"/>
                    </a:cubicBezTo>
                    <a:cubicBezTo>
                      <a:pt x="586" y="1687"/>
                      <a:pt x="252" y="2494"/>
                      <a:pt x="252" y="3335"/>
                    </a:cubicBezTo>
                    <a:cubicBezTo>
                      <a:pt x="252" y="4177"/>
                      <a:pt x="586" y="4984"/>
                      <a:pt x="1180" y="5579"/>
                    </a:cubicBezTo>
                    <a:cubicBezTo>
                      <a:pt x="1775" y="6174"/>
                      <a:pt x="2582" y="6508"/>
                      <a:pt x="342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23" name="Freeform: Shape 12722">
                <a:extLst>
                  <a:ext uri="{FF2B5EF4-FFF2-40B4-BE49-F238E27FC236}">
                    <a16:creationId xmlns:a16="http://schemas.microsoft.com/office/drawing/2014/main" id="{E447C78C-6584-ADC8-9BB0-04F78CA02185}"/>
                  </a:ext>
                </a:extLst>
              </p:cNvPr>
              <p:cNvSpPr/>
              <p:nvPr/>
            </p:nvSpPr>
            <p:spPr>
              <a:xfrm>
                <a:off x="9596292" y="5540501"/>
                <a:ext cx="6343" cy="6345"/>
              </a:xfrm>
              <a:custGeom>
                <a:avLst/>
                <a:gdLst>
                  <a:gd name="connsiteX0" fmla="*/ 3423 w 6343"/>
                  <a:gd name="connsiteY0" fmla="*/ 6508 h 6345"/>
                  <a:gd name="connsiteX1" fmla="*/ 5665 w 6343"/>
                  <a:gd name="connsiteY1" fmla="*/ 5579 h 6345"/>
                  <a:gd name="connsiteX2" fmla="*/ 6594 w 6343"/>
                  <a:gd name="connsiteY2" fmla="*/ 3335 h 6345"/>
                  <a:gd name="connsiteX3" fmla="*/ 5665 w 6343"/>
                  <a:gd name="connsiteY3" fmla="*/ 1092 h 6345"/>
                  <a:gd name="connsiteX4" fmla="*/ 3423 w 6343"/>
                  <a:gd name="connsiteY4" fmla="*/ 162 h 6345"/>
                  <a:gd name="connsiteX5" fmla="*/ 1180 w 6343"/>
                  <a:gd name="connsiteY5" fmla="*/ 1092 h 6345"/>
                  <a:gd name="connsiteX6" fmla="*/ 251 w 6343"/>
                  <a:gd name="connsiteY6" fmla="*/ 3335 h 6345"/>
                  <a:gd name="connsiteX7" fmla="*/ 1180 w 6343"/>
                  <a:gd name="connsiteY7" fmla="*/ 5579 h 6345"/>
                  <a:gd name="connsiteX8" fmla="*/ 342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8"/>
                    </a:moveTo>
                    <a:cubicBezTo>
                      <a:pt x="4264" y="6508"/>
                      <a:pt x="5071" y="6174"/>
                      <a:pt x="5665" y="5579"/>
                    </a:cubicBezTo>
                    <a:cubicBezTo>
                      <a:pt x="6260" y="4984"/>
                      <a:pt x="6594" y="4177"/>
                      <a:pt x="6594" y="3335"/>
                    </a:cubicBezTo>
                    <a:cubicBezTo>
                      <a:pt x="6594" y="2494"/>
                      <a:pt x="6260" y="1687"/>
                      <a:pt x="5665" y="1092"/>
                    </a:cubicBezTo>
                    <a:cubicBezTo>
                      <a:pt x="5071" y="497"/>
                      <a:pt x="4264" y="162"/>
                      <a:pt x="3423" y="162"/>
                    </a:cubicBezTo>
                    <a:cubicBezTo>
                      <a:pt x="2582" y="162"/>
                      <a:pt x="1775" y="497"/>
                      <a:pt x="1180" y="1092"/>
                    </a:cubicBezTo>
                    <a:cubicBezTo>
                      <a:pt x="585" y="1687"/>
                      <a:pt x="251" y="2494"/>
                      <a:pt x="251" y="3335"/>
                    </a:cubicBezTo>
                    <a:cubicBezTo>
                      <a:pt x="251" y="4177"/>
                      <a:pt x="585" y="4984"/>
                      <a:pt x="1180" y="5579"/>
                    </a:cubicBezTo>
                    <a:cubicBezTo>
                      <a:pt x="1775" y="6174"/>
                      <a:pt x="2582" y="6508"/>
                      <a:pt x="342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24" name="Freeform: Shape 12723">
                <a:extLst>
                  <a:ext uri="{FF2B5EF4-FFF2-40B4-BE49-F238E27FC236}">
                    <a16:creationId xmlns:a16="http://schemas.microsoft.com/office/drawing/2014/main" id="{3496A9D5-16EA-7E87-DF22-04F54B1E733F}"/>
                  </a:ext>
                </a:extLst>
              </p:cNvPr>
              <p:cNvSpPr/>
              <p:nvPr/>
            </p:nvSpPr>
            <p:spPr>
              <a:xfrm>
                <a:off x="9594389" y="5540790"/>
                <a:ext cx="6343" cy="6345"/>
              </a:xfrm>
              <a:custGeom>
                <a:avLst/>
                <a:gdLst>
                  <a:gd name="connsiteX0" fmla="*/ 3423 w 6343"/>
                  <a:gd name="connsiteY0" fmla="*/ 6508 h 6345"/>
                  <a:gd name="connsiteX1" fmla="*/ 5665 w 6343"/>
                  <a:gd name="connsiteY1" fmla="*/ 5579 h 6345"/>
                  <a:gd name="connsiteX2" fmla="*/ 6594 w 6343"/>
                  <a:gd name="connsiteY2" fmla="*/ 3335 h 6345"/>
                  <a:gd name="connsiteX3" fmla="*/ 5665 w 6343"/>
                  <a:gd name="connsiteY3" fmla="*/ 1092 h 6345"/>
                  <a:gd name="connsiteX4" fmla="*/ 3423 w 6343"/>
                  <a:gd name="connsiteY4" fmla="*/ 162 h 6345"/>
                  <a:gd name="connsiteX5" fmla="*/ 1180 w 6343"/>
                  <a:gd name="connsiteY5" fmla="*/ 1092 h 6345"/>
                  <a:gd name="connsiteX6" fmla="*/ 251 w 6343"/>
                  <a:gd name="connsiteY6" fmla="*/ 3335 h 6345"/>
                  <a:gd name="connsiteX7" fmla="*/ 1180 w 6343"/>
                  <a:gd name="connsiteY7" fmla="*/ 5579 h 6345"/>
                  <a:gd name="connsiteX8" fmla="*/ 342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8"/>
                    </a:moveTo>
                    <a:cubicBezTo>
                      <a:pt x="4264" y="6508"/>
                      <a:pt x="5071" y="6174"/>
                      <a:pt x="5665" y="5579"/>
                    </a:cubicBezTo>
                    <a:cubicBezTo>
                      <a:pt x="6260" y="4984"/>
                      <a:pt x="6594" y="4177"/>
                      <a:pt x="6594" y="3335"/>
                    </a:cubicBezTo>
                    <a:cubicBezTo>
                      <a:pt x="6594" y="2494"/>
                      <a:pt x="6260" y="1687"/>
                      <a:pt x="5665" y="1092"/>
                    </a:cubicBezTo>
                    <a:cubicBezTo>
                      <a:pt x="5071" y="497"/>
                      <a:pt x="4264" y="162"/>
                      <a:pt x="3423" y="162"/>
                    </a:cubicBezTo>
                    <a:cubicBezTo>
                      <a:pt x="2582" y="162"/>
                      <a:pt x="1775" y="497"/>
                      <a:pt x="1180" y="1092"/>
                    </a:cubicBezTo>
                    <a:cubicBezTo>
                      <a:pt x="585" y="1687"/>
                      <a:pt x="251" y="2494"/>
                      <a:pt x="251" y="3335"/>
                    </a:cubicBezTo>
                    <a:cubicBezTo>
                      <a:pt x="251" y="4177"/>
                      <a:pt x="585" y="4984"/>
                      <a:pt x="1180" y="5579"/>
                    </a:cubicBezTo>
                    <a:cubicBezTo>
                      <a:pt x="1775" y="6174"/>
                      <a:pt x="2582" y="6508"/>
                      <a:pt x="342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25" name="Freeform: Shape 12724">
                <a:extLst>
                  <a:ext uri="{FF2B5EF4-FFF2-40B4-BE49-F238E27FC236}">
                    <a16:creationId xmlns:a16="http://schemas.microsoft.com/office/drawing/2014/main" id="{BBACC5D0-7975-AC25-5370-34E3AF468873}"/>
                  </a:ext>
                </a:extLst>
              </p:cNvPr>
              <p:cNvSpPr/>
              <p:nvPr/>
            </p:nvSpPr>
            <p:spPr>
              <a:xfrm>
                <a:off x="9590050" y="5540413"/>
                <a:ext cx="6343" cy="6345"/>
              </a:xfrm>
              <a:custGeom>
                <a:avLst/>
                <a:gdLst>
                  <a:gd name="connsiteX0" fmla="*/ 3422 w 6343"/>
                  <a:gd name="connsiteY0" fmla="*/ 6508 h 6345"/>
                  <a:gd name="connsiteX1" fmla="*/ 5665 w 6343"/>
                  <a:gd name="connsiteY1" fmla="*/ 5579 h 6345"/>
                  <a:gd name="connsiteX2" fmla="*/ 6594 w 6343"/>
                  <a:gd name="connsiteY2" fmla="*/ 3335 h 6345"/>
                  <a:gd name="connsiteX3" fmla="*/ 5665 w 6343"/>
                  <a:gd name="connsiteY3" fmla="*/ 1092 h 6345"/>
                  <a:gd name="connsiteX4" fmla="*/ 3422 w 6343"/>
                  <a:gd name="connsiteY4" fmla="*/ 162 h 6345"/>
                  <a:gd name="connsiteX5" fmla="*/ 1180 w 6343"/>
                  <a:gd name="connsiteY5" fmla="*/ 1092 h 6345"/>
                  <a:gd name="connsiteX6" fmla="*/ 251 w 6343"/>
                  <a:gd name="connsiteY6" fmla="*/ 3335 h 6345"/>
                  <a:gd name="connsiteX7" fmla="*/ 1180 w 6343"/>
                  <a:gd name="connsiteY7" fmla="*/ 5579 h 6345"/>
                  <a:gd name="connsiteX8" fmla="*/ 342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8"/>
                    </a:moveTo>
                    <a:cubicBezTo>
                      <a:pt x="4263" y="6508"/>
                      <a:pt x="5070" y="6174"/>
                      <a:pt x="5665" y="5579"/>
                    </a:cubicBezTo>
                    <a:cubicBezTo>
                      <a:pt x="6260" y="4984"/>
                      <a:pt x="6594" y="4177"/>
                      <a:pt x="6594" y="3335"/>
                    </a:cubicBezTo>
                    <a:cubicBezTo>
                      <a:pt x="6594" y="2494"/>
                      <a:pt x="6260" y="1687"/>
                      <a:pt x="5665" y="1092"/>
                    </a:cubicBezTo>
                    <a:cubicBezTo>
                      <a:pt x="5070" y="497"/>
                      <a:pt x="4263" y="162"/>
                      <a:pt x="3422" y="162"/>
                    </a:cubicBezTo>
                    <a:cubicBezTo>
                      <a:pt x="2581" y="162"/>
                      <a:pt x="1774" y="497"/>
                      <a:pt x="1180" y="1092"/>
                    </a:cubicBezTo>
                    <a:cubicBezTo>
                      <a:pt x="585" y="1687"/>
                      <a:pt x="251" y="2494"/>
                      <a:pt x="251" y="3335"/>
                    </a:cubicBezTo>
                    <a:cubicBezTo>
                      <a:pt x="251" y="4177"/>
                      <a:pt x="585" y="4984"/>
                      <a:pt x="1180" y="5579"/>
                    </a:cubicBezTo>
                    <a:cubicBezTo>
                      <a:pt x="1774" y="6174"/>
                      <a:pt x="2581" y="6508"/>
                      <a:pt x="342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26" name="Freeform: Shape 12725">
                <a:extLst>
                  <a:ext uri="{FF2B5EF4-FFF2-40B4-BE49-F238E27FC236}">
                    <a16:creationId xmlns:a16="http://schemas.microsoft.com/office/drawing/2014/main" id="{3D493649-CBBC-88D0-D453-F27ACA1FD44F}"/>
                  </a:ext>
                </a:extLst>
              </p:cNvPr>
              <p:cNvSpPr/>
              <p:nvPr/>
            </p:nvSpPr>
            <p:spPr>
              <a:xfrm>
                <a:off x="9587389" y="5542831"/>
                <a:ext cx="6343" cy="6345"/>
              </a:xfrm>
              <a:custGeom>
                <a:avLst/>
                <a:gdLst>
                  <a:gd name="connsiteX0" fmla="*/ 3422 w 6343"/>
                  <a:gd name="connsiteY0" fmla="*/ 6508 h 6345"/>
                  <a:gd name="connsiteX1" fmla="*/ 5665 w 6343"/>
                  <a:gd name="connsiteY1" fmla="*/ 5579 h 6345"/>
                  <a:gd name="connsiteX2" fmla="*/ 6594 w 6343"/>
                  <a:gd name="connsiteY2" fmla="*/ 3335 h 6345"/>
                  <a:gd name="connsiteX3" fmla="*/ 5665 w 6343"/>
                  <a:gd name="connsiteY3" fmla="*/ 1092 h 6345"/>
                  <a:gd name="connsiteX4" fmla="*/ 3422 w 6343"/>
                  <a:gd name="connsiteY4" fmla="*/ 163 h 6345"/>
                  <a:gd name="connsiteX5" fmla="*/ 1179 w 6343"/>
                  <a:gd name="connsiteY5" fmla="*/ 1092 h 6345"/>
                  <a:gd name="connsiteX6" fmla="*/ 251 w 6343"/>
                  <a:gd name="connsiteY6" fmla="*/ 3335 h 6345"/>
                  <a:gd name="connsiteX7" fmla="*/ 1179 w 6343"/>
                  <a:gd name="connsiteY7" fmla="*/ 5579 h 6345"/>
                  <a:gd name="connsiteX8" fmla="*/ 342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8"/>
                    </a:moveTo>
                    <a:cubicBezTo>
                      <a:pt x="4263" y="6508"/>
                      <a:pt x="5070" y="6174"/>
                      <a:pt x="5665" y="5579"/>
                    </a:cubicBezTo>
                    <a:cubicBezTo>
                      <a:pt x="6259" y="4984"/>
                      <a:pt x="6594" y="4177"/>
                      <a:pt x="6594" y="3335"/>
                    </a:cubicBezTo>
                    <a:cubicBezTo>
                      <a:pt x="6594" y="2494"/>
                      <a:pt x="6259" y="1687"/>
                      <a:pt x="5665" y="1092"/>
                    </a:cubicBezTo>
                    <a:cubicBezTo>
                      <a:pt x="5070" y="497"/>
                      <a:pt x="4263" y="163"/>
                      <a:pt x="3422" y="163"/>
                    </a:cubicBezTo>
                    <a:cubicBezTo>
                      <a:pt x="2581" y="163"/>
                      <a:pt x="1774" y="497"/>
                      <a:pt x="1179" y="1092"/>
                    </a:cubicBezTo>
                    <a:cubicBezTo>
                      <a:pt x="585" y="1687"/>
                      <a:pt x="251" y="2494"/>
                      <a:pt x="251" y="3335"/>
                    </a:cubicBezTo>
                    <a:cubicBezTo>
                      <a:pt x="251" y="4177"/>
                      <a:pt x="585" y="4984"/>
                      <a:pt x="1179" y="5579"/>
                    </a:cubicBezTo>
                    <a:cubicBezTo>
                      <a:pt x="1774" y="6174"/>
                      <a:pt x="2581" y="6508"/>
                      <a:pt x="342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27" name="Freeform: Shape 12726">
                <a:extLst>
                  <a:ext uri="{FF2B5EF4-FFF2-40B4-BE49-F238E27FC236}">
                    <a16:creationId xmlns:a16="http://schemas.microsoft.com/office/drawing/2014/main" id="{34236A7F-B05E-C8FF-6879-35F9BAB5D03D}"/>
                  </a:ext>
                </a:extLst>
              </p:cNvPr>
              <p:cNvSpPr/>
              <p:nvPr/>
            </p:nvSpPr>
            <p:spPr>
              <a:xfrm>
                <a:off x="9586382" y="5544626"/>
                <a:ext cx="6343" cy="6345"/>
              </a:xfrm>
              <a:custGeom>
                <a:avLst/>
                <a:gdLst>
                  <a:gd name="connsiteX0" fmla="*/ 3422 w 6343"/>
                  <a:gd name="connsiteY0" fmla="*/ 6508 h 6345"/>
                  <a:gd name="connsiteX1" fmla="*/ 5665 w 6343"/>
                  <a:gd name="connsiteY1" fmla="*/ 5579 h 6345"/>
                  <a:gd name="connsiteX2" fmla="*/ 6594 w 6343"/>
                  <a:gd name="connsiteY2" fmla="*/ 3335 h 6345"/>
                  <a:gd name="connsiteX3" fmla="*/ 5665 w 6343"/>
                  <a:gd name="connsiteY3" fmla="*/ 1092 h 6345"/>
                  <a:gd name="connsiteX4" fmla="*/ 3422 w 6343"/>
                  <a:gd name="connsiteY4" fmla="*/ 163 h 6345"/>
                  <a:gd name="connsiteX5" fmla="*/ 1179 w 6343"/>
                  <a:gd name="connsiteY5" fmla="*/ 1092 h 6345"/>
                  <a:gd name="connsiteX6" fmla="*/ 250 w 6343"/>
                  <a:gd name="connsiteY6" fmla="*/ 3335 h 6345"/>
                  <a:gd name="connsiteX7" fmla="*/ 1179 w 6343"/>
                  <a:gd name="connsiteY7" fmla="*/ 5579 h 6345"/>
                  <a:gd name="connsiteX8" fmla="*/ 342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8"/>
                    </a:moveTo>
                    <a:cubicBezTo>
                      <a:pt x="4263" y="6508"/>
                      <a:pt x="5070" y="6174"/>
                      <a:pt x="5665" y="5579"/>
                    </a:cubicBezTo>
                    <a:cubicBezTo>
                      <a:pt x="6259" y="4984"/>
                      <a:pt x="6594" y="4177"/>
                      <a:pt x="6594" y="3335"/>
                    </a:cubicBezTo>
                    <a:cubicBezTo>
                      <a:pt x="6594" y="2494"/>
                      <a:pt x="6259" y="1687"/>
                      <a:pt x="5665" y="1092"/>
                    </a:cubicBezTo>
                    <a:cubicBezTo>
                      <a:pt x="5070" y="497"/>
                      <a:pt x="4263" y="163"/>
                      <a:pt x="3422" y="163"/>
                    </a:cubicBezTo>
                    <a:cubicBezTo>
                      <a:pt x="2581" y="163"/>
                      <a:pt x="1774" y="497"/>
                      <a:pt x="1179" y="1092"/>
                    </a:cubicBezTo>
                    <a:cubicBezTo>
                      <a:pt x="585" y="1687"/>
                      <a:pt x="250" y="2494"/>
                      <a:pt x="250" y="3335"/>
                    </a:cubicBezTo>
                    <a:cubicBezTo>
                      <a:pt x="250" y="4177"/>
                      <a:pt x="585" y="4984"/>
                      <a:pt x="1179" y="5579"/>
                    </a:cubicBezTo>
                    <a:cubicBezTo>
                      <a:pt x="1774" y="6174"/>
                      <a:pt x="2581" y="6508"/>
                      <a:pt x="342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28" name="Freeform: Shape 12727">
                <a:extLst>
                  <a:ext uri="{FF2B5EF4-FFF2-40B4-BE49-F238E27FC236}">
                    <a16:creationId xmlns:a16="http://schemas.microsoft.com/office/drawing/2014/main" id="{9E2FB145-47AB-60DE-4A12-6BC2DBC67631}"/>
                  </a:ext>
                </a:extLst>
              </p:cNvPr>
              <p:cNvSpPr/>
              <p:nvPr/>
            </p:nvSpPr>
            <p:spPr>
              <a:xfrm>
                <a:off x="9581885" y="5543784"/>
                <a:ext cx="6343" cy="6345"/>
              </a:xfrm>
              <a:custGeom>
                <a:avLst/>
                <a:gdLst>
                  <a:gd name="connsiteX0" fmla="*/ 3422 w 6343"/>
                  <a:gd name="connsiteY0" fmla="*/ 6508 h 6345"/>
                  <a:gd name="connsiteX1" fmla="*/ 5664 w 6343"/>
                  <a:gd name="connsiteY1" fmla="*/ 5579 h 6345"/>
                  <a:gd name="connsiteX2" fmla="*/ 6593 w 6343"/>
                  <a:gd name="connsiteY2" fmla="*/ 3335 h 6345"/>
                  <a:gd name="connsiteX3" fmla="*/ 5664 w 6343"/>
                  <a:gd name="connsiteY3" fmla="*/ 1092 h 6345"/>
                  <a:gd name="connsiteX4" fmla="*/ 3422 w 6343"/>
                  <a:gd name="connsiteY4" fmla="*/ 163 h 6345"/>
                  <a:gd name="connsiteX5" fmla="*/ 1179 w 6343"/>
                  <a:gd name="connsiteY5" fmla="*/ 1092 h 6345"/>
                  <a:gd name="connsiteX6" fmla="*/ 250 w 6343"/>
                  <a:gd name="connsiteY6" fmla="*/ 3335 h 6345"/>
                  <a:gd name="connsiteX7" fmla="*/ 1179 w 6343"/>
                  <a:gd name="connsiteY7" fmla="*/ 5579 h 6345"/>
                  <a:gd name="connsiteX8" fmla="*/ 342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8"/>
                    </a:moveTo>
                    <a:cubicBezTo>
                      <a:pt x="4263" y="6508"/>
                      <a:pt x="5070" y="6174"/>
                      <a:pt x="5664" y="5579"/>
                    </a:cubicBezTo>
                    <a:cubicBezTo>
                      <a:pt x="6259" y="4984"/>
                      <a:pt x="6593" y="4177"/>
                      <a:pt x="6593" y="3335"/>
                    </a:cubicBezTo>
                    <a:cubicBezTo>
                      <a:pt x="6593" y="2494"/>
                      <a:pt x="6259" y="1687"/>
                      <a:pt x="5664" y="1092"/>
                    </a:cubicBezTo>
                    <a:cubicBezTo>
                      <a:pt x="5070" y="497"/>
                      <a:pt x="4263" y="163"/>
                      <a:pt x="3422" y="163"/>
                    </a:cubicBezTo>
                    <a:cubicBezTo>
                      <a:pt x="2581" y="163"/>
                      <a:pt x="1774" y="497"/>
                      <a:pt x="1179" y="1092"/>
                    </a:cubicBezTo>
                    <a:cubicBezTo>
                      <a:pt x="584" y="1687"/>
                      <a:pt x="250" y="2494"/>
                      <a:pt x="250" y="3335"/>
                    </a:cubicBezTo>
                    <a:cubicBezTo>
                      <a:pt x="250" y="4177"/>
                      <a:pt x="584" y="4984"/>
                      <a:pt x="1179" y="5579"/>
                    </a:cubicBezTo>
                    <a:cubicBezTo>
                      <a:pt x="1774" y="6174"/>
                      <a:pt x="2581" y="6508"/>
                      <a:pt x="342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29" name="Freeform: Shape 12728">
                <a:extLst>
                  <a:ext uri="{FF2B5EF4-FFF2-40B4-BE49-F238E27FC236}">
                    <a16:creationId xmlns:a16="http://schemas.microsoft.com/office/drawing/2014/main" id="{6E578CAC-F94E-39C0-3B45-9537A75D66DE}"/>
                  </a:ext>
                </a:extLst>
              </p:cNvPr>
              <p:cNvSpPr/>
              <p:nvPr/>
            </p:nvSpPr>
            <p:spPr>
              <a:xfrm>
                <a:off x="9626692" y="5630092"/>
                <a:ext cx="6343" cy="6345"/>
              </a:xfrm>
              <a:custGeom>
                <a:avLst/>
                <a:gdLst>
                  <a:gd name="connsiteX0" fmla="*/ 3425 w 6343"/>
                  <a:gd name="connsiteY0" fmla="*/ 6515 h 6345"/>
                  <a:gd name="connsiteX1" fmla="*/ 5668 w 6343"/>
                  <a:gd name="connsiteY1" fmla="*/ 5586 h 6345"/>
                  <a:gd name="connsiteX2" fmla="*/ 6597 w 6343"/>
                  <a:gd name="connsiteY2" fmla="*/ 3342 h 6345"/>
                  <a:gd name="connsiteX3" fmla="*/ 5668 w 6343"/>
                  <a:gd name="connsiteY3" fmla="*/ 1099 h 6345"/>
                  <a:gd name="connsiteX4" fmla="*/ 3425 w 6343"/>
                  <a:gd name="connsiteY4" fmla="*/ 169 h 6345"/>
                  <a:gd name="connsiteX5" fmla="*/ 1183 w 6343"/>
                  <a:gd name="connsiteY5" fmla="*/ 1099 h 6345"/>
                  <a:gd name="connsiteX6" fmla="*/ 254 w 6343"/>
                  <a:gd name="connsiteY6" fmla="*/ 3342 h 6345"/>
                  <a:gd name="connsiteX7" fmla="*/ 1183 w 6343"/>
                  <a:gd name="connsiteY7" fmla="*/ 5586 h 6345"/>
                  <a:gd name="connsiteX8" fmla="*/ 3425 w 6343"/>
                  <a:gd name="connsiteY8" fmla="*/ 651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15"/>
                    </a:moveTo>
                    <a:cubicBezTo>
                      <a:pt x="4266" y="6515"/>
                      <a:pt x="5073" y="6181"/>
                      <a:pt x="5668" y="5586"/>
                    </a:cubicBezTo>
                    <a:cubicBezTo>
                      <a:pt x="6263" y="4991"/>
                      <a:pt x="6597" y="4184"/>
                      <a:pt x="6597" y="3342"/>
                    </a:cubicBezTo>
                    <a:cubicBezTo>
                      <a:pt x="6597" y="2501"/>
                      <a:pt x="6263" y="1694"/>
                      <a:pt x="5668" y="1099"/>
                    </a:cubicBezTo>
                    <a:cubicBezTo>
                      <a:pt x="5073" y="504"/>
                      <a:pt x="4266" y="169"/>
                      <a:pt x="3425" y="169"/>
                    </a:cubicBezTo>
                    <a:cubicBezTo>
                      <a:pt x="2584" y="169"/>
                      <a:pt x="1777" y="504"/>
                      <a:pt x="1183" y="1099"/>
                    </a:cubicBezTo>
                    <a:cubicBezTo>
                      <a:pt x="588" y="1694"/>
                      <a:pt x="254" y="2501"/>
                      <a:pt x="254" y="3342"/>
                    </a:cubicBezTo>
                    <a:cubicBezTo>
                      <a:pt x="254" y="4184"/>
                      <a:pt x="588" y="4991"/>
                      <a:pt x="1183" y="5586"/>
                    </a:cubicBezTo>
                    <a:cubicBezTo>
                      <a:pt x="1777" y="6181"/>
                      <a:pt x="2584" y="6515"/>
                      <a:pt x="3425" y="6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30" name="Freeform: Shape 12729">
                <a:extLst>
                  <a:ext uri="{FF2B5EF4-FFF2-40B4-BE49-F238E27FC236}">
                    <a16:creationId xmlns:a16="http://schemas.microsoft.com/office/drawing/2014/main" id="{AF8620C4-7AC7-8C41-C7FC-CF27794ADF76}"/>
                  </a:ext>
                </a:extLst>
              </p:cNvPr>
              <p:cNvSpPr/>
              <p:nvPr/>
            </p:nvSpPr>
            <p:spPr>
              <a:xfrm>
                <a:off x="9624098" y="5630216"/>
                <a:ext cx="6343" cy="6345"/>
              </a:xfrm>
              <a:custGeom>
                <a:avLst/>
                <a:gdLst>
                  <a:gd name="connsiteX0" fmla="*/ 3425 w 6343"/>
                  <a:gd name="connsiteY0" fmla="*/ 6515 h 6345"/>
                  <a:gd name="connsiteX1" fmla="*/ 5668 w 6343"/>
                  <a:gd name="connsiteY1" fmla="*/ 5586 h 6345"/>
                  <a:gd name="connsiteX2" fmla="*/ 6597 w 6343"/>
                  <a:gd name="connsiteY2" fmla="*/ 3342 h 6345"/>
                  <a:gd name="connsiteX3" fmla="*/ 5668 w 6343"/>
                  <a:gd name="connsiteY3" fmla="*/ 1099 h 6345"/>
                  <a:gd name="connsiteX4" fmla="*/ 3425 w 6343"/>
                  <a:gd name="connsiteY4" fmla="*/ 169 h 6345"/>
                  <a:gd name="connsiteX5" fmla="*/ 1182 w 6343"/>
                  <a:gd name="connsiteY5" fmla="*/ 1099 h 6345"/>
                  <a:gd name="connsiteX6" fmla="*/ 253 w 6343"/>
                  <a:gd name="connsiteY6" fmla="*/ 3342 h 6345"/>
                  <a:gd name="connsiteX7" fmla="*/ 1182 w 6343"/>
                  <a:gd name="connsiteY7" fmla="*/ 5586 h 6345"/>
                  <a:gd name="connsiteX8" fmla="*/ 3425 w 6343"/>
                  <a:gd name="connsiteY8" fmla="*/ 651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15"/>
                    </a:moveTo>
                    <a:cubicBezTo>
                      <a:pt x="4266" y="6515"/>
                      <a:pt x="5073" y="6181"/>
                      <a:pt x="5668" y="5586"/>
                    </a:cubicBezTo>
                    <a:cubicBezTo>
                      <a:pt x="6262" y="4991"/>
                      <a:pt x="6597" y="4184"/>
                      <a:pt x="6597" y="3342"/>
                    </a:cubicBezTo>
                    <a:cubicBezTo>
                      <a:pt x="6597" y="2501"/>
                      <a:pt x="6262" y="1694"/>
                      <a:pt x="5668" y="1099"/>
                    </a:cubicBezTo>
                    <a:cubicBezTo>
                      <a:pt x="5073" y="504"/>
                      <a:pt x="4266" y="169"/>
                      <a:pt x="3425" y="169"/>
                    </a:cubicBezTo>
                    <a:cubicBezTo>
                      <a:pt x="2584" y="169"/>
                      <a:pt x="1777" y="504"/>
                      <a:pt x="1182" y="1099"/>
                    </a:cubicBezTo>
                    <a:cubicBezTo>
                      <a:pt x="588" y="1694"/>
                      <a:pt x="253" y="2501"/>
                      <a:pt x="253" y="3342"/>
                    </a:cubicBezTo>
                    <a:cubicBezTo>
                      <a:pt x="253" y="4184"/>
                      <a:pt x="588" y="4991"/>
                      <a:pt x="1182" y="5586"/>
                    </a:cubicBezTo>
                    <a:cubicBezTo>
                      <a:pt x="1777" y="6181"/>
                      <a:pt x="2584" y="6515"/>
                      <a:pt x="3425" y="6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31" name="Freeform: Shape 12730">
                <a:extLst>
                  <a:ext uri="{FF2B5EF4-FFF2-40B4-BE49-F238E27FC236}">
                    <a16:creationId xmlns:a16="http://schemas.microsoft.com/office/drawing/2014/main" id="{3CBF02AF-283A-A3B2-5EDB-CB28573A1668}"/>
                  </a:ext>
                </a:extLst>
              </p:cNvPr>
              <p:cNvSpPr/>
              <p:nvPr/>
            </p:nvSpPr>
            <p:spPr>
              <a:xfrm>
                <a:off x="9621597" y="5630485"/>
                <a:ext cx="6343" cy="6345"/>
              </a:xfrm>
              <a:custGeom>
                <a:avLst/>
                <a:gdLst>
                  <a:gd name="connsiteX0" fmla="*/ 3425 w 6343"/>
                  <a:gd name="connsiteY0" fmla="*/ 6515 h 6345"/>
                  <a:gd name="connsiteX1" fmla="*/ 5667 w 6343"/>
                  <a:gd name="connsiteY1" fmla="*/ 5586 h 6345"/>
                  <a:gd name="connsiteX2" fmla="*/ 6596 w 6343"/>
                  <a:gd name="connsiteY2" fmla="*/ 3342 h 6345"/>
                  <a:gd name="connsiteX3" fmla="*/ 5667 w 6343"/>
                  <a:gd name="connsiteY3" fmla="*/ 1099 h 6345"/>
                  <a:gd name="connsiteX4" fmla="*/ 3425 w 6343"/>
                  <a:gd name="connsiteY4" fmla="*/ 169 h 6345"/>
                  <a:gd name="connsiteX5" fmla="*/ 1182 w 6343"/>
                  <a:gd name="connsiteY5" fmla="*/ 1099 h 6345"/>
                  <a:gd name="connsiteX6" fmla="*/ 253 w 6343"/>
                  <a:gd name="connsiteY6" fmla="*/ 3342 h 6345"/>
                  <a:gd name="connsiteX7" fmla="*/ 1182 w 6343"/>
                  <a:gd name="connsiteY7" fmla="*/ 5586 h 6345"/>
                  <a:gd name="connsiteX8" fmla="*/ 3425 w 6343"/>
                  <a:gd name="connsiteY8" fmla="*/ 651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15"/>
                    </a:moveTo>
                    <a:cubicBezTo>
                      <a:pt x="4266" y="6515"/>
                      <a:pt x="5073" y="6181"/>
                      <a:pt x="5667" y="5586"/>
                    </a:cubicBezTo>
                    <a:cubicBezTo>
                      <a:pt x="6262" y="4991"/>
                      <a:pt x="6596" y="4184"/>
                      <a:pt x="6596" y="3342"/>
                    </a:cubicBezTo>
                    <a:cubicBezTo>
                      <a:pt x="6596" y="2501"/>
                      <a:pt x="6262" y="1694"/>
                      <a:pt x="5667" y="1099"/>
                    </a:cubicBezTo>
                    <a:cubicBezTo>
                      <a:pt x="5073" y="504"/>
                      <a:pt x="4266" y="169"/>
                      <a:pt x="3425" y="169"/>
                    </a:cubicBezTo>
                    <a:cubicBezTo>
                      <a:pt x="2584" y="169"/>
                      <a:pt x="1777" y="504"/>
                      <a:pt x="1182" y="1099"/>
                    </a:cubicBezTo>
                    <a:cubicBezTo>
                      <a:pt x="587" y="1694"/>
                      <a:pt x="253" y="2501"/>
                      <a:pt x="253" y="3342"/>
                    </a:cubicBezTo>
                    <a:cubicBezTo>
                      <a:pt x="253" y="4184"/>
                      <a:pt x="587" y="4991"/>
                      <a:pt x="1182" y="5586"/>
                    </a:cubicBezTo>
                    <a:cubicBezTo>
                      <a:pt x="1777" y="6181"/>
                      <a:pt x="2584" y="6515"/>
                      <a:pt x="3425" y="6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32" name="Freeform: Shape 12731">
                <a:extLst>
                  <a:ext uri="{FF2B5EF4-FFF2-40B4-BE49-F238E27FC236}">
                    <a16:creationId xmlns:a16="http://schemas.microsoft.com/office/drawing/2014/main" id="{D6D8F1B8-3457-75E5-A2D0-B1175F6EF16C}"/>
                  </a:ext>
                </a:extLst>
              </p:cNvPr>
              <p:cNvSpPr/>
              <p:nvPr/>
            </p:nvSpPr>
            <p:spPr>
              <a:xfrm>
                <a:off x="9617263" y="5627196"/>
                <a:ext cx="6343" cy="6345"/>
              </a:xfrm>
              <a:custGeom>
                <a:avLst/>
                <a:gdLst>
                  <a:gd name="connsiteX0" fmla="*/ 3424 w 6343"/>
                  <a:gd name="connsiteY0" fmla="*/ 6515 h 6345"/>
                  <a:gd name="connsiteX1" fmla="*/ 5667 w 6343"/>
                  <a:gd name="connsiteY1" fmla="*/ 5585 h 6345"/>
                  <a:gd name="connsiteX2" fmla="*/ 6596 w 6343"/>
                  <a:gd name="connsiteY2" fmla="*/ 3342 h 6345"/>
                  <a:gd name="connsiteX3" fmla="*/ 5667 w 6343"/>
                  <a:gd name="connsiteY3" fmla="*/ 1098 h 6345"/>
                  <a:gd name="connsiteX4" fmla="*/ 3424 w 6343"/>
                  <a:gd name="connsiteY4" fmla="*/ 169 h 6345"/>
                  <a:gd name="connsiteX5" fmla="*/ 1182 w 6343"/>
                  <a:gd name="connsiteY5" fmla="*/ 1098 h 6345"/>
                  <a:gd name="connsiteX6" fmla="*/ 253 w 6343"/>
                  <a:gd name="connsiteY6" fmla="*/ 3342 h 6345"/>
                  <a:gd name="connsiteX7" fmla="*/ 1182 w 6343"/>
                  <a:gd name="connsiteY7" fmla="*/ 5585 h 6345"/>
                  <a:gd name="connsiteX8" fmla="*/ 3424 w 6343"/>
                  <a:gd name="connsiteY8" fmla="*/ 651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15"/>
                    </a:moveTo>
                    <a:cubicBezTo>
                      <a:pt x="4266" y="6515"/>
                      <a:pt x="5072" y="6180"/>
                      <a:pt x="5667" y="5585"/>
                    </a:cubicBezTo>
                    <a:cubicBezTo>
                      <a:pt x="6262" y="4990"/>
                      <a:pt x="6596" y="4183"/>
                      <a:pt x="6596" y="3342"/>
                    </a:cubicBezTo>
                    <a:cubicBezTo>
                      <a:pt x="6596" y="2501"/>
                      <a:pt x="6262" y="1693"/>
                      <a:pt x="5667" y="1098"/>
                    </a:cubicBezTo>
                    <a:cubicBezTo>
                      <a:pt x="5072" y="504"/>
                      <a:pt x="4266" y="169"/>
                      <a:pt x="3424" y="169"/>
                    </a:cubicBezTo>
                    <a:cubicBezTo>
                      <a:pt x="2583" y="169"/>
                      <a:pt x="1777" y="504"/>
                      <a:pt x="1182" y="1098"/>
                    </a:cubicBezTo>
                    <a:cubicBezTo>
                      <a:pt x="587" y="1693"/>
                      <a:pt x="253" y="2501"/>
                      <a:pt x="253" y="3342"/>
                    </a:cubicBezTo>
                    <a:cubicBezTo>
                      <a:pt x="253" y="4183"/>
                      <a:pt x="587" y="4990"/>
                      <a:pt x="1182" y="5585"/>
                    </a:cubicBezTo>
                    <a:cubicBezTo>
                      <a:pt x="1777" y="6180"/>
                      <a:pt x="2583" y="6515"/>
                      <a:pt x="3424" y="6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33" name="Freeform: Shape 12732">
                <a:extLst>
                  <a:ext uri="{FF2B5EF4-FFF2-40B4-BE49-F238E27FC236}">
                    <a16:creationId xmlns:a16="http://schemas.microsoft.com/office/drawing/2014/main" id="{F4A6CA3E-44C6-D016-3DD7-A1E709D128E5}"/>
                  </a:ext>
                </a:extLst>
              </p:cNvPr>
              <p:cNvSpPr/>
              <p:nvPr/>
            </p:nvSpPr>
            <p:spPr>
              <a:xfrm>
                <a:off x="9614819" y="5627474"/>
                <a:ext cx="6343" cy="6345"/>
              </a:xfrm>
              <a:custGeom>
                <a:avLst/>
                <a:gdLst>
                  <a:gd name="connsiteX0" fmla="*/ 3424 w 6343"/>
                  <a:gd name="connsiteY0" fmla="*/ 6515 h 6345"/>
                  <a:gd name="connsiteX1" fmla="*/ 5667 w 6343"/>
                  <a:gd name="connsiteY1" fmla="*/ 5585 h 6345"/>
                  <a:gd name="connsiteX2" fmla="*/ 6596 w 6343"/>
                  <a:gd name="connsiteY2" fmla="*/ 3342 h 6345"/>
                  <a:gd name="connsiteX3" fmla="*/ 5667 w 6343"/>
                  <a:gd name="connsiteY3" fmla="*/ 1099 h 6345"/>
                  <a:gd name="connsiteX4" fmla="*/ 3424 w 6343"/>
                  <a:gd name="connsiteY4" fmla="*/ 169 h 6345"/>
                  <a:gd name="connsiteX5" fmla="*/ 1182 w 6343"/>
                  <a:gd name="connsiteY5" fmla="*/ 1099 h 6345"/>
                  <a:gd name="connsiteX6" fmla="*/ 253 w 6343"/>
                  <a:gd name="connsiteY6" fmla="*/ 3342 h 6345"/>
                  <a:gd name="connsiteX7" fmla="*/ 1182 w 6343"/>
                  <a:gd name="connsiteY7" fmla="*/ 5585 h 6345"/>
                  <a:gd name="connsiteX8" fmla="*/ 3424 w 6343"/>
                  <a:gd name="connsiteY8" fmla="*/ 651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15"/>
                    </a:moveTo>
                    <a:cubicBezTo>
                      <a:pt x="4265" y="6515"/>
                      <a:pt x="5072" y="6180"/>
                      <a:pt x="5667" y="5585"/>
                    </a:cubicBezTo>
                    <a:cubicBezTo>
                      <a:pt x="6262" y="4990"/>
                      <a:pt x="6596" y="4183"/>
                      <a:pt x="6596" y="3342"/>
                    </a:cubicBezTo>
                    <a:cubicBezTo>
                      <a:pt x="6596" y="2501"/>
                      <a:pt x="6262" y="1693"/>
                      <a:pt x="5667" y="1099"/>
                    </a:cubicBezTo>
                    <a:cubicBezTo>
                      <a:pt x="5072" y="504"/>
                      <a:pt x="4265" y="169"/>
                      <a:pt x="3424" y="169"/>
                    </a:cubicBezTo>
                    <a:cubicBezTo>
                      <a:pt x="2583" y="169"/>
                      <a:pt x="1776" y="504"/>
                      <a:pt x="1182" y="1099"/>
                    </a:cubicBezTo>
                    <a:cubicBezTo>
                      <a:pt x="587" y="1693"/>
                      <a:pt x="253" y="2501"/>
                      <a:pt x="253" y="3342"/>
                    </a:cubicBezTo>
                    <a:cubicBezTo>
                      <a:pt x="253" y="4183"/>
                      <a:pt x="587" y="4990"/>
                      <a:pt x="1182" y="5585"/>
                    </a:cubicBezTo>
                    <a:cubicBezTo>
                      <a:pt x="1776" y="6180"/>
                      <a:pt x="2583" y="6515"/>
                      <a:pt x="3424" y="6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34" name="Freeform: Shape 12733">
                <a:extLst>
                  <a:ext uri="{FF2B5EF4-FFF2-40B4-BE49-F238E27FC236}">
                    <a16:creationId xmlns:a16="http://schemas.microsoft.com/office/drawing/2014/main" id="{6DBA8AF1-78F5-EFF4-2FB0-B44C44BC870D}"/>
                  </a:ext>
                </a:extLst>
              </p:cNvPr>
              <p:cNvSpPr/>
              <p:nvPr/>
            </p:nvSpPr>
            <p:spPr>
              <a:xfrm>
                <a:off x="9612182" y="5627345"/>
                <a:ext cx="6343" cy="6345"/>
              </a:xfrm>
              <a:custGeom>
                <a:avLst/>
                <a:gdLst>
                  <a:gd name="connsiteX0" fmla="*/ 3424 w 6343"/>
                  <a:gd name="connsiteY0" fmla="*/ 6515 h 6345"/>
                  <a:gd name="connsiteX1" fmla="*/ 5667 w 6343"/>
                  <a:gd name="connsiteY1" fmla="*/ 5585 h 6345"/>
                  <a:gd name="connsiteX2" fmla="*/ 6596 w 6343"/>
                  <a:gd name="connsiteY2" fmla="*/ 3342 h 6345"/>
                  <a:gd name="connsiteX3" fmla="*/ 5667 w 6343"/>
                  <a:gd name="connsiteY3" fmla="*/ 1099 h 6345"/>
                  <a:gd name="connsiteX4" fmla="*/ 3424 w 6343"/>
                  <a:gd name="connsiteY4" fmla="*/ 169 h 6345"/>
                  <a:gd name="connsiteX5" fmla="*/ 1181 w 6343"/>
                  <a:gd name="connsiteY5" fmla="*/ 1099 h 6345"/>
                  <a:gd name="connsiteX6" fmla="*/ 252 w 6343"/>
                  <a:gd name="connsiteY6" fmla="*/ 3342 h 6345"/>
                  <a:gd name="connsiteX7" fmla="*/ 1181 w 6343"/>
                  <a:gd name="connsiteY7" fmla="*/ 5585 h 6345"/>
                  <a:gd name="connsiteX8" fmla="*/ 3424 w 6343"/>
                  <a:gd name="connsiteY8" fmla="*/ 651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15"/>
                    </a:moveTo>
                    <a:cubicBezTo>
                      <a:pt x="4265" y="6515"/>
                      <a:pt x="5072" y="6180"/>
                      <a:pt x="5667" y="5585"/>
                    </a:cubicBezTo>
                    <a:cubicBezTo>
                      <a:pt x="6261" y="4990"/>
                      <a:pt x="6596" y="4183"/>
                      <a:pt x="6596" y="3342"/>
                    </a:cubicBezTo>
                    <a:cubicBezTo>
                      <a:pt x="6596" y="2501"/>
                      <a:pt x="6261" y="1693"/>
                      <a:pt x="5667" y="1099"/>
                    </a:cubicBezTo>
                    <a:cubicBezTo>
                      <a:pt x="5072" y="504"/>
                      <a:pt x="4265" y="169"/>
                      <a:pt x="3424" y="169"/>
                    </a:cubicBezTo>
                    <a:cubicBezTo>
                      <a:pt x="2583" y="169"/>
                      <a:pt x="1776" y="504"/>
                      <a:pt x="1181" y="1099"/>
                    </a:cubicBezTo>
                    <a:cubicBezTo>
                      <a:pt x="587" y="1693"/>
                      <a:pt x="252" y="2501"/>
                      <a:pt x="252" y="3342"/>
                    </a:cubicBezTo>
                    <a:cubicBezTo>
                      <a:pt x="252" y="4183"/>
                      <a:pt x="587" y="4990"/>
                      <a:pt x="1181" y="5585"/>
                    </a:cubicBezTo>
                    <a:cubicBezTo>
                      <a:pt x="1776" y="6180"/>
                      <a:pt x="2583" y="6515"/>
                      <a:pt x="3424" y="6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35" name="Freeform: Shape 12734">
                <a:extLst>
                  <a:ext uri="{FF2B5EF4-FFF2-40B4-BE49-F238E27FC236}">
                    <a16:creationId xmlns:a16="http://schemas.microsoft.com/office/drawing/2014/main" id="{8C9F08AE-12B3-2F3A-BB92-270E163CA135}"/>
                  </a:ext>
                </a:extLst>
              </p:cNvPr>
              <p:cNvSpPr/>
              <p:nvPr/>
            </p:nvSpPr>
            <p:spPr>
              <a:xfrm>
                <a:off x="9609221" y="5626526"/>
                <a:ext cx="6343" cy="6345"/>
              </a:xfrm>
              <a:custGeom>
                <a:avLst/>
                <a:gdLst>
                  <a:gd name="connsiteX0" fmla="*/ 3424 w 6343"/>
                  <a:gd name="connsiteY0" fmla="*/ 6515 h 6345"/>
                  <a:gd name="connsiteX1" fmla="*/ 5666 w 6343"/>
                  <a:gd name="connsiteY1" fmla="*/ 5585 h 6345"/>
                  <a:gd name="connsiteX2" fmla="*/ 6595 w 6343"/>
                  <a:gd name="connsiteY2" fmla="*/ 3342 h 6345"/>
                  <a:gd name="connsiteX3" fmla="*/ 5666 w 6343"/>
                  <a:gd name="connsiteY3" fmla="*/ 1098 h 6345"/>
                  <a:gd name="connsiteX4" fmla="*/ 3424 w 6343"/>
                  <a:gd name="connsiteY4" fmla="*/ 169 h 6345"/>
                  <a:gd name="connsiteX5" fmla="*/ 1181 w 6343"/>
                  <a:gd name="connsiteY5" fmla="*/ 1098 h 6345"/>
                  <a:gd name="connsiteX6" fmla="*/ 252 w 6343"/>
                  <a:gd name="connsiteY6" fmla="*/ 3342 h 6345"/>
                  <a:gd name="connsiteX7" fmla="*/ 1181 w 6343"/>
                  <a:gd name="connsiteY7" fmla="*/ 5585 h 6345"/>
                  <a:gd name="connsiteX8" fmla="*/ 3424 w 6343"/>
                  <a:gd name="connsiteY8" fmla="*/ 651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15"/>
                    </a:moveTo>
                    <a:cubicBezTo>
                      <a:pt x="4265" y="6515"/>
                      <a:pt x="5072" y="6180"/>
                      <a:pt x="5666" y="5585"/>
                    </a:cubicBezTo>
                    <a:cubicBezTo>
                      <a:pt x="6261" y="4990"/>
                      <a:pt x="6595" y="4183"/>
                      <a:pt x="6595" y="3342"/>
                    </a:cubicBezTo>
                    <a:cubicBezTo>
                      <a:pt x="6595" y="2500"/>
                      <a:pt x="6261" y="1693"/>
                      <a:pt x="5666" y="1098"/>
                    </a:cubicBezTo>
                    <a:cubicBezTo>
                      <a:pt x="5072" y="503"/>
                      <a:pt x="4265" y="169"/>
                      <a:pt x="3424" y="169"/>
                    </a:cubicBezTo>
                    <a:cubicBezTo>
                      <a:pt x="2583" y="169"/>
                      <a:pt x="1776" y="503"/>
                      <a:pt x="1181" y="1098"/>
                    </a:cubicBezTo>
                    <a:cubicBezTo>
                      <a:pt x="586" y="1693"/>
                      <a:pt x="252" y="2500"/>
                      <a:pt x="252" y="3342"/>
                    </a:cubicBezTo>
                    <a:cubicBezTo>
                      <a:pt x="252" y="4183"/>
                      <a:pt x="586" y="4990"/>
                      <a:pt x="1181" y="5585"/>
                    </a:cubicBezTo>
                    <a:cubicBezTo>
                      <a:pt x="1776" y="6180"/>
                      <a:pt x="2583" y="6515"/>
                      <a:pt x="3424" y="6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36" name="Freeform: Shape 12735">
                <a:extLst>
                  <a:ext uri="{FF2B5EF4-FFF2-40B4-BE49-F238E27FC236}">
                    <a16:creationId xmlns:a16="http://schemas.microsoft.com/office/drawing/2014/main" id="{3A787367-6FCF-1C3C-CBE9-346F65964A79}"/>
                  </a:ext>
                </a:extLst>
              </p:cNvPr>
              <p:cNvSpPr/>
              <p:nvPr/>
            </p:nvSpPr>
            <p:spPr>
              <a:xfrm>
                <a:off x="9606933" y="5627027"/>
                <a:ext cx="6343" cy="6345"/>
              </a:xfrm>
              <a:custGeom>
                <a:avLst/>
                <a:gdLst>
                  <a:gd name="connsiteX0" fmla="*/ 3424 w 6343"/>
                  <a:gd name="connsiteY0" fmla="*/ 6515 h 6345"/>
                  <a:gd name="connsiteX1" fmla="*/ 5666 w 6343"/>
                  <a:gd name="connsiteY1" fmla="*/ 5585 h 6345"/>
                  <a:gd name="connsiteX2" fmla="*/ 6595 w 6343"/>
                  <a:gd name="connsiteY2" fmla="*/ 3342 h 6345"/>
                  <a:gd name="connsiteX3" fmla="*/ 5666 w 6343"/>
                  <a:gd name="connsiteY3" fmla="*/ 1098 h 6345"/>
                  <a:gd name="connsiteX4" fmla="*/ 3424 w 6343"/>
                  <a:gd name="connsiteY4" fmla="*/ 169 h 6345"/>
                  <a:gd name="connsiteX5" fmla="*/ 1181 w 6343"/>
                  <a:gd name="connsiteY5" fmla="*/ 1098 h 6345"/>
                  <a:gd name="connsiteX6" fmla="*/ 252 w 6343"/>
                  <a:gd name="connsiteY6" fmla="*/ 3342 h 6345"/>
                  <a:gd name="connsiteX7" fmla="*/ 1181 w 6343"/>
                  <a:gd name="connsiteY7" fmla="*/ 5585 h 6345"/>
                  <a:gd name="connsiteX8" fmla="*/ 3424 w 6343"/>
                  <a:gd name="connsiteY8" fmla="*/ 651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15"/>
                    </a:moveTo>
                    <a:cubicBezTo>
                      <a:pt x="4265" y="6515"/>
                      <a:pt x="5072" y="6180"/>
                      <a:pt x="5666" y="5585"/>
                    </a:cubicBezTo>
                    <a:cubicBezTo>
                      <a:pt x="6261" y="4990"/>
                      <a:pt x="6595" y="4183"/>
                      <a:pt x="6595" y="3342"/>
                    </a:cubicBezTo>
                    <a:cubicBezTo>
                      <a:pt x="6595" y="2501"/>
                      <a:pt x="6261" y="1693"/>
                      <a:pt x="5666" y="1098"/>
                    </a:cubicBezTo>
                    <a:cubicBezTo>
                      <a:pt x="5072" y="504"/>
                      <a:pt x="4265" y="169"/>
                      <a:pt x="3424" y="169"/>
                    </a:cubicBezTo>
                    <a:cubicBezTo>
                      <a:pt x="2583" y="169"/>
                      <a:pt x="1776" y="504"/>
                      <a:pt x="1181" y="1098"/>
                    </a:cubicBezTo>
                    <a:cubicBezTo>
                      <a:pt x="586" y="1693"/>
                      <a:pt x="252" y="2501"/>
                      <a:pt x="252" y="3342"/>
                    </a:cubicBezTo>
                    <a:cubicBezTo>
                      <a:pt x="252" y="4183"/>
                      <a:pt x="586" y="4990"/>
                      <a:pt x="1181" y="5585"/>
                    </a:cubicBezTo>
                    <a:cubicBezTo>
                      <a:pt x="1776" y="6180"/>
                      <a:pt x="2583" y="6515"/>
                      <a:pt x="3424" y="6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37" name="Freeform: Shape 12736">
                <a:extLst>
                  <a:ext uri="{FF2B5EF4-FFF2-40B4-BE49-F238E27FC236}">
                    <a16:creationId xmlns:a16="http://schemas.microsoft.com/office/drawing/2014/main" id="{BC336EBE-34B8-237A-897B-1994EC211A7C}"/>
                  </a:ext>
                </a:extLst>
              </p:cNvPr>
              <p:cNvSpPr/>
              <p:nvPr/>
            </p:nvSpPr>
            <p:spPr>
              <a:xfrm>
                <a:off x="9561680" y="5541945"/>
                <a:ext cx="6343" cy="6345"/>
              </a:xfrm>
              <a:custGeom>
                <a:avLst/>
                <a:gdLst>
                  <a:gd name="connsiteX0" fmla="*/ 3420 w 6343"/>
                  <a:gd name="connsiteY0" fmla="*/ 6508 h 6345"/>
                  <a:gd name="connsiteX1" fmla="*/ 5663 w 6343"/>
                  <a:gd name="connsiteY1" fmla="*/ 5579 h 6345"/>
                  <a:gd name="connsiteX2" fmla="*/ 6592 w 6343"/>
                  <a:gd name="connsiteY2" fmla="*/ 3335 h 6345"/>
                  <a:gd name="connsiteX3" fmla="*/ 5663 w 6343"/>
                  <a:gd name="connsiteY3" fmla="*/ 1092 h 6345"/>
                  <a:gd name="connsiteX4" fmla="*/ 3420 w 6343"/>
                  <a:gd name="connsiteY4" fmla="*/ 163 h 6345"/>
                  <a:gd name="connsiteX5" fmla="*/ 1177 w 6343"/>
                  <a:gd name="connsiteY5" fmla="*/ 1092 h 6345"/>
                  <a:gd name="connsiteX6" fmla="*/ 249 w 6343"/>
                  <a:gd name="connsiteY6" fmla="*/ 3335 h 6345"/>
                  <a:gd name="connsiteX7" fmla="*/ 1177 w 6343"/>
                  <a:gd name="connsiteY7" fmla="*/ 5579 h 6345"/>
                  <a:gd name="connsiteX8" fmla="*/ 342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8"/>
                    </a:moveTo>
                    <a:cubicBezTo>
                      <a:pt x="4261" y="6508"/>
                      <a:pt x="5068" y="6174"/>
                      <a:pt x="5663" y="5579"/>
                    </a:cubicBezTo>
                    <a:cubicBezTo>
                      <a:pt x="6257" y="4984"/>
                      <a:pt x="6592" y="4177"/>
                      <a:pt x="6592" y="3335"/>
                    </a:cubicBezTo>
                    <a:cubicBezTo>
                      <a:pt x="6592" y="2494"/>
                      <a:pt x="6257" y="1687"/>
                      <a:pt x="5663" y="1092"/>
                    </a:cubicBezTo>
                    <a:cubicBezTo>
                      <a:pt x="5068" y="497"/>
                      <a:pt x="4261" y="163"/>
                      <a:pt x="3420" y="163"/>
                    </a:cubicBezTo>
                    <a:cubicBezTo>
                      <a:pt x="2579" y="163"/>
                      <a:pt x="1772" y="497"/>
                      <a:pt x="1177" y="1092"/>
                    </a:cubicBezTo>
                    <a:cubicBezTo>
                      <a:pt x="583" y="1687"/>
                      <a:pt x="249" y="2494"/>
                      <a:pt x="249" y="3335"/>
                    </a:cubicBezTo>
                    <a:cubicBezTo>
                      <a:pt x="249" y="4177"/>
                      <a:pt x="583" y="4984"/>
                      <a:pt x="1177" y="5579"/>
                    </a:cubicBezTo>
                    <a:cubicBezTo>
                      <a:pt x="1772" y="6174"/>
                      <a:pt x="2579" y="6508"/>
                      <a:pt x="342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38" name="Freeform: Shape 12737">
                <a:extLst>
                  <a:ext uri="{FF2B5EF4-FFF2-40B4-BE49-F238E27FC236}">
                    <a16:creationId xmlns:a16="http://schemas.microsoft.com/office/drawing/2014/main" id="{4E0DC3B3-E47B-D579-AA43-5D62F72073E0}"/>
                  </a:ext>
                </a:extLst>
              </p:cNvPr>
              <p:cNvSpPr/>
              <p:nvPr/>
            </p:nvSpPr>
            <p:spPr>
              <a:xfrm>
                <a:off x="9560183" y="5542717"/>
                <a:ext cx="6343" cy="6345"/>
              </a:xfrm>
              <a:custGeom>
                <a:avLst/>
                <a:gdLst>
                  <a:gd name="connsiteX0" fmla="*/ 3420 w 6343"/>
                  <a:gd name="connsiteY0" fmla="*/ 6508 h 6345"/>
                  <a:gd name="connsiteX1" fmla="*/ 5663 w 6343"/>
                  <a:gd name="connsiteY1" fmla="*/ 5579 h 6345"/>
                  <a:gd name="connsiteX2" fmla="*/ 6592 w 6343"/>
                  <a:gd name="connsiteY2" fmla="*/ 3335 h 6345"/>
                  <a:gd name="connsiteX3" fmla="*/ 5663 w 6343"/>
                  <a:gd name="connsiteY3" fmla="*/ 1092 h 6345"/>
                  <a:gd name="connsiteX4" fmla="*/ 3420 w 6343"/>
                  <a:gd name="connsiteY4" fmla="*/ 163 h 6345"/>
                  <a:gd name="connsiteX5" fmla="*/ 1177 w 6343"/>
                  <a:gd name="connsiteY5" fmla="*/ 1092 h 6345"/>
                  <a:gd name="connsiteX6" fmla="*/ 248 w 6343"/>
                  <a:gd name="connsiteY6" fmla="*/ 3335 h 6345"/>
                  <a:gd name="connsiteX7" fmla="*/ 1177 w 6343"/>
                  <a:gd name="connsiteY7" fmla="*/ 5579 h 6345"/>
                  <a:gd name="connsiteX8" fmla="*/ 342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8"/>
                    </a:moveTo>
                    <a:cubicBezTo>
                      <a:pt x="4261" y="6508"/>
                      <a:pt x="5068" y="6174"/>
                      <a:pt x="5663" y="5579"/>
                    </a:cubicBezTo>
                    <a:cubicBezTo>
                      <a:pt x="6257" y="4984"/>
                      <a:pt x="6592" y="4177"/>
                      <a:pt x="6592" y="3335"/>
                    </a:cubicBezTo>
                    <a:cubicBezTo>
                      <a:pt x="6592" y="2494"/>
                      <a:pt x="6257" y="1687"/>
                      <a:pt x="5663" y="1092"/>
                    </a:cubicBezTo>
                    <a:cubicBezTo>
                      <a:pt x="5068" y="497"/>
                      <a:pt x="4261" y="163"/>
                      <a:pt x="3420" y="163"/>
                    </a:cubicBezTo>
                    <a:cubicBezTo>
                      <a:pt x="2579" y="163"/>
                      <a:pt x="1772" y="497"/>
                      <a:pt x="1177" y="1092"/>
                    </a:cubicBezTo>
                    <a:cubicBezTo>
                      <a:pt x="583" y="1687"/>
                      <a:pt x="248" y="2494"/>
                      <a:pt x="248" y="3335"/>
                    </a:cubicBezTo>
                    <a:cubicBezTo>
                      <a:pt x="248" y="4177"/>
                      <a:pt x="583" y="4984"/>
                      <a:pt x="1177" y="5579"/>
                    </a:cubicBezTo>
                    <a:cubicBezTo>
                      <a:pt x="1772" y="6174"/>
                      <a:pt x="2579" y="6508"/>
                      <a:pt x="342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39" name="Freeform: Shape 12738">
                <a:extLst>
                  <a:ext uri="{FF2B5EF4-FFF2-40B4-BE49-F238E27FC236}">
                    <a16:creationId xmlns:a16="http://schemas.microsoft.com/office/drawing/2014/main" id="{0B0AF155-B524-7CEE-C7D7-A223C993525D}"/>
                  </a:ext>
                </a:extLst>
              </p:cNvPr>
              <p:cNvSpPr/>
              <p:nvPr/>
            </p:nvSpPr>
            <p:spPr>
              <a:xfrm>
                <a:off x="9557851" y="5541667"/>
                <a:ext cx="6343" cy="6345"/>
              </a:xfrm>
              <a:custGeom>
                <a:avLst/>
                <a:gdLst>
                  <a:gd name="connsiteX0" fmla="*/ 3420 w 6343"/>
                  <a:gd name="connsiteY0" fmla="*/ 6508 h 6345"/>
                  <a:gd name="connsiteX1" fmla="*/ 5662 w 6343"/>
                  <a:gd name="connsiteY1" fmla="*/ 5579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20 w 6343"/>
                  <a:gd name="connsiteY4" fmla="*/ 162 h 6345"/>
                  <a:gd name="connsiteX5" fmla="*/ 1177 w 6343"/>
                  <a:gd name="connsiteY5" fmla="*/ 1092 h 6345"/>
                  <a:gd name="connsiteX6" fmla="*/ 248 w 6343"/>
                  <a:gd name="connsiteY6" fmla="*/ 3335 h 6345"/>
                  <a:gd name="connsiteX7" fmla="*/ 1177 w 6343"/>
                  <a:gd name="connsiteY7" fmla="*/ 5579 h 6345"/>
                  <a:gd name="connsiteX8" fmla="*/ 342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8"/>
                    </a:moveTo>
                    <a:cubicBezTo>
                      <a:pt x="4261" y="6508"/>
                      <a:pt x="5068" y="6174"/>
                      <a:pt x="5662" y="5579"/>
                    </a:cubicBezTo>
                    <a:cubicBezTo>
                      <a:pt x="6257" y="4984"/>
                      <a:pt x="6591" y="4177"/>
                      <a:pt x="6591" y="3335"/>
                    </a:cubicBezTo>
                    <a:cubicBezTo>
                      <a:pt x="6591" y="2494"/>
                      <a:pt x="6257" y="1687"/>
                      <a:pt x="5662" y="1092"/>
                    </a:cubicBezTo>
                    <a:cubicBezTo>
                      <a:pt x="5068" y="497"/>
                      <a:pt x="4261" y="162"/>
                      <a:pt x="3420" y="162"/>
                    </a:cubicBezTo>
                    <a:cubicBezTo>
                      <a:pt x="2579" y="162"/>
                      <a:pt x="1772" y="497"/>
                      <a:pt x="1177" y="1092"/>
                    </a:cubicBezTo>
                    <a:cubicBezTo>
                      <a:pt x="582" y="1687"/>
                      <a:pt x="248" y="2494"/>
                      <a:pt x="248" y="3335"/>
                    </a:cubicBezTo>
                    <a:cubicBezTo>
                      <a:pt x="248" y="4177"/>
                      <a:pt x="582" y="4984"/>
                      <a:pt x="1177" y="5579"/>
                    </a:cubicBezTo>
                    <a:cubicBezTo>
                      <a:pt x="1772" y="6174"/>
                      <a:pt x="2579" y="6508"/>
                      <a:pt x="342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40" name="Freeform: Shape 12739">
                <a:extLst>
                  <a:ext uri="{FF2B5EF4-FFF2-40B4-BE49-F238E27FC236}">
                    <a16:creationId xmlns:a16="http://schemas.microsoft.com/office/drawing/2014/main" id="{67021140-D0B0-3E76-6947-E51BFFEC774F}"/>
                  </a:ext>
                </a:extLst>
              </p:cNvPr>
              <p:cNvSpPr/>
              <p:nvPr/>
            </p:nvSpPr>
            <p:spPr>
              <a:xfrm>
                <a:off x="9555357" y="5540199"/>
                <a:ext cx="6343" cy="6345"/>
              </a:xfrm>
              <a:custGeom>
                <a:avLst/>
                <a:gdLst>
                  <a:gd name="connsiteX0" fmla="*/ 3420 w 6343"/>
                  <a:gd name="connsiteY0" fmla="*/ 6508 h 6345"/>
                  <a:gd name="connsiteX1" fmla="*/ 5662 w 6343"/>
                  <a:gd name="connsiteY1" fmla="*/ 5579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20 w 6343"/>
                  <a:gd name="connsiteY4" fmla="*/ 162 h 6345"/>
                  <a:gd name="connsiteX5" fmla="*/ 1177 w 6343"/>
                  <a:gd name="connsiteY5" fmla="*/ 1092 h 6345"/>
                  <a:gd name="connsiteX6" fmla="*/ 248 w 6343"/>
                  <a:gd name="connsiteY6" fmla="*/ 3335 h 6345"/>
                  <a:gd name="connsiteX7" fmla="*/ 1177 w 6343"/>
                  <a:gd name="connsiteY7" fmla="*/ 5579 h 6345"/>
                  <a:gd name="connsiteX8" fmla="*/ 342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8"/>
                    </a:moveTo>
                    <a:cubicBezTo>
                      <a:pt x="4261" y="6508"/>
                      <a:pt x="5067" y="6173"/>
                      <a:pt x="5662" y="5579"/>
                    </a:cubicBezTo>
                    <a:cubicBezTo>
                      <a:pt x="6257" y="4984"/>
                      <a:pt x="6591" y="4177"/>
                      <a:pt x="6591" y="3335"/>
                    </a:cubicBezTo>
                    <a:cubicBezTo>
                      <a:pt x="6591" y="2494"/>
                      <a:pt x="6257" y="1687"/>
                      <a:pt x="5662" y="1092"/>
                    </a:cubicBezTo>
                    <a:cubicBezTo>
                      <a:pt x="5067" y="497"/>
                      <a:pt x="4261" y="162"/>
                      <a:pt x="3420" y="162"/>
                    </a:cubicBezTo>
                    <a:cubicBezTo>
                      <a:pt x="2578" y="162"/>
                      <a:pt x="1772" y="497"/>
                      <a:pt x="1177" y="1092"/>
                    </a:cubicBezTo>
                    <a:cubicBezTo>
                      <a:pt x="582" y="1687"/>
                      <a:pt x="248" y="2494"/>
                      <a:pt x="248" y="3335"/>
                    </a:cubicBezTo>
                    <a:cubicBezTo>
                      <a:pt x="248" y="4177"/>
                      <a:pt x="582" y="4984"/>
                      <a:pt x="1177" y="5579"/>
                    </a:cubicBezTo>
                    <a:cubicBezTo>
                      <a:pt x="1772" y="6173"/>
                      <a:pt x="2578" y="6508"/>
                      <a:pt x="342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41" name="Freeform: Shape 12740">
                <a:extLst>
                  <a:ext uri="{FF2B5EF4-FFF2-40B4-BE49-F238E27FC236}">
                    <a16:creationId xmlns:a16="http://schemas.microsoft.com/office/drawing/2014/main" id="{7C0B1F95-B239-33DD-DBC2-7B7D7D33B861}"/>
                  </a:ext>
                </a:extLst>
              </p:cNvPr>
              <p:cNvSpPr/>
              <p:nvPr/>
            </p:nvSpPr>
            <p:spPr>
              <a:xfrm>
                <a:off x="9553643" y="5540420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9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19 w 6343"/>
                  <a:gd name="connsiteY4" fmla="*/ 162 h 6345"/>
                  <a:gd name="connsiteX5" fmla="*/ 1177 w 6343"/>
                  <a:gd name="connsiteY5" fmla="*/ 1092 h 6345"/>
                  <a:gd name="connsiteX6" fmla="*/ 248 w 6343"/>
                  <a:gd name="connsiteY6" fmla="*/ 3335 h 6345"/>
                  <a:gd name="connsiteX7" fmla="*/ 1177 w 6343"/>
                  <a:gd name="connsiteY7" fmla="*/ 5579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1" y="6508"/>
                      <a:pt x="5067" y="6174"/>
                      <a:pt x="5662" y="5579"/>
                    </a:cubicBezTo>
                    <a:cubicBezTo>
                      <a:pt x="6257" y="4984"/>
                      <a:pt x="6591" y="4177"/>
                      <a:pt x="6591" y="3335"/>
                    </a:cubicBezTo>
                    <a:cubicBezTo>
                      <a:pt x="6591" y="2494"/>
                      <a:pt x="6257" y="1687"/>
                      <a:pt x="5662" y="1092"/>
                    </a:cubicBezTo>
                    <a:cubicBezTo>
                      <a:pt x="5067" y="497"/>
                      <a:pt x="4261" y="162"/>
                      <a:pt x="3419" y="162"/>
                    </a:cubicBezTo>
                    <a:cubicBezTo>
                      <a:pt x="2578" y="162"/>
                      <a:pt x="1772" y="497"/>
                      <a:pt x="1177" y="1092"/>
                    </a:cubicBezTo>
                    <a:cubicBezTo>
                      <a:pt x="582" y="1687"/>
                      <a:pt x="248" y="2494"/>
                      <a:pt x="248" y="3335"/>
                    </a:cubicBezTo>
                    <a:cubicBezTo>
                      <a:pt x="248" y="4177"/>
                      <a:pt x="582" y="4984"/>
                      <a:pt x="1177" y="5579"/>
                    </a:cubicBezTo>
                    <a:cubicBezTo>
                      <a:pt x="1772" y="6174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42" name="Freeform: Shape 12741">
                <a:extLst>
                  <a:ext uri="{FF2B5EF4-FFF2-40B4-BE49-F238E27FC236}">
                    <a16:creationId xmlns:a16="http://schemas.microsoft.com/office/drawing/2014/main" id="{8C06FD54-A490-90A2-E9B6-2BC90E4B51B0}"/>
                  </a:ext>
                </a:extLst>
              </p:cNvPr>
              <p:cNvSpPr/>
              <p:nvPr/>
            </p:nvSpPr>
            <p:spPr>
              <a:xfrm>
                <a:off x="9552105" y="5541029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9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19 w 6343"/>
                  <a:gd name="connsiteY4" fmla="*/ 162 h 6345"/>
                  <a:gd name="connsiteX5" fmla="*/ 1177 w 6343"/>
                  <a:gd name="connsiteY5" fmla="*/ 1092 h 6345"/>
                  <a:gd name="connsiteX6" fmla="*/ 248 w 6343"/>
                  <a:gd name="connsiteY6" fmla="*/ 3335 h 6345"/>
                  <a:gd name="connsiteX7" fmla="*/ 1177 w 6343"/>
                  <a:gd name="connsiteY7" fmla="*/ 5579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7" y="6174"/>
                      <a:pt x="5662" y="5579"/>
                    </a:cubicBezTo>
                    <a:cubicBezTo>
                      <a:pt x="6257" y="4984"/>
                      <a:pt x="6591" y="4177"/>
                      <a:pt x="6591" y="3335"/>
                    </a:cubicBezTo>
                    <a:cubicBezTo>
                      <a:pt x="6591" y="2494"/>
                      <a:pt x="6257" y="1687"/>
                      <a:pt x="5662" y="1092"/>
                    </a:cubicBezTo>
                    <a:cubicBezTo>
                      <a:pt x="5067" y="497"/>
                      <a:pt x="4260" y="162"/>
                      <a:pt x="3419" y="162"/>
                    </a:cubicBezTo>
                    <a:cubicBezTo>
                      <a:pt x="2578" y="162"/>
                      <a:pt x="1771" y="497"/>
                      <a:pt x="1177" y="1092"/>
                    </a:cubicBezTo>
                    <a:cubicBezTo>
                      <a:pt x="582" y="1687"/>
                      <a:pt x="248" y="2494"/>
                      <a:pt x="248" y="3335"/>
                    </a:cubicBezTo>
                    <a:cubicBezTo>
                      <a:pt x="248" y="4177"/>
                      <a:pt x="582" y="4984"/>
                      <a:pt x="1177" y="5579"/>
                    </a:cubicBezTo>
                    <a:cubicBezTo>
                      <a:pt x="1771" y="6174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43" name="Freeform: Shape 12742">
                <a:extLst>
                  <a:ext uri="{FF2B5EF4-FFF2-40B4-BE49-F238E27FC236}">
                    <a16:creationId xmlns:a16="http://schemas.microsoft.com/office/drawing/2014/main" id="{CF7ACC22-B4F8-1A8A-517B-AF1D4D84D5C0}"/>
                  </a:ext>
                </a:extLst>
              </p:cNvPr>
              <p:cNvSpPr/>
              <p:nvPr/>
            </p:nvSpPr>
            <p:spPr>
              <a:xfrm>
                <a:off x="9550661" y="5541857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9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19 w 6343"/>
                  <a:gd name="connsiteY4" fmla="*/ 163 h 6345"/>
                  <a:gd name="connsiteX5" fmla="*/ 1177 w 6343"/>
                  <a:gd name="connsiteY5" fmla="*/ 1092 h 6345"/>
                  <a:gd name="connsiteX6" fmla="*/ 248 w 6343"/>
                  <a:gd name="connsiteY6" fmla="*/ 3335 h 6345"/>
                  <a:gd name="connsiteX7" fmla="*/ 1177 w 6343"/>
                  <a:gd name="connsiteY7" fmla="*/ 5579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7" y="6174"/>
                      <a:pt x="5662" y="5579"/>
                    </a:cubicBezTo>
                    <a:cubicBezTo>
                      <a:pt x="6257" y="4984"/>
                      <a:pt x="6591" y="4177"/>
                      <a:pt x="6591" y="3335"/>
                    </a:cubicBezTo>
                    <a:cubicBezTo>
                      <a:pt x="6591" y="2494"/>
                      <a:pt x="6257" y="1687"/>
                      <a:pt x="5662" y="1092"/>
                    </a:cubicBezTo>
                    <a:cubicBezTo>
                      <a:pt x="5067" y="497"/>
                      <a:pt x="4260" y="163"/>
                      <a:pt x="3419" y="163"/>
                    </a:cubicBezTo>
                    <a:cubicBezTo>
                      <a:pt x="2578" y="163"/>
                      <a:pt x="1771" y="497"/>
                      <a:pt x="1177" y="1092"/>
                    </a:cubicBezTo>
                    <a:cubicBezTo>
                      <a:pt x="582" y="1687"/>
                      <a:pt x="248" y="2494"/>
                      <a:pt x="248" y="3335"/>
                    </a:cubicBezTo>
                    <a:cubicBezTo>
                      <a:pt x="248" y="4177"/>
                      <a:pt x="582" y="4984"/>
                      <a:pt x="1177" y="5579"/>
                    </a:cubicBezTo>
                    <a:cubicBezTo>
                      <a:pt x="1771" y="6174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44" name="Freeform: Shape 12743">
                <a:extLst>
                  <a:ext uri="{FF2B5EF4-FFF2-40B4-BE49-F238E27FC236}">
                    <a16:creationId xmlns:a16="http://schemas.microsoft.com/office/drawing/2014/main" id="{8B661C64-A1B4-ED58-A353-D00E17AD5CFA}"/>
                  </a:ext>
                </a:extLst>
              </p:cNvPr>
              <p:cNvSpPr/>
              <p:nvPr/>
            </p:nvSpPr>
            <p:spPr>
              <a:xfrm>
                <a:off x="9549139" y="5542505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9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19 w 6343"/>
                  <a:gd name="connsiteY4" fmla="*/ 163 h 6345"/>
                  <a:gd name="connsiteX5" fmla="*/ 1176 w 6343"/>
                  <a:gd name="connsiteY5" fmla="*/ 1092 h 6345"/>
                  <a:gd name="connsiteX6" fmla="*/ 248 w 6343"/>
                  <a:gd name="connsiteY6" fmla="*/ 3335 h 6345"/>
                  <a:gd name="connsiteX7" fmla="*/ 1176 w 6343"/>
                  <a:gd name="connsiteY7" fmla="*/ 5579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7" y="6174"/>
                      <a:pt x="5662" y="5579"/>
                    </a:cubicBezTo>
                    <a:cubicBezTo>
                      <a:pt x="6256" y="4984"/>
                      <a:pt x="6591" y="4177"/>
                      <a:pt x="6591" y="3335"/>
                    </a:cubicBezTo>
                    <a:cubicBezTo>
                      <a:pt x="6591" y="2494"/>
                      <a:pt x="6256" y="1687"/>
                      <a:pt x="5662" y="1092"/>
                    </a:cubicBezTo>
                    <a:cubicBezTo>
                      <a:pt x="5067" y="497"/>
                      <a:pt x="4260" y="163"/>
                      <a:pt x="3419" y="163"/>
                    </a:cubicBezTo>
                    <a:cubicBezTo>
                      <a:pt x="2578" y="163"/>
                      <a:pt x="1771" y="497"/>
                      <a:pt x="1176" y="1092"/>
                    </a:cubicBezTo>
                    <a:cubicBezTo>
                      <a:pt x="582" y="1687"/>
                      <a:pt x="248" y="2494"/>
                      <a:pt x="248" y="3335"/>
                    </a:cubicBezTo>
                    <a:cubicBezTo>
                      <a:pt x="248" y="4177"/>
                      <a:pt x="582" y="4984"/>
                      <a:pt x="1176" y="5579"/>
                    </a:cubicBezTo>
                    <a:cubicBezTo>
                      <a:pt x="1771" y="6174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45" name="Freeform: Shape 12744">
                <a:extLst>
                  <a:ext uri="{FF2B5EF4-FFF2-40B4-BE49-F238E27FC236}">
                    <a16:creationId xmlns:a16="http://schemas.microsoft.com/office/drawing/2014/main" id="{4DC32E4B-7E47-70AB-8A96-C468D3CD8CB7}"/>
                  </a:ext>
                </a:extLst>
              </p:cNvPr>
              <p:cNvSpPr/>
              <p:nvPr/>
            </p:nvSpPr>
            <p:spPr>
              <a:xfrm>
                <a:off x="9548065" y="5544237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9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19 w 6343"/>
                  <a:gd name="connsiteY4" fmla="*/ 163 h 6345"/>
                  <a:gd name="connsiteX5" fmla="*/ 1176 w 6343"/>
                  <a:gd name="connsiteY5" fmla="*/ 1092 h 6345"/>
                  <a:gd name="connsiteX6" fmla="*/ 247 w 6343"/>
                  <a:gd name="connsiteY6" fmla="*/ 3335 h 6345"/>
                  <a:gd name="connsiteX7" fmla="*/ 1176 w 6343"/>
                  <a:gd name="connsiteY7" fmla="*/ 5579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7" y="6174"/>
                      <a:pt x="5662" y="5579"/>
                    </a:cubicBezTo>
                    <a:cubicBezTo>
                      <a:pt x="6256" y="4984"/>
                      <a:pt x="6591" y="4177"/>
                      <a:pt x="6591" y="3335"/>
                    </a:cubicBezTo>
                    <a:cubicBezTo>
                      <a:pt x="6591" y="2494"/>
                      <a:pt x="6256" y="1687"/>
                      <a:pt x="5662" y="1092"/>
                    </a:cubicBezTo>
                    <a:cubicBezTo>
                      <a:pt x="5067" y="497"/>
                      <a:pt x="4260" y="163"/>
                      <a:pt x="3419" y="163"/>
                    </a:cubicBezTo>
                    <a:cubicBezTo>
                      <a:pt x="2578" y="163"/>
                      <a:pt x="1771" y="497"/>
                      <a:pt x="1176" y="1092"/>
                    </a:cubicBezTo>
                    <a:cubicBezTo>
                      <a:pt x="582" y="1687"/>
                      <a:pt x="247" y="2494"/>
                      <a:pt x="247" y="3335"/>
                    </a:cubicBezTo>
                    <a:cubicBezTo>
                      <a:pt x="247" y="4177"/>
                      <a:pt x="582" y="4984"/>
                      <a:pt x="1176" y="5579"/>
                    </a:cubicBezTo>
                    <a:cubicBezTo>
                      <a:pt x="1771" y="6174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46" name="Freeform: Shape 12745">
                <a:extLst>
                  <a:ext uri="{FF2B5EF4-FFF2-40B4-BE49-F238E27FC236}">
                    <a16:creationId xmlns:a16="http://schemas.microsoft.com/office/drawing/2014/main" id="{B92F026B-85FA-B070-D958-C5B7040E9E51}"/>
                  </a:ext>
                </a:extLst>
              </p:cNvPr>
              <p:cNvSpPr/>
              <p:nvPr/>
            </p:nvSpPr>
            <p:spPr>
              <a:xfrm>
                <a:off x="9544895" y="5545260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1 w 6343"/>
                  <a:gd name="connsiteY1" fmla="*/ 5579 h 6345"/>
                  <a:gd name="connsiteX2" fmla="*/ 6590 w 6343"/>
                  <a:gd name="connsiteY2" fmla="*/ 3335 h 6345"/>
                  <a:gd name="connsiteX3" fmla="*/ 5661 w 6343"/>
                  <a:gd name="connsiteY3" fmla="*/ 1092 h 6345"/>
                  <a:gd name="connsiteX4" fmla="*/ 3419 w 6343"/>
                  <a:gd name="connsiteY4" fmla="*/ 163 h 6345"/>
                  <a:gd name="connsiteX5" fmla="*/ 1176 w 6343"/>
                  <a:gd name="connsiteY5" fmla="*/ 1092 h 6345"/>
                  <a:gd name="connsiteX6" fmla="*/ 247 w 6343"/>
                  <a:gd name="connsiteY6" fmla="*/ 3335 h 6345"/>
                  <a:gd name="connsiteX7" fmla="*/ 1176 w 6343"/>
                  <a:gd name="connsiteY7" fmla="*/ 5579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7" y="6174"/>
                      <a:pt x="5661" y="5579"/>
                    </a:cubicBezTo>
                    <a:cubicBezTo>
                      <a:pt x="6256" y="4984"/>
                      <a:pt x="6590" y="4177"/>
                      <a:pt x="6590" y="3335"/>
                    </a:cubicBezTo>
                    <a:cubicBezTo>
                      <a:pt x="6590" y="2494"/>
                      <a:pt x="6256" y="1687"/>
                      <a:pt x="5661" y="1092"/>
                    </a:cubicBezTo>
                    <a:cubicBezTo>
                      <a:pt x="5067" y="497"/>
                      <a:pt x="4260" y="163"/>
                      <a:pt x="3419" y="163"/>
                    </a:cubicBezTo>
                    <a:cubicBezTo>
                      <a:pt x="2578" y="163"/>
                      <a:pt x="1771" y="497"/>
                      <a:pt x="1176" y="1092"/>
                    </a:cubicBezTo>
                    <a:cubicBezTo>
                      <a:pt x="581" y="1687"/>
                      <a:pt x="247" y="2494"/>
                      <a:pt x="247" y="3335"/>
                    </a:cubicBezTo>
                    <a:cubicBezTo>
                      <a:pt x="247" y="4177"/>
                      <a:pt x="581" y="4984"/>
                      <a:pt x="1176" y="5579"/>
                    </a:cubicBezTo>
                    <a:cubicBezTo>
                      <a:pt x="1771" y="6174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47" name="Freeform: Shape 12746">
                <a:extLst>
                  <a:ext uri="{FF2B5EF4-FFF2-40B4-BE49-F238E27FC236}">
                    <a16:creationId xmlns:a16="http://schemas.microsoft.com/office/drawing/2014/main" id="{12DE5F89-1307-2192-9544-32B6C29092CA}"/>
                  </a:ext>
                </a:extLst>
              </p:cNvPr>
              <p:cNvSpPr/>
              <p:nvPr/>
            </p:nvSpPr>
            <p:spPr>
              <a:xfrm>
                <a:off x="9565766" y="5602957"/>
                <a:ext cx="6343" cy="6345"/>
              </a:xfrm>
              <a:custGeom>
                <a:avLst/>
                <a:gdLst>
                  <a:gd name="connsiteX0" fmla="*/ 3420 w 6343"/>
                  <a:gd name="connsiteY0" fmla="*/ 6513 h 6345"/>
                  <a:gd name="connsiteX1" fmla="*/ 5663 w 6343"/>
                  <a:gd name="connsiteY1" fmla="*/ 5583 h 6345"/>
                  <a:gd name="connsiteX2" fmla="*/ 6592 w 6343"/>
                  <a:gd name="connsiteY2" fmla="*/ 3340 h 6345"/>
                  <a:gd name="connsiteX3" fmla="*/ 5663 w 6343"/>
                  <a:gd name="connsiteY3" fmla="*/ 1097 h 6345"/>
                  <a:gd name="connsiteX4" fmla="*/ 3420 w 6343"/>
                  <a:gd name="connsiteY4" fmla="*/ 167 h 6345"/>
                  <a:gd name="connsiteX5" fmla="*/ 1178 w 6343"/>
                  <a:gd name="connsiteY5" fmla="*/ 1097 h 6345"/>
                  <a:gd name="connsiteX6" fmla="*/ 249 w 6343"/>
                  <a:gd name="connsiteY6" fmla="*/ 3340 h 6345"/>
                  <a:gd name="connsiteX7" fmla="*/ 1178 w 6343"/>
                  <a:gd name="connsiteY7" fmla="*/ 5583 h 6345"/>
                  <a:gd name="connsiteX8" fmla="*/ 3420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13"/>
                    </a:moveTo>
                    <a:cubicBezTo>
                      <a:pt x="4261" y="6513"/>
                      <a:pt x="5068" y="6178"/>
                      <a:pt x="5663" y="5583"/>
                    </a:cubicBezTo>
                    <a:cubicBezTo>
                      <a:pt x="6258" y="4989"/>
                      <a:pt x="6592" y="4181"/>
                      <a:pt x="6592" y="3340"/>
                    </a:cubicBezTo>
                    <a:cubicBezTo>
                      <a:pt x="6592" y="2499"/>
                      <a:pt x="6258" y="1692"/>
                      <a:pt x="5663" y="1097"/>
                    </a:cubicBezTo>
                    <a:cubicBezTo>
                      <a:pt x="5068" y="502"/>
                      <a:pt x="4261" y="167"/>
                      <a:pt x="3420" y="167"/>
                    </a:cubicBezTo>
                    <a:cubicBezTo>
                      <a:pt x="2579" y="167"/>
                      <a:pt x="1773" y="502"/>
                      <a:pt x="1178" y="1097"/>
                    </a:cubicBezTo>
                    <a:cubicBezTo>
                      <a:pt x="583" y="1692"/>
                      <a:pt x="249" y="2499"/>
                      <a:pt x="249" y="3340"/>
                    </a:cubicBezTo>
                    <a:cubicBezTo>
                      <a:pt x="249" y="4181"/>
                      <a:pt x="583" y="4989"/>
                      <a:pt x="1178" y="5583"/>
                    </a:cubicBezTo>
                    <a:cubicBezTo>
                      <a:pt x="1773" y="6178"/>
                      <a:pt x="2579" y="6513"/>
                      <a:pt x="3420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48" name="Freeform: Shape 12747">
                <a:extLst>
                  <a:ext uri="{FF2B5EF4-FFF2-40B4-BE49-F238E27FC236}">
                    <a16:creationId xmlns:a16="http://schemas.microsoft.com/office/drawing/2014/main" id="{93E5B5EC-BCB8-CB9C-5816-802F254ECFCC}"/>
                  </a:ext>
                </a:extLst>
              </p:cNvPr>
              <p:cNvSpPr/>
              <p:nvPr/>
            </p:nvSpPr>
            <p:spPr>
              <a:xfrm>
                <a:off x="9563107" y="5601719"/>
                <a:ext cx="6343" cy="6345"/>
              </a:xfrm>
              <a:custGeom>
                <a:avLst/>
                <a:gdLst>
                  <a:gd name="connsiteX0" fmla="*/ 3420 w 6343"/>
                  <a:gd name="connsiteY0" fmla="*/ 6513 h 6345"/>
                  <a:gd name="connsiteX1" fmla="*/ 5663 w 6343"/>
                  <a:gd name="connsiteY1" fmla="*/ 5583 h 6345"/>
                  <a:gd name="connsiteX2" fmla="*/ 6592 w 6343"/>
                  <a:gd name="connsiteY2" fmla="*/ 3340 h 6345"/>
                  <a:gd name="connsiteX3" fmla="*/ 5663 w 6343"/>
                  <a:gd name="connsiteY3" fmla="*/ 1096 h 6345"/>
                  <a:gd name="connsiteX4" fmla="*/ 3420 w 6343"/>
                  <a:gd name="connsiteY4" fmla="*/ 167 h 6345"/>
                  <a:gd name="connsiteX5" fmla="*/ 1178 w 6343"/>
                  <a:gd name="connsiteY5" fmla="*/ 1096 h 6345"/>
                  <a:gd name="connsiteX6" fmla="*/ 249 w 6343"/>
                  <a:gd name="connsiteY6" fmla="*/ 3340 h 6345"/>
                  <a:gd name="connsiteX7" fmla="*/ 1178 w 6343"/>
                  <a:gd name="connsiteY7" fmla="*/ 5583 h 6345"/>
                  <a:gd name="connsiteX8" fmla="*/ 3420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13"/>
                    </a:moveTo>
                    <a:cubicBezTo>
                      <a:pt x="4261" y="6513"/>
                      <a:pt x="5068" y="6178"/>
                      <a:pt x="5663" y="5583"/>
                    </a:cubicBezTo>
                    <a:cubicBezTo>
                      <a:pt x="6258" y="4988"/>
                      <a:pt x="6592" y="4181"/>
                      <a:pt x="6592" y="3340"/>
                    </a:cubicBezTo>
                    <a:cubicBezTo>
                      <a:pt x="6592" y="2499"/>
                      <a:pt x="6258" y="1691"/>
                      <a:pt x="5663" y="1096"/>
                    </a:cubicBezTo>
                    <a:cubicBezTo>
                      <a:pt x="5068" y="502"/>
                      <a:pt x="4261" y="167"/>
                      <a:pt x="3420" y="167"/>
                    </a:cubicBezTo>
                    <a:cubicBezTo>
                      <a:pt x="2579" y="167"/>
                      <a:pt x="1772" y="502"/>
                      <a:pt x="1178" y="1096"/>
                    </a:cubicBezTo>
                    <a:cubicBezTo>
                      <a:pt x="583" y="1691"/>
                      <a:pt x="249" y="2499"/>
                      <a:pt x="249" y="3340"/>
                    </a:cubicBezTo>
                    <a:cubicBezTo>
                      <a:pt x="249" y="4181"/>
                      <a:pt x="583" y="4988"/>
                      <a:pt x="1178" y="5583"/>
                    </a:cubicBezTo>
                    <a:cubicBezTo>
                      <a:pt x="1772" y="6178"/>
                      <a:pt x="2579" y="6513"/>
                      <a:pt x="3420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49" name="Freeform: Shape 12748">
                <a:extLst>
                  <a:ext uri="{FF2B5EF4-FFF2-40B4-BE49-F238E27FC236}">
                    <a16:creationId xmlns:a16="http://schemas.microsoft.com/office/drawing/2014/main" id="{7609F9A6-AB80-B889-0A9A-337F5E8DEA85}"/>
                  </a:ext>
                </a:extLst>
              </p:cNvPr>
              <p:cNvSpPr/>
              <p:nvPr/>
            </p:nvSpPr>
            <p:spPr>
              <a:xfrm>
                <a:off x="9539329" y="5544620"/>
                <a:ext cx="6343" cy="6345"/>
              </a:xfrm>
              <a:custGeom>
                <a:avLst/>
                <a:gdLst>
                  <a:gd name="connsiteX0" fmla="*/ 3418 w 6343"/>
                  <a:gd name="connsiteY0" fmla="*/ 6508 h 6345"/>
                  <a:gd name="connsiteX1" fmla="*/ 5661 w 6343"/>
                  <a:gd name="connsiteY1" fmla="*/ 5579 h 6345"/>
                  <a:gd name="connsiteX2" fmla="*/ 6590 w 6343"/>
                  <a:gd name="connsiteY2" fmla="*/ 3335 h 6345"/>
                  <a:gd name="connsiteX3" fmla="*/ 5661 w 6343"/>
                  <a:gd name="connsiteY3" fmla="*/ 1092 h 6345"/>
                  <a:gd name="connsiteX4" fmla="*/ 3418 w 6343"/>
                  <a:gd name="connsiteY4" fmla="*/ 163 h 6345"/>
                  <a:gd name="connsiteX5" fmla="*/ 1176 w 6343"/>
                  <a:gd name="connsiteY5" fmla="*/ 1092 h 6345"/>
                  <a:gd name="connsiteX6" fmla="*/ 247 w 6343"/>
                  <a:gd name="connsiteY6" fmla="*/ 3335 h 6345"/>
                  <a:gd name="connsiteX7" fmla="*/ 1176 w 6343"/>
                  <a:gd name="connsiteY7" fmla="*/ 5579 h 6345"/>
                  <a:gd name="connsiteX8" fmla="*/ 3418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8"/>
                    </a:moveTo>
                    <a:cubicBezTo>
                      <a:pt x="4259" y="6508"/>
                      <a:pt x="5066" y="6174"/>
                      <a:pt x="5661" y="5579"/>
                    </a:cubicBezTo>
                    <a:cubicBezTo>
                      <a:pt x="6256" y="4984"/>
                      <a:pt x="6590" y="4177"/>
                      <a:pt x="6590" y="3335"/>
                    </a:cubicBezTo>
                    <a:cubicBezTo>
                      <a:pt x="6590" y="2494"/>
                      <a:pt x="6256" y="1687"/>
                      <a:pt x="5661" y="1092"/>
                    </a:cubicBezTo>
                    <a:cubicBezTo>
                      <a:pt x="5066" y="497"/>
                      <a:pt x="4259" y="163"/>
                      <a:pt x="3418" y="163"/>
                    </a:cubicBezTo>
                    <a:cubicBezTo>
                      <a:pt x="2577" y="163"/>
                      <a:pt x="1770" y="497"/>
                      <a:pt x="1176" y="1092"/>
                    </a:cubicBezTo>
                    <a:cubicBezTo>
                      <a:pt x="581" y="1687"/>
                      <a:pt x="247" y="2494"/>
                      <a:pt x="247" y="3335"/>
                    </a:cubicBezTo>
                    <a:cubicBezTo>
                      <a:pt x="247" y="4177"/>
                      <a:pt x="581" y="4984"/>
                      <a:pt x="1176" y="5579"/>
                    </a:cubicBezTo>
                    <a:cubicBezTo>
                      <a:pt x="1770" y="6174"/>
                      <a:pt x="2577" y="6508"/>
                      <a:pt x="3418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50" name="Freeform: Shape 12749">
                <a:extLst>
                  <a:ext uri="{FF2B5EF4-FFF2-40B4-BE49-F238E27FC236}">
                    <a16:creationId xmlns:a16="http://schemas.microsoft.com/office/drawing/2014/main" id="{1B29E305-BF58-8F4A-1010-D5648F04FDBC}"/>
                  </a:ext>
                </a:extLst>
              </p:cNvPr>
              <p:cNvSpPr/>
              <p:nvPr/>
            </p:nvSpPr>
            <p:spPr>
              <a:xfrm>
                <a:off x="9553297" y="5598321"/>
                <a:ext cx="6343" cy="6345"/>
              </a:xfrm>
              <a:custGeom>
                <a:avLst/>
                <a:gdLst>
                  <a:gd name="connsiteX0" fmla="*/ 3419 w 6343"/>
                  <a:gd name="connsiteY0" fmla="*/ 6512 h 6345"/>
                  <a:gd name="connsiteX1" fmla="*/ 5662 w 6343"/>
                  <a:gd name="connsiteY1" fmla="*/ 5583 h 6345"/>
                  <a:gd name="connsiteX2" fmla="*/ 6591 w 6343"/>
                  <a:gd name="connsiteY2" fmla="*/ 3340 h 6345"/>
                  <a:gd name="connsiteX3" fmla="*/ 5662 w 6343"/>
                  <a:gd name="connsiteY3" fmla="*/ 1096 h 6345"/>
                  <a:gd name="connsiteX4" fmla="*/ 3419 w 6343"/>
                  <a:gd name="connsiteY4" fmla="*/ 167 h 6345"/>
                  <a:gd name="connsiteX5" fmla="*/ 1177 w 6343"/>
                  <a:gd name="connsiteY5" fmla="*/ 1096 h 6345"/>
                  <a:gd name="connsiteX6" fmla="*/ 248 w 6343"/>
                  <a:gd name="connsiteY6" fmla="*/ 3340 h 6345"/>
                  <a:gd name="connsiteX7" fmla="*/ 1177 w 6343"/>
                  <a:gd name="connsiteY7" fmla="*/ 5583 h 6345"/>
                  <a:gd name="connsiteX8" fmla="*/ 3419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12"/>
                    </a:moveTo>
                    <a:cubicBezTo>
                      <a:pt x="4261" y="6512"/>
                      <a:pt x="5067" y="6178"/>
                      <a:pt x="5662" y="5583"/>
                    </a:cubicBezTo>
                    <a:cubicBezTo>
                      <a:pt x="6257" y="4988"/>
                      <a:pt x="6591" y="4181"/>
                      <a:pt x="6591" y="3340"/>
                    </a:cubicBezTo>
                    <a:cubicBezTo>
                      <a:pt x="6591" y="2498"/>
                      <a:pt x="6257" y="1691"/>
                      <a:pt x="5662" y="1096"/>
                    </a:cubicBezTo>
                    <a:cubicBezTo>
                      <a:pt x="5067" y="501"/>
                      <a:pt x="4261" y="167"/>
                      <a:pt x="3419" y="167"/>
                    </a:cubicBezTo>
                    <a:cubicBezTo>
                      <a:pt x="2578" y="167"/>
                      <a:pt x="1772" y="501"/>
                      <a:pt x="1177" y="1096"/>
                    </a:cubicBezTo>
                    <a:cubicBezTo>
                      <a:pt x="582" y="1691"/>
                      <a:pt x="248" y="2498"/>
                      <a:pt x="248" y="3340"/>
                    </a:cubicBezTo>
                    <a:cubicBezTo>
                      <a:pt x="248" y="4181"/>
                      <a:pt x="582" y="4988"/>
                      <a:pt x="1177" y="5583"/>
                    </a:cubicBezTo>
                    <a:cubicBezTo>
                      <a:pt x="1772" y="6178"/>
                      <a:pt x="2578" y="6512"/>
                      <a:pt x="3419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51" name="Freeform: Shape 12750">
                <a:extLst>
                  <a:ext uri="{FF2B5EF4-FFF2-40B4-BE49-F238E27FC236}">
                    <a16:creationId xmlns:a16="http://schemas.microsoft.com/office/drawing/2014/main" id="{BD36B0FA-D990-4FBF-EB16-C03C5EBE60D2}"/>
                  </a:ext>
                </a:extLst>
              </p:cNvPr>
              <p:cNvSpPr/>
              <p:nvPr/>
            </p:nvSpPr>
            <p:spPr>
              <a:xfrm>
                <a:off x="9552853" y="5622268"/>
                <a:ext cx="6343" cy="6345"/>
              </a:xfrm>
              <a:custGeom>
                <a:avLst/>
                <a:gdLst>
                  <a:gd name="connsiteX0" fmla="*/ 3419 w 6343"/>
                  <a:gd name="connsiteY0" fmla="*/ 6514 h 6345"/>
                  <a:gd name="connsiteX1" fmla="*/ 5662 w 6343"/>
                  <a:gd name="connsiteY1" fmla="*/ 5585 h 6345"/>
                  <a:gd name="connsiteX2" fmla="*/ 6591 w 6343"/>
                  <a:gd name="connsiteY2" fmla="*/ 3342 h 6345"/>
                  <a:gd name="connsiteX3" fmla="*/ 5662 w 6343"/>
                  <a:gd name="connsiteY3" fmla="*/ 1098 h 6345"/>
                  <a:gd name="connsiteX4" fmla="*/ 3419 w 6343"/>
                  <a:gd name="connsiteY4" fmla="*/ 169 h 6345"/>
                  <a:gd name="connsiteX5" fmla="*/ 1177 w 6343"/>
                  <a:gd name="connsiteY5" fmla="*/ 1098 h 6345"/>
                  <a:gd name="connsiteX6" fmla="*/ 248 w 6343"/>
                  <a:gd name="connsiteY6" fmla="*/ 3342 h 6345"/>
                  <a:gd name="connsiteX7" fmla="*/ 1177 w 6343"/>
                  <a:gd name="connsiteY7" fmla="*/ 5585 h 6345"/>
                  <a:gd name="connsiteX8" fmla="*/ 3419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14"/>
                    </a:moveTo>
                    <a:cubicBezTo>
                      <a:pt x="4260" y="6514"/>
                      <a:pt x="5067" y="6180"/>
                      <a:pt x="5662" y="5585"/>
                    </a:cubicBezTo>
                    <a:cubicBezTo>
                      <a:pt x="6257" y="4990"/>
                      <a:pt x="6591" y="4183"/>
                      <a:pt x="6591" y="3342"/>
                    </a:cubicBezTo>
                    <a:cubicBezTo>
                      <a:pt x="6591" y="2500"/>
                      <a:pt x="6257" y="1693"/>
                      <a:pt x="5662" y="1098"/>
                    </a:cubicBezTo>
                    <a:cubicBezTo>
                      <a:pt x="5067" y="503"/>
                      <a:pt x="4260" y="169"/>
                      <a:pt x="3419" y="169"/>
                    </a:cubicBezTo>
                    <a:cubicBezTo>
                      <a:pt x="2578" y="169"/>
                      <a:pt x="1771" y="503"/>
                      <a:pt x="1177" y="1098"/>
                    </a:cubicBezTo>
                    <a:cubicBezTo>
                      <a:pt x="582" y="1693"/>
                      <a:pt x="248" y="2500"/>
                      <a:pt x="248" y="3342"/>
                    </a:cubicBezTo>
                    <a:cubicBezTo>
                      <a:pt x="248" y="4183"/>
                      <a:pt x="582" y="4990"/>
                      <a:pt x="1177" y="5585"/>
                    </a:cubicBezTo>
                    <a:cubicBezTo>
                      <a:pt x="1771" y="6180"/>
                      <a:pt x="2578" y="6514"/>
                      <a:pt x="3419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52" name="Freeform: Shape 12751">
                <a:extLst>
                  <a:ext uri="{FF2B5EF4-FFF2-40B4-BE49-F238E27FC236}">
                    <a16:creationId xmlns:a16="http://schemas.microsoft.com/office/drawing/2014/main" id="{DDF7B75D-A5BA-CE91-40BF-F310389E90DC}"/>
                  </a:ext>
                </a:extLst>
              </p:cNvPr>
              <p:cNvSpPr/>
              <p:nvPr/>
            </p:nvSpPr>
            <p:spPr>
              <a:xfrm>
                <a:off x="9551394" y="5624647"/>
                <a:ext cx="6343" cy="6345"/>
              </a:xfrm>
              <a:custGeom>
                <a:avLst/>
                <a:gdLst>
                  <a:gd name="connsiteX0" fmla="*/ 3419 w 6343"/>
                  <a:gd name="connsiteY0" fmla="*/ 6514 h 6345"/>
                  <a:gd name="connsiteX1" fmla="*/ 5662 w 6343"/>
                  <a:gd name="connsiteY1" fmla="*/ 5585 h 6345"/>
                  <a:gd name="connsiteX2" fmla="*/ 6591 w 6343"/>
                  <a:gd name="connsiteY2" fmla="*/ 3342 h 6345"/>
                  <a:gd name="connsiteX3" fmla="*/ 5662 w 6343"/>
                  <a:gd name="connsiteY3" fmla="*/ 1098 h 6345"/>
                  <a:gd name="connsiteX4" fmla="*/ 3419 w 6343"/>
                  <a:gd name="connsiteY4" fmla="*/ 169 h 6345"/>
                  <a:gd name="connsiteX5" fmla="*/ 1177 w 6343"/>
                  <a:gd name="connsiteY5" fmla="*/ 1098 h 6345"/>
                  <a:gd name="connsiteX6" fmla="*/ 248 w 6343"/>
                  <a:gd name="connsiteY6" fmla="*/ 3342 h 6345"/>
                  <a:gd name="connsiteX7" fmla="*/ 1177 w 6343"/>
                  <a:gd name="connsiteY7" fmla="*/ 5585 h 6345"/>
                  <a:gd name="connsiteX8" fmla="*/ 3419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14"/>
                    </a:moveTo>
                    <a:cubicBezTo>
                      <a:pt x="4260" y="6514"/>
                      <a:pt x="5067" y="6180"/>
                      <a:pt x="5662" y="5585"/>
                    </a:cubicBezTo>
                    <a:cubicBezTo>
                      <a:pt x="6257" y="4990"/>
                      <a:pt x="6591" y="4183"/>
                      <a:pt x="6591" y="3342"/>
                    </a:cubicBezTo>
                    <a:cubicBezTo>
                      <a:pt x="6591" y="2500"/>
                      <a:pt x="6257" y="1693"/>
                      <a:pt x="5662" y="1098"/>
                    </a:cubicBezTo>
                    <a:cubicBezTo>
                      <a:pt x="5067" y="503"/>
                      <a:pt x="4260" y="169"/>
                      <a:pt x="3419" y="169"/>
                    </a:cubicBezTo>
                    <a:cubicBezTo>
                      <a:pt x="2578" y="169"/>
                      <a:pt x="1771" y="503"/>
                      <a:pt x="1177" y="1098"/>
                    </a:cubicBezTo>
                    <a:cubicBezTo>
                      <a:pt x="582" y="1693"/>
                      <a:pt x="248" y="2500"/>
                      <a:pt x="248" y="3342"/>
                    </a:cubicBezTo>
                    <a:cubicBezTo>
                      <a:pt x="248" y="4183"/>
                      <a:pt x="582" y="4990"/>
                      <a:pt x="1177" y="5585"/>
                    </a:cubicBezTo>
                    <a:cubicBezTo>
                      <a:pt x="1771" y="6180"/>
                      <a:pt x="2578" y="6514"/>
                      <a:pt x="3419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53" name="Freeform: Shape 12752">
                <a:extLst>
                  <a:ext uri="{FF2B5EF4-FFF2-40B4-BE49-F238E27FC236}">
                    <a16:creationId xmlns:a16="http://schemas.microsoft.com/office/drawing/2014/main" id="{F92D82F9-678E-1931-D43D-A5A952F6DF0F}"/>
                  </a:ext>
                </a:extLst>
              </p:cNvPr>
              <p:cNvSpPr/>
              <p:nvPr/>
            </p:nvSpPr>
            <p:spPr>
              <a:xfrm>
                <a:off x="9548404" y="5622268"/>
                <a:ext cx="6343" cy="6345"/>
              </a:xfrm>
              <a:custGeom>
                <a:avLst/>
                <a:gdLst>
                  <a:gd name="connsiteX0" fmla="*/ 3419 w 6343"/>
                  <a:gd name="connsiteY0" fmla="*/ 6514 h 6345"/>
                  <a:gd name="connsiteX1" fmla="*/ 5662 w 6343"/>
                  <a:gd name="connsiteY1" fmla="*/ 5585 h 6345"/>
                  <a:gd name="connsiteX2" fmla="*/ 6591 w 6343"/>
                  <a:gd name="connsiteY2" fmla="*/ 3342 h 6345"/>
                  <a:gd name="connsiteX3" fmla="*/ 5662 w 6343"/>
                  <a:gd name="connsiteY3" fmla="*/ 1098 h 6345"/>
                  <a:gd name="connsiteX4" fmla="*/ 3419 w 6343"/>
                  <a:gd name="connsiteY4" fmla="*/ 169 h 6345"/>
                  <a:gd name="connsiteX5" fmla="*/ 1176 w 6343"/>
                  <a:gd name="connsiteY5" fmla="*/ 1098 h 6345"/>
                  <a:gd name="connsiteX6" fmla="*/ 247 w 6343"/>
                  <a:gd name="connsiteY6" fmla="*/ 3342 h 6345"/>
                  <a:gd name="connsiteX7" fmla="*/ 1176 w 6343"/>
                  <a:gd name="connsiteY7" fmla="*/ 5585 h 6345"/>
                  <a:gd name="connsiteX8" fmla="*/ 3419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14"/>
                    </a:moveTo>
                    <a:cubicBezTo>
                      <a:pt x="4260" y="6514"/>
                      <a:pt x="5067" y="6180"/>
                      <a:pt x="5662" y="5585"/>
                    </a:cubicBezTo>
                    <a:cubicBezTo>
                      <a:pt x="6256" y="4990"/>
                      <a:pt x="6591" y="4183"/>
                      <a:pt x="6591" y="3342"/>
                    </a:cubicBezTo>
                    <a:cubicBezTo>
                      <a:pt x="6591" y="2500"/>
                      <a:pt x="6256" y="1693"/>
                      <a:pt x="5662" y="1098"/>
                    </a:cubicBezTo>
                    <a:cubicBezTo>
                      <a:pt x="5067" y="503"/>
                      <a:pt x="4260" y="169"/>
                      <a:pt x="3419" y="169"/>
                    </a:cubicBezTo>
                    <a:cubicBezTo>
                      <a:pt x="2578" y="169"/>
                      <a:pt x="1771" y="503"/>
                      <a:pt x="1176" y="1098"/>
                    </a:cubicBezTo>
                    <a:cubicBezTo>
                      <a:pt x="582" y="1693"/>
                      <a:pt x="247" y="2500"/>
                      <a:pt x="247" y="3342"/>
                    </a:cubicBezTo>
                    <a:cubicBezTo>
                      <a:pt x="247" y="4183"/>
                      <a:pt x="582" y="4990"/>
                      <a:pt x="1176" y="5585"/>
                    </a:cubicBezTo>
                    <a:cubicBezTo>
                      <a:pt x="1771" y="6180"/>
                      <a:pt x="2578" y="6514"/>
                      <a:pt x="3419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54" name="Freeform: Shape 12753">
                <a:extLst>
                  <a:ext uri="{FF2B5EF4-FFF2-40B4-BE49-F238E27FC236}">
                    <a16:creationId xmlns:a16="http://schemas.microsoft.com/office/drawing/2014/main" id="{6BE4F5A3-0E9E-B3CE-6537-A85D479B7C14}"/>
                  </a:ext>
                </a:extLst>
              </p:cNvPr>
              <p:cNvSpPr/>
              <p:nvPr/>
            </p:nvSpPr>
            <p:spPr>
              <a:xfrm>
                <a:off x="9513009" y="5541837"/>
                <a:ext cx="6343" cy="6345"/>
              </a:xfrm>
              <a:custGeom>
                <a:avLst/>
                <a:gdLst>
                  <a:gd name="connsiteX0" fmla="*/ 3416 w 6343"/>
                  <a:gd name="connsiteY0" fmla="*/ 6508 h 6345"/>
                  <a:gd name="connsiteX1" fmla="*/ 5659 w 6343"/>
                  <a:gd name="connsiteY1" fmla="*/ 5579 h 6345"/>
                  <a:gd name="connsiteX2" fmla="*/ 6588 w 6343"/>
                  <a:gd name="connsiteY2" fmla="*/ 3335 h 6345"/>
                  <a:gd name="connsiteX3" fmla="*/ 5659 w 6343"/>
                  <a:gd name="connsiteY3" fmla="*/ 1092 h 6345"/>
                  <a:gd name="connsiteX4" fmla="*/ 3416 w 6343"/>
                  <a:gd name="connsiteY4" fmla="*/ 163 h 6345"/>
                  <a:gd name="connsiteX5" fmla="*/ 1174 w 6343"/>
                  <a:gd name="connsiteY5" fmla="*/ 1092 h 6345"/>
                  <a:gd name="connsiteX6" fmla="*/ 245 w 6343"/>
                  <a:gd name="connsiteY6" fmla="*/ 3335 h 6345"/>
                  <a:gd name="connsiteX7" fmla="*/ 1174 w 6343"/>
                  <a:gd name="connsiteY7" fmla="*/ 5579 h 6345"/>
                  <a:gd name="connsiteX8" fmla="*/ 341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8"/>
                    </a:moveTo>
                    <a:cubicBezTo>
                      <a:pt x="4257" y="6508"/>
                      <a:pt x="5064" y="6174"/>
                      <a:pt x="5659" y="5579"/>
                    </a:cubicBezTo>
                    <a:cubicBezTo>
                      <a:pt x="6254" y="4984"/>
                      <a:pt x="6588" y="4177"/>
                      <a:pt x="6588" y="3335"/>
                    </a:cubicBezTo>
                    <a:cubicBezTo>
                      <a:pt x="6588" y="2494"/>
                      <a:pt x="6254" y="1687"/>
                      <a:pt x="5659" y="1092"/>
                    </a:cubicBezTo>
                    <a:cubicBezTo>
                      <a:pt x="5064" y="497"/>
                      <a:pt x="4257" y="163"/>
                      <a:pt x="3416" y="163"/>
                    </a:cubicBezTo>
                    <a:cubicBezTo>
                      <a:pt x="2575" y="163"/>
                      <a:pt x="1768" y="497"/>
                      <a:pt x="1174" y="1092"/>
                    </a:cubicBezTo>
                    <a:cubicBezTo>
                      <a:pt x="579" y="1687"/>
                      <a:pt x="245" y="2494"/>
                      <a:pt x="245" y="3335"/>
                    </a:cubicBezTo>
                    <a:cubicBezTo>
                      <a:pt x="245" y="4177"/>
                      <a:pt x="579" y="4984"/>
                      <a:pt x="1174" y="5579"/>
                    </a:cubicBezTo>
                    <a:cubicBezTo>
                      <a:pt x="1768" y="6174"/>
                      <a:pt x="2575" y="6508"/>
                      <a:pt x="341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55" name="Freeform: Shape 12754">
                <a:extLst>
                  <a:ext uri="{FF2B5EF4-FFF2-40B4-BE49-F238E27FC236}">
                    <a16:creationId xmlns:a16="http://schemas.microsoft.com/office/drawing/2014/main" id="{870048A8-27D0-6C81-E196-9463F46525B4}"/>
                  </a:ext>
                </a:extLst>
              </p:cNvPr>
              <p:cNvSpPr/>
              <p:nvPr/>
            </p:nvSpPr>
            <p:spPr>
              <a:xfrm>
                <a:off x="9504255" y="5539224"/>
                <a:ext cx="6343" cy="6345"/>
              </a:xfrm>
              <a:custGeom>
                <a:avLst/>
                <a:gdLst>
                  <a:gd name="connsiteX0" fmla="*/ 3416 w 6343"/>
                  <a:gd name="connsiteY0" fmla="*/ 6508 h 6345"/>
                  <a:gd name="connsiteX1" fmla="*/ 5658 w 6343"/>
                  <a:gd name="connsiteY1" fmla="*/ 5578 h 6345"/>
                  <a:gd name="connsiteX2" fmla="*/ 6587 w 6343"/>
                  <a:gd name="connsiteY2" fmla="*/ 3335 h 6345"/>
                  <a:gd name="connsiteX3" fmla="*/ 5658 w 6343"/>
                  <a:gd name="connsiteY3" fmla="*/ 1092 h 6345"/>
                  <a:gd name="connsiteX4" fmla="*/ 3416 w 6343"/>
                  <a:gd name="connsiteY4" fmla="*/ 162 h 6345"/>
                  <a:gd name="connsiteX5" fmla="*/ 1173 w 6343"/>
                  <a:gd name="connsiteY5" fmla="*/ 1092 h 6345"/>
                  <a:gd name="connsiteX6" fmla="*/ 244 w 6343"/>
                  <a:gd name="connsiteY6" fmla="*/ 3335 h 6345"/>
                  <a:gd name="connsiteX7" fmla="*/ 1173 w 6343"/>
                  <a:gd name="connsiteY7" fmla="*/ 5578 h 6345"/>
                  <a:gd name="connsiteX8" fmla="*/ 341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8"/>
                    </a:moveTo>
                    <a:cubicBezTo>
                      <a:pt x="4257" y="6508"/>
                      <a:pt x="5063" y="6173"/>
                      <a:pt x="5658" y="5578"/>
                    </a:cubicBezTo>
                    <a:cubicBezTo>
                      <a:pt x="6253" y="4983"/>
                      <a:pt x="6587" y="4176"/>
                      <a:pt x="6587" y="3335"/>
                    </a:cubicBezTo>
                    <a:cubicBezTo>
                      <a:pt x="6587" y="2494"/>
                      <a:pt x="6253" y="1687"/>
                      <a:pt x="5658" y="1092"/>
                    </a:cubicBezTo>
                    <a:cubicBezTo>
                      <a:pt x="5063" y="497"/>
                      <a:pt x="4257" y="162"/>
                      <a:pt x="3416" y="162"/>
                    </a:cubicBezTo>
                    <a:cubicBezTo>
                      <a:pt x="2574" y="162"/>
                      <a:pt x="1768" y="497"/>
                      <a:pt x="1173" y="1092"/>
                    </a:cubicBezTo>
                    <a:cubicBezTo>
                      <a:pt x="578" y="1687"/>
                      <a:pt x="244" y="2494"/>
                      <a:pt x="244" y="3335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8" y="6173"/>
                      <a:pt x="2574" y="6508"/>
                      <a:pt x="341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56" name="Freeform: Shape 12755">
                <a:extLst>
                  <a:ext uri="{FF2B5EF4-FFF2-40B4-BE49-F238E27FC236}">
                    <a16:creationId xmlns:a16="http://schemas.microsoft.com/office/drawing/2014/main" id="{2359246B-C161-25F9-D2F0-4277961F8603}"/>
                  </a:ext>
                </a:extLst>
              </p:cNvPr>
              <p:cNvSpPr/>
              <p:nvPr/>
            </p:nvSpPr>
            <p:spPr>
              <a:xfrm>
                <a:off x="9501313" y="5540245"/>
                <a:ext cx="6343" cy="6345"/>
              </a:xfrm>
              <a:custGeom>
                <a:avLst/>
                <a:gdLst>
                  <a:gd name="connsiteX0" fmla="*/ 3415 w 6343"/>
                  <a:gd name="connsiteY0" fmla="*/ 6508 h 6345"/>
                  <a:gd name="connsiteX1" fmla="*/ 5658 w 6343"/>
                  <a:gd name="connsiteY1" fmla="*/ 5579 h 6345"/>
                  <a:gd name="connsiteX2" fmla="*/ 6587 w 6343"/>
                  <a:gd name="connsiteY2" fmla="*/ 3335 h 6345"/>
                  <a:gd name="connsiteX3" fmla="*/ 5658 w 6343"/>
                  <a:gd name="connsiteY3" fmla="*/ 1092 h 6345"/>
                  <a:gd name="connsiteX4" fmla="*/ 3415 w 6343"/>
                  <a:gd name="connsiteY4" fmla="*/ 162 h 6345"/>
                  <a:gd name="connsiteX5" fmla="*/ 1173 w 6343"/>
                  <a:gd name="connsiteY5" fmla="*/ 1092 h 6345"/>
                  <a:gd name="connsiteX6" fmla="*/ 244 w 6343"/>
                  <a:gd name="connsiteY6" fmla="*/ 3335 h 6345"/>
                  <a:gd name="connsiteX7" fmla="*/ 1173 w 6343"/>
                  <a:gd name="connsiteY7" fmla="*/ 5579 h 6345"/>
                  <a:gd name="connsiteX8" fmla="*/ 341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8"/>
                    </a:moveTo>
                    <a:cubicBezTo>
                      <a:pt x="4256" y="6508"/>
                      <a:pt x="5063" y="6173"/>
                      <a:pt x="5658" y="5579"/>
                    </a:cubicBezTo>
                    <a:cubicBezTo>
                      <a:pt x="6253" y="4984"/>
                      <a:pt x="6587" y="4177"/>
                      <a:pt x="6587" y="3335"/>
                    </a:cubicBezTo>
                    <a:cubicBezTo>
                      <a:pt x="6587" y="2494"/>
                      <a:pt x="6253" y="1687"/>
                      <a:pt x="5658" y="1092"/>
                    </a:cubicBezTo>
                    <a:cubicBezTo>
                      <a:pt x="5063" y="497"/>
                      <a:pt x="4256" y="162"/>
                      <a:pt x="3415" y="162"/>
                    </a:cubicBezTo>
                    <a:cubicBezTo>
                      <a:pt x="2574" y="162"/>
                      <a:pt x="1767" y="497"/>
                      <a:pt x="1173" y="1092"/>
                    </a:cubicBezTo>
                    <a:cubicBezTo>
                      <a:pt x="578" y="1687"/>
                      <a:pt x="244" y="2494"/>
                      <a:pt x="244" y="3335"/>
                    </a:cubicBezTo>
                    <a:cubicBezTo>
                      <a:pt x="244" y="4177"/>
                      <a:pt x="578" y="4984"/>
                      <a:pt x="1173" y="5579"/>
                    </a:cubicBezTo>
                    <a:cubicBezTo>
                      <a:pt x="1767" y="6173"/>
                      <a:pt x="2574" y="6508"/>
                      <a:pt x="341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57" name="Freeform: Shape 12756">
                <a:extLst>
                  <a:ext uri="{FF2B5EF4-FFF2-40B4-BE49-F238E27FC236}">
                    <a16:creationId xmlns:a16="http://schemas.microsoft.com/office/drawing/2014/main" id="{B77F3F22-936F-F266-D5CC-AE3ECF3DE623}"/>
                  </a:ext>
                </a:extLst>
              </p:cNvPr>
              <p:cNvSpPr/>
              <p:nvPr/>
            </p:nvSpPr>
            <p:spPr>
              <a:xfrm>
                <a:off x="9494929" y="5539981"/>
                <a:ext cx="6343" cy="6345"/>
              </a:xfrm>
              <a:custGeom>
                <a:avLst/>
                <a:gdLst>
                  <a:gd name="connsiteX0" fmla="*/ 3415 w 6343"/>
                  <a:gd name="connsiteY0" fmla="*/ 6508 h 6345"/>
                  <a:gd name="connsiteX1" fmla="*/ 5657 w 6343"/>
                  <a:gd name="connsiteY1" fmla="*/ 5579 h 6345"/>
                  <a:gd name="connsiteX2" fmla="*/ 6586 w 6343"/>
                  <a:gd name="connsiteY2" fmla="*/ 3335 h 6345"/>
                  <a:gd name="connsiteX3" fmla="*/ 5657 w 6343"/>
                  <a:gd name="connsiteY3" fmla="*/ 1092 h 6345"/>
                  <a:gd name="connsiteX4" fmla="*/ 3415 w 6343"/>
                  <a:gd name="connsiteY4" fmla="*/ 162 h 6345"/>
                  <a:gd name="connsiteX5" fmla="*/ 1172 w 6343"/>
                  <a:gd name="connsiteY5" fmla="*/ 1092 h 6345"/>
                  <a:gd name="connsiteX6" fmla="*/ 243 w 6343"/>
                  <a:gd name="connsiteY6" fmla="*/ 3335 h 6345"/>
                  <a:gd name="connsiteX7" fmla="*/ 1172 w 6343"/>
                  <a:gd name="connsiteY7" fmla="*/ 5579 h 6345"/>
                  <a:gd name="connsiteX8" fmla="*/ 341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8"/>
                    </a:moveTo>
                    <a:cubicBezTo>
                      <a:pt x="4256" y="6508"/>
                      <a:pt x="5063" y="6173"/>
                      <a:pt x="5657" y="5579"/>
                    </a:cubicBezTo>
                    <a:cubicBezTo>
                      <a:pt x="6252" y="4984"/>
                      <a:pt x="6586" y="4176"/>
                      <a:pt x="6586" y="3335"/>
                    </a:cubicBezTo>
                    <a:cubicBezTo>
                      <a:pt x="6586" y="2494"/>
                      <a:pt x="6252" y="1687"/>
                      <a:pt x="5657" y="1092"/>
                    </a:cubicBezTo>
                    <a:cubicBezTo>
                      <a:pt x="5063" y="497"/>
                      <a:pt x="4256" y="162"/>
                      <a:pt x="3415" y="162"/>
                    </a:cubicBezTo>
                    <a:cubicBezTo>
                      <a:pt x="2574" y="162"/>
                      <a:pt x="1767" y="497"/>
                      <a:pt x="1172" y="1092"/>
                    </a:cubicBezTo>
                    <a:cubicBezTo>
                      <a:pt x="577" y="1687"/>
                      <a:pt x="243" y="2494"/>
                      <a:pt x="243" y="3335"/>
                    </a:cubicBezTo>
                    <a:cubicBezTo>
                      <a:pt x="243" y="4176"/>
                      <a:pt x="577" y="4984"/>
                      <a:pt x="1172" y="5579"/>
                    </a:cubicBezTo>
                    <a:cubicBezTo>
                      <a:pt x="1767" y="6173"/>
                      <a:pt x="2574" y="6508"/>
                      <a:pt x="341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58" name="Freeform: Shape 12757">
                <a:extLst>
                  <a:ext uri="{FF2B5EF4-FFF2-40B4-BE49-F238E27FC236}">
                    <a16:creationId xmlns:a16="http://schemas.microsoft.com/office/drawing/2014/main" id="{DB082A94-B6A2-D6C3-F928-E56F0B3E17B6}"/>
                  </a:ext>
                </a:extLst>
              </p:cNvPr>
              <p:cNvSpPr/>
              <p:nvPr/>
            </p:nvSpPr>
            <p:spPr>
              <a:xfrm>
                <a:off x="9493395" y="5540164"/>
                <a:ext cx="6343" cy="6345"/>
              </a:xfrm>
              <a:custGeom>
                <a:avLst/>
                <a:gdLst>
                  <a:gd name="connsiteX0" fmla="*/ 3415 w 6343"/>
                  <a:gd name="connsiteY0" fmla="*/ 6508 h 6345"/>
                  <a:gd name="connsiteX1" fmla="*/ 5657 w 6343"/>
                  <a:gd name="connsiteY1" fmla="*/ 5579 h 6345"/>
                  <a:gd name="connsiteX2" fmla="*/ 6586 w 6343"/>
                  <a:gd name="connsiteY2" fmla="*/ 3335 h 6345"/>
                  <a:gd name="connsiteX3" fmla="*/ 5657 w 6343"/>
                  <a:gd name="connsiteY3" fmla="*/ 1092 h 6345"/>
                  <a:gd name="connsiteX4" fmla="*/ 3415 w 6343"/>
                  <a:gd name="connsiteY4" fmla="*/ 162 h 6345"/>
                  <a:gd name="connsiteX5" fmla="*/ 1172 w 6343"/>
                  <a:gd name="connsiteY5" fmla="*/ 1092 h 6345"/>
                  <a:gd name="connsiteX6" fmla="*/ 243 w 6343"/>
                  <a:gd name="connsiteY6" fmla="*/ 3335 h 6345"/>
                  <a:gd name="connsiteX7" fmla="*/ 1172 w 6343"/>
                  <a:gd name="connsiteY7" fmla="*/ 5579 h 6345"/>
                  <a:gd name="connsiteX8" fmla="*/ 341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8"/>
                    </a:moveTo>
                    <a:cubicBezTo>
                      <a:pt x="4256" y="6508"/>
                      <a:pt x="5063" y="6173"/>
                      <a:pt x="5657" y="5579"/>
                    </a:cubicBezTo>
                    <a:cubicBezTo>
                      <a:pt x="6252" y="4984"/>
                      <a:pt x="6586" y="4176"/>
                      <a:pt x="6586" y="3335"/>
                    </a:cubicBezTo>
                    <a:cubicBezTo>
                      <a:pt x="6586" y="2494"/>
                      <a:pt x="6252" y="1687"/>
                      <a:pt x="5657" y="1092"/>
                    </a:cubicBezTo>
                    <a:cubicBezTo>
                      <a:pt x="5063" y="497"/>
                      <a:pt x="4256" y="162"/>
                      <a:pt x="3415" y="162"/>
                    </a:cubicBezTo>
                    <a:cubicBezTo>
                      <a:pt x="2574" y="162"/>
                      <a:pt x="1767" y="497"/>
                      <a:pt x="1172" y="1092"/>
                    </a:cubicBezTo>
                    <a:cubicBezTo>
                      <a:pt x="577" y="1687"/>
                      <a:pt x="243" y="2494"/>
                      <a:pt x="243" y="3335"/>
                    </a:cubicBezTo>
                    <a:cubicBezTo>
                      <a:pt x="243" y="4176"/>
                      <a:pt x="577" y="4984"/>
                      <a:pt x="1172" y="5579"/>
                    </a:cubicBezTo>
                    <a:cubicBezTo>
                      <a:pt x="1767" y="6173"/>
                      <a:pt x="2574" y="6508"/>
                      <a:pt x="341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59" name="Freeform: Shape 12758">
                <a:extLst>
                  <a:ext uri="{FF2B5EF4-FFF2-40B4-BE49-F238E27FC236}">
                    <a16:creationId xmlns:a16="http://schemas.microsoft.com/office/drawing/2014/main" id="{DB0E7C84-7A43-7E9A-8ACB-725DBD66BEBC}"/>
                  </a:ext>
                </a:extLst>
              </p:cNvPr>
              <p:cNvSpPr/>
              <p:nvPr/>
            </p:nvSpPr>
            <p:spPr>
              <a:xfrm>
                <a:off x="9481490" y="5543815"/>
                <a:ext cx="6343" cy="6345"/>
              </a:xfrm>
              <a:custGeom>
                <a:avLst/>
                <a:gdLst>
                  <a:gd name="connsiteX0" fmla="*/ 3414 w 6343"/>
                  <a:gd name="connsiteY0" fmla="*/ 6508 h 6345"/>
                  <a:gd name="connsiteX1" fmla="*/ 5656 w 6343"/>
                  <a:gd name="connsiteY1" fmla="*/ 5579 h 6345"/>
                  <a:gd name="connsiteX2" fmla="*/ 6585 w 6343"/>
                  <a:gd name="connsiteY2" fmla="*/ 3335 h 6345"/>
                  <a:gd name="connsiteX3" fmla="*/ 5656 w 6343"/>
                  <a:gd name="connsiteY3" fmla="*/ 1092 h 6345"/>
                  <a:gd name="connsiteX4" fmla="*/ 3414 w 6343"/>
                  <a:gd name="connsiteY4" fmla="*/ 163 h 6345"/>
                  <a:gd name="connsiteX5" fmla="*/ 1171 w 6343"/>
                  <a:gd name="connsiteY5" fmla="*/ 1092 h 6345"/>
                  <a:gd name="connsiteX6" fmla="*/ 242 w 6343"/>
                  <a:gd name="connsiteY6" fmla="*/ 3335 h 6345"/>
                  <a:gd name="connsiteX7" fmla="*/ 1171 w 6343"/>
                  <a:gd name="connsiteY7" fmla="*/ 5579 h 6345"/>
                  <a:gd name="connsiteX8" fmla="*/ 341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8"/>
                    </a:moveTo>
                    <a:cubicBezTo>
                      <a:pt x="4255" y="6508"/>
                      <a:pt x="5062" y="6174"/>
                      <a:pt x="5656" y="5579"/>
                    </a:cubicBezTo>
                    <a:cubicBezTo>
                      <a:pt x="6251" y="4984"/>
                      <a:pt x="6585" y="4177"/>
                      <a:pt x="6585" y="3335"/>
                    </a:cubicBezTo>
                    <a:cubicBezTo>
                      <a:pt x="6585" y="2494"/>
                      <a:pt x="6251" y="1687"/>
                      <a:pt x="5656" y="1092"/>
                    </a:cubicBezTo>
                    <a:cubicBezTo>
                      <a:pt x="5062" y="497"/>
                      <a:pt x="4255" y="163"/>
                      <a:pt x="3414" y="163"/>
                    </a:cubicBezTo>
                    <a:cubicBezTo>
                      <a:pt x="2573" y="163"/>
                      <a:pt x="1766" y="497"/>
                      <a:pt x="1171" y="1092"/>
                    </a:cubicBezTo>
                    <a:cubicBezTo>
                      <a:pt x="576" y="1687"/>
                      <a:pt x="242" y="2494"/>
                      <a:pt x="242" y="3335"/>
                    </a:cubicBezTo>
                    <a:cubicBezTo>
                      <a:pt x="242" y="4177"/>
                      <a:pt x="576" y="4984"/>
                      <a:pt x="1171" y="5579"/>
                    </a:cubicBezTo>
                    <a:cubicBezTo>
                      <a:pt x="1766" y="6174"/>
                      <a:pt x="2573" y="6508"/>
                      <a:pt x="341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60" name="Freeform: Shape 12759">
                <a:extLst>
                  <a:ext uri="{FF2B5EF4-FFF2-40B4-BE49-F238E27FC236}">
                    <a16:creationId xmlns:a16="http://schemas.microsoft.com/office/drawing/2014/main" id="{73E7A57E-6D2E-34AF-303F-CFFC5ED3D220}"/>
                  </a:ext>
                </a:extLst>
              </p:cNvPr>
              <p:cNvSpPr/>
              <p:nvPr/>
            </p:nvSpPr>
            <p:spPr>
              <a:xfrm>
                <a:off x="9473711" y="5543969"/>
                <a:ext cx="6343" cy="6345"/>
              </a:xfrm>
              <a:custGeom>
                <a:avLst/>
                <a:gdLst>
                  <a:gd name="connsiteX0" fmla="*/ 3413 w 6343"/>
                  <a:gd name="connsiteY0" fmla="*/ 6508 h 6345"/>
                  <a:gd name="connsiteX1" fmla="*/ 5656 w 6343"/>
                  <a:gd name="connsiteY1" fmla="*/ 5579 h 6345"/>
                  <a:gd name="connsiteX2" fmla="*/ 6585 w 6343"/>
                  <a:gd name="connsiteY2" fmla="*/ 3335 h 6345"/>
                  <a:gd name="connsiteX3" fmla="*/ 5656 w 6343"/>
                  <a:gd name="connsiteY3" fmla="*/ 1092 h 6345"/>
                  <a:gd name="connsiteX4" fmla="*/ 3413 w 6343"/>
                  <a:gd name="connsiteY4" fmla="*/ 163 h 6345"/>
                  <a:gd name="connsiteX5" fmla="*/ 1171 w 6343"/>
                  <a:gd name="connsiteY5" fmla="*/ 1092 h 6345"/>
                  <a:gd name="connsiteX6" fmla="*/ 242 w 6343"/>
                  <a:gd name="connsiteY6" fmla="*/ 3335 h 6345"/>
                  <a:gd name="connsiteX7" fmla="*/ 1171 w 6343"/>
                  <a:gd name="connsiteY7" fmla="*/ 5579 h 6345"/>
                  <a:gd name="connsiteX8" fmla="*/ 341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8"/>
                    </a:moveTo>
                    <a:cubicBezTo>
                      <a:pt x="4254" y="6508"/>
                      <a:pt x="5061" y="6174"/>
                      <a:pt x="5656" y="5579"/>
                    </a:cubicBezTo>
                    <a:cubicBezTo>
                      <a:pt x="6251" y="4984"/>
                      <a:pt x="6585" y="4177"/>
                      <a:pt x="6585" y="3335"/>
                    </a:cubicBezTo>
                    <a:cubicBezTo>
                      <a:pt x="6585" y="2494"/>
                      <a:pt x="6251" y="1687"/>
                      <a:pt x="5656" y="1092"/>
                    </a:cubicBezTo>
                    <a:cubicBezTo>
                      <a:pt x="5061" y="497"/>
                      <a:pt x="4254" y="163"/>
                      <a:pt x="3413" y="163"/>
                    </a:cubicBezTo>
                    <a:cubicBezTo>
                      <a:pt x="2572" y="163"/>
                      <a:pt x="1765" y="497"/>
                      <a:pt x="1171" y="1092"/>
                    </a:cubicBezTo>
                    <a:cubicBezTo>
                      <a:pt x="576" y="1687"/>
                      <a:pt x="242" y="2494"/>
                      <a:pt x="242" y="3335"/>
                    </a:cubicBezTo>
                    <a:cubicBezTo>
                      <a:pt x="242" y="4177"/>
                      <a:pt x="576" y="4984"/>
                      <a:pt x="1171" y="5579"/>
                    </a:cubicBezTo>
                    <a:cubicBezTo>
                      <a:pt x="1765" y="6174"/>
                      <a:pt x="2572" y="6508"/>
                      <a:pt x="341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61" name="Freeform: Shape 12760">
                <a:extLst>
                  <a:ext uri="{FF2B5EF4-FFF2-40B4-BE49-F238E27FC236}">
                    <a16:creationId xmlns:a16="http://schemas.microsoft.com/office/drawing/2014/main" id="{B693CFEB-9566-1045-30F0-A716168A39AA}"/>
                  </a:ext>
                </a:extLst>
              </p:cNvPr>
              <p:cNvSpPr/>
              <p:nvPr/>
            </p:nvSpPr>
            <p:spPr>
              <a:xfrm>
                <a:off x="9472053" y="5543030"/>
                <a:ext cx="6343" cy="6345"/>
              </a:xfrm>
              <a:custGeom>
                <a:avLst/>
                <a:gdLst>
                  <a:gd name="connsiteX0" fmla="*/ 3413 w 6343"/>
                  <a:gd name="connsiteY0" fmla="*/ 6508 h 6345"/>
                  <a:gd name="connsiteX1" fmla="*/ 5656 w 6343"/>
                  <a:gd name="connsiteY1" fmla="*/ 5579 h 6345"/>
                  <a:gd name="connsiteX2" fmla="*/ 6585 w 6343"/>
                  <a:gd name="connsiteY2" fmla="*/ 3335 h 6345"/>
                  <a:gd name="connsiteX3" fmla="*/ 5656 w 6343"/>
                  <a:gd name="connsiteY3" fmla="*/ 1092 h 6345"/>
                  <a:gd name="connsiteX4" fmla="*/ 3413 w 6343"/>
                  <a:gd name="connsiteY4" fmla="*/ 163 h 6345"/>
                  <a:gd name="connsiteX5" fmla="*/ 1170 w 6343"/>
                  <a:gd name="connsiteY5" fmla="*/ 1092 h 6345"/>
                  <a:gd name="connsiteX6" fmla="*/ 241 w 6343"/>
                  <a:gd name="connsiteY6" fmla="*/ 3335 h 6345"/>
                  <a:gd name="connsiteX7" fmla="*/ 1170 w 6343"/>
                  <a:gd name="connsiteY7" fmla="*/ 5579 h 6345"/>
                  <a:gd name="connsiteX8" fmla="*/ 341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8"/>
                    </a:moveTo>
                    <a:cubicBezTo>
                      <a:pt x="4254" y="6508"/>
                      <a:pt x="5061" y="6174"/>
                      <a:pt x="5656" y="5579"/>
                    </a:cubicBezTo>
                    <a:cubicBezTo>
                      <a:pt x="6250" y="4984"/>
                      <a:pt x="6585" y="4177"/>
                      <a:pt x="6585" y="3335"/>
                    </a:cubicBezTo>
                    <a:cubicBezTo>
                      <a:pt x="6585" y="2494"/>
                      <a:pt x="6250" y="1687"/>
                      <a:pt x="5656" y="1092"/>
                    </a:cubicBezTo>
                    <a:cubicBezTo>
                      <a:pt x="5061" y="497"/>
                      <a:pt x="4254" y="163"/>
                      <a:pt x="3413" y="163"/>
                    </a:cubicBezTo>
                    <a:cubicBezTo>
                      <a:pt x="2572" y="163"/>
                      <a:pt x="1765" y="497"/>
                      <a:pt x="1170" y="1092"/>
                    </a:cubicBezTo>
                    <a:cubicBezTo>
                      <a:pt x="576" y="1687"/>
                      <a:pt x="241" y="2494"/>
                      <a:pt x="241" y="3335"/>
                    </a:cubicBezTo>
                    <a:cubicBezTo>
                      <a:pt x="241" y="4177"/>
                      <a:pt x="576" y="4984"/>
                      <a:pt x="1170" y="5579"/>
                    </a:cubicBezTo>
                    <a:cubicBezTo>
                      <a:pt x="1765" y="6174"/>
                      <a:pt x="2572" y="6508"/>
                      <a:pt x="341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62" name="Freeform: Shape 12761">
                <a:extLst>
                  <a:ext uri="{FF2B5EF4-FFF2-40B4-BE49-F238E27FC236}">
                    <a16:creationId xmlns:a16="http://schemas.microsoft.com/office/drawing/2014/main" id="{C2498A10-C50C-41A8-4E80-65DCD10E3B1C}"/>
                  </a:ext>
                </a:extLst>
              </p:cNvPr>
              <p:cNvSpPr/>
              <p:nvPr/>
            </p:nvSpPr>
            <p:spPr>
              <a:xfrm>
                <a:off x="9469204" y="5545460"/>
                <a:ext cx="6343" cy="6345"/>
              </a:xfrm>
              <a:custGeom>
                <a:avLst/>
                <a:gdLst>
                  <a:gd name="connsiteX0" fmla="*/ 3413 w 6343"/>
                  <a:gd name="connsiteY0" fmla="*/ 6508 h 6345"/>
                  <a:gd name="connsiteX1" fmla="*/ 5655 w 6343"/>
                  <a:gd name="connsiteY1" fmla="*/ 5579 h 6345"/>
                  <a:gd name="connsiteX2" fmla="*/ 6584 w 6343"/>
                  <a:gd name="connsiteY2" fmla="*/ 3336 h 6345"/>
                  <a:gd name="connsiteX3" fmla="*/ 5655 w 6343"/>
                  <a:gd name="connsiteY3" fmla="*/ 1092 h 6345"/>
                  <a:gd name="connsiteX4" fmla="*/ 3413 w 6343"/>
                  <a:gd name="connsiteY4" fmla="*/ 163 h 6345"/>
                  <a:gd name="connsiteX5" fmla="*/ 1170 w 6343"/>
                  <a:gd name="connsiteY5" fmla="*/ 1092 h 6345"/>
                  <a:gd name="connsiteX6" fmla="*/ 241 w 6343"/>
                  <a:gd name="connsiteY6" fmla="*/ 3336 h 6345"/>
                  <a:gd name="connsiteX7" fmla="*/ 1170 w 6343"/>
                  <a:gd name="connsiteY7" fmla="*/ 5579 h 6345"/>
                  <a:gd name="connsiteX8" fmla="*/ 341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8"/>
                    </a:moveTo>
                    <a:cubicBezTo>
                      <a:pt x="4254" y="6508"/>
                      <a:pt x="5061" y="6174"/>
                      <a:pt x="5655" y="5579"/>
                    </a:cubicBezTo>
                    <a:cubicBezTo>
                      <a:pt x="6250" y="4984"/>
                      <a:pt x="6584" y="4177"/>
                      <a:pt x="6584" y="3336"/>
                    </a:cubicBezTo>
                    <a:cubicBezTo>
                      <a:pt x="6584" y="2494"/>
                      <a:pt x="6250" y="1687"/>
                      <a:pt x="5655" y="1092"/>
                    </a:cubicBezTo>
                    <a:cubicBezTo>
                      <a:pt x="5061" y="497"/>
                      <a:pt x="4254" y="163"/>
                      <a:pt x="3413" y="163"/>
                    </a:cubicBezTo>
                    <a:cubicBezTo>
                      <a:pt x="2572" y="163"/>
                      <a:pt x="1765" y="497"/>
                      <a:pt x="1170" y="1092"/>
                    </a:cubicBezTo>
                    <a:cubicBezTo>
                      <a:pt x="575" y="1687"/>
                      <a:pt x="241" y="2494"/>
                      <a:pt x="241" y="3336"/>
                    </a:cubicBezTo>
                    <a:cubicBezTo>
                      <a:pt x="241" y="4177"/>
                      <a:pt x="575" y="4984"/>
                      <a:pt x="1170" y="5579"/>
                    </a:cubicBezTo>
                    <a:cubicBezTo>
                      <a:pt x="1765" y="6174"/>
                      <a:pt x="2572" y="6508"/>
                      <a:pt x="341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63" name="Freeform: Shape 12762">
                <a:extLst>
                  <a:ext uri="{FF2B5EF4-FFF2-40B4-BE49-F238E27FC236}">
                    <a16:creationId xmlns:a16="http://schemas.microsoft.com/office/drawing/2014/main" id="{5031D9B5-E0E5-8B4D-D130-4EFA7631ADB5}"/>
                  </a:ext>
                </a:extLst>
              </p:cNvPr>
              <p:cNvSpPr/>
              <p:nvPr/>
            </p:nvSpPr>
            <p:spPr>
              <a:xfrm>
                <a:off x="9466032" y="5544752"/>
                <a:ext cx="6343" cy="6345"/>
              </a:xfrm>
              <a:custGeom>
                <a:avLst/>
                <a:gdLst>
                  <a:gd name="connsiteX0" fmla="*/ 3413 w 6343"/>
                  <a:gd name="connsiteY0" fmla="*/ 6508 h 6345"/>
                  <a:gd name="connsiteX1" fmla="*/ 5655 w 6343"/>
                  <a:gd name="connsiteY1" fmla="*/ 5579 h 6345"/>
                  <a:gd name="connsiteX2" fmla="*/ 6584 w 6343"/>
                  <a:gd name="connsiteY2" fmla="*/ 3335 h 6345"/>
                  <a:gd name="connsiteX3" fmla="*/ 5655 w 6343"/>
                  <a:gd name="connsiteY3" fmla="*/ 1092 h 6345"/>
                  <a:gd name="connsiteX4" fmla="*/ 3413 w 6343"/>
                  <a:gd name="connsiteY4" fmla="*/ 163 h 6345"/>
                  <a:gd name="connsiteX5" fmla="*/ 1170 w 6343"/>
                  <a:gd name="connsiteY5" fmla="*/ 1092 h 6345"/>
                  <a:gd name="connsiteX6" fmla="*/ 241 w 6343"/>
                  <a:gd name="connsiteY6" fmla="*/ 3335 h 6345"/>
                  <a:gd name="connsiteX7" fmla="*/ 1170 w 6343"/>
                  <a:gd name="connsiteY7" fmla="*/ 5579 h 6345"/>
                  <a:gd name="connsiteX8" fmla="*/ 341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8"/>
                    </a:moveTo>
                    <a:cubicBezTo>
                      <a:pt x="4254" y="6508"/>
                      <a:pt x="5060" y="6174"/>
                      <a:pt x="5655" y="5579"/>
                    </a:cubicBezTo>
                    <a:cubicBezTo>
                      <a:pt x="6250" y="4984"/>
                      <a:pt x="6584" y="4177"/>
                      <a:pt x="6584" y="3335"/>
                    </a:cubicBezTo>
                    <a:cubicBezTo>
                      <a:pt x="6584" y="2494"/>
                      <a:pt x="6250" y="1687"/>
                      <a:pt x="5655" y="1092"/>
                    </a:cubicBezTo>
                    <a:cubicBezTo>
                      <a:pt x="5060" y="497"/>
                      <a:pt x="4254" y="163"/>
                      <a:pt x="3413" y="163"/>
                    </a:cubicBezTo>
                    <a:cubicBezTo>
                      <a:pt x="2571" y="163"/>
                      <a:pt x="1765" y="497"/>
                      <a:pt x="1170" y="1092"/>
                    </a:cubicBezTo>
                    <a:cubicBezTo>
                      <a:pt x="575" y="1687"/>
                      <a:pt x="241" y="2494"/>
                      <a:pt x="241" y="3335"/>
                    </a:cubicBezTo>
                    <a:cubicBezTo>
                      <a:pt x="241" y="4177"/>
                      <a:pt x="575" y="4984"/>
                      <a:pt x="1170" y="5579"/>
                    </a:cubicBezTo>
                    <a:cubicBezTo>
                      <a:pt x="1765" y="6174"/>
                      <a:pt x="2571" y="6508"/>
                      <a:pt x="341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64" name="Freeform: Shape 12763">
                <a:extLst>
                  <a:ext uri="{FF2B5EF4-FFF2-40B4-BE49-F238E27FC236}">
                    <a16:creationId xmlns:a16="http://schemas.microsoft.com/office/drawing/2014/main" id="{69A2DD6F-4BF9-F011-5092-B40021C9E3E1}"/>
                  </a:ext>
                </a:extLst>
              </p:cNvPr>
              <p:cNvSpPr/>
              <p:nvPr/>
            </p:nvSpPr>
            <p:spPr>
              <a:xfrm>
                <a:off x="9464816" y="5548919"/>
                <a:ext cx="6343" cy="6345"/>
              </a:xfrm>
              <a:custGeom>
                <a:avLst/>
                <a:gdLst>
                  <a:gd name="connsiteX0" fmla="*/ 3412 w 6343"/>
                  <a:gd name="connsiteY0" fmla="*/ 6508 h 6345"/>
                  <a:gd name="connsiteX1" fmla="*/ 5655 w 6343"/>
                  <a:gd name="connsiteY1" fmla="*/ 5579 h 6345"/>
                  <a:gd name="connsiteX2" fmla="*/ 6584 w 6343"/>
                  <a:gd name="connsiteY2" fmla="*/ 3336 h 6345"/>
                  <a:gd name="connsiteX3" fmla="*/ 5655 w 6343"/>
                  <a:gd name="connsiteY3" fmla="*/ 1092 h 6345"/>
                  <a:gd name="connsiteX4" fmla="*/ 3412 w 6343"/>
                  <a:gd name="connsiteY4" fmla="*/ 163 h 6345"/>
                  <a:gd name="connsiteX5" fmla="*/ 1170 w 6343"/>
                  <a:gd name="connsiteY5" fmla="*/ 1092 h 6345"/>
                  <a:gd name="connsiteX6" fmla="*/ 241 w 6343"/>
                  <a:gd name="connsiteY6" fmla="*/ 3336 h 6345"/>
                  <a:gd name="connsiteX7" fmla="*/ 1170 w 6343"/>
                  <a:gd name="connsiteY7" fmla="*/ 5579 h 6345"/>
                  <a:gd name="connsiteX8" fmla="*/ 341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8"/>
                    </a:moveTo>
                    <a:cubicBezTo>
                      <a:pt x="4254" y="6508"/>
                      <a:pt x="5060" y="6174"/>
                      <a:pt x="5655" y="5579"/>
                    </a:cubicBezTo>
                    <a:cubicBezTo>
                      <a:pt x="6250" y="4984"/>
                      <a:pt x="6584" y="4177"/>
                      <a:pt x="6584" y="3336"/>
                    </a:cubicBezTo>
                    <a:cubicBezTo>
                      <a:pt x="6584" y="2494"/>
                      <a:pt x="6250" y="1687"/>
                      <a:pt x="5655" y="1092"/>
                    </a:cubicBezTo>
                    <a:cubicBezTo>
                      <a:pt x="5060" y="497"/>
                      <a:pt x="4254" y="163"/>
                      <a:pt x="3412" y="163"/>
                    </a:cubicBezTo>
                    <a:cubicBezTo>
                      <a:pt x="2571" y="163"/>
                      <a:pt x="1765" y="497"/>
                      <a:pt x="1170" y="1092"/>
                    </a:cubicBezTo>
                    <a:cubicBezTo>
                      <a:pt x="575" y="1687"/>
                      <a:pt x="241" y="2494"/>
                      <a:pt x="241" y="3336"/>
                    </a:cubicBezTo>
                    <a:cubicBezTo>
                      <a:pt x="241" y="4177"/>
                      <a:pt x="575" y="4984"/>
                      <a:pt x="1170" y="5579"/>
                    </a:cubicBezTo>
                    <a:cubicBezTo>
                      <a:pt x="1765" y="6174"/>
                      <a:pt x="2571" y="6508"/>
                      <a:pt x="341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65" name="Freeform: Shape 12764">
                <a:extLst>
                  <a:ext uri="{FF2B5EF4-FFF2-40B4-BE49-F238E27FC236}">
                    <a16:creationId xmlns:a16="http://schemas.microsoft.com/office/drawing/2014/main" id="{EFE9AB9F-159C-1642-3B4B-D18FDFF67005}"/>
                  </a:ext>
                </a:extLst>
              </p:cNvPr>
              <p:cNvSpPr/>
              <p:nvPr/>
            </p:nvSpPr>
            <p:spPr>
              <a:xfrm>
                <a:off x="9460015" y="5547510"/>
                <a:ext cx="6343" cy="6345"/>
              </a:xfrm>
              <a:custGeom>
                <a:avLst/>
                <a:gdLst>
                  <a:gd name="connsiteX0" fmla="*/ 3412 w 6343"/>
                  <a:gd name="connsiteY0" fmla="*/ 6508 h 6345"/>
                  <a:gd name="connsiteX1" fmla="*/ 5655 w 6343"/>
                  <a:gd name="connsiteY1" fmla="*/ 5579 h 6345"/>
                  <a:gd name="connsiteX2" fmla="*/ 6584 w 6343"/>
                  <a:gd name="connsiteY2" fmla="*/ 3336 h 6345"/>
                  <a:gd name="connsiteX3" fmla="*/ 5655 w 6343"/>
                  <a:gd name="connsiteY3" fmla="*/ 1092 h 6345"/>
                  <a:gd name="connsiteX4" fmla="*/ 3412 w 6343"/>
                  <a:gd name="connsiteY4" fmla="*/ 163 h 6345"/>
                  <a:gd name="connsiteX5" fmla="*/ 1169 w 6343"/>
                  <a:gd name="connsiteY5" fmla="*/ 1092 h 6345"/>
                  <a:gd name="connsiteX6" fmla="*/ 240 w 6343"/>
                  <a:gd name="connsiteY6" fmla="*/ 3336 h 6345"/>
                  <a:gd name="connsiteX7" fmla="*/ 1169 w 6343"/>
                  <a:gd name="connsiteY7" fmla="*/ 5579 h 6345"/>
                  <a:gd name="connsiteX8" fmla="*/ 341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8"/>
                    </a:moveTo>
                    <a:cubicBezTo>
                      <a:pt x="4253" y="6508"/>
                      <a:pt x="5060" y="6174"/>
                      <a:pt x="5655" y="5579"/>
                    </a:cubicBezTo>
                    <a:cubicBezTo>
                      <a:pt x="6249" y="4984"/>
                      <a:pt x="6584" y="4177"/>
                      <a:pt x="6584" y="3336"/>
                    </a:cubicBezTo>
                    <a:cubicBezTo>
                      <a:pt x="6584" y="2494"/>
                      <a:pt x="6249" y="1687"/>
                      <a:pt x="5655" y="1092"/>
                    </a:cubicBezTo>
                    <a:cubicBezTo>
                      <a:pt x="5060" y="497"/>
                      <a:pt x="4253" y="163"/>
                      <a:pt x="3412" y="163"/>
                    </a:cubicBezTo>
                    <a:cubicBezTo>
                      <a:pt x="2571" y="163"/>
                      <a:pt x="1764" y="497"/>
                      <a:pt x="1169" y="1092"/>
                    </a:cubicBezTo>
                    <a:cubicBezTo>
                      <a:pt x="575" y="1687"/>
                      <a:pt x="240" y="2494"/>
                      <a:pt x="240" y="3336"/>
                    </a:cubicBezTo>
                    <a:cubicBezTo>
                      <a:pt x="240" y="4177"/>
                      <a:pt x="575" y="4984"/>
                      <a:pt x="1169" y="5579"/>
                    </a:cubicBezTo>
                    <a:cubicBezTo>
                      <a:pt x="1764" y="6174"/>
                      <a:pt x="2571" y="6508"/>
                      <a:pt x="341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66" name="Freeform: Shape 12765">
                <a:extLst>
                  <a:ext uri="{FF2B5EF4-FFF2-40B4-BE49-F238E27FC236}">
                    <a16:creationId xmlns:a16="http://schemas.microsoft.com/office/drawing/2014/main" id="{47B4FECF-4CEE-1412-CCC5-DA40310B61E2}"/>
                  </a:ext>
                </a:extLst>
              </p:cNvPr>
              <p:cNvSpPr/>
              <p:nvPr/>
            </p:nvSpPr>
            <p:spPr>
              <a:xfrm>
                <a:off x="9458398" y="5546481"/>
                <a:ext cx="6343" cy="6345"/>
              </a:xfrm>
              <a:custGeom>
                <a:avLst/>
                <a:gdLst>
                  <a:gd name="connsiteX0" fmla="*/ 3412 w 6343"/>
                  <a:gd name="connsiteY0" fmla="*/ 6508 h 6345"/>
                  <a:gd name="connsiteX1" fmla="*/ 5655 w 6343"/>
                  <a:gd name="connsiteY1" fmla="*/ 5579 h 6345"/>
                  <a:gd name="connsiteX2" fmla="*/ 6583 w 6343"/>
                  <a:gd name="connsiteY2" fmla="*/ 3336 h 6345"/>
                  <a:gd name="connsiteX3" fmla="*/ 5655 w 6343"/>
                  <a:gd name="connsiteY3" fmla="*/ 1092 h 6345"/>
                  <a:gd name="connsiteX4" fmla="*/ 3412 w 6343"/>
                  <a:gd name="connsiteY4" fmla="*/ 163 h 6345"/>
                  <a:gd name="connsiteX5" fmla="*/ 1169 w 6343"/>
                  <a:gd name="connsiteY5" fmla="*/ 1092 h 6345"/>
                  <a:gd name="connsiteX6" fmla="*/ 240 w 6343"/>
                  <a:gd name="connsiteY6" fmla="*/ 3336 h 6345"/>
                  <a:gd name="connsiteX7" fmla="*/ 1169 w 6343"/>
                  <a:gd name="connsiteY7" fmla="*/ 5579 h 6345"/>
                  <a:gd name="connsiteX8" fmla="*/ 341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8"/>
                    </a:moveTo>
                    <a:cubicBezTo>
                      <a:pt x="4253" y="6508"/>
                      <a:pt x="5060" y="6174"/>
                      <a:pt x="5655" y="5579"/>
                    </a:cubicBezTo>
                    <a:cubicBezTo>
                      <a:pt x="6249" y="4984"/>
                      <a:pt x="6583" y="4177"/>
                      <a:pt x="6583" y="3336"/>
                    </a:cubicBezTo>
                    <a:cubicBezTo>
                      <a:pt x="6583" y="2494"/>
                      <a:pt x="6249" y="1687"/>
                      <a:pt x="5655" y="1092"/>
                    </a:cubicBezTo>
                    <a:cubicBezTo>
                      <a:pt x="5060" y="497"/>
                      <a:pt x="4253" y="163"/>
                      <a:pt x="3412" y="163"/>
                    </a:cubicBezTo>
                    <a:cubicBezTo>
                      <a:pt x="2571" y="163"/>
                      <a:pt x="1764" y="497"/>
                      <a:pt x="1169" y="1092"/>
                    </a:cubicBezTo>
                    <a:cubicBezTo>
                      <a:pt x="575" y="1687"/>
                      <a:pt x="240" y="2494"/>
                      <a:pt x="240" y="3336"/>
                    </a:cubicBezTo>
                    <a:cubicBezTo>
                      <a:pt x="240" y="4177"/>
                      <a:pt x="575" y="4984"/>
                      <a:pt x="1169" y="5579"/>
                    </a:cubicBezTo>
                    <a:cubicBezTo>
                      <a:pt x="1764" y="6174"/>
                      <a:pt x="2571" y="6508"/>
                      <a:pt x="341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67" name="Freeform: Shape 12766">
                <a:extLst>
                  <a:ext uri="{FF2B5EF4-FFF2-40B4-BE49-F238E27FC236}">
                    <a16:creationId xmlns:a16="http://schemas.microsoft.com/office/drawing/2014/main" id="{8AB8888F-4F49-2A1B-FFCA-10B62F42DABE}"/>
                  </a:ext>
                </a:extLst>
              </p:cNvPr>
              <p:cNvSpPr/>
              <p:nvPr/>
            </p:nvSpPr>
            <p:spPr>
              <a:xfrm>
                <a:off x="9457280" y="5555340"/>
                <a:ext cx="6343" cy="6345"/>
              </a:xfrm>
              <a:custGeom>
                <a:avLst/>
                <a:gdLst>
                  <a:gd name="connsiteX0" fmla="*/ 3412 w 6343"/>
                  <a:gd name="connsiteY0" fmla="*/ 6509 h 6345"/>
                  <a:gd name="connsiteX1" fmla="*/ 5654 w 6343"/>
                  <a:gd name="connsiteY1" fmla="*/ 5580 h 6345"/>
                  <a:gd name="connsiteX2" fmla="*/ 6583 w 6343"/>
                  <a:gd name="connsiteY2" fmla="*/ 3336 h 6345"/>
                  <a:gd name="connsiteX3" fmla="*/ 5654 w 6343"/>
                  <a:gd name="connsiteY3" fmla="*/ 1093 h 6345"/>
                  <a:gd name="connsiteX4" fmla="*/ 3412 w 6343"/>
                  <a:gd name="connsiteY4" fmla="*/ 164 h 6345"/>
                  <a:gd name="connsiteX5" fmla="*/ 1169 w 6343"/>
                  <a:gd name="connsiteY5" fmla="*/ 1093 h 6345"/>
                  <a:gd name="connsiteX6" fmla="*/ 240 w 6343"/>
                  <a:gd name="connsiteY6" fmla="*/ 3336 h 6345"/>
                  <a:gd name="connsiteX7" fmla="*/ 1169 w 6343"/>
                  <a:gd name="connsiteY7" fmla="*/ 5580 h 6345"/>
                  <a:gd name="connsiteX8" fmla="*/ 3412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9"/>
                    </a:moveTo>
                    <a:cubicBezTo>
                      <a:pt x="4253" y="6509"/>
                      <a:pt x="5060" y="6175"/>
                      <a:pt x="5654" y="5580"/>
                    </a:cubicBezTo>
                    <a:cubicBezTo>
                      <a:pt x="6249" y="4985"/>
                      <a:pt x="6583" y="4178"/>
                      <a:pt x="6583" y="3336"/>
                    </a:cubicBezTo>
                    <a:cubicBezTo>
                      <a:pt x="6583" y="2495"/>
                      <a:pt x="6249" y="1688"/>
                      <a:pt x="5654" y="1093"/>
                    </a:cubicBezTo>
                    <a:cubicBezTo>
                      <a:pt x="5060" y="498"/>
                      <a:pt x="4253" y="164"/>
                      <a:pt x="3412" y="164"/>
                    </a:cubicBezTo>
                    <a:cubicBezTo>
                      <a:pt x="2571" y="164"/>
                      <a:pt x="1764" y="498"/>
                      <a:pt x="1169" y="1093"/>
                    </a:cubicBezTo>
                    <a:cubicBezTo>
                      <a:pt x="574" y="1688"/>
                      <a:pt x="240" y="2495"/>
                      <a:pt x="240" y="3336"/>
                    </a:cubicBezTo>
                    <a:cubicBezTo>
                      <a:pt x="240" y="4178"/>
                      <a:pt x="574" y="4985"/>
                      <a:pt x="1169" y="5580"/>
                    </a:cubicBezTo>
                    <a:cubicBezTo>
                      <a:pt x="1764" y="6175"/>
                      <a:pt x="2571" y="6509"/>
                      <a:pt x="3412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68" name="Freeform: Shape 12767">
                <a:extLst>
                  <a:ext uri="{FF2B5EF4-FFF2-40B4-BE49-F238E27FC236}">
                    <a16:creationId xmlns:a16="http://schemas.microsoft.com/office/drawing/2014/main" id="{4BB44249-FDB5-70A7-FD47-A2E49B725843}"/>
                  </a:ext>
                </a:extLst>
              </p:cNvPr>
              <p:cNvSpPr/>
              <p:nvPr/>
            </p:nvSpPr>
            <p:spPr>
              <a:xfrm>
                <a:off x="9455976" y="5562388"/>
                <a:ext cx="6343" cy="6345"/>
              </a:xfrm>
              <a:custGeom>
                <a:avLst/>
                <a:gdLst>
                  <a:gd name="connsiteX0" fmla="*/ 3412 w 6343"/>
                  <a:gd name="connsiteY0" fmla="*/ 6510 h 6345"/>
                  <a:gd name="connsiteX1" fmla="*/ 5654 w 6343"/>
                  <a:gd name="connsiteY1" fmla="*/ 5580 h 6345"/>
                  <a:gd name="connsiteX2" fmla="*/ 6583 w 6343"/>
                  <a:gd name="connsiteY2" fmla="*/ 3337 h 6345"/>
                  <a:gd name="connsiteX3" fmla="*/ 5654 w 6343"/>
                  <a:gd name="connsiteY3" fmla="*/ 1093 h 6345"/>
                  <a:gd name="connsiteX4" fmla="*/ 3412 w 6343"/>
                  <a:gd name="connsiteY4" fmla="*/ 164 h 6345"/>
                  <a:gd name="connsiteX5" fmla="*/ 1169 w 6343"/>
                  <a:gd name="connsiteY5" fmla="*/ 1093 h 6345"/>
                  <a:gd name="connsiteX6" fmla="*/ 240 w 6343"/>
                  <a:gd name="connsiteY6" fmla="*/ 3337 h 6345"/>
                  <a:gd name="connsiteX7" fmla="*/ 1169 w 6343"/>
                  <a:gd name="connsiteY7" fmla="*/ 5580 h 6345"/>
                  <a:gd name="connsiteX8" fmla="*/ 3412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10"/>
                    </a:moveTo>
                    <a:cubicBezTo>
                      <a:pt x="4253" y="6510"/>
                      <a:pt x="5060" y="6175"/>
                      <a:pt x="5654" y="5580"/>
                    </a:cubicBezTo>
                    <a:cubicBezTo>
                      <a:pt x="6249" y="4985"/>
                      <a:pt x="6583" y="4178"/>
                      <a:pt x="6583" y="3337"/>
                    </a:cubicBezTo>
                    <a:cubicBezTo>
                      <a:pt x="6583" y="2495"/>
                      <a:pt x="6249" y="1688"/>
                      <a:pt x="5654" y="1093"/>
                    </a:cubicBezTo>
                    <a:cubicBezTo>
                      <a:pt x="5060" y="498"/>
                      <a:pt x="4253" y="164"/>
                      <a:pt x="3412" y="164"/>
                    </a:cubicBezTo>
                    <a:cubicBezTo>
                      <a:pt x="2571" y="164"/>
                      <a:pt x="1764" y="498"/>
                      <a:pt x="1169" y="1093"/>
                    </a:cubicBezTo>
                    <a:cubicBezTo>
                      <a:pt x="574" y="1688"/>
                      <a:pt x="240" y="2495"/>
                      <a:pt x="240" y="3337"/>
                    </a:cubicBezTo>
                    <a:cubicBezTo>
                      <a:pt x="240" y="4178"/>
                      <a:pt x="574" y="4985"/>
                      <a:pt x="1169" y="5580"/>
                    </a:cubicBezTo>
                    <a:cubicBezTo>
                      <a:pt x="1764" y="6175"/>
                      <a:pt x="2571" y="6510"/>
                      <a:pt x="3412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69" name="Freeform: Shape 12768">
                <a:extLst>
                  <a:ext uri="{FF2B5EF4-FFF2-40B4-BE49-F238E27FC236}">
                    <a16:creationId xmlns:a16="http://schemas.microsoft.com/office/drawing/2014/main" id="{F4FC899D-528D-3D48-52F5-F1418223E4E9}"/>
                  </a:ext>
                </a:extLst>
              </p:cNvPr>
              <p:cNvSpPr/>
              <p:nvPr/>
            </p:nvSpPr>
            <p:spPr>
              <a:xfrm>
                <a:off x="9454468" y="5566192"/>
                <a:ext cx="6343" cy="6345"/>
              </a:xfrm>
              <a:custGeom>
                <a:avLst/>
                <a:gdLst>
                  <a:gd name="connsiteX0" fmla="*/ 3412 w 6343"/>
                  <a:gd name="connsiteY0" fmla="*/ 6510 h 6345"/>
                  <a:gd name="connsiteX1" fmla="*/ 5654 w 6343"/>
                  <a:gd name="connsiteY1" fmla="*/ 5581 h 6345"/>
                  <a:gd name="connsiteX2" fmla="*/ 6583 w 6343"/>
                  <a:gd name="connsiteY2" fmla="*/ 3337 h 6345"/>
                  <a:gd name="connsiteX3" fmla="*/ 5654 w 6343"/>
                  <a:gd name="connsiteY3" fmla="*/ 1094 h 6345"/>
                  <a:gd name="connsiteX4" fmla="*/ 3412 w 6343"/>
                  <a:gd name="connsiteY4" fmla="*/ 164 h 6345"/>
                  <a:gd name="connsiteX5" fmla="*/ 1169 w 6343"/>
                  <a:gd name="connsiteY5" fmla="*/ 1094 h 6345"/>
                  <a:gd name="connsiteX6" fmla="*/ 240 w 6343"/>
                  <a:gd name="connsiteY6" fmla="*/ 3337 h 6345"/>
                  <a:gd name="connsiteX7" fmla="*/ 1169 w 6343"/>
                  <a:gd name="connsiteY7" fmla="*/ 5581 h 6345"/>
                  <a:gd name="connsiteX8" fmla="*/ 3412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10"/>
                    </a:moveTo>
                    <a:cubicBezTo>
                      <a:pt x="4253" y="6510"/>
                      <a:pt x="5059" y="6176"/>
                      <a:pt x="5654" y="5581"/>
                    </a:cubicBezTo>
                    <a:cubicBezTo>
                      <a:pt x="6249" y="4986"/>
                      <a:pt x="6583" y="4179"/>
                      <a:pt x="6583" y="3337"/>
                    </a:cubicBezTo>
                    <a:cubicBezTo>
                      <a:pt x="6583" y="2496"/>
                      <a:pt x="6249" y="1689"/>
                      <a:pt x="5654" y="1094"/>
                    </a:cubicBezTo>
                    <a:cubicBezTo>
                      <a:pt x="5059" y="499"/>
                      <a:pt x="4253" y="164"/>
                      <a:pt x="3412" y="164"/>
                    </a:cubicBezTo>
                    <a:cubicBezTo>
                      <a:pt x="2571" y="164"/>
                      <a:pt x="1764" y="499"/>
                      <a:pt x="1169" y="1094"/>
                    </a:cubicBezTo>
                    <a:cubicBezTo>
                      <a:pt x="574" y="1689"/>
                      <a:pt x="240" y="2496"/>
                      <a:pt x="240" y="3337"/>
                    </a:cubicBezTo>
                    <a:cubicBezTo>
                      <a:pt x="240" y="4179"/>
                      <a:pt x="574" y="4986"/>
                      <a:pt x="1169" y="5581"/>
                    </a:cubicBezTo>
                    <a:cubicBezTo>
                      <a:pt x="1764" y="6176"/>
                      <a:pt x="2571" y="6510"/>
                      <a:pt x="3412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70" name="Freeform: Shape 12769">
                <a:extLst>
                  <a:ext uri="{FF2B5EF4-FFF2-40B4-BE49-F238E27FC236}">
                    <a16:creationId xmlns:a16="http://schemas.microsoft.com/office/drawing/2014/main" id="{EA36E58D-D6E6-9B8D-ECC4-3D2B346B8DF7}"/>
                  </a:ext>
                </a:extLst>
              </p:cNvPr>
              <p:cNvSpPr/>
              <p:nvPr/>
            </p:nvSpPr>
            <p:spPr>
              <a:xfrm>
                <a:off x="9452893" y="5569363"/>
                <a:ext cx="6343" cy="6345"/>
              </a:xfrm>
              <a:custGeom>
                <a:avLst/>
                <a:gdLst>
                  <a:gd name="connsiteX0" fmla="*/ 3411 w 6343"/>
                  <a:gd name="connsiteY0" fmla="*/ 6510 h 6345"/>
                  <a:gd name="connsiteX1" fmla="*/ 5654 w 6343"/>
                  <a:gd name="connsiteY1" fmla="*/ 5581 h 6345"/>
                  <a:gd name="connsiteX2" fmla="*/ 6583 w 6343"/>
                  <a:gd name="connsiteY2" fmla="*/ 3337 h 6345"/>
                  <a:gd name="connsiteX3" fmla="*/ 5654 w 6343"/>
                  <a:gd name="connsiteY3" fmla="*/ 1094 h 6345"/>
                  <a:gd name="connsiteX4" fmla="*/ 3411 w 6343"/>
                  <a:gd name="connsiteY4" fmla="*/ 165 h 6345"/>
                  <a:gd name="connsiteX5" fmla="*/ 1169 w 6343"/>
                  <a:gd name="connsiteY5" fmla="*/ 1094 h 6345"/>
                  <a:gd name="connsiteX6" fmla="*/ 240 w 6343"/>
                  <a:gd name="connsiteY6" fmla="*/ 3337 h 6345"/>
                  <a:gd name="connsiteX7" fmla="*/ 1169 w 6343"/>
                  <a:gd name="connsiteY7" fmla="*/ 5581 h 6345"/>
                  <a:gd name="connsiteX8" fmla="*/ 3411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10"/>
                    </a:moveTo>
                    <a:cubicBezTo>
                      <a:pt x="4253" y="6510"/>
                      <a:pt x="5059" y="6176"/>
                      <a:pt x="5654" y="5581"/>
                    </a:cubicBezTo>
                    <a:cubicBezTo>
                      <a:pt x="6249" y="4986"/>
                      <a:pt x="6583" y="4179"/>
                      <a:pt x="6583" y="3337"/>
                    </a:cubicBezTo>
                    <a:cubicBezTo>
                      <a:pt x="6583" y="2496"/>
                      <a:pt x="6249" y="1689"/>
                      <a:pt x="5654" y="1094"/>
                    </a:cubicBezTo>
                    <a:cubicBezTo>
                      <a:pt x="5059" y="499"/>
                      <a:pt x="4253" y="165"/>
                      <a:pt x="3411" y="165"/>
                    </a:cubicBezTo>
                    <a:cubicBezTo>
                      <a:pt x="2570" y="165"/>
                      <a:pt x="1764" y="499"/>
                      <a:pt x="1169" y="1094"/>
                    </a:cubicBezTo>
                    <a:cubicBezTo>
                      <a:pt x="574" y="1689"/>
                      <a:pt x="240" y="2496"/>
                      <a:pt x="240" y="3337"/>
                    </a:cubicBezTo>
                    <a:cubicBezTo>
                      <a:pt x="240" y="4179"/>
                      <a:pt x="574" y="4986"/>
                      <a:pt x="1169" y="5581"/>
                    </a:cubicBezTo>
                    <a:cubicBezTo>
                      <a:pt x="1764" y="6176"/>
                      <a:pt x="2570" y="6510"/>
                      <a:pt x="3411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71" name="Freeform: Shape 12770">
                <a:extLst>
                  <a:ext uri="{FF2B5EF4-FFF2-40B4-BE49-F238E27FC236}">
                    <a16:creationId xmlns:a16="http://schemas.microsoft.com/office/drawing/2014/main" id="{30348E9F-7589-EC51-160F-E61A34A8B218}"/>
                  </a:ext>
                </a:extLst>
              </p:cNvPr>
              <p:cNvSpPr/>
              <p:nvPr/>
            </p:nvSpPr>
            <p:spPr>
              <a:xfrm>
                <a:off x="9451381" y="5576638"/>
                <a:ext cx="6343" cy="6345"/>
              </a:xfrm>
              <a:custGeom>
                <a:avLst/>
                <a:gdLst>
                  <a:gd name="connsiteX0" fmla="*/ 3411 w 6343"/>
                  <a:gd name="connsiteY0" fmla="*/ 6511 h 6345"/>
                  <a:gd name="connsiteX1" fmla="*/ 5654 w 6343"/>
                  <a:gd name="connsiteY1" fmla="*/ 5581 h 6345"/>
                  <a:gd name="connsiteX2" fmla="*/ 6583 w 6343"/>
                  <a:gd name="connsiteY2" fmla="*/ 3338 h 6345"/>
                  <a:gd name="connsiteX3" fmla="*/ 5654 w 6343"/>
                  <a:gd name="connsiteY3" fmla="*/ 1095 h 6345"/>
                  <a:gd name="connsiteX4" fmla="*/ 3411 w 6343"/>
                  <a:gd name="connsiteY4" fmla="*/ 165 h 6345"/>
                  <a:gd name="connsiteX5" fmla="*/ 1169 w 6343"/>
                  <a:gd name="connsiteY5" fmla="*/ 1095 h 6345"/>
                  <a:gd name="connsiteX6" fmla="*/ 240 w 6343"/>
                  <a:gd name="connsiteY6" fmla="*/ 3338 h 6345"/>
                  <a:gd name="connsiteX7" fmla="*/ 1169 w 6343"/>
                  <a:gd name="connsiteY7" fmla="*/ 5581 h 6345"/>
                  <a:gd name="connsiteX8" fmla="*/ 341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11"/>
                    </a:moveTo>
                    <a:cubicBezTo>
                      <a:pt x="4252" y="6511"/>
                      <a:pt x="5059" y="6176"/>
                      <a:pt x="5654" y="5581"/>
                    </a:cubicBezTo>
                    <a:cubicBezTo>
                      <a:pt x="6249" y="4986"/>
                      <a:pt x="6583" y="4179"/>
                      <a:pt x="6583" y="3338"/>
                    </a:cubicBezTo>
                    <a:cubicBezTo>
                      <a:pt x="6583" y="2497"/>
                      <a:pt x="6249" y="1689"/>
                      <a:pt x="5654" y="1095"/>
                    </a:cubicBezTo>
                    <a:cubicBezTo>
                      <a:pt x="5059" y="500"/>
                      <a:pt x="4252" y="165"/>
                      <a:pt x="3411" y="165"/>
                    </a:cubicBezTo>
                    <a:cubicBezTo>
                      <a:pt x="2570" y="165"/>
                      <a:pt x="1763" y="500"/>
                      <a:pt x="1169" y="1095"/>
                    </a:cubicBezTo>
                    <a:cubicBezTo>
                      <a:pt x="574" y="1689"/>
                      <a:pt x="240" y="2497"/>
                      <a:pt x="240" y="3338"/>
                    </a:cubicBezTo>
                    <a:cubicBezTo>
                      <a:pt x="240" y="4179"/>
                      <a:pt x="574" y="4986"/>
                      <a:pt x="1169" y="5581"/>
                    </a:cubicBezTo>
                    <a:cubicBezTo>
                      <a:pt x="1763" y="6176"/>
                      <a:pt x="2570" y="6511"/>
                      <a:pt x="341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72" name="Freeform: Shape 12771">
                <a:extLst>
                  <a:ext uri="{FF2B5EF4-FFF2-40B4-BE49-F238E27FC236}">
                    <a16:creationId xmlns:a16="http://schemas.microsoft.com/office/drawing/2014/main" id="{B46F26AA-8D91-50B6-87BB-11B223F9AA35}"/>
                  </a:ext>
                </a:extLst>
              </p:cNvPr>
              <p:cNvSpPr/>
              <p:nvPr/>
            </p:nvSpPr>
            <p:spPr>
              <a:xfrm>
                <a:off x="9449737" y="5581537"/>
                <a:ext cx="6343" cy="6345"/>
              </a:xfrm>
              <a:custGeom>
                <a:avLst/>
                <a:gdLst>
                  <a:gd name="connsiteX0" fmla="*/ 3411 w 6343"/>
                  <a:gd name="connsiteY0" fmla="*/ 6511 h 6345"/>
                  <a:gd name="connsiteX1" fmla="*/ 5654 w 6343"/>
                  <a:gd name="connsiteY1" fmla="*/ 5582 h 6345"/>
                  <a:gd name="connsiteX2" fmla="*/ 6583 w 6343"/>
                  <a:gd name="connsiteY2" fmla="*/ 3338 h 6345"/>
                  <a:gd name="connsiteX3" fmla="*/ 5654 w 6343"/>
                  <a:gd name="connsiteY3" fmla="*/ 1095 h 6345"/>
                  <a:gd name="connsiteX4" fmla="*/ 3411 w 6343"/>
                  <a:gd name="connsiteY4" fmla="*/ 166 h 6345"/>
                  <a:gd name="connsiteX5" fmla="*/ 1169 w 6343"/>
                  <a:gd name="connsiteY5" fmla="*/ 1095 h 6345"/>
                  <a:gd name="connsiteX6" fmla="*/ 240 w 6343"/>
                  <a:gd name="connsiteY6" fmla="*/ 3338 h 6345"/>
                  <a:gd name="connsiteX7" fmla="*/ 1169 w 6343"/>
                  <a:gd name="connsiteY7" fmla="*/ 5582 h 6345"/>
                  <a:gd name="connsiteX8" fmla="*/ 341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11"/>
                    </a:moveTo>
                    <a:cubicBezTo>
                      <a:pt x="4252" y="6511"/>
                      <a:pt x="5059" y="6177"/>
                      <a:pt x="5654" y="5582"/>
                    </a:cubicBezTo>
                    <a:cubicBezTo>
                      <a:pt x="6249" y="4987"/>
                      <a:pt x="6583" y="4180"/>
                      <a:pt x="6583" y="3338"/>
                    </a:cubicBezTo>
                    <a:cubicBezTo>
                      <a:pt x="6583" y="2497"/>
                      <a:pt x="6249" y="1690"/>
                      <a:pt x="5654" y="1095"/>
                    </a:cubicBezTo>
                    <a:cubicBezTo>
                      <a:pt x="5059" y="500"/>
                      <a:pt x="4252" y="166"/>
                      <a:pt x="3411" y="166"/>
                    </a:cubicBezTo>
                    <a:cubicBezTo>
                      <a:pt x="2570" y="166"/>
                      <a:pt x="1763" y="500"/>
                      <a:pt x="1169" y="1095"/>
                    </a:cubicBezTo>
                    <a:cubicBezTo>
                      <a:pt x="574" y="1690"/>
                      <a:pt x="240" y="2497"/>
                      <a:pt x="240" y="3338"/>
                    </a:cubicBezTo>
                    <a:cubicBezTo>
                      <a:pt x="240" y="4180"/>
                      <a:pt x="574" y="4987"/>
                      <a:pt x="1169" y="5582"/>
                    </a:cubicBezTo>
                    <a:cubicBezTo>
                      <a:pt x="1763" y="6177"/>
                      <a:pt x="2570" y="6511"/>
                      <a:pt x="341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73" name="Freeform: Shape 12772">
                <a:extLst>
                  <a:ext uri="{FF2B5EF4-FFF2-40B4-BE49-F238E27FC236}">
                    <a16:creationId xmlns:a16="http://schemas.microsoft.com/office/drawing/2014/main" id="{2632637F-F85B-00E8-C5CE-4A429481B246}"/>
                  </a:ext>
                </a:extLst>
              </p:cNvPr>
              <p:cNvSpPr/>
              <p:nvPr/>
            </p:nvSpPr>
            <p:spPr>
              <a:xfrm>
                <a:off x="9448139" y="5595088"/>
                <a:ext cx="6343" cy="6345"/>
              </a:xfrm>
              <a:custGeom>
                <a:avLst/>
                <a:gdLst>
                  <a:gd name="connsiteX0" fmla="*/ 3411 w 6343"/>
                  <a:gd name="connsiteY0" fmla="*/ 6512 h 6345"/>
                  <a:gd name="connsiteX1" fmla="*/ 5654 w 6343"/>
                  <a:gd name="connsiteY1" fmla="*/ 5583 h 6345"/>
                  <a:gd name="connsiteX2" fmla="*/ 6583 w 6343"/>
                  <a:gd name="connsiteY2" fmla="*/ 3339 h 6345"/>
                  <a:gd name="connsiteX3" fmla="*/ 5654 w 6343"/>
                  <a:gd name="connsiteY3" fmla="*/ 1096 h 6345"/>
                  <a:gd name="connsiteX4" fmla="*/ 3411 w 6343"/>
                  <a:gd name="connsiteY4" fmla="*/ 167 h 6345"/>
                  <a:gd name="connsiteX5" fmla="*/ 1168 w 6343"/>
                  <a:gd name="connsiteY5" fmla="*/ 1096 h 6345"/>
                  <a:gd name="connsiteX6" fmla="*/ 240 w 6343"/>
                  <a:gd name="connsiteY6" fmla="*/ 3339 h 6345"/>
                  <a:gd name="connsiteX7" fmla="*/ 1168 w 6343"/>
                  <a:gd name="connsiteY7" fmla="*/ 5583 h 6345"/>
                  <a:gd name="connsiteX8" fmla="*/ 3411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12"/>
                    </a:moveTo>
                    <a:cubicBezTo>
                      <a:pt x="4252" y="6512"/>
                      <a:pt x="5059" y="6178"/>
                      <a:pt x="5654" y="5583"/>
                    </a:cubicBezTo>
                    <a:cubicBezTo>
                      <a:pt x="6248" y="4988"/>
                      <a:pt x="6583" y="4181"/>
                      <a:pt x="6583" y="3339"/>
                    </a:cubicBezTo>
                    <a:cubicBezTo>
                      <a:pt x="6583" y="2498"/>
                      <a:pt x="6248" y="1691"/>
                      <a:pt x="5654" y="1096"/>
                    </a:cubicBezTo>
                    <a:cubicBezTo>
                      <a:pt x="5059" y="501"/>
                      <a:pt x="4252" y="167"/>
                      <a:pt x="3411" y="167"/>
                    </a:cubicBezTo>
                    <a:cubicBezTo>
                      <a:pt x="2570" y="167"/>
                      <a:pt x="1763" y="501"/>
                      <a:pt x="1168" y="1096"/>
                    </a:cubicBezTo>
                    <a:cubicBezTo>
                      <a:pt x="574" y="1691"/>
                      <a:pt x="240" y="2498"/>
                      <a:pt x="240" y="3339"/>
                    </a:cubicBezTo>
                    <a:cubicBezTo>
                      <a:pt x="240" y="4181"/>
                      <a:pt x="574" y="4988"/>
                      <a:pt x="1168" y="5583"/>
                    </a:cubicBezTo>
                    <a:cubicBezTo>
                      <a:pt x="1763" y="6178"/>
                      <a:pt x="2570" y="6512"/>
                      <a:pt x="3411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74" name="Freeform: Shape 12773">
                <a:extLst>
                  <a:ext uri="{FF2B5EF4-FFF2-40B4-BE49-F238E27FC236}">
                    <a16:creationId xmlns:a16="http://schemas.microsoft.com/office/drawing/2014/main" id="{02C61FD9-5B0F-33CE-D7F0-58B081158C8B}"/>
                  </a:ext>
                </a:extLst>
              </p:cNvPr>
              <p:cNvSpPr/>
              <p:nvPr/>
            </p:nvSpPr>
            <p:spPr>
              <a:xfrm>
                <a:off x="9446372" y="5608132"/>
                <a:ext cx="6343" cy="6345"/>
              </a:xfrm>
              <a:custGeom>
                <a:avLst/>
                <a:gdLst>
                  <a:gd name="connsiteX0" fmla="*/ 3411 w 6343"/>
                  <a:gd name="connsiteY0" fmla="*/ 6513 h 6345"/>
                  <a:gd name="connsiteX1" fmla="*/ 5654 w 6343"/>
                  <a:gd name="connsiteY1" fmla="*/ 5584 h 6345"/>
                  <a:gd name="connsiteX2" fmla="*/ 6583 w 6343"/>
                  <a:gd name="connsiteY2" fmla="*/ 3340 h 6345"/>
                  <a:gd name="connsiteX3" fmla="*/ 5654 w 6343"/>
                  <a:gd name="connsiteY3" fmla="*/ 1097 h 6345"/>
                  <a:gd name="connsiteX4" fmla="*/ 3411 w 6343"/>
                  <a:gd name="connsiteY4" fmla="*/ 168 h 6345"/>
                  <a:gd name="connsiteX5" fmla="*/ 1168 w 6343"/>
                  <a:gd name="connsiteY5" fmla="*/ 1097 h 6345"/>
                  <a:gd name="connsiteX6" fmla="*/ 239 w 6343"/>
                  <a:gd name="connsiteY6" fmla="*/ 3340 h 6345"/>
                  <a:gd name="connsiteX7" fmla="*/ 1168 w 6343"/>
                  <a:gd name="connsiteY7" fmla="*/ 5584 h 6345"/>
                  <a:gd name="connsiteX8" fmla="*/ 3411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13"/>
                    </a:moveTo>
                    <a:cubicBezTo>
                      <a:pt x="4252" y="6513"/>
                      <a:pt x="5059" y="6179"/>
                      <a:pt x="5654" y="5584"/>
                    </a:cubicBezTo>
                    <a:cubicBezTo>
                      <a:pt x="6248" y="4989"/>
                      <a:pt x="6583" y="4182"/>
                      <a:pt x="6583" y="3340"/>
                    </a:cubicBezTo>
                    <a:cubicBezTo>
                      <a:pt x="6583" y="2499"/>
                      <a:pt x="6248" y="1692"/>
                      <a:pt x="5654" y="1097"/>
                    </a:cubicBezTo>
                    <a:cubicBezTo>
                      <a:pt x="5059" y="502"/>
                      <a:pt x="4252" y="168"/>
                      <a:pt x="3411" y="168"/>
                    </a:cubicBezTo>
                    <a:cubicBezTo>
                      <a:pt x="2570" y="168"/>
                      <a:pt x="1763" y="502"/>
                      <a:pt x="1168" y="1097"/>
                    </a:cubicBezTo>
                    <a:cubicBezTo>
                      <a:pt x="574" y="1692"/>
                      <a:pt x="239" y="2499"/>
                      <a:pt x="239" y="3340"/>
                    </a:cubicBezTo>
                    <a:cubicBezTo>
                      <a:pt x="239" y="4182"/>
                      <a:pt x="574" y="4989"/>
                      <a:pt x="1168" y="5584"/>
                    </a:cubicBezTo>
                    <a:cubicBezTo>
                      <a:pt x="1763" y="6179"/>
                      <a:pt x="2570" y="6513"/>
                      <a:pt x="3411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75" name="Freeform: Shape 12774">
                <a:extLst>
                  <a:ext uri="{FF2B5EF4-FFF2-40B4-BE49-F238E27FC236}">
                    <a16:creationId xmlns:a16="http://schemas.microsoft.com/office/drawing/2014/main" id="{CFBF6CC4-CFD9-3543-E688-202C82AA3DFD}"/>
                  </a:ext>
                </a:extLst>
              </p:cNvPr>
              <p:cNvSpPr/>
              <p:nvPr/>
            </p:nvSpPr>
            <p:spPr>
              <a:xfrm>
                <a:off x="9224760" y="5606060"/>
                <a:ext cx="6343" cy="6345"/>
              </a:xfrm>
              <a:custGeom>
                <a:avLst/>
                <a:gdLst>
                  <a:gd name="connsiteX0" fmla="*/ 3394 w 6343"/>
                  <a:gd name="connsiteY0" fmla="*/ 6513 h 6345"/>
                  <a:gd name="connsiteX1" fmla="*/ 5636 w 6343"/>
                  <a:gd name="connsiteY1" fmla="*/ 5584 h 6345"/>
                  <a:gd name="connsiteX2" fmla="*/ 6565 w 6343"/>
                  <a:gd name="connsiteY2" fmla="*/ 3340 h 6345"/>
                  <a:gd name="connsiteX3" fmla="*/ 5636 w 6343"/>
                  <a:gd name="connsiteY3" fmla="*/ 1097 h 6345"/>
                  <a:gd name="connsiteX4" fmla="*/ 3394 w 6343"/>
                  <a:gd name="connsiteY4" fmla="*/ 168 h 6345"/>
                  <a:gd name="connsiteX5" fmla="*/ 1151 w 6343"/>
                  <a:gd name="connsiteY5" fmla="*/ 1097 h 6345"/>
                  <a:gd name="connsiteX6" fmla="*/ 222 w 6343"/>
                  <a:gd name="connsiteY6" fmla="*/ 3340 h 6345"/>
                  <a:gd name="connsiteX7" fmla="*/ 1151 w 6343"/>
                  <a:gd name="connsiteY7" fmla="*/ 5584 h 6345"/>
                  <a:gd name="connsiteX8" fmla="*/ 3394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13"/>
                    </a:moveTo>
                    <a:cubicBezTo>
                      <a:pt x="4235" y="6513"/>
                      <a:pt x="5041" y="6179"/>
                      <a:pt x="5636" y="5584"/>
                    </a:cubicBezTo>
                    <a:cubicBezTo>
                      <a:pt x="6231" y="4989"/>
                      <a:pt x="6565" y="4182"/>
                      <a:pt x="6565" y="3340"/>
                    </a:cubicBezTo>
                    <a:cubicBezTo>
                      <a:pt x="6565" y="2499"/>
                      <a:pt x="6231" y="1692"/>
                      <a:pt x="5636" y="1097"/>
                    </a:cubicBezTo>
                    <a:cubicBezTo>
                      <a:pt x="5041" y="502"/>
                      <a:pt x="4235" y="168"/>
                      <a:pt x="3394" y="168"/>
                    </a:cubicBezTo>
                    <a:cubicBezTo>
                      <a:pt x="2552" y="168"/>
                      <a:pt x="1746" y="502"/>
                      <a:pt x="1151" y="1097"/>
                    </a:cubicBezTo>
                    <a:cubicBezTo>
                      <a:pt x="556" y="1692"/>
                      <a:pt x="222" y="2499"/>
                      <a:pt x="222" y="3340"/>
                    </a:cubicBezTo>
                    <a:cubicBezTo>
                      <a:pt x="222" y="4182"/>
                      <a:pt x="556" y="4989"/>
                      <a:pt x="1151" y="5584"/>
                    </a:cubicBezTo>
                    <a:cubicBezTo>
                      <a:pt x="1746" y="6179"/>
                      <a:pt x="2552" y="6513"/>
                      <a:pt x="3394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76" name="Freeform: Shape 12775">
                <a:extLst>
                  <a:ext uri="{FF2B5EF4-FFF2-40B4-BE49-F238E27FC236}">
                    <a16:creationId xmlns:a16="http://schemas.microsoft.com/office/drawing/2014/main" id="{BC5154C4-D851-256E-8CFC-D91540FEB0A8}"/>
                  </a:ext>
                </a:extLst>
              </p:cNvPr>
              <p:cNvSpPr/>
              <p:nvPr/>
            </p:nvSpPr>
            <p:spPr>
              <a:xfrm>
                <a:off x="9222524" y="5605163"/>
                <a:ext cx="6343" cy="6345"/>
              </a:xfrm>
              <a:custGeom>
                <a:avLst/>
                <a:gdLst>
                  <a:gd name="connsiteX0" fmla="*/ 3393 w 6343"/>
                  <a:gd name="connsiteY0" fmla="*/ 6513 h 6345"/>
                  <a:gd name="connsiteX1" fmla="*/ 5636 w 6343"/>
                  <a:gd name="connsiteY1" fmla="*/ 5584 h 6345"/>
                  <a:gd name="connsiteX2" fmla="*/ 6565 w 6343"/>
                  <a:gd name="connsiteY2" fmla="*/ 3340 h 6345"/>
                  <a:gd name="connsiteX3" fmla="*/ 5636 w 6343"/>
                  <a:gd name="connsiteY3" fmla="*/ 1097 h 6345"/>
                  <a:gd name="connsiteX4" fmla="*/ 3393 w 6343"/>
                  <a:gd name="connsiteY4" fmla="*/ 167 h 6345"/>
                  <a:gd name="connsiteX5" fmla="*/ 1151 w 6343"/>
                  <a:gd name="connsiteY5" fmla="*/ 1097 h 6345"/>
                  <a:gd name="connsiteX6" fmla="*/ 222 w 6343"/>
                  <a:gd name="connsiteY6" fmla="*/ 3340 h 6345"/>
                  <a:gd name="connsiteX7" fmla="*/ 1151 w 6343"/>
                  <a:gd name="connsiteY7" fmla="*/ 5584 h 6345"/>
                  <a:gd name="connsiteX8" fmla="*/ 3393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13"/>
                    </a:moveTo>
                    <a:cubicBezTo>
                      <a:pt x="4234" y="6513"/>
                      <a:pt x="5041" y="6179"/>
                      <a:pt x="5636" y="5584"/>
                    </a:cubicBezTo>
                    <a:cubicBezTo>
                      <a:pt x="6231" y="4989"/>
                      <a:pt x="6565" y="4182"/>
                      <a:pt x="6565" y="3340"/>
                    </a:cubicBezTo>
                    <a:cubicBezTo>
                      <a:pt x="6565" y="2499"/>
                      <a:pt x="6231" y="1692"/>
                      <a:pt x="5636" y="1097"/>
                    </a:cubicBezTo>
                    <a:cubicBezTo>
                      <a:pt x="5041" y="502"/>
                      <a:pt x="4234" y="167"/>
                      <a:pt x="3393" y="167"/>
                    </a:cubicBezTo>
                    <a:cubicBezTo>
                      <a:pt x="2552" y="167"/>
                      <a:pt x="1745" y="502"/>
                      <a:pt x="1151" y="1097"/>
                    </a:cubicBezTo>
                    <a:cubicBezTo>
                      <a:pt x="556" y="1692"/>
                      <a:pt x="222" y="2499"/>
                      <a:pt x="222" y="3340"/>
                    </a:cubicBezTo>
                    <a:cubicBezTo>
                      <a:pt x="222" y="4182"/>
                      <a:pt x="556" y="4989"/>
                      <a:pt x="1151" y="5584"/>
                    </a:cubicBezTo>
                    <a:cubicBezTo>
                      <a:pt x="1745" y="6179"/>
                      <a:pt x="2552" y="6513"/>
                      <a:pt x="3393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77" name="Freeform: Shape 12776">
                <a:extLst>
                  <a:ext uri="{FF2B5EF4-FFF2-40B4-BE49-F238E27FC236}">
                    <a16:creationId xmlns:a16="http://schemas.microsoft.com/office/drawing/2014/main" id="{2D484C7C-804E-948F-A263-AF5C9DD59065}"/>
                  </a:ext>
                </a:extLst>
              </p:cNvPr>
              <p:cNvSpPr/>
              <p:nvPr/>
            </p:nvSpPr>
            <p:spPr>
              <a:xfrm>
                <a:off x="9221751" y="5602229"/>
                <a:ext cx="6343" cy="6345"/>
              </a:xfrm>
              <a:custGeom>
                <a:avLst/>
                <a:gdLst>
                  <a:gd name="connsiteX0" fmla="*/ 3393 w 6343"/>
                  <a:gd name="connsiteY0" fmla="*/ 6513 h 6345"/>
                  <a:gd name="connsiteX1" fmla="*/ 5636 w 6343"/>
                  <a:gd name="connsiteY1" fmla="*/ 5583 h 6345"/>
                  <a:gd name="connsiteX2" fmla="*/ 6565 w 6343"/>
                  <a:gd name="connsiteY2" fmla="*/ 3340 h 6345"/>
                  <a:gd name="connsiteX3" fmla="*/ 5636 w 6343"/>
                  <a:gd name="connsiteY3" fmla="*/ 1097 h 6345"/>
                  <a:gd name="connsiteX4" fmla="*/ 3393 w 6343"/>
                  <a:gd name="connsiteY4" fmla="*/ 167 h 6345"/>
                  <a:gd name="connsiteX5" fmla="*/ 1151 w 6343"/>
                  <a:gd name="connsiteY5" fmla="*/ 1097 h 6345"/>
                  <a:gd name="connsiteX6" fmla="*/ 222 w 6343"/>
                  <a:gd name="connsiteY6" fmla="*/ 3340 h 6345"/>
                  <a:gd name="connsiteX7" fmla="*/ 1151 w 6343"/>
                  <a:gd name="connsiteY7" fmla="*/ 5583 h 6345"/>
                  <a:gd name="connsiteX8" fmla="*/ 3393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13"/>
                    </a:moveTo>
                    <a:cubicBezTo>
                      <a:pt x="4234" y="6513"/>
                      <a:pt x="5041" y="6178"/>
                      <a:pt x="5636" y="5583"/>
                    </a:cubicBezTo>
                    <a:cubicBezTo>
                      <a:pt x="6231" y="4988"/>
                      <a:pt x="6565" y="4181"/>
                      <a:pt x="6565" y="3340"/>
                    </a:cubicBezTo>
                    <a:cubicBezTo>
                      <a:pt x="6565" y="2499"/>
                      <a:pt x="6231" y="1691"/>
                      <a:pt x="5636" y="1097"/>
                    </a:cubicBezTo>
                    <a:cubicBezTo>
                      <a:pt x="5041" y="502"/>
                      <a:pt x="4234" y="167"/>
                      <a:pt x="3393" y="167"/>
                    </a:cubicBezTo>
                    <a:cubicBezTo>
                      <a:pt x="2552" y="167"/>
                      <a:pt x="1745" y="502"/>
                      <a:pt x="1151" y="1097"/>
                    </a:cubicBezTo>
                    <a:cubicBezTo>
                      <a:pt x="556" y="1691"/>
                      <a:pt x="222" y="2499"/>
                      <a:pt x="222" y="3340"/>
                    </a:cubicBezTo>
                    <a:cubicBezTo>
                      <a:pt x="222" y="4181"/>
                      <a:pt x="556" y="4988"/>
                      <a:pt x="1151" y="5583"/>
                    </a:cubicBezTo>
                    <a:cubicBezTo>
                      <a:pt x="1745" y="6178"/>
                      <a:pt x="2552" y="6513"/>
                      <a:pt x="3393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78" name="Freeform: Shape 12777">
                <a:extLst>
                  <a:ext uri="{FF2B5EF4-FFF2-40B4-BE49-F238E27FC236}">
                    <a16:creationId xmlns:a16="http://schemas.microsoft.com/office/drawing/2014/main" id="{96F085A3-BE9C-18B9-2283-7F03139BFC82}"/>
                  </a:ext>
                </a:extLst>
              </p:cNvPr>
              <p:cNvSpPr/>
              <p:nvPr/>
            </p:nvSpPr>
            <p:spPr>
              <a:xfrm>
                <a:off x="9220748" y="5599650"/>
                <a:ext cx="6343" cy="6345"/>
              </a:xfrm>
              <a:custGeom>
                <a:avLst/>
                <a:gdLst>
                  <a:gd name="connsiteX0" fmla="*/ 3393 w 6343"/>
                  <a:gd name="connsiteY0" fmla="*/ 6512 h 6345"/>
                  <a:gd name="connsiteX1" fmla="*/ 5636 w 6343"/>
                  <a:gd name="connsiteY1" fmla="*/ 5583 h 6345"/>
                  <a:gd name="connsiteX2" fmla="*/ 6565 w 6343"/>
                  <a:gd name="connsiteY2" fmla="*/ 3340 h 6345"/>
                  <a:gd name="connsiteX3" fmla="*/ 5636 w 6343"/>
                  <a:gd name="connsiteY3" fmla="*/ 1096 h 6345"/>
                  <a:gd name="connsiteX4" fmla="*/ 3393 w 6343"/>
                  <a:gd name="connsiteY4" fmla="*/ 167 h 6345"/>
                  <a:gd name="connsiteX5" fmla="*/ 1151 w 6343"/>
                  <a:gd name="connsiteY5" fmla="*/ 1096 h 6345"/>
                  <a:gd name="connsiteX6" fmla="*/ 222 w 6343"/>
                  <a:gd name="connsiteY6" fmla="*/ 3340 h 6345"/>
                  <a:gd name="connsiteX7" fmla="*/ 1151 w 6343"/>
                  <a:gd name="connsiteY7" fmla="*/ 5583 h 6345"/>
                  <a:gd name="connsiteX8" fmla="*/ 3393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12"/>
                    </a:moveTo>
                    <a:cubicBezTo>
                      <a:pt x="4234" y="6512"/>
                      <a:pt x="5041" y="6178"/>
                      <a:pt x="5636" y="5583"/>
                    </a:cubicBezTo>
                    <a:cubicBezTo>
                      <a:pt x="6231" y="4988"/>
                      <a:pt x="6565" y="4181"/>
                      <a:pt x="6565" y="3340"/>
                    </a:cubicBezTo>
                    <a:cubicBezTo>
                      <a:pt x="6565" y="2498"/>
                      <a:pt x="6231" y="1691"/>
                      <a:pt x="5636" y="1096"/>
                    </a:cubicBezTo>
                    <a:cubicBezTo>
                      <a:pt x="5041" y="501"/>
                      <a:pt x="4234" y="167"/>
                      <a:pt x="3393" y="167"/>
                    </a:cubicBezTo>
                    <a:cubicBezTo>
                      <a:pt x="2552" y="167"/>
                      <a:pt x="1745" y="501"/>
                      <a:pt x="1151" y="1096"/>
                    </a:cubicBezTo>
                    <a:cubicBezTo>
                      <a:pt x="556" y="1691"/>
                      <a:pt x="222" y="2498"/>
                      <a:pt x="222" y="3340"/>
                    </a:cubicBezTo>
                    <a:cubicBezTo>
                      <a:pt x="222" y="4181"/>
                      <a:pt x="556" y="4988"/>
                      <a:pt x="1151" y="5583"/>
                    </a:cubicBezTo>
                    <a:cubicBezTo>
                      <a:pt x="1745" y="6178"/>
                      <a:pt x="2552" y="6512"/>
                      <a:pt x="3393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79" name="Freeform: Shape 12778">
                <a:extLst>
                  <a:ext uri="{FF2B5EF4-FFF2-40B4-BE49-F238E27FC236}">
                    <a16:creationId xmlns:a16="http://schemas.microsoft.com/office/drawing/2014/main" id="{9E055AB2-B22F-8B0A-BCB3-904951BCDC6D}"/>
                  </a:ext>
                </a:extLst>
              </p:cNvPr>
              <p:cNvSpPr/>
              <p:nvPr/>
            </p:nvSpPr>
            <p:spPr>
              <a:xfrm>
                <a:off x="9219472" y="5597471"/>
                <a:ext cx="6343" cy="6345"/>
              </a:xfrm>
              <a:custGeom>
                <a:avLst/>
                <a:gdLst>
                  <a:gd name="connsiteX0" fmla="*/ 3393 w 6343"/>
                  <a:gd name="connsiteY0" fmla="*/ 6512 h 6345"/>
                  <a:gd name="connsiteX1" fmla="*/ 5636 w 6343"/>
                  <a:gd name="connsiteY1" fmla="*/ 5583 h 6345"/>
                  <a:gd name="connsiteX2" fmla="*/ 6565 w 6343"/>
                  <a:gd name="connsiteY2" fmla="*/ 3340 h 6345"/>
                  <a:gd name="connsiteX3" fmla="*/ 5636 w 6343"/>
                  <a:gd name="connsiteY3" fmla="*/ 1096 h 6345"/>
                  <a:gd name="connsiteX4" fmla="*/ 3393 w 6343"/>
                  <a:gd name="connsiteY4" fmla="*/ 167 h 6345"/>
                  <a:gd name="connsiteX5" fmla="*/ 1150 w 6343"/>
                  <a:gd name="connsiteY5" fmla="*/ 1096 h 6345"/>
                  <a:gd name="connsiteX6" fmla="*/ 222 w 6343"/>
                  <a:gd name="connsiteY6" fmla="*/ 3340 h 6345"/>
                  <a:gd name="connsiteX7" fmla="*/ 1150 w 6343"/>
                  <a:gd name="connsiteY7" fmla="*/ 5583 h 6345"/>
                  <a:gd name="connsiteX8" fmla="*/ 3393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12"/>
                    </a:moveTo>
                    <a:cubicBezTo>
                      <a:pt x="4234" y="6512"/>
                      <a:pt x="5041" y="6178"/>
                      <a:pt x="5636" y="5583"/>
                    </a:cubicBezTo>
                    <a:cubicBezTo>
                      <a:pt x="6230" y="4988"/>
                      <a:pt x="6565" y="4181"/>
                      <a:pt x="6565" y="3340"/>
                    </a:cubicBezTo>
                    <a:cubicBezTo>
                      <a:pt x="6565" y="2498"/>
                      <a:pt x="6230" y="1691"/>
                      <a:pt x="5636" y="1096"/>
                    </a:cubicBezTo>
                    <a:cubicBezTo>
                      <a:pt x="5041" y="501"/>
                      <a:pt x="4234" y="167"/>
                      <a:pt x="3393" y="167"/>
                    </a:cubicBezTo>
                    <a:cubicBezTo>
                      <a:pt x="2552" y="167"/>
                      <a:pt x="1745" y="501"/>
                      <a:pt x="1150" y="1096"/>
                    </a:cubicBezTo>
                    <a:cubicBezTo>
                      <a:pt x="556" y="1691"/>
                      <a:pt x="222" y="2498"/>
                      <a:pt x="222" y="3340"/>
                    </a:cubicBezTo>
                    <a:cubicBezTo>
                      <a:pt x="222" y="4181"/>
                      <a:pt x="556" y="4988"/>
                      <a:pt x="1150" y="5583"/>
                    </a:cubicBezTo>
                    <a:cubicBezTo>
                      <a:pt x="1745" y="6178"/>
                      <a:pt x="2552" y="6512"/>
                      <a:pt x="3393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80" name="Freeform: Shape 12779">
                <a:extLst>
                  <a:ext uri="{FF2B5EF4-FFF2-40B4-BE49-F238E27FC236}">
                    <a16:creationId xmlns:a16="http://schemas.microsoft.com/office/drawing/2014/main" id="{A903DCFC-FCA7-7082-2F35-C9F41BD402D5}"/>
                  </a:ext>
                </a:extLst>
              </p:cNvPr>
              <p:cNvSpPr/>
              <p:nvPr/>
            </p:nvSpPr>
            <p:spPr>
              <a:xfrm>
                <a:off x="9218438" y="5594988"/>
                <a:ext cx="6343" cy="6345"/>
              </a:xfrm>
              <a:custGeom>
                <a:avLst/>
                <a:gdLst>
                  <a:gd name="connsiteX0" fmla="*/ 3393 w 6343"/>
                  <a:gd name="connsiteY0" fmla="*/ 6512 h 6345"/>
                  <a:gd name="connsiteX1" fmla="*/ 5636 w 6343"/>
                  <a:gd name="connsiteY1" fmla="*/ 5583 h 6345"/>
                  <a:gd name="connsiteX2" fmla="*/ 6565 w 6343"/>
                  <a:gd name="connsiteY2" fmla="*/ 3339 h 6345"/>
                  <a:gd name="connsiteX3" fmla="*/ 5636 w 6343"/>
                  <a:gd name="connsiteY3" fmla="*/ 1096 h 6345"/>
                  <a:gd name="connsiteX4" fmla="*/ 3393 w 6343"/>
                  <a:gd name="connsiteY4" fmla="*/ 167 h 6345"/>
                  <a:gd name="connsiteX5" fmla="*/ 1150 w 6343"/>
                  <a:gd name="connsiteY5" fmla="*/ 1096 h 6345"/>
                  <a:gd name="connsiteX6" fmla="*/ 221 w 6343"/>
                  <a:gd name="connsiteY6" fmla="*/ 3339 h 6345"/>
                  <a:gd name="connsiteX7" fmla="*/ 1150 w 6343"/>
                  <a:gd name="connsiteY7" fmla="*/ 5583 h 6345"/>
                  <a:gd name="connsiteX8" fmla="*/ 3393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12"/>
                    </a:moveTo>
                    <a:cubicBezTo>
                      <a:pt x="4234" y="6512"/>
                      <a:pt x="5041" y="6178"/>
                      <a:pt x="5636" y="5583"/>
                    </a:cubicBezTo>
                    <a:cubicBezTo>
                      <a:pt x="6230" y="4988"/>
                      <a:pt x="6565" y="4181"/>
                      <a:pt x="6565" y="3339"/>
                    </a:cubicBezTo>
                    <a:cubicBezTo>
                      <a:pt x="6565" y="2498"/>
                      <a:pt x="6230" y="1691"/>
                      <a:pt x="5636" y="1096"/>
                    </a:cubicBezTo>
                    <a:cubicBezTo>
                      <a:pt x="5041" y="501"/>
                      <a:pt x="4234" y="167"/>
                      <a:pt x="3393" y="167"/>
                    </a:cubicBezTo>
                    <a:cubicBezTo>
                      <a:pt x="2552" y="167"/>
                      <a:pt x="1745" y="501"/>
                      <a:pt x="1150" y="1096"/>
                    </a:cubicBezTo>
                    <a:cubicBezTo>
                      <a:pt x="556" y="1691"/>
                      <a:pt x="221" y="2498"/>
                      <a:pt x="221" y="3339"/>
                    </a:cubicBezTo>
                    <a:cubicBezTo>
                      <a:pt x="221" y="4181"/>
                      <a:pt x="556" y="4988"/>
                      <a:pt x="1150" y="5583"/>
                    </a:cubicBezTo>
                    <a:cubicBezTo>
                      <a:pt x="1745" y="6178"/>
                      <a:pt x="2552" y="6512"/>
                      <a:pt x="3393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81" name="Freeform: Shape 12780">
                <a:extLst>
                  <a:ext uri="{FF2B5EF4-FFF2-40B4-BE49-F238E27FC236}">
                    <a16:creationId xmlns:a16="http://schemas.microsoft.com/office/drawing/2014/main" id="{BA787285-0BBC-5A12-88C7-5C056DD33E1B}"/>
                  </a:ext>
                </a:extLst>
              </p:cNvPr>
              <p:cNvSpPr/>
              <p:nvPr/>
            </p:nvSpPr>
            <p:spPr>
              <a:xfrm>
                <a:off x="9217803" y="5592008"/>
                <a:ext cx="6343" cy="6345"/>
              </a:xfrm>
              <a:custGeom>
                <a:avLst/>
                <a:gdLst>
                  <a:gd name="connsiteX0" fmla="*/ 3393 w 6343"/>
                  <a:gd name="connsiteY0" fmla="*/ 6512 h 6345"/>
                  <a:gd name="connsiteX1" fmla="*/ 5636 w 6343"/>
                  <a:gd name="connsiteY1" fmla="*/ 5583 h 6345"/>
                  <a:gd name="connsiteX2" fmla="*/ 6565 w 6343"/>
                  <a:gd name="connsiteY2" fmla="*/ 3339 h 6345"/>
                  <a:gd name="connsiteX3" fmla="*/ 5636 w 6343"/>
                  <a:gd name="connsiteY3" fmla="*/ 1096 h 6345"/>
                  <a:gd name="connsiteX4" fmla="*/ 3393 w 6343"/>
                  <a:gd name="connsiteY4" fmla="*/ 166 h 6345"/>
                  <a:gd name="connsiteX5" fmla="*/ 1150 w 6343"/>
                  <a:gd name="connsiteY5" fmla="*/ 1096 h 6345"/>
                  <a:gd name="connsiteX6" fmla="*/ 221 w 6343"/>
                  <a:gd name="connsiteY6" fmla="*/ 3339 h 6345"/>
                  <a:gd name="connsiteX7" fmla="*/ 1150 w 6343"/>
                  <a:gd name="connsiteY7" fmla="*/ 5583 h 6345"/>
                  <a:gd name="connsiteX8" fmla="*/ 3393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12"/>
                    </a:moveTo>
                    <a:cubicBezTo>
                      <a:pt x="4234" y="6512"/>
                      <a:pt x="5041" y="6178"/>
                      <a:pt x="5636" y="5583"/>
                    </a:cubicBezTo>
                    <a:cubicBezTo>
                      <a:pt x="6230" y="4988"/>
                      <a:pt x="6565" y="4181"/>
                      <a:pt x="6565" y="3339"/>
                    </a:cubicBezTo>
                    <a:cubicBezTo>
                      <a:pt x="6565" y="2498"/>
                      <a:pt x="6230" y="1691"/>
                      <a:pt x="5636" y="1096"/>
                    </a:cubicBezTo>
                    <a:cubicBezTo>
                      <a:pt x="5041" y="501"/>
                      <a:pt x="4234" y="166"/>
                      <a:pt x="3393" y="166"/>
                    </a:cubicBezTo>
                    <a:cubicBezTo>
                      <a:pt x="2552" y="166"/>
                      <a:pt x="1745" y="501"/>
                      <a:pt x="1150" y="1096"/>
                    </a:cubicBezTo>
                    <a:cubicBezTo>
                      <a:pt x="556" y="1691"/>
                      <a:pt x="221" y="2498"/>
                      <a:pt x="221" y="3339"/>
                    </a:cubicBezTo>
                    <a:cubicBezTo>
                      <a:pt x="221" y="4181"/>
                      <a:pt x="556" y="4988"/>
                      <a:pt x="1150" y="5583"/>
                    </a:cubicBezTo>
                    <a:cubicBezTo>
                      <a:pt x="1745" y="6178"/>
                      <a:pt x="2552" y="6512"/>
                      <a:pt x="3393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82" name="Freeform: Shape 12781">
                <a:extLst>
                  <a:ext uri="{FF2B5EF4-FFF2-40B4-BE49-F238E27FC236}">
                    <a16:creationId xmlns:a16="http://schemas.microsoft.com/office/drawing/2014/main" id="{7E1D7F33-342F-B44D-2963-7C7D704FE32C}"/>
                  </a:ext>
                </a:extLst>
              </p:cNvPr>
              <p:cNvSpPr/>
              <p:nvPr/>
            </p:nvSpPr>
            <p:spPr>
              <a:xfrm>
                <a:off x="9217615" y="5588489"/>
                <a:ext cx="6343" cy="6345"/>
              </a:xfrm>
              <a:custGeom>
                <a:avLst/>
                <a:gdLst>
                  <a:gd name="connsiteX0" fmla="*/ 3393 w 6343"/>
                  <a:gd name="connsiteY0" fmla="*/ 6512 h 6345"/>
                  <a:gd name="connsiteX1" fmla="*/ 5636 w 6343"/>
                  <a:gd name="connsiteY1" fmla="*/ 5582 h 6345"/>
                  <a:gd name="connsiteX2" fmla="*/ 6565 w 6343"/>
                  <a:gd name="connsiteY2" fmla="*/ 3339 h 6345"/>
                  <a:gd name="connsiteX3" fmla="*/ 5636 w 6343"/>
                  <a:gd name="connsiteY3" fmla="*/ 1095 h 6345"/>
                  <a:gd name="connsiteX4" fmla="*/ 3393 w 6343"/>
                  <a:gd name="connsiteY4" fmla="*/ 166 h 6345"/>
                  <a:gd name="connsiteX5" fmla="*/ 1150 w 6343"/>
                  <a:gd name="connsiteY5" fmla="*/ 1095 h 6345"/>
                  <a:gd name="connsiteX6" fmla="*/ 221 w 6343"/>
                  <a:gd name="connsiteY6" fmla="*/ 3339 h 6345"/>
                  <a:gd name="connsiteX7" fmla="*/ 1150 w 6343"/>
                  <a:gd name="connsiteY7" fmla="*/ 5582 h 6345"/>
                  <a:gd name="connsiteX8" fmla="*/ 3393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12"/>
                    </a:moveTo>
                    <a:cubicBezTo>
                      <a:pt x="4234" y="6512"/>
                      <a:pt x="5041" y="6177"/>
                      <a:pt x="5636" y="5582"/>
                    </a:cubicBezTo>
                    <a:cubicBezTo>
                      <a:pt x="6230" y="4987"/>
                      <a:pt x="6565" y="4180"/>
                      <a:pt x="6565" y="3339"/>
                    </a:cubicBezTo>
                    <a:cubicBezTo>
                      <a:pt x="6565" y="2497"/>
                      <a:pt x="6230" y="1690"/>
                      <a:pt x="5636" y="1095"/>
                    </a:cubicBezTo>
                    <a:cubicBezTo>
                      <a:pt x="5041" y="500"/>
                      <a:pt x="4234" y="166"/>
                      <a:pt x="3393" y="166"/>
                    </a:cubicBezTo>
                    <a:cubicBezTo>
                      <a:pt x="2552" y="166"/>
                      <a:pt x="1745" y="500"/>
                      <a:pt x="1150" y="1095"/>
                    </a:cubicBezTo>
                    <a:cubicBezTo>
                      <a:pt x="556" y="1690"/>
                      <a:pt x="221" y="2497"/>
                      <a:pt x="221" y="3339"/>
                    </a:cubicBezTo>
                    <a:cubicBezTo>
                      <a:pt x="221" y="4180"/>
                      <a:pt x="556" y="4987"/>
                      <a:pt x="1150" y="5582"/>
                    </a:cubicBezTo>
                    <a:cubicBezTo>
                      <a:pt x="1745" y="6177"/>
                      <a:pt x="2552" y="6512"/>
                      <a:pt x="3393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83" name="Freeform: Shape 12782">
                <a:extLst>
                  <a:ext uri="{FF2B5EF4-FFF2-40B4-BE49-F238E27FC236}">
                    <a16:creationId xmlns:a16="http://schemas.microsoft.com/office/drawing/2014/main" id="{6A75B577-44FD-6D35-B78C-5B5F0E5E5DFD}"/>
                  </a:ext>
                </a:extLst>
              </p:cNvPr>
              <p:cNvSpPr/>
              <p:nvPr/>
            </p:nvSpPr>
            <p:spPr>
              <a:xfrm>
                <a:off x="9217768" y="5584586"/>
                <a:ext cx="6343" cy="6345"/>
              </a:xfrm>
              <a:custGeom>
                <a:avLst/>
                <a:gdLst>
                  <a:gd name="connsiteX0" fmla="*/ 3393 w 6343"/>
                  <a:gd name="connsiteY0" fmla="*/ 6511 h 6345"/>
                  <a:gd name="connsiteX1" fmla="*/ 5636 w 6343"/>
                  <a:gd name="connsiteY1" fmla="*/ 5582 h 6345"/>
                  <a:gd name="connsiteX2" fmla="*/ 6565 w 6343"/>
                  <a:gd name="connsiteY2" fmla="*/ 3339 h 6345"/>
                  <a:gd name="connsiteX3" fmla="*/ 5636 w 6343"/>
                  <a:gd name="connsiteY3" fmla="*/ 1095 h 6345"/>
                  <a:gd name="connsiteX4" fmla="*/ 3393 w 6343"/>
                  <a:gd name="connsiteY4" fmla="*/ 166 h 6345"/>
                  <a:gd name="connsiteX5" fmla="*/ 1150 w 6343"/>
                  <a:gd name="connsiteY5" fmla="*/ 1095 h 6345"/>
                  <a:gd name="connsiteX6" fmla="*/ 221 w 6343"/>
                  <a:gd name="connsiteY6" fmla="*/ 3339 h 6345"/>
                  <a:gd name="connsiteX7" fmla="*/ 1150 w 6343"/>
                  <a:gd name="connsiteY7" fmla="*/ 5582 h 6345"/>
                  <a:gd name="connsiteX8" fmla="*/ 3393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11"/>
                    </a:moveTo>
                    <a:cubicBezTo>
                      <a:pt x="4234" y="6511"/>
                      <a:pt x="5041" y="6177"/>
                      <a:pt x="5636" y="5582"/>
                    </a:cubicBezTo>
                    <a:cubicBezTo>
                      <a:pt x="6230" y="4987"/>
                      <a:pt x="6565" y="4180"/>
                      <a:pt x="6565" y="3339"/>
                    </a:cubicBezTo>
                    <a:cubicBezTo>
                      <a:pt x="6565" y="2497"/>
                      <a:pt x="6230" y="1690"/>
                      <a:pt x="5636" y="1095"/>
                    </a:cubicBezTo>
                    <a:cubicBezTo>
                      <a:pt x="5041" y="500"/>
                      <a:pt x="4234" y="166"/>
                      <a:pt x="3393" y="166"/>
                    </a:cubicBezTo>
                    <a:cubicBezTo>
                      <a:pt x="2552" y="166"/>
                      <a:pt x="1745" y="500"/>
                      <a:pt x="1150" y="1095"/>
                    </a:cubicBezTo>
                    <a:cubicBezTo>
                      <a:pt x="556" y="1690"/>
                      <a:pt x="221" y="2497"/>
                      <a:pt x="221" y="3339"/>
                    </a:cubicBezTo>
                    <a:cubicBezTo>
                      <a:pt x="221" y="4180"/>
                      <a:pt x="556" y="4987"/>
                      <a:pt x="1150" y="5582"/>
                    </a:cubicBezTo>
                    <a:cubicBezTo>
                      <a:pt x="1745" y="6177"/>
                      <a:pt x="2552" y="6511"/>
                      <a:pt x="3393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84" name="Freeform: Shape 12783">
                <a:extLst>
                  <a:ext uri="{FF2B5EF4-FFF2-40B4-BE49-F238E27FC236}">
                    <a16:creationId xmlns:a16="http://schemas.microsoft.com/office/drawing/2014/main" id="{945F4263-F2B4-7839-0DC6-32D834716D7E}"/>
                  </a:ext>
                </a:extLst>
              </p:cNvPr>
              <p:cNvSpPr/>
              <p:nvPr/>
            </p:nvSpPr>
            <p:spPr>
              <a:xfrm>
                <a:off x="9218153" y="5580451"/>
                <a:ext cx="6343" cy="6345"/>
              </a:xfrm>
              <a:custGeom>
                <a:avLst/>
                <a:gdLst>
                  <a:gd name="connsiteX0" fmla="*/ 3393 w 6343"/>
                  <a:gd name="connsiteY0" fmla="*/ 6511 h 6345"/>
                  <a:gd name="connsiteX1" fmla="*/ 5636 w 6343"/>
                  <a:gd name="connsiteY1" fmla="*/ 5582 h 6345"/>
                  <a:gd name="connsiteX2" fmla="*/ 6565 w 6343"/>
                  <a:gd name="connsiteY2" fmla="*/ 3338 h 6345"/>
                  <a:gd name="connsiteX3" fmla="*/ 5636 w 6343"/>
                  <a:gd name="connsiteY3" fmla="*/ 1095 h 6345"/>
                  <a:gd name="connsiteX4" fmla="*/ 3393 w 6343"/>
                  <a:gd name="connsiteY4" fmla="*/ 166 h 6345"/>
                  <a:gd name="connsiteX5" fmla="*/ 1150 w 6343"/>
                  <a:gd name="connsiteY5" fmla="*/ 1095 h 6345"/>
                  <a:gd name="connsiteX6" fmla="*/ 221 w 6343"/>
                  <a:gd name="connsiteY6" fmla="*/ 3338 h 6345"/>
                  <a:gd name="connsiteX7" fmla="*/ 1150 w 6343"/>
                  <a:gd name="connsiteY7" fmla="*/ 5582 h 6345"/>
                  <a:gd name="connsiteX8" fmla="*/ 3393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11"/>
                    </a:moveTo>
                    <a:cubicBezTo>
                      <a:pt x="4234" y="6511"/>
                      <a:pt x="5041" y="6177"/>
                      <a:pt x="5636" y="5582"/>
                    </a:cubicBezTo>
                    <a:cubicBezTo>
                      <a:pt x="6230" y="4987"/>
                      <a:pt x="6565" y="4180"/>
                      <a:pt x="6565" y="3338"/>
                    </a:cubicBezTo>
                    <a:cubicBezTo>
                      <a:pt x="6565" y="2497"/>
                      <a:pt x="6230" y="1690"/>
                      <a:pt x="5636" y="1095"/>
                    </a:cubicBezTo>
                    <a:cubicBezTo>
                      <a:pt x="5041" y="500"/>
                      <a:pt x="4234" y="166"/>
                      <a:pt x="3393" y="166"/>
                    </a:cubicBezTo>
                    <a:cubicBezTo>
                      <a:pt x="2552" y="166"/>
                      <a:pt x="1745" y="500"/>
                      <a:pt x="1150" y="1095"/>
                    </a:cubicBezTo>
                    <a:cubicBezTo>
                      <a:pt x="556" y="1690"/>
                      <a:pt x="221" y="2497"/>
                      <a:pt x="221" y="3338"/>
                    </a:cubicBezTo>
                    <a:cubicBezTo>
                      <a:pt x="221" y="4180"/>
                      <a:pt x="556" y="4987"/>
                      <a:pt x="1150" y="5582"/>
                    </a:cubicBezTo>
                    <a:cubicBezTo>
                      <a:pt x="1745" y="6177"/>
                      <a:pt x="2552" y="6511"/>
                      <a:pt x="3393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85" name="Freeform: Shape 12784">
                <a:extLst>
                  <a:ext uri="{FF2B5EF4-FFF2-40B4-BE49-F238E27FC236}">
                    <a16:creationId xmlns:a16="http://schemas.microsoft.com/office/drawing/2014/main" id="{A086E49B-6A1A-C3F3-F765-BFB6C91448F1}"/>
                  </a:ext>
                </a:extLst>
              </p:cNvPr>
              <p:cNvSpPr/>
              <p:nvPr/>
            </p:nvSpPr>
            <p:spPr>
              <a:xfrm>
                <a:off x="9219593" y="5575067"/>
                <a:ext cx="6343" cy="6345"/>
              </a:xfrm>
              <a:custGeom>
                <a:avLst/>
                <a:gdLst>
                  <a:gd name="connsiteX0" fmla="*/ 3393 w 6343"/>
                  <a:gd name="connsiteY0" fmla="*/ 6511 h 6345"/>
                  <a:gd name="connsiteX1" fmla="*/ 5636 w 6343"/>
                  <a:gd name="connsiteY1" fmla="*/ 5581 h 6345"/>
                  <a:gd name="connsiteX2" fmla="*/ 6565 w 6343"/>
                  <a:gd name="connsiteY2" fmla="*/ 3338 h 6345"/>
                  <a:gd name="connsiteX3" fmla="*/ 5636 w 6343"/>
                  <a:gd name="connsiteY3" fmla="*/ 1094 h 6345"/>
                  <a:gd name="connsiteX4" fmla="*/ 3393 w 6343"/>
                  <a:gd name="connsiteY4" fmla="*/ 165 h 6345"/>
                  <a:gd name="connsiteX5" fmla="*/ 1150 w 6343"/>
                  <a:gd name="connsiteY5" fmla="*/ 1094 h 6345"/>
                  <a:gd name="connsiteX6" fmla="*/ 222 w 6343"/>
                  <a:gd name="connsiteY6" fmla="*/ 3338 h 6345"/>
                  <a:gd name="connsiteX7" fmla="*/ 1150 w 6343"/>
                  <a:gd name="connsiteY7" fmla="*/ 5581 h 6345"/>
                  <a:gd name="connsiteX8" fmla="*/ 3393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11"/>
                    </a:moveTo>
                    <a:cubicBezTo>
                      <a:pt x="4234" y="6511"/>
                      <a:pt x="5041" y="6176"/>
                      <a:pt x="5636" y="5581"/>
                    </a:cubicBezTo>
                    <a:cubicBezTo>
                      <a:pt x="6230" y="4986"/>
                      <a:pt x="6565" y="4179"/>
                      <a:pt x="6565" y="3338"/>
                    </a:cubicBezTo>
                    <a:cubicBezTo>
                      <a:pt x="6565" y="2496"/>
                      <a:pt x="6230" y="1689"/>
                      <a:pt x="5636" y="1094"/>
                    </a:cubicBezTo>
                    <a:cubicBezTo>
                      <a:pt x="5041" y="499"/>
                      <a:pt x="4234" y="165"/>
                      <a:pt x="3393" y="165"/>
                    </a:cubicBezTo>
                    <a:cubicBezTo>
                      <a:pt x="2552" y="165"/>
                      <a:pt x="1745" y="499"/>
                      <a:pt x="1150" y="1094"/>
                    </a:cubicBezTo>
                    <a:cubicBezTo>
                      <a:pt x="556" y="1689"/>
                      <a:pt x="222" y="2496"/>
                      <a:pt x="222" y="3338"/>
                    </a:cubicBezTo>
                    <a:cubicBezTo>
                      <a:pt x="222" y="4179"/>
                      <a:pt x="556" y="4986"/>
                      <a:pt x="1150" y="5581"/>
                    </a:cubicBezTo>
                    <a:cubicBezTo>
                      <a:pt x="1745" y="6176"/>
                      <a:pt x="2552" y="6511"/>
                      <a:pt x="3393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86" name="Freeform: Shape 12785">
                <a:extLst>
                  <a:ext uri="{FF2B5EF4-FFF2-40B4-BE49-F238E27FC236}">
                    <a16:creationId xmlns:a16="http://schemas.microsoft.com/office/drawing/2014/main" id="{A921116E-E297-34AD-D12F-5BE3C58B01D1}"/>
                  </a:ext>
                </a:extLst>
              </p:cNvPr>
              <p:cNvSpPr/>
              <p:nvPr/>
            </p:nvSpPr>
            <p:spPr>
              <a:xfrm>
                <a:off x="9219286" y="5571938"/>
                <a:ext cx="6343" cy="6345"/>
              </a:xfrm>
              <a:custGeom>
                <a:avLst/>
                <a:gdLst>
                  <a:gd name="connsiteX0" fmla="*/ 3393 w 6343"/>
                  <a:gd name="connsiteY0" fmla="*/ 6510 h 6345"/>
                  <a:gd name="connsiteX1" fmla="*/ 5636 w 6343"/>
                  <a:gd name="connsiteY1" fmla="*/ 5581 h 6345"/>
                  <a:gd name="connsiteX2" fmla="*/ 6565 w 6343"/>
                  <a:gd name="connsiteY2" fmla="*/ 3338 h 6345"/>
                  <a:gd name="connsiteX3" fmla="*/ 5636 w 6343"/>
                  <a:gd name="connsiteY3" fmla="*/ 1094 h 6345"/>
                  <a:gd name="connsiteX4" fmla="*/ 3393 w 6343"/>
                  <a:gd name="connsiteY4" fmla="*/ 165 h 6345"/>
                  <a:gd name="connsiteX5" fmla="*/ 1150 w 6343"/>
                  <a:gd name="connsiteY5" fmla="*/ 1094 h 6345"/>
                  <a:gd name="connsiteX6" fmla="*/ 222 w 6343"/>
                  <a:gd name="connsiteY6" fmla="*/ 3338 h 6345"/>
                  <a:gd name="connsiteX7" fmla="*/ 1150 w 6343"/>
                  <a:gd name="connsiteY7" fmla="*/ 5581 h 6345"/>
                  <a:gd name="connsiteX8" fmla="*/ 3393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10"/>
                    </a:moveTo>
                    <a:cubicBezTo>
                      <a:pt x="4234" y="6510"/>
                      <a:pt x="5041" y="6176"/>
                      <a:pt x="5636" y="5581"/>
                    </a:cubicBezTo>
                    <a:cubicBezTo>
                      <a:pt x="6230" y="4986"/>
                      <a:pt x="6565" y="4179"/>
                      <a:pt x="6565" y="3338"/>
                    </a:cubicBezTo>
                    <a:cubicBezTo>
                      <a:pt x="6565" y="2496"/>
                      <a:pt x="6230" y="1689"/>
                      <a:pt x="5636" y="1094"/>
                    </a:cubicBezTo>
                    <a:cubicBezTo>
                      <a:pt x="5041" y="499"/>
                      <a:pt x="4234" y="165"/>
                      <a:pt x="3393" y="165"/>
                    </a:cubicBezTo>
                    <a:cubicBezTo>
                      <a:pt x="2552" y="165"/>
                      <a:pt x="1745" y="499"/>
                      <a:pt x="1150" y="1094"/>
                    </a:cubicBezTo>
                    <a:cubicBezTo>
                      <a:pt x="556" y="1689"/>
                      <a:pt x="222" y="2496"/>
                      <a:pt x="222" y="3338"/>
                    </a:cubicBezTo>
                    <a:cubicBezTo>
                      <a:pt x="222" y="4179"/>
                      <a:pt x="556" y="4986"/>
                      <a:pt x="1150" y="5581"/>
                    </a:cubicBezTo>
                    <a:cubicBezTo>
                      <a:pt x="1745" y="6176"/>
                      <a:pt x="2552" y="6510"/>
                      <a:pt x="3393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87" name="Freeform: Shape 12786">
                <a:extLst>
                  <a:ext uri="{FF2B5EF4-FFF2-40B4-BE49-F238E27FC236}">
                    <a16:creationId xmlns:a16="http://schemas.microsoft.com/office/drawing/2014/main" id="{D14AE807-4D00-2473-F6BA-012A46C23A3B}"/>
                  </a:ext>
                </a:extLst>
              </p:cNvPr>
              <p:cNvSpPr/>
              <p:nvPr/>
            </p:nvSpPr>
            <p:spPr>
              <a:xfrm>
                <a:off x="9217190" y="5571033"/>
                <a:ext cx="6343" cy="6345"/>
              </a:xfrm>
              <a:custGeom>
                <a:avLst/>
                <a:gdLst>
                  <a:gd name="connsiteX0" fmla="*/ 3393 w 6343"/>
                  <a:gd name="connsiteY0" fmla="*/ 6510 h 6345"/>
                  <a:gd name="connsiteX1" fmla="*/ 5636 w 6343"/>
                  <a:gd name="connsiteY1" fmla="*/ 5581 h 6345"/>
                  <a:gd name="connsiteX2" fmla="*/ 6564 w 6343"/>
                  <a:gd name="connsiteY2" fmla="*/ 3338 h 6345"/>
                  <a:gd name="connsiteX3" fmla="*/ 5636 w 6343"/>
                  <a:gd name="connsiteY3" fmla="*/ 1094 h 6345"/>
                  <a:gd name="connsiteX4" fmla="*/ 3393 w 6343"/>
                  <a:gd name="connsiteY4" fmla="*/ 165 h 6345"/>
                  <a:gd name="connsiteX5" fmla="*/ 1150 w 6343"/>
                  <a:gd name="connsiteY5" fmla="*/ 1094 h 6345"/>
                  <a:gd name="connsiteX6" fmla="*/ 221 w 6343"/>
                  <a:gd name="connsiteY6" fmla="*/ 3338 h 6345"/>
                  <a:gd name="connsiteX7" fmla="*/ 1150 w 6343"/>
                  <a:gd name="connsiteY7" fmla="*/ 5581 h 6345"/>
                  <a:gd name="connsiteX8" fmla="*/ 3393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10"/>
                    </a:moveTo>
                    <a:cubicBezTo>
                      <a:pt x="4234" y="6510"/>
                      <a:pt x="5041" y="6176"/>
                      <a:pt x="5636" y="5581"/>
                    </a:cubicBezTo>
                    <a:cubicBezTo>
                      <a:pt x="6230" y="4986"/>
                      <a:pt x="6564" y="4179"/>
                      <a:pt x="6564" y="3338"/>
                    </a:cubicBezTo>
                    <a:cubicBezTo>
                      <a:pt x="6564" y="2496"/>
                      <a:pt x="6230" y="1689"/>
                      <a:pt x="5636" y="1094"/>
                    </a:cubicBezTo>
                    <a:cubicBezTo>
                      <a:pt x="5041" y="499"/>
                      <a:pt x="4234" y="165"/>
                      <a:pt x="3393" y="165"/>
                    </a:cubicBezTo>
                    <a:cubicBezTo>
                      <a:pt x="2552" y="165"/>
                      <a:pt x="1745" y="499"/>
                      <a:pt x="1150" y="1094"/>
                    </a:cubicBezTo>
                    <a:cubicBezTo>
                      <a:pt x="556" y="1689"/>
                      <a:pt x="221" y="2496"/>
                      <a:pt x="221" y="3338"/>
                    </a:cubicBezTo>
                    <a:cubicBezTo>
                      <a:pt x="221" y="4179"/>
                      <a:pt x="556" y="4986"/>
                      <a:pt x="1150" y="5581"/>
                    </a:cubicBezTo>
                    <a:cubicBezTo>
                      <a:pt x="1745" y="6176"/>
                      <a:pt x="2552" y="6510"/>
                      <a:pt x="3393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88" name="Freeform: Shape 12787">
                <a:extLst>
                  <a:ext uri="{FF2B5EF4-FFF2-40B4-BE49-F238E27FC236}">
                    <a16:creationId xmlns:a16="http://schemas.microsoft.com/office/drawing/2014/main" id="{59824A63-5707-2179-9834-C7B01C1E9C26}"/>
                  </a:ext>
                </a:extLst>
              </p:cNvPr>
              <p:cNvSpPr/>
              <p:nvPr/>
            </p:nvSpPr>
            <p:spPr>
              <a:xfrm>
                <a:off x="9216610" y="5568291"/>
                <a:ext cx="6343" cy="6345"/>
              </a:xfrm>
              <a:custGeom>
                <a:avLst/>
                <a:gdLst>
                  <a:gd name="connsiteX0" fmla="*/ 3393 w 6343"/>
                  <a:gd name="connsiteY0" fmla="*/ 6510 h 6345"/>
                  <a:gd name="connsiteX1" fmla="*/ 5636 w 6343"/>
                  <a:gd name="connsiteY1" fmla="*/ 5581 h 6345"/>
                  <a:gd name="connsiteX2" fmla="*/ 6564 w 6343"/>
                  <a:gd name="connsiteY2" fmla="*/ 3337 h 6345"/>
                  <a:gd name="connsiteX3" fmla="*/ 5636 w 6343"/>
                  <a:gd name="connsiteY3" fmla="*/ 1094 h 6345"/>
                  <a:gd name="connsiteX4" fmla="*/ 3393 w 6343"/>
                  <a:gd name="connsiteY4" fmla="*/ 165 h 6345"/>
                  <a:gd name="connsiteX5" fmla="*/ 1150 w 6343"/>
                  <a:gd name="connsiteY5" fmla="*/ 1094 h 6345"/>
                  <a:gd name="connsiteX6" fmla="*/ 221 w 6343"/>
                  <a:gd name="connsiteY6" fmla="*/ 3337 h 6345"/>
                  <a:gd name="connsiteX7" fmla="*/ 1150 w 6343"/>
                  <a:gd name="connsiteY7" fmla="*/ 5581 h 6345"/>
                  <a:gd name="connsiteX8" fmla="*/ 3393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10"/>
                    </a:moveTo>
                    <a:cubicBezTo>
                      <a:pt x="4234" y="6510"/>
                      <a:pt x="5041" y="6176"/>
                      <a:pt x="5636" y="5581"/>
                    </a:cubicBezTo>
                    <a:cubicBezTo>
                      <a:pt x="6230" y="4986"/>
                      <a:pt x="6564" y="4179"/>
                      <a:pt x="6564" y="3337"/>
                    </a:cubicBezTo>
                    <a:cubicBezTo>
                      <a:pt x="6564" y="2496"/>
                      <a:pt x="6230" y="1689"/>
                      <a:pt x="5636" y="1094"/>
                    </a:cubicBezTo>
                    <a:cubicBezTo>
                      <a:pt x="5041" y="499"/>
                      <a:pt x="4234" y="165"/>
                      <a:pt x="3393" y="165"/>
                    </a:cubicBezTo>
                    <a:cubicBezTo>
                      <a:pt x="2552" y="165"/>
                      <a:pt x="1745" y="499"/>
                      <a:pt x="1150" y="1094"/>
                    </a:cubicBezTo>
                    <a:cubicBezTo>
                      <a:pt x="555" y="1689"/>
                      <a:pt x="221" y="2496"/>
                      <a:pt x="221" y="3337"/>
                    </a:cubicBezTo>
                    <a:cubicBezTo>
                      <a:pt x="221" y="4179"/>
                      <a:pt x="555" y="4986"/>
                      <a:pt x="1150" y="5581"/>
                    </a:cubicBezTo>
                    <a:cubicBezTo>
                      <a:pt x="1745" y="6176"/>
                      <a:pt x="2552" y="6510"/>
                      <a:pt x="3393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89" name="Freeform: Shape 12788">
                <a:extLst>
                  <a:ext uri="{FF2B5EF4-FFF2-40B4-BE49-F238E27FC236}">
                    <a16:creationId xmlns:a16="http://schemas.microsoft.com/office/drawing/2014/main" id="{443A5529-72B6-7CF1-471F-4157C18CEA75}"/>
                  </a:ext>
                </a:extLst>
              </p:cNvPr>
              <p:cNvSpPr/>
              <p:nvPr/>
            </p:nvSpPr>
            <p:spPr>
              <a:xfrm>
                <a:off x="9217940" y="5563311"/>
                <a:ext cx="6343" cy="6345"/>
              </a:xfrm>
              <a:custGeom>
                <a:avLst/>
                <a:gdLst>
                  <a:gd name="connsiteX0" fmla="*/ 3393 w 6343"/>
                  <a:gd name="connsiteY0" fmla="*/ 6510 h 6345"/>
                  <a:gd name="connsiteX1" fmla="*/ 5636 w 6343"/>
                  <a:gd name="connsiteY1" fmla="*/ 5580 h 6345"/>
                  <a:gd name="connsiteX2" fmla="*/ 6565 w 6343"/>
                  <a:gd name="connsiteY2" fmla="*/ 3337 h 6345"/>
                  <a:gd name="connsiteX3" fmla="*/ 5636 w 6343"/>
                  <a:gd name="connsiteY3" fmla="*/ 1093 h 6345"/>
                  <a:gd name="connsiteX4" fmla="*/ 3393 w 6343"/>
                  <a:gd name="connsiteY4" fmla="*/ 164 h 6345"/>
                  <a:gd name="connsiteX5" fmla="*/ 1150 w 6343"/>
                  <a:gd name="connsiteY5" fmla="*/ 1093 h 6345"/>
                  <a:gd name="connsiteX6" fmla="*/ 221 w 6343"/>
                  <a:gd name="connsiteY6" fmla="*/ 3337 h 6345"/>
                  <a:gd name="connsiteX7" fmla="*/ 1150 w 6343"/>
                  <a:gd name="connsiteY7" fmla="*/ 5580 h 6345"/>
                  <a:gd name="connsiteX8" fmla="*/ 3393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10"/>
                    </a:moveTo>
                    <a:cubicBezTo>
                      <a:pt x="4234" y="6510"/>
                      <a:pt x="5041" y="6175"/>
                      <a:pt x="5636" y="5580"/>
                    </a:cubicBezTo>
                    <a:cubicBezTo>
                      <a:pt x="6230" y="4985"/>
                      <a:pt x="6565" y="4178"/>
                      <a:pt x="6565" y="3337"/>
                    </a:cubicBezTo>
                    <a:cubicBezTo>
                      <a:pt x="6565" y="2495"/>
                      <a:pt x="6230" y="1688"/>
                      <a:pt x="5636" y="1093"/>
                    </a:cubicBezTo>
                    <a:cubicBezTo>
                      <a:pt x="5041" y="499"/>
                      <a:pt x="4234" y="164"/>
                      <a:pt x="3393" y="164"/>
                    </a:cubicBezTo>
                    <a:cubicBezTo>
                      <a:pt x="2552" y="164"/>
                      <a:pt x="1745" y="499"/>
                      <a:pt x="1150" y="1093"/>
                    </a:cubicBezTo>
                    <a:cubicBezTo>
                      <a:pt x="556" y="1688"/>
                      <a:pt x="221" y="2495"/>
                      <a:pt x="221" y="3337"/>
                    </a:cubicBezTo>
                    <a:cubicBezTo>
                      <a:pt x="221" y="4178"/>
                      <a:pt x="556" y="4985"/>
                      <a:pt x="1150" y="5580"/>
                    </a:cubicBezTo>
                    <a:cubicBezTo>
                      <a:pt x="1745" y="6175"/>
                      <a:pt x="2552" y="6510"/>
                      <a:pt x="3393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90" name="Freeform: Shape 12789">
                <a:extLst>
                  <a:ext uri="{FF2B5EF4-FFF2-40B4-BE49-F238E27FC236}">
                    <a16:creationId xmlns:a16="http://schemas.microsoft.com/office/drawing/2014/main" id="{0DE47D14-C2AA-0D92-8CC9-6A554881E26F}"/>
                  </a:ext>
                </a:extLst>
              </p:cNvPr>
              <p:cNvSpPr/>
              <p:nvPr/>
            </p:nvSpPr>
            <p:spPr>
              <a:xfrm>
                <a:off x="9217384" y="5560635"/>
                <a:ext cx="6343" cy="6345"/>
              </a:xfrm>
              <a:custGeom>
                <a:avLst/>
                <a:gdLst>
                  <a:gd name="connsiteX0" fmla="*/ 3393 w 6343"/>
                  <a:gd name="connsiteY0" fmla="*/ 6509 h 6345"/>
                  <a:gd name="connsiteX1" fmla="*/ 5636 w 6343"/>
                  <a:gd name="connsiteY1" fmla="*/ 5580 h 6345"/>
                  <a:gd name="connsiteX2" fmla="*/ 6564 w 6343"/>
                  <a:gd name="connsiteY2" fmla="*/ 3337 h 6345"/>
                  <a:gd name="connsiteX3" fmla="*/ 5636 w 6343"/>
                  <a:gd name="connsiteY3" fmla="*/ 1093 h 6345"/>
                  <a:gd name="connsiteX4" fmla="*/ 3393 w 6343"/>
                  <a:gd name="connsiteY4" fmla="*/ 164 h 6345"/>
                  <a:gd name="connsiteX5" fmla="*/ 1150 w 6343"/>
                  <a:gd name="connsiteY5" fmla="*/ 1093 h 6345"/>
                  <a:gd name="connsiteX6" fmla="*/ 221 w 6343"/>
                  <a:gd name="connsiteY6" fmla="*/ 3337 h 6345"/>
                  <a:gd name="connsiteX7" fmla="*/ 1150 w 6343"/>
                  <a:gd name="connsiteY7" fmla="*/ 5580 h 6345"/>
                  <a:gd name="connsiteX8" fmla="*/ 3393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9"/>
                    </a:moveTo>
                    <a:cubicBezTo>
                      <a:pt x="4234" y="6509"/>
                      <a:pt x="5041" y="6175"/>
                      <a:pt x="5636" y="5580"/>
                    </a:cubicBezTo>
                    <a:cubicBezTo>
                      <a:pt x="6230" y="4985"/>
                      <a:pt x="6564" y="4178"/>
                      <a:pt x="6564" y="3337"/>
                    </a:cubicBezTo>
                    <a:cubicBezTo>
                      <a:pt x="6564" y="2495"/>
                      <a:pt x="6230" y="1688"/>
                      <a:pt x="5636" y="1093"/>
                    </a:cubicBezTo>
                    <a:cubicBezTo>
                      <a:pt x="5041" y="498"/>
                      <a:pt x="4234" y="164"/>
                      <a:pt x="3393" y="164"/>
                    </a:cubicBezTo>
                    <a:cubicBezTo>
                      <a:pt x="2552" y="164"/>
                      <a:pt x="1745" y="498"/>
                      <a:pt x="1150" y="1093"/>
                    </a:cubicBezTo>
                    <a:cubicBezTo>
                      <a:pt x="556" y="1688"/>
                      <a:pt x="221" y="2495"/>
                      <a:pt x="221" y="3337"/>
                    </a:cubicBezTo>
                    <a:cubicBezTo>
                      <a:pt x="221" y="4178"/>
                      <a:pt x="556" y="4985"/>
                      <a:pt x="1150" y="5580"/>
                    </a:cubicBezTo>
                    <a:cubicBezTo>
                      <a:pt x="1745" y="6175"/>
                      <a:pt x="2552" y="6509"/>
                      <a:pt x="3393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91" name="Freeform: Shape 12790">
                <a:extLst>
                  <a:ext uri="{FF2B5EF4-FFF2-40B4-BE49-F238E27FC236}">
                    <a16:creationId xmlns:a16="http://schemas.microsoft.com/office/drawing/2014/main" id="{32276754-B116-FF11-FAF3-DC3E1018A219}"/>
                  </a:ext>
                </a:extLst>
              </p:cNvPr>
              <p:cNvSpPr/>
              <p:nvPr/>
            </p:nvSpPr>
            <p:spPr>
              <a:xfrm>
                <a:off x="9215101" y="5559992"/>
                <a:ext cx="6343" cy="6345"/>
              </a:xfrm>
              <a:custGeom>
                <a:avLst/>
                <a:gdLst>
                  <a:gd name="connsiteX0" fmla="*/ 3393 w 6343"/>
                  <a:gd name="connsiteY0" fmla="*/ 6509 h 6345"/>
                  <a:gd name="connsiteX1" fmla="*/ 5635 w 6343"/>
                  <a:gd name="connsiteY1" fmla="*/ 5580 h 6345"/>
                  <a:gd name="connsiteX2" fmla="*/ 6564 w 6343"/>
                  <a:gd name="connsiteY2" fmla="*/ 3337 h 6345"/>
                  <a:gd name="connsiteX3" fmla="*/ 5635 w 6343"/>
                  <a:gd name="connsiteY3" fmla="*/ 1093 h 6345"/>
                  <a:gd name="connsiteX4" fmla="*/ 3393 w 6343"/>
                  <a:gd name="connsiteY4" fmla="*/ 164 h 6345"/>
                  <a:gd name="connsiteX5" fmla="*/ 1150 w 6343"/>
                  <a:gd name="connsiteY5" fmla="*/ 1093 h 6345"/>
                  <a:gd name="connsiteX6" fmla="*/ 221 w 6343"/>
                  <a:gd name="connsiteY6" fmla="*/ 3337 h 6345"/>
                  <a:gd name="connsiteX7" fmla="*/ 1150 w 6343"/>
                  <a:gd name="connsiteY7" fmla="*/ 5580 h 6345"/>
                  <a:gd name="connsiteX8" fmla="*/ 3393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9"/>
                    </a:moveTo>
                    <a:cubicBezTo>
                      <a:pt x="4234" y="6509"/>
                      <a:pt x="5041" y="6175"/>
                      <a:pt x="5635" y="5580"/>
                    </a:cubicBezTo>
                    <a:cubicBezTo>
                      <a:pt x="6230" y="4985"/>
                      <a:pt x="6564" y="4178"/>
                      <a:pt x="6564" y="3337"/>
                    </a:cubicBezTo>
                    <a:cubicBezTo>
                      <a:pt x="6564" y="2495"/>
                      <a:pt x="6230" y="1688"/>
                      <a:pt x="5635" y="1093"/>
                    </a:cubicBezTo>
                    <a:cubicBezTo>
                      <a:pt x="5041" y="498"/>
                      <a:pt x="4234" y="164"/>
                      <a:pt x="3393" y="164"/>
                    </a:cubicBezTo>
                    <a:cubicBezTo>
                      <a:pt x="2552" y="164"/>
                      <a:pt x="1745" y="498"/>
                      <a:pt x="1150" y="1093"/>
                    </a:cubicBezTo>
                    <a:cubicBezTo>
                      <a:pt x="555" y="1688"/>
                      <a:pt x="221" y="2495"/>
                      <a:pt x="221" y="3337"/>
                    </a:cubicBezTo>
                    <a:cubicBezTo>
                      <a:pt x="221" y="4178"/>
                      <a:pt x="555" y="4985"/>
                      <a:pt x="1150" y="5580"/>
                    </a:cubicBezTo>
                    <a:cubicBezTo>
                      <a:pt x="1745" y="6175"/>
                      <a:pt x="2552" y="6509"/>
                      <a:pt x="3393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92" name="Freeform: Shape 12791">
                <a:extLst>
                  <a:ext uri="{FF2B5EF4-FFF2-40B4-BE49-F238E27FC236}">
                    <a16:creationId xmlns:a16="http://schemas.microsoft.com/office/drawing/2014/main" id="{860C7B68-9FA9-33E4-C6F9-1D5B200D3A84}"/>
                  </a:ext>
                </a:extLst>
              </p:cNvPr>
              <p:cNvSpPr/>
              <p:nvPr/>
            </p:nvSpPr>
            <p:spPr>
              <a:xfrm>
                <a:off x="9214007" y="5557970"/>
                <a:ext cx="6343" cy="6345"/>
              </a:xfrm>
              <a:custGeom>
                <a:avLst/>
                <a:gdLst>
                  <a:gd name="connsiteX0" fmla="*/ 3393 w 6343"/>
                  <a:gd name="connsiteY0" fmla="*/ 6509 h 6345"/>
                  <a:gd name="connsiteX1" fmla="*/ 5635 w 6343"/>
                  <a:gd name="connsiteY1" fmla="*/ 5580 h 6345"/>
                  <a:gd name="connsiteX2" fmla="*/ 6564 w 6343"/>
                  <a:gd name="connsiteY2" fmla="*/ 3336 h 6345"/>
                  <a:gd name="connsiteX3" fmla="*/ 5635 w 6343"/>
                  <a:gd name="connsiteY3" fmla="*/ 1093 h 6345"/>
                  <a:gd name="connsiteX4" fmla="*/ 3393 w 6343"/>
                  <a:gd name="connsiteY4" fmla="*/ 164 h 6345"/>
                  <a:gd name="connsiteX5" fmla="*/ 1150 w 6343"/>
                  <a:gd name="connsiteY5" fmla="*/ 1093 h 6345"/>
                  <a:gd name="connsiteX6" fmla="*/ 221 w 6343"/>
                  <a:gd name="connsiteY6" fmla="*/ 3336 h 6345"/>
                  <a:gd name="connsiteX7" fmla="*/ 1150 w 6343"/>
                  <a:gd name="connsiteY7" fmla="*/ 5580 h 6345"/>
                  <a:gd name="connsiteX8" fmla="*/ 3393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9"/>
                    </a:moveTo>
                    <a:cubicBezTo>
                      <a:pt x="4234" y="6509"/>
                      <a:pt x="5041" y="6175"/>
                      <a:pt x="5635" y="5580"/>
                    </a:cubicBezTo>
                    <a:cubicBezTo>
                      <a:pt x="6230" y="4985"/>
                      <a:pt x="6564" y="4178"/>
                      <a:pt x="6564" y="3336"/>
                    </a:cubicBezTo>
                    <a:cubicBezTo>
                      <a:pt x="6564" y="2495"/>
                      <a:pt x="6230" y="1688"/>
                      <a:pt x="5635" y="1093"/>
                    </a:cubicBezTo>
                    <a:cubicBezTo>
                      <a:pt x="5041" y="498"/>
                      <a:pt x="4234" y="164"/>
                      <a:pt x="3393" y="164"/>
                    </a:cubicBezTo>
                    <a:cubicBezTo>
                      <a:pt x="2552" y="164"/>
                      <a:pt x="1745" y="498"/>
                      <a:pt x="1150" y="1093"/>
                    </a:cubicBezTo>
                    <a:cubicBezTo>
                      <a:pt x="555" y="1688"/>
                      <a:pt x="221" y="2495"/>
                      <a:pt x="221" y="3336"/>
                    </a:cubicBezTo>
                    <a:cubicBezTo>
                      <a:pt x="221" y="4178"/>
                      <a:pt x="555" y="4985"/>
                      <a:pt x="1150" y="5580"/>
                    </a:cubicBezTo>
                    <a:cubicBezTo>
                      <a:pt x="1745" y="6175"/>
                      <a:pt x="2552" y="6509"/>
                      <a:pt x="3393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93" name="Freeform: Shape 12792">
                <a:extLst>
                  <a:ext uri="{FF2B5EF4-FFF2-40B4-BE49-F238E27FC236}">
                    <a16:creationId xmlns:a16="http://schemas.microsoft.com/office/drawing/2014/main" id="{B2609E20-4962-9C29-32D1-CD24AA6A84C9}"/>
                  </a:ext>
                </a:extLst>
              </p:cNvPr>
              <p:cNvSpPr/>
              <p:nvPr/>
            </p:nvSpPr>
            <p:spPr>
              <a:xfrm>
                <a:off x="9212805" y="5556084"/>
                <a:ext cx="6343" cy="6345"/>
              </a:xfrm>
              <a:custGeom>
                <a:avLst/>
                <a:gdLst>
                  <a:gd name="connsiteX0" fmla="*/ 3393 w 6343"/>
                  <a:gd name="connsiteY0" fmla="*/ 6509 h 6345"/>
                  <a:gd name="connsiteX1" fmla="*/ 5635 w 6343"/>
                  <a:gd name="connsiteY1" fmla="*/ 5580 h 6345"/>
                  <a:gd name="connsiteX2" fmla="*/ 6564 w 6343"/>
                  <a:gd name="connsiteY2" fmla="*/ 3336 h 6345"/>
                  <a:gd name="connsiteX3" fmla="*/ 5635 w 6343"/>
                  <a:gd name="connsiteY3" fmla="*/ 1093 h 6345"/>
                  <a:gd name="connsiteX4" fmla="*/ 3393 w 6343"/>
                  <a:gd name="connsiteY4" fmla="*/ 164 h 6345"/>
                  <a:gd name="connsiteX5" fmla="*/ 1150 w 6343"/>
                  <a:gd name="connsiteY5" fmla="*/ 1093 h 6345"/>
                  <a:gd name="connsiteX6" fmla="*/ 221 w 6343"/>
                  <a:gd name="connsiteY6" fmla="*/ 3336 h 6345"/>
                  <a:gd name="connsiteX7" fmla="*/ 1150 w 6343"/>
                  <a:gd name="connsiteY7" fmla="*/ 5580 h 6345"/>
                  <a:gd name="connsiteX8" fmla="*/ 3393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9"/>
                    </a:moveTo>
                    <a:cubicBezTo>
                      <a:pt x="4234" y="6509"/>
                      <a:pt x="5040" y="6175"/>
                      <a:pt x="5635" y="5580"/>
                    </a:cubicBezTo>
                    <a:cubicBezTo>
                      <a:pt x="6230" y="4985"/>
                      <a:pt x="6564" y="4178"/>
                      <a:pt x="6564" y="3336"/>
                    </a:cubicBezTo>
                    <a:cubicBezTo>
                      <a:pt x="6564" y="2495"/>
                      <a:pt x="6230" y="1688"/>
                      <a:pt x="5635" y="1093"/>
                    </a:cubicBezTo>
                    <a:cubicBezTo>
                      <a:pt x="5040" y="498"/>
                      <a:pt x="4234" y="164"/>
                      <a:pt x="3393" y="164"/>
                    </a:cubicBezTo>
                    <a:cubicBezTo>
                      <a:pt x="2551" y="164"/>
                      <a:pt x="1745" y="498"/>
                      <a:pt x="1150" y="1093"/>
                    </a:cubicBezTo>
                    <a:cubicBezTo>
                      <a:pt x="555" y="1688"/>
                      <a:pt x="221" y="2495"/>
                      <a:pt x="221" y="3336"/>
                    </a:cubicBezTo>
                    <a:cubicBezTo>
                      <a:pt x="221" y="4178"/>
                      <a:pt x="555" y="4985"/>
                      <a:pt x="1150" y="5580"/>
                    </a:cubicBezTo>
                    <a:cubicBezTo>
                      <a:pt x="1745" y="6175"/>
                      <a:pt x="2551" y="6509"/>
                      <a:pt x="3393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94" name="Freeform: Shape 12793">
                <a:extLst>
                  <a:ext uri="{FF2B5EF4-FFF2-40B4-BE49-F238E27FC236}">
                    <a16:creationId xmlns:a16="http://schemas.microsoft.com/office/drawing/2014/main" id="{4E09385C-F45C-8C07-D3EB-3716D570F920}"/>
                  </a:ext>
                </a:extLst>
              </p:cNvPr>
              <p:cNvSpPr/>
              <p:nvPr/>
            </p:nvSpPr>
            <p:spPr>
              <a:xfrm>
                <a:off x="9211784" y="5554007"/>
                <a:ext cx="6343" cy="6345"/>
              </a:xfrm>
              <a:custGeom>
                <a:avLst/>
                <a:gdLst>
                  <a:gd name="connsiteX0" fmla="*/ 3392 w 6343"/>
                  <a:gd name="connsiteY0" fmla="*/ 6509 h 6345"/>
                  <a:gd name="connsiteX1" fmla="*/ 5635 w 6343"/>
                  <a:gd name="connsiteY1" fmla="*/ 5580 h 6345"/>
                  <a:gd name="connsiteX2" fmla="*/ 6564 w 6343"/>
                  <a:gd name="connsiteY2" fmla="*/ 3336 h 6345"/>
                  <a:gd name="connsiteX3" fmla="*/ 5635 w 6343"/>
                  <a:gd name="connsiteY3" fmla="*/ 1093 h 6345"/>
                  <a:gd name="connsiteX4" fmla="*/ 3392 w 6343"/>
                  <a:gd name="connsiteY4" fmla="*/ 163 h 6345"/>
                  <a:gd name="connsiteX5" fmla="*/ 1150 w 6343"/>
                  <a:gd name="connsiteY5" fmla="*/ 1093 h 6345"/>
                  <a:gd name="connsiteX6" fmla="*/ 221 w 6343"/>
                  <a:gd name="connsiteY6" fmla="*/ 3336 h 6345"/>
                  <a:gd name="connsiteX7" fmla="*/ 1150 w 6343"/>
                  <a:gd name="connsiteY7" fmla="*/ 5580 h 6345"/>
                  <a:gd name="connsiteX8" fmla="*/ 3392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9"/>
                    </a:moveTo>
                    <a:cubicBezTo>
                      <a:pt x="4234" y="6509"/>
                      <a:pt x="5040" y="6175"/>
                      <a:pt x="5635" y="5580"/>
                    </a:cubicBezTo>
                    <a:cubicBezTo>
                      <a:pt x="6230" y="4985"/>
                      <a:pt x="6564" y="4178"/>
                      <a:pt x="6564" y="3336"/>
                    </a:cubicBezTo>
                    <a:cubicBezTo>
                      <a:pt x="6564" y="2495"/>
                      <a:pt x="6230" y="1688"/>
                      <a:pt x="5635" y="1093"/>
                    </a:cubicBezTo>
                    <a:cubicBezTo>
                      <a:pt x="5040" y="498"/>
                      <a:pt x="4234" y="163"/>
                      <a:pt x="3392" y="163"/>
                    </a:cubicBezTo>
                    <a:cubicBezTo>
                      <a:pt x="2551" y="163"/>
                      <a:pt x="1745" y="498"/>
                      <a:pt x="1150" y="1093"/>
                    </a:cubicBezTo>
                    <a:cubicBezTo>
                      <a:pt x="555" y="1688"/>
                      <a:pt x="221" y="2495"/>
                      <a:pt x="221" y="3336"/>
                    </a:cubicBezTo>
                    <a:cubicBezTo>
                      <a:pt x="221" y="4178"/>
                      <a:pt x="555" y="4985"/>
                      <a:pt x="1150" y="5580"/>
                    </a:cubicBezTo>
                    <a:cubicBezTo>
                      <a:pt x="1745" y="6175"/>
                      <a:pt x="2551" y="6509"/>
                      <a:pt x="3392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95" name="Freeform: Shape 12794">
                <a:extLst>
                  <a:ext uri="{FF2B5EF4-FFF2-40B4-BE49-F238E27FC236}">
                    <a16:creationId xmlns:a16="http://schemas.microsoft.com/office/drawing/2014/main" id="{765B172C-8D95-65D4-9EC5-020A2028C15F}"/>
                  </a:ext>
                </a:extLst>
              </p:cNvPr>
              <p:cNvSpPr/>
              <p:nvPr/>
            </p:nvSpPr>
            <p:spPr>
              <a:xfrm>
                <a:off x="9210737" y="5551974"/>
                <a:ext cx="6343" cy="6345"/>
              </a:xfrm>
              <a:custGeom>
                <a:avLst/>
                <a:gdLst>
                  <a:gd name="connsiteX0" fmla="*/ 3392 w 6343"/>
                  <a:gd name="connsiteY0" fmla="*/ 6509 h 6345"/>
                  <a:gd name="connsiteX1" fmla="*/ 5635 w 6343"/>
                  <a:gd name="connsiteY1" fmla="*/ 5579 h 6345"/>
                  <a:gd name="connsiteX2" fmla="*/ 6564 w 6343"/>
                  <a:gd name="connsiteY2" fmla="*/ 3336 h 6345"/>
                  <a:gd name="connsiteX3" fmla="*/ 5635 w 6343"/>
                  <a:gd name="connsiteY3" fmla="*/ 1093 h 6345"/>
                  <a:gd name="connsiteX4" fmla="*/ 3392 w 6343"/>
                  <a:gd name="connsiteY4" fmla="*/ 163 h 6345"/>
                  <a:gd name="connsiteX5" fmla="*/ 1150 w 6343"/>
                  <a:gd name="connsiteY5" fmla="*/ 1093 h 6345"/>
                  <a:gd name="connsiteX6" fmla="*/ 221 w 6343"/>
                  <a:gd name="connsiteY6" fmla="*/ 3336 h 6345"/>
                  <a:gd name="connsiteX7" fmla="*/ 1150 w 6343"/>
                  <a:gd name="connsiteY7" fmla="*/ 5579 h 6345"/>
                  <a:gd name="connsiteX8" fmla="*/ 3392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9"/>
                    </a:moveTo>
                    <a:cubicBezTo>
                      <a:pt x="4234" y="6509"/>
                      <a:pt x="5040" y="6174"/>
                      <a:pt x="5635" y="5579"/>
                    </a:cubicBezTo>
                    <a:cubicBezTo>
                      <a:pt x="6230" y="4984"/>
                      <a:pt x="6564" y="4177"/>
                      <a:pt x="6564" y="3336"/>
                    </a:cubicBezTo>
                    <a:cubicBezTo>
                      <a:pt x="6564" y="2495"/>
                      <a:pt x="6230" y="1688"/>
                      <a:pt x="5635" y="1093"/>
                    </a:cubicBezTo>
                    <a:cubicBezTo>
                      <a:pt x="5040" y="498"/>
                      <a:pt x="4234" y="163"/>
                      <a:pt x="3392" y="163"/>
                    </a:cubicBezTo>
                    <a:cubicBezTo>
                      <a:pt x="2551" y="163"/>
                      <a:pt x="1745" y="498"/>
                      <a:pt x="1150" y="1093"/>
                    </a:cubicBezTo>
                    <a:cubicBezTo>
                      <a:pt x="555" y="1688"/>
                      <a:pt x="221" y="2495"/>
                      <a:pt x="221" y="3336"/>
                    </a:cubicBezTo>
                    <a:cubicBezTo>
                      <a:pt x="221" y="4177"/>
                      <a:pt x="555" y="4984"/>
                      <a:pt x="1150" y="5579"/>
                    </a:cubicBezTo>
                    <a:cubicBezTo>
                      <a:pt x="1745" y="6174"/>
                      <a:pt x="2551" y="6509"/>
                      <a:pt x="3392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96" name="Freeform: Shape 12795">
                <a:extLst>
                  <a:ext uri="{FF2B5EF4-FFF2-40B4-BE49-F238E27FC236}">
                    <a16:creationId xmlns:a16="http://schemas.microsoft.com/office/drawing/2014/main" id="{BEB1CE22-AF89-04FF-9346-5D2DB0DCBB1E}"/>
                  </a:ext>
                </a:extLst>
              </p:cNvPr>
              <p:cNvSpPr/>
              <p:nvPr/>
            </p:nvSpPr>
            <p:spPr>
              <a:xfrm>
                <a:off x="9209707" y="5549938"/>
                <a:ext cx="6343" cy="6345"/>
              </a:xfrm>
              <a:custGeom>
                <a:avLst/>
                <a:gdLst>
                  <a:gd name="connsiteX0" fmla="*/ 3392 w 6343"/>
                  <a:gd name="connsiteY0" fmla="*/ 6509 h 6345"/>
                  <a:gd name="connsiteX1" fmla="*/ 5635 w 6343"/>
                  <a:gd name="connsiteY1" fmla="*/ 5579 h 6345"/>
                  <a:gd name="connsiteX2" fmla="*/ 6564 w 6343"/>
                  <a:gd name="connsiteY2" fmla="*/ 3336 h 6345"/>
                  <a:gd name="connsiteX3" fmla="*/ 5635 w 6343"/>
                  <a:gd name="connsiteY3" fmla="*/ 1092 h 6345"/>
                  <a:gd name="connsiteX4" fmla="*/ 3392 w 6343"/>
                  <a:gd name="connsiteY4" fmla="*/ 163 h 6345"/>
                  <a:gd name="connsiteX5" fmla="*/ 1150 w 6343"/>
                  <a:gd name="connsiteY5" fmla="*/ 1092 h 6345"/>
                  <a:gd name="connsiteX6" fmla="*/ 221 w 6343"/>
                  <a:gd name="connsiteY6" fmla="*/ 3336 h 6345"/>
                  <a:gd name="connsiteX7" fmla="*/ 1150 w 6343"/>
                  <a:gd name="connsiteY7" fmla="*/ 5579 h 6345"/>
                  <a:gd name="connsiteX8" fmla="*/ 3392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9"/>
                    </a:moveTo>
                    <a:cubicBezTo>
                      <a:pt x="4233" y="6509"/>
                      <a:pt x="5040" y="6174"/>
                      <a:pt x="5635" y="5579"/>
                    </a:cubicBezTo>
                    <a:cubicBezTo>
                      <a:pt x="6230" y="4984"/>
                      <a:pt x="6564" y="4177"/>
                      <a:pt x="6564" y="3336"/>
                    </a:cubicBezTo>
                    <a:cubicBezTo>
                      <a:pt x="6564" y="2494"/>
                      <a:pt x="6230" y="1687"/>
                      <a:pt x="5635" y="1092"/>
                    </a:cubicBezTo>
                    <a:cubicBezTo>
                      <a:pt x="5040" y="497"/>
                      <a:pt x="4233" y="163"/>
                      <a:pt x="3392" y="163"/>
                    </a:cubicBezTo>
                    <a:cubicBezTo>
                      <a:pt x="2551" y="163"/>
                      <a:pt x="1744" y="497"/>
                      <a:pt x="1150" y="1092"/>
                    </a:cubicBezTo>
                    <a:cubicBezTo>
                      <a:pt x="555" y="1687"/>
                      <a:pt x="221" y="2494"/>
                      <a:pt x="221" y="3336"/>
                    </a:cubicBezTo>
                    <a:cubicBezTo>
                      <a:pt x="221" y="4177"/>
                      <a:pt x="555" y="4984"/>
                      <a:pt x="1150" y="5579"/>
                    </a:cubicBezTo>
                    <a:cubicBezTo>
                      <a:pt x="1744" y="6174"/>
                      <a:pt x="2551" y="6509"/>
                      <a:pt x="3392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97" name="Freeform: Shape 12796">
                <a:extLst>
                  <a:ext uri="{FF2B5EF4-FFF2-40B4-BE49-F238E27FC236}">
                    <a16:creationId xmlns:a16="http://schemas.microsoft.com/office/drawing/2014/main" id="{4B6A6325-F192-51D0-2B2D-B587160823B8}"/>
                  </a:ext>
                </a:extLst>
              </p:cNvPr>
              <p:cNvSpPr/>
              <p:nvPr/>
            </p:nvSpPr>
            <p:spPr>
              <a:xfrm>
                <a:off x="9208947" y="5547625"/>
                <a:ext cx="6343" cy="6345"/>
              </a:xfrm>
              <a:custGeom>
                <a:avLst/>
                <a:gdLst>
                  <a:gd name="connsiteX0" fmla="*/ 3392 w 6343"/>
                  <a:gd name="connsiteY0" fmla="*/ 6508 h 6345"/>
                  <a:gd name="connsiteX1" fmla="*/ 5635 w 6343"/>
                  <a:gd name="connsiteY1" fmla="*/ 5579 h 6345"/>
                  <a:gd name="connsiteX2" fmla="*/ 6564 w 6343"/>
                  <a:gd name="connsiteY2" fmla="*/ 3336 h 6345"/>
                  <a:gd name="connsiteX3" fmla="*/ 5635 w 6343"/>
                  <a:gd name="connsiteY3" fmla="*/ 1092 h 6345"/>
                  <a:gd name="connsiteX4" fmla="*/ 3392 w 6343"/>
                  <a:gd name="connsiteY4" fmla="*/ 163 h 6345"/>
                  <a:gd name="connsiteX5" fmla="*/ 1150 w 6343"/>
                  <a:gd name="connsiteY5" fmla="*/ 1092 h 6345"/>
                  <a:gd name="connsiteX6" fmla="*/ 221 w 6343"/>
                  <a:gd name="connsiteY6" fmla="*/ 3336 h 6345"/>
                  <a:gd name="connsiteX7" fmla="*/ 1150 w 6343"/>
                  <a:gd name="connsiteY7" fmla="*/ 5579 h 6345"/>
                  <a:gd name="connsiteX8" fmla="*/ 339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8"/>
                    </a:moveTo>
                    <a:cubicBezTo>
                      <a:pt x="4233" y="6508"/>
                      <a:pt x="5040" y="6174"/>
                      <a:pt x="5635" y="5579"/>
                    </a:cubicBezTo>
                    <a:cubicBezTo>
                      <a:pt x="6230" y="4984"/>
                      <a:pt x="6564" y="4177"/>
                      <a:pt x="6564" y="3336"/>
                    </a:cubicBezTo>
                    <a:cubicBezTo>
                      <a:pt x="6564" y="2494"/>
                      <a:pt x="6230" y="1687"/>
                      <a:pt x="5635" y="1092"/>
                    </a:cubicBezTo>
                    <a:cubicBezTo>
                      <a:pt x="5040" y="497"/>
                      <a:pt x="4233" y="163"/>
                      <a:pt x="3392" y="163"/>
                    </a:cubicBezTo>
                    <a:cubicBezTo>
                      <a:pt x="2551" y="163"/>
                      <a:pt x="1744" y="497"/>
                      <a:pt x="1150" y="1092"/>
                    </a:cubicBezTo>
                    <a:cubicBezTo>
                      <a:pt x="555" y="1687"/>
                      <a:pt x="221" y="2494"/>
                      <a:pt x="221" y="3336"/>
                    </a:cubicBezTo>
                    <a:cubicBezTo>
                      <a:pt x="221" y="4177"/>
                      <a:pt x="555" y="4984"/>
                      <a:pt x="1150" y="5579"/>
                    </a:cubicBezTo>
                    <a:cubicBezTo>
                      <a:pt x="1744" y="6174"/>
                      <a:pt x="2551" y="6508"/>
                      <a:pt x="339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98" name="Freeform: Shape 12797">
                <a:extLst>
                  <a:ext uri="{FF2B5EF4-FFF2-40B4-BE49-F238E27FC236}">
                    <a16:creationId xmlns:a16="http://schemas.microsoft.com/office/drawing/2014/main" id="{8A78E013-6838-1411-7F8F-8F86694BED3A}"/>
                  </a:ext>
                </a:extLst>
              </p:cNvPr>
              <p:cNvSpPr/>
              <p:nvPr/>
            </p:nvSpPr>
            <p:spPr>
              <a:xfrm>
                <a:off x="9208122" y="5545404"/>
                <a:ext cx="6343" cy="6345"/>
              </a:xfrm>
              <a:custGeom>
                <a:avLst/>
                <a:gdLst>
                  <a:gd name="connsiteX0" fmla="*/ 3392 w 6343"/>
                  <a:gd name="connsiteY0" fmla="*/ 6508 h 6345"/>
                  <a:gd name="connsiteX1" fmla="*/ 5635 w 6343"/>
                  <a:gd name="connsiteY1" fmla="*/ 5579 h 6345"/>
                  <a:gd name="connsiteX2" fmla="*/ 6564 w 6343"/>
                  <a:gd name="connsiteY2" fmla="*/ 3335 h 6345"/>
                  <a:gd name="connsiteX3" fmla="*/ 5635 w 6343"/>
                  <a:gd name="connsiteY3" fmla="*/ 1092 h 6345"/>
                  <a:gd name="connsiteX4" fmla="*/ 3392 w 6343"/>
                  <a:gd name="connsiteY4" fmla="*/ 163 h 6345"/>
                  <a:gd name="connsiteX5" fmla="*/ 1150 w 6343"/>
                  <a:gd name="connsiteY5" fmla="*/ 1092 h 6345"/>
                  <a:gd name="connsiteX6" fmla="*/ 221 w 6343"/>
                  <a:gd name="connsiteY6" fmla="*/ 3335 h 6345"/>
                  <a:gd name="connsiteX7" fmla="*/ 1150 w 6343"/>
                  <a:gd name="connsiteY7" fmla="*/ 5579 h 6345"/>
                  <a:gd name="connsiteX8" fmla="*/ 339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8"/>
                    </a:moveTo>
                    <a:cubicBezTo>
                      <a:pt x="4233" y="6508"/>
                      <a:pt x="5040" y="6174"/>
                      <a:pt x="5635" y="5579"/>
                    </a:cubicBezTo>
                    <a:cubicBezTo>
                      <a:pt x="6230" y="4984"/>
                      <a:pt x="6564" y="4177"/>
                      <a:pt x="6564" y="3335"/>
                    </a:cubicBezTo>
                    <a:cubicBezTo>
                      <a:pt x="6564" y="2494"/>
                      <a:pt x="6230" y="1687"/>
                      <a:pt x="5635" y="1092"/>
                    </a:cubicBezTo>
                    <a:cubicBezTo>
                      <a:pt x="5040" y="497"/>
                      <a:pt x="4233" y="163"/>
                      <a:pt x="3392" y="163"/>
                    </a:cubicBezTo>
                    <a:cubicBezTo>
                      <a:pt x="2551" y="163"/>
                      <a:pt x="1744" y="497"/>
                      <a:pt x="1150" y="1092"/>
                    </a:cubicBezTo>
                    <a:cubicBezTo>
                      <a:pt x="555" y="1687"/>
                      <a:pt x="221" y="2494"/>
                      <a:pt x="221" y="3335"/>
                    </a:cubicBezTo>
                    <a:cubicBezTo>
                      <a:pt x="221" y="4177"/>
                      <a:pt x="555" y="4984"/>
                      <a:pt x="1150" y="5579"/>
                    </a:cubicBezTo>
                    <a:cubicBezTo>
                      <a:pt x="1744" y="6174"/>
                      <a:pt x="2551" y="6508"/>
                      <a:pt x="339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99" name="Freeform: Shape 12798">
                <a:extLst>
                  <a:ext uri="{FF2B5EF4-FFF2-40B4-BE49-F238E27FC236}">
                    <a16:creationId xmlns:a16="http://schemas.microsoft.com/office/drawing/2014/main" id="{4E10AA5E-C081-ECD0-26D0-31D57BED7B7F}"/>
                  </a:ext>
                </a:extLst>
              </p:cNvPr>
              <p:cNvSpPr/>
              <p:nvPr/>
            </p:nvSpPr>
            <p:spPr>
              <a:xfrm>
                <a:off x="9206971" y="5543543"/>
                <a:ext cx="6343" cy="6345"/>
              </a:xfrm>
              <a:custGeom>
                <a:avLst/>
                <a:gdLst>
                  <a:gd name="connsiteX0" fmla="*/ 3392 w 6343"/>
                  <a:gd name="connsiteY0" fmla="*/ 6508 h 6345"/>
                  <a:gd name="connsiteX1" fmla="*/ 5635 w 6343"/>
                  <a:gd name="connsiteY1" fmla="*/ 5579 h 6345"/>
                  <a:gd name="connsiteX2" fmla="*/ 6564 w 6343"/>
                  <a:gd name="connsiteY2" fmla="*/ 3335 h 6345"/>
                  <a:gd name="connsiteX3" fmla="*/ 5635 w 6343"/>
                  <a:gd name="connsiteY3" fmla="*/ 1092 h 6345"/>
                  <a:gd name="connsiteX4" fmla="*/ 3392 w 6343"/>
                  <a:gd name="connsiteY4" fmla="*/ 163 h 6345"/>
                  <a:gd name="connsiteX5" fmla="*/ 1149 w 6343"/>
                  <a:gd name="connsiteY5" fmla="*/ 1092 h 6345"/>
                  <a:gd name="connsiteX6" fmla="*/ 221 w 6343"/>
                  <a:gd name="connsiteY6" fmla="*/ 3335 h 6345"/>
                  <a:gd name="connsiteX7" fmla="*/ 1149 w 6343"/>
                  <a:gd name="connsiteY7" fmla="*/ 5579 h 6345"/>
                  <a:gd name="connsiteX8" fmla="*/ 339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8"/>
                    </a:moveTo>
                    <a:cubicBezTo>
                      <a:pt x="4233" y="6508"/>
                      <a:pt x="5040" y="6174"/>
                      <a:pt x="5635" y="5579"/>
                    </a:cubicBezTo>
                    <a:cubicBezTo>
                      <a:pt x="6229" y="4984"/>
                      <a:pt x="6564" y="4177"/>
                      <a:pt x="6564" y="3335"/>
                    </a:cubicBezTo>
                    <a:cubicBezTo>
                      <a:pt x="6564" y="2494"/>
                      <a:pt x="6229" y="1687"/>
                      <a:pt x="5635" y="1092"/>
                    </a:cubicBezTo>
                    <a:cubicBezTo>
                      <a:pt x="5040" y="497"/>
                      <a:pt x="4233" y="163"/>
                      <a:pt x="3392" y="163"/>
                    </a:cubicBezTo>
                    <a:cubicBezTo>
                      <a:pt x="2551" y="163"/>
                      <a:pt x="1744" y="497"/>
                      <a:pt x="1149" y="1092"/>
                    </a:cubicBezTo>
                    <a:cubicBezTo>
                      <a:pt x="555" y="1687"/>
                      <a:pt x="221" y="2494"/>
                      <a:pt x="221" y="3335"/>
                    </a:cubicBezTo>
                    <a:cubicBezTo>
                      <a:pt x="221" y="4177"/>
                      <a:pt x="555" y="4984"/>
                      <a:pt x="1149" y="5579"/>
                    </a:cubicBezTo>
                    <a:cubicBezTo>
                      <a:pt x="1744" y="6174"/>
                      <a:pt x="2551" y="6508"/>
                      <a:pt x="339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00" name="Freeform: Shape 12799">
                <a:extLst>
                  <a:ext uri="{FF2B5EF4-FFF2-40B4-BE49-F238E27FC236}">
                    <a16:creationId xmlns:a16="http://schemas.microsoft.com/office/drawing/2014/main" id="{32921F8B-B173-2F6C-8E65-1CE47DB908B2}"/>
                  </a:ext>
                </a:extLst>
              </p:cNvPr>
              <p:cNvSpPr/>
              <p:nvPr/>
            </p:nvSpPr>
            <p:spPr>
              <a:xfrm>
                <a:off x="9205099" y="5542440"/>
                <a:ext cx="6343" cy="6345"/>
              </a:xfrm>
              <a:custGeom>
                <a:avLst/>
                <a:gdLst>
                  <a:gd name="connsiteX0" fmla="*/ 3392 w 6343"/>
                  <a:gd name="connsiteY0" fmla="*/ 6508 h 6345"/>
                  <a:gd name="connsiteX1" fmla="*/ 5635 w 6343"/>
                  <a:gd name="connsiteY1" fmla="*/ 5579 h 6345"/>
                  <a:gd name="connsiteX2" fmla="*/ 6564 w 6343"/>
                  <a:gd name="connsiteY2" fmla="*/ 3335 h 6345"/>
                  <a:gd name="connsiteX3" fmla="*/ 5635 w 6343"/>
                  <a:gd name="connsiteY3" fmla="*/ 1092 h 6345"/>
                  <a:gd name="connsiteX4" fmla="*/ 3392 w 6343"/>
                  <a:gd name="connsiteY4" fmla="*/ 163 h 6345"/>
                  <a:gd name="connsiteX5" fmla="*/ 1149 w 6343"/>
                  <a:gd name="connsiteY5" fmla="*/ 1092 h 6345"/>
                  <a:gd name="connsiteX6" fmla="*/ 220 w 6343"/>
                  <a:gd name="connsiteY6" fmla="*/ 3335 h 6345"/>
                  <a:gd name="connsiteX7" fmla="*/ 1149 w 6343"/>
                  <a:gd name="connsiteY7" fmla="*/ 5579 h 6345"/>
                  <a:gd name="connsiteX8" fmla="*/ 339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8"/>
                    </a:moveTo>
                    <a:cubicBezTo>
                      <a:pt x="4233" y="6508"/>
                      <a:pt x="5040" y="6174"/>
                      <a:pt x="5635" y="5579"/>
                    </a:cubicBezTo>
                    <a:cubicBezTo>
                      <a:pt x="6229" y="4984"/>
                      <a:pt x="6564" y="4177"/>
                      <a:pt x="6564" y="3335"/>
                    </a:cubicBezTo>
                    <a:cubicBezTo>
                      <a:pt x="6564" y="2494"/>
                      <a:pt x="6229" y="1687"/>
                      <a:pt x="5635" y="1092"/>
                    </a:cubicBezTo>
                    <a:cubicBezTo>
                      <a:pt x="5040" y="497"/>
                      <a:pt x="4233" y="163"/>
                      <a:pt x="3392" y="163"/>
                    </a:cubicBezTo>
                    <a:cubicBezTo>
                      <a:pt x="2551" y="163"/>
                      <a:pt x="1744" y="497"/>
                      <a:pt x="1149" y="1092"/>
                    </a:cubicBezTo>
                    <a:cubicBezTo>
                      <a:pt x="555" y="1687"/>
                      <a:pt x="220" y="2494"/>
                      <a:pt x="220" y="3335"/>
                    </a:cubicBezTo>
                    <a:cubicBezTo>
                      <a:pt x="220" y="4177"/>
                      <a:pt x="555" y="4984"/>
                      <a:pt x="1149" y="5579"/>
                    </a:cubicBezTo>
                    <a:cubicBezTo>
                      <a:pt x="1744" y="6174"/>
                      <a:pt x="2551" y="6508"/>
                      <a:pt x="339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01" name="Freeform: Shape 12800">
                <a:extLst>
                  <a:ext uri="{FF2B5EF4-FFF2-40B4-BE49-F238E27FC236}">
                    <a16:creationId xmlns:a16="http://schemas.microsoft.com/office/drawing/2014/main" id="{6474465E-A8BA-71D5-9754-4252C64712C0}"/>
                  </a:ext>
                </a:extLst>
              </p:cNvPr>
              <p:cNvSpPr/>
              <p:nvPr/>
            </p:nvSpPr>
            <p:spPr>
              <a:xfrm>
                <a:off x="9204406" y="5540119"/>
                <a:ext cx="6343" cy="6345"/>
              </a:xfrm>
              <a:custGeom>
                <a:avLst/>
                <a:gdLst>
                  <a:gd name="connsiteX0" fmla="*/ 3392 w 6343"/>
                  <a:gd name="connsiteY0" fmla="*/ 6508 h 6345"/>
                  <a:gd name="connsiteX1" fmla="*/ 5635 w 6343"/>
                  <a:gd name="connsiteY1" fmla="*/ 5579 h 6345"/>
                  <a:gd name="connsiteX2" fmla="*/ 6563 w 6343"/>
                  <a:gd name="connsiteY2" fmla="*/ 3335 h 6345"/>
                  <a:gd name="connsiteX3" fmla="*/ 5635 w 6343"/>
                  <a:gd name="connsiteY3" fmla="*/ 1092 h 6345"/>
                  <a:gd name="connsiteX4" fmla="*/ 3392 w 6343"/>
                  <a:gd name="connsiteY4" fmla="*/ 162 h 6345"/>
                  <a:gd name="connsiteX5" fmla="*/ 1149 w 6343"/>
                  <a:gd name="connsiteY5" fmla="*/ 1092 h 6345"/>
                  <a:gd name="connsiteX6" fmla="*/ 220 w 6343"/>
                  <a:gd name="connsiteY6" fmla="*/ 3335 h 6345"/>
                  <a:gd name="connsiteX7" fmla="*/ 1149 w 6343"/>
                  <a:gd name="connsiteY7" fmla="*/ 5579 h 6345"/>
                  <a:gd name="connsiteX8" fmla="*/ 339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8"/>
                    </a:moveTo>
                    <a:cubicBezTo>
                      <a:pt x="4233" y="6508"/>
                      <a:pt x="5040" y="6173"/>
                      <a:pt x="5635" y="5579"/>
                    </a:cubicBezTo>
                    <a:cubicBezTo>
                      <a:pt x="6229" y="4984"/>
                      <a:pt x="6563" y="4176"/>
                      <a:pt x="6563" y="3335"/>
                    </a:cubicBezTo>
                    <a:cubicBezTo>
                      <a:pt x="6563" y="2494"/>
                      <a:pt x="6229" y="1687"/>
                      <a:pt x="5635" y="1092"/>
                    </a:cubicBezTo>
                    <a:cubicBezTo>
                      <a:pt x="5040" y="497"/>
                      <a:pt x="4233" y="162"/>
                      <a:pt x="3392" y="162"/>
                    </a:cubicBezTo>
                    <a:cubicBezTo>
                      <a:pt x="2551" y="162"/>
                      <a:pt x="1744" y="497"/>
                      <a:pt x="1149" y="1092"/>
                    </a:cubicBezTo>
                    <a:cubicBezTo>
                      <a:pt x="555" y="1687"/>
                      <a:pt x="220" y="2494"/>
                      <a:pt x="220" y="3335"/>
                    </a:cubicBezTo>
                    <a:cubicBezTo>
                      <a:pt x="220" y="4176"/>
                      <a:pt x="555" y="4984"/>
                      <a:pt x="1149" y="5579"/>
                    </a:cubicBezTo>
                    <a:cubicBezTo>
                      <a:pt x="1744" y="6173"/>
                      <a:pt x="2551" y="6508"/>
                      <a:pt x="339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02" name="Freeform: Shape 12801">
                <a:extLst>
                  <a:ext uri="{FF2B5EF4-FFF2-40B4-BE49-F238E27FC236}">
                    <a16:creationId xmlns:a16="http://schemas.microsoft.com/office/drawing/2014/main" id="{3AB7931A-DBDD-F1CB-666A-124B01447A0C}"/>
                  </a:ext>
                </a:extLst>
              </p:cNvPr>
              <p:cNvSpPr/>
              <p:nvPr/>
            </p:nvSpPr>
            <p:spPr>
              <a:xfrm>
                <a:off x="9203032" y="5538508"/>
                <a:ext cx="6343" cy="6345"/>
              </a:xfrm>
              <a:custGeom>
                <a:avLst/>
                <a:gdLst>
                  <a:gd name="connsiteX0" fmla="*/ 3392 w 6343"/>
                  <a:gd name="connsiteY0" fmla="*/ 6508 h 6345"/>
                  <a:gd name="connsiteX1" fmla="*/ 5634 w 6343"/>
                  <a:gd name="connsiteY1" fmla="*/ 5578 h 6345"/>
                  <a:gd name="connsiteX2" fmla="*/ 6563 w 6343"/>
                  <a:gd name="connsiteY2" fmla="*/ 3335 h 6345"/>
                  <a:gd name="connsiteX3" fmla="*/ 5634 w 6343"/>
                  <a:gd name="connsiteY3" fmla="*/ 1092 h 6345"/>
                  <a:gd name="connsiteX4" fmla="*/ 3392 w 6343"/>
                  <a:gd name="connsiteY4" fmla="*/ 162 h 6345"/>
                  <a:gd name="connsiteX5" fmla="*/ 1149 w 6343"/>
                  <a:gd name="connsiteY5" fmla="*/ 1092 h 6345"/>
                  <a:gd name="connsiteX6" fmla="*/ 220 w 6343"/>
                  <a:gd name="connsiteY6" fmla="*/ 3335 h 6345"/>
                  <a:gd name="connsiteX7" fmla="*/ 1149 w 6343"/>
                  <a:gd name="connsiteY7" fmla="*/ 5578 h 6345"/>
                  <a:gd name="connsiteX8" fmla="*/ 339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8"/>
                    </a:moveTo>
                    <a:cubicBezTo>
                      <a:pt x="4233" y="6508"/>
                      <a:pt x="5040" y="6173"/>
                      <a:pt x="5634" y="5578"/>
                    </a:cubicBezTo>
                    <a:cubicBezTo>
                      <a:pt x="6229" y="4983"/>
                      <a:pt x="6563" y="4176"/>
                      <a:pt x="6563" y="3335"/>
                    </a:cubicBezTo>
                    <a:cubicBezTo>
                      <a:pt x="6563" y="2494"/>
                      <a:pt x="6229" y="1686"/>
                      <a:pt x="5634" y="1092"/>
                    </a:cubicBezTo>
                    <a:cubicBezTo>
                      <a:pt x="5040" y="497"/>
                      <a:pt x="4233" y="162"/>
                      <a:pt x="3392" y="162"/>
                    </a:cubicBezTo>
                    <a:cubicBezTo>
                      <a:pt x="2551" y="162"/>
                      <a:pt x="1744" y="497"/>
                      <a:pt x="1149" y="1092"/>
                    </a:cubicBezTo>
                    <a:cubicBezTo>
                      <a:pt x="554" y="1686"/>
                      <a:pt x="220" y="2494"/>
                      <a:pt x="220" y="3335"/>
                    </a:cubicBezTo>
                    <a:cubicBezTo>
                      <a:pt x="220" y="4176"/>
                      <a:pt x="554" y="4983"/>
                      <a:pt x="1149" y="5578"/>
                    </a:cubicBezTo>
                    <a:cubicBezTo>
                      <a:pt x="1744" y="6173"/>
                      <a:pt x="2551" y="6508"/>
                      <a:pt x="339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03" name="Freeform: Shape 12802">
                <a:extLst>
                  <a:ext uri="{FF2B5EF4-FFF2-40B4-BE49-F238E27FC236}">
                    <a16:creationId xmlns:a16="http://schemas.microsoft.com/office/drawing/2014/main" id="{FA3BE5AC-8F5B-A5EA-D405-C7DB8713BEEC}"/>
                  </a:ext>
                </a:extLst>
              </p:cNvPr>
              <p:cNvSpPr/>
              <p:nvPr/>
            </p:nvSpPr>
            <p:spPr>
              <a:xfrm>
                <a:off x="9201449" y="5537110"/>
                <a:ext cx="6343" cy="6345"/>
              </a:xfrm>
              <a:custGeom>
                <a:avLst/>
                <a:gdLst>
                  <a:gd name="connsiteX0" fmla="*/ 3392 w 6343"/>
                  <a:gd name="connsiteY0" fmla="*/ 6508 h 6345"/>
                  <a:gd name="connsiteX1" fmla="*/ 5634 w 6343"/>
                  <a:gd name="connsiteY1" fmla="*/ 5578 h 6345"/>
                  <a:gd name="connsiteX2" fmla="*/ 6563 w 6343"/>
                  <a:gd name="connsiteY2" fmla="*/ 3335 h 6345"/>
                  <a:gd name="connsiteX3" fmla="*/ 5634 w 6343"/>
                  <a:gd name="connsiteY3" fmla="*/ 1091 h 6345"/>
                  <a:gd name="connsiteX4" fmla="*/ 3392 w 6343"/>
                  <a:gd name="connsiteY4" fmla="*/ 162 h 6345"/>
                  <a:gd name="connsiteX5" fmla="*/ 1149 w 6343"/>
                  <a:gd name="connsiteY5" fmla="*/ 1091 h 6345"/>
                  <a:gd name="connsiteX6" fmla="*/ 220 w 6343"/>
                  <a:gd name="connsiteY6" fmla="*/ 3335 h 6345"/>
                  <a:gd name="connsiteX7" fmla="*/ 1149 w 6343"/>
                  <a:gd name="connsiteY7" fmla="*/ 5578 h 6345"/>
                  <a:gd name="connsiteX8" fmla="*/ 339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8"/>
                    </a:moveTo>
                    <a:cubicBezTo>
                      <a:pt x="4233" y="6508"/>
                      <a:pt x="5040" y="6173"/>
                      <a:pt x="5634" y="5578"/>
                    </a:cubicBezTo>
                    <a:cubicBezTo>
                      <a:pt x="6229" y="4983"/>
                      <a:pt x="6563" y="4176"/>
                      <a:pt x="6563" y="3335"/>
                    </a:cubicBezTo>
                    <a:cubicBezTo>
                      <a:pt x="6563" y="2493"/>
                      <a:pt x="6229" y="1686"/>
                      <a:pt x="5634" y="1091"/>
                    </a:cubicBezTo>
                    <a:cubicBezTo>
                      <a:pt x="5040" y="496"/>
                      <a:pt x="4233" y="162"/>
                      <a:pt x="3392" y="162"/>
                    </a:cubicBezTo>
                    <a:cubicBezTo>
                      <a:pt x="2551" y="162"/>
                      <a:pt x="1744" y="496"/>
                      <a:pt x="1149" y="1091"/>
                    </a:cubicBezTo>
                    <a:cubicBezTo>
                      <a:pt x="554" y="1686"/>
                      <a:pt x="220" y="2493"/>
                      <a:pt x="220" y="3335"/>
                    </a:cubicBezTo>
                    <a:cubicBezTo>
                      <a:pt x="220" y="4176"/>
                      <a:pt x="554" y="4983"/>
                      <a:pt x="1149" y="5578"/>
                    </a:cubicBezTo>
                    <a:cubicBezTo>
                      <a:pt x="1744" y="6173"/>
                      <a:pt x="2551" y="6508"/>
                      <a:pt x="339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04" name="Freeform: Shape 12803">
                <a:extLst>
                  <a:ext uri="{FF2B5EF4-FFF2-40B4-BE49-F238E27FC236}">
                    <a16:creationId xmlns:a16="http://schemas.microsoft.com/office/drawing/2014/main" id="{86568FB2-F8A8-62A2-9708-4CD2A3E7F353}"/>
                  </a:ext>
                </a:extLst>
              </p:cNvPr>
              <p:cNvSpPr/>
              <p:nvPr/>
            </p:nvSpPr>
            <p:spPr>
              <a:xfrm>
                <a:off x="9199741" y="5535833"/>
                <a:ext cx="6343" cy="6345"/>
              </a:xfrm>
              <a:custGeom>
                <a:avLst/>
                <a:gdLst>
                  <a:gd name="connsiteX0" fmla="*/ 3392 w 6343"/>
                  <a:gd name="connsiteY0" fmla="*/ 6507 h 6345"/>
                  <a:gd name="connsiteX1" fmla="*/ 5634 w 6343"/>
                  <a:gd name="connsiteY1" fmla="*/ 5578 h 6345"/>
                  <a:gd name="connsiteX2" fmla="*/ 6563 w 6343"/>
                  <a:gd name="connsiteY2" fmla="*/ 3335 h 6345"/>
                  <a:gd name="connsiteX3" fmla="*/ 5634 w 6343"/>
                  <a:gd name="connsiteY3" fmla="*/ 1091 h 6345"/>
                  <a:gd name="connsiteX4" fmla="*/ 3392 w 6343"/>
                  <a:gd name="connsiteY4" fmla="*/ 162 h 6345"/>
                  <a:gd name="connsiteX5" fmla="*/ 1149 w 6343"/>
                  <a:gd name="connsiteY5" fmla="*/ 1091 h 6345"/>
                  <a:gd name="connsiteX6" fmla="*/ 220 w 6343"/>
                  <a:gd name="connsiteY6" fmla="*/ 3335 h 6345"/>
                  <a:gd name="connsiteX7" fmla="*/ 1149 w 6343"/>
                  <a:gd name="connsiteY7" fmla="*/ 5578 h 6345"/>
                  <a:gd name="connsiteX8" fmla="*/ 339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7"/>
                    </a:moveTo>
                    <a:cubicBezTo>
                      <a:pt x="4233" y="6507"/>
                      <a:pt x="5039" y="6173"/>
                      <a:pt x="5634" y="5578"/>
                    </a:cubicBezTo>
                    <a:cubicBezTo>
                      <a:pt x="6229" y="4983"/>
                      <a:pt x="6563" y="4176"/>
                      <a:pt x="6563" y="3335"/>
                    </a:cubicBezTo>
                    <a:cubicBezTo>
                      <a:pt x="6563" y="2493"/>
                      <a:pt x="6229" y="1686"/>
                      <a:pt x="5634" y="1091"/>
                    </a:cubicBezTo>
                    <a:cubicBezTo>
                      <a:pt x="5039" y="496"/>
                      <a:pt x="4233" y="162"/>
                      <a:pt x="3392" y="162"/>
                    </a:cubicBezTo>
                    <a:cubicBezTo>
                      <a:pt x="2550" y="162"/>
                      <a:pt x="1744" y="496"/>
                      <a:pt x="1149" y="1091"/>
                    </a:cubicBezTo>
                    <a:cubicBezTo>
                      <a:pt x="554" y="1686"/>
                      <a:pt x="220" y="2493"/>
                      <a:pt x="220" y="3335"/>
                    </a:cubicBezTo>
                    <a:cubicBezTo>
                      <a:pt x="220" y="4176"/>
                      <a:pt x="554" y="4983"/>
                      <a:pt x="1149" y="5578"/>
                    </a:cubicBezTo>
                    <a:cubicBezTo>
                      <a:pt x="1744" y="6173"/>
                      <a:pt x="2550" y="6507"/>
                      <a:pt x="339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05" name="Freeform: Shape 12804">
                <a:extLst>
                  <a:ext uri="{FF2B5EF4-FFF2-40B4-BE49-F238E27FC236}">
                    <a16:creationId xmlns:a16="http://schemas.microsoft.com/office/drawing/2014/main" id="{64B7F486-17DE-9B1C-2EA4-609145FCD53F}"/>
                  </a:ext>
                </a:extLst>
              </p:cNvPr>
              <p:cNvSpPr/>
              <p:nvPr/>
            </p:nvSpPr>
            <p:spPr>
              <a:xfrm>
                <a:off x="9197995" y="5534588"/>
                <a:ext cx="6343" cy="6345"/>
              </a:xfrm>
              <a:custGeom>
                <a:avLst/>
                <a:gdLst>
                  <a:gd name="connsiteX0" fmla="*/ 3391 w 6343"/>
                  <a:gd name="connsiteY0" fmla="*/ 6507 h 6345"/>
                  <a:gd name="connsiteX1" fmla="*/ 5634 w 6343"/>
                  <a:gd name="connsiteY1" fmla="*/ 5578 h 6345"/>
                  <a:gd name="connsiteX2" fmla="*/ 6563 w 6343"/>
                  <a:gd name="connsiteY2" fmla="*/ 3335 h 6345"/>
                  <a:gd name="connsiteX3" fmla="*/ 5634 w 6343"/>
                  <a:gd name="connsiteY3" fmla="*/ 1091 h 6345"/>
                  <a:gd name="connsiteX4" fmla="*/ 3391 w 6343"/>
                  <a:gd name="connsiteY4" fmla="*/ 162 h 6345"/>
                  <a:gd name="connsiteX5" fmla="*/ 1149 w 6343"/>
                  <a:gd name="connsiteY5" fmla="*/ 1091 h 6345"/>
                  <a:gd name="connsiteX6" fmla="*/ 220 w 6343"/>
                  <a:gd name="connsiteY6" fmla="*/ 3335 h 6345"/>
                  <a:gd name="connsiteX7" fmla="*/ 1149 w 6343"/>
                  <a:gd name="connsiteY7" fmla="*/ 5578 h 6345"/>
                  <a:gd name="connsiteX8" fmla="*/ 339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7"/>
                    </a:moveTo>
                    <a:cubicBezTo>
                      <a:pt x="4233" y="6507"/>
                      <a:pt x="5039" y="6173"/>
                      <a:pt x="5634" y="5578"/>
                    </a:cubicBezTo>
                    <a:cubicBezTo>
                      <a:pt x="6229" y="4983"/>
                      <a:pt x="6563" y="4176"/>
                      <a:pt x="6563" y="3335"/>
                    </a:cubicBezTo>
                    <a:cubicBezTo>
                      <a:pt x="6563" y="2493"/>
                      <a:pt x="6229" y="1686"/>
                      <a:pt x="5634" y="1091"/>
                    </a:cubicBezTo>
                    <a:cubicBezTo>
                      <a:pt x="5039" y="496"/>
                      <a:pt x="4233" y="162"/>
                      <a:pt x="3391" y="162"/>
                    </a:cubicBezTo>
                    <a:cubicBezTo>
                      <a:pt x="2550" y="162"/>
                      <a:pt x="1744" y="496"/>
                      <a:pt x="1149" y="1091"/>
                    </a:cubicBezTo>
                    <a:cubicBezTo>
                      <a:pt x="554" y="1686"/>
                      <a:pt x="220" y="2493"/>
                      <a:pt x="220" y="3335"/>
                    </a:cubicBezTo>
                    <a:cubicBezTo>
                      <a:pt x="220" y="4176"/>
                      <a:pt x="554" y="4983"/>
                      <a:pt x="1149" y="5578"/>
                    </a:cubicBezTo>
                    <a:cubicBezTo>
                      <a:pt x="1744" y="6173"/>
                      <a:pt x="2550" y="6507"/>
                      <a:pt x="339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06" name="Freeform: Shape 12805">
                <a:extLst>
                  <a:ext uri="{FF2B5EF4-FFF2-40B4-BE49-F238E27FC236}">
                    <a16:creationId xmlns:a16="http://schemas.microsoft.com/office/drawing/2014/main" id="{467FFC57-0DD4-045A-92A4-BAE6047EEDCC}"/>
                  </a:ext>
                </a:extLst>
              </p:cNvPr>
              <p:cNvSpPr/>
              <p:nvPr/>
            </p:nvSpPr>
            <p:spPr>
              <a:xfrm>
                <a:off x="9196120" y="5533461"/>
                <a:ext cx="6343" cy="6345"/>
              </a:xfrm>
              <a:custGeom>
                <a:avLst/>
                <a:gdLst>
                  <a:gd name="connsiteX0" fmla="*/ 3391 w 6343"/>
                  <a:gd name="connsiteY0" fmla="*/ 6507 h 6345"/>
                  <a:gd name="connsiteX1" fmla="*/ 5634 w 6343"/>
                  <a:gd name="connsiteY1" fmla="*/ 5578 h 6345"/>
                  <a:gd name="connsiteX2" fmla="*/ 6563 w 6343"/>
                  <a:gd name="connsiteY2" fmla="*/ 3335 h 6345"/>
                  <a:gd name="connsiteX3" fmla="*/ 5634 w 6343"/>
                  <a:gd name="connsiteY3" fmla="*/ 1091 h 6345"/>
                  <a:gd name="connsiteX4" fmla="*/ 3391 w 6343"/>
                  <a:gd name="connsiteY4" fmla="*/ 162 h 6345"/>
                  <a:gd name="connsiteX5" fmla="*/ 1149 w 6343"/>
                  <a:gd name="connsiteY5" fmla="*/ 1091 h 6345"/>
                  <a:gd name="connsiteX6" fmla="*/ 220 w 6343"/>
                  <a:gd name="connsiteY6" fmla="*/ 3335 h 6345"/>
                  <a:gd name="connsiteX7" fmla="*/ 1149 w 6343"/>
                  <a:gd name="connsiteY7" fmla="*/ 5578 h 6345"/>
                  <a:gd name="connsiteX8" fmla="*/ 339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7"/>
                    </a:moveTo>
                    <a:cubicBezTo>
                      <a:pt x="4232" y="6507"/>
                      <a:pt x="5039" y="6173"/>
                      <a:pt x="5634" y="5578"/>
                    </a:cubicBezTo>
                    <a:cubicBezTo>
                      <a:pt x="6229" y="4983"/>
                      <a:pt x="6563" y="4176"/>
                      <a:pt x="6563" y="3335"/>
                    </a:cubicBezTo>
                    <a:cubicBezTo>
                      <a:pt x="6563" y="2493"/>
                      <a:pt x="6229" y="1686"/>
                      <a:pt x="5634" y="1091"/>
                    </a:cubicBezTo>
                    <a:cubicBezTo>
                      <a:pt x="5039" y="496"/>
                      <a:pt x="4232" y="162"/>
                      <a:pt x="3391" y="162"/>
                    </a:cubicBezTo>
                    <a:cubicBezTo>
                      <a:pt x="2550" y="162"/>
                      <a:pt x="1743" y="496"/>
                      <a:pt x="1149" y="1091"/>
                    </a:cubicBezTo>
                    <a:cubicBezTo>
                      <a:pt x="554" y="1686"/>
                      <a:pt x="220" y="2493"/>
                      <a:pt x="220" y="3335"/>
                    </a:cubicBezTo>
                    <a:cubicBezTo>
                      <a:pt x="220" y="4176"/>
                      <a:pt x="554" y="4983"/>
                      <a:pt x="1149" y="5578"/>
                    </a:cubicBezTo>
                    <a:cubicBezTo>
                      <a:pt x="1743" y="6173"/>
                      <a:pt x="2550" y="6507"/>
                      <a:pt x="339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07" name="Freeform: Shape 12806">
                <a:extLst>
                  <a:ext uri="{FF2B5EF4-FFF2-40B4-BE49-F238E27FC236}">
                    <a16:creationId xmlns:a16="http://schemas.microsoft.com/office/drawing/2014/main" id="{F416B637-9E32-536D-E002-B64113443379}"/>
                  </a:ext>
                </a:extLst>
              </p:cNvPr>
              <p:cNvSpPr/>
              <p:nvPr/>
            </p:nvSpPr>
            <p:spPr>
              <a:xfrm>
                <a:off x="9193889" y="5532663"/>
                <a:ext cx="6343" cy="6345"/>
              </a:xfrm>
              <a:custGeom>
                <a:avLst/>
                <a:gdLst>
                  <a:gd name="connsiteX0" fmla="*/ 3391 w 6343"/>
                  <a:gd name="connsiteY0" fmla="*/ 6507 h 6345"/>
                  <a:gd name="connsiteX1" fmla="*/ 5634 w 6343"/>
                  <a:gd name="connsiteY1" fmla="*/ 5578 h 6345"/>
                  <a:gd name="connsiteX2" fmla="*/ 6563 w 6343"/>
                  <a:gd name="connsiteY2" fmla="*/ 3334 h 6345"/>
                  <a:gd name="connsiteX3" fmla="*/ 5634 w 6343"/>
                  <a:gd name="connsiteY3" fmla="*/ 1091 h 6345"/>
                  <a:gd name="connsiteX4" fmla="*/ 3391 w 6343"/>
                  <a:gd name="connsiteY4" fmla="*/ 162 h 6345"/>
                  <a:gd name="connsiteX5" fmla="*/ 1148 w 6343"/>
                  <a:gd name="connsiteY5" fmla="*/ 1091 h 6345"/>
                  <a:gd name="connsiteX6" fmla="*/ 220 w 6343"/>
                  <a:gd name="connsiteY6" fmla="*/ 3334 h 6345"/>
                  <a:gd name="connsiteX7" fmla="*/ 1148 w 6343"/>
                  <a:gd name="connsiteY7" fmla="*/ 5578 h 6345"/>
                  <a:gd name="connsiteX8" fmla="*/ 339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7"/>
                    </a:moveTo>
                    <a:cubicBezTo>
                      <a:pt x="4232" y="6507"/>
                      <a:pt x="5039" y="6173"/>
                      <a:pt x="5634" y="5578"/>
                    </a:cubicBezTo>
                    <a:cubicBezTo>
                      <a:pt x="6228" y="4983"/>
                      <a:pt x="6563" y="4176"/>
                      <a:pt x="6563" y="3334"/>
                    </a:cubicBezTo>
                    <a:cubicBezTo>
                      <a:pt x="6563" y="2493"/>
                      <a:pt x="6228" y="1686"/>
                      <a:pt x="5634" y="1091"/>
                    </a:cubicBezTo>
                    <a:cubicBezTo>
                      <a:pt x="5039" y="496"/>
                      <a:pt x="4232" y="162"/>
                      <a:pt x="3391" y="162"/>
                    </a:cubicBezTo>
                    <a:cubicBezTo>
                      <a:pt x="2550" y="162"/>
                      <a:pt x="1743" y="496"/>
                      <a:pt x="1148" y="1091"/>
                    </a:cubicBezTo>
                    <a:cubicBezTo>
                      <a:pt x="554" y="1686"/>
                      <a:pt x="220" y="2493"/>
                      <a:pt x="220" y="3334"/>
                    </a:cubicBezTo>
                    <a:cubicBezTo>
                      <a:pt x="220" y="4176"/>
                      <a:pt x="554" y="4983"/>
                      <a:pt x="1148" y="5578"/>
                    </a:cubicBezTo>
                    <a:cubicBezTo>
                      <a:pt x="1743" y="6173"/>
                      <a:pt x="2550" y="6507"/>
                      <a:pt x="339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08" name="Freeform: Shape 12807">
                <a:extLst>
                  <a:ext uri="{FF2B5EF4-FFF2-40B4-BE49-F238E27FC236}">
                    <a16:creationId xmlns:a16="http://schemas.microsoft.com/office/drawing/2014/main" id="{24B662E1-0B82-4244-6229-531E833E97B0}"/>
                  </a:ext>
                </a:extLst>
              </p:cNvPr>
              <p:cNvSpPr/>
              <p:nvPr/>
            </p:nvSpPr>
            <p:spPr>
              <a:xfrm>
                <a:off x="9190841" y="5532616"/>
                <a:ext cx="6343" cy="6345"/>
              </a:xfrm>
              <a:custGeom>
                <a:avLst/>
                <a:gdLst>
                  <a:gd name="connsiteX0" fmla="*/ 3391 w 6343"/>
                  <a:gd name="connsiteY0" fmla="*/ 6507 h 6345"/>
                  <a:gd name="connsiteX1" fmla="*/ 5633 w 6343"/>
                  <a:gd name="connsiteY1" fmla="*/ 5578 h 6345"/>
                  <a:gd name="connsiteX2" fmla="*/ 6562 w 6343"/>
                  <a:gd name="connsiteY2" fmla="*/ 3334 h 6345"/>
                  <a:gd name="connsiteX3" fmla="*/ 5633 w 6343"/>
                  <a:gd name="connsiteY3" fmla="*/ 1091 h 6345"/>
                  <a:gd name="connsiteX4" fmla="*/ 3391 w 6343"/>
                  <a:gd name="connsiteY4" fmla="*/ 162 h 6345"/>
                  <a:gd name="connsiteX5" fmla="*/ 1148 w 6343"/>
                  <a:gd name="connsiteY5" fmla="*/ 1091 h 6345"/>
                  <a:gd name="connsiteX6" fmla="*/ 219 w 6343"/>
                  <a:gd name="connsiteY6" fmla="*/ 3334 h 6345"/>
                  <a:gd name="connsiteX7" fmla="*/ 1148 w 6343"/>
                  <a:gd name="connsiteY7" fmla="*/ 5578 h 6345"/>
                  <a:gd name="connsiteX8" fmla="*/ 339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7"/>
                    </a:moveTo>
                    <a:cubicBezTo>
                      <a:pt x="4232" y="6507"/>
                      <a:pt x="5039" y="6173"/>
                      <a:pt x="5633" y="5578"/>
                    </a:cubicBezTo>
                    <a:cubicBezTo>
                      <a:pt x="6228" y="4983"/>
                      <a:pt x="6562" y="4176"/>
                      <a:pt x="6562" y="3334"/>
                    </a:cubicBezTo>
                    <a:cubicBezTo>
                      <a:pt x="6562" y="2493"/>
                      <a:pt x="6228" y="1686"/>
                      <a:pt x="5633" y="1091"/>
                    </a:cubicBezTo>
                    <a:cubicBezTo>
                      <a:pt x="5039" y="496"/>
                      <a:pt x="4232" y="162"/>
                      <a:pt x="3391" y="162"/>
                    </a:cubicBezTo>
                    <a:cubicBezTo>
                      <a:pt x="2550" y="162"/>
                      <a:pt x="1743" y="496"/>
                      <a:pt x="1148" y="1091"/>
                    </a:cubicBezTo>
                    <a:cubicBezTo>
                      <a:pt x="553" y="1686"/>
                      <a:pt x="219" y="2493"/>
                      <a:pt x="219" y="3334"/>
                    </a:cubicBezTo>
                    <a:cubicBezTo>
                      <a:pt x="219" y="4176"/>
                      <a:pt x="553" y="4983"/>
                      <a:pt x="1148" y="5578"/>
                    </a:cubicBezTo>
                    <a:cubicBezTo>
                      <a:pt x="1743" y="6173"/>
                      <a:pt x="2550" y="6507"/>
                      <a:pt x="339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09" name="Freeform: Shape 12808">
                <a:extLst>
                  <a:ext uri="{FF2B5EF4-FFF2-40B4-BE49-F238E27FC236}">
                    <a16:creationId xmlns:a16="http://schemas.microsoft.com/office/drawing/2014/main" id="{06041483-B9C3-7283-D55C-17C6FE6B2F72}"/>
                  </a:ext>
                </a:extLst>
              </p:cNvPr>
              <p:cNvSpPr/>
              <p:nvPr/>
            </p:nvSpPr>
            <p:spPr>
              <a:xfrm>
                <a:off x="9187967" y="5532370"/>
                <a:ext cx="6343" cy="6345"/>
              </a:xfrm>
              <a:custGeom>
                <a:avLst/>
                <a:gdLst>
                  <a:gd name="connsiteX0" fmla="*/ 3391 w 6343"/>
                  <a:gd name="connsiteY0" fmla="*/ 6507 h 6345"/>
                  <a:gd name="connsiteX1" fmla="*/ 5633 w 6343"/>
                  <a:gd name="connsiteY1" fmla="*/ 5578 h 6345"/>
                  <a:gd name="connsiteX2" fmla="*/ 6562 w 6343"/>
                  <a:gd name="connsiteY2" fmla="*/ 3334 h 6345"/>
                  <a:gd name="connsiteX3" fmla="*/ 5633 w 6343"/>
                  <a:gd name="connsiteY3" fmla="*/ 1091 h 6345"/>
                  <a:gd name="connsiteX4" fmla="*/ 3391 w 6343"/>
                  <a:gd name="connsiteY4" fmla="*/ 162 h 6345"/>
                  <a:gd name="connsiteX5" fmla="*/ 1148 w 6343"/>
                  <a:gd name="connsiteY5" fmla="*/ 1091 h 6345"/>
                  <a:gd name="connsiteX6" fmla="*/ 219 w 6343"/>
                  <a:gd name="connsiteY6" fmla="*/ 3334 h 6345"/>
                  <a:gd name="connsiteX7" fmla="*/ 1148 w 6343"/>
                  <a:gd name="connsiteY7" fmla="*/ 5578 h 6345"/>
                  <a:gd name="connsiteX8" fmla="*/ 339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7"/>
                    </a:moveTo>
                    <a:cubicBezTo>
                      <a:pt x="4232" y="6507"/>
                      <a:pt x="5038" y="6173"/>
                      <a:pt x="5633" y="5578"/>
                    </a:cubicBezTo>
                    <a:cubicBezTo>
                      <a:pt x="6228" y="4983"/>
                      <a:pt x="6562" y="4176"/>
                      <a:pt x="6562" y="3334"/>
                    </a:cubicBezTo>
                    <a:cubicBezTo>
                      <a:pt x="6562" y="2493"/>
                      <a:pt x="6228" y="1686"/>
                      <a:pt x="5633" y="1091"/>
                    </a:cubicBezTo>
                    <a:cubicBezTo>
                      <a:pt x="5038" y="496"/>
                      <a:pt x="4232" y="162"/>
                      <a:pt x="3391" y="162"/>
                    </a:cubicBezTo>
                    <a:cubicBezTo>
                      <a:pt x="2549" y="162"/>
                      <a:pt x="1743" y="496"/>
                      <a:pt x="1148" y="1091"/>
                    </a:cubicBezTo>
                    <a:cubicBezTo>
                      <a:pt x="553" y="1686"/>
                      <a:pt x="219" y="2493"/>
                      <a:pt x="219" y="3334"/>
                    </a:cubicBezTo>
                    <a:cubicBezTo>
                      <a:pt x="219" y="4176"/>
                      <a:pt x="553" y="4983"/>
                      <a:pt x="1148" y="5578"/>
                    </a:cubicBezTo>
                    <a:cubicBezTo>
                      <a:pt x="1743" y="6173"/>
                      <a:pt x="2549" y="6507"/>
                      <a:pt x="339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10" name="Freeform: Shape 12809">
                <a:extLst>
                  <a:ext uri="{FF2B5EF4-FFF2-40B4-BE49-F238E27FC236}">
                    <a16:creationId xmlns:a16="http://schemas.microsoft.com/office/drawing/2014/main" id="{D0B88228-50E3-8087-9AA7-6CC6D4E554E3}"/>
                  </a:ext>
                </a:extLst>
              </p:cNvPr>
              <p:cNvSpPr/>
              <p:nvPr/>
            </p:nvSpPr>
            <p:spPr>
              <a:xfrm>
                <a:off x="9186005" y="5531255"/>
                <a:ext cx="6343" cy="6345"/>
              </a:xfrm>
              <a:custGeom>
                <a:avLst/>
                <a:gdLst>
                  <a:gd name="connsiteX0" fmla="*/ 3390 w 6343"/>
                  <a:gd name="connsiteY0" fmla="*/ 6507 h 6345"/>
                  <a:gd name="connsiteX1" fmla="*/ 5633 w 6343"/>
                  <a:gd name="connsiteY1" fmla="*/ 5578 h 6345"/>
                  <a:gd name="connsiteX2" fmla="*/ 6562 w 6343"/>
                  <a:gd name="connsiteY2" fmla="*/ 3334 h 6345"/>
                  <a:gd name="connsiteX3" fmla="*/ 5633 w 6343"/>
                  <a:gd name="connsiteY3" fmla="*/ 1091 h 6345"/>
                  <a:gd name="connsiteX4" fmla="*/ 3390 w 6343"/>
                  <a:gd name="connsiteY4" fmla="*/ 162 h 6345"/>
                  <a:gd name="connsiteX5" fmla="*/ 1148 w 6343"/>
                  <a:gd name="connsiteY5" fmla="*/ 1091 h 6345"/>
                  <a:gd name="connsiteX6" fmla="*/ 219 w 6343"/>
                  <a:gd name="connsiteY6" fmla="*/ 3334 h 6345"/>
                  <a:gd name="connsiteX7" fmla="*/ 1148 w 6343"/>
                  <a:gd name="connsiteY7" fmla="*/ 5578 h 6345"/>
                  <a:gd name="connsiteX8" fmla="*/ 339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7"/>
                    </a:moveTo>
                    <a:cubicBezTo>
                      <a:pt x="4232" y="6507"/>
                      <a:pt x="5038" y="6173"/>
                      <a:pt x="5633" y="5578"/>
                    </a:cubicBezTo>
                    <a:cubicBezTo>
                      <a:pt x="6228" y="4983"/>
                      <a:pt x="6562" y="4176"/>
                      <a:pt x="6562" y="3334"/>
                    </a:cubicBezTo>
                    <a:cubicBezTo>
                      <a:pt x="6562" y="2493"/>
                      <a:pt x="6228" y="1686"/>
                      <a:pt x="5633" y="1091"/>
                    </a:cubicBezTo>
                    <a:cubicBezTo>
                      <a:pt x="5038" y="496"/>
                      <a:pt x="4232" y="162"/>
                      <a:pt x="3390" y="162"/>
                    </a:cubicBezTo>
                    <a:cubicBezTo>
                      <a:pt x="2549" y="162"/>
                      <a:pt x="1743" y="496"/>
                      <a:pt x="1148" y="1091"/>
                    </a:cubicBezTo>
                    <a:cubicBezTo>
                      <a:pt x="553" y="1686"/>
                      <a:pt x="219" y="2493"/>
                      <a:pt x="219" y="3334"/>
                    </a:cubicBezTo>
                    <a:cubicBezTo>
                      <a:pt x="219" y="4176"/>
                      <a:pt x="553" y="4983"/>
                      <a:pt x="1148" y="5578"/>
                    </a:cubicBezTo>
                    <a:cubicBezTo>
                      <a:pt x="1743" y="6173"/>
                      <a:pt x="2549" y="6507"/>
                      <a:pt x="339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11" name="Freeform: Shape 12810">
                <a:extLst>
                  <a:ext uri="{FF2B5EF4-FFF2-40B4-BE49-F238E27FC236}">
                    <a16:creationId xmlns:a16="http://schemas.microsoft.com/office/drawing/2014/main" id="{36288C72-6693-277B-CA3D-D0420D338DEF}"/>
                  </a:ext>
                </a:extLst>
              </p:cNvPr>
              <p:cNvSpPr/>
              <p:nvPr/>
            </p:nvSpPr>
            <p:spPr>
              <a:xfrm>
                <a:off x="9182615" y="5531423"/>
                <a:ext cx="6343" cy="6345"/>
              </a:xfrm>
              <a:custGeom>
                <a:avLst/>
                <a:gdLst>
                  <a:gd name="connsiteX0" fmla="*/ 3390 w 6343"/>
                  <a:gd name="connsiteY0" fmla="*/ 6507 h 6345"/>
                  <a:gd name="connsiteX1" fmla="*/ 5633 w 6343"/>
                  <a:gd name="connsiteY1" fmla="*/ 5578 h 6345"/>
                  <a:gd name="connsiteX2" fmla="*/ 6562 w 6343"/>
                  <a:gd name="connsiteY2" fmla="*/ 3334 h 6345"/>
                  <a:gd name="connsiteX3" fmla="*/ 5633 w 6343"/>
                  <a:gd name="connsiteY3" fmla="*/ 1091 h 6345"/>
                  <a:gd name="connsiteX4" fmla="*/ 3390 w 6343"/>
                  <a:gd name="connsiteY4" fmla="*/ 162 h 6345"/>
                  <a:gd name="connsiteX5" fmla="*/ 1148 w 6343"/>
                  <a:gd name="connsiteY5" fmla="*/ 1091 h 6345"/>
                  <a:gd name="connsiteX6" fmla="*/ 219 w 6343"/>
                  <a:gd name="connsiteY6" fmla="*/ 3334 h 6345"/>
                  <a:gd name="connsiteX7" fmla="*/ 1148 w 6343"/>
                  <a:gd name="connsiteY7" fmla="*/ 5578 h 6345"/>
                  <a:gd name="connsiteX8" fmla="*/ 339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7"/>
                    </a:moveTo>
                    <a:cubicBezTo>
                      <a:pt x="4231" y="6507"/>
                      <a:pt x="5038" y="6173"/>
                      <a:pt x="5633" y="5578"/>
                    </a:cubicBezTo>
                    <a:cubicBezTo>
                      <a:pt x="6228" y="4983"/>
                      <a:pt x="6562" y="4176"/>
                      <a:pt x="6562" y="3334"/>
                    </a:cubicBezTo>
                    <a:cubicBezTo>
                      <a:pt x="6562" y="2493"/>
                      <a:pt x="6228" y="1686"/>
                      <a:pt x="5633" y="1091"/>
                    </a:cubicBezTo>
                    <a:cubicBezTo>
                      <a:pt x="5038" y="496"/>
                      <a:pt x="4231" y="162"/>
                      <a:pt x="3390" y="162"/>
                    </a:cubicBezTo>
                    <a:cubicBezTo>
                      <a:pt x="2549" y="162"/>
                      <a:pt x="1742" y="496"/>
                      <a:pt x="1148" y="1091"/>
                    </a:cubicBezTo>
                    <a:cubicBezTo>
                      <a:pt x="553" y="1686"/>
                      <a:pt x="219" y="2493"/>
                      <a:pt x="219" y="3334"/>
                    </a:cubicBezTo>
                    <a:cubicBezTo>
                      <a:pt x="219" y="4176"/>
                      <a:pt x="553" y="4983"/>
                      <a:pt x="1148" y="5578"/>
                    </a:cubicBezTo>
                    <a:cubicBezTo>
                      <a:pt x="1742" y="6173"/>
                      <a:pt x="2549" y="6507"/>
                      <a:pt x="339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12" name="Freeform: Shape 12811">
                <a:extLst>
                  <a:ext uri="{FF2B5EF4-FFF2-40B4-BE49-F238E27FC236}">
                    <a16:creationId xmlns:a16="http://schemas.microsoft.com/office/drawing/2014/main" id="{F4D3768E-E43F-C04E-76C4-247226A1CD2F}"/>
                  </a:ext>
                </a:extLst>
              </p:cNvPr>
              <p:cNvSpPr/>
              <p:nvPr/>
            </p:nvSpPr>
            <p:spPr>
              <a:xfrm>
                <a:off x="9179307" y="5531474"/>
                <a:ext cx="6343" cy="6345"/>
              </a:xfrm>
              <a:custGeom>
                <a:avLst/>
                <a:gdLst>
                  <a:gd name="connsiteX0" fmla="*/ 3390 w 6343"/>
                  <a:gd name="connsiteY0" fmla="*/ 6507 h 6345"/>
                  <a:gd name="connsiteX1" fmla="*/ 5633 w 6343"/>
                  <a:gd name="connsiteY1" fmla="*/ 5578 h 6345"/>
                  <a:gd name="connsiteX2" fmla="*/ 6561 w 6343"/>
                  <a:gd name="connsiteY2" fmla="*/ 3334 h 6345"/>
                  <a:gd name="connsiteX3" fmla="*/ 5633 w 6343"/>
                  <a:gd name="connsiteY3" fmla="*/ 1091 h 6345"/>
                  <a:gd name="connsiteX4" fmla="*/ 3390 w 6343"/>
                  <a:gd name="connsiteY4" fmla="*/ 162 h 6345"/>
                  <a:gd name="connsiteX5" fmla="*/ 1147 w 6343"/>
                  <a:gd name="connsiteY5" fmla="*/ 1091 h 6345"/>
                  <a:gd name="connsiteX6" fmla="*/ 218 w 6343"/>
                  <a:gd name="connsiteY6" fmla="*/ 3334 h 6345"/>
                  <a:gd name="connsiteX7" fmla="*/ 1147 w 6343"/>
                  <a:gd name="connsiteY7" fmla="*/ 5578 h 6345"/>
                  <a:gd name="connsiteX8" fmla="*/ 339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7"/>
                    </a:moveTo>
                    <a:cubicBezTo>
                      <a:pt x="4231" y="6507"/>
                      <a:pt x="5038" y="6173"/>
                      <a:pt x="5633" y="5578"/>
                    </a:cubicBezTo>
                    <a:cubicBezTo>
                      <a:pt x="6227" y="4983"/>
                      <a:pt x="6561" y="4176"/>
                      <a:pt x="6561" y="3334"/>
                    </a:cubicBezTo>
                    <a:cubicBezTo>
                      <a:pt x="6561" y="2493"/>
                      <a:pt x="6227" y="1686"/>
                      <a:pt x="5633" y="1091"/>
                    </a:cubicBezTo>
                    <a:cubicBezTo>
                      <a:pt x="5038" y="496"/>
                      <a:pt x="4231" y="162"/>
                      <a:pt x="3390" y="162"/>
                    </a:cubicBezTo>
                    <a:cubicBezTo>
                      <a:pt x="2549" y="162"/>
                      <a:pt x="1742" y="496"/>
                      <a:pt x="1147" y="1091"/>
                    </a:cubicBezTo>
                    <a:cubicBezTo>
                      <a:pt x="553" y="1686"/>
                      <a:pt x="218" y="2493"/>
                      <a:pt x="218" y="3334"/>
                    </a:cubicBezTo>
                    <a:cubicBezTo>
                      <a:pt x="218" y="4176"/>
                      <a:pt x="553" y="4983"/>
                      <a:pt x="1147" y="5578"/>
                    </a:cubicBezTo>
                    <a:cubicBezTo>
                      <a:pt x="1742" y="6173"/>
                      <a:pt x="2549" y="6507"/>
                      <a:pt x="339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13" name="Freeform: Shape 12812">
                <a:extLst>
                  <a:ext uri="{FF2B5EF4-FFF2-40B4-BE49-F238E27FC236}">
                    <a16:creationId xmlns:a16="http://schemas.microsoft.com/office/drawing/2014/main" id="{D2AC4E54-C0DD-7B68-F120-6C75723D4D21}"/>
                  </a:ext>
                </a:extLst>
              </p:cNvPr>
              <p:cNvSpPr/>
              <p:nvPr/>
            </p:nvSpPr>
            <p:spPr>
              <a:xfrm>
                <a:off x="9176875" y="5530710"/>
                <a:ext cx="6343" cy="6345"/>
              </a:xfrm>
              <a:custGeom>
                <a:avLst/>
                <a:gdLst>
                  <a:gd name="connsiteX0" fmla="*/ 3390 w 6343"/>
                  <a:gd name="connsiteY0" fmla="*/ 6507 h 6345"/>
                  <a:gd name="connsiteX1" fmla="*/ 5632 w 6343"/>
                  <a:gd name="connsiteY1" fmla="*/ 5578 h 6345"/>
                  <a:gd name="connsiteX2" fmla="*/ 6561 w 6343"/>
                  <a:gd name="connsiteY2" fmla="*/ 3334 h 6345"/>
                  <a:gd name="connsiteX3" fmla="*/ 5632 w 6343"/>
                  <a:gd name="connsiteY3" fmla="*/ 1091 h 6345"/>
                  <a:gd name="connsiteX4" fmla="*/ 3390 w 6343"/>
                  <a:gd name="connsiteY4" fmla="*/ 162 h 6345"/>
                  <a:gd name="connsiteX5" fmla="*/ 1147 w 6343"/>
                  <a:gd name="connsiteY5" fmla="*/ 1091 h 6345"/>
                  <a:gd name="connsiteX6" fmla="*/ 218 w 6343"/>
                  <a:gd name="connsiteY6" fmla="*/ 3334 h 6345"/>
                  <a:gd name="connsiteX7" fmla="*/ 1147 w 6343"/>
                  <a:gd name="connsiteY7" fmla="*/ 5578 h 6345"/>
                  <a:gd name="connsiteX8" fmla="*/ 339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7"/>
                    </a:moveTo>
                    <a:cubicBezTo>
                      <a:pt x="4231" y="6507"/>
                      <a:pt x="5038" y="6173"/>
                      <a:pt x="5632" y="5578"/>
                    </a:cubicBezTo>
                    <a:cubicBezTo>
                      <a:pt x="6227" y="4983"/>
                      <a:pt x="6561" y="4176"/>
                      <a:pt x="6561" y="3334"/>
                    </a:cubicBezTo>
                    <a:cubicBezTo>
                      <a:pt x="6561" y="2493"/>
                      <a:pt x="6227" y="1686"/>
                      <a:pt x="5632" y="1091"/>
                    </a:cubicBezTo>
                    <a:cubicBezTo>
                      <a:pt x="5038" y="496"/>
                      <a:pt x="4231" y="162"/>
                      <a:pt x="3390" y="162"/>
                    </a:cubicBezTo>
                    <a:cubicBezTo>
                      <a:pt x="2549" y="162"/>
                      <a:pt x="1742" y="496"/>
                      <a:pt x="1147" y="1091"/>
                    </a:cubicBezTo>
                    <a:cubicBezTo>
                      <a:pt x="552" y="1686"/>
                      <a:pt x="218" y="2493"/>
                      <a:pt x="218" y="3334"/>
                    </a:cubicBezTo>
                    <a:cubicBezTo>
                      <a:pt x="218" y="4176"/>
                      <a:pt x="552" y="4983"/>
                      <a:pt x="1147" y="5578"/>
                    </a:cubicBezTo>
                    <a:cubicBezTo>
                      <a:pt x="1742" y="6173"/>
                      <a:pt x="2549" y="6507"/>
                      <a:pt x="339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14" name="Freeform: Shape 12813">
                <a:extLst>
                  <a:ext uri="{FF2B5EF4-FFF2-40B4-BE49-F238E27FC236}">
                    <a16:creationId xmlns:a16="http://schemas.microsoft.com/office/drawing/2014/main" id="{8992C5FB-F26F-CFAC-5341-CC5841015966}"/>
                  </a:ext>
                </a:extLst>
              </p:cNvPr>
              <p:cNvSpPr/>
              <p:nvPr/>
            </p:nvSpPr>
            <p:spPr>
              <a:xfrm>
                <a:off x="9174349" y="5530006"/>
                <a:ext cx="6343" cy="6345"/>
              </a:xfrm>
              <a:custGeom>
                <a:avLst/>
                <a:gdLst>
                  <a:gd name="connsiteX0" fmla="*/ 3390 w 6343"/>
                  <a:gd name="connsiteY0" fmla="*/ 6507 h 6345"/>
                  <a:gd name="connsiteX1" fmla="*/ 5632 w 6343"/>
                  <a:gd name="connsiteY1" fmla="*/ 5578 h 6345"/>
                  <a:gd name="connsiteX2" fmla="*/ 6561 w 6343"/>
                  <a:gd name="connsiteY2" fmla="*/ 3334 h 6345"/>
                  <a:gd name="connsiteX3" fmla="*/ 5632 w 6343"/>
                  <a:gd name="connsiteY3" fmla="*/ 1091 h 6345"/>
                  <a:gd name="connsiteX4" fmla="*/ 3390 w 6343"/>
                  <a:gd name="connsiteY4" fmla="*/ 162 h 6345"/>
                  <a:gd name="connsiteX5" fmla="*/ 1147 w 6343"/>
                  <a:gd name="connsiteY5" fmla="*/ 1091 h 6345"/>
                  <a:gd name="connsiteX6" fmla="*/ 218 w 6343"/>
                  <a:gd name="connsiteY6" fmla="*/ 3334 h 6345"/>
                  <a:gd name="connsiteX7" fmla="*/ 1147 w 6343"/>
                  <a:gd name="connsiteY7" fmla="*/ 5578 h 6345"/>
                  <a:gd name="connsiteX8" fmla="*/ 339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7"/>
                    </a:moveTo>
                    <a:cubicBezTo>
                      <a:pt x="4231" y="6507"/>
                      <a:pt x="5037" y="6173"/>
                      <a:pt x="5632" y="5578"/>
                    </a:cubicBezTo>
                    <a:cubicBezTo>
                      <a:pt x="6227" y="4983"/>
                      <a:pt x="6561" y="4176"/>
                      <a:pt x="6561" y="3334"/>
                    </a:cubicBezTo>
                    <a:cubicBezTo>
                      <a:pt x="6561" y="2493"/>
                      <a:pt x="6227" y="1686"/>
                      <a:pt x="5632" y="1091"/>
                    </a:cubicBezTo>
                    <a:cubicBezTo>
                      <a:pt x="5037" y="496"/>
                      <a:pt x="4231" y="162"/>
                      <a:pt x="3390" y="162"/>
                    </a:cubicBezTo>
                    <a:cubicBezTo>
                      <a:pt x="2548" y="162"/>
                      <a:pt x="1742" y="496"/>
                      <a:pt x="1147" y="1091"/>
                    </a:cubicBezTo>
                    <a:cubicBezTo>
                      <a:pt x="552" y="1686"/>
                      <a:pt x="218" y="2493"/>
                      <a:pt x="218" y="3334"/>
                    </a:cubicBezTo>
                    <a:cubicBezTo>
                      <a:pt x="218" y="4176"/>
                      <a:pt x="552" y="4983"/>
                      <a:pt x="1147" y="5578"/>
                    </a:cubicBezTo>
                    <a:cubicBezTo>
                      <a:pt x="1742" y="6173"/>
                      <a:pt x="2548" y="6507"/>
                      <a:pt x="339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15" name="Freeform: Shape 12814">
                <a:extLst>
                  <a:ext uri="{FF2B5EF4-FFF2-40B4-BE49-F238E27FC236}">
                    <a16:creationId xmlns:a16="http://schemas.microsoft.com/office/drawing/2014/main" id="{DB03C427-E821-32C2-0806-EA8CE03C87F1}"/>
                  </a:ext>
                </a:extLst>
              </p:cNvPr>
              <p:cNvSpPr/>
              <p:nvPr/>
            </p:nvSpPr>
            <p:spPr>
              <a:xfrm>
                <a:off x="9171114" y="5529891"/>
                <a:ext cx="6343" cy="6345"/>
              </a:xfrm>
              <a:custGeom>
                <a:avLst/>
                <a:gdLst>
                  <a:gd name="connsiteX0" fmla="*/ 3389 w 6343"/>
                  <a:gd name="connsiteY0" fmla="*/ 6507 h 6345"/>
                  <a:gd name="connsiteX1" fmla="*/ 5632 w 6343"/>
                  <a:gd name="connsiteY1" fmla="*/ 5578 h 6345"/>
                  <a:gd name="connsiteX2" fmla="*/ 6561 w 6343"/>
                  <a:gd name="connsiteY2" fmla="*/ 3334 h 6345"/>
                  <a:gd name="connsiteX3" fmla="*/ 5632 w 6343"/>
                  <a:gd name="connsiteY3" fmla="*/ 1091 h 6345"/>
                  <a:gd name="connsiteX4" fmla="*/ 3389 w 6343"/>
                  <a:gd name="connsiteY4" fmla="*/ 162 h 6345"/>
                  <a:gd name="connsiteX5" fmla="*/ 1147 w 6343"/>
                  <a:gd name="connsiteY5" fmla="*/ 1091 h 6345"/>
                  <a:gd name="connsiteX6" fmla="*/ 218 w 6343"/>
                  <a:gd name="connsiteY6" fmla="*/ 3334 h 6345"/>
                  <a:gd name="connsiteX7" fmla="*/ 1147 w 6343"/>
                  <a:gd name="connsiteY7" fmla="*/ 5578 h 6345"/>
                  <a:gd name="connsiteX8" fmla="*/ 338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7"/>
                    </a:moveTo>
                    <a:cubicBezTo>
                      <a:pt x="4230" y="6507"/>
                      <a:pt x="5037" y="6173"/>
                      <a:pt x="5632" y="5578"/>
                    </a:cubicBezTo>
                    <a:cubicBezTo>
                      <a:pt x="6227" y="4983"/>
                      <a:pt x="6561" y="4176"/>
                      <a:pt x="6561" y="3334"/>
                    </a:cubicBezTo>
                    <a:cubicBezTo>
                      <a:pt x="6561" y="2493"/>
                      <a:pt x="6227" y="1686"/>
                      <a:pt x="5632" y="1091"/>
                    </a:cubicBezTo>
                    <a:cubicBezTo>
                      <a:pt x="5037" y="496"/>
                      <a:pt x="4230" y="162"/>
                      <a:pt x="3389" y="162"/>
                    </a:cubicBezTo>
                    <a:cubicBezTo>
                      <a:pt x="2548" y="162"/>
                      <a:pt x="1741" y="496"/>
                      <a:pt x="1147" y="1091"/>
                    </a:cubicBezTo>
                    <a:cubicBezTo>
                      <a:pt x="552" y="1686"/>
                      <a:pt x="218" y="2493"/>
                      <a:pt x="218" y="3334"/>
                    </a:cubicBezTo>
                    <a:cubicBezTo>
                      <a:pt x="218" y="4176"/>
                      <a:pt x="552" y="4983"/>
                      <a:pt x="1147" y="5578"/>
                    </a:cubicBezTo>
                    <a:cubicBezTo>
                      <a:pt x="1741" y="6173"/>
                      <a:pt x="2548" y="6507"/>
                      <a:pt x="338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16" name="Freeform: Shape 12815">
                <a:extLst>
                  <a:ext uri="{FF2B5EF4-FFF2-40B4-BE49-F238E27FC236}">
                    <a16:creationId xmlns:a16="http://schemas.microsoft.com/office/drawing/2014/main" id="{835B9DBC-7738-1633-8B42-D4757FC03969}"/>
                  </a:ext>
                </a:extLst>
              </p:cNvPr>
              <p:cNvSpPr/>
              <p:nvPr/>
            </p:nvSpPr>
            <p:spPr>
              <a:xfrm>
                <a:off x="9167490" y="5530069"/>
                <a:ext cx="6343" cy="6345"/>
              </a:xfrm>
              <a:custGeom>
                <a:avLst/>
                <a:gdLst>
                  <a:gd name="connsiteX0" fmla="*/ 3389 w 6343"/>
                  <a:gd name="connsiteY0" fmla="*/ 6507 h 6345"/>
                  <a:gd name="connsiteX1" fmla="*/ 5632 w 6343"/>
                  <a:gd name="connsiteY1" fmla="*/ 5578 h 6345"/>
                  <a:gd name="connsiteX2" fmla="*/ 6561 w 6343"/>
                  <a:gd name="connsiteY2" fmla="*/ 3334 h 6345"/>
                  <a:gd name="connsiteX3" fmla="*/ 5632 w 6343"/>
                  <a:gd name="connsiteY3" fmla="*/ 1091 h 6345"/>
                  <a:gd name="connsiteX4" fmla="*/ 3389 w 6343"/>
                  <a:gd name="connsiteY4" fmla="*/ 162 h 6345"/>
                  <a:gd name="connsiteX5" fmla="*/ 1146 w 6343"/>
                  <a:gd name="connsiteY5" fmla="*/ 1091 h 6345"/>
                  <a:gd name="connsiteX6" fmla="*/ 217 w 6343"/>
                  <a:gd name="connsiteY6" fmla="*/ 3334 h 6345"/>
                  <a:gd name="connsiteX7" fmla="*/ 1146 w 6343"/>
                  <a:gd name="connsiteY7" fmla="*/ 5578 h 6345"/>
                  <a:gd name="connsiteX8" fmla="*/ 338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7"/>
                    </a:moveTo>
                    <a:cubicBezTo>
                      <a:pt x="4230" y="6507"/>
                      <a:pt x="5037" y="6173"/>
                      <a:pt x="5632" y="5578"/>
                    </a:cubicBezTo>
                    <a:cubicBezTo>
                      <a:pt x="6226" y="4983"/>
                      <a:pt x="6561" y="4176"/>
                      <a:pt x="6561" y="3334"/>
                    </a:cubicBezTo>
                    <a:cubicBezTo>
                      <a:pt x="6561" y="2493"/>
                      <a:pt x="6226" y="1686"/>
                      <a:pt x="5632" y="1091"/>
                    </a:cubicBezTo>
                    <a:cubicBezTo>
                      <a:pt x="5037" y="496"/>
                      <a:pt x="4230" y="162"/>
                      <a:pt x="3389" y="162"/>
                    </a:cubicBezTo>
                    <a:cubicBezTo>
                      <a:pt x="2548" y="162"/>
                      <a:pt x="1741" y="496"/>
                      <a:pt x="1146" y="1091"/>
                    </a:cubicBezTo>
                    <a:cubicBezTo>
                      <a:pt x="552" y="1686"/>
                      <a:pt x="217" y="2493"/>
                      <a:pt x="217" y="3334"/>
                    </a:cubicBezTo>
                    <a:cubicBezTo>
                      <a:pt x="217" y="4176"/>
                      <a:pt x="552" y="4983"/>
                      <a:pt x="1146" y="5578"/>
                    </a:cubicBezTo>
                    <a:cubicBezTo>
                      <a:pt x="1741" y="6173"/>
                      <a:pt x="2548" y="6507"/>
                      <a:pt x="338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17" name="Freeform: Shape 12816">
                <a:extLst>
                  <a:ext uri="{FF2B5EF4-FFF2-40B4-BE49-F238E27FC236}">
                    <a16:creationId xmlns:a16="http://schemas.microsoft.com/office/drawing/2014/main" id="{D175AC12-41E2-5644-248E-4A21F09FC076}"/>
                  </a:ext>
                </a:extLst>
              </p:cNvPr>
              <p:cNvSpPr/>
              <p:nvPr/>
            </p:nvSpPr>
            <p:spPr>
              <a:xfrm>
                <a:off x="9162949" y="5530973"/>
                <a:ext cx="6343" cy="6345"/>
              </a:xfrm>
              <a:custGeom>
                <a:avLst/>
                <a:gdLst>
                  <a:gd name="connsiteX0" fmla="*/ 3389 w 6343"/>
                  <a:gd name="connsiteY0" fmla="*/ 6507 h 6345"/>
                  <a:gd name="connsiteX1" fmla="*/ 5631 w 6343"/>
                  <a:gd name="connsiteY1" fmla="*/ 5578 h 6345"/>
                  <a:gd name="connsiteX2" fmla="*/ 6560 w 6343"/>
                  <a:gd name="connsiteY2" fmla="*/ 3334 h 6345"/>
                  <a:gd name="connsiteX3" fmla="*/ 5631 w 6343"/>
                  <a:gd name="connsiteY3" fmla="*/ 1091 h 6345"/>
                  <a:gd name="connsiteX4" fmla="*/ 3389 w 6343"/>
                  <a:gd name="connsiteY4" fmla="*/ 162 h 6345"/>
                  <a:gd name="connsiteX5" fmla="*/ 1146 w 6343"/>
                  <a:gd name="connsiteY5" fmla="*/ 1091 h 6345"/>
                  <a:gd name="connsiteX6" fmla="*/ 217 w 6343"/>
                  <a:gd name="connsiteY6" fmla="*/ 3334 h 6345"/>
                  <a:gd name="connsiteX7" fmla="*/ 1146 w 6343"/>
                  <a:gd name="connsiteY7" fmla="*/ 5578 h 6345"/>
                  <a:gd name="connsiteX8" fmla="*/ 338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7"/>
                    </a:moveTo>
                    <a:cubicBezTo>
                      <a:pt x="4230" y="6507"/>
                      <a:pt x="5037" y="6173"/>
                      <a:pt x="5631" y="5578"/>
                    </a:cubicBezTo>
                    <a:cubicBezTo>
                      <a:pt x="6226" y="4983"/>
                      <a:pt x="6560" y="4176"/>
                      <a:pt x="6560" y="3334"/>
                    </a:cubicBezTo>
                    <a:cubicBezTo>
                      <a:pt x="6560" y="2493"/>
                      <a:pt x="6226" y="1686"/>
                      <a:pt x="5631" y="1091"/>
                    </a:cubicBezTo>
                    <a:cubicBezTo>
                      <a:pt x="5037" y="496"/>
                      <a:pt x="4230" y="162"/>
                      <a:pt x="3389" y="162"/>
                    </a:cubicBezTo>
                    <a:cubicBezTo>
                      <a:pt x="2548" y="162"/>
                      <a:pt x="1741" y="496"/>
                      <a:pt x="1146" y="1091"/>
                    </a:cubicBezTo>
                    <a:cubicBezTo>
                      <a:pt x="551" y="1686"/>
                      <a:pt x="217" y="2493"/>
                      <a:pt x="217" y="3334"/>
                    </a:cubicBezTo>
                    <a:cubicBezTo>
                      <a:pt x="217" y="4176"/>
                      <a:pt x="551" y="4983"/>
                      <a:pt x="1146" y="5578"/>
                    </a:cubicBezTo>
                    <a:cubicBezTo>
                      <a:pt x="1741" y="6173"/>
                      <a:pt x="2548" y="6507"/>
                      <a:pt x="338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18" name="Freeform: Shape 12817">
                <a:extLst>
                  <a:ext uri="{FF2B5EF4-FFF2-40B4-BE49-F238E27FC236}">
                    <a16:creationId xmlns:a16="http://schemas.microsoft.com/office/drawing/2014/main" id="{27CAD05D-C02B-E42B-A111-2358080E7C59}"/>
                  </a:ext>
                </a:extLst>
              </p:cNvPr>
              <p:cNvSpPr/>
              <p:nvPr/>
            </p:nvSpPr>
            <p:spPr>
              <a:xfrm>
                <a:off x="9159009" y="5531313"/>
                <a:ext cx="6343" cy="6345"/>
              </a:xfrm>
              <a:custGeom>
                <a:avLst/>
                <a:gdLst>
                  <a:gd name="connsiteX0" fmla="*/ 3388 w 6343"/>
                  <a:gd name="connsiteY0" fmla="*/ 6507 h 6345"/>
                  <a:gd name="connsiteX1" fmla="*/ 5631 w 6343"/>
                  <a:gd name="connsiteY1" fmla="*/ 5578 h 6345"/>
                  <a:gd name="connsiteX2" fmla="*/ 6560 w 6343"/>
                  <a:gd name="connsiteY2" fmla="*/ 3334 h 6345"/>
                  <a:gd name="connsiteX3" fmla="*/ 5631 w 6343"/>
                  <a:gd name="connsiteY3" fmla="*/ 1091 h 6345"/>
                  <a:gd name="connsiteX4" fmla="*/ 3388 w 6343"/>
                  <a:gd name="connsiteY4" fmla="*/ 162 h 6345"/>
                  <a:gd name="connsiteX5" fmla="*/ 1146 w 6343"/>
                  <a:gd name="connsiteY5" fmla="*/ 1091 h 6345"/>
                  <a:gd name="connsiteX6" fmla="*/ 217 w 6343"/>
                  <a:gd name="connsiteY6" fmla="*/ 3334 h 6345"/>
                  <a:gd name="connsiteX7" fmla="*/ 1146 w 6343"/>
                  <a:gd name="connsiteY7" fmla="*/ 5578 h 6345"/>
                  <a:gd name="connsiteX8" fmla="*/ 338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7"/>
                    </a:moveTo>
                    <a:cubicBezTo>
                      <a:pt x="4229" y="6507"/>
                      <a:pt x="5036" y="6173"/>
                      <a:pt x="5631" y="5578"/>
                    </a:cubicBezTo>
                    <a:cubicBezTo>
                      <a:pt x="6226" y="4983"/>
                      <a:pt x="6560" y="4176"/>
                      <a:pt x="6560" y="3334"/>
                    </a:cubicBezTo>
                    <a:cubicBezTo>
                      <a:pt x="6560" y="2493"/>
                      <a:pt x="6226" y="1686"/>
                      <a:pt x="5631" y="1091"/>
                    </a:cubicBezTo>
                    <a:cubicBezTo>
                      <a:pt x="5036" y="496"/>
                      <a:pt x="4229" y="162"/>
                      <a:pt x="3388" y="162"/>
                    </a:cubicBezTo>
                    <a:cubicBezTo>
                      <a:pt x="2547" y="162"/>
                      <a:pt x="1740" y="496"/>
                      <a:pt x="1146" y="1091"/>
                    </a:cubicBezTo>
                    <a:cubicBezTo>
                      <a:pt x="551" y="1686"/>
                      <a:pt x="217" y="2493"/>
                      <a:pt x="217" y="3334"/>
                    </a:cubicBezTo>
                    <a:cubicBezTo>
                      <a:pt x="217" y="4176"/>
                      <a:pt x="551" y="4983"/>
                      <a:pt x="1146" y="5578"/>
                    </a:cubicBezTo>
                    <a:cubicBezTo>
                      <a:pt x="1740" y="6173"/>
                      <a:pt x="2547" y="6507"/>
                      <a:pt x="338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19" name="Freeform: Shape 12818">
                <a:extLst>
                  <a:ext uri="{FF2B5EF4-FFF2-40B4-BE49-F238E27FC236}">
                    <a16:creationId xmlns:a16="http://schemas.microsoft.com/office/drawing/2014/main" id="{7ACB8EFF-54DA-F8A9-BF64-2A33F89DA1B6}"/>
                  </a:ext>
                </a:extLst>
              </p:cNvPr>
              <p:cNvSpPr/>
              <p:nvPr/>
            </p:nvSpPr>
            <p:spPr>
              <a:xfrm>
                <a:off x="9155150" y="5531533"/>
                <a:ext cx="6343" cy="6345"/>
              </a:xfrm>
              <a:custGeom>
                <a:avLst/>
                <a:gdLst>
                  <a:gd name="connsiteX0" fmla="*/ 3388 w 6343"/>
                  <a:gd name="connsiteY0" fmla="*/ 6507 h 6345"/>
                  <a:gd name="connsiteX1" fmla="*/ 5631 w 6343"/>
                  <a:gd name="connsiteY1" fmla="*/ 5578 h 6345"/>
                  <a:gd name="connsiteX2" fmla="*/ 6560 w 6343"/>
                  <a:gd name="connsiteY2" fmla="*/ 3334 h 6345"/>
                  <a:gd name="connsiteX3" fmla="*/ 5631 w 6343"/>
                  <a:gd name="connsiteY3" fmla="*/ 1091 h 6345"/>
                  <a:gd name="connsiteX4" fmla="*/ 3388 w 6343"/>
                  <a:gd name="connsiteY4" fmla="*/ 162 h 6345"/>
                  <a:gd name="connsiteX5" fmla="*/ 1145 w 6343"/>
                  <a:gd name="connsiteY5" fmla="*/ 1091 h 6345"/>
                  <a:gd name="connsiteX6" fmla="*/ 216 w 6343"/>
                  <a:gd name="connsiteY6" fmla="*/ 3334 h 6345"/>
                  <a:gd name="connsiteX7" fmla="*/ 1145 w 6343"/>
                  <a:gd name="connsiteY7" fmla="*/ 5578 h 6345"/>
                  <a:gd name="connsiteX8" fmla="*/ 338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7"/>
                    </a:moveTo>
                    <a:cubicBezTo>
                      <a:pt x="4229" y="6507"/>
                      <a:pt x="5036" y="6173"/>
                      <a:pt x="5631" y="5578"/>
                    </a:cubicBezTo>
                    <a:cubicBezTo>
                      <a:pt x="6225" y="4983"/>
                      <a:pt x="6560" y="4176"/>
                      <a:pt x="6560" y="3334"/>
                    </a:cubicBezTo>
                    <a:cubicBezTo>
                      <a:pt x="6560" y="2493"/>
                      <a:pt x="6225" y="1686"/>
                      <a:pt x="5631" y="1091"/>
                    </a:cubicBezTo>
                    <a:cubicBezTo>
                      <a:pt x="5036" y="496"/>
                      <a:pt x="4229" y="162"/>
                      <a:pt x="3388" y="162"/>
                    </a:cubicBezTo>
                    <a:cubicBezTo>
                      <a:pt x="2547" y="162"/>
                      <a:pt x="1740" y="496"/>
                      <a:pt x="1145" y="1091"/>
                    </a:cubicBezTo>
                    <a:cubicBezTo>
                      <a:pt x="551" y="1686"/>
                      <a:pt x="216" y="2493"/>
                      <a:pt x="216" y="3334"/>
                    </a:cubicBezTo>
                    <a:cubicBezTo>
                      <a:pt x="216" y="4176"/>
                      <a:pt x="551" y="4983"/>
                      <a:pt x="1145" y="5578"/>
                    </a:cubicBezTo>
                    <a:cubicBezTo>
                      <a:pt x="1740" y="6173"/>
                      <a:pt x="2547" y="6507"/>
                      <a:pt x="338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20" name="Freeform: Shape 12819">
                <a:extLst>
                  <a:ext uri="{FF2B5EF4-FFF2-40B4-BE49-F238E27FC236}">
                    <a16:creationId xmlns:a16="http://schemas.microsoft.com/office/drawing/2014/main" id="{FA31CB5D-B689-86A6-4C48-518226E7457F}"/>
                  </a:ext>
                </a:extLst>
              </p:cNvPr>
              <p:cNvSpPr/>
              <p:nvPr/>
            </p:nvSpPr>
            <p:spPr>
              <a:xfrm>
                <a:off x="9151278" y="5531716"/>
                <a:ext cx="6343" cy="6345"/>
              </a:xfrm>
              <a:custGeom>
                <a:avLst/>
                <a:gdLst>
                  <a:gd name="connsiteX0" fmla="*/ 3388 w 6343"/>
                  <a:gd name="connsiteY0" fmla="*/ 6507 h 6345"/>
                  <a:gd name="connsiteX1" fmla="*/ 5630 w 6343"/>
                  <a:gd name="connsiteY1" fmla="*/ 5578 h 6345"/>
                  <a:gd name="connsiteX2" fmla="*/ 6559 w 6343"/>
                  <a:gd name="connsiteY2" fmla="*/ 3334 h 6345"/>
                  <a:gd name="connsiteX3" fmla="*/ 5630 w 6343"/>
                  <a:gd name="connsiteY3" fmla="*/ 1091 h 6345"/>
                  <a:gd name="connsiteX4" fmla="*/ 3388 w 6343"/>
                  <a:gd name="connsiteY4" fmla="*/ 162 h 6345"/>
                  <a:gd name="connsiteX5" fmla="*/ 1145 w 6343"/>
                  <a:gd name="connsiteY5" fmla="*/ 1091 h 6345"/>
                  <a:gd name="connsiteX6" fmla="*/ 216 w 6343"/>
                  <a:gd name="connsiteY6" fmla="*/ 3334 h 6345"/>
                  <a:gd name="connsiteX7" fmla="*/ 1145 w 6343"/>
                  <a:gd name="connsiteY7" fmla="*/ 5578 h 6345"/>
                  <a:gd name="connsiteX8" fmla="*/ 338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7"/>
                    </a:moveTo>
                    <a:cubicBezTo>
                      <a:pt x="4229" y="6507"/>
                      <a:pt x="5036" y="6173"/>
                      <a:pt x="5630" y="5578"/>
                    </a:cubicBezTo>
                    <a:cubicBezTo>
                      <a:pt x="6225" y="4983"/>
                      <a:pt x="6559" y="4176"/>
                      <a:pt x="6559" y="3334"/>
                    </a:cubicBezTo>
                    <a:cubicBezTo>
                      <a:pt x="6559" y="2493"/>
                      <a:pt x="6225" y="1686"/>
                      <a:pt x="5630" y="1091"/>
                    </a:cubicBezTo>
                    <a:cubicBezTo>
                      <a:pt x="5036" y="496"/>
                      <a:pt x="4229" y="162"/>
                      <a:pt x="3388" y="162"/>
                    </a:cubicBezTo>
                    <a:cubicBezTo>
                      <a:pt x="2547" y="162"/>
                      <a:pt x="1740" y="496"/>
                      <a:pt x="1145" y="1091"/>
                    </a:cubicBezTo>
                    <a:cubicBezTo>
                      <a:pt x="550" y="1686"/>
                      <a:pt x="216" y="2493"/>
                      <a:pt x="216" y="3334"/>
                    </a:cubicBezTo>
                    <a:cubicBezTo>
                      <a:pt x="216" y="4176"/>
                      <a:pt x="550" y="4983"/>
                      <a:pt x="1145" y="5578"/>
                    </a:cubicBezTo>
                    <a:cubicBezTo>
                      <a:pt x="1740" y="6173"/>
                      <a:pt x="2547" y="6507"/>
                      <a:pt x="338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21" name="Freeform: Shape 12820">
                <a:extLst>
                  <a:ext uri="{FF2B5EF4-FFF2-40B4-BE49-F238E27FC236}">
                    <a16:creationId xmlns:a16="http://schemas.microsoft.com/office/drawing/2014/main" id="{9F74C630-4161-815E-6B9D-4B0C217C3A9C}"/>
                  </a:ext>
                </a:extLst>
              </p:cNvPr>
              <p:cNvSpPr/>
              <p:nvPr/>
            </p:nvSpPr>
            <p:spPr>
              <a:xfrm>
                <a:off x="9135023" y="5532552"/>
                <a:ext cx="6343" cy="6345"/>
              </a:xfrm>
              <a:custGeom>
                <a:avLst/>
                <a:gdLst>
                  <a:gd name="connsiteX0" fmla="*/ 3386 w 6343"/>
                  <a:gd name="connsiteY0" fmla="*/ 6507 h 6345"/>
                  <a:gd name="connsiteX1" fmla="*/ 5629 w 6343"/>
                  <a:gd name="connsiteY1" fmla="*/ 5578 h 6345"/>
                  <a:gd name="connsiteX2" fmla="*/ 6558 w 6343"/>
                  <a:gd name="connsiteY2" fmla="*/ 3334 h 6345"/>
                  <a:gd name="connsiteX3" fmla="*/ 5629 w 6343"/>
                  <a:gd name="connsiteY3" fmla="*/ 1091 h 6345"/>
                  <a:gd name="connsiteX4" fmla="*/ 3386 w 6343"/>
                  <a:gd name="connsiteY4" fmla="*/ 162 h 6345"/>
                  <a:gd name="connsiteX5" fmla="*/ 1144 w 6343"/>
                  <a:gd name="connsiteY5" fmla="*/ 1091 h 6345"/>
                  <a:gd name="connsiteX6" fmla="*/ 215 w 6343"/>
                  <a:gd name="connsiteY6" fmla="*/ 3334 h 6345"/>
                  <a:gd name="connsiteX7" fmla="*/ 1144 w 6343"/>
                  <a:gd name="connsiteY7" fmla="*/ 5578 h 6345"/>
                  <a:gd name="connsiteX8" fmla="*/ 338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07"/>
                    </a:moveTo>
                    <a:cubicBezTo>
                      <a:pt x="4228" y="6507"/>
                      <a:pt x="5034" y="6173"/>
                      <a:pt x="5629" y="5578"/>
                    </a:cubicBezTo>
                    <a:cubicBezTo>
                      <a:pt x="6224" y="4983"/>
                      <a:pt x="6558" y="4176"/>
                      <a:pt x="6558" y="3334"/>
                    </a:cubicBezTo>
                    <a:cubicBezTo>
                      <a:pt x="6558" y="2493"/>
                      <a:pt x="6224" y="1686"/>
                      <a:pt x="5629" y="1091"/>
                    </a:cubicBezTo>
                    <a:cubicBezTo>
                      <a:pt x="5034" y="496"/>
                      <a:pt x="4228" y="162"/>
                      <a:pt x="3386" y="162"/>
                    </a:cubicBezTo>
                    <a:cubicBezTo>
                      <a:pt x="2545" y="162"/>
                      <a:pt x="1739" y="496"/>
                      <a:pt x="1144" y="1091"/>
                    </a:cubicBezTo>
                    <a:cubicBezTo>
                      <a:pt x="549" y="1686"/>
                      <a:pt x="215" y="2493"/>
                      <a:pt x="215" y="3334"/>
                    </a:cubicBezTo>
                    <a:cubicBezTo>
                      <a:pt x="215" y="4176"/>
                      <a:pt x="549" y="4983"/>
                      <a:pt x="1144" y="5578"/>
                    </a:cubicBezTo>
                    <a:cubicBezTo>
                      <a:pt x="1739" y="6173"/>
                      <a:pt x="2545" y="6507"/>
                      <a:pt x="338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22" name="Freeform: Shape 12821">
                <a:extLst>
                  <a:ext uri="{FF2B5EF4-FFF2-40B4-BE49-F238E27FC236}">
                    <a16:creationId xmlns:a16="http://schemas.microsoft.com/office/drawing/2014/main" id="{571023AF-7B15-AF45-3C09-1D0681D7F6D2}"/>
                  </a:ext>
                </a:extLst>
              </p:cNvPr>
              <p:cNvSpPr/>
              <p:nvPr/>
            </p:nvSpPr>
            <p:spPr>
              <a:xfrm>
                <a:off x="9132127" y="5531743"/>
                <a:ext cx="6343" cy="6345"/>
              </a:xfrm>
              <a:custGeom>
                <a:avLst/>
                <a:gdLst>
                  <a:gd name="connsiteX0" fmla="*/ 3386 w 6343"/>
                  <a:gd name="connsiteY0" fmla="*/ 6507 h 6345"/>
                  <a:gd name="connsiteX1" fmla="*/ 5629 w 6343"/>
                  <a:gd name="connsiteY1" fmla="*/ 5578 h 6345"/>
                  <a:gd name="connsiteX2" fmla="*/ 6558 w 6343"/>
                  <a:gd name="connsiteY2" fmla="*/ 3334 h 6345"/>
                  <a:gd name="connsiteX3" fmla="*/ 5629 w 6343"/>
                  <a:gd name="connsiteY3" fmla="*/ 1091 h 6345"/>
                  <a:gd name="connsiteX4" fmla="*/ 3386 w 6343"/>
                  <a:gd name="connsiteY4" fmla="*/ 162 h 6345"/>
                  <a:gd name="connsiteX5" fmla="*/ 1144 w 6343"/>
                  <a:gd name="connsiteY5" fmla="*/ 1091 h 6345"/>
                  <a:gd name="connsiteX6" fmla="*/ 215 w 6343"/>
                  <a:gd name="connsiteY6" fmla="*/ 3334 h 6345"/>
                  <a:gd name="connsiteX7" fmla="*/ 1144 w 6343"/>
                  <a:gd name="connsiteY7" fmla="*/ 5578 h 6345"/>
                  <a:gd name="connsiteX8" fmla="*/ 338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07"/>
                    </a:moveTo>
                    <a:cubicBezTo>
                      <a:pt x="4227" y="6507"/>
                      <a:pt x="5034" y="6173"/>
                      <a:pt x="5629" y="5578"/>
                    </a:cubicBezTo>
                    <a:cubicBezTo>
                      <a:pt x="6224" y="4983"/>
                      <a:pt x="6558" y="4176"/>
                      <a:pt x="6558" y="3334"/>
                    </a:cubicBezTo>
                    <a:cubicBezTo>
                      <a:pt x="6558" y="2493"/>
                      <a:pt x="6224" y="1686"/>
                      <a:pt x="5629" y="1091"/>
                    </a:cubicBezTo>
                    <a:cubicBezTo>
                      <a:pt x="5034" y="496"/>
                      <a:pt x="4227" y="162"/>
                      <a:pt x="3386" y="162"/>
                    </a:cubicBezTo>
                    <a:cubicBezTo>
                      <a:pt x="2545" y="162"/>
                      <a:pt x="1738" y="496"/>
                      <a:pt x="1144" y="1091"/>
                    </a:cubicBezTo>
                    <a:cubicBezTo>
                      <a:pt x="549" y="1686"/>
                      <a:pt x="215" y="2493"/>
                      <a:pt x="215" y="3334"/>
                    </a:cubicBezTo>
                    <a:cubicBezTo>
                      <a:pt x="215" y="4176"/>
                      <a:pt x="549" y="4983"/>
                      <a:pt x="1144" y="5578"/>
                    </a:cubicBezTo>
                    <a:cubicBezTo>
                      <a:pt x="1738" y="6173"/>
                      <a:pt x="2545" y="6507"/>
                      <a:pt x="338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23" name="Freeform: Shape 12822">
                <a:extLst>
                  <a:ext uri="{FF2B5EF4-FFF2-40B4-BE49-F238E27FC236}">
                    <a16:creationId xmlns:a16="http://schemas.microsoft.com/office/drawing/2014/main" id="{871DA8EC-420B-E6B0-824D-882263C33307}"/>
                  </a:ext>
                </a:extLst>
              </p:cNvPr>
              <p:cNvSpPr/>
              <p:nvPr/>
            </p:nvSpPr>
            <p:spPr>
              <a:xfrm>
                <a:off x="9129280" y="5530870"/>
                <a:ext cx="6343" cy="6345"/>
              </a:xfrm>
              <a:custGeom>
                <a:avLst/>
                <a:gdLst>
                  <a:gd name="connsiteX0" fmla="*/ 3386 w 6343"/>
                  <a:gd name="connsiteY0" fmla="*/ 6507 h 6345"/>
                  <a:gd name="connsiteX1" fmla="*/ 5629 w 6343"/>
                  <a:gd name="connsiteY1" fmla="*/ 5578 h 6345"/>
                  <a:gd name="connsiteX2" fmla="*/ 6558 w 6343"/>
                  <a:gd name="connsiteY2" fmla="*/ 3334 h 6345"/>
                  <a:gd name="connsiteX3" fmla="*/ 5629 w 6343"/>
                  <a:gd name="connsiteY3" fmla="*/ 1091 h 6345"/>
                  <a:gd name="connsiteX4" fmla="*/ 3386 w 6343"/>
                  <a:gd name="connsiteY4" fmla="*/ 162 h 6345"/>
                  <a:gd name="connsiteX5" fmla="*/ 1143 w 6343"/>
                  <a:gd name="connsiteY5" fmla="*/ 1091 h 6345"/>
                  <a:gd name="connsiteX6" fmla="*/ 214 w 6343"/>
                  <a:gd name="connsiteY6" fmla="*/ 3334 h 6345"/>
                  <a:gd name="connsiteX7" fmla="*/ 1143 w 6343"/>
                  <a:gd name="connsiteY7" fmla="*/ 5578 h 6345"/>
                  <a:gd name="connsiteX8" fmla="*/ 338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07"/>
                    </a:moveTo>
                    <a:cubicBezTo>
                      <a:pt x="4227" y="6507"/>
                      <a:pt x="5034" y="6173"/>
                      <a:pt x="5629" y="5578"/>
                    </a:cubicBezTo>
                    <a:cubicBezTo>
                      <a:pt x="6223" y="4983"/>
                      <a:pt x="6558" y="4176"/>
                      <a:pt x="6558" y="3334"/>
                    </a:cubicBezTo>
                    <a:cubicBezTo>
                      <a:pt x="6558" y="2493"/>
                      <a:pt x="6223" y="1686"/>
                      <a:pt x="5629" y="1091"/>
                    </a:cubicBezTo>
                    <a:cubicBezTo>
                      <a:pt x="5034" y="496"/>
                      <a:pt x="4227" y="162"/>
                      <a:pt x="3386" y="162"/>
                    </a:cubicBezTo>
                    <a:cubicBezTo>
                      <a:pt x="2545" y="162"/>
                      <a:pt x="1738" y="496"/>
                      <a:pt x="1143" y="1091"/>
                    </a:cubicBezTo>
                    <a:cubicBezTo>
                      <a:pt x="549" y="1686"/>
                      <a:pt x="214" y="2493"/>
                      <a:pt x="214" y="3334"/>
                    </a:cubicBezTo>
                    <a:cubicBezTo>
                      <a:pt x="214" y="4176"/>
                      <a:pt x="549" y="4983"/>
                      <a:pt x="1143" y="5578"/>
                    </a:cubicBezTo>
                    <a:cubicBezTo>
                      <a:pt x="1738" y="6173"/>
                      <a:pt x="2545" y="6507"/>
                      <a:pt x="338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24" name="Freeform: Shape 12823">
                <a:extLst>
                  <a:ext uri="{FF2B5EF4-FFF2-40B4-BE49-F238E27FC236}">
                    <a16:creationId xmlns:a16="http://schemas.microsoft.com/office/drawing/2014/main" id="{C08CE635-8202-4F7F-8DDA-8616AA252D2C}"/>
                  </a:ext>
                </a:extLst>
              </p:cNvPr>
              <p:cNvSpPr/>
              <p:nvPr/>
            </p:nvSpPr>
            <p:spPr>
              <a:xfrm>
                <a:off x="9127083" y="5529488"/>
                <a:ext cx="6343" cy="6345"/>
              </a:xfrm>
              <a:custGeom>
                <a:avLst/>
                <a:gdLst>
                  <a:gd name="connsiteX0" fmla="*/ 3386 w 6343"/>
                  <a:gd name="connsiteY0" fmla="*/ 6507 h 6345"/>
                  <a:gd name="connsiteX1" fmla="*/ 5628 w 6343"/>
                  <a:gd name="connsiteY1" fmla="*/ 5578 h 6345"/>
                  <a:gd name="connsiteX2" fmla="*/ 6557 w 6343"/>
                  <a:gd name="connsiteY2" fmla="*/ 3334 h 6345"/>
                  <a:gd name="connsiteX3" fmla="*/ 5628 w 6343"/>
                  <a:gd name="connsiteY3" fmla="*/ 1091 h 6345"/>
                  <a:gd name="connsiteX4" fmla="*/ 3386 w 6343"/>
                  <a:gd name="connsiteY4" fmla="*/ 162 h 6345"/>
                  <a:gd name="connsiteX5" fmla="*/ 1143 w 6343"/>
                  <a:gd name="connsiteY5" fmla="*/ 1091 h 6345"/>
                  <a:gd name="connsiteX6" fmla="*/ 214 w 6343"/>
                  <a:gd name="connsiteY6" fmla="*/ 3334 h 6345"/>
                  <a:gd name="connsiteX7" fmla="*/ 1143 w 6343"/>
                  <a:gd name="connsiteY7" fmla="*/ 5578 h 6345"/>
                  <a:gd name="connsiteX8" fmla="*/ 338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07"/>
                    </a:moveTo>
                    <a:cubicBezTo>
                      <a:pt x="4227" y="6507"/>
                      <a:pt x="5034" y="6173"/>
                      <a:pt x="5628" y="5578"/>
                    </a:cubicBezTo>
                    <a:cubicBezTo>
                      <a:pt x="6223" y="4983"/>
                      <a:pt x="6557" y="4176"/>
                      <a:pt x="6557" y="3334"/>
                    </a:cubicBezTo>
                    <a:cubicBezTo>
                      <a:pt x="6557" y="2493"/>
                      <a:pt x="6223" y="1686"/>
                      <a:pt x="5628" y="1091"/>
                    </a:cubicBezTo>
                    <a:cubicBezTo>
                      <a:pt x="5034" y="496"/>
                      <a:pt x="4227" y="162"/>
                      <a:pt x="3386" y="162"/>
                    </a:cubicBezTo>
                    <a:cubicBezTo>
                      <a:pt x="2545" y="162"/>
                      <a:pt x="1738" y="496"/>
                      <a:pt x="1143" y="1091"/>
                    </a:cubicBezTo>
                    <a:cubicBezTo>
                      <a:pt x="548" y="1686"/>
                      <a:pt x="214" y="2493"/>
                      <a:pt x="214" y="3334"/>
                    </a:cubicBezTo>
                    <a:cubicBezTo>
                      <a:pt x="214" y="4176"/>
                      <a:pt x="548" y="4983"/>
                      <a:pt x="1143" y="5578"/>
                    </a:cubicBezTo>
                    <a:cubicBezTo>
                      <a:pt x="1738" y="6173"/>
                      <a:pt x="2545" y="6507"/>
                      <a:pt x="338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25" name="Freeform: Shape 12824">
                <a:extLst>
                  <a:ext uri="{FF2B5EF4-FFF2-40B4-BE49-F238E27FC236}">
                    <a16:creationId xmlns:a16="http://schemas.microsoft.com/office/drawing/2014/main" id="{1482D7AA-3B6D-4059-91B6-EF6B1BA50128}"/>
                  </a:ext>
                </a:extLst>
              </p:cNvPr>
              <p:cNvSpPr/>
              <p:nvPr/>
            </p:nvSpPr>
            <p:spPr>
              <a:xfrm>
                <a:off x="9121823" y="5530334"/>
                <a:ext cx="6343" cy="6345"/>
              </a:xfrm>
              <a:custGeom>
                <a:avLst/>
                <a:gdLst>
                  <a:gd name="connsiteX0" fmla="*/ 3385 w 6343"/>
                  <a:gd name="connsiteY0" fmla="*/ 6507 h 6345"/>
                  <a:gd name="connsiteX1" fmla="*/ 5628 w 6343"/>
                  <a:gd name="connsiteY1" fmla="*/ 5578 h 6345"/>
                  <a:gd name="connsiteX2" fmla="*/ 6557 w 6343"/>
                  <a:gd name="connsiteY2" fmla="*/ 3334 h 6345"/>
                  <a:gd name="connsiteX3" fmla="*/ 5628 w 6343"/>
                  <a:gd name="connsiteY3" fmla="*/ 1091 h 6345"/>
                  <a:gd name="connsiteX4" fmla="*/ 3385 w 6343"/>
                  <a:gd name="connsiteY4" fmla="*/ 162 h 6345"/>
                  <a:gd name="connsiteX5" fmla="*/ 1143 w 6343"/>
                  <a:gd name="connsiteY5" fmla="*/ 1091 h 6345"/>
                  <a:gd name="connsiteX6" fmla="*/ 214 w 6343"/>
                  <a:gd name="connsiteY6" fmla="*/ 3334 h 6345"/>
                  <a:gd name="connsiteX7" fmla="*/ 1143 w 6343"/>
                  <a:gd name="connsiteY7" fmla="*/ 5578 h 6345"/>
                  <a:gd name="connsiteX8" fmla="*/ 338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07"/>
                    </a:moveTo>
                    <a:cubicBezTo>
                      <a:pt x="4227" y="6507"/>
                      <a:pt x="5033" y="6173"/>
                      <a:pt x="5628" y="5578"/>
                    </a:cubicBezTo>
                    <a:cubicBezTo>
                      <a:pt x="6223" y="4983"/>
                      <a:pt x="6557" y="4176"/>
                      <a:pt x="6557" y="3334"/>
                    </a:cubicBezTo>
                    <a:cubicBezTo>
                      <a:pt x="6557" y="2493"/>
                      <a:pt x="6223" y="1686"/>
                      <a:pt x="5628" y="1091"/>
                    </a:cubicBezTo>
                    <a:cubicBezTo>
                      <a:pt x="5033" y="496"/>
                      <a:pt x="4227" y="162"/>
                      <a:pt x="3385" y="162"/>
                    </a:cubicBezTo>
                    <a:cubicBezTo>
                      <a:pt x="2544" y="162"/>
                      <a:pt x="1738" y="496"/>
                      <a:pt x="1143" y="1091"/>
                    </a:cubicBezTo>
                    <a:cubicBezTo>
                      <a:pt x="548" y="1686"/>
                      <a:pt x="214" y="2493"/>
                      <a:pt x="214" y="3334"/>
                    </a:cubicBezTo>
                    <a:cubicBezTo>
                      <a:pt x="214" y="4176"/>
                      <a:pt x="548" y="4983"/>
                      <a:pt x="1143" y="5578"/>
                    </a:cubicBezTo>
                    <a:cubicBezTo>
                      <a:pt x="1738" y="6173"/>
                      <a:pt x="2544" y="6507"/>
                      <a:pt x="338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26" name="Freeform: Shape 12825">
                <a:extLst>
                  <a:ext uri="{FF2B5EF4-FFF2-40B4-BE49-F238E27FC236}">
                    <a16:creationId xmlns:a16="http://schemas.microsoft.com/office/drawing/2014/main" id="{B252FDE8-94E1-A88F-3083-8E48EFAA1B95}"/>
                  </a:ext>
                </a:extLst>
              </p:cNvPr>
              <p:cNvSpPr/>
              <p:nvPr/>
            </p:nvSpPr>
            <p:spPr>
              <a:xfrm>
                <a:off x="9115936" y="5531563"/>
                <a:ext cx="6343" cy="6345"/>
              </a:xfrm>
              <a:custGeom>
                <a:avLst/>
                <a:gdLst>
                  <a:gd name="connsiteX0" fmla="*/ 3385 w 6343"/>
                  <a:gd name="connsiteY0" fmla="*/ 6507 h 6345"/>
                  <a:gd name="connsiteX1" fmla="*/ 5628 w 6343"/>
                  <a:gd name="connsiteY1" fmla="*/ 5578 h 6345"/>
                  <a:gd name="connsiteX2" fmla="*/ 6556 w 6343"/>
                  <a:gd name="connsiteY2" fmla="*/ 3334 h 6345"/>
                  <a:gd name="connsiteX3" fmla="*/ 5628 w 6343"/>
                  <a:gd name="connsiteY3" fmla="*/ 1091 h 6345"/>
                  <a:gd name="connsiteX4" fmla="*/ 3385 w 6343"/>
                  <a:gd name="connsiteY4" fmla="*/ 162 h 6345"/>
                  <a:gd name="connsiteX5" fmla="*/ 1142 w 6343"/>
                  <a:gd name="connsiteY5" fmla="*/ 1091 h 6345"/>
                  <a:gd name="connsiteX6" fmla="*/ 213 w 6343"/>
                  <a:gd name="connsiteY6" fmla="*/ 3334 h 6345"/>
                  <a:gd name="connsiteX7" fmla="*/ 1142 w 6343"/>
                  <a:gd name="connsiteY7" fmla="*/ 5578 h 6345"/>
                  <a:gd name="connsiteX8" fmla="*/ 338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07"/>
                    </a:moveTo>
                    <a:cubicBezTo>
                      <a:pt x="4226" y="6507"/>
                      <a:pt x="5033" y="6173"/>
                      <a:pt x="5628" y="5578"/>
                    </a:cubicBezTo>
                    <a:cubicBezTo>
                      <a:pt x="6222" y="4983"/>
                      <a:pt x="6556" y="4176"/>
                      <a:pt x="6556" y="3334"/>
                    </a:cubicBezTo>
                    <a:cubicBezTo>
                      <a:pt x="6556" y="2493"/>
                      <a:pt x="6222" y="1686"/>
                      <a:pt x="5628" y="1091"/>
                    </a:cubicBezTo>
                    <a:cubicBezTo>
                      <a:pt x="5033" y="496"/>
                      <a:pt x="4226" y="162"/>
                      <a:pt x="3385" y="162"/>
                    </a:cubicBezTo>
                    <a:cubicBezTo>
                      <a:pt x="2544" y="162"/>
                      <a:pt x="1737" y="496"/>
                      <a:pt x="1142" y="1091"/>
                    </a:cubicBezTo>
                    <a:cubicBezTo>
                      <a:pt x="548" y="1686"/>
                      <a:pt x="213" y="2493"/>
                      <a:pt x="213" y="3334"/>
                    </a:cubicBezTo>
                    <a:cubicBezTo>
                      <a:pt x="213" y="4176"/>
                      <a:pt x="548" y="4983"/>
                      <a:pt x="1142" y="5578"/>
                    </a:cubicBezTo>
                    <a:cubicBezTo>
                      <a:pt x="1737" y="6173"/>
                      <a:pt x="2544" y="6507"/>
                      <a:pt x="338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27" name="Freeform: Shape 12826">
                <a:extLst>
                  <a:ext uri="{FF2B5EF4-FFF2-40B4-BE49-F238E27FC236}">
                    <a16:creationId xmlns:a16="http://schemas.microsoft.com/office/drawing/2014/main" id="{468E5B20-A8B5-3356-721C-66953680C3DE}"/>
                  </a:ext>
                </a:extLst>
              </p:cNvPr>
              <p:cNvSpPr/>
              <p:nvPr/>
            </p:nvSpPr>
            <p:spPr>
              <a:xfrm>
                <a:off x="9113167" y="5530484"/>
                <a:ext cx="6343" cy="6345"/>
              </a:xfrm>
              <a:custGeom>
                <a:avLst/>
                <a:gdLst>
                  <a:gd name="connsiteX0" fmla="*/ 3385 w 6343"/>
                  <a:gd name="connsiteY0" fmla="*/ 6507 h 6345"/>
                  <a:gd name="connsiteX1" fmla="*/ 5627 w 6343"/>
                  <a:gd name="connsiteY1" fmla="*/ 5578 h 6345"/>
                  <a:gd name="connsiteX2" fmla="*/ 6556 w 6343"/>
                  <a:gd name="connsiteY2" fmla="*/ 3334 h 6345"/>
                  <a:gd name="connsiteX3" fmla="*/ 5627 w 6343"/>
                  <a:gd name="connsiteY3" fmla="*/ 1091 h 6345"/>
                  <a:gd name="connsiteX4" fmla="*/ 3385 w 6343"/>
                  <a:gd name="connsiteY4" fmla="*/ 162 h 6345"/>
                  <a:gd name="connsiteX5" fmla="*/ 1142 w 6343"/>
                  <a:gd name="connsiteY5" fmla="*/ 1091 h 6345"/>
                  <a:gd name="connsiteX6" fmla="*/ 213 w 6343"/>
                  <a:gd name="connsiteY6" fmla="*/ 3334 h 6345"/>
                  <a:gd name="connsiteX7" fmla="*/ 1142 w 6343"/>
                  <a:gd name="connsiteY7" fmla="*/ 5578 h 6345"/>
                  <a:gd name="connsiteX8" fmla="*/ 338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07"/>
                    </a:moveTo>
                    <a:cubicBezTo>
                      <a:pt x="4226" y="6507"/>
                      <a:pt x="5033" y="6173"/>
                      <a:pt x="5627" y="5578"/>
                    </a:cubicBezTo>
                    <a:cubicBezTo>
                      <a:pt x="6222" y="4983"/>
                      <a:pt x="6556" y="4176"/>
                      <a:pt x="6556" y="3334"/>
                    </a:cubicBezTo>
                    <a:cubicBezTo>
                      <a:pt x="6556" y="2493"/>
                      <a:pt x="6222" y="1686"/>
                      <a:pt x="5627" y="1091"/>
                    </a:cubicBezTo>
                    <a:cubicBezTo>
                      <a:pt x="5033" y="496"/>
                      <a:pt x="4226" y="162"/>
                      <a:pt x="3385" y="162"/>
                    </a:cubicBezTo>
                    <a:cubicBezTo>
                      <a:pt x="2544" y="162"/>
                      <a:pt x="1737" y="496"/>
                      <a:pt x="1142" y="1091"/>
                    </a:cubicBezTo>
                    <a:cubicBezTo>
                      <a:pt x="547" y="1686"/>
                      <a:pt x="213" y="2493"/>
                      <a:pt x="213" y="3334"/>
                    </a:cubicBezTo>
                    <a:cubicBezTo>
                      <a:pt x="213" y="4176"/>
                      <a:pt x="547" y="4983"/>
                      <a:pt x="1142" y="5578"/>
                    </a:cubicBezTo>
                    <a:cubicBezTo>
                      <a:pt x="1737" y="6173"/>
                      <a:pt x="2544" y="6507"/>
                      <a:pt x="338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28" name="Freeform: Shape 12827">
                <a:extLst>
                  <a:ext uri="{FF2B5EF4-FFF2-40B4-BE49-F238E27FC236}">
                    <a16:creationId xmlns:a16="http://schemas.microsoft.com/office/drawing/2014/main" id="{4BD36FC0-84D6-248E-2168-54A90B2FCA3E}"/>
                  </a:ext>
                </a:extLst>
              </p:cNvPr>
              <p:cNvSpPr/>
              <p:nvPr/>
            </p:nvSpPr>
            <p:spPr>
              <a:xfrm>
                <a:off x="9109073" y="5530312"/>
                <a:ext cx="6343" cy="6345"/>
              </a:xfrm>
              <a:custGeom>
                <a:avLst/>
                <a:gdLst>
                  <a:gd name="connsiteX0" fmla="*/ 3384 w 6343"/>
                  <a:gd name="connsiteY0" fmla="*/ 6507 h 6345"/>
                  <a:gd name="connsiteX1" fmla="*/ 5627 w 6343"/>
                  <a:gd name="connsiteY1" fmla="*/ 5578 h 6345"/>
                  <a:gd name="connsiteX2" fmla="*/ 6556 w 6343"/>
                  <a:gd name="connsiteY2" fmla="*/ 3334 h 6345"/>
                  <a:gd name="connsiteX3" fmla="*/ 5627 w 6343"/>
                  <a:gd name="connsiteY3" fmla="*/ 1091 h 6345"/>
                  <a:gd name="connsiteX4" fmla="*/ 3384 w 6343"/>
                  <a:gd name="connsiteY4" fmla="*/ 162 h 6345"/>
                  <a:gd name="connsiteX5" fmla="*/ 1142 w 6343"/>
                  <a:gd name="connsiteY5" fmla="*/ 1091 h 6345"/>
                  <a:gd name="connsiteX6" fmla="*/ 213 w 6343"/>
                  <a:gd name="connsiteY6" fmla="*/ 3334 h 6345"/>
                  <a:gd name="connsiteX7" fmla="*/ 1142 w 6343"/>
                  <a:gd name="connsiteY7" fmla="*/ 5578 h 6345"/>
                  <a:gd name="connsiteX8" fmla="*/ 338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07"/>
                    </a:moveTo>
                    <a:cubicBezTo>
                      <a:pt x="4226" y="6507"/>
                      <a:pt x="5032" y="6173"/>
                      <a:pt x="5627" y="5578"/>
                    </a:cubicBezTo>
                    <a:cubicBezTo>
                      <a:pt x="6222" y="4983"/>
                      <a:pt x="6556" y="4176"/>
                      <a:pt x="6556" y="3334"/>
                    </a:cubicBezTo>
                    <a:cubicBezTo>
                      <a:pt x="6556" y="2493"/>
                      <a:pt x="6222" y="1686"/>
                      <a:pt x="5627" y="1091"/>
                    </a:cubicBezTo>
                    <a:cubicBezTo>
                      <a:pt x="5032" y="496"/>
                      <a:pt x="4226" y="162"/>
                      <a:pt x="3384" y="162"/>
                    </a:cubicBezTo>
                    <a:cubicBezTo>
                      <a:pt x="2543" y="162"/>
                      <a:pt x="1737" y="496"/>
                      <a:pt x="1142" y="1091"/>
                    </a:cubicBezTo>
                    <a:cubicBezTo>
                      <a:pt x="547" y="1686"/>
                      <a:pt x="213" y="2493"/>
                      <a:pt x="213" y="3334"/>
                    </a:cubicBezTo>
                    <a:cubicBezTo>
                      <a:pt x="213" y="4176"/>
                      <a:pt x="547" y="4983"/>
                      <a:pt x="1142" y="5578"/>
                    </a:cubicBezTo>
                    <a:cubicBezTo>
                      <a:pt x="1737" y="6173"/>
                      <a:pt x="2543" y="6507"/>
                      <a:pt x="338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29" name="Freeform: Shape 12828">
                <a:extLst>
                  <a:ext uri="{FF2B5EF4-FFF2-40B4-BE49-F238E27FC236}">
                    <a16:creationId xmlns:a16="http://schemas.microsoft.com/office/drawing/2014/main" id="{48C77D56-AD6C-E99E-9137-CBB538941FB6}"/>
                  </a:ext>
                </a:extLst>
              </p:cNvPr>
              <p:cNvSpPr/>
              <p:nvPr/>
            </p:nvSpPr>
            <p:spPr>
              <a:xfrm>
                <a:off x="9105328" y="5529851"/>
                <a:ext cx="6343" cy="6345"/>
              </a:xfrm>
              <a:custGeom>
                <a:avLst/>
                <a:gdLst>
                  <a:gd name="connsiteX0" fmla="*/ 3384 w 6343"/>
                  <a:gd name="connsiteY0" fmla="*/ 6507 h 6345"/>
                  <a:gd name="connsiteX1" fmla="*/ 5627 w 6343"/>
                  <a:gd name="connsiteY1" fmla="*/ 5578 h 6345"/>
                  <a:gd name="connsiteX2" fmla="*/ 6556 w 6343"/>
                  <a:gd name="connsiteY2" fmla="*/ 3334 h 6345"/>
                  <a:gd name="connsiteX3" fmla="*/ 5627 w 6343"/>
                  <a:gd name="connsiteY3" fmla="*/ 1091 h 6345"/>
                  <a:gd name="connsiteX4" fmla="*/ 3384 w 6343"/>
                  <a:gd name="connsiteY4" fmla="*/ 162 h 6345"/>
                  <a:gd name="connsiteX5" fmla="*/ 1141 w 6343"/>
                  <a:gd name="connsiteY5" fmla="*/ 1091 h 6345"/>
                  <a:gd name="connsiteX6" fmla="*/ 213 w 6343"/>
                  <a:gd name="connsiteY6" fmla="*/ 3334 h 6345"/>
                  <a:gd name="connsiteX7" fmla="*/ 1141 w 6343"/>
                  <a:gd name="connsiteY7" fmla="*/ 5578 h 6345"/>
                  <a:gd name="connsiteX8" fmla="*/ 338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07"/>
                    </a:moveTo>
                    <a:cubicBezTo>
                      <a:pt x="4225" y="6507"/>
                      <a:pt x="5032" y="6173"/>
                      <a:pt x="5627" y="5578"/>
                    </a:cubicBezTo>
                    <a:cubicBezTo>
                      <a:pt x="6221" y="4983"/>
                      <a:pt x="6556" y="4176"/>
                      <a:pt x="6556" y="3334"/>
                    </a:cubicBezTo>
                    <a:cubicBezTo>
                      <a:pt x="6556" y="2493"/>
                      <a:pt x="6221" y="1686"/>
                      <a:pt x="5627" y="1091"/>
                    </a:cubicBezTo>
                    <a:cubicBezTo>
                      <a:pt x="5032" y="496"/>
                      <a:pt x="4225" y="162"/>
                      <a:pt x="3384" y="162"/>
                    </a:cubicBezTo>
                    <a:cubicBezTo>
                      <a:pt x="2543" y="162"/>
                      <a:pt x="1736" y="496"/>
                      <a:pt x="1141" y="1091"/>
                    </a:cubicBezTo>
                    <a:cubicBezTo>
                      <a:pt x="547" y="1686"/>
                      <a:pt x="213" y="2493"/>
                      <a:pt x="213" y="3334"/>
                    </a:cubicBezTo>
                    <a:cubicBezTo>
                      <a:pt x="213" y="4176"/>
                      <a:pt x="547" y="4983"/>
                      <a:pt x="1141" y="5578"/>
                    </a:cubicBezTo>
                    <a:cubicBezTo>
                      <a:pt x="1736" y="6173"/>
                      <a:pt x="2543" y="6507"/>
                      <a:pt x="338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30" name="Freeform: Shape 12829">
                <a:extLst>
                  <a:ext uri="{FF2B5EF4-FFF2-40B4-BE49-F238E27FC236}">
                    <a16:creationId xmlns:a16="http://schemas.microsoft.com/office/drawing/2014/main" id="{6728CB97-D55C-9185-2068-0AC592193D25}"/>
                  </a:ext>
                </a:extLst>
              </p:cNvPr>
              <p:cNvSpPr/>
              <p:nvPr/>
            </p:nvSpPr>
            <p:spPr>
              <a:xfrm>
                <a:off x="9096284" y="5532984"/>
                <a:ext cx="6343" cy="6345"/>
              </a:xfrm>
              <a:custGeom>
                <a:avLst/>
                <a:gdLst>
                  <a:gd name="connsiteX0" fmla="*/ 3383 w 6343"/>
                  <a:gd name="connsiteY0" fmla="*/ 6507 h 6345"/>
                  <a:gd name="connsiteX1" fmla="*/ 5626 w 6343"/>
                  <a:gd name="connsiteY1" fmla="*/ 5578 h 6345"/>
                  <a:gd name="connsiteX2" fmla="*/ 6555 w 6343"/>
                  <a:gd name="connsiteY2" fmla="*/ 3335 h 6345"/>
                  <a:gd name="connsiteX3" fmla="*/ 5626 w 6343"/>
                  <a:gd name="connsiteY3" fmla="*/ 1091 h 6345"/>
                  <a:gd name="connsiteX4" fmla="*/ 3383 w 6343"/>
                  <a:gd name="connsiteY4" fmla="*/ 162 h 6345"/>
                  <a:gd name="connsiteX5" fmla="*/ 1141 w 6343"/>
                  <a:gd name="connsiteY5" fmla="*/ 1091 h 6345"/>
                  <a:gd name="connsiteX6" fmla="*/ 212 w 6343"/>
                  <a:gd name="connsiteY6" fmla="*/ 3335 h 6345"/>
                  <a:gd name="connsiteX7" fmla="*/ 1141 w 6343"/>
                  <a:gd name="connsiteY7" fmla="*/ 5578 h 6345"/>
                  <a:gd name="connsiteX8" fmla="*/ 338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07"/>
                    </a:moveTo>
                    <a:cubicBezTo>
                      <a:pt x="4224" y="6507"/>
                      <a:pt x="5031" y="6173"/>
                      <a:pt x="5626" y="5578"/>
                    </a:cubicBezTo>
                    <a:cubicBezTo>
                      <a:pt x="6221" y="4983"/>
                      <a:pt x="6555" y="4176"/>
                      <a:pt x="6555" y="3335"/>
                    </a:cubicBezTo>
                    <a:cubicBezTo>
                      <a:pt x="6555" y="2493"/>
                      <a:pt x="6221" y="1686"/>
                      <a:pt x="5626" y="1091"/>
                    </a:cubicBezTo>
                    <a:cubicBezTo>
                      <a:pt x="5031" y="496"/>
                      <a:pt x="4224" y="162"/>
                      <a:pt x="3383" y="162"/>
                    </a:cubicBezTo>
                    <a:cubicBezTo>
                      <a:pt x="2542" y="162"/>
                      <a:pt x="1736" y="496"/>
                      <a:pt x="1141" y="1091"/>
                    </a:cubicBezTo>
                    <a:cubicBezTo>
                      <a:pt x="546" y="1686"/>
                      <a:pt x="212" y="2493"/>
                      <a:pt x="212" y="3335"/>
                    </a:cubicBezTo>
                    <a:cubicBezTo>
                      <a:pt x="212" y="4176"/>
                      <a:pt x="546" y="4983"/>
                      <a:pt x="1141" y="5578"/>
                    </a:cubicBezTo>
                    <a:cubicBezTo>
                      <a:pt x="1736" y="6173"/>
                      <a:pt x="2542" y="6507"/>
                      <a:pt x="338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31" name="Freeform: Shape 12830">
                <a:extLst>
                  <a:ext uri="{FF2B5EF4-FFF2-40B4-BE49-F238E27FC236}">
                    <a16:creationId xmlns:a16="http://schemas.microsoft.com/office/drawing/2014/main" id="{1423A305-01D4-2F41-0428-23D2C70D93E9}"/>
                  </a:ext>
                </a:extLst>
              </p:cNvPr>
              <p:cNvSpPr/>
              <p:nvPr/>
            </p:nvSpPr>
            <p:spPr>
              <a:xfrm>
                <a:off x="8838403" y="5632576"/>
                <a:ext cx="6343" cy="6345"/>
              </a:xfrm>
              <a:custGeom>
                <a:avLst/>
                <a:gdLst>
                  <a:gd name="connsiteX0" fmla="*/ 3363 w 6343"/>
                  <a:gd name="connsiteY0" fmla="*/ 6515 h 6345"/>
                  <a:gd name="connsiteX1" fmla="*/ 5606 w 6343"/>
                  <a:gd name="connsiteY1" fmla="*/ 5586 h 6345"/>
                  <a:gd name="connsiteX2" fmla="*/ 6535 w 6343"/>
                  <a:gd name="connsiteY2" fmla="*/ 3342 h 6345"/>
                  <a:gd name="connsiteX3" fmla="*/ 5606 w 6343"/>
                  <a:gd name="connsiteY3" fmla="*/ 1099 h 6345"/>
                  <a:gd name="connsiteX4" fmla="*/ 3363 w 6343"/>
                  <a:gd name="connsiteY4" fmla="*/ 170 h 6345"/>
                  <a:gd name="connsiteX5" fmla="*/ 1120 w 6343"/>
                  <a:gd name="connsiteY5" fmla="*/ 1099 h 6345"/>
                  <a:gd name="connsiteX6" fmla="*/ 191 w 6343"/>
                  <a:gd name="connsiteY6" fmla="*/ 3342 h 6345"/>
                  <a:gd name="connsiteX7" fmla="*/ 1120 w 6343"/>
                  <a:gd name="connsiteY7" fmla="*/ 5586 h 6345"/>
                  <a:gd name="connsiteX8" fmla="*/ 3363 w 6343"/>
                  <a:gd name="connsiteY8" fmla="*/ 651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15"/>
                    </a:moveTo>
                    <a:cubicBezTo>
                      <a:pt x="4204" y="6515"/>
                      <a:pt x="5011" y="6181"/>
                      <a:pt x="5606" y="5586"/>
                    </a:cubicBezTo>
                    <a:cubicBezTo>
                      <a:pt x="6200" y="4991"/>
                      <a:pt x="6535" y="4184"/>
                      <a:pt x="6535" y="3342"/>
                    </a:cubicBezTo>
                    <a:cubicBezTo>
                      <a:pt x="6535" y="2501"/>
                      <a:pt x="6200" y="1694"/>
                      <a:pt x="5606" y="1099"/>
                    </a:cubicBezTo>
                    <a:cubicBezTo>
                      <a:pt x="5011" y="504"/>
                      <a:pt x="4204" y="170"/>
                      <a:pt x="3363" y="170"/>
                    </a:cubicBezTo>
                    <a:cubicBezTo>
                      <a:pt x="2522" y="170"/>
                      <a:pt x="1715" y="504"/>
                      <a:pt x="1120" y="1099"/>
                    </a:cubicBezTo>
                    <a:cubicBezTo>
                      <a:pt x="526" y="1694"/>
                      <a:pt x="191" y="2501"/>
                      <a:pt x="191" y="3342"/>
                    </a:cubicBezTo>
                    <a:cubicBezTo>
                      <a:pt x="191" y="4184"/>
                      <a:pt x="526" y="4991"/>
                      <a:pt x="1120" y="5586"/>
                    </a:cubicBezTo>
                    <a:cubicBezTo>
                      <a:pt x="1715" y="6181"/>
                      <a:pt x="2522" y="6515"/>
                      <a:pt x="3363" y="6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32" name="Freeform: Shape 12831">
                <a:extLst>
                  <a:ext uri="{FF2B5EF4-FFF2-40B4-BE49-F238E27FC236}">
                    <a16:creationId xmlns:a16="http://schemas.microsoft.com/office/drawing/2014/main" id="{329A73D3-0731-26EA-D25D-72F19CE97C1F}"/>
                  </a:ext>
                </a:extLst>
              </p:cNvPr>
              <p:cNvSpPr/>
              <p:nvPr/>
            </p:nvSpPr>
            <p:spPr>
              <a:xfrm>
                <a:off x="8845726" y="5623681"/>
                <a:ext cx="6343" cy="6345"/>
              </a:xfrm>
              <a:custGeom>
                <a:avLst/>
                <a:gdLst>
                  <a:gd name="connsiteX0" fmla="*/ 3364 w 6343"/>
                  <a:gd name="connsiteY0" fmla="*/ 6514 h 6345"/>
                  <a:gd name="connsiteX1" fmla="*/ 5606 w 6343"/>
                  <a:gd name="connsiteY1" fmla="*/ 5585 h 6345"/>
                  <a:gd name="connsiteX2" fmla="*/ 6535 w 6343"/>
                  <a:gd name="connsiteY2" fmla="*/ 3342 h 6345"/>
                  <a:gd name="connsiteX3" fmla="*/ 5606 w 6343"/>
                  <a:gd name="connsiteY3" fmla="*/ 1098 h 6345"/>
                  <a:gd name="connsiteX4" fmla="*/ 3364 w 6343"/>
                  <a:gd name="connsiteY4" fmla="*/ 169 h 6345"/>
                  <a:gd name="connsiteX5" fmla="*/ 1121 w 6343"/>
                  <a:gd name="connsiteY5" fmla="*/ 1098 h 6345"/>
                  <a:gd name="connsiteX6" fmla="*/ 192 w 6343"/>
                  <a:gd name="connsiteY6" fmla="*/ 3342 h 6345"/>
                  <a:gd name="connsiteX7" fmla="*/ 1121 w 6343"/>
                  <a:gd name="connsiteY7" fmla="*/ 5585 h 6345"/>
                  <a:gd name="connsiteX8" fmla="*/ 3364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14"/>
                    </a:moveTo>
                    <a:cubicBezTo>
                      <a:pt x="4205" y="6514"/>
                      <a:pt x="5012" y="6180"/>
                      <a:pt x="5606" y="5585"/>
                    </a:cubicBezTo>
                    <a:cubicBezTo>
                      <a:pt x="6201" y="4990"/>
                      <a:pt x="6535" y="4183"/>
                      <a:pt x="6535" y="3342"/>
                    </a:cubicBezTo>
                    <a:cubicBezTo>
                      <a:pt x="6535" y="2500"/>
                      <a:pt x="6201" y="1693"/>
                      <a:pt x="5606" y="1098"/>
                    </a:cubicBezTo>
                    <a:cubicBezTo>
                      <a:pt x="5012" y="503"/>
                      <a:pt x="4205" y="169"/>
                      <a:pt x="3364" y="169"/>
                    </a:cubicBezTo>
                    <a:cubicBezTo>
                      <a:pt x="2523" y="169"/>
                      <a:pt x="1716" y="503"/>
                      <a:pt x="1121" y="1098"/>
                    </a:cubicBezTo>
                    <a:cubicBezTo>
                      <a:pt x="526" y="1693"/>
                      <a:pt x="192" y="2500"/>
                      <a:pt x="192" y="3342"/>
                    </a:cubicBezTo>
                    <a:cubicBezTo>
                      <a:pt x="192" y="4183"/>
                      <a:pt x="526" y="4990"/>
                      <a:pt x="1121" y="5585"/>
                    </a:cubicBezTo>
                    <a:cubicBezTo>
                      <a:pt x="1716" y="6180"/>
                      <a:pt x="2523" y="6514"/>
                      <a:pt x="3364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33" name="Freeform: Shape 12832">
                <a:extLst>
                  <a:ext uri="{FF2B5EF4-FFF2-40B4-BE49-F238E27FC236}">
                    <a16:creationId xmlns:a16="http://schemas.microsoft.com/office/drawing/2014/main" id="{DF68815C-DEF6-8DD6-3704-98D7DA791440}"/>
                  </a:ext>
                </a:extLst>
              </p:cNvPr>
              <p:cNvSpPr/>
              <p:nvPr/>
            </p:nvSpPr>
            <p:spPr>
              <a:xfrm>
                <a:off x="8851766" y="5615631"/>
                <a:ext cx="6343" cy="6345"/>
              </a:xfrm>
              <a:custGeom>
                <a:avLst/>
                <a:gdLst>
                  <a:gd name="connsiteX0" fmla="*/ 3364 w 6343"/>
                  <a:gd name="connsiteY0" fmla="*/ 6514 h 6345"/>
                  <a:gd name="connsiteX1" fmla="*/ 5607 w 6343"/>
                  <a:gd name="connsiteY1" fmla="*/ 5584 h 6345"/>
                  <a:gd name="connsiteX2" fmla="*/ 6536 w 6343"/>
                  <a:gd name="connsiteY2" fmla="*/ 3341 h 6345"/>
                  <a:gd name="connsiteX3" fmla="*/ 5607 w 6343"/>
                  <a:gd name="connsiteY3" fmla="*/ 1098 h 6345"/>
                  <a:gd name="connsiteX4" fmla="*/ 3364 w 6343"/>
                  <a:gd name="connsiteY4" fmla="*/ 168 h 6345"/>
                  <a:gd name="connsiteX5" fmla="*/ 1121 w 6343"/>
                  <a:gd name="connsiteY5" fmla="*/ 1098 h 6345"/>
                  <a:gd name="connsiteX6" fmla="*/ 193 w 6343"/>
                  <a:gd name="connsiteY6" fmla="*/ 3341 h 6345"/>
                  <a:gd name="connsiteX7" fmla="*/ 1121 w 6343"/>
                  <a:gd name="connsiteY7" fmla="*/ 5584 h 6345"/>
                  <a:gd name="connsiteX8" fmla="*/ 3364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14"/>
                    </a:moveTo>
                    <a:cubicBezTo>
                      <a:pt x="4205" y="6514"/>
                      <a:pt x="5012" y="6179"/>
                      <a:pt x="5607" y="5584"/>
                    </a:cubicBezTo>
                    <a:cubicBezTo>
                      <a:pt x="6201" y="4990"/>
                      <a:pt x="6536" y="4182"/>
                      <a:pt x="6536" y="3341"/>
                    </a:cubicBezTo>
                    <a:cubicBezTo>
                      <a:pt x="6536" y="2500"/>
                      <a:pt x="6201" y="1693"/>
                      <a:pt x="5607" y="1098"/>
                    </a:cubicBezTo>
                    <a:cubicBezTo>
                      <a:pt x="5012" y="503"/>
                      <a:pt x="4205" y="168"/>
                      <a:pt x="3364" y="168"/>
                    </a:cubicBezTo>
                    <a:cubicBezTo>
                      <a:pt x="2523" y="168"/>
                      <a:pt x="1716" y="503"/>
                      <a:pt x="1121" y="1098"/>
                    </a:cubicBezTo>
                    <a:cubicBezTo>
                      <a:pt x="527" y="1693"/>
                      <a:pt x="193" y="2500"/>
                      <a:pt x="193" y="3341"/>
                    </a:cubicBezTo>
                    <a:cubicBezTo>
                      <a:pt x="193" y="4182"/>
                      <a:pt x="527" y="4990"/>
                      <a:pt x="1121" y="5584"/>
                    </a:cubicBezTo>
                    <a:cubicBezTo>
                      <a:pt x="1716" y="6179"/>
                      <a:pt x="2523" y="6514"/>
                      <a:pt x="3364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34" name="Freeform: Shape 12833">
                <a:extLst>
                  <a:ext uri="{FF2B5EF4-FFF2-40B4-BE49-F238E27FC236}">
                    <a16:creationId xmlns:a16="http://schemas.microsoft.com/office/drawing/2014/main" id="{E2EB8380-E037-D2EB-BAB6-E981055E8F4A}"/>
                  </a:ext>
                </a:extLst>
              </p:cNvPr>
              <p:cNvSpPr/>
              <p:nvPr/>
            </p:nvSpPr>
            <p:spPr>
              <a:xfrm>
                <a:off x="8855739" y="5608815"/>
                <a:ext cx="6343" cy="6345"/>
              </a:xfrm>
              <a:custGeom>
                <a:avLst/>
                <a:gdLst>
                  <a:gd name="connsiteX0" fmla="*/ 3364 w 6343"/>
                  <a:gd name="connsiteY0" fmla="*/ 6513 h 6345"/>
                  <a:gd name="connsiteX1" fmla="*/ 5607 w 6343"/>
                  <a:gd name="connsiteY1" fmla="*/ 5584 h 6345"/>
                  <a:gd name="connsiteX2" fmla="*/ 6536 w 6343"/>
                  <a:gd name="connsiteY2" fmla="*/ 3340 h 6345"/>
                  <a:gd name="connsiteX3" fmla="*/ 5607 w 6343"/>
                  <a:gd name="connsiteY3" fmla="*/ 1097 h 6345"/>
                  <a:gd name="connsiteX4" fmla="*/ 3364 w 6343"/>
                  <a:gd name="connsiteY4" fmla="*/ 168 h 6345"/>
                  <a:gd name="connsiteX5" fmla="*/ 1122 w 6343"/>
                  <a:gd name="connsiteY5" fmla="*/ 1097 h 6345"/>
                  <a:gd name="connsiteX6" fmla="*/ 193 w 6343"/>
                  <a:gd name="connsiteY6" fmla="*/ 3340 h 6345"/>
                  <a:gd name="connsiteX7" fmla="*/ 1122 w 6343"/>
                  <a:gd name="connsiteY7" fmla="*/ 5584 h 6345"/>
                  <a:gd name="connsiteX8" fmla="*/ 3364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13"/>
                    </a:moveTo>
                    <a:cubicBezTo>
                      <a:pt x="4206" y="6513"/>
                      <a:pt x="5012" y="6179"/>
                      <a:pt x="5607" y="5584"/>
                    </a:cubicBezTo>
                    <a:cubicBezTo>
                      <a:pt x="6202" y="4989"/>
                      <a:pt x="6536" y="4182"/>
                      <a:pt x="6536" y="3340"/>
                    </a:cubicBezTo>
                    <a:cubicBezTo>
                      <a:pt x="6536" y="2499"/>
                      <a:pt x="6202" y="1692"/>
                      <a:pt x="5607" y="1097"/>
                    </a:cubicBezTo>
                    <a:cubicBezTo>
                      <a:pt x="5012" y="502"/>
                      <a:pt x="4206" y="168"/>
                      <a:pt x="3364" y="168"/>
                    </a:cubicBezTo>
                    <a:cubicBezTo>
                      <a:pt x="2523" y="168"/>
                      <a:pt x="1717" y="502"/>
                      <a:pt x="1122" y="1097"/>
                    </a:cubicBezTo>
                    <a:cubicBezTo>
                      <a:pt x="527" y="1692"/>
                      <a:pt x="193" y="2499"/>
                      <a:pt x="193" y="3340"/>
                    </a:cubicBezTo>
                    <a:cubicBezTo>
                      <a:pt x="193" y="4182"/>
                      <a:pt x="527" y="4989"/>
                      <a:pt x="1122" y="5584"/>
                    </a:cubicBezTo>
                    <a:cubicBezTo>
                      <a:pt x="1717" y="6179"/>
                      <a:pt x="2523" y="6513"/>
                      <a:pt x="3364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35" name="Freeform: Shape 12834">
                <a:extLst>
                  <a:ext uri="{FF2B5EF4-FFF2-40B4-BE49-F238E27FC236}">
                    <a16:creationId xmlns:a16="http://schemas.microsoft.com/office/drawing/2014/main" id="{0EA71E74-D08C-B6B5-E9BA-EDB6B0E0543D}"/>
                  </a:ext>
                </a:extLst>
              </p:cNvPr>
              <p:cNvSpPr/>
              <p:nvPr/>
            </p:nvSpPr>
            <p:spPr>
              <a:xfrm>
                <a:off x="8854425" y="5604876"/>
                <a:ext cx="6343" cy="6345"/>
              </a:xfrm>
              <a:custGeom>
                <a:avLst/>
                <a:gdLst>
                  <a:gd name="connsiteX0" fmla="*/ 3364 w 6343"/>
                  <a:gd name="connsiteY0" fmla="*/ 6513 h 6345"/>
                  <a:gd name="connsiteX1" fmla="*/ 5607 w 6343"/>
                  <a:gd name="connsiteY1" fmla="*/ 5584 h 6345"/>
                  <a:gd name="connsiteX2" fmla="*/ 6536 w 6343"/>
                  <a:gd name="connsiteY2" fmla="*/ 3340 h 6345"/>
                  <a:gd name="connsiteX3" fmla="*/ 5607 w 6343"/>
                  <a:gd name="connsiteY3" fmla="*/ 1097 h 6345"/>
                  <a:gd name="connsiteX4" fmla="*/ 3364 w 6343"/>
                  <a:gd name="connsiteY4" fmla="*/ 167 h 6345"/>
                  <a:gd name="connsiteX5" fmla="*/ 1122 w 6343"/>
                  <a:gd name="connsiteY5" fmla="*/ 1097 h 6345"/>
                  <a:gd name="connsiteX6" fmla="*/ 193 w 6343"/>
                  <a:gd name="connsiteY6" fmla="*/ 3340 h 6345"/>
                  <a:gd name="connsiteX7" fmla="*/ 1122 w 6343"/>
                  <a:gd name="connsiteY7" fmla="*/ 5584 h 6345"/>
                  <a:gd name="connsiteX8" fmla="*/ 3364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13"/>
                    </a:moveTo>
                    <a:cubicBezTo>
                      <a:pt x="4205" y="6513"/>
                      <a:pt x="5012" y="6179"/>
                      <a:pt x="5607" y="5584"/>
                    </a:cubicBezTo>
                    <a:cubicBezTo>
                      <a:pt x="6202" y="4989"/>
                      <a:pt x="6536" y="4182"/>
                      <a:pt x="6536" y="3340"/>
                    </a:cubicBezTo>
                    <a:cubicBezTo>
                      <a:pt x="6536" y="2499"/>
                      <a:pt x="6202" y="1692"/>
                      <a:pt x="5607" y="1097"/>
                    </a:cubicBezTo>
                    <a:cubicBezTo>
                      <a:pt x="5012" y="502"/>
                      <a:pt x="4205" y="167"/>
                      <a:pt x="3364" y="167"/>
                    </a:cubicBezTo>
                    <a:cubicBezTo>
                      <a:pt x="2523" y="167"/>
                      <a:pt x="1716" y="502"/>
                      <a:pt x="1122" y="1097"/>
                    </a:cubicBezTo>
                    <a:cubicBezTo>
                      <a:pt x="527" y="1692"/>
                      <a:pt x="193" y="2499"/>
                      <a:pt x="193" y="3340"/>
                    </a:cubicBezTo>
                    <a:cubicBezTo>
                      <a:pt x="193" y="4182"/>
                      <a:pt x="527" y="4989"/>
                      <a:pt x="1122" y="5584"/>
                    </a:cubicBezTo>
                    <a:cubicBezTo>
                      <a:pt x="1716" y="6179"/>
                      <a:pt x="2523" y="6513"/>
                      <a:pt x="3364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36" name="Freeform: Shape 12835">
                <a:extLst>
                  <a:ext uri="{FF2B5EF4-FFF2-40B4-BE49-F238E27FC236}">
                    <a16:creationId xmlns:a16="http://schemas.microsoft.com/office/drawing/2014/main" id="{D720EEE9-8C5A-782D-A7EE-54A1E25A49E2}"/>
                  </a:ext>
                </a:extLst>
              </p:cNvPr>
              <p:cNvSpPr/>
              <p:nvPr/>
            </p:nvSpPr>
            <p:spPr>
              <a:xfrm>
                <a:off x="8852972" y="5601020"/>
                <a:ext cx="6343" cy="6345"/>
              </a:xfrm>
              <a:custGeom>
                <a:avLst/>
                <a:gdLst>
                  <a:gd name="connsiteX0" fmla="*/ 3364 w 6343"/>
                  <a:gd name="connsiteY0" fmla="*/ 6513 h 6345"/>
                  <a:gd name="connsiteX1" fmla="*/ 5607 w 6343"/>
                  <a:gd name="connsiteY1" fmla="*/ 5583 h 6345"/>
                  <a:gd name="connsiteX2" fmla="*/ 6536 w 6343"/>
                  <a:gd name="connsiteY2" fmla="*/ 3340 h 6345"/>
                  <a:gd name="connsiteX3" fmla="*/ 5607 w 6343"/>
                  <a:gd name="connsiteY3" fmla="*/ 1096 h 6345"/>
                  <a:gd name="connsiteX4" fmla="*/ 3364 w 6343"/>
                  <a:gd name="connsiteY4" fmla="*/ 167 h 6345"/>
                  <a:gd name="connsiteX5" fmla="*/ 1122 w 6343"/>
                  <a:gd name="connsiteY5" fmla="*/ 1096 h 6345"/>
                  <a:gd name="connsiteX6" fmla="*/ 193 w 6343"/>
                  <a:gd name="connsiteY6" fmla="*/ 3340 h 6345"/>
                  <a:gd name="connsiteX7" fmla="*/ 1122 w 6343"/>
                  <a:gd name="connsiteY7" fmla="*/ 5583 h 6345"/>
                  <a:gd name="connsiteX8" fmla="*/ 3364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13"/>
                    </a:moveTo>
                    <a:cubicBezTo>
                      <a:pt x="4205" y="6513"/>
                      <a:pt x="5012" y="6178"/>
                      <a:pt x="5607" y="5583"/>
                    </a:cubicBezTo>
                    <a:cubicBezTo>
                      <a:pt x="6202" y="4988"/>
                      <a:pt x="6536" y="4181"/>
                      <a:pt x="6536" y="3340"/>
                    </a:cubicBezTo>
                    <a:cubicBezTo>
                      <a:pt x="6536" y="2498"/>
                      <a:pt x="6202" y="1691"/>
                      <a:pt x="5607" y="1096"/>
                    </a:cubicBezTo>
                    <a:cubicBezTo>
                      <a:pt x="5012" y="501"/>
                      <a:pt x="4205" y="167"/>
                      <a:pt x="3364" y="167"/>
                    </a:cubicBezTo>
                    <a:cubicBezTo>
                      <a:pt x="2523" y="167"/>
                      <a:pt x="1716" y="501"/>
                      <a:pt x="1122" y="1096"/>
                    </a:cubicBezTo>
                    <a:cubicBezTo>
                      <a:pt x="527" y="1691"/>
                      <a:pt x="193" y="2498"/>
                      <a:pt x="193" y="3340"/>
                    </a:cubicBezTo>
                    <a:cubicBezTo>
                      <a:pt x="193" y="4181"/>
                      <a:pt x="527" y="4988"/>
                      <a:pt x="1122" y="5583"/>
                    </a:cubicBezTo>
                    <a:cubicBezTo>
                      <a:pt x="1716" y="6178"/>
                      <a:pt x="2523" y="6513"/>
                      <a:pt x="3364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37" name="Freeform: Shape 12836">
                <a:extLst>
                  <a:ext uri="{FF2B5EF4-FFF2-40B4-BE49-F238E27FC236}">
                    <a16:creationId xmlns:a16="http://schemas.microsoft.com/office/drawing/2014/main" id="{68979ACD-4372-1740-E075-2F73A6CE9C8A}"/>
                  </a:ext>
                </a:extLst>
              </p:cNvPr>
              <p:cNvSpPr/>
              <p:nvPr/>
            </p:nvSpPr>
            <p:spPr>
              <a:xfrm>
                <a:off x="8845536" y="5568454"/>
                <a:ext cx="6343" cy="6345"/>
              </a:xfrm>
              <a:custGeom>
                <a:avLst/>
                <a:gdLst>
                  <a:gd name="connsiteX0" fmla="*/ 3364 w 6343"/>
                  <a:gd name="connsiteY0" fmla="*/ 6510 h 6345"/>
                  <a:gd name="connsiteX1" fmla="*/ 5606 w 6343"/>
                  <a:gd name="connsiteY1" fmla="*/ 5581 h 6345"/>
                  <a:gd name="connsiteX2" fmla="*/ 6535 w 6343"/>
                  <a:gd name="connsiteY2" fmla="*/ 3337 h 6345"/>
                  <a:gd name="connsiteX3" fmla="*/ 5606 w 6343"/>
                  <a:gd name="connsiteY3" fmla="*/ 1094 h 6345"/>
                  <a:gd name="connsiteX4" fmla="*/ 3364 w 6343"/>
                  <a:gd name="connsiteY4" fmla="*/ 165 h 6345"/>
                  <a:gd name="connsiteX5" fmla="*/ 1121 w 6343"/>
                  <a:gd name="connsiteY5" fmla="*/ 1094 h 6345"/>
                  <a:gd name="connsiteX6" fmla="*/ 192 w 6343"/>
                  <a:gd name="connsiteY6" fmla="*/ 3337 h 6345"/>
                  <a:gd name="connsiteX7" fmla="*/ 1121 w 6343"/>
                  <a:gd name="connsiteY7" fmla="*/ 5581 h 6345"/>
                  <a:gd name="connsiteX8" fmla="*/ 3364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10"/>
                    </a:moveTo>
                    <a:cubicBezTo>
                      <a:pt x="4205" y="6510"/>
                      <a:pt x="5011" y="6176"/>
                      <a:pt x="5606" y="5581"/>
                    </a:cubicBezTo>
                    <a:cubicBezTo>
                      <a:pt x="6201" y="4986"/>
                      <a:pt x="6535" y="4179"/>
                      <a:pt x="6535" y="3337"/>
                    </a:cubicBezTo>
                    <a:cubicBezTo>
                      <a:pt x="6535" y="2496"/>
                      <a:pt x="6201" y="1689"/>
                      <a:pt x="5606" y="1094"/>
                    </a:cubicBezTo>
                    <a:cubicBezTo>
                      <a:pt x="5011" y="499"/>
                      <a:pt x="4205" y="165"/>
                      <a:pt x="3364" y="165"/>
                    </a:cubicBezTo>
                    <a:cubicBezTo>
                      <a:pt x="2523" y="165"/>
                      <a:pt x="1716" y="499"/>
                      <a:pt x="1121" y="1094"/>
                    </a:cubicBezTo>
                    <a:cubicBezTo>
                      <a:pt x="526" y="1689"/>
                      <a:pt x="192" y="2496"/>
                      <a:pt x="192" y="3337"/>
                    </a:cubicBezTo>
                    <a:cubicBezTo>
                      <a:pt x="192" y="4179"/>
                      <a:pt x="526" y="4986"/>
                      <a:pt x="1121" y="5581"/>
                    </a:cubicBezTo>
                    <a:cubicBezTo>
                      <a:pt x="1716" y="6176"/>
                      <a:pt x="2523" y="6510"/>
                      <a:pt x="3364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38" name="Freeform: Shape 12837">
                <a:extLst>
                  <a:ext uri="{FF2B5EF4-FFF2-40B4-BE49-F238E27FC236}">
                    <a16:creationId xmlns:a16="http://schemas.microsoft.com/office/drawing/2014/main" id="{B02C1CC8-9AE2-7B35-B402-E9390C39196D}"/>
                  </a:ext>
                </a:extLst>
              </p:cNvPr>
              <p:cNvSpPr/>
              <p:nvPr/>
            </p:nvSpPr>
            <p:spPr>
              <a:xfrm>
                <a:off x="8854429" y="5560010"/>
                <a:ext cx="6343" cy="6345"/>
              </a:xfrm>
              <a:custGeom>
                <a:avLst/>
                <a:gdLst>
                  <a:gd name="connsiteX0" fmla="*/ 3364 w 6343"/>
                  <a:gd name="connsiteY0" fmla="*/ 6509 h 6345"/>
                  <a:gd name="connsiteX1" fmla="*/ 5607 w 6343"/>
                  <a:gd name="connsiteY1" fmla="*/ 5580 h 6345"/>
                  <a:gd name="connsiteX2" fmla="*/ 6536 w 6343"/>
                  <a:gd name="connsiteY2" fmla="*/ 3337 h 6345"/>
                  <a:gd name="connsiteX3" fmla="*/ 5607 w 6343"/>
                  <a:gd name="connsiteY3" fmla="*/ 1093 h 6345"/>
                  <a:gd name="connsiteX4" fmla="*/ 3364 w 6343"/>
                  <a:gd name="connsiteY4" fmla="*/ 164 h 6345"/>
                  <a:gd name="connsiteX5" fmla="*/ 1122 w 6343"/>
                  <a:gd name="connsiteY5" fmla="*/ 1093 h 6345"/>
                  <a:gd name="connsiteX6" fmla="*/ 193 w 6343"/>
                  <a:gd name="connsiteY6" fmla="*/ 3337 h 6345"/>
                  <a:gd name="connsiteX7" fmla="*/ 1122 w 6343"/>
                  <a:gd name="connsiteY7" fmla="*/ 5580 h 6345"/>
                  <a:gd name="connsiteX8" fmla="*/ 3364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09"/>
                    </a:moveTo>
                    <a:cubicBezTo>
                      <a:pt x="4205" y="6509"/>
                      <a:pt x="5012" y="6175"/>
                      <a:pt x="5607" y="5580"/>
                    </a:cubicBezTo>
                    <a:cubicBezTo>
                      <a:pt x="6202" y="4985"/>
                      <a:pt x="6536" y="4178"/>
                      <a:pt x="6536" y="3337"/>
                    </a:cubicBezTo>
                    <a:cubicBezTo>
                      <a:pt x="6536" y="2495"/>
                      <a:pt x="6202" y="1688"/>
                      <a:pt x="5607" y="1093"/>
                    </a:cubicBezTo>
                    <a:cubicBezTo>
                      <a:pt x="5012" y="498"/>
                      <a:pt x="4205" y="164"/>
                      <a:pt x="3364" y="164"/>
                    </a:cubicBezTo>
                    <a:cubicBezTo>
                      <a:pt x="2523" y="164"/>
                      <a:pt x="1716" y="498"/>
                      <a:pt x="1122" y="1093"/>
                    </a:cubicBezTo>
                    <a:cubicBezTo>
                      <a:pt x="527" y="1688"/>
                      <a:pt x="193" y="2495"/>
                      <a:pt x="193" y="3337"/>
                    </a:cubicBezTo>
                    <a:cubicBezTo>
                      <a:pt x="193" y="4178"/>
                      <a:pt x="527" y="4985"/>
                      <a:pt x="1122" y="5580"/>
                    </a:cubicBezTo>
                    <a:cubicBezTo>
                      <a:pt x="1716" y="6175"/>
                      <a:pt x="2523" y="6509"/>
                      <a:pt x="3364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39" name="Freeform: Shape 12838">
                <a:extLst>
                  <a:ext uri="{FF2B5EF4-FFF2-40B4-BE49-F238E27FC236}">
                    <a16:creationId xmlns:a16="http://schemas.microsoft.com/office/drawing/2014/main" id="{37DC3E5E-8FBD-7F47-E22E-B684E1C2C8CA}"/>
                  </a:ext>
                </a:extLst>
              </p:cNvPr>
              <p:cNvSpPr/>
              <p:nvPr/>
            </p:nvSpPr>
            <p:spPr>
              <a:xfrm>
                <a:off x="8852980" y="5556308"/>
                <a:ext cx="6343" cy="6345"/>
              </a:xfrm>
              <a:custGeom>
                <a:avLst/>
                <a:gdLst>
                  <a:gd name="connsiteX0" fmla="*/ 3364 w 6343"/>
                  <a:gd name="connsiteY0" fmla="*/ 6509 h 6345"/>
                  <a:gd name="connsiteX1" fmla="*/ 5607 w 6343"/>
                  <a:gd name="connsiteY1" fmla="*/ 5580 h 6345"/>
                  <a:gd name="connsiteX2" fmla="*/ 6536 w 6343"/>
                  <a:gd name="connsiteY2" fmla="*/ 3336 h 6345"/>
                  <a:gd name="connsiteX3" fmla="*/ 5607 w 6343"/>
                  <a:gd name="connsiteY3" fmla="*/ 1093 h 6345"/>
                  <a:gd name="connsiteX4" fmla="*/ 3364 w 6343"/>
                  <a:gd name="connsiteY4" fmla="*/ 164 h 6345"/>
                  <a:gd name="connsiteX5" fmla="*/ 1122 w 6343"/>
                  <a:gd name="connsiteY5" fmla="*/ 1093 h 6345"/>
                  <a:gd name="connsiteX6" fmla="*/ 193 w 6343"/>
                  <a:gd name="connsiteY6" fmla="*/ 3336 h 6345"/>
                  <a:gd name="connsiteX7" fmla="*/ 1122 w 6343"/>
                  <a:gd name="connsiteY7" fmla="*/ 5580 h 6345"/>
                  <a:gd name="connsiteX8" fmla="*/ 3364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09"/>
                    </a:moveTo>
                    <a:cubicBezTo>
                      <a:pt x="4205" y="6509"/>
                      <a:pt x="5012" y="6175"/>
                      <a:pt x="5607" y="5580"/>
                    </a:cubicBezTo>
                    <a:cubicBezTo>
                      <a:pt x="6202" y="4985"/>
                      <a:pt x="6536" y="4178"/>
                      <a:pt x="6536" y="3336"/>
                    </a:cubicBezTo>
                    <a:cubicBezTo>
                      <a:pt x="6536" y="2495"/>
                      <a:pt x="6202" y="1688"/>
                      <a:pt x="5607" y="1093"/>
                    </a:cubicBezTo>
                    <a:cubicBezTo>
                      <a:pt x="5012" y="498"/>
                      <a:pt x="4205" y="164"/>
                      <a:pt x="3364" y="164"/>
                    </a:cubicBezTo>
                    <a:cubicBezTo>
                      <a:pt x="2523" y="164"/>
                      <a:pt x="1716" y="498"/>
                      <a:pt x="1122" y="1093"/>
                    </a:cubicBezTo>
                    <a:cubicBezTo>
                      <a:pt x="527" y="1688"/>
                      <a:pt x="193" y="2495"/>
                      <a:pt x="193" y="3336"/>
                    </a:cubicBezTo>
                    <a:cubicBezTo>
                      <a:pt x="193" y="4178"/>
                      <a:pt x="527" y="4985"/>
                      <a:pt x="1122" y="5580"/>
                    </a:cubicBezTo>
                    <a:cubicBezTo>
                      <a:pt x="1716" y="6175"/>
                      <a:pt x="2523" y="6509"/>
                      <a:pt x="3364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40" name="Freeform: Shape 12839">
                <a:extLst>
                  <a:ext uri="{FF2B5EF4-FFF2-40B4-BE49-F238E27FC236}">
                    <a16:creationId xmlns:a16="http://schemas.microsoft.com/office/drawing/2014/main" id="{CCCCC669-BBC9-BB0C-212F-97D5DC29F502}"/>
                  </a:ext>
                </a:extLst>
              </p:cNvPr>
              <p:cNvSpPr/>
              <p:nvPr/>
            </p:nvSpPr>
            <p:spPr>
              <a:xfrm>
                <a:off x="8853495" y="5551752"/>
                <a:ext cx="6343" cy="6345"/>
              </a:xfrm>
              <a:custGeom>
                <a:avLst/>
                <a:gdLst>
                  <a:gd name="connsiteX0" fmla="*/ 3364 w 6343"/>
                  <a:gd name="connsiteY0" fmla="*/ 6509 h 6345"/>
                  <a:gd name="connsiteX1" fmla="*/ 5607 w 6343"/>
                  <a:gd name="connsiteY1" fmla="*/ 5579 h 6345"/>
                  <a:gd name="connsiteX2" fmla="*/ 6536 w 6343"/>
                  <a:gd name="connsiteY2" fmla="*/ 3336 h 6345"/>
                  <a:gd name="connsiteX3" fmla="*/ 5607 w 6343"/>
                  <a:gd name="connsiteY3" fmla="*/ 1093 h 6345"/>
                  <a:gd name="connsiteX4" fmla="*/ 3364 w 6343"/>
                  <a:gd name="connsiteY4" fmla="*/ 163 h 6345"/>
                  <a:gd name="connsiteX5" fmla="*/ 1122 w 6343"/>
                  <a:gd name="connsiteY5" fmla="*/ 1093 h 6345"/>
                  <a:gd name="connsiteX6" fmla="*/ 193 w 6343"/>
                  <a:gd name="connsiteY6" fmla="*/ 3336 h 6345"/>
                  <a:gd name="connsiteX7" fmla="*/ 1122 w 6343"/>
                  <a:gd name="connsiteY7" fmla="*/ 5579 h 6345"/>
                  <a:gd name="connsiteX8" fmla="*/ 3364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09"/>
                    </a:moveTo>
                    <a:cubicBezTo>
                      <a:pt x="4205" y="6509"/>
                      <a:pt x="5012" y="6174"/>
                      <a:pt x="5607" y="5579"/>
                    </a:cubicBezTo>
                    <a:cubicBezTo>
                      <a:pt x="6202" y="4984"/>
                      <a:pt x="6536" y="4177"/>
                      <a:pt x="6536" y="3336"/>
                    </a:cubicBezTo>
                    <a:cubicBezTo>
                      <a:pt x="6536" y="2495"/>
                      <a:pt x="6202" y="1688"/>
                      <a:pt x="5607" y="1093"/>
                    </a:cubicBezTo>
                    <a:cubicBezTo>
                      <a:pt x="5012" y="498"/>
                      <a:pt x="4205" y="163"/>
                      <a:pt x="3364" y="163"/>
                    </a:cubicBezTo>
                    <a:cubicBezTo>
                      <a:pt x="2523" y="163"/>
                      <a:pt x="1716" y="498"/>
                      <a:pt x="1122" y="1093"/>
                    </a:cubicBezTo>
                    <a:cubicBezTo>
                      <a:pt x="527" y="1688"/>
                      <a:pt x="193" y="2495"/>
                      <a:pt x="193" y="3336"/>
                    </a:cubicBezTo>
                    <a:cubicBezTo>
                      <a:pt x="193" y="4177"/>
                      <a:pt x="527" y="4984"/>
                      <a:pt x="1122" y="5579"/>
                    </a:cubicBezTo>
                    <a:cubicBezTo>
                      <a:pt x="1716" y="6174"/>
                      <a:pt x="2523" y="6509"/>
                      <a:pt x="3364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41" name="Freeform: Shape 12840">
                <a:extLst>
                  <a:ext uri="{FF2B5EF4-FFF2-40B4-BE49-F238E27FC236}">
                    <a16:creationId xmlns:a16="http://schemas.microsoft.com/office/drawing/2014/main" id="{234710EA-66D1-FEA2-B47C-1E6465AE20AF}"/>
                  </a:ext>
                </a:extLst>
              </p:cNvPr>
              <p:cNvSpPr/>
              <p:nvPr/>
            </p:nvSpPr>
            <p:spPr>
              <a:xfrm>
                <a:off x="8851868" y="5548145"/>
                <a:ext cx="6343" cy="6345"/>
              </a:xfrm>
              <a:custGeom>
                <a:avLst/>
                <a:gdLst>
                  <a:gd name="connsiteX0" fmla="*/ 3364 w 6343"/>
                  <a:gd name="connsiteY0" fmla="*/ 6508 h 6345"/>
                  <a:gd name="connsiteX1" fmla="*/ 5607 w 6343"/>
                  <a:gd name="connsiteY1" fmla="*/ 5579 h 6345"/>
                  <a:gd name="connsiteX2" fmla="*/ 6536 w 6343"/>
                  <a:gd name="connsiteY2" fmla="*/ 3336 h 6345"/>
                  <a:gd name="connsiteX3" fmla="*/ 5607 w 6343"/>
                  <a:gd name="connsiteY3" fmla="*/ 1092 h 6345"/>
                  <a:gd name="connsiteX4" fmla="*/ 3364 w 6343"/>
                  <a:gd name="connsiteY4" fmla="*/ 163 h 6345"/>
                  <a:gd name="connsiteX5" fmla="*/ 1121 w 6343"/>
                  <a:gd name="connsiteY5" fmla="*/ 1092 h 6345"/>
                  <a:gd name="connsiteX6" fmla="*/ 193 w 6343"/>
                  <a:gd name="connsiteY6" fmla="*/ 3336 h 6345"/>
                  <a:gd name="connsiteX7" fmla="*/ 1121 w 6343"/>
                  <a:gd name="connsiteY7" fmla="*/ 5579 h 6345"/>
                  <a:gd name="connsiteX8" fmla="*/ 336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08"/>
                    </a:moveTo>
                    <a:cubicBezTo>
                      <a:pt x="4205" y="6508"/>
                      <a:pt x="5012" y="6174"/>
                      <a:pt x="5607" y="5579"/>
                    </a:cubicBezTo>
                    <a:cubicBezTo>
                      <a:pt x="6201" y="4984"/>
                      <a:pt x="6536" y="4177"/>
                      <a:pt x="6536" y="3336"/>
                    </a:cubicBezTo>
                    <a:cubicBezTo>
                      <a:pt x="6536" y="2494"/>
                      <a:pt x="6201" y="1687"/>
                      <a:pt x="5607" y="1092"/>
                    </a:cubicBezTo>
                    <a:cubicBezTo>
                      <a:pt x="5012" y="497"/>
                      <a:pt x="4205" y="163"/>
                      <a:pt x="3364" y="163"/>
                    </a:cubicBezTo>
                    <a:cubicBezTo>
                      <a:pt x="2523" y="163"/>
                      <a:pt x="1716" y="497"/>
                      <a:pt x="1121" y="1092"/>
                    </a:cubicBezTo>
                    <a:cubicBezTo>
                      <a:pt x="527" y="1687"/>
                      <a:pt x="193" y="2494"/>
                      <a:pt x="193" y="3336"/>
                    </a:cubicBezTo>
                    <a:cubicBezTo>
                      <a:pt x="193" y="4177"/>
                      <a:pt x="527" y="4984"/>
                      <a:pt x="1121" y="5579"/>
                    </a:cubicBezTo>
                    <a:cubicBezTo>
                      <a:pt x="1716" y="6174"/>
                      <a:pt x="2523" y="6508"/>
                      <a:pt x="336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42" name="Freeform: Shape 12841">
                <a:extLst>
                  <a:ext uri="{FF2B5EF4-FFF2-40B4-BE49-F238E27FC236}">
                    <a16:creationId xmlns:a16="http://schemas.microsoft.com/office/drawing/2014/main" id="{585185C4-FFA4-C5A6-6EF2-0FA43577A3FC}"/>
                  </a:ext>
                </a:extLst>
              </p:cNvPr>
              <p:cNvSpPr/>
              <p:nvPr/>
            </p:nvSpPr>
            <p:spPr>
              <a:xfrm>
                <a:off x="8849344" y="5544914"/>
                <a:ext cx="6343" cy="6345"/>
              </a:xfrm>
              <a:custGeom>
                <a:avLst/>
                <a:gdLst>
                  <a:gd name="connsiteX0" fmla="*/ 3364 w 6343"/>
                  <a:gd name="connsiteY0" fmla="*/ 6508 h 6345"/>
                  <a:gd name="connsiteX1" fmla="*/ 5607 w 6343"/>
                  <a:gd name="connsiteY1" fmla="*/ 5579 h 6345"/>
                  <a:gd name="connsiteX2" fmla="*/ 6535 w 6343"/>
                  <a:gd name="connsiteY2" fmla="*/ 3335 h 6345"/>
                  <a:gd name="connsiteX3" fmla="*/ 5607 w 6343"/>
                  <a:gd name="connsiteY3" fmla="*/ 1092 h 6345"/>
                  <a:gd name="connsiteX4" fmla="*/ 3364 w 6343"/>
                  <a:gd name="connsiteY4" fmla="*/ 163 h 6345"/>
                  <a:gd name="connsiteX5" fmla="*/ 1121 w 6343"/>
                  <a:gd name="connsiteY5" fmla="*/ 1092 h 6345"/>
                  <a:gd name="connsiteX6" fmla="*/ 192 w 6343"/>
                  <a:gd name="connsiteY6" fmla="*/ 3335 h 6345"/>
                  <a:gd name="connsiteX7" fmla="*/ 1121 w 6343"/>
                  <a:gd name="connsiteY7" fmla="*/ 5579 h 6345"/>
                  <a:gd name="connsiteX8" fmla="*/ 336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08"/>
                    </a:moveTo>
                    <a:cubicBezTo>
                      <a:pt x="4205" y="6508"/>
                      <a:pt x="5012" y="6174"/>
                      <a:pt x="5607" y="5579"/>
                    </a:cubicBezTo>
                    <a:cubicBezTo>
                      <a:pt x="6201" y="4984"/>
                      <a:pt x="6535" y="4177"/>
                      <a:pt x="6535" y="3335"/>
                    </a:cubicBezTo>
                    <a:cubicBezTo>
                      <a:pt x="6535" y="2494"/>
                      <a:pt x="6201" y="1687"/>
                      <a:pt x="5607" y="1092"/>
                    </a:cubicBezTo>
                    <a:cubicBezTo>
                      <a:pt x="5012" y="497"/>
                      <a:pt x="4205" y="163"/>
                      <a:pt x="3364" y="163"/>
                    </a:cubicBezTo>
                    <a:cubicBezTo>
                      <a:pt x="2523" y="163"/>
                      <a:pt x="1716" y="497"/>
                      <a:pt x="1121" y="1092"/>
                    </a:cubicBezTo>
                    <a:cubicBezTo>
                      <a:pt x="527" y="1687"/>
                      <a:pt x="192" y="2494"/>
                      <a:pt x="192" y="3335"/>
                    </a:cubicBezTo>
                    <a:cubicBezTo>
                      <a:pt x="192" y="4177"/>
                      <a:pt x="527" y="4984"/>
                      <a:pt x="1121" y="5579"/>
                    </a:cubicBezTo>
                    <a:cubicBezTo>
                      <a:pt x="1716" y="6174"/>
                      <a:pt x="2523" y="6508"/>
                      <a:pt x="336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43" name="Freeform: Shape 12842">
                <a:extLst>
                  <a:ext uri="{FF2B5EF4-FFF2-40B4-BE49-F238E27FC236}">
                    <a16:creationId xmlns:a16="http://schemas.microsoft.com/office/drawing/2014/main" id="{99040815-86E1-EA30-1B5E-BAF91F959615}"/>
                  </a:ext>
                </a:extLst>
              </p:cNvPr>
              <p:cNvSpPr/>
              <p:nvPr/>
            </p:nvSpPr>
            <p:spPr>
              <a:xfrm>
                <a:off x="8847126" y="5541544"/>
                <a:ext cx="6343" cy="6345"/>
              </a:xfrm>
              <a:custGeom>
                <a:avLst/>
                <a:gdLst>
                  <a:gd name="connsiteX0" fmla="*/ 3364 w 6343"/>
                  <a:gd name="connsiteY0" fmla="*/ 6508 h 6345"/>
                  <a:gd name="connsiteX1" fmla="*/ 5606 w 6343"/>
                  <a:gd name="connsiteY1" fmla="*/ 5579 h 6345"/>
                  <a:gd name="connsiteX2" fmla="*/ 6535 w 6343"/>
                  <a:gd name="connsiteY2" fmla="*/ 3335 h 6345"/>
                  <a:gd name="connsiteX3" fmla="*/ 5606 w 6343"/>
                  <a:gd name="connsiteY3" fmla="*/ 1092 h 6345"/>
                  <a:gd name="connsiteX4" fmla="*/ 3364 w 6343"/>
                  <a:gd name="connsiteY4" fmla="*/ 162 h 6345"/>
                  <a:gd name="connsiteX5" fmla="*/ 1121 w 6343"/>
                  <a:gd name="connsiteY5" fmla="*/ 1092 h 6345"/>
                  <a:gd name="connsiteX6" fmla="*/ 192 w 6343"/>
                  <a:gd name="connsiteY6" fmla="*/ 3335 h 6345"/>
                  <a:gd name="connsiteX7" fmla="*/ 1121 w 6343"/>
                  <a:gd name="connsiteY7" fmla="*/ 5579 h 6345"/>
                  <a:gd name="connsiteX8" fmla="*/ 336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08"/>
                    </a:moveTo>
                    <a:cubicBezTo>
                      <a:pt x="4205" y="6508"/>
                      <a:pt x="5012" y="6174"/>
                      <a:pt x="5606" y="5579"/>
                    </a:cubicBezTo>
                    <a:cubicBezTo>
                      <a:pt x="6201" y="4984"/>
                      <a:pt x="6535" y="4177"/>
                      <a:pt x="6535" y="3335"/>
                    </a:cubicBezTo>
                    <a:cubicBezTo>
                      <a:pt x="6535" y="2494"/>
                      <a:pt x="6201" y="1687"/>
                      <a:pt x="5606" y="1092"/>
                    </a:cubicBezTo>
                    <a:cubicBezTo>
                      <a:pt x="5012" y="497"/>
                      <a:pt x="4205" y="162"/>
                      <a:pt x="3364" y="162"/>
                    </a:cubicBezTo>
                    <a:cubicBezTo>
                      <a:pt x="2523" y="162"/>
                      <a:pt x="1716" y="497"/>
                      <a:pt x="1121" y="1092"/>
                    </a:cubicBezTo>
                    <a:cubicBezTo>
                      <a:pt x="526" y="1687"/>
                      <a:pt x="192" y="2494"/>
                      <a:pt x="192" y="3335"/>
                    </a:cubicBezTo>
                    <a:cubicBezTo>
                      <a:pt x="192" y="4177"/>
                      <a:pt x="526" y="4984"/>
                      <a:pt x="1121" y="5579"/>
                    </a:cubicBezTo>
                    <a:cubicBezTo>
                      <a:pt x="1716" y="6174"/>
                      <a:pt x="2523" y="6508"/>
                      <a:pt x="336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44" name="Freeform: Shape 12843">
                <a:extLst>
                  <a:ext uri="{FF2B5EF4-FFF2-40B4-BE49-F238E27FC236}">
                    <a16:creationId xmlns:a16="http://schemas.microsoft.com/office/drawing/2014/main" id="{4F503E84-D41F-0C32-A717-D59EC6EE4995}"/>
                  </a:ext>
                </a:extLst>
              </p:cNvPr>
              <p:cNvSpPr/>
              <p:nvPr/>
            </p:nvSpPr>
            <p:spPr>
              <a:xfrm>
                <a:off x="8845503" y="5537920"/>
                <a:ext cx="6343" cy="6345"/>
              </a:xfrm>
              <a:custGeom>
                <a:avLst/>
                <a:gdLst>
                  <a:gd name="connsiteX0" fmla="*/ 3364 w 6343"/>
                  <a:gd name="connsiteY0" fmla="*/ 6508 h 6345"/>
                  <a:gd name="connsiteX1" fmla="*/ 5606 w 6343"/>
                  <a:gd name="connsiteY1" fmla="*/ 5578 h 6345"/>
                  <a:gd name="connsiteX2" fmla="*/ 6535 w 6343"/>
                  <a:gd name="connsiteY2" fmla="*/ 3335 h 6345"/>
                  <a:gd name="connsiteX3" fmla="*/ 5606 w 6343"/>
                  <a:gd name="connsiteY3" fmla="*/ 1091 h 6345"/>
                  <a:gd name="connsiteX4" fmla="*/ 3364 w 6343"/>
                  <a:gd name="connsiteY4" fmla="*/ 162 h 6345"/>
                  <a:gd name="connsiteX5" fmla="*/ 1121 w 6343"/>
                  <a:gd name="connsiteY5" fmla="*/ 1091 h 6345"/>
                  <a:gd name="connsiteX6" fmla="*/ 192 w 6343"/>
                  <a:gd name="connsiteY6" fmla="*/ 3335 h 6345"/>
                  <a:gd name="connsiteX7" fmla="*/ 1121 w 6343"/>
                  <a:gd name="connsiteY7" fmla="*/ 5578 h 6345"/>
                  <a:gd name="connsiteX8" fmla="*/ 336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508"/>
                    </a:moveTo>
                    <a:cubicBezTo>
                      <a:pt x="4205" y="6508"/>
                      <a:pt x="5011" y="6173"/>
                      <a:pt x="5606" y="5578"/>
                    </a:cubicBezTo>
                    <a:cubicBezTo>
                      <a:pt x="6201" y="4983"/>
                      <a:pt x="6535" y="4176"/>
                      <a:pt x="6535" y="3335"/>
                    </a:cubicBezTo>
                    <a:cubicBezTo>
                      <a:pt x="6535" y="2493"/>
                      <a:pt x="6201" y="1686"/>
                      <a:pt x="5606" y="1091"/>
                    </a:cubicBezTo>
                    <a:cubicBezTo>
                      <a:pt x="5011" y="497"/>
                      <a:pt x="4205" y="162"/>
                      <a:pt x="3364" y="162"/>
                    </a:cubicBezTo>
                    <a:cubicBezTo>
                      <a:pt x="2523" y="162"/>
                      <a:pt x="1716" y="497"/>
                      <a:pt x="1121" y="1091"/>
                    </a:cubicBezTo>
                    <a:cubicBezTo>
                      <a:pt x="526" y="1686"/>
                      <a:pt x="192" y="2493"/>
                      <a:pt x="192" y="3335"/>
                    </a:cubicBezTo>
                    <a:cubicBezTo>
                      <a:pt x="192" y="4176"/>
                      <a:pt x="526" y="4983"/>
                      <a:pt x="1121" y="5578"/>
                    </a:cubicBezTo>
                    <a:cubicBezTo>
                      <a:pt x="1716" y="6173"/>
                      <a:pt x="2523" y="6508"/>
                      <a:pt x="336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45" name="Freeform: Shape 12844">
                <a:extLst>
                  <a:ext uri="{FF2B5EF4-FFF2-40B4-BE49-F238E27FC236}">
                    <a16:creationId xmlns:a16="http://schemas.microsoft.com/office/drawing/2014/main" id="{82F8BAF2-1BF5-E481-652A-801866A0E92D}"/>
                  </a:ext>
                </a:extLst>
              </p:cNvPr>
              <p:cNvSpPr/>
              <p:nvPr/>
            </p:nvSpPr>
            <p:spPr>
              <a:xfrm>
                <a:off x="8843324" y="5534517"/>
                <a:ext cx="6343" cy="6345"/>
              </a:xfrm>
              <a:custGeom>
                <a:avLst/>
                <a:gdLst>
                  <a:gd name="connsiteX0" fmla="*/ 3363 w 6343"/>
                  <a:gd name="connsiteY0" fmla="*/ 6507 h 6345"/>
                  <a:gd name="connsiteX1" fmla="*/ 5606 w 6343"/>
                  <a:gd name="connsiteY1" fmla="*/ 5578 h 6345"/>
                  <a:gd name="connsiteX2" fmla="*/ 6535 w 6343"/>
                  <a:gd name="connsiteY2" fmla="*/ 3335 h 6345"/>
                  <a:gd name="connsiteX3" fmla="*/ 5606 w 6343"/>
                  <a:gd name="connsiteY3" fmla="*/ 1091 h 6345"/>
                  <a:gd name="connsiteX4" fmla="*/ 3363 w 6343"/>
                  <a:gd name="connsiteY4" fmla="*/ 162 h 6345"/>
                  <a:gd name="connsiteX5" fmla="*/ 1121 w 6343"/>
                  <a:gd name="connsiteY5" fmla="*/ 1091 h 6345"/>
                  <a:gd name="connsiteX6" fmla="*/ 192 w 6343"/>
                  <a:gd name="connsiteY6" fmla="*/ 3335 h 6345"/>
                  <a:gd name="connsiteX7" fmla="*/ 1121 w 6343"/>
                  <a:gd name="connsiteY7" fmla="*/ 5578 h 6345"/>
                  <a:gd name="connsiteX8" fmla="*/ 336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07"/>
                    </a:moveTo>
                    <a:cubicBezTo>
                      <a:pt x="4205" y="6507"/>
                      <a:pt x="5011" y="6173"/>
                      <a:pt x="5606" y="5578"/>
                    </a:cubicBezTo>
                    <a:cubicBezTo>
                      <a:pt x="6201" y="4983"/>
                      <a:pt x="6535" y="4176"/>
                      <a:pt x="6535" y="3335"/>
                    </a:cubicBezTo>
                    <a:cubicBezTo>
                      <a:pt x="6535" y="2493"/>
                      <a:pt x="6201" y="1686"/>
                      <a:pt x="5606" y="1091"/>
                    </a:cubicBezTo>
                    <a:cubicBezTo>
                      <a:pt x="5011" y="496"/>
                      <a:pt x="4205" y="162"/>
                      <a:pt x="3363" y="162"/>
                    </a:cubicBezTo>
                    <a:cubicBezTo>
                      <a:pt x="2522" y="162"/>
                      <a:pt x="1716" y="496"/>
                      <a:pt x="1121" y="1091"/>
                    </a:cubicBezTo>
                    <a:cubicBezTo>
                      <a:pt x="526" y="1686"/>
                      <a:pt x="192" y="2493"/>
                      <a:pt x="192" y="3335"/>
                    </a:cubicBezTo>
                    <a:cubicBezTo>
                      <a:pt x="192" y="4176"/>
                      <a:pt x="526" y="4983"/>
                      <a:pt x="1121" y="5578"/>
                    </a:cubicBezTo>
                    <a:cubicBezTo>
                      <a:pt x="1716" y="6173"/>
                      <a:pt x="2522" y="6507"/>
                      <a:pt x="336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46" name="Freeform: Shape 12845">
                <a:extLst>
                  <a:ext uri="{FF2B5EF4-FFF2-40B4-BE49-F238E27FC236}">
                    <a16:creationId xmlns:a16="http://schemas.microsoft.com/office/drawing/2014/main" id="{383B5805-DCAC-76A5-9F54-F3EA6667E225}"/>
                  </a:ext>
                </a:extLst>
              </p:cNvPr>
              <p:cNvSpPr/>
              <p:nvPr/>
            </p:nvSpPr>
            <p:spPr>
              <a:xfrm>
                <a:off x="8841686" y="5530892"/>
                <a:ext cx="6343" cy="6345"/>
              </a:xfrm>
              <a:custGeom>
                <a:avLst/>
                <a:gdLst>
                  <a:gd name="connsiteX0" fmla="*/ 3363 w 6343"/>
                  <a:gd name="connsiteY0" fmla="*/ 6507 h 6345"/>
                  <a:gd name="connsiteX1" fmla="*/ 5606 w 6343"/>
                  <a:gd name="connsiteY1" fmla="*/ 5578 h 6345"/>
                  <a:gd name="connsiteX2" fmla="*/ 6535 w 6343"/>
                  <a:gd name="connsiteY2" fmla="*/ 3334 h 6345"/>
                  <a:gd name="connsiteX3" fmla="*/ 5606 w 6343"/>
                  <a:gd name="connsiteY3" fmla="*/ 1091 h 6345"/>
                  <a:gd name="connsiteX4" fmla="*/ 3363 w 6343"/>
                  <a:gd name="connsiteY4" fmla="*/ 162 h 6345"/>
                  <a:gd name="connsiteX5" fmla="*/ 1121 w 6343"/>
                  <a:gd name="connsiteY5" fmla="*/ 1091 h 6345"/>
                  <a:gd name="connsiteX6" fmla="*/ 192 w 6343"/>
                  <a:gd name="connsiteY6" fmla="*/ 3334 h 6345"/>
                  <a:gd name="connsiteX7" fmla="*/ 1121 w 6343"/>
                  <a:gd name="connsiteY7" fmla="*/ 5578 h 6345"/>
                  <a:gd name="connsiteX8" fmla="*/ 336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07"/>
                    </a:moveTo>
                    <a:cubicBezTo>
                      <a:pt x="4204" y="6507"/>
                      <a:pt x="5011" y="6173"/>
                      <a:pt x="5606" y="5578"/>
                    </a:cubicBezTo>
                    <a:cubicBezTo>
                      <a:pt x="6201" y="4983"/>
                      <a:pt x="6535" y="4176"/>
                      <a:pt x="6535" y="3334"/>
                    </a:cubicBezTo>
                    <a:cubicBezTo>
                      <a:pt x="6535" y="2493"/>
                      <a:pt x="6201" y="1686"/>
                      <a:pt x="5606" y="1091"/>
                    </a:cubicBezTo>
                    <a:cubicBezTo>
                      <a:pt x="5011" y="496"/>
                      <a:pt x="4204" y="162"/>
                      <a:pt x="3363" y="162"/>
                    </a:cubicBezTo>
                    <a:cubicBezTo>
                      <a:pt x="2522" y="162"/>
                      <a:pt x="1715" y="496"/>
                      <a:pt x="1121" y="1091"/>
                    </a:cubicBezTo>
                    <a:cubicBezTo>
                      <a:pt x="526" y="1686"/>
                      <a:pt x="192" y="2493"/>
                      <a:pt x="192" y="3334"/>
                    </a:cubicBezTo>
                    <a:cubicBezTo>
                      <a:pt x="192" y="4176"/>
                      <a:pt x="526" y="4983"/>
                      <a:pt x="1121" y="5578"/>
                    </a:cubicBezTo>
                    <a:cubicBezTo>
                      <a:pt x="1715" y="6173"/>
                      <a:pt x="2522" y="6507"/>
                      <a:pt x="336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47" name="Freeform: Shape 12846">
                <a:extLst>
                  <a:ext uri="{FF2B5EF4-FFF2-40B4-BE49-F238E27FC236}">
                    <a16:creationId xmlns:a16="http://schemas.microsoft.com/office/drawing/2014/main" id="{9CB0F11B-EF54-366D-1AC8-EB84A6915312}"/>
                  </a:ext>
                </a:extLst>
              </p:cNvPr>
              <p:cNvSpPr/>
              <p:nvPr/>
            </p:nvSpPr>
            <p:spPr>
              <a:xfrm>
                <a:off x="8838326" y="5527928"/>
                <a:ext cx="6343" cy="6345"/>
              </a:xfrm>
              <a:custGeom>
                <a:avLst/>
                <a:gdLst>
                  <a:gd name="connsiteX0" fmla="*/ 3363 w 6343"/>
                  <a:gd name="connsiteY0" fmla="*/ 6507 h 6345"/>
                  <a:gd name="connsiteX1" fmla="*/ 5606 w 6343"/>
                  <a:gd name="connsiteY1" fmla="*/ 5578 h 6345"/>
                  <a:gd name="connsiteX2" fmla="*/ 6535 w 6343"/>
                  <a:gd name="connsiteY2" fmla="*/ 3334 h 6345"/>
                  <a:gd name="connsiteX3" fmla="*/ 5606 w 6343"/>
                  <a:gd name="connsiteY3" fmla="*/ 1091 h 6345"/>
                  <a:gd name="connsiteX4" fmla="*/ 3363 w 6343"/>
                  <a:gd name="connsiteY4" fmla="*/ 161 h 6345"/>
                  <a:gd name="connsiteX5" fmla="*/ 1120 w 6343"/>
                  <a:gd name="connsiteY5" fmla="*/ 1091 h 6345"/>
                  <a:gd name="connsiteX6" fmla="*/ 191 w 6343"/>
                  <a:gd name="connsiteY6" fmla="*/ 3334 h 6345"/>
                  <a:gd name="connsiteX7" fmla="*/ 1120 w 6343"/>
                  <a:gd name="connsiteY7" fmla="*/ 5578 h 6345"/>
                  <a:gd name="connsiteX8" fmla="*/ 336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07"/>
                    </a:moveTo>
                    <a:cubicBezTo>
                      <a:pt x="4204" y="6507"/>
                      <a:pt x="5011" y="6173"/>
                      <a:pt x="5606" y="5578"/>
                    </a:cubicBezTo>
                    <a:cubicBezTo>
                      <a:pt x="6200" y="4983"/>
                      <a:pt x="6535" y="4176"/>
                      <a:pt x="6535" y="3334"/>
                    </a:cubicBezTo>
                    <a:cubicBezTo>
                      <a:pt x="6535" y="2493"/>
                      <a:pt x="6200" y="1686"/>
                      <a:pt x="5606" y="1091"/>
                    </a:cubicBezTo>
                    <a:cubicBezTo>
                      <a:pt x="5011" y="496"/>
                      <a:pt x="4204" y="161"/>
                      <a:pt x="3363" y="161"/>
                    </a:cubicBezTo>
                    <a:cubicBezTo>
                      <a:pt x="2522" y="161"/>
                      <a:pt x="1715" y="496"/>
                      <a:pt x="1120" y="1091"/>
                    </a:cubicBezTo>
                    <a:cubicBezTo>
                      <a:pt x="526" y="1686"/>
                      <a:pt x="191" y="2493"/>
                      <a:pt x="191" y="3334"/>
                    </a:cubicBezTo>
                    <a:cubicBezTo>
                      <a:pt x="191" y="4176"/>
                      <a:pt x="526" y="4983"/>
                      <a:pt x="1120" y="5578"/>
                    </a:cubicBezTo>
                    <a:cubicBezTo>
                      <a:pt x="1715" y="6173"/>
                      <a:pt x="2522" y="6507"/>
                      <a:pt x="336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48" name="Freeform: Shape 12847">
                <a:extLst>
                  <a:ext uri="{FF2B5EF4-FFF2-40B4-BE49-F238E27FC236}">
                    <a16:creationId xmlns:a16="http://schemas.microsoft.com/office/drawing/2014/main" id="{417FB132-7D8F-CB4E-D986-0BDABBC666DD}"/>
                  </a:ext>
                </a:extLst>
              </p:cNvPr>
              <p:cNvSpPr/>
              <p:nvPr/>
            </p:nvSpPr>
            <p:spPr>
              <a:xfrm>
                <a:off x="8832941" y="5525704"/>
                <a:ext cx="6343" cy="6345"/>
              </a:xfrm>
              <a:custGeom>
                <a:avLst/>
                <a:gdLst>
                  <a:gd name="connsiteX0" fmla="*/ 3363 w 6343"/>
                  <a:gd name="connsiteY0" fmla="*/ 6507 h 6345"/>
                  <a:gd name="connsiteX1" fmla="*/ 5605 w 6343"/>
                  <a:gd name="connsiteY1" fmla="*/ 5577 h 6345"/>
                  <a:gd name="connsiteX2" fmla="*/ 6534 w 6343"/>
                  <a:gd name="connsiteY2" fmla="*/ 3334 h 6345"/>
                  <a:gd name="connsiteX3" fmla="*/ 5605 w 6343"/>
                  <a:gd name="connsiteY3" fmla="*/ 1090 h 6345"/>
                  <a:gd name="connsiteX4" fmla="*/ 3363 w 6343"/>
                  <a:gd name="connsiteY4" fmla="*/ 161 h 6345"/>
                  <a:gd name="connsiteX5" fmla="*/ 1120 w 6343"/>
                  <a:gd name="connsiteY5" fmla="*/ 1090 h 6345"/>
                  <a:gd name="connsiteX6" fmla="*/ 191 w 6343"/>
                  <a:gd name="connsiteY6" fmla="*/ 3334 h 6345"/>
                  <a:gd name="connsiteX7" fmla="*/ 1120 w 6343"/>
                  <a:gd name="connsiteY7" fmla="*/ 5577 h 6345"/>
                  <a:gd name="connsiteX8" fmla="*/ 336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3" y="6507"/>
                    </a:moveTo>
                    <a:cubicBezTo>
                      <a:pt x="4204" y="6507"/>
                      <a:pt x="5011" y="6172"/>
                      <a:pt x="5605" y="5577"/>
                    </a:cubicBezTo>
                    <a:cubicBezTo>
                      <a:pt x="6200" y="4982"/>
                      <a:pt x="6534" y="4175"/>
                      <a:pt x="6534" y="3334"/>
                    </a:cubicBezTo>
                    <a:cubicBezTo>
                      <a:pt x="6534" y="2493"/>
                      <a:pt x="6200" y="1685"/>
                      <a:pt x="5605" y="1090"/>
                    </a:cubicBezTo>
                    <a:cubicBezTo>
                      <a:pt x="5011" y="496"/>
                      <a:pt x="4204" y="161"/>
                      <a:pt x="3363" y="161"/>
                    </a:cubicBezTo>
                    <a:cubicBezTo>
                      <a:pt x="2522" y="161"/>
                      <a:pt x="1715" y="496"/>
                      <a:pt x="1120" y="1090"/>
                    </a:cubicBezTo>
                    <a:cubicBezTo>
                      <a:pt x="525" y="1685"/>
                      <a:pt x="191" y="2493"/>
                      <a:pt x="191" y="3334"/>
                    </a:cubicBezTo>
                    <a:cubicBezTo>
                      <a:pt x="191" y="4175"/>
                      <a:pt x="525" y="4982"/>
                      <a:pt x="1120" y="5577"/>
                    </a:cubicBezTo>
                    <a:cubicBezTo>
                      <a:pt x="1715" y="6172"/>
                      <a:pt x="2522" y="6507"/>
                      <a:pt x="336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49" name="Freeform: Shape 12848">
                <a:extLst>
                  <a:ext uri="{FF2B5EF4-FFF2-40B4-BE49-F238E27FC236}">
                    <a16:creationId xmlns:a16="http://schemas.microsoft.com/office/drawing/2014/main" id="{20603C19-34AC-5898-E8AD-37CACECA85B5}"/>
                  </a:ext>
                </a:extLst>
              </p:cNvPr>
              <p:cNvSpPr/>
              <p:nvPr/>
            </p:nvSpPr>
            <p:spPr>
              <a:xfrm>
                <a:off x="8826217" y="5523923"/>
                <a:ext cx="6343" cy="6345"/>
              </a:xfrm>
              <a:custGeom>
                <a:avLst/>
                <a:gdLst>
                  <a:gd name="connsiteX0" fmla="*/ 3362 w 6343"/>
                  <a:gd name="connsiteY0" fmla="*/ 6507 h 6345"/>
                  <a:gd name="connsiteX1" fmla="*/ 5605 w 6343"/>
                  <a:gd name="connsiteY1" fmla="*/ 5577 h 6345"/>
                  <a:gd name="connsiteX2" fmla="*/ 6534 w 6343"/>
                  <a:gd name="connsiteY2" fmla="*/ 3334 h 6345"/>
                  <a:gd name="connsiteX3" fmla="*/ 5605 w 6343"/>
                  <a:gd name="connsiteY3" fmla="*/ 1090 h 6345"/>
                  <a:gd name="connsiteX4" fmla="*/ 3362 w 6343"/>
                  <a:gd name="connsiteY4" fmla="*/ 161 h 6345"/>
                  <a:gd name="connsiteX5" fmla="*/ 1119 w 6343"/>
                  <a:gd name="connsiteY5" fmla="*/ 1090 h 6345"/>
                  <a:gd name="connsiteX6" fmla="*/ 191 w 6343"/>
                  <a:gd name="connsiteY6" fmla="*/ 3334 h 6345"/>
                  <a:gd name="connsiteX7" fmla="*/ 1119 w 6343"/>
                  <a:gd name="connsiteY7" fmla="*/ 5577 h 6345"/>
                  <a:gd name="connsiteX8" fmla="*/ 336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2" y="6507"/>
                    </a:moveTo>
                    <a:cubicBezTo>
                      <a:pt x="4203" y="6507"/>
                      <a:pt x="5010" y="6172"/>
                      <a:pt x="5605" y="5577"/>
                    </a:cubicBezTo>
                    <a:cubicBezTo>
                      <a:pt x="6199" y="4982"/>
                      <a:pt x="6534" y="4175"/>
                      <a:pt x="6534" y="3334"/>
                    </a:cubicBezTo>
                    <a:cubicBezTo>
                      <a:pt x="6534" y="2492"/>
                      <a:pt x="6199" y="1685"/>
                      <a:pt x="5605" y="1090"/>
                    </a:cubicBezTo>
                    <a:cubicBezTo>
                      <a:pt x="5010" y="495"/>
                      <a:pt x="4203" y="161"/>
                      <a:pt x="3362" y="161"/>
                    </a:cubicBezTo>
                    <a:cubicBezTo>
                      <a:pt x="2521" y="161"/>
                      <a:pt x="1714" y="495"/>
                      <a:pt x="1119" y="1090"/>
                    </a:cubicBezTo>
                    <a:cubicBezTo>
                      <a:pt x="525" y="1685"/>
                      <a:pt x="191" y="2492"/>
                      <a:pt x="191" y="3334"/>
                    </a:cubicBezTo>
                    <a:cubicBezTo>
                      <a:pt x="191" y="4175"/>
                      <a:pt x="525" y="4982"/>
                      <a:pt x="1119" y="5577"/>
                    </a:cubicBezTo>
                    <a:cubicBezTo>
                      <a:pt x="1714" y="6172"/>
                      <a:pt x="2521" y="6507"/>
                      <a:pt x="336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50" name="Freeform: Shape 12849">
                <a:extLst>
                  <a:ext uri="{FF2B5EF4-FFF2-40B4-BE49-F238E27FC236}">
                    <a16:creationId xmlns:a16="http://schemas.microsoft.com/office/drawing/2014/main" id="{B238ABC1-04D6-54BB-E36F-18C86F70BE8A}"/>
                  </a:ext>
                </a:extLst>
              </p:cNvPr>
              <p:cNvSpPr/>
              <p:nvPr/>
            </p:nvSpPr>
            <p:spPr>
              <a:xfrm>
                <a:off x="8805794" y="5527065"/>
                <a:ext cx="6343" cy="6345"/>
              </a:xfrm>
              <a:custGeom>
                <a:avLst/>
                <a:gdLst>
                  <a:gd name="connsiteX0" fmla="*/ 3360 w 6343"/>
                  <a:gd name="connsiteY0" fmla="*/ 6507 h 6345"/>
                  <a:gd name="connsiteX1" fmla="*/ 5603 w 6343"/>
                  <a:gd name="connsiteY1" fmla="*/ 5577 h 6345"/>
                  <a:gd name="connsiteX2" fmla="*/ 6532 w 6343"/>
                  <a:gd name="connsiteY2" fmla="*/ 3334 h 6345"/>
                  <a:gd name="connsiteX3" fmla="*/ 5603 w 6343"/>
                  <a:gd name="connsiteY3" fmla="*/ 1091 h 6345"/>
                  <a:gd name="connsiteX4" fmla="*/ 3360 w 6343"/>
                  <a:gd name="connsiteY4" fmla="*/ 161 h 6345"/>
                  <a:gd name="connsiteX5" fmla="*/ 1118 w 6343"/>
                  <a:gd name="connsiteY5" fmla="*/ 1091 h 6345"/>
                  <a:gd name="connsiteX6" fmla="*/ 189 w 6343"/>
                  <a:gd name="connsiteY6" fmla="*/ 3334 h 6345"/>
                  <a:gd name="connsiteX7" fmla="*/ 1118 w 6343"/>
                  <a:gd name="connsiteY7" fmla="*/ 5577 h 6345"/>
                  <a:gd name="connsiteX8" fmla="*/ 336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507"/>
                    </a:moveTo>
                    <a:cubicBezTo>
                      <a:pt x="4202" y="6507"/>
                      <a:pt x="5008" y="6172"/>
                      <a:pt x="5603" y="5577"/>
                    </a:cubicBezTo>
                    <a:cubicBezTo>
                      <a:pt x="6198" y="4983"/>
                      <a:pt x="6532" y="4175"/>
                      <a:pt x="6532" y="3334"/>
                    </a:cubicBezTo>
                    <a:cubicBezTo>
                      <a:pt x="6532" y="2493"/>
                      <a:pt x="6198" y="1686"/>
                      <a:pt x="5603" y="1091"/>
                    </a:cubicBezTo>
                    <a:cubicBezTo>
                      <a:pt x="5008" y="496"/>
                      <a:pt x="4202" y="161"/>
                      <a:pt x="3360" y="161"/>
                    </a:cubicBezTo>
                    <a:cubicBezTo>
                      <a:pt x="2519" y="161"/>
                      <a:pt x="1713" y="496"/>
                      <a:pt x="1118" y="1091"/>
                    </a:cubicBezTo>
                    <a:cubicBezTo>
                      <a:pt x="523" y="1686"/>
                      <a:pt x="189" y="2493"/>
                      <a:pt x="189" y="3334"/>
                    </a:cubicBezTo>
                    <a:cubicBezTo>
                      <a:pt x="189" y="4175"/>
                      <a:pt x="523" y="4983"/>
                      <a:pt x="1118" y="5577"/>
                    </a:cubicBezTo>
                    <a:cubicBezTo>
                      <a:pt x="1713" y="6172"/>
                      <a:pt x="2519" y="6507"/>
                      <a:pt x="336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51" name="Freeform: Shape 12850">
                <a:extLst>
                  <a:ext uri="{FF2B5EF4-FFF2-40B4-BE49-F238E27FC236}">
                    <a16:creationId xmlns:a16="http://schemas.microsoft.com/office/drawing/2014/main" id="{80AB3BD8-5114-72C2-8B4D-11E63D8FFC51}"/>
                  </a:ext>
                </a:extLst>
              </p:cNvPr>
              <p:cNvSpPr/>
              <p:nvPr/>
            </p:nvSpPr>
            <p:spPr>
              <a:xfrm>
                <a:off x="8802265" y="5523897"/>
                <a:ext cx="6343" cy="6345"/>
              </a:xfrm>
              <a:custGeom>
                <a:avLst/>
                <a:gdLst>
                  <a:gd name="connsiteX0" fmla="*/ 3360 w 6343"/>
                  <a:gd name="connsiteY0" fmla="*/ 6507 h 6345"/>
                  <a:gd name="connsiteX1" fmla="*/ 5603 w 6343"/>
                  <a:gd name="connsiteY1" fmla="*/ 5577 h 6345"/>
                  <a:gd name="connsiteX2" fmla="*/ 6532 w 6343"/>
                  <a:gd name="connsiteY2" fmla="*/ 3334 h 6345"/>
                  <a:gd name="connsiteX3" fmla="*/ 5603 w 6343"/>
                  <a:gd name="connsiteY3" fmla="*/ 1090 h 6345"/>
                  <a:gd name="connsiteX4" fmla="*/ 3360 w 6343"/>
                  <a:gd name="connsiteY4" fmla="*/ 161 h 6345"/>
                  <a:gd name="connsiteX5" fmla="*/ 1118 w 6343"/>
                  <a:gd name="connsiteY5" fmla="*/ 1090 h 6345"/>
                  <a:gd name="connsiteX6" fmla="*/ 189 w 6343"/>
                  <a:gd name="connsiteY6" fmla="*/ 3334 h 6345"/>
                  <a:gd name="connsiteX7" fmla="*/ 1118 w 6343"/>
                  <a:gd name="connsiteY7" fmla="*/ 5577 h 6345"/>
                  <a:gd name="connsiteX8" fmla="*/ 336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0" y="6507"/>
                    </a:moveTo>
                    <a:cubicBezTo>
                      <a:pt x="4201" y="6507"/>
                      <a:pt x="5008" y="6172"/>
                      <a:pt x="5603" y="5577"/>
                    </a:cubicBezTo>
                    <a:cubicBezTo>
                      <a:pt x="6198" y="4982"/>
                      <a:pt x="6532" y="4175"/>
                      <a:pt x="6532" y="3334"/>
                    </a:cubicBezTo>
                    <a:cubicBezTo>
                      <a:pt x="6532" y="2492"/>
                      <a:pt x="6198" y="1685"/>
                      <a:pt x="5603" y="1090"/>
                    </a:cubicBezTo>
                    <a:cubicBezTo>
                      <a:pt x="5008" y="495"/>
                      <a:pt x="4201" y="161"/>
                      <a:pt x="3360" y="161"/>
                    </a:cubicBezTo>
                    <a:cubicBezTo>
                      <a:pt x="2519" y="161"/>
                      <a:pt x="1712" y="495"/>
                      <a:pt x="1118" y="1090"/>
                    </a:cubicBezTo>
                    <a:cubicBezTo>
                      <a:pt x="523" y="1685"/>
                      <a:pt x="189" y="2492"/>
                      <a:pt x="189" y="3334"/>
                    </a:cubicBezTo>
                    <a:cubicBezTo>
                      <a:pt x="189" y="4175"/>
                      <a:pt x="523" y="4982"/>
                      <a:pt x="1118" y="5577"/>
                    </a:cubicBezTo>
                    <a:cubicBezTo>
                      <a:pt x="1712" y="6172"/>
                      <a:pt x="2519" y="6507"/>
                      <a:pt x="336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52" name="Freeform: Shape 12851">
                <a:extLst>
                  <a:ext uri="{FF2B5EF4-FFF2-40B4-BE49-F238E27FC236}">
                    <a16:creationId xmlns:a16="http://schemas.microsoft.com/office/drawing/2014/main" id="{18FA6432-DC72-1790-4427-72871E841B1C}"/>
                  </a:ext>
                </a:extLst>
              </p:cNvPr>
              <p:cNvSpPr/>
              <p:nvPr/>
            </p:nvSpPr>
            <p:spPr>
              <a:xfrm>
                <a:off x="8786345" y="5525048"/>
                <a:ext cx="6343" cy="6345"/>
              </a:xfrm>
              <a:custGeom>
                <a:avLst/>
                <a:gdLst>
                  <a:gd name="connsiteX0" fmla="*/ 3359 w 6343"/>
                  <a:gd name="connsiteY0" fmla="*/ 6507 h 6345"/>
                  <a:gd name="connsiteX1" fmla="*/ 5602 w 6343"/>
                  <a:gd name="connsiteY1" fmla="*/ 5577 h 6345"/>
                  <a:gd name="connsiteX2" fmla="*/ 6531 w 6343"/>
                  <a:gd name="connsiteY2" fmla="*/ 3334 h 6345"/>
                  <a:gd name="connsiteX3" fmla="*/ 5602 w 6343"/>
                  <a:gd name="connsiteY3" fmla="*/ 1090 h 6345"/>
                  <a:gd name="connsiteX4" fmla="*/ 3359 w 6343"/>
                  <a:gd name="connsiteY4" fmla="*/ 161 h 6345"/>
                  <a:gd name="connsiteX5" fmla="*/ 1116 w 6343"/>
                  <a:gd name="connsiteY5" fmla="*/ 1090 h 6345"/>
                  <a:gd name="connsiteX6" fmla="*/ 187 w 6343"/>
                  <a:gd name="connsiteY6" fmla="*/ 3334 h 6345"/>
                  <a:gd name="connsiteX7" fmla="*/ 1116 w 6343"/>
                  <a:gd name="connsiteY7" fmla="*/ 5577 h 6345"/>
                  <a:gd name="connsiteX8" fmla="*/ 335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9" y="6507"/>
                    </a:moveTo>
                    <a:cubicBezTo>
                      <a:pt x="4200" y="6507"/>
                      <a:pt x="5007" y="6172"/>
                      <a:pt x="5602" y="5577"/>
                    </a:cubicBezTo>
                    <a:cubicBezTo>
                      <a:pt x="6196" y="4982"/>
                      <a:pt x="6531" y="4175"/>
                      <a:pt x="6531" y="3334"/>
                    </a:cubicBezTo>
                    <a:cubicBezTo>
                      <a:pt x="6531" y="2492"/>
                      <a:pt x="6196" y="1685"/>
                      <a:pt x="5602" y="1090"/>
                    </a:cubicBezTo>
                    <a:cubicBezTo>
                      <a:pt x="5007" y="495"/>
                      <a:pt x="4200" y="161"/>
                      <a:pt x="3359" y="161"/>
                    </a:cubicBezTo>
                    <a:cubicBezTo>
                      <a:pt x="2518" y="161"/>
                      <a:pt x="1711" y="495"/>
                      <a:pt x="1116" y="1090"/>
                    </a:cubicBezTo>
                    <a:cubicBezTo>
                      <a:pt x="522" y="1685"/>
                      <a:pt x="187" y="2492"/>
                      <a:pt x="187" y="3334"/>
                    </a:cubicBezTo>
                    <a:cubicBezTo>
                      <a:pt x="187" y="4175"/>
                      <a:pt x="522" y="4982"/>
                      <a:pt x="1116" y="5577"/>
                    </a:cubicBezTo>
                    <a:cubicBezTo>
                      <a:pt x="1711" y="6172"/>
                      <a:pt x="2518" y="6507"/>
                      <a:pt x="335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53" name="Freeform: Shape 12852">
                <a:extLst>
                  <a:ext uri="{FF2B5EF4-FFF2-40B4-BE49-F238E27FC236}">
                    <a16:creationId xmlns:a16="http://schemas.microsoft.com/office/drawing/2014/main" id="{708EB2E9-CC6D-233B-0465-73955C46086D}"/>
                  </a:ext>
                </a:extLst>
              </p:cNvPr>
              <p:cNvSpPr/>
              <p:nvPr/>
            </p:nvSpPr>
            <p:spPr>
              <a:xfrm>
                <a:off x="8780345" y="5522586"/>
                <a:ext cx="6343" cy="6345"/>
              </a:xfrm>
              <a:custGeom>
                <a:avLst/>
                <a:gdLst>
                  <a:gd name="connsiteX0" fmla="*/ 3358 w 6343"/>
                  <a:gd name="connsiteY0" fmla="*/ 6506 h 6345"/>
                  <a:gd name="connsiteX1" fmla="*/ 5601 w 6343"/>
                  <a:gd name="connsiteY1" fmla="*/ 5577 h 6345"/>
                  <a:gd name="connsiteX2" fmla="*/ 6530 w 6343"/>
                  <a:gd name="connsiteY2" fmla="*/ 3334 h 6345"/>
                  <a:gd name="connsiteX3" fmla="*/ 5601 w 6343"/>
                  <a:gd name="connsiteY3" fmla="*/ 1090 h 6345"/>
                  <a:gd name="connsiteX4" fmla="*/ 3358 w 6343"/>
                  <a:gd name="connsiteY4" fmla="*/ 161 h 6345"/>
                  <a:gd name="connsiteX5" fmla="*/ 1116 w 6343"/>
                  <a:gd name="connsiteY5" fmla="*/ 1090 h 6345"/>
                  <a:gd name="connsiteX6" fmla="*/ 187 w 6343"/>
                  <a:gd name="connsiteY6" fmla="*/ 3334 h 6345"/>
                  <a:gd name="connsiteX7" fmla="*/ 1116 w 6343"/>
                  <a:gd name="connsiteY7" fmla="*/ 5577 h 6345"/>
                  <a:gd name="connsiteX8" fmla="*/ 335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8" y="6506"/>
                    </a:moveTo>
                    <a:cubicBezTo>
                      <a:pt x="4200" y="6506"/>
                      <a:pt x="5006" y="6172"/>
                      <a:pt x="5601" y="5577"/>
                    </a:cubicBezTo>
                    <a:cubicBezTo>
                      <a:pt x="6196" y="4982"/>
                      <a:pt x="6530" y="4175"/>
                      <a:pt x="6530" y="3334"/>
                    </a:cubicBezTo>
                    <a:cubicBezTo>
                      <a:pt x="6530" y="2492"/>
                      <a:pt x="6196" y="1685"/>
                      <a:pt x="5601" y="1090"/>
                    </a:cubicBezTo>
                    <a:cubicBezTo>
                      <a:pt x="5006" y="495"/>
                      <a:pt x="4200" y="161"/>
                      <a:pt x="3358" y="161"/>
                    </a:cubicBezTo>
                    <a:cubicBezTo>
                      <a:pt x="2517" y="161"/>
                      <a:pt x="1711" y="495"/>
                      <a:pt x="1116" y="1090"/>
                    </a:cubicBezTo>
                    <a:cubicBezTo>
                      <a:pt x="521" y="1685"/>
                      <a:pt x="187" y="2492"/>
                      <a:pt x="187" y="3334"/>
                    </a:cubicBezTo>
                    <a:cubicBezTo>
                      <a:pt x="187" y="4175"/>
                      <a:pt x="521" y="4982"/>
                      <a:pt x="1116" y="5577"/>
                    </a:cubicBezTo>
                    <a:cubicBezTo>
                      <a:pt x="1711" y="6172"/>
                      <a:pt x="2517" y="6506"/>
                      <a:pt x="335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54" name="Freeform: Shape 12853">
                <a:extLst>
                  <a:ext uri="{FF2B5EF4-FFF2-40B4-BE49-F238E27FC236}">
                    <a16:creationId xmlns:a16="http://schemas.microsoft.com/office/drawing/2014/main" id="{93553EAC-57C4-5057-F895-EA5756C9C6CC}"/>
                  </a:ext>
                </a:extLst>
              </p:cNvPr>
              <p:cNvSpPr/>
              <p:nvPr/>
            </p:nvSpPr>
            <p:spPr>
              <a:xfrm>
                <a:off x="8765494" y="5523046"/>
                <a:ext cx="6343" cy="6345"/>
              </a:xfrm>
              <a:custGeom>
                <a:avLst/>
                <a:gdLst>
                  <a:gd name="connsiteX0" fmla="*/ 3357 w 6343"/>
                  <a:gd name="connsiteY0" fmla="*/ 6506 h 6345"/>
                  <a:gd name="connsiteX1" fmla="*/ 5600 w 6343"/>
                  <a:gd name="connsiteY1" fmla="*/ 5577 h 6345"/>
                  <a:gd name="connsiteX2" fmla="*/ 6529 w 6343"/>
                  <a:gd name="connsiteY2" fmla="*/ 3334 h 6345"/>
                  <a:gd name="connsiteX3" fmla="*/ 5600 w 6343"/>
                  <a:gd name="connsiteY3" fmla="*/ 1090 h 6345"/>
                  <a:gd name="connsiteX4" fmla="*/ 3357 w 6343"/>
                  <a:gd name="connsiteY4" fmla="*/ 161 h 6345"/>
                  <a:gd name="connsiteX5" fmla="*/ 1115 w 6343"/>
                  <a:gd name="connsiteY5" fmla="*/ 1090 h 6345"/>
                  <a:gd name="connsiteX6" fmla="*/ 186 w 6343"/>
                  <a:gd name="connsiteY6" fmla="*/ 3334 h 6345"/>
                  <a:gd name="connsiteX7" fmla="*/ 1115 w 6343"/>
                  <a:gd name="connsiteY7" fmla="*/ 5577 h 6345"/>
                  <a:gd name="connsiteX8" fmla="*/ 335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7" y="6506"/>
                    </a:moveTo>
                    <a:cubicBezTo>
                      <a:pt x="4198" y="6506"/>
                      <a:pt x="5005" y="6172"/>
                      <a:pt x="5600" y="5577"/>
                    </a:cubicBezTo>
                    <a:cubicBezTo>
                      <a:pt x="6195" y="4982"/>
                      <a:pt x="6529" y="4175"/>
                      <a:pt x="6529" y="3334"/>
                    </a:cubicBezTo>
                    <a:cubicBezTo>
                      <a:pt x="6529" y="2492"/>
                      <a:pt x="6195" y="1685"/>
                      <a:pt x="5600" y="1090"/>
                    </a:cubicBezTo>
                    <a:cubicBezTo>
                      <a:pt x="5005" y="495"/>
                      <a:pt x="4198" y="161"/>
                      <a:pt x="3357" y="161"/>
                    </a:cubicBezTo>
                    <a:cubicBezTo>
                      <a:pt x="2516" y="161"/>
                      <a:pt x="1709" y="495"/>
                      <a:pt x="1115" y="1090"/>
                    </a:cubicBezTo>
                    <a:cubicBezTo>
                      <a:pt x="520" y="1685"/>
                      <a:pt x="186" y="2492"/>
                      <a:pt x="186" y="3334"/>
                    </a:cubicBezTo>
                    <a:cubicBezTo>
                      <a:pt x="186" y="4175"/>
                      <a:pt x="520" y="4982"/>
                      <a:pt x="1115" y="5577"/>
                    </a:cubicBezTo>
                    <a:cubicBezTo>
                      <a:pt x="1709" y="6172"/>
                      <a:pt x="2516" y="6506"/>
                      <a:pt x="335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55" name="Freeform: Shape 12854">
                <a:extLst>
                  <a:ext uri="{FF2B5EF4-FFF2-40B4-BE49-F238E27FC236}">
                    <a16:creationId xmlns:a16="http://schemas.microsoft.com/office/drawing/2014/main" id="{F0161331-A59B-A52A-4A66-3676FD5EC301}"/>
                  </a:ext>
                </a:extLst>
              </p:cNvPr>
              <p:cNvSpPr/>
              <p:nvPr/>
            </p:nvSpPr>
            <p:spPr>
              <a:xfrm>
                <a:off x="8754163" y="5522159"/>
                <a:ext cx="6343" cy="6345"/>
              </a:xfrm>
              <a:custGeom>
                <a:avLst/>
                <a:gdLst>
                  <a:gd name="connsiteX0" fmla="*/ 3356 w 6343"/>
                  <a:gd name="connsiteY0" fmla="*/ 6506 h 6345"/>
                  <a:gd name="connsiteX1" fmla="*/ 5599 w 6343"/>
                  <a:gd name="connsiteY1" fmla="*/ 5577 h 6345"/>
                  <a:gd name="connsiteX2" fmla="*/ 6528 w 6343"/>
                  <a:gd name="connsiteY2" fmla="*/ 3334 h 6345"/>
                  <a:gd name="connsiteX3" fmla="*/ 5599 w 6343"/>
                  <a:gd name="connsiteY3" fmla="*/ 1090 h 6345"/>
                  <a:gd name="connsiteX4" fmla="*/ 3356 w 6343"/>
                  <a:gd name="connsiteY4" fmla="*/ 161 h 6345"/>
                  <a:gd name="connsiteX5" fmla="*/ 1114 w 6343"/>
                  <a:gd name="connsiteY5" fmla="*/ 1090 h 6345"/>
                  <a:gd name="connsiteX6" fmla="*/ 185 w 6343"/>
                  <a:gd name="connsiteY6" fmla="*/ 3334 h 6345"/>
                  <a:gd name="connsiteX7" fmla="*/ 1114 w 6343"/>
                  <a:gd name="connsiteY7" fmla="*/ 5577 h 6345"/>
                  <a:gd name="connsiteX8" fmla="*/ 335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56" y="6506"/>
                    </a:moveTo>
                    <a:cubicBezTo>
                      <a:pt x="4198" y="6506"/>
                      <a:pt x="5004" y="6172"/>
                      <a:pt x="5599" y="5577"/>
                    </a:cubicBezTo>
                    <a:cubicBezTo>
                      <a:pt x="6194" y="4982"/>
                      <a:pt x="6528" y="4175"/>
                      <a:pt x="6528" y="3334"/>
                    </a:cubicBezTo>
                    <a:cubicBezTo>
                      <a:pt x="6528" y="2492"/>
                      <a:pt x="6194" y="1685"/>
                      <a:pt x="5599" y="1090"/>
                    </a:cubicBezTo>
                    <a:cubicBezTo>
                      <a:pt x="5004" y="495"/>
                      <a:pt x="4198" y="161"/>
                      <a:pt x="3356" y="161"/>
                    </a:cubicBezTo>
                    <a:cubicBezTo>
                      <a:pt x="2515" y="161"/>
                      <a:pt x="1709" y="495"/>
                      <a:pt x="1114" y="1090"/>
                    </a:cubicBezTo>
                    <a:cubicBezTo>
                      <a:pt x="519" y="1685"/>
                      <a:pt x="185" y="2492"/>
                      <a:pt x="185" y="3334"/>
                    </a:cubicBezTo>
                    <a:cubicBezTo>
                      <a:pt x="185" y="4175"/>
                      <a:pt x="519" y="4982"/>
                      <a:pt x="1114" y="5577"/>
                    </a:cubicBezTo>
                    <a:cubicBezTo>
                      <a:pt x="1709" y="6172"/>
                      <a:pt x="2515" y="6506"/>
                      <a:pt x="335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56" name="Freeform: Shape 12855">
                <a:extLst>
                  <a:ext uri="{FF2B5EF4-FFF2-40B4-BE49-F238E27FC236}">
                    <a16:creationId xmlns:a16="http://schemas.microsoft.com/office/drawing/2014/main" id="{9B12D5D4-E46A-E455-344D-57B680B905A3}"/>
                  </a:ext>
                </a:extLst>
              </p:cNvPr>
              <p:cNvSpPr/>
              <p:nvPr/>
            </p:nvSpPr>
            <p:spPr>
              <a:xfrm>
                <a:off x="9041526" y="5341261"/>
                <a:ext cx="6343" cy="6345"/>
              </a:xfrm>
              <a:custGeom>
                <a:avLst/>
                <a:gdLst>
                  <a:gd name="connsiteX0" fmla="*/ 3379 w 6343"/>
                  <a:gd name="connsiteY0" fmla="*/ 6492 h 6345"/>
                  <a:gd name="connsiteX1" fmla="*/ 5622 w 6343"/>
                  <a:gd name="connsiteY1" fmla="*/ 5563 h 6345"/>
                  <a:gd name="connsiteX2" fmla="*/ 6551 w 6343"/>
                  <a:gd name="connsiteY2" fmla="*/ 3319 h 6345"/>
                  <a:gd name="connsiteX3" fmla="*/ 5622 w 6343"/>
                  <a:gd name="connsiteY3" fmla="*/ 1076 h 6345"/>
                  <a:gd name="connsiteX4" fmla="*/ 3379 w 6343"/>
                  <a:gd name="connsiteY4" fmla="*/ 147 h 6345"/>
                  <a:gd name="connsiteX5" fmla="*/ 1136 w 6343"/>
                  <a:gd name="connsiteY5" fmla="*/ 1076 h 6345"/>
                  <a:gd name="connsiteX6" fmla="*/ 208 w 6343"/>
                  <a:gd name="connsiteY6" fmla="*/ 3319 h 6345"/>
                  <a:gd name="connsiteX7" fmla="*/ 1136 w 6343"/>
                  <a:gd name="connsiteY7" fmla="*/ 5563 h 6345"/>
                  <a:gd name="connsiteX8" fmla="*/ 3379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92"/>
                    </a:moveTo>
                    <a:cubicBezTo>
                      <a:pt x="4220" y="6492"/>
                      <a:pt x="5027" y="6158"/>
                      <a:pt x="5622" y="5563"/>
                    </a:cubicBezTo>
                    <a:cubicBezTo>
                      <a:pt x="6216" y="4968"/>
                      <a:pt x="6551" y="4161"/>
                      <a:pt x="6551" y="3319"/>
                    </a:cubicBezTo>
                    <a:cubicBezTo>
                      <a:pt x="6551" y="2478"/>
                      <a:pt x="6216" y="1671"/>
                      <a:pt x="5622" y="1076"/>
                    </a:cubicBezTo>
                    <a:cubicBezTo>
                      <a:pt x="5027" y="481"/>
                      <a:pt x="4220" y="147"/>
                      <a:pt x="3379" y="147"/>
                    </a:cubicBezTo>
                    <a:cubicBezTo>
                      <a:pt x="2538" y="147"/>
                      <a:pt x="1731" y="481"/>
                      <a:pt x="1136" y="1076"/>
                    </a:cubicBezTo>
                    <a:cubicBezTo>
                      <a:pt x="542" y="1671"/>
                      <a:pt x="208" y="2478"/>
                      <a:pt x="208" y="3319"/>
                    </a:cubicBezTo>
                    <a:cubicBezTo>
                      <a:pt x="208" y="4161"/>
                      <a:pt x="542" y="4968"/>
                      <a:pt x="1136" y="5563"/>
                    </a:cubicBezTo>
                    <a:cubicBezTo>
                      <a:pt x="1731" y="6158"/>
                      <a:pt x="2538" y="6492"/>
                      <a:pt x="3379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57" name="Freeform: Shape 12856">
                <a:extLst>
                  <a:ext uri="{FF2B5EF4-FFF2-40B4-BE49-F238E27FC236}">
                    <a16:creationId xmlns:a16="http://schemas.microsoft.com/office/drawing/2014/main" id="{94929E45-CF40-12FF-BA5E-27DF2835EE01}"/>
                  </a:ext>
                </a:extLst>
              </p:cNvPr>
              <p:cNvSpPr/>
              <p:nvPr/>
            </p:nvSpPr>
            <p:spPr>
              <a:xfrm>
                <a:off x="9042172" y="5338685"/>
                <a:ext cx="6343" cy="6345"/>
              </a:xfrm>
              <a:custGeom>
                <a:avLst/>
                <a:gdLst>
                  <a:gd name="connsiteX0" fmla="*/ 3379 w 6343"/>
                  <a:gd name="connsiteY0" fmla="*/ 6492 h 6345"/>
                  <a:gd name="connsiteX1" fmla="*/ 5622 w 6343"/>
                  <a:gd name="connsiteY1" fmla="*/ 5563 h 6345"/>
                  <a:gd name="connsiteX2" fmla="*/ 6551 w 6343"/>
                  <a:gd name="connsiteY2" fmla="*/ 3319 h 6345"/>
                  <a:gd name="connsiteX3" fmla="*/ 5622 w 6343"/>
                  <a:gd name="connsiteY3" fmla="*/ 1076 h 6345"/>
                  <a:gd name="connsiteX4" fmla="*/ 3379 w 6343"/>
                  <a:gd name="connsiteY4" fmla="*/ 147 h 6345"/>
                  <a:gd name="connsiteX5" fmla="*/ 1136 w 6343"/>
                  <a:gd name="connsiteY5" fmla="*/ 1076 h 6345"/>
                  <a:gd name="connsiteX6" fmla="*/ 208 w 6343"/>
                  <a:gd name="connsiteY6" fmla="*/ 3319 h 6345"/>
                  <a:gd name="connsiteX7" fmla="*/ 1136 w 6343"/>
                  <a:gd name="connsiteY7" fmla="*/ 5563 h 6345"/>
                  <a:gd name="connsiteX8" fmla="*/ 3379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92"/>
                    </a:moveTo>
                    <a:cubicBezTo>
                      <a:pt x="4220" y="6492"/>
                      <a:pt x="5027" y="6158"/>
                      <a:pt x="5622" y="5563"/>
                    </a:cubicBezTo>
                    <a:cubicBezTo>
                      <a:pt x="6216" y="4968"/>
                      <a:pt x="6551" y="4161"/>
                      <a:pt x="6551" y="3319"/>
                    </a:cubicBezTo>
                    <a:cubicBezTo>
                      <a:pt x="6551" y="2478"/>
                      <a:pt x="6216" y="1671"/>
                      <a:pt x="5622" y="1076"/>
                    </a:cubicBezTo>
                    <a:cubicBezTo>
                      <a:pt x="5027" y="481"/>
                      <a:pt x="4220" y="147"/>
                      <a:pt x="3379" y="147"/>
                    </a:cubicBezTo>
                    <a:cubicBezTo>
                      <a:pt x="2538" y="147"/>
                      <a:pt x="1731" y="481"/>
                      <a:pt x="1136" y="1076"/>
                    </a:cubicBezTo>
                    <a:cubicBezTo>
                      <a:pt x="542" y="1671"/>
                      <a:pt x="208" y="2478"/>
                      <a:pt x="208" y="3319"/>
                    </a:cubicBezTo>
                    <a:cubicBezTo>
                      <a:pt x="208" y="4161"/>
                      <a:pt x="542" y="4968"/>
                      <a:pt x="1136" y="5563"/>
                    </a:cubicBezTo>
                    <a:cubicBezTo>
                      <a:pt x="1731" y="6158"/>
                      <a:pt x="2538" y="6492"/>
                      <a:pt x="3379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58" name="Freeform: Shape 12857">
                <a:extLst>
                  <a:ext uri="{FF2B5EF4-FFF2-40B4-BE49-F238E27FC236}">
                    <a16:creationId xmlns:a16="http://schemas.microsoft.com/office/drawing/2014/main" id="{655ECF00-DC7D-BE1F-2C63-D24363C7F807}"/>
                  </a:ext>
                </a:extLst>
              </p:cNvPr>
              <p:cNvSpPr/>
              <p:nvPr/>
            </p:nvSpPr>
            <p:spPr>
              <a:xfrm>
                <a:off x="9042773" y="5336124"/>
                <a:ext cx="6343" cy="6345"/>
              </a:xfrm>
              <a:custGeom>
                <a:avLst/>
                <a:gdLst>
                  <a:gd name="connsiteX0" fmla="*/ 3379 w 6343"/>
                  <a:gd name="connsiteY0" fmla="*/ 6492 h 6345"/>
                  <a:gd name="connsiteX1" fmla="*/ 5622 w 6343"/>
                  <a:gd name="connsiteY1" fmla="*/ 5562 h 6345"/>
                  <a:gd name="connsiteX2" fmla="*/ 6551 w 6343"/>
                  <a:gd name="connsiteY2" fmla="*/ 3319 h 6345"/>
                  <a:gd name="connsiteX3" fmla="*/ 5622 w 6343"/>
                  <a:gd name="connsiteY3" fmla="*/ 1076 h 6345"/>
                  <a:gd name="connsiteX4" fmla="*/ 3379 w 6343"/>
                  <a:gd name="connsiteY4" fmla="*/ 146 h 6345"/>
                  <a:gd name="connsiteX5" fmla="*/ 1137 w 6343"/>
                  <a:gd name="connsiteY5" fmla="*/ 1076 h 6345"/>
                  <a:gd name="connsiteX6" fmla="*/ 208 w 6343"/>
                  <a:gd name="connsiteY6" fmla="*/ 3319 h 6345"/>
                  <a:gd name="connsiteX7" fmla="*/ 1137 w 6343"/>
                  <a:gd name="connsiteY7" fmla="*/ 5562 h 6345"/>
                  <a:gd name="connsiteX8" fmla="*/ 3379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92"/>
                    </a:moveTo>
                    <a:cubicBezTo>
                      <a:pt x="4220" y="6492"/>
                      <a:pt x="5027" y="6157"/>
                      <a:pt x="5622" y="5562"/>
                    </a:cubicBezTo>
                    <a:cubicBezTo>
                      <a:pt x="6217" y="4967"/>
                      <a:pt x="6551" y="4160"/>
                      <a:pt x="6551" y="3319"/>
                    </a:cubicBezTo>
                    <a:cubicBezTo>
                      <a:pt x="6551" y="2478"/>
                      <a:pt x="6217" y="1671"/>
                      <a:pt x="5622" y="1076"/>
                    </a:cubicBezTo>
                    <a:cubicBezTo>
                      <a:pt x="5027" y="481"/>
                      <a:pt x="4220" y="146"/>
                      <a:pt x="3379" y="146"/>
                    </a:cubicBezTo>
                    <a:cubicBezTo>
                      <a:pt x="2538" y="146"/>
                      <a:pt x="1731" y="481"/>
                      <a:pt x="1137" y="1076"/>
                    </a:cubicBezTo>
                    <a:cubicBezTo>
                      <a:pt x="542" y="1671"/>
                      <a:pt x="208" y="2478"/>
                      <a:pt x="208" y="3319"/>
                    </a:cubicBezTo>
                    <a:cubicBezTo>
                      <a:pt x="208" y="4160"/>
                      <a:pt x="542" y="4967"/>
                      <a:pt x="1137" y="5562"/>
                    </a:cubicBezTo>
                    <a:cubicBezTo>
                      <a:pt x="1731" y="6157"/>
                      <a:pt x="2538" y="6492"/>
                      <a:pt x="3379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59" name="Freeform: Shape 12858">
                <a:extLst>
                  <a:ext uri="{FF2B5EF4-FFF2-40B4-BE49-F238E27FC236}">
                    <a16:creationId xmlns:a16="http://schemas.microsoft.com/office/drawing/2014/main" id="{1806B970-1672-EF3B-851E-369D153C8ADF}"/>
                  </a:ext>
                </a:extLst>
              </p:cNvPr>
              <p:cNvSpPr/>
              <p:nvPr/>
            </p:nvSpPr>
            <p:spPr>
              <a:xfrm>
                <a:off x="9043515" y="5333560"/>
                <a:ext cx="6343" cy="6345"/>
              </a:xfrm>
              <a:custGeom>
                <a:avLst/>
                <a:gdLst>
                  <a:gd name="connsiteX0" fmla="*/ 3379 w 6343"/>
                  <a:gd name="connsiteY0" fmla="*/ 6492 h 6345"/>
                  <a:gd name="connsiteX1" fmla="*/ 5622 w 6343"/>
                  <a:gd name="connsiteY1" fmla="*/ 5562 h 6345"/>
                  <a:gd name="connsiteX2" fmla="*/ 6551 w 6343"/>
                  <a:gd name="connsiteY2" fmla="*/ 3319 h 6345"/>
                  <a:gd name="connsiteX3" fmla="*/ 5622 w 6343"/>
                  <a:gd name="connsiteY3" fmla="*/ 1075 h 6345"/>
                  <a:gd name="connsiteX4" fmla="*/ 3379 w 6343"/>
                  <a:gd name="connsiteY4" fmla="*/ 146 h 6345"/>
                  <a:gd name="connsiteX5" fmla="*/ 1137 w 6343"/>
                  <a:gd name="connsiteY5" fmla="*/ 1075 h 6345"/>
                  <a:gd name="connsiteX6" fmla="*/ 208 w 6343"/>
                  <a:gd name="connsiteY6" fmla="*/ 3319 h 6345"/>
                  <a:gd name="connsiteX7" fmla="*/ 1137 w 6343"/>
                  <a:gd name="connsiteY7" fmla="*/ 5562 h 6345"/>
                  <a:gd name="connsiteX8" fmla="*/ 3379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92"/>
                    </a:moveTo>
                    <a:cubicBezTo>
                      <a:pt x="4220" y="6492"/>
                      <a:pt x="5027" y="6157"/>
                      <a:pt x="5622" y="5562"/>
                    </a:cubicBezTo>
                    <a:cubicBezTo>
                      <a:pt x="6217" y="4967"/>
                      <a:pt x="6551" y="4160"/>
                      <a:pt x="6551" y="3319"/>
                    </a:cubicBezTo>
                    <a:cubicBezTo>
                      <a:pt x="6551" y="2477"/>
                      <a:pt x="6217" y="1670"/>
                      <a:pt x="5622" y="1075"/>
                    </a:cubicBezTo>
                    <a:cubicBezTo>
                      <a:pt x="5027" y="480"/>
                      <a:pt x="4220" y="146"/>
                      <a:pt x="3379" y="146"/>
                    </a:cubicBezTo>
                    <a:cubicBezTo>
                      <a:pt x="2538" y="146"/>
                      <a:pt x="1731" y="480"/>
                      <a:pt x="1137" y="1075"/>
                    </a:cubicBezTo>
                    <a:cubicBezTo>
                      <a:pt x="542" y="1670"/>
                      <a:pt x="208" y="2477"/>
                      <a:pt x="208" y="3319"/>
                    </a:cubicBezTo>
                    <a:cubicBezTo>
                      <a:pt x="208" y="4160"/>
                      <a:pt x="542" y="4967"/>
                      <a:pt x="1137" y="5562"/>
                    </a:cubicBezTo>
                    <a:cubicBezTo>
                      <a:pt x="1731" y="6157"/>
                      <a:pt x="2538" y="6492"/>
                      <a:pt x="3379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60" name="Freeform: Shape 12859">
                <a:extLst>
                  <a:ext uri="{FF2B5EF4-FFF2-40B4-BE49-F238E27FC236}">
                    <a16:creationId xmlns:a16="http://schemas.microsoft.com/office/drawing/2014/main" id="{5089CBF5-16C5-9969-33FA-74BBB9DF871E}"/>
                  </a:ext>
                </a:extLst>
              </p:cNvPr>
              <p:cNvSpPr/>
              <p:nvPr/>
            </p:nvSpPr>
            <p:spPr>
              <a:xfrm>
                <a:off x="8944881" y="5340182"/>
                <a:ext cx="6343" cy="6345"/>
              </a:xfrm>
              <a:custGeom>
                <a:avLst/>
                <a:gdLst>
                  <a:gd name="connsiteX0" fmla="*/ 3371 w 6343"/>
                  <a:gd name="connsiteY0" fmla="*/ 6492 h 6345"/>
                  <a:gd name="connsiteX1" fmla="*/ 5614 w 6343"/>
                  <a:gd name="connsiteY1" fmla="*/ 5563 h 6345"/>
                  <a:gd name="connsiteX2" fmla="*/ 6543 w 6343"/>
                  <a:gd name="connsiteY2" fmla="*/ 3319 h 6345"/>
                  <a:gd name="connsiteX3" fmla="*/ 5614 w 6343"/>
                  <a:gd name="connsiteY3" fmla="*/ 1076 h 6345"/>
                  <a:gd name="connsiteX4" fmla="*/ 3371 w 6343"/>
                  <a:gd name="connsiteY4" fmla="*/ 147 h 6345"/>
                  <a:gd name="connsiteX5" fmla="*/ 1129 w 6343"/>
                  <a:gd name="connsiteY5" fmla="*/ 1076 h 6345"/>
                  <a:gd name="connsiteX6" fmla="*/ 200 w 6343"/>
                  <a:gd name="connsiteY6" fmla="*/ 3319 h 6345"/>
                  <a:gd name="connsiteX7" fmla="*/ 1129 w 6343"/>
                  <a:gd name="connsiteY7" fmla="*/ 5563 h 6345"/>
                  <a:gd name="connsiteX8" fmla="*/ 3371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92"/>
                    </a:moveTo>
                    <a:cubicBezTo>
                      <a:pt x="4213" y="6492"/>
                      <a:pt x="5019" y="6158"/>
                      <a:pt x="5614" y="5563"/>
                    </a:cubicBezTo>
                    <a:cubicBezTo>
                      <a:pt x="6209" y="4968"/>
                      <a:pt x="6543" y="4161"/>
                      <a:pt x="6543" y="3319"/>
                    </a:cubicBezTo>
                    <a:cubicBezTo>
                      <a:pt x="6543" y="2478"/>
                      <a:pt x="6209" y="1671"/>
                      <a:pt x="5614" y="1076"/>
                    </a:cubicBezTo>
                    <a:cubicBezTo>
                      <a:pt x="5019" y="481"/>
                      <a:pt x="4213" y="147"/>
                      <a:pt x="3371" y="147"/>
                    </a:cubicBezTo>
                    <a:cubicBezTo>
                      <a:pt x="2530" y="147"/>
                      <a:pt x="1724" y="481"/>
                      <a:pt x="1129" y="1076"/>
                    </a:cubicBezTo>
                    <a:cubicBezTo>
                      <a:pt x="534" y="1671"/>
                      <a:pt x="200" y="2478"/>
                      <a:pt x="200" y="3319"/>
                    </a:cubicBezTo>
                    <a:cubicBezTo>
                      <a:pt x="200" y="4161"/>
                      <a:pt x="534" y="4968"/>
                      <a:pt x="1129" y="5563"/>
                    </a:cubicBezTo>
                    <a:cubicBezTo>
                      <a:pt x="1724" y="6158"/>
                      <a:pt x="2530" y="6492"/>
                      <a:pt x="3371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61" name="Freeform: Shape 12860">
                <a:extLst>
                  <a:ext uri="{FF2B5EF4-FFF2-40B4-BE49-F238E27FC236}">
                    <a16:creationId xmlns:a16="http://schemas.microsoft.com/office/drawing/2014/main" id="{E09952AE-E00F-2A35-06C6-03BEB8FF76E4}"/>
                  </a:ext>
                </a:extLst>
              </p:cNvPr>
              <p:cNvSpPr/>
              <p:nvPr/>
            </p:nvSpPr>
            <p:spPr>
              <a:xfrm>
                <a:off x="9044053" y="5328551"/>
                <a:ext cx="6343" cy="6345"/>
              </a:xfrm>
              <a:custGeom>
                <a:avLst/>
                <a:gdLst>
                  <a:gd name="connsiteX0" fmla="*/ 3379 w 6343"/>
                  <a:gd name="connsiteY0" fmla="*/ 6491 h 6345"/>
                  <a:gd name="connsiteX1" fmla="*/ 5622 w 6343"/>
                  <a:gd name="connsiteY1" fmla="*/ 5562 h 6345"/>
                  <a:gd name="connsiteX2" fmla="*/ 6551 w 6343"/>
                  <a:gd name="connsiteY2" fmla="*/ 3318 h 6345"/>
                  <a:gd name="connsiteX3" fmla="*/ 5622 w 6343"/>
                  <a:gd name="connsiteY3" fmla="*/ 1075 h 6345"/>
                  <a:gd name="connsiteX4" fmla="*/ 3379 w 6343"/>
                  <a:gd name="connsiteY4" fmla="*/ 146 h 6345"/>
                  <a:gd name="connsiteX5" fmla="*/ 1137 w 6343"/>
                  <a:gd name="connsiteY5" fmla="*/ 1075 h 6345"/>
                  <a:gd name="connsiteX6" fmla="*/ 208 w 6343"/>
                  <a:gd name="connsiteY6" fmla="*/ 3318 h 6345"/>
                  <a:gd name="connsiteX7" fmla="*/ 1137 w 6343"/>
                  <a:gd name="connsiteY7" fmla="*/ 5562 h 6345"/>
                  <a:gd name="connsiteX8" fmla="*/ 3379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91"/>
                    </a:moveTo>
                    <a:cubicBezTo>
                      <a:pt x="4220" y="6491"/>
                      <a:pt x="5027" y="6157"/>
                      <a:pt x="5622" y="5562"/>
                    </a:cubicBezTo>
                    <a:cubicBezTo>
                      <a:pt x="6217" y="4967"/>
                      <a:pt x="6551" y="4160"/>
                      <a:pt x="6551" y="3318"/>
                    </a:cubicBezTo>
                    <a:cubicBezTo>
                      <a:pt x="6551" y="2477"/>
                      <a:pt x="6217" y="1670"/>
                      <a:pt x="5622" y="1075"/>
                    </a:cubicBezTo>
                    <a:cubicBezTo>
                      <a:pt x="5027" y="480"/>
                      <a:pt x="4220" y="146"/>
                      <a:pt x="3379" y="146"/>
                    </a:cubicBezTo>
                    <a:cubicBezTo>
                      <a:pt x="2538" y="146"/>
                      <a:pt x="1731" y="480"/>
                      <a:pt x="1137" y="1075"/>
                    </a:cubicBezTo>
                    <a:cubicBezTo>
                      <a:pt x="542" y="1670"/>
                      <a:pt x="208" y="2477"/>
                      <a:pt x="208" y="3318"/>
                    </a:cubicBezTo>
                    <a:cubicBezTo>
                      <a:pt x="208" y="4160"/>
                      <a:pt x="542" y="4967"/>
                      <a:pt x="1137" y="5562"/>
                    </a:cubicBezTo>
                    <a:cubicBezTo>
                      <a:pt x="1731" y="6157"/>
                      <a:pt x="2538" y="6491"/>
                      <a:pt x="3379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62" name="Freeform: Shape 12861">
                <a:extLst>
                  <a:ext uri="{FF2B5EF4-FFF2-40B4-BE49-F238E27FC236}">
                    <a16:creationId xmlns:a16="http://schemas.microsoft.com/office/drawing/2014/main" id="{F45DFA2F-725B-1C35-32EB-2109E6988498}"/>
                  </a:ext>
                </a:extLst>
              </p:cNvPr>
              <p:cNvSpPr/>
              <p:nvPr/>
            </p:nvSpPr>
            <p:spPr>
              <a:xfrm>
                <a:off x="9048879" y="5325691"/>
                <a:ext cx="6343" cy="6345"/>
              </a:xfrm>
              <a:custGeom>
                <a:avLst/>
                <a:gdLst>
                  <a:gd name="connsiteX0" fmla="*/ 3380 w 6343"/>
                  <a:gd name="connsiteY0" fmla="*/ 6491 h 6345"/>
                  <a:gd name="connsiteX1" fmla="*/ 5622 w 6343"/>
                  <a:gd name="connsiteY1" fmla="*/ 5562 h 6345"/>
                  <a:gd name="connsiteX2" fmla="*/ 6551 w 6343"/>
                  <a:gd name="connsiteY2" fmla="*/ 3318 h 6345"/>
                  <a:gd name="connsiteX3" fmla="*/ 5622 w 6343"/>
                  <a:gd name="connsiteY3" fmla="*/ 1075 h 6345"/>
                  <a:gd name="connsiteX4" fmla="*/ 3380 w 6343"/>
                  <a:gd name="connsiteY4" fmla="*/ 145 h 6345"/>
                  <a:gd name="connsiteX5" fmla="*/ 1137 w 6343"/>
                  <a:gd name="connsiteY5" fmla="*/ 1075 h 6345"/>
                  <a:gd name="connsiteX6" fmla="*/ 208 w 6343"/>
                  <a:gd name="connsiteY6" fmla="*/ 3318 h 6345"/>
                  <a:gd name="connsiteX7" fmla="*/ 1137 w 6343"/>
                  <a:gd name="connsiteY7" fmla="*/ 5562 h 6345"/>
                  <a:gd name="connsiteX8" fmla="*/ 3380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91"/>
                    </a:moveTo>
                    <a:cubicBezTo>
                      <a:pt x="4221" y="6491"/>
                      <a:pt x="5028" y="6157"/>
                      <a:pt x="5622" y="5562"/>
                    </a:cubicBezTo>
                    <a:cubicBezTo>
                      <a:pt x="6217" y="4967"/>
                      <a:pt x="6551" y="4160"/>
                      <a:pt x="6551" y="3318"/>
                    </a:cubicBezTo>
                    <a:cubicBezTo>
                      <a:pt x="6551" y="2477"/>
                      <a:pt x="6217" y="1670"/>
                      <a:pt x="5622" y="1075"/>
                    </a:cubicBezTo>
                    <a:cubicBezTo>
                      <a:pt x="5028" y="480"/>
                      <a:pt x="4221" y="145"/>
                      <a:pt x="3380" y="145"/>
                    </a:cubicBezTo>
                    <a:cubicBezTo>
                      <a:pt x="2539" y="145"/>
                      <a:pt x="1732" y="480"/>
                      <a:pt x="1137" y="1075"/>
                    </a:cubicBezTo>
                    <a:cubicBezTo>
                      <a:pt x="542" y="1670"/>
                      <a:pt x="208" y="2477"/>
                      <a:pt x="208" y="3318"/>
                    </a:cubicBezTo>
                    <a:cubicBezTo>
                      <a:pt x="208" y="4160"/>
                      <a:pt x="542" y="4967"/>
                      <a:pt x="1137" y="5562"/>
                    </a:cubicBezTo>
                    <a:cubicBezTo>
                      <a:pt x="1732" y="6157"/>
                      <a:pt x="2539" y="6491"/>
                      <a:pt x="3380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63" name="Freeform: Shape 12862">
                <a:extLst>
                  <a:ext uri="{FF2B5EF4-FFF2-40B4-BE49-F238E27FC236}">
                    <a16:creationId xmlns:a16="http://schemas.microsoft.com/office/drawing/2014/main" id="{95DC4437-5995-EE8E-5D4B-7401189E8387}"/>
                  </a:ext>
                </a:extLst>
              </p:cNvPr>
              <p:cNvSpPr/>
              <p:nvPr/>
            </p:nvSpPr>
            <p:spPr>
              <a:xfrm>
                <a:off x="9022657" y="5325183"/>
                <a:ext cx="6343" cy="6345"/>
              </a:xfrm>
              <a:custGeom>
                <a:avLst/>
                <a:gdLst>
                  <a:gd name="connsiteX0" fmla="*/ 3378 w 6343"/>
                  <a:gd name="connsiteY0" fmla="*/ 6491 h 6345"/>
                  <a:gd name="connsiteX1" fmla="*/ 5620 w 6343"/>
                  <a:gd name="connsiteY1" fmla="*/ 5562 h 6345"/>
                  <a:gd name="connsiteX2" fmla="*/ 6549 w 6343"/>
                  <a:gd name="connsiteY2" fmla="*/ 3318 h 6345"/>
                  <a:gd name="connsiteX3" fmla="*/ 5620 w 6343"/>
                  <a:gd name="connsiteY3" fmla="*/ 1075 h 6345"/>
                  <a:gd name="connsiteX4" fmla="*/ 3378 w 6343"/>
                  <a:gd name="connsiteY4" fmla="*/ 145 h 6345"/>
                  <a:gd name="connsiteX5" fmla="*/ 1135 w 6343"/>
                  <a:gd name="connsiteY5" fmla="*/ 1075 h 6345"/>
                  <a:gd name="connsiteX6" fmla="*/ 206 w 6343"/>
                  <a:gd name="connsiteY6" fmla="*/ 3318 h 6345"/>
                  <a:gd name="connsiteX7" fmla="*/ 1135 w 6343"/>
                  <a:gd name="connsiteY7" fmla="*/ 5562 h 6345"/>
                  <a:gd name="connsiteX8" fmla="*/ 3378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91"/>
                    </a:moveTo>
                    <a:cubicBezTo>
                      <a:pt x="4219" y="6491"/>
                      <a:pt x="5025" y="6157"/>
                      <a:pt x="5620" y="5562"/>
                    </a:cubicBezTo>
                    <a:cubicBezTo>
                      <a:pt x="6215" y="4967"/>
                      <a:pt x="6549" y="4160"/>
                      <a:pt x="6549" y="3318"/>
                    </a:cubicBezTo>
                    <a:cubicBezTo>
                      <a:pt x="6549" y="2477"/>
                      <a:pt x="6215" y="1670"/>
                      <a:pt x="5620" y="1075"/>
                    </a:cubicBezTo>
                    <a:cubicBezTo>
                      <a:pt x="5025" y="480"/>
                      <a:pt x="4219" y="145"/>
                      <a:pt x="3378" y="145"/>
                    </a:cubicBezTo>
                    <a:cubicBezTo>
                      <a:pt x="2536" y="145"/>
                      <a:pt x="1730" y="480"/>
                      <a:pt x="1135" y="1075"/>
                    </a:cubicBezTo>
                    <a:cubicBezTo>
                      <a:pt x="540" y="1670"/>
                      <a:pt x="206" y="2477"/>
                      <a:pt x="206" y="3318"/>
                    </a:cubicBezTo>
                    <a:cubicBezTo>
                      <a:pt x="206" y="4160"/>
                      <a:pt x="540" y="4967"/>
                      <a:pt x="1135" y="5562"/>
                    </a:cubicBezTo>
                    <a:cubicBezTo>
                      <a:pt x="1730" y="6157"/>
                      <a:pt x="2536" y="6491"/>
                      <a:pt x="3378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64" name="Freeform: Shape 12863">
                <a:extLst>
                  <a:ext uri="{FF2B5EF4-FFF2-40B4-BE49-F238E27FC236}">
                    <a16:creationId xmlns:a16="http://schemas.microsoft.com/office/drawing/2014/main" id="{6A709320-47C3-504A-F81A-FED4B7428A81}"/>
                  </a:ext>
                </a:extLst>
              </p:cNvPr>
              <p:cNvSpPr/>
              <p:nvPr/>
            </p:nvSpPr>
            <p:spPr>
              <a:xfrm>
                <a:off x="9019428" y="5322800"/>
                <a:ext cx="6343" cy="6345"/>
              </a:xfrm>
              <a:custGeom>
                <a:avLst/>
                <a:gdLst>
                  <a:gd name="connsiteX0" fmla="*/ 3377 w 6343"/>
                  <a:gd name="connsiteY0" fmla="*/ 6491 h 6345"/>
                  <a:gd name="connsiteX1" fmla="*/ 5620 w 6343"/>
                  <a:gd name="connsiteY1" fmla="*/ 5561 h 6345"/>
                  <a:gd name="connsiteX2" fmla="*/ 6549 w 6343"/>
                  <a:gd name="connsiteY2" fmla="*/ 3318 h 6345"/>
                  <a:gd name="connsiteX3" fmla="*/ 5620 w 6343"/>
                  <a:gd name="connsiteY3" fmla="*/ 1075 h 6345"/>
                  <a:gd name="connsiteX4" fmla="*/ 3377 w 6343"/>
                  <a:gd name="connsiteY4" fmla="*/ 145 h 6345"/>
                  <a:gd name="connsiteX5" fmla="*/ 1135 w 6343"/>
                  <a:gd name="connsiteY5" fmla="*/ 1075 h 6345"/>
                  <a:gd name="connsiteX6" fmla="*/ 206 w 6343"/>
                  <a:gd name="connsiteY6" fmla="*/ 3318 h 6345"/>
                  <a:gd name="connsiteX7" fmla="*/ 1135 w 6343"/>
                  <a:gd name="connsiteY7" fmla="*/ 5561 h 6345"/>
                  <a:gd name="connsiteX8" fmla="*/ 3377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1"/>
                    </a:moveTo>
                    <a:cubicBezTo>
                      <a:pt x="4218" y="6491"/>
                      <a:pt x="5025" y="6156"/>
                      <a:pt x="5620" y="5561"/>
                    </a:cubicBezTo>
                    <a:cubicBezTo>
                      <a:pt x="6215" y="4966"/>
                      <a:pt x="6549" y="4159"/>
                      <a:pt x="6549" y="3318"/>
                    </a:cubicBezTo>
                    <a:cubicBezTo>
                      <a:pt x="6549" y="2477"/>
                      <a:pt x="6215" y="1669"/>
                      <a:pt x="5620" y="1075"/>
                    </a:cubicBezTo>
                    <a:cubicBezTo>
                      <a:pt x="5025" y="480"/>
                      <a:pt x="4218" y="145"/>
                      <a:pt x="3377" y="145"/>
                    </a:cubicBezTo>
                    <a:cubicBezTo>
                      <a:pt x="2536" y="145"/>
                      <a:pt x="1729" y="480"/>
                      <a:pt x="1135" y="1075"/>
                    </a:cubicBezTo>
                    <a:cubicBezTo>
                      <a:pt x="540" y="1669"/>
                      <a:pt x="206" y="2477"/>
                      <a:pt x="206" y="3318"/>
                    </a:cubicBezTo>
                    <a:cubicBezTo>
                      <a:pt x="206" y="4159"/>
                      <a:pt x="540" y="4966"/>
                      <a:pt x="1135" y="5561"/>
                    </a:cubicBezTo>
                    <a:cubicBezTo>
                      <a:pt x="1729" y="6156"/>
                      <a:pt x="2536" y="6491"/>
                      <a:pt x="3377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65" name="Freeform: Shape 12864">
                <a:extLst>
                  <a:ext uri="{FF2B5EF4-FFF2-40B4-BE49-F238E27FC236}">
                    <a16:creationId xmlns:a16="http://schemas.microsoft.com/office/drawing/2014/main" id="{0D4F5DBF-E2B8-F24C-1AAF-5922DAA1B271}"/>
                  </a:ext>
                </a:extLst>
              </p:cNvPr>
              <p:cNvSpPr/>
              <p:nvPr/>
            </p:nvSpPr>
            <p:spPr>
              <a:xfrm>
                <a:off x="9024421" y="5319874"/>
                <a:ext cx="6343" cy="6345"/>
              </a:xfrm>
              <a:custGeom>
                <a:avLst/>
                <a:gdLst>
                  <a:gd name="connsiteX0" fmla="*/ 3378 w 6343"/>
                  <a:gd name="connsiteY0" fmla="*/ 6490 h 6345"/>
                  <a:gd name="connsiteX1" fmla="*/ 5620 w 6343"/>
                  <a:gd name="connsiteY1" fmla="*/ 5561 h 6345"/>
                  <a:gd name="connsiteX2" fmla="*/ 6549 w 6343"/>
                  <a:gd name="connsiteY2" fmla="*/ 3318 h 6345"/>
                  <a:gd name="connsiteX3" fmla="*/ 5620 w 6343"/>
                  <a:gd name="connsiteY3" fmla="*/ 1074 h 6345"/>
                  <a:gd name="connsiteX4" fmla="*/ 3378 w 6343"/>
                  <a:gd name="connsiteY4" fmla="*/ 145 h 6345"/>
                  <a:gd name="connsiteX5" fmla="*/ 1135 w 6343"/>
                  <a:gd name="connsiteY5" fmla="*/ 1074 h 6345"/>
                  <a:gd name="connsiteX6" fmla="*/ 206 w 6343"/>
                  <a:gd name="connsiteY6" fmla="*/ 3318 h 6345"/>
                  <a:gd name="connsiteX7" fmla="*/ 1135 w 6343"/>
                  <a:gd name="connsiteY7" fmla="*/ 5561 h 6345"/>
                  <a:gd name="connsiteX8" fmla="*/ 3378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90"/>
                    </a:moveTo>
                    <a:cubicBezTo>
                      <a:pt x="4219" y="6490"/>
                      <a:pt x="5026" y="6156"/>
                      <a:pt x="5620" y="5561"/>
                    </a:cubicBezTo>
                    <a:cubicBezTo>
                      <a:pt x="6215" y="4966"/>
                      <a:pt x="6549" y="4159"/>
                      <a:pt x="6549" y="3318"/>
                    </a:cubicBezTo>
                    <a:cubicBezTo>
                      <a:pt x="6549" y="2476"/>
                      <a:pt x="6215" y="1669"/>
                      <a:pt x="5620" y="1074"/>
                    </a:cubicBezTo>
                    <a:cubicBezTo>
                      <a:pt x="5026" y="479"/>
                      <a:pt x="4219" y="145"/>
                      <a:pt x="3378" y="145"/>
                    </a:cubicBezTo>
                    <a:cubicBezTo>
                      <a:pt x="2537" y="145"/>
                      <a:pt x="1730" y="479"/>
                      <a:pt x="1135" y="1074"/>
                    </a:cubicBezTo>
                    <a:cubicBezTo>
                      <a:pt x="540" y="1669"/>
                      <a:pt x="206" y="2476"/>
                      <a:pt x="206" y="3318"/>
                    </a:cubicBezTo>
                    <a:cubicBezTo>
                      <a:pt x="206" y="4159"/>
                      <a:pt x="540" y="4966"/>
                      <a:pt x="1135" y="5561"/>
                    </a:cubicBezTo>
                    <a:cubicBezTo>
                      <a:pt x="1730" y="6156"/>
                      <a:pt x="2537" y="6490"/>
                      <a:pt x="3378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66" name="Freeform: Shape 12865">
                <a:extLst>
                  <a:ext uri="{FF2B5EF4-FFF2-40B4-BE49-F238E27FC236}">
                    <a16:creationId xmlns:a16="http://schemas.microsoft.com/office/drawing/2014/main" id="{1A75B8FA-E2BB-B540-7645-D20A5FD52406}"/>
                  </a:ext>
                </a:extLst>
              </p:cNvPr>
              <p:cNvSpPr/>
              <p:nvPr/>
            </p:nvSpPr>
            <p:spPr>
              <a:xfrm>
                <a:off x="9022901" y="5317371"/>
                <a:ext cx="6343" cy="6345"/>
              </a:xfrm>
              <a:custGeom>
                <a:avLst/>
                <a:gdLst>
                  <a:gd name="connsiteX0" fmla="*/ 3378 w 6343"/>
                  <a:gd name="connsiteY0" fmla="*/ 6490 h 6345"/>
                  <a:gd name="connsiteX1" fmla="*/ 5620 w 6343"/>
                  <a:gd name="connsiteY1" fmla="*/ 5561 h 6345"/>
                  <a:gd name="connsiteX2" fmla="*/ 6549 w 6343"/>
                  <a:gd name="connsiteY2" fmla="*/ 3318 h 6345"/>
                  <a:gd name="connsiteX3" fmla="*/ 5620 w 6343"/>
                  <a:gd name="connsiteY3" fmla="*/ 1074 h 6345"/>
                  <a:gd name="connsiteX4" fmla="*/ 3378 w 6343"/>
                  <a:gd name="connsiteY4" fmla="*/ 145 h 6345"/>
                  <a:gd name="connsiteX5" fmla="*/ 1135 w 6343"/>
                  <a:gd name="connsiteY5" fmla="*/ 1074 h 6345"/>
                  <a:gd name="connsiteX6" fmla="*/ 206 w 6343"/>
                  <a:gd name="connsiteY6" fmla="*/ 3318 h 6345"/>
                  <a:gd name="connsiteX7" fmla="*/ 1135 w 6343"/>
                  <a:gd name="connsiteY7" fmla="*/ 5561 h 6345"/>
                  <a:gd name="connsiteX8" fmla="*/ 3378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90"/>
                    </a:moveTo>
                    <a:cubicBezTo>
                      <a:pt x="4219" y="6490"/>
                      <a:pt x="5025" y="6156"/>
                      <a:pt x="5620" y="5561"/>
                    </a:cubicBezTo>
                    <a:cubicBezTo>
                      <a:pt x="6215" y="4966"/>
                      <a:pt x="6549" y="4159"/>
                      <a:pt x="6549" y="3318"/>
                    </a:cubicBezTo>
                    <a:cubicBezTo>
                      <a:pt x="6549" y="2476"/>
                      <a:pt x="6215" y="1669"/>
                      <a:pt x="5620" y="1074"/>
                    </a:cubicBezTo>
                    <a:cubicBezTo>
                      <a:pt x="5025" y="479"/>
                      <a:pt x="4219" y="145"/>
                      <a:pt x="3378" y="145"/>
                    </a:cubicBezTo>
                    <a:cubicBezTo>
                      <a:pt x="2536" y="145"/>
                      <a:pt x="1730" y="479"/>
                      <a:pt x="1135" y="1074"/>
                    </a:cubicBezTo>
                    <a:cubicBezTo>
                      <a:pt x="540" y="1669"/>
                      <a:pt x="206" y="2476"/>
                      <a:pt x="206" y="3318"/>
                    </a:cubicBezTo>
                    <a:cubicBezTo>
                      <a:pt x="206" y="4159"/>
                      <a:pt x="540" y="4966"/>
                      <a:pt x="1135" y="5561"/>
                    </a:cubicBezTo>
                    <a:cubicBezTo>
                      <a:pt x="1730" y="6156"/>
                      <a:pt x="2536" y="6490"/>
                      <a:pt x="3378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67" name="Freeform: Shape 12866">
                <a:extLst>
                  <a:ext uri="{FF2B5EF4-FFF2-40B4-BE49-F238E27FC236}">
                    <a16:creationId xmlns:a16="http://schemas.microsoft.com/office/drawing/2014/main" id="{111D6BA5-5B62-0583-05D6-40AEE60E450E}"/>
                  </a:ext>
                </a:extLst>
              </p:cNvPr>
              <p:cNvSpPr/>
              <p:nvPr/>
            </p:nvSpPr>
            <p:spPr>
              <a:xfrm>
                <a:off x="9045542" y="5313665"/>
                <a:ext cx="6343" cy="6345"/>
              </a:xfrm>
              <a:custGeom>
                <a:avLst/>
                <a:gdLst>
                  <a:gd name="connsiteX0" fmla="*/ 3379 w 6343"/>
                  <a:gd name="connsiteY0" fmla="*/ 6490 h 6345"/>
                  <a:gd name="connsiteX1" fmla="*/ 5622 w 6343"/>
                  <a:gd name="connsiteY1" fmla="*/ 5561 h 6345"/>
                  <a:gd name="connsiteX2" fmla="*/ 6551 w 6343"/>
                  <a:gd name="connsiteY2" fmla="*/ 3317 h 6345"/>
                  <a:gd name="connsiteX3" fmla="*/ 5622 w 6343"/>
                  <a:gd name="connsiteY3" fmla="*/ 1074 h 6345"/>
                  <a:gd name="connsiteX4" fmla="*/ 3379 w 6343"/>
                  <a:gd name="connsiteY4" fmla="*/ 145 h 6345"/>
                  <a:gd name="connsiteX5" fmla="*/ 1137 w 6343"/>
                  <a:gd name="connsiteY5" fmla="*/ 1074 h 6345"/>
                  <a:gd name="connsiteX6" fmla="*/ 208 w 6343"/>
                  <a:gd name="connsiteY6" fmla="*/ 3317 h 6345"/>
                  <a:gd name="connsiteX7" fmla="*/ 1137 w 6343"/>
                  <a:gd name="connsiteY7" fmla="*/ 5561 h 6345"/>
                  <a:gd name="connsiteX8" fmla="*/ 3379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90"/>
                    </a:moveTo>
                    <a:cubicBezTo>
                      <a:pt x="4220" y="6490"/>
                      <a:pt x="5027" y="6156"/>
                      <a:pt x="5622" y="5561"/>
                    </a:cubicBezTo>
                    <a:cubicBezTo>
                      <a:pt x="6217" y="4966"/>
                      <a:pt x="6551" y="4159"/>
                      <a:pt x="6551" y="3317"/>
                    </a:cubicBezTo>
                    <a:cubicBezTo>
                      <a:pt x="6551" y="2476"/>
                      <a:pt x="6217" y="1669"/>
                      <a:pt x="5622" y="1074"/>
                    </a:cubicBezTo>
                    <a:cubicBezTo>
                      <a:pt x="5027" y="479"/>
                      <a:pt x="4220" y="145"/>
                      <a:pt x="3379" y="145"/>
                    </a:cubicBezTo>
                    <a:cubicBezTo>
                      <a:pt x="2538" y="145"/>
                      <a:pt x="1732" y="479"/>
                      <a:pt x="1137" y="1074"/>
                    </a:cubicBezTo>
                    <a:cubicBezTo>
                      <a:pt x="542" y="1669"/>
                      <a:pt x="208" y="2476"/>
                      <a:pt x="208" y="3317"/>
                    </a:cubicBezTo>
                    <a:cubicBezTo>
                      <a:pt x="208" y="4159"/>
                      <a:pt x="542" y="4966"/>
                      <a:pt x="1137" y="5561"/>
                    </a:cubicBezTo>
                    <a:cubicBezTo>
                      <a:pt x="1732" y="6156"/>
                      <a:pt x="2538" y="6490"/>
                      <a:pt x="3379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68" name="Freeform: Shape 12867">
                <a:extLst>
                  <a:ext uri="{FF2B5EF4-FFF2-40B4-BE49-F238E27FC236}">
                    <a16:creationId xmlns:a16="http://schemas.microsoft.com/office/drawing/2014/main" id="{7B979E7B-CDC9-F274-9D50-104E8910AE05}"/>
                  </a:ext>
                </a:extLst>
              </p:cNvPr>
              <p:cNvSpPr/>
              <p:nvPr/>
            </p:nvSpPr>
            <p:spPr>
              <a:xfrm>
                <a:off x="9045616" y="5311209"/>
                <a:ext cx="6343" cy="6345"/>
              </a:xfrm>
              <a:custGeom>
                <a:avLst/>
                <a:gdLst>
                  <a:gd name="connsiteX0" fmla="*/ 3379 w 6343"/>
                  <a:gd name="connsiteY0" fmla="*/ 6490 h 6345"/>
                  <a:gd name="connsiteX1" fmla="*/ 5622 w 6343"/>
                  <a:gd name="connsiteY1" fmla="*/ 5560 h 6345"/>
                  <a:gd name="connsiteX2" fmla="*/ 6551 w 6343"/>
                  <a:gd name="connsiteY2" fmla="*/ 3317 h 6345"/>
                  <a:gd name="connsiteX3" fmla="*/ 5622 w 6343"/>
                  <a:gd name="connsiteY3" fmla="*/ 1074 h 6345"/>
                  <a:gd name="connsiteX4" fmla="*/ 3379 w 6343"/>
                  <a:gd name="connsiteY4" fmla="*/ 144 h 6345"/>
                  <a:gd name="connsiteX5" fmla="*/ 1137 w 6343"/>
                  <a:gd name="connsiteY5" fmla="*/ 1074 h 6345"/>
                  <a:gd name="connsiteX6" fmla="*/ 208 w 6343"/>
                  <a:gd name="connsiteY6" fmla="*/ 3317 h 6345"/>
                  <a:gd name="connsiteX7" fmla="*/ 1137 w 6343"/>
                  <a:gd name="connsiteY7" fmla="*/ 5560 h 6345"/>
                  <a:gd name="connsiteX8" fmla="*/ 3379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90"/>
                    </a:moveTo>
                    <a:cubicBezTo>
                      <a:pt x="4220" y="6490"/>
                      <a:pt x="5027" y="6155"/>
                      <a:pt x="5622" y="5560"/>
                    </a:cubicBezTo>
                    <a:cubicBezTo>
                      <a:pt x="6217" y="4966"/>
                      <a:pt x="6551" y="4158"/>
                      <a:pt x="6551" y="3317"/>
                    </a:cubicBezTo>
                    <a:cubicBezTo>
                      <a:pt x="6551" y="2476"/>
                      <a:pt x="6217" y="1669"/>
                      <a:pt x="5622" y="1074"/>
                    </a:cubicBezTo>
                    <a:cubicBezTo>
                      <a:pt x="5027" y="479"/>
                      <a:pt x="4220" y="144"/>
                      <a:pt x="3379" y="144"/>
                    </a:cubicBezTo>
                    <a:cubicBezTo>
                      <a:pt x="2538" y="144"/>
                      <a:pt x="1732" y="479"/>
                      <a:pt x="1137" y="1074"/>
                    </a:cubicBezTo>
                    <a:cubicBezTo>
                      <a:pt x="542" y="1669"/>
                      <a:pt x="208" y="2476"/>
                      <a:pt x="208" y="3317"/>
                    </a:cubicBezTo>
                    <a:cubicBezTo>
                      <a:pt x="208" y="4158"/>
                      <a:pt x="542" y="4966"/>
                      <a:pt x="1137" y="5560"/>
                    </a:cubicBezTo>
                    <a:cubicBezTo>
                      <a:pt x="1732" y="6155"/>
                      <a:pt x="2538" y="6490"/>
                      <a:pt x="3379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69" name="Freeform: Shape 12868">
                <a:extLst>
                  <a:ext uri="{FF2B5EF4-FFF2-40B4-BE49-F238E27FC236}">
                    <a16:creationId xmlns:a16="http://schemas.microsoft.com/office/drawing/2014/main" id="{10A42354-2C24-6868-39EB-642C94732D3F}"/>
                  </a:ext>
                </a:extLst>
              </p:cNvPr>
              <p:cNvSpPr/>
              <p:nvPr/>
            </p:nvSpPr>
            <p:spPr>
              <a:xfrm>
                <a:off x="8947716" y="5294062"/>
                <a:ext cx="6343" cy="6345"/>
              </a:xfrm>
              <a:custGeom>
                <a:avLst/>
                <a:gdLst>
                  <a:gd name="connsiteX0" fmla="*/ 3372 w 6343"/>
                  <a:gd name="connsiteY0" fmla="*/ 6488 h 6345"/>
                  <a:gd name="connsiteX1" fmla="*/ 5614 w 6343"/>
                  <a:gd name="connsiteY1" fmla="*/ 5559 h 6345"/>
                  <a:gd name="connsiteX2" fmla="*/ 6543 w 6343"/>
                  <a:gd name="connsiteY2" fmla="*/ 3316 h 6345"/>
                  <a:gd name="connsiteX3" fmla="*/ 5614 w 6343"/>
                  <a:gd name="connsiteY3" fmla="*/ 1072 h 6345"/>
                  <a:gd name="connsiteX4" fmla="*/ 3372 w 6343"/>
                  <a:gd name="connsiteY4" fmla="*/ 143 h 6345"/>
                  <a:gd name="connsiteX5" fmla="*/ 1129 w 6343"/>
                  <a:gd name="connsiteY5" fmla="*/ 1072 h 6345"/>
                  <a:gd name="connsiteX6" fmla="*/ 200 w 6343"/>
                  <a:gd name="connsiteY6" fmla="*/ 3316 h 6345"/>
                  <a:gd name="connsiteX7" fmla="*/ 1129 w 6343"/>
                  <a:gd name="connsiteY7" fmla="*/ 5559 h 6345"/>
                  <a:gd name="connsiteX8" fmla="*/ 3372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88"/>
                    </a:moveTo>
                    <a:cubicBezTo>
                      <a:pt x="4213" y="6488"/>
                      <a:pt x="5020" y="6154"/>
                      <a:pt x="5614" y="5559"/>
                    </a:cubicBezTo>
                    <a:cubicBezTo>
                      <a:pt x="6209" y="4964"/>
                      <a:pt x="6543" y="4157"/>
                      <a:pt x="6543" y="3316"/>
                    </a:cubicBezTo>
                    <a:cubicBezTo>
                      <a:pt x="6543" y="2474"/>
                      <a:pt x="6209" y="1667"/>
                      <a:pt x="5614" y="1072"/>
                    </a:cubicBezTo>
                    <a:cubicBezTo>
                      <a:pt x="5020" y="477"/>
                      <a:pt x="4213" y="143"/>
                      <a:pt x="3372" y="143"/>
                    </a:cubicBezTo>
                    <a:cubicBezTo>
                      <a:pt x="2531" y="143"/>
                      <a:pt x="1724" y="477"/>
                      <a:pt x="1129" y="1072"/>
                    </a:cubicBezTo>
                    <a:cubicBezTo>
                      <a:pt x="534" y="1667"/>
                      <a:pt x="200" y="2474"/>
                      <a:pt x="200" y="3316"/>
                    </a:cubicBezTo>
                    <a:cubicBezTo>
                      <a:pt x="200" y="4157"/>
                      <a:pt x="534" y="4964"/>
                      <a:pt x="1129" y="5559"/>
                    </a:cubicBezTo>
                    <a:cubicBezTo>
                      <a:pt x="1724" y="6154"/>
                      <a:pt x="2531" y="6488"/>
                      <a:pt x="3372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70" name="Freeform: Shape 12869">
                <a:extLst>
                  <a:ext uri="{FF2B5EF4-FFF2-40B4-BE49-F238E27FC236}">
                    <a16:creationId xmlns:a16="http://schemas.microsoft.com/office/drawing/2014/main" id="{20BB2CA0-46CA-DE83-2880-2F31877C2EA4}"/>
                  </a:ext>
                </a:extLst>
              </p:cNvPr>
              <p:cNvSpPr/>
              <p:nvPr/>
            </p:nvSpPr>
            <p:spPr>
              <a:xfrm>
                <a:off x="9007044" y="5288694"/>
                <a:ext cx="6343" cy="6345"/>
              </a:xfrm>
              <a:custGeom>
                <a:avLst/>
                <a:gdLst>
                  <a:gd name="connsiteX0" fmla="*/ 3376 w 6343"/>
                  <a:gd name="connsiteY0" fmla="*/ 6488 h 6345"/>
                  <a:gd name="connsiteX1" fmla="*/ 5619 w 6343"/>
                  <a:gd name="connsiteY1" fmla="*/ 5559 h 6345"/>
                  <a:gd name="connsiteX2" fmla="*/ 6548 w 6343"/>
                  <a:gd name="connsiteY2" fmla="*/ 3315 h 6345"/>
                  <a:gd name="connsiteX3" fmla="*/ 5619 w 6343"/>
                  <a:gd name="connsiteY3" fmla="*/ 1072 h 6345"/>
                  <a:gd name="connsiteX4" fmla="*/ 3376 w 6343"/>
                  <a:gd name="connsiteY4" fmla="*/ 143 h 6345"/>
                  <a:gd name="connsiteX5" fmla="*/ 1134 w 6343"/>
                  <a:gd name="connsiteY5" fmla="*/ 1072 h 6345"/>
                  <a:gd name="connsiteX6" fmla="*/ 205 w 6343"/>
                  <a:gd name="connsiteY6" fmla="*/ 3315 h 6345"/>
                  <a:gd name="connsiteX7" fmla="*/ 1134 w 6343"/>
                  <a:gd name="connsiteY7" fmla="*/ 5559 h 6345"/>
                  <a:gd name="connsiteX8" fmla="*/ 3376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88"/>
                    </a:moveTo>
                    <a:cubicBezTo>
                      <a:pt x="4217" y="6488"/>
                      <a:pt x="5024" y="6154"/>
                      <a:pt x="5619" y="5559"/>
                    </a:cubicBezTo>
                    <a:cubicBezTo>
                      <a:pt x="6214" y="4964"/>
                      <a:pt x="6548" y="4157"/>
                      <a:pt x="6548" y="3315"/>
                    </a:cubicBezTo>
                    <a:cubicBezTo>
                      <a:pt x="6548" y="2474"/>
                      <a:pt x="6214" y="1667"/>
                      <a:pt x="5619" y="1072"/>
                    </a:cubicBezTo>
                    <a:cubicBezTo>
                      <a:pt x="5024" y="477"/>
                      <a:pt x="4217" y="143"/>
                      <a:pt x="3376" y="143"/>
                    </a:cubicBezTo>
                    <a:cubicBezTo>
                      <a:pt x="2535" y="143"/>
                      <a:pt x="1728" y="477"/>
                      <a:pt x="1134" y="1072"/>
                    </a:cubicBezTo>
                    <a:cubicBezTo>
                      <a:pt x="539" y="1667"/>
                      <a:pt x="205" y="2474"/>
                      <a:pt x="205" y="3315"/>
                    </a:cubicBezTo>
                    <a:cubicBezTo>
                      <a:pt x="205" y="4157"/>
                      <a:pt x="539" y="4964"/>
                      <a:pt x="1134" y="5559"/>
                    </a:cubicBezTo>
                    <a:cubicBezTo>
                      <a:pt x="1728" y="6154"/>
                      <a:pt x="2535" y="6488"/>
                      <a:pt x="3376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71" name="Freeform: Shape 12870">
                <a:extLst>
                  <a:ext uri="{FF2B5EF4-FFF2-40B4-BE49-F238E27FC236}">
                    <a16:creationId xmlns:a16="http://schemas.microsoft.com/office/drawing/2014/main" id="{986197A5-9C7C-8C35-54ED-F812D9FCABC4}"/>
                  </a:ext>
                </a:extLst>
              </p:cNvPr>
              <p:cNvSpPr/>
              <p:nvPr/>
            </p:nvSpPr>
            <p:spPr>
              <a:xfrm>
                <a:off x="9009878" y="5286062"/>
                <a:ext cx="6343" cy="6345"/>
              </a:xfrm>
              <a:custGeom>
                <a:avLst/>
                <a:gdLst>
                  <a:gd name="connsiteX0" fmla="*/ 3377 w 6343"/>
                  <a:gd name="connsiteY0" fmla="*/ 6488 h 6345"/>
                  <a:gd name="connsiteX1" fmla="*/ 5619 w 6343"/>
                  <a:gd name="connsiteY1" fmla="*/ 5559 h 6345"/>
                  <a:gd name="connsiteX2" fmla="*/ 6548 w 6343"/>
                  <a:gd name="connsiteY2" fmla="*/ 3315 h 6345"/>
                  <a:gd name="connsiteX3" fmla="*/ 5619 w 6343"/>
                  <a:gd name="connsiteY3" fmla="*/ 1072 h 6345"/>
                  <a:gd name="connsiteX4" fmla="*/ 3377 w 6343"/>
                  <a:gd name="connsiteY4" fmla="*/ 142 h 6345"/>
                  <a:gd name="connsiteX5" fmla="*/ 1134 w 6343"/>
                  <a:gd name="connsiteY5" fmla="*/ 1072 h 6345"/>
                  <a:gd name="connsiteX6" fmla="*/ 205 w 6343"/>
                  <a:gd name="connsiteY6" fmla="*/ 3315 h 6345"/>
                  <a:gd name="connsiteX7" fmla="*/ 1134 w 6343"/>
                  <a:gd name="connsiteY7" fmla="*/ 5559 h 6345"/>
                  <a:gd name="connsiteX8" fmla="*/ 3377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8"/>
                    </a:moveTo>
                    <a:cubicBezTo>
                      <a:pt x="4218" y="6488"/>
                      <a:pt x="5024" y="6153"/>
                      <a:pt x="5619" y="5559"/>
                    </a:cubicBezTo>
                    <a:cubicBezTo>
                      <a:pt x="6214" y="4964"/>
                      <a:pt x="6548" y="4156"/>
                      <a:pt x="6548" y="3315"/>
                    </a:cubicBezTo>
                    <a:cubicBezTo>
                      <a:pt x="6548" y="2474"/>
                      <a:pt x="6214" y="1667"/>
                      <a:pt x="5619" y="1072"/>
                    </a:cubicBezTo>
                    <a:cubicBezTo>
                      <a:pt x="5024" y="477"/>
                      <a:pt x="4218" y="142"/>
                      <a:pt x="3377" y="142"/>
                    </a:cubicBezTo>
                    <a:cubicBezTo>
                      <a:pt x="2535" y="142"/>
                      <a:pt x="1729" y="477"/>
                      <a:pt x="1134" y="1072"/>
                    </a:cubicBezTo>
                    <a:cubicBezTo>
                      <a:pt x="539" y="1667"/>
                      <a:pt x="205" y="2474"/>
                      <a:pt x="205" y="3315"/>
                    </a:cubicBezTo>
                    <a:cubicBezTo>
                      <a:pt x="205" y="4156"/>
                      <a:pt x="539" y="4964"/>
                      <a:pt x="1134" y="5559"/>
                    </a:cubicBezTo>
                    <a:cubicBezTo>
                      <a:pt x="1729" y="6153"/>
                      <a:pt x="2535" y="6488"/>
                      <a:pt x="3377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72" name="Freeform: Shape 12871">
                <a:extLst>
                  <a:ext uri="{FF2B5EF4-FFF2-40B4-BE49-F238E27FC236}">
                    <a16:creationId xmlns:a16="http://schemas.microsoft.com/office/drawing/2014/main" id="{E38EEE9B-1451-4F17-E8B1-6D59A9030844}"/>
                  </a:ext>
                </a:extLst>
              </p:cNvPr>
              <p:cNvSpPr/>
              <p:nvPr/>
            </p:nvSpPr>
            <p:spPr>
              <a:xfrm>
                <a:off x="9010308" y="5283404"/>
                <a:ext cx="6343" cy="6345"/>
              </a:xfrm>
              <a:custGeom>
                <a:avLst/>
                <a:gdLst>
                  <a:gd name="connsiteX0" fmla="*/ 3377 w 6343"/>
                  <a:gd name="connsiteY0" fmla="*/ 6488 h 6345"/>
                  <a:gd name="connsiteX1" fmla="*/ 5619 w 6343"/>
                  <a:gd name="connsiteY1" fmla="*/ 5558 h 6345"/>
                  <a:gd name="connsiteX2" fmla="*/ 6548 w 6343"/>
                  <a:gd name="connsiteY2" fmla="*/ 3315 h 6345"/>
                  <a:gd name="connsiteX3" fmla="*/ 5619 w 6343"/>
                  <a:gd name="connsiteY3" fmla="*/ 1071 h 6345"/>
                  <a:gd name="connsiteX4" fmla="*/ 3377 w 6343"/>
                  <a:gd name="connsiteY4" fmla="*/ 142 h 6345"/>
                  <a:gd name="connsiteX5" fmla="*/ 1134 w 6343"/>
                  <a:gd name="connsiteY5" fmla="*/ 1071 h 6345"/>
                  <a:gd name="connsiteX6" fmla="*/ 205 w 6343"/>
                  <a:gd name="connsiteY6" fmla="*/ 3315 h 6345"/>
                  <a:gd name="connsiteX7" fmla="*/ 1134 w 6343"/>
                  <a:gd name="connsiteY7" fmla="*/ 5558 h 6345"/>
                  <a:gd name="connsiteX8" fmla="*/ 3377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8"/>
                    </a:moveTo>
                    <a:cubicBezTo>
                      <a:pt x="4218" y="6488"/>
                      <a:pt x="5024" y="6153"/>
                      <a:pt x="5619" y="5558"/>
                    </a:cubicBezTo>
                    <a:cubicBezTo>
                      <a:pt x="6214" y="4963"/>
                      <a:pt x="6548" y="4156"/>
                      <a:pt x="6548" y="3315"/>
                    </a:cubicBezTo>
                    <a:cubicBezTo>
                      <a:pt x="6548" y="2473"/>
                      <a:pt x="6214" y="1666"/>
                      <a:pt x="5619" y="1071"/>
                    </a:cubicBezTo>
                    <a:cubicBezTo>
                      <a:pt x="5024" y="476"/>
                      <a:pt x="4218" y="142"/>
                      <a:pt x="3377" y="142"/>
                    </a:cubicBezTo>
                    <a:cubicBezTo>
                      <a:pt x="2535" y="142"/>
                      <a:pt x="1729" y="476"/>
                      <a:pt x="1134" y="1071"/>
                    </a:cubicBezTo>
                    <a:cubicBezTo>
                      <a:pt x="539" y="1666"/>
                      <a:pt x="205" y="2473"/>
                      <a:pt x="205" y="3315"/>
                    </a:cubicBezTo>
                    <a:cubicBezTo>
                      <a:pt x="205" y="4156"/>
                      <a:pt x="539" y="4963"/>
                      <a:pt x="1134" y="5558"/>
                    </a:cubicBezTo>
                    <a:cubicBezTo>
                      <a:pt x="1729" y="6153"/>
                      <a:pt x="2535" y="6488"/>
                      <a:pt x="3377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73" name="Freeform: Shape 12872">
                <a:extLst>
                  <a:ext uri="{FF2B5EF4-FFF2-40B4-BE49-F238E27FC236}">
                    <a16:creationId xmlns:a16="http://schemas.microsoft.com/office/drawing/2014/main" id="{A5824362-F218-1FDA-781B-19E93B18914A}"/>
                  </a:ext>
                </a:extLst>
              </p:cNvPr>
              <p:cNvSpPr/>
              <p:nvPr/>
            </p:nvSpPr>
            <p:spPr>
              <a:xfrm>
                <a:off x="9012305" y="5280799"/>
                <a:ext cx="6343" cy="6345"/>
              </a:xfrm>
              <a:custGeom>
                <a:avLst/>
                <a:gdLst>
                  <a:gd name="connsiteX0" fmla="*/ 3377 w 6343"/>
                  <a:gd name="connsiteY0" fmla="*/ 6487 h 6345"/>
                  <a:gd name="connsiteX1" fmla="*/ 5619 w 6343"/>
                  <a:gd name="connsiteY1" fmla="*/ 5558 h 6345"/>
                  <a:gd name="connsiteX2" fmla="*/ 6548 w 6343"/>
                  <a:gd name="connsiteY2" fmla="*/ 3315 h 6345"/>
                  <a:gd name="connsiteX3" fmla="*/ 5619 w 6343"/>
                  <a:gd name="connsiteY3" fmla="*/ 1071 h 6345"/>
                  <a:gd name="connsiteX4" fmla="*/ 3377 w 6343"/>
                  <a:gd name="connsiteY4" fmla="*/ 142 h 6345"/>
                  <a:gd name="connsiteX5" fmla="*/ 1134 w 6343"/>
                  <a:gd name="connsiteY5" fmla="*/ 1071 h 6345"/>
                  <a:gd name="connsiteX6" fmla="*/ 205 w 6343"/>
                  <a:gd name="connsiteY6" fmla="*/ 3315 h 6345"/>
                  <a:gd name="connsiteX7" fmla="*/ 1134 w 6343"/>
                  <a:gd name="connsiteY7" fmla="*/ 5558 h 6345"/>
                  <a:gd name="connsiteX8" fmla="*/ 3377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7"/>
                    </a:moveTo>
                    <a:cubicBezTo>
                      <a:pt x="4218" y="6487"/>
                      <a:pt x="5025" y="6153"/>
                      <a:pt x="5619" y="5558"/>
                    </a:cubicBezTo>
                    <a:cubicBezTo>
                      <a:pt x="6214" y="4963"/>
                      <a:pt x="6548" y="4156"/>
                      <a:pt x="6548" y="3315"/>
                    </a:cubicBezTo>
                    <a:cubicBezTo>
                      <a:pt x="6548" y="2473"/>
                      <a:pt x="6214" y="1666"/>
                      <a:pt x="5619" y="1071"/>
                    </a:cubicBezTo>
                    <a:cubicBezTo>
                      <a:pt x="5025" y="476"/>
                      <a:pt x="4218" y="142"/>
                      <a:pt x="3377" y="142"/>
                    </a:cubicBezTo>
                    <a:cubicBezTo>
                      <a:pt x="2536" y="142"/>
                      <a:pt x="1729" y="476"/>
                      <a:pt x="1134" y="1071"/>
                    </a:cubicBezTo>
                    <a:cubicBezTo>
                      <a:pt x="539" y="1666"/>
                      <a:pt x="205" y="2473"/>
                      <a:pt x="205" y="3315"/>
                    </a:cubicBezTo>
                    <a:cubicBezTo>
                      <a:pt x="205" y="4156"/>
                      <a:pt x="539" y="4963"/>
                      <a:pt x="1134" y="5558"/>
                    </a:cubicBezTo>
                    <a:cubicBezTo>
                      <a:pt x="1729" y="6153"/>
                      <a:pt x="2536" y="6487"/>
                      <a:pt x="3377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74" name="Freeform: Shape 12873">
                <a:extLst>
                  <a:ext uri="{FF2B5EF4-FFF2-40B4-BE49-F238E27FC236}">
                    <a16:creationId xmlns:a16="http://schemas.microsoft.com/office/drawing/2014/main" id="{B9F15374-4CE4-7CAF-8EB8-5FF281CF967E}"/>
                  </a:ext>
                </a:extLst>
              </p:cNvPr>
              <p:cNvSpPr/>
              <p:nvPr/>
            </p:nvSpPr>
            <p:spPr>
              <a:xfrm>
                <a:off x="9014193" y="5278213"/>
                <a:ext cx="6343" cy="6345"/>
              </a:xfrm>
              <a:custGeom>
                <a:avLst/>
                <a:gdLst>
                  <a:gd name="connsiteX0" fmla="*/ 3377 w 6343"/>
                  <a:gd name="connsiteY0" fmla="*/ 6487 h 6345"/>
                  <a:gd name="connsiteX1" fmla="*/ 5620 w 6343"/>
                  <a:gd name="connsiteY1" fmla="*/ 5558 h 6345"/>
                  <a:gd name="connsiteX2" fmla="*/ 6548 w 6343"/>
                  <a:gd name="connsiteY2" fmla="*/ 3314 h 6345"/>
                  <a:gd name="connsiteX3" fmla="*/ 5620 w 6343"/>
                  <a:gd name="connsiteY3" fmla="*/ 1071 h 6345"/>
                  <a:gd name="connsiteX4" fmla="*/ 3377 w 6343"/>
                  <a:gd name="connsiteY4" fmla="*/ 142 h 6345"/>
                  <a:gd name="connsiteX5" fmla="*/ 1134 w 6343"/>
                  <a:gd name="connsiteY5" fmla="*/ 1071 h 6345"/>
                  <a:gd name="connsiteX6" fmla="*/ 205 w 6343"/>
                  <a:gd name="connsiteY6" fmla="*/ 3314 h 6345"/>
                  <a:gd name="connsiteX7" fmla="*/ 1134 w 6343"/>
                  <a:gd name="connsiteY7" fmla="*/ 5558 h 6345"/>
                  <a:gd name="connsiteX8" fmla="*/ 3377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7"/>
                    </a:moveTo>
                    <a:cubicBezTo>
                      <a:pt x="4218" y="6487"/>
                      <a:pt x="5025" y="6153"/>
                      <a:pt x="5620" y="5558"/>
                    </a:cubicBezTo>
                    <a:cubicBezTo>
                      <a:pt x="6214" y="4963"/>
                      <a:pt x="6548" y="4156"/>
                      <a:pt x="6548" y="3314"/>
                    </a:cubicBezTo>
                    <a:cubicBezTo>
                      <a:pt x="6548" y="2473"/>
                      <a:pt x="6214" y="1666"/>
                      <a:pt x="5620" y="1071"/>
                    </a:cubicBezTo>
                    <a:cubicBezTo>
                      <a:pt x="5025" y="476"/>
                      <a:pt x="4218" y="142"/>
                      <a:pt x="3377" y="142"/>
                    </a:cubicBezTo>
                    <a:cubicBezTo>
                      <a:pt x="2536" y="142"/>
                      <a:pt x="1729" y="476"/>
                      <a:pt x="1134" y="1071"/>
                    </a:cubicBezTo>
                    <a:cubicBezTo>
                      <a:pt x="540" y="1666"/>
                      <a:pt x="205" y="2473"/>
                      <a:pt x="205" y="3314"/>
                    </a:cubicBezTo>
                    <a:cubicBezTo>
                      <a:pt x="205" y="4156"/>
                      <a:pt x="540" y="4963"/>
                      <a:pt x="1134" y="5558"/>
                    </a:cubicBezTo>
                    <a:cubicBezTo>
                      <a:pt x="1729" y="6153"/>
                      <a:pt x="2536" y="6487"/>
                      <a:pt x="3377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75" name="Freeform: Shape 12874">
                <a:extLst>
                  <a:ext uri="{FF2B5EF4-FFF2-40B4-BE49-F238E27FC236}">
                    <a16:creationId xmlns:a16="http://schemas.microsoft.com/office/drawing/2014/main" id="{A451DE20-EE55-BAF1-6BD3-8567BD71A32C}"/>
                  </a:ext>
                </a:extLst>
              </p:cNvPr>
              <p:cNvSpPr/>
              <p:nvPr/>
            </p:nvSpPr>
            <p:spPr>
              <a:xfrm>
                <a:off x="9013988" y="5275560"/>
                <a:ext cx="6343" cy="6345"/>
              </a:xfrm>
              <a:custGeom>
                <a:avLst/>
                <a:gdLst>
                  <a:gd name="connsiteX0" fmla="*/ 3377 w 6343"/>
                  <a:gd name="connsiteY0" fmla="*/ 6487 h 6345"/>
                  <a:gd name="connsiteX1" fmla="*/ 5620 w 6343"/>
                  <a:gd name="connsiteY1" fmla="*/ 5558 h 6345"/>
                  <a:gd name="connsiteX2" fmla="*/ 6548 w 6343"/>
                  <a:gd name="connsiteY2" fmla="*/ 3314 h 6345"/>
                  <a:gd name="connsiteX3" fmla="*/ 5620 w 6343"/>
                  <a:gd name="connsiteY3" fmla="*/ 1071 h 6345"/>
                  <a:gd name="connsiteX4" fmla="*/ 3377 w 6343"/>
                  <a:gd name="connsiteY4" fmla="*/ 142 h 6345"/>
                  <a:gd name="connsiteX5" fmla="*/ 1134 w 6343"/>
                  <a:gd name="connsiteY5" fmla="*/ 1071 h 6345"/>
                  <a:gd name="connsiteX6" fmla="*/ 205 w 6343"/>
                  <a:gd name="connsiteY6" fmla="*/ 3314 h 6345"/>
                  <a:gd name="connsiteX7" fmla="*/ 1134 w 6343"/>
                  <a:gd name="connsiteY7" fmla="*/ 5558 h 6345"/>
                  <a:gd name="connsiteX8" fmla="*/ 3377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7"/>
                    </a:moveTo>
                    <a:cubicBezTo>
                      <a:pt x="4218" y="6487"/>
                      <a:pt x="5025" y="6153"/>
                      <a:pt x="5620" y="5558"/>
                    </a:cubicBezTo>
                    <a:cubicBezTo>
                      <a:pt x="6214" y="4963"/>
                      <a:pt x="6548" y="4156"/>
                      <a:pt x="6548" y="3314"/>
                    </a:cubicBezTo>
                    <a:cubicBezTo>
                      <a:pt x="6548" y="2473"/>
                      <a:pt x="6214" y="1666"/>
                      <a:pt x="5620" y="1071"/>
                    </a:cubicBezTo>
                    <a:cubicBezTo>
                      <a:pt x="5025" y="476"/>
                      <a:pt x="4218" y="142"/>
                      <a:pt x="3377" y="142"/>
                    </a:cubicBezTo>
                    <a:cubicBezTo>
                      <a:pt x="2536" y="142"/>
                      <a:pt x="1729" y="476"/>
                      <a:pt x="1134" y="1071"/>
                    </a:cubicBezTo>
                    <a:cubicBezTo>
                      <a:pt x="540" y="1666"/>
                      <a:pt x="205" y="2473"/>
                      <a:pt x="205" y="3314"/>
                    </a:cubicBezTo>
                    <a:cubicBezTo>
                      <a:pt x="205" y="4156"/>
                      <a:pt x="540" y="4963"/>
                      <a:pt x="1134" y="5558"/>
                    </a:cubicBezTo>
                    <a:cubicBezTo>
                      <a:pt x="1729" y="6153"/>
                      <a:pt x="2536" y="6487"/>
                      <a:pt x="3377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76" name="Freeform: Shape 12875">
                <a:extLst>
                  <a:ext uri="{FF2B5EF4-FFF2-40B4-BE49-F238E27FC236}">
                    <a16:creationId xmlns:a16="http://schemas.microsoft.com/office/drawing/2014/main" id="{C1388E20-3AFD-9F7D-3B85-4371488CFEE6}"/>
                  </a:ext>
                </a:extLst>
              </p:cNvPr>
              <p:cNvSpPr/>
              <p:nvPr/>
            </p:nvSpPr>
            <p:spPr>
              <a:xfrm>
                <a:off x="9014977" y="5272961"/>
                <a:ext cx="6343" cy="6345"/>
              </a:xfrm>
              <a:custGeom>
                <a:avLst/>
                <a:gdLst>
                  <a:gd name="connsiteX0" fmla="*/ 3377 w 6343"/>
                  <a:gd name="connsiteY0" fmla="*/ 6487 h 6345"/>
                  <a:gd name="connsiteX1" fmla="*/ 5620 w 6343"/>
                  <a:gd name="connsiteY1" fmla="*/ 5557 h 6345"/>
                  <a:gd name="connsiteX2" fmla="*/ 6549 w 6343"/>
                  <a:gd name="connsiteY2" fmla="*/ 3314 h 6345"/>
                  <a:gd name="connsiteX3" fmla="*/ 5620 w 6343"/>
                  <a:gd name="connsiteY3" fmla="*/ 1071 h 6345"/>
                  <a:gd name="connsiteX4" fmla="*/ 3377 w 6343"/>
                  <a:gd name="connsiteY4" fmla="*/ 141 h 6345"/>
                  <a:gd name="connsiteX5" fmla="*/ 1134 w 6343"/>
                  <a:gd name="connsiteY5" fmla="*/ 1071 h 6345"/>
                  <a:gd name="connsiteX6" fmla="*/ 205 w 6343"/>
                  <a:gd name="connsiteY6" fmla="*/ 3314 h 6345"/>
                  <a:gd name="connsiteX7" fmla="*/ 1134 w 6343"/>
                  <a:gd name="connsiteY7" fmla="*/ 5557 h 6345"/>
                  <a:gd name="connsiteX8" fmla="*/ 3377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7"/>
                    </a:moveTo>
                    <a:cubicBezTo>
                      <a:pt x="4218" y="6487"/>
                      <a:pt x="5025" y="6152"/>
                      <a:pt x="5620" y="5557"/>
                    </a:cubicBezTo>
                    <a:cubicBezTo>
                      <a:pt x="6214" y="4963"/>
                      <a:pt x="6549" y="4155"/>
                      <a:pt x="6549" y="3314"/>
                    </a:cubicBezTo>
                    <a:cubicBezTo>
                      <a:pt x="6549" y="2473"/>
                      <a:pt x="6214" y="1666"/>
                      <a:pt x="5620" y="1071"/>
                    </a:cubicBezTo>
                    <a:cubicBezTo>
                      <a:pt x="5025" y="476"/>
                      <a:pt x="4218" y="141"/>
                      <a:pt x="3377" y="141"/>
                    </a:cubicBezTo>
                    <a:cubicBezTo>
                      <a:pt x="2536" y="141"/>
                      <a:pt x="1729" y="476"/>
                      <a:pt x="1134" y="1071"/>
                    </a:cubicBezTo>
                    <a:cubicBezTo>
                      <a:pt x="540" y="1666"/>
                      <a:pt x="205" y="2473"/>
                      <a:pt x="205" y="3314"/>
                    </a:cubicBezTo>
                    <a:cubicBezTo>
                      <a:pt x="205" y="4155"/>
                      <a:pt x="540" y="4963"/>
                      <a:pt x="1134" y="5557"/>
                    </a:cubicBezTo>
                    <a:cubicBezTo>
                      <a:pt x="1729" y="6152"/>
                      <a:pt x="2536" y="6487"/>
                      <a:pt x="3377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77" name="Freeform: Shape 12876">
                <a:extLst>
                  <a:ext uri="{FF2B5EF4-FFF2-40B4-BE49-F238E27FC236}">
                    <a16:creationId xmlns:a16="http://schemas.microsoft.com/office/drawing/2014/main" id="{1A6704C5-BB19-9BE4-2098-28C4D6AFBA8E}"/>
                  </a:ext>
                </a:extLst>
              </p:cNvPr>
              <p:cNvSpPr/>
              <p:nvPr/>
            </p:nvSpPr>
            <p:spPr>
              <a:xfrm>
                <a:off x="9013937" y="5270260"/>
                <a:ext cx="6343" cy="6345"/>
              </a:xfrm>
              <a:custGeom>
                <a:avLst/>
                <a:gdLst>
                  <a:gd name="connsiteX0" fmla="*/ 3377 w 6343"/>
                  <a:gd name="connsiteY0" fmla="*/ 6487 h 6345"/>
                  <a:gd name="connsiteX1" fmla="*/ 5620 w 6343"/>
                  <a:gd name="connsiteY1" fmla="*/ 5557 h 6345"/>
                  <a:gd name="connsiteX2" fmla="*/ 6548 w 6343"/>
                  <a:gd name="connsiteY2" fmla="*/ 3314 h 6345"/>
                  <a:gd name="connsiteX3" fmla="*/ 5620 w 6343"/>
                  <a:gd name="connsiteY3" fmla="*/ 1070 h 6345"/>
                  <a:gd name="connsiteX4" fmla="*/ 3377 w 6343"/>
                  <a:gd name="connsiteY4" fmla="*/ 141 h 6345"/>
                  <a:gd name="connsiteX5" fmla="*/ 1134 w 6343"/>
                  <a:gd name="connsiteY5" fmla="*/ 1070 h 6345"/>
                  <a:gd name="connsiteX6" fmla="*/ 205 w 6343"/>
                  <a:gd name="connsiteY6" fmla="*/ 3314 h 6345"/>
                  <a:gd name="connsiteX7" fmla="*/ 1134 w 6343"/>
                  <a:gd name="connsiteY7" fmla="*/ 5557 h 6345"/>
                  <a:gd name="connsiteX8" fmla="*/ 3377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7"/>
                    </a:moveTo>
                    <a:cubicBezTo>
                      <a:pt x="4218" y="6487"/>
                      <a:pt x="5025" y="6152"/>
                      <a:pt x="5620" y="5557"/>
                    </a:cubicBezTo>
                    <a:cubicBezTo>
                      <a:pt x="6214" y="4962"/>
                      <a:pt x="6548" y="4155"/>
                      <a:pt x="6548" y="3314"/>
                    </a:cubicBezTo>
                    <a:cubicBezTo>
                      <a:pt x="6548" y="2472"/>
                      <a:pt x="6214" y="1665"/>
                      <a:pt x="5620" y="1070"/>
                    </a:cubicBezTo>
                    <a:cubicBezTo>
                      <a:pt x="5025" y="475"/>
                      <a:pt x="4218" y="141"/>
                      <a:pt x="3377" y="141"/>
                    </a:cubicBezTo>
                    <a:cubicBezTo>
                      <a:pt x="2536" y="141"/>
                      <a:pt x="1729" y="475"/>
                      <a:pt x="1134" y="1070"/>
                    </a:cubicBezTo>
                    <a:cubicBezTo>
                      <a:pt x="540" y="1665"/>
                      <a:pt x="205" y="2472"/>
                      <a:pt x="205" y="3314"/>
                    </a:cubicBezTo>
                    <a:cubicBezTo>
                      <a:pt x="205" y="4155"/>
                      <a:pt x="540" y="4962"/>
                      <a:pt x="1134" y="5557"/>
                    </a:cubicBezTo>
                    <a:cubicBezTo>
                      <a:pt x="1729" y="6152"/>
                      <a:pt x="2536" y="6487"/>
                      <a:pt x="3377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78" name="Freeform: Shape 12877">
                <a:extLst>
                  <a:ext uri="{FF2B5EF4-FFF2-40B4-BE49-F238E27FC236}">
                    <a16:creationId xmlns:a16="http://schemas.microsoft.com/office/drawing/2014/main" id="{A0687537-2887-272F-7058-C979C50B4B7D}"/>
                  </a:ext>
                </a:extLst>
              </p:cNvPr>
              <p:cNvSpPr/>
              <p:nvPr/>
            </p:nvSpPr>
            <p:spPr>
              <a:xfrm>
                <a:off x="9012913" y="5267546"/>
                <a:ext cx="6343" cy="6345"/>
              </a:xfrm>
              <a:custGeom>
                <a:avLst/>
                <a:gdLst>
                  <a:gd name="connsiteX0" fmla="*/ 3377 w 6343"/>
                  <a:gd name="connsiteY0" fmla="*/ 6486 h 6345"/>
                  <a:gd name="connsiteX1" fmla="*/ 5619 w 6343"/>
                  <a:gd name="connsiteY1" fmla="*/ 5557 h 6345"/>
                  <a:gd name="connsiteX2" fmla="*/ 6548 w 6343"/>
                  <a:gd name="connsiteY2" fmla="*/ 3314 h 6345"/>
                  <a:gd name="connsiteX3" fmla="*/ 5619 w 6343"/>
                  <a:gd name="connsiteY3" fmla="*/ 1070 h 6345"/>
                  <a:gd name="connsiteX4" fmla="*/ 3377 w 6343"/>
                  <a:gd name="connsiteY4" fmla="*/ 141 h 6345"/>
                  <a:gd name="connsiteX5" fmla="*/ 1134 w 6343"/>
                  <a:gd name="connsiteY5" fmla="*/ 1070 h 6345"/>
                  <a:gd name="connsiteX6" fmla="*/ 205 w 6343"/>
                  <a:gd name="connsiteY6" fmla="*/ 3314 h 6345"/>
                  <a:gd name="connsiteX7" fmla="*/ 1134 w 6343"/>
                  <a:gd name="connsiteY7" fmla="*/ 5557 h 6345"/>
                  <a:gd name="connsiteX8" fmla="*/ 3377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6"/>
                    </a:moveTo>
                    <a:cubicBezTo>
                      <a:pt x="4218" y="6486"/>
                      <a:pt x="5025" y="6152"/>
                      <a:pt x="5619" y="5557"/>
                    </a:cubicBezTo>
                    <a:cubicBezTo>
                      <a:pt x="6214" y="4962"/>
                      <a:pt x="6548" y="4155"/>
                      <a:pt x="6548" y="3314"/>
                    </a:cubicBezTo>
                    <a:cubicBezTo>
                      <a:pt x="6548" y="2472"/>
                      <a:pt x="6214" y="1665"/>
                      <a:pt x="5619" y="1070"/>
                    </a:cubicBezTo>
                    <a:cubicBezTo>
                      <a:pt x="5025" y="475"/>
                      <a:pt x="4218" y="141"/>
                      <a:pt x="3377" y="141"/>
                    </a:cubicBezTo>
                    <a:cubicBezTo>
                      <a:pt x="2536" y="141"/>
                      <a:pt x="1729" y="475"/>
                      <a:pt x="1134" y="1070"/>
                    </a:cubicBezTo>
                    <a:cubicBezTo>
                      <a:pt x="539" y="1665"/>
                      <a:pt x="205" y="2472"/>
                      <a:pt x="205" y="3314"/>
                    </a:cubicBezTo>
                    <a:cubicBezTo>
                      <a:pt x="205" y="4155"/>
                      <a:pt x="539" y="4962"/>
                      <a:pt x="1134" y="5557"/>
                    </a:cubicBezTo>
                    <a:cubicBezTo>
                      <a:pt x="1729" y="6152"/>
                      <a:pt x="2536" y="6486"/>
                      <a:pt x="3377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79" name="Freeform: Shape 12878">
                <a:extLst>
                  <a:ext uri="{FF2B5EF4-FFF2-40B4-BE49-F238E27FC236}">
                    <a16:creationId xmlns:a16="http://schemas.microsoft.com/office/drawing/2014/main" id="{DCBDF254-3324-4A65-E733-D3DC0956CD60}"/>
                  </a:ext>
                </a:extLst>
              </p:cNvPr>
              <p:cNvSpPr/>
              <p:nvPr/>
            </p:nvSpPr>
            <p:spPr>
              <a:xfrm>
                <a:off x="9053963" y="5260432"/>
                <a:ext cx="6343" cy="6345"/>
              </a:xfrm>
              <a:custGeom>
                <a:avLst/>
                <a:gdLst>
                  <a:gd name="connsiteX0" fmla="*/ 3380 w 6343"/>
                  <a:gd name="connsiteY0" fmla="*/ 6486 h 6345"/>
                  <a:gd name="connsiteX1" fmla="*/ 5623 w 6343"/>
                  <a:gd name="connsiteY1" fmla="*/ 5556 h 6345"/>
                  <a:gd name="connsiteX2" fmla="*/ 6552 w 6343"/>
                  <a:gd name="connsiteY2" fmla="*/ 3313 h 6345"/>
                  <a:gd name="connsiteX3" fmla="*/ 5623 w 6343"/>
                  <a:gd name="connsiteY3" fmla="*/ 1070 h 6345"/>
                  <a:gd name="connsiteX4" fmla="*/ 3380 w 6343"/>
                  <a:gd name="connsiteY4" fmla="*/ 140 h 6345"/>
                  <a:gd name="connsiteX5" fmla="*/ 1137 w 6343"/>
                  <a:gd name="connsiteY5" fmla="*/ 1070 h 6345"/>
                  <a:gd name="connsiteX6" fmla="*/ 208 w 6343"/>
                  <a:gd name="connsiteY6" fmla="*/ 3313 h 6345"/>
                  <a:gd name="connsiteX7" fmla="*/ 1137 w 6343"/>
                  <a:gd name="connsiteY7" fmla="*/ 5556 h 6345"/>
                  <a:gd name="connsiteX8" fmla="*/ 3380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86"/>
                    </a:moveTo>
                    <a:cubicBezTo>
                      <a:pt x="4221" y="6486"/>
                      <a:pt x="5028" y="6151"/>
                      <a:pt x="5623" y="5556"/>
                    </a:cubicBezTo>
                    <a:cubicBezTo>
                      <a:pt x="6217" y="4962"/>
                      <a:pt x="6552" y="4154"/>
                      <a:pt x="6552" y="3313"/>
                    </a:cubicBezTo>
                    <a:cubicBezTo>
                      <a:pt x="6552" y="2472"/>
                      <a:pt x="6217" y="1665"/>
                      <a:pt x="5623" y="1070"/>
                    </a:cubicBezTo>
                    <a:cubicBezTo>
                      <a:pt x="5028" y="475"/>
                      <a:pt x="4221" y="140"/>
                      <a:pt x="3380" y="140"/>
                    </a:cubicBezTo>
                    <a:cubicBezTo>
                      <a:pt x="2539" y="140"/>
                      <a:pt x="1732" y="475"/>
                      <a:pt x="1137" y="1070"/>
                    </a:cubicBezTo>
                    <a:cubicBezTo>
                      <a:pt x="543" y="1665"/>
                      <a:pt x="208" y="2472"/>
                      <a:pt x="208" y="3313"/>
                    </a:cubicBezTo>
                    <a:cubicBezTo>
                      <a:pt x="208" y="4154"/>
                      <a:pt x="543" y="4962"/>
                      <a:pt x="1137" y="5556"/>
                    </a:cubicBezTo>
                    <a:cubicBezTo>
                      <a:pt x="1732" y="6151"/>
                      <a:pt x="2539" y="6486"/>
                      <a:pt x="3380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80" name="Freeform: Shape 12879">
                <a:extLst>
                  <a:ext uri="{FF2B5EF4-FFF2-40B4-BE49-F238E27FC236}">
                    <a16:creationId xmlns:a16="http://schemas.microsoft.com/office/drawing/2014/main" id="{615D90F4-4723-4C6D-9EA5-4E9CC8802A1E}"/>
                  </a:ext>
                </a:extLst>
              </p:cNvPr>
              <p:cNvSpPr/>
              <p:nvPr/>
            </p:nvSpPr>
            <p:spPr>
              <a:xfrm>
                <a:off x="9054794" y="5258093"/>
                <a:ext cx="6343" cy="6345"/>
              </a:xfrm>
              <a:custGeom>
                <a:avLst/>
                <a:gdLst>
                  <a:gd name="connsiteX0" fmla="*/ 3380 w 6343"/>
                  <a:gd name="connsiteY0" fmla="*/ 6486 h 6345"/>
                  <a:gd name="connsiteX1" fmla="*/ 5623 w 6343"/>
                  <a:gd name="connsiteY1" fmla="*/ 5556 h 6345"/>
                  <a:gd name="connsiteX2" fmla="*/ 6552 w 6343"/>
                  <a:gd name="connsiteY2" fmla="*/ 3313 h 6345"/>
                  <a:gd name="connsiteX3" fmla="*/ 5623 w 6343"/>
                  <a:gd name="connsiteY3" fmla="*/ 1069 h 6345"/>
                  <a:gd name="connsiteX4" fmla="*/ 3380 w 6343"/>
                  <a:gd name="connsiteY4" fmla="*/ 140 h 6345"/>
                  <a:gd name="connsiteX5" fmla="*/ 1137 w 6343"/>
                  <a:gd name="connsiteY5" fmla="*/ 1069 h 6345"/>
                  <a:gd name="connsiteX6" fmla="*/ 209 w 6343"/>
                  <a:gd name="connsiteY6" fmla="*/ 3313 h 6345"/>
                  <a:gd name="connsiteX7" fmla="*/ 1137 w 6343"/>
                  <a:gd name="connsiteY7" fmla="*/ 5556 h 6345"/>
                  <a:gd name="connsiteX8" fmla="*/ 3380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86"/>
                    </a:moveTo>
                    <a:cubicBezTo>
                      <a:pt x="4221" y="6486"/>
                      <a:pt x="5028" y="6151"/>
                      <a:pt x="5623" y="5556"/>
                    </a:cubicBezTo>
                    <a:cubicBezTo>
                      <a:pt x="6217" y="4961"/>
                      <a:pt x="6552" y="4154"/>
                      <a:pt x="6552" y="3313"/>
                    </a:cubicBezTo>
                    <a:cubicBezTo>
                      <a:pt x="6552" y="2471"/>
                      <a:pt x="6217" y="1664"/>
                      <a:pt x="5623" y="1069"/>
                    </a:cubicBezTo>
                    <a:cubicBezTo>
                      <a:pt x="5028" y="474"/>
                      <a:pt x="4221" y="140"/>
                      <a:pt x="3380" y="140"/>
                    </a:cubicBezTo>
                    <a:cubicBezTo>
                      <a:pt x="2539" y="140"/>
                      <a:pt x="1732" y="474"/>
                      <a:pt x="1137" y="1069"/>
                    </a:cubicBezTo>
                    <a:cubicBezTo>
                      <a:pt x="543" y="1664"/>
                      <a:pt x="209" y="2471"/>
                      <a:pt x="209" y="3313"/>
                    </a:cubicBezTo>
                    <a:cubicBezTo>
                      <a:pt x="209" y="4154"/>
                      <a:pt x="543" y="4961"/>
                      <a:pt x="1137" y="5556"/>
                    </a:cubicBezTo>
                    <a:cubicBezTo>
                      <a:pt x="1732" y="6151"/>
                      <a:pt x="2539" y="6486"/>
                      <a:pt x="3380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81" name="Freeform: Shape 12880">
                <a:extLst>
                  <a:ext uri="{FF2B5EF4-FFF2-40B4-BE49-F238E27FC236}">
                    <a16:creationId xmlns:a16="http://schemas.microsoft.com/office/drawing/2014/main" id="{DDB3C980-EBF0-6C90-2BB7-DBFBD3D841BD}"/>
                  </a:ext>
                </a:extLst>
              </p:cNvPr>
              <p:cNvSpPr/>
              <p:nvPr/>
            </p:nvSpPr>
            <p:spPr>
              <a:xfrm>
                <a:off x="9056196" y="5255818"/>
                <a:ext cx="6343" cy="6345"/>
              </a:xfrm>
              <a:custGeom>
                <a:avLst/>
                <a:gdLst>
                  <a:gd name="connsiteX0" fmla="*/ 3380 w 6343"/>
                  <a:gd name="connsiteY0" fmla="*/ 6485 h 6345"/>
                  <a:gd name="connsiteX1" fmla="*/ 5623 w 6343"/>
                  <a:gd name="connsiteY1" fmla="*/ 5556 h 6345"/>
                  <a:gd name="connsiteX2" fmla="*/ 6552 w 6343"/>
                  <a:gd name="connsiteY2" fmla="*/ 3313 h 6345"/>
                  <a:gd name="connsiteX3" fmla="*/ 5623 w 6343"/>
                  <a:gd name="connsiteY3" fmla="*/ 1069 h 6345"/>
                  <a:gd name="connsiteX4" fmla="*/ 3380 w 6343"/>
                  <a:gd name="connsiteY4" fmla="*/ 140 h 6345"/>
                  <a:gd name="connsiteX5" fmla="*/ 1138 w 6343"/>
                  <a:gd name="connsiteY5" fmla="*/ 1069 h 6345"/>
                  <a:gd name="connsiteX6" fmla="*/ 209 w 6343"/>
                  <a:gd name="connsiteY6" fmla="*/ 3313 h 6345"/>
                  <a:gd name="connsiteX7" fmla="*/ 1138 w 6343"/>
                  <a:gd name="connsiteY7" fmla="*/ 5556 h 6345"/>
                  <a:gd name="connsiteX8" fmla="*/ 3380 w 6343"/>
                  <a:gd name="connsiteY8" fmla="*/ 64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85"/>
                    </a:moveTo>
                    <a:cubicBezTo>
                      <a:pt x="4221" y="6485"/>
                      <a:pt x="5028" y="6151"/>
                      <a:pt x="5623" y="5556"/>
                    </a:cubicBezTo>
                    <a:cubicBezTo>
                      <a:pt x="6218" y="4961"/>
                      <a:pt x="6552" y="4154"/>
                      <a:pt x="6552" y="3313"/>
                    </a:cubicBezTo>
                    <a:cubicBezTo>
                      <a:pt x="6552" y="2471"/>
                      <a:pt x="6218" y="1664"/>
                      <a:pt x="5623" y="1069"/>
                    </a:cubicBezTo>
                    <a:cubicBezTo>
                      <a:pt x="5028" y="474"/>
                      <a:pt x="4221" y="140"/>
                      <a:pt x="3380" y="140"/>
                    </a:cubicBezTo>
                    <a:cubicBezTo>
                      <a:pt x="2539" y="140"/>
                      <a:pt x="1732" y="474"/>
                      <a:pt x="1138" y="1069"/>
                    </a:cubicBezTo>
                    <a:cubicBezTo>
                      <a:pt x="543" y="1664"/>
                      <a:pt x="209" y="2471"/>
                      <a:pt x="209" y="3313"/>
                    </a:cubicBezTo>
                    <a:cubicBezTo>
                      <a:pt x="209" y="4154"/>
                      <a:pt x="543" y="4961"/>
                      <a:pt x="1138" y="5556"/>
                    </a:cubicBezTo>
                    <a:cubicBezTo>
                      <a:pt x="1732" y="6151"/>
                      <a:pt x="2539" y="6485"/>
                      <a:pt x="3380" y="6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82" name="Freeform: Shape 12881">
                <a:extLst>
                  <a:ext uri="{FF2B5EF4-FFF2-40B4-BE49-F238E27FC236}">
                    <a16:creationId xmlns:a16="http://schemas.microsoft.com/office/drawing/2014/main" id="{2ABE17D8-C258-5455-F0CC-F1D60F15CBBB}"/>
                  </a:ext>
                </a:extLst>
              </p:cNvPr>
              <p:cNvSpPr/>
              <p:nvPr/>
            </p:nvSpPr>
            <p:spPr>
              <a:xfrm>
                <a:off x="8846704" y="5163648"/>
                <a:ext cx="6343" cy="6345"/>
              </a:xfrm>
              <a:custGeom>
                <a:avLst/>
                <a:gdLst>
                  <a:gd name="connsiteX0" fmla="*/ 3364 w 6343"/>
                  <a:gd name="connsiteY0" fmla="*/ 6478 h 6345"/>
                  <a:gd name="connsiteX1" fmla="*/ 5606 w 6343"/>
                  <a:gd name="connsiteY1" fmla="*/ 5549 h 6345"/>
                  <a:gd name="connsiteX2" fmla="*/ 6535 w 6343"/>
                  <a:gd name="connsiteY2" fmla="*/ 3305 h 6345"/>
                  <a:gd name="connsiteX3" fmla="*/ 5606 w 6343"/>
                  <a:gd name="connsiteY3" fmla="*/ 1062 h 6345"/>
                  <a:gd name="connsiteX4" fmla="*/ 3364 w 6343"/>
                  <a:gd name="connsiteY4" fmla="*/ 133 h 6345"/>
                  <a:gd name="connsiteX5" fmla="*/ 1121 w 6343"/>
                  <a:gd name="connsiteY5" fmla="*/ 1062 h 6345"/>
                  <a:gd name="connsiteX6" fmla="*/ 192 w 6343"/>
                  <a:gd name="connsiteY6" fmla="*/ 3305 h 6345"/>
                  <a:gd name="connsiteX7" fmla="*/ 1121 w 6343"/>
                  <a:gd name="connsiteY7" fmla="*/ 5549 h 6345"/>
                  <a:gd name="connsiteX8" fmla="*/ 336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4" y="6478"/>
                    </a:moveTo>
                    <a:cubicBezTo>
                      <a:pt x="4205" y="6478"/>
                      <a:pt x="5012" y="6144"/>
                      <a:pt x="5606" y="5549"/>
                    </a:cubicBezTo>
                    <a:cubicBezTo>
                      <a:pt x="6201" y="4954"/>
                      <a:pt x="6535" y="4147"/>
                      <a:pt x="6535" y="3305"/>
                    </a:cubicBezTo>
                    <a:cubicBezTo>
                      <a:pt x="6535" y="2464"/>
                      <a:pt x="6201" y="1657"/>
                      <a:pt x="5606" y="1062"/>
                    </a:cubicBezTo>
                    <a:cubicBezTo>
                      <a:pt x="5012" y="467"/>
                      <a:pt x="4205" y="133"/>
                      <a:pt x="3364" y="133"/>
                    </a:cubicBezTo>
                    <a:cubicBezTo>
                      <a:pt x="2523" y="133"/>
                      <a:pt x="1716" y="467"/>
                      <a:pt x="1121" y="1062"/>
                    </a:cubicBezTo>
                    <a:cubicBezTo>
                      <a:pt x="526" y="1657"/>
                      <a:pt x="192" y="2464"/>
                      <a:pt x="192" y="3305"/>
                    </a:cubicBezTo>
                    <a:cubicBezTo>
                      <a:pt x="192" y="4147"/>
                      <a:pt x="526" y="4954"/>
                      <a:pt x="1121" y="5549"/>
                    </a:cubicBezTo>
                    <a:cubicBezTo>
                      <a:pt x="1716" y="6144"/>
                      <a:pt x="2523" y="6478"/>
                      <a:pt x="336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83" name="Freeform: Shape 12882">
                <a:extLst>
                  <a:ext uri="{FF2B5EF4-FFF2-40B4-BE49-F238E27FC236}">
                    <a16:creationId xmlns:a16="http://schemas.microsoft.com/office/drawing/2014/main" id="{64CDE00F-A6EB-B4EA-EFC9-9A303D13951F}"/>
                  </a:ext>
                </a:extLst>
              </p:cNvPr>
              <p:cNvSpPr/>
              <p:nvPr/>
            </p:nvSpPr>
            <p:spPr>
              <a:xfrm>
                <a:off x="8866356" y="5164215"/>
                <a:ext cx="6343" cy="6345"/>
              </a:xfrm>
              <a:custGeom>
                <a:avLst/>
                <a:gdLst>
                  <a:gd name="connsiteX0" fmla="*/ 3365 w 6343"/>
                  <a:gd name="connsiteY0" fmla="*/ 6478 h 6345"/>
                  <a:gd name="connsiteX1" fmla="*/ 5608 w 6343"/>
                  <a:gd name="connsiteY1" fmla="*/ 5549 h 6345"/>
                  <a:gd name="connsiteX2" fmla="*/ 6537 w 6343"/>
                  <a:gd name="connsiteY2" fmla="*/ 3305 h 6345"/>
                  <a:gd name="connsiteX3" fmla="*/ 5608 w 6343"/>
                  <a:gd name="connsiteY3" fmla="*/ 1062 h 6345"/>
                  <a:gd name="connsiteX4" fmla="*/ 3365 w 6343"/>
                  <a:gd name="connsiteY4" fmla="*/ 133 h 6345"/>
                  <a:gd name="connsiteX5" fmla="*/ 1123 w 6343"/>
                  <a:gd name="connsiteY5" fmla="*/ 1062 h 6345"/>
                  <a:gd name="connsiteX6" fmla="*/ 194 w 6343"/>
                  <a:gd name="connsiteY6" fmla="*/ 3305 h 6345"/>
                  <a:gd name="connsiteX7" fmla="*/ 1123 w 6343"/>
                  <a:gd name="connsiteY7" fmla="*/ 5549 h 6345"/>
                  <a:gd name="connsiteX8" fmla="*/ 336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5" y="6478"/>
                    </a:moveTo>
                    <a:cubicBezTo>
                      <a:pt x="4206" y="6478"/>
                      <a:pt x="5013" y="6144"/>
                      <a:pt x="5608" y="5549"/>
                    </a:cubicBezTo>
                    <a:cubicBezTo>
                      <a:pt x="6203" y="4954"/>
                      <a:pt x="6537" y="4147"/>
                      <a:pt x="6537" y="3305"/>
                    </a:cubicBezTo>
                    <a:cubicBezTo>
                      <a:pt x="6537" y="2464"/>
                      <a:pt x="6203" y="1657"/>
                      <a:pt x="5608" y="1062"/>
                    </a:cubicBezTo>
                    <a:cubicBezTo>
                      <a:pt x="5013" y="467"/>
                      <a:pt x="4206" y="133"/>
                      <a:pt x="3365" y="133"/>
                    </a:cubicBezTo>
                    <a:cubicBezTo>
                      <a:pt x="2524" y="133"/>
                      <a:pt x="1717" y="467"/>
                      <a:pt x="1123" y="1062"/>
                    </a:cubicBezTo>
                    <a:cubicBezTo>
                      <a:pt x="528" y="1657"/>
                      <a:pt x="194" y="2464"/>
                      <a:pt x="194" y="3305"/>
                    </a:cubicBezTo>
                    <a:cubicBezTo>
                      <a:pt x="194" y="4147"/>
                      <a:pt x="528" y="4954"/>
                      <a:pt x="1123" y="5549"/>
                    </a:cubicBezTo>
                    <a:cubicBezTo>
                      <a:pt x="1717" y="6144"/>
                      <a:pt x="2524" y="6478"/>
                      <a:pt x="336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84" name="Freeform: Shape 12883">
                <a:extLst>
                  <a:ext uri="{FF2B5EF4-FFF2-40B4-BE49-F238E27FC236}">
                    <a16:creationId xmlns:a16="http://schemas.microsoft.com/office/drawing/2014/main" id="{421A0609-CC7F-A532-AF79-A49205E71F35}"/>
                  </a:ext>
                </a:extLst>
              </p:cNvPr>
              <p:cNvSpPr/>
              <p:nvPr/>
            </p:nvSpPr>
            <p:spPr>
              <a:xfrm>
                <a:off x="8885795" y="5164976"/>
                <a:ext cx="6343" cy="6345"/>
              </a:xfrm>
              <a:custGeom>
                <a:avLst/>
                <a:gdLst>
                  <a:gd name="connsiteX0" fmla="*/ 3367 w 6343"/>
                  <a:gd name="connsiteY0" fmla="*/ 6478 h 6345"/>
                  <a:gd name="connsiteX1" fmla="*/ 5609 w 6343"/>
                  <a:gd name="connsiteY1" fmla="*/ 5549 h 6345"/>
                  <a:gd name="connsiteX2" fmla="*/ 6538 w 6343"/>
                  <a:gd name="connsiteY2" fmla="*/ 3306 h 6345"/>
                  <a:gd name="connsiteX3" fmla="*/ 5609 w 6343"/>
                  <a:gd name="connsiteY3" fmla="*/ 1062 h 6345"/>
                  <a:gd name="connsiteX4" fmla="*/ 3367 w 6343"/>
                  <a:gd name="connsiteY4" fmla="*/ 133 h 6345"/>
                  <a:gd name="connsiteX5" fmla="*/ 1124 w 6343"/>
                  <a:gd name="connsiteY5" fmla="*/ 1062 h 6345"/>
                  <a:gd name="connsiteX6" fmla="*/ 195 w 6343"/>
                  <a:gd name="connsiteY6" fmla="*/ 3306 h 6345"/>
                  <a:gd name="connsiteX7" fmla="*/ 1124 w 6343"/>
                  <a:gd name="connsiteY7" fmla="*/ 5549 h 6345"/>
                  <a:gd name="connsiteX8" fmla="*/ 336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7" y="6478"/>
                    </a:moveTo>
                    <a:cubicBezTo>
                      <a:pt x="4208" y="6478"/>
                      <a:pt x="5015" y="6144"/>
                      <a:pt x="5609" y="5549"/>
                    </a:cubicBezTo>
                    <a:cubicBezTo>
                      <a:pt x="6204" y="4954"/>
                      <a:pt x="6538" y="4147"/>
                      <a:pt x="6538" y="3306"/>
                    </a:cubicBezTo>
                    <a:cubicBezTo>
                      <a:pt x="6538" y="2464"/>
                      <a:pt x="6204" y="1657"/>
                      <a:pt x="5609" y="1062"/>
                    </a:cubicBezTo>
                    <a:cubicBezTo>
                      <a:pt x="5015" y="467"/>
                      <a:pt x="4208" y="133"/>
                      <a:pt x="3367" y="133"/>
                    </a:cubicBezTo>
                    <a:cubicBezTo>
                      <a:pt x="2526" y="133"/>
                      <a:pt x="1719" y="467"/>
                      <a:pt x="1124" y="1062"/>
                    </a:cubicBezTo>
                    <a:cubicBezTo>
                      <a:pt x="529" y="1657"/>
                      <a:pt x="195" y="2464"/>
                      <a:pt x="195" y="3306"/>
                    </a:cubicBezTo>
                    <a:cubicBezTo>
                      <a:pt x="195" y="4147"/>
                      <a:pt x="529" y="4954"/>
                      <a:pt x="1124" y="5549"/>
                    </a:cubicBezTo>
                    <a:cubicBezTo>
                      <a:pt x="1719" y="6144"/>
                      <a:pt x="2526" y="6478"/>
                      <a:pt x="336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85" name="Freeform: Shape 12884">
                <a:extLst>
                  <a:ext uri="{FF2B5EF4-FFF2-40B4-BE49-F238E27FC236}">
                    <a16:creationId xmlns:a16="http://schemas.microsoft.com/office/drawing/2014/main" id="{06BA71BB-640E-20C3-1332-651DD4439B45}"/>
                  </a:ext>
                </a:extLst>
              </p:cNvPr>
              <p:cNvSpPr/>
              <p:nvPr/>
            </p:nvSpPr>
            <p:spPr>
              <a:xfrm>
                <a:off x="8902907" y="5165425"/>
                <a:ext cx="6343" cy="6345"/>
              </a:xfrm>
              <a:custGeom>
                <a:avLst/>
                <a:gdLst>
                  <a:gd name="connsiteX0" fmla="*/ 3368 w 6343"/>
                  <a:gd name="connsiteY0" fmla="*/ 6478 h 6345"/>
                  <a:gd name="connsiteX1" fmla="*/ 5611 w 6343"/>
                  <a:gd name="connsiteY1" fmla="*/ 5549 h 6345"/>
                  <a:gd name="connsiteX2" fmla="*/ 6540 w 6343"/>
                  <a:gd name="connsiteY2" fmla="*/ 3306 h 6345"/>
                  <a:gd name="connsiteX3" fmla="*/ 5611 w 6343"/>
                  <a:gd name="connsiteY3" fmla="*/ 1062 h 6345"/>
                  <a:gd name="connsiteX4" fmla="*/ 3368 w 6343"/>
                  <a:gd name="connsiteY4" fmla="*/ 133 h 6345"/>
                  <a:gd name="connsiteX5" fmla="*/ 1126 w 6343"/>
                  <a:gd name="connsiteY5" fmla="*/ 1062 h 6345"/>
                  <a:gd name="connsiteX6" fmla="*/ 197 w 6343"/>
                  <a:gd name="connsiteY6" fmla="*/ 3306 h 6345"/>
                  <a:gd name="connsiteX7" fmla="*/ 1126 w 6343"/>
                  <a:gd name="connsiteY7" fmla="*/ 5549 h 6345"/>
                  <a:gd name="connsiteX8" fmla="*/ 336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8" y="6478"/>
                    </a:moveTo>
                    <a:cubicBezTo>
                      <a:pt x="4209" y="6478"/>
                      <a:pt x="5016" y="6144"/>
                      <a:pt x="5611" y="5549"/>
                    </a:cubicBezTo>
                    <a:cubicBezTo>
                      <a:pt x="6206" y="4954"/>
                      <a:pt x="6540" y="4147"/>
                      <a:pt x="6540" y="3306"/>
                    </a:cubicBezTo>
                    <a:cubicBezTo>
                      <a:pt x="6540" y="2464"/>
                      <a:pt x="6206" y="1657"/>
                      <a:pt x="5611" y="1062"/>
                    </a:cubicBezTo>
                    <a:cubicBezTo>
                      <a:pt x="5016" y="467"/>
                      <a:pt x="4209" y="133"/>
                      <a:pt x="3368" y="133"/>
                    </a:cubicBezTo>
                    <a:cubicBezTo>
                      <a:pt x="2527" y="133"/>
                      <a:pt x="1720" y="467"/>
                      <a:pt x="1126" y="1062"/>
                    </a:cubicBezTo>
                    <a:cubicBezTo>
                      <a:pt x="531" y="1657"/>
                      <a:pt x="197" y="2464"/>
                      <a:pt x="197" y="3306"/>
                    </a:cubicBezTo>
                    <a:cubicBezTo>
                      <a:pt x="197" y="4147"/>
                      <a:pt x="531" y="4954"/>
                      <a:pt x="1126" y="5549"/>
                    </a:cubicBezTo>
                    <a:cubicBezTo>
                      <a:pt x="1720" y="6144"/>
                      <a:pt x="2527" y="6478"/>
                      <a:pt x="336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86" name="Freeform: Shape 12885">
                <a:extLst>
                  <a:ext uri="{FF2B5EF4-FFF2-40B4-BE49-F238E27FC236}">
                    <a16:creationId xmlns:a16="http://schemas.microsoft.com/office/drawing/2014/main" id="{4F3968D1-3287-A4B9-DD7F-BDD1233FA26A}"/>
                  </a:ext>
                </a:extLst>
              </p:cNvPr>
              <p:cNvSpPr/>
              <p:nvPr/>
            </p:nvSpPr>
            <p:spPr>
              <a:xfrm>
                <a:off x="8915167" y="5164901"/>
                <a:ext cx="6343" cy="6345"/>
              </a:xfrm>
              <a:custGeom>
                <a:avLst/>
                <a:gdLst>
                  <a:gd name="connsiteX0" fmla="*/ 3369 w 6343"/>
                  <a:gd name="connsiteY0" fmla="*/ 6478 h 6345"/>
                  <a:gd name="connsiteX1" fmla="*/ 5612 w 6343"/>
                  <a:gd name="connsiteY1" fmla="*/ 5549 h 6345"/>
                  <a:gd name="connsiteX2" fmla="*/ 6541 w 6343"/>
                  <a:gd name="connsiteY2" fmla="*/ 3306 h 6345"/>
                  <a:gd name="connsiteX3" fmla="*/ 5612 w 6343"/>
                  <a:gd name="connsiteY3" fmla="*/ 1062 h 6345"/>
                  <a:gd name="connsiteX4" fmla="*/ 3369 w 6343"/>
                  <a:gd name="connsiteY4" fmla="*/ 133 h 6345"/>
                  <a:gd name="connsiteX5" fmla="*/ 1126 w 6343"/>
                  <a:gd name="connsiteY5" fmla="*/ 1062 h 6345"/>
                  <a:gd name="connsiteX6" fmla="*/ 198 w 6343"/>
                  <a:gd name="connsiteY6" fmla="*/ 3306 h 6345"/>
                  <a:gd name="connsiteX7" fmla="*/ 1126 w 6343"/>
                  <a:gd name="connsiteY7" fmla="*/ 5549 h 6345"/>
                  <a:gd name="connsiteX8" fmla="*/ 336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69" y="6478"/>
                    </a:moveTo>
                    <a:cubicBezTo>
                      <a:pt x="4210" y="6478"/>
                      <a:pt x="5017" y="6144"/>
                      <a:pt x="5612" y="5549"/>
                    </a:cubicBezTo>
                    <a:cubicBezTo>
                      <a:pt x="6206" y="4954"/>
                      <a:pt x="6541" y="4147"/>
                      <a:pt x="6541" y="3306"/>
                    </a:cubicBezTo>
                    <a:cubicBezTo>
                      <a:pt x="6541" y="2464"/>
                      <a:pt x="6206" y="1657"/>
                      <a:pt x="5612" y="1062"/>
                    </a:cubicBezTo>
                    <a:cubicBezTo>
                      <a:pt x="5017" y="467"/>
                      <a:pt x="4210" y="133"/>
                      <a:pt x="3369" y="133"/>
                    </a:cubicBezTo>
                    <a:cubicBezTo>
                      <a:pt x="2528" y="133"/>
                      <a:pt x="1721" y="467"/>
                      <a:pt x="1126" y="1062"/>
                    </a:cubicBezTo>
                    <a:cubicBezTo>
                      <a:pt x="532" y="1657"/>
                      <a:pt x="198" y="2464"/>
                      <a:pt x="198" y="3306"/>
                    </a:cubicBezTo>
                    <a:cubicBezTo>
                      <a:pt x="198" y="4147"/>
                      <a:pt x="532" y="4954"/>
                      <a:pt x="1126" y="5549"/>
                    </a:cubicBezTo>
                    <a:cubicBezTo>
                      <a:pt x="1721" y="6144"/>
                      <a:pt x="2528" y="6478"/>
                      <a:pt x="336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87" name="Freeform: Shape 12886">
                <a:extLst>
                  <a:ext uri="{FF2B5EF4-FFF2-40B4-BE49-F238E27FC236}">
                    <a16:creationId xmlns:a16="http://schemas.microsoft.com/office/drawing/2014/main" id="{BE799FA8-109C-82C6-77C1-ED815400443F}"/>
                  </a:ext>
                </a:extLst>
              </p:cNvPr>
              <p:cNvSpPr/>
              <p:nvPr/>
            </p:nvSpPr>
            <p:spPr>
              <a:xfrm>
                <a:off x="8934881" y="5166395"/>
                <a:ext cx="6343" cy="6345"/>
              </a:xfrm>
              <a:custGeom>
                <a:avLst/>
                <a:gdLst>
                  <a:gd name="connsiteX0" fmla="*/ 3371 w 6343"/>
                  <a:gd name="connsiteY0" fmla="*/ 6478 h 6345"/>
                  <a:gd name="connsiteX1" fmla="*/ 5613 w 6343"/>
                  <a:gd name="connsiteY1" fmla="*/ 5549 h 6345"/>
                  <a:gd name="connsiteX2" fmla="*/ 6542 w 6343"/>
                  <a:gd name="connsiteY2" fmla="*/ 3306 h 6345"/>
                  <a:gd name="connsiteX3" fmla="*/ 5613 w 6343"/>
                  <a:gd name="connsiteY3" fmla="*/ 1062 h 6345"/>
                  <a:gd name="connsiteX4" fmla="*/ 3371 w 6343"/>
                  <a:gd name="connsiteY4" fmla="*/ 133 h 6345"/>
                  <a:gd name="connsiteX5" fmla="*/ 1128 w 6343"/>
                  <a:gd name="connsiteY5" fmla="*/ 1062 h 6345"/>
                  <a:gd name="connsiteX6" fmla="*/ 199 w 6343"/>
                  <a:gd name="connsiteY6" fmla="*/ 3306 h 6345"/>
                  <a:gd name="connsiteX7" fmla="*/ 1128 w 6343"/>
                  <a:gd name="connsiteY7" fmla="*/ 5549 h 6345"/>
                  <a:gd name="connsiteX8" fmla="*/ 337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78"/>
                    </a:moveTo>
                    <a:cubicBezTo>
                      <a:pt x="4212" y="6478"/>
                      <a:pt x="5019" y="6144"/>
                      <a:pt x="5613" y="5549"/>
                    </a:cubicBezTo>
                    <a:cubicBezTo>
                      <a:pt x="6208" y="4954"/>
                      <a:pt x="6542" y="4147"/>
                      <a:pt x="6542" y="3306"/>
                    </a:cubicBezTo>
                    <a:cubicBezTo>
                      <a:pt x="6542" y="2464"/>
                      <a:pt x="6208" y="1657"/>
                      <a:pt x="5613" y="1062"/>
                    </a:cubicBezTo>
                    <a:cubicBezTo>
                      <a:pt x="5019" y="467"/>
                      <a:pt x="4212" y="133"/>
                      <a:pt x="3371" y="133"/>
                    </a:cubicBezTo>
                    <a:cubicBezTo>
                      <a:pt x="2530" y="133"/>
                      <a:pt x="1723" y="467"/>
                      <a:pt x="1128" y="1062"/>
                    </a:cubicBezTo>
                    <a:cubicBezTo>
                      <a:pt x="533" y="1657"/>
                      <a:pt x="199" y="2464"/>
                      <a:pt x="199" y="3306"/>
                    </a:cubicBezTo>
                    <a:cubicBezTo>
                      <a:pt x="199" y="4147"/>
                      <a:pt x="533" y="4954"/>
                      <a:pt x="1128" y="5549"/>
                    </a:cubicBezTo>
                    <a:cubicBezTo>
                      <a:pt x="1723" y="6144"/>
                      <a:pt x="2530" y="6478"/>
                      <a:pt x="337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88" name="Freeform: Shape 12887">
                <a:extLst>
                  <a:ext uri="{FF2B5EF4-FFF2-40B4-BE49-F238E27FC236}">
                    <a16:creationId xmlns:a16="http://schemas.microsoft.com/office/drawing/2014/main" id="{A2635366-6615-D5E1-005A-3D3A912B1B0D}"/>
                  </a:ext>
                </a:extLst>
              </p:cNvPr>
              <p:cNvSpPr/>
              <p:nvPr/>
            </p:nvSpPr>
            <p:spPr>
              <a:xfrm>
                <a:off x="8948662" y="5166610"/>
                <a:ext cx="6343" cy="6345"/>
              </a:xfrm>
              <a:custGeom>
                <a:avLst/>
                <a:gdLst>
                  <a:gd name="connsiteX0" fmla="*/ 3372 w 6343"/>
                  <a:gd name="connsiteY0" fmla="*/ 6478 h 6345"/>
                  <a:gd name="connsiteX1" fmla="*/ 5614 w 6343"/>
                  <a:gd name="connsiteY1" fmla="*/ 5549 h 6345"/>
                  <a:gd name="connsiteX2" fmla="*/ 6543 w 6343"/>
                  <a:gd name="connsiteY2" fmla="*/ 3306 h 6345"/>
                  <a:gd name="connsiteX3" fmla="*/ 5614 w 6343"/>
                  <a:gd name="connsiteY3" fmla="*/ 1062 h 6345"/>
                  <a:gd name="connsiteX4" fmla="*/ 3372 w 6343"/>
                  <a:gd name="connsiteY4" fmla="*/ 133 h 6345"/>
                  <a:gd name="connsiteX5" fmla="*/ 1129 w 6343"/>
                  <a:gd name="connsiteY5" fmla="*/ 1062 h 6345"/>
                  <a:gd name="connsiteX6" fmla="*/ 200 w 6343"/>
                  <a:gd name="connsiteY6" fmla="*/ 3306 h 6345"/>
                  <a:gd name="connsiteX7" fmla="*/ 1129 w 6343"/>
                  <a:gd name="connsiteY7" fmla="*/ 5549 h 6345"/>
                  <a:gd name="connsiteX8" fmla="*/ 337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78"/>
                    </a:moveTo>
                    <a:cubicBezTo>
                      <a:pt x="4213" y="6478"/>
                      <a:pt x="5020" y="6144"/>
                      <a:pt x="5614" y="5549"/>
                    </a:cubicBezTo>
                    <a:cubicBezTo>
                      <a:pt x="6209" y="4954"/>
                      <a:pt x="6543" y="4147"/>
                      <a:pt x="6543" y="3306"/>
                    </a:cubicBezTo>
                    <a:cubicBezTo>
                      <a:pt x="6543" y="2464"/>
                      <a:pt x="6209" y="1657"/>
                      <a:pt x="5614" y="1062"/>
                    </a:cubicBezTo>
                    <a:cubicBezTo>
                      <a:pt x="5020" y="467"/>
                      <a:pt x="4213" y="133"/>
                      <a:pt x="3372" y="133"/>
                    </a:cubicBezTo>
                    <a:cubicBezTo>
                      <a:pt x="2531" y="133"/>
                      <a:pt x="1724" y="467"/>
                      <a:pt x="1129" y="1062"/>
                    </a:cubicBezTo>
                    <a:cubicBezTo>
                      <a:pt x="534" y="1657"/>
                      <a:pt x="200" y="2464"/>
                      <a:pt x="200" y="3306"/>
                    </a:cubicBezTo>
                    <a:cubicBezTo>
                      <a:pt x="200" y="4147"/>
                      <a:pt x="534" y="4954"/>
                      <a:pt x="1129" y="5549"/>
                    </a:cubicBezTo>
                    <a:cubicBezTo>
                      <a:pt x="1724" y="6144"/>
                      <a:pt x="2531" y="6478"/>
                      <a:pt x="337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89" name="Freeform: Shape 12888">
                <a:extLst>
                  <a:ext uri="{FF2B5EF4-FFF2-40B4-BE49-F238E27FC236}">
                    <a16:creationId xmlns:a16="http://schemas.microsoft.com/office/drawing/2014/main" id="{A354376B-6F78-05A8-D03A-B74017B86D83}"/>
                  </a:ext>
                </a:extLst>
              </p:cNvPr>
              <p:cNvSpPr/>
              <p:nvPr/>
            </p:nvSpPr>
            <p:spPr>
              <a:xfrm>
                <a:off x="8959719" y="5166276"/>
                <a:ext cx="6343" cy="6345"/>
              </a:xfrm>
              <a:custGeom>
                <a:avLst/>
                <a:gdLst>
                  <a:gd name="connsiteX0" fmla="*/ 3373 w 6343"/>
                  <a:gd name="connsiteY0" fmla="*/ 6478 h 6345"/>
                  <a:gd name="connsiteX1" fmla="*/ 5615 w 6343"/>
                  <a:gd name="connsiteY1" fmla="*/ 5549 h 6345"/>
                  <a:gd name="connsiteX2" fmla="*/ 6544 w 6343"/>
                  <a:gd name="connsiteY2" fmla="*/ 3306 h 6345"/>
                  <a:gd name="connsiteX3" fmla="*/ 5615 w 6343"/>
                  <a:gd name="connsiteY3" fmla="*/ 1062 h 6345"/>
                  <a:gd name="connsiteX4" fmla="*/ 3373 w 6343"/>
                  <a:gd name="connsiteY4" fmla="*/ 133 h 6345"/>
                  <a:gd name="connsiteX5" fmla="*/ 1130 w 6343"/>
                  <a:gd name="connsiteY5" fmla="*/ 1062 h 6345"/>
                  <a:gd name="connsiteX6" fmla="*/ 201 w 6343"/>
                  <a:gd name="connsiteY6" fmla="*/ 3306 h 6345"/>
                  <a:gd name="connsiteX7" fmla="*/ 1130 w 6343"/>
                  <a:gd name="connsiteY7" fmla="*/ 5549 h 6345"/>
                  <a:gd name="connsiteX8" fmla="*/ 337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78"/>
                    </a:moveTo>
                    <a:cubicBezTo>
                      <a:pt x="4214" y="6478"/>
                      <a:pt x="5020" y="6144"/>
                      <a:pt x="5615" y="5549"/>
                    </a:cubicBezTo>
                    <a:cubicBezTo>
                      <a:pt x="6210" y="4954"/>
                      <a:pt x="6544" y="4147"/>
                      <a:pt x="6544" y="3306"/>
                    </a:cubicBezTo>
                    <a:cubicBezTo>
                      <a:pt x="6544" y="2464"/>
                      <a:pt x="6210" y="1657"/>
                      <a:pt x="5615" y="1062"/>
                    </a:cubicBezTo>
                    <a:cubicBezTo>
                      <a:pt x="5020" y="467"/>
                      <a:pt x="4214" y="133"/>
                      <a:pt x="3373" y="133"/>
                    </a:cubicBezTo>
                    <a:cubicBezTo>
                      <a:pt x="2532" y="133"/>
                      <a:pt x="1725" y="467"/>
                      <a:pt x="1130" y="1062"/>
                    </a:cubicBezTo>
                    <a:cubicBezTo>
                      <a:pt x="535" y="1657"/>
                      <a:pt x="201" y="2464"/>
                      <a:pt x="201" y="3306"/>
                    </a:cubicBezTo>
                    <a:cubicBezTo>
                      <a:pt x="201" y="4147"/>
                      <a:pt x="535" y="4954"/>
                      <a:pt x="1130" y="5549"/>
                    </a:cubicBezTo>
                    <a:cubicBezTo>
                      <a:pt x="1725" y="6144"/>
                      <a:pt x="2532" y="6478"/>
                      <a:pt x="337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90" name="Freeform: Shape 12889">
                <a:extLst>
                  <a:ext uri="{FF2B5EF4-FFF2-40B4-BE49-F238E27FC236}">
                    <a16:creationId xmlns:a16="http://schemas.microsoft.com/office/drawing/2014/main" id="{CD286C9C-6505-8675-4A1F-F4BC4CECF281}"/>
                  </a:ext>
                </a:extLst>
              </p:cNvPr>
              <p:cNvSpPr/>
              <p:nvPr/>
            </p:nvSpPr>
            <p:spPr>
              <a:xfrm>
                <a:off x="8969803" y="5165815"/>
                <a:ext cx="6343" cy="6345"/>
              </a:xfrm>
              <a:custGeom>
                <a:avLst/>
                <a:gdLst>
                  <a:gd name="connsiteX0" fmla="*/ 3373 w 6343"/>
                  <a:gd name="connsiteY0" fmla="*/ 6478 h 6345"/>
                  <a:gd name="connsiteX1" fmla="*/ 5616 w 6343"/>
                  <a:gd name="connsiteY1" fmla="*/ 5549 h 6345"/>
                  <a:gd name="connsiteX2" fmla="*/ 6545 w 6343"/>
                  <a:gd name="connsiteY2" fmla="*/ 3306 h 6345"/>
                  <a:gd name="connsiteX3" fmla="*/ 5616 w 6343"/>
                  <a:gd name="connsiteY3" fmla="*/ 1062 h 6345"/>
                  <a:gd name="connsiteX4" fmla="*/ 3373 w 6343"/>
                  <a:gd name="connsiteY4" fmla="*/ 133 h 6345"/>
                  <a:gd name="connsiteX5" fmla="*/ 1131 w 6343"/>
                  <a:gd name="connsiteY5" fmla="*/ 1062 h 6345"/>
                  <a:gd name="connsiteX6" fmla="*/ 202 w 6343"/>
                  <a:gd name="connsiteY6" fmla="*/ 3306 h 6345"/>
                  <a:gd name="connsiteX7" fmla="*/ 1131 w 6343"/>
                  <a:gd name="connsiteY7" fmla="*/ 5549 h 6345"/>
                  <a:gd name="connsiteX8" fmla="*/ 337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78"/>
                    </a:moveTo>
                    <a:cubicBezTo>
                      <a:pt x="4215" y="6478"/>
                      <a:pt x="5021" y="6144"/>
                      <a:pt x="5616" y="5549"/>
                    </a:cubicBezTo>
                    <a:cubicBezTo>
                      <a:pt x="6211" y="4954"/>
                      <a:pt x="6545" y="4147"/>
                      <a:pt x="6545" y="3306"/>
                    </a:cubicBezTo>
                    <a:cubicBezTo>
                      <a:pt x="6545" y="2464"/>
                      <a:pt x="6211" y="1657"/>
                      <a:pt x="5616" y="1062"/>
                    </a:cubicBezTo>
                    <a:cubicBezTo>
                      <a:pt x="5021" y="467"/>
                      <a:pt x="4215" y="133"/>
                      <a:pt x="3373" y="133"/>
                    </a:cubicBezTo>
                    <a:cubicBezTo>
                      <a:pt x="2532" y="133"/>
                      <a:pt x="1726" y="467"/>
                      <a:pt x="1131" y="1062"/>
                    </a:cubicBezTo>
                    <a:cubicBezTo>
                      <a:pt x="536" y="1657"/>
                      <a:pt x="202" y="2464"/>
                      <a:pt x="202" y="3306"/>
                    </a:cubicBezTo>
                    <a:cubicBezTo>
                      <a:pt x="202" y="4147"/>
                      <a:pt x="536" y="4954"/>
                      <a:pt x="1131" y="5549"/>
                    </a:cubicBezTo>
                    <a:cubicBezTo>
                      <a:pt x="1726" y="6144"/>
                      <a:pt x="2532" y="6478"/>
                      <a:pt x="337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91" name="Freeform: Shape 12890">
                <a:extLst>
                  <a:ext uri="{FF2B5EF4-FFF2-40B4-BE49-F238E27FC236}">
                    <a16:creationId xmlns:a16="http://schemas.microsoft.com/office/drawing/2014/main" id="{12B4E82A-B911-C75A-5CB8-F7CC0FCE88DF}"/>
                  </a:ext>
                </a:extLst>
              </p:cNvPr>
              <p:cNvSpPr/>
              <p:nvPr/>
            </p:nvSpPr>
            <p:spPr>
              <a:xfrm>
                <a:off x="8983523" y="5166483"/>
                <a:ext cx="6343" cy="6345"/>
              </a:xfrm>
              <a:custGeom>
                <a:avLst/>
                <a:gdLst>
                  <a:gd name="connsiteX0" fmla="*/ 3374 w 6343"/>
                  <a:gd name="connsiteY0" fmla="*/ 6478 h 6345"/>
                  <a:gd name="connsiteX1" fmla="*/ 5617 w 6343"/>
                  <a:gd name="connsiteY1" fmla="*/ 5549 h 6345"/>
                  <a:gd name="connsiteX2" fmla="*/ 6546 w 6343"/>
                  <a:gd name="connsiteY2" fmla="*/ 3306 h 6345"/>
                  <a:gd name="connsiteX3" fmla="*/ 5617 w 6343"/>
                  <a:gd name="connsiteY3" fmla="*/ 1062 h 6345"/>
                  <a:gd name="connsiteX4" fmla="*/ 3374 w 6343"/>
                  <a:gd name="connsiteY4" fmla="*/ 133 h 6345"/>
                  <a:gd name="connsiteX5" fmla="*/ 1132 w 6343"/>
                  <a:gd name="connsiteY5" fmla="*/ 1062 h 6345"/>
                  <a:gd name="connsiteX6" fmla="*/ 203 w 6343"/>
                  <a:gd name="connsiteY6" fmla="*/ 3306 h 6345"/>
                  <a:gd name="connsiteX7" fmla="*/ 1132 w 6343"/>
                  <a:gd name="connsiteY7" fmla="*/ 5549 h 6345"/>
                  <a:gd name="connsiteX8" fmla="*/ 337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78"/>
                    </a:moveTo>
                    <a:cubicBezTo>
                      <a:pt x="4216" y="6478"/>
                      <a:pt x="5022" y="6144"/>
                      <a:pt x="5617" y="5549"/>
                    </a:cubicBezTo>
                    <a:cubicBezTo>
                      <a:pt x="6212" y="4954"/>
                      <a:pt x="6546" y="4147"/>
                      <a:pt x="6546" y="3306"/>
                    </a:cubicBezTo>
                    <a:cubicBezTo>
                      <a:pt x="6546" y="2464"/>
                      <a:pt x="6212" y="1657"/>
                      <a:pt x="5617" y="1062"/>
                    </a:cubicBezTo>
                    <a:cubicBezTo>
                      <a:pt x="5022" y="467"/>
                      <a:pt x="4216" y="133"/>
                      <a:pt x="3374" y="133"/>
                    </a:cubicBezTo>
                    <a:cubicBezTo>
                      <a:pt x="2533" y="133"/>
                      <a:pt x="1727" y="467"/>
                      <a:pt x="1132" y="1062"/>
                    </a:cubicBezTo>
                    <a:cubicBezTo>
                      <a:pt x="537" y="1657"/>
                      <a:pt x="203" y="2464"/>
                      <a:pt x="203" y="3306"/>
                    </a:cubicBezTo>
                    <a:cubicBezTo>
                      <a:pt x="203" y="4147"/>
                      <a:pt x="537" y="4954"/>
                      <a:pt x="1132" y="5549"/>
                    </a:cubicBezTo>
                    <a:cubicBezTo>
                      <a:pt x="1727" y="6144"/>
                      <a:pt x="2533" y="6478"/>
                      <a:pt x="337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92" name="Freeform: Shape 12891">
                <a:extLst>
                  <a:ext uri="{FF2B5EF4-FFF2-40B4-BE49-F238E27FC236}">
                    <a16:creationId xmlns:a16="http://schemas.microsoft.com/office/drawing/2014/main" id="{9DCD1899-1A65-DE48-0C1F-B0176F1F1AC8}"/>
                  </a:ext>
                </a:extLst>
              </p:cNvPr>
              <p:cNvSpPr/>
              <p:nvPr/>
            </p:nvSpPr>
            <p:spPr>
              <a:xfrm>
                <a:off x="8997038" y="5167263"/>
                <a:ext cx="6343" cy="6345"/>
              </a:xfrm>
              <a:custGeom>
                <a:avLst/>
                <a:gdLst>
                  <a:gd name="connsiteX0" fmla="*/ 3376 w 6343"/>
                  <a:gd name="connsiteY0" fmla="*/ 6478 h 6345"/>
                  <a:gd name="connsiteX1" fmla="*/ 5618 w 6343"/>
                  <a:gd name="connsiteY1" fmla="*/ 5549 h 6345"/>
                  <a:gd name="connsiteX2" fmla="*/ 6547 w 6343"/>
                  <a:gd name="connsiteY2" fmla="*/ 3306 h 6345"/>
                  <a:gd name="connsiteX3" fmla="*/ 5618 w 6343"/>
                  <a:gd name="connsiteY3" fmla="*/ 1062 h 6345"/>
                  <a:gd name="connsiteX4" fmla="*/ 3376 w 6343"/>
                  <a:gd name="connsiteY4" fmla="*/ 133 h 6345"/>
                  <a:gd name="connsiteX5" fmla="*/ 1133 w 6343"/>
                  <a:gd name="connsiteY5" fmla="*/ 1062 h 6345"/>
                  <a:gd name="connsiteX6" fmla="*/ 204 w 6343"/>
                  <a:gd name="connsiteY6" fmla="*/ 3306 h 6345"/>
                  <a:gd name="connsiteX7" fmla="*/ 1133 w 6343"/>
                  <a:gd name="connsiteY7" fmla="*/ 5549 h 6345"/>
                  <a:gd name="connsiteX8" fmla="*/ 337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78"/>
                    </a:moveTo>
                    <a:cubicBezTo>
                      <a:pt x="4217" y="6478"/>
                      <a:pt x="5023" y="6144"/>
                      <a:pt x="5618" y="5549"/>
                    </a:cubicBezTo>
                    <a:cubicBezTo>
                      <a:pt x="6213" y="4954"/>
                      <a:pt x="6547" y="4147"/>
                      <a:pt x="6547" y="3306"/>
                    </a:cubicBezTo>
                    <a:cubicBezTo>
                      <a:pt x="6547" y="2464"/>
                      <a:pt x="6213" y="1657"/>
                      <a:pt x="5618" y="1062"/>
                    </a:cubicBezTo>
                    <a:cubicBezTo>
                      <a:pt x="5023" y="467"/>
                      <a:pt x="4217" y="133"/>
                      <a:pt x="3376" y="133"/>
                    </a:cubicBezTo>
                    <a:cubicBezTo>
                      <a:pt x="2534" y="133"/>
                      <a:pt x="1728" y="467"/>
                      <a:pt x="1133" y="1062"/>
                    </a:cubicBezTo>
                    <a:cubicBezTo>
                      <a:pt x="538" y="1657"/>
                      <a:pt x="204" y="2464"/>
                      <a:pt x="204" y="3306"/>
                    </a:cubicBezTo>
                    <a:cubicBezTo>
                      <a:pt x="204" y="4147"/>
                      <a:pt x="538" y="4954"/>
                      <a:pt x="1133" y="5549"/>
                    </a:cubicBezTo>
                    <a:cubicBezTo>
                      <a:pt x="1728" y="6144"/>
                      <a:pt x="2534" y="6478"/>
                      <a:pt x="337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93" name="Freeform: Shape 12892">
                <a:extLst>
                  <a:ext uri="{FF2B5EF4-FFF2-40B4-BE49-F238E27FC236}">
                    <a16:creationId xmlns:a16="http://schemas.microsoft.com/office/drawing/2014/main" id="{EB7294DA-23B4-E393-880A-5CF60C65B2F1}"/>
                  </a:ext>
                </a:extLst>
              </p:cNvPr>
              <p:cNvSpPr/>
              <p:nvPr/>
            </p:nvSpPr>
            <p:spPr>
              <a:xfrm>
                <a:off x="9003966" y="5166302"/>
                <a:ext cx="6343" cy="6345"/>
              </a:xfrm>
              <a:custGeom>
                <a:avLst/>
                <a:gdLst>
                  <a:gd name="connsiteX0" fmla="*/ 3376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6 h 6345"/>
                  <a:gd name="connsiteX3" fmla="*/ 5619 w 6343"/>
                  <a:gd name="connsiteY3" fmla="*/ 1062 h 6345"/>
                  <a:gd name="connsiteX4" fmla="*/ 3376 w 6343"/>
                  <a:gd name="connsiteY4" fmla="*/ 133 h 6345"/>
                  <a:gd name="connsiteX5" fmla="*/ 1133 w 6343"/>
                  <a:gd name="connsiteY5" fmla="*/ 1062 h 6345"/>
                  <a:gd name="connsiteX6" fmla="*/ 205 w 6343"/>
                  <a:gd name="connsiteY6" fmla="*/ 3306 h 6345"/>
                  <a:gd name="connsiteX7" fmla="*/ 1133 w 6343"/>
                  <a:gd name="connsiteY7" fmla="*/ 5549 h 6345"/>
                  <a:gd name="connsiteX8" fmla="*/ 337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78"/>
                    </a:moveTo>
                    <a:cubicBezTo>
                      <a:pt x="4217" y="6478"/>
                      <a:pt x="5024" y="6144"/>
                      <a:pt x="5619" y="5549"/>
                    </a:cubicBezTo>
                    <a:cubicBezTo>
                      <a:pt x="6213" y="4954"/>
                      <a:pt x="6548" y="4147"/>
                      <a:pt x="6548" y="3306"/>
                    </a:cubicBezTo>
                    <a:cubicBezTo>
                      <a:pt x="6548" y="2464"/>
                      <a:pt x="6213" y="1657"/>
                      <a:pt x="5619" y="1062"/>
                    </a:cubicBezTo>
                    <a:cubicBezTo>
                      <a:pt x="5024" y="467"/>
                      <a:pt x="4217" y="133"/>
                      <a:pt x="3376" y="133"/>
                    </a:cubicBezTo>
                    <a:cubicBezTo>
                      <a:pt x="2535" y="133"/>
                      <a:pt x="1728" y="467"/>
                      <a:pt x="1133" y="1062"/>
                    </a:cubicBezTo>
                    <a:cubicBezTo>
                      <a:pt x="539" y="1657"/>
                      <a:pt x="205" y="2464"/>
                      <a:pt x="205" y="3306"/>
                    </a:cubicBezTo>
                    <a:cubicBezTo>
                      <a:pt x="205" y="4147"/>
                      <a:pt x="539" y="4954"/>
                      <a:pt x="1133" y="5549"/>
                    </a:cubicBezTo>
                    <a:cubicBezTo>
                      <a:pt x="1728" y="6144"/>
                      <a:pt x="2535" y="6478"/>
                      <a:pt x="337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94" name="Freeform: Shape 12893">
                <a:extLst>
                  <a:ext uri="{FF2B5EF4-FFF2-40B4-BE49-F238E27FC236}">
                    <a16:creationId xmlns:a16="http://schemas.microsoft.com/office/drawing/2014/main" id="{B613A6AF-C4E3-4E28-28F8-40BB38069BB6}"/>
                  </a:ext>
                </a:extLst>
              </p:cNvPr>
              <p:cNvSpPr/>
              <p:nvPr/>
            </p:nvSpPr>
            <p:spPr>
              <a:xfrm>
                <a:off x="9014281" y="5166428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9 h 6345"/>
                  <a:gd name="connsiteX2" fmla="*/ 6548 w 6343"/>
                  <a:gd name="connsiteY2" fmla="*/ 3306 h 6345"/>
                  <a:gd name="connsiteX3" fmla="*/ 5620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6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20" y="5549"/>
                    </a:cubicBezTo>
                    <a:cubicBezTo>
                      <a:pt x="6214" y="4954"/>
                      <a:pt x="6548" y="4147"/>
                      <a:pt x="6548" y="3306"/>
                    </a:cubicBezTo>
                    <a:cubicBezTo>
                      <a:pt x="6548" y="2464"/>
                      <a:pt x="6214" y="1657"/>
                      <a:pt x="5620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40" y="1657"/>
                      <a:pt x="205" y="2464"/>
                      <a:pt x="205" y="3306"/>
                    </a:cubicBezTo>
                    <a:cubicBezTo>
                      <a:pt x="205" y="4147"/>
                      <a:pt x="540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95" name="Freeform: Shape 12894">
                <a:extLst>
                  <a:ext uri="{FF2B5EF4-FFF2-40B4-BE49-F238E27FC236}">
                    <a16:creationId xmlns:a16="http://schemas.microsoft.com/office/drawing/2014/main" id="{AEB7A1FA-C87A-E9C8-098F-C55A93AEC3FB}"/>
                  </a:ext>
                </a:extLst>
              </p:cNvPr>
              <p:cNvSpPr/>
              <p:nvPr/>
            </p:nvSpPr>
            <p:spPr>
              <a:xfrm>
                <a:off x="9014240" y="5163538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9 h 6345"/>
                  <a:gd name="connsiteX2" fmla="*/ 6548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20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20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40" y="1657"/>
                      <a:pt x="205" y="2464"/>
                      <a:pt x="205" y="3305"/>
                    </a:cubicBezTo>
                    <a:cubicBezTo>
                      <a:pt x="205" y="4147"/>
                      <a:pt x="540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96" name="Freeform: Shape 12895">
                <a:extLst>
                  <a:ext uri="{FF2B5EF4-FFF2-40B4-BE49-F238E27FC236}">
                    <a16:creationId xmlns:a16="http://schemas.microsoft.com/office/drawing/2014/main" id="{77AA44FF-6F9B-5D73-13E7-1F2FFF526A01}"/>
                  </a:ext>
                </a:extLst>
              </p:cNvPr>
              <p:cNvSpPr/>
              <p:nvPr/>
            </p:nvSpPr>
            <p:spPr>
              <a:xfrm>
                <a:off x="9015997" y="5161194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9 h 6345"/>
                  <a:gd name="connsiteX2" fmla="*/ 6549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20" y="5549"/>
                    </a:cubicBezTo>
                    <a:cubicBezTo>
                      <a:pt x="6214" y="4954"/>
                      <a:pt x="6549" y="4147"/>
                      <a:pt x="6549" y="3305"/>
                    </a:cubicBezTo>
                    <a:cubicBezTo>
                      <a:pt x="6549" y="2464"/>
                      <a:pt x="6214" y="1657"/>
                      <a:pt x="5620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40" y="1657"/>
                      <a:pt x="205" y="2464"/>
                      <a:pt x="205" y="3305"/>
                    </a:cubicBezTo>
                    <a:cubicBezTo>
                      <a:pt x="205" y="4147"/>
                      <a:pt x="540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97" name="Freeform: Shape 12896">
                <a:extLst>
                  <a:ext uri="{FF2B5EF4-FFF2-40B4-BE49-F238E27FC236}">
                    <a16:creationId xmlns:a16="http://schemas.microsoft.com/office/drawing/2014/main" id="{A36C2FEC-815C-5404-FA5C-FCB4EB59F220}"/>
                  </a:ext>
                </a:extLst>
              </p:cNvPr>
              <p:cNvSpPr/>
              <p:nvPr/>
            </p:nvSpPr>
            <p:spPr>
              <a:xfrm>
                <a:off x="9024456" y="5160987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0 w 6343"/>
                  <a:gd name="connsiteY1" fmla="*/ 5549 h 6345"/>
                  <a:gd name="connsiteX2" fmla="*/ 6549 w 6343"/>
                  <a:gd name="connsiteY2" fmla="*/ 3305 h 6345"/>
                  <a:gd name="connsiteX3" fmla="*/ 5620 w 6343"/>
                  <a:gd name="connsiteY3" fmla="*/ 1062 h 6345"/>
                  <a:gd name="connsiteX4" fmla="*/ 3378 w 6343"/>
                  <a:gd name="connsiteY4" fmla="*/ 132 h 6345"/>
                  <a:gd name="connsiteX5" fmla="*/ 1135 w 6343"/>
                  <a:gd name="connsiteY5" fmla="*/ 1062 h 6345"/>
                  <a:gd name="connsiteX6" fmla="*/ 206 w 6343"/>
                  <a:gd name="connsiteY6" fmla="*/ 3305 h 6345"/>
                  <a:gd name="connsiteX7" fmla="*/ 1135 w 6343"/>
                  <a:gd name="connsiteY7" fmla="*/ 5549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19" y="6478"/>
                      <a:pt x="5026" y="6144"/>
                      <a:pt x="5620" y="5549"/>
                    </a:cubicBezTo>
                    <a:cubicBezTo>
                      <a:pt x="6215" y="4954"/>
                      <a:pt x="6549" y="4147"/>
                      <a:pt x="6549" y="3305"/>
                    </a:cubicBezTo>
                    <a:cubicBezTo>
                      <a:pt x="6549" y="2464"/>
                      <a:pt x="6215" y="1657"/>
                      <a:pt x="5620" y="1062"/>
                    </a:cubicBezTo>
                    <a:cubicBezTo>
                      <a:pt x="5026" y="467"/>
                      <a:pt x="4219" y="132"/>
                      <a:pt x="3378" y="132"/>
                    </a:cubicBezTo>
                    <a:cubicBezTo>
                      <a:pt x="2537" y="132"/>
                      <a:pt x="1730" y="467"/>
                      <a:pt x="1135" y="1062"/>
                    </a:cubicBezTo>
                    <a:cubicBezTo>
                      <a:pt x="540" y="1657"/>
                      <a:pt x="206" y="2464"/>
                      <a:pt x="206" y="3305"/>
                    </a:cubicBezTo>
                    <a:cubicBezTo>
                      <a:pt x="206" y="4147"/>
                      <a:pt x="540" y="4954"/>
                      <a:pt x="1135" y="5549"/>
                    </a:cubicBezTo>
                    <a:cubicBezTo>
                      <a:pt x="1730" y="6144"/>
                      <a:pt x="2537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98" name="Freeform: Shape 12897">
                <a:extLst>
                  <a:ext uri="{FF2B5EF4-FFF2-40B4-BE49-F238E27FC236}">
                    <a16:creationId xmlns:a16="http://schemas.microsoft.com/office/drawing/2014/main" id="{66E6886B-B02D-0F7F-7624-1028B6ED7348}"/>
                  </a:ext>
                </a:extLst>
              </p:cNvPr>
              <p:cNvSpPr/>
              <p:nvPr/>
            </p:nvSpPr>
            <p:spPr>
              <a:xfrm>
                <a:off x="9032900" y="5160879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1 w 6343"/>
                  <a:gd name="connsiteY1" fmla="*/ 5549 h 6345"/>
                  <a:gd name="connsiteX2" fmla="*/ 6550 w 6343"/>
                  <a:gd name="connsiteY2" fmla="*/ 3305 h 6345"/>
                  <a:gd name="connsiteX3" fmla="*/ 5621 w 6343"/>
                  <a:gd name="connsiteY3" fmla="*/ 1062 h 6345"/>
                  <a:gd name="connsiteX4" fmla="*/ 3378 w 6343"/>
                  <a:gd name="connsiteY4" fmla="*/ 132 h 6345"/>
                  <a:gd name="connsiteX5" fmla="*/ 1136 w 6343"/>
                  <a:gd name="connsiteY5" fmla="*/ 1062 h 6345"/>
                  <a:gd name="connsiteX6" fmla="*/ 207 w 6343"/>
                  <a:gd name="connsiteY6" fmla="*/ 3305 h 6345"/>
                  <a:gd name="connsiteX7" fmla="*/ 1136 w 6343"/>
                  <a:gd name="connsiteY7" fmla="*/ 5549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19" y="6478"/>
                      <a:pt x="5026" y="6144"/>
                      <a:pt x="5621" y="5549"/>
                    </a:cubicBezTo>
                    <a:cubicBezTo>
                      <a:pt x="6216" y="4954"/>
                      <a:pt x="6550" y="4147"/>
                      <a:pt x="6550" y="3305"/>
                    </a:cubicBezTo>
                    <a:cubicBezTo>
                      <a:pt x="6550" y="2464"/>
                      <a:pt x="6216" y="1657"/>
                      <a:pt x="5621" y="1062"/>
                    </a:cubicBezTo>
                    <a:cubicBezTo>
                      <a:pt x="5026" y="467"/>
                      <a:pt x="4219" y="132"/>
                      <a:pt x="3378" y="132"/>
                    </a:cubicBezTo>
                    <a:cubicBezTo>
                      <a:pt x="2537" y="132"/>
                      <a:pt x="1731" y="467"/>
                      <a:pt x="1136" y="1062"/>
                    </a:cubicBezTo>
                    <a:cubicBezTo>
                      <a:pt x="541" y="1657"/>
                      <a:pt x="207" y="2464"/>
                      <a:pt x="207" y="3305"/>
                    </a:cubicBezTo>
                    <a:cubicBezTo>
                      <a:pt x="207" y="4147"/>
                      <a:pt x="541" y="4954"/>
                      <a:pt x="1136" y="5549"/>
                    </a:cubicBezTo>
                    <a:cubicBezTo>
                      <a:pt x="1731" y="6144"/>
                      <a:pt x="2537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899" name="Freeform: Shape 12898">
                <a:extLst>
                  <a:ext uri="{FF2B5EF4-FFF2-40B4-BE49-F238E27FC236}">
                    <a16:creationId xmlns:a16="http://schemas.microsoft.com/office/drawing/2014/main" id="{A12DE94E-1F14-AC41-09B7-29746AEDBA1B}"/>
                  </a:ext>
                </a:extLst>
              </p:cNvPr>
              <p:cNvSpPr/>
              <p:nvPr/>
            </p:nvSpPr>
            <p:spPr>
              <a:xfrm>
                <a:off x="9042862" y="5161376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2 w 6343"/>
                  <a:gd name="connsiteY1" fmla="*/ 5549 h 6345"/>
                  <a:gd name="connsiteX2" fmla="*/ 6551 w 6343"/>
                  <a:gd name="connsiteY2" fmla="*/ 3305 h 6345"/>
                  <a:gd name="connsiteX3" fmla="*/ 5622 w 6343"/>
                  <a:gd name="connsiteY3" fmla="*/ 1062 h 6345"/>
                  <a:gd name="connsiteX4" fmla="*/ 3379 w 6343"/>
                  <a:gd name="connsiteY4" fmla="*/ 133 h 6345"/>
                  <a:gd name="connsiteX5" fmla="*/ 1137 w 6343"/>
                  <a:gd name="connsiteY5" fmla="*/ 1062 h 6345"/>
                  <a:gd name="connsiteX6" fmla="*/ 208 w 6343"/>
                  <a:gd name="connsiteY6" fmla="*/ 3305 h 6345"/>
                  <a:gd name="connsiteX7" fmla="*/ 1137 w 6343"/>
                  <a:gd name="connsiteY7" fmla="*/ 5549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0" y="6478"/>
                      <a:pt x="5027" y="6144"/>
                      <a:pt x="5622" y="5549"/>
                    </a:cubicBezTo>
                    <a:cubicBezTo>
                      <a:pt x="6217" y="4954"/>
                      <a:pt x="6551" y="4147"/>
                      <a:pt x="6551" y="3305"/>
                    </a:cubicBezTo>
                    <a:cubicBezTo>
                      <a:pt x="6551" y="2464"/>
                      <a:pt x="6217" y="1657"/>
                      <a:pt x="5622" y="1062"/>
                    </a:cubicBezTo>
                    <a:cubicBezTo>
                      <a:pt x="5027" y="467"/>
                      <a:pt x="4220" y="133"/>
                      <a:pt x="3379" y="133"/>
                    </a:cubicBezTo>
                    <a:cubicBezTo>
                      <a:pt x="2538" y="133"/>
                      <a:pt x="1731" y="467"/>
                      <a:pt x="1137" y="1062"/>
                    </a:cubicBezTo>
                    <a:cubicBezTo>
                      <a:pt x="542" y="1657"/>
                      <a:pt x="208" y="2464"/>
                      <a:pt x="208" y="3305"/>
                    </a:cubicBezTo>
                    <a:cubicBezTo>
                      <a:pt x="208" y="4147"/>
                      <a:pt x="542" y="4954"/>
                      <a:pt x="1137" y="5549"/>
                    </a:cubicBezTo>
                    <a:cubicBezTo>
                      <a:pt x="1731" y="6144"/>
                      <a:pt x="2538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00" name="Freeform: Shape 12899">
                <a:extLst>
                  <a:ext uri="{FF2B5EF4-FFF2-40B4-BE49-F238E27FC236}">
                    <a16:creationId xmlns:a16="http://schemas.microsoft.com/office/drawing/2014/main" id="{690235AA-1EF3-B921-3BE0-B5095A43C70C}"/>
                  </a:ext>
                </a:extLst>
              </p:cNvPr>
              <p:cNvSpPr/>
              <p:nvPr/>
            </p:nvSpPr>
            <p:spPr>
              <a:xfrm>
                <a:off x="9048919" y="5160680"/>
                <a:ext cx="6343" cy="6345"/>
              </a:xfrm>
              <a:custGeom>
                <a:avLst/>
                <a:gdLst>
                  <a:gd name="connsiteX0" fmla="*/ 3380 w 6343"/>
                  <a:gd name="connsiteY0" fmla="*/ 6478 h 6345"/>
                  <a:gd name="connsiteX1" fmla="*/ 5622 w 6343"/>
                  <a:gd name="connsiteY1" fmla="*/ 5549 h 6345"/>
                  <a:gd name="connsiteX2" fmla="*/ 6551 w 6343"/>
                  <a:gd name="connsiteY2" fmla="*/ 3305 h 6345"/>
                  <a:gd name="connsiteX3" fmla="*/ 5622 w 6343"/>
                  <a:gd name="connsiteY3" fmla="*/ 1062 h 6345"/>
                  <a:gd name="connsiteX4" fmla="*/ 3380 w 6343"/>
                  <a:gd name="connsiteY4" fmla="*/ 132 h 6345"/>
                  <a:gd name="connsiteX5" fmla="*/ 1137 w 6343"/>
                  <a:gd name="connsiteY5" fmla="*/ 1062 h 6345"/>
                  <a:gd name="connsiteX6" fmla="*/ 208 w 6343"/>
                  <a:gd name="connsiteY6" fmla="*/ 3305 h 6345"/>
                  <a:gd name="connsiteX7" fmla="*/ 1137 w 6343"/>
                  <a:gd name="connsiteY7" fmla="*/ 5549 h 6345"/>
                  <a:gd name="connsiteX8" fmla="*/ 338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78"/>
                    </a:moveTo>
                    <a:cubicBezTo>
                      <a:pt x="4221" y="6478"/>
                      <a:pt x="5028" y="6144"/>
                      <a:pt x="5622" y="5549"/>
                    </a:cubicBezTo>
                    <a:cubicBezTo>
                      <a:pt x="6217" y="4954"/>
                      <a:pt x="6551" y="4147"/>
                      <a:pt x="6551" y="3305"/>
                    </a:cubicBezTo>
                    <a:cubicBezTo>
                      <a:pt x="6551" y="2464"/>
                      <a:pt x="6217" y="1657"/>
                      <a:pt x="5622" y="1062"/>
                    </a:cubicBezTo>
                    <a:cubicBezTo>
                      <a:pt x="5028" y="467"/>
                      <a:pt x="4221" y="132"/>
                      <a:pt x="3380" y="132"/>
                    </a:cubicBezTo>
                    <a:cubicBezTo>
                      <a:pt x="2539" y="132"/>
                      <a:pt x="1732" y="467"/>
                      <a:pt x="1137" y="1062"/>
                    </a:cubicBezTo>
                    <a:cubicBezTo>
                      <a:pt x="542" y="1657"/>
                      <a:pt x="208" y="2464"/>
                      <a:pt x="208" y="3305"/>
                    </a:cubicBezTo>
                    <a:cubicBezTo>
                      <a:pt x="208" y="4147"/>
                      <a:pt x="542" y="4954"/>
                      <a:pt x="1137" y="5549"/>
                    </a:cubicBezTo>
                    <a:cubicBezTo>
                      <a:pt x="1732" y="6144"/>
                      <a:pt x="2539" y="6478"/>
                      <a:pt x="338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01" name="Freeform: Shape 12900">
                <a:extLst>
                  <a:ext uri="{FF2B5EF4-FFF2-40B4-BE49-F238E27FC236}">
                    <a16:creationId xmlns:a16="http://schemas.microsoft.com/office/drawing/2014/main" id="{464A81D5-66FA-2D97-E4C8-B1DFD6B32006}"/>
                  </a:ext>
                </a:extLst>
              </p:cNvPr>
              <p:cNvSpPr/>
              <p:nvPr/>
            </p:nvSpPr>
            <p:spPr>
              <a:xfrm>
                <a:off x="9071174" y="5165631"/>
                <a:ext cx="6343" cy="6345"/>
              </a:xfrm>
              <a:custGeom>
                <a:avLst/>
                <a:gdLst>
                  <a:gd name="connsiteX0" fmla="*/ 3381 w 6343"/>
                  <a:gd name="connsiteY0" fmla="*/ 6478 h 6345"/>
                  <a:gd name="connsiteX1" fmla="*/ 5624 w 6343"/>
                  <a:gd name="connsiteY1" fmla="*/ 5549 h 6345"/>
                  <a:gd name="connsiteX2" fmla="*/ 6553 w 6343"/>
                  <a:gd name="connsiteY2" fmla="*/ 3306 h 6345"/>
                  <a:gd name="connsiteX3" fmla="*/ 5624 w 6343"/>
                  <a:gd name="connsiteY3" fmla="*/ 1062 h 6345"/>
                  <a:gd name="connsiteX4" fmla="*/ 3381 w 6343"/>
                  <a:gd name="connsiteY4" fmla="*/ 133 h 6345"/>
                  <a:gd name="connsiteX5" fmla="*/ 1139 w 6343"/>
                  <a:gd name="connsiteY5" fmla="*/ 1062 h 6345"/>
                  <a:gd name="connsiteX6" fmla="*/ 210 w 6343"/>
                  <a:gd name="connsiteY6" fmla="*/ 3306 h 6345"/>
                  <a:gd name="connsiteX7" fmla="*/ 1139 w 6343"/>
                  <a:gd name="connsiteY7" fmla="*/ 5549 h 6345"/>
                  <a:gd name="connsiteX8" fmla="*/ 338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78"/>
                    </a:moveTo>
                    <a:cubicBezTo>
                      <a:pt x="4223" y="6478"/>
                      <a:pt x="5029" y="6144"/>
                      <a:pt x="5624" y="5549"/>
                    </a:cubicBezTo>
                    <a:cubicBezTo>
                      <a:pt x="6219" y="4954"/>
                      <a:pt x="6553" y="4147"/>
                      <a:pt x="6553" y="3306"/>
                    </a:cubicBezTo>
                    <a:cubicBezTo>
                      <a:pt x="6553" y="2464"/>
                      <a:pt x="6219" y="1657"/>
                      <a:pt x="5624" y="1062"/>
                    </a:cubicBezTo>
                    <a:cubicBezTo>
                      <a:pt x="5029" y="467"/>
                      <a:pt x="4223" y="133"/>
                      <a:pt x="3381" y="133"/>
                    </a:cubicBezTo>
                    <a:cubicBezTo>
                      <a:pt x="2540" y="133"/>
                      <a:pt x="1734" y="467"/>
                      <a:pt x="1139" y="1062"/>
                    </a:cubicBezTo>
                    <a:cubicBezTo>
                      <a:pt x="544" y="1657"/>
                      <a:pt x="210" y="2464"/>
                      <a:pt x="210" y="3306"/>
                    </a:cubicBezTo>
                    <a:cubicBezTo>
                      <a:pt x="210" y="4147"/>
                      <a:pt x="544" y="4954"/>
                      <a:pt x="1139" y="5549"/>
                    </a:cubicBezTo>
                    <a:cubicBezTo>
                      <a:pt x="1734" y="6144"/>
                      <a:pt x="2540" y="6478"/>
                      <a:pt x="338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02" name="Freeform: Shape 12901">
                <a:extLst>
                  <a:ext uri="{FF2B5EF4-FFF2-40B4-BE49-F238E27FC236}">
                    <a16:creationId xmlns:a16="http://schemas.microsoft.com/office/drawing/2014/main" id="{47454756-1E55-1A35-F7E8-1DA401D65D46}"/>
                  </a:ext>
                </a:extLst>
              </p:cNvPr>
              <p:cNvSpPr/>
              <p:nvPr/>
            </p:nvSpPr>
            <p:spPr>
              <a:xfrm>
                <a:off x="9085092" y="5167949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6 h 6345"/>
                  <a:gd name="connsiteX3" fmla="*/ 5625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6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0" y="6144"/>
                      <a:pt x="5625" y="5549"/>
                    </a:cubicBezTo>
                    <a:cubicBezTo>
                      <a:pt x="6220" y="4954"/>
                      <a:pt x="6554" y="4147"/>
                      <a:pt x="6554" y="3306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0" y="467"/>
                      <a:pt x="4224" y="133"/>
                      <a:pt x="3383" y="133"/>
                    </a:cubicBezTo>
                    <a:cubicBezTo>
                      <a:pt x="2541" y="133"/>
                      <a:pt x="1735" y="467"/>
                      <a:pt x="1140" y="1062"/>
                    </a:cubicBezTo>
                    <a:cubicBezTo>
                      <a:pt x="545" y="1657"/>
                      <a:pt x="211" y="2464"/>
                      <a:pt x="211" y="3306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5" y="6144"/>
                      <a:pt x="2541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03" name="Freeform: Shape 12902">
                <a:extLst>
                  <a:ext uri="{FF2B5EF4-FFF2-40B4-BE49-F238E27FC236}">
                    <a16:creationId xmlns:a16="http://schemas.microsoft.com/office/drawing/2014/main" id="{C8934D77-A76B-BD1D-DE79-6F59E79B8D0A}"/>
                  </a:ext>
                </a:extLst>
              </p:cNvPr>
              <p:cNvSpPr/>
              <p:nvPr/>
            </p:nvSpPr>
            <p:spPr>
              <a:xfrm>
                <a:off x="9089497" y="5167044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6 h 6345"/>
                  <a:gd name="connsiteX3" fmla="*/ 5625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6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1" y="6144"/>
                      <a:pt x="5625" y="5549"/>
                    </a:cubicBezTo>
                    <a:cubicBezTo>
                      <a:pt x="6220" y="4954"/>
                      <a:pt x="6554" y="4147"/>
                      <a:pt x="6554" y="3306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1" y="467"/>
                      <a:pt x="4224" y="133"/>
                      <a:pt x="3383" y="133"/>
                    </a:cubicBezTo>
                    <a:cubicBezTo>
                      <a:pt x="2542" y="133"/>
                      <a:pt x="1735" y="467"/>
                      <a:pt x="1140" y="1062"/>
                    </a:cubicBezTo>
                    <a:cubicBezTo>
                      <a:pt x="545" y="1657"/>
                      <a:pt x="211" y="2464"/>
                      <a:pt x="211" y="3306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5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04" name="Freeform: Shape 12903">
                <a:extLst>
                  <a:ext uri="{FF2B5EF4-FFF2-40B4-BE49-F238E27FC236}">
                    <a16:creationId xmlns:a16="http://schemas.microsoft.com/office/drawing/2014/main" id="{9BD253B5-8668-1674-891F-3DE2A4FCB31F}"/>
                  </a:ext>
                </a:extLst>
              </p:cNvPr>
              <p:cNvSpPr/>
              <p:nvPr/>
            </p:nvSpPr>
            <p:spPr>
              <a:xfrm>
                <a:off x="9098506" y="5167869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6 h 6345"/>
                  <a:gd name="connsiteX3" fmla="*/ 5626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6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1" y="6144"/>
                      <a:pt x="5626" y="5549"/>
                    </a:cubicBezTo>
                    <a:cubicBezTo>
                      <a:pt x="6221" y="4954"/>
                      <a:pt x="6555" y="4147"/>
                      <a:pt x="6555" y="3306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1" y="467"/>
                      <a:pt x="4225" y="133"/>
                      <a:pt x="3384" y="133"/>
                    </a:cubicBezTo>
                    <a:cubicBezTo>
                      <a:pt x="2542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6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2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05" name="Freeform: Shape 12904">
                <a:extLst>
                  <a:ext uri="{FF2B5EF4-FFF2-40B4-BE49-F238E27FC236}">
                    <a16:creationId xmlns:a16="http://schemas.microsoft.com/office/drawing/2014/main" id="{37A9415B-9DB0-007C-1603-854327C68133}"/>
                  </a:ext>
                </a:extLst>
              </p:cNvPr>
              <p:cNvSpPr/>
              <p:nvPr/>
            </p:nvSpPr>
            <p:spPr>
              <a:xfrm>
                <a:off x="9101731" y="5166657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6 h 6345"/>
                  <a:gd name="connsiteX3" fmla="*/ 5626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6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6" y="5549"/>
                    </a:cubicBezTo>
                    <a:cubicBezTo>
                      <a:pt x="6221" y="4954"/>
                      <a:pt x="6555" y="4147"/>
                      <a:pt x="6555" y="3306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6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06" name="Freeform: Shape 12905">
                <a:extLst>
                  <a:ext uri="{FF2B5EF4-FFF2-40B4-BE49-F238E27FC236}">
                    <a16:creationId xmlns:a16="http://schemas.microsoft.com/office/drawing/2014/main" id="{BFCB24D8-9E6D-E5FD-8BD7-23DE07CB3F18}"/>
                  </a:ext>
                </a:extLst>
              </p:cNvPr>
              <p:cNvSpPr/>
              <p:nvPr/>
            </p:nvSpPr>
            <p:spPr>
              <a:xfrm>
                <a:off x="9104883" y="5163064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5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3 w 6343"/>
                  <a:gd name="connsiteY6" fmla="*/ 3305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7" y="5549"/>
                    </a:cubicBezTo>
                    <a:cubicBezTo>
                      <a:pt x="6221" y="4954"/>
                      <a:pt x="6556" y="4147"/>
                      <a:pt x="6556" y="3305"/>
                    </a:cubicBezTo>
                    <a:cubicBezTo>
                      <a:pt x="6556" y="2464"/>
                      <a:pt x="6221" y="1657"/>
                      <a:pt x="5627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7" y="1657"/>
                      <a:pt x="213" y="2464"/>
                      <a:pt x="213" y="3305"/>
                    </a:cubicBezTo>
                    <a:cubicBezTo>
                      <a:pt x="213" y="4147"/>
                      <a:pt x="547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07" name="Freeform: Shape 12906">
                <a:extLst>
                  <a:ext uri="{FF2B5EF4-FFF2-40B4-BE49-F238E27FC236}">
                    <a16:creationId xmlns:a16="http://schemas.microsoft.com/office/drawing/2014/main" id="{EE37A685-F8E2-4153-6AC1-D0444FA211A8}"/>
                  </a:ext>
                </a:extLst>
              </p:cNvPr>
              <p:cNvSpPr/>
              <p:nvPr/>
            </p:nvSpPr>
            <p:spPr>
              <a:xfrm>
                <a:off x="9116615" y="5165275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6 h 6345"/>
                  <a:gd name="connsiteX3" fmla="*/ 5628 w 6343"/>
                  <a:gd name="connsiteY3" fmla="*/ 1062 h 6345"/>
                  <a:gd name="connsiteX4" fmla="*/ 3385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6 h 6345"/>
                  <a:gd name="connsiteX7" fmla="*/ 1142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8" y="5549"/>
                    </a:cubicBezTo>
                    <a:cubicBezTo>
                      <a:pt x="6222" y="4954"/>
                      <a:pt x="6557" y="4147"/>
                      <a:pt x="6557" y="3306"/>
                    </a:cubicBezTo>
                    <a:cubicBezTo>
                      <a:pt x="6557" y="2464"/>
                      <a:pt x="6222" y="1657"/>
                      <a:pt x="5628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2" y="1062"/>
                    </a:cubicBezTo>
                    <a:cubicBezTo>
                      <a:pt x="548" y="1657"/>
                      <a:pt x="213" y="2464"/>
                      <a:pt x="213" y="3306"/>
                    </a:cubicBezTo>
                    <a:cubicBezTo>
                      <a:pt x="213" y="4147"/>
                      <a:pt x="548" y="4954"/>
                      <a:pt x="1142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08" name="Freeform: Shape 12907">
                <a:extLst>
                  <a:ext uri="{FF2B5EF4-FFF2-40B4-BE49-F238E27FC236}">
                    <a16:creationId xmlns:a16="http://schemas.microsoft.com/office/drawing/2014/main" id="{9D729BCC-A5D5-ED09-6D4E-83A32B46C4D0}"/>
                  </a:ext>
                </a:extLst>
              </p:cNvPr>
              <p:cNvSpPr/>
              <p:nvPr/>
            </p:nvSpPr>
            <p:spPr>
              <a:xfrm>
                <a:off x="9125309" y="5166426"/>
                <a:ext cx="6343" cy="6345"/>
              </a:xfrm>
              <a:custGeom>
                <a:avLst/>
                <a:gdLst>
                  <a:gd name="connsiteX0" fmla="*/ 3386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6 h 6345"/>
                  <a:gd name="connsiteX3" fmla="*/ 5628 w 6343"/>
                  <a:gd name="connsiteY3" fmla="*/ 1062 h 6345"/>
                  <a:gd name="connsiteX4" fmla="*/ 3386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6 h 6345"/>
                  <a:gd name="connsiteX7" fmla="*/ 1143 w 6343"/>
                  <a:gd name="connsiteY7" fmla="*/ 5549 h 6345"/>
                  <a:gd name="connsiteX8" fmla="*/ 338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8"/>
                    </a:moveTo>
                    <a:cubicBezTo>
                      <a:pt x="4227" y="6478"/>
                      <a:pt x="5034" y="6144"/>
                      <a:pt x="5628" y="5549"/>
                    </a:cubicBezTo>
                    <a:cubicBezTo>
                      <a:pt x="6223" y="4954"/>
                      <a:pt x="6557" y="4147"/>
                      <a:pt x="6557" y="3306"/>
                    </a:cubicBezTo>
                    <a:cubicBezTo>
                      <a:pt x="6557" y="2464"/>
                      <a:pt x="6223" y="1657"/>
                      <a:pt x="5628" y="1062"/>
                    </a:cubicBezTo>
                    <a:cubicBezTo>
                      <a:pt x="5034" y="467"/>
                      <a:pt x="4227" y="133"/>
                      <a:pt x="3386" y="133"/>
                    </a:cubicBezTo>
                    <a:cubicBezTo>
                      <a:pt x="2545" y="133"/>
                      <a:pt x="1738" y="467"/>
                      <a:pt x="1143" y="1062"/>
                    </a:cubicBezTo>
                    <a:cubicBezTo>
                      <a:pt x="548" y="1657"/>
                      <a:pt x="214" y="2464"/>
                      <a:pt x="214" y="3306"/>
                    </a:cubicBezTo>
                    <a:cubicBezTo>
                      <a:pt x="214" y="4147"/>
                      <a:pt x="548" y="4954"/>
                      <a:pt x="1143" y="5549"/>
                    </a:cubicBezTo>
                    <a:cubicBezTo>
                      <a:pt x="1738" y="6144"/>
                      <a:pt x="2545" y="6478"/>
                      <a:pt x="338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09" name="Freeform: Shape 12908">
                <a:extLst>
                  <a:ext uri="{FF2B5EF4-FFF2-40B4-BE49-F238E27FC236}">
                    <a16:creationId xmlns:a16="http://schemas.microsoft.com/office/drawing/2014/main" id="{2EBBBF7A-5E92-2BBA-599D-E20543DE8B08}"/>
                  </a:ext>
                </a:extLst>
              </p:cNvPr>
              <p:cNvSpPr/>
              <p:nvPr/>
            </p:nvSpPr>
            <p:spPr>
              <a:xfrm>
                <a:off x="9128110" y="5165289"/>
                <a:ext cx="6343" cy="6345"/>
              </a:xfrm>
              <a:custGeom>
                <a:avLst/>
                <a:gdLst>
                  <a:gd name="connsiteX0" fmla="*/ 3386 w 6343"/>
                  <a:gd name="connsiteY0" fmla="*/ 6478 h 6345"/>
                  <a:gd name="connsiteX1" fmla="*/ 5629 w 6343"/>
                  <a:gd name="connsiteY1" fmla="*/ 5549 h 6345"/>
                  <a:gd name="connsiteX2" fmla="*/ 6557 w 6343"/>
                  <a:gd name="connsiteY2" fmla="*/ 3306 h 6345"/>
                  <a:gd name="connsiteX3" fmla="*/ 5629 w 6343"/>
                  <a:gd name="connsiteY3" fmla="*/ 1062 h 6345"/>
                  <a:gd name="connsiteX4" fmla="*/ 3386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6 h 6345"/>
                  <a:gd name="connsiteX7" fmla="*/ 1143 w 6343"/>
                  <a:gd name="connsiteY7" fmla="*/ 5549 h 6345"/>
                  <a:gd name="connsiteX8" fmla="*/ 338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8"/>
                    </a:moveTo>
                    <a:cubicBezTo>
                      <a:pt x="4227" y="6478"/>
                      <a:pt x="5034" y="6144"/>
                      <a:pt x="5629" y="5549"/>
                    </a:cubicBezTo>
                    <a:cubicBezTo>
                      <a:pt x="6223" y="4954"/>
                      <a:pt x="6557" y="4147"/>
                      <a:pt x="6557" y="3306"/>
                    </a:cubicBezTo>
                    <a:cubicBezTo>
                      <a:pt x="6557" y="2464"/>
                      <a:pt x="6223" y="1657"/>
                      <a:pt x="5629" y="1062"/>
                    </a:cubicBezTo>
                    <a:cubicBezTo>
                      <a:pt x="5034" y="467"/>
                      <a:pt x="4227" y="133"/>
                      <a:pt x="3386" y="133"/>
                    </a:cubicBezTo>
                    <a:cubicBezTo>
                      <a:pt x="2545" y="133"/>
                      <a:pt x="1738" y="467"/>
                      <a:pt x="1143" y="1062"/>
                    </a:cubicBezTo>
                    <a:cubicBezTo>
                      <a:pt x="549" y="1657"/>
                      <a:pt x="214" y="2464"/>
                      <a:pt x="214" y="3306"/>
                    </a:cubicBezTo>
                    <a:cubicBezTo>
                      <a:pt x="214" y="4147"/>
                      <a:pt x="549" y="4954"/>
                      <a:pt x="1143" y="5549"/>
                    </a:cubicBezTo>
                    <a:cubicBezTo>
                      <a:pt x="1738" y="6144"/>
                      <a:pt x="2545" y="6478"/>
                      <a:pt x="338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10" name="Freeform: Shape 12909">
                <a:extLst>
                  <a:ext uri="{FF2B5EF4-FFF2-40B4-BE49-F238E27FC236}">
                    <a16:creationId xmlns:a16="http://schemas.microsoft.com/office/drawing/2014/main" id="{F1DD3AA3-8664-4139-4D87-D1A13418D6DC}"/>
                  </a:ext>
                </a:extLst>
              </p:cNvPr>
              <p:cNvSpPr/>
              <p:nvPr/>
            </p:nvSpPr>
            <p:spPr>
              <a:xfrm>
                <a:off x="9134183" y="5165537"/>
                <a:ext cx="6343" cy="6345"/>
              </a:xfrm>
              <a:custGeom>
                <a:avLst/>
                <a:gdLst>
                  <a:gd name="connsiteX0" fmla="*/ 3386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6 h 6345"/>
                  <a:gd name="connsiteX3" fmla="*/ 5629 w 6343"/>
                  <a:gd name="connsiteY3" fmla="*/ 1062 h 6345"/>
                  <a:gd name="connsiteX4" fmla="*/ 3386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6 h 6345"/>
                  <a:gd name="connsiteX7" fmla="*/ 1144 w 6343"/>
                  <a:gd name="connsiteY7" fmla="*/ 5549 h 6345"/>
                  <a:gd name="connsiteX8" fmla="*/ 338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8"/>
                    </a:moveTo>
                    <a:cubicBezTo>
                      <a:pt x="4227" y="6478"/>
                      <a:pt x="5034" y="6144"/>
                      <a:pt x="5629" y="5549"/>
                    </a:cubicBezTo>
                    <a:cubicBezTo>
                      <a:pt x="6224" y="4954"/>
                      <a:pt x="6558" y="4147"/>
                      <a:pt x="6558" y="3306"/>
                    </a:cubicBezTo>
                    <a:cubicBezTo>
                      <a:pt x="6558" y="2464"/>
                      <a:pt x="6224" y="1657"/>
                      <a:pt x="5629" y="1062"/>
                    </a:cubicBezTo>
                    <a:cubicBezTo>
                      <a:pt x="5034" y="467"/>
                      <a:pt x="4227" y="133"/>
                      <a:pt x="3386" y="133"/>
                    </a:cubicBezTo>
                    <a:cubicBezTo>
                      <a:pt x="2545" y="133"/>
                      <a:pt x="1738" y="467"/>
                      <a:pt x="1144" y="1062"/>
                    </a:cubicBezTo>
                    <a:cubicBezTo>
                      <a:pt x="549" y="1657"/>
                      <a:pt x="215" y="2464"/>
                      <a:pt x="215" y="3306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8" y="6144"/>
                      <a:pt x="2545" y="6478"/>
                      <a:pt x="338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11" name="Freeform: Shape 12910">
                <a:extLst>
                  <a:ext uri="{FF2B5EF4-FFF2-40B4-BE49-F238E27FC236}">
                    <a16:creationId xmlns:a16="http://schemas.microsoft.com/office/drawing/2014/main" id="{33E5E385-A001-98AE-51FC-8BFA554D15F2}"/>
                  </a:ext>
                </a:extLst>
              </p:cNvPr>
              <p:cNvSpPr/>
              <p:nvPr/>
            </p:nvSpPr>
            <p:spPr>
              <a:xfrm>
                <a:off x="9137437" y="5164673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5 h 6345"/>
                  <a:gd name="connsiteX3" fmla="*/ 5629 w 6343"/>
                  <a:gd name="connsiteY3" fmla="*/ 1062 h 6345"/>
                  <a:gd name="connsiteX4" fmla="*/ 3387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5 h 6345"/>
                  <a:gd name="connsiteX7" fmla="*/ 1144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29" y="5549"/>
                    </a:cubicBezTo>
                    <a:cubicBezTo>
                      <a:pt x="6224" y="4954"/>
                      <a:pt x="6558" y="4147"/>
                      <a:pt x="6558" y="3305"/>
                    </a:cubicBezTo>
                    <a:cubicBezTo>
                      <a:pt x="6558" y="2464"/>
                      <a:pt x="6224" y="1657"/>
                      <a:pt x="5629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4" y="1062"/>
                    </a:cubicBezTo>
                    <a:cubicBezTo>
                      <a:pt x="549" y="1657"/>
                      <a:pt x="215" y="2464"/>
                      <a:pt x="215" y="3305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12" name="Freeform: Shape 12911">
                <a:extLst>
                  <a:ext uri="{FF2B5EF4-FFF2-40B4-BE49-F238E27FC236}">
                    <a16:creationId xmlns:a16="http://schemas.microsoft.com/office/drawing/2014/main" id="{A0BECDB3-BDC1-AA5C-9241-D8ADF6C5FBBE}"/>
                  </a:ext>
                </a:extLst>
              </p:cNvPr>
              <p:cNvSpPr/>
              <p:nvPr/>
            </p:nvSpPr>
            <p:spPr>
              <a:xfrm>
                <a:off x="9143201" y="5164920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6 h 6345"/>
                  <a:gd name="connsiteX3" fmla="*/ 5630 w 6343"/>
                  <a:gd name="connsiteY3" fmla="*/ 1062 h 6345"/>
                  <a:gd name="connsiteX4" fmla="*/ 3387 w 6343"/>
                  <a:gd name="connsiteY4" fmla="*/ 133 h 6345"/>
                  <a:gd name="connsiteX5" fmla="*/ 1144 w 6343"/>
                  <a:gd name="connsiteY5" fmla="*/ 1062 h 6345"/>
                  <a:gd name="connsiteX6" fmla="*/ 216 w 6343"/>
                  <a:gd name="connsiteY6" fmla="*/ 3306 h 6345"/>
                  <a:gd name="connsiteX7" fmla="*/ 1144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30" y="5549"/>
                    </a:cubicBezTo>
                    <a:cubicBezTo>
                      <a:pt x="6224" y="4954"/>
                      <a:pt x="6559" y="4147"/>
                      <a:pt x="6559" y="3306"/>
                    </a:cubicBezTo>
                    <a:cubicBezTo>
                      <a:pt x="6559" y="2464"/>
                      <a:pt x="6224" y="1657"/>
                      <a:pt x="5630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4" y="1062"/>
                    </a:cubicBezTo>
                    <a:cubicBezTo>
                      <a:pt x="550" y="1657"/>
                      <a:pt x="216" y="2464"/>
                      <a:pt x="216" y="3306"/>
                    </a:cubicBezTo>
                    <a:cubicBezTo>
                      <a:pt x="216" y="4147"/>
                      <a:pt x="550" y="4954"/>
                      <a:pt x="1144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13" name="Freeform: Shape 12912">
                <a:extLst>
                  <a:ext uri="{FF2B5EF4-FFF2-40B4-BE49-F238E27FC236}">
                    <a16:creationId xmlns:a16="http://schemas.microsoft.com/office/drawing/2014/main" id="{915719A5-1589-32D4-01FA-28AF2968E944}"/>
                  </a:ext>
                </a:extLst>
              </p:cNvPr>
              <p:cNvSpPr/>
              <p:nvPr/>
            </p:nvSpPr>
            <p:spPr>
              <a:xfrm>
                <a:off x="9147527" y="5164613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5 h 6345"/>
                  <a:gd name="connsiteX3" fmla="*/ 5630 w 6343"/>
                  <a:gd name="connsiteY3" fmla="*/ 1062 h 6345"/>
                  <a:gd name="connsiteX4" fmla="*/ 3387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5 h 6345"/>
                  <a:gd name="connsiteX7" fmla="*/ 1145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9" y="6478"/>
                      <a:pt x="5035" y="6144"/>
                      <a:pt x="5630" y="5549"/>
                    </a:cubicBezTo>
                    <a:cubicBezTo>
                      <a:pt x="6225" y="4954"/>
                      <a:pt x="6559" y="4147"/>
                      <a:pt x="6559" y="3305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5" y="467"/>
                      <a:pt x="4229" y="133"/>
                      <a:pt x="3387" y="133"/>
                    </a:cubicBezTo>
                    <a:cubicBezTo>
                      <a:pt x="2546" y="133"/>
                      <a:pt x="1740" y="467"/>
                      <a:pt x="1145" y="1062"/>
                    </a:cubicBezTo>
                    <a:cubicBezTo>
                      <a:pt x="550" y="1657"/>
                      <a:pt x="216" y="2464"/>
                      <a:pt x="216" y="3305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40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14" name="Freeform: Shape 12913">
                <a:extLst>
                  <a:ext uri="{FF2B5EF4-FFF2-40B4-BE49-F238E27FC236}">
                    <a16:creationId xmlns:a16="http://schemas.microsoft.com/office/drawing/2014/main" id="{F2B5814F-1068-8F5F-1E2C-2C8439216003}"/>
                  </a:ext>
                </a:extLst>
              </p:cNvPr>
              <p:cNvSpPr/>
              <p:nvPr/>
            </p:nvSpPr>
            <p:spPr>
              <a:xfrm>
                <a:off x="9151618" y="5164253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5 h 6345"/>
                  <a:gd name="connsiteX3" fmla="*/ 5630 w 6343"/>
                  <a:gd name="connsiteY3" fmla="*/ 1062 h 6345"/>
                  <a:gd name="connsiteX4" fmla="*/ 3388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5 h 6345"/>
                  <a:gd name="connsiteX7" fmla="*/ 1145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6" y="6144"/>
                      <a:pt x="5630" y="5549"/>
                    </a:cubicBezTo>
                    <a:cubicBezTo>
                      <a:pt x="6225" y="4954"/>
                      <a:pt x="6559" y="4147"/>
                      <a:pt x="6559" y="3305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5" y="1062"/>
                    </a:cubicBezTo>
                    <a:cubicBezTo>
                      <a:pt x="550" y="1657"/>
                      <a:pt x="216" y="2464"/>
                      <a:pt x="216" y="3305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40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15" name="Freeform: Shape 12914">
                <a:extLst>
                  <a:ext uri="{FF2B5EF4-FFF2-40B4-BE49-F238E27FC236}">
                    <a16:creationId xmlns:a16="http://schemas.microsoft.com/office/drawing/2014/main" id="{36C7ED3A-9798-32D0-6784-A9AC72C34799}"/>
                  </a:ext>
                </a:extLst>
              </p:cNvPr>
              <p:cNvSpPr/>
              <p:nvPr/>
            </p:nvSpPr>
            <p:spPr>
              <a:xfrm>
                <a:off x="9156891" y="5164475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5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6" y="6144"/>
                      <a:pt x="5631" y="5549"/>
                    </a:cubicBezTo>
                    <a:cubicBezTo>
                      <a:pt x="6226" y="4954"/>
                      <a:pt x="6560" y="4147"/>
                      <a:pt x="6560" y="3305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6" y="1062"/>
                    </a:cubicBezTo>
                    <a:cubicBezTo>
                      <a:pt x="551" y="1657"/>
                      <a:pt x="217" y="2464"/>
                      <a:pt x="217" y="3305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0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16" name="Freeform: Shape 12915">
                <a:extLst>
                  <a:ext uri="{FF2B5EF4-FFF2-40B4-BE49-F238E27FC236}">
                    <a16:creationId xmlns:a16="http://schemas.microsoft.com/office/drawing/2014/main" id="{A35D1C05-F389-BCC2-1226-D293A1AF5D56}"/>
                  </a:ext>
                </a:extLst>
              </p:cNvPr>
              <p:cNvSpPr/>
              <p:nvPr/>
            </p:nvSpPr>
            <p:spPr>
              <a:xfrm>
                <a:off x="9160965" y="5164213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5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5 h 6345"/>
                  <a:gd name="connsiteX7" fmla="*/ 1146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30" y="6478"/>
                      <a:pt x="5036" y="6144"/>
                      <a:pt x="5631" y="5549"/>
                    </a:cubicBezTo>
                    <a:cubicBezTo>
                      <a:pt x="6226" y="4954"/>
                      <a:pt x="6560" y="4147"/>
                      <a:pt x="6560" y="3305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6" y="467"/>
                      <a:pt x="4230" y="133"/>
                      <a:pt x="3388" y="133"/>
                    </a:cubicBezTo>
                    <a:cubicBezTo>
                      <a:pt x="2547" y="133"/>
                      <a:pt x="1741" y="467"/>
                      <a:pt x="1146" y="1062"/>
                    </a:cubicBezTo>
                    <a:cubicBezTo>
                      <a:pt x="551" y="1657"/>
                      <a:pt x="217" y="2464"/>
                      <a:pt x="217" y="3305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1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17" name="Freeform: Shape 12916">
                <a:extLst>
                  <a:ext uri="{FF2B5EF4-FFF2-40B4-BE49-F238E27FC236}">
                    <a16:creationId xmlns:a16="http://schemas.microsoft.com/office/drawing/2014/main" id="{10C2B00B-A92E-B7EC-DAB9-7C8930332E4B}"/>
                  </a:ext>
                </a:extLst>
              </p:cNvPr>
              <p:cNvSpPr/>
              <p:nvPr/>
            </p:nvSpPr>
            <p:spPr>
              <a:xfrm>
                <a:off x="9168521" y="5165621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8 w 6343"/>
                  <a:gd name="connsiteY6" fmla="*/ 3306 h 6345"/>
                  <a:gd name="connsiteX7" fmla="*/ 1146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2" y="5549"/>
                    </a:cubicBezTo>
                    <a:cubicBezTo>
                      <a:pt x="6226" y="4954"/>
                      <a:pt x="6561" y="4147"/>
                      <a:pt x="6561" y="3306"/>
                    </a:cubicBezTo>
                    <a:cubicBezTo>
                      <a:pt x="6561" y="2464"/>
                      <a:pt x="6226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6" y="1062"/>
                    </a:cubicBezTo>
                    <a:cubicBezTo>
                      <a:pt x="552" y="1657"/>
                      <a:pt x="218" y="2464"/>
                      <a:pt x="218" y="3306"/>
                    </a:cubicBezTo>
                    <a:cubicBezTo>
                      <a:pt x="218" y="4147"/>
                      <a:pt x="552" y="4954"/>
                      <a:pt x="1146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18" name="Freeform: Shape 12917">
                <a:extLst>
                  <a:ext uri="{FF2B5EF4-FFF2-40B4-BE49-F238E27FC236}">
                    <a16:creationId xmlns:a16="http://schemas.microsoft.com/office/drawing/2014/main" id="{F7303B3C-E536-7375-D8D4-3D49CC248BB5}"/>
                  </a:ext>
                </a:extLst>
              </p:cNvPr>
              <p:cNvSpPr/>
              <p:nvPr/>
            </p:nvSpPr>
            <p:spPr>
              <a:xfrm>
                <a:off x="9173131" y="5165736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1" y="6478"/>
                      <a:pt x="5037" y="6144"/>
                      <a:pt x="5632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7" y="467"/>
                      <a:pt x="4231" y="133"/>
                      <a:pt x="3389" y="133"/>
                    </a:cubicBezTo>
                    <a:cubicBezTo>
                      <a:pt x="2548" y="133"/>
                      <a:pt x="1742" y="467"/>
                      <a:pt x="1147" y="1062"/>
                    </a:cubicBezTo>
                    <a:cubicBezTo>
                      <a:pt x="552" y="1657"/>
                      <a:pt x="218" y="2464"/>
                      <a:pt x="218" y="3306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2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19" name="Freeform: Shape 12918">
                <a:extLst>
                  <a:ext uri="{FF2B5EF4-FFF2-40B4-BE49-F238E27FC236}">
                    <a16:creationId xmlns:a16="http://schemas.microsoft.com/office/drawing/2014/main" id="{9218DD46-388C-7C70-FF1C-0BE5DAA9768A}"/>
                  </a:ext>
                </a:extLst>
              </p:cNvPr>
              <p:cNvSpPr/>
              <p:nvPr/>
            </p:nvSpPr>
            <p:spPr>
              <a:xfrm>
                <a:off x="9177448" y="5165769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2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2" y="1657"/>
                      <a:pt x="218" y="2464"/>
                      <a:pt x="218" y="3306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20" name="Freeform: Shape 12919">
                <a:extLst>
                  <a:ext uri="{FF2B5EF4-FFF2-40B4-BE49-F238E27FC236}">
                    <a16:creationId xmlns:a16="http://schemas.microsoft.com/office/drawing/2014/main" id="{50BCEC3E-2FFB-35F4-FAC8-A2B03F6CD26C}"/>
                  </a:ext>
                </a:extLst>
              </p:cNvPr>
              <p:cNvSpPr/>
              <p:nvPr/>
            </p:nvSpPr>
            <p:spPr>
              <a:xfrm>
                <a:off x="9188004" y="5168900"/>
                <a:ext cx="6343" cy="6345"/>
              </a:xfrm>
              <a:custGeom>
                <a:avLst/>
                <a:gdLst>
                  <a:gd name="connsiteX0" fmla="*/ 3391 w 6343"/>
                  <a:gd name="connsiteY0" fmla="*/ 6479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9"/>
                    </a:moveTo>
                    <a:cubicBezTo>
                      <a:pt x="4232" y="6479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9"/>
                      <a:pt x="339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21" name="Freeform: Shape 12920">
                <a:extLst>
                  <a:ext uri="{FF2B5EF4-FFF2-40B4-BE49-F238E27FC236}">
                    <a16:creationId xmlns:a16="http://schemas.microsoft.com/office/drawing/2014/main" id="{B7E79E94-616B-68A0-A79C-6D77EAD18F39}"/>
                  </a:ext>
                </a:extLst>
              </p:cNvPr>
              <p:cNvSpPr/>
              <p:nvPr/>
            </p:nvSpPr>
            <p:spPr>
              <a:xfrm>
                <a:off x="9190501" y="5168184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22" name="Freeform: Shape 12921">
                <a:extLst>
                  <a:ext uri="{FF2B5EF4-FFF2-40B4-BE49-F238E27FC236}">
                    <a16:creationId xmlns:a16="http://schemas.microsoft.com/office/drawing/2014/main" id="{4B350A38-5BB6-1B0B-5F99-16D6B317B5E7}"/>
                  </a:ext>
                </a:extLst>
              </p:cNvPr>
              <p:cNvSpPr/>
              <p:nvPr/>
            </p:nvSpPr>
            <p:spPr>
              <a:xfrm>
                <a:off x="9190446" y="5166209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23" name="Freeform: Shape 12922">
                <a:extLst>
                  <a:ext uri="{FF2B5EF4-FFF2-40B4-BE49-F238E27FC236}">
                    <a16:creationId xmlns:a16="http://schemas.microsoft.com/office/drawing/2014/main" id="{AB3638E5-424F-E5E2-577E-88A318BEE353}"/>
                  </a:ext>
                </a:extLst>
              </p:cNvPr>
              <p:cNvSpPr/>
              <p:nvPr/>
            </p:nvSpPr>
            <p:spPr>
              <a:xfrm>
                <a:off x="9199748" y="5167107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3" y="133"/>
                      <a:pt x="3392" y="133"/>
                    </a:cubicBezTo>
                    <a:cubicBezTo>
                      <a:pt x="2550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24" name="Freeform: Shape 12923">
                <a:extLst>
                  <a:ext uri="{FF2B5EF4-FFF2-40B4-BE49-F238E27FC236}">
                    <a16:creationId xmlns:a16="http://schemas.microsoft.com/office/drawing/2014/main" id="{32A4EA2B-4806-7E91-F8BC-8315C96908CC}"/>
                  </a:ext>
                </a:extLst>
              </p:cNvPr>
              <p:cNvSpPr/>
              <p:nvPr/>
            </p:nvSpPr>
            <p:spPr>
              <a:xfrm>
                <a:off x="9206142" y="5166690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40" y="6144"/>
                      <a:pt x="5635" y="5549"/>
                    </a:cubicBezTo>
                    <a:cubicBezTo>
                      <a:pt x="6229" y="4954"/>
                      <a:pt x="6564" y="4147"/>
                      <a:pt x="6564" y="3306"/>
                    </a:cubicBezTo>
                    <a:cubicBezTo>
                      <a:pt x="6564" y="2464"/>
                      <a:pt x="6229" y="1657"/>
                      <a:pt x="5635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49" y="1062"/>
                    </a:cubicBezTo>
                    <a:cubicBezTo>
                      <a:pt x="555" y="1657"/>
                      <a:pt x="220" y="2464"/>
                      <a:pt x="220" y="3306"/>
                    </a:cubicBezTo>
                    <a:cubicBezTo>
                      <a:pt x="220" y="4147"/>
                      <a:pt x="555" y="4954"/>
                      <a:pt x="1149" y="5549"/>
                    </a:cubicBezTo>
                    <a:cubicBezTo>
                      <a:pt x="1744" y="6144"/>
                      <a:pt x="2551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25" name="Freeform: Shape 12924">
                <a:extLst>
                  <a:ext uri="{FF2B5EF4-FFF2-40B4-BE49-F238E27FC236}">
                    <a16:creationId xmlns:a16="http://schemas.microsoft.com/office/drawing/2014/main" id="{3A33D447-60C1-458A-2303-1C13782C7511}"/>
                  </a:ext>
                </a:extLst>
              </p:cNvPr>
              <p:cNvSpPr/>
              <p:nvPr/>
            </p:nvSpPr>
            <p:spPr>
              <a:xfrm>
                <a:off x="9024532" y="5066253"/>
                <a:ext cx="6343" cy="6345"/>
              </a:xfrm>
              <a:custGeom>
                <a:avLst/>
                <a:gdLst>
                  <a:gd name="connsiteX0" fmla="*/ 3378 w 6343"/>
                  <a:gd name="connsiteY0" fmla="*/ 6470 h 6345"/>
                  <a:gd name="connsiteX1" fmla="*/ 5620 w 6343"/>
                  <a:gd name="connsiteY1" fmla="*/ 5541 h 6345"/>
                  <a:gd name="connsiteX2" fmla="*/ 6549 w 6343"/>
                  <a:gd name="connsiteY2" fmla="*/ 3298 h 6345"/>
                  <a:gd name="connsiteX3" fmla="*/ 5620 w 6343"/>
                  <a:gd name="connsiteY3" fmla="*/ 1054 h 6345"/>
                  <a:gd name="connsiteX4" fmla="*/ 3378 w 6343"/>
                  <a:gd name="connsiteY4" fmla="*/ 125 h 6345"/>
                  <a:gd name="connsiteX5" fmla="*/ 1135 w 6343"/>
                  <a:gd name="connsiteY5" fmla="*/ 1054 h 6345"/>
                  <a:gd name="connsiteX6" fmla="*/ 206 w 6343"/>
                  <a:gd name="connsiteY6" fmla="*/ 3298 h 6345"/>
                  <a:gd name="connsiteX7" fmla="*/ 1135 w 6343"/>
                  <a:gd name="connsiteY7" fmla="*/ 5541 h 6345"/>
                  <a:gd name="connsiteX8" fmla="*/ 337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0"/>
                    </a:moveTo>
                    <a:cubicBezTo>
                      <a:pt x="4219" y="6470"/>
                      <a:pt x="5026" y="6136"/>
                      <a:pt x="5620" y="5541"/>
                    </a:cubicBezTo>
                    <a:cubicBezTo>
                      <a:pt x="6215" y="4946"/>
                      <a:pt x="6549" y="4139"/>
                      <a:pt x="6549" y="3298"/>
                    </a:cubicBezTo>
                    <a:cubicBezTo>
                      <a:pt x="6549" y="2456"/>
                      <a:pt x="6215" y="1649"/>
                      <a:pt x="5620" y="1054"/>
                    </a:cubicBezTo>
                    <a:cubicBezTo>
                      <a:pt x="5026" y="459"/>
                      <a:pt x="4219" y="125"/>
                      <a:pt x="3378" y="125"/>
                    </a:cubicBezTo>
                    <a:cubicBezTo>
                      <a:pt x="2537" y="125"/>
                      <a:pt x="1730" y="459"/>
                      <a:pt x="1135" y="1054"/>
                    </a:cubicBezTo>
                    <a:cubicBezTo>
                      <a:pt x="540" y="1649"/>
                      <a:pt x="206" y="2456"/>
                      <a:pt x="206" y="3298"/>
                    </a:cubicBezTo>
                    <a:cubicBezTo>
                      <a:pt x="206" y="4139"/>
                      <a:pt x="540" y="4946"/>
                      <a:pt x="1135" y="5541"/>
                    </a:cubicBezTo>
                    <a:cubicBezTo>
                      <a:pt x="1730" y="6136"/>
                      <a:pt x="2537" y="6470"/>
                      <a:pt x="337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26" name="Freeform: Shape 12925">
                <a:extLst>
                  <a:ext uri="{FF2B5EF4-FFF2-40B4-BE49-F238E27FC236}">
                    <a16:creationId xmlns:a16="http://schemas.microsoft.com/office/drawing/2014/main" id="{B9FDAD8A-ABD2-AA3D-6ED1-EB56B8050862}"/>
                  </a:ext>
                </a:extLst>
              </p:cNvPr>
              <p:cNvSpPr/>
              <p:nvPr/>
            </p:nvSpPr>
            <p:spPr>
              <a:xfrm>
                <a:off x="9029031" y="5051913"/>
                <a:ext cx="6343" cy="6345"/>
              </a:xfrm>
              <a:custGeom>
                <a:avLst/>
                <a:gdLst>
                  <a:gd name="connsiteX0" fmla="*/ 3378 w 6343"/>
                  <a:gd name="connsiteY0" fmla="*/ 6469 h 6345"/>
                  <a:gd name="connsiteX1" fmla="*/ 5621 w 6343"/>
                  <a:gd name="connsiteY1" fmla="*/ 5540 h 6345"/>
                  <a:gd name="connsiteX2" fmla="*/ 6550 w 6343"/>
                  <a:gd name="connsiteY2" fmla="*/ 3297 h 6345"/>
                  <a:gd name="connsiteX3" fmla="*/ 5621 w 6343"/>
                  <a:gd name="connsiteY3" fmla="*/ 1053 h 6345"/>
                  <a:gd name="connsiteX4" fmla="*/ 3378 w 6343"/>
                  <a:gd name="connsiteY4" fmla="*/ 124 h 6345"/>
                  <a:gd name="connsiteX5" fmla="*/ 1135 w 6343"/>
                  <a:gd name="connsiteY5" fmla="*/ 1053 h 6345"/>
                  <a:gd name="connsiteX6" fmla="*/ 207 w 6343"/>
                  <a:gd name="connsiteY6" fmla="*/ 3297 h 6345"/>
                  <a:gd name="connsiteX7" fmla="*/ 1135 w 6343"/>
                  <a:gd name="connsiteY7" fmla="*/ 5540 h 6345"/>
                  <a:gd name="connsiteX8" fmla="*/ 337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9"/>
                    </a:moveTo>
                    <a:cubicBezTo>
                      <a:pt x="4219" y="6469"/>
                      <a:pt x="5026" y="6135"/>
                      <a:pt x="5621" y="5540"/>
                    </a:cubicBezTo>
                    <a:cubicBezTo>
                      <a:pt x="6215" y="4945"/>
                      <a:pt x="6550" y="4138"/>
                      <a:pt x="6550" y="3297"/>
                    </a:cubicBezTo>
                    <a:cubicBezTo>
                      <a:pt x="6550" y="2455"/>
                      <a:pt x="6215" y="1648"/>
                      <a:pt x="5621" y="1053"/>
                    </a:cubicBezTo>
                    <a:cubicBezTo>
                      <a:pt x="5026" y="458"/>
                      <a:pt x="4219" y="124"/>
                      <a:pt x="3378" y="124"/>
                    </a:cubicBezTo>
                    <a:cubicBezTo>
                      <a:pt x="2537" y="124"/>
                      <a:pt x="1730" y="458"/>
                      <a:pt x="1135" y="1053"/>
                    </a:cubicBezTo>
                    <a:cubicBezTo>
                      <a:pt x="541" y="1648"/>
                      <a:pt x="207" y="2455"/>
                      <a:pt x="207" y="3297"/>
                    </a:cubicBezTo>
                    <a:cubicBezTo>
                      <a:pt x="207" y="4138"/>
                      <a:pt x="541" y="4945"/>
                      <a:pt x="1135" y="5540"/>
                    </a:cubicBezTo>
                    <a:cubicBezTo>
                      <a:pt x="1730" y="6135"/>
                      <a:pt x="2537" y="6469"/>
                      <a:pt x="337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27" name="Freeform: Shape 12926">
                <a:extLst>
                  <a:ext uri="{FF2B5EF4-FFF2-40B4-BE49-F238E27FC236}">
                    <a16:creationId xmlns:a16="http://schemas.microsoft.com/office/drawing/2014/main" id="{57347826-2922-13EA-B868-09574151F773}"/>
                  </a:ext>
                </a:extLst>
              </p:cNvPr>
              <p:cNvSpPr/>
              <p:nvPr/>
            </p:nvSpPr>
            <p:spPr>
              <a:xfrm>
                <a:off x="9023724" y="5041851"/>
                <a:ext cx="6343" cy="6345"/>
              </a:xfrm>
              <a:custGeom>
                <a:avLst/>
                <a:gdLst>
                  <a:gd name="connsiteX0" fmla="*/ 3378 w 6343"/>
                  <a:gd name="connsiteY0" fmla="*/ 6469 h 6345"/>
                  <a:gd name="connsiteX1" fmla="*/ 5620 w 6343"/>
                  <a:gd name="connsiteY1" fmla="*/ 5539 h 6345"/>
                  <a:gd name="connsiteX2" fmla="*/ 6549 w 6343"/>
                  <a:gd name="connsiteY2" fmla="*/ 3296 h 6345"/>
                  <a:gd name="connsiteX3" fmla="*/ 5620 w 6343"/>
                  <a:gd name="connsiteY3" fmla="*/ 1052 h 6345"/>
                  <a:gd name="connsiteX4" fmla="*/ 3378 w 6343"/>
                  <a:gd name="connsiteY4" fmla="*/ 123 h 6345"/>
                  <a:gd name="connsiteX5" fmla="*/ 1135 w 6343"/>
                  <a:gd name="connsiteY5" fmla="*/ 1052 h 6345"/>
                  <a:gd name="connsiteX6" fmla="*/ 206 w 6343"/>
                  <a:gd name="connsiteY6" fmla="*/ 3296 h 6345"/>
                  <a:gd name="connsiteX7" fmla="*/ 1135 w 6343"/>
                  <a:gd name="connsiteY7" fmla="*/ 5539 h 6345"/>
                  <a:gd name="connsiteX8" fmla="*/ 337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9"/>
                    </a:moveTo>
                    <a:cubicBezTo>
                      <a:pt x="4219" y="6469"/>
                      <a:pt x="5026" y="6134"/>
                      <a:pt x="5620" y="5539"/>
                    </a:cubicBezTo>
                    <a:cubicBezTo>
                      <a:pt x="6215" y="4944"/>
                      <a:pt x="6549" y="4137"/>
                      <a:pt x="6549" y="3296"/>
                    </a:cubicBezTo>
                    <a:cubicBezTo>
                      <a:pt x="6549" y="2454"/>
                      <a:pt x="6215" y="1647"/>
                      <a:pt x="5620" y="1052"/>
                    </a:cubicBezTo>
                    <a:cubicBezTo>
                      <a:pt x="5026" y="457"/>
                      <a:pt x="4219" y="123"/>
                      <a:pt x="3378" y="123"/>
                    </a:cubicBezTo>
                    <a:cubicBezTo>
                      <a:pt x="2537" y="123"/>
                      <a:pt x="1730" y="457"/>
                      <a:pt x="1135" y="1052"/>
                    </a:cubicBezTo>
                    <a:cubicBezTo>
                      <a:pt x="540" y="1647"/>
                      <a:pt x="206" y="2454"/>
                      <a:pt x="206" y="3296"/>
                    </a:cubicBezTo>
                    <a:cubicBezTo>
                      <a:pt x="206" y="4137"/>
                      <a:pt x="540" y="4944"/>
                      <a:pt x="1135" y="5539"/>
                    </a:cubicBezTo>
                    <a:cubicBezTo>
                      <a:pt x="1730" y="6134"/>
                      <a:pt x="2537" y="6469"/>
                      <a:pt x="337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28" name="Freeform: Shape 12927">
                <a:extLst>
                  <a:ext uri="{FF2B5EF4-FFF2-40B4-BE49-F238E27FC236}">
                    <a16:creationId xmlns:a16="http://schemas.microsoft.com/office/drawing/2014/main" id="{1B367FA3-DC1C-D38C-7E54-290CA2509BD9}"/>
                  </a:ext>
                </a:extLst>
              </p:cNvPr>
              <p:cNvSpPr/>
              <p:nvPr/>
            </p:nvSpPr>
            <p:spPr>
              <a:xfrm>
                <a:off x="9025915" y="5039660"/>
                <a:ext cx="6343" cy="6345"/>
              </a:xfrm>
              <a:custGeom>
                <a:avLst/>
                <a:gdLst>
                  <a:gd name="connsiteX0" fmla="*/ 3378 w 6343"/>
                  <a:gd name="connsiteY0" fmla="*/ 6468 h 6345"/>
                  <a:gd name="connsiteX1" fmla="*/ 5620 w 6343"/>
                  <a:gd name="connsiteY1" fmla="*/ 5539 h 6345"/>
                  <a:gd name="connsiteX2" fmla="*/ 6549 w 6343"/>
                  <a:gd name="connsiteY2" fmla="*/ 3296 h 6345"/>
                  <a:gd name="connsiteX3" fmla="*/ 5620 w 6343"/>
                  <a:gd name="connsiteY3" fmla="*/ 1052 h 6345"/>
                  <a:gd name="connsiteX4" fmla="*/ 3378 w 6343"/>
                  <a:gd name="connsiteY4" fmla="*/ 123 h 6345"/>
                  <a:gd name="connsiteX5" fmla="*/ 1135 w 6343"/>
                  <a:gd name="connsiteY5" fmla="*/ 1052 h 6345"/>
                  <a:gd name="connsiteX6" fmla="*/ 206 w 6343"/>
                  <a:gd name="connsiteY6" fmla="*/ 3296 h 6345"/>
                  <a:gd name="connsiteX7" fmla="*/ 1135 w 6343"/>
                  <a:gd name="connsiteY7" fmla="*/ 5539 h 6345"/>
                  <a:gd name="connsiteX8" fmla="*/ 337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8"/>
                    </a:moveTo>
                    <a:cubicBezTo>
                      <a:pt x="4219" y="6468"/>
                      <a:pt x="5026" y="6134"/>
                      <a:pt x="5620" y="5539"/>
                    </a:cubicBezTo>
                    <a:cubicBezTo>
                      <a:pt x="6215" y="4944"/>
                      <a:pt x="6549" y="4137"/>
                      <a:pt x="6549" y="3296"/>
                    </a:cubicBezTo>
                    <a:cubicBezTo>
                      <a:pt x="6549" y="2454"/>
                      <a:pt x="6215" y="1647"/>
                      <a:pt x="5620" y="1052"/>
                    </a:cubicBezTo>
                    <a:cubicBezTo>
                      <a:pt x="5026" y="457"/>
                      <a:pt x="4219" y="123"/>
                      <a:pt x="3378" y="123"/>
                    </a:cubicBezTo>
                    <a:cubicBezTo>
                      <a:pt x="2537" y="123"/>
                      <a:pt x="1730" y="457"/>
                      <a:pt x="1135" y="1052"/>
                    </a:cubicBezTo>
                    <a:cubicBezTo>
                      <a:pt x="540" y="1647"/>
                      <a:pt x="206" y="2454"/>
                      <a:pt x="206" y="3296"/>
                    </a:cubicBezTo>
                    <a:cubicBezTo>
                      <a:pt x="206" y="4137"/>
                      <a:pt x="540" y="4944"/>
                      <a:pt x="1135" y="5539"/>
                    </a:cubicBezTo>
                    <a:cubicBezTo>
                      <a:pt x="1730" y="6134"/>
                      <a:pt x="2537" y="6468"/>
                      <a:pt x="337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29" name="Freeform: Shape 12928">
                <a:extLst>
                  <a:ext uri="{FF2B5EF4-FFF2-40B4-BE49-F238E27FC236}">
                    <a16:creationId xmlns:a16="http://schemas.microsoft.com/office/drawing/2014/main" id="{29BA4B0D-2D2E-4F55-8A41-A983DB0F1C5D}"/>
                  </a:ext>
                </a:extLst>
              </p:cNvPr>
              <p:cNvSpPr/>
              <p:nvPr/>
            </p:nvSpPr>
            <p:spPr>
              <a:xfrm>
                <a:off x="9028170" y="5037520"/>
                <a:ext cx="6343" cy="6345"/>
              </a:xfrm>
              <a:custGeom>
                <a:avLst/>
                <a:gdLst>
                  <a:gd name="connsiteX0" fmla="*/ 3378 w 6343"/>
                  <a:gd name="connsiteY0" fmla="*/ 6468 h 6345"/>
                  <a:gd name="connsiteX1" fmla="*/ 5621 w 6343"/>
                  <a:gd name="connsiteY1" fmla="*/ 5539 h 6345"/>
                  <a:gd name="connsiteX2" fmla="*/ 6550 w 6343"/>
                  <a:gd name="connsiteY2" fmla="*/ 3295 h 6345"/>
                  <a:gd name="connsiteX3" fmla="*/ 5621 w 6343"/>
                  <a:gd name="connsiteY3" fmla="*/ 1052 h 6345"/>
                  <a:gd name="connsiteX4" fmla="*/ 3378 w 6343"/>
                  <a:gd name="connsiteY4" fmla="*/ 123 h 6345"/>
                  <a:gd name="connsiteX5" fmla="*/ 1135 w 6343"/>
                  <a:gd name="connsiteY5" fmla="*/ 1052 h 6345"/>
                  <a:gd name="connsiteX6" fmla="*/ 206 w 6343"/>
                  <a:gd name="connsiteY6" fmla="*/ 3295 h 6345"/>
                  <a:gd name="connsiteX7" fmla="*/ 1135 w 6343"/>
                  <a:gd name="connsiteY7" fmla="*/ 5539 h 6345"/>
                  <a:gd name="connsiteX8" fmla="*/ 337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8"/>
                    </a:moveTo>
                    <a:cubicBezTo>
                      <a:pt x="4219" y="6468"/>
                      <a:pt x="5026" y="6134"/>
                      <a:pt x="5621" y="5539"/>
                    </a:cubicBezTo>
                    <a:cubicBezTo>
                      <a:pt x="6215" y="4944"/>
                      <a:pt x="6550" y="4137"/>
                      <a:pt x="6550" y="3295"/>
                    </a:cubicBezTo>
                    <a:cubicBezTo>
                      <a:pt x="6550" y="2454"/>
                      <a:pt x="6215" y="1647"/>
                      <a:pt x="5621" y="1052"/>
                    </a:cubicBezTo>
                    <a:cubicBezTo>
                      <a:pt x="5026" y="457"/>
                      <a:pt x="4219" y="123"/>
                      <a:pt x="3378" y="123"/>
                    </a:cubicBezTo>
                    <a:cubicBezTo>
                      <a:pt x="2537" y="123"/>
                      <a:pt x="1730" y="457"/>
                      <a:pt x="1135" y="1052"/>
                    </a:cubicBezTo>
                    <a:cubicBezTo>
                      <a:pt x="541" y="1647"/>
                      <a:pt x="206" y="2454"/>
                      <a:pt x="206" y="3295"/>
                    </a:cubicBezTo>
                    <a:cubicBezTo>
                      <a:pt x="206" y="4137"/>
                      <a:pt x="541" y="4944"/>
                      <a:pt x="1135" y="5539"/>
                    </a:cubicBezTo>
                    <a:cubicBezTo>
                      <a:pt x="1730" y="6134"/>
                      <a:pt x="2537" y="6468"/>
                      <a:pt x="337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30" name="Freeform: Shape 12929">
                <a:extLst>
                  <a:ext uri="{FF2B5EF4-FFF2-40B4-BE49-F238E27FC236}">
                    <a16:creationId xmlns:a16="http://schemas.microsoft.com/office/drawing/2014/main" id="{14747B56-906D-1D9E-78A4-92E6ACA39D91}"/>
                  </a:ext>
                </a:extLst>
              </p:cNvPr>
              <p:cNvSpPr/>
              <p:nvPr/>
            </p:nvSpPr>
            <p:spPr>
              <a:xfrm>
                <a:off x="9036803" y="5035886"/>
                <a:ext cx="6343" cy="6345"/>
              </a:xfrm>
              <a:custGeom>
                <a:avLst/>
                <a:gdLst>
                  <a:gd name="connsiteX0" fmla="*/ 3379 w 6343"/>
                  <a:gd name="connsiteY0" fmla="*/ 6468 h 6345"/>
                  <a:gd name="connsiteX1" fmla="*/ 5621 w 6343"/>
                  <a:gd name="connsiteY1" fmla="*/ 5539 h 6345"/>
                  <a:gd name="connsiteX2" fmla="*/ 6550 w 6343"/>
                  <a:gd name="connsiteY2" fmla="*/ 3295 h 6345"/>
                  <a:gd name="connsiteX3" fmla="*/ 5621 w 6343"/>
                  <a:gd name="connsiteY3" fmla="*/ 1052 h 6345"/>
                  <a:gd name="connsiteX4" fmla="*/ 3379 w 6343"/>
                  <a:gd name="connsiteY4" fmla="*/ 123 h 6345"/>
                  <a:gd name="connsiteX5" fmla="*/ 1136 w 6343"/>
                  <a:gd name="connsiteY5" fmla="*/ 1052 h 6345"/>
                  <a:gd name="connsiteX6" fmla="*/ 207 w 6343"/>
                  <a:gd name="connsiteY6" fmla="*/ 3295 h 6345"/>
                  <a:gd name="connsiteX7" fmla="*/ 1136 w 6343"/>
                  <a:gd name="connsiteY7" fmla="*/ 5539 h 6345"/>
                  <a:gd name="connsiteX8" fmla="*/ 337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68"/>
                    </a:moveTo>
                    <a:cubicBezTo>
                      <a:pt x="4220" y="6468"/>
                      <a:pt x="5027" y="6134"/>
                      <a:pt x="5621" y="5539"/>
                    </a:cubicBezTo>
                    <a:cubicBezTo>
                      <a:pt x="6216" y="4944"/>
                      <a:pt x="6550" y="4137"/>
                      <a:pt x="6550" y="3295"/>
                    </a:cubicBezTo>
                    <a:cubicBezTo>
                      <a:pt x="6550" y="2454"/>
                      <a:pt x="6216" y="1647"/>
                      <a:pt x="5621" y="1052"/>
                    </a:cubicBezTo>
                    <a:cubicBezTo>
                      <a:pt x="5027" y="457"/>
                      <a:pt x="4220" y="123"/>
                      <a:pt x="3379" y="123"/>
                    </a:cubicBezTo>
                    <a:cubicBezTo>
                      <a:pt x="2538" y="123"/>
                      <a:pt x="1731" y="457"/>
                      <a:pt x="1136" y="1052"/>
                    </a:cubicBezTo>
                    <a:cubicBezTo>
                      <a:pt x="541" y="1647"/>
                      <a:pt x="207" y="2454"/>
                      <a:pt x="207" y="3295"/>
                    </a:cubicBezTo>
                    <a:cubicBezTo>
                      <a:pt x="207" y="4137"/>
                      <a:pt x="541" y="4944"/>
                      <a:pt x="1136" y="5539"/>
                    </a:cubicBezTo>
                    <a:cubicBezTo>
                      <a:pt x="1731" y="6134"/>
                      <a:pt x="2538" y="6468"/>
                      <a:pt x="337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31" name="Freeform: Shape 12930">
                <a:extLst>
                  <a:ext uri="{FF2B5EF4-FFF2-40B4-BE49-F238E27FC236}">
                    <a16:creationId xmlns:a16="http://schemas.microsoft.com/office/drawing/2014/main" id="{702D8612-4753-044D-2806-8D495B40BB93}"/>
                  </a:ext>
                </a:extLst>
              </p:cNvPr>
              <p:cNvSpPr/>
              <p:nvPr/>
            </p:nvSpPr>
            <p:spPr>
              <a:xfrm>
                <a:off x="9039805" y="5034295"/>
                <a:ext cx="6343" cy="6345"/>
              </a:xfrm>
              <a:custGeom>
                <a:avLst/>
                <a:gdLst>
                  <a:gd name="connsiteX0" fmla="*/ 3379 w 6343"/>
                  <a:gd name="connsiteY0" fmla="*/ 6468 h 6345"/>
                  <a:gd name="connsiteX1" fmla="*/ 5622 w 6343"/>
                  <a:gd name="connsiteY1" fmla="*/ 5539 h 6345"/>
                  <a:gd name="connsiteX2" fmla="*/ 6550 w 6343"/>
                  <a:gd name="connsiteY2" fmla="*/ 3295 h 6345"/>
                  <a:gd name="connsiteX3" fmla="*/ 5622 w 6343"/>
                  <a:gd name="connsiteY3" fmla="*/ 1052 h 6345"/>
                  <a:gd name="connsiteX4" fmla="*/ 3379 w 6343"/>
                  <a:gd name="connsiteY4" fmla="*/ 123 h 6345"/>
                  <a:gd name="connsiteX5" fmla="*/ 1136 w 6343"/>
                  <a:gd name="connsiteY5" fmla="*/ 1052 h 6345"/>
                  <a:gd name="connsiteX6" fmla="*/ 207 w 6343"/>
                  <a:gd name="connsiteY6" fmla="*/ 3295 h 6345"/>
                  <a:gd name="connsiteX7" fmla="*/ 1136 w 6343"/>
                  <a:gd name="connsiteY7" fmla="*/ 5539 h 6345"/>
                  <a:gd name="connsiteX8" fmla="*/ 337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68"/>
                    </a:moveTo>
                    <a:cubicBezTo>
                      <a:pt x="4220" y="6468"/>
                      <a:pt x="5027" y="6134"/>
                      <a:pt x="5622" y="5539"/>
                    </a:cubicBezTo>
                    <a:cubicBezTo>
                      <a:pt x="6216" y="4944"/>
                      <a:pt x="6550" y="4137"/>
                      <a:pt x="6550" y="3295"/>
                    </a:cubicBezTo>
                    <a:cubicBezTo>
                      <a:pt x="6550" y="2454"/>
                      <a:pt x="6216" y="1647"/>
                      <a:pt x="5622" y="1052"/>
                    </a:cubicBezTo>
                    <a:cubicBezTo>
                      <a:pt x="5027" y="457"/>
                      <a:pt x="4220" y="123"/>
                      <a:pt x="3379" y="123"/>
                    </a:cubicBezTo>
                    <a:cubicBezTo>
                      <a:pt x="2538" y="123"/>
                      <a:pt x="1731" y="457"/>
                      <a:pt x="1136" y="1052"/>
                    </a:cubicBezTo>
                    <a:cubicBezTo>
                      <a:pt x="542" y="1647"/>
                      <a:pt x="207" y="2454"/>
                      <a:pt x="207" y="3295"/>
                    </a:cubicBezTo>
                    <a:cubicBezTo>
                      <a:pt x="207" y="4137"/>
                      <a:pt x="542" y="4944"/>
                      <a:pt x="1136" y="5539"/>
                    </a:cubicBezTo>
                    <a:cubicBezTo>
                      <a:pt x="1731" y="6134"/>
                      <a:pt x="2538" y="6468"/>
                      <a:pt x="337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32" name="Freeform: Shape 12931">
                <a:extLst>
                  <a:ext uri="{FF2B5EF4-FFF2-40B4-BE49-F238E27FC236}">
                    <a16:creationId xmlns:a16="http://schemas.microsoft.com/office/drawing/2014/main" id="{CCA90F66-42B5-48A4-9007-777E0658B872}"/>
                  </a:ext>
                </a:extLst>
              </p:cNvPr>
              <p:cNvSpPr/>
              <p:nvPr/>
            </p:nvSpPr>
            <p:spPr>
              <a:xfrm>
                <a:off x="9043747" y="5033341"/>
                <a:ext cx="6343" cy="6345"/>
              </a:xfrm>
              <a:custGeom>
                <a:avLst/>
                <a:gdLst>
                  <a:gd name="connsiteX0" fmla="*/ 3379 w 6343"/>
                  <a:gd name="connsiteY0" fmla="*/ 6468 h 6345"/>
                  <a:gd name="connsiteX1" fmla="*/ 5622 w 6343"/>
                  <a:gd name="connsiteY1" fmla="*/ 5539 h 6345"/>
                  <a:gd name="connsiteX2" fmla="*/ 6551 w 6343"/>
                  <a:gd name="connsiteY2" fmla="*/ 3295 h 6345"/>
                  <a:gd name="connsiteX3" fmla="*/ 5622 w 6343"/>
                  <a:gd name="connsiteY3" fmla="*/ 1052 h 6345"/>
                  <a:gd name="connsiteX4" fmla="*/ 3379 w 6343"/>
                  <a:gd name="connsiteY4" fmla="*/ 122 h 6345"/>
                  <a:gd name="connsiteX5" fmla="*/ 1137 w 6343"/>
                  <a:gd name="connsiteY5" fmla="*/ 1052 h 6345"/>
                  <a:gd name="connsiteX6" fmla="*/ 208 w 6343"/>
                  <a:gd name="connsiteY6" fmla="*/ 3295 h 6345"/>
                  <a:gd name="connsiteX7" fmla="*/ 1137 w 6343"/>
                  <a:gd name="connsiteY7" fmla="*/ 5539 h 6345"/>
                  <a:gd name="connsiteX8" fmla="*/ 337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68"/>
                    </a:moveTo>
                    <a:cubicBezTo>
                      <a:pt x="4220" y="6468"/>
                      <a:pt x="5027" y="6134"/>
                      <a:pt x="5622" y="5539"/>
                    </a:cubicBezTo>
                    <a:cubicBezTo>
                      <a:pt x="6217" y="4944"/>
                      <a:pt x="6551" y="4137"/>
                      <a:pt x="6551" y="3295"/>
                    </a:cubicBezTo>
                    <a:cubicBezTo>
                      <a:pt x="6551" y="2454"/>
                      <a:pt x="6217" y="1647"/>
                      <a:pt x="5622" y="1052"/>
                    </a:cubicBezTo>
                    <a:cubicBezTo>
                      <a:pt x="5027" y="457"/>
                      <a:pt x="4220" y="122"/>
                      <a:pt x="3379" y="122"/>
                    </a:cubicBezTo>
                    <a:cubicBezTo>
                      <a:pt x="2538" y="122"/>
                      <a:pt x="1731" y="457"/>
                      <a:pt x="1137" y="1052"/>
                    </a:cubicBezTo>
                    <a:cubicBezTo>
                      <a:pt x="542" y="1647"/>
                      <a:pt x="208" y="2454"/>
                      <a:pt x="208" y="3295"/>
                    </a:cubicBezTo>
                    <a:cubicBezTo>
                      <a:pt x="208" y="4137"/>
                      <a:pt x="542" y="4944"/>
                      <a:pt x="1137" y="5539"/>
                    </a:cubicBezTo>
                    <a:cubicBezTo>
                      <a:pt x="1731" y="6134"/>
                      <a:pt x="2538" y="6468"/>
                      <a:pt x="337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33" name="Freeform: Shape 12932">
                <a:extLst>
                  <a:ext uri="{FF2B5EF4-FFF2-40B4-BE49-F238E27FC236}">
                    <a16:creationId xmlns:a16="http://schemas.microsoft.com/office/drawing/2014/main" id="{2B46880E-B932-1BDC-D23B-C657F58AEB6C}"/>
                  </a:ext>
                </a:extLst>
              </p:cNvPr>
              <p:cNvSpPr/>
              <p:nvPr/>
            </p:nvSpPr>
            <p:spPr>
              <a:xfrm>
                <a:off x="9047272" y="5032152"/>
                <a:ext cx="6343" cy="6345"/>
              </a:xfrm>
              <a:custGeom>
                <a:avLst/>
                <a:gdLst>
                  <a:gd name="connsiteX0" fmla="*/ 3380 w 6343"/>
                  <a:gd name="connsiteY0" fmla="*/ 6468 h 6345"/>
                  <a:gd name="connsiteX1" fmla="*/ 5622 w 6343"/>
                  <a:gd name="connsiteY1" fmla="*/ 5538 h 6345"/>
                  <a:gd name="connsiteX2" fmla="*/ 6551 w 6343"/>
                  <a:gd name="connsiteY2" fmla="*/ 3295 h 6345"/>
                  <a:gd name="connsiteX3" fmla="*/ 5622 w 6343"/>
                  <a:gd name="connsiteY3" fmla="*/ 1052 h 6345"/>
                  <a:gd name="connsiteX4" fmla="*/ 3380 w 6343"/>
                  <a:gd name="connsiteY4" fmla="*/ 122 h 6345"/>
                  <a:gd name="connsiteX5" fmla="*/ 1137 w 6343"/>
                  <a:gd name="connsiteY5" fmla="*/ 1052 h 6345"/>
                  <a:gd name="connsiteX6" fmla="*/ 208 w 6343"/>
                  <a:gd name="connsiteY6" fmla="*/ 3295 h 6345"/>
                  <a:gd name="connsiteX7" fmla="*/ 1137 w 6343"/>
                  <a:gd name="connsiteY7" fmla="*/ 5538 h 6345"/>
                  <a:gd name="connsiteX8" fmla="*/ 338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68"/>
                    </a:moveTo>
                    <a:cubicBezTo>
                      <a:pt x="4221" y="6468"/>
                      <a:pt x="5027" y="6133"/>
                      <a:pt x="5622" y="5538"/>
                    </a:cubicBezTo>
                    <a:cubicBezTo>
                      <a:pt x="6217" y="4944"/>
                      <a:pt x="6551" y="4136"/>
                      <a:pt x="6551" y="3295"/>
                    </a:cubicBezTo>
                    <a:cubicBezTo>
                      <a:pt x="6551" y="2454"/>
                      <a:pt x="6217" y="1647"/>
                      <a:pt x="5622" y="1052"/>
                    </a:cubicBezTo>
                    <a:cubicBezTo>
                      <a:pt x="5027" y="457"/>
                      <a:pt x="4221" y="122"/>
                      <a:pt x="3380" y="122"/>
                    </a:cubicBezTo>
                    <a:cubicBezTo>
                      <a:pt x="2538" y="122"/>
                      <a:pt x="1732" y="457"/>
                      <a:pt x="1137" y="1052"/>
                    </a:cubicBezTo>
                    <a:cubicBezTo>
                      <a:pt x="542" y="1647"/>
                      <a:pt x="208" y="2454"/>
                      <a:pt x="208" y="3295"/>
                    </a:cubicBezTo>
                    <a:cubicBezTo>
                      <a:pt x="208" y="4136"/>
                      <a:pt x="542" y="4944"/>
                      <a:pt x="1137" y="5538"/>
                    </a:cubicBezTo>
                    <a:cubicBezTo>
                      <a:pt x="1732" y="6133"/>
                      <a:pt x="2538" y="6468"/>
                      <a:pt x="338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34" name="Freeform: Shape 12933">
                <a:extLst>
                  <a:ext uri="{FF2B5EF4-FFF2-40B4-BE49-F238E27FC236}">
                    <a16:creationId xmlns:a16="http://schemas.microsoft.com/office/drawing/2014/main" id="{1A83A906-4C42-A89C-2A59-6464A6D3C327}"/>
                  </a:ext>
                </a:extLst>
              </p:cNvPr>
              <p:cNvSpPr/>
              <p:nvPr/>
            </p:nvSpPr>
            <p:spPr>
              <a:xfrm>
                <a:off x="9230353" y="5149114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1 w 6343"/>
                  <a:gd name="connsiteY5" fmla="*/ 1061 h 6345"/>
                  <a:gd name="connsiteX6" fmla="*/ 222 w 6343"/>
                  <a:gd name="connsiteY6" fmla="*/ 3304 h 6345"/>
                  <a:gd name="connsiteX7" fmla="*/ 1151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7" y="5548"/>
                    </a:cubicBezTo>
                    <a:cubicBezTo>
                      <a:pt x="6231" y="4953"/>
                      <a:pt x="6566" y="4146"/>
                      <a:pt x="6566" y="3304"/>
                    </a:cubicBezTo>
                    <a:cubicBezTo>
                      <a:pt x="6566" y="2463"/>
                      <a:pt x="6231" y="1656"/>
                      <a:pt x="5637" y="1061"/>
                    </a:cubicBezTo>
                    <a:cubicBezTo>
                      <a:pt x="5042" y="466"/>
                      <a:pt x="4235" y="132"/>
                      <a:pt x="3394" y="132"/>
                    </a:cubicBezTo>
                    <a:cubicBezTo>
                      <a:pt x="2553" y="132"/>
                      <a:pt x="1746" y="466"/>
                      <a:pt x="1151" y="1061"/>
                    </a:cubicBezTo>
                    <a:cubicBezTo>
                      <a:pt x="557" y="1656"/>
                      <a:pt x="222" y="2463"/>
                      <a:pt x="222" y="3304"/>
                    </a:cubicBezTo>
                    <a:cubicBezTo>
                      <a:pt x="222" y="4146"/>
                      <a:pt x="557" y="4953"/>
                      <a:pt x="1151" y="5548"/>
                    </a:cubicBezTo>
                    <a:cubicBezTo>
                      <a:pt x="1746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35" name="Freeform: Shape 12934">
                <a:extLst>
                  <a:ext uri="{FF2B5EF4-FFF2-40B4-BE49-F238E27FC236}">
                    <a16:creationId xmlns:a16="http://schemas.microsoft.com/office/drawing/2014/main" id="{14A1A585-630B-153E-8B92-0F8E30D212B3}"/>
                  </a:ext>
                </a:extLst>
              </p:cNvPr>
              <p:cNvSpPr/>
              <p:nvPr/>
            </p:nvSpPr>
            <p:spPr>
              <a:xfrm>
                <a:off x="9234084" y="5147845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4 w 6343"/>
                  <a:gd name="connsiteY4" fmla="*/ 131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5" y="131"/>
                      <a:pt x="3394" y="131"/>
                    </a:cubicBezTo>
                    <a:cubicBezTo>
                      <a:pt x="2553" y="131"/>
                      <a:pt x="1746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6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36" name="Freeform: Shape 12935">
                <a:extLst>
                  <a:ext uri="{FF2B5EF4-FFF2-40B4-BE49-F238E27FC236}">
                    <a16:creationId xmlns:a16="http://schemas.microsoft.com/office/drawing/2014/main" id="{B095D941-A76A-AAAA-1F73-D46350B8482D}"/>
                  </a:ext>
                </a:extLst>
              </p:cNvPr>
              <p:cNvSpPr/>
              <p:nvPr/>
            </p:nvSpPr>
            <p:spPr>
              <a:xfrm>
                <a:off x="9239807" y="5149955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5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3" y="466"/>
                      <a:pt x="4236" y="132"/>
                      <a:pt x="3395" y="132"/>
                    </a:cubicBezTo>
                    <a:cubicBezTo>
                      <a:pt x="2554" y="132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7" y="6143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37" name="Freeform: Shape 12936">
                <a:extLst>
                  <a:ext uri="{FF2B5EF4-FFF2-40B4-BE49-F238E27FC236}">
                    <a16:creationId xmlns:a16="http://schemas.microsoft.com/office/drawing/2014/main" id="{E40CE386-9370-FDD2-3290-5739378A837D}"/>
                  </a:ext>
                </a:extLst>
              </p:cNvPr>
              <p:cNvSpPr/>
              <p:nvPr/>
            </p:nvSpPr>
            <p:spPr>
              <a:xfrm>
                <a:off x="9242311" y="5149856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8 w 6343"/>
                  <a:gd name="connsiteY1" fmla="*/ 5548 h 6345"/>
                  <a:gd name="connsiteX2" fmla="*/ 6566 w 6343"/>
                  <a:gd name="connsiteY2" fmla="*/ 3304 h 6345"/>
                  <a:gd name="connsiteX3" fmla="*/ 5638 w 6343"/>
                  <a:gd name="connsiteY3" fmla="*/ 1061 h 6345"/>
                  <a:gd name="connsiteX4" fmla="*/ 3395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3"/>
                      <a:pt x="5638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8" y="1061"/>
                    </a:cubicBezTo>
                    <a:cubicBezTo>
                      <a:pt x="5043" y="466"/>
                      <a:pt x="4236" y="132"/>
                      <a:pt x="3395" y="132"/>
                    </a:cubicBezTo>
                    <a:cubicBezTo>
                      <a:pt x="2554" y="132"/>
                      <a:pt x="1747" y="466"/>
                      <a:pt x="1152" y="1061"/>
                    </a:cubicBezTo>
                    <a:cubicBezTo>
                      <a:pt x="558" y="1656"/>
                      <a:pt x="223" y="2463"/>
                      <a:pt x="223" y="3304"/>
                    </a:cubicBezTo>
                    <a:cubicBezTo>
                      <a:pt x="223" y="4146"/>
                      <a:pt x="558" y="4953"/>
                      <a:pt x="1152" y="5548"/>
                    </a:cubicBezTo>
                    <a:cubicBezTo>
                      <a:pt x="1747" y="6143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38" name="Freeform: Shape 12937">
                <a:extLst>
                  <a:ext uri="{FF2B5EF4-FFF2-40B4-BE49-F238E27FC236}">
                    <a16:creationId xmlns:a16="http://schemas.microsoft.com/office/drawing/2014/main" id="{0B2CD953-2ACE-DFD2-9352-AD8BD0CBF801}"/>
                  </a:ext>
                </a:extLst>
              </p:cNvPr>
              <p:cNvSpPr/>
              <p:nvPr/>
            </p:nvSpPr>
            <p:spPr>
              <a:xfrm>
                <a:off x="9243350" y="5148728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8 w 6343"/>
                  <a:gd name="connsiteY1" fmla="*/ 5548 h 6345"/>
                  <a:gd name="connsiteX2" fmla="*/ 6567 w 6343"/>
                  <a:gd name="connsiteY2" fmla="*/ 3304 h 6345"/>
                  <a:gd name="connsiteX3" fmla="*/ 5638 w 6343"/>
                  <a:gd name="connsiteY3" fmla="*/ 1061 h 6345"/>
                  <a:gd name="connsiteX4" fmla="*/ 3395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3"/>
                      <a:pt x="5638" y="5548"/>
                    </a:cubicBezTo>
                    <a:cubicBezTo>
                      <a:pt x="6232" y="4953"/>
                      <a:pt x="6567" y="4146"/>
                      <a:pt x="6567" y="3304"/>
                    </a:cubicBezTo>
                    <a:cubicBezTo>
                      <a:pt x="6567" y="2463"/>
                      <a:pt x="6232" y="1656"/>
                      <a:pt x="5638" y="1061"/>
                    </a:cubicBezTo>
                    <a:cubicBezTo>
                      <a:pt x="5043" y="466"/>
                      <a:pt x="4236" y="132"/>
                      <a:pt x="3395" y="132"/>
                    </a:cubicBezTo>
                    <a:cubicBezTo>
                      <a:pt x="2554" y="132"/>
                      <a:pt x="1747" y="466"/>
                      <a:pt x="1152" y="1061"/>
                    </a:cubicBezTo>
                    <a:cubicBezTo>
                      <a:pt x="558" y="1656"/>
                      <a:pt x="223" y="2463"/>
                      <a:pt x="223" y="3304"/>
                    </a:cubicBezTo>
                    <a:cubicBezTo>
                      <a:pt x="223" y="4146"/>
                      <a:pt x="558" y="4953"/>
                      <a:pt x="1152" y="5548"/>
                    </a:cubicBezTo>
                    <a:cubicBezTo>
                      <a:pt x="1747" y="6143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39" name="Freeform: Shape 12938">
                <a:extLst>
                  <a:ext uri="{FF2B5EF4-FFF2-40B4-BE49-F238E27FC236}">
                    <a16:creationId xmlns:a16="http://schemas.microsoft.com/office/drawing/2014/main" id="{6362F2F4-236B-6585-0EBA-65E0AD4C58D1}"/>
                  </a:ext>
                </a:extLst>
              </p:cNvPr>
              <p:cNvSpPr/>
              <p:nvPr/>
            </p:nvSpPr>
            <p:spPr>
              <a:xfrm>
                <a:off x="9245898" y="5148707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8 w 6343"/>
                  <a:gd name="connsiteY1" fmla="*/ 5548 h 6345"/>
                  <a:gd name="connsiteX2" fmla="*/ 6567 w 6343"/>
                  <a:gd name="connsiteY2" fmla="*/ 3304 h 6345"/>
                  <a:gd name="connsiteX3" fmla="*/ 5638 w 6343"/>
                  <a:gd name="connsiteY3" fmla="*/ 1061 h 6345"/>
                  <a:gd name="connsiteX4" fmla="*/ 3395 w 6343"/>
                  <a:gd name="connsiteY4" fmla="*/ 132 h 6345"/>
                  <a:gd name="connsiteX5" fmla="*/ 1153 w 6343"/>
                  <a:gd name="connsiteY5" fmla="*/ 1061 h 6345"/>
                  <a:gd name="connsiteX6" fmla="*/ 224 w 6343"/>
                  <a:gd name="connsiteY6" fmla="*/ 3304 h 6345"/>
                  <a:gd name="connsiteX7" fmla="*/ 1153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3"/>
                      <a:pt x="5638" y="5548"/>
                    </a:cubicBezTo>
                    <a:cubicBezTo>
                      <a:pt x="6233" y="4953"/>
                      <a:pt x="6567" y="4146"/>
                      <a:pt x="6567" y="3304"/>
                    </a:cubicBezTo>
                    <a:cubicBezTo>
                      <a:pt x="6567" y="2463"/>
                      <a:pt x="6233" y="1656"/>
                      <a:pt x="5638" y="1061"/>
                    </a:cubicBezTo>
                    <a:cubicBezTo>
                      <a:pt x="5043" y="466"/>
                      <a:pt x="4236" y="132"/>
                      <a:pt x="3395" y="132"/>
                    </a:cubicBezTo>
                    <a:cubicBezTo>
                      <a:pt x="2554" y="132"/>
                      <a:pt x="1747" y="466"/>
                      <a:pt x="1153" y="1061"/>
                    </a:cubicBezTo>
                    <a:cubicBezTo>
                      <a:pt x="558" y="1656"/>
                      <a:pt x="224" y="2463"/>
                      <a:pt x="224" y="3304"/>
                    </a:cubicBezTo>
                    <a:cubicBezTo>
                      <a:pt x="224" y="4146"/>
                      <a:pt x="558" y="4953"/>
                      <a:pt x="1153" y="5548"/>
                    </a:cubicBezTo>
                    <a:cubicBezTo>
                      <a:pt x="1747" y="6143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40" name="Freeform: Shape 12939">
                <a:extLst>
                  <a:ext uri="{FF2B5EF4-FFF2-40B4-BE49-F238E27FC236}">
                    <a16:creationId xmlns:a16="http://schemas.microsoft.com/office/drawing/2014/main" id="{7CC454C4-25F7-B94E-8D07-97AC32BFFAF7}"/>
                  </a:ext>
                </a:extLst>
              </p:cNvPr>
              <p:cNvSpPr/>
              <p:nvPr/>
            </p:nvSpPr>
            <p:spPr>
              <a:xfrm>
                <a:off x="9247741" y="5148195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8 w 6343"/>
                  <a:gd name="connsiteY1" fmla="*/ 5548 h 6345"/>
                  <a:gd name="connsiteX2" fmla="*/ 6567 w 6343"/>
                  <a:gd name="connsiteY2" fmla="*/ 3304 h 6345"/>
                  <a:gd name="connsiteX3" fmla="*/ 5638 w 6343"/>
                  <a:gd name="connsiteY3" fmla="*/ 1061 h 6345"/>
                  <a:gd name="connsiteX4" fmla="*/ 3395 w 6343"/>
                  <a:gd name="connsiteY4" fmla="*/ 131 h 6345"/>
                  <a:gd name="connsiteX5" fmla="*/ 1153 w 6343"/>
                  <a:gd name="connsiteY5" fmla="*/ 1061 h 6345"/>
                  <a:gd name="connsiteX6" fmla="*/ 224 w 6343"/>
                  <a:gd name="connsiteY6" fmla="*/ 3304 h 6345"/>
                  <a:gd name="connsiteX7" fmla="*/ 1153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3"/>
                      <a:pt x="5638" y="5548"/>
                    </a:cubicBezTo>
                    <a:cubicBezTo>
                      <a:pt x="6233" y="4953"/>
                      <a:pt x="6567" y="4146"/>
                      <a:pt x="6567" y="3304"/>
                    </a:cubicBezTo>
                    <a:cubicBezTo>
                      <a:pt x="6567" y="2463"/>
                      <a:pt x="6233" y="1656"/>
                      <a:pt x="5638" y="1061"/>
                    </a:cubicBezTo>
                    <a:cubicBezTo>
                      <a:pt x="5043" y="466"/>
                      <a:pt x="4236" y="131"/>
                      <a:pt x="3395" y="131"/>
                    </a:cubicBezTo>
                    <a:cubicBezTo>
                      <a:pt x="2554" y="131"/>
                      <a:pt x="1747" y="466"/>
                      <a:pt x="1153" y="1061"/>
                    </a:cubicBezTo>
                    <a:cubicBezTo>
                      <a:pt x="558" y="1656"/>
                      <a:pt x="224" y="2463"/>
                      <a:pt x="224" y="3304"/>
                    </a:cubicBezTo>
                    <a:cubicBezTo>
                      <a:pt x="224" y="4146"/>
                      <a:pt x="558" y="4953"/>
                      <a:pt x="1153" y="5548"/>
                    </a:cubicBezTo>
                    <a:cubicBezTo>
                      <a:pt x="1747" y="6143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41" name="Freeform: Shape 12940">
                <a:extLst>
                  <a:ext uri="{FF2B5EF4-FFF2-40B4-BE49-F238E27FC236}">
                    <a16:creationId xmlns:a16="http://schemas.microsoft.com/office/drawing/2014/main" id="{4C6BAAB7-D76A-6CAB-A529-F15C26BE951D}"/>
                  </a:ext>
                </a:extLst>
              </p:cNvPr>
              <p:cNvSpPr/>
              <p:nvPr/>
            </p:nvSpPr>
            <p:spPr>
              <a:xfrm>
                <a:off x="9283211" y="5169849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7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5" y="4954"/>
                      <a:pt x="6570" y="4147"/>
                      <a:pt x="6570" y="3306"/>
                    </a:cubicBezTo>
                    <a:cubicBezTo>
                      <a:pt x="6570" y="2464"/>
                      <a:pt x="6235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5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42" name="Freeform: Shape 12941">
                <a:extLst>
                  <a:ext uri="{FF2B5EF4-FFF2-40B4-BE49-F238E27FC236}">
                    <a16:creationId xmlns:a16="http://schemas.microsoft.com/office/drawing/2014/main" id="{357A4066-BDB0-1A65-E5B7-5DE888CF400C}"/>
                  </a:ext>
                </a:extLst>
              </p:cNvPr>
              <p:cNvSpPr/>
              <p:nvPr/>
            </p:nvSpPr>
            <p:spPr>
              <a:xfrm>
                <a:off x="9285787" y="5170276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6" y="1062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43" name="Freeform: Shape 12942">
                <a:extLst>
                  <a:ext uri="{FF2B5EF4-FFF2-40B4-BE49-F238E27FC236}">
                    <a16:creationId xmlns:a16="http://schemas.microsoft.com/office/drawing/2014/main" id="{2A453DF4-AE90-5350-1728-409A537D291D}"/>
                  </a:ext>
                </a:extLst>
              </p:cNvPr>
              <p:cNvSpPr/>
              <p:nvPr/>
            </p:nvSpPr>
            <p:spPr>
              <a:xfrm>
                <a:off x="9287133" y="5169767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44" name="Freeform: Shape 12943">
                <a:extLst>
                  <a:ext uri="{FF2B5EF4-FFF2-40B4-BE49-F238E27FC236}">
                    <a16:creationId xmlns:a16="http://schemas.microsoft.com/office/drawing/2014/main" id="{8090F697-F5C4-CF01-8E63-3F531EC945AD}"/>
                  </a:ext>
                </a:extLst>
              </p:cNvPr>
              <p:cNvSpPr/>
              <p:nvPr/>
            </p:nvSpPr>
            <p:spPr>
              <a:xfrm>
                <a:off x="9288625" y="5169386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45" name="Freeform: Shape 12944">
                <a:extLst>
                  <a:ext uri="{FF2B5EF4-FFF2-40B4-BE49-F238E27FC236}">
                    <a16:creationId xmlns:a16="http://schemas.microsoft.com/office/drawing/2014/main" id="{2031D116-713B-E409-E4A1-5A64B314DEDC}"/>
                  </a:ext>
                </a:extLst>
              </p:cNvPr>
              <p:cNvSpPr/>
              <p:nvPr/>
            </p:nvSpPr>
            <p:spPr>
              <a:xfrm>
                <a:off x="9289875" y="5168824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46" name="Freeform: Shape 12945">
                <a:extLst>
                  <a:ext uri="{FF2B5EF4-FFF2-40B4-BE49-F238E27FC236}">
                    <a16:creationId xmlns:a16="http://schemas.microsoft.com/office/drawing/2014/main" id="{39472F11-0765-B83C-3A5F-308E730186E1}"/>
                  </a:ext>
                </a:extLst>
              </p:cNvPr>
              <p:cNvSpPr/>
              <p:nvPr/>
            </p:nvSpPr>
            <p:spPr>
              <a:xfrm>
                <a:off x="9291173" y="5168311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47" name="Freeform: Shape 12946">
                <a:extLst>
                  <a:ext uri="{FF2B5EF4-FFF2-40B4-BE49-F238E27FC236}">
                    <a16:creationId xmlns:a16="http://schemas.microsoft.com/office/drawing/2014/main" id="{9882E014-0CED-2663-9E07-DEC75AFE82ED}"/>
                  </a:ext>
                </a:extLst>
              </p:cNvPr>
              <p:cNvSpPr/>
              <p:nvPr/>
            </p:nvSpPr>
            <p:spPr>
              <a:xfrm>
                <a:off x="9293093" y="5168326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0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7" y="2464"/>
                      <a:pt x="227" y="3306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48" name="Freeform: Shape 12947">
                <a:extLst>
                  <a:ext uri="{FF2B5EF4-FFF2-40B4-BE49-F238E27FC236}">
                    <a16:creationId xmlns:a16="http://schemas.microsoft.com/office/drawing/2014/main" id="{FF3FEF8E-ED7A-F3A5-9BB2-DD1EFECAF799}"/>
                  </a:ext>
                </a:extLst>
              </p:cNvPr>
              <p:cNvSpPr/>
              <p:nvPr/>
            </p:nvSpPr>
            <p:spPr>
              <a:xfrm>
                <a:off x="9296395" y="5167969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49" name="Freeform: Shape 12948">
                <a:extLst>
                  <a:ext uri="{FF2B5EF4-FFF2-40B4-BE49-F238E27FC236}">
                    <a16:creationId xmlns:a16="http://schemas.microsoft.com/office/drawing/2014/main" id="{91457829-D17A-493D-C3A8-FC8B57A3242B}"/>
                  </a:ext>
                </a:extLst>
              </p:cNvPr>
              <p:cNvSpPr/>
              <p:nvPr/>
            </p:nvSpPr>
            <p:spPr>
              <a:xfrm>
                <a:off x="9304111" y="5168475"/>
                <a:ext cx="6343" cy="6345"/>
              </a:xfrm>
              <a:custGeom>
                <a:avLst/>
                <a:gdLst>
                  <a:gd name="connsiteX0" fmla="*/ 3400 w 6343"/>
                  <a:gd name="connsiteY0" fmla="*/ 6479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9"/>
                    </a:moveTo>
                    <a:cubicBezTo>
                      <a:pt x="4241" y="6479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9"/>
                      <a:pt x="340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50" name="Freeform: Shape 12949">
                <a:extLst>
                  <a:ext uri="{FF2B5EF4-FFF2-40B4-BE49-F238E27FC236}">
                    <a16:creationId xmlns:a16="http://schemas.microsoft.com/office/drawing/2014/main" id="{5776ADC1-47E3-CDDF-82F7-0104ADD7B8E7}"/>
                  </a:ext>
                </a:extLst>
              </p:cNvPr>
              <p:cNvSpPr/>
              <p:nvPr/>
            </p:nvSpPr>
            <p:spPr>
              <a:xfrm>
                <a:off x="9304378" y="5167158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51" name="Freeform: Shape 12950">
                <a:extLst>
                  <a:ext uri="{FF2B5EF4-FFF2-40B4-BE49-F238E27FC236}">
                    <a16:creationId xmlns:a16="http://schemas.microsoft.com/office/drawing/2014/main" id="{9B388B43-5CD1-F4EA-E8AC-55C5F1BA00AB}"/>
                  </a:ext>
                </a:extLst>
              </p:cNvPr>
              <p:cNvSpPr/>
              <p:nvPr/>
            </p:nvSpPr>
            <p:spPr>
              <a:xfrm>
                <a:off x="9304106" y="5165335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52" name="Freeform: Shape 12951">
                <a:extLst>
                  <a:ext uri="{FF2B5EF4-FFF2-40B4-BE49-F238E27FC236}">
                    <a16:creationId xmlns:a16="http://schemas.microsoft.com/office/drawing/2014/main" id="{98E81917-129B-F473-48C1-494212F99351}"/>
                  </a:ext>
                </a:extLst>
              </p:cNvPr>
              <p:cNvSpPr/>
              <p:nvPr/>
            </p:nvSpPr>
            <p:spPr>
              <a:xfrm>
                <a:off x="9304352" y="5163969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53" name="Freeform: Shape 12952">
                <a:extLst>
                  <a:ext uri="{FF2B5EF4-FFF2-40B4-BE49-F238E27FC236}">
                    <a16:creationId xmlns:a16="http://schemas.microsoft.com/office/drawing/2014/main" id="{C88D791C-4AE3-DB9A-7956-7AFFB4DD6521}"/>
                  </a:ext>
                </a:extLst>
              </p:cNvPr>
              <p:cNvSpPr/>
              <p:nvPr/>
            </p:nvSpPr>
            <p:spPr>
              <a:xfrm>
                <a:off x="9302846" y="5160942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54" name="Freeform: Shape 12953">
                <a:extLst>
                  <a:ext uri="{FF2B5EF4-FFF2-40B4-BE49-F238E27FC236}">
                    <a16:creationId xmlns:a16="http://schemas.microsoft.com/office/drawing/2014/main" id="{2B4ED9C5-4F80-8A3E-2450-AFB05B7F996E}"/>
                  </a:ext>
                </a:extLst>
              </p:cNvPr>
              <p:cNvSpPr/>
              <p:nvPr/>
            </p:nvSpPr>
            <p:spPr>
              <a:xfrm>
                <a:off x="9304204" y="5160589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55" name="Freeform: Shape 12954">
                <a:extLst>
                  <a:ext uri="{FF2B5EF4-FFF2-40B4-BE49-F238E27FC236}">
                    <a16:creationId xmlns:a16="http://schemas.microsoft.com/office/drawing/2014/main" id="{4A10F2A1-B921-9B6B-3B65-07C4A5845FCD}"/>
                  </a:ext>
                </a:extLst>
              </p:cNvPr>
              <p:cNvSpPr/>
              <p:nvPr/>
            </p:nvSpPr>
            <p:spPr>
              <a:xfrm>
                <a:off x="9299852" y="5153023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399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1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2"/>
                      <a:pt x="3399" y="132"/>
                    </a:cubicBezTo>
                    <a:cubicBezTo>
                      <a:pt x="2558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56" name="Freeform: Shape 12955">
                <a:extLst>
                  <a:ext uri="{FF2B5EF4-FFF2-40B4-BE49-F238E27FC236}">
                    <a16:creationId xmlns:a16="http://schemas.microsoft.com/office/drawing/2014/main" id="{3A8C7CA6-2FC5-2655-9847-B9EBB85D925C}"/>
                  </a:ext>
                </a:extLst>
              </p:cNvPr>
              <p:cNvSpPr/>
              <p:nvPr/>
            </p:nvSpPr>
            <p:spPr>
              <a:xfrm>
                <a:off x="9298997" y="5150436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0" y="132"/>
                      <a:pt x="3399" y="132"/>
                    </a:cubicBezTo>
                    <a:cubicBezTo>
                      <a:pt x="2558" y="132"/>
                      <a:pt x="1751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1" y="6143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57" name="Freeform: Shape 12956">
                <a:extLst>
                  <a:ext uri="{FF2B5EF4-FFF2-40B4-BE49-F238E27FC236}">
                    <a16:creationId xmlns:a16="http://schemas.microsoft.com/office/drawing/2014/main" id="{B0176E7E-D7DB-D8EA-116B-591C576E0E73}"/>
                  </a:ext>
                </a:extLst>
              </p:cNvPr>
              <p:cNvSpPr/>
              <p:nvPr/>
            </p:nvSpPr>
            <p:spPr>
              <a:xfrm>
                <a:off x="9298782" y="5148448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0" y="132"/>
                      <a:pt x="3399" y="132"/>
                    </a:cubicBezTo>
                    <a:cubicBezTo>
                      <a:pt x="2558" y="132"/>
                      <a:pt x="1751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1" y="6143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58" name="Freeform: Shape 12957">
                <a:extLst>
                  <a:ext uri="{FF2B5EF4-FFF2-40B4-BE49-F238E27FC236}">
                    <a16:creationId xmlns:a16="http://schemas.microsoft.com/office/drawing/2014/main" id="{58C27A1E-9D10-1696-99CB-9B38258D2F9E}"/>
                  </a:ext>
                </a:extLst>
              </p:cNvPr>
              <p:cNvSpPr/>
              <p:nvPr/>
            </p:nvSpPr>
            <p:spPr>
              <a:xfrm>
                <a:off x="9297802" y="5145657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1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0" y="131"/>
                      <a:pt x="3399" y="131"/>
                    </a:cubicBezTo>
                    <a:cubicBezTo>
                      <a:pt x="2558" y="131"/>
                      <a:pt x="1751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59" name="Freeform: Shape 12958">
                <a:extLst>
                  <a:ext uri="{FF2B5EF4-FFF2-40B4-BE49-F238E27FC236}">
                    <a16:creationId xmlns:a16="http://schemas.microsoft.com/office/drawing/2014/main" id="{2EC347AF-9A47-295D-F3DF-78918E62A42E}"/>
                  </a:ext>
                </a:extLst>
              </p:cNvPr>
              <p:cNvSpPr/>
              <p:nvPr/>
            </p:nvSpPr>
            <p:spPr>
              <a:xfrm>
                <a:off x="9297891" y="5143915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2"/>
                      <a:pt x="6237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7" y="1060"/>
                    </a:cubicBezTo>
                    <a:cubicBezTo>
                      <a:pt x="562" y="1655"/>
                      <a:pt x="228" y="2462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60" name="Freeform: Shape 12959">
                <a:extLst>
                  <a:ext uri="{FF2B5EF4-FFF2-40B4-BE49-F238E27FC236}">
                    <a16:creationId xmlns:a16="http://schemas.microsoft.com/office/drawing/2014/main" id="{5C99C306-6F31-264D-126E-73740529D38A}"/>
                  </a:ext>
                </a:extLst>
              </p:cNvPr>
              <p:cNvSpPr/>
              <p:nvPr/>
            </p:nvSpPr>
            <p:spPr>
              <a:xfrm>
                <a:off x="9300624" y="5144897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1" y="6477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3"/>
                      <a:pt x="6237" y="1655"/>
                      <a:pt x="5642" y="1060"/>
                    </a:cubicBezTo>
                    <a:cubicBezTo>
                      <a:pt x="5047" y="466"/>
                      <a:pt x="4241" y="131"/>
                      <a:pt x="3399" y="131"/>
                    </a:cubicBezTo>
                    <a:cubicBezTo>
                      <a:pt x="2558" y="131"/>
                      <a:pt x="1752" y="466"/>
                      <a:pt x="1157" y="1060"/>
                    </a:cubicBezTo>
                    <a:cubicBezTo>
                      <a:pt x="562" y="1655"/>
                      <a:pt x="228" y="2463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2" y="6142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61" name="Freeform: Shape 12960">
                <a:extLst>
                  <a:ext uri="{FF2B5EF4-FFF2-40B4-BE49-F238E27FC236}">
                    <a16:creationId xmlns:a16="http://schemas.microsoft.com/office/drawing/2014/main" id="{559B073C-64E2-BE0B-E765-8D2F6C57ABEF}"/>
                  </a:ext>
                </a:extLst>
              </p:cNvPr>
              <p:cNvSpPr/>
              <p:nvPr/>
            </p:nvSpPr>
            <p:spPr>
              <a:xfrm>
                <a:off x="9297402" y="5137759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1 w 6343"/>
                  <a:gd name="connsiteY2" fmla="*/ 3303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3 h 6345"/>
                  <a:gd name="connsiteX7" fmla="*/ 1157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3"/>
                    </a:cubicBezTo>
                    <a:cubicBezTo>
                      <a:pt x="6571" y="2462"/>
                      <a:pt x="6237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7" y="1060"/>
                    </a:cubicBezTo>
                    <a:cubicBezTo>
                      <a:pt x="562" y="1655"/>
                      <a:pt x="228" y="2462"/>
                      <a:pt x="228" y="3303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62" name="Freeform: Shape 12961">
                <a:extLst>
                  <a:ext uri="{FF2B5EF4-FFF2-40B4-BE49-F238E27FC236}">
                    <a16:creationId xmlns:a16="http://schemas.microsoft.com/office/drawing/2014/main" id="{D4C1DE9D-29A6-6812-D442-FBFEC89A6A3B}"/>
                  </a:ext>
                </a:extLst>
              </p:cNvPr>
              <p:cNvSpPr/>
              <p:nvPr/>
            </p:nvSpPr>
            <p:spPr>
              <a:xfrm>
                <a:off x="9329802" y="5170718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7"/>
                      <a:pt x="5644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3"/>
                    </a:cubicBezTo>
                    <a:cubicBezTo>
                      <a:pt x="564" y="1657"/>
                      <a:pt x="230" y="2465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63" name="Freeform: Shape 12962">
                <a:extLst>
                  <a:ext uri="{FF2B5EF4-FFF2-40B4-BE49-F238E27FC236}">
                    <a16:creationId xmlns:a16="http://schemas.microsoft.com/office/drawing/2014/main" id="{FECA3EE7-B737-082A-1A60-AC24517613F7}"/>
                  </a:ext>
                </a:extLst>
              </p:cNvPr>
              <p:cNvSpPr/>
              <p:nvPr/>
            </p:nvSpPr>
            <p:spPr>
              <a:xfrm>
                <a:off x="9330854" y="5170337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3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7"/>
                      <a:pt x="5645" y="1062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2"/>
                    </a:cubicBezTo>
                    <a:cubicBezTo>
                      <a:pt x="564" y="1657"/>
                      <a:pt x="230" y="2465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64" name="Freeform: Shape 12963">
                <a:extLst>
                  <a:ext uri="{FF2B5EF4-FFF2-40B4-BE49-F238E27FC236}">
                    <a16:creationId xmlns:a16="http://schemas.microsoft.com/office/drawing/2014/main" id="{9EDCE721-A872-5780-A9FC-57013D7C87C9}"/>
                  </a:ext>
                </a:extLst>
              </p:cNvPr>
              <p:cNvSpPr/>
              <p:nvPr/>
            </p:nvSpPr>
            <p:spPr>
              <a:xfrm>
                <a:off x="9331823" y="5169873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65" name="Freeform: Shape 12964">
                <a:extLst>
                  <a:ext uri="{FF2B5EF4-FFF2-40B4-BE49-F238E27FC236}">
                    <a16:creationId xmlns:a16="http://schemas.microsoft.com/office/drawing/2014/main" id="{875A5437-3569-1C35-2754-67B9E558A930}"/>
                  </a:ext>
                </a:extLst>
              </p:cNvPr>
              <p:cNvSpPr/>
              <p:nvPr/>
            </p:nvSpPr>
            <p:spPr>
              <a:xfrm>
                <a:off x="9332835" y="5169462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66" name="Freeform: Shape 12965">
                <a:extLst>
                  <a:ext uri="{FF2B5EF4-FFF2-40B4-BE49-F238E27FC236}">
                    <a16:creationId xmlns:a16="http://schemas.microsoft.com/office/drawing/2014/main" id="{E2121839-0BBF-7C1F-3515-DA49F7907D5D}"/>
                  </a:ext>
                </a:extLst>
              </p:cNvPr>
              <p:cNvSpPr/>
              <p:nvPr/>
            </p:nvSpPr>
            <p:spPr>
              <a:xfrm>
                <a:off x="9335617" y="5171060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60 w 6343"/>
                  <a:gd name="connsiteY5" fmla="*/ 1063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5"/>
                      <a:pt x="6240" y="1658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60" y="1063"/>
                    </a:cubicBezTo>
                    <a:cubicBezTo>
                      <a:pt x="565" y="1658"/>
                      <a:pt x="231" y="2465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67" name="Freeform: Shape 12966">
                <a:extLst>
                  <a:ext uri="{FF2B5EF4-FFF2-40B4-BE49-F238E27FC236}">
                    <a16:creationId xmlns:a16="http://schemas.microsoft.com/office/drawing/2014/main" id="{39E45151-EC91-9656-F3D0-171FA80C1A1E}"/>
                  </a:ext>
                </a:extLst>
              </p:cNvPr>
              <p:cNvSpPr/>
              <p:nvPr/>
            </p:nvSpPr>
            <p:spPr>
              <a:xfrm>
                <a:off x="9336373" y="5170394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60 w 6343"/>
                  <a:gd name="connsiteY5" fmla="*/ 1063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5"/>
                      <a:pt x="6240" y="1657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60" y="1063"/>
                    </a:cubicBezTo>
                    <a:cubicBezTo>
                      <a:pt x="565" y="1657"/>
                      <a:pt x="231" y="2465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68" name="Freeform: Shape 12967">
                <a:extLst>
                  <a:ext uri="{FF2B5EF4-FFF2-40B4-BE49-F238E27FC236}">
                    <a16:creationId xmlns:a16="http://schemas.microsoft.com/office/drawing/2014/main" id="{0100724A-3FFC-100F-802F-300BC72B83E9}"/>
                  </a:ext>
                </a:extLst>
              </p:cNvPr>
              <p:cNvSpPr/>
              <p:nvPr/>
            </p:nvSpPr>
            <p:spPr>
              <a:xfrm>
                <a:off x="9340955" y="5166453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4" y="6478"/>
                      <a:pt x="5051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5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69" name="Freeform: Shape 12968">
                <a:extLst>
                  <a:ext uri="{FF2B5EF4-FFF2-40B4-BE49-F238E27FC236}">
                    <a16:creationId xmlns:a16="http://schemas.microsoft.com/office/drawing/2014/main" id="{7FA6322C-0F7A-6DA9-6579-60CEDDBF1C97}"/>
                  </a:ext>
                </a:extLst>
              </p:cNvPr>
              <p:cNvSpPr/>
              <p:nvPr/>
            </p:nvSpPr>
            <p:spPr>
              <a:xfrm>
                <a:off x="9346472" y="5171737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0 w 6343"/>
                  <a:gd name="connsiteY5" fmla="*/ 1063 h 6345"/>
                  <a:gd name="connsiteX6" fmla="*/ 232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0" y="4955"/>
                      <a:pt x="6575" y="4147"/>
                      <a:pt x="6575" y="3306"/>
                    </a:cubicBezTo>
                    <a:cubicBezTo>
                      <a:pt x="6575" y="2465"/>
                      <a:pt x="6240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0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7"/>
                      <a:pt x="566" y="4955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70" name="Freeform: Shape 12969">
                <a:extLst>
                  <a:ext uri="{FF2B5EF4-FFF2-40B4-BE49-F238E27FC236}">
                    <a16:creationId xmlns:a16="http://schemas.microsoft.com/office/drawing/2014/main" id="{A65250ED-6286-B088-C926-BB6D7F2A2578}"/>
                  </a:ext>
                </a:extLst>
              </p:cNvPr>
              <p:cNvSpPr/>
              <p:nvPr/>
            </p:nvSpPr>
            <p:spPr>
              <a:xfrm>
                <a:off x="9347378" y="5171333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5"/>
                      <a:pt x="6241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1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71" name="Freeform: Shape 12970">
                <a:extLst>
                  <a:ext uri="{FF2B5EF4-FFF2-40B4-BE49-F238E27FC236}">
                    <a16:creationId xmlns:a16="http://schemas.microsoft.com/office/drawing/2014/main" id="{F0A08937-0B22-4B8E-2FD5-1346156D0064}"/>
                  </a:ext>
                </a:extLst>
              </p:cNvPr>
              <p:cNvSpPr/>
              <p:nvPr/>
            </p:nvSpPr>
            <p:spPr>
              <a:xfrm>
                <a:off x="9348170" y="5170789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5"/>
                      <a:pt x="6241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1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72" name="Freeform: Shape 12971">
                <a:extLst>
                  <a:ext uri="{FF2B5EF4-FFF2-40B4-BE49-F238E27FC236}">
                    <a16:creationId xmlns:a16="http://schemas.microsoft.com/office/drawing/2014/main" id="{7EDCA697-704B-DB31-FBC4-8F7DBF28B4F4}"/>
                  </a:ext>
                </a:extLst>
              </p:cNvPr>
              <p:cNvSpPr/>
              <p:nvPr/>
            </p:nvSpPr>
            <p:spPr>
              <a:xfrm>
                <a:off x="9349307" y="5170693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5"/>
                      <a:pt x="6241" y="1657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1" y="1063"/>
                    </a:cubicBezTo>
                    <a:cubicBezTo>
                      <a:pt x="566" y="1657"/>
                      <a:pt x="232" y="2465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73" name="Freeform: Shape 12972">
                <a:extLst>
                  <a:ext uri="{FF2B5EF4-FFF2-40B4-BE49-F238E27FC236}">
                    <a16:creationId xmlns:a16="http://schemas.microsoft.com/office/drawing/2014/main" id="{CC4D8297-74C1-7CB1-9909-DC2665A0BF80}"/>
                  </a:ext>
                </a:extLst>
              </p:cNvPr>
              <p:cNvSpPr/>
              <p:nvPr/>
            </p:nvSpPr>
            <p:spPr>
              <a:xfrm>
                <a:off x="9351042" y="5171397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5" y="6479"/>
                      <a:pt x="5051" y="6144"/>
                      <a:pt x="5646" y="5549"/>
                    </a:cubicBezTo>
                    <a:cubicBezTo>
                      <a:pt x="6241" y="4955"/>
                      <a:pt x="6575" y="4147"/>
                      <a:pt x="6575" y="3306"/>
                    </a:cubicBezTo>
                    <a:cubicBezTo>
                      <a:pt x="6575" y="2465"/>
                      <a:pt x="6241" y="1658"/>
                      <a:pt x="5646" y="1063"/>
                    </a:cubicBezTo>
                    <a:cubicBezTo>
                      <a:pt x="5051" y="468"/>
                      <a:pt x="4245" y="133"/>
                      <a:pt x="3403" y="133"/>
                    </a:cubicBezTo>
                    <a:cubicBezTo>
                      <a:pt x="2562" y="133"/>
                      <a:pt x="1756" y="468"/>
                      <a:pt x="1161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7"/>
                      <a:pt x="566" y="4955"/>
                      <a:pt x="1161" y="5549"/>
                    </a:cubicBezTo>
                    <a:cubicBezTo>
                      <a:pt x="1756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74" name="Freeform: Shape 12973">
                <a:extLst>
                  <a:ext uri="{FF2B5EF4-FFF2-40B4-BE49-F238E27FC236}">
                    <a16:creationId xmlns:a16="http://schemas.microsoft.com/office/drawing/2014/main" id="{3BEE2B57-DDB9-5BD5-ED8B-4FB8CA198F24}"/>
                  </a:ext>
                </a:extLst>
              </p:cNvPr>
              <p:cNvSpPr/>
              <p:nvPr/>
            </p:nvSpPr>
            <p:spPr>
              <a:xfrm>
                <a:off x="9350715" y="5169386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5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3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75" name="Freeform: Shape 12974">
                <a:extLst>
                  <a:ext uri="{FF2B5EF4-FFF2-40B4-BE49-F238E27FC236}">
                    <a16:creationId xmlns:a16="http://schemas.microsoft.com/office/drawing/2014/main" id="{3A9E720B-E671-4FEC-D223-A663CEAFB525}"/>
                  </a:ext>
                </a:extLst>
              </p:cNvPr>
              <p:cNvSpPr/>
              <p:nvPr/>
            </p:nvSpPr>
            <p:spPr>
              <a:xfrm>
                <a:off x="9351847" y="5167694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4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76" name="Freeform: Shape 12975">
                <a:extLst>
                  <a:ext uri="{FF2B5EF4-FFF2-40B4-BE49-F238E27FC236}">
                    <a16:creationId xmlns:a16="http://schemas.microsoft.com/office/drawing/2014/main" id="{E2F8A650-B4D1-7CA8-9FA7-66BDB5A5A577}"/>
                  </a:ext>
                </a:extLst>
              </p:cNvPr>
              <p:cNvSpPr/>
              <p:nvPr/>
            </p:nvSpPr>
            <p:spPr>
              <a:xfrm>
                <a:off x="9324254" y="5127864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3 h 6345"/>
                  <a:gd name="connsiteX3" fmla="*/ 5644 w 6343"/>
                  <a:gd name="connsiteY3" fmla="*/ 1059 h 6345"/>
                  <a:gd name="connsiteX4" fmla="*/ 3401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3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3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2" y="130"/>
                      <a:pt x="3401" y="130"/>
                    </a:cubicBezTo>
                    <a:cubicBezTo>
                      <a:pt x="2560" y="130"/>
                      <a:pt x="1753" y="464"/>
                      <a:pt x="1159" y="1059"/>
                    </a:cubicBezTo>
                    <a:cubicBezTo>
                      <a:pt x="564" y="1654"/>
                      <a:pt x="230" y="2461"/>
                      <a:pt x="230" y="3303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3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77" name="Freeform: Shape 12976">
                <a:extLst>
                  <a:ext uri="{FF2B5EF4-FFF2-40B4-BE49-F238E27FC236}">
                    <a16:creationId xmlns:a16="http://schemas.microsoft.com/office/drawing/2014/main" id="{76EF06E6-0A38-6786-D388-18443BFDAD0C}"/>
                  </a:ext>
                </a:extLst>
              </p:cNvPr>
              <p:cNvSpPr/>
              <p:nvPr/>
            </p:nvSpPr>
            <p:spPr>
              <a:xfrm>
                <a:off x="9325420" y="5127332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3 h 6345"/>
                  <a:gd name="connsiteX3" fmla="*/ 5644 w 6343"/>
                  <a:gd name="connsiteY3" fmla="*/ 1059 h 6345"/>
                  <a:gd name="connsiteX4" fmla="*/ 3401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3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3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3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30"/>
                      <a:pt x="3401" y="130"/>
                    </a:cubicBezTo>
                    <a:cubicBezTo>
                      <a:pt x="2560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3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78" name="Freeform: Shape 12977">
                <a:extLst>
                  <a:ext uri="{FF2B5EF4-FFF2-40B4-BE49-F238E27FC236}">
                    <a16:creationId xmlns:a16="http://schemas.microsoft.com/office/drawing/2014/main" id="{42B7D0B8-C952-E68F-DEB5-EC81A7FF1C4B}"/>
                  </a:ext>
                </a:extLst>
              </p:cNvPr>
              <p:cNvSpPr/>
              <p:nvPr/>
            </p:nvSpPr>
            <p:spPr>
              <a:xfrm>
                <a:off x="9326373" y="5126503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30"/>
                      <a:pt x="3402" y="130"/>
                    </a:cubicBezTo>
                    <a:cubicBezTo>
                      <a:pt x="2560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0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79" name="Freeform: Shape 12978">
                <a:extLst>
                  <a:ext uri="{FF2B5EF4-FFF2-40B4-BE49-F238E27FC236}">
                    <a16:creationId xmlns:a16="http://schemas.microsoft.com/office/drawing/2014/main" id="{C2DDFA8C-3DDF-38F2-695C-50E20E588697}"/>
                  </a:ext>
                </a:extLst>
              </p:cNvPr>
              <p:cNvSpPr/>
              <p:nvPr/>
            </p:nvSpPr>
            <p:spPr>
              <a:xfrm>
                <a:off x="9327119" y="5125374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30"/>
                      <a:pt x="3402" y="130"/>
                    </a:cubicBezTo>
                    <a:cubicBezTo>
                      <a:pt x="2560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0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80" name="Freeform: Shape 12979">
                <a:extLst>
                  <a:ext uri="{FF2B5EF4-FFF2-40B4-BE49-F238E27FC236}">
                    <a16:creationId xmlns:a16="http://schemas.microsoft.com/office/drawing/2014/main" id="{9E620291-D236-DC5C-3439-7AAAE769507A}"/>
                  </a:ext>
                </a:extLst>
              </p:cNvPr>
              <p:cNvSpPr/>
              <p:nvPr/>
            </p:nvSpPr>
            <p:spPr>
              <a:xfrm>
                <a:off x="9328436" y="5125067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81" name="Freeform: Shape 12980">
                <a:extLst>
                  <a:ext uri="{FF2B5EF4-FFF2-40B4-BE49-F238E27FC236}">
                    <a16:creationId xmlns:a16="http://schemas.microsoft.com/office/drawing/2014/main" id="{EE04D58E-4894-D53B-5192-19441A608ED1}"/>
                  </a:ext>
                </a:extLst>
              </p:cNvPr>
              <p:cNvSpPr/>
              <p:nvPr/>
            </p:nvSpPr>
            <p:spPr>
              <a:xfrm>
                <a:off x="9329510" y="5124410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82" name="Freeform: Shape 12981">
                <a:extLst>
                  <a:ext uri="{FF2B5EF4-FFF2-40B4-BE49-F238E27FC236}">
                    <a16:creationId xmlns:a16="http://schemas.microsoft.com/office/drawing/2014/main" id="{F6DF96E5-9C49-7E05-1F84-C71AD321EB19}"/>
                  </a:ext>
                </a:extLst>
              </p:cNvPr>
              <p:cNvSpPr/>
              <p:nvPr/>
            </p:nvSpPr>
            <p:spPr>
              <a:xfrm>
                <a:off x="9330931" y="5124276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3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5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83" name="Freeform: Shape 12982">
                <a:extLst>
                  <a:ext uri="{FF2B5EF4-FFF2-40B4-BE49-F238E27FC236}">
                    <a16:creationId xmlns:a16="http://schemas.microsoft.com/office/drawing/2014/main" id="{75A38D65-0EEF-F524-7397-F024838E9003}"/>
                  </a:ext>
                </a:extLst>
              </p:cNvPr>
              <p:cNvSpPr/>
              <p:nvPr/>
            </p:nvSpPr>
            <p:spPr>
              <a:xfrm>
                <a:off x="9331974" y="5123583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4" y="4144"/>
                      <a:pt x="6574" y="3302"/>
                    </a:cubicBezTo>
                    <a:cubicBezTo>
                      <a:pt x="6574" y="2461"/>
                      <a:pt x="6239" y="1654"/>
                      <a:pt x="5645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84" name="Freeform: Shape 12983">
                <a:extLst>
                  <a:ext uri="{FF2B5EF4-FFF2-40B4-BE49-F238E27FC236}">
                    <a16:creationId xmlns:a16="http://schemas.microsoft.com/office/drawing/2014/main" id="{D38D6B12-E06A-7B75-6F4F-891F190C93F6}"/>
                  </a:ext>
                </a:extLst>
              </p:cNvPr>
              <p:cNvSpPr/>
              <p:nvPr/>
            </p:nvSpPr>
            <p:spPr>
              <a:xfrm>
                <a:off x="9332751" y="5122480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4" y="4144"/>
                      <a:pt x="6574" y="3302"/>
                    </a:cubicBezTo>
                    <a:cubicBezTo>
                      <a:pt x="6574" y="2461"/>
                      <a:pt x="6239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85" name="Freeform: Shape 12984">
                <a:extLst>
                  <a:ext uri="{FF2B5EF4-FFF2-40B4-BE49-F238E27FC236}">
                    <a16:creationId xmlns:a16="http://schemas.microsoft.com/office/drawing/2014/main" id="{9CF0F572-4E02-000C-02F3-A45709BEBAB1}"/>
                  </a:ext>
                </a:extLst>
              </p:cNvPr>
              <p:cNvSpPr/>
              <p:nvPr/>
            </p:nvSpPr>
            <p:spPr>
              <a:xfrm>
                <a:off x="9333671" y="5121589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1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4" y="4144"/>
                      <a:pt x="6574" y="3302"/>
                    </a:cubicBezTo>
                    <a:cubicBezTo>
                      <a:pt x="6574" y="2461"/>
                      <a:pt x="6239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86" name="Freeform: Shape 12985">
                <a:extLst>
                  <a:ext uri="{FF2B5EF4-FFF2-40B4-BE49-F238E27FC236}">
                    <a16:creationId xmlns:a16="http://schemas.microsoft.com/office/drawing/2014/main" id="{2961A226-1EF6-5346-65FC-8179B901648B}"/>
                  </a:ext>
                </a:extLst>
              </p:cNvPr>
              <p:cNvSpPr/>
              <p:nvPr/>
            </p:nvSpPr>
            <p:spPr>
              <a:xfrm>
                <a:off x="9334697" y="5120860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60 w 6343"/>
                  <a:gd name="connsiteY5" fmla="*/ 1059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40" y="4951"/>
                      <a:pt x="6574" y="4143"/>
                      <a:pt x="6574" y="3302"/>
                    </a:cubicBezTo>
                    <a:cubicBezTo>
                      <a:pt x="6574" y="2461"/>
                      <a:pt x="6240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60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3"/>
                      <a:pt x="565" y="4951"/>
                      <a:pt x="1160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87" name="Freeform: Shape 12986">
                <a:extLst>
                  <a:ext uri="{FF2B5EF4-FFF2-40B4-BE49-F238E27FC236}">
                    <a16:creationId xmlns:a16="http://schemas.microsoft.com/office/drawing/2014/main" id="{029D4955-E377-61B1-057B-4A238CFE0E50}"/>
                  </a:ext>
                </a:extLst>
              </p:cNvPr>
              <p:cNvSpPr/>
              <p:nvPr/>
            </p:nvSpPr>
            <p:spPr>
              <a:xfrm>
                <a:off x="9335729" y="5120137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60 w 6343"/>
                  <a:gd name="connsiteY5" fmla="*/ 1059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1"/>
                      <a:pt x="6240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60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88" name="Freeform: Shape 12987">
                <a:extLst>
                  <a:ext uri="{FF2B5EF4-FFF2-40B4-BE49-F238E27FC236}">
                    <a16:creationId xmlns:a16="http://schemas.microsoft.com/office/drawing/2014/main" id="{3282B325-C92C-65B5-AA3C-00CEFF1AE133}"/>
                  </a:ext>
                </a:extLst>
              </p:cNvPr>
              <p:cNvSpPr/>
              <p:nvPr/>
            </p:nvSpPr>
            <p:spPr>
              <a:xfrm>
                <a:off x="9336862" y="5119579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1"/>
                      <a:pt x="6240" y="1653"/>
                      <a:pt x="5645" y="1058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60" y="1058"/>
                    </a:cubicBezTo>
                    <a:cubicBezTo>
                      <a:pt x="565" y="1653"/>
                      <a:pt x="231" y="2461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89" name="Freeform: Shape 12988">
                <a:extLst>
                  <a:ext uri="{FF2B5EF4-FFF2-40B4-BE49-F238E27FC236}">
                    <a16:creationId xmlns:a16="http://schemas.microsoft.com/office/drawing/2014/main" id="{E92BDE19-8092-C891-13DA-1635497B5648}"/>
                  </a:ext>
                </a:extLst>
              </p:cNvPr>
              <p:cNvSpPr/>
              <p:nvPr/>
            </p:nvSpPr>
            <p:spPr>
              <a:xfrm>
                <a:off x="9337805" y="5118710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4" y="6475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2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90" name="Freeform: Shape 12989">
                <a:extLst>
                  <a:ext uri="{FF2B5EF4-FFF2-40B4-BE49-F238E27FC236}">
                    <a16:creationId xmlns:a16="http://schemas.microsoft.com/office/drawing/2014/main" id="{F96E2F38-4979-9886-25AA-F9A8461CF5D5}"/>
                  </a:ext>
                </a:extLst>
              </p:cNvPr>
              <p:cNvSpPr/>
              <p:nvPr/>
            </p:nvSpPr>
            <p:spPr>
              <a:xfrm>
                <a:off x="9338850" y="5118006"/>
                <a:ext cx="6343" cy="6345"/>
              </a:xfrm>
              <a:custGeom>
                <a:avLst/>
                <a:gdLst>
                  <a:gd name="connsiteX0" fmla="*/ 3403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3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5"/>
                    </a:moveTo>
                    <a:cubicBezTo>
                      <a:pt x="4244" y="6475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3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5"/>
                      <a:pt x="3403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91" name="Freeform: Shape 12990">
                <a:extLst>
                  <a:ext uri="{FF2B5EF4-FFF2-40B4-BE49-F238E27FC236}">
                    <a16:creationId xmlns:a16="http://schemas.microsoft.com/office/drawing/2014/main" id="{15FEEFC7-C76E-A56E-78DA-E4D6667178D9}"/>
                  </a:ext>
                </a:extLst>
              </p:cNvPr>
              <p:cNvSpPr/>
              <p:nvPr/>
            </p:nvSpPr>
            <p:spPr>
              <a:xfrm>
                <a:off x="9339300" y="5116292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3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92" name="Freeform: Shape 12991">
                <a:extLst>
                  <a:ext uri="{FF2B5EF4-FFF2-40B4-BE49-F238E27FC236}">
                    <a16:creationId xmlns:a16="http://schemas.microsoft.com/office/drawing/2014/main" id="{53AA5A44-BADC-8DDD-A4D4-CE8583032BE1}"/>
                  </a:ext>
                </a:extLst>
              </p:cNvPr>
              <p:cNvSpPr/>
              <p:nvPr/>
            </p:nvSpPr>
            <p:spPr>
              <a:xfrm>
                <a:off x="9339985" y="5114953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3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93" name="Freeform: Shape 12992">
                <a:extLst>
                  <a:ext uri="{FF2B5EF4-FFF2-40B4-BE49-F238E27FC236}">
                    <a16:creationId xmlns:a16="http://schemas.microsoft.com/office/drawing/2014/main" id="{EA3A39C6-9523-2C8C-A07F-F5AF16D5C668}"/>
                  </a:ext>
                </a:extLst>
              </p:cNvPr>
              <p:cNvSpPr/>
              <p:nvPr/>
            </p:nvSpPr>
            <p:spPr>
              <a:xfrm>
                <a:off x="9340250" y="5112862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3" y="129"/>
                    </a:cubicBezTo>
                    <a:cubicBezTo>
                      <a:pt x="2562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94" name="Freeform: Shape 12993">
                <a:extLst>
                  <a:ext uri="{FF2B5EF4-FFF2-40B4-BE49-F238E27FC236}">
                    <a16:creationId xmlns:a16="http://schemas.microsoft.com/office/drawing/2014/main" id="{D2A524F8-FA1D-3141-C990-67B2A48138F1}"/>
                  </a:ext>
                </a:extLst>
              </p:cNvPr>
              <p:cNvSpPr/>
              <p:nvPr/>
            </p:nvSpPr>
            <p:spPr>
              <a:xfrm>
                <a:off x="9340660" y="5110983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1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1" y="463"/>
                      <a:pt x="4244" y="129"/>
                      <a:pt x="3403" y="129"/>
                    </a:cubicBezTo>
                    <a:cubicBezTo>
                      <a:pt x="2562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95" name="Freeform: Shape 12994">
                <a:extLst>
                  <a:ext uri="{FF2B5EF4-FFF2-40B4-BE49-F238E27FC236}">
                    <a16:creationId xmlns:a16="http://schemas.microsoft.com/office/drawing/2014/main" id="{43F38D14-8C2C-3A91-AB35-C6A8C21EA87A}"/>
                  </a:ext>
                </a:extLst>
              </p:cNvPr>
              <p:cNvSpPr/>
              <p:nvPr/>
            </p:nvSpPr>
            <p:spPr>
              <a:xfrm>
                <a:off x="9340846" y="5108669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3 w 6343"/>
                  <a:gd name="connsiteY4" fmla="*/ 128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1" y="6139"/>
                      <a:pt x="5645" y="5545"/>
                    </a:cubicBezTo>
                    <a:cubicBezTo>
                      <a:pt x="6240" y="4950"/>
                      <a:pt x="6574" y="4142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1" y="463"/>
                      <a:pt x="4244" y="128"/>
                      <a:pt x="3403" y="128"/>
                    </a:cubicBezTo>
                    <a:cubicBezTo>
                      <a:pt x="2562" y="128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2"/>
                      <a:pt x="565" y="4950"/>
                      <a:pt x="1160" y="5545"/>
                    </a:cubicBezTo>
                    <a:cubicBezTo>
                      <a:pt x="1755" y="6139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96" name="Freeform: Shape 12995">
                <a:extLst>
                  <a:ext uri="{FF2B5EF4-FFF2-40B4-BE49-F238E27FC236}">
                    <a16:creationId xmlns:a16="http://schemas.microsoft.com/office/drawing/2014/main" id="{9646D4DA-355E-67D5-F77B-B36E193B9A4C}"/>
                  </a:ext>
                </a:extLst>
              </p:cNvPr>
              <p:cNvSpPr/>
              <p:nvPr/>
            </p:nvSpPr>
            <p:spPr>
              <a:xfrm>
                <a:off x="9341446" y="5107057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3 w 6343"/>
                  <a:gd name="connsiteY4" fmla="*/ 128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1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60"/>
                      <a:pt x="6240" y="1652"/>
                      <a:pt x="5645" y="1058"/>
                    </a:cubicBezTo>
                    <a:cubicBezTo>
                      <a:pt x="5051" y="463"/>
                      <a:pt x="4244" y="128"/>
                      <a:pt x="3403" y="128"/>
                    </a:cubicBezTo>
                    <a:cubicBezTo>
                      <a:pt x="2562" y="128"/>
                      <a:pt x="1755" y="463"/>
                      <a:pt x="1160" y="1058"/>
                    </a:cubicBezTo>
                    <a:cubicBezTo>
                      <a:pt x="565" y="1652"/>
                      <a:pt x="231" y="2460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97" name="Freeform: Shape 12996">
                <a:extLst>
                  <a:ext uri="{FF2B5EF4-FFF2-40B4-BE49-F238E27FC236}">
                    <a16:creationId xmlns:a16="http://schemas.microsoft.com/office/drawing/2014/main" id="{003848EA-CFBF-D0B1-43E3-57ABA9B3F909}"/>
                  </a:ext>
                </a:extLst>
              </p:cNvPr>
              <p:cNvSpPr/>
              <p:nvPr/>
            </p:nvSpPr>
            <p:spPr>
              <a:xfrm>
                <a:off x="9341913" y="5105173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1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1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98" name="Freeform: Shape 12997">
                <a:extLst>
                  <a:ext uri="{FF2B5EF4-FFF2-40B4-BE49-F238E27FC236}">
                    <a16:creationId xmlns:a16="http://schemas.microsoft.com/office/drawing/2014/main" id="{7EFF687E-3903-67C3-FD45-26F1C4468FB3}"/>
                  </a:ext>
                </a:extLst>
              </p:cNvPr>
              <p:cNvSpPr/>
              <p:nvPr/>
            </p:nvSpPr>
            <p:spPr>
              <a:xfrm>
                <a:off x="9343542" y="5105424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6 w 6343"/>
                  <a:gd name="connsiteY1" fmla="*/ 5544 h 6345"/>
                  <a:gd name="connsiteX2" fmla="*/ 6574 w 6343"/>
                  <a:gd name="connsiteY2" fmla="*/ 3301 h 6345"/>
                  <a:gd name="connsiteX3" fmla="*/ 5646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1" y="6139"/>
                      <a:pt x="5646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59"/>
                      <a:pt x="6240" y="1652"/>
                      <a:pt x="5646" y="1057"/>
                    </a:cubicBezTo>
                    <a:cubicBezTo>
                      <a:pt x="5051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999" name="Freeform: Shape 12998">
                <a:extLst>
                  <a:ext uri="{FF2B5EF4-FFF2-40B4-BE49-F238E27FC236}">
                    <a16:creationId xmlns:a16="http://schemas.microsoft.com/office/drawing/2014/main" id="{59AD4AD5-1491-5932-A644-F8ED4226D154}"/>
                  </a:ext>
                </a:extLst>
              </p:cNvPr>
              <p:cNvSpPr/>
              <p:nvPr/>
            </p:nvSpPr>
            <p:spPr>
              <a:xfrm>
                <a:off x="9300378" y="5020615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399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1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1"/>
                      <a:pt x="3399" y="121"/>
                    </a:cubicBezTo>
                    <a:cubicBezTo>
                      <a:pt x="2558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00" name="Freeform: Shape 12999">
                <a:extLst>
                  <a:ext uri="{FF2B5EF4-FFF2-40B4-BE49-F238E27FC236}">
                    <a16:creationId xmlns:a16="http://schemas.microsoft.com/office/drawing/2014/main" id="{DA76F0DF-2683-21C7-287D-11B60C1F2880}"/>
                  </a:ext>
                </a:extLst>
              </p:cNvPr>
              <p:cNvSpPr/>
              <p:nvPr/>
            </p:nvSpPr>
            <p:spPr>
              <a:xfrm>
                <a:off x="9302429" y="5020453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8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01" name="Freeform: Shape 13000">
                <a:extLst>
                  <a:ext uri="{FF2B5EF4-FFF2-40B4-BE49-F238E27FC236}">
                    <a16:creationId xmlns:a16="http://schemas.microsoft.com/office/drawing/2014/main" id="{87055187-F045-951C-7394-9556857A69FF}"/>
                  </a:ext>
                </a:extLst>
              </p:cNvPr>
              <p:cNvSpPr/>
              <p:nvPr/>
            </p:nvSpPr>
            <p:spPr>
              <a:xfrm>
                <a:off x="9304138" y="5019642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2"/>
                      <a:pt x="5642" y="5538"/>
                    </a:cubicBezTo>
                    <a:cubicBezTo>
                      <a:pt x="6237" y="4943"/>
                      <a:pt x="6571" y="4135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8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5"/>
                      <a:pt x="562" y="4943"/>
                      <a:pt x="1157" y="5538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02" name="Freeform: Shape 13001">
                <a:extLst>
                  <a:ext uri="{FF2B5EF4-FFF2-40B4-BE49-F238E27FC236}">
                    <a16:creationId xmlns:a16="http://schemas.microsoft.com/office/drawing/2014/main" id="{4F8C4523-D4E2-3654-CDF1-1CF26EA1B418}"/>
                  </a:ext>
                </a:extLst>
              </p:cNvPr>
              <p:cNvSpPr/>
              <p:nvPr/>
            </p:nvSpPr>
            <p:spPr>
              <a:xfrm>
                <a:off x="9304232" y="5015624"/>
                <a:ext cx="6343" cy="6345"/>
              </a:xfrm>
              <a:custGeom>
                <a:avLst/>
                <a:gdLst>
                  <a:gd name="connsiteX0" fmla="*/ 3400 w 6343"/>
                  <a:gd name="connsiteY0" fmla="*/ 6466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0 h 6345"/>
                  <a:gd name="connsiteX4" fmla="*/ 3400 w 6343"/>
                  <a:gd name="connsiteY4" fmla="*/ 121 h 6345"/>
                  <a:gd name="connsiteX5" fmla="*/ 1157 w 6343"/>
                  <a:gd name="connsiteY5" fmla="*/ 1050 h 6345"/>
                  <a:gd name="connsiteX6" fmla="*/ 228 w 6343"/>
                  <a:gd name="connsiteY6" fmla="*/ 3294 h 6345"/>
                  <a:gd name="connsiteX7" fmla="*/ 1157 w 6343"/>
                  <a:gd name="connsiteY7" fmla="*/ 5537 h 6345"/>
                  <a:gd name="connsiteX8" fmla="*/ 3400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6"/>
                    </a:moveTo>
                    <a:cubicBezTo>
                      <a:pt x="4241" y="6466"/>
                      <a:pt x="5048" y="6132"/>
                      <a:pt x="5642" y="5537"/>
                    </a:cubicBezTo>
                    <a:cubicBezTo>
                      <a:pt x="6237" y="4942"/>
                      <a:pt x="6571" y="4135"/>
                      <a:pt x="6571" y="3294"/>
                    </a:cubicBezTo>
                    <a:cubicBezTo>
                      <a:pt x="6571" y="2452"/>
                      <a:pt x="6237" y="1645"/>
                      <a:pt x="5642" y="1050"/>
                    </a:cubicBezTo>
                    <a:cubicBezTo>
                      <a:pt x="5048" y="455"/>
                      <a:pt x="4241" y="121"/>
                      <a:pt x="3400" y="121"/>
                    </a:cubicBezTo>
                    <a:cubicBezTo>
                      <a:pt x="2559" y="121"/>
                      <a:pt x="1752" y="455"/>
                      <a:pt x="1157" y="1050"/>
                    </a:cubicBezTo>
                    <a:cubicBezTo>
                      <a:pt x="562" y="1645"/>
                      <a:pt x="228" y="2452"/>
                      <a:pt x="228" y="3294"/>
                    </a:cubicBezTo>
                    <a:cubicBezTo>
                      <a:pt x="228" y="4135"/>
                      <a:pt x="562" y="4942"/>
                      <a:pt x="1157" y="5537"/>
                    </a:cubicBezTo>
                    <a:cubicBezTo>
                      <a:pt x="1752" y="6132"/>
                      <a:pt x="2559" y="6466"/>
                      <a:pt x="3400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03" name="Freeform: Shape 13002">
                <a:extLst>
                  <a:ext uri="{FF2B5EF4-FFF2-40B4-BE49-F238E27FC236}">
                    <a16:creationId xmlns:a16="http://schemas.microsoft.com/office/drawing/2014/main" id="{A073E047-4DD1-ECD1-6ADB-0FBC020BE3B8}"/>
                  </a:ext>
                </a:extLst>
              </p:cNvPr>
              <p:cNvSpPr/>
              <p:nvPr/>
            </p:nvSpPr>
            <p:spPr>
              <a:xfrm>
                <a:off x="9390340" y="517222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04" name="Freeform: Shape 13003">
                <a:extLst>
                  <a:ext uri="{FF2B5EF4-FFF2-40B4-BE49-F238E27FC236}">
                    <a16:creationId xmlns:a16="http://schemas.microsoft.com/office/drawing/2014/main" id="{D8D5FCB3-339D-36CC-0320-396EC5137674}"/>
                  </a:ext>
                </a:extLst>
              </p:cNvPr>
              <p:cNvSpPr/>
              <p:nvPr/>
            </p:nvSpPr>
            <p:spPr>
              <a:xfrm>
                <a:off x="9391014" y="517172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05" name="Freeform: Shape 13004">
                <a:extLst>
                  <a:ext uri="{FF2B5EF4-FFF2-40B4-BE49-F238E27FC236}">
                    <a16:creationId xmlns:a16="http://schemas.microsoft.com/office/drawing/2014/main" id="{FC30AFA4-E8B4-589D-BAA9-266F1FDB2DEC}"/>
                  </a:ext>
                </a:extLst>
              </p:cNvPr>
              <p:cNvSpPr/>
              <p:nvPr/>
            </p:nvSpPr>
            <p:spPr>
              <a:xfrm>
                <a:off x="9391691" y="517122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06" name="Freeform: Shape 13005">
                <a:extLst>
                  <a:ext uri="{FF2B5EF4-FFF2-40B4-BE49-F238E27FC236}">
                    <a16:creationId xmlns:a16="http://schemas.microsoft.com/office/drawing/2014/main" id="{159CEA30-1A70-AF71-2CA6-AE233D3102F5}"/>
                  </a:ext>
                </a:extLst>
              </p:cNvPr>
              <p:cNvSpPr/>
              <p:nvPr/>
            </p:nvSpPr>
            <p:spPr>
              <a:xfrm>
                <a:off x="9392590" y="517124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07" name="Freeform: Shape 13006">
                <a:extLst>
                  <a:ext uri="{FF2B5EF4-FFF2-40B4-BE49-F238E27FC236}">
                    <a16:creationId xmlns:a16="http://schemas.microsoft.com/office/drawing/2014/main" id="{CD417CE4-97F0-ECA0-1041-6A873625857E}"/>
                  </a:ext>
                </a:extLst>
              </p:cNvPr>
              <p:cNvSpPr/>
              <p:nvPr/>
            </p:nvSpPr>
            <p:spPr>
              <a:xfrm>
                <a:off x="9393439" y="517115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08" name="Freeform: Shape 13007">
                <a:extLst>
                  <a:ext uri="{FF2B5EF4-FFF2-40B4-BE49-F238E27FC236}">
                    <a16:creationId xmlns:a16="http://schemas.microsoft.com/office/drawing/2014/main" id="{3C8C1B68-DA41-F849-D9AB-C6CF1DC41FEA}"/>
                  </a:ext>
                </a:extLst>
              </p:cNvPr>
              <p:cNvSpPr/>
              <p:nvPr/>
            </p:nvSpPr>
            <p:spPr>
              <a:xfrm>
                <a:off x="9394591" y="517182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09" name="Freeform: Shape 13008">
                <a:extLst>
                  <a:ext uri="{FF2B5EF4-FFF2-40B4-BE49-F238E27FC236}">
                    <a16:creationId xmlns:a16="http://schemas.microsoft.com/office/drawing/2014/main" id="{BA067477-AFD6-3749-A341-E993779FB3BA}"/>
                  </a:ext>
                </a:extLst>
              </p:cNvPr>
              <p:cNvSpPr/>
              <p:nvPr/>
            </p:nvSpPr>
            <p:spPr>
              <a:xfrm>
                <a:off x="9395411" y="517169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5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5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10" name="Freeform: Shape 13009">
                <a:extLst>
                  <a:ext uri="{FF2B5EF4-FFF2-40B4-BE49-F238E27FC236}">
                    <a16:creationId xmlns:a16="http://schemas.microsoft.com/office/drawing/2014/main" id="{84E78A33-043C-C805-F313-41FD7CA18577}"/>
                  </a:ext>
                </a:extLst>
              </p:cNvPr>
              <p:cNvSpPr/>
              <p:nvPr/>
            </p:nvSpPr>
            <p:spPr>
              <a:xfrm>
                <a:off x="9396230" y="517157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5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5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11" name="Freeform: Shape 13010">
                <a:extLst>
                  <a:ext uri="{FF2B5EF4-FFF2-40B4-BE49-F238E27FC236}">
                    <a16:creationId xmlns:a16="http://schemas.microsoft.com/office/drawing/2014/main" id="{84F97708-B975-02F6-0678-69D4F47E7930}"/>
                  </a:ext>
                </a:extLst>
              </p:cNvPr>
              <p:cNvSpPr/>
              <p:nvPr/>
            </p:nvSpPr>
            <p:spPr>
              <a:xfrm>
                <a:off x="9397071" y="517151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5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12" name="Freeform: Shape 13011">
                <a:extLst>
                  <a:ext uri="{FF2B5EF4-FFF2-40B4-BE49-F238E27FC236}">
                    <a16:creationId xmlns:a16="http://schemas.microsoft.com/office/drawing/2014/main" id="{DFA42DB0-598E-839B-EAC4-6DE7EB6FC9F8}"/>
                  </a:ext>
                </a:extLst>
              </p:cNvPr>
              <p:cNvSpPr/>
              <p:nvPr/>
            </p:nvSpPr>
            <p:spPr>
              <a:xfrm>
                <a:off x="9397823" y="517122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13" name="Freeform: Shape 13012">
                <a:extLst>
                  <a:ext uri="{FF2B5EF4-FFF2-40B4-BE49-F238E27FC236}">
                    <a16:creationId xmlns:a16="http://schemas.microsoft.com/office/drawing/2014/main" id="{205394B5-99AB-B7E5-3517-EE6B49206928}"/>
                  </a:ext>
                </a:extLst>
              </p:cNvPr>
              <p:cNvSpPr/>
              <p:nvPr/>
            </p:nvSpPr>
            <p:spPr>
              <a:xfrm>
                <a:off x="9398880" y="517175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14" name="Freeform: Shape 13013">
                <a:extLst>
                  <a:ext uri="{FF2B5EF4-FFF2-40B4-BE49-F238E27FC236}">
                    <a16:creationId xmlns:a16="http://schemas.microsoft.com/office/drawing/2014/main" id="{A4495278-A243-E285-253A-80FF8B463B3C}"/>
                  </a:ext>
                </a:extLst>
              </p:cNvPr>
              <p:cNvSpPr/>
              <p:nvPr/>
            </p:nvSpPr>
            <p:spPr>
              <a:xfrm>
                <a:off x="9399673" y="517159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15" name="Freeform: Shape 13014">
                <a:extLst>
                  <a:ext uri="{FF2B5EF4-FFF2-40B4-BE49-F238E27FC236}">
                    <a16:creationId xmlns:a16="http://schemas.microsoft.com/office/drawing/2014/main" id="{D82219C5-787E-21E9-E10A-456377007CCB}"/>
                  </a:ext>
                </a:extLst>
              </p:cNvPr>
              <p:cNvSpPr/>
              <p:nvPr/>
            </p:nvSpPr>
            <p:spPr>
              <a:xfrm>
                <a:off x="9400550" y="517167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16" name="Freeform: Shape 13015">
                <a:extLst>
                  <a:ext uri="{FF2B5EF4-FFF2-40B4-BE49-F238E27FC236}">
                    <a16:creationId xmlns:a16="http://schemas.microsoft.com/office/drawing/2014/main" id="{CE054FBD-5971-8C3A-194B-AB8B683DC186}"/>
                  </a:ext>
                </a:extLst>
              </p:cNvPr>
              <p:cNvSpPr/>
              <p:nvPr/>
            </p:nvSpPr>
            <p:spPr>
              <a:xfrm>
                <a:off x="9401363" y="517158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17" name="Freeform: Shape 13016">
                <a:extLst>
                  <a:ext uri="{FF2B5EF4-FFF2-40B4-BE49-F238E27FC236}">
                    <a16:creationId xmlns:a16="http://schemas.microsoft.com/office/drawing/2014/main" id="{9D6F5EA3-F215-BC13-2687-2E9E140852D6}"/>
                  </a:ext>
                </a:extLst>
              </p:cNvPr>
              <p:cNvSpPr/>
              <p:nvPr/>
            </p:nvSpPr>
            <p:spPr>
              <a:xfrm>
                <a:off x="9402196" y="517155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18" name="Freeform: Shape 13017">
                <a:extLst>
                  <a:ext uri="{FF2B5EF4-FFF2-40B4-BE49-F238E27FC236}">
                    <a16:creationId xmlns:a16="http://schemas.microsoft.com/office/drawing/2014/main" id="{3EE348EE-40A2-EBFF-95E8-B72E702EBAC9}"/>
                  </a:ext>
                </a:extLst>
              </p:cNvPr>
              <p:cNvSpPr/>
              <p:nvPr/>
            </p:nvSpPr>
            <p:spPr>
              <a:xfrm>
                <a:off x="9402967" y="517135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19" name="Freeform: Shape 13018">
                <a:extLst>
                  <a:ext uri="{FF2B5EF4-FFF2-40B4-BE49-F238E27FC236}">
                    <a16:creationId xmlns:a16="http://schemas.microsoft.com/office/drawing/2014/main" id="{3CA4F760-98E3-962B-5E13-CDCADE648465}"/>
                  </a:ext>
                </a:extLst>
              </p:cNvPr>
              <p:cNvSpPr/>
              <p:nvPr/>
            </p:nvSpPr>
            <p:spPr>
              <a:xfrm>
                <a:off x="9403779" y="517128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20" name="Freeform: Shape 13019">
                <a:extLst>
                  <a:ext uri="{FF2B5EF4-FFF2-40B4-BE49-F238E27FC236}">
                    <a16:creationId xmlns:a16="http://schemas.microsoft.com/office/drawing/2014/main" id="{9244B809-7F2A-D57B-5F53-2EB119EED5B3}"/>
                  </a:ext>
                </a:extLst>
              </p:cNvPr>
              <p:cNvSpPr/>
              <p:nvPr/>
            </p:nvSpPr>
            <p:spPr>
              <a:xfrm>
                <a:off x="9404303" y="517032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21" name="Freeform: Shape 13020">
                <a:extLst>
                  <a:ext uri="{FF2B5EF4-FFF2-40B4-BE49-F238E27FC236}">
                    <a16:creationId xmlns:a16="http://schemas.microsoft.com/office/drawing/2014/main" id="{B52B3EED-3F7D-7621-295E-1C1B54D14CE7}"/>
                  </a:ext>
                </a:extLst>
              </p:cNvPr>
              <p:cNvSpPr/>
              <p:nvPr/>
            </p:nvSpPr>
            <p:spPr>
              <a:xfrm>
                <a:off x="9405156" y="517037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22" name="Freeform: Shape 13021">
                <a:extLst>
                  <a:ext uri="{FF2B5EF4-FFF2-40B4-BE49-F238E27FC236}">
                    <a16:creationId xmlns:a16="http://schemas.microsoft.com/office/drawing/2014/main" id="{EB97C154-584D-B58F-E177-B21F62D289A4}"/>
                  </a:ext>
                </a:extLst>
              </p:cNvPr>
              <p:cNvSpPr/>
              <p:nvPr/>
            </p:nvSpPr>
            <p:spPr>
              <a:xfrm>
                <a:off x="9405933" y="517019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23" name="Freeform: Shape 13022">
                <a:extLst>
                  <a:ext uri="{FF2B5EF4-FFF2-40B4-BE49-F238E27FC236}">
                    <a16:creationId xmlns:a16="http://schemas.microsoft.com/office/drawing/2014/main" id="{A820E2FA-56D8-58D1-E440-A328406D4C6C}"/>
                  </a:ext>
                </a:extLst>
              </p:cNvPr>
              <p:cNvSpPr/>
              <p:nvPr/>
            </p:nvSpPr>
            <p:spPr>
              <a:xfrm>
                <a:off x="9408771" y="517142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5"/>
                      <a:pt x="6580" y="4147"/>
                      <a:pt x="6580" y="3306"/>
                    </a:cubicBezTo>
                    <a:cubicBezTo>
                      <a:pt x="6580" y="2465"/>
                      <a:pt x="6245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1" y="1658"/>
                      <a:pt x="236" y="2465"/>
                      <a:pt x="236" y="3306"/>
                    </a:cubicBezTo>
                    <a:cubicBezTo>
                      <a:pt x="236" y="4147"/>
                      <a:pt x="571" y="4955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24" name="Freeform: Shape 13023">
                <a:extLst>
                  <a:ext uri="{FF2B5EF4-FFF2-40B4-BE49-F238E27FC236}">
                    <a16:creationId xmlns:a16="http://schemas.microsoft.com/office/drawing/2014/main" id="{BCB6012B-7266-C132-06BE-997B2A52230E}"/>
                  </a:ext>
                </a:extLst>
              </p:cNvPr>
              <p:cNvSpPr/>
              <p:nvPr/>
            </p:nvSpPr>
            <p:spPr>
              <a:xfrm>
                <a:off x="9409761" y="517204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50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7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50"/>
                    </a:cubicBezTo>
                    <a:cubicBezTo>
                      <a:pt x="6245" y="4955"/>
                      <a:pt x="6580" y="4147"/>
                      <a:pt x="6580" y="3306"/>
                    </a:cubicBezTo>
                    <a:cubicBezTo>
                      <a:pt x="6580" y="2465"/>
                      <a:pt x="6245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1" y="1658"/>
                      <a:pt x="237" y="2465"/>
                      <a:pt x="237" y="3306"/>
                    </a:cubicBezTo>
                    <a:cubicBezTo>
                      <a:pt x="237" y="4147"/>
                      <a:pt x="571" y="4955"/>
                      <a:pt x="1165" y="5550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25" name="Freeform: Shape 13024">
                <a:extLst>
                  <a:ext uri="{FF2B5EF4-FFF2-40B4-BE49-F238E27FC236}">
                    <a16:creationId xmlns:a16="http://schemas.microsoft.com/office/drawing/2014/main" id="{ED2CE085-0017-687A-06AE-73D876AE6AE9}"/>
                  </a:ext>
                </a:extLst>
              </p:cNvPr>
              <p:cNvSpPr/>
              <p:nvPr/>
            </p:nvSpPr>
            <p:spPr>
              <a:xfrm>
                <a:off x="9410410" y="517147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6 w 6343"/>
                  <a:gd name="connsiteY5" fmla="*/ 1063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5"/>
                      <a:pt x="6580" y="4147"/>
                      <a:pt x="6580" y="3306"/>
                    </a:cubicBezTo>
                    <a:cubicBezTo>
                      <a:pt x="6580" y="2465"/>
                      <a:pt x="6246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3"/>
                    </a:cubicBezTo>
                    <a:cubicBezTo>
                      <a:pt x="571" y="1658"/>
                      <a:pt x="237" y="2465"/>
                      <a:pt x="237" y="3306"/>
                    </a:cubicBezTo>
                    <a:cubicBezTo>
                      <a:pt x="237" y="4147"/>
                      <a:pt x="571" y="4955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26" name="Freeform: Shape 13025">
                <a:extLst>
                  <a:ext uri="{FF2B5EF4-FFF2-40B4-BE49-F238E27FC236}">
                    <a16:creationId xmlns:a16="http://schemas.microsoft.com/office/drawing/2014/main" id="{B09FBB3A-E3D5-2207-7DAA-332EBCABA770}"/>
                  </a:ext>
                </a:extLst>
              </p:cNvPr>
              <p:cNvSpPr/>
              <p:nvPr/>
            </p:nvSpPr>
            <p:spPr>
              <a:xfrm>
                <a:off x="9412121" y="5171845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50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6 w 6343"/>
                  <a:gd name="connsiteY5" fmla="*/ 1063 h 6345"/>
                  <a:gd name="connsiteX6" fmla="*/ 237 w 6343"/>
                  <a:gd name="connsiteY6" fmla="*/ 3306 h 6345"/>
                  <a:gd name="connsiteX7" fmla="*/ 1166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50"/>
                    </a:cubicBezTo>
                    <a:cubicBezTo>
                      <a:pt x="6246" y="4955"/>
                      <a:pt x="6580" y="4147"/>
                      <a:pt x="6580" y="3306"/>
                    </a:cubicBezTo>
                    <a:cubicBezTo>
                      <a:pt x="6580" y="2465"/>
                      <a:pt x="6246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3"/>
                    </a:cubicBezTo>
                    <a:cubicBezTo>
                      <a:pt x="571" y="1658"/>
                      <a:pt x="237" y="2465"/>
                      <a:pt x="237" y="3306"/>
                    </a:cubicBezTo>
                    <a:cubicBezTo>
                      <a:pt x="237" y="4147"/>
                      <a:pt x="571" y="4955"/>
                      <a:pt x="1166" y="5550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27" name="Freeform: Shape 13026">
                <a:extLst>
                  <a:ext uri="{FF2B5EF4-FFF2-40B4-BE49-F238E27FC236}">
                    <a16:creationId xmlns:a16="http://schemas.microsoft.com/office/drawing/2014/main" id="{B03E7D5D-2EEB-4FE3-8827-F02F2FACAC79}"/>
                  </a:ext>
                </a:extLst>
              </p:cNvPr>
              <p:cNvSpPr/>
              <p:nvPr/>
            </p:nvSpPr>
            <p:spPr>
              <a:xfrm>
                <a:off x="9412778" y="517128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6 w 6343"/>
                  <a:gd name="connsiteY5" fmla="*/ 1063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3"/>
                    </a:cubicBezTo>
                    <a:cubicBezTo>
                      <a:pt x="571" y="1658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28" name="Freeform: Shape 13027">
                <a:extLst>
                  <a:ext uri="{FF2B5EF4-FFF2-40B4-BE49-F238E27FC236}">
                    <a16:creationId xmlns:a16="http://schemas.microsoft.com/office/drawing/2014/main" id="{C540014D-6526-5D9B-F521-8C8BCF9EA799}"/>
                  </a:ext>
                </a:extLst>
              </p:cNvPr>
              <p:cNvSpPr/>
              <p:nvPr/>
            </p:nvSpPr>
            <p:spPr>
              <a:xfrm>
                <a:off x="9414482" y="5168371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50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50" y="133"/>
                      <a:pt x="3408" y="133"/>
                    </a:cubicBezTo>
                    <a:cubicBezTo>
                      <a:pt x="2567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29" name="Freeform: Shape 13028">
                <a:extLst>
                  <a:ext uri="{FF2B5EF4-FFF2-40B4-BE49-F238E27FC236}">
                    <a16:creationId xmlns:a16="http://schemas.microsoft.com/office/drawing/2014/main" id="{499AC436-1AC1-4B21-6630-F44684A47519}"/>
                  </a:ext>
                </a:extLst>
              </p:cNvPr>
              <p:cNvSpPr/>
              <p:nvPr/>
            </p:nvSpPr>
            <p:spPr>
              <a:xfrm>
                <a:off x="9391337" y="5058019"/>
                <a:ext cx="6343" cy="6345"/>
              </a:xfrm>
              <a:custGeom>
                <a:avLst/>
                <a:gdLst>
                  <a:gd name="connsiteX0" fmla="*/ 3407 w 6343"/>
                  <a:gd name="connsiteY0" fmla="*/ 6470 h 6345"/>
                  <a:gd name="connsiteX1" fmla="*/ 5649 w 6343"/>
                  <a:gd name="connsiteY1" fmla="*/ 5541 h 6345"/>
                  <a:gd name="connsiteX2" fmla="*/ 6578 w 6343"/>
                  <a:gd name="connsiteY2" fmla="*/ 3297 h 6345"/>
                  <a:gd name="connsiteX3" fmla="*/ 5649 w 6343"/>
                  <a:gd name="connsiteY3" fmla="*/ 1054 h 6345"/>
                  <a:gd name="connsiteX4" fmla="*/ 3407 w 6343"/>
                  <a:gd name="connsiteY4" fmla="*/ 124 h 6345"/>
                  <a:gd name="connsiteX5" fmla="*/ 1164 w 6343"/>
                  <a:gd name="connsiteY5" fmla="*/ 1054 h 6345"/>
                  <a:gd name="connsiteX6" fmla="*/ 235 w 6343"/>
                  <a:gd name="connsiteY6" fmla="*/ 3297 h 6345"/>
                  <a:gd name="connsiteX7" fmla="*/ 1164 w 6343"/>
                  <a:gd name="connsiteY7" fmla="*/ 5541 h 6345"/>
                  <a:gd name="connsiteX8" fmla="*/ 3407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0"/>
                    </a:moveTo>
                    <a:cubicBezTo>
                      <a:pt x="4248" y="6470"/>
                      <a:pt x="5055" y="6135"/>
                      <a:pt x="5649" y="5541"/>
                    </a:cubicBezTo>
                    <a:cubicBezTo>
                      <a:pt x="6244" y="4946"/>
                      <a:pt x="6578" y="4139"/>
                      <a:pt x="6578" y="3297"/>
                    </a:cubicBezTo>
                    <a:cubicBezTo>
                      <a:pt x="6578" y="2456"/>
                      <a:pt x="6244" y="1649"/>
                      <a:pt x="5649" y="1054"/>
                    </a:cubicBezTo>
                    <a:cubicBezTo>
                      <a:pt x="5055" y="459"/>
                      <a:pt x="4248" y="124"/>
                      <a:pt x="3407" y="124"/>
                    </a:cubicBezTo>
                    <a:cubicBezTo>
                      <a:pt x="2566" y="124"/>
                      <a:pt x="1759" y="459"/>
                      <a:pt x="1164" y="1054"/>
                    </a:cubicBezTo>
                    <a:cubicBezTo>
                      <a:pt x="569" y="1649"/>
                      <a:pt x="235" y="2456"/>
                      <a:pt x="235" y="3297"/>
                    </a:cubicBezTo>
                    <a:cubicBezTo>
                      <a:pt x="235" y="4139"/>
                      <a:pt x="569" y="4946"/>
                      <a:pt x="1164" y="5541"/>
                    </a:cubicBezTo>
                    <a:cubicBezTo>
                      <a:pt x="1759" y="6135"/>
                      <a:pt x="2566" y="6470"/>
                      <a:pt x="3407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30" name="Freeform: Shape 13029">
                <a:extLst>
                  <a:ext uri="{FF2B5EF4-FFF2-40B4-BE49-F238E27FC236}">
                    <a16:creationId xmlns:a16="http://schemas.microsoft.com/office/drawing/2014/main" id="{AD139ED5-27E4-D2C1-69AC-7022AB6BA66A}"/>
                  </a:ext>
                </a:extLst>
              </p:cNvPr>
              <p:cNvSpPr/>
              <p:nvPr/>
            </p:nvSpPr>
            <p:spPr>
              <a:xfrm>
                <a:off x="9391846" y="5053389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5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5" y="458"/>
                      <a:pt x="4248" y="124"/>
                      <a:pt x="3407" y="124"/>
                    </a:cubicBezTo>
                    <a:cubicBezTo>
                      <a:pt x="2566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6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31" name="Freeform: Shape 13030">
                <a:extLst>
                  <a:ext uri="{FF2B5EF4-FFF2-40B4-BE49-F238E27FC236}">
                    <a16:creationId xmlns:a16="http://schemas.microsoft.com/office/drawing/2014/main" id="{89D2DFA2-15C8-AB7F-2698-0D218A0744AF}"/>
                  </a:ext>
                </a:extLst>
              </p:cNvPr>
              <p:cNvSpPr/>
              <p:nvPr/>
            </p:nvSpPr>
            <p:spPr>
              <a:xfrm>
                <a:off x="9417625" y="5167918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32" name="Freeform: Shape 13031">
                <a:extLst>
                  <a:ext uri="{FF2B5EF4-FFF2-40B4-BE49-F238E27FC236}">
                    <a16:creationId xmlns:a16="http://schemas.microsoft.com/office/drawing/2014/main" id="{9AE73CBF-2B75-8A08-7034-A69637F421E7}"/>
                  </a:ext>
                </a:extLst>
              </p:cNvPr>
              <p:cNvSpPr/>
              <p:nvPr/>
            </p:nvSpPr>
            <p:spPr>
              <a:xfrm>
                <a:off x="9389445" y="5026661"/>
                <a:ext cx="6343" cy="6345"/>
              </a:xfrm>
              <a:custGeom>
                <a:avLst/>
                <a:gdLst>
                  <a:gd name="connsiteX0" fmla="*/ 3406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5 h 6345"/>
                  <a:gd name="connsiteX3" fmla="*/ 5649 w 6343"/>
                  <a:gd name="connsiteY3" fmla="*/ 1051 h 6345"/>
                  <a:gd name="connsiteX4" fmla="*/ 3406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5 h 6345"/>
                  <a:gd name="connsiteX7" fmla="*/ 1164 w 6343"/>
                  <a:gd name="connsiteY7" fmla="*/ 5538 h 6345"/>
                  <a:gd name="connsiteX8" fmla="*/ 3406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7"/>
                    </a:moveTo>
                    <a:cubicBezTo>
                      <a:pt x="4248" y="6467"/>
                      <a:pt x="5054" y="6133"/>
                      <a:pt x="5649" y="5538"/>
                    </a:cubicBezTo>
                    <a:cubicBezTo>
                      <a:pt x="6244" y="4943"/>
                      <a:pt x="6578" y="4136"/>
                      <a:pt x="6578" y="3295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4" y="456"/>
                      <a:pt x="4248" y="122"/>
                      <a:pt x="3406" y="122"/>
                    </a:cubicBezTo>
                    <a:cubicBezTo>
                      <a:pt x="2565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5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5" y="6467"/>
                      <a:pt x="3406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33" name="Freeform: Shape 13032">
                <a:extLst>
                  <a:ext uri="{FF2B5EF4-FFF2-40B4-BE49-F238E27FC236}">
                    <a16:creationId xmlns:a16="http://schemas.microsoft.com/office/drawing/2014/main" id="{6812F030-F3DF-835D-6F47-5250CA3CA9C9}"/>
                  </a:ext>
                </a:extLst>
              </p:cNvPr>
              <p:cNvSpPr/>
              <p:nvPr/>
            </p:nvSpPr>
            <p:spPr>
              <a:xfrm>
                <a:off x="9390723" y="5024501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4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4" y="456"/>
                      <a:pt x="4248" y="122"/>
                      <a:pt x="3407" y="122"/>
                    </a:cubicBezTo>
                    <a:cubicBezTo>
                      <a:pt x="2565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5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34" name="Freeform: Shape 13033">
                <a:extLst>
                  <a:ext uri="{FF2B5EF4-FFF2-40B4-BE49-F238E27FC236}">
                    <a16:creationId xmlns:a16="http://schemas.microsoft.com/office/drawing/2014/main" id="{9DF649B1-4BDD-D478-8162-33F47C17091A}"/>
                  </a:ext>
                </a:extLst>
              </p:cNvPr>
              <p:cNvSpPr/>
              <p:nvPr/>
            </p:nvSpPr>
            <p:spPr>
              <a:xfrm>
                <a:off x="9392342" y="5023994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35" name="Freeform: Shape 13034">
                <a:extLst>
                  <a:ext uri="{FF2B5EF4-FFF2-40B4-BE49-F238E27FC236}">
                    <a16:creationId xmlns:a16="http://schemas.microsoft.com/office/drawing/2014/main" id="{C76932F6-326F-C427-BA03-8239B74C8ABE}"/>
                  </a:ext>
                </a:extLst>
              </p:cNvPr>
              <p:cNvSpPr/>
              <p:nvPr/>
            </p:nvSpPr>
            <p:spPr>
              <a:xfrm>
                <a:off x="9393862" y="5022947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36" name="Freeform: Shape 13035">
                <a:extLst>
                  <a:ext uri="{FF2B5EF4-FFF2-40B4-BE49-F238E27FC236}">
                    <a16:creationId xmlns:a16="http://schemas.microsoft.com/office/drawing/2014/main" id="{6F1DC2D1-890C-761A-85B2-73331D1F1132}"/>
                  </a:ext>
                </a:extLst>
              </p:cNvPr>
              <p:cNvSpPr/>
              <p:nvPr/>
            </p:nvSpPr>
            <p:spPr>
              <a:xfrm>
                <a:off x="9395317" y="5021480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4" y="4943"/>
                      <a:pt x="6579" y="4136"/>
                      <a:pt x="6579" y="3294"/>
                    </a:cubicBezTo>
                    <a:cubicBezTo>
                      <a:pt x="6579" y="2453"/>
                      <a:pt x="6244" y="1646"/>
                      <a:pt x="5650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70" y="1646"/>
                      <a:pt x="235" y="2453"/>
                      <a:pt x="235" y="3294"/>
                    </a:cubicBezTo>
                    <a:cubicBezTo>
                      <a:pt x="235" y="4136"/>
                      <a:pt x="570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37" name="Freeform: Shape 13036">
                <a:extLst>
                  <a:ext uri="{FF2B5EF4-FFF2-40B4-BE49-F238E27FC236}">
                    <a16:creationId xmlns:a16="http://schemas.microsoft.com/office/drawing/2014/main" id="{89809F0C-291F-8F80-D8BD-CCFE30C355F7}"/>
                  </a:ext>
                </a:extLst>
              </p:cNvPr>
              <p:cNvSpPr/>
              <p:nvPr/>
            </p:nvSpPr>
            <p:spPr>
              <a:xfrm>
                <a:off x="9396862" y="5020450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6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4" y="4943"/>
                      <a:pt x="6579" y="4136"/>
                      <a:pt x="6579" y="3294"/>
                    </a:cubicBezTo>
                    <a:cubicBezTo>
                      <a:pt x="6579" y="2453"/>
                      <a:pt x="6244" y="1646"/>
                      <a:pt x="5650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1"/>
                    </a:cubicBezTo>
                    <a:cubicBezTo>
                      <a:pt x="570" y="1646"/>
                      <a:pt x="236" y="2453"/>
                      <a:pt x="236" y="3294"/>
                    </a:cubicBezTo>
                    <a:cubicBezTo>
                      <a:pt x="236" y="4136"/>
                      <a:pt x="570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38" name="Freeform: Shape 13037">
                <a:extLst>
                  <a:ext uri="{FF2B5EF4-FFF2-40B4-BE49-F238E27FC236}">
                    <a16:creationId xmlns:a16="http://schemas.microsoft.com/office/drawing/2014/main" id="{CC12B9FE-6323-B6E9-DFF8-C5E53CD86C10}"/>
                  </a:ext>
                </a:extLst>
              </p:cNvPr>
              <p:cNvSpPr/>
              <p:nvPr/>
            </p:nvSpPr>
            <p:spPr>
              <a:xfrm>
                <a:off x="9398326" y="5018877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1 h 6345"/>
                  <a:gd name="connsiteX5" fmla="*/ 1165 w 6343"/>
                  <a:gd name="connsiteY5" fmla="*/ 1051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3"/>
                      <a:pt x="6245" y="1646"/>
                      <a:pt x="5650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5" y="1051"/>
                    </a:cubicBezTo>
                    <a:cubicBezTo>
                      <a:pt x="570" y="1646"/>
                      <a:pt x="236" y="2453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39" name="Freeform: Shape 13038">
                <a:extLst>
                  <a:ext uri="{FF2B5EF4-FFF2-40B4-BE49-F238E27FC236}">
                    <a16:creationId xmlns:a16="http://schemas.microsoft.com/office/drawing/2014/main" id="{74D883F9-E904-8992-3689-2E6BB1A7E640}"/>
                  </a:ext>
                </a:extLst>
              </p:cNvPr>
              <p:cNvSpPr/>
              <p:nvPr/>
            </p:nvSpPr>
            <p:spPr>
              <a:xfrm>
                <a:off x="9399876" y="5017741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3"/>
                      <a:pt x="6245" y="1645"/>
                      <a:pt x="5650" y="1050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5" y="1050"/>
                    </a:cubicBezTo>
                    <a:cubicBezTo>
                      <a:pt x="570" y="1645"/>
                      <a:pt x="236" y="2453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40" name="Freeform: Shape 13039">
                <a:extLst>
                  <a:ext uri="{FF2B5EF4-FFF2-40B4-BE49-F238E27FC236}">
                    <a16:creationId xmlns:a16="http://schemas.microsoft.com/office/drawing/2014/main" id="{38D1C28B-8E3D-367E-5A6D-039B42F50B54}"/>
                  </a:ext>
                </a:extLst>
              </p:cNvPr>
              <p:cNvSpPr/>
              <p:nvPr/>
            </p:nvSpPr>
            <p:spPr>
              <a:xfrm>
                <a:off x="9401154" y="5014772"/>
                <a:ext cx="6343" cy="6345"/>
              </a:xfrm>
              <a:custGeom>
                <a:avLst/>
                <a:gdLst>
                  <a:gd name="connsiteX0" fmla="*/ 3407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6"/>
                    </a:moveTo>
                    <a:cubicBezTo>
                      <a:pt x="4249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9" y="121"/>
                      <a:pt x="3407" y="121"/>
                    </a:cubicBezTo>
                    <a:cubicBezTo>
                      <a:pt x="2566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6"/>
                      <a:pt x="340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41" name="Freeform: Shape 13040">
                <a:extLst>
                  <a:ext uri="{FF2B5EF4-FFF2-40B4-BE49-F238E27FC236}">
                    <a16:creationId xmlns:a16="http://schemas.microsoft.com/office/drawing/2014/main" id="{0B6D43A6-CCE2-55BB-922B-D90483476CBC}"/>
                  </a:ext>
                </a:extLst>
              </p:cNvPr>
              <p:cNvSpPr/>
              <p:nvPr/>
            </p:nvSpPr>
            <p:spPr>
              <a:xfrm>
                <a:off x="9425845" y="5164002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42" name="Freeform: Shape 13041">
                <a:extLst>
                  <a:ext uri="{FF2B5EF4-FFF2-40B4-BE49-F238E27FC236}">
                    <a16:creationId xmlns:a16="http://schemas.microsoft.com/office/drawing/2014/main" id="{1EA04B17-60CB-4A89-0DDD-C095A3633FF1}"/>
                  </a:ext>
                </a:extLst>
              </p:cNvPr>
              <p:cNvSpPr/>
              <p:nvPr/>
            </p:nvSpPr>
            <p:spPr>
              <a:xfrm>
                <a:off x="9426735" y="5164567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43" name="Freeform: Shape 13042">
                <a:extLst>
                  <a:ext uri="{FF2B5EF4-FFF2-40B4-BE49-F238E27FC236}">
                    <a16:creationId xmlns:a16="http://schemas.microsoft.com/office/drawing/2014/main" id="{C992A713-40DC-06FC-7B5B-2F7FE5E542F6}"/>
                  </a:ext>
                </a:extLst>
              </p:cNvPr>
              <p:cNvSpPr/>
              <p:nvPr/>
            </p:nvSpPr>
            <p:spPr>
              <a:xfrm>
                <a:off x="9427218" y="5162059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44" name="Freeform: Shape 13043">
                <a:extLst>
                  <a:ext uri="{FF2B5EF4-FFF2-40B4-BE49-F238E27FC236}">
                    <a16:creationId xmlns:a16="http://schemas.microsoft.com/office/drawing/2014/main" id="{48DB4CEC-EF4B-F859-206E-F04D6AA26622}"/>
                  </a:ext>
                </a:extLst>
              </p:cNvPr>
              <p:cNvSpPr/>
              <p:nvPr/>
            </p:nvSpPr>
            <p:spPr>
              <a:xfrm>
                <a:off x="9427967" y="5161463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10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45" name="Freeform: Shape 13044">
                <a:extLst>
                  <a:ext uri="{FF2B5EF4-FFF2-40B4-BE49-F238E27FC236}">
                    <a16:creationId xmlns:a16="http://schemas.microsoft.com/office/drawing/2014/main" id="{D105F1FB-8C5E-30C7-2834-7CB5EAF70A13}"/>
                  </a:ext>
                </a:extLst>
              </p:cNvPr>
              <p:cNvSpPr/>
              <p:nvPr/>
            </p:nvSpPr>
            <p:spPr>
              <a:xfrm>
                <a:off x="9428874" y="5162167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10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46" name="Freeform: Shape 13045">
                <a:extLst>
                  <a:ext uri="{FF2B5EF4-FFF2-40B4-BE49-F238E27FC236}">
                    <a16:creationId xmlns:a16="http://schemas.microsoft.com/office/drawing/2014/main" id="{BD777CEC-7AA5-40DD-8DEA-DC0883E85592}"/>
                  </a:ext>
                </a:extLst>
              </p:cNvPr>
              <p:cNvSpPr/>
              <p:nvPr/>
            </p:nvSpPr>
            <p:spPr>
              <a:xfrm>
                <a:off x="9429601" y="5161333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47" name="Freeform: Shape 13046">
                <a:extLst>
                  <a:ext uri="{FF2B5EF4-FFF2-40B4-BE49-F238E27FC236}">
                    <a16:creationId xmlns:a16="http://schemas.microsoft.com/office/drawing/2014/main" id="{244AFCEE-0634-6950-8A47-C34AEDA669D1}"/>
                  </a:ext>
                </a:extLst>
              </p:cNvPr>
              <p:cNvSpPr/>
              <p:nvPr/>
            </p:nvSpPr>
            <p:spPr>
              <a:xfrm>
                <a:off x="9430395" y="5161060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48" name="Freeform: Shape 13047">
                <a:extLst>
                  <a:ext uri="{FF2B5EF4-FFF2-40B4-BE49-F238E27FC236}">
                    <a16:creationId xmlns:a16="http://schemas.microsoft.com/office/drawing/2014/main" id="{082859DD-2CFA-5290-6C0D-C839D7924443}"/>
                  </a:ext>
                </a:extLst>
              </p:cNvPr>
              <p:cNvSpPr/>
              <p:nvPr/>
            </p:nvSpPr>
            <p:spPr>
              <a:xfrm>
                <a:off x="9431242" y="5161286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49" name="Freeform: Shape 13048">
                <a:extLst>
                  <a:ext uri="{FF2B5EF4-FFF2-40B4-BE49-F238E27FC236}">
                    <a16:creationId xmlns:a16="http://schemas.microsoft.com/office/drawing/2014/main" id="{E4D68029-9543-8BAF-BCBA-644111B88EFD}"/>
                  </a:ext>
                </a:extLst>
              </p:cNvPr>
              <p:cNvSpPr/>
              <p:nvPr/>
            </p:nvSpPr>
            <p:spPr>
              <a:xfrm>
                <a:off x="9432067" y="5161331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50" name="Freeform: Shape 13049">
                <a:extLst>
                  <a:ext uri="{FF2B5EF4-FFF2-40B4-BE49-F238E27FC236}">
                    <a16:creationId xmlns:a16="http://schemas.microsoft.com/office/drawing/2014/main" id="{E9E78EE6-596E-92EC-5345-5672EB4B0554}"/>
                  </a:ext>
                </a:extLst>
              </p:cNvPr>
              <p:cNvSpPr/>
              <p:nvPr/>
            </p:nvSpPr>
            <p:spPr>
              <a:xfrm>
                <a:off x="9432892" y="5161382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1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8" y="2464"/>
                      <a:pt x="238" y="3305"/>
                    </a:cubicBezTo>
                    <a:cubicBezTo>
                      <a:pt x="238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51" name="Freeform: Shape 13050">
                <a:extLst>
                  <a:ext uri="{FF2B5EF4-FFF2-40B4-BE49-F238E27FC236}">
                    <a16:creationId xmlns:a16="http://schemas.microsoft.com/office/drawing/2014/main" id="{B057505C-2ED4-BCDE-16C5-382AE3D01873}"/>
                  </a:ext>
                </a:extLst>
              </p:cNvPr>
              <p:cNvSpPr/>
              <p:nvPr/>
            </p:nvSpPr>
            <p:spPr>
              <a:xfrm>
                <a:off x="9433750" y="5161871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2" y="4147"/>
                      <a:pt x="6582" y="3305"/>
                    </a:cubicBezTo>
                    <a:cubicBezTo>
                      <a:pt x="6582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8" y="2464"/>
                      <a:pt x="238" y="3305"/>
                    </a:cubicBezTo>
                    <a:cubicBezTo>
                      <a:pt x="238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52" name="Freeform: Shape 13051">
                <a:extLst>
                  <a:ext uri="{FF2B5EF4-FFF2-40B4-BE49-F238E27FC236}">
                    <a16:creationId xmlns:a16="http://schemas.microsoft.com/office/drawing/2014/main" id="{A2ED7534-7366-0586-773E-B0002BB511DE}"/>
                  </a:ext>
                </a:extLst>
              </p:cNvPr>
              <p:cNvSpPr/>
              <p:nvPr/>
            </p:nvSpPr>
            <p:spPr>
              <a:xfrm>
                <a:off x="9434647" y="5162985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2" y="4147"/>
                      <a:pt x="6582" y="3305"/>
                    </a:cubicBezTo>
                    <a:cubicBezTo>
                      <a:pt x="6582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8" y="2464"/>
                      <a:pt x="238" y="3305"/>
                    </a:cubicBezTo>
                    <a:cubicBezTo>
                      <a:pt x="238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53" name="Freeform: Shape 13052">
                <a:extLst>
                  <a:ext uri="{FF2B5EF4-FFF2-40B4-BE49-F238E27FC236}">
                    <a16:creationId xmlns:a16="http://schemas.microsoft.com/office/drawing/2014/main" id="{E2B69F15-FE58-4477-7CAF-C1A3D45E2258}"/>
                  </a:ext>
                </a:extLst>
              </p:cNvPr>
              <p:cNvSpPr/>
              <p:nvPr/>
            </p:nvSpPr>
            <p:spPr>
              <a:xfrm>
                <a:off x="9435581" y="5164849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9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54" name="Freeform: Shape 13053">
                <a:extLst>
                  <a:ext uri="{FF2B5EF4-FFF2-40B4-BE49-F238E27FC236}">
                    <a16:creationId xmlns:a16="http://schemas.microsoft.com/office/drawing/2014/main" id="{2965CAFB-ACDC-70D4-1B4E-14C188AB7227}"/>
                  </a:ext>
                </a:extLst>
              </p:cNvPr>
              <p:cNvSpPr/>
              <p:nvPr/>
            </p:nvSpPr>
            <p:spPr>
              <a:xfrm>
                <a:off x="9436495" y="5166781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55" name="Freeform: Shape 13054">
                <a:extLst>
                  <a:ext uri="{FF2B5EF4-FFF2-40B4-BE49-F238E27FC236}">
                    <a16:creationId xmlns:a16="http://schemas.microsoft.com/office/drawing/2014/main" id="{C83A4C4D-2EE2-BF79-21C1-BCB3DC3229DF}"/>
                  </a:ext>
                </a:extLst>
              </p:cNvPr>
              <p:cNvSpPr/>
              <p:nvPr/>
            </p:nvSpPr>
            <p:spPr>
              <a:xfrm>
                <a:off x="9433096" y="5065636"/>
                <a:ext cx="6343" cy="6345"/>
              </a:xfrm>
              <a:custGeom>
                <a:avLst/>
                <a:gdLst>
                  <a:gd name="connsiteX0" fmla="*/ 3410 w 6343"/>
                  <a:gd name="connsiteY0" fmla="*/ 6470 h 6345"/>
                  <a:gd name="connsiteX1" fmla="*/ 5653 w 6343"/>
                  <a:gd name="connsiteY1" fmla="*/ 5541 h 6345"/>
                  <a:gd name="connsiteX2" fmla="*/ 6581 w 6343"/>
                  <a:gd name="connsiteY2" fmla="*/ 3298 h 6345"/>
                  <a:gd name="connsiteX3" fmla="*/ 5653 w 6343"/>
                  <a:gd name="connsiteY3" fmla="*/ 1054 h 6345"/>
                  <a:gd name="connsiteX4" fmla="*/ 3410 w 6343"/>
                  <a:gd name="connsiteY4" fmla="*/ 125 h 6345"/>
                  <a:gd name="connsiteX5" fmla="*/ 1167 w 6343"/>
                  <a:gd name="connsiteY5" fmla="*/ 1054 h 6345"/>
                  <a:gd name="connsiteX6" fmla="*/ 238 w 6343"/>
                  <a:gd name="connsiteY6" fmla="*/ 3298 h 6345"/>
                  <a:gd name="connsiteX7" fmla="*/ 1167 w 6343"/>
                  <a:gd name="connsiteY7" fmla="*/ 5541 h 6345"/>
                  <a:gd name="connsiteX8" fmla="*/ 3410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0"/>
                    </a:moveTo>
                    <a:cubicBezTo>
                      <a:pt x="4251" y="6470"/>
                      <a:pt x="5058" y="6136"/>
                      <a:pt x="5653" y="5541"/>
                    </a:cubicBezTo>
                    <a:cubicBezTo>
                      <a:pt x="6247" y="4946"/>
                      <a:pt x="6581" y="4139"/>
                      <a:pt x="6581" y="3298"/>
                    </a:cubicBezTo>
                    <a:cubicBezTo>
                      <a:pt x="6581" y="2456"/>
                      <a:pt x="6247" y="1649"/>
                      <a:pt x="5653" y="1054"/>
                    </a:cubicBezTo>
                    <a:cubicBezTo>
                      <a:pt x="5058" y="459"/>
                      <a:pt x="4251" y="125"/>
                      <a:pt x="3410" y="125"/>
                    </a:cubicBezTo>
                    <a:cubicBezTo>
                      <a:pt x="2569" y="125"/>
                      <a:pt x="1762" y="459"/>
                      <a:pt x="1167" y="1054"/>
                    </a:cubicBezTo>
                    <a:cubicBezTo>
                      <a:pt x="573" y="1649"/>
                      <a:pt x="238" y="2456"/>
                      <a:pt x="238" y="3298"/>
                    </a:cubicBezTo>
                    <a:cubicBezTo>
                      <a:pt x="238" y="4139"/>
                      <a:pt x="573" y="4946"/>
                      <a:pt x="1167" y="5541"/>
                    </a:cubicBezTo>
                    <a:cubicBezTo>
                      <a:pt x="1762" y="6136"/>
                      <a:pt x="2569" y="6470"/>
                      <a:pt x="3410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56" name="Freeform: Shape 13055">
                <a:extLst>
                  <a:ext uri="{FF2B5EF4-FFF2-40B4-BE49-F238E27FC236}">
                    <a16:creationId xmlns:a16="http://schemas.microsoft.com/office/drawing/2014/main" id="{7A5BCC91-E644-A2B7-18D4-1316925EE91E}"/>
                  </a:ext>
                </a:extLst>
              </p:cNvPr>
              <p:cNvSpPr/>
              <p:nvPr/>
            </p:nvSpPr>
            <p:spPr>
              <a:xfrm>
                <a:off x="9434547" y="5066750"/>
                <a:ext cx="6343" cy="6345"/>
              </a:xfrm>
              <a:custGeom>
                <a:avLst/>
                <a:gdLst>
                  <a:gd name="connsiteX0" fmla="*/ 3410 w 6343"/>
                  <a:gd name="connsiteY0" fmla="*/ 6470 h 6345"/>
                  <a:gd name="connsiteX1" fmla="*/ 5653 w 6343"/>
                  <a:gd name="connsiteY1" fmla="*/ 5541 h 6345"/>
                  <a:gd name="connsiteX2" fmla="*/ 6582 w 6343"/>
                  <a:gd name="connsiteY2" fmla="*/ 3298 h 6345"/>
                  <a:gd name="connsiteX3" fmla="*/ 5653 w 6343"/>
                  <a:gd name="connsiteY3" fmla="*/ 1054 h 6345"/>
                  <a:gd name="connsiteX4" fmla="*/ 3410 w 6343"/>
                  <a:gd name="connsiteY4" fmla="*/ 125 h 6345"/>
                  <a:gd name="connsiteX5" fmla="*/ 1167 w 6343"/>
                  <a:gd name="connsiteY5" fmla="*/ 1054 h 6345"/>
                  <a:gd name="connsiteX6" fmla="*/ 238 w 6343"/>
                  <a:gd name="connsiteY6" fmla="*/ 3298 h 6345"/>
                  <a:gd name="connsiteX7" fmla="*/ 1167 w 6343"/>
                  <a:gd name="connsiteY7" fmla="*/ 5541 h 6345"/>
                  <a:gd name="connsiteX8" fmla="*/ 3410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0"/>
                    </a:moveTo>
                    <a:cubicBezTo>
                      <a:pt x="4251" y="6470"/>
                      <a:pt x="5058" y="6136"/>
                      <a:pt x="5653" y="5541"/>
                    </a:cubicBezTo>
                    <a:cubicBezTo>
                      <a:pt x="6247" y="4946"/>
                      <a:pt x="6582" y="4139"/>
                      <a:pt x="6582" y="3298"/>
                    </a:cubicBezTo>
                    <a:cubicBezTo>
                      <a:pt x="6582" y="2456"/>
                      <a:pt x="6247" y="1649"/>
                      <a:pt x="5653" y="1054"/>
                    </a:cubicBezTo>
                    <a:cubicBezTo>
                      <a:pt x="5058" y="459"/>
                      <a:pt x="4251" y="125"/>
                      <a:pt x="3410" y="125"/>
                    </a:cubicBezTo>
                    <a:cubicBezTo>
                      <a:pt x="2569" y="125"/>
                      <a:pt x="1762" y="459"/>
                      <a:pt x="1167" y="1054"/>
                    </a:cubicBezTo>
                    <a:cubicBezTo>
                      <a:pt x="573" y="1649"/>
                      <a:pt x="238" y="2456"/>
                      <a:pt x="238" y="3298"/>
                    </a:cubicBezTo>
                    <a:cubicBezTo>
                      <a:pt x="238" y="4139"/>
                      <a:pt x="573" y="4946"/>
                      <a:pt x="1167" y="5541"/>
                    </a:cubicBezTo>
                    <a:cubicBezTo>
                      <a:pt x="1762" y="6136"/>
                      <a:pt x="2569" y="6470"/>
                      <a:pt x="3410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57" name="Freeform: Shape 13056">
                <a:extLst>
                  <a:ext uri="{FF2B5EF4-FFF2-40B4-BE49-F238E27FC236}">
                    <a16:creationId xmlns:a16="http://schemas.microsoft.com/office/drawing/2014/main" id="{C5312564-FF7A-27BC-A30F-0FC93F41803B}"/>
                  </a:ext>
                </a:extLst>
              </p:cNvPr>
              <p:cNvSpPr/>
              <p:nvPr/>
            </p:nvSpPr>
            <p:spPr>
              <a:xfrm>
                <a:off x="9437341" y="5066832"/>
                <a:ext cx="6343" cy="6345"/>
              </a:xfrm>
              <a:custGeom>
                <a:avLst/>
                <a:gdLst>
                  <a:gd name="connsiteX0" fmla="*/ 3410 w 6343"/>
                  <a:gd name="connsiteY0" fmla="*/ 6470 h 6345"/>
                  <a:gd name="connsiteX1" fmla="*/ 5653 w 6343"/>
                  <a:gd name="connsiteY1" fmla="*/ 5541 h 6345"/>
                  <a:gd name="connsiteX2" fmla="*/ 6582 w 6343"/>
                  <a:gd name="connsiteY2" fmla="*/ 3298 h 6345"/>
                  <a:gd name="connsiteX3" fmla="*/ 5653 w 6343"/>
                  <a:gd name="connsiteY3" fmla="*/ 1054 h 6345"/>
                  <a:gd name="connsiteX4" fmla="*/ 3410 w 6343"/>
                  <a:gd name="connsiteY4" fmla="*/ 125 h 6345"/>
                  <a:gd name="connsiteX5" fmla="*/ 1168 w 6343"/>
                  <a:gd name="connsiteY5" fmla="*/ 1054 h 6345"/>
                  <a:gd name="connsiteX6" fmla="*/ 239 w 6343"/>
                  <a:gd name="connsiteY6" fmla="*/ 3298 h 6345"/>
                  <a:gd name="connsiteX7" fmla="*/ 1168 w 6343"/>
                  <a:gd name="connsiteY7" fmla="*/ 5541 h 6345"/>
                  <a:gd name="connsiteX8" fmla="*/ 3410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0"/>
                    </a:moveTo>
                    <a:cubicBezTo>
                      <a:pt x="4251" y="6470"/>
                      <a:pt x="5058" y="6136"/>
                      <a:pt x="5653" y="5541"/>
                    </a:cubicBezTo>
                    <a:cubicBezTo>
                      <a:pt x="6248" y="4946"/>
                      <a:pt x="6582" y="4139"/>
                      <a:pt x="6582" y="3298"/>
                    </a:cubicBezTo>
                    <a:cubicBezTo>
                      <a:pt x="6582" y="2456"/>
                      <a:pt x="6248" y="1649"/>
                      <a:pt x="5653" y="1054"/>
                    </a:cubicBezTo>
                    <a:cubicBezTo>
                      <a:pt x="5058" y="459"/>
                      <a:pt x="4251" y="125"/>
                      <a:pt x="3410" y="125"/>
                    </a:cubicBezTo>
                    <a:cubicBezTo>
                      <a:pt x="2569" y="125"/>
                      <a:pt x="1762" y="459"/>
                      <a:pt x="1168" y="1054"/>
                    </a:cubicBezTo>
                    <a:cubicBezTo>
                      <a:pt x="573" y="1649"/>
                      <a:pt x="239" y="2456"/>
                      <a:pt x="239" y="3298"/>
                    </a:cubicBezTo>
                    <a:cubicBezTo>
                      <a:pt x="239" y="4139"/>
                      <a:pt x="573" y="4946"/>
                      <a:pt x="1168" y="5541"/>
                    </a:cubicBezTo>
                    <a:cubicBezTo>
                      <a:pt x="1762" y="6136"/>
                      <a:pt x="2569" y="6470"/>
                      <a:pt x="3410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58" name="Freeform: Shape 13057">
                <a:extLst>
                  <a:ext uri="{FF2B5EF4-FFF2-40B4-BE49-F238E27FC236}">
                    <a16:creationId xmlns:a16="http://schemas.microsoft.com/office/drawing/2014/main" id="{92219C92-BC4E-2907-37C9-0434FB7A1D63}"/>
                  </a:ext>
                </a:extLst>
              </p:cNvPr>
              <p:cNvSpPr/>
              <p:nvPr/>
            </p:nvSpPr>
            <p:spPr>
              <a:xfrm>
                <a:off x="9438741" y="5067042"/>
                <a:ext cx="6343" cy="6345"/>
              </a:xfrm>
              <a:custGeom>
                <a:avLst/>
                <a:gdLst>
                  <a:gd name="connsiteX0" fmla="*/ 3410 w 6343"/>
                  <a:gd name="connsiteY0" fmla="*/ 6471 h 6345"/>
                  <a:gd name="connsiteX1" fmla="*/ 5653 w 6343"/>
                  <a:gd name="connsiteY1" fmla="*/ 5541 h 6345"/>
                  <a:gd name="connsiteX2" fmla="*/ 6582 w 6343"/>
                  <a:gd name="connsiteY2" fmla="*/ 3298 h 6345"/>
                  <a:gd name="connsiteX3" fmla="*/ 5653 w 6343"/>
                  <a:gd name="connsiteY3" fmla="*/ 1054 h 6345"/>
                  <a:gd name="connsiteX4" fmla="*/ 3410 w 6343"/>
                  <a:gd name="connsiteY4" fmla="*/ 125 h 6345"/>
                  <a:gd name="connsiteX5" fmla="*/ 1168 w 6343"/>
                  <a:gd name="connsiteY5" fmla="*/ 1054 h 6345"/>
                  <a:gd name="connsiteX6" fmla="*/ 239 w 6343"/>
                  <a:gd name="connsiteY6" fmla="*/ 3298 h 6345"/>
                  <a:gd name="connsiteX7" fmla="*/ 1168 w 6343"/>
                  <a:gd name="connsiteY7" fmla="*/ 5541 h 6345"/>
                  <a:gd name="connsiteX8" fmla="*/ 3410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1"/>
                    </a:moveTo>
                    <a:cubicBezTo>
                      <a:pt x="4251" y="6471"/>
                      <a:pt x="5058" y="6136"/>
                      <a:pt x="5653" y="5541"/>
                    </a:cubicBezTo>
                    <a:cubicBezTo>
                      <a:pt x="6248" y="4946"/>
                      <a:pt x="6582" y="4139"/>
                      <a:pt x="6582" y="3298"/>
                    </a:cubicBezTo>
                    <a:cubicBezTo>
                      <a:pt x="6582" y="2456"/>
                      <a:pt x="6248" y="1649"/>
                      <a:pt x="5653" y="1054"/>
                    </a:cubicBezTo>
                    <a:cubicBezTo>
                      <a:pt x="5058" y="459"/>
                      <a:pt x="4251" y="125"/>
                      <a:pt x="3410" y="125"/>
                    </a:cubicBezTo>
                    <a:cubicBezTo>
                      <a:pt x="2569" y="125"/>
                      <a:pt x="1762" y="459"/>
                      <a:pt x="1168" y="1054"/>
                    </a:cubicBezTo>
                    <a:cubicBezTo>
                      <a:pt x="573" y="1649"/>
                      <a:pt x="239" y="2456"/>
                      <a:pt x="239" y="3298"/>
                    </a:cubicBezTo>
                    <a:cubicBezTo>
                      <a:pt x="239" y="4139"/>
                      <a:pt x="573" y="4946"/>
                      <a:pt x="1168" y="5541"/>
                    </a:cubicBezTo>
                    <a:cubicBezTo>
                      <a:pt x="1762" y="6136"/>
                      <a:pt x="2569" y="6471"/>
                      <a:pt x="3410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59" name="Freeform: Shape 13058">
                <a:extLst>
                  <a:ext uri="{FF2B5EF4-FFF2-40B4-BE49-F238E27FC236}">
                    <a16:creationId xmlns:a16="http://schemas.microsoft.com/office/drawing/2014/main" id="{B81C7370-C7CF-BE4D-5FD7-F24AEC828C2C}"/>
                  </a:ext>
                </a:extLst>
              </p:cNvPr>
              <p:cNvSpPr/>
              <p:nvPr/>
            </p:nvSpPr>
            <p:spPr>
              <a:xfrm>
                <a:off x="9441960" y="5166374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60" name="Freeform: Shape 13059">
                <a:extLst>
                  <a:ext uri="{FF2B5EF4-FFF2-40B4-BE49-F238E27FC236}">
                    <a16:creationId xmlns:a16="http://schemas.microsoft.com/office/drawing/2014/main" id="{5DE1CF5A-C585-6FF2-B12C-A35776FE6545}"/>
                  </a:ext>
                </a:extLst>
              </p:cNvPr>
              <p:cNvSpPr/>
              <p:nvPr/>
            </p:nvSpPr>
            <p:spPr>
              <a:xfrm>
                <a:off x="9442739" y="5166051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61" name="Freeform: Shape 13060">
                <a:extLst>
                  <a:ext uri="{FF2B5EF4-FFF2-40B4-BE49-F238E27FC236}">
                    <a16:creationId xmlns:a16="http://schemas.microsoft.com/office/drawing/2014/main" id="{D075FED7-2D66-5028-F6CF-D87951426B5E}"/>
                  </a:ext>
                </a:extLst>
              </p:cNvPr>
              <p:cNvSpPr/>
              <p:nvPr/>
            </p:nvSpPr>
            <p:spPr>
              <a:xfrm>
                <a:off x="9443532" y="5167410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62" name="Freeform: Shape 13061">
                <a:extLst>
                  <a:ext uri="{FF2B5EF4-FFF2-40B4-BE49-F238E27FC236}">
                    <a16:creationId xmlns:a16="http://schemas.microsoft.com/office/drawing/2014/main" id="{2BEC131D-AE92-D233-B039-1514ED844B6F}"/>
                  </a:ext>
                </a:extLst>
              </p:cNvPr>
              <p:cNvSpPr/>
              <p:nvPr/>
            </p:nvSpPr>
            <p:spPr>
              <a:xfrm>
                <a:off x="9444308" y="5167282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63" name="Freeform: Shape 13062">
                <a:extLst>
                  <a:ext uri="{FF2B5EF4-FFF2-40B4-BE49-F238E27FC236}">
                    <a16:creationId xmlns:a16="http://schemas.microsoft.com/office/drawing/2014/main" id="{44AC7AC8-6BC6-71CF-5A9A-D94B33B951D1}"/>
                  </a:ext>
                </a:extLst>
              </p:cNvPr>
              <p:cNvSpPr/>
              <p:nvPr/>
            </p:nvSpPr>
            <p:spPr>
              <a:xfrm>
                <a:off x="9448198" y="5167216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40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8" y="4954"/>
                      <a:pt x="6583" y="4147"/>
                      <a:pt x="6583" y="3306"/>
                    </a:cubicBezTo>
                    <a:cubicBezTo>
                      <a:pt x="6583" y="2464"/>
                      <a:pt x="6248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64" name="Freeform: Shape 13063">
                <a:extLst>
                  <a:ext uri="{FF2B5EF4-FFF2-40B4-BE49-F238E27FC236}">
                    <a16:creationId xmlns:a16="http://schemas.microsoft.com/office/drawing/2014/main" id="{70C1D7A7-4514-3414-C9BE-8AD71C864097}"/>
                  </a:ext>
                </a:extLst>
              </p:cNvPr>
              <p:cNvSpPr/>
              <p:nvPr/>
            </p:nvSpPr>
            <p:spPr>
              <a:xfrm>
                <a:off x="9449037" y="5165566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65" name="Freeform: Shape 13064">
                <a:extLst>
                  <a:ext uri="{FF2B5EF4-FFF2-40B4-BE49-F238E27FC236}">
                    <a16:creationId xmlns:a16="http://schemas.microsoft.com/office/drawing/2014/main" id="{443D3C6B-18B0-5D48-97C3-E52C9BD6DE18}"/>
                  </a:ext>
                </a:extLst>
              </p:cNvPr>
              <p:cNvSpPr/>
              <p:nvPr/>
            </p:nvSpPr>
            <p:spPr>
              <a:xfrm>
                <a:off x="9449934" y="5163052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66" name="Freeform: Shape 13065">
                <a:extLst>
                  <a:ext uri="{FF2B5EF4-FFF2-40B4-BE49-F238E27FC236}">
                    <a16:creationId xmlns:a16="http://schemas.microsoft.com/office/drawing/2014/main" id="{C5CCE4B6-F6B3-307F-8499-EA7BE3A55E43}"/>
                  </a:ext>
                </a:extLst>
              </p:cNvPr>
              <p:cNvSpPr/>
              <p:nvPr/>
            </p:nvSpPr>
            <p:spPr>
              <a:xfrm>
                <a:off x="9450871" y="5160359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2"/>
                      <a:pt x="3411" y="132"/>
                    </a:cubicBezTo>
                    <a:cubicBezTo>
                      <a:pt x="2570" y="132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67" name="Freeform: Shape 13066">
                <a:extLst>
                  <a:ext uri="{FF2B5EF4-FFF2-40B4-BE49-F238E27FC236}">
                    <a16:creationId xmlns:a16="http://schemas.microsoft.com/office/drawing/2014/main" id="{1BDB341C-5FF5-6767-022D-465E5916B5C1}"/>
                  </a:ext>
                </a:extLst>
              </p:cNvPr>
              <p:cNvSpPr/>
              <p:nvPr/>
            </p:nvSpPr>
            <p:spPr>
              <a:xfrm>
                <a:off x="9451770" y="5158975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8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8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3" y="6478"/>
                      <a:pt x="5059" y="6143"/>
                      <a:pt x="5654" y="5548"/>
                    </a:cubicBezTo>
                    <a:cubicBezTo>
                      <a:pt x="6249" y="4954"/>
                      <a:pt x="6583" y="4146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2"/>
                      <a:pt x="3411" y="132"/>
                    </a:cubicBezTo>
                    <a:cubicBezTo>
                      <a:pt x="2570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6"/>
                      <a:pt x="574" y="4954"/>
                      <a:pt x="1169" y="5548"/>
                    </a:cubicBezTo>
                    <a:cubicBezTo>
                      <a:pt x="1764" y="6143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68" name="Freeform: Shape 13067">
                <a:extLst>
                  <a:ext uri="{FF2B5EF4-FFF2-40B4-BE49-F238E27FC236}">
                    <a16:creationId xmlns:a16="http://schemas.microsoft.com/office/drawing/2014/main" id="{C37DBB69-7A55-C199-F2FC-7B3BF98E3C5B}"/>
                  </a:ext>
                </a:extLst>
              </p:cNvPr>
              <p:cNvSpPr/>
              <p:nvPr/>
            </p:nvSpPr>
            <p:spPr>
              <a:xfrm>
                <a:off x="9452567" y="5159519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3" y="6478"/>
                      <a:pt x="5059" y="6143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2"/>
                      <a:pt x="3411" y="132"/>
                    </a:cubicBezTo>
                    <a:cubicBezTo>
                      <a:pt x="2570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3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69" name="Freeform: Shape 13068">
                <a:extLst>
                  <a:ext uri="{FF2B5EF4-FFF2-40B4-BE49-F238E27FC236}">
                    <a16:creationId xmlns:a16="http://schemas.microsoft.com/office/drawing/2014/main" id="{3637B47C-EFD2-B371-2EF0-4FB00F401CBA}"/>
                  </a:ext>
                </a:extLst>
              </p:cNvPr>
              <p:cNvSpPr/>
              <p:nvPr/>
            </p:nvSpPr>
            <p:spPr>
              <a:xfrm>
                <a:off x="9455011" y="5160064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70" name="Freeform: Shape 13069">
                <a:extLst>
                  <a:ext uri="{FF2B5EF4-FFF2-40B4-BE49-F238E27FC236}">
                    <a16:creationId xmlns:a16="http://schemas.microsoft.com/office/drawing/2014/main" id="{9916CFD5-8898-C59E-03D0-20FB3C090123}"/>
                  </a:ext>
                </a:extLst>
              </p:cNvPr>
              <p:cNvSpPr/>
              <p:nvPr/>
            </p:nvSpPr>
            <p:spPr>
              <a:xfrm>
                <a:off x="9455859" y="5159823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71" name="Freeform: Shape 13070">
                <a:extLst>
                  <a:ext uri="{FF2B5EF4-FFF2-40B4-BE49-F238E27FC236}">
                    <a16:creationId xmlns:a16="http://schemas.microsoft.com/office/drawing/2014/main" id="{38715124-802E-07C7-3D71-298B3E6B19A6}"/>
                  </a:ext>
                </a:extLst>
              </p:cNvPr>
              <p:cNvSpPr/>
              <p:nvPr/>
            </p:nvSpPr>
            <p:spPr>
              <a:xfrm>
                <a:off x="9456670" y="5160019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72" name="Freeform: Shape 13071">
                <a:extLst>
                  <a:ext uri="{FF2B5EF4-FFF2-40B4-BE49-F238E27FC236}">
                    <a16:creationId xmlns:a16="http://schemas.microsoft.com/office/drawing/2014/main" id="{7DD104B4-5B2E-F3D1-D789-C56CDF5B8B7B}"/>
                  </a:ext>
                </a:extLst>
              </p:cNvPr>
              <p:cNvSpPr/>
              <p:nvPr/>
            </p:nvSpPr>
            <p:spPr>
              <a:xfrm>
                <a:off x="9457492" y="5160097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73" name="Freeform: Shape 13072">
                <a:extLst>
                  <a:ext uri="{FF2B5EF4-FFF2-40B4-BE49-F238E27FC236}">
                    <a16:creationId xmlns:a16="http://schemas.microsoft.com/office/drawing/2014/main" id="{8CF76FD8-F812-17FC-13C2-AC545A93949B}"/>
                  </a:ext>
                </a:extLst>
              </p:cNvPr>
              <p:cNvSpPr/>
              <p:nvPr/>
            </p:nvSpPr>
            <p:spPr>
              <a:xfrm>
                <a:off x="9458319" y="5160119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3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5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74" name="Freeform: Shape 13073">
                <a:extLst>
                  <a:ext uri="{FF2B5EF4-FFF2-40B4-BE49-F238E27FC236}">
                    <a16:creationId xmlns:a16="http://schemas.microsoft.com/office/drawing/2014/main" id="{D282C139-D26A-D34E-C449-43CE1796F96F}"/>
                  </a:ext>
                </a:extLst>
              </p:cNvPr>
              <p:cNvSpPr/>
              <p:nvPr/>
            </p:nvSpPr>
            <p:spPr>
              <a:xfrm>
                <a:off x="9459154" y="5160083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5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75" name="Freeform: Shape 13074">
                <a:extLst>
                  <a:ext uri="{FF2B5EF4-FFF2-40B4-BE49-F238E27FC236}">
                    <a16:creationId xmlns:a16="http://schemas.microsoft.com/office/drawing/2014/main" id="{4C0ED975-C065-1908-3FE7-336F50862F2B}"/>
                  </a:ext>
                </a:extLst>
              </p:cNvPr>
              <p:cNvSpPr/>
              <p:nvPr/>
            </p:nvSpPr>
            <p:spPr>
              <a:xfrm>
                <a:off x="9460476" y="5162864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1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5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1" y="2464"/>
                      <a:pt x="241" y="3305"/>
                    </a:cubicBezTo>
                    <a:cubicBezTo>
                      <a:pt x="241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76" name="Freeform: Shape 13075">
                <a:extLst>
                  <a:ext uri="{FF2B5EF4-FFF2-40B4-BE49-F238E27FC236}">
                    <a16:creationId xmlns:a16="http://schemas.microsoft.com/office/drawing/2014/main" id="{DC3AE162-4135-3C0F-6AE1-41C11D6AF97A}"/>
                  </a:ext>
                </a:extLst>
              </p:cNvPr>
              <p:cNvSpPr/>
              <p:nvPr/>
            </p:nvSpPr>
            <p:spPr>
              <a:xfrm>
                <a:off x="9477135" y="5172429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50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50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5" y="6479"/>
                      <a:pt x="5061" y="6145"/>
                      <a:pt x="5656" y="5550"/>
                    </a:cubicBezTo>
                    <a:cubicBezTo>
                      <a:pt x="6251" y="4955"/>
                      <a:pt x="6585" y="4148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5" y="133"/>
                      <a:pt x="3413" y="133"/>
                    </a:cubicBezTo>
                    <a:cubicBezTo>
                      <a:pt x="2572" y="133"/>
                      <a:pt x="1766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8"/>
                      <a:pt x="576" y="4955"/>
                      <a:pt x="1171" y="5550"/>
                    </a:cubicBezTo>
                    <a:cubicBezTo>
                      <a:pt x="1766" y="6145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77" name="Freeform: Shape 13076">
                <a:extLst>
                  <a:ext uri="{FF2B5EF4-FFF2-40B4-BE49-F238E27FC236}">
                    <a16:creationId xmlns:a16="http://schemas.microsoft.com/office/drawing/2014/main" id="{CD7D9E57-1D0D-8CF5-3E99-47B27A4F51A4}"/>
                  </a:ext>
                </a:extLst>
              </p:cNvPr>
              <p:cNvSpPr/>
              <p:nvPr/>
            </p:nvSpPr>
            <p:spPr>
              <a:xfrm>
                <a:off x="9478760" y="5172362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50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4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50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1" y="6145"/>
                      <a:pt x="5656" y="5550"/>
                    </a:cubicBezTo>
                    <a:cubicBezTo>
                      <a:pt x="6251" y="4955"/>
                      <a:pt x="6585" y="4148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5" y="133"/>
                      <a:pt x="3414" y="133"/>
                    </a:cubicBezTo>
                    <a:cubicBezTo>
                      <a:pt x="2572" y="133"/>
                      <a:pt x="1766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8"/>
                      <a:pt x="576" y="4955"/>
                      <a:pt x="1171" y="5550"/>
                    </a:cubicBezTo>
                    <a:cubicBezTo>
                      <a:pt x="1766" y="6145"/>
                      <a:pt x="2572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78" name="Freeform: Shape 13077">
                <a:extLst>
                  <a:ext uri="{FF2B5EF4-FFF2-40B4-BE49-F238E27FC236}">
                    <a16:creationId xmlns:a16="http://schemas.microsoft.com/office/drawing/2014/main" id="{C9D5EC67-C934-73EE-8218-4659B9CE4706}"/>
                  </a:ext>
                </a:extLst>
              </p:cNvPr>
              <p:cNvSpPr/>
              <p:nvPr/>
            </p:nvSpPr>
            <p:spPr>
              <a:xfrm>
                <a:off x="9479453" y="5172754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6 w 6343"/>
                  <a:gd name="connsiteY1" fmla="*/ 5550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4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50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1" y="6145"/>
                      <a:pt x="5656" y="5550"/>
                    </a:cubicBezTo>
                    <a:cubicBezTo>
                      <a:pt x="6251" y="4955"/>
                      <a:pt x="6585" y="4148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5" y="133"/>
                      <a:pt x="3414" y="133"/>
                    </a:cubicBezTo>
                    <a:cubicBezTo>
                      <a:pt x="2572" y="133"/>
                      <a:pt x="1766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8"/>
                      <a:pt x="576" y="4955"/>
                      <a:pt x="1171" y="5550"/>
                    </a:cubicBezTo>
                    <a:cubicBezTo>
                      <a:pt x="1766" y="6145"/>
                      <a:pt x="2572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79" name="Freeform: Shape 13078">
                <a:extLst>
                  <a:ext uri="{FF2B5EF4-FFF2-40B4-BE49-F238E27FC236}">
                    <a16:creationId xmlns:a16="http://schemas.microsoft.com/office/drawing/2014/main" id="{F6F7AA42-C012-4B73-C8B1-EBCDE4CC9B14}"/>
                  </a:ext>
                </a:extLst>
              </p:cNvPr>
              <p:cNvSpPr/>
              <p:nvPr/>
            </p:nvSpPr>
            <p:spPr>
              <a:xfrm>
                <a:off x="9534062" y="5010584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89 w 6343"/>
                  <a:gd name="connsiteY2" fmla="*/ 3293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3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89" y="4135"/>
                      <a:pt x="6589" y="3293"/>
                    </a:cubicBezTo>
                    <a:cubicBezTo>
                      <a:pt x="6589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6" y="2452"/>
                      <a:pt x="246" y="3293"/>
                    </a:cubicBezTo>
                    <a:cubicBezTo>
                      <a:pt x="246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80" name="Freeform: Shape 13079">
                <a:extLst>
                  <a:ext uri="{FF2B5EF4-FFF2-40B4-BE49-F238E27FC236}">
                    <a16:creationId xmlns:a16="http://schemas.microsoft.com/office/drawing/2014/main" id="{6806ABCB-98BA-D3C5-FE22-E7213EBC5671}"/>
                  </a:ext>
                </a:extLst>
              </p:cNvPr>
              <p:cNvSpPr/>
              <p:nvPr/>
            </p:nvSpPr>
            <p:spPr>
              <a:xfrm>
                <a:off x="9534957" y="5013740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90" y="4135"/>
                      <a:pt x="6590" y="3294"/>
                    </a:cubicBezTo>
                    <a:cubicBezTo>
                      <a:pt x="6590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6" y="2452"/>
                      <a:pt x="246" y="3294"/>
                    </a:cubicBezTo>
                    <a:cubicBezTo>
                      <a:pt x="246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81" name="Freeform: Shape 13080">
                <a:extLst>
                  <a:ext uri="{FF2B5EF4-FFF2-40B4-BE49-F238E27FC236}">
                    <a16:creationId xmlns:a16="http://schemas.microsoft.com/office/drawing/2014/main" id="{AAE8BF28-BE33-9BCA-58B5-AC5CD8605A7F}"/>
                  </a:ext>
                </a:extLst>
              </p:cNvPr>
              <p:cNvSpPr/>
              <p:nvPr/>
            </p:nvSpPr>
            <p:spPr>
              <a:xfrm>
                <a:off x="9536772" y="5014006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7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90" y="4135"/>
                      <a:pt x="6590" y="3294"/>
                    </a:cubicBezTo>
                    <a:cubicBezTo>
                      <a:pt x="6590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82" name="Freeform: Shape 13081">
                <a:extLst>
                  <a:ext uri="{FF2B5EF4-FFF2-40B4-BE49-F238E27FC236}">
                    <a16:creationId xmlns:a16="http://schemas.microsoft.com/office/drawing/2014/main" id="{A863367F-8ED8-FC32-4EE6-C218C45670C9}"/>
                  </a:ext>
                </a:extLst>
              </p:cNvPr>
              <p:cNvSpPr/>
              <p:nvPr/>
            </p:nvSpPr>
            <p:spPr>
              <a:xfrm>
                <a:off x="9538607" y="5014226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83" name="Freeform: Shape 13082">
                <a:extLst>
                  <a:ext uri="{FF2B5EF4-FFF2-40B4-BE49-F238E27FC236}">
                    <a16:creationId xmlns:a16="http://schemas.microsoft.com/office/drawing/2014/main" id="{A219DB9A-69C0-F361-E737-2E4D59F8AA0D}"/>
                  </a:ext>
                </a:extLst>
              </p:cNvPr>
              <p:cNvSpPr/>
              <p:nvPr/>
            </p:nvSpPr>
            <p:spPr>
              <a:xfrm>
                <a:off x="9540281" y="5014927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84" name="Freeform: Shape 13083">
                <a:extLst>
                  <a:ext uri="{FF2B5EF4-FFF2-40B4-BE49-F238E27FC236}">
                    <a16:creationId xmlns:a16="http://schemas.microsoft.com/office/drawing/2014/main" id="{886EBC60-0727-B32C-C020-F142C32CBA54}"/>
                  </a:ext>
                </a:extLst>
              </p:cNvPr>
              <p:cNvSpPr/>
              <p:nvPr/>
            </p:nvSpPr>
            <p:spPr>
              <a:xfrm>
                <a:off x="9541785" y="5016107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60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60" y="121"/>
                      <a:pt x="3418" y="121"/>
                    </a:cubicBezTo>
                    <a:cubicBezTo>
                      <a:pt x="2577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85" name="Freeform: Shape 13084">
                <a:extLst>
                  <a:ext uri="{FF2B5EF4-FFF2-40B4-BE49-F238E27FC236}">
                    <a16:creationId xmlns:a16="http://schemas.microsoft.com/office/drawing/2014/main" id="{291AC1B5-3F6D-D0CA-55DE-9F1996BAD01D}"/>
                  </a:ext>
                </a:extLst>
              </p:cNvPr>
              <p:cNvSpPr/>
              <p:nvPr/>
            </p:nvSpPr>
            <p:spPr>
              <a:xfrm>
                <a:off x="9543069" y="5017880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9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3"/>
                      <a:pt x="6256" y="1645"/>
                      <a:pt x="5661" y="1050"/>
                    </a:cubicBezTo>
                    <a:cubicBezTo>
                      <a:pt x="5066" y="456"/>
                      <a:pt x="4260" y="121"/>
                      <a:pt x="3419" y="121"/>
                    </a:cubicBezTo>
                    <a:cubicBezTo>
                      <a:pt x="2577" y="121"/>
                      <a:pt x="1771" y="456"/>
                      <a:pt x="1176" y="1050"/>
                    </a:cubicBezTo>
                    <a:cubicBezTo>
                      <a:pt x="581" y="1645"/>
                      <a:pt x="247" y="2453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86" name="Freeform: Shape 13085">
                <a:extLst>
                  <a:ext uri="{FF2B5EF4-FFF2-40B4-BE49-F238E27FC236}">
                    <a16:creationId xmlns:a16="http://schemas.microsoft.com/office/drawing/2014/main" id="{1FFE8EB6-FB9A-F544-C0EB-9B802BB37F18}"/>
                  </a:ext>
                </a:extLst>
              </p:cNvPr>
              <p:cNvSpPr/>
              <p:nvPr/>
            </p:nvSpPr>
            <p:spPr>
              <a:xfrm>
                <a:off x="9543910" y="5020825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1 w 6343"/>
                  <a:gd name="connsiteY1" fmla="*/ 5538 h 6345"/>
                  <a:gd name="connsiteX2" fmla="*/ 6590 w 6343"/>
                  <a:gd name="connsiteY2" fmla="*/ 3294 h 6345"/>
                  <a:gd name="connsiteX3" fmla="*/ 5661 w 6343"/>
                  <a:gd name="connsiteY3" fmla="*/ 1051 h 6345"/>
                  <a:gd name="connsiteX4" fmla="*/ 3419 w 6343"/>
                  <a:gd name="connsiteY4" fmla="*/ 121 h 6345"/>
                  <a:gd name="connsiteX5" fmla="*/ 1176 w 6343"/>
                  <a:gd name="connsiteY5" fmla="*/ 1051 h 6345"/>
                  <a:gd name="connsiteX6" fmla="*/ 247 w 6343"/>
                  <a:gd name="connsiteY6" fmla="*/ 3294 h 6345"/>
                  <a:gd name="connsiteX7" fmla="*/ 1176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3"/>
                      <a:pt x="5661" y="5538"/>
                    </a:cubicBezTo>
                    <a:cubicBezTo>
                      <a:pt x="6256" y="4943"/>
                      <a:pt x="6590" y="4136"/>
                      <a:pt x="6590" y="3294"/>
                    </a:cubicBezTo>
                    <a:cubicBezTo>
                      <a:pt x="6590" y="2453"/>
                      <a:pt x="6256" y="1646"/>
                      <a:pt x="5661" y="1051"/>
                    </a:cubicBezTo>
                    <a:cubicBezTo>
                      <a:pt x="5067" y="456"/>
                      <a:pt x="4260" y="121"/>
                      <a:pt x="3419" y="121"/>
                    </a:cubicBezTo>
                    <a:cubicBezTo>
                      <a:pt x="2578" y="121"/>
                      <a:pt x="1771" y="456"/>
                      <a:pt x="1176" y="1051"/>
                    </a:cubicBezTo>
                    <a:cubicBezTo>
                      <a:pt x="581" y="1646"/>
                      <a:pt x="247" y="2453"/>
                      <a:pt x="247" y="3294"/>
                    </a:cubicBezTo>
                    <a:cubicBezTo>
                      <a:pt x="247" y="4136"/>
                      <a:pt x="581" y="4943"/>
                      <a:pt x="1176" y="5538"/>
                    </a:cubicBezTo>
                    <a:cubicBezTo>
                      <a:pt x="1771" y="6133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87" name="Freeform: Shape 13086">
                <a:extLst>
                  <a:ext uri="{FF2B5EF4-FFF2-40B4-BE49-F238E27FC236}">
                    <a16:creationId xmlns:a16="http://schemas.microsoft.com/office/drawing/2014/main" id="{61CEC39A-7E68-9318-D669-5DC8E8CC128E}"/>
                  </a:ext>
                </a:extLst>
              </p:cNvPr>
              <p:cNvSpPr/>
              <p:nvPr/>
            </p:nvSpPr>
            <p:spPr>
              <a:xfrm>
                <a:off x="9544567" y="5024177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1 w 6343"/>
                  <a:gd name="connsiteY1" fmla="*/ 5538 h 6345"/>
                  <a:gd name="connsiteX2" fmla="*/ 6590 w 6343"/>
                  <a:gd name="connsiteY2" fmla="*/ 3294 h 6345"/>
                  <a:gd name="connsiteX3" fmla="*/ 5661 w 6343"/>
                  <a:gd name="connsiteY3" fmla="*/ 1051 h 6345"/>
                  <a:gd name="connsiteX4" fmla="*/ 3419 w 6343"/>
                  <a:gd name="connsiteY4" fmla="*/ 122 h 6345"/>
                  <a:gd name="connsiteX5" fmla="*/ 1176 w 6343"/>
                  <a:gd name="connsiteY5" fmla="*/ 1051 h 6345"/>
                  <a:gd name="connsiteX6" fmla="*/ 247 w 6343"/>
                  <a:gd name="connsiteY6" fmla="*/ 3294 h 6345"/>
                  <a:gd name="connsiteX7" fmla="*/ 1176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3"/>
                      <a:pt x="5661" y="5538"/>
                    </a:cubicBezTo>
                    <a:cubicBezTo>
                      <a:pt x="6256" y="4943"/>
                      <a:pt x="6590" y="4136"/>
                      <a:pt x="6590" y="3294"/>
                    </a:cubicBezTo>
                    <a:cubicBezTo>
                      <a:pt x="6590" y="2453"/>
                      <a:pt x="6256" y="1646"/>
                      <a:pt x="5661" y="1051"/>
                    </a:cubicBezTo>
                    <a:cubicBezTo>
                      <a:pt x="5067" y="456"/>
                      <a:pt x="4260" y="122"/>
                      <a:pt x="3419" y="122"/>
                    </a:cubicBezTo>
                    <a:cubicBezTo>
                      <a:pt x="2578" y="122"/>
                      <a:pt x="1771" y="456"/>
                      <a:pt x="1176" y="1051"/>
                    </a:cubicBezTo>
                    <a:cubicBezTo>
                      <a:pt x="581" y="1646"/>
                      <a:pt x="247" y="2453"/>
                      <a:pt x="247" y="3294"/>
                    </a:cubicBezTo>
                    <a:cubicBezTo>
                      <a:pt x="247" y="4136"/>
                      <a:pt x="581" y="4943"/>
                      <a:pt x="1176" y="5538"/>
                    </a:cubicBezTo>
                    <a:cubicBezTo>
                      <a:pt x="1771" y="6133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88" name="Freeform: Shape 13087">
                <a:extLst>
                  <a:ext uri="{FF2B5EF4-FFF2-40B4-BE49-F238E27FC236}">
                    <a16:creationId xmlns:a16="http://schemas.microsoft.com/office/drawing/2014/main" id="{A77720E3-647E-1534-92B4-C18392F1BEB8}"/>
                  </a:ext>
                </a:extLst>
              </p:cNvPr>
              <p:cNvSpPr/>
              <p:nvPr/>
            </p:nvSpPr>
            <p:spPr>
              <a:xfrm>
                <a:off x="9544923" y="5028224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1 w 6343"/>
                  <a:gd name="connsiteY1" fmla="*/ 5538 h 6345"/>
                  <a:gd name="connsiteX2" fmla="*/ 6590 w 6343"/>
                  <a:gd name="connsiteY2" fmla="*/ 3295 h 6345"/>
                  <a:gd name="connsiteX3" fmla="*/ 5661 w 6343"/>
                  <a:gd name="connsiteY3" fmla="*/ 1051 h 6345"/>
                  <a:gd name="connsiteX4" fmla="*/ 3419 w 6343"/>
                  <a:gd name="connsiteY4" fmla="*/ 122 h 6345"/>
                  <a:gd name="connsiteX5" fmla="*/ 1176 w 6343"/>
                  <a:gd name="connsiteY5" fmla="*/ 1051 h 6345"/>
                  <a:gd name="connsiteX6" fmla="*/ 247 w 6343"/>
                  <a:gd name="connsiteY6" fmla="*/ 3295 h 6345"/>
                  <a:gd name="connsiteX7" fmla="*/ 1176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7" y="6133"/>
                      <a:pt x="5661" y="5538"/>
                    </a:cubicBezTo>
                    <a:cubicBezTo>
                      <a:pt x="6256" y="4943"/>
                      <a:pt x="6590" y="4136"/>
                      <a:pt x="6590" y="3295"/>
                    </a:cubicBezTo>
                    <a:cubicBezTo>
                      <a:pt x="6590" y="2453"/>
                      <a:pt x="6256" y="1646"/>
                      <a:pt x="5661" y="1051"/>
                    </a:cubicBezTo>
                    <a:cubicBezTo>
                      <a:pt x="5067" y="456"/>
                      <a:pt x="4260" y="122"/>
                      <a:pt x="3419" y="122"/>
                    </a:cubicBezTo>
                    <a:cubicBezTo>
                      <a:pt x="2578" y="122"/>
                      <a:pt x="1771" y="456"/>
                      <a:pt x="1176" y="1051"/>
                    </a:cubicBezTo>
                    <a:cubicBezTo>
                      <a:pt x="581" y="1646"/>
                      <a:pt x="247" y="2453"/>
                      <a:pt x="247" y="3295"/>
                    </a:cubicBezTo>
                    <a:cubicBezTo>
                      <a:pt x="247" y="4136"/>
                      <a:pt x="581" y="4943"/>
                      <a:pt x="1176" y="5538"/>
                    </a:cubicBezTo>
                    <a:cubicBezTo>
                      <a:pt x="1771" y="6133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89" name="Freeform: Shape 13088">
                <a:extLst>
                  <a:ext uri="{FF2B5EF4-FFF2-40B4-BE49-F238E27FC236}">
                    <a16:creationId xmlns:a16="http://schemas.microsoft.com/office/drawing/2014/main" id="{0BC24E34-5CF2-2CA4-41F3-B9BCA8255581}"/>
                  </a:ext>
                </a:extLst>
              </p:cNvPr>
              <p:cNvSpPr/>
              <p:nvPr/>
            </p:nvSpPr>
            <p:spPr>
              <a:xfrm>
                <a:off x="9544897" y="5033135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1 w 6343"/>
                  <a:gd name="connsiteY1" fmla="*/ 5539 h 6345"/>
                  <a:gd name="connsiteX2" fmla="*/ 6590 w 6343"/>
                  <a:gd name="connsiteY2" fmla="*/ 3295 h 6345"/>
                  <a:gd name="connsiteX3" fmla="*/ 5661 w 6343"/>
                  <a:gd name="connsiteY3" fmla="*/ 1052 h 6345"/>
                  <a:gd name="connsiteX4" fmla="*/ 3419 w 6343"/>
                  <a:gd name="connsiteY4" fmla="*/ 122 h 6345"/>
                  <a:gd name="connsiteX5" fmla="*/ 1176 w 6343"/>
                  <a:gd name="connsiteY5" fmla="*/ 1052 h 6345"/>
                  <a:gd name="connsiteX6" fmla="*/ 247 w 6343"/>
                  <a:gd name="connsiteY6" fmla="*/ 3295 h 6345"/>
                  <a:gd name="connsiteX7" fmla="*/ 1176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4"/>
                      <a:pt x="5661" y="5539"/>
                    </a:cubicBezTo>
                    <a:cubicBezTo>
                      <a:pt x="6256" y="4944"/>
                      <a:pt x="6590" y="4137"/>
                      <a:pt x="6590" y="3295"/>
                    </a:cubicBezTo>
                    <a:cubicBezTo>
                      <a:pt x="6590" y="2454"/>
                      <a:pt x="6256" y="1647"/>
                      <a:pt x="5661" y="1052"/>
                    </a:cubicBezTo>
                    <a:cubicBezTo>
                      <a:pt x="5067" y="457"/>
                      <a:pt x="4260" y="122"/>
                      <a:pt x="3419" y="122"/>
                    </a:cubicBezTo>
                    <a:cubicBezTo>
                      <a:pt x="2578" y="122"/>
                      <a:pt x="1771" y="457"/>
                      <a:pt x="1176" y="1052"/>
                    </a:cubicBezTo>
                    <a:cubicBezTo>
                      <a:pt x="581" y="1647"/>
                      <a:pt x="247" y="2454"/>
                      <a:pt x="247" y="3295"/>
                    </a:cubicBezTo>
                    <a:cubicBezTo>
                      <a:pt x="247" y="4137"/>
                      <a:pt x="581" y="4944"/>
                      <a:pt x="1176" y="5539"/>
                    </a:cubicBezTo>
                    <a:cubicBezTo>
                      <a:pt x="1771" y="6134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90" name="Freeform: Shape 13089">
                <a:extLst>
                  <a:ext uri="{FF2B5EF4-FFF2-40B4-BE49-F238E27FC236}">
                    <a16:creationId xmlns:a16="http://schemas.microsoft.com/office/drawing/2014/main" id="{EC923DEB-7B77-4D7A-A8C6-31F2407828EE}"/>
                  </a:ext>
                </a:extLst>
              </p:cNvPr>
              <p:cNvSpPr/>
              <p:nvPr/>
            </p:nvSpPr>
            <p:spPr>
              <a:xfrm>
                <a:off x="9545383" y="5036589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1 w 6343"/>
                  <a:gd name="connsiteY1" fmla="*/ 5539 h 6345"/>
                  <a:gd name="connsiteX2" fmla="*/ 6590 w 6343"/>
                  <a:gd name="connsiteY2" fmla="*/ 3295 h 6345"/>
                  <a:gd name="connsiteX3" fmla="*/ 5661 w 6343"/>
                  <a:gd name="connsiteY3" fmla="*/ 1052 h 6345"/>
                  <a:gd name="connsiteX4" fmla="*/ 3419 w 6343"/>
                  <a:gd name="connsiteY4" fmla="*/ 123 h 6345"/>
                  <a:gd name="connsiteX5" fmla="*/ 1176 w 6343"/>
                  <a:gd name="connsiteY5" fmla="*/ 1052 h 6345"/>
                  <a:gd name="connsiteX6" fmla="*/ 247 w 6343"/>
                  <a:gd name="connsiteY6" fmla="*/ 3295 h 6345"/>
                  <a:gd name="connsiteX7" fmla="*/ 1176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4"/>
                      <a:pt x="5661" y="5539"/>
                    </a:cubicBezTo>
                    <a:cubicBezTo>
                      <a:pt x="6256" y="4944"/>
                      <a:pt x="6590" y="4137"/>
                      <a:pt x="6590" y="3295"/>
                    </a:cubicBezTo>
                    <a:cubicBezTo>
                      <a:pt x="6590" y="2454"/>
                      <a:pt x="6256" y="1647"/>
                      <a:pt x="5661" y="1052"/>
                    </a:cubicBezTo>
                    <a:cubicBezTo>
                      <a:pt x="5067" y="457"/>
                      <a:pt x="4260" y="123"/>
                      <a:pt x="3419" y="123"/>
                    </a:cubicBezTo>
                    <a:cubicBezTo>
                      <a:pt x="2578" y="123"/>
                      <a:pt x="1771" y="457"/>
                      <a:pt x="1176" y="1052"/>
                    </a:cubicBezTo>
                    <a:cubicBezTo>
                      <a:pt x="581" y="1647"/>
                      <a:pt x="247" y="2454"/>
                      <a:pt x="247" y="3295"/>
                    </a:cubicBezTo>
                    <a:cubicBezTo>
                      <a:pt x="247" y="4137"/>
                      <a:pt x="581" y="4944"/>
                      <a:pt x="1176" y="5539"/>
                    </a:cubicBezTo>
                    <a:cubicBezTo>
                      <a:pt x="1771" y="6134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91" name="Freeform: Shape 13090">
                <a:extLst>
                  <a:ext uri="{FF2B5EF4-FFF2-40B4-BE49-F238E27FC236}">
                    <a16:creationId xmlns:a16="http://schemas.microsoft.com/office/drawing/2014/main" id="{30F45817-A0A9-38EA-9DEE-2775EA036B2E}"/>
                  </a:ext>
                </a:extLst>
              </p:cNvPr>
              <p:cNvSpPr/>
              <p:nvPr/>
            </p:nvSpPr>
            <p:spPr>
              <a:xfrm>
                <a:off x="9545761" y="5040213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1 w 6343"/>
                  <a:gd name="connsiteY1" fmla="*/ 5539 h 6345"/>
                  <a:gd name="connsiteX2" fmla="*/ 6590 w 6343"/>
                  <a:gd name="connsiteY2" fmla="*/ 3296 h 6345"/>
                  <a:gd name="connsiteX3" fmla="*/ 5661 w 6343"/>
                  <a:gd name="connsiteY3" fmla="*/ 1052 h 6345"/>
                  <a:gd name="connsiteX4" fmla="*/ 3419 w 6343"/>
                  <a:gd name="connsiteY4" fmla="*/ 123 h 6345"/>
                  <a:gd name="connsiteX5" fmla="*/ 1176 w 6343"/>
                  <a:gd name="connsiteY5" fmla="*/ 1052 h 6345"/>
                  <a:gd name="connsiteX6" fmla="*/ 247 w 6343"/>
                  <a:gd name="connsiteY6" fmla="*/ 3296 h 6345"/>
                  <a:gd name="connsiteX7" fmla="*/ 1176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4"/>
                      <a:pt x="5661" y="5539"/>
                    </a:cubicBezTo>
                    <a:cubicBezTo>
                      <a:pt x="6256" y="4944"/>
                      <a:pt x="6590" y="4137"/>
                      <a:pt x="6590" y="3296"/>
                    </a:cubicBezTo>
                    <a:cubicBezTo>
                      <a:pt x="6590" y="2454"/>
                      <a:pt x="6256" y="1647"/>
                      <a:pt x="5661" y="1052"/>
                    </a:cubicBezTo>
                    <a:cubicBezTo>
                      <a:pt x="5067" y="457"/>
                      <a:pt x="4260" y="123"/>
                      <a:pt x="3419" y="123"/>
                    </a:cubicBezTo>
                    <a:cubicBezTo>
                      <a:pt x="2578" y="123"/>
                      <a:pt x="1771" y="457"/>
                      <a:pt x="1176" y="1052"/>
                    </a:cubicBezTo>
                    <a:cubicBezTo>
                      <a:pt x="581" y="1647"/>
                      <a:pt x="247" y="2454"/>
                      <a:pt x="247" y="3296"/>
                    </a:cubicBezTo>
                    <a:cubicBezTo>
                      <a:pt x="247" y="4137"/>
                      <a:pt x="581" y="4944"/>
                      <a:pt x="1176" y="5539"/>
                    </a:cubicBezTo>
                    <a:cubicBezTo>
                      <a:pt x="1771" y="6134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92" name="Freeform: Shape 13091">
                <a:extLst>
                  <a:ext uri="{FF2B5EF4-FFF2-40B4-BE49-F238E27FC236}">
                    <a16:creationId xmlns:a16="http://schemas.microsoft.com/office/drawing/2014/main" id="{46F848EE-51FE-6475-CCC6-AE0A903798D7}"/>
                  </a:ext>
                </a:extLst>
              </p:cNvPr>
              <p:cNvSpPr/>
              <p:nvPr/>
            </p:nvSpPr>
            <p:spPr>
              <a:xfrm>
                <a:off x="9546426" y="5043026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1 w 6343"/>
                  <a:gd name="connsiteY1" fmla="*/ 5539 h 6345"/>
                  <a:gd name="connsiteX2" fmla="*/ 6590 w 6343"/>
                  <a:gd name="connsiteY2" fmla="*/ 3296 h 6345"/>
                  <a:gd name="connsiteX3" fmla="*/ 5661 w 6343"/>
                  <a:gd name="connsiteY3" fmla="*/ 1052 h 6345"/>
                  <a:gd name="connsiteX4" fmla="*/ 3419 w 6343"/>
                  <a:gd name="connsiteY4" fmla="*/ 123 h 6345"/>
                  <a:gd name="connsiteX5" fmla="*/ 1176 w 6343"/>
                  <a:gd name="connsiteY5" fmla="*/ 1052 h 6345"/>
                  <a:gd name="connsiteX6" fmla="*/ 247 w 6343"/>
                  <a:gd name="connsiteY6" fmla="*/ 3296 h 6345"/>
                  <a:gd name="connsiteX7" fmla="*/ 1176 w 6343"/>
                  <a:gd name="connsiteY7" fmla="*/ 5539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7" y="6134"/>
                      <a:pt x="5661" y="5539"/>
                    </a:cubicBezTo>
                    <a:cubicBezTo>
                      <a:pt x="6256" y="4944"/>
                      <a:pt x="6590" y="4137"/>
                      <a:pt x="6590" y="3296"/>
                    </a:cubicBezTo>
                    <a:cubicBezTo>
                      <a:pt x="6590" y="2454"/>
                      <a:pt x="6256" y="1647"/>
                      <a:pt x="5661" y="1052"/>
                    </a:cubicBezTo>
                    <a:cubicBezTo>
                      <a:pt x="5067" y="458"/>
                      <a:pt x="4260" y="123"/>
                      <a:pt x="3419" y="123"/>
                    </a:cubicBezTo>
                    <a:cubicBezTo>
                      <a:pt x="2578" y="123"/>
                      <a:pt x="1771" y="458"/>
                      <a:pt x="1176" y="1052"/>
                    </a:cubicBezTo>
                    <a:cubicBezTo>
                      <a:pt x="581" y="1647"/>
                      <a:pt x="247" y="2454"/>
                      <a:pt x="247" y="3296"/>
                    </a:cubicBezTo>
                    <a:cubicBezTo>
                      <a:pt x="247" y="4137"/>
                      <a:pt x="581" y="4944"/>
                      <a:pt x="1176" y="5539"/>
                    </a:cubicBezTo>
                    <a:cubicBezTo>
                      <a:pt x="1771" y="6134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93" name="Freeform: Shape 13092">
                <a:extLst>
                  <a:ext uri="{FF2B5EF4-FFF2-40B4-BE49-F238E27FC236}">
                    <a16:creationId xmlns:a16="http://schemas.microsoft.com/office/drawing/2014/main" id="{58E2A275-A2B1-27D2-6ACF-45A15920AA4A}"/>
                  </a:ext>
                </a:extLst>
              </p:cNvPr>
              <p:cNvSpPr/>
              <p:nvPr/>
            </p:nvSpPr>
            <p:spPr>
              <a:xfrm>
                <a:off x="9546918" y="5046182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2 w 6343"/>
                  <a:gd name="connsiteY1" fmla="*/ 5540 h 6345"/>
                  <a:gd name="connsiteX2" fmla="*/ 6590 w 6343"/>
                  <a:gd name="connsiteY2" fmla="*/ 3296 h 6345"/>
                  <a:gd name="connsiteX3" fmla="*/ 5662 w 6343"/>
                  <a:gd name="connsiteY3" fmla="*/ 1053 h 6345"/>
                  <a:gd name="connsiteX4" fmla="*/ 3419 w 6343"/>
                  <a:gd name="connsiteY4" fmla="*/ 123 h 6345"/>
                  <a:gd name="connsiteX5" fmla="*/ 1176 w 6343"/>
                  <a:gd name="connsiteY5" fmla="*/ 1053 h 6345"/>
                  <a:gd name="connsiteX6" fmla="*/ 247 w 6343"/>
                  <a:gd name="connsiteY6" fmla="*/ 3296 h 6345"/>
                  <a:gd name="connsiteX7" fmla="*/ 1176 w 6343"/>
                  <a:gd name="connsiteY7" fmla="*/ 5540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7" y="6135"/>
                      <a:pt x="5662" y="5540"/>
                    </a:cubicBezTo>
                    <a:cubicBezTo>
                      <a:pt x="6256" y="4945"/>
                      <a:pt x="6590" y="4138"/>
                      <a:pt x="6590" y="3296"/>
                    </a:cubicBezTo>
                    <a:cubicBezTo>
                      <a:pt x="6590" y="2455"/>
                      <a:pt x="6256" y="1648"/>
                      <a:pt x="5662" y="1053"/>
                    </a:cubicBezTo>
                    <a:cubicBezTo>
                      <a:pt x="5067" y="458"/>
                      <a:pt x="4260" y="123"/>
                      <a:pt x="3419" y="123"/>
                    </a:cubicBezTo>
                    <a:cubicBezTo>
                      <a:pt x="2578" y="123"/>
                      <a:pt x="1771" y="458"/>
                      <a:pt x="1176" y="1053"/>
                    </a:cubicBezTo>
                    <a:cubicBezTo>
                      <a:pt x="582" y="1648"/>
                      <a:pt x="247" y="2455"/>
                      <a:pt x="247" y="3296"/>
                    </a:cubicBezTo>
                    <a:cubicBezTo>
                      <a:pt x="247" y="4138"/>
                      <a:pt x="582" y="4945"/>
                      <a:pt x="1176" y="5540"/>
                    </a:cubicBezTo>
                    <a:cubicBezTo>
                      <a:pt x="1771" y="6135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94" name="Freeform: Shape 13093">
                <a:extLst>
                  <a:ext uri="{FF2B5EF4-FFF2-40B4-BE49-F238E27FC236}">
                    <a16:creationId xmlns:a16="http://schemas.microsoft.com/office/drawing/2014/main" id="{5CEB76E0-68B7-2DE6-B123-23E385ECA2D3}"/>
                  </a:ext>
                </a:extLst>
              </p:cNvPr>
              <p:cNvSpPr/>
              <p:nvPr/>
            </p:nvSpPr>
            <p:spPr>
              <a:xfrm>
                <a:off x="9547110" y="5049964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2 w 6343"/>
                  <a:gd name="connsiteY1" fmla="*/ 5540 h 6345"/>
                  <a:gd name="connsiteX2" fmla="*/ 6590 w 6343"/>
                  <a:gd name="connsiteY2" fmla="*/ 3296 h 6345"/>
                  <a:gd name="connsiteX3" fmla="*/ 5662 w 6343"/>
                  <a:gd name="connsiteY3" fmla="*/ 1053 h 6345"/>
                  <a:gd name="connsiteX4" fmla="*/ 3419 w 6343"/>
                  <a:gd name="connsiteY4" fmla="*/ 124 h 6345"/>
                  <a:gd name="connsiteX5" fmla="*/ 1176 w 6343"/>
                  <a:gd name="connsiteY5" fmla="*/ 1053 h 6345"/>
                  <a:gd name="connsiteX6" fmla="*/ 247 w 6343"/>
                  <a:gd name="connsiteY6" fmla="*/ 3296 h 6345"/>
                  <a:gd name="connsiteX7" fmla="*/ 1176 w 6343"/>
                  <a:gd name="connsiteY7" fmla="*/ 5540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7" y="6135"/>
                      <a:pt x="5662" y="5540"/>
                    </a:cubicBezTo>
                    <a:cubicBezTo>
                      <a:pt x="6256" y="4945"/>
                      <a:pt x="6590" y="4138"/>
                      <a:pt x="6590" y="3296"/>
                    </a:cubicBezTo>
                    <a:cubicBezTo>
                      <a:pt x="6590" y="2455"/>
                      <a:pt x="6256" y="1648"/>
                      <a:pt x="5662" y="1053"/>
                    </a:cubicBezTo>
                    <a:cubicBezTo>
                      <a:pt x="5067" y="458"/>
                      <a:pt x="4260" y="124"/>
                      <a:pt x="3419" y="124"/>
                    </a:cubicBezTo>
                    <a:cubicBezTo>
                      <a:pt x="2578" y="124"/>
                      <a:pt x="1771" y="458"/>
                      <a:pt x="1176" y="1053"/>
                    </a:cubicBezTo>
                    <a:cubicBezTo>
                      <a:pt x="582" y="1648"/>
                      <a:pt x="247" y="2455"/>
                      <a:pt x="247" y="3296"/>
                    </a:cubicBezTo>
                    <a:cubicBezTo>
                      <a:pt x="247" y="4138"/>
                      <a:pt x="582" y="4945"/>
                      <a:pt x="1176" y="5540"/>
                    </a:cubicBezTo>
                    <a:cubicBezTo>
                      <a:pt x="1771" y="6135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95" name="Freeform: Shape 13094">
                <a:extLst>
                  <a:ext uri="{FF2B5EF4-FFF2-40B4-BE49-F238E27FC236}">
                    <a16:creationId xmlns:a16="http://schemas.microsoft.com/office/drawing/2014/main" id="{83403BFF-3100-F7EE-A8FC-727DCD7116B8}"/>
                  </a:ext>
                </a:extLst>
              </p:cNvPr>
              <p:cNvSpPr/>
              <p:nvPr/>
            </p:nvSpPr>
            <p:spPr>
              <a:xfrm>
                <a:off x="9547714" y="5056709"/>
                <a:ext cx="6343" cy="6345"/>
              </a:xfrm>
              <a:custGeom>
                <a:avLst/>
                <a:gdLst>
                  <a:gd name="connsiteX0" fmla="*/ 3419 w 6343"/>
                  <a:gd name="connsiteY0" fmla="*/ 6470 h 6345"/>
                  <a:gd name="connsiteX1" fmla="*/ 5662 w 6343"/>
                  <a:gd name="connsiteY1" fmla="*/ 5540 h 6345"/>
                  <a:gd name="connsiteX2" fmla="*/ 6591 w 6343"/>
                  <a:gd name="connsiteY2" fmla="*/ 3297 h 6345"/>
                  <a:gd name="connsiteX3" fmla="*/ 5662 w 6343"/>
                  <a:gd name="connsiteY3" fmla="*/ 1054 h 6345"/>
                  <a:gd name="connsiteX4" fmla="*/ 3419 w 6343"/>
                  <a:gd name="connsiteY4" fmla="*/ 124 h 6345"/>
                  <a:gd name="connsiteX5" fmla="*/ 1176 w 6343"/>
                  <a:gd name="connsiteY5" fmla="*/ 1054 h 6345"/>
                  <a:gd name="connsiteX6" fmla="*/ 247 w 6343"/>
                  <a:gd name="connsiteY6" fmla="*/ 3297 h 6345"/>
                  <a:gd name="connsiteX7" fmla="*/ 1176 w 6343"/>
                  <a:gd name="connsiteY7" fmla="*/ 5540 h 6345"/>
                  <a:gd name="connsiteX8" fmla="*/ 341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0"/>
                    </a:moveTo>
                    <a:cubicBezTo>
                      <a:pt x="4260" y="6470"/>
                      <a:pt x="5067" y="6135"/>
                      <a:pt x="5662" y="5540"/>
                    </a:cubicBezTo>
                    <a:cubicBezTo>
                      <a:pt x="6256" y="4945"/>
                      <a:pt x="6591" y="4138"/>
                      <a:pt x="6591" y="3297"/>
                    </a:cubicBezTo>
                    <a:cubicBezTo>
                      <a:pt x="6591" y="2456"/>
                      <a:pt x="6256" y="1649"/>
                      <a:pt x="5662" y="1054"/>
                    </a:cubicBezTo>
                    <a:cubicBezTo>
                      <a:pt x="5067" y="459"/>
                      <a:pt x="4260" y="124"/>
                      <a:pt x="3419" y="124"/>
                    </a:cubicBezTo>
                    <a:cubicBezTo>
                      <a:pt x="2578" y="124"/>
                      <a:pt x="1771" y="459"/>
                      <a:pt x="1176" y="1054"/>
                    </a:cubicBezTo>
                    <a:cubicBezTo>
                      <a:pt x="582" y="1649"/>
                      <a:pt x="247" y="2456"/>
                      <a:pt x="247" y="3297"/>
                    </a:cubicBezTo>
                    <a:cubicBezTo>
                      <a:pt x="247" y="4138"/>
                      <a:pt x="582" y="4945"/>
                      <a:pt x="1176" y="5540"/>
                    </a:cubicBezTo>
                    <a:cubicBezTo>
                      <a:pt x="1771" y="6135"/>
                      <a:pt x="2578" y="6470"/>
                      <a:pt x="341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96" name="Freeform: Shape 13095">
                <a:extLst>
                  <a:ext uri="{FF2B5EF4-FFF2-40B4-BE49-F238E27FC236}">
                    <a16:creationId xmlns:a16="http://schemas.microsoft.com/office/drawing/2014/main" id="{21DEA1B6-6FD6-73CB-CD46-0AFE164EC56E}"/>
                  </a:ext>
                </a:extLst>
              </p:cNvPr>
              <p:cNvSpPr/>
              <p:nvPr/>
            </p:nvSpPr>
            <p:spPr>
              <a:xfrm>
                <a:off x="9545317" y="5066036"/>
                <a:ext cx="6343" cy="6345"/>
              </a:xfrm>
              <a:custGeom>
                <a:avLst/>
                <a:gdLst>
                  <a:gd name="connsiteX0" fmla="*/ 3419 w 6343"/>
                  <a:gd name="connsiteY0" fmla="*/ 6470 h 6345"/>
                  <a:gd name="connsiteX1" fmla="*/ 5661 w 6343"/>
                  <a:gd name="connsiteY1" fmla="*/ 5541 h 6345"/>
                  <a:gd name="connsiteX2" fmla="*/ 6590 w 6343"/>
                  <a:gd name="connsiteY2" fmla="*/ 3298 h 6345"/>
                  <a:gd name="connsiteX3" fmla="*/ 5661 w 6343"/>
                  <a:gd name="connsiteY3" fmla="*/ 1054 h 6345"/>
                  <a:gd name="connsiteX4" fmla="*/ 3419 w 6343"/>
                  <a:gd name="connsiteY4" fmla="*/ 125 h 6345"/>
                  <a:gd name="connsiteX5" fmla="*/ 1176 w 6343"/>
                  <a:gd name="connsiteY5" fmla="*/ 1054 h 6345"/>
                  <a:gd name="connsiteX6" fmla="*/ 247 w 6343"/>
                  <a:gd name="connsiteY6" fmla="*/ 3298 h 6345"/>
                  <a:gd name="connsiteX7" fmla="*/ 1176 w 6343"/>
                  <a:gd name="connsiteY7" fmla="*/ 5541 h 6345"/>
                  <a:gd name="connsiteX8" fmla="*/ 341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0"/>
                    </a:moveTo>
                    <a:cubicBezTo>
                      <a:pt x="4260" y="6470"/>
                      <a:pt x="5067" y="6136"/>
                      <a:pt x="5661" y="5541"/>
                    </a:cubicBezTo>
                    <a:cubicBezTo>
                      <a:pt x="6256" y="4946"/>
                      <a:pt x="6590" y="4139"/>
                      <a:pt x="6590" y="3298"/>
                    </a:cubicBezTo>
                    <a:cubicBezTo>
                      <a:pt x="6590" y="2456"/>
                      <a:pt x="6256" y="1649"/>
                      <a:pt x="5661" y="1054"/>
                    </a:cubicBezTo>
                    <a:cubicBezTo>
                      <a:pt x="5067" y="459"/>
                      <a:pt x="4260" y="125"/>
                      <a:pt x="3419" y="125"/>
                    </a:cubicBezTo>
                    <a:cubicBezTo>
                      <a:pt x="2578" y="125"/>
                      <a:pt x="1771" y="459"/>
                      <a:pt x="1176" y="1054"/>
                    </a:cubicBezTo>
                    <a:cubicBezTo>
                      <a:pt x="581" y="1649"/>
                      <a:pt x="247" y="2456"/>
                      <a:pt x="247" y="3298"/>
                    </a:cubicBezTo>
                    <a:cubicBezTo>
                      <a:pt x="247" y="4139"/>
                      <a:pt x="581" y="4946"/>
                      <a:pt x="1176" y="5541"/>
                    </a:cubicBezTo>
                    <a:cubicBezTo>
                      <a:pt x="1771" y="6136"/>
                      <a:pt x="2578" y="6470"/>
                      <a:pt x="341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97" name="Freeform: Shape 13096">
                <a:extLst>
                  <a:ext uri="{FF2B5EF4-FFF2-40B4-BE49-F238E27FC236}">
                    <a16:creationId xmlns:a16="http://schemas.microsoft.com/office/drawing/2014/main" id="{92F1216A-0613-4FF7-F4C1-D700BAAFE625}"/>
                  </a:ext>
                </a:extLst>
              </p:cNvPr>
              <p:cNvSpPr/>
              <p:nvPr/>
            </p:nvSpPr>
            <p:spPr>
              <a:xfrm>
                <a:off x="9525042" y="5117663"/>
                <a:ext cx="6343" cy="6345"/>
              </a:xfrm>
              <a:custGeom>
                <a:avLst/>
                <a:gdLst>
                  <a:gd name="connsiteX0" fmla="*/ 3417 w 6343"/>
                  <a:gd name="connsiteY0" fmla="*/ 6474 h 6345"/>
                  <a:gd name="connsiteX1" fmla="*/ 5660 w 6343"/>
                  <a:gd name="connsiteY1" fmla="*/ 5545 h 6345"/>
                  <a:gd name="connsiteX2" fmla="*/ 6589 w 6343"/>
                  <a:gd name="connsiteY2" fmla="*/ 3302 h 6345"/>
                  <a:gd name="connsiteX3" fmla="*/ 5660 w 6343"/>
                  <a:gd name="connsiteY3" fmla="*/ 1058 h 6345"/>
                  <a:gd name="connsiteX4" fmla="*/ 3417 w 6343"/>
                  <a:gd name="connsiteY4" fmla="*/ 129 h 6345"/>
                  <a:gd name="connsiteX5" fmla="*/ 1175 w 6343"/>
                  <a:gd name="connsiteY5" fmla="*/ 1058 h 6345"/>
                  <a:gd name="connsiteX6" fmla="*/ 246 w 6343"/>
                  <a:gd name="connsiteY6" fmla="*/ 3302 h 6345"/>
                  <a:gd name="connsiteX7" fmla="*/ 1175 w 6343"/>
                  <a:gd name="connsiteY7" fmla="*/ 5545 h 6345"/>
                  <a:gd name="connsiteX8" fmla="*/ 3417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4"/>
                    </a:moveTo>
                    <a:cubicBezTo>
                      <a:pt x="4258" y="6474"/>
                      <a:pt x="5065" y="6140"/>
                      <a:pt x="5660" y="5545"/>
                    </a:cubicBezTo>
                    <a:cubicBezTo>
                      <a:pt x="6255" y="4950"/>
                      <a:pt x="6589" y="4143"/>
                      <a:pt x="6589" y="3302"/>
                    </a:cubicBezTo>
                    <a:cubicBezTo>
                      <a:pt x="6589" y="2460"/>
                      <a:pt x="6255" y="1653"/>
                      <a:pt x="5660" y="1058"/>
                    </a:cubicBezTo>
                    <a:cubicBezTo>
                      <a:pt x="5065" y="463"/>
                      <a:pt x="4258" y="129"/>
                      <a:pt x="3417" y="129"/>
                    </a:cubicBezTo>
                    <a:cubicBezTo>
                      <a:pt x="2576" y="129"/>
                      <a:pt x="1769" y="463"/>
                      <a:pt x="1175" y="1058"/>
                    </a:cubicBezTo>
                    <a:cubicBezTo>
                      <a:pt x="580" y="1653"/>
                      <a:pt x="246" y="2460"/>
                      <a:pt x="246" y="3302"/>
                    </a:cubicBezTo>
                    <a:cubicBezTo>
                      <a:pt x="246" y="4143"/>
                      <a:pt x="580" y="4950"/>
                      <a:pt x="1175" y="5545"/>
                    </a:cubicBezTo>
                    <a:cubicBezTo>
                      <a:pt x="1769" y="6140"/>
                      <a:pt x="2576" y="6474"/>
                      <a:pt x="3417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98" name="Freeform: Shape 13097">
                <a:extLst>
                  <a:ext uri="{FF2B5EF4-FFF2-40B4-BE49-F238E27FC236}">
                    <a16:creationId xmlns:a16="http://schemas.microsoft.com/office/drawing/2014/main" id="{CE57F619-C10E-D84B-0A93-3225D06FED85}"/>
                  </a:ext>
                </a:extLst>
              </p:cNvPr>
              <p:cNvSpPr/>
              <p:nvPr/>
            </p:nvSpPr>
            <p:spPr>
              <a:xfrm>
                <a:off x="9525519" y="5119457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5 h 6345"/>
                  <a:gd name="connsiteX2" fmla="*/ 6589 w 6343"/>
                  <a:gd name="connsiteY2" fmla="*/ 3302 h 6345"/>
                  <a:gd name="connsiteX3" fmla="*/ 5660 w 6343"/>
                  <a:gd name="connsiteY3" fmla="*/ 1058 h 6345"/>
                  <a:gd name="connsiteX4" fmla="*/ 3417 w 6343"/>
                  <a:gd name="connsiteY4" fmla="*/ 129 h 6345"/>
                  <a:gd name="connsiteX5" fmla="*/ 1175 w 6343"/>
                  <a:gd name="connsiteY5" fmla="*/ 1058 h 6345"/>
                  <a:gd name="connsiteX6" fmla="*/ 246 w 6343"/>
                  <a:gd name="connsiteY6" fmla="*/ 3302 h 6345"/>
                  <a:gd name="connsiteX7" fmla="*/ 1175 w 6343"/>
                  <a:gd name="connsiteY7" fmla="*/ 5545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8" y="6475"/>
                      <a:pt x="5065" y="6140"/>
                      <a:pt x="5660" y="5545"/>
                    </a:cubicBezTo>
                    <a:cubicBezTo>
                      <a:pt x="6255" y="4950"/>
                      <a:pt x="6589" y="4143"/>
                      <a:pt x="6589" y="3302"/>
                    </a:cubicBezTo>
                    <a:cubicBezTo>
                      <a:pt x="6589" y="2461"/>
                      <a:pt x="6255" y="1653"/>
                      <a:pt x="5660" y="1058"/>
                    </a:cubicBezTo>
                    <a:cubicBezTo>
                      <a:pt x="5065" y="464"/>
                      <a:pt x="4258" y="129"/>
                      <a:pt x="3417" y="129"/>
                    </a:cubicBezTo>
                    <a:cubicBezTo>
                      <a:pt x="2576" y="129"/>
                      <a:pt x="1769" y="464"/>
                      <a:pt x="1175" y="1058"/>
                    </a:cubicBezTo>
                    <a:cubicBezTo>
                      <a:pt x="580" y="1653"/>
                      <a:pt x="246" y="2461"/>
                      <a:pt x="246" y="3302"/>
                    </a:cubicBezTo>
                    <a:cubicBezTo>
                      <a:pt x="246" y="4143"/>
                      <a:pt x="580" y="4950"/>
                      <a:pt x="1175" y="5545"/>
                    </a:cubicBezTo>
                    <a:cubicBezTo>
                      <a:pt x="1769" y="6140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99" name="Freeform: Shape 13098">
                <a:extLst>
                  <a:ext uri="{FF2B5EF4-FFF2-40B4-BE49-F238E27FC236}">
                    <a16:creationId xmlns:a16="http://schemas.microsoft.com/office/drawing/2014/main" id="{7E3CE0BB-D993-2CD8-2ADE-18854E2B0797}"/>
                  </a:ext>
                </a:extLst>
              </p:cNvPr>
              <p:cNvSpPr/>
              <p:nvPr/>
            </p:nvSpPr>
            <p:spPr>
              <a:xfrm>
                <a:off x="9525845" y="5121530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7 w 6343"/>
                  <a:gd name="connsiteY4" fmla="*/ 129 h 6345"/>
                  <a:gd name="connsiteX5" fmla="*/ 1175 w 6343"/>
                  <a:gd name="connsiteY5" fmla="*/ 1059 h 6345"/>
                  <a:gd name="connsiteX6" fmla="*/ 246 w 6343"/>
                  <a:gd name="connsiteY6" fmla="*/ 3302 h 6345"/>
                  <a:gd name="connsiteX7" fmla="*/ 1175 w 6343"/>
                  <a:gd name="connsiteY7" fmla="*/ 5546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8" y="6475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2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8" y="129"/>
                      <a:pt x="3417" y="129"/>
                    </a:cubicBezTo>
                    <a:cubicBezTo>
                      <a:pt x="2576" y="129"/>
                      <a:pt x="1769" y="464"/>
                      <a:pt x="1175" y="1059"/>
                    </a:cubicBezTo>
                    <a:cubicBezTo>
                      <a:pt x="580" y="1654"/>
                      <a:pt x="246" y="2461"/>
                      <a:pt x="246" y="3302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69" y="6141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00" name="Freeform: Shape 13099">
                <a:extLst>
                  <a:ext uri="{FF2B5EF4-FFF2-40B4-BE49-F238E27FC236}">
                    <a16:creationId xmlns:a16="http://schemas.microsoft.com/office/drawing/2014/main" id="{494456BF-3274-F375-2341-39341DFD7AD9}"/>
                  </a:ext>
                </a:extLst>
              </p:cNvPr>
              <p:cNvSpPr/>
              <p:nvPr/>
            </p:nvSpPr>
            <p:spPr>
              <a:xfrm>
                <a:off x="9525637" y="5124665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7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2 h 6345"/>
                  <a:gd name="connsiteX7" fmla="*/ 1175 w 6343"/>
                  <a:gd name="connsiteY7" fmla="*/ 5546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8" y="6475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2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8" y="130"/>
                      <a:pt x="3417" y="130"/>
                    </a:cubicBezTo>
                    <a:cubicBezTo>
                      <a:pt x="2576" y="130"/>
                      <a:pt x="1769" y="464"/>
                      <a:pt x="1175" y="1059"/>
                    </a:cubicBezTo>
                    <a:cubicBezTo>
                      <a:pt x="580" y="1654"/>
                      <a:pt x="246" y="2461"/>
                      <a:pt x="246" y="3302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69" y="6141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01" name="Freeform: Shape 13100">
                <a:extLst>
                  <a:ext uri="{FF2B5EF4-FFF2-40B4-BE49-F238E27FC236}">
                    <a16:creationId xmlns:a16="http://schemas.microsoft.com/office/drawing/2014/main" id="{DE87EDBD-9160-315D-9F6F-6F3B257ADF57}"/>
                  </a:ext>
                </a:extLst>
              </p:cNvPr>
              <p:cNvSpPr/>
              <p:nvPr/>
            </p:nvSpPr>
            <p:spPr>
              <a:xfrm>
                <a:off x="9526467" y="5128179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59 h 6345"/>
                  <a:gd name="connsiteX4" fmla="*/ 3417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8" y="6475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8" y="130"/>
                      <a:pt x="3417" y="130"/>
                    </a:cubicBezTo>
                    <a:cubicBezTo>
                      <a:pt x="2576" y="130"/>
                      <a:pt x="1769" y="464"/>
                      <a:pt x="1175" y="1059"/>
                    </a:cubicBezTo>
                    <a:cubicBezTo>
                      <a:pt x="580" y="1654"/>
                      <a:pt x="246" y="2461"/>
                      <a:pt x="246" y="3303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69" y="6141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02" name="Freeform: Shape 13101">
                <a:extLst>
                  <a:ext uri="{FF2B5EF4-FFF2-40B4-BE49-F238E27FC236}">
                    <a16:creationId xmlns:a16="http://schemas.microsoft.com/office/drawing/2014/main" id="{E5D131DC-539D-1713-EA66-494960EDC469}"/>
                  </a:ext>
                </a:extLst>
              </p:cNvPr>
              <p:cNvSpPr/>
              <p:nvPr/>
            </p:nvSpPr>
            <p:spPr>
              <a:xfrm>
                <a:off x="9526003" y="5131627"/>
                <a:ext cx="6343" cy="6345"/>
              </a:xfrm>
              <a:custGeom>
                <a:avLst/>
                <a:gdLst>
                  <a:gd name="connsiteX0" fmla="*/ 3417 w 6343"/>
                  <a:gd name="connsiteY0" fmla="*/ 6476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59 h 6345"/>
                  <a:gd name="connsiteX4" fmla="*/ 3417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7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6"/>
                    </a:moveTo>
                    <a:cubicBezTo>
                      <a:pt x="4258" y="6476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8" y="130"/>
                      <a:pt x="3417" y="130"/>
                    </a:cubicBezTo>
                    <a:cubicBezTo>
                      <a:pt x="2576" y="130"/>
                      <a:pt x="1769" y="464"/>
                      <a:pt x="1175" y="1059"/>
                    </a:cubicBezTo>
                    <a:cubicBezTo>
                      <a:pt x="580" y="1654"/>
                      <a:pt x="246" y="2461"/>
                      <a:pt x="246" y="3303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69" y="6141"/>
                      <a:pt x="2576" y="6476"/>
                      <a:pt x="3417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03" name="Freeform: Shape 13102">
                <a:extLst>
                  <a:ext uri="{FF2B5EF4-FFF2-40B4-BE49-F238E27FC236}">
                    <a16:creationId xmlns:a16="http://schemas.microsoft.com/office/drawing/2014/main" id="{E0A7E883-952C-CB70-8266-7CD3DDBFB034}"/>
                  </a:ext>
                </a:extLst>
              </p:cNvPr>
              <p:cNvSpPr/>
              <p:nvPr/>
            </p:nvSpPr>
            <p:spPr>
              <a:xfrm>
                <a:off x="9525952" y="5134177"/>
                <a:ext cx="6343" cy="6345"/>
              </a:xfrm>
              <a:custGeom>
                <a:avLst/>
                <a:gdLst>
                  <a:gd name="connsiteX0" fmla="*/ 3417 w 6343"/>
                  <a:gd name="connsiteY0" fmla="*/ 6476 h 6345"/>
                  <a:gd name="connsiteX1" fmla="*/ 5660 w 6343"/>
                  <a:gd name="connsiteY1" fmla="*/ 5547 h 6345"/>
                  <a:gd name="connsiteX2" fmla="*/ 6589 w 6343"/>
                  <a:gd name="connsiteY2" fmla="*/ 3303 h 6345"/>
                  <a:gd name="connsiteX3" fmla="*/ 5660 w 6343"/>
                  <a:gd name="connsiteY3" fmla="*/ 1060 h 6345"/>
                  <a:gd name="connsiteX4" fmla="*/ 3417 w 6343"/>
                  <a:gd name="connsiteY4" fmla="*/ 130 h 6345"/>
                  <a:gd name="connsiteX5" fmla="*/ 1175 w 6343"/>
                  <a:gd name="connsiteY5" fmla="*/ 1060 h 6345"/>
                  <a:gd name="connsiteX6" fmla="*/ 246 w 6343"/>
                  <a:gd name="connsiteY6" fmla="*/ 3303 h 6345"/>
                  <a:gd name="connsiteX7" fmla="*/ 1175 w 6343"/>
                  <a:gd name="connsiteY7" fmla="*/ 5547 h 6345"/>
                  <a:gd name="connsiteX8" fmla="*/ 3417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6"/>
                    </a:moveTo>
                    <a:cubicBezTo>
                      <a:pt x="4258" y="6476"/>
                      <a:pt x="5065" y="6141"/>
                      <a:pt x="5660" y="5547"/>
                    </a:cubicBezTo>
                    <a:cubicBezTo>
                      <a:pt x="6255" y="4952"/>
                      <a:pt x="6589" y="4145"/>
                      <a:pt x="6589" y="3303"/>
                    </a:cubicBezTo>
                    <a:cubicBezTo>
                      <a:pt x="6589" y="2462"/>
                      <a:pt x="6255" y="1655"/>
                      <a:pt x="5660" y="1060"/>
                    </a:cubicBezTo>
                    <a:cubicBezTo>
                      <a:pt x="5065" y="465"/>
                      <a:pt x="4258" y="130"/>
                      <a:pt x="3417" y="130"/>
                    </a:cubicBezTo>
                    <a:cubicBezTo>
                      <a:pt x="2576" y="130"/>
                      <a:pt x="1769" y="465"/>
                      <a:pt x="1175" y="1060"/>
                    </a:cubicBezTo>
                    <a:cubicBezTo>
                      <a:pt x="580" y="1655"/>
                      <a:pt x="246" y="2462"/>
                      <a:pt x="246" y="3303"/>
                    </a:cubicBezTo>
                    <a:cubicBezTo>
                      <a:pt x="246" y="4145"/>
                      <a:pt x="580" y="4952"/>
                      <a:pt x="1175" y="5547"/>
                    </a:cubicBezTo>
                    <a:cubicBezTo>
                      <a:pt x="1769" y="6141"/>
                      <a:pt x="2576" y="6476"/>
                      <a:pt x="3417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04" name="Freeform: Shape 13103">
                <a:extLst>
                  <a:ext uri="{FF2B5EF4-FFF2-40B4-BE49-F238E27FC236}">
                    <a16:creationId xmlns:a16="http://schemas.microsoft.com/office/drawing/2014/main" id="{1D942A2C-5C59-10C2-9E4F-AD792488C883}"/>
                  </a:ext>
                </a:extLst>
              </p:cNvPr>
              <p:cNvSpPr/>
              <p:nvPr/>
            </p:nvSpPr>
            <p:spPr>
              <a:xfrm>
                <a:off x="9525101" y="5138209"/>
                <a:ext cx="6343" cy="6345"/>
              </a:xfrm>
              <a:custGeom>
                <a:avLst/>
                <a:gdLst>
                  <a:gd name="connsiteX0" fmla="*/ 3417 w 6343"/>
                  <a:gd name="connsiteY0" fmla="*/ 6476 h 6345"/>
                  <a:gd name="connsiteX1" fmla="*/ 5660 w 6343"/>
                  <a:gd name="connsiteY1" fmla="*/ 5547 h 6345"/>
                  <a:gd name="connsiteX2" fmla="*/ 6589 w 6343"/>
                  <a:gd name="connsiteY2" fmla="*/ 3303 h 6345"/>
                  <a:gd name="connsiteX3" fmla="*/ 5660 w 6343"/>
                  <a:gd name="connsiteY3" fmla="*/ 1060 h 6345"/>
                  <a:gd name="connsiteX4" fmla="*/ 3417 w 6343"/>
                  <a:gd name="connsiteY4" fmla="*/ 131 h 6345"/>
                  <a:gd name="connsiteX5" fmla="*/ 1175 w 6343"/>
                  <a:gd name="connsiteY5" fmla="*/ 1060 h 6345"/>
                  <a:gd name="connsiteX6" fmla="*/ 246 w 6343"/>
                  <a:gd name="connsiteY6" fmla="*/ 3303 h 6345"/>
                  <a:gd name="connsiteX7" fmla="*/ 1175 w 6343"/>
                  <a:gd name="connsiteY7" fmla="*/ 5547 h 6345"/>
                  <a:gd name="connsiteX8" fmla="*/ 3417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6"/>
                    </a:moveTo>
                    <a:cubicBezTo>
                      <a:pt x="4258" y="6476"/>
                      <a:pt x="5065" y="6142"/>
                      <a:pt x="5660" y="5547"/>
                    </a:cubicBezTo>
                    <a:cubicBezTo>
                      <a:pt x="6255" y="4952"/>
                      <a:pt x="6589" y="4145"/>
                      <a:pt x="6589" y="3303"/>
                    </a:cubicBezTo>
                    <a:cubicBezTo>
                      <a:pt x="6589" y="2462"/>
                      <a:pt x="6255" y="1655"/>
                      <a:pt x="5660" y="1060"/>
                    </a:cubicBezTo>
                    <a:cubicBezTo>
                      <a:pt x="5065" y="465"/>
                      <a:pt x="4258" y="131"/>
                      <a:pt x="3417" y="131"/>
                    </a:cubicBezTo>
                    <a:cubicBezTo>
                      <a:pt x="2576" y="131"/>
                      <a:pt x="1769" y="465"/>
                      <a:pt x="1175" y="1060"/>
                    </a:cubicBezTo>
                    <a:cubicBezTo>
                      <a:pt x="580" y="1655"/>
                      <a:pt x="246" y="2462"/>
                      <a:pt x="246" y="3303"/>
                    </a:cubicBezTo>
                    <a:cubicBezTo>
                      <a:pt x="246" y="4145"/>
                      <a:pt x="580" y="4952"/>
                      <a:pt x="1175" y="5547"/>
                    </a:cubicBezTo>
                    <a:cubicBezTo>
                      <a:pt x="1769" y="6142"/>
                      <a:pt x="2576" y="6476"/>
                      <a:pt x="3417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05" name="Freeform: Shape 13104">
                <a:extLst>
                  <a:ext uri="{FF2B5EF4-FFF2-40B4-BE49-F238E27FC236}">
                    <a16:creationId xmlns:a16="http://schemas.microsoft.com/office/drawing/2014/main" id="{03089B84-8AEC-9E71-17BA-73D740192FD6}"/>
                  </a:ext>
                </a:extLst>
              </p:cNvPr>
              <p:cNvSpPr/>
              <p:nvPr/>
            </p:nvSpPr>
            <p:spPr>
              <a:xfrm>
                <a:off x="9521831" y="5146731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8 w 6343"/>
                  <a:gd name="connsiteY2" fmla="*/ 3304 h 6345"/>
                  <a:gd name="connsiteX3" fmla="*/ 5660 w 6343"/>
                  <a:gd name="connsiteY3" fmla="*/ 1061 h 6345"/>
                  <a:gd name="connsiteX4" fmla="*/ 3417 w 6343"/>
                  <a:gd name="connsiteY4" fmla="*/ 131 h 6345"/>
                  <a:gd name="connsiteX5" fmla="*/ 1174 w 6343"/>
                  <a:gd name="connsiteY5" fmla="*/ 1061 h 6345"/>
                  <a:gd name="connsiteX6" fmla="*/ 245 w 6343"/>
                  <a:gd name="connsiteY6" fmla="*/ 3304 h 6345"/>
                  <a:gd name="connsiteX7" fmla="*/ 1174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2"/>
                      <a:pt x="5660" y="5548"/>
                    </a:cubicBezTo>
                    <a:cubicBezTo>
                      <a:pt x="6254" y="4953"/>
                      <a:pt x="6588" y="4145"/>
                      <a:pt x="6588" y="3304"/>
                    </a:cubicBezTo>
                    <a:cubicBezTo>
                      <a:pt x="6588" y="2463"/>
                      <a:pt x="6254" y="1656"/>
                      <a:pt x="5660" y="1061"/>
                    </a:cubicBezTo>
                    <a:cubicBezTo>
                      <a:pt x="5065" y="466"/>
                      <a:pt x="4258" y="131"/>
                      <a:pt x="3417" y="131"/>
                    </a:cubicBezTo>
                    <a:cubicBezTo>
                      <a:pt x="2576" y="131"/>
                      <a:pt x="1769" y="466"/>
                      <a:pt x="1174" y="1061"/>
                    </a:cubicBezTo>
                    <a:cubicBezTo>
                      <a:pt x="580" y="1656"/>
                      <a:pt x="245" y="2463"/>
                      <a:pt x="245" y="3304"/>
                    </a:cubicBezTo>
                    <a:cubicBezTo>
                      <a:pt x="245" y="4145"/>
                      <a:pt x="580" y="4953"/>
                      <a:pt x="1174" y="5548"/>
                    </a:cubicBezTo>
                    <a:cubicBezTo>
                      <a:pt x="1769" y="6142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06" name="Freeform: Shape 13105">
                <a:extLst>
                  <a:ext uri="{FF2B5EF4-FFF2-40B4-BE49-F238E27FC236}">
                    <a16:creationId xmlns:a16="http://schemas.microsoft.com/office/drawing/2014/main" id="{62BB5568-33B7-8027-5BB6-093451233291}"/>
                  </a:ext>
                </a:extLst>
              </p:cNvPr>
              <p:cNvSpPr/>
              <p:nvPr/>
            </p:nvSpPr>
            <p:spPr>
              <a:xfrm>
                <a:off x="9522294" y="5148031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9 w 6343"/>
                  <a:gd name="connsiteY2" fmla="*/ 3304 h 6345"/>
                  <a:gd name="connsiteX3" fmla="*/ 5660 w 6343"/>
                  <a:gd name="connsiteY3" fmla="*/ 1061 h 6345"/>
                  <a:gd name="connsiteX4" fmla="*/ 3417 w 6343"/>
                  <a:gd name="connsiteY4" fmla="*/ 131 h 6345"/>
                  <a:gd name="connsiteX5" fmla="*/ 1174 w 6343"/>
                  <a:gd name="connsiteY5" fmla="*/ 1061 h 6345"/>
                  <a:gd name="connsiteX6" fmla="*/ 245 w 6343"/>
                  <a:gd name="connsiteY6" fmla="*/ 3304 h 6345"/>
                  <a:gd name="connsiteX7" fmla="*/ 1174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4" y="4953"/>
                      <a:pt x="6589" y="4146"/>
                      <a:pt x="6589" y="3304"/>
                    </a:cubicBezTo>
                    <a:cubicBezTo>
                      <a:pt x="6589" y="2463"/>
                      <a:pt x="6254" y="1656"/>
                      <a:pt x="5660" y="1061"/>
                    </a:cubicBezTo>
                    <a:cubicBezTo>
                      <a:pt x="5065" y="466"/>
                      <a:pt x="4258" y="131"/>
                      <a:pt x="3417" y="131"/>
                    </a:cubicBezTo>
                    <a:cubicBezTo>
                      <a:pt x="2576" y="131"/>
                      <a:pt x="1769" y="466"/>
                      <a:pt x="1174" y="1061"/>
                    </a:cubicBezTo>
                    <a:cubicBezTo>
                      <a:pt x="580" y="1656"/>
                      <a:pt x="245" y="2463"/>
                      <a:pt x="245" y="3304"/>
                    </a:cubicBezTo>
                    <a:cubicBezTo>
                      <a:pt x="245" y="4146"/>
                      <a:pt x="580" y="4953"/>
                      <a:pt x="1174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07" name="Freeform: Shape 13106">
                <a:extLst>
                  <a:ext uri="{FF2B5EF4-FFF2-40B4-BE49-F238E27FC236}">
                    <a16:creationId xmlns:a16="http://schemas.microsoft.com/office/drawing/2014/main" id="{D681BA60-DB2F-60BB-61C6-F5DE65F902A2}"/>
                  </a:ext>
                </a:extLst>
              </p:cNvPr>
              <p:cNvSpPr/>
              <p:nvPr/>
            </p:nvSpPr>
            <p:spPr>
              <a:xfrm>
                <a:off x="9521411" y="5151788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8 w 6343"/>
                  <a:gd name="connsiteY2" fmla="*/ 3304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4 h 6345"/>
                  <a:gd name="connsiteX7" fmla="*/ 1174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4" y="4953"/>
                      <a:pt x="6588" y="4146"/>
                      <a:pt x="6588" y="3304"/>
                    </a:cubicBezTo>
                    <a:cubicBezTo>
                      <a:pt x="6588" y="2463"/>
                      <a:pt x="6254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4" y="1061"/>
                    </a:cubicBezTo>
                    <a:cubicBezTo>
                      <a:pt x="580" y="1656"/>
                      <a:pt x="245" y="2463"/>
                      <a:pt x="245" y="3304"/>
                    </a:cubicBezTo>
                    <a:cubicBezTo>
                      <a:pt x="245" y="4146"/>
                      <a:pt x="580" y="4953"/>
                      <a:pt x="1174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08" name="Freeform: Shape 13107">
                <a:extLst>
                  <a:ext uri="{FF2B5EF4-FFF2-40B4-BE49-F238E27FC236}">
                    <a16:creationId xmlns:a16="http://schemas.microsoft.com/office/drawing/2014/main" id="{BBC18EC1-C63F-022F-F56A-9F6B8B12E470}"/>
                  </a:ext>
                </a:extLst>
              </p:cNvPr>
              <p:cNvSpPr/>
              <p:nvPr/>
            </p:nvSpPr>
            <p:spPr>
              <a:xfrm>
                <a:off x="9521593" y="5153515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8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5 h 6345"/>
                  <a:gd name="connsiteX7" fmla="*/ 1174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4" y="4953"/>
                      <a:pt x="6588" y="4146"/>
                      <a:pt x="6588" y="3305"/>
                    </a:cubicBezTo>
                    <a:cubicBezTo>
                      <a:pt x="6588" y="2463"/>
                      <a:pt x="6254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4" y="1061"/>
                    </a:cubicBezTo>
                    <a:cubicBezTo>
                      <a:pt x="580" y="1656"/>
                      <a:pt x="245" y="2463"/>
                      <a:pt x="245" y="3305"/>
                    </a:cubicBezTo>
                    <a:cubicBezTo>
                      <a:pt x="245" y="4146"/>
                      <a:pt x="580" y="4953"/>
                      <a:pt x="1174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09" name="Freeform: Shape 13108">
                <a:extLst>
                  <a:ext uri="{FF2B5EF4-FFF2-40B4-BE49-F238E27FC236}">
                    <a16:creationId xmlns:a16="http://schemas.microsoft.com/office/drawing/2014/main" id="{361493B0-751C-DE9D-294A-7F90FDDB8265}"/>
                  </a:ext>
                </a:extLst>
              </p:cNvPr>
              <p:cNvSpPr/>
              <p:nvPr/>
            </p:nvSpPr>
            <p:spPr>
              <a:xfrm>
                <a:off x="9524045" y="5153176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4 w 6343"/>
                  <a:gd name="connsiteY5" fmla="*/ 1061 h 6345"/>
                  <a:gd name="connsiteX6" fmla="*/ 246 w 6343"/>
                  <a:gd name="connsiteY6" fmla="*/ 3305 h 6345"/>
                  <a:gd name="connsiteX7" fmla="*/ 1174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4" y="4953"/>
                      <a:pt x="6589" y="4146"/>
                      <a:pt x="6589" y="3305"/>
                    </a:cubicBezTo>
                    <a:cubicBezTo>
                      <a:pt x="6589" y="2463"/>
                      <a:pt x="6254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4" y="1061"/>
                    </a:cubicBezTo>
                    <a:cubicBezTo>
                      <a:pt x="580" y="1656"/>
                      <a:pt x="246" y="2463"/>
                      <a:pt x="246" y="3305"/>
                    </a:cubicBezTo>
                    <a:cubicBezTo>
                      <a:pt x="246" y="4146"/>
                      <a:pt x="580" y="4953"/>
                      <a:pt x="1174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10" name="Freeform: Shape 13109">
                <a:extLst>
                  <a:ext uri="{FF2B5EF4-FFF2-40B4-BE49-F238E27FC236}">
                    <a16:creationId xmlns:a16="http://schemas.microsoft.com/office/drawing/2014/main" id="{5738AEFF-B901-B6E1-DC7B-2521AC93AD03}"/>
                  </a:ext>
                </a:extLst>
              </p:cNvPr>
              <p:cNvSpPr/>
              <p:nvPr/>
            </p:nvSpPr>
            <p:spPr>
              <a:xfrm>
                <a:off x="9525000" y="5153506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5" y="1061"/>
                    </a:cubicBezTo>
                    <a:cubicBezTo>
                      <a:pt x="580" y="1656"/>
                      <a:pt x="246" y="2463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11" name="Freeform: Shape 13110">
                <a:extLst>
                  <a:ext uri="{FF2B5EF4-FFF2-40B4-BE49-F238E27FC236}">
                    <a16:creationId xmlns:a16="http://schemas.microsoft.com/office/drawing/2014/main" id="{14045DB6-0DDB-4B3E-7CE6-83E18C40A7C6}"/>
                  </a:ext>
                </a:extLst>
              </p:cNvPr>
              <p:cNvSpPr/>
              <p:nvPr/>
            </p:nvSpPr>
            <p:spPr>
              <a:xfrm>
                <a:off x="9526423" y="5153038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5" y="1061"/>
                    </a:cubicBezTo>
                    <a:cubicBezTo>
                      <a:pt x="580" y="1656"/>
                      <a:pt x="246" y="2463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12" name="Freeform: Shape 13111">
                <a:extLst>
                  <a:ext uri="{FF2B5EF4-FFF2-40B4-BE49-F238E27FC236}">
                    <a16:creationId xmlns:a16="http://schemas.microsoft.com/office/drawing/2014/main" id="{3838504F-9657-3993-82A3-BDD863A4E60C}"/>
                  </a:ext>
                </a:extLst>
              </p:cNvPr>
              <p:cNvSpPr/>
              <p:nvPr/>
            </p:nvSpPr>
            <p:spPr>
              <a:xfrm>
                <a:off x="9526655" y="5154614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5" y="1061"/>
                    </a:cubicBezTo>
                    <a:cubicBezTo>
                      <a:pt x="580" y="1656"/>
                      <a:pt x="246" y="2463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13" name="Freeform: Shape 13112">
                <a:extLst>
                  <a:ext uri="{FF2B5EF4-FFF2-40B4-BE49-F238E27FC236}">
                    <a16:creationId xmlns:a16="http://schemas.microsoft.com/office/drawing/2014/main" id="{667463D1-77DA-C597-871A-E826278EC092}"/>
                  </a:ext>
                </a:extLst>
              </p:cNvPr>
              <p:cNvSpPr/>
              <p:nvPr/>
            </p:nvSpPr>
            <p:spPr>
              <a:xfrm>
                <a:off x="9528114" y="5154109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9" y="6477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9" y="132"/>
                      <a:pt x="3417" y="132"/>
                    </a:cubicBezTo>
                    <a:cubicBezTo>
                      <a:pt x="2576" y="132"/>
                      <a:pt x="1770" y="466"/>
                      <a:pt x="1175" y="1061"/>
                    </a:cubicBezTo>
                    <a:cubicBezTo>
                      <a:pt x="580" y="1656"/>
                      <a:pt x="246" y="2463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70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14" name="Freeform: Shape 13113">
                <a:extLst>
                  <a:ext uri="{FF2B5EF4-FFF2-40B4-BE49-F238E27FC236}">
                    <a16:creationId xmlns:a16="http://schemas.microsoft.com/office/drawing/2014/main" id="{47D2D20A-7E92-AE45-9B6A-04647BEB6C21}"/>
                  </a:ext>
                </a:extLst>
              </p:cNvPr>
              <p:cNvSpPr/>
              <p:nvPr/>
            </p:nvSpPr>
            <p:spPr>
              <a:xfrm>
                <a:off x="9528847" y="5156734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5 w 6343"/>
                  <a:gd name="connsiteY5" fmla="*/ 1061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3"/>
                      <a:pt x="6255" y="1656"/>
                      <a:pt x="5660" y="1061"/>
                    </a:cubicBezTo>
                    <a:cubicBezTo>
                      <a:pt x="5065" y="466"/>
                      <a:pt x="4259" y="132"/>
                      <a:pt x="3417" y="132"/>
                    </a:cubicBezTo>
                    <a:cubicBezTo>
                      <a:pt x="2576" y="132"/>
                      <a:pt x="1770" y="466"/>
                      <a:pt x="1175" y="1061"/>
                    </a:cubicBezTo>
                    <a:cubicBezTo>
                      <a:pt x="580" y="1656"/>
                      <a:pt x="246" y="2463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70" y="6143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15" name="Freeform: Shape 13114">
                <a:extLst>
                  <a:ext uri="{FF2B5EF4-FFF2-40B4-BE49-F238E27FC236}">
                    <a16:creationId xmlns:a16="http://schemas.microsoft.com/office/drawing/2014/main" id="{C2B7B27F-8343-3C60-3018-E20F82081511}"/>
                  </a:ext>
                </a:extLst>
              </p:cNvPr>
              <p:cNvSpPr/>
              <p:nvPr/>
            </p:nvSpPr>
            <p:spPr>
              <a:xfrm>
                <a:off x="9528404" y="5159309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2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3"/>
                      <a:pt x="5660" y="5549"/>
                    </a:cubicBezTo>
                    <a:cubicBezTo>
                      <a:pt x="6255" y="4954"/>
                      <a:pt x="6589" y="4146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2"/>
                      <a:pt x="3417" y="132"/>
                    </a:cubicBezTo>
                    <a:cubicBezTo>
                      <a:pt x="2576" y="132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6"/>
                      <a:pt x="580" y="4954"/>
                      <a:pt x="1175" y="5549"/>
                    </a:cubicBezTo>
                    <a:cubicBezTo>
                      <a:pt x="1770" y="6143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16" name="Freeform: Shape 13115">
                <a:extLst>
                  <a:ext uri="{FF2B5EF4-FFF2-40B4-BE49-F238E27FC236}">
                    <a16:creationId xmlns:a16="http://schemas.microsoft.com/office/drawing/2014/main" id="{CEAEEE76-C76E-9A37-1BA3-215DA8133D27}"/>
                  </a:ext>
                </a:extLst>
              </p:cNvPr>
              <p:cNvSpPr/>
              <p:nvPr/>
            </p:nvSpPr>
            <p:spPr>
              <a:xfrm>
                <a:off x="9528963" y="5160247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2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2"/>
                      <a:pt x="3417" y="132"/>
                    </a:cubicBezTo>
                    <a:cubicBezTo>
                      <a:pt x="2576" y="132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17" name="Freeform: Shape 13116">
                <a:extLst>
                  <a:ext uri="{FF2B5EF4-FFF2-40B4-BE49-F238E27FC236}">
                    <a16:creationId xmlns:a16="http://schemas.microsoft.com/office/drawing/2014/main" id="{E5B808C2-FCFD-3945-24ED-9FE7B4247E2F}"/>
                  </a:ext>
                </a:extLst>
              </p:cNvPr>
              <p:cNvSpPr/>
              <p:nvPr/>
            </p:nvSpPr>
            <p:spPr>
              <a:xfrm>
                <a:off x="9529111" y="5161815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18" name="Freeform: Shape 13117">
                <a:extLst>
                  <a:ext uri="{FF2B5EF4-FFF2-40B4-BE49-F238E27FC236}">
                    <a16:creationId xmlns:a16="http://schemas.microsoft.com/office/drawing/2014/main" id="{BC1F99F4-3E1B-17E8-50C8-ABE0F92DC69E}"/>
                  </a:ext>
                </a:extLst>
              </p:cNvPr>
              <p:cNvSpPr/>
              <p:nvPr/>
            </p:nvSpPr>
            <p:spPr>
              <a:xfrm>
                <a:off x="9529548" y="5162910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19" name="Freeform: Shape 13118">
                <a:extLst>
                  <a:ext uri="{FF2B5EF4-FFF2-40B4-BE49-F238E27FC236}">
                    <a16:creationId xmlns:a16="http://schemas.microsoft.com/office/drawing/2014/main" id="{53DC9C36-6956-0329-636C-C2228ACFF2E5}"/>
                  </a:ext>
                </a:extLst>
              </p:cNvPr>
              <p:cNvSpPr/>
              <p:nvPr/>
            </p:nvSpPr>
            <p:spPr>
              <a:xfrm>
                <a:off x="9529530" y="5164680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20" name="Freeform: Shape 13119">
                <a:extLst>
                  <a:ext uri="{FF2B5EF4-FFF2-40B4-BE49-F238E27FC236}">
                    <a16:creationId xmlns:a16="http://schemas.microsoft.com/office/drawing/2014/main" id="{6B4A6B18-0004-5D16-0A80-94C9E12C3A3B}"/>
                  </a:ext>
                </a:extLst>
              </p:cNvPr>
              <p:cNvSpPr/>
              <p:nvPr/>
            </p:nvSpPr>
            <p:spPr>
              <a:xfrm>
                <a:off x="9529701" y="5166134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21" name="Freeform: Shape 13120">
                <a:extLst>
                  <a:ext uri="{FF2B5EF4-FFF2-40B4-BE49-F238E27FC236}">
                    <a16:creationId xmlns:a16="http://schemas.microsoft.com/office/drawing/2014/main" id="{0924C64F-6F6E-FF6F-D3C6-2348C0718215}"/>
                  </a:ext>
                </a:extLst>
              </p:cNvPr>
              <p:cNvSpPr/>
              <p:nvPr/>
            </p:nvSpPr>
            <p:spPr>
              <a:xfrm>
                <a:off x="9530315" y="516857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22" name="Freeform: Shape 13121">
                <a:extLst>
                  <a:ext uri="{FF2B5EF4-FFF2-40B4-BE49-F238E27FC236}">
                    <a16:creationId xmlns:a16="http://schemas.microsoft.com/office/drawing/2014/main" id="{C3D0B89C-DEB6-F7C8-C2E9-2365C1054BCF}"/>
                  </a:ext>
                </a:extLst>
              </p:cNvPr>
              <p:cNvSpPr/>
              <p:nvPr/>
            </p:nvSpPr>
            <p:spPr>
              <a:xfrm>
                <a:off x="9531024" y="517080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5"/>
                      <a:pt x="6255" y="1658"/>
                      <a:pt x="5660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3"/>
                    </a:cubicBezTo>
                    <a:cubicBezTo>
                      <a:pt x="580" y="1658"/>
                      <a:pt x="246" y="2465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23" name="Freeform: Shape 13122">
                <a:extLst>
                  <a:ext uri="{FF2B5EF4-FFF2-40B4-BE49-F238E27FC236}">
                    <a16:creationId xmlns:a16="http://schemas.microsoft.com/office/drawing/2014/main" id="{CDFA0484-E3E1-3477-7F5E-A8C6F783BFDA}"/>
                  </a:ext>
                </a:extLst>
              </p:cNvPr>
              <p:cNvSpPr/>
              <p:nvPr/>
            </p:nvSpPr>
            <p:spPr>
              <a:xfrm>
                <a:off x="9534090" y="517441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89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4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5" y="4955"/>
                      <a:pt x="6589" y="4148"/>
                      <a:pt x="6589" y="3306"/>
                    </a:cubicBezTo>
                    <a:cubicBezTo>
                      <a:pt x="6589" y="2465"/>
                      <a:pt x="6255" y="1658"/>
                      <a:pt x="5661" y="1063"/>
                    </a:cubicBezTo>
                    <a:cubicBezTo>
                      <a:pt x="5066" y="468"/>
                      <a:pt x="4259" y="134"/>
                      <a:pt x="3418" y="134"/>
                    </a:cubicBezTo>
                    <a:cubicBezTo>
                      <a:pt x="2577" y="134"/>
                      <a:pt x="1770" y="468"/>
                      <a:pt x="1175" y="1063"/>
                    </a:cubicBezTo>
                    <a:cubicBezTo>
                      <a:pt x="581" y="1658"/>
                      <a:pt x="246" y="2465"/>
                      <a:pt x="246" y="3306"/>
                    </a:cubicBezTo>
                    <a:cubicBezTo>
                      <a:pt x="246" y="4148"/>
                      <a:pt x="581" y="4955"/>
                      <a:pt x="1175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24" name="Freeform: Shape 13123">
                <a:extLst>
                  <a:ext uri="{FF2B5EF4-FFF2-40B4-BE49-F238E27FC236}">
                    <a16:creationId xmlns:a16="http://schemas.microsoft.com/office/drawing/2014/main" id="{282727AF-CDD4-FA90-33B7-B0BDB20B7E30}"/>
                  </a:ext>
                </a:extLst>
              </p:cNvPr>
              <p:cNvSpPr/>
              <p:nvPr/>
            </p:nvSpPr>
            <p:spPr>
              <a:xfrm>
                <a:off x="9536777" y="5172400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7 w 6343"/>
                  <a:gd name="connsiteY6" fmla="*/ 3306 h 6345"/>
                  <a:gd name="connsiteX7" fmla="*/ 1175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5" y="4955"/>
                      <a:pt x="6590" y="4148"/>
                      <a:pt x="6590" y="3306"/>
                    </a:cubicBezTo>
                    <a:cubicBezTo>
                      <a:pt x="6590" y="2465"/>
                      <a:pt x="6255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5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25" name="Freeform: Shape 13124">
                <a:extLst>
                  <a:ext uri="{FF2B5EF4-FFF2-40B4-BE49-F238E27FC236}">
                    <a16:creationId xmlns:a16="http://schemas.microsoft.com/office/drawing/2014/main" id="{9CB4A36F-428C-A8F6-3413-2458A1E61CCE}"/>
                  </a:ext>
                </a:extLst>
              </p:cNvPr>
              <p:cNvSpPr/>
              <p:nvPr/>
            </p:nvSpPr>
            <p:spPr>
              <a:xfrm>
                <a:off x="9537862" y="517252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26" name="Freeform: Shape 13125">
                <a:extLst>
                  <a:ext uri="{FF2B5EF4-FFF2-40B4-BE49-F238E27FC236}">
                    <a16:creationId xmlns:a16="http://schemas.microsoft.com/office/drawing/2014/main" id="{54A06F9E-C1ED-AE7A-8FE8-C0359A499F7D}"/>
                  </a:ext>
                </a:extLst>
              </p:cNvPr>
              <p:cNvSpPr/>
              <p:nvPr/>
            </p:nvSpPr>
            <p:spPr>
              <a:xfrm>
                <a:off x="9538949" y="5172662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27" name="Freeform: Shape 13126">
                <a:extLst>
                  <a:ext uri="{FF2B5EF4-FFF2-40B4-BE49-F238E27FC236}">
                    <a16:creationId xmlns:a16="http://schemas.microsoft.com/office/drawing/2014/main" id="{F3197352-F7A3-4E89-9030-CF218BE07F9D}"/>
                  </a:ext>
                </a:extLst>
              </p:cNvPr>
              <p:cNvSpPr/>
              <p:nvPr/>
            </p:nvSpPr>
            <p:spPr>
              <a:xfrm>
                <a:off x="9539884" y="517300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28" name="Freeform: Shape 13127">
                <a:extLst>
                  <a:ext uri="{FF2B5EF4-FFF2-40B4-BE49-F238E27FC236}">
                    <a16:creationId xmlns:a16="http://schemas.microsoft.com/office/drawing/2014/main" id="{4E8B0549-0D89-35B5-97BB-BAB9F9C0BD09}"/>
                  </a:ext>
                </a:extLst>
              </p:cNvPr>
              <p:cNvSpPr/>
              <p:nvPr/>
            </p:nvSpPr>
            <p:spPr>
              <a:xfrm>
                <a:off x="9541245" y="5172813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29" name="Freeform: Shape 13128">
                <a:extLst>
                  <a:ext uri="{FF2B5EF4-FFF2-40B4-BE49-F238E27FC236}">
                    <a16:creationId xmlns:a16="http://schemas.microsoft.com/office/drawing/2014/main" id="{B6DB6A0D-6364-8BA4-0579-910085570008}"/>
                  </a:ext>
                </a:extLst>
              </p:cNvPr>
              <p:cNvSpPr/>
              <p:nvPr/>
            </p:nvSpPr>
            <p:spPr>
              <a:xfrm>
                <a:off x="9542495" y="517278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30" name="Freeform: Shape 13129">
                <a:extLst>
                  <a:ext uri="{FF2B5EF4-FFF2-40B4-BE49-F238E27FC236}">
                    <a16:creationId xmlns:a16="http://schemas.microsoft.com/office/drawing/2014/main" id="{393074C1-9AC4-3591-AF2C-3AA0BE8DAD2A}"/>
                  </a:ext>
                </a:extLst>
              </p:cNvPr>
              <p:cNvSpPr/>
              <p:nvPr/>
            </p:nvSpPr>
            <p:spPr>
              <a:xfrm>
                <a:off x="9543788" y="517271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31" name="Freeform: Shape 13130">
                <a:extLst>
                  <a:ext uri="{FF2B5EF4-FFF2-40B4-BE49-F238E27FC236}">
                    <a16:creationId xmlns:a16="http://schemas.microsoft.com/office/drawing/2014/main" id="{16F33C2D-5B50-78AB-94C8-53800DB59315}"/>
                  </a:ext>
                </a:extLst>
              </p:cNvPr>
              <p:cNvSpPr/>
              <p:nvPr/>
            </p:nvSpPr>
            <p:spPr>
              <a:xfrm>
                <a:off x="9545244" y="517246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32" name="Freeform: Shape 13131">
                <a:extLst>
                  <a:ext uri="{FF2B5EF4-FFF2-40B4-BE49-F238E27FC236}">
                    <a16:creationId xmlns:a16="http://schemas.microsoft.com/office/drawing/2014/main" id="{B455C519-45A0-BE1D-ACF5-0E20567D0588}"/>
                  </a:ext>
                </a:extLst>
              </p:cNvPr>
              <p:cNvSpPr/>
              <p:nvPr/>
            </p:nvSpPr>
            <p:spPr>
              <a:xfrm>
                <a:off x="9546548" y="517242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0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33" name="Freeform: Shape 13132">
                <a:extLst>
                  <a:ext uri="{FF2B5EF4-FFF2-40B4-BE49-F238E27FC236}">
                    <a16:creationId xmlns:a16="http://schemas.microsoft.com/office/drawing/2014/main" id="{96606DB2-CC11-D3F1-A476-A9930F7BBBD0}"/>
                  </a:ext>
                </a:extLst>
              </p:cNvPr>
              <p:cNvSpPr/>
              <p:nvPr/>
            </p:nvSpPr>
            <p:spPr>
              <a:xfrm>
                <a:off x="9547774" y="517248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34" name="Freeform: Shape 13133">
                <a:extLst>
                  <a:ext uri="{FF2B5EF4-FFF2-40B4-BE49-F238E27FC236}">
                    <a16:creationId xmlns:a16="http://schemas.microsoft.com/office/drawing/2014/main" id="{DF9E6C74-918A-4A8F-11C9-6CA790201648}"/>
                  </a:ext>
                </a:extLst>
              </p:cNvPr>
              <p:cNvSpPr/>
              <p:nvPr/>
            </p:nvSpPr>
            <p:spPr>
              <a:xfrm>
                <a:off x="9549005" y="517255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35" name="Freeform: Shape 13134">
                <a:extLst>
                  <a:ext uri="{FF2B5EF4-FFF2-40B4-BE49-F238E27FC236}">
                    <a16:creationId xmlns:a16="http://schemas.microsoft.com/office/drawing/2014/main" id="{3B7A351D-0331-B671-5B04-6A5655EC5665}"/>
                  </a:ext>
                </a:extLst>
              </p:cNvPr>
              <p:cNvSpPr/>
              <p:nvPr/>
            </p:nvSpPr>
            <p:spPr>
              <a:xfrm>
                <a:off x="9550115" y="517278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36" name="Freeform: Shape 13135">
                <a:extLst>
                  <a:ext uri="{FF2B5EF4-FFF2-40B4-BE49-F238E27FC236}">
                    <a16:creationId xmlns:a16="http://schemas.microsoft.com/office/drawing/2014/main" id="{6F9ADEFD-9F1F-173F-B638-C79A29B97701}"/>
                  </a:ext>
                </a:extLst>
              </p:cNvPr>
              <p:cNvSpPr/>
              <p:nvPr/>
            </p:nvSpPr>
            <p:spPr>
              <a:xfrm>
                <a:off x="9551350" y="517287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37" name="Freeform: Shape 13136">
                <a:extLst>
                  <a:ext uri="{FF2B5EF4-FFF2-40B4-BE49-F238E27FC236}">
                    <a16:creationId xmlns:a16="http://schemas.microsoft.com/office/drawing/2014/main" id="{B52FE34F-CD5F-B332-E4F8-56A97E4C3467}"/>
                  </a:ext>
                </a:extLst>
              </p:cNvPr>
              <p:cNvSpPr/>
              <p:nvPr/>
            </p:nvSpPr>
            <p:spPr>
              <a:xfrm>
                <a:off x="9552671" y="517288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38" name="Freeform: Shape 13137">
                <a:extLst>
                  <a:ext uri="{FF2B5EF4-FFF2-40B4-BE49-F238E27FC236}">
                    <a16:creationId xmlns:a16="http://schemas.microsoft.com/office/drawing/2014/main" id="{5661954D-EA32-BE0C-31B7-2D5C9805DAE0}"/>
                  </a:ext>
                </a:extLst>
              </p:cNvPr>
              <p:cNvSpPr/>
              <p:nvPr/>
            </p:nvSpPr>
            <p:spPr>
              <a:xfrm>
                <a:off x="9554329" y="517254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39" name="Freeform: Shape 13138">
                <a:extLst>
                  <a:ext uri="{FF2B5EF4-FFF2-40B4-BE49-F238E27FC236}">
                    <a16:creationId xmlns:a16="http://schemas.microsoft.com/office/drawing/2014/main" id="{4CCFFC26-20C9-377D-A4E1-A13755F97290}"/>
                  </a:ext>
                </a:extLst>
              </p:cNvPr>
              <p:cNvSpPr/>
              <p:nvPr/>
            </p:nvSpPr>
            <p:spPr>
              <a:xfrm>
                <a:off x="9555744" y="517248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40" name="Freeform: Shape 13139">
                <a:extLst>
                  <a:ext uri="{FF2B5EF4-FFF2-40B4-BE49-F238E27FC236}">
                    <a16:creationId xmlns:a16="http://schemas.microsoft.com/office/drawing/2014/main" id="{55F284FB-3F82-0B76-D5BC-580D2804A331}"/>
                  </a:ext>
                </a:extLst>
              </p:cNvPr>
              <p:cNvSpPr/>
              <p:nvPr/>
            </p:nvSpPr>
            <p:spPr>
              <a:xfrm>
                <a:off x="9557205" y="517239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41" name="Freeform: Shape 13140">
                <a:extLst>
                  <a:ext uri="{FF2B5EF4-FFF2-40B4-BE49-F238E27FC236}">
                    <a16:creationId xmlns:a16="http://schemas.microsoft.com/office/drawing/2014/main" id="{6594965E-4878-5D53-E1D5-5A77EA5CC722}"/>
                  </a:ext>
                </a:extLst>
              </p:cNvPr>
              <p:cNvSpPr/>
              <p:nvPr/>
            </p:nvSpPr>
            <p:spPr>
              <a:xfrm>
                <a:off x="9558672" y="517232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42" name="Freeform: Shape 13141">
                <a:extLst>
                  <a:ext uri="{FF2B5EF4-FFF2-40B4-BE49-F238E27FC236}">
                    <a16:creationId xmlns:a16="http://schemas.microsoft.com/office/drawing/2014/main" id="{DB82C087-56A6-089E-B3A8-A02469B2D8D9}"/>
                  </a:ext>
                </a:extLst>
              </p:cNvPr>
              <p:cNvSpPr/>
              <p:nvPr/>
            </p:nvSpPr>
            <p:spPr>
              <a:xfrm>
                <a:off x="9560144" y="517226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43" name="Freeform: Shape 13142">
                <a:extLst>
                  <a:ext uri="{FF2B5EF4-FFF2-40B4-BE49-F238E27FC236}">
                    <a16:creationId xmlns:a16="http://schemas.microsoft.com/office/drawing/2014/main" id="{3A3FE1B0-34A0-7DD4-F338-6A6FB9056972}"/>
                  </a:ext>
                </a:extLst>
              </p:cNvPr>
              <p:cNvSpPr/>
              <p:nvPr/>
            </p:nvSpPr>
            <p:spPr>
              <a:xfrm>
                <a:off x="9561621" y="517221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9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4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7" y="5550"/>
                    </a:cubicBezTo>
                    <a:cubicBezTo>
                      <a:pt x="1772" y="6144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44" name="Freeform: Shape 13143">
                <a:extLst>
                  <a:ext uri="{FF2B5EF4-FFF2-40B4-BE49-F238E27FC236}">
                    <a16:creationId xmlns:a16="http://schemas.microsoft.com/office/drawing/2014/main" id="{B60B7EF9-C292-1AEA-3D4E-6DA4121152D1}"/>
                  </a:ext>
                </a:extLst>
              </p:cNvPr>
              <p:cNvSpPr/>
              <p:nvPr/>
            </p:nvSpPr>
            <p:spPr>
              <a:xfrm>
                <a:off x="9562843" y="517244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45" name="Freeform: Shape 13144">
                <a:extLst>
                  <a:ext uri="{FF2B5EF4-FFF2-40B4-BE49-F238E27FC236}">
                    <a16:creationId xmlns:a16="http://schemas.microsoft.com/office/drawing/2014/main" id="{984744C1-D920-B1FD-5111-50A627A742C3}"/>
                  </a:ext>
                </a:extLst>
              </p:cNvPr>
              <p:cNvSpPr/>
              <p:nvPr/>
            </p:nvSpPr>
            <p:spPr>
              <a:xfrm>
                <a:off x="9564197" y="517255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46" name="Freeform: Shape 13145">
                <a:extLst>
                  <a:ext uri="{FF2B5EF4-FFF2-40B4-BE49-F238E27FC236}">
                    <a16:creationId xmlns:a16="http://schemas.microsoft.com/office/drawing/2014/main" id="{D2B09E3C-BADC-54B9-EA39-63265E21DE64}"/>
                  </a:ext>
                </a:extLst>
              </p:cNvPr>
              <p:cNvSpPr/>
              <p:nvPr/>
            </p:nvSpPr>
            <p:spPr>
              <a:xfrm>
                <a:off x="9565423" y="517281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47" name="Freeform: Shape 13146">
                <a:extLst>
                  <a:ext uri="{FF2B5EF4-FFF2-40B4-BE49-F238E27FC236}">
                    <a16:creationId xmlns:a16="http://schemas.microsoft.com/office/drawing/2014/main" id="{DCE7AE68-DBE2-F70C-EC48-EE5BB91BAF23}"/>
                  </a:ext>
                </a:extLst>
              </p:cNvPr>
              <p:cNvSpPr/>
              <p:nvPr/>
            </p:nvSpPr>
            <p:spPr>
              <a:xfrm>
                <a:off x="9568019" y="5171726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8" y="6144"/>
                      <a:pt x="5663" y="5549"/>
                    </a:cubicBezTo>
                    <a:cubicBezTo>
                      <a:pt x="6258" y="4955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1" y="133"/>
                    </a:cubicBezTo>
                    <a:cubicBezTo>
                      <a:pt x="2579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5"/>
                      <a:pt x="1178" y="5549"/>
                    </a:cubicBezTo>
                    <a:cubicBezTo>
                      <a:pt x="1773" y="6144"/>
                      <a:pt x="2579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48" name="Freeform: Shape 13147">
                <a:extLst>
                  <a:ext uri="{FF2B5EF4-FFF2-40B4-BE49-F238E27FC236}">
                    <a16:creationId xmlns:a16="http://schemas.microsoft.com/office/drawing/2014/main" id="{53D1CE3F-51E8-91EC-DBE7-F5D5A942F104}"/>
                  </a:ext>
                </a:extLst>
              </p:cNvPr>
              <p:cNvSpPr/>
              <p:nvPr/>
            </p:nvSpPr>
            <p:spPr>
              <a:xfrm>
                <a:off x="9654565" y="5093721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3 h 6345"/>
                  <a:gd name="connsiteX2" fmla="*/ 6599 w 6343"/>
                  <a:gd name="connsiteY2" fmla="*/ 3300 h 6345"/>
                  <a:gd name="connsiteX3" fmla="*/ 5670 w 6343"/>
                  <a:gd name="connsiteY3" fmla="*/ 1056 h 6345"/>
                  <a:gd name="connsiteX4" fmla="*/ 3427 w 6343"/>
                  <a:gd name="connsiteY4" fmla="*/ 127 h 6345"/>
                  <a:gd name="connsiteX5" fmla="*/ 1185 w 6343"/>
                  <a:gd name="connsiteY5" fmla="*/ 1056 h 6345"/>
                  <a:gd name="connsiteX6" fmla="*/ 256 w 6343"/>
                  <a:gd name="connsiteY6" fmla="*/ 3300 h 6345"/>
                  <a:gd name="connsiteX7" fmla="*/ 1185 w 6343"/>
                  <a:gd name="connsiteY7" fmla="*/ 5543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8"/>
                      <a:pt x="5670" y="5543"/>
                    </a:cubicBezTo>
                    <a:cubicBezTo>
                      <a:pt x="6265" y="4948"/>
                      <a:pt x="6599" y="4141"/>
                      <a:pt x="6599" y="3300"/>
                    </a:cubicBezTo>
                    <a:cubicBezTo>
                      <a:pt x="6599" y="2458"/>
                      <a:pt x="6265" y="1651"/>
                      <a:pt x="5670" y="1056"/>
                    </a:cubicBezTo>
                    <a:cubicBezTo>
                      <a:pt x="5075" y="462"/>
                      <a:pt x="4268" y="127"/>
                      <a:pt x="3427" y="127"/>
                    </a:cubicBezTo>
                    <a:cubicBezTo>
                      <a:pt x="2586" y="127"/>
                      <a:pt x="1780" y="462"/>
                      <a:pt x="1185" y="1056"/>
                    </a:cubicBezTo>
                    <a:cubicBezTo>
                      <a:pt x="590" y="1651"/>
                      <a:pt x="256" y="2458"/>
                      <a:pt x="256" y="3300"/>
                    </a:cubicBezTo>
                    <a:cubicBezTo>
                      <a:pt x="256" y="4141"/>
                      <a:pt x="590" y="4948"/>
                      <a:pt x="1185" y="5543"/>
                    </a:cubicBezTo>
                    <a:cubicBezTo>
                      <a:pt x="1780" y="6138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49" name="Freeform: Shape 13148">
                <a:extLst>
                  <a:ext uri="{FF2B5EF4-FFF2-40B4-BE49-F238E27FC236}">
                    <a16:creationId xmlns:a16="http://schemas.microsoft.com/office/drawing/2014/main" id="{FC70CA26-769E-F3D3-204F-16E252096AFB}"/>
                  </a:ext>
                </a:extLst>
              </p:cNvPr>
              <p:cNvSpPr/>
              <p:nvPr/>
            </p:nvSpPr>
            <p:spPr>
              <a:xfrm>
                <a:off x="9656187" y="5097077"/>
                <a:ext cx="6343" cy="6345"/>
              </a:xfrm>
              <a:custGeom>
                <a:avLst/>
                <a:gdLst>
                  <a:gd name="connsiteX0" fmla="*/ 3428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0 h 6345"/>
                  <a:gd name="connsiteX3" fmla="*/ 5670 w 6343"/>
                  <a:gd name="connsiteY3" fmla="*/ 1057 h 6345"/>
                  <a:gd name="connsiteX4" fmla="*/ 3428 w 6343"/>
                  <a:gd name="connsiteY4" fmla="*/ 127 h 6345"/>
                  <a:gd name="connsiteX5" fmla="*/ 1185 w 6343"/>
                  <a:gd name="connsiteY5" fmla="*/ 1057 h 6345"/>
                  <a:gd name="connsiteX6" fmla="*/ 256 w 6343"/>
                  <a:gd name="connsiteY6" fmla="*/ 3300 h 6345"/>
                  <a:gd name="connsiteX7" fmla="*/ 1185 w 6343"/>
                  <a:gd name="connsiteY7" fmla="*/ 5544 h 6345"/>
                  <a:gd name="connsiteX8" fmla="*/ 3428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3"/>
                    </a:moveTo>
                    <a:cubicBezTo>
                      <a:pt x="4269" y="6473"/>
                      <a:pt x="5075" y="6139"/>
                      <a:pt x="5670" y="5544"/>
                    </a:cubicBezTo>
                    <a:cubicBezTo>
                      <a:pt x="6265" y="4949"/>
                      <a:pt x="6599" y="4142"/>
                      <a:pt x="6599" y="3300"/>
                    </a:cubicBezTo>
                    <a:cubicBezTo>
                      <a:pt x="6599" y="2459"/>
                      <a:pt x="6265" y="1652"/>
                      <a:pt x="5670" y="1057"/>
                    </a:cubicBezTo>
                    <a:cubicBezTo>
                      <a:pt x="5075" y="462"/>
                      <a:pt x="4269" y="127"/>
                      <a:pt x="3428" y="127"/>
                    </a:cubicBezTo>
                    <a:cubicBezTo>
                      <a:pt x="2586" y="127"/>
                      <a:pt x="1780" y="462"/>
                      <a:pt x="1185" y="1057"/>
                    </a:cubicBezTo>
                    <a:cubicBezTo>
                      <a:pt x="590" y="1652"/>
                      <a:pt x="256" y="2459"/>
                      <a:pt x="256" y="3300"/>
                    </a:cubicBezTo>
                    <a:cubicBezTo>
                      <a:pt x="256" y="4142"/>
                      <a:pt x="590" y="4949"/>
                      <a:pt x="1185" y="5544"/>
                    </a:cubicBezTo>
                    <a:cubicBezTo>
                      <a:pt x="1780" y="6139"/>
                      <a:pt x="2586" y="6473"/>
                      <a:pt x="3428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50" name="Freeform: Shape 13149">
                <a:extLst>
                  <a:ext uri="{FF2B5EF4-FFF2-40B4-BE49-F238E27FC236}">
                    <a16:creationId xmlns:a16="http://schemas.microsoft.com/office/drawing/2014/main" id="{343AAD1B-D1DD-9E36-B2C3-8BEB033C2695}"/>
                  </a:ext>
                </a:extLst>
              </p:cNvPr>
              <p:cNvSpPr/>
              <p:nvPr/>
            </p:nvSpPr>
            <p:spPr>
              <a:xfrm>
                <a:off x="9657574" y="5098213"/>
                <a:ext cx="6343" cy="6345"/>
              </a:xfrm>
              <a:custGeom>
                <a:avLst/>
                <a:gdLst>
                  <a:gd name="connsiteX0" fmla="*/ 3428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0 h 6345"/>
                  <a:gd name="connsiteX3" fmla="*/ 5670 w 6343"/>
                  <a:gd name="connsiteY3" fmla="*/ 1057 h 6345"/>
                  <a:gd name="connsiteX4" fmla="*/ 3428 w 6343"/>
                  <a:gd name="connsiteY4" fmla="*/ 128 h 6345"/>
                  <a:gd name="connsiteX5" fmla="*/ 1185 w 6343"/>
                  <a:gd name="connsiteY5" fmla="*/ 1057 h 6345"/>
                  <a:gd name="connsiteX6" fmla="*/ 256 w 6343"/>
                  <a:gd name="connsiteY6" fmla="*/ 3300 h 6345"/>
                  <a:gd name="connsiteX7" fmla="*/ 1185 w 6343"/>
                  <a:gd name="connsiteY7" fmla="*/ 5544 h 6345"/>
                  <a:gd name="connsiteX8" fmla="*/ 3428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3"/>
                    </a:moveTo>
                    <a:cubicBezTo>
                      <a:pt x="4269" y="6473"/>
                      <a:pt x="5076" y="6139"/>
                      <a:pt x="5670" y="5544"/>
                    </a:cubicBezTo>
                    <a:cubicBezTo>
                      <a:pt x="6265" y="4949"/>
                      <a:pt x="6599" y="4142"/>
                      <a:pt x="6599" y="3300"/>
                    </a:cubicBezTo>
                    <a:cubicBezTo>
                      <a:pt x="6599" y="2459"/>
                      <a:pt x="6265" y="1652"/>
                      <a:pt x="5670" y="1057"/>
                    </a:cubicBezTo>
                    <a:cubicBezTo>
                      <a:pt x="5076" y="462"/>
                      <a:pt x="4269" y="128"/>
                      <a:pt x="3428" y="128"/>
                    </a:cubicBezTo>
                    <a:cubicBezTo>
                      <a:pt x="2587" y="128"/>
                      <a:pt x="1780" y="462"/>
                      <a:pt x="1185" y="1057"/>
                    </a:cubicBezTo>
                    <a:cubicBezTo>
                      <a:pt x="590" y="1652"/>
                      <a:pt x="256" y="2459"/>
                      <a:pt x="256" y="3300"/>
                    </a:cubicBezTo>
                    <a:cubicBezTo>
                      <a:pt x="256" y="4142"/>
                      <a:pt x="590" y="4949"/>
                      <a:pt x="1185" y="5544"/>
                    </a:cubicBezTo>
                    <a:cubicBezTo>
                      <a:pt x="1780" y="6139"/>
                      <a:pt x="2587" y="6473"/>
                      <a:pt x="3428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51" name="Freeform: Shape 13150">
                <a:extLst>
                  <a:ext uri="{FF2B5EF4-FFF2-40B4-BE49-F238E27FC236}">
                    <a16:creationId xmlns:a16="http://schemas.microsoft.com/office/drawing/2014/main" id="{2FAC17D1-FB66-D514-9D6F-0E3AC8D43731}"/>
                  </a:ext>
                </a:extLst>
              </p:cNvPr>
              <p:cNvSpPr/>
              <p:nvPr/>
            </p:nvSpPr>
            <p:spPr>
              <a:xfrm>
                <a:off x="9587700" y="5165555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1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59" y="4954"/>
                      <a:pt x="6594" y="4147"/>
                      <a:pt x="6594" y="3306"/>
                    </a:cubicBezTo>
                    <a:cubicBezTo>
                      <a:pt x="6594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52" name="Freeform: Shape 13151">
                <a:extLst>
                  <a:ext uri="{FF2B5EF4-FFF2-40B4-BE49-F238E27FC236}">
                    <a16:creationId xmlns:a16="http://schemas.microsoft.com/office/drawing/2014/main" id="{7BA6FDA7-1C89-3204-C9E5-EC87942C298A}"/>
                  </a:ext>
                </a:extLst>
              </p:cNvPr>
              <p:cNvSpPr/>
              <p:nvPr/>
            </p:nvSpPr>
            <p:spPr>
              <a:xfrm>
                <a:off x="9586392" y="5168289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59" y="4954"/>
                      <a:pt x="6594" y="4147"/>
                      <a:pt x="6594" y="3306"/>
                    </a:cubicBezTo>
                    <a:cubicBezTo>
                      <a:pt x="6594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0" y="2464"/>
                      <a:pt x="250" y="3306"/>
                    </a:cubicBezTo>
                    <a:cubicBezTo>
                      <a:pt x="250" y="4147"/>
                      <a:pt x="585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53" name="Freeform: Shape 13152">
                <a:extLst>
                  <a:ext uri="{FF2B5EF4-FFF2-40B4-BE49-F238E27FC236}">
                    <a16:creationId xmlns:a16="http://schemas.microsoft.com/office/drawing/2014/main" id="{E1EBFF84-4F6C-A1AD-FFC5-69D7CD1F2E49}"/>
                  </a:ext>
                </a:extLst>
              </p:cNvPr>
              <p:cNvSpPr/>
              <p:nvPr/>
            </p:nvSpPr>
            <p:spPr>
              <a:xfrm>
                <a:off x="9586554" y="5172738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5" y="5550"/>
                    </a:cubicBezTo>
                    <a:cubicBezTo>
                      <a:pt x="6259" y="4955"/>
                      <a:pt x="6594" y="4148"/>
                      <a:pt x="6594" y="3306"/>
                    </a:cubicBezTo>
                    <a:cubicBezTo>
                      <a:pt x="6594" y="2465"/>
                      <a:pt x="6259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5" y="1658"/>
                      <a:pt x="250" y="2465"/>
                      <a:pt x="250" y="3306"/>
                    </a:cubicBezTo>
                    <a:cubicBezTo>
                      <a:pt x="250" y="4148"/>
                      <a:pt x="585" y="4955"/>
                      <a:pt x="1179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54" name="Freeform: Shape 13153">
                <a:extLst>
                  <a:ext uri="{FF2B5EF4-FFF2-40B4-BE49-F238E27FC236}">
                    <a16:creationId xmlns:a16="http://schemas.microsoft.com/office/drawing/2014/main" id="{67CCC1ED-42B7-8E85-7A6B-C6102A79A597}"/>
                  </a:ext>
                </a:extLst>
              </p:cNvPr>
              <p:cNvSpPr/>
              <p:nvPr/>
            </p:nvSpPr>
            <p:spPr>
              <a:xfrm>
                <a:off x="9590668" y="5170773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55" name="Freeform: Shape 13154">
                <a:extLst>
                  <a:ext uri="{FF2B5EF4-FFF2-40B4-BE49-F238E27FC236}">
                    <a16:creationId xmlns:a16="http://schemas.microsoft.com/office/drawing/2014/main" id="{881F61F6-4A88-68BA-B8E9-D231F12EBF61}"/>
                  </a:ext>
                </a:extLst>
              </p:cNvPr>
              <p:cNvSpPr/>
              <p:nvPr/>
            </p:nvSpPr>
            <p:spPr>
              <a:xfrm>
                <a:off x="9591994" y="5171197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4" y="133"/>
                      <a:pt x="3422" y="133"/>
                    </a:cubicBezTo>
                    <a:cubicBezTo>
                      <a:pt x="2581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56" name="Freeform: Shape 13155">
                <a:extLst>
                  <a:ext uri="{FF2B5EF4-FFF2-40B4-BE49-F238E27FC236}">
                    <a16:creationId xmlns:a16="http://schemas.microsoft.com/office/drawing/2014/main" id="{DB722F73-E3E6-4583-28C9-A1C225A8418F}"/>
                  </a:ext>
                </a:extLst>
              </p:cNvPr>
              <p:cNvSpPr/>
              <p:nvPr/>
            </p:nvSpPr>
            <p:spPr>
              <a:xfrm>
                <a:off x="9591545" y="5173091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4" y="6479"/>
                      <a:pt x="5070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4" y="133"/>
                      <a:pt x="3422" y="133"/>
                    </a:cubicBezTo>
                    <a:cubicBezTo>
                      <a:pt x="2581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5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57" name="Freeform: Shape 13156">
                <a:extLst>
                  <a:ext uri="{FF2B5EF4-FFF2-40B4-BE49-F238E27FC236}">
                    <a16:creationId xmlns:a16="http://schemas.microsoft.com/office/drawing/2014/main" id="{7CDE67AC-F3E3-2F12-57C4-F48432683343}"/>
                  </a:ext>
                </a:extLst>
              </p:cNvPr>
              <p:cNvSpPr/>
              <p:nvPr/>
            </p:nvSpPr>
            <p:spPr>
              <a:xfrm>
                <a:off x="9596094" y="5170907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58" name="Freeform: Shape 13157">
                <a:extLst>
                  <a:ext uri="{FF2B5EF4-FFF2-40B4-BE49-F238E27FC236}">
                    <a16:creationId xmlns:a16="http://schemas.microsoft.com/office/drawing/2014/main" id="{9C33BEBA-537C-F427-5FDD-FC04D2AB09D0}"/>
                  </a:ext>
                </a:extLst>
              </p:cNvPr>
              <p:cNvSpPr/>
              <p:nvPr/>
            </p:nvSpPr>
            <p:spPr>
              <a:xfrm>
                <a:off x="9597913" y="5170987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4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1" y="2465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59" name="Freeform: Shape 13158">
                <a:extLst>
                  <a:ext uri="{FF2B5EF4-FFF2-40B4-BE49-F238E27FC236}">
                    <a16:creationId xmlns:a16="http://schemas.microsoft.com/office/drawing/2014/main" id="{A712975D-EB00-A10A-9FEC-AC7DC9C1AB5C}"/>
                  </a:ext>
                </a:extLst>
              </p:cNvPr>
              <p:cNvSpPr/>
              <p:nvPr/>
            </p:nvSpPr>
            <p:spPr>
              <a:xfrm>
                <a:off x="9599347" y="5171392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4"/>
                      <a:pt x="6595" y="4147"/>
                      <a:pt x="6595" y="3306"/>
                    </a:cubicBezTo>
                    <a:cubicBezTo>
                      <a:pt x="6595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1" y="2465"/>
                      <a:pt x="251" y="3306"/>
                    </a:cubicBezTo>
                    <a:cubicBezTo>
                      <a:pt x="251" y="4147"/>
                      <a:pt x="586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60" name="Freeform: Shape 13159">
                <a:extLst>
                  <a:ext uri="{FF2B5EF4-FFF2-40B4-BE49-F238E27FC236}">
                    <a16:creationId xmlns:a16="http://schemas.microsoft.com/office/drawing/2014/main" id="{73CA9F47-B5C3-07B4-E236-92D3FE1ED3A6}"/>
                  </a:ext>
                </a:extLst>
              </p:cNvPr>
              <p:cNvSpPr/>
              <p:nvPr/>
            </p:nvSpPr>
            <p:spPr>
              <a:xfrm>
                <a:off x="9601124" y="5171543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5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5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61" name="Freeform: Shape 13160">
                <a:extLst>
                  <a:ext uri="{FF2B5EF4-FFF2-40B4-BE49-F238E27FC236}">
                    <a16:creationId xmlns:a16="http://schemas.microsoft.com/office/drawing/2014/main" id="{88EF182F-0ED9-523C-2E64-3BFF9AF7AC3C}"/>
                  </a:ext>
                </a:extLst>
              </p:cNvPr>
              <p:cNvSpPr/>
              <p:nvPr/>
            </p:nvSpPr>
            <p:spPr>
              <a:xfrm>
                <a:off x="9602856" y="517174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5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5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62" name="Freeform: Shape 13161">
                <a:extLst>
                  <a:ext uri="{FF2B5EF4-FFF2-40B4-BE49-F238E27FC236}">
                    <a16:creationId xmlns:a16="http://schemas.microsoft.com/office/drawing/2014/main" id="{59563837-D1ED-2F28-9700-8A7289189015}"/>
                  </a:ext>
                </a:extLst>
              </p:cNvPr>
              <p:cNvSpPr/>
              <p:nvPr/>
            </p:nvSpPr>
            <p:spPr>
              <a:xfrm>
                <a:off x="9604937" y="517170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5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3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5"/>
                      <a:pt x="1181" y="5549"/>
                    </a:cubicBezTo>
                    <a:cubicBezTo>
                      <a:pt x="1776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63" name="Freeform: Shape 13162">
                <a:extLst>
                  <a:ext uri="{FF2B5EF4-FFF2-40B4-BE49-F238E27FC236}">
                    <a16:creationId xmlns:a16="http://schemas.microsoft.com/office/drawing/2014/main" id="{67C404C8-5EC4-42B4-1D2B-8A6B43669713}"/>
                  </a:ext>
                </a:extLst>
              </p:cNvPr>
              <p:cNvSpPr/>
              <p:nvPr/>
            </p:nvSpPr>
            <p:spPr>
              <a:xfrm>
                <a:off x="9606627" y="5171988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4"/>
                      <a:pt x="5666" y="5550"/>
                    </a:cubicBezTo>
                    <a:cubicBezTo>
                      <a:pt x="6261" y="4955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5"/>
                      <a:pt x="1181" y="5550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64" name="Freeform: Shape 13163">
                <a:extLst>
                  <a:ext uri="{FF2B5EF4-FFF2-40B4-BE49-F238E27FC236}">
                    <a16:creationId xmlns:a16="http://schemas.microsoft.com/office/drawing/2014/main" id="{D3327533-11EC-8B1B-FFCF-9ACFE34B36DF}"/>
                  </a:ext>
                </a:extLst>
              </p:cNvPr>
              <p:cNvSpPr/>
              <p:nvPr/>
            </p:nvSpPr>
            <p:spPr>
              <a:xfrm>
                <a:off x="9608669" y="5172024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50"/>
                    </a:cubicBezTo>
                    <a:cubicBezTo>
                      <a:pt x="6261" y="4955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5"/>
                      <a:pt x="1181" y="5550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65" name="Freeform: Shape 13164">
                <a:extLst>
                  <a:ext uri="{FF2B5EF4-FFF2-40B4-BE49-F238E27FC236}">
                    <a16:creationId xmlns:a16="http://schemas.microsoft.com/office/drawing/2014/main" id="{D3B00EEA-16A4-4FD5-D943-6FC06491EA12}"/>
                  </a:ext>
                </a:extLst>
              </p:cNvPr>
              <p:cNvSpPr/>
              <p:nvPr/>
            </p:nvSpPr>
            <p:spPr>
              <a:xfrm>
                <a:off x="9610215" y="5172448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5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8"/>
                      <a:pt x="587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66" name="Freeform: Shape 13165">
                <a:extLst>
                  <a:ext uri="{FF2B5EF4-FFF2-40B4-BE49-F238E27FC236}">
                    <a16:creationId xmlns:a16="http://schemas.microsoft.com/office/drawing/2014/main" id="{7D731256-68DF-D377-E04D-9784D6CC2DBD}"/>
                  </a:ext>
                </a:extLst>
              </p:cNvPr>
              <p:cNvSpPr/>
              <p:nvPr/>
            </p:nvSpPr>
            <p:spPr>
              <a:xfrm>
                <a:off x="9614078" y="5171212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49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49"/>
                    </a:cubicBezTo>
                    <a:cubicBezTo>
                      <a:pt x="6262" y="4954"/>
                      <a:pt x="6596" y="4147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7"/>
                      <a:pt x="587" y="4954"/>
                      <a:pt x="1182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67" name="Freeform: Shape 13166">
                <a:extLst>
                  <a:ext uri="{FF2B5EF4-FFF2-40B4-BE49-F238E27FC236}">
                    <a16:creationId xmlns:a16="http://schemas.microsoft.com/office/drawing/2014/main" id="{7EBF474F-1673-D89D-82DD-9B2C4780E76B}"/>
                  </a:ext>
                </a:extLst>
              </p:cNvPr>
              <p:cNvSpPr/>
              <p:nvPr/>
            </p:nvSpPr>
            <p:spPr>
              <a:xfrm>
                <a:off x="9675052" y="5153679"/>
                <a:ext cx="6343" cy="6345"/>
              </a:xfrm>
              <a:custGeom>
                <a:avLst/>
                <a:gdLst>
                  <a:gd name="connsiteX0" fmla="*/ 3429 w 6343"/>
                  <a:gd name="connsiteY0" fmla="*/ 6477 h 6345"/>
                  <a:gd name="connsiteX1" fmla="*/ 5672 w 6343"/>
                  <a:gd name="connsiteY1" fmla="*/ 5548 h 6345"/>
                  <a:gd name="connsiteX2" fmla="*/ 6601 w 6343"/>
                  <a:gd name="connsiteY2" fmla="*/ 3305 h 6345"/>
                  <a:gd name="connsiteX3" fmla="*/ 5672 w 6343"/>
                  <a:gd name="connsiteY3" fmla="*/ 1061 h 6345"/>
                  <a:gd name="connsiteX4" fmla="*/ 3429 w 6343"/>
                  <a:gd name="connsiteY4" fmla="*/ 132 h 6345"/>
                  <a:gd name="connsiteX5" fmla="*/ 1186 w 6343"/>
                  <a:gd name="connsiteY5" fmla="*/ 1061 h 6345"/>
                  <a:gd name="connsiteX6" fmla="*/ 257 w 6343"/>
                  <a:gd name="connsiteY6" fmla="*/ 3305 h 6345"/>
                  <a:gd name="connsiteX7" fmla="*/ 1186 w 6343"/>
                  <a:gd name="connsiteY7" fmla="*/ 5548 h 6345"/>
                  <a:gd name="connsiteX8" fmla="*/ 342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7"/>
                    </a:moveTo>
                    <a:cubicBezTo>
                      <a:pt x="4270" y="6477"/>
                      <a:pt x="5077" y="6143"/>
                      <a:pt x="5672" y="5548"/>
                    </a:cubicBezTo>
                    <a:cubicBezTo>
                      <a:pt x="6266" y="4953"/>
                      <a:pt x="6601" y="4146"/>
                      <a:pt x="6601" y="3305"/>
                    </a:cubicBezTo>
                    <a:cubicBezTo>
                      <a:pt x="6601" y="2463"/>
                      <a:pt x="6266" y="1656"/>
                      <a:pt x="5672" y="1061"/>
                    </a:cubicBezTo>
                    <a:cubicBezTo>
                      <a:pt x="5077" y="466"/>
                      <a:pt x="4270" y="132"/>
                      <a:pt x="3429" y="132"/>
                    </a:cubicBezTo>
                    <a:cubicBezTo>
                      <a:pt x="2588" y="132"/>
                      <a:pt x="1781" y="466"/>
                      <a:pt x="1186" y="1061"/>
                    </a:cubicBezTo>
                    <a:cubicBezTo>
                      <a:pt x="592" y="1656"/>
                      <a:pt x="257" y="2463"/>
                      <a:pt x="257" y="3305"/>
                    </a:cubicBezTo>
                    <a:cubicBezTo>
                      <a:pt x="257" y="4146"/>
                      <a:pt x="592" y="4953"/>
                      <a:pt x="1186" y="5548"/>
                    </a:cubicBezTo>
                    <a:cubicBezTo>
                      <a:pt x="1781" y="6143"/>
                      <a:pt x="2588" y="6477"/>
                      <a:pt x="342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68" name="Freeform: Shape 13167">
                <a:extLst>
                  <a:ext uri="{FF2B5EF4-FFF2-40B4-BE49-F238E27FC236}">
                    <a16:creationId xmlns:a16="http://schemas.microsoft.com/office/drawing/2014/main" id="{CEED19E5-C1CC-08DD-7889-9E90E7781AD8}"/>
                  </a:ext>
                </a:extLst>
              </p:cNvPr>
              <p:cNvSpPr/>
              <p:nvPr/>
            </p:nvSpPr>
            <p:spPr>
              <a:xfrm>
                <a:off x="9676441" y="5154778"/>
                <a:ext cx="6343" cy="6345"/>
              </a:xfrm>
              <a:custGeom>
                <a:avLst/>
                <a:gdLst>
                  <a:gd name="connsiteX0" fmla="*/ 3429 w 6343"/>
                  <a:gd name="connsiteY0" fmla="*/ 6477 h 6345"/>
                  <a:gd name="connsiteX1" fmla="*/ 5672 w 6343"/>
                  <a:gd name="connsiteY1" fmla="*/ 5548 h 6345"/>
                  <a:gd name="connsiteX2" fmla="*/ 6601 w 6343"/>
                  <a:gd name="connsiteY2" fmla="*/ 3305 h 6345"/>
                  <a:gd name="connsiteX3" fmla="*/ 5672 w 6343"/>
                  <a:gd name="connsiteY3" fmla="*/ 1061 h 6345"/>
                  <a:gd name="connsiteX4" fmla="*/ 3429 w 6343"/>
                  <a:gd name="connsiteY4" fmla="*/ 132 h 6345"/>
                  <a:gd name="connsiteX5" fmla="*/ 1186 w 6343"/>
                  <a:gd name="connsiteY5" fmla="*/ 1061 h 6345"/>
                  <a:gd name="connsiteX6" fmla="*/ 258 w 6343"/>
                  <a:gd name="connsiteY6" fmla="*/ 3305 h 6345"/>
                  <a:gd name="connsiteX7" fmla="*/ 1186 w 6343"/>
                  <a:gd name="connsiteY7" fmla="*/ 5548 h 6345"/>
                  <a:gd name="connsiteX8" fmla="*/ 342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7"/>
                    </a:moveTo>
                    <a:cubicBezTo>
                      <a:pt x="4270" y="6477"/>
                      <a:pt x="5077" y="6143"/>
                      <a:pt x="5672" y="5548"/>
                    </a:cubicBezTo>
                    <a:cubicBezTo>
                      <a:pt x="6266" y="4953"/>
                      <a:pt x="6601" y="4146"/>
                      <a:pt x="6601" y="3305"/>
                    </a:cubicBezTo>
                    <a:cubicBezTo>
                      <a:pt x="6601" y="2463"/>
                      <a:pt x="6266" y="1656"/>
                      <a:pt x="5672" y="1061"/>
                    </a:cubicBezTo>
                    <a:cubicBezTo>
                      <a:pt x="5077" y="466"/>
                      <a:pt x="4270" y="132"/>
                      <a:pt x="3429" y="132"/>
                    </a:cubicBezTo>
                    <a:cubicBezTo>
                      <a:pt x="2588" y="132"/>
                      <a:pt x="1781" y="466"/>
                      <a:pt x="1186" y="1061"/>
                    </a:cubicBezTo>
                    <a:cubicBezTo>
                      <a:pt x="592" y="1656"/>
                      <a:pt x="258" y="2463"/>
                      <a:pt x="258" y="3305"/>
                    </a:cubicBezTo>
                    <a:cubicBezTo>
                      <a:pt x="258" y="4146"/>
                      <a:pt x="592" y="4953"/>
                      <a:pt x="1186" y="5548"/>
                    </a:cubicBezTo>
                    <a:cubicBezTo>
                      <a:pt x="1781" y="6143"/>
                      <a:pt x="2588" y="6477"/>
                      <a:pt x="342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69" name="Freeform: Shape 13168">
                <a:extLst>
                  <a:ext uri="{FF2B5EF4-FFF2-40B4-BE49-F238E27FC236}">
                    <a16:creationId xmlns:a16="http://schemas.microsoft.com/office/drawing/2014/main" id="{DDEB4D64-C104-5BFF-E26E-65F413435B9F}"/>
                  </a:ext>
                </a:extLst>
              </p:cNvPr>
              <p:cNvSpPr/>
              <p:nvPr/>
            </p:nvSpPr>
            <p:spPr>
              <a:xfrm>
                <a:off x="9677504" y="5156079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2 w 6343"/>
                  <a:gd name="connsiteY1" fmla="*/ 5548 h 6345"/>
                  <a:gd name="connsiteX2" fmla="*/ 6601 w 6343"/>
                  <a:gd name="connsiteY2" fmla="*/ 3305 h 6345"/>
                  <a:gd name="connsiteX3" fmla="*/ 5672 w 6343"/>
                  <a:gd name="connsiteY3" fmla="*/ 1061 h 6345"/>
                  <a:gd name="connsiteX4" fmla="*/ 3429 w 6343"/>
                  <a:gd name="connsiteY4" fmla="*/ 132 h 6345"/>
                  <a:gd name="connsiteX5" fmla="*/ 1187 w 6343"/>
                  <a:gd name="connsiteY5" fmla="*/ 1061 h 6345"/>
                  <a:gd name="connsiteX6" fmla="*/ 258 w 6343"/>
                  <a:gd name="connsiteY6" fmla="*/ 3305 h 6345"/>
                  <a:gd name="connsiteX7" fmla="*/ 1187 w 6343"/>
                  <a:gd name="connsiteY7" fmla="*/ 5548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0" y="6478"/>
                      <a:pt x="5077" y="6143"/>
                      <a:pt x="5672" y="5548"/>
                    </a:cubicBezTo>
                    <a:cubicBezTo>
                      <a:pt x="6267" y="4953"/>
                      <a:pt x="6601" y="4146"/>
                      <a:pt x="6601" y="3305"/>
                    </a:cubicBezTo>
                    <a:cubicBezTo>
                      <a:pt x="6601" y="2463"/>
                      <a:pt x="6267" y="1656"/>
                      <a:pt x="5672" y="1061"/>
                    </a:cubicBezTo>
                    <a:cubicBezTo>
                      <a:pt x="5077" y="466"/>
                      <a:pt x="4270" y="132"/>
                      <a:pt x="3429" y="132"/>
                    </a:cubicBezTo>
                    <a:cubicBezTo>
                      <a:pt x="2588" y="132"/>
                      <a:pt x="1781" y="466"/>
                      <a:pt x="1187" y="1061"/>
                    </a:cubicBezTo>
                    <a:cubicBezTo>
                      <a:pt x="592" y="1656"/>
                      <a:pt x="258" y="2463"/>
                      <a:pt x="258" y="3305"/>
                    </a:cubicBezTo>
                    <a:cubicBezTo>
                      <a:pt x="258" y="4146"/>
                      <a:pt x="592" y="4953"/>
                      <a:pt x="1187" y="5548"/>
                    </a:cubicBezTo>
                    <a:cubicBezTo>
                      <a:pt x="1781" y="6143"/>
                      <a:pt x="2588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70" name="Freeform: Shape 13169">
                <a:extLst>
                  <a:ext uri="{FF2B5EF4-FFF2-40B4-BE49-F238E27FC236}">
                    <a16:creationId xmlns:a16="http://schemas.microsoft.com/office/drawing/2014/main" id="{C457238D-2FAD-FED1-B7F5-8B3DC1A2C123}"/>
                  </a:ext>
                </a:extLst>
              </p:cNvPr>
              <p:cNvSpPr/>
              <p:nvPr/>
            </p:nvSpPr>
            <p:spPr>
              <a:xfrm>
                <a:off x="9681332" y="5157713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2 w 6343"/>
                  <a:gd name="connsiteY1" fmla="*/ 5548 h 6345"/>
                  <a:gd name="connsiteX2" fmla="*/ 6601 w 6343"/>
                  <a:gd name="connsiteY2" fmla="*/ 3305 h 6345"/>
                  <a:gd name="connsiteX3" fmla="*/ 5672 w 6343"/>
                  <a:gd name="connsiteY3" fmla="*/ 1062 h 6345"/>
                  <a:gd name="connsiteX4" fmla="*/ 3429 w 6343"/>
                  <a:gd name="connsiteY4" fmla="*/ 132 h 6345"/>
                  <a:gd name="connsiteX5" fmla="*/ 1187 w 6343"/>
                  <a:gd name="connsiteY5" fmla="*/ 1062 h 6345"/>
                  <a:gd name="connsiteX6" fmla="*/ 258 w 6343"/>
                  <a:gd name="connsiteY6" fmla="*/ 3305 h 6345"/>
                  <a:gd name="connsiteX7" fmla="*/ 1187 w 6343"/>
                  <a:gd name="connsiteY7" fmla="*/ 5548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1" y="6478"/>
                      <a:pt x="5077" y="6143"/>
                      <a:pt x="5672" y="5548"/>
                    </a:cubicBezTo>
                    <a:cubicBezTo>
                      <a:pt x="6267" y="4953"/>
                      <a:pt x="6601" y="4146"/>
                      <a:pt x="6601" y="3305"/>
                    </a:cubicBezTo>
                    <a:cubicBezTo>
                      <a:pt x="6601" y="2464"/>
                      <a:pt x="6267" y="1656"/>
                      <a:pt x="5672" y="1062"/>
                    </a:cubicBezTo>
                    <a:cubicBezTo>
                      <a:pt x="5077" y="467"/>
                      <a:pt x="4271" y="132"/>
                      <a:pt x="3429" y="132"/>
                    </a:cubicBezTo>
                    <a:cubicBezTo>
                      <a:pt x="2588" y="132"/>
                      <a:pt x="1782" y="467"/>
                      <a:pt x="1187" y="1062"/>
                    </a:cubicBezTo>
                    <a:cubicBezTo>
                      <a:pt x="592" y="1656"/>
                      <a:pt x="258" y="2464"/>
                      <a:pt x="258" y="3305"/>
                    </a:cubicBezTo>
                    <a:cubicBezTo>
                      <a:pt x="258" y="4146"/>
                      <a:pt x="592" y="4953"/>
                      <a:pt x="1187" y="5548"/>
                    </a:cubicBezTo>
                    <a:cubicBezTo>
                      <a:pt x="1782" y="6143"/>
                      <a:pt x="2588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71" name="Freeform: Shape 13170">
                <a:extLst>
                  <a:ext uri="{FF2B5EF4-FFF2-40B4-BE49-F238E27FC236}">
                    <a16:creationId xmlns:a16="http://schemas.microsoft.com/office/drawing/2014/main" id="{EC0AC242-2DDC-5D7B-6D94-D6591461B7FC}"/>
                  </a:ext>
                </a:extLst>
              </p:cNvPr>
              <p:cNvSpPr/>
              <p:nvPr/>
            </p:nvSpPr>
            <p:spPr>
              <a:xfrm>
                <a:off x="9851959" y="5760757"/>
                <a:ext cx="6343" cy="6345"/>
              </a:xfrm>
              <a:custGeom>
                <a:avLst/>
                <a:gdLst>
                  <a:gd name="connsiteX0" fmla="*/ 3443 w 6343"/>
                  <a:gd name="connsiteY0" fmla="*/ 6525 h 6345"/>
                  <a:gd name="connsiteX1" fmla="*/ 5686 w 6343"/>
                  <a:gd name="connsiteY1" fmla="*/ 5596 h 6345"/>
                  <a:gd name="connsiteX2" fmla="*/ 6615 w 6343"/>
                  <a:gd name="connsiteY2" fmla="*/ 3352 h 6345"/>
                  <a:gd name="connsiteX3" fmla="*/ 5686 w 6343"/>
                  <a:gd name="connsiteY3" fmla="*/ 1109 h 6345"/>
                  <a:gd name="connsiteX4" fmla="*/ 3443 w 6343"/>
                  <a:gd name="connsiteY4" fmla="*/ 180 h 6345"/>
                  <a:gd name="connsiteX5" fmla="*/ 1200 w 6343"/>
                  <a:gd name="connsiteY5" fmla="*/ 1109 h 6345"/>
                  <a:gd name="connsiteX6" fmla="*/ 271 w 6343"/>
                  <a:gd name="connsiteY6" fmla="*/ 3352 h 6345"/>
                  <a:gd name="connsiteX7" fmla="*/ 1200 w 6343"/>
                  <a:gd name="connsiteY7" fmla="*/ 5596 h 6345"/>
                  <a:gd name="connsiteX8" fmla="*/ 344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25"/>
                    </a:moveTo>
                    <a:cubicBezTo>
                      <a:pt x="4284" y="6525"/>
                      <a:pt x="5091" y="6191"/>
                      <a:pt x="5686" y="5596"/>
                    </a:cubicBezTo>
                    <a:cubicBezTo>
                      <a:pt x="6280" y="5001"/>
                      <a:pt x="6615" y="4194"/>
                      <a:pt x="6615" y="3352"/>
                    </a:cubicBezTo>
                    <a:cubicBezTo>
                      <a:pt x="6615" y="2511"/>
                      <a:pt x="6280" y="1704"/>
                      <a:pt x="5686" y="1109"/>
                    </a:cubicBezTo>
                    <a:cubicBezTo>
                      <a:pt x="5091" y="514"/>
                      <a:pt x="4284" y="180"/>
                      <a:pt x="3443" y="180"/>
                    </a:cubicBezTo>
                    <a:cubicBezTo>
                      <a:pt x="2602" y="180"/>
                      <a:pt x="1795" y="514"/>
                      <a:pt x="1200" y="1109"/>
                    </a:cubicBezTo>
                    <a:cubicBezTo>
                      <a:pt x="606" y="1704"/>
                      <a:pt x="271" y="2511"/>
                      <a:pt x="271" y="3352"/>
                    </a:cubicBezTo>
                    <a:cubicBezTo>
                      <a:pt x="271" y="4194"/>
                      <a:pt x="606" y="5001"/>
                      <a:pt x="1200" y="5596"/>
                    </a:cubicBezTo>
                    <a:cubicBezTo>
                      <a:pt x="1795" y="6191"/>
                      <a:pt x="2602" y="6525"/>
                      <a:pt x="344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72" name="Freeform: Shape 13171">
                <a:extLst>
                  <a:ext uri="{FF2B5EF4-FFF2-40B4-BE49-F238E27FC236}">
                    <a16:creationId xmlns:a16="http://schemas.microsoft.com/office/drawing/2014/main" id="{BF7D113F-31E5-A92B-6D4B-C54ABF680130}"/>
                  </a:ext>
                </a:extLst>
              </p:cNvPr>
              <p:cNvSpPr/>
              <p:nvPr/>
            </p:nvSpPr>
            <p:spPr>
              <a:xfrm>
                <a:off x="9850021" y="5764332"/>
                <a:ext cx="6343" cy="6345"/>
              </a:xfrm>
              <a:custGeom>
                <a:avLst/>
                <a:gdLst>
                  <a:gd name="connsiteX0" fmla="*/ 3443 w 6343"/>
                  <a:gd name="connsiteY0" fmla="*/ 6525 h 6345"/>
                  <a:gd name="connsiteX1" fmla="*/ 5685 w 6343"/>
                  <a:gd name="connsiteY1" fmla="*/ 5596 h 6345"/>
                  <a:gd name="connsiteX2" fmla="*/ 6614 w 6343"/>
                  <a:gd name="connsiteY2" fmla="*/ 3353 h 6345"/>
                  <a:gd name="connsiteX3" fmla="*/ 5685 w 6343"/>
                  <a:gd name="connsiteY3" fmla="*/ 1109 h 6345"/>
                  <a:gd name="connsiteX4" fmla="*/ 3443 w 6343"/>
                  <a:gd name="connsiteY4" fmla="*/ 180 h 6345"/>
                  <a:gd name="connsiteX5" fmla="*/ 1200 w 6343"/>
                  <a:gd name="connsiteY5" fmla="*/ 1109 h 6345"/>
                  <a:gd name="connsiteX6" fmla="*/ 271 w 6343"/>
                  <a:gd name="connsiteY6" fmla="*/ 3353 h 6345"/>
                  <a:gd name="connsiteX7" fmla="*/ 1200 w 6343"/>
                  <a:gd name="connsiteY7" fmla="*/ 5596 h 6345"/>
                  <a:gd name="connsiteX8" fmla="*/ 3443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3" y="6525"/>
                    </a:moveTo>
                    <a:cubicBezTo>
                      <a:pt x="4284" y="6525"/>
                      <a:pt x="5091" y="6191"/>
                      <a:pt x="5685" y="5596"/>
                    </a:cubicBezTo>
                    <a:cubicBezTo>
                      <a:pt x="6280" y="5001"/>
                      <a:pt x="6614" y="4194"/>
                      <a:pt x="6614" y="3353"/>
                    </a:cubicBezTo>
                    <a:cubicBezTo>
                      <a:pt x="6614" y="2511"/>
                      <a:pt x="6280" y="1704"/>
                      <a:pt x="5685" y="1109"/>
                    </a:cubicBezTo>
                    <a:cubicBezTo>
                      <a:pt x="5091" y="514"/>
                      <a:pt x="4284" y="180"/>
                      <a:pt x="3443" y="180"/>
                    </a:cubicBezTo>
                    <a:cubicBezTo>
                      <a:pt x="2602" y="180"/>
                      <a:pt x="1795" y="514"/>
                      <a:pt x="1200" y="1109"/>
                    </a:cubicBezTo>
                    <a:cubicBezTo>
                      <a:pt x="605" y="1704"/>
                      <a:pt x="271" y="2511"/>
                      <a:pt x="271" y="3353"/>
                    </a:cubicBezTo>
                    <a:cubicBezTo>
                      <a:pt x="271" y="4194"/>
                      <a:pt x="605" y="5001"/>
                      <a:pt x="1200" y="5596"/>
                    </a:cubicBezTo>
                    <a:cubicBezTo>
                      <a:pt x="1795" y="6191"/>
                      <a:pt x="2602" y="6525"/>
                      <a:pt x="3443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73" name="Freeform: Shape 13172">
                <a:extLst>
                  <a:ext uri="{FF2B5EF4-FFF2-40B4-BE49-F238E27FC236}">
                    <a16:creationId xmlns:a16="http://schemas.microsoft.com/office/drawing/2014/main" id="{40068FAE-1AFA-A76E-1CBF-BE741460EA0D}"/>
                  </a:ext>
                </a:extLst>
              </p:cNvPr>
              <p:cNvSpPr/>
              <p:nvPr/>
            </p:nvSpPr>
            <p:spPr>
              <a:xfrm>
                <a:off x="9844471" y="5763692"/>
                <a:ext cx="6343" cy="6345"/>
              </a:xfrm>
              <a:custGeom>
                <a:avLst/>
                <a:gdLst>
                  <a:gd name="connsiteX0" fmla="*/ 3442 w 6343"/>
                  <a:gd name="connsiteY0" fmla="*/ 6525 h 6345"/>
                  <a:gd name="connsiteX1" fmla="*/ 5685 w 6343"/>
                  <a:gd name="connsiteY1" fmla="*/ 5596 h 6345"/>
                  <a:gd name="connsiteX2" fmla="*/ 6614 w 6343"/>
                  <a:gd name="connsiteY2" fmla="*/ 3353 h 6345"/>
                  <a:gd name="connsiteX3" fmla="*/ 5685 w 6343"/>
                  <a:gd name="connsiteY3" fmla="*/ 1109 h 6345"/>
                  <a:gd name="connsiteX4" fmla="*/ 3442 w 6343"/>
                  <a:gd name="connsiteY4" fmla="*/ 180 h 6345"/>
                  <a:gd name="connsiteX5" fmla="*/ 1200 w 6343"/>
                  <a:gd name="connsiteY5" fmla="*/ 1109 h 6345"/>
                  <a:gd name="connsiteX6" fmla="*/ 271 w 6343"/>
                  <a:gd name="connsiteY6" fmla="*/ 3353 h 6345"/>
                  <a:gd name="connsiteX7" fmla="*/ 1200 w 6343"/>
                  <a:gd name="connsiteY7" fmla="*/ 5596 h 6345"/>
                  <a:gd name="connsiteX8" fmla="*/ 3442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25"/>
                    </a:moveTo>
                    <a:cubicBezTo>
                      <a:pt x="4283" y="6525"/>
                      <a:pt x="5090" y="6191"/>
                      <a:pt x="5685" y="5596"/>
                    </a:cubicBezTo>
                    <a:cubicBezTo>
                      <a:pt x="6280" y="5001"/>
                      <a:pt x="6614" y="4194"/>
                      <a:pt x="6614" y="3353"/>
                    </a:cubicBezTo>
                    <a:cubicBezTo>
                      <a:pt x="6614" y="2511"/>
                      <a:pt x="6280" y="1704"/>
                      <a:pt x="5685" y="1109"/>
                    </a:cubicBezTo>
                    <a:cubicBezTo>
                      <a:pt x="5090" y="514"/>
                      <a:pt x="4283" y="180"/>
                      <a:pt x="3442" y="180"/>
                    </a:cubicBezTo>
                    <a:cubicBezTo>
                      <a:pt x="2601" y="180"/>
                      <a:pt x="1794" y="514"/>
                      <a:pt x="1200" y="1109"/>
                    </a:cubicBezTo>
                    <a:cubicBezTo>
                      <a:pt x="605" y="1704"/>
                      <a:pt x="271" y="2511"/>
                      <a:pt x="271" y="3353"/>
                    </a:cubicBezTo>
                    <a:cubicBezTo>
                      <a:pt x="271" y="4194"/>
                      <a:pt x="605" y="5001"/>
                      <a:pt x="1200" y="5596"/>
                    </a:cubicBezTo>
                    <a:cubicBezTo>
                      <a:pt x="1794" y="6191"/>
                      <a:pt x="2601" y="6525"/>
                      <a:pt x="3442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74" name="Freeform: Shape 13173">
                <a:extLst>
                  <a:ext uri="{FF2B5EF4-FFF2-40B4-BE49-F238E27FC236}">
                    <a16:creationId xmlns:a16="http://schemas.microsoft.com/office/drawing/2014/main" id="{2CD6743D-D590-B480-41F9-32C979791651}"/>
                  </a:ext>
                </a:extLst>
              </p:cNvPr>
              <p:cNvSpPr/>
              <p:nvPr/>
            </p:nvSpPr>
            <p:spPr>
              <a:xfrm>
                <a:off x="9841223" y="5765711"/>
                <a:ext cx="6343" cy="6345"/>
              </a:xfrm>
              <a:custGeom>
                <a:avLst/>
                <a:gdLst>
                  <a:gd name="connsiteX0" fmla="*/ 3442 w 6343"/>
                  <a:gd name="connsiteY0" fmla="*/ 6526 h 6345"/>
                  <a:gd name="connsiteX1" fmla="*/ 5685 w 6343"/>
                  <a:gd name="connsiteY1" fmla="*/ 5596 h 6345"/>
                  <a:gd name="connsiteX2" fmla="*/ 6614 w 6343"/>
                  <a:gd name="connsiteY2" fmla="*/ 3353 h 6345"/>
                  <a:gd name="connsiteX3" fmla="*/ 5685 w 6343"/>
                  <a:gd name="connsiteY3" fmla="*/ 1109 h 6345"/>
                  <a:gd name="connsiteX4" fmla="*/ 3442 w 6343"/>
                  <a:gd name="connsiteY4" fmla="*/ 180 h 6345"/>
                  <a:gd name="connsiteX5" fmla="*/ 1199 w 6343"/>
                  <a:gd name="connsiteY5" fmla="*/ 1109 h 6345"/>
                  <a:gd name="connsiteX6" fmla="*/ 271 w 6343"/>
                  <a:gd name="connsiteY6" fmla="*/ 3353 h 6345"/>
                  <a:gd name="connsiteX7" fmla="*/ 1199 w 6343"/>
                  <a:gd name="connsiteY7" fmla="*/ 5596 h 6345"/>
                  <a:gd name="connsiteX8" fmla="*/ 3442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26"/>
                    </a:moveTo>
                    <a:cubicBezTo>
                      <a:pt x="4283" y="6526"/>
                      <a:pt x="5090" y="6191"/>
                      <a:pt x="5685" y="5596"/>
                    </a:cubicBezTo>
                    <a:cubicBezTo>
                      <a:pt x="6279" y="5001"/>
                      <a:pt x="6614" y="4194"/>
                      <a:pt x="6614" y="3353"/>
                    </a:cubicBezTo>
                    <a:cubicBezTo>
                      <a:pt x="6614" y="2511"/>
                      <a:pt x="6279" y="1704"/>
                      <a:pt x="5685" y="1109"/>
                    </a:cubicBezTo>
                    <a:cubicBezTo>
                      <a:pt x="5090" y="514"/>
                      <a:pt x="4283" y="180"/>
                      <a:pt x="3442" y="180"/>
                    </a:cubicBezTo>
                    <a:cubicBezTo>
                      <a:pt x="2601" y="180"/>
                      <a:pt x="1794" y="514"/>
                      <a:pt x="1199" y="1109"/>
                    </a:cubicBezTo>
                    <a:cubicBezTo>
                      <a:pt x="605" y="1704"/>
                      <a:pt x="271" y="2511"/>
                      <a:pt x="271" y="3353"/>
                    </a:cubicBezTo>
                    <a:cubicBezTo>
                      <a:pt x="271" y="4194"/>
                      <a:pt x="605" y="5001"/>
                      <a:pt x="1199" y="5596"/>
                    </a:cubicBezTo>
                    <a:cubicBezTo>
                      <a:pt x="1794" y="6191"/>
                      <a:pt x="2601" y="6526"/>
                      <a:pt x="3442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75" name="Freeform: Shape 13174">
                <a:extLst>
                  <a:ext uri="{FF2B5EF4-FFF2-40B4-BE49-F238E27FC236}">
                    <a16:creationId xmlns:a16="http://schemas.microsoft.com/office/drawing/2014/main" id="{F605607D-C73B-C10A-8B8E-5AEF4DAB35FE}"/>
                  </a:ext>
                </a:extLst>
              </p:cNvPr>
              <p:cNvSpPr/>
              <p:nvPr/>
            </p:nvSpPr>
            <p:spPr>
              <a:xfrm>
                <a:off x="9837489" y="5767135"/>
                <a:ext cx="6343" cy="6345"/>
              </a:xfrm>
              <a:custGeom>
                <a:avLst/>
                <a:gdLst>
                  <a:gd name="connsiteX0" fmla="*/ 3442 w 6343"/>
                  <a:gd name="connsiteY0" fmla="*/ 6526 h 6345"/>
                  <a:gd name="connsiteX1" fmla="*/ 5684 w 6343"/>
                  <a:gd name="connsiteY1" fmla="*/ 5596 h 6345"/>
                  <a:gd name="connsiteX2" fmla="*/ 6613 w 6343"/>
                  <a:gd name="connsiteY2" fmla="*/ 3353 h 6345"/>
                  <a:gd name="connsiteX3" fmla="*/ 5684 w 6343"/>
                  <a:gd name="connsiteY3" fmla="*/ 1110 h 6345"/>
                  <a:gd name="connsiteX4" fmla="*/ 3442 w 6343"/>
                  <a:gd name="connsiteY4" fmla="*/ 180 h 6345"/>
                  <a:gd name="connsiteX5" fmla="*/ 1199 w 6343"/>
                  <a:gd name="connsiteY5" fmla="*/ 1110 h 6345"/>
                  <a:gd name="connsiteX6" fmla="*/ 270 w 6343"/>
                  <a:gd name="connsiteY6" fmla="*/ 3353 h 6345"/>
                  <a:gd name="connsiteX7" fmla="*/ 1199 w 6343"/>
                  <a:gd name="connsiteY7" fmla="*/ 5596 h 6345"/>
                  <a:gd name="connsiteX8" fmla="*/ 3442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42" y="6526"/>
                    </a:moveTo>
                    <a:cubicBezTo>
                      <a:pt x="4283" y="6526"/>
                      <a:pt x="5090" y="6191"/>
                      <a:pt x="5684" y="5596"/>
                    </a:cubicBezTo>
                    <a:cubicBezTo>
                      <a:pt x="6279" y="5001"/>
                      <a:pt x="6613" y="4194"/>
                      <a:pt x="6613" y="3353"/>
                    </a:cubicBezTo>
                    <a:cubicBezTo>
                      <a:pt x="6613" y="2512"/>
                      <a:pt x="6279" y="1704"/>
                      <a:pt x="5684" y="1110"/>
                    </a:cubicBezTo>
                    <a:cubicBezTo>
                      <a:pt x="5090" y="515"/>
                      <a:pt x="4283" y="180"/>
                      <a:pt x="3442" y="180"/>
                    </a:cubicBezTo>
                    <a:cubicBezTo>
                      <a:pt x="2601" y="180"/>
                      <a:pt x="1794" y="515"/>
                      <a:pt x="1199" y="1110"/>
                    </a:cubicBezTo>
                    <a:cubicBezTo>
                      <a:pt x="604" y="1704"/>
                      <a:pt x="270" y="2512"/>
                      <a:pt x="270" y="3353"/>
                    </a:cubicBezTo>
                    <a:cubicBezTo>
                      <a:pt x="270" y="4194"/>
                      <a:pt x="604" y="5001"/>
                      <a:pt x="1199" y="5596"/>
                    </a:cubicBezTo>
                    <a:cubicBezTo>
                      <a:pt x="1794" y="6191"/>
                      <a:pt x="2601" y="6526"/>
                      <a:pt x="3442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76" name="Freeform: Shape 13175">
                <a:extLst>
                  <a:ext uri="{FF2B5EF4-FFF2-40B4-BE49-F238E27FC236}">
                    <a16:creationId xmlns:a16="http://schemas.microsoft.com/office/drawing/2014/main" id="{473AAFC8-42A6-0266-4FEE-314C2C46CB2E}"/>
                  </a:ext>
                </a:extLst>
              </p:cNvPr>
              <p:cNvSpPr/>
              <p:nvPr/>
            </p:nvSpPr>
            <p:spPr>
              <a:xfrm>
                <a:off x="9691364" y="5594960"/>
                <a:ext cx="6343" cy="6345"/>
              </a:xfrm>
              <a:custGeom>
                <a:avLst/>
                <a:gdLst>
                  <a:gd name="connsiteX0" fmla="*/ 3430 w 6343"/>
                  <a:gd name="connsiteY0" fmla="*/ 6512 h 6345"/>
                  <a:gd name="connsiteX1" fmla="*/ 5673 w 6343"/>
                  <a:gd name="connsiteY1" fmla="*/ 5583 h 6345"/>
                  <a:gd name="connsiteX2" fmla="*/ 6602 w 6343"/>
                  <a:gd name="connsiteY2" fmla="*/ 3339 h 6345"/>
                  <a:gd name="connsiteX3" fmla="*/ 5673 w 6343"/>
                  <a:gd name="connsiteY3" fmla="*/ 1096 h 6345"/>
                  <a:gd name="connsiteX4" fmla="*/ 3430 w 6343"/>
                  <a:gd name="connsiteY4" fmla="*/ 167 h 6345"/>
                  <a:gd name="connsiteX5" fmla="*/ 1188 w 6343"/>
                  <a:gd name="connsiteY5" fmla="*/ 1096 h 6345"/>
                  <a:gd name="connsiteX6" fmla="*/ 259 w 6343"/>
                  <a:gd name="connsiteY6" fmla="*/ 3339 h 6345"/>
                  <a:gd name="connsiteX7" fmla="*/ 1188 w 6343"/>
                  <a:gd name="connsiteY7" fmla="*/ 5583 h 6345"/>
                  <a:gd name="connsiteX8" fmla="*/ 3430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12"/>
                    </a:moveTo>
                    <a:cubicBezTo>
                      <a:pt x="4271" y="6512"/>
                      <a:pt x="5078" y="6178"/>
                      <a:pt x="5673" y="5583"/>
                    </a:cubicBezTo>
                    <a:cubicBezTo>
                      <a:pt x="6268" y="4988"/>
                      <a:pt x="6602" y="4181"/>
                      <a:pt x="6602" y="3339"/>
                    </a:cubicBezTo>
                    <a:cubicBezTo>
                      <a:pt x="6602" y="2498"/>
                      <a:pt x="6268" y="1691"/>
                      <a:pt x="5673" y="1096"/>
                    </a:cubicBezTo>
                    <a:cubicBezTo>
                      <a:pt x="5078" y="501"/>
                      <a:pt x="4271" y="167"/>
                      <a:pt x="3430" y="167"/>
                    </a:cubicBezTo>
                    <a:cubicBezTo>
                      <a:pt x="2589" y="167"/>
                      <a:pt x="1782" y="501"/>
                      <a:pt x="1188" y="1096"/>
                    </a:cubicBezTo>
                    <a:cubicBezTo>
                      <a:pt x="593" y="1691"/>
                      <a:pt x="259" y="2498"/>
                      <a:pt x="259" y="3339"/>
                    </a:cubicBezTo>
                    <a:cubicBezTo>
                      <a:pt x="259" y="4181"/>
                      <a:pt x="593" y="4988"/>
                      <a:pt x="1188" y="5583"/>
                    </a:cubicBezTo>
                    <a:cubicBezTo>
                      <a:pt x="1782" y="6178"/>
                      <a:pt x="2589" y="6512"/>
                      <a:pt x="3430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77" name="Freeform: Shape 13176">
                <a:extLst>
                  <a:ext uri="{FF2B5EF4-FFF2-40B4-BE49-F238E27FC236}">
                    <a16:creationId xmlns:a16="http://schemas.microsoft.com/office/drawing/2014/main" id="{68B626FC-0233-BFB5-339A-0EBD464CE1E1}"/>
                  </a:ext>
                </a:extLst>
              </p:cNvPr>
              <p:cNvSpPr/>
              <p:nvPr/>
            </p:nvSpPr>
            <p:spPr>
              <a:xfrm>
                <a:off x="9687246" y="5593672"/>
                <a:ext cx="6343" cy="6345"/>
              </a:xfrm>
              <a:custGeom>
                <a:avLst/>
                <a:gdLst>
                  <a:gd name="connsiteX0" fmla="*/ 3430 w 6343"/>
                  <a:gd name="connsiteY0" fmla="*/ 6512 h 6345"/>
                  <a:gd name="connsiteX1" fmla="*/ 5673 w 6343"/>
                  <a:gd name="connsiteY1" fmla="*/ 5583 h 6345"/>
                  <a:gd name="connsiteX2" fmla="*/ 6602 w 6343"/>
                  <a:gd name="connsiteY2" fmla="*/ 3339 h 6345"/>
                  <a:gd name="connsiteX3" fmla="*/ 5673 w 6343"/>
                  <a:gd name="connsiteY3" fmla="*/ 1096 h 6345"/>
                  <a:gd name="connsiteX4" fmla="*/ 3430 w 6343"/>
                  <a:gd name="connsiteY4" fmla="*/ 167 h 6345"/>
                  <a:gd name="connsiteX5" fmla="*/ 1187 w 6343"/>
                  <a:gd name="connsiteY5" fmla="*/ 1096 h 6345"/>
                  <a:gd name="connsiteX6" fmla="*/ 258 w 6343"/>
                  <a:gd name="connsiteY6" fmla="*/ 3339 h 6345"/>
                  <a:gd name="connsiteX7" fmla="*/ 1187 w 6343"/>
                  <a:gd name="connsiteY7" fmla="*/ 5583 h 6345"/>
                  <a:gd name="connsiteX8" fmla="*/ 3430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12"/>
                    </a:moveTo>
                    <a:cubicBezTo>
                      <a:pt x="4271" y="6512"/>
                      <a:pt x="5078" y="6178"/>
                      <a:pt x="5673" y="5583"/>
                    </a:cubicBezTo>
                    <a:cubicBezTo>
                      <a:pt x="6267" y="4988"/>
                      <a:pt x="6602" y="4181"/>
                      <a:pt x="6602" y="3339"/>
                    </a:cubicBezTo>
                    <a:cubicBezTo>
                      <a:pt x="6602" y="2498"/>
                      <a:pt x="6267" y="1691"/>
                      <a:pt x="5673" y="1096"/>
                    </a:cubicBezTo>
                    <a:cubicBezTo>
                      <a:pt x="5078" y="501"/>
                      <a:pt x="4271" y="167"/>
                      <a:pt x="3430" y="167"/>
                    </a:cubicBezTo>
                    <a:cubicBezTo>
                      <a:pt x="2589" y="167"/>
                      <a:pt x="1782" y="501"/>
                      <a:pt x="1187" y="1096"/>
                    </a:cubicBezTo>
                    <a:cubicBezTo>
                      <a:pt x="593" y="1691"/>
                      <a:pt x="258" y="2498"/>
                      <a:pt x="258" y="3339"/>
                    </a:cubicBezTo>
                    <a:cubicBezTo>
                      <a:pt x="258" y="4181"/>
                      <a:pt x="593" y="4988"/>
                      <a:pt x="1187" y="5583"/>
                    </a:cubicBezTo>
                    <a:cubicBezTo>
                      <a:pt x="1782" y="6178"/>
                      <a:pt x="2589" y="6512"/>
                      <a:pt x="3430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78" name="Freeform: Shape 13177">
                <a:extLst>
                  <a:ext uri="{FF2B5EF4-FFF2-40B4-BE49-F238E27FC236}">
                    <a16:creationId xmlns:a16="http://schemas.microsoft.com/office/drawing/2014/main" id="{EC209902-0FA7-2129-F5C2-FDB7202D5D70}"/>
                  </a:ext>
                </a:extLst>
              </p:cNvPr>
              <p:cNvSpPr/>
              <p:nvPr/>
            </p:nvSpPr>
            <p:spPr>
              <a:xfrm>
                <a:off x="9682882" y="5592005"/>
                <a:ext cx="6343" cy="6345"/>
              </a:xfrm>
              <a:custGeom>
                <a:avLst/>
                <a:gdLst>
                  <a:gd name="connsiteX0" fmla="*/ 3430 w 6343"/>
                  <a:gd name="connsiteY0" fmla="*/ 6512 h 6345"/>
                  <a:gd name="connsiteX1" fmla="*/ 5672 w 6343"/>
                  <a:gd name="connsiteY1" fmla="*/ 5583 h 6345"/>
                  <a:gd name="connsiteX2" fmla="*/ 6601 w 6343"/>
                  <a:gd name="connsiteY2" fmla="*/ 3339 h 6345"/>
                  <a:gd name="connsiteX3" fmla="*/ 5672 w 6343"/>
                  <a:gd name="connsiteY3" fmla="*/ 1096 h 6345"/>
                  <a:gd name="connsiteX4" fmla="*/ 3430 w 6343"/>
                  <a:gd name="connsiteY4" fmla="*/ 166 h 6345"/>
                  <a:gd name="connsiteX5" fmla="*/ 1187 w 6343"/>
                  <a:gd name="connsiteY5" fmla="*/ 1096 h 6345"/>
                  <a:gd name="connsiteX6" fmla="*/ 258 w 6343"/>
                  <a:gd name="connsiteY6" fmla="*/ 3339 h 6345"/>
                  <a:gd name="connsiteX7" fmla="*/ 1187 w 6343"/>
                  <a:gd name="connsiteY7" fmla="*/ 5583 h 6345"/>
                  <a:gd name="connsiteX8" fmla="*/ 3430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12"/>
                    </a:moveTo>
                    <a:cubicBezTo>
                      <a:pt x="4271" y="6512"/>
                      <a:pt x="5077" y="6178"/>
                      <a:pt x="5672" y="5583"/>
                    </a:cubicBezTo>
                    <a:cubicBezTo>
                      <a:pt x="6267" y="4988"/>
                      <a:pt x="6601" y="4181"/>
                      <a:pt x="6601" y="3339"/>
                    </a:cubicBezTo>
                    <a:cubicBezTo>
                      <a:pt x="6601" y="2498"/>
                      <a:pt x="6267" y="1691"/>
                      <a:pt x="5672" y="1096"/>
                    </a:cubicBezTo>
                    <a:cubicBezTo>
                      <a:pt x="5077" y="501"/>
                      <a:pt x="4271" y="166"/>
                      <a:pt x="3430" y="166"/>
                    </a:cubicBezTo>
                    <a:cubicBezTo>
                      <a:pt x="2589" y="166"/>
                      <a:pt x="1782" y="501"/>
                      <a:pt x="1187" y="1096"/>
                    </a:cubicBezTo>
                    <a:cubicBezTo>
                      <a:pt x="592" y="1691"/>
                      <a:pt x="258" y="2498"/>
                      <a:pt x="258" y="3339"/>
                    </a:cubicBezTo>
                    <a:cubicBezTo>
                      <a:pt x="258" y="4181"/>
                      <a:pt x="592" y="4988"/>
                      <a:pt x="1187" y="5583"/>
                    </a:cubicBezTo>
                    <a:cubicBezTo>
                      <a:pt x="1782" y="6178"/>
                      <a:pt x="2589" y="6512"/>
                      <a:pt x="3430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79" name="Freeform: Shape 13178">
                <a:extLst>
                  <a:ext uri="{FF2B5EF4-FFF2-40B4-BE49-F238E27FC236}">
                    <a16:creationId xmlns:a16="http://schemas.microsoft.com/office/drawing/2014/main" id="{A794A600-FD5E-3477-D586-8FB1045FB963}"/>
                  </a:ext>
                </a:extLst>
              </p:cNvPr>
              <p:cNvSpPr/>
              <p:nvPr/>
            </p:nvSpPr>
            <p:spPr>
              <a:xfrm>
                <a:off x="9679702" y="5591758"/>
                <a:ext cx="6343" cy="6345"/>
              </a:xfrm>
              <a:custGeom>
                <a:avLst/>
                <a:gdLst>
                  <a:gd name="connsiteX0" fmla="*/ 3429 w 6343"/>
                  <a:gd name="connsiteY0" fmla="*/ 6512 h 6345"/>
                  <a:gd name="connsiteX1" fmla="*/ 5672 w 6343"/>
                  <a:gd name="connsiteY1" fmla="*/ 5583 h 6345"/>
                  <a:gd name="connsiteX2" fmla="*/ 6601 w 6343"/>
                  <a:gd name="connsiteY2" fmla="*/ 3339 h 6345"/>
                  <a:gd name="connsiteX3" fmla="*/ 5672 w 6343"/>
                  <a:gd name="connsiteY3" fmla="*/ 1096 h 6345"/>
                  <a:gd name="connsiteX4" fmla="*/ 3429 w 6343"/>
                  <a:gd name="connsiteY4" fmla="*/ 166 h 6345"/>
                  <a:gd name="connsiteX5" fmla="*/ 1187 w 6343"/>
                  <a:gd name="connsiteY5" fmla="*/ 1096 h 6345"/>
                  <a:gd name="connsiteX6" fmla="*/ 258 w 6343"/>
                  <a:gd name="connsiteY6" fmla="*/ 3339 h 6345"/>
                  <a:gd name="connsiteX7" fmla="*/ 1187 w 6343"/>
                  <a:gd name="connsiteY7" fmla="*/ 5583 h 6345"/>
                  <a:gd name="connsiteX8" fmla="*/ 3429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12"/>
                    </a:moveTo>
                    <a:cubicBezTo>
                      <a:pt x="4270" y="6512"/>
                      <a:pt x="5077" y="6178"/>
                      <a:pt x="5672" y="5583"/>
                    </a:cubicBezTo>
                    <a:cubicBezTo>
                      <a:pt x="6267" y="4988"/>
                      <a:pt x="6601" y="4181"/>
                      <a:pt x="6601" y="3339"/>
                    </a:cubicBezTo>
                    <a:cubicBezTo>
                      <a:pt x="6601" y="2498"/>
                      <a:pt x="6267" y="1691"/>
                      <a:pt x="5672" y="1096"/>
                    </a:cubicBezTo>
                    <a:cubicBezTo>
                      <a:pt x="5077" y="501"/>
                      <a:pt x="4270" y="166"/>
                      <a:pt x="3429" y="166"/>
                    </a:cubicBezTo>
                    <a:cubicBezTo>
                      <a:pt x="2588" y="166"/>
                      <a:pt x="1781" y="501"/>
                      <a:pt x="1187" y="1096"/>
                    </a:cubicBezTo>
                    <a:cubicBezTo>
                      <a:pt x="592" y="1691"/>
                      <a:pt x="258" y="2498"/>
                      <a:pt x="258" y="3339"/>
                    </a:cubicBezTo>
                    <a:cubicBezTo>
                      <a:pt x="258" y="4181"/>
                      <a:pt x="592" y="4988"/>
                      <a:pt x="1187" y="5583"/>
                    </a:cubicBezTo>
                    <a:cubicBezTo>
                      <a:pt x="1781" y="6178"/>
                      <a:pt x="2588" y="6512"/>
                      <a:pt x="3429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80" name="Freeform: Shape 13179">
                <a:extLst>
                  <a:ext uri="{FF2B5EF4-FFF2-40B4-BE49-F238E27FC236}">
                    <a16:creationId xmlns:a16="http://schemas.microsoft.com/office/drawing/2014/main" id="{D634F441-F747-CB00-4168-62888EA44587}"/>
                  </a:ext>
                </a:extLst>
              </p:cNvPr>
              <p:cNvSpPr/>
              <p:nvPr/>
            </p:nvSpPr>
            <p:spPr>
              <a:xfrm>
                <a:off x="9676458" y="5591385"/>
                <a:ext cx="6343" cy="6345"/>
              </a:xfrm>
              <a:custGeom>
                <a:avLst/>
                <a:gdLst>
                  <a:gd name="connsiteX0" fmla="*/ 3429 w 6343"/>
                  <a:gd name="connsiteY0" fmla="*/ 6512 h 6345"/>
                  <a:gd name="connsiteX1" fmla="*/ 5672 w 6343"/>
                  <a:gd name="connsiteY1" fmla="*/ 5583 h 6345"/>
                  <a:gd name="connsiteX2" fmla="*/ 6601 w 6343"/>
                  <a:gd name="connsiteY2" fmla="*/ 3339 h 6345"/>
                  <a:gd name="connsiteX3" fmla="*/ 5672 w 6343"/>
                  <a:gd name="connsiteY3" fmla="*/ 1096 h 6345"/>
                  <a:gd name="connsiteX4" fmla="*/ 3429 w 6343"/>
                  <a:gd name="connsiteY4" fmla="*/ 166 h 6345"/>
                  <a:gd name="connsiteX5" fmla="*/ 1186 w 6343"/>
                  <a:gd name="connsiteY5" fmla="*/ 1096 h 6345"/>
                  <a:gd name="connsiteX6" fmla="*/ 258 w 6343"/>
                  <a:gd name="connsiteY6" fmla="*/ 3339 h 6345"/>
                  <a:gd name="connsiteX7" fmla="*/ 1186 w 6343"/>
                  <a:gd name="connsiteY7" fmla="*/ 5583 h 6345"/>
                  <a:gd name="connsiteX8" fmla="*/ 3429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12"/>
                    </a:moveTo>
                    <a:cubicBezTo>
                      <a:pt x="4270" y="6512"/>
                      <a:pt x="5077" y="6178"/>
                      <a:pt x="5672" y="5583"/>
                    </a:cubicBezTo>
                    <a:cubicBezTo>
                      <a:pt x="6266" y="4988"/>
                      <a:pt x="6601" y="4181"/>
                      <a:pt x="6601" y="3339"/>
                    </a:cubicBezTo>
                    <a:cubicBezTo>
                      <a:pt x="6601" y="2498"/>
                      <a:pt x="6266" y="1691"/>
                      <a:pt x="5672" y="1096"/>
                    </a:cubicBezTo>
                    <a:cubicBezTo>
                      <a:pt x="5077" y="501"/>
                      <a:pt x="4270" y="166"/>
                      <a:pt x="3429" y="166"/>
                    </a:cubicBezTo>
                    <a:cubicBezTo>
                      <a:pt x="2588" y="166"/>
                      <a:pt x="1781" y="501"/>
                      <a:pt x="1186" y="1096"/>
                    </a:cubicBezTo>
                    <a:cubicBezTo>
                      <a:pt x="592" y="1691"/>
                      <a:pt x="258" y="2498"/>
                      <a:pt x="258" y="3339"/>
                    </a:cubicBezTo>
                    <a:cubicBezTo>
                      <a:pt x="258" y="4181"/>
                      <a:pt x="592" y="4988"/>
                      <a:pt x="1186" y="5583"/>
                    </a:cubicBezTo>
                    <a:cubicBezTo>
                      <a:pt x="1781" y="6178"/>
                      <a:pt x="2588" y="6512"/>
                      <a:pt x="3429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81" name="Freeform: Shape 13180">
                <a:extLst>
                  <a:ext uri="{FF2B5EF4-FFF2-40B4-BE49-F238E27FC236}">
                    <a16:creationId xmlns:a16="http://schemas.microsoft.com/office/drawing/2014/main" id="{9B850FED-968F-04AC-24A3-D0C7983D4DAB}"/>
                  </a:ext>
                </a:extLst>
              </p:cNvPr>
              <p:cNvSpPr/>
              <p:nvPr/>
            </p:nvSpPr>
            <p:spPr>
              <a:xfrm>
                <a:off x="9672849" y="5590491"/>
                <a:ext cx="6343" cy="6345"/>
              </a:xfrm>
              <a:custGeom>
                <a:avLst/>
                <a:gdLst>
                  <a:gd name="connsiteX0" fmla="*/ 3429 w 6343"/>
                  <a:gd name="connsiteY0" fmla="*/ 6512 h 6345"/>
                  <a:gd name="connsiteX1" fmla="*/ 5671 w 6343"/>
                  <a:gd name="connsiteY1" fmla="*/ 5582 h 6345"/>
                  <a:gd name="connsiteX2" fmla="*/ 6600 w 6343"/>
                  <a:gd name="connsiteY2" fmla="*/ 3339 h 6345"/>
                  <a:gd name="connsiteX3" fmla="*/ 5671 w 6343"/>
                  <a:gd name="connsiteY3" fmla="*/ 1096 h 6345"/>
                  <a:gd name="connsiteX4" fmla="*/ 3429 w 6343"/>
                  <a:gd name="connsiteY4" fmla="*/ 166 h 6345"/>
                  <a:gd name="connsiteX5" fmla="*/ 1186 w 6343"/>
                  <a:gd name="connsiteY5" fmla="*/ 1096 h 6345"/>
                  <a:gd name="connsiteX6" fmla="*/ 257 w 6343"/>
                  <a:gd name="connsiteY6" fmla="*/ 3339 h 6345"/>
                  <a:gd name="connsiteX7" fmla="*/ 1186 w 6343"/>
                  <a:gd name="connsiteY7" fmla="*/ 5582 h 6345"/>
                  <a:gd name="connsiteX8" fmla="*/ 3429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12"/>
                    </a:moveTo>
                    <a:cubicBezTo>
                      <a:pt x="4270" y="6512"/>
                      <a:pt x="5077" y="6177"/>
                      <a:pt x="5671" y="5582"/>
                    </a:cubicBezTo>
                    <a:cubicBezTo>
                      <a:pt x="6266" y="4988"/>
                      <a:pt x="6600" y="4180"/>
                      <a:pt x="6600" y="3339"/>
                    </a:cubicBezTo>
                    <a:cubicBezTo>
                      <a:pt x="6600" y="2498"/>
                      <a:pt x="6266" y="1691"/>
                      <a:pt x="5671" y="1096"/>
                    </a:cubicBezTo>
                    <a:cubicBezTo>
                      <a:pt x="5077" y="501"/>
                      <a:pt x="4270" y="166"/>
                      <a:pt x="3429" y="166"/>
                    </a:cubicBezTo>
                    <a:cubicBezTo>
                      <a:pt x="2588" y="166"/>
                      <a:pt x="1781" y="501"/>
                      <a:pt x="1186" y="1096"/>
                    </a:cubicBezTo>
                    <a:cubicBezTo>
                      <a:pt x="591" y="1691"/>
                      <a:pt x="257" y="2498"/>
                      <a:pt x="257" y="3339"/>
                    </a:cubicBezTo>
                    <a:cubicBezTo>
                      <a:pt x="257" y="4180"/>
                      <a:pt x="591" y="4988"/>
                      <a:pt x="1186" y="5582"/>
                    </a:cubicBezTo>
                    <a:cubicBezTo>
                      <a:pt x="1781" y="6177"/>
                      <a:pt x="2588" y="6512"/>
                      <a:pt x="3429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82" name="Freeform: Shape 13181">
                <a:extLst>
                  <a:ext uri="{FF2B5EF4-FFF2-40B4-BE49-F238E27FC236}">
                    <a16:creationId xmlns:a16="http://schemas.microsoft.com/office/drawing/2014/main" id="{86BE1F19-995D-910A-6911-34C91A405161}"/>
                  </a:ext>
                </a:extLst>
              </p:cNvPr>
              <p:cNvSpPr/>
              <p:nvPr/>
            </p:nvSpPr>
            <p:spPr>
              <a:xfrm>
                <a:off x="9669935" y="5590455"/>
                <a:ext cx="6343" cy="6345"/>
              </a:xfrm>
              <a:custGeom>
                <a:avLst/>
                <a:gdLst>
                  <a:gd name="connsiteX0" fmla="*/ 3429 w 6343"/>
                  <a:gd name="connsiteY0" fmla="*/ 6512 h 6345"/>
                  <a:gd name="connsiteX1" fmla="*/ 5671 w 6343"/>
                  <a:gd name="connsiteY1" fmla="*/ 5582 h 6345"/>
                  <a:gd name="connsiteX2" fmla="*/ 6600 w 6343"/>
                  <a:gd name="connsiteY2" fmla="*/ 3339 h 6345"/>
                  <a:gd name="connsiteX3" fmla="*/ 5671 w 6343"/>
                  <a:gd name="connsiteY3" fmla="*/ 1096 h 6345"/>
                  <a:gd name="connsiteX4" fmla="*/ 3429 w 6343"/>
                  <a:gd name="connsiteY4" fmla="*/ 166 h 6345"/>
                  <a:gd name="connsiteX5" fmla="*/ 1186 w 6343"/>
                  <a:gd name="connsiteY5" fmla="*/ 1096 h 6345"/>
                  <a:gd name="connsiteX6" fmla="*/ 257 w 6343"/>
                  <a:gd name="connsiteY6" fmla="*/ 3339 h 6345"/>
                  <a:gd name="connsiteX7" fmla="*/ 1186 w 6343"/>
                  <a:gd name="connsiteY7" fmla="*/ 5582 h 6345"/>
                  <a:gd name="connsiteX8" fmla="*/ 3429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12"/>
                    </a:moveTo>
                    <a:cubicBezTo>
                      <a:pt x="4270" y="6512"/>
                      <a:pt x="5076" y="6177"/>
                      <a:pt x="5671" y="5582"/>
                    </a:cubicBezTo>
                    <a:cubicBezTo>
                      <a:pt x="6266" y="4988"/>
                      <a:pt x="6600" y="4180"/>
                      <a:pt x="6600" y="3339"/>
                    </a:cubicBezTo>
                    <a:cubicBezTo>
                      <a:pt x="6600" y="2498"/>
                      <a:pt x="6266" y="1691"/>
                      <a:pt x="5671" y="1096"/>
                    </a:cubicBezTo>
                    <a:cubicBezTo>
                      <a:pt x="5076" y="501"/>
                      <a:pt x="4270" y="166"/>
                      <a:pt x="3429" y="166"/>
                    </a:cubicBezTo>
                    <a:cubicBezTo>
                      <a:pt x="2587" y="166"/>
                      <a:pt x="1781" y="501"/>
                      <a:pt x="1186" y="1096"/>
                    </a:cubicBezTo>
                    <a:cubicBezTo>
                      <a:pt x="591" y="1691"/>
                      <a:pt x="257" y="2498"/>
                      <a:pt x="257" y="3339"/>
                    </a:cubicBezTo>
                    <a:cubicBezTo>
                      <a:pt x="257" y="4180"/>
                      <a:pt x="591" y="4988"/>
                      <a:pt x="1186" y="5582"/>
                    </a:cubicBezTo>
                    <a:cubicBezTo>
                      <a:pt x="1781" y="6177"/>
                      <a:pt x="2587" y="6512"/>
                      <a:pt x="3429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83" name="Freeform: Shape 13182">
                <a:extLst>
                  <a:ext uri="{FF2B5EF4-FFF2-40B4-BE49-F238E27FC236}">
                    <a16:creationId xmlns:a16="http://schemas.microsoft.com/office/drawing/2014/main" id="{7920E39F-7763-F4E8-10FC-A8B69CABEA34}"/>
                  </a:ext>
                </a:extLst>
              </p:cNvPr>
              <p:cNvSpPr/>
              <p:nvPr/>
            </p:nvSpPr>
            <p:spPr>
              <a:xfrm>
                <a:off x="9666920" y="5590244"/>
                <a:ext cx="6343" cy="6345"/>
              </a:xfrm>
              <a:custGeom>
                <a:avLst/>
                <a:gdLst>
                  <a:gd name="connsiteX0" fmla="*/ 3428 w 6343"/>
                  <a:gd name="connsiteY0" fmla="*/ 6512 h 6345"/>
                  <a:gd name="connsiteX1" fmla="*/ 5671 w 6343"/>
                  <a:gd name="connsiteY1" fmla="*/ 5582 h 6345"/>
                  <a:gd name="connsiteX2" fmla="*/ 6600 w 6343"/>
                  <a:gd name="connsiteY2" fmla="*/ 3339 h 6345"/>
                  <a:gd name="connsiteX3" fmla="*/ 5671 w 6343"/>
                  <a:gd name="connsiteY3" fmla="*/ 1096 h 6345"/>
                  <a:gd name="connsiteX4" fmla="*/ 3428 w 6343"/>
                  <a:gd name="connsiteY4" fmla="*/ 166 h 6345"/>
                  <a:gd name="connsiteX5" fmla="*/ 1186 w 6343"/>
                  <a:gd name="connsiteY5" fmla="*/ 1096 h 6345"/>
                  <a:gd name="connsiteX6" fmla="*/ 257 w 6343"/>
                  <a:gd name="connsiteY6" fmla="*/ 3339 h 6345"/>
                  <a:gd name="connsiteX7" fmla="*/ 1186 w 6343"/>
                  <a:gd name="connsiteY7" fmla="*/ 5582 h 6345"/>
                  <a:gd name="connsiteX8" fmla="*/ 342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12"/>
                    </a:moveTo>
                    <a:cubicBezTo>
                      <a:pt x="4269" y="6512"/>
                      <a:pt x="5076" y="6177"/>
                      <a:pt x="5671" y="5582"/>
                    </a:cubicBezTo>
                    <a:cubicBezTo>
                      <a:pt x="6266" y="4988"/>
                      <a:pt x="6600" y="4180"/>
                      <a:pt x="6600" y="3339"/>
                    </a:cubicBezTo>
                    <a:cubicBezTo>
                      <a:pt x="6600" y="2498"/>
                      <a:pt x="6266" y="1691"/>
                      <a:pt x="5671" y="1096"/>
                    </a:cubicBezTo>
                    <a:cubicBezTo>
                      <a:pt x="5076" y="501"/>
                      <a:pt x="4269" y="166"/>
                      <a:pt x="3428" y="166"/>
                    </a:cubicBezTo>
                    <a:cubicBezTo>
                      <a:pt x="2587" y="166"/>
                      <a:pt x="1780" y="501"/>
                      <a:pt x="1186" y="1096"/>
                    </a:cubicBezTo>
                    <a:cubicBezTo>
                      <a:pt x="591" y="1691"/>
                      <a:pt x="257" y="2498"/>
                      <a:pt x="257" y="3339"/>
                    </a:cubicBezTo>
                    <a:cubicBezTo>
                      <a:pt x="257" y="4180"/>
                      <a:pt x="591" y="4988"/>
                      <a:pt x="1186" y="5582"/>
                    </a:cubicBezTo>
                    <a:cubicBezTo>
                      <a:pt x="1780" y="6177"/>
                      <a:pt x="2587" y="6512"/>
                      <a:pt x="342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84" name="Freeform: Shape 13183">
                <a:extLst>
                  <a:ext uri="{FF2B5EF4-FFF2-40B4-BE49-F238E27FC236}">
                    <a16:creationId xmlns:a16="http://schemas.microsoft.com/office/drawing/2014/main" id="{97C2869B-43AA-B2FD-9A1F-E57020B9F4A7}"/>
                  </a:ext>
                </a:extLst>
              </p:cNvPr>
              <p:cNvSpPr/>
              <p:nvPr/>
            </p:nvSpPr>
            <p:spPr>
              <a:xfrm>
                <a:off x="9663508" y="5589459"/>
                <a:ext cx="6343" cy="6345"/>
              </a:xfrm>
              <a:custGeom>
                <a:avLst/>
                <a:gdLst>
                  <a:gd name="connsiteX0" fmla="*/ 3428 w 6343"/>
                  <a:gd name="connsiteY0" fmla="*/ 6512 h 6345"/>
                  <a:gd name="connsiteX1" fmla="*/ 5671 w 6343"/>
                  <a:gd name="connsiteY1" fmla="*/ 5582 h 6345"/>
                  <a:gd name="connsiteX2" fmla="*/ 6600 w 6343"/>
                  <a:gd name="connsiteY2" fmla="*/ 3339 h 6345"/>
                  <a:gd name="connsiteX3" fmla="*/ 5671 w 6343"/>
                  <a:gd name="connsiteY3" fmla="*/ 1096 h 6345"/>
                  <a:gd name="connsiteX4" fmla="*/ 3428 w 6343"/>
                  <a:gd name="connsiteY4" fmla="*/ 166 h 6345"/>
                  <a:gd name="connsiteX5" fmla="*/ 1185 w 6343"/>
                  <a:gd name="connsiteY5" fmla="*/ 1096 h 6345"/>
                  <a:gd name="connsiteX6" fmla="*/ 257 w 6343"/>
                  <a:gd name="connsiteY6" fmla="*/ 3339 h 6345"/>
                  <a:gd name="connsiteX7" fmla="*/ 1185 w 6343"/>
                  <a:gd name="connsiteY7" fmla="*/ 5582 h 6345"/>
                  <a:gd name="connsiteX8" fmla="*/ 342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12"/>
                    </a:moveTo>
                    <a:cubicBezTo>
                      <a:pt x="4269" y="6512"/>
                      <a:pt x="5076" y="6177"/>
                      <a:pt x="5671" y="5582"/>
                    </a:cubicBezTo>
                    <a:cubicBezTo>
                      <a:pt x="6265" y="4987"/>
                      <a:pt x="6600" y="4180"/>
                      <a:pt x="6600" y="3339"/>
                    </a:cubicBezTo>
                    <a:cubicBezTo>
                      <a:pt x="6600" y="2498"/>
                      <a:pt x="6265" y="1690"/>
                      <a:pt x="5671" y="1096"/>
                    </a:cubicBezTo>
                    <a:cubicBezTo>
                      <a:pt x="5076" y="501"/>
                      <a:pt x="4269" y="166"/>
                      <a:pt x="3428" y="166"/>
                    </a:cubicBezTo>
                    <a:cubicBezTo>
                      <a:pt x="2587" y="166"/>
                      <a:pt x="1780" y="501"/>
                      <a:pt x="1185" y="1096"/>
                    </a:cubicBezTo>
                    <a:cubicBezTo>
                      <a:pt x="591" y="1690"/>
                      <a:pt x="257" y="2498"/>
                      <a:pt x="257" y="3339"/>
                    </a:cubicBezTo>
                    <a:cubicBezTo>
                      <a:pt x="257" y="4180"/>
                      <a:pt x="591" y="4987"/>
                      <a:pt x="1185" y="5582"/>
                    </a:cubicBezTo>
                    <a:cubicBezTo>
                      <a:pt x="1780" y="6177"/>
                      <a:pt x="2587" y="6512"/>
                      <a:pt x="342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85" name="Freeform: Shape 13184">
                <a:extLst>
                  <a:ext uri="{FF2B5EF4-FFF2-40B4-BE49-F238E27FC236}">
                    <a16:creationId xmlns:a16="http://schemas.microsoft.com/office/drawing/2014/main" id="{5629AD3C-0C05-4BA8-F8E8-0347FFD51162}"/>
                  </a:ext>
                </a:extLst>
              </p:cNvPr>
              <p:cNvSpPr/>
              <p:nvPr/>
            </p:nvSpPr>
            <p:spPr>
              <a:xfrm>
                <a:off x="9660481" y="5589145"/>
                <a:ext cx="6343" cy="6345"/>
              </a:xfrm>
              <a:custGeom>
                <a:avLst/>
                <a:gdLst>
                  <a:gd name="connsiteX0" fmla="*/ 3428 w 6343"/>
                  <a:gd name="connsiteY0" fmla="*/ 6512 h 6345"/>
                  <a:gd name="connsiteX1" fmla="*/ 5670 w 6343"/>
                  <a:gd name="connsiteY1" fmla="*/ 5582 h 6345"/>
                  <a:gd name="connsiteX2" fmla="*/ 6599 w 6343"/>
                  <a:gd name="connsiteY2" fmla="*/ 3339 h 6345"/>
                  <a:gd name="connsiteX3" fmla="*/ 5670 w 6343"/>
                  <a:gd name="connsiteY3" fmla="*/ 1095 h 6345"/>
                  <a:gd name="connsiteX4" fmla="*/ 3428 w 6343"/>
                  <a:gd name="connsiteY4" fmla="*/ 166 h 6345"/>
                  <a:gd name="connsiteX5" fmla="*/ 1185 w 6343"/>
                  <a:gd name="connsiteY5" fmla="*/ 1095 h 6345"/>
                  <a:gd name="connsiteX6" fmla="*/ 256 w 6343"/>
                  <a:gd name="connsiteY6" fmla="*/ 3339 h 6345"/>
                  <a:gd name="connsiteX7" fmla="*/ 1185 w 6343"/>
                  <a:gd name="connsiteY7" fmla="*/ 5582 h 6345"/>
                  <a:gd name="connsiteX8" fmla="*/ 342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12"/>
                    </a:moveTo>
                    <a:cubicBezTo>
                      <a:pt x="4269" y="6512"/>
                      <a:pt x="5076" y="6177"/>
                      <a:pt x="5670" y="5582"/>
                    </a:cubicBezTo>
                    <a:cubicBezTo>
                      <a:pt x="6265" y="4987"/>
                      <a:pt x="6599" y="4180"/>
                      <a:pt x="6599" y="3339"/>
                    </a:cubicBezTo>
                    <a:cubicBezTo>
                      <a:pt x="6599" y="2498"/>
                      <a:pt x="6265" y="1690"/>
                      <a:pt x="5670" y="1095"/>
                    </a:cubicBezTo>
                    <a:cubicBezTo>
                      <a:pt x="5076" y="501"/>
                      <a:pt x="4269" y="166"/>
                      <a:pt x="3428" y="166"/>
                    </a:cubicBezTo>
                    <a:cubicBezTo>
                      <a:pt x="2587" y="166"/>
                      <a:pt x="1780" y="501"/>
                      <a:pt x="1185" y="1095"/>
                    </a:cubicBezTo>
                    <a:cubicBezTo>
                      <a:pt x="590" y="1690"/>
                      <a:pt x="256" y="2498"/>
                      <a:pt x="256" y="3339"/>
                    </a:cubicBezTo>
                    <a:cubicBezTo>
                      <a:pt x="256" y="4180"/>
                      <a:pt x="590" y="4987"/>
                      <a:pt x="1185" y="5582"/>
                    </a:cubicBezTo>
                    <a:cubicBezTo>
                      <a:pt x="1780" y="6177"/>
                      <a:pt x="2587" y="6512"/>
                      <a:pt x="342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86" name="Freeform: Shape 13185">
                <a:extLst>
                  <a:ext uri="{FF2B5EF4-FFF2-40B4-BE49-F238E27FC236}">
                    <a16:creationId xmlns:a16="http://schemas.microsoft.com/office/drawing/2014/main" id="{4C0A401E-3D66-B35D-89E8-2F4A556C940B}"/>
                  </a:ext>
                </a:extLst>
              </p:cNvPr>
              <p:cNvSpPr/>
              <p:nvPr/>
            </p:nvSpPr>
            <p:spPr>
              <a:xfrm>
                <a:off x="9657903" y="5589409"/>
                <a:ext cx="6343" cy="6345"/>
              </a:xfrm>
              <a:custGeom>
                <a:avLst/>
                <a:gdLst>
                  <a:gd name="connsiteX0" fmla="*/ 3428 w 6343"/>
                  <a:gd name="connsiteY0" fmla="*/ 6512 h 6345"/>
                  <a:gd name="connsiteX1" fmla="*/ 5670 w 6343"/>
                  <a:gd name="connsiteY1" fmla="*/ 5582 h 6345"/>
                  <a:gd name="connsiteX2" fmla="*/ 6599 w 6343"/>
                  <a:gd name="connsiteY2" fmla="*/ 3339 h 6345"/>
                  <a:gd name="connsiteX3" fmla="*/ 5670 w 6343"/>
                  <a:gd name="connsiteY3" fmla="*/ 1096 h 6345"/>
                  <a:gd name="connsiteX4" fmla="*/ 3428 w 6343"/>
                  <a:gd name="connsiteY4" fmla="*/ 166 h 6345"/>
                  <a:gd name="connsiteX5" fmla="*/ 1185 w 6343"/>
                  <a:gd name="connsiteY5" fmla="*/ 1096 h 6345"/>
                  <a:gd name="connsiteX6" fmla="*/ 256 w 6343"/>
                  <a:gd name="connsiteY6" fmla="*/ 3339 h 6345"/>
                  <a:gd name="connsiteX7" fmla="*/ 1185 w 6343"/>
                  <a:gd name="connsiteY7" fmla="*/ 5582 h 6345"/>
                  <a:gd name="connsiteX8" fmla="*/ 342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12"/>
                    </a:moveTo>
                    <a:cubicBezTo>
                      <a:pt x="4269" y="6512"/>
                      <a:pt x="5076" y="6177"/>
                      <a:pt x="5670" y="5582"/>
                    </a:cubicBezTo>
                    <a:cubicBezTo>
                      <a:pt x="6265" y="4987"/>
                      <a:pt x="6599" y="4180"/>
                      <a:pt x="6599" y="3339"/>
                    </a:cubicBezTo>
                    <a:cubicBezTo>
                      <a:pt x="6599" y="2498"/>
                      <a:pt x="6265" y="1690"/>
                      <a:pt x="5670" y="1096"/>
                    </a:cubicBezTo>
                    <a:cubicBezTo>
                      <a:pt x="5076" y="501"/>
                      <a:pt x="4269" y="166"/>
                      <a:pt x="3428" y="166"/>
                    </a:cubicBezTo>
                    <a:cubicBezTo>
                      <a:pt x="2587" y="166"/>
                      <a:pt x="1780" y="501"/>
                      <a:pt x="1185" y="1096"/>
                    </a:cubicBezTo>
                    <a:cubicBezTo>
                      <a:pt x="590" y="1690"/>
                      <a:pt x="256" y="2498"/>
                      <a:pt x="256" y="3339"/>
                    </a:cubicBezTo>
                    <a:cubicBezTo>
                      <a:pt x="256" y="4180"/>
                      <a:pt x="590" y="4987"/>
                      <a:pt x="1185" y="5582"/>
                    </a:cubicBezTo>
                    <a:cubicBezTo>
                      <a:pt x="1780" y="6177"/>
                      <a:pt x="2587" y="6512"/>
                      <a:pt x="342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87" name="Freeform: Shape 13186">
                <a:extLst>
                  <a:ext uri="{FF2B5EF4-FFF2-40B4-BE49-F238E27FC236}">
                    <a16:creationId xmlns:a16="http://schemas.microsoft.com/office/drawing/2014/main" id="{06158DB0-1EE6-1160-6FF6-0D6B0B9E3376}"/>
                  </a:ext>
                </a:extLst>
              </p:cNvPr>
              <p:cNvSpPr/>
              <p:nvPr/>
            </p:nvSpPr>
            <p:spPr>
              <a:xfrm>
                <a:off x="9655438" y="5589804"/>
                <a:ext cx="6343" cy="6345"/>
              </a:xfrm>
              <a:custGeom>
                <a:avLst/>
                <a:gdLst>
                  <a:gd name="connsiteX0" fmla="*/ 3427 w 6343"/>
                  <a:gd name="connsiteY0" fmla="*/ 6512 h 6345"/>
                  <a:gd name="connsiteX1" fmla="*/ 5670 w 6343"/>
                  <a:gd name="connsiteY1" fmla="*/ 5582 h 6345"/>
                  <a:gd name="connsiteX2" fmla="*/ 6599 w 6343"/>
                  <a:gd name="connsiteY2" fmla="*/ 3339 h 6345"/>
                  <a:gd name="connsiteX3" fmla="*/ 5670 w 6343"/>
                  <a:gd name="connsiteY3" fmla="*/ 1096 h 6345"/>
                  <a:gd name="connsiteX4" fmla="*/ 3427 w 6343"/>
                  <a:gd name="connsiteY4" fmla="*/ 166 h 6345"/>
                  <a:gd name="connsiteX5" fmla="*/ 1185 w 6343"/>
                  <a:gd name="connsiteY5" fmla="*/ 1096 h 6345"/>
                  <a:gd name="connsiteX6" fmla="*/ 256 w 6343"/>
                  <a:gd name="connsiteY6" fmla="*/ 3339 h 6345"/>
                  <a:gd name="connsiteX7" fmla="*/ 1185 w 6343"/>
                  <a:gd name="connsiteY7" fmla="*/ 5582 h 6345"/>
                  <a:gd name="connsiteX8" fmla="*/ 3427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12"/>
                    </a:moveTo>
                    <a:cubicBezTo>
                      <a:pt x="4269" y="6512"/>
                      <a:pt x="5075" y="6177"/>
                      <a:pt x="5670" y="5582"/>
                    </a:cubicBezTo>
                    <a:cubicBezTo>
                      <a:pt x="6265" y="4987"/>
                      <a:pt x="6599" y="4180"/>
                      <a:pt x="6599" y="3339"/>
                    </a:cubicBezTo>
                    <a:cubicBezTo>
                      <a:pt x="6599" y="2498"/>
                      <a:pt x="6265" y="1691"/>
                      <a:pt x="5670" y="1096"/>
                    </a:cubicBezTo>
                    <a:cubicBezTo>
                      <a:pt x="5075" y="501"/>
                      <a:pt x="4269" y="166"/>
                      <a:pt x="3427" y="166"/>
                    </a:cubicBezTo>
                    <a:cubicBezTo>
                      <a:pt x="2586" y="166"/>
                      <a:pt x="1780" y="501"/>
                      <a:pt x="1185" y="1096"/>
                    </a:cubicBezTo>
                    <a:cubicBezTo>
                      <a:pt x="590" y="1691"/>
                      <a:pt x="256" y="2498"/>
                      <a:pt x="256" y="3339"/>
                    </a:cubicBezTo>
                    <a:cubicBezTo>
                      <a:pt x="256" y="4180"/>
                      <a:pt x="590" y="4987"/>
                      <a:pt x="1185" y="5582"/>
                    </a:cubicBezTo>
                    <a:cubicBezTo>
                      <a:pt x="1780" y="6177"/>
                      <a:pt x="2586" y="6512"/>
                      <a:pt x="3427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88" name="Freeform: Shape 13187">
                <a:extLst>
                  <a:ext uri="{FF2B5EF4-FFF2-40B4-BE49-F238E27FC236}">
                    <a16:creationId xmlns:a16="http://schemas.microsoft.com/office/drawing/2014/main" id="{55C7709A-D53F-009B-FE99-C84F4B9EA446}"/>
                  </a:ext>
                </a:extLst>
              </p:cNvPr>
              <p:cNvSpPr/>
              <p:nvPr/>
            </p:nvSpPr>
            <p:spPr>
              <a:xfrm>
                <a:off x="9650760" y="5587031"/>
                <a:ext cx="6343" cy="6345"/>
              </a:xfrm>
              <a:custGeom>
                <a:avLst/>
                <a:gdLst>
                  <a:gd name="connsiteX0" fmla="*/ 3427 w 6343"/>
                  <a:gd name="connsiteY0" fmla="*/ 6511 h 6345"/>
                  <a:gd name="connsiteX1" fmla="*/ 5670 w 6343"/>
                  <a:gd name="connsiteY1" fmla="*/ 5582 h 6345"/>
                  <a:gd name="connsiteX2" fmla="*/ 6599 w 6343"/>
                  <a:gd name="connsiteY2" fmla="*/ 3339 h 6345"/>
                  <a:gd name="connsiteX3" fmla="*/ 5670 w 6343"/>
                  <a:gd name="connsiteY3" fmla="*/ 1095 h 6345"/>
                  <a:gd name="connsiteX4" fmla="*/ 3427 w 6343"/>
                  <a:gd name="connsiteY4" fmla="*/ 166 h 6345"/>
                  <a:gd name="connsiteX5" fmla="*/ 1184 w 6343"/>
                  <a:gd name="connsiteY5" fmla="*/ 1095 h 6345"/>
                  <a:gd name="connsiteX6" fmla="*/ 256 w 6343"/>
                  <a:gd name="connsiteY6" fmla="*/ 3339 h 6345"/>
                  <a:gd name="connsiteX7" fmla="*/ 1184 w 6343"/>
                  <a:gd name="connsiteY7" fmla="*/ 5582 h 6345"/>
                  <a:gd name="connsiteX8" fmla="*/ 3427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11"/>
                    </a:moveTo>
                    <a:cubicBezTo>
                      <a:pt x="4268" y="6511"/>
                      <a:pt x="5075" y="6177"/>
                      <a:pt x="5670" y="5582"/>
                    </a:cubicBezTo>
                    <a:cubicBezTo>
                      <a:pt x="6264" y="4987"/>
                      <a:pt x="6599" y="4180"/>
                      <a:pt x="6599" y="3339"/>
                    </a:cubicBezTo>
                    <a:cubicBezTo>
                      <a:pt x="6599" y="2497"/>
                      <a:pt x="6264" y="1690"/>
                      <a:pt x="5670" y="1095"/>
                    </a:cubicBezTo>
                    <a:cubicBezTo>
                      <a:pt x="5075" y="500"/>
                      <a:pt x="4268" y="166"/>
                      <a:pt x="3427" y="166"/>
                    </a:cubicBezTo>
                    <a:cubicBezTo>
                      <a:pt x="2586" y="166"/>
                      <a:pt x="1779" y="500"/>
                      <a:pt x="1184" y="1095"/>
                    </a:cubicBezTo>
                    <a:cubicBezTo>
                      <a:pt x="590" y="1690"/>
                      <a:pt x="256" y="2497"/>
                      <a:pt x="256" y="3339"/>
                    </a:cubicBezTo>
                    <a:cubicBezTo>
                      <a:pt x="256" y="4180"/>
                      <a:pt x="590" y="4987"/>
                      <a:pt x="1184" y="5582"/>
                    </a:cubicBezTo>
                    <a:cubicBezTo>
                      <a:pt x="1779" y="6177"/>
                      <a:pt x="2586" y="6511"/>
                      <a:pt x="3427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89" name="Freeform: Shape 13188">
                <a:extLst>
                  <a:ext uri="{FF2B5EF4-FFF2-40B4-BE49-F238E27FC236}">
                    <a16:creationId xmlns:a16="http://schemas.microsoft.com/office/drawing/2014/main" id="{CD8F2E27-38D2-7222-CF33-92677DF30B27}"/>
                  </a:ext>
                </a:extLst>
              </p:cNvPr>
              <p:cNvSpPr/>
              <p:nvPr/>
            </p:nvSpPr>
            <p:spPr>
              <a:xfrm>
                <a:off x="9610105" y="5538732"/>
                <a:ext cx="6343" cy="6345"/>
              </a:xfrm>
              <a:custGeom>
                <a:avLst/>
                <a:gdLst>
                  <a:gd name="connsiteX0" fmla="*/ 3424 w 6343"/>
                  <a:gd name="connsiteY0" fmla="*/ 6508 h 6345"/>
                  <a:gd name="connsiteX1" fmla="*/ 5667 w 6343"/>
                  <a:gd name="connsiteY1" fmla="*/ 5578 h 6345"/>
                  <a:gd name="connsiteX2" fmla="*/ 6595 w 6343"/>
                  <a:gd name="connsiteY2" fmla="*/ 3335 h 6345"/>
                  <a:gd name="connsiteX3" fmla="*/ 5667 w 6343"/>
                  <a:gd name="connsiteY3" fmla="*/ 1092 h 6345"/>
                  <a:gd name="connsiteX4" fmla="*/ 3424 w 6343"/>
                  <a:gd name="connsiteY4" fmla="*/ 162 h 6345"/>
                  <a:gd name="connsiteX5" fmla="*/ 1181 w 6343"/>
                  <a:gd name="connsiteY5" fmla="*/ 1092 h 6345"/>
                  <a:gd name="connsiteX6" fmla="*/ 252 w 6343"/>
                  <a:gd name="connsiteY6" fmla="*/ 3335 h 6345"/>
                  <a:gd name="connsiteX7" fmla="*/ 1181 w 6343"/>
                  <a:gd name="connsiteY7" fmla="*/ 5578 h 6345"/>
                  <a:gd name="connsiteX8" fmla="*/ 342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8"/>
                    </a:moveTo>
                    <a:cubicBezTo>
                      <a:pt x="4265" y="6508"/>
                      <a:pt x="5072" y="6173"/>
                      <a:pt x="5667" y="5578"/>
                    </a:cubicBezTo>
                    <a:cubicBezTo>
                      <a:pt x="6261" y="4983"/>
                      <a:pt x="6595" y="4176"/>
                      <a:pt x="6595" y="3335"/>
                    </a:cubicBezTo>
                    <a:cubicBezTo>
                      <a:pt x="6595" y="2494"/>
                      <a:pt x="6261" y="1686"/>
                      <a:pt x="5667" y="1092"/>
                    </a:cubicBezTo>
                    <a:cubicBezTo>
                      <a:pt x="5072" y="497"/>
                      <a:pt x="4265" y="162"/>
                      <a:pt x="3424" y="162"/>
                    </a:cubicBezTo>
                    <a:cubicBezTo>
                      <a:pt x="2583" y="162"/>
                      <a:pt x="1776" y="497"/>
                      <a:pt x="1181" y="1092"/>
                    </a:cubicBezTo>
                    <a:cubicBezTo>
                      <a:pt x="587" y="1686"/>
                      <a:pt x="252" y="2494"/>
                      <a:pt x="252" y="3335"/>
                    </a:cubicBezTo>
                    <a:cubicBezTo>
                      <a:pt x="252" y="4176"/>
                      <a:pt x="587" y="4983"/>
                      <a:pt x="1181" y="5578"/>
                    </a:cubicBezTo>
                    <a:cubicBezTo>
                      <a:pt x="1776" y="6173"/>
                      <a:pt x="2583" y="6508"/>
                      <a:pt x="342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90" name="Freeform: Shape 13189">
                <a:extLst>
                  <a:ext uri="{FF2B5EF4-FFF2-40B4-BE49-F238E27FC236}">
                    <a16:creationId xmlns:a16="http://schemas.microsoft.com/office/drawing/2014/main" id="{E4A903BF-63BD-B6D7-0CC9-4C6340ED19D6}"/>
                  </a:ext>
                </a:extLst>
              </p:cNvPr>
              <p:cNvSpPr/>
              <p:nvPr/>
            </p:nvSpPr>
            <p:spPr>
              <a:xfrm>
                <a:off x="9608670" y="5539848"/>
                <a:ext cx="6343" cy="6345"/>
              </a:xfrm>
              <a:custGeom>
                <a:avLst/>
                <a:gdLst>
                  <a:gd name="connsiteX0" fmla="*/ 3424 w 6343"/>
                  <a:gd name="connsiteY0" fmla="*/ 6508 h 6345"/>
                  <a:gd name="connsiteX1" fmla="*/ 5666 w 6343"/>
                  <a:gd name="connsiteY1" fmla="*/ 5579 h 6345"/>
                  <a:gd name="connsiteX2" fmla="*/ 6595 w 6343"/>
                  <a:gd name="connsiteY2" fmla="*/ 3335 h 6345"/>
                  <a:gd name="connsiteX3" fmla="*/ 5666 w 6343"/>
                  <a:gd name="connsiteY3" fmla="*/ 1092 h 6345"/>
                  <a:gd name="connsiteX4" fmla="*/ 3424 w 6343"/>
                  <a:gd name="connsiteY4" fmla="*/ 162 h 6345"/>
                  <a:gd name="connsiteX5" fmla="*/ 1181 w 6343"/>
                  <a:gd name="connsiteY5" fmla="*/ 1092 h 6345"/>
                  <a:gd name="connsiteX6" fmla="*/ 252 w 6343"/>
                  <a:gd name="connsiteY6" fmla="*/ 3335 h 6345"/>
                  <a:gd name="connsiteX7" fmla="*/ 1181 w 6343"/>
                  <a:gd name="connsiteY7" fmla="*/ 5579 h 6345"/>
                  <a:gd name="connsiteX8" fmla="*/ 342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8"/>
                    </a:moveTo>
                    <a:cubicBezTo>
                      <a:pt x="4265" y="6508"/>
                      <a:pt x="5072" y="6173"/>
                      <a:pt x="5666" y="5579"/>
                    </a:cubicBezTo>
                    <a:cubicBezTo>
                      <a:pt x="6261" y="4984"/>
                      <a:pt x="6595" y="4176"/>
                      <a:pt x="6595" y="3335"/>
                    </a:cubicBezTo>
                    <a:cubicBezTo>
                      <a:pt x="6595" y="2494"/>
                      <a:pt x="6261" y="1687"/>
                      <a:pt x="5666" y="1092"/>
                    </a:cubicBezTo>
                    <a:cubicBezTo>
                      <a:pt x="5072" y="497"/>
                      <a:pt x="4265" y="162"/>
                      <a:pt x="3424" y="162"/>
                    </a:cubicBezTo>
                    <a:cubicBezTo>
                      <a:pt x="2583" y="162"/>
                      <a:pt x="1776" y="497"/>
                      <a:pt x="1181" y="1092"/>
                    </a:cubicBezTo>
                    <a:cubicBezTo>
                      <a:pt x="586" y="1687"/>
                      <a:pt x="252" y="2494"/>
                      <a:pt x="252" y="3335"/>
                    </a:cubicBezTo>
                    <a:cubicBezTo>
                      <a:pt x="252" y="4176"/>
                      <a:pt x="586" y="4984"/>
                      <a:pt x="1181" y="5579"/>
                    </a:cubicBezTo>
                    <a:cubicBezTo>
                      <a:pt x="1776" y="6173"/>
                      <a:pt x="2583" y="6508"/>
                      <a:pt x="342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91" name="Freeform: Shape 13190">
                <a:extLst>
                  <a:ext uri="{FF2B5EF4-FFF2-40B4-BE49-F238E27FC236}">
                    <a16:creationId xmlns:a16="http://schemas.microsoft.com/office/drawing/2014/main" id="{C3F9478A-E92F-443F-3E08-5D8FCC8275D8}"/>
                  </a:ext>
                </a:extLst>
              </p:cNvPr>
              <p:cNvSpPr/>
              <p:nvPr/>
            </p:nvSpPr>
            <p:spPr>
              <a:xfrm>
                <a:off x="9607030" y="5543981"/>
                <a:ext cx="6343" cy="6345"/>
              </a:xfrm>
              <a:custGeom>
                <a:avLst/>
                <a:gdLst>
                  <a:gd name="connsiteX0" fmla="*/ 3424 w 6343"/>
                  <a:gd name="connsiteY0" fmla="*/ 6508 h 6345"/>
                  <a:gd name="connsiteX1" fmla="*/ 5666 w 6343"/>
                  <a:gd name="connsiteY1" fmla="*/ 5579 h 6345"/>
                  <a:gd name="connsiteX2" fmla="*/ 6595 w 6343"/>
                  <a:gd name="connsiteY2" fmla="*/ 3335 h 6345"/>
                  <a:gd name="connsiteX3" fmla="*/ 5666 w 6343"/>
                  <a:gd name="connsiteY3" fmla="*/ 1092 h 6345"/>
                  <a:gd name="connsiteX4" fmla="*/ 3424 w 6343"/>
                  <a:gd name="connsiteY4" fmla="*/ 163 h 6345"/>
                  <a:gd name="connsiteX5" fmla="*/ 1181 w 6343"/>
                  <a:gd name="connsiteY5" fmla="*/ 1092 h 6345"/>
                  <a:gd name="connsiteX6" fmla="*/ 252 w 6343"/>
                  <a:gd name="connsiteY6" fmla="*/ 3335 h 6345"/>
                  <a:gd name="connsiteX7" fmla="*/ 1181 w 6343"/>
                  <a:gd name="connsiteY7" fmla="*/ 5579 h 6345"/>
                  <a:gd name="connsiteX8" fmla="*/ 342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8"/>
                    </a:moveTo>
                    <a:cubicBezTo>
                      <a:pt x="4265" y="6508"/>
                      <a:pt x="5072" y="6174"/>
                      <a:pt x="5666" y="5579"/>
                    </a:cubicBezTo>
                    <a:cubicBezTo>
                      <a:pt x="6261" y="4984"/>
                      <a:pt x="6595" y="4177"/>
                      <a:pt x="6595" y="3335"/>
                    </a:cubicBezTo>
                    <a:cubicBezTo>
                      <a:pt x="6595" y="2494"/>
                      <a:pt x="6261" y="1687"/>
                      <a:pt x="5666" y="1092"/>
                    </a:cubicBezTo>
                    <a:cubicBezTo>
                      <a:pt x="5072" y="497"/>
                      <a:pt x="4265" y="163"/>
                      <a:pt x="3424" y="163"/>
                    </a:cubicBezTo>
                    <a:cubicBezTo>
                      <a:pt x="2583" y="163"/>
                      <a:pt x="1776" y="497"/>
                      <a:pt x="1181" y="1092"/>
                    </a:cubicBezTo>
                    <a:cubicBezTo>
                      <a:pt x="586" y="1687"/>
                      <a:pt x="252" y="2494"/>
                      <a:pt x="252" y="3335"/>
                    </a:cubicBezTo>
                    <a:cubicBezTo>
                      <a:pt x="252" y="4177"/>
                      <a:pt x="586" y="4984"/>
                      <a:pt x="1181" y="5579"/>
                    </a:cubicBezTo>
                    <a:cubicBezTo>
                      <a:pt x="1776" y="6174"/>
                      <a:pt x="2583" y="6508"/>
                      <a:pt x="342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92" name="Freeform: Shape 13191">
                <a:extLst>
                  <a:ext uri="{FF2B5EF4-FFF2-40B4-BE49-F238E27FC236}">
                    <a16:creationId xmlns:a16="http://schemas.microsoft.com/office/drawing/2014/main" id="{0AF6187F-9ECA-77B6-CA28-AE930E5772C3}"/>
                  </a:ext>
                </a:extLst>
              </p:cNvPr>
              <p:cNvSpPr/>
              <p:nvPr/>
            </p:nvSpPr>
            <p:spPr>
              <a:xfrm>
                <a:off x="9605695" y="5545288"/>
                <a:ext cx="6343" cy="6345"/>
              </a:xfrm>
              <a:custGeom>
                <a:avLst/>
                <a:gdLst>
                  <a:gd name="connsiteX0" fmla="*/ 3424 w 6343"/>
                  <a:gd name="connsiteY0" fmla="*/ 6508 h 6345"/>
                  <a:gd name="connsiteX1" fmla="*/ 5666 w 6343"/>
                  <a:gd name="connsiteY1" fmla="*/ 5579 h 6345"/>
                  <a:gd name="connsiteX2" fmla="*/ 6595 w 6343"/>
                  <a:gd name="connsiteY2" fmla="*/ 3335 h 6345"/>
                  <a:gd name="connsiteX3" fmla="*/ 5666 w 6343"/>
                  <a:gd name="connsiteY3" fmla="*/ 1092 h 6345"/>
                  <a:gd name="connsiteX4" fmla="*/ 3424 w 6343"/>
                  <a:gd name="connsiteY4" fmla="*/ 163 h 6345"/>
                  <a:gd name="connsiteX5" fmla="*/ 1181 w 6343"/>
                  <a:gd name="connsiteY5" fmla="*/ 1092 h 6345"/>
                  <a:gd name="connsiteX6" fmla="*/ 252 w 6343"/>
                  <a:gd name="connsiteY6" fmla="*/ 3335 h 6345"/>
                  <a:gd name="connsiteX7" fmla="*/ 1181 w 6343"/>
                  <a:gd name="connsiteY7" fmla="*/ 5579 h 6345"/>
                  <a:gd name="connsiteX8" fmla="*/ 342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8"/>
                    </a:moveTo>
                    <a:cubicBezTo>
                      <a:pt x="4265" y="6508"/>
                      <a:pt x="5071" y="6174"/>
                      <a:pt x="5666" y="5579"/>
                    </a:cubicBezTo>
                    <a:cubicBezTo>
                      <a:pt x="6261" y="4984"/>
                      <a:pt x="6595" y="4177"/>
                      <a:pt x="6595" y="3335"/>
                    </a:cubicBezTo>
                    <a:cubicBezTo>
                      <a:pt x="6595" y="2494"/>
                      <a:pt x="6261" y="1687"/>
                      <a:pt x="5666" y="1092"/>
                    </a:cubicBezTo>
                    <a:cubicBezTo>
                      <a:pt x="5071" y="497"/>
                      <a:pt x="4265" y="163"/>
                      <a:pt x="3424" y="163"/>
                    </a:cubicBezTo>
                    <a:cubicBezTo>
                      <a:pt x="2582" y="163"/>
                      <a:pt x="1776" y="497"/>
                      <a:pt x="1181" y="1092"/>
                    </a:cubicBezTo>
                    <a:cubicBezTo>
                      <a:pt x="586" y="1687"/>
                      <a:pt x="252" y="2494"/>
                      <a:pt x="252" y="3335"/>
                    </a:cubicBezTo>
                    <a:cubicBezTo>
                      <a:pt x="252" y="4177"/>
                      <a:pt x="586" y="4984"/>
                      <a:pt x="1181" y="5579"/>
                    </a:cubicBezTo>
                    <a:cubicBezTo>
                      <a:pt x="1776" y="6174"/>
                      <a:pt x="2582" y="6508"/>
                      <a:pt x="342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93" name="Freeform: Shape 13192">
                <a:extLst>
                  <a:ext uri="{FF2B5EF4-FFF2-40B4-BE49-F238E27FC236}">
                    <a16:creationId xmlns:a16="http://schemas.microsoft.com/office/drawing/2014/main" id="{1A5DB2F5-1639-36B5-06DB-DD0EA454AAE4}"/>
                  </a:ext>
                </a:extLst>
              </p:cNvPr>
              <p:cNvSpPr/>
              <p:nvPr/>
            </p:nvSpPr>
            <p:spPr>
              <a:xfrm>
                <a:off x="9605479" y="5548373"/>
                <a:ext cx="6343" cy="6345"/>
              </a:xfrm>
              <a:custGeom>
                <a:avLst/>
                <a:gdLst>
                  <a:gd name="connsiteX0" fmla="*/ 3424 w 6343"/>
                  <a:gd name="connsiteY0" fmla="*/ 6508 h 6345"/>
                  <a:gd name="connsiteX1" fmla="*/ 5666 w 6343"/>
                  <a:gd name="connsiteY1" fmla="*/ 5579 h 6345"/>
                  <a:gd name="connsiteX2" fmla="*/ 6595 w 6343"/>
                  <a:gd name="connsiteY2" fmla="*/ 3336 h 6345"/>
                  <a:gd name="connsiteX3" fmla="*/ 5666 w 6343"/>
                  <a:gd name="connsiteY3" fmla="*/ 1092 h 6345"/>
                  <a:gd name="connsiteX4" fmla="*/ 3424 w 6343"/>
                  <a:gd name="connsiteY4" fmla="*/ 163 h 6345"/>
                  <a:gd name="connsiteX5" fmla="*/ 1181 w 6343"/>
                  <a:gd name="connsiteY5" fmla="*/ 1092 h 6345"/>
                  <a:gd name="connsiteX6" fmla="*/ 252 w 6343"/>
                  <a:gd name="connsiteY6" fmla="*/ 3336 h 6345"/>
                  <a:gd name="connsiteX7" fmla="*/ 1181 w 6343"/>
                  <a:gd name="connsiteY7" fmla="*/ 5579 h 6345"/>
                  <a:gd name="connsiteX8" fmla="*/ 342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8"/>
                    </a:moveTo>
                    <a:cubicBezTo>
                      <a:pt x="4265" y="6508"/>
                      <a:pt x="5071" y="6174"/>
                      <a:pt x="5666" y="5579"/>
                    </a:cubicBezTo>
                    <a:cubicBezTo>
                      <a:pt x="6261" y="4984"/>
                      <a:pt x="6595" y="4177"/>
                      <a:pt x="6595" y="3336"/>
                    </a:cubicBezTo>
                    <a:cubicBezTo>
                      <a:pt x="6595" y="2494"/>
                      <a:pt x="6261" y="1687"/>
                      <a:pt x="5666" y="1092"/>
                    </a:cubicBezTo>
                    <a:cubicBezTo>
                      <a:pt x="5071" y="497"/>
                      <a:pt x="4265" y="163"/>
                      <a:pt x="3424" y="163"/>
                    </a:cubicBezTo>
                    <a:cubicBezTo>
                      <a:pt x="2582" y="163"/>
                      <a:pt x="1776" y="497"/>
                      <a:pt x="1181" y="1092"/>
                    </a:cubicBezTo>
                    <a:cubicBezTo>
                      <a:pt x="586" y="1687"/>
                      <a:pt x="252" y="2494"/>
                      <a:pt x="252" y="3336"/>
                    </a:cubicBezTo>
                    <a:cubicBezTo>
                      <a:pt x="252" y="4177"/>
                      <a:pt x="586" y="4984"/>
                      <a:pt x="1181" y="5579"/>
                    </a:cubicBezTo>
                    <a:cubicBezTo>
                      <a:pt x="1776" y="6174"/>
                      <a:pt x="2582" y="6508"/>
                      <a:pt x="342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94" name="Freeform: Shape 13193">
                <a:extLst>
                  <a:ext uri="{FF2B5EF4-FFF2-40B4-BE49-F238E27FC236}">
                    <a16:creationId xmlns:a16="http://schemas.microsoft.com/office/drawing/2014/main" id="{0C4DF9F0-69F0-70DD-53B5-23BF1758AAE8}"/>
                  </a:ext>
                </a:extLst>
              </p:cNvPr>
              <p:cNvSpPr/>
              <p:nvPr/>
            </p:nvSpPr>
            <p:spPr>
              <a:xfrm>
                <a:off x="9622638" y="5583276"/>
                <a:ext cx="6343" cy="6345"/>
              </a:xfrm>
              <a:custGeom>
                <a:avLst/>
                <a:gdLst>
                  <a:gd name="connsiteX0" fmla="*/ 3425 w 6343"/>
                  <a:gd name="connsiteY0" fmla="*/ 6511 h 6345"/>
                  <a:gd name="connsiteX1" fmla="*/ 5668 w 6343"/>
                  <a:gd name="connsiteY1" fmla="*/ 5582 h 6345"/>
                  <a:gd name="connsiteX2" fmla="*/ 6596 w 6343"/>
                  <a:gd name="connsiteY2" fmla="*/ 3338 h 6345"/>
                  <a:gd name="connsiteX3" fmla="*/ 5668 w 6343"/>
                  <a:gd name="connsiteY3" fmla="*/ 1095 h 6345"/>
                  <a:gd name="connsiteX4" fmla="*/ 3425 w 6343"/>
                  <a:gd name="connsiteY4" fmla="*/ 166 h 6345"/>
                  <a:gd name="connsiteX5" fmla="*/ 1182 w 6343"/>
                  <a:gd name="connsiteY5" fmla="*/ 1095 h 6345"/>
                  <a:gd name="connsiteX6" fmla="*/ 253 w 6343"/>
                  <a:gd name="connsiteY6" fmla="*/ 3338 h 6345"/>
                  <a:gd name="connsiteX7" fmla="*/ 1182 w 6343"/>
                  <a:gd name="connsiteY7" fmla="*/ 5582 h 6345"/>
                  <a:gd name="connsiteX8" fmla="*/ 3425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11"/>
                    </a:moveTo>
                    <a:cubicBezTo>
                      <a:pt x="4266" y="6511"/>
                      <a:pt x="5073" y="6177"/>
                      <a:pt x="5668" y="5582"/>
                    </a:cubicBezTo>
                    <a:cubicBezTo>
                      <a:pt x="6262" y="4987"/>
                      <a:pt x="6596" y="4180"/>
                      <a:pt x="6596" y="3338"/>
                    </a:cubicBezTo>
                    <a:cubicBezTo>
                      <a:pt x="6596" y="2497"/>
                      <a:pt x="6262" y="1690"/>
                      <a:pt x="5668" y="1095"/>
                    </a:cubicBezTo>
                    <a:cubicBezTo>
                      <a:pt x="5073" y="500"/>
                      <a:pt x="4266" y="166"/>
                      <a:pt x="3425" y="166"/>
                    </a:cubicBezTo>
                    <a:cubicBezTo>
                      <a:pt x="2584" y="166"/>
                      <a:pt x="1777" y="500"/>
                      <a:pt x="1182" y="1095"/>
                    </a:cubicBezTo>
                    <a:cubicBezTo>
                      <a:pt x="587" y="1690"/>
                      <a:pt x="253" y="2497"/>
                      <a:pt x="253" y="3338"/>
                    </a:cubicBezTo>
                    <a:cubicBezTo>
                      <a:pt x="253" y="4180"/>
                      <a:pt x="587" y="4987"/>
                      <a:pt x="1182" y="5582"/>
                    </a:cubicBezTo>
                    <a:cubicBezTo>
                      <a:pt x="1777" y="6177"/>
                      <a:pt x="2584" y="6511"/>
                      <a:pt x="3425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95" name="Freeform: Shape 13194">
                <a:extLst>
                  <a:ext uri="{FF2B5EF4-FFF2-40B4-BE49-F238E27FC236}">
                    <a16:creationId xmlns:a16="http://schemas.microsoft.com/office/drawing/2014/main" id="{8E7B6D47-D905-79D8-FB85-5AF34A9F2A3E}"/>
                  </a:ext>
                </a:extLst>
              </p:cNvPr>
              <p:cNvSpPr/>
              <p:nvPr/>
            </p:nvSpPr>
            <p:spPr>
              <a:xfrm>
                <a:off x="9620763" y="5584205"/>
                <a:ext cx="6343" cy="6345"/>
              </a:xfrm>
              <a:custGeom>
                <a:avLst/>
                <a:gdLst>
                  <a:gd name="connsiteX0" fmla="*/ 3425 w 6343"/>
                  <a:gd name="connsiteY0" fmla="*/ 6511 h 6345"/>
                  <a:gd name="connsiteX1" fmla="*/ 5667 w 6343"/>
                  <a:gd name="connsiteY1" fmla="*/ 5582 h 6345"/>
                  <a:gd name="connsiteX2" fmla="*/ 6596 w 6343"/>
                  <a:gd name="connsiteY2" fmla="*/ 3339 h 6345"/>
                  <a:gd name="connsiteX3" fmla="*/ 5667 w 6343"/>
                  <a:gd name="connsiteY3" fmla="*/ 1095 h 6345"/>
                  <a:gd name="connsiteX4" fmla="*/ 3425 w 6343"/>
                  <a:gd name="connsiteY4" fmla="*/ 166 h 6345"/>
                  <a:gd name="connsiteX5" fmla="*/ 1182 w 6343"/>
                  <a:gd name="connsiteY5" fmla="*/ 1095 h 6345"/>
                  <a:gd name="connsiteX6" fmla="*/ 253 w 6343"/>
                  <a:gd name="connsiteY6" fmla="*/ 3339 h 6345"/>
                  <a:gd name="connsiteX7" fmla="*/ 1182 w 6343"/>
                  <a:gd name="connsiteY7" fmla="*/ 5582 h 6345"/>
                  <a:gd name="connsiteX8" fmla="*/ 3425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11"/>
                    </a:moveTo>
                    <a:cubicBezTo>
                      <a:pt x="4266" y="6511"/>
                      <a:pt x="5073" y="6177"/>
                      <a:pt x="5667" y="5582"/>
                    </a:cubicBezTo>
                    <a:cubicBezTo>
                      <a:pt x="6262" y="4987"/>
                      <a:pt x="6596" y="4180"/>
                      <a:pt x="6596" y="3339"/>
                    </a:cubicBezTo>
                    <a:cubicBezTo>
                      <a:pt x="6596" y="2497"/>
                      <a:pt x="6262" y="1690"/>
                      <a:pt x="5667" y="1095"/>
                    </a:cubicBezTo>
                    <a:cubicBezTo>
                      <a:pt x="5073" y="500"/>
                      <a:pt x="4266" y="166"/>
                      <a:pt x="3425" y="166"/>
                    </a:cubicBezTo>
                    <a:cubicBezTo>
                      <a:pt x="2584" y="166"/>
                      <a:pt x="1777" y="500"/>
                      <a:pt x="1182" y="1095"/>
                    </a:cubicBezTo>
                    <a:cubicBezTo>
                      <a:pt x="587" y="1690"/>
                      <a:pt x="253" y="2497"/>
                      <a:pt x="253" y="3339"/>
                    </a:cubicBezTo>
                    <a:cubicBezTo>
                      <a:pt x="253" y="4180"/>
                      <a:pt x="587" y="4987"/>
                      <a:pt x="1182" y="5582"/>
                    </a:cubicBezTo>
                    <a:cubicBezTo>
                      <a:pt x="1777" y="6177"/>
                      <a:pt x="2584" y="6511"/>
                      <a:pt x="3425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96" name="Freeform: Shape 13195">
                <a:extLst>
                  <a:ext uri="{FF2B5EF4-FFF2-40B4-BE49-F238E27FC236}">
                    <a16:creationId xmlns:a16="http://schemas.microsoft.com/office/drawing/2014/main" id="{6C35D648-5929-45FE-669C-BCF0DF1F34BA}"/>
                  </a:ext>
                </a:extLst>
              </p:cNvPr>
              <p:cNvSpPr/>
              <p:nvPr/>
            </p:nvSpPr>
            <p:spPr>
              <a:xfrm>
                <a:off x="9594913" y="5545112"/>
                <a:ext cx="6343" cy="6345"/>
              </a:xfrm>
              <a:custGeom>
                <a:avLst/>
                <a:gdLst>
                  <a:gd name="connsiteX0" fmla="*/ 3423 w 6343"/>
                  <a:gd name="connsiteY0" fmla="*/ 6508 h 6345"/>
                  <a:gd name="connsiteX1" fmla="*/ 5665 w 6343"/>
                  <a:gd name="connsiteY1" fmla="*/ 5579 h 6345"/>
                  <a:gd name="connsiteX2" fmla="*/ 6594 w 6343"/>
                  <a:gd name="connsiteY2" fmla="*/ 3335 h 6345"/>
                  <a:gd name="connsiteX3" fmla="*/ 5665 w 6343"/>
                  <a:gd name="connsiteY3" fmla="*/ 1092 h 6345"/>
                  <a:gd name="connsiteX4" fmla="*/ 3423 w 6343"/>
                  <a:gd name="connsiteY4" fmla="*/ 163 h 6345"/>
                  <a:gd name="connsiteX5" fmla="*/ 1180 w 6343"/>
                  <a:gd name="connsiteY5" fmla="*/ 1092 h 6345"/>
                  <a:gd name="connsiteX6" fmla="*/ 251 w 6343"/>
                  <a:gd name="connsiteY6" fmla="*/ 3335 h 6345"/>
                  <a:gd name="connsiteX7" fmla="*/ 1180 w 6343"/>
                  <a:gd name="connsiteY7" fmla="*/ 5579 h 6345"/>
                  <a:gd name="connsiteX8" fmla="*/ 342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8"/>
                    </a:moveTo>
                    <a:cubicBezTo>
                      <a:pt x="4264" y="6508"/>
                      <a:pt x="5071" y="6174"/>
                      <a:pt x="5665" y="5579"/>
                    </a:cubicBezTo>
                    <a:cubicBezTo>
                      <a:pt x="6260" y="4984"/>
                      <a:pt x="6594" y="4177"/>
                      <a:pt x="6594" y="3335"/>
                    </a:cubicBezTo>
                    <a:cubicBezTo>
                      <a:pt x="6594" y="2494"/>
                      <a:pt x="6260" y="1687"/>
                      <a:pt x="5665" y="1092"/>
                    </a:cubicBezTo>
                    <a:cubicBezTo>
                      <a:pt x="5071" y="497"/>
                      <a:pt x="4264" y="163"/>
                      <a:pt x="3423" y="163"/>
                    </a:cubicBezTo>
                    <a:cubicBezTo>
                      <a:pt x="2582" y="163"/>
                      <a:pt x="1775" y="497"/>
                      <a:pt x="1180" y="1092"/>
                    </a:cubicBezTo>
                    <a:cubicBezTo>
                      <a:pt x="585" y="1687"/>
                      <a:pt x="251" y="2494"/>
                      <a:pt x="251" y="3335"/>
                    </a:cubicBezTo>
                    <a:cubicBezTo>
                      <a:pt x="251" y="4177"/>
                      <a:pt x="585" y="4984"/>
                      <a:pt x="1180" y="5579"/>
                    </a:cubicBezTo>
                    <a:cubicBezTo>
                      <a:pt x="1775" y="6174"/>
                      <a:pt x="2582" y="6508"/>
                      <a:pt x="342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97" name="Freeform: Shape 13196">
                <a:extLst>
                  <a:ext uri="{FF2B5EF4-FFF2-40B4-BE49-F238E27FC236}">
                    <a16:creationId xmlns:a16="http://schemas.microsoft.com/office/drawing/2014/main" id="{720F4B14-613B-E373-E757-D2D9855A694A}"/>
                  </a:ext>
                </a:extLst>
              </p:cNvPr>
              <p:cNvSpPr/>
              <p:nvPr/>
            </p:nvSpPr>
            <p:spPr>
              <a:xfrm>
                <a:off x="9592738" y="5544962"/>
                <a:ext cx="6343" cy="6345"/>
              </a:xfrm>
              <a:custGeom>
                <a:avLst/>
                <a:gdLst>
                  <a:gd name="connsiteX0" fmla="*/ 3423 w 6343"/>
                  <a:gd name="connsiteY0" fmla="*/ 6508 h 6345"/>
                  <a:gd name="connsiteX1" fmla="*/ 5665 w 6343"/>
                  <a:gd name="connsiteY1" fmla="*/ 5579 h 6345"/>
                  <a:gd name="connsiteX2" fmla="*/ 6594 w 6343"/>
                  <a:gd name="connsiteY2" fmla="*/ 3335 h 6345"/>
                  <a:gd name="connsiteX3" fmla="*/ 5665 w 6343"/>
                  <a:gd name="connsiteY3" fmla="*/ 1092 h 6345"/>
                  <a:gd name="connsiteX4" fmla="*/ 3423 w 6343"/>
                  <a:gd name="connsiteY4" fmla="*/ 163 h 6345"/>
                  <a:gd name="connsiteX5" fmla="*/ 1180 w 6343"/>
                  <a:gd name="connsiteY5" fmla="*/ 1092 h 6345"/>
                  <a:gd name="connsiteX6" fmla="*/ 251 w 6343"/>
                  <a:gd name="connsiteY6" fmla="*/ 3335 h 6345"/>
                  <a:gd name="connsiteX7" fmla="*/ 1180 w 6343"/>
                  <a:gd name="connsiteY7" fmla="*/ 5579 h 6345"/>
                  <a:gd name="connsiteX8" fmla="*/ 342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8"/>
                    </a:moveTo>
                    <a:cubicBezTo>
                      <a:pt x="4264" y="6508"/>
                      <a:pt x="5070" y="6174"/>
                      <a:pt x="5665" y="5579"/>
                    </a:cubicBezTo>
                    <a:cubicBezTo>
                      <a:pt x="6260" y="4984"/>
                      <a:pt x="6594" y="4177"/>
                      <a:pt x="6594" y="3335"/>
                    </a:cubicBezTo>
                    <a:cubicBezTo>
                      <a:pt x="6594" y="2494"/>
                      <a:pt x="6260" y="1687"/>
                      <a:pt x="5665" y="1092"/>
                    </a:cubicBezTo>
                    <a:cubicBezTo>
                      <a:pt x="5070" y="497"/>
                      <a:pt x="4264" y="163"/>
                      <a:pt x="3423" y="163"/>
                    </a:cubicBezTo>
                    <a:cubicBezTo>
                      <a:pt x="2581" y="163"/>
                      <a:pt x="1775" y="497"/>
                      <a:pt x="1180" y="1092"/>
                    </a:cubicBezTo>
                    <a:cubicBezTo>
                      <a:pt x="585" y="1687"/>
                      <a:pt x="251" y="2494"/>
                      <a:pt x="251" y="3335"/>
                    </a:cubicBezTo>
                    <a:cubicBezTo>
                      <a:pt x="251" y="4177"/>
                      <a:pt x="585" y="4984"/>
                      <a:pt x="1180" y="5579"/>
                    </a:cubicBezTo>
                    <a:cubicBezTo>
                      <a:pt x="1775" y="6174"/>
                      <a:pt x="2581" y="6508"/>
                      <a:pt x="342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98" name="Freeform: Shape 13197">
                <a:extLst>
                  <a:ext uri="{FF2B5EF4-FFF2-40B4-BE49-F238E27FC236}">
                    <a16:creationId xmlns:a16="http://schemas.microsoft.com/office/drawing/2014/main" id="{1234511A-99DC-E350-D476-7CF1EA91A48E}"/>
                  </a:ext>
                </a:extLst>
              </p:cNvPr>
              <p:cNvSpPr/>
              <p:nvPr/>
            </p:nvSpPr>
            <p:spPr>
              <a:xfrm>
                <a:off x="9608578" y="5575705"/>
                <a:ext cx="6343" cy="6345"/>
              </a:xfrm>
              <a:custGeom>
                <a:avLst/>
                <a:gdLst>
                  <a:gd name="connsiteX0" fmla="*/ 3424 w 6343"/>
                  <a:gd name="connsiteY0" fmla="*/ 6511 h 6345"/>
                  <a:gd name="connsiteX1" fmla="*/ 5666 w 6343"/>
                  <a:gd name="connsiteY1" fmla="*/ 5581 h 6345"/>
                  <a:gd name="connsiteX2" fmla="*/ 6595 w 6343"/>
                  <a:gd name="connsiteY2" fmla="*/ 3338 h 6345"/>
                  <a:gd name="connsiteX3" fmla="*/ 5666 w 6343"/>
                  <a:gd name="connsiteY3" fmla="*/ 1094 h 6345"/>
                  <a:gd name="connsiteX4" fmla="*/ 3424 w 6343"/>
                  <a:gd name="connsiteY4" fmla="*/ 165 h 6345"/>
                  <a:gd name="connsiteX5" fmla="*/ 1181 w 6343"/>
                  <a:gd name="connsiteY5" fmla="*/ 1094 h 6345"/>
                  <a:gd name="connsiteX6" fmla="*/ 252 w 6343"/>
                  <a:gd name="connsiteY6" fmla="*/ 3338 h 6345"/>
                  <a:gd name="connsiteX7" fmla="*/ 1181 w 6343"/>
                  <a:gd name="connsiteY7" fmla="*/ 5581 h 6345"/>
                  <a:gd name="connsiteX8" fmla="*/ 3424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11"/>
                    </a:moveTo>
                    <a:cubicBezTo>
                      <a:pt x="4265" y="6511"/>
                      <a:pt x="5072" y="6176"/>
                      <a:pt x="5666" y="5581"/>
                    </a:cubicBezTo>
                    <a:cubicBezTo>
                      <a:pt x="6261" y="4986"/>
                      <a:pt x="6595" y="4179"/>
                      <a:pt x="6595" y="3338"/>
                    </a:cubicBezTo>
                    <a:cubicBezTo>
                      <a:pt x="6595" y="2496"/>
                      <a:pt x="6261" y="1689"/>
                      <a:pt x="5666" y="1094"/>
                    </a:cubicBezTo>
                    <a:cubicBezTo>
                      <a:pt x="5072" y="499"/>
                      <a:pt x="4265" y="165"/>
                      <a:pt x="3424" y="165"/>
                    </a:cubicBezTo>
                    <a:cubicBezTo>
                      <a:pt x="2583" y="165"/>
                      <a:pt x="1776" y="499"/>
                      <a:pt x="1181" y="1094"/>
                    </a:cubicBezTo>
                    <a:cubicBezTo>
                      <a:pt x="586" y="1689"/>
                      <a:pt x="252" y="2496"/>
                      <a:pt x="252" y="3338"/>
                    </a:cubicBezTo>
                    <a:cubicBezTo>
                      <a:pt x="252" y="4179"/>
                      <a:pt x="586" y="4986"/>
                      <a:pt x="1181" y="5581"/>
                    </a:cubicBezTo>
                    <a:cubicBezTo>
                      <a:pt x="1776" y="6176"/>
                      <a:pt x="2583" y="6511"/>
                      <a:pt x="3424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199" name="Freeform: Shape 13198">
                <a:extLst>
                  <a:ext uri="{FF2B5EF4-FFF2-40B4-BE49-F238E27FC236}">
                    <a16:creationId xmlns:a16="http://schemas.microsoft.com/office/drawing/2014/main" id="{0EB4B7AE-AD19-7780-E087-E7391F8BF9CF}"/>
                  </a:ext>
                </a:extLst>
              </p:cNvPr>
              <p:cNvSpPr/>
              <p:nvPr/>
            </p:nvSpPr>
            <p:spPr>
              <a:xfrm>
                <a:off x="9586802" y="5541810"/>
                <a:ext cx="6343" cy="6345"/>
              </a:xfrm>
              <a:custGeom>
                <a:avLst/>
                <a:gdLst>
                  <a:gd name="connsiteX0" fmla="*/ 3422 w 6343"/>
                  <a:gd name="connsiteY0" fmla="*/ 6508 h 6345"/>
                  <a:gd name="connsiteX1" fmla="*/ 5665 w 6343"/>
                  <a:gd name="connsiteY1" fmla="*/ 5579 h 6345"/>
                  <a:gd name="connsiteX2" fmla="*/ 6594 w 6343"/>
                  <a:gd name="connsiteY2" fmla="*/ 3335 h 6345"/>
                  <a:gd name="connsiteX3" fmla="*/ 5665 w 6343"/>
                  <a:gd name="connsiteY3" fmla="*/ 1092 h 6345"/>
                  <a:gd name="connsiteX4" fmla="*/ 3422 w 6343"/>
                  <a:gd name="connsiteY4" fmla="*/ 163 h 6345"/>
                  <a:gd name="connsiteX5" fmla="*/ 1179 w 6343"/>
                  <a:gd name="connsiteY5" fmla="*/ 1092 h 6345"/>
                  <a:gd name="connsiteX6" fmla="*/ 250 w 6343"/>
                  <a:gd name="connsiteY6" fmla="*/ 3335 h 6345"/>
                  <a:gd name="connsiteX7" fmla="*/ 1179 w 6343"/>
                  <a:gd name="connsiteY7" fmla="*/ 5579 h 6345"/>
                  <a:gd name="connsiteX8" fmla="*/ 342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8"/>
                    </a:moveTo>
                    <a:cubicBezTo>
                      <a:pt x="4263" y="6508"/>
                      <a:pt x="5070" y="6174"/>
                      <a:pt x="5665" y="5579"/>
                    </a:cubicBezTo>
                    <a:cubicBezTo>
                      <a:pt x="6259" y="4984"/>
                      <a:pt x="6594" y="4177"/>
                      <a:pt x="6594" y="3335"/>
                    </a:cubicBezTo>
                    <a:cubicBezTo>
                      <a:pt x="6594" y="2494"/>
                      <a:pt x="6259" y="1687"/>
                      <a:pt x="5665" y="1092"/>
                    </a:cubicBezTo>
                    <a:cubicBezTo>
                      <a:pt x="5070" y="497"/>
                      <a:pt x="4263" y="163"/>
                      <a:pt x="3422" y="163"/>
                    </a:cubicBezTo>
                    <a:cubicBezTo>
                      <a:pt x="2581" y="163"/>
                      <a:pt x="1774" y="497"/>
                      <a:pt x="1179" y="1092"/>
                    </a:cubicBezTo>
                    <a:cubicBezTo>
                      <a:pt x="585" y="1687"/>
                      <a:pt x="250" y="2494"/>
                      <a:pt x="250" y="3335"/>
                    </a:cubicBezTo>
                    <a:cubicBezTo>
                      <a:pt x="250" y="4177"/>
                      <a:pt x="585" y="4984"/>
                      <a:pt x="1179" y="5579"/>
                    </a:cubicBezTo>
                    <a:cubicBezTo>
                      <a:pt x="1774" y="6174"/>
                      <a:pt x="2581" y="6508"/>
                      <a:pt x="342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00" name="Freeform: Shape 13199">
                <a:extLst>
                  <a:ext uri="{FF2B5EF4-FFF2-40B4-BE49-F238E27FC236}">
                    <a16:creationId xmlns:a16="http://schemas.microsoft.com/office/drawing/2014/main" id="{865B3113-1835-AFAB-C8D0-A204FDFAFE54}"/>
                  </a:ext>
                </a:extLst>
              </p:cNvPr>
              <p:cNvSpPr/>
              <p:nvPr/>
            </p:nvSpPr>
            <p:spPr>
              <a:xfrm>
                <a:off x="9576447" y="5537424"/>
                <a:ext cx="6343" cy="6345"/>
              </a:xfrm>
              <a:custGeom>
                <a:avLst/>
                <a:gdLst>
                  <a:gd name="connsiteX0" fmla="*/ 3421 w 6343"/>
                  <a:gd name="connsiteY0" fmla="*/ 6508 h 6345"/>
                  <a:gd name="connsiteX1" fmla="*/ 5664 w 6343"/>
                  <a:gd name="connsiteY1" fmla="*/ 5578 h 6345"/>
                  <a:gd name="connsiteX2" fmla="*/ 6593 w 6343"/>
                  <a:gd name="connsiteY2" fmla="*/ 3335 h 6345"/>
                  <a:gd name="connsiteX3" fmla="*/ 5664 w 6343"/>
                  <a:gd name="connsiteY3" fmla="*/ 1091 h 6345"/>
                  <a:gd name="connsiteX4" fmla="*/ 3421 w 6343"/>
                  <a:gd name="connsiteY4" fmla="*/ 162 h 6345"/>
                  <a:gd name="connsiteX5" fmla="*/ 1179 w 6343"/>
                  <a:gd name="connsiteY5" fmla="*/ 1091 h 6345"/>
                  <a:gd name="connsiteX6" fmla="*/ 250 w 6343"/>
                  <a:gd name="connsiteY6" fmla="*/ 3335 h 6345"/>
                  <a:gd name="connsiteX7" fmla="*/ 1179 w 6343"/>
                  <a:gd name="connsiteY7" fmla="*/ 5578 h 6345"/>
                  <a:gd name="connsiteX8" fmla="*/ 342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8"/>
                    </a:moveTo>
                    <a:cubicBezTo>
                      <a:pt x="4262" y="6508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5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2" y="162"/>
                      <a:pt x="3421" y="162"/>
                    </a:cubicBezTo>
                    <a:cubicBezTo>
                      <a:pt x="2580" y="162"/>
                      <a:pt x="1773" y="496"/>
                      <a:pt x="1179" y="1091"/>
                    </a:cubicBezTo>
                    <a:cubicBezTo>
                      <a:pt x="584" y="1686"/>
                      <a:pt x="250" y="2493"/>
                      <a:pt x="250" y="3335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3" y="6173"/>
                      <a:pt x="2580" y="6508"/>
                      <a:pt x="342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01" name="Freeform: Shape 13200">
                <a:extLst>
                  <a:ext uri="{FF2B5EF4-FFF2-40B4-BE49-F238E27FC236}">
                    <a16:creationId xmlns:a16="http://schemas.microsoft.com/office/drawing/2014/main" id="{27BCB28E-D637-D066-B6D2-3C53424F419B}"/>
                  </a:ext>
                </a:extLst>
              </p:cNvPr>
              <p:cNvSpPr/>
              <p:nvPr/>
            </p:nvSpPr>
            <p:spPr>
              <a:xfrm>
                <a:off x="9613028" y="5609497"/>
                <a:ext cx="6343" cy="6345"/>
              </a:xfrm>
              <a:custGeom>
                <a:avLst/>
                <a:gdLst>
                  <a:gd name="connsiteX0" fmla="*/ 3424 w 6343"/>
                  <a:gd name="connsiteY0" fmla="*/ 6513 h 6345"/>
                  <a:gd name="connsiteX1" fmla="*/ 5667 w 6343"/>
                  <a:gd name="connsiteY1" fmla="*/ 5584 h 6345"/>
                  <a:gd name="connsiteX2" fmla="*/ 6596 w 6343"/>
                  <a:gd name="connsiteY2" fmla="*/ 3341 h 6345"/>
                  <a:gd name="connsiteX3" fmla="*/ 5667 w 6343"/>
                  <a:gd name="connsiteY3" fmla="*/ 1097 h 6345"/>
                  <a:gd name="connsiteX4" fmla="*/ 3424 w 6343"/>
                  <a:gd name="connsiteY4" fmla="*/ 168 h 6345"/>
                  <a:gd name="connsiteX5" fmla="*/ 1181 w 6343"/>
                  <a:gd name="connsiteY5" fmla="*/ 1097 h 6345"/>
                  <a:gd name="connsiteX6" fmla="*/ 253 w 6343"/>
                  <a:gd name="connsiteY6" fmla="*/ 3341 h 6345"/>
                  <a:gd name="connsiteX7" fmla="*/ 1181 w 6343"/>
                  <a:gd name="connsiteY7" fmla="*/ 5584 h 6345"/>
                  <a:gd name="connsiteX8" fmla="*/ 3424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13"/>
                    </a:moveTo>
                    <a:cubicBezTo>
                      <a:pt x="4265" y="6513"/>
                      <a:pt x="5072" y="6179"/>
                      <a:pt x="5667" y="5584"/>
                    </a:cubicBezTo>
                    <a:cubicBezTo>
                      <a:pt x="6261" y="4989"/>
                      <a:pt x="6596" y="4182"/>
                      <a:pt x="6596" y="3341"/>
                    </a:cubicBezTo>
                    <a:cubicBezTo>
                      <a:pt x="6596" y="2499"/>
                      <a:pt x="6261" y="1692"/>
                      <a:pt x="5667" y="1097"/>
                    </a:cubicBezTo>
                    <a:cubicBezTo>
                      <a:pt x="5072" y="502"/>
                      <a:pt x="4265" y="168"/>
                      <a:pt x="3424" y="168"/>
                    </a:cubicBezTo>
                    <a:cubicBezTo>
                      <a:pt x="2583" y="168"/>
                      <a:pt x="1776" y="502"/>
                      <a:pt x="1181" y="1097"/>
                    </a:cubicBezTo>
                    <a:cubicBezTo>
                      <a:pt x="587" y="1692"/>
                      <a:pt x="253" y="2499"/>
                      <a:pt x="253" y="3341"/>
                    </a:cubicBezTo>
                    <a:cubicBezTo>
                      <a:pt x="253" y="4182"/>
                      <a:pt x="587" y="4989"/>
                      <a:pt x="1181" y="5584"/>
                    </a:cubicBezTo>
                    <a:cubicBezTo>
                      <a:pt x="1776" y="6179"/>
                      <a:pt x="2583" y="6513"/>
                      <a:pt x="3424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02" name="Freeform: Shape 13201">
                <a:extLst>
                  <a:ext uri="{FF2B5EF4-FFF2-40B4-BE49-F238E27FC236}">
                    <a16:creationId xmlns:a16="http://schemas.microsoft.com/office/drawing/2014/main" id="{2E0DA991-52DF-799A-044C-4B839822BAE3}"/>
                  </a:ext>
                </a:extLst>
              </p:cNvPr>
              <p:cNvSpPr/>
              <p:nvPr/>
            </p:nvSpPr>
            <p:spPr>
              <a:xfrm>
                <a:off x="9612768" y="5613714"/>
                <a:ext cx="6343" cy="6345"/>
              </a:xfrm>
              <a:custGeom>
                <a:avLst/>
                <a:gdLst>
                  <a:gd name="connsiteX0" fmla="*/ 3424 w 6343"/>
                  <a:gd name="connsiteY0" fmla="*/ 6514 h 6345"/>
                  <a:gd name="connsiteX1" fmla="*/ 5667 w 6343"/>
                  <a:gd name="connsiteY1" fmla="*/ 5584 h 6345"/>
                  <a:gd name="connsiteX2" fmla="*/ 6596 w 6343"/>
                  <a:gd name="connsiteY2" fmla="*/ 3341 h 6345"/>
                  <a:gd name="connsiteX3" fmla="*/ 5667 w 6343"/>
                  <a:gd name="connsiteY3" fmla="*/ 1097 h 6345"/>
                  <a:gd name="connsiteX4" fmla="*/ 3424 w 6343"/>
                  <a:gd name="connsiteY4" fmla="*/ 168 h 6345"/>
                  <a:gd name="connsiteX5" fmla="*/ 1181 w 6343"/>
                  <a:gd name="connsiteY5" fmla="*/ 1097 h 6345"/>
                  <a:gd name="connsiteX6" fmla="*/ 253 w 6343"/>
                  <a:gd name="connsiteY6" fmla="*/ 3341 h 6345"/>
                  <a:gd name="connsiteX7" fmla="*/ 1181 w 6343"/>
                  <a:gd name="connsiteY7" fmla="*/ 5584 h 6345"/>
                  <a:gd name="connsiteX8" fmla="*/ 3424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14"/>
                    </a:moveTo>
                    <a:cubicBezTo>
                      <a:pt x="4265" y="6514"/>
                      <a:pt x="5072" y="6179"/>
                      <a:pt x="5667" y="5584"/>
                    </a:cubicBezTo>
                    <a:cubicBezTo>
                      <a:pt x="6261" y="4989"/>
                      <a:pt x="6596" y="4182"/>
                      <a:pt x="6596" y="3341"/>
                    </a:cubicBezTo>
                    <a:cubicBezTo>
                      <a:pt x="6596" y="2499"/>
                      <a:pt x="6261" y="1692"/>
                      <a:pt x="5667" y="1097"/>
                    </a:cubicBezTo>
                    <a:cubicBezTo>
                      <a:pt x="5072" y="502"/>
                      <a:pt x="4265" y="168"/>
                      <a:pt x="3424" y="168"/>
                    </a:cubicBezTo>
                    <a:cubicBezTo>
                      <a:pt x="2583" y="168"/>
                      <a:pt x="1776" y="502"/>
                      <a:pt x="1181" y="1097"/>
                    </a:cubicBezTo>
                    <a:cubicBezTo>
                      <a:pt x="587" y="1692"/>
                      <a:pt x="253" y="2499"/>
                      <a:pt x="253" y="3341"/>
                    </a:cubicBezTo>
                    <a:cubicBezTo>
                      <a:pt x="253" y="4182"/>
                      <a:pt x="587" y="4989"/>
                      <a:pt x="1181" y="5584"/>
                    </a:cubicBezTo>
                    <a:cubicBezTo>
                      <a:pt x="1776" y="6179"/>
                      <a:pt x="2583" y="6514"/>
                      <a:pt x="3424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03" name="Freeform: Shape 13202">
                <a:extLst>
                  <a:ext uri="{FF2B5EF4-FFF2-40B4-BE49-F238E27FC236}">
                    <a16:creationId xmlns:a16="http://schemas.microsoft.com/office/drawing/2014/main" id="{9D42AEB2-03C8-0DDA-9A92-19AE1F5260B5}"/>
                  </a:ext>
                </a:extLst>
              </p:cNvPr>
              <p:cNvSpPr/>
              <p:nvPr/>
            </p:nvSpPr>
            <p:spPr>
              <a:xfrm>
                <a:off x="9612834" y="5618656"/>
                <a:ext cx="6343" cy="6345"/>
              </a:xfrm>
              <a:custGeom>
                <a:avLst/>
                <a:gdLst>
                  <a:gd name="connsiteX0" fmla="*/ 3424 w 6343"/>
                  <a:gd name="connsiteY0" fmla="*/ 6514 h 6345"/>
                  <a:gd name="connsiteX1" fmla="*/ 5667 w 6343"/>
                  <a:gd name="connsiteY1" fmla="*/ 5585 h 6345"/>
                  <a:gd name="connsiteX2" fmla="*/ 6596 w 6343"/>
                  <a:gd name="connsiteY2" fmla="*/ 3341 h 6345"/>
                  <a:gd name="connsiteX3" fmla="*/ 5667 w 6343"/>
                  <a:gd name="connsiteY3" fmla="*/ 1098 h 6345"/>
                  <a:gd name="connsiteX4" fmla="*/ 3424 w 6343"/>
                  <a:gd name="connsiteY4" fmla="*/ 169 h 6345"/>
                  <a:gd name="connsiteX5" fmla="*/ 1181 w 6343"/>
                  <a:gd name="connsiteY5" fmla="*/ 1098 h 6345"/>
                  <a:gd name="connsiteX6" fmla="*/ 253 w 6343"/>
                  <a:gd name="connsiteY6" fmla="*/ 3341 h 6345"/>
                  <a:gd name="connsiteX7" fmla="*/ 1181 w 6343"/>
                  <a:gd name="connsiteY7" fmla="*/ 5585 h 6345"/>
                  <a:gd name="connsiteX8" fmla="*/ 3424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14"/>
                    </a:moveTo>
                    <a:cubicBezTo>
                      <a:pt x="4265" y="6514"/>
                      <a:pt x="5072" y="6180"/>
                      <a:pt x="5667" y="5585"/>
                    </a:cubicBezTo>
                    <a:cubicBezTo>
                      <a:pt x="6261" y="4990"/>
                      <a:pt x="6596" y="4183"/>
                      <a:pt x="6596" y="3341"/>
                    </a:cubicBezTo>
                    <a:cubicBezTo>
                      <a:pt x="6596" y="2500"/>
                      <a:pt x="6261" y="1693"/>
                      <a:pt x="5667" y="1098"/>
                    </a:cubicBezTo>
                    <a:cubicBezTo>
                      <a:pt x="5072" y="503"/>
                      <a:pt x="4265" y="169"/>
                      <a:pt x="3424" y="169"/>
                    </a:cubicBezTo>
                    <a:cubicBezTo>
                      <a:pt x="2583" y="169"/>
                      <a:pt x="1776" y="503"/>
                      <a:pt x="1181" y="1098"/>
                    </a:cubicBezTo>
                    <a:cubicBezTo>
                      <a:pt x="587" y="1693"/>
                      <a:pt x="253" y="2500"/>
                      <a:pt x="253" y="3341"/>
                    </a:cubicBezTo>
                    <a:cubicBezTo>
                      <a:pt x="253" y="4183"/>
                      <a:pt x="587" y="4990"/>
                      <a:pt x="1181" y="5585"/>
                    </a:cubicBezTo>
                    <a:cubicBezTo>
                      <a:pt x="1776" y="6180"/>
                      <a:pt x="2583" y="6514"/>
                      <a:pt x="3424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04" name="Freeform: Shape 13203">
                <a:extLst>
                  <a:ext uri="{FF2B5EF4-FFF2-40B4-BE49-F238E27FC236}">
                    <a16:creationId xmlns:a16="http://schemas.microsoft.com/office/drawing/2014/main" id="{6D66B480-95E3-90DB-FDBC-60637D53910C}"/>
                  </a:ext>
                </a:extLst>
              </p:cNvPr>
              <p:cNvSpPr/>
              <p:nvPr/>
            </p:nvSpPr>
            <p:spPr>
              <a:xfrm>
                <a:off x="9611686" y="5626359"/>
                <a:ext cx="6343" cy="6345"/>
              </a:xfrm>
              <a:custGeom>
                <a:avLst/>
                <a:gdLst>
                  <a:gd name="connsiteX0" fmla="*/ 3424 w 6343"/>
                  <a:gd name="connsiteY0" fmla="*/ 6515 h 6345"/>
                  <a:gd name="connsiteX1" fmla="*/ 5667 w 6343"/>
                  <a:gd name="connsiteY1" fmla="*/ 5585 h 6345"/>
                  <a:gd name="connsiteX2" fmla="*/ 6596 w 6343"/>
                  <a:gd name="connsiteY2" fmla="*/ 3342 h 6345"/>
                  <a:gd name="connsiteX3" fmla="*/ 5667 w 6343"/>
                  <a:gd name="connsiteY3" fmla="*/ 1098 h 6345"/>
                  <a:gd name="connsiteX4" fmla="*/ 3424 w 6343"/>
                  <a:gd name="connsiteY4" fmla="*/ 169 h 6345"/>
                  <a:gd name="connsiteX5" fmla="*/ 1181 w 6343"/>
                  <a:gd name="connsiteY5" fmla="*/ 1098 h 6345"/>
                  <a:gd name="connsiteX6" fmla="*/ 252 w 6343"/>
                  <a:gd name="connsiteY6" fmla="*/ 3342 h 6345"/>
                  <a:gd name="connsiteX7" fmla="*/ 1181 w 6343"/>
                  <a:gd name="connsiteY7" fmla="*/ 5585 h 6345"/>
                  <a:gd name="connsiteX8" fmla="*/ 3424 w 6343"/>
                  <a:gd name="connsiteY8" fmla="*/ 651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15"/>
                    </a:moveTo>
                    <a:cubicBezTo>
                      <a:pt x="4265" y="6515"/>
                      <a:pt x="5072" y="6180"/>
                      <a:pt x="5667" y="5585"/>
                    </a:cubicBezTo>
                    <a:cubicBezTo>
                      <a:pt x="6261" y="4990"/>
                      <a:pt x="6596" y="4183"/>
                      <a:pt x="6596" y="3342"/>
                    </a:cubicBezTo>
                    <a:cubicBezTo>
                      <a:pt x="6596" y="2500"/>
                      <a:pt x="6261" y="1693"/>
                      <a:pt x="5667" y="1098"/>
                    </a:cubicBezTo>
                    <a:cubicBezTo>
                      <a:pt x="5072" y="503"/>
                      <a:pt x="4265" y="169"/>
                      <a:pt x="3424" y="169"/>
                    </a:cubicBezTo>
                    <a:cubicBezTo>
                      <a:pt x="2583" y="169"/>
                      <a:pt x="1776" y="503"/>
                      <a:pt x="1181" y="1098"/>
                    </a:cubicBezTo>
                    <a:cubicBezTo>
                      <a:pt x="587" y="1693"/>
                      <a:pt x="252" y="2500"/>
                      <a:pt x="252" y="3342"/>
                    </a:cubicBezTo>
                    <a:cubicBezTo>
                      <a:pt x="252" y="4183"/>
                      <a:pt x="587" y="4990"/>
                      <a:pt x="1181" y="5585"/>
                    </a:cubicBezTo>
                    <a:cubicBezTo>
                      <a:pt x="1776" y="6180"/>
                      <a:pt x="2583" y="6515"/>
                      <a:pt x="3424" y="6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05" name="Freeform: Shape 13204">
                <a:extLst>
                  <a:ext uri="{FF2B5EF4-FFF2-40B4-BE49-F238E27FC236}">
                    <a16:creationId xmlns:a16="http://schemas.microsoft.com/office/drawing/2014/main" id="{62A4F227-DFCD-ED12-6D0D-7E09A8CF15B1}"/>
                  </a:ext>
                </a:extLst>
              </p:cNvPr>
              <p:cNvSpPr/>
              <p:nvPr/>
            </p:nvSpPr>
            <p:spPr>
              <a:xfrm>
                <a:off x="9570186" y="5547743"/>
                <a:ext cx="6343" cy="6345"/>
              </a:xfrm>
              <a:custGeom>
                <a:avLst/>
                <a:gdLst>
                  <a:gd name="connsiteX0" fmla="*/ 3421 w 6343"/>
                  <a:gd name="connsiteY0" fmla="*/ 6508 h 6345"/>
                  <a:gd name="connsiteX1" fmla="*/ 5663 w 6343"/>
                  <a:gd name="connsiteY1" fmla="*/ 5579 h 6345"/>
                  <a:gd name="connsiteX2" fmla="*/ 6592 w 6343"/>
                  <a:gd name="connsiteY2" fmla="*/ 3336 h 6345"/>
                  <a:gd name="connsiteX3" fmla="*/ 5663 w 6343"/>
                  <a:gd name="connsiteY3" fmla="*/ 1092 h 6345"/>
                  <a:gd name="connsiteX4" fmla="*/ 3421 w 6343"/>
                  <a:gd name="connsiteY4" fmla="*/ 163 h 6345"/>
                  <a:gd name="connsiteX5" fmla="*/ 1178 w 6343"/>
                  <a:gd name="connsiteY5" fmla="*/ 1092 h 6345"/>
                  <a:gd name="connsiteX6" fmla="*/ 249 w 6343"/>
                  <a:gd name="connsiteY6" fmla="*/ 3336 h 6345"/>
                  <a:gd name="connsiteX7" fmla="*/ 1178 w 6343"/>
                  <a:gd name="connsiteY7" fmla="*/ 5579 h 6345"/>
                  <a:gd name="connsiteX8" fmla="*/ 342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8"/>
                    </a:moveTo>
                    <a:cubicBezTo>
                      <a:pt x="4262" y="6508"/>
                      <a:pt x="5069" y="6174"/>
                      <a:pt x="5663" y="5579"/>
                    </a:cubicBezTo>
                    <a:cubicBezTo>
                      <a:pt x="6258" y="4984"/>
                      <a:pt x="6592" y="4177"/>
                      <a:pt x="6592" y="3336"/>
                    </a:cubicBezTo>
                    <a:cubicBezTo>
                      <a:pt x="6592" y="2494"/>
                      <a:pt x="6258" y="1687"/>
                      <a:pt x="5663" y="1092"/>
                    </a:cubicBezTo>
                    <a:cubicBezTo>
                      <a:pt x="5069" y="497"/>
                      <a:pt x="4262" y="163"/>
                      <a:pt x="3421" y="163"/>
                    </a:cubicBezTo>
                    <a:cubicBezTo>
                      <a:pt x="2580" y="163"/>
                      <a:pt x="1773" y="497"/>
                      <a:pt x="1178" y="1092"/>
                    </a:cubicBezTo>
                    <a:cubicBezTo>
                      <a:pt x="583" y="1687"/>
                      <a:pt x="249" y="2494"/>
                      <a:pt x="249" y="3336"/>
                    </a:cubicBezTo>
                    <a:cubicBezTo>
                      <a:pt x="249" y="4177"/>
                      <a:pt x="583" y="4984"/>
                      <a:pt x="1178" y="5579"/>
                    </a:cubicBezTo>
                    <a:cubicBezTo>
                      <a:pt x="1773" y="6174"/>
                      <a:pt x="2580" y="6508"/>
                      <a:pt x="342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06" name="Freeform: Shape 13205">
                <a:extLst>
                  <a:ext uri="{FF2B5EF4-FFF2-40B4-BE49-F238E27FC236}">
                    <a16:creationId xmlns:a16="http://schemas.microsoft.com/office/drawing/2014/main" id="{32ECC7CD-A899-AE8A-84C9-9494645F7374}"/>
                  </a:ext>
                </a:extLst>
              </p:cNvPr>
              <p:cNvSpPr/>
              <p:nvPr/>
            </p:nvSpPr>
            <p:spPr>
              <a:xfrm>
                <a:off x="9571813" y="5555041"/>
                <a:ext cx="6343" cy="6345"/>
              </a:xfrm>
              <a:custGeom>
                <a:avLst/>
                <a:gdLst>
                  <a:gd name="connsiteX0" fmla="*/ 3421 w 6343"/>
                  <a:gd name="connsiteY0" fmla="*/ 6509 h 6345"/>
                  <a:gd name="connsiteX1" fmla="*/ 5663 w 6343"/>
                  <a:gd name="connsiteY1" fmla="*/ 5580 h 6345"/>
                  <a:gd name="connsiteX2" fmla="*/ 6592 w 6343"/>
                  <a:gd name="connsiteY2" fmla="*/ 3336 h 6345"/>
                  <a:gd name="connsiteX3" fmla="*/ 5663 w 6343"/>
                  <a:gd name="connsiteY3" fmla="*/ 1093 h 6345"/>
                  <a:gd name="connsiteX4" fmla="*/ 3421 w 6343"/>
                  <a:gd name="connsiteY4" fmla="*/ 164 h 6345"/>
                  <a:gd name="connsiteX5" fmla="*/ 1178 w 6343"/>
                  <a:gd name="connsiteY5" fmla="*/ 1093 h 6345"/>
                  <a:gd name="connsiteX6" fmla="*/ 249 w 6343"/>
                  <a:gd name="connsiteY6" fmla="*/ 3336 h 6345"/>
                  <a:gd name="connsiteX7" fmla="*/ 1178 w 6343"/>
                  <a:gd name="connsiteY7" fmla="*/ 5580 h 6345"/>
                  <a:gd name="connsiteX8" fmla="*/ 342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9"/>
                    </a:moveTo>
                    <a:cubicBezTo>
                      <a:pt x="4262" y="6509"/>
                      <a:pt x="5069" y="6175"/>
                      <a:pt x="5663" y="5580"/>
                    </a:cubicBezTo>
                    <a:cubicBezTo>
                      <a:pt x="6258" y="4985"/>
                      <a:pt x="6592" y="4178"/>
                      <a:pt x="6592" y="3336"/>
                    </a:cubicBezTo>
                    <a:cubicBezTo>
                      <a:pt x="6592" y="2495"/>
                      <a:pt x="6258" y="1688"/>
                      <a:pt x="5663" y="1093"/>
                    </a:cubicBezTo>
                    <a:cubicBezTo>
                      <a:pt x="5069" y="498"/>
                      <a:pt x="4262" y="164"/>
                      <a:pt x="3421" y="164"/>
                    </a:cubicBezTo>
                    <a:cubicBezTo>
                      <a:pt x="2580" y="164"/>
                      <a:pt x="1773" y="498"/>
                      <a:pt x="1178" y="1093"/>
                    </a:cubicBezTo>
                    <a:cubicBezTo>
                      <a:pt x="583" y="1688"/>
                      <a:pt x="249" y="2495"/>
                      <a:pt x="249" y="3336"/>
                    </a:cubicBezTo>
                    <a:cubicBezTo>
                      <a:pt x="249" y="4178"/>
                      <a:pt x="583" y="4985"/>
                      <a:pt x="1178" y="5580"/>
                    </a:cubicBezTo>
                    <a:cubicBezTo>
                      <a:pt x="1773" y="6175"/>
                      <a:pt x="2580" y="6509"/>
                      <a:pt x="342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07" name="Freeform: Shape 13206">
                <a:extLst>
                  <a:ext uri="{FF2B5EF4-FFF2-40B4-BE49-F238E27FC236}">
                    <a16:creationId xmlns:a16="http://schemas.microsoft.com/office/drawing/2014/main" id="{F9C690EE-999E-FAEB-E015-B27BA5C3B029}"/>
                  </a:ext>
                </a:extLst>
              </p:cNvPr>
              <p:cNvSpPr/>
              <p:nvPr/>
            </p:nvSpPr>
            <p:spPr>
              <a:xfrm>
                <a:off x="9563107" y="5544963"/>
                <a:ext cx="6343" cy="6345"/>
              </a:xfrm>
              <a:custGeom>
                <a:avLst/>
                <a:gdLst>
                  <a:gd name="connsiteX0" fmla="*/ 3420 w 6343"/>
                  <a:gd name="connsiteY0" fmla="*/ 6508 h 6345"/>
                  <a:gd name="connsiteX1" fmla="*/ 5663 w 6343"/>
                  <a:gd name="connsiteY1" fmla="*/ 5579 h 6345"/>
                  <a:gd name="connsiteX2" fmla="*/ 6592 w 6343"/>
                  <a:gd name="connsiteY2" fmla="*/ 3335 h 6345"/>
                  <a:gd name="connsiteX3" fmla="*/ 5663 w 6343"/>
                  <a:gd name="connsiteY3" fmla="*/ 1092 h 6345"/>
                  <a:gd name="connsiteX4" fmla="*/ 3420 w 6343"/>
                  <a:gd name="connsiteY4" fmla="*/ 163 h 6345"/>
                  <a:gd name="connsiteX5" fmla="*/ 1178 w 6343"/>
                  <a:gd name="connsiteY5" fmla="*/ 1092 h 6345"/>
                  <a:gd name="connsiteX6" fmla="*/ 249 w 6343"/>
                  <a:gd name="connsiteY6" fmla="*/ 3335 h 6345"/>
                  <a:gd name="connsiteX7" fmla="*/ 1178 w 6343"/>
                  <a:gd name="connsiteY7" fmla="*/ 5579 h 6345"/>
                  <a:gd name="connsiteX8" fmla="*/ 342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8"/>
                    </a:moveTo>
                    <a:cubicBezTo>
                      <a:pt x="4261" y="6508"/>
                      <a:pt x="5068" y="6174"/>
                      <a:pt x="5663" y="5579"/>
                    </a:cubicBezTo>
                    <a:cubicBezTo>
                      <a:pt x="6258" y="4984"/>
                      <a:pt x="6592" y="4177"/>
                      <a:pt x="6592" y="3335"/>
                    </a:cubicBezTo>
                    <a:cubicBezTo>
                      <a:pt x="6592" y="2494"/>
                      <a:pt x="6258" y="1687"/>
                      <a:pt x="5663" y="1092"/>
                    </a:cubicBezTo>
                    <a:cubicBezTo>
                      <a:pt x="5068" y="497"/>
                      <a:pt x="4261" y="163"/>
                      <a:pt x="3420" y="163"/>
                    </a:cubicBezTo>
                    <a:cubicBezTo>
                      <a:pt x="2579" y="163"/>
                      <a:pt x="1772" y="497"/>
                      <a:pt x="1178" y="1092"/>
                    </a:cubicBezTo>
                    <a:cubicBezTo>
                      <a:pt x="583" y="1687"/>
                      <a:pt x="249" y="2494"/>
                      <a:pt x="249" y="3335"/>
                    </a:cubicBezTo>
                    <a:cubicBezTo>
                      <a:pt x="249" y="4177"/>
                      <a:pt x="583" y="4984"/>
                      <a:pt x="1178" y="5579"/>
                    </a:cubicBezTo>
                    <a:cubicBezTo>
                      <a:pt x="1772" y="6174"/>
                      <a:pt x="2579" y="6508"/>
                      <a:pt x="342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08" name="Freeform: Shape 13207">
                <a:extLst>
                  <a:ext uri="{FF2B5EF4-FFF2-40B4-BE49-F238E27FC236}">
                    <a16:creationId xmlns:a16="http://schemas.microsoft.com/office/drawing/2014/main" id="{9CBBD1FC-07CE-5F5D-A153-2D31BE1DF480}"/>
                  </a:ext>
                </a:extLst>
              </p:cNvPr>
              <p:cNvSpPr/>
              <p:nvPr/>
            </p:nvSpPr>
            <p:spPr>
              <a:xfrm>
                <a:off x="9560150" y="5542646"/>
                <a:ext cx="6343" cy="6345"/>
              </a:xfrm>
              <a:custGeom>
                <a:avLst/>
                <a:gdLst>
                  <a:gd name="connsiteX0" fmla="*/ 3420 w 6343"/>
                  <a:gd name="connsiteY0" fmla="*/ 6508 h 6345"/>
                  <a:gd name="connsiteX1" fmla="*/ 5663 w 6343"/>
                  <a:gd name="connsiteY1" fmla="*/ 5579 h 6345"/>
                  <a:gd name="connsiteX2" fmla="*/ 6592 w 6343"/>
                  <a:gd name="connsiteY2" fmla="*/ 3335 h 6345"/>
                  <a:gd name="connsiteX3" fmla="*/ 5663 w 6343"/>
                  <a:gd name="connsiteY3" fmla="*/ 1092 h 6345"/>
                  <a:gd name="connsiteX4" fmla="*/ 3420 w 6343"/>
                  <a:gd name="connsiteY4" fmla="*/ 163 h 6345"/>
                  <a:gd name="connsiteX5" fmla="*/ 1177 w 6343"/>
                  <a:gd name="connsiteY5" fmla="*/ 1092 h 6345"/>
                  <a:gd name="connsiteX6" fmla="*/ 248 w 6343"/>
                  <a:gd name="connsiteY6" fmla="*/ 3335 h 6345"/>
                  <a:gd name="connsiteX7" fmla="*/ 1177 w 6343"/>
                  <a:gd name="connsiteY7" fmla="*/ 5579 h 6345"/>
                  <a:gd name="connsiteX8" fmla="*/ 342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8"/>
                    </a:moveTo>
                    <a:cubicBezTo>
                      <a:pt x="4261" y="6508"/>
                      <a:pt x="5068" y="6174"/>
                      <a:pt x="5663" y="5579"/>
                    </a:cubicBezTo>
                    <a:cubicBezTo>
                      <a:pt x="6257" y="4984"/>
                      <a:pt x="6592" y="4177"/>
                      <a:pt x="6592" y="3335"/>
                    </a:cubicBezTo>
                    <a:cubicBezTo>
                      <a:pt x="6592" y="2494"/>
                      <a:pt x="6257" y="1687"/>
                      <a:pt x="5663" y="1092"/>
                    </a:cubicBezTo>
                    <a:cubicBezTo>
                      <a:pt x="5068" y="497"/>
                      <a:pt x="4261" y="163"/>
                      <a:pt x="3420" y="163"/>
                    </a:cubicBezTo>
                    <a:cubicBezTo>
                      <a:pt x="2579" y="163"/>
                      <a:pt x="1772" y="497"/>
                      <a:pt x="1177" y="1092"/>
                    </a:cubicBezTo>
                    <a:cubicBezTo>
                      <a:pt x="583" y="1687"/>
                      <a:pt x="248" y="2494"/>
                      <a:pt x="248" y="3335"/>
                    </a:cubicBezTo>
                    <a:cubicBezTo>
                      <a:pt x="248" y="4177"/>
                      <a:pt x="583" y="4984"/>
                      <a:pt x="1177" y="5579"/>
                    </a:cubicBezTo>
                    <a:cubicBezTo>
                      <a:pt x="1772" y="6174"/>
                      <a:pt x="2579" y="6508"/>
                      <a:pt x="342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09" name="Freeform: Shape 13208">
                <a:extLst>
                  <a:ext uri="{FF2B5EF4-FFF2-40B4-BE49-F238E27FC236}">
                    <a16:creationId xmlns:a16="http://schemas.microsoft.com/office/drawing/2014/main" id="{7FF02961-57C1-55DA-7CFE-CC2C085E28F9}"/>
                  </a:ext>
                </a:extLst>
              </p:cNvPr>
              <p:cNvSpPr/>
              <p:nvPr/>
            </p:nvSpPr>
            <p:spPr>
              <a:xfrm>
                <a:off x="9553266" y="5539569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8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19 w 6343"/>
                  <a:gd name="connsiteY4" fmla="*/ 162 h 6345"/>
                  <a:gd name="connsiteX5" fmla="*/ 1177 w 6343"/>
                  <a:gd name="connsiteY5" fmla="*/ 1092 h 6345"/>
                  <a:gd name="connsiteX6" fmla="*/ 248 w 6343"/>
                  <a:gd name="connsiteY6" fmla="*/ 3335 h 6345"/>
                  <a:gd name="connsiteX7" fmla="*/ 1177 w 6343"/>
                  <a:gd name="connsiteY7" fmla="*/ 5578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1" y="6508"/>
                      <a:pt x="5067" y="6173"/>
                      <a:pt x="5662" y="5578"/>
                    </a:cubicBezTo>
                    <a:cubicBezTo>
                      <a:pt x="6257" y="4984"/>
                      <a:pt x="6591" y="4176"/>
                      <a:pt x="6591" y="3335"/>
                    </a:cubicBezTo>
                    <a:cubicBezTo>
                      <a:pt x="6591" y="2494"/>
                      <a:pt x="6257" y="1687"/>
                      <a:pt x="5662" y="1092"/>
                    </a:cubicBezTo>
                    <a:cubicBezTo>
                      <a:pt x="5067" y="497"/>
                      <a:pt x="4261" y="162"/>
                      <a:pt x="3419" y="162"/>
                    </a:cubicBezTo>
                    <a:cubicBezTo>
                      <a:pt x="2578" y="162"/>
                      <a:pt x="1772" y="497"/>
                      <a:pt x="1177" y="1092"/>
                    </a:cubicBezTo>
                    <a:cubicBezTo>
                      <a:pt x="582" y="1687"/>
                      <a:pt x="248" y="2494"/>
                      <a:pt x="248" y="3335"/>
                    </a:cubicBezTo>
                    <a:cubicBezTo>
                      <a:pt x="248" y="4176"/>
                      <a:pt x="582" y="4984"/>
                      <a:pt x="1177" y="5578"/>
                    </a:cubicBezTo>
                    <a:cubicBezTo>
                      <a:pt x="1772" y="6173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10" name="Freeform: Shape 13209">
                <a:extLst>
                  <a:ext uri="{FF2B5EF4-FFF2-40B4-BE49-F238E27FC236}">
                    <a16:creationId xmlns:a16="http://schemas.microsoft.com/office/drawing/2014/main" id="{583F2A02-BEFF-526C-EFFC-8DFCD4E0AE26}"/>
                  </a:ext>
                </a:extLst>
              </p:cNvPr>
              <p:cNvSpPr/>
              <p:nvPr/>
            </p:nvSpPr>
            <p:spPr>
              <a:xfrm>
                <a:off x="9551832" y="5540403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9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19 w 6343"/>
                  <a:gd name="connsiteY4" fmla="*/ 162 h 6345"/>
                  <a:gd name="connsiteX5" fmla="*/ 1177 w 6343"/>
                  <a:gd name="connsiteY5" fmla="*/ 1092 h 6345"/>
                  <a:gd name="connsiteX6" fmla="*/ 248 w 6343"/>
                  <a:gd name="connsiteY6" fmla="*/ 3335 h 6345"/>
                  <a:gd name="connsiteX7" fmla="*/ 1177 w 6343"/>
                  <a:gd name="connsiteY7" fmla="*/ 5579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7" y="6174"/>
                      <a:pt x="5662" y="5579"/>
                    </a:cubicBezTo>
                    <a:cubicBezTo>
                      <a:pt x="6257" y="4984"/>
                      <a:pt x="6591" y="4177"/>
                      <a:pt x="6591" y="3335"/>
                    </a:cubicBezTo>
                    <a:cubicBezTo>
                      <a:pt x="6591" y="2494"/>
                      <a:pt x="6257" y="1687"/>
                      <a:pt x="5662" y="1092"/>
                    </a:cubicBezTo>
                    <a:cubicBezTo>
                      <a:pt x="5067" y="497"/>
                      <a:pt x="4260" y="162"/>
                      <a:pt x="3419" y="162"/>
                    </a:cubicBezTo>
                    <a:cubicBezTo>
                      <a:pt x="2578" y="162"/>
                      <a:pt x="1771" y="497"/>
                      <a:pt x="1177" y="1092"/>
                    </a:cubicBezTo>
                    <a:cubicBezTo>
                      <a:pt x="582" y="1687"/>
                      <a:pt x="248" y="2494"/>
                      <a:pt x="248" y="3335"/>
                    </a:cubicBezTo>
                    <a:cubicBezTo>
                      <a:pt x="248" y="4177"/>
                      <a:pt x="582" y="4984"/>
                      <a:pt x="1177" y="5579"/>
                    </a:cubicBezTo>
                    <a:cubicBezTo>
                      <a:pt x="1771" y="6174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11" name="Freeform: Shape 13210">
                <a:extLst>
                  <a:ext uri="{FF2B5EF4-FFF2-40B4-BE49-F238E27FC236}">
                    <a16:creationId xmlns:a16="http://schemas.microsoft.com/office/drawing/2014/main" id="{77A2C16A-2D31-8EA5-7D3D-EB2EB4BF439A}"/>
                  </a:ext>
                </a:extLst>
              </p:cNvPr>
              <p:cNvSpPr/>
              <p:nvPr/>
            </p:nvSpPr>
            <p:spPr>
              <a:xfrm>
                <a:off x="9549903" y="5540088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9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19 w 6343"/>
                  <a:gd name="connsiteY4" fmla="*/ 162 h 6345"/>
                  <a:gd name="connsiteX5" fmla="*/ 1177 w 6343"/>
                  <a:gd name="connsiteY5" fmla="*/ 1092 h 6345"/>
                  <a:gd name="connsiteX6" fmla="*/ 248 w 6343"/>
                  <a:gd name="connsiteY6" fmla="*/ 3335 h 6345"/>
                  <a:gd name="connsiteX7" fmla="*/ 1177 w 6343"/>
                  <a:gd name="connsiteY7" fmla="*/ 5579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7" y="6173"/>
                      <a:pt x="5662" y="5579"/>
                    </a:cubicBezTo>
                    <a:cubicBezTo>
                      <a:pt x="6257" y="4984"/>
                      <a:pt x="6591" y="4176"/>
                      <a:pt x="6591" y="3335"/>
                    </a:cubicBezTo>
                    <a:cubicBezTo>
                      <a:pt x="6591" y="2494"/>
                      <a:pt x="6257" y="1687"/>
                      <a:pt x="5662" y="1092"/>
                    </a:cubicBezTo>
                    <a:cubicBezTo>
                      <a:pt x="5067" y="497"/>
                      <a:pt x="4260" y="162"/>
                      <a:pt x="3419" y="162"/>
                    </a:cubicBezTo>
                    <a:cubicBezTo>
                      <a:pt x="2578" y="162"/>
                      <a:pt x="1771" y="497"/>
                      <a:pt x="1177" y="1092"/>
                    </a:cubicBezTo>
                    <a:cubicBezTo>
                      <a:pt x="582" y="1687"/>
                      <a:pt x="248" y="2494"/>
                      <a:pt x="248" y="3335"/>
                    </a:cubicBezTo>
                    <a:cubicBezTo>
                      <a:pt x="248" y="4176"/>
                      <a:pt x="582" y="4984"/>
                      <a:pt x="1177" y="5579"/>
                    </a:cubicBezTo>
                    <a:cubicBezTo>
                      <a:pt x="1771" y="6173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12" name="Freeform: Shape 13211">
                <a:extLst>
                  <a:ext uri="{FF2B5EF4-FFF2-40B4-BE49-F238E27FC236}">
                    <a16:creationId xmlns:a16="http://schemas.microsoft.com/office/drawing/2014/main" id="{20255C03-2757-95AC-48F4-FB02DEA7EB72}"/>
                  </a:ext>
                </a:extLst>
              </p:cNvPr>
              <p:cNvSpPr/>
              <p:nvPr/>
            </p:nvSpPr>
            <p:spPr>
              <a:xfrm>
                <a:off x="9563418" y="5596975"/>
                <a:ext cx="6343" cy="6345"/>
              </a:xfrm>
              <a:custGeom>
                <a:avLst/>
                <a:gdLst>
                  <a:gd name="connsiteX0" fmla="*/ 3420 w 6343"/>
                  <a:gd name="connsiteY0" fmla="*/ 6512 h 6345"/>
                  <a:gd name="connsiteX1" fmla="*/ 5663 w 6343"/>
                  <a:gd name="connsiteY1" fmla="*/ 5583 h 6345"/>
                  <a:gd name="connsiteX2" fmla="*/ 6592 w 6343"/>
                  <a:gd name="connsiteY2" fmla="*/ 3340 h 6345"/>
                  <a:gd name="connsiteX3" fmla="*/ 5663 w 6343"/>
                  <a:gd name="connsiteY3" fmla="*/ 1096 h 6345"/>
                  <a:gd name="connsiteX4" fmla="*/ 3420 w 6343"/>
                  <a:gd name="connsiteY4" fmla="*/ 167 h 6345"/>
                  <a:gd name="connsiteX5" fmla="*/ 1178 w 6343"/>
                  <a:gd name="connsiteY5" fmla="*/ 1096 h 6345"/>
                  <a:gd name="connsiteX6" fmla="*/ 249 w 6343"/>
                  <a:gd name="connsiteY6" fmla="*/ 3340 h 6345"/>
                  <a:gd name="connsiteX7" fmla="*/ 1178 w 6343"/>
                  <a:gd name="connsiteY7" fmla="*/ 5583 h 6345"/>
                  <a:gd name="connsiteX8" fmla="*/ 3420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12"/>
                    </a:moveTo>
                    <a:cubicBezTo>
                      <a:pt x="4261" y="6512"/>
                      <a:pt x="5068" y="6178"/>
                      <a:pt x="5663" y="5583"/>
                    </a:cubicBezTo>
                    <a:cubicBezTo>
                      <a:pt x="6258" y="4988"/>
                      <a:pt x="6592" y="4181"/>
                      <a:pt x="6592" y="3340"/>
                    </a:cubicBezTo>
                    <a:cubicBezTo>
                      <a:pt x="6592" y="2498"/>
                      <a:pt x="6258" y="1691"/>
                      <a:pt x="5663" y="1096"/>
                    </a:cubicBezTo>
                    <a:cubicBezTo>
                      <a:pt x="5068" y="501"/>
                      <a:pt x="4261" y="167"/>
                      <a:pt x="3420" y="167"/>
                    </a:cubicBezTo>
                    <a:cubicBezTo>
                      <a:pt x="2579" y="167"/>
                      <a:pt x="1772" y="501"/>
                      <a:pt x="1178" y="1096"/>
                    </a:cubicBezTo>
                    <a:cubicBezTo>
                      <a:pt x="583" y="1691"/>
                      <a:pt x="249" y="2498"/>
                      <a:pt x="249" y="3340"/>
                    </a:cubicBezTo>
                    <a:cubicBezTo>
                      <a:pt x="249" y="4181"/>
                      <a:pt x="583" y="4988"/>
                      <a:pt x="1178" y="5583"/>
                    </a:cubicBezTo>
                    <a:cubicBezTo>
                      <a:pt x="1772" y="6178"/>
                      <a:pt x="2579" y="6512"/>
                      <a:pt x="3420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13" name="Freeform: Shape 13212">
                <a:extLst>
                  <a:ext uri="{FF2B5EF4-FFF2-40B4-BE49-F238E27FC236}">
                    <a16:creationId xmlns:a16="http://schemas.microsoft.com/office/drawing/2014/main" id="{60B51AD9-1FD7-DE4D-95EE-78B55D118864}"/>
                  </a:ext>
                </a:extLst>
              </p:cNvPr>
              <p:cNvSpPr/>
              <p:nvPr/>
            </p:nvSpPr>
            <p:spPr>
              <a:xfrm>
                <a:off x="9562227" y="5599439"/>
                <a:ext cx="6343" cy="6345"/>
              </a:xfrm>
              <a:custGeom>
                <a:avLst/>
                <a:gdLst>
                  <a:gd name="connsiteX0" fmla="*/ 3420 w 6343"/>
                  <a:gd name="connsiteY0" fmla="*/ 6512 h 6345"/>
                  <a:gd name="connsiteX1" fmla="*/ 5663 w 6343"/>
                  <a:gd name="connsiteY1" fmla="*/ 5583 h 6345"/>
                  <a:gd name="connsiteX2" fmla="*/ 6592 w 6343"/>
                  <a:gd name="connsiteY2" fmla="*/ 3340 h 6345"/>
                  <a:gd name="connsiteX3" fmla="*/ 5663 w 6343"/>
                  <a:gd name="connsiteY3" fmla="*/ 1096 h 6345"/>
                  <a:gd name="connsiteX4" fmla="*/ 3420 w 6343"/>
                  <a:gd name="connsiteY4" fmla="*/ 167 h 6345"/>
                  <a:gd name="connsiteX5" fmla="*/ 1177 w 6343"/>
                  <a:gd name="connsiteY5" fmla="*/ 1096 h 6345"/>
                  <a:gd name="connsiteX6" fmla="*/ 249 w 6343"/>
                  <a:gd name="connsiteY6" fmla="*/ 3340 h 6345"/>
                  <a:gd name="connsiteX7" fmla="*/ 1177 w 6343"/>
                  <a:gd name="connsiteY7" fmla="*/ 5583 h 6345"/>
                  <a:gd name="connsiteX8" fmla="*/ 3420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12"/>
                    </a:moveTo>
                    <a:cubicBezTo>
                      <a:pt x="4261" y="6512"/>
                      <a:pt x="5068" y="6178"/>
                      <a:pt x="5663" y="5583"/>
                    </a:cubicBezTo>
                    <a:cubicBezTo>
                      <a:pt x="6257" y="4988"/>
                      <a:pt x="6592" y="4181"/>
                      <a:pt x="6592" y="3340"/>
                    </a:cubicBezTo>
                    <a:cubicBezTo>
                      <a:pt x="6592" y="2498"/>
                      <a:pt x="6257" y="1691"/>
                      <a:pt x="5663" y="1096"/>
                    </a:cubicBezTo>
                    <a:cubicBezTo>
                      <a:pt x="5068" y="501"/>
                      <a:pt x="4261" y="167"/>
                      <a:pt x="3420" y="167"/>
                    </a:cubicBezTo>
                    <a:cubicBezTo>
                      <a:pt x="2579" y="167"/>
                      <a:pt x="1772" y="501"/>
                      <a:pt x="1177" y="1096"/>
                    </a:cubicBezTo>
                    <a:cubicBezTo>
                      <a:pt x="583" y="1691"/>
                      <a:pt x="249" y="2498"/>
                      <a:pt x="249" y="3340"/>
                    </a:cubicBezTo>
                    <a:cubicBezTo>
                      <a:pt x="249" y="4181"/>
                      <a:pt x="583" y="4988"/>
                      <a:pt x="1177" y="5583"/>
                    </a:cubicBezTo>
                    <a:cubicBezTo>
                      <a:pt x="1772" y="6178"/>
                      <a:pt x="2579" y="6512"/>
                      <a:pt x="3420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14" name="Freeform: Shape 13213">
                <a:extLst>
                  <a:ext uri="{FF2B5EF4-FFF2-40B4-BE49-F238E27FC236}">
                    <a16:creationId xmlns:a16="http://schemas.microsoft.com/office/drawing/2014/main" id="{0F06CDE4-5194-A364-1E08-6431B080CB28}"/>
                  </a:ext>
                </a:extLst>
              </p:cNvPr>
              <p:cNvSpPr/>
              <p:nvPr/>
            </p:nvSpPr>
            <p:spPr>
              <a:xfrm>
                <a:off x="9548991" y="5597991"/>
                <a:ext cx="6343" cy="6345"/>
              </a:xfrm>
              <a:custGeom>
                <a:avLst/>
                <a:gdLst>
                  <a:gd name="connsiteX0" fmla="*/ 3419 w 6343"/>
                  <a:gd name="connsiteY0" fmla="*/ 6512 h 6345"/>
                  <a:gd name="connsiteX1" fmla="*/ 5662 w 6343"/>
                  <a:gd name="connsiteY1" fmla="*/ 5583 h 6345"/>
                  <a:gd name="connsiteX2" fmla="*/ 6591 w 6343"/>
                  <a:gd name="connsiteY2" fmla="*/ 3340 h 6345"/>
                  <a:gd name="connsiteX3" fmla="*/ 5662 w 6343"/>
                  <a:gd name="connsiteY3" fmla="*/ 1096 h 6345"/>
                  <a:gd name="connsiteX4" fmla="*/ 3419 w 6343"/>
                  <a:gd name="connsiteY4" fmla="*/ 167 h 6345"/>
                  <a:gd name="connsiteX5" fmla="*/ 1176 w 6343"/>
                  <a:gd name="connsiteY5" fmla="*/ 1096 h 6345"/>
                  <a:gd name="connsiteX6" fmla="*/ 248 w 6343"/>
                  <a:gd name="connsiteY6" fmla="*/ 3340 h 6345"/>
                  <a:gd name="connsiteX7" fmla="*/ 1176 w 6343"/>
                  <a:gd name="connsiteY7" fmla="*/ 5583 h 6345"/>
                  <a:gd name="connsiteX8" fmla="*/ 3419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12"/>
                    </a:moveTo>
                    <a:cubicBezTo>
                      <a:pt x="4260" y="6512"/>
                      <a:pt x="5067" y="6178"/>
                      <a:pt x="5662" y="5583"/>
                    </a:cubicBezTo>
                    <a:cubicBezTo>
                      <a:pt x="6256" y="4988"/>
                      <a:pt x="6591" y="4181"/>
                      <a:pt x="6591" y="3340"/>
                    </a:cubicBezTo>
                    <a:cubicBezTo>
                      <a:pt x="6591" y="2498"/>
                      <a:pt x="6256" y="1691"/>
                      <a:pt x="5662" y="1096"/>
                    </a:cubicBezTo>
                    <a:cubicBezTo>
                      <a:pt x="5067" y="501"/>
                      <a:pt x="4260" y="167"/>
                      <a:pt x="3419" y="167"/>
                    </a:cubicBezTo>
                    <a:cubicBezTo>
                      <a:pt x="2578" y="167"/>
                      <a:pt x="1771" y="501"/>
                      <a:pt x="1176" y="1096"/>
                    </a:cubicBezTo>
                    <a:cubicBezTo>
                      <a:pt x="582" y="1691"/>
                      <a:pt x="248" y="2498"/>
                      <a:pt x="248" y="3340"/>
                    </a:cubicBezTo>
                    <a:cubicBezTo>
                      <a:pt x="248" y="4181"/>
                      <a:pt x="582" y="4988"/>
                      <a:pt x="1176" y="5583"/>
                    </a:cubicBezTo>
                    <a:cubicBezTo>
                      <a:pt x="1771" y="6178"/>
                      <a:pt x="2578" y="6512"/>
                      <a:pt x="3419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15" name="Freeform: Shape 13214">
                <a:extLst>
                  <a:ext uri="{FF2B5EF4-FFF2-40B4-BE49-F238E27FC236}">
                    <a16:creationId xmlns:a16="http://schemas.microsoft.com/office/drawing/2014/main" id="{AFAD7984-7CCC-2A19-AD76-8993B311F05D}"/>
                  </a:ext>
                </a:extLst>
              </p:cNvPr>
              <p:cNvSpPr/>
              <p:nvPr/>
            </p:nvSpPr>
            <p:spPr>
              <a:xfrm>
                <a:off x="9546211" y="5595920"/>
                <a:ext cx="6343" cy="6345"/>
              </a:xfrm>
              <a:custGeom>
                <a:avLst/>
                <a:gdLst>
                  <a:gd name="connsiteX0" fmla="*/ 3419 w 6343"/>
                  <a:gd name="connsiteY0" fmla="*/ 6512 h 6345"/>
                  <a:gd name="connsiteX1" fmla="*/ 5661 w 6343"/>
                  <a:gd name="connsiteY1" fmla="*/ 5583 h 6345"/>
                  <a:gd name="connsiteX2" fmla="*/ 6590 w 6343"/>
                  <a:gd name="connsiteY2" fmla="*/ 3339 h 6345"/>
                  <a:gd name="connsiteX3" fmla="*/ 5661 w 6343"/>
                  <a:gd name="connsiteY3" fmla="*/ 1096 h 6345"/>
                  <a:gd name="connsiteX4" fmla="*/ 3419 w 6343"/>
                  <a:gd name="connsiteY4" fmla="*/ 167 h 6345"/>
                  <a:gd name="connsiteX5" fmla="*/ 1176 w 6343"/>
                  <a:gd name="connsiteY5" fmla="*/ 1096 h 6345"/>
                  <a:gd name="connsiteX6" fmla="*/ 247 w 6343"/>
                  <a:gd name="connsiteY6" fmla="*/ 3339 h 6345"/>
                  <a:gd name="connsiteX7" fmla="*/ 1176 w 6343"/>
                  <a:gd name="connsiteY7" fmla="*/ 5583 h 6345"/>
                  <a:gd name="connsiteX8" fmla="*/ 3419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12"/>
                    </a:moveTo>
                    <a:cubicBezTo>
                      <a:pt x="4260" y="6512"/>
                      <a:pt x="5067" y="6178"/>
                      <a:pt x="5661" y="5583"/>
                    </a:cubicBezTo>
                    <a:cubicBezTo>
                      <a:pt x="6256" y="4988"/>
                      <a:pt x="6590" y="4181"/>
                      <a:pt x="6590" y="3339"/>
                    </a:cubicBezTo>
                    <a:cubicBezTo>
                      <a:pt x="6590" y="2498"/>
                      <a:pt x="6256" y="1691"/>
                      <a:pt x="5661" y="1096"/>
                    </a:cubicBezTo>
                    <a:cubicBezTo>
                      <a:pt x="5067" y="501"/>
                      <a:pt x="4260" y="167"/>
                      <a:pt x="3419" y="167"/>
                    </a:cubicBezTo>
                    <a:cubicBezTo>
                      <a:pt x="2578" y="167"/>
                      <a:pt x="1771" y="501"/>
                      <a:pt x="1176" y="1096"/>
                    </a:cubicBezTo>
                    <a:cubicBezTo>
                      <a:pt x="581" y="1691"/>
                      <a:pt x="247" y="2498"/>
                      <a:pt x="247" y="3339"/>
                    </a:cubicBezTo>
                    <a:cubicBezTo>
                      <a:pt x="247" y="4181"/>
                      <a:pt x="581" y="4988"/>
                      <a:pt x="1176" y="5583"/>
                    </a:cubicBezTo>
                    <a:cubicBezTo>
                      <a:pt x="1771" y="6178"/>
                      <a:pt x="2578" y="6512"/>
                      <a:pt x="3419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16" name="Freeform: Shape 13215">
                <a:extLst>
                  <a:ext uri="{FF2B5EF4-FFF2-40B4-BE49-F238E27FC236}">
                    <a16:creationId xmlns:a16="http://schemas.microsoft.com/office/drawing/2014/main" id="{09878D20-A07C-2D94-1968-3708B75D972E}"/>
                  </a:ext>
                </a:extLst>
              </p:cNvPr>
              <p:cNvSpPr/>
              <p:nvPr/>
            </p:nvSpPr>
            <p:spPr>
              <a:xfrm>
                <a:off x="9543929" y="5595242"/>
                <a:ext cx="6343" cy="6345"/>
              </a:xfrm>
              <a:custGeom>
                <a:avLst/>
                <a:gdLst>
                  <a:gd name="connsiteX0" fmla="*/ 3419 w 6343"/>
                  <a:gd name="connsiteY0" fmla="*/ 6512 h 6345"/>
                  <a:gd name="connsiteX1" fmla="*/ 5661 w 6343"/>
                  <a:gd name="connsiteY1" fmla="*/ 5583 h 6345"/>
                  <a:gd name="connsiteX2" fmla="*/ 6590 w 6343"/>
                  <a:gd name="connsiteY2" fmla="*/ 3339 h 6345"/>
                  <a:gd name="connsiteX3" fmla="*/ 5661 w 6343"/>
                  <a:gd name="connsiteY3" fmla="*/ 1096 h 6345"/>
                  <a:gd name="connsiteX4" fmla="*/ 3419 w 6343"/>
                  <a:gd name="connsiteY4" fmla="*/ 167 h 6345"/>
                  <a:gd name="connsiteX5" fmla="*/ 1176 w 6343"/>
                  <a:gd name="connsiteY5" fmla="*/ 1096 h 6345"/>
                  <a:gd name="connsiteX6" fmla="*/ 247 w 6343"/>
                  <a:gd name="connsiteY6" fmla="*/ 3339 h 6345"/>
                  <a:gd name="connsiteX7" fmla="*/ 1176 w 6343"/>
                  <a:gd name="connsiteY7" fmla="*/ 5583 h 6345"/>
                  <a:gd name="connsiteX8" fmla="*/ 3419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12"/>
                    </a:moveTo>
                    <a:cubicBezTo>
                      <a:pt x="4260" y="6512"/>
                      <a:pt x="5067" y="6178"/>
                      <a:pt x="5661" y="5583"/>
                    </a:cubicBezTo>
                    <a:cubicBezTo>
                      <a:pt x="6256" y="4988"/>
                      <a:pt x="6590" y="4181"/>
                      <a:pt x="6590" y="3339"/>
                    </a:cubicBezTo>
                    <a:cubicBezTo>
                      <a:pt x="6590" y="2498"/>
                      <a:pt x="6256" y="1691"/>
                      <a:pt x="5661" y="1096"/>
                    </a:cubicBezTo>
                    <a:cubicBezTo>
                      <a:pt x="5067" y="501"/>
                      <a:pt x="4260" y="167"/>
                      <a:pt x="3419" y="167"/>
                    </a:cubicBezTo>
                    <a:cubicBezTo>
                      <a:pt x="2578" y="167"/>
                      <a:pt x="1771" y="501"/>
                      <a:pt x="1176" y="1096"/>
                    </a:cubicBezTo>
                    <a:cubicBezTo>
                      <a:pt x="581" y="1691"/>
                      <a:pt x="247" y="2498"/>
                      <a:pt x="247" y="3339"/>
                    </a:cubicBezTo>
                    <a:cubicBezTo>
                      <a:pt x="247" y="4181"/>
                      <a:pt x="581" y="4988"/>
                      <a:pt x="1176" y="5583"/>
                    </a:cubicBezTo>
                    <a:cubicBezTo>
                      <a:pt x="1771" y="6178"/>
                      <a:pt x="2578" y="6512"/>
                      <a:pt x="3419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17" name="Freeform: Shape 13216">
                <a:extLst>
                  <a:ext uri="{FF2B5EF4-FFF2-40B4-BE49-F238E27FC236}">
                    <a16:creationId xmlns:a16="http://schemas.microsoft.com/office/drawing/2014/main" id="{150D16CD-E655-E71E-91BB-41BEBB39AC43}"/>
                  </a:ext>
                </a:extLst>
              </p:cNvPr>
              <p:cNvSpPr/>
              <p:nvPr/>
            </p:nvSpPr>
            <p:spPr>
              <a:xfrm>
                <a:off x="9541181" y="5593070"/>
                <a:ext cx="6343" cy="6345"/>
              </a:xfrm>
              <a:custGeom>
                <a:avLst/>
                <a:gdLst>
                  <a:gd name="connsiteX0" fmla="*/ 3418 w 6343"/>
                  <a:gd name="connsiteY0" fmla="*/ 6512 h 6345"/>
                  <a:gd name="connsiteX1" fmla="*/ 5661 w 6343"/>
                  <a:gd name="connsiteY1" fmla="*/ 5583 h 6345"/>
                  <a:gd name="connsiteX2" fmla="*/ 6590 w 6343"/>
                  <a:gd name="connsiteY2" fmla="*/ 3339 h 6345"/>
                  <a:gd name="connsiteX3" fmla="*/ 5661 w 6343"/>
                  <a:gd name="connsiteY3" fmla="*/ 1096 h 6345"/>
                  <a:gd name="connsiteX4" fmla="*/ 3418 w 6343"/>
                  <a:gd name="connsiteY4" fmla="*/ 167 h 6345"/>
                  <a:gd name="connsiteX5" fmla="*/ 1176 w 6343"/>
                  <a:gd name="connsiteY5" fmla="*/ 1096 h 6345"/>
                  <a:gd name="connsiteX6" fmla="*/ 247 w 6343"/>
                  <a:gd name="connsiteY6" fmla="*/ 3339 h 6345"/>
                  <a:gd name="connsiteX7" fmla="*/ 1176 w 6343"/>
                  <a:gd name="connsiteY7" fmla="*/ 5583 h 6345"/>
                  <a:gd name="connsiteX8" fmla="*/ 341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2"/>
                    </a:moveTo>
                    <a:cubicBezTo>
                      <a:pt x="4260" y="6512"/>
                      <a:pt x="5066" y="6178"/>
                      <a:pt x="5661" y="5583"/>
                    </a:cubicBezTo>
                    <a:cubicBezTo>
                      <a:pt x="6256" y="4988"/>
                      <a:pt x="6590" y="4181"/>
                      <a:pt x="6590" y="3339"/>
                    </a:cubicBezTo>
                    <a:cubicBezTo>
                      <a:pt x="6590" y="2498"/>
                      <a:pt x="6256" y="1691"/>
                      <a:pt x="5661" y="1096"/>
                    </a:cubicBezTo>
                    <a:cubicBezTo>
                      <a:pt x="5066" y="501"/>
                      <a:pt x="4260" y="167"/>
                      <a:pt x="3418" y="167"/>
                    </a:cubicBezTo>
                    <a:cubicBezTo>
                      <a:pt x="2577" y="167"/>
                      <a:pt x="1771" y="501"/>
                      <a:pt x="1176" y="1096"/>
                    </a:cubicBezTo>
                    <a:cubicBezTo>
                      <a:pt x="581" y="1691"/>
                      <a:pt x="247" y="2498"/>
                      <a:pt x="247" y="3339"/>
                    </a:cubicBezTo>
                    <a:cubicBezTo>
                      <a:pt x="247" y="4181"/>
                      <a:pt x="581" y="4988"/>
                      <a:pt x="1176" y="5583"/>
                    </a:cubicBezTo>
                    <a:cubicBezTo>
                      <a:pt x="1771" y="6178"/>
                      <a:pt x="2577" y="6512"/>
                      <a:pt x="341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18" name="Freeform: Shape 13217">
                <a:extLst>
                  <a:ext uri="{FF2B5EF4-FFF2-40B4-BE49-F238E27FC236}">
                    <a16:creationId xmlns:a16="http://schemas.microsoft.com/office/drawing/2014/main" id="{A426F9B0-002C-3826-CF80-72E90EA629DB}"/>
                  </a:ext>
                </a:extLst>
              </p:cNvPr>
              <p:cNvSpPr/>
              <p:nvPr/>
            </p:nvSpPr>
            <p:spPr>
              <a:xfrm>
                <a:off x="9539533" y="5594251"/>
                <a:ext cx="6343" cy="6345"/>
              </a:xfrm>
              <a:custGeom>
                <a:avLst/>
                <a:gdLst>
                  <a:gd name="connsiteX0" fmla="*/ 3418 w 6343"/>
                  <a:gd name="connsiteY0" fmla="*/ 6512 h 6345"/>
                  <a:gd name="connsiteX1" fmla="*/ 5661 w 6343"/>
                  <a:gd name="connsiteY1" fmla="*/ 5583 h 6345"/>
                  <a:gd name="connsiteX2" fmla="*/ 6590 w 6343"/>
                  <a:gd name="connsiteY2" fmla="*/ 3339 h 6345"/>
                  <a:gd name="connsiteX3" fmla="*/ 5661 w 6343"/>
                  <a:gd name="connsiteY3" fmla="*/ 1096 h 6345"/>
                  <a:gd name="connsiteX4" fmla="*/ 3418 w 6343"/>
                  <a:gd name="connsiteY4" fmla="*/ 167 h 6345"/>
                  <a:gd name="connsiteX5" fmla="*/ 1176 w 6343"/>
                  <a:gd name="connsiteY5" fmla="*/ 1096 h 6345"/>
                  <a:gd name="connsiteX6" fmla="*/ 247 w 6343"/>
                  <a:gd name="connsiteY6" fmla="*/ 3339 h 6345"/>
                  <a:gd name="connsiteX7" fmla="*/ 1176 w 6343"/>
                  <a:gd name="connsiteY7" fmla="*/ 5583 h 6345"/>
                  <a:gd name="connsiteX8" fmla="*/ 341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2"/>
                    </a:moveTo>
                    <a:cubicBezTo>
                      <a:pt x="4259" y="6512"/>
                      <a:pt x="5066" y="6178"/>
                      <a:pt x="5661" y="5583"/>
                    </a:cubicBezTo>
                    <a:cubicBezTo>
                      <a:pt x="6256" y="4988"/>
                      <a:pt x="6590" y="4181"/>
                      <a:pt x="6590" y="3339"/>
                    </a:cubicBezTo>
                    <a:cubicBezTo>
                      <a:pt x="6590" y="2498"/>
                      <a:pt x="6256" y="1691"/>
                      <a:pt x="5661" y="1096"/>
                    </a:cubicBezTo>
                    <a:cubicBezTo>
                      <a:pt x="5066" y="501"/>
                      <a:pt x="4259" y="167"/>
                      <a:pt x="3418" y="167"/>
                    </a:cubicBezTo>
                    <a:cubicBezTo>
                      <a:pt x="2577" y="167"/>
                      <a:pt x="1770" y="501"/>
                      <a:pt x="1176" y="1096"/>
                    </a:cubicBezTo>
                    <a:cubicBezTo>
                      <a:pt x="581" y="1691"/>
                      <a:pt x="247" y="2498"/>
                      <a:pt x="247" y="3339"/>
                    </a:cubicBezTo>
                    <a:cubicBezTo>
                      <a:pt x="247" y="4181"/>
                      <a:pt x="581" y="4988"/>
                      <a:pt x="1176" y="5583"/>
                    </a:cubicBezTo>
                    <a:cubicBezTo>
                      <a:pt x="1770" y="6178"/>
                      <a:pt x="2577" y="6512"/>
                      <a:pt x="341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19" name="Freeform: Shape 13218">
                <a:extLst>
                  <a:ext uri="{FF2B5EF4-FFF2-40B4-BE49-F238E27FC236}">
                    <a16:creationId xmlns:a16="http://schemas.microsoft.com/office/drawing/2014/main" id="{C9555A85-0289-0EFB-3E97-9D093A56D6BD}"/>
                  </a:ext>
                </a:extLst>
              </p:cNvPr>
              <p:cNvSpPr/>
              <p:nvPr/>
            </p:nvSpPr>
            <p:spPr>
              <a:xfrm>
                <a:off x="9539491" y="5600643"/>
                <a:ext cx="6343" cy="6345"/>
              </a:xfrm>
              <a:custGeom>
                <a:avLst/>
                <a:gdLst>
                  <a:gd name="connsiteX0" fmla="*/ 3418 w 6343"/>
                  <a:gd name="connsiteY0" fmla="*/ 6513 h 6345"/>
                  <a:gd name="connsiteX1" fmla="*/ 5661 w 6343"/>
                  <a:gd name="connsiteY1" fmla="*/ 5583 h 6345"/>
                  <a:gd name="connsiteX2" fmla="*/ 6590 w 6343"/>
                  <a:gd name="connsiteY2" fmla="*/ 3340 h 6345"/>
                  <a:gd name="connsiteX3" fmla="*/ 5661 w 6343"/>
                  <a:gd name="connsiteY3" fmla="*/ 1096 h 6345"/>
                  <a:gd name="connsiteX4" fmla="*/ 3418 w 6343"/>
                  <a:gd name="connsiteY4" fmla="*/ 167 h 6345"/>
                  <a:gd name="connsiteX5" fmla="*/ 1176 w 6343"/>
                  <a:gd name="connsiteY5" fmla="*/ 1096 h 6345"/>
                  <a:gd name="connsiteX6" fmla="*/ 247 w 6343"/>
                  <a:gd name="connsiteY6" fmla="*/ 3340 h 6345"/>
                  <a:gd name="connsiteX7" fmla="*/ 1176 w 6343"/>
                  <a:gd name="connsiteY7" fmla="*/ 5583 h 6345"/>
                  <a:gd name="connsiteX8" fmla="*/ 3418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3"/>
                    </a:moveTo>
                    <a:cubicBezTo>
                      <a:pt x="4259" y="6513"/>
                      <a:pt x="5066" y="6178"/>
                      <a:pt x="5661" y="5583"/>
                    </a:cubicBezTo>
                    <a:cubicBezTo>
                      <a:pt x="6256" y="4988"/>
                      <a:pt x="6590" y="4181"/>
                      <a:pt x="6590" y="3340"/>
                    </a:cubicBezTo>
                    <a:cubicBezTo>
                      <a:pt x="6590" y="2498"/>
                      <a:pt x="6256" y="1691"/>
                      <a:pt x="5661" y="1096"/>
                    </a:cubicBezTo>
                    <a:cubicBezTo>
                      <a:pt x="5066" y="501"/>
                      <a:pt x="4259" y="167"/>
                      <a:pt x="3418" y="167"/>
                    </a:cubicBezTo>
                    <a:cubicBezTo>
                      <a:pt x="2577" y="167"/>
                      <a:pt x="1770" y="501"/>
                      <a:pt x="1176" y="1096"/>
                    </a:cubicBezTo>
                    <a:cubicBezTo>
                      <a:pt x="581" y="1691"/>
                      <a:pt x="247" y="2498"/>
                      <a:pt x="247" y="3340"/>
                    </a:cubicBezTo>
                    <a:cubicBezTo>
                      <a:pt x="247" y="4181"/>
                      <a:pt x="581" y="4988"/>
                      <a:pt x="1176" y="5583"/>
                    </a:cubicBezTo>
                    <a:cubicBezTo>
                      <a:pt x="1770" y="6178"/>
                      <a:pt x="2577" y="6513"/>
                      <a:pt x="3418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20" name="Freeform: Shape 13219">
                <a:extLst>
                  <a:ext uri="{FF2B5EF4-FFF2-40B4-BE49-F238E27FC236}">
                    <a16:creationId xmlns:a16="http://schemas.microsoft.com/office/drawing/2014/main" id="{FF305981-6BDC-3DD3-2F44-1F0B0453541A}"/>
                  </a:ext>
                </a:extLst>
              </p:cNvPr>
              <p:cNvSpPr/>
              <p:nvPr/>
            </p:nvSpPr>
            <p:spPr>
              <a:xfrm>
                <a:off x="9540979" y="5612336"/>
                <a:ext cx="6343" cy="6345"/>
              </a:xfrm>
              <a:custGeom>
                <a:avLst/>
                <a:gdLst>
                  <a:gd name="connsiteX0" fmla="*/ 3418 w 6343"/>
                  <a:gd name="connsiteY0" fmla="*/ 6513 h 6345"/>
                  <a:gd name="connsiteX1" fmla="*/ 5661 w 6343"/>
                  <a:gd name="connsiteY1" fmla="*/ 5584 h 6345"/>
                  <a:gd name="connsiteX2" fmla="*/ 6590 w 6343"/>
                  <a:gd name="connsiteY2" fmla="*/ 3341 h 6345"/>
                  <a:gd name="connsiteX3" fmla="*/ 5661 w 6343"/>
                  <a:gd name="connsiteY3" fmla="*/ 1097 h 6345"/>
                  <a:gd name="connsiteX4" fmla="*/ 3418 w 6343"/>
                  <a:gd name="connsiteY4" fmla="*/ 168 h 6345"/>
                  <a:gd name="connsiteX5" fmla="*/ 1176 w 6343"/>
                  <a:gd name="connsiteY5" fmla="*/ 1097 h 6345"/>
                  <a:gd name="connsiteX6" fmla="*/ 247 w 6343"/>
                  <a:gd name="connsiteY6" fmla="*/ 3341 h 6345"/>
                  <a:gd name="connsiteX7" fmla="*/ 1176 w 6343"/>
                  <a:gd name="connsiteY7" fmla="*/ 5584 h 6345"/>
                  <a:gd name="connsiteX8" fmla="*/ 3418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3"/>
                    </a:moveTo>
                    <a:cubicBezTo>
                      <a:pt x="4260" y="6513"/>
                      <a:pt x="5066" y="6179"/>
                      <a:pt x="5661" y="5584"/>
                    </a:cubicBezTo>
                    <a:cubicBezTo>
                      <a:pt x="6256" y="4989"/>
                      <a:pt x="6590" y="4182"/>
                      <a:pt x="6590" y="3341"/>
                    </a:cubicBezTo>
                    <a:cubicBezTo>
                      <a:pt x="6590" y="2499"/>
                      <a:pt x="6256" y="1692"/>
                      <a:pt x="5661" y="1097"/>
                    </a:cubicBezTo>
                    <a:cubicBezTo>
                      <a:pt x="5066" y="502"/>
                      <a:pt x="4260" y="168"/>
                      <a:pt x="3418" y="168"/>
                    </a:cubicBezTo>
                    <a:cubicBezTo>
                      <a:pt x="2577" y="168"/>
                      <a:pt x="1771" y="502"/>
                      <a:pt x="1176" y="1097"/>
                    </a:cubicBezTo>
                    <a:cubicBezTo>
                      <a:pt x="581" y="1692"/>
                      <a:pt x="247" y="2499"/>
                      <a:pt x="247" y="3341"/>
                    </a:cubicBezTo>
                    <a:cubicBezTo>
                      <a:pt x="247" y="4182"/>
                      <a:pt x="581" y="4989"/>
                      <a:pt x="1176" y="5584"/>
                    </a:cubicBezTo>
                    <a:cubicBezTo>
                      <a:pt x="1771" y="6179"/>
                      <a:pt x="2577" y="6513"/>
                      <a:pt x="3418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21" name="Freeform: Shape 13220">
                <a:extLst>
                  <a:ext uri="{FF2B5EF4-FFF2-40B4-BE49-F238E27FC236}">
                    <a16:creationId xmlns:a16="http://schemas.microsoft.com/office/drawing/2014/main" id="{F784652A-AE46-9DE9-70EE-D3DB5A5DEAB6}"/>
                  </a:ext>
                </a:extLst>
              </p:cNvPr>
              <p:cNvSpPr/>
              <p:nvPr/>
            </p:nvSpPr>
            <p:spPr>
              <a:xfrm>
                <a:off x="9539766" y="5615424"/>
                <a:ext cx="6343" cy="6345"/>
              </a:xfrm>
              <a:custGeom>
                <a:avLst/>
                <a:gdLst>
                  <a:gd name="connsiteX0" fmla="*/ 3418 w 6343"/>
                  <a:gd name="connsiteY0" fmla="*/ 6514 h 6345"/>
                  <a:gd name="connsiteX1" fmla="*/ 5661 w 6343"/>
                  <a:gd name="connsiteY1" fmla="*/ 5584 h 6345"/>
                  <a:gd name="connsiteX2" fmla="*/ 6590 w 6343"/>
                  <a:gd name="connsiteY2" fmla="*/ 3341 h 6345"/>
                  <a:gd name="connsiteX3" fmla="*/ 5661 w 6343"/>
                  <a:gd name="connsiteY3" fmla="*/ 1098 h 6345"/>
                  <a:gd name="connsiteX4" fmla="*/ 3418 w 6343"/>
                  <a:gd name="connsiteY4" fmla="*/ 168 h 6345"/>
                  <a:gd name="connsiteX5" fmla="*/ 1176 w 6343"/>
                  <a:gd name="connsiteY5" fmla="*/ 1098 h 6345"/>
                  <a:gd name="connsiteX6" fmla="*/ 247 w 6343"/>
                  <a:gd name="connsiteY6" fmla="*/ 3341 h 6345"/>
                  <a:gd name="connsiteX7" fmla="*/ 1176 w 6343"/>
                  <a:gd name="connsiteY7" fmla="*/ 5584 h 6345"/>
                  <a:gd name="connsiteX8" fmla="*/ 3418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4"/>
                    </a:moveTo>
                    <a:cubicBezTo>
                      <a:pt x="4259" y="6514"/>
                      <a:pt x="5066" y="6179"/>
                      <a:pt x="5661" y="5584"/>
                    </a:cubicBezTo>
                    <a:cubicBezTo>
                      <a:pt x="6256" y="4989"/>
                      <a:pt x="6590" y="4182"/>
                      <a:pt x="6590" y="3341"/>
                    </a:cubicBezTo>
                    <a:cubicBezTo>
                      <a:pt x="6590" y="2500"/>
                      <a:pt x="6256" y="1693"/>
                      <a:pt x="5661" y="1098"/>
                    </a:cubicBezTo>
                    <a:cubicBezTo>
                      <a:pt x="5066" y="503"/>
                      <a:pt x="4259" y="168"/>
                      <a:pt x="3418" y="168"/>
                    </a:cubicBezTo>
                    <a:cubicBezTo>
                      <a:pt x="2577" y="168"/>
                      <a:pt x="1770" y="503"/>
                      <a:pt x="1176" y="1098"/>
                    </a:cubicBezTo>
                    <a:cubicBezTo>
                      <a:pt x="581" y="1693"/>
                      <a:pt x="247" y="2500"/>
                      <a:pt x="247" y="3341"/>
                    </a:cubicBezTo>
                    <a:cubicBezTo>
                      <a:pt x="247" y="4182"/>
                      <a:pt x="581" y="4989"/>
                      <a:pt x="1176" y="5584"/>
                    </a:cubicBezTo>
                    <a:cubicBezTo>
                      <a:pt x="1770" y="6179"/>
                      <a:pt x="2577" y="6514"/>
                      <a:pt x="3418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22" name="Freeform: Shape 13221">
                <a:extLst>
                  <a:ext uri="{FF2B5EF4-FFF2-40B4-BE49-F238E27FC236}">
                    <a16:creationId xmlns:a16="http://schemas.microsoft.com/office/drawing/2014/main" id="{3DF633B0-0BD9-24BB-084F-29F7D16793B9}"/>
                  </a:ext>
                </a:extLst>
              </p:cNvPr>
              <p:cNvSpPr/>
              <p:nvPr/>
            </p:nvSpPr>
            <p:spPr>
              <a:xfrm>
                <a:off x="9537879" y="5616302"/>
                <a:ext cx="6343" cy="6345"/>
              </a:xfrm>
              <a:custGeom>
                <a:avLst/>
                <a:gdLst>
                  <a:gd name="connsiteX0" fmla="*/ 3418 w 6343"/>
                  <a:gd name="connsiteY0" fmla="*/ 6514 h 6345"/>
                  <a:gd name="connsiteX1" fmla="*/ 5661 w 6343"/>
                  <a:gd name="connsiteY1" fmla="*/ 5585 h 6345"/>
                  <a:gd name="connsiteX2" fmla="*/ 6590 w 6343"/>
                  <a:gd name="connsiteY2" fmla="*/ 3341 h 6345"/>
                  <a:gd name="connsiteX3" fmla="*/ 5661 w 6343"/>
                  <a:gd name="connsiteY3" fmla="*/ 1098 h 6345"/>
                  <a:gd name="connsiteX4" fmla="*/ 3418 w 6343"/>
                  <a:gd name="connsiteY4" fmla="*/ 168 h 6345"/>
                  <a:gd name="connsiteX5" fmla="*/ 1176 w 6343"/>
                  <a:gd name="connsiteY5" fmla="*/ 1098 h 6345"/>
                  <a:gd name="connsiteX6" fmla="*/ 247 w 6343"/>
                  <a:gd name="connsiteY6" fmla="*/ 3341 h 6345"/>
                  <a:gd name="connsiteX7" fmla="*/ 1176 w 6343"/>
                  <a:gd name="connsiteY7" fmla="*/ 5585 h 6345"/>
                  <a:gd name="connsiteX8" fmla="*/ 3418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4"/>
                    </a:moveTo>
                    <a:cubicBezTo>
                      <a:pt x="4259" y="6514"/>
                      <a:pt x="5066" y="6179"/>
                      <a:pt x="5661" y="5585"/>
                    </a:cubicBezTo>
                    <a:cubicBezTo>
                      <a:pt x="6256" y="4990"/>
                      <a:pt x="6590" y="4182"/>
                      <a:pt x="6590" y="3341"/>
                    </a:cubicBezTo>
                    <a:cubicBezTo>
                      <a:pt x="6590" y="2500"/>
                      <a:pt x="6256" y="1693"/>
                      <a:pt x="5661" y="1098"/>
                    </a:cubicBezTo>
                    <a:cubicBezTo>
                      <a:pt x="5066" y="503"/>
                      <a:pt x="4259" y="168"/>
                      <a:pt x="3418" y="168"/>
                    </a:cubicBezTo>
                    <a:cubicBezTo>
                      <a:pt x="2577" y="168"/>
                      <a:pt x="1770" y="503"/>
                      <a:pt x="1176" y="1098"/>
                    </a:cubicBezTo>
                    <a:cubicBezTo>
                      <a:pt x="581" y="1693"/>
                      <a:pt x="247" y="2500"/>
                      <a:pt x="247" y="3341"/>
                    </a:cubicBezTo>
                    <a:cubicBezTo>
                      <a:pt x="247" y="4182"/>
                      <a:pt x="581" y="4990"/>
                      <a:pt x="1176" y="5585"/>
                    </a:cubicBezTo>
                    <a:cubicBezTo>
                      <a:pt x="1770" y="6179"/>
                      <a:pt x="2577" y="6514"/>
                      <a:pt x="3418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23" name="Freeform: Shape 13222">
                <a:extLst>
                  <a:ext uri="{FF2B5EF4-FFF2-40B4-BE49-F238E27FC236}">
                    <a16:creationId xmlns:a16="http://schemas.microsoft.com/office/drawing/2014/main" id="{2B0460B9-03D2-5FEA-B921-023201A57C71}"/>
                  </a:ext>
                </a:extLst>
              </p:cNvPr>
              <p:cNvSpPr/>
              <p:nvPr/>
            </p:nvSpPr>
            <p:spPr>
              <a:xfrm>
                <a:off x="9535833" y="5616631"/>
                <a:ext cx="6343" cy="6345"/>
              </a:xfrm>
              <a:custGeom>
                <a:avLst/>
                <a:gdLst>
                  <a:gd name="connsiteX0" fmla="*/ 3418 w 6343"/>
                  <a:gd name="connsiteY0" fmla="*/ 6514 h 6345"/>
                  <a:gd name="connsiteX1" fmla="*/ 5661 w 6343"/>
                  <a:gd name="connsiteY1" fmla="*/ 5585 h 6345"/>
                  <a:gd name="connsiteX2" fmla="*/ 6590 w 6343"/>
                  <a:gd name="connsiteY2" fmla="*/ 3341 h 6345"/>
                  <a:gd name="connsiteX3" fmla="*/ 5661 w 6343"/>
                  <a:gd name="connsiteY3" fmla="*/ 1098 h 6345"/>
                  <a:gd name="connsiteX4" fmla="*/ 3418 w 6343"/>
                  <a:gd name="connsiteY4" fmla="*/ 168 h 6345"/>
                  <a:gd name="connsiteX5" fmla="*/ 1175 w 6343"/>
                  <a:gd name="connsiteY5" fmla="*/ 1098 h 6345"/>
                  <a:gd name="connsiteX6" fmla="*/ 246 w 6343"/>
                  <a:gd name="connsiteY6" fmla="*/ 3341 h 6345"/>
                  <a:gd name="connsiteX7" fmla="*/ 1175 w 6343"/>
                  <a:gd name="connsiteY7" fmla="*/ 5585 h 6345"/>
                  <a:gd name="connsiteX8" fmla="*/ 3418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4"/>
                    </a:moveTo>
                    <a:cubicBezTo>
                      <a:pt x="4259" y="6514"/>
                      <a:pt x="5066" y="6180"/>
                      <a:pt x="5661" y="5585"/>
                    </a:cubicBezTo>
                    <a:cubicBezTo>
                      <a:pt x="6255" y="4990"/>
                      <a:pt x="6590" y="4183"/>
                      <a:pt x="6590" y="3341"/>
                    </a:cubicBezTo>
                    <a:cubicBezTo>
                      <a:pt x="6590" y="2500"/>
                      <a:pt x="6255" y="1693"/>
                      <a:pt x="5661" y="1098"/>
                    </a:cubicBezTo>
                    <a:cubicBezTo>
                      <a:pt x="5066" y="503"/>
                      <a:pt x="4259" y="168"/>
                      <a:pt x="3418" y="168"/>
                    </a:cubicBezTo>
                    <a:cubicBezTo>
                      <a:pt x="2577" y="168"/>
                      <a:pt x="1770" y="503"/>
                      <a:pt x="1175" y="1098"/>
                    </a:cubicBezTo>
                    <a:cubicBezTo>
                      <a:pt x="581" y="1693"/>
                      <a:pt x="246" y="2500"/>
                      <a:pt x="246" y="3341"/>
                    </a:cubicBezTo>
                    <a:cubicBezTo>
                      <a:pt x="246" y="4183"/>
                      <a:pt x="581" y="4990"/>
                      <a:pt x="1175" y="5585"/>
                    </a:cubicBezTo>
                    <a:cubicBezTo>
                      <a:pt x="1770" y="6180"/>
                      <a:pt x="2577" y="6514"/>
                      <a:pt x="3418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24" name="Freeform: Shape 13223">
                <a:extLst>
                  <a:ext uri="{FF2B5EF4-FFF2-40B4-BE49-F238E27FC236}">
                    <a16:creationId xmlns:a16="http://schemas.microsoft.com/office/drawing/2014/main" id="{76FECFC4-D4AE-A8B4-36D4-9DBA00895436}"/>
                  </a:ext>
                </a:extLst>
              </p:cNvPr>
              <p:cNvSpPr/>
              <p:nvPr/>
            </p:nvSpPr>
            <p:spPr>
              <a:xfrm>
                <a:off x="9531852" y="5617669"/>
                <a:ext cx="6343" cy="6345"/>
              </a:xfrm>
              <a:custGeom>
                <a:avLst/>
                <a:gdLst>
                  <a:gd name="connsiteX0" fmla="*/ 3418 w 6343"/>
                  <a:gd name="connsiteY0" fmla="*/ 6514 h 6345"/>
                  <a:gd name="connsiteX1" fmla="*/ 5660 w 6343"/>
                  <a:gd name="connsiteY1" fmla="*/ 5585 h 6345"/>
                  <a:gd name="connsiteX2" fmla="*/ 6589 w 6343"/>
                  <a:gd name="connsiteY2" fmla="*/ 3341 h 6345"/>
                  <a:gd name="connsiteX3" fmla="*/ 5660 w 6343"/>
                  <a:gd name="connsiteY3" fmla="*/ 1098 h 6345"/>
                  <a:gd name="connsiteX4" fmla="*/ 3418 w 6343"/>
                  <a:gd name="connsiteY4" fmla="*/ 168 h 6345"/>
                  <a:gd name="connsiteX5" fmla="*/ 1175 w 6343"/>
                  <a:gd name="connsiteY5" fmla="*/ 1098 h 6345"/>
                  <a:gd name="connsiteX6" fmla="*/ 246 w 6343"/>
                  <a:gd name="connsiteY6" fmla="*/ 3341 h 6345"/>
                  <a:gd name="connsiteX7" fmla="*/ 1175 w 6343"/>
                  <a:gd name="connsiteY7" fmla="*/ 5585 h 6345"/>
                  <a:gd name="connsiteX8" fmla="*/ 3418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4"/>
                    </a:moveTo>
                    <a:cubicBezTo>
                      <a:pt x="4259" y="6514"/>
                      <a:pt x="5066" y="6180"/>
                      <a:pt x="5660" y="5585"/>
                    </a:cubicBezTo>
                    <a:cubicBezTo>
                      <a:pt x="6255" y="4990"/>
                      <a:pt x="6589" y="4183"/>
                      <a:pt x="6589" y="3341"/>
                    </a:cubicBezTo>
                    <a:cubicBezTo>
                      <a:pt x="6589" y="2500"/>
                      <a:pt x="6255" y="1693"/>
                      <a:pt x="5660" y="1098"/>
                    </a:cubicBezTo>
                    <a:cubicBezTo>
                      <a:pt x="5066" y="503"/>
                      <a:pt x="4259" y="168"/>
                      <a:pt x="3418" y="168"/>
                    </a:cubicBezTo>
                    <a:cubicBezTo>
                      <a:pt x="2577" y="168"/>
                      <a:pt x="1770" y="503"/>
                      <a:pt x="1175" y="1098"/>
                    </a:cubicBezTo>
                    <a:cubicBezTo>
                      <a:pt x="580" y="1693"/>
                      <a:pt x="246" y="2500"/>
                      <a:pt x="246" y="3341"/>
                    </a:cubicBezTo>
                    <a:cubicBezTo>
                      <a:pt x="246" y="4183"/>
                      <a:pt x="580" y="4990"/>
                      <a:pt x="1175" y="5585"/>
                    </a:cubicBezTo>
                    <a:cubicBezTo>
                      <a:pt x="1770" y="6180"/>
                      <a:pt x="2577" y="6514"/>
                      <a:pt x="3418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25" name="Freeform: Shape 13224">
                <a:extLst>
                  <a:ext uri="{FF2B5EF4-FFF2-40B4-BE49-F238E27FC236}">
                    <a16:creationId xmlns:a16="http://schemas.microsoft.com/office/drawing/2014/main" id="{5113989B-B0ED-D844-8CA4-06BBA97A1F55}"/>
                  </a:ext>
                </a:extLst>
              </p:cNvPr>
              <p:cNvSpPr/>
              <p:nvPr/>
            </p:nvSpPr>
            <p:spPr>
              <a:xfrm>
                <a:off x="9505848" y="5539212"/>
                <a:ext cx="6343" cy="6345"/>
              </a:xfrm>
              <a:custGeom>
                <a:avLst/>
                <a:gdLst>
                  <a:gd name="connsiteX0" fmla="*/ 3416 w 6343"/>
                  <a:gd name="connsiteY0" fmla="*/ 6508 h 6345"/>
                  <a:gd name="connsiteX1" fmla="*/ 5658 w 6343"/>
                  <a:gd name="connsiteY1" fmla="*/ 5578 h 6345"/>
                  <a:gd name="connsiteX2" fmla="*/ 6587 w 6343"/>
                  <a:gd name="connsiteY2" fmla="*/ 3335 h 6345"/>
                  <a:gd name="connsiteX3" fmla="*/ 5658 w 6343"/>
                  <a:gd name="connsiteY3" fmla="*/ 1092 h 6345"/>
                  <a:gd name="connsiteX4" fmla="*/ 3416 w 6343"/>
                  <a:gd name="connsiteY4" fmla="*/ 162 h 6345"/>
                  <a:gd name="connsiteX5" fmla="*/ 1173 w 6343"/>
                  <a:gd name="connsiteY5" fmla="*/ 1092 h 6345"/>
                  <a:gd name="connsiteX6" fmla="*/ 244 w 6343"/>
                  <a:gd name="connsiteY6" fmla="*/ 3335 h 6345"/>
                  <a:gd name="connsiteX7" fmla="*/ 1173 w 6343"/>
                  <a:gd name="connsiteY7" fmla="*/ 5578 h 6345"/>
                  <a:gd name="connsiteX8" fmla="*/ 341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8"/>
                    </a:moveTo>
                    <a:cubicBezTo>
                      <a:pt x="4257" y="6508"/>
                      <a:pt x="5064" y="6173"/>
                      <a:pt x="5658" y="5578"/>
                    </a:cubicBezTo>
                    <a:cubicBezTo>
                      <a:pt x="6253" y="4983"/>
                      <a:pt x="6587" y="4176"/>
                      <a:pt x="6587" y="3335"/>
                    </a:cubicBezTo>
                    <a:cubicBezTo>
                      <a:pt x="6587" y="2494"/>
                      <a:pt x="6253" y="1687"/>
                      <a:pt x="5658" y="1092"/>
                    </a:cubicBezTo>
                    <a:cubicBezTo>
                      <a:pt x="5064" y="497"/>
                      <a:pt x="4257" y="162"/>
                      <a:pt x="3416" y="162"/>
                    </a:cubicBezTo>
                    <a:cubicBezTo>
                      <a:pt x="2575" y="162"/>
                      <a:pt x="1768" y="497"/>
                      <a:pt x="1173" y="1092"/>
                    </a:cubicBezTo>
                    <a:cubicBezTo>
                      <a:pt x="578" y="1687"/>
                      <a:pt x="244" y="2494"/>
                      <a:pt x="244" y="3335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8" y="6173"/>
                      <a:pt x="2575" y="6508"/>
                      <a:pt x="341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26" name="Freeform: Shape 13225">
                <a:extLst>
                  <a:ext uri="{FF2B5EF4-FFF2-40B4-BE49-F238E27FC236}">
                    <a16:creationId xmlns:a16="http://schemas.microsoft.com/office/drawing/2014/main" id="{D2D4B8BA-F627-5A5D-8DE7-D01DA689DC8B}"/>
                  </a:ext>
                </a:extLst>
              </p:cNvPr>
              <p:cNvSpPr/>
              <p:nvPr/>
            </p:nvSpPr>
            <p:spPr>
              <a:xfrm>
                <a:off x="9504358" y="5539645"/>
                <a:ext cx="6343" cy="6345"/>
              </a:xfrm>
              <a:custGeom>
                <a:avLst/>
                <a:gdLst>
                  <a:gd name="connsiteX0" fmla="*/ 3416 w 6343"/>
                  <a:gd name="connsiteY0" fmla="*/ 6508 h 6345"/>
                  <a:gd name="connsiteX1" fmla="*/ 5658 w 6343"/>
                  <a:gd name="connsiteY1" fmla="*/ 5578 h 6345"/>
                  <a:gd name="connsiteX2" fmla="*/ 6587 w 6343"/>
                  <a:gd name="connsiteY2" fmla="*/ 3335 h 6345"/>
                  <a:gd name="connsiteX3" fmla="*/ 5658 w 6343"/>
                  <a:gd name="connsiteY3" fmla="*/ 1092 h 6345"/>
                  <a:gd name="connsiteX4" fmla="*/ 3416 w 6343"/>
                  <a:gd name="connsiteY4" fmla="*/ 162 h 6345"/>
                  <a:gd name="connsiteX5" fmla="*/ 1173 w 6343"/>
                  <a:gd name="connsiteY5" fmla="*/ 1092 h 6345"/>
                  <a:gd name="connsiteX6" fmla="*/ 244 w 6343"/>
                  <a:gd name="connsiteY6" fmla="*/ 3335 h 6345"/>
                  <a:gd name="connsiteX7" fmla="*/ 1173 w 6343"/>
                  <a:gd name="connsiteY7" fmla="*/ 5578 h 6345"/>
                  <a:gd name="connsiteX8" fmla="*/ 341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8"/>
                    </a:moveTo>
                    <a:cubicBezTo>
                      <a:pt x="4257" y="6508"/>
                      <a:pt x="5063" y="6173"/>
                      <a:pt x="5658" y="5578"/>
                    </a:cubicBezTo>
                    <a:cubicBezTo>
                      <a:pt x="6253" y="4984"/>
                      <a:pt x="6587" y="4176"/>
                      <a:pt x="6587" y="3335"/>
                    </a:cubicBezTo>
                    <a:cubicBezTo>
                      <a:pt x="6587" y="2494"/>
                      <a:pt x="6253" y="1687"/>
                      <a:pt x="5658" y="1092"/>
                    </a:cubicBezTo>
                    <a:cubicBezTo>
                      <a:pt x="5063" y="497"/>
                      <a:pt x="4257" y="162"/>
                      <a:pt x="3416" y="162"/>
                    </a:cubicBezTo>
                    <a:cubicBezTo>
                      <a:pt x="2574" y="162"/>
                      <a:pt x="1768" y="497"/>
                      <a:pt x="1173" y="1092"/>
                    </a:cubicBezTo>
                    <a:cubicBezTo>
                      <a:pt x="578" y="1687"/>
                      <a:pt x="244" y="2494"/>
                      <a:pt x="244" y="3335"/>
                    </a:cubicBezTo>
                    <a:cubicBezTo>
                      <a:pt x="244" y="4176"/>
                      <a:pt x="578" y="4984"/>
                      <a:pt x="1173" y="5578"/>
                    </a:cubicBezTo>
                    <a:cubicBezTo>
                      <a:pt x="1768" y="6173"/>
                      <a:pt x="2574" y="6508"/>
                      <a:pt x="341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27" name="Freeform: Shape 13226">
                <a:extLst>
                  <a:ext uri="{FF2B5EF4-FFF2-40B4-BE49-F238E27FC236}">
                    <a16:creationId xmlns:a16="http://schemas.microsoft.com/office/drawing/2014/main" id="{75E19185-D67A-F8F5-52B0-CA6B9770888A}"/>
                  </a:ext>
                </a:extLst>
              </p:cNvPr>
              <p:cNvSpPr/>
              <p:nvPr/>
            </p:nvSpPr>
            <p:spPr>
              <a:xfrm>
                <a:off x="9503166" y="5541338"/>
                <a:ext cx="6343" cy="6345"/>
              </a:xfrm>
              <a:custGeom>
                <a:avLst/>
                <a:gdLst>
                  <a:gd name="connsiteX0" fmla="*/ 3415 w 6343"/>
                  <a:gd name="connsiteY0" fmla="*/ 6508 h 6345"/>
                  <a:gd name="connsiteX1" fmla="*/ 5658 w 6343"/>
                  <a:gd name="connsiteY1" fmla="*/ 5579 h 6345"/>
                  <a:gd name="connsiteX2" fmla="*/ 6587 w 6343"/>
                  <a:gd name="connsiteY2" fmla="*/ 3335 h 6345"/>
                  <a:gd name="connsiteX3" fmla="*/ 5658 w 6343"/>
                  <a:gd name="connsiteY3" fmla="*/ 1092 h 6345"/>
                  <a:gd name="connsiteX4" fmla="*/ 3415 w 6343"/>
                  <a:gd name="connsiteY4" fmla="*/ 162 h 6345"/>
                  <a:gd name="connsiteX5" fmla="*/ 1173 w 6343"/>
                  <a:gd name="connsiteY5" fmla="*/ 1092 h 6345"/>
                  <a:gd name="connsiteX6" fmla="*/ 244 w 6343"/>
                  <a:gd name="connsiteY6" fmla="*/ 3335 h 6345"/>
                  <a:gd name="connsiteX7" fmla="*/ 1173 w 6343"/>
                  <a:gd name="connsiteY7" fmla="*/ 5579 h 6345"/>
                  <a:gd name="connsiteX8" fmla="*/ 341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8"/>
                    </a:moveTo>
                    <a:cubicBezTo>
                      <a:pt x="4257" y="6508"/>
                      <a:pt x="5063" y="6174"/>
                      <a:pt x="5658" y="5579"/>
                    </a:cubicBezTo>
                    <a:cubicBezTo>
                      <a:pt x="6253" y="4984"/>
                      <a:pt x="6587" y="4177"/>
                      <a:pt x="6587" y="3335"/>
                    </a:cubicBezTo>
                    <a:cubicBezTo>
                      <a:pt x="6587" y="2494"/>
                      <a:pt x="6253" y="1687"/>
                      <a:pt x="5658" y="1092"/>
                    </a:cubicBezTo>
                    <a:cubicBezTo>
                      <a:pt x="5063" y="497"/>
                      <a:pt x="4257" y="162"/>
                      <a:pt x="3415" y="162"/>
                    </a:cubicBezTo>
                    <a:cubicBezTo>
                      <a:pt x="2574" y="162"/>
                      <a:pt x="1768" y="497"/>
                      <a:pt x="1173" y="1092"/>
                    </a:cubicBezTo>
                    <a:cubicBezTo>
                      <a:pt x="578" y="1687"/>
                      <a:pt x="244" y="2494"/>
                      <a:pt x="244" y="3335"/>
                    </a:cubicBezTo>
                    <a:cubicBezTo>
                      <a:pt x="244" y="4177"/>
                      <a:pt x="578" y="4984"/>
                      <a:pt x="1173" y="5579"/>
                    </a:cubicBezTo>
                    <a:cubicBezTo>
                      <a:pt x="1768" y="6174"/>
                      <a:pt x="2574" y="6508"/>
                      <a:pt x="341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28" name="Freeform: Shape 13227">
                <a:extLst>
                  <a:ext uri="{FF2B5EF4-FFF2-40B4-BE49-F238E27FC236}">
                    <a16:creationId xmlns:a16="http://schemas.microsoft.com/office/drawing/2014/main" id="{BB7C7994-1029-2BFE-CC4E-5BD21791D2B8}"/>
                  </a:ext>
                </a:extLst>
              </p:cNvPr>
              <p:cNvSpPr/>
              <p:nvPr/>
            </p:nvSpPr>
            <p:spPr>
              <a:xfrm>
                <a:off x="9485517" y="5539717"/>
                <a:ext cx="6343" cy="6345"/>
              </a:xfrm>
              <a:custGeom>
                <a:avLst/>
                <a:gdLst>
                  <a:gd name="connsiteX0" fmla="*/ 3414 w 6343"/>
                  <a:gd name="connsiteY0" fmla="*/ 6508 h 6345"/>
                  <a:gd name="connsiteX1" fmla="*/ 5657 w 6343"/>
                  <a:gd name="connsiteY1" fmla="*/ 5578 h 6345"/>
                  <a:gd name="connsiteX2" fmla="*/ 6586 w 6343"/>
                  <a:gd name="connsiteY2" fmla="*/ 3335 h 6345"/>
                  <a:gd name="connsiteX3" fmla="*/ 5657 w 6343"/>
                  <a:gd name="connsiteY3" fmla="*/ 1092 h 6345"/>
                  <a:gd name="connsiteX4" fmla="*/ 3414 w 6343"/>
                  <a:gd name="connsiteY4" fmla="*/ 162 h 6345"/>
                  <a:gd name="connsiteX5" fmla="*/ 1171 w 6343"/>
                  <a:gd name="connsiteY5" fmla="*/ 1092 h 6345"/>
                  <a:gd name="connsiteX6" fmla="*/ 243 w 6343"/>
                  <a:gd name="connsiteY6" fmla="*/ 3335 h 6345"/>
                  <a:gd name="connsiteX7" fmla="*/ 1171 w 6343"/>
                  <a:gd name="connsiteY7" fmla="*/ 5578 h 6345"/>
                  <a:gd name="connsiteX8" fmla="*/ 341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8"/>
                    </a:moveTo>
                    <a:cubicBezTo>
                      <a:pt x="4255" y="6508"/>
                      <a:pt x="5062" y="6173"/>
                      <a:pt x="5657" y="5578"/>
                    </a:cubicBezTo>
                    <a:cubicBezTo>
                      <a:pt x="6251" y="4984"/>
                      <a:pt x="6586" y="4176"/>
                      <a:pt x="6586" y="3335"/>
                    </a:cubicBezTo>
                    <a:cubicBezTo>
                      <a:pt x="6586" y="2494"/>
                      <a:pt x="6251" y="1687"/>
                      <a:pt x="5657" y="1092"/>
                    </a:cubicBezTo>
                    <a:cubicBezTo>
                      <a:pt x="5062" y="497"/>
                      <a:pt x="4255" y="162"/>
                      <a:pt x="3414" y="162"/>
                    </a:cubicBezTo>
                    <a:cubicBezTo>
                      <a:pt x="2573" y="162"/>
                      <a:pt x="1766" y="497"/>
                      <a:pt x="1171" y="1092"/>
                    </a:cubicBezTo>
                    <a:cubicBezTo>
                      <a:pt x="577" y="1687"/>
                      <a:pt x="243" y="2494"/>
                      <a:pt x="243" y="3335"/>
                    </a:cubicBezTo>
                    <a:cubicBezTo>
                      <a:pt x="243" y="4176"/>
                      <a:pt x="577" y="4984"/>
                      <a:pt x="1171" y="5578"/>
                    </a:cubicBezTo>
                    <a:cubicBezTo>
                      <a:pt x="1766" y="6173"/>
                      <a:pt x="2573" y="6508"/>
                      <a:pt x="341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29" name="Freeform: Shape 13228">
                <a:extLst>
                  <a:ext uri="{FF2B5EF4-FFF2-40B4-BE49-F238E27FC236}">
                    <a16:creationId xmlns:a16="http://schemas.microsoft.com/office/drawing/2014/main" id="{B2CA039A-80C3-FD97-8215-4874A3DCCFC8}"/>
                  </a:ext>
                </a:extLst>
              </p:cNvPr>
              <p:cNvSpPr/>
              <p:nvPr/>
            </p:nvSpPr>
            <p:spPr>
              <a:xfrm>
                <a:off x="9483979" y="5539781"/>
                <a:ext cx="6343" cy="6345"/>
              </a:xfrm>
              <a:custGeom>
                <a:avLst/>
                <a:gdLst>
                  <a:gd name="connsiteX0" fmla="*/ 3414 w 6343"/>
                  <a:gd name="connsiteY0" fmla="*/ 6508 h 6345"/>
                  <a:gd name="connsiteX1" fmla="*/ 5657 w 6343"/>
                  <a:gd name="connsiteY1" fmla="*/ 5578 h 6345"/>
                  <a:gd name="connsiteX2" fmla="*/ 6585 w 6343"/>
                  <a:gd name="connsiteY2" fmla="*/ 3335 h 6345"/>
                  <a:gd name="connsiteX3" fmla="*/ 5657 w 6343"/>
                  <a:gd name="connsiteY3" fmla="*/ 1092 h 6345"/>
                  <a:gd name="connsiteX4" fmla="*/ 3414 w 6343"/>
                  <a:gd name="connsiteY4" fmla="*/ 162 h 6345"/>
                  <a:gd name="connsiteX5" fmla="*/ 1171 w 6343"/>
                  <a:gd name="connsiteY5" fmla="*/ 1092 h 6345"/>
                  <a:gd name="connsiteX6" fmla="*/ 242 w 6343"/>
                  <a:gd name="connsiteY6" fmla="*/ 3335 h 6345"/>
                  <a:gd name="connsiteX7" fmla="*/ 1171 w 6343"/>
                  <a:gd name="connsiteY7" fmla="*/ 5578 h 6345"/>
                  <a:gd name="connsiteX8" fmla="*/ 341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8"/>
                    </a:moveTo>
                    <a:cubicBezTo>
                      <a:pt x="4255" y="6508"/>
                      <a:pt x="5062" y="6173"/>
                      <a:pt x="5657" y="5578"/>
                    </a:cubicBezTo>
                    <a:cubicBezTo>
                      <a:pt x="6251" y="4984"/>
                      <a:pt x="6585" y="4176"/>
                      <a:pt x="6585" y="3335"/>
                    </a:cubicBezTo>
                    <a:cubicBezTo>
                      <a:pt x="6585" y="2494"/>
                      <a:pt x="6251" y="1687"/>
                      <a:pt x="5657" y="1092"/>
                    </a:cubicBezTo>
                    <a:cubicBezTo>
                      <a:pt x="5062" y="497"/>
                      <a:pt x="4255" y="162"/>
                      <a:pt x="3414" y="162"/>
                    </a:cubicBezTo>
                    <a:cubicBezTo>
                      <a:pt x="2573" y="162"/>
                      <a:pt x="1766" y="497"/>
                      <a:pt x="1171" y="1092"/>
                    </a:cubicBezTo>
                    <a:cubicBezTo>
                      <a:pt x="577" y="1687"/>
                      <a:pt x="242" y="2494"/>
                      <a:pt x="242" y="3335"/>
                    </a:cubicBezTo>
                    <a:cubicBezTo>
                      <a:pt x="242" y="4176"/>
                      <a:pt x="577" y="4984"/>
                      <a:pt x="1171" y="5578"/>
                    </a:cubicBezTo>
                    <a:cubicBezTo>
                      <a:pt x="1766" y="6173"/>
                      <a:pt x="2573" y="6508"/>
                      <a:pt x="341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30" name="Freeform: Shape 13229">
                <a:extLst>
                  <a:ext uri="{FF2B5EF4-FFF2-40B4-BE49-F238E27FC236}">
                    <a16:creationId xmlns:a16="http://schemas.microsoft.com/office/drawing/2014/main" id="{12C4E376-7059-5191-2CB4-38328A500E4F}"/>
                  </a:ext>
                </a:extLst>
              </p:cNvPr>
              <p:cNvSpPr/>
              <p:nvPr/>
            </p:nvSpPr>
            <p:spPr>
              <a:xfrm>
                <a:off x="9482319" y="5539038"/>
                <a:ext cx="6343" cy="6345"/>
              </a:xfrm>
              <a:custGeom>
                <a:avLst/>
                <a:gdLst>
                  <a:gd name="connsiteX0" fmla="*/ 3414 w 6343"/>
                  <a:gd name="connsiteY0" fmla="*/ 6508 h 6345"/>
                  <a:gd name="connsiteX1" fmla="*/ 5656 w 6343"/>
                  <a:gd name="connsiteY1" fmla="*/ 5578 h 6345"/>
                  <a:gd name="connsiteX2" fmla="*/ 6585 w 6343"/>
                  <a:gd name="connsiteY2" fmla="*/ 3335 h 6345"/>
                  <a:gd name="connsiteX3" fmla="*/ 5656 w 6343"/>
                  <a:gd name="connsiteY3" fmla="*/ 1092 h 6345"/>
                  <a:gd name="connsiteX4" fmla="*/ 3414 w 6343"/>
                  <a:gd name="connsiteY4" fmla="*/ 162 h 6345"/>
                  <a:gd name="connsiteX5" fmla="*/ 1171 w 6343"/>
                  <a:gd name="connsiteY5" fmla="*/ 1092 h 6345"/>
                  <a:gd name="connsiteX6" fmla="*/ 242 w 6343"/>
                  <a:gd name="connsiteY6" fmla="*/ 3335 h 6345"/>
                  <a:gd name="connsiteX7" fmla="*/ 1171 w 6343"/>
                  <a:gd name="connsiteY7" fmla="*/ 5578 h 6345"/>
                  <a:gd name="connsiteX8" fmla="*/ 341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8"/>
                    </a:moveTo>
                    <a:cubicBezTo>
                      <a:pt x="4255" y="6508"/>
                      <a:pt x="5062" y="6173"/>
                      <a:pt x="5656" y="5578"/>
                    </a:cubicBezTo>
                    <a:cubicBezTo>
                      <a:pt x="6251" y="4983"/>
                      <a:pt x="6585" y="4176"/>
                      <a:pt x="6585" y="3335"/>
                    </a:cubicBezTo>
                    <a:cubicBezTo>
                      <a:pt x="6585" y="2494"/>
                      <a:pt x="6251" y="1687"/>
                      <a:pt x="5656" y="1092"/>
                    </a:cubicBezTo>
                    <a:cubicBezTo>
                      <a:pt x="5062" y="497"/>
                      <a:pt x="4255" y="162"/>
                      <a:pt x="3414" y="162"/>
                    </a:cubicBezTo>
                    <a:cubicBezTo>
                      <a:pt x="2573" y="162"/>
                      <a:pt x="1766" y="497"/>
                      <a:pt x="1171" y="1092"/>
                    </a:cubicBezTo>
                    <a:cubicBezTo>
                      <a:pt x="576" y="1687"/>
                      <a:pt x="242" y="2494"/>
                      <a:pt x="242" y="3335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3" y="6508"/>
                      <a:pt x="341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31" name="Freeform: Shape 13230">
                <a:extLst>
                  <a:ext uri="{FF2B5EF4-FFF2-40B4-BE49-F238E27FC236}">
                    <a16:creationId xmlns:a16="http://schemas.microsoft.com/office/drawing/2014/main" id="{C8A123BC-282A-C55A-101B-7A0606A73A2E}"/>
                  </a:ext>
                </a:extLst>
              </p:cNvPr>
              <p:cNvSpPr/>
              <p:nvPr/>
            </p:nvSpPr>
            <p:spPr>
              <a:xfrm>
                <a:off x="9480834" y="5539389"/>
                <a:ext cx="6343" cy="6345"/>
              </a:xfrm>
              <a:custGeom>
                <a:avLst/>
                <a:gdLst>
                  <a:gd name="connsiteX0" fmla="*/ 3414 w 6343"/>
                  <a:gd name="connsiteY0" fmla="*/ 6508 h 6345"/>
                  <a:gd name="connsiteX1" fmla="*/ 5656 w 6343"/>
                  <a:gd name="connsiteY1" fmla="*/ 5578 h 6345"/>
                  <a:gd name="connsiteX2" fmla="*/ 6585 w 6343"/>
                  <a:gd name="connsiteY2" fmla="*/ 3335 h 6345"/>
                  <a:gd name="connsiteX3" fmla="*/ 5656 w 6343"/>
                  <a:gd name="connsiteY3" fmla="*/ 1092 h 6345"/>
                  <a:gd name="connsiteX4" fmla="*/ 3414 w 6343"/>
                  <a:gd name="connsiteY4" fmla="*/ 162 h 6345"/>
                  <a:gd name="connsiteX5" fmla="*/ 1171 w 6343"/>
                  <a:gd name="connsiteY5" fmla="*/ 1092 h 6345"/>
                  <a:gd name="connsiteX6" fmla="*/ 242 w 6343"/>
                  <a:gd name="connsiteY6" fmla="*/ 3335 h 6345"/>
                  <a:gd name="connsiteX7" fmla="*/ 1171 w 6343"/>
                  <a:gd name="connsiteY7" fmla="*/ 5578 h 6345"/>
                  <a:gd name="connsiteX8" fmla="*/ 341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8"/>
                    </a:moveTo>
                    <a:cubicBezTo>
                      <a:pt x="4255" y="6508"/>
                      <a:pt x="5062" y="6173"/>
                      <a:pt x="5656" y="5578"/>
                    </a:cubicBezTo>
                    <a:cubicBezTo>
                      <a:pt x="6251" y="4983"/>
                      <a:pt x="6585" y="4176"/>
                      <a:pt x="6585" y="3335"/>
                    </a:cubicBezTo>
                    <a:cubicBezTo>
                      <a:pt x="6585" y="2494"/>
                      <a:pt x="6251" y="1687"/>
                      <a:pt x="5656" y="1092"/>
                    </a:cubicBezTo>
                    <a:cubicBezTo>
                      <a:pt x="5062" y="497"/>
                      <a:pt x="4255" y="162"/>
                      <a:pt x="3414" y="162"/>
                    </a:cubicBezTo>
                    <a:cubicBezTo>
                      <a:pt x="2573" y="162"/>
                      <a:pt x="1766" y="497"/>
                      <a:pt x="1171" y="1092"/>
                    </a:cubicBezTo>
                    <a:cubicBezTo>
                      <a:pt x="576" y="1687"/>
                      <a:pt x="242" y="2494"/>
                      <a:pt x="242" y="3335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3" y="6508"/>
                      <a:pt x="341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32" name="Freeform: Shape 13231">
                <a:extLst>
                  <a:ext uri="{FF2B5EF4-FFF2-40B4-BE49-F238E27FC236}">
                    <a16:creationId xmlns:a16="http://schemas.microsoft.com/office/drawing/2014/main" id="{A9732AF1-B1E7-C4FB-0F9C-D0DAFDAC60BE}"/>
                  </a:ext>
                </a:extLst>
              </p:cNvPr>
              <p:cNvSpPr/>
              <p:nvPr/>
            </p:nvSpPr>
            <p:spPr>
              <a:xfrm>
                <a:off x="9479363" y="5539854"/>
                <a:ext cx="6343" cy="6345"/>
              </a:xfrm>
              <a:custGeom>
                <a:avLst/>
                <a:gdLst>
                  <a:gd name="connsiteX0" fmla="*/ 3414 w 6343"/>
                  <a:gd name="connsiteY0" fmla="*/ 6508 h 6345"/>
                  <a:gd name="connsiteX1" fmla="*/ 5656 w 6343"/>
                  <a:gd name="connsiteY1" fmla="*/ 5579 h 6345"/>
                  <a:gd name="connsiteX2" fmla="*/ 6585 w 6343"/>
                  <a:gd name="connsiteY2" fmla="*/ 3335 h 6345"/>
                  <a:gd name="connsiteX3" fmla="*/ 5656 w 6343"/>
                  <a:gd name="connsiteY3" fmla="*/ 1092 h 6345"/>
                  <a:gd name="connsiteX4" fmla="*/ 3414 w 6343"/>
                  <a:gd name="connsiteY4" fmla="*/ 162 h 6345"/>
                  <a:gd name="connsiteX5" fmla="*/ 1171 w 6343"/>
                  <a:gd name="connsiteY5" fmla="*/ 1092 h 6345"/>
                  <a:gd name="connsiteX6" fmla="*/ 242 w 6343"/>
                  <a:gd name="connsiteY6" fmla="*/ 3335 h 6345"/>
                  <a:gd name="connsiteX7" fmla="*/ 1171 w 6343"/>
                  <a:gd name="connsiteY7" fmla="*/ 5579 h 6345"/>
                  <a:gd name="connsiteX8" fmla="*/ 341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8"/>
                    </a:moveTo>
                    <a:cubicBezTo>
                      <a:pt x="4255" y="6508"/>
                      <a:pt x="5061" y="6173"/>
                      <a:pt x="5656" y="5579"/>
                    </a:cubicBezTo>
                    <a:cubicBezTo>
                      <a:pt x="6251" y="4984"/>
                      <a:pt x="6585" y="4176"/>
                      <a:pt x="6585" y="3335"/>
                    </a:cubicBezTo>
                    <a:cubicBezTo>
                      <a:pt x="6585" y="2494"/>
                      <a:pt x="6251" y="1687"/>
                      <a:pt x="5656" y="1092"/>
                    </a:cubicBezTo>
                    <a:cubicBezTo>
                      <a:pt x="5061" y="497"/>
                      <a:pt x="4255" y="162"/>
                      <a:pt x="3414" y="162"/>
                    </a:cubicBezTo>
                    <a:cubicBezTo>
                      <a:pt x="2572" y="162"/>
                      <a:pt x="1766" y="497"/>
                      <a:pt x="1171" y="1092"/>
                    </a:cubicBezTo>
                    <a:cubicBezTo>
                      <a:pt x="576" y="1687"/>
                      <a:pt x="242" y="2494"/>
                      <a:pt x="242" y="3335"/>
                    </a:cubicBezTo>
                    <a:cubicBezTo>
                      <a:pt x="242" y="4176"/>
                      <a:pt x="576" y="4984"/>
                      <a:pt x="1171" y="5579"/>
                    </a:cubicBezTo>
                    <a:cubicBezTo>
                      <a:pt x="1766" y="6173"/>
                      <a:pt x="2572" y="6508"/>
                      <a:pt x="341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33" name="Freeform: Shape 13232">
                <a:extLst>
                  <a:ext uri="{FF2B5EF4-FFF2-40B4-BE49-F238E27FC236}">
                    <a16:creationId xmlns:a16="http://schemas.microsoft.com/office/drawing/2014/main" id="{217B25F4-DFA1-012D-B801-E607549C1EB9}"/>
                  </a:ext>
                </a:extLst>
              </p:cNvPr>
              <p:cNvSpPr/>
              <p:nvPr/>
            </p:nvSpPr>
            <p:spPr>
              <a:xfrm>
                <a:off x="9477854" y="5540064"/>
                <a:ext cx="6343" cy="6345"/>
              </a:xfrm>
              <a:custGeom>
                <a:avLst/>
                <a:gdLst>
                  <a:gd name="connsiteX0" fmla="*/ 3413 w 6343"/>
                  <a:gd name="connsiteY0" fmla="*/ 6508 h 6345"/>
                  <a:gd name="connsiteX1" fmla="*/ 5656 w 6343"/>
                  <a:gd name="connsiteY1" fmla="*/ 5579 h 6345"/>
                  <a:gd name="connsiteX2" fmla="*/ 6585 w 6343"/>
                  <a:gd name="connsiteY2" fmla="*/ 3335 h 6345"/>
                  <a:gd name="connsiteX3" fmla="*/ 5656 w 6343"/>
                  <a:gd name="connsiteY3" fmla="*/ 1092 h 6345"/>
                  <a:gd name="connsiteX4" fmla="*/ 3413 w 6343"/>
                  <a:gd name="connsiteY4" fmla="*/ 162 h 6345"/>
                  <a:gd name="connsiteX5" fmla="*/ 1171 w 6343"/>
                  <a:gd name="connsiteY5" fmla="*/ 1092 h 6345"/>
                  <a:gd name="connsiteX6" fmla="*/ 242 w 6343"/>
                  <a:gd name="connsiteY6" fmla="*/ 3335 h 6345"/>
                  <a:gd name="connsiteX7" fmla="*/ 1171 w 6343"/>
                  <a:gd name="connsiteY7" fmla="*/ 5579 h 6345"/>
                  <a:gd name="connsiteX8" fmla="*/ 341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8"/>
                    </a:moveTo>
                    <a:cubicBezTo>
                      <a:pt x="4255" y="6508"/>
                      <a:pt x="5061" y="6173"/>
                      <a:pt x="5656" y="5579"/>
                    </a:cubicBezTo>
                    <a:cubicBezTo>
                      <a:pt x="6251" y="4984"/>
                      <a:pt x="6585" y="4176"/>
                      <a:pt x="6585" y="3335"/>
                    </a:cubicBezTo>
                    <a:cubicBezTo>
                      <a:pt x="6585" y="2494"/>
                      <a:pt x="6251" y="1687"/>
                      <a:pt x="5656" y="1092"/>
                    </a:cubicBezTo>
                    <a:cubicBezTo>
                      <a:pt x="5061" y="497"/>
                      <a:pt x="4255" y="162"/>
                      <a:pt x="3413" y="162"/>
                    </a:cubicBezTo>
                    <a:cubicBezTo>
                      <a:pt x="2572" y="162"/>
                      <a:pt x="1766" y="497"/>
                      <a:pt x="1171" y="1092"/>
                    </a:cubicBezTo>
                    <a:cubicBezTo>
                      <a:pt x="576" y="1687"/>
                      <a:pt x="242" y="2494"/>
                      <a:pt x="242" y="3335"/>
                    </a:cubicBezTo>
                    <a:cubicBezTo>
                      <a:pt x="242" y="4176"/>
                      <a:pt x="576" y="4984"/>
                      <a:pt x="1171" y="5579"/>
                    </a:cubicBezTo>
                    <a:cubicBezTo>
                      <a:pt x="1766" y="6173"/>
                      <a:pt x="2572" y="6508"/>
                      <a:pt x="341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34" name="Freeform: Shape 13233">
                <a:extLst>
                  <a:ext uri="{FF2B5EF4-FFF2-40B4-BE49-F238E27FC236}">
                    <a16:creationId xmlns:a16="http://schemas.microsoft.com/office/drawing/2014/main" id="{CA169D97-3410-81EE-A9BD-73832F840525}"/>
                  </a:ext>
                </a:extLst>
              </p:cNvPr>
              <p:cNvSpPr/>
              <p:nvPr/>
            </p:nvSpPr>
            <p:spPr>
              <a:xfrm>
                <a:off x="9476344" y="5540265"/>
                <a:ext cx="6343" cy="6345"/>
              </a:xfrm>
              <a:custGeom>
                <a:avLst/>
                <a:gdLst>
                  <a:gd name="connsiteX0" fmla="*/ 3413 w 6343"/>
                  <a:gd name="connsiteY0" fmla="*/ 6508 h 6345"/>
                  <a:gd name="connsiteX1" fmla="*/ 5656 w 6343"/>
                  <a:gd name="connsiteY1" fmla="*/ 5579 h 6345"/>
                  <a:gd name="connsiteX2" fmla="*/ 6585 w 6343"/>
                  <a:gd name="connsiteY2" fmla="*/ 3335 h 6345"/>
                  <a:gd name="connsiteX3" fmla="*/ 5656 w 6343"/>
                  <a:gd name="connsiteY3" fmla="*/ 1092 h 6345"/>
                  <a:gd name="connsiteX4" fmla="*/ 3413 w 6343"/>
                  <a:gd name="connsiteY4" fmla="*/ 162 h 6345"/>
                  <a:gd name="connsiteX5" fmla="*/ 1171 w 6343"/>
                  <a:gd name="connsiteY5" fmla="*/ 1092 h 6345"/>
                  <a:gd name="connsiteX6" fmla="*/ 242 w 6343"/>
                  <a:gd name="connsiteY6" fmla="*/ 3335 h 6345"/>
                  <a:gd name="connsiteX7" fmla="*/ 1171 w 6343"/>
                  <a:gd name="connsiteY7" fmla="*/ 5579 h 6345"/>
                  <a:gd name="connsiteX8" fmla="*/ 341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8"/>
                    </a:moveTo>
                    <a:cubicBezTo>
                      <a:pt x="4254" y="6508"/>
                      <a:pt x="5061" y="6173"/>
                      <a:pt x="5656" y="5579"/>
                    </a:cubicBezTo>
                    <a:cubicBezTo>
                      <a:pt x="6251" y="4984"/>
                      <a:pt x="6585" y="4177"/>
                      <a:pt x="6585" y="3335"/>
                    </a:cubicBezTo>
                    <a:cubicBezTo>
                      <a:pt x="6585" y="2494"/>
                      <a:pt x="6251" y="1687"/>
                      <a:pt x="5656" y="1092"/>
                    </a:cubicBezTo>
                    <a:cubicBezTo>
                      <a:pt x="5061" y="497"/>
                      <a:pt x="4254" y="162"/>
                      <a:pt x="3413" y="162"/>
                    </a:cubicBezTo>
                    <a:cubicBezTo>
                      <a:pt x="2572" y="162"/>
                      <a:pt x="1765" y="497"/>
                      <a:pt x="1171" y="1092"/>
                    </a:cubicBezTo>
                    <a:cubicBezTo>
                      <a:pt x="576" y="1687"/>
                      <a:pt x="242" y="2494"/>
                      <a:pt x="242" y="3335"/>
                    </a:cubicBezTo>
                    <a:cubicBezTo>
                      <a:pt x="242" y="4177"/>
                      <a:pt x="576" y="4984"/>
                      <a:pt x="1171" y="5579"/>
                    </a:cubicBezTo>
                    <a:cubicBezTo>
                      <a:pt x="1765" y="6173"/>
                      <a:pt x="2572" y="6508"/>
                      <a:pt x="341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35" name="Freeform: Shape 13234">
                <a:extLst>
                  <a:ext uri="{FF2B5EF4-FFF2-40B4-BE49-F238E27FC236}">
                    <a16:creationId xmlns:a16="http://schemas.microsoft.com/office/drawing/2014/main" id="{F95B51BA-A04A-9FD2-A362-69E5DBE0188D}"/>
                  </a:ext>
                </a:extLst>
              </p:cNvPr>
              <p:cNvSpPr/>
              <p:nvPr/>
            </p:nvSpPr>
            <p:spPr>
              <a:xfrm>
                <a:off x="9474810" y="5540272"/>
                <a:ext cx="6343" cy="6345"/>
              </a:xfrm>
              <a:custGeom>
                <a:avLst/>
                <a:gdLst>
                  <a:gd name="connsiteX0" fmla="*/ 3413 w 6343"/>
                  <a:gd name="connsiteY0" fmla="*/ 6508 h 6345"/>
                  <a:gd name="connsiteX1" fmla="*/ 5656 w 6343"/>
                  <a:gd name="connsiteY1" fmla="*/ 5579 h 6345"/>
                  <a:gd name="connsiteX2" fmla="*/ 6585 w 6343"/>
                  <a:gd name="connsiteY2" fmla="*/ 3335 h 6345"/>
                  <a:gd name="connsiteX3" fmla="*/ 5656 w 6343"/>
                  <a:gd name="connsiteY3" fmla="*/ 1092 h 6345"/>
                  <a:gd name="connsiteX4" fmla="*/ 3413 w 6343"/>
                  <a:gd name="connsiteY4" fmla="*/ 162 h 6345"/>
                  <a:gd name="connsiteX5" fmla="*/ 1171 w 6343"/>
                  <a:gd name="connsiteY5" fmla="*/ 1092 h 6345"/>
                  <a:gd name="connsiteX6" fmla="*/ 242 w 6343"/>
                  <a:gd name="connsiteY6" fmla="*/ 3335 h 6345"/>
                  <a:gd name="connsiteX7" fmla="*/ 1171 w 6343"/>
                  <a:gd name="connsiteY7" fmla="*/ 5579 h 6345"/>
                  <a:gd name="connsiteX8" fmla="*/ 341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8"/>
                    </a:moveTo>
                    <a:cubicBezTo>
                      <a:pt x="4254" y="6508"/>
                      <a:pt x="5061" y="6173"/>
                      <a:pt x="5656" y="5579"/>
                    </a:cubicBezTo>
                    <a:cubicBezTo>
                      <a:pt x="6251" y="4984"/>
                      <a:pt x="6585" y="4177"/>
                      <a:pt x="6585" y="3335"/>
                    </a:cubicBezTo>
                    <a:cubicBezTo>
                      <a:pt x="6585" y="2494"/>
                      <a:pt x="6251" y="1687"/>
                      <a:pt x="5656" y="1092"/>
                    </a:cubicBezTo>
                    <a:cubicBezTo>
                      <a:pt x="5061" y="497"/>
                      <a:pt x="4254" y="162"/>
                      <a:pt x="3413" y="162"/>
                    </a:cubicBezTo>
                    <a:cubicBezTo>
                      <a:pt x="2572" y="162"/>
                      <a:pt x="1765" y="497"/>
                      <a:pt x="1171" y="1092"/>
                    </a:cubicBezTo>
                    <a:cubicBezTo>
                      <a:pt x="576" y="1687"/>
                      <a:pt x="242" y="2494"/>
                      <a:pt x="242" y="3335"/>
                    </a:cubicBezTo>
                    <a:cubicBezTo>
                      <a:pt x="242" y="4177"/>
                      <a:pt x="576" y="4984"/>
                      <a:pt x="1171" y="5579"/>
                    </a:cubicBezTo>
                    <a:cubicBezTo>
                      <a:pt x="1765" y="6173"/>
                      <a:pt x="2572" y="6508"/>
                      <a:pt x="341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36" name="Freeform: Shape 13235">
                <a:extLst>
                  <a:ext uri="{FF2B5EF4-FFF2-40B4-BE49-F238E27FC236}">
                    <a16:creationId xmlns:a16="http://schemas.microsoft.com/office/drawing/2014/main" id="{D2468A24-D803-8565-14C2-BCFBA1146AEF}"/>
                  </a:ext>
                </a:extLst>
              </p:cNvPr>
              <p:cNvSpPr/>
              <p:nvPr/>
            </p:nvSpPr>
            <p:spPr>
              <a:xfrm>
                <a:off x="9473256" y="5540084"/>
                <a:ext cx="6343" cy="6345"/>
              </a:xfrm>
              <a:custGeom>
                <a:avLst/>
                <a:gdLst>
                  <a:gd name="connsiteX0" fmla="*/ 3413 w 6343"/>
                  <a:gd name="connsiteY0" fmla="*/ 6508 h 6345"/>
                  <a:gd name="connsiteX1" fmla="*/ 5656 w 6343"/>
                  <a:gd name="connsiteY1" fmla="*/ 5579 h 6345"/>
                  <a:gd name="connsiteX2" fmla="*/ 6585 w 6343"/>
                  <a:gd name="connsiteY2" fmla="*/ 3335 h 6345"/>
                  <a:gd name="connsiteX3" fmla="*/ 5656 w 6343"/>
                  <a:gd name="connsiteY3" fmla="*/ 1092 h 6345"/>
                  <a:gd name="connsiteX4" fmla="*/ 3413 w 6343"/>
                  <a:gd name="connsiteY4" fmla="*/ 162 h 6345"/>
                  <a:gd name="connsiteX5" fmla="*/ 1170 w 6343"/>
                  <a:gd name="connsiteY5" fmla="*/ 1092 h 6345"/>
                  <a:gd name="connsiteX6" fmla="*/ 242 w 6343"/>
                  <a:gd name="connsiteY6" fmla="*/ 3335 h 6345"/>
                  <a:gd name="connsiteX7" fmla="*/ 1170 w 6343"/>
                  <a:gd name="connsiteY7" fmla="*/ 5579 h 6345"/>
                  <a:gd name="connsiteX8" fmla="*/ 341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8"/>
                    </a:moveTo>
                    <a:cubicBezTo>
                      <a:pt x="4254" y="6508"/>
                      <a:pt x="5061" y="6173"/>
                      <a:pt x="5656" y="5579"/>
                    </a:cubicBezTo>
                    <a:cubicBezTo>
                      <a:pt x="6250" y="4984"/>
                      <a:pt x="6585" y="4176"/>
                      <a:pt x="6585" y="3335"/>
                    </a:cubicBezTo>
                    <a:cubicBezTo>
                      <a:pt x="6585" y="2494"/>
                      <a:pt x="6250" y="1687"/>
                      <a:pt x="5656" y="1092"/>
                    </a:cubicBezTo>
                    <a:cubicBezTo>
                      <a:pt x="5061" y="497"/>
                      <a:pt x="4254" y="162"/>
                      <a:pt x="3413" y="162"/>
                    </a:cubicBezTo>
                    <a:cubicBezTo>
                      <a:pt x="2572" y="162"/>
                      <a:pt x="1765" y="497"/>
                      <a:pt x="1170" y="1092"/>
                    </a:cubicBezTo>
                    <a:cubicBezTo>
                      <a:pt x="576" y="1687"/>
                      <a:pt x="242" y="2494"/>
                      <a:pt x="242" y="3335"/>
                    </a:cubicBezTo>
                    <a:cubicBezTo>
                      <a:pt x="242" y="4176"/>
                      <a:pt x="576" y="4984"/>
                      <a:pt x="1170" y="5579"/>
                    </a:cubicBezTo>
                    <a:cubicBezTo>
                      <a:pt x="1765" y="6173"/>
                      <a:pt x="2572" y="6508"/>
                      <a:pt x="341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37" name="Freeform: Shape 13236">
                <a:extLst>
                  <a:ext uri="{FF2B5EF4-FFF2-40B4-BE49-F238E27FC236}">
                    <a16:creationId xmlns:a16="http://schemas.microsoft.com/office/drawing/2014/main" id="{D4BE4AF1-D893-4267-7075-831DEA124E7F}"/>
                  </a:ext>
                </a:extLst>
              </p:cNvPr>
              <p:cNvSpPr/>
              <p:nvPr/>
            </p:nvSpPr>
            <p:spPr>
              <a:xfrm>
                <a:off x="9471705" y="5539886"/>
                <a:ext cx="6343" cy="6345"/>
              </a:xfrm>
              <a:custGeom>
                <a:avLst/>
                <a:gdLst>
                  <a:gd name="connsiteX0" fmla="*/ 3413 w 6343"/>
                  <a:gd name="connsiteY0" fmla="*/ 6508 h 6345"/>
                  <a:gd name="connsiteX1" fmla="*/ 5656 w 6343"/>
                  <a:gd name="connsiteY1" fmla="*/ 5579 h 6345"/>
                  <a:gd name="connsiteX2" fmla="*/ 6585 w 6343"/>
                  <a:gd name="connsiteY2" fmla="*/ 3335 h 6345"/>
                  <a:gd name="connsiteX3" fmla="*/ 5656 w 6343"/>
                  <a:gd name="connsiteY3" fmla="*/ 1092 h 6345"/>
                  <a:gd name="connsiteX4" fmla="*/ 3413 w 6343"/>
                  <a:gd name="connsiteY4" fmla="*/ 162 h 6345"/>
                  <a:gd name="connsiteX5" fmla="*/ 1170 w 6343"/>
                  <a:gd name="connsiteY5" fmla="*/ 1092 h 6345"/>
                  <a:gd name="connsiteX6" fmla="*/ 241 w 6343"/>
                  <a:gd name="connsiteY6" fmla="*/ 3335 h 6345"/>
                  <a:gd name="connsiteX7" fmla="*/ 1170 w 6343"/>
                  <a:gd name="connsiteY7" fmla="*/ 5579 h 6345"/>
                  <a:gd name="connsiteX8" fmla="*/ 341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8"/>
                    </a:moveTo>
                    <a:cubicBezTo>
                      <a:pt x="4254" y="6508"/>
                      <a:pt x="5061" y="6173"/>
                      <a:pt x="5656" y="5579"/>
                    </a:cubicBezTo>
                    <a:cubicBezTo>
                      <a:pt x="6250" y="4984"/>
                      <a:pt x="6585" y="4176"/>
                      <a:pt x="6585" y="3335"/>
                    </a:cubicBezTo>
                    <a:cubicBezTo>
                      <a:pt x="6585" y="2494"/>
                      <a:pt x="6250" y="1687"/>
                      <a:pt x="5656" y="1092"/>
                    </a:cubicBezTo>
                    <a:cubicBezTo>
                      <a:pt x="5061" y="497"/>
                      <a:pt x="4254" y="162"/>
                      <a:pt x="3413" y="162"/>
                    </a:cubicBezTo>
                    <a:cubicBezTo>
                      <a:pt x="2572" y="162"/>
                      <a:pt x="1765" y="497"/>
                      <a:pt x="1170" y="1092"/>
                    </a:cubicBezTo>
                    <a:cubicBezTo>
                      <a:pt x="576" y="1687"/>
                      <a:pt x="241" y="2494"/>
                      <a:pt x="241" y="3335"/>
                    </a:cubicBezTo>
                    <a:cubicBezTo>
                      <a:pt x="241" y="4176"/>
                      <a:pt x="576" y="4984"/>
                      <a:pt x="1170" y="5579"/>
                    </a:cubicBezTo>
                    <a:cubicBezTo>
                      <a:pt x="1765" y="6173"/>
                      <a:pt x="2572" y="6508"/>
                      <a:pt x="341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38" name="Freeform: Shape 13237">
                <a:extLst>
                  <a:ext uri="{FF2B5EF4-FFF2-40B4-BE49-F238E27FC236}">
                    <a16:creationId xmlns:a16="http://schemas.microsoft.com/office/drawing/2014/main" id="{22E9015B-23DB-A182-83EB-669D737FAC44}"/>
                  </a:ext>
                </a:extLst>
              </p:cNvPr>
              <p:cNvSpPr/>
              <p:nvPr/>
            </p:nvSpPr>
            <p:spPr>
              <a:xfrm>
                <a:off x="9470158" y="5539678"/>
                <a:ext cx="6343" cy="6345"/>
              </a:xfrm>
              <a:custGeom>
                <a:avLst/>
                <a:gdLst>
                  <a:gd name="connsiteX0" fmla="*/ 3413 w 6343"/>
                  <a:gd name="connsiteY0" fmla="*/ 6508 h 6345"/>
                  <a:gd name="connsiteX1" fmla="*/ 5655 w 6343"/>
                  <a:gd name="connsiteY1" fmla="*/ 5578 h 6345"/>
                  <a:gd name="connsiteX2" fmla="*/ 6584 w 6343"/>
                  <a:gd name="connsiteY2" fmla="*/ 3335 h 6345"/>
                  <a:gd name="connsiteX3" fmla="*/ 5655 w 6343"/>
                  <a:gd name="connsiteY3" fmla="*/ 1092 h 6345"/>
                  <a:gd name="connsiteX4" fmla="*/ 3413 w 6343"/>
                  <a:gd name="connsiteY4" fmla="*/ 162 h 6345"/>
                  <a:gd name="connsiteX5" fmla="*/ 1170 w 6343"/>
                  <a:gd name="connsiteY5" fmla="*/ 1092 h 6345"/>
                  <a:gd name="connsiteX6" fmla="*/ 241 w 6343"/>
                  <a:gd name="connsiteY6" fmla="*/ 3335 h 6345"/>
                  <a:gd name="connsiteX7" fmla="*/ 1170 w 6343"/>
                  <a:gd name="connsiteY7" fmla="*/ 5578 h 6345"/>
                  <a:gd name="connsiteX8" fmla="*/ 341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8"/>
                    </a:moveTo>
                    <a:cubicBezTo>
                      <a:pt x="4254" y="6508"/>
                      <a:pt x="5061" y="6173"/>
                      <a:pt x="5655" y="5578"/>
                    </a:cubicBezTo>
                    <a:cubicBezTo>
                      <a:pt x="6250" y="4984"/>
                      <a:pt x="6584" y="4176"/>
                      <a:pt x="6584" y="3335"/>
                    </a:cubicBezTo>
                    <a:cubicBezTo>
                      <a:pt x="6584" y="2494"/>
                      <a:pt x="6250" y="1687"/>
                      <a:pt x="5655" y="1092"/>
                    </a:cubicBezTo>
                    <a:cubicBezTo>
                      <a:pt x="5061" y="497"/>
                      <a:pt x="4254" y="162"/>
                      <a:pt x="3413" y="162"/>
                    </a:cubicBezTo>
                    <a:cubicBezTo>
                      <a:pt x="2572" y="162"/>
                      <a:pt x="1765" y="497"/>
                      <a:pt x="1170" y="1092"/>
                    </a:cubicBezTo>
                    <a:cubicBezTo>
                      <a:pt x="575" y="1687"/>
                      <a:pt x="241" y="2494"/>
                      <a:pt x="241" y="3335"/>
                    </a:cubicBezTo>
                    <a:cubicBezTo>
                      <a:pt x="241" y="4176"/>
                      <a:pt x="575" y="4984"/>
                      <a:pt x="1170" y="5578"/>
                    </a:cubicBezTo>
                    <a:cubicBezTo>
                      <a:pt x="1765" y="6173"/>
                      <a:pt x="2572" y="6508"/>
                      <a:pt x="341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39" name="Freeform: Shape 13238">
                <a:extLst>
                  <a:ext uri="{FF2B5EF4-FFF2-40B4-BE49-F238E27FC236}">
                    <a16:creationId xmlns:a16="http://schemas.microsoft.com/office/drawing/2014/main" id="{E757D845-8E3D-07BD-1482-A46C7D3E869B}"/>
                  </a:ext>
                </a:extLst>
              </p:cNvPr>
              <p:cNvSpPr/>
              <p:nvPr/>
            </p:nvSpPr>
            <p:spPr>
              <a:xfrm>
                <a:off x="9468608" y="5539399"/>
                <a:ext cx="6343" cy="6345"/>
              </a:xfrm>
              <a:custGeom>
                <a:avLst/>
                <a:gdLst>
                  <a:gd name="connsiteX0" fmla="*/ 3413 w 6343"/>
                  <a:gd name="connsiteY0" fmla="*/ 6508 h 6345"/>
                  <a:gd name="connsiteX1" fmla="*/ 5655 w 6343"/>
                  <a:gd name="connsiteY1" fmla="*/ 5578 h 6345"/>
                  <a:gd name="connsiteX2" fmla="*/ 6584 w 6343"/>
                  <a:gd name="connsiteY2" fmla="*/ 3335 h 6345"/>
                  <a:gd name="connsiteX3" fmla="*/ 5655 w 6343"/>
                  <a:gd name="connsiteY3" fmla="*/ 1092 h 6345"/>
                  <a:gd name="connsiteX4" fmla="*/ 3413 w 6343"/>
                  <a:gd name="connsiteY4" fmla="*/ 162 h 6345"/>
                  <a:gd name="connsiteX5" fmla="*/ 1170 w 6343"/>
                  <a:gd name="connsiteY5" fmla="*/ 1092 h 6345"/>
                  <a:gd name="connsiteX6" fmla="*/ 241 w 6343"/>
                  <a:gd name="connsiteY6" fmla="*/ 3335 h 6345"/>
                  <a:gd name="connsiteX7" fmla="*/ 1170 w 6343"/>
                  <a:gd name="connsiteY7" fmla="*/ 5578 h 6345"/>
                  <a:gd name="connsiteX8" fmla="*/ 341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8"/>
                    </a:moveTo>
                    <a:cubicBezTo>
                      <a:pt x="4254" y="6508"/>
                      <a:pt x="5061" y="6173"/>
                      <a:pt x="5655" y="5578"/>
                    </a:cubicBezTo>
                    <a:cubicBezTo>
                      <a:pt x="6250" y="4983"/>
                      <a:pt x="6584" y="4176"/>
                      <a:pt x="6584" y="3335"/>
                    </a:cubicBezTo>
                    <a:cubicBezTo>
                      <a:pt x="6584" y="2494"/>
                      <a:pt x="6250" y="1687"/>
                      <a:pt x="5655" y="1092"/>
                    </a:cubicBezTo>
                    <a:cubicBezTo>
                      <a:pt x="5061" y="497"/>
                      <a:pt x="4254" y="162"/>
                      <a:pt x="3413" y="162"/>
                    </a:cubicBezTo>
                    <a:cubicBezTo>
                      <a:pt x="2572" y="162"/>
                      <a:pt x="1765" y="497"/>
                      <a:pt x="1170" y="1092"/>
                    </a:cubicBezTo>
                    <a:cubicBezTo>
                      <a:pt x="575" y="1687"/>
                      <a:pt x="241" y="2494"/>
                      <a:pt x="241" y="3335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3"/>
                      <a:pt x="2572" y="6508"/>
                      <a:pt x="341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40" name="Freeform: Shape 13239">
                <a:extLst>
                  <a:ext uri="{FF2B5EF4-FFF2-40B4-BE49-F238E27FC236}">
                    <a16:creationId xmlns:a16="http://schemas.microsoft.com/office/drawing/2014/main" id="{5B603850-56D3-D61C-9D07-D2065216693A}"/>
                  </a:ext>
                </a:extLst>
              </p:cNvPr>
              <p:cNvSpPr/>
              <p:nvPr/>
            </p:nvSpPr>
            <p:spPr>
              <a:xfrm>
                <a:off x="9467119" y="5539729"/>
                <a:ext cx="6343" cy="6345"/>
              </a:xfrm>
              <a:custGeom>
                <a:avLst/>
                <a:gdLst>
                  <a:gd name="connsiteX0" fmla="*/ 3413 w 6343"/>
                  <a:gd name="connsiteY0" fmla="*/ 6508 h 6345"/>
                  <a:gd name="connsiteX1" fmla="*/ 5655 w 6343"/>
                  <a:gd name="connsiteY1" fmla="*/ 5578 h 6345"/>
                  <a:gd name="connsiteX2" fmla="*/ 6584 w 6343"/>
                  <a:gd name="connsiteY2" fmla="*/ 3335 h 6345"/>
                  <a:gd name="connsiteX3" fmla="*/ 5655 w 6343"/>
                  <a:gd name="connsiteY3" fmla="*/ 1092 h 6345"/>
                  <a:gd name="connsiteX4" fmla="*/ 3413 w 6343"/>
                  <a:gd name="connsiteY4" fmla="*/ 162 h 6345"/>
                  <a:gd name="connsiteX5" fmla="*/ 1170 w 6343"/>
                  <a:gd name="connsiteY5" fmla="*/ 1092 h 6345"/>
                  <a:gd name="connsiteX6" fmla="*/ 241 w 6343"/>
                  <a:gd name="connsiteY6" fmla="*/ 3335 h 6345"/>
                  <a:gd name="connsiteX7" fmla="*/ 1170 w 6343"/>
                  <a:gd name="connsiteY7" fmla="*/ 5578 h 6345"/>
                  <a:gd name="connsiteX8" fmla="*/ 341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8"/>
                    </a:moveTo>
                    <a:cubicBezTo>
                      <a:pt x="4254" y="6508"/>
                      <a:pt x="5060" y="6173"/>
                      <a:pt x="5655" y="5578"/>
                    </a:cubicBezTo>
                    <a:cubicBezTo>
                      <a:pt x="6250" y="4984"/>
                      <a:pt x="6584" y="4176"/>
                      <a:pt x="6584" y="3335"/>
                    </a:cubicBezTo>
                    <a:cubicBezTo>
                      <a:pt x="6584" y="2494"/>
                      <a:pt x="6250" y="1687"/>
                      <a:pt x="5655" y="1092"/>
                    </a:cubicBezTo>
                    <a:cubicBezTo>
                      <a:pt x="5060" y="497"/>
                      <a:pt x="4254" y="162"/>
                      <a:pt x="3413" y="162"/>
                    </a:cubicBezTo>
                    <a:cubicBezTo>
                      <a:pt x="2572" y="162"/>
                      <a:pt x="1765" y="497"/>
                      <a:pt x="1170" y="1092"/>
                    </a:cubicBezTo>
                    <a:cubicBezTo>
                      <a:pt x="575" y="1687"/>
                      <a:pt x="241" y="2494"/>
                      <a:pt x="241" y="3335"/>
                    </a:cubicBezTo>
                    <a:cubicBezTo>
                      <a:pt x="241" y="4176"/>
                      <a:pt x="575" y="4984"/>
                      <a:pt x="1170" y="5578"/>
                    </a:cubicBezTo>
                    <a:cubicBezTo>
                      <a:pt x="1765" y="6173"/>
                      <a:pt x="2572" y="6508"/>
                      <a:pt x="341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41" name="Freeform: Shape 13240">
                <a:extLst>
                  <a:ext uri="{FF2B5EF4-FFF2-40B4-BE49-F238E27FC236}">
                    <a16:creationId xmlns:a16="http://schemas.microsoft.com/office/drawing/2014/main" id="{40AC61FE-0DBD-DD55-B5A7-982FC4BF4CEC}"/>
                  </a:ext>
                </a:extLst>
              </p:cNvPr>
              <p:cNvSpPr/>
              <p:nvPr/>
            </p:nvSpPr>
            <p:spPr>
              <a:xfrm>
                <a:off x="9465643" y="5540235"/>
                <a:ext cx="6343" cy="6345"/>
              </a:xfrm>
              <a:custGeom>
                <a:avLst/>
                <a:gdLst>
                  <a:gd name="connsiteX0" fmla="*/ 3412 w 6343"/>
                  <a:gd name="connsiteY0" fmla="*/ 6508 h 6345"/>
                  <a:gd name="connsiteX1" fmla="*/ 5655 w 6343"/>
                  <a:gd name="connsiteY1" fmla="*/ 5579 h 6345"/>
                  <a:gd name="connsiteX2" fmla="*/ 6584 w 6343"/>
                  <a:gd name="connsiteY2" fmla="*/ 3335 h 6345"/>
                  <a:gd name="connsiteX3" fmla="*/ 5655 w 6343"/>
                  <a:gd name="connsiteY3" fmla="*/ 1092 h 6345"/>
                  <a:gd name="connsiteX4" fmla="*/ 3412 w 6343"/>
                  <a:gd name="connsiteY4" fmla="*/ 162 h 6345"/>
                  <a:gd name="connsiteX5" fmla="*/ 1170 w 6343"/>
                  <a:gd name="connsiteY5" fmla="*/ 1092 h 6345"/>
                  <a:gd name="connsiteX6" fmla="*/ 241 w 6343"/>
                  <a:gd name="connsiteY6" fmla="*/ 3335 h 6345"/>
                  <a:gd name="connsiteX7" fmla="*/ 1170 w 6343"/>
                  <a:gd name="connsiteY7" fmla="*/ 5579 h 6345"/>
                  <a:gd name="connsiteX8" fmla="*/ 341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8"/>
                    </a:moveTo>
                    <a:cubicBezTo>
                      <a:pt x="4254" y="6508"/>
                      <a:pt x="5060" y="6173"/>
                      <a:pt x="5655" y="5579"/>
                    </a:cubicBezTo>
                    <a:cubicBezTo>
                      <a:pt x="6250" y="4984"/>
                      <a:pt x="6584" y="4177"/>
                      <a:pt x="6584" y="3335"/>
                    </a:cubicBezTo>
                    <a:cubicBezTo>
                      <a:pt x="6584" y="2494"/>
                      <a:pt x="6250" y="1687"/>
                      <a:pt x="5655" y="1092"/>
                    </a:cubicBezTo>
                    <a:cubicBezTo>
                      <a:pt x="5060" y="497"/>
                      <a:pt x="4254" y="162"/>
                      <a:pt x="3412" y="162"/>
                    </a:cubicBezTo>
                    <a:cubicBezTo>
                      <a:pt x="2571" y="162"/>
                      <a:pt x="1765" y="497"/>
                      <a:pt x="1170" y="1092"/>
                    </a:cubicBezTo>
                    <a:cubicBezTo>
                      <a:pt x="575" y="1687"/>
                      <a:pt x="241" y="2494"/>
                      <a:pt x="241" y="3335"/>
                    </a:cubicBezTo>
                    <a:cubicBezTo>
                      <a:pt x="241" y="4177"/>
                      <a:pt x="575" y="4984"/>
                      <a:pt x="1170" y="5579"/>
                    </a:cubicBezTo>
                    <a:cubicBezTo>
                      <a:pt x="1765" y="6173"/>
                      <a:pt x="2571" y="6508"/>
                      <a:pt x="341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42" name="Freeform: Shape 13241">
                <a:extLst>
                  <a:ext uri="{FF2B5EF4-FFF2-40B4-BE49-F238E27FC236}">
                    <a16:creationId xmlns:a16="http://schemas.microsoft.com/office/drawing/2014/main" id="{3D3BD7A4-A2FA-8DA9-563B-B1A835D89A61}"/>
                  </a:ext>
                </a:extLst>
              </p:cNvPr>
              <p:cNvSpPr/>
              <p:nvPr/>
            </p:nvSpPr>
            <p:spPr>
              <a:xfrm>
                <a:off x="9464138" y="5540423"/>
                <a:ext cx="6343" cy="6345"/>
              </a:xfrm>
              <a:custGeom>
                <a:avLst/>
                <a:gdLst>
                  <a:gd name="connsiteX0" fmla="*/ 3412 w 6343"/>
                  <a:gd name="connsiteY0" fmla="*/ 6508 h 6345"/>
                  <a:gd name="connsiteX1" fmla="*/ 5655 w 6343"/>
                  <a:gd name="connsiteY1" fmla="*/ 5579 h 6345"/>
                  <a:gd name="connsiteX2" fmla="*/ 6584 w 6343"/>
                  <a:gd name="connsiteY2" fmla="*/ 3335 h 6345"/>
                  <a:gd name="connsiteX3" fmla="*/ 5655 w 6343"/>
                  <a:gd name="connsiteY3" fmla="*/ 1092 h 6345"/>
                  <a:gd name="connsiteX4" fmla="*/ 3412 w 6343"/>
                  <a:gd name="connsiteY4" fmla="*/ 162 h 6345"/>
                  <a:gd name="connsiteX5" fmla="*/ 1170 w 6343"/>
                  <a:gd name="connsiteY5" fmla="*/ 1092 h 6345"/>
                  <a:gd name="connsiteX6" fmla="*/ 241 w 6343"/>
                  <a:gd name="connsiteY6" fmla="*/ 3335 h 6345"/>
                  <a:gd name="connsiteX7" fmla="*/ 1170 w 6343"/>
                  <a:gd name="connsiteY7" fmla="*/ 5579 h 6345"/>
                  <a:gd name="connsiteX8" fmla="*/ 341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8"/>
                    </a:moveTo>
                    <a:cubicBezTo>
                      <a:pt x="4253" y="6508"/>
                      <a:pt x="5060" y="6174"/>
                      <a:pt x="5655" y="5579"/>
                    </a:cubicBezTo>
                    <a:cubicBezTo>
                      <a:pt x="6250" y="4984"/>
                      <a:pt x="6584" y="4177"/>
                      <a:pt x="6584" y="3335"/>
                    </a:cubicBezTo>
                    <a:cubicBezTo>
                      <a:pt x="6584" y="2494"/>
                      <a:pt x="6250" y="1687"/>
                      <a:pt x="5655" y="1092"/>
                    </a:cubicBezTo>
                    <a:cubicBezTo>
                      <a:pt x="5060" y="497"/>
                      <a:pt x="4253" y="162"/>
                      <a:pt x="3412" y="162"/>
                    </a:cubicBezTo>
                    <a:cubicBezTo>
                      <a:pt x="2571" y="162"/>
                      <a:pt x="1765" y="497"/>
                      <a:pt x="1170" y="1092"/>
                    </a:cubicBezTo>
                    <a:cubicBezTo>
                      <a:pt x="575" y="1687"/>
                      <a:pt x="241" y="2494"/>
                      <a:pt x="241" y="3335"/>
                    </a:cubicBezTo>
                    <a:cubicBezTo>
                      <a:pt x="241" y="4177"/>
                      <a:pt x="575" y="4984"/>
                      <a:pt x="1170" y="5579"/>
                    </a:cubicBezTo>
                    <a:cubicBezTo>
                      <a:pt x="1765" y="6174"/>
                      <a:pt x="2571" y="6508"/>
                      <a:pt x="341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43" name="Freeform: Shape 13242">
                <a:extLst>
                  <a:ext uri="{FF2B5EF4-FFF2-40B4-BE49-F238E27FC236}">
                    <a16:creationId xmlns:a16="http://schemas.microsoft.com/office/drawing/2014/main" id="{D7E3D714-6C98-F468-28C1-67FAF481AB6F}"/>
                  </a:ext>
                </a:extLst>
              </p:cNvPr>
              <p:cNvSpPr/>
              <p:nvPr/>
            </p:nvSpPr>
            <p:spPr>
              <a:xfrm>
                <a:off x="9462658" y="5540973"/>
                <a:ext cx="6343" cy="6345"/>
              </a:xfrm>
              <a:custGeom>
                <a:avLst/>
                <a:gdLst>
                  <a:gd name="connsiteX0" fmla="*/ 3412 w 6343"/>
                  <a:gd name="connsiteY0" fmla="*/ 6508 h 6345"/>
                  <a:gd name="connsiteX1" fmla="*/ 5655 w 6343"/>
                  <a:gd name="connsiteY1" fmla="*/ 5579 h 6345"/>
                  <a:gd name="connsiteX2" fmla="*/ 6584 w 6343"/>
                  <a:gd name="connsiteY2" fmla="*/ 3335 h 6345"/>
                  <a:gd name="connsiteX3" fmla="*/ 5655 w 6343"/>
                  <a:gd name="connsiteY3" fmla="*/ 1092 h 6345"/>
                  <a:gd name="connsiteX4" fmla="*/ 3412 w 6343"/>
                  <a:gd name="connsiteY4" fmla="*/ 162 h 6345"/>
                  <a:gd name="connsiteX5" fmla="*/ 1170 w 6343"/>
                  <a:gd name="connsiteY5" fmla="*/ 1092 h 6345"/>
                  <a:gd name="connsiteX6" fmla="*/ 241 w 6343"/>
                  <a:gd name="connsiteY6" fmla="*/ 3335 h 6345"/>
                  <a:gd name="connsiteX7" fmla="*/ 1170 w 6343"/>
                  <a:gd name="connsiteY7" fmla="*/ 5579 h 6345"/>
                  <a:gd name="connsiteX8" fmla="*/ 341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8"/>
                    </a:moveTo>
                    <a:cubicBezTo>
                      <a:pt x="4253" y="6508"/>
                      <a:pt x="5060" y="6174"/>
                      <a:pt x="5655" y="5579"/>
                    </a:cubicBezTo>
                    <a:cubicBezTo>
                      <a:pt x="6250" y="4984"/>
                      <a:pt x="6584" y="4177"/>
                      <a:pt x="6584" y="3335"/>
                    </a:cubicBezTo>
                    <a:cubicBezTo>
                      <a:pt x="6584" y="2494"/>
                      <a:pt x="6250" y="1687"/>
                      <a:pt x="5655" y="1092"/>
                    </a:cubicBezTo>
                    <a:cubicBezTo>
                      <a:pt x="5060" y="497"/>
                      <a:pt x="4253" y="162"/>
                      <a:pt x="3412" y="162"/>
                    </a:cubicBezTo>
                    <a:cubicBezTo>
                      <a:pt x="2571" y="162"/>
                      <a:pt x="1764" y="497"/>
                      <a:pt x="1170" y="1092"/>
                    </a:cubicBezTo>
                    <a:cubicBezTo>
                      <a:pt x="575" y="1687"/>
                      <a:pt x="241" y="2494"/>
                      <a:pt x="241" y="3335"/>
                    </a:cubicBezTo>
                    <a:cubicBezTo>
                      <a:pt x="241" y="4177"/>
                      <a:pt x="575" y="4984"/>
                      <a:pt x="1170" y="5579"/>
                    </a:cubicBezTo>
                    <a:cubicBezTo>
                      <a:pt x="1764" y="6174"/>
                      <a:pt x="2571" y="6508"/>
                      <a:pt x="341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44" name="Freeform: Shape 13243">
                <a:extLst>
                  <a:ext uri="{FF2B5EF4-FFF2-40B4-BE49-F238E27FC236}">
                    <a16:creationId xmlns:a16="http://schemas.microsoft.com/office/drawing/2014/main" id="{C2FBA46E-4350-B10E-E3F5-8F89C8F37D7F}"/>
                  </a:ext>
                </a:extLst>
              </p:cNvPr>
              <p:cNvSpPr/>
              <p:nvPr/>
            </p:nvSpPr>
            <p:spPr>
              <a:xfrm>
                <a:off x="9461176" y="5541576"/>
                <a:ext cx="6343" cy="6345"/>
              </a:xfrm>
              <a:custGeom>
                <a:avLst/>
                <a:gdLst>
                  <a:gd name="connsiteX0" fmla="*/ 3412 w 6343"/>
                  <a:gd name="connsiteY0" fmla="*/ 6508 h 6345"/>
                  <a:gd name="connsiteX1" fmla="*/ 5655 w 6343"/>
                  <a:gd name="connsiteY1" fmla="*/ 5579 h 6345"/>
                  <a:gd name="connsiteX2" fmla="*/ 6584 w 6343"/>
                  <a:gd name="connsiteY2" fmla="*/ 3335 h 6345"/>
                  <a:gd name="connsiteX3" fmla="*/ 5655 w 6343"/>
                  <a:gd name="connsiteY3" fmla="*/ 1092 h 6345"/>
                  <a:gd name="connsiteX4" fmla="*/ 3412 w 6343"/>
                  <a:gd name="connsiteY4" fmla="*/ 162 h 6345"/>
                  <a:gd name="connsiteX5" fmla="*/ 1170 w 6343"/>
                  <a:gd name="connsiteY5" fmla="*/ 1092 h 6345"/>
                  <a:gd name="connsiteX6" fmla="*/ 241 w 6343"/>
                  <a:gd name="connsiteY6" fmla="*/ 3335 h 6345"/>
                  <a:gd name="connsiteX7" fmla="*/ 1170 w 6343"/>
                  <a:gd name="connsiteY7" fmla="*/ 5579 h 6345"/>
                  <a:gd name="connsiteX8" fmla="*/ 341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8"/>
                    </a:moveTo>
                    <a:cubicBezTo>
                      <a:pt x="4253" y="6508"/>
                      <a:pt x="5060" y="6174"/>
                      <a:pt x="5655" y="5579"/>
                    </a:cubicBezTo>
                    <a:cubicBezTo>
                      <a:pt x="6250" y="4984"/>
                      <a:pt x="6584" y="4177"/>
                      <a:pt x="6584" y="3335"/>
                    </a:cubicBezTo>
                    <a:cubicBezTo>
                      <a:pt x="6584" y="2494"/>
                      <a:pt x="6250" y="1687"/>
                      <a:pt x="5655" y="1092"/>
                    </a:cubicBezTo>
                    <a:cubicBezTo>
                      <a:pt x="5060" y="497"/>
                      <a:pt x="4253" y="162"/>
                      <a:pt x="3412" y="162"/>
                    </a:cubicBezTo>
                    <a:cubicBezTo>
                      <a:pt x="2571" y="162"/>
                      <a:pt x="1764" y="497"/>
                      <a:pt x="1170" y="1092"/>
                    </a:cubicBezTo>
                    <a:cubicBezTo>
                      <a:pt x="575" y="1687"/>
                      <a:pt x="241" y="2494"/>
                      <a:pt x="241" y="3335"/>
                    </a:cubicBezTo>
                    <a:cubicBezTo>
                      <a:pt x="241" y="4177"/>
                      <a:pt x="575" y="4984"/>
                      <a:pt x="1170" y="5579"/>
                    </a:cubicBezTo>
                    <a:cubicBezTo>
                      <a:pt x="1764" y="6174"/>
                      <a:pt x="2571" y="6508"/>
                      <a:pt x="341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45" name="Freeform: Shape 13244">
                <a:extLst>
                  <a:ext uri="{FF2B5EF4-FFF2-40B4-BE49-F238E27FC236}">
                    <a16:creationId xmlns:a16="http://schemas.microsoft.com/office/drawing/2014/main" id="{E82650F3-D4F5-6B43-2CFB-F95F752753E1}"/>
                  </a:ext>
                </a:extLst>
              </p:cNvPr>
              <p:cNvSpPr/>
              <p:nvPr/>
            </p:nvSpPr>
            <p:spPr>
              <a:xfrm>
                <a:off x="9458189" y="5542694"/>
                <a:ext cx="6343" cy="6345"/>
              </a:xfrm>
              <a:custGeom>
                <a:avLst/>
                <a:gdLst>
                  <a:gd name="connsiteX0" fmla="*/ 3412 w 6343"/>
                  <a:gd name="connsiteY0" fmla="*/ 6508 h 6345"/>
                  <a:gd name="connsiteX1" fmla="*/ 5655 w 6343"/>
                  <a:gd name="connsiteY1" fmla="*/ 5579 h 6345"/>
                  <a:gd name="connsiteX2" fmla="*/ 6583 w 6343"/>
                  <a:gd name="connsiteY2" fmla="*/ 3335 h 6345"/>
                  <a:gd name="connsiteX3" fmla="*/ 5655 w 6343"/>
                  <a:gd name="connsiteY3" fmla="*/ 1092 h 6345"/>
                  <a:gd name="connsiteX4" fmla="*/ 3412 w 6343"/>
                  <a:gd name="connsiteY4" fmla="*/ 163 h 6345"/>
                  <a:gd name="connsiteX5" fmla="*/ 1169 w 6343"/>
                  <a:gd name="connsiteY5" fmla="*/ 1092 h 6345"/>
                  <a:gd name="connsiteX6" fmla="*/ 240 w 6343"/>
                  <a:gd name="connsiteY6" fmla="*/ 3335 h 6345"/>
                  <a:gd name="connsiteX7" fmla="*/ 1169 w 6343"/>
                  <a:gd name="connsiteY7" fmla="*/ 5579 h 6345"/>
                  <a:gd name="connsiteX8" fmla="*/ 341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8"/>
                    </a:moveTo>
                    <a:cubicBezTo>
                      <a:pt x="4253" y="6508"/>
                      <a:pt x="5060" y="6174"/>
                      <a:pt x="5655" y="5579"/>
                    </a:cubicBezTo>
                    <a:cubicBezTo>
                      <a:pt x="6249" y="4984"/>
                      <a:pt x="6583" y="4177"/>
                      <a:pt x="6583" y="3335"/>
                    </a:cubicBezTo>
                    <a:cubicBezTo>
                      <a:pt x="6583" y="2494"/>
                      <a:pt x="6249" y="1687"/>
                      <a:pt x="5655" y="1092"/>
                    </a:cubicBezTo>
                    <a:cubicBezTo>
                      <a:pt x="5060" y="497"/>
                      <a:pt x="4253" y="163"/>
                      <a:pt x="3412" y="163"/>
                    </a:cubicBezTo>
                    <a:cubicBezTo>
                      <a:pt x="2571" y="163"/>
                      <a:pt x="1764" y="497"/>
                      <a:pt x="1169" y="1092"/>
                    </a:cubicBezTo>
                    <a:cubicBezTo>
                      <a:pt x="575" y="1687"/>
                      <a:pt x="240" y="2494"/>
                      <a:pt x="240" y="3335"/>
                    </a:cubicBezTo>
                    <a:cubicBezTo>
                      <a:pt x="240" y="4177"/>
                      <a:pt x="575" y="4984"/>
                      <a:pt x="1169" y="5579"/>
                    </a:cubicBezTo>
                    <a:cubicBezTo>
                      <a:pt x="1764" y="6174"/>
                      <a:pt x="2571" y="6508"/>
                      <a:pt x="341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46" name="Freeform: Shape 13245">
                <a:extLst>
                  <a:ext uri="{FF2B5EF4-FFF2-40B4-BE49-F238E27FC236}">
                    <a16:creationId xmlns:a16="http://schemas.microsoft.com/office/drawing/2014/main" id="{B14BB4D7-3EE1-59F1-0AB5-C4A8853712F7}"/>
                  </a:ext>
                </a:extLst>
              </p:cNvPr>
              <p:cNvSpPr/>
              <p:nvPr/>
            </p:nvSpPr>
            <p:spPr>
              <a:xfrm>
                <a:off x="9456657" y="5542650"/>
                <a:ext cx="6343" cy="6345"/>
              </a:xfrm>
              <a:custGeom>
                <a:avLst/>
                <a:gdLst>
                  <a:gd name="connsiteX0" fmla="*/ 3412 w 6343"/>
                  <a:gd name="connsiteY0" fmla="*/ 6508 h 6345"/>
                  <a:gd name="connsiteX1" fmla="*/ 5654 w 6343"/>
                  <a:gd name="connsiteY1" fmla="*/ 5579 h 6345"/>
                  <a:gd name="connsiteX2" fmla="*/ 6583 w 6343"/>
                  <a:gd name="connsiteY2" fmla="*/ 3335 h 6345"/>
                  <a:gd name="connsiteX3" fmla="*/ 5654 w 6343"/>
                  <a:gd name="connsiteY3" fmla="*/ 1092 h 6345"/>
                  <a:gd name="connsiteX4" fmla="*/ 3412 w 6343"/>
                  <a:gd name="connsiteY4" fmla="*/ 163 h 6345"/>
                  <a:gd name="connsiteX5" fmla="*/ 1169 w 6343"/>
                  <a:gd name="connsiteY5" fmla="*/ 1092 h 6345"/>
                  <a:gd name="connsiteX6" fmla="*/ 240 w 6343"/>
                  <a:gd name="connsiteY6" fmla="*/ 3335 h 6345"/>
                  <a:gd name="connsiteX7" fmla="*/ 1169 w 6343"/>
                  <a:gd name="connsiteY7" fmla="*/ 5579 h 6345"/>
                  <a:gd name="connsiteX8" fmla="*/ 341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8"/>
                    </a:moveTo>
                    <a:cubicBezTo>
                      <a:pt x="4253" y="6508"/>
                      <a:pt x="5060" y="6174"/>
                      <a:pt x="5654" y="5579"/>
                    </a:cubicBezTo>
                    <a:cubicBezTo>
                      <a:pt x="6249" y="4984"/>
                      <a:pt x="6583" y="4177"/>
                      <a:pt x="6583" y="3335"/>
                    </a:cubicBezTo>
                    <a:cubicBezTo>
                      <a:pt x="6583" y="2494"/>
                      <a:pt x="6249" y="1687"/>
                      <a:pt x="5654" y="1092"/>
                    </a:cubicBezTo>
                    <a:cubicBezTo>
                      <a:pt x="5060" y="497"/>
                      <a:pt x="4253" y="163"/>
                      <a:pt x="3412" y="163"/>
                    </a:cubicBezTo>
                    <a:cubicBezTo>
                      <a:pt x="2571" y="163"/>
                      <a:pt x="1764" y="497"/>
                      <a:pt x="1169" y="1092"/>
                    </a:cubicBezTo>
                    <a:cubicBezTo>
                      <a:pt x="574" y="1687"/>
                      <a:pt x="240" y="2494"/>
                      <a:pt x="240" y="3335"/>
                    </a:cubicBezTo>
                    <a:cubicBezTo>
                      <a:pt x="240" y="4177"/>
                      <a:pt x="574" y="4984"/>
                      <a:pt x="1169" y="5579"/>
                    </a:cubicBezTo>
                    <a:cubicBezTo>
                      <a:pt x="1764" y="6174"/>
                      <a:pt x="2571" y="6508"/>
                      <a:pt x="341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47" name="Freeform: Shape 13246">
                <a:extLst>
                  <a:ext uri="{FF2B5EF4-FFF2-40B4-BE49-F238E27FC236}">
                    <a16:creationId xmlns:a16="http://schemas.microsoft.com/office/drawing/2014/main" id="{84B67B11-31C1-E23F-C3FE-FABB31231487}"/>
                  </a:ext>
                </a:extLst>
              </p:cNvPr>
              <p:cNvSpPr/>
              <p:nvPr/>
            </p:nvSpPr>
            <p:spPr>
              <a:xfrm>
                <a:off x="9455233" y="5545079"/>
                <a:ext cx="6343" cy="6345"/>
              </a:xfrm>
              <a:custGeom>
                <a:avLst/>
                <a:gdLst>
                  <a:gd name="connsiteX0" fmla="*/ 3412 w 6343"/>
                  <a:gd name="connsiteY0" fmla="*/ 6508 h 6345"/>
                  <a:gd name="connsiteX1" fmla="*/ 5654 w 6343"/>
                  <a:gd name="connsiteY1" fmla="*/ 5579 h 6345"/>
                  <a:gd name="connsiteX2" fmla="*/ 6583 w 6343"/>
                  <a:gd name="connsiteY2" fmla="*/ 3335 h 6345"/>
                  <a:gd name="connsiteX3" fmla="*/ 5654 w 6343"/>
                  <a:gd name="connsiteY3" fmla="*/ 1092 h 6345"/>
                  <a:gd name="connsiteX4" fmla="*/ 3412 w 6343"/>
                  <a:gd name="connsiteY4" fmla="*/ 163 h 6345"/>
                  <a:gd name="connsiteX5" fmla="*/ 1169 w 6343"/>
                  <a:gd name="connsiteY5" fmla="*/ 1092 h 6345"/>
                  <a:gd name="connsiteX6" fmla="*/ 240 w 6343"/>
                  <a:gd name="connsiteY6" fmla="*/ 3335 h 6345"/>
                  <a:gd name="connsiteX7" fmla="*/ 1169 w 6343"/>
                  <a:gd name="connsiteY7" fmla="*/ 5579 h 6345"/>
                  <a:gd name="connsiteX8" fmla="*/ 341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8"/>
                    </a:moveTo>
                    <a:cubicBezTo>
                      <a:pt x="4253" y="6508"/>
                      <a:pt x="5060" y="6174"/>
                      <a:pt x="5654" y="5579"/>
                    </a:cubicBezTo>
                    <a:cubicBezTo>
                      <a:pt x="6249" y="4984"/>
                      <a:pt x="6583" y="4177"/>
                      <a:pt x="6583" y="3335"/>
                    </a:cubicBezTo>
                    <a:cubicBezTo>
                      <a:pt x="6583" y="2494"/>
                      <a:pt x="6249" y="1687"/>
                      <a:pt x="5654" y="1092"/>
                    </a:cubicBezTo>
                    <a:cubicBezTo>
                      <a:pt x="5060" y="497"/>
                      <a:pt x="4253" y="163"/>
                      <a:pt x="3412" y="163"/>
                    </a:cubicBezTo>
                    <a:cubicBezTo>
                      <a:pt x="2571" y="163"/>
                      <a:pt x="1764" y="497"/>
                      <a:pt x="1169" y="1092"/>
                    </a:cubicBezTo>
                    <a:cubicBezTo>
                      <a:pt x="574" y="1687"/>
                      <a:pt x="240" y="2494"/>
                      <a:pt x="240" y="3335"/>
                    </a:cubicBezTo>
                    <a:cubicBezTo>
                      <a:pt x="240" y="4177"/>
                      <a:pt x="574" y="4984"/>
                      <a:pt x="1169" y="5579"/>
                    </a:cubicBezTo>
                    <a:cubicBezTo>
                      <a:pt x="1764" y="6174"/>
                      <a:pt x="2571" y="6508"/>
                      <a:pt x="341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48" name="Freeform: Shape 13247">
                <a:extLst>
                  <a:ext uri="{FF2B5EF4-FFF2-40B4-BE49-F238E27FC236}">
                    <a16:creationId xmlns:a16="http://schemas.microsoft.com/office/drawing/2014/main" id="{CAAEEF1A-370C-B389-C4DE-185A3D20DD58}"/>
                  </a:ext>
                </a:extLst>
              </p:cNvPr>
              <p:cNvSpPr/>
              <p:nvPr/>
            </p:nvSpPr>
            <p:spPr>
              <a:xfrm>
                <a:off x="9453965" y="5552527"/>
                <a:ext cx="6343" cy="6345"/>
              </a:xfrm>
              <a:custGeom>
                <a:avLst/>
                <a:gdLst>
                  <a:gd name="connsiteX0" fmla="*/ 3412 w 6343"/>
                  <a:gd name="connsiteY0" fmla="*/ 6509 h 6345"/>
                  <a:gd name="connsiteX1" fmla="*/ 5654 w 6343"/>
                  <a:gd name="connsiteY1" fmla="*/ 5580 h 6345"/>
                  <a:gd name="connsiteX2" fmla="*/ 6583 w 6343"/>
                  <a:gd name="connsiteY2" fmla="*/ 3336 h 6345"/>
                  <a:gd name="connsiteX3" fmla="*/ 5654 w 6343"/>
                  <a:gd name="connsiteY3" fmla="*/ 1093 h 6345"/>
                  <a:gd name="connsiteX4" fmla="*/ 3412 w 6343"/>
                  <a:gd name="connsiteY4" fmla="*/ 163 h 6345"/>
                  <a:gd name="connsiteX5" fmla="*/ 1169 w 6343"/>
                  <a:gd name="connsiteY5" fmla="*/ 1093 h 6345"/>
                  <a:gd name="connsiteX6" fmla="*/ 240 w 6343"/>
                  <a:gd name="connsiteY6" fmla="*/ 3336 h 6345"/>
                  <a:gd name="connsiteX7" fmla="*/ 1169 w 6343"/>
                  <a:gd name="connsiteY7" fmla="*/ 5580 h 6345"/>
                  <a:gd name="connsiteX8" fmla="*/ 3412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9"/>
                    </a:moveTo>
                    <a:cubicBezTo>
                      <a:pt x="4253" y="6509"/>
                      <a:pt x="5059" y="6174"/>
                      <a:pt x="5654" y="5580"/>
                    </a:cubicBezTo>
                    <a:cubicBezTo>
                      <a:pt x="6249" y="4985"/>
                      <a:pt x="6583" y="4177"/>
                      <a:pt x="6583" y="3336"/>
                    </a:cubicBezTo>
                    <a:cubicBezTo>
                      <a:pt x="6583" y="2495"/>
                      <a:pt x="6249" y="1688"/>
                      <a:pt x="5654" y="1093"/>
                    </a:cubicBezTo>
                    <a:cubicBezTo>
                      <a:pt x="5059" y="498"/>
                      <a:pt x="4253" y="163"/>
                      <a:pt x="3412" y="163"/>
                    </a:cubicBezTo>
                    <a:cubicBezTo>
                      <a:pt x="2570" y="163"/>
                      <a:pt x="1764" y="498"/>
                      <a:pt x="1169" y="1093"/>
                    </a:cubicBezTo>
                    <a:cubicBezTo>
                      <a:pt x="574" y="1688"/>
                      <a:pt x="240" y="2495"/>
                      <a:pt x="240" y="3336"/>
                    </a:cubicBezTo>
                    <a:cubicBezTo>
                      <a:pt x="240" y="4177"/>
                      <a:pt x="574" y="4985"/>
                      <a:pt x="1169" y="5580"/>
                    </a:cubicBezTo>
                    <a:cubicBezTo>
                      <a:pt x="1764" y="6174"/>
                      <a:pt x="2570" y="6509"/>
                      <a:pt x="3412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49" name="Freeform: Shape 13248">
                <a:extLst>
                  <a:ext uri="{FF2B5EF4-FFF2-40B4-BE49-F238E27FC236}">
                    <a16:creationId xmlns:a16="http://schemas.microsoft.com/office/drawing/2014/main" id="{76EFCBBB-34B0-15FD-553F-EABED0D34041}"/>
                  </a:ext>
                </a:extLst>
              </p:cNvPr>
              <p:cNvSpPr/>
              <p:nvPr/>
            </p:nvSpPr>
            <p:spPr>
              <a:xfrm>
                <a:off x="9452419" y="5553885"/>
                <a:ext cx="6343" cy="6345"/>
              </a:xfrm>
              <a:custGeom>
                <a:avLst/>
                <a:gdLst>
                  <a:gd name="connsiteX0" fmla="*/ 3411 w 6343"/>
                  <a:gd name="connsiteY0" fmla="*/ 6509 h 6345"/>
                  <a:gd name="connsiteX1" fmla="*/ 5654 w 6343"/>
                  <a:gd name="connsiteY1" fmla="*/ 5580 h 6345"/>
                  <a:gd name="connsiteX2" fmla="*/ 6583 w 6343"/>
                  <a:gd name="connsiteY2" fmla="*/ 3336 h 6345"/>
                  <a:gd name="connsiteX3" fmla="*/ 5654 w 6343"/>
                  <a:gd name="connsiteY3" fmla="*/ 1093 h 6345"/>
                  <a:gd name="connsiteX4" fmla="*/ 3411 w 6343"/>
                  <a:gd name="connsiteY4" fmla="*/ 163 h 6345"/>
                  <a:gd name="connsiteX5" fmla="*/ 1169 w 6343"/>
                  <a:gd name="connsiteY5" fmla="*/ 1093 h 6345"/>
                  <a:gd name="connsiteX6" fmla="*/ 240 w 6343"/>
                  <a:gd name="connsiteY6" fmla="*/ 3336 h 6345"/>
                  <a:gd name="connsiteX7" fmla="*/ 1169 w 6343"/>
                  <a:gd name="connsiteY7" fmla="*/ 5580 h 6345"/>
                  <a:gd name="connsiteX8" fmla="*/ 341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9"/>
                    </a:moveTo>
                    <a:cubicBezTo>
                      <a:pt x="4253" y="6509"/>
                      <a:pt x="5059" y="6175"/>
                      <a:pt x="5654" y="5580"/>
                    </a:cubicBezTo>
                    <a:cubicBezTo>
                      <a:pt x="6249" y="4985"/>
                      <a:pt x="6583" y="4178"/>
                      <a:pt x="6583" y="3336"/>
                    </a:cubicBezTo>
                    <a:cubicBezTo>
                      <a:pt x="6583" y="2495"/>
                      <a:pt x="6249" y="1688"/>
                      <a:pt x="5654" y="1093"/>
                    </a:cubicBezTo>
                    <a:cubicBezTo>
                      <a:pt x="5059" y="498"/>
                      <a:pt x="4253" y="163"/>
                      <a:pt x="3411" y="163"/>
                    </a:cubicBezTo>
                    <a:cubicBezTo>
                      <a:pt x="2570" y="163"/>
                      <a:pt x="1764" y="498"/>
                      <a:pt x="1169" y="1093"/>
                    </a:cubicBezTo>
                    <a:cubicBezTo>
                      <a:pt x="574" y="1688"/>
                      <a:pt x="240" y="2495"/>
                      <a:pt x="240" y="3336"/>
                    </a:cubicBezTo>
                    <a:cubicBezTo>
                      <a:pt x="240" y="4178"/>
                      <a:pt x="574" y="4985"/>
                      <a:pt x="1169" y="5580"/>
                    </a:cubicBezTo>
                    <a:cubicBezTo>
                      <a:pt x="1764" y="6175"/>
                      <a:pt x="2570" y="6509"/>
                      <a:pt x="341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50" name="Freeform: Shape 13249">
                <a:extLst>
                  <a:ext uri="{FF2B5EF4-FFF2-40B4-BE49-F238E27FC236}">
                    <a16:creationId xmlns:a16="http://schemas.microsoft.com/office/drawing/2014/main" id="{AAFA7892-34A1-8734-3306-D0AE295D94C2}"/>
                  </a:ext>
                </a:extLst>
              </p:cNvPr>
              <p:cNvSpPr/>
              <p:nvPr/>
            </p:nvSpPr>
            <p:spPr>
              <a:xfrm>
                <a:off x="9450852" y="5555047"/>
                <a:ext cx="6343" cy="6345"/>
              </a:xfrm>
              <a:custGeom>
                <a:avLst/>
                <a:gdLst>
                  <a:gd name="connsiteX0" fmla="*/ 3411 w 6343"/>
                  <a:gd name="connsiteY0" fmla="*/ 6509 h 6345"/>
                  <a:gd name="connsiteX1" fmla="*/ 5654 w 6343"/>
                  <a:gd name="connsiteY1" fmla="*/ 5580 h 6345"/>
                  <a:gd name="connsiteX2" fmla="*/ 6583 w 6343"/>
                  <a:gd name="connsiteY2" fmla="*/ 3336 h 6345"/>
                  <a:gd name="connsiteX3" fmla="*/ 5654 w 6343"/>
                  <a:gd name="connsiteY3" fmla="*/ 1093 h 6345"/>
                  <a:gd name="connsiteX4" fmla="*/ 3411 w 6343"/>
                  <a:gd name="connsiteY4" fmla="*/ 164 h 6345"/>
                  <a:gd name="connsiteX5" fmla="*/ 1169 w 6343"/>
                  <a:gd name="connsiteY5" fmla="*/ 1093 h 6345"/>
                  <a:gd name="connsiteX6" fmla="*/ 240 w 6343"/>
                  <a:gd name="connsiteY6" fmla="*/ 3336 h 6345"/>
                  <a:gd name="connsiteX7" fmla="*/ 1169 w 6343"/>
                  <a:gd name="connsiteY7" fmla="*/ 5580 h 6345"/>
                  <a:gd name="connsiteX8" fmla="*/ 341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9"/>
                    </a:moveTo>
                    <a:cubicBezTo>
                      <a:pt x="4252" y="6509"/>
                      <a:pt x="5059" y="6175"/>
                      <a:pt x="5654" y="5580"/>
                    </a:cubicBezTo>
                    <a:cubicBezTo>
                      <a:pt x="6249" y="4985"/>
                      <a:pt x="6583" y="4178"/>
                      <a:pt x="6583" y="3336"/>
                    </a:cubicBezTo>
                    <a:cubicBezTo>
                      <a:pt x="6583" y="2495"/>
                      <a:pt x="6249" y="1688"/>
                      <a:pt x="5654" y="1093"/>
                    </a:cubicBezTo>
                    <a:cubicBezTo>
                      <a:pt x="5059" y="498"/>
                      <a:pt x="4252" y="164"/>
                      <a:pt x="3411" y="164"/>
                    </a:cubicBezTo>
                    <a:cubicBezTo>
                      <a:pt x="2570" y="164"/>
                      <a:pt x="1763" y="498"/>
                      <a:pt x="1169" y="1093"/>
                    </a:cubicBezTo>
                    <a:cubicBezTo>
                      <a:pt x="574" y="1688"/>
                      <a:pt x="240" y="2495"/>
                      <a:pt x="240" y="3336"/>
                    </a:cubicBezTo>
                    <a:cubicBezTo>
                      <a:pt x="240" y="4178"/>
                      <a:pt x="574" y="4985"/>
                      <a:pt x="1169" y="5580"/>
                    </a:cubicBezTo>
                    <a:cubicBezTo>
                      <a:pt x="1763" y="6175"/>
                      <a:pt x="2570" y="6509"/>
                      <a:pt x="341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51" name="Freeform: Shape 13250">
                <a:extLst>
                  <a:ext uri="{FF2B5EF4-FFF2-40B4-BE49-F238E27FC236}">
                    <a16:creationId xmlns:a16="http://schemas.microsoft.com/office/drawing/2014/main" id="{1CE30901-2004-385D-1BA0-3D44B73017EF}"/>
                  </a:ext>
                </a:extLst>
              </p:cNvPr>
              <p:cNvSpPr/>
              <p:nvPr/>
            </p:nvSpPr>
            <p:spPr>
              <a:xfrm>
                <a:off x="9449280" y="5556697"/>
                <a:ext cx="6343" cy="6345"/>
              </a:xfrm>
              <a:custGeom>
                <a:avLst/>
                <a:gdLst>
                  <a:gd name="connsiteX0" fmla="*/ 3411 w 6343"/>
                  <a:gd name="connsiteY0" fmla="*/ 6509 h 6345"/>
                  <a:gd name="connsiteX1" fmla="*/ 5654 w 6343"/>
                  <a:gd name="connsiteY1" fmla="*/ 5580 h 6345"/>
                  <a:gd name="connsiteX2" fmla="*/ 6583 w 6343"/>
                  <a:gd name="connsiteY2" fmla="*/ 3336 h 6345"/>
                  <a:gd name="connsiteX3" fmla="*/ 5654 w 6343"/>
                  <a:gd name="connsiteY3" fmla="*/ 1093 h 6345"/>
                  <a:gd name="connsiteX4" fmla="*/ 3411 w 6343"/>
                  <a:gd name="connsiteY4" fmla="*/ 164 h 6345"/>
                  <a:gd name="connsiteX5" fmla="*/ 1169 w 6343"/>
                  <a:gd name="connsiteY5" fmla="*/ 1093 h 6345"/>
                  <a:gd name="connsiteX6" fmla="*/ 240 w 6343"/>
                  <a:gd name="connsiteY6" fmla="*/ 3336 h 6345"/>
                  <a:gd name="connsiteX7" fmla="*/ 1169 w 6343"/>
                  <a:gd name="connsiteY7" fmla="*/ 5580 h 6345"/>
                  <a:gd name="connsiteX8" fmla="*/ 341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9"/>
                    </a:moveTo>
                    <a:cubicBezTo>
                      <a:pt x="4252" y="6509"/>
                      <a:pt x="5059" y="6175"/>
                      <a:pt x="5654" y="5580"/>
                    </a:cubicBezTo>
                    <a:cubicBezTo>
                      <a:pt x="6249" y="4985"/>
                      <a:pt x="6583" y="4178"/>
                      <a:pt x="6583" y="3336"/>
                    </a:cubicBezTo>
                    <a:cubicBezTo>
                      <a:pt x="6583" y="2495"/>
                      <a:pt x="6249" y="1688"/>
                      <a:pt x="5654" y="1093"/>
                    </a:cubicBezTo>
                    <a:cubicBezTo>
                      <a:pt x="5059" y="498"/>
                      <a:pt x="4252" y="164"/>
                      <a:pt x="3411" y="164"/>
                    </a:cubicBezTo>
                    <a:cubicBezTo>
                      <a:pt x="2570" y="164"/>
                      <a:pt x="1763" y="498"/>
                      <a:pt x="1169" y="1093"/>
                    </a:cubicBezTo>
                    <a:cubicBezTo>
                      <a:pt x="574" y="1688"/>
                      <a:pt x="240" y="2495"/>
                      <a:pt x="240" y="3336"/>
                    </a:cubicBezTo>
                    <a:cubicBezTo>
                      <a:pt x="240" y="4178"/>
                      <a:pt x="574" y="4985"/>
                      <a:pt x="1169" y="5580"/>
                    </a:cubicBezTo>
                    <a:cubicBezTo>
                      <a:pt x="1763" y="6175"/>
                      <a:pt x="2570" y="6509"/>
                      <a:pt x="341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52" name="Freeform: Shape 13251">
                <a:extLst>
                  <a:ext uri="{FF2B5EF4-FFF2-40B4-BE49-F238E27FC236}">
                    <a16:creationId xmlns:a16="http://schemas.microsoft.com/office/drawing/2014/main" id="{92B076FE-0D51-8CFB-0768-AB8AF2AB0B7C}"/>
                  </a:ext>
                </a:extLst>
              </p:cNvPr>
              <p:cNvSpPr/>
              <p:nvPr/>
            </p:nvSpPr>
            <p:spPr>
              <a:xfrm>
                <a:off x="9447711" y="5560138"/>
                <a:ext cx="6343" cy="6345"/>
              </a:xfrm>
              <a:custGeom>
                <a:avLst/>
                <a:gdLst>
                  <a:gd name="connsiteX0" fmla="*/ 3411 w 6343"/>
                  <a:gd name="connsiteY0" fmla="*/ 6509 h 6345"/>
                  <a:gd name="connsiteX1" fmla="*/ 5654 w 6343"/>
                  <a:gd name="connsiteY1" fmla="*/ 5580 h 6345"/>
                  <a:gd name="connsiteX2" fmla="*/ 6583 w 6343"/>
                  <a:gd name="connsiteY2" fmla="*/ 3337 h 6345"/>
                  <a:gd name="connsiteX3" fmla="*/ 5654 w 6343"/>
                  <a:gd name="connsiteY3" fmla="*/ 1093 h 6345"/>
                  <a:gd name="connsiteX4" fmla="*/ 3411 w 6343"/>
                  <a:gd name="connsiteY4" fmla="*/ 164 h 6345"/>
                  <a:gd name="connsiteX5" fmla="*/ 1168 w 6343"/>
                  <a:gd name="connsiteY5" fmla="*/ 1093 h 6345"/>
                  <a:gd name="connsiteX6" fmla="*/ 240 w 6343"/>
                  <a:gd name="connsiteY6" fmla="*/ 3337 h 6345"/>
                  <a:gd name="connsiteX7" fmla="*/ 1168 w 6343"/>
                  <a:gd name="connsiteY7" fmla="*/ 5580 h 6345"/>
                  <a:gd name="connsiteX8" fmla="*/ 341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9"/>
                    </a:moveTo>
                    <a:cubicBezTo>
                      <a:pt x="4252" y="6509"/>
                      <a:pt x="5059" y="6175"/>
                      <a:pt x="5654" y="5580"/>
                    </a:cubicBezTo>
                    <a:cubicBezTo>
                      <a:pt x="6248" y="4985"/>
                      <a:pt x="6583" y="4178"/>
                      <a:pt x="6583" y="3337"/>
                    </a:cubicBezTo>
                    <a:cubicBezTo>
                      <a:pt x="6583" y="2495"/>
                      <a:pt x="6248" y="1688"/>
                      <a:pt x="5654" y="1093"/>
                    </a:cubicBezTo>
                    <a:cubicBezTo>
                      <a:pt x="5059" y="498"/>
                      <a:pt x="4252" y="164"/>
                      <a:pt x="3411" y="164"/>
                    </a:cubicBezTo>
                    <a:cubicBezTo>
                      <a:pt x="2570" y="164"/>
                      <a:pt x="1763" y="498"/>
                      <a:pt x="1168" y="1093"/>
                    </a:cubicBezTo>
                    <a:cubicBezTo>
                      <a:pt x="574" y="1688"/>
                      <a:pt x="240" y="2495"/>
                      <a:pt x="240" y="3337"/>
                    </a:cubicBezTo>
                    <a:cubicBezTo>
                      <a:pt x="240" y="4178"/>
                      <a:pt x="574" y="4985"/>
                      <a:pt x="1168" y="5580"/>
                    </a:cubicBezTo>
                    <a:cubicBezTo>
                      <a:pt x="1763" y="6175"/>
                      <a:pt x="2570" y="6509"/>
                      <a:pt x="341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53" name="Freeform: Shape 13252">
                <a:extLst>
                  <a:ext uri="{FF2B5EF4-FFF2-40B4-BE49-F238E27FC236}">
                    <a16:creationId xmlns:a16="http://schemas.microsoft.com/office/drawing/2014/main" id="{E92106A7-C571-6975-3F96-E6C32BF02CBD}"/>
                  </a:ext>
                </a:extLst>
              </p:cNvPr>
              <p:cNvSpPr/>
              <p:nvPr/>
            </p:nvSpPr>
            <p:spPr>
              <a:xfrm>
                <a:off x="9446157" y="5572948"/>
                <a:ext cx="6343" cy="6345"/>
              </a:xfrm>
              <a:custGeom>
                <a:avLst/>
                <a:gdLst>
                  <a:gd name="connsiteX0" fmla="*/ 3411 w 6343"/>
                  <a:gd name="connsiteY0" fmla="*/ 6510 h 6345"/>
                  <a:gd name="connsiteX1" fmla="*/ 5654 w 6343"/>
                  <a:gd name="connsiteY1" fmla="*/ 5581 h 6345"/>
                  <a:gd name="connsiteX2" fmla="*/ 6583 w 6343"/>
                  <a:gd name="connsiteY2" fmla="*/ 3338 h 6345"/>
                  <a:gd name="connsiteX3" fmla="*/ 5654 w 6343"/>
                  <a:gd name="connsiteY3" fmla="*/ 1094 h 6345"/>
                  <a:gd name="connsiteX4" fmla="*/ 3411 w 6343"/>
                  <a:gd name="connsiteY4" fmla="*/ 165 h 6345"/>
                  <a:gd name="connsiteX5" fmla="*/ 1168 w 6343"/>
                  <a:gd name="connsiteY5" fmla="*/ 1094 h 6345"/>
                  <a:gd name="connsiteX6" fmla="*/ 239 w 6343"/>
                  <a:gd name="connsiteY6" fmla="*/ 3338 h 6345"/>
                  <a:gd name="connsiteX7" fmla="*/ 1168 w 6343"/>
                  <a:gd name="connsiteY7" fmla="*/ 5581 h 6345"/>
                  <a:gd name="connsiteX8" fmla="*/ 3411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10"/>
                    </a:moveTo>
                    <a:cubicBezTo>
                      <a:pt x="4252" y="6510"/>
                      <a:pt x="5059" y="6176"/>
                      <a:pt x="5654" y="5581"/>
                    </a:cubicBezTo>
                    <a:cubicBezTo>
                      <a:pt x="6248" y="4986"/>
                      <a:pt x="6583" y="4179"/>
                      <a:pt x="6583" y="3338"/>
                    </a:cubicBezTo>
                    <a:cubicBezTo>
                      <a:pt x="6583" y="2496"/>
                      <a:pt x="6248" y="1689"/>
                      <a:pt x="5654" y="1094"/>
                    </a:cubicBezTo>
                    <a:cubicBezTo>
                      <a:pt x="5059" y="499"/>
                      <a:pt x="4252" y="165"/>
                      <a:pt x="3411" y="165"/>
                    </a:cubicBezTo>
                    <a:cubicBezTo>
                      <a:pt x="2570" y="165"/>
                      <a:pt x="1763" y="499"/>
                      <a:pt x="1168" y="1094"/>
                    </a:cubicBezTo>
                    <a:cubicBezTo>
                      <a:pt x="574" y="1689"/>
                      <a:pt x="239" y="2496"/>
                      <a:pt x="239" y="3338"/>
                    </a:cubicBezTo>
                    <a:cubicBezTo>
                      <a:pt x="239" y="4179"/>
                      <a:pt x="574" y="4986"/>
                      <a:pt x="1168" y="5581"/>
                    </a:cubicBezTo>
                    <a:cubicBezTo>
                      <a:pt x="1763" y="6176"/>
                      <a:pt x="2570" y="6510"/>
                      <a:pt x="3411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54" name="Freeform: Shape 13253">
                <a:extLst>
                  <a:ext uri="{FF2B5EF4-FFF2-40B4-BE49-F238E27FC236}">
                    <a16:creationId xmlns:a16="http://schemas.microsoft.com/office/drawing/2014/main" id="{B876B85B-3189-E1B6-D388-83096D62C1F1}"/>
                  </a:ext>
                </a:extLst>
              </p:cNvPr>
              <p:cNvSpPr/>
              <p:nvPr/>
            </p:nvSpPr>
            <p:spPr>
              <a:xfrm>
                <a:off x="9444446" y="5575003"/>
                <a:ext cx="6343" cy="6345"/>
              </a:xfrm>
              <a:custGeom>
                <a:avLst/>
                <a:gdLst>
                  <a:gd name="connsiteX0" fmla="*/ 3411 w 6343"/>
                  <a:gd name="connsiteY0" fmla="*/ 6511 h 6345"/>
                  <a:gd name="connsiteX1" fmla="*/ 5653 w 6343"/>
                  <a:gd name="connsiteY1" fmla="*/ 5581 h 6345"/>
                  <a:gd name="connsiteX2" fmla="*/ 6582 w 6343"/>
                  <a:gd name="connsiteY2" fmla="*/ 3338 h 6345"/>
                  <a:gd name="connsiteX3" fmla="*/ 5653 w 6343"/>
                  <a:gd name="connsiteY3" fmla="*/ 1094 h 6345"/>
                  <a:gd name="connsiteX4" fmla="*/ 3411 w 6343"/>
                  <a:gd name="connsiteY4" fmla="*/ 165 h 6345"/>
                  <a:gd name="connsiteX5" fmla="*/ 1168 w 6343"/>
                  <a:gd name="connsiteY5" fmla="*/ 1094 h 6345"/>
                  <a:gd name="connsiteX6" fmla="*/ 239 w 6343"/>
                  <a:gd name="connsiteY6" fmla="*/ 3338 h 6345"/>
                  <a:gd name="connsiteX7" fmla="*/ 1168 w 6343"/>
                  <a:gd name="connsiteY7" fmla="*/ 5581 h 6345"/>
                  <a:gd name="connsiteX8" fmla="*/ 341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11"/>
                    </a:moveTo>
                    <a:cubicBezTo>
                      <a:pt x="4252" y="6511"/>
                      <a:pt x="5059" y="6176"/>
                      <a:pt x="5653" y="5581"/>
                    </a:cubicBezTo>
                    <a:cubicBezTo>
                      <a:pt x="6248" y="4986"/>
                      <a:pt x="6582" y="4179"/>
                      <a:pt x="6582" y="3338"/>
                    </a:cubicBezTo>
                    <a:cubicBezTo>
                      <a:pt x="6582" y="2496"/>
                      <a:pt x="6248" y="1689"/>
                      <a:pt x="5653" y="1094"/>
                    </a:cubicBezTo>
                    <a:cubicBezTo>
                      <a:pt x="5059" y="499"/>
                      <a:pt x="4252" y="165"/>
                      <a:pt x="3411" y="165"/>
                    </a:cubicBezTo>
                    <a:cubicBezTo>
                      <a:pt x="2570" y="165"/>
                      <a:pt x="1763" y="499"/>
                      <a:pt x="1168" y="1094"/>
                    </a:cubicBezTo>
                    <a:cubicBezTo>
                      <a:pt x="573" y="1689"/>
                      <a:pt x="239" y="2496"/>
                      <a:pt x="239" y="3338"/>
                    </a:cubicBezTo>
                    <a:cubicBezTo>
                      <a:pt x="239" y="4179"/>
                      <a:pt x="573" y="4986"/>
                      <a:pt x="1168" y="5581"/>
                    </a:cubicBezTo>
                    <a:cubicBezTo>
                      <a:pt x="1763" y="6176"/>
                      <a:pt x="2570" y="6511"/>
                      <a:pt x="341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55" name="Freeform: Shape 13254">
                <a:extLst>
                  <a:ext uri="{FF2B5EF4-FFF2-40B4-BE49-F238E27FC236}">
                    <a16:creationId xmlns:a16="http://schemas.microsoft.com/office/drawing/2014/main" id="{0D30C6B6-E95E-C007-3DD2-C88CAFF1BA03}"/>
                  </a:ext>
                </a:extLst>
              </p:cNvPr>
              <p:cNvSpPr/>
              <p:nvPr/>
            </p:nvSpPr>
            <p:spPr>
              <a:xfrm>
                <a:off x="9442705" y="5577731"/>
                <a:ext cx="6343" cy="6345"/>
              </a:xfrm>
              <a:custGeom>
                <a:avLst/>
                <a:gdLst>
                  <a:gd name="connsiteX0" fmla="*/ 3411 w 6343"/>
                  <a:gd name="connsiteY0" fmla="*/ 6511 h 6345"/>
                  <a:gd name="connsiteX1" fmla="*/ 5653 w 6343"/>
                  <a:gd name="connsiteY1" fmla="*/ 5581 h 6345"/>
                  <a:gd name="connsiteX2" fmla="*/ 6582 w 6343"/>
                  <a:gd name="connsiteY2" fmla="*/ 3338 h 6345"/>
                  <a:gd name="connsiteX3" fmla="*/ 5653 w 6343"/>
                  <a:gd name="connsiteY3" fmla="*/ 1095 h 6345"/>
                  <a:gd name="connsiteX4" fmla="*/ 3411 w 6343"/>
                  <a:gd name="connsiteY4" fmla="*/ 165 h 6345"/>
                  <a:gd name="connsiteX5" fmla="*/ 1168 w 6343"/>
                  <a:gd name="connsiteY5" fmla="*/ 1095 h 6345"/>
                  <a:gd name="connsiteX6" fmla="*/ 239 w 6343"/>
                  <a:gd name="connsiteY6" fmla="*/ 3338 h 6345"/>
                  <a:gd name="connsiteX7" fmla="*/ 1168 w 6343"/>
                  <a:gd name="connsiteY7" fmla="*/ 5581 h 6345"/>
                  <a:gd name="connsiteX8" fmla="*/ 341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11"/>
                    </a:moveTo>
                    <a:cubicBezTo>
                      <a:pt x="4252" y="6511"/>
                      <a:pt x="5059" y="6176"/>
                      <a:pt x="5653" y="5581"/>
                    </a:cubicBezTo>
                    <a:cubicBezTo>
                      <a:pt x="6248" y="4987"/>
                      <a:pt x="6582" y="4179"/>
                      <a:pt x="6582" y="3338"/>
                    </a:cubicBezTo>
                    <a:cubicBezTo>
                      <a:pt x="6582" y="2497"/>
                      <a:pt x="6248" y="1690"/>
                      <a:pt x="5653" y="1095"/>
                    </a:cubicBezTo>
                    <a:cubicBezTo>
                      <a:pt x="5059" y="500"/>
                      <a:pt x="4252" y="165"/>
                      <a:pt x="3411" y="165"/>
                    </a:cubicBezTo>
                    <a:cubicBezTo>
                      <a:pt x="2570" y="165"/>
                      <a:pt x="1763" y="500"/>
                      <a:pt x="1168" y="1095"/>
                    </a:cubicBezTo>
                    <a:cubicBezTo>
                      <a:pt x="573" y="1690"/>
                      <a:pt x="239" y="2497"/>
                      <a:pt x="239" y="3338"/>
                    </a:cubicBezTo>
                    <a:cubicBezTo>
                      <a:pt x="239" y="4179"/>
                      <a:pt x="573" y="4987"/>
                      <a:pt x="1168" y="5581"/>
                    </a:cubicBezTo>
                    <a:cubicBezTo>
                      <a:pt x="1763" y="6176"/>
                      <a:pt x="2570" y="6511"/>
                      <a:pt x="341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56" name="Freeform: Shape 13255">
                <a:extLst>
                  <a:ext uri="{FF2B5EF4-FFF2-40B4-BE49-F238E27FC236}">
                    <a16:creationId xmlns:a16="http://schemas.microsoft.com/office/drawing/2014/main" id="{EC66F605-D09D-3E69-F3F6-AF100DC66C59}"/>
                  </a:ext>
                </a:extLst>
              </p:cNvPr>
              <p:cNvSpPr/>
              <p:nvPr/>
            </p:nvSpPr>
            <p:spPr>
              <a:xfrm>
                <a:off x="9440887" y="5584050"/>
                <a:ext cx="6343" cy="6345"/>
              </a:xfrm>
              <a:custGeom>
                <a:avLst/>
                <a:gdLst>
                  <a:gd name="connsiteX0" fmla="*/ 3411 w 6343"/>
                  <a:gd name="connsiteY0" fmla="*/ 6511 h 6345"/>
                  <a:gd name="connsiteX1" fmla="*/ 5653 w 6343"/>
                  <a:gd name="connsiteY1" fmla="*/ 5582 h 6345"/>
                  <a:gd name="connsiteX2" fmla="*/ 6582 w 6343"/>
                  <a:gd name="connsiteY2" fmla="*/ 3339 h 6345"/>
                  <a:gd name="connsiteX3" fmla="*/ 5653 w 6343"/>
                  <a:gd name="connsiteY3" fmla="*/ 1095 h 6345"/>
                  <a:gd name="connsiteX4" fmla="*/ 3411 w 6343"/>
                  <a:gd name="connsiteY4" fmla="*/ 166 h 6345"/>
                  <a:gd name="connsiteX5" fmla="*/ 1168 w 6343"/>
                  <a:gd name="connsiteY5" fmla="*/ 1095 h 6345"/>
                  <a:gd name="connsiteX6" fmla="*/ 239 w 6343"/>
                  <a:gd name="connsiteY6" fmla="*/ 3339 h 6345"/>
                  <a:gd name="connsiteX7" fmla="*/ 1168 w 6343"/>
                  <a:gd name="connsiteY7" fmla="*/ 5582 h 6345"/>
                  <a:gd name="connsiteX8" fmla="*/ 341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11"/>
                    </a:moveTo>
                    <a:cubicBezTo>
                      <a:pt x="4252" y="6511"/>
                      <a:pt x="5058" y="6177"/>
                      <a:pt x="5653" y="5582"/>
                    </a:cubicBezTo>
                    <a:cubicBezTo>
                      <a:pt x="6248" y="4987"/>
                      <a:pt x="6582" y="4180"/>
                      <a:pt x="6582" y="3339"/>
                    </a:cubicBezTo>
                    <a:cubicBezTo>
                      <a:pt x="6582" y="2497"/>
                      <a:pt x="6248" y="1690"/>
                      <a:pt x="5653" y="1095"/>
                    </a:cubicBezTo>
                    <a:cubicBezTo>
                      <a:pt x="5058" y="500"/>
                      <a:pt x="4252" y="166"/>
                      <a:pt x="3411" y="166"/>
                    </a:cubicBezTo>
                    <a:cubicBezTo>
                      <a:pt x="2569" y="166"/>
                      <a:pt x="1763" y="500"/>
                      <a:pt x="1168" y="1095"/>
                    </a:cubicBezTo>
                    <a:cubicBezTo>
                      <a:pt x="573" y="1690"/>
                      <a:pt x="239" y="2497"/>
                      <a:pt x="239" y="3339"/>
                    </a:cubicBezTo>
                    <a:cubicBezTo>
                      <a:pt x="239" y="4180"/>
                      <a:pt x="573" y="4987"/>
                      <a:pt x="1168" y="5582"/>
                    </a:cubicBezTo>
                    <a:cubicBezTo>
                      <a:pt x="1763" y="6177"/>
                      <a:pt x="2569" y="6511"/>
                      <a:pt x="341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57" name="Freeform: Shape 13256">
                <a:extLst>
                  <a:ext uri="{FF2B5EF4-FFF2-40B4-BE49-F238E27FC236}">
                    <a16:creationId xmlns:a16="http://schemas.microsoft.com/office/drawing/2014/main" id="{AEA54695-A067-6DFE-9361-D4F280A99640}"/>
                  </a:ext>
                </a:extLst>
              </p:cNvPr>
              <p:cNvSpPr/>
              <p:nvPr/>
            </p:nvSpPr>
            <p:spPr>
              <a:xfrm>
                <a:off x="9438496" y="5617248"/>
                <a:ext cx="6343" cy="6345"/>
              </a:xfrm>
              <a:custGeom>
                <a:avLst/>
                <a:gdLst>
                  <a:gd name="connsiteX0" fmla="*/ 3410 w 6343"/>
                  <a:gd name="connsiteY0" fmla="*/ 6514 h 6345"/>
                  <a:gd name="connsiteX1" fmla="*/ 5653 w 6343"/>
                  <a:gd name="connsiteY1" fmla="*/ 5585 h 6345"/>
                  <a:gd name="connsiteX2" fmla="*/ 6582 w 6343"/>
                  <a:gd name="connsiteY2" fmla="*/ 3341 h 6345"/>
                  <a:gd name="connsiteX3" fmla="*/ 5653 w 6343"/>
                  <a:gd name="connsiteY3" fmla="*/ 1098 h 6345"/>
                  <a:gd name="connsiteX4" fmla="*/ 3410 w 6343"/>
                  <a:gd name="connsiteY4" fmla="*/ 168 h 6345"/>
                  <a:gd name="connsiteX5" fmla="*/ 1168 w 6343"/>
                  <a:gd name="connsiteY5" fmla="*/ 1098 h 6345"/>
                  <a:gd name="connsiteX6" fmla="*/ 239 w 6343"/>
                  <a:gd name="connsiteY6" fmla="*/ 3341 h 6345"/>
                  <a:gd name="connsiteX7" fmla="*/ 1168 w 6343"/>
                  <a:gd name="connsiteY7" fmla="*/ 5585 h 6345"/>
                  <a:gd name="connsiteX8" fmla="*/ 3410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14"/>
                    </a:moveTo>
                    <a:cubicBezTo>
                      <a:pt x="4251" y="6514"/>
                      <a:pt x="5058" y="6180"/>
                      <a:pt x="5653" y="5585"/>
                    </a:cubicBezTo>
                    <a:cubicBezTo>
                      <a:pt x="6248" y="4990"/>
                      <a:pt x="6582" y="4183"/>
                      <a:pt x="6582" y="3341"/>
                    </a:cubicBezTo>
                    <a:cubicBezTo>
                      <a:pt x="6582" y="2500"/>
                      <a:pt x="6248" y="1693"/>
                      <a:pt x="5653" y="1098"/>
                    </a:cubicBezTo>
                    <a:cubicBezTo>
                      <a:pt x="5058" y="503"/>
                      <a:pt x="4251" y="168"/>
                      <a:pt x="3410" y="168"/>
                    </a:cubicBezTo>
                    <a:cubicBezTo>
                      <a:pt x="2569" y="168"/>
                      <a:pt x="1762" y="503"/>
                      <a:pt x="1168" y="1098"/>
                    </a:cubicBezTo>
                    <a:cubicBezTo>
                      <a:pt x="573" y="1693"/>
                      <a:pt x="239" y="2500"/>
                      <a:pt x="239" y="3341"/>
                    </a:cubicBezTo>
                    <a:cubicBezTo>
                      <a:pt x="239" y="4183"/>
                      <a:pt x="573" y="4990"/>
                      <a:pt x="1168" y="5585"/>
                    </a:cubicBezTo>
                    <a:cubicBezTo>
                      <a:pt x="1762" y="6180"/>
                      <a:pt x="2569" y="6514"/>
                      <a:pt x="3410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58" name="Freeform: Shape 13257">
                <a:extLst>
                  <a:ext uri="{FF2B5EF4-FFF2-40B4-BE49-F238E27FC236}">
                    <a16:creationId xmlns:a16="http://schemas.microsoft.com/office/drawing/2014/main" id="{B9E1559E-7534-29FE-F636-949543CF6DAA}"/>
                  </a:ext>
                </a:extLst>
              </p:cNvPr>
              <p:cNvSpPr/>
              <p:nvPr/>
            </p:nvSpPr>
            <p:spPr>
              <a:xfrm>
                <a:off x="9200496" y="5771505"/>
                <a:ext cx="6343" cy="6345"/>
              </a:xfrm>
              <a:custGeom>
                <a:avLst/>
                <a:gdLst>
                  <a:gd name="connsiteX0" fmla="*/ 3392 w 6343"/>
                  <a:gd name="connsiteY0" fmla="*/ 6526 h 6345"/>
                  <a:gd name="connsiteX1" fmla="*/ 5634 w 6343"/>
                  <a:gd name="connsiteY1" fmla="*/ 5597 h 6345"/>
                  <a:gd name="connsiteX2" fmla="*/ 6563 w 6343"/>
                  <a:gd name="connsiteY2" fmla="*/ 3353 h 6345"/>
                  <a:gd name="connsiteX3" fmla="*/ 5634 w 6343"/>
                  <a:gd name="connsiteY3" fmla="*/ 1110 h 6345"/>
                  <a:gd name="connsiteX4" fmla="*/ 3392 w 6343"/>
                  <a:gd name="connsiteY4" fmla="*/ 181 h 6345"/>
                  <a:gd name="connsiteX5" fmla="*/ 1149 w 6343"/>
                  <a:gd name="connsiteY5" fmla="*/ 1110 h 6345"/>
                  <a:gd name="connsiteX6" fmla="*/ 220 w 6343"/>
                  <a:gd name="connsiteY6" fmla="*/ 3353 h 6345"/>
                  <a:gd name="connsiteX7" fmla="*/ 1149 w 6343"/>
                  <a:gd name="connsiteY7" fmla="*/ 5597 h 6345"/>
                  <a:gd name="connsiteX8" fmla="*/ 3392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6"/>
                    </a:moveTo>
                    <a:cubicBezTo>
                      <a:pt x="4233" y="6526"/>
                      <a:pt x="5039" y="6192"/>
                      <a:pt x="5634" y="5597"/>
                    </a:cubicBezTo>
                    <a:cubicBezTo>
                      <a:pt x="6229" y="5002"/>
                      <a:pt x="6563" y="4195"/>
                      <a:pt x="6563" y="3353"/>
                    </a:cubicBezTo>
                    <a:cubicBezTo>
                      <a:pt x="6563" y="2512"/>
                      <a:pt x="6229" y="1705"/>
                      <a:pt x="5634" y="1110"/>
                    </a:cubicBezTo>
                    <a:cubicBezTo>
                      <a:pt x="5039" y="515"/>
                      <a:pt x="4233" y="181"/>
                      <a:pt x="3392" y="181"/>
                    </a:cubicBezTo>
                    <a:cubicBezTo>
                      <a:pt x="2550" y="181"/>
                      <a:pt x="1744" y="515"/>
                      <a:pt x="1149" y="1110"/>
                    </a:cubicBezTo>
                    <a:cubicBezTo>
                      <a:pt x="554" y="1705"/>
                      <a:pt x="220" y="2512"/>
                      <a:pt x="220" y="3353"/>
                    </a:cubicBezTo>
                    <a:cubicBezTo>
                      <a:pt x="220" y="4195"/>
                      <a:pt x="554" y="5002"/>
                      <a:pt x="1149" y="5597"/>
                    </a:cubicBezTo>
                    <a:cubicBezTo>
                      <a:pt x="1744" y="6192"/>
                      <a:pt x="2550" y="6526"/>
                      <a:pt x="3392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59" name="Freeform: Shape 13258">
                <a:extLst>
                  <a:ext uri="{FF2B5EF4-FFF2-40B4-BE49-F238E27FC236}">
                    <a16:creationId xmlns:a16="http://schemas.microsoft.com/office/drawing/2014/main" id="{08804028-AF15-2F2F-CCFF-539A241818E3}"/>
                  </a:ext>
                </a:extLst>
              </p:cNvPr>
              <p:cNvSpPr/>
              <p:nvPr/>
            </p:nvSpPr>
            <p:spPr>
              <a:xfrm>
                <a:off x="9202119" y="5761233"/>
                <a:ext cx="6343" cy="6345"/>
              </a:xfrm>
              <a:custGeom>
                <a:avLst/>
                <a:gdLst>
                  <a:gd name="connsiteX0" fmla="*/ 3392 w 6343"/>
                  <a:gd name="connsiteY0" fmla="*/ 6525 h 6345"/>
                  <a:gd name="connsiteX1" fmla="*/ 5634 w 6343"/>
                  <a:gd name="connsiteY1" fmla="*/ 5596 h 6345"/>
                  <a:gd name="connsiteX2" fmla="*/ 6563 w 6343"/>
                  <a:gd name="connsiteY2" fmla="*/ 3353 h 6345"/>
                  <a:gd name="connsiteX3" fmla="*/ 5634 w 6343"/>
                  <a:gd name="connsiteY3" fmla="*/ 1109 h 6345"/>
                  <a:gd name="connsiteX4" fmla="*/ 3392 w 6343"/>
                  <a:gd name="connsiteY4" fmla="*/ 180 h 6345"/>
                  <a:gd name="connsiteX5" fmla="*/ 1149 w 6343"/>
                  <a:gd name="connsiteY5" fmla="*/ 1109 h 6345"/>
                  <a:gd name="connsiteX6" fmla="*/ 220 w 6343"/>
                  <a:gd name="connsiteY6" fmla="*/ 3353 h 6345"/>
                  <a:gd name="connsiteX7" fmla="*/ 1149 w 6343"/>
                  <a:gd name="connsiteY7" fmla="*/ 5596 h 6345"/>
                  <a:gd name="connsiteX8" fmla="*/ 3392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5"/>
                    </a:moveTo>
                    <a:cubicBezTo>
                      <a:pt x="4233" y="6525"/>
                      <a:pt x="5040" y="6191"/>
                      <a:pt x="5634" y="5596"/>
                    </a:cubicBezTo>
                    <a:cubicBezTo>
                      <a:pt x="6229" y="5001"/>
                      <a:pt x="6563" y="4194"/>
                      <a:pt x="6563" y="3353"/>
                    </a:cubicBezTo>
                    <a:cubicBezTo>
                      <a:pt x="6563" y="2511"/>
                      <a:pt x="6229" y="1704"/>
                      <a:pt x="5634" y="1109"/>
                    </a:cubicBezTo>
                    <a:cubicBezTo>
                      <a:pt x="5040" y="514"/>
                      <a:pt x="4233" y="180"/>
                      <a:pt x="3392" y="180"/>
                    </a:cubicBezTo>
                    <a:cubicBezTo>
                      <a:pt x="2551" y="180"/>
                      <a:pt x="1744" y="514"/>
                      <a:pt x="1149" y="1109"/>
                    </a:cubicBezTo>
                    <a:cubicBezTo>
                      <a:pt x="554" y="1704"/>
                      <a:pt x="220" y="2511"/>
                      <a:pt x="220" y="3353"/>
                    </a:cubicBezTo>
                    <a:cubicBezTo>
                      <a:pt x="220" y="4194"/>
                      <a:pt x="554" y="5001"/>
                      <a:pt x="1149" y="5596"/>
                    </a:cubicBezTo>
                    <a:cubicBezTo>
                      <a:pt x="1744" y="6191"/>
                      <a:pt x="2551" y="6525"/>
                      <a:pt x="3392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60" name="Freeform: Shape 13259">
                <a:extLst>
                  <a:ext uri="{FF2B5EF4-FFF2-40B4-BE49-F238E27FC236}">
                    <a16:creationId xmlns:a16="http://schemas.microsoft.com/office/drawing/2014/main" id="{F826F229-761C-393C-D23A-45E5E1E0A001}"/>
                  </a:ext>
                </a:extLst>
              </p:cNvPr>
              <p:cNvSpPr/>
              <p:nvPr/>
            </p:nvSpPr>
            <p:spPr>
              <a:xfrm>
                <a:off x="9200617" y="5757154"/>
                <a:ext cx="6343" cy="6345"/>
              </a:xfrm>
              <a:custGeom>
                <a:avLst/>
                <a:gdLst>
                  <a:gd name="connsiteX0" fmla="*/ 3392 w 6343"/>
                  <a:gd name="connsiteY0" fmla="*/ 6525 h 6345"/>
                  <a:gd name="connsiteX1" fmla="*/ 5634 w 6343"/>
                  <a:gd name="connsiteY1" fmla="*/ 5596 h 6345"/>
                  <a:gd name="connsiteX2" fmla="*/ 6563 w 6343"/>
                  <a:gd name="connsiteY2" fmla="*/ 3352 h 6345"/>
                  <a:gd name="connsiteX3" fmla="*/ 5634 w 6343"/>
                  <a:gd name="connsiteY3" fmla="*/ 1109 h 6345"/>
                  <a:gd name="connsiteX4" fmla="*/ 3392 w 6343"/>
                  <a:gd name="connsiteY4" fmla="*/ 179 h 6345"/>
                  <a:gd name="connsiteX5" fmla="*/ 1149 w 6343"/>
                  <a:gd name="connsiteY5" fmla="*/ 1109 h 6345"/>
                  <a:gd name="connsiteX6" fmla="*/ 220 w 6343"/>
                  <a:gd name="connsiteY6" fmla="*/ 3352 h 6345"/>
                  <a:gd name="connsiteX7" fmla="*/ 1149 w 6343"/>
                  <a:gd name="connsiteY7" fmla="*/ 5596 h 6345"/>
                  <a:gd name="connsiteX8" fmla="*/ 3392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5"/>
                    </a:moveTo>
                    <a:cubicBezTo>
                      <a:pt x="4233" y="6525"/>
                      <a:pt x="5039" y="6191"/>
                      <a:pt x="5634" y="5596"/>
                    </a:cubicBezTo>
                    <a:cubicBezTo>
                      <a:pt x="6229" y="5001"/>
                      <a:pt x="6563" y="4194"/>
                      <a:pt x="6563" y="3352"/>
                    </a:cubicBezTo>
                    <a:cubicBezTo>
                      <a:pt x="6563" y="2511"/>
                      <a:pt x="6229" y="1704"/>
                      <a:pt x="5634" y="1109"/>
                    </a:cubicBezTo>
                    <a:cubicBezTo>
                      <a:pt x="5039" y="514"/>
                      <a:pt x="4233" y="179"/>
                      <a:pt x="3392" y="179"/>
                    </a:cubicBezTo>
                    <a:cubicBezTo>
                      <a:pt x="2550" y="179"/>
                      <a:pt x="1744" y="514"/>
                      <a:pt x="1149" y="1109"/>
                    </a:cubicBezTo>
                    <a:cubicBezTo>
                      <a:pt x="554" y="1704"/>
                      <a:pt x="220" y="2511"/>
                      <a:pt x="220" y="3352"/>
                    </a:cubicBezTo>
                    <a:cubicBezTo>
                      <a:pt x="220" y="4194"/>
                      <a:pt x="554" y="5001"/>
                      <a:pt x="1149" y="5596"/>
                    </a:cubicBezTo>
                    <a:cubicBezTo>
                      <a:pt x="1744" y="6191"/>
                      <a:pt x="2550" y="6525"/>
                      <a:pt x="3392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61" name="Freeform: Shape 13260">
                <a:extLst>
                  <a:ext uri="{FF2B5EF4-FFF2-40B4-BE49-F238E27FC236}">
                    <a16:creationId xmlns:a16="http://schemas.microsoft.com/office/drawing/2014/main" id="{3D92E7B7-D7CE-6976-EDB7-141DBE80CBF8}"/>
                  </a:ext>
                </a:extLst>
              </p:cNvPr>
              <p:cNvSpPr/>
              <p:nvPr/>
            </p:nvSpPr>
            <p:spPr>
              <a:xfrm>
                <a:off x="9198484" y="5754335"/>
                <a:ext cx="6343" cy="6345"/>
              </a:xfrm>
              <a:custGeom>
                <a:avLst/>
                <a:gdLst>
                  <a:gd name="connsiteX0" fmla="*/ 3391 w 6343"/>
                  <a:gd name="connsiteY0" fmla="*/ 6525 h 6345"/>
                  <a:gd name="connsiteX1" fmla="*/ 5634 w 6343"/>
                  <a:gd name="connsiteY1" fmla="*/ 5595 h 6345"/>
                  <a:gd name="connsiteX2" fmla="*/ 6563 w 6343"/>
                  <a:gd name="connsiteY2" fmla="*/ 3352 h 6345"/>
                  <a:gd name="connsiteX3" fmla="*/ 5634 w 6343"/>
                  <a:gd name="connsiteY3" fmla="*/ 1109 h 6345"/>
                  <a:gd name="connsiteX4" fmla="*/ 3391 w 6343"/>
                  <a:gd name="connsiteY4" fmla="*/ 179 h 6345"/>
                  <a:gd name="connsiteX5" fmla="*/ 1149 w 6343"/>
                  <a:gd name="connsiteY5" fmla="*/ 1109 h 6345"/>
                  <a:gd name="connsiteX6" fmla="*/ 220 w 6343"/>
                  <a:gd name="connsiteY6" fmla="*/ 3352 h 6345"/>
                  <a:gd name="connsiteX7" fmla="*/ 1149 w 6343"/>
                  <a:gd name="connsiteY7" fmla="*/ 5595 h 6345"/>
                  <a:gd name="connsiteX8" fmla="*/ 3391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5"/>
                    </a:moveTo>
                    <a:cubicBezTo>
                      <a:pt x="4233" y="6525"/>
                      <a:pt x="5039" y="6190"/>
                      <a:pt x="5634" y="5595"/>
                    </a:cubicBezTo>
                    <a:cubicBezTo>
                      <a:pt x="6229" y="5000"/>
                      <a:pt x="6563" y="4193"/>
                      <a:pt x="6563" y="3352"/>
                    </a:cubicBezTo>
                    <a:cubicBezTo>
                      <a:pt x="6563" y="2511"/>
                      <a:pt x="6229" y="1703"/>
                      <a:pt x="5634" y="1109"/>
                    </a:cubicBezTo>
                    <a:cubicBezTo>
                      <a:pt x="5039" y="514"/>
                      <a:pt x="4233" y="179"/>
                      <a:pt x="3391" y="179"/>
                    </a:cubicBezTo>
                    <a:cubicBezTo>
                      <a:pt x="2550" y="179"/>
                      <a:pt x="1744" y="514"/>
                      <a:pt x="1149" y="1109"/>
                    </a:cubicBezTo>
                    <a:cubicBezTo>
                      <a:pt x="554" y="1703"/>
                      <a:pt x="220" y="2511"/>
                      <a:pt x="220" y="3352"/>
                    </a:cubicBezTo>
                    <a:cubicBezTo>
                      <a:pt x="220" y="4193"/>
                      <a:pt x="554" y="5000"/>
                      <a:pt x="1149" y="5595"/>
                    </a:cubicBezTo>
                    <a:cubicBezTo>
                      <a:pt x="1744" y="6190"/>
                      <a:pt x="2550" y="6525"/>
                      <a:pt x="3391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62" name="Freeform: Shape 13261">
                <a:extLst>
                  <a:ext uri="{FF2B5EF4-FFF2-40B4-BE49-F238E27FC236}">
                    <a16:creationId xmlns:a16="http://schemas.microsoft.com/office/drawing/2014/main" id="{7A62B2DA-7EEE-EBD6-8EC0-5BE025618766}"/>
                  </a:ext>
                </a:extLst>
              </p:cNvPr>
              <p:cNvSpPr/>
              <p:nvPr/>
            </p:nvSpPr>
            <p:spPr>
              <a:xfrm>
                <a:off x="9195753" y="5752653"/>
                <a:ext cx="6343" cy="6345"/>
              </a:xfrm>
              <a:custGeom>
                <a:avLst/>
                <a:gdLst>
                  <a:gd name="connsiteX0" fmla="*/ 3391 w 6343"/>
                  <a:gd name="connsiteY0" fmla="*/ 6525 h 6345"/>
                  <a:gd name="connsiteX1" fmla="*/ 5634 w 6343"/>
                  <a:gd name="connsiteY1" fmla="*/ 5595 h 6345"/>
                  <a:gd name="connsiteX2" fmla="*/ 6563 w 6343"/>
                  <a:gd name="connsiteY2" fmla="*/ 3352 h 6345"/>
                  <a:gd name="connsiteX3" fmla="*/ 5634 w 6343"/>
                  <a:gd name="connsiteY3" fmla="*/ 1108 h 6345"/>
                  <a:gd name="connsiteX4" fmla="*/ 3391 w 6343"/>
                  <a:gd name="connsiteY4" fmla="*/ 179 h 6345"/>
                  <a:gd name="connsiteX5" fmla="*/ 1149 w 6343"/>
                  <a:gd name="connsiteY5" fmla="*/ 1108 h 6345"/>
                  <a:gd name="connsiteX6" fmla="*/ 220 w 6343"/>
                  <a:gd name="connsiteY6" fmla="*/ 3352 h 6345"/>
                  <a:gd name="connsiteX7" fmla="*/ 1149 w 6343"/>
                  <a:gd name="connsiteY7" fmla="*/ 5595 h 6345"/>
                  <a:gd name="connsiteX8" fmla="*/ 3391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5"/>
                    </a:moveTo>
                    <a:cubicBezTo>
                      <a:pt x="4232" y="6525"/>
                      <a:pt x="5039" y="6190"/>
                      <a:pt x="5634" y="5595"/>
                    </a:cubicBezTo>
                    <a:cubicBezTo>
                      <a:pt x="6229" y="5000"/>
                      <a:pt x="6563" y="4193"/>
                      <a:pt x="6563" y="3352"/>
                    </a:cubicBezTo>
                    <a:cubicBezTo>
                      <a:pt x="6563" y="2510"/>
                      <a:pt x="6229" y="1703"/>
                      <a:pt x="5634" y="1108"/>
                    </a:cubicBezTo>
                    <a:cubicBezTo>
                      <a:pt x="5039" y="513"/>
                      <a:pt x="4232" y="179"/>
                      <a:pt x="3391" y="179"/>
                    </a:cubicBezTo>
                    <a:cubicBezTo>
                      <a:pt x="2550" y="179"/>
                      <a:pt x="1743" y="513"/>
                      <a:pt x="1149" y="1108"/>
                    </a:cubicBezTo>
                    <a:cubicBezTo>
                      <a:pt x="554" y="1703"/>
                      <a:pt x="220" y="2510"/>
                      <a:pt x="220" y="3352"/>
                    </a:cubicBezTo>
                    <a:cubicBezTo>
                      <a:pt x="220" y="4193"/>
                      <a:pt x="554" y="5000"/>
                      <a:pt x="1149" y="5595"/>
                    </a:cubicBezTo>
                    <a:cubicBezTo>
                      <a:pt x="1743" y="6190"/>
                      <a:pt x="2550" y="6525"/>
                      <a:pt x="3391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63" name="Freeform: Shape 13262">
                <a:extLst>
                  <a:ext uri="{FF2B5EF4-FFF2-40B4-BE49-F238E27FC236}">
                    <a16:creationId xmlns:a16="http://schemas.microsoft.com/office/drawing/2014/main" id="{267066CB-B15F-A277-DEFB-CC2CE0EF86CE}"/>
                  </a:ext>
                </a:extLst>
              </p:cNvPr>
              <p:cNvSpPr/>
              <p:nvPr/>
            </p:nvSpPr>
            <p:spPr>
              <a:xfrm>
                <a:off x="9192915" y="5751173"/>
                <a:ext cx="6343" cy="6345"/>
              </a:xfrm>
              <a:custGeom>
                <a:avLst/>
                <a:gdLst>
                  <a:gd name="connsiteX0" fmla="*/ 3391 w 6343"/>
                  <a:gd name="connsiteY0" fmla="*/ 6524 h 6345"/>
                  <a:gd name="connsiteX1" fmla="*/ 5634 w 6343"/>
                  <a:gd name="connsiteY1" fmla="*/ 5595 h 6345"/>
                  <a:gd name="connsiteX2" fmla="*/ 6563 w 6343"/>
                  <a:gd name="connsiteY2" fmla="*/ 3352 h 6345"/>
                  <a:gd name="connsiteX3" fmla="*/ 5634 w 6343"/>
                  <a:gd name="connsiteY3" fmla="*/ 1108 h 6345"/>
                  <a:gd name="connsiteX4" fmla="*/ 3391 w 6343"/>
                  <a:gd name="connsiteY4" fmla="*/ 179 h 6345"/>
                  <a:gd name="connsiteX5" fmla="*/ 1148 w 6343"/>
                  <a:gd name="connsiteY5" fmla="*/ 1108 h 6345"/>
                  <a:gd name="connsiteX6" fmla="*/ 219 w 6343"/>
                  <a:gd name="connsiteY6" fmla="*/ 3352 h 6345"/>
                  <a:gd name="connsiteX7" fmla="*/ 1148 w 6343"/>
                  <a:gd name="connsiteY7" fmla="*/ 5595 h 6345"/>
                  <a:gd name="connsiteX8" fmla="*/ 3391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4"/>
                    </a:moveTo>
                    <a:cubicBezTo>
                      <a:pt x="4232" y="6524"/>
                      <a:pt x="5039" y="6190"/>
                      <a:pt x="5634" y="5595"/>
                    </a:cubicBezTo>
                    <a:cubicBezTo>
                      <a:pt x="6228" y="5000"/>
                      <a:pt x="6563" y="4193"/>
                      <a:pt x="6563" y="3352"/>
                    </a:cubicBezTo>
                    <a:cubicBezTo>
                      <a:pt x="6563" y="2510"/>
                      <a:pt x="6228" y="1703"/>
                      <a:pt x="5634" y="1108"/>
                    </a:cubicBezTo>
                    <a:cubicBezTo>
                      <a:pt x="5039" y="513"/>
                      <a:pt x="4232" y="179"/>
                      <a:pt x="3391" y="179"/>
                    </a:cubicBezTo>
                    <a:cubicBezTo>
                      <a:pt x="2550" y="179"/>
                      <a:pt x="1743" y="513"/>
                      <a:pt x="1148" y="1108"/>
                    </a:cubicBezTo>
                    <a:cubicBezTo>
                      <a:pt x="554" y="1703"/>
                      <a:pt x="219" y="2510"/>
                      <a:pt x="219" y="3352"/>
                    </a:cubicBezTo>
                    <a:cubicBezTo>
                      <a:pt x="219" y="4193"/>
                      <a:pt x="554" y="5000"/>
                      <a:pt x="1148" y="5595"/>
                    </a:cubicBezTo>
                    <a:cubicBezTo>
                      <a:pt x="1743" y="6190"/>
                      <a:pt x="2550" y="6524"/>
                      <a:pt x="3391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64" name="Freeform: Shape 13263">
                <a:extLst>
                  <a:ext uri="{FF2B5EF4-FFF2-40B4-BE49-F238E27FC236}">
                    <a16:creationId xmlns:a16="http://schemas.microsoft.com/office/drawing/2014/main" id="{83BF4922-53C6-8576-EB08-C7F354DB11E9}"/>
                  </a:ext>
                </a:extLst>
              </p:cNvPr>
              <p:cNvSpPr/>
              <p:nvPr/>
            </p:nvSpPr>
            <p:spPr>
              <a:xfrm>
                <a:off x="9189904" y="5750000"/>
                <a:ext cx="6343" cy="6345"/>
              </a:xfrm>
              <a:custGeom>
                <a:avLst/>
                <a:gdLst>
                  <a:gd name="connsiteX0" fmla="*/ 3391 w 6343"/>
                  <a:gd name="connsiteY0" fmla="*/ 6524 h 6345"/>
                  <a:gd name="connsiteX1" fmla="*/ 5633 w 6343"/>
                  <a:gd name="connsiteY1" fmla="*/ 5595 h 6345"/>
                  <a:gd name="connsiteX2" fmla="*/ 6562 w 6343"/>
                  <a:gd name="connsiteY2" fmla="*/ 3352 h 6345"/>
                  <a:gd name="connsiteX3" fmla="*/ 5633 w 6343"/>
                  <a:gd name="connsiteY3" fmla="*/ 1108 h 6345"/>
                  <a:gd name="connsiteX4" fmla="*/ 3391 w 6343"/>
                  <a:gd name="connsiteY4" fmla="*/ 179 h 6345"/>
                  <a:gd name="connsiteX5" fmla="*/ 1148 w 6343"/>
                  <a:gd name="connsiteY5" fmla="*/ 1108 h 6345"/>
                  <a:gd name="connsiteX6" fmla="*/ 219 w 6343"/>
                  <a:gd name="connsiteY6" fmla="*/ 3352 h 6345"/>
                  <a:gd name="connsiteX7" fmla="*/ 1148 w 6343"/>
                  <a:gd name="connsiteY7" fmla="*/ 5595 h 6345"/>
                  <a:gd name="connsiteX8" fmla="*/ 3391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4"/>
                    </a:moveTo>
                    <a:cubicBezTo>
                      <a:pt x="4232" y="6524"/>
                      <a:pt x="5039" y="6190"/>
                      <a:pt x="5633" y="5595"/>
                    </a:cubicBezTo>
                    <a:cubicBezTo>
                      <a:pt x="6228" y="5000"/>
                      <a:pt x="6562" y="4193"/>
                      <a:pt x="6562" y="3352"/>
                    </a:cubicBezTo>
                    <a:cubicBezTo>
                      <a:pt x="6562" y="2510"/>
                      <a:pt x="6228" y="1703"/>
                      <a:pt x="5633" y="1108"/>
                    </a:cubicBezTo>
                    <a:cubicBezTo>
                      <a:pt x="5039" y="513"/>
                      <a:pt x="4232" y="179"/>
                      <a:pt x="3391" y="179"/>
                    </a:cubicBezTo>
                    <a:cubicBezTo>
                      <a:pt x="2550" y="179"/>
                      <a:pt x="1743" y="513"/>
                      <a:pt x="1148" y="1108"/>
                    </a:cubicBezTo>
                    <a:cubicBezTo>
                      <a:pt x="553" y="1703"/>
                      <a:pt x="219" y="2510"/>
                      <a:pt x="219" y="3352"/>
                    </a:cubicBezTo>
                    <a:cubicBezTo>
                      <a:pt x="219" y="4193"/>
                      <a:pt x="553" y="5000"/>
                      <a:pt x="1148" y="5595"/>
                    </a:cubicBezTo>
                    <a:cubicBezTo>
                      <a:pt x="1743" y="6190"/>
                      <a:pt x="2550" y="6524"/>
                      <a:pt x="3391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65" name="Freeform: Shape 13264">
                <a:extLst>
                  <a:ext uri="{FF2B5EF4-FFF2-40B4-BE49-F238E27FC236}">
                    <a16:creationId xmlns:a16="http://schemas.microsoft.com/office/drawing/2014/main" id="{2D02EE39-41AA-E771-DFCF-5F49EEB284B1}"/>
                  </a:ext>
                </a:extLst>
              </p:cNvPr>
              <p:cNvSpPr/>
              <p:nvPr/>
            </p:nvSpPr>
            <p:spPr>
              <a:xfrm>
                <a:off x="9187050" y="5748538"/>
                <a:ext cx="6343" cy="6345"/>
              </a:xfrm>
              <a:custGeom>
                <a:avLst/>
                <a:gdLst>
                  <a:gd name="connsiteX0" fmla="*/ 3391 w 6343"/>
                  <a:gd name="connsiteY0" fmla="*/ 6524 h 6345"/>
                  <a:gd name="connsiteX1" fmla="*/ 5633 w 6343"/>
                  <a:gd name="connsiteY1" fmla="*/ 5595 h 6345"/>
                  <a:gd name="connsiteX2" fmla="*/ 6562 w 6343"/>
                  <a:gd name="connsiteY2" fmla="*/ 3352 h 6345"/>
                  <a:gd name="connsiteX3" fmla="*/ 5633 w 6343"/>
                  <a:gd name="connsiteY3" fmla="*/ 1108 h 6345"/>
                  <a:gd name="connsiteX4" fmla="*/ 3391 w 6343"/>
                  <a:gd name="connsiteY4" fmla="*/ 179 h 6345"/>
                  <a:gd name="connsiteX5" fmla="*/ 1148 w 6343"/>
                  <a:gd name="connsiteY5" fmla="*/ 1108 h 6345"/>
                  <a:gd name="connsiteX6" fmla="*/ 219 w 6343"/>
                  <a:gd name="connsiteY6" fmla="*/ 3352 h 6345"/>
                  <a:gd name="connsiteX7" fmla="*/ 1148 w 6343"/>
                  <a:gd name="connsiteY7" fmla="*/ 5595 h 6345"/>
                  <a:gd name="connsiteX8" fmla="*/ 3391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4"/>
                    </a:moveTo>
                    <a:cubicBezTo>
                      <a:pt x="4232" y="6524"/>
                      <a:pt x="5038" y="6190"/>
                      <a:pt x="5633" y="5595"/>
                    </a:cubicBezTo>
                    <a:cubicBezTo>
                      <a:pt x="6228" y="5000"/>
                      <a:pt x="6562" y="4193"/>
                      <a:pt x="6562" y="3352"/>
                    </a:cubicBezTo>
                    <a:cubicBezTo>
                      <a:pt x="6562" y="2510"/>
                      <a:pt x="6228" y="1703"/>
                      <a:pt x="5633" y="1108"/>
                    </a:cubicBezTo>
                    <a:cubicBezTo>
                      <a:pt x="5038" y="513"/>
                      <a:pt x="4232" y="179"/>
                      <a:pt x="3391" y="179"/>
                    </a:cubicBezTo>
                    <a:cubicBezTo>
                      <a:pt x="2549" y="179"/>
                      <a:pt x="1743" y="513"/>
                      <a:pt x="1148" y="1108"/>
                    </a:cubicBezTo>
                    <a:cubicBezTo>
                      <a:pt x="553" y="1703"/>
                      <a:pt x="219" y="2510"/>
                      <a:pt x="219" y="3352"/>
                    </a:cubicBezTo>
                    <a:cubicBezTo>
                      <a:pt x="219" y="4193"/>
                      <a:pt x="553" y="5000"/>
                      <a:pt x="1148" y="5595"/>
                    </a:cubicBezTo>
                    <a:cubicBezTo>
                      <a:pt x="1743" y="6190"/>
                      <a:pt x="2549" y="6524"/>
                      <a:pt x="3391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66" name="Freeform: Shape 13265">
                <a:extLst>
                  <a:ext uri="{FF2B5EF4-FFF2-40B4-BE49-F238E27FC236}">
                    <a16:creationId xmlns:a16="http://schemas.microsoft.com/office/drawing/2014/main" id="{F53B5E29-851D-48FB-0A15-863F4BD0CAA6}"/>
                  </a:ext>
                </a:extLst>
              </p:cNvPr>
              <p:cNvSpPr/>
              <p:nvPr/>
            </p:nvSpPr>
            <p:spPr>
              <a:xfrm>
                <a:off x="9183679" y="5747973"/>
                <a:ext cx="6343" cy="6345"/>
              </a:xfrm>
              <a:custGeom>
                <a:avLst/>
                <a:gdLst>
                  <a:gd name="connsiteX0" fmla="*/ 3390 w 6343"/>
                  <a:gd name="connsiteY0" fmla="*/ 6524 h 6345"/>
                  <a:gd name="connsiteX1" fmla="*/ 5633 w 6343"/>
                  <a:gd name="connsiteY1" fmla="*/ 5595 h 6345"/>
                  <a:gd name="connsiteX2" fmla="*/ 6562 w 6343"/>
                  <a:gd name="connsiteY2" fmla="*/ 3351 h 6345"/>
                  <a:gd name="connsiteX3" fmla="*/ 5633 w 6343"/>
                  <a:gd name="connsiteY3" fmla="*/ 1108 h 6345"/>
                  <a:gd name="connsiteX4" fmla="*/ 3390 w 6343"/>
                  <a:gd name="connsiteY4" fmla="*/ 179 h 6345"/>
                  <a:gd name="connsiteX5" fmla="*/ 1148 w 6343"/>
                  <a:gd name="connsiteY5" fmla="*/ 1108 h 6345"/>
                  <a:gd name="connsiteX6" fmla="*/ 219 w 6343"/>
                  <a:gd name="connsiteY6" fmla="*/ 3351 h 6345"/>
                  <a:gd name="connsiteX7" fmla="*/ 1148 w 6343"/>
                  <a:gd name="connsiteY7" fmla="*/ 5595 h 6345"/>
                  <a:gd name="connsiteX8" fmla="*/ 3390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4"/>
                    </a:moveTo>
                    <a:cubicBezTo>
                      <a:pt x="4231" y="6524"/>
                      <a:pt x="5038" y="6190"/>
                      <a:pt x="5633" y="5595"/>
                    </a:cubicBezTo>
                    <a:cubicBezTo>
                      <a:pt x="6228" y="5000"/>
                      <a:pt x="6562" y="4193"/>
                      <a:pt x="6562" y="3351"/>
                    </a:cubicBezTo>
                    <a:cubicBezTo>
                      <a:pt x="6562" y="2510"/>
                      <a:pt x="6228" y="1703"/>
                      <a:pt x="5633" y="1108"/>
                    </a:cubicBezTo>
                    <a:cubicBezTo>
                      <a:pt x="5038" y="513"/>
                      <a:pt x="4231" y="179"/>
                      <a:pt x="3390" y="179"/>
                    </a:cubicBezTo>
                    <a:cubicBezTo>
                      <a:pt x="2549" y="179"/>
                      <a:pt x="1742" y="513"/>
                      <a:pt x="1148" y="1108"/>
                    </a:cubicBezTo>
                    <a:cubicBezTo>
                      <a:pt x="553" y="1703"/>
                      <a:pt x="219" y="2510"/>
                      <a:pt x="219" y="3351"/>
                    </a:cubicBezTo>
                    <a:cubicBezTo>
                      <a:pt x="219" y="4193"/>
                      <a:pt x="553" y="5000"/>
                      <a:pt x="1148" y="5595"/>
                    </a:cubicBezTo>
                    <a:cubicBezTo>
                      <a:pt x="1742" y="6190"/>
                      <a:pt x="2549" y="6524"/>
                      <a:pt x="3390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67" name="Freeform: Shape 13266">
                <a:extLst>
                  <a:ext uri="{FF2B5EF4-FFF2-40B4-BE49-F238E27FC236}">
                    <a16:creationId xmlns:a16="http://schemas.microsoft.com/office/drawing/2014/main" id="{0FE0CC6A-7F86-423F-7DE2-E37CAF5ED46F}"/>
                  </a:ext>
                </a:extLst>
              </p:cNvPr>
              <p:cNvSpPr/>
              <p:nvPr/>
            </p:nvSpPr>
            <p:spPr>
              <a:xfrm>
                <a:off x="9180900" y="5746364"/>
                <a:ext cx="6343" cy="6345"/>
              </a:xfrm>
              <a:custGeom>
                <a:avLst/>
                <a:gdLst>
                  <a:gd name="connsiteX0" fmla="*/ 3390 w 6343"/>
                  <a:gd name="connsiteY0" fmla="*/ 6524 h 6345"/>
                  <a:gd name="connsiteX1" fmla="*/ 5633 w 6343"/>
                  <a:gd name="connsiteY1" fmla="*/ 5595 h 6345"/>
                  <a:gd name="connsiteX2" fmla="*/ 6562 w 6343"/>
                  <a:gd name="connsiteY2" fmla="*/ 3351 h 6345"/>
                  <a:gd name="connsiteX3" fmla="*/ 5633 w 6343"/>
                  <a:gd name="connsiteY3" fmla="*/ 1108 h 6345"/>
                  <a:gd name="connsiteX4" fmla="*/ 3390 w 6343"/>
                  <a:gd name="connsiteY4" fmla="*/ 179 h 6345"/>
                  <a:gd name="connsiteX5" fmla="*/ 1147 w 6343"/>
                  <a:gd name="connsiteY5" fmla="*/ 1108 h 6345"/>
                  <a:gd name="connsiteX6" fmla="*/ 218 w 6343"/>
                  <a:gd name="connsiteY6" fmla="*/ 3351 h 6345"/>
                  <a:gd name="connsiteX7" fmla="*/ 1147 w 6343"/>
                  <a:gd name="connsiteY7" fmla="*/ 5595 h 6345"/>
                  <a:gd name="connsiteX8" fmla="*/ 3390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4"/>
                    </a:moveTo>
                    <a:cubicBezTo>
                      <a:pt x="4231" y="6524"/>
                      <a:pt x="5038" y="6190"/>
                      <a:pt x="5633" y="5595"/>
                    </a:cubicBezTo>
                    <a:cubicBezTo>
                      <a:pt x="6227" y="5000"/>
                      <a:pt x="6562" y="4193"/>
                      <a:pt x="6562" y="3351"/>
                    </a:cubicBezTo>
                    <a:cubicBezTo>
                      <a:pt x="6562" y="2510"/>
                      <a:pt x="6227" y="1703"/>
                      <a:pt x="5633" y="1108"/>
                    </a:cubicBezTo>
                    <a:cubicBezTo>
                      <a:pt x="5038" y="513"/>
                      <a:pt x="4231" y="179"/>
                      <a:pt x="3390" y="179"/>
                    </a:cubicBezTo>
                    <a:cubicBezTo>
                      <a:pt x="2549" y="179"/>
                      <a:pt x="1742" y="513"/>
                      <a:pt x="1147" y="1108"/>
                    </a:cubicBezTo>
                    <a:cubicBezTo>
                      <a:pt x="553" y="1703"/>
                      <a:pt x="218" y="2510"/>
                      <a:pt x="218" y="3351"/>
                    </a:cubicBezTo>
                    <a:cubicBezTo>
                      <a:pt x="218" y="4193"/>
                      <a:pt x="553" y="5000"/>
                      <a:pt x="1147" y="5595"/>
                    </a:cubicBezTo>
                    <a:cubicBezTo>
                      <a:pt x="1742" y="6190"/>
                      <a:pt x="2549" y="6524"/>
                      <a:pt x="3390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68" name="Freeform: Shape 13267">
                <a:extLst>
                  <a:ext uri="{FF2B5EF4-FFF2-40B4-BE49-F238E27FC236}">
                    <a16:creationId xmlns:a16="http://schemas.microsoft.com/office/drawing/2014/main" id="{848BA189-06D8-376D-F7D2-D0FF3F7C2835}"/>
                  </a:ext>
                </a:extLst>
              </p:cNvPr>
              <p:cNvSpPr/>
              <p:nvPr/>
            </p:nvSpPr>
            <p:spPr>
              <a:xfrm>
                <a:off x="9177909" y="5745113"/>
                <a:ext cx="6343" cy="6345"/>
              </a:xfrm>
              <a:custGeom>
                <a:avLst/>
                <a:gdLst>
                  <a:gd name="connsiteX0" fmla="*/ 3390 w 6343"/>
                  <a:gd name="connsiteY0" fmla="*/ 6524 h 6345"/>
                  <a:gd name="connsiteX1" fmla="*/ 5632 w 6343"/>
                  <a:gd name="connsiteY1" fmla="*/ 5595 h 6345"/>
                  <a:gd name="connsiteX2" fmla="*/ 6561 w 6343"/>
                  <a:gd name="connsiteY2" fmla="*/ 3351 h 6345"/>
                  <a:gd name="connsiteX3" fmla="*/ 5632 w 6343"/>
                  <a:gd name="connsiteY3" fmla="*/ 1108 h 6345"/>
                  <a:gd name="connsiteX4" fmla="*/ 3390 w 6343"/>
                  <a:gd name="connsiteY4" fmla="*/ 179 h 6345"/>
                  <a:gd name="connsiteX5" fmla="*/ 1147 w 6343"/>
                  <a:gd name="connsiteY5" fmla="*/ 1108 h 6345"/>
                  <a:gd name="connsiteX6" fmla="*/ 218 w 6343"/>
                  <a:gd name="connsiteY6" fmla="*/ 3351 h 6345"/>
                  <a:gd name="connsiteX7" fmla="*/ 1147 w 6343"/>
                  <a:gd name="connsiteY7" fmla="*/ 5595 h 6345"/>
                  <a:gd name="connsiteX8" fmla="*/ 3390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4"/>
                    </a:moveTo>
                    <a:cubicBezTo>
                      <a:pt x="4231" y="6524"/>
                      <a:pt x="5038" y="6190"/>
                      <a:pt x="5632" y="5595"/>
                    </a:cubicBezTo>
                    <a:cubicBezTo>
                      <a:pt x="6227" y="5000"/>
                      <a:pt x="6561" y="4193"/>
                      <a:pt x="6561" y="3351"/>
                    </a:cubicBezTo>
                    <a:cubicBezTo>
                      <a:pt x="6561" y="2510"/>
                      <a:pt x="6227" y="1703"/>
                      <a:pt x="5632" y="1108"/>
                    </a:cubicBezTo>
                    <a:cubicBezTo>
                      <a:pt x="5038" y="513"/>
                      <a:pt x="4231" y="179"/>
                      <a:pt x="3390" y="179"/>
                    </a:cubicBezTo>
                    <a:cubicBezTo>
                      <a:pt x="2549" y="179"/>
                      <a:pt x="1742" y="513"/>
                      <a:pt x="1147" y="1108"/>
                    </a:cubicBezTo>
                    <a:cubicBezTo>
                      <a:pt x="552" y="1703"/>
                      <a:pt x="218" y="2510"/>
                      <a:pt x="218" y="3351"/>
                    </a:cubicBezTo>
                    <a:cubicBezTo>
                      <a:pt x="218" y="4193"/>
                      <a:pt x="552" y="5000"/>
                      <a:pt x="1147" y="5595"/>
                    </a:cubicBezTo>
                    <a:cubicBezTo>
                      <a:pt x="1742" y="6190"/>
                      <a:pt x="2549" y="6524"/>
                      <a:pt x="3390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69" name="Freeform: Shape 13268">
                <a:extLst>
                  <a:ext uri="{FF2B5EF4-FFF2-40B4-BE49-F238E27FC236}">
                    <a16:creationId xmlns:a16="http://schemas.microsoft.com/office/drawing/2014/main" id="{82000035-3C7F-0898-7414-EC37658EFDFB}"/>
                  </a:ext>
                </a:extLst>
              </p:cNvPr>
              <p:cNvSpPr/>
              <p:nvPr/>
            </p:nvSpPr>
            <p:spPr>
              <a:xfrm>
                <a:off x="9174828" y="5744001"/>
                <a:ext cx="6343" cy="6345"/>
              </a:xfrm>
              <a:custGeom>
                <a:avLst/>
                <a:gdLst>
                  <a:gd name="connsiteX0" fmla="*/ 3390 w 6343"/>
                  <a:gd name="connsiteY0" fmla="*/ 6524 h 6345"/>
                  <a:gd name="connsiteX1" fmla="*/ 5632 w 6343"/>
                  <a:gd name="connsiteY1" fmla="*/ 5595 h 6345"/>
                  <a:gd name="connsiteX2" fmla="*/ 6561 w 6343"/>
                  <a:gd name="connsiteY2" fmla="*/ 3351 h 6345"/>
                  <a:gd name="connsiteX3" fmla="*/ 5632 w 6343"/>
                  <a:gd name="connsiteY3" fmla="*/ 1108 h 6345"/>
                  <a:gd name="connsiteX4" fmla="*/ 3390 w 6343"/>
                  <a:gd name="connsiteY4" fmla="*/ 178 h 6345"/>
                  <a:gd name="connsiteX5" fmla="*/ 1147 w 6343"/>
                  <a:gd name="connsiteY5" fmla="*/ 1108 h 6345"/>
                  <a:gd name="connsiteX6" fmla="*/ 218 w 6343"/>
                  <a:gd name="connsiteY6" fmla="*/ 3351 h 6345"/>
                  <a:gd name="connsiteX7" fmla="*/ 1147 w 6343"/>
                  <a:gd name="connsiteY7" fmla="*/ 5595 h 6345"/>
                  <a:gd name="connsiteX8" fmla="*/ 3390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24"/>
                    </a:moveTo>
                    <a:cubicBezTo>
                      <a:pt x="4231" y="6524"/>
                      <a:pt x="5037" y="6190"/>
                      <a:pt x="5632" y="5595"/>
                    </a:cubicBezTo>
                    <a:cubicBezTo>
                      <a:pt x="6227" y="5000"/>
                      <a:pt x="6561" y="4193"/>
                      <a:pt x="6561" y="3351"/>
                    </a:cubicBezTo>
                    <a:cubicBezTo>
                      <a:pt x="6561" y="2510"/>
                      <a:pt x="6227" y="1703"/>
                      <a:pt x="5632" y="1108"/>
                    </a:cubicBezTo>
                    <a:cubicBezTo>
                      <a:pt x="5037" y="513"/>
                      <a:pt x="4231" y="178"/>
                      <a:pt x="3390" y="178"/>
                    </a:cubicBezTo>
                    <a:cubicBezTo>
                      <a:pt x="2548" y="178"/>
                      <a:pt x="1742" y="513"/>
                      <a:pt x="1147" y="1108"/>
                    </a:cubicBezTo>
                    <a:cubicBezTo>
                      <a:pt x="552" y="1703"/>
                      <a:pt x="218" y="2510"/>
                      <a:pt x="218" y="3351"/>
                    </a:cubicBezTo>
                    <a:cubicBezTo>
                      <a:pt x="218" y="4193"/>
                      <a:pt x="552" y="5000"/>
                      <a:pt x="1147" y="5595"/>
                    </a:cubicBezTo>
                    <a:cubicBezTo>
                      <a:pt x="1742" y="6190"/>
                      <a:pt x="2548" y="6524"/>
                      <a:pt x="3390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70" name="Freeform: Shape 13269">
                <a:extLst>
                  <a:ext uri="{FF2B5EF4-FFF2-40B4-BE49-F238E27FC236}">
                    <a16:creationId xmlns:a16="http://schemas.microsoft.com/office/drawing/2014/main" id="{C80816B6-0B36-9F67-B415-CD6B880FA8A5}"/>
                  </a:ext>
                </a:extLst>
              </p:cNvPr>
              <p:cNvSpPr/>
              <p:nvPr/>
            </p:nvSpPr>
            <p:spPr>
              <a:xfrm>
                <a:off x="9171105" y="5743931"/>
                <a:ext cx="6343" cy="6345"/>
              </a:xfrm>
              <a:custGeom>
                <a:avLst/>
                <a:gdLst>
                  <a:gd name="connsiteX0" fmla="*/ 3389 w 6343"/>
                  <a:gd name="connsiteY0" fmla="*/ 6524 h 6345"/>
                  <a:gd name="connsiteX1" fmla="*/ 5632 w 6343"/>
                  <a:gd name="connsiteY1" fmla="*/ 5595 h 6345"/>
                  <a:gd name="connsiteX2" fmla="*/ 6561 w 6343"/>
                  <a:gd name="connsiteY2" fmla="*/ 3351 h 6345"/>
                  <a:gd name="connsiteX3" fmla="*/ 5632 w 6343"/>
                  <a:gd name="connsiteY3" fmla="*/ 1108 h 6345"/>
                  <a:gd name="connsiteX4" fmla="*/ 3389 w 6343"/>
                  <a:gd name="connsiteY4" fmla="*/ 178 h 6345"/>
                  <a:gd name="connsiteX5" fmla="*/ 1147 w 6343"/>
                  <a:gd name="connsiteY5" fmla="*/ 1108 h 6345"/>
                  <a:gd name="connsiteX6" fmla="*/ 218 w 6343"/>
                  <a:gd name="connsiteY6" fmla="*/ 3351 h 6345"/>
                  <a:gd name="connsiteX7" fmla="*/ 1147 w 6343"/>
                  <a:gd name="connsiteY7" fmla="*/ 5595 h 6345"/>
                  <a:gd name="connsiteX8" fmla="*/ 338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4"/>
                    </a:moveTo>
                    <a:cubicBezTo>
                      <a:pt x="4230" y="6524"/>
                      <a:pt x="5037" y="6190"/>
                      <a:pt x="5632" y="5595"/>
                    </a:cubicBezTo>
                    <a:cubicBezTo>
                      <a:pt x="6227" y="5000"/>
                      <a:pt x="6561" y="4193"/>
                      <a:pt x="6561" y="3351"/>
                    </a:cubicBezTo>
                    <a:cubicBezTo>
                      <a:pt x="6561" y="2510"/>
                      <a:pt x="6227" y="1703"/>
                      <a:pt x="5632" y="1108"/>
                    </a:cubicBezTo>
                    <a:cubicBezTo>
                      <a:pt x="5037" y="513"/>
                      <a:pt x="4230" y="178"/>
                      <a:pt x="3389" y="178"/>
                    </a:cubicBezTo>
                    <a:cubicBezTo>
                      <a:pt x="2548" y="178"/>
                      <a:pt x="1741" y="513"/>
                      <a:pt x="1147" y="1108"/>
                    </a:cubicBezTo>
                    <a:cubicBezTo>
                      <a:pt x="552" y="1703"/>
                      <a:pt x="218" y="2510"/>
                      <a:pt x="218" y="3351"/>
                    </a:cubicBezTo>
                    <a:cubicBezTo>
                      <a:pt x="218" y="4193"/>
                      <a:pt x="552" y="5000"/>
                      <a:pt x="1147" y="5595"/>
                    </a:cubicBezTo>
                    <a:cubicBezTo>
                      <a:pt x="1741" y="6190"/>
                      <a:pt x="2548" y="6524"/>
                      <a:pt x="338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71" name="Freeform: Shape 13270">
                <a:extLst>
                  <a:ext uri="{FF2B5EF4-FFF2-40B4-BE49-F238E27FC236}">
                    <a16:creationId xmlns:a16="http://schemas.microsoft.com/office/drawing/2014/main" id="{87112475-7960-C486-DC9D-EA9B2A2E3817}"/>
                  </a:ext>
                </a:extLst>
              </p:cNvPr>
              <p:cNvSpPr/>
              <p:nvPr/>
            </p:nvSpPr>
            <p:spPr>
              <a:xfrm>
                <a:off x="9168057" y="5742721"/>
                <a:ext cx="6343" cy="6345"/>
              </a:xfrm>
              <a:custGeom>
                <a:avLst/>
                <a:gdLst>
                  <a:gd name="connsiteX0" fmla="*/ 3389 w 6343"/>
                  <a:gd name="connsiteY0" fmla="*/ 6524 h 6345"/>
                  <a:gd name="connsiteX1" fmla="*/ 5632 w 6343"/>
                  <a:gd name="connsiteY1" fmla="*/ 5594 h 6345"/>
                  <a:gd name="connsiteX2" fmla="*/ 6561 w 6343"/>
                  <a:gd name="connsiteY2" fmla="*/ 3351 h 6345"/>
                  <a:gd name="connsiteX3" fmla="*/ 5632 w 6343"/>
                  <a:gd name="connsiteY3" fmla="*/ 1108 h 6345"/>
                  <a:gd name="connsiteX4" fmla="*/ 3389 w 6343"/>
                  <a:gd name="connsiteY4" fmla="*/ 178 h 6345"/>
                  <a:gd name="connsiteX5" fmla="*/ 1146 w 6343"/>
                  <a:gd name="connsiteY5" fmla="*/ 1108 h 6345"/>
                  <a:gd name="connsiteX6" fmla="*/ 217 w 6343"/>
                  <a:gd name="connsiteY6" fmla="*/ 3351 h 6345"/>
                  <a:gd name="connsiteX7" fmla="*/ 1146 w 6343"/>
                  <a:gd name="connsiteY7" fmla="*/ 5594 h 6345"/>
                  <a:gd name="connsiteX8" fmla="*/ 338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4"/>
                    </a:moveTo>
                    <a:cubicBezTo>
                      <a:pt x="4230" y="6524"/>
                      <a:pt x="5037" y="6189"/>
                      <a:pt x="5632" y="5594"/>
                    </a:cubicBezTo>
                    <a:cubicBezTo>
                      <a:pt x="6226" y="5000"/>
                      <a:pt x="6561" y="4192"/>
                      <a:pt x="6561" y="3351"/>
                    </a:cubicBezTo>
                    <a:cubicBezTo>
                      <a:pt x="6561" y="2510"/>
                      <a:pt x="6226" y="1703"/>
                      <a:pt x="5632" y="1108"/>
                    </a:cubicBezTo>
                    <a:cubicBezTo>
                      <a:pt x="5037" y="513"/>
                      <a:pt x="4230" y="178"/>
                      <a:pt x="3389" y="178"/>
                    </a:cubicBezTo>
                    <a:cubicBezTo>
                      <a:pt x="2548" y="178"/>
                      <a:pt x="1741" y="513"/>
                      <a:pt x="1146" y="1108"/>
                    </a:cubicBezTo>
                    <a:cubicBezTo>
                      <a:pt x="552" y="1703"/>
                      <a:pt x="217" y="2510"/>
                      <a:pt x="217" y="3351"/>
                    </a:cubicBezTo>
                    <a:cubicBezTo>
                      <a:pt x="217" y="4192"/>
                      <a:pt x="552" y="5000"/>
                      <a:pt x="1146" y="5594"/>
                    </a:cubicBezTo>
                    <a:cubicBezTo>
                      <a:pt x="1741" y="6189"/>
                      <a:pt x="2548" y="6524"/>
                      <a:pt x="338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72" name="Freeform: Shape 13271">
                <a:extLst>
                  <a:ext uri="{FF2B5EF4-FFF2-40B4-BE49-F238E27FC236}">
                    <a16:creationId xmlns:a16="http://schemas.microsoft.com/office/drawing/2014/main" id="{05CE1A66-572E-36FB-ADEB-02C8F94E81A1}"/>
                  </a:ext>
                </a:extLst>
              </p:cNvPr>
              <p:cNvSpPr/>
              <p:nvPr/>
            </p:nvSpPr>
            <p:spPr>
              <a:xfrm>
                <a:off x="9164718" y="5741964"/>
                <a:ext cx="6343" cy="6345"/>
              </a:xfrm>
              <a:custGeom>
                <a:avLst/>
                <a:gdLst>
                  <a:gd name="connsiteX0" fmla="*/ 3389 w 6343"/>
                  <a:gd name="connsiteY0" fmla="*/ 6524 h 6345"/>
                  <a:gd name="connsiteX1" fmla="*/ 5631 w 6343"/>
                  <a:gd name="connsiteY1" fmla="*/ 5594 h 6345"/>
                  <a:gd name="connsiteX2" fmla="*/ 6560 w 6343"/>
                  <a:gd name="connsiteY2" fmla="*/ 3351 h 6345"/>
                  <a:gd name="connsiteX3" fmla="*/ 5631 w 6343"/>
                  <a:gd name="connsiteY3" fmla="*/ 1108 h 6345"/>
                  <a:gd name="connsiteX4" fmla="*/ 3389 w 6343"/>
                  <a:gd name="connsiteY4" fmla="*/ 178 h 6345"/>
                  <a:gd name="connsiteX5" fmla="*/ 1146 w 6343"/>
                  <a:gd name="connsiteY5" fmla="*/ 1108 h 6345"/>
                  <a:gd name="connsiteX6" fmla="*/ 217 w 6343"/>
                  <a:gd name="connsiteY6" fmla="*/ 3351 h 6345"/>
                  <a:gd name="connsiteX7" fmla="*/ 1146 w 6343"/>
                  <a:gd name="connsiteY7" fmla="*/ 5594 h 6345"/>
                  <a:gd name="connsiteX8" fmla="*/ 338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4"/>
                    </a:moveTo>
                    <a:cubicBezTo>
                      <a:pt x="4230" y="6524"/>
                      <a:pt x="5037" y="6189"/>
                      <a:pt x="5631" y="5594"/>
                    </a:cubicBezTo>
                    <a:cubicBezTo>
                      <a:pt x="6226" y="4999"/>
                      <a:pt x="6560" y="4192"/>
                      <a:pt x="6560" y="3351"/>
                    </a:cubicBezTo>
                    <a:cubicBezTo>
                      <a:pt x="6560" y="2510"/>
                      <a:pt x="6226" y="1703"/>
                      <a:pt x="5631" y="1108"/>
                    </a:cubicBezTo>
                    <a:cubicBezTo>
                      <a:pt x="5037" y="513"/>
                      <a:pt x="4230" y="178"/>
                      <a:pt x="3389" y="178"/>
                    </a:cubicBezTo>
                    <a:cubicBezTo>
                      <a:pt x="2548" y="178"/>
                      <a:pt x="1741" y="513"/>
                      <a:pt x="1146" y="1108"/>
                    </a:cubicBezTo>
                    <a:cubicBezTo>
                      <a:pt x="551" y="1703"/>
                      <a:pt x="217" y="2510"/>
                      <a:pt x="217" y="3351"/>
                    </a:cubicBezTo>
                    <a:cubicBezTo>
                      <a:pt x="217" y="4192"/>
                      <a:pt x="551" y="4999"/>
                      <a:pt x="1146" y="5594"/>
                    </a:cubicBezTo>
                    <a:cubicBezTo>
                      <a:pt x="1741" y="6189"/>
                      <a:pt x="2548" y="6524"/>
                      <a:pt x="338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73" name="Freeform: Shape 13272">
                <a:extLst>
                  <a:ext uri="{FF2B5EF4-FFF2-40B4-BE49-F238E27FC236}">
                    <a16:creationId xmlns:a16="http://schemas.microsoft.com/office/drawing/2014/main" id="{CFDA13AE-7479-B156-0FFE-1ECC3CA22E66}"/>
                  </a:ext>
                </a:extLst>
              </p:cNvPr>
              <p:cNvSpPr/>
              <p:nvPr/>
            </p:nvSpPr>
            <p:spPr>
              <a:xfrm>
                <a:off x="9161943" y="5740292"/>
                <a:ext cx="6343" cy="6345"/>
              </a:xfrm>
              <a:custGeom>
                <a:avLst/>
                <a:gdLst>
                  <a:gd name="connsiteX0" fmla="*/ 3389 w 6343"/>
                  <a:gd name="connsiteY0" fmla="*/ 6524 h 6345"/>
                  <a:gd name="connsiteX1" fmla="*/ 5631 w 6343"/>
                  <a:gd name="connsiteY1" fmla="*/ 5594 h 6345"/>
                  <a:gd name="connsiteX2" fmla="*/ 6560 w 6343"/>
                  <a:gd name="connsiteY2" fmla="*/ 3351 h 6345"/>
                  <a:gd name="connsiteX3" fmla="*/ 5631 w 6343"/>
                  <a:gd name="connsiteY3" fmla="*/ 1107 h 6345"/>
                  <a:gd name="connsiteX4" fmla="*/ 3389 w 6343"/>
                  <a:gd name="connsiteY4" fmla="*/ 178 h 6345"/>
                  <a:gd name="connsiteX5" fmla="*/ 1146 w 6343"/>
                  <a:gd name="connsiteY5" fmla="*/ 1107 h 6345"/>
                  <a:gd name="connsiteX6" fmla="*/ 217 w 6343"/>
                  <a:gd name="connsiteY6" fmla="*/ 3351 h 6345"/>
                  <a:gd name="connsiteX7" fmla="*/ 1146 w 6343"/>
                  <a:gd name="connsiteY7" fmla="*/ 5594 h 6345"/>
                  <a:gd name="connsiteX8" fmla="*/ 3389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24"/>
                    </a:moveTo>
                    <a:cubicBezTo>
                      <a:pt x="4230" y="6524"/>
                      <a:pt x="5036" y="6189"/>
                      <a:pt x="5631" y="5594"/>
                    </a:cubicBezTo>
                    <a:cubicBezTo>
                      <a:pt x="6226" y="4999"/>
                      <a:pt x="6560" y="4192"/>
                      <a:pt x="6560" y="3351"/>
                    </a:cubicBezTo>
                    <a:cubicBezTo>
                      <a:pt x="6560" y="2509"/>
                      <a:pt x="6226" y="1702"/>
                      <a:pt x="5631" y="1107"/>
                    </a:cubicBezTo>
                    <a:cubicBezTo>
                      <a:pt x="5036" y="512"/>
                      <a:pt x="4230" y="178"/>
                      <a:pt x="3389" y="178"/>
                    </a:cubicBezTo>
                    <a:cubicBezTo>
                      <a:pt x="2547" y="178"/>
                      <a:pt x="1741" y="512"/>
                      <a:pt x="1146" y="1107"/>
                    </a:cubicBezTo>
                    <a:cubicBezTo>
                      <a:pt x="551" y="1702"/>
                      <a:pt x="217" y="2509"/>
                      <a:pt x="217" y="3351"/>
                    </a:cubicBezTo>
                    <a:cubicBezTo>
                      <a:pt x="217" y="4192"/>
                      <a:pt x="551" y="4999"/>
                      <a:pt x="1146" y="5594"/>
                    </a:cubicBezTo>
                    <a:cubicBezTo>
                      <a:pt x="1741" y="6189"/>
                      <a:pt x="2547" y="6524"/>
                      <a:pt x="3389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74" name="Freeform: Shape 13273">
                <a:extLst>
                  <a:ext uri="{FF2B5EF4-FFF2-40B4-BE49-F238E27FC236}">
                    <a16:creationId xmlns:a16="http://schemas.microsoft.com/office/drawing/2014/main" id="{9D0F10AE-67E6-9024-3A97-EA3E9F3B7B15}"/>
                  </a:ext>
                </a:extLst>
              </p:cNvPr>
              <p:cNvSpPr/>
              <p:nvPr/>
            </p:nvSpPr>
            <p:spPr>
              <a:xfrm>
                <a:off x="9158204" y="5740118"/>
                <a:ext cx="6343" cy="6345"/>
              </a:xfrm>
              <a:custGeom>
                <a:avLst/>
                <a:gdLst>
                  <a:gd name="connsiteX0" fmla="*/ 3388 w 6343"/>
                  <a:gd name="connsiteY0" fmla="*/ 6524 h 6345"/>
                  <a:gd name="connsiteX1" fmla="*/ 5631 w 6343"/>
                  <a:gd name="connsiteY1" fmla="*/ 5594 h 6345"/>
                  <a:gd name="connsiteX2" fmla="*/ 6560 w 6343"/>
                  <a:gd name="connsiteY2" fmla="*/ 3351 h 6345"/>
                  <a:gd name="connsiteX3" fmla="*/ 5631 w 6343"/>
                  <a:gd name="connsiteY3" fmla="*/ 1107 h 6345"/>
                  <a:gd name="connsiteX4" fmla="*/ 3388 w 6343"/>
                  <a:gd name="connsiteY4" fmla="*/ 178 h 6345"/>
                  <a:gd name="connsiteX5" fmla="*/ 1146 w 6343"/>
                  <a:gd name="connsiteY5" fmla="*/ 1107 h 6345"/>
                  <a:gd name="connsiteX6" fmla="*/ 217 w 6343"/>
                  <a:gd name="connsiteY6" fmla="*/ 3351 h 6345"/>
                  <a:gd name="connsiteX7" fmla="*/ 1146 w 6343"/>
                  <a:gd name="connsiteY7" fmla="*/ 5594 h 6345"/>
                  <a:gd name="connsiteX8" fmla="*/ 3388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24"/>
                    </a:moveTo>
                    <a:cubicBezTo>
                      <a:pt x="4229" y="6524"/>
                      <a:pt x="5036" y="6189"/>
                      <a:pt x="5631" y="5594"/>
                    </a:cubicBezTo>
                    <a:cubicBezTo>
                      <a:pt x="6226" y="4999"/>
                      <a:pt x="6560" y="4192"/>
                      <a:pt x="6560" y="3351"/>
                    </a:cubicBezTo>
                    <a:cubicBezTo>
                      <a:pt x="6560" y="2509"/>
                      <a:pt x="6226" y="1702"/>
                      <a:pt x="5631" y="1107"/>
                    </a:cubicBezTo>
                    <a:cubicBezTo>
                      <a:pt x="5036" y="512"/>
                      <a:pt x="4229" y="178"/>
                      <a:pt x="3388" y="178"/>
                    </a:cubicBezTo>
                    <a:cubicBezTo>
                      <a:pt x="2547" y="178"/>
                      <a:pt x="1740" y="512"/>
                      <a:pt x="1146" y="1107"/>
                    </a:cubicBezTo>
                    <a:cubicBezTo>
                      <a:pt x="551" y="1702"/>
                      <a:pt x="217" y="2509"/>
                      <a:pt x="217" y="3351"/>
                    </a:cubicBezTo>
                    <a:cubicBezTo>
                      <a:pt x="217" y="4192"/>
                      <a:pt x="551" y="4999"/>
                      <a:pt x="1146" y="5594"/>
                    </a:cubicBezTo>
                    <a:cubicBezTo>
                      <a:pt x="1740" y="6189"/>
                      <a:pt x="2547" y="6524"/>
                      <a:pt x="3388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75" name="Freeform: Shape 13274">
                <a:extLst>
                  <a:ext uri="{FF2B5EF4-FFF2-40B4-BE49-F238E27FC236}">
                    <a16:creationId xmlns:a16="http://schemas.microsoft.com/office/drawing/2014/main" id="{4B124EE6-AD3D-8241-140C-DBC0F11064E9}"/>
                  </a:ext>
                </a:extLst>
              </p:cNvPr>
              <p:cNvSpPr/>
              <p:nvPr/>
            </p:nvSpPr>
            <p:spPr>
              <a:xfrm>
                <a:off x="9238803" y="5610226"/>
                <a:ext cx="6343" cy="6345"/>
              </a:xfrm>
              <a:custGeom>
                <a:avLst/>
                <a:gdLst>
                  <a:gd name="connsiteX0" fmla="*/ 3395 w 6343"/>
                  <a:gd name="connsiteY0" fmla="*/ 6513 h 6345"/>
                  <a:gd name="connsiteX1" fmla="*/ 5637 w 6343"/>
                  <a:gd name="connsiteY1" fmla="*/ 5584 h 6345"/>
                  <a:gd name="connsiteX2" fmla="*/ 6566 w 6343"/>
                  <a:gd name="connsiteY2" fmla="*/ 3341 h 6345"/>
                  <a:gd name="connsiteX3" fmla="*/ 5637 w 6343"/>
                  <a:gd name="connsiteY3" fmla="*/ 1097 h 6345"/>
                  <a:gd name="connsiteX4" fmla="*/ 3395 w 6343"/>
                  <a:gd name="connsiteY4" fmla="*/ 168 h 6345"/>
                  <a:gd name="connsiteX5" fmla="*/ 1152 w 6343"/>
                  <a:gd name="connsiteY5" fmla="*/ 1097 h 6345"/>
                  <a:gd name="connsiteX6" fmla="*/ 223 w 6343"/>
                  <a:gd name="connsiteY6" fmla="*/ 3341 h 6345"/>
                  <a:gd name="connsiteX7" fmla="*/ 1152 w 6343"/>
                  <a:gd name="connsiteY7" fmla="*/ 5584 h 6345"/>
                  <a:gd name="connsiteX8" fmla="*/ 3395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13"/>
                    </a:moveTo>
                    <a:cubicBezTo>
                      <a:pt x="4236" y="6513"/>
                      <a:pt x="5042" y="6179"/>
                      <a:pt x="5637" y="5584"/>
                    </a:cubicBezTo>
                    <a:cubicBezTo>
                      <a:pt x="6232" y="4989"/>
                      <a:pt x="6566" y="4182"/>
                      <a:pt x="6566" y="3341"/>
                    </a:cubicBezTo>
                    <a:cubicBezTo>
                      <a:pt x="6566" y="2499"/>
                      <a:pt x="6232" y="1692"/>
                      <a:pt x="5637" y="1097"/>
                    </a:cubicBezTo>
                    <a:cubicBezTo>
                      <a:pt x="5042" y="502"/>
                      <a:pt x="4236" y="168"/>
                      <a:pt x="3395" y="168"/>
                    </a:cubicBezTo>
                    <a:cubicBezTo>
                      <a:pt x="2554" y="168"/>
                      <a:pt x="1747" y="502"/>
                      <a:pt x="1152" y="1097"/>
                    </a:cubicBezTo>
                    <a:cubicBezTo>
                      <a:pt x="557" y="1692"/>
                      <a:pt x="223" y="2499"/>
                      <a:pt x="223" y="3341"/>
                    </a:cubicBezTo>
                    <a:cubicBezTo>
                      <a:pt x="223" y="4182"/>
                      <a:pt x="557" y="4989"/>
                      <a:pt x="1152" y="5584"/>
                    </a:cubicBezTo>
                    <a:cubicBezTo>
                      <a:pt x="1747" y="6179"/>
                      <a:pt x="2554" y="6513"/>
                      <a:pt x="3395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76" name="Freeform: Shape 13275">
                <a:extLst>
                  <a:ext uri="{FF2B5EF4-FFF2-40B4-BE49-F238E27FC236}">
                    <a16:creationId xmlns:a16="http://schemas.microsoft.com/office/drawing/2014/main" id="{AEA3A83D-E2B6-8490-8A02-F4321AC5DD84}"/>
                  </a:ext>
                </a:extLst>
              </p:cNvPr>
              <p:cNvSpPr/>
              <p:nvPr/>
            </p:nvSpPr>
            <p:spPr>
              <a:xfrm>
                <a:off x="9236901" y="5608906"/>
                <a:ext cx="6343" cy="6345"/>
              </a:xfrm>
              <a:custGeom>
                <a:avLst/>
                <a:gdLst>
                  <a:gd name="connsiteX0" fmla="*/ 3394 w 6343"/>
                  <a:gd name="connsiteY0" fmla="*/ 6513 h 6345"/>
                  <a:gd name="connsiteX1" fmla="*/ 5637 w 6343"/>
                  <a:gd name="connsiteY1" fmla="*/ 5584 h 6345"/>
                  <a:gd name="connsiteX2" fmla="*/ 6566 w 6343"/>
                  <a:gd name="connsiteY2" fmla="*/ 3340 h 6345"/>
                  <a:gd name="connsiteX3" fmla="*/ 5637 w 6343"/>
                  <a:gd name="connsiteY3" fmla="*/ 1097 h 6345"/>
                  <a:gd name="connsiteX4" fmla="*/ 3394 w 6343"/>
                  <a:gd name="connsiteY4" fmla="*/ 168 h 6345"/>
                  <a:gd name="connsiteX5" fmla="*/ 1152 w 6343"/>
                  <a:gd name="connsiteY5" fmla="*/ 1097 h 6345"/>
                  <a:gd name="connsiteX6" fmla="*/ 223 w 6343"/>
                  <a:gd name="connsiteY6" fmla="*/ 3340 h 6345"/>
                  <a:gd name="connsiteX7" fmla="*/ 1152 w 6343"/>
                  <a:gd name="connsiteY7" fmla="*/ 5584 h 6345"/>
                  <a:gd name="connsiteX8" fmla="*/ 3394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13"/>
                    </a:moveTo>
                    <a:cubicBezTo>
                      <a:pt x="4236" y="6513"/>
                      <a:pt x="5042" y="6179"/>
                      <a:pt x="5637" y="5584"/>
                    </a:cubicBezTo>
                    <a:cubicBezTo>
                      <a:pt x="6232" y="4989"/>
                      <a:pt x="6566" y="4182"/>
                      <a:pt x="6566" y="3340"/>
                    </a:cubicBezTo>
                    <a:cubicBezTo>
                      <a:pt x="6566" y="2499"/>
                      <a:pt x="6232" y="1692"/>
                      <a:pt x="5637" y="1097"/>
                    </a:cubicBezTo>
                    <a:cubicBezTo>
                      <a:pt x="5042" y="502"/>
                      <a:pt x="4236" y="168"/>
                      <a:pt x="3394" y="168"/>
                    </a:cubicBezTo>
                    <a:cubicBezTo>
                      <a:pt x="2553" y="168"/>
                      <a:pt x="1747" y="502"/>
                      <a:pt x="1152" y="1097"/>
                    </a:cubicBezTo>
                    <a:cubicBezTo>
                      <a:pt x="557" y="1692"/>
                      <a:pt x="223" y="2499"/>
                      <a:pt x="223" y="3340"/>
                    </a:cubicBezTo>
                    <a:cubicBezTo>
                      <a:pt x="223" y="4182"/>
                      <a:pt x="557" y="4989"/>
                      <a:pt x="1152" y="5584"/>
                    </a:cubicBezTo>
                    <a:cubicBezTo>
                      <a:pt x="1747" y="6179"/>
                      <a:pt x="2553" y="6513"/>
                      <a:pt x="3394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77" name="Freeform: Shape 13276">
                <a:extLst>
                  <a:ext uri="{FF2B5EF4-FFF2-40B4-BE49-F238E27FC236}">
                    <a16:creationId xmlns:a16="http://schemas.microsoft.com/office/drawing/2014/main" id="{AD1CE603-CA7F-2628-3C0E-ACD91F146EAF}"/>
                  </a:ext>
                </a:extLst>
              </p:cNvPr>
              <p:cNvSpPr/>
              <p:nvPr/>
            </p:nvSpPr>
            <p:spPr>
              <a:xfrm>
                <a:off x="9234767" y="5607937"/>
                <a:ext cx="6343" cy="6345"/>
              </a:xfrm>
              <a:custGeom>
                <a:avLst/>
                <a:gdLst>
                  <a:gd name="connsiteX0" fmla="*/ 3394 w 6343"/>
                  <a:gd name="connsiteY0" fmla="*/ 6513 h 6345"/>
                  <a:gd name="connsiteX1" fmla="*/ 5637 w 6343"/>
                  <a:gd name="connsiteY1" fmla="*/ 5584 h 6345"/>
                  <a:gd name="connsiteX2" fmla="*/ 6566 w 6343"/>
                  <a:gd name="connsiteY2" fmla="*/ 3340 h 6345"/>
                  <a:gd name="connsiteX3" fmla="*/ 5637 w 6343"/>
                  <a:gd name="connsiteY3" fmla="*/ 1097 h 6345"/>
                  <a:gd name="connsiteX4" fmla="*/ 3394 w 6343"/>
                  <a:gd name="connsiteY4" fmla="*/ 168 h 6345"/>
                  <a:gd name="connsiteX5" fmla="*/ 1152 w 6343"/>
                  <a:gd name="connsiteY5" fmla="*/ 1097 h 6345"/>
                  <a:gd name="connsiteX6" fmla="*/ 223 w 6343"/>
                  <a:gd name="connsiteY6" fmla="*/ 3340 h 6345"/>
                  <a:gd name="connsiteX7" fmla="*/ 1152 w 6343"/>
                  <a:gd name="connsiteY7" fmla="*/ 5584 h 6345"/>
                  <a:gd name="connsiteX8" fmla="*/ 3394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13"/>
                    </a:moveTo>
                    <a:cubicBezTo>
                      <a:pt x="4235" y="6513"/>
                      <a:pt x="5042" y="6179"/>
                      <a:pt x="5637" y="5584"/>
                    </a:cubicBezTo>
                    <a:cubicBezTo>
                      <a:pt x="6232" y="4989"/>
                      <a:pt x="6566" y="4182"/>
                      <a:pt x="6566" y="3340"/>
                    </a:cubicBezTo>
                    <a:cubicBezTo>
                      <a:pt x="6566" y="2499"/>
                      <a:pt x="6232" y="1692"/>
                      <a:pt x="5637" y="1097"/>
                    </a:cubicBezTo>
                    <a:cubicBezTo>
                      <a:pt x="5042" y="502"/>
                      <a:pt x="4235" y="168"/>
                      <a:pt x="3394" y="168"/>
                    </a:cubicBezTo>
                    <a:cubicBezTo>
                      <a:pt x="2553" y="168"/>
                      <a:pt x="1746" y="502"/>
                      <a:pt x="1152" y="1097"/>
                    </a:cubicBezTo>
                    <a:cubicBezTo>
                      <a:pt x="557" y="1692"/>
                      <a:pt x="223" y="2499"/>
                      <a:pt x="223" y="3340"/>
                    </a:cubicBezTo>
                    <a:cubicBezTo>
                      <a:pt x="223" y="4182"/>
                      <a:pt x="557" y="4989"/>
                      <a:pt x="1152" y="5584"/>
                    </a:cubicBezTo>
                    <a:cubicBezTo>
                      <a:pt x="1746" y="6179"/>
                      <a:pt x="2553" y="6513"/>
                      <a:pt x="3394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78" name="Freeform: Shape 13277">
                <a:extLst>
                  <a:ext uri="{FF2B5EF4-FFF2-40B4-BE49-F238E27FC236}">
                    <a16:creationId xmlns:a16="http://schemas.microsoft.com/office/drawing/2014/main" id="{5E3E8588-966B-715A-2E6A-929625475A23}"/>
                  </a:ext>
                </a:extLst>
              </p:cNvPr>
              <p:cNvSpPr/>
              <p:nvPr/>
            </p:nvSpPr>
            <p:spPr>
              <a:xfrm>
                <a:off x="9232567" y="5607056"/>
                <a:ext cx="6343" cy="6345"/>
              </a:xfrm>
              <a:custGeom>
                <a:avLst/>
                <a:gdLst>
                  <a:gd name="connsiteX0" fmla="*/ 3394 w 6343"/>
                  <a:gd name="connsiteY0" fmla="*/ 6513 h 6345"/>
                  <a:gd name="connsiteX1" fmla="*/ 5637 w 6343"/>
                  <a:gd name="connsiteY1" fmla="*/ 5584 h 6345"/>
                  <a:gd name="connsiteX2" fmla="*/ 6566 w 6343"/>
                  <a:gd name="connsiteY2" fmla="*/ 3340 h 6345"/>
                  <a:gd name="connsiteX3" fmla="*/ 5637 w 6343"/>
                  <a:gd name="connsiteY3" fmla="*/ 1097 h 6345"/>
                  <a:gd name="connsiteX4" fmla="*/ 3394 w 6343"/>
                  <a:gd name="connsiteY4" fmla="*/ 168 h 6345"/>
                  <a:gd name="connsiteX5" fmla="*/ 1151 w 6343"/>
                  <a:gd name="connsiteY5" fmla="*/ 1097 h 6345"/>
                  <a:gd name="connsiteX6" fmla="*/ 223 w 6343"/>
                  <a:gd name="connsiteY6" fmla="*/ 3340 h 6345"/>
                  <a:gd name="connsiteX7" fmla="*/ 1151 w 6343"/>
                  <a:gd name="connsiteY7" fmla="*/ 5584 h 6345"/>
                  <a:gd name="connsiteX8" fmla="*/ 3394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13"/>
                    </a:moveTo>
                    <a:cubicBezTo>
                      <a:pt x="4235" y="6513"/>
                      <a:pt x="5042" y="6179"/>
                      <a:pt x="5637" y="5584"/>
                    </a:cubicBezTo>
                    <a:cubicBezTo>
                      <a:pt x="6232" y="4989"/>
                      <a:pt x="6566" y="4182"/>
                      <a:pt x="6566" y="3340"/>
                    </a:cubicBezTo>
                    <a:cubicBezTo>
                      <a:pt x="6566" y="2499"/>
                      <a:pt x="6232" y="1692"/>
                      <a:pt x="5637" y="1097"/>
                    </a:cubicBezTo>
                    <a:cubicBezTo>
                      <a:pt x="5042" y="502"/>
                      <a:pt x="4235" y="168"/>
                      <a:pt x="3394" y="168"/>
                    </a:cubicBezTo>
                    <a:cubicBezTo>
                      <a:pt x="2553" y="168"/>
                      <a:pt x="1746" y="502"/>
                      <a:pt x="1151" y="1097"/>
                    </a:cubicBezTo>
                    <a:cubicBezTo>
                      <a:pt x="557" y="1692"/>
                      <a:pt x="223" y="2499"/>
                      <a:pt x="223" y="3340"/>
                    </a:cubicBezTo>
                    <a:cubicBezTo>
                      <a:pt x="223" y="4182"/>
                      <a:pt x="557" y="4989"/>
                      <a:pt x="1151" y="5584"/>
                    </a:cubicBezTo>
                    <a:cubicBezTo>
                      <a:pt x="1746" y="6179"/>
                      <a:pt x="2553" y="6513"/>
                      <a:pt x="3394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79" name="Freeform: Shape 13278">
                <a:extLst>
                  <a:ext uri="{FF2B5EF4-FFF2-40B4-BE49-F238E27FC236}">
                    <a16:creationId xmlns:a16="http://schemas.microsoft.com/office/drawing/2014/main" id="{5525FC78-FADF-6654-3B74-4E51754C5F1D}"/>
                  </a:ext>
                </a:extLst>
              </p:cNvPr>
              <p:cNvSpPr/>
              <p:nvPr/>
            </p:nvSpPr>
            <p:spPr>
              <a:xfrm>
                <a:off x="9229878" y="5606876"/>
                <a:ext cx="6343" cy="6345"/>
              </a:xfrm>
              <a:custGeom>
                <a:avLst/>
                <a:gdLst>
                  <a:gd name="connsiteX0" fmla="*/ 3394 w 6343"/>
                  <a:gd name="connsiteY0" fmla="*/ 6513 h 6345"/>
                  <a:gd name="connsiteX1" fmla="*/ 5637 w 6343"/>
                  <a:gd name="connsiteY1" fmla="*/ 5584 h 6345"/>
                  <a:gd name="connsiteX2" fmla="*/ 6565 w 6343"/>
                  <a:gd name="connsiteY2" fmla="*/ 3340 h 6345"/>
                  <a:gd name="connsiteX3" fmla="*/ 5637 w 6343"/>
                  <a:gd name="connsiteY3" fmla="*/ 1097 h 6345"/>
                  <a:gd name="connsiteX4" fmla="*/ 3394 w 6343"/>
                  <a:gd name="connsiteY4" fmla="*/ 168 h 6345"/>
                  <a:gd name="connsiteX5" fmla="*/ 1151 w 6343"/>
                  <a:gd name="connsiteY5" fmla="*/ 1097 h 6345"/>
                  <a:gd name="connsiteX6" fmla="*/ 222 w 6343"/>
                  <a:gd name="connsiteY6" fmla="*/ 3340 h 6345"/>
                  <a:gd name="connsiteX7" fmla="*/ 1151 w 6343"/>
                  <a:gd name="connsiteY7" fmla="*/ 5584 h 6345"/>
                  <a:gd name="connsiteX8" fmla="*/ 3394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13"/>
                    </a:moveTo>
                    <a:cubicBezTo>
                      <a:pt x="4235" y="6513"/>
                      <a:pt x="5042" y="6179"/>
                      <a:pt x="5637" y="5584"/>
                    </a:cubicBezTo>
                    <a:cubicBezTo>
                      <a:pt x="6231" y="4989"/>
                      <a:pt x="6565" y="4182"/>
                      <a:pt x="6565" y="3340"/>
                    </a:cubicBezTo>
                    <a:cubicBezTo>
                      <a:pt x="6565" y="2499"/>
                      <a:pt x="6231" y="1692"/>
                      <a:pt x="5637" y="1097"/>
                    </a:cubicBezTo>
                    <a:cubicBezTo>
                      <a:pt x="5042" y="502"/>
                      <a:pt x="4235" y="168"/>
                      <a:pt x="3394" y="168"/>
                    </a:cubicBezTo>
                    <a:cubicBezTo>
                      <a:pt x="2553" y="168"/>
                      <a:pt x="1746" y="502"/>
                      <a:pt x="1151" y="1097"/>
                    </a:cubicBezTo>
                    <a:cubicBezTo>
                      <a:pt x="557" y="1692"/>
                      <a:pt x="222" y="2499"/>
                      <a:pt x="222" y="3340"/>
                    </a:cubicBezTo>
                    <a:cubicBezTo>
                      <a:pt x="222" y="4182"/>
                      <a:pt x="557" y="4989"/>
                      <a:pt x="1151" y="5584"/>
                    </a:cubicBezTo>
                    <a:cubicBezTo>
                      <a:pt x="1746" y="6179"/>
                      <a:pt x="2553" y="6513"/>
                      <a:pt x="3394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80" name="Freeform: Shape 13279">
                <a:extLst>
                  <a:ext uri="{FF2B5EF4-FFF2-40B4-BE49-F238E27FC236}">
                    <a16:creationId xmlns:a16="http://schemas.microsoft.com/office/drawing/2014/main" id="{C4152EA4-5560-B86E-5AEE-CBAB605E70C3}"/>
                  </a:ext>
                </a:extLst>
              </p:cNvPr>
              <p:cNvSpPr/>
              <p:nvPr/>
            </p:nvSpPr>
            <p:spPr>
              <a:xfrm>
                <a:off x="9228317" y="5605044"/>
                <a:ext cx="6343" cy="6345"/>
              </a:xfrm>
              <a:custGeom>
                <a:avLst/>
                <a:gdLst>
                  <a:gd name="connsiteX0" fmla="*/ 3394 w 6343"/>
                  <a:gd name="connsiteY0" fmla="*/ 6513 h 6345"/>
                  <a:gd name="connsiteX1" fmla="*/ 5636 w 6343"/>
                  <a:gd name="connsiteY1" fmla="*/ 5584 h 6345"/>
                  <a:gd name="connsiteX2" fmla="*/ 6565 w 6343"/>
                  <a:gd name="connsiteY2" fmla="*/ 3340 h 6345"/>
                  <a:gd name="connsiteX3" fmla="*/ 5636 w 6343"/>
                  <a:gd name="connsiteY3" fmla="*/ 1097 h 6345"/>
                  <a:gd name="connsiteX4" fmla="*/ 3394 w 6343"/>
                  <a:gd name="connsiteY4" fmla="*/ 167 h 6345"/>
                  <a:gd name="connsiteX5" fmla="*/ 1151 w 6343"/>
                  <a:gd name="connsiteY5" fmla="*/ 1097 h 6345"/>
                  <a:gd name="connsiteX6" fmla="*/ 222 w 6343"/>
                  <a:gd name="connsiteY6" fmla="*/ 3340 h 6345"/>
                  <a:gd name="connsiteX7" fmla="*/ 1151 w 6343"/>
                  <a:gd name="connsiteY7" fmla="*/ 5584 h 6345"/>
                  <a:gd name="connsiteX8" fmla="*/ 3394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13"/>
                    </a:moveTo>
                    <a:cubicBezTo>
                      <a:pt x="4235" y="6513"/>
                      <a:pt x="5042" y="6179"/>
                      <a:pt x="5636" y="5584"/>
                    </a:cubicBezTo>
                    <a:cubicBezTo>
                      <a:pt x="6231" y="4989"/>
                      <a:pt x="6565" y="4182"/>
                      <a:pt x="6565" y="3340"/>
                    </a:cubicBezTo>
                    <a:cubicBezTo>
                      <a:pt x="6565" y="2499"/>
                      <a:pt x="6231" y="1692"/>
                      <a:pt x="5636" y="1097"/>
                    </a:cubicBezTo>
                    <a:cubicBezTo>
                      <a:pt x="5042" y="502"/>
                      <a:pt x="4235" y="167"/>
                      <a:pt x="3394" y="167"/>
                    </a:cubicBezTo>
                    <a:cubicBezTo>
                      <a:pt x="2553" y="167"/>
                      <a:pt x="1746" y="502"/>
                      <a:pt x="1151" y="1097"/>
                    </a:cubicBezTo>
                    <a:cubicBezTo>
                      <a:pt x="556" y="1692"/>
                      <a:pt x="222" y="2499"/>
                      <a:pt x="222" y="3340"/>
                    </a:cubicBezTo>
                    <a:cubicBezTo>
                      <a:pt x="222" y="4182"/>
                      <a:pt x="556" y="4989"/>
                      <a:pt x="1151" y="5584"/>
                    </a:cubicBezTo>
                    <a:cubicBezTo>
                      <a:pt x="1746" y="6179"/>
                      <a:pt x="2553" y="6513"/>
                      <a:pt x="3394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81" name="Freeform: Shape 13280">
                <a:extLst>
                  <a:ext uri="{FF2B5EF4-FFF2-40B4-BE49-F238E27FC236}">
                    <a16:creationId xmlns:a16="http://schemas.microsoft.com/office/drawing/2014/main" id="{F4E4B919-74DC-BA57-0CE1-15D3063B5C89}"/>
                  </a:ext>
                </a:extLst>
              </p:cNvPr>
              <p:cNvSpPr/>
              <p:nvPr/>
            </p:nvSpPr>
            <p:spPr>
              <a:xfrm>
                <a:off x="9183115" y="5612567"/>
                <a:ext cx="6343" cy="6345"/>
              </a:xfrm>
              <a:custGeom>
                <a:avLst/>
                <a:gdLst>
                  <a:gd name="connsiteX0" fmla="*/ 3390 w 6343"/>
                  <a:gd name="connsiteY0" fmla="*/ 6513 h 6345"/>
                  <a:gd name="connsiteX1" fmla="*/ 5633 w 6343"/>
                  <a:gd name="connsiteY1" fmla="*/ 5584 h 6345"/>
                  <a:gd name="connsiteX2" fmla="*/ 6562 w 6343"/>
                  <a:gd name="connsiteY2" fmla="*/ 3341 h 6345"/>
                  <a:gd name="connsiteX3" fmla="*/ 5633 w 6343"/>
                  <a:gd name="connsiteY3" fmla="*/ 1097 h 6345"/>
                  <a:gd name="connsiteX4" fmla="*/ 3390 w 6343"/>
                  <a:gd name="connsiteY4" fmla="*/ 168 h 6345"/>
                  <a:gd name="connsiteX5" fmla="*/ 1148 w 6343"/>
                  <a:gd name="connsiteY5" fmla="*/ 1097 h 6345"/>
                  <a:gd name="connsiteX6" fmla="*/ 219 w 6343"/>
                  <a:gd name="connsiteY6" fmla="*/ 3341 h 6345"/>
                  <a:gd name="connsiteX7" fmla="*/ 1148 w 6343"/>
                  <a:gd name="connsiteY7" fmla="*/ 5584 h 6345"/>
                  <a:gd name="connsiteX8" fmla="*/ 3390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3"/>
                    </a:moveTo>
                    <a:cubicBezTo>
                      <a:pt x="4231" y="6513"/>
                      <a:pt x="5038" y="6179"/>
                      <a:pt x="5633" y="5584"/>
                    </a:cubicBezTo>
                    <a:cubicBezTo>
                      <a:pt x="6228" y="4989"/>
                      <a:pt x="6562" y="4182"/>
                      <a:pt x="6562" y="3341"/>
                    </a:cubicBezTo>
                    <a:cubicBezTo>
                      <a:pt x="6562" y="2499"/>
                      <a:pt x="6228" y="1692"/>
                      <a:pt x="5633" y="1097"/>
                    </a:cubicBezTo>
                    <a:cubicBezTo>
                      <a:pt x="5038" y="502"/>
                      <a:pt x="4231" y="168"/>
                      <a:pt x="3390" y="168"/>
                    </a:cubicBezTo>
                    <a:cubicBezTo>
                      <a:pt x="2549" y="168"/>
                      <a:pt x="1742" y="502"/>
                      <a:pt x="1148" y="1097"/>
                    </a:cubicBezTo>
                    <a:cubicBezTo>
                      <a:pt x="553" y="1692"/>
                      <a:pt x="219" y="2499"/>
                      <a:pt x="219" y="3341"/>
                    </a:cubicBezTo>
                    <a:cubicBezTo>
                      <a:pt x="219" y="4182"/>
                      <a:pt x="553" y="4989"/>
                      <a:pt x="1148" y="5584"/>
                    </a:cubicBezTo>
                    <a:cubicBezTo>
                      <a:pt x="1742" y="6179"/>
                      <a:pt x="2549" y="6513"/>
                      <a:pt x="3390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82" name="Freeform: Shape 13281">
                <a:extLst>
                  <a:ext uri="{FF2B5EF4-FFF2-40B4-BE49-F238E27FC236}">
                    <a16:creationId xmlns:a16="http://schemas.microsoft.com/office/drawing/2014/main" id="{3250385F-BB7A-8C5A-44CE-54D49CF08EE7}"/>
                  </a:ext>
                </a:extLst>
              </p:cNvPr>
              <p:cNvSpPr/>
              <p:nvPr/>
            </p:nvSpPr>
            <p:spPr>
              <a:xfrm>
                <a:off x="9181880" y="5610097"/>
                <a:ext cx="6343" cy="6345"/>
              </a:xfrm>
              <a:custGeom>
                <a:avLst/>
                <a:gdLst>
                  <a:gd name="connsiteX0" fmla="*/ 3390 w 6343"/>
                  <a:gd name="connsiteY0" fmla="*/ 6513 h 6345"/>
                  <a:gd name="connsiteX1" fmla="*/ 5633 w 6343"/>
                  <a:gd name="connsiteY1" fmla="*/ 5584 h 6345"/>
                  <a:gd name="connsiteX2" fmla="*/ 6562 w 6343"/>
                  <a:gd name="connsiteY2" fmla="*/ 3341 h 6345"/>
                  <a:gd name="connsiteX3" fmla="*/ 5633 w 6343"/>
                  <a:gd name="connsiteY3" fmla="*/ 1097 h 6345"/>
                  <a:gd name="connsiteX4" fmla="*/ 3390 w 6343"/>
                  <a:gd name="connsiteY4" fmla="*/ 168 h 6345"/>
                  <a:gd name="connsiteX5" fmla="*/ 1147 w 6343"/>
                  <a:gd name="connsiteY5" fmla="*/ 1097 h 6345"/>
                  <a:gd name="connsiteX6" fmla="*/ 219 w 6343"/>
                  <a:gd name="connsiteY6" fmla="*/ 3341 h 6345"/>
                  <a:gd name="connsiteX7" fmla="*/ 1147 w 6343"/>
                  <a:gd name="connsiteY7" fmla="*/ 5584 h 6345"/>
                  <a:gd name="connsiteX8" fmla="*/ 3390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3"/>
                    </a:moveTo>
                    <a:cubicBezTo>
                      <a:pt x="4231" y="6513"/>
                      <a:pt x="5038" y="6179"/>
                      <a:pt x="5633" y="5584"/>
                    </a:cubicBezTo>
                    <a:cubicBezTo>
                      <a:pt x="6228" y="4989"/>
                      <a:pt x="6562" y="4182"/>
                      <a:pt x="6562" y="3341"/>
                    </a:cubicBezTo>
                    <a:cubicBezTo>
                      <a:pt x="6562" y="2499"/>
                      <a:pt x="6228" y="1692"/>
                      <a:pt x="5633" y="1097"/>
                    </a:cubicBezTo>
                    <a:cubicBezTo>
                      <a:pt x="5038" y="502"/>
                      <a:pt x="4231" y="168"/>
                      <a:pt x="3390" y="168"/>
                    </a:cubicBezTo>
                    <a:cubicBezTo>
                      <a:pt x="2549" y="168"/>
                      <a:pt x="1742" y="502"/>
                      <a:pt x="1147" y="1097"/>
                    </a:cubicBezTo>
                    <a:cubicBezTo>
                      <a:pt x="553" y="1692"/>
                      <a:pt x="219" y="2499"/>
                      <a:pt x="219" y="3341"/>
                    </a:cubicBezTo>
                    <a:cubicBezTo>
                      <a:pt x="219" y="4182"/>
                      <a:pt x="553" y="4989"/>
                      <a:pt x="1147" y="5584"/>
                    </a:cubicBezTo>
                    <a:cubicBezTo>
                      <a:pt x="1742" y="6179"/>
                      <a:pt x="2549" y="6513"/>
                      <a:pt x="3390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83" name="Freeform: Shape 13282">
                <a:extLst>
                  <a:ext uri="{FF2B5EF4-FFF2-40B4-BE49-F238E27FC236}">
                    <a16:creationId xmlns:a16="http://schemas.microsoft.com/office/drawing/2014/main" id="{68BBC96C-38A6-DC63-75B1-3B9988009A3A}"/>
                  </a:ext>
                </a:extLst>
              </p:cNvPr>
              <p:cNvSpPr/>
              <p:nvPr/>
            </p:nvSpPr>
            <p:spPr>
              <a:xfrm>
                <a:off x="9179227" y="5609336"/>
                <a:ext cx="6343" cy="6345"/>
              </a:xfrm>
              <a:custGeom>
                <a:avLst/>
                <a:gdLst>
                  <a:gd name="connsiteX0" fmla="*/ 3390 w 6343"/>
                  <a:gd name="connsiteY0" fmla="*/ 6513 h 6345"/>
                  <a:gd name="connsiteX1" fmla="*/ 5633 w 6343"/>
                  <a:gd name="connsiteY1" fmla="*/ 5584 h 6345"/>
                  <a:gd name="connsiteX2" fmla="*/ 6561 w 6343"/>
                  <a:gd name="connsiteY2" fmla="*/ 3341 h 6345"/>
                  <a:gd name="connsiteX3" fmla="*/ 5633 w 6343"/>
                  <a:gd name="connsiteY3" fmla="*/ 1097 h 6345"/>
                  <a:gd name="connsiteX4" fmla="*/ 3390 w 6343"/>
                  <a:gd name="connsiteY4" fmla="*/ 168 h 6345"/>
                  <a:gd name="connsiteX5" fmla="*/ 1147 w 6343"/>
                  <a:gd name="connsiteY5" fmla="*/ 1097 h 6345"/>
                  <a:gd name="connsiteX6" fmla="*/ 218 w 6343"/>
                  <a:gd name="connsiteY6" fmla="*/ 3341 h 6345"/>
                  <a:gd name="connsiteX7" fmla="*/ 1147 w 6343"/>
                  <a:gd name="connsiteY7" fmla="*/ 5584 h 6345"/>
                  <a:gd name="connsiteX8" fmla="*/ 3390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3"/>
                    </a:moveTo>
                    <a:cubicBezTo>
                      <a:pt x="4231" y="6513"/>
                      <a:pt x="5038" y="6179"/>
                      <a:pt x="5633" y="5584"/>
                    </a:cubicBezTo>
                    <a:cubicBezTo>
                      <a:pt x="6227" y="4989"/>
                      <a:pt x="6561" y="4182"/>
                      <a:pt x="6561" y="3341"/>
                    </a:cubicBezTo>
                    <a:cubicBezTo>
                      <a:pt x="6561" y="2499"/>
                      <a:pt x="6227" y="1692"/>
                      <a:pt x="5633" y="1097"/>
                    </a:cubicBezTo>
                    <a:cubicBezTo>
                      <a:pt x="5038" y="502"/>
                      <a:pt x="4231" y="168"/>
                      <a:pt x="3390" y="168"/>
                    </a:cubicBezTo>
                    <a:cubicBezTo>
                      <a:pt x="2549" y="168"/>
                      <a:pt x="1742" y="502"/>
                      <a:pt x="1147" y="1097"/>
                    </a:cubicBezTo>
                    <a:cubicBezTo>
                      <a:pt x="553" y="1692"/>
                      <a:pt x="218" y="2499"/>
                      <a:pt x="218" y="3341"/>
                    </a:cubicBezTo>
                    <a:cubicBezTo>
                      <a:pt x="218" y="4182"/>
                      <a:pt x="553" y="4989"/>
                      <a:pt x="1147" y="5584"/>
                    </a:cubicBezTo>
                    <a:cubicBezTo>
                      <a:pt x="1742" y="6179"/>
                      <a:pt x="2549" y="6513"/>
                      <a:pt x="3390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84" name="Freeform: Shape 13283">
                <a:extLst>
                  <a:ext uri="{FF2B5EF4-FFF2-40B4-BE49-F238E27FC236}">
                    <a16:creationId xmlns:a16="http://schemas.microsoft.com/office/drawing/2014/main" id="{08AC58D8-2CB3-08DB-F813-0D291B053637}"/>
                  </a:ext>
                </a:extLst>
              </p:cNvPr>
              <p:cNvSpPr/>
              <p:nvPr/>
            </p:nvSpPr>
            <p:spPr>
              <a:xfrm>
                <a:off x="9177016" y="5608033"/>
                <a:ext cx="6343" cy="6345"/>
              </a:xfrm>
              <a:custGeom>
                <a:avLst/>
                <a:gdLst>
                  <a:gd name="connsiteX0" fmla="*/ 3390 w 6343"/>
                  <a:gd name="connsiteY0" fmla="*/ 6513 h 6345"/>
                  <a:gd name="connsiteX1" fmla="*/ 5632 w 6343"/>
                  <a:gd name="connsiteY1" fmla="*/ 5584 h 6345"/>
                  <a:gd name="connsiteX2" fmla="*/ 6561 w 6343"/>
                  <a:gd name="connsiteY2" fmla="*/ 3340 h 6345"/>
                  <a:gd name="connsiteX3" fmla="*/ 5632 w 6343"/>
                  <a:gd name="connsiteY3" fmla="*/ 1097 h 6345"/>
                  <a:gd name="connsiteX4" fmla="*/ 3390 w 6343"/>
                  <a:gd name="connsiteY4" fmla="*/ 168 h 6345"/>
                  <a:gd name="connsiteX5" fmla="*/ 1147 w 6343"/>
                  <a:gd name="connsiteY5" fmla="*/ 1097 h 6345"/>
                  <a:gd name="connsiteX6" fmla="*/ 218 w 6343"/>
                  <a:gd name="connsiteY6" fmla="*/ 3340 h 6345"/>
                  <a:gd name="connsiteX7" fmla="*/ 1147 w 6343"/>
                  <a:gd name="connsiteY7" fmla="*/ 5584 h 6345"/>
                  <a:gd name="connsiteX8" fmla="*/ 3390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3"/>
                    </a:moveTo>
                    <a:cubicBezTo>
                      <a:pt x="4231" y="6513"/>
                      <a:pt x="5038" y="6179"/>
                      <a:pt x="5632" y="5584"/>
                    </a:cubicBezTo>
                    <a:cubicBezTo>
                      <a:pt x="6227" y="4989"/>
                      <a:pt x="6561" y="4182"/>
                      <a:pt x="6561" y="3340"/>
                    </a:cubicBezTo>
                    <a:cubicBezTo>
                      <a:pt x="6561" y="2499"/>
                      <a:pt x="6227" y="1692"/>
                      <a:pt x="5632" y="1097"/>
                    </a:cubicBezTo>
                    <a:cubicBezTo>
                      <a:pt x="5038" y="502"/>
                      <a:pt x="4231" y="168"/>
                      <a:pt x="3390" y="168"/>
                    </a:cubicBezTo>
                    <a:cubicBezTo>
                      <a:pt x="2549" y="168"/>
                      <a:pt x="1742" y="502"/>
                      <a:pt x="1147" y="1097"/>
                    </a:cubicBezTo>
                    <a:cubicBezTo>
                      <a:pt x="552" y="1692"/>
                      <a:pt x="218" y="2499"/>
                      <a:pt x="218" y="3340"/>
                    </a:cubicBezTo>
                    <a:cubicBezTo>
                      <a:pt x="218" y="4182"/>
                      <a:pt x="552" y="4989"/>
                      <a:pt x="1147" y="5584"/>
                    </a:cubicBezTo>
                    <a:cubicBezTo>
                      <a:pt x="1742" y="6179"/>
                      <a:pt x="2549" y="6513"/>
                      <a:pt x="3390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85" name="Freeform: Shape 13284">
                <a:extLst>
                  <a:ext uri="{FF2B5EF4-FFF2-40B4-BE49-F238E27FC236}">
                    <a16:creationId xmlns:a16="http://schemas.microsoft.com/office/drawing/2014/main" id="{B7E49BF1-25B1-9636-449A-4C4CE1CA084F}"/>
                  </a:ext>
                </a:extLst>
              </p:cNvPr>
              <p:cNvSpPr/>
              <p:nvPr/>
            </p:nvSpPr>
            <p:spPr>
              <a:xfrm>
                <a:off x="9169347" y="5597656"/>
                <a:ext cx="6343" cy="6345"/>
              </a:xfrm>
              <a:custGeom>
                <a:avLst/>
                <a:gdLst>
                  <a:gd name="connsiteX0" fmla="*/ 3389 w 6343"/>
                  <a:gd name="connsiteY0" fmla="*/ 6512 h 6345"/>
                  <a:gd name="connsiteX1" fmla="*/ 5632 w 6343"/>
                  <a:gd name="connsiteY1" fmla="*/ 5583 h 6345"/>
                  <a:gd name="connsiteX2" fmla="*/ 6561 w 6343"/>
                  <a:gd name="connsiteY2" fmla="*/ 3340 h 6345"/>
                  <a:gd name="connsiteX3" fmla="*/ 5632 w 6343"/>
                  <a:gd name="connsiteY3" fmla="*/ 1096 h 6345"/>
                  <a:gd name="connsiteX4" fmla="*/ 3389 w 6343"/>
                  <a:gd name="connsiteY4" fmla="*/ 167 h 6345"/>
                  <a:gd name="connsiteX5" fmla="*/ 1147 w 6343"/>
                  <a:gd name="connsiteY5" fmla="*/ 1096 h 6345"/>
                  <a:gd name="connsiteX6" fmla="*/ 218 w 6343"/>
                  <a:gd name="connsiteY6" fmla="*/ 3340 h 6345"/>
                  <a:gd name="connsiteX7" fmla="*/ 1147 w 6343"/>
                  <a:gd name="connsiteY7" fmla="*/ 5583 h 6345"/>
                  <a:gd name="connsiteX8" fmla="*/ 3389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12"/>
                    </a:moveTo>
                    <a:cubicBezTo>
                      <a:pt x="4230" y="6512"/>
                      <a:pt x="5037" y="6178"/>
                      <a:pt x="5632" y="5583"/>
                    </a:cubicBezTo>
                    <a:cubicBezTo>
                      <a:pt x="6227" y="4988"/>
                      <a:pt x="6561" y="4181"/>
                      <a:pt x="6561" y="3340"/>
                    </a:cubicBezTo>
                    <a:cubicBezTo>
                      <a:pt x="6561" y="2498"/>
                      <a:pt x="6227" y="1691"/>
                      <a:pt x="5632" y="1096"/>
                    </a:cubicBezTo>
                    <a:cubicBezTo>
                      <a:pt x="5037" y="501"/>
                      <a:pt x="4230" y="167"/>
                      <a:pt x="3389" y="167"/>
                    </a:cubicBezTo>
                    <a:cubicBezTo>
                      <a:pt x="2548" y="167"/>
                      <a:pt x="1741" y="501"/>
                      <a:pt x="1147" y="1096"/>
                    </a:cubicBezTo>
                    <a:cubicBezTo>
                      <a:pt x="552" y="1691"/>
                      <a:pt x="218" y="2498"/>
                      <a:pt x="218" y="3340"/>
                    </a:cubicBezTo>
                    <a:cubicBezTo>
                      <a:pt x="218" y="4181"/>
                      <a:pt x="552" y="4988"/>
                      <a:pt x="1147" y="5583"/>
                    </a:cubicBezTo>
                    <a:cubicBezTo>
                      <a:pt x="1741" y="6178"/>
                      <a:pt x="2548" y="6512"/>
                      <a:pt x="3389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86" name="Freeform: Shape 13285">
                <a:extLst>
                  <a:ext uri="{FF2B5EF4-FFF2-40B4-BE49-F238E27FC236}">
                    <a16:creationId xmlns:a16="http://schemas.microsoft.com/office/drawing/2014/main" id="{853FCE05-98FE-3609-D6EC-0BB09835AFA4}"/>
                  </a:ext>
                </a:extLst>
              </p:cNvPr>
              <p:cNvSpPr/>
              <p:nvPr/>
            </p:nvSpPr>
            <p:spPr>
              <a:xfrm>
                <a:off x="9220664" y="5535009"/>
                <a:ext cx="6343" cy="6345"/>
              </a:xfrm>
              <a:custGeom>
                <a:avLst/>
                <a:gdLst>
                  <a:gd name="connsiteX0" fmla="*/ 3393 w 6343"/>
                  <a:gd name="connsiteY0" fmla="*/ 6507 h 6345"/>
                  <a:gd name="connsiteX1" fmla="*/ 5636 w 6343"/>
                  <a:gd name="connsiteY1" fmla="*/ 5578 h 6345"/>
                  <a:gd name="connsiteX2" fmla="*/ 6565 w 6343"/>
                  <a:gd name="connsiteY2" fmla="*/ 3335 h 6345"/>
                  <a:gd name="connsiteX3" fmla="*/ 5636 w 6343"/>
                  <a:gd name="connsiteY3" fmla="*/ 1091 h 6345"/>
                  <a:gd name="connsiteX4" fmla="*/ 3393 w 6343"/>
                  <a:gd name="connsiteY4" fmla="*/ 162 h 6345"/>
                  <a:gd name="connsiteX5" fmla="*/ 1151 w 6343"/>
                  <a:gd name="connsiteY5" fmla="*/ 1091 h 6345"/>
                  <a:gd name="connsiteX6" fmla="*/ 222 w 6343"/>
                  <a:gd name="connsiteY6" fmla="*/ 3335 h 6345"/>
                  <a:gd name="connsiteX7" fmla="*/ 1151 w 6343"/>
                  <a:gd name="connsiteY7" fmla="*/ 5578 h 6345"/>
                  <a:gd name="connsiteX8" fmla="*/ 339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7"/>
                    </a:moveTo>
                    <a:cubicBezTo>
                      <a:pt x="4234" y="6507"/>
                      <a:pt x="5041" y="6173"/>
                      <a:pt x="5636" y="5578"/>
                    </a:cubicBezTo>
                    <a:cubicBezTo>
                      <a:pt x="6231" y="4983"/>
                      <a:pt x="6565" y="4176"/>
                      <a:pt x="6565" y="3335"/>
                    </a:cubicBezTo>
                    <a:cubicBezTo>
                      <a:pt x="6565" y="2493"/>
                      <a:pt x="6231" y="1686"/>
                      <a:pt x="5636" y="1091"/>
                    </a:cubicBezTo>
                    <a:cubicBezTo>
                      <a:pt x="5041" y="496"/>
                      <a:pt x="4234" y="162"/>
                      <a:pt x="3393" y="162"/>
                    </a:cubicBezTo>
                    <a:cubicBezTo>
                      <a:pt x="2552" y="162"/>
                      <a:pt x="1745" y="496"/>
                      <a:pt x="1151" y="1091"/>
                    </a:cubicBezTo>
                    <a:cubicBezTo>
                      <a:pt x="556" y="1686"/>
                      <a:pt x="222" y="2493"/>
                      <a:pt x="222" y="3335"/>
                    </a:cubicBezTo>
                    <a:cubicBezTo>
                      <a:pt x="222" y="4176"/>
                      <a:pt x="556" y="4983"/>
                      <a:pt x="1151" y="5578"/>
                    </a:cubicBezTo>
                    <a:cubicBezTo>
                      <a:pt x="1745" y="6173"/>
                      <a:pt x="2552" y="6507"/>
                      <a:pt x="339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87" name="Freeform: Shape 13286">
                <a:extLst>
                  <a:ext uri="{FF2B5EF4-FFF2-40B4-BE49-F238E27FC236}">
                    <a16:creationId xmlns:a16="http://schemas.microsoft.com/office/drawing/2014/main" id="{31C5320C-7637-8F40-E2B1-DEED86A5FEC1}"/>
                  </a:ext>
                </a:extLst>
              </p:cNvPr>
              <p:cNvSpPr/>
              <p:nvPr/>
            </p:nvSpPr>
            <p:spPr>
              <a:xfrm>
                <a:off x="9220551" y="5532183"/>
                <a:ext cx="6343" cy="6345"/>
              </a:xfrm>
              <a:custGeom>
                <a:avLst/>
                <a:gdLst>
                  <a:gd name="connsiteX0" fmla="*/ 3393 w 6343"/>
                  <a:gd name="connsiteY0" fmla="*/ 6507 h 6345"/>
                  <a:gd name="connsiteX1" fmla="*/ 5636 w 6343"/>
                  <a:gd name="connsiteY1" fmla="*/ 5578 h 6345"/>
                  <a:gd name="connsiteX2" fmla="*/ 6565 w 6343"/>
                  <a:gd name="connsiteY2" fmla="*/ 3334 h 6345"/>
                  <a:gd name="connsiteX3" fmla="*/ 5636 w 6343"/>
                  <a:gd name="connsiteY3" fmla="*/ 1091 h 6345"/>
                  <a:gd name="connsiteX4" fmla="*/ 3393 w 6343"/>
                  <a:gd name="connsiteY4" fmla="*/ 162 h 6345"/>
                  <a:gd name="connsiteX5" fmla="*/ 1151 w 6343"/>
                  <a:gd name="connsiteY5" fmla="*/ 1091 h 6345"/>
                  <a:gd name="connsiteX6" fmla="*/ 222 w 6343"/>
                  <a:gd name="connsiteY6" fmla="*/ 3334 h 6345"/>
                  <a:gd name="connsiteX7" fmla="*/ 1151 w 6343"/>
                  <a:gd name="connsiteY7" fmla="*/ 5578 h 6345"/>
                  <a:gd name="connsiteX8" fmla="*/ 339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7"/>
                    </a:moveTo>
                    <a:cubicBezTo>
                      <a:pt x="4234" y="6507"/>
                      <a:pt x="5041" y="6173"/>
                      <a:pt x="5636" y="5578"/>
                    </a:cubicBezTo>
                    <a:cubicBezTo>
                      <a:pt x="6231" y="4983"/>
                      <a:pt x="6565" y="4176"/>
                      <a:pt x="6565" y="3334"/>
                    </a:cubicBezTo>
                    <a:cubicBezTo>
                      <a:pt x="6565" y="2493"/>
                      <a:pt x="6231" y="1686"/>
                      <a:pt x="5636" y="1091"/>
                    </a:cubicBezTo>
                    <a:cubicBezTo>
                      <a:pt x="5041" y="496"/>
                      <a:pt x="4234" y="162"/>
                      <a:pt x="3393" y="162"/>
                    </a:cubicBezTo>
                    <a:cubicBezTo>
                      <a:pt x="2552" y="162"/>
                      <a:pt x="1745" y="496"/>
                      <a:pt x="1151" y="1091"/>
                    </a:cubicBezTo>
                    <a:cubicBezTo>
                      <a:pt x="556" y="1686"/>
                      <a:pt x="222" y="2493"/>
                      <a:pt x="222" y="3334"/>
                    </a:cubicBezTo>
                    <a:cubicBezTo>
                      <a:pt x="222" y="4176"/>
                      <a:pt x="556" y="4983"/>
                      <a:pt x="1151" y="5578"/>
                    </a:cubicBezTo>
                    <a:cubicBezTo>
                      <a:pt x="1745" y="6173"/>
                      <a:pt x="2552" y="6507"/>
                      <a:pt x="339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88" name="Freeform: Shape 13287">
                <a:extLst>
                  <a:ext uri="{FF2B5EF4-FFF2-40B4-BE49-F238E27FC236}">
                    <a16:creationId xmlns:a16="http://schemas.microsoft.com/office/drawing/2014/main" id="{10F320C4-C937-B36F-C43F-D407B7CEFC3E}"/>
                  </a:ext>
                </a:extLst>
              </p:cNvPr>
              <p:cNvSpPr/>
              <p:nvPr/>
            </p:nvSpPr>
            <p:spPr>
              <a:xfrm>
                <a:off x="9219009" y="5530895"/>
                <a:ext cx="6343" cy="6345"/>
              </a:xfrm>
              <a:custGeom>
                <a:avLst/>
                <a:gdLst>
                  <a:gd name="connsiteX0" fmla="*/ 3393 w 6343"/>
                  <a:gd name="connsiteY0" fmla="*/ 6507 h 6345"/>
                  <a:gd name="connsiteX1" fmla="*/ 5636 w 6343"/>
                  <a:gd name="connsiteY1" fmla="*/ 5578 h 6345"/>
                  <a:gd name="connsiteX2" fmla="*/ 6565 w 6343"/>
                  <a:gd name="connsiteY2" fmla="*/ 3334 h 6345"/>
                  <a:gd name="connsiteX3" fmla="*/ 5636 w 6343"/>
                  <a:gd name="connsiteY3" fmla="*/ 1091 h 6345"/>
                  <a:gd name="connsiteX4" fmla="*/ 3393 w 6343"/>
                  <a:gd name="connsiteY4" fmla="*/ 162 h 6345"/>
                  <a:gd name="connsiteX5" fmla="*/ 1150 w 6343"/>
                  <a:gd name="connsiteY5" fmla="*/ 1091 h 6345"/>
                  <a:gd name="connsiteX6" fmla="*/ 221 w 6343"/>
                  <a:gd name="connsiteY6" fmla="*/ 3334 h 6345"/>
                  <a:gd name="connsiteX7" fmla="*/ 1150 w 6343"/>
                  <a:gd name="connsiteY7" fmla="*/ 5578 h 6345"/>
                  <a:gd name="connsiteX8" fmla="*/ 339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7"/>
                    </a:moveTo>
                    <a:cubicBezTo>
                      <a:pt x="4234" y="6507"/>
                      <a:pt x="5041" y="6173"/>
                      <a:pt x="5636" y="5578"/>
                    </a:cubicBezTo>
                    <a:cubicBezTo>
                      <a:pt x="6230" y="4983"/>
                      <a:pt x="6565" y="4176"/>
                      <a:pt x="6565" y="3334"/>
                    </a:cubicBezTo>
                    <a:cubicBezTo>
                      <a:pt x="6565" y="2493"/>
                      <a:pt x="6230" y="1686"/>
                      <a:pt x="5636" y="1091"/>
                    </a:cubicBezTo>
                    <a:cubicBezTo>
                      <a:pt x="5041" y="496"/>
                      <a:pt x="4234" y="162"/>
                      <a:pt x="3393" y="162"/>
                    </a:cubicBezTo>
                    <a:cubicBezTo>
                      <a:pt x="2552" y="162"/>
                      <a:pt x="1745" y="496"/>
                      <a:pt x="1150" y="1091"/>
                    </a:cubicBezTo>
                    <a:cubicBezTo>
                      <a:pt x="556" y="1686"/>
                      <a:pt x="221" y="2493"/>
                      <a:pt x="221" y="3334"/>
                    </a:cubicBezTo>
                    <a:cubicBezTo>
                      <a:pt x="221" y="4176"/>
                      <a:pt x="556" y="4983"/>
                      <a:pt x="1150" y="5578"/>
                    </a:cubicBezTo>
                    <a:cubicBezTo>
                      <a:pt x="1745" y="6173"/>
                      <a:pt x="2552" y="6507"/>
                      <a:pt x="339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89" name="Freeform: Shape 13288">
                <a:extLst>
                  <a:ext uri="{FF2B5EF4-FFF2-40B4-BE49-F238E27FC236}">
                    <a16:creationId xmlns:a16="http://schemas.microsoft.com/office/drawing/2014/main" id="{27AABA9B-9C90-CEF1-37FB-986B78BAE7F3}"/>
                  </a:ext>
                </a:extLst>
              </p:cNvPr>
              <p:cNvSpPr/>
              <p:nvPr/>
            </p:nvSpPr>
            <p:spPr>
              <a:xfrm>
                <a:off x="9216957" y="5530133"/>
                <a:ext cx="6343" cy="6345"/>
              </a:xfrm>
              <a:custGeom>
                <a:avLst/>
                <a:gdLst>
                  <a:gd name="connsiteX0" fmla="*/ 3393 w 6343"/>
                  <a:gd name="connsiteY0" fmla="*/ 6507 h 6345"/>
                  <a:gd name="connsiteX1" fmla="*/ 5636 w 6343"/>
                  <a:gd name="connsiteY1" fmla="*/ 5578 h 6345"/>
                  <a:gd name="connsiteX2" fmla="*/ 6564 w 6343"/>
                  <a:gd name="connsiteY2" fmla="*/ 3334 h 6345"/>
                  <a:gd name="connsiteX3" fmla="*/ 5636 w 6343"/>
                  <a:gd name="connsiteY3" fmla="*/ 1091 h 6345"/>
                  <a:gd name="connsiteX4" fmla="*/ 3393 w 6343"/>
                  <a:gd name="connsiteY4" fmla="*/ 162 h 6345"/>
                  <a:gd name="connsiteX5" fmla="*/ 1150 w 6343"/>
                  <a:gd name="connsiteY5" fmla="*/ 1091 h 6345"/>
                  <a:gd name="connsiteX6" fmla="*/ 221 w 6343"/>
                  <a:gd name="connsiteY6" fmla="*/ 3334 h 6345"/>
                  <a:gd name="connsiteX7" fmla="*/ 1150 w 6343"/>
                  <a:gd name="connsiteY7" fmla="*/ 5578 h 6345"/>
                  <a:gd name="connsiteX8" fmla="*/ 339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7"/>
                    </a:moveTo>
                    <a:cubicBezTo>
                      <a:pt x="4234" y="6507"/>
                      <a:pt x="5041" y="6173"/>
                      <a:pt x="5636" y="5578"/>
                    </a:cubicBezTo>
                    <a:cubicBezTo>
                      <a:pt x="6230" y="4983"/>
                      <a:pt x="6564" y="4176"/>
                      <a:pt x="6564" y="3334"/>
                    </a:cubicBezTo>
                    <a:cubicBezTo>
                      <a:pt x="6564" y="2493"/>
                      <a:pt x="6230" y="1686"/>
                      <a:pt x="5636" y="1091"/>
                    </a:cubicBezTo>
                    <a:cubicBezTo>
                      <a:pt x="5041" y="496"/>
                      <a:pt x="4234" y="162"/>
                      <a:pt x="3393" y="162"/>
                    </a:cubicBezTo>
                    <a:cubicBezTo>
                      <a:pt x="2552" y="162"/>
                      <a:pt x="1745" y="496"/>
                      <a:pt x="1150" y="1091"/>
                    </a:cubicBezTo>
                    <a:cubicBezTo>
                      <a:pt x="556" y="1686"/>
                      <a:pt x="221" y="2493"/>
                      <a:pt x="221" y="3334"/>
                    </a:cubicBezTo>
                    <a:cubicBezTo>
                      <a:pt x="221" y="4176"/>
                      <a:pt x="556" y="4983"/>
                      <a:pt x="1150" y="5578"/>
                    </a:cubicBezTo>
                    <a:cubicBezTo>
                      <a:pt x="1745" y="6173"/>
                      <a:pt x="2552" y="6507"/>
                      <a:pt x="339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90" name="Freeform: Shape 13289">
                <a:extLst>
                  <a:ext uri="{FF2B5EF4-FFF2-40B4-BE49-F238E27FC236}">
                    <a16:creationId xmlns:a16="http://schemas.microsoft.com/office/drawing/2014/main" id="{95352960-D7EE-C692-80CC-ED4688BF3A71}"/>
                  </a:ext>
                </a:extLst>
              </p:cNvPr>
              <p:cNvSpPr/>
              <p:nvPr/>
            </p:nvSpPr>
            <p:spPr>
              <a:xfrm>
                <a:off x="9211090" y="5533267"/>
                <a:ext cx="6343" cy="6345"/>
              </a:xfrm>
              <a:custGeom>
                <a:avLst/>
                <a:gdLst>
                  <a:gd name="connsiteX0" fmla="*/ 3392 w 6343"/>
                  <a:gd name="connsiteY0" fmla="*/ 6507 h 6345"/>
                  <a:gd name="connsiteX1" fmla="*/ 5635 w 6343"/>
                  <a:gd name="connsiteY1" fmla="*/ 5578 h 6345"/>
                  <a:gd name="connsiteX2" fmla="*/ 6564 w 6343"/>
                  <a:gd name="connsiteY2" fmla="*/ 3335 h 6345"/>
                  <a:gd name="connsiteX3" fmla="*/ 5635 w 6343"/>
                  <a:gd name="connsiteY3" fmla="*/ 1091 h 6345"/>
                  <a:gd name="connsiteX4" fmla="*/ 3392 w 6343"/>
                  <a:gd name="connsiteY4" fmla="*/ 162 h 6345"/>
                  <a:gd name="connsiteX5" fmla="*/ 1150 w 6343"/>
                  <a:gd name="connsiteY5" fmla="*/ 1091 h 6345"/>
                  <a:gd name="connsiteX6" fmla="*/ 221 w 6343"/>
                  <a:gd name="connsiteY6" fmla="*/ 3335 h 6345"/>
                  <a:gd name="connsiteX7" fmla="*/ 1150 w 6343"/>
                  <a:gd name="connsiteY7" fmla="*/ 5578 h 6345"/>
                  <a:gd name="connsiteX8" fmla="*/ 339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7"/>
                    </a:moveTo>
                    <a:cubicBezTo>
                      <a:pt x="4234" y="6507"/>
                      <a:pt x="5040" y="6173"/>
                      <a:pt x="5635" y="5578"/>
                    </a:cubicBezTo>
                    <a:cubicBezTo>
                      <a:pt x="6230" y="4983"/>
                      <a:pt x="6564" y="4176"/>
                      <a:pt x="6564" y="3335"/>
                    </a:cubicBezTo>
                    <a:cubicBezTo>
                      <a:pt x="6564" y="2493"/>
                      <a:pt x="6230" y="1686"/>
                      <a:pt x="5635" y="1091"/>
                    </a:cubicBezTo>
                    <a:cubicBezTo>
                      <a:pt x="5040" y="496"/>
                      <a:pt x="4234" y="162"/>
                      <a:pt x="3392" y="162"/>
                    </a:cubicBezTo>
                    <a:cubicBezTo>
                      <a:pt x="2551" y="162"/>
                      <a:pt x="1745" y="496"/>
                      <a:pt x="1150" y="1091"/>
                    </a:cubicBezTo>
                    <a:cubicBezTo>
                      <a:pt x="555" y="1686"/>
                      <a:pt x="221" y="2493"/>
                      <a:pt x="221" y="3335"/>
                    </a:cubicBezTo>
                    <a:cubicBezTo>
                      <a:pt x="221" y="4176"/>
                      <a:pt x="555" y="4983"/>
                      <a:pt x="1150" y="5578"/>
                    </a:cubicBezTo>
                    <a:cubicBezTo>
                      <a:pt x="1745" y="6173"/>
                      <a:pt x="2551" y="6507"/>
                      <a:pt x="339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91" name="Freeform: Shape 13290">
                <a:extLst>
                  <a:ext uri="{FF2B5EF4-FFF2-40B4-BE49-F238E27FC236}">
                    <a16:creationId xmlns:a16="http://schemas.microsoft.com/office/drawing/2014/main" id="{C684BF5D-CE19-39E0-4719-918808F9B4A2}"/>
                  </a:ext>
                </a:extLst>
              </p:cNvPr>
              <p:cNvSpPr/>
              <p:nvPr/>
            </p:nvSpPr>
            <p:spPr>
              <a:xfrm>
                <a:off x="9193596" y="5544966"/>
                <a:ext cx="6343" cy="6345"/>
              </a:xfrm>
              <a:custGeom>
                <a:avLst/>
                <a:gdLst>
                  <a:gd name="connsiteX0" fmla="*/ 3391 w 6343"/>
                  <a:gd name="connsiteY0" fmla="*/ 6508 h 6345"/>
                  <a:gd name="connsiteX1" fmla="*/ 5634 w 6343"/>
                  <a:gd name="connsiteY1" fmla="*/ 5579 h 6345"/>
                  <a:gd name="connsiteX2" fmla="*/ 6563 w 6343"/>
                  <a:gd name="connsiteY2" fmla="*/ 3335 h 6345"/>
                  <a:gd name="connsiteX3" fmla="*/ 5634 w 6343"/>
                  <a:gd name="connsiteY3" fmla="*/ 1092 h 6345"/>
                  <a:gd name="connsiteX4" fmla="*/ 3391 w 6343"/>
                  <a:gd name="connsiteY4" fmla="*/ 163 h 6345"/>
                  <a:gd name="connsiteX5" fmla="*/ 1148 w 6343"/>
                  <a:gd name="connsiteY5" fmla="*/ 1092 h 6345"/>
                  <a:gd name="connsiteX6" fmla="*/ 219 w 6343"/>
                  <a:gd name="connsiteY6" fmla="*/ 3335 h 6345"/>
                  <a:gd name="connsiteX7" fmla="*/ 1148 w 6343"/>
                  <a:gd name="connsiteY7" fmla="*/ 5579 h 6345"/>
                  <a:gd name="connsiteX8" fmla="*/ 339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8"/>
                    </a:moveTo>
                    <a:cubicBezTo>
                      <a:pt x="4232" y="6508"/>
                      <a:pt x="5039" y="6174"/>
                      <a:pt x="5634" y="5579"/>
                    </a:cubicBezTo>
                    <a:cubicBezTo>
                      <a:pt x="6228" y="4984"/>
                      <a:pt x="6563" y="4177"/>
                      <a:pt x="6563" y="3335"/>
                    </a:cubicBezTo>
                    <a:cubicBezTo>
                      <a:pt x="6563" y="2494"/>
                      <a:pt x="6228" y="1687"/>
                      <a:pt x="5634" y="1092"/>
                    </a:cubicBezTo>
                    <a:cubicBezTo>
                      <a:pt x="5039" y="497"/>
                      <a:pt x="4232" y="163"/>
                      <a:pt x="3391" y="163"/>
                    </a:cubicBezTo>
                    <a:cubicBezTo>
                      <a:pt x="2550" y="163"/>
                      <a:pt x="1743" y="497"/>
                      <a:pt x="1148" y="1092"/>
                    </a:cubicBezTo>
                    <a:cubicBezTo>
                      <a:pt x="554" y="1687"/>
                      <a:pt x="219" y="2494"/>
                      <a:pt x="219" y="3335"/>
                    </a:cubicBezTo>
                    <a:cubicBezTo>
                      <a:pt x="219" y="4177"/>
                      <a:pt x="554" y="4984"/>
                      <a:pt x="1148" y="5579"/>
                    </a:cubicBezTo>
                    <a:cubicBezTo>
                      <a:pt x="1743" y="6174"/>
                      <a:pt x="2550" y="6508"/>
                      <a:pt x="339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92" name="Freeform: Shape 13291">
                <a:extLst>
                  <a:ext uri="{FF2B5EF4-FFF2-40B4-BE49-F238E27FC236}">
                    <a16:creationId xmlns:a16="http://schemas.microsoft.com/office/drawing/2014/main" id="{C4192EA7-D2B3-3B19-16A5-9CDC64E30157}"/>
                  </a:ext>
                </a:extLst>
              </p:cNvPr>
              <p:cNvSpPr/>
              <p:nvPr/>
            </p:nvSpPr>
            <p:spPr>
              <a:xfrm>
                <a:off x="9191487" y="5543989"/>
                <a:ext cx="6343" cy="6345"/>
              </a:xfrm>
              <a:custGeom>
                <a:avLst/>
                <a:gdLst>
                  <a:gd name="connsiteX0" fmla="*/ 3391 w 6343"/>
                  <a:gd name="connsiteY0" fmla="*/ 6508 h 6345"/>
                  <a:gd name="connsiteX1" fmla="*/ 5634 w 6343"/>
                  <a:gd name="connsiteY1" fmla="*/ 5579 h 6345"/>
                  <a:gd name="connsiteX2" fmla="*/ 6562 w 6343"/>
                  <a:gd name="connsiteY2" fmla="*/ 3335 h 6345"/>
                  <a:gd name="connsiteX3" fmla="*/ 5634 w 6343"/>
                  <a:gd name="connsiteY3" fmla="*/ 1092 h 6345"/>
                  <a:gd name="connsiteX4" fmla="*/ 3391 w 6343"/>
                  <a:gd name="connsiteY4" fmla="*/ 163 h 6345"/>
                  <a:gd name="connsiteX5" fmla="*/ 1148 w 6343"/>
                  <a:gd name="connsiteY5" fmla="*/ 1092 h 6345"/>
                  <a:gd name="connsiteX6" fmla="*/ 219 w 6343"/>
                  <a:gd name="connsiteY6" fmla="*/ 3335 h 6345"/>
                  <a:gd name="connsiteX7" fmla="*/ 1148 w 6343"/>
                  <a:gd name="connsiteY7" fmla="*/ 5579 h 6345"/>
                  <a:gd name="connsiteX8" fmla="*/ 339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8"/>
                    </a:moveTo>
                    <a:cubicBezTo>
                      <a:pt x="4232" y="6508"/>
                      <a:pt x="5039" y="6174"/>
                      <a:pt x="5634" y="5579"/>
                    </a:cubicBezTo>
                    <a:cubicBezTo>
                      <a:pt x="6228" y="4984"/>
                      <a:pt x="6562" y="4177"/>
                      <a:pt x="6562" y="3335"/>
                    </a:cubicBezTo>
                    <a:cubicBezTo>
                      <a:pt x="6562" y="2494"/>
                      <a:pt x="6228" y="1687"/>
                      <a:pt x="5634" y="1092"/>
                    </a:cubicBezTo>
                    <a:cubicBezTo>
                      <a:pt x="5039" y="497"/>
                      <a:pt x="4232" y="163"/>
                      <a:pt x="3391" y="163"/>
                    </a:cubicBezTo>
                    <a:cubicBezTo>
                      <a:pt x="2550" y="163"/>
                      <a:pt x="1743" y="497"/>
                      <a:pt x="1148" y="1092"/>
                    </a:cubicBezTo>
                    <a:cubicBezTo>
                      <a:pt x="554" y="1687"/>
                      <a:pt x="219" y="2494"/>
                      <a:pt x="219" y="3335"/>
                    </a:cubicBezTo>
                    <a:cubicBezTo>
                      <a:pt x="219" y="4177"/>
                      <a:pt x="554" y="4984"/>
                      <a:pt x="1148" y="5579"/>
                    </a:cubicBezTo>
                    <a:cubicBezTo>
                      <a:pt x="1743" y="6174"/>
                      <a:pt x="2550" y="6508"/>
                      <a:pt x="339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93" name="Freeform: Shape 13292">
                <a:extLst>
                  <a:ext uri="{FF2B5EF4-FFF2-40B4-BE49-F238E27FC236}">
                    <a16:creationId xmlns:a16="http://schemas.microsoft.com/office/drawing/2014/main" id="{A699AE63-DA3F-8035-8480-9B3C847FD392}"/>
                  </a:ext>
                </a:extLst>
              </p:cNvPr>
              <p:cNvSpPr/>
              <p:nvPr/>
            </p:nvSpPr>
            <p:spPr>
              <a:xfrm>
                <a:off x="9189914" y="5542476"/>
                <a:ext cx="6343" cy="6345"/>
              </a:xfrm>
              <a:custGeom>
                <a:avLst/>
                <a:gdLst>
                  <a:gd name="connsiteX0" fmla="*/ 3391 w 6343"/>
                  <a:gd name="connsiteY0" fmla="*/ 6508 h 6345"/>
                  <a:gd name="connsiteX1" fmla="*/ 5633 w 6343"/>
                  <a:gd name="connsiteY1" fmla="*/ 5579 h 6345"/>
                  <a:gd name="connsiteX2" fmla="*/ 6562 w 6343"/>
                  <a:gd name="connsiteY2" fmla="*/ 3335 h 6345"/>
                  <a:gd name="connsiteX3" fmla="*/ 5633 w 6343"/>
                  <a:gd name="connsiteY3" fmla="*/ 1092 h 6345"/>
                  <a:gd name="connsiteX4" fmla="*/ 3391 w 6343"/>
                  <a:gd name="connsiteY4" fmla="*/ 163 h 6345"/>
                  <a:gd name="connsiteX5" fmla="*/ 1148 w 6343"/>
                  <a:gd name="connsiteY5" fmla="*/ 1092 h 6345"/>
                  <a:gd name="connsiteX6" fmla="*/ 219 w 6343"/>
                  <a:gd name="connsiteY6" fmla="*/ 3335 h 6345"/>
                  <a:gd name="connsiteX7" fmla="*/ 1148 w 6343"/>
                  <a:gd name="connsiteY7" fmla="*/ 5579 h 6345"/>
                  <a:gd name="connsiteX8" fmla="*/ 339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8"/>
                    </a:moveTo>
                    <a:cubicBezTo>
                      <a:pt x="4232" y="6508"/>
                      <a:pt x="5039" y="6174"/>
                      <a:pt x="5633" y="5579"/>
                    </a:cubicBezTo>
                    <a:cubicBezTo>
                      <a:pt x="6228" y="4984"/>
                      <a:pt x="6562" y="4177"/>
                      <a:pt x="6562" y="3335"/>
                    </a:cubicBezTo>
                    <a:cubicBezTo>
                      <a:pt x="6562" y="2494"/>
                      <a:pt x="6228" y="1687"/>
                      <a:pt x="5633" y="1092"/>
                    </a:cubicBezTo>
                    <a:cubicBezTo>
                      <a:pt x="5039" y="497"/>
                      <a:pt x="4232" y="163"/>
                      <a:pt x="3391" y="163"/>
                    </a:cubicBezTo>
                    <a:cubicBezTo>
                      <a:pt x="2550" y="163"/>
                      <a:pt x="1743" y="497"/>
                      <a:pt x="1148" y="1092"/>
                    </a:cubicBezTo>
                    <a:cubicBezTo>
                      <a:pt x="553" y="1687"/>
                      <a:pt x="219" y="2494"/>
                      <a:pt x="219" y="3335"/>
                    </a:cubicBezTo>
                    <a:cubicBezTo>
                      <a:pt x="219" y="4177"/>
                      <a:pt x="553" y="4984"/>
                      <a:pt x="1148" y="5579"/>
                    </a:cubicBezTo>
                    <a:cubicBezTo>
                      <a:pt x="1743" y="6174"/>
                      <a:pt x="2550" y="6508"/>
                      <a:pt x="339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94" name="Freeform: Shape 13293">
                <a:extLst>
                  <a:ext uri="{FF2B5EF4-FFF2-40B4-BE49-F238E27FC236}">
                    <a16:creationId xmlns:a16="http://schemas.microsoft.com/office/drawing/2014/main" id="{B1C98F4B-0EBE-C9A1-6D99-FA498E98B15D}"/>
                  </a:ext>
                </a:extLst>
              </p:cNvPr>
              <p:cNvSpPr/>
              <p:nvPr/>
            </p:nvSpPr>
            <p:spPr>
              <a:xfrm>
                <a:off x="9188171" y="5541125"/>
                <a:ext cx="6343" cy="6345"/>
              </a:xfrm>
              <a:custGeom>
                <a:avLst/>
                <a:gdLst>
                  <a:gd name="connsiteX0" fmla="*/ 3391 w 6343"/>
                  <a:gd name="connsiteY0" fmla="*/ 6508 h 6345"/>
                  <a:gd name="connsiteX1" fmla="*/ 5633 w 6343"/>
                  <a:gd name="connsiteY1" fmla="*/ 5579 h 6345"/>
                  <a:gd name="connsiteX2" fmla="*/ 6562 w 6343"/>
                  <a:gd name="connsiteY2" fmla="*/ 3335 h 6345"/>
                  <a:gd name="connsiteX3" fmla="*/ 5633 w 6343"/>
                  <a:gd name="connsiteY3" fmla="*/ 1092 h 6345"/>
                  <a:gd name="connsiteX4" fmla="*/ 3391 w 6343"/>
                  <a:gd name="connsiteY4" fmla="*/ 162 h 6345"/>
                  <a:gd name="connsiteX5" fmla="*/ 1148 w 6343"/>
                  <a:gd name="connsiteY5" fmla="*/ 1092 h 6345"/>
                  <a:gd name="connsiteX6" fmla="*/ 219 w 6343"/>
                  <a:gd name="connsiteY6" fmla="*/ 3335 h 6345"/>
                  <a:gd name="connsiteX7" fmla="*/ 1148 w 6343"/>
                  <a:gd name="connsiteY7" fmla="*/ 5579 h 6345"/>
                  <a:gd name="connsiteX8" fmla="*/ 339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8"/>
                    </a:moveTo>
                    <a:cubicBezTo>
                      <a:pt x="4232" y="6508"/>
                      <a:pt x="5039" y="6174"/>
                      <a:pt x="5633" y="5579"/>
                    </a:cubicBezTo>
                    <a:cubicBezTo>
                      <a:pt x="6228" y="4984"/>
                      <a:pt x="6562" y="4177"/>
                      <a:pt x="6562" y="3335"/>
                    </a:cubicBezTo>
                    <a:cubicBezTo>
                      <a:pt x="6562" y="2494"/>
                      <a:pt x="6228" y="1687"/>
                      <a:pt x="5633" y="1092"/>
                    </a:cubicBezTo>
                    <a:cubicBezTo>
                      <a:pt x="5039" y="497"/>
                      <a:pt x="4232" y="162"/>
                      <a:pt x="3391" y="162"/>
                    </a:cubicBezTo>
                    <a:cubicBezTo>
                      <a:pt x="2550" y="162"/>
                      <a:pt x="1743" y="497"/>
                      <a:pt x="1148" y="1092"/>
                    </a:cubicBezTo>
                    <a:cubicBezTo>
                      <a:pt x="553" y="1687"/>
                      <a:pt x="219" y="2494"/>
                      <a:pt x="219" y="3335"/>
                    </a:cubicBezTo>
                    <a:cubicBezTo>
                      <a:pt x="219" y="4177"/>
                      <a:pt x="553" y="4984"/>
                      <a:pt x="1148" y="5579"/>
                    </a:cubicBezTo>
                    <a:cubicBezTo>
                      <a:pt x="1743" y="6174"/>
                      <a:pt x="2550" y="6508"/>
                      <a:pt x="339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95" name="Freeform: Shape 13294">
                <a:extLst>
                  <a:ext uri="{FF2B5EF4-FFF2-40B4-BE49-F238E27FC236}">
                    <a16:creationId xmlns:a16="http://schemas.microsoft.com/office/drawing/2014/main" id="{2CA5A2D3-0CD9-AF6C-7AF0-BA1AB2D69EDF}"/>
                  </a:ext>
                </a:extLst>
              </p:cNvPr>
              <p:cNvSpPr/>
              <p:nvPr/>
            </p:nvSpPr>
            <p:spPr>
              <a:xfrm>
                <a:off x="9185761" y="5540404"/>
                <a:ext cx="6343" cy="6345"/>
              </a:xfrm>
              <a:custGeom>
                <a:avLst/>
                <a:gdLst>
                  <a:gd name="connsiteX0" fmla="*/ 3390 w 6343"/>
                  <a:gd name="connsiteY0" fmla="*/ 6508 h 6345"/>
                  <a:gd name="connsiteX1" fmla="*/ 5633 w 6343"/>
                  <a:gd name="connsiteY1" fmla="*/ 5579 h 6345"/>
                  <a:gd name="connsiteX2" fmla="*/ 6562 w 6343"/>
                  <a:gd name="connsiteY2" fmla="*/ 3335 h 6345"/>
                  <a:gd name="connsiteX3" fmla="*/ 5633 w 6343"/>
                  <a:gd name="connsiteY3" fmla="*/ 1092 h 6345"/>
                  <a:gd name="connsiteX4" fmla="*/ 3390 w 6343"/>
                  <a:gd name="connsiteY4" fmla="*/ 162 h 6345"/>
                  <a:gd name="connsiteX5" fmla="*/ 1148 w 6343"/>
                  <a:gd name="connsiteY5" fmla="*/ 1092 h 6345"/>
                  <a:gd name="connsiteX6" fmla="*/ 219 w 6343"/>
                  <a:gd name="connsiteY6" fmla="*/ 3335 h 6345"/>
                  <a:gd name="connsiteX7" fmla="*/ 1148 w 6343"/>
                  <a:gd name="connsiteY7" fmla="*/ 5579 h 6345"/>
                  <a:gd name="connsiteX8" fmla="*/ 339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8"/>
                    </a:moveTo>
                    <a:cubicBezTo>
                      <a:pt x="4232" y="6508"/>
                      <a:pt x="5038" y="6174"/>
                      <a:pt x="5633" y="5579"/>
                    </a:cubicBezTo>
                    <a:cubicBezTo>
                      <a:pt x="6228" y="4984"/>
                      <a:pt x="6562" y="4177"/>
                      <a:pt x="6562" y="3335"/>
                    </a:cubicBezTo>
                    <a:cubicBezTo>
                      <a:pt x="6562" y="2494"/>
                      <a:pt x="6228" y="1687"/>
                      <a:pt x="5633" y="1092"/>
                    </a:cubicBezTo>
                    <a:cubicBezTo>
                      <a:pt x="5038" y="497"/>
                      <a:pt x="4232" y="162"/>
                      <a:pt x="3390" y="162"/>
                    </a:cubicBezTo>
                    <a:cubicBezTo>
                      <a:pt x="2549" y="162"/>
                      <a:pt x="1743" y="497"/>
                      <a:pt x="1148" y="1092"/>
                    </a:cubicBezTo>
                    <a:cubicBezTo>
                      <a:pt x="553" y="1687"/>
                      <a:pt x="219" y="2494"/>
                      <a:pt x="219" y="3335"/>
                    </a:cubicBezTo>
                    <a:cubicBezTo>
                      <a:pt x="219" y="4177"/>
                      <a:pt x="553" y="4984"/>
                      <a:pt x="1148" y="5579"/>
                    </a:cubicBezTo>
                    <a:cubicBezTo>
                      <a:pt x="1743" y="6174"/>
                      <a:pt x="2549" y="6508"/>
                      <a:pt x="339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96" name="Freeform: Shape 13295">
                <a:extLst>
                  <a:ext uri="{FF2B5EF4-FFF2-40B4-BE49-F238E27FC236}">
                    <a16:creationId xmlns:a16="http://schemas.microsoft.com/office/drawing/2014/main" id="{3F6875EF-4EB7-C177-A7CF-827F6A9469CA}"/>
                  </a:ext>
                </a:extLst>
              </p:cNvPr>
              <p:cNvSpPr/>
              <p:nvPr/>
            </p:nvSpPr>
            <p:spPr>
              <a:xfrm>
                <a:off x="9183531" y="5539493"/>
                <a:ext cx="6343" cy="6345"/>
              </a:xfrm>
              <a:custGeom>
                <a:avLst/>
                <a:gdLst>
                  <a:gd name="connsiteX0" fmla="*/ 3390 w 6343"/>
                  <a:gd name="connsiteY0" fmla="*/ 6508 h 6345"/>
                  <a:gd name="connsiteX1" fmla="*/ 5633 w 6343"/>
                  <a:gd name="connsiteY1" fmla="*/ 5578 h 6345"/>
                  <a:gd name="connsiteX2" fmla="*/ 6562 w 6343"/>
                  <a:gd name="connsiteY2" fmla="*/ 3335 h 6345"/>
                  <a:gd name="connsiteX3" fmla="*/ 5633 w 6343"/>
                  <a:gd name="connsiteY3" fmla="*/ 1092 h 6345"/>
                  <a:gd name="connsiteX4" fmla="*/ 3390 w 6343"/>
                  <a:gd name="connsiteY4" fmla="*/ 162 h 6345"/>
                  <a:gd name="connsiteX5" fmla="*/ 1148 w 6343"/>
                  <a:gd name="connsiteY5" fmla="*/ 1092 h 6345"/>
                  <a:gd name="connsiteX6" fmla="*/ 219 w 6343"/>
                  <a:gd name="connsiteY6" fmla="*/ 3335 h 6345"/>
                  <a:gd name="connsiteX7" fmla="*/ 1148 w 6343"/>
                  <a:gd name="connsiteY7" fmla="*/ 5578 h 6345"/>
                  <a:gd name="connsiteX8" fmla="*/ 339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8"/>
                    </a:moveTo>
                    <a:cubicBezTo>
                      <a:pt x="4231" y="6508"/>
                      <a:pt x="5038" y="6173"/>
                      <a:pt x="5633" y="5578"/>
                    </a:cubicBezTo>
                    <a:cubicBezTo>
                      <a:pt x="6228" y="4984"/>
                      <a:pt x="6562" y="4176"/>
                      <a:pt x="6562" y="3335"/>
                    </a:cubicBezTo>
                    <a:cubicBezTo>
                      <a:pt x="6562" y="2494"/>
                      <a:pt x="6228" y="1687"/>
                      <a:pt x="5633" y="1092"/>
                    </a:cubicBezTo>
                    <a:cubicBezTo>
                      <a:pt x="5038" y="497"/>
                      <a:pt x="4231" y="162"/>
                      <a:pt x="3390" y="162"/>
                    </a:cubicBezTo>
                    <a:cubicBezTo>
                      <a:pt x="2549" y="162"/>
                      <a:pt x="1742" y="497"/>
                      <a:pt x="1148" y="1092"/>
                    </a:cubicBezTo>
                    <a:cubicBezTo>
                      <a:pt x="553" y="1687"/>
                      <a:pt x="219" y="2494"/>
                      <a:pt x="219" y="3335"/>
                    </a:cubicBezTo>
                    <a:cubicBezTo>
                      <a:pt x="219" y="4176"/>
                      <a:pt x="553" y="4984"/>
                      <a:pt x="1148" y="5578"/>
                    </a:cubicBezTo>
                    <a:cubicBezTo>
                      <a:pt x="1742" y="6173"/>
                      <a:pt x="2549" y="6508"/>
                      <a:pt x="339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97" name="Freeform: Shape 13296">
                <a:extLst>
                  <a:ext uri="{FF2B5EF4-FFF2-40B4-BE49-F238E27FC236}">
                    <a16:creationId xmlns:a16="http://schemas.microsoft.com/office/drawing/2014/main" id="{A7E3C1BC-041A-5B27-E69A-6241813DA5BF}"/>
                  </a:ext>
                </a:extLst>
              </p:cNvPr>
              <p:cNvSpPr/>
              <p:nvPr/>
            </p:nvSpPr>
            <p:spPr>
              <a:xfrm>
                <a:off x="9179486" y="5537238"/>
                <a:ext cx="6343" cy="6345"/>
              </a:xfrm>
              <a:custGeom>
                <a:avLst/>
                <a:gdLst>
                  <a:gd name="connsiteX0" fmla="*/ 3390 w 6343"/>
                  <a:gd name="connsiteY0" fmla="*/ 6508 h 6345"/>
                  <a:gd name="connsiteX1" fmla="*/ 5633 w 6343"/>
                  <a:gd name="connsiteY1" fmla="*/ 5578 h 6345"/>
                  <a:gd name="connsiteX2" fmla="*/ 6561 w 6343"/>
                  <a:gd name="connsiteY2" fmla="*/ 3335 h 6345"/>
                  <a:gd name="connsiteX3" fmla="*/ 5633 w 6343"/>
                  <a:gd name="connsiteY3" fmla="*/ 1091 h 6345"/>
                  <a:gd name="connsiteX4" fmla="*/ 3390 w 6343"/>
                  <a:gd name="connsiteY4" fmla="*/ 162 h 6345"/>
                  <a:gd name="connsiteX5" fmla="*/ 1147 w 6343"/>
                  <a:gd name="connsiteY5" fmla="*/ 1091 h 6345"/>
                  <a:gd name="connsiteX6" fmla="*/ 218 w 6343"/>
                  <a:gd name="connsiteY6" fmla="*/ 3335 h 6345"/>
                  <a:gd name="connsiteX7" fmla="*/ 1147 w 6343"/>
                  <a:gd name="connsiteY7" fmla="*/ 5578 h 6345"/>
                  <a:gd name="connsiteX8" fmla="*/ 339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8"/>
                    </a:moveTo>
                    <a:cubicBezTo>
                      <a:pt x="4231" y="6508"/>
                      <a:pt x="5038" y="6173"/>
                      <a:pt x="5633" y="5578"/>
                    </a:cubicBezTo>
                    <a:cubicBezTo>
                      <a:pt x="6227" y="4983"/>
                      <a:pt x="6561" y="4176"/>
                      <a:pt x="6561" y="3335"/>
                    </a:cubicBezTo>
                    <a:cubicBezTo>
                      <a:pt x="6561" y="2493"/>
                      <a:pt x="6227" y="1686"/>
                      <a:pt x="5633" y="1091"/>
                    </a:cubicBezTo>
                    <a:cubicBezTo>
                      <a:pt x="5038" y="496"/>
                      <a:pt x="4231" y="162"/>
                      <a:pt x="3390" y="162"/>
                    </a:cubicBezTo>
                    <a:cubicBezTo>
                      <a:pt x="2549" y="162"/>
                      <a:pt x="1742" y="496"/>
                      <a:pt x="1147" y="1091"/>
                    </a:cubicBezTo>
                    <a:cubicBezTo>
                      <a:pt x="553" y="1686"/>
                      <a:pt x="218" y="2493"/>
                      <a:pt x="218" y="3335"/>
                    </a:cubicBezTo>
                    <a:cubicBezTo>
                      <a:pt x="218" y="4176"/>
                      <a:pt x="553" y="4983"/>
                      <a:pt x="1147" y="5578"/>
                    </a:cubicBezTo>
                    <a:cubicBezTo>
                      <a:pt x="1742" y="6173"/>
                      <a:pt x="2549" y="6508"/>
                      <a:pt x="339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98" name="Freeform: Shape 13297">
                <a:extLst>
                  <a:ext uri="{FF2B5EF4-FFF2-40B4-BE49-F238E27FC236}">
                    <a16:creationId xmlns:a16="http://schemas.microsoft.com/office/drawing/2014/main" id="{63BB550C-8A98-8805-5907-C1318DFF89B2}"/>
                  </a:ext>
                </a:extLst>
              </p:cNvPr>
              <p:cNvSpPr/>
              <p:nvPr/>
            </p:nvSpPr>
            <p:spPr>
              <a:xfrm>
                <a:off x="9180576" y="5533272"/>
                <a:ext cx="6343" cy="6345"/>
              </a:xfrm>
              <a:custGeom>
                <a:avLst/>
                <a:gdLst>
                  <a:gd name="connsiteX0" fmla="*/ 3390 w 6343"/>
                  <a:gd name="connsiteY0" fmla="*/ 6507 h 6345"/>
                  <a:gd name="connsiteX1" fmla="*/ 5633 w 6343"/>
                  <a:gd name="connsiteY1" fmla="*/ 5578 h 6345"/>
                  <a:gd name="connsiteX2" fmla="*/ 6562 w 6343"/>
                  <a:gd name="connsiteY2" fmla="*/ 3335 h 6345"/>
                  <a:gd name="connsiteX3" fmla="*/ 5633 w 6343"/>
                  <a:gd name="connsiteY3" fmla="*/ 1091 h 6345"/>
                  <a:gd name="connsiteX4" fmla="*/ 3390 w 6343"/>
                  <a:gd name="connsiteY4" fmla="*/ 162 h 6345"/>
                  <a:gd name="connsiteX5" fmla="*/ 1147 w 6343"/>
                  <a:gd name="connsiteY5" fmla="*/ 1091 h 6345"/>
                  <a:gd name="connsiteX6" fmla="*/ 218 w 6343"/>
                  <a:gd name="connsiteY6" fmla="*/ 3335 h 6345"/>
                  <a:gd name="connsiteX7" fmla="*/ 1147 w 6343"/>
                  <a:gd name="connsiteY7" fmla="*/ 5578 h 6345"/>
                  <a:gd name="connsiteX8" fmla="*/ 339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7"/>
                    </a:moveTo>
                    <a:cubicBezTo>
                      <a:pt x="4231" y="6507"/>
                      <a:pt x="5038" y="6173"/>
                      <a:pt x="5633" y="5578"/>
                    </a:cubicBezTo>
                    <a:cubicBezTo>
                      <a:pt x="6227" y="4983"/>
                      <a:pt x="6562" y="4176"/>
                      <a:pt x="6562" y="3335"/>
                    </a:cubicBezTo>
                    <a:cubicBezTo>
                      <a:pt x="6562" y="2493"/>
                      <a:pt x="6227" y="1686"/>
                      <a:pt x="5633" y="1091"/>
                    </a:cubicBezTo>
                    <a:cubicBezTo>
                      <a:pt x="5038" y="496"/>
                      <a:pt x="4231" y="162"/>
                      <a:pt x="3390" y="162"/>
                    </a:cubicBezTo>
                    <a:cubicBezTo>
                      <a:pt x="2549" y="162"/>
                      <a:pt x="1742" y="496"/>
                      <a:pt x="1147" y="1091"/>
                    </a:cubicBezTo>
                    <a:cubicBezTo>
                      <a:pt x="553" y="1686"/>
                      <a:pt x="218" y="2493"/>
                      <a:pt x="218" y="3335"/>
                    </a:cubicBezTo>
                    <a:cubicBezTo>
                      <a:pt x="218" y="4176"/>
                      <a:pt x="553" y="4983"/>
                      <a:pt x="1147" y="5578"/>
                    </a:cubicBezTo>
                    <a:cubicBezTo>
                      <a:pt x="1742" y="6173"/>
                      <a:pt x="2549" y="6507"/>
                      <a:pt x="339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99" name="Freeform: Shape 13298">
                <a:extLst>
                  <a:ext uri="{FF2B5EF4-FFF2-40B4-BE49-F238E27FC236}">
                    <a16:creationId xmlns:a16="http://schemas.microsoft.com/office/drawing/2014/main" id="{FD1A52EB-771B-1EAB-B9B7-B7FD3E992F2E}"/>
                  </a:ext>
                </a:extLst>
              </p:cNvPr>
              <p:cNvSpPr/>
              <p:nvPr/>
            </p:nvSpPr>
            <p:spPr>
              <a:xfrm>
                <a:off x="9179206" y="5531565"/>
                <a:ext cx="6343" cy="6345"/>
              </a:xfrm>
              <a:custGeom>
                <a:avLst/>
                <a:gdLst>
                  <a:gd name="connsiteX0" fmla="*/ 3390 w 6343"/>
                  <a:gd name="connsiteY0" fmla="*/ 6507 h 6345"/>
                  <a:gd name="connsiteX1" fmla="*/ 5633 w 6343"/>
                  <a:gd name="connsiteY1" fmla="*/ 5578 h 6345"/>
                  <a:gd name="connsiteX2" fmla="*/ 6561 w 6343"/>
                  <a:gd name="connsiteY2" fmla="*/ 3334 h 6345"/>
                  <a:gd name="connsiteX3" fmla="*/ 5633 w 6343"/>
                  <a:gd name="connsiteY3" fmla="*/ 1091 h 6345"/>
                  <a:gd name="connsiteX4" fmla="*/ 3390 w 6343"/>
                  <a:gd name="connsiteY4" fmla="*/ 162 h 6345"/>
                  <a:gd name="connsiteX5" fmla="*/ 1147 w 6343"/>
                  <a:gd name="connsiteY5" fmla="*/ 1091 h 6345"/>
                  <a:gd name="connsiteX6" fmla="*/ 218 w 6343"/>
                  <a:gd name="connsiteY6" fmla="*/ 3334 h 6345"/>
                  <a:gd name="connsiteX7" fmla="*/ 1147 w 6343"/>
                  <a:gd name="connsiteY7" fmla="*/ 5578 h 6345"/>
                  <a:gd name="connsiteX8" fmla="*/ 339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7"/>
                    </a:moveTo>
                    <a:cubicBezTo>
                      <a:pt x="4231" y="6507"/>
                      <a:pt x="5038" y="6173"/>
                      <a:pt x="5633" y="5578"/>
                    </a:cubicBezTo>
                    <a:cubicBezTo>
                      <a:pt x="6227" y="4983"/>
                      <a:pt x="6561" y="4176"/>
                      <a:pt x="6561" y="3334"/>
                    </a:cubicBezTo>
                    <a:cubicBezTo>
                      <a:pt x="6561" y="2493"/>
                      <a:pt x="6227" y="1686"/>
                      <a:pt x="5633" y="1091"/>
                    </a:cubicBezTo>
                    <a:cubicBezTo>
                      <a:pt x="5038" y="496"/>
                      <a:pt x="4231" y="162"/>
                      <a:pt x="3390" y="162"/>
                    </a:cubicBezTo>
                    <a:cubicBezTo>
                      <a:pt x="2549" y="162"/>
                      <a:pt x="1742" y="496"/>
                      <a:pt x="1147" y="1091"/>
                    </a:cubicBezTo>
                    <a:cubicBezTo>
                      <a:pt x="553" y="1686"/>
                      <a:pt x="218" y="2493"/>
                      <a:pt x="218" y="3334"/>
                    </a:cubicBezTo>
                    <a:cubicBezTo>
                      <a:pt x="218" y="4176"/>
                      <a:pt x="553" y="4983"/>
                      <a:pt x="1147" y="5578"/>
                    </a:cubicBezTo>
                    <a:cubicBezTo>
                      <a:pt x="1742" y="6173"/>
                      <a:pt x="2549" y="6507"/>
                      <a:pt x="339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00" name="Freeform: Shape 13299">
                <a:extLst>
                  <a:ext uri="{FF2B5EF4-FFF2-40B4-BE49-F238E27FC236}">
                    <a16:creationId xmlns:a16="http://schemas.microsoft.com/office/drawing/2014/main" id="{89BF431B-60BE-2959-4762-29671F3FFA18}"/>
                  </a:ext>
                </a:extLst>
              </p:cNvPr>
              <p:cNvSpPr/>
              <p:nvPr/>
            </p:nvSpPr>
            <p:spPr>
              <a:xfrm>
                <a:off x="9177847" y="5529851"/>
                <a:ext cx="6343" cy="6345"/>
              </a:xfrm>
              <a:custGeom>
                <a:avLst/>
                <a:gdLst>
                  <a:gd name="connsiteX0" fmla="*/ 3390 w 6343"/>
                  <a:gd name="connsiteY0" fmla="*/ 6507 h 6345"/>
                  <a:gd name="connsiteX1" fmla="*/ 5632 w 6343"/>
                  <a:gd name="connsiteY1" fmla="*/ 5578 h 6345"/>
                  <a:gd name="connsiteX2" fmla="*/ 6561 w 6343"/>
                  <a:gd name="connsiteY2" fmla="*/ 3334 h 6345"/>
                  <a:gd name="connsiteX3" fmla="*/ 5632 w 6343"/>
                  <a:gd name="connsiteY3" fmla="*/ 1091 h 6345"/>
                  <a:gd name="connsiteX4" fmla="*/ 3390 w 6343"/>
                  <a:gd name="connsiteY4" fmla="*/ 162 h 6345"/>
                  <a:gd name="connsiteX5" fmla="*/ 1147 w 6343"/>
                  <a:gd name="connsiteY5" fmla="*/ 1091 h 6345"/>
                  <a:gd name="connsiteX6" fmla="*/ 218 w 6343"/>
                  <a:gd name="connsiteY6" fmla="*/ 3334 h 6345"/>
                  <a:gd name="connsiteX7" fmla="*/ 1147 w 6343"/>
                  <a:gd name="connsiteY7" fmla="*/ 5578 h 6345"/>
                  <a:gd name="connsiteX8" fmla="*/ 339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7"/>
                    </a:moveTo>
                    <a:cubicBezTo>
                      <a:pt x="4231" y="6507"/>
                      <a:pt x="5038" y="6173"/>
                      <a:pt x="5632" y="5578"/>
                    </a:cubicBezTo>
                    <a:cubicBezTo>
                      <a:pt x="6227" y="4983"/>
                      <a:pt x="6561" y="4176"/>
                      <a:pt x="6561" y="3334"/>
                    </a:cubicBezTo>
                    <a:cubicBezTo>
                      <a:pt x="6561" y="2493"/>
                      <a:pt x="6227" y="1686"/>
                      <a:pt x="5632" y="1091"/>
                    </a:cubicBezTo>
                    <a:cubicBezTo>
                      <a:pt x="5038" y="496"/>
                      <a:pt x="4231" y="162"/>
                      <a:pt x="3390" y="162"/>
                    </a:cubicBezTo>
                    <a:cubicBezTo>
                      <a:pt x="2549" y="162"/>
                      <a:pt x="1742" y="496"/>
                      <a:pt x="1147" y="1091"/>
                    </a:cubicBezTo>
                    <a:cubicBezTo>
                      <a:pt x="552" y="1686"/>
                      <a:pt x="218" y="2493"/>
                      <a:pt x="218" y="3334"/>
                    </a:cubicBezTo>
                    <a:cubicBezTo>
                      <a:pt x="218" y="4176"/>
                      <a:pt x="552" y="4983"/>
                      <a:pt x="1147" y="5578"/>
                    </a:cubicBezTo>
                    <a:cubicBezTo>
                      <a:pt x="1742" y="6173"/>
                      <a:pt x="2549" y="6507"/>
                      <a:pt x="339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01" name="Freeform: Shape 13300">
                <a:extLst>
                  <a:ext uri="{FF2B5EF4-FFF2-40B4-BE49-F238E27FC236}">
                    <a16:creationId xmlns:a16="http://schemas.microsoft.com/office/drawing/2014/main" id="{EAC9F764-543B-65F5-BBB0-E1D93C8CB7C5}"/>
                  </a:ext>
                </a:extLst>
              </p:cNvPr>
              <p:cNvSpPr/>
              <p:nvPr/>
            </p:nvSpPr>
            <p:spPr>
              <a:xfrm>
                <a:off x="9176545" y="5528088"/>
                <a:ext cx="6343" cy="6345"/>
              </a:xfrm>
              <a:custGeom>
                <a:avLst/>
                <a:gdLst>
                  <a:gd name="connsiteX0" fmla="*/ 3390 w 6343"/>
                  <a:gd name="connsiteY0" fmla="*/ 6507 h 6345"/>
                  <a:gd name="connsiteX1" fmla="*/ 5632 w 6343"/>
                  <a:gd name="connsiteY1" fmla="*/ 5578 h 6345"/>
                  <a:gd name="connsiteX2" fmla="*/ 6561 w 6343"/>
                  <a:gd name="connsiteY2" fmla="*/ 3334 h 6345"/>
                  <a:gd name="connsiteX3" fmla="*/ 5632 w 6343"/>
                  <a:gd name="connsiteY3" fmla="*/ 1091 h 6345"/>
                  <a:gd name="connsiteX4" fmla="*/ 3390 w 6343"/>
                  <a:gd name="connsiteY4" fmla="*/ 161 h 6345"/>
                  <a:gd name="connsiteX5" fmla="*/ 1147 w 6343"/>
                  <a:gd name="connsiteY5" fmla="*/ 1091 h 6345"/>
                  <a:gd name="connsiteX6" fmla="*/ 218 w 6343"/>
                  <a:gd name="connsiteY6" fmla="*/ 3334 h 6345"/>
                  <a:gd name="connsiteX7" fmla="*/ 1147 w 6343"/>
                  <a:gd name="connsiteY7" fmla="*/ 5578 h 6345"/>
                  <a:gd name="connsiteX8" fmla="*/ 339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7"/>
                    </a:moveTo>
                    <a:cubicBezTo>
                      <a:pt x="4231" y="6507"/>
                      <a:pt x="5038" y="6173"/>
                      <a:pt x="5632" y="5578"/>
                    </a:cubicBezTo>
                    <a:cubicBezTo>
                      <a:pt x="6227" y="4983"/>
                      <a:pt x="6561" y="4176"/>
                      <a:pt x="6561" y="3334"/>
                    </a:cubicBezTo>
                    <a:cubicBezTo>
                      <a:pt x="6561" y="2493"/>
                      <a:pt x="6227" y="1686"/>
                      <a:pt x="5632" y="1091"/>
                    </a:cubicBezTo>
                    <a:cubicBezTo>
                      <a:pt x="5038" y="496"/>
                      <a:pt x="4231" y="161"/>
                      <a:pt x="3390" y="161"/>
                    </a:cubicBezTo>
                    <a:cubicBezTo>
                      <a:pt x="2549" y="161"/>
                      <a:pt x="1742" y="496"/>
                      <a:pt x="1147" y="1091"/>
                    </a:cubicBezTo>
                    <a:cubicBezTo>
                      <a:pt x="552" y="1686"/>
                      <a:pt x="218" y="2493"/>
                      <a:pt x="218" y="3334"/>
                    </a:cubicBezTo>
                    <a:cubicBezTo>
                      <a:pt x="218" y="4176"/>
                      <a:pt x="552" y="4983"/>
                      <a:pt x="1147" y="5578"/>
                    </a:cubicBezTo>
                    <a:cubicBezTo>
                      <a:pt x="1742" y="6173"/>
                      <a:pt x="2549" y="6507"/>
                      <a:pt x="339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02" name="Freeform: Shape 13301">
                <a:extLst>
                  <a:ext uri="{FF2B5EF4-FFF2-40B4-BE49-F238E27FC236}">
                    <a16:creationId xmlns:a16="http://schemas.microsoft.com/office/drawing/2014/main" id="{BE994674-C91B-9123-AE77-BDA179DB6CF6}"/>
                  </a:ext>
                </a:extLst>
              </p:cNvPr>
              <p:cNvSpPr/>
              <p:nvPr/>
            </p:nvSpPr>
            <p:spPr>
              <a:xfrm>
                <a:off x="9174597" y="5526885"/>
                <a:ext cx="6343" cy="6345"/>
              </a:xfrm>
              <a:custGeom>
                <a:avLst/>
                <a:gdLst>
                  <a:gd name="connsiteX0" fmla="*/ 3390 w 6343"/>
                  <a:gd name="connsiteY0" fmla="*/ 6507 h 6345"/>
                  <a:gd name="connsiteX1" fmla="*/ 5632 w 6343"/>
                  <a:gd name="connsiteY1" fmla="*/ 5577 h 6345"/>
                  <a:gd name="connsiteX2" fmla="*/ 6561 w 6343"/>
                  <a:gd name="connsiteY2" fmla="*/ 3334 h 6345"/>
                  <a:gd name="connsiteX3" fmla="*/ 5632 w 6343"/>
                  <a:gd name="connsiteY3" fmla="*/ 1091 h 6345"/>
                  <a:gd name="connsiteX4" fmla="*/ 3390 w 6343"/>
                  <a:gd name="connsiteY4" fmla="*/ 161 h 6345"/>
                  <a:gd name="connsiteX5" fmla="*/ 1147 w 6343"/>
                  <a:gd name="connsiteY5" fmla="*/ 1091 h 6345"/>
                  <a:gd name="connsiteX6" fmla="*/ 218 w 6343"/>
                  <a:gd name="connsiteY6" fmla="*/ 3334 h 6345"/>
                  <a:gd name="connsiteX7" fmla="*/ 1147 w 6343"/>
                  <a:gd name="connsiteY7" fmla="*/ 5577 h 6345"/>
                  <a:gd name="connsiteX8" fmla="*/ 339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7"/>
                    </a:moveTo>
                    <a:cubicBezTo>
                      <a:pt x="4231" y="6507"/>
                      <a:pt x="5037" y="6172"/>
                      <a:pt x="5632" y="5577"/>
                    </a:cubicBezTo>
                    <a:cubicBezTo>
                      <a:pt x="6227" y="4983"/>
                      <a:pt x="6561" y="4175"/>
                      <a:pt x="6561" y="3334"/>
                    </a:cubicBezTo>
                    <a:cubicBezTo>
                      <a:pt x="6561" y="2493"/>
                      <a:pt x="6227" y="1686"/>
                      <a:pt x="5632" y="1091"/>
                    </a:cubicBezTo>
                    <a:cubicBezTo>
                      <a:pt x="5037" y="496"/>
                      <a:pt x="4231" y="161"/>
                      <a:pt x="3390" y="161"/>
                    </a:cubicBezTo>
                    <a:cubicBezTo>
                      <a:pt x="2548" y="161"/>
                      <a:pt x="1742" y="496"/>
                      <a:pt x="1147" y="1091"/>
                    </a:cubicBezTo>
                    <a:cubicBezTo>
                      <a:pt x="552" y="1686"/>
                      <a:pt x="218" y="2493"/>
                      <a:pt x="218" y="3334"/>
                    </a:cubicBezTo>
                    <a:cubicBezTo>
                      <a:pt x="218" y="4175"/>
                      <a:pt x="552" y="4983"/>
                      <a:pt x="1147" y="5577"/>
                    </a:cubicBezTo>
                    <a:cubicBezTo>
                      <a:pt x="1742" y="6172"/>
                      <a:pt x="2548" y="6507"/>
                      <a:pt x="339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03" name="Freeform: Shape 13302">
                <a:extLst>
                  <a:ext uri="{FF2B5EF4-FFF2-40B4-BE49-F238E27FC236}">
                    <a16:creationId xmlns:a16="http://schemas.microsoft.com/office/drawing/2014/main" id="{390F396B-9403-0F9B-F174-D1277C0A9526}"/>
                  </a:ext>
                </a:extLst>
              </p:cNvPr>
              <p:cNvSpPr/>
              <p:nvPr/>
            </p:nvSpPr>
            <p:spPr>
              <a:xfrm>
                <a:off x="9172229" y="5526031"/>
                <a:ext cx="6343" cy="6345"/>
              </a:xfrm>
              <a:custGeom>
                <a:avLst/>
                <a:gdLst>
                  <a:gd name="connsiteX0" fmla="*/ 3389 w 6343"/>
                  <a:gd name="connsiteY0" fmla="*/ 6507 h 6345"/>
                  <a:gd name="connsiteX1" fmla="*/ 5632 w 6343"/>
                  <a:gd name="connsiteY1" fmla="*/ 5577 h 6345"/>
                  <a:gd name="connsiteX2" fmla="*/ 6561 w 6343"/>
                  <a:gd name="connsiteY2" fmla="*/ 3334 h 6345"/>
                  <a:gd name="connsiteX3" fmla="*/ 5632 w 6343"/>
                  <a:gd name="connsiteY3" fmla="*/ 1091 h 6345"/>
                  <a:gd name="connsiteX4" fmla="*/ 3389 w 6343"/>
                  <a:gd name="connsiteY4" fmla="*/ 161 h 6345"/>
                  <a:gd name="connsiteX5" fmla="*/ 1147 w 6343"/>
                  <a:gd name="connsiteY5" fmla="*/ 1091 h 6345"/>
                  <a:gd name="connsiteX6" fmla="*/ 218 w 6343"/>
                  <a:gd name="connsiteY6" fmla="*/ 3334 h 6345"/>
                  <a:gd name="connsiteX7" fmla="*/ 1147 w 6343"/>
                  <a:gd name="connsiteY7" fmla="*/ 5577 h 6345"/>
                  <a:gd name="connsiteX8" fmla="*/ 338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7"/>
                    </a:moveTo>
                    <a:cubicBezTo>
                      <a:pt x="4230" y="6507"/>
                      <a:pt x="5037" y="6172"/>
                      <a:pt x="5632" y="5577"/>
                    </a:cubicBezTo>
                    <a:cubicBezTo>
                      <a:pt x="6227" y="4982"/>
                      <a:pt x="6561" y="4175"/>
                      <a:pt x="6561" y="3334"/>
                    </a:cubicBezTo>
                    <a:cubicBezTo>
                      <a:pt x="6561" y="2493"/>
                      <a:pt x="6227" y="1685"/>
                      <a:pt x="5632" y="1091"/>
                    </a:cubicBezTo>
                    <a:cubicBezTo>
                      <a:pt x="5037" y="496"/>
                      <a:pt x="4230" y="161"/>
                      <a:pt x="3389" y="161"/>
                    </a:cubicBezTo>
                    <a:cubicBezTo>
                      <a:pt x="2548" y="161"/>
                      <a:pt x="1741" y="496"/>
                      <a:pt x="1147" y="1091"/>
                    </a:cubicBezTo>
                    <a:cubicBezTo>
                      <a:pt x="552" y="1685"/>
                      <a:pt x="218" y="2493"/>
                      <a:pt x="218" y="3334"/>
                    </a:cubicBezTo>
                    <a:cubicBezTo>
                      <a:pt x="218" y="4175"/>
                      <a:pt x="552" y="4982"/>
                      <a:pt x="1147" y="5577"/>
                    </a:cubicBezTo>
                    <a:cubicBezTo>
                      <a:pt x="1741" y="6172"/>
                      <a:pt x="2548" y="6507"/>
                      <a:pt x="338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04" name="Freeform: Shape 13303">
                <a:extLst>
                  <a:ext uri="{FF2B5EF4-FFF2-40B4-BE49-F238E27FC236}">
                    <a16:creationId xmlns:a16="http://schemas.microsoft.com/office/drawing/2014/main" id="{1B0F1DBD-386C-02A8-E356-CD26F87EA00A}"/>
                  </a:ext>
                </a:extLst>
              </p:cNvPr>
              <p:cNvSpPr/>
              <p:nvPr/>
            </p:nvSpPr>
            <p:spPr>
              <a:xfrm>
                <a:off x="9169718" y="5525276"/>
                <a:ext cx="6343" cy="6345"/>
              </a:xfrm>
              <a:custGeom>
                <a:avLst/>
                <a:gdLst>
                  <a:gd name="connsiteX0" fmla="*/ 3389 w 6343"/>
                  <a:gd name="connsiteY0" fmla="*/ 6507 h 6345"/>
                  <a:gd name="connsiteX1" fmla="*/ 5632 w 6343"/>
                  <a:gd name="connsiteY1" fmla="*/ 5577 h 6345"/>
                  <a:gd name="connsiteX2" fmla="*/ 6561 w 6343"/>
                  <a:gd name="connsiteY2" fmla="*/ 3334 h 6345"/>
                  <a:gd name="connsiteX3" fmla="*/ 5632 w 6343"/>
                  <a:gd name="connsiteY3" fmla="*/ 1090 h 6345"/>
                  <a:gd name="connsiteX4" fmla="*/ 3389 w 6343"/>
                  <a:gd name="connsiteY4" fmla="*/ 161 h 6345"/>
                  <a:gd name="connsiteX5" fmla="*/ 1147 w 6343"/>
                  <a:gd name="connsiteY5" fmla="*/ 1090 h 6345"/>
                  <a:gd name="connsiteX6" fmla="*/ 218 w 6343"/>
                  <a:gd name="connsiteY6" fmla="*/ 3334 h 6345"/>
                  <a:gd name="connsiteX7" fmla="*/ 1147 w 6343"/>
                  <a:gd name="connsiteY7" fmla="*/ 5577 h 6345"/>
                  <a:gd name="connsiteX8" fmla="*/ 338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7"/>
                    </a:moveTo>
                    <a:cubicBezTo>
                      <a:pt x="4230" y="6507"/>
                      <a:pt x="5037" y="6172"/>
                      <a:pt x="5632" y="5577"/>
                    </a:cubicBezTo>
                    <a:cubicBezTo>
                      <a:pt x="6227" y="4982"/>
                      <a:pt x="6561" y="4175"/>
                      <a:pt x="6561" y="3334"/>
                    </a:cubicBezTo>
                    <a:cubicBezTo>
                      <a:pt x="6561" y="2492"/>
                      <a:pt x="6227" y="1685"/>
                      <a:pt x="5632" y="1090"/>
                    </a:cubicBezTo>
                    <a:cubicBezTo>
                      <a:pt x="5037" y="496"/>
                      <a:pt x="4230" y="161"/>
                      <a:pt x="3389" y="161"/>
                    </a:cubicBezTo>
                    <a:cubicBezTo>
                      <a:pt x="2548" y="161"/>
                      <a:pt x="1741" y="496"/>
                      <a:pt x="1147" y="1090"/>
                    </a:cubicBezTo>
                    <a:cubicBezTo>
                      <a:pt x="552" y="1685"/>
                      <a:pt x="218" y="2492"/>
                      <a:pt x="218" y="3334"/>
                    </a:cubicBezTo>
                    <a:cubicBezTo>
                      <a:pt x="218" y="4175"/>
                      <a:pt x="552" y="4982"/>
                      <a:pt x="1147" y="5577"/>
                    </a:cubicBezTo>
                    <a:cubicBezTo>
                      <a:pt x="1741" y="6172"/>
                      <a:pt x="2548" y="6507"/>
                      <a:pt x="338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05" name="Freeform: Shape 13304">
                <a:extLst>
                  <a:ext uri="{FF2B5EF4-FFF2-40B4-BE49-F238E27FC236}">
                    <a16:creationId xmlns:a16="http://schemas.microsoft.com/office/drawing/2014/main" id="{A73E5247-B1F9-1150-6E65-6EC3A64A6395}"/>
                  </a:ext>
                </a:extLst>
              </p:cNvPr>
              <p:cNvSpPr/>
              <p:nvPr/>
            </p:nvSpPr>
            <p:spPr>
              <a:xfrm>
                <a:off x="9159479" y="5525067"/>
                <a:ext cx="6343" cy="6345"/>
              </a:xfrm>
              <a:custGeom>
                <a:avLst/>
                <a:gdLst>
                  <a:gd name="connsiteX0" fmla="*/ 3388 w 6343"/>
                  <a:gd name="connsiteY0" fmla="*/ 6507 h 6345"/>
                  <a:gd name="connsiteX1" fmla="*/ 5631 w 6343"/>
                  <a:gd name="connsiteY1" fmla="*/ 5577 h 6345"/>
                  <a:gd name="connsiteX2" fmla="*/ 6560 w 6343"/>
                  <a:gd name="connsiteY2" fmla="*/ 3334 h 6345"/>
                  <a:gd name="connsiteX3" fmla="*/ 5631 w 6343"/>
                  <a:gd name="connsiteY3" fmla="*/ 1090 h 6345"/>
                  <a:gd name="connsiteX4" fmla="*/ 3388 w 6343"/>
                  <a:gd name="connsiteY4" fmla="*/ 161 h 6345"/>
                  <a:gd name="connsiteX5" fmla="*/ 1146 w 6343"/>
                  <a:gd name="connsiteY5" fmla="*/ 1090 h 6345"/>
                  <a:gd name="connsiteX6" fmla="*/ 217 w 6343"/>
                  <a:gd name="connsiteY6" fmla="*/ 3334 h 6345"/>
                  <a:gd name="connsiteX7" fmla="*/ 1146 w 6343"/>
                  <a:gd name="connsiteY7" fmla="*/ 5577 h 6345"/>
                  <a:gd name="connsiteX8" fmla="*/ 338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7"/>
                    </a:moveTo>
                    <a:cubicBezTo>
                      <a:pt x="4229" y="6507"/>
                      <a:pt x="5036" y="6172"/>
                      <a:pt x="5631" y="5577"/>
                    </a:cubicBezTo>
                    <a:cubicBezTo>
                      <a:pt x="6226" y="4982"/>
                      <a:pt x="6560" y="4175"/>
                      <a:pt x="6560" y="3334"/>
                    </a:cubicBezTo>
                    <a:cubicBezTo>
                      <a:pt x="6560" y="2492"/>
                      <a:pt x="6226" y="1685"/>
                      <a:pt x="5631" y="1090"/>
                    </a:cubicBezTo>
                    <a:cubicBezTo>
                      <a:pt x="5036" y="495"/>
                      <a:pt x="4229" y="161"/>
                      <a:pt x="3388" y="161"/>
                    </a:cubicBezTo>
                    <a:cubicBezTo>
                      <a:pt x="2547" y="161"/>
                      <a:pt x="1740" y="495"/>
                      <a:pt x="1146" y="1090"/>
                    </a:cubicBezTo>
                    <a:cubicBezTo>
                      <a:pt x="551" y="1685"/>
                      <a:pt x="217" y="2492"/>
                      <a:pt x="217" y="3334"/>
                    </a:cubicBezTo>
                    <a:cubicBezTo>
                      <a:pt x="217" y="4175"/>
                      <a:pt x="551" y="4982"/>
                      <a:pt x="1146" y="5577"/>
                    </a:cubicBezTo>
                    <a:cubicBezTo>
                      <a:pt x="1740" y="6172"/>
                      <a:pt x="2547" y="6507"/>
                      <a:pt x="338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06" name="Freeform: Shape 13305">
                <a:extLst>
                  <a:ext uri="{FF2B5EF4-FFF2-40B4-BE49-F238E27FC236}">
                    <a16:creationId xmlns:a16="http://schemas.microsoft.com/office/drawing/2014/main" id="{D31FC792-4B72-6B57-FF58-35B7869091B1}"/>
                  </a:ext>
                </a:extLst>
              </p:cNvPr>
              <p:cNvSpPr/>
              <p:nvPr/>
            </p:nvSpPr>
            <p:spPr>
              <a:xfrm>
                <a:off x="9138601" y="5529794"/>
                <a:ext cx="6343" cy="6345"/>
              </a:xfrm>
              <a:custGeom>
                <a:avLst/>
                <a:gdLst>
                  <a:gd name="connsiteX0" fmla="*/ 3387 w 6343"/>
                  <a:gd name="connsiteY0" fmla="*/ 6507 h 6345"/>
                  <a:gd name="connsiteX1" fmla="*/ 5629 w 6343"/>
                  <a:gd name="connsiteY1" fmla="*/ 5578 h 6345"/>
                  <a:gd name="connsiteX2" fmla="*/ 6558 w 6343"/>
                  <a:gd name="connsiteY2" fmla="*/ 3334 h 6345"/>
                  <a:gd name="connsiteX3" fmla="*/ 5629 w 6343"/>
                  <a:gd name="connsiteY3" fmla="*/ 1091 h 6345"/>
                  <a:gd name="connsiteX4" fmla="*/ 3387 w 6343"/>
                  <a:gd name="connsiteY4" fmla="*/ 162 h 6345"/>
                  <a:gd name="connsiteX5" fmla="*/ 1144 w 6343"/>
                  <a:gd name="connsiteY5" fmla="*/ 1091 h 6345"/>
                  <a:gd name="connsiteX6" fmla="*/ 215 w 6343"/>
                  <a:gd name="connsiteY6" fmla="*/ 3334 h 6345"/>
                  <a:gd name="connsiteX7" fmla="*/ 1144 w 6343"/>
                  <a:gd name="connsiteY7" fmla="*/ 5578 h 6345"/>
                  <a:gd name="connsiteX8" fmla="*/ 338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7"/>
                    </a:moveTo>
                    <a:cubicBezTo>
                      <a:pt x="4228" y="6507"/>
                      <a:pt x="5035" y="6173"/>
                      <a:pt x="5629" y="5578"/>
                    </a:cubicBezTo>
                    <a:cubicBezTo>
                      <a:pt x="6224" y="4983"/>
                      <a:pt x="6558" y="4176"/>
                      <a:pt x="6558" y="3334"/>
                    </a:cubicBezTo>
                    <a:cubicBezTo>
                      <a:pt x="6558" y="2493"/>
                      <a:pt x="6224" y="1686"/>
                      <a:pt x="5629" y="1091"/>
                    </a:cubicBezTo>
                    <a:cubicBezTo>
                      <a:pt x="5035" y="496"/>
                      <a:pt x="4228" y="162"/>
                      <a:pt x="3387" y="162"/>
                    </a:cubicBezTo>
                    <a:cubicBezTo>
                      <a:pt x="2546" y="162"/>
                      <a:pt x="1739" y="496"/>
                      <a:pt x="1144" y="1091"/>
                    </a:cubicBezTo>
                    <a:cubicBezTo>
                      <a:pt x="549" y="1686"/>
                      <a:pt x="215" y="2493"/>
                      <a:pt x="215" y="3334"/>
                    </a:cubicBezTo>
                    <a:cubicBezTo>
                      <a:pt x="215" y="4176"/>
                      <a:pt x="549" y="4983"/>
                      <a:pt x="1144" y="5578"/>
                    </a:cubicBezTo>
                    <a:cubicBezTo>
                      <a:pt x="1739" y="6173"/>
                      <a:pt x="2546" y="6507"/>
                      <a:pt x="338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07" name="Freeform: Shape 13306">
                <a:extLst>
                  <a:ext uri="{FF2B5EF4-FFF2-40B4-BE49-F238E27FC236}">
                    <a16:creationId xmlns:a16="http://schemas.microsoft.com/office/drawing/2014/main" id="{B724BD98-1CD5-DF18-B971-BC413C662B74}"/>
                  </a:ext>
                </a:extLst>
              </p:cNvPr>
              <p:cNvSpPr/>
              <p:nvPr/>
            </p:nvSpPr>
            <p:spPr>
              <a:xfrm>
                <a:off x="9132902" y="5528149"/>
                <a:ext cx="6343" cy="6345"/>
              </a:xfrm>
              <a:custGeom>
                <a:avLst/>
                <a:gdLst>
                  <a:gd name="connsiteX0" fmla="*/ 3386 w 6343"/>
                  <a:gd name="connsiteY0" fmla="*/ 6507 h 6345"/>
                  <a:gd name="connsiteX1" fmla="*/ 5629 w 6343"/>
                  <a:gd name="connsiteY1" fmla="*/ 5578 h 6345"/>
                  <a:gd name="connsiteX2" fmla="*/ 6558 w 6343"/>
                  <a:gd name="connsiteY2" fmla="*/ 3334 h 6345"/>
                  <a:gd name="connsiteX3" fmla="*/ 5629 w 6343"/>
                  <a:gd name="connsiteY3" fmla="*/ 1091 h 6345"/>
                  <a:gd name="connsiteX4" fmla="*/ 3386 w 6343"/>
                  <a:gd name="connsiteY4" fmla="*/ 161 h 6345"/>
                  <a:gd name="connsiteX5" fmla="*/ 1144 w 6343"/>
                  <a:gd name="connsiteY5" fmla="*/ 1091 h 6345"/>
                  <a:gd name="connsiteX6" fmla="*/ 215 w 6343"/>
                  <a:gd name="connsiteY6" fmla="*/ 3334 h 6345"/>
                  <a:gd name="connsiteX7" fmla="*/ 1144 w 6343"/>
                  <a:gd name="connsiteY7" fmla="*/ 5578 h 6345"/>
                  <a:gd name="connsiteX8" fmla="*/ 338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07"/>
                    </a:moveTo>
                    <a:cubicBezTo>
                      <a:pt x="4227" y="6507"/>
                      <a:pt x="5034" y="6173"/>
                      <a:pt x="5629" y="5578"/>
                    </a:cubicBezTo>
                    <a:cubicBezTo>
                      <a:pt x="6224" y="4983"/>
                      <a:pt x="6558" y="4176"/>
                      <a:pt x="6558" y="3334"/>
                    </a:cubicBezTo>
                    <a:cubicBezTo>
                      <a:pt x="6558" y="2493"/>
                      <a:pt x="6224" y="1686"/>
                      <a:pt x="5629" y="1091"/>
                    </a:cubicBezTo>
                    <a:cubicBezTo>
                      <a:pt x="5034" y="496"/>
                      <a:pt x="4227" y="161"/>
                      <a:pt x="3386" y="161"/>
                    </a:cubicBezTo>
                    <a:cubicBezTo>
                      <a:pt x="2545" y="161"/>
                      <a:pt x="1738" y="496"/>
                      <a:pt x="1144" y="1091"/>
                    </a:cubicBezTo>
                    <a:cubicBezTo>
                      <a:pt x="549" y="1686"/>
                      <a:pt x="215" y="2493"/>
                      <a:pt x="215" y="3334"/>
                    </a:cubicBezTo>
                    <a:cubicBezTo>
                      <a:pt x="215" y="4176"/>
                      <a:pt x="549" y="4983"/>
                      <a:pt x="1144" y="5578"/>
                    </a:cubicBezTo>
                    <a:cubicBezTo>
                      <a:pt x="1738" y="6173"/>
                      <a:pt x="2545" y="6507"/>
                      <a:pt x="338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08" name="Freeform: Shape 13307">
                <a:extLst>
                  <a:ext uri="{FF2B5EF4-FFF2-40B4-BE49-F238E27FC236}">
                    <a16:creationId xmlns:a16="http://schemas.microsoft.com/office/drawing/2014/main" id="{EB582F2D-D2FC-472D-6CE1-486B33C6BB91}"/>
                  </a:ext>
                </a:extLst>
              </p:cNvPr>
              <p:cNvSpPr/>
              <p:nvPr/>
            </p:nvSpPr>
            <p:spPr>
              <a:xfrm>
                <a:off x="9124893" y="5528087"/>
                <a:ext cx="6343" cy="6345"/>
              </a:xfrm>
              <a:custGeom>
                <a:avLst/>
                <a:gdLst>
                  <a:gd name="connsiteX0" fmla="*/ 3386 w 6343"/>
                  <a:gd name="connsiteY0" fmla="*/ 6507 h 6345"/>
                  <a:gd name="connsiteX1" fmla="*/ 5628 w 6343"/>
                  <a:gd name="connsiteY1" fmla="*/ 5578 h 6345"/>
                  <a:gd name="connsiteX2" fmla="*/ 6557 w 6343"/>
                  <a:gd name="connsiteY2" fmla="*/ 3334 h 6345"/>
                  <a:gd name="connsiteX3" fmla="*/ 5628 w 6343"/>
                  <a:gd name="connsiteY3" fmla="*/ 1091 h 6345"/>
                  <a:gd name="connsiteX4" fmla="*/ 3386 w 6343"/>
                  <a:gd name="connsiteY4" fmla="*/ 161 h 6345"/>
                  <a:gd name="connsiteX5" fmla="*/ 1143 w 6343"/>
                  <a:gd name="connsiteY5" fmla="*/ 1091 h 6345"/>
                  <a:gd name="connsiteX6" fmla="*/ 214 w 6343"/>
                  <a:gd name="connsiteY6" fmla="*/ 3334 h 6345"/>
                  <a:gd name="connsiteX7" fmla="*/ 1143 w 6343"/>
                  <a:gd name="connsiteY7" fmla="*/ 5578 h 6345"/>
                  <a:gd name="connsiteX8" fmla="*/ 338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07"/>
                    </a:moveTo>
                    <a:cubicBezTo>
                      <a:pt x="4227" y="6507"/>
                      <a:pt x="5034" y="6173"/>
                      <a:pt x="5628" y="5578"/>
                    </a:cubicBezTo>
                    <a:cubicBezTo>
                      <a:pt x="6223" y="4983"/>
                      <a:pt x="6557" y="4176"/>
                      <a:pt x="6557" y="3334"/>
                    </a:cubicBezTo>
                    <a:cubicBezTo>
                      <a:pt x="6557" y="2493"/>
                      <a:pt x="6223" y="1686"/>
                      <a:pt x="5628" y="1091"/>
                    </a:cubicBezTo>
                    <a:cubicBezTo>
                      <a:pt x="5034" y="496"/>
                      <a:pt x="4227" y="161"/>
                      <a:pt x="3386" y="161"/>
                    </a:cubicBezTo>
                    <a:cubicBezTo>
                      <a:pt x="2545" y="161"/>
                      <a:pt x="1738" y="496"/>
                      <a:pt x="1143" y="1091"/>
                    </a:cubicBezTo>
                    <a:cubicBezTo>
                      <a:pt x="548" y="1686"/>
                      <a:pt x="214" y="2493"/>
                      <a:pt x="214" y="3334"/>
                    </a:cubicBezTo>
                    <a:cubicBezTo>
                      <a:pt x="214" y="4176"/>
                      <a:pt x="548" y="4983"/>
                      <a:pt x="1143" y="5578"/>
                    </a:cubicBezTo>
                    <a:cubicBezTo>
                      <a:pt x="1738" y="6173"/>
                      <a:pt x="2545" y="6507"/>
                      <a:pt x="338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09" name="Freeform: Shape 13308">
                <a:extLst>
                  <a:ext uri="{FF2B5EF4-FFF2-40B4-BE49-F238E27FC236}">
                    <a16:creationId xmlns:a16="http://schemas.microsoft.com/office/drawing/2014/main" id="{85DC111B-8898-6E0A-9FD4-774E1C23D69D}"/>
                  </a:ext>
                </a:extLst>
              </p:cNvPr>
              <p:cNvSpPr/>
              <p:nvPr/>
            </p:nvSpPr>
            <p:spPr>
              <a:xfrm>
                <a:off x="9123060" y="5526412"/>
                <a:ext cx="6343" cy="6345"/>
              </a:xfrm>
              <a:custGeom>
                <a:avLst/>
                <a:gdLst>
                  <a:gd name="connsiteX0" fmla="*/ 3385 w 6343"/>
                  <a:gd name="connsiteY0" fmla="*/ 6507 h 6345"/>
                  <a:gd name="connsiteX1" fmla="*/ 5628 w 6343"/>
                  <a:gd name="connsiteY1" fmla="*/ 5577 h 6345"/>
                  <a:gd name="connsiteX2" fmla="*/ 6557 w 6343"/>
                  <a:gd name="connsiteY2" fmla="*/ 3334 h 6345"/>
                  <a:gd name="connsiteX3" fmla="*/ 5628 w 6343"/>
                  <a:gd name="connsiteY3" fmla="*/ 1091 h 6345"/>
                  <a:gd name="connsiteX4" fmla="*/ 3385 w 6343"/>
                  <a:gd name="connsiteY4" fmla="*/ 161 h 6345"/>
                  <a:gd name="connsiteX5" fmla="*/ 1143 w 6343"/>
                  <a:gd name="connsiteY5" fmla="*/ 1091 h 6345"/>
                  <a:gd name="connsiteX6" fmla="*/ 214 w 6343"/>
                  <a:gd name="connsiteY6" fmla="*/ 3334 h 6345"/>
                  <a:gd name="connsiteX7" fmla="*/ 1143 w 6343"/>
                  <a:gd name="connsiteY7" fmla="*/ 5577 h 6345"/>
                  <a:gd name="connsiteX8" fmla="*/ 338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07"/>
                    </a:moveTo>
                    <a:cubicBezTo>
                      <a:pt x="4227" y="6507"/>
                      <a:pt x="5033" y="6172"/>
                      <a:pt x="5628" y="5577"/>
                    </a:cubicBezTo>
                    <a:cubicBezTo>
                      <a:pt x="6223" y="4982"/>
                      <a:pt x="6557" y="4175"/>
                      <a:pt x="6557" y="3334"/>
                    </a:cubicBezTo>
                    <a:cubicBezTo>
                      <a:pt x="6557" y="2493"/>
                      <a:pt x="6223" y="1686"/>
                      <a:pt x="5628" y="1091"/>
                    </a:cubicBezTo>
                    <a:cubicBezTo>
                      <a:pt x="5033" y="496"/>
                      <a:pt x="4227" y="161"/>
                      <a:pt x="3385" y="161"/>
                    </a:cubicBezTo>
                    <a:cubicBezTo>
                      <a:pt x="2544" y="161"/>
                      <a:pt x="1738" y="496"/>
                      <a:pt x="1143" y="1091"/>
                    </a:cubicBezTo>
                    <a:cubicBezTo>
                      <a:pt x="548" y="1686"/>
                      <a:pt x="214" y="2493"/>
                      <a:pt x="214" y="3334"/>
                    </a:cubicBezTo>
                    <a:cubicBezTo>
                      <a:pt x="214" y="4175"/>
                      <a:pt x="548" y="4982"/>
                      <a:pt x="1143" y="5577"/>
                    </a:cubicBezTo>
                    <a:cubicBezTo>
                      <a:pt x="1738" y="6172"/>
                      <a:pt x="2544" y="6507"/>
                      <a:pt x="338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10" name="Freeform: Shape 13309">
                <a:extLst>
                  <a:ext uri="{FF2B5EF4-FFF2-40B4-BE49-F238E27FC236}">
                    <a16:creationId xmlns:a16="http://schemas.microsoft.com/office/drawing/2014/main" id="{ED9ED816-38CC-DC83-4598-45AE42D21D90}"/>
                  </a:ext>
                </a:extLst>
              </p:cNvPr>
              <p:cNvSpPr/>
              <p:nvPr/>
            </p:nvSpPr>
            <p:spPr>
              <a:xfrm>
                <a:off x="9119417" y="5526023"/>
                <a:ext cx="6343" cy="6345"/>
              </a:xfrm>
              <a:custGeom>
                <a:avLst/>
                <a:gdLst>
                  <a:gd name="connsiteX0" fmla="*/ 3385 w 6343"/>
                  <a:gd name="connsiteY0" fmla="*/ 6507 h 6345"/>
                  <a:gd name="connsiteX1" fmla="*/ 5628 w 6343"/>
                  <a:gd name="connsiteY1" fmla="*/ 5577 h 6345"/>
                  <a:gd name="connsiteX2" fmla="*/ 6557 w 6343"/>
                  <a:gd name="connsiteY2" fmla="*/ 3334 h 6345"/>
                  <a:gd name="connsiteX3" fmla="*/ 5628 w 6343"/>
                  <a:gd name="connsiteY3" fmla="*/ 1091 h 6345"/>
                  <a:gd name="connsiteX4" fmla="*/ 3385 w 6343"/>
                  <a:gd name="connsiteY4" fmla="*/ 161 h 6345"/>
                  <a:gd name="connsiteX5" fmla="*/ 1143 w 6343"/>
                  <a:gd name="connsiteY5" fmla="*/ 1091 h 6345"/>
                  <a:gd name="connsiteX6" fmla="*/ 214 w 6343"/>
                  <a:gd name="connsiteY6" fmla="*/ 3334 h 6345"/>
                  <a:gd name="connsiteX7" fmla="*/ 1143 w 6343"/>
                  <a:gd name="connsiteY7" fmla="*/ 5577 h 6345"/>
                  <a:gd name="connsiteX8" fmla="*/ 338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07"/>
                    </a:moveTo>
                    <a:cubicBezTo>
                      <a:pt x="4226" y="6507"/>
                      <a:pt x="5033" y="6172"/>
                      <a:pt x="5628" y="5577"/>
                    </a:cubicBezTo>
                    <a:cubicBezTo>
                      <a:pt x="6223" y="4982"/>
                      <a:pt x="6557" y="4175"/>
                      <a:pt x="6557" y="3334"/>
                    </a:cubicBezTo>
                    <a:cubicBezTo>
                      <a:pt x="6557" y="2493"/>
                      <a:pt x="6223" y="1685"/>
                      <a:pt x="5628" y="1091"/>
                    </a:cubicBezTo>
                    <a:cubicBezTo>
                      <a:pt x="5033" y="496"/>
                      <a:pt x="4226" y="161"/>
                      <a:pt x="3385" y="161"/>
                    </a:cubicBezTo>
                    <a:cubicBezTo>
                      <a:pt x="2544" y="161"/>
                      <a:pt x="1737" y="496"/>
                      <a:pt x="1143" y="1091"/>
                    </a:cubicBezTo>
                    <a:cubicBezTo>
                      <a:pt x="548" y="1685"/>
                      <a:pt x="214" y="2493"/>
                      <a:pt x="214" y="3334"/>
                    </a:cubicBezTo>
                    <a:cubicBezTo>
                      <a:pt x="214" y="4175"/>
                      <a:pt x="548" y="4982"/>
                      <a:pt x="1143" y="5577"/>
                    </a:cubicBezTo>
                    <a:cubicBezTo>
                      <a:pt x="1737" y="6172"/>
                      <a:pt x="2544" y="6507"/>
                      <a:pt x="338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11" name="Freeform: Shape 13310">
                <a:extLst>
                  <a:ext uri="{FF2B5EF4-FFF2-40B4-BE49-F238E27FC236}">
                    <a16:creationId xmlns:a16="http://schemas.microsoft.com/office/drawing/2014/main" id="{439AC85D-557C-5486-D294-0AB08D670638}"/>
                  </a:ext>
                </a:extLst>
              </p:cNvPr>
              <p:cNvSpPr/>
              <p:nvPr/>
            </p:nvSpPr>
            <p:spPr>
              <a:xfrm>
                <a:off x="9113786" y="5526992"/>
                <a:ext cx="6343" cy="6345"/>
              </a:xfrm>
              <a:custGeom>
                <a:avLst/>
                <a:gdLst>
                  <a:gd name="connsiteX0" fmla="*/ 3385 w 6343"/>
                  <a:gd name="connsiteY0" fmla="*/ 6507 h 6345"/>
                  <a:gd name="connsiteX1" fmla="*/ 5627 w 6343"/>
                  <a:gd name="connsiteY1" fmla="*/ 5577 h 6345"/>
                  <a:gd name="connsiteX2" fmla="*/ 6556 w 6343"/>
                  <a:gd name="connsiteY2" fmla="*/ 3334 h 6345"/>
                  <a:gd name="connsiteX3" fmla="*/ 5627 w 6343"/>
                  <a:gd name="connsiteY3" fmla="*/ 1091 h 6345"/>
                  <a:gd name="connsiteX4" fmla="*/ 3385 w 6343"/>
                  <a:gd name="connsiteY4" fmla="*/ 161 h 6345"/>
                  <a:gd name="connsiteX5" fmla="*/ 1142 w 6343"/>
                  <a:gd name="connsiteY5" fmla="*/ 1091 h 6345"/>
                  <a:gd name="connsiteX6" fmla="*/ 213 w 6343"/>
                  <a:gd name="connsiteY6" fmla="*/ 3334 h 6345"/>
                  <a:gd name="connsiteX7" fmla="*/ 1142 w 6343"/>
                  <a:gd name="connsiteY7" fmla="*/ 5577 h 6345"/>
                  <a:gd name="connsiteX8" fmla="*/ 338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07"/>
                    </a:moveTo>
                    <a:cubicBezTo>
                      <a:pt x="4226" y="6507"/>
                      <a:pt x="5033" y="6172"/>
                      <a:pt x="5627" y="5577"/>
                    </a:cubicBezTo>
                    <a:cubicBezTo>
                      <a:pt x="6222" y="4983"/>
                      <a:pt x="6556" y="4175"/>
                      <a:pt x="6556" y="3334"/>
                    </a:cubicBezTo>
                    <a:cubicBezTo>
                      <a:pt x="6556" y="2493"/>
                      <a:pt x="6222" y="1686"/>
                      <a:pt x="5627" y="1091"/>
                    </a:cubicBezTo>
                    <a:cubicBezTo>
                      <a:pt x="5033" y="496"/>
                      <a:pt x="4226" y="161"/>
                      <a:pt x="3385" y="161"/>
                    </a:cubicBezTo>
                    <a:cubicBezTo>
                      <a:pt x="2544" y="161"/>
                      <a:pt x="1737" y="496"/>
                      <a:pt x="1142" y="1091"/>
                    </a:cubicBezTo>
                    <a:cubicBezTo>
                      <a:pt x="547" y="1686"/>
                      <a:pt x="213" y="2493"/>
                      <a:pt x="213" y="3334"/>
                    </a:cubicBezTo>
                    <a:cubicBezTo>
                      <a:pt x="213" y="4175"/>
                      <a:pt x="547" y="4983"/>
                      <a:pt x="1142" y="5577"/>
                    </a:cubicBezTo>
                    <a:cubicBezTo>
                      <a:pt x="1737" y="6172"/>
                      <a:pt x="2544" y="6507"/>
                      <a:pt x="338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12" name="Freeform: Shape 13311">
                <a:extLst>
                  <a:ext uri="{FF2B5EF4-FFF2-40B4-BE49-F238E27FC236}">
                    <a16:creationId xmlns:a16="http://schemas.microsoft.com/office/drawing/2014/main" id="{25355B9B-677D-A87B-3475-757FB078094B}"/>
                  </a:ext>
                </a:extLst>
              </p:cNvPr>
              <p:cNvSpPr/>
              <p:nvPr/>
            </p:nvSpPr>
            <p:spPr>
              <a:xfrm>
                <a:off x="9110324" y="5526377"/>
                <a:ext cx="6343" cy="6345"/>
              </a:xfrm>
              <a:custGeom>
                <a:avLst/>
                <a:gdLst>
                  <a:gd name="connsiteX0" fmla="*/ 3384 w 6343"/>
                  <a:gd name="connsiteY0" fmla="*/ 6507 h 6345"/>
                  <a:gd name="connsiteX1" fmla="*/ 5627 w 6343"/>
                  <a:gd name="connsiteY1" fmla="*/ 5577 h 6345"/>
                  <a:gd name="connsiteX2" fmla="*/ 6556 w 6343"/>
                  <a:gd name="connsiteY2" fmla="*/ 3334 h 6345"/>
                  <a:gd name="connsiteX3" fmla="*/ 5627 w 6343"/>
                  <a:gd name="connsiteY3" fmla="*/ 1091 h 6345"/>
                  <a:gd name="connsiteX4" fmla="*/ 3384 w 6343"/>
                  <a:gd name="connsiteY4" fmla="*/ 161 h 6345"/>
                  <a:gd name="connsiteX5" fmla="*/ 1142 w 6343"/>
                  <a:gd name="connsiteY5" fmla="*/ 1091 h 6345"/>
                  <a:gd name="connsiteX6" fmla="*/ 213 w 6343"/>
                  <a:gd name="connsiteY6" fmla="*/ 3334 h 6345"/>
                  <a:gd name="connsiteX7" fmla="*/ 1142 w 6343"/>
                  <a:gd name="connsiteY7" fmla="*/ 5577 h 6345"/>
                  <a:gd name="connsiteX8" fmla="*/ 338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07"/>
                    </a:moveTo>
                    <a:cubicBezTo>
                      <a:pt x="4226" y="6507"/>
                      <a:pt x="5032" y="6172"/>
                      <a:pt x="5627" y="5577"/>
                    </a:cubicBezTo>
                    <a:cubicBezTo>
                      <a:pt x="6222" y="4982"/>
                      <a:pt x="6556" y="4175"/>
                      <a:pt x="6556" y="3334"/>
                    </a:cubicBezTo>
                    <a:cubicBezTo>
                      <a:pt x="6556" y="2493"/>
                      <a:pt x="6222" y="1686"/>
                      <a:pt x="5627" y="1091"/>
                    </a:cubicBezTo>
                    <a:cubicBezTo>
                      <a:pt x="5032" y="496"/>
                      <a:pt x="4226" y="161"/>
                      <a:pt x="3384" y="161"/>
                    </a:cubicBezTo>
                    <a:cubicBezTo>
                      <a:pt x="2543" y="161"/>
                      <a:pt x="1737" y="496"/>
                      <a:pt x="1142" y="1091"/>
                    </a:cubicBezTo>
                    <a:cubicBezTo>
                      <a:pt x="547" y="1686"/>
                      <a:pt x="213" y="2493"/>
                      <a:pt x="213" y="3334"/>
                    </a:cubicBezTo>
                    <a:cubicBezTo>
                      <a:pt x="213" y="4175"/>
                      <a:pt x="547" y="4982"/>
                      <a:pt x="1142" y="5577"/>
                    </a:cubicBezTo>
                    <a:cubicBezTo>
                      <a:pt x="1737" y="6172"/>
                      <a:pt x="2543" y="6507"/>
                      <a:pt x="338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13" name="Freeform: Shape 13312">
                <a:extLst>
                  <a:ext uri="{FF2B5EF4-FFF2-40B4-BE49-F238E27FC236}">
                    <a16:creationId xmlns:a16="http://schemas.microsoft.com/office/drawing/2014/main" id="{4A4BC630-1536-8542-245E-85DB3D90910B}"/>
                  </a:ext>
                </a:extLst>
              </p:cNvPr>
              <p:cNvSpPr/>
              <p:nvPr/>
            </p:nvSpPr>
            <p:spPr>
              <a:xfrm>
                <a:off x="9106140" y="5526219"/>
                <a:ext cx="6343" cy="6345"/>
              </a:xfrm>
              <a:custGeom>
                <a:avLst/>
                <a:gdLst>
                  <a:gd name="connsiteX0" fmla="*/ 3384 w 6343"/>
                  <a:gd name="connsiteY0" fmla="*/ 6507 h 6345"/>
                  <a:gd name="connsiteX1" fmla="*/ 5627 w 6343"/>
                  <a:gd name="connsiteY1" fmla="*/ 5577 h 6345"/>
                  <a:gd name="connsiteX2" fmla="*/ 6556 w 6343"/>
                  <a:gd name="connsiteY2" fmla="*/ 3334 h 6345"/>
                  <a:gd name="connsiteX3" fmla="*/ 5627 w 6343"/>
                  <a:gd name="connsiteY3" fmla="*/ 1091 h 6345"/>
                  <a:gd name="connsiteX4" fmla="*/ 3384 w 6343"/>
                  <a:gd name="connsiteY4" fmla="*/ 161 h 6345"/>
                  <a:gd name="connsiteX5" fmla="*/ 1142 w 6343"/>
                  <a:gd name="connsiteY5" fmla="*/ 1091 h 6345"/>
                  <a:gd name="connsiteX6" fmla="*/ 213 w 6343"/>
                  <a:gd name="connsiteY6" fmla="*/ 3334 h 6345"/>
                  <a:gd name="connsiteX7" fmla="*/ 1142 w 6343"/>
                  <a:gd name="connsiteY7" fmla="*/ 5577 h 6345"/>
                  <a:gd name="connsiteX8" fmla="*/ 338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07"/>
                    </a:moveTo>
                    <a:cubicBezTo>
                      <a:pt x="4225" y="6507"/>
                      <a:pt x="5032" y="6172"/>
                      <a:pt x="5627" y="5577"/>
                    </a:cubicBezTo>
                    <a:cubicBezTo>
                      <a:pt x="6222" y="4982"/>
                      <a:pt x="6556" y="4175"/>
                      <a:pt x="6556" y="3334"/>
                    </a:cubicBezTo>
                    <a:cubicBezTo>
                      <a:pt x="6556" y="2493"/>
                      <a:pt x="6222" y="1686"/>
                      <a:pt x="5627" y="1091"/>
                    </a:cubicBezTo>
                    <a:cubicBezTo>
                      <a:pt x="5032" y="496"/>
                      <a:pt x="4225" y="161"/>
                      <a:pt x="3384" y="161"/>
                    </a:cubicBezTo>
                    <a:cubicBezTo>
                      <a:pt x="2543" y="161"/>
                      <a:pt x="1736" y="496"/>
                      <a:pt x="1142" y="1091"/>
                    </a:cubicBezTo>
                    <a:cubicBezTo>
                      <a:pt x="547" y="1686"/>
                      <a:pt x="213" y="2493"/>
                      <a:pt x="213" y="3334"/>
                    </a:cubicBezTo>
                    <a:cubicBezTo>
                      <a:pt x="213" y="4175"/>
                      <a:pt x="547" y="4982"/>
                      <a:pt x="1142" y="5577"/>
                    </a:cubicBezTo>
                    <a:cubicBezTo>
                      <a:pt x="1736" y="6172"/>
                      <a:pt x="2543" y="6507"/>
                      <a:pt x="338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14" name="Freeform: Shape 13313">
                <a:extLst>
                  <a:ext uri="{FF2B5EF4-FFF2-40B4-BE49-F238E27FC236}">
                    <a16:creationId xmlns:a16="http://schemas.microsoft.com/office/drawing/2014/main" id="{22A6ABCB-A247-D209-001C-173A60E928CE}"/>
                  </a:ext>
                </a:extLst>
              </p:cNvPr>
              <p:cNvSpPr/>
              <p:nvPr/>
            </p:nvSpPr>
            <p:spPr>
              <a:xfrm>
                <a:off x="9102100" y="5525915"/>
                <a:ext cx="6343" cy="6345"/>
              </a:xfrm>
              <a:custGeom>
                <a:avLst/>
                <a:gdLst>
                  <a:gd name="connsiteX0" fmla="*/ 3384 w 6343"/>
                  <a:gd name="connsiteY0" fmla="*/ 6507 h 6345"/>
                  <a:gd name="connsiteX1" fmla="*/ 5626 w 6343"/>
                  <a:gd name="connsiteY1" fmla="*/ 5577 h 6345"/>
                  <a:gd name="connsiteX2" fmla="*/ 6555 w 6343"/>
                  <a:gd name="connsiteY2" fmla="*/ 3334 h 6345"/>
                  <a:gd name="connsiteX3" fmla="*/ 5626 w 6343"/>
                  <a:gd name="connsiteY3" fmla="*/ 1091 h 6345"/>
                  <a:gd name="connsiteX4" fmla="*/ 3384 w 6343"/>
                  <a:gd name="connsiteY4" fmla="*/ 161 h 6345"/>
                  <a:gd name="connsiteX5" fmla="*/ 1141 w 6343"/>
                  <a:gd name="connsiteY5" fmla="*/ 1091 h 6345"/>
                  <a:gd name="connsiteX6" fmla="*/ 212 w 6343"/>
                  <a:gd name="connsiteY6" fmla="*/ 3334 h 6345"/>
                  <a:gd name="connsiteX7" fmla="*/ 1141 w 6343"/>
                  <a:gd name="connsiteY7" fmla="*/ 5577 h 6345"/>
                  <a:gd name="connsiteX8" fmla="*/ 338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07"/>
                    </a:moveTo>
                    <a:cubicBezTo>
                      <a:pt x="4225" y="6507"/>
                      <a:pt x="5032" y="6172"/>
                      <a:pt x="5626" y="5577"/>
                    </a:cubicBezTo>
                    <a:cubicBezTo>
                      <a:pt x="6221" y="4982"/>
                      <a:pt x="6555" y="4175"/>
                      <a:pt x="6555" y="3334"/>
                    </a:cubicBezTo>
                    <a:cubicBezTo>
                      <a:pt x="6555" y="2493"/>
                      <a:pt x="6221" y="1685"/>
                      <a:pt x="5626" y="1091"/>
                    </a:cubicBezTo>
                    <a:cubicBezTo>
                      <a:pt x="5032" y="496"/>
                      <a:pt x="4225" y="161"/>
                      <a:pt x="3384" y="161"/>
                    </a:cubicBezTo>
                    <a:cubicBezTo>
                      <a:pt x="2543" y="161"/>
                      <a:pt x="1736" y="496"/>
                      <a:pt x="1141" y="1091"/>
                    </a:cubicBezTo>
                    <a:cubicBezTo>
                      <a:pt x="546" y="1685"/>
                      <a:pt x="212" y="2493"/>
                      <a:pt x="212" y="3334"/>
                    </a:cubicBezTo>
                    <a:cubicBezTo>
                      <a:pt x="212" y="4175"/>
                      <a:pt x="546" y="4982"/>
                      <a:pt x="1141" y="5577"/>
                    </a:cubicBezTo>
                    <a:cubicBezTo>
                      <a:pt x="1736" y="6172"/>
                      <a:pt x="2543" y="6507"/>
                      <a:pt x="338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15" name="Freeform: Shape 13314">
                <a:extLst>
                  <a:ext uri="{FF2B5EF4-FFF2-40B4-BE49-F238E27FC236}">
                    <a16:creationId xmlns:a16="http://schemas.microsoft.com/office/drawing/2014/main" id="{908DDB26-6086-5803-F9DF-2FCB377AE0C1}"/>
                  </a:ext>
                </a:extLst>
              </p:cNvPr>
              <p:cNvSpPr/>
              <p:nvPr/>
            </p:nvSpPr>
            <p:spPr>
              <a:xfrm>
                <a:off x="9098155" y="5525500"/>
                <a:ext cx="6343" cy="6345"/>
              </a:xfrm>
              <a:custGeom>
                <a:avLst/>
                <a:gdLst>
                  <a:gd name="connsiteX0" fmla="*/ 3384 w 6343"/>
                  <a:gd name="connsiteY0" fmla="*/ 6507 h 6345"/>
                  <a:gd name="connsiteX1" fmla="*/ 5626 w 6343"/>
                  <a:gd name="connsiteY1" fmla="*/ 5577 h 6345"/>
                  <a:gd name="connsiteX2" fmla="*/ 6555 w 6343"/>
                  <a:gd name="connsiteY2" fmla="*/ 3334 h 6345"/>
                  <a:gd name="connsiteX3" fmla="*/ 5626 w 6343"/>
                  <a:gd name="connsiteY3" fmla="*/ 1090 h 6345"/>
                  <a:gd name="connsiteX4" fmla="*/ 3384 w 6343"/>
                  <a:gd name="connsiteY4" fmla="*/ 161 h 6345"/>
                  <a:gd name="connsiteX5" fmla="*/ 1141 w 6343"/>
                  <a:gd name="connsiteY5" fmla="*/ 1090 h 6345"/>
                  <a:gd name="connsiteX6" fmla="*/ 212 w 6343"/>
                  <a:gd name="connsiteY6" fmla="*/ 3334 h 6345"/>
                  <a:gd name="connsiteX7" fmla="*/ 1141 w 6343"/>
                  <a:gd name="connsiteY7" fmla="*/ 5577 h 6345"/>
                  <a:gd name="connsiteX8" fmla="*/ 338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07"/>
                    </a:moveTo>
                    <a:cubicBezTo>
                      <a:pt x="4225" y="6507"/>
                      <a:pt x="5031" y="6172"/>
                      <a:pt x="5626" y="5577"/>
                    </a:cubicBezTo>
                    <a:cubicBezTo>
                      <a:pt x="6221" y="4982"/>
                      <a:pt x="6555" y="4175"/>
                      <a:pt x="6555" y="3334"/>
                    </a:cubicBezTo>
                    <a:cubicBezTo>
                      <a:pt x="6555" y="2493"/>
                      <a:pt x="6221" y="1685"/>
                      <a:pt x="5626" y="1090"/>
                    </a:cubicBezTo>
                    <a:cubicBezTo>
                      <a:pt x="5031" y="496"/>
                      <a:pt x="4225" y="161"/>
                      <a:pt x="3384" y="161"/>
                    </a:cubicBezTo>
                    <a:cubicBezTo>
                      <a:pt x="2542" y="161"/>
                      <a:pt x="1736" y="496"/>
                      <a:pt x="1141" y="1090"/>
                    </a:cubicBezTo>
                    <a:cubicBezTo>
                      <a:pt x="546" y="1685"/>
                      <a:pt x="212" y="2493"/>
                      <a:pt x="212" y="3334"/>
                    </a:cubicBezTo>
                    <a:cubicBezTo>
                      <a:pt x="212" y="4175"/>
                      <a:pt x="546" y="4982"/>
                      <a:pt x="1141" y="5577"/>
                    </a:cubicBezTo>
                    <a:cubicBezTo>
                      <a:pt x="1736" y="6172"/>
                      <a:pt x="2542" y="6507"/>
                      <a:pt x="338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16" name="Freeform: Shape 13315">
                <a:extLst>
                  <a:ext uri="{FF2B5EF4-FFF2-40B4-BE49-F238E27FC236}">
                    <a16:creationId xmlns:a16="http://schemas.microsoft.com/office/drawing/2014/main" id="{7ED368F8-756A-7B2B-3FA7-3451AA105764}"/>
                  </a:ext>
                </a:extLst>
              </p:cNvPr>
              <p:cNvSpPr/>
              <p:nvPr/>
            </p:nvSpPr>
            <p:spPr>
              <a:xfrm>
                <a:off x="9094149" y="5525080"/>
                <a:ext cx="6343" cy="6345"/>
              </a:xfrm>
              <a:custGeom>
                <a:avLst/>
                <a:gdLst>
                  <a:gd name="connsiteX0" fmla="*/ 3383 w 6343"/>
                  <a:gd name="connsiteY0" fmla="*/ 6507 h 6345"/>
                  <a:gd name="connsiteX1" fmla="*/ 5626 w 6343"/>
                  <a:gd name="connsiteY1" fmla="*/ 5577 h 6345"/>
                  <a:gd name="connsiteX2" fmla="*/ 6555 w 6343"/>
                  <a:gd name="connsiteY2" fmla="*/ 3334 h 6345"/>
                  <a:gd name="connsiteX3" fmla="*/ 5626 w 6343"/>
                  <a:gd name="connsiteY3" fmla="*/ 1090 h 6345"/>
                  <a:gd name="connsiteX4" fmla="*/ 3383 w 6343"/>
                  <a:gd name="connsiteY4" fmla="*/ 161 h 6345"/>
                  <a:gd name="connsiteX5" fmla="*/ 1141 w 6343"/>
                  <a:gd name="connsiteY5" fmla="*/ 1090 h 6345"/>
                  <a:gd name="connsiteX6" fmla="*/ 212 w 6343"/>
                  <a:gd name="connsiteY6" fmla="*/ 3334 h 6345"/>
                  <a:gd name="connsiteX7" fmla="*/ 1141 w 6343"/>
                  <a:gd name="connsiteY7" fmla="*/ 5577 h 6345"/>
                  <a:gd name="connsiteX8" fmla="*/ 338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07"/>
                    </a:moveTo>
                    <a:cubicBezTo>
                      <a:pt x="4224" y="6507"/>
                      <a:pt x="5031" y="6172"/>
                      <a:pt x="5626" y="5577"/>
                    </a:cubicBezTo>
                    <a:cubicBezTo>
                      <a:pt x="6221" y="4982"/>
                      <a:pt x="6555" y="4175"/>
                      <a:pt x="6555" y="3334"/>
                    </a:cubicBezTo>
                    <a:cubicBezTo>
                      <a:pt x="6555" y="2492"/>
                      <a:pt x="6221" y="1685"/>
                      <a:pt x="5626" y="1090"/>
                    </a:cubicBezTo>
                    <a:cubicBezTo>
                      <a:pt x="5031" y="495"/>
                      <a:pt x="4224" y="161"/>
                      <a:pt x="3383" y="161"/>
                    </a:cubicBezTo>
                    <a:cubicBezTo>
                      <a:pt x="2542" y="161"/>
                      <a:pt x="1735" y="495"/>
                      <a:pt x="1141" y="1090"/>
                    </a:cubicBezTo>
                    <a:cubicBezTo>
                      <a:pt x="546" y="1685"/>
                      <a:pt x="212" y="2492"/>
                      <a:pt x="212" y="3334"/>
                    </a:cubicBezTo>
                    <a:cubicBezTo>
                      <a:pt x="212" y="4175"/>
                      <a:pt x="546" y="4982"/>
                      <a:pt x="1141" y="5577"/>
                    </a:cubicBezTo>
                    <a:cubicBezTo>
                      <a:pt x="1735" y="6172"/>
                      <a:pt x="2542" y="6507"/>
                      <a:pt x="338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17" name="Freeform: Shape 13316">
                <a:extLst>
                  <a:ext uri="{FF2B5EF4-FFF2-40B4-BE49-F238E27FC236}">
                    <a16:creationId xmlns:a16="http://schemas.microsoft.com/office/drawing/2014/main" id="{85567E64-03A3-8E15-4F49-4CACDED26A33}"/>
                  </a:ext>
                </a:extLst>
              </p:cNvPr>
              <p:cNvSpPr/>
              <p:nvPr/>
            </p:nvSpPr>
            <p:spPr>
              <a:xfrm>
                <a:off x="9056088" y="5344395"/>
                <a:ext cx="6343" cy="6345"/>
              </a:xfrm>
              <a:custGeom>
                <a:avLst/>
                <a:gdLst>
                  <a:gd name="connsiteX0" fmla="*/ 3380 w 6343"/>
                  <a:gd name="connsiteY0" fmla="*/ 6492 h 6345"/>
                  <a:gd name="connsiteX1" fmla="*/ 5623 w 6343"/>
                  <a:gd name="connsiteY1" fmla="*/ 5563 h 6345"/>
                  <a:gd name="connsiteX2" fmla="*/ 6552 w 6343"/>
                  <a:gd name="connsiteY2" fmla="*/ 3320 h 6345"/>
                  <a:gd name="connsiteX3" fmla="*/ 5623 w 6343"/>
                  <a:gd name="connsiteY3" fmla="*/ 1076 h 6345"/>
                  <a:gd name="connsiteX4" fmla="*/ 3380 w 6343"/>
                  <a:gd name="connsiteY4" fmla="*/ 147 h 6345"/>
                  <a:gd name="connsiteX5" fmla="*/ 1138 w 6343"/>
                  <a:gd name="connsiteY5" fmla="*/ 1076 h 6345"/>
                  <a:gd name="connsiteX6" fmla="*/ 209 w 6343"/>
                  <a:gd name="connsiteY6" fmla="*/ 3320 h 6345"/>
                  <a:gd name="connsiteX7" fmla="*/ 1138 w 6343"/>
                  <a:gd name="connsiteY7" fmla="*/ 5563 h 6345"/>
                  <a:gd name="connsiteX8" fmla="*/ 3380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92"/>
                    </a:moveTo>
                    <a:cubicBezTo>
                      <a:pt x="4221" y="6492"/>
                      <a:pt x="5028" y="6158"/>
                      <a:pt x="5623" y="5563"/>
                    </a:cubicBezTo>
                    <a:cubicBezTo>
                      <a:pt x="6218" y="4968"/>
                      <a:pt x="6552" y="4161"/>
                      <a:pt x="6552" y="3320"/>
                    </a:cubicBezTo>
                    <a:cubicBezTo>
                      <a:pt x="6552" y="2478"/>
                      <a:pt x="6218" y="1671"/>
                      <a:pt x="5623" y="1076"/>
                    </a:cubicBezTo>
                    <a:cubicBezTo>
                      <a:pt x="5028" y="481"/>
                      <a:pt x="4221" y="147"/>
                      <a:pt x="3380" y="147"/>
                    </a:cubicBezTo>
                    <a:cubicBezTo>
                      <a:pt x="2539" y="147"/>
                      <a:pt x="1732" y="481"/>
                      <a:pt x="1138" y="1076"/>
                    </a:cubicBezTo>
                    <a:cubicBezTo>
                      <a:pt x="543" y="1671"/>
                      <a:pt x="209" y="2478"/>
                      <a:pt x="209" y="3320"/>
                    </a:cubicBezTo>
                    <a:cubicBezTo>
                      <a:pt x="209" y="4161"/>
                      <a:pt x="543" y="4968"/>
                      <a:pt x="1138" y="5563"/>
                    </a:cubicBezTo>
                    <a:cubicBezTo>
                      <a:pt x="1732" y="6158"/>
                      <a:pt x="2539" y="6492"/>
                      <a:pt x="3380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18" name="Freeform: Shape 13317">
                <a:extLst>
                  <a:ext uri="{FF2B5EF4-FFF2-40B4-BE49-F238E27FC236}">
                    <a16:creationId xmlns:a16="http://schemas.microsoft.com/office/drawing/2014/main" id="{F0F2B7DF-4840-8B1E-63BA-AB34998486B3}"/>
                  </a:ext>
                </a:extLst>
              </p:cNvPr>
              <p:cNvSpPr/>
              <p:nvPr/>
            </p:nvSpPr>
            <p:spPr>
              <a:xfrm>
                <a:off x="9054431" y="5342178"/>
                <a:ext cx="6343" cy="6345"/>
              </a:xfrm>
              <a:custGeom>
                <a:avLst/>
                <a:gdLst>
                  <a:gd name="connsiteX0" fmla="*/ 3380 w 6343"/>
                  <a:gd name="connsiteY0" fmla="*/ 6492 h 6345"/>
                  <a:gd name="connsiteX1" fmla="*/ 5623 w 6343"/>
                  <a:gd name="connsiteY1" fmla="*/ 5563 h 6345"/>
                  <a:gd name="connsiteX2" fmla="*/ 6552 w 6343"/>
                  <a:gd name="connsiteY2" fmla="*/ 3319 h 6345"/>
                  <a:gd name="connsiteX3" fmla="*/ 5623 w 6343"/>
                  <a:gd name="connsiteY3" fmla="*/ 1076 h 6345"/>
                  <a:gd name="connsiteX4" fmla="*/ 3380 w 6343"/>
                  <a:gd name="connsiteY4" fmla="*/ 147 h 6345"/>
                  <a:gd name="connsiteX5" fmla="*/ 1137 w 6343"/>
                  <a:gd name="connsiteY5" fmla="*/ 1076 h 6345"/>
                  <a:gd name="connsiteX6" fmla="*/ 209 w 6343"/>
                  <a:gd name="connsiteY6" fmla="*/ 3319 h 6345"/>
                  <a:gd name="connsiteX7" fmla="*/ 1137 w 6343"/>
                  <a:gd name="connsiteY7" fmla="*/ 5563 h 6345"/>
                  <a:gd name="connsiteX8" fmla="*/ 3380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92"/>
                    </a:moveTo>
                    <a:cubicBezTo>
                      <a:pt x="4221" y="6492"/>
                      <a:pt x="5028" y="6158"/>
                      <a:pt x="5623" y="5563"/>
                    </a:cubicBezTo>
                    <a:cubicBezTo>
                      <a:pt x="6217" y="4968"/>
                      <a:pt x="6552" y="4161"/>
                      <a:pt x="6552" y="3319"/>
                    </a:cubicBezTo>
                    <a:cubicBezTo>
                      <a:pt x="6552" y="2478"/>
                      <a:pt x="6217" y="1671"/>
                      <a:pt x="5623" y="1076"/>
                    </a:cubicBezTo>
                    <a:cubicBezTo>
                      <a:pt x="5028" y="481"/>
                      <a:pt x="4221" y="147"/>
                      <a:pt x="3380" y="147"/>
                    </a:cubicBezTo>
                    <a:cubicBezTo>
                      <a:pt x="2539" y="147"/>
                      <a:pt x="1732" y="481"/>
                      <a:pt x="1137" y="1076"/>
                    </a:cubicBezTo>
                    <a:cubicBezTo>
                      <a:pt x="543" y="1671"/>
                      <a:pt x="209" y="2478"/>
                      <a:pt x="209" y="3319"/>
                    </a:cubicBezTo>
                    <a:cubicBezTo>
                      <a:pt x="209" y="4161"/>
                      <a:pt x="543" y="4968"/>
                      <a:pt x="1137" y="5563"/>
                    </a:cubicBezTo>
                    <a:cubicBezTo>
                      <a:pt x="1732" y="6158"/>
                      <a:pt x="2539" y="6492"/>
                      <a:pt x="3380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19" name="Freeform: Shape 13318">
                <a:extLst>
                  <a:ext uri="{FF2B5EF4-FFF2-40B4-BE49-F238E27FC236}">
                    <a16:creationId xmlns:a16="http://schemas.microsoft.com/office/drawing/2014/main" id="{5D148C69-FB96-20C0-497C-DC7C3C7FAFBD}"/>
                  </a:ext>
                </a:extLst>
              </p:cNvPr>
              <p:cNvSpPr/>
              <p:nvPr/>
            </p:nvSpPr>
            <p:spPr>
              <a:xfrm>
                <a:off x="9054636" y="5339726"/>
                <a:ext cx="6343" cy="6345"/>
              </a:xfrm>
              <a:custGeom>
                <a:avLst/>
                <a:gdLst>
                  <a:gd name="connsiteX0" fmla="*/ 3380 w 6343"/>
                  <a:gd name="connsiteY0" fmla="*/ 6492 h 6345"/>
                  <a:gd name="connsiteX1" fmla="*/ 5623 w 6343"/>
                  <a:gd name="connsiteY1" fmla="*/ 5563 h 6345"/>
                  <a:gd name="connsiteX2" fmla="*/ 6552 w 6343"/>
                  <a:gd name="connsiteY2" fmla="*/ 3319 h 6345"/>
                  <a:gd name="connsiteX3" fmla="*/ 5623 w 6343"/>
                  <a:gd name="connsiteY3" fmla="*/ 1076 h 6345"/>
                  <a:gd name="connsiteX4" fmla="*/ 3380 w 6343"/>
                  <a:gd name="connsiteY4" fmla="*/ 147 h 6345"/>
                  <a:gd name="connsiteX5" fmla="*/ 1137 w 6343"/>
                  <a:gd name="connsiteY5" fmla="*/ 1076 h 6345"/>
                  <a:gd name="connsiteX6" fmla="*/ 209 w 6343"/>
                  <a:gd name="connsiteY6" fmla="*/ 3319 h 6345"/>
                  <a:gd name="connsiteX7" fmla="*/ 1137 w 6343"/>
                  <a:gd name="connsiteY7" fmla="*/ 5563 h 6345"/>
                  <a:gd name="connsiteX8" fmla="*/ 3380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92"/>
                    </a:moveTo>
                    <a:cubicBezTo>
                      <a:pt x="4221" y="6492"/>
                      <a:pt x="5028" y="6158"/>
                      <a:pt x="5623" y="5563"/>
                    </a:cubicBezTo>
                    <a:cubicBezTo>
                      <a:pt x="6217" y="4968"/>
                      <a:pt x="6552" y="4161"/>
                      <a:pt x="6552" y="3319"/>
                    </a:cubicBezTo>
                    <a:cubicBezTo>
                      <a:pt x="6552" y="2478"/>
                      <a:pt x="6217" y="1671"/>
                      <a:pt x="5623" y="1076"/>
                    </a:cubicBezTo>
                    <a:cubicBezTo>
                      <a:pt x="5028" y="481"/>
                      <a:pt x="4221" y="147"/>
                      <a:pt x="3380" y="147"/>
                    </a:cubicBezTo>
                    <a:cubicBezTo>
                      <a:pt x="2539" y="147"/>
                      <a:pt x="1732" y="481"/>
                      <a:pt x="1137" y="1076"/>
                    </a:cubicBezTo>
                    <a:cubicBezTo>
                      <a:pt x="543" y="1671"/>
                      <a:pt x="209" y="2478"/>
                      <a:pt x="209" y="3319"/>
                    </a:cubicBezTo>
                    <a:cubicBezTo>
                      <a:pt x="209" y="4161"/>
                      <a:pt x="543" y="4968"/>
                      <a:pt x="1137" y="5563"/>
                    </a:cubicBezTo>
                    <a:cubicBezTo>
                      <a:pt x="1732" y="6158"/>
                      <a:pt x="2539" y="6492"/>
                      <a:pt x="3380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20" name="Freeform: Shape 13319">
                <a:extLst>
                  <a:ext uri="{FF2B5EF4-FFF2-40B4-BE49-F238E27FC236}">
                    <a16:creationId xmlns:a16="http://schemas.microsoft.com/office/drawing/2014/main" id="{75CBB81A-7D31-2323-DAF4-F415DEEE873F}"/>
                  </a:ext>
                </a:extLst>
              </p:cNvPr>
              <p:cNvSpPr/>
              <p:nvPr/>
            </p:nvSpPr>
            <p:spPr>
              <a:xfrm>
                <a:off x="9014806" y="5341720"/>
                <a:ext cx="6343" cy="6345"/>
              </a:xfrm>
              <a:custGeom>
                <a:avLst/>
                <a:gdLst>
                  <a:gd name="connsiteX0" fmla="*/ 3377 w 6343"/>
                  <a:gd name="connsiteY0" fmla="*/ 6492 h 6345"/>
                  <a:gd name="connsiteX1" fmla="*/ 5620 w 6343"/>
                  <a:gd name="connsiteY1" fmla="*/ 5563 h 6345"/>
                  <a:gd name="connsiteX2" fmla="*/ 6549 w 6343"/>
                  <a:gd name="connsiteY2" fmla="*/ 3319 h 6345"/>
                  <a:gd name="connsiteX3" fmla="*/ 5620 w 6343"/>
                  <a:gd name="connsiteY3" fmla="*/ 1076 h 6345"/>
                  <a:gd name="connsiteX4" fmla="*/ 3377 w 6343"/>
                  <a:gd name="connsiteY4" fmla="*/ 147 h 6345"/>
                  <a:gd name="connsiteX5" fmla="*/ 1134 w 6343"/>
                  <a:gd name="connsiteY5" fmla="*/ 1076 h 6345"/>
                  <a:gd name="connsiteX6" fmla="*/ 205 w 6343"/>
                  <a:gd name="connsiteY6" fmla="*/ 3319 h 6345"/>
                  <a:gd name="connsiteX7" fmla="*/ 1134 w 6343"/>
                  <a:gd name="connsiteY7" fmla="*/ 5563 h 6345"/>
                  <a:gd name="connsiteX8" fmla="*/ 3377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2"/>
                    </a:moveTo>
                    <a:cubicBezTo>
                      <a:pt x="4218" y="6492"/>
                      <a:pt x="5025" y="6158"/>
                      <a:pt x="5620" y="5563"/>
                    </a:cubicBezTo>
                    <a:cubicBezTo>
                      <a:pt x="6214" y="4968"/>
                      <a:pt x="6549" y="4161"/>
                      <a:pt x="6549" y="3319"/>
                    </a:cubicBezTo>
                    <a:cubicBezTo>
                      <a:pt x="6549" y="2478"/>
                      <a:pt x="6214" y="1671"/>
                      <a:pt x="5620" y="1076"/>
                    </a:cubicBezTo>
                    <a:cubicBezTo>
                      <a:pt x="5025" y="481"/>
                      <a:pt x="4218" y="147"/>
                      <a:pt x="3377" y="147"/>
                    </a:cubicBezTo>
                    <a:cubicBezTo>
                      <a:pt x="2536" y="147"/>
                      <a:pt x="1729" y="481"/>
                      <a:pt x="1134" y="1076"/>
                    </a:cubicBezTo>
                    <a:cubicBezTo>
                      <a:pt x="540" y="1671"/>
                      <a:pt x="205" y="2478"/>
                      <a:pt x="205" y="3319"/>
                    </a:cubicBezTo>
                    <a:cubicBezTo>
                      <a:pt x="205" y="4161"/>
                      <a:pt x="540" y="4968"/>
                      <a:pt x="1134" y="5563"/>
                    </a:cubicBezTo>
                    <a:cubicBezTo>
                      <a:pt x="1729" y="6158"/>
                      <a:pt x="2536" y="6492"/>
                      <a:pt x="3377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21" name="Freeform: Shape 13320">
                <a:extLst>
                  <a:ext uri="{FF2B5EF4-FFF2-40B4-BE49-F238E27FC236}">
                    <a16:creationId xmlns:a16="http://schemas.microsoft.com/office/drawing/2014/main" id="{89E5D580-B03A-9C49-EBCD-82C6D95FD94F}"/>
                  </a:ext>
                </a:extLst>
              </p:cNvPr>
              <p:cNvSpPr/>
              <p:nvPr/>
            </p:nvSpPr>
            <p:spPr>
              <a:xfrm>
                <a:off x="9049535" y="5335416"/>
                <a:ext cx="6343" cy="6345"/>
              </a:xfrm>
              <a:custGeom>
                <a:avLst/>
                <a:gdLst>
                  <a:gd name="connsiteX0" fmla="*/ 3380 w 6343"/>
                  <a:gd name="connsiteY0" fmla="*/ 6492 h 6345"/>
                  <a:gd name="connsiteX1" fmla="*/ 5622 w 6343"/>
                  <a:gd name="connsiteY1" fmla="*/ 5562 h 6345"/>
                  <a:gd name="connsiteX2" fmla="*/ 6551 w 6343"/>
                  <a:gd name="connsiteY2" fmla="*/ 3319 h 6345"/>
                  <a:gd name="connsiteX3" fmla="*/ 5622 w 6343"/>
                  <a:gd name="connsiteY3" fmla="*/ 1076 h 6345"/>
                  <a:gd name="connsiteX4" fmla="*/ 3380 w 6343"/>
                  <a:gd name="connsiteY4" fmla="*/ 146 h 6345"/>
                  <a:gd name="connsiteX5" fmla="*/ 1137 w 6343"/>
                  <a:gd name="connsiteY5" fmla="*/ 1076 h 6345"/>
                  <a:gd name="connsiteX6" fmla="*/ 208 w 6343"/>
                  <a:gd name="connsiteY6" fmla="*/ 3319 h 6345"/>
                  <a:gd name="connsiteX7" fmla="*/ 1137 w 6343"/>
                  <a:gd name="connsiteY7" fmla="*/ 5562 h 6345"/>
                  <a:gd name="connsiteX8" fmla="*/ 3380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92"/>
                    </a:moveTo>
                    <a:cubicBezTo>
                      <a:pt x="4221" y="6492"/>
                      <a:pt x="5028" y="6157"/>
                      <a:pt x="5622" y="5562"/>
                    </a:cubicBezTo>
                    <a:cubicBezTo>
                      <a:pt x="6217" y="4967"/>
                      <a:pt x="6551" y="4160"/>
                      <a:pt x="6551" y="3319"/>
                    </a:cubicBezTo>
                    <a:cubicBezTo>
                      <a:pt x="6551" y="2478"/>
                      <a:pt x="6217" y="1670"/>
                      <a:pt x="5622" y="1076"/>
                    </a:cubicBezTo>
                    <a:cubicBezTo>
                      <a:pt x="5028" y="481"/>
                      <a:pt x="4221" y="146"/>
                      <a:pt x="3380" y="146"/>
                    </a:cubicBezTo>
                    <a:cubicBezTo>
                      <a:pt x="2539" y="146"/>
                      <a:pt x="1732" y="481"/>
                      <a:pt x="1137" y="1076"/>
                    </a:cubicBezTo>
                    <a:cubicBezTo>
                      <a:pt x="542" y="1670"/>
                      <a:pt x="208" y="2478"/>
                      <a:pt x="208" y="3319"/>
                    </a:cubicBezTo>
                    <a:cubicBezTo>
                      <a:pt x="208" y="4160"/>
                      <a:pt x="542" y="4967"/>
                      <a:pt x="1137" y="5562"/>
                    </a:cubicBezTo>
                    <a:cubicBezTo>
                      <a:pt x="1732" y="6157"/>
                      <a:pt x="2539" y="6492"/>
                      <a:pt x="3380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22" name="Freeform: Shape 13321">
                <a:extLst>
                  <a:ext uri="{FF2B5EF4-FFF2-40B4-BE49-F238E27FC236}">
                    <a16:creationId xmlns:a16="http://schemas.microsoft.com/office/drawing/2014/main" id="{3FA8EB41-6FC1-6C4A-2081-819CE1361FE5}"/>
                  </a:ext>
                </a:extLst>
              </p:cNvPr>
              <p:cNvSpPr/>
              <p:nvPr/>
            </p:nvSpPr>
            <p:spPr>
              <a:xfrm>
                <a:off x="9014742" y="5333733"/>
                <a:ext cx="6343" cy="6345"/>
              </a:xfrm>
              <a:custGeom>
                <a:avLst/>
                <a:gdLst>
                  <a:gd name="connsiteX0" fmla="*/ 3377 w 6343"/>
                  <a:gd name="connsiteY0" fmla="*/ 6492 h 6345"/>
                  <a:gd name="connsiteX1" fmla="*/ 5620 w 6343"/>
                  <a:gd name="connsiteY1" fmla="*/ 5562 h 6345"/>
                  <a:gd name="connsiteX2" fmla="*/ 6549 w 6343"/>
                  <a:gd name="connsiteY2" fmla="*/ 3319 h 6345"/>
                  <a:gd name="connsiteX3" fmla="*/ 5620 w 6343"/>
                  <a:gd name="connsiteY3" fmla="*/ 1075 h 6345"/>
                  <a:gd name="connsiteX4" fmla="*/ 3377 w 6343"/>
                  <a:gd name="connsiteY4" fmla="*/ 146 h 6345"/>
                  <a:gd name="connsiteX5" fmla="*/ 1134 w 6343"/>
                  <a:gd name="connsiteY5" fmla="*/ 1075 h 6345"/>
                  <a:gd name="connsiteX6" fmla="*/ 205 w 6343"/>
                  <a:gd name="connsiteY6" fmla="*/ 3319 h 6345"/>
                  <a:gd name="connsiteX7" fmla="*/ 1134 w 6343"/>
                  <a:gd name="connsiteY7" fmla="*/ 5562 h 6345"/>
                  <a:gd name="connsiteX8" fmla="*/ 3377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2"/>
                    </a:moveTo>
                    <a:cubicBezTo>
                      <a:pt x="4218" y="6492"/>
                      <a:pt x="5025" y="6157"/>
                      <a:pt x="5620" y="5562"/>
                    </a:cubicBezTo>
                    <a:cubicBezTo>
                      <a:pt x="6214" y="4967"/>
                      <a:pt x="6549" y="4160"/>
                      <a:pt x="6549" y="3319"/>
                    </a:cubicBezTo>
                    <a:cubicBezTo>
                      <a:pt x="6549" y="2477"/>
                      <a:pt x="6214" y="1670"/>
                      <a:pt x="5620" y="1075"/>
                    </a:cubicBezTo>
                    <a:cubicBezTo>
                      <a:pt x="5025" y="480"/>
                      <a:pt x="4218" y="146"/>
                      <a:pt x="3377" y="146"/>
                    </a:cubicBezTo>
                    <a:cubicBezTo>
                      <a:pt x="2536" y="146"/>
                      <a:pt x="1729" y="480"/>
                      <a:pt x="1134" y="1075"/>
                    </a:cubicBezTo>
                    <a:cubicBezTo>
                      <a:pt x="540" y="1670"/>
                      <a:pt x="205" y="2477"/>
                      <a:pt x="205" y="3319"/>
                    </a:cubicBezTo>
                    <a:cubicBezTo>
                      <a:pt x="205" y="4160"/>
                      <a:pt x="540" y="4967"/>
                      <a:pt x="1134" y="5562"/>
                    </a:cubicBezTo>
                    <a:cubicBezTo>
                      <a:pt x="1729" y="6157"/>
                      <a:pt x="2536" y="6492"/>
                      <a:pt x="3377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23" name="Freeform: Shape 13322">
                <a:extLst>
                  <a:ext uri="{FF2B5EF4-FFF2-40B4-BE49-F238E27FC236}">
                    <a16:creationId xmlns:a16="http://schemas.microsoft.com/office/drawing/2014/main" id="{6E1DBBA6-6A57-C145-CBD0-095178D047FF}"/>
                  </a:ext>
                </a:extLst>
              </p:cNvPr>
              <p:cNvSpPr/>
              <p:nvPr/>
            </p:nvSpPr>
            <p:spPr>
              <a:xfrm>
                <a:off x="9013393" y="5331191"/>
                <a:ext cx="6343" cy="6345"/>
              </a:xfrm>
              <a:custGeom>
                <a:avLst/>
                <a:gdLst>
                  <a:gd name="connsiteX0" fmla="*/ 3377 w 6343"/>
                  <a:gd name="connsiteY0" fmla="*/ 6491 h 6345"/>
                  <a:gd name="connsiteX1" fmla="*/ 5619 w 6343"/>
                  <a:gd name="connsiteY1" fmla="*/ 5562 h 6345"/>
                  <a:gd name="connsiteX2" fmla="*/ 6548 w 6343"/>
                  <a:gd name="connsiteY2" fmla="*/ 3319 h 6345"/>
                  <a:gd name="connsiteX3" fmla="*/ 5619 w 6343"/>
                  <a:gd name="connsiteY3" fmla="*/ 1075 h 6345"/>
                  <a:gd name="connsiteX4" fmla="*/ 3377 w 6343"/>
                  <a:gd name="connsiteY4" fmla="*/ 146 h 6345"/>
                  <a:gd name="connsiteX5" fmla="*/ 1134 w 6343"/>
                  <a:gd name="connsiteY5" fmla="*/ 1075 h 6345"/>
                  <a:gd name="connsiteX6" fmla="*/ 205 w 6343"/>
                  <a:gd name="connsiteY6" fmla="*/ 3319 h 6345"/>
                  <a:gd name="connsiteX7" fmla="*/ 1134 w 6343"/>
                  <a:gd name="connsiteY7" fmla="*/ 5562 h 6345"/>
                  <a:gd name="connsiteX8" fmla="*/ 3377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1"/>
                    </a:moveTo>
                    <a:cubicBezTo>
                      <a:pt x="4218" y="6491"/>
                      <a:pt x="5025" y="6157"/>
                      <a:pt x="5619" y="5562"/>
                    </a:cubicBezTo>
                    <a:cubicBezTo>
                      <a:pt x="6214" y="4967"/>
                      <a:pt x="6548" y="4160"/>
                      <a:pt x="6548" y="3319"/>
                    </a:cubicBezTo>
                    <a:cubicBezTo>
                      <a:pt x="6548" y="2477"/>
                      <a:pt x="6214" y="1670"/>
                      <a:pt x="5619" y="1075"/>
                    </a:cubicBezTo>
                    <a:cubicBezTo>
                      <a:pt x="5025" y="480"/>
                      <a:pt x="4218" y="146"/>
                      <a:pt x="3377" y="146"/>
                    </a:cubicBezTo>
                    <a:cubicBezTo>
                      <a:pt x="2536" y="146"/>
                      <a:pt x="1729" y="480"/>
                      <a:pt x="1134" y="1075"/>
                    </a:cubicBezTo>
                    <a:cubicBezTo>
                      <a:pt x="539" y="1670"/>
                      <a:pt x="205" y="2477"/>
                      <a:pt x="205" y="3319"/>
                    </a:cubicBezTo>
                    <a:cubicBezTo>
                      <a:pt x="205" y="4160"/>
                      <a:pt x="539" y="4967"/>
                      <a:pt x="1134" y="5562"/>
                    </a:cubicBezTo>
                    <a:cubicBezTo>
                      <a:pt x="1729" y="6157"/>
                      <a:pt x="2536" y="6491"/>
                      <a:pt x="3377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24" name="Freeform: Shape 13323">
                <a:extLst>
                  <a:ext uri="{FF2B5EF4-FFF2-40B4-BE49-F238E27FC236}">
                    <a16:creationId xmlns:a16="http://schemas.microsoft.com/office/drawing/2014/main" id="{FFA9AC41-EF2B-2330-91DE-C0C06C4F0CE2}"/>
                  </a:ext>
                </a:extLst>
              </p:cNvPr>
              <p:cNvSpPr/>
              <p:nvPr/>
            </p:nvSpPr>
            <p:spPr>
              <a:xfrm>
                <a:off x="9013606" y="5328511"/>
                <a:ext cx="6343" cy="6345"/>
              </a:xfrm>
              <a:custGeom>
                <a:avLst/>
                <a:gdLst>
                  <a:gd name="connsiteX0" fmla="*/ 3377 w 6343"/>
                  <a:gd name="connsiteY0" fmla="*/ 6491 h 6345"/>
                  <a:gd name="connsiteX1" fmla="*/ 5619 w 6343"/>
                  <a:gd name="connsiteY1" fmla="*/ 5562 h 6345"/>
                  <a:gd name="connsiteX2" fmla="*/ 6548 w 6343"/>
                  <a:gd name="connsiteY2" fmla="*/ 3318 h 6345"/>
                  <a:gd name="connsiteX3" fmla="*/ 5619 w 6343"/>
                  <a:gd name="connsiteY3" fmla="*/ 1075 h 6345"/>
                  <a:gd name="connsiteX4" fmla="*/ 3377 w 6343"/>
                  <a:gd name="connsiteY4" fmla="*/ 146 h 6345"/>
                  <a:gd name="connsiteX5" fmla="*/ 1134 w 6343"/>
                  <a:gd name="connsiteY5" fmla="*/ 1075 h 6345"/>
                  <a:gd name="connsiteX6" fmla="*/ 205 w 6343"/>
                  <a:gd name="connsiteY6" fmla="*/ 3318 h 6345"/>
                  <a:gd name="connsiteX7" fmla="*/ 1134 w 6343"/>
                  <a:gd name="connsiteY7" fmla="*/ 5562 h 6345"/>
                  <a:gd name="connsiteX8" fmla="*/ 3377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1"/>
                    </a:moveTo>
                    <a:cubicBezTo>
                      <a:pt x="4218" y="6491"/>
                      <a:pt x="5025" y="6157"/>
                      <a:pt x="5619" y="5562"/>
                    </a:cubicBezTo>
                    <a:cubicBezTo>
                      <a:pt x="6214" y="4967"/>
                      <a:pt x="6548" y="4160"/>
                      <a:pt x="6548" y="3318"/>
                    </a:cubicBezTo>
                    <a:cubicBezTo>
                      <a:pt x="6548" y="2477"/>
                      <a:pt x="6214" y="1670"/>
                      <a:pt x="5619" y="1075"/>
                    </a:cubicBezTo>
                    <a:cubicBezTo>
                      <a:pt x="5025" y="480"/>
                      <a:pt x="4218" y="146"/>
                      <a:pt x="3377" y="146"/>
                    </a:cubicBezTo>
                    <a:cubicBezTo>
                      <a:pt x="2536" y="146"/>
                      <a:pt x="1729" y="480"/>
                      <a:pt x="1134" y="1075"/>
                    </a:cubicBezTo>
                    <a:cubicBezTo>
                      <a:pt x="539" y="1670"/>
                      <a:pt x="205" y="2477"/>
                      <a:pt x="205" y="3318"/>
                    </a:cubicBezTo>
                    <a:cubicBezTo>
                      <a:pt x="205" y="4160"/>
                      <a:pt x="539" y="4967"/>
                      <a:pt x="1134" y="5562"/>
                    </a:cubicBezTo>
                    <a:cubicBezTo>
                      <a:pt x="1729" y="6157"/>
                      <a:pt x="2536" y="6491"/>
                      <a:pt x="3377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25" name="Freeform: Shape 13324">
                <a:extLst>
                  <a:ext uri="{FF2B5EF4-FFF2-40B4-BE49-F238E27FC236}">
                    <a16:creationId xmlns:a16="http://schemas.microsoft.com/office/drawing/2014/main" id="{0FD99EC5-FED5-E923-24F5-BDF9B19014DE}"/>
                  </a:ext>
                </a:extLst>
              </p:cNvPr>
              <p:cNvSpPr/>
              <p:nvPr/>
            </p:nvSpPr>
            <p:spPr>
              <a:xfrm>
                <a:off x="9013713" y="5325843"/>
                <a:ext cx="6343" cy="6345"/>
              </a:xfrm>
              <a:custGeom>
                <a:avLst/>
                <a:gdLst>
                  <a:gd name="connsiteX0" fmla="*/ 3377 w 6343"/>
                  <a:gd name="connsiteY0" fmla="*/ 6491 h 6345"/>
                  <a:gd name="connsiteX1" fmla="*/ 5620 w 6343"/>
                  <a:gd name="connsiteY1" fmla="*/ 5562 h 6345"/>
                  <a:gd name="connsiteX2" fmla="*/ 6548 w 6343"/>
                  <a:gd name="connsiteY2" fmla="*/ 3318 h 6345"/>
                  <a:gd name="connsiteX3" fmla="*/ 5620 w 6343"/>
                  <a:gd name="connsiteY3" fmla="*/ 1075 h 6345"/>
                  <a:gd name="connsiteX4" fmla="*/ 3377 w 6343"/>
                  <a:gd name="connsiteY4" fmla="*/ 145 h 6345"/>
                  <a:gd name="connsiteX5" fmla="*/ 1134 w 6343"/>
                  <a:gd name="connsiteY5" fmla="*/ 1075 h 6345"/>
                  <a:gd name="connsiteX6" fmla="*/ 205 w 6343"/>
                  <a:gd name="connsiteY6" fmla="*/ 3318 h 6345"/>
                  <a:gd name="connsiteX7" fmla="*/ 1134 w 6343"/>
                  <a:gd name="connsiteY7" fmla="*/ 5562 h 6345"/>
                  <a:gd name="connsiteX8" fmla="*/ 3377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1"/>
                    </a:moveTo>
                    <a:cubicBezTo>
                      <a:pt x="4218" y="6491"/>
                      <a:pt x="5025" y="6157"/>
                      <a:pt x="5620" y="5562"/>
                    </a:cubicBezTo>
                    <a:cubicBezTo>
                      <a:pt x="6214" y="4967"/>
                      <a:pt x="6548" y="4160"/>
                      <a:pt x="6548" y="3318"/>
                    </a:cubicBezTo>
                    <a:cubicBezTo>
                      <a:pt x="6548" y="2477"/>
                      <a:pt x="6214" y="1670"/>
                      <a:pt x="5620" y="1075"/>
                    </a:cubicBezTo>
                    <a:cubicBezTo>
                      <a:pt x="5025" y="480"/>
                      <a:pt x="4218" y="145"/>
                      <a:pt x="3377" y="145"/>
                    </a:cubicBezTo>
                    <a:cubicBezTo>
                      <a:pt x="2536" y="145"/>
                      <a:pt x="1729" y="480"/>
                      <a:pt x="1134" y="1075"/>
                    </a:cubicBezTo>
                    <a:cubicBezTo>
                      <a:pt x="539" y="1670"/>
                      <a:pt x="205" y="2477"/>
                      <a:pt x="205" y="3318"/>
                    </a:cubicBezTo>
                    <a:cubicBezTo>
                      <a:pt x="205" y="4160"/>
                      <a:pt x="539" y="4967"/>
                      <a:pt x="1134" y="5562"/>
                    </a:cubicBezTo>
                    <a:cubicBezTo>
                      <a:pt x="1729" y="6157"/>
                      <a:pt x="2536" y="6491"/>
                      <a:pt x="3377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26" name="Freeform: Shape 13325">
                <a:extLst>
                  <a:ext uri="{FF2B5EF4-FFF2-40B4-BE49-F238E27FC236}">
                    <a16:creationId xmlns:a16="http://schemas.microsoft.com/office/drawing/2014/main" id="{D8F34980-FB00-6E69-5B2B-83473C5A8F46}"/>
                  </a:ext>
                </a:extLst>
              </p:cNvPr>
              <p:cNvSpPr/>
              <p:nvPr/>
            </p:nvSpPr>
            <p:spPr>
              <a:xfrm>
                <a:off x="9015446" y="5323069"/>
                <a:ext cx="6343" cy="6345"/>
              </a:xfrm>
              <a:custGeom>
                <a:avLst/>
                <a:gdLst>
                  <a:gd name="connsiteX0" fmla="*/ 3377 w 6343"/>
                  <a:gd name="connsiteY0" fmla="*/ 6491 h 6345"/>
                  <a:gd name="connsiteX1" fmla="*/ 5620 w 6343"/>
                  <a:gd name="connsiteY1" fmla="*/ 5561 h 6345"/>
                  <a:gd name="connsiteX2" fmla="*/ 6549 w 6343"/>
                  <a:gd name="connsiteY2" fmla="*/ 3318 h 6345"/>
                  <a:gd name="connsiteX3" fmla="*/ 5620 w 6343"/>
                  <a:gd name="connsiteY3" fmla="*/ 1075 h 6345"/>
                  <a:gd name="connsiteX4" fmla="*/ 3377 w 6343"/>
                  <a:gd name="connsiteY4" fmla="*/ 145 h 6345"/>
                  <a:gd name="connsiteX5" fmla="*/ 1134 w 6343"/>
                  <a:gd name="connsiteY5" fmla="*/ 1075 h 6345"/>
                  <a:gd name="connsiteX6" fmla="*/ 205 w 6343"/>
                  <a:gd name="connsiteY6" fmla="*/ 3318 h 6345"/>
                  <a:gd name="connsiteX7" fmla="*/ 1134 w 6343"/>
                  <a:gd name="connsiteY7" fmla="*/ 5561 h 6345"/>
                  <a:gd name="connsiteX8" fmla="*/ 3377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1"/>
                    </a:moveTo>
                    <a:cubicBezTo>
                      <a:pt x="4218" y="6491"/>
                      <a:pt x="5025" y="6156"/>
                      <a:pt x="5620" y="5561"/>
                    </a:cubicBezTo>
                    <a:cubicBezTo>
                      <a:pt x="6214" y="4966"/>
                      <a:pt x="6549" y="4159"/>
                      <a:pt x="6549" y="3318"/>
                    </a:cubicBezTo>
                    <a:cubicBezTo>
                      <a:pt x="6549" y="2477"/>
                      <a:pt x="6214" y="1670"/>
                      <a:pt x="5620" y="1075"/>
                    </a:cubicBezTo>
                    <a:cubicBezTo>
                      <a:pt x="5025" y="480"/>
                      <a:pt x="4218" y="145"/>
                      <a:pt x="3377" y="145"/>
                    </a:cubicBezTo>
                    <a:cubicBezTo>
                      <a:pt x="2536" y="145"/>
                      <a:pt x="1729" y="480"/>
                      <a:pt x="1134" y="1075"/>
                    </a:cubicBezTo>
                    <a:cubicBezTo>
                      <a:pt x="540" y="1670"/>
                      <a:pt x="205" y="2477"/>
                      <a:pt x="205" y="3318"/>
                    </a:cubicBezTo>
                    <a:cubicBezTo>
                      <a:pt x="205" y="4159"/>
                      <a:pt x="540" y="4966"/>
                      <a:pt x="1134" y="5561"/>
                    </a:cubicBezTo>
                    <a:cubicBezTo>
                      <a:pt x="1729" y="6156"/>
                      <a:pt x="2536" y="6491"/>
                      <a:pt x="3377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27" name="Freeform: Shape 13326">
                <a:extLst>
                  <a:ext uri="{FF2B5EF4-FFF2-40B4-BE49-F238E27FC236}">
                    <a16:creationId xmlns:a16="http://schemas.microsoft.com/office/drawing/2014/main" id="{6B5EC39A-52E1-6DC1-8C5C-37DBB3BCF39D}"/>
                  </a:ext>
                </a:extLst>
              </p:cNvPr>
              <p:cNvSpPr/>
              <p:nvPr/>
            </p:nvSpPr>
            <p:spPr>
              <a:xfrm>
                <a:off x="9015523" y="5320421"/>
                <a:ext cx="6343" cy="6345"/>
              </a:xfrm>
              <a:custGeom>
                <a:avLst/>
                <a:gdLst>
                  <a:gd name="connsiteX0" fmla="*/ 3377 w 6343"/>
                  <a:gd name="connsiteY0" fmla="*/ 6490 h 6345"/>
                  <a:gd name="connsiteX1" fmla="*/ 5620 w 6343"/>
                  <a:gd name="connsiteY1" fmla="*/ 5561 h 6345"/>
                  <a:gd name="connsiteX2" fmla="*/ 6549 w 6343"/>
                  <a:gd name="connsiteY2" fmla="*/ 3318 h 6345"/>
                  <a:gd name="connsiteX3" fmla="*/ 5620 w 6343"/>
                  <a:gd name="connsiteY3" fmla="*/ 1074 h 6345"/>
                  <a:gd name="connsiteX4" fmla="*/ 3377 w 6343"/>
                  <a:gd name="connsiteY4" fmla="*/ 145 h 6345"/>
                  <a:gd name="connsiteX5" fmla="*/ 1134 w 6343"/>
                  <a:gd name="connsiteY5" fmla="*/ 1074 h 6345"/>
                  <a:gd name="connsiteX6" fmla="*/ 205 w 6343"/>
                  <a:gd name="connsiteY6" fmla="*/ 3318 h 6345"/>
                  <a:gd name="connsiteX7" fmla="*/ 1134 w 6343"/>
                  <a:gd name="connsiteY7" fmla="*/ 5561 h 6345"/>
                  <a:gd name="connsiteX8" fmla="*/ 3377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0"/>
                    </a:moveTo>
                    <a:cubicBezTo>
                      <a:pt x="4218" y="6490"/>
                      <a:pt x="5025" y="6156"/>
                      <a:pt x="5620" y="5561"/>
                    </a:cubicBezTo>
                    <a:cubicBezTo>
                      <a:pt x="6214" y="4966"/>
                      <a:pt x="6549" y="4159"/>
                      <a:pt x="6549" y="3318"/>
                    </a:cubicBezTo>
                    <a:cubicBezTo>
                      <a:pt x="6549" y="2476"/>
                      <a:pt x="6214" y="1669"/>
                      <a:pt x="5620" y="1074"/>
                    </a:cubicBezTo>
                    <a:cubicBezTo>
                      <a:pt x="5025" y="479"/>
                      <a:pt x="4218" y="145"/>
                      <a:pt x="3377" y="145"/>
                    </a:cubicBezTo>
                    <a:cubicBezTo>
                      <a:pt x="2536" y="145"/>
                      <a:pt x="1729" y="479"/>
                      <a:pt x="1134" y="1074"/>
                    </a:cubicBezTo>
                    <a:cubicBezTo>
                      <a:pt x="540" y="1669"/>
                      <a:pt x="205" y="2476"/>
                      <a:pt x="205" y="3318"/>
                    </a:cubicBezTo>
                    <a:cubicBezTo>
                      <a:pt x="205" y="4159"/>
                      <a:pt x="540" y="4966"/>
                      <a:pt x="1134" y="5561"/>
                    </a:cubicBezTo>
                    <a:cubicBezTo>
                      <a:pt x="1729" y="6156"/>
                      <a:pt x="2536" y="6490"/>
                      <a:pt x="3377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28" name="Freeform: Shape 13327">
                <a:extLst>
                  <a:ext uri="{FF2B5EF4-FFF2-40B4-BE49-F238E27FC236}">
                    <a16:creationId xmlns:a16="http://schemas.microsoft.com/office/drawing/2014/main" id="{5F5322F0-F384-EED8-F911-0D6DED08FC25}"/>
                  </a:ext>
                </a:extLst>
              </p:cNvPr>
              <p:cNvSpPr/>
              <p:nvPr/>
            </p:nvSpPr>
            <p:spPr>
              <a:xfrm>
                <a:off x="9011836" y="5317983"/>
                <a:ext cx="6343" cy="6345"/>
              </a:xfrm>
              <a:custGeom>
                <a:avLst/>
                <a:gdLst>
                  <a:gd name="connsiteX0" fmla="*/ 3377 w 6343"/>
                  <a:gd name="connsiteY0" fmla="*/ 6490 h 6345"/>
                  <a:gd name="connsiteX1" fmla="*/ 5619 w 6343"/>
                  <a:gd name="connsiteY1" fmla="*/ 5561 h 6345"/>
                  <a:gd name="connsiteX2" fmla="*/ 6548 w 6343"/>
                  <a:gd name="connsiteY2" fmla="*/ 3318 h 6345"/>
                  <a:gd name="connsiteX3" fmla="*/ 5619 w 6343"/>
                  <a:gd name="connsiteY3" fmla="*/ 1074 h 6345"/>
                  <a:gd name="connsiteX4" fmla="*/ 3377 w 6343"/>
                  <a:gd name="connsiteY4" fmla="*/ 145 h 6345"/>
                  <a:gd name="connsiteX5" fmla="*/ 1134 w 6343"/>
                  <a:gd name="connsiteY5" fmla="*/ 1074 h 6345"/>
                  <a:gd name="connsiteX6" fmla="*/ 205 w 6343"/>
                  <a:gd name="connsiteY6" fmla="*/ 3318 h 6345"/>
                  <a:gd name="connsiteX7" fmla="*/ 1134 w 6343"/>
                  <a:gd name="connsiteY7" fmla="*/ 5561 h 6345"/>
                  <a:gd name="connsiteX8" fmla="*/ 3377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0"/>
                    </a:moveTo>
                    <a:cubicBezTo>
                      <a:pt x="4218" y="6490"/>
                      <a:pt x="5025" y="6156"/>
                      <a:pt x="5619" y="5561"/>
                    </a:cubicBezTo>
                    <a:cubicBezTo>
                      <a:pt x="6214" y="4966"/>
                      <a:pt x="6548" y="4159"/>
                      <a:pt x="6548" y="3318"/>
                    </a:cubicBezTo>
                    <a:cubicBezTo>
                      <a:pt x="6548" y="2476"/>
                      <a:pt x="6214" y="1669"/>
                      <a:pt x="5619" y="1074"/>
                    </a:cubicBezTo>
                    <a:cubicBezTo>
                      <a:pt x="5025" y="479"/>
                      <a:pt x="4218" y="145"/>
                      <a:pt x="3377" y="145"/>
                    </a:cubicBezTo>
                    <a:cubicBezTo>
                      <a:pt x="2536" y="145"/>
                      <a:pt x="1729" y="479"/>
                      <a:pt x="1134" y="1074"/>
                    </a:cubicBezTo>
                    <a:cubicBezTo>
                      <a:pt x="539" y="1669"/>
                      <a:pt x="205" y="2476"/>
                      <a:pt x="205" y="3318"/>
                    </a:cubicBezTo>
                    <a:cubicBezTo>
                      <a:pt x="205" y="4159"/>
                      <a:pt x="539" y="4966"/>
                      <a:pt x="1134" y="5561"/>
                    </a:cubicBezTo>
                    <a:cubicBezTo>
                      <a:pt x="1729" y="6156"/>
                      <a:pt x="2536" y="6490"/>
                      <a:pt x="3377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29" name="Freeform: Shape 13328">
                <a:extLst>
                  <a:ext uri="{FF2B5EF4-FFF2-40B4-BE49-F238E27FC236}">
                    <a16:creationId xmlns:a16="http://schemas.microsoft.com/office/drawing/2014/main" id="{15DB4C5E-3D09-16D9-44F9-AB5DAF836DD9}"/>
                  </a:ext>
                </a:extLst>
              </p:cNvPr>
              <p:cNvSpPr/>
              <p:nvPr/>
            </p:nvSpPr>
            <p:spPr>
              <a:xfrm>
                <a:off x="9010580" y="5315382"/>
                <a:ext cx="6343" cy="6345"/>
              </a:xfrm>
              <a:custGeom>
                <a:avLst/>
                <a:gdLst>
                  <a:gd name="connsiteX0" fmla="*/ 3377 w 6343"/>
                  <a:gd name="connsiteY0" fmla="*/ 6490 h 6345"/>
                  <a:gd name="connsiteX1" fmla="*/ 5619 w 6343"/>
                  <a:gd name="connsiteY1" fmla="*/ 5561 h 6345"/>
                  <a:gd name="connsiteX2" fmla="*/ 6548 w 6343"/>
                  <a:gd name="connsiteY2" fmla="*/ 3317 h 6345"/>
                  <a:gd name="connsiteX3" fmla="*/ 5619 w 6343"/>
                  <a:gd name="connsiteY3" fmla="*/ 1074 h 6345"/>
                  <a:gd name="connsiteX4" fmla="*/ 3377 w 6343"/>
                  <a:gd name="connsiteY4" fmla="*/ 145 h 6345"/>
                  <a:gd name="connsiteX5" fmla="*/ 1134 w 6343"/>
                  <a:gd name="connsiteY5" fmla="*/ 1074 h 6345"/>
                  <a:gd name="connsiteX6" fmla="*/ 205 w 6343"/>
                  <a:gd name="connsiteY6" fmla="*/ 3317 h 6345"/>
                  <a:gd name="connsiteX7" fmla="*/ 1134 w 6343"/>
                  <a:gd name="connsiteY7" fmla="*/ 5561 h 6345"/>
                  <a:gd name="connsiteX8" fmla="*/ 3377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0"/>
                    </a:moveTo>
                    <a:cubicBezTo>
                      <a:pt x="4218" y="6490"/>
                      <a:pt x="5025" y="6156"/>
                      <a:pt x="5619" y="5561"/>
                    </a:cubicBezTo>
                    <a:cubicBezTo>
                      <a:pt x="6214" y="4966"/>
                      <a:pt x="6548" y="4159"/>
                      <a:pt x="6548" y="3317"/>
                    </a:cubicBezTo>
                    <a:cubicBezTo>
                      <a:pt x="6548" y="2476"/>
                      <a:pt x="6214" y="1669"/>
                      <a:pt x="5619" y="1074"/>
                    </a:cubicBezTo>
                    <a:cubicBezTo>
                      <a:pt x="5025" y="479"/>
                      <a:pt x="4218" y="145"/>
                      <a:pt x="3377" y="145"/>
                    </a:cubicBezTo>
                    <a:cubicBezTo>
                      <a:pt x="2536" y="145"/>
                      <a:pt x="1729" y="479"/>
                      <a:pt x="1134" y="1074"/>
                    </a:cubicBezTo>
                    <a:cubicBezTo>
                      <a:pt x="539" y="1669"/>
                      <a:pt x="205" y="2476"/>
                      <a:pt x="205" y="3317"/>
                    </a:cubicBezTo>
                    <a:cubicBezTo>
                      <a:pt x="205" y="4159"/>
                      <a:pt x="539" y="4966"/>
                      <a:pt x="1134" y="5561"/>
                    </a:cubicBezTo>
                    <a:cubicBezTo>
                      <a:pt x="1729" y="6156"/>
                      <a:pt x="2536" y="6490"/>
                      <a:pt x="3377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30" name="Freeform: Shape 13329">
                <a:extLst>
                  <a:ext uri="{FF2B5EF4-FFF2-40B4-BE49-F238E27FC236}">
                    <a16:creationId xmlns:a16="http://schemas.microsoft.com/office/drawing/2014/main" id="{B3B7D55E-E29F-CD20-FD1E-30965F8C444A}"/>
                  </a:ext>
                </a:extLst>
              </p:cNvPr>
              <p:cNvSpPr/>
              <p:nvPr/>
            </p:nvSpPr>
            <p:spPr>
              <a:xfrm>
                <a:off x="9010147" y="5312733"/>
                <a:ext cx="6343" cy="6345"/>
              </a:xfrm>
              <a:custGeom>
                <a:avLst/>
                <a:gdLst>
                  <a:gd name="connsiteX0" fmla="*/ 3377 w 6343"/>
                  <a:gd name="connsiteY0" fmla="*/ 6490 h 6345"/>
                  <a:gd name="connsiteX1" fmla="*/ 5619 w 6343"/>
                  <a:gd name="connsiteY1" fmla="*/ 5561 h 6345"/>
                  <a:gd name="connsiteX2" fmla="*/ 6548 w 6343"/>
                  <a:gd name="connsiteY2" fmla="*/ 3317 h 6345"/>
                  <a:gd name="connsiteX3" fmla="*/ 5619 w 6343"/>
                  <a:gd name="connsiteY3" fmla="*/ 1074 h 6345"/>
                  <a:gd name="connsiteX4" fmla="*/ 3377 w 6343"/>
                  <a:gd name="connsiteY4" fmla="*/ 144 h 6345"/>
                  <a:gd name="connsiteX5" fmla="*/ 1134 w 6343"/>
                  <a:gd name="connsiteY5" fmla="*/ 1074 h 6345"/>
                  <a:gd name="connsiteX6" fmla="*/ 205 w 6343"/>
                  <a:gd name="connsiteY6" fmla="*/ 3317 h 6345"/>
                  <a:gd name="connsiteX7" fmla="*/ 1134 w 6343"/>
                  <a:gd name="connsiteY7" fmla="*/ 5561 h 6345"/>
                  <a:gd name="connsiteX8" fmla="*/ 3377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0"/>
                    </a:moveTo>
                    <a:cubicBezTo>
                      <a:pt x="4218" y="6490"/>
                      <a:pt x="5024" y="6156"/>
                      <a:pt x="5619" y="5561"/>
                    </a:cubicBezTo>
                    <a:cubicBezTo>
                      <a:pt x="6214" y="4966"/>
                      <a:pt x="6548" y="4159"/>
                      <a:pt x="6548" y="3317"/>
                    </a:cubicBezTo>
                    <a:cubicBezTo>
                      <a:pt x="6548" y="2476"/>
                      <a:pt x="6214" y="1669"/>
                      <a:pt x="5619" y="1074"/>
                    </a:cubicBezTo>
                    <a:cubicBezTo>
                      <a:pt x="5024" y="479"/>
                      <a:pt x="4218" y="144"/>
                      <a:pt x="3377" y="144"/>
                    </a:cubicBezTo>
                    <a:cubicBezTo>
                      <a:pt x="2535" y="144"/>
                      <a:pt x="1729" y="479"/>
                      <a:pt x="1134" y="1074"/>
                    </a:cubicBezTo>
                    <a:cubicBezTo>
                      <a:pt x="539" y="1669"/>
                      <a:pt x="205" y="2476"/>
                      <a:pt x="205" y="3317"/>
                    </a:cubicBezTo>
                    <a:cubicBezTo>
                      <a:pt x="205" y="4159"/>
                      <a:pt x="539" y="4966"/>
                      <a:pt x="1134" y="5561"/>
                    </a:cubicBezTo>
                    <a:cubicBezTo>
                      <a:pt x="1729" y="6156"/>
                      <a:pt x="2535" y="6490"/>
                      <a:pt x="3377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31" name="Freeform: Shape 13330">
                <a:extLst>
                  <a:ext uri="{FF2B5EF4-FFF2-40B4-BE49-F238E27FC236}">
                    <a16:creationId xmlns:a16="http://schemas.microsoft.com/office/drawing/2014/main" id="{427E4613-4C34-A691-F545-1055A4EF5676}"/>
                  </a:ext>
                </a:extLst>
              </p:cNvPr>
              <p:cNvSpPr/>
              <p:nvPr/>
            </p:nvSpPr>
            <p:spPr>
              <a:xfrm>
                <a:off x="9008551" y="5310122"/>
                <a:ext cx="6343" cy="6345"/>
              </a:xfrm>
              <a:custGeom>
                <a:avLst/>
                <a:gdLst>
                  <a:gd name="connsiteX0" fmla="*/ 3376 w 6343"/>
                  <a:gd name="connsiteY0" fmla="*/ 6490 h 6345"/>
                  <a:gd name="connsiteX1" fmla="*/ 5619 w 6343"/>
                  <a:gd name="connsiteY1" fmla="*/ 5560 h 6345"/>
                  <a:gd name="connsiteX2" fmla="*/ 6548 w 6343"/>
                  <a:gd name="connsiteY2" fmla="*/ 3317 h 6345"/>
                  <a:gd name="connsiteX3" fmla="*/ 5619 w 6343"/>
                  <a:gd name="connsiteY3" fmla="*/ 1074 h 6345"/>
                  <a:gd name="connsiteX4" fmla="*/ 3376 w 6343"/>
                  <a:gd name="connsiteY4" fmla="*/ 144 h 6345"/>
                  <a:gd name="connsiteX5" fmla="*/ 1134 w 6343"/>
                  <a:gd name="connsiteY5" fmla="*/ 1074 h 6345"/>
                  <a:gd name="connsiteX6" fmla="*/ 205 w 6343"/>
                  <a:gd name="connsiteY6" fmla="*/ 3317 h 6345"/>
                  <a:gd name="connsiteX7" fmla="*/ 1134 w 6343"/>
                  <a:gd name="connsiteY7" fmla="*/ 5560 h 6345"/>
                  <a:gd name="connsiteX8" fmla="*/ 3376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90"/>
                    </a:moveTo>
                    <a:cubicBezTo>
                      <a:pt x="4218" y="6490"/>
                      <a:pt x="5024" y="6155"/>
                      <a:pt x="5619" y="5560"/>
                    </a:cubicBezTo>
                    <a:cubicBezTo>
                      <a:pt x="6214" y="4965"/>
                      <a:pt x="6548" y="4158"/>
                      <a:pt x="6548" y="3317"/>
                    </a:cubicBezTo>
                    <a:cubicBezTo>
                      <a:pt x="6548" y="2476"/>
                      <a:pt x="6214" y="1668"/>
                      <a:pt x="5619" y="1074"/>
                    </a:cubicBezTo>
                    <a:cubicBezTo>
                      <a:pt x="5024" y="479"/>
                      <a:pt x="4218" y="144"/>
                      <a:pt x="3376" y="144"/>
                    </a:cubicBezTo>
                    <a:cubicBezTo>
                      <a:pt x="2535" y="144"/>
                      <a:pt x="1729" y="479"/>
                      <a:pt x="1134" y="1074"/>
                    </a:cubicBezTo>
                    <a:cubicBezTo>
                      <a:pt x="539" y="1668"/>
                      <a:pt x="205" y="2476"/>
                      <a:pt x="205" y="3317"/>
                    </a:cubicBezTo>
                    <a:cubicBezTo>
                      <a:pt x="205" y="4158"/>
                      <a:pt x="539" y="4965"/>
                      <a:pt x="1134" y="5560"/>
                    </a:cubicBezTo>
                    <a:cubicBezTo>
                      <a:pt x="1729" y="6155"/>
                      <a:pt x="2535" y="6490"/>
                      <a:pt x="3376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32" name="Freeform: Shape 13331">
                <a:extLst>
                  <a:ext uri="{FF2B5EF4-FFF2-40B4-BE49-F238E27FC236}">
                    <a16:creationId xmlns:a16="http://schemas.microsoft.com/office/drawing/2014/main" id="{24F01AB4-3807-2974-AF8C-C218F6D9C94B}"/>
                  </a:ext>
                </a:extLst>
              </p:cNvPr>
              <p:cNvSpPr/>
              <p:nvPr/>
            </p:nvSpPr>
            <p:spPr>
              <a:xfrm>
                <a:off x="9008275" y="5307452"/>
                <a:ext cx="6343" cy="6345"/>
              </a:xfrm>
              <a:custGeom>
                <a:avLst/>
                <a:gdLst>
                  <a:gd name="connsiteX0" fmla="*/ 3376 w 6343"/>
                  <a:gd name="connsiteY0" fmla="*/ 6489 h 6345"/>
                  <a:gd name="connsiteX1" fmla="*/ 5619 w 6343"/>
                  <a:gd name="connsiteY1" fmla="*/ 5560 h 6345"/>
                  <a:gd name="connsiteX2" fmla="*/ 6548 w 6343"/>
                  <a:gd name="connsiteY2" fmla="*/ 3317 h 6345"/>
                  <a:gd name="connsiteX3" fmla="*/ 5619 w 6343"/>
                  <a:gd name="connsiteY3" fmla="*/ 1073 h 6345"/>
                  <a:gd name="connsiteX4" fmla="*/ 3376 w 6343"/>
                  <a:gd name="connsiteY4" fmla="*/ 144 h 6345"/>
                  <a:gd name="connsiteX5" fmla="*/ 1134 w 6343"/>
                  <a:gd name="connsiteY5" fmla="*/ 1073 h 6345"/>
                  <a:gd name="connsiteX6" fmla="*/ 205 w 6343"/>
                  <a:gd name="connsiteY6" fmla="*/ 3317 h 6345"/>
                  <a:gd name="connsiteX7" fmla="*/ 1134 w 6343"/>
                  <a:gd name="connsiteY7" fmla="*/ 5560 h 6345"/>
                  <a:gd name="connsiteX8" fmla="*/ 3376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89"/>
                    </a:moveTo>
                    <a:cubicBezTo>
                      <a:pt x="4218" y="6489"/>
                      <a:pt x="5024" y="6155"/>
                      <a:pt x="5619" y="5560"/>
                    </a:cubicBezTo>
                    <a:cubicBezTo>
                      <a:pt x="6214" y="4965"/>
                      <a:pt x="6548" y="4158"/>
                      <a:pt x="6548" y="3317"/>
                    </a:cubicBezTo>
                    <a:cubicBezTo>
                      <a:pt x="6548" y="2475"/>
                      <a:pt x="6214" y="1668"/>
                      <a:pt x="5619" y="1073"/>
                    </a:cubicBezTo>
                    <a:cubicBezTo>
                      <a:pt x="5024" y="478"/>
                      <a:pt x="4218" y="144"/>
                      <a:pt x="3376" y="144"/>
                    </a:cubicBezTo>
                    <a:cubicBezTo>
                      <a:pt x="2535" y="144"/>
                      <a:pt x="1729" y="478"/>
                      <a:pt x="1134" y="1073"/>
                    </a:cubicBezTo>
                    <a:cubicBezTo>
                      <a:pt x="539" y="1668"/>
                      <a:pt x="205" y="2475"/>
                      <a:pt x="205" y="3317"/>
                    </a:cubicBezTo>
                    <a:cubicBezTo>
                      <a:pt x="205" y="4158"/>
                      <a:pt x="539" y="4965"/>
                      <a:pt x="1134" y="5560"/>
                    </a:cubicBezTo>
                    <a:cubicBezTo>
                      <a:pt x="1729" y="6155"/>
                      <a:pt x="2535" y="6489"/>
                      <a:pt x="3376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33" name="Freeform: Shape 13332">
                <a:extLst>
                  <a:ext uri="{FF2B5EF4-FFF2-40B4-BE49-F238E27FC236}">
                    <a16:creationId xmlns:a16="http://schemas.microsoft.com/office/drawing/2014/main" id="{906379FC-E4CC-78CD-09CC-A40536F245E9}"/>
                  </a:ext>
                </a:extLst>
              </p:cNvPr>
              <p:cNvSpPr/>
              <p:nvPr/>
            </p:nvSpPr>
            <p:spPr>
              <a:xfrm>
                <a:off x="8949679" y="5300136"/>
                <a:ext cx="6343" cy="6345"/>
              </a:xfrm>
              <a:custGeom>
                <a:avLst/>
                <a:gdLst>
                  <a:gd name="connsiteX0" fmla="*/ 3372 w 6343"/>
                  <a:gd name="connsiteY0" fmla="*/ 6489 h 6345"/>
                  <a:gd name="connsiteX1" fmla="*/ 5614 w 6343"/>
                  <a:gd name="connsiteY1" fmla="*/ 5560 h 6345"/>
                  <a:gd name="connsiteX2" fmla="*/ 6543 w 6343"/>
                  <a:gd name="connsiteY2" fmla="*/ 3316 h 6345"/>
                  <a:gd name="connsiteX3" fmla="*/ 5614 w 6343"/>
                  <a:gd name="connsiteY3" fmla="*/ 1073 h 6345"/>
                  <a:gd name="connsiteX4" fmla="*/ 3372 w 6343"/>
                  <a:gd name="connsiteY4" fmla="*/ 143 h 6345"/>
                  <a:gd name="connsiteX5" fmla="*/ 1129 w 6343"/>
                  <a:gd name="connsiteY5" fmla="*/ 1073 h 6345"/>
                  <a:gd name="connsiteX6" fmla="*/ 200 w 6343"/>
                  <a:gd name="connsiteY6" fmla="*/ 3316 h 6345"/>
                  <a:gd name="connsiteX7" fmla="*/ 1129 w 6343"/>
                  <a:gd name="connsiteY7" fmla="*/ 5560 h 6345"/>
                  <a:gd name="connsiteX8" fmla="*/ 3372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89"/>
                    </a:moveTo>
                    <a:cubicBezTo>
                      <a:pt x="4213" y="6489"/>
                      <a:pt x="5020" y="6155"/>
                      <a:pt x="5614" y="5560"/>
                    </a:cubicBezTo>
                    <a:cubicBezTo>
                      <a:pt x="6209" y="4965"/>
                      <a:pt x="6543" y="4158"/>
                      <a:pt x="6543" y="3316"/>
                    </a:cubicBezTo>
                    <a:cubicBezTo>
                      <a:pt x="6543" y="2475"/>
                      <a:pt x="6209" y="1668"/>
                      <a:pt x="5614" y="1073"/>
                    </a:cubicBezTo>
                    <a:cubicBezTo>
                      <a:pt x="5020" y="478"/>
                      <a:pt x="4213" y="143"/>
                      <a:pt x="3372" y="143"/>
                    </a:cubicBezTo>
                    <a:cubicBezTo>
                      <a:pt x="2531" y="143"/>
                      <a:pt x="1724" y="478"/>
                      <a:pt x="1129" y="1073"/>
                    </a:cubicBezTo>
                    <a:cubicBezTo>
                      <a:pt x="534" y="1668"/>
                      <a:pt x="200" y="2475"/>
                      <a:pt x="200" y="3316"/>
                    </a:cubicBezTo>
                    <a:cubicBezTo>
                      <a:pt x="200" y="4158"/>
                      <a:pt x="534" y="4965"/>
                      <a:pt x="1129" y="5560"/>
                    </a:cubicBezTo>
                    <a:cubicBezTo>
                      <a:pt x="1724" y="6155"/>
                      <a:pt x="2531" y="6489"/>
                      <a:pt x="3372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34" name="Freeform: Shape 13333">
                <a:extLst>
                  <a:ext uri="{FF2B5EF4-FFF2-40B4-BE49-F238E27FC236}">
                    <a16:creationId xmlns:a16="http://schemas.microsoft.com/office/drawing/2014/main" id="{ABBBF633-93A9-9042-3671-19BA68272D18}"/>
                  </a:ext>
                </a:extLst>
              </p:cNvPr>
              <p:cNvSpPr/>
              <p:nvPr/>
            </p:nvSpPr>
            <p:spPr>
              <a:xfrm>
                <a:off x="8949713" y="5297099"/>
                <a:ext cx="6343" cy="6345"/>
              </a:xfrm>
              <a:custGeom>
                <a:avLst/>
                <a:gdLst>
                  <a:gd name="connsiteX0" fmla="*/ 3372 w 6343"/>
                  <a:gd name="connsiteY0" fmla="*/ 6489 h 6345"/>
                  <a:gd name="connsiteX1" fmla="*/ 5614 w 6343"/>
                  <a:gd name="connsiteY1" fmla="*/ 5559 h 6345"/>
                  <a:gd name="connsiteX2" fmla="*/ 6543 w 6343"/>
                  <a:gd name="connsiteY2" fmla="*/ 3316 h 6345"/>
                  <a:gd name="connsiteX3" fmla="*/ 5614 w 6343"/>
                  <a:gd name="connsiteY3" fmla="*/ 1072 h 6345"/>
                  <a:gd name="connsiteX4" fmla="*/ 3372 w 6343"/>
                  <a:gd name="connsiteY4" fmla="*/ 143 h 6345"/>
                  <a:gd name="connsiteX5" fmla="*/ 1129 w 6343"/>
                  <a:gd name="connsiteY5" fmla="*/ 1072 h 6345"/>
                  <a:gd name="connsiteX6" fmla="*/ 200 w 6343"/>
                  <a:gd name="connsiteY6" fmla="*/ 3316 h 6345"/>
                  <a:gd name="connsiteX7" fmla="*/ 1129 w 6343"/>
                  <a:gd name="connsiteY7" fmla="*/ 5559 h 6345"/>
                  <a:gd name="connsiteX8" fmla="*/ 3372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89"/>
                    </a:moveTo>
                    <a:cubicBezTo>
                      <a:pt x="4213" y="6489"/>
                      <a:pt x="5020" y="6154"/>
                      <a:pt x="5614" y="5559"/>
                    </a:cubicBezTo>
                    <a:cubicBezTo>
                      <a:pt x="6209" y="4964"/>
                      <a:pt x="6543" y="4157"/>
                      <a:pt x="6543" y="3316"/>
                    </a:cubicBezTo>
                    <a:cubicBezTo>
                      <a:pt x="6543" y="2475"/>
                      <a:pt x="6209" y="1667"/>
                      <a:pt x="5614" y="1072"/>
                    </a:cubicBezTo>
                    <a:cubicBezTo>
                      <a:pt x="5020" y="478"/>
                      <a:pt x="4213" y="143"/>
                      <a:pt x="3372" y="143"/>
                    </a:cubicBezTo>
                    <a:cubicBezTo>
                      <a:pt x="2531" y="143"/>
                      <a:pt x="1724" y="478"/>
                      <a:pt x="1129" y="1072"/>
                    </a:cubicBezTo>
                    <a:cubicBezTo>
                      <a:pt x="534" y="1667"/>
                      <a:pt x="200" y="2475"/>
                      <a:pt x="200" y="3316"/>
                    </a:cubicBezTo>
                    <a:cubicBezTo>
                      <a:pt x="200" y="4157"/>
                      <a:pt x="534" y="4964"/>
                      <a:pt x="1129" y="5559"/>
                    </a:cubicBezTo>
                    <a:cubicBezTo>
                      <a:pt x="1724" y="6154"/>
                      <a:pt x="2531" y="6489"/>
                      <a:pt x="3372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35" name="Freeform: Shape 13334">
                <a:extLst>
                  <a:ext uri="{FF2B5EF4-FFF2-40B4-BE49-F238E27FC236}">
                    <a16:creationId xmlns:a16="http://schemas.microsoft.com/office/drawing/2014/main" id="{3EACABE4-4A07-348C-4947-0E46401EC332}"/>
                  </a:ext>
                </a:extLst>
              </p:cNvPr>
              <p:cNvSpPr/>
              <p:nvPr/>
            </p:nvSpPr>
            <p:spPr>
              <a:xfrm>
                <a:off x="9014572" y="5294064"/>
                <a:ext cx="6343" cy="6345"/>
              </a:xfrm>
              <a:custGeom>
                <a:avLst/>
                <a:gdLst>
                  <a:gd name="connsiteX0" fmla="*/ 3377 w 6343"/>
                  <a:gd name="connsiteY0" fmla="*/ 6488 h 6345"/>
                  <a:gd name="connsiteX1" fmla="*/ 5620 w 6343"/>
                  <a:gd name="connsiteY1" fmla="*/ 5559 h 6345"/>
                  <a:gd name="connsiteX2" fmla="*/ 6548 w 6343"/>
                  <a:gd name="connsiteY2" fmla="*/ 3316 h 6345"/>
                  <a:gd name="connsiteX3" fmla="*/ 5620 w 6343"/>
                  <a:gd name="connsiteY3" fmla="*/ 1072 h 6345"/>
                  <a:gd name="connsiteX4" fmla="*/ 3377 w 6343"/>
                  <a:gd name="connsiteY4" fmla="*/ 143 h 6345"/>
                  <a:gd name="connsiteX5" fmla="*/ 1134 w 6343"/>
                  <a:gd name="connsiteY5" fmla="*/ 1072 h 6345"/>
                  <a:gd name="connsiteX6" fmla="*/ 205 w 6343"/>
                  <a:gd name="connsiteY6" fmla="*/ 3316 h 6345"/>
                  <a:gd name="connsiteX7" fmla="*/ 1134 w 6343"/>
                  <a:gd name="connsiteY7" fmla="*/ 5559 h 6345"/>
                  <a:gd name="connsiteX8" fmla="*/ 3377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8"/>
                    </a:moveTo>
                    <a:cubicBezTo>
                      <a:pt x="4218" y="6488"/>
                      <a:pt x="5025" y="6154"/>
                      <a:pt x="5620" y="5559"/>
                    </a:cubicBezTo>
                    <a:cubicBezTo>
                      <a:pt x="6214" y="4964"/>
                      <a:pt x="6548" y="4157"/>
                      <a:pt x="6548" y="3316"/>
                    </a:cubicBezTo>
                    <a:cubicBezTo>
                      <a:pt x="6548" y="2474"/>
                      <a:pt x="6214" y="1667"/>
                      <a:pt x="5620" y="1072"/>
                    </a:cubicBezTo>
                    <a:cubicBezTo>
                      <a:pt x="5025" y="477"/>
                      <a:pt x="4218" y="143"/>
                      <a:pt x="3377" y="143"/>
                    </a:cubicBezTo>
                    <a:cubicBezTo>
                      <a:pt x="2536" y="143"/>
                      <a:pt x="1729" y="477"/>
                      <a:pt x="1134" y="1072"/>
                    </a:cubicBezTo>
                    <a:cubicBezTo>
                      <a:pt x="540" y="1667"/>
                      <a:pt x="205" y="2474"/>
                      <a:pt x="205" y="3316"/>
                    </a:cubicBezTo>
                    <a:cubicBezTo>
                      <a:pt x="205" y="4157"/>
                      <a:pt x="540" y="4964"/>
                      <a:pt x="1134" y="5559"/>
                    </a:cubicBezTo>
                    <a:cubicBezTo>
                      <a:pt x="1729" y="6154"/>
                      <a:pt x="2536" y="6488"/>
                      <a:pt x="3377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36" name="Freeform: Shape 13335">
                <a:extLst>
                  <a:ext uri="{FF2B5EF4-FFF2-40B4-BE49-F238E27FC236}">
                    <a16:creationId xmlns:a16="http://schemas.microsoft.com/office/drawing/2014/main" id="{78EEDEE9-3AD3-CCFF-8418-E467A1B81FA3}"/>
                  </a:ext>
                </a:extLst>
              </p:cNvPr>
              <p:cNvSpPr/>
              <p:nvPr/>
            </p:nvSpPr>
            <p:spPr>
              <a:xfrm>
                <a:off x="9014704" y="5291426"/>
                <a:ext cx="6343" cy="6345"/>
              </a:xfrm>
              <a:custGeom>
                <a:avLst/>
                <a:gdLst>
                  <a:gd name="connsiteX0" fmla="*/ 3377 w 6343"/>
                  <a:gd name="connsiteY0" fmla="*/ 6488 h 6345"/>
                  <a:gd name="connsiteX1" fmla="*/ 5620 w 6343"/>
                  <a:gd name="connsiteY1" fmla="*/ 5559 h 6345"/>
                  <a:gd name="connsiteX2" fmla="*/ 6549 w 6343"/>
                  <a:gd name="connsiteY2" fmla="*/ 3315 h 6345"/>
                  <a:gd name="connsiteX3" fmla="*/ 5620 w 6343"/>
                  <a:gd name="connsiteY3" fmla="*/ 1072 h 6345"/>
                  <a:gd name="connsiteX4" fmla="*/ 3377 w 6343"/>
                  <a:gd name="connsiteY4" fmla="*/ 143 h 6345"/>
                  <a:gd name="connsiteX5" fmla="*/ 1134 w 6343"/>
                  <a:gd name="connsiteY5" fmla="*/ 1072 h 6345"/>
                  <a:gd name="connsiteX6" fmla="*/ 205 w 6343"/>
                  <a:gd name="connsiteY6" fmla="*/ 3315 h 6345"/>
                  <a:gd name="connsiteX7" fmla="*/ 1134 w 6343"/>
                  <a:gd name="connsiteY7" fmla="*/ 5559 h 6345"/>
                  <a:gd name="connsiteX8" fmla="*/ 3377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8"/>
                    </a:moveTo>
                    <a:cubicBezTo>
                      <a:pt x="4218" y="6488"/>
                      <a:pt x="5025" y="6154"/>
                      <a:pt x="5620" y="5559"/>
                    </a:cubicBezTo>
                    <a:cubicBezTo>
                      <a:pt x="6214" y="4964"/>
                      <a:pt x="6549" y="4157"/>
                      <a:pt x="6549" y="3315"/>
                    </a:cubicBezTo>
                    <a:cubicBezTo>
                      <a:pt x="6549" y="2474"/>
                      <a:pt x="6214" y="1667"/>
                      <a:pt x="5620" y="1072"/>
                    </a:cubicBezTo>
                    <a:cubicBezTo>
                      <a:pt x="5025" y="477"/>
                      <a:pt x="4218" y="143"/>
                      <a:pt x="3377" y="143"/>
                    </a:cubicBezTo>
                    <a:cubicBezTo>
                      <a:pt x="2536" y="143"/>
                      <a:pt x="1729" y="477"/>
                      <a:pt x="1134" y="1072"/>
                    </a:cubicBezTo>
                    <a:cubicBezTo>
                      <a:pt x="540" y="1667"/>
                      <a:pt x="205" y="2474"/>
                      <a:pt x="205" y="3315"/>
                    </a:cubicBezTo>
                    <a:cubicBezTo>
                      <a:pt x="205" y="4157"/>
                      <a:pt x="540" y="4964"/>
                      <a:pt x="1134" y="5559"/>
                    </a:cubicBezTo>
                    <a:cubicBezTo>
                      <a:pt x="1729" y="6154"/>
                      <a:pt x="2536" y="6488"/>
                      <a:pt x="3377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37" name="Freeform: Shape 13336">
                <a:extLst>
                  <a:ext uri="{FF2B5EF4-FFF2-40B4-BE49-F238E27FC236}">
                    <a16:creationId xmlns:a16="http://schemas.microsoft.com/office/drawing/2014/main" id="{39168C1E-1915-80DC-92A3-149C414341A7}"/>
                  </a:ext>
                </a:extLst>
              </p:cNvPr>
              <p:cNvSpPr/>
              <p:nvPr/>
            </p:nvSpPr>
            <p:spPr>
              <a:xfrm>
                <a:off x="9016583" y="5288812"/>
                <a:ext cx="6343" cy="6345"/>
              </a:xfrm>
              <a:custGeom>
                <a:avLst/>
                <a:gdLst>
                  <a:gd name="connsiteX0" fmla="*/ 3377 w 6343"/>
                  <a:gd name="connsiteY0" fmla="*/ 6488 h 6345"/>
                  <a:gd name="connsiteX1" fmla="*/ 5620 w 6343"/>
                  <a:gd name="connsiteY1" fmla="*/ 5559 h 6345"/>
                  <a:gd name="connsiteX2" fmla="*/ 6549 w 6343"/>
                  <a:gd name="connsiteY2" fmla="*/ 3315 h 6345"/>
                  <a:gd name="connsiteX3" fmla="*/ 5620 w 6343"/>
                  <a:gd name="connsiteY3" fmla="*/ 1072 h 6345"/>
                  <a:gd name="connsiteX4" fmla="*/ 3377 w 6343"/>
                  <a:gd name="connsiteY4" fmla="*/ 143 h 6345"/>
                  <a:gd name="connsiteX5" fmla="*/ 1134 w 6343"/>
                  <a:gd name="connsiteY5" fmla="*/ 1072 h 6345"/>
                  <a:gd name="connsiteX6" fmla="*/ 206 w 6343"/>
                  <a:gd name="connsiteY6" fmla="*/ 3315 h 6345"/>
                  <a:gd name="connsiteX7" fmla="*/ 1134 w 6343"/>
                  <a:gd name="connsiteY7" fmla="*/ 5559 h 6345"/>
                  <a:gd name="connsiteX8" fmla="*/ 3377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8"/>
                    </a:moveTo>
                    <a:cubicBezTo>
                      <a:pt x="4218" y="6488"/>
                      <a:pt x="5025" y="6154"/>
                      <a:pt x="5620" y="5559"/>
                    </a:cubicBezTo>
                    <a:cubicBezTo>
                      <a:pt x="6214" y="4964"/>
                      <a:pt x="6549" y="4157"/>
                      <a:pt x="6549" y="3315"/>
                    </a:cubicBezTo>
                    <a:cubicBezTo>
                      <a:pt x="6549" y="2474"/>
                      <a:pt x="6214" y="1667"/>
                      <a:pt x="5620" y="1072"/>
                    </a:cubicBezTo>
                    <a:cubicBezTo>
                      <a:pt x="5025" y="477"/>
                      <a:pt x="4218" y="143"/>
                      <a:pt x="3377" y="143"/>
                    </a:cubicBezTo>
                    <a:cubicBezTo>
                      <a:pt x="2536" y="143"/>
                      <a:pt x="1729" y="477"/>
                      <a:pt x="1134" y="1072"/>
                    </a:cubicBezTo>
                    <a:cubicBezTo>
                      <a:pt x="540" y="1667"/>
                      <a:pt x="206" y="2474"/>
                      <a:pt x="206" y="3315"/>
                    </a:cubicBezTo>
                    <a:cubicBezTo>
                      <a:pt x="206" y="4157"/>
                      <a:pt x="540" y="4964"/>
                      <a:pt x="1134" y="5559"/>
                    </a:cubicBezTo>
                    <a:cubicBezTo>
                      <a:pt x="1729" y="6154"/>
                      <a:pt x="2536" y="6488"/>
                      <a:pt x="3377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38" name="Freeform: Shape 13337">
                <a:extLst>
                  <a:ext uri="{FF2B5EF4-FFF2-40B4-BE49-F238E27FC236}">
                    <a16:creationId xmlns:a16="http://schemas.microsoft.com/office/drawing/2014/main" id="{D30B8C69-6E3A-7C36-8336-FCA42FA596C1}"/>
                  </a:ext>
                </a:extLst>
              </p:cNvPr>
              <p:cNvSpPr/>
              <p:nvPr/>
            </p:nvSpPr>
            <p:spPr>
              <a:xfrm>
                <a:off x="9017735" y="5286206"/>
                <a:ext cx="6343" cy="6345"/>
              </a:xfrm>
              <a:custGeom>
                <a:avLst/>
                <a:gdLst>
                  <a:gd name="connsiteX0" fmla="*/ 3377 w 6343"/>
                  <a:gd name="connsiteY0" fmla="*/ 6488 h 6345"/>
                  <a:gd name="connsiteX1" fmla="*/ 5620 w 6343"/>
                  <a:gd name="connsiteY1" fmla="*/ 5559 h 6345"/>
                  <a:gd name="connsiteX2" fmla="*/ 6549 w 6343"/>
                  <a:gd name="connsiteY2" fmla="*/ 3315 h 6345"/>
                  <a:gd name="connsiteX3" fmla="*/ 5620 w 6343"/>
                  <a:gd name="connsiteY3" fmla="*/ 1072 h 6345"/>
                  <a:gd name="connsiteX4" fmla="*/ 3377 w 6343"/>
                  <a:gd name="connsiteY4" fmla="*/ 142 h 6345"/>
                  <a:gd name="connsiteX5" fmla="*/ 1135 w 6343"/>
                  <a:gd name="connsiteY5" fmla="*/ 1072 h 6345"/>
                  <a:gd name="connsiteX6" fmla="*/ 206 w 6343"/>
                  <a:gd name="connsiteY6" fmla="*/ 3315 h 6345"/>
                  <a:gd name="connsiteX7" fmla="*/ 1135 w 6343"/>
                  <a:gd name="connsiteY7" fmla="*/ 5559 h 6345"/>
                  <a:gd name="connsiteX8" fmla="*/ 3377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8"/>
                    </a:moveTo>
                    <a:cubicBezTo>
                      <a:pt x="4218" y="6488"/>
                      <a:pt x="5025" y="6153"/>
                      <a:pt x="5620" y="5559"/>
                    </a:cubicBezTo>
                    <a:cubicBezTo>
                      <a:pt x="6215" y="4964"/>
                      <a:pt x="6549" y="4156"/>
                      <a:pt x="6549" y="3315"/>
                    </a:cubicBezTo>
                    <a:cubicBezTo>
                      <a:pt x="6549" y="2474"/>
                      <a:pt x="6215" y="1667"/>
                      <a:pt x="5620" y="1072"/>
                    </a:cubicBezTo>
                    <a:cubicBezTo>
                      <a:pt x="5025" y="477"/>
                      <a:pt x="4218" y="142"/>
                      <a:pt x="3377" y="142"/>
                    </a:cubicBezTo>
                    <a:cubicBezTo>
                      <a:pt x="2536" y="142"/>
                      <a:pt x="1729" y="477"/>
                      <a:pt x="1135" y="1072"/>
                    </a:cubicBezTo>
                    <a:cubicBezTo>
                      <a:pt x="540" y="1667"/>
                      <a:pt x="206" y="2474"/>
                      <a:pt x="206" y="3315"/>
                    </a:cubicBezTo>
                    <a:cubicBezTo>
                      <a:pt x="206" y="4156"/>
                      <a:pt x="540" y="4964"/>
                      <a:pt x="1135" y="5559"/>
                    </a:cubicBezTo>
                    <a:cubicBezTo>
                      <a:pt x="1729" y="6153"/>
                      <a:pt x="2536" y="6488"/>
                      <a:pt x="3377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39" name="Freeform: Shape 13338">
                <a:extLst>
                  <a:ext uri="{FF2B5EF4-FFF2-40B4-BE49-F238E27FC236}">
                    <a16:creationId xmlns:a16="http://schemas.microsoft.com/office/drawing/2014/main" id="{2F5F2AC7-DB5E-CC8A-2823-74A5EC372F05}"/>
                  </a:ext>
                </a:extLst>
              </p:cNvPr>
              <p:cNvSpPr/>
              <p:nvPr/>
            </p:nvSpPr>
            <p:spPr>
              <a:xfrm>
                <a:off x="9032816" y="5263694"/>
                <a:ext cx="6343" cy="6345"/>
              </a:xfrm>
              <a:custGeom>
                <a:avLst/>
                <a:gdLst>
                  <a:gd name="connsiteX0" fmla="*/ 3378 w 6343"/>
                  <a:gd name="connsiteY0" fmla="*/ 6486 h 6345"/>
                  <a:gd name="connsiteX1" fmla="*/ 5621 w 6343"/>
                  <a:gd name="connsiteY1" fmla="*/ 5557 h 6345"/>
                  <a:gd name="connsiteX2" fmla="*/ 6550 w 6343"/>
                  <a:gd name="connsiteY2" fmla="*/ 3313 h 6345"/>
                  <a:gd name="connsiteX3" fmla="*/ 5621 w 6343"/>
                  <a:gd name="connsiteY3" fmla="*/ 1070 h 6345"/>
                  <a:gd name="connsiteX4" fmla="*/ 3378 w 6343"/>
                  <a:gd name="connsiteY4" fmla="*/ 141 h 6345"/>
                  <a:gd name="connsiteX5" fmla="*/ 1136 w 6343"/>
                  <a:gd name="connsiteY5" fmla="*/ 1070 h 6345"/>
                  <a:gd name="connsiteX6" fmla="*/ 207 w 6343"/>
                  <a:gd name="connsiteY6" fmla="*/ 3313 h 6345"/>
                  <a:gd name="connsiteX7" fmla="*/ 1136 w 6343"/>
                  <a:gd name="connsiteY7" fmla="*/ 5557 h 6345"/>
                  <a:gd name="connsiteX8" fmla="*/ 3378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86"/>
                    </a:moveTo>
                    <a:cubicBezTo>
                      <a:pt x="4219" y="6486"/>
                      <a:pt x="5026" y="6152"/>
                      <a:pt x="5621" y="5557"/>
                    </a:cubicBezTo>
                    <a:cubicBezTo>
                      <a:pt x="6216" y="4962"/>
                      <a:pt x="6550" y="4155"/>
                      <a:pt x="6550" y="3313"/>
                    </a:cubicBezTo>
                    <a:cubicBezTo>
                      <a:pt x="6550" y="2472"/>
                      <a:pt x="6216" y="1665"/>
                      <a:pt x="5621" y="1070"/>
                    </a:cubicBezTo>
                    <a:cubicBezTo>
                      <a:pt x="5026" y="475"/>
                      <a:pt x="4219" y="141"/>
                      <a:pt x="3378" y="141"/>
                    </a:cubicBezTo>
                    <a:cubicBezTo>
                      <a:pt x="2537" y="141"/>
                      <a:pt x="1731" y="475"/>
                      <a:pt x="1136" y="1070"/>
                    </a:cubicBezTo>
                    <a:cubicBezTo>
                      <a:pt x="541" y="1665"/>
                      <a:pt x="207" y="2472"/>
                      <a:pt x="207" y="3313"/>
                    </a:cubicBezTo>
                    <a:cubicBezTo>
                      <a:pt x="207" y="4155"/>
                      <a:pt x="541" y="4962"/>
                      <a:pt x="1136" y="5557"/>
                    </a:cubicBezTo>
                    <a:cubicBezTo>
                      <a:pt x="1731" y="6152"/>
                      <a:pt x="2537" y="6486"/>
                      <a:pt x="3378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40" name="Freeform: Shape 13339">
                <a:extLst>
                  <a:ext uri="{FF2B5EF4-FFF2-40B4-BE49-F238E27FC236}">
                    <a16:creationId xmlns:a16="http://schemas.microsoft.com/office/drawing/2014/main" id="{DF01B89C-83BA-76C2-1704-B9CF79E9ED63}"/>
                  </a:ext>
                </a:extLst>
              </p:cNvPr>
              <p:cNvSpPr/>
              <p:nvPr/>
            </p:nvSpPr>
            <p:spPr>
              <a:xfrm>
                <a:off x="9055756" y="5262988"/>
                <a:ext cx="6343" cy="6345"/>
              </a:xfrm>
              <a:custGeom>
                <a:avLst/>
                <a:gdLst>
                  <a:gd name="connsiteX0" fmla="*/ 3380 w 6343"/>
                  <a:gd name="connsiteY0" fmla="*/ 6486 h 6345"/>
                  <a:gd name="connsiteX1" fmla="*/ 5623 w 6343"/>
                  <a:gd name="connsiteY1" fmla="*/ 5557 h 6345"/>
                  <a:gd name="connsiteX2" fmla="*/ 6552 w 6343"/>
                  <a:gd name="connsiteY2" fmla="*/ 3313 h 6345"/>
                  <a:gd name="connsiteX3" fmla="*/ 5623 w 6343"/>
                  <a:gd name="connsiteY3" fmla="*/ 1070 h 6345"/>
                  <a:gd name="connsiteX4" fmla="*/ 3380 w 6343"/>
                  <a:gd name="connsiteY4" fmla="*/ 141 h 6345"/>
                  <a:gd name="connsiteX5" fmla="*/ 1138 w 6343"/>
                  <a:gd name="connsiteY5" fmla="*/ 1070 h 6345"/>
                  <a:gd name="connsiteX6" fmla="*/ 209 w 6343"/>
                  <a:gd name="connsiteY6" fmla="*/ 3313 h 6345"/>
                  <a:gd name="connsiteX7" fmla="*/ 1138 w 6343"/>
                  <a:gd name="connsiteY7" fmla="*/ 5557 h 6345"/>
                  <a:gd name="connsiteX8" fmla="*/ 3380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86"/>
                    </a:moveTo>
                    <a:cubicBezTo>
                      <a:pt x="4221" y="6486"/>
                      <a:pt x="5028" y="6152"/>
                      <a:pt x="5623" y="5557"/>
                    </a:cubicBezTo>
                    <a:cubicBezTo>
                      <a:pt x="6218" y="4962"/>
                      <a:pt x="6552" y="4155"/>
                      <a:pt x="6552" y="3313"/>
                    </a:cubicBezTo>
                    <a:cubicBezTo>
                      <a:pt x="6552" y="2472"/>
                      <a:pt x="6218" y="1665"/>
                      <a:pt x="5623" y="1070"/>
                    </a:cubicBezTo>
                    <a:cubicBezTo>
                      <a:pt x="5028" y="475"/>
                      <a:pt x="4221" y="141"/>
                      <a:pt x="3380" y="141"/>
                    </a:cubicBezTo>
                    <a:cubicBezTo>
                      <a:pt x="2539" y="141"/>
                      <a:pt x="1732" y="475"/>
                      <a:pt x="1138" y="1070"/>
                    </a:cubicBezTo>
                    <a:cubicBezTo>
                      <a:pt x="543" y="1665"/>
                      <a:pt x="209" y="2472"/>
                      <a:pt x="209" y="3313"/>
                    </a:cubicBezTo>
                    <a:cubicBezTo>
                      <a:pt x="209" y="4155"/>
                      <a:pt x="543" y="4962"/>
                      <a:pt x="1138" y="5557"/>
                    </a:cubicBezTo>
                    <a:cubicBezTo>
                      <a:pt x="1732" y="6152"/>
                      <a:pt x="2539" y="6486"/>
                      <a:pt x="3380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41" name="Freeform: Shape 13340">
                <a:extLst>
                  <a:ext uri="{FF2B5EF4-FFF2-40B4-BE49-F238E27FC236}">
                    <a16:creationId xmlns:a16="http://schemas.microsoft.com/office/drawing/2014/main" id="{107C3F04-B2DB-066C-95D0-157B4B1B2C42}"/>
                  </a:ext>
                </a:extLst>
              </p:cNvPr>
              <p:cNvSpPr/>
              <p:nvPr/>
            </p:nvSpPr>
            <p:spPr>
              <a:xfrm>
                <a:off x="9055584" y="5260572"/>
                <a:ext cx="6343" cy="6345"/>
              </a:xfrm>
              <a:custGeom>
                <a:avLst/>
                <a:gdLst>
                  <a:gd name="connsiteX0" fmla="*/ 3380 w 6343"/>
                  <a:gd name="connsiteY0" fmla="*/ 6486 h 6345"/>
                  <a:gd name="connsiteX1" fmla="*/ 5623 w 6343"/>
                  <a:gd name="connsiteY1" fmla="*/ 5556 h 6345"/>
                  <a:gd name="connsiteX2" fmla="*/ 6552 w 6343"/>
                  <a:gd name="connsiteY2" fmla="*/ 3313 h 6345"/>
                  <a:gd name="connsiteX3" fmla="*/ 5623 w 6343"/>
                  <a:gd name="connsiteY3" fmla="*/ 1070 h 6345"/>
                  <a:gd name="connsiteX4" fmla="*/ 3380 w 6343"/>
                  <a:gd name="connsiteY4" fmla="*/ 140 h 6345"/>
                  <a:gd name="connsiteX5" fmla="*/ 1138 w 6343"/>
                  <a:gd name="connsiteY5" fmla="*/ 1070 h 6345"/>
                  <a:gd name="connsiteX6" fmla="*/ 209 w 6343"/>
                  <a:gd name="connsiteY6" fmla="*/ 3313 h 6345"/>
                  <a:gd name="connsiteX7" fmla="*/ 1138 w 6343"/>
                  <a:gd name="connsiteY7" fmla="*/ 5556 h 6345"/>
                  <a:gd name="connsiteX8" fmla="*/ 3380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86"/>
                    </a:moveTo>
                    <a:cubicBezTo>
                      <a:pt x="4221" y="6486"/>
                      <a:pt x="5028" y="6151"/>
                      <a:pt x="5623" y="5556"/>
                    </a:cubicBezTo>
                    <a:cubicBezTo>
                      <a:pt x="6218" y="4962"/>
                      <a:pt x="6552" y="4154"/>
                      <a:pt x="6552" y="3313"/>
                    </a:cubicBezTo>
                    <a:cubicBezTo>
                      <a:pt x="6552" y="2472"/>
                      <a:pt x="6218" y="1665"/>
                      <a:pt x="5623" y="1070"/>
                    </a:cubicBezTo>
                    <a:cubicBezTo>
                      <a:pt x="5028" y="475"/>
                      <a:pt x="4221" y="140"/>
                      <a:pt x="3380" y="140"/>
                    </a:cubicBezTo>
                    <a:cubicBezTo>
                      <a:pt x="2539" y="140"/>
                      <a:pt x="1732" y="475"/>
                      <a:pt x="1138" y="1070"/>
                    </a:cubicBezTo>
                    <a:cubicBezTo>
                      <a:pt x="543" y="1665"/>
                      <a:pt x="209" y="2472"/>
                      <a:pt x="209" y="3313"/>
                    </a:cubicBezTo>
                    <a:cubicBezTo>
                      <a:pt x="209" y="4154"/>
                      <a:pt x="543" y="4962"/>
                      <a:pt x="1138" y="5556"/>
                    </a:cubicBezTo>
                    <a:cubicBezTo>
                      <a:pt x="1732" y="6151"/>
                      <a:pt x="2539" y="6486"/>
                      <a:pt x="3380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42" name="Freeform: Shape 13341">
                <a:extLst>
                  <a:ext uri="{FF2B5EF4-FFF2-40B4-BE49-F238E27FC236}">
                    <a16:creationId xmlns:a16="http://schemas.microsoft.com/office/drawing/2014/main" id="{F4B501B3-8DEB-DC21-BDC1-5B28E272ACE4}"/>
                  </a:ext>
                </a:extLst>
              </p:cNvPr>
              <p:cNvSpPr/>
              <p:nvPr/>
            </p:nvSpPr>
            <p:spPr>
              <a:xfrm>
                <a:off x="9066301" y="5256814"/>
                <a:ext cx="6343" cy="6345"/>
              </a:xfrm>
              <a:custGeom>
                <a:avLst/>
                <a:gdLst>
                  <a:gd name="connsiteX0" fmla="*/ 3381 w 6343"/>
                  <a:gd name="connsiteY0" fmla="*/ 6485 h 6345"/>
                  <a:gd name="connsiteX1" fmla="*/ 5624 w 6343"/>
                  <a:gd name="connsiteY1" fmla="*/ 5556 h 6345"/>
                  <a:gd name="connsiteX2" fmla="*/ 6553 w 6343"/>
                  <a:gd name="connsiteY2" fmla="*/ 3313 h 6345"/>
                  <a:gd name="connsiteX3" fmla="*/ 5624 w 6343"/>
                  <a:gd name="connsiteY3" fmla="*/ 1069 h 6345"/>
                  <a:gd name="connsiteX4" fmla="*/ 3381 w 6343"/>
                  <a:gd name="connsiteY4" fmla="*/ 140 h 6345"/>
                  <a:gd name="connsiteX5" fmla="*/ 1138 w 6343"/>
                  <a:gd name="connsiteY5" fmla="*/ 1069 h 6345"/>
                  <a:gd name="connsiteX6" fmla="*/ 209 w 6343"/>
                  <a:gd name="connsiteY6" fmla="*/ 3313 h 6345"/>
                  <a:gd name="connsiteX7" fmla="*/ 1138 w 6343"/>
                  <a:gd name="connsiteY7" fmla="*/ 5556 h 6345"/>
                  <a:gd name="connsiteX8" fmla="*/ 3381 w 6343"/>
                  <a:gd name="connsiteY8" fmla="*/ 64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85"/>
                    </a:moveTo>
                    <a:cubicBezTo>
                      <a:pt x="4222" y="6485"/>
                      <a:pt x="5029" y="6151"/>
                      <a:pt x="5624" y="5556"/>
                    </a:cubicBezTo>
                    <a:cubicBezTo>
                      <a:pt x="6218" y="4961"/>
                      <a:pt x="6553" y="4154"/>
                      <a:pt x="6553" y="3313"/>
                    </a:cubicBezTo>
                    <a:cubicBezTo>
                      <a:pt x="6553" y="2471"/>
                      <a:pt x="6218" y="1664"/>
                      <a:pt x="5624" y="1069"/>
                    </a:cubicBezTo>
                    <a:cubicBezTo>
                      <a:pt x="5029" y="474"/>
                      <a:pt x="4222" y="140"/>
                      <a:pt x="3381" y="140"/>
                    </a:cubicBezTo>
                    <a:cubicBezTo>
                      <a:pt x="2540" y="140"/>
                      <a:pt x="1733" y="474"/>
                      <a:pt x="1138" y="1069"/>
                    </a:cubicBezTo>
                    <a:cubicBezTo>
                      <a:pt x="544" y="1664"/>
                      <a:pt x="209" y="2471"/>
                      <a:pt x="209" y="3313"/>
                    </a:cubicBezTo>
                    <a:cubicBezTo>
                      <a:pt x="209" y="4154"/>
                      <a:pt x="544" y="4961"/>
                      <a:pt x="1138" y="5556"/>
                    </a:cubicBezTo>
                    <a:cubicBezTo>
                      <a:pt x="1733" y="6151"/>
                      <a:pt x="2540" y="6485"/>
                      <a:pt x="3381" y="6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43" name="Freeform: Shape 13342">
                <a:extLst>
                  <a:ext uri="{FF2B5EF4-FFF2-40B4-BE49-F238E27FC236}">
                    <a16:creationId xmlns:a16="http://schemas.microsoft.com/office/drawing/2014/main" id="{7CFABF71-3B15-B71D-CB17-37811F993087}"/>
                  </a:ext>
                </a:extLst>
              </p:cNvPr>
              <p:cNvSpPr/>
              <p:nvPr/>
            </p:nvSpPr>
            <p:spPr>
              <a:xfrm>
                <a:off x="9066966" y="5254539"/>
                <a:ext cx="6343" cy="6345"/>
              </a:xfrm>
              <a:custGeom>
                <a:avLst/>
                <a:gdLst>
                  <a:gd name="connsiteX0" fmla="*/ 3381 w 6343"/>
                  <a:gd name="connsiteY0" fmla="*/ 6485 h 6345"/>
                  <a:gd name="connsiteX1" fmla="*/ 5624 w 6343"/>
                  <a:gd name="connsiteY1" fmla="*/ 5556 h 6345"/>
                  <a:gd name="connsiteX2" fmla="*/ 6553 w 6343"/>
                  <a:gd name="connsiteY2" fmla="*/ 3313 h 6345"/>
                  <a:gd name="connsiteX3" fmla="*/ 5624 w 6343"/>
                  <a:gd name="connsiteY3" fmla="*/ 1069 h 6345"/>
                  <a:gd name="connsiteX4" fmla="*/ 3381 w 6343"/>
                  <a:gd name="connsiteY4" fmla="*/ 140 h 6345"/>
                  <a:gd name="connsiteX5" fmla="*/ 1138 w 6343"/>
                  <a:gd name="connsiteY5" fmla="*/ 1069 h 6345"/>
                  <a:gd name="connsiteX6" fmla="*/ 210 w 6343"/>
                  <a:gd name="connsiteY6" fmla="*/ 3313 h 6345"/>
                  <a:gd name="connsiteX7" fmla="*/ 1138 w 6343"/>
                  <a:gd name="connsiteY7" fmla="*/ 5556 h 6345"/>
                  <a:gd name="connsiteX8" fmla="*/ 3381 w 6343"/>
                  <a:gd name="connsiteY8" fmla="*/ 64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85"/>
                    </a:moveTo>
                    <a:cubicBezTo>
                      <a:pt x="4222" y="6485"/>
                      <a:pt x="5029" y="6151"/>
                      <a:pt x="5624" y="5556"/>
                    </a:cubicBezTo>
                    <a:cubicBezTo>
                      <a:pt x="6218" y="4961"/>
                      <a:pt x="6553" y="4154"/>
                      <a:pt x="6553" y="3313"/>
                    </a:cubicBezTo>
                    <a:cubicBezTo>
                      <a:pt x="6553" y="2471"/>
                      <a:pt x="6218" y="1664"/>
                      <a:pt x="5624" y="1069"/>
                    </a:cubicBezTo>
                    <a:cubicBezTo>
                      <a:pt x="5029" y="474"/>
                      <a:pt x="4222" y="140"/>
                      <a:pt x="3381" y="140"/>
                    </a:cubicBezTo>
                    <a:cubicBezTo>
                      <a:pt x="2540" y="140"/>
                      <a:pt x="1733" y="474"/>
                      <a:pt x="1138" y="1069"/>
                    </a:cubicBezTo>
                    <a:cubicBezTo>
                      <a:pt x="544" y="1664"/>
                      <a:pt x="210" y="2471"/>
                      <a:pt x="210" y="3313"/>
                    </a:cubicBezTo>
                    <a:cubicBezTo>
                      <a:pt x="210" y="4154"/>
                      <a:pt x="544" y="4961"/>
                      <a:pt x="1138" y="5556"/>
                    </a:cubicBezTo>
                    <a:cubicBezTo>
                      <a:pt x="1733" y="6151"/>
                      <a:pt x="2540" y="6485"/>
                      <a:pt x="3381" y="6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44" name="Freeform: Shape 13343">
                <a:extLst>
                  <a:ext uri="{FF2B5EF4-FFF2-40B4-BE49-F238E27FC236}">
                    <a16:creationId xmlns:a16="http://schemas.microsoft.com/office/drawing/2014/main" id="{FC4BA1C8-6CD5-821D-7C72-05B261D9A1C0}"/>
                  </a:ext>
                </a:extLst>
              </p:cNvPr>
              <p:cNvSpPr/>
              <p:nvPr/>
            </p:nvSpPr>
            <p:spPr>
              <a:xfrm>
                <a:off x="9067216" y="5252223"/>
                <a:ext cx="6343" cy="6345"/>
              </a:xfrm>
              <a:custGeom>
                <a:avLst/>
                <a:gdLst>
                  <a:gd name="connsiteX0" fmla="*/ 3381 w 6343"/>
                  <a:gd name="connsiteY0" fmla="*/ 6485 h 6345"/>
                  <a:gd name="connsiteX1" fmla="*/ 5624 w 6343"/>
                  <a:gd name="connsiteY1" fmla="*/ 5556 h 6345"/>
                  <a:gd name="connsiteX2" fmla="*/ 6553 w 6343"/>
                  <a:gd name="connsiteY2" fmla="*/ 3312 h 6345"/>
                  <a:gd name="connsiteX3" fmla="*/ 5624 w 6343"/>
                  <a:gd name="connsiteY3" fmla="*/ 1069 h 6345"/>
                  <a:gd name="connsiteX4" fmla="*/ 3381 w 6343"/>
                  <a:gd name="connsiteY4" fmla="*/ 140 h 6345"/>
                  <a:gd name="connsiteX5" fmla="*/ 1138 w 6343"/>
                  <a:gd name="connsiteY5" fmla="*/ 1069 h 6345"/>
                  <a:gd name="connsiteX6" fmla="*/ 210 w 6343"/>
                  <a:gd name="connsiteY6" fmla="*/ 3312 h 6345"/>
                  <a:gd name="connsiteX7" fmla="*/ 1138 w 6343"/>
                  <a:gd name="connsiteY7" fmla="*/ 5556 h 6345"/>
                  <a:gd name="connsiteX8" fmla="*/ 3381 w 6343"/>
                  <a:gd name="connsiteY8" fmla="*/ 64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85"/>
                    </a:moveTo>
                    <a:cubicBezTo>
                      <a:pt x="4222" y="6485"/>
                      <a:pt x="5029" y="6151"/>
                      <a:pt x="5624" y="5556"/>
                    </a:cubicBezTo>
                    <a:cubicBezTo>
                      <a:pt x="6218" y="4961"/>
                      <a:pt x="6553" y="4154"/>
                      <a:pt x="6553" y="3312"/>
                    </a:cubicBezTo>
                    <a:cubicBezTo>
                      <a:pt x="6553" y="2471"/>
                      <a:pt x="6218" y="1664"/>
                      <a:pt x="5624" y="1069"/>
                    </a:cubicBezTo>
                    <a:cubicBezTo>
                      <a:pt x="5029" y="474"/>
                      <a:pt x="4222" y="140"/>
                      <a:pt x="3381" y="140"/>
                    </a:cubicBezTo>
                    <a:cubicBezTo>
                      <a:pt x="2540" y="140"/>
                      <a:pt x="1733" y="474"/>
                      <a:pt x="1138" y="1069"/>
                    </a:cubicBezTo>
                    <a:cubicBezTo>
                      <a:pt x="544" y="1664"/>
                      <a:pt x="210" y="2471"/>
                      <a:pt x="210" y="3312"/>
                    </a:cubicBezTo>
                    <a:cubicBezTo>
                      <a:pt x="210" y="4154"/>
                      <a:pt x="544" y="4961"/>
                      <a:pt x="1138" y="5556"/>
                    </a:cubicBezTo>
                    <a:cubicBezTo>
                      <a:pt x="1733" y="6151"/>
                      <a:pt x="2540" y="6485"/>
                      <a:pt x="3381" y="6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45" name="Freeform: Shape 13344">
                <a:extLst>
                  <a:ext uri="{FF2B5EF4-FFF2-40B4-BE49-F238E27FC236}">
                    <a16:creationId xmlns:a16="http://schemas.microsoft.com/office/drawing/2014/main" id="{DCC3533C-2CA8-F1C2-AFF6-5F739F7DC756}"/>
                  </a:ext>
                </a:extLst>
              </p:cNvPr>
              <p:cNvSpPr/>
              <p:nvPr/>
            </p:nvSpPr>
            <p:spPr>
              <a:xfrm>
                <a:off x="9037198" y="5246361"/>
                <a:ext cx="6343" cy="6345"/>
              </a:xfrm>
              <a:custGeom>
                <a:avLst/>
                <a:gdLst>
                  <a:gd name="connsiteX0" fmla="*/ 3379 w 6343"/>
                  <a:gd name="connsiteY0" fmla="*/ 6485 h 6345"/>
                  <a:gd name="connsiteX1" fmla="*/ 5621 w 6343"/>
                  <a:gd name="connsiteY1" fmla="*/ 5555 h 6345"/>
                  <a:gd name="connsiteX2" fmla="*/ 6550 w 6343"/>
                  <a:gd name="connsiteY2" fmla="*/ 3312 h 6345"/>
                  <a:gd name="connsiteX3" fmla="*/ 5621 w 6343"/>
                  <a:gd name="connsiteY3" fmla="*/ 1068 h 6345"/>
                  <a:gd name="connsiteX4" fmla="*/ 3379 w 6343"/>
                  <a:gd name="connsiteY4" fmla="*/ 139 h 6345"/>
                  <a:gd name="connsiteX5" fmla="*/ 1136 w 6343"/>
                  <a:gd name="connsiteY5" fmla="*/ 1068 h 6345"/>
                  <a:gd name="connsiteX6" fmla="*/ 207 w 6343"/>
                  <a:gd name="connsiteY6" fmla="*/ 3312 h 6345"/>
                  <a:gd name="connsiteX7" fmla="*/ 1136 w 6343"/>
                  <a:gd name="connsiteY7" fmla="*/ 5555 h 6345"/>
                  <a:gd name="connsiteX8" fmla="*/ 3379 w 6343"/>
                  <a:gd name="connsiteY8" fmla="*/ 64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85"/>
                    </a:moveTo>
                    <a:cubicBezTo>
                      <a:pt x="4220" y="6485"/>
                      <a:pt x="5027" y="6150"/>
                      <a:pt x="5621" y="5555"/>
                    </a:cubicBezTo>
                    <a:cubicBezTo>
                      <a:pt x="6216" y="4960"/>
                      <a:pt x="6550" y="4153"/>
                      <a:pt x="6550" y="3312"/>
                    </a:cubicBezTo>
                    <a:cubicBezTo>
                      <a:pt x="6550" y="2471"/>
                      <a:pt x="6216" y="1663"/>
                      <a:pt x="5621" y="1068"/>
                    </a:cubicBezTo>
                    <a:cubicBezTo>
                      <a:pt x="5027" y="474"/>
                      <a:pt x="4220" y="139"/>
                      <a:pt x="3379" y="139"/>
                    </a:cubicBezTo>
                    <a:cubicBezTo>
                      <a:pt x="2538" y="139"/>
                      <a:pt x="1731" y="474"/>
                      <a:pt x="1136" y="1068"/>
                    </a:cubicBezTo>
                    <a:cubicBezTo>
                      <a:pt x="541" y="1663"/>
                      <a:pt x="207" y="2471"/>
                      <a:pt x="207" y="3312"/>
                    </a:cubicBezTo>
                    <a:cubicBezTo>
                      <a:pt x="207" y="4153"/>
                      <a:pt x="541" y="4960"/>
                      <a:pt x="1136" y="5555"/>
                    </a:cubicBezTo>
                    <a:cubicBezTo>
                      <a:pt x="1731" y="6150"/>
                      <a:pt x="2538" y="6485"/>
                      <a:pt x="3379" y="6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46" name="Freeform: Shape 13345">
                <a:extLst>
                  <a:ext uri="{FF2B5EF4-FFF2-40B4-BE49-F238E27FC236}">
                    <a16:creationId xmlns:a16="http://schemas.microsoft.com/office/drawing/2014/main" id="{2A2BAFD4-0E12-DCE4-8A86-1B740FAB3F9D}"/>
                  </a:ext>
                </a:extLst>
              </p:cNvPr>
              <p:cNvSpPr/>
              <p:nvPr/>
            </p:nvSpPr>
            <p:spPr>
              <a:xfrm>
                <a:off x="9062283" y="5244538"/>
                <a:ext cx="6343" cy="6345"/>
              </a:xfrm>
              <a:custGeom>
                <a:avLst/>
                <a:gdLst>
                  <a:gd name="connsiteX0" fmla="*/ 3381 w 6343"/>
                  <a:gd name="connsiteY0" fmla="*/ 6484 h 6345"/>
                  <a:gd name="connsiteX1" fmla="*/ 5623 w 6343"/>
                  <a:gd name="connsiteY1" fmla="*/ 5555 h 6345"/>
                  <a:gd name="connsiteX2" fmla="*/ 6552 w 6343"/>
                  <a:gd name="connsiteY2" fmla="*/ 3312 h 6345"/>
                  <a:gd name="connsiteX3" fmla="*/ 5623 w 6343"/>
                  <a:gd name="connsiteY3" fmla="*/ 1068 h 6345"/>
                  <a:gd name="connsiteX4" fmla="*/ 3381 w 6343"/>
                  <a:gd name="connsiteY4" fmla="*/ 139 h 6345"/>
                  <a:gd name="connsiteX5" fmla="*/ 1138 w 6343"/>
                  <a:gd name="connsiteY5" fmla="*/ 1068 h 6345"/>
                  <a:gd name="connsiteX6" fmla="*/ 209 w 6343"/>
                  <a:gd name="connsiteY6" fmla="*/ 3312 h 6345"/>
                  <a:gd name="connsiteX7" fmla="*/ 1138 w 6343"/>
                  <a:gd name="connsiteY7" fmla="*/ 5555 h 6345"/>
                  <a:gd name="connsiteX8" fmla="*/ 3381 w 6343"/>
                  <a:gd name="connsiteY8" fmla="*/ 64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84"/>
                    </a:moveTo>
                    <a:cubicBezTo>
                      <a:pt x="4222" y="6484"/>
                      <a:pt x="5029" y="6150"/>
                      <a:pt x="5623" y="5555"/>
                    </a:cubicBezTo>
                    <a:cubicBezTo>
                      <a:pt x="6218" y="4960"/>
                      <a:pt x="6552" y="4153"/>
                      <a:pt x="6552" y="3312"/>
                    </a:cubicBezTo>
                    <a:cubicBezTo>
                      <a:pt x="6552" y="2470"/>
                      <a:pt x="6218" y="1663"/>
                      <a:pt x="5623" y="1068"/>
                    </a:cubicBezTo>
                    <a:cubicBezTo>
                      <a:pt x="5029" y="473"/>
                      <a:pt x="4222" y="139"/>
                      <a:pt x="3381" y="139"/>
                    </a:cubicBezTo>
                    <a:cubicBezTo>
                      <a:pt x="2540" y="139"/>
                      <a:pt x="1733" y="473"/>
                      <a:pt x="1138" y="1068"/>
                    </a:cubicBezTo>
                    <a:cubicBezTo>
                      <a:pt x="543" y="1663"/>
                      <a:pt x="209" y="2470"/>
                      <a:pt x="209" y="3312"/>
                    </a:cubicBezTo>
                    <a:cubicBezTo>
                      <a:pt x="209" y="4153"/>
                      <a:pt x="543" y="4960"/>
                      <a:pt x="1138" y="5555"/>
                    </a:cubicBezTo>
                    <a:cubicBezTo>
                      <a:pt x="1733" y="6150"/>
                      <a:pt x="2540" y="6484"/>
                      <a:pt x="3381" y="64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47" name="Freeform: Shape 13346">
                <a:extLst>
                  <a:ext uri="{FF2B5EF4-FFF2-40B4-BE49-F238E27FC236}">
                    <a16:creationId xmlns:a16="http://schemas.microsoft.com/office/drawing/2014/main" id="{741E46A3-33A2-8E37-6ED0-CE07167AB974}"/>
                  </a:ext>
                </a:extLst>
              </p:cNvPr>
              <p:cNvSpPr/>
              <p:nvPr/>
            </p:nvSpPr>
            <p:spPr>
              <a:xfrm>
                <a:off x="9061981" y="5242111"/>
                <a:ext cx="6343" cy="6345"/>
              </a:xfrm>
              <a:custGeom>
                <a:avLst/>
                <a:gdLst>
                  <a:gd name="connsiteX0" fmla="*/ 3381 w 6343"/>
                  <a:gd name="connsiteY0" fmla="*/ 6484 h 6345"/>
                  <a:gd name="connsiteX1" fmla="*/ 5623 w 6343"/>
                  <a:gd name="connsiteY1" fmla="*/ 5555 h 6345"/>
                  <a:gd name="connsiteX2" fmla="*/ 6552 w 6343"/>
                  <a:gd name="connsiteY2" fmla="*/ 3312 h 6345"/>
                  <a:gd name="connsiteX3" fmla="*/ 5623 w 6343"/>
                  <a:gd name="connsiteY3" fmla="*/ 1068 h 6345"/>
                  <a:gd name="connsiteX4" fmla="*/ 3381 w 6343"/>
                  <a:gd name="connsiteY4" fmla="*/ 139 h 6345"/>
                  <a:gd name="connsiteX5" fmla="*/ 1138 w 6343"/>
                  <a:gd name="connsiteY5" fmla="*/ 1068 h 6345"/>
                  <a:gd name="connsiteX6" fmla="*/ 209 w 6343"/>
                  <a:gd name="connsiteY6" fmla="*/ 3312 h 6345"/>
                  <a:gd name="connsiteX7" fmla="*/ 1138 w 6343"/>
                  <a:gd name="connsiteY7" fmla="*/ 5555 h 6345"/>
                  <a:gd name="connsiteX8" fmla="*/ 3381 w 6343"/>
                  <a:gd name="connsiteY8" fmla="*/ 64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84"/>
                    </a:moveTo>
                    <a:cubicBezTo>
                      <a:pt x="4222" y="6484"/>
                      <a:pt x="5029" y="6150"/>
                      <a:pt x="5623" y="5555"/>
                    </a:cubicBezTo>
                    <a:cubicBezTo>
                      <a:pt x="6218" y="4960"/>
                      <a:pt x="6552" y="4153"/>
                      <a:pt x="6552" y="3312"/>
                    </a:cubicBezTo>
                    <a:cubicBezTo>
                      <a:pt x="6552" y="2470"/>
                      <a:pt x="6218" y="1663"/>
                      <a:pt x="5623" y="1068"/>
                    </a:cubicBezTo>
                    <a:cubicBezTo>
                      <a:pt x="5029" y="473"/>
                      <a:pt x="4222" y="139"/>
                      <a:pt x="3381" y="139"/>
                    </a:cubicBezTo>
                    <a:cubicBezTo>
                      <a:pt x="2540" y="139"/>
                      <a:pt x="1733" y="473"/>
                      <a:pt x="1138" y="1068"/>
                    </a:cubicBezTo>
                    <a:cubicBezTo>
                      <a:pt x="543" y="1663"/>
                      <a:pt x="209" y="2470"/>
                      <a:pt x="209" y="3312"/>
                    </a:cubicBezTo>
                    <a:cubicBezTo>
                      <a:pt x="209" y="4153"/>
                      <a:pt x="543" y="4960"/>
                      <a:pt x="1138" y="5555"/>
                    </a:cubicBezTo>
                    <a:cubicBezTo>
                      <a:pt x="1733" y="6150"/>
                      <a:pt x="2540" y="6484"/>
                      <a:pt x="3381" y="64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48" name="Freeform: Shape 13347">
                <a:extLst>
                  <a:ext uri="{FF2B5EF4-FFF2-40B4-BE49-F238E27FC236}">
                    <a16:creationId xmlns:a16="http://schemas.microsoft.com/office/drawing/2014/main" id="{04812AF5-A4F5-7463-5BBE-2070C7507746}"/>
                  </a:ext>
                </a:extLst>
              </p:cNvPr>
              <p:cNvSpPr/>
              <p:nvPr/>
            </p:nvSpPr>
            <p:spPr>
              <a:xfrm>
                <a:off x="9061633" y="5239669"/>
                <a:ext cx="6343" cy="6345"/>
              </a:xfrm>
              <a:custGeom>
                <a:avLst/>
                <a:gdLst>
                  <a:gd name="connsiteX0" fmla="*/ 3381 w 6343"/>
                  <a:gd name="connsiteY0" fmla="*/ 6484 h 6345"/>
                  <a:gd name="connsiteX1" fmla="*/ 5623 w 6343"/>
                  <a:gd name="connsiteY1" fmla="*/ 5555 h 6345"/>
                  <a:gd name="connsiteX2" fmla="*/ 6552 w 6343"/>
                  <a:gd name="connsiteY2" fmla="*/ 3311 h 6345"/>
                  <a:gd name="connsiteX3" fmla="*/ 5623 w 6343"/>
                  <a:gd name="connsiteY3" fmla="*/ 1068 h 6345"/>
                  <a:gd name="connsiteX4" fmla="*/ 3381 w 6343"/>
                  <a:gd name="connsiteY4" fmla="*/ 139 h 6345"/>
                  <a:gd name="connsiteX5" fmla="*/ 1138 w 6343"/>
                  <a:gd name="connsiteY5" fmla="*/ 1068 h 6345"/>
                  <a:gd name="connsiteX6" fmla="*/ 209 w 6343"/>
                  <a:gd name="connsiteY6" fmla="*/ 3311 h 6345"/>
                  <a:gd name="connsiteX7" fmla="*/ 1138 w 6343"/>
                  <a:gd name="connsiteY7" fmla="*/ 5555 h 6345"/>
                  <a:gd name="connsiteX8" fmla="*/ 3381 w 6343"/>
                  <a:gd name="connsiteY8" fmla="*/ 64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84"/>
                    </a:moveTo>
                    <a:cubicBezTo>
                      <a:pt x="4222" y="6484"/>
                      <a:pt x="5029" y="6150"/>
                      <a:pt x="5623" y="5555"/>
                    </a:cubicBezTo>
                    <a:cubicBezTo>
                      <a:pt x="6218" y="4960"/>
                      <a:pt x="6552" y="4153"/>
                      <a:pt x="6552" y="3311"/>
                    </a:cubicBezTo>
                    <a:cubicBezTo>
                      <a:pt x="6552" y="2470"/>
                      <a:pt x="6218" y="1663"/>
                      <a:pt x="5623" y="1068"/>
                    </a:cubicBezTo>
                    <a:cubicBezTo>
                      <a:pt x="5029" y="473"/>
                      <a:pt x="4222" y="139"/>
                      <a:pt x="3381" y="139"/>
                    </a:cubicBezTo>
                    <a:cubicBezTo>
                      <a:pt x="2540" y="139"/>
                      <a:pt x="1733" y="473"/>
                      <a:pt x="1138" y="1068"/>
                    </a:cubicBezTo>
                    <a:cubicBezTo>
                      <a:pt x="543" y="1663"/>
                      <a:pt x="209" y="2470"/>
                      <a:pt x="209" y="3311"/>
                    </a:cubicBezTo>
                    <a:cubicBezTo>
                      <a:pt x="209" y="4153"/>
                      <a:pt x="543" y="4960"/>
                      <a:pt x="1138" y="5555"/>
                    </a:cubicBezTo>
                    <a:cubicBezTo>
                      <a:pt x="1733" y="6150"/>
                      <a:pt x="2540" y="6484"/>
                      <a:pt x="3381" y="64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49" name="Freeform: Shape 13348">
                <a:extLst>
                  <a:ext uri="{FF2B5EF4-FFF2-40B4-BE49-F238E27FC236}">
                    <a16:creationId xmlns:a16="http://schemas.microsoft.com/office/drawing/2014/main" id="{51B8F57C-603B-F7C8-C6AA-488320609AE7}"/>
                  </a:ext>
                </a:extLst>
              </p:cNvPr>
              <p:cNvSpPr/>
              <p:nvPr/>
            </p:nvSpPr>
            <p:spPr>
              <a:xfrm>
                <a:off x="9061607" y="5237266"/>
                <a:ext cx="6343" cy="6345"/>
              </a:xfrm>
              <a:custGeom>
                <a:avLst/>
                <a:gdLst>
                  <a:gd name="connsiteX0" fmla="*/ 3381 w 6343"/>
                  <a:gd name="connsiteY0" fmla="*/ 6484 h 6345"/>
                  <a:gd name="connsiteX1" fmla="*/ 5623 w 6343"/>
                  <a:gd name="connsiteY1" fmla="*/ 5555 h 6345"/>
                  <a:gd name="connsiteX2" fmla="*/ 6552 w 6343"/>
                  <a:gd name="connsiteY2" fmla="*/ 3311 h 6345"/>
                  <a:gd name="connsiteX3" fmla="*/ 5623 w 6343"/>
                  <a:gd name="connsiteY3" fmla="*/ 1068 h 6345"/>
                  <a:gd name="connsiteX4" fmla="*/ 3381 w 6343"/>
                  <a:gd name="connsiteY4" fmla="*/ 139 h 6345"/>
                  <a:gd name="connsiteX5" fmla="*/ 1138 w 6343"/>
                  <a:gd name="connsiteY5" fmla="*/ 1068 h 6345"/>
                  <a:gd name="connsiteX6" fmla="*/ 209 w 6343"/>
                  <a:gd name="connsiteY6" fmla="*/ 3311 h 6345"/>
                  <a:gd name="connsiteX7" fmla="*/ 1138 w 6343"/>
                  <a:gd name="connsiteY7" fmla="*/ 5555 h 6345"/>
                  <a:gd name="connsiteX8" fmla="*/ 3381 w 6343"/>
                  <a:gd name="connsiteY8" fmla="*/ 64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84"/>
                    </a:moveTo>
                    <a:cubicBezTo>
                      <a:pt x="4222" y="6484"/>
                      <a:pt x="5029" y="6150"/>
                      <a:pt x="5623" y="5555"/>
                    </a:cubicBezTo>
                    <a:cubicBezTo>
                      <a:pt x="6218" y="4960"/>
                      <a:pt x="6552" y="4153"/>
                      <a:pt x="6552" y="3311"/>
                    </a:cubicBezTo>
                    <a:cubicBezTo>
                      <a:pt x="6552" y="2470"/>
                      <a:pt x="6218" y="1663"/>
                      <a:pt x="5623" y="1068"/>
                    </a:cubicBezTo>
                    <a:cubicBezTo>
                      <a:pt x="5029" y="473"/>
                      <a:pt x="4222" y="139"/>
                      <a:pt x="3381" y="139"/>
                    </a:cubicBezTo>
                    <a:cubicBezTo>
                      <a:pt x="2540" y="139"/>
                      <a:pt x="1733" y="473"/>
                      <a:pt x="1138" y="1068"/>
                    </a:cubicBezTo>
                    <a:cubicBezTo>
                      <a:pt x="543" y="1663"/>
                      <a:pt x="209" y="2470"/>
                      <a:pt x="209" y="3311"/>
                    </a:cubicBezTo>
                    <a:cubicBezTo>
                      <a:pt x="209" y="4153"/>
                      <a:pt x="543" y="4960"/>
                      <a:pt x="1138" y="5555"/>
                    </a:cubicBezTo>
                    <a:cubicBezTo>
                      <a:pt x="1733" y="6150"/>
                      <a:pt x="2540" y="6484"/>
                      <a:pt x="3381" y="64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50" name="Freeform: Shape 13349">
                <a:extLst>
                  <a:ext uri="{FF2B5EF4-FFF2-40B4-BE49-F238E27FC236}">
                    <a16:creationId xmlns:a16="http://schemas.microsoft.com/office/drawing/2014/main" id="{B19AC3A9-21A6-EFAB-9D0D-1FFB9C877D54}"/>
                  </a:ext>
                </a:extLst>
              </p:cNvPr>
              <p:cNvSpPr/>
              <p:nvPr/>
            </p:nvSpPr>
            <p:spPr>
              <a:xfrm>
                <a:off x="9061289" y="5234813"/>
                <a:ext cx="6343" cy="6345"/>
              </a:xfrm>
              <a:custGeom>
                <a:avLst/>
                <a:gdLst>
                  <a:gd name="connsiteX0" fmla="*/ 3381 w 6343"/>
                  <a:gd name="connsiteY0" fmla="*/ 6484 h 6345"/>
                  <a:gd name="connsiteX1" fmla="*/ 5623 w 6343"/>
                  <a:gd name="connsiteY1" fmla="*/ 5554 h 6345"/>
                  <a:gd name="connsiteX2" fmla="*/ 6552 w 6343"/>
                  <a:gd name="connsiteY2" fmla="*/ 3311 h 6345"/>
                  <a:gd name="connsiteX3" fmla="*/ 5623 w 6343"/>
                  <a:gd name="connsiteY3" fmla="*/ 1068 h 6345"/>
                  <a:gd name="connsiteX4" fmla="*/ 3381 w 6343"/>
                  <a:gd name="connsiteY4" fmla="*/ 138 h 6345"/>
                  <a:gd name="connsiteX5" fmla="*/ 1138 w 6343"/>
                  <a:gd name="connsiteY5" fmla="*/ 1068 h 6345"/>
                  <a:gd name="connsiteX6" fmla="*/ 209 w 6343"/>
                  <a:gd name="connsiteY6" fmla="*/ 3311 h 6345"/>
                  <a:gd name="connsiteX7" fmla="*/ 1138 w 6343"/>
                  <a:gd name="connsiteY7" fmla="*/ 5554 h 6345"/>
                  <a:gd name="connsiteX8" fmla="*/ 3381 w 6343"/>
                  <a:gd name="connsiteY8" fmla="*/ 648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84"/>
                    </a:moveTo>
                    <a:cubicBezTo>
                      <a:pt x="4222" y="6484"/>
                      <a:pt x="5029" y="6149"/>
                      <a:pt x="5623" y="5554"/>
                    </a:cubicBezTo>
                    <a:cubicBezTo>
                      <a:pt x="6218" y="4959"/>
                      <a:pt x="6552" y="4152"/>
                      <a:pt x="6552" y="3311"/>
                    </a:cubicBezTo>
                    <a:cubicBezTo>
                      <a:pt x="6552" y="2470"/>
                      <a:pt x="6218" y="1663"/>
                      <a:pt x="5623" y="1068"/>
                    </a:cubicBezTo>
                    <a:cubicBezTo>
                      <a:pt x="5029" y="473"/>
                      <a:pt x="4222" y="138"/>
                      <a:pt x="3381" y="138"/>
                    </a:cubicBezTo>
                    <a:cubicBezTo>
                      <a:pt x="2540" y="138"/>
                      <a:pt x="1733" y="473"/>
                      <a:pt x="1138" y="1068"/>
                    </a:cubicBezTo>
                    <a:cubicBezTo>
                      <a:pt x="543" y="1663"/>
                      <a:pt x="209" y="2470"/>
                      <a:pt x="209" y="3311"/>
                    </a:cubicBezTo>
                    <a:cubicBezTo>
                      <a:pt x="209" y="4152"/>
                      <a:pt x="543" y="4959"/>
                      <a:pt x="1138" y="5554"/>
                    </a:cubicBezTo>
                    <a:cubicBezTo>
                      <a:pt x="1733" y="6149"/>
                      <a:pt x="2540" y="6484"/>
                      <a:pt x="3381" y="64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51" name="Freeform: Shape 13350">
                <a:extLst>
                  <a:ext uri="{FF2B5EF4-FFF2-40B4-BE49-F238E27FC236}">
                    <a16:creationId xmlns:a16="http://schemas.microsoft.com/office/drawing/2014/main" id="{5955223A-0276-7020-2581-6953D1C1BB25}"/>
                  </a:ext>
                </a:extLst>
              </p:cNvPr>
              <p:cNvSpPr/>
              <p:nvPr/>
            </p:nvSpPr>
            <p:spPr>
              <a:xfrm>
                <a:off x="8932058" y="5165687"/>
                <a:ext cx="6343" cy="6345"/>
              </a:xfrm>
              <a:custGeom>
                <a:avLst/>
                <a:gdLst>
                  <a:gd name="connsiteX0" fmla="*/ 3370 w 6343"/>
                  <a:gd name="connsiteY0" fmla="*/ 6478 h 6345"/>
                  <a:gd name="connsiteX1" fmla="*/ 5613 w 6343"/>
                  <a:gd name="connsiteY1" fmla="*/ 5549 h 6345"/>
                  <a:gd name="connsiteX2" fmla="*/ 6542 w 6343"/>
                  <a:gd name="connsiteY2" fmla="*/ 3306 h 6345"/>
                  <a:gd name="connsiteX3" fmla="*/ 5613 w 6343"/>
                  <a:gd name="connsiteY3" fmla="*/ 1062 h 6345"/>
                  <a:gd name="connsiteX4" fmla="*/ 3370 w 6343"/>
                  <a:gd name="connsiteY4" fmla="*/ 133 h 6345"/>
                  <a:gd name="connsiteX5" fmla="*/ 1128 w 6343"/>
                  <a:gd name="connsiteY5" fmla="*/ 1062 h 6345"/>
                  <a:gd name="connsiteX6" fmla="*/ 199 w 6343"/>
                  <a:gd name="connsiteY6" fmla="*/ 3306 h 6345"/>
                  <a:gd name="connsiteX7" fmla="*/ 1128 w 6343"/>
                  <a:gd name="connsiteY7" fmla="*/ 5549 h 6345"/>
                  <a:gd name="connsiteX8" fmla="*/ 337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0" y="6478"/>
                    </a:moveTo>
                    <a:cubicBezTo>
                      <a:pt x="4212" y="6478"/>
                      <a:pt x="5018" y="6144"/>
                      <a:pt x="5613" y="5549"/>
                    </a:cubicBezTo>
                    <a:cubicBezTo>
                      <a:pt x="6208" y="4954"/>
                      <a:pt x="6542" y="4147"/>
                      <a:pt x="6542" y="3306"/>
                    </a:cubicBezTo>
                    <a:cubicBezTo>
                      <a:pt x="6542" y="2464"/>
                      <a:pt x="6208" y="1657"/>
                      <a:pt x="5613" y="1062"/>
                    </a:cubicBezTo>
                    <a:cubicBezTo>
                      <a:pt x="5018" y="467"/>
                      <a:pt x="4212" y="133"/>
                      <a:pt x="3370" y="133"/>
                    </a:cubicBezTo>
                    <a:cubicBezTo>
                      <a:pt x="2529" y="133"/>
                      <a:pt x="1723" y="467"/>
                      <a:pt x="1128" y="1062"/>
                    </a:cubicBezTo>
                    <a:cubicBezTo>
                      <a:pt x="533" y="1657"/>
                      <a:pt x="199" y="2464"/>
                      <a:pt x="199" y="3306"/>
                    </a:cubicBezTo>
                    <a:cubicBezTo>
                      <a:pt x="199" y="4147"/>
                      <a:pt x="533" y="4954"/>
                      <a:pt x="1128" y="5549"/>
                    </a:cubicBezTo>
                    <a:cubicBezTo>
                      <a:pt x="1723" y="6144"/>
                      <a:pt x="2529" y="6478"/>
                      <a:pt x="337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52" name="Freeform: Shape 13351">
                <a:extLst>
                  <a:ext uri="{FF2B5EF4-FFF2-40B4-BE49-F238E27FC236}">
                    <a16:creationId xmlns:a16="http://schemas.microsoft.com/office/drawing/2014/main" id="{917E3643-F005-0FD5-0253-4CEB8892BEF2}"/>
                  </a:ext>
                </a:extLst>
              </p:cNvPr>
              <p:cNvSpPr/>
              <p:nvPr/>
            </p:nvSpPr>
            <p:spPr>
              <a:xfrm>
                <a:off x="8942857" y="5165117"/>
                <a:ext cx="6343" cy="6345"/>
              </a:xfrm>
              <a:custGeom>
                <a:avLst/>
                <a:gdLst>
                  <a:gd name="connsiteX0" fmla="*/ 3371 w 6343"/>
                  <a:gd name="connsiteY0" fmla="*/ 6478 h 6345"/>
                  <a:gd name="connsiteX1" fmla="*/ 5614 w 6343"/>
                  <a:gd name="connsiteY1" fmla="*/ 5549 h 6345"/>
                  <a:gd name="connsiteX2" fmla="*/ 6543 w 6343"/>
                  <a:gd name="connsiteY2" fmla="*/ 3306 h 6345"/>
                  <a:gd name="connsiteX3" fmla="*/ 5614 w 6343"/>
                  <a:gd name="connsiteY3" fmla="*/ 1062 h 6345"/>
                  <a:gd name="connsiteX4" fmla="*/ 3371 w 6343"/>
                  <a:gd name="connsiteY4" fmla="*/ 133 h 6345"/>
                  <a:gd name="connsiteX5" fmla="*/ 1129 w 6343"/>
                  <a:gd name="connsiteY5" fmla="*/ 1062 h 6345"/>
                  <a:gd name="connsiteX6" fmla="*/ 200 w 6343"/>
                  <a:gd name="connsiteY6" fmla="*/ 3306 h 6345"/>
                  <a:gd name="connsiteX7" fmla="*/ 1129 w 6343"/>
                  <a:gd name="connsiteY7" fmla="*/ 5549 h 6345"/>
                  <a:gd name="connsiteX8" fmla="*/ 337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1" y="6478"/>
                    </a:moveTo>
                    <a:cubicBezTo>
                      <a:pt x="4212" y="6478"/>
                      <a:pt x="5019" y="6144"/>
                      <a:pt x="5614" y="5549"/>
                    </a:cubicBezTo>
                    <a:cubicBezTo>
                      <a:pt x="6209" y="4954"/>
                      <a:pt x="6543" y="4147"/>
                      <a:pt x="6543" y="3306"/>
                    </a:cubicBezTo>
                    <a:cubicBezTo>
                      <a:pt x="6543" y="2464"/>
                      <a:pt x="6209" y="1657"/>
                      <a:pt x="5614" y="1062"/>
                    </a:cubicBezTo>
                    <a:cubicBezTo>
                      <a:pt x="5019" y="467"/>
                      <a:pt x="4212" y="133"/>
                      <a:pt x="3371" y="133"/>
                    </a:cubicBezTo>
                    <a:cubicBezTo>
                      <a:pt x="2530" y="133"/>
                      <a:pt x="1723" y="467"/>
                      <a:pt x="1129" y="1062"/>
                    </a:cubicBezTo>
                    <a:cubicBezTo>
                      <a:pt x="534" y="1657"/>
                      <a:pt x="200" y="2464"/>
                      <a:pt x="200" y="3306"/>
                    </a:cubicBezTo>
                    <a:cubicBezTo>
                      <a:pt x="200" y="4147"/>
                      <a:pt x="534" y="4954"/>
                      <a:pt x="1129" y="5549"/>
                    </a:cubicBezTo>
                    <a:cubicBezTo>
                      <a:pt x="1723" y="6144"/>
                      <a:pt x="2530" y="6478"/>
                      <a:pt x="337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53" name="Freeform: Shape 13352">
                <a:extLst>
                  <a:ext uri="{FF2B5EF4-FFF2-40B4-BE49-F238E27FC236}">
                    <a16:creationId xmlns:a16="http://schemas.microsoft.com/office/drawing/2014/main" id="{43362616-79F7-3DF3-52DC-B468AD15A153}"/>
                  </a:ext>
                </a:extLst>
              </p:cNvPr>
              <p:cNvSpPr/>
              <p:nvPr/>
            </p:nvSpPr>
            <p:spPr>
              <a:xfrm>
                <a:off x="8959743" y="5166283"/>
                <a:ext cx="6343" cy="6345"/>
              </a:xfrm>
              <a:custGeom>
                <a:avLst/>
                <a:gdLst>
                  <a:gd name="connsiteX0" fmla="*/ 3373 w 6343"/>
                  <a:gd name="connsiteY0" fmla="*/ 6478 h 6345"/>
                  <a:gd name="connsiteX1" fmla="*/ 5615 w 6343"/>
                  <a:gd name="connsiteY1" fmla="*/ 5549 h 6345"/>
                  <a:gd name="connsiteX2" fmla="*/ 6544 w 6343"/>
                  <a:gd name="connsiteY2" fmla="*/ 3306 h 6345"/>
                  <a:gd name="connsiteX3" fmla="*/ 5615 w 6343"/>
                  <a:gd name="connsiteY3" fmla="*/ 1062 h 6345"/>
                  <a:gd name="connsiteX4" fmla="*/ 3373 w 6343"/>
                  <a:gd name="connsiteY4" fmla="*/ 133 h 6345"/>
                  <a:gd name="connsiteX5" fmla="*/ 1130 w 6343"/>
                  <a:gd name="connsiteY5" fmla="*/ 1062 h 6345"/>
                  <a:gd name="connsiteX6" fmla="*/ 201 w 6343"/>
                  <a:gd name="connsiteY6" fmla="*/ 3306 h 6345"/>
                  <a:gd name="connsiteX7" fmla="*/ 1130 w 6343"/>
                  <a:gd name="connsiteY7" fmla="*/ 5549 h 6345"/>
                  <a:gd name="connsiteX8" fmla="*/ 337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78"/>
                    </a:moveTo>
                    <a:cubicBezTo>
                      <a:pt x="4214" y="6478"/>
                      <a:pt x="5020" y="6144"/>
                      <a:pt x="5615" y="5549"/>
                    </a:cubicBezTo>
                    <a:cubicBezTo>
                      <a:pt x="6210" y="4954"/>
                      <a:pt x="6544" y="4147"/>
                      <a:pt x="6544" y="3306"/>
                    </a:cubicBezTo>
                    <a:cubicBezTo>
                      <a:pt x="6544" y="2464"/>
                      <a:pt x="6210" y="1657"/>
                      <a:pt x="5615" y="1062"/>
                    </a:cubicBezTo>
                    <a:cubicBezTo>
                      <a:pt x="5020" y="467"/>
                      <a:pt x="4214" y="133"/>
                      <a:pt x="3373" y="133"/>
                    </a:cubicBezTo>
                    <a:cubicBezTo>
                      <a:pt x="2532" y="133"/>
                      <a:pt x="1725" y="467"/>
                      <a:pt x="1130" y="1062"/>
                    </a:cubicBezTo>
                    <a:cubicBezTo>
                      <a:pt x="535" y="1657"/>
                      <a:pt x="201" y="2464"/>
                      <a:pt x="201" y="3306"/>
                    </a:cubicBezTo>
                    <a:cubicBezTo>
                      <a:pt x="201" y="4147"/>
                      <a:pt x="535" y="4954"/>
                      <a:pt x="1130" y="5549"/>
                    </a:cubicBezTo>
                    <a:cubicBezTo>
                      <a:pt x="1725" y="6144"/>
                      <a:pt x="2532" y="6478"/>
                      <a:pt x="337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54" name="Freeform: Shape 13353">
                <a:extLst>
                  <a:ext uri="{FF2B5EF4-FFF2-40B4-BE49-F238E27FC236}">
                    <a16:creationId xmlns:a16="http://schemas.microsoft.com/office/drawing/2014/main" id="{3AAC1F72-6F05-62DF-85E8-0739B8FC4F9B}"/>
                  </a:ext>
                </a:extLst>
              </p:cNvPr>
              <p:cNvSpPr/>
              <p:nvPr/>
            </p:nvSpPr>
            <p:spPr>
              <a:xfrm>
                <a:off x="8969908" y="5165843"/>
                <a:ext cx="6343" cy="6345"/>
              </a:xfrm>
              <a:custGeom>
                <a:avLst/>
                <a:gdLst>
                  <a:gd name="connsiteX0" fmla="*/ 3373 w 6343"/>
                  <a:gd name="connsiteY0" fmla="*/ 6478 h 6345"/>
                  <a:gd name="connsiteX1" fmla="*/ 5616 w 6343"/>
                  <a:gd name="connsiteY1" fmla="*/ 5549 h 6345"/>
                  <a:gd name="connsiteX2" fmla="*/ 6545 w 6343"/>
                  <a:gd name="connsiteY2" fmla="*/ 3306 h 6345"/>
                  <a:gd name="connsiteX3" fmla="*/ 5616 w 6343"/>
                  <a:gd name="connsiteY3" fmla="*/ 1062 h 6345"/>
                  <a:gd name="connsiteX4" fmla="*/ 3373 w 6343"/>
                  <a:gd name="connsiteY4" fmla="*/ 133 h 6345"/>
                  <a:gd name="connsiteX5" fmla="*/ 1131 w 6343"/>
                  <a:gd name="connsiteY5" fmla="*/ 1062 h 6345"/>
                  <a:gd name="connsiteX6" fmla="*/ 202 w 6343"/>
                  <a:gd name="connsiteY6" fmla="*/ 3306 h 6345"/>
                  <a:gd name="connsiteX7" fmla="*/ 1131 w 6343"/>
                  <a:gd name="connsiteY7" fmla="*/ 5549 h 6345"/>
                  <a:gd name="connsiteX8" fmla="*/ 337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3" y="6478"/>
                    </a:moveTo>
                    <a:cubicBezTo>
                      <a:pt x="4215" y="6478"/>
                      <a:pt x="5021" y="6144"/>
                      <a:pt x="5616" y="5549"/>
                    </a:cubicBezTo>
                    <a:cubicBezTo>
                      <a:pt x="6211" y="4954"/>
                      <a:pt x="6545" y="4147"/>
                      <a:pt x="6545" y="3306"/>
                    </a:cubicBezTo>
                    <a:cubicBezTo>
                      <a:pt x="6545" y="2464"/>
                      <a:pt x="6211" y="1657"/>
                      <a:pt x="5616" y="1062"/>
                    </a:cubicBezTo>
                    <a:cubicBezTo>
                      <a:pt x="5021" y="467"/>
                      <a:pt x="4215" y="133"/>
                      <a:pt x="3373" y="133"/>
                    </a:cubicBezTo>
                    <a:cubicBezTo>
                      <a:pt x="2532" y="133"/>
                      <a:pt x="1726" y="467"/>
                      <a:pt x="1131" y="1062"/>
                    </a:cubicBezTo>
                    <a:cubicBezTo>
                      <a:pt x="536" y="1657"/>
                      <a:pt x="202" y="2464"/>
                      <a:pt x="202" y="3306"/>
                    </a:cubicBezTo>
                    <a:cubicBezTo>
                      <a:pt x="202" y="4147"/>
                      <a:pt x="536" y="4954"/>
                      <a:pt x="1131" y="5549"/>
                    </a:cubicBezTo>
                    <a:cubicBezTo>
                      <a:pt x="1726" y="6144"/>
                      <a:pt x="2532" y="6478"/>
                      <a:pt x="337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55" name="Freeform: Shape 13354">
                <a:extLst>
                  <a:ext uri="{FF2B5EF4-FFF2-40B4-BE49-F238E27FC236}">
                    <a16:creationId xmlns:a16="http://schemas.microsoft.com/office/drawing/2014/main" id="{E4ADEF9A-9C5D-8518-5B22-EC7C441486A4}"/>
                  </a:ext>
                </a:extLst>
              </p:cNvPr>
              <p:cNvSpPr/>
              <p:nvPr/>
            </p:nvSpPr>
            <p:spPr>
              <a:xfrm>
                <a:off x="8982087" y="5166085"/>
                <a:ext cx="6343" cy="6345"/>
              </a:xfrm>
              <a:custGeom>
                <a:avLst/>
                <a:gdLst>
                  <a:gd name="connsiteX0" fmla="*/ 3374 w 6343"/>
                  <a:gd name="connsiteY0" fmla="*/ 6478 h 6345"/>
                  <a:gd name="connsiteX1" fmla="*/ 5617 w 6343"/>
                  <a:gd name="connsiteY1" fmla="*/ 5549 h 6345"/>
                  <a:gd name="connsiteX2" fmla="*/ 6546 w 6343"/>
                  <a:gd name="connsiteY2" fmla="*/ 3306 h 6345"/>
                  <a:gd name="connsiteX3" fmla="*/ 5617 w 6343"/>
                  <a:gd name="connsiteY3" fmla="*/ 1062 h 6345"/>
                  <a:gd name="connsiteX4" fmla="*/ 3374 w 6343"/>
                  <a:gd name="connsiteY4" fmla="*/ 133 h 6345"/>
                  <a:gd name="connsiteX5" fmla="*/ 1132 w 6343"/>
                  <a:gd name="connsiteY5" fmla="*/ 1062 h 6345"/>
                  <a:gd name="connsiteX6" fmla="*/ 203 w 6343"/>
                  <a:gd name="connsiteY6" fmla="*/ 3306 h 6345"/>
                  <a:gd name="connsiteX7" fmla="*/ 1132 w 6343"/>
                  <a:gd name="connsiteY7" fmla="*/ 5549 h 6345"/>
                  <a:gd name="connsiteX8" fmla="*/ 337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4" y="6478"/>
                    </a:moveTo>
                    <a:cubicBezTo>
                      <a:pt x="4215" y="6478"/>
                      <a:pt x="5022" y="6144"/>
                      <a:pt x="5617" y="5549"/>
                    </a:cubicBezTo>
                    <a:cubicBezTo>
                      <a:pt x="6212" y="4954"/>
                      <a:pt x="6546" y="4147"/>
                      <a:pt x="6546" y="3306"/>
                    </a:cubicBezTo>
                    <a:cubicBezTo>
                      <a:pt x="6546" y="2464"/>
                      <a:pt x="6212" y="1657"/>
                      <a:pt x="5617" y="1062"/>
                    </a:cubicBezTo>
                    <a:cubicBezTo>
                      <a:pt x="5022" y="467"/>
                      <a:pt x="4215" y="133"/>
                      <a:pt x="3374" y="133"/>
                    </a:cubicBezTo>
                    <a:cubicBezTo>
                      <a:pt x="2533" y="133"/>
                      <a:pt x="1727" y="467"/>
                      <a:pt x="1132" y="1062"/>
                    </a:cubicBezTo>
                    <a:cubicBezTo>
                      <a:pt x="537" y="1657"/>
                      <a:pt x="203" y="2464"/>
                      <a:pt x="203" y="3306"/>
                    </a:cubicBezTo>
                    <a:cubicBezTo>
                      <a:pt x="203" y="4147"/>
                      <a:pt x="537" y="4954"/>
                      <a:pt x="1132" y="5549"/>
                    </a:cubicBezTo>
                    <a:cubicBezTo>
                      <a:pt x="1727" y="6144"/>
                      <a:pt x="2533" y="6478"/>
                      <a:pt x="337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56" name="Freeform: Shape 13355">
                <a:extLst>
                  <a:ext uri="{FF2B5EF4-FFF2-40B4-BE49-F238E27FC236}">
                    <a16:creationId xmlns:a16="http://schemas.microsoft.com/office/drawing/2014/main" id="{1380D5B9-732E-DBF1-4004-186525DA4174}"/>
                  </a:ext>
                </a:extLst>
              </p:cNvPr>
              <p:cNvSpPr/>
              <p:nvPr/>
            </p:nvSpPr>
            <p:spPr>
              <a:xfrm>
                <a:off x="8993947" y="5166387"/>
                <a:ext cx="6343" cy="6345"/>
              </a:xfrm>
              <a:custGeom>
                <a:avLst/>
                <a:gdLst>
                  <a:gd name="connsiteX0" fmla="*/ 3375 w 6343"/>
                  <a:gd name="connsiteY0" fmla="*/ 6478 h 6345"/>
                  <a:gd name="connsiteX1" fmla="*/ 5618 w 6343"/>
                  <a:gd name="connsiteY1" fmla="*/ 5549 h 6345"/>
                  <a:gd name="connsiteX2" fmla="*/ 6547 w 6343"/>
                  <a:gd name="connsiteY2" fmla="*/ 3306 h 6345"/>
                  <a:gd name="connsiteX3" fmla="*/ 5618 w 6343"/>
                  <a:gd name="connsiteY3" fmla="*/ 1062 h 6345"/>
                  <a:gd name="connsiteX4" fmla="*/ 3375 w 6343"/>
                  <a:gd name="connsiteY4" fmla="*/ 133 h 6345"/>
                  <a:gd name="connsiteX5" fmla="*/ 1133 w 6343"/>
                  <a:gd name="connsiteY5" fmla="*/ 1062 h 6345"/>
                  <a:gd name="connsiteX6" fmla="*/ 204 w 6343"/>
                  <a:gd name="connsiteY6" fmla="*/ 3306 h 6345"/>
                  <a:gd name="connsiteX7" fmla="*/ 1133 w 6343"/>
                  <a:gd name="connsiteY7" fmla="*/ 5549 h 6345"/>
                  <a:gd name="connsiteX8" fmla="*/ 337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478"/>
                    </a:moveTo>
                    <a:cubicBezTo>
                      <a:pt x="4216" y="6478"/>
                      <a:pt x="5023" y="6144"/>
                      <a:pt x="5618" y="5549"/>
                    </a:cubicBezTo>
                    <a:cubicBezTo>
                      <a:pt x="6213" y="4954"/>
                      <a:pt x="6547" y="4147"/>
                      <a:pt x="6547" y="3306"/>
                    </a:cubicBezTo>
                    <a:cubicBezTo>
                      <a:pt x="6547" y="2464"/>
                      <a:pt x="6213" y="1657"/>
                      <a:pt x="5618" y="1062"/>
                    </a:cubicBezTo>
                    <a:cubicBezTo>
                      <a:pt x="5023" y="467"/>
                      <a:pt x="4216" y="133"/>
                      <a:pt x="3375" y="133"/>
                    </a:cubicBezTo>
                    <a:cubicBezTo>
                      <a:pt x="2534" y="133"/>
                      <a:pt x="1727" y="467"/>
                      <a:pt x="1133" y="1062"/>
                    </a:cubicBezTo>
                    <a:cubicBezTo>
                      <a:pt x="538" y="1657"/>
                      <a:pt x="204" y="2464"/>
                      <a:pt x="204" y="3306"/>
                    </a:cubicBezTo>
                    <a:cubicBezTo>
                      <a:pt x="204" y="4147"/>
                      <a:pt x="538" y="4954"/>
                      <a:pt x="1133" y="5549"/>
                    </a:cubicBezTo>
                    <a:cubicBezTo>
                      <a:pt x="1727" y="6144"/>
                      <a:pt x="2534" y="6478"/>
                      <a:pt x="337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57" name="Freeform: Shape 13356">
                <a:extLst>
                  <a:ext uri="{FF2B5EF4-FFF2-40B4-BE49-F238E27FC236}">
                    <a16:creationId xmlns:a16="http://schemas.microsoft.com/office/drawing/2014/main" id="{482B85D4-6946-BB76-AD0D-18ED4CD96975}"/>
                  </a:ext>
                </a:extLst>
              </p:cNvPr>
              <p:cNvSpPr/>
              <p:nvPr/>
            </p:nvSpPr>
            <p:spPr>
              <a:xfrm>
                <a:off x="9005191" y="5166657"/>
                <a:ext cx="6343" cy="6345"/>
              </a:xfrm>
              <a:custGeom>
                <a:avLst/>
                <a:gdLst>
                  <a:gd name="connsiteX0" fmla="*/ 3376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6 h 6345"/>
                  <a:gd name="connsiteX3" fmla="*/ 5619 w 6343"/>
                  <a:gd name="connsiteY3" fmla="*/ 1062 h 6345"/>
                  <a:gd name="connsiteX4" fmla="*/ 3376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6 h 6345"/>
                  <a:gd name="connsiteX7" fmla="*/ 1134 w 6343"/>
                  <a:gd name="connsiteY7" fmla="*/ 5549 h 6345"/>
                  <a:gd name="connsiteX8" fmla="*/ 337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78"/>
                    </a:moveTo>
                    <a:cubicBezTo>
                      <a:pt x="4217" y="6478"/>
                      <a:pt x="5024" y="6144"/>
                      <a:pt x="5619" y="5549"/>
                    </a:cubicBezTo>
                    <a:cubicBezTo>
                      <a:pt x="6214" y="4954"/>
                      <a:pt x="6548" y="4147"/>
                      <a:pt x="6548" y="3306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4" y="467"/>
                      <a:pt x="4217" y="133"/>
                      <a:pt x="3376" y="133"/>
                    </a:cubicBezTo>
                    <a:cubicBezTo>
                      <a:pt x="2535" y="133"/>
                      <a:pt x="1728" y="467"/>
                      <a:pt x="1134" y="1062"/>
                    </a:cubicBezTo>
                    <a:cubicBezTo>
                      <a:pt x="539" y="1657"/>
                      <a:pt x="205" y="2464"/>
                      <a:pt x="205" y="3306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8" y="6144"/>
                      <a:pt x="2535" y="6478"/>
                      <a:pt x="337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58" name="Freeform: Shape 13357">
                <a:extLst>
                  <a:ext uri="{FF2B5EF4-FFF2-40B4-BE49-F238E27FC236}">
                    <a16:creationId xmlns:a16="http://schemas.microsoft.com/office/drawing/2014/main" id="{F451FDCD-275C-F4D0-5ECA-E5756BE90872}"/>
                  </a:ext>
                </a:extLst>
              </p:cNvPr>
              <p:cNvSpPr/>
              <p:nvPr/>
            </p:nvSpPr>
            <p:spPr>
              <a:xfrm>
                <a:off x="9013332" y="5166146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6 h 6345"/>
                  <a:gd name="connsiteX3" fmla="*/ 5619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6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19" y="5549"/>
                    </a:cubicBezTo>
                    <a:cubicBezTo>
                      <a:pt x="6214" y="4954"/>
                      <a:pt x="6548" y="4147"/>
                      <a:pt x="6548" y="3306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6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59" name="Freeform: Shape 13358">
                <a:extLst>
                  <a:ext uri="{FF2B5EF4-FFF2-40B4-BE49-F238E27FC236}">
                    <a16:creationId xmlns:a16="http://schemas.microsoft.com/office/drawing/2014/main" id="{DA7A5A8A-8937-3CA5-3924-B6FC615CD904}"/>
                  </a:ext>
                </a:extLst>
              </p:cNvPr>
              <p:cNvSpPr/>
              <p:nvPr/>
            </p:nvSpPr>
            <p:spPr>
              <a:xfrm>
                <a:off x="9014479" y="5163610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9 h 6345"/>
                  <a:gd name="connsiteX2" fmla="*/ 6548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20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20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40" y="1657"/>
                      <a:pt x="205" y="2464"/>
                      <a:pt x="205" y="3305"/>
                    </a:cubicBezTo>
                    <a:cubicBezTo>
                      <a:pt x="205" y="4147"/>
                      <a:pt x="540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60" name="Freeform: Shape 13359">
                <a:extLst>
                  <a:ext uri="{FF2B5EF4-FFF2-40B4-BE49-F238E27FC236}">
                    <a16:creationId xmlns:a16="http://schemas.microsoft.com/office/drawing/2014/main" id="{2F52CBF2-2A34-9726-C29F-16436151344D}"/>
                  </a:ext>
                </a:extLst>
              </p:cNvPr>
              <p:cNvSpPr/>
              <p:nvPr/>
            </p:nvSpPr>
            <p:spPr>
              <a:xfrm>
                <a:off x="9018122" y="5161853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9 h 6345"/>
                  <a:gd name="connsiteX2" fmla="*/ 6549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3 h 6345"/>
                  <a:gd name="connsiteX5" fmla="*/ 1135 w 6343"/>
                  <a:gd name="connsiteY5" fmla="*/ 1062 h 6345"/>
                  <a:gd name="connsiteX6" fmla="*/ 206 w 6343"/>
                  <a:gd name="connsiteY6" fmla="*/ 3305 h 6345"/>
                  <a:gd name="connsiteX7" fmla="*/ 1135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20" y="5549"/>
                    </a:cubicBezTo>
                    <a:cubicBezTo>
                      <a:pt x="6215" y="4954"/>
                      <a:pt x="6549" y="4147"/>
                      <a:pt x="6549" y="3305"/>
                    </a:cubicBezTo>
                    <a:cubicBezTo>
                      <a:pt x="6549" y="2464"/>
                      <a:pt x="6215" y="1657"/>
                      <a:pt x="5620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5" y="1062"/>
                    </a:cubicBezTo>
                    <a:cubicBezTo>
                      <a:pt x="540" y="1657"/>
                      <a:pt x="206" y="2464"/>
                      <a:pt x="206" y="3305"/>
                    </a:cubicBezTo>
                    <a:cubicBezTo>
                      <a:pt x="206" y="4147"/>
                      <a:pt x="540" y="4954"/>
                      <a:pt x="1135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61" name="Freeform: Shape 13360">
                <a:extLst>
                  <a:ext uri="{FF2B5EF4-FFF2-40B4-BE49-F238E27FC236}">
                    <a16:creationId xmlns:a16="http://schemas.microsoft.com/office/drawing/2014/main" id="{1A811681-CC4C-49F3-D21F-0FBF62F2F2FF}"/>
                  </a:ext>
                </a:extLst>
              </p:cNvPr>
              <p:cNvSpPr/>
              <p:nvPr/>
            </p:nvSpPr>
            <p:spPr>
              <a:xfrm>
                <a:off x="9024895" y="5161127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0 w 6343"/>
                  <a:gd name="connsiteY1" fmla="*/ 5549 h 6345"/>
                  <a:gd name="connsiteX2" fmla="*/ 6549 w 6343"/>
                  <a:gd name="connsiteY2" fmla="*/ 3305 h 6345"/>
                  <a:gd name="connsiteX3" fmla="*/ 5620 w 6343"/>
                  <a:gd name="connsiteY3" fmla="*/ 1062 h 6345"/>
                  <a:gd name="connsiteX4" fmla="*/ 3378 w 6343"/>
                  <a:gd name="connsiteY4" fmla="*/ 133 h 6345"/>
                  <a:gd name="connsiteX5" fmla="*/ 1135 w 6343"/>
                  <a:gd name="connsiteY5" fmla="*/ 1062 h 6345"/>
                  <a:gd name="connsiteX6" fmla="*/ 206 w 6343"/>
                  <a:gd name="connsiteY6" fmla="*/ 3305 h 6345"/>
                  <a:gd name="connsiteX7" fmla="*/ 1135 w 6343"/>
                  <a:gd name="connsiteY7" fmla="*/ 5549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19" y="6478"/>
                      <a:pt x="5026" y="6144"/>
                      <a:pt x="5620" y="5549"/>
                    </a:cubicBezTo>
                    <a:cubicBezTo>
                      <a:pt x="6215" y="4954"/>
                      <a:pt x="6549" y="4147"/>
                      <a:pt x="6549" y="3305"/>
                    </a:cubicBezTo>
                    <a:cubicBezTo>
                      <a:pt x="6549" y="2464"/>
                      <a:pt x="6215" y="1657"/>
                      <a:pt x="5620" y="1062"/>
                    </a:cubicBezTo>
                    <a:cubicBezTo>
                      <a:pt x="5026" y="467"/>
                      <a:pt x="4219" y="133"/>
                      <a:pt x="3378" y="133"/>
                    </a:cubicBezTo>
                    <a:cubicBezTo>
                      <a:pt x="2537" y="133"/>
                      <a:pt x="1730" y="467"/>
                      <a:pt x="1135" y="1062"/>
                    </a:cubicBezTo>
                    <a:cubicBezTo>
                      <a:pt x="540" y="1657"/>
                      <a:pt x="206" y="2464"/>
                      <a:pt x="206" y="3305"/>
                    </a:cubicBezTo>
                    <a:cubicBezTo>
                      <a:pt x="206" y="4147"/>
                      <a:pt x="540" y="4954"/>
                      <a:pt x="1135" y="5549"/>
                    </a:cubicBezTo>
                    <a:cubicBezTo>
                      <a:pt x="1730" y="6144"/>
                      <a:pt x="2537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62" name="Freeform: Shape 13361">
                <a:extLst>
                  <a:ext uri="{FF2B5EF4-FFF2-40B4-BE49-F238E27FC236}">
                    <a16:creationId xmlns:a16="http://schemas.microsoft.com/office/drawing/2014/main" id="{15E44D55-E4F1-19BB-EF27-FFA5CEE097F4}"/>
                  </a:ext>
                </a:extLst>
              </p:cNvPr>
              <p:cNvSpPr/>
              <p:nvPr/>
            </p:nvSpPr>
            <p:spPr>
              <a:xfrm>
                <a:off x="9032955" y="5160897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1 w 6343"/>
                  <a:gd name="connsiteY1" fmla="*/ 5549 h 6345"/>
                  <a:gd name="connsiteX2" fmla="*/ 6550 w 6343"/>
                  <a:gd name="connsiteY2" fmla="*/ 3305 h 6345"/>
                  <a:gd name="connsiteX3" fmla="*/ 5621 w 6343"/>
                  <a:gd name="connsiteY3" fmla="*/ 1062 h 6345"/>
                  <a:gd name="connsiteX4" fmla="*/ 3378 w 6343"/>
                  <a:gd name="connsiteY4" fmla="*/ 132 h 6345"/>
                  <a:gd name="connsiteX5" fmla="*/ 1136 w 6343"/>
                  <a:gd name="connsiteY5" fmla="*/ 1062 h 6345"/>
                  <a:gd name="connsiteX6" fmla="*/ 207 w 6343"/>
                  <a:gd name="connsiteY6" fmla="*/ 3305 h 6345"/>
                  <a:gd name="connsiteX7" fmla="*/ 1136 w 6343"/>
                  <a:gd name="connsiteY7" fmla="*/ 5549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20" y="6478"/>
                      <a:pt x="5026" y="6144"/>
                      <a:pt x="5621" y="5549"/>
                    </a:cubicBezTo>
                    <a:cubicBezTo>
                      <a:pt x="6216" y="4954"/>
                      <a:pt x="6550" y="4147"/>
                      <a:pt x="6550" y="3305"/>
                    </a:cubicBezTo>
                    <a:cubicBezTo>
                      <a:pt x="6550" y="2464"/>
                      <a:pt x="6216" y="1657"/>
                      <a:pt x="5621" y="1062"/>
                    </a:cubicBezTo>
                    <a:cubicBezTo>
                      <a:pt x="5026" y="467"/>
                      <a:pt x="4220" y="132"/>
                      <a:pt x="3378" y="132"/>
                    </a:cubicBezTo>
                    <a:cubicBezTo>
                      <a:pt x="2537" y="132"/>
                      <a:pt x="1731" y="467"/>
                      <a:pt x="1136" y="1062"/>
                    </a:cubicBezTo>
                    <a:cubicBezTo>
                      <a:pt x="541" y="1657"/>
                      <a:pt x="207" y="2464"/>
                      <a:pt x="207" y="3305"/>
                    </a:cubicBezTo>
                    <a:cubicBezTo>
                      <a:pt x="207" y="4147"/>
                      <a:pt x="541" y="4954"/>
                      <a:pt x="1136" y="5549"/>
                    </a:cubicBezTo>
                    <a:cubicBezTo>
                      <a:pt x="1731" y="6144"/>
                      <a:pt x="2537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63" name="Freeform: Shape 13362">
                <a:extLst>
                  <a:ext uri="{FF2B5EF4-FFF2-40B4-BE49-F238E27FC236}">
                    <a16:creationId xmlns:a16="http://schemas.microsoft.com/office/drawing/2014/main" id="{9B9AE5F3-0B4B-E48D-1A85-F6048C333556}"/>
                  </a:ext>
                </a:extLst>
              </p:cNvPr>
              <p:cNvSpPr/>
              <p:nvPr/>
            </p:nvSpPr>
            <p:spPr>
              <a:xfrm>
                <a:off x="9042528" y="5161266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2 w 6343"/>
                  <a:gd name="connsiteY1" fmla="*/ 5549 h 6345"/>
                  <a:gd name="connsiteX2" fmla="*/ 6551 w 6343"/>
                  <a:gd name="connsiteY2" fmla="*/ 3305 h 6345"/>
                  <a:gd name="connsiteX3" fmla="*/ 5622 w 6343"/>
                  <a:gd name="connsiteY3" fmla="*/ 1062 h 6345"/>
                  <a:gd name="connsiteX4" fmla="*/ 3379 w 6343"/>
                  <a:gd name="connsiteY4" fmla="*/ 133 h 6345"/>
                  <a:gd name="connsiteX5" fmla="*/ 1137 w 6343"/>
                  <a:gd name="connsiteY5" fmla="*/ 1062 h 6345"/>
                  <a:gd name="connsiteX6" fmla="*/ 208 w 6343"/>
                  <a:gd name="connsiteY6" fmla="*/ 3305 h 6345"/>
                  <a:gd name="connsiteX7" fmla="*/ 1137 w 6343"/>
                  <a:gd name="connsiteY7" fmla="*/ 5549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0" y="6478"/>
                      <a:pt x="5027" y="6144"/>
                      <a:pt x="5622" y="5549"/>
                    </a:cubicBezTo>
                    <a:cubicBezTo>
                      <a:pt x="6217" y="4954"/>
                      <a:pt x="6551" y="4147"/>
                      <a:pt x="6551" y="3305"/>
                    </a:cubicBezTo>
                    <a:cubicBezTo>
                      <a:pt x="6551" y="2464"/>
                      <a:pt x="6217" y="1657"/>
                      <a:pt x="5622" y="1062"/>
                    </a:cubicBezTo>
                    <a:cubicBezTo>
                      <a:pt x="5027" y="467"/>
                      <a:pt x="4220" y="133"/>
                      <a:pt x="3379" y="133"/>
                    </a:cubicBezTo>
                    <a:cubicBezTo>
                      <a:pt x="2538" y="133"/>
                      <a:pt x="1731" y="467"/>
                      <a:pt x="1137" y="1062"/>
                    </a:cubicBezTo>
                    <a:cubicBezTo>
                      <a:pt x="542" y="1657"/>
                      <a:pt x="208" y="2464"/>
                      <a:pt x="208" y="3305"/>
                    </a:cubicBezTo>
                    <a:cubicBezTo>
                      <a:pt x="208" y="4147"/>
                      <a:pt x="542" y="4954"/>
                      <a:pt x="1137" y="5549"/>
                    </a:cubicBezTo>
                    <a:cubicBezTo>
                      <a:pt x="1731" y="6144"/>
                      <a:pt x="2538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64" name="Freeform: Shape 13363">
                <a:extLst>
                  <a:ext uri="{FF2B5EF4-FFF2-40B4-BE49-F238E27FC236}">
                    <a16:creationId xmlns:a16="http://schemas.microsoft.com/office/drawing/2014/main" id="{86B278BA-FD27-42AA-14B6-4B248ABC0D1A}"/>
                  </a:ext>
                </a:extLst>
              </p:cNvPr>
              <p:cNvSpPr/>
              <p:nvPr/>
            </p:nvSpPr>
            <p:spPr>
              <a:xfrm>
                <a:off x="9050265" y="5161134"/>
                <a:ext cx="6343" cy="6345"/>
              </a:xfrm>
              <a:custGeom>
                <a:avLst/>
                <a:gdLst>
                  <a:gd name="connsiteX0" fmla="*/ 3380 w 6343"/>
                  <a:gd name="connsiteY0" fmla="*/ 6478 h 6345"/>
                  <a:gd name="connsiteX1" fmla="*/ 5622 w 6343"/>
                  <a:gd name="connsiteY1" fmla="*/ 5549 h 6345"/>
                  <a:gd name="connsiteX2" fmla="*/ 6551 w 6343"/>
                  <a:gd name="connsiteY2" fmla="*/ 3305 h 6345"/>
                  <a:gd name="connsiteX3" fmla="*/ 5622 w 6343"/>
                  <a:gd name="connsiteY3" fmla="*/ 1062 h 6345"/>
                  <a:gd name="connsiteX4" fmla="*/ 3380 w 6343"/>
                  <a:gd name="connsiteY4" fmla="*/ 133 h 6345"/>
                  <a:gd name="connsiteX5" fmla="*/ 1137 w 6343"/>
                  <a:gd name="connsiteY5" fmla="*/ 1062 h 6345"/>
                  <a:gd name="connsiteX6" fmla="*/ 208 w 6343"/>
                  <a:gd name="connsiteY6" fmla="*/ 3305 h 6345"/>
                  <a:gd name="connsiteX7" fmla="*/ 1137 w 6343"/>
                  <a:gd name="connsiteY7" fmla="*/ 5549 h 6345"/>
                  <a:gd name="connsiteX8" fmla="*/ 338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78"/>
                    </a:moveTo>
                    <a:cubicBezTo>
                      <a:pt x="4221" y="6478"/>
                      <a:pt x="5028" y="6144"/>
                      <a:pt x="5622" y="5549"/>
                    </a:cubicBezTo>
                    <a:cubicBezTo>
                      <a:pt x="6217" y="4954"/>
                      <a:pt x="6551" y="4147"/>
                      <a:pt x="6551" y="3305"/>
                    </a:cubicBezTo>
                    <a:cubicBezTo>
                      <a:pt x="6551" y="2464"/>
                      <a:pt x="6217" y="1657"/>
                      <a:pt x="5622" y="1062"/>
                    </a:cubicBezTo>
                    <a:cubicBezTo>
                      <a:pt x="5028" y="467"/>
                      <a:pt x="4221" y="133"/>
                      <a:pt x="3380" y="133"/>
                    </a:cubicBezTo>
                    <a:cubicBezTo>
                      <a:pt x="2539" y="133"/>
                      <a:pt x="1732" y="467"/>
                      <a:pt x="1137" y="1062"/>
                    </a:cubicBezTo>
                    <a:cubicBezTo>
                      <a:pt x="542" y="1657"/>
                      <a:pt x="208" y="2464"/>
                      <a:pt x="208" y="3305"/>
                    </a:cubicBezTo>
                    <a:cubicBezTo>
                      <a:pt x="208" y="4147"/>
                      <a:pt x="542" y="4954"/>
                      <a:pt x="1137" y="5549"/>
                    </a:cubicBezTo>
                    <a:cubicBezTo>
                      <a:pt x="1732" y="6144"/>
                      <a:pt x="2539" y="6478"/>
                      <a:pt x="338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65" name="Freeform: Shape 13364">
                <a:extLst>
                  <a:ext uri="{FF2B5EF4-FFF2-40B4-BE49-F238E27FC236}">
                    <a16:creationId xmlns:a16="http://schemas.microsoft.com/office/drawing/2014/main" id="{87DDAF0D-AE6F-A7E1-9301-78A17502BEF1}"/>
                  </a:ext>
                </a:extLst>
              </p:cNvPr>
              <p:cNvSpPr/>
              <p:nvPr/>
            </p:nvSpPr>
            <p:spPr>
              <a:xfrm>
                <a:off x="9078630" y="5168197"/>
                <a:ext cx="6343" cy="6345"/>
              </a:xfrm>
              <a:custGeom>
                <a:avLst/>
                <a:gdLst>
                  <a:gd name="connsiteX0" fmla="*/ 3382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6 h 6345"/>
                  <a:gd name="connsiteX3" fmla="*/ 5625 w 6343"/>
                  <a:gd name="connsiteY3" fmla="*/ 1062 h 6345"/>
                  <a:gd name="connsiteX4" fmla="*/ 3382 w 6343"/>
                  <a:gd name="connsiteY4" fmla="*/ 133 h 6345"/>
                  <a:gd name="connsiteX5" fmla="*/ 1139 w 6343"/>
                  <a:gd name="connsiteY5" fmla="*/ 1062 h 6345"/>
                  <a:gd name="connsiteX6" fmla="*/ 210 w 6343"/>
                  <a:gd name="connsiteY6" fmla="*/ 3306 h 6345"/>
                  <a:gd name="connsiteX7" fmla="*/ 1139 w 6343"/>
                  <a:gd name="connsiteY7" fmla="*/ 5549 h 6345"/>
                  <a:gd name="connsiteX8" fmla="*/ 338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8"/>
                    </a:moveTo>
                    <a:cubicBezTo>
                      <a:pt x="4223" y="6478"/>
                      <a:pt x="5030" y="6144"/>
                      <a:pt x="5625" y="5549"/>
                    </a:cubicBezTo>
                    <a:cubicBezTo>
                      <a:pt x="6219" y="4954"/>
                      <a:pt x="6554" y="4147"/>
                      <a:pt x="6554" y="3306"/>
                    </a:cubicBezTo>
                    <a:cubicBezTo>
                      <a:pt x="6554" y="2464"/>
                      <a:pt x="6219" y="1657"/>
                      <a:pt x="5625" y="1062"/>
                    </a:cubicBezTo>
                    <a:cubicBezTo>
                      <a:pt x="5030" y="467"/>
                      <a:pt x="4223" y="133"/>
                      <a:pt x="3382" y="133"/>
                    </a:cubicBezTo>
                    <a:cubicBezTo>
                      <a:pt x="2541" y="133"/>
                      <a:pt x="1734" y="467"/>
                      <a:pt x="1139" y="1062"/>
                    </a:cubicBezTo>
                    <a:cubicBezTo>
                      <a:pt x="545" y="1657"/>
                      <a:pt x="210" y="2464"/>
                      <a:pt x="210" y="3306"/>
                    </a:cubicBezTo>
                    <a:cubicBezTo>
                      <a:pt x="210" y="4147"/>
                      <a:pt x="545" y="4954"/>
                      <a:pt x="1139" y="5549"/>
                    </a:cubicBezTo>
                    <a:cubicBezTo>
                      <a:pt x="1734" y="6144"/>
                      <a:pt x="2541" y="6478"/>
                      <a:pt x="338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66" name="Freeform: Shape 13365">
                <a:extLst>
                  <a:ext uri="{FF2B5EF4-FFF2-40B4-BE49-F238E27FC236}">
                    <a16:creationId xmlns:a16="http://schemas.microsoft.com/office/drawing/2014/main" id="{901067B7-02FE-9BBD-AF25-4B85E1AB076B}"/>
                  </a:ext>
                </a:extLst>
              </p:cNvPr>
              <p:cNvSpPr/>
              <p:nvPr/>
            </p:nvSpPr>
            <p:spPr>
              <a:xfrm>
                <a:off x="9083901" y="5167531"/>
                <a:ext cx="6343" cy="6345"/>
              </a:xfrm>
              <a:custGeom>
                <a:avLst/>
                <a:gdLst>
                  <a:gd name="connsiteX0" fmla="*/ 3382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6 h 6345"/>
                  <a:gd name="connsiteX3" fmla="*/ 5625 w 6343"/>
                  <a:gd name="connsiteY3" fmla="*/ 1062 h 6345"/>
                  <a:gd name="connsiteX4" fmla="*/ 3382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6 h 6345"/>
                  <a:gd name="connsiteX7" fmla="*/ 1140 w 6343"/>
                  <a:gd name="connsiteY7" fmla="*/ 5549 h 6345"/>
                  <a:gd name="connsiteX8" fmla="*/ 338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8"/>
                    </a:moveTo>
                    <a:cubicBezTo>
                      <a:pt x="4224" y="6478"/>
                      <a:pt x="5030" y="6144"/>
                      <a:pt x="5625" y="5549"/>
                    </a:cubicBezTo>
                    <a:cubicBezTo>
                      <a:pt x="6220" y="4954"/>
                      <a:pt x="6554" y="4147"/>
                      <a:pt x="6554" y="3306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0" y="467"/>
                      <a:pt x="4224" y="133"/>
                      <a:pt x="3382" y="133"/>
                    </a:cubicBezTo>
                    <a:cubicBezTo>
                      <a:pt x="2541" y="133"/>
                      <a:pt x="1735" y="467"/>
                      <a:pt x="1140" y="1062"/>
                    </a:cubicBezTo>
                    <a:cubicBezTo>
                      <a:pt x="545" y="1657"/>
                      <a:pt x="211" y="2464"/>
                      <a:pt x="211" y="3306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5" y="6144"/>
                      <a:pt x="2541" y="6478"/>
                      <a:pt x="338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67" name="Freeform: Shape 13366">
                <a:extLst>
                  <a:ext uri="{FF2B5EF4-FFF2-40B4-BE49-F238E27FC236}">
                    <a16:creationId xmlns:a16="http://schemas.microsoft.com/office/drawing/2014/main" id="{3567D9D3-513F-611F-352B-C7F89DAC749E}"/>
                  </a:ext>
                </a:extLst>
              </p:cNvPr>
              <p:cNvSpPr/>
              <p:nvPr/>
            </p:nvSpPr>
            <p:spPr>
              <a:xfrm>
                <a:off x="9092369" y="5168072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6 h 6345"/>
                  <a:gd name="connsiteX3" fmla="*/ 5626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2 w 6343"/>
                  <a:gd name="connsiteY6" fmla="*/ 3306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1" y="6144"/>
                      <a:pt x="5626" y="5549"/>
                    </a:cubicBezTo>
                    <a:cubicBezTo>
                      <a:pt x="6220" y="4954"/>
                      <a:pt x="6555" y="4147"/>
                      <a:pt x="6555" y="3306"/>
                    </a:cubicBezTo>
                    <a:cubicBezTo>
                      <a:pt x="6555" y="2464"/>
                      <a:pt x="6220" y="1657"/>
                      <a:pt x="5626" y="1062"/>
                    </a:cubicBezTo>
                    <a:cubicBezTo>
                      <a:pt x="5031" y="467"/>
                      <a:pt x="4224" y="133"/>
                      <a:pt x="3383" y="133"/>
                    </a:cubicBezTo>
                    <a:cubicBezTo>
                      <a:pt x="2542" y="133"/>
                      <a:pt x="1735" y="467"/>
                      <a:pt x="1140" y="1062"/>
                    </a:cubicBezTo>
                    <a:cubicBezTo>
                      <a:pt x="546" y="1657"/>
                      <a:pt x="212" y="2464"/>
                      <a:pt x="212" y="3306"/>
                    </a:cubicBezTo>
                    <a:cubicBezTo>
                      <a:pt x="212" y="4147"/>
                      <a:pt x="546" y="4954"/>
                      <a:pt x="1140" y="5549"/>
                    </a:cubicBezTo>
                    <a:cubicBezTo>
                      <a:pt x="1735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68" name="Freeform: Shape 13367">
                <a:extLst>
                  <a:ext uri="{FF2B5EF4-FFF2-40B4-BE49-F238E27FC236}">
                    <a16:creationId xmlns:a16="http://schemas.microsoft.com/office/drawing/2014/main" id="{36CF9B9D-214A-9608-1D91-68F90A6AEA3C}"/>
                  </a:ext>
                </a:extLst>
              </p:cNvPr>
              <p:cNvSpPr/>
              <p:nvPr/>
            </p:nvSpPr>
            <p:spPr>
              <a:xfrm>
                <a:off x="9098203" y="5167758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6 h 6345"/>
                  <a:gd name="connsiteX3" fmla="*/ 5626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6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1" y="6144"/>
                      <a:pt x="5626" y="5549"/>
                    </a:cubicBezTo>
                    <a:cubicBezTo>
                      <a:pt x="6221" y="4954"/>
                      <a:pt x="6555" y="4147"/>
                      <a:pt x="6555" y="3306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1" y="467"/>
                      <a:pt x="4225" y="133"/>
                      <a:pt x="3384" y="133"/>
                    </a:cubicBezTo>
                    <a:cubicBezTo>
                      <a:pt x="2542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6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2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69" name="Freeform: Shape 13368">
                <a:extLst>
                  <a:ext uri="{FF2B5EF4-FFF2-40B4-BE49-F238E27FC236}">
                    <a16:creationId xmlns:a16="http://schemas.microsoft.com/office/drawing/2014/main" id="{95F3882F-62B3-91A4-781F-8CBA12E023BE}"/>
                  </a:ext>
                </a:extLst>
              </p:cNvPr>
              <p:cNvSpPr/>
              <p:nvPr/>
            </p:nvSpPr>
            <p:spPr>
              <a:xfrm>
                <a:off x="9104432" y="5167662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6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6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7" y="5549"/>
                    </a:cubicBezTo>
                    <a:cubicBezTo>
                      <a:pt x="6221" y="4954"/>
                      <a:pt x="6556" y="4147"/>
                      <a:pt x="6556" y="3306"/>
                    </a:cubicBezTo>
                    <a:cubicBezTo>
                      <a:pt x="6556" y="2464"/>
                      <a:pt x="6221" y="1657"/>
                      <a:pt x="5627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7" y="1657"/>
                      <a:pt x="212" y="2464"/>
                      <a:pt x="212" y="3306"/>
                    </a:cubicBezTo>
                    <a:cubicBezTo>
                      <a:pt x="212" y="4147"/>
                      <a:pt x="547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70" name="Freeform: Shape 13369">
                <a:extLst>
                  <a:ext uri="{FF2B5EF4-FFF2-40B4-BE49-F238E27FC236}">
                    <a16:creationId xmlns:a16="http://schemas.microsoft.com/office/drawing/2014/main" id="{9BC51750-2D1B-3C9F-7ECC-15706AB1EA33}"/>
                  </a:ext>
                </a:extLst>
              </p:cNvPr>
              <p:cNvSpPr/>
              <p:nvPr/>
            </p:nvSpPr>
            <p:spPr>
              <a:xfrm>
                <a:off x="9109262" y="5167112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6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6 h 6345"/>
                  <a:gd name="connsiteX7" fmla="*/ 1142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6" y="6478"/>
                      <a:pt x="5032" y="6144"/>
                      <a:pt x="5627" y="5549"/>
                    </a:cubicBezTo>
                    <a:cubicBezTo>
                      <a:pt x="6222" y="4954"/>
                      <a:pt x="6556" y="4147"/>
                      <a:pt x="6556" y="3306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2" y="467"/>
                      <a:pt x="4226" y="133"/>
                      <a:pt x="3384" y="133"/>
                    </a:cubicBezTo>
                    <a:cubicBezTo>
                      <a:pt x="2543" y="133"/>
                      <a:pt x="1737" y="467"/>
                      <a:pt x="1142" y="1062"/>
                    </a:cubicBezTo>
                    <a:cubicBezTo>
                      <a:pt x="547" y="1657"/>
                      <a:pt x="213" y="2464"/>
                      <a:pt x="213" y="3306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7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71" name="Freeform: Shape 13370">
                <a:extLst>
                  <a:ext uri="{FF2B5EF4-FFF2-40B4-BE49-F238E27FC236}">
                    <a16:creationId xmlns:a16="http://schemas.microsoft.com/office/drawing/2014/main" id="{7923EF50-C6E2-ADD0-CE32-01DA2E0591ED}"/>
                  </a:ext>
                </a:extLst>
              </p:cNvPr>
              <p:cNvSpPr/>
              <p:nvPr/>
            </p:nvSpPr>
            <p:spPr>
              <a:xfrm>
                <a:off x="9122278" y="5169777"/>
                <a:ext cx="6343" cy="6345"/>
              </a:xfrm>
              <a:custGeom>
                <a:avLst/>
                <a:gdLst>
                  <a:gd name="connsiteX0" fmla="*/ 3385 w 6343"/>
                  <a:gd name="connsiteY0" fmla="*/ 6479 h 6345"/>
                  <a:gd name="connsiteX1" fmla="*/ 5628 w 6343"/>
                  <a:gd name="connsiteY1" fmla="*/ 5549 h 6345"/>
                  <a:gd name="connsiteX2" fmla="*/ 6557 w 6343"/>
                  <a:gd name="connsiteY2" fmla="*/ 3306 h 6345"/>
                  <a:gd name="connsiteX3" fmla="*/ 5628 w 6343"/>
                  <a:gd name="connsiteY3" fmla="*/ 1062 h 6345"/>
                  <a:gd name="connsiteX4" fmla="*/ 3385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6 h 6345"/>
                  <a:gd name="connsiteX7" fmla="*/ 1143 w 6343"/>
                  <a:gd name="connsiteY7" fmla="*/ 5549 h 6345"/>
                  <a:gd name="connsiteX8" fmla="*/ 338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9"/>
                    </a:moveTo>
                    <a:cubicBezTo>
                      <a:pt x="4227" y="6479"/>
                      <a:pt x="5033" y="6144"/>
                      <a:pt x="5628" y="5549"/>
                    </a:cubicBezTo>
                    <a:cubicBezTo>
                      <a:pt x="6223" y="4954"/>
                      <a:pt x="6557" y="4147"/>
                      <a:pt x="6557" y="3306"/>
                    </a:cubicBezTo>
                    <a:cubicBezTo>
                      <a:pt x="6557" y="2464"/>
                      <a:pt x="6223" y="1657"/>
                      <a:pt x="5628" y="1062"/>
                    </a:cubicBezTo>
                    <a:cubicBezTo>
                      <a:pt x="5033" y="467"/>
                      <a:pt x="4227" y="133"/>
                      <a:pt x="3385" y="133"/>
                    </a:cubicBezTo>
                    <a:cubicBezTo>
                      <a:pt x="2544" y="133"/>
                      <a:pt x="1738" y="467"/>
                      <a:pt x="1143" y="1062"/>
                    </a:cubicBezTo>
                    <a:cubicBezTo>
                      <a:pt x="548" y="1657"/>
                      <a:pt x="214" y="2464"/>
                      <a:pt x="214" y="3306"/>
                    </a:cubicBezTo>
                    <a:cubicBezTo>
                      <a:pt x="214" y="4147"/>
                      <a:pt x="548" y="4954"/>
                      <a:pt x="1143" y="5549"/>
                    </a:cubicBezTo>
                    <a:cubicBezTo>
                      <a:pt x="1738" y="6144"/>
                      <a:pt x="2544" y="6479"/>
                      <a:pt x="338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72" name="Freeform: Shape 13371">
                <a:extLst>
                  <a:ext uri="{FF2B5EF4-FFF2-40B4-BE49-F238E27FC236}">
                    <a16:creationId xmlns:a16="http://schemas.microsoft.com/office/drawing/2014/main" id="{217734C8-B314-DDAD-15DE-BD55470EBF5C}"/>
                  </a:ext>
                </a:extLst>
              </p:cNvPr>
              <p:cNvSpPr/>
              <p:nvPr/>
            </p:nvSpPr>
            <p:spPr>
              <a:xfrm>
                <a:off x="9125291" y="5168685"/>
                <a:ext cx="6343" cy="6345"/>
              </a:xfrm>
              <a:custGeom>
                <a:avLst/>
                <a:gdLst>
                  <a:gd name="connsiteX0" fmla="*/ 3386 w 6343"/>
                  <a:gd name="connsiteY0" fmla="*/ 6479 h 6345"/>
                  <a:gd name="connsiteX1" fmla="*/ 5628 w 6343"/>
                  <a:gd name="connsiteY1" fmla="*/ 5549 h 6345"/>
                  <a:gd name="connsiteX2" fmla="*/ 6557 w 6343"/>
                  <a:gd name="connsiteY2" fmla="*/ 3306 h 6345"/>
                  <a:gd name="connsiteX3" fmla="*/ 5628 w 6343"/>
                  <a:gd name="connsiteY3" fmla="*/ 1062 h 6345"/>
                  <a:gd name="connsiteX4" fmla="*/ 3386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6 h 6345"/>
                  <a:gd name="connsiteX7" fmla="*/ 1143 w 6343"/>
                  <a:gd name="connsiteY7" fmla="*/ 5549 h 6345"/>
                  <a:gd name="connsiteX8" fmla="*/ 338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9"/>
                    </a:moveTo>
                    <a:cubicBezTo>
                      <a:pt x="4227" y="6479"/>
                      <a:pt x="5034" y="6144"/>
                      <a:pt x="5628" y="5549"/>
                    </a:cubicBezTo>
                    <a:cubicBezTo>
                      <a:pt x="6223" y="4954"/>
                      <a:pt x="6557" y="4147"/>
                      <a:pt x="6557" y="3306"/>
                    </a:cubicBezTo>
                    <a:cubicBezTo>
                      <a:pt x="6557" y="2464"/>
                      <a:pt x="6223" y="1657"/>
                      <a:pt x="5628" y="1062"/>
                    </a:cubicBezTo>
                    <a:cubicBezTo>
                      <a:pt x="5034" y="467"/>
                      <a:pt x="4227" y="133"/>
                      <a:pt x="3386" y="133"/>
                    </a:cubicBezTo>
                    <a:cubicBezTo>
                      <a:pt x="2545" y="133"/>
                      <a:pt x="1738" y="467"/>
                      <a:pt x="1143" y="1062"/>
                    </a:cubicBezTo>
                    <a:cubicBezTo>
                      <a:pt x="548" y="1657"/>
                      <a:pt x="214" y="2464"/>
                      <a:pt x="214" y="3306"/>
                    </a:cubicBezTo>
                    <a:cubicBezTo>
                      <a:pt x="214" y="4147"/>
                      <a:pt x="548" y="4954"/>
                      <a:pt x="1143" y="5549"/>
                    </a:cubicBezTo>
                    <a:cubicBezTo>
                      <a:pt x="1738" y="6144"/>
                      <a:pt x="2545" y="6479"/>
                      <a:pt x="338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73" name="Freeform: Shape 13372">
                <a:extLst>
                  <a:ext uri="{FF2B5EF4-FFF2-40B4-BE49-F238E27FC236}">
                    <a16:creationId xmlns:a16="http://schemas.microsoft.com/office/drawing/2014/main" id="{3CFD6E31-54F2-BBAA-F440-6F93E41B3054}"/>
                  </a:ext>
                </a:extLst>
              </p:cNvPr>
              <p:cNvSpPr/>
              <p:nvPr/>
            </p:nvSpPr>
            <p:spPr>
              <a:xfrm>
                <a:off x="9132267" y="5169209"/>
                <a:ext cx="6343" cy="6345"/>
              </a:xfrm>
              <a:custGeom>
                <a:avLst/>
                <a:gdLst>
                  <a:gd name="connsiteX0" fmla="*/ 3386 w 6343"/>
                  <a:gd name="connsiteY0" fmla="*/ 6479 h 6345"/>
                  <a:gd name="connsiteX1" fmla="*/ 5629 w 6343"/>
                  <a:gd name="connsiteY1" fmla="*/ 5549 h 6345"/>
                  <a:gd name="connsiteX2" fmla="*/ 6558 w 6343"/>
                  <a:gd name="connsiteY2" fmla="*/ 3306 h 6345"/>
                  <a:gd name="connsiteX3" fmla="*/ 5629 w 6343"/>
                  <a:gd name="connsiteY3" fmla="*/ 1062 h 6345"/>
                  <a:gd name="connsiteX4" fmla="*/ 3386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6 h 6345"/>
                  <a:gd name="connsiteX7" fmla="*/ 1144 w 6343"/>
                  <a:gd name="connsiteY7" fmla="*/ 5549 h 6345"/>
                  <a:gd name="connsiteX8" fmla="*/ 338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9"/>
                    </a:moveTo>
                    <a:cubicBezTo>
                      <a:pt x="4227" y="6479"/>
                      <a:pt x="5034" y="6144"/>
                      <a:pt x="5629" y="5549"/>
                    </a:cubicBezTo>
                    <a:cubicBezTo>
                      <a:pt x="6224" y="4954"/>
                      <a:pt x="6558" y="4147"/>
                      <a:pt x="6558" y="3306"/>
                    </a:cubicBezTo>
                    <a:cubicBezTo>
                      <a:pt x="6558" y="2464"/>
                      <a:pt x="6224" y="1657"/>
                      <a:pt x="5629" y="1062"/>
                    </a:cubicBezTo>
                    <a:cubicBezTo>
                      <a:pt x="5034" y="467"/>
                      <a:pt x="4227" y="133"/>
                      <a:pt x="3386" y="133"/>
                    </a:cubicBezTo>
                    <a:cubicBezTo>
                      <a:pt x="2545" y="133"/>
                      <a:pt x="1738" y="467"/>
                      <a:pt x="1144" y="1062"/>
                    </a:cubicBezTo>
                    <a:cubicBezTo>
                      <a:pt x="549" y="1657"/>
                      <a:pt x="215" y="2464"/>
                      <a:pt x="215" y="3306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8" y="6144"/>
                      <a:pt x="2545" y="6479"/>
                      <a:pt x="338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74" name="Freeform: Shape 13373">
                <a:extLst>
                  <a:ext uri="{FF2B5EF4-FFF2-40B4-BE49-F238E27FC236}">
                    <a16:creationId xmlns:a16="http://schemas.microsoft.com/office/drawing/2014/main" id="{4B6602AD-73FA-687E-26B8-E3A51AC69808}"/>
                  </a:ext>
                </a:extLst>
              </p:cNvPr>
              <p:cNvSpPr/>
              <p:nvPr/>
            </p:nvSpPr>
            <p:spPr>
              <a:xfrm>
                <a:off x="9136761" y="5168812"/>
                <a:ext cx="6343" cy="6345"/>
              </a:xfrm>
              <a:custGeom>
                <a:avLst/>
                <a:gdLst>
                  <a:gd name="connsiteX0" fmla="*/ 3387 w 6343"/>
                  <a:gd name="connsiteY0" fmla="*/ 6479 h 6345"/>
                  <a:gd name="connsiteX1" fmla="*/ 5629 w 6343"/>
                  <a:gd name="connsiteY1" fmla="*/ 5549 h 6345"/>
                  <a:gd name="connsiteX2" fmla="*/ 6558 w 6343"/>
                  <a:gd name="connsiteY2" fmla="*/ 3306 h 6345"/>
                  <a:gd name="connsiteX3" fmla="*/ 5629 w 6343"/>
                  <a:gd name="connsiteY3" fmla="*/ 1062 h 6345"/>
                  <a:gd name="connsiteX4" fmla="*/ 3387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6 h 6345"/>
                  <a:gd name="connsiteX7" fmla="*/ 1144 w 6343"/>
                  <a:gd name="connsiteY7" fmla="*/ 5549 h 6345"/>
                  <a:gd name="connsiteX8" fmla="*/ 338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9"/>
                    </a:moveTo>
                    <a:cubicBezTo>
                      <a:pt x="4228" y="6479"/>
                      <a:pt x="5034" y="6144"/>
                      <a:pt x="5629" y="5549"/>
                    </a:cubicBezTo>
                    <a:cubicBezTo>
                      <a:pt x="6224" y="4954"/>
                      <a:pt x="6558" y="4147"/>
                      <a:pt x="6558" y="3306"/>
                    </a:cubicBezTo>
                    <a:cubicBezTo>
                      <a:pt x="6558" y="2464"/>
                      <a:pt x="6224" y="1657"/>
                      <a:pt x="5629" y="1062"/>
                    </a:cubicBezTo>
                    <a:cubicBezTo>
                      <a:pt x="5034" y="467"/>
                      <a:pt x="4228" y="133"/>
                      <a:pt x="3387" y="133"/>
                    </a:cubicBezTo>
                    <a:cubicBezTo>
                      <a:pt x="2545" y="133"/>
                      <a:pt x="1739" y="467"/>
                      <a:pt x="1144" y="1062"/>
                    </a:cubicBezTo>
                    <a:cubicBezTo>
                      <a:pt x="549" y="1657"/>
                      <a:pt x="215" y="2464"/>
                      <a:pt x="215" y="3306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9" y="6144"/>
                      <a:pt x="2545" y="6479"/>
                      <a:pt x="338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75" name="Freeform: Shape 13374">
                <a:extLst>
                  <a:ext uri="{FF2B5EF4-FFF2-40B4-BE49-F238E27FC236}">
                    <a16:creationId xmlns:a16="http://schemas.microsoft.com/office/drawing/2014/main" id="{EA865441-2953-8F2D-3392-782CC10ECDE6}"/>
                  </a:ext>
                </a:extLst>
              </p:cNvPr>
              <p:cNvSpPr/>
              <p:nvPr/>
            </p:nvSpPr>
            <p:spPr>
              <a:xfrm>
                <a:off x="9140106" y="5167992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6 h 6345"/>
                  <a:gd name="connsiteX3" fmla="*/ 5629 w 6343"/>
                  <a:gd name="connsiteY3" fmla="*/ 1062 h 6345"/>
                  <a:gd name="connsiteX4" fmla="*/ 3387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6 h 6345"/>
                  <a:gd name="connsiteX7" fmla="*/ 1144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29" y="5549"/>
                    </a:cubicBezTo>
                    <a:cubicBezTo>
                      <a:pt x="6224" y="4954"/>
                      <a:pt x="6558" y="4147"/>
                      <a:pt x="6558" y="3306"/>
                    </a:cubicBezTo>
                    <a:cubicBezTo>
                      <a:pt x="6558" y="2464"/>
                      <a:pt x="6224" y="1657"/>
                      <a:pt x="5629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4" y="1062"/>
                    </a:cubicBezTo>
                    <a:cubicBezTo>
                      <a:pt x="549" y="1657"/>
                      <a:pt x="215" y="2464"/>
                      <a:pt x="215" y="3306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76" name="Freeform: Shape 13375">
                <a:extLst>
                  <a:ext uri="{FF2B5EF4-FFF2-40B4-BE49-F238E27FC236}">
                    <a16:creationId xmlns:a16="http://schemas.microsoft.com/office/drawing/2014/main" id="{03F7548B-A8A9-9488-551E-4CD8D5D39773}"/>
                  </a:ext>
                </a:extLst>
              </p:cNvPr>
              <p:cNvSpPr/>
              <p:nvPr/>
            </p:nvSpPr>
            <p:spPr>
              <a:xfrm>
                <a:off x="9145329" y="5168000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6 h 6345"/>
                  <a:gd name="connsiteX3" fmla="*/ 5630 w 6343"/>
                  <a:gd name="connsiteY3" fmla="*/ 1062 h 6345"/>
                  <a:gd name="connsiteX4" fmla="*/ 3387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6 h 6345"/>
                  <a:gd name="connsiteX7" fmla="*/ 1145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30" y="5549"/>
                    </a:cubicBezTo>
                    <a:cubicBezTo>
                      <a:pt x="6225" y="4954"/>
                      <a:pt x="6559" y="4147"/>
                      <a:pt x="6559" y="3306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5" y="1062"/>
                    </a:cubicBezTo>
                    <a:cubicBezTo>
                      <a:pt x="550" y="1657"/>
                      <a:pt x="216" y="2464"/>
                      <a:pt x="216" y="3306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77" name="Freeform: Shape 13376">
                <a:extLst>
                  <a:ext uri="{FF2B5EF4-FFF2-40B4-BE49-F238E27FC236}">
                    <a16:creationId xmlns:a16="http://schemas.microsoft.com/office/drawing/2014/main" id="{8582F2E5-0F60-3F01-1660-FE8AEF5291F5}"/>
                  </a:ext>
                </a:extLst>
              </p:cNvPr>
              <p:cNvSpPr/>
              <p:nvPr/>
            </p:nvSpPr>
            <p:spPr>
              <a:xfrm>
                <a:off x="9149348" y="5167556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6 h 6345"/>
                  <a:gd name="connsiteX3" fmla="*/ 5630 w 6343"/>
                  <a:gd name="connsiteY3" fmla="*/ 1062 h 6345"/>
                  <a:gd name="connsiteX4" fmla="*/ 3388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6 h 6345"/>
                  <a:gd name="connsiteX7" fmla="*/ 1145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5" y="6144"/>
                      <a:pt x="5630" y="5549"/>
                    </a:cubicBezTo>
                    <a:cubicBezTo>
                      <a:pt x="6225" y="4954"/>
                      <a:pt x="6559" y="4147"/>
                      <a:pt x="6559" y="3306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5" y="467"/>
                      <a:pt x="4229" y="133"/>
                      <a:pt x="3388" y="133"/>
                    </a:cubicBezTo>
                    <a:cubicBezTo>
                      <a:pt x="2546" y="133"/>
                      <a:pt x="1740" y="467"/>
                      <a:pt x="1145" y="1062"/>
                    </a:cubicBezTo>
                    <a:cubicBezTo>
                      <a:pt x="550" y="1657"/>
                      <a:pt x="216" y="2464"/>
                      <a:pt x="216" y="3306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40" y="6144"/>
                      <a:pt x="2546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78" name="Freeform: Shape 13377">
                <a:extLst>
                  <a:ext uri="{FF2B5EF4-FFF2-40B4-BE49-F238E27FC236}">
                    <a16:creationId xmlns:a16="http://schemas.microsoft.com/office/drawing/2014/main" id="{040C3873-6C9D-5DD0-A525-0D8A99D1FA3C}"/>
                  </a:ext>
                </a:extLst>
              </p:cNvPr>
              <p:cNvSpPr/>
              <p:nvPr/>
            </p:nvSpPr>
            <p:spPr>
              <a:xfrm>
                <a:off x="9153190" y="5167083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59 w 6343"/>
                  <a:gd name="connsiteY2" fmla="*/ 3306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6 h 6345"/>
                  <a:gd name="connsiteX7" fmla="*/ 1145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6" y="6144"/>
                      <a:pt x="5631" y="5549"/>
                    </a:cubicBezTo>
                    <a:cubicBezTo>
                      <a:pt x="6225" y="4954"/>
                      <a:pt x="6559" y="4147"/>
                      <a:pt x="6559" y="3306"/>
                    </a:cubicBezTo>
                    <a:cubicBezTo>
                      <a:pt x="6559" y="2464"/>
                      <a:pt x="6225" y="1657"/>
                      <a:pt x="5631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5" y="1062"/>
                    </a:cubicBezTo>
                    <a:cubicBezTo>
                      <a:pt x="550" y="1657"/>
                      <a:pt x="216" y="2464"/>
                      <a:pt x="216" y="3306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40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79" name="Freeform: Shape 13378">
                <a:extLst>
                  <a:ext uri="{FF2B5EF4-FFF2-40B4-BE49-F238E27FC236}">
                    <a16:creationId xmlns:a16="http://schemas.microsoft.com/office/drawing/2014/main" id="{12EBF170-8743-0084-4A0E-3B4E8E6A78FA}"/>
                  </a:ext>
                </a:extLst>
              </p:cNvPr>
              <p:cNvSpPr/>
              <p:nvPr/>
            </p:nvSpPr>
            <p:spPr>
              <a:xfrm>
                <a:off x="9157649" y="5166928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6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6 h 6345"/>
                  <a:gd name="connsiteX7" fmla="*/ 1146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6" y="6144"/>
                      <a:pt x="5631" y="5549"/>
                    </a:cubicBezTo>
                    <a:cubicBezTo>
                      <a:pt x="6226" y="4954"/>
                      <a:pt x="6560" y="4147"/>
                      <a:pt x="6560" y="3306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6" y="1062"/>
                    </a:cubicBezTo>
                    <a:cubicBezTo>
                      <a:pt x="551" y="1657"/>
                      <a:pt x="217" y="2464"/>
                      <a:pt x="217" y="3306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0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80" name="Freeform: Shape 13379">
                <a:extLst>
                  <a:ext uri="{FF2B5EF4-FFF2-40B4-BE49-F238E27FC236}">
                    <a16:creationId xmlns:a16="http://schemas.microsoft.com/office/drawing/2014/main" id="{D73BE02B-B2FC-77C9-332A-F1F692D84AA9}"/>
                  </a:ext>
                </a:extLst>
              </p:cNvPr>
              <p:cNvSpPr/>
              <p:nvPr/>
            </p:nvSpPr>
            <p:spPr>
              <a:xfrm>
                <a:off x="9167606" y="5167256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6 h 6345"/>
                  <a:gd name="connsiteX7" fmla="*/ 1146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2" y="5549"/>
                    </a:cubicBezTo>
                    <a:cubicBezTo>
                      <a:pt x="6226" y="4954"/>
                      <a:pt x="6561" y="4147"/>
                      <a:pt x="6561" y="3306"/>
                    </a:cubicBezTo>
                    <a:cubicBezTo>
                      <a:pt x="6561" y="2464"/>
                      <a:pt x="6226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6" y="1062"/>
                    </a:cubicBezTo>
                    <a:cubicBezTo>
                      <a:pt x="552" y="1657"/>
                      <a:pt x="217" y="2464"/>
                      <a:pt x="217" y="3306"/>
                    </a:cubicBezTo>
                    <a:cubicBezTo>
                      <a:pt x="217" y="4147"/>
                      <a:pt x="552" y="4954"/>
                      <a:pt x="1146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81" name="Freeform: Shape 13380">
                <a:extLst>
                  <a:ext uri="{FF2B5EF4-FFF2-40B4-BE49-F238E27FC236}">
                    <a16:creationId xmlns:a16="http://schemas.microsoft.com/office/drawing/2014/main" id="{B6641F84-2E97-B409-EE6C-2A0EE7A202F6}"/>
                  </a:ext>
                </a:extLst>
              </p:cNvPr>
              <p:cNvSpPr/>
              <p:nvPr/>
            </p:nvSpPr>
            <p:spPr>
              <a:xfrm>
                <a:off x="9171472" y="5166995"/>
                <a:ext cx="6343" cy="6345"/>
              </a:xfrm>
              <a:custGeom>
                <a:avLst/>
                <a:gdLst>
                  <a:gd name="connsiteX0" fmla="*/ 3389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8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8"/>
                    </a:moveTo>
                    <a:cubicBezTo>
                      <a:pt x="4230" y="6478"/>
                      <a:pt x="5037" y="6144"/>
                      <a:pt x="5632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7" y="1062"/>
                    </a:cubicBezTo>
                    <a:cubicBezTo>
                      <a:pt x="552" y="1657"/>
                      <a:pt x="218" y="2464"/>
                      <a:pt x="218" y="3306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1" y="6144"/>
                      <a:pt x="2548" y="6478"/>
                      <a:pt x="338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82" name="Freeform: Shape 13381">
                <a:extLst>
                  <a:ext uri="{FF2B5EF4-FFF2-40B4-BE49-F238E27FC236}">
                    <a16:creationId xmlns:a16="http://schemas.microsoft.com/office/drawing/2014/main" id="{DE8328BB-587F-710C-8DAB-5C0C86AA8B2C}"/>
                  </a:ext>
                </a:extLst>
              </p:cNvPr>
              <p:cNvSpPr/>
              <p:nvPr/>
            </p:nvSpPr>
            <p:spPr>
              <a:xfrm>
                <a:off x="9174437" y="5166354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7" y="6144"/>
                      <a:pt x="5632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7" y="467"/>
                      <a:pt x="4231" y="133"/>
                      <a:pt x="3390" y="133"/>
                    </a:cubicBezTo>
                    <a:cubicBezTo>
                      <a:pt x="2548" y="133"/>
                      <a:pt x="1742" y="467"/>
                      <a:pt x="1147" y="1062"/>
                    </a:cubicBezTo>
                    <a:cubicBezTo>
                      <a:pt x="552" y="1657"/>
                      <a:pt x="218" y="2464"/>
                      <a:pt x="218" y="3306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2" y="6144"/>
                      <a:pt x="2548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83" name="Freeform: Shape 13382">
                <a:extLst>
                  <a:ext uri="{FF2B5EF4-FFF2-40B4-BE49-F238E27FC236}">
                    <a16:creationId xmlns:a16="http://schemas.microsoft.com/office/drawing/2014/main" id="{5A546DDD-0D6B-C55C-E509-6C133AA45EBD}"/>
                  </a:ext>
                </a:extLst>
              </p:cNvPr>
              <p:cNvSpPr/>
              <p:nvPr/>
            </p:nvSpPr>
            <p:spPr>
              <a:xfrm>
                <a:off x="9178179" y="5166120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2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2" y="1657"/>
                      <a:pt x="218" y="2464"/>
                      <a:pt x="218" y="3306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84" name="Freeform: Shape 13383">
                <a:extLst>
                  <a:ext uri="{FF2B5EF4-FFF2-40B4-BE49-F238E27FC236}">
                    <a16:creationId xmlns:a16="http://schemas.microsoft.com/office/drawing/2014/main" id="{98399D02-039E-1AC6-7266-FBDD3EE1FA1F}"/>
                  </a:ext>
                </a:extLst>
              </p:cNvPr>
              <p:cNvSpPr/>
              <p:nvPr/>
            </p:nvSpPr>
            <p:spPr>
              <a:xfrm>
                <a:off x="9187527" y="5168667"/>
                <a:ext cx="6343" cy="6345"/>
              </a:xfrm>
              <a:custGeom>
                <a:avLst/>
                <a:gdLst>
                  <a:gd name="connsiteX0" fmla="*/ 3391 w 6343"/>
                  <a:gd name="connsiteY0" fmla="*/ 6479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9"/>
                    </a:moveTo>
                    <a:cubicBezTo>
                      <a:pt x="4232" y="6479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2" y="133"/>
                      <a:pt x="3391" y="133"/>
                    </a:cubicBezTo>
                    <a:cubicBezTo>
                      <a:pt x="2549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49" y="6479"/>
                      <a:pt x="339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85" name="Freeform: Shape 13384">
                <a:extLst>
                  <a:ext uri="{FF2B5EF4-FFF2-40B4-BE49-F238E27FC236}">
                    <a16:creationId xmlns:a16="http://schemas.microsoft.com/office/drawing/2014/main" id="{4D992F84-D350-7C68-F39F-24365B5DE4CC}"/>
                  </a:ext>
                </a:extLst>
              </p:cNvPr>
              <p:cNvSpPr/>
              <p:nvPr/>
            </p:nvSpPr>
            <p:spPr>
              <a:xfrm>
                <a:off x="9191569" y="5168714"/>
                <a:ext cx="6343" cy="6345"/>
              </a:xfrm>
              <a:custGeom>
                <a:avLst/>
                <a:gdLst>
                  <a:gd name="connsiteX0" fmla="*/ 3391 w 6343"/>
                  <a:gd name="connsiteY0" fmla="*/ 6479 h 6345"/>
                  <a:gd name="connsiteX1" fmla="*/ 5634 w 6343"/>
                  <a:gd name="connsiteY1" fmla="*/ 5549 h 6345"/>
                  <a:gd name="connsiteX2" fmla="*/ 6562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9"/>
                    </a:moveTo>
                    <a:cubicBezTo>
                      <a:pt x="4232" y="6479"/>
                      <a:pt x="5039" y="6144"/>
                      <a:pt x="5634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4" y="1657"/>
                      <a:pt x="219" y="2464"/>
                      <a:pt x="219" y="3306"/>
                    </a:cubicBezTo>
                    <a:cubicBezTo>
                      <a:pt x="219" y="4147"/>
                      <a:pt x="554" y="4954"/>
                      <a:pt x="1148" y="5549"/>
                    </a:cubicBezTo>
                    <a:cubicBezTo>
                      <a:pt x="1743" y="6144"/>
                      <a:pt x="2550" y="6479"/>
                      <a:pt x="339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86" name="Freeform: Shape 13385">
                <a:extLst>
                  <a:ext uri="{FF2B5EF4-FFF2-40B4-BE49-F238E27FC236}">
                    <a16:creationId xmlns:a16="http://schemas.microsoft.com/office/drawing/2014/main" id="{8486B16F-232E-633F-6C8D-4FD0FBA9E4CB}"/>
                  </a:ext>
                </a:extLst>
              </p:cNvPr>
              <p:cNvSpPr/>
              <p:nvPr/>
            </p:nvSpPr>
            <p:spPr>
              <a:xfrm>
                <a:off x="9198191" y="5168210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3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3" y="133"/>
                      <a:pt x="3391" y="133"/>
                    </a:cubicBezTo>
                    <a:cubicBezTo>
                      <a:pt x="2550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87" name="Freeform: Shape 13386">
                <a:extLst>
                  <a:ext uri="{FF2B5EF4-FFF2-40B4-BE49-F238E27FC236}">
                    <a16:creationId xmlns:a16="http://schemas.microsoft.com/office/drawing/2014/main" id="{7B2EA72F-CF0D-842E-643A-DC7288F7EA45}"/>
                  </a:ext>
                </a:extLst>
              </p:cNvPr>
              <p:cNvSpPr/>
              <p:nvPr/>
            </p:nvSpPr>
            <p:spPr>
              <a:xfrm>
                <a:off x="9203963" y="5169294"/>
                <a:ext cx="6343" cy="6345"/>
              </a:xfrm>
              <a:custGeom>
                <a:avLst/>
                <a:gdLst>
                  <a:gd name="connsiteX0" fmla="*/ 3392 w 6343"/>
                  <a:gd name="connsiteY0" fmla="*/ 6479 h 6345"/>
                  <a:gd name="connsiteX1" fmla="*/ 5635 w 6343"/>
                  <a:gd name="connsiteY1" fmla="*/ 5549 h 6345"/>
                  <a:gd name="connsiteX2" fmla="*/ 6563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9"/>
                    </a:moveTo>
                    <a:cubicBezTo>
                      <a:pt x="4233" y="6479"/>
                      <a:pt x="5040" y="6144"/>
                      <a:pt x="5635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5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1" y="6479"/>
                      <a:pt x="339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88" name="Freeform: Shape 13387">
                <a:extLst>
                  <a:ext uri="{FF2B5EF4-FFF2-40B4-BE49-F238E27FC236}">
                    <a16:creationId xmlns:a16="http://schemas.microsoft.com/office/drawing/2014/main" id="{5ADEA8D7-90D9-FA38-D90E-486FC9056145}"/>
                  </a:ext>
                </a:extLst>
              </p:cNvPr>
              <p:cNvSpPr/>
              <p:nvPr/>
            </p:nvSpPr>
            <p:spPr>
              <a:xfrm>
                <a:off x="9205115" y="5168023"/>
                <a:ext cx="6343" cy="6345"/>
              </a:xfrm>
              <a:custGeom>
                <a:avLst/>
                <a:gdLst>
                  <a:gd name="connsiteX0" fmla="*/ 3392 w 6343"/>
                  <a:gd name="connsiteY0" fmla="*/ 6478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8"/>
                    </a:moveTo>
                    <a:cubicBezTo>
                      <a:pt x="4233" y="6478"/>
                      <a:pt x="5040" y="6144"/>
                      <a:pt x="5635" y="5549"/>
                    </a:cubicBezTo>
                    <a:cubicBezTo>
                      <a:pt x="6229" y="4954"/>
                      <a:pt x="6564" y="4147"/>
                      <a:pt x="6564" y="3306"/>
                    </a:cubicBezTo>
                    <a:cubicBezTo>
                      <a:pt x="6564" y="2464"/>
                      <a:pt x="6229" y="1657"/>
                      <a:pt x="5635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49" y="1062"/>
                    </a:cubicBezTo>
                    <a:cubicBezTo>
                      <a:pt x="555" y="1657"/>
                      <a:pt x="220" y="2464"/>
                      <a:pt x="220" y="3306"/>
                    </a:cubicBezTo>
                    <a:cubicBezTo>
                      <a:pt x="220" y="4147"/>
                      <a:pt x="555" y="4954"/>
                      <a:pt x="1149" y="5549"/>
                    </a:cubicBezTo>
                    <a:cubicBezTo>
                      <a:pt x="1744" y="6144"/>
                      <a:pt x="2551" y="6478"/>
                      <a:pt x="339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89" name="Freeform: Shape 13388">
                <a:extLst>
                  <a:ext uri="{FF2B5EF4-FFF2-40B4-BE49-F238E27FC236}">
                    <a16:creationId xmlns:a16="http://schemas.microsoft.com/office/drawing/2014/main" id="{BF06000C-6C6B-D4B3-213C-E0539B51DEF9}"/>
                  </a:ext>
                </a:extLst>
              </p:cNvPr>
              <p:cNvSpPr/>
              <p:nvPr/>
            </p:nvSpPr>
            <p:spPr>
              <a:xfrm>
                <a:off x="9194821" y="5160636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5 h 6345"/>
                  <a:gd name="connsiteX3" fmla="*/ 5634 w 6343"/>
                  <a:gd name="connsiteY3" fmla="*/ 1062 h 6345"/>
                  <a:gd name="connsiteX4" fmla="*/ 3391 w 6343"/>
                  <a:gd name="connsiteY4" fmla="*/ 132 h 6345"/>
                  <a:gd name="connsiteX5" fmla="*/ 1149 w 6343"/>
                  <a:gd name="connsiteY5" fmla="*/ 1062 h 6345"/>
                  <a:gd name="connsiteX6" fmla="*/ 220 w 6343"/>
                  <a:gd name="connsiteY6" fmla="*/ 3305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5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2" y="132"/>
                      <a:pt x="3391" y="132"/>
                    </a:cubicBezTo>
                    <a:cubicBezTo>
                      <a:pt x="2550" y="132"/>
                      <a:pt x="1743" y="467"/>
                      <a:pt x="1149" y="1062"/>
                    </a:cubicBezTo>
                    <a:cubicBezTo>
                      <a:pt x="554" y="1657"/>
                      <a:pt x="220" y="2464"/>
                      <a:pt x="220" y="3305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90" name="Freeform: Shape 13389">
                <a:extLst>
                  <a:ext uri="{FF2B5EF4-FFF2-40B4-BE49-F238E27FC236}">
                    <a16:creationId xmlns:a16="http://schemas.microsoft.com/office/drawing/2014/main" id="{9ED149BC-F81F-8761-24C8-A82C4CD76374}"/>
                  </a:ext>
                </a:extLst>
              </p:cNvPr>
              <p:cNvSpPr/>
              <p:nvPr/>
            </p:nvSpPr>
            <p:spPr>
              <a:xfrm>
                <a:off x="9157756" y="5138547"/>
                <a:ext cx="6343" cy="6345"/>
              </a:xfrm>
              <a:custGeom>
                <a:avLst/>
                <a:gdLst>
                  <a:gd name="connsiteX0" fmla="*/ 3388 w 6343"/>
                  <a:gd name="connsiteY0" fmla="*/ 6476 h 6345"/>
                  <a:gd name="connsiteX1" fmla="*/ 5631 w 6343"/>
                  <a:gd name="connsiteY1" fmla="*/ 5547 h 6345"/>
                  <a:gd name="connsiteX2" fmla="*/ 6560 w 6343"/>
                  <a:gd name="connsiteY2" fmla="*/ 3303 h 6345"/>
                  <a:gd name="connsiteX3" fmla="*/ 5631 w 6343"/>
                  <a:gd name="connsiteY3" fmla="*/ 1060 h 6345"/>
                  <a:gd name="connsiteX4" fmla="*/ 3388 w 6343"/>
                  <a:gd name="connsiteY4" fmla="*/ 131 h 6345"/>
                  <a:gd name="connsiteX5" fmla="*/ 1146 w 6343"/>
                  <a:gd name="connsiteY5" fmla="*/ 1060 h 6345"/>
                  <a:gd name="connsiteX6" fmla="*/ 217 w 6343"/>
                  <a:gd name="connsiteY6" fmla="*/ 3303 h 6345"/>
                  <a:gd name="connsiteX7" fmla="*/ 1146 w 6343"/>
                  <a:gd name="connsiteY7" fmla="*/ 5547 h 6345"/>
                  <a:gd name="connsiteX8" fmla="*/ 3388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6"/>
                    </a:moveTo>
                    <a:cubicBezTo>
                      <a:pt x="4229" y="6476"/>
                      <a:pt x="5036" y="6142"/>
                      <a:pt x="5631" y="5547"/>
                    </a:cubicBezTo>
                    <a:cubicBezTo>
                      <a:pt x="6226" y="4952"/>
                      <a:pt x="6560" y="4145"/>
                      <a:pt x="6560" y="3303"/>
                    </a:cubicBezTo>
                    <a:cubicBezTo>
                      <a:pt x="6560" y="2462"/>
                      <a:pt x="6226" y="1655"/>
                      <a:pt x="5631" y="1060"/>
                    </a:cubicBezTo>
                    <a:cubicBezTo>
                      <a:pt x="5036" y="465"/>
                      <a:pt x="4229" y="131"/>
                      <a:pt x="3388" y="131"/>
                    </a:cubicBezTo>
                    <a:cubicBezTo>
                      <a:pt x="2547" y="131"/>
                      <a:pt x="1740" y="465"/>
                      <a:pt x="1146" y="1060"/>
                    </a:cubicBezTo>
                    <a:cubicBezTo>
                      <a:pt x="551" y="1655"/>
                      <a:pt x="217" y="2462"/>
                      <a:pt x="217" y="3303"/>
                    </a:cubicBezTo>
                    <a:cubicBezTo>
                      <a:pt x="217" y="4145"/>
                      <a:pt x="551" y="4952"/>
                      <a:pt x="1146" y="5547"/>
                    </a:cubicBezTo>
                    <a:cubicBezTo>
                      <a:pt x="1740" y="6142"/>
                      <a:pt x="2547" y="6476"/>
                      <a:pt x="3388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91" name="Freeform: Shape 13390">
                <a:extLst>
                  <a:ext uri="{FF2B5EF4-FFF2-40B4-BE49-F238E27FC236}">
                    <a16:creationId xmlns:a16="http://schemas.microsoft.com/office/drawing/2014/main" id="{103A6372-7A78-DCDD-8B78-A91FA64BB3E9}"/>
                  </a:ext>
                </a:extLst>
              </p:cNvPr>
              <p:cNvSpPr/>
              <p:nvPr/>
            </p:nvSpPr>
            <p:spPr>
              <a:xfrm>
                <a:off x="9157523" y="5136134"/>
                <a:ext cx="6343" cy="6345"/>
              </a:xfrm>
              <a:custGeom>
                <a:avLst/>
                <a:gdLst>
                  <a:gd name="connsiteX0" fmla="*/ 3388 w 6343"/>
                  <a:gd name="connsiteY0" fmla="*/ 6476 h 6345"/>
                  <a:gd name="connsiteX1" fmla="*/ 5631 w 6343"/>
                  <a:gd name="connsiteY1" fmla="*/ 5547 h 6345"/>
                  <a:gd name="connsiteX2" fmla="*/ 6560 w 6343"/>
                  <a:gd name="connsiteY2" fmla="*/ 3303 h 6345"/>
                  <a:gd name="connsiteX3" fmla="*/ 5631 w 6343"/>
                  <a:gd name="connsiteY3" fmla="*/ 1060 h 6345"/>
                  <a:gd name="connsiteX4" fmla="*/ 3388 w 6343"/>
                  <a:gd name="connsiteY4" fmla="*/ 131 h 6345"/>
                  <a:gd name="connsiteX5" fmla="*/ 1146 w 6343"/>
                  <a:gd name="connsiteY5" fmla="*/ 1060 h 6345"/>
                  <a:gd name="connsiteX6" fmla="*/ 217 w 6343"/>
                  <a:gd name="connsiteY6" fmla="*/ 3303 h 6345"/>
                  <a:gd name="connsiteX7" fmla="*/ 1146 w 6343"/>
                  <a:gd name="connsiteY7" fmla="*/ 5547 h 6345"/>
                  <a:gd name="connsiteX8" fmla="*/ 3388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6"/>
                    </a:moveTo>
                    <a:cubicBezTo>
                      <a:pt x="4229" y="6476"/>
                      <a:pt x="5036" y="6142"/>
                      <a:pt x="5631" y="5547"/>
                    </a:cubicBezTo>
                    <a:cubicBezTo>
                      <a:pt x="6226" y="4952"/>
                      <a:pt x="6560" y="4145"/>
                      <a:pt x="6560" y="3303"/>
                    </a:cubicBezTo>
                    <a:cubicBezTo>
                      <a:pt x="6560" y="2462"/>
                      <a:pt x="6226" y="1655"/>
                      <a:pt x="5631" y="1060"/>
                    </a:cubicBezTo>
                    <a:cubicBezTo>
                      <a:pt x="5036" y="465"/>
                      <a:pt x="4229" y="131"/>
                      <a:pt x="3388" y="131"/>
                    </a:cubicBezTo>
                    <a:cubicBezTo>
                      <a:pt x="2547" y="131"/>
                      <a:pt x="1740" y="465"/>
                      <a:pt x="1146" y="1060"/>
                    </a:cubicBezTo>
                    <a:cubicBezTo>
                      <a:pt x="551" y="1655"/>
                      <a:pt x="217" y="2462"/>
                      <a:pt x="217" y="3303"/>
                    </a:cubicBezTo>
                    <a:cubicBezTo>
                      <a:pt x="217" y="4145"/>
                      <a:pt x="551" y="4952"/>
                      <a:pt x="1146" y="5547"/>
                    </a:cubicBezTo>
                    <a:cubicBezTo>
                      <a:pt x="1740" y="6142"/>
                      <a:pt x="2547" y="6476"/>
                      <a:pt x="3388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92" name="Freeform: Shape 13391">
                <a:extLst>
                  <a:ext uri="{FF2B5EF4-FFF2-40B4-BE49-F238E27FC236}">
                    <a16:creationId xmlns:a16="http://schemas.microsoft.com/office/drawing/2014/main" id="{65410E76-FA2A-88AA-BADA-5F501A5BDEE1}"/>
                  </a:ext>
                </a:extLst>
              </p:cNvPr>
              <p:cNvSpPr/>
              <p:nvPr/>
            </p:nvSpPr>
            <p:spPr>
              <a:xfrm>
                <a:off x="9033235" y="5064399"/>
                <a:ext cx="6343" cy="6345"/>
              </a:xfrm>
              <a:custGeom>
                <a:avLst/>
                <a:gdLst>
                  <a:gd name="connsiteX0" fmla="*/ 3378 w 6343"/>
                  <a:gd name="connsiteY0" fmla="*/ 6470 h 6345"/>
                  <a:gd name="connsiteX1" fmla="*/ 5621 w 6343"/>
                  <a:gd name="connsiteY1" fmla="*/ 5541 h 6345"/>
                  <a:gd name="connsiteX2" fmla="*/ 6550 w 6343"/>
                  <a:gd name="connsiteY2" fmla="*/ 3298 h 6345"/>
                  <a:gd name="connsiteX3" fmla="*/ 5621 w 6343"/>
                  <a:gd name="connsiteY3" fmla="*/ 1054 h 6345"/>
                  <a:gd name="connsiteX4" fmla="*/ 3378 w 6343"/>
                  <a:gd name="connsiteY4" fmla="*/ 125 h 6345"/>
                  <a:gd name="connsiteX5" fmla="*/ 1136 w 6343"/>
                  <a:gd name="connsiteY5" fmla="*/ 1054 h 6345"/>
                  <a:gd name="connsiteX6" fmla="*/ 207 w 6343"/>
                  <a:gd name="connsiteY6" fmla="*/ 3298 h 6345"/>
                  <a:gd name="connsiteX7" fmla="*/ 1136 w 6343"/>
                  <a:gd name="connsiteY7" fmla="*/ 5541 h 6345"/>
                  <a:gd name="connsiteX8" fmla="*/ 337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0"/>
                    </a:moveTo>
                    <a:cubicBezTo>
                      <a:pt x="4220" y="6470"/>
                      <a:pt x="5026" y="6136"/>
                      <a:pt x="5621" y="5541"/>
                    </a:cubicBezTo>
                    <a:cubicBezTo>
                      <a:pt x="6216" y="4946"/>
                      <a:pt x="6550" y="4139"/>
                      <a:pt x="6550" y="3298"/>
                    </a:cubicBezTo>
                    <a:cubicBezTo>
                      <a:pt x="6550" y="2456"/>
                      <a:pt x="6216" y="1649"/>
                      <a:pt x="5621" y="1054"/>
                    </a:cubicBezTo>
                    <a:cubicBezTo>
                      <a:pt x="5026" y="459"/>
                      <a:pt x="4220" y="125"/>
                      <a:pt x="3378" y="125"/>
                    </a:cubicBezTo>
                    <a:cubicBezTo>
                      <a:pt x="2537" y="125"/>
                      <a:pt x="1731" y="459"/>
                      <a:pt x="1136" y="1054"/>
                    </a:cubicBezTo>
                    <a:cubicBezTo>
                      <a:pt x="541" y="1649"/>
                      <a:pt x="207" y="2456"/>
                      <a:pt x="207" y="3298"/>
                    </a:cubicBezTo>
                    <a:cubicBezTo>
                      <a:pt x="207" y="4139"/>
                      <a:pt x="541" y="4946"/>
                      <a:pt x="1136" y="5541"/>
                    </a:cubicBezTo>
                    <a:cubicBezTo>
                      <a:pt x="1731" y="6136"/>
                      <a:pt x="2537" y="6470"/>
                      <a:pt x="337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93" name="Freeform: Shape 13392">
                <a:extLst>
                  <a:ext uri="{FF2B5EF4-FFF2-40B4-BE49-F238E27FC236}">
                    <a16:creationId xmlns:a16="http://schemas.microsoft.com/office/drawing/2014/main" id="{3A903D74-8D6F-86D6-8D74-022DB10DE7F4}"/>
                  </a:ext>
                </a:extLst>
              </p:cNvPr>
              <p:cNvSpPr/>
              <p:nvPr/>
            </p:nvSpPr>
            <p:spPr>
              <a:xfrm>
                <a:off x="9027805" y="5051198"/>
                <a:ext cx="6343" cy="6345"/>
              </a:xfrm>
              <a:custGeom>
                <a:avLst/>
                <a:gdLst>
                  <a:gd name="connsiteX0" fmla="*/ 3378 w 6343"/>
                  <a:gd name="connsiteY0" fmla="*/ 6469 h 6345"/>
                  <a:gd name="connsiteX1" fmla="*/ 5621 w 6343"/>
                  <a:gd name="connsiteY1" fmla="*/ 5540 h 6345"/>
                  <a:gd name="connsiteX2" fmla="*/ 6550 w 6343"/>
                  <a:gd name="connsiteY2" fmla="*/ 3297 h 6345"/>
                  <a:gd name="connsiteX3" fmla="*/ 5621 w 6343"/>
                  <a:gd name="connsiteY3" fmla="*/ 1053 h 6345"/>
                  <a:gd name="connsiteX4" fmla="*/ 3378 w 6343"/>
                  <a:gd name="connsiteY4" fmla="*/ 124 h 6345"/>
                  <a:gd name="connsiteX5" fmla="*/ 1135 w 6343"/>
                  <a:gd name="connsiteY5" fmla="*/ 1053 h 6345"/>
                  <a:gd name="connsiteX6" fmla="*/ 206 w 6343"/>
                  <a:gd name="connsiteY6" fmla="*/ 3297 h 6345"/>
                  <a:gd name="connsiteX7" fmla="*/ 1135 w 6343"/>
                  <a:gd name="connsiteY7" fmla="*/ 5540 h 6345"/>
                  <a:gd name="connsiteX8" fmla="*/ 337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9"/>
                    </a:moveTo>
                    <a:cubicBezTo>
                      <a:pt x="4219" y="6469"/>
                      <a:pt x="5026" y="6135"/>
                      <a:pt x="5621" y="5540"/>
                    </a:cubicBezTo>
                    <a:cubicBezTo>
                      <a:pt x="6215" y="4945"/>
                      <a:pt x="6550" y="4138"/>
                      <a:pt x="6550" y="3297"/>
                    </a:cubicBezTo>
                    <a:cubicBezTo>
                      <a:pt x="6550" y="2455"/>
                      <a:pt x="6215" y="1648"/>
                      <a:pt x="5621" y="1053"/>
                    </a:cubicBezTo>
                    <a:cubicBezTo>
                      <a:pt x="5026" y="458"/>
                      <a:pt x="4219" y="124"/>
                      <a:pt x="3378" y="124"/>
                    </a:cubicBezTo>
                    <a:cubicBezTo>
                      <a:pt x="2537" y="124"/>
                      <a:pt x="1730" y="458"/>
                      <a:pt x="1135" y="1053"/>
                    </a:cubicBezTo>
                    <a:cubicBezTo>
                      <a:pt x="541" y="1648"/>
                      <a:pt x="206" y="2455"/>
                      <a:pt x="206" y="3297"/>
                    </a:cubicBezTo>
                    <a:cubicBezTo>
                      <a:pt x="206" y="4138"/>
                      <a:pt x="541" y="4945"/>
                      <a:pt x="1135" y="5540"/>
                    </a:cubicBezTo>
                    <a:cubicBezTo>
                      <a:pt x="1730" y="6135"/>
                      <a:pt x="2537" y="6469"/>
                      <a:pt x="337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94" name="Freeform: Shape 13393">
                <a:extLst>
                  <a:ext uri="{FF2B5EF4-FFF2-40B4-BE49-F238E27FC236}">
                    <a16:creationId xmlns:a16="http://schemas.microsoft.com/office/drawing/2014/main" id="{D6C174CC-642E-2D25-F5CD-D278E8EDAE35}"/>
                  </a:ext>
                </a:extLst>
              </p:cNvPr>
              <p:cNvSpPr/>
              <p:nvPr/>
            </p:nvSpPr>
            <p:spPr>
              <a:xfrm>
                <a:off x="9025670" y="5043018"/>
                <a:ext cx="6343" cy="6345"/>
              </a:xfrm>
              <a:custGeom>
                <a:avLst/>
                <a:gdLst>
                  <a:gd name="connsiteX0" fmla="*/ 3378 w 6343"/>
                  <a:gd name="connsiteY0" fmla="*/ 6469 h 6345"/>
                  <a:gd name="connsiteX1" fmla="*/ 5620 w 6343"/>
                  <a:gd name="connsiteY1" fmla="*/ 5539 h 6345"/>
                  <a:gd name="connsiteX2" fmla="*/ 6549 w 6343"/>
                  <a:gd name="connsiteY2" fmla="*/ 3296 h 6345"/>
                  <a:gd name="connsiteX3" fmla="*/ 5620 w 6343"/>
                  <a:gd name="connsiteY3" fmla="*/ 1052 h 6345"/>
                  <a:gd name="connsiteX4" fmla="*/ 3378 w 6343"/>
                  <a:gd name="connsiteY4" fmla="*/ 123 h 6345"/>
                  <a:gd name="connsiteX5" fmla="*/ 1135 w 6343"/>
                  <a:gd name="connsiteY5" fmla="*/ 1052 h 6345"/>
                  <a:gd name="connsiteX6" fmla="*/ 206 w 6343"/>
                  <a:gd name="connsiteY6" fmla="*/ 3296 h 6345"/>
                  <a:gd name="connsiteX7" fmla="*/ 1135 w 6343"/>
                  <a:gd name="connsiteY7" fmla="*/ 5539 h 6345"/>
                  <a:gd name="connsiteX8" fmla="*/ 337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9"/>
                    </a:moveTo>
                    <a:cubicBezTo>
                      <a:pt x="4219" y="6469"/>
                      <a:pt x="5026" y="6134"/>
                      <a:pt x="5620" y="5539"/>
                    </a:cubicBezTo>
                    <a:cubicBezTo>
                      <a:pt x="6215" y="4944"/>
                      <a:pt x="6549" y="4137"/>
                      <a:pt x="6549" y="3296"/>
                    </a:cubicBezTo>
                    <a:cubicBezTo>
                      <a:pt x="6549" y="2454"/>
                      <a:pt x="6215" y="1647"/>
                      <a:pt x="5620" y="1052"/>
                    </a:cubicBezTo>
                    <a:cubicBezTo>
                      <a:pt x="5026" y="458"/>
                      <a:pt x="4219" y="123"/>
                      <a:pt x="3378" y="123"/>
                    </a:cubicBezTo>
                    <a:cubicBezTo>
                      <a:pt x="2537" y="123"/>
                      <a:pt x="1730" y="458"/>
                      <a:pt x="1135" y="1052"/>
                    </a:cubicBezTo>
                    <a:cubicBezTo>
                      <a:pt x="540" y="1647"/>
                      <a:pt x="206" y="2454"/>
                      <a:pt x="206" y="3296"/>
                    </a:cubicBezTo>
                    <a:cubicBezTo>
                      <a:pt x="206" y="4137"/>
                      <a:pt x="540" y="4944"/>
                      <a:pt x="1135" y="5539"/>
                    </a:cubicBezTo>
                    <a:cubicBezTo>
                      <a:pt x="1730" y="6134"/>
                      <a:pt x="2537" y="6469"/>
                      <a:pt x="337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95" name="Freeform: Shape 13394">
                <a:extLst>
                  <a:ext uri="{FF2B5EF4-FFF2-40B4-BE49-F238E27FC236}">
                    <a16:creationId xmlns:a16="http://schemas.microsoft.com/office/drawing/2014/main" id="{2782B9A5-2B9F-1B9B-12CB-404D4B417984}"/>
                  </a:ext>
                </a:extLst>
              </p:cNvPr>
              <p:cNvSpPr/>
              <p:nvPr/>
            </p:nvSpPr>
            <p:spPr>
              <a:xfrm>
                <a:off x="9027323" y="5040516"/>
                <a:ext cx="6343" cy="6345"/>
              </a:xfrm>
              <a:custGeom>
                <a:avLst/>
                <a:gdLst>
                  <a:gd name="connsiteX0" fmla="*/ 3378 w 6343"/>
                  <a:gd name="connsiteY0" fmla="*/ 6468 h 6345"/>
                  <a:gd name="connsiteX1" fmla="*/ 5621 w 6343"/>
                  <a:gd name="connsiteY1" fmla="*/ 5539 h 6345"/>
                  <a:gd name="connsiteX2" fmla="*/ 6550 w 6343"/>
                  <a:gd name="connsiteY2" fmla="*/ 3296 h 6345"/>
                  <a:gd name="connsiteX3" fmla="*/ 5621 w 6343"/>
                  <a:gd name="connsiteY3" fmla="*/ 1052 h 6345"/>
                  <a:gd name="connsiteX4" fmla="*/ 3378 w 6343"/>
                  <a:gd name="connsiteY4" fmla="*/ 123 h 6345"/>
                  <a:gd name="connsiteX5" fmla="*/ 1135 w 6343"/>
                  <a:gd name="connsiteY5" fmla="*/ 1052 h 6345"/>
                  <a:gd name="connsiteX6" fmla="*/ 206 w 6343"/>
                  <a:gd name="connsiteY6" fmla="*/ 3296 h 6345"/>
                  <a:gd name="connsiteX7" fmla="*/ 1135 w 6343"/>
                  <a:gd name="connsiteY7" fmla="*/ 5539 h 6345"/>
                  <a:gd name="connsiteX8" fmla="*/ 337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8"/>
                    </a:moveTo>
                    <a:cubicBezTo>
                      <a:pt x="4219" y="6468"/>
                      <a:pt x="5026" y="6134"/>
                      <a:pt x="5621" y="5539"/>
                    </a:cubicBezTo>
                    <a:cubicBezTo>
                      <a:pt x="6215" y="4944"/>
                      <a:pt x="6550" y="4137"/>
                      <a:pt x="6550" y="3296"/>
                    </a:cubicBezTo>
                    <a:cubicBezTo>
                      <a:pt x="6550" y="2454"/>
                      <a:pt x="6215" y="1647"/>
                      <a:pt x="5621" y="1052"/>
                    </a:cubicBezTo>
                    <a:cubicBezTo>
                      <a:pt x="5026" y="457"/>
                      <a:pt x="4219" y="123"/>
                      <a:pt x="3378" y="123"/>
                    </a:cubicBezTo>
                    <a:cubicBezTo>
                      <a:pt x="2537" y="123"/>
                      <a:pt x="1730" y="457"/>
                      <a:pt x="1135" y="1052"/>
                    </a:cubicBezTo>
                    <a:cubicBezTo>
                      <a:pt x="541" y="1647"/>
                      <a:pt x="206" y="2454"/>
                      <a:pt x="206" y="3296"/>
                    </a:cubicBezTo>
                    <a:cubicBezTo>
                      <a:pt x="206" y="4137"/>
                      <a:pt x="541" y="4944"/>
                      <a:pt x="1135" y="5539"/>
                    </a:cubicBezTo>
                    <a:cubicBezTo>
                      <a:pt x="1730" y="6134"/>
                      <a:pt x="2537" y="6468"/>
                      <a:pt x="337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96" name="Freeform: Shape 13395">
                <a:extLst>
                  <a:ext uri="{FF2B5EF4-FFF2-40B4-BE49-F238E27FC236}">
                    <a16:creationId xmlns:a16="http://schemas.microsoft.com/office/drawing/2014/main" id="{E2EE71F5-A796-3B9D-9731-9B16291C91EC}"/>
                  </a:ext>
                </a:extLst>
              </p:cNvPr>
              <p:cNvSpPr/>
              <p:nvPr/>
            </p:nvSpPr>
            <p:spPr>
              <a:xfrm>
                <a:off x="9030149" y="5038740"/>
                <a:ext cx="6343" cy="6345"/>
              </a:xfrm>
              <a:custGeom>
                <a:avLst/>
                <a:gdLst>
                  <a:gd name="connsiteX0" fmla="*/ 3378 w 6343"/>
                  <a:gd name="connsiteY0" fmla="*/ 6468 h 6345"/>
                  <a:gd name="connsiteX1" fmla="*/ 5621 w 6343"/>
                  <a:gd name="connsiteY1" fmla="*/ 5539 h 6345"/>
                  <a:gd name="connsiteX2" fmla="*/ 6550 w 6343"/>
                  <a:gd name="connsiteY2" fmla="*/ 3296 h 6345"/>
                  <a:gd name="connsiteX3" fmla="*/ 5621 w 6343"/>
                  <a:gd name="connsiteY3" fmla="*/ 1052 h 6345"/>
                  <a:gd name="connsiteX4" fmla="*/ 3378 w 6343"/>
                  <a:gd name="connsiteY4" fmla="*/ 123 h 6345"/>
                  <a:gd name="connsiteX5" fmla="*/ 1136 w 6343"/>
                  <a:gd name="connsiteY5" fmla="*/ 1052 h 6345"/>
                  <a:gd name="connsiteX6" fmla="*/ 207 w 6343"/>
                  <a:gd name="connsiteY6" fmla="*/ 3296 h 6345"/>
                  <a:gd name="connsiteX7" fmla="*/ 1136 w 6343"/>
                  <a:gd name="connsiteY7" fmla="*/ 5539 h 6345"/>
                  <a:gd name="connsiteX8" fmla="*/ 3378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68"/>
                    </a:moveTo>
                    <a:cubicBezTo>
                      <a:pt x="4219" y="6468"/>
                      <a:pt x="5026" y="6134"/>
                      <a:pt x="5621" y="5539"/>
                    </a:cubicBezTo>
                    <a:cubicBezTo>
                      <a:pt x="6216" y="4944"/>
                      <a:pt x="6550" y="4137"/>
                      <a:pt x="6550" y="3296"/>
                    </a:cubicBezTo>
                    <a:cubicBezTo>
                      <a:pt x="6550" y="2454"/>
                      <a:pt x="6216" y="1647"/>
                      <a:pt x="5621" y="1052"/>
                    </a:cubicBezTo>
                    <a:cubicBezTo>
                      <a:pt x="5026" y="457"/>
                      <a:pt x="4219" y="123"/>
                      <a:pt x="3378" y="123"/>
                    </a:cubicBezTo>
                    <a:cubicBezTo>
                      <a:pt x="2537" y="123"/>
                      <a:pt x="1730" y="457"/>
                      <a:pt x="1136" y="1052"/>
                    </a:cubicBezTo>
                    <a:cubicBezTo>
                      <a:pt x="541" y="1647"/>
                      <a:pt x="207" y="2454"/>
                      <a:pt x="207" y="3296"/>
                    </a:cubicBezTo>
                    <a:cubicBezTo>
                      <a:pt x="207" y="4137"/>
                      <a:pt x="541" y="4944"/>
                      <a:pt x="1136" y="5539"/>
                    </a:cubicBezTo>
                    <a:cubicBezTo>
                      <a:pt x="1730" y="6134"/>
                      <a:pt x="2537" y="6468"/>
                      <a:pt x="3378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97" name="Freeform: Shape 13396">
                <a:extLst>
                  <a:ext uri="{FF2B5EF4-FFF2-40B4-BE49-F238E27FC236}">
                    <a16:creationId xmlns:a16="http://schemas.microsoft.com/office/drawing/2014/main" id="{36D8E61A-0D03-F368-8EF4-56F96C4C7229}"/>
                  </a:ext>
                </a:extLst>
              </p:cNvPr>
              <p:cNvSpPr/>
              <p:nvPr/>
            </p:nvSpPr>
            <p:spPr>
              <a:xfrm>
                <a:off x="9039842" y="5037812"/>
                <a:ext cx="6343" cy="6345"/>
              </a:xfrm>
              <a:custGeom>
                <a:avLst/>
                <a:gdLst>
                  <a:gd name="connsiteX0" fmla="*/ 3379 w 6343"/>
                  <a:gd name="connsiteY0" fmla="*/ 6468 h 6345"/>
                  <a:gd name="connsiteX1" fmla="*/ 5622 w 6343"/>
                  <a:gd name="connsiteY1" fmla="*/ 5539 h 6345"/>
                  <a:gd name="connsiteX2" fmla="*/ 6550 w 6343"/>
                  <a:gd name="connsiteY2" fmla="*/ 3295 h 6345"/>
                  <a:gd name="connsiteX3" fmla="*/ 5622 w 6343"/>
                  <a:gd name="connsiteY3" fmla="*/ 1052 h 6345"/>
                  <a:gd name="connsiteX4" fmla="*/ 3379 w 6343"/>
                  <a:gd name="connsiteY4" fmla="*/ 123 h 6345"/>
                  <a:gd name="connsiteX5" fmla="*/ 1136 w 6343"/>
                  <a:gd name="connsiteY5" fmla="*/ 1052 h 6345"/>
                  <a:gd name="connsiteX6" fmla="*/ 207 w 6343"/>
                  <a:gd name="connsiteY6" fmla="*/ 3295 h 6345"/>
                  <a:gd name="connsiteX7" fmla="*/ 1136 w 6343"/>
                  <a:gd name="connsiteY7" fmla="*/ 5539 h 6345"/>
                  <a:gd name="connsiteX8" fmla="*/ 337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68"/>
                    </a:moveTo>
                    <a:cubicBezTo>
                      <a:pt x="4220" y="6468"/>
                      <a:pt x="5027" y="6134"/>
                      <a:pt x="5622" y="5539"/>
                    </a:cubicBezTo>
                    <a:cubicBezTo>
                      <a:pt x="6216" y="4944"/>
                      <a:pt x="6550" y="4137"/>
                      <a:pt x="6550" y="3295"/>
                    </a:cubicBezTo>
                    <a:cubicBezTo>
                      <a:pt x="6550" y="2454"/>
                      <a:pt x="6216" y="1647"/>
                      <a:pt x="5622" y="1052"/>
                    </a:cubicBezTo>
                    <a:cubicBezTo>
                      <a:pt x="5027" y="457"/>
                      <a:pt x="4220" y="123"/>
                      <a:pt x="3379" y="123"/>
                    </a:cubicBezTo>
                    <a:cubicBezTo>
                      <a:pt x="2538" y="123"/>
                      <a:pt x="1731" y="457"/>
                      <a:pt x="1136" y="1052"/>
                    </a:cubicBezTo>
                    <a:cubicBezTo>
                      <a:pt x="542" y="1647"/>
                      <a:pt x="207" y="2454"/>
                      <a:pt x="207" y="3295"/>
                    </a:cubicBezTo>
                    <a:cubicBezTo>
                      <a:pt x="207" y="4137"/>
                      <a:pt x="542" y="4944"/>
                      <a:pt x="1136" y="5539"/>
                    </a:cubicBezTo>
                    <a:cubicBezTo>
                      <a:pt x="1731" y="6134"/>
                      <a:pt x="2538" y="6468"/>
                      <a:pt x="337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98" name="Freeform: Shape 13397">
                <a:extLst>
                  <a:ext uri="{FF2B5EF4-FFF2-40B4-BE49-F238E27FC236}">
                    <a16:creationId xmlns:a16="http://schemas.microsoft.com/office/drawing/2014/main" id="{837D3822-DA02-92FE-CF05-D64FABDC7760}"/>
                  </a:ext>
                </a:extLst>
              </p:cNvPr>
              <p:cNvSpPr/>
              <p:nvPr/>
            </p:nvSpPr>
            <p:spPr>
              <a:xfrm>
                <a:off x="9044128" y="5037071"/>
                <a:ext cx="6343" cy="6345"/>
              </a:xfrm>
              <a:custGeom>
                <a:avLst/>
                <a:gdLst>
                  <a:gd name="connsiteX0" fmla="*/ 3379 w 6343"/>
                  <a:gd name="connsiteY0" fmla="*/ 6468 h 6345"/>
                  <a:gd name="connsiteX1" fmla="*/ 5622 w 6343"/>
                  <a:gd name="connsiteY1" fmla="*/ 5539 h 6345"/>
                  <a:gd name="connsiteX2" fmla="*/ 6551 w 6343"/>
                  <a:gd name="connsiteY2" fmla="*/ 3295 h 6345"/>
                  <a:gd name="connsiteX3" fmla="*/ 5622 w 6343"/>
                  <a:gd name="connsiteY3" fmla="*/ 1052 h 6345"/>
                  <a:gd name="connsiteX4" fmla="*/ 3379 w 6343"/>
                  <a:gd name="connsiteY4" fmla="*/ 123 h 6345"/>
                  <a:gd name="connsiteX5" fmla="*/ 1137 w 6343"/>
                  <a:gd name="connsiteY5" fmla="*/ 1052 h 6345"/>
                  <a:gd name="connsiteX6" fmla="*/ 208 w 6343"/>
                  <a:gd name="connsiteY6" fmla="*/ 3295 h 6345"/>
                  <a:gd name="connsiteX7" fmla="*/ 1137 w 6343"/>
                  <a:gd name="connsiteY7" fmla="*/ 5539 h 6345"/>
                  <a:gd name="connsiteX8" fmla="*/ 337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68"/>
                    </a:moveTo>
                    <a:cubicBezTo>
                      <a:pt x="4220" y="6468"/>
                      <a:pt x="5027" y="6134"/>
                      <a:pt x="5622" y="5539"/>
                    </a:cubicBezTo>
                    <a:cubicBezTo>
                      <a:pt x="6217" y="4944"/>
                      <a:pt x="6551" y="4137"/>
                      <a:pt x="6551" y="3295"/>
                    </a:cubicBezTo>
                    <a:cubicBezTo>
                      <a:pt x="6551" y="2454"/>
                      <a:pt x="6217" y="1647"/>
                      <a:pt x="5622" y="1052"/>
                    </a:cubicBezTo>
                    <a:cubicBezTo>
                      <a:pt x="5027" y="457"/>
                      <a:pt x="4220" y="123"/>
                      <a:pt x="3379" y="123"/>
                    </a:cubicBezTo>
                    <a:cubicBezTo>
                      <a:pt x="2538" y="123"/>
                      <a:pt x="1731" y="457"/>
                      <a:pt x="1137" y="1052"/>
                    </a:cubicBezTo>
                    <a:cubicBezTo>
                      <a:pt x="542" y="1647"/>
                      <a:pt x="208" y="2454"/>
                      <a:pt x="208" y="3295"/>
                    </a:cubicBezTo>
                    <a:cubicBezTo>
                      <a:pt x="208" y="4137"/>
                      <a:pt x="542" y="4944"/>
                      <a:pt x="1137" y="5539"/>
                    </a:cubicBezTo>
                    <a:cubicBezTo>
                      <a:pt x="1731" y="6134"/>
                      <a:pt x="2538" y="6468"/>
                      <a:pt x="337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399" name="Freeform: Shape 13398">
                <a:extLst>
                  <a:ext uri="{FF2B5EF4-FFF2-40B4-BE49-F238E27FC236}">
                    <a16:creationId xmlns:a16="http://schemas.microsoft.com/office/drawing/2014/main" id="{AFFEBA26-F7E8-072C-3ABC-926491502075}"/>
                  </a:ext>
                </a:extLst>
              </p:cNvPr>
              <p:cNvSpPr/>
              <p:nvPr/>
            </p:nvSpPr>
            <p:spPr>
              <a:xfrm>
                <a:off x="9047473" y="5035766"/>
                <a:ext cx="6343" cy="6345"/>
              </a:xfrm>
              <a:custGeom>
                <a:avLst/>
                <a:gdLst>
                  <a:gd name="connsiteX0" fmla="*/ 3380 w 6343"/>
                  <a:gd name="connsiteY0" fmla="*/ 6468 h 6345"/>
                  <a:gd name="connsiteX1" fmla="*/ 5622 w 6343"/>
                  <a:gd name="connsiteY1" fmla="*/ 5539 h 6345"/>
                  <a:gd name="connsiteX2" fmla="*/ 6551 w 6343"/>
                  <a:gd name="connsiteY2" fmla="*/ 3295 h 6345"/>
                  <a:gd name="connsiteX3" fmla="*/ 5622 w 6343"/>
                  <a:gd name="connsiteY3" fmla="*/ 1052 h 6345"/>
                  <a:gd name="connsiteX4" fmla="*/ 3380 w 6343"/>
                  <a:gd name="connsiteY4" fmla="*/ 123 h 6345"/>
                  <a:gd name="connsiteX5" fmla="*/ 1137 w 6343"/>
                  <a:gd name="connsiteY5" fmla="*/ 1052 h 6345"/>
                  <a:gd name="connsiteX6" fmla="*/ 208 w 6343"/>
                  <a:gd name="connsiteY6" fmla="*/ 3295 h 6345"/>
                  <a:gd name="connsiteX7" fmla="*/ 1137 w 6343"/>
                  <a:gd name="connsiteY7" fmla="*/ 5539 h 6345"/>
                  <a:gd name="connsiteX8" fmla="*/ 338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68"/>
                    </a:moveTo>
                    <a:cubicBezTo>
                      <a:pt x="4221" y="6468"/>
                      <a:pt x="5027" y="6134"/>
                      <a:pt x="5622" y="5539"/>
                    </a:cubicBezTo>
                    <a:cubicBezTo>
                      <a:pt x="6217" y="4944"/>
                      <a:pt x="6551" y="4137"/>
                      <a:pt x="6551" y="3295"/>
                    </a:cubicBezTo>
                    <a:cubicBezTo>
                      <a:pt x="6551" y="2454"/>
                      <a:pt x="6217" y="1647"/>
                      <a:pt x="5622" y="1052"/>
                    </a:cubicBezTo>
                    <a:cubicBezTo>
                      <a:pt x="5027" y="457"/>
                      <a:pt x="4221" y="123"/>
                      <a:pt x="3380" y="123"/>
                    </a:cubicBezTo>
                    <a:cubicBezTo>
                      <a:pt x="2538" y="123"/>
                      <a:pt x="1732" y="457"/>
                      <a:pt x="1137" y="1052"/>
                    </a:cubicBezTo>
                    <a:cubicBezTo>
                      <a:pt x="542" y="1647"/>
                      <a:pt x="208" y="2454"/>
                      <a:pt x="208" y="3295"/>
                    </a:cubicBezTo>
                    <a:cubicBezTo>
                      <a:pt x="208" y="4137"/>
                      <a:pt x="542" y="4944"/>
                      <a:pt x="1137" y="5539"/>
                    </a:cubicBezTo>
                    <a:cubicBezTo>
                      <a:pt x="1732" y="6134"/>
                      <a:pt x="2538" y="6468"/>
                      <a:pt x="338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00" name="Freeform: Shape 13399">
                <a:extLst>
                  <a:ext uri="{FF2B5EF4-FFF2-40B4-BE49-F238E27FC236}">
                    <a16:creationId xmlns:a16="http://schemas.microsoft.com/office/drawing/2014/main" id="{12BA94B8-1CD9-DD86-3EAB-D8A1C1981CD0}"/>
                  </a:ext>
                </a:extLst>
              </p:cNvPr>
              <p:cNvSpPr/>
              <p:nvPr/>
            </p:nvSpPr>
            <p:spPr>
              <a:xfrm>
                <a:off x="9211176" y="5140265"/>
                <a:ext cx="6343" cy="6345"/>
              </a:xfrm>
              <a:custGeom>
                <a:avLst/>
                <a:gdLst>
                  <a:gd name="connsiteX0" fmla="*/ 3392 w 6343"/>
                  <a:gd name="connsiteY0" fmla="*/ 6476 h 6345"/>
                  <a:gd name="connsiteX1" fmla="*/ 5635 w 6343"/>
                  <a:gd name="connsiteY1" fmla="*/ 5547 h 6345"/>
                  <a:gd name="connsiteX2" fmla="*/ 6564 w 6343"/>
                  <a:gd name="connsiteY2" fmla="*/ 3304 h 6345"/>
                  <a:gd name="connsiteX3" fmla="*/ 5635 w 6343"/>
                  <a:gd name="connsiteY3" fmla="*/ 1060 h 6345"/>
                  <a:gd name="connsiteX4" fmla="*/ 3392 w 6343"/>
                  <a:gd name="connsiteY4" fmla="*/ 131 h 6345"/>
                  <a:gd name="connsiteX5" fmla="*/ 1150 w 6343"/>
                  <a:gd name="connsiteY5" fmla="*/ 1060 h 6345"/>
                  <a:gd name="connsiteX6" fmla="*/ 221 w 6343"/>
                  <a:gd name="connsiteY6" fmla="*/ 3304 h 6345"/>
                  <a:gd name="connsiteX7" fmla="*/ 1150 w 6343"/>
                  <a:gd name="connsiteY7" fmla="*/ 5547 h 6345"/>
                  <a:gd name="connsiteX8" fmla="*/ 3392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6"/>
                    </a:moveTo>
                    <a:cubicBezTo>
                      <a:pt x="4234" y="6476"/>
                      <a:pt x="5040" y="6142"/>
                      <a:pt x="5635" y="5547"/>
                    </a:cubicBezTo>
                    <a:cubicBezTo>
                      <a:pt x="6230" y="4952"/>
                      <a:pt x="6564" y="4145"/>
                      <a:pt x="6564" y="3304"/>
                    </a:cubicBezTo>
                    <a:cubicBezTo>
                      <a:pt x="6564" y="2462"/>
                      <a:pt x="6230" y="1655"/>
                      <a:pt x="5635" y="1060"/>
                    </a:cubicBezTo>
                    <a:cubicBezTo>
                      <a:pt x="5040" y="465"/>
                      <a:pt x="4234" y="131"/>
                      <a:pt x="3392" y="131"/>
                    </a:cubicBezTo>
                    <a:cubicBezTo>
                      <a:pt x="2551" y="131"/>
                      <a:pt x="1745" y="465"/>
                      <a:pt x="1150" y="1060"/>
                    </a:cubicBezTo>
                    <a:cubicBezTo>
                      <a:pt x="555" y="1655"/>
                      <a:pt x="221" y="2462"/>
                      <a:pt x="221" y="3304"/>
                    </a:cubicBezTo>
                    <a:cubicBezTo>
                      <a:pt x="221" y="4145"/>
                      <a:pt x="555" y="4952"/>
                      <a:pt x="1150" y="5547"/>
                    </a:cubicBezTo>
                    <a:cubicBezTo>
                      <a:pt x="1745" y="6142"/>
                      <a:pt x="2551" y="6476"/>
                      <a:pt x="3392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01" name="Freeform: Shape 13400">
                <a:extLst>
                  <a:ext uri="{FF2B5EF4-FFF2-40B4-BE49-F238E27FC236}">
                    <a16:creationId xmlns:a16="http://schemas.microsoft.com/office/drawing/2014/main" id="{CF39032C-0094-CDD2-D534-9E49E05FEE4F}"/>
                  </a:ext>
                </a:extLst>
              </p:cNvPr>
              <p:cNvSpPr/>
              <p:nvPr/>
            </p:nvSpPr>
            <p:spPr>
              <a:xfrm>
                <a:off x="9230326" y="5151004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1 w 6343"/>
                  <a:gd name="connsiteY5" fmla="*/ 1061 h 6345"/>
                  <a:gd name="connsiteX6" fmla="*/ 222 w 6343"/>
                  <a:gd name="connsiteY6" fmla="*/ 3304 h 6345"/>
                  <a:gd name="connsiteX7" fmla="*/ 1151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7" y="5548"/>
                    </a:cubicBezTo>
                    <a:cubicBezTo>
                      <a:pt x="6231" y="4953"/>
                      <a:pt x="6566" y="4146"/>
                      <a:pt x="6566" y="3304"/>
                    </a:cubicBezTo>
                    <a:cubicBezTo>
                      <a:pt x="6566" y="2463"/>
                      <a:pt x="6231" y="1656"/>
                      <a:pt x="5637" y="1061"/>
                    </a:cubicBezTo>
                    <a:cubicBezTo>
                      <a:pt x="5042" y="466"/>
                      <a:pt x="4235" y="132"/>
                      <a:pt x="3394" y="132"/>
                    </a:cubicBezTo>
                    <a:cubicBezTo>
                      <a:pt x="2553" y="132"/>
                      <a:pt x="1746" y="466"/>
                      <a:pt x="1151" y="1061"/>
                    </a:cubicBezTo>
                    <a:cubicBezTo>
                      <a:pt x="557" y="1656"/>
                      <a:pt x="222" y="2463"/>
                      <a:pt x="222" y="3304"/>
                    </a:cubicBezTo>
                    <a:cubicBezTo>
                      <a:pt x="222" y="4146"/>
                      <a:pt x="557" y="4953"/>
                      <a:pt x="1151" y="5548"/>
                    </a:cubicBezTo>
                    <a:cubicBezTo>
                      <a:pt x="1746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02" name="Freeform: Shape 13401">
                <a:extLst>
                  <a:ext uri="{FF2B5EF4-FFF2-40B4-BE49-F238E27FC236}">
                    <a16:creationId xmlns:a16="http://schemas.microsoft.com/office/drawing/2014/main" id="{1CDE14BD-D3BC-8D83-BCB5-30A8D77DA44C}"/>
                  </a:ext>
                </a:extLst>
              </p:cNvPr>
              <p:cNvSpPr/>
              <p:nvPr/>
            </p:nvSpPr>
            <p:spPr>
              <a:xfrm>
                <a:off x="9233050" y="5150941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5" y="132"/>
                      <a:pt x="3394" y="132"/>
                    </a:cubicBezTo>
                    <a:cubicBezTo>
                      <a:pt x="2553" y="132"/>
                      <a:pt x="1746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6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03" name="Freeform: Shape 13402">
                <a:extLst>
                  <a:ext uri="{FF2B5EF4-FFF2-40B4-BE49-F238E27FC236}">
                    <a16:creationId xmlns:a16="http://schemas.microsoft.com/office/drawing/2014/main" id="{5BC984E1-40C3-4EB2-0016-5F9E3047B782}"/>
                  </a:ext>
                </a:extLst>
              </p:cNvPr>
              <p:cNvSpPr/>
              <p:nvPr/>
            </p:nvSpPr>
            <p:spPr>
              <a:xfrm>
                <a:off x="9237004" y="5149876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6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6" y="132"/>
                      <a:pt x="3394" y="132"/>
                    </a:cubicBezTo>
                    <a:cubicBezTo>
                      <a:pt x="2553" y="132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7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04" name="Freeform: Shape 13403">
                <a:extLst>
                  <a:ext uri="{FF2B5EF4-FFF2-40B4-BE49-F238E27FC236}">
                    <a16:creationId xmlns:a16="http://schemas.microsoft.com/office/drawing/2014/main" id="{A0EAD20C-0194-110F-4C65-908DAD7A5FC2}"/>
                  </a:ext>
                </a:extLst>
              </p:cNvPr>
              <p:cNvSpPr/>
              <p:nvPr/>
            </p:nvSpPr>
            <p:spPr>
              <a:xfrm>
                <a:off x="9241280" y="5150992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5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3" y="466"/>
                      <a:pt x="4236" y="132"/>
                      <a:pt x="3395" y="132"/>
                    </a:cubicBezTo>
                    <a:cubicBezTo>
                      <a:pt x="2554" y="132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7" y="6143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05" name="Freeform: Shape 13404">
                <a:extLst>
                  <a:ext uri="{FF2B5EF4-FFF2-40B4-BE49-F238E27FC236}">
                    <a16:creationId xmlns:a16="http://schemas.microsoft.com/office/drawing/2014/main" id="{4E4D724B-56EF-AA99-3FAE-EDB888B0B53B}"/>
                  </a:ext>
                </a:extLst>
              </p:cNvPr>
              <p:cNvSpPr/>
              <p:nvPr/>
            </p:nvSpPr>
            <p:spPr>
              <a:xfrm>
                <a:off x="9243601" y="5148909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8 w 6343"/>
                  <a:gd name="connsiteY1" fmla="*/ 5548 h 6345"/>
                  <a:gd name="connsiteX2" fmla="*/ 6567 w 6343"/>
                  <a:gd name="connsiteY2" fmla="*/ 3304 h 6345"/>
                  <a:gd name="connsiteX3" fmla="*/ 5638 w 6343"/>
                  <a:gd name="connsiteY3" fmla="*/ 1061 h 6345"/>
                  <a:gd name="connsiteX4" fmla="*/ 3395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3"/>
                      <a:pt x="5638" y="5548"/>
                    </a:cubicBezTo>
                    <a:cubicBezTo>
                      <a:pt x="6232" y="4953"/>
                      <a:pt x="6567" y="4146"/>
                      <a:pt x="6567" y="3304"/>
                    </a:cubicBezTo>
                    <a:cubicBezTo>
                      <a:pt x="6567" y="2463"/>
                      <a:pt x="6232" y="1656"/>
                      <a:pt x="5638" y="1061"/>
                    </a:cubicBezTo>
                    <a:cubicBezTo>
                      <a:pt x="5043" y="466"/>
                      <a:pt x="4236" y="132"/>
                      <a:pt x="3395" y="132"/>
                    </a:cubicBezTo>
                    <a:cubicBezTo>
                      <a:pt x="2554" y="132"/>
                      <a:pt x="1747" y="466"/>
                      <a:pt x="1152" y="1061"/>
                    </a:cubicBezTo>
                    <a:cubicBezTo>
                      <a:pt x="558" y="1656"/>
                      <a:pt x="223" y="2463"/>
                      <a:pt x="223" y="3304"/>
                    </a:cubicBezTo>
                    <a:cubicBezTo>
                      <a:pt x="223" y="4146"/>
                      <a:pt x="558" y="4953"/>
                      <a:pt x="1152" y="5548"/>
                    </a:cubicBezTo>
                    <a:cubicBezTo>
                      <a:pt x="1747" y="6143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06" name="Freeform: Shape 13405">
                <a:extLst>
                  <a:ext uri="{FF2B5EF4-FFF2-40B4-BE49-F238E27FC236}">
                    <a16:creationId xmlns:a16="http://schemas.microsoft.com/office/drawing/2014/main" id="{91FB423B-6A45-D7DE-103A-AE3CC2759FC2}"/>
                  </a:ext>
                </a:extLst>
              </p:cNvPr>
              <p:cNvSpPr/>
              <p:nvPr/>
            </p:nvSpPr>
            <p:spPr>
              <a:xfrm>
                <a:off x="9245592" y="5148483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8 w 6343"/>
                  <a:gd name="connsiteY1" fmla="*/ 5548 h 6345"/>
                  <a:gd name="connsiteX2" fmla="*/ 6567 w 6343"/>
                  <a:gd name="connsiteY2" fmla="*/ 3304 h 6345"/>
                  <a:gd name="connsiteX3" fmla="*/ 5638 w 6343"/>
                  <a:gd name="connsiteY3" fmla="*/ 1061 h 6345"/>
                  <a:gd name="connsiteX4" fmla="*/ 3395 w 6343"/>
                  <a:gd name="connsiteY4" fmla="*/ 132 h 6345"/>
                  <a:gd name="connsiteX5" fmla="*/ 1153 w 6343"/>
                  <a:gd name="connsiteY5" fmla="*/ 1061 h 6345"/>
                  <a:gd name="connsiteX6" fmla="*/ 224 w 6343"/>
                  <a:gd name="connsiteY6" fmla="*/ 3304 h 6345"/>
                  <a:gd name="connsiteX7" fmla="*/ 1153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3"/>
                      <a:pt x="5638" y="5548"/>
                    </a:cubicBezTo>
                    <a:cubicBezTo>
                      <a:pt x="6233" y="4953"/>
                      <a:pt x="6567" y="4146"/>
                      <a:pt x="6567" y="3304"/>
                    </a:cubicBezTo>
                    <a:cubicBezTo>
                      <a:pt x="6567" y="2463"/>
                      <a:pt x="6233" y="1656"/>
                      <a:pt x="5638" y="1061"/>
                    </a:cubicBezTo>
                    <a:cubicBezTo>
                      <a:pt x="5043" y="466"/>
                      <a:pt x="4236" y="132"/>
                      <a:pt x="3395" y="132"/>
                    </a:cubicBezTo>
                    <a:cubicBezTo>
                      <a:pt x="2554" y="132"/>
                      <a:pt x="1747" y="466"/>
                      <a:pt x="1153" y="1061"/>
                    </a:cubicBezTo>
                    <a:cubicBezTo>
                      <a:pt x="558" y="1656"/>
                      <a:pt x="224" y="2463"/>
                      <a:pt x="224" y="3304"/>
                    </a:cubicBezTo>
                    <a:cubicBezTo>
                      <a:pt x="224" y="4146"/>
                      <a:pt x="558" y="4953"/>
                      <a:pt x="1153" y="5548"/>
                    </a:cubicBezTo>
                    <a:cubicBezTo>
                      <a:pt x="1747" y="6143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07" name="Freeform: Shape 13406">
                <a:extLst>
                  <a:ext uri="{FF2B5EF4-FFF2-40B4-BE49-F238E27FC236}">
                    <a16:creationId xmlns:a16="http://schemas.microsoft.com/office/drawing/2014/main" id="{907F00E3-92F3-7B7C-F20F-3D7ABD21211E}"/>
                  </a:ext>
                </a:extLst>
              </p:cNvPr>
              <p:cNvSpPr/>
              <p:nvPr/>
            </p:nvSpPr>
            <p:spPr>
              <a:xfrm>
                <a:off x="9282286" y="5169135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5" y="4954"/>
                      <a:pt x="6570" y="4147"/>
                      <a:pt x="6570" y="3306"/>
                    </a:cubicBezTo>
                    <a:cubicBezTo>
                      <a:pt x="6570" y="2464"/>
                      <a:pt x="6235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1" y="1657"/>
                      <a:pt x="226" y="2464"/>
                      <a:pt x="226" y="3306"/>
                    </a:cubicBezTo>
                    <a:cubicBezTo>
                      <a:pt x="226" y="4147"/>
                      <a:pt x="561" y="4954"/>
                      <a:pt x="1155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08" name="Freeform: Shape 13407">
                <a:extLst>
                  <a:ext uri="{FF2B5EF4-FFF2-40B4-BE49-F238E27FC236}">
                    <a16:creationId xmlns:a16="http://schemas.microsoft.com/office/drawing/2014/main" id="{027E4ACB-9380-855E-7781-703996379DF2}"/>
                  </a:ext>
                </a:extLst>
              </p:cNvPr>
              <p:cNvSpPr/>
              <p:nvPr/>
            </p:nvSpPr>
            <p:spPr>
              <a:xfrm>
                <a:off x="9285736" y="5170236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6" y="1062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09" name="Freeform: Shape 13408">
                <a:extLst>
                  <a:ext uri="{FF2B5EF4-FFF2-40B4-BE49-F238E27FC236}">
                    <a16:creationId xmlns:a16="http://schemas.microsoft.com/office/drawing/2014/main" id="{02B9C079-DFCB-426C-FF45-379B2C68E471}"/>
                  </a:ext>
                </a:extLst>
              </p:cNvPr>
              <p:cNvSpPr/>
              <p:nvPr/>
            </p:nvSpPr>
            <p:spPr>
              <a:xfrm>
                <a:off x="9287080" y="5169725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8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10" name="Freeform: Shape 13409">
                <a:extLst>
                  <a:ext uri="{FF2B5EF4-FFF2-40B4-BE49-F238E27FC236}">
                    <a16:creationId xmlns:a16="http://schemas.microsoft.com/office/drawing/2014/main" id="{5E2214CD-BB26-C363-C87B-2AA78EB2CE31}"/>
                  </a:ext>
                </a:extLst>
              </p:cNvPr>
              <p:cNvSpPr/>
              <p:nvPr/>
            </p:nvSpPr>
            <p:spPr>
              <a:xfrm>
                <a:off x="9288232" y="5169071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11" name="Freeform: Shape 13410">
                <a:extLst>
                  <a:ext uri="{FF2B5EF4-FFF2-40B4-BE49-F238E27FC236}">
                    <a16:creationId xmlns:a16="http://schemas.microsoft.com/office/drawing/2014/main" id="{DA2912C3-6024-2341-E982-D55A9CA07B33}"/>
                  </a:ext>
                </a:extLst>
              </p:cNvPr>
              <p:cNvSpPr/>
              <p:nvPr/>
            </p:nvSpPr>
            <p:spPr>
              <a:xfrm>
                <a:off x="9289481" y="5168505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12" name="Freeform: Shape 13411">
                <a:extLst>
                  <a:ext uri="{FF2B5EF4-FFF2-40B4-BE49-F238E27FC236}">
                    <a16:creationId xmlns:a16="http://schemas.microsoft.com/office/drawing/2014/main" id="{3918A9E4-0E74-D404-75FE-AB27539D3989}"/>
                  </a:ext>
                </a:extLst>
              </p:cNvPr>
              <p:cNvSpPr/>
              <p:nvPr/>
            </p:nvSpPr>
            <p:spPr>
              <a:xfrm>
                <a:off x="9290780" y="5167988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0" y="6478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13" name="Freeform: Shape 13412">
                <a:extLst>
                  <a:ext uri="{FF2B5EF4-FFF2-40B4-BE49-F238E27FC236}">
                    <a16:creationId xmlns:a16="http://schemas.microsoft.com/office/drawing/2014/main" id="{5E0B558E-D8A8-6515-0AE5-B3FD6A99E86B}"/>
                  </a:ext>
                </a:extLst>
              </p:cNvPr>
              <p:cNvSpPr/>
              <p:nvPr/>
            </p:nvSpPr>
            <p:spPr>
              <a:xfrm>
                <a:off x="9296550" y="5171199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3 h 6345"/>
                  <a:gd name="connsiteX4" fmla="*/ 3399 w 6343"/>
                  <a:gd name="connsiteY4" fmla="*/ 133 h 6345"/>
                  <a:gd name="connsiteX5" fmla="*/ 1157 w 6343"/>
                  <a:gd name="connsiteY5" fmla="*/ 1063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5"/>
                      <a:pt x="6237" y="1658"/>
                      <a:pt x="5642" y="1063"/>
                    </a:cubicBezTo>
                    <a:cubicBezTo>
                      <a:pt x="5047" y="468"/>
                      <a:pt x="4240" y="133"/>
                      <a:pt x="3399" y="133"/>
                    </a:cubicBezTo>
                    <a:cubicBezTo>
                      <a:pt x="2558" y="133"/>
                      <a:pt x="1751" y="468"/>
                      <a:pt x="1157" y="1063"/>
                    </a:cubicBezTo>
                    <a:cubicBezTo>
                      <a:pt x="562" y="1658"/>
                      <a:pt x="228" y="2465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14" name="Freeform: Shape 13413">
                <a:extLst>
                  <a:ext uri="{FF2B5EF4-FFF2-40B4-BE49-F238E27FC236}">
                    <a16:creationId xmlns:a16="http://schemas.microsoft.com/office/drawing/2014/main" id="{4984027E-2FE4-82CB-2F5F-9CE66F6F071E}"/>
                  </a:ext>
                </a:extLst>
              </p:cNvPr>
              <p:cNvSpPr/>
              <p:nvPr/>
            </p:nvSpPr>
            <p:spPr>
              <a:xfrm>
                <a:off x="9297637" y="5170573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3 h 6345"/>
                  <a:gd name="connsiteX4" fmla="*/ 3399 w 6343"/>
                  <a:gd name="connsiteY4" fmla="*/ 133 h 6345"/>
                  <a:gd name="connsiteX5" fmla="*/ 1157 w 6343"/>
                  <a:gd name="connsiteY5" fmla="*/ 1063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5"/>
                      <a:pt x="6237" y="1657"/>
                      <a:pt x="5642" y="1063"/>
                    </a:cubicBezTo>
                    <a:cubicBezTo>
                      <a:pt x="5047" y="468"/>
                      <a:pt x="4240" y="133"/>
                      <a:pt x="3399" y="133"/>
                    </a:cubicBezTo>
                    <a:cubicBezTo>
                      <a:pt x="2558" y="133"/>
                      <a:pt x="1751" y="468"/>
                      <a:pt x="1157" y="1063"/>
                    </a:cubicBezTo>
                    <a:cubicBezTo>
                      <a:pt x="562" y="1657"/>
                      <a:pt x="228" y="2465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15" name="Freeform: Shape 13414">
                <a:extLst>
                  <a:ext uri="{FF2B5EF4-FFF2-40B4-BE49-F238E27FC236}">
                    <a16:creationId xmlns:a16="http://schemas.microsoft.com/office/drawing/2014/main" id="{CFA07F4E-429D-3054-DEB2-E49EF7E0BE60}"/>
                  </a:ext>
                </a:extLst>
              </p:cNvPr>
              <p:cNvSpPr/>
              <p:nvPr/>
            </p:nvSpPr>
            <p:spPr>
              <a:xfrm>
                <a:off x="9298784" y="5150225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0" y="132"/>
                      <a:pt x="3399" y="132"/>
                    </a:cubicBezTo>
                    <a:cubicBezTo>
                      <a:pt x="2558" y="132"/>
                      <a:pt x="1751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1" y="6143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16" name="Freeform: Shape 13415">
                <a:extLst>
                  <a:ext uri="{FF2B5EF4-FFF2-40B4-BE49-F238E27FC236}">
                    <a16:creationId xmlns:a16="http://schemas.microsoft.com/office/drawing/2014/main" id="{8143D651-A33F-AEF2-74F9-FC0F371C555C}"/>
                  </a:ext>
                </a:extLst>
              </p:cNvPr>
              <p:cNvSpPr/>
              <p:nvPr/>
            </p:nvSpPr>
            <p:spPr>
              <a:xfrm>
                <a:off x="9297220" y="5146885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1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2"/>
                      <a:pt x="5642" y="5548"/>
                    </a:cubicBezTo>
                    <a:cubicBezTo>
                      <a:pt x="6237" y="4953"/>
                      <a:pt x="6571" y="4146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0" y="131"/>
                      <a:pt x="3399" y="131"/>
                    </a:cubicBezTo>
                    <a:cubicBezTo>
                      <a:pt x="2558" y="131"/>
                      <a:pt x="1751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1" y="6142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17" name="Freeform: Shape 13416">
                <a:extLst>
                  <a:ext uri="{FF2B5EF4-FFF2-40B4-BE49-F238E27FC236}">
                    <a16:creationId xmlns:a16="http://schemas.microsoft.com/office/drawing/2014/main" id="{06D3F5EC-7E08-1FD1-8DFC-B2A4585E213A}"/>
                  </a:ext>
                </a:extLst>
              </p:cNvPr>
              <p:cNvSpPr/>
              <p:nvPr/>
            </p:nvSpPr>
            <p:spPr>
              <a:xfrm>
                <a:off x="9297169" y="5145016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1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3"/>
                      <a:pt x="6237" y="1655"/>
                      <a:pt x="5642" y="1061"/>
                    </a:cubicBezTo>
                    <a:cubicBezTo>
                      <a:pt x="5047" y="466"/>
                      <a:pt x="4240" y="131"/>
                      <a:pt x="3399" y="131"/>
                    </a:cubicBezTo>
                    <a:cubicBezTo>
                      <a:pt x="2558" y="131"/>
                      <a:pt x="1751" y="466"/>
                      <a:pt x="1157" y="1061"/>
                    </a:cubicBezTo>
                    <a:cubicBezTo>
                      <a:pt x="562" y="1655"/>
                      <a:pt x="228" y="2463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18" name="Freeform: Shape 13417">
                <a:extLst>
                  <a:ext uri="{FF2B5EF4-FFF2-40B4-BE49-F238E27FC236}">
                    <a16:creationId xmlns:a16="http://schemas.microsoft.com/office/drawing/2014/main" id="{42EFDCBC-7296-C88A-E362-AFFD3187314B}"/>
                  </a:ext>
                </a:extLst>
              </p:cNvPr>
              <p:cNvSpPr/>
              <p:nvPr/>
            </p:nvSpPr>
            <p:spPr>
              <a:xfrm>
                <a:off x="9297870" y="5143894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2"/>
                      <a:pt x="6237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7" y="1060"/>
                    </a:cubicBezTo>
                    <a:cubicBezTo>
                      <a:pt x="562" y="1655"/>
                      <a:pt x="228" y="2462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19" name="Freeform: Shape 13418">
                <a:extLst>
                  <a:ext uri="{FF2B5EF4-FFF2-40B4-BE49-F238E27FC236}">
                    <a16:creationId xmlns:a16="http://schemas.microsoft.com/office/drawing/2014/main" id="{26D8506A-9BFC-DB28-20DD-C5B032843419}"/>
                  </a:ext>
                </a:extLst>
              </p:cNvPr>
              <p:cNvSpPr/>
              <p:nvPr/>
            </p:nvSpPr>
            <p:spPr>
              <a:xfrm>
                <a:off x="9298707" y="5142908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2"/>
                      <a:pt x="6237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7" y="1060"/>
                    </a:cubicBezTo>
                    <a:cubicBezTo>
                      <a:pt x="562" y="1655"/>
                      <a:pt x="228" y="2462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20" name="Freeform: Shape 13419">
                <a:extLst>
                  <a:ext uri="{FF2B5EF4-FFF2-40B4-BE49-F238E27FC236}">
                    <a16:creationId xmlns:a16="http://schemas.microsoft.com/office/drawing/2014/main" id="{5E152C9B-76C0-DE8D-F71A-BE1D507D2D9D}"/>
                  </a:ext>
                </a:extLst>
              </p:cNvPr>
              <p:cNvSpPr/>
              <p:nvPr/>
            </p:nvSpPr>
            <p:spPr>
              <a:xfrm>
                <a:off x="9299082" y="5141434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2"/>
                      <a:pt x="6237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7" y="1060"/>
                    </a:cubicBezTo>
                    <a:cubicBezTo>
                      <a:pt x="562" y="1655"/>
                      <a:pt x="228" y="2462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21" name="Freeform: Shape 13420">
                <a:extLst>
                  <a:ext uri="{FF2B5EF4-FFF2-40B4-BE49-F238E27FC236}">
                    <a16:creationId xmlns:a16="http://schemas.microsoft.com/office/drawing/2014/main" id="{66F163A2-4B97-55C6-997A-96A82647453B}"/>
                  </a:ext>
                </a:extLst>
              </p:cNvPr>
              <p:cNvSpPr/>
              <p:nvPr/>
            </p:nvSpPr>
            <p:spPr>
              <a:xfrm>
                <a:off x="9301758" y="5142393"/>
                <a:ext cx="6343" cy="6345"/>
              </a:xfrm>
              <a:custGeom>
                <a:avLst/>
                <a:gdLst>
                  <a:gd name="connsiteX0" fmla="*/ 3400 w 6343"/>
                  <a:gd name="connsiteY0" fmla="*/ 6476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400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400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6"/>
                    </a:moveTo>
                    <a:cubicBezTo>
                      <a:pt x="4241" y="6476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2"/>
                      <a:pt x="6237" y="1655"/>
                      <a:pt x="5642" y="1060"/>
                    </a:cubicBezTo>
                    <a:cubicBezTo>
                      <a:pt x="5047" y="465"/>
                      <a:pt x="4241" y="131"/>
                      <a:pt x="3400" y="131"/>
                    </a:cubicBezTo>
                    <a:cubicBezTo>
                      <a:pt x="2558" y="131"/>
                      <a:pt x="1752" y="465"/>
                      <a:pt x="1157" y="1060"/>
                    </a:cubicBezTo>
                    <a:cubicBezTo>
                      <a:pt x="562" y="1655"/>
                      <a:pt x="228" y="2462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2" y="6142"/>
                      <a:pt x="2558" y="6476"/>
                      <a:pt x="3400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22" name="Freeform: Shape 13421">
                <a:extLst>
                  <a:ext uri="{FF2B5EF4-FFF2-40B4-BE49-F238E27FC236}">
                    <a16:creationId xmlns:a16="http://schemas.microsoft.com/office/drawing/2014/main" id="{53411DB6-1B80-C820-9BAE-F4315880281B}"/>
                  </a:ext>
                </a:extLst>
              </p:cNvPr>
              <p:cNvSpPr/>
              <p:nvPr/>
            </p:nvSpPr>
            <p:spPr>
              <a:xfrm>
                <a:off x="9327522" y="5168263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23" name="Freeform: Shape 13422">
                <a:extLst>
                  <a:ext uri="{FF2B5EF4-FFF2-40B4-BE49-F238E27FC236}">
                    <a16:creationId xmlns:a16="http://schemas.microsoft.com/office/drawing/2014/main" id="{85D104C9-5447-4D5D-C874-9A268355B503}"/>
                  </a:ext>
                </a:extLst>
              </p:cNvPr>
              <p:cNvSpPr/>
              <p:nvPr/>
            </p:nvSpPr>
            <p:spPr>
              <a:xfrm>
                <a:off x="9330679" y="5170146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7"/>
                      <a:pt x="5644" y="1062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2"/>
                    </a:cubicBezTo>
                    <a:cubicBezTo>
                      <a:pt x="564" y="1657"/>
                      <a:pt x="230" y="2465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24" name="Freeform: Shape 13423">
                <a:extLst>
                  <a:ext uri="{FF2B5EF4-FFF2-40B4-BE49-F238E27FC236}">
                    <a16:creationId xmlns:a16="http://schemas.microsoft.com/office/drawing/2014/main" id="{2CB3D33D-2CFC-AAFE-2B46-161E095E1C3C}"/>
                  </a:ext>
                </a:extLst>
              </p:cNvPr>
              <p:cNvSpPr/>
              <p:nvPr/>
            </p:nvSpPr>
            <p:spPr>
              <a:xfrm>
                <a:off x="9327246" y="5164821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3" y="133"/>
                      <a:pt x="3402" y="133"/>
                    </a:cubicBezTo>
                    <a:cubicBezTo>
                      <a:pt x="2560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0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25" name="Freeform: Shape 13424">
                <a:extLst>
                  <a:ext uri="{FF2B5EF4-FFF2-40B4-BE49-F238E27FC236}">
                    <a16:creationId xmlns:a16="http://schemas.microsoft.com/office/drawing/2014/main" id="{4D130A7F-04A7-D6E6-28D5-C4FFEC948E70}"/>
                  </a:ext>
                </a:extLst>
              </p:cNvPr>
              <p:cNvSpPr/>
              <p:nvPr/>
            </p:nvSpPr>
            <p:spPr>
              <a:xfrm>
                <a:off x="9331877" y="5168391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26" name="Freeform: Shape 13425">
                <a:extLst>
                  <a:ext uri="{FF2B5EF4-FFF2-40B4-BE49-F238E27FC236}">
                    <a16:creationId xmlns:a16="http://schemas.microsoft.com/office/drawing/2014/main" id="{687F11BC-35F4-BADD-ADAB-28790AAD7D67}"/>
                  </a:ext>
                </a:extLst>
              </p:cNvPr>
              <p:cNvSpPr/>
              <p:nvPr/>
            </p:nvSpPr>
            <p:spPr>
              <a:xfrm>
                <a:off x="9333060" y="5166600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27" name="Freeform: Shape 13426">
                <a:extLst>
                  <a:ext uri="{FF2B5EF4-FFF2-40B4-BE49-F238E27FC236}">
                    <a16:creationId xmlns:a16="http://schemas.microsoft.com/office/drawing/2014/main" id="{5F1EB1D4-097A-3F10-AB25-CA645B7D699C}"/>
                  </a:ext>
                </a:extLst>
              </p:cNvPr>
              <p:cNvSpPr/>
              <p:nvPr/>
            </p:nvSpPr>
            <p:spPr>
              <a:xfrm>
                <a:off x="9345493" y="5173573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50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0 w 6343"/>
                  <a:gd name="connsiteY5" fmla="*/ 1063 h 6345"/>
                  <a:gd name="connsiteX6" fmla="*/ 231 w 6343"/>
                  <a:gd name="connsiteY6" fmla="*/ 3306 h 6345"/>
                  <a:gd name="connsiteX7" fmla="*/ 1160 w 6343"/>
                  <a:gd name="connsiteY7" fmla="*/ 5550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5"/>
                      <a:pt x="5646" y="5550"/>
                    </a:cubicBezTo>
                    <a:cubicBezTo>
                      <a:pt x="6240" y="4955"/>
                      <a:pt x="6575" y="4148"/>
                      <a:pt x="6575" y="3306"/>
                    </a:cubicBezTo>
                    <a:cubicBezTo>
                      <a:pt x="6575" y="2465"/>
                      <a:pt x="6240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0" y="1063"/>
                    </a:cubicBezTo>
                    <a:cubicBezTo>
                      <a:pt x="566" y="1658"/>
                      <a:pt x="231" y="2465"/>
                      <a:pt x="231" y="3306"/>
                    </a:cubicBezTo>
                    <a:cubicBezTo>
                      <a:pt x="231" y="4148"/>
                      <a:pt x="566" y="4955"/>
                      <a:pt x="1160" y="5550"/>
                    </a:cubicBezTo>
                    <a:cubicBezTo>
                      <a:pt x="1755" y="6145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28" name="Freeform: Shape 13427">
                <a:extLst>
                  <a:ext uri="{FF2B5EF4-FFF2-40B4-BE49-F238E27FC236}">
                    <a16:creationId xmlns:a16="http://schemas.microsoft.com/office/drawing/2014/main" id="{9B330DE9-DD48-3DD5-A17F-B89CF7A50D4F}"/>
                  </a:ext>
                </a:extLst>
              </p:cNvPr>
              <p:cNvSpPr/>
              <p:nvPr/>
            </p:nvSpPr>
            <p:spPr>
              <a:xfrm>
                <a:off x="9345509" y="5170533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0 w 6343"/>
                  <a:gd name="connsiteY5" fmla="*/ 1063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5"/>
                      <a:pt x="6240" y="1657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0" y="1063"/>
                    </a:cubicBezTo>
                    <a:cubicBezTo>
                      <a:pt x="566" y="1657"/>
                      <a:pt x="231" y="2465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29" name="Freeform: Shape 13428">
                <a:extLst>
                  <a:ext uri="{FF2B5EF4-FFF2-40B4-BE49-F238E27FC236}">
                    <a16:creationId xmlns:a16="http://schemas.microsoft.com/office/drawing/2014/main" id="{6EF87951-561C-20EA-BA5D-B8259ABF03B7}"/>
                  </a:ext>
                </a:extLst>
              </p:cNvPr>
              <p:cNvSpPr/>
              <p:nvPr/>
            </p:nvSpPr>
            <p:spPr>
              <a:xfrm>
                <a:off x="9347035" y="5170899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5"/>
                      <a:pt x="6241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1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30" name="Freeform: Shape 13429">
                <a:extLst>
                  <a:ext uri="{FF2B5EF4-FFF2-40B4-BE49-F238E27FC236}">
                    <a16:creationId xmlns:a16="http://schemas.microsoft.com/office/drawing/2014/main" id="{25A67D9D-0024-0EA5-0394-092D14D9724C}"/>
                  </a:ext>
                </a:extLst>
              </p:cNvPr>
              <p:cNvSpPr/>
              <p:nvPr/>
            </p:nvSpPr>
            <p:spPr>
              <a:xfrm>
                <a:off x="9348020" y="5170597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5"/>
                      <a:pt x="6241" y="1657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1" y="1063"/>
                    </a:cubicBezTo>
                    <a:cubicBezTo>
                      <a:pt x="566" y="1657"/>
                      <a:pt x="232" y="2465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31" name="Freeform: Shape 13430">
                <a:extLst>
                  <a:ext uri="{FF2B5EF4-FFF2-40B4-BE49-F238E27FC236}">
                    <a16:creationId xmlns:a16="http://schemas.microsoft.com/office/drawing/2014/main" id="{1CDA479C-B09F-84F0-F6DE-9D61933E724D}"/>
                  </a:ext>
                </a:extLst>
              </p:cNvPr>
              <p:cNvSpPr/>
              <p:nvPr/>
            </p:nvSpPr>
            <p:spPr>
              <a:xfrm>
                <a:off x="9349005" y="5170301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5"/>
                      <a:pt x="6241" y="1657"/>
                      <a:pt x="5646" y="1062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1" y="1062"/>
                    </a:cubicBezTo>
                    <a:cubicBezTo>
                      <a:pt x="566" y="1657"/>
                      <a:pt x="232" y="2465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32" name="Freeform: Shape 13431">
                <a:extLst>
                  <a:ext uri="{FF2B5EF4-FFF2-40B4-BE49-F238E27FC236}">
                    <a16:creationId xmlns:a16="http://schemas.microsoft.com/office/drawing/2014/main" id="{D78010FB-6AB3-DC52-3E12-C37596C78A99}"/>
                  </a:ext>
                </a:extLst>
              </p:cNvPr>
              <p:cNvSpPr/>
              <p:nvPr/>
            </p:nvSpPr>
            <p:spPr>
              <a:xfrm>
                <a:off x="9349841" y="5169817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33" name="Freeform: Shape 13432">
                <a:extLst>
                  <a:ext uri="{FF2B5EF4-FFF2-40B4-BE49-F238E27FC236}">
                    <a16:creationId xmlns:a16="http://schemas.microsoft.com/office/drawing/2014/main" id="{4470BE42-25C6-A733-CC0E-02FD452F76D1}"/>
                  </a:ext>
                </a:extLst>
              </p:cNvPr>
              <p:cNvSpPr/>
              <p:nvPr/>
            </p:nvSpPr>
            <p:spPr>
              <a:xfrm>
                <a:off x="9350976" y="5169734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5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3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34" name="Freeform: Shape 13433">
                <a:extLst>
                  <a:ext uri="{FF2B5EF4-FFF2-40B4-BE49-F238E27FC236}">
                    <a16:creationId xmlns:a16="http://schemas.microsoft.com/office/drawing/2014/main" id="{FC55852E-B075-417F-202A-F1ABEC622664}"/>
                  </a:ext>
                </a:extLst>
              </p:cNvPr>
              <p:cNvSpPr/>
              <p:nvPr/>
            </p:nvSpPr>
            <p:spPr>
              <a:xfrm>
                <a:off x="9352142" y="5168097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4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35" name="Freeform: Shape 13434">
                <a:extLst>
                  <a:ext uri="{FF2B5EF4-FFF2-40B4-BE49-F238E27FC236}">
                    <a16:creationId xmlns:a16="http://schemas.microsoft.com/office/drawing/2014/main" id="{12D18F46-AAA0-2466-F3A6-15BEF419041D}"/>
                  </a:ext>
                </a:extLst>
              </p:cNvPr>
              <p:cNvSpPr/>
              <p:nvPr/>
            </p:nvSpPr>
            <p:spPr>
              <a:xfrm>
                <a:off x="9322342" y="5125217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2" y="130"/>
                      <a:pt x="3401" y="130"/>
                    </a:cubicBezTo>
                    <a:cubicBezTo>
                      <a:pt x="2560" y="130"/>
                      <a:pt x="1753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3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36" name="Freeform: Shape 13435">
                <a:extLst>
                  <a:ext uri="{FF2B5EF4-FFF2-40B4-BE49-F238E27FC236}">
                    <a16:creationId xmlns:a16="http://schemas.microsoft.com/office/drawing/2014/main" id="{1ED72622-36A5-AE1A-6763-7C34E0D7AB68}"/>
                  </a:ext>
                </a:extLst>
              </p:cNvPr>
              <p:cNvSpPr/>
              <p:nvPr/>
            </p:nvSpPr>
            <p:spPr>
              <a:xfrm>
                <a:off x="9323523" y="5124672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2" y="130"/>
                      <a:pt x="3401" y="130"/>
                    </a:cubicBezTo>
                    <a:cubicBezTo>
                      <a:pt x="2560" y="130"/>
                      <a:pt x="1753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3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37" name="Freeform: Shape 13436">
                <a:extLst>
                  <a:ext uri="{FF2B5EF4-FFF2-40B4-BE49-F238E27FC236}">
                    <a16:creationId xmlns:a16="http://schemas.microsoft.com/office/drawing/2014/main" id="{C8AEE0A8-0E81-F92F-46CF-0A5BCA9415B4}"/>
                  </a:ext>
                </a:extLst>
              </p:cNvPr>
              <p:cNvSpPr/>
              <p:nvPr/>
            </p:nvSpPr>
            <p:spPr>
              <a:xfrm>
                <a:off x="9324920" y="5124439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3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30"/>
                      <a:pt x="3401" y="130"/>
                    </a:cubicBezTo>
                    <a:cubicBezTo>
                      <a:pt x="2560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38" name="Freeform: Shape 13437">
                <a:extLst>
                  <a:ext uri="{FF2B5EF4-FFF2-40B4-BE49-F238E27FC236}">
                    <a16:creationId xmlns:a16="http://schemas.microsoft.com/office/drawing/2014/main" id="{416A8CB2-B1FD-D2CD-BA56-4721DF78D0B5}"/>
                  </a:ext>
                </a:extLst>
              </p:cNvPr>
              <p:cNvSpPr/>
              <p:nvPr/>
            </p:nvSpPr>
            <p:spPr>
              <a:xfrm>
                <a:off x="9325821" y="5123506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3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30"/>
                      <a:pt x="3401" y="130"/>
                    </a:cubicBezTo>
                    <a:cubicBezTo>
                      <a:pt x="2560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39" name="Freeform: Shape 13438">
                <a:extLst>
                  <a:ext uri="{FF2B5EF4-FFF2-40B4-BE49-F238E27FC236}">
                    <a16:creationId xmlns:a16="http://schemas.microsoft.com/office/drawing/2014/main" id="{A82F17C1-DB3B-D5AF-A51D-4F828F1CFD80}"/>
                  </a:ext>
                </a:extLst>
              </p:cNvPr>
              <p:cNvSpPr/>
              <p:nvPr/>
            </p:nvSpPr>
            <p:spPr>
              <a:xfrm>
                <a:off x="9327674" y="5123955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40" name="Freeform: Shape 13439">
                <a:extLst>
                  <a:ext uri="{FF2B5EF4-FFF2-40B4-BE49-F238E27FC236}">
                    <a16:creationId xmlns:a16="http://schemas.microsoft.com/office/drawing/2014/main" id="{9474F33D-4C94-5FF8-16D0-5DA5FF749726}"/>
                  </a:ext>
                </a:extLst>
              </p:cNvPr>
              <p:cNvSpPr/>
              <p:nvPr/>
            </p:nvSpPr>
            <p:spPr>
              <a:xfrm>
                <a:off x="9329170" y="5123908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41" name="Freeform: Shape 13440">
                <a:extLst>
                  <a:ext uri="{FF2B5EF4-FFF2-40B4-BE49-F238E27FC236}">
                    <a16:creationId xmlns:a16="http://schemas.microsoft.com/office/drawing/2014/main" id="{E8D82E38-7AC8-EADA-B103-F43D6A6CE10D}"/>
                  </a:ext>
                </a:extLst>
              </p:cNvPr>
              <p:cNvSpPr/>
              <p:nvPr/>
            </p:nvSpPr>
            <p:spPr>
              <a:xfrm>
                <a:off x="9330456" y="5123564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42" name="Freeform: Shape 13441">
                <a:extLst>
                  <a:ext uri="{FF2B5EF4-FFF2-40B4-BE49-F238E27FC236}">
                    <a16:creationId xmlns:a16="http://schemas.microsoft.com/office/drawing/2014/main" id="{EB53B21F-B155-C0BA-1A80-B79A2C3CF7BF}"/>
                  </a:ext>
                </a:extLst>
              </p:cNvPr>
              <p:cNvSpPr/>
              <p:nvPr/>
            </p:nvSpPr>
            <p:spPr>
              <a:xfrm>
                <a:off x="9331809" y="5123333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4" y="4144"/>
                      <a:pt x="6574" y="3302"/>
                    </a:cubicBezTo>
                    <a:cubicBezTo>
                      <a:pt x="6574" y="2461"/>
                      <a:pt x="6239" y="1654"/>
                      <a:pt x="5645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43" name="Freeform: Shape 13442">
                <a:extLst>
                  <a:ext uri="{FF2B5EF4-FFF2-40B4-BE49-F238E27FC236}">
                    <a16:creationId xmlns:a16="http://schemas.microsoft.com/office/drawing/2014/main" id="{89A1C608-99B2-FB3A-2C00-7CAC4EFC14D9}"/>
                  </a:ext>
                </a:extLst>
              </p:cNvPr>
              <p:cNvSpPr/>
              <p:nvPr/>
            </p:nvSpPr>
            <p:spPr>
              <a:xfrm>
                <a:off x="9333027" y="5122904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4" y="4144"/>
                      <a:pt x="6574" y="3302"/>
                    </a:cubicBezTo>
                    <a:cubicBezTo>
                      <a:pt x="6574" y="2461"/>
                      <a:pt x="6239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44" name="Freeform: Shape 13443">
                <a:extLst>
                  <a:ext uri="{FF2B5EF4-FFF2-40B4-BE49-F238E27FC236}">
                    <a16:creationId xmlns:a16="http://schemas.microsoft.com/office/drawing/2014/main" id="{C083E277-A34E-F4B3-E42D-F451C239B780}"/>
                  </a:ext>
                </a:extLst>
              </p:cNvPr>
              <p:cNvSpPr/>
              <p:nvPr/>
            </p:nvSpPr>
            <p:spPr>
              <a:xfrm>
                <a:off x="9334012" y="5122120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1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4" y="4144"/>
                      <a:pt x="6574" y="3302"/>
                    </a:cubicBezTo>
                    <a:cubicBezTo>
                      <a:pt x="6574" y="2461"/>
                      <a:pt x="6239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45" name="Freeform: Shape 13444">
                <a:extLst>
                  <a:ext uri="{FF2B5EF4-FFF2-40B4-BE49-F238E27FC236}">
                    <a16:creationId xmlns:a16="http://schemas.microsoft.com/office/drawing/2014/main" id="{7E4D8034-E1E6-D0CF-C075-4AFBED920C0B}"/>
                  </a:ext>
                </a:extLst>
              </p:cNvPr>
              <p:cNvSpPr/>
              <p:nvPr/>
            </p:nvSpPr>
            <p:spPr>
              <a:xfrm>
                <a:off x="9334969" y="5121289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60 w 6343"/>
                  <a:gd name="connsiteY5" fmla="*/ 1059 h 6345"/>
                  <a:gd name="connsiteX6" fmla="*/ 231 w 6343"/>
                  <a:gd name="connsiteY6" fmla="*/ 3302 h 6345"/>
                  <a:gd name="connsiteX7" fmla="*/ 1160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6"/>
                    </a:cubicBezTo>
                    <a:cubicBezTo>
                      <a:pt x="6240" y="4951"/>
                      <a:pt x="6574" y="4143"/>
                      <a:pt x="6574" y="3302"/>
                    </a:cubicBezTo>
                    <a:cubicBezTo>
                      <a:pt x="6574" y="2461"/>
                      <a:pt x="6240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60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3"/>
                      <a:pt x="565" y="4951"/>
                      <a:pt x="1160" y="5546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46" name="Freeform: Shape 13445">
                <a:extLst>
                  <a:ext uri="{FF2B5EF4-FFF2-40B4-BE49-F238E27FC236}">
                    <a16:creationId xmlns:a16="http://schemas.microsoft.com/office/drawing/2014/main" id="{34FDED91-2020-35AA-6E47-3FB8EDEEBCD5}"/>
                  </a:ext>
                </a:extLst>
              </p:cNvPr>
              <p:cNvSpPr/>
              <p:nvPr/>
            </p:nvSpPr>
            <p:spPr>
              <a:xfrm>
                <a:off x="9335735" y="5120148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60 w 6343"/>
                  <a:gd name="connsiteY5" fmla="*/ 1059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1"/>
                      <a:pt x="6240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60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47" name="Freeform: Shape 13446">
                <a:extLst>
                  <a:ext uri="{FF2B5EF4-FFF2-40B4-BE49-F238E27FC236}">
                    <a16:creationId xmlns:a16="http://schemas.microsoft.com/office/drawing/2014/main" id="{54F361AE-A07E-0F0F-E4F1-34D6C99B0CAD}"/>
                  </a:ext>
                </a:extLst>
              </p:cNvPr>
              <p:cNvSpPr/>
              <p:nvPr/>
            </p:nvSpPr>
            <p:spPr>
              <a:xfrm>
                <a:off x="9336512" y="5119011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48" name="Freeform: Shape 13447">
                <a:extLst>
                  <a:ext uri="{FF2B5EF4-FFF2-40B4-BE49-F238E27FC236}">
                    <a16:creationId xmlns:a16="http://schemas.microsoft.com/office/drawing/2014/main" id="{873CBEB3-08BA-8F6D-9995-5F8DCF950A75}"/>
                  </a:ext>
                </a:extLst>
              </p:cNvPr>
              <p:cNvSpPr/>
              <p:nvPr/>
            </p:nvSpPr>
            <p:spPr>
              <a:xfrm>
                <a:off x="9337362" y="5117982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49" name="Freeform: Shape 13448">
                <a:extLst>
                  <a:ext uri="{FF2B5EF4-FFF2-40B4-BE49-F238E27FC236}">
                    <a16:creationId xmlns:a16="http://schemas.microsoft.com/office/drawing/2014/main" id="{44C937DC-BAA1-4F50-5D98-AE8882BD40E6}"/>
                  </a:ext>
                </a:extLst>
              </p:cNvPr>
              <p:cNvSpPr/>
              <p:nvPr/>
            </p:nvSpPr>
            <p:spPr>
              <a:xfrm>
                <a:off x="9338190" y="5116904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2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50" name="Freeform: Shape 13449">
                <a:extLst>
                  <a:ext uri="{FF2B5EF4-FFF2-40B4-BE49-F238E27FC236}">
                    <a16:creationId xmlns:a16="http://schemas.microsoft.com/office/drawing/2014/main" id="{C09BB144-ED4D-C3AC-2909-6A14BD98BAAF}"/>
                  </a:ext>
                </a:extLst>
              </p:cNvPr>
              <p:cNvSpPr/>
              <p:nvPr/>
            </p:nvSpPr>
            <p:spPr>
              <a:xfrm>
                <a:off x="9338774" y="5115403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2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51" name="Freeform: Shape 13450">
                <a:extLst>
                  <a:ext uri="{FF2B5EF4-FFF2-40B4-BE49-F238E27FC236}">
                    <a16:creationId xmlns:a16="http://schemas.microsoft.com/office/drawing/2014/main" id="{49E454EA-F352-2220-00D0-55D3B689169D}"/>
                  </a:ext>
                </a:extLst>
              </p:cNvPr>
              <p:cNvSpPr/>
              <p:nvPr/>
            </p:nvSpPr>
            <p:spPr>
              <a:xfrm>
                <a:off x="9339436" y="5114010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3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52" name="Freeform: Shape 13451">
                <a:extLst>
                  <a:ext uri="{FF2B5EF4-FFF2-40B4-BE49-F238E27FC236}">
                    <a16:creationId xmlns:a16="http://schemas.microsoft.com/office/drawing/2014/main" id="{E785D62D-01F8-4DB8-5A6F-7B7DF3F8B656}"/>
                  </a:ext>
                </a:extLst>
              </p:cNvPr>
              <p:cNvSpPr/>
              <p:nvPr/>
            </p:nvSpPr>
            <p:spPr>
              <a:xfrm>
                <a:off x="9339926" y="5112296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3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53" name="Freeform: Shape 13452">
                <a:extLst>
                  <a:ext uri="{FF2B5EF4-FFF2-40B4-BE49-F238E27FC236}">
                    <a16:creationId xmlns:a16="http://schemas.microsoft.com/office/drawing/2014/main" id="{916088F9-29D6-CDF3-FAAA-9D179CCE5F6F}"/>
                  </a:ext>
                </a:extLst>
              </p:cNvPr>
              <p:cNvSpPr/>
              <p:nvPr/>
            </p:nvSpPr>
            <p:spPr>
              <a:xfrm>
                <a:off x="9340768" y="5111174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1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1" y="463"/>
                      <a:pt x="4244" y="129"/>
                      <a:pt x="3403" y="129"/>
                    </a:cubicBezTo>
                    <a:cubicBezTo>
                      <a:pt x="2562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54" name="Freeform: Shape 13453">
                <a:extLst>
                  <a:ext uri="{FF2B5EF4-FFF2-40B4-BE49-F238E27FC236}">
                    <a16:creationId xmlns:a16="http://schemas.microsoft.com/office/drawing/2014/main" id="{06AA0BED-9AB4-D136-C113-5C1DBA79CF40}"/>
                  </a:ext>
                </a:extLst>
              </p:cNvPr>
              <p:cNvSpPr/>
              <p:nvPr/>
            </p:nvSpPr>
            <p:spPr>
              <a:xfrm>
                <a:off x="9340896" y="5108759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3 w 6343"/>
                  <a:gd name="connsiteY4" fmla="*/ 128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1" y="6139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1" y="463"/>
                      <a:pt x="4244" y="128"/>
                      <a:pt x="3403" y="128"/>
                    </a:cubicBezTo>
                    <a:cubicBezTo>
                      <a:pt x="2562" y="128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39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55" name="Freeform: Shape 13454">
                <a:extLst>
                  <a:ext uri="{FF2B5EF4-FFF2-40B4-BE49-F238E27FC236}">
                    <a16:creationId xmlns:a16="http://schemas.microsoft.com/office/drawing/2014/main" id="{C0582A70-F636-85BA-FF9E-269A5AFF8783}"/>
                  </a:ext>
                </a:extLst>
              </p:cNvPr>
              <p:cNvSpPr/>
              <p:nvPr/>
            </p:nvSpPr>
            <p:spPr>
              <a:xfrm>
                <a:off x="9341408" y="5106989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3 w 6343"/>
                  <a:gd name="connsiteY4" fmla="*/ 128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1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60"/>
                      <a:pt x="6240" y="1652"/>
                      <a:pt x="5645" y="1058"/>
                    </a:cubicBezTo>
                    <a:cubicBezTo>
                      <a:pt x="5051" y="463"/>
                      <a:pt x="4244" y="128"/>
                      <a:pt x="3403" y="128"/>
                    </a:cubicBezTo>
                    <a:cubicBezTo>
                      <a:pt x="2562" y="128"/>
                      <a:pt x="1755" y="463"/>
                      <a:pt x="1160" y="1058"/>
                    </a:cubicBezTo>
                    <a:cubicBezTo>
                      <a:pt x="565" y="1652"/>
                      <a:pt x="231" y="2460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56" name="Freeform: Shape 13455">
                <a:extLst>
                  <a:ext uri="{FF2B5EF4-FFF2-40B4-BE49-F238E27FC236}">
                    <a16:creationId xmlns:a16="http://schemas.microsoft.com/office/drawing/2014/main" id="{906128ED-1506-9A43-D548-B1C625867022}"/>
                  </a:ext>
                </a:extLst>
              </p:cNvPr>
              <p:cNvSpPr/>
              <p:nvPr/>
            </p:nvSpPr>
            <p:spPr>
              <a:xfrm>
                <a:off x="9342027" y="5105382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1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1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2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57" name="Freeform: Shape 13456">
                <a:extLst>
                  <a:ext uri="{FF2B5EF4-FFF2-40B4-BE49-F238E27FC236}">
                    <a16:creationId xmlns:a16="http://schemas.microsoft.com/office/drawing/2014/main" id="{310845B2-A488-440A-3D7F-4CB26F5F900E}"/>
                  </a:ext>
                </a:extLst>
              </p:cNvPr>
              <p:cNvSpPr/>
              <p:nvPr/>
            </p:nvSpPr>
            <p:spPr>
              <a:xfrm>
                <a:off x="9341699" y="5101975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1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1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2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58" name="Freeform: Shape 13457">
                <a:extLst>
                  <a:ext uri="{FF2B5EF4-FFF2-40B4-BE49-F238E27FC236}">
                    <a16:creationId xmlns:a16="http://schemas.microsoft.com/office/drawing/2014/main" id="{C369B37C-3743-4C46-8E3B-10917301E9A1}"/>
                  </a:ext>
                </a:extLst>
              </p:cNvPr>
              <p:cNvSpPr/>
              <p:nvPr/>
            </p:nvSpPr>
            <p:spPr>
              <a:xfrm>
                <a:off x="9341150" y="5098064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0 h 6345"/>
                  <a:gd name="connsiteX3" fmla="*/ 5645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0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1" y="6139"/>
                      <a:pt x="5645" y="5544"/>
                    </a:cubicBezTo>
                    <a:cubicBezTo>
                      <a:pt x="6240" y="4949"/>
                      <a:pt x="6574" y="4142"/>
                      <a:pt x="6574" y="3300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1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0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2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59" name="Freeform: Shape 13458">
                <a:extLst>
                  <a:ext uri="{FF2B5EF4-FFF2-40B4-BE49-F238E27FC236}">
                    <a16:creationId xmlns:a16="http://schemas.microsoft.com/office/drawing/2014/main" id="{EA2D14EF-BB18-53EA-2431-894C1E79B8E4}"/>
                  </a:ext>
                </a:extLst>
              </p:cNvPr>
              <p:cNvSpPr/>
              <p:nvPr/>
            </p:nvSpPr>
            <p:spPr>
              <a:xfrm>
                <a:off x="9303423" y="5022368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8" y="456"/>
                      <a:pt x="4241" y="122"/>
                      <a:pt x="3400" y="122"/>
                    </a:cubicBezTo>
                    <a:cubicBezTo>
                      <a:pt x="2559" y="122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60" name="Freeform: Shape 13459">
                <a:extLst>
                  <a:ext uri="{FF2B5EF4-FFF2-40B4-BE49-F238E27FC236}">
                    <a16:creationId xmlns:a16="http://schemas.microsoft.com/office/drawing/2014/main" id="{AF7336EC-722B-E04B-8FB2-D4F8B1AA2691}"/>
                  </a:ext>
                </a:extLst>
              </p:cNvPr>
              <p:cNvSpPr/>
              <p:nvPr/>
            </p:nvSpPr>
            <p:spPr>
              <a:xfrm>
                <a:off x="9304388" y="5020131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8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61" name="Freeform: Shape 13460">
                <a:extLst>
                  <a:ext uri="{FF2B5EF4-FFF2-40B4-BE49-F238E27FC236}">
                    <a16:creationId xmlns:a16="http://schemas.microsoft.com/office/drawing/2014/main" id="{8DF7E0E7-CEB1-F7E9-F5A9-7B71F8391AB2}"/>
                  </a:ext>
                </a:extLst>
              </p:cNvPr>
              <p:cNvSpPr/>
              <p:nvPr/>
            </p:nvSpPr>
            <p:spPr>
              <a:xfrm>
                <a:off x="9304764" y="5016680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0 h 6345"/>
                  <a:gd name="connsiteX4" fmla="*/ 3400 w 6343"/>
                  <a:gd name="connsiteY4" fmla="*/ 121 h 6345"/>
                  <a:gd name="connsiteX5" fmla="*/ 1157 w 6343"/>
                  <a:gd name="connsiteY5" fmla="*/ 1050 h 6345"/>
                  <a:gd name="connsiteX6" fmla="*/ 228 w 6343"/>
                  <a:gd name="connsiteY6" fmla="*/ 3294 h 6345"/>
                  <a:gd name="connsiteX7" fmla="*/ 1157 w 6343"/>
                  <a:gd name="connsiteY7" fmla="*/ 5537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2"/>
                      <a:pt x="5642" y="5537"/>
                    </a:cubicBezTo>
                    <a:cubicBezTo>
                      <a:pt x="6237" y="4942"/>
                      <a:pt x="6571" y="4135"/>
                      <a:pt x="6571" y="3294"/>
                    </a:cubicBezTo>
                    <a:cubicBezTo>
                      <a:pt x="6571" y="2452"/>
                      <a:pt x="6237" y="1645"/>
                      <a:pt x="5642" y="1050"/>
                    </a:cubicBezTo>
                    <a:cubicBezTo>
                      <a:pt x="5048" y="455"/>
                      <a:pt x="4241" y="121"/>
                      <a:pt x="3400" y="121"/>
                    </a:cubicBezTo>
                    <a:cubicBezTo>
                      <a:pt x="2559" y="121"/>
                      <a:pt x="1752" y="455"/>
                      <a:pt x="1157" y="1050"/>
                    </a:cubicBezTo>
                    <a:cubicBezTo>
                      <a:pt x="562" y="1645"/>
                      <a:pt x="228" y="2452"/>
                      <a:pt x="228" y="3294"/>
                    </a:cubicBezTo>
                    <a:cubicBezTo>
                      <a:pt x="228" y="4135"/>
                      <a:pt x="562" y="4942"/>
                      <a:pt x="1157" y="5537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62" name="Freeform: Shape 13461">
                <a:extLst>
                  <a:ext uri="{FF2B5EF4-FFF2-40B4-BE49-F238E27FC236}">
                    <a16:creationId xmlns:a16="http://schemas.microsoft.com/office/drawing/2014/main" id="{B37D6255-F5BC-CFB4-1088-77BA682D8634}"/>
                  </a:ext>
                </a:extLst>
              </p:cNvPr>
              <p:cNvSpPr/>
              <p:nvPr/>
            </p:nvSpPr>
            <p:spPr>
              <a:xfrm>
                <a:off x="9386485" y="5171713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6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7" y="133"/>
                      <a:pt x="3406" y="133"/>
                    </a:cubicBezTo>
                    <a:cubicBezTo>
                      <a:pt x="2565" y="133"/>
                      <a:pt x="1758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49"/>
                    </a:cubicBezTo>
                    <a:cubicBezTo>
                      <a:pt x="1758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63" name="Freeform: Shape 13462">
                <a:extLst>
                  <a:ext uri="{FF2B5EF4-FFF2-40B4-BE49-F238E27FC236}">
                    <a16:creationId xmlns:a16="http://schemas.microsoft.com/office/drawing/2014/main" id="{EA1A2A7F-ABB8-E3ED-D788-400A8C6F67E4}"/>
                  </a:ext>
                </a:extLst>
              </p:cNvPr>
              <p:cNvSpPr/>
              <p:nvPr/>
            </p:nvSpPr>
            <p:spPr>
              <a:xfrm>
                <a:off x="9389380" y="5174049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6 w 6343"/>
                  <a:gd name="connsiteY4" fmla="*/ 134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8" y="6479"/>
                      <a:pt x="5054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4"/>
                      <a:pt x="3406" y="134"/>
                    </a:cubicBezTo>
                    <a:cubicBezTo>
                      <a:pt x="2565" y="134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64" name="Freeform: Shape 13463">
                <a:extLst>
                  <a:ext uri="{FF2B5EF4-FFF2-40B4-BE49-F238E27FC236}">
                    <a16:creationId xmlns:a16="http://schemas.microsoft.com/office/drawing/2014/main" id="{0CC456F6-6D36-78FF-5B40-C8B1B2C56FE2}"/>
                  </a:ext>
                </a:extLst>
              </p:cNvPr>
              <p:cNvSpPr/>
              <p:nvPr/>
            </p:nvSpPr>
            <p:spPr>
              <a:xfrm>
                <a:off x="9391081" y="517389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4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4"/>
                      <a:pt x="3407" y="134"/>
                    </a:cubicBezTo>
                    <a:cubicBezTo>
                      <a:pt x="2566" y="134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65" name="Freeform: Shape 13464">
                <a:extLst>
                  <a:ext uri="{FF2B5EF4-FFF2-40B4-BE49-F238E27FC236}">
                    <a16:creationId xmlns:a16="http://schemas.microsoft.com/office/drawing/2014/main" id="{B1040E2E-2B6E-6FE6-F620-DE6F3106956C}"/>
                  </a:ext>
                </a:extLst>
              </p:cNvPr>
              <p:cNvSpPr/>
              <p:nvPr/>
            </p:nvSpPr>
            <p:spPr>
              <a:xfrm>
                <a:off x="9391769" y="517345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66" name="Freeform: Shape 13465">
                <a:extLst>
                  <a:ext uri="{FF2B5EF4-FFF2-40B4-BE49-F238E27FC236}">
                    <a16:creationId xmlns:a16="http://schemas.microsoft.com/office/drawing/2014/main" id="{2C30A5DB-2FA8-9FF0-A665-02CF760829CE}"/>
                  </a:ext>
                </a:extLst>
              </p:cNvPr>
              <p:cNvSpPr/>
              <p:nvPr/>
            </p:nvSpPr>
            <p:spPr>
              <a:xfrm>
                <a:off x="9392509" y="517313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67" name="Freeform: Shape 13466">
                <a:extLst>
                  <a:ext uri="{FF2B5EF4-FFF2-40B4-BE49-F238E27FC236}">
                    <a16:creationId xmlns:a16="http://schemas.microsoft.com/office/drawing/2014/main" id="{AF1E1803-6D2F-8D53-76CF-806884C33DF6}"/>
                  </a:ext>
                </a:extLst>
              </p:cNvPr>
              <p:cNvSpPr/>
              <p:nvPr/>
            </p:nvSpPr>
            <p:spPr>
              <a:xfrm>
                <a:off x="9393468" y="517333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68" name="Freeform: Shape 13467">
                <a:extLst>
                  <a:ext uri="{FF2B5EF4-FFF2-40B4-BE49-F238E27FC236}">
                    <a16:creationId xmlns:a16="http://schemas.microsoft.com/office/drawing/2014/main" id="{A54BA2AA-2725-2D2E-6640-9C4409AA2A21}"/>
                  </a:ext>
                </a:extLst>
              </p:cNvPr>
              <p:cNvSpPr/>
              <p:nvPr/>
            </p:nvSpPr>
            <p:spPr>
              <a:xfrm>
                <a:off x="9393617" y="517159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69" name="Freeform: Shape 13468">
                <a:extLst>
                  <a:ext uri="{FF2B5EF4-FFF2-40B4-BE49-F238E27FC236}">
                    <a16:creationId xmlns:a16="http://schemas.microsoft.com/office/drawing/2014/main" id="{C03C75E9-81E7-A302-86DA-D514917322EC}"/>
                  </a:ext>
                </a:extLst>
              </p:cNvPr>
              <p:cNvSpPr/>
              <p:nvPr/>
            </p:nvSpPr>
            <p:spPr>
              <a:xfrm>
                <a:off x="9394649" y="517196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70" name="Freeform: Shape 13469">
                <a:extLst>
                  <a:ext uri="{FF2B5EF4-FFF2-40B4-BE49-F238E27FC236}">
                    <a16:creationId xmlns:a16="http://schemas.microsoft.com/office/drawing/2014/main" id="{C7092C35-F12F-0915-4C13-7653536568AB}"/>
                  </a:ext>
                </a:extLst>
              </p:cNvPr>
              <p:cNvSpPr/>
              <p:nvPr/>
            </p:nvSpPr>
            <p:spPr>
              <a:xfrm>
                <a:off x="9395467" y="517183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71" name="Freeform: Shape 13470">
                <a:extLst>
                  <a:ext uri="{FF2B5EF4-FFF2-40B4-BE49-F238E27FC236}">
                    <a16:creationId xmlns:a16="http://schemas.microsoft.com/office/drawing/2014/main" id="{919810CA-37AB-006F-FEF3-D5D2A2EB8B44}"/>
                  </a:ext>
                </a:extLst>
              </p:cNvPr>
              <p:cNvSpPr/>
              <p:nvPr/>
            </p:nvSpPr>
            <p:spPr>
              <a:xfrm>
                <a:off x="9396330" y="517182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72" name="Freeform: Shape 13471">
                <a:extLst>
                  <a:ext uri="{FF2B5EF4-FFF2-40B4-BE49-F238E27FC236}">
                    <a16:creationId xmlns:a16="http://schemas.microsoft.com/office/drawing/2014/main" id="{9DD15311-3CAD-5B3A-31B2-AF2D8F25CE58}"/>
                  </a:ext>
                </a:extLst>
              </p:cNvPr>
              <p:cNvSpPr/>
              <p:nvPr/>
            </p:nvSpPr>
            <p:spPr>
              <a:xfrm>
                <a:off x="9397237" y="517194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6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73" name="Freeform: Shape 13472">
                <a:extLst>
                  <a:ext uri="{FF2B5EF4-FFF2-40B4-BE49-F238E27FC236}">
                    <a16:creationId xmlns:a16="http://schemas.microsoft.com/office/drawing/2014/main" id="{04DE5AF7-262D-1D1E-302E-C152593CD84E}"/>
                  </a:ext>
                </a:extLst>
              </p:cNvPr>
              <p:cNvSpPr/>
              <p:nvPr/>
            </p:nvSpPr>
            <p:spPr>
              <a:xfrm>
                <a:off x="9397942" y="517153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74" name="Freeform: Shape 13473">
                <a:extLst>
                  <a:ext uri="{FF2B5EF4-FFF2-40B4-BE49-F238E27FC236}">
                    <a16:creationId xmlns:a16="http://schemas.microsoft.com/office/drawing/2014/main" id="{EBF8586B-7415-FC9B-2890-6977B7CCFB48}"/>
                  </a:ext>
                </a:extLst>
              </p:cNvPr>
              <p:cNvSpPr/>
              <p:nvPr/>
            </p:nvSpPr>
            <p:spPr>
              <a:xfrm>
                <a:off x="9398931" y="517189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75" name="Freeform: Shape 13474">
                <a:extLst>
                  <a:ext uri="{FF2B5EF4-FFF2-40B4-BE49-F238E27FC236}">
                    <a16:creationId xmlns:a16="http://schemas.microsoft.com/office/drawing/2014/main" id="{729BA6EB-41D5-90E2-517C-CD0CF1AC3D5F}"/>
                  </a:ext>
                </a:extLst>
              </p:cNvPr>
              <p:cNvSpPr/>
              <p:nvPr/>
            </p:nvSpPr>
            <p:spPr>
              <a:xfrm>
                <a:off x="9399766" y="517184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76" name="Freeform: Shape 13475">
                <a:extLst>
                  <a:ext uri="{FF2B5EF4-FFF2-40B4-BE49-F238E27FC236}">
                    <a16:creationId xmlns:a16="http://schemas.microsoft.com/office/drawing/2014/main" id="{48A6E0A7-5213-7B9D-BCFC-A045BCFF0230}"/>
                  </a:ext>
                </a:extLst>
              </p:cNvPr>
              <p:cNvSpPr/>
              <p:nvPr/>
            </p:nvSpPr>
            <p:spPr>
              <a:xfrm>
                <a:off x="9400558" y="517169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77" name="Freeform: Shape 13476">
                <a:extLst>
                  <a:ext uri="{FF2B5EF4-FFF2-40B4-BE49-F238E27FC236}">
                    <a16:creationId xmlns:a16="http://schemas.microsoft.com/office/drawing/2014/main" id="{3D34BC2A-EB5B-4F31-B4AA-E0E1A7D58064}"/>
                  </a:ext>
                </a:extLst>
              </p:cNvPr>
              <p:cNvSpPr/>
              <p:nvPr/>
            </p:nvSpPr>
            <p:spPr>
              <a:xfrm>
                <a:off x="9401391" y="517166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78" name="Freeform: Shape 13477">
                <a:extLst>
                  <a:ext uri="{FF2B5EF4-FFF2-40B4-BE49-F238E27FC236}">
                    <a16:creationId xmlns:a16="http://schemas.microsoft.com/office/drawing/2014/main" id="{AAA628A4-8B15-CE1E-FBAC-00ADE2D12BE3}"/>
                  </a:ext>
                </a:extLst>
              </p:cNvPr>
              <p:cNvSpPr/>
              <p:nvPr/>
            </p:nvSpPr>
            <p:spPr>
              <a:xfrm>
                <a:off x="9402202" y="517157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79" name="Freeform: Shape 13478">
                <a:extLst>
                  <a:ext uri="{FF2B5EF4-FFF2-40B4-BE49-F238E27FC236}">
                    <a16:creationId xmlns:a16="http://schemas.microsoft.com/office/drawing/2014/main" id="{D727D47F-F768-1965-A305-B0365DAC70BE}"/>
                  </a:ext>
                </a:extLst>
              </p:cNvPr>
              <p:cNvSpPr/>
              <p:nvPr/>
            </p:nvSpPr>
            <p:spPr>
              <a:xfrm>
                <a:off x="9403013" y="517149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80" name="Freeform: Shape 13479">
                <a:extLst>
                  <a:ext uri="{FF2B5EF4-FFF2-40B4-BE49-F238E27FC236}">
                    <a16:creationId xmlns:a16="http://schemas.microsoft.com/office/drawing/2014/main" id="{3074E2FD-80A1-1372-B208-A0711F01FFBA}"/>
                  </a:ext>
                </a:extLst>
              </p:cNvPr>
              <p:cNvSpPr/>
              <p:nvPr/>
            </p:nvSpPr>
            <p:spPr>
              <a:xfrm>
                <a:off x="9403843" y="517147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81" name="Freeform: Shape 13480">
                <a:extLst>
                  <a:ext uri="{FF2B5EF4-FFF2-40B4-BE49-F238E27FC236}">
                    <a16:creationId xmlns:a16="http://schemas.microsoft.com/office/drawing/2014/main" id="{6C345425-3279-9650-BA9B-A68EA3CE4291}"/>
                  </a:ext>
                </a:extLst>
              </p:cNvPr>
              <p:cNvSpPr/>
              <p:nvPr/>
            </p:nvSpPr>
            <p:spPr>
              <a:xfrm>
                <a:off x="9404786" y="517181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82" name="Freeform: Shape 13481">
                <a:extLst>
                  <a:ext uri="{FF2B5EF4-FFF2-40B4-BE49-F238E27FC236}">
                    <a16:creationId xmlns:a16="http://schemas.microsoft.com/office/drawing/2014/main" id="{ECCDEC90-5630-7329-65AF-9F70E2138262}"/>
                  </a:ext>
                </a:extLst>
              </p:cNvPr>
              <p:cNvSpPr/>
              <p:nvPr/>
            </p:nvSpPr>
            <p:spPr>
              <a:xfrm>
                <a:off x="9405536" y="517157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83" name="Freeform: Shape 13482">
                <a:extLst>
                  <a:ext uri="{FF2B5EF4-FFF2-40B4-BE49-F238E27FC236}">
                    <a16:creationId xmlns:a16="http://schemas.microsoft.com/office/drawing/2014/main" id="{D8B9FD8B-7A62-D054-91D1-EA08EEDA7FFC}"/>
                  </a:ext>
                </a:extLst>
              </p:cNvPr>
              <p:cNvSpPr/>
              <p:nvPr/>
            </p:nvSpPr>
            <p:spPr>
              <a:xfrm>
                <a:off x="9406013" y="5170455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84" name="Freeform: Shape 13483">
                <a:extLst>
                  <a:ext uri="{FF2B5EF4-FFF2-40B4-BE49-F238E27FC236}">
                    <a16:creationId xmlns:a16="http://schemas.microsoft.com/office/drawing/2014/main" id="{0AD11786-D5A1-5EB6-D19D-23B3E98F031D}"/>
                  </a:ext>
                </a:extLst>
              </p:cNvPr>
              <p:cNvSpPr/>
              <p:nvPr/>
            </p:nvSpPr>
            <p:spPr>
              <a:xfrm>
                <a:off x="9406879" y="517057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85" name="Freeform: Shape 13484">
                <a:extLst>
                  <a:ext uri="{FF2B5EF4-FFF2-40B4-BE49-F238E27FC236}">
                    <a16:creationId xmlns:a16="http://schemas.microsoft.com/office/drawing/2014/main" id="{683755B2-3634-959A-F067-174C93B81603}"/>
                  </a:ext>
                </a:extLst>
              </p:cNvPr>
              <p:cNvSpPr/>
              <p:nvPr/>
            </p:nvSpPr>
            <p:spPr>
              <a:xfrm>
                <a:off x="9408189" y="516941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86" name="Freeform: Shape 13485">
                <a:extLst>
                  <a:ext uri="{FF2B5EF4-FFF2-40B4-BE49-F238E27FC236}">
                    <a16:creationId xmlns:a16="http://schemas.microsoft.com/office/drawing/2014/main" id="{F5EFD799-03DB-7598-A9C3-D50E522593A4}"/>
                  </a:ext>
                </a:extLst>
              </p:cNvPr>
              <p:cNvSpPr/>
              <p:nvPr/>
            </p:nvSpPr>
            <p:spPr>
              <a:xfrm>
                <a:off x="9409089" y="516966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87" name="Freeform: Shape 13486">
                <a:extLst>
                  <a:ext uri="{FF2B5EF4-FFF2-40B4-BE49-F238E27FC236}">
                    <a16:creationId xmlns:a16="http://schemas.microsoft.com/office/drawing/2014/main" id="{566A211D-6EBF-59CE-528E-F137F64D88DB}"/>
                  </a:ext>
                </a:extLst>
              </p:cNvPr>
              <p:cNvSpPr/>
              <p:nvPr/>
            </p:nvSpPr>
            <p:spPr>
              <a:xfrm>
                <a:off x="9410066" y="517023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7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5"/>
                      <a:pt x="6245" y="1657"/>
                      <a:pt x="5651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2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88" name="Freeform: Shape 13487">
                <a:extLst>
                  <a:ext uri="{FF2B5EF4-FFF2-40B4-BE49-F238E27FC236}">
                    <a16:creationId xmlns:a16="http://schemas.microsoft.com/office/drawing/2014/main" id="{7081EC76-F0C8-3604-5FC2-3D053D6682BD}"/>
                  </a:ext>
                </a:extLst>
              </p:cNvPr>
              <p:cNvSpPr/>
              <p:nvPr/>
            </p:nvSpPr>
            <p:spPr>
              <a:xfrm>
                <a:off x="9410923" y="517038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1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2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89" name="Freeform: Shape 13488">
                <a:extLst>
                  <a:ext uri="{FF2B5EF4-FFF2-40B4-BE49-F238E27FC236}">
                    <a16:creationId xmlns:a16="http://schemas.microsoft.com/office/drawing/2014/main" id="{F9D06995-DB88-AFA0-C35E-0FEF4062277B}"/>
                  </a:ext>
                </a:extLst>
              </p:cNvPr>
              <p:cNvSpPr/>
              <p:nvPr/>
            </p:nvSpPr>
            <p:spPr>
              <a:xfrm>
                <a:off x="9412123" y="517185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50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6 w 6343"/>
                  <a:gd name="connsiteY5" fmla="*/ 1063 h 6345"/>
                  <a:gd name="connsiteX6" fmla="*/ 237 w 6343"/>
                  <a:gd name="connsiteY6" fmla="*/ 3306 h 6345"/>
                  <a:gd name="connsiteX7" fmla="*/ 1166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50"/>
                    </a:cubicBezTo>
                    <a:cubicBezTo>
                      <a:pt x="6246" y="4955"/>
                      <a:pt x="6580" y="4147"/>
                      <a:pt x="6580" y="3306"/>
                    </a:cubicBezTo>
                    <a:cubicBezTo>
                      <a:pt x="6580" y="2465"/>
                      <a:pt x="6246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3"/>
                    </a:cubicBezTo>
                    <a:cubicBezTo>
                      <a:pt x="571" y="1658"/>
                      <a:pt x="237" y="2465"/>
                      <a:pt x="237" y="3306"/>
                    </a:cubicBezTo>
                    <a:cubicBezTo>
                      <a:pt x="237" y="4147"/>
                      <a:pt x="571" y="4955"/>
                      <a:pt x="1166" y="5550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90" name="Freeform: Shape 13489">
                <a:extLst>
                  <a:ext uri="{FF2B5EF4-FFF2-40B4-BE49-F238E27FC236}">
                    <a16:creationId xmlns:a16="http://schemas.microsoft.com/office/drawing/2014/main" id="{DC58EA2B-57B8-45D0-893D-224DBF82B09F}"/>
                  </a:ext>
                </a:extLst>
              </p:cNvPr>
              <p:cNvSpPr/>
              <p:nvPr/>
            </p:nvSpPr>
            <p:spPr>
              <a:xfrm>
                <a:off x="9412904" y="517177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50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6 w 6343"/>
                  <a:gd name="connsiteY5" fmla="*/ 1063 h 6345"/>
                  <a:gd name="connsiteX6" fmla="*/ 237 w 6343"/>
                  <a:gd name="connsiteY6" fmla="*/ 3306 h 6345"/>
                  <a:gd name="connsiteX7" fmla="*/ 1166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1" y="5550"/>
                    </a:cubicBezTo>
                    <a:cubicBezTo>
                      <a:pt x="6246" y="4955"/>
                      <a:pt x="6580" y="4147"/>
                      <a:pt x="6580" y="3306"/>
                    </a:cubicBezTo>
                    <a:cubicBezTo>
                      <a:pt x="6580" y="2465"/>
                      <a:pt x="6246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6" y="1063"/>
                    </a:cubicBezTo>
                    <a:cubicBezTo>
                      <a:pt x="571" y="1658"/>
                      <a:pt x="237" y="2465"/>
                      <a:pt x="237" y="3306"/>
                    </a:cubicBezTo>
                    <a:cubicBezTo>
                      <a:pt x="237" y="4147"/>
                      <a:pt x="571" y="4955"/>
                      <a:pt x="1166" y="5550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91" name="Freeform: Shape 13490">
                <a:extLst>
                  <a:ext uri="{FF2B5EF4-FFF2-40B4-BE49-F238E27FC236}">
                    <a16:creationId xmlns:a16="http://schemas.microsoft.com/office/drawing/2014/main" id="{813FF56C-D008-B578-1AC6-461CDB3A2449}"/>
                  </a:ext>
                </a:extLst>
              </p:cNvPr>
              <p:cNvSpPr/>
              <p:nvPr/>
            </p:nvSpPr>
            <p:spPr>
              <a:xfrm>
                <a:off x="9388479" y="5052236"/>
                <a:ext cx="6343" cy="6345"/>
              </a:xfrm>
              <a:custGeom>
                <a:avLst/>
                <a:gdLst>
                  <a:gd name="connsiteX0" fmla="*/ 3406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6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6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9"/>
                    </a:moveTo>
                    <a:cubicBezTo>
                      <a:pt x="4248" y="6469"/>
                      <a:pt x="5054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8" y="124"/>
                      <a:pt x="3406" y="124"/>
                    </a:cubicBezTo>
                    <a:cubicBezTo>
                      <a:pt x="2565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5" y="6469"/>
                      <a:pt x="3406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92" name="Freeform: Shape 13491">
                <a:extLst>
                  <a:ext uri="{FF2B5EF4-FFF2-40B4-BE49-F238E27FC236}">
                    <a16:creationId xmlns:a16="http://schemas.microsoft.com/office/drawing/2014/main" id="{0E88A5B3-E45D-2A65-8D19-B6A412394D0C}"/>
                  </a:ext>
                </a:extLst>
              </p:cNvPr>
              <p:cNvSpPr/>
              <p:nvPr/>
            </p:nvSpPr>
            <p:spPr>
              <a:xfrm>
                <a:off x="9389855" y="5051415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4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8" y="124"/>
                      <a:pt x="3407" y="124"/>
                    </a:cubicBezTo>
                    <a:cubicBezTo>
                      <a:pt x="2565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5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93" name="Freeform: Shape 13492">
                <a:extLst>
                  <a:ext uri="{FF2B5EF4-FFF2-40B4-BE49-F238E27FC236}">
                    <a16:creationId xmlns:a16="http://schemas.microsoft.com/office/drawing/2014/main" id="{39CE4F8A-7A57-0DF5-1837-7C674997479F}"/>
                  </a:ext>
                </a:extLst>
              </p:cNvPr>
              <p:cNvSpPr/>
              <p:nvPr/>
            </p:nvSpPr>
            <p:spPr>
              <a:xfrm>
                <a:off x="9392358" y="5055739"/>
                <a:ext cx="6343" cy="6345"/>
              </a:xfrm>
              <a:custGeom>
                <a:avLst/>
                <a:gdLst>
                  <a:gd name="connsiteX0" fmla="*/ 3407 w 6343"/>
                  <a:gd name="connsiteY0" fmla="*/ 6470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0"/>
                    </a:moveTo>
                    <a:cubicBezTo>
                      <a:pt x="4248" y="6470"/>
                      <a:pt x="5055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5" y="459"/>
                      <a:pt x="4248" y="124"/>
                      <a:pt x="3407" y="124"/>
                    </a:cubicBezTo>
                    <a:cubicBezTo>
                      <a:pt x="2566" y="124"/>
                      <a:pt x="1759" y="459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6" y="6470"/>
                      <a:pt x="3407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94" name="Freeform: Shape 13493">
                <a:extLst>
                  <a:ext uri="{FF2B5EF4-FFF2-40B4-BE49-F238E27FC236}">
                    <a16:creationId xmlns:a16="http://schemas.microsoft.com/office/drawing/2014/main" id="{7E92BC21-22C1-B376-D5C1-8EB06D18F90D}"/>
                  </a:ext>
                </a:extLst>
              </p:cNvPr>
              <p:cNvSpPr/>
              <p:nvPr/>
            </p:nvSpPr>
            <p:spPr>
              <a:xfrm>
                <a:off x="9388284" y="5021001"/>
                <a:ext cx="6343" cy="6345"/>
              </a:xfrm>
              <a:custGeom>
                <a:avLst/>
                <a:gdLst>
                  <a:gd name="connsiteX0" fmla="*/ 3406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6 w 6343"/>
                  <a:gd name="connsiteY4" fmla="*/ 121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6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7"/>
                    </a:moveTo>
                    <a:cubicBezTo>
                      <a:pt x="4248" y="6467"/>
                      <a:pt x="5054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4" y="456"/>
                      <a:pt x="4248" y="121"/>
                      <a:pt x="3406" y="121"/>
                    </a:cubicBezTo>
                    <a:cubicBezTo>
                      <a:pt x="2565" y="121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5" y="6467"/>
                      <a:pt x="3406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95" name="Freeform: Shape 13494">
                <a:extLst>
                  <a:ext uri="{FF2B5EF4-FFF2-40B4-BE49-F238E27FC236}">
                    <a16:creationId xmlns:a16="http://schemas.microsoft.com/office/drawing/2014/main" id="{6A7C3FBF-8BB6-EDB0-EA33-141C6920675A}"/>
                  </a:ext>
                </a:extLst>
              </p:cNvPr>
              <p:cNvSpPr/>
              <p:nvPr/>
            </p:nvSpPr>
            <p:spPr>
              <a:xfrm>
                <a:off x="9389791" y="5019812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4" y="6132"/>
                      <a:pt x="5649" y="5538"/>
                    </a:cubicBezTo>
                    <a:cubicBezTo>
                      <a:pt x="6244" y="4943"/>
                      <a:pt x="6578" y="4135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4" y="456"/>
                      <a:pt x="4248" y="121"/>
                      <a:pt x="3407" y="121"/>
                    </a:cubicBezTo>
                    <a:cubicBezTo>
                      <a:pt x="2565" y="121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5"/>
                      <a:pt x="569" y="4943"/>
                      <a:pt x="1164" y="5538"/>
                    </a:cubicBezTo>
                    <a:cubicBezTo>
                      <a:pt x="1759" y="6132"/>
                      <a:pt x="2565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96" name="Freeform: Shape 13495">
                <a:extLst>
                  <a:ext uri="{FF2B5EF4-FFF2-40B4-BE49-F238E27FC236}">
                    <a16:creationId xmlns:a16="http://schemas.microsoft.com/office/drawing/2014/main" id="{3F7539C6-BD88-DA4F-CC63-27DB8B568B99}"/>
                  </a:ext>
                </a:extLst>
              </p:cNvPr>
              <p:cNvSpPr/>
              <p:nvPr/>
            </p:nvSpPr>
            <p:spPr>
              <a:xfrm>
                <a:off x="9391205" y="5018085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7 h 6345"/>
                  <a:gd name="connsiteX2" fmla="*/ 6578 w 6343"/>
                  <a:gd name="connsiteY2" fmla="*/ 3294 h 6345"/>
                  <a:gd name="connsiteX3" fmla="*/ 5649 w 6343"/>
                  <a:gd name="connsiteY3" fmla="*/ 1050 h 6345"/>
                  <a:gd name="connsiteX4" fmla="*/ 3407 w 6343"/>
                  <a:gd name="connsiteY4" fmla="*/ 121 h 6345"/>
                  <a:gd name="connsiteX5" fmla="*/ 1164 w 6343"/>
                  <a:gd name="connsiteY5" fmla="*/ 1050 h 6345"/>
                  <a:gd name="connsiteX6" fmla="*/ 235 w 6343"/>
                  <a:gd name="connsiteY6" fmla="*/ 3294 h 6345"/>
                  <a:gd name="connsiteX7" fmla="*/ 1164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49" y="5537"/>
                    </a:cubicBezTo>
                    <a:cubicBezTo>
                      <a:pt x="6244" y="4942"/>
                      <a:pt x="6578" y="4135"/>
                      <a:pt x="6578" y="3294"/>
                    </a:cubicBezTo>
                    <a:cubicBezTo>
                      <a:pt x="6578" y="2453"/>
                      <a:pt x="6244" y="1645"/>
                      <a:pt x="5649" y="1050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0"/>
                    </a:cubicBezTo>
                    <a:cubicBezTo>
                      <a:pt x="569" y="1645"/>
                      <a:pt x="235" y="2453"/>
                      <a:pt x="235" y="3294"/>
                    </a:cubicBezTo>
                    <a:cubicBezTo>
                      <a:pt x="235" y="4135"/>
                      <a:pt x="569" y="4942"/>
                      <a:pt x="1164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97" name="Freeform: Shape 13496">
                <a:extLst>
                  <a:ext uri="{FF2B5EF4-FFF2-40B4-BE49-F238E27FC236}">
                    <a16:creationId xmlns:a16="http://schemas.microsoft.com/office/drawing/2014/main" id="{89E65BA4-A64B-C6FD-BE4C-D01FC0D58EC1}"/>
                  </a:ext>
                </a:extLst>
              </p:cNvPr>
              <p:cNvSpPr/>
              <p:nvPr/>
            </p:nvSpPr>
            <p:spPr>
              <a:xfrm>
                <a:off x="9392966" y="5018129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7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49" y="5537"/>
                    </a:cubicBezTo>
                    <a:cubicBezTo>
                      <a:pt x="6244" y="4942"/>
                      <a:pt x="6578" y="4135"/>
                      <a:pt x="6578" y="3294"/>
                    </a:cubicBezTo>
                    <a:cubicBezTo>
                      <a:pt x="6578" y="2453"/>
                      <a:pt x="6244" y="1645"/>
                      <a:pt x="5649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1"/>
                    </a:cubicBezTo>
                    <a:cubicBezTo>
                      <a:pt x="569" y="1645"/>
                      <a:pt x="235" y="2453"/>
                      <a:pt x="235" y="3294"/>
                    </a:cubicBezTo>
                    <a:cubicBezTo>
                      <a:pt x="235" y="4135"/>
                      <a:pt x="569" y="4942"/>
                      <a:pt x="1164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98" name="Freeform: Shape 13497">
                <a:extLst>
                  <a:ext uri="{FF2B5EF4-FFF2-40B4-BE49-F238E27FC236}">
                    <a16:creationId xmlns:a16="http://schemas.microsoft.com/office/drawing/2014/main" id="{20F952B9-B4BA-CB70-13E5-77ED0BDBD28A}"/>
                  </a:ext>
                </a:extLst>
              </p:cNvPr>
              <p:cNvSpPr/>
              <p:nvPr/>
            </p:nvSpPr>
            <p:spPr>
              <a:xfrm>
                <a:off x="9394615" y="5017575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8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4 w 6343"/>
                  <a:gd name="connsiteY5" fmla="*/ 1050 h 6345"/>
                  <a:gd name="connsiteX6" fmla="*/ 235 w 6343"/>
                  <a:gd name="connsiteY6" fmla="*/ 3294 h 6345"/>
                  <a:gd name="connsiteX7" fmla="*/ 1164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4" y="4942"/>
                      <a:pt x="6578" y="4135"/>
                      <a:pt x="6578" y="3294"/>
                    </a:cubicBezTo>
                    <a:cubicBezTo>
                      <a:pt x="6578" y="2452"/>
                      <a:pt x="6244" y="1645"/>
                      <a:pt x="5650" y="1050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0"/>
                    </a:cubicBezTo>
                    <a:cubicBezTo>
                      <a:pt x="570" y="1645"/>
                      <a:pt x="235" y="2452"/>
                      <a:pt x="235" y="3294"/>
                    </a:cubicBezTo>
                    <a:cubicBezTo>
                      <a:pt x="235" y="4135"/>
                      <a:pt x="570" y="4942"/>
                      <a:pt x="1164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99" name="Freeform: Shape 13498">
                <a:extLst>
                  <a:ext uri="{FF2B5EF4-FFF2-40B4-BE49-F238E27FC236}">
                    <a16:creationId xmlns:a16="http://schemas.microsoft.com/office/drawing/2014/main" id="{A0804B9C-5E70-738C-850A-326FC019050A}"/>
                  </a:ext>
                </a:extLst>
              </p:cNvPr>
              <p:cNvSpPr/>
              <p:nvPr/>
            </p:nvSpPr>
            <p:spPr>
              <a:xfrm>
                <a:off x="9422242" y="5166791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8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6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6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00" name="Freeform: Shape 13499">
                <a:extLst>
                  <a:ext uri="{FF2B5EF4-FFF2-40B4-BE49-F238E27FC236}">
                    <a16:creationId xmlns:a16="http://schemas.microsoft.com/office/drawing/2014/main" id="{4E272A21-B57B-A034-CD0C-88E11A7BE13D}"/>
                  </a:ext>
                </a:extLst>
              </p:cNvPr>
              <p:cNvSpPr/>
              <p:nvPr/>
            </p:nvSpPr>
            <p:spPr>
              <a:xfrm>
                <a:off x="9423146" y="5167390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01" name="Freeform: Shape 13500">
                <a:extLst>
                  <a:ext uri="{FF2B5EF4-FFF2-40B4-BE49-F238E27FC236}">
                    <a16:creationId xmlns:a16="http://schemas.microsoft.com/office/drawing/2014/main" id="{A52FF979-9174-2E92-8776-717FAF5C608E}"/>
                  </a:ext>
                </a:extLst>
              </p:cNvPr>
              <p:cNvSpPr/>
              <p:nvPr/>
            </p:nvSpPr>
            <p:spPr>
              <a:xfrm>
                <a:off x="9425675" y="5162803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02" name="Freeform: Shape 13501">
                <a:extLst>
                  <a:ext uri="{FF2B5EF4-FFF2-40B4-BE49-F238E27FC236}">
                    <a16:creationId xmlns:a16="http://schemas.microsoft.com/office/drawing/2014/main" id="{E7137E29-9114-E5CE-11C6-A8461329A0F5}"/>
                  </a:ext>
                </a:extLst>
              </p:cNvPr>
              <p:cNvSpPr/>
              <p:nvPr/>
            </p:nvSpPr>
            <p:spPr>
              <a:xfrm>
                <a:off x="9426472" y="5162630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03" name="Freeform: Shape 13502">
                <a:extLst>
                  <a:ext uri="{FF2B5EF4-FFF2-40B4-BE49-F238E27FC236}">
                    <a16:creationId xmlns:a16="http://schemas.microsoft.com/office/drawing/2014/main" id="{AB3A0073-EC99-F214-5748-1BDEF3205215}"/>
                  </a:ext>
                </a:extLst>
              </p:cNvPr>
              <p:cNvSpPr/>
              <p:nvPr/>
            </p:nvSpPr>
            <p:spPr>
              <a:xfrm>
                <a:off x="9427127" y="5161357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04" name="Freeform: Shape 13503">
                <a:extLst>
                  <a:ext uri="{FF2B5EF4-FFF2-40B4-BE49-F238E27FC236}">
                    <a16:creationId xmlns:a16="http://schemas.microsoft.com/office/drawing/2014/main" id="{29A37EAB-8B9C-3F1F-D53F-821423DAD3CC}"/>
                  </a:ext>
                </a:extLst>
              </p:cNvPr>
              <p:cNvSpPr/>
              <p:nvPr/>
            </p:nvSpPr>
            <p:spPr>
              <a:xfrm>
                <a:off x="9427775" y="5159902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2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2"/>
                      <a:pt x="3410" y="132"/>
                    </a:cubicBezTo>
                    <a:cubicBezTo>
                      <a:pt x="2568" y="132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05" name="Freeform: Shape 13504">
                <a:extLst>
                  <a:ext uri="{FF2B5EF4-FFF2-40B4-BE49-F238E27FC236}">
                    <a16:creationId xmlns:a16="http://schemas.microsoft.com/office/drawing/2014/main" id="{C2BE8428-5C37-F85C-FDA2-B6A7CB2CF1DA}"/>
                  </a:ext>
                </a:extLst>
              </p:cNvPr>
              <p:cNvSpPr/>
              <p:nvPr/>
            </p:nvSpPr>
            <p:spPr>
              <a:xfrm>
                <a:off x="9428619" y="5159987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2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2"/>
                      <a:pt x="3410" y="132"/>
                    </a:cubicBezTo>
                    <a:cubicBezTo>
                      <a:pt x="2568" y="132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06" name="Freeform: Shape 13505">
                <a:extLst>
                  <a:ext uri="{FF2B5EF4-FFF2-40B4-BE49-F238E27FC236}">
                    <a16:creationId xmlns:a16="http://schemas.microsoft.com/office/drawing/2014/main" id="{4D60FC6F-80F8-AFD0-F1CD-E6B4EE26A7CC}"/>
                  </a:ext>
                </a:extLst>
              </p:cNvPr>
              <p:cNvSpPr/>
              <p:nvPr/>
            </p:nvSpPr>
            <p:spPr>
              <a:xfrm>
                <a:off x="9429448" y="5159955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2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2"/>
                      <a:pt x="3410" y="132"/>
                    </a:cubicBezTo>
                    <a:cubicBezTo>
                      <a:pt x="2569" y="132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07" name="Freeform: Shape 13506">
                <a:extLst>
                  <a:ext uri="{FF2B5EF4-FFF2-40B4-BE49-F238E27FC236}">
                    <a16:creationId xmlns:a16="http://schemas.microsoft.com/office/drawing/2014/main" id="{B8D8BD4F-9176-F984-1D49-B5FBA28FE653}"/>
                  </a:ext>
                </a:extLst>
              </p:cNvPr>
              <p:cNvSpPr/>
              <p:nvPr/>
            </p:nvSpPr>
            <p:spPr>
              <a:xfrm>
                <a:off x="9430361" y="5160727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2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2"/>
                      <a:pt x="3410" y="132"/>
                    </a:cubicBezTo>
                    <a:cubicBezTo>
                      <a:pt x="2569" y="132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08" name="Freeform: Shape 13507">
                <a:extLst>
                  <a:ext uri="{FF2B5EF4-FFF2-40B4-BE49-F238E27FC236}">
                    <a16:creationId xmlns:a16="http://schemas.microsoft.com/office/drawing/2014/main" id="{7343AE82-A726-958F-A8A5-AC910ED40A00}"/>
                  </a:ext>
                </a:extLst>
              </p:cNvPr>
              <p:cNvSpPr/>
              <p:nvPr/>
            </p:nvSpPr>
            <p:spPr>
              <a:xfrm>
                <a:off x="9431154" y="5160397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2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2"/>
                      <a:pt x="3410" y="132"/>
                    </a:cubicBezTo>
                    <a:cubicBezTo>
                      <a:pt x="2569" y="132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09" name="Freeform: Shape 13508">
                <a:extLst>
                  <a:ext uri="{FF2B5EF4-FFF2-40B4-BE49-F238E27FC236}">
                    <a16:creationId xmlns:a16="http://schemas.microsoft.com/office/drawing/2014/main" id="{46A857DE-8359-D7C0-F30F-E59BC464370F}"/>
                  </a:ext>
                </a:extLst>
              </p:cNvPr>
              <p:cNvSpPr/>
              <p:nvPr/>
            </p:nvSpPr>
            <p:spPr>
              <a:xfrm>
                <a:off x="9432002" y="5160626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2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2"/>
                      <a:pt x="3410" y="132"/>
                    </a:cubicBezTo>
                    <a:cubicBezTo>
                      <a:pt x="2569" y="132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10" name="Freeform: Shape 13509">
                <a:extLst>
                  <a:ext uri="{FF2B5EF4-FFF2-40B4-BE49-F238E27FC236}">
                    <a16:creationId xmlns:a16="http://schemas.microsoft.com/office/drawing/2014/main" id="{78D92AC4-E4FD-548F-B88C-2FC78167ADAB}"/>
                  </a:ext>
                </a:extLst>
              </p:cNvPr>
              <p:cNvSpPr/>
              <p:nvPr/>
            </p:nvSpPr>
            <p:spPr>
              <a:xfrm>
                <a:off x="9432821" y="5160553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1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2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3" y="1062"/>
                    </a:cubicBezTo>
                    <a:cubicBezTo>
                      <a:pt x="5058" y="467"/>
                      <a:pt x="4251" y="132"/>
                      <a:pt x="3410" y="132"/>
                    </a:cubicBezTo>
                    <a:cubicBezTo>
                      <a:pt x="2569" y="132"/>
                      <a:pt x="1762" y="467"/>
                      <a:pt x="1167" y="1062"/>
                    </a:cubicBezTo>
                    <a:cubicBezTo>
                      <a:pt x="573" y="1657"/>
                      <a:pt x="238" y="2464"/>
                      <a:pt x="238" y="3305"/>
                    </a:cubicBezTo>
                    <a:cubicBezTo>
                      <a:pt x="238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11" name="Freeform: Shape 13510">
                <a:extLst>
                  <a:ext uri="{FF2B5EF4-FFF2-40B4-BE49-F238E27FC236}">
                    <a16:creationId xmlns:a16="http://schemas.microsoft.com/office/drawing/2014/main" id="{2A9B6DF8-AA2F-E422-70ED-615F144D0BD4}"/>
                  </a:ext>
                </a:extLst>
              </p:cNvPr>
              <p:cNvSpPr/>
              <p:nvPr/>
            </p:nvSpPr>
            <p:spPr>
              <a:xfrm>
                <a:off x="9433659" y="5160731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2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2" y="4147"/>
                      <a:pt x="6582" y="3305"/>
                    </a:cubicBezTo>
                    <a:cubicBezTo>
                      <a:pt x="6582" y="2464"/>
                      <a:pt x="6247" y="1657"/>
                      <a:pt x="5653" y="1062"/>
                    </a:cubicBezTo>
                    <a:cubicBezTo>
                      <a:pt x="5058" y="467"/>
                      <a:pt x="4251" y="132"/>
                      <a:pt x="3410" y="132"/>
                    </a:cubicBezTo>
                    <a:cubicBezTo>
                      <a:pt x="2569" y="132"/>
                      <a:pt x="1762" y="467"/>
                      <a:pt x="1167" y="1062"/>
                    </a:cubicBezTo>
                    <a:cubicBezTo>
                      <a:pt x="573" y="1657"/>
                      <a:pt x="238" y="2464"/>
                      <a:pt x="238" y="3305"/>
                    </a:cubicBezTo>
                    <a:cubicBezTo>
                      <a:pt x="238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12" name="Freeform: Shape 13511">
                <a:extLst>
                  <a:ext uri="{FF2B5EF4-FFF2-40B4-BE49-F238E27FC236}">
                    <a16:creationId xmlns:a16="http://schemas.microsoft.com/office/drawing/2014/main" id="{E0AB0AEE-4615-81DD-E8AC-4B802EC7AE79}"/>
                  </a:ext>
                </a:extLst>
              </p:cNvPr>
              <p:cNvSpPr/>
              <p:nvPr/>
            </p:nvSpPr>
            <p:spPr>
              <a:xfrm>
                <a:off x="9434481" y="5160730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2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2" y="4147"/>
                      <a:pt x="6582" y="3305"/>
                    </a:cubicBezTo>
                    <a:cubicBezTo>
                      <a:pt x="6582" y="2464"/>
                      <a:pt x="6247" y="1657"/>
                      <a:pt x="5653" y="1062"/>
                    </a:cubicBezTo>
                    <a:cubicBezTo>
                      <a:pt x="5058" y="467"/>
                      <a:pt x="4251" y="132"/>
                      <a:pt x="3410" y="132"/>
                    </a:cubicBezTo>
                    <a:cubicBezTo>
                      <a:pt x="2569" y="132"/>
                      <a:pt x="1762" y="467"/>
                      <a:pt x="1167" y="1062"/>
                    </a:cubicBezTo>
                    <a:cubicBezTo>
                      <a:pt x="573" y="1657"/>
                      <a:pt x="238" y="2464"/>
                      <a:pt x="238" y="3305"/>
                    </a:cubicBezTo>
                    <a:cubicBezTo>
                      <a:pt x="238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13" name="Freeform: Shape 13512">
                <a:extLst>
                  <a:ext uri="{FF2B5EF4-FFF2-40B4-BE49-F238E27FC236}">
                    <a16:creationId xmlns:a16="http://schemas.microsoft.com/office/drawing/2014/main" id="{FA753230-7C68-20F7-4595-837940B30888}"/>
                  </a:ext>
                </a:extLst>
              </p:cNvPr>
              <p:cNvSpPr/>
              <p:nvPr/>
            </p:nvSpPr>
            <p:spPr>
              <a:xfrm>
                <a:off x="9435282" y="5160424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2 h 6345"/>
                  <a:gd name="connsiteX5" fmla="*/ 1167 w 6343"/>
                  <a:gd name="connsiteY5" fmla="*/ 1062 h 6345"/>
                  <a:gd name="connsiteX6" fmla="*/ 239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2" y="4147"/>
                      <a:pt x="6582" y="3305"/>
                    </a:cubicBezTo>
                    <a:cubicBezTo>
                      <a:pt x="6582" y="2464"/>
                      <a:pt x="6247" y="1657"/>
                      <a:pt x="5653" y="1062"/>
                    </a:cubicBezTo>
                    <a:cubicBezTo>
                      <a:pt x="5058" y="467"/>
                      <a:pt x="4251" y="132"/>
                      <a:pt x="3410" y="132"/>
                    </a:cubicBezTo>
                    <a:cubicBezTo>
                      <a:pt x="2569" y="132"/>
                      <a:pt x="1762" y="467"/>
                      <a:pt x="1167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14" name="Freeform: Shape 13513">
                <a:extLst>
                  <a:ext uri="{FF2B5EF4-FFF2-40B4-BE49-F238E27FC236}">
                    <a16:creationId xmlns:a16="http://schemas.microsoft.com/office/drawing/2014/main" id="{33675ABB-FCE0-0C80-D788-D24452BE266A}"/>
                  </a:ext>
                </a:extLst>
              </p:cNvPr>
              <p:cNvSpPr/>
              <p:nvPr/>
            </p:nvSpPr>
            <p:spPr>
              <a:xfrm>
                <a:off x="9436067" y="5159815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2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2"/>
                      <a:pt x="3410" y="132"/>
                    </a:cubicBezTo>
                    <a:cubicBezTo>
                      <a:pt x="2569" y="132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15" name="Freeform: Shape 13514">
                <a:extLst>
                  <a:ext uri="{FF2B5EF4-FFF2-40B4-BE49-F238E27FC236}">
                    <a16:creationId xmlns:a16="http://schemas.microsoft.com/office/drawing/2014/main" id="{AC3AD3AA-0C44-2F51-E719-04C9D15DA5C4}"/>
                  </a:ext>
                </a:extLst>
              </p:cNvPr>
              <p:cNvSpPr/>
              <p:nvPr/>
            </p:nvSpPr>
            <p:spPr>
              <a:xfrm>
                <a:off x="9436942" y="5160693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2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2"/>
                      <a:pt x="3410" y="132"/>
                    </a:cubicBezTo>
                    <a:cubicBezTo>
                      <a:pt x="2569" y="132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16" name="Freeform: Shape 13515">
                <a:extLst>
                  <a:ext uri="{FF2B5EF4-FFF2-40B4-BE49-F238E27FC236}">
                    <a16:creationId xmlns:a16="http://schemas.microsoft.com/office/drawing/2014/main" id="{620EE2DC-45A3-FFD1-5F1E-59D21090FA2F}"/>
                  </a:ext>
                </a:extLst>
              </p:cNvPr>
              <p:cNvSpPr/>
              <p:nvPr/>
            </p:nvSpPr>
            <p:spPr>
              <a:xfrm>
                <a:off x="9437793" y="5161330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17" name="Freeform: Shape 13516">
                <a:extLst>
                  <a:ext uri="{FF2B5EF4-FFF2-40B4-BE49-F238E27FC236}">
                    <a16:creationId xmlns:a16="http://schemas.microsoft.com/office/drawing/2014/main" id="{86608E4A-3D3C-9B23-712F-DE968BE4293C}"/>
                  </a:ext>
                </a:extLst>
              </p:cNvPr>
              <p:cNvSpPr/>
              <p:nvPr/>
            </p:nvSpPr>
            <p:spPr>
              <a:xfrm>
                <a:off x="9438620" y="5161601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18" name="Freeform: Shape 13517">
                <a:extLst>
                  <a:ext uri="{FF2B5EF4-FFF2-40B4-BE49-F238E27FC236}">
                    <a16:creationId xmlns:a16="http://schemas.microsoft.com/office/drawing/2014/main" id="{C95E3D17-BC39-9F85-4B14-91D19D1769B8}"/>
                  </a:ext>
                </a:extLst>
              </p:cNvPr>
              <p:cNvSpPr/>
              <p:nvPr/>
            </p:nvSpPr>
            <p:spPr>
              <a:xfrm>
                <a:off x="9439469" y="5162557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0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19" name="Freeform: Shape 13518">
                <a:extLst>
                  <a:ext uri="{FF2B5EF4-FFF2-40B4-BE49-F238E27FC236}">
                    <a16:creationId xmlns:a16="http://schemas.microsoft.com/office/drawing/2014/main" id="{E1095F3C-8DFC-7B27-03B1-855E3818F080}"/>
                  </a:ext>
                </a:extLst>
              </p:cNvPr>
              <p:cNvSpPr/>
              <p:nvPr/>
            </p:nvSpPr>
            <p:spPr>
              <a:xfrm>
                <a:off x="9440296" y="5163210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0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20" name="Freeform: Shape 13519">
                <a:extLst>
                  <a:ext uri="{FF2B5EF4-FFF2-40B4-BE49-F238E27FC236}">
                    <a16:creationId xmlns:a16="http://schemas.microsoft.com/office/drawing/2014/main" id="{247C112A-CAEA-0DD6-25E2-1210BD0DB121}"/>
                  </a:ext>
                </a:extLst>
              </p:cNvPr>
              <p:cNvSpPr/>
              <p:nvPr/>
            </p:nvSpPr>
            <p:spPr>
              <a:xfrm>
                <a:off x="9441130" y="5164486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1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21" name="Freeform: Shape 13520">
                <a:extLst>
                  <a:ext uri="{FF2B5EF4-FFF2-40B4-BE49-F238E27FC236}">
                    <a16:creationId xmlns:a16="http://schemas.microsoft.com/office/drawing/2014/main" id="{E3C1F3E0-4724-314E-D0A3-3B2AA93DBBFA}"/>
                  </a:ext>
                </a:extLst>
              </p:cNvPr>
              <p:cNvSpPr/>
              <p:nvPr/>
            </p:nvSpPr>
            <p:spPr>
              <a:xfrm>
                <a:off x="9441935" y="5165025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22" name="Freeform: Shape 13521">
                <a:extLst>
                  <a:ext uri="{FF2B5EF4-FFF2-40B4-BE49-F238E27FC236}">
                    <a16:creationId xmlns:a16="http://schemas.microsoft.com/office/drawing/2014/main" id="{A1384DAD-DD6D-D52D-44DE-90826F9DE97E}"/>
                  </a:ext>
                </a:extLst>
              </p:cNvPr>
              <p:cNvSpPr/>
              <p:nvPr/>
            </p:nvSpPr>
            <p:spPr>
              <a:xfrm>
                <a:off x="9442725" y="5164951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23" name="Freeform: Shape 13522">
                <a:extLst>
                  <a:ext uri="{FF2B5EF4-FFF2-40B4-BE49-F238E27FC236}">
                    <a16:creationId xmlns:a16="http://schemas.microsoft.com/office/drawing/2014/main" id="{B63639BC-691F-2486-E9A1-10E944B3AD3E}"/>
                  </a:ext>
                </a:extLst>
              </p:cNvPr>
              <p:cNvSpPr/>
              <p:nvPr/>
            </p:nvSpPr>
            <p:spPr>
              <a:xfrm>
                <a:off x="9443519" y="5165252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24" name="Freeform: Shape 13523">
                <a:extLst>
                  <a:ext uri="{FF2B5EF4-FFF2-40B4-BE49-F238E27FC236}">
                    <a16:creationId xmlns:a16="http://schemas.microsoft.com/office/drawing/2014/main" id="{5007DA73-C6A5-F4D5-4812-516DCC4DD882}"/>
                  </a:ext>
                </a:extLst>
              </p:cNvPr>
              <p:cNvSpPr/>
              <p:nvPr/>
            </p:nvSpPr>
            <p:spPr>
              <a:xfrm>
                <a:off x="9444308" y="5166116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25" name="Freeform: Shape 13524">
                <a:extLst>
                  <a:ext uri="{FF2B5EF4-FFF2-40B4-BE49-F238E27FC236}">
                    <a16:creationId xmlns:a16="http://schemas.microsoft.com/office/drawing/2014/main" id="{F238A421-AB4F-29BC-2FFF-B48162AD3B95}"/>
                  </a:ext>
                </a:extLst>
              </p:cNvPr>
              <p:cNvSpPr/>
              <p:nvPr/>
            </p:nvSpPr>
            <p:spPr>
              <a:xfrm>
                <a:off x="9445855" y="5167918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2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39" y="2464"/>
                      <a:pt x="239" y="3306"/>
                    </a:cubicBezTo>
                    <a:cubicBezTo>
                      <a:pt x="239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26" name="Freeform: Shape 13525">
                <a:extLst>
                  <a:ext uri="{FF2B5EF4-FFF2-40B4-BE49-F238E27FC236}">
                    <a16:creationId xmlns:a16="http://schemas.microsoft.com/office/drawing/2014/main" id="{48835D79-0D1F-797E-41E5-33ED5FD1D64A}"/>
                  </a:ext>
                </a:extLst>
              </p:cNvPr>
              <p:cNvSpPr/>
              <p:nvPr/>
            </p:nvSpPr>
            <p:spPr>
              <a:xfrm>
                <a:off x="9448277" y="5164628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40 w 6343"/>
                  <a:gd name="connsiteY6" fmla="*/ 3305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27" name="Freeform: Shape 13526">
                <a:extLst>
                  <a:ext uri="{FF2B5EF4-FFF2-40B4-BE49-F238E27FC236}">
                    <a16:creationId xmlns:a16="http://schemas.microsoft.com/office/drawing/2014/main" id="{29DEE807-1E55-8D29-470D-A92F2821F9BB}"/>
                  </a:ext>
                </a:extLst>
              </p:cNvPr>
              <p:cNvSpPr/>
              <p:nvPr/>
            </p:nvSpPr>
            <p:spPr>
              <a:xfrm>
                <a:off x="9449064" y="5164840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28" name="Freeform: Shape 13527">
                <a:extLst>
                  <a:ext uri="{FF2B5EF4-FFF2-40B4-BE49-F238E27FC236}">
                    <a16:creationId xmlns:a16="http://schemas.microsoft.com/office/drawing/2014/main" id="{8718E617-077A-6FCC-D7BC-4061FAFDCB32}"/>
                  </a:ext>
                </a:extLst>
              </p:cNvPr>
              <p:cNvSpPr/>
              <p:nvPr/>
            </p:nvSpPr>
            <p:spPr>
              <a:xfrm>
                <a:off x="9449917" y="5163449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29" name="Freeform: Shape 13528">
                <a:extLst>
                  <a:ext uri="{FF2B5EF4-FFF2-40B4-BE49-F238E27FC236}">
                    <a16:creationId xmlns:a16="http://schemas.microsoft.com/office/drawing/2014/main" id="{0932DED0-A1D9-5A3F-0578-9917049B068D}"/>
                  </a:ext>
                </a:extLst>
              </p:cNvPr>
              <p:cNvSpPr/>
              <p:nvPr/>
            </p:nvSpPr>
            <p:spPr>
              <a:xfrm>
                <a:off x="9450827" y="5161261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30" name="Freeform: Shape 13529">
                <a:extLst>
                  <a:ext uri="{FF2B5EF4-FFF2-40B4-BE49-F238E27FC236}">
                    <a16:creationId xmlns:a16="http://schemas.microsoft.com/office/drawing/2014/main" id="{08C1D2BC-8B8E-DA46-AB58-CA861591CA57}"/>
                  </a:ext>
                </a:extLst>
              </p:cNvPr>
              <p:cNvSpPr/>
              <p:nvPr/>
            </p:nvSpPr>
            <p:spPr>
              <a:xfrm>
                <a:off x="9451723" y="5159821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2"/>
                      <a:pt x="3411" y="132"/>
                    </a:cubicBezTo>
                    <a:cubicBezTo>
                      <a:pt x="2570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31" name="Freeform: Shape 13530">
                <a:extLst>
                  <a:ext uri="{FF2B5EF4-FFF2-40B4-BE49-F238E27FC236}">
                    <a16:creationId xmlns:a16="http://schemas.microsoft.com/office/drawing/2014/main" id="{B291115F-CBD4-01FE-71F7-EA2325A45328}"/>
                  </a:ext>
                </a:extLst>
              </p:cNvPr>
              <p:cNvSpPr/>
              <p:nvPr/>
            </p:nvSpPr>
            <p:spPr>
              <a:xfrm>
                <a:off x="9452580" y="5159313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3" y="6478"/>
                      <a:pt x="5059" y="6143"/>
                      <a:pt x="5654" y="5549"/>
                    </a:cubicBezTo>
                    <a:cubicBezTo>
                      <a:pt x="6249" y="4954"/>
                      <a:pt x="6583" y="4146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2"/>
                      <a:pt x="3411" y="132"/>
                    </a:cubicBezTo>
                    <a:cubicBezTo>
                      <a:pt x="2570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6"/>
                      <a:pt x="574" y="4954"/>
                      <a:pt x="1169" y="5549"/>
                    </a:cubicBezTo>
                    <a:cubicBezTo>
                      <a:pt x="1764" y="6143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32" name="Freeform: Shape 13531">
                <a:extLst>
                  <a:ext uri="{FF2B5EF4-FFF2-40B4-BE49-F238E27FC236}">
                    <a16:creationId xmlns:a16="http://schemas.microsoft.com/office/drawing/2014/main" id="{EF49A868-5762-CE8B-0F19-1E7D9D5232D9}"/>
                  </a:ext>
                </a:extLst>
              </p:cNvPr>
              <p:cNvSpPr/>
              <p:nvPr/>
            </p:nvSpPr>
            <p:spPr>
              <a:xfrm>
                <a:off x="9454968" y="5160597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33" name="Freeform: Shape 13532">
                <a:extLst>
                  <a:ext uri="{FF2B5EF4-FFF2-40B4-BE49-F238E27FC236}">
                    <a16:creationId xmlns:a16="http://schemas.microsoft.com/office/drawing/2014/main" id="{F9C25978-833D-3DAA-8DC1-9BC05C3D506A}"/>
                  </a:ext>
                </a:extLst>
              </p:cNvPr>
              <p:cNvSpPr/>
              <p:nvPr/>
            </p:nvSpPr>
            <p:spPr>
              <a:xfrm>
                <a:off x="9455722" y="5161404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34" name="Freeform: Shape 13533">
                <a:extLst>
                  <a:ext uri="{FF2B5EF4-FFF2-40B4-BE49-F238E27FC236}">
                    <a16:creationId xmlns:a16="http://schemas.microsoft.com/office/drawing/2014/main" id="{978C37A2-A478-7BBA-1EE3-BECBCEE70F2D}"/>
                  </a:ext>
                </a:extLst>
              </p:cNvPr>
              <p:cNvSpPr/>
              <p:nvPr/>
            </p:nvSpPr>
            <p:spPr>
              <a:xfrm>
                <a:off x="9456484" y="5162030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35" name="Freeform: Shape 13534">
                <a:extLst>
                  <a:ext uri="{FF2B5EF4-FFF2-40B4-BE49-F238E27FC236}">
                    <a16:creationId xmlns:a16="http://schemas.microsoft.com/office/drawing/2014/main" id="{95CF4B3D-88A3-BA89-86BB-B2794DF8BB65}"/>
                  </a:ext>
                </a:extLst>
              </p:cNvPr>
              <p:cNvSpPr/>
              <p:nvPr/>
            </p:nvSpPr>
            <p:spPr>
              <a:xfrm>
                <a:off x="9457275" y="5162292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36" name="Freeform: Shape 13535">
                <a:extLst>
                  <a:ext uri="{FF2B5EF4-FFF2-40B4-BE49-F238E27FC236}">
                    <a16:creationId xmlns:a16="http://schemas.microsoft.com/office/drawing/2014/main" id="{079288AE-2B88-7174-325A-E1363437512D}"/>
                  </a:ext>
                </a:extLst>
              </p:cNvPr>
              <p:cNvSpPr/>
              <p:nvPr/>
            </p:nvSpPr>
            <p:spPr>
              <a:xfrm>
                <a:off x="9458051" y="5162681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3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37" name="Freeform: Shape 13536">
                <a:extLst>
                  <a:ext uri="{FF2B5EF4-FFF2-40B4-BE49-F238E27FC236}">
                    <a16:creationId xmlns:a16="http://schemas.microsoft.com/office/drawing/2014/main" id="{75E88008-EC17-CEBD-AAB5-BF81B008624D}"/>
                  </a:ext>
                </a:extLst>
              </p:cNvPr>
              <p:cNvSpPr/>
              <p:nvPr/>
            </p:nvSpPr>
            <p:spPr>
              <a:xfrm>
                <a:off x="9458829" y="5163013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5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38" name="Freeform: Shape 13537">
                <a:extLst>
                  <a:ext uri="{FF2B5EF4-FFF2-40B4-BE49-F238E27FC236}">
                    <a16:creationId xmlns:a16="http://schemas.microsoft.com/office/drawing/2014/main" id="{B09EEE08-760F-6D14-6206-0349430ED7E0}"/>
                  </a:ext>
                </a:extLst>
              </p:cNvPr>
              <p:cNvSpPr/>
              <p:nvPr/>
            </p:nvSpPr>
            <p:spPr>
              <a:xfrm>
                <a:off x="9460162" y="5165411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1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6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39" name="Freeform: Shape 13538">
                <a:extLst>
                  <a:ext uri="{FF2B5EF4-FFF2-40B4-BE49-F238E27FC236}">
                    <a16:creationId xmlns:a16="http://schemas.microsoft.com/office/drawing/2014/main" id="{E3D950E8-5159-E20C-55AC-B7C713844352}"/>
                  </a:ext>
                </a:extLst>
              </p:cNvPr>
              <p:cNvSpPr/>
              <p:nvPr/>
            </p:nvSpPr>
            <p:spPr>
              <a:xfrm>
                <a:off x="9473648" y="5170403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0 w 6343"/>
                  <a:gd name="connsiteY5" fmla="*/ 1063 h 6345"/>
                  <a:gd name="connsiteX6" fmla="*/ 242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0" y="1063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40" name="Freeform: Shape 13539">
                <a:extLst>
                  <a:ext uri="{FF2B5EF4-FFF2-40B4-BE49-F238E27FC236}">
                    <a16:creationId xmlns:a16="http://schemas.microsoft.com/office/drawing/2014/main" id="{9A06A947-4498-A283-DA6C-06981D1CF658}"/>
                  </a:ext>
                </a:extLst>
              </p:cNvPr>
              <p:cNvSpPr/>
              <p:nvPr/>
            </p:nvSpPr>
            <p:spPr>
              <a:xfrm>
                <a:off x="9531311" y="5013299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0 w 6343"/>
                  <a:gd name="connsiteY1" fmla="*/ 5537 h 6345"/>
                  <a:gd name="connsiteX2" fmla="*/ 6589 w 6343"/>
                  <a:gd name="connsiteY2" fmla="*/ 3294 h 6345"/>
                  <a:gd name="connsiteX3" fmla="*/ 5660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0" y="5537"/>
                    </a:cubicBezTo>
                    <a:cubicBezTo>
                      <a:pt x="6255" y="4942"/>
                      <a:pt x="6589" y="4135"/>
                      <a:pt x="6589" y="3294"/>
                    </a:cubicBezTo>
                    <a:cubicBezTo>
                      <a:pt x="6589" y="2452"/>
                      <a:pt x="6255" y="1645"/>
                      <a:pt x="5660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0" y="1645"/>
                      <a:pt x="246" y="2452"/>
                      <a:pt x="246" y="3294"/>
                    </a:cubicBezTo>
                    <a:cubicBezTo>
                      <a:pt x="246" y="4135"/>
                      <a:pt x="580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41" name="Freeform: Shape 13540">
                <a:extLst>
                  <a:ext uri="{FF2B5EF4-FFF2-40B4-BE49-F238E27FC236}">
                    <a16:creationId xmlns:a16="http://schemas.microsoft.com/office/drawing/2014/main" id="{E6D852E7-5B68-DE8A-86EF-1F6715ED97E0}"/>
                  </a:ext>
                </a:extLst>
              </p:cNvPr>
              <p:cNvSpPr/>
              <p:nvPr/>
            </p:nvSpPr>
            <p:spPr>
              <a:xfrm>
                <a:off x="9533181" y="5013366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0 w 6343"/>
                  <a:gd name="connsiteY1" fmla="*/ 5537 h 6345"/>
                  <a:gd name="connsiteX2" fmla="*/ 6589 w 6343"/>
                  <a:gd name="connsiteY2" fmla="*/ 3294 h 6345"/>
                  <a:gd name="connsiteX3" fmla="*/ 5660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0" y="5537"/>
                    </a:cubicBezTo>
                    <a:cubicBezTo>
                      <a:pt x="6255" y="4942"/>
                      <a:pt x="6589" y="4135"/>
                      <a:pt x="6589" y="3294"/>
                    </a:cubicBezTo>
                    <a:cubicBezTo>
                      <a:pt x="6589" y="2452"/>
                      <a:pt x="6255" y="1645"/>
                      <a:pt x="5660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0" y="1645"/>
                      <a:pt x="246" y="2452"/>
                      <a:pt x="246" y="3294"/>
                    </a:cubicBezTo>
                    <a:cubicBezTo>
                      <a:pt x="246" y="4135"/>
                      <a:pt x="580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42" name="Freeform: Shape 13541">
                <a:extLst>
                  <a:ext uri="{FF2B5EF4-FFF2-40B4-BE49-F238E27FC236}">
                    <a16:creationId xmlns:a16="http://schemas.microsoft.com/office/drawing/2014/main" id="{A45346E5-B161-15B7-570F-E2F49D44362F}"/>
                  </a:ext>
                </a:extLst>
              </p:cNvPr>
              <p:cNvSpPr/>
              <p:nvPr/>
            </p:nvSpPr>
            <p:spPr>
              <a:xfrm>
                <a:off x="9534938" y="5013799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90" y="4135"/>
                      <a:pt x="6590" y="3294"/>
                    </a:cubicBezTo>
                    <a:cubicBezTo>
                      <a:pt x="6590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6" y="2452"/>
                      <a:pt x="246" y="3294"/>
                    </a:cubicBezTo>
                    <a:cubicBezTo>
                      <a:pt x="246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43" name="Freeform: Shape 13542">
                <a:extLst>
                  <a:ext uri="{FF2B5EF4-FFF2-40B4-BE49-F238E27FC236}">
                    <a16:creationId xmlns:a16="http://schemas.microsoft.com/office/drawing/2014/main" id="{CBBA1B12-DE9E-9668-9D4D-3B91710E9129}"/>
                  </a:ext>
                </a:extLst>
              </p:cNvPr>
              <p:cNvSpPr/>
              <p:nvPr/>
            </p:nvSpPr>
            <p:spPr>
              <a:xfrm>
                <a:off x="9536772" y="5014008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7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5" y="4942"/>
                      <a:pt x="6590" y="4135"/>
                      <a:pt x="6590" y="3294"/>
                    </a:cubicBezTo>
                    <a:cubicBezTo>
                      <a:pt x="6590" y="2452"/>
                      <a:pt x="6255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5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44" name="Freeform: Shape 13543">
                <a:extLst>
                  <a:ext uri="{FF2B5EF4-FFF2-40B4-BE49-F238E27FC236}">
                    <a16:creationId xmlns:a16="http://schemas.microsoft.com/office/drawing/2014/main" id="{AF429616-60B9-70F3-0C5A-BE8CD8AE40C0}"/>
                  </a:ext>
                </a:extLst>
              </p:cNvPr>
              <p:cNvSpPr/>
              <p:nvPr/>
            </p:nvSpPr>
            <p:spPr>
              <a:xfrm>
                <a:off x="9538527" y="5014463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45" name="Freeform: Shape 13544">
                <a:extLst>
                  <a:ext uri="{FF2B5EF4-FFF2-40B4-BE49-F238E27FC236}">
                    <a16:creationId xmlns:a16="http://schemas.microsoft.com/office/drawing/2014/main" id="{546B433F-604A-486F-47C2-873F44955C0B}"/>
                  </a:ext>
                </a:extLst>
              </p:cNvPr>
              <p:cNvSpPr/>
              <p:nvPr/>
            </p:nvSpPr>
            <p:spPr>
              <a:xfrm>
                <a:off x="9540200" y="5015163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59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0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46" name="Freeform: Shape 13545">
                <a:extLst>
                  <a:ext uri="{FF2B5EF4-FFF2-40B4-BE49-F238E27FC236}">
                    <a16:creationId xmlns:a16="http://schemas.microsoft.com/office/drawing/2014/main" id="{8324F4E0-F4E3-7232-A550-1D6D921451FC}"/>
                  </a:ext>
                </a:extLst>
              </p:cNvPr>
              <p:cNvSpPr/>
              <p:nvPr/>
            </p:nvSpPr>
            <p:spPr>
              <a:xfrm>
                <a:off x="9541765" y="5016165"/>
                <a:ext cx="6343" cy="6345"/>
              </a:xfrm>
              <a:custGeom>
                <a:avLst/>
                <a:gdLst>
                  <a:gd name="connsiteX0" fmla="*/ 3418 w 6343"/>
                  <a:gd name="connsiteY0" fmla="*/ 6466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0 h 6345"/>
                  <a:gd name="connsiteX4" fmla="*/ 3418 w 6343"/>
                  <a:gd name="connsiteY4" fmla="*/ 121 h 6345"/>
                  <a:gd name="connsiteX5" fmla="*/ 1176 w 6343"/>
                  <a:gd name="connsiteY5" fmla="*/ 1050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6"/>
                    </a:moveTo>
                    <a:cubicBezTo>
                      <a:pt x="4260" y="6466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2"/>
                      <a:pt x="6256" y="1645"/>
                      <a:pt x="5661" y="1050"/>
                    </a:cubicBezTo>
                    <a:cubicBezTo>
                      <a:pt x="5066" y="455"/>
                      <a:pt x="4260" y="121"/>
                      <a:pt x="3418" y="121"/>
                    </a:cubicBezTo>
                    <a:cubicBezTo>
                      <a:pt x="2577" y="121"/>
                      <a:pt x="1771" y="455"/>
                      <a:pt x="1176" y="1050"/>
                    </a:cubicBezTo>
                    <a:cubicBezTo>
                      <a:pt x="581" y="1645"/>
                      <a:pt x="247" y="2452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6"/>
                      <a:pt x="341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47" name="Freeform: Shape 13546">
                <a:extLst>
                  <a:ext uri="{FF2B5EF4-FFF2-40B4-BE49-F238E27FC236}">
                    <a16:creationId xmlns:a16="http://schemas.microsoft.com/office/drawing/2014/main" id="{E4C0D9D8-B17C-A75E-CE54-41F3E937B4D1}"/>
                  </a:ext>
                </a:extLst>
              </p:cNvPr>
              <p:cNvSpPr/>
              <p:nvPr/>
            </p:nvSpPr>
            <p:spPr>
              <a:xfrm>
                <a:off x="9542696" y="5018923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1 w 6343"/>
                  <a:gd name="connsiteY1" fmla="*/ 5537 h 6345"/>
                  <a:gd name="connsiteX2" fmla="*/ 6590 w 6343"/>
                  <a:gd name="connsiteY2" fmla="*/ 3294 h 6345"/>
                  <a:gd name="connsiteX3" fmla="*/ 5661 w 6343"/>
                  <a:gd name="connsiteY3" fmla="*/ 1051 h 6345"/>
                  <a:gd name="connsiteX4" fmla="*/ 3419 w 6343"/>
                  <a:gd name="connsiteY4" fmla="*/ 121 h 6345"/>
                  <a:gd name="connsiteX5" fmla="*/ 1176 w 6343"/>
                  <a:gd name="connsiteY5" fmla="*/ 1051 h 6345"/>
                  <a:gd name="connsiteX6" fmla="*/ 247 w 6343"/>
                  <a:gd name="connsiteY6" fmla="*/ 3294 h 6345"/>
                  <a:gd name="connsiteX7" fmla="*/ 1176 w 6343"/>
                  <a:gd name="connsiteY7" fmla="*/ 5537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6" y="6132"/>
                      <a:pt x="5661" y="5537"/>
                    </a:cubicBezTo>
                    <a:cubicBezTo>
                      <a:pt x="6256" y="4942"/>
                      <a:pt x="6590" y="4135"/>
                      <a:pt x="6590" y="3294"/>
                    </a:cubicBezTo>
                    <a:cubicBezTo>
                      <a:pt x="6590" y="2453"/>
                      <a:pt x="6256" y="1646"/>
                      <a:pt x="5661" y="1051"/>
                    </a:cubicBezTo>
                    <a:cubicBezTo>
                      <a:pt x="5066" y="456"/>
                      <a:pt x="4260" y="121"/>
                      <a:pt x="3419" y="121"/>
                    </a:cubicBezTo>
                    <a:cubicBezTo>
                      <a:pt x="2577" y="121"/>
                      <a:pt x="1771" y="456"/>
                      <a:pt x="1176" y="1051"/>
                    </a:cubicBezTo>
                    <a:cubicBezTo>
                      <a:pt x="581" y="1646"/>
                      <a:pt x="247" y="2453"/>
                      <a:pt x="247" y="3294"/>
                    </a:cubicBezTo>
                    <a:cubicBezTo>
                      <a:pt x="247" y="4135"/>
                      <a:pt x="581" y="4942"/>
                      <a:pt x="1176" y="5537"/>
                    </a:cubicBezTo>
                    <a:cubicBezTo>
                      <a:pt x="1771" y="6132"/>
                      <a:pt x="2577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48" name="Freeform: Shape 13547">
                <a:extLst>
                  <a:ext uri="{FF2B5EF4-FFF2-40B4-BE49-F238E27FC236}">
                    <a16:creationId xmlns:a16="http://schemas.microsoft.com/office/drawing/2014/main" id="{AF70C2FB-E076-8355-164D-4F2E604F502C}"/>
                  </a:ext>
                </a:extLst>
              </p:cNvPr>
              <p:cNvSpPr/>
              <p:nvPr/>
            </p:nvSpPr>
            <p:spPr>
              <a:xfrm>
                <a:off x="9542135" y="5025692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1 w 6343"/>
                  <a:gd name="connsiteY1" fmla="*/ 5538 h 6345"/>
                  <a:gd name="connsiteX2" fmla="*/ 6590 w 6343"/>
                  <a:gd name="connsiteY2" fmla="*/ 3295 h 6345"/>
                  <a:gd name="connsiteX3" fmla="*/ 5661 w 6343"/>
                  <a:gd name="connsiteY3" fmla="*/ 1051 h 6345"/>
                  <a:gd name="connsiteX4" fmla="*/ 3419 w 6343"/>
                  <a:gd name="connsiteY4" fmla="*/ 122 h 6345"/>
                  <a:gd name="connsiteX5" fmla="*/ 1176 w 6343"/>
                  <a:gd name="connsiteY5" fmla="*/ 1051 h 6345"/>
                  <a:gd name="connsiteX6" fmla="*/ 247 w 6343"/>
                  <a:gd name="connsiteY6" fmla="*/ 3295 h 6345"/>
                  <a:gd name="connsiteX7" fmla="*/ 1176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6" y="6133"/>
                      <a:pt x="5661" y="5538"/>
                    </a:cubicBezTo>
                    <a:cubicBezTo>
                      <a:pt x="6256" y="4943"/>
                      <a:pt x="6590" y="4136"/>
                      <a:pt x="6590" y="3295"/>
                    </a:cubicBezTo>
                    <a:cubicBezTo>
                      <a:pt x="6590" y="2453"/>
                      <a:pt x="6256" y="1646"/>
                      <a:pt x="5661" y="1051"/>
                    </a:cubicBezTo>
                    <a:cubicBezTo>
                      <a:pt x="5066" y="456"/>
                      <a:pt x="4260" y="122"/>
                      <a:pt x="3419" y="122"/>
                    </a:cubicBezTo>
                    <a:cubicBezTo>
                      <a:pt x="2577" y="122"/>
                      <a:pt x="1771" y="456"/>
                      <a:pt x="1176" y="1051"/>
                    </a:cubicBezTo>
                    <a:cubicBezTo>
                      <a:pt x="581" y="1646"/>
                      <a:pt x="247" y="2453"/>
                      <a:pt x="247" y="3295"/>
                    </a:cubicBezTo>
                    <a:cubicBezTo>
                      <a:pt x="247" y="4136"/>
                      <a:pt x="581" y="4943"/>
                      <a:pt x="1176" y="5538"/>
                    </a:cubicBezTo>
                    <a:cubicBezTo>
                      <a:pt x="1771" y="6133"/>
                      <a:pt x="2577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49" name="Freeform: Shape 13548">
                <a:extLst>
                  <a:ext uri="{FF2B5EF4-FFF2-40B4-BE49-F238E27FC236}">
                    <a16:creationId xmlns:a16="http://schemas.microsoft.com/office/drawing/2014/main" id="{7D734CE9-4BC4-D59B-C28E-929BA5A5D490}"/>
                  </a:ext>
                </a:extLst>
              </p:cNvPr>
              <p:cNvSpPr/>
              <p:nvPr/>
            </p:nvSpPr>
            <p:spPr>
              <a:xfrm>
                <a:off x="9542896" y="5028675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1 w 6343"/>
                  <a:gd name="connsiteY1" fmla="*/ 5538 h 6345"/>
                  <a:gd name="connsiteX2" fmla="*/ 6590 w 6343"/>
                  <a:gd name="connsiteY2" fmla="*/ 3295 h 6345"/>
                  <a:gd name="connsiteX3" fmla="*/ 5661 w 6343"/>
                  <a:gd name="connsiteY3" fmla="*/ 1051 h 6345"/>
                  <a:gd name="connsiteX4" fmla="*/ 3419 w 6343"/>
                  <a:gd name="connsiteY4" fmla="*/ 122 h 6345"/>
                  <a:gd name="connsiteX5" fmla="*/ 1176 w 6343"/>
                  <a:gd name="connsiteY5" fmla="*/ 1051 h 6345"/>
                  <a:gd name="connsiteX6" fmla="*/ 247 w 6343"/>
                  <a:gd name="connsiteY6" fmla="*/ 3295 h 6345"/>
                  <a:gd name="connsiteX7" fmla="*/ 1176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6" y="6133"/>
                      <a:pt x="5661" y="5538"/>
                    </a:cubicBezTo>
                    <a:cubicBezTo>
                      <a:pt x="6256" y="4943"/>
                      <a:pt x="6590" y="4136"/>
                      <a:pt x="6590" y="3295"/>
                    </a:cubicBezTo>
                    <a:cubicBezTo>
                      <a:pt x="6590" y="2453"/>
                      <a:pt x="6256" y="1646"/>
                      <a:pt x="5661" y="1051"/>
                    </a:cubicBezTo>
                    <a:cubicBezTo>
                      <a:pt x="5066" y="456"/>
                      <a:pt x="4260" y="122"/>
                      <a:pt x="3419" y="122"/>
                    </a:cubicBezTo>
                    <a:cubicBezTo>
                      <a:pt x="2577" y="122"/>
                      <a:pt x="1771" y="456"/>
                      <a:pt x="1176" y="1051"/>
                    </a:cubicBezTo>
                    <a:cubicBezTo>
                      <a:pt x="581" y="1646"/>
                      <a:pt x="247" y="2453"/>
                      <a:pt x="247" y="3295"/>
                    </a:cubicBezTo>
                    <a:cubicBezTo>
                      <a:pt x="247" y="4136"/>
                      <a:pt x="581" y="4943"/>
                      <a:pt x="1176" y="5538"/>
                    </a:cubicBezTo>
                    <a:cubicBezTo>
                      <a:pt x="1771" y="6133"/>
                      <a:pt x="2577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50" name="Freeform: Shape 13549">
                <a:extLst>
                  <a:ext uri="{FF2B5EF4-FFF2-40B4-BE49-F238E27FC236}">
                    <a16:creationId xmlns:a16="http://schemas.microsoft.com/office/drawing/2014/main" id="{32D81D68-570D-D86F-3BE6-62D9D14DB79C}"/>
                  </a:ext>
                </a:extLst>
              </p:cNvPr>
              <p:cNvSpPr/>
              <p:nvPr/>
            </p:nvSpPr>
            <p:spPr>
              <a:xfrm>
                <a:off x="9543010" y="5033276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1 w 6343"/>
                  <a:gd name="connsiteY1" fmla="*/ 5539 h 6345"/>
                  <a:gd name="connsiteX2" fmla="*/ 6590 w 6343"/>
                  <a:gd name="connsiteY2" fmla="*/ 3295 h 6345"/>
                  <a:gd name="connsiteX3" fmla="*/ 5661 w 6343"/>
                  <a:gd name="connsiteY3" fmla="*/ 1052 h 6345"/>
                  <a:gd name="connsiteX4" fmla="*/ 3419 w 6343"/>
                  <a:gd name="connsiteY4" fmla="*/ 122 h 6345"/>
                  <a:gd name="connsiteX5" fmla="*/ 1176 w 6343"/>
                  <a:gd name="connsiteY5" fmla="*/ 1052 h 6345"/>
                  <a:gd name="connsiteX6" fmla="*/ 247 w 6343"/>
                  <a:gd name="connsiteY6" fmla="*/ 3295 h 6345"/>
                  <a:gd name="connsiteX7" fmla="*/ 1176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6" y="6134"/>
                      <a:pt x="5661" y="5539"/>
                    </a:cubicBezTo>
                    <a:cubicBezTo>
                      <a:pt x="6256" y="4944"/>
                      <a:pt x="6590" y="4137"/>
                      <a:pt x="6590" y="3295"/>
                    </a:cubicBezTo>
                    <a:cubicBezTo>
                      <a:pt x="6590" y="2454"/>
                      <a:pt x="6256" y="1647"/>
                      <a:pt x="5661" y="1052"/>
                    </a:cubicBezTo>
                    <a:cubicBezTo>
                      <a:pt x="5066" y="457"/>
                      <a:pt x="4260" y="122"/>
                      <a:pt x="3419" y="122"/>
                    </a:cubicBezTo>
                    <a:cubicBezTo>
                      <a:pt x="2577" y="122"/>
                      <a:pt x="1771" y="457"/>
                      <a:pt x="1176" y="1052"/>
                    </a:cubicBezTo>
                    <a:cubicBezTo>
                      <a:pt x="581" y="1647"/>
                      <a:pt x="247" y="2454"/>
                      <a:pt x="247" y="3295"/>
                    </a:cubicBezTo>
                    <a:cubicBezTo>
                      <a:pt x="247" y="4137"/>
                      <a:pt x="581" y="4944"/>
                      <a:pt x="1176" y="5539"/>
                    </a:cubicBezTo>
                    <a:cubicBezTo>
                      <a:pt x="1771" y="6134"/>
                      <a:pt x="2577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51" name="Freeform: Shape 13550">
                <a:extLst>
                  <a:ext uri="{FF2B5EF4-FFF2-40B4-BE49-F238E27FC236}">
                    <a16:creationId xmlns:a16="http://schemas.microsoft.com/office/drawing/2014/main" id="{41490883-B932-A147-8F8B-8ABE3124B066}"/>
                  </a:ext>
                </a:extLst>
              </p:cNvPr>
              <p:cNvSpPr/>
              <p:nvPr/>
            </p:nvSpPr>
            <p:spPr>
              <a:xfrm>
                <a:off x="9543472" y="5036830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1 w 6343"/>
                  <a:gd name="connsiteY1" fmla="*/ 5539 h 6345"/>
                  <a:gd name="connsiteX2" fmla="*/ 6590 w 6343"/>
                  <a:gd name="connsiteY2" fmla="*/ 3295 h 6345"/>
                  <a:gd name="connsiteX3" fmla="*/ 5661 w 6343"/>
                  <a:gd name="connsiteY3" fmla="*/ 1052 h 6345"/>
                  <a:gd name="connsiteX4" fmla="*/ 3419 w 6343"/>
                  <a:gd name="connsiteY4" fmla="*/ 123 h 6345"/>
                  <a:gd name="connsiteX5" fmla="*/ 1176 w 6343"/>
                  <a:gd name="connsiteY5" fmla="*/ 1052 h 6345"/>
                  <a:gd name="connsiteX6" fmla="*/ 247 w 6343"/>
                  <a:gd name="connsiteY6" fmla="*/ 3295 h 6345"/>
                  <a:gd name="connsiteX7" fmla="*/ 1176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4"/>
                      <a:pt x="5661" y="5539"/>
                    </a:cubicBezTo>
                    <a:cubicBezTo>
                      <a:pt x="6256" y="4944"/>
                      <a:pt x="6590" y="4137"/>
                      <a:pt x="6590" y="3295"/>
                    </a:cubicBezTo>
                    <a:cubicBezTo>
                      <a:pt x="6590" y="2454"/>
                      <a:pt x="6256" y="1647"/>
                      <a:pt x="5661" y="1052"/>
                    </a:cubicBezTo>
                    <a:cubicBezTo>
                      <a:pt x="5067" y="457"/>
                      <a:pt x="4260" y="123"/>
                      <a:pt x="3419" y="123"/>
                    </a:cubicBezTo>
                    <a:cubicBezTo>
                      <a:pt x="2578" y="123"/>
                      <a:pt x="1771" y="457"/>
                      <a:pt x="1176" y="1052"/>
                    </a:cubicBezTo>
                    <a:cubicBezTo>
                      <a:pt x="581" y="1647"/>
                      <a:pt x="247" y="2454"/>
                      <a:pt x="247" y="3295"/>
                    </a:cubicBezTo>
                    <a:cubicBezTo>
                      <a:pt x="247" y="4137"/>
                      <a:pt x="581" y="4944"/>
                      <a:pt x="1176" y="5539"/>
                    </a:cubicBezTo>
                    <a:cubicBezTo>
                      <a:pt x="1771" y="6134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52" name="Freeform: Shape 13551">
                <a:extLst>
                  <a:ext uri="{FF2B5EF4-FFF2-40B4-BE49-F238E27FC236}">
                    <a16:creationId xmlns:a16="http://schemas.microsoft.com/office/drawing/2014/main" id="{01EB30DA-6F7B-559A-A07C-6241769E2577}"/>
                  </a:ext>
                </a:extLst>
              </p:cNvPr>
              <p:cNvSpPr/>
              <p:nvPr/>
            </p:nvSpPr>
            <p:spPr>
              <a:xfrm>
                <a:off x="9543578" y="5041186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1 w 6343"/>
                  <a:gd name="connsiteY1" fmla="*/ 5539 h 6345"/>
                  <a:gd name="connsiteX2" fmla="*/ 6590 w 6343"/>
                  <a:gd name="connsiteY2" fmla="*/ 3296 h 6345"/>
                  <a:gd name="connsiteX3" fmla="*/ 5661 w 6343"/>
                  <a:gd name="connsiteY3" fmla="*/ 1052 h 6345"/>
                  <a:gd name="connsiteX4" fmla="*/ 3419 w 6343"/>
                  <a:gd name="connsiteY4" fmla="*/ 123 h 6345"/>
                  <a:gd name="connsiteX5" fmla="*/ 1176 w 6343"/>
                  <a:gd name="connsiteY5" fmla="*/ 1052 h 6345"/>
                  <a:gd name="connsiteX6" fmla="*/ 247 w 6343"/>
                  <a:gd name="connsiteY6" fmla="*/ 3296 h 6345"/>
                  <a:gd name="connsiteX7" fmla="*/ 1176 w 6343"/>
                  <a:gd name="connsiteY7" fmla="*/ 5539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4"/>
                      <a:pt x="5661" y="5539"/>
                    </a:cubicBezTo>
                    <a:cubicBezTo>
                      <a:pt x="6256" y="4944"/>
                      <a:pt x="6590" y="4137"/>
                      <a:pt x="6590" y="3296"/>
                    </a:cubicBezTo>
                    <a:cubicBezTo>
                      <a:pt x="6590" y="2454"/>
                      <a:pt x="6256" y="1647"/>
                      <a:pt x="5661" y="1052"/>
                    </a:cubicBezTo>
                    <a:cubicBezTo>
                      <a:pt x="5067" y="457"/>
                      <a:pt x="4260" y="123"/>
                      <a:pt x="3419" y="123"/>
                    </a:cubicBezTo>
                    <a:cubicBezTo>
                      <a:pt x="2578" y="123"/>
                      <a:pt x="1771" y="457"/>
                      <a:pt x="1176" y="1052"/>
                    </a:cubicBezTo>
                    <a:cubicBezTo>
                      <a:pt x="581" y="1647"/>
                      <a:pt x="247" y="2454"/>
                      <a:pt x="247" y="3296"/>
                    </a:cubicBezTo>
                    <a:cubicBezTo>
                      <a:pt x="247" y="4137"/>
                      <a:pt x="581" y="4944"/>
                      <a:pt x="1176" y="5539"/>
                    </a:cubicBezTo>
                    <a:cubicBezTo>
                      <a:pt x="1771" y="6134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53" name="Freeform: Shape 13552">
                <a:extLst>
                  <a:ext uri="{FF2B5EF4-FFF2-40B4-BE49-F238E27FC236}">
                    <a16:creationId xmlns:a16="http://schemas.microsoft.com/office/drawing/2014/main" id="{79FAB037-8C2B-2BDC-B202-631D66B787B4}"/>
                  </a:ext>
                </a:extLst>
              </p:cNvPr>
              <p:cNvSpPr/>
              <p:nvPr/>
            </p:nvSpPr>
            <p:spPr>
              <a:xfrm>
                <a:off x="9543910" y="5044844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1 w 6343"/>
                  <a:gd name="connsiteY1" fmla="*/ 5539 h 6345"/>
                  <a:gd name="connsiteX2" fmla="*/ 6590 w 6343"/>
                  <a:gd name="connsiteY2" fmla="*/ 3296 h 6345"/>
                  <a:gd name="connsiteX3" fmla="*/ 5661 w 6343"/>
                  <a:gd name="connsiteY3" fmla="*/ 1053 h 6345"/>
                  <a:gd name="connsiteX4" fmla="*/ 3419 w 6343"/>
                  <a:gd name="connsiteY4" fmla="*/ 123 h 6345"/>
                  <a:gd name="connsiteX5" fmla="*/ 1176 w 6343"/>
                  <a:gd name="connsiteY5" fmla="*/ 1053 h 6345"/>
                  <a:gd name="connsiteX6" fmla="*/ 247 w 6343"/>
                  <a:gd name="connsiteY6" fmla="*/ 3296 h 6345"/>
                  <a:gd name="connsiteX7" fmla="*/ 1176 w 6343"/>
                  <a:gd name="connsiteY7" fmla="*/ 5539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7" y="6134"/>
                      <a:pt x="5661" y="5539"/>
                    </a:cubicBezTo>
                    <a:cubicBezTo>
                      <a:pt x="6256" y="4945"/>
                      <a:pt x="6590" y="4137"/>
                      <a:pt x="6590" y="3296"/>
                    </a:cubicBezTo>
                    <a:cubicBezTo>
                      <a:pt x="6590" y="2455"/>
                      <a:pt x="6256" y="1648"/>
                      <a:pt x="5661" y="1053"/>
                    </a:cubicBezTo>
                    <a:cubicBezTo>
                      <a:pt x="5067" y="458"/>
                      <a:pt x="4260" y="123"/>
                      <a:pt x="3419" y="123"/>
                    </a:cubicBezTo>
                    <a:cubicBezTo>
                      <a:pt x="2578" y="123"/>
                      <a:pt x="1771" y="458"/>
                      <a:pt x="1176" y="1053"/>
                    </a:cubicBezTo>
                    <a:cubicBezTo>
                      <a:pt x="581" y="1648"/>
                      <a:pt x="247" y="2455"/>
                      <a:pt x="247" y="3296"/>
                    </a:cubicBezTo>
                    <a:cubicBezTo>
                      <a:pt x="247" y="4137"/>
                      <a:pt x="581" y="4945"/>
                      <a:pt x="1176" y="5539"/>
                    </a:cubicBezTo>
                    <a:cubicBezTo>
                      <a:pt x="1771" y="6134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54" name="Freeform: Shape 13553">
                <a:extLst>
                  <a:ext uri="{FF2B5EF4-FFF2-40B4-BE49-F238E27FC236}">
                    <a16:creationId xmlns:a16="http://schemas.microsoft.com/office/drawing/2014/main" id="{78CD0360-0A03-B027-941A-20EEB7D61395}"/>
                  </a:ext>
                </a:extLst>
              </p:cNvPr>
              <p:cNvSpPr/>
              <p:nvPr/>
            </p:nvSpPr>
            <p:spPr>
              <a:xfrm>
                <a:off x="9544060" y="5048840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1 w 6343"/>
                  <a:gd name="connsiteY1" fmla="*/ 5540 h 6345"/>
                  <a:gd name="connsiteX2" fmla="*/ 6590 w 6343"/>
                  <a:gd name="connsiteY2" fmla="*/ 3296 h 6345"/>
                  <a:gd name="connsiteX3" fmla="*/ 5661 w 6343"/>
                  <a:gd name="connsiteY3" fmla="*/ 1053 h 6345"/>
                  <a:gd name="connsiteX4" fmla="*/ 3419 w 6343"/>
                  <a:gd name="connsiteY4" fmla="*/ 124 h 6345"/>
                  <a:gd name="connsiteX5" fmla="*/ 1176 w 6343"/>
                  <a:gd name="connsiteY5" fmla="*/ 1053 h 6345"/>
                  <a:gd name="connsiteX6" fmla="*/ 247 w 6343"/>
                  <a:gd name="connsiteY6" fmla="*/ 3296 h 6345"/>
                  <a:gd name="connsiteX7" fmla="*/ 1176 w 6343"/>
                  <a:gd name="connsiteY7" fmla="*/ 5540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7" y="6135"/>
                      <a:pt x="5661" y="5540"/>
                    </a:cubicBezTo>
                    <a:cubicBezTo>
                      <a:pt x="6256" y="4945"/>
                      <a:pt x="6590" y="4138"/>
                      <a:pt x="6590" y="3296"/>
                    </a:cubicBezTo>
                    <a:cubicBezTo>
                      <a:pt x="6590" y="2455"/>
                      <a:pt x="6256" y="1648"/>
                      <a:pt x="5661" y="1053"/>
                    </a:cubicBezTo>
                    <a:cubicBezTo>
                      <a:pt x="5067" y="458"/>
                      <a:pt x="4260" y="124"/>
                      <a:pt x="3419" y="124"/>
                    </a:cubicBezTo>
                    <a:cubicBezTo>
                      <a:pt x="2578" y="124"/>
                      <a:pt x="1771" y="458"/>
                      <a:pt x="1176" y="1053"/>
                    </a:cubicBezTo>
                    <a:cubicBezTo>
                      <a:pt x="581" y="1648"/>
                      <a:pt x="247" y="2455"/>
                      <a:pt x="247" y="3296"/>
                    </a:cubicBezTo>
                    <a:cubicBezTo>
                      <a:pt x="247" y="4138"/>
                      <a:pt x="581" y="4945"/>
                      <a:pt x="1176" y="5540"/>
                    </a:cubicBezTo>
                    <a:cubicBezTo>
                      <a:pt x="1771" y="6135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55" name="Freeform: Shape 13554">
                <a:extLst>
                  <a:ext uri="{FF2B5EF4-FFF2-40B4-BE49-F238E27FC236}">
                    <a16:creationId xmlns:a16="http://schemas.microsoft.com/office/drawing/2014/main" id="{6B4FC877-C4E7-8298-C4DD-21A621CCE271}"/>
                  </a:ext>
                </a:extLst>
              </p:cNvPr>
              <p:cNvSpPr/>
              <p:nvPr/>
            </p:nvSpPr>
            <p:spPr>
              <a:xfrm>
                <a:off x="9544521" y="5051971"/>
                <a:ext cx="6343" cy="6345"/>
              </a:xfrm>
              <a:custGeom>
                <a:avLst/>
                <a:gdLst>
                  <a:gd name="connsiteX0" fmla="*/ 3419 w 6343"/>
                  <a:gd name="connsiteY0" fmla="*/ 6469 h 6345"/>
                  <a:gd name="connsiteX1" fmla="*/ 5661 w 6343"/>
                  <a:gd name="connsiteY1" fmla="*/ 5540 h 6345"/>
                  <a:gd name="connsiteX2" fmla="*/ 6590 w 6343"/>
                  <a:gd name="connsiteY2" fmla="*/ 3297 h 6345"/>
                  <a:gd name="connsiteX3" fmla="*/ 5661 w 6343"/>
                  <a:gd name="connsiteY3" fmla="*/ 1053 h 6345"/>
                  <a:gd name="connsiteX4" fmla="*/ 3419 w 6343"/>
                  <a:gd name="connsiteY4" fmla="*/ 124 h 6345"/>
                  <a:gd name="connsiteX5" fmla="*/ 1176 w 6343"/>
                  <a:gd name="connsiteY5" fmla="*/ 1053 h 6345"/>
                  <a:gd name="connsiteX6" fmla="*/ 247 w 6343"/>
                  <a:gd name="connsiteY6" fmla="*/ 3297 h 6345"/>
                  <a:gd name="connsiteX7" fmla="*/ 1176 w 6343"/>
                  <a:gd name="connsiteY7" fmla="*/ 5540 h 6345"/>
                  <a:gd name="connsiteX8" fmla="*/ 3419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9"/>
                    </a:moveTo>
                    <a:cubicBezTo>
                      <a:pt x="4260" y="6469"/>
                      <a:pt x="5067" y="6135"/>
                      <a:pt x="5661" y="5540"/>
                    </a:cubicBezTo>
                    <a:cubicBezTo>
                      <a:pt x="6256" y="4945"/>
                      <a:pt x="6590" y="4138"/>
                      <a:pt x="6590" y="3297"/>
                    </a:cubicBezTo>
                    <a:cubicBezTo>
                      <a:pt x="6590" y="2455"/>
                      <a:pt x="6256" y="1648"/>
                      <a:pt x="5661" y="1053"/>
                    </a:cubicBezTo>
                    <a:cubicBezTo>
                      <a:pt x="5067" y="458"/>
                      <a:pt x="4260" y="124"/>
                      <a:pt x="3419" y="124"/>
                    </a:cubicBezTo>
                    <a:cubicBezTo>
                      <a:pt x="2578" y="124"/>
                      <a:pt x="1771" y="458"/>
                      <a:pt x="1176" y="1053"/>
                    </a:cubicBezTo>
                    <a:cubicBezTo>
                      <a:pt x="581" y="1648"/>
                      <a:pt x="247" y="2455"/>
                      <a:pt x="247" y="3297"/>
                    </a:cubicBezTo>
                    <a:cubicBezTo>
                      <a:pt x="247" y="4138"/>
                      <a:pt x="581" y="4945"/>
                      <a:pt x="1176" y="5540"/>
                    </a:cubicBezTo>
                    <a:cubicBezTo>
                      <a:pt x="1771" y="6135"/>
                      <a:pt x="2578" y="6469"/>
                      <a:pt x="3419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56" name="Freeform: Shape 13555">
                <a:extLst>
                  <a:ext uri="{FF2B5EF4-FFF2-40B4-BE49-F238E27FC236}">
                    <a16:creationId xmlns:a16="http://schemas.microsoft.com/office/drawing/2014/main" id="{0F26BDDC-B68C-B24D-FA40-E9105D1614E7}"/>
                  </a:ext>
                </a:extLst>
              </p:cNvPr>
              <p:cNvSpPr/>
              <p:nvPr/>
            </p:nvSpPr>
            <p:spPr>
              <a:xfrm>
                <a:off x="9522033" y="5118580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5 h 6345"/>
                  <a:gd name="connsiteX2" fmla="*/ 6588 w 6343"/>
                  <a:gd name="connsiteY2" fmla="*/ 3302 h 6345"/>
                  <a:gd name="connsiteX3" fmla="*/ 5660 w 6343"/>
                  <a:gd name="connsiteY3" fmla="*/ 1058 h 6345"/>
                  <a:gd name="connsiteX4" fmla="*/ 3417 w 6343"/>
                  <a:gd name="connsiteY4" fmla="*/ 129 h 6345"/>
                  <a:gd name="connsiteX5" fmla="*/ 1174 w 6343"/>
                  <a:gd name="connsiteY5" fmla="*/ 1058 h 6345"/>
                  <a:gd name="connsiteX6" fmla="*/ 245 w 6343"/>
                  <a:gd name="connsiteY6" fmla="*/ 3302 h 6345"/>
                  <a:gd name="connsiteX7" fmla="*/ 1174 w 6343"/>
                  <a:gd name="connsiteY7" fmla="*/ 5545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8" y="6475"/>
                      <a:pt x="5065" y="6140"/>
                      <a:pt x="5660" y="5545"/>
                    </a:cubicBezTo>
                    <a:cubicBezTo>
                      <a:pt x="6254" y="4950"/>
                      <a:pt x="6588" y="4143"/>
                      <a:pt x="6588" y="3302"/>
                    </a:cubicBezTo>
                    <a:cubicBezTo>
                      <a:pt x="6588" y="2460"/>
                      <a:pt x="6254" y="1653"/>
                      <a:pt x="5660" y="1058"/>
                    </a:cubicBezTo>
                    <a:cubicBezTo>
                      <a:pt x="5065" y="463"/>
                      <a:pt x="4258" y="129"/>
                      <a:pt x="3417" y="129"/>
                    </a:cubicBezTo>
                    <a:cubicBezTo>
                      <a:pt x="2576" y="129"/>
                      <a:pt x="1769" y="463"/>
                      <a:pt x="1174" y="1058"/>
                    </a:cubicBezTo>
                    <a:cubicBezTo>
                      <a:pt x="580" y="1653"/>
                      <a:pt x="245" y="2460"/>
                      <a:pt x="245" y="3302"/>
                    </a:cubicBezTo>
                    <a:cubicBezTo>
                      <a:pt x="245" y="4143"/>
                      <a:pt x="580" y="4950"/>
                      <a:pt x="1174" y="5545"/>
                    </a:cubicBezTo>
                    <a:cubicBezTo>
                      <a:pt x="1769" y="6140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57" name="Freeform: Shape 13556">
                <a:extLst>
                  <a:ext uri="{FF2B5EF4-FFF2-40B4-BE49-F238E27FC236}">
                    <a16:creationId xmlns:a16="http://schemas.microsoft.com/office/drawing/2014/main" id="{D8EEFC7F-C970-D829-008D-45A6F5EE2A53}"/>
                  </a:ext>
                </a:extLst>
              </p:cNvPr>
              <p:cNvSpPr/>
              <p:nvPr/>
            </p:nvSpPr>
            <p:spPr>
              <a:xfrm>
                <a:off x="9522422" y="5120583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5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7 w 6343"/>
                  <a:gd name="connsiteY4" fmla="*/ 129 h 6345"/>
                  <a:gd name="connsiteX5" fmla="*/ 1174 w 6343"/>
                  <a:gd name="connsiteY5" fmla="*/ 1059 h 6345"/>
                  <a:gd name="connsiteX6" fmla="*/ 245 w 6343"/>
                  <a:gd name="connsiteY6" fmla="*/ 3302 h 6345"/>
                  <a:gd name="connsiteX7" fmla="*/ 1174 w 6343"/>
                  <a:gd name="connsiteY7" fmla="*/ 5545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8" y="6475"/>
                      <a:pt x="5065" y="6140"/>
                      <a:pt x="5660" y="5545"/>
                    </a:cubicBezTo>
                    <a:cubicBezTo>
                      <a:pt x="6254" y="4950"/>
                      <a:pt x="6589" y="4143"/>
                      <a:pt x="6589" y="3302"/>
                    </a:cubicBezTo>
                    <a:cubicBezTo>
                      <a:pt x="6589" y="2461"/>
                      <a:pt x="6254" y="1654"/>
                      <a:pt x="5660" y="1059"/>
                    </a:cubicBezTo>
                    <a:cubicBezTo>
                      <a:pt x="5065" y="464"/>
                      <a:pt x="4258" y="129"/>
                      <a:pt x="3417" y="129"/>
                    </a:cubicBezTo>
                    <a:cubicBezTo>
                      <a:pt x="2576" y="129"/>
                      <a:pt x="1769" y="464"/>
                      <a:pt x="1174" y="1059"/>
                    </a:cubicBezTo>
                    <a:cubicBezTo>
                      <a:pt x="580" y="1654"/>
                      <a:pt x="245" y="2461"/>
                      <a:pt x="245" y="3302"/>
                    </a:cubicBezTo>
                    <a:cubicBezTo>
                      <a:pt x="245" y="4143"/>
                      <a:pt x="580" y="4950"/>
                      <a:pt x="1174" y="5545"/>
                    </a:cubicBezTo>
                    <a:cubicBezTo>
                      <a:pt x="1769" y="6140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58" name="Freeform: Shape 13557">
                <a:extLst>
                  <a:ext uri="{FF2B5EF4-FFF2-40B4-BE49-F238E27FC236}">
                    <a16:creationId xmlns:a16="http://schemas.microsoft.com/office/drawing/2014/main" id="{22DC2665-4AF9-2D34-D89E-3A6C4D8844C6}"/>
                  </a:ext>
                </a:extLst>
              </p:cNvPr>
              <p:cNvSpPr/>
              <p:nvPr/>
            </p:nvSpPr>
            <p:spPr>
              <a:xfrm>
                <a:off x="9522840" y="5122471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7 w 6343"/>
                  <a:gd name="connsiteY4" fmla="*/ 129 h 6345"/>
                  <a:gd name="connsiteX5" fmla="*/ 1174 w 6343"/>
                  <a:gd name="connsiteY5" fmla="*/ 1059 h 6345"/>
                  <a:gd name="connsiteX6" fmla="*/ 245 w 6343"/>
                  <a:gd name="connsiteY6" fmla="*/ 3302 h 6345"/>
                  <a:gd name="connsiteX7" fmla="*/ 1174 w 6343"/>
                  <a:gd name="connsiteY7" fmla="*/ 5546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8" y="6475"/>
                      <a:pt x="5065" y="6141"/>
                      <a:pt x="5660" y="5546"/>
                    </a:cubicBezTo>
                    <a:cubicBezTo>
                      <a:pt x="6254" y="4951"/>
                      <a:pt x="6589" y="4144"/>
                      <a:pt x="6589" y="3302"/>
                    </a:cubicBezTo>
                    <a:cubicBezTo>
                      <a:pt x="6589" y="2461"/>
                      <a:pt x="6254" y="1654"/>
                      <a:pt x="5660" y="1059"/>
                    </a:cubicBezTo>
                    <a:cubicBezTo>
                      <a:pt x="5065" y="464"/>
                      <a:pt x="4258" y="129"/>
                      <a:pt x="3417" y="129"/>
                    </a:cubicBezTo>
                    <a:cubicBezTo>
                      <a:pt x="2576" y="129"/>
                      <a:pt x="1769" y="464"/>
                      <a:pt x="1174" y="1059"/>
                    </a:cubicBezTo>
                    <a:cubicBezTo>
                      <a:pt x="580" y="1654"/>
                      <a:pt x="245" y="2461"/>
                      <a:pt x="245" y="3302"/>
                    </a:cubicBezTo>
                    <a:cubicBezTo>
                      <a:pt x="245" y="4144"/>
                      <a:pt x="580" y="4951"/>
                      <a:pt x="1174" y="5546"/>
                    </a:cubicBezTo>
                    <a:cubicBezTo>
                      <a:pt x="1769" y="6141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59" name="Freeform: Shape 13558">
                <a:extLst>
                  <a:ext uri="{FF2B5EF4-FFF2-40B4-BE49-F238E27FC236}">
                    <a16:creationId xmlns:a16="http://schemas.microsoft.com/office/drawing/2014/main" id="{EB0D36E8-92D0-E9C9-3EE6-D04B4A2BE125}"/>
                  </a:ext>
                </a:extLst>
              </p:cNvPr>
              <p:cNvSpPr/>
              <p:nvPr/>
            </p:nvSpPr>
            <p:spPr>
              <a:xfrm>
                <a:off x="9523291" y="5124246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7 w 6343"/>
                  <a:gd name="connsiteY4" fmla="*/ 130 h 6345"/>
                  <a:gd name="connsiteX5" fmla="*/ 1174 w 6343"/>
                  <a:gd name="connsiteY5" fmla="*/ 1059 h 6345"/>
                  <a:gd name="connsiteX6" fmla="*/ 245 w 6343"/>
                  <a:gd name="connsiteY6" fmla="*/ 3302 h 6345"/>
                  <a:gd name="connsiteX7" fmla="*/ 1174 w 6343"/>
                  <a:gd name="connsiteY7" fmla="*/ 5546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8" y="6475"/>
                      <a:pt x="5065" y="6141"/>
                      <a:pt x="5660" y="5546"/>
                    </a:cubicBezTo>
                    <a:cubicBezTo>
                      <a:pt x="6254" y="4951"/>
                      <a:pt x="6589" y="4144"/>
                      <a:pt x="6589" y="3302"/>
                    </a:cubicBezTo>
                    <a:cubicBezTo>
                      <a:pt x="6589" y="2461"/>
                      <a:pt x="6254" y="1654"/>
                      <a:pt x="5660" y="1059"/>
                    </a:cubicBezTo>
                    <a:cubicBezTo>
                      <a:pt x="5065" y="464"/>
                      <a:pt x="4258" y="130"/>
                      <a:pt x="3417" y="130"/>
                    </a:cubicBezTo>
                    <a:cubicBezTo>
                      <a:pt x="2576" y="130"/>
                      <a:pt x="1769" y="464"/>
                      <a:pt x="1174" y="1059"/>
                    </a:cubicBezTo>
                    <a:cubicBezTo>
                      <a:pt x="580" y="1654"/>
                      <a:pt x="245" y="2461"/>
                      <a:pt x="245" y="3302"/>
                    </a:cubicBezTo>
                    <a:cubicBezTo>
                      <a:pt x="245" y="4144"/>
                      <a:pt x="580" y="4951"/>
                      <a:pt x="1174" y="5546"/>
                    </a:cubicBezTo>
                    <a:cubicBezTo>
                      <a:pt x="1769" y="6141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60" name="Freeform: Shape 13559">
                <a:extLst>
                  <a:ext uri="{FF2B5EF4-FFF2-40B4-BE49-F238E27FC236}">
                    <a16:creationId xmlns:a16="http://schemas.microsoft.com/office/drawing/2014/main" id="{628558B0-88E8-F9DC-A45C-E80B1A77535D}"/>
                  </a:ext>
                </a:extLst>
              </p:cNvPr>
              <p:cNvSpPr/>
              <p:nvPr/>
            </p:nvSpPr>
            <p:spPr>
              <a:xfrm>
                <a:off x="9523590" y="5126299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2 h 6345"/>
                  <a:gd name="connsiteX3" fmla="*/ 5660 w 6343"/>
                  <a:gd name="connsiteY3" fmla="*/ 1059 h 6345"/>
                  <a:gd name="connsiteX4" fmla="*/ 3417 w 6343"/>
                  <a:gd name="connsiteY4" fmla="*/ 130 h 6345"/>
                  <a:gd name="connsiteX5" fmla="*/ 1174 w 6343"/>
                  <a:gd name="connsiteY5" fmla="*/ 1059 h 6345"/>
                  <a:gd name="connsiteX6" fmla="*/ 246 w 6343"/>
                  <a:gd name="connsiteY6" fmla="*/ 3302 h 6345"/>
                  <a:gd name="connsiteX7" fmla="*/ 1174 w 6343"/>
                  <a:gd name="connsiteY7" fmla="*/ 5546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8" y="6475"/>
                      <a:pt x="5065" y="6141"/>
                      <a:pt x="5660" y="5546"/>
                    </a:cubicBezTo>
                    <a:cubicBezTo>
                      <a:pt x="6254" y="4951"/>
                      <a:pt x="6589" y="4144"/>
                      <a:pt x="6589" y="3302"/>
                    </a:cubicBezTo>
                    <a:cubicBezTo>
                      <a:pt x="6589" y="2461"/>
                      <a:pt x="6254" y="1654"/>
                      <a:pt x="5660" y="1059"/>
                    </a:cubicBezTo>
                    <a:cubicBezTo>
                      <a:pt x="5065" y="464"/>
                      <a:pt x="4258" y="130"/>
                      <a:pt x="3417" y="130"/>
                    </a:cubicBezTo>
                    <a:cubicBezTo>
                      <a:pt x="2576" y="130"/>
                      <a:pt x="1769" y="464"/>
                      <a:pt x="1174" y="1059"/>
                    </a:cubicBezTo>
                    <a:cubicBezTo>
                      <a:pt x="580" y="1654"/>
                      <a:pt x="246" y="2461"/>
                      <a:pt x="246" y="3302"/>
                    </a:cubicBezTo>
                    <a:cubicBezTo>
                      <a:pt x="246" y="4144"/>
                      <a:pt x="580" y="4951"/>
                      <a:pt x="1174" y="5546"/>
                    </a:cubicBezTo>
                    <a:cubicBezTo>
                      <a:pt x="1769" y="6141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61" name="Freeform: Shape 13560">
                <a:extLst>
                  <a:ext uri="{FF2B5EF4-FFF2-40B4-BE49-F238E27FC236}">
                    <a16:creationId xmlns:a16="http://schemas.microsoft.com/office/drawing/2014/main" id="{4CBFF646-CC3C-0A50-074C-FBEEA9BBADEE}"/>
                  </a:ext>
                </a:extLst>
              </p:cNvPr>
              <p:cNvSpPr/>
              <p:nvPr/>
            </p:nvSpPr>
            <p:spPr>
              <a:xfrm>
                <a:off x="9523787" y="5128517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59 h 6345"/>
                  <a:gd name="connsiteX4" fmla="*/ 3417 w 6343"/>
                  <a:gd name="connsiteY4" fmla="*/ 130 h 6345"/>
                  <a:gd name="connsiteX5" fmla="*/ 1174 w 6343"/>
                  <a:gd name="connsiteY5" fmla="*/ 1059 h 6345"/>
                  <a:gd name="connsiteX6" fmla="*/ 246 w 6343"/>
                  <a:gd name="connsiteY6" fmla="*/ 3303 h 6345"/>
                  <a:gd name="connsiteX7" fmla="*/ 1174 w 6343"/>
                  <a:gd name="connsiteY7" fmla="*/ 5546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8" y="6475"/>
                      <a:pt x="5065" y="6141"/>
                      <a:pt x="5660" y="5546"/>
                    </a:cubicBezTo>
                    <a:cubicBezTo>
                      <a:pt x="6254" y="4951"/>
                      <a:pt x="6589" y="4144"/>
                      <a:pt x="6589" y="3303"/>
                    </a:cubicBezTo>
                    <a:cubicBezTo>
                      <a:pt x="6589" y="2461"/>
                      <a:pt x="6254" y="1654"/>
                      <a:pt x="5660" y="1059"/>
                    </a:cubicBezTo>
                    <a:cubicBezTo>
                      <a:pt x="5065" y="464"/>
                      <a:pt x="4258" y="130"/>
                      <a:pt x="3417" y="130"/>
                    </a:cubicBezTo>
                    <a:cubicBezTo>
                      <a:pt x="2576" y="130"/>
                      <a:pt x="1769" y="464"/>
                      <a:pt x="1174" y="1059"/>
                    </a:cubicBezTo>
                    <a:cubicBezTo>
                      <a:pt x="580" y="1654"/>
                      <a:pt x="246" y="2461"/>
                      <a:pt x="246" y="3303"/>
                    </a:cubicBezTo>
                    <a:cubicBezTo>
                      <a:pt x="246" y="4144"/>
                      <a:pt x="580" y="4951"/>
                      <a:pt x="1174" y="5546"/>
                    </a:cubicBezTo>
                    <a:cubicBezTo>
                      <a:pt x="1769" y="6141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62" name="Freeform: Shape 13561">
                <a:extLst>
                  <a:ext uri="{FF2B5EF4-FFF2-40B4-BE49-F238E27FC236}">
                    <a16:creationId xmlns:a16="http://schemas.microsoft.com/office/drawing/2014/main" id="{351A6009-899A-70F7-85C2-F9843B8EE480}"/>
                  </a:ext>
                </a:extLst>
              </p:cNvPr>
              <p:cNvSpPr/>
              <p:nvPr/>
            </p:nvSpPr>
            <p:spPr>
              <a:xfrm>
                <a:off x="9524393" y="5129842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59 h 6345"/>
                  <a:gd name="connsiteX4" fmla="*/ 3417 w 6343"/>
                  <a:gd name="connsiteY4" fmla="*/ 130 h 6345"/>
                  <a:gd name="connsiteX5" fmla="*/ 1174 w 6343"/>
                  <a:gd name="connsiteY5" fmla="*/ 1059 h 6345"/>
                  <a:gd name="connsiteX6" fmla="*/ 246 w 6343"/>
                  <a:gd name="connsiteY6" fmla="*/ 3303 h 6345"/>
                  <a:gd name="connsiteX7" fmla="*/ 1174 w 6343"/>
                  <a:gd name="connsiteY7" fmla="*/ 5546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8" y="6475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4"/>
                      <a:pt x="4258" y="130"/>
                      <a:pt x="3417" y="130"/>
                    </a:cubicBezTo>
                    <a:cubicBezTo>
                      <a:pt x="2576" y="130"/>
                      <a:pt x="1769" y="464"/>
                      <a:pt x="1174" y="1059"/>
                    </a:cubicBezTo>
                    <a:cubicBezTo>
                      <a:pt x="580" y="1654"/>
                      <a:pt x="246" y="2461"/>
                      <a:pt x="246" y="3303"/>
                    </a:cubicBezTo>
                    <a:cubicBezTo>
                      <a:pt x="246" y="4144"/>
                      <a:pt x="580" y="4951"/>
                      <a:pt x="1174" y="5546"/>
                    </a:cubicBezTo>
                    <a:cubicBezTo>
                      <a:pt x="1769" y="6141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63" name="Freeform: Shape 13562">
                <a:extLst>
                  <a:ext uri="{FF2B5EF4-FFF2-40B4-BE49-F238E27FC236}">
                    <a16:creationId xmlns:a16="http://schemas.microsoft.com/office/drawing/2014/main" id="{7F79A41E-B925-DDF5-0BAF-AF08A1161BE6}"/>
                  </a:ext>
                </a:extLst>
              </p:cNvPr>
              <p:cNvSpPr/>
              <p:nvPr/>
            </p:nvSpPr>
            <p:spPr>
              <a:xfrm>
                <a:off x="9524657" y="5131833"/>
                <a:ext cx="6343" cy="6345"/>
              </a:xfrm>
              <a:custGeom>
                <a:avLst/>
                <a:gdLst>
                  <a:gd name="connsiteX0" fmla="*/ 3417 w 6343"/>
                  <a:gd name="connsiteY0" fmla="*/ 6476 h 6345"/>
                  <a:gd name="connsiteX1" fmla="*/ 5660 w 6343"/>
                  <a:gd name="connsiteY1" fmla="*/ 5546 h 6345"/>
                  <a:gd name="connsiteX2" fmla="*/ 6589 w 6343"/>
                  <a:gd name="connsiteY2" fmla="*/ 3303 h 6345"/>
                  <a:gd name="connsiteX3" fmla="*/ 5660 w 6343"/>
                  <a:gd name="connsiteY3" fmla="*/ 1059 h 6345"/>
                  <a:gd name="connsiteX4" fmla="*/ 3417 w 6343"/>
                  <a:gd name="connsiteY4" fmla="*/ 130 h 6345"/>
                  <a:gd name="connsiteX5" fmla="*/ 1175 w 6343"/>
                  <a:gd name="connsiteY5" fmla="*/ 1059 h 6345"/>
                  <a:gd name="connsiteX6" fmla="*/ 246 w 6343"/>
                  <a:gd name="connsiteY6" fmla="*/ 3303 h 6345"/>
                  <a:gd name="connsiteX7" fmla="*/ 1175 w 6343"/>
                  <a:gd name="connsiteY7" fmla="*/ 5546 h 6345"/>
                  <a:gd name="connsiteX8" fmla="*/ 3417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6"/>
                    </a:moveTo>
                    <a:cubicBezTo>
                      <a:pt x="4258" y="6476"/>
                      <a:pt x="5065" y="6141"/>
                      <a:pt x="5660" y="5546"/>
                    </a:cubicBezTo>
                    <a:cubicBezTo>
                      <a:pt x="6255" y="4951"/>
                      <a:pt x="6589" y="4144"/>
                      <a:pt x="6589" y="3303"/>
                    </a:cubicBezTo>
                    <a:cubicBezTo>
                      <a:pt x="6589" y="2461"/>
                      <a:pt x="6255" y="1654"/>
                      <a:pt x="5660" y="1059"/>
                    </a:cubicBezTo>
                    <a:cubicBezTo>
                      <a:pt x="5065" y="465"/>
                      <a:pt x="4258" y="130"/>
                      <a:pt x="3417" y="130"/>
                    </a:cubicBezTo>
                    <a:cubicBezTo>
                      <a:pt x="2576" y="130"/>
                      <a:pt x="1769" y="465"/>
                      <a:pt x="1175" y="1059"/>
                    </a:cubicBezTo>
                    <a:cubicBezTo>
                      <a:pt x="580" y="1654"/>
                      <a:pt x="246" y="2461"/>
                      <a:pt x="246" y="3303"/>
                    </a:cubicBezTo>
                    <a:cubicBezTo>
                      <a:pt x="246" y="4144"/>
                      <a:pt x="580" y="4951"/>
                      <a:pt x="1175" y="5546"/>
                    </a:cubicBezTo>
                    <a:cubicBezTo>
                      <a:pt x="1769" y="6141"/>
                      <a:pt x="2576" y="6476"/>
                      <a:pt x="3417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64" name="Freeform: Shape 13563">
                <a:extLst>
                  <a:ext uri="{FF2B5EF4-FFF2-40B4-BE49-F238E27FC236}">
                    <a16:creationId xmlns:a16="http://schemas.microsoft.com/office/drawing/2014/main" id="{EB8D6CCB-6E66-5660-233E-12BCD9DD7315}"/>
                  </a:ext>
                </a:extLst>
              </p:cNvPr>
              <p:cNvSpPr/>
              <p:nvPr/>
            </p:nvSpPr>
            <p:spPr>
              <a:xfrm>
                <a:off x="9524816" y="5133986"/>
                <a:ext cx="6343" cy="6345"/>
              </a:xfrm>
              <a:custGeom>
                <a:avLst/>
                <a:gdLst>
                  <a:gd name="connsiteX0" fmla="*/ 3417 w 6343"/>
                  <a:gd name="connsiteY0" fmla="*/ 6476 h 6345"/>
                  <a:gd name="connsiteX1" fmla="*/ 5660 w 6343"/>
                  <a:gd name="connsiteY1" fmla="*/ 5547 h 6345"/>
                  <a:gd name="connsiteX2" fmla="*/ 6589 w 6343"/>
                  <a:gd name="connsiteY2" fmla="*/ 3303 h 6345"/>
                  <a:gd name="connsiteX3" fmla="*/ 5660 w 6343"/>
                  <a:gd name="connsiteY3" fmla="*/ 1060 h 6345"/>
                  <a:gd name="connsiteX4" fmla="*/ 3417 w 6343"/>
                  <a:gd name="connsiteY4" fmla="*/ 130 h 6345"/>
                  <a:gd name="connsiteX5" fmla="*/ 1175 w 6343"/>
                  <a:gd name="connsiteY5" fmla="*/ 1060 h 6345"/>
                  <a:gd name="connsiteX6" fmla="*/ 246 w 6343"/>
                  <a:gd name="connsiteY6" fmla="*/ 3303 h 6345"/>
                  <a:gd name="connsiteX7" fmla="*/ 1175 w 6343"/>
                  <a:gd name="connsiteY7" fmla="*/ 5547 h 6345"/>
                  <a:gd name="connsiteX8" fmla="*/ 3417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6"/>
                    </a:moveTo>
                    <a:cubicBezTo>
                      <a:pt x="4258" y="6476"/>
                      <a:pt x="5065" y="6141"/>
                      <a:pt x="5660" y="5547"/>
                    </a:cubicBezTo>
                    <a:cubicBezTo>
                      <a:pt x="6255" y="4952"/>
                      <a:pt x="6589" y="4144"/>
                      <a:pt x="6589" y="3303"/>
                    </a:cubicBezTo>
                    <a:cubicBezTo>
                      <a:pt x="6589" y="2462"/>
                      <a:pt x="6255" y="1655"/>
                      <a:pt x="5660" y="1060"/>
                    </a:cubicBezTo>
                    <a:cubicBezTo>
                      <a:pt x="5065" y="465"/>
                      <a:pt x="4258" y="130"/>
                      <a:pt x="3417" y="130"/>
                    </a:cubicBezTo>
                    <a:cubicBezTo>
                      <a:pt x="2576" y="130"/>
                      <a:pt x="1769" y="465"/>
                      <a:pt x="1175" y="1060"/>
                    </a:cubicBezTo>
                    <a:cubicBezTo>
                      <a:pt x="580" y="1655"/>
                      <a:pt x="246" y="2462"/>
                      <a:pt x="246" y="3303"/>
                    </a:cubicBezTo>
                    <a:cubicBezTo>
                      <a:pt x="246" y="4144"/>
                      <a:pt x="580" y="4952"/>
                      <a:pt x="1175" y="5547"/>
                    </a:cubicBezTo>
                    <a:cubicBezTo>
                      <a:pt x="1769" y="6141"/>
                      <a:pt x="2576" y="6476"/>
                      <a:pt x="3417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65" name="Freeform: Shape 13564">
                <a:extLst>
                  <a:ext uri="{FF2B5EF4-FFF2-40B4-BE49-F238E27FC236}">
                    <a16:creationId xmlns:a16="http://schemas.microsoft.com/office/drawing/2014/main" id="{9D120A0F-EC67-C637-E978-AA80AC4A96AA}"/>
                  </a:ext>
                </a:extLst>
              </p:cNvPr>
              <p:cNvSpPr/>
              <p:nvPr/>
            </p:nvSpPr>
            <p:spPr>
              <a:xfrm>
                <a:off x="9525627" y="5134813"/>
                <a:ext cx="6343" cy="6345"/>
              </a:xfrm>
              <a:custGeom>
                <a:avLst/>
                <a:gdLst>
                  <a:gd name="connsiteX0" fmla="*/ 3417 w 6343"/>
                  <a:gd name="connsiteY0" fmla="*/ 6476 h 6345"/>
                  <a:gd name="connsiteX1" fmla="*/ 5660 w 6343"/>
                  <a:gd name="connsiteY1" fmla="*/ 5547 h 6345"/>
                  <a:gd name="connsiteX2" fmla="*/ 6589 w 6343"/>
                  <a:gd name="connsiteY2" fmla="*/ 3303 h 6345"/>
                  <a:gd name="connsiteX3" fmla="*/ 5660 w 6343"/>
                  <a:gd name="connsiteY3" fmla="*/ 1060 h 6345"/>
                  <a:gd name="connsiteX4" fmla="*/ 3417 w 6343"/>
                  <a:gd name="connsiteY4" fmla="*/ 130 h 6345"/>
                  <a:gd name="connsiteX5" fmla="*/ 1175 w 6343"/>
                  <a:gd name="connsiteY5" fmla="*/ 1060 h 6345"/>
                  <a:gd name="connsiteX6" fmla="*/ 246 w 6343"/>
                  <a:gd name="connsiteY6" fmla="*/ 3303 h 6345"/>
                  <a:gd name="connsiteX7" fmla="*/ 1175 w 6343"/>
                  <a:gd name="connsiteY7" fmla="*/ 5547 h 6345"/>
                  <a:gd name="connsiteX8" fmla="*/ 3417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6"/>
                    </a:moveTo>
                    <a:cubicBezTo>
                      <a:pt x="4258" y="6476"/>
                      <a:pt x="5065" y="6142"/>
                      <a:pt x="5660" y="5547"/>
                    </a:cubicBezTo>
                    <a:cubicBezTo>
                      <a:pt x="6255" y="4952"/>
                      <a:pt x="6589" y="4145"/>
                      <a:pt x="6589" y="3303"/>
                    </a:cubicBezTo>
                    <a:cubicBezTo>
                      <a:pt x="6589" y="2462"/>
                      <a:pt x="6255" y="1655"/>
                      <a:pt x="5660" y="1060"/>
                    </a:cubicBezTo>
                    <a:cubicBezTo>
                      <a:pt x="5065" y="465"/>
                      <a:pt x="4258" y="130"/>
                      <a:pt x="3417" y="130"/>
                    </a:cubicBezTo>
                    <a:cubicBezTo>
                      <a:pt x="2576" y="130"/>
                      <a:pt x="1769" y="465"/>
                      <a:pt x="1175" y="1060"/>
                    </a:cubicBezTo>
                    <a:cubicBezTo>
                      <a:pt x="580" y="1655"/>
                      <a:pt x="246" y="2462"/>
                      <a:pt x="246" y="3303"/>
                    </a:cubicBezTo>
                    <a:cubicBezTo>
                      <a:pt x="246" y="4145"/>
                      <a:pt x="580" y="4952"/>
                      <a:pt x="1175" y="5547"/>
                    </a:cubicBezTo>
                    <a:cubicBezTo>
                      <a:pt x="1769" y="6142"/>
                      <a:pt x="2576" y="6476"/>
                      <a:pt x="3417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66" name="Freeform: Shape 13565">
                <a:extLst>
                  <a:ext uri="{FF2B5EF4-FFF2-40B4-BE49-F238E27FC236}">
                    <a16:creationId xmlns:a16="http://schemas.microsoft.com/office/drawing/2014/main" id="{57FA86C8-45B1-0E3E-3F58-62357D82714C}"/>
                  </a:ext>
                </a:extLst>
              </p:cNvPr>
              <p:cNvSpPr/>
              <p:nvPr/>
            </p:nvSpPr>
            <p:spPr>
              <a:xfrm>
                <a:off x="9522615" y="5143003"/>
                <a:ext cx="6343" cy="6345"/>
              </a:xfrm>
              <a:custGeom>
                <a:avLst/>
                <a:gdLst>
                  <a:gd name="connsiteX0" fmla="*/ 3417 w 6343"/>
                  <a:gd name="connsiteY0" fmla="*/ 6476 h 6345"/>
                  <a:gd name="connsiteX1" fmla="*/ 5660 w 6343"/>
                  <a:gd name="connsiteY1" fmla="*/ 5547 h 6345"/>
                  <a:gd name="connsiteX2" fmla="*/ 6589 w 6343"/>
                  <a:gd name="connsiteY2" fmla="*/ 3304 h 6345"/>
                  <a:gd name="connsiteX3" fmla="*/ 5660 w 6343"/>
                  <a:gd name="connsiteY3" fmla="*/ 1060 h 6345"/>
                  <a:gd name="connsiteX4" fmla="*/ 3417 w 6343"/>
                  <a:gd name="connsiteY4" fmla="*/ 131 h 6345"/>
                  <a:gd name="connsiteX5" fmla="*/ 1174 w 6343"/>
                  <a:gd name="connsiteY5" fmla="*/ 1060 h 6345"/>
                  <a:gd name="connsiteX6" fmla="*/ 245 w 6343"/>
                  <a:gd name="connsiteY6" fmla="*/ 3304 h 6345"/>
                  <a:gd name="connsiteX7" fmla="*/ 1174 w 6343"/>
                  <a:gd name="connsiteY7" fmla="*/ 5547 h 6345"/>
                  <a:gd name="connsiteX8" fmla="*/ 3417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6"/>
                    </a:moveTo>
                    <a:cubicBezTo>
                      <a:pt x="4258" y="6476"/>
                      <a:pt x="5065" y="6142"/>
                      <a:pt x="5660" y="5547"/>
                    </a:cubicBezTo>
                    <a:cubicBezTo>
                      <a:pt x="6254" y="4952"/>
                      <a:pt x="6589" y="4145"/>
                      <a:pt x="6589" y="3304"/>
                    </a:cubicBezTo>
                    <a:cubicBezTo>
                      <a:pt x="6589" y="2462"/>
                      <a:pt x="6254" y="1655"/>
                      <a:pt x="5660" y="1060"/>
                    </a:cubicBezTo>
                    <a:cubicBezTo>
                      <a:pt x="5065" y="465"/>
                      <a:pt x="4258" y="131"/>
                      <a:pt x="3417" y="131"/>
                    </a:cubicBezTo>
                    <a:cubicBezTo>
                      <a:pt x="2576" y="131"/>
                      <a:pt x="1769" y="465"/>
                      <a:pt x="1174" y="1060"/>
                    </a:cubicBezTo>
                    <a:cubicBezTo>
                      <a:pt x="580" y="1655"/>
                      <a:pt x="245" y="2462"/>
                      <a:pt x="245" y="3304"/>
                    </a:cubicBezTo>
                    <a:cubicBezTo>
                      <a:pt x="245" y="4145"/>
                      <a:pt x="580" y="4952"/>
                      <a:pt x="1174" y="5547"/>
                    </a:cubicBezTo>
                    <a:cubicBezTo>
                      <a:pt x="1769" y="6142"/>
                      <a:pt x="2576" y="6476"/>
                      <a:pt x="3417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67" name="Freeform: Shape 13566">
                <a:extLst>
                  <a:ext uri="{FF2B5EF4-FFF2-40B4-BE49-F238E27FC236}">
                    <a16:creationId xmlns:a16="http://schemas.microsoft.com/office/drawing/2014/main" id="{49E47A40-3E55-52C1-63F3-AEFB324CC73B}"/>
                  </a:ext>
                </a:extLst>
              </p:cNvPr>
              <p:cNvSpPr/>
              <p:nvPr/>
            </p:nvSpPr>
            <p:spPr>
              <a:xfrm>
                <a:off x="9517372" y="5155199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59 w 6343"/>
                  <a:gd name="connsiteY1" fmla="*/ 5548 h 6345"/>
                  <a:gd name="connsiteX2" fmla="*/ 6588 w 6343"/>
                  <a:gd name="connsiteY2" fmla="*/ 3305 h 6345"/>
                  <a:gd name="connsiteX3" fmla="*/ 5659 w 6343"/>
                  <a:gd name="connsiteY3" fmla="*/ 1061 h 6345"/>
                  <a:gd name="connsiteX4" fmla="*/ 3417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5 h 6345"/>
                  <a:gd name="connsiteX7" fmla="*/ 1174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4" y="6143"/>
                      <a:pt x="5659" y="5548"/>
                    </a:cubicBezTo>
                    <a:cubicBezTo>
                      <a:pt x="6254" y="4953"/>
                      <a:pt x="6588" y="4146"/>
                      <a:pt x="6588" y="3305"/>
                    </a:cubicBezTo>
                    <a:cubicBezTo>
                      <a:pt x="6588" y="2463"/>
                      <a:pt x="6254" y="1656"/>
                      <a:pt x="5659" y="1061"/>
                    </a:cubicBezTo>
                    <a:cubicBezTo>
                      <a:pt x="5064" y="466"/>
                      <a:pt x="4258" y="132"/>
                      <a:pt x="3417" y="132"/>
                    </a:cubicBezTo>
                    <a:cubicBezTo>
                      <a:pt x="2575" y="132"/>
                      <a:pt x="1769" y="466"/>
                      <a:pt x="1174" y="1061"/>
                    </a:cubicBezTo>
                    <a:cubicBezTo>
                      <a:pt x="579" y="1656"/>
                      <a:pt x="245" y="2463"/>
                      <a:pt x="245" y="3305"/>
                    </a:cubicBezTo>
                    <a:cubicBezTo>
                      <a:pt x="245" y="4146"/>
                      <a:pt x="579" y="4953"/>
                      <a:pt x="1174" y="5548"/>
                    </a:cubicBezTo>
                    <a:cubicBezTo>
                      <a:pt x="1769" y="6143"/>
                      <a:pt x="2575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68" name="Freeform: Shape 13567">
                <a:extLst>
                  <a:ext uri="{FF2B5EF4-FFF2-40B4-BE49-F238E27FC236}">
                    <a16:creationId xmlns:a16="http://schemas.microsoft.com/office/drawing/2014/main" id="{FF818425-F492-7614-630F-477A3A09D9CD}"/>
                  </a:ext>
                </a:extLst>
              </p:cNvPr>
              <p:cNvSpPr/>
              <p:nvPr/>
            </p:nvSpPr>
            <p:spPr>
              <a:xfrm>
                <a:off x="9517202" y="5157559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8 h 6345"/>
                  <a:gd name="connsiteX2" fmla="*/ 6588 w 6343"/>
                  <a:gd name="connsiteY2" fmla="*/ 3305 h 6345"/>
                  <a:gd name="connsiteX3" fmla="*/ 5659 w 6343"/>
                  <a:gd name="connsiteY3" fmla="*/ 1061 h 6345"/>
                  <a:gd name="connsiteX4" fmla="*/ 3417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5 h 6345"/>
                  <a:gd name="connsiteX7" fmla="*/ 1174 w 6343"/>
                  <a:gd name="connsiteY7" fmla="*/ 5548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4" y="6143"/>
                      <a:pt x="5659" y="5548"/>
                    </a:cubicBezTo>
                    <a:cubicBezTo>
                      <a:pt x="6254" y="4953"/>
                      <a:pt x="6588" y="4146"/>
                      <a:pt x="6588" y="3305"/>
                    </a:cubicBezTo>
                    <a:cubicBezTo>
                      <a:pt x="6588" y="2464"/>
                      <a:pt x="6254" y="1656"/>
                      <a:pt x="5659" y="1061"/>
                    </a:cubicBezTo>
                    <a:cubicBezTo>
                      <a:pt x="5064" y="467"/>
                      <a:pt x="4258" y="132"/>
                      <a:pt x="3417" y="132"/>
                    </a:cubicBezTo>
                    <a:cubicBezTo>
                      <a:pt x="2575" y="132"/>
                      <a:pt x="1769" y="467"/>
                      <a:pt x="1174" y="1061"/>
                    </a:cubicBezTo>
                    <a:cubicBezTo>
                      <a:pt x="579" y="1656"/>
                      <a:pt x="245" y="2464"/>
                      <a:pt x="245" y="3305"/>
                    </a:cubicBezTo>
                    <a:cubicBezTo>
                      <a:pt x="245" y="4146"/>
                      <a:pt x="579" y="4953"/>
                      <a:pt x="1174" y="5548"/>
                    </a:cubicBezTo>
                    <a:cubicBezTo>
                      <a:pt x="1769" y="6143"/>
                      <a:pt x="2575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69" name="Freeform: Shape 13568">
                <a:extLst>
                  <a:ext uri="{FF2B5EF4-FFF2-40B4-BE49-F238E27FC236}">
                    <a16:creationId xmlns:a16="http://schemas.microsoft.com/office/drawing/2014/main" id="{CB9A62E4-982F-B6D3-B995-95A04AAAA5D4}"/>
                  </a:ext>
                </a:extLst>
              </p:cNvPr>
              <p:cNvSpPr/>
              <p:nvPr/>
            </p:nvSpPr>
            <p:spPr>
              <a:xfrm>
                <a:off x="9516652" y="5160565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7 w 6343"/>
                  <a:gd name="connsiteY4" fmla="*/ 132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2"/>
                      <a:pt x="3417" y="132"/>
                    </a:cubicBezTo>
                    <a:cubicBezTo>
                      <a:pt x="2575" y="132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70" name="Freeform: Shape 13569">
                <a:extLst>
                  <a:ext uri="{FF2B5EF4-FFF2-40B4-BE49-F238E27FC236}">
                    <a16:creationId xmlns:a16="http://schemas.microsoft.com/office/drawing/2014/main" id="{E37983E7-D0FF-ED59-37BF-3C7F4F177A9A}"/>
                  </a:ext>
                </a:extLst>
              </p:cNvPr>
              <p:cNvSpPr/>
              <p:nvPr/>
            </p:nvSpPr>
            <p:spPr>
              <a:xfrm>
                <a:off x="9516395" y="5162962"/>
                <a:ext cx="6343" cy="6345"/>
              </a:xfrm>
              <a:custGeom>
                <a:avLst/>
                <a:gdLst>
                  <a:gd name="connsiteX0" fmla="*/ 3416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8"/>
                    </a:moveTo>
                    <a:cubicBezTo>
                      <a:pt x="4258" y="6478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3"/>
                      <a:pt x="3416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8"/>
                      <a:pt x="341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71" name="Freeform: Shape 13570">
                <a:extLst>
                  <a:ext uri="{FF2B5EF4-FFF2-40B4-BE49-F238E27FC236}">
                    <a16:creationId xmlns:a16="http://schemas.microsoft.com/office/drawing/2014/main" id="{01772EB5-954D-D8E1-7B81-565447278634}"/>
                  </a:ext>
                </a:extLst>
              </p:cNvPr>
              <p:cNvSpPr/>
              <p:nvPr/>
            </p:nvSpPr>
            <p:spPr>
              <a:xfrm>
                <a:off x="9517288" y="5163244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3"/>
                      <a:pt x="3417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72" name="Freeform: Shape 13571">
                <a:extLst>
                  <a:ext uri="{FF2B5EF4-FFF2-40B4-BE49-F238E27FC236}">
                    <a16:creationId xmlns:a16="http://schemas.microsoft.com/office/drawing/2014/main" id="{0D262E39-B39C-F788-36F1-0E9A7D45AE24}"/>
                  </a:ext>
                </a:extLst>
              </p:cNvPr>
              <p:cNvSpPr/>
              <p:nvPr/>
            </p:nvSpPr>
            <p:spPr>
              <a:xfrm>
                <a:off x="9518424" y="5163102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73" name="Freeform: Shape 13572">
                <a:extLst>
                  <a:ext uri="{FF2B5EF4-FFF2-40B4-BE49-F238E27FC236}">
                    <a16:creationId xmlns:a16="http://schemas.microsoft.com/office/drawing/2014/main" id="{2D2098E8-2B0F-1F62-2EEB-13F41CBAA6BA}"/>
                  </a:ext>
                </a:extLst>
              </p:cNvPr>
              <p:cNvSpPr/>
              <p:nvPr/>
            </p:nvSpPr>
            <p:spPr>
              <a:xfrm>
                <a:off x="9519934" y="5162326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74" name="Freeform: Shape 13573">
                <a:extLst>
                  <a:ext uri="{FF2B5EF4-FFF2-40B4-BE49-F238E27FC236}">
                    <a16:creationId xmlns:a16="http://schemas.microsoft.com/office/drawing/2014/main" id="{0E208975-CF73-C463-BE29-CC99880FE8D1}"/>
                  </a:ext>
                </a:extLst>
              </p:cNvPr>
              <p:cNvSpPr/>
              <p:nvPr/>
            </p:nvSpPr>
            <p:spPr>
              <a:xfrm>
                <a:off x="9521394" y="5161669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8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5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75" name="Freeform: Shape 13574">
                <a:extLst>
                  <a:ext uri="{FF2B5EF4-FFF2-40B4-BE49-F238E27FC236}">
                    <a16:creationId xmlns:a16="http://schemas.microsoft.com/office/drawing/2014/main" id="{3EA3C782-1808-2AC2-73B7-0FFB53F21493}"/>
                  </a:ext>
                </a:extLst>
              </p:cNvPr>
              <p:cNvSpPr/>
              <p:nvPr/>
            </p:nvSpPr>
            <p:spPr>
              <a:xfrm>
                <a:off x="9523495" y="5159961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2 h 6345"/>
                  <a:gd name="connsiteX5" fmla="*/ 1174 w 6343"/>
                  <a:gd name="connsiteY5" fmla="*/ 1062 h 6345"/>
                  <a:gd name="connsiteX6" fmla="*/ 246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5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2"/>
                      <a:pt x="3417" y="132"/>
                    </a:cubicBezTo>
                    <a:cubicBezTo>
                      <a:pt x="2576" y="132"/>
                      <a:pt x="1769" y="467"/>
                      <a:pt x="1174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76" name="Freeform: Shape 13575">
                <a:extLst>
                  <a:ext uri="{FF2B5EF4-FFF2-40B4-BE49-F238E27FC236}">
                    <a16:creationId xmlns:a16="http://schemas.microsoft.com/office/drawing/2014/main" id="{6A4B04A6-FB8C-4532-0DEB-3F07F2AD4F85}"/>
                  </a:ext>
                </a:extLst>
              </p:cNvPr>
              <p:cNvSpPr/>
              <p:nvPr/>
            </p:nvSpPr>
            <p:spPr>
              <a:xfrm>
                <a:off x="9525396" y="5158645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2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8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3"/>
                      <a:pt x="5660" y="5548"/>
                    </a:cubicBezTo>
                    <a:cubicBezTo>
                      <a:pt x="6255" y="4953"/>
                      <a:pt x="6589" y="4146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2"/>
                      <a:pt x="3417" y="132"/>
                    </a:cubicBezTo>
                    <a:cubicBezTo>
                      <a:pt x="2576" y="132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6"/>
                      <a:pt x="580" y="4953"/>
                      <a:pt x="1175" y="5548"/>
                    </a:cubicBezTo>
                    <a:cubicBezTo>
                      <a:pt x="1769" y="6143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77" name="Freeform: Shape 13576">
                <a:extLst>
                  <a:ext uri="{FF2B5EF4-FFF2-40B4-BE49-F238E27FC236}">
                    <a16:creationId xmlns:a16="http://schemas.microsoft.com/office/drawing/2014/main" id="{257C63D0-FADD-1A18-C8CC-7D7295DC9851}"/>
                  </a:ext>
                </a:extLst>
              </p:cNvPr>
              <p:cNvSpPr/>
              <p:nvPr/>
            </p:nvSpPr>
            <p:spPr>
              <a:xfrm>
                <a:off x="9526193" y="5159198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2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3"/>
                      <a:pt x="5660" y="5549"/>
                    </a:cubicBezTo>
                    <a:cubicBezTo>
                      <a:pt x="6255" y="4954"/>
                      <a:pt x="6589" y="4146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2"/>
                      <a:pt x="3417" y="132"/>
                    </a:cubicBezTo>
                    <a:cubicBezTo>
                      <a:pt x="2576" y="132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6"/>
                      <a:pt x="580" y="4954"/>
                      <a:pt x="1175" y="5549"/>
                    </a:cubicBezTo>
                    <a:cubicBezTo>
                      <a:pt x="1769" y="6143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78" name="Freeform: Shape 13577">
                <a:extLst>
                  <a:ext uri="{FF2B5EF4-FFF2-40B4-BE49-F238E27FC236}">
                    <a16:creationId xmlns:a16="http://schemas.microsoft.com/office/drawing/2014/main" id="{56EB36C7-89C8-A66A-53A4-3B7D2C401936}"/>
                  </a:ext>
                </a:extLst>
              </p:cNvPr>
              <p:cNvSpPr/>
              <p:nvPr/>
            </p:nvSpPr>
            <p:spPr>
              <a:xfrm>
                <a:off x="9526532" y="5160493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2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2"/>
                      <a:pt x="3417" y="132"/>
                    </a:cubicBezTo>
                    <a:cubicBezTo>
                      <a:pt x="2576" y="132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79" name="Freeform: Shape 13578">
                <a:extLst>
                  <a:ext uri="{FF2B5EF4-FFF2-40B4-BE49-F238E27FC236}">
                    <a16:creationId xmlns:a16="http://schemas.microsoft.com/office/drawing/2014/main" id="{7EEB6555-46E3-B513-ACD7-61CE7AD5C62A}"/>
                  </a:ext>
                </a:extLst>
              </p:cNvPr>
              <p:cNvSpPr/>
              <p:nvPr/>
            </p:nvSpPr>
            <p:spPr>
              <a:xfrm>
                <a:off x="9527447" y="5160842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2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2"/>
                      <a:pt x="3417" y="132"/>
                    </a:cubicBezTo>
                    <a:cubicBezTo>
                      <a:pt x="2576" y="132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80" name="Freeform: Shape 13579">
                <a:extLst>
                  <a:ext uri="{FF2B5EF4-FFF2-40B4-BE49-F238E27FC236}">
                    <a16:creationId xmlns:a16="http://schemas.microsoft.com/office/drawing/2014/main" id="{AC0590E6-7368-15E1-AF84-B1013AF306BC}"/>
                  </a:ext>
                </a:extLst>
              </p:cNvPr>
              <p:cNvSpPr/>
              <p:nvPr/>
            </p:nvSpPr>
            <p:spPr>
              <a:xfrm>
                <a:off x="9527832" y="5162034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81" name="Freeform: Shape 13580">
                <a:extLst>
                  <a:ext uri="{FF2B5EF4-FFF2-40B4-BE49-F238E27FC236}">
                    <a16:creationId xmlns:a16="http://schemas.microsoft.com/office/drawing/2014/main" id="{00A2B8D6-AA1F-4457-DFCF-69710EFF7049}"/>
                  </a:ext>
                </a:extLst>
              </p:cNvPr>
              <p:cNvSpPr/>
              <p:nvPr/>
            </p:nvSpPr>
            <p:spPr>
              <a:xfrm>
                <a:off x="9528473" y="5162809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82" name="Freeform: Shape 13581">
                <a:extLst>
                  <a:ext uri="{FF2B5EF4-FFF2-40B4-BE49-F238E27FC236}">
                    <a16:creationId xmlns:a16="http://schemas.microsoft.com/office/drawing/2014/main" id="{0760BBA5-37D4-241C-01E1-5812912FE689}"/>
                  </a:ext>
                </a:extLst>
              </p:cNvPr>
              <p:cNvSpPr/>
              <p:nvPr/>
            </p:nvSpPr>
            <p:spPr>
              <a:xfrm>
                <a:off x="9528804" y="5164054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83" name="Freeform: Shape 13582">
                <a:extLst>
                  <a:ext uri="{FF2B5EF4-FFF2-40B4-BE49-F238E27FC236}">
                    <a16:creationId xmlns:a16="http://schemas.microsoft.com/office/drawing/2014/main" id="{3D383871-FBD2-233D-481F-10AADF38C820}"/>
                  </a:ext>
                </a:extLst>
              </p:cNvPr>
              <p:cNvSpPr/>
              <p:nvPr/>
            </p:nvSpPr>
            <p:spPr>
              <a:xfrm>
                <a:off x="9529395" y="5164884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84" name="Freeform: Shape 13583">
                <a:extLst>
                  <a:ext uri="{FF2B5EF4-FFF2-40B4-BE49-F238E27FC236}">
                    <a16:creationId xmlns:a16="http://schemas.microsoft.com/office/drawing/2014/main" id="{7EE48844-7EB4-B2BD-04BA-02183319B4B0}"/>
                  </a:ext>
                </a:extLst>
              </p:cNvPr>
              <p:cNvSpPr/>
              <p:nvPr/>
            </p:nvSpPr>
            <p:spPr>
              <a:xfrm>
                <a:off x="9530495" y="5164945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85" name="Freeform: Shape 13584">
                <a:extLst>
                  <a:ext uri="{FF2B5EF4-FFF2-40B4-BE49-F238E27FC236}">
                    <a16:creationId xmlns:a16="http://schemas.microsoft.com/office/drawing/2014/main" id="{22D3C392-EA90-FCBA-4D7F-F9EAE3053DD6}"/>
                  </a:ext>
                </a:extLst>
              </p:cNvPr>
              <p:cNvSpPr/>
              <p:nvPr/>
            </p:nvSpPr>
            <p:spPr>
              <a:xfrm>
                <a:off x="9529967" y="5167423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86" name="Freeform: Shape 13585">
                <a:extLst>
                  <a:ext uri="{FF2B5EF4-FFF2-40B4-BE49-F238E27FC236}">
                    <a16:creationId xmlns:a16="http://schemas.microsoft.com/office/drawing/2014/main" id="{C5CE7074-28B1-3A9A-0144-2D68A26C0A7F}"/>
                  </a:ext>
                </a:extLst>
              </p:cNvPr>
              <p:cNvSpPr/>
              <p:nvPr/>
            </p:nvSpPr>
            <p:spPr>
              <a:xfrm>
                <a:off x="9530288" y="5171853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50 h 6345"/>
                  <a:gd name="connsiteX2" fmla="*/ 6589 w 6343"/>
                  <a:gd name="connsiteY2" fmla="*/ 3306 h 6345"/>
                  <a:gd name="connsiteX3" fmla="*/ 5660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5" y="6144"/>
                      <a:pt x="5660" y="5550"/>
                    </a:cubicBezTo>
                    <a:cubicBezTo>
                      <a:pt x="6255" y="4955"/>
                      <a:pt x="6589" y="4147"/>
                      <a:pt x="6589" y="3306"/>
                    </a:cubicBezTo>
                    <a:cubicBezTo>
                      <a:pt x="6589" y="2465"/>
                      <a:pt x="6255" y="1658"/>
                      <a:pt x="5660" y="1063"/>
                    </a:cubicBezTo>
                    <a:cubicBezTo>
                      <a:pt x="5065" y="468"/>
                      <a:pt x="4259" y="133"/>
                      <a:pt x="3418" y="133"/>
                    </a:cubicBezTo>
                    <a:cubicBezTo>
                      <a:pt x="2576" y="133"/>
                      <a:pt x="1770" y="468"/>
                      <a:pt x="1175" y="1063"/>
                    </a:cubicBezTo>
                    <a:cubicBezTo>
                      <a:pt x="580" y="1658"/>
                      <a:pt x="246" y="2465"/>
                      <a:pt x="246" y="3306"/>
                    </a:cubicBezTo>
                    <a:cubicBezTo>
                      <a:pt x="246" y="4147"/>
                      <a:pt x="580" y="4955"/>
                      <a:pt x="1175" y="5550"/>
                    </a:cubicBezTo>
                    <a:cubicBezTo>
                      <a:pt x="1770" y="6144"/>
                      <a:pt x="2576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87" name="Freeform: Shape 13586">
                <a:extLst>
                  <a:ext uri="{FF2B5EF4-FFF2-40B4-BE49-F238E27FC236}">
                    <a16:creationId xmlns:a16="http://schemas.microsoft.com/office/drawing/2014/main" id="{CE96C80C-3C58-AB33-9842-842B44B4A575}"/>
                  </a:ext>
                </a:extLst>
              </p:cNvPr>
              <p:cNvSpPr/>
              <p:nvPr/>
            </p:nvSpPr>
            <p:spPr>
              <a:xfrm>
                <a:off x="9533885" y="517315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89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5" y="4955"/>
                      <a:pt x="6589" y="4148"/>
                      <a:pt x="6589" y="3306"/>
                    </a:cubicBezTo>
                    <a:cubicBezTo>
                      <a:pt x="6589" y="2465"/>
                      <a:pt x="6255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3"/>
                    </a:cubicBezTo>
                    <a:cubicBezTo>
                      <a:pt x="581" y="1658"/>
                      <a:pt x="246" y="2465"/>
                      <a:pt x="246" y="3306"/>
                    </a:cubicBezTo>
                    <a:cubicBezTo>
                      <a:pt x="246" y="4148"/>
                      <a:pt x="581" y="4955"/>
                      <a:pt x="1175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88" name="Freeform: Shape 13587">
                <a:extLst>
                  <a:ext uri="{FF2B5EF4-FFF2-40B4-BE49-F238E27FC236}">
                    <a16:creationId xmlns:a16="http://schemas.microsoft.com/office/drawing/2014/main" id="{CD93233B-9C98-0A56-2F4E-7C9443A3B09D}"/>
                  </a:ext>
                </a:extLst>
              </p:cNvPr>
              <p:cNvSpPr/>
              <p:nvPr/>
            </p:nvSpPr>
            <p:spPr>
              <a:xfrm>
                <a:off x="9535107" y="5173063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5" y="4955"/>
                      <a:pt x="6590" y="4148"/>
                      <a:pt x="6590" y="3306"/>
                    </a:cubicBezTo>
                    <a:cubicBezTo>
                      <a:pt x="6590" y="2465"/>
                      <a:pt x="6255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3"/>
                    </a:cubicBezTo>
                    <a:cubicBezTo>
                      <a:pt x="581" y="1658"/>
                      <a:pt x="246" y="2465"/>
                      <a:pt x="246" y="3306"/>
                    </a:cubicBezTo>
                    <a:cubicBezTo>
                      <a:pt x="246" y="4148"/>
                      <a:pt x="581" y="4955"/>
                      <a:pt x="1175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89" name="Freeform: Shape 13588">
                <a:extLst>
                  <a:ext uri="{FF2B5EF4-FFF2-40B4-BE49-F238E27FC236}">
                    <a16:creationId xmlns:a16="http://schemas.microsoft.com/office/drawing/2014/main" id="{F7E347DA-8132-72B6-2D5A-328EE4388166}"/>
                  </a:ext>
                </a:extLst>
              </p:cNvPr>
              <p:cNvSpPr/>
              <p:nvPr/>
            </p:nvSpPr>
            <p:spPr>
              <a:xfrm>
                <a:off x="9536446" y="517283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7 w 6343"/>
                  <a:gd name="connsiteY6" fmla="*/ 3306 h 6345"/>
                  <a:gd name="connsiteX7" fmla="*/ 1175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5" y="4955"/>
                      <a:pt x="6590" y="4148"/>
                      <a:pt x="6590" y="3306"/>
                    </a:cubicBezTo>
                    <a:cubicBezTo>
                      <a:pt x="6590" y="2465"/>
                      <a:pt x="6255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5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90" name="Freeform: Shape 13589">
                <a:extLst>
                  <a:ext uri="{FF2B5EF4-FFF2-40B4-BE49-F238E27FC236}">
                    <a16:creationId xmlns:a16="http://schemas.microsoft.com/office/drawing/2014/main" id="{A2430A9F-EBE1-48CC-5680-5F332091BEE7}"/>
                  </a:ext>
                </a:extLst>
              </p:cNvPr>
              <p:cNvSpPr/>
              <p:nvPr/>
            </p:nvSpPr>
            <p:spPr>
              <a:xfrm>
                <a:off x="9538094" y="517222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91" name="Freeform: Shape 13590">
                <a:extLst>
                  <a:ext uri="{FF2B5EF4-FFF2-40B4-BE49-F238E27FC236}">
                    <a16:creationId xmlns:a16="http://schemas.microsoft.com/office/drawing/2014/main" id="{183F3272-BF33-5498-5FFF-1AE9A2AB9DAE}"/>
                  </a:ext>
                </a:extLst>
              </p:cNvPr>
              <p:cNvSpPr/>
              <p:nvPr/>
            </p:nvSpPr>
            <p:spPr>
              <a:xfrm>
                <a:off x="9539067" y="5172510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92" name="Freeform: Shape 13591">
                <a:extLst>
                  <a:ext uri="{FF2B5EF4-FFF2-40B4-BE49-F238E27FC236}">
                    <a16:creationId xmlns:a16="http://schemas.microsoft.com/office/drawing/2014/main" id="{D9E08348-5697-9A27-E29A-36D7D8A6D0C0}"/>
                  </a:ext>
                </a:extLst>
              </p:cNvPr>
              <p:cNvSpPr/>
              <p:nvPr/>
            </p:nvSpPr>
            <p:spPr>
              <a:xfrm>
                <a:off x="9540041" y="5172803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93" name="Freeform: Shape 13592">
                <a:extLst>
                  <a:ext uri="{FF2B5EF4-FFF2-40B4-BE49-F238E27FC236}">
                    <a16:creationId xmlns:a16="http://schemas.microsoft.com/office/drawing/2014/main" id="{213A20C7-3739-BBB7-2C2E-A1CEF3724526}"/>
                  </a:ext>
                </a:extLst>
              </p:cNvPr>
              <p:cNvSpPr/>
              <p:nvPr/>
            </p:nvSpPr>
            <p:spPr>
              <a:xfrm>
                <a:off x="9541207" y="517286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94" name="Freeform: Shape 13593">
                <a:extLst>
                  <a:ext uri="{FF2B5EF4-FFF2-40B4-BE49-F238E27FC236}">
                    <a16:creationId xmlns:a16="http://schemas.microsoft.com/office/drawing/2014/main" id="{4A130DA8-5E49-8E54-7F67-D4AF0BEF9C1C}"/>
                  </a:ext>
                </a:extLst>
              </p:cNvPr>
              <p:cNvSpPr/>
              <p:nvPr/>
            </p:nvSpPr>
            <p:spPr>
              <a:xfrm>
                <a:off x="9542494" y="517278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95" name="Freeform: Shape 13594">
                <a:extLst>
                  <a:ext uri="{FF2B5EF4-FFF2-40B4-BE49-F238E27FC236}">
                    <a16:creationId xmlns:a16="http://schemas.microsoft.com/office/drawing/2014/main" id="{3D216A07-5A69-4D50-CF95-E9372EE4CA18}"/>
                  </a:ext>
                </a:extLst>
              </p:cNvPr>
              <p:cNvSpPr/>
              <p:nvPr/>
            </p:nvSpPr>
            <p:spPr>
              <a:xfrm>
                <a:off x="9543549" y="517300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96" name="Freeform: Shape 13595">
                <a:extLst>
                  <a:ext uri="{FF2B5EF4-FFF2-40B4-BE49-F238E27FC236}">
                    <a16:creationId xmlns:a16="http://schemas.microsoft.com/office/drawing/2014/main" id="{75152510-C5E3-9661-2363-A35F0C24B3F6}"/>
                  </a:ext>
                </a:extLst>
              </p:cNvPr>
              <p:cNvSpPr/>
              <p:nvPr/>
            </p:nvSpPr>
            <p:spPr>
              <a:xfrm>
                <a:off x="9544724" y="517309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97" name="Freeform: Shape 13596">
                <a:extLst>
                  <a:ext uri="{FF2B5EF4-FFF2-40B4-BE49-F238E27FC236}">
                    <a16:creationId xmlns:a16="http://schemas.microsoft.com/office/drawing/2014/main" id="{1A771015-DA82-5037-601D-C505E6DC25BD}"/>
                  </a:ext>
                </a:extLst>
              </p:cNvPr>
              <p:cNvSpPr/>
              <p:nvPr/>
            </p:nvSpPr>
            <p:spPr>
              <a:xfrm>
                <a:off x="9546061" y="517300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98" name="Freeform: Shape 13597">
                <a:extLst>
                  <a:ext uri="{FF2B5EF4-FFF2-40B4-BE49-F238E27FC236}">
                    <a16:creationId xmlns:a16="http://schemas.microsoft.com/office/drawing/2014/main" id="{79366B11-E610-27B5-4E0C-1493D960959B}"/>
                  </a:ext>
                </a:extLst>
              </p:cNvPr>
              <p:cNvSpPr/>
              <p:nvPr/>
            </p:nvSpPr>
            <p:spPr>
              <a:xfrm>
                <a:off x="9547162" y="517320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0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99" name="Freeform: Shape 13598">
                <a:extLst>
                  <a:ext uri="{FF2B5EF4-FFF2-40B4-BE49-F238E27FC236}">
                    <a16:creationId xmlns:a16="http://schemas.microsoft.com/office/drawing/2014/main" id="{DEBB7E3F-74A2-993B-395D-B2452C9ADC8C}"/>
                  </a:ext>
                </a:extLst>
              </p:cNvPr>
              <p:cNvSpPr/>
              <p:nvPr/>
            </p:nvSpPr>
            <p:spPr>
              <a:xfrm>
                <a:off x="9548628" y="517299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00" name="Freeform: Shape 13599">
                <a:extLst>
                  <a:ext uri="{FF2B5EF4-FFF2-40B4-BE49-F238E27FC236}">
                    <a16:creationId xmlns:a16="http://schemas.microsoft.com/office/drawing/2014/main" id="{822F1D22-B9A1-B8AB-5A95-84F5D7AB469F}"/>
                  </a:ext>
                </a:extLst>
              </p:cNvPr>
              <p:cNvSpPr/>
              <p:nvPr/>
            </p:nvSpPr>
            <p:spPr>
              <a:xfrm>
                <a:off x="9549857" y="517307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01" name="Freeform: Shape 13600">
                <a:extLst>
                  <a:ext uri="{FF2B5EF4-FFF2-40B4-BE49-F238E27FC236}">
                    <a16:creationId xmlns:a16="http://schemas.microsoft.com/office/drawing/2014/main" id="{7D43D09C-DBD1-3BE6-11C1-64F2911671C0}"/>
                  </a:ext>
                </a:extLst>
              </p:cNvPr>
              <p:cNvSpPr/>
              <p:nvPr/>
            </p:nvSpPr>
            <p:spPr>
              <a:xfrm>
                <a:off x="9551006" y="517326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02" name="Freeform: Shape 13601">
                <a:extLst>
                  <a:ext uri="{FF2B5EF4-FFF2-40B4-BE49-F238E27FC236}">
                    <a16:creationId xmlns:a16="http://schemas.microsoft.com/office/drawing/2014/main" id="{0B3111BD-6239-DCBB-B729-14539B174586}"/>
                  </a:ext>
                </a:extLst>
              </p:cNvPr>
              <p:cNvSpPr/>
              <p:nvPr/>
            </p:nvSpPr>
            <p:spPr>
              <a:xfrm>
                <a:off x="9552240" y="517336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03" name="Freeform: Shape 13602">
                <a:extLst>
                  <a:ext uri="{FF2B5EF4-FFF2-40B4-BE49-F238E27FC236}">
                    <a16:creationId xmlns:a16="http://schemas.microsoft.com/office/drawing/2014/main" id="{070C8C54-D35D-4B99-076D-0944C895BD06}"/>
                  </a:ext>
                </a:extLst>
              </p:cNvPr>
              <p:cNvSpPr/>
              <p:nvPr/>
            </p:nvSpPr>
            <p:spPr>
              <a:xfrm>
                <a:off x="9553601" y="517334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04" name="Freeform: Shape 13603">
                <a:extLst>
                  <a:ext uri="{FF2B5EF4-FFF2-40B4-BE49-F238E27FC236}">
                    <a16:creationId xmlns:a16="http://schemas.microsoft.com/office/drawing/2014/main" id="{89B2320E-1CD6-FECF-B63A-4F7DF2ECCE32}"/>
                  </a:ext>
                </a:extLst>
              </p:cNvPr>
              <p:cNvSpPr/>
              <p:nvPr/>
            </p:nvSpPr>
            <p:spPr>
              <a:xfrm>
                <a:off x="9554882" y="517342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05" name="Freeform: Shape 13604">
                <a:extLst>
                  <a:ext uri="{FF2B5EF4-FFF2-40B4-BE49-F238E27FC236}">
                    <a16:creationId xmlns:a16="http://schemas.microsoft.com/office/drawing/2014/main" id="{98950C0B-3851-331C-D9F6-BF0AAD3E4A6A}"/>
                  </a:ext>
                </a:extLst>
              </p:cNvPr>
              <p:cNvSpPr/>
              <p:nvPr/>
            </p:nvSpPr>
            <p:spPr>
              <a:xfrm>
                <a:off x="9556546" y="517310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06" name="Freeform: Shape 13605">
                <a:extLst>
                  <a:ext uri="{FF2B5EF4-FFF2-40B4-BE49-F238E27FC236}">
                    <a16:creationId xmlns:a16="http://schemas.microsoft.com/office/drawing/2014/main" id="{A9D81115-FBE2-7289-DB55-2EA9860DD91E}"/>
                  </a:ext>
                </a:extLst>
              </p:cNvPr>
              <p:cNvSpPr/>
              <p:nvPr/>
            </p:nvSpPr>
            <p:spPr>
              <a:xfrm>
                <a:off x="9558132" y="517289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07" name="Freeform: Shape 13606">
                <a:extLst>
                  <a:ext uri="{FF2B5EF4-FFF2-40B4-BE49-F238E27FC236}">
                    <a16:creationId xmlns:a16="http://schemas.microsoft.com/office/drawing/2014/main" id="{B37625BC-B208-D5BE-12ED-39AA43304CA7}"/>
                  </a:ext>
                </a:extLst>
              </p:cNvPr>
              <p:cNvSpPr/>
              <p:nvPr/>
            </p:nvSpPr>
            <p:spPr>
              <a:xfrm>
                <a:off x="9559768" y="517265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1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08" name="Freeform: Shape 13607">
                <a:extLst>
                  <a:ext uri="{FF2B5EF4-FFF2-40B4-BE49-F238E27FC236}">
                    <a16:creationId xmlns:a16="http://schemas.microsoft.com/office/drawing/2014/main" id="{DE4B4B19-E5E2-66E9-E5B3-1CED74E9A8F8}"/>
                  </a:ext>
                </a:extLst>
              </p:cNvPr>
              <p:cNvSpPr/>
              <p:nvPr/>
            </p:nvSpPr>
            <p:spPr>
              <a:xfrm>
                <a:off x="9561111" y="517274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09" name="Freeform: Shape 13608">
                <a:extLst>
                  <a:ext uri="{FF2B5EF4-FFF2-40B4-BE49-F238E27FC236}">
                    <a16:creationId xmlns:a16="http://schemas.microsoft.com/office/drawing/2014/main" id="{29FFC0CA-96E7-509E-2D12-3B075726B105}"/>
                  </a:ext>
                </a:extLst>
              </p:cNvPr>
              <p:cNvSpPr/>
              <p:nvPr/>
            </p:nvSpPr>
            <p:spPr>
              <a:xfrm>
                <a:off x="9562544" y="517275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10" name="Freeform: Shape 13609">
                <a:extLst>
                  <a:ext uri="{FF2B5EF4-FFF2-40B4-BE49-F238E27FC236}">
                    <a16:creationId xmlns:a16="http://schemas.microsoft.com/office/drawing/2014/main" id="{29B4A2B9-E22D-771A-18C8-11249813CCC2}"/>
                  </a:ext>
                </a:extLst>
              </p:cNvPr>
              <p:cNvSpPr/>
              <p:nvPr/>
            </p:nvSpPr>
            <p:spPr>
              <a:xfrm>
                <a:off x="9563807" y="517295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11" name="Freeform: Shape 13610">
                <a:extLst>
                  <a:ext uri="{FF2B5EF4-FFF2-40B4-BE49-F238E27FC236}">
                    <a16:creationId xmlns:a16="http://schemas.microsoft.com/office/drawing/2014/main" id="{72147B7A-8473-F65C-4355-71D93DC3DB58}"/>
                  </a:ext>
                </a:extLst>
              </p:cNvPr>
              <p:cNvSpPr/>
              <p:nvPr/>
            </p:nvSpPr>
            <p:spPr>
              <a:xfrm>
                <a:off x="9564722" y="517351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12" name="Freeform: Shape 13611">
                <a:extLst>
                  <a:ext uri="{FF2B5EF4-FFF2-40B4-BE49-F238E27FC236}">
                    <a16:creationId xmlns:a16="http://schemas.microsoft.com/office/drawing/2014/main" id="{E415BB50-485D-5242-1B9F-1E6589E57896}"/>
                  </a:ext>
                </a:extLst>
              </p:cNvPr>
              <p:cNvSpPr/>
              <p:nvPr/>
            </p:nvSpPr>
            <p:spPr>
              <a:xfrm>
                <a:off x="9568671" y="5171082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49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49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8" y="6144"/>
                      <a:pt x="5663" y="5549"/>
                    </a:cubicBezTo>
                    <a:cubicBezTo>
                      <a:pt x="6258" y="4954"/>
                      <a:pt x="6592" y="4147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7"/>
                      <a:pt x="583" y="4954"/>
                      <a:pt x="1178" y="5549"/>
                    </a:cubicBezTo>
                    <a:cubicBezTo>
                      <a:pt x="1773" y="6144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13" name="Freeform: Shape 13612">
                <a:extLst>
                  <a:ext uri="{FF2B5EF4-FFF2-40B4-BE49-F238E27FC236}">
                    <a16:creationId xmlns:a16="http://schemas.microsoft.com/office/drawing/2014/main" id="{D64DFE9B-D00F-3826-15A0-8AF003DA0FD5}"/>
                  </a:ext>
                </a:extLst>
              </p:cNvPr>
              <p:cNvSpPr/>
              <p:nvPr/>
            </p:nvSpPr>
            <p:spPr>
              <a:xfrm>
                <a:off x="9651385" y="5094312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3 h 6345"/>
                  <a:gd name="connsiteX2" fmla="*/ 6599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7 h 6345"/>
                  <a:gd name="connsiteX5" fmla="*/ 1185 w 6343"/>
                  <a:gd name="connsiteY5" fmla="*/ 1057 h 6345"/>
                  <a:gd name="connsiteX6" fmla="*/ 256 w 6343"/>
                  <a:gd name="connsiteY6" fmla="*/ 3300 h 6345"/>
                  <a:gd name="connsiteX7" fmla="*/ 1185 w 6343"/>
                  <a:gd name="connsiteY7" fmla="*/ 5543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8"/>
                      <a:pt x="5670" y="5543"/>
                    </a:cubicBezTo>
                    <a:cubicBezTo>
                      <a:pt x="6265" y="4948"/>
                      <a:pt x="6599" y="4141"/>
                      <a:pt x="6599" y="3300"/>
                    </a:cubicBezTo>
                    <a:cubicBezTo>
                      <a:pt x="6599" y="2459"/>
                      <a:pt x="6265" y="1651"/>
                      <a:pt x="5670" y="1057"/>
                    </a:cubicBezTo>
                    <a:cubicBezTo>
                      <a:pt x="5075" y="462"/>
                      <a:pt x="4268" y="127"/>
                      <a:pt x="3427" y="127"/>
                    </a:cubicBezTo>
                    <a:cubicBezTo>
                      <a:pt x="2586" y="127"/>
                      <a:pt x="1779" y="462"/>
                      <a:pt x="1185" y="1057"/>
                    </a:cubicBezTo>
                    <a:cubicBezTo>
                      <a:pt x="590" y="1651"/>
                      <a:pt x="256" y="2459"/>
                      <a:pt x="256" y="3300"/>
                    </a:cubicBezTo>
                    <a:cubicBezTo>
                      <a:pt x="256" y="4141"/>
                      <a:pt x="590" y="4948"/>
                      <a:pt x="1185" y="5543"/>
                    </a:cubicBezTo>
                    <a:cubicBezTo>
                      <a:pt x="1779" y="6138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14" name="Freeform: Shape 13613">
                <a:extLst>
                  <a:ext uri="{FF2B5EF4-FFF2-40B4-BE49-F238E27FC236}">
                    <a16:creationId xmlns:a16="http://schemas.microsoft.com/office/drawing/2014/main" id="{BB78C3E3-376E-CD9D-5DB3-C731A409E9D4}"/>
                  </a:ext>
                </a:extLst>
              </p:cNvPr>
              <p:cNvSpPr/>
              <p:nvPr/>
            </p:nvSpPr>
            <p:spPr>
              <a:xfrm>
                <a:off x="9654039" y="5094222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3 h 6345"/>
                  <a:gd name="connsiteX2" fmla="*/ 6599 w 6343"/>
                  <a:gd name="connsiteY2" fmla="*/ 3300 h 6345"/>
                  <a:gd name="connsiteX3" fmla="*/ 5670 w 6343"/>
                  <a:gd name="connsiteY3" fmla="*/ 1056 h 6345"/>
                  <a:gd name="connsiteX4" fmla="*/ 3427 w 6343"/>
                  <a:gd name="connsiteY4" fmla="*/ 127 h 6345"/>
                  <a:gd name="connsiteX5" fmla="*/ 1185 w 6343"/>
                  <a:gd name="connsiteY5" fmla="*/ 1056 h 6345"/>
                  <a:gd name="connsiteX6" fmla="*/ 256 w 6343"/>
                  <a:gd name="connsiteY6" fmla="*/ 3300 h 6345"/>
                  <a:gd name="connsiteX7" fmla="*/ 1185 w 6343"/>
                  <a:gd name="connsiteY7" fmla="*/ 5543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8" y="6473"/>
                      <a:pt x="5075" y="6138"/>
                      <a:pt x="5670" y="5543"/>
                    </a:cubicBezTo>
                    <a:cubicBezTo>
                      <a:pt x="6265" y="4948"/>
                      <a:pt x="6599" y="4141"/>
                      <a:pt x="6599" y="3300"/>
                    </a:cubicBezTo>
                    <a:cubicBezTo>
                      <a:pt x="6599" y="2459"/>
                      <a:pt x="6265" y="1651"/>
                      <a:pt x="5670" y="1056"/>
                    </a:cubicBezTo>
                    <a:cubicBezTo>
                      <a:pt x="5075" y="462"/>
                      <a:pt x="4268" y="127"/>
                      <a:pt x="3427" y="127"/>
                    </a:cubicBezTo>
                    <a:cubicBezTo>
                      <a:pt x="2586" y="127"/>
                      <a:pt x="1779" y="462"/>
                      <a:pt x="1185" y="1056"/>
                    </a:cubicBezTo>
                    <a:cubicBezTo>
                      <a:pt x="590" y="1651"/>
                      <a:pt x="256" y="2459"/>
                      <a:pt x="256" y="3300"/>
                    </a:cubicBezTo>
                    <a:cubicBezTo>
                      <a:pt x="256" y="4141"/>
                      <a:pt x="590" y="4948"/>
                      <a:pt x="1185" y="5543"/>
                    </a:cubicBezTo>
                    <a:cubicBezTo>
                      <a:pt x="1779" y="6138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15" name="Freeform: Shape 13614">
                <a:extLst>
                  <a:ext uri="{FF2B5EF4-FFF2-40B4-BE49-F238E27FC236}">
                    <a16:creationId xmlns:a16="http://schemas.microsoft.com/office/drawing/2014/main" id="{A42E51CB-B49C-E901-4D78-5964201E4A4C}"/>
                  </a:ext>
                </a:extLst>
              </p:cNvPr>
              <p:cNvSpPr/>
              <p:nvPr/>
            </p:nvSpPr>
            <p:spPr>
              <a:xfrm>
                <a:off x="9654720" y="5096021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7 h 6345"/>
                  <a:gd name="connsiteX5" fmla="*/ 1185 w 6343"/>
                  <a:gd name="connsiteY5" fmla="*/ 1057 h 6345"/>
                  <a:gd name="connsiteX6" fmla="*/ 256 w 6343"/>
                  <a:gd name="connsiteY6" fmla="*/ 3300 h 6345"/>
                  <a:gd name="connsiteX7" fmla="*/ 1185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9" y="6473"/>
                      <a:pt x="5075" y="6138"/>
                      <a:pt x="5670" y="5544"/>
                    </a:cubicBezTo>
                    <a:cubicBezTo>
                      <a:pt x="6265" y="4949"/>
                      <a:pt x="6599" y="4142"/>
                      <a:pt x="6599" y="3300"/>
                    </a:cubicBezTo>
                    <a:cubicBezTo>
                      <a:pt x="6599" y="2459"/>
                      <a:pt x="6265" y="1652"/>
                      <a:pt x="5670" y="1057"/>
                    </a:cubicBezTo>
                    <a:cubicBezTo>
                      <a:pt x="5075" y="462"/>
                      <a:pt x="4269" y="127"/>
                      <a:pt x="3427" y="127"/>
                    </a:cubicBezTo>
                    <a:cubicBezTo>
                      <a:pt x="2586" y="127"/>
                      <a:pt x="1780" y="462"/>
                      <a:pt x="1185" y="1057"/>
                    </a:cubicBezTo>
                    <a:cubicBezTo>
                      <a:pt x="590" y="1652"/>
                      <a:pt x="256" y="2459"/>
                      <a:pt x="256" y="3300"/>
                    </a:cubicBezTo>
                    <a:cubicBezTo>
                      <a:pt x="256" y="4142"/>
                      <a:pt x="590" y="4949"/>
                      <a:pt x="1185" y="5544"/>
                    </a:cubicBezTo>
                    <a:cubicBezTo>
                      <a:pt x="1780" y="6138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16" name="Freeform: Shape 13615">
                <a:extLst>
                  <a:ext uri="{FF2B5EF4-FFF2-40B4-BE49-F238E27FC236}">
                    <a16:creationId xmlns:a16="http://schemas.microsoft.com/office/drawing/2014/main" id="{8FAF30F8-861D-0D26-F13E-F1B16C51DA6E}"/>
                  </a:ext>
                </a:extLst>
              </p:cNvPr>
              <p:cNvSpPr/>
              <p:nvPr/>
            </p:nvSpPr>
            <p:spPr>
              <a:xfrm>
                <a:off x="9655613" y="5097610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5 w 6343"/>
                  <a:gd name="connsiteY5" fmla="*/ 1057 h 6345"/>
                  <a:gd name="connsiteX6" fmla="*/ 256 w 6343"/>
                  <a:gd name="connsiteY6" fmla="*/ 3300 h 6345"/>
                  <a:gd name="connsiteX7" fmla="*/ 1185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9" y="6473"/>
                      <a:pt x="5075" y="6139"/>
                      <a:pt x="5670" y="5544"/>
                    </a:cubicBezTo>
                    <a:cubicBezTo>
                      <a:pt x="6265" y="4949"/>
                      <a:pt x="6599" y="4142"/>
                      <a:pt x="6599" y="3300"/>
                    </a:cubicBezTo>
                    <a:cubicBezTo>
                      <a:pt x="6599" y="2459"/>
                      <a:pt x="6265" y="1652"/>
                      <a:pt x="5670" y="1057"/>
                    </a:cubicBezTo>
                    <a:cubicBezTo>
                      <a:pt x="5075" y="462"/>
                      <a:pt x="4269" y="128"/>
                      <a:pt x="3427" y="128"/>
                    </a:cubicBezTo>
                    <a:cubicBezTo>
                      <a:pt x="2586" y="128"/>
                      <a:pt x="1780" y="462"/>
                      <a:pt x="1185" y="1057"/>
                    </a:cubicBezTo>
                    <a:cubicBezTo>
                      <a:pt x="590" y="1652"/>
                      <a:pt x="256" y="2459"/>
                      <a:pt x="256" y="3300"/>
                    </a:cubicBezTo>
                    <a:cubicBezTo>
                      <a:pt x="256" y="4142"/>
                      <a:pt x="590" y="4949"/>
                      <a:pt x="1185" y="5544"/>
                    </a:cubicBezTo>
                    <a:cubicBezTo>
                      <a:pt x="1780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17" name="Freeform: Shape 13616">
                <a:extLst>
                  <a:ext uri="{FF2B5EF4-FFF2-40B4-BE49-F238E27FC236}">
                    <a16:creationId xmlns:a16="http://schemas.microsoft.com/office/drawing/2014/main" id="{FE9818BE-B511-9136-50C9-EF1A8F9A7667}"/>
                  </a:ext>
                </a:extLst>
              </p:cNvPr>
              <p:cNvSpPr/>
              <p:nvPr/>
            </p:nvSpPr>
            <p:spPr>
              <a:xfrm>
                <a:off x="9655766" y="5099873"/>
                <a:ext cx="6343" cy="6345"/>
              </a:xfrm>
              <a:custGeom>
                <a:avLst/>
                <a:gdLst>
                  <a:gd name="connsiteX0" fmla="*/ 3427 w 6343"/>
                  <a:gd name="connsiteY0" fmla="*/ 6473 h 6345"/>
                  <a:gd name="connsiteX1" fmla="*/ 5670 w 6343"/>
                  <a:gd name="connsiteY1" fmla="*/ 5544 h 6345"/>
                  <a:gd name="connsiteX2" fmla="*/ 6599 w 6343"/>
                  <a:gd name="connsiteY2" fmla="*/ 3300 h 6345"/>
                  <a:gd name="connsiteX3" fmla="*/ 5670 w 6343"/>
                  <a:gd name="connsiteY3" fmla="*/ 1057 h 6345"/>
                  <a:gd name="connsiteX4" fmla="*/ 3427 w 6343"/>
                  <a:gd name="connsiteY4" fmla="*/ 128 h 6345"/>
                  <a:gd name="connsiteX5" fmla="*/ 1185 w 6343"/>
                  <a:gd name="connsiteY5" fmla="*/ 1057 h 6345"/>
                  <a:gd name="connsiteX6" fmla="*/ 256 w 6343"/>
                  <a:gd name="connsiteY6" fmla="*/ 3300 h 6345"/>
                  <a:gd name="connsiteX7" fmla="*/ 1185 w 6343"/>
                  <a:gd name="connsiteY7" fmla="*/ 5544 h 6345"/>
                  <a:gd name="connsiteX8" fmla="*/ 3427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3"/>
                    </a:moveTo>
                    <a:cubicBezTo>
                      <a:pt x="4269" y="6473"/>
                      <a:pt x="5075" y="6139"/>
                      <a:pt x="5670" y="5544"/>
                    </a:cubicBezTo>
                    <a:cubicBezTo>
                      <a:pt x="6265" y="4949"/>
                      <a:pt x="6599" y="4142"/>
                      <a:pt x="6599" y="3300"/>
                    </a:cubicBezTo>
                    <a:cubicBezTo>
                      <a:pt x="6599" y="2459"/>
                      <a:pt x="6265" y="1652"/>
                      <a:pt x="5670" y="1057"/>
                    </a:cubicBezTo>
                    <a:cubicBezTo>
                      <a:pt x="5075" y="462"/>
                      <a:pt x="4269" y="128"/>
                      <a:pt x="3427" y="128"/>
                    </a:cubicBezTo>
                    <a:cubicBezTo>
                      <a:pt x="2586" y="128"/>
                      <a:pt x="1780" y="462"/>
                      <a:pt x="1185" y="1057"/>
                    </a:cubicBezTo>
                    <a:cubicBezTo>
                      <a:pt x="590" y="1652"/>
                      <a:pt x="256" y="2459"/>
                      <a:pt x="256" y="3300"/>
                    </a:cubicBezTo>
                    <a:cubicBezTo>
                      <a:pt x="256" y="4142"/>
                      <a:pt x="590" y="4949"/>
                      <a:pt x="1185" y="5544"/>
                    </a:cubicBezTo>
                    <a:cubicBezTo>
                      <a:pt x="1780" y="6139"/>
                      <a:pt x="2586" y="6473"/>
                      <a:pt x="3427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18" name="Freeform: Shape 13617">
                <a:extLst>
                  <a:ext uri="{FF2B5EF4-FFF2-40B4-BE49-F238E27FC236}">
                    <a16:creationId xmlns:a16="http://schemas.microsoft.com/office/drawing/2014/main" id="{2F15DCD5-A9FA-C781-0F92-0084254D034C}"/>
                  </a:ext>
                </a:extLst>
              </p:cNvPr>
              <p:cNvSpPr/>
              <p:nvPr/>
            </p:nvSpPr>
            <p:spPr>
              <a:xfrm>
                <a:off x="9619562" y="5135074"/>
                <a:ext cx="6343" cy="6345"/>
              </a:xfrm>
              <a:custGeom>
                <a:avLst/>
                <a:gdLst>
                  <a:gd name="connsiteX0" fmla="*/ 3425 w 6343"/>
                  <a:gd name="connsiteY0" fmla="*/ 6476 h 6345"/>
                  <a:gd name="connsiteX1" fmla="*/ 5667 w 6343"/>
                  <a:gd name="connsiteY1" fmla="*/ 5547 h 6345"/>
                  <a:gd name="connsiteX2" fmla="*/ 6596 w 6343"/>
                  <a:gd name="connsiteY2" fmla="*/ 3303 h 6345"/>
                  <a:gd name="connsiteX3" fmla="*/ 5667 w 6343"/>
                  <a:gd name="connsiteY3" fmla="*/ 1060 h 6345"/>
                  <a:gd name="connsiteX4" fmla="*/ 3425 w 6343"/>
                  <a:gd name="connsiteY4" fmla="*/ 130 h 6345"/>
                  <a:gd name="connsiteX5" fmla="*/ 1182 w 6343"/>
                  <a:gd name="connsiteY5" fmla="*/ 1060 h 6345"/>
                  <a:gd name="connsiteX6" fmla="*/ 253 w 6343"/>
                  <a:gd name="connsiteY6" fmla="*/ 3303 h 6345"/>
                  <a:gd name="connsiteX7" fmla="*/ 1182 w 6343"/>
                  <a:gd name="connsiteY7" fmla="*/ 5547 h 6345"/>
                  <a:gd name="connsiteX8" fmla="*/ 3425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6"/>
                    </a:moveTo>
                    <a:cubicBezTo>
                      <a:pt x="4266" y="6476"/>
                      <a:pt x="5073" y="6142"/>
                      <a:pt x="5667" y="5547"/>
                    </a:cubicBezTo>
                    <a:cubicBezTo>
                      <a:pt x="6262" y="4952"/>
                      <a:pt x="6596" y="4145"/>
                      <a:pt x="6596" y="3303"/>
                    </a:cubicBezTo>
                    <a:cubicBezTo>
                      <a:pt x="6596" y="2462"/>
                      <a:pt x="6262" y="1655"/>
                      <a:pt x="5667" y="1060"/>
                    </a:cubicBezTo>
                    <a:cubicBezTo>
                      <a:pt x="5073" y="465"/>
                      <a:pt x="4266" y="130"/>
                      <a:pt x="3425" y="130"/>
                    </a:cubicBezTo>
                    <a:cubicBezTo>
                      <a:pt x="2584" y="130"/>
                      <a:pt x="1777" y="465"/>
                      <a:pt x="1182" y="1060"/>
                    </a:cubicBezTo>
                    <a:cubicBezTo>
                      <a:pt x="587" y="1655"/>
                      <a:pt x="253" y="2462"/>
                      <a:pt x="253" y="3303"/>
                    </a:cubicBezTo>
                    <a:cubicBezTo>
                      <a:pt x="253" y="4145"/>
                      <a:pt x="587" y="4952"/>
                      <a:pt x="1182" y="5547"/>
                    </a:cubicBezTo>
                    <a:cubicBezTo>
                      <a:pt x="1777" y="6142"/>
                      <a:pt x="2584" y="6476"/>
                      <a:pt x="3425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19" name="Freeform: Shape 13618">
                <a:extLst>
                  <a:ext uri="{FF2B5EF4-FFF2-40B4-BE49-F238E27FC236}">
                    <a16:creationId xmlns:a16="http://schemas.microsoft.com/office/drawing/2014/main" id="{D1D40F08-06E8-9B1C-B231-B74B355927B8}"/>
                  </a:ext>
                </a:extLst>
              </p:cNvPr>
              <p:cNvSpPr/>
              <p:nvPr/>
            </p:nvSpPr>
            <p:spPr>
              <a:xfrm>
                <a:off x="9620764" y="5135946"/>
                <a:ext cx="6343" cy="6345"/>
              </a:xfrm>
              <a:custGeom>
                <a:avLst/>
                <a:gdLst>
                  <a:gd name="connsiteX0" fmla="*/ 3425 w 6343"/>
                  <a:gd name="connsiteY0" fmla="*/ 6476 h 6345"/>
                  <a:gd name="connsiteX1" fmla="*/ 5667 w 6343"/>
                  <a:gd name="connsiteY1" fmla="*/ 5547 h 6345"/>
                  <a:gd name="connsiteX2" fmla="*/ 6596 w 6343"/>
                  <a:gd name="connsiteY2" fmla="*/ 3303 h 6345"/>
                  <a:gd name="connsiteX3" fmla="*/ 5667 w 6343"/>
                  <a:gd name="connsiteY3" fmla="*/ 1060 h 6345"/>
                  <a:gd name="connsiteX4" fmla="*/ 3425 w 6343"/>
                  <a:gd name="connsiteY4" fmla="*/ 131 h 6345"/>
                  <a:gd name="connsiteX5" fmla="*/ 1182 w 6343"/>
                  <a:gd name="connsiteY5" fmla="*/ 1060 h 6345"/>
                  <a:gd name="connsiteX6" fmla="*/ 253 w 6343"/>
                  <a:gd name="connsiteY6" fmla="*/ 3303 h 6345"/>
                  <a:gd name="connsiteX7" fmla="*/ 1182 w 6343"/>
                  <a:gd name="connsiteY7" fmla="*/ 5547 h 6345"/>
                  <a:gd name="connsiteX8" fmla="*/ 3425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6"/>
                    </a:moveTo>
                    <a:cubicBezTo>
                      <a:pt x="4266" y="6476"/>
                      <a:pt x="5073" y="6142"/>
                      <a:pt x="5667" y="5547"/>
                    </a:cubicBezTo>
                    <a:cubicBezTo>
                      <a:pt x="6262" y="4952"/>
                      <a:pt x="6596" y="4145"/>
                      <a:pt x="6596" y="3303"/>
                    </a:cubicBezTo>
                    <a:cubicBezTo>
                      <a:pt x="6596" y="2462"/>
                      <a:pt x="6262" y="1655"/>
                      <a:pt x="5667" y="1060"/>
                    </a:cubicBezTo>
                    <a:cubicBezTo>
                      <a:pt x="5073" y="465"/>
                      <a:pt x="4266" y="131"/>
                      <a:pt x="3425" y="131"/>
                    </a:cubicBezTo>
                    <a:cubicBezTo>
                      <a:pt x="2584" y="131"/>
                      <a:pt x="1777" y="465"/>
                      <a:pt x="1182" y="1060"/>
                    </a:cubicBezTo>
                    <a:cubicBezTo>
                      <a:pt x="587" y="1655"/>
                      <a:pt x="253" y="2462"/>
                      <a:pt x="253" y="3303"/>
                    </a:cubicBezTo>
                    <a:cubicBezTo>
                      <a:pt x="253" y="4145"/>
                      <a:pt x="587" y="4952"/>
                      <a:pt x="1182" y="5547"/>
                    </a:cubicBezTo>
                    <a:cubicBezTo>
                      <a:pt x="1777" y="6142"/>
                      <a:pt x="2584" y="6476"/>
                      <a:pt x="3425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20" name="Freeform: Shape 13619">
                <a:extLst>
                  <a:ext uri="{FF2B5EF4-FFF2-40B4-BE49-F238E27FC236}">
                    <a16:creationId xmlns:a16="http://schemas.microsoft.com/office/drawing/2014/main" id="{9BF9B836-B793-25DE-22BD-495CA6EEF5C0}"/>
                  </a:ext>
                </a:extLst>
              </p:cNvPr>
              <p:cNvSpPr/>
              <p:nvPr/>
            </p:nvSpPr>
            <p:spPr>
              <a:xfrm>
                <a:off x="9586752" y="5167970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59" y="4954"/>
                      <a:pt x="6594" y="4147"/>
                      <a:pt x="6594" y="3306"/>
                    </a:cubicBezTo>
                    <a:cubicBezTo>
                      <a:pt x="6594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0" y="2464"/>
                      <a:pt x="250" y="3306"/>
                    </a:cubicBezTo>
                    <a:cubicBezTo>
                      <a:pt x="250" y="4147"/>
                      <a:pt x="585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21" name="Freeform: Shape 13620">
                <a:extLst>
                  <a:ext uri="{FF2B5EF4-FFF2-40B4-BE49-F238E27FC236}">
                    <a16:creationId xmlns:a16="http://schemas.microsoft.com/office/drawing/2014/main" id="{6D95BB4E-CF3F-10D2-C9E6-B791EAE84364}"/>
                  </a:ext>
                </a:extLst>
              </p:cNvPr>
              <p:cNvSpPr/>
              <p:nvPr/>
            </p:nvSpPr>
            <p:spPr>
              <a:xfrm>
                <a:off x="9591694" y="5169910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8"/>
                      <a:pt x="4264" y="133"/>
                      <a:pt x="3422" y="133"/>
                    </a:cubicBezTo>
                    <a:cubicBezTo>
                      <a:pt x="2581" y="133"/>
                      <a:pt x="1775" y="468"/>
                      <a:pt x="1180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22" name="Freeform: Shape 13621">
                <a:extLst>
                  <a:ext uri="{FF2B5EF4-FFF2-40B4-BE49-F238E27FC236}">
                    <a16:creationId xmlns:a16="http://schemas.microsoft.com/office/drawing/2014/main" id="{DA58E373-2368-D294-B5C9-183A8F85BA3B}"/>
                  </a:ext>
                </a:extLst>
              </p:cNvPr>
              <p:cNvSpPr/>
              <p:nvPr/>
            </p:nvSpPr>
            <p:spPr>
              <a:xfrm>
                <a:off x="9592833" y="5170500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7"/>
                      <a:pt x="5665" y="1063"/>
                    </a:cubicBezTo>
                    <a:cubicBezTo>
                      <a:pt x="5070" y="468"/>
                      <a:pt x="4264" y="133"/>
                      <a:pt x="3423" y="133"/>
                    </a:cubicBezTo>
                    <a:cubicBezTo>
                      <a:pt x="2581" y="133"/>
                      <a:pt x="1775" y="468"/>
                      <a:pt x="1180" y="1063"/>
                    </a:cubicBezTo>
                    <a:cubicBezTo>
                      <a:pt x="585" y="1657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23" name="Freeform: Shape 13622">
                <a:extLst>
                  <a:ext uri="{FF2B5EF4-FFF2-40B4-BE49-F238E27FC236}">
                    <a16:creationId xmlns:a16="http://schemas.microsoft.com/office/drawing/2014/main" id="{C422B94B-CE2D-0F1B-A67A-63FB421FD496}"/>
                  </a:ext>
                </a:extLst>
              </p:cNvPr>
              <p:cNvSpPr/>
              <p:nvPr/>
            </p:nvSpPr>
            <p:spPr>
              <a:xfrm>
                <a:off x="9594066" y="5171021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24" name="Freeform: Shape 13623">
                <a:extLst>
                  <a:ext uri="{FF2B5EF4-FFF2-40B4-BE49-F238E27FC236}">
                    <a16:creationId xmlns:a16="http://schemas.microsoft.com/office/drawing/2014/main" id="{57B21F5F-68E9-4FEA-4117-BCDBE51FC276}"/>
                  </a:ext>
                </a:extLst>
              </p:cNvPr>
              <p:cNvSpPr/>
              <p:nvPr/>
            </p:nvSpPr>
            <p:spPr>
              <a:xfrm>
                <a:off x="9595442" y="5171436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5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5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25" name="Freeform: Shape 13624">
                <a:extLst>
                  <a:ext uri="{FF2B5EF4-FFF2-40B4-BE49-F238E27FC236}">
                    <a16:creationId xmlns:a16="http://schemas.microsoft.com/office/drawing/2014/main" id="{071463D8-CAC3-CC2E-2E20-73D325BFD938}"/>
                  </a:ext>
                </a:extLst>
              </p:cNvPr>
              <p:cNvSpPr/>
              <p:nvPr/>
            </p:nvSpPr>
            <p:spPr>
              <a:xfrm>
                <a:off x="9597205" y="517155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4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5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5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26" name="Freeform: Shape 13625">
                <a:extLst>
                  <a:ext uri="{FF2B5EF4-FFF2-40B4-BE49-F238E27FC236}">
                    <a16:creationId xmlns:a16="http://schemas.microsoft.com/office/drawing/2014/main" id="{0D52782C-4C75-D6EA-21CA-3C9AB45BCFC6}"/>
                  </a:ext>
                </a:extLst>
              </p:cNvPr>
              <p:cNvSpPr/>
              <p:nvPr/>
            </p:nvSpPr>
            <p:spPr>
              <a:xfrm>
                <a:off x="9598972" y="517168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0" y="4955"/>
                      <a:pt x="6595" y="4147"/>
                      <a:pt x="6595" y="3306"/>
                    </a:cubicBezTo>
                    <a:cubicBezTo>
                      <a:pt x="6595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1" y="2465"/>
                      <a:pt x="251" y="3306"/>
                    </a:cubicBezTo>
                    <a:cubicBezTo>
                      <a:pt x="251" y="4147"/>
                      <a:pt x="586" y="4955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27" name="Freeform: Shape 13626">
                <a:extLst>
                  <a:ext uri="{FF2B5EF4-FFF2-40B4-BE49-F238E27FC236}">
                    <a16:creationId xmlns:a16="http://schemas.microsoft.com/office/drawing/2014/main" id="{BB2960E0-4E3E-BE2E-8352-7220660C85F1}"/>
                  </a:ext>
                </a:extLst>
              </p:cNvPr>
              <p:cNvSpPr/>
              <p:nvPr/>
            </p:nvSpPr>
            <p:spPr>
              <a:xfrm>
                <a:off x="9600938" y="517168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49"/>
                    </a:cubicBezTo>
                    <a:cubicBezTo>
                      <a:pt x="6261" y="4955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5"/>
                      <a:pt x="1181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28" name="Freeform: Shape 13627">
                <a:extLst>
                  <a:ext uri="{FF2B5EF4-FFF2-40B4-BE49-F238E27FC236}">
                    <a16:creationId xmlns:a16="http://schemas.microsoft.com/office/drawing/2014/main" id="{D5BAFE18-7AD6-01D9-1716-F3A0D991EF31}"/>
                  </a:ext>
                </a:extLst>
              </p:cNvPr>
              <p:cNvSpPr/>
              <p:nvPr/>
            </p:nvSpPr>
            <p:spPr>
              <a:xfrm>
                <a:off x="9602665" y="5171896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50"/>
                    </a:cubicBezTo>
                    <a:cubicBezTo>
                      <a:pt x="6261" y="4955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5"/>
                      <a:pt x="1181" y="5550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29" name="Freeform: Shape 13628">
                <a:extLst>
                  <a:ext uri="{FF2B5EF4-FFF2-40B4-BE49-F238E27FC236}">
                    <a16:creationId xmlns:a16="http://schemas.microsoft.com/office/drawing/2014/main" id="{100C3488-ACB6-8E06-92E5-823591E1FEAE}"/>
                  </a:ext>
                </a:extLst>
              </p:cNvPr>
              <p:cNvSpPr/>
              <p:nvPr/>
            </p:nvSpPr>
            <p:spPr>
              <a:xfrm>
                <a:off x="9605035" y="517163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4"/>
                      <a:pt x="5666" y="5549"/>
                    </a:cubicBezTo>
                    <a:cubicBezTo>
                      <a:pt x="6261" y="4955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3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5"/>
                      <a:pt x="1181" y="5549"/>
                    </a:cubicBezTo>
                    <a:cubicBezTo>
                      <a:pt x="1776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30" name="Freeform: Shape 13629">
                <a:extLst>
                  <a:ext uri="{FF2B5EF4-FFF2-40B4-BE49-F238E27FC236}">
                    <a16:creationId xmlns:a16="http://schemas.microsoft.com/office/drawing/2014/main" id="{1B1DFA92-B41A-9414-2B31-36CAC4194944}"/>
                  </a:ext>
                </a:extLst>
              </p:cNvPr>
              <p:cNvSpPr/>
              <p:nvPr/>
            </p:nvSpPr>
            <p:spPr>
              <a:xfrm>
                <a:off x="9607266" y="5171508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49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49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49"/>
                    </a:cubicBezTo>
                    <a:cubicBezTo>
                      <a:pt x="6261" y="4955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5"/>
                      <a:pt x="1181" y="5549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31" name="Freeform: Shape 13630">
                <a:extLst>
                  <a:ext uri="{FF2B5EF4-FFF2-40B4-BE49-F238E27FC236}">
                    <a16:creationId xmlns:a16="http://schemas.microsoft.com/office/drawing/2014/main" id="{3BEF61BD-575F-3AFC-5839-D091BB753FF2}"/>
                  </a:ext>
                </a:extLst>
              </p:cNvPr>
              <p:cNvSpPr/>
              <p:nvPr/>
            </p:nvSpPr>
            <p:spPr>
              <a:xfrm>
                <a:off x="9608958" y="5171810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50"/>
                    </a:cubicBezTo>
                    <a:cubicBezTo>
                      <a:pt x="6261" y="4955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5"/>
                      <a:pt x="1181" y="5550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32" name="Freeform: Shape 13631">
                <a:extLst>
                  <a:ext uri="{FF2B5EF4-FFF2-40B4-BE49-F238E27FC236}">
                    <a16:creationId xmlns:a16="http://schemas.microsoft.com/office/drawing/2014/main" id="{05FDB79D-F78B-41B9-70C3-85ADB4ABED65}"/>
                  </a:ext>
                </a:extLst>
              </p:cNvPr>
              <p:cNvSpPr/>
              <p:nvPr/>
            </p:nvSpPr>
            <p:spPr>
              <a:xfrm>
                <a:off x="9610253" y="5172420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5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8"/>
                      <a:pt x="587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33" name="Freeform: Shape 13632">
                <a:extLst>
                  <a:ext uri="{FF2B5EF4-FFF2-40B4-BE49-F238E27FC236}">
                    <a16:creationId xmlns:a16="http://schemas.microsoft.com/office/drawing/2014/main" id="{D8505918-7E4F-284A-A081-953F8C230A23}"/>
                  </a:ext>
                </a:extLst>
              </p:cNvPr>
              <p:cNvSpPr/>
              <p:nvPr/>
            </p:nvSpPr>
            <p:spPr>
              <a:xfrm>
                <a:off x="9611597" y="517300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1" y="4955"/>
                      <a:pt x="6596" y="4148"/>
                      <a:pt x="6596" y="3306"/>
                    </a:cubicBezTo>
                    <a:cubicBezTo>
                      <a:pt x="6596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8"/>
                      <a:pt x="587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34" name="Freeform: Shape 13633">
                <a:extLst>
                  <a:ext uri="{FF2B5EF4-FFF2-40B4-BE49-F238E27FC236}">
                    <a16:creationId xmlns:a16="http://schemas.microsoft.com/office/drawing/2014/main" id="{92818DFA-790E-58B2-AE7C-8853A2CAEEEC}"/>
                  </a:ext>
                </a:extLst>
              </p:cNvPr>
              <p:cNvSpPr/>
              <p:nvPr/>
            </p:nvSpPr>
            <p:spPr>
              <a:xfrm>
                <a:off x="9672236" y="5162942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5 h 6345"/>
                  <a:gd name="connsiteX3" fmla="*/ 5671 w 6343"/>
                  <a:gd name="connsiteY3" fmla="*/ 1062 h 6345"/>
                  <a:gd name="connsiteX4" fmla="*/ 3429 w 6343"/>
                  <a:gd name="connsiteY4" fmla="*/ 133 h 6345"/>
                  <a:gd name="connsiteX5" fmla="*/ 1186 w 6343"/>
                  <a:gd name="connsiteY5" fmla="*/ 1062 h 6345"/>
                  <a:gd name="connsiteX6" fmla="*/ 257 w 6343"/>
                  <a:gd name="connsiteY6" fmla="*/ 3305 h 6345"/>
                  <a:gd name="connsiteX7" fmla="*/ 1186 w 6343"/>
                  <a:gd name="connsiteY7" fmla="*/ 5549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0" y="6478"/>
                      <a:pt x="5077" y="6144"/>
                      <a:pt x="5671" y="5549"/>
                    </a:cubicBezTo>
                    <a:cubicBezTo>
                      <a:pt x="6266" y="4954"/>
                      <a:pt x="6600" y="4147"/>
                      <a:pt x="6600" y="3305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7" y="467"/>
                      <a:pt x="4270" y="133"/>
                      <a:pt x="3429" y="133"/>
                    </a:cubicBezTo>
                    <a:cubicBezTo>
                      <a:pt x="2588" y="133"/>
                      <a:pt x="1781" y="467"/>
                      <a:pt x="1186" y="1062"/>
                    </a:cubicBezTo>
                    <a:cubicBezTo>
                      <a:pt x="591" y="1657"/>
                      <a:pt x="257" y="2464"/>
                      <a:pt x="257" y="3305"/>
                    </a:cubicBezTo>
                    <a:cubicBezTo>
                      <a:pt x="257" y="4147"/>
                      <a:pt x="591" y="4954"/>
                      <a:pt x="1186" y="5549"/>
                    </a:cubicBezTo>
                    <a:cubicBezTo>
                      <a:pt x="1781" y="6144"/>
                      <a:pt x="2588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35" name="Freeform: Shape 13634">
                <a:extLst>
                  <a:ext uri="{FF2B5EF4-FFF2-40B4-BE49-F238E27FC236}">
                    <a16:creationId xmlns:a16="http://schemas.microsoft.com/office/drawing/2014/main" id="{B7DFF24E-5DD4-503D-0C29-660AF2DC80DD}"/>
                  </a:ext>
                </a:extLst>
              </p:cNvPr>
              <p:cNvSpPr/>
              <p:nvPr/>
            </p:nvSpPr>
            <p:spPr>
              <a:xfrm>
                <a:off x="9693758" y="5546457"/>
                <a:ext cx="6343" cy="6345"/>
              </a:xfrm>
              <a:custGeom>
                <a:avLst/>
                <a:gdLst>
                  <a:gd name="connsiteX0" fmla="*/ 3430 w 6343"/>
                  <a:gd name="connsiteY0" fmla="*/ 6508 h 6345"/>
                  <a:gd name="connsiteX1" fmla="*/ 5673 w 6343"/>
                  <a:gd name="connsiteY1" fmla="*/ 5579 h 6345"/>
                  <a:gd name="connsiteX2" fmla="*/ 6602 w 6343"/>
                  <a:gd name="connsiteY2" fmla="*/ 3336 h 6345"/>
                  <a:gd name="connsiteX3" fmla="*/ 5673 w 6343"/>
                  <a:gd name="connsiteY3" fmla="*/ 1092 h 6345"/>
                  <a:gd name="connsiteX4" fmla="*/ 3430 w 6343"/>
                  <a:gd name="connsiteY4" fmla="*/ 163 h 6345"/>
                  <a:gd name="connsiteX5" fmla="*/ 1188 w 6343"/>
                  <a:gd name="connsiteY5" fmla="*/ 1092 h 6345"/>
                  <a:gd name="connsiteX6" fmla="*/ 259 w 6343"/>
                  <a:gd name="connsiteY6" fmla="*/ 3336 h 6345"/>
                  <a:gd name="connsiteX7" fmla="*/ 1188 w 6343"/>
                  <a:gd name="connsiteY7" fmla="*/ 5579 h 6345"/>
                  <a:gd name="connsiteX8" fmla="*/ 343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8"/>
                    </a:moveTo>
                    <a:cubicBezTo>
                      <a:pt x="4272" y="6508"/>
                      <a:pt x="5078" y="6174"/>
                      <a:pt x="5673" y="5579"/>
                    </a:cubicBezTo>
                    <a:cubicBezTo>
                      <a:pt x="6268" y="4984"/>
                      <a:pt x="6602" y="4177"/>
                      <a:pt x="6602" y="3336"/>
                    </a:cubicBezTo>
                    <a:cubicBezTo>
                      <a:pt x="6602" y="2494"/>
                      <a:pt x="6268" y="1687"/>
                      <a:pt x="5673" y="1092"/>
                    </a:cubicBezTo>
                    <a:cubicBezTo>
                      <a:pt x="5078" y="497"/>
                      <a:pt x="4272" y="163"/>
                      <a:pt x="3430" y="163"/>
                    </a:cubicBezTo>
                    <a:cubicBezTo>
                      <a:pt x="2589" y="163"/>
                      <a:pt x="1783" y="497"/>
                      <a:pt x="1188" y="1092"/>
                    </a:cubicBezTo>
                    <a:cubicBezTo>
                      <a:pt x="593" y="1687"/>
                      <a:pt x="259" y="2494"/>
                      <a:pt x="259" y="3336"/>
                    </a:cubicBezTo>
                    <a:cubicBezTo>
                      <a:pt x="259" y="4177"/>
                      <a:pt x="593" y="4984"/>
                      <a:pt x="1188" y="5579"/>
                    </a:cubicBezTo>
                    <a:cubicBezTo>
                      <a:pt x="1783" y="6174"/>
                      <a:pt x="2589" y="6508"/>
                      <a:pt x="343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36" name="Freeform: Shape 13635">
                <a:extLst>
                  <a:ext uri="{FF2B5EF4-FFF2-40B4-BE49-F238E27FC236}">
                    <a16:creationId xmlns:a16="http://schemas.microsoft.com/office/drawing/2014/main" id="{F2C7C175-53A3-78F8-30EC-BC303B9D263F}"/>
                  </a:ext>
                </a:extLst>
              </p:cNvPr>
              <p:cNvSpPr/>
              <p:nvPr/>
            </p:nvSpPr>
            <p:spPr>
              <a:xfrm>
                <a:off x="9685165" y="5540766"/>
                <a:ext cx="6343" cy="6345"/>
              </a:xfrm>
              <a:custGeom>
                <a:avLst/>
                <a:gdLst>
                  <a:gd name="connsiteX0" fmla="*/ 3430 w 6343"/>
                  <a:gd name="connsiteY0" fmla="*/ 6508 h 6345"/>
                  <a:gd name="connsiteX1" fmla="*/ 5672 w 6343"/>
                  <a:gd name="connsiteY1" fmla="*/ 5579 h 6345"/>
                  <a:gd name="connsiteX2" fmla="*/ 6601 w 6343"/>
                  <a:gd name="connsiteY2" fmla="*/ 3335 h 6345"/>
                  <a:gd name="connsiteX3" fmla="*/ 5672 w 6343"/>
                  <a:gd name="connsiteY3" fmla="*/ 1092 h 6345"/>
                  <a:gd name="connsiteX4" fmla="*/ 3430 w 6343"/>
                  <a:gd name="connsiteY4" fmla="*/ 162 h 6345"/>
                  <a:gd name="connsiteX5" fmla="*/ 1187 w 6343"/>
                  <a:gd name="connsiteY5" fmla="*/ 1092 h 6345"/>
                  <a:gd name="connsiteX6" fmla="*/ 258 w 6343"/>
                  <a:gd name="connsiteY6" fmla="*/ 3335 h 6345"/>
                  <a:gd name="connsiteX7" fmla="*/ 1187 w 6343"/>
                  <a:gd name="connsiteY7" fmla="*/ 5579 h 6345"/>
                  <a:gd name="connsiteX8" fmla="*/ 343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8"/>
                    </a:moveTo>
                    <a:cubicBezTo>
                      <a:pt x="4271" y="6508"/>
                      <a:pt x="5078" y="6174"/>
                      <a:pt x="5672" y="5579"/>
                    </a:cubicBezTo>
                    <a:cubicBezTo>
                      <a:pt x="6267" y="4984"/>
                      <a:pt x="6601" y="4177"/>
                      <a:pt x="6601" y="3335"/>
                    </a:cubicBezTo>
                    <a:cubicBezTo>
                      <a:pt x="6601" y="2494"/>
                      <a:pt x="6267" y="1687"/>
                      <a:pt x="5672" y="1092"/>
                    </a:cubicBezTo>
                    <a:cubicBezTo>
                      <a:pt x="5078" y="497"/>
                      <a:pt x="4271" y="162"/>
                      <a:pt x="3430" y="162"/>
                    </a:cubicBezTo>
                    <a:cubicBezTo>
                      <a:pt x="2589" y="162"/>
                      <a:pt x="1782" y="497"/>
                      <a:pt x="1187" y="1092"/>
                    </a:cubicBezTo>
                    <a:cubicBezTo>
                      <a:pt x="592" y="1687"/>
                      <a:pt x="258" y="2494"/>
                      <a:pt x="258" y="3335"/>
                    </a:cubicBezTo>
                    <a:cubicBezTo>
                      <a:pt x="258" y="4177"/>
                      <a:pt x="592" y="4984"/>
                      <a:pt x="1187" y="5579"/>
                    </a:cubicBezTo>
                    <a:cubicBezTo>
                      <a:pt x="1782" y="6174"/>
                      <a:pt x="2589" y="6508"/>
                      <a:pt x="343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37" name="Freeform: Shape 13636">
                <a:extLst>
                  <a:ext uri="{FF2B5EF4-FFF2-40B4-BE49-F238E27FC236}">
                    <a16:creationId xmlns:a16="http://schemas.microsoft.com/office/drawing/2014/main" id="{A9EBCC48-9FAB-3E2E-1078-554133F81332}"/>
                  </a:ext>
                </a:extLst>
              </p:cNvPr>
              <p:cNvSpPr/>
              <p:nvPr/>
            </p:nvSpPr>
            <p:spPr>
              <a:xfrm>
                <a:off x="9682617" y="5541170"/>
                <a:ext cx="6343" cy="6345"/>
              </a:xfrm>
              <a:custGeom>
                <a:avLst/>
                <a:gdLst>
                  <a:gd name="connsiteX0" fmla="*/ 3430 w 6343"/>
                  <a:gd name="connsiteY0" fmla="*/ 6508 h 6345"/>
                  <a:gd name="connsiteX1" fmla="*/ 5672 w 6343"/>
                  <a:gd name="connsiteY1" fmla="*/ 5579 h 6345"/>
                  <a:gd name="connsiteX2" fmla="*/ 6601 w 6343"/>
                  <a:gd name="connsiteY2" fmla="*/ 3335 h 6345"/>
                  <a:gd name="connsiteX3" fmla="*/ 5672 w 6343"/>
                  <a:gd name="connsiteY3" fmla="*/ 1092 h 6345"/>
                  <a:gd name="connsiteX4" fmla="*/ 3430 w 6343"/>
                  <a:gd name="connsiteY4" fmla="*/ 162 h 6345"/>
                  <a:gd name="connsiteX5" fmla="*/ 1187 w 6343"/>
                  <a:gd name="connsiteY5" fmla="*/ 1092 h 6345"/>
                  <a:gd name="connsiteX6" fmla="*/ 258 w 6343"/>
                  <a:gd name="connsiteY6" fmla="*/ 3335 h 6345"/>
                  <a:gd name="connsiteX7" fmla="*/ 1187 w 6343"/>
                  <a:gd name="connsiteY7" fmla="*/ 5579 h 6345"/>
                  <a:gd name="connsiteX8" fmla="*/ 343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8"/>
                    </a:moveTo>
                    <a:cubicBezTo>
                      <a:pt x="4271" y="6508"/>
                      <a:pt x="5077" y="6174"/>
                      <a:pt x="5672" y="5579"/>
                    </a:cubicBezTo>
                    <a:cubicBezTo>
                      <a:pt x="6267" y="4984"/>
                      <a:pt x="6601" y="4177"/>
                      <a:pt x="6601" y="3335"/>
                    </a:cubicBezTo>
                    <a:cubicBezTo>
                      <a:pt x="6601" y="2494"/>
                      <a:pt x="6267" y="1687"/>
                      <a:pt x="5672" y="1092"/>
                    </a:cubicBezTo>
                    <a:cubicBezTo>
                      <a:pt x="5077" y="497"/>
                      <a:pt x="4271" y="162"/>
                      <a:pt x="3430" y="162"/>
                    </a:cubicBezTo>
                    <a:cubicBezTo>
                      <a:pt x="2588" y="162"/>
                      <a:pt x="1782" y="497"/>
                      <a:pt x="1187" y="1092"/>
                    </a:cubicBezTo>
                    <a:cubicBezTo>
                      <a:pt x="592" y="1687"/>
                      <a:pt x="258" y="2494"/>
                      <a:pt x="258" y="3335"/>
                    </a:cubicBezTo>
                    <a:cubicBezTo>
                      <a:pt x="258" y="4177"/>
                      <a:pt x="592" y="4984"/>
                      <a:pt x="1187" y="5579"/>
                    </a:cubicBezTo>
                    <a:cubicBezTo>
                      <a:pt x="1782" y="6174"/>
                      <a:pt x="2588" y="6508"/>
                      <a:pt x="343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38" name="Freeform: Shape 13637">
                <a:extLst>
                  <a:ext uri="{FF2B5EF4-FFF2-40B4-BE49-F238E27FC236}">
                    <a16:creationId xmlns:a16="http://schemas.microsoft.com/office/drawing/2014/main" id="{D18AFB75-AF9E-9F5B-D738-E0FDBF302B1D}"/>
                  </a:ext>
                </a:extLst>
              </p:cNvPr>
              <p:cNvSpPr/>
              <p:nvPr/>
            </p:nvSpPr>
            <p:spPr>
              <a:xfrm>
                <a:off x="9679647" y="5541104"/>
                <a:ext cx="6343" cy="6345"/>
              </a:xfrm>
              <a:custGeom>
                <a:avLst/>
                <a:gdLst>
                  <a:gd name="connsiteX0" fmla="*/ 3429 w 6343"/>
                  <a:gd name="connsiteY0" fmla="*/ 6508 h 6345"/>
                  <a:gd name="connsiteX1" fmla="*/ 5672 w 6343"/>
                  <a:gd name="connsiteY1" fmla="*/ 5579 h 6345"/>
                  <a:gd name="connsiteX2" fmla="*/ 6601 w 6343"/>
                  <a:gd name="connsiteY2" fmla="*/ 3335 h 6345"/>
                  <a:gd name="connsiteX3" fmla="*/ 5672 w 6343"/>
                  <a:gd name="connsiteY3" fmla="*/ 1092 h 6345"/>
                  <a:gd name="connsiteX4" fmla="*/ 3429 w 6343"/>
                  <a:gd name="connsiteY4" fmla="*/ 162 h 6345"/>
                  <a:gd name="connsiteX5" fmla="*/ 1187 w 6343"/>
                  <a:gd name="connsiteY5" fmla="*/ 1092 h 6345"/>
                  <a:gd name="connsiteX6" fmla="*/ 258 w 6343"/>
                  <a:gd name="connsiteY6" fmla="*/ 3335 h 6345"/>
                  <a:gd name="connsiteX7" fmla="*/ 1187 w 6343"/>
                  <a:gd name="connsiteY7" fmla="*/ 5579 h 6345"/>
                  <a:gd name="connsiteX8" fmla="*/ 342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08"/>
                    </a:moveTo>
                    <a:cubicBezTo>
                      <a:pt x="4270" y="6508"/>
                      <a:pt x="5077" y="6174"/>
                      <a:pt x="5672" y="5579"/>
                    </a:cubicBezTo>
                    <a:cubicBezTo>
                      <a:pt x="6267" y="4984"/>
                      <a:pt x="6601" y="4177"/>
                      <a:pt x="6601" y="3335"/>
                    </a:cubicBezTo>
                    <a:cubicBezTo>
                      <a:pt x="6601" y="2494"/>
                      <a:pt x="6267" y="1687"/>
                      <a:pt x="5672" y="1092"/>
                    </a:cubicBezTo>
                    <a:cubicBezTo>
                      <a:pt x="5077" y="497"/>
                      <a:pt x="4270" y="162"/>
                      <a:pt x="3429" y="162"/>
                    </a:cubicBezTo>
                    <a:cubicBezTo>
                      <a:pt x="2588" y="162"/>
                      <a:pt x="1781" y="497"/>
                      <a:pt x="1187" y="1092"/>
                    </a:cubicBezTo>
                    <a:cubicBezTo>
                      <a:pt x="592" y="1687"/>
                      <a:pt x="258" y="2494"/>
                      <a:pt x="258" y="3335"/>
                    </a:cubicBezTo>
                    <a:cubicBezTo>
                      <a:pt x="258" y="4177"/>
                      <a:pt x="592" y="4984"/>
                      <a:pt x="1187" y="5579"/>
                    </a:cubicBezTo>
                    <a:cubicBezTo>
                      <a:pt x="1781" y="6174"/>
                      <a:pt x="2588" y="6508"/>
                      <a:pt x="342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39" name="Freeform: Shape 13638">
                <a:extLst>
                  <a:ext uri="{FF2B5EF4-FFF2-40B4-BE49-F238E27FC236}">
                    <a16:creationId xmlns:a16="http://schemas.microsoft.com/office/drawing/2014/main" id="{6680A162-7C28-938F-B5DD-4A5B44CE83AA}"/>
                  </a:ext>
                </a:extLst>
              </p:cNvPr>
              <p:cNvSpPr/>
              <p:nvPr/>
            </p:nvSpPr>
            <p:spPr>
              <a:xfrm>
                <a:off x="9676898" y="5541237"/>
                <a:ext cx="6343" cy="6345"/>
              </a:xfrm>
              <a:custGeom>
                <a:avLst/>
                <a:gdLst>
                  <a:gd name="connsiteX0" fmla="*/ 3429 w 6343"/>
                  <a:gd name="connsiteY0" fmla="*/ 6508 h 6345"/>
                  <a:gd name="connsiteX1" fmla="*/ 5672 w 6343"/>
                  <a:gd name="connsiteY1" fmla="*/ 5579 h 6345"/>
                  <a:gd name="connsiteX2" fmla="*/ 6601 w 6343"/>
                  <a:gd name="connsiteY2" fmla="*/ 3335 h 6345"/>
                  <a:gd name="connsiteX3" fmla="*/ 5672 w 6343"/>
                  <a:gd name="connsiteY3" fmla="*/ 1092 h 6345"/>
                  <a:gd name="connsiteX4" fmla="*/ 3429 w 6343"/>
                  <a:gd name="connsiteY4" fmla="*/ 162 h 6345"/>
                  <a:gd name="connsiteX5" fmla="*/ 1187 w 6343"/>
                  <a:gd name="connsiteY5" fmla="*/ 1092 h 6345"/>
                  <a:gd name="connsiteX6" fmla="*/ 258 w 6343"/>
                  <a:gd name="connsiteY6" fmla="*/ 3335 h 6345"/>
                  <a:gd name="connsiteX7" fmla="*/ 1187 w 6343"/>
                  <a:gd name="connsiteY7" fmla="*/ 5579 h 6345"/>
                  <a:gd name="connsiteX8" fmla="*/ 342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08"/>
                    </a:moveTo>
                    <a:cubicBezTo>
                      <a:pt x="4270" y="6508"/>
                      <a:pt x="5077" y="6174"/>
                      <a:pt x="5672" y="5579"/>
                    </a:cubicBezTo>
                    <a:cubicBezTo>
                      <a:pt x="6267" y="4984"/>
                      <a:pt x="6601" y="4177"/>
                      <a:pt x="6601" y="3335"/>
                    </a:cubicBezTo>
                    <a:cubicBezTo>
                      <a:pt x="6601" y="2494"/>
                      <a:pt x="6267" y="1687"/>
                      <a:pt x="5672" y="1092"/>
                    </a:cubicBezTo>
                    <a:cubicBezTo>
                      <a:pt x="5077" y="497"/>
                      <a:pt x="4270" y="162"/>
                      <a:pt x="3429" y="162"/>
                    </a:cubicBezTo>
                    <a:cubicBezTo>
                      <a:pt x="2588" y="162"/>
                      <a:pt x="1781" y="497"/>
                      <a:pt x="1187" y="1092"/>
                    </a:cubicBezTo>
                    <a:cubicBezTo>
                      <a:pt x="592" y="1687"/>
                      <a:pt x="258" y="2494"/>
                      <a:pt x="258" y="3335"/>
                    </a:cubicBezTo>
                    <a:cubicBezTo>
                      <a:pt x="258" y="4177"/>
                      <a:pt x="592" y="4984"/>
                      <a:pt x="1187" y="5579"/>
                    </a:cubicBezTo>
                    <a:cubicBezTo>
                      <a:pt x="1781" y="6174"/>
                      <a:pt x="2588" y="6508"/>
                      <a:pt x="342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40" name="Freeform: Shape 13639">
                <a:extLst>
                  <a:ext uri="{FF2B5EF4-FFF2-40B4-BE49-F238E27FC236}">
                    <a16:creationId xmlns:a16="http://schemas.microsoft.com/office/drawing/2014/main" id="{80DC5092-7428-E06B-B91C-24F846A51751}"/>
                  </a:ext>
                </a:extLst>
              </p:cNvPr>
              <p:cNvSpPr/>
              <p:nvPr/>
            </p:nvSpPr>
            <p:spPr>
              <a:xfrm>
                <a:off x="9673610" y="5540756"/>
                <a:ext cx="6343" cy="6345"/>
              </a:xfrm>
              <a:custGeom>
                <a:avLst/>
                <a:gdLst>
                  <a:gd name="connsiteX0" fmla="*/ 3429 w 6343"/>
                  <a:gd name="connsiteY0" fmla="*/ 6508 h 6345"/>
                  <a:gd name="connsiteX1" fmla="*/ 5672 w 6343"/>
                  <a:gd name="connsiteY1" fmla="*/ 5579 h 6345"/>
                  <a:gd name="connsiteX2" fmla="*/ 6600 w 6343"/>
                  <a:gd name="connsiteY2" fmla="*/ 3335 h 6345"/>
                  <a:gd name="connsiteX3" fmla="*/ 5672 w 6343"/>
                  <a:gd name="connsiteY3" fmla="*/ 1092 h 6345"/>
                  <a:gd name="connsiteX4" fmla="*/ 3429 w 6343"/>
                  <a:gd name="connsiteY4" fmla="*/ 162 h 6345"/>
                  <a:gd name="connsiteX5" fmla="*/ 1186 w 6343"/>
                  <a:gd name="connsiteY5" fmla="*/ 1092 h 6345"/>
                  <a:gd name="connsiteX6" fmla="*/ 257 w 6343"/>
                  <a:gd name="connsiteY6" fmla="*/ 3335 h 6345"/>
                  <a:gd name="connsiteX7" fmla="*/ 1186 w 6343"/>
                  <a:gd name="connsiteY7" fmla="*/ 5579 h 6345"/>
                  <a:gd name="connsiteX8" fmla="*/ 342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08"/>
                    </a:moveTo>
                    <a:cubicBezTo>
                      <a:pt x="4270" y="6508"/>
                      <a:pt x="5077" y="6174"/>
                      <a:pt x="5672" y="5579"/>
                    </a:cubicBezTo>
                    <a:cubicBezTo>
                      <a:pt x="6266" y="4984"/>
                      <a:pt x="6600" y="4177"/>
                      <a:pt x="6600" y="3335"/>
                    </a:cubicBezTo>
                    <a:cubicBezTo>
                      <a:pt x="6600" y="2494"/>
                      <a:pt x="6266" y="1687"/>
                      <a:pt x="5672" y="1092"/>
                    </a:cubicBezTo>
                    <a:cubicBezTo>
                      <a:pt x="5077" y="497"/>
                      <a:pt x="4270" y="162"/>
                      <a:pt x="3429" y="162"/>
                    </a:cubicBezTo>
                    <a:cubicBezTo>
                      <a:pt x="2588" y="162"/>
                      <a:pt x="1781" y="497"/>
                      <a:pt x="1186" y="1092"/>
                    </a:cubicBezTo>
                    <a:cubicBezTo>
                      <a:pt x="592" y="1687"/>
                      <a:pt x="257" y="2494"/>
                      <a:pt x="257" y="3335"/>
                    </a:cubicBezTo>
                    <a:cubicBezTo>
                      <a:pt x="257" y="4177"/>
                      <a:pt x="592" y="4984"/>
                      <a:pt x="1186" y="5579"/>
                    </a:cubicBezTo>
                    <a:cubicBezTo>
                      <a:pt x="1781" y="6174"/>
                      <a:pt x="2588" y="6508"/>
                      <a:pt x="342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41" name="Freeform: Shape 13640">
                <a:extLst>
                  <a:ext uri="{FF2B5EF4-FFF2-40B4-BE49-F238E27FC236}">
                    <a16:creationId xmlns:a16="http://schemas.microsoft.com/office/drawing/2014/main" id="{C29206A2-E4B0-C85A-19C1-7BBF4FB4DEB3}"/>
                  </a:ext>
                </a:extLst>
              </p:cNvPr>
              <p:cNvSpPr/>
              <p:nvPr/>
            </p:nvSpPr>
            <p:spPr>
              <a:xfrm>
                <a:off x="9670503" y="5540426"/>
                <a:ext cx="6343" cy="6345"/>
              </a:xfrm>
              <a:custGeom>
                <a:avLst/>
                <a:gdLst>
                  <a:gd name="connsiteX0" fmla="*/ 3429 w 6343"/>
                  <a:gd name="connsiteY0" fmla="*/ 6508 h 6345"/>
                  <a:gd name="connsiteX1" fmla="*/ 5671 w 6343"/>
                  <a:gd name="connsiteY1" fmla="*/ 5579 h 6345"/>
                  <a:gd name="connsiteX2" fmla="*/ 6600 w 6343"/>
                  <a:gd name="connsiteY2" fmla="*/ 3335 h 6345"/>
                  <a:gd name="connsiteX3" fmla="*/ 5671 w 6343"/>
                  <a:gd name="connsiteY3" fmla="*/ 1092 h 6345"/>
                  <a:gd name="connsiteX4" fmla="*/ 3429 w 6343"/>
                  <a:gd name="connsiteY4" fmla="*/ 162 h 6345"/>
                  <a:gd name="connsiteX5" fmla="*/ 1186 w 6343"/>
                  <a:gd name="connsiteY5" fmla="*/ 1092 h 6345"/>
                  <a:gd name="connsiteX6" fmla="*/ 257 w 6343"/>
                  <a:gd name="connsiteY6" fmla="*/ 3335 h 6345"/>
                  <a:gd name="connsiteX7" fmla="*/ 1186 w 6343"/>
                  <a:gd name="connsiteY7" fmla="*/ 5579 h 6345"/>
                  <a:gd name="connsiteX8" fmla="*/ 342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08"/>
                    </a:moveTo>
                    <a:cubicBezTo>
                      <a:pt x="4270" y="6508"/>
                      <a:pt x="5077" y="6174"/>
                      <a:pt x="5671" y="5579"/>
                    </a:cubicBezTo>
                    <a:cubicBezTo>
                      <a:pt x="6266" y="4984"/>
                      <a:pt x="6600" y="4177"/>
                      <a:pt x="6600" y="3335"/>
                    </a:cubicBezTo>
                    <a:cubicBezTo>
                      <a:pt x="6600" y="2494"/>
                      <a:pt x="6266" y="1687"/>
                      <a:pt x="5671" y="1092"/>
                    </a:cubicBezTo>
                    <a:cubicBezTo>
                      <a:pt x="5077" y="497"/>
                      <a:pt x="4270" y="162"/>
                      <a:pt x="3429" y="162"/>
                    </a:cubicBezTo>
                    <a:cubicBezTo>
                      <a:pt x="2588" y="162"/>
                      <a:pt x="1781" y="497"/>
                      <a:pt x="1186" y="1092"/>
                    </a:cubicBezTo>
                    <a:cubicBezTo>
                      <a:pt x="591" y="1687"/>
                      <a:pt x="257" y="2494"/>
                      <a:pt x="257" y="3335"/>
                    </a:cubicBezTo>
                    <a:cubicBezTo>
                      <a:pt x="257" y="4177"/>
                      <a:pt x="591" y="4984"/>
                      <a:pt x="1186" y="5579"/>
                    </a:cubicBezTo>
                    <a:cubicBezTo>
                      <a:pt x="1781" y="6174"/>
                      <a:pt x="2588" y="6508"/>
                      <a:pt x="342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42" name="Freeform: Shape 13641">
                <a:extLst>
                  <a:ext uri="{FF2B5EF4-FFF2-40B4-BE49-F238E27FC236}">
                    <a16:creationId xmlns:a16="http://schemas.microsoft.com/office/drawing/2014/main" id="{6C360C1B-59F0-06CB-9476-9037FD1BA321}"/>
                  </a:ext>
                </a:extLst>
              </p:cNvPr>
              <p:cNvSpPr/>
              <p:nvPr/>
            </p:nvSpPr>
            <p:spPr>
              <a:xfrm>
                <a:off x="9666994" y="5539609"/>
                <a:ext cx="6343" cy="6345"/>
              </a:xfrm>
              <a:custGeom>
                <a:avLst/>
                <a:gdLst>
                  <a:gd name="connsiteX0" fmla="*/ 3428 w 6343"/>
                  <a:gd name="connsiteY0" fmla="*/ 6508 h 6345"/>
                  <a:gd name="connsiteX1" fmla="*/ 5671 w 6343"/>
                  <a:gd name="connsiteY1" fmla="*/ 5578 h 6345"/>
                  <a:gd name="connsiteX2" fmla="*/ 6600 w 6343"/>
                  <a:gd name="connsiteY2" fmla="*/ 3335 h 6345"/>
                  <a:gd name="connsiteX3" fmla="*/ 5671 w 6343"/>
                  <a:gd name="connsiteY3" fmla="*/ 1092 h 6345"/>
                  <a:gd name="connsiteX4" fmla="*/ 3428 w 6343"/>
                  <a:gd name="connsiteY4" fmla="*/ 162 h 6345"/>
                  <a:gd name="connsiteX5" fmla="*/ 1186 w 6343"/>
                  <a:gd name="connsiteY5" fmla="*/ 1092 h 6345"/>
                  <a:gd name="connsiteX6" fmla="*/ 257 w 6343"/>
                  <a:gd name="connsiteY6" fmla="*/ 3335 h 6345"/>
                  <a:gd name="connsiteX7" fmla="*/ 1186 w 6343"/>
                  <a:gd name="connsiteY7" fmla="*/ 5578 h 6345"/>
                  <a:gd name="connsiteX8" fmla="*/ 3428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8"/>
                    </a:moveTo>
                    <a:cubicBezTo>
                      <a:pt x="4269" y="6508"/>
                      <a:pt x="5076" y="6173"/>
                      <a:pt x="5671" y="5578"/>
                    </a:cubicBezTo>
                    <a:cubicBezTo>
                      <a:pt x="6266" y="4984"/>
                      <a:pt x="6600" y="4176"/>
                      <a:pt x="6600" y="3335"/>
                    </a:cubicBezTo>
                    <a:cubicBezTo>
                      <a:pt x="6600" y="2494"/>
                      <a:pt x="6266" y="1687"/>
                      <a:pt x="5671" y="1092"/>
                    </a:cubicBezTo>
                    <a:cubicBezTo>
                      <a:pt x="5076" y="497"/>
                      <a:pt x="4269" y="162"/>
                      <a:pt x="3428" y="162"/>
                    </a:cubicBezTo>
                    <a:cubicBezTo>
                      <a:pt x="2587" y="162"/>
                      <a:pt x="1780" y="497"/>
                      <a:pt x="1186" y="1092"/>
                    </a:cubicBezTo>
                    <a:cubicBezTo>
                      <a:pt x="591" y="1687"/>
                      <a:pt x="257" y="2494"/>
                      <a:pt x="257" y="3335"/>
                    </a:cubicBezTo>
                    <a:cubicBezTo>
                      <a:pt x="257" y="4176"/>
                      <a:pt x="591" y="4984"/>
                      <a:pt x="1186" y="5578"/>
                    </a:cubicBezTo>
                    <a:cubicBezTo>
                      <a:pt x="1780" y="6173"/>
                      <a:pt x="2587" y="6508"/>
                      <a:pt x="3428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43" name="Freeform: Shape 13642">
                <a:extLst>
                  <a:ext uri="{FF2B5EF4-FFF2-40B4-BE49-F238E27FC236}">
                    <a16:creationId xmlns:a16="http://schemas.microsoft.com/office/drawing/2014/main" id="{3076C622-81EA-B117-CCF9-541242A3620D}"/>
                  </a:ext>
                </a:extLst>
              </p:cNvPr>
              <p:cNvSpPr/>
              <p:nvPr/>
            </p:nvSpPr>
            <p:spPr>
              <a:xfrm>
                <a:off x="9664535" y="5539911"/>
                <a:ext cx="6343" cy="6345"/>
              </a:xfrm>
              <a:custGeom>
                <a:avLst/>
                <a:gdLst>
                  <a:gd name="connsiteX0" fmla="*/ 3428 w 6343"/>
                  <a:gd name="connsiteY0" fmla="*/ 6508 h 6345"/>
                  <a:gd name="connsiteX1" fmla="*/ 5671 w 6343"/>
                  <a:gd name="connsiteY1" fmla="*/ 5579 h 6345"/>
                  <a:gd name="connsiteX2" fmla="*/ 6600 w 6343"/>
                  <a:gd name="connsiteY2" fmla="*/ 3335 h 6345"/>
                  <a:gd name="connsiteX3" fmla="*/ 5671 w 6343"/>
                  <a:gd name="connsiteY3" fmla="*/ 1092 h 6345"/>
                  <a:gd name="connsiteX4" fmla="*/ 3428 w 6343"/>
                  <a:gd name="connsiteY4" fmla="*/ 162 h 6345"/>
                  <a:gd name="connsiteX5" fmla="*/ 1186 w 6343"/>
                  <a:gd name="connsiteY5" fmla="*/ 1092 h 6345"/>
                  <a:gd name="connsiteX6" fmla="*/ 257 w 6343"/>
                  <a:gd name="connsiteY6" fmla="*/ 3335 h 6345"/>
                  <a:gd name="connsiteX7" fmla="*/ 1186 w 6343"/>
                  <a:gd name="connsiteY7" fmla="*/ 5579 h 6345"/>
                  <a:gd name="connsiteX8" fmla="*/ 3428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8"/>
                    </a:moveTo>
                    <a:cubicBezTo>
                      <a:pt x="4269" y="6508"/>
                      <a:pt x="5076" y="6173"/>
                      <a:pt x="5671" y="5579"/>
                    </a:cubicBezTo>
                    <a:cubicBezTo>
                      <a:pt x="6266" y="4984"/>
                      <a:pt x="6600" y="4176"/>
                      <a:pt x="6600" y="3335"/>
                    </a:cubicBezTo>
                    <a:cubicBezTo>
                      <a:pt x="6600" y="2494"/>
                      <a:pt x="6266" y="1687"/>
                      <a:pt x="5671" y="1092"/>
                    </a:cubicBezTo>
                    <a:cubicBezTo>
                      <a:pt x="5076" y="497"/>
                      <a:pt x="4269" y="162"/>
                      <a:pt x="3428" y="162"/>
                    </a:cubicBezTo>
                    <a:cubicBezTo>
                      <a:pt x="2587" y="162"/>
                      <a:pt x="1780" y="497"/>
                      <a:pt x="1186" y="1092"/>
                    </a:cubicBezTo>
                    <a:cubicBezTo>
                      <a:pt x="591" y="1687"/>
                      <a:pt x="257" y="2494"/>
                      <a:pt x="257" y="3335"/>
                    </a:cubicBezTo>
                    <a:cubicBezTo>
                      <a:pt x="257" y="4176"/>
                      <a:pt x="591" y="4984"/>
                      <a:pt x="1186" y="5579"/>
                    </a:cubicBezTo>
                    <a:cubicBezTo>
                      <a:pt x="1780" y="6173"/>
                      <a:pt x="2587" y="6508"/>
                      <a:pt x="3428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44" name="Freeform: Shape 13643">
                <a:extLst>
                  <a:ext uri="{FF2B5EF4-FFF2-40B4-BE49-F238E27FC236}">
                    <a16:creationId xmlns:a16="http://schemas.microsoft.com/office/drawing/2014/main" id="{7330EEC7-7947-CC24-A62B-185E5D1C80B4}"/>
                  </a:ext>
                </a:extLst>
              </p:cNvPr>
              <p:cNvSpPr/>
              <p:nvPr/>
            </p:nvSpPr>
            <p:spPr>
              <a:xfrm>
                <a:off x="9661957" y="5540052"/>
                <a:ext cx="6343" cy="6345"/>
              </a:xfrm>
              <a:custGeom>
                <a:avLst/>
                <a:gdLst>
                  <a:gd name="connsiteX0" fmla="*/ 3428 w 6343"/>
                  <a:gd name="connsiteY0" fmla="*/ 6508 h 6345"/>
                  <a:gd name="connsiteX1" fmla="*/ 5671 w 6343"/>
                  <a:gd name="connsiteY1" fmla="*/ 5579 h 6345"/>
                  <a:gd name="connsiteX2" fmla="*/ 6600 w 6343"/>
                  <a:gd name="connsiteY2" fmla="*/ 3335 h 6345"/>
                  <a:gd name="connsiteX3" fmla="*/ 5671 w 6343"/>
                  <a:gd name="connsiteY3" fmla="*/ 1092 h 6345"/>
                  <a:gd name="connsiteX4" fmla="*/ 3428 w 6343"/>
                  <a:gd name="connsiteY4" fmla="*/ 162 h 6345"/>
                  <a:gd name="connsiteX5" fmla="*/ 1185 w 6343"/>
                  <a:gd name="connsiteY5" fmla="*/ 1092 h 6345"/>
                  <a:gd name="connsiteX6" fmla="*/ 256 w 6343"/>
                  <a:gd name="connsiteY6" fmla="*/ 3335 h 6345"/>
                  <a:gd name="connsiteX7" fmla="*/ 1185 w 6343"/>
                  <a:gd name="connsiteY7" fmla="*/ 5579 h 6345"/>
                  <a:gd name="connsiteX8" fmla="*/ 3428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8"/>
                    </a:moveTo>
                    <a:cubicBezTo>
                      <a:pt x="4269" y="6508"/>
                      <a:pt x="5076" y="6173"/>
                      <a:pt x="5671" y="5579"/>
                    </a:cubicBezTo>
                    <a:cubicBezTo>
                      <a:pt x="6265" y="4984"/>
                      <a:pt x="6600" y="4176"/>
                      <a:pt x="6600" y="3335"/>
                    </a:cubicBezTo>
                    <a:cubicBezTo>
                      <a:pt x="6600" y="2494"/>
                      <a:pt x="6265" y="1687"/>
                      <a:pt x="5671" y="1092"/>
                    </a:cubicBezTo>
                    <a:cubicBezTo>
                      <a:pt x="5076" y="497"/>
                      <a:pt x="4269" y="162"/>
                      <a:pt x="3428" y="162"/>
                    </a:cubicBezTo>
                    <a:cubicBezTo>
                      <a:pt x="2587" y="162"/>
                      <a:pt x="1780" y="497"/>
                      <a:pt x="1185" y="1092"/>
                    </a:cubicBezTo>
                    <a:cubicBezTo>
                      <a:pt x="591" y="1687"/>
                      <a:pt x="256" y="2494"/>
                      <a:pt x="256" y="3335"/>
                    </a:cubicBezTo>
                    <a:cubicBezTo>
                      <a:pt x="256" y="4176"/>
                      <a:pt x="591" y="4984"/>
                      <a:pt x="1185" y="5579"/>
                    </a:cubicBezTo>
                    <a:cubicBezTo>
                      <a:pt x="1780" y="6173"/>
                      <a:pt x="2587" y="6508"/>
                      <a:pt x="3428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45" name="Freeform: Shape 13644">
                <a:extLst>
                  <a:ext uri="{FF2B5EF4-FFF2-40B4-BE49-F238E27FC236}">
                    <a16:creationId xmlns:a16="http://schemas.microsoft.com/office/drawing/2014/main" id="{EBF18819-D086-0CAF-3CB7-E0B203718E97}"/>
                  </a:ext>
                </a:extLst>
              </p:cNvPr>
              <p:cNvSpPr/>
              <p:nvPr/>
            </p:nvSpPr>
            <p:spPr>
              <a:xfrm>
                <a:off x="9659712" y="5540545"/>
                <a:ext cx="6343" cy="6345"/>
              </a:xfrm>
              <a:custGeom>
                <a:avLst/>
                <a:gdLst>
                  <a:gd name="connsiteX0" fmla="*/ 3428 w 6343"/>
                  <a:gd name="connsiteY0" fmla="*/ 6508 h 6345"/>
                  <a:gd name="connsiteX1" fmla="*/ 5670 w 6343"/>
                  <a:gd name="connsiteY1" fmla="*/ 5579 h 6345"/>
                  <a:gd name="connsiteX2" fmla="*/ 6599 w 6343"/>
                  <a:gd name="connsiteY2" fmla="*/ 3335 h 6345"/>
                  <a:gd name="connsiteX3" fmla="*/ 5670 w 6343"/>
                  <a:gd name="connsiteY3" fmla="*/ 1092 h 6345"/>
                  <a:gd name="connsiteX4" fmla="*/ 3428 w 6343"/>
                  <a:gd name="connsiteY4" fmla="*/ 162 h 6345"/>
                  <a:gd name="connsiteX5" fmla="*/ 1185 w 6343"/>
                  <a:gd name="connsiteY5" fmla="*/ 1092 h 6345"/>
                  <a:gd name="connsiteX6" fmla="*/ 256 w 6343"/>
                  <a:gd name="connsiteY6" fmla="*/ 3335 h 6345"/>
                  <a:gd name="connsiteX7" fmla="*/ 1185 w 6343"/>
                  <a:gd name="connsiteY7" fmla="*/ 5579 h 6345"/>
                  <a:gd name="connsiteX8" fmla="*/ 3428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8"/>
                    </a:moveTo>
                    <a:cubicBezTo>
                      <a:pt x="4269" y="6508"/>
                      <a:pt x="5076" y="6174"/>
                      <a:pt x="5670" y="5579"/>
                    </a:cubicBezTo>
                    <a:cubicBezTo>
                      <a:pt x="6265" y="4984"/>
                      <a:pt x="6599" y="4177"/>
                      <a:pt x="6599" y="3335"/>
                    </a:cubicBezTo>
                    <a:cubicBezTo>
                      <a:pt x="6599" y="2494"/>
                      <a:pt x="6265" y="1687"/>
                      <a:pt x="5670" y="1092"/>
                    </a:cubicBezTo>
                    <a:cubicBezTo>
                      <a:pt x="5076" y="497"/>
                      <a:pt x="4269" y="162"/>
                      <a:pt x="3428" y="162"/>
                    </a:cubicBezTo>
                    <a:cubicBezTo>
                      <a:pt x="2587" y="162"/>
                      <a:pt x="1780" y="497"/>
                      <a:pt x="1185" y="1092"/>
                    </a:cubicBezTo>
                    <a:cubicBezTo>
                      <a:pt x="590" y="1687"/>
                      <a:pt x="256" y="2494"/>
                      <a:pt x="256" y="3335"/>
                    </a:cubicBezTo>
                    <a:cubicBezTo>
                      <a:pt x="256" y="4177"/>
                      <a:pt x="590" y="4984"/>
                      <a:pt x="1185" y="5579"/>
                    </a:cubicBezTo>
                    <a:cubicBezTo>
                      <a:pt x="1780" y="6174"/>
                      <a:pt x="2587" y="6508"/>
                      <a:pt x="3428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46" name="Freeform: Shape 13645">
                <a:extLst>
                  <a:ext uri="{FF2B5EF4-FFF2-40B4-BE49-F238E27FC236}">
                    <a16:creationId xmlns:a16="http://schemas.microsoft.com/office/drawing/2014/main" id="{5BA6CEB0-A6DF-8B61-2E72-9D1A7BDF2051}"/>
                  </a:ext>
                </a:extLst>
              </p:cNvPr>
              <p:cNvSpPr/>
              <p:nvPr/>
            </p:nvSpPr>
            <p:spPr>
              <a:xfrm>
                <a:off x="9656782" y="5540222"/>
                <a:ext cx="6343" cy="6345"/>
              </a:xfrm>
              <a:custGeom>
                <a:avLst/>
                <a:gdLst>
                  <a:gd name="connsiteX0" fmla="*/ 3428 w 6343"/>
                  <a:gd name="connsiteY0" fmla="*/ 6508 h 6345"/>
                  <a:gd name="connsiteX1" fmla="*/ 5670 w 6343"/>
                  <a:gd name="connsiteY1" fmla="*/ 5579 h 6345"/>
                  <a:gd name="connsiteX2" fmla="*/ 6599 w 6343"/>
                  <a:gd name="connsiteY2" fmla="*/ 3335 h 6345"/>
                  <a:gd name="connsiteX3" fmla="*/ 5670 w 6343"/>
                  <a:gd name="connsiteY3" fmla="*/ 1092 h 6345"/>
                  <a:gd name="connsiteX4" fmla="*/ 3428 w 6343"/>
                  <a:gd name="connsiteY4" fmla="*/ 162 h 6345"/>
                  <a:gd name="connsiteX5" fmla="*/ 1185 w 6343"/>
                  <a:gd name="connsiteY5" fmla="*/ 1092 h 6345"/>
                  <a:gd name="connsiteX6" fmla="*/ 256 w 6343"/>
                  <a:gd name="connsiteY6" fmla="*/ 3335 h 6345"/>
                  <a:gd name="connsiteX7" fmla="*/ 1185 w 6343"/>
                  <a:gd name="connsiteY7" fmla="*/ 5579 h 6345"/>
                  <a:gd name="connsiteX8" fmla="*/ 3428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8"/>
                    </a:moveTo>
                    <a:cubicBezTo>
                      <a:pt x="4269" y="6508"/>
                      <a:pt x="5075" y="6173"/>
                      <a:pt x="5670" y="5579"/>
                    </a:cubicBezTo>
                    <a:cubicBezTo>
                      <a:pt x="6265" y="4984"/>
                      <a:pt x="6599" y="4177"/>
                      <a:pt x="6599" y="3335"/>
                    </a:cubicBezTo>
                    <a:cubicBezTo>
                      <a:pt x="6599" y="2494"/>
                      <a:pt x="6265" y="1687"/>
                      <a:pt x="5670" y="1092"/>
                    </a:cubicBezTo>
                    <a:cubicBezTo>
                      <a:pt x="5075" y="497"/>
                      <a:pt x="4269" y="162"/>
                      <a:pt x="3428" y="162"/>
                    </a:cubicBezTo>
                    <a:cubicBezTo>
                      <a:pt x="2586" y="162"/>
                      <a:pt x="1780" y="497"/>
                      <a:pt x="1185" y="1092"/>
                    </a:cubicBezTo>
                    <a:cubicBezTo>
                      <a:pt x="590" y="1687"/>
                      <a:pt x="256" y="2494"/>
                      <a:pt x="256" y="3335"/>
                    </a:cubicBezTo>
                    <a:cubicBezTo>
                      <a:pt x="256" y="4177"/>
                      <a:pt x="590" y="4984"/>
                      <a:pt x="1185" y="5579"/>
                    </a:cubicBezTo>
                    <a:cubicBezTo>
                      <a:pt x="1780" y="6173"/>
                      <a:pt x="2586" y="6508"/>
                      <a:pt x="3428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47" name="Freeform: Shape 13646">
                <a:extLst>
                  <a:ext uri="{FF2B5EF4-FFF2-40B4-BE49-F238E27FC236}">
                    <a16:creationId xmlns:a16="http://schemas.microsoft.com/office/drawing/2014/main" id="{CA4CAEBA-FF00-26F3-494E-27C647982E05}"/>
                  </a:ext>
                </a:extLst>
              </p:cNvPr>
              <p:cNvSpPr/>
              <p:nvPr/>
            </p:nvSpPr>
            <p:spPr>
              <a:xfrm>
                <a:off x="9653783" y="5539779"/>
                <a:ext cx="6343" cy="6345"/>
              </a:xfrm>
              <a:custGeom>
                <a:avLst/>
                <a:gdLst>
                  <a:gd name="connsiteX0" fmla="*/ 3427 w 6343"/>
                  <a:gd name="connsiteY0" fmla="*/ 6508 h 6345"/>
                  <a:gd name="connsiteX1" fmla="*/ 5670 w 6343"/>
                  <a:gd name="connsiteY1" fmla="*/ 5578 h 6345"/>
                  <a:gd name="connsiteX2" fmla="*/ 6599 w 6343"/>
                  <a:gd name="connsiteY2" fmla="*/ 3335 h 6345"/>
                  <a:gd name="connsiteX3" fmla="*/ 5670 w 6343"/>
                  <a:gd name="connsiteY3" fmla="*/ 1092 h 6345"/>
                  <a:gd name="connsiteX4" fmla="*/ 3427 w 6343"/>
                  <a:gd name="connsiteY4" fmla="*/ 162 h 6345"/>
                  <a:gd name="connsiteX5" fmla="*/ 1185 w 6343"/>
                  <a:gd name="connsiteY5" fmla="*/ 1092 h 6345"/>
                  <a:gd name="connsiteX6" fmla="*/ 256 w 6343"/>
                  <a:gd name="connsiteY6" fmla="*/ 3335 h 6345"/>
                  <a:gd name="connsiteX7" fmla="*/ 1185 w 6343"/>
                  <a:gd name="connsiteY7" fmla="*/ 5578 h 6345"/>
                  <a:gd name="connsiteX8" fmla="*/ 3427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8"/>
                    </a:moveTo>
                    <a:cubicBezTo>
                      <a:pt x="4268" y="6508"/>
                      <a:pt x="5075" y="6173"/>
                      <a:pt x="5670" y="5578"/>
                    </a:cubicBezTo>
                    <a:cubicBezTo>
                      <a:pt x="6265" y="4984"/>
                      <a:pt x="6599" y="4176"/>
                      <a:pt x="6599" y="3335"/>
                    </a:cubicBezTo>
                    <a:cubicBezTo>
                      <a:pt x="6599" y="2494"/>
                      <a:pt x="6265" y="1687"/>
                      <a:pt x="5670" y="1092"/>
                    </a:cubicBezTo>
                    <a:cubicBezTo>
                      <a:pt x="5075" y="497"/>
                      <a:pt x="4268" y="162"/>
                      <a:pt x="3427" y="162"/>
                    </a:cubicBezTo>
                    <a:cubicBezTo>
                      <a:pt x="2586" y="162"/>
                      <a:pt x="1779" y="497"/>
                      <a:pt x="1185" y="1092"/>
                    </a:cubicBezTo>
                    <a:cubicBezTo>
                      <a:pt x="590" y="1687"/>
                      <a:pt x="256" y="2494"/>
                      <a:pt x="256" y="3335"/>
                    </a:cubicBezTo>
                    <a:cubicBezTo>
                      <a:pt x="256" y="4176"/>
                      <a:pt x="590" y="4984"/>
                      <a:pt x="1185" y="5578"/>
                    </a:cubicBezTo>
                    <a:cubicBezTo>
                      <a:pt x="1779" y="6173"/>
                      <a:pt x="2586" y="6508"/>
                      <a:pt x="3427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48" name="Freeform: Shape 13647">
                <a:extLst>
                  <a:ext uri="{FF2B5EF4-FFF2-40B4-BE49-F238E27FC236}">
                    <a16:creationId xmlns:a16="http://schemas.microsoft.com/office/drawing/2014/main" id="{5E28D7F2-C88B-2BF0-DE58-0C5A102EA85D}"/>
                  </a:ext>
                </a:extLst>
              </p:cNvPr>
              <p:cNvSpPr/>
              <p:nvPr/>
            </p:nvSpPr>
            <p:spPr>
              <a:xfrm>
                <a:off x="9651316" y="5539923"/>
                <a:ext cx="6343" cy="6345"/>
              </a:xfrm>
              <a:custGeom>
                <a:avLst/>
                <a:gdLst>
                  <a:gd name="connsiteX0" fmla="*/ 3427 w 6343"/>
                  <a:gd name="connsiteY0" fmla="*/ 6508 h 6345"/>
                  <a:gd name="connsiteX1" fmla="*/ 5670 w 6343"/>
                  <a:gd name="connsiteY1" fmla="*/ 5579 h 6345"/>
                  <a:gd name="connsiteX2" fmla="*/ 6599 w 6343"/>
                  <a:gd name="connsiteY2" fmla="*/ 3335 h 6345"/>
                  <a:gd name="connsiteX3" fmla="*/ 5670 w 6343"/>
                  <a:gd name="connsiteY3" fmla="*/ 1092 h 6345"/>
                  <a:gd name="connsiteX4" fmla="*/ 3427 w 6343"/>
                  <a:gd name="connsiteY4" fmla="*/ 162 h 6345"/>
                  <a:gd name="connsiteX5" fmla="*/ 1185 w 6343"/>
                  <a:gd name="connsiteY5" fmla="*/ 1092 h 6345"/>
                  <a:gd name="connsiteX6" fmla="*/ 256 w 6343"/>
                  <a:gd name="connsiteY6" fmla="*/ 3335 h 6345"/>
                  <a:gd name="connsiteX7" fmla="*/ 1185 w 6343"/>
                  <a:gd name="connsiteY7" fmla="*/ 5579 h 6345"/>
                  <a:gd name="connsiteX8" fmla="*/ 3427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8"/>
                    </a:moveTo>
                    <a:cubicBezTo>
                      <a:pt x="4268" y="6508"/>
                      <a:pt x="5075" y="6173"/>
                      <a:pt x="5670" y="5579"/>
                    </a:cubicBezTo>
                    <a:cubicBezTo>
                      <a:pt x="6265" y="4984"/>
                      <a:pt x="6599" y="4176"/>
                      <a:pt x="6599" y="3335"/>
                    </a:cubicBezTo>
                    <a:cubicBezTo>
                      <a:pt x="6599" y="2494"/>
                      <a:pt x="6265" y="1687"/>
                      <a:pt x="5670" y="1092"/>
                    </a:cubicBezTo>
                    <a:cubicBezTo>
                      <a:pt x="5075" y="497"/>
                      <a:pt x="4268" y="162"/>
                      <a:pt x="3427" y="162"/>
                    </a:cubicBezTo>
                    <a:cubicBezTo>
                      <a:pt x="2586" y="162"/>
                      <a:pt x="1779" y="497"/>
                      <a:pt x="1185" y="1092"/>
                    </a:cubicBezTo>
                    <a:cubicBezTo>
                      <a:pt x="590" y="1687"/>
                      <a:pt x="256" y="2494"/>
                      <a:pt x="256" y="3335"/>
                    </a:cubicBezTo>
                    <a:cubicBezTo>
                      <a:pt x="256" y="4176"/>
                      <a:pt x="590" y="4984"/>
                      <a:pt x="1185" y="5579"/>
                    </a:cubicBezTo>
                    <a:cubicBezTo>
                      <a:pt x="1779" y="6173"/>
                      <a:pt x="2586" y="6508"/>
                      <a:pt x="3427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49" name="Freeform: Shape 13648">
                <a:extLst>
                  <a:ext uri="{FF2B5EF4-FFF2-40B4-BE49-F238E27FC236}">
                    <a16:creationId xmlns:a16="http://schemas.microsoft.com/office/drawing/2014/main" id="{F9773924-8CE4-7069-37E1-FDEC1C2B8E8E}"/>
                  </a:ext>
                </a:extLst>
              </p:cNvPr>
              <p:cNvSpPr/>
              <p:nvPr/>
            </p:nvSpPr>
            <p:spPr>
              <a:xfrm>
                <a:off x="9648935" y="5540142"/>
                <a:ext cx="6343" cy="6345"/>
              </a:xfrm>
              <a:custGeom>
                <a:avLst/>
                <a:gdLst>
                  <a:gd name="connsiteX0" fmla="*/ 3427 w 6343"/>
                  <a:gd name="connsiteY0" fmla="*/ 6508 h 6345"/>
                  <a:gd name="connsiteX1" fmla="*/ 5670 w 6343"/>
                  <a:gd name="connsiteY1" fmla="*/ 5579 h 6345"/>
                  <a:gd name="connsiteX2" fmla="*/ 6599 w 6343"/>
                  <a:gd name="connsiteY2" fmla="*/ 3335 h 6345"/>
                  <a:gd name="connsiteX3" fmla="*/ 5670 w 6343"/>
                  <a:gd name="connsiteY3" fmla="*/ 1092 h 6345"/>
                  <a:gd name="connsiteX4" fmla="*/ 3427 w 6343"/>
                  <a:gd name="connsiteY4" fmla="*/ 162 h 6345"/>
                  <a:gd name="connsiteX5" fmla="*/ 1184 w 6343"/>
                  <a:gd name="connsiteY5" fmla="*/ 1092 h 6345"/>
                  <a:gd name="connsiteX6" fmla="*/ 255 w 6343"/>
                  <a:gd name="connsiteY6" fmla="*/ 3335 h 6345"/>
                  <a:gd name="connsiteX7" fmla="*/ 1184 w 6343"/>
                  <a:gd name="connsiteY7" fmla="*/ 5579 h 6345"/>
                  <a:gd name="connsiteX8" fmla="*/ 3427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8"/>
                    </a:moveTo>
                    <a:cubicBezTo>
                      <a:pt x="4268" y="6508"/>
                      <a:pt x="5075" y="6173"/>
                      <a:pt x="5670" y="5579"/>
                    </a:cubicBezTo>
                    <a:cubicBezTo>
                      <a:pt x="6264" y="4984"/>
                      <a:pt x="6599" y="4176"/>
                      <a:pt x="6599" y="3335"/>
                    </a:cubicBezTo>
                    <a:cubicBezTo>
                      <a:pt x="6599" y="2494"/>
                      <a:pt x="6264" y="1687"/>
                      <a:pt x="5670" y="1092"/>
                    </a:cubicBezTo>
                    <a:cubicBezTo>
                      <a:pt x="5075" y="497"/>
                      <a:pt x="4268" y="162"/>
                      <a:pt x="3427" y="162"/>
                    </a:cubicBezTo>
                    <a:cubicBezTo>
                      <a:pt x="2586" y="162"/>
                      <a:pt x="1779" y="497"/>
                      <a:pt x="1184" y="1092"/>
                    </a:cubicBezTo>
                    <a:cubicBezTo>
                      <a:pt x="590" y="1687"/>
                      <a:pt x="255" y="2494"/>
                      <a:pt x="255" y="3335"/>
                    </a:cubicBezTo>
                    <a:cubicBezTo>
                      <a:pt x="255" y="4176"/>
                      <a:pt x="590" y="4984"/>
                      <a:pt x="1184" y="5579"/>
                    </a:cubicBezTo>
                    <a:cubicBezTo>
                      <a:pt x="1779" y="6173"/>
                      <a:pt x="2586" y="6508"/>
                      <a:pt x="3427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50" name="Freeform: Shape 13649">
                <a:extLst>
                  <a:ext uri="{FF2B5EF4-FFF2-40B4-BE49-F238E27FC236}">
                    <a16:creationId xmlns:a16="http://schemas.microsoft.com/office/drawing/2014/main" id="{8CA0596D-E2E4-0385-F65A-8DBE702318EC}"/>
                  </a:ext>
                </a:extLst>
              </p:cNvPr>
              <p:cNvSpPr/>
              <p:nvPr/>
            </p:nvSpPr>
            <p:spPr>
              <a:xfrm>
                <a:off x="9646048" y="5539720"/>
                <a:ext cx="6343" cy="6345"/>
              </a:xfrm>
              <a:custGeom>
                <a:avLst/>
                <a:gdLst>
                  <a:gd name="connsiteX0" fmla="*/ 3427 w 6343"/>
                  <a:gd name="connsiteY0" fmla="*/ 6508 h 6345"/>
                  <a:gd name="connsiteX1" fmla="*/ 5669 w 6343"/>
                  <a:gd name="connsiteY1" fmla="*/ 5578 h 6345"/>
                  <a:gd name="connsiteX2" fmla="*/ 6598 w 6343"/>
                  <a:gd name="connsiteY2" fmla="*/ 3335 h 6345"/>
                  <a:gd name="connsiteX3" fmla="*/ 5669 w 6343"/>
                  <a:gd name="connsiteY3" fmla="*/ 1092 h 6345"/>
                  <a:gd name="connsiteX4" fmla="*/ 3427 w 6343"/>
                  <a:gd name="connsiteY4" fmla="*/ 162 h 6345"/>
                  <a:gd name="connsiteX5" fmla="*/ 1184 w 6343"/>
                  <a:gd name="connsiteY5" fmla="*/ 1092 h 6345"/>
                  <a:gd name="connsiteX6" fmla="*/ 255 w 6343"/>
                  <a:gd name="connsiteY6" fmla="*/ 3335 h 6345"/>
                  <a:gd name="connsiteX7" fmla="*/ 1184 w 6343"/>
                  <a:gd name="connsiteY7" fmla="*/ 5578 h 6345"/>
                  <a:gd name="connsiteX8" fmla="*/ 3427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8"/>
                    </a:moveTo>
                    <a:cubicBezTo>
                      <a:pt x="4268" y="6508"/>
                      <a:pt x="5075" y="6173"/>
                      <a:pt x="5669" y="5578"/>
                    </a:cubicBezTo>
                    <a:cubicBezTo>
                      <a:pt x="6264" y="4984"/>
                      <a:pt x="6598" y="4176"/>
                      <a:pt x="6598" y="3335"/>
                    </a:cubicBezTo>
                    <a:cubicBezTo>
                      <a:pt x="6598" y="2494"/>
                      <a:pt x="6264" y="1687"/>
                      <a:pt x="5669" y="1092"/>
                    </a:cubicBezTo>
                    <a:cubicBezTo>
                      <a:pt x="5075" y="497"/>
                      <a:pt x="4268" y="162"/>
                      <a:pt x="3427" y="162"/>
                    </a:cubicBezTo>
                    <a:cubicBezTo>
                      <a:pt x="2586" y="162"/>
                      <a:pt x="1779" y="497"/>
                      <a:pt x="1184" y="1092"/>
                    </a:cubicBezTo>
                    <a:cubicBezTo>
                      <a:pt x="589" y="1687"/>
                      <a:pt x="255" y="2494"/>
                      <a:pt x="255" y="3335"/>
                    </a:cubicBezTo>
                    <a:cubicBezTo>
                      <a:pt x="255" y="4176"/>
                      <a:pt x="589" y="4984"/>
                      <a:pt x="1184" y="5578"/>
                    </a:cubicBezTo>
                    <a:cubicBezTo>
                      <a:pt x="1779" y="6173"/>
                      <a:pt x="2586" y="6508"/>
                      <a:pt x="3427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51" name="Freeform: Shape 13650">
                <a:extLst>
                  <a:ext uri="{FF2B5EF4-FFF2-40B4-BE49-F238E27FC236}">
                    <a16:creationId xmlns:a16="http://schemas.microsoft.com/office/drawing/2014/main" id="{D817238D-A669-C4FC-4A72-C83BC831E451}"/>
                  </a:ext>
                </a:extLst>
              </p:cNvPr>
              <p:cNvSpPr/>
              <p:nvPr/>
            </p:nvSpPr>
            <p:spPr>
              <a:xfrm>
                <a:off x="9641773" y="5537540"/>
                <a:ext cx="6343" cy="6345"/>
              </a:xfrm>
              <a:custGeom>
                <a:avLst/>
                <a:gdLst>
                  <a:gd name="connsiteX0" fmla="*/ 3426 w 6343"/>
                  <a:gd name="connsiteY0" fmla="*/ 6508 h 6345"/>
                  <a:gd name="connsiteX1" fmla="*/ 5669 w 6343"/>
                  <a:gd name="connsiteY1" fmla="*/ 5578 h 6345"/>
                  <a:gd name="connsiteX2" fmla="*/ 6598 w 6343"/>
                  <a:gd name="connsiteY2" fmla="*/ 3335 h 6345"/>
                  <a:gd name="connsiteX3" fmla="*/ 5669 w 6343"/>
                  <a:gd name="connsiteY3" fmla="*/ 1091 h 6345"/>
                  <a:gd name="connsiteX4" fmla="*/ 3426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5 h 6345"/>
                  <a:gd name="connsiteX7" fmla="*/ 1184 w 6343"/>
                  <a:gd name="connsiteY7" fmla="*/ 5578 h 6345"/>
                  <a:gd name="connsiteX8" fmla="*/ 342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8"/>
                    </a:moveTo>
                    <a:cubicBezTo>
                      <a:pt x="4267" y="6508"/>
                      <a:pt x="5074" y="6173"/>
                      <a:pt x="5669" y="5578"/>
                    </a:cubicBezTo>
                    <a:cubicBezTo>
                      <a:pt x="6264" y="4983"/>
                      <a:pt x="6598" y="4176"/>
                      <a:pt x="6598" y="3335"/>
                    </a:cubicBezTo>
                    <a:cubicBezTo>
                      <a:pt x="6598" y="2493"/>
                      <a:pt x="6264" y="1686"/>
                      <a:pt x="5669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9" y="496"/>
                      <a:pt x="1184" y="1091"/>
                    </a:cubicBezTo>
                    <a:cubicBezTo>
                      <a:pt x="589" y="1686"/>
                      <a:pt x="255" y="2493"/>
                      <a:pt x="255" y="3335"/>
                    </a:cubicBezTo>
                    <a:cubicBezTo>
                      <a:pt x="255" y="4176"/>
                      <a:pt x="589" y="4983"/>
                      <a:pt x="1184" y="5578"/>
                    </a:cubicBezTo>
                    <a:cubicBezTo>
                      <a:pt x="1779" y="6173"/>
                      <a:pt x="2585" y="6508"/>
                      <a:pt x="342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52" name="Freeform: Shape 13651">
                <a:extLst>
                  <a:ext uri="{FF2B5EF4-FFF2-40B4-BE49-F238E27FC236}">
                    <a16:creationId xmlns:a16="http://schemas.microsoft.com/office/drawing/2014/main" id="{A958295B-EC7B-17C9-EDCC-74A2F5958CF4}"/>
                  </a:ext>
                </a:extLst>
              </p:cNvPr>
              <p:cNvSpPr/>
              <p:nvPr/>
            </p:nvSpPr>
            <p:spPr>
              <a:xfrm>
                <a:off x="9639386" y="5537637"/>
                <a:ext cx="6343" cy="6345"/>
              </a:xfrm>
              <a:custGeom>
                <a:avLst/>
                <a:gdLst>
                  <a:gd name="connsiteX0" fmla="*/ 3426 w 6343"/>
                  <a:gd name="connsiteY0" fmla="*/ 6508 h 6345"/>
                  <a:gd name="connsiteX1" fmla="*/ 5669 w 6343"/>
                  <a:gd name="connsiteY1" fmla="*/ 5578 h 6345"/>
                  <a:gd name="connsiteX2" fmla="*/ 6598 w 6343"/>
                  <a:gd name="connsiteY2" fmla="*/ 3335 h 6345"/>
                  <a:gd name="connsiteX3" fmla="*/ 5669 w 6343"/>
                  <a:gd name="connsiteY3" fmla="*/ 1091 h 6345"/>
                  <a:gd name="connsiteX4" fmla="*/ 3426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5 h 6345"/>
                  <a:gd name="connsiteX7" fmla="*/ 1184 w 6343"/>
                  <a:gd name="connsiteY7" fmla="*/ 5578 h 6345"/>
                  <a:gd name="connsiteX8" fmla="*/ 342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8"/>
                    </a:moveTo>
                    <a:cubicBezTo>
                      <a:pt x="4267" y="6508"/>
                      <a:pt x="5074" y="6173"/>
                      <a:pt x="5669" y="5578"/>
                    </a:cubicBezTo>
                    <a:cubicBezTo>
                      <a:pt x="6264" y="4983"/>
                      <a:pt x="6598" y="4176"/>
                      <a:pt x="6598" y="3335"/>
                    </a:cubicBezTo>
                    <a:cubicBezTo>
                      <a:pt x="6598" y="2493"/>
                      <a:pt x="6264" y="1686"/>
                      <a:pt x="5669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4" y="1091"/>
                    </a:cubicBezTo>
                    <a:cubicBezTo>
                      <a:pt x="589" y="1686"/>
                      <a:pt x="255" y="2493"/>
                      <a:pt x="255" y="3335"/>
                    </a:cubicBezTo>
                    <a:cubicBezTo>
                      <a:pt x="255" y="4176"/>
                      <a:pt x="589" y="4983"/>
                      <a:pt x="1184" y="5578"/>
                    </a:cubicBezTo>
                    <a:cubicBezTo>
                      <a:pt x="1778" y="6173"/>
                      <a:pt x="2585" y="6508"/>
                      <a:pt x="342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53" name="Freeform: Shape 13652">
                <a:extLst>
                  <a:ext uri="{FF2B5EF4-FFF2-40B4-BE49-F238E27FC236}">
                    <a16:creationId xmlns:a16="http://schemas.microsoft.com/office/drawing/2014/main" id="{57880B94-553A-F6D3-707C-EB6BD91AA1BA}"/>
                  </a:ext>
                </a:extLst>
              </p:cNvPr>
              <p:cNvSpPr/>
              <p:nvPr/>
            </p:nvSpPr>
            <p:spPr>
              <a:xfrm>
                <a:off x="9637160" y="5537907"/>
                <a:ext cx="6343" cy="6345"/>
              </a:xfrm>
              <a:custGeom>
                <a:avLst/>
                <a:gdLst>
                  <a:gd name="connsiteX0" fmla="*/ 3426 w 6343"/>
                  <a:gd name="connsiteY0" fmla="*/ 6508 h 6345"/>
                  <a:gd name="connsiteX1" fmla="*/ 5669 w 6343"/>
                  <a:gd name="connsiteY1" fmla="*/ 5578 h 6345"/>
                  <a:gd name="connsiteX2" fmla="*/ 6598 w 6343"/>
                  <a:gd name="connsiteY2" fmla="*/ 3335 h 6345"/>
                  <a:gd name="connsiteX3" fmla="*/ 5669 w 6343"/>
                  <a:gd name="connsiteY3" fmla="*/ 1091 h 6345"/>
                  <a:gd name="connsiteX4" fmla="*/ 3426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5 h 6345"/>
                  <a:gd name="connsiteX7" fmla="*/ 1183 w 6343"/>
                  <a:gd name="connsiteY7" fmla="*/ 5578 h 6345"/>
                  <a:gd name="connsiteX8" fmla="*/ 342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8"/>
                    </a:moveTo>
                    <a:cubicBezTo>
                      <a:pt x="4267" y="6508"/>
                      <a:pt x="5074" y="6173"/>
                      <a:pt x="5669" y="5578"/>
                    </a:cubicBezTo>
                    <a:cubicBezTo>
                      <a:pt x="6263" y="4983"/>
                      <a:pt x="6598" y="4176"/>
                      <a:pt x="6598" y="3335"/>
                    </a:cubicBezTo>
                    <a:cubicBezTo>
                      <a:pt x="6598" y="2493"/>
                      <a:pt x="6263" y="1686"/>
                      <a:pt x="5669" y="1091"/>
                    </a:cubicBezTo>
                    <a:cubicBezTo>
                      <a:pt x="5074" y="497"/>
                      <a:pt x="4267" y="162"/>
                      <a:pt x="3426" y="162"/>
                    </a:cubicBezTo>
                    <a:cubicBezTo>
                      <a:pt x="2585" y="162"/>
                      <a:pt x="1778" y="497"/>
                      <a:pt x="1183" y="1091"/>
                    </a:cubicBezTo>
                    <a:cubicBezTo>
                      <a:pt x="589" y="1686"/>
                      <a:pt x="254" y="2493"/>
                      <a:pt x="254" y="3335"/>
                    </a:cubicBezTo>
                    <a:cubicBezTo>
                      <a:pt x="254" y="4176"/>
                      <a:pt x="589" y="4983"/>
                      <a:pt x="1183" y="5578"/>
                    </a:cubicBezTo>
                    <a:cubicBezTo>
                      <a:pt x="1778" y="6173"/>
                      <a:pt x="2585" y="6508"/>
                      <a:pt x="342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54" name="Freeform: Shape 13653">
                <a:extLst>
                  <a:ext uri="{FF2B5EF4-FFF2-40B4-BE49-F238E27FC236}">
                    <a16:creationId xmlns:a16="http://schemas.microsoft.com/office/drawing/2014/main" id="{3781A3E0-D030-6A58-80AD-282802136C82}"/>
                  </a:ext>
                </a:extLst>
              </p:cNvPr>
              <p:cNvSpPr/>
              <p:nvPr/>
            </p:nvSpPr>
            <p:spPr>
              <a:xfrm>
                <a:off x="9635013" y="5538256"/>
                <a:ext cx="6343" cy="6345"/>
              </a:xfrm>
              <a:custGeom>
                <a:avLst/>
                <a:gdLst>
                  <a:gd name="connsiteX0" fmla="*/ 3426 w 6343"/>
                  <a:gd name="connsiteY0" fmla="*/ 6508 h 6345"/>
                  <a:gd name="connsiteX1" fmla="*/ 5668 w 6343"/>
                  <a:gd name="connsiteY1" fmla="*/ 5578 h 6345"/>
                  <a:gd name="connsiteX2" fmla="*/ 6597 w 6343"/>
                  <a:gd name="connsiteY2" fmla="*/ 3335 h 6345"/>
                  <a:gd name="connsiteX3" fmla="*/ 5668 w 6343"/>
                  <a:gd name="connsiteY3" fmla="*/ 1091 h 6345"/>
                  <a:gd name="connsiteX4" fmla="*/ 3426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5 h 6345"/>
                  <a:gd name="connsiteX7" fmla="*/ 1183 w 6343"/>
                  <a:gd name="connsiteY7" fmla="*/ 5578 h 6345"/>
                  <a:gd name="connsiteX8" fmla="*/ 342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8"/>
                    </a:moveTo>
                    <a:cubicBezTo>
                      <a:pt x="4267" y="6508"/>
                      <a:pt x="5074" y="6173"/>
                      <a:pt x="5668" y="5578"/>
                    </a:cubicBezTo>
                    <a:cubicBezTo>
                      <a:pt x="6263" y="4983"/>
                      <a:pt x="6597" y="4176"/>
                      <a:pt x="6597" y="3335"/>
                    </a:cubicBezTo>
                    <a:cubicBezTo>
                      <a:pt x="6597" y="2494"/>
                      <a:pt x="6263" y="1686"/>
                      <a:pt x="5668" y="1091"/>
                    </a:cubicBezTo>
                    <a:cubicBezTo>
                      <a:pt x="5074" y="497"/>
                      <a:pt x="4267" y="162"/>
                      <a:pt x="3426" y="162"/>
                    </a:cubicBezTo>
                    <a:cubicBezTo>
                      <a:pt x="2585" y="162"/>
                      <a:pt x="1778" y="497"/>
                      <a:pt x="1183" y="1091"/>
                    </a:cubicBezTo>
                    <a:cubicBezTo>
                      <a:pt x="588" y="1686"/>
                      <a:pt x="254" y="2494"/>
                      <a:pt x="254" y="3335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8" y="6173"/>
                      <a:pt x="2585" y="6508"/>
                      <a:pt x="342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55" name="Freeform: Shape 13654">
                <a:extLst>
                  <a:ext uri="{FF2B5EF4-FFF2-40B4-BE49-F238E27FC236}">
                    <a16:creationId xmlns:a16="http://schemas.microsoft.com/office/drawing/2014/main" id="{2F0179AA-D2AF-785A-991F-C8BFCA7ADE93}"/>
                  </a:ext>
                </a:extLst>
              </p:cNvPr>
              <p:cNvSpPr/>
              <p:nvPr/>
            </p:nvSpPr>
            <p:spPr>
              <a:xfrm>
                <a:off x="9632945" y="5538687"/>
                <a:ext cx="6343" cy="6345"/>
              </a:xfrm>
              <a:custGeom>
                <a:avLst/>
                <a:gdLst>
                  <a:gd name="connsiteX0" fmla="*/ 3426 w 6343"/>
                  <a:gd name="connsiteY0" fmla="*/ 6508 h 6345"/>
                  <a:gd name="connsiteX1" fmla="*/ 5668 w 6343"/>
                  <a:gd name="connsiteY1" fmla="*/ 5578 h 6345"/>
                  <a:gd name="connsiteX2" fmla="*/ 6597 w 6343"/>
                  <a:gd name="connsiteY2" fmla="*/ 3335 h 6345"/>
                  <a:gd name="connsiteX3" fmla="*/ 5668 w 6343"/>
                  <a:gd name="connsiteY3" fmla="*/ 1092 h 6345"/>
                  <a:gd name="connsiteX4" fmla="*/ 3426 w 6343"/>
                  <a:gd name="connsiteY4" fmla="*/ 162 h 6345"/>
                  <a:gd name="connsiteX5" fmla="*/ 1183 w 6343"/>
                  <a:gd name="connsiteY5" fmla="*/ 1092 h 6345"/>
                  <a:gd name="connsiteX6" fmla="*/ 254 w 6343"/>
                  <a:gd name="connsiteY6" fmla="*/ 3335 h 6345"/>
                  <a:gd name="connsiteX7" fmla="*/ 1183 w 6343"/>
                  <a:gd name="connsiteY7" fmla="*/ 5578 h 6345"/>
                  <a:gd name="connsiteX8" fmla="*/ 342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8"/>
                    </a:moveTo>
                    <a:cubicBezTo>
                      <a:pt x="4267" y="6508"/>
                      <a:pt x="5074" y="6173"/>
                      <a:pt x="5668" y="5578"/>
                    </a:cubicBezTo>
                    <a:cubicBezTo>
                      <a:pt x="6263" y="4983"/>
                      <a:pt x="6597" y="4176"/>
                      <a:pt x="6597" y="3335"/>
                    </a:cubicBezTo>
                    <a:cubicBezTo>
                      <a:pt x="6597" y="2494"/>
                      <a:pt x="6263" y="1686"/>
                      <a:pt x="5668" y="1092"/>
                    </a:cubicBezTo>
                    <a:cubicBezTo>
                      <a:pt x="5074" y="497"/>
                      <a:pt x="4267" y="162"/>
                      <a:pt x="3426" y="162"/>
                    </a:cubicBezTo>
                    <a:cubicBezTo>
                      <a:pt x="2585" y="162"/>
                      <a:pt x="1778" y="497"/>
                      <a:pt x="1183" y="1092"/>
                    </a:cubicBezTo>
                    <a:cubicBezTo>
                      <a:pt x="588" y="1686"/>
                      <a:pt x="254" y="2494"/>
                      <a:pt x="254" y="3335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8" y="6173"/>
                      <a:pt x="2585" y="6508"/>
                      <a:pt x="342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56" name="Freeform: Shape 13655">
                <a:extLst>
                  <a:ext uri="{FF2B5EF4-FFF2-40B4-BE49-F238E27FC236}">
                    <a16:creationId xmlns:a16="http://schemas.microsoft.com/office/drawing/2014/main" id="{D94090E9-E363-EC32-3F1B-319FE410BDA4}"/>
                  </a:ext>
                </a:extLst>
              </p:cNvPr>
              <p:cNvSpPr/>
              <p:nvPr/>
            </p:nvSpPr>
            <p:spPr>
              <a:xfrm>
                <a:off x="9630018" y="5537969"/>
                <a:ext cx="6343" cy="6345"/>
              </a:xfrm>
              <a:custGeom>
                <a:avLst/>
                <a:gdLst>
                  <a:gd name="connsiteX0" fmla="*/ 3425 w 6343"/>
                  <a:gd name="connsiteY0" fmla="*/ 6508 h 6345"/>
                  <a:gd name="connsiteX1" fmla="*/ 5668 w 6343"/>
                  <a:gd name="connsiteY1" fmla="*/ 5578 h 6345"/>
                  <a:gd name="connsiteX2" fmla="*/ 6597 w 6343"/>
                  <a:gd name="connsiteY2" fmla="*/ 3335 h 6345"/>
                  <a:gd name="connsiteX3" fmla="*/ 5668 w 6343"/>
                  <a:gd name="connsiteY3" fmla="*/ 1091 h 6345"/>
                  <a:gd name="connsiteX4" fmla="*/ 3425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5 h 6345"/>
                  <a:gd name="connsiteX7" fmla="*/ 1183 w 6343"/>
                  <a:gd name="connsiteY7" fmla="*/ 5578 h 6345"/>
                  <a:gd name="connsiteX8" fmla="*/ 342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8"/>
                    </a:moveTo>
                    <a:cubicBezTo>
                      <a:pt x="4267" y="6508"/>
                      <a:pt x="5073" y="6173"/>
                      <a:pt x="5668" y="5578"/>
                    </a:cubicBezTo>
                    <a:cubicBezTo>
                      <a:pt x="6263" y="4983"/>
                      <a:pt x="6597" y="4176"/>
                      <a:pt x="6597" y="3335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3" y="497"/>
                      <a:pt x="4267" y="162"/>
                      <a:pt x="3425" y="162"/>
                    </a:cubicBezTo>
                    <a:cubicBezTo>
                      <a:pt x="2584" y="162"/>
                      <a:pt x="1778" y="497"/>
                      <a:pt x="1183" y="1091"/>
                    </a:cubicBezTo>
                    <a:cubicBezTo>
                      <a:pt x="588" y="1686"/>
                      <a:pt x="254" y="2493"/>
                      <a:pt x="254" y="3335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8" y="6173"/>
                      <a:pt x="2584" y="6508"/>
                      <a:pt x="342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57" name="Freeform: Shape 13656">
                <a:extLst>
                  <a:ext uri="{FF2B5EF4-FFF2-40B4-BE49-F238E27FC236}">
                    <a16:creationId xmlns:a16="http://schemas.microsoft.com/office/drawing/2014/main" id="{AE233E49-1D1B-9F26-FF28-78BD8D3BACCD}"/>
                  </a:ext>
                </a:extLst>
              </p:cNvPr>
              <p:cNvSpPr/>
              <p:nvPr/>
            </p:nvSpPr>
            <p:spPr>
              <a:xfrm>
                <a:off x="9625733" y="5535394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5 h 6345"/>
                  <a:gd name="connsiteX3" fmla="*/ 5668 w 6343"/>
                  <a:gd name="connsiteY3" fmla="*/ 1091 h 6345"/>
                  <a:gd name="connsiteX4" fmla="*/ 3425 w 6343"/>
                  <a:gd name="connsiteY4" fmla="*/ 162 h 6345"/>
                  <a:gd name="connsiteX5" fmla="*/ 1182 w 6343"/>
                  <a:gd name="connsiteY5" fmla="*/ 1091 h 6345"/>
                  <a:gd name="connsiteX6" fmla="*/ 254 w 6343"/>
                  <a:gd name="connsiteY6" fmla="*/ 3335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8" y="5578"/>
                    </a:cubicBezTo>
                    <a:cubicBezTo>
                      <a:pt x="6262" y="4983"/>
                      <a:pt x="6597" y="4176"/>
                      <a:pt x="6597" y="3335"/>
                    </a:cubicBezTo>
                    <a:cubicBezTo>
                      <a:pt x="6597" y="2493"/>
                      <a:pt x="6262" y="1686"/>
                      <a:pt x="5668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2" y="1091"/>
                    </a:cubicBezTo>
                    <a:cubicBezTo>
                      <a:pt x="588" y="1686"/>
                      <a:pt x="254" y="2493"/>
                      <a:pt x="254" y="3335"/>
                    </a:cubicBezTo>
                    <a:cubicBezTo>
                      <a:pt x="254" y="4176"/>
                      <a:pt x="588" y="4983"/>
                      <a:pt x="1182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58" name="Freeform: Shape 13657">
                <a:extLst>
                  <a:ext uri="{FF2B5EF4-FFF2-40B4-BE49-F238E27FC236}">
                    <a16:creationId xmlns:a16="http://schemas.microsoft.com/office/drawing/2014/main" id="{7222F45D-2BBE-0C0A-4310-09E5BC2E4A47}"/>
                  </a:ext>
                </a:extLst>
              </p:cNvPr>
              <p:cNvSpPr/>
              <p:nvPr/>
            </p:nvSpPr>
            <p:spPr>
              <a:xfrm>
                <a:off x="9621633" y="5532975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5 h 6345"/>
                  <a:gd name="connsiteX3" fmla="*/ 5667 w 6343"/>
                  <a:gd name="connsiteY3" fmla="*/ 1091 h 6345"/>
                  <a:gd name="connsiteX4" fmla="*/ 3425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5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7" y="5578"/>
                    </a:cubicBezTo>
                    <a:cubicBezTo>
                      <a:pt x="6262" y="4983"/>
                      <a:pt x="6596" y="4176"/>
                      <a:pt x="6596" y="3335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2" y="1091"/>
                    </a:cubicBezTo>
                    <a:cubicBezTo>
                      <a:pt x="587" y="1686"/>
                      <a:pt x="253" y="2493"/>
                      <a:pt x="253" y="3335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59" name="Freeform: Shape 13658">
                <a:extLst>
                  <a:ext uri="{FF2B5EF4-FFF2-40B4-BE49-F238E27FC236}">
                    <a16:creationId xmlns:a16="http://schemas.microsoft.com/office/drawing/2014/main" id="{062F37F9-DEED-04B9-13B2-CC735AF5F286}"/>
                  </a:ext>
                </a:extLst>
              </p:cNvPr>
              <p:cNvSpPr/>
              <p:nvPr/>
            </p:nvSpPr>
            <p:spPr>
              <a:xfrm>
                <a:off x="9614976" y="5526970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7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1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7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2"/>
                      <a:pt x="5667" y="5577"/>
                    </a:cubicBezTo>
                    <a:cubicBezTo>
                      <a:pt x="6262" y="4983"/>
                      <a:pt x="6596" y="4175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2" y="496"/>
                      <a:pt x="4265" y="161"/>
                      <a:pt x="3424" y="161"/>
                    </a:cubicBezTo>
                    <a:cubicBezTo>
                      <a:pt x="2583" y="161"/>
                      <a:pt x="1776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5"/>
                      <a:pt x="587" y="4983"/>
                      <a:pt x="1182" y="5577"/>
                    </a:cubicBezTo>
                    <a:cubicBezTo>
                      <a:pt x="1776" y="6172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60" name="Freeform: Shape 13659">
                <a:extLst>
                  <a:ext uri="{FF2B5EF4-FFF2-40B4-BE49-F238E27FC236}">
                    <a16:creationId xmlns:a16="http://schemas.microsoft.com/office/drawing/2014/main" id="{DC4C88B2-CA42-6F45-F0F1-8C01B9B92C05}"/>
                  </a:ext>
                </a:extLst>
              </p:cNvPr>
              <p:cNvSpPr/>
              <p:nvPr/>
            </p:nvSpPr>
            <p:spPr>
              <a:xfrm>
                <a:off x="9611081" y="5524604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7 h 6345"/>
                  <a:gd name="connsiteX2" fmla="*/ 6596 w 6343"/>
                  <a:gd name="connsiteY2" fmla="*/ 3334 h 6345"/>
                  <a:gd name="connsiteX3" fmla="*/ 5667 w 6343"/>
                  <a:gd name="connsiteY3" fmla="*/ 1090 h 6345"/>
                  <a:gd name="connsiteX4" fmla="*/ 3424 w 6343"/>
                  <a:gd name="connsiteY4" fmla="*/ 161 h 6345"/>
                  <a:gd name="connsiteX5" fmla="*/ 1181 w 6343"/>
                  <a:gd name="connsiteY5" fmla="*/ 1090 h 6345"/>
                  <a:gd name="connsiteX6" fmla="*/ 252 w 6343"/>
                  <a:gd name="connsiteY6" fmla="*/ 3334 h 6345"/>
                  <a:gd name="connsiteX7" fmla="*/ 1181 w 6343"/>
                  <a:gd name="connsiteY7" fmla="*/ 5577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2"/>
                      <a:pt x="5667" y="5577"/>
                    </a:cubicBezTo>
                    <a:cubicBezTo>
                      <a:pt x="6261" y="4982"/>
                      <a:pt x="6596" y="4175"/>
                      <a:pt x="6596" y="3334"/>
                    </a:cubicBezTo>
                    <a:cubicBezTo>
                      <a:pt x="6596" y="2492"/>
                      <a:pt x="6261" y="1685"/>
                      <a:pt x="5667" y="1090"/>
                    </a:cubicBezTo>
                    <a:cubicBezTo>
                      <a:pt x="5072" y="495"/>
                      <a:pt x="4265" y="161"/>
                      <a:pt x="3424" y="161"/>
                    </a:cubicBezTo>
                    <a:cubicBezTo>
                      <a:pt x="2583" y="161"/>
                      <a:pt x="1776" y="495"/>
                      <a:pt x="1181" y="1090"/>
                    </a:cubicBezTo>
                    <a:cubicBezTo>
                      <a:pt x="587" y="1685"/>
                      <a:pt x="252" y="2492"/>
                      <a:pt x="252" y="3334"/>
                    </a:cubicBezTo>
                    <a:cubicBezTo>
                      <a:pt x="252" y="4175"/>
                      <a:pt x="587" y="4982"/>
                      <a:pt x="1181" y="5577"/>
                    </a:cubicBezTo>
                    <a:cubicBezTo>
                      <a:pt x="1776" y="6172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61" name="Freeform: Shape 13660">
                <a:extLst>
                  <a:ext uri="{FF2B5EF4-FFF2-40B4-BE49-F238E27FC236}">
                    <a16:creationId xmlns:a16="http://schemas.microsoft.com/office/drawing/2014/main" id="{D646F90D-D2EF-1C33-45A6-D00C028FFAA1}"/>
                  </a:ext>
                </a:extLst>
              </p:cNvPr>
              <p:cNvSpPr/>
              <p:nvPr/>
            </p:nvSpPr>
            <p:spPr>
              <a:xfrm>
                <a:off x="9609987" y="5526076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7 h 6345"/>
                  <a:gd name="connsiteX2" fmla="*/ 6595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1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7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2"/>
                      <a:pt x="5667" y="5577"/>
                    </a:cubicBezTo>
                    <a:cubicBezTo>
                      <a:pt x="6261" y="4982"/>
                      <a:pt x="6595" y="4175"/>
                      <a:pt x="6595" y="3334"/>
                    </a:cubicBezTo>
                    <a:cubicBezTo>
                      <a:pt x="6595" y="2493"/>
                      <a:pt x="6261" y="1685"/>
                      <a:pt x="5667" y="1091"/>
                    </a:cubicBezTo>
                    <a:cubicBezTo>
                      <a:pt x="5072" y="496"/>
                      <a:pt x="4265" y="161"/>
                      <a:pt x="3424" y="161"/>
                    </a:cubicBezTo>
                    <a:cubicBezTo>
                      <a:pt x="2583" y="161"/>
                      <a:pt x="1776" y="496"/>
                      <a:pt x="1181" y="1091"/>
                    </a:cubicBezTo>
                    <a:cubicBezTo>
                      <a:pt x="586" y="1685"/>
                      <a:pt x="252" y="2493"/>
                      <a:pt x="252" y="3334"/>
                    </a:cubicBezTo>
                    <a:cubicBezTo>
                      <a:pt x="252" y="4175"/>
                      <a:pt x="586" y="4982"/>
                      <a:pt x="1181" y="5577"/>
                    </a:cubicBezTo>
                    <a:cubicBezTo>
                      <a:pt x="1776" y="6172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62" name="Freeform: Shape 13661">
                <a:extLst>
                  <a:ext uri="{FF2B5EF4-FFF2-40B4-BE49-F238E27FC236}">
                    <a16:creationId xmlns:a16="http://schemas.microsoft.com/office/drawing/2014/main" id="{5A2A4AE2-C59E-29AA-8B3F-AFF69C58C501}"/>
                  </a:ext>
                </a:extLst>
              </p:cNvPr>
              <p:cNvSpPr/>
              <p:nvPr/>
            </p:nvSpPr>
            <p:spPr>
              <a:xfrm>
                <a:off x="9609308" y="5528150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4 w 6343"/>
                  <a:gd name="connsiteY4" fmla="*/ 161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2" y="496"/>
                      <a:pt x="4265" y="161"/>
                      <a:pt x="3424" y="161"/>
                    </a:cubicBezTo>
                    <a:cubicBezTo>
                      <a:pt x="2583" y="161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63" name="Freeform: Shape 13662">
                <a:extLst>
                  <a:ext uri="{FF2B5EF4-FFF2-40B4-BE49-F238E27FC236}">
                    <a16:creationId xmlns:a16="http://schemas.microsoft.com/office/drawing/2014/main" id="{2CD3F8EE-E727-395A-A0E0-B1F33EEC8ABB}"/>
                  </a:ext>
                </a:extLst>
              </p:cNvPr>
              <p:cNvSpPr/>
              <p:nvPr/>
            </p:nvSpPr>
            <p:spPr>
              <a:xfrm>
                <a:off x="9609774" y="5531901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4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2" y="496"/>
                      <a:pt x="4265" y="162"/>
                      <a:pt x="3424" y="162"/>
                    </a:cubicBezTo>
                    <a:cubicBezTo>
                      <a:pt x="2583" y="162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64" name="Freeform: Shape 13663">
                <a:extLst>
                  <a:ext uri="{FF2B5EF4-FFF2-40B4-BE49-F238E27FC236}">
                    <a16:creationId xmlns:a16="http://schemas.microsoft.com/office/drawing/2014/main" id="{39AB3F7A-15F9-19C9-5964-8CAEAC96E4DA}"/>
                  </a:ext>
                </a:extLst>
              </p:cNvPr>
              <p:cNvSpPr/>
              <p:nvPr/>
            </p:nvSpPr>
            <p:spPr>
              <a:xfrm>
                <a:off x="9611041" y="5536891"/>
                <a:ext cx="6343" cy="6345"/>
              </a:xfrm>
              <a:custGeom>
                <a:avLst/>
                <a:gdLst>
                  <a:gd name="connsiteX0" fmla="*/ 3424 w 6343"/>
                  <a:gd name="connsiteY0" fmla="*/ 6508 h 6345"/>
                  <a:gd name="connsiteX1" fmla="*/ 5667 w 6343"/>
                  <a:gd name="connsiteY1" fmla="*/ 5578 h 6345"/>
                  <a:gd name="connsiteX2" fmla="*/ 6596 w 6343"/>
                  <a:gd name="connsiteY2" fmla="*/ 3335 h 6345"/>
                  <a:gd name="connsiteX3" fmla="*/ 5667 w 6343"/>
                  <a:gd name="connsiteY3" fmla="*/ 1091 h 6345"/>
                  <a:gd name="connsiteX4" fmla="*/ 3424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5 h 6345"/>
                  <a:gd name="connsiteX7" fmla="*/ 1181 w 6343"/>
                  <a:gd name="connsiteY7" fmla="*/ 5578 h 6345"/>
                  <a:gd name="connsiteX8" fmla="*/ 342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8"/>
                    </a:moveTo>
                    <a:cubicBezTo>
                      <a:pt x="4265" y="6508"/>
                      <a:pt x="5072" y="6173"/>
                      <a:pt x="5667" y="5578"/>
                    </a:cubicBezTo>
                    <a:cubicBezTo>
                      <a:pt x="6261" y="4983"/>
                      <a:pt x="6596" y="4176"/>
                      <a:pt x="6596" y="3335"/>
                    </a:cubicBezTo>
                    <a:cubicBezTo>
                      <a:pt x="6596" y="2493"/>
                      <a:pt x="6261" y="1686"/>
                      <a:pt x="5667" y="1091"/>
                    </a:cubicBezTo>
                    <a:cubicBezTo>
                      <a:pt x="5072" y="496"/>
                      <a:pt x="4265" y="162"/>
                      <a:pt x="3424" y="162"/>
                    </a:cubicBezTo>
                    <a:cubicBezTo>
                      <a:pt x="2583" y="162"/>
                      <a:pt x="1776" y="496"/>
                      <a:pt x="1181" y="1091"/>
                    </a:cubicBezTo>
                    <a:cubicBezTo>
                      <a:pt x="587" y="1686"/>
                      <a:pt x="252" y="2493"/>
                      <a:pt x="252" y="3335"/>
                    </a:cubicBezTo>
                    <a:cubicBezTo>
                      <a:pt x="252" y="4176"/>
                      <a:pt x="587" y="4983"/>
                      <a:pt x="1181" y="5578"/>
                    </a:cubicBezTo>
                    <a:cubicBezTo>
                      <a:pt x="1776" y="6173"/>
                      <a:pt x="2583" y="6508"/>
                      <a:pt x="342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65" name="Freeform: Shape 13664">
                <a:extLst>
                  <a:ext uri="{FF2B5EF4-FFF2-40B4-BE49-F238E27FC236}">
                    <a16:creationId xmlns:a16="http://schemas.microsoft.com/office/drawing/2014/main" id="{D0A2A45B-0F1F-EB17-7CED-8C439DA229D8}"/>
                  </a:ext>
                </a:extLst>
              </p:cNvPr>
              <p:cNvSpPr/>
              <p:nvPr/>
            </p:nvSpPr>
            <p:spPr>
              <a:xfrm>
                <a:off x="9609423" y="5540976"/>
                <a:ext cx="6343" cy="6345"/>
              </a:xfrm>
              <a:custGeom>
                <a:avLst/>
                <a:gdLst>
                  <a:gd name="connsiteX0" fmla="*/ 3424 w 6343"/>
                  <a:gd name="connsiteY0" fmla="*/ 6508 h 6345"/>
                  <a:gd name="connsiteX1" fmla="*/ 5666 w 6343"/>
                  <a:gd name="connsiteY1" fmla="*/ 5579 h 6345"/>
                  <a:gd name="connsiteX2" fmla="*/ 6595 w 6343"/>
                  <a:gd name="connsiteY2" fmla="*/ 3335 h 6345"/>
                  <a:gd name="connsiteX3" fmla="*/ 5666 w 6343"/>
                  <a:gd name="connsiteY3" fmla="*/ 1092 h 6345"/>
                  <a:gd name="connsiteX4" fmla="*/ 3424 w 6343"/>
                  <a:gd name="connsiteY4" fmla="*/ 162 h 6345"/>
                  <a:gd name="connsiteX5" fmla="*/ 1181 w 6343"/>
                  <a:gd name="connsiteY5" fmla="*/ 1092 h 6345"/>
                  <a:gd name="connsiteX6" fmla="*/ 252 w 6343"/>
                  <a:gd name="connsiteY6" fmla="*/ 3335 h 6345"/>
                  <a:gd name="connsiteX7" fmla="*/ 1181 w 6343"/>
                  <a:gd name="connsiteY7" fmla="*/ 5579 h 6345"/>
                  <a:gd name="connsiteX8" fmla="*/ 342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8"/>
                    </a:moveTo>
                    <a:cubicBezTo>
                      <a:pt x="4265" y="6508"/>
                      <a:pt x="5072" y="6174"/>
                      <a:pt x="5666" y="5579"/>
                    </a:cubicBezTo>
                    <a:cubicBezTo>
                      <a:pt x="6261" y="4984"/>
                      <a:pt x="6595" y="4177"/>
                      <a:pt x="6595" y="3335"/>
                    </a:cubicBezTo>
                    <a:cubicBezTo>
                      <a:pt x="6595" y="2494"/>
                      <a:pt x="6261" y="1687"/>
                      <a:pt x="5666" y="1092"/>
                    </a:cubicBezTo>
                    <a:cubicBezTo>
                      <a:pt x="5072" y="497"/>
                      <a:pt x="4265" y="162"/>
                      <a:pt x="3424" y="162"/>
                    </a:cubicBezTo>
                    <a:cubicBezTo>
                      <a:pt x="2583" y="162"/>
                      <a:pt x="1776" y="497"/>
                      <a:pt x="1181" y="1092"/>
                    </a:cubicBezTo>
                    <a:cubicBezTo>
                      <a:pt x="586" y="1687"/>
                      <a:pt x="252" y="2494"/>
                      <a:pt x="252" y="3335"/>
                    </a:cubicBezTo>
                    <a:cubicBezTo>
                      <a:pt x="252" y="4177"/>
                      <a:pt x="586" y="4984"/>
                      <a:pt x="1181" y="5579"/>
                    </a:cubicBezTo>
                    <a:cubicBezTo>
                      <a:pt x="1776" y="6174"/>
                      <a:pt x="2583" y="6508"/>
                      <a:pt x="342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66" name="Freeform: Shape 13665">
                <a:extLst>
                  <a:ext uri="{FF2B5EF4-FFF2-40B4-BE49-F238E27FC236}">
                    <a16:creationId xmlns:a16="http://schemas.microsoft.com/office/drawing/2014/main" id="{8753AFA0-222F-8574-F5F8-FEA17EF3214A}"/>
                  </a:ext>
                </a:extLst>
              </p:cNvPr>
              <p:cNvSpPr/>
              <p:nvPr/>
            </p:nvSpPr>
            <p:spPr>
              <a:xfrm>
                <a:off x="9608960" y="5543585"/>
                <a:ext cx="6343" cy="6345"/>
              </a:xfrm>
              <a:custGeom>
                <a:avLst/>
                <a:gdLst>
                  <a:gd name="connsiteX0" fmla="*/ 3424 w 6343"/>
                  <a:gd name="connsiteY0" fmla="*/ 6508 h 6345"/>
                  <a:gd name="connsiteX1" fmla="*/ 5666 w 6343"/>
                  <a:gd name="connsiteY1" fmla="*/ 5579 h 6345"/>
                  <a:gd name="connsiteX2" fmla="*/ 6595 w 6343"/>
                  <a:gd name="connsiteY2" fmla="*/ 3335 h 6345"/>
                  <a:gd name="connsiteX3" fmla="*/ 5666 w 6343"/>
                  <a:gd name="connsiteY3" fmla="*/ 1092 h 6345"/>
                  <a:gd name="connsiteX4" fmla="*/ 3424 w 6343"/>
                  <a:gd name="connsiteY4" fmla="*/ 163 h 6345"/>
                  <a:gd name="connsiteX5" fmla="*/ 1181 w 6343"/>
                  <a:gd name="connsiteY5" fmla="*/ 1092 h 6345"/>
                  <a:gd name="connsiteX6" fmla="*/ 252 w 6343"/>
                  <a:gd name="connsiteY6" fmla="*/ 3335 h 6345"/>
                  <a:gd name="connsiteX7" fmla="*/ 1181 w 6343"/>
                  <a:gd name="connsiteY7" fmla="*/ 5579 h 6345"/>
                  <a:gd name="connsiteX8" fmla="*/ 342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8"/>
                    </a:moveTo>
                    <a:cubicBezTo>
                      <a:pt x="4265" y="6508"/>
                      <a:pt x="5072" y="6174"/>
                      <a:pt x="5666" y="5579"/>
                    </a:cubicBezTo>
                    <a:cubicBezTo>
                      <a:pt x="6261" y="4984"/>
                      <a:pt x="6595" y="4177"/>
                      <a:pt x="6595" y="3335"/>
                    </a:cubicBezTo>
                    <a:cubicBezTo>
                      <a:pt x="6595" y="2494"/>
                      <a:pt x="6261" y="1687"/>
                      <a:pt x="5666" y="1092"/>
                    </a:cubicBezTo>
                    <a:cubicBezTo>
                      <a:pt x="5072" y="497"/>
                      <a:pt x="4265" y="163"/>
                      <a:pt x="3424" y="163"/>
                    </a:cubicBezTo>
                    <a:cubicBezTo>
                      <a:pt x="2583" y="163"/>
                      <a:pt x="1776" y="497"/>
                      <a:pt x="1181" y="1092"/>
                    </a:cubicBezTo>
                    <a:cubicBezTo>
                      <a:pt x="586" y="1687"/>
                      <a:pt x="252" y="2494"/>
                      <a:pt x="252" y="3335"/>
                    </a:cubicBezTo>
                    <a:cubicBezTo>
                      <a:pt x="252" y="4177"/>
                      <a:pt x="586" y="4984"/>
                      <a:pt x="1181" y="5579"/>
                    </a:cubicBezTo>
                    <a:cubicBezTo>
                      <a:pt x="1776" y="6174"/>
                      <a:pt x="2583" y="6508"/>
                      <a:pt x="342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67" name="Freeform: Shape 13666">
                <a:extLst>
                  <a:ext uri="{FF2B5EF4-FFF2-40B4-BE49-F238E27FC236}">
                    <a16:creationId xmlns:a16="http://schemas.microsoft.com/office/drawing/2014/main" id="{EB18C3B8-767A-3D04-76EF-FB0CCF3F9B6D}"/>
                  </a:ext>
                </a:extLst>
              </p:cNvPr>
              <p:cNvSpPr/>
              <p:nvPr/>
            </p:nvSpPr>
            <p:spPr>
              <a:xfrm>
                <a:off x="9606077" y="5542517"/>
                <a:ext cx="6343" cy="6345"/>
              </a:xfrm>
              <a:custGeom>
                <a:avLst/>
                <a:gdLst>
                  <a:gd name="connsiteX0" fmla="*/ 3424 w 6343"/>
                  <a:gd name="connsiteY0" fmla="*/ 6508 h 6345"/>
                  <a:gd name="connsiteX1" fmla="*/ 5666 w 6343"/>
                  <a:gd name="connsiteY1" fmla="*/ 5579 h 6345"/>
                  <a:gd name="connsiteX2" fmla="*/ 6595 w 6343"/>
                  <a:gd name="connsiteY2" fmla="*/ 3335 h 6345"/>
                  <a:gd name="connsiteX3" fmla="*/ 5666 w 6343"/>
                  <a:gd name="connsiteY3" fmla="*/ 1092 h 6345"/>
                  <a:gd name="connsiteX4" fmla="*/ 3424 w 6343"/>
                  <a:gd name="connsiteY4" fmla="*/ 163 h 6345"/>
                  <a:gd name="connsiteX5" fmla="*/ 1181 w 6343"/>
                  <a:gd name="connsiteY5" fmla="*/ 1092 h 6345"/>
                  <a:gd name="connsiteX6" fmla="*/ 252 w 6343"/>
                  <a:gd name="connsiteY6" fmla="*/ 3335 h 6345"/>
                  <a:gd name="connsiteX7" fmla="*/ 1181 w 6343"/>
                  <a:gd name="connsiteY7" fmla="*/ 5579 h 6345"/>
                  <a:gd name="connsiteX8" fmla="*/ 342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8"/>
                    </a:moveTo>
                    <a:cubicBezTo>
                      <a:pt x="4265" y="6508"/>
                      <a:pt x="5071" y="6174"/>
                      <a:pt x="5666" y="5579"/>
                    </a:cubicBezTo>
                    <a:cubicBezTo>
                      <a:pt x="6261" y="4984"/>
                      <a:pt x="6595" y="4177"/>
                      <a:pt x="6595" y="3335"/>
                    </a:cubicBezTo>
                    <a:cubicBezTo>
                      <a:pt x="6595" y="2494"/>
                      <a:pt x="6261" y="1687"/>
                      <a:pt x="5666" y="1092"/>
                    </a:cubicBezTo>
                    <a:cubicBezTo>
                      <a:pt x="5071" y="497"/>
                      <a:pt x="4265" y="163"/>
                      <a:pt x="3424" y="163"/>
                    </a:cubicBezTo>
                    <a:cubicBezTo>
                      <a:pt x="2582" y="163"/>
                      <a:pt x="1776" y="497"/>
                      <a:pt x="1181" y="1092"/>
                    </a:cubicBezTo>
                    <a:cubicBezTo>
                      <a:pt x="586" y="1687"/>
                      <a:pt x="252" y="2494"/>
                      <a:pt x="252" y="3335"/>
                    </a:cubicBezTo>
                    <a:cubicBezTo>
                      <a:pt x="252" y="4177"/>
                      <a:pt x="586" y="4984"/>
                      <a:pt x="1181" y="5579"/>
                    </a:cubicBezTo>
                    <a:cubicBezTo>
                      <a:pt x="1776" y="6174"/>
                      <a:pt x="2582" y="6508"/>
                      <a:pt x="342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68" name="Freeform: Shape 13667">
                <a:extLst>
                  <a:ext uri="{FF2B5EF4-FFF2-40B4-BE49-F238E27FC236}">
                    <a16:creationId xmlns:a16="http://schemas.microsoft.com/office/drawing/2014/main" id="{02260D85-D3A1-A065-0BC6-A9851572213B}"/>
                  </a:ext>
                </a:extLst>
              </p:cNvPr>
              <p:cNvSpPr/>
              <p:nvPr/>
            </p:nvSpPr>
            <p:spPr>
              <a:xfrm>
                <a:off x="9603548" y="5541943"/>
                <a:ext cx="6343" cy="6345"/>
              </a:xfrm>
              <a:custGeom>
                <a:avLst/>
                <a:gdLst>
                  <a:gd name="connsiteX0" fmla="*/ 3423 w 6343"/>
                  <a:gd name="connsiteY0" fmla="*/ 6508 h 6345"/>
                  <a:gd name="connsiteX1" fmla="*/ 5666 w 6343"/>
                  <a:gd name="connsiteY1" fmla="*/ 5579 h 6345"/>
                  <a:gd name="connsiteX2" fmla="*/ 6595 w 6343"/>
                  <a:gd name="connsiteY2" fmla="*/ 3335 h 6345"/>
                  <a:gd name="connsiteX3" fmla="*/ 5666 w 6343"/>
                  <a:gd name="connsiteY3" fmla="*/ 1092 h 6345"/>
                  <a:gd name="connsiteX4" fmla="*/ 3423 w 6343"/>
                  <a:gd name="connsiteY4" fmla="*/ 163 h 6345"/>
                  <a:gd name="connsiteX5" fmla="*/ 1181 w 6343"/>
                  <a:gd name="connsiteY5" fmla="*/ 1092 h 6345"/>
                  <a:gd name="connsiteX6" fmla="*/ 252 w 6343"/>
                  <a:gd name="connsiteY6" fmla="*/ 3335 h 6345"/>
                  <a:gd name="connsiteX7" fmla="*/ 1181 w 6343"/>
                  <a:gd name="connsiteY7" fmla="*/ 5579 h 6345"/>
                  <a:gd name="connsiteX8" fmla="*/ 342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8"/>
                    </a:moveTo>
                    <a:cubicBezTo>
                      <a:pt x="4264" y="6508"/>
                      <a:pt x="5071" y="6174"/>
                      <a:pt x="5666" y="5579"/>
                    </a:cubicBezTo>
                    <a:cubicBezTo>
                      <a:pt x="6261" y="4984"/>
                      <a:pt x="6595" y="4177"/>
                      <a:pt x="6595" y="3335"/>
                    </a:cubicBezTo>
                    <a:cubicBezTo>
                      <a:pt x="6595" y="2494"/>
                      <a:pt x="6261" y="1687"/>
                      <a:pt x="5666" y="1092"/>
                    </a:cubicBezTo>
                    <a:cubicBezTo>
                      <a:pt x="5071" y="497"/>
                      <a:pt x="4264" y="163"/>
                      <a:pt x="3423" y="163"/>
                    </a:cubicBezTo>
                    <a:cubicBezTo>
                      <a:pt x="2582" y="163"/>
                      <a:pt x="1775" y="497"/>
                      <a:pt x="1181" y="1092"/>
                    </a:cubicBezTo>
                    <a:cubicBezTo>
                      <a:pt x="586" y="1687"/>
                      <a:pt x="252" y="2494"/>
                      <a:pt x="252" y="3335"/>
                    </a:cubicBezTo>
                    <a:cubicBezTo>
                      <a:pt x="252" y="4177"/>
                      <a:pt x="586" y="4984"/>
                      <a:pt x="1181" y="5579"/>
                    </a:cubicBezTo>
                    <a:cubicBezTo>
                      <a:pt x="1775" y="6174"/>
                      <a:pt x="2582" y="6508"/>
                      <a:pt x="342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69" name="Freeform: Shape 13668">
                <a:extLst>
                  <a:ext uri="{FF2B5EF4-FFF2-40B4-BE49-F238E27FC236}">
                    <a16:creationId xmlns:a16="http://schemas.microsoft.com/office/drawing/2014/main" id="{29F2E76E-C1BD-E9B2-DC62-1854091F36B8}"/>
                  </a:ext>
                </a:extLst>
              </p:cNvPr>
              <p:cNvSpPr/>
              <p:nvPr/>
            </p:nvSpPr>
            <p:spPr>
              <a:xfrm>
                <a:off x="9597546" y="5539156"/>
                <a:ext cx="6343" cy="6345"/>
              </a:xfrm>
              <a:custGeom>
                <a:avLst/>
                <a:gdLst>
                  <a:gd name="connsiteX0" fmla="*/ 3423 w 6343"/>
                  <a:gd name="connsiteY0" fmla="*/ 6508 h 6345"/>
                  <a:gd name="connsiteX1" fmla="*/ 5666 w 6343"/>
                  <a:gd name="connsiteY1" fmla="*/ 5578 h 6345"/>
                  <a:gd name="connsiteX2" fmla="*/ 6594 w 6343"/>
                  <a:gd name="connsiteY2" fmla="*/ 3335 h 6345"/>
                  <a:gd name="connsiteX3" fmla="*/ 5666 w 6343"/>
                  <a:gd name="connsiteY3" fmla="*/ 1092 h 6345"/>
                  <a:gd name="connsiteX4" fmla="*/ 3423 w 6343"/>
                  <a:gd name="connsiteY4" fmla="*/ 162 h 6345"/>
                  <a:gd name="connsiteX5" fmla="*/ 1180 w 6343"/>
                  <a:gd name="connsiteY5" fmla="*/ 1092 h 6345"/>
                  <a:gd name="connsiteX6" fmla="*/ 251 w 6343"/>
                  <a:gd name="connsiteY6" fmla="*/ 3335 h 6345"/>
                  <a:gd name="connsiteX7" fmla="*/ 1180 w 6343"/>
                  <a:gd name="connsiteY7" fmla="*/ 5578 h 6345"/>
                  <a:gd name="connsiteX8" fmla="*/ 342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8"/>
                    </a:moveTo>
                    <a:cubicBezTo>
                      <a:pt x="4264" y="6508"/>
                      <a:pt x="5071" y="6173"/>
                      <a:pt x="5666" y="5578"/>
                    </a:cubicBezTo>
                    <a:cubicBezTo>
                      <a:pt x="6260" y="4983"/>
                      <a:pt x="6594" y="4176"/>
                      <a:pt x="6594" y="3335"/>
                    </a:cubicBezTo>
                    <a:cubicBezTo>
                      <a:pt x="6594" y="2494"/>
                      <a:pt x="6260" y="1687"/>
                      <a:pt x="5666" y="1092"/>
                    </a:cubicBezTo>
                    <a:cubicBezTo>
                      <a:pt x="5071" y="497"/>
                      <a:pt x="4264" y="162"/>
                      <a:pt x="3423" y="162"/>
                    </a:cubicBezTo>
                    <a:cubicBezTo>
                      <a:pt x="2582" y="162"/>
                      <a:pt x="1775" y="497"/>
                      <a:pt x="1180" y="1092"/>
                    </a:cubicBezTo>
                    <a:cubicBezTo>
                      <a:pt x="586" y="1687"/>
                      <a:pt x="251" y="2494"/>
                      <a:pt x="251" y="3335"/>
                    </a:cubicBezTo>
                    <a:cubicBezTo>
                      <a:pt x="251" y="4176"/>
                      <a:pt x="586" y="4983"/>
                      <a:pt x="1180" y="5578"/>
                    </a:cubicBezTo>
                    <a:cubicBezTo>
                      <a:pt x="1775" y="6173"/>
                      <a:pt x="2582" y="6508"/>
                      <a:pt x="342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70" name="Freeform: Shape 13669">
                <a:extLst>
                  <a:ext uri="{FF2B5EF4-FFF2-40B4-BE49-F238E27FC236}">
                    <a16:creationId xmlns:a16="http://schemas.microsoft.com/office/drawing/2014/main" id="{978DBB41-020F-6103-EA30-273F6A91567C}"/>
                  </a:ext>
                </a:extLst>
              </p:cNvPr>
              <p:cNvSpPr/>
              <p:nvPr/>
            </p:nvSpPr>
            <p:spPr>
              <a:xfrm>
                <a:off x="9603316" y="5562867"/>
                <a:ext cx="6343" cy="6345"/>
              </a:xfrm>
              <a:custGeom>
                <a:avLst/>
                <a:gdLst>
                  <a:gd name="connsiteX0" fmla="*/ 3423 w 6343"/>
                  <a:gd name="connsiteY0" fmla="*/ 6510 h 6345"/>
                  <a:gd name="connsiteX1" fmla="*/ 5666 w 6343"/>
                  <a:gd name="connsiteY1" fmla="*/ 5580 h 6345"/>
                  <a:gd name="connsiteX2" fmla="*/ 6595 w 6343"/>
                  <a:gd name="connsiteY2" fmla="*/ 3337 h 6345"/>
                  <a:gd name="connsiteX3" fmla="*/ 5666 w 6343"/>
                  <a:gd name="connsiteY3" fmla="*/ 1093 h 6345"/>
                  <a:gd name="connsiteX4" fmla="*/ 3423 w 6343"/>
                  <a:gd name="connsiteY4" fmla="*/ 164 h 6345"/>
                  <a:gd name="connsiteX5" fmla="*/ 1181 w 6343"/>
                  <a:gd name="connsiteY5" fmla="*/ 1093 h 6345"/>
                  <a:gd name="connsiteX6" fmla="*/ 252 w 6343"/>
                  <a:gd name="connsiteY6" fmla="*/ 3337 h 6345"/>
                  <a:gd name="connsiteX7" fmla="*/ 1181 w 6343"/>
                  <a:gd name="connsiteY7" fmla="*/ 5580 h 6345"/>
                  <a:gd name="connsiteX8" fmla="*/ 3423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10"/>
                    </a:moveTo>
                    <a:cubicBezTo>
                      <a:pt x="4264" y="6510"/>
                      <a:pt x="5071" y="6175"/>
                      <a:pt x="5666" y="5580"/>
                    </a:cubicBezTo>
                    <a:cubicBezTo>
                      <a:pt x="6261" y="4985"/>
                      <a:pt x="6595" y="4178"/>
                      <a:pt x="6595" y="3337"/>
                    </a:cubicBezTo>
                    <a:cubicBezTo>
                      <a:pt x="6595" y="2495"/>
                      <a:pt x="6261" y="1688"/>
                      <a:pt x="5666" y="1093"/>
                    </a:cubicBezTo>
                    <a:cubicBezTo>
                      <a:pt x="5071" y="498"/>
                      <a:pt x="4264" y="164"/>
                      <a:pt x="3423" y="164"/>
                    </a:cubicBezTo>
                    <a:cubicBezTo>
                      <a:pt x="2582" y="164"/>
                      <a:pt x="1775" y="498"/>
                      <a:pt x="1181" y="1093"/>
                    </a:cubicBezTo>
                    <a:cubicBezTo>
                      <a:pt x="586" y="1688"/>
                      <a:pt x="252" y="2495"/>
                      <a:pt x="252" y="3337"/>
                    </a:cubicBezTo>
                    <a:cubicBezTo>
                      <a:pt x="252" y="4178"/>
                      <a:pt x="586" y="4985"/>
                      <a:pt x="1181" y="5580"/>
                    </a:cubicBezTo>
                    <a:cubicBezTo>
                      <a:pt x="1775" y="6175"/>
                      <a:pt x="2582" y="6510"/>
                      <a:pt x="3423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71" name="Freeform: Shape 13670">
                <a:extLst>
                  <a:ext uri="{FF2B5EF4-FFF2-40B4-BE49-F238E27FC236}">
                    <a16:creationId xmlns:a16="http://schemas.microsoft.com/office/drawing/2014/main" id="{81BFABE7-6FC7-0D1B-85B3-BEFBE8B61737}"/>
                  </a:ext>
                </a:extLst>
              </p:cNvPr>
              <p:cNvSpPr/>
              <p:nvPr/>
            </p:nvSpPr>
            <p:spPr>
              <a:xfrm>
                <a:off x="9609013" y="5576451"/>
                <a:ext cx="6343" cy="6345"/>
              </a:xfrm>
              <a:custGeom>
                <a:avLst/>
                <a:gdLst>
                  <a:gd name="connsiteX0" fmla="*/ 3424 w 6343"/>
                  <a:gd name="connsiteY0" fmla="*/ 6511 h 6345"/>
                  <a:gd name="connsiteX1" fmla="*/ 5666 w 6343"/>
                  <a:gd name="connsiteY1" fmla="*/ 5581 h 6345"/>
                  <a:gd name="connsiteX2" fmla="*/ 6595 w 6343"/>
                  <a:gd name="connsiteY2" fmla="*/ 3338 h 6345"/>
                  <a:gd name="connsiteX3" fmla="*/ 5666 w 6343"/>
                  <a:gd name="connsiteY3" fmla="*/ 1094 h 6345"/>
                  <a:gd name="connsiteX4" fmla="*/ 3424 w 6343"/>
                  <a:gd name="connsiteY4" fmla="*/ 165 h 6345"/>
                  <a:gd name="connsiteX5" fmla="*/ 1181 w 6343"/>
                  <a:gd name="connsiteY5" fmla="*/ 1094 h 6345"/>
                  <a:gd name="connsiteX6" fmla="*/ 252 w 6343"/>
                  <a:gd name="connsiteY6" fmla="*/ 3338 h 6345"/>
                  <a:gd name="connsiteX7" fmla="*/ 1181 w 6343"/>
                  <a:gd name="connsiteY7" fmla="*/ 5581 h 6345"/>
                  <a:gd name="connsiteX8" fmla="*/ 3424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11"/>
                    </a:moveTo>
                    <a:cubicBezTo>
                      <a:pt x="4265" y="6511"/>
                      <a:pt x="5072" y="6176"/>
                      <a:pt x="5666" y="5581"/>
                    </a:cubicBezTo>
                    <a:cubicBezTo>
                      <a:pt x="6261" y="4986"/>
                      <a:pt x="6595" y="4179"/>
                      <a:pt x="6595" y="3338"/>
                    </a:cubicBezTo>
                    <a:cubicBezTo>
                      <a:pt x="6595" y="2497"/>
                      <a:pt x="6261" y="1689"/>
                      <a:pt x="5666" y="1094"/>
                    </a:cubicBezTo>
                    <a:cubicBezTo>
                      <a:pt x="5072" y="500"/>
                      <a:pt x="4265" y="165"/>
                      <a:pt x="3424" y="165"/>
                    </a:cubicBezTo>
                    <a:cubicBezTo>
                      <a:pt x="2583" y="165"/>
                      <a:pt x="1776" y="500"/>
                      <a:pt x="1181" y="1094"/>
                    </a:cubicBezTo>
                    <a:cubicBezTo>
                      <a:pt x="586" y="1689"/>
                      <a:pt x="252" y="2497"/>
                      <a:pt x="252" y="3338"/>
                    </a:cubicBezTo>
                    <a:cubicBezTo>
                      <a:pt x="252" y="4179"/>
                      <a:pt x="586" y="4986"/>
                      <a:pt x="1181" y="5581"/>
                    </a:cubicBezTo>
                    <a:cubicBezTo>
                      <a:pt x="1776" y="6176"/>
                      <a:pt x="2583" y="6511"/>
                      <a:pt x="3424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72" name="Freeform: Shape 13671">
                <a:extLst>
                  <a:ext uri="{FF2B5EF4-FFF2-40B4-BE49-F238E27FC236}">
                    <a16:creationId xmlns:a16="http://schemas.microsoft.com/office/drawing/2014/main" id="{AAA29606-CEF2-7D4C-8AB5-078B653C3AE2}"/>
                  </a:ext>
                </a:extLst>
              </p:cNvPr>
              <p:cNvSpPr/>
              <p:nvPr/>
            </p:nvSpPr>
            <p:spPr>
              <a:xfrm>
                <a:off x="9592951" y="5552514"/>
                <a:ext cx="6343" cy="6345"/>
              </a:xfrm>
              <a:custGeom>
                <a:avLst/>
                <a:gdLst>
                  <a:gd name="connsiteX0" fmla="*/ 3423 w 6343"/>
                  <a:gd name="connsiteY0" fmla="*/ 6509 h 6345"/>
                  <a:gd name="connsiteX1" fmla="*/ 5665 w 6343"/>
                  <a:gd name="connsiteY1" fmla="*/ 5580 h 6345"/>
                  <a:gd name="connsiteX2" fmla="*/ 6594 w 6343"/>
                  <a:gd name="connsiteY2" fmla="*/ 3336 h 6345"/>
                  <a:gd name="connsiteX3" fmla="*/ 5665 w 6343"/>
                  <a:gd name="connsiteY3" fmla="*/ 1093 h 6345"/>
                  <a:gd name="connsiteX4" fmla="*/ 3423 w 6343"/>
                  <a:gd name="connsiteY4" fmla="*/ 163 h 6345"/>
                  <a:gd name="connsiteX5" fmla="*/ 1180 w 6343"/>
                  <a:gd name="connsiteY5" fmla="*/ 1093 h 6345"/>
                  <a:gd name="connsiteX6" fmla="*/ 251 w 6343"/>
                  <a:gd name="connsiteY6" fmla="*/ 3336 h 6345"/>
                  <a:gd name="connsiteX7" fmla="*/ 1180 w 6343"/>
                  <a:gd name="connsiteY7" fmla="*/ 5580 h 6345"/>
                  <a:gd name="connsiteX8" fmla="*/ 3423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9"/>
                    </a:moveTo>
                    <a:cubicBezTo>
                      <a:pt x="4264" y="6509"/>
                      <a:pt x="5070" y="6174"/>
                      <a:pt x="5665" y="5580"/>
                    </a:cubicBezTo>
                    <a:cubicBezTo>
                      <a:pt x="6260" y="4985"/>
                      <a:pt x="6594" y="4177"/>
                      <a:pt x="6594" y="3336"/>
                    </a:cubicBezTo>
                    <a:cubicBezTo>
                      <a:pt x="6594" y="2495"/>
                      <a:pt x="6260" y="1688"/>
                      <a:pt x="5665" y="1093"/>
                    </a:cubicBezTo>
                    <a:cubicBezTo>
                      <a:pt x="5070" y="498"/>
                      <a:pt x="4264" y="163"/>
                      <a:pt x="3423" y="163"/>
                    </a:cubicBezTo>
                    <a:cubicBezTo>
                      <a:pt x="2581" y="163"/>
                      <a:pt x="1775" y="498"/>
                      <a:pt x="1180" y="1093"/>
                    </a:cubicBezTo>
                    <a:cubicBezTo>
                      <a:pt x="585" y="1688"/>
                      <a:pt x="251" y="2495"/>
                      <a:pt x="251" y="3336"/>
                    </a:cubicBezTo>
                    <a:cubicBezTo>
                      <a:pt x="251" y="4177"/>
                      <a:pt x="585" y="4985"/>
                      <a:pt x="1180" y="5580"/>
                    </a:cubicBezTo>
                    <a:cubicBezTo>
                      <a:pt x="1775" y="6174"/>
                      <a:pt x="2581" y="6509"/>
                      <a:pt x="3423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73" name="Freeform: Shape 13672">
                <a:extLst>
                  <a:ext uri="{FF2B5EF4-FFF2-40B4-BE49-F238E27FC236}">
                    <a16:creationId xmlns:a16="http://schemas.microsoft.com/office/drawing/2014/main" id="{E2929748-8252-6AAF-9E2B-E6119E5E88DE}"/>
                  </a:ext>
                </a:extLst>
              </p:cNvPr>
              <p:cNvSpPr/>
              <p:nvPr/>
            </p:nvSpPr>
            <p:spPr>
              <a:xfrm>
                <a:off x="9603698" y="5592033"/>
                <a:ext cx="6343" cy="6345"/>
              </a:xfrm>
              <a:custGeom>
                <a:avLst/>
                <a:gdLst>
                  <a:gd name="connsiteX0" fmla="*/ 3423 w 6343"/>
                  <a:gd name="connsiteY0" fmla="*/ 6512 h 6345"/>
                  <a:gd name="connsiteX1" fmla="*/ 5666 w 6343"/>
                  <a:gd name="connsiteY1" fmla="*/ 5583 h 6345"/>
                  <a:gd name="connsiteX2" fmla="*/ 6595 w 6343"/>
                  <a:gd name="connsiteY2" fmla="*/ 3339 h 6345"/>
                  <a:gd name="connsiteX3" fmla="*/ 5666 w 6343"/>
                  <a:gd name="connsiteY3" fmla="*/ 1096 h 6345"/>
                  <a:gd name="connsiteX4" fmla="*/ 3423 w 6343"/>
                  <a:gd name="connsiteY4" fmla="*/ 166 h 6345"/>
                  <a:gd name="connsiteX5" fmla="*/ 1181 w 6343"/>
                  <a:gd name="connsiteY5" fmla="*/ 1096 h 6345"/>
                  <a:gd name="connsiteX6" fmla="*/ 252 w 6343"/>
                  <a:gd name="connsiteY6" fmla="*/ 3339 h 6345"/>
                  <a:gd name="connsiteX7" fmla="*/ 1181 w 6343"/>
                  <a:gd name="connsiteY7" fmla="*/ 5583 h 6345"/>
                  <a:gd name="connsiteX8" fmla="*/ 3423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12"/>
                    </a:moveTo>
                    <a:cubicBezTo>
                      <a:pt x="4264" y="6512"/>
                      <a:pt x="5071" y="6178"/>
                      <a:pt x="5666" y="5583"/>
                    </a:cubicBezTo>
                    <a:cubicBezTo>
                      <a:pt x="6261" y="4988"/>
                      <a:pt x="6595" y="4181"/>
                      <a:pt x="6595" y="3339"/>
                    </a:cubicBezTo>
                    <a:cubicBezTo>
                      <a:pt x="6595" y="2498"/>
                      <a:pt x="6261" y="1691"/>
                      <a:pt x="5666" y="1096"/>
                    </a:cubicBezTo>
                    <a:cubicBezTo>
                      <a:pt x="5071" y="501"/>
                      <a:pt x="4264" y="166"/>
                      <a:pt x="3423" y="166"/>
                    </a:cubicBezTo>
                    <a:cubicBezTo>
                      <a:pt x="2582" y="166"/>
                      <a:pt x="1776" y="501"/>
                      <a:pt x="1181" y="1096"/>
                    </a:cubicBezTo>
                    <a:cubicBezTo>
                      <a:pt x="586" y="1691"/>
                      <a:pt x="252" y="2498"/>
                      <a:pt x="252" y="3339"/>
                    </a:cubicBezTo>
                    <a:cubicBezTo>
                      <a:pt x="252" y="4181"/>
                      <a:pt x="586" y="4988"/>
                      <a:pt x="1181" y="5583"/>
                    </a:cubicBezTo>
                    <a:cubicBezTo>
                      <a:pt x="1776" y="6178"/>
                      <a:pt x="2582" y="6512"/>
                      <a:pt x="3423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74" name="Freeform: Shape 13673">
                <a:extLst>
                  <a:ext uri="{FF2B5EF4-FFF2-40B4-BE49-F238E27FC236}">
                    <a16:creationId xmlns:a16="http://schemas.microsoft.com/office/drawing/2014/main" id="{4C77B499-E1AE-6272-4D68-D730D1008DBE}"/>
                  </a:ext>
                </a:extLst>
              </p:cNvPr>
              <p:cNvSpPr/>
              <p:nvPr/>
            </p:nvSpPr>
            <p:spPr>
              <a:xfrm>
                <a:off x="9606390" y="5601599"/>
                <a:ext cx="6343" cy="6345"/>
              </a:xfrm>
              <a:custGeom>
                <a:avLst/>
                <a:gdLst>
                  <a:gd name="connsiteX0" fmla="*/ 3424 w 6343"/>
                  <a:gd name="connsiteY0" fmla="*/ 6513 h 6345"/>
                  <a:gd name="connsiteX1" fmla="*/ 5666 w 6343"/>
                  <a:gd name="connsiteY1" fmla="*/ 5583 h 6345"/>
                  <a:gd name="connsiteX2" fmla="*/ 6595 w 6343"/>
                  <a:gd name="connsiteY2" fmla="*/ 3340 h 6345"/>
                  <a:gd name="connsiteX3" fmla="*/ 5666 w 6343"/>
                  <a:gd name="connsiteY3" fmla="*/ 1096 h 6345"/>
                  <a:gd name="connsiteX4" fmla="*/ 3424 w 6343"/>
                  <a:gd name="connsiteY4" fmla="*/ 167 h 6345"/>
                  <a:gd name="connsiteX5" fmla="*/ 1181 w 6343"/>
                  <a:gd name="connsiteY5" fmla="*/ 1096 h 6345"/>
                  <a:gd name="connsiteX6" fmla="*/ 252 w 6343"/>
                  <a:gd name="connsiteY6" fmla="*/ 3340 h 6345"/>
                  <a:gd name="connsiteX7" fmla="*/ 1181 w 6343"/>
                  <a:gd name="connsiteY7" fmla="*/ 5583 h 6345"/>
                  <a:gd name="connsiteX8" fmla="*/ 3424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13"/>
                    </a:moveTo>
                    <a:cubicBezTo>
                      <a:pt x="4265" y="6513"/>
                      <a:pt x="5071" y="6178"/>
                      <a:pt x="5666" y="5583"/>
                    </a:cubicBezTo>
                    <a:cubicBezTo>
                      <a:pt x="6261" y="4988"/>
                      <a:pt x="6595" y="4181"/>
                      <a:pt x="6595" y="3340"/>
                    </a:cubicBezTo>
                    <a:cubicBezTo>
                      <a:pt x="6595" y="2499"/>
                      <a:pt x="6261" y="1691"/>
                      <a:pt x="5666" y="1096"/>
                    </a:cubicBezTo>
                    <a:cubicBezTo>
                      <a:pt x="5071" y="502"/>
                      <a:pt x="4265" y="167"/>
                      <a:pt x="3424" y="167"/>
                    </a:cubicBezTo>
                    <a:cubicBezTo>
                      <a:pt x="2582" y="167"/>
                      <a:pt x="1776" y="502"/>
                      <a:pt x="1181" y="1096"/>
                    </a:cubicBezTo>
                    <a:cubicBezTo>
                      <a:pt x="586" y="1691"/>
                      <a:pt x="252" y="2499"/>
                      <a:pt x="252" y="3340"/>
                    </a:cubicBezTo>
                    <a:cubicBezTo>
                      <a:pt x="252" y="4181"/>
                      <a:pt x="586" y="4988"/>
                      <a:pt x="1181" y="5583"/>
                    </a:cubicBezTo>
                    <a:cubicBezTo>
                      <a:pt x="1776" y="6178"/>
                      <a:pt x="2582" y="6513"/>
                      <a:pt x="3424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75" name="Freeform: Shape 13674">
                <a:extLst>
                  <a:ext uri="{FF2B5EF4-FFF2-40B4-BE49-F238E27FC236}">
                    <a16:creationId xmlns:a16="http://schemas.microsoft.com/office/drawing/2014/main" id="{39E768CA-204D-680A-86E2-121B15926DAE}"/>
                  </a:ext>
                </a:extLst>
              </p:cNvPr>
              <p:cNvSpPr/>
              <p:nvPr/>
            </p:nvSpPr>
            <p:spPr>
              <a:xfrm>
                <a:off x="9566172" y="5535900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5 h 6345"/>
                  <a:gd name="connsiteX3" fmla="*/ 5663 w 6343"/>
                  <a:gd name="connsiteY3" fmla="*/ 1091 h 6345"/>
                  <a:gd name="connsiteX4" fmla="*/ 3420 w 6343"/>
                  <a:gd name="connsiteY4" fmla="*/ 162 h 6345"/>
                  <a:gd name="connsiteX5" fmla="*/ 1178 w 6343"/>
                  <a:gd name="connsiteY5" fmla="*/ 1091 h 6345"/>
                  <a:gd name="connsiteX6" fmla="*/ 249 w 6343"/>
                  <a:gd name="connsiteY6" fmla="*/ 3335 h 6345"/>
                  <a:gd name="connsiteX7" fmla="*/ 1178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2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5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2" y="162"/>
                      <a:pt x="3420" y="162"/>
                    </a:cubicBezTo>
                    <a:cubicBezTo>
                      <a:pt x="2579" y="162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5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76" name="Freeform: Shape 13675">
                <a:extLst>
                  <a:ext uri="{FF2B5EF4-FFF2-40B4-BE49-F238E27FC236}">
                    <a16:creationId xmlns:a16="http://schemas.microsoft.com/office/drawing/2014/main" id="{4FC09122-E817-C4D6-2E91-DE8964A0ABE3}"/>
                  </a:ext>
                </a:extLst>
              </p:cNvPr>
              <p:cNvSpPr/>
              <p:nvPr/>
            </p:nvSpPr>
            <p:spPr>
              <a:xfrm>
                <a:off x="9564301" y="5535867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5 h 6345"/>
                  <a:gd name="connsiteX3" fmla="*/ 5663 w 6343"/>
                  <a:gd name="connsiteY3" fmla="*/ 1091 h 6345"/>
                  <a:gd name="connsiteX4" fmla="*/ 3420 w 6343"/>
                  <a:gd name="connsiteY4" fmla="*/ 162 h 6345"/>
                  <a:gd name="connsiteX5" fmla="*/ 1178 w 6343"/>
                  <a:gd name="connsiteY5" fmla="*/ 1091 h 6345"/>
                  <a:gd name="connsiteX6" fmla="*/ 249 w 6343"/>
                  <a:gd name="connsiteY6" fmla="*/ 3335 h 6345"/>
                  <a:gd name="connsiteX7" fmla="*/ 1178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5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1" y="162"/>
                      <a:pt x="3420" y="162"/>
                    </a:cubicBezTo>
                    <a:cubicBezTo>
                      <a:pt x="2579" y="162"/>
                      <a:pt x="1772" y="496"/>
                      <a:pt x="1178" y="1091"/>
                    </a:cubicBezTo>
                    <a:cubicBezTo>
                      <a:pt x="583" y="1686"/>
                      <a:pt x="249" y="2493"/>
                      <a:pt x="249" y="3335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77" name="Freeform: Shape 13676">
                <a:extLst>
                  <a:ext uri="{FF2B5EF4-FFF2-40B4-BE49-F238E27FC236}">
                    <a16:creationId xmlns:a16="http://schemas.microsoft.com/office/drawing/2014/main" id="{F374C1B5-C30B-F12E-5FCB-C71630755C7A}"/>
                  </a:ext>
                </a:extLst>
              </p:cNvPr>
              <p:cNvSpPr/>
              <p:nvPr/>
            </p:nvSpPr>
            <p:spPr>
              <a:xfrm>
                <a:off x="9562354" y="5535653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5 h 6345"/>
                  <a:gd name="connsiteX3" fmla="*/ 5663 w 6343"/>
                  <a:gd name="connsiteY3" fmla="*/ 1091 h 6345"/>
                  <a:gd name="connsiteX4" fmla="*/ 3420 w 6343"/>
                  <a:gd name="connsiteY4" fmla="*/ 162 h 6345"/>
                  <a:gd name="connsiteX5" fmla="*/ 1177 w 6343"/>
                  <a:gd name="connsiteY5" fmla="*/ 1091 h 6345"/>
                  <a:gd name="connsiteX6" fmla="*/ 249 w 6343"/>
                  <a:gd name="connsiteY6" fmla="*/ 3335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7" y="4983"/>
                      <a:pt x="6592" y="4176"/>
                      <a:pt x="6592" y="3335"/>
                    </a:cubicBezTo>
                    <a:cubicBezTo>
                      <a:pt x="6592" y="2493"/>
                      <a:pt x="6257" y="1686"/>
                      <a:pt x="5663" y="1091"/>
                    </a:cubicBezTo>
                    <a:cubicBezTo>
                      <a:pt x="5068" y="496"/>
                      <a:pt x="4261" y="162"/>
                      <a:pt x="3420" y="162"/>
                    </a:cubicBezTo>
                    <a:cubicBezTo>
                      <a:pt x="2579" y="162"/>
                      <a:pt x="1772" y="496"/>
                      <a:pt x="1177" y="1091"/>
                    </a:cubicBezTo>
                    <a:cubicBezTo>
                      <a:pt x="583" y="1686"/>
                      <a:pt x="249" y="2493"/>
                      <a:pt x="249" y="3335"/>
                    </a:cubicBezTo>
                    <a:cubicBezTo>
                      <a:pt x="249" y="4176"/>
                      <a:pt x="583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78" name="Freeform: Shape 13677">
                <a:extLst>
                  <a:ext uri="{FF2B5EF4-FFF2-40B4-BE49-F238E27FC236}">
                    <a16:creationId xmlns:a16="http://schemas.microsoft.com/office/drawing/2014/main" id="{C0E4B052-1BB4-84CB-1889-88C661FE0291}"/>
                  </a:ext>
                </a:extLst>
              </p:cNvPr>
              <p:cNvSpPr/>
              <p:nvPr/>
            </p:nvSpPr>
            <p:spPr>
              <a:xfrm>
                <a:off x="9560656" y="5535926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5 h 6345"/>
                  <a:gd name="connsiteX3" fmla="*/ 5663 w 6343"/>
                  <a:gd name="connsiteY3" fmla="*/ 1091 h 6345"/>
                  <a:gd name="connsiteX4" fmla="*/ 3420 w 6343"/>
                  <a:gd name="connsiteY4" fmla="*/ 162 h 6345"/>
                  <a:gd name="connsiteX5" fmla="*/ 1177 w 6343"/>
                  <a:gd name="connsiteY5" fmla="*/ 1091 h 6345"/>
                  <a:gd name="connsiteX6" fmla="*/ 248 w 6343"/>
                  <a:gd name="connsiteY6" fmla="*/ 3335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7" y="4983"/>
                      <a:pt x="6592" y="4176"/>
                      <a:pt x="6592" y="3335"/>
                    </a:cubicBezTo>
                    <a:cubicBezTo>
                      <a:pt x="6592" y="2493"/>
                      <a:pt x="6257" y="1686"/>
                      <a:pt x="5663" y="1091"/>
                    </a:cubicBezTo>
                    <a:cubicBezTo>
                      <a:pt x="5068" y="496"/>
                      <a:pt x="4261" y="162"/>
                      <a:pt x="3420" y="162"/>
                    </a:cubicBezTo>
                    <a:cubicBezTo>
                      <a:pt x="2579" y="162"/>
                      <a:pt x="1772" y="496"/>
                      <a:pt x="1177" y="1091"/>
                    </a:cubicBezTo>
                    <a:cubicBezTo>
                      <a:pt x="583" y="1686"/>
                      <a:pt x="248" y="2493"/>
                      <a:pt x="248" y="3335"/>
                    </a:cubicBezTo>
                    <a:cubicBezTo>
                      <a:pt x="248" y="4176"/>
                      <a:pt x="583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79" name="Freeform: Shape 13678">
                <a:extLst>
                  <a:ext uri="{FF2B5EF4-FFF2-40B4-BE49-F238E27FC236}">
                    <a16:creationId xmlns:a16="http://schemas.microsoft.com/office/drawing/2014/main" id="{420F5DF7-86B7-4D99-7D1D-8F1CD4A7CA12}"/>
                  </a:ext>
                </a:extLst>
              </p:cNvPr>
              <p:cNvSpPr/>
              <p:nvPr/>
            </p:nvSpPr>
            <p:spPr>
              <a:xfrm>
                <a:off x="9558905" y="5536076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5 h 6345"/>
                  <a:gd name="connsiteX3" fmla="*/ 5662 w 6343"/>
                  <a:gd name="connsiteY3" fmla="*/ 1091 h 6345"/>
                  <a:gd name="connsiteX4" fmla="*/ 3420 w 6343"/>
                  <a:gd name="connsiteY4" fmla="*/ 162 h 6345"/>
                  <a:gd name="connsiteX5" fmla="*/ 1177 w 6343"/>
                  <a:gd name="connsiteY5" fmla="*/ 1091 h 6345"/>
                  <a:gd name="connsiteX6" fmla="*/ 248 w 6343"/>
                  <a:gd name="connsiteY6" fmla="*/ 3335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2" y="5578"/>
                    </a:cubicBezTo>
                    <a:cubicBezTo>
                      <a:pt x="6257" y="4983"/>
                      <a:pt x="6591" y="4176"/>
                      <a:pt x="6591" y="3335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8" y="496"/>
                      <a:pt x="4261" y="162"/>
                      <a:pt x="3420" y="162"/>
                    </a:cubicBezTo>
                    <a:cubicBezTo>
                      <a:pt x="2579" y="162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5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80" name="Freeform: Shape 13679">
                <a:extLst>
                  <a:ext uri="{FF2B5EF4-FFF2-40B4-BE49-F238E27FC236}">
                    <a16:creationId xmlns:a16="http://schemas.microsoft.com/office/drawing/2014/main" id="{65B61680-FD8B-E29D-9952-15B7CC443803}"/>
                  </a:ext>
                </a:extLst>
              </p:cNvPr>
              <p:cNvSpPr/>
              <p:nvPr/>
            </p:nvSpPr>
            <p:spPr>
              <a:xfrm>
                <a:off x="9557262" y="5536438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5 h 6345"/>
                  <a:gd name="connsiteX3" fmla="*/ 5662 w 6343"/>
                  <a:gd name="connsiteY3" fmla="*/ 1091 h 6345"/>
                  <a:gd name="connsiteX4" fmla="*/ 3420 w 6343"/>
                  <a:gd name="connsiteY4" fmla="*/ 162 h 6345"/>
                  <a:gd name="connsiteX5" fmla="*/ 1177 w 6343"/>
                  <a:gd name="connsiteY5" fmla="*/ 1091 h 6345"/>
                  <a:gd name="connsiteX6" fmla="*/ 248 w 6343"/>
                  <a:gd name="connsiteY6" fmla="*/ 3335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2" y="5578"/>
                    </a:cubicBezTo>
                    <a:cubicBezTo>
                      <a:pt x="6257" y="4983"/>
                      <a:pt x="6591" y="4176"/>
                      <a:pt x="6591" y="3335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8" y="496"/>
                      <a:pt x="4261" y="162"/>
                      <a:pt x="3420" y="162"/>
                    </a:cubicBezTo>
                    <a:cubicBezTo>
                      <a:pt x="2579" y="162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5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81" name="Freeform: Shape 13680">
                <a:extLst>
                  <a:ext uri="{FF2B5EF4-FFF2-40B4-BE49-F238E27FC236}">
                    <a16:creationId xmlns:a16="http://schemas.microsoft.com/office/drawing/2014/main" id="{265E1E2E-06C7-2DD1-DFBE-CE98648A2EAE}"/>
                  </a:ext>
                </a:extLst>
              </p:cNvPr>
              <p:cNvSpPr/>
              <p:nvPr/>
            </p:nvSpPr>
            <p:spPr>
              <a:xfrm>
                <a:off x="9554076" y="5537355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8 h 6345"/>
                  <a:gd name="connsiteX2" fmla="*/ 6591 w 6343"/>
                  <a:gd name="connsiteY2" fmla="*/ 3335 h 6345"/>
                  <a:gd name="connsiteX3" fmla="*/ 5662 w 6343"/>
                  <a:gd name="connsiteY3" fmla="*/ 1091 h 6345"/>
                  <a:gd name="connsiteX4" fmla="*/ 3419 w 6343"/>
                  <a:gd name="connsiteY4" fmla="*/ 162 h 6345"/>
                  <a:gd name="connsiteX5" fmla="*/ 1177 w 6343"/>
                  <a:gd name="connsiteY5" fmla="*/ 1091 h 6345"/>
                  <a:gd name="connsiteX6" fmla="*/ 248 w 6343"/>
                  <a:gd name="connsiteY6" fmla="*/ 3335 h 6345"/>
                  <a:gd name="connsiteX7" fmla="*/ 1177 w 6343"/>
                  <a:gd name="connsiteY7" fmla="*/ 5578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1" y="6508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5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1" y="162"/>
                      <a:pt x="3419" y="162"/>
                    </a:cubicBezTo>
                    <a:cubicBezTo>
                      <a:pt x="2578" y="162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5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82" name="Freeform: Shape 13681">
                <a:extLst>
                  <a:ext uri="{FF2B5EF4-FFF2-40B4-BE49-F238E27FC236}">
                    <a16:creationId xmlns:a16="http://schemas.microsoft.com/office/drawing/2014/main" id="{07CE8B99-C2BA-1C0B-DBBB-C37E9CA05E53}"/>
                  </a:ext>
                </a:extLst>
              </p:cNvPr>
              <p:cNvSpPr/>
              <p:nvPr/>
            </p:nvSpPr>
            <p:spPr>
              <a:xfrm>
                <a:off x="9552606" y="5538080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8 h 6345"/>
                  <a:gd name="connsiteX2" fmla="*/ 6591 w 6343"/>
                  <a:gd name="connsiteY2" fmla="*/ 3335 h 6345"/>
                  <a:gd name="connsiteX3" fmla="*/ 5662 w 6343"/>
                  <a:gd name="connsiteY3" fmla="*/ 1091 h 6345"/>
                  <a:gd name="connsiteX4" fmla="*/ 3419 w 6343"/>
                  <a:gd name="connsiteY4" fmla="*/ 162 h 6345"/>
                  <a:gd name="connsiteX5" fmla="*/ 1177 w 6343"/>
                  <a:gd name="connsiteY5" fmla="*/ 1091 h 6345"/>
                  <a:gd name="connsiteX6" fmla="*/ 248 w 6343"/>
                  <a:gd name="connsiteY6" fmla="*/ 3335 h 6345"/>
                  <a:gd name="connsiteX7" fmla="*/ 1177 w 6343"/>
                  <a:gd name="connsiteY7" fmla="*/ 5578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5"/>
                    </a:cubicBezTo>
                    <a:cubicBezTo>
                      <a:pt x="6591" y="2494"/>
                      <a:pt x="6257" y="1686"/>
                      <a:pt x="5662" y="1091"/>
                    </a:cubicBezTo>
                    <a:cubicBezTo>
                      <a:pt x="5067" y="497"/>
                      <a:pt x="4260" y="162"/>
                      <a:pt x="3419" y="162"/>
                    </a:cubicBezTo>
                    <a:cubicBezTo>
                      <a:pt x="2578" y="162"/>
                      <a:pt x="1771" y="497"/>
                      <a:pt x="1177" y="1091"/>
                    </a:cubicBezTo>
                    <a:cubicBezTo>
                      <a:pt x="582" y="1686"/>
                      <a:pt x="248" y="2494"/>
                      <a:pt x="248" y="3335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1" y="6173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83" name="Freeform: Shape 13682">
                <a:extLst>
                  <a:ext uri="{FF2B5EF4-FFF2-40B4-BE49-F238E27FC236}">
                    <a16:creationId xmlns:a16="http://schemas.microsoft.com/office/drawing/2014/main" id="{0DCD1929-B363-73BA-D21E-CAAA3BFF5A45}"/>
                  </a:ext>
                </a:extLst>
              </p:cNvPr>
              <p:cNvSpPr/>
              <p:nvPr/>
            </p:nvSpPr>
            <p:spPr>
              <a:xfrm>
                <a:off x="9551231" y="5539023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8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19 w 6343"/>
                  <a:gd name="connsiteY4" fmla="*/ 162 h 6345"/>
                  <a:gd name="connsiteX5" fmla="*/ 1177 w 6343"/>
                  <a:gd name="connsiteY5" fmla="*/ 1092 h 6345"/>
                  <a:gd name="connsiteX6" fmla="*/ 248 w 6343"/>
                  <a:gd name="connsiteY6" fmla="*/ 3335 h 6345"/>
                  <a:gd name="connsiteX7" fmla="*/ 1177 w 6343"/>
                  <a:gd name="connsiteY7" fmla="*/ 5578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5"/>
                    </a:cubicBezTo>
                    <a:cubicBezTo>
                      <a:pt x="6591" y="2494"/>
                      <a:pt x="6257" y="1687"/>
                      <a:pt x="5662" y="1092"/>
                    </a:cubicBezTo>
                    <a:cubicBezTo>
                      <a:pt x="5067" y="497"/>
                      <a:pt x="4260" y="162"/>
                      <a:pt x="3419" y="162"/>
                    </a:cubicBezTo>
                    <a:cubicBezTo>
                      <a:pt x="2578" y="162"/>
                      <a:pt x="1771" y="497"/>
                      <a:pt x="1177" y="1092"/>
                    </a:cubicBezTo>
                    <a:cubicBezTo>
                      <a:pt x="582" y="1687"/>
                      <a:pt x="248" y="2494"/>
                      <a:pt x="248" y="3335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1" y="6173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84" name="Freeform: Shape 13683">
                <a:extLst>
                  <a:ext uri="{FF2B5EF4-FFF2-40B4-BE49-F238E27FC236}">
                    <a16:creationId xmlns:a16="http://schemas.microsoft.com/office/drawing/2014/main" id="{5DBF0640-97AE-25B1-DF05-108C6CC6FCFE}"/>
                  </a:ext>
                </a:extLst>
              </p:cNvPr>
              <p:cNvSpPr/>
              <p:nvPr/>
            </p:nvSpPr>
            <p:spPr>
              <a:xfrm>
                <a:off x="9549726" y="5539674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8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19 w 6343"/>
                  <a:gd name="connsiteY4" fmla="*/ 162 h 6345"/>
                  <a:gd name="connsiteX5" fmla="*/ 1176 w 6343"/>
                  <a:gd name="connsiteY5" fmla="*/ 1092 h 6345"/>
                  <a:gd name="connsiteX6" fmla="*/ 248 w 6343"/>
                  <a:gd name="connsiteY6" fmla="*/ 3335 h 6345"/>
                  <a:gd name="connsiteX7" fmla="*/ 1176 w 6343"/>
                  <a:gd name="connsiteY7" fmla="*/ 5578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7" y="6173"/>
                      <a:pt x="5662" y="5578"/>
                    </a:cubicBezTo>
                    <a:cubicBezTo>
                      <a:pt x="6257" y="4984"/>
                      <a:pt x="6591" y="4176"/>
                      <a:pt x="6591" y="3335"/>
                    </a:cubicBezTo>
                    <a:cubicBezTo>
                      <a:pt x="6591" y="2494"/>
                      <a:pt x="6257" y="1687"/>
                      <a:pt x="5662" y="1092"/>
                    </a:cubicBezTo>
                    <a:cubicBezTo>
                      <a:pt x="5067" y="497"/>
                      <a:pt x="4260" y="162"/>
                      <a:pt x="3419" y="162"/>
                    </a:cubicBezTo>
                    <a:cubicBezTo>
                      <a:pt x="2578" y="162"/>
                      <a:pt x="1771" y="497"/>
                      <a:pt x="1176" y="1092"/>
                    </a:cubicBezTo>
                    <a:cubicBezTo>
                      <a:pt x="582" y="1687"/>
                      <a:pt x="248" y="2494"/>
                      <a:pt x="248" y="3335"/>
                    </a:cubicBezTo>
                    <a:cubicBezTo>
                      <a:pt x="248" y="4176"/>
                      <a:pt x="582" y="4984"/>
                      <a:pt x="1176" y="5578"/>
                    </a:cubicBezTo>
                    <a:cubicBezTo>
                      <a:pt x="1771" y="6173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85" name="Freeform: Shape 13684">
                <a:extLst>
                  <a:ext uri="{FF2B5EF4-FFF2-40B4-BE49-F238E27FC236}">
                    <a16:creationId xmlns:a16="http://schemas.microsoft.com/office/drawing/2014/main" id="{97007D08-EC54-0D7F-F1F6-199A906E77DF}"/>
                  </a:ext>
                </a:extLst>
              </p:cNvPr>
              <p:cNvSpPr/>
              <p:nvPr/>
            </p:nvSpPr>
            <p:spPr>
              <a:xfrm>
                <a:off x="9548121" y="5540088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9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19 w 6343"/>
                  <a:gd name="connsiteY4" fmla="*/ 162 h 6345"/>
                  <a:gd name="connsiteX5" fmla="*/ 1176 w 6343"/>
                  <a:gd name="connsiteY5" fmla="*/ 1092 h 6345"/>
                  <a:gd name="connsiteX6" fmla="*/ 247 w 6343"/>
                  <a:gd name="connsiteY6" fmla="*/ 3335 h 6345"/>
                  <a:gd name="connsiteX7" fmla="*/ 1176 w 6343"/>
                  <a:gd name="connsiteY7" fmla="*/ 5579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7" y="6173"/>
                      <a:pt x="5662" y="5579"/>
                    </a:cubicBezTo>
                    <a:cubicBezTo>
                      <a:pt x="6256" y="4984"/>
                      <a:pt x="6591" y="4176"/>
                      <a:pt x="6591" y="3335"/>
                    </a:cubicBezTo>
                    <a:cubicBezTo>
                      <a:pt x="6591" y="2494"/>
                      <a:pt x="6256" y="1687"/>
                      <a:pt x="5662" y="1092"/>
                    </a:cubicBezTo>
                    <a:cubicBezTo>
                      <a:pt x="5067" y="497"/>
                      <a:pt x="4260" y="162"/>
                      <a:pt x="3419" y="162"/>
                    </a:cubicBezTo>
                    <a:cubicBezTo>
                      <a:pt x="2578" y="162"/>
                      <a:pt x="1771" y="497"/>
                      <a:pt x="1176" y="1092"/>
                    </a:cubicBezTo>
                    <a:cubicBezTo>
                      <a:pt x="582" y="1687"/>
                      <a:pt x="247" y="2494"/>
                      <a:pt x="247" y="3335"/>
                    </a:cubicBezTo>
                    <a:cubicBezTo>
                      <a:pt x="247" y="4176"/>
                      <a:pt x="582" y="4984"/>
                      <a:pt x="1176" y="5579"/>
                    </a:cubicBezTo>
                    <a:cubicBezTo>
                      <a:pt x="1771" y="6173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86" name="Freeform: Shape 13685">
                <a:extLst>
                  <a:ext uri="{FF2B5EF4-FFF2-40B4-BE49-F238E27FC236}">
                    <a16:creationId xmlns:a16="http://schemas.microsoft.com/office/drawing/2014/main" id="{A69368DF-2AEA-B509-6D83-D2F0B56DDE13}"/>
                  </a:ext>
                </a:extLst>
              </p:cNvPr>
              <p:cNvSpPr/>
              <p:nvPr/>
            </p:nvSpPr>
            <p:spPr>
              <a:xfrm>
                <a:off x="9557721" y="5593207"/>
                <a:ext cx="6343" cy="6345"/>
              </a:xfrm>
              <a:custGeom>
                <a:avLst/>
                <a:gdLst>
                  <a:gd name="connsiteX0" fmla="*/ 3420 w 6343"/>
                  <a:gd name="connsiteY0" fmla="*/ 6512 h 6345"/>
                  <a:gd name="connsiteX1" fmla="*/ 5662 w 6343"/>
                  <a:gd name="connsiteY1" fmla="*/ 5583 h 6345"/>
                  <a:gd name="connsiteX2" fmla="*/ 6591 w 6343"/>
                  <a:gd name="connsiteY2" fmla="*/ 3339 h 6345"/>
                  <a:gd name="connsiteX3" fmla="*/ 5662 w 6343"/>
                  <a:gd name="connsiteY3" fmla="*/ 1096 h 6345"/>
                  <a:gd name="connsiteX4" fmla="*/ 3420 w 6343"/>
                  <a:gd name="connsiteY4" fmla="*/ 167 h 6345"/>
                  <a:gd name="connsiteX5" fmla="*/ 1177 w 6343"/>
                  <a:gd name="connsiteY5" fmla="*/ 1096 h 6345"/>
                  <a:gd name="connsiteX6" fmla="*/ 248 w 6343"/>
                  <a:gd name="connsiteY6" fmla="*/ 3339 h 6345"/>
                  <a:gd name="connsiteX7" fmla="*/ 1177 w 6343"/>
                  <a:gd name="connsiteY7" fmla="*/ 5583 h 6345"/>
                  <a:gd name="connsiteX8" fmla="*/ 3420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12"/>
                    </a:moveTo>
                    <a:cubicBezTo>
                      <a:pt x="4261" y="6512"/>
                      <a:pt x="5068" y="6178"/>
                      <a:pt x="5662" y="5583"/>
                    </a:cubicBezTo>
                    <a:cubicBezTo>
                      <a:pt x="6257" y="4988"/>
                      <a:pt x="6591" y="4181"/>
                      <a:pt x="6591" y="3339"/>
                    </a:cubicBezTo>
                    <a:cubicBezTo>
                      <a:pt x="6591" y="2498"/>
                      <a:pt x="6257" y="1691"/>
                      <a:pt x="5662" y="1096"/>
                    </a:cubicBezTo>
                    <a:cubicBezTo>
                      <a:pt x="5068" y="501"/>
                      <a:pt x="4261" y="167"/>
                      <a:pt x="3420" y="167"/>
                    </a:cubicBezTo>
                    <a:cubicBezTo>
                      <a:pt x="2579" y="167"/>
                      <a:pt x="1772" y="501"/>
                      <a:pt x="1177" y="1096"/>
                    </a:cubicBezTo>
                    <a:cubicBezTo>
                      <a:pt x="582" y="1691"/>
                      <a:pt x="248" y="2498"/>
                      <a:pt x="248" y="3339"/>
                    </a:cubicBezTo>
                    <a:cubicBezTo>
                      <a:pt x="248" y="4181"/>
                      <a:pt x="582" y="4988"/>
                      <a:pt x="1177" y="5583"/>
                    </a:cubicBezTo>
                    <a:cubicBezTo>
                      <a:pt x="1772" y="6178"/>
                      <a:pt x="2579" y="6512"/>
                      <a:pt x="3420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87" name="Freeform: Shape 13686">
                <a:extLst>
                  <a:ext uri="{FF2B5EF4-FFF2-40B4-BE49-F238E27FC236}">
                    <a16:creationId xmlns:a16="http://schemas.microsoft.com/office/drawing/2014/main" id="{7A230B89-79B6-BE37-C1BE-654E46B6FBD3}"/>
                  </a:ext>
                </a:extLst>
              </p:cNvPr>
              <p:cNvSpPr/>
              <p:nvPr/>
            </p:nvSpPr>
            <p:spPr>
              <a:xfrm>
                <a:off x="9556207" y="5594766"/>
                <a:ext cx="6343" cy="6345"/>
              </a:xfrm>
              <a:custGeom>
                <a:avLst/>
                <a:gdLst>
                  <a:gd name="connsiteX0" fmla="*/ 3420 w 6343"/>
                  <a:gd name="connsiteY0" fmla="*/ 6512 h 6345"/>
                  <a:gd name="connsiteX1" fmla="*/ 5662 w 6343"/>
                  <a:gd name="connsiteY1" fmla="*/ 5583 h 6345"/>
                  <a:gd name="connsiteX2" fmla="*/ 6591 w 6343"/>
                  <a:gd name="connsiteY2" fmla="*/ 3339 h 6345"/>
                  <a:gd name="connsiteX3" fmla="*/ 5662 w 6343"/>
                  <a:gd name="connsiteY3" fmla="*/ 1096 h 6345"/>
                  <a:gd name="connsiteX4" fmla="*/ 3420 w 6343"/>
                  <a:gd name="connsiteY4" fmla="*/ 167 h 6345"/>
                  <a:gd name="connsiteX5" fmla="*/ 1177 w 6343"/>
                  <a:gd name="connsiteY5" fmla="*/ 1096 h 6345"/>
                  <a:gd name="connsiteX6" fmla="*/ 248 w 6343"/>
                  <a:gd name="connsiteY6" fmla="*/ 3339 h 6345"/>
                  <a:gd name="connsiteX7" fmla="*/ 1177 w 6343"/>
                  <a:gd name="connsiteY7" fmla="*/ 5583 h 6345"/>
                  <a:gd name="connsiteX8" fmla="*/ 3420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12"/>
                    </a:moveTo>
                    <a:cubicBezTo>
                      <a:pt x="4261" y="6512"/>
                      <a:pt x="5068" y="6178"/>
                      <a:pt x="5662" y="5583"/>
                    </a:cubicBezTo>
                    <a:cubicBezTo>
                      <a:pt x="6257" y="4988"/>
                      <a:pt x="6591" y="4181"/>
                      <a:pt x="6591" y="3339"/>
                    </a:cubicBezTo>
                    <a:cubicBezTo>
                      <a:pt x="6591" y="2498"/>
                      <a:pt x="6257" y="1691"/>
                      <a:pt x="5662" y="1096"/>
                    </a:cubicBezTo>
                    <a:cubicBezTo>
                      <a:pt x="5068" y="501"/>
                      <a:pt x="4261" y="167"/>
                      <a:pt x="3420" y="167"/>
                    </a:cubicBezTo>
                    <a:cubicBezTo>
                      <a:pt x="2579" y="167"/>
                      <a:pt x="1772" y="501"/>
                      <a:pt x="1177" y="1096"/>
                    </a:cubicBezTo>
                    <a:cubicBezTo>
                      <a:pt x="582" y="1691"/>
                      <a:pt x="248" y="2498"/>
                      <a:pt x="248" y="3339"/>
                    </a:cubicBezTo>
                    <a:cubicBezTo>
                      <a:pt x="248" y="4181"/>
                      <a:pt x="582" y="4988"/>
                      <a:pt x="1177" y="5583"/>
                    </a:cubicBezTo>
                    <a:cubicBezTo>
                      <a:pt x="1772" y="6178"/>
                      <a:pt x="2579" y="6512"/>
                      <a:pt x="3420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88" name="Freeform: Shape 13687">
                <a:extLst>
                  <a:ext uri="{FF2B5EF4-FFF2-40B4-BE49-F238E27FC236}">
                    <a16:creationId xmlns:a16="http://schemas.microsoft.com/office/drawing/2014/main" id="{F2704F57-E4E5-7475-2B28-F14EFAB2BB62}"/>
                  </a:ext>
                </a:extLst>
              </p:cNvPr>
              <p:cNvSpPr/>
              <p:nvPr/>
            </p:nvSpPr>
            <p:spPr>
              <a:xfrm>
                <a:off x="9553915" y="5594227"/>
                <a:ext cx="6343" cy="6345"/>
              </a:xfrm>
              <a:custGeom>
                <a:avLst/>
                <a:gdLst>
                  <a:gd name="connsiteX0" fmla="*/ 3419 w 6343"/>
                  <a:gd name="connsiteY0" fmla="*/ 6512 h 6345"/>
                  <a:gd name="connsiteX1" fmla="*/ 5662 w 6343"/>
                  <a:gd name="connsiteY1" fmla="*/ 5583 h 6345"/>
                  <a:gd name="connsiteX2" fmla="*/ 6591 w 6343"/>
                  <a:gd name="connsiteY2" fmla="*/ 3339 h 6345"/>
                  <a:gd name="connsiteX3" fmla="*/ 5662 w 6343"/>
                  <a:gd name="connsiteY3" fmla="*/ 1096 h 6345"/>
                  <a:gd name="connsiteX4" fmla="*/ 3419 w 6343"/>
                  <a:gd name="connsiteY4" fmla="*/ 167 h 6345"/>
                  <a:gd name="connsiteX5" fmla="*/ 1177 w 6343"/>
                  <a:gd name="connsiteY5" fmla="*/ 1096 h 6345"/>
                  <a:gd name="connsiteX6" fmla="*/ 248 w 6343"/>
                  <a:gd name="connsiteY6" fmla="*/ 3339 h 6345"/>
                  <a:gd name="connsiteX7" fmla="*/ 1177 w 6343"/>
                  <a:gd name="connsiteY7" fmla="*/ 5583 h 6345"/>
                  <a:gd name="connsiteX8" fmla="*/ 3419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12"/>
                    </a:moveTo>
                    <a:cubicBezTo>
                      <a:pt x="4261" y="6512"/>
                      <a:pt x="5067" y="6178"/>
                      <a:pt x="5662" y="5583"/>
                    </a:cubicBezTo>
                    <a:cubicBezTo>
                      <a:pt x="6257" y="4988"/>
                      <a:pt x="6591" y="4181"/>
                      <a:pt x="6591" y="3339"/>
                    </a:cubicBezTo>
                    <a:cubicBezTo>
                      <a:pt x="6591" y="2498"/>
                      <a:pt x="6257" y="1691"/>
                      <a:pt x="5662" y="1096"/>
                    </a:cubicBezTo>
                    <a:cubicBezTo>
                      <a:pt x="5067" y="501"/>
                      <a:pt x="4261" y="167"/>
                      <a:pt x="3419" y="167"/>
                    </a:cubicBezTo>
                    <a:cubicBezTo>
                      <a:pt x="2578" y="167"/>
                      <a:pt x="1772" y="501"/>
                      <a:pt x="1177" y="1096"/>
                    </a:cubicBezTo>
                    <a:cubicBezTo>
                      <a:pt x="582" y="1691"/>
                      <a:pt x="248" y="2498"/>
                      <a:pt x="248" y="3339"/>
                    </a:cubicBezTo>
                    <a:cubicBezTo>
                      <a:pt x="248" y="4181"/>
                      <a:pt x="582" y="4988"/>
                      <a:pt x="1177" y="5583"/>
                    </a:cubicBezTo>
                    <a:cubicBezTo>
                      <a:pt x="1772" y="6178"/>
                      <a:pt x="2578" y="6512"/>
                      <a:pt x="3419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89" name="Freeform: Shape 13688">
                <a:extLst>
                  <a:ext uri="{FF2B5EF4-FFF2-40B4-BE49-F238E27FC236}">
                    <a16:creationId xmlns:a16="http://schemas.microsoft.com/office/drawing/2014/main" id="{05F6E4E1-40B8-701D-66DA-721063F497FE}"/>
                  </a:ext>
                </a:extLst>
              </p:cNvPr>
              <p:cNvSpPr/>
              <p:nvPr/>
            </p:nvSpPr>
            <p:spPr>
              <a:xfrm>
                <a:off x="9547708" y="5594262"/>
                <a:ext cx="6343" cy="6345"/>
              </a:xfrm>
              <a:custGeom>
                <a:avLst/>
                <a:gdLst>
                  <a:gd name="connsiteX0" fmla="*/ 3419 w 6343"/>
                  <a:gd name="connsiteY0" fmla="*/ 6512 h 6345"/>
                  <a:gd name="connsiteX1" fmla="*/ 5662 w 6343"/>
                  <a:gd name="connsiteY1" fmla="*/ 5583 h 6345"/>
                  <a:gd name="connsiteX2" fmla="*/ 6591 w 6343"/>
                  <a:gd name="connsiteY2" fmla="*/ 3339 h 6345"/>
                  <a:gd name="connsiteX3" fmla="*/ 5662 w 6343"/>
                  <a:gd name="connsiteY3" fmla="*/ 1096 h 6345"/>
                  <a:gd name="connsiteX4" fmla="*/ 3419 w 6343"/>
                  <a:gd name="connsiteY4" fmla="*/ 167 h 6345"/>
                  <a:gd name="connsiteX5" fmla="*/ 1176 w 6343"/>
                  <a:gd name="connsiteY5" fmla="*/ 1096 h 6345"/>
                  <a:gd name="connsiteX6" fmla="*/ 247 w 6343"/>
                  <a:gd name="connsiteY6" fmla="*/ 3339 h 6345"/>
                  <a:gd name="connsiteX7" fmla="*/ 1176 w 6343"/>
                  <a:gd name="connsiteY7" fmla="*/ 5583 h 6345"/>
                  <a:gd name="connsiteX8" fmla="*/ 3419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12"/>
                    </a:moveTo>
                    <a:cubicBezTo>
                      <a:pt x="4260" y="6512"/>
                      <a:pt x="5067" y="6178"/>
                      <a:pt x="5662" y="5583"/>
                    </a:cubicBezTo>
                    <a:cubicBezTo>
                      <a:pt x="6256" y="4988"/>
                      <a:pt x="6591" y="4181"/>
                      <a:pt x="6591" y="3339"/>
                    </a:cubicBezTo>
                    <a:cubicBezTo>
                      <a:pt x="6591" y="2498"/>
                      <a:pt x="6256" y="1691"/>
                      <a:pt x="5662" y="1096"/>
                    </a:cubicBezTo>
                    <a:cubicBezTo>
                      <a:pt x="5067" y="501"/>
                      <a:pt x="4260" y="167"/>
                      <a:pt x="3419" y="167"/>
                    </a:cubicBezTo>
                    <a:cubicBezTo>
                      <a:pt x="2578" y="167"/>
                      <a:pt x="1771" y="501"/>
                      <a:pt x="1176" y="1096"/>
                    </a:cubicBezTo>
                    <a:cubicBezTo>
                      <a:pt x="582" y="1691"/>
                      <a:pt x="247" y="2498"/>
                      <a:pt x="247" y="3339"/>
                    </a:cubicBezTo>
                    <a:cubicBezTo>
                      <a:pt x="247" y="4181"/>
                      <a:pt x="582" y="4988"/>
                      <a:pt x="1176" y="5583"/>
                    </a:cubicBezTo>
                    <a:cubicBezTo>
                      <a:pt x="1771" y="6178"/>
                      <a:pt x="2578" y="6512"/>
                      <a:pt x="3419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90" name="Freeform: Shape 13689">
                <a:extLst>
                  <a:ext uri="{FF2B5EF4-FFF2-40B4-BE49-F238E27FC236}">
                    <a16:creationId xmlns:a16="http://schemas.microsoft.com/office/drawing/2014/main" id="{DFE48C53-B6BC-4A05-1489-B2E5B5BF4EBA}"/>
                  </a:ext>
                </a:extLst>
              </p:cNvPr>
              <p:cNvSpPr/>
              <p:nvPr/>
            </p:nvSpPr>
            <p:spPr>
              <a:xfrm>
                <a:off x="9545410" y="5593543"/>
                <a:ext cx="6343" cy="6345"/>
              </a:xfrm>
              <a:custGeom>
                <a:avLst/>
                <a:gdLst>
                  <a:gd name="connsiteX0" fmla="*/ 3419 w 6343"/>
                  <a:gd name="connsiteY0" fmla="*/ 6512 h 6345"/>
                  <a:gd name="connsiteX1" fmla="*/ 5661 w 6343"/>
                  <a:gd name="connsiteY1" fmla="*/ 5583 h 6345"/>
                  <a:gd name="connsiteX2" fmla="*/ 6590 w 6343"/>
                  <a:gd name="connsiteY2" fmla="*/ 3339 h 6345"/>
                  <a:gd name="connsiteX3" fmla="*/ 5661 w 6343"/>
                  <a:gd name="connsiteY3" fmla="*/ 1096 h 6345"/>
                  <a:gd name="connsiteX4" fmla="*/ 3419 w 6343"/>
                  <a:gd name="connsiteY4" fmla="*/ 167 h 6345"/>
                  <a:gd name="connsiteX5" fmla="*/ 1176 w 6343"/>
                  <a:gd name="connsiteY5" fmla="*/ 1096 h 6345"/>
                  <a:gd name="connsiteX6" fmla="*/ 247 w 6343"/>
                  <a:gd name="connsiteY6" fmla="*/ 3339 h 6345"/>
                  <a:gd name="connsiteX7" fmla="*/ 1176 w 6343"/>
                  <a:gd name="connsiteY7" fmla="*/ 5583 h 6345"/>
                  <a:gd name="connsiteX8" fmla="*/ 3419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12"/>
                    </a:moveTo>
                    <a:cubicBezTo>
                      <a:pt x="4260" y="6512"/>
                      <a:pt x="5067" y="6178"/>
                      <a:pt x="5661" y="5583"/>
                    </a:cubicBezTo>
                    <a:cubicBezTo>
                      <a:pt x="6256" y="4988"/>
                      <a:pt x="6590" y="4181"/>
                      <a:pt x="6590" y="3339"/>
                    </a:cubicBezTo>
                    <a:cubicBezTo>
                      <a:pt x="6590" y="2498"/>
                      <a:pt x="6256" y="1691"/>
                      <a:pt x="5661" y="1096"/>
                    </a:cubicBezTo>
                    <a:cubicBezTo>
                      <a:pt x="5067" y="501"/>
                      <a:pt x="4260" y="167"/>
                      <a:pt x="3419" y="167"/>
                    </a:cubicBezTo>
                    <a:cubicBezTo>
                      <a:pt x="2578" y="167"/>
                      <a:pt x="1771" y="501"/>
                      <a:pt x="1176" y="1096"/>
                    </a:cubicBezTo>
                    <a:cubicBezTo>
                      <a:pt x="581" y="1691"/>
                      <a:pt x="247" y="2498"/>
                      <a:pt x="247" y="3339"/>
                    </a:cubicBezTo>
                    <a:cubicBezTo>
                      <a:pt x="247" y="4181"/>
                      <a:pt x="581" y="4988"/>
                      <a:pt x="1176" y="5583"/>
                    </a:cubicBezTo>
                    <a:cubicBezTo>
                      <a:pt x="1771" y="6178"/>
                      <a:pt x="2578" y="6512"/>
                      <a:pt x="3419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91" name="Freeform: Shape 13690">
                <a:extLst>
                  <a:ext uri="{FF2B5EF4-FFF2-40B4-BE49-F238E27FC236}">
                    <a16:creationId xmlns:a16="http://schemas.microsoft.com/office/drawing/2014/main" id="{BB6CFC42-653A-9441-F4E3-8B428D28E4D8}"/>
                  </a:ext>
                </a:extLst>
              </p:cNvPr>
              <p:cNvSpPr/>
              <p:nvPr/>
            </p:nvSpPr>
            <p:spPr>
              <a:xfrm>
                <a:off x="9543164" y="5592924"/>
                <a:ext cx="6343" cy="6345"/>
              </a:xfrm>
              <a:custGeom>
                <a:avLst/>
                <a:gdLst>
                  <a:gd name="connsiteX0" fmla="*/ 3419 w 6343"/>
                  <a:gd name="connsiteY0" fmla="*/ 6512 h 6345"/>
                  <a:gd name="connsiteX1" fmla="*/ 5661 w 6343"/>
                  <a:gd name="connsiteY1" fmla="*/ 5583 h 6345"/>
                  <a:gd name="connsiteX2" fmla="*/ 6590 w 6343"/>
                  <a:gd name="connsiteY2" fmla="*/ 3339 h 6345"/>
                  <a:gd name="connsiteX3" fmla="*/ 5661 w 6343"/>
                  <a:gd name="connsiteY3" fmla="*/ 1096 h 6345"/>
                  <a:gd name="connsiteX4" fmla="*/ 3419 w 6343"/>
                  <a:gd name="connsiteY4" fmla="*/ 167 h 6345"/>
                  <a:gd name="connsiteX5" fmla="*/ 1176 w 6343"/>
                  <a:gd name="connsiteY5" fmla="*/ 1096 h 6345"/>
                  <a:gd name="connsiteX6" fmla="*/ 247 w 6343"/>
                  <a:gd name="connsiteY6" fmla="*/ 3339 h 6345"/>
                  <a:gd name="connsiteX7" fmla="*/ 1176 w 6343"/>
                  <a:gd name="connsiteY7" fmla="*/ 5583 h 6345"/>
                  <a:gd name="connsiteX8" fmla="*/ 3419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12"/>
                    </a:moveTo>
                    <a:cubicBezTo>
                      <a:pt x="4260" y="6512"/>
                      <a:pt x="5066" y="6178"/>
                      <a:pt x="5661" y="5583"/>
                    </a:cubicBezTo>
                    <a:cubicBezTo>
                      <a:pt x="6256" y="4988"/>
                      <a:pt x="6590" y="4181"/>
                      <a:pt x="6590" y="3339"/>
                    </a:cubicBezTo>
                    <a:cubicBezTo>
                      <a:pt x="6590" y="2498"/>
                      <a:pt x="6256" y="1691"/>
                      <a:pt x="5661" y="1096"/>
                    </a:cubicBezTo>
                    <a:cubicBezTo>
                      <a:pt x="5066" y="501"/>
                      <a:pt x="4260" y="167"/>
                      <a:pt x="3419" y="167"/>
                    </a:cubicBezTo>
                    <a:cubicBezTo>
                      <a:pt x="2577" y="167"/>
                      <a:pt x="1771" y="501"/>
                      <a:pt x="1176" y="1096"/>
                    </a:cubicBezTo>
                    <a:cubicBezTo>
                      <a:pt x="581" y="1691"/>
                      <a:pt x="247" y="2498"/>
                      <a:pt x="247" y="3339"/>
                    </a:cubicBezTo>
                    <a:cubicBezTo>
                      <a:pt x="247" y="4181"/>
                      <a:pt x="581" y="4988"/>
                      <a:pt x="1176" y="5583"/>
                    </a:cubicBezTo>
                    <a:cubicBezTo>
                      <a:pt x="1771" y="6178"/>
                      <a:pt x="2577" y="6512"/>
                      <a:pt x="3419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92" name="Freeform: Shape 13691">
                <a:extLst>
                  <a:ext uri="{FF2B5EF4-FFF2-40B4-BE49-F238E27FC236}">
                    <a16:creationId xmlns:a16="http://schemas.microsoft.com/office/drawing/2014/main" id="{67CCDEBF-8AA0-70DF-F55E-EF16F0E8CB12}"/>
                  </a:ext>
                </a:extLst>
              </p:cNvPr>
              <p:cNvSpPr/>
              <p:nvPr/>
            </p:nvSpPr>
            <p:spPr>
              <a:xfrm>
                <a:off x="9541100" y="5592818"/>
                <a:ext cx="6343" cy="6345"/>
              </a:xfrm>
              <a:custGeom>
                <a:avLst/>
                <a:gdLst>
                  <a:gd name="connsiteX0" fmla="*/ 3418 w 6343"/>
                  <a:gd name="connsiteY0" fmla="*/ 6512 h 6345"/>
                  <a:gd name="connsiteX1" fmla="*/ 5661 w 6343"/>
                  <a:gd name="connsiteY1" fmla="*/ 5583 h 6345"/>
                  <a:gd name="connsiteX2" fmla="*/ 6590 w 6343"/>
                  <a:gd name="connsiteY2" fmla="*/ 3339 h 6345"/>
                  <a:gd name="connsiteX3" fmla="*/ 5661 w 6343"/>
                  <a:gd name="connsiteY3" fmla="*/ 1096 h 6345"/>
                  <a:gd name="connsiteX4" fmla="*/ 3418 w 6343"/>
                  <a:gd name="connsiteY4" fmla="*/ 167 h 6345"/>
                  <a:gd name="connsiteX5" fmla="*/ 1176 w 6343"/>
                  <a:gd name="connsiteY5" fmla="*/ 1096 h 6345"/>
                  <a:gd name="connsiteX6" fmla="*/ 247 w 6343"/>
                  <a:gd name="connsiteY6" fmla="*/ 3339 h 6345"/>
                  <a:gd name="connsiteX7" fmla="*/ 1176 w 6343"/>
                  <a:gd name="connsiteY7" fmla="*/ 5583 h 6345"/>
                  <a:gd name="connsiteX8" fmla="*/ 341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2"/>
                    </a:moveTo>
                    <a:cubicBezTo>
                      <a:pt x="4260" y="6512"/>
                      <a:pt x="5066" y="6178"/>
                      <a:pt x="5661" y="5583"/>
                    </a:cubicBezTo>
                    <a:cubicBezTo>
                      <a:pt x="6256" y="4988"/>
                      <a:pt x="6590" y="4181"/>
                      <a:pt x="6590" y="3339"/>
                    </a:cubicBezTo>
                    <a:cubicBezTo>
                      <a:pt x="6590" y="2498"/>
                      <a:pt x="6256" y="1691"/>
                      <a:pt x="5661" y="1096"/>
                    </a:cubicBezTo>
                    <a:cubicBezTo>
                      <a:pt x="5066" y="501"/>
                      <a:pt x="4260" y="167"/>
                      <a:pt x="3418" y="167"/>
                    </a:cubicBezTo>
                    <a:cubicBezTo>
                      <a:pt x="2577" y="167"/>
                      <a:pt x="1771" y="501"/>
                      <a:pt x="1176" y="1096"/>
                    </a:cubicBezTo>
                    <a:cubicBezTo>
                      <a:pt x="581" y="1691"/>
                      <a:pt x="247" y="2498"/>
                      <a:pt x="247" y="3339"/>
                    </a:cubicBezTo>
                    <a:cubicBezTo>
                      <a:pt x="247" y="4181"/>
                      <a:pt x="581" y="4988"/>
                      <a:pt x="1176" y="5583"/>
                    </a:cubicBezTo>
                    <a:cubicBezTo>
                      <a:pt x="1771" y="6178"/>
                      <a:pt x="2577" y="6512"/>
                      <a:pt x="341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93" name="Freeform: Shape 13692">
                <a:extLst>
                  <a:ext uri="{FF2B5EF4-FFF2-40B4-BE49-F238E27FC236}">
                    <a16:creationId xmlns:a16="http://schemas.microsoft.com/office/drawing/2014/main" id="{87C7105E-2FB5-53F7-30DA-C21E4D192280}"/>
                  </a:ext>
                </a:extLst>
              </p:cNvPr>
              <p:cNvSpPr/>
              <p:nvPr/>
            </p:nvSpPr>
            <p:spPr>
              <a:xfrm>
                <a:off x="9539004" y="5592580"/>
                <a:ext cx="6343" cy="6345"/>
              </a:xfrm>
              <a:custGeom>
                <a:avLst/>
                <a:gdLst>
                  <a:gd name="connsiteX0" fmla="*/ 3418 w 6343"/>
                  <a:gd name="connsiteY0" fmla="*/ 6512 h 6345"/>
                  <a:gd name="connsiteX1" fmla="*/ 5661 w 6343"/>
                  <a:gd name="connsiteY1" fmla="*/ 5583 h 6345"/>
                  <a:gd name="connsiteX2" fmla="*/ 6590 w 6343"/>
                  <a:gd name="connsiteY2" fmla="*/ 3339 h 6345"/>
                  <a:gd name="connsiteX3" fmla="*/ 5661 w 6343"/>
                  <a:gd name="connsiteY3" fmla="*/ 1096 h 6345"/>
                  <a:gd name="connsiteX4" fmla="*/ 3418 w 6343"/>
                  <a:gd name="connsiteY4" fmla="*/ 167 h 6345"/>
                  <a:gd name="connsiteX5" fmla="*/ 1176 w 6343"/>
                  <a:gd name="connsiteY5" fmla="*/ 1096 h 6345"/>
                  <a:gd name="connsiteX6" fmla="*/ 247 w 6343"/>
                  <a:gd name="connsiteY6" fmla="*/ 3339 h 6345"/>
                  <a:gd name="connsiteX7" fmla="*/ 1176 w 6343"/>
                  <a:gd name="connsiteY7" fmla="*/ 5583 h 6345"/>
                  <a:gd name="connsiteX8" fmla="*/ 341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2"/>
                    </a:moveTo>
                    <a:cubicBezTo>
                      <a:pt x="4259" y="6512"/>
                      <a:pt x="5066" y="6178"/>
                      <a:pt x="5661" y="5583"/>
                    </a:cubicBezTo>
                    <a:cubicBezTo>
                      <a:pt x="6256" y="4988"/>
                      <a:pt x="6590" y="4181"/>
                      <a:pt x="6590" y="3339"/>
                    </a:cubicBezTo>
                    <a:cubicBezTo>
                      <a:pt x="6590" y="2498"/>
                      <a:pt x="6256" y="1691"/>
                      <a:pt x="5661" y="1096"/>
                    </a:cubicBezTo>
                    <a:cubicBezTo>
                      <a:pt x="5066" y="501"/>
                      <a:pt x="4259" y="167"/>
                      <a:pt x="3418" y="167"/>
                    </a:cubicBezTo>
                    <a:cubicBezTo>
                      <a:pt x="2577" y="167"/>
                      <a:pt x="1770" y="501"/>
                      <a:pt x="1176" y="1096"/>
                    </a:cubicBezTo>
                    <a:cubicBezTo>
                      <a:pt x="581" y="1691"/>
                      <a:pt x="247" y="2498"/>
                      <a:pt x="247" y="3339"/>
                    </a:cubicBezTo>
                    <a:cubicBezTo>
                      <a:pt x="247" y="4181"/>
                      <a:pt x="581" y="4988"/>
                      <a:pt x="1176" y="5583"/>
                    </a:cubicBezTo>
                    <a:cubicBezTo>
                      <a:pt x="1770" y="6178"/>
                      <a:pt x="2577" y="6512"/>
                      <a:pt x="341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94" name="Freeform: Shape 13693">
                <a:extLst>
                  <a:ext uri="{FF2B5EF4-FFF2-40B4-BE49-F238E27FC236}">
                    <a16:creationId xmlns:a16="http://schemas.microsoft.com/office/drawing/2014/main" id="{668F5045-261A-A794-55F6-B8ED5B65876A}"/>
                  </a:ext>
                </a:extLst>
              </p:cNvPr>
              <p:cNvSpPr/>
              <p:nvPr/>
            </p:nvSpPr>
            <p:spPr>
              <a:xfrm>
                <a:off x="9536987" y="5592565"/>
                <a:ext cx="6343" cy="6345"/>
              </a:xfrm>
              <a:custGeom>
                <a:avLst/>
                <a:gdLst>
                  <a:gd name="connsiteX0" fmla="*/ 3418 w 6343"/>
                  <a:gd name="connsiteY0" fmla="*/ 6512 h 6345"/>
                  <a:gd name="connsiteX1" fmla="*/ 5661 w 6343"/>
                  <a:gd name="connsiteY1" fmla="*/ 5583 h 6345"/>
                  <a:gd name="connsiteX2" fmla="*/ 6590 w 6343"/>
                  <a:gd name="connsiteY2" fmla="*/ 3339 h 6345"/>
                  <a:gd name="connsiteX3" fmla="*/ 5661 w 6343"/>
                  <a:gd name="connsiteY3" fmla="*/ 1096 h 6345"/>
                  <a:gd name="connsiteX4" fmla="*/ 3418 w 6343"/>
                  <a:gd name="connsiteY4" fmla="*/ 167 h 6345"/>
                  <a:gd name="connsiteX5" fmla="*/ 1175 w 6343"/>
                  <a:gd name="connsiteY5" fmla="*/ 1096 h 6345"/>
                  <a:gd name="connsiteX6" fmla="*/ 247 w 6343"/>
                  <a:gd name="connsiteY6" fmla="*/ 3339 h 6345"/>
                  <a:gd name="connsiteX7" fmla="*/ 1175 w 6343"/>
                  <a:gd name="connsiteY7" fmla="*/ 5583 h 6345"/>
                  <a:gd name="connsiteX8" fmla="*/ 341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2"/>
                    </a:moveTo>
                    <a:cubicBezTo>
                      <a:pt x="4259" y="6512"/>
                      <a:pt x="5066" y="6178"/>
                      <a:pt x="5661" y="5583"/>
                    </a:cubicBezTo>
                    <a:cubicBezTo>
                      <a:pt x="6255" y="4988"/>
                      <a:pt x="6590" y="4181"/>
                      <a:pt x="6590" y="3339"/>
                    </a:cubicBezTo>
                    <a:cubicBezTo>
                      <a:pt x="6590" y="2498"/>
                      <a:pt x="6255" y="1691"/>
                      <a:pt x="5661" y="1096"/>
                    </a:cubicBezTo>
                    <a:cubicBezTo>
                      <a:pt x="5066" y="501"/>
                      <a:pt x="4259" y="167"/>
                      <a:pt x="3418" y="167"/>
                    </a:cubicBezTo>
                    <a:cubicBezTo>
                      <a:pt x="2577" y="167"/>
                      <a:pt x="1770" y="501"/>
                      <a:pt x="1175" y="1096"/>
                    </a:cubicBezTo>
                    <a:cubicBezTo>
                      <a:pt x="581" y="1691"/>
                      <a:pt x="247" y="2498"/>
                      <a:pt x="247" y="3339"/>
                    </a:cubicBezTo>
                    <a:cubicBezTo>
                      <a:pt x="247" y="4181"/>
                      <a:pt x="581" y="4988"/>
                      <a:pt x="1175" y="5583"/>
                    </a:cubicBezTo>
                    <a:cubicBezTo>
                      <a:pt x="1770" y="6178"/>
                      <a:pt x="2577" y="6512"/>
                      <a:pt x="341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95" name="Freeform: Shape 13694">
                <a:extLst>
                  <a:ext uri="{FF2B5EF4-FFF2-40B4-BE49-F238E27FC236}">
                    <a16:creationId xmlns:a16="http://schemas.microsoft.com/office/drawing/2014/main" id="{7669F68A-671A-9741-B29F-C3DF3CF994C5}"/>
                  </a:ext>
                </a:extLst>
              </p:cNvPr>
              <p:cNvSpPr/>
              <p:nvPr/>
            </p:nvSpPr>
            <p:spPr>
              <a:xfrm>
                <a:off x="9535136" y="5593068"/>
                <a:ext cx="6343" cy="6345"/>
              </a:xfrm>
              <a:custGeom>
                <a:avLst/>
                <a:gdLst>
                  <a:gd name="connsiteX0" fmla="*/ 3418 w 6343"/>
                  <a:gd name="connsiteY0" fmla="*/ 6512 h 6345"/>
                  <a:gd name="connsiteX1" fmla="*/ 5661 w 6343"/>
                  <a:gd name="connsiteY1" fmla="*/ 5583 h 6345"/>
                  <a:gd name="connsiteX2" fmla="*/ 6590 w 6343"/>
                  <a:gd name="connsiteY2" fmla="*/ 3339 h 6345"/>
                  <a:gd name="connsiteX3" fmla="*/ 5661 w 6343"/>
                  <a:gd name="connsiteY3" fmla="*/ 1096 h 6345"/>
                  <a:gd name="connsiteX4" fmla="*/ 3418 w 6343"/>
                  <a:gd name="connsiteY4" fmla="*/ 167 h 6345"/>
                  <a:gd name="connsiteX5" fmla="*/ 1175 w 6343"/>
                  <a:gd name="connsiteY5" fmla="*/ 1096 h 6345"/>
                  <a:gd name="connsiteX6" fmla="*/ 246 w 6343"/>
                  <a:gd name="connsiteY6" fmla="*/ 3339 h 6345"/>
                  <a:gd name="connsiteX7" fmla="*/ 1175 w 6343"/>
                  <a:gd name="connsiteY7" fmla="*/ 5583 h 6345"/>
                  <a:gd name="connsiteX8" fmla="*/ 341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2"/>
                    </a:moveTo>
                    <a:cubicBezTo>
                      <a:pt x="4259" y="6512"/>
                      <a:pt x="5066" y="6178"/>
                      <a:pt x="5661" y="5583"/>
                    </a:cubicBezTo>
                    <a:cubicBezTo>
                      <a:pt x="6255" y="4988"/>
                      <a:pt x="6590" y="4181"/>
                      <a:pt x="6590" y="3339"/>
                    </a:cubicBezTo>
                    <a:cubicBezTo>
                      <a:pt x="6590" y="2498"/>
                      <a:pt x="6255" y="1691"/>
                      <a:pt x="5661" y="1096"/>
                    </a:cubicBezTo>
                    <a:cubicBezTo>
                      <a:pt x="5066" y="501"/>
                      <a:pt x="4259" y="167"/>
                      <a:pt x="3418" y="167"/>
                    </a:cubicBezTo>
                    <a:cubicBezTo>
                      <a:pt x="2577" y="167"/>
                      <a:pt x="1770" y="501"/>
                      <a:pt x="1175" y="1096"/>
                    </a:cubicBezTo>
                    <a:cubicBezTo>
                      <a:pt x="581" y="1691"/>
                      <a:pt x="246" y="2498"/>
                      <a:pt x="246" y="3339"/>
                    </a:cubicBezTo>
                    <a:cubicBezTo>
                      <a:pt x="246" y="4181"/>
                      <a:pt x="581" y="4988"/>
                      <a:pt x="1175" y="5583"/>
                    </a:cubicBezTo>
                    <a:cubicBezTo>
                      <a:pt x="1770" y="6178"/>
                      <a:pt x="2577" y="6512"/>
                      <a:pt x="341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96" name="Freeform: Shape 13695">
                <a:extLst>
                  <a:ext uri="{FF2B5EF4-FFF2-40B4-BE49-F238E27FC236}">
                    <a16:creationId xmlns:a16="http://schemas.microsoft.com/office/drawing/2014/main" id="{039E8B0A-DCA2-BAAF-6C22-0AF80EDCE07B}"/>
                  </a:ext>
                </a:extLst>
              </p:cNvPr>
              <p:cNvSpPr/>
              <p:nvPr/>
            </p:nvSpPr>
            <p:spPr>
              <a:xfrm>
                <a:off x="9533423" y="5594035"/>
                <a:ext cx="6343" cy="6345"/>
              </a:xfrm>
              <a:custGeom>
                <a:avLst/>
                <a:gdLst>
                  <a:gd name="connsiteX0" fmla="*/ 3418 w 6343"/>
                  <a:gd name="connsiteY0" fmla="*/ 6512 h 6345"/>
                  <a:gd name="connsiteX1" fmla="*/ 5660 w 6343"/>
                  <a:gd name="connsiteY1" fmla="*/ 5583 h 6345"/>
                  <a:gd name="connsiteX2" fmla="*/ 6589 w 6343"/>
                  <a:gd name="connsiteY2" fmla="*/ 3339 h 6345"/>
                  <a:gd name="connsiteX3" fmla="*/ 5660 w 6343"/>
                  <a:gd name="connsiteY3" fmla="*/ 1096 h 6345"/>
                  <a:gd name="connsiteX4" fmla="*/ 3418 w 6343"/>
                  <a:gd name="connsiteY4" fmla="*/ 167 h 6345"/>
                  <a:gd name="connsiteX5" fmla="*/ 1175 w 6343"/>
                  <a:gd name="connsiteY5" fmla="*/ 1096 h 6345"/>
                  <a:gd name="connsiteX6" fmla="*/ 246 w 6343"/>
                  <a:gd name="connsiteY6" fmla="*/ 3339 h 6345"/>
                  <a:gd name="connsiteX7" fmla="*/ 1175 w 6343"/>
                  <a:gd name="connsiteY7" fmla="*/ 5583 h 6345"/>
                  <a:gd name="connsiteX8" fmla="*/ 341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2"/>
                    </a:moveTo>
                    <a:cubicBezTo>
                      <a:pt x="4259" y="6512"/>
                      <a:pt x="5066" y="6178"/>
                      <a:pt x="5660" y="5583"/>
                    </a:cubicBezTo>
                    <a:cubicBezTo>
                      <a:pt x="6255" y="4988"/>
                      <a:pt x="6589" y="4181"/>
                      <a:pt x="6589" y="3339"/>
                    </a:cubicBezTo>
                    <a:cubicBezTo>
                      <a:pt x="6589" y="2498"/>
                      <a:pt x="6255" y="1691"/>
                      <a:pt x="5660" y="1096"/>
                    </a:cubicBezTo>
                    <a:cubicBezTo>
                      <a:pt x="5066" y="501"/>
                      <a:pt x="4259" y="167"/>
                      <a:pt x="3418" y="167"/>
                    </a:cubicBezTo>
                    <a:cubicBezTo>
                      <a:pt x="2577" y="167"/>
                      <a:pt x="1770" y="501"/>
                      <a:pt x="1175" y="1096"/>
                    </a:cubicBezTo>
                    <a:cubicBezTo>
                      <a:pt x="580" y="1691"/>
                      <a:pt x="246" y="2498"/>
                      <a:pt x="246" y="3339"/>
                    </a:cubicBezTo>
                    <a:cubicBezTo>
                      <a:pt x="246" y="4181"/>
                      <a:pt x="580" y="4988"/>
                      <a:pt x="1175" y="5583"/>
                    </a:cubicBezTo>
                    <a:cubicBezTo>
                      <a:pt x="1770" y="6178"/>
                      <a:pt x="2577" y="6512"/>
                      <a:pt x="341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97" name="Freeform: Shape 13696">
                <a:extLst>
                  <a:ext uri="{FF2B5EF4-FFF2-40B4-BE49-F238E27FC236}">
                    <a16:creationId xmlns:a16="http://schemas.microsoft.com/office/drawing/2014/main" id="{83E4EBD8-CB9D-545C-63A1-49ABB366B5BB}"/>
                  </a:ext>
                </a:extLst>
              </p:cNvPr>
              <p:cNvSpPr/>
              <p:nvPr/>
            </p:nvSpPr>
            <p:spPr>
              <a:xfrm>
                <a:off x="9532064" y="5596240"/>
                <a:ext cx="6343" cy="6345"/>
              </a:xfrm>
              <a:custGeom>
                <a:avLst/>
                <a:gdLst>
                  <a:gd name="connsiteX0" fmla="*/ 3418 w 6343"/>
                  <a:gd name="connsiteY0" fmla="*/ 6512 h 6345"/>
                  <a:gd name="connsiteX1" fmla="*/ 5660 w 6343"/>
                  <a:gd name="connsiteY1" fmla="*/ 5583 h 6345"/>
                  <a:gd name="connsiteX2" fmla="*/ 6589 w 6343"/>
                  <a:gd name="connsiteY2" fmla="*/ 3340 h 6345"/>
                  <a:gd name="connsiteX3" fmla="*/ 5660 w 6343"/>
                  <a:gd name="connsiteY3" fmla="*/ 1096 h 6345"/>
                  <a:gd name="connsiteX4" fmla="*/ 3418 w 6343"/>
                  <a:gd name="connsiteY4" fmla="*/ 167 h 6345"/>
                  <a:gd name="connsiteX5" fmla="*/ 1175 w 6343"/>
                  <a:gd name="connsiteY5" fmla="*/ 1096 h 6345"/>
                  <a:gd name="connsiteX6" fmla="*/ 246 w 6343"/>
                  <a:gd name="connsiteY6" fmla="*/ 3340 h 6345"/>
                  <a:gd name="connsiteX7" fmla="*/ 1175 w 6343"/>
                  <a:gd name="connsiteY7" fmla="*/ 5583 h 6345"/>
                  <a:gd name="connsiteX8" fmla="*/ 341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2"/>
                    </a:moveTo>
                    <a:cubicBezTo>
                      <a:pt x="4259" y="6512"/>
                      <a:pt x="5066" y="6178"/>
                      <a:pt x="5660" y="5583"/>
                    </a:cubicBezTo>
                    <a:cubicBezTo>
                      <a:pt x="6255" y="4988"/>
                      <a:pt x="6589" y="4181"/>
                      <a:pt x="6589" y="3340"/>
                    </a:cubicBezTo>
                    <a:cubicBezTo>
                      <a:pt x="6589" y="2498"/>
                      <a:pt x="6255" y="1691"/>
                      <a:pt x="5660" y="1096"/>
                    </a:cubicBezTo>
                    <a:cubicBezTo>
                      <a:pt x="5066" y="501"/>
                      <a:pt x="4259" y="167"/>
                      <a:pt x="3418" y="167"/>
                    </a:cubicBezTo>
                    <a:cubicBezTo>
                      <a:pt x="2577" y="167"/>
                      <a:pt x="1770" y="501"/>
                      <a:pt x="1175" y="1096"/>
                    </a:cubicBezTo>
                    <a:cubicBezTo>
                      <a:pt x="580" y="1691"/>
                      <a:pt x="246" y="2498"/>
                      <a:pt x="246" y="3340"/>
                    </a:cubicBezTo>
                    <a:cubicBezTo>
                      <a:pt x="246" y="4181"/>
                      <a:pt x="580" y="4988"/>
                      <a:pt x="1175" y="5583"/>
                    </a:cubicBezTo>
                    <a:cubicBezTo>
                      <a:pt x="1770" y="6178"/>
                      <a:pt x="2577" y="6512"/>
                      <a:pt x="341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98" name="Freeform: Shape 13697">
                <a:extLst>
                  <a:ext uri="{FF2B5EF4-FFF2-40B4-BE49-F238E27FC236}">
                    <a16:creationId xmlns:a16="http://schemas.microsoft.com/office/drawing/2014/main" id="{3320C7FC-7D0E-0959-375C-5B6BBEAE86BE}"/>
                  </a:ext>
                </a:extLst>
              </p:cNvPr>
              <p:cNvSpPr/>
              <p:nvPr/>
            </p:nvSpPr>
            <p:spPr>
              <a:xfrm>
                <a:off x="9513148" y="5536538"/>
                <a:ext cx="6343" cy="6345"/>
              </a:xfrm>
              <a:custGeom>
                <a:avLst/>
                <a:gdLst>
                  <a:gd name="connsiteX0" fmla="*/ 3416 w 6343"/>
                  <a:gd name="connsiteY0" fmla="*/ 6508 h 6345"/>
                  <a:gd name="connsiteX1" fmla="*/ 5659 w 6343"/>
                  <a:gd name="connsiteY1" fmla="*/ 5578 h 6345"/>
                  <a:gd name="connsiteX2" fmla="*/ 6588 w 6343"/>
                  <a:gd name="connsiteY2" fmla="*/ 3335 h 6345"/>
                  <a:gd name="connsiteX3" fmla="*/ 5659 w 6343"/>
                  <a:gd name="connsiteY3" fmla="*/ 1091 h 6345"/>
                  <a:gd name="connsiteX4" fmla="*/ 3416 w 6343"/>
                  <a:gd name="connsiteY4" fmla="*/ 162 h 6345"/>
                  <a:gd name="connsiteX5" fmla="*/ 1174 w 6343"/>
                  <a:gd name="connsiteY5" fmla="*/ 1091 h 6345"/>
                  <a:gd name="connsiteX6" fmla="*/ 245 w 6343"/>
                  <a:gd name="connsiteY6" fmla="*/ 3335 h 6345"/>
                  <a:gd name="connsiteX7" fmla="*/ 1174 w 6343"/>
                  <a:gd name="connsiteY7" fmla="*/ 5578 h 6345"/>
                  <a:gd name="connsiteX8" fmla="*/ 341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8"/>
                    </a:moveTo>
                    <a:cubicBezTo>
                      <a:pt x="4257" y="6508"/>
                      <a:pt x="5064" y="6173"/>
                      <a:pt x="5659" y="5578"/>
                    </a:cubicBezTo>
                    <a:cubicBezTo>
                      <a:pt x="6254" y="4983"/>
                      <a:pt x="6588" y="4176"/>
                      <a:pt x="6588" y="3335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7" y="162"/>
                      <a:pt x="3416" y="162"/>
                    </a:cubicBezTo>
                    <a:cubicBezTo>
                      <a:pt x="2575" y="162"/>
                      <a:pt x="1768" y="496"/>
                      <a:pt x="1174" y="1091"/>
                    </a:cubicBezTo>
                    <a:cubicBezTo>
                      <a:pt x="579" y="1686"/>
                      <a:pt x="245" y="2493"/>
                      <a:pt x="245" y="3335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8" y="6173"/>
                      <a:pt x="2575" y="6508"/>
                      <a:pt x="341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99" name="Freeform: Shape 13698">
                <a:extLst>
                  <a:ext uri="{FF2B5EF4-FFF2-40B4-BE49-F238E27FC236}">
                    <a16:creationId xmlns:a16="http://schemas.microsoft.com/office/drawing/2014/main" id="{E4E8C1C2-1301-06CB-E632-A028AF3A84AC}"/>
                  </a:ext>
                </a:extLst>
              </p:cNvPr>
              <p:cNvSpPr/>
              <p:nvPr/>
            </p:nvSpPr>
            <p:spPr>
              <a:xfrm>
                <a:off x="9532637" y="5612795"/>
                <a:ext cx="6343" cy="6345"/>
              </a:xfrm>
              <a:custGeom>
                <a:avLst/>
                <a:gdLst>
                  <a:gd name="connsiteX0" fmla="*/ 3418 w 6343"/>
                  <a:gd name="connsiteY0" fmla="*/ 6514 h 6345"/>
                  <a:gd name="connsiteX1" fmla="*/ 5660 w 6343"/>
                  <a:gd name="connsiteY1" fmla="*/ 5584 h 6345"/>
                  <a:gd name="connsiteX2" fmla="*/ 6589 w 6343"/>
                  <a:gd name="connsiteY2" fmla="*/ 3341 h 6345"/>
                  <a:gd name="connsiteX3" fmla="*/ 5660 w 6343"/>
                  <a:gd name="connsiteY3" fmla="*/ 1097 h 6345"/>
                  <a:gd name="connsiteX4" fmla="*/ 3418 w 6343"/>
                  <a:gd name="connsiteY4" fmla="*/ 168 h 6345"/>
                  <a:gd name="connsiteX5" fmla="*/ 1175 w 6343"/>
                  <a:gd name="connsiteY5" fmla="*/ 1097 h 6345"/>
                  <a:gd name="connsiteX6" fmla="*/ 246 w 6343"/>
                  <a:gd name="connsiteY6" fmla="*/ 3341 h 6345"/>
                  <a:gd name="connsiteX7" fmla="*/ 1175 w 6343"/>
                  <a:gd name="connsiteY7" fmla="*/ 5584 h 6345"/>
                  <a:gd name="connsiteX8" fmla="*/ 3418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4"/>
                    </a:moveTo>
                    <a:cubicBezTo>
                      <a:pt x="4259" y="6514"/>
                      <a:pt x="5066" y="6179"/>
                      <a:pt x="5660" y="5584"/>
                    </a:cubicBezTo>
                    <a:cubicBezTo>
                      <a:pt x="6255" y="4989"/>
                      <a:pt x="6589" y="4182"/>
                      <a:pt x="6589" y="3341"/>
                    </a:cubicBezTo>
                    <a:cubicBezTo>
                      <a:pt x="6589" y="2499"/>
                      <a:pt x="6255" y="1692"/>
                      <a:pt x="5660" y="1097"/>
                    </a:cubicBezTo>
                    <a:cubicBezTo>
                      <a:pt x="5066" y="502"/>
                      <a:pt x="4259" y="168"/>
                      <a:pt x="3418" y="168"/>
                    </a:cubicBezTo>
                    <a:cubicBezTo>
                      <a:pt x="2577" y="168"/>
                      <a:pt x="1770" y="502"/>
                      <a:pt x="1175" y="1097"/>
                    </a:cubicBezTo>
                    <a:cubicBezTo>
                      <a:pt x="580" y="1692"/>
                      <a:pt x="246" y="2499"/>
                      <a:pt x="246" y="3341"/>
                    </a:cubicBezTo>
                    <a:cubicBezTo>
                      <a:pt x="246" y="4182"/>
                      <a:pt x="580" y="4989"/>
                      <a:pt x="1175" y="5584"/>
                    </a:cubicBezTo>
                    <a:cubicBezTo>
                      <a:pt x="1770" y="6179"/>
                      <a:pt x="2577" y="6514"/>
                      <a:pt x="3418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00" name="Freeform: Shape 13699">
                <a:extLst>
                  <a:ext uri="{FF2B5EF4-FFF2-40B4-BE49-F238E27FC236}">
                    <a16:creationId xmlns:a16="http://schemas.microsoft.com/office/drawing/2014/main" id="{79822558-4D9C-07E2-908D-47596CC8432D}"/>
                  </a:ext>
                </a:extLst>
              </p:cNvPr>
              <p:cNvSpPr/>
              <p:nvPr/>
            </p:nvSpPr>
            <p:spPr>
              <a:xfrm>
                <a:off x="9531471" y="5616257"/>
                <a:ext cx="6343" cy="6345"/>
              </a:xfrm>
              <a:custGeom>
                <a:avLst/>
                <a:gdLst>
                  <a:gd name="connsiteX0" fmla="*/ 3418 w 6343"/>
                  <a:gd name="connsiteY0" fmla="*/ 6514 h 6345"/>
                  <a:gd name="connsiteX1" fmla="*/ 5660 w 6343"/>
                  <a:gd name="connsiteY1" fmla="*/ 5585 h 6345"/>
                  <a:gd name="connsiteX2" fmla="*/ 6589 w 6343"/>
                  <a:gd name="connsiteY2" fmla="*/ 3341 h 6345"/>
                  <a:gd name="connsiteX3" fmla="*/ 5660 w 6343"/>
                  <a:gd name="connsiteY3" fmla="*/ 1098 h 6345"/>
                  <a:gd name="connsiteX4" fmla="*/ 3418 w 6343"/>
                  <a:gd name="connsiteY4" fmla="*/ 168 h 6345"/>
                  <a:gd name="connsiteX5" fmla="*/ 1175 w 6343"/>
                  <a:gd name="connsiteY5" fmla="*/ 1098 h 6345"/>
                  <a:gd name="connsiteX6" fmla="*/ 246 w 6343"/>
                  <a:gd name="connsiteY6" fmla="*/ 3341 h 6345"/>
                  <a:gd name="connsiteX7" fmla="*/ 1175 w 6343"/>
                  <a:gd name="connsiteY7" fmla="*/ 5585 h 6345"/>
                  <a:gd name="connsiteX8" fmla="*/ 3418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4"/>
                    </a:moveTo>
                    <a:cubicBezTo>
                      <a:pt x="4259" y="6514"/>
                      <a:pt x="5066" y="6179"/>
                      <a:pt x="5660" y="5585"/>
                    </a:cubicBezTo>
                    <a:cubicBezTo>
                      <a:pt x="6255" y="4990"/>
                      <a:pt x="6589" y="4182"/>
                      <a:pt x="6589" y="3341"/>
                    </a:cubicBezTo>
                    <a:cubicBezTo>
                      <a:pt x="6589" y="2500"/>
                      <a:pt x="6255" y="1693"/>
                      <a:pt x="5660" y="1098"/>
                    </a:cubicBezTo>
                    <a:cubicBezTo>
                      <a:pt x="5066" y="503"/>
                      <a:pt x="4259" y="168"/>
                      <a:pt x="3418" y="168"/>
                    </a:cubicBezTo>
                    <a:cubicBezTo>
                      <a:pt x="2577" y="168"/>
                      <a:pt x="1770" y="503"/>
                      <a:pt x="1175" y="1098"/>
                    </a:cubicBezTo>
                    <a:cubicBezTo>
                      <a:pt x="580" y="1693"/>
                      <a:pt x="246" y="2500"/>
                      <a:pt x="246" y="3341"/>
                    </a:cubicBezTo>
                    <a:cubicBezTo>
                      <a:pt x="246" y="4182"/>
                      <a:pt x="580" y="4990"/>
                      <a:pt x="1175" y="5585"/>
                    </a:cubicBezTo>
                    <a:cubicBezTo>
                      <a:pt x="1770" y="6179"/>
                      <a:pt x="2577" y="6514"/>
                      <a:pt x="3418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01" name="Freeform: Shape 13700">
                <a:extLst>
                  <a:ext uri="{FF2B5EF4-FFF2-40B4-BE49-F238E27FC236}">
                    <a16:creationId xmlns:a16="http://schemas.microsoft.com/office/drawing/2014/main" id="{10DF5031-5CAA-33D1-CA04-CC1614AF16A8}"/>
                  </a:ext>
                </a:extLst>
              </p:cNvPr>
              <p:cNvSpPr/>
              <p:nvPr/>
            </p:nvSpPr>
            <p:spPr>
              <a:xfrm>
                <a:off x="9530012" y="5618760"/>
                <a:ext cx="6343" cy="6345"/>
              </a:xfrm>
              <a:custGeom>
                <a:avLst/>
                <a:gdLst>
                  <a:gd name="connsiteX0" fmla="*/ 3418 w 6343"/>
                  <a:gd name="connsiteY0" fmla="*/ 6514 h 6345"/>
                  <a:gd name="connsiteX1" fmla="*/ 5660 w 6343"/>
                  <a:gd name="connsiteY1" fmla="*/ 5585 h 6345"/>
                  <a:gd name="connsiteX2" fmla="*/ 6589 w 6343"/>
                  <a:gd name="connsiteY2" fmla="*/ 3341 h 6345"/>
                  <a:gd name="connsiteX3" fmla="*/ 5660 w 6343"/>
                  <a:gd name="connsiteY3" fmla="*/ 1098 h 6345"/>
                  <a:gd name="connsiteX4" fmla="*/ 3418 w 6343"/>
                  <a:gd name="connsiteY4" fmla="*/ 169 h 6345"/>
                  <a:gd name="connsiteX5" fmla="*/ 1175 w 6343"/>
                  <a:gd name="connsiteY5" fmla="*/ 1098 h 6345"/>
                  <a:gd name="connsiteX6" fmla="*/ 246 w 6343"/>
                  <a:gd name="connsiteY6" fmla="*/ 3341 h 6345"/>
                  <a:gd name="connsiteX7" fmla="*/ 1175 w 6343"/>
                  <a:gd name="connsiteY7" fmla="*/ 5585 h 6345"/>
                  <a:gd name="connsiteX8" fmla="*/ 3418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4"/>
                    </a:moveTo>
                    <a:cubicBezTo>
                      <a:pt x="4259" y="6514"/>
                      <a:pt x="5065" y="6180"/>
                      <a:pt x="5660" y="5585"/>
                    </a:cubicBezTo>
                    <a:cubicBezTo>
                      <a:pt x="6255" y="4990"/>
                      <a:pt x="6589" y="4183"/>
                      <a:pt x="6589" y="3341"/>
                    </a:cubicBezTo>
                    <a:cubicBezTo>
                      <a:pt x="6589" y="2500"/>
                      <a:pt x="6255" y="1693"/>
                      <a:pt x="5660" y="1098"/>
                    </a:cubicBezTo>
                    <a:cubicBezTo>
                      <a:pt x="5065" y="503"/>
                      <a:pt x="4259" y="169"/>
                      <a:pt x="3418" y="169"/>
                    </a:cubicBezTo>
                    <a:cubicBezTo>
                      <a:pt x="2576" y="169"/>
                      <a:pt x="1770" y="503"/>
                      <a:pt x="1175" y="1098"/>
                    </a:cubicBezTo>
                    <a:cubicBezTo>
                      <a:pt x="580" y="1693"/>
                      <a:pt x="246" y="2500"/>
                      <a:pt x="246" y="3341"/>
                    </a:cubicBezTo>
                    <a:cubicBezTo>
                      <a:pt x="246" y="4183"/>
                      <a:pt x="580" y="4990"/>
                      <a:pt x="1175" y="5585"/>
                    </a:cubicBezTo>
                    <a:cubicBezTo>
                      <a:pt x="1770" y="6180"/>
                      <a:pt x="2576" y="6514"/>
                      <a:pt x="3418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02" name="Freeform: Shape 13701">
                <a:extLst>
                  <a:ext uri="{FF2B5EF4-FFF2-40B4-BE49-F238E27FC236}">
                    <a16:creationId xmlns:a16="http://schemas.microsoft.com/office/drawing/2014/main" id="{682CE1F6-036E-0E41-91F2-081B62BACD31}"/>
                  </a:ext>
                </a:extLst>
              </p:cNvPr>
              <p:cNvSpPr/>
              <p:nvPr/>
            </p:nvSpPr>
            <p:spPr>
              <a:xfrm>
                <a:off x="9502103" y="5536860"/>
                <a:ext cx="6343" cy="6345"/>
              </a:xfrm>
              <a:custGeom>
                <a:avLst/>
                <a:gdLst>
                  <a:gd name="connsiteX0" fmla="*/ 3415 w 6343"/>
                  <a:gd name="connsiteY0" fmla="*/ 6508 h 6345"/>
                  <a:gd name="connsiteX1" fmla="*/ 5658 w 6343"/>
                  <a:gd name="connsiteY1" fmla="*/ 5578 h 6345"/>
                  <a:gd name="connsiteX2" fmla="*/ 6587 w 6343"/>
                  <a:gd name="connsiteY2" fmla="*/ 3335 h 6345"/>
                  <a:gd name="connsiteX3" fmla="*/ 5658 w 6343"/>
                  <a:gd name="connsiteY3" fmla="*/ 1091 h 6345"/>
                  <a:gd name="connsiteX4" fmla="*/ 3415 w 6343"/>
                  <a:gd name="connsiteY4" fmla="*/ 162 h 6345"/>
                  <a:gd name="connsiteX5" fmla="*/ 1173 w 6343"/>
                  <a:gd name="connsiteY5" fmla="*/ 1091 h 6345"/>
                  <a:gd name="connsiteX6" fmla="*/ 244 w 6343"/>
                  <a:gd name="connsiteY6" fmla="*/ 3335 h 6345"/>
                  <a:gd name="connsiteX7" fmla="*/ 1173 w 6343"/>
                  <a:gd name="connsiteY7" fmla="*/ 5578 h 6345"/>
                  <a:gd name="connsiteX8" fmla="*/ 341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8"/>
                    </a:moveTo>
                    <a:cubicBezTo>
                      <a:pt x="4256" y="6508"/>
                      <a:pt x="5063" y="6173"/>
                      <a:pt x="5658" y="5578"/>
                    </a:cubicBezTo>
                    <a:cubicBezTo>
                      <a:pt x="6253" y="4983"/>
                      <a:pt x="6587" y="4176"/>
                      <a:pt x="6587" y="3335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6" y="162"/>
                      <a:pt x="3415" y="162"/>
                    </a:cubicBezTo>
                    <a:cubicBezTo>
                      <a:pt x="2574" y="162"/>
                      <a:pt x="1767" y="496"/>
                      <a:pt x="1173" y="1091"/>
                    </a:cubicBezTo>
                    <a:cubicBezTo>
                      <a:pt x="578" y="1686"/>
                      <a:pt x="244" y="2493"/>
                      <a:pt x="244" y="3335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7" y="6173"/>
                      <a:pt x="2574" y="6508"/>
                      <a:pt x="341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03" name="Freeform: Shape 13702">
                <a:extLst>
                  <a:ext uri="{FF2B5EF4-FFF2-40B4-BE49-F238E27FC236}">
                    <a16:creationId xmlns:a16="http://schemas.microsoft.com/office/drawing/2014/main" id="{28A17AF8-1490-DFCB-A087-8BB5089610D4}"/>
                  </a:ext>
                </a:extLst>
              </p:cNvPr>
              <p:cNvSpPr/>
              <p:nvPr/>
            </p:nvSpPr>
            <p:spPr>
              <a:xfrm>
                <a:off x="9500682" y="5537511"/>
                <a:ext cx="6343" cy="6345"/>
              </a:xfrm>
              <a:custGeom>
                <a:avLst/>
                <a:gdLst>
                  <a:gd name="connsiteX0" fmla="*/ 3415 w 6343"/>
                  <a:gd name="connsiteY0" fmla="*/ 6508 h 6345"/>
                  <a:gd name="connsiteX1" fmla="*/ 5658 w 6343"/>
                  <a:gd name="connsiteY1" fmla="*/ 5578 h 6345"/>
                  <a:gd name="connsiteX2" fmla="*/ 6587 w 6343"/>
                  <a:gd name="connsiteY2" fmla="*/ 3335 h 6345"/>
                  <a:gd name="connsiteX3" fmla="*/ 5658 w 6343"/>
                  <a:gd name="connsiteY3" fmla="*/ 1091 h 6345"/>
                  <a:gd name="connsiteX4" fmla="*/ 3415 w 6343"/>
                  <a:gd name="connsiteY4" fmla="*/ 162 h 6345"/>
                  <a:gd name="connsiteX5" fmla="*/ 1173 w 6343"/>
                  <a:gd name="connsiteY5" fmla="*/ 1091 h 6345"/>
                  <a:gd name="connsiteX6" fmla="*/ 244 w 6343"/>
                  <a:gd name="connsiteY6" fmla="*/ 3335 h 6345"/>
                  <a:gd name="connsiteX7" fmla="*/ 1173 w 6343"/>
                  <a:gd name="connsiteY7" fmla="*/ 5578 h 6345"/>
                  <a:gd name="connsiteX8" fmla="*/ 341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8"/>
                    </a:moveTo>
                    <a:cubicBezTo>
                      <a:pt x="4256" y="6508"/>
                      <a:pt x="5063" y="6173"/>
                      <a:pt x="5658" y="5578"/>
                    </a:cubicBezTo>
                    <a:cubicBezTo>
                      <a:pt x="6253" y="4983"/>
                      <a:pt x="6587" y="4176"/>
                      <a:pt x="6587" y="3335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6" y="162"/>
                      <a:pt x="3415" y="162"/>
                    </a:cubicBezTo>
                    <a:cubicBezTo>
                      <a:pt x="2574" y="162"/>
                      <a:pt x="1767" y="496"/>
                      <a:pt x="1173" y="1091"/>
                    </a:cubicBezTo>
                    <a:cubicBezTo>
                      <a:pt x="578" y="1686"/>
                      <a:pt x="244" y="2493"/>
                      <a:pt x="244" y="3335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7" y="6173"/>
                      <a:pt x="2574" y="6508"/>
                      <a:pt x="341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04" name="Freeform: Shape 13703">
                <a:extLst>
                  <a:ext uri="{FF2B5EF4-FFF2-40B4-BE49-F238E27FC236}">
                    <a16:creationId xmlns:a16="http://schemas.microsoft.com/office/drawing/2014/main" id="{11A80DE0-E605-5609-2A0E-3A34F392FF70}"/>
                  </a:ext>
                </a:extLst>
              </p:cNvPr>
              <p:cNvSpPr/>
              <p:nvPr/>
            </p:nvSpPr>
            <p:spPr>
              <a:xfrm>
                <a:off x="9504382" y="5616032"/>
                <a:ext cx="6343" cy="6345"/>
              </a:xfrm>
              <a:custGeom>
                <a:avLst/>
                <a:gdLst>
                  <a:gd name="connsiteX0" fmla="*/ 3416 w 6343"/>
                  <a:gd name="connsiteY0" fmla="*/ 6514 h 6345"/>
                  <a:gd name="connsiteX1" fmla="*/ 5658 w 6343"/>
                  <a:gd name="connsiteY1" fmla="*/ 5585 h 6345"/>
                  <a:gd name="connsiteX2" fmla="*/ 6587 w 6343"/>
                  <a:gd name="connsiteY2" fmla="*/ 3341 h 6345"/>
                  <a:gd name="connsiteX3" fmla="*/ 5658 w 6343"/>
                  <a:gd name="connsiteY3" fmla="*/ 1098 h 6345"/>
                  <a:gd name="connsiteX4" fmla="*/ 3416 w 6343"/>
                  <a:gd name="connsiteY4" fmla="*/ 168 h 6345"/>
                  <a:gd name="connsiteX5" fmla="*/ 1173 w 6343"/>
                  <a:gd name="connsiteY5" fmla="*/ 1098 h 6345"/>
                  <a:gd name="connsiteX6" fmla="*/ 244 w 6343"/>
                  <a:gd name="connsiteY6" fmla="*/ 3341 h 6345"/>
                  <a:gd name="connsiteX7" fmla="*/ 1173 w 6343"/>
                  <a:gd name="connsiteY7" fmla="*/ 5585 h 6345"/>
                  <a:gd name="connsiteX8" fmla="*/ 3416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14"/>
                    </a:moveTo>
                    <a:cubicBezTo>
                      <a:pt x="4257" y="6514"/>
                      <a:pt x="5063" y="6179"/>
                      <a:pt x="5658" y="5585"/>
                    </a:cubicBezTo>
                    <a:cubicBezTo>
                      <a:pt x="6253" y="4990"/>
                      <a:pt x="6587" y="4182"/>
                      <a:pt x="6587" y="3341"/>
                    </a:cubicBezTo>
                    <a:cubicBezTo>
                      <a:pt x="6587" y="2500"/>
                      <a:pt x="6253" y="1693"/>
                      <a:pt x="5658" y="1098"/>
                    </a:cubicBezTo>
                    <a:cubicBezTo>
                      <a:pt x="5063" y="503"/>
                      <a:pt x="4257" y="168"/>
                      <a:pt x="3416" y="168"/>
                    </a:cubicBezTo>
                    <a:cubicBezTo>
                      <a:pt x="2574" y="168"/>
                      <a:pt x="1768" y="503"/>
                      <a:pt x="1173" y="1098"/>
                    </a:cubicBezTo>
                    <a:cubicBezTo>
                      <a:pt x="578" y="1693"/>
                      <a:pt x="244" y="2500"/>
                      <a:pt x="244" y="3341"/>
                    </a:cubicBezTo>
                    <a:cubicBezTo>
                      <a:pt x="244" y="4182"/>
                      <a:pt x="578" y="4990"/>
                      <a:pt x="1173" y="5585"/>
                    </a:cubicBezTo>
                    <a:cubicBezTo>
                      <a:pt x="1768" y="6179"/>
                      <a:pt x="2574" y="6514"/>
                      <a:pt x="3416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05" name="Freeform: Shape 13704">
                <a:extLst>
                  <a:ext uri="{FF2B5EF4-FFF2-40B4-BE49-F238E27FC236}">
                    <a16:creationId xmlns:a16="http://schemas.microsoft.com/office/drawing/2014/main" id="{8CF69645-DB1B-DA6C-ED5C-C4C6E23404DE}"/>
                  </a:ext>
                </a:extLst>
              </p:cNvPr>
              <p:cNvSpPr/>
              <p:nvPr/>
            </p:nvSpPr>
            <p:spPr>
              <a:xfrm>
                <a:off x="9478711" y="5535260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5 h 6345"/>
                  <a:gd name="connsiteX3" fmla="*/ 5656 w 6343"/>
                  <a:gd name="connsiteY3" fmla="*/ 1091 h 6345"/>
                  <a:gd name="connsiteX4" fmla="*/ 3414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5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5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5" y="162"/>
                      <a:pt x="3414" y="162"/>
                    </a:cubicBezTo>
                    <a:cubicBezTo>
                      <a:pt x="2572" y="162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5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2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06" name="Freeform: Shape 13705">
                <a:extLst>
                  <a:ext uri="{FF2B5EF4-FFF2-40B4-BE49-F238E27FC236}">
                    <a16:creationId xmlns:a16="http://schemas.microsoft.com/office/drawing/2014/main" id="{4D084990-A996-6840-649D-F04208550996}"/>
                  </a:ext>
                </a:extLst>
              </p:cNvPr>
              <p:cNvSpPr/>
              <p:nvPr/>
            </p:nvSpPr>
            <p:spPr>
              <a:xfrm>
                <a:off x="9477255" y="5535650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5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5 h 6345"/>
                  <a:gd name="connsiteX7" fmla="*/ 1171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5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5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5" y="162"/>
                      <a:pt x="3413" y="162"/>
                    </a:cubicBezTo>
                    <a:cubicBezTo>
                      <a:pt x="2572" y="162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5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07" name="Freeform: Shape 13706">
                <a:extLst>
                  <a:ext uri="{FF2B5EF4-FFF2-40B4-BE49-F238E27FC236}">
                    <a16:creationId xmlns:a16="http://schemas.microsoft.com/office/drawing/2014/main" id="{530F595C-8813-7641-908F-C8FE63DD8E9D}"/>
                  </a:ext>
                </a:extLst>
              </p:cNvPr>
              <p:cNvSpPr/>
              <p:nvPr/>
            </p:nvSpPr>
            <p:spPr>
              <a:xfrm>
                <a:off x="9475883" y="5536706"/>
                <a:ext cx="6343" cy="6345"/>
              </a:xfrm>
              <a:custGeom>
                <a:avLst/>
                <a:gdLst>
                  <a:gd name="connsiteX0" fmla="*/ 3413 w 6343"/>
                  <a:gd name="connsiteY0" fmla="*/ 6508 h 6345"/>
                  <a:gd name="connsiteX1" fmla="*/ 5656 w 6343"/>
                  <a:gd name="connsiteY1" fmla="*/ 5578 h 6345"/>
                  <a:gd name="connsiteX2" fmla="*/ 6585 w 6343"/>
                  <a:gd name="connsiteY2" fmla="*/ 3335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5 h 6345"/>
                  <a:gd name="connsiteX7" fmla="*/ 1171 w 6343"/>
                  <a:gd name="connsiteY7" fmla="*/ 5578 h 6345"/>
                  <a:gd name="connsiteX8" fmla="*/ 341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8"/>
                    </a:moveTo>
                    <a:cubicBezTo>
                      <a:pt x="4254" y="6508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5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1" y="1091"/>
                    </a:cubicBezTo>
                    <a:cubicBezTo>
                      <a:pt x="576" y="1686"/>
                      <a:pt x="242" y="2493"/>
                      <a:pt x="242" y="3335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5" y="6173"/>
                      <a:pt x="2572" y="6508"/>
                      <a:pt x="341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08" name="Freeform: Shape 13707">
                <a:extLst>
                  <a:ext uri="{FF2B5EF4-FFF2-40B4-BE49-F238E27FC236}">
                    <a16:creationId xmlns:a16="http://schemas.microsoft.com/office/drawing/2014/main" id="{202EB4A9-5181-66A6-46A1-30FE83E13818}"/>
                  </a:ext>
                </a:extLst>
              </p:cNvPr>
              <p:cNvSpPr/>
              <p:nvPr/>
            </p:nvSpPr>
            <p:spPr>
              <a:xfrm>
                <a:off x="9474379" y="5536772"/>
                <a:ext cx="6343" cy="6345"/>
              </a:xfrm>
              <a:custGeom>
                <a:avLst/>
                <a:gdLst>
                  <a:gd name="connsiteX0" fmla="*/ 3413 w 6343"/>
                  <a:gd name="connsiteY0" fmla="*/ 6508 h 6345"/>
                  <a:gd name="connsiteX1" fmla="*/ 5656 w 6343"/>
                  <a:gd name="connsiteY1" fmla="*/ 5578 h 6345"/>
                  <a:gd name="connsiteX2" fmla="*/ 6585 w 6343"/>
                  <a:gd name="connsiteY2" fmla="*/ 3335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5 h 6345"/>
                  <a:gd name="connsiteX7" fmla="*/ 1171 w 6343"/>
                  <a:gd name="connsiteY7" fmla="*/ 5578 h 6345"/>
                  <a:gd name="connsiteX8" fmla="*/ 341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8"/>
                    </a:moveTo>
                    <a:cubicBezTo>
                      <a:pt x="4254" y="6508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5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1" y="1091"/>
                    </a:cubicBezTo>
                    <a:cubicBezTo>
                      <a:pt x="576" y="1686"/>
                      <a:pt x="242" y="2493"/>
                      <a:pt x="242" y="3335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5" y="6173"/>
                      <a:pt x="2572" y="6508"/>
                      <a:pt x="341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09" name="Freeform: Shape 13708">
                <a:extLst>
                  <a:ext uri="{FF2B5EF4-FFF2-40B4-BE49-F238E27FC236}">
                    <a16:creationId xmlns:a16="http://schemas.microsoft.com/office/drawing/2014/main" id="{1A74DA2D-CA31-4EA8-E5CF-AFBEAC3AD582}"/>
                  </a:ext>
                </a:extLst>
              </p:cNvPr>
              <p:cNvSpPr/>
              <p:nvPr/>
            </p:nvSpPr>
            <p:spPr>
              <a:xfrm>
                <a:off x="9472839" y="5536521"/>
                <a:ext cx="6343" cy="6345"/>
              </a:xfrm>
              <a:custGeom>
                <a:avLst/>
                <a:gdLst>
                  <a:gd name="connsiteX0" fmla="*/ 3413 w 6343"/>
                  <a:gd name="connsiteY0" fmla="*/ 6508 h 6345"/>
                  <a:gd name="connsiteX1" fmla="*/ 5656 w 6343"/>
                  <a:gd name="connsiteY1" fmla="*/ 5578 h 6345"/>
                  <a:gd name="connsiteX2" fmla="*/ 6585 w 6343"/>
                  <a:gd name="connsiteY2" fmla="*/ 3335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0 w 6343"/>
                  <a:gd name="connsiteY5" fmla="*/ 1091 h 6345"/>
                  <a:gd name="connsiteX6" fmla="*/ 242 w 6343"/>
                  <a:gd name="connsiteY6" fmla="*/ 3335 h 6345"/>
                  <a:gd name="connsiteX7" fmla="*/ 1170 w 6343"/>
                  <a:gd name="connsiteY7" fmla="*/ 5578 h 6345"/>
                  <a:gd name="connsiteX8" fmla="*/ 341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8"/>
                    </a:moveTo>
                    <a:cubicBezTo>
                      <a:pt x="4254" y="6508"/>
                      <a:pt x="5061" y="6173"/>
                      <a:pt x="5656" y="5578"/>
                    </a:cubicBezTo>
                    <a:cubicBezTo>
                      <a:pt x="6250" y="4983"/>
                      <a:pt x="6585" y="4176"/>
                      <a:pt x="6585" y="3335"/>
                    </a:cubicBezTo>
                    <a:cubicBezTo>
                      <a:pt x="6585" y="2493"/>
                      <a:pt x="6250" y="1686"/>
                      <a:pt x="5656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0" y="1091"/>
                    </a:cubicBezTo>
                    <a:cubicBezTo>
                      <a:pt x="576" y="1686"/>
                      <a:pt x="242" y="2493"/>
                      <a:pt x="242" y="3335"/>
                    </a:cubicBezTo>
                    <a:cubicBezTo>
                      <a:pt x="242" y="4176"/>
                      <a:pt x="576" y="4983"/>
                      <a:pt x="1170" y="5578"/>
                    </a:cubicBezTo>
                    <a:cubicBezTo>
                      <a:pt x="1765" y="6173"/>
                      <a:pt x="2572" y="6508"/>
                      <a:pt x="341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10" name="Freeform: Shape 13709">
                <a:extLst>
                  <a:ext uri="{FF2B5EF4-FFF2-40B4-BE49-F238E27FC236}">
                    <a16:creationId xmlns:a16="http://schemas.microsoft.com/office/drawing/2014/main" id="{4264C992-0D76-5E27-1028-FA094AFBF3B1}"/>
                  </a:ext>
                </a:extLst>
              </p:cNvPr>
              <p:cNvSpPr/>
              <p:nvPr/>
            </p:nvSpPr>
            <p:spPr>
              <a:xfrm>
                <a:off x="9471317" y="5536384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5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5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0" y="4983"/>
                      <a:pt x="6585" y="4176"/>
                      <a:pt x="6585" y="3335"/>
                    </a:cubicBezTo>
                    <a:cubicBezTo>
                      <a:pt x="6585" y="2493"/>
                      <a:pt x="6250" y="1686"/>
                      <a:pt x="5656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0" y="1091"/>
                    </a:cubicBezTo>
                    <a:cubicBezTo>
                      <a:pt x="576" y="1686"/>
                      <a:pt x="241" y="2493"/>
                      <a:pt x="241" y="3335"/>
                    </a:cubicBezTo>
                    <a:cubicBezTo>
                      <a:pt x="241" y="4176"/>
                      <a:pt x="576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11" name="Freeform: Shape 13710">
                <a:extLst>
                  <a:ext uri="{FF2B5EF4-FFF2-40B4-BE49-F238E27FC236}">
                    <a16:creationId xmlns:a16="http://schemas.microsoft.com/office/drawing/2014/main" id="{BD3F8321-2F5F-1AF9-A760-2CE74425D7A9}"/>
                  </a:ext>
                </a:extLst>
              </p:cNvPr>
              <p:cNvSpPr/>
              <p:nvPr/>
            </p:nvSpPr>
            <p:spPr>
              <a:xfrm>
                <a:off x="9469804" y="5536299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5 h 6345"/>
                  <a:gd name="connsiteX3" fmla="*/ 5655 w 6343"/>
                  <a:gd name="connsiteY3" fmla="*/ 1091 h 6345"/>
                  <a:gd name="connsiteX4" fmla="*/ 3413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5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5" y="5578"/>
                    </a:cubicBezTo>
                    <a:cubicBezTo>
                      <a:pt x="6250" y="4983"/>
                      <a:pt x="6584" y="4176"/>
                      <a:pt x="6584" y="3335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5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12" name="Freeform: Shape 13711">
                <a:extLst>
                  <a:ext uri="{FF2B5EF4-FFF2-40B4-BE49-F238E27FC236}">
                    <a16:creationId xmlns:a16="http://schemas.microsoft.com/office/drawing/2014/main" id="{94369CF4-57AE-AF68-346F-33EAC734A959}"/>
                  </a:ext>
                </a:extLst>
              </p:cNvPr>
              <p:cNvSpPr/>
              <p:nvPr/>
            </p:nvSpPr>
            <p:spPr>
              <a:xfrm>
                <a:off x="9468299" y="5536266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5 h 6345"/>
                  <a:gd name="connsiteX3" fmla="*/ 5655 w 6343"/>
                  <a:gd name="connsiteY3" fmla="*/ 1091 h 6345"/>
                  <a:gd name="connsiteX4" fmla="*/ 3413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5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5" y="5578"/>
                    </a:cubicBezTo>
                    <a:cubicBezTo>
                      <a:pt x="6250" y="4983"/>
                      <a:pt x="6584" y="4176"/>
                      <a:pt x="6584" y="3335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5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13" name="Freeform: Shape 13712">
                <a:extLst>
                  <a:ext uri="{FF2B5EF4-FFF2-40B4-BE49-F238E27FC236}">
                    <a16:creationId xmlns:a16="http://schemas.microsoft.com/office/drawing/2014/main" id="{A3F80B60-3A5C-AE2D-8E5A-5EBF8B6C54D1}"/>
                  </a:ext>
                </a:extLst>
              </p:cNvPr>
              <p:cNvSpPr/>
              <p:nvPr/>
            </p:nvSpPr>
            <p:spPr>
              <a:xfrm>
                <a:off x="9466835" y="5536654"/>
                <a:ext cx="6343" cy="6345"/>
              </a:xfrm>
              <a:custGeom>
                <a:avLst/>
                <a:gdLst>
                  <a:gd name="connsiteX0" fmla="*/ 3413 w 6343"/>
                  <a:gd name="connsiteY0" fmla="*/ 6508 h 6345"/>
                  <a:gd name="connsiteX1" fmla="*/ 5655 w 6343"/>
                  <a:gd name="connsiteY1" fmla="*/ 5578 h 6345"/>
                  <a:gd name="connsiteX2" fmla="*/ 6584 w 6343"/>
                  <a:gd name="connsiteY2" fmla="*/ 3335 h 6345"/>
                  <a:gd name="connsiteX3" fmla="*/ 5655 w 6343"/>
                  <a:gd name="connsiteY3" fmla="*/ 1091 h 6345"/>
                  <a:gd name="connsiteX4" fmla="*/ 3413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5 h 6345"/>
                  <a:gd name="connsiteX7" fmla="*/ 1170 w 6343"/>
                  <a:gd name="connsiteY7" fmla="*/ 5578 h 6345"/>
                  <a:gd name="connsiteX8" fmla="*/ 341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8"/>
                    </a:moveTo>
                    <a:cubicBezTo>
                      <a:pt x="4254" y="6508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5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4" y="162"/>
                      <a:pt x="3413" y="162"/>
                    </a:cubicBezTo>
                    <a:cubicBezTo>
                      <a:pt x="2571" y="162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5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3"/>
                      <a:pt x="2571" y="6508"/>
                      <a:pt x="341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14" name="Freeform: Shape 13713">
                <a:extLst>
                  <a:ext uri="{FF2B5EF4-FFF2-40B4-BE49-F238E27FC236}">
                    <a16:creationId xmlns:a16="http://schemas.microsoft.com/office/drawing/2014/main" id="{8D0E73D3-A65F-DA24-3E15-BB96DEF9C7C9}"/>
                  </a:ext>
                </a:extLst>
              </p:cNvPr>
              <p:cNvSpPr/>
              <p:nvPr/>
            </p:nvSpPr>
            <p:spPr>
              <a:xfrm>
                <a:off x="9465405" y="5537466"/>
                <a:ext cx="6343" cy="6345"/>
              </a:xfrm>
              <a:custGeom>
                <a:avLst/>
                <a:gdLst>
                  <a:gd name="connsiteX0" fmla="*/ 3412 w 6343"/>
                  <a:gd name="connsiteY0" fmla="*/ 6508 h 6345"/>
                  <a:gd name="connsiteX1" fmla="*/ 5655 w 6343"/>
                  <a:gd name="connsiteY1" fmla="*/ 5578 h 6345"/>
                  <a:gd name="connsiteX2" fmla="*/ 6584 w 6343"/>
                  <a:gd name="connsiteY2" fmla="*/ 3335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5 h 6345"/>
                  <a:gd name="connsiteX7" fmla="*/ 1170 w 6343"/>
                  <a:gd name="connsiteY7" fmla="*/ 5578 h 6345"/>
                  <a:gd name="connsiteX8" fmla="*/ 341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8"/>
                    </a:moveTo>
                    <a:cubicBezTo>
                      <a:pt x="4254" y="6508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5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4" y="162"/>
                      <a:pt x="3412" y="162"/>
                    </a:cubicBezTo>
                    <a:cubicBezTo>
                      <a:pt x="2571" y="162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5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3"/>
                      <a:pt x="2571" y="6508"/>
                      <a:pt x="341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15" name="Freeform: Shape 13714">
                <a:extLst>
                  <a:ext uri="{FF2B5EF4-FFF2-40B4-BE49-F238E27FC236}">
                    <a16:creationId xmlns:a16="http://schemas.microsoft.com/office/drawing/2014/main" id="{DC8FBFBD-6845-CCBC-4AAE-AD6EC5C286E1}"/>
                  </a:ext>
                </a:extLst>
              </p:cNvPr>
              <p:cNvSpPr/>
              <p:nvPr/>
            </p:nvSpPr>
            <p:spPr>
              <a:xfrm>
                <a:off x="9463921" y="5537713"/>
                <a:ext cx="6343" cy="6345"/>
              </a:xfrm>
              <a:custGeom>
                <a:avLst/>
                <a:gdLst>
                  <a:gd name="connsiteX0" fmla="*/ 3412 w 6343"/>
                  <a:gd name="connsiteY0" fmla="*/ 6508 h 6345"/>
                  <a:gd name="connsiteX1" fmla="*/ 5655 w 6343"/>
                  <a:gd name="connsiteY1" fmla="*/ 5578 h 6345"/>
                  <a:gd name="connsiteX2" fmla="*/ 6584 w 6343"/>
                  <a:gd name="connsiteY2" fmla="*/ 3335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5 h 6345"/>
                  <a:gd name="connsiteX7" fmla="*/ 1170 w 6343"/>
                  <a:gd name="connsiteY7" fmla="*/ 5578 h 6345"/>
                  <a:gd name="connsiteX8" fmla="*/ 341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8"/>
                    </a:moveTo>
                    <a:cubicBezTo>
                      <a:pt x="4253" y="6508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5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70" y="1091"/>
                    </a:cubicBezTo>
                    <a:cubicBezTo>
                      <a:pt x="575" y="1686"/>
                      <a:pt x="241" y="2493"/>
                      <a:pt x="241" y="3335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4" y="6173"/>
                      <a:pt x="2571" y="6508"/>
                      <a:pt x="341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16" name="Freeform: Shape 13715">
                <a:extLst>
                  <a:ext uri="{FF2B5EF4-FFF2-40B4-BE49-F238E27FC236}">
                    <a16:creationId xmlns:a16="http://schemas.microsoft.com/office/drawing/2014/main" id="{200D5D6D-73F1-D8C4-5C0F-9E73FF8B4A6B}"/>
                  </a:ext>
                </a:extLst>
              </p:cNvPr>
              <p:cNvSpPr/>
              <p:nvPr/>
            </p:nvSpPr>
            <p:spPr>
              <a:xfrm>
                <a:off x="9462440" y="5538014"/>
                <a:ext cx="6343" cy="6345"/>
              </a:xfrm>
              <a:custGeom>
                <a:avLst/>
                <a:gdLst>
                  <a:gd name="connsiteX0" fmla="*/ 3412 w 6343"/>
                  <a:gd name="connsiteY0" fmla="*/ 6508 h 6345"/>
                  <a:gd name="connsiteX1" fmla="*/ 5655 w 6343"/>
                  <a:gd name="connsiteY1" fmla="*/ 5578 h 6345"/>
                  <a:gd name="connsiteX2" fmla="*/ 6584 w 6343"/>
                  <a:gd name="connsiteY2" fmla="*/ 3335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5 h 6345"/>
                  <a:gd name="connsiteX7" fmla="*/ 1170 w 6343"/>
                  <a:gd name="connsiteY7" fmla="*/ 5578 h 6345"/>
                  <a:gd name="connsiteX8" fmla="*/ 341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8"/>
                    </a:moveTo>
                    <a:cubicBezTo>
                      <a:pt x="4253" y="6508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5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7"/>
                      <a:pt x="4253" y="162"/>
                      <a:pt x="3412" y="162"/>
                    </a:cubicBezTo>
                    <a:cubicBezTo>
                      <a:pt x="2571" y="162"/>
                      <a:pt x="1764" y="497"/>
                      <a:pt x="1170" y="1091"/>
                    </a:cubicBezTo>
                    <a:cubicBezTo>
                      <a:pt x="575" y="1686"/>
                      <a:pt x="241" y="2493"/>
                      <a:pt x="241" y="3335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4" y="6173"/>
                      <a:pt x="2571" y="6508"/>
                      <a:pt x="341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17" name="Freeform: Shape 13716">
                <a:extLst>
                  <a:ext uri="{FF2B5EF4-FFF2-40B4-BE49-F238E27FC236}">
                    <a16:creationId xmlns:a16="http://schemas.microsoft.com/office/drawing/2014/main" id="{686C3747-94AF-1285-7416-2EBAA1DF713B}"/>
                  </a:ext>
                </a:extLst>
              </p:cNvPr>
              <p:cNvSpPr/>
              <p:nvPr/>
            </p:nvSpPr>
            <p:spPr>
              <a:xfrm>
                <a:off x="9460934" y="5537997"/>
                <a:ext cx="6343" cy="6345"/>
              </a:xfrm>
              <a:custGeom>
                <a:avLst/>
                <a:gdLst>
                  <a:gd name="connsiteX0" fmla="*/ 3412 w 6343"/>
                  <a:gd name="connsiteY0" fmla="*/ 6508 h 6345"/>
                  <a:gd name="connsiteX1" fmla="*/ 5655 w 6343"/>
                  <a:gd name="connsiteY1" fmla="*/ 5578 h 6345"/>
                  <a:gd name="connsiteX2" fmla="*/ 6584 w 6343"/>
                  <a:gd name="connsiteY2" fmla="*/ 3335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1 w 6343"/>
                  <a:gd name="connsiteY6" fmla="*/ 3335 h 6345"/>
                  <a:gd name="connsiteX7" fmla="*/ 1169 w 6343"/>
                  <a:gd name="connsiteY7" fmla="*/ 5578 h 6345"/>
                  <a:gd name="connsiteX8" fmla="*/ 341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8"/>
                    </a:moveTo>
                    <a:cubicBezTo>
                      <a:pt x="4253" y="6508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5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7"/>
                      <a:pt x="4253" y="162"/>
                      <a:pt x="3412" y="162"/>
                    </a:cubicBezTo>
                    <a:cubicBezTo>
                      <a:pt x="2571" y="162"/>
                      <a:pt x="1764" y="497"/>
                      <a:pt x="1169" y="1091"/>
                    </a:cubicBezTo>
                    <a:cubicBezTo>
                      <a:pt x="575" y="1686"/>
                      <a:pt x="241" y="2493"/>
                      <a:pt x="241" y="3335"/>
                    </a:cubicBezTo>
                    <a:cubicBezTo>
                      <a:pt x="241" y="4176"/>
                      <a:pt x="575" y="4983"/>
                      <a:pt x="1169" y="5578"/>
                    </a:cubicBezTo>
                    <a:cubicBezTo>
                      <a:pt x="1764" y="6173"/>
                      <a:pt x="2571" y="6508"/>
                      <a:pt x="341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18" name="Freeform: Shape 13717">
                <a:extLst>
                  <a:ext uri="{FF2B5EF4-FFF2-40B4-BE49-F238E27FC236}">
                    <a16:creationId xmlns:a16="http://schemas.microsoft.com/office/drawing/2014/main" id="{C3AE170C-BF3E-D456-8D55-8F5721DB067C}"/>
                  </a:ext>
                </a:extLst>
              </p:cNvPr>
              <p:cNvSpPr/>
              <p:nvPr/>
            </p:nvSpPr>
            <p:spPr>
              <a:xfrm>
                <a:off x="9459449" y="5538279"/>
                <a:ext cx="6343" cy="6345"/>
              </a:xfrm>
              <a:custGeom>
                <a:avLst/>
                <a:gdLst>
                  <a:gd name="connsiteX0" fmla="*/ 3412 w 6343"/>
                  <a:gd name="connsiteY0" fmla="*/ 6508 h 6345"/>
                  <a:gd name="connsiteX1" fmla="*/ 5655 w 6343"/>
                  <a:gd name="connsiteY1" fmla="*/ 5578 h 6345"/>
                  <a:gd name="connsiteX2" fmla="*/ 6584 w 6343"/>
                  <a:gd name="connsiteY2" fmla="*/ 3335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5 h 6345"/>
                  <a:gd name="connsiteX7" fmla="*/ 1169 w 6343"/>
                  <a:gd name="connsiteY7" fmla="*/ 5578 h 6345"/>
                  <a:gd name="connsiteX8" fmla="*/ 341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8"/>
                    </a:moveTo>
                    <a:cubicBezTo>
                      <a:pt x="4253" y="6508"/>
                      <a:pt x="5060" y="6173"/>
                      <a:pt x="5655" y="5578"/>
                    </a:cubicBezTo>
                    <a:cubicBezTo>
                      <a:pt x="6249" y="4983"/>
                      <a:pt x="6584" y="4176"/>
                      <a:pt x="6584" y="3335"/>
                    </a:cubicBezTo>
                    <a:cubicBezTo>
                      <a:pt x="6584" y="2494"/>
                      <a:pt x="6249" y="1686"/>
                      <a:pt x="5655" y="1091"/>
                    </a:cubicBezTo>
                    <a:cubicBezTo>
                      <a:pt x="5060" y="497"/>
                      <a:pt x="4253" y="162"/>
                      <a:pt x="3412" y="162"/>
                    </a:cubicBezTo>
                    <a:cubicBezTo>
                      <a:pt x="2571" y="162"/>
                      <a:pt x="1764" y="497"/>
                      <a:pt x="1169" y="1091"/>
                    </a:cubicBezTo>
                    <a:cubicBezTo>
                      <a:pt x="575" y="1686"/>
                      <a:pt x="240" y="2494"/>
                      <a:pt x="240" y="3335"/>
                    </a:cubicBezTo>
                    <a:cubicBezTo>
                      <a:pt x="240" y="4176"/>
                      <a:pt x="575" y="4983"/>
                      <a:pt x="1169" y="5578"/>
                    </a:cubicBezTo>
                    <a:cubicBezTo>
                      <a:pt x="1764" y="6173"/>
                      <a:pt x="2571" y="6508"/>
                      <a:pt x="341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19" name="Freeform: Shape 13718">
                <a:extLst>
                  <a:ext uri="{FF2B5EF4-FFF2-40B4-BE49-F238E27FC236}">
                    <a16:creationId xmlns:a16="http://schemas.microsoft.com/office/drawing/2014/main" id="{427B5F70-6D13-6685-AC9B-684B2763707D}"/>
                  </a:ext>
                </a:extLst>
              </p:cNvPr>
              <p:cNvSpPr/>
              <p:nvPr/>
            </p:nvSpPr>
            <p:spPr>
              <a:xfrm>
                <a:off x="9457964" y="5538614"/>
                <a:ext cx="6343" cy="6345"/>
              </a:xfrm>
              <a:custGeom>
                <a:avLst/>
                <a:gdLst>
                  <a:gd name="connsiteX0" fmla="*/ 3412 w 6343"/>
                  <a:gd name="connsiteY0" fmla="*/ 6508 h 6345"/>
                  <a:gd name="connsiteX1" fmla="*/ 5655 w 6343"/>
                  <a:gd name="connsiteY1" fmla="*/ 5578 h 6345"/>
                  <a:gd name="connsiteX2" fmla="*/ 6583 w 6343"/>
                  <a:gd name="connsiteY2" fmla="*/ 3335 h 6345"/>
                  <a:gd name="connsiteX3" fmla="*/ 5655 w 6343"/>
                  <a:gd name="connsiteY3" fmla="*/ 1092 h 6345"/>
                  <a:gd name="connsiteX4" fmla="*/ 3412 w 6343"/>
                  <a:gd name="connsiteY4" fmla="*/ 162 h 6345"/>
                  <a:gd name="connsiteX5" fmla="*/ 1169 w 6343"/>
                  <a:gd name="connsiteY5" fmla="*/ 1092 h 6345"/>
                  <a:gd name="connsiteX6" fmla="*/ 240 w 6343"/>
                  <a:gd name="connsiteY6" fmla="*/ 3335 h 6345"/>
                  <a:gd name="connsiteX7" fmla="*/ 1169 w 6343"/>
                  <a:gd name="connsiteY7" fmla="*/ 5578 h 6345"/>
                  <a:gd name="connsiteX8" fmla="*/ 341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8"/>
                    </a:moveTo>
                    <a:cubicBezTo>
                      <a:pt x="4253" y="6508"/>
                      <a:pt x="5060" y="6173"/>
                      <a:pt x="5655" y="5578"/>
                    </a:cubicBezTo>
                    <a:cubicBezTo>
                      <a:pt x="6249" y="4983"/>
                      <a:pt x="6583" y="4176"/>
                      <a:pt x="6583" y="3335"/>
                    </a:cubicBezTo>
                    <a:cubicBezTo>
                      <a:pt x="6583" y="2494"/>
                      <a:pt x="6249" y="1686"/>
                      <a:pt x="5655" y="1092"/>
                    </a:cubicBezTo>
                    <a:cubicBezTo>
                      <a:pt x="5060" y="497"/>
                      <a:pt x="4253" y="162"/>
                      <a:pt x="3412" y="162"/>
                    </a:cubicBezTo>
                    <a:cubicBezTo>
                      <a:pt x="2571" y="162"/>
                      <a:pt x="1764" y="497"/>
                      <a:pt x="1169" y="1092"/>
                    </a:cubicBezTo>
                    <a:cubicBezTo>
                      <a:pt x="575" y="1686"/>
                      <a:pt x="240" y="2494"/>
                      <a:pt x="240" y="3335"/>
                    </a:cubicBezTo>
                    <a:cubicBezTo>
                      <a:pt x="240" y="4176"/>
                      <a:pt x="575" y="4983"/>
                      <a:pt x="1169" y="5578"/>
                    </a:cubicBezTo>
                    <a:cubicBezTo>
                      <a:pt x="1764" y="6173"/>
                      <a:pt x="2571" y="6508"/>
                      <a:pt x="341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20" name="Freeform: Shape 13719">
                <a:extLst>
                  <a:ext uri="{FF2B5EF4-FFF2-40B4-BE49-F238E27FC236}">
                    <a16:creationId xmlns:a16="http://schemas.microsoft.com/office/drawing/2014/main" id="{CC64F5E6-E361-7254-34A1-9A84434F99E7}"/>
                  </a:ext>
                </a:extLst>
              </p:cNvPr>
              <p:cNvSpPr/>
              <p:nvPr/>
            </p:nvSpPr>
            <p:spPr>
              <a:xfrm>
                <a:off x="9456439" y="5538198"/>
                <a:ext cx="6343" cy="6345"/>
              </a:xfrm>
              <a:custGeom>
                <a:avLst/>
                <a:gdLst>
                  <a:gd name="connsiteX0" fmla="*/ 3412 w 6343"/>
                  <a:gd name="connsiteY0" fmla="*/ 6508 h 6345"/>
                  <a:gd name="connsiteX1" fmla="*/ 5654 w 6343"/>
                  <a:gd name="connsiteY1" fmla="*/ 5578 h 6345"/>
                  <a:gd name="connsiteX2" fmla="*/ 6583 w 6343"/>
                  <a:gd name="connsiteY2" fmla="*/ 3335 h 6345"/>
                  <a:gd name="connsiteX3" fmla="*/ 5654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5 h 6345"/>
                  <a:gd name="connsiteX7" fmla="*/ 1169 w 6343"/>
                  <a:gd name="connsiteY7" fmla="*/ 5578 h 6345"/>
                  <a:gd name="connsiteX8" fmla="*/ 341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8"/>
                    </a:moveTo>
                    <a:cubicBezTo>
                      <a:pt x="4253" y="6508"/>
                      <a:pt x="5060" y="6173"/>
                      <a:pt x="5654" y="5578"/>
                    </a:cubicBezTo>
                    <a:cubicBezTo>
                      <a:pt x="6249" y="4983"/>
                      <a:pt x="6583" y="4176"/>
                      <a:pt x="6583" y="3335"/>
                    </a:cubicBezTo>
                    <a:cubicBezTo>
                      <a:pt x="6583" y="2494"/>
                      <a:pt x="6249" y="1686"/>
                      <a:pt x="5654" y="1091"/>
                    </a:cubicBezTo>
                    <a:cubicBezTo>
                      <a:pt x="5060" y="497"/>
                      <a:pt x="4253" y="162"/>
                      <a:pt x="3412" y="162"/>
                    </a:cubicBezTo>
                    <a:cubicBezTo>
                      <a:pt x="2571" y="162"/>
                      <a:pt x="1764" y="497"/>
                      <a:pt x="1169" y="1091"/>
                    </a:cubicBezTo>
                    <a:cubicBezTo>
                      <a:pt x="574" y="1686"/>
                      <a:pt x="240" y="2494"/>
                      <a:pt x="240" y="3335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8"/>
                      <a:pt x="341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21" name="Freeform: Shape 13720">
                <a:extLst>
                  <a:ext uri="{FF2B5EF4-FFF2-40B4-BE49-F238E27FC236}">
                    <a16:creationId xmlns:a16="http://schemas.microsoft.com/office/drawing/2014/main" id="{0C6096A5-1F73-A90E-C4DD-4D3108498DCD}"/>
                  </a:ext>
                </a:extLst>
              </p:cNvPr>
              <p:cNvSpPr/>
              <p:nvPr/>
            </p:nvSpPr>
            <p:spPr>
              <a:xfrm>
                <a:off x="9453435" y="5538143"/>
                <a:ext cx="6343" cy="6345"/>
              </a:xfrm>
              <a:custGeom>
                <a:avLst/>
                <a:gdLst>
                  <a:gd name="connsiteX0" fmla="*/ 3412 w 6343"/>
                  <a:gd name="connsiteY0" fmla="*/ 6508 h 6345"/>
                  <a:gd name="connsiteX1" fmla="*/ 5654 w 6343"/>
                  <a:gd name="connsiteY1" fmla="*/ 5578 h 6345"/>
                  <a:gd name="connsiteX2" fmla="*/ 6583 w 6343"/>
                  <a:gd name="connsiteY2" fmla="*/ 3335 h 6345"/>
                  <a:gd name="connsiteX3" fmla="*/ 5654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5 h 6345"/>
                  <a:gd name="connsiteX7" fmla="*/ 1169 w 6343"/>
                  <a:gd name="connsiteY7" fmla="*/ 5578 h 6345"/>
                  <a:gd name="connsiteX8" fmla="*/ 341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8"/>
                    </a:moveTo>
                    <a:cubicBezTo>
                      <a:pt x="4253" y="6508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5"/>
                    </a:cubicBezTo>
                    <a:cubicBezTo>
                      <a:pt x="6583" y="2494"/>
                      <a:pt x="6249" y="1686"/>
                      <a:pt x="5654" y="1091"/>
                    </a:cubicBezTo>
                    <a:cubicBezTo>
                      <a:pt x="5059" y="497"/>
                      <a:pt x="4253" y="162"/>
                      <a:pt x="3412" y="162"/>
                    </a:cubicBezTo>
                    <a:cubicBezTo>
                      <a:pt x="2570" y="162"/>
                      <a:pt x="1764" y="497"/>
                      <a:pt x="1169" y="1091"/>
                    </a:cubicBezTo>
                    <a:cubicBezTo>
                      <a:pt x="574" y="1686"/>
                      <a:pt x="240" y="2494"/>
                      <a:pt x="240" y="3335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0" y="6508"/>
                      <a:pt x="341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22" name="Freeform: Shape 13721">
                <a:extLst>
                  <a:ext uri="{FF2B5EF4-FFF2-40B4-BE49-F238E27FC236}">
                    <a16:creationId xmlns:a16="http://schemas.microsoft.com/office/drawing/2014/main" id="{B00A7C11-1845-9BA5-5194-A21D03C50456}"/>
                  </a:ext>
                </a:extLst>
              </p:cNvPr>
              <p:cNvSpPr/>
              <p:nvPr/>
            </p:nvSpPr>
            <p:spPr>
              <a:xfrm>
                <a:off x="9451940" y="5538255"/>
                <a:ext cx="6343" cy="6345"/>
              </a:xfrm>
              <a:custGeom>
                <a:avLst/>
                <a:gdLst>
                  <a:gd name="connsiteX0" fmla="*/ 3411 w 6343"/>
                  <a:gd name="connsiteY0" fmla="*/ 6508 h 6345"/>
                  <a:gd name="connsiteX1" fmla="*/ 5654 w 6343"/>
                  <a:gd name="connsiteY1" fmla="*/ 5578 h 6345"/>
                  <a:gd name="connsiteX2" fmla="*/ 6583 w 6343"/>
                  <a:gd name="connsiteY2" fmla="*/ 3335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5 h 6345"/>
                  <a:gd name="connsiteX7" fmla="*/ 1169 w 6343"/>
                  <a:gd name="connsiteY7" fmla="*/ 5578 h 6345"/>
                  <a:gd name="connsiteX8" fmla="*/ 341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8"/>
                    </a:moveTo>
                    <a:cubicBezTo>
                      <a:pt x="4253" y="6508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5"/>
                    </a:cubicBezTo>
                    <a:cubicBezTo>
                      <a:pt x="6583" y="2494"/>
                      <a:pt x="6249" y="1686"/>
                      <a:pt x="5654" y="1091"/>
                    </a:cubicBezTo>
                    <a:cubicBezTo>
                      <a:pt x="5059" y="497"/>
                      <a:pt x="4253" y="162"/>
                      <a:pt x="3411" y="162"/>
                    </a:cubicBezTo>
                    <a:cubicBezTo>
                      <a:pt x="2570" y="162"/>
                      <a:pt x="1764" y="497"/>
                      <a:pt x="1169" y="1091"/>
                    </a:cubicBezTo>
                    <a:cubicBezTo>
                      <a:pt x="574" y="1686"/>
                      <a:pt x="240" y="2494"/>
                      <a:pt x="240" y="3335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0" y="6508"/>
                      <a:pt x="341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23" name="Freeform: Shape 13722">
                <a:extLst>
                  <a:ext uri="{FF2B5EF4-FFF2-40B4-BE49-F238E27FC236}">
                    <a16:creationId xmlns:a16="http://schemas.microsoft.com/office/drawing/2014/main" id="{382B1D3F-C9D5-0BEC-1846-08F8F9E82AFF}"/>
                  </a:ext>
                </a:extLst>
              </p:cNvPr>
              <p:cNvSpPr/>
              <p:nvPr/>
            </p:nvSpPr>
            <p:spPr>
              <a:xfrm>
                <a:off x="9450463" y="5539163"/>
                <a:ext cx="6343" cy="6345"/>
              </a:xfrm>
              <a:custGeom>
                <a:avLst/>
                <a:gdLst>
                  <a:gd name="connsiteX0" fmla="*/ 3411 w 6343"/>
                  <a:gd name="connsiteY0" fmla="*/ 6508 h 6345"/>
                  <a:gd name="connsiteX1" fmla="*/ 5654 w 6343"/>
                  <a:gd name="connsiteY1" fmla="*/ 5578 h 6345"/>
                  <a:gd name="connsiteX2" fmla="*/ 6583 w 6343"/>
                  <a:gd name="connsiteY2" fmla="*/ 3335 h 6345"/>
                  <a:gd name="connsiteX3" fmla="*/ 5654 w 6343"/>
                  <a:gd name="connsiteY3" fmla="*/ 1092 h 6345"/>
                  <a:gd name="connsiteX4" fmla="*/ 3411 w 6343"/>
                  <a:gd name="connsiteY4" fmla="*/ 162 h 6345"/>
                  <a:gd name="connsiteX5" fmla="*/ 1169 w 6343"/>
                  <a:gd name="connsiteY5" fmla="*/ 1092 h 6345"/>
                  <a:gd name="connsiteX6" fmla="*/ 240 w 6343"/>
                  <a:gd name="connsiteY6" fmla="*/ 3335 h 6345"/>
                  <a:gd name="connsiteX7" fmla="*/ 1169 w 6343"/>
                  <a:gd name="connsiteY7" fmla="*/ 5578 h 6345"/>
                  <a:gd name="connsiteX8" fmla="*/ 341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8"/>
                    </a:moveTo>
                    <a:cubicBezTo>
                      <a:pt x="4252" y="6508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5"/>
                    </a:cubicBezTo>
                    <a:cubicBezTo>
                      <a:pt x="6583" y="2494"/>
                      <a:pt x="6249" y="1687"/>
                      <a:pt x="5654" y="1092"/>
                    </a:cubicBezTo>
                    <a:cubicBezTo>
                      <a:pt x="5059" y="497"/>
                      <a:pt x="4252" y="162"/>
                      <a:pt x="3411" y="162"/>
                    </a:cubicBezTo>
                    <a:cubicBezTo>
                      <a:pt x="2570" y="162"/>
                      <a:pt x="1763" y="497"/>
                      <a:pt x="1169" y="1092"/>
                    </a:cubicBezTo>
                    <a:cubicBezTo>
                      <a:pt x="574" y="1687"/>
                      <a:pt x="240" y="2494"/>
                      <a:pt x="240" y="3335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3" y="6173"/>
                      <a:pt x="2570" y="6508"/>
                      <a:pt x="341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24" name="Freeform: Shape 13723">
                <a:extLst>
                  <a:ext uri="{FF2B5EF4-FFF2-40B4-BE49-F238E27FC236}">
                    <a16:creationId xmlns:a16="http://schemas.microsoft.com/office/drawing/2014/main" id="{8513F164-536D-A2BD-6FEF-A3246EDD7AFF}"/>
                  </a:ext>
                </a:extLst>
              </p:cNvPr>
              <p:cNvSpPr/>
              <p:nvPr/>
            </p:nvSpPr>
            <p:spPr>
              <a:xfrm>
                <a:off x="9448963" y="5539443"/>
                <a:ext cx="6343" cy="6345"/>
              </a:xfrm>
              <a:custGeom>
                <a:avLst/>
                <a:gdLst>
                  <a:gd name="connsiteX0" fmla="*/ 3411 w 6343"/>
                  <a:gd name="connsiteY0" fmla="*/ 6508 h 6345"/>
                  <a:gd name="connsiteX1" fmla="*/ 5654 w 6343"/>
                  <a:gd name="connsiteY1" fmla="*/ 5578 h 6345"/>
                  <a:gd name="connsiteX2" fmla="*/ 6583 w 6343"/>
                  <a:gd name="connsiteY2" fmla="*/ 3335 h 6345"/>
                  <a:gd name="connsiteX3" fmla="*/ 5654 w 6343"/>
                  <a:gd name="connsiteY3" fmla="*/ 1092 h 6345"/>
                  <a:gd name="connsiteX4" fmla="*/ 3411 w 6343"/>
                  <a:gd name="connsiteY4" fmla="*/ 162 h 6345"/>
                  <a:gd name="connsiteX5" fmla="*/ 1169 w 6343"/>
                  <a:gd name="connsiteY5" fmla="*/ 1092 h 6345"/>
                  <a:gd name="connsiteX6" fmla="*/ 240 w 6343"/>
                  <a:gd name="connsiteY6" fmla="*/ 3335 h 6345"/>
                  <a:gd name="connsiteX7" fmla="*/ 1169 w 6343"/>
                  <a:gd name="connsiteY7" fmla="*/ 5578 h 6345"/>
                  <a:gd name="connsiteX8" fmla="*/ 341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8"/>
                    </a:moveTo>
                    <a:cubicBezTo>
                      <a:pt x="4252" y="6508"/>
                      <a:pt x="5059" y="6173"/>
                      <a:pt x="5654" y="5578"/>
                    </a:cubicBezTo>
                    <a:cubicBezTo>
                      <a:pt x="6249" y="4984"/>
                      <a:pt x="6583" y="4176"/>
                      <a:pt x="6583" y="3335"/>
                    </a:cubicBezTo>
                    <a:cubicBezTo>
                      <a:pt x="6583" y="2494"/>
                      <a:pt x="6249" y="1687"/>
                      <a:pt x="5654" y="1092"/>
                    </a:cubicBezTo>
                    <a:cubicBezTo>
                      <a:pt x="5059" y="497"/>
                      <a:pt x="4252" y="162"/>
                      <a:pt x="3411" y="162"/>
                    </a:cubicBezTo>
                    <a:cubicBezTo>
                      <a:pt x="2570" y="162"/>
                      <a:pt x="1763" y="497"/>
                      <a:pt x="1169" y="1092"/>
                    </a:cubicBezTo>
                    <a:cubicBezTo>
                      <a:pt x="574" y="1687"/>
                      <a:pt x="240" y="2494"/>
                      <a:pt x="240" y="3335"/>
                    </a:cubicBezTo>
                    <a:cubicBezTo>
                      <a:pt x="240" y="4176"/>
                      <a:pt x="574" y="4984"/>
                      <a:pt x="1169" y="5578"/>
                    </a:cubicBezTo>
                    <a:cubicBezTo>
                      <a:pt x="1763" y="6173"/>
                      <a:pt x="2570" y="6508"/>
                      <a:pt x="341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25" name="Freeform: Shape 13724">
                <a:extLst>
                  <a:ext uri="{FF2B5EF4-FFF2-40B4-BE49-F238E27FC236}">
                    <a16:creationId xmlns:a16="http://schemas.microsoft.com/office/drawing/2014/main" id="{83119748-670E-7E44-1D50-F5C486B153AB}"/>
                  </a:ext>
                </a:extLst>
              </p:cNvPr>
              <p:cNvSpPr/>
              <p:nvPr/>
            </p:nvSpPr>
            <p:spPr>
              <a:xfrm>
                <a:off x="9447515" y="5544106"/>
                <a:ext cx="6343" cy="6345"/>
              </a:xfrm>
              <a:custGeom>
                <a:avLst/>
                <a:gdLst>
                  <a:gd name="connsiteX0" fmla="*/ 3411 w 6343"/>
                  <a:gd name="connsiteY0" fmla="*/ 6508 h 6345"/>
                  <a:gd name="connsiteX1" fmla="*/ 5654 w 6343"/>
                  <a:gd name="connsiteY1" fmla="*/ 5579 h 6345"/>
                  <a:gd name="connsiteX2" fmla="*/ 6583 w 6343"/>
                  <a:gd name="connsiteY2" fmla="*/ 3335 h 6345"/>
                  <a:gd name="connsiteX3" fmla="*/ 5654 w 6343"/>
                  <a:gd name="connsiteY3" fmla="*/ 1092 h 6345"/>
                  <a:gd name="connsiteX4" fmla="*/ 3411 w 6343"/>
                  <a:gd name="connsiteY4" fmla="*/ 163 h 6345"/>
                  <a:gd name="connsiteX5" fmla="*/ 1168 w 6343"/>
                  <a:gd name="connsiteY5" fmla="*/ 1092 h 6345"/>
                  <a:gd name="connsiteX6" fmla="*/ 240 w 6343"/>
                  <a:gd name="connsiteY6" fmla="*/ 3335 h 6345"/>
                  <a:gd name="connsiteX7" fmla="*/ 1168 w 6343"/>
                  <a:gd name="connsiteY7" fmla="*/ 5579 h 6345"/>
                  <a:gd name="connsiteX8" fmla="*/ 341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8"/>
                    </a:moveTo>
                    <a:cubicBezTo>
                      <a:pt x="4252" y="6508"/>
                      <a:pt x="5059" y="6174"/>
                      <a:pt x="5654" y="5579"/>
                    </a:cubicBezTo>
                    <a:cubicBezTo>
                      <a:pt x="6248" y="4984"/>
                      <a:pt x="6583" y="4177"/>
                      <a:pt x="6583" y="3335"/>
                    </a:cubicBezTo>
                    <a:cubicBezTo>
                      <a:pt x="6583" y="2494"/>
                      <a:pt x="6248" y="1687"/>
                      <a:pt x="5654" y="1092"/>
                    </a:cubicBezTo>
                    <a:cubicBezTo>
                      <a:pt x="5059" y="497"/>
                      <a:pt x="4252" y="163"/>
                      <a:pt x="3411" y="163"/>
                    </a:cubicBezTo>
                    <a:cubicBezTo>
                      <a:pt x="2570" y="163"/>
                      <a:pt x="1763" y="497"/>
                      <a:pt x="1168" y="1092"/>
                    </a:cubicBezTo>
                    <a:cubicBezTo>
                      <a:pt x="574" y="1687"/>
                      <a:pt x="240" y="2494"/>
                      <a:pt x="240" y="3335"/>
                    </a:cubicBezTo>
                    <a:cubicBezTo>
                      <a:pt x="240" y="4177"/>
                      <a:pt x="574" y="4984"/>
                      <a:pt x="1168" y="5579"/>
                    </a:cubicBezTo>
                    <a:cubicBezTo>
                      <a:pt x="1763" y="6174"/>
                      <a:pt x="2570" y="6508"/>
                      <a:pt x="341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26" name="Freeform: Shape 13725">
                <a:extLst>
                  <a:ext uri="{FF2B5EF4-FFF2-40B4-BE49-F238E27FC236}">
                    <a16:creationId xmlns:a16="http://schemas.microsoft.com/office/drawing/2014/main" id="{9BA58078-66AE-C69A-238B-A79D4FC61F8B}"/>
                  </a:ext>
                </a:extLst>
              </p:cNvPr>
              <p:cNvSpPr/>
              <p:nvPr/>
            </p:nvSpPr>
            <p:spPr>
              <a:xfrm>
                <a:off x="9446015" y="5549812"/>
                <a:ext cx="6343" cy="6345"/>
              </a:xfrm>
              <a:custGeom>
                <a:avLst/>
                <a:gdLst>
                  <a:gd name="connsiteX0" fmla="*/ 3411 w 6343"/>
                  <a:gd name="connsiteY0" fmla="*/ 6509 h 6345"/>
                  <a:gd name="connsiteX1" fmla="*/ 5654 w 6343"/>
                  <a:gd name="connsiteY1" fmla="*/ 5579 h 6345"/>
                  <a:gd name="connsiteX2" fmla="*/ 6583 w 6343"/>
                  <a:gd name="connsiteY2" fmla="*/ 3336 h 6345"/>
                  <a:gd name="connsiteX3" fmla="*/ 5654 w 6343"/>
                  <a:gd name="connsiteY3" fmla="*/ 1092 h 6345"/>
                  <a:gd name="connsiteX4" fmla="*/ 3411 w 6343"/>
                  <a:gd name="connsiteY4" fmla="*/ 163 h 6345"/>
                  <a:gd name="connsiteX5" fmla="*/ 1168 w 6343"/>
                  <a:gd name="connsiteY5" fmla="*/ 1092 h 6345"/>
                  <a:gd name="connsiteX6" fmla="*/ 239 w 6343"/>
                  <a:gd name="connsiteY6" fmla="*/ 3336 h 6345"/>
                  <a:gd name="connsiteX7" fmla="*/ 1168 w 6343"/>
                  <a:gd name="connsiteY7" fmla="*/ 5579 h 6345"/>
                  <a:gd name="connsiteX8" fmla="*/ 341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9"/>
                    </a:moveTo>
                    <a:cubicBezTo>
                      <a:pt x="4252" y="6509"/>
                      <a:pt x="5059" y="6174"/>
                      <a:pt x="5654" y="5579"/>
                    </a:cubicBezTo>
                    <a:cubicBezTo>
                      <a:pt x="6248" y="4984"/>
                      <a:pt x="6583" y="4177"/>
                      <a:pt x="6583" y="3336"/>
                    </a:cubicBezTo>
                    <a:cubicBezTo>
                      <a:pt x="6583" y="2494"/>
                      <a:pt x="6248" y="1687"/>
                      <a:pt x="5654" y="1092"/>
                    </a:cubicBezTo>
                    <a:cubicBezTo>
                      <a:pt x="5059" y="497"/>
                      <a:pt x="4252" y="163"/>
                      <a:pt x="3411" y="163"/>
                    </a:cubicBezTo>
                    <a:cubicBezTo>
                      <a:pt x="2570" y="163"/>
                      <a:pt x="1763" y="497"/>
                      <a:pt x="1168" y="1092"/>
                    </a:cubicBezTo>
                    <a:cubicBezTo>
                      <a:pt x="574" y="1687"/>
                      <a:pt x="239" y="2494"/>
                      <a:pt x="239" y="3336"/>
                    </a:cubicBezTo>
                    <a:cubicBezTo>
                      <a:pt x="239" y="4177"/>
                      <a:pt x="574" y="4984"/>
                      <a:pt x="1168" y="5579"/>
                    </a:cubicBezTo>
                    <a:cubicBezTo>
                      <a:pt x="1763" y="6174"/>
                      <a:pt x="2570" y="6509"/>
                      <a:pt x="341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27" name="Freeform: Shape 13726">
                <a:extLst>
                  <a:ext uri="{FF2B5EF4-FFF2-40B4-BE49-F238E27FC236}">
                    <a16:creationId xmlns:a16="http://schemas.microsoft.com/office/drawing/2014/main" id="{4DDC7BF9-124F-174B-84B0-7862F413059C}"/>
                  </a:ext>
                </a:extLst>
              </p:cNvPr>
              <p:cNvSpPr/>
              <p:nvPr/>
            </p:nvSpPr>
            <p:spPr>
              <a:xfrm>
                <a:off x="9444446" y="5552972"/>
                <a:ext cx="6343" cy="6345"/>
              </a:xfrm>
              <a:custGeom>
                <a:avLst/>
                <a:gdLst>
                  <a:gd name="connsiteX0" fmla="*/ 3411 w 6343"/>
                  <a:gd name="connsiteY0" fmla="*/ 6509 h 6345"/>
                  <a:gd name="connsiteX1" fmla="*/ 5653 w 6343"/>
                  <a:gd name="connsiteY1" fmla="*/ 5580 h 6345"/>
                  <a:gd name="connsiteX2" fmla="*/ 6582 w 6343"/>
                  <a:gd name="connsiteY2" fmla="*/ 3336 h 6345"/>
                  <a:gd name="connsiteX3" fmla="*/ 5653 w 6343"/>
                  <a:gd name="connsiteY3" fmla="*/ 1093 h 6345"/>
                  <a:gd name="connsiteX4" fmla="*/ 3411 w 6343"/>
                  <a:gd name="connsiteY4" fmla="*/ 163 h 6345"/>
                  <a:gd name="connsiteX5" fmla="*/ 1168 w 6343"/>
                  <a:gd name="connsiteY5" fmla="*/ 1093 h 6345"/>
                  <a:gd name="connsiteX6" fmla="*/ 239 w 6343"/>
                  <a:gd name="connsiteY6" fmla="*/ 3336 h 6345"/>
                  <a:gd name="connsiteX7" fmla="*/ 1168 w 6343"/>
                  <a:gd name="connsiteY7" fmla="*/ 5580 h 6345"/>
                  <a:gd name="connsiteX8" fmla="*/ 341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9"/>
                    </a:moveTo>
                    <a:cubicBezTo>
                      <a:pt x="4252" y="6509"/>
                      <a:pt x="5059" y="6174"/>
                      <a:pt x="5653" y="5580"/>
                    </a:cubicBezTo>
                    <a:cubicBezTo>
                      <a:pt x="6248" y="4985"/>
                      <a:pt x="6582" y="4178"/>
                      <a:pt x="6582" y="3336"/>
                    </a:cubicBezTo>
                    <a:cubicBezTo>
                      <a:pt x="6582" y="2495"/>
                      <a:pt x="6248" y="1688"/>
                      <a:pt x="5653" y="1093"/>
                    </a:cubicBezTo>
                    <a:cubicBezTo>
                      <a:pt x="5059" y="498"/>
                      <a:pt x="4252" y="163"/>
                      <a:pt x="3411" y="163"/>
                    </a:cubicBezTo>
                    <a:cubicBezTo>
                      <a:pt x="2570" y="163"/>
                      <a:pt x="1763" y="498"/>
                      <a:pt x="1168" y="1093"/>
                    </a:cubicBezTo>
                    <a:cubicBezTo>
                      <a:pt x="573" y="1688"/>
                      <a:pt x="239" y="2495"/>
                      <a:pt x="239" y="3336"/>
                    </a:cubicBezTo>
                    <a:cubicBezTo>
                      <a:pt x="239" y="4178"/>
                      <a:pt x="573" y="4985"/>
                      <a:pt x="1168" y="5580"/>
                    </a:cubicBezTo>
                    <a:cubicBezTo>
                      <a:pt x="1763" y="6174"/>
                      <a:pt x="2570" y="6509"/>
                      <a:pt x="341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28" name="Freeform: Shape 13727">
                <a:extLst>
                  <a:ext uri="{FF2B5EF4-FFF2-40B4-BE49-F238E27FC236}">
                    <a16:creationId xmlns:a16="http://schemas.microsoft.com/office/drawing/2014/main" id="{E19788A3-BA24-7245-5308-7E44A174445D}"/>
                  </a:ext>
                </a:extLst>
              </p:cNvPr>
              <p:cNvSpPr/>
              <p:nvPr/>
            </p:nvSpPr>
            <p:spPr>
              <a:xfrm>
                <a:off x="9442843" y="5555380"/>
                <a:ext cx="6343" cy="6345"/>
              </a:xfrm>
              <a:custGeom>
                <a:avLst/>
                <a:gdLst>
                  <a:gd name="connsiteX0" fmla="*/ 3411 w 6343"/>
                  <a:gd name="connsiteY0" fmla="*/ 6509 h 6345"/>
                  <a:gd name="connsiteX1" fmla="*/ 5653 w 6343"/>
                  <a:gd name="connsiteY1" fmla="*/ 5580 h 6345"/>
                  <a:gd name="connsiteX2" fmla="*/ 6582 w 6343"/>
                  <a:gd name="connsiteY2" fmla="*/ 3336 h 6345"/>
                  <a:gd name="connsiteX3" fmla="*/ 5653 w 6343"/>
                  <a:gd name="connsiteY3" fmla="*/ 1093 h 6345"/>
                  <a:gd name="connsiteX4" fmla="*/ 3411 w 6343"/>
                  <a:gd name="connsiteY4" fmla="*/ 164 h 6345"/>
                  <a:gd name="connsiteX5" fmla="*/ 1168 w 6343"/>
                  <a:gd name="connsiteY5" fmla="*/ 1093 h 6345"/>
                  <a:gd name="connsiteX6" fmla="*/ 239 w 6343"/>
                  <a:gd name="connsiteY6" fmla="*/ 3336 h 6345"/>
                  <a:gd name="connsiteX7" fmla="*/ 1168 w 6343"/>
                  <a:gd name="connsiteY7" fmla="*/ 5580 h 6345"/>
                  <a:gd name="connsiteX8" fmla="*/ 341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9"/>
                    </a:moveTo>
                    <a:cubicBezTo>
                      <a:pt x="4252" y="6509"/>
                      <a:pt x="5059" y="6175"/>
                      <a:pt x="5653" y="5580"/>
                    </a:cubicBezTo>
                    <a:cubicBezTo>
                      <a:pt x="6248" y="4985"/>
                      <a:pt x="6582" y="4178"/>
                      <a:pt x="6582" y="3336"/>
                    </a:cubicBezTo>
                    <a:cubicBezTo>
                      <a:pt x="6582" y="2495"/>
                      <a:pt x="6248" y="1688"/>
                      <a:pt x="5653" y="1093"/>
                    </a:cubicBezTo>
                    <a:cubicBezTo>
                      <a:pt x="5059" y="498"/>
                      <a:pt x="4252" y="164"/>
                      <a:pt x="3411" y="164"/>
                    </a:cubicBezTo>
                    <a:cubicBezTo>
                      <a:pt x="2570" y="164"/>
                      <a:pt x="1763" y="498"/>
                      <a:pt x="1168" y="1093"/>
                    </a:cubicBezTo>
                    <a:cubicBezTo>
                      <a:pt x="573" y="1688"/>
                      <a:pt x="239" y="2495"/>
                      <a:pt x="239" y="3336"/>
                    </a:cubicBezTo>
                    <a:cubicBezTo>
                      <a:pt x="239" y="4178"/>
                      <a:pt x="573" y="4985"/>
                      <a:pt x="1168" y="5580"/>
                    </a:cubicBezTo>
                    <a:cubicBezTo>
                      <a:pt x="1763" y="6175"/>
                      <a:pt x="2570" y="6509"/>
                      <a:pt x="341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29" name="Freeform: Shape 13728">
                <a:extLst>
                  <a:ext uri="{FF2B5EF4-FFF2-40B4-BE49-F238E27FC236}">
                    <a16:creationId xmlns:a16="http://schemas.microsoft.com/office/drawing/2014/main" id="{94837594-C1EF-8A7F-CB2C-FBAF227A3589}"/>
                  </a:ext>
                </a:extLst>
              </p:cNvPr>
              <p:cNvSpPr/>
              <p:nvPr/>
            </p:nvSpPr>
            <p:spPr>
              <a:xfrm>
                <a:off x="9441189" y="5559511"/>
                <a:ext cx="6343" cy="6345"/>
              </a:xfrm>
              <a:custGeom>
                <a:avLst/>
                <a:gdLst>
                  <a:gd name="connsiteX0" fmla="*/ 3411 w 6343"/>
                  <a:gd name="connsiteY0" fmla="*/ 6509 h 6345"/>
                  <a:gd name="connsiteX1" fmla="*/ 5653 w 6343"/>
                  <a:gd name="connsiteY1" fmla="*/ 5580 h 6345"/>
                  <a:gd name="connsiteX2" fmla="*/ 6582 w 6343"/>
                  <a:gd name="connsiteY2" fmla="*/ 3337 h 6345"/>
                  <a:gd name="connsiteX3" fmla="*/ 5653 w 6343"/>
                  <a:gd name="connsiteY3" fmla="*/ 1093 h 6345"/>
                  <a:gd name="connsiteX4" fmla="*/ 3411 w 6343"/>
                  <a:gd name="connsiteY4" fmla="*/ 164 h 6345"/>
                  <a:gd name="connsiteX5" fmla="*/ 1168 w 6343"/>
                  <a:gd name="connsiteY5" fmla="*/ 1093 h 6345"/>
                  <a:gd name="connsiteX6" fmla="*/ 239 w 6343"/>
                  <a:gd name="connsiteY6" fmla="*/ 3337 h 6345"/>
                  <a:gd name="connsiteX7" fmla="*/ 1168 w 6343"/>
                  <a:gd name="connsiteY7" fmla="*/ 5580 h 6345"/>
                  <a:gd name="connsiteX8" fmla="*/ 341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9"/>
                    </a:moveTo>
                    <a:cubicBezTo>
                      <a:pt x="4252" y="6509"/>
                      <a:pt x="5058" y="6175"/>
                      <a:pt x="5653" y="5580"/>
                    </a:cubicBezTo>
                    <a:cubicBezTo>
                      <a:pt x="6248" y="4985"/>
                      <a:pt x="6582" y="4178"/>
                      <a:pt x="6582" y="3337"/>
                    </a:cubicBezTo>
                    <a:cubicBezTo>
                      <a:pt x="6582" y="2495"/>
                      <a:pt x="6248" y="1688"/>
                      <a:pt x="5653" y="1093"/>
                    </a:cubicBezTo>
                    <a:cubicBezTo>
                      <a:pt x="5058" y="498"/>
                      <a:pt x="4252" y="164"/>
                      <a:pt x="3411" y="164"/>
                    </a:cubicBezTo>
                    <a:cubicBezTo>
                      <a:pt x="2569" y="164"/>
                      <a:pt x="1763" y="498"/>
                      <a:pt x="1168" y="1093"/>
                    </a:cubicBezTo>
                    <a:cubicBezTo>
                      <a:pt x="573" y="1688"/>
                      <a:pt x="239" y="2495"/>
                      <a:pt x="239" y="3337"/>
                    </a:cubicBezTo>
                    <a:cubicBezTo>
                      <a:pt x="239" y="4178"/>
                      <a:pt x="573" y="4985"/>
                      <a:pt x="1168" y="5580"/>
                    </a:cubicBezTo>
                    <a:cubicBezTo>
                      <a:pt x="1763" y="6175"/>
                      <a:pt x="2569" y="6509"/>
                      <a:pt x="341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30" name="Freeform: Shape 13729">
                <a:extLst>
                  <a:ext uri="{FF2B5EF4-FFF2-40B4-BE49-F238E27FC236}">
                    <a16:creationId xmlns:a16="http://schemas.microsoft.com/office/drawing/2014/main" id="{A68214C5-AE42-D5B3-5779-7F126646A00E}"/>
                  </a:ext>
                </a:extLst>
              </p:cNvPr>
              <p:cNvSpPr/>
              <p:nvPr/>
            </p:nvSpPr>
            <p:spPr>
              <a:xfrm>
                <a:off x="9439520" y="5561651"/>
                <a:ext cx="6343" cy="6345"/>
              </a:xfrm>
              <a:custGeom>
                <a:avLst/>
                <a:gdLst>
                  <a:gd name="connsiteX0" fmla="*/ 3410 w 6343"/>
                  <a:gd name="connsiteY0" fmla="*/ 6509 h 6345"/>
                  <a:gd name="connsiteX1" fmla="*/ 5653 w 6343"/>
                  <a:gd name="connsiteY1" fmla="*/ 5580 h 6345"/>
                  <a:gd name="connsiteX2" fmla="*/ 6582 w 6343"/>
                  <a:gd name="connsiteY2" fmla="*/ 3337 h 6345"/>
                  <a:gd name="connsiteX3" fmla="*/ 5653 w 6343"/>
                  <a:gd name="connsiteY3" fmla="*/ 1093 h 6345"/>
                  <a:gd name="connsiteX4" fmla="*/ 3410 w 6343"/>
                  <a:gd name="connsiteY4" fmla="*/ 164 h 6345"/>
                  <a:gd name="connsiteX5" fmla="*/ 1168 w 6343"/>
                  <a:gd name="connsiteY5" fmla="*/ 1093 h 6345"/>
                  <a:gd name="connsiteX6" fmla="*/ 239 w 6343"/>
                  <a:gd name="connsiteY6" fmla="*/ 3337 h 6345"/>
                  <a:gd name="connsiteX7" fmla="*/ 1168 w 6343"/>
                  <a:gd name="connsiteY7" fmla="*/ 5580 h 6345"/>
                  <a:gd name="connsiteX8" fmla="*/ 3410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9"/>
                    </a:moveTo>
                    <a:cubicBezTo>
                      <a:pt x="4252" y="6509"/>
                      <a:pt x="5058" y="6175"/>
                      <a:pt x="5653" y="5580"/>
                    </a:cubicBezTo>
                    <a:cubicBezTo>
                      <a:pt x="6248" y="4985"/>
                      <a:pt x="6582" y="4178"/>
                      <a:pt x="6582" y="3337"/>
                    </a:cubicBezTo>
                    <a:cubicBezTo>
                      <a:pt x="6582" y="2495"/>
                      <a:pt x="6248" y="1688"/>
                      <a:pt x="5653" y="1093"/>
                    </a:cubicBezTo>
                    <a:cubicBezTo>
                      <a:pt x="5058" y="498"/>
                      <a:pt x="4252" y="164"/>
                      <a:pt x="3410" y="164"/>
                    </a:cubicBezTo>
                    <a:cubicBezTo>
                      <a:pt x="2569" y="164"/>
                      <a:pt x="1763" y="498"/>
                      <a:pt x="1168" y="1093"/>
                    </a:cubicBezTo>
                    <a:cubicBezTo>
                      <a:pt x="573" y="1688"/>
                      <a:pt x="239" y="2495"/>
                      <a:pt x="239" y="3337"/>
                    </a:cubicBezTo>
                    <a:cubicBezTo>
                      <a:pt x="239" y="4178"/>
                      <a:pt x="573" y="4985"/>
                      <a:pt x="1168" y="5580"/>
                    </a:cubicBezTo>
                    <a:cubicBezTo>
                      <a:pt x="1763" y="6175"/>
                      <a:pt x="2569" y="6509"/>
                      <a:pt x="3410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31" name="Freeform: Shape 13730">
                <a:extLst>
                  <a:ext uri="{FF2B5EF4-FFF2-40B4-BE49-F238E27FC236}">
                    <a16:creationId xmlns:a16="http://schemas.microsoft.com/office/drawing/2014/main" id="{1DA5F608-F5DC-958E-A435-F2B9E7EBF0A8}"/>
                  </a:ext>
                </a:extLst>
              </p:cNvPr>
              <p:cNvSpPr/>
              <p:nvPr/>
            </p:nvSpPr>
            <p:spPr>
              <a:xfrm>
                <a:off x="9437775" y="5565821"/>
                <a:ext cx="6343" cy="6345"/>
              </a:xfrm>
              <a:custGeom>
                <a:avLst/>
                <a:gdLst>
                  <a:gd name="connsiteX0" fmla="*/ 3410 w 6343"/>
                  <a:gd name="connsiteY0" fmla="*/ 6510 h 6345"/>
                  <a:gd name="connsiteX1" fmla="*/ 5653 w 6343"/>
                  <a:gd name="connsiteY1" fmla="*/ 5581 h 6345"/>
                  <a:gd name="connsiteX2" fmla="*/ 6582 w 6343"/>
                  <a:gd name="connsiteY2" fmla="*/ 3337 h 6345"/>
                  <a:gd name="connsiteX3" fmla="*/ 5653 w 6343"/>
                  <a:gd name="connsiteY3" fmla="*/ 1094 h 6345"/>
                  <a:gd name="connsiteX4" fmla="*/ 3410 w 6343"/>
                  <a:gd name="connsiteY4" fmla="*/ 164 h 6345"/>
                  <a:gd name="connsiteX5" fmla="*/ 1168 w 6343"/>
                  <a:gd name="connsiteY5" fmla="*/ 1094 h 6345"/>
                  <a:gd name="connsiteX6" fmla="*/ 239 w 6343"/>
                  <a:gd name="connsiteY6" fmla="*/ 3337 h 6345"/>
                  <a:gd name="connsiteX7" fmla="*/ 1168 w 6343"/>
                  <a:gd name="connsiteY7" fmla="*/ 5581 h 6345"/>
                  <a:gd name="connsiteX8" fmla="*/ 341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10"/>
                    </a:moveTo>
                    <a:cubicBezTo>
                      <a:pt x="4251" y="6510"/>
                      <a:pt x="5058" y="6176"/>
                      <a:pt x="5653" y="5581"/>
                    </a:cubicBezTo>
                    <a:cubicBezTo>
                      <a:pt x="6248" y="4986"/>
                      <a:pt x="6582" y="4179"/>
                      <a:pt x="6582" y="3337"/>
                    </a:cubicBezTo>
                    <a:cubicBezTo>
                      <a:pt x="6582" y="2496"/>
                      <a:pt x="6248" y="1689"/>
                      <a:pt x="5653" y="1094"/>
                    </a:cubicBezTo>
                    <a:cubicBezTo>
                      <a:pt x="5058" y="499"/>
                      <a:pt x="4251" y="164"/>
                      <a:pt x="3410" y="164"/>
                    </a:cubicBezTo>
                    <a:cubicBezTo>
                      <a:pt x="2569" y="164"/>
                      <a:pt x="1762" y="499"/>
                      <a:pt x="1168" y="1094"/>
                    </a:cubicBezTo>
                    <a:cubicBezTo>
                      <a:pt x="573" y="1689"/>
                      <a:pt x="239" y="2496"/>
                      <a:pt x="239" y="3337"/>
                    </a:cubicBezTo>
                    <a:cubicBezTo>
                      <a:pt x="239" y="4179"/>
                      <a:pt x="573" y="4986"/>
                      <a:pt x="1168" y="5581"/>
                    </a:cubicBezTo>
                    <a:cubicBezTo>
                      <a:pt x="1762" y="6176"/>
                      <a:pt x="2569" y="6510"/>
                      <a:pt x="341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32" name="Freeform: Shape 13731">
                <a:extLst>
                  <a:ext uri="{FF2B5EF4-FFF2-40B4-BE49-F238E27FC236}">
                    <a16:creationId xmlns:a16="http://schemas.microsoft.com/office/drawing/2014/main" id="{72FDB627-874C-A8F5-4D2C-50796E253F19}"/>
                  </a:ext>
                </a:extLst>
              </p:cNvPr>
              <p:cNvSpPr/>
              <p:nvPr/>
            </p:nvSpPr>
            <p:spPr>
              <a:xfrm>
                <a:off x="9435730" y="5578081"/>
                <a:ext cx="6343" cy="6345"/>
              </a:xfrm>
              <a:custGeom>
                <a:avLst/>
                <a:gdLst>
                  <a:gd name="connsiteX0" fmla="*/ 3410 w 6343"/>
                  <a:gd name="connsiteY0" fmla="*/ 6511 h 6345"/>
                  <a:gd name="connsiteX1" fmla="*/ 5653 w 6343"/>
                  <a:gd name="connsiteY1" fmla="*/ 5582 h 6345"/>
                  <a:gd name="connsiteX2" fmla="*/ 6582 w 6343"/>
                  <a:gd name="connsiteY2" fmla="*/ 3338 h 6345"/>
                  <a:gd name="connsiteX3" fmla="*/ 5653 w 6343"/>
                  <a:gd name="connsiteY3" fmla="*/ 1095 h 6345"/>
                  <a:gd name="connsiteX4" fmla="*/ 3410 w 6343"/>
                  <a:gd name="connsiteY4" fmla="*/ 165 h 6345"/>
                  <a:gd name="connsiteX5" fmla="*/ 1168 w 6343"/>
                  <a:gd name="connsiteY5" fmla="*/ 1095 h 6345"/>
                  <a:gd name="connsiteX6" fmla="*/ 239 w 6343"/>
                  <a:gd name="connsiteY6" fmla="*/ 3338 h 6345"/>
                  <a:gd name="connsiteX7" fmla="*/ 1168 w 6343"/>
                  <a:gd name="connsiteY7" fmla="*/ 5582 h 6345"/>
                  <a:gd name="connsiteX8" fmla="*/ 3410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11"/>
                    </a:moveTo>
                    <a:cubicBezTo>
                      <a:pt x="4251" y="6511"/>
                      <a:pt x="5058" y="6176"/>
                      <a:pt x="5653" y="5582"/>
                    </a:cubicBezTo>
                    <a:cubicBezTo>
                      <a:pt x="6248" y="4987"/>
                      <a:pt x="6582" y="4179"/>
                      <a:pt x="6582" y="3338"/>
                    </a:cubicBezTo>
                    <a:cubicBezTo>
                      <a:pt x="6582" y="2497"/>
                      <a:pt x="6248" y="1690"/>
                      <a:pt x="5653" y="1095"/>
                    </a:cubicBezTo>
                    <a:cubicBezTo>
                      <a:pt x="5058" y="500"/>
                      <a:pt x="4251" y="165"/>
                      <a:pt x="3410" y="165"/>
                    </a:cubicBezTo>
                    <a:cubicBezTo>
                      <a:pt x="2569" y="165"/>
                      <a:pt x="1762" y="500"/>
                      <a:pt x="1168" y="1095"/>
                    </a:cubicBezTo>
                    <a:cubicBezTo>
                      <a:pt x="573" y="1690"/>
                      <a:pt x="239" y="2497"/>
                      <a:pt x="239" y="3338"/>
                    </a:cubicBezTo>
                    <a:cubicBezTo>
                      <a:pt x="239" y="4179"/>
                      <a:pt x="573" y="4987"/>
                      <a:pt x="1168" y="5582"/>
                    </a:cubicBezTo>
                    <a:cubicBezTo>
                      <a:pt x="1762" y="6176"/>
                      <a:pt x="2569" y="6511"/>
                      <a:pt x="3410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33" name="Freeform: Shape 13732">
                <a:extLst>
                  <a:ext uri="{FF2B5EF4-FFF2-40B4-BE49-F238E27FC236}">
                    <a16:creationId xmlns:a16="http://schemas.microsoft.com/office/drawing/2014/main" id="{1DE49BDC-3B65-9E76-8D82-F66097707A4E}"/>
                  </a:ext>
                </a:extLst>
              </p:cNvPr>
              <p:cNvSpPr/>
              <p:nvPr/>
            </p:nvSpPr>
            <p:spPr>
              <a:xfrm>
                <a:off x="9433635" y="5587605"/>
                <a:ext cx="6343" cy="6345"/>
              </a:xfrm>
              <a:custGeom>
                <a:avLst/>
                <a:gdLst>
                  <a:gd name="connsiteX0" fmla="*/ 3410 w 6343"/>
                  <a:gd name="connsiteY0" fmla="*/ 6512 h 6345"/>
                  <a:gd name="connsiteX1" fmla="*/ 5653 w 6343"/>
                  <a:gd name="connsiteY1" fmla="*/ 5582 h 6345"/>
                  <a:gd name="connsiteX2" fmla="*/ 6582 w 6343"/>
                  <a:gd name="connsiteY2" fmla="*/ 3339 h 6345"/>
                  <a:gd name="connsiteX3" fmla="*/ 5653 w 6343"/>
                  <a:gd name="connsiteY3" fmla="*/ 1095 h 6345"/>
                  <a:gd name="connsiteX4" fmla="*/ 3410 w 6343"/>
                  <a:gd name="connsiteY4" fmla="*/ 166 h 6345"/>
                  <a:gd name="connsiteX5" fmla="*/ 1167 w 6343"/>
                  <a:gd name="connsiteY5" fmla="*/ 1095 h 6345"/>
                  <a:gd name="connsiteX6" fmla="*/ 238 w 6343"/>
                  <a:gd name="connsiteY6" fmla="*/ 3339 h 6345"/>
                  <a:gd name="connsiteX7" fmla="*/ 1167 w 6343"/>
                  <a:gd name="connsiteY7" fmla="*/ 5582 h 6345"/>
                  <a:gd name="connsiteX8" fmla="*/ 3410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12"/>
                    </a:moveTo>
                    <a:cubicBezTo>
                      <a:pt x="4251" y="6512"/>
                      <a:pt x="5058" y="6177"/>
                      <a:pt x="5653" y="5582"/>
                    </a:cubicBezTo>
                    <a:cubicBezTo>
                      <a:pt x="6247" y="4987"/>
                      <a:pt x="6582" y="4180"/>
                      <a:pt x="6582" y="3339"/>
                    </a:cubicBezTo>
                    <a:cubicBezTo>
                      <a:pt x="6582" y="2497"/>
                      <a:pt x="6247" y="1690"/>
                      <a:pt x="5653" y="1095"/>
                    </a:cubicBezTo>
                    <a:cubicBezTo>
                      <a:pt x="5058" y="500"/>
                      <a:pt x="4251" y="166"/>
                      <a:pt x="3410" y="166"/>
                    </a:cubicBezTo>
                    <a:cubicBezTo>
                      <a:pt x="2569" y="166"/>
                      <a:pt x="1762" y="500"/>
                      <a:pt x="1167" y="1095"/>
                    </a:cubicBezTo>
                    <a:cubicBezTo>
                      <a:pt x="573" y="1690"/>
                      <a:pt x="238" y="2497"/>
                      <a:pt x="238" y="3339"/>
                    </a:cubicBezTo>
                    <a:cubicBezTo>
                      <a:pt x="238" y="4180"/>
                      <a:pt x="573" y="4987"/>
                      <a:pt x="1167" y="5582"/>
                    </a:cubicBezTo>
                    <a:cubicBezTo>
                      <a:pt x="1762" y="6177"/>
                      <a:pt x="2569" y="6512"/>
                      <a:pt x="3410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34" name="Freeform: Shape 13733">
                <a:extLst>
                  <a:ext uri="{FF2B5EF4-FFF2-40B4-BE49-F238E27FC236}">
                    <a16:creationId xmlns:a16="http://schemas.microsoft.com/office/drawing/2014/main" id="{3DFAD794-7D86-D8EC-7649-8254C20D3B5C}"/>
                  </a:ext>
                </a:extLst>
              </p:cNvPr>
              <p:cNvSpPr/>
              <p:nvPr/>
            </p:nvSpPr>
            <p:spPr>
              <a:xfrm>
                <a:off x="9431773" y="5588955"/>
                <a:ext cx="6343" cy="6345"/>
              </a:xfrm>
              <a:custGeom>
                <a:avLst/>
                <a:gdLst>
                  <a:gd name="connsiteX0" fmla="*/ 3410 w 6343"/>
                  <a:gd name="connsiteY0" fmla="*/ 6512 h 6345"/>
                  <a:gd name="connsiteX1" fmla="*/ 5652 w 6343"/>
                  <a:gd name="connsiteY1" fmla="*/ 5582 h 6345"/>
                  <a:gd name="connsiteX2" fmla="*/ 6581 w 6343"/>
                  <a:gd name="connsiteY2" fmla="*/ 3339 h 6345"/>
                  <a:gd name="connsiteX3" fmla="*/ 5652 w 6343"/>
                  <a:gd name="connsiteY3" fmla="*/ 1095 h 6345"/>
                  <a:gd name="connsiteX4" fmla="*/ 3410 w 6343"/>
                  <a:gd name="connsiteY4" fmla="*/ 166 h 6345"/>
                  <a:gd name="connsiteX5" fmla="*/ 1167 w 6343"/>
                  <a:gd name="connsiteY5" fmla="*/ 1095 h 6345"/>
                  <a:gd name="connsiteX6" fmla="*/ 238 w 6343"/>
                  <a:gd name="connsiteY6" fmla="*/ 3339 h 6345"/>
                  <a:gd name="connsiteX7" fmla="*/ 1167 w 6343"/>
                  <a:gd name="connsiteY7" fmla="*/ 5582 h 6345"/>
                  <a:gd name="connsiteX8" fmla="*/ 3410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12"/>
                    </a:moveTo>
                    <a:cubicBezTo>
                      <a:pt x="4251" y="6512"/>
                      <a:pt x="5058" y="6177"/>
                      <a:pt x="5652" y="5582"/>
                    </a:cubicBezTo>
                    <a:cubicBezTo>
                      <a:pt x="6247" y="4987"/>
                      <a:pt x="6581" y="4180"/>
                      <a:pt x="6581" y="3339"/>
                    </a:cubicBezTo>
                    <a:cubicBezTo>
                      <a:pt x="6581" y="2498"/>
                      <a:pt x="6247" y="1690"/>
                      <a:pt x="5652" y="1095"/>
                    </a:cubicBezTo>
                    <a:cubicBezTo>
                      <a:pt x="5058" y="501"/>
                      <a:pt x="4251" y="166"/>
                      <a:pt x="3410" y="166"/>
                    </a:cubicBezTo>
                    <a:cubicBezTo>
                      <a:pt x="2569" y="166"/>
                      <a:pt x="1762" y="501"/>
                      <a:pt x="1167" y="1095"/>
                    </a:cubicBezTo>
                    <a:cubicBezTo>
                      <a:pt x="572" y="1690"/>
                      <a:pt x="238" y="2498"/>
                      <a:pt x="238" y="3339"/>
                    </a:cubicBezTo>
                    <a:cubicBezTo>
                      <a:pt x="238" y="4180"/>
                      <a:pt x="572" y="4987"/>
                      <a:pt x="1167" y="5582"/>
                    </a:cubicBezTo>
                    <a:cubicBezTo>
                      <a:pt x="1762" y="6177"/>
                      <a:pt x="2569" y="6512"/>
                      <a:pt x="3410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35" name="Freeform: Shape 13734">
                <a:extLst>
                  <a:ext uri="{FF2B5EF4-FFF2-40B4-BE49-F238E27FC236}">
                    <a16:creationId xmlns:a16="http://schemas.microsoft.com/office/drawing/2014/main" id="{819E540C-949A-26A4-9876-398AFBD88699}"/>
                  </a:ext>
                </a:extLst>
              </p:cNvPr>
              <p:cNvSpPr/>
              <p:nvPr/>
            </p:nvSpPr>
            <p:spPr>
              <a:xfrm>
                <a:off x="9201640" y="5769266"/>
                <a:ext cx="6343" cy="6345"/>
              </a:xfrm>
              <a:custGeom>
                <a:avLst/>
                <a:gdLst>
                  <a:gd name="connsiteX0" fmla="*/ 3392 w 6343"/>
                  <a:gd name="connsiteY0" fmla="*/ 6526 h 6345"/>
                  <a:gd name="connsiteX1" fmla="*/ 5634 w 6343"/>
                  <a:gd name="connsiteY1" fmla="*/ 5597 h 6345"/>
                  <a:gd name="connsiteX2" fmla="*/ 6563 w 6343"/>
                  <a:gd name="connsiteY2" fmla="*/ 3353 h 6345"/>
                  <a:gd name="connsiteX3" fmla="*/ 5634 w 6343"/>
                  <a:gd name="connsiteY3" fmla="*/ 1110 h 6345"/>
                  <a:gd name="connsiteX4" fmla="*/ 3392 w 6343"/>
                  <a:gd name="connsiteY4" fmla="*/ 180 h 6345"/>
                  <a:gd name="connsiteX5" fmla="*/ 1149 w 6343"/>
                  <a:gd name="connsiteY5" fmla="*/ 1110 h 6345"/>
                  <a:gd name="connsiteX6" fmla="*/ 220 w 6343"/>
                  <a:gd name="connsiteY6" fmla="*/ 3353 h 6345"/>
                  <a:gd name="connsiteX7" fmla="*/ 1149 w 6343"/>
                  <a:gd name="connsiteY7" fmla="*/ 5597 h 6345"/>
                  <a:gd name="connsiteX8" fmla="*/ 3392 w 6343"/>
                  <a:gd name="connsiteY8" fmla="*/ 652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6"/>
                    </a:moveTo>
                    <a:cubicBezTo>
                      <a:pt x="4233" y="6526"/>
                      <a:pt x="5040" y="6192"/>
                      <a:pt x="5634" y="5597"/>
                    </a:cubicBezTo>
                    <a:cubicBezTo>
                      <a:pt x="6229" y="5002"/>
                      <a:pt x="6563" y="4195"/>
                      <a:pt x="6563" y="3353"/>
                    </a:cubicBezTo>
                    <a:cubicBezTo>
                      <a:pt x="6563" y="2512"/>
                      <a:pt x="6229" y="1705"/>
                      <a:pt x="5634" y="1110"/>
                    </a:cubicBezTo>
                    <a:cubicBezTo>
                      <a:pt x="5040" y="515"/>
                      <a:pt x="4233" y="180"/>
                      <a:pt x="3392" y="180"/>
                    </a:cubicBezTo>
                    <a:cubicBezTo>
                      <a:pt x="2551" y="180"/>
                      <a:pt x="1744" y="515"/>
                      <a:pt x="1149" y="1110"/>
                    </a:cubicBezTo>
                    <a:cubicBezTo>
                      <a:pt x="554" y="1705"/>
                      <a:pt x="220" y="2512"/>
                      <a:pt x="220" y="3353"/>
                    </a:cubicBezTo>
                    <a:cubicBezTo>
                      <a:pt x="220" y="4195"/>
                      <a:pt x="554" y="5002"/>
                      <a:pt x="1149" y="5597"/>
                    </a:cubicBezTo>
                    <a:cubicBezTo>
                      <a:pt x="1744" y="6192"/>
                      <a:pt x="2551" y="6526"/>
                      <a:pt x="3392" y="65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36" name="Freeform: Shape 13735">
                <a:extLst>
                  <a:ext uri="{FF2B5EF4-FFF2-40B4-BE49-F238E27FC236}">
                    <a16:creationId xmlns:a16="http://schemas.microsoft.com/office/drawing/2014/main" id="{86BA38F6-E7CB-E78C-921E-0EE18A3A8F51}"/>
                  </a:ext>
                </a:extLst>
              </p:cNvPr>
              <p:cNvSpPr/>
              <p:nvPr/>
            </p:nvSpPr>
            <p:spPr>
              <a:xfrm>
                <a:off x="9202745" y="5760025"/>
                <a:ext cx="6343" cy="6345"/>
              </a:xfrm>
              <a:custGeom>
                <a:avLst/>
                <a:gdLst>
                  <a:gd name="connsiteX0" fmla="*/ 3392 w 6343"/>
                  <a:gd name="connsiteY0" fmla="*/ 6525 h 6345"/>
                  <a:gd name="connsiteX1" fmla="*/ 5634 w 6343"/>
                  <a:gd name="connsiteY1" fmla="*/ 5596 h 6345"/>
                  <a:gd name="connsiteX2" fmla="*/ 6563 w 6343"/>
                  <a:gd name="connsiteY2" fmla="*/ 3352 h 6345"/>
                  <a:gd name="connsiteX3" fmla="*/ 5634 w 6343"/>
                  <a:gd name="connsiteY3" fmla="*/ 1109 h 6345"/>
                  <a:gd name="connsiteX4" fmla="*/ 3392 w 6343"/>
                  <a:gd name="connsiteY4" fmla="*/ 180 h 6345"/>
                  <a:gd name="connsiteX5" fmla="*/ 1149 w 6343"/>
                  <a:gd name="connsiteY5" fmla="*/ 1109 h 6345"/>
                  <a:gd name="connsiteX6" fmla="*/ 220 w 6343"/>
                  <a:gd name="connsiteY6" fmla="*/ 3352 h 6345"/>
                  <a:gd name="connsiteX7" fmla="*/ 1149 w 6343"/>
                  <a:gd name="connsiteY7" fmla="*/ 5596 h 6345"/>
                  <a:gd name="connsiteX8" fmla="*/ 3392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5"/>
                    </a:moveTo>
                    <a:cubicBezTo>
                      <a:pt x="4233" y="6525"/>
                      <a:pt x="5040" y="6191"/>
                      <a:pt x="5634" y="5596"/>
                    </a:cubicBezTo>
                    <a:cubicBezTo>
                      <a:pt x="6229" y="5001"/>
                      <a:pt x="6563" y="4194"/>
                      <a:pt x="6563" y="3352"/>
                    </a:cubicBezTo>
                    <a:cubicBezTo>
                      <a:pt x="6563" y="2511"/>
                      <a:pt x="6229" y="1704"/>
                      <a:pt x="5634" y="1109"/>
                    </a:cubicBezTo>
                    <a:cubicBezTo>
                      <a:pt x="5040" y="514"/>
                      <a:pt x="4233" y="180"/>
                      <a:pt x="3392" y="180"/>
                    </a:cubicBezTo>
                    <a:cubicBezTo>
                      <a:pt x="2551" y="180"/>
                      <a:pt x="1744" y="514"/>
                      <a:pt x="1149" y="1109"/>
                    </a:cubicBezTo>
                    <a:cubicBezTo>
                      <a:pt x="554" y="1704"/>
                      <a:pt x="220" y="2511"/>
                      <a:pt x="220" y="3352"/>
                    </a:cubicBezTo>
                    <a:cubicBezTo>
                      <a:pt x="220" y="4194"/>
                      <a:pt x="554" y="5001"/>
                      <a:pt x="1149" y="5596"/>
                    </a:cubicBezTo>
                    <a:cubicBezTo>
                      <a:pt x="1744" y="6191"/>
                      <a:pt x="2551" y="6525"/>
                      <a:pt x="3392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37" name="Freeform: Shape 13736">
                <a:extLst>
                  <a:ext uri="{FF2B5EF4-FFF2-40B4-BE49-F238E27FC236}">
                    <a16:creationId xmlns:a16="http://schemas.microsoft.com/office/drawing/2014/main" id="{E7C3484D-873B-12C3-CF49-F1A7B17DE0C5}"/>
                  </a:ext>
                </a:extLst>
              </p:cNvPr>
              <p:cNvSpPr/>
              <p:nvPr/>
            </p:nvSpPr>
            <p:spPr>
              <a:xfrm>
                <a:off x="9201678" y="5755139"/>
                <a:ext cx="6343" cy="6345"/>
              </a:xfrm>
              <a:custGeom>
                <a:avLst/>
                <a:gdLst>
                  <a:gd name="connsiteX0" fmla="*/ 3392 w 6343"/>
                  <a:gd name="connsiteY0" fmla="*/ 6525 h 6345"/>
                  <a:gd name="connsiteX1" fmla="*/ 5634 w 6343"/>
                  <a:gd name="connsiteY1" fmla="*/ 5595 h 6345"/>
                  <a:gd name="connsiteX2" fmla="*/ 6563 w 6343"/>
                  <a:gd name="connsiteY2" fmla="*/ 3352 h 6345"/>
                  <a:gd name="connsiteX3" fmla="*/ 5634 w 6343"/>
                  <a:gd name="connsiteY3" fmla="*/ 1109 h 6345"/>
                  <a:gd name="connsiteX4" fmla="*/ 3392 w 6343"/>
                  <a:gd name="connsiteY4" fmla="*/ 179 h 6345"/>
                  <a:gd name="connsiteX5" fmla="*/ 1149 w 6343"/>
                  <a:gd name="connsiteY5" fmla="*/ 1109 h 6345"/>
                  <a:gd name="connsiteX6" fmla="*/ 220 w 6343"/>
                  <a:gd name="connsiteY6" fmla="*/ 3352 h 6345"/>
                  <a:gd name="connsiteX7" fmla="*/ 1149 w 6343"/>
                  <a:gd name="connsiteY7" fmla="*/ 5595 h 6345"/>
                  <a:gd name="connsiteX8" fmla="*/ 3392 w 6343"/>
                  <a:gd name="connsiteY8" fmla="*/ 652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5"/>
                    </a:moveTo>
                    <a:cubicBezTo>
                      <a:pt x="4233" y="6525"/>
                      <a:pt x="5040" y="6190"/>
                      <a:pt x="5634" y="5595"/>
                    </a:cubicBezTo>
                    <a:cubicBezTo>
                      <a:pt x="6229" y="5000"/>
                      <a:pt x="6563" y="4193"/>
                      <a:pt x="6563" y="3352"/>
                    </a:cubicBezTo>
                    <a:cubicBezTo>
                      <a:pt x="6563" y="2511"/>
                      <a:pt x="6229" y="1704"/>
                      <a:pt x="5634" y="1109"/>
                    </a:cubicBezTo>
                    <a:cubicBezTo>
                      <a:pt x="5040" y="514"/>
                      <a:pt x="4233" y="179"/>
                      <a:pt x="3392" y="179"/>
                    </a:cubicBezTo>
                    <a:cubicBezTo>
                      <a:pt x="2551" y="179"/>
                      <a:pt x="1744" y="514"/>
                      <a:pt x="1149" y="1109"/>
                    </a:cubicBezTo>
                    <a:cubicBezTo>
                      <a:pt x="554" y="1704"/>
                      <a:pt x="220" y="2511"/>
                      <a:pt x="220" y="3352"/>
                    </a:cubicBezTo>
                    <a:cubicBezTo>
                      <a:pt x="220" y="4193"/>
                      <a:pt x="554" y="5000"/>
                      <a:pt x="1149" y="5595"/>
                    </a:cubicBezTo>
                    <a:cubicBezTo>
                      <a:pt x="1744" y="6190"/>
                      <a:pt x="2551" y="6525"/>
                      <a:pt x="3392" y="6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38" name="Freeform: Shape 13737">
                <a:extLst>
                  <a:ext uri="{FF2B5EF4-FFF2-40B4-BE49-F238E27FC236}">
                    <a16:creationId xmlns:a16="http://schemas.microsoft.com/office/drawing/2014/main" id="{3700A978-63DD-A469-7ED1-66A67E53AA34}"/>
                  </a:ext>
                </a:extLst>
              </p:cNvPr>
              <p:cNvSpPr/>
              <p:nvPr/>
            </p:nvSpPr>
            <p:spPr>
              <a:xfrm>
                <a:off x="9200312" y="5750913"/>
                <a:ext cx="6343" cy="6345"/>
              </a:xfrm>
              <a:custGeom>
                <a:avLst/>
                <a:gdLst>
                  <a:gd name="connsiteX0" fmla="*/ 3392 w 6343"/>
                  <a:gd name="connsiteY0" fmla="*/ 6524 h 6345"/>
                  <a:gd name="connsiteX1" fmla="*/ 5634 w 6343"/>
                  <a:gd name="connsiteY1" fmla="*/ 5595 h 6345"/>
                  <a:gd name="connsiteX2" fmla="*/ 6563 w 6343"/>
                  <a:gd name="connsiteY2" fmla="*/ 3352 h 6345"/>
                  <a:gd name="connsiteX3" fmla="*/ 5634 w 6343"/>
                  <a:gd name="connsiteY3" fmla="*/ 1108 h 6345"/>
                  <a:gd name="connsiteX4" fmla="*/ 3392 w 6343"/>
                  <a:gd name="connsiteY4" fmla="*/ 179 h 6345"/>
                  <a:gd name="connsiteX5" fmla="*/ 1149 w 6343"/>
                  <a:gd name="connsiteY5" fmla="*/ 1108 h 6345"/>
                  <a:gd name="connsiteX6" fmla="*/ 220 w 6343"/>
                  <a:gd name="connsiteY6" fmla="*/ 3352 h 6345"/>
                  <a:gd name="connsiteX7" fmla="*/ 1149 w 6343"/>
                  <a:gd name="connsiteY7" fmla="*/ 5595 h 6345"/>
                  <a:gd name="connsiteX8" fmla="*/ 339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4"/>
                    </a:moveTo>
                    <a:cubicBezTo>
                      <a:pt x="4233" y="6524"/>
                      <a:pt x="5039" y="6190"/>
                      <a:pt x="5634" y="5595"/>
                    </a:cubicBezTo>
                    <a:cubicBezTo>
                      <a:pt x="6229" y="5000"/>
                      <a:pt x="6563" y="4193"/>
                      <a:pt x="6563" y="3352"/>
                    </a:cubicBezTo>
                    <a:cubicBezTo>
                      <a:pt x="6563" y="2510"/>
                      <a:pt x="6229" y="1703"/>
                      <a:pt x="5634" y="1108"/>
                    </a:cubicBezTo>
                    <a:cubicBezTo>
                      <a:pt x="5039" y="513"/>
                      <a:pt x="4233" y="179"/>
                      <a:pt x="3392" y="179"/>
                    </a:cubicBezTo>
                    <a:cubicBezTo>
                      <a:pt x="2550" y="179"/>
                      <a:pt x="1744" y="513"/>
                      <a:pt x="1149" y="1108"/>
                    </a:cubicBezTo>
                    <a:cubicBezTo>
                      <a:pt x="554" y="1703"/>
                      <a:pt x="220" y="2510"/>
                      <a:pt x="220" y="3352"/>
                    </a:cubicBezTo>
                    <a:cubicBezTo>
                      <a:pt x="220" y="4193"/>
                      <a:pt x="554" y="5000"/>
                      <a:pt x="1149" y="5595"/>
                    </a:cubicBezTo>
                    <a:cubicBezTo>
                      <a:pt x="1744" y="6190"/>
                      <a:pt x="2550" y="6524"/>
                      <a:pt x="339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39" name="Freeform: Shape 13738">
                <a:extLst>
                  <a:ext uri="{FF2B5EF4-FFF2-40B4-BE49-F238E27FC236}">
                    <a16:creationId xmlns:a16="http://schemas.microsoft.com/office/drawing/2014/main" id="{A1889C47-21AA-5B49-2C60-6F441C8CD97A}"/>
                  </a:ext>
                </a:extLst>
              </p:cNvPr>
              <p:cNvSpPr/>
              <p:nvPr/>
            </p:nvSpPr>
            <p:spPr>
              <a:xfrm>
                <a:off x="9200315" y="5744240"/>
                <a:ext cx="6343" cy="6345"/>
              </a:xfrm>
              <a:custGeom>
                <a:avLst/>
                <a:gdLst>
                  <a:gd name="connsiteX0" fmla="*/ 3392 w 6343"/>
                  <a:gd name="connsiteY0" fmla="*/ 6524 h 6345"/>
                  <a:gd name="connsiteX1" fmla="*/ 5634 w 6343"/>
                  <a:gd name="connsiteY1" fmla="*/ 5595 h 6345"/>
                  <a:gd name="connsiteX2" fmla="*/ 6563 w 6343"/>
                  <a:gd name="connsiteY2" fmla="*/ 3351 h 6345"/>
                  <a:gd name="connsiteX3" fmla="*/ 5634 w 6343"/>
                  <a:gd name="connsiteY3" fmla="*/ 1108 h 6345"/>
                  <a:gd name="connsiteX4" fmla="*/ 3392 w 6343"/>
                  <a:gd name="connsiteY4" fmla="*/ 178 h 6345"/>
                  <a:gd name="connsiteX5" fmla="*/ 1149 w 6343"/>
                  <a:gd name="connsiteY5" fmla="*/ 1108 h 6345"/>
                  <a:gd name="connsiteX6" fmla="*/ 220 w 6343"/>
                  <a:gd name="connsiteY6" fmla="*/ 3351 h 6345"/>
                  <a:gd name="connsiteX7" fmla="*/ 1149 w 6343"/>
                  <a:gd name="connsiteY7" fmla="*/ 5595 h 6345"/>
                  <a:gd name="connsiteX8" fmla="*/ 3392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24"/>
                    </a:moveTo>
                    <a:cubicBezTo>
                      <a:pt x="4233" y="6524"/>
                      <a:pt x="5039" y="6190"/>
                      <a:pt x="5634" y="5595"/>
                    </a:cubicBezTo>
                    <a:cubicBezTo>
                      <a:pt x="6229" y="5000"/>
                      <a:pt x="6563" y="4193"/>
                      <a:pt x="6563" y="3351"/>
                    </a:cubicBezTo>
                    <a:cubicBezTo>
                      <a:pt x="6563" y="2510"/>
                      <a:pt x="6229" y="1703"/>
                      <a:pt x="5634" y="1108"/>
                    </a:cubicBezTo>
                    <a:cubicBezTo>
                      <a:pt x="5039" y="513"/>
                      <a:pt x="4233" y="178"/>
                      <a:pt x="3392" y="178"/>
                    </a:cubicBezTo>
                    <a:cubicBezTo>
                      <a:pt x="2550" y="178"/>
                      <a:pt x="1744" y="513"/>
                      <a:pt x="1149" y="1108"/>
                    </a:cubicBezTo>
                    <a:cubicBezTo>
                      <a:pt x="554" y="1703"/>
                      <a:pt x="220" y="2510"/>
                      <a:pt x="220" y="3351"/>
                    </a:cubicBezTo>
                    <a:cubicBezTo>
                      <a:pt x="220" y="4193"/>
                      <a:pt x="554" y="5000"/>
                      <a:pt x="1149" y="5595"/>
                    </a:cubicBezTo>
                    <a:cubicBezTo>
                      <a:pt x="1744" y="6190"/>
                      <a:pt x="2550" y="6524"/>
                      <a:pt x="3392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40" name="Freeform: Shape 13739">
                <a:extLst>
                  <a:ext uri="{FF2B5EF4-FFF2-40B4-BE49-F238E27FC236}">
                    <a16:creationId xmlns:a16="http://schemas.microsoft.com/office/drawing/2014/main" id="{B0073AFF-0AC5-D1A1-34EE-12131E7528E2}"/>
                  </a:ext>
                </a:extLst>
              </p:cNvPr>
              <p:cNvSpPr/>
              <p:nvPr/>
            </p:nvSpPr>
            <p:spPr>
              <a:xfrm>
                <a:off x="9198423" y="5741162"/>
                <a:ext cx="6343" cy="6345"/>
              </a:xfrm>
              <a:custGeom>
                <a:avLst/>
                <a:gdLst>
                  <a:gd name="connsiteX0" fmla="*/ 3391 w 6343"/>
                  <a:gd name="connsiteY0" fmla="*/ 6524 h 6345"/>
                  <a:gd name="connsiteX1" fmla="*/ 5634 w 6343"/>
                  <a:gd name="connsiteY1" fmla="*/ 5594 h 6345"/>
                  <a:gd name="connsiteX2" fmla="*/ 6563 w 6343"/>
                  <a:gd name="connsiteY2" fmla="*/ 3351 h 6345"/>
                  <a:gd name="connsiteX3" fmla="*/ 5634 w 6343"/>
                  <a:gd name="connsiteY3" fmla="*/ 1107 h 6345"/>
                  <a:gd name="connsiteX4" fmla="*/ 3391 w 6343"/>
                  <a:gd name="connsiteY4" fmla="*/ 178 h 6345"/>
                  <a:gd name="connsiteX5" fmla="*/ 1149 w 6343"/>
                  <a:gd name="connsiteY5" fmla="*/ 1107 h 6345"/>
                  <a:gd name="connsiteX6" fmla="*/ 220 w 6343"/>
                  <a:gd name="connsiteY6" fmla="*/ 3351 h 6345"/>
                  <a:gd name="connsiteX7" fmla="*/ 1149 w 6343"/>
                  <a:gd name="connsiteY7" fmla="*/ 5594 h 6345"/>
                  <a:gd name="connsiteX8" fmla="*/ 3391 w 6343"/>
                  <a:gd name="connsiteY8" fmla="*/ 652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4"/>
                    </a:moveTo>
                    <a:cubicBezTo>
                      <a:pt x="4233" y="6524"/>
                      <a:pt x="5039" y="6189"/>
                      <a:pt x="5634" y="5594"/>
                    </a:cubicBezTo>
                    <a:cubicBezTo>
                      <a:pt x="6229" y="4999"/>
                      <a:pt x="6563" y="4192"/>
                      <a:pt x="6563" y="3351"/>
                    </a:cubicBezTo>
                    <a:cubicBezTo>
                      <a:pt x="6563" y="2510"/>
                      <a:pt x="6229" y="1702"/>
                      <a:pt x="5634" y="1107"/>
                    </a:cubicBezTo>
                    <a:cubicBezTo>
                      <a:pt x="5039" y="513"/>
                      <a:pt x="4233" y="178"/>
                      <a:pt x="3391" y="178"/>
                    </a:cubicBezTo>
                    <a:cubicBezTo>
                      <a:pt x="2550" y="178"/>
                      <a:pt x="1744" y="513"/>
                      <a:pt x="1149" y="1107"/>
                    </a:cubicBezTo>
                    <a:cubicBezTo>
                      <a:pt x="554" y="1702"/>
                      <a:pt x="220" y="2510"/>
                      <a:pt x="220" y="3351"/>
                    </a:cubicBezTo>
                    <a:cubicBezTo>
                      <a:pt x="220" y="4192"/>
                      <a:pt x="554" y="4999"/>
                      <a:pt x="1149" y="5594"/>
                    </a:cubicBezTo>
                    <a:cubicBezTo>
                      <a:pt x="1744" y="6189"/>
                      <a:pt x="2550" y="6524"/>
                      <a:pt x="3391" y="6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41" name="Freeform: Shape 13740">
                <a:extLst>
                  <a:ext uri="{FF2B5EF4-FFF2-40B4-BE49-F238E27FC236}">
                    <a16:creationId xmlns:a16="http://schemas.microsoft.com/office/drawing/2014/main" id="{F6A8ECB1-0B4E-C16A-038F-387C9ADEEEBD}"/>
                  </a:ext>
                </a:extLst>
              </p:cNvPr>
              <p:cNvSpPr/>
              <p:nvPr/>
            </p:nvSpPr>
            <p:spPr>
              <a:xfrm>
                <a:off x="9196740" y="5737754"/>
                <a:ext cx="6343" cy="6345"/>
              </a:xfrm>
              <a:custGeom>
                <a:avLst/>
                <a:gdLst>
                  <a:gd name="connsiteX0" fmla="*/ 3391 w 6343"/>
                  <a:gd name="connsiteY0" fmla="*/ 6523 h 6345"/>
                  <a:gd name="connsiteX1" fmla="*/ 5634 w 6343"/>
                  <a:gd name="connsiteY1" fmla="*/ 5594 h 6345"/>
                  <a:gd name="connsiteX2" fmla="*/ 6563 w 6343"/>
                  <a:gd name="connsiteY2" fmla="*/ 3351 h 6345"/>
                  <a:gd name="connsiteX3" fmla="*/ 5634 w 6343"/>
                  <a:gd name="connsiteY3" fmla="*/ 1107 h 6345"/>
                  <a:gd name="connsiteX4" fmla="*/ 3391 w 6343"/>
                  <a:gd name="connsiteY4" fmla="*/ 178 h 6345"/>
                  <a:gd name="connsiteX5" fmla="*/ 1149 w 6343"/>
                  <a:gd name="connsiteY5" fmla="*/ 1107 h 6345"/>
                  <a:gd name="connsiteX6" fmla="*/ 220 w 6343"/>
                  <a:gd name="connsiteY6" fmla="*/ 3351 h 6345"/>
                  <a:gd name="connsiteX7" fmla="*/ 1149 w 6343"/>
                  <a:gd name="connsiteY7" fmla="*/ 5594 h 6345"/>
                  <a:gd name="connsiteX8" fmla="*/ 3391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3"/>
                    </a:moveTo>
                    <a:cubicBezTo>
                      <a:pt x="4232" y="6523"/>
                      <a:pt x="5039" y="6189"/>
                      <a:pt x="5634" y="5594"/>
                    </a:cubicBezTo>
                    <a:cubicBezTo>
                      <a:pt x="6229" y="4999"/>
                      <a:pt x="6563" y="4192"/>
                      <a:pt x="6563" y="3351"/>
                    </a:cubicBezTo>
                    <a:cubicBezTo>
                      <a:pt x="6563" y="2509"/>
                      <a:pt x="6229" y="1702"/>
                      <a:pt x="5634" y="1107"/>
                    </a:cubicBezTo>
                    <a:cubicBezTo>
                      <a:pt x="5039" y="512"/>
                      <a:pt x="4232" y="178"/>
                      <a:pt x="3391" y="178"/>
                    </a:cubicBezTo>
                    <a:cubicBezTo>
                      <a:pt x="2550" y="178"/>
                      <a:pt x="1743" y="512"/>
                      <a:pt x="1149" y="1107"/>
                    </a:cubicBezTo>
                    <a:cubicBezTo>
                      <a:pt x="554" y="1702"/>
                      <a:pt x="220" y="2509"/>
                      <a:pt x="220" y="3351"/>
                    </a:cubicBezTo>
                    <a:cubicBezTo>
                      <a:pt x="220" y="4192"/>
                      <a:pt x="554" y="4999"/>
                      <a:pt x="1149" y="5594"/>
                    </a:cubicBezTo>
                    <a:cubicBezTo>
                      <a:pt x="1743" y="6189"/>
                      <a:pt x="2550" y="6523"/>
                      <a:pt x="3391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42" name="Freeform: Shape 13741">
                <a:extLst>
                  <a:ext uri="{FF2B5EF4-FFF2-40B4-BE49-F238E27FC236}">
                    <a16:creationId xmlns:a16="http://schemas.microsoft.com/office/drawing/2014/main" id="{0B5835E0-6646-407B-B822-1FE942B50A6F}"/>
                  </a:ext>
                </a:extLst>
              </p:cNvPr>
              <p:cNvSpPr/>
              <p:nvPr/>
            </p:nvSpPr>
            <p:spPr>
              <a:xfrm>
                <a:off x="9194877" y="5734718"/>
                <a:ext cx="6343" cy="6345"/>
              </a:xfrm>
              <a:custGeom>
                <a:avLst/>
                <a:gdLst>
                  <a:gd name="connsiteX0" fmla="*/ 3391 w 6343"/>
                  <a:gd name="connsiteY0" fmla="*/ 6523 h 6345"/>
                  <a:gd name="connsiteX1" fmla="*/ 5634 w 6343"/>
                  <a:gd name="connsiteY1" fmla="*/ 5594 h 6345"/>
                  <a:gd name="connsiteX2" fmla="*/ 6563 w 6343"/>
                  <a:gd name="connsiteY2" fmla="*/ 3350 h 6345"/>
                  <a:gd name="connsiteX3" fmla="*/ 5634 w 6343"/>
                  <a:gd name="connsiteY3" fmla="*/ 1107 h 6345"/>
                  <a:gd name="connsiteX4" fmla="*/ 3391 w 6343"/>
                  <a:gd name="connsiteY4" fmla="*/ 178 h 6345"/>
                  <a:gd name="connsiteX5" fmla="*/ 1149 w 6343"/>
                  <a:gd name="connsiteY5" fmla="*/ 1107 h 6345"/>
                  <a:gd name="connsiteX6" fmla="*/ 220 w 6343"/>
                  <a:gd name="connsiteY6" fmla="*/ 3350 h 6345"/>
                  <a:gd name="connsiteX7" fmla="*/ 1149 w 6343"/>
                  <a:gd name="connsiteY7" fmla="*/ 5594 h 6345"/>
                  <a:gd name="connsiteX8" fmla="*/ 3391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3"/>
                    </a:moveTo>
                    <a:cubicBezTo>
                      <a:pt x="4232" y="6523"/>
                      <a:pt x="5039" y="6189"/>
                      <a:pt x="5634" y="5594"/>
                    </a:cubicBezTo>
                    <a:cubicBezTo>
                      <a:pt x="6229" y="4999"/>
                      <a:pt x="6563" y="4192"/>
                      <a:pt x="6563" y="3350"/>
                    </a:cubicBezTo>
                    <a:cubicBezTo>
                      <a:pt x="6563" y="2509"/>
                      <a:pt x="6229" y="1702"/>
                      <a:pt x="5634" y="1107"/>
                    </a:cubicBezTo>
                    <a:cubicBezTo>
                      <a:pt x="5039" y="512"/>
                      <a:pt x="4232" y="178"/>
                      <a:pt x="3391" y="178"/>
                    </a:cubicBezTo>
                    <a:cubicBezTo>
                      <a:pt x="2550" y="178"/>
                      <a:pt x="1743" y="512"/>
                      <a:pt x="1149" y="1107"/>
                    </a:cubicBezTo>
                    <a:cubicBezTo>
                      <a:pt x="554" y="1702"/>
                      <a:pt x="220" y="2509"/>
                      <a:pt x="220" y="3350"/>
                    </a:cubicBezTo>
                    <a:cubicBezTo>
                      <a:pt x="220" y="4192"/>
                      <a:pt x="554" y="4999"/>
                      <a:pt x="1149" y="5594"/>
                    </a:cubicBezTo>
                    <a:cubicBezTo>
                      <a:pt x="1743" y="6189"/>
                      <a:pt x="2550" y="6523"/>
                      <a:pt x="3391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43" name="Freeform: Shape 13742">
                <a:extLst>
                  <a:ext uri="{FF2B5EF4-FFF2-40B4-BE49-F238E27FC236}">
                    <a16:creationId xmlns:a16="http://schemas.microsoft.com/office/drawing/2014/main" id="{0DE489AD-9052-DF7A-38C0-0152AF8F8724}"/>
                  </a:ext>
                </a:extLst>
              </p:cNvPr>
              <p:cNvSpPr/>
              <p:nvPr/>
            </p:nvSpPr>
            <p:spPr>
              <a:xfrm>
                <a:off x="9193041" y="5731677"/>
                <a:ext cx="6343" cy="6345"/>
              </a:xfrm>
              <a:custGeom>
                <a:avLst/>
                <a:gdLst>
                  <a:gd name="connsiteX0" fmla="*/ 3391 w 6343"/>
                  <a:gd name="connsiteY0" fmla="*/ 6523 h 6345"/>
                  <a:gd name="connsiteX1" fmla="*/ 5634 w 6343"/>
                  <a:gd name="connsiteY1" fmla="*/ 5594 h 6345"/>
                  <a:gd name="connsiteX2" fmla="*/ 6563 w 6343"/>
                  <a:gd name="connsiteY2" fmla="*/ 3350 h 6345"/>
                  <a:gd name="connsiteX3" fmla="*/ 5634 w 6343"/>
                  <a:gd name="connsiteY3" fmla="*/ 1107 h 6345"/>
                  <a:gd name="connsiteX4" fmla="*/ 3391 w 6343"/>
                  <a:gd name="connsiteY4" fmla="*/ 177 h 6345"/>
                  <a:gd name="connsiteX5" fmla="*/ 1148 w 6343"/>
                  <a:gd name="connsiteY5" fmla="*/ 1107 h 6345"/>
                  <a:gd name="connsiteX6" fmla="*/ 219 w 6343"/>
                  <a:gd name="connsiteY6" fmla="*/ 3350 h 6345"/>
                  <a:gd name="connsiteX7" fmla="*/ 1148 w 6343"/>
                  <a:gd name="connsiteY7" fmla="*/ 5594 h 6345"/>
                  <a:gd name="connsiteX8" fmla="*/ 3391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3"/>
                    </a:moveTo>
                    <a:cubicBezTo>
                      <a:pt x="4232" y="6523"/>
                      <a:pt x="5039" y="6189"/>
                      <a:pt x="5634" y="5594"/>
                    </a:cubicBezTo>
                    <a:cubicBezTo>
                      <a:pt x="6228" y="4999"/>
                      <a:pt x="6563" y="4192"/>
                      <a:pt x="6563" y="3350"/>
                    </a:cubicBezTo>
                    <a:cubicBezTo>
                      <a:pt x="6563" y="2509"/>
                      <a:pt x="6228" y="1702"/>
                      <a:pt x="5634" y="1107"/>
                    </a:cubicBezTo>
                    <a:cubicBezTo>
                      <a:pt x="5039" y="512"/>
                      <a:pt x="4232" y="177"/>
                      <a:pt x="3391" y="177"/>
                    </a:cubicBezTo>
                    <a:cubicBezTo>
                      <a:pt x="2550" y="177"/>
                      <a:pt x="1743" y="512"/>
                      <a:pt x="1148" y="1107"/>
                    </a:cubicBezTo>
                    <a:cubicBezTo>
                      <a:pt x="554" y="1702"/>
                      <a:pt x="219" y="2509"/>
                      <a:pt x="219" y="3350"/>
                    </a:cubicBezTo>
                    <a:cubicBezTo>
                      <a:pt x="219" y="4192"/>
                      <a:pt x="554" y="4999"/>
                      <a:pt x="1148" y="5594"/>
                    </a:cubicBezTo>
                    <a:cubicBezTo>
                      <a:pt x="1743" y="6189"/>
                      <a:pt x="2550" y="6523"/>
                      <a:pt x="3391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44" name="Freeform: Shape 13743">
                <a:extLst>
                  <a:ext uri="{FF2B5EF4-FFF2-40B4-BE49-F238E27FC236}">
                    <a16:creationId xmlns:a16="http://schemas.microsoft.com/office/drawing/2014/main" id="{5B41D88D-70E6-8BBA-1E86-3F1917A397AC}"/>
                  </a:ext>
                </a:extLst>
              </p:cNvPr>
              <p:cNvSpPr/>
              <p:nvPr/>
            </p:nvSpPr>
            <p:spPr>
              <a:xfrm>
                <a:off x="9190859" y="5729270"/>
                <a:ext cx="6343" cy="6345"/>
              </a:xfrm>
              <a:custGeom>
                <a:avLst/>
                <a:gdLst>
                  <a:gd name="connsiteX0" fmla="*/ 3391 w 6343"/>
                  <a:gd name="connsiteY0" fmla="*/ 6523 h 6345"/>
                  <a:gd name="connsiteX1" fmla="*/ 5633 w 6343"/>
                  <a:gd name="connsiteY1" fmla="*/ 5593 h 6345"/>
                  <a:gd name="connsiteX2" fmla="*/ 6562 w 6343"/>
                  <a:gd name="connsiteY2" fmla="*/ 3350 h 6345"/>
                  <a:gd name="connsiteX3" fmla="*/ 5633 w 6343"/>
                  <a:gd name="connsiteY3" fmla="*/ 1107 h 6345"/>
                  <a:gd name="connsiteX4" fmla="*/ 3391 w 6343"/>
                  <a:gd name="connsiteY4" fmla="*/ 177 h 6345"/>
                  <a:gd name="connsiteX5" fmla="*/ 1148 w 6343"/>
                  <a:gd name="connsiteY5" fmla="*/ 1107 h 6345"/>
                  <a:gd name="connsiteX6" fmla="*/ 219 w 6343"/>
                  <a:gd name="connsiteY6" fmla="*/ 3350 h 6345"/>
                  <a:gd name="connsiteX7" fmla="*/ 1148 w 6343"/>
                  <a:gd name="connsiteY7" fmla="*/ 5593 h 6345"/>
                  <a:gd name="connsiteX8" fmla="*/ 3391 w 6343"/>
                  <a:gd name="connsiteY8" fmla="*/ 652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3"/>
                    </a:moveTo>
                    <a:cubicBezTo>
                      <a:pt x="4232" y="6523"/>
                      <a:pt x="5039" y="6188"/>
                      <a:pt x="5633" y="5593"/>
                    </a:cubicBezTo>
                    <a:cubicBezTo>
                      <a:pt x="6228" y="4998"/>
                      <a:pt x="6562" y="4191"/>
                      <a:pt x="6562" y="3350"/>
                    </a:cubicBezTo>
                    <a:cubicBezTo>
                      <a:pt x="6562" y="2509"/>
                      <a:pt x="6228" y="1702"/>
                      <a:pt x="5633" y="1107"/>
                    </a:cubicBezTo>
                    <a:cubicBezTo>
                      <a:pt x="5039" y="512"/>
                      <a:pt x="4232" y="177"/>
                      <a:pt x="3391" y="177"/>
                    </a:cubicBezTo>
                    <a:cubicBezTo>
                      <a:pt x="2550" y="177"/>
                      <a:pt x="1743" y="512"/>
                      <a:pt x="1148" y="1107"/>
                    </a:cubicBezTo>
                    <a:cubicBezTo>
                      <a:pt x="553" y="1702"/>
                      <a:pt x="219" y="2509"/>
                      <a:pt x="219" y="3350"/>
                    </a:cubicBezTo>
                    <a:cubicBezTo>
                      <a:pt x="219" y="4191"/>
                      <a:pt x="553" y="4998"/>
                      <a:pt x="1148" y="5593"/>
                    </a:cubicBezTo>
                    <a:cubicBezTo>
                      <a:pt x="1743" y="6188"/>
                      <a:pt x="2550" y="6523"/>
                      <a:pt x="3391" y="6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45" name="Freeform: Shape 13744">
                <a:extLst>
                  <a:ext uri="{FF2B5EF4-FFF2-40B4-BE49-F238E27FC236}">
                    <a16:creationId xmlns:a16="http://schemas.microsoft.com/office/drawing/2014/main" id="{41CC4FC2-B502-18A5-E985-7F3BE420E449}"/>
                  </a:ext>
                </a:extLst>
              </p:cNvPr>
              <p:cNvSpPr/>
              <p:nvPr/>
            </p:nvSpPr>
            <p:spPr>
              <a:xfrm>
                <a:off x="9189421" y="5725629"/>
                <a:ext cx="6343" cy="6345"/>
              </a:xfrm>
              <a:custGeom>
                <a:avLst/>
                <a:gdLst>
                  <a:gd name="connsiteX0" fmla="*/ 3391 w 6343"/>
                  <a:gd name="connsiteY0" fmla="*/ 6522 h 6345"/>
                  <a:gd name="connsiteX1" fmla="*/ 5633 w 6343"/>
                  <a:gd name="connsiteY1" fmla="*/ 5593 h 6345"/>
                  <a:gd name="connsiteX2" fmla="*/ 6562 w 6343"/>
                  <a:gd name="connsiteY2" fmla="*/ 3350 h 6345"/>
                  <a:gd name="connsiteX3" fmla="*/ 5633 w 6343"/>
                  <a:gd name="connsiteY3" fmla="*/ 1106 h 6345"/>
                  <a:gd name="connsiteX4" fmla="*/ 3391 w 6343"/>
                  <a:gd name="connsiteY4" fmla="*/ 177 h 6345"/>
                  <a:gd name="connsiteX5" fmla="*/ 1148 w 6343"/>
                  <a:gd name="connsiteY5" fmla="*/ 1106 h 6345"/>
                  <a:gd name="connsiteX6" fmla="*/ 219 w 6343"/>
                  <a:gd name="connsiteY6" fmla="*/ 3350 h 6345"/>
                  <a:gd name="connsiteX7" fmla="*/ 1148 w 6343"/>
                  <a:gd name="connsiteY7" fmla="*/ 5593 h 6345"/>
                  <a:gd name="connsiteX8" fmla="*/ 3391 w 6343"/>
                  <a:gd name="connsiteY8" fmla="*/ 652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22"/>
                    </a:moveTo>
                    <a:cubicBezTo>
                      <a:pt x="4232" y="6522"/>
                      <a:pt x="5039" y="6188"/>
                      <a:pt x="5633" y="5593"/>
                    </a:cubicBezTo>
                    <a:cubicBezTo>
                      <a:pt x="6228" y="4998"/>
                      <a:pt x="6562" y="4191"/>
                      <a:pt x="6562" y="3350"/>
                    </a:cubicBezTo>
                    <a:cubicBezTo>
                      <a:pt x="6562" y="2508"/>
                      <a:pt x="6228" y="1701"/>
                      <a:pt x="5633" y="1106"/>
                    </a:cubicBezTo>
                    <a:cubicBezTo>
                      <a:pt x="5039" y="511"/>
                      <a:pt x="4232" y="177"/>
                      <a:pt x="3391" y="177"/>
                    </a:cubicBezTo>
                    <a:cubicBezTo>
                      <a:pt x="2550" y="177"/>
                      <a:pt x="1743" y="511"/>
                      <a:pt x="1148" y="1106"/>
                    </a:cubicBezTo>
                    <a:cubicBezTo>
                      <a:pt x="553" y="1701"/>
                      <a:pt x="219" y="2508"/>
                      <a:pt x="219" y="3350"/>
                    </a:cubicBezTo>
                    <a:cubicBezTo>
                      <a:pt x="219" y="4191"/>
                      <a:pt x="553" y="4998"/>
                      <a:pt x="1148" y="5593"/>
                    </a:cubicBezTo>
                    <a:cubicBezTo>
                      <a:pt x="1743" y="6188"/>
                      <a:pt x="2550" y="6522"/>
                      <a:pt x="3391" y="6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46" name="Freeform: Shape 13745">
                <a:extLst>
                  <a:ext uri="{FF2B5EF4-FFF2-40B4-BE49-F238E27FC236}">
                    <a16:creationId xmlns:a16="http://schemas.microsoft.com/office/drawing/2014/main" id="{0B7B441E-A073-A137-B1E1-3A00D7CECA4B}"/>
                  </a:ext>
                </a:extLst>
              </p:cNvPr>
              <p:cNvSpPr/>
              <p:nvPr/>
            </p:nvSpPr>
            <p:spPr>
              <a:xfrm>
                <a:off x="9252719" y="5614007"/>
                <a:ext cx="6343" cy="6345"/>
              </a:xfrm>
              <a:custGeom>
                <a:avLst/>
                <a:gdLst>
                  <a:gd name="connsiteX0" fmla="*/ 3396 w 6343"/>
                  <a:gd name="connsiteY0" fmla="*/ 6514 h 6345"/>
                  <a:gd name="connsiteX1" fmla="*/ 5638 w 6343"/>
                  <a:gd name="connsiteY1" fmla="*/ 5584 h 6345"/>
                  <a:gd name="connsiteX2" fmla="*/ 6567 w 6343"/>
                  <a:gd name="connsiteY2" fmla="*/ 3341 h 6345"/>
                  <a:gd name="connsiteX3" fmla="*/ 5638 w 6343"/>
                  <a:gd name="connsiteY3" fmla="*/ 1097 h 6345"/>
                  <a:gd name="connsiteX4" fmla="*/ 3396 w 6343"/>
                  <a:gd name="connsiteY4" fmla="*/ 168 h 6345"/>
                  <a:gd name="connsiteX5" fmla="*/ 1153 w 6343"/>
                  <a:gd name="connsiteY5" fmla="*/ 1097 h 6345"/>
                  <a:gd name="connsiteX6" fmla="*/ 224 w 6343"/>
                  <a:gd name="connsiteY6" fmla="*/ 3341 h 6345"/>
                  <a:gd name="connsiteX7" fmla="*/ 1153 w 6343"/>
                  <a:gd name="connsiteY7" fmla="*/ 5584 h 6345"/>
                  <a:gd name="connsiteX8" fmla="*/ 3396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14"/>
                    </a:moveTo>
                    <a:cubicBezTo>
                      <a:pt x="4237" y="6514"/>
                      <a:pt x="5044" y="6179"/>
                      <a:pt x="5638" y="5584"/>
                    </a:cubicBezTo>
                    <a:cubicBezTo>
                      <a:pt x="6233" y="4989"/>
                      <a:pt x="6567" y="4182"/>
                      <a:pt x="6567" y="3341"/>
                    </a:cubicBezTo>
                    <a:cubicBezTo>
                      <a:pt x="6567" y="2499"/>
                      <a:pt x="6233" y="1692"/>
                      <a:pt x="5638" y="1097"/>
                    </a:cubicBezTo>
                    <a:cubicBezTo>
                      <a:pt x="5044" y="502"/>
                      <a:pt x="4237" y="168"/>
                      <a:pt x="3396" y="168"/>
                    </a:cubicBezTo>
                    <a:cubicBezTo>
                      <a:pt x="2555" y="168"/>
                      <a:pt x="1748" y="502"/>
                      <a:pt x="1153" y="1097"/>
                    </a:cubicBezTo>
                    <a:cubicBezTo>
                      <a:pt x="558" y="1692"/>
                      <a:pt x="224" y="2499"/>
                      <a:pt x="224" y="3341"/>
                    </a:cubicBezTo>
                    <a:cubicBezTo>
                      <a:pt x="224" y="4182"/>
                      <a:pt x="558" y="4989"/>
                      <a:pt x="1153" y="5584"/>
                    </a:cubicBezTo>
                    <a:cubicBezTo>
                      <a:pt x="1748" y="6179"/>
                      <a:pt x="2555" y="6514"/>
                      <a:pt x="3396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47" name="Freeform: Shape 13746">
                <a:extLst>
                  <a:ext uri="{FF2B5EF4-FFF2-40B4-BE49-F238E27FC236}">
                    <a16:creationId xmlns:a16="http://schemas.microsoft.com/office/drawing/2014/main" id="{37EEE62A-68C3-6536-E85F-7B43D2306176}"/>
                  </a:ext>
                </a:extLst>
              </p:cNvPr>
              <p:cNvSpPr/>
              <p:nvPr/>
            </p:nvSpPr>
            <p:spPr>
              <a:xfrm>
                <a:off x="9251530" y="5611556"/>
                <a:ext cx="6343" cy="6345"/>
              </a:xfrm>
              <a:custGeom>
                <a:avLst/>
                <a:gdLst>
                  <a:gd name="connsiteX0" fmla="*/ 3396 w 6343"/>
                  <a:gd name="connsiteY0" fmla="*/ 6513 h 6345"/>
                  <a:gd name="connsiteX1" fmla="*/ 5638 w 6343"/>
                  <a:gd name="connsiteY1" fmla="*/ 5584 h 6345"/>
                  <a:gd name="connsiteX2" fmla="*/ 6567 w 6343"/>
                  <a:gd name="connsiteY2" fmla="*/ 3341 h 6345"/>
                  <a:gd name="connsiteX3" fmla="*/ 5638 w 6343"/>
                  <a:gd name="connsiteY3" fmla="*/ 1097 h 6345"/>
                  <a:gd name="connsiteX4" fmla="*/ 3396 w 6343"/>
                  <a:gd name="connsiteY4" fmla="*/ 168 h 6345"/>
                  <a:gd name="connsiteX5" fmla="*/ 1153 w 6343"/>
                  <a:gd name="connsiteY5" fmla="*/ 1097 h 6345"/>
                  <a:gd name="connsiteX6" fmla="*/ 224 w 6343"/>
                  <a:gd name="connsiteY6" fmla="*/ 3341 h 6345"/>
                  <a:gd name="connsiteX7" fmla="*/ 1153 w 6343"/>
                  <a:gd name="connsiteY7" fmla="*/ 5584 h 6345"/>
                  <a:gd name="connsiteX8" fmla="*/ 3396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13"/>
                    </a:moveTo>
                    <a:cubicBezTo>
                      <a:pt x="4237" y="6513"/>
                      <a:pt x="5043" y="6179"/>
                      <a:pt x="5638" y="5584"/>
                    </a:cubicBezTo>
                    <a:cubicBezTo>
                      <a:pt x="6233" y="4989"/>
                      <a:pt x="6567" y="4182"/>
                      <a:pt x="6567" y="3341"/>
                    </a:cubicBezTo>
                    <a:cubicBezTo>
                      <a:pt x="6567" y="2499"/>
                      <a:pt x="6233" y="1692"/>
                      <a:pt x="5638" y="1097"/>
                    </a:cubicBezTo>
                    <a:cubicBezTo>
                      <a:pt x="5043" y="502"/>
                      <a:pt x="4237" y="168"/>
                      <a:pt x="3396" y="168"/>
                    </a:cubicBezTo>
                    <a:cubicBezTo>
                      <a:pt x="2555" y="168"/>
                      <a:pt x="1748" y="502"/>
                      <a:pt x="1153" y="1097"/>
                    </a:cubicBezTo>
                    <a:cubicBezTo>
                      <a:pt x="558" y="1692"/>
                      <a:pt x="224" y="2499"/>
                      <a:pt x="224" y="3341"/>
                    </a:cubicBezTo>
                    <a:cubicBezTo>
                      <a:pt x="224" y="4182"/>
                      <a:pt x="558" y="4989"/>
                      <a:pt x="1153" y="5584"/>
                    </a:cubicBezTo>
                    <a:cubicBezTo>
                      <a:pt x="1748" y="6179"/>
                      <a:pt x="2555" y="6513"/>
                      <a:pt x="3396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48" name="Freeform: Shape 13747">
                <a:extLst>
                  <a:ext uri="{FF2B5EF4-FFF2-40B4-BE49-F238E27FC236}">
                    <a16:creationId xmlns:a16="http://schemas.microsoft.com/office/drawing/2014/main" id="{D37117CC-40BD-2C00-25C4-E2E011F0C07D}"/>
                  </a:ext>
                </a:extLst>
              </p:cNvPr>
              <p:cNvSpPr/>
              <p:nvPr/>
            </p:nvSpPr>
            <p:spPr>
              <a:xfrm>
                <a:off x="9248775" y="5611683"/>
                <a:ext cx="6343" cy="6345"/>
              </a:xfrm>
              <a:custGeom>
                <a:avLst/>
                <a:gdLst>
                  <a:gd name="connsiteX0" fmla="*/ 3395 w 6343"/>
                  <a:gd name="connsiteY0" fmla="*/ 6513 h 6345"/>
                  <a:gd name="connsiteX1" fmla="*/ 5638 w 6343"/>
                  <a:gd name="connsiteY1" fmla="*/ 5584 h 6345"/>
                  <a:gd name="connsiteX2" fmla="*/ 6567 w 6343"/>
                  <a:gd name="connsiteY2" fmla="*/ 3341 h 6345"/>
                  <a:gd name="connsiteX3" fmla="*/ 5638 w 6343"/>
                  <a:gd name="connsiteY3" fmla="*/ 1097 h 6345"/>
                  <a:gd name="connsiteX4" fmla="*/ 3395 w 6343"/>
                  <a:gd name="connsiteY4" fmla="*/ 168 h 6345"/>
                  <a:gd name="connsiteX5" fmla="*/ 1153 w 6343"/>
                  <a:gd name="connsiteY5" fmla="*/ 1097 h 6345"/>
                  <a:gd name="connsiteX6" fmla="*/ 224 w 6343"/>
                  <a:gd name="connsiteY6" fmla="*/ 3341 h 6345"/>
                  <a:gd name="connsiteX7" fmla="*/ 1153 w 6343"/>
                  <a:gd name="connsiteY7" fmla="*/ 5584 h 6345"/>
                  <a:gd name="connsiteX8" fmla="*/ 3395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13"/>
                    </a:moveTo>
                    <a:cubicBezTo>
                      <a:pt x="4237" y="6513"/>
                      <a:pt x="5043" y="6179"/>
                      <a:pt x="5638" y="5584"/>
                    </a:cubicBezTo>
                    <a:cubicBezTo>
                      <a:pt x="6233" y="4989"/>
                      <a:pt x="6567" y="4182"/>
                      <a:pt x="6567" y="3341"/>
                    </a:cubicBezTo>
                    <a:cubicBezTo>
                      <a:pt x="6567" y="2499"/>
                      <a:pt x="6233" y="1692"/>
                      <a:pt x="5638" y="1097"/>
                    </a:cubicBezTo>
                    <a:cubicBezTo>
                      <a:pt x="5043" y="502"/>
                      <a:pt x="4237" y="168"/>
                      <a:pt x="3395" y="168"/>
                    </a:cubicBezTo>
                    <a:cubicBezTo>
                      <a:pt x="2554" y="168"/>
                      <a:pt x="1748" y="502"/>
                      <a:pt x="1153" y="1097"/>
                    </a:cubicBezTo>
                    <a:cubicBezTo>
                      <a:pt x="558" y="1692"/>
                      <a:pt x="224" y="2499"/>
                      <a:pt x="224" y="3341"/>
                    </a:cubicBezTo>
                    <a:cubicBezTo>
                      <a:pt x="224" y="4182"/>
                      <a:pt x="558" y="4989"/>
                      <a:pt x="1153" y="5584"/>
                    </a:cubicBezTo>
                    <a:cubicBezTo>
                      <a:pt x="1748" y="6179"/>
                      <a:pt x="2554" y="6513"/>
                      <a:pt x="3395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49" name="Freeform: Shape 13748">
                <a:extLst>
                  <a:ext uri="{FF2B5EF4-FFF2-40B4-BE49-F238E27FC236}">
                    <a16:creationId xmlns:a16="http://schemas.microsoft.com/office/drawing/2014/main" id="{24E569A8-144D-29BB-B4AE-F5CF5E018D94}"/>
                  </a:ext>
                </a:extLst>
              </p:cNvPr>
              <p:cNvSpPr/>
              <p:nvPr/>
            </p:nvSpPr>
            <p:spPr>
              <a:xfrm>
                <a:off x="9247191" y="5609899"/>
                <a:ext cx="6343" cy="6345"/>
              </a:xfrm>
              <a:custGeom>
                <a:avLst/>
                <a:gdLst>
                  <a:gd name="connsiteX0" fmla="*/ 3395 w 6343"/>
                  <a:gd name="connsiteY0" fmla="*/ 6513 h 6345"/>
                  <a:gd name="connsiteX1" fmla="*/ 5638 w 6343"/>
                  <a:gd name="connsiteY1" fmla="*/ 5584 h 6345"/>
                  <a:gd name="connsiteX2" fmla="*/ 6567 w 6343"/>
                  <a:gd name="connsiteY2" fmla="*/ 3341 h 6345"/>
                  <a:gd name="connsiteX3" fmla="*/ 5638 w 6343"/>
                  <a:gd name="connsiteY3" fmla="*/ 1097 h 6345"/>
                  <a:gd name="connsiteX4" fmla="*/ 3395 w 6343"/>
                  <a:gd name="connsiteY4" fmla="*/ 168 h 6345"/>
                  <a:gd name="connsiteX5" fmla="*/ 1153 w 6343"/>
                  <a:gd name="connsiteY5" fmla="*/ 1097 h 6345"/>
                  <a:gd name="connsiteX6" fmla="*/ 224 w 6343"/>
                  <a:gd name="connsiteY6" fmla="*/ 3341 h 6345"/>
                  <a:gd name="connsiteX7" fmla="*/ 1153 w 6343"/>
                  <a:gd name="connsiteY7" fmla="*/ 5584 h 6345"/>
                  <a:gd name="connsiteX8" fmla="*/ 3395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13"/>
                    </a:moveTo>
                    <a:cubicBezTo>
                      <a:pt x="4236" y="6513"/>
                      <a:pt x="5043" y="6179"/>
                      <a:pt x="5638" y="5584"/>
                    </a:cubicBezTo>
                    <a:cubicBezTo>
                      <a:pt x="6233" y="4989"/>
                      <a:pt x="6567" y="4182"/>
                      <a:pt x="6567" y="3341"/>
                    </a:cubicBezTo>
                    <a:cubicBezTo>
                      <a:pt x="6567" y="2499"/>
                      <a:pt x="6233" y="1692"/>
                      <a:pt x="5638" y="1097"/>
                    </a:cubicBezTo>
                    <a:cubicBezTo>
                      <a:pt x="5043" y="502"/>
                      <a:pt x="4236" y="168"/>
                      <a:pt x="3395" y="168"/>
                    </a:cubicBezTo>
                    <a:cubicBezTo>
                      <a:pt x="2554" y="168"/>
                      <a:pt x="1747" y="502"/>
                      <a:pt x="1153" y="1097"/>
                    </a:cubicBezTo>
                    <a:cubicBezTo>
                      <a:pt x="558" y="1692"/>
                      <a:pt x="224" y="2499"/>
                      <a:pt x="224" y="3341"/>
                    </a:cubicBezTo>
                    <a:cubicBezTo>
                      <a:pt x="224" y="4182"/>
                      <a:pt x="558" y="4989"/>
                      <a:pt x="1153" y="5584"/>
                    </a:cubicBezTo>
                    <a:cubicBezTo>
                      <a:pt x="1747" y="6179"/>
                      <a:pt x="2554" y="6513"/>
                      <a:pt x="3395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50" name="Freeform: Shape 13749">
                <a:extLst>
                  <a:ext uri="{FF2B5EF4-FFF2-40B4-BE49-F238E27FC236}">
                    <a16:creationId xmlns:a16="http://schemas.microsoft.com/office/drawing/2014/main" id="{D4AE0927-4945-F2AA-56F0-58A528375304}"/>
                  </a:ext>
                </a:extLst>
              </p:cNvPr>
              <p:cNvSpPr/>
              <p:nvPr/>
            </p:nvSpPr>
            <p:spPr>
              <a:xfrm>
                <a:off x="9244496" y="5609885"/>
                <a:ext cx="6343" cy="6345"/>
              </a:xfrm>
              <a:custGeom>
                <a:avLst/>
                <a:gdLst>
                  <a:gd name="connsiteX0" fmla="*/ 3395 w 6343"/>
                  <a:gd name="connsiteY0" fmla="*/ 6513 h 6345"/>
                  <a:gd name="connsiteX1" fmla="*/ 5638 w 6343"/>
                  <a:gd name="connsiteY1" fmla="*/ 5584 h 6345"/>
                  <a:gd name="connsiteX2" fmla="*/ 6567 w 6343"/>
                  <a:gd name="connsiteY2" fmla="*/ 3341 h 6345"/>
                  <a:gd name="connsiteX3" fmla="*/ 5638 w 6343"/>
                  <a:gd name="connsiteY3" fmla="*/ 1097 h 6345"/>
                  <a:gd name="connsiteX4" fmla="*/ 3395 w 6343"/>
                  <a:gd name="connsiteY4" fmla="*/ 168 h 6345"/>
                  <a:gd name="connsiteX5" fmla="*/ 1152 w 6343"/>
                  <a:gd name="connsiteY5" fmla="*/ 1097 h 6345"/>
                  <a:gd name="connsiteX6" fmla="*/ 224 w 6343"/>
                  <a:gd name="connsiteY6" fmla="*/ 3341 h 6345"/>
                  <a:gd name="connsiteX7" fmla="*/ 1152 w 6343"/>
                  <a:gd name="connsiteY7" fmla="*/ 5584 h 6345"/>
                  <a:gd name="connsiteX8" fmla="*/ 3395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13"/>
                    </a:moveTo>
                    <a:cubicBezTo>
                      <a:pt x="4236" y="6513"/>
                      <a:pt x="5043" y="6179"/>
                      <a:pt x="5638" y="5584"/>
                    </a:cubicBezTo>
                    <a:cubicBezTo>
                      <a:pt x="6232" y="4989"/>
                      <a:pt x="6567" y="4182"/>
                      <a:pt x="6567" y="3341"/>
                    </a:cubicBezTo>
                    <a:cubicBezTo>
                      <a:pt x="6567" y="2499"/>
                      <a:pt x="6232" y="1692"/>
                      <a:pt x="5638" y="1097"/>
                    </a:cubicBezTo>
                    <a:cubicBezTo>
                      <a:pt x="5043" y="502"/>
                      <a:pt x="4236" y="168"/>
                      <a:pt x="3395" y="168"/>
                    </a:cubicBezTo>
                    <a:cubicBezTo>
                      <a:pt x="2554" y="168"/>
                      <a:pt x="1747" y="502"/>
                      <a:pt x="1152" y="1097"/>
                    </a:cubicBezTo>
                    <a:cubicBezTo>
                      <a:pt x="558" y="1692"/>
                      <a:pt x="224" y="2499"/>
                      <a:pt x="224" y="3341"/>
                    </a:cubicBezTo>
                    <a:cubicBezTo>
                      <a:pt x="224" y="4182"/>
                      <a:pt x="558" y="4989"/>
                      <a:pt x="1152" y="5584"/>
                    </a:cubicBezTo>
                    <a:cubicBezTo>
                      <a:pt x="1747" y="6179"/>
                      <a:pt x="2554" y="6513"/>
                      <a:pt x="3395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51" name="Freeform: Shape 13750">
                <a:extLst>
                  <a:ext uri="{FF2B5EF4-FFF2-40B4-BE49-F238E27FC236}">
                    <a16:creationId xmlns:a16="http://schemas.microsoft.com/office/drawing/2014/main" id="{9B49BC60-7B47-EF77-2C22-60E139564C71}"/>
                  </a:ext>
                </a:extLst>
              </p:cNvPr>
              <p:cNvSpPr/>
              <p:nvPr/>
            </p:nvSpPr>
            <p:spPr>
              <a:xfrm>
                <a:off x="9246604" y="5602353"/>
                <a:ext cx="6343" cy="6345"/>
              </a:xfrm>
              <a:custGeom>
                <a:avLst/>
                <a:gdLst>
                  <a:gd name="connsiteX0" fmla="*/ 3395 w 6343"/>
                  <a:gd name="connsiteY0" fmla="*/ 6513 h 6345"/>
                  <a:gd name="connsiteX1" fmla="*/ 5638 w 6343"/>
                  <a:gd name="connsiteY1" fmla="*/ 5583 h 6345"/>
                  <a:gd name="connsiteX2" fmla="*/ 6567 w 6343"/>
                  <a:gd name="connsiteY2" fmla="*/ 3340 h 6345"/>
                  <a:gd name="connsiteX3" fmla="*/ 5638 w 6343"/>
                  <a:gd name="connsiteY3" fmla="*/ 1097 h 6345"/>
                  <a:gd name="connsiteX4" fmla="*/ 3395 w 6343"/>
                  <a:gd name="connsiteY4" fmla="*/ 167 h 6345"/>
                  <a:gd name="connsiteX5" fmla="*/ 1153 w 6343"/>
                  <a:gd name="connsiteY5" fmla="*/ 1097 h 6345"/>
                  <a:gd name="connsiteX6" fmla="*/ 224 w 6343"/>
                  <a:gd name="connsiteY6" fmla="*/ 3340 h 6345"/>
                  <a:gd name="connsiteX7" fmla="*/ 1153 w 6343"/>
                  <a:gd name="connsiteY7" fmla="*/ 5583 h 6345"/>
                  <a:gd name="connsiteX8" fmla="*/ 3395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13"/>
                    </a:moveTo>
                    <a:cubicBezTo>
                      <a:pt x="4236" y="6513"/>
                      <a:pt x="5043" y="6178"/>
                      <a:pt x="5638" y="5583"/>
                    </a:cubicBezTo>
                    <a:cubicBezTo>
                      <a:pt x="6233" y="4988"/>
                      <a:pt x="6567" y="4181"/>
                      <a:pt x="6567" y="3340"/>
                    </a:cubicBezTo>
                    <a:cubicBezTo>
                      <a:pt x="6567" y="2499"/>
                      <a:pt x="6233" y="1692"/>
                      <a:pt x="5638" y="1097"/>
                    </a:cubicBezTo>
                    <a:cubicBezTo>
                      <a:pt x="5043" y="502"/>
                      <a:pt x="4236" y="167"/>
                      <a:pt x="3395" y="167"/>
                    </a:cubicBezTo>
                    <a:cubicBezTo>
                      <a:pt x="2554" y="167"/>
                      <a:pt x="1747" y="502"/>
                      <a:pt x="1153" y="1097"/>
                    </a:cubicBezTo>
                    <a:cubicBezTo>
                      <a:pt x="558" y="1692"/>
                      <a:pt x="224" y="2499"/>
                      <a:pt x="224" y="3340"/>
                    </a:cubicBezTo>
                    <a:cubicBezTo>
                      <a:pt x="224" y="4181"/>
                      <a:pt x="558" y="4988"/>
                      <a:pt x="1153" y="5583"/>
                    </a:cubicBezTo>
                    <a:cubicBezTo>
                      <a:pt x="1747" y="6178"/>
                      <a:pt x="2554" y="6513"/>
                      <a:pt x="3395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52" name="Freeform: Shape 13751">
                <a:extLst>
                  <a:ext uri="{FF2B5EF4-FFF2-40B4-BE49-F238E27FC236}">
                    <a16:creationId xmlns:a16="http://schemas.microsoft.com/office/drawing/2014/main" id="{6F50DC1D-95A1-F41C-D321-545880D27233}"/>
                  </a:ext>
                </a:extLst>
              </p:cNvPr>
              <p:cNvSpPr/>
              <p:nvPr/>
            </p:nvSpPr>
            <p:spPr>
              <a:xfrm>
                <a:off x="9243401" y="5603155"/>
                <a:ext cx="6343" cy="6345"/>
              </a:xfrm>
              <a:custGeom>
                <a:avLst/>
                <a:gdLst>
                  <a:gd name="connsiteX0" fmla="*/ 3395 w 6343"/>
                  <a:gd name="connsiteY0" fmla="*/ 6513 h 6345"/>
                  <a:gd name="connsiteX1" fmla="*/ 5638 w 6343"/>
                  <a:gd name="connsiteY1" fmla="*/ 5583 h 6345"/>
                  <a:gd name="connsiteX2" fmla="*/ 6567 w 6343"/>
                  <a:gd name="connsiteY2" fmla="*/ 3340 h 6345"/>
                  <a:gd name="connsiteX3" fmla="*/ 5638 w 6343"/>
                  <a:gd name="connsiteY3" fmla="*/ 1097 h 6345"/>
                  <a:gd name="connsiteX4" fmla="*/ 3395 w 6343"/>
                  <a:gd name="connsiteY4" fmla="*/ 167 h 6345"/>
                  <a:gd name="connsiteX5" fmla="*/ 1152 w 6343"/>
                  <a:gd name="connsiteY5" fmla="*/ 1097 h 6345"/>
                  <a:gd name="connsiteX6" fmla="*/ 223 w 6343"/>
                  <a:gd name="connsiteY6" fmla="*/ 3340 h 6345"/>
                  <a:gd name="connsiteX7" fmla="*/ 1152 w 6343"/>
                  <a:gd name="connsiteY7" fmla="*/ 5583 h 6345"/>
                  <a:gd name="connsiteX8" fmla="*/ 3395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13"/>
                    </a:moveTo>
                    <a:cubicBezTo>
                      <a:pt x="4236" y="6513"/>
                      <a:pt x="5043" y="6178"/>
                      <a:pt x="5638" y="5583"/>
                    </a:cubicBezTo>
                    <a:cubicBezTo>
                      <a:pt x="6232" y="4989"/>
                      <a:pt x="6567" y="4181"/>
                      <a:pt x="6567" y="3340"/>
                    </a:cubicBezTo>
                    <a:cubicBezTo>
                      <a:pt x="6567" y="2499"/>
                      <a:pt x="6232" y="1692"/>
                      <a:pt x="5638" y="1097"/>
                    </a:cubicBezTo>
                    <a:cubicBezTo>
                      <a:pt x="5043" y="502"/>
                      <a:pt x="4236" y="167"/>
                      <a:pt x="3395" y="167"/>
                    </a:cubicBezTo>
                    <a:cubicBezTo>
                      <a:pt x="2554" y="167"/>
                      <a:pt x="1747" y="502"/>
                      <a:pt x="1152" y="1097"/>
                    </a:cubicBezTo>
                    <a:cubicBezTo>
                      <a:pt x="558" y="1692"/>
                      <a:pt x="223" y="2499"/>
                      <a:pt x="223" y="3340"/>
                    </a:cubicBezTo>
                    <a:cubicBezTo>
                      <a:pt x="223" y="4181"/>
                      <a:pt x="558" y="4989"/>
                      <a:pt x="1152" y="5583"/>
                    </a:cubicBezTo>
                    <a:cubicBezTo>
                      <a:pt x="1747" y="6178"/>
                      <a:pt x="2554" y="6513"/>
                      <a:pt x="3395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53" name="Freeform: Shape 13752">
                <a:extLst>
                  <a:ext uri="{FF2B5EF4-FFF2-40B4-BE49-F238E27FC236}">
                    <a16:creationId xmlns:a16="http://schemas.microsoft.com/office/drawing/2014/main" id="{45248DA2-20CB-365A-11D8-A11B61164001}"/>
                  </a:ext>
                </a:extLst>
              </p:cNvPr>
              <p:cNvSpPr/>
              <p:nvPr/>
            </p:nvSpPr>
            <p:spPr>
              <a:xfrm>
                <a:off x="9216387" y="5617952"/>
                <a:ext cx="6343" cy="6345"/>
              </a:xfrm>
              <a:custGeom>
                <a:avLst/>
                <a:gdLst>
                  <a:gd name="connsiteX0" fmla="*/ 3393 w 6343"/>
                  <a:gd name="connsiteY0" fmla="*/ 6514 h 6345"/>
                  <a:gd name="connsiteX1" fmla="*/ 5635 w 6343"/>
                  <a:gd name="connsiteY1" fmla="*/ 5585 h 6345"/>
                  <a:gd name="connsiteX2" fmla="*/ 6564 w 6343"/>
                  <a:gd name="connsiteY2" fmla="*/ 3341 h 6345"/>
                  <a:gd name="connsiteX3" fmla="*/ 5635 w 6343"/>
                  <a:gd name="connsiteY3" fmla="*/ 1098 h 6345"/>
                  <a:gd name="connsiteX4" fmla="*/ 3393 w 6343"/>
                  <a:gd name="connsiteY4" fmla="*/ 169 h 6345"/>
                  <a:gd name="connsiteX5" fmla="*/ 1150 w 6343"/>
                  <a:gd name="connsiteY5" fmla="*/ 1098 h 6345"/>
                  <a:gd name="connsiteX6" fmla="*/ 221 w 6343"/>
                  <a:gd name="connsiteY6" fmla="*/ 3341 h 6345"/>
                  <a:gd name="connsiteX7" fmla="*/ 1150 w 6343"/>
                  <a:gd name="connsiteY7" fmla="*/ 5585 h 6345"/>
                  <a:gd name="connsiteX8" fmla="*/ 3393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14"/>
                    </a:moveTo>
                    <a:cubicBezTo>
                      <a:pt x="4234" y="6514"/>
                      <a:pt x="5041" y="6180"/>
                      <a:pt x="5635" y="5585"/>
                    </a:cubicBezTo>
                    <a:cubicBezTo>
                      <a:pt x="6230" y="4990"/>
                      <a:pt x="6564" y="4183"/>
                      <a:pt x="6564" y="3341"/>
                    </a:cubicBezTo>
                    <a:cubicBezTo>
                      <a:pt x="6564" y="2500"/>
                      <a:pt x="6230" y="1693"/>
                      <a:pt x="5635" y="1098"/>
                    </a:cubicBezTo>
                    <a:cubicBezTo>
                      <a:pt x="5041" y="503"/>
                      <a:pt x="4234" y="169"/>
                      <a:pt x="3393" y="169"/>
                    </a:cubicBezTo>
                    <a:cubicBezTo>
                      <a:pt x="2552" y="169"/>
                      <a:pt x="1745" y="503"/>
                      <a:pt x="1150" y="1098"/>
                    </a:cubicBezTo>
                    <a:cubicBezTo>
                      <a:pt x="555" y="1693"/>
                      <a:pt x="221" y="2500"/>
                      <a:pt x="221" y="3341"/>
                    </a:cubicBezTo>
                    <a:cubicBezTo>
                      <a:pt x="221" y="4183"/>
                      <a:pt x="555" y="4990"/>
                      <a:pt x="1150" y="5585"/>
                    </a:cubicBezTo>
                    <a:cubicBezTo>
                      <a:pt x="1745" y="6180"/>
                      <a:pt x="2552" y="6514"/>
                      <a:pt x="3393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54" name="Freeform: Shape 13753">
                <a:extLst>
                  <a:ext uri="{FF2B5EF4-FFF2-40B4-BE49-F238E27FC236}">
                    <a16:creationId xmlns:a16="http://schemas.microsoft.com/office/drawing/2014/main" id="{1CC94BFC-2CD0-609F-EC0B-069409EA5B8D}"/>
                  </a:ext>
                </a:extLst>
              </p:cNvPr>
              <p:cNvSpPr/>
              <p:nvPr/>
            </p:nvSpPr>
            <p:spPr>
              <a:xfrm>
                <a:off x="9211779" y="5616031"/>
                <a:ext cx="6343" cy="6345"/>
              </a:xfrm>
              <a:custGeom>
                <a:avLst/>
                <a:gdLst>
                  <a:gd name="connsiteX0" fmla="*/ 3392 w 6343"/>
                  <a:gd name="connsiteY0" fmla="*/ 6514 h 6345"/>
                  <a:gd name="connsiteX1" fmla="*/ 5635 w 6343"/>
                  <a:gd name="connsiteY1" fmla="*/ 5585 h 6345"/>
                  <a:gd name="connsiteX2" fmla="*/ 6564 w 6343"/>
                  <a:gd name="connsiteY2" fmla="*/ 3341 h 6345"/>
                  <a:gd name="connsiteX3" fmla="*/ 5635 w 6343"/>
                  <a:gd name="connsiteY3" fmla="*/ 1098 h 6345"/>
                  <a:gd name="connsiteX4" fmla="*/ 3392 w 6343"/>
                  <a:gd name="connsiteY4" fmla="*/ 168 h 6345"/>
                  <a:gd name="connsiteX5" fmla="*/ 1150 w 6343"/>
                  <a:gd name="connsiteY5" fmla="*/ 1098 h 6345"/>
                  <a:gd name="connsiteX6" fmla="*/ 221 w 6343"/>
                  <a:gd name="connsiteY6" fmla="*/ 3341 h 6345"/>
                  <a:gd name="connsiteX7" fmla="*/ 1150 w 6343"/>
                  <a:gd name="connsiteY7" fmla="*/ 5585 h 6345"/>
                  <a:gd name="connsiteX8" fmla="*/ 3392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14"/>
                    </a:moveTo>
                    <a:cubicBezTo>
                      <a:pt x="4234" y="6514"/>
                      <a:pt x="5040" y="6179"/>
                      <a:pt x="5635" y="5585"/>
                    </a:cubicBezTo>
                    <a:cubicBezTo>
                      <a:pt x="6230" y="4990"/>
                      <a:pt x="6564" y="4182"/>
                      <a:pt x="6564" y="3341"/>
                    </a:cubicBezTo>
                    <a:cubicBezTo>
                      <a:pt x="6564" y="2500"/>
                      <a:pt x="6230" y="1693"/>
                      <a:pt x="5635" y="1098"/>
                    </a:cubicBezTo>
                    <a:cubicBezTo>
                      <a:pt x="5040" y="503"/>
                      <a:pt x="4234" y="168"/>
                      <a:pt x="3392" y="168"/>
                    </a:cubicBezTo>
                    <a:cubicBezTo>
                      <a:pt x="2551" y="168"/>
                      <a:pt x="1745" y="503"/>
                      <a:pt x="1150" y="1098"/>
                    </a:cubicBezTo>
                    <a:cubicBezTo>
                      <a:pt x="555" y="1693"/>
                      <a:pt x="221" y="2500"/>
                      <a:pt x="221" y="3341"/>
                    </a:cubicBezTo>
                    <a:cubicBezTo>
                      <a:pt x="221" y="4182"/>
                      <a:pt x="555" y="4990"/>
                      <a:pt x="1150" y="5585"/>
                    </a:cubicBezTo>
                    <a:cubicBezTo>
                      <a:pt x="1745" y="6179"/>
                      <a:pt x="2551" y="6514"/>
                      <a:pt x="3392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55" name="Freeform: Shape 13754">
                <a:extLst>
                  <a:ext uri="{FF2B5EF4-FFF2-40B4-BE49-F238E27FC236}">
                    <a16:creationId xmlns:a16="http://schemas.microsoft.com/office/drawing/2014/main" id="{9C8F66FB-FE69-299A-E965-3C4DDC831968}"/>
                  </a:ext>
                </a:extLst>
              </p:cNvPr>
              <p:cNvSpPr/>
              <p:nvPr/>
            </p:nvSpPr>
            <p:spPr>
              <a:xfrm>
                <a:off x="9203701" y="5614612"/>
                <a:ext cx="6343" cy="6345"/>
              </a:xfrm>
              <a:custGeom>
                <a:avLst/>
                <a:gdLst>
                  <a:gd name="connsiteX0" fmla="*/ 3392 w 6343"/>
                  <a:gd name="connsiteY0" fmla="*/ 6514 h 6345"/>
                  <a:gd name="connsiteX1" fmla="*/ 5634 w 6343"/>
                  <a:gd name="connsiteY1" fmla="*/ 5584 h 6345"/>
                  <a:gd name="connsiteX2" fmla="*/ 6563 w 6343"/>
                  <a:gd name="connsiteY2" fmla="*/ 3341 h 6345"/>
                  <a:gd name="connsiteX3" fmla="*/ 5634 w 6343"/>
                  <a:gd name="connsiteY3" fmla="*/ 1098 h 6345"/>
                  <a:gd name="connsiteX4" fmla="*/ 3392 w 6343"/>
                  <a:gd name="connsiteY4" fmla="*/ 168 h 6345"/>
                  <a:gd name="connsiteX5" fmla="*/ 1149 w 6343"/>
                  <a:gd name="connsiteY5" fmla="*/ 1098 h 6345"/>
                  <a:gd name="connsiteX6" fmla="*/ 220 w 6343"/>
                  <a:gd name="connsiteY6" fmla="*/ 3341 h 6345"/>
                  <a:gd name="connsiteX7" fmla="*/ 1149 w 6343"/>
                  <a:gd name="connsiteY7" fmla="*/ 5584 h 6345"/>
                  <a:gd name="connsiteX8" fmla="*/ 3392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14"/>
                    </a:moveTo>
                    <a:cubicBezTo>
                      <a:pt x="4233" y="6514"/>
                      <a:pt x="5040" y="6179"/>
                      <a:pt x="5634" y="5584"/>
                    </a:cubicBezTo>
                    <a:cubicBezTo>
                      <a:pt x="6229" y="4989"/>
                      <a:pt x="6563" y="4182"/>
                      <a:pt x="6563" y="3341"/>
                    </a:cubicBezTo>
                    <a:cubicBezTo>
                      <a:pt x="6563" y="2500"/>
                      <a:pt x="6229" y="1692"/>
                      <a:pt x="5634" y="1098"/>
                    </a:cubicBezTo>
                    <a:cubicBezTo>
                      <a:pt x="5040" y="503"/>
                      <a:pt x="4233" y="168"/>
                      <a:pt x="3392" y="168"/>
                    </a:cubicBezTo>
                    <a:cubicBezTo>
                      <a:pt x="2551" y="168"/>
                      <a:pt x="1744" y="503"/>
                      <a:pt x="1149" y="1098"/>
                    </a:cubicBezTo>
                    <a:cubicBezTo>
                      <a:pt x="554" y="1692"/>
                      <a:pt x="220" y="2500"/>
                      <a:pt x="220" y="3341"/>
                    </a:cubicBezTo>
                    <a:cubicBezTo>
                      <a:pt x="220" y="4182"/>
                      <a:pt x="554" y="4989"/>
                      <a:pt x="1149" y="5584"/>
                    </a:cubicBezTo>
                    <a:cubicBezTo>
                      <a:pt x="1744" y="6179"/>
                      <a:pt x="2551" y="6514"/>
                      <a:pt x="3392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56" name="Freeform: Shape 13755">
                <a:extLst>
                  <a:ext uri="{FF2B5EF4-FFF2-40B4-BE49-F238E27FC236}">
                    <a16:creationId xmlns:a16="http://schemas.microsoft.com/office/drawing/2014/main" id="{40742E1E-FAFB-3E9A-DF5D-E2F48A0DE0F7}"/>
                  </a:ext>
                </a:extLst>
              </p:cNvPr>
              <p:cNvSpPr/>
              <p:nvPr/>
            </p:nvSpPr>
            <p:spPr>
              <a:xfrm>
                <a:off x="9194190" y="5614807"/>
                <a:ext cx="6343" cy="6345"/>
              </a:xfrm>
              <a:custGeom>
                <a:avLst/>
                <a:gdLst>
                  <a:gd name="connsiteX0" fmla="*/ 3391 w 6343"/>
                  <a:gd name="connsiteY0" fmla="*/ 6514 h 6345"/>
                  <a:gd name="connsiteX1" fmla="*/ 5634 w 6343"/>
                  <a:gd name="connsiteY1" fmla="*/ 5584 h 6345"/>
                  <a:gd name="connsiteX2" fmla="*/ 6563 w 6343"/>
                  <a:gd name="connsiteY2" fmla="*/ 3341 h 6345"/>
                  <a:gd name="connsiteX3" fmla="*/ 5634 w 6343"/>
                  <a:gd name="connsiteY3" fmla="*/ 1098 h 6345"/>
                  <a:gd name="connsiteX4" fmla="*/ 3391 w 6343"/>
                  <a:gd name="connsiteY4" fmla="*/ 168 h 6345"/>
                  <a:gd name="connsiteX5" fmla="*/ 1148 w 6343"/>
                  <a:gd name="connsiteY5" fmla="*/ 1098 h 6345"/>
                  <a:gd name="connsiteX6" fmla="*/ 220 w 6343"/>
                  <a:gd name="connsiteY6" fmla="*/ 3341 h 6345"/>
                  <a:gd name="connsiteX7" fmla="*/ 1148 w 6343"/>
                  <a:gd name="connsiteY7" fmla="*/ 5584 h 6345"/>
                  <a:gd name="connsiteX8" fmla="*/ 3391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4"/>
                    </a:moveTo>
                    <a:cubicBezTo>
                      <a:pt x="4232" y="6514"/>
                      <a:pt x="5039" y="6179"/>
                      <a:pt x="5634" y="5584"/>
                    </a:cubicBezTo>
                    <a:cubicBezTo>
                      <a:pt x="6228" y="4989"/>
                      <a:pt x="6563" y="4182"/>
                      <a:pt x="6563" y="3341"/>
                    </a:cubicBezTo>
                    <a:cubicBezTo>
                      <a:pt x="6563" y="2500"/>
                      <a:pt x="6228" y="1692"/>
                      <a:pt x="5634" y="1098"/>
                    </a:cubicBezTo>
                    <a:cubicBezTo>
                      <a:pt x="5039" y="503"/>
                      <a:pt x="4232" y="168"/>
                      <a:pt x="3391" y="168"/>
                    </a:cubicBezTo>
                    <a:cubicBezTo>
                      <a:pt x="2550" y="168"/>
                      <a:pt x="1743" y="503"/>
                      <a:pt x="1148" y="1098"/>
                    </a:cubicBezTo>
                    <a:cubicBezTo>
                      <a:pt x="554" y="1692"/>
                      <a:pt x="220" y="2500"/>
                      <a:pt x="220" y="3341"/>
                    </a:cubicBezTo>
                    <a:cubicBezTo>
                      <a:pt x="220" y="4182"/>
                      <a:pt x="554" y="4989"/>
                      <a:pt x="1148" y="5584"/>
                    </a:cubicBezTo>
                    <a:cubicBezTo>
                      <a:pt x="1743" y="6179"/>
                      <a:pt x="2550" y="6514"/>
                      <a:pt x="3391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57" name="Freeform: Shape 13756">
                <a:extLst>
                  <a:ext uri="{FF2B5EF4-FFF2-40B4-BE49-F238E27FC236}">
                    <a16:creationId xmlns:a16="http://schemas.microsoft.com/office/drawing/2014/main" id="{5203F190-F1A7-C6B9-CB6F-DB0A7F64AA61}"/>
                  </a:ext>
                </a:extLst>
              </p:cNvPr>
              <p:cNvSpPr/>
              <p:nvPr/>
            </p:nvSpPr>
            <p:spPr>
              <a:xfrm>
                <a:off x="9191537" y="5614139"/>
                <a:ext cx="6343" cy="6345"/>
              </a:xfrm>
              <a:custGeom>
                <a:avLst/>
                <a:gdLst>
                  <a:gd name="connsiteX0" fmla="*/ 3391 w 6343"/>
                  <a:gd name="connsiteY0" fmla="*/ 6514 h 6345"/>
                  <a:gd name="connsiteX1" fmla="*/ 5634 w 6343"/>
                  <a:gd name="connsiteY1" fmla="*/ 5584 h 6345"/>
                  <a:gd name="connsiteX2" fmla="*/ 6562 w 6343"/>
                  <a:gd name="connsiteY2" fmla="*/ 3341 h 6345"/>
                  <a:gd name="connsiteX3" fmla="*/ 5634 w 6343"/>
                  <a:gd name="connsiteY3" fmla="*/ 1097 h 6345"/>
                  <a:gd name="connsiteX4" fmla="*/ 3391 w 6343"/>
                  <a:gd name="connsiteY4" fmla="*/ 168 h 6345"/>
                  <a:gd name="connsiteX5" fmla="*/ 1148 w 6343"/>
                  <a:gd name="connsiteY5" fmla="*/ 1097 h 6345"/>
                  <a:gd name="connsiteX6" fmla="*/ 219 w 6343"/>
                  <a:gd name="connsiteY6" fmla="*/ 3341 h 6345"/>
                  <a:gd name="connsiteX7" fmla="*/ 1148 w 6343"/>
                  <a:gd name="connsiteY7" fmla="*/ 5584 h 6345"/>
                  <a:gd name="connsiteX8" fmla="*/ 3391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4"/>
                    </a:moveTo>
                    <a:cubicBezTo>
                      <a:pt x="4232" y="6514"/>
                      <a:pt x="5039" y="6179"/>
                      <a:pt x="5634" y="5584"/>
                    </a:cubicBezTo>
                    <a:cubicBezTo>
                      <a:pt x="6228" y="4989"/>
                      <a:pt x="6562" y="4182"/>
                      <a:pt x="6562" y="3341"/>
                    </a:cubicBezTo>
                    <a:cubicBezTo>
                      <a:pt x="6562" y="2499"/>
                      <a:pt x="6228" y="1692"/>
                      <a:pt x="5634" y="1097"/>
                    </a:cubicBezTo>
                    <a:cubicBezTo>
                      <a:pt x="5039" y="503"/>
                      <a:pt x="4232" y="168"/>
                      <a:pt x="3391" y="168"/>
                    </a:cubicBezTo>
                    <a:cubicBezTo>
                      <a:pt x="2550" y="168"/>
                      <a:pt x="1743" y="503"/>
                      <a:pt x="1148" y="1097"/>
                    </a:cubicBezTo>
                    <a:cubicBezTo>
                      <a:pt x="554" y="1692"/>
                      <a:pt x="219" y="2499"/>
                      <a:pt x="219" y="3341"/>
                    </a:cubicBezTo>
                    <a:cubicBezTo>
                      <a:pt x="219" y="4182"/>
                      <a:pt x="554" y="4989"/>
                      <a:pt x="1148" y="5584"/>
                    </a:cubicBezTo>
                    <a:cubicBezTo>
                      <a:pt x="1743" y="6179"/>
                      <a:pt x="2550" y="6514"/>
                      <a:pt x="3391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58" name="Freeform: Shape 13757">
                <a:extLst>
                  <a:ext uri="{FF2B5EF4-FFF2-40B4-BE49-F238E27FC236}">
                    <a16:creationId xmlns:a16="http://schemas.microsoft.com/office/drawing/2014/main" id="{95B150B3-F809-C11A-D960-BCF6C376103F}"/>
                  </a:ext>
                </a:extLst>
              </p:cNvPr>
              <p:cNvSpPr/>
              <p:nvPr/>
            </p:nvSpPr>
            <p:spPr>
              <a:xfrm>
                <a:off x="9187994" y="5614562"/>
                <a:ext cx="6343" cy="6345"/>
              </a:xfrm>
              <a:custGeom>
                <a:avLst/>
                <a:gdLst>
                  <a:gd name="connsiteX0" fmla="*/ 3391 w 6343"/>
                  <a:gd name="connsiteY0" fmla="*/ 6514 h 6345"/>
                  <a:gd name="connsiteX1" fmla="*/ 5633 w 6343"/>
                  <a:gd name="connsiteY1" fmla="*/ 5584 h 6345"/>
                  <a:gd name="connsiteX2" fmla="*/ 6562 w 6343"/>
                  <a:gd name="connsiteY2" fmla="*/ 3341 h 6345"/>
                  <a:gd name="connsiteX3" fmla="*/ 5633 w 6343"/>
                  <a:gd name="connsiteY3" fmla="*/ 1097 h 6345"/>
                  <a:gd name="connsiteX4" fmla="*/ 3391 w 6343"/>
                  <a:gd name="connsiteY4" fmla="*/ 168 h 6345"/>
                  <a:gd name="connsiteX5" fmla="*/ 1148 w 6343"/>
                  <a:gd name="connsiteY5" fmla="*/ 1097 h 6345"/>
                  <a:gd name="connsiteX6" fmla="*/ 219 w 6343"/>
                  <a:gd name="connsiteY6" fmla="*/ 3341 h 6345"/>
                  <a:gd name="connsiteX7" fmla="*/ 1148 w 6343"/>
                  <a:gd name="connsiteY7" fmla="*/ 5584 h 6345"/>
                  <a:gd name="connsiteX8" fmla="*/ 3391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4"/>
                    </a:moveTo>
                    <a:cubicBezTo>
                      <a:pt x="4232" y="6514"/>
                      <a:pt x="5038" y="6179"/>
                      <a:pt x="5633" y="5584"/>
                    </a:cubicBezTo>
                    <a:cubicBezTo>
                      <a:pt x="6228" y="4989"/>
                      <a:pt x="6562" y="4182"/>
                      <a:pt x="6562" y="3341"/>
                    </a:cubicBezTo>
                    <a:cubicBezTo>
                      <a:pt x="6562" y="2500"/>
                      <a:pt x="6228" y="1692"/>
                      <a:pt x="5633" y="1097"/>
                    </a:cubicBezTo>
                    <a:cubicBezTo>
                      <a:pt x="5038" y="503"/>
                      <a:pt x="4232" y="168"/>
                      <a:pt x="3391" y="168"/>
                    </a:cubicBezTo>
                    <a:cubicBezTo>
                      <a:pt x="2550" y="168"/>
                      <a:pt x="1743" y="503"/>
                      <a:pt x="1148" y="1097"/>
                    </a:cubicBezTo>
                    <a:cubicBezTo>
                      <a:pt x="553" y="1692"/>
                      <a:pt x="219" y="2500"/>
                      <a:pt x="219" y="3341"/>
                    </a:cubicBezTo>
                    <a:cubicBezTo>
                      <a:pt x="219" y="4182"/>
                      <a:pt x="553" y="4989"/>
                      <a:pt x="1148" y="5584"/>
                    </a:cubicBezTo>
                    <a:cubicBezTo>
                      <a:pt x="1743" y="6179"/>
                      <a:pt x="2550" y="6514"/>
                      <a:pt x="3391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59" name="Freeform: Shape 13758">
                <a:extLst>
                  <a:ext uri="{FF2B5EF4-FFF2-40B4-BE49-F238E27FC236}">
                    <a16:creationId xmlns:a16="http://schemas.microsoft.com/office/drawing/2014/main" id="{C2DDEEB7-2563-82C2-1DB5-73C27E6F2835}"/>
                  </a:ext>
                </a:extLst>
              </p:cNvPr>
              <p:cNvSpPr/>
              <p:nvPr/>
            </p:nvSpPr>
            <p:spPr>
              <a:xfrm>
                <a:off x="9186110" y="5612886"/>
                <a:ext cx="6343" cy="6345"/>
              </a:xfrm>
              <a:custGeom>
                <a:avLst/>
                <a:gdLst>
                  <a:gd name="connsiteX0" fmla="*/ 3390 w 6343"/>
                  <a:gd name="connsiteY0" fmla="*/ 6514 h 6345"/>
                  <a:gd name="connsiteX1" fmla="*/ 5633 w 6343"/>
                  <a:gd name="connsiteY1" fmla="*/ 5584 h 6345"/>
                  <a:gd name="connsiteX2" fmla="*/ 6562 w 6343"/>
                  <a:gd name="connsiteY2" fmla="*/ 3341 h 6345"/>
                  <a:gd name="connsiteX3" fmla="*/ 5633 w 6343"/>
                  <a:gd name="connsiteY3" fmla="*/ 1097 h 6345"/>
                  <a:gd name="connsiteX4" fmla="*/ 3390 w 6343"/>
                  <a:gd name="connsiteY4" fmla="*/ 168 h 6345"/>
                  <a:gd name="connsiteX5" fmla="*/ 1148 w 6343"/>
                  <a:gd name="connsiteY5" fmla="*/ 1097 h 6345"/>
                  <a:gd name="connsiteX6" fmla="*/ 219 w 6343"/>
                  <a:gd name="connsiteY6" fmla="*/ 3341 h 6345"/>
                  <a:gd name="connsiteX7" fmla="*/ 1148 w 6343"/>
                  <a:gd name="connsiteY7" fmla="*/ 5584 h 6345"/>
                  <a:gd name="connsiteX8" fmla="*/ 3390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4"/>
                    </a:moveTo>
                    <a:cubicBezTo>
                      <a:pt x="4232" y="6514"/>
                      <a:pt x="5038" y="6179"/>
                      <a:pt x="5633" y="5584"/>
                    </a:cubicBezTo>
                    <a:cubicBezTo>
                      <a:pt x="6228" y="4989"/>
                      <a:pt x="6562" y="4182"/>
                      <a:pt x="6562" y="3341"/>
                    </a:cubicBezTo>
                    <a:cubicBezTo>
                      <a:pt x="6562" y="2499"/>
                      <a:pt x="6228" y="1692"/>
                      <a:pt x="5633" y="1097"/>
                    </a:cubicBezTo>
                    <a:cubicBezTo>
                      <a:pt x="5038" y="502"/>
                      <a:pt x="4232" y="168"/>
                      <a:pt x="3390" y="168"/>
                    </a:cubicBezTo>
                    <a:cubicBezTo>
                      <a:pt x="2549" y="168"/>
                      <a:pt x="1743" y="502"/>
                      <a:pt x="1148" y="1097"/>
                    </a:cubicBezTo>
                    <a:cubicBezTo>
                      <a:pt x="553" y="1692"/>
                      <a:pt x="219" y="2499"/>
                      <a:pt x="219" y="3341"/>
                    </a:cubicBezTo>
                    <a:cubicBezTo>
                      <a:pt x="219" y="4182"/>
                      <a:pt x="553" y="4989"/>
                      <a:pt x="1148" y="5584"/>
                    </a:cubicBezTo>
                    <a:cubicBezTo>
                      <a:pt x="1743" y="6179"/>
                      <a:pt x="2549" y="6514"/>
                      <a:pt x="3390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60" name="Freeform: Shape 13759">
                <a:extLst>
                  <a:ext uri="{FF2B5EF4-FFF2-40B4-BE49-F238E27FC236}">
                    <a16:creationId xmlns:a16="http://schemas.microsoft.com/office/drawing/2014/main" id="{6E7A4A68-28BB-838A-EC11-D33DAE9A660F}"/>
                  </a:ext>
                </a:extLst>
              </p:cNvPr>
              <p:cNvSpPr/>
              <p:nvPr/>
            </p:nvSpPr>
            <p:spPr>
              <a:xfrm>
                <a:off x="9182786" y="5612968"/>
                <a:ext cx="6343" cy="6345"/>
              </a:xfrm>
              <a:custGeom>
                <a:avLst/>
                <a:gdLst>
                  <a:gd name="connsiteX0" fmla="*/ 3390 w 6343"/>
                  <a:gd name="connsiteY0" fmla="*/ 6514 h 6345"/>
                  <a:gd name="connsiteX1" fmla="*/ 5633 w 6343"/>
                  <a:gd name="connsiteY1" fmla="*/ 5584 h 6345"/>
                  <a:gd name="connsiteX2" fmla="*/ 6562 w 6343"/>
                  <a:gd name="connsiteY2" fmla="*/ 3341 h 6345"/>
                  <a:gd name="connsiteX3" fmla="*/ 5633 w 6343"/>
                  <a:gd name="connsiteY3" fmla="*/ 1097 h 6345"/>
                  <a:gd name="connsiteX4" fmla="*/ 3390 w 6343"/>
                  <a:gd name="connsiteY4" fmla="*/ 168 h 6345"/>
                  <a:gd name="connsiteX5" fmla="*/ 1148 w 6343"/>
                  <a:gd name="connsiteY5" fmla="*/ 1097 h 6345"/>
                  <a:gd name="connsiteX6" fmla="*/ 219 w 6343"/>
                  <a:gd name="connsiteY6" fmla="*/ 3341 h 6345"/>
                  <a:gd name="connsiteX7" fmla="*/ 1148 w 6343"/>
                  <a:gd name="connsiteY7" fmla="*/ 5584 h 6345"/>
                  <a:gd name="connsiteX8" fmla="*/ 3390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4"/>
                    </a:moveTo>
                    <a:cubicBezTo>
                      <a:pt x="4231" y="6514"/>
                      <a:pt x="5038" y="6179"/>
                      <a:pt x="5633" y="5584"/>
                    </a:cubicBezTo>
                    <a:cubicBezTo>
                      <a:pt x="6228" y="4989"/>
                      <a:pt x="6562" y="4182"/>
                      <a:pt x="6562" y="3341"/>
                    </a:cubicBezTo>
                    <a:cubicBezTo>
                      <a:pt x="6562" y="2499"/>
                      <a:pt x="6228" y="1692"/>
                      <a:pt x="5633" y="1097"/>
                    </a:cubicBezTo>
                    <a:cubicBezTo>
                      <a:pt x="5038" y="502"/>
                      <a:pt x="4231" y="168"/>
                      <a:pt x="3390" y="168"/>
                    </a:cubicBezTo>
                    <a:cubicBezTo>
                      <a:pt x="2549" y="168"/>
                      <a:pt x="1742" y="502"/>
                      <a:pt x="1148" y="1097"/>
                    </a:cubicBezTo>
                    <a:cubicBezTo>
                      <a:pt x="553" y="1692"/>
                      <a:pt x="219" y="2499"/>
                      <a:pt x="219" y="3341"/>
                    </a:cubicBezTo>
                    <a:cubicBezTo>
                      <a:pt x="219" y="4182"/>
                      <a:pt x="553" y="4989"/>
                      <a:pt x="1148" y="5584"/>
                    </a:cubicBezTo>
                    <a:cubicBezTo>
                      <a:pt x="1742" y="6179"/>
                      <a:pt x="2549" y="6514"/>
                      <a:pt x="3390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61" name="Freeform: Shape 13760">
                <a:extLst>
                  <a:ext uri="{FF2B5EF4-FFF2-40B4-BE49-F238E27FC236}">
                    <a16:creationId xmlns:a16="http://schemas.microsoft.com/office/drawing/2014/main" id="{F6889F0A-C565-174C-D407-92911EED94B4}"/>
                  </a:ext>
                </a:extLst>
              </p:cNvPr>
              <p:cNvSpPr/>
              <p:nvPr/>
            </p:nvSpPr>
            <p:spPr>
              <a:xfrm>
                <a:off x="9178773" y="5609875"/>
                <a:ext cx="6343" cy="6345"/>
              </a:xfrm>
              <a:custGeom>
                <a:avLst/>
                <a:gdLst>
                  <a:gd name="connsiteX0" fmla="*/ 3390 w 6343"/>
                  <a:gd name="connsiteY0" fmla="*/ 6513 h 6345"/>
                  <a:gd name="connsiteX1" fmla="*/ 5633 w 6343"/>
                  <a:gd name="connsiteY1" fmla="*/ 5584 h 6345"/>
                  <a:gd name="connsiteX2" fmla="*/ 6561 w 6343"/>
                  <a:gd name="connsiteY2" fmla="*/ 3341 h 6345"/>
                  <a:gd name="connsiteX3" fmla="*/ 5633 w 6343"/>
                  <a:gd name="connsiteY3" fmla="*/ 1097 h 6345"/>
                  <a:gd name="connsiteX4" fmla="*/ 3390 w 6343"/>
                  <a:gd name="connsiteY4" fmla="*/ 168 h 6345"/>
                  <a:gd name="connsiteX5" fmla="*/ 1147 w 6343"/>
                  <a:gd name="connsiteY5" fmla="*/ 1097 h 6345"/>
                  <a:gd name="connsiteX6" fmla="*/ 218 w 6343"/>
                  <a:gd name="connsiteY6" fmla="*/ 3341 h 6345"/>
                  <a:gd name="connsiteX7" fmla="*/ 1147 w 6343"/>
                  <a:gd name="connsiteY7" fmla="*/ 5584 h 6345"/>
                  <a:gd name="connsiteX8" fmla="*/ 3390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3"/>
                    </a:moveTo>
                    <a:cubicBezTo>
                      <a:pt x="4231" y="6513"/>
                      <a:pt x="5038" y="6179"/>
                      <a:pt x="5633" y="5584"/>
                    </a:cubicBezTo>
                    <a:cubicBezTo>
                      <a:pt x="6227" y="4989"/>
                      <a:pt x="6561" y="4182"/>
                      <a:pt x="6561" y="3341"/>
                    </a:cubicBezTo>
                    <a:cubicBezTo>
                      <a:pt x="6561" y="2499"/>
                      <a:pt x="6227" y="1692"/>
                      <a:pt x="5633" y="1097"/>
                    </a:cubicBezTo>
                    <a:cubicBezTo>
                      <a:pt x="5038" y="502"/>
                      <a:pt x="4231" y="168"/>
                      <a:pt x="3390" y="168"/>
                    </a:cubicBezTo>
                    <a:cubicBezTo>
                      <a:pt x="2549" y="168"/>
                      <a:pt x="1742" y="502"/>
                      <a:pt x="1147" y="1097"/>
                    </a:cubicBezTo>
                    <a:cubicBezTo>
                      <a:pt x="553" y="1692"/>
                      <a:pt x="218" y="2499"/>
                      <a:pt x="218" y="3341"/>
                    </a:cubicBezTo>
                    <a:cubicBezTo>
                      <a:pt x="218" y="4182"/>
                      <a:pt x="553" y="4989"/>
                      <a:pt x="1147" y="5584"/>
                    </a:cubicBezTo>
                    <a:cubicBezTo>
                      <a:pt x="1742" y="6179"/>
                      <a:pt x="2549" y="6513"/>
                      <a:pt x="3390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62" name="Freeform: Shape 13761">
                <a:extLst>
                  <a:ext uri="{FF2B5EF4-FFF2-40B4-BE49-F238E27FC236}">
                    <a16:creationId xmlns:a16="http://schemas.microsoft.com/office/drawing/2014/main" id="{9BD83DA3-1337-E621-8C4F-72B22877752D}"/>
                  </a:ext>
                </a:extLst>
              </p:cNvPr>
              <p:cNvSpPr/>
              <p:nvPr/>
            </p:nvSpPr>
            <p:spPr>
              <a:xfrm>
                <a:off x="9175036" y="5610358"/>
                <a:ext cx="6343" cy="6345"/>
              </a:xfrm>
              <a:custGeom>
                <a:avLst/>
                <a:gdLst>
                  <a:gd name="connsiteX0" fmla="*/ 3390 w 6343"/>
                  <a:gd name="connsiteY0" fmla="*/ 6513 h 6345"/>
                  <a:gd name="connsiteX1" fmla="*/ 5632 w 6343"/>
                  <a:gd name="connsiteY1" fmla="*/ 5584 h 6345"/>
                  <a:gd name="connsiteX2" fmla="*/ 6561 w 6343"/>
                  <a:gd name="connsiteY2" fmla="*/ 3341 h 6345"/>
                  <a:gd name="connsiteX3" fmla="*/ 5632 w 6343"/>
                  <a:gd name="connsiteY3" fmla="*/ 1097 h 6345"/>
                  <a:gd name="connsiteX4" fmla="*/ 3390 w 6343"/>
                  <a:gd name="connsiteY4" fmla="*/ 168 h 6345"/>
                  <a:gd name="connsiteX5" fmla="*/ 1147 w 6343"/>
                  <a:gd name="connsiteY5" fmla="*/ 1097 h 6345"/>
                  <a:gd name="connsiteX6" fmla="*/ 218 w 6343"/>
                  <a:gd name="connsiteY6" fmla="*/ 3341 h 6345"/>
                  <a:gd name="connsiteX7" fmla="*/ 1147 w 6343"/>
                  <a:gd name="connsiteY7" fmla="*/ 5584 h 6345"/>
                  <a:gd name="connsiteX8" fmla="*/ 3390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13"/>
                    </a:moveTo>
                    <a:cubicBezTo>
                      <a:pt x="4231" y="6513"/>
                      <a:pt x="5037" y="6179"/>
                      <a:pt x="5632" y="5584"/>
                    </a:cubicBezTo>
                    <a:cubicBezTo>
                      <a:pt x="6227" y="4989"/>
                      <a:pt x="6561" y="4182"/>
                      <a:pt x="6561" y="3341"/>
                    </a:cubicBezTo>
                    <a:cubicBezTo>
                      <a:pt x="6561" y="2499"/>
                      <a:pt x="6227" y="1692"/>
                      <a:pt x="5632" y="1097"/>
                    </a:cubicBezTo>
                    <a:cubicBezTo>
                      <a:pt x="5037" y="502"/>
                      <a:pt x="4231" y="168"/>
                      <a:pt x="3390" y="168"/>
                    </a:cubicBezTo>
                    <a:cubicBezTo>
                      <a:pt x="2548" y="168"/>
                      <a:pt x="1742" y="502"/>
                      <a:pt x="1147" y="1097"/>
                    </a:cubicBezTo>
                    <a:cubicBezTo>
                      <a:pt x="552" y="1692"/>
                      <a:pt x="218" y="2499"/>
                      <a:pt x="218" y="3341"/>
                    </a:cubicBezTo>
                    <a:cubicBezTo>
                      <a:pt x="218" y="4182"/>
                      <a:pt x="552" y="4989"/>
                      <a:pt x="1147" y="5584"/>
                    </a:cubicBezTo>
                    <a:cubicBezTo>
                      <a:pt x="1742" y="6179"/>
                      <a:pt x="2548" y="6513"/>
                      <a:pt x="3390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63" name="Freeform: Shape 13762">
                <a:extLst>
                  <a:ext uri="{FF2B5EF4-FFF2-40B4-BE49-F238E27FC236}">
                    <a16:creationId xmlns:a16="http://schemas.microsoft.com/office/drawing/2014/main" id="{E1433039-48BE-A7E2-1807-45E9B674BB1F}"/>
                  </a:ext>
                </a:extLst>
              </p:cNvPr>
              <p:cNvSpPr/>
              <p:nvPr/>
            </p:nvSpPr>
            <p:spPr>
              <a:xfrm>
                <a:off x="9171420" y="5606748"/>
                <a:ext cx="6343" cy="6345"/>
              </a:xfrm>
              <a:custGeom>
                <a:avLst/>
                <a:gdLst>
                  <a:gd name="connsiteX0" fmla="*/ 3389 w 6343"/>
                  <a:gd name="connsiteY0" fmla="*/ 6513 h 6345"/>
                  <a:gd name="connsiteX1" fmla="*/ 5632 w 6343"/>
                  <a:gd name="connsiteY1" fmla="*/ 5584 h 6345"/>
                  <a:gd name="connsiteX2" fmla="*/ 6561 w 6343"/>
                  <a:gd name="connsiteY2" fmla="*/ 3340 h 6345"/>
                  <a:gd name="connsiteX3" fmla="*/ 5632 w 6343"/>
                  <a:gd name="connsiteY3" fmla="*/ 1097 h 6345"/>
                  <a:gd name="connsiteX4" fmla="*/ 3389 w 6343"/>
                  <a:gd name="connsiteY4" fmla="*/ 168 h 6345"/>
                  <a:gd name="connsiteX5" fmla="*/ 1147 w 6343"/>
                  <a:gd name="connsiteY5" fmla="*/ 1097 h 6345"/>
                  <a:gd name="connsiteX6" fmla="*/ 218 w 6343"/>
                  <a:gd name="connsiteY6" fmla="*/ 3340 h 6345"/>
                  <a:gd name="connsiteX7" fmla="*/ 1147 w 6343"/>
                  <a:gd name="connsiteY7" fmla="*/ 5584 h 6345"/>
                  <a:gd name="connsiteX8" fmla="*/ 3389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13"/>
                    </a:moveTo>
                    <a:cubicBezTo>
                      <a:pt x="4230" y="6513"/>
                      <a:pt x="5037" y="6179"/>
                      <a:pt x="5632" y="5584"/>
                    </a:cubicBezTo>
                    <a:cubicBezTo>
                      <a:pt x="6227" y="4989"/>
                      <a:pt x="6561" y="4182"/>
                      <a:pt x="6561" y="3340"/>
                    </a:cubicBezTo>
                    <a:cubicBezTo>
                      <a:pt x="6561" y="2499"/>
                      <a:pt x="6227" y="1692"/>
                      <a:pt x="5632" y="1097"/>
                    </a:cubicBezTo>
                    <a:cubicBezTo>
                      <a:pt x="5037" y="502"/>
                      <a:pt x="4230" y="168"/>
                      <a:pt x="3389" y="168"/>
                    </a:cubicBezTo>
                    <a:cubicBezTo>
                      <a:pt x="2548" y="168"/>
                      <a:pt x="1741" y="502"/>
                      <a:pt x="1147" y="1097"/>
                    </a:cubicBezTo>
                    <a:cubicBezTo>
                      <a:pt x="552" y="1692"/>
                      <a:pt x="218" y="2499"/>
                      <a:pt x="218" y="3340"/>
                    </a:cubicBezTo>
                    <a:cubicBezTo>
                      <a:pt x="218" y="4182"/>
                      <a:pt x="552" y="4989"/>
                      <a:pt x="1147" y="5584"/>
                    </a:cubicBezTo>
                    <a:cubicBezTo>
                      <a:pt x="1741" y="6179"/>
                      <a:pt x="2548" y="6513"/>
                      <a:pt x="3389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64" name="Freeform: Shape 13763">
                <a:extLst>
                  <a:ext uri="{FF2B5EF4-FFF2-40B4-BE49-F238E27FC236}">
                    <a16:creationId xmlns:a16="http://schemas.microsoft.com/office/drawing/2014/main" id="{F37EB96B-449A-41F1-4718-7D0BCA8C5670}"/>
                  </a:ext>
                </a:extLst>
              </p:cNvPr>
              <p:cNvSpPr/>
              <p:nvPr/>
            </p:nvSpPr>
            <p:spPr>
              <a:xfrm>
                <a:off x="9233781" y="5532354"/>
                <a:ext cx="6343" cy="6345"/>
              </a:xfrm>
              <a:custGeom>
                <a:avLst/>
                <a:gdLst>
                  <a:gd name="connsiteX0" fmla="*/ 3394 w 6343"/>
                  <a:gd name="connsiteY0" fmla="*/ 6507 h 6345"/>
                  <a:gd name="connsiteX1" fmla="*/ 5637 w 6343"/>
                  <a:gd name="connsiteY1" fmla="*/ 5578 h 6345"/>
                  <a:gd name="connsiteX2" fmla="*/ 6566 w 6343"/>
                  <a:gd name="connsiteY2" fmla="*/ 3334 h 6345"/>
                  <a:gd name="connsiteX3" fmla="*/ 5637 w 6343"/>
                  <a:gd name="connsiteY3" fmla="*/ 1091 h 6345"/>
                  <a:gd name="connsiteX4" fmla="*/ 3394 w 6343"/>
                  <a:gd name="connsiteY4" fmla="*/ 162 h 6345"/>
                  <a:gd name="connsiteX5" fmla="*/ 1152 w 6343"/>
                  <a:gd name="connsiteY5" fmla="*/ 1091 h 6345"/>
                  <a:gd name="connsiteX6" fmla="*/ 223 w 6343"/>
                  <a:gd name="connsiteY6" fmla="*/ 3334 h 6345"/>
                  <a:gd name="connsiteX7" fmla="*/ 1152 w 6343"/>
                  <a:gd name="connsiteY7" fmla="*/ 5578 h 6345"/>
                  <a:gd name="connsiteX8" fmla="*/ 339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7"/>
                    </a:moveTo>
                    <a:cubicBezTo>
                      <a:pt x="4235" y="6507"/>
                      <a:pt x="5042" y="6173"/>
                      <a:pt x="5637" y="5578"/>
                    </a:cubicBezTo>
                    <a:cubicBezTo>
                      <a:pt x="6232" y="4983"/>
                      <a:pt x="6566" y="4176"/>
                      <a:pt x="6566" y="3334"/>
                    </a:cubicBezTo>
                    <a:cubicBezTo>
                      <a:pt x="6566" y="2493"/>
                      <a:pt x="6232" y="1686"/>
                      <a:pt x="5637" y="1091"/>
                    </a:cubicBezTo>
                    <a:cubicBezTo>
                      <a:pt x="5042" y="496"/>
                      <a:pt x="4235" y="162"/>
                      <a:pt x="3394" y="162"/>
                    </a:cubicBezTo>
                    <a:cubicBezTo>
                      <a:pt x="2553" y="162"/>
                      <a:pt x="1746" y="496"/>
                      <a:pt x="1152" y="1091"/>
                    </a:cubicBezTo>
                    <a:cubicBezTo>
                      <a:pt x="557" y="1686"/>
                      <a:pt x="223" y="2493"/>
                      <a:pt x="223" y="3334"/>
                    </a:cubicBezTo>
                    <a:cubicBezTo>
                      <a:pt x="223" y="4176"/>
                      <a:pt x="557" y="4983"/>
                      <a:pt x="1152" y="5578"/>
                    </a:cubicBezTo>
                    <a:cubicBezTo>
                      <a:pt x="1746" y="6173"/>
                      <a:pt x="2553" y="6507"/>
                      <a:pt x="339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65" name="Freeform: Shape 13764">
                <a:extLst>
                  <a:ext uri="{FF2B5EF4-FFF2-40B4-BE49-F238E27FC236}">
                    <a16:creationId xmlns:a16="http://schemas.microsoft.com/office/drawing/2014/main" id="{DE03DC93-A7DF-22DB-880E-4BD3DCACABEE}"/>
                  </a:ext>
                </a:extLst>
              </p:cNvPr>
              <p:cNvSpPr/>
              <p:nvPr/>
            </p:nvSpPr>
            <p:spPr>
              <a:xfrm>
                <a:off x="9234385" y="5528752"/>
                <a:ext cx="6343" cy="6345"/>
              </a:xfrm>
              <a:custGeom>
                <a:avLst/>
                <a:gdLst>
                  <a:gd name="connsiteX0" fmla="*/ 3394 w 6343"/>
                  <a:gd name="connsiteY0" fmla="*/ 6507 h 6345"/>
                  <a:gd name="connsiteX1" fmla="*/ 5637 w 6343"/>
                  <a:gd name="connsiteY1" fmla="*/ 5578 h 6345"/>
                  <a:gd name="connsiteX2" fmla="*/ 6566 w 6343"/>
                  <a:gd name="connsiteY2" fmla="*/ 3334 h 6345"/>
                  <a:gd name="connsiteX3" fmla="*/ 5637 w 6343"/>
                  <a:gd name="connsiteY3" fmla="*/ 1091 h 6345"/>
                  <a:gd name="connsiteX4" fmla="*/ 3394 w 6343"/>
                  <a:gd name="connsiteY4" fmla="*/ 161 h 6345"/>
                  <a:gd name="connsiteX5" fmla="*/ 1152 w 6343"/>
                  <a:gd name="connsiteY5" fmla="*/ 1091 h 6345"/>
                  <a:gd name="connsiteX6" fmla="*/ 223 w 6343"/>
                  <a:gd name="connsiteY6" fmla="*/ 3334 h 6345"/>
                  <a:gd name="connsiteX7" fmla="*/ 1152 w 6343"/>
                  <a:gd name="connsiteY7" fmla="*/ 5578 h 6345"/>
                  <a:gd name="connsiteX8" fmla="*/ 339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7"/>
                    </a:moveTo>
                    <a:cubicBezTo>
                      <a:pt x="4235" y="6507"/>
                      <a:pt x="5042" y="6173"/>
                      <a:pt x="5637" y="5578"/>
                    </a:cubicBezTo>
                    <a:cubicBezTo>
                      <a:pt x="6232" y="4983"/>
                      <a:pt x="6566" y="4176"/>
                      <a:pt x="6566" y="3334"/>
                    </a:cubicBezTo>
                    <a:cubicBezTo>
                      <a:pt x="6566" y="2493"/>
                      <a:pt x="6232" y="1686"/>
                      <a:pt x="5637" y="1091"/>
                    </a:cubicBezTo>
                    <a:cubicBezTo>
                      <a:pt x="5042" y="496"/>
                      <a:pt x="4235" y="161"/>
                      <a:pt x="3394" y="161"/>
                    </a:cubicBezTo>
                    <a:cubicBezTo>
                      <a:pt x="2553" y="161"/>
                      <a:pt x="1746" y="496"/>
                      <a:pt x="1152" y="1091"/>
                    </a:cubicBezTo>
                    <a:cubicBezTo>
                      <a:pt x="557" y="1686"/>
                      <a:pt x="223" y="2493"/>
                      <a:pt x="223" y="3334"/>
                    </a:cubicBezTo>
                    <a:cubicBezTo>
                      <a:pt x="223" y="4176"/>
                      <a:pt x="557" y="4983"/>
                      <a:pt x="1152" y="5578"/>
                    </a:cubicBezTo>
                    <a:cubicBezTo>
                      <a:pt x="1746" y="6173"/>
                      <a:pt x="2553" y="6507"/>
                      <a:pt x="339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66" name="Freeform: Shape 13765">
                <a:extLst>
                  <a:ext uri="{FF2B5EF4-FFF2-40B4-BE49-F238E27FC236}">
                    <a16:creationId xmlns:a16="http://schemas.microsoft.com/office/drawing/2014/main" id="{94298481-3A42-BBEB-B52A-ADBC38FD877C}"/>
                  </a:ext>
                </a:extLst>
              </p:cNvPr>
              <p:cNvSpPr/>
              <p:nvPr/>
            </p:nvSpPr>
            <p:spPr>
              <a:xfrm>
                <a:off x="9232410" y="5528055"/>
                <a:ext cx="6343" cy="6345"/>
              </a:xfrm>
              <a:custGeom>
                <a:avLst/>
                <a:gdLst>
                  <a:gd name="connsiteX0" fmla="*/ 3394 w 6343"/>
                  <a:gd name="connsiteY0" fmla="*/ 6507 h 6345"/>
                  <a:gd name="connsiteX1" fmla="*/ 5637 w 6343"/>
                  <a:gd name="connsiteY1" fmla="*/ 5578 h 6345"/>
                  <a:gd name="connsiteX2" fmla="*/ 6566 w 6343"/>
                  <a:gd name="connsiteY2" fmla="*/ 3334 h 6345"/>
                  <a:gd name="connsiteX3" fmla="*/ 5637 w 6343"/>
                  <a:gd name="connsiteY3" fmla="*/ 1091 h 6345"/>
                  <a:gd name="connsiteX4" fmla="*/ 3394 w 6343"/>
                  <a:gd name="connsiteY4" fmla="*/ 161 h 6345"/>
                  <a:gd name="connsiteX5" fmla="*/ 1151 w 6343"/>
                  <a:gd name="connsiteY5" fmla="*/ 1091 h 6345"/>
                  <a:gd name="connsiteX6" fmla="*/ 223 w 6343"/>
                  <a:gd name="connsiteY6" fmla="*/ 3334 h 6345"/>
                  <a:gd name="connsiteX7" fmla="*/ 1151 w 6343"/>
                  <a:gd name="connsiteY7" fmla="*/ 5578 h 6345"/>
                  <a:gd name="connsiteX8" fmla="*/ 339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7"/>
                    </a:moveTo>
                    <a:cubicBezTo>
                      <a:pt x="4235" y="6507"/>
                      <a:pt x="5042" y="6173"/>
                      <a:pt x="5637" y="5578"/>
                    </a:cubicBezTo>
                    <a:cubicBezTo>
                      <a:pt x="6231" y="4983"/>
                      <a:pt x="6566" y="4176"/>
                      <a:pt x="6566" y="3334"/>
                    </a:cubicBezTo>
                    <a:cubicBezTo>
                      <a:pt x="6566" y="2493"/>
                      <a:pt x="6231" y="1686"/>
                      <a:pt x="5637" y="1091"/>
                    </a:cubicBezTo>
                    <a:cubicBezTo>
                      <a:pt x="5042" y="496"/>
                      <a:pt x="4235" y="161"/>
                      <a:pt x="3394" y="161"/>
                    </a:cubicBezTo>
                    <a:cubicBezTo>
                      <a:pt x="2553" y="161"/>
                      <a:pt x="1746" y="496"/>
                      <a:pt x="1151" y="1091"/>
                    </a:cubicBezTo>
                    <a:cubicBezTo>
                      <a:pt x="557" y="1686"/>
                      <a:pt x="223" y="2493"/>
                      <a:pt x="223" y="3334"/>
                    </a:cubicBezTo>
                    <a:cubicBezTo>
                      <a:pt x="223" y="4176"/>
                      <a:pt x="557" y="4983"/>
                      <a:pt x="1151" y="5578"/>
                    </a:cubicBezTo>
                    <a:cubicBezTo>
                      <a:pt x="1746" y="6173"/>
                      <a:pt x="2553" y="6507"/>
                      <a:pt x="339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67" name="Freeform: Shape 13766">
                <a:extLst>
                  <a:ext uri="{FF2B5EF4-FFF2-40B4-BE49-F238E27FC236}">
                    <a16:creationId xmlns:a16="http://schemas.microsoft.com/office/drawing/2014/main" id="{B55D617D-359E-FEAC-2BDB-DC87AAE87176}"/>
                  </a:ext>
                </a:extLst>
              </p:cNvPr>
              <p:cNvSpPr/>
              <p:nvPr/>
            </p:nvSpPr>
            <p:spPr>
              <a:xfrm>
                <a:off x="9230644" y="5527114"/>
                <a:ext cx="6343" cy="6345"/>
              </a:xfrm>
              <a:custGeom>
                <a:avLst/>
                <a:gdLst>
                  <a:gd name="connsiteX0" fmla="*/ 3394 w 6343"/>
                  <a:gd name="connsiteY0" fmla="*/ 6507 h 6345"/>
                  <a:gd name="connsiteX1" fmla="*/ 5637 w 6343"/>
                  <a:gd name="connsiteY1" fmla="*/ 5578 h 6345"/>
                  <a:gd name="connsiteX2" fmla="*/ 6566 w 6343"/>
                  <a:gd name="connsiteY2" fmla="*/ 3334 h 6345"/>
                  <a:gd name="connsiteX3" fmla="*/ 5637 w 6343"/>
                  <a:gd name="connsiteY3" fmla="*/ 1091 h 6345"/>
                  <a:gd name="connsiteX4" fmla="*/ 3394 w 6343"/>
                  <a:gd name="connsiteY4" fmla="*/ 161 h 6345"/>
                  <a:gd name="connsiteX5" fmla="*/ 1151 w 6343"/>
                  <a:gd name="connsiteY5" fmla="*/ 1091 h 6345"/>
                  <a:gd name="connsiteX6" fmla="*/ 222 w 6343"/>
                  <a:gd name="connsiteY6" fmla="*/ 3334 h 6345"/>
                  <a:gd name="connsiteX7" fmla="*/ 1151 w 6343"/>
                  <a:gd name="connsiteY7" fmla="*/ 5578 h 6345"/>
                  <a:gd name="connsiteX8" fmla="*/ 339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7"/>
                    </a:moveTo>
                    <a:cubicBezTo>
                      <a:pt x="4235" y="6507"/>
                      <a:pt x="5042" y="6172"/>
                      <a:pt x="5637" y="5578"/>
                    </a:cubicBezTo>
                    <a:cubicBezTo>
                      <a:pt x="6231" y="4983"/>
                      <a:pt x="6566" y="4175"/>
                      <a:pt x="6566" y="3334"/>
                    </a:cubicBezTo>
                    <a:cubicBezTo>
                      <a:pt x="6566" y="2493"/>
                      <a:pt x="6231" y="1686"/>
                      <a:pt x="5637" y="1091"/>
                    </a:cubicBezTo>
                    <a:cubicBezTo>
                      <a:pt x="5042" y="496"/>
                      <a:pt x="4235" y="161"/>
                      <a:pt x="3394" y="161"/>
                    </a:cubicBezTo>
                    <a:cubicBezTo>
                      <a:pt x="2553" y="161"/>
                      <a:pt x="1746" y="496"/>
                      <a:pt x="1151" y="1091"/>
                    </a:cubicBezTo>
                    <a:cubicBezTo>
                      <a:pt x="557" y="1686"/>
                      <a:pt x="222" y="2493"/>
                      <a:pt x="222" y="3334"/>
                    </a:cubicBezTo>
                    <a:cubicBezTo>
                      <a:pt x="222" y="4175"/>
                      <a:pt x="557" y="4983"/>
                      <a:pt x="1151" y="5578"/>
                    </a:cubicBezTo>
                    <a:cubicBezTo>
                      <a:pt x="1746" y="6172"/>
                      <a:pt x="2553" y="6507"/>
                      <a:pt x="339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68" name="Freeform: Shape 13767">
                <a:extLst>
                  <a:ext uri="{FF2B5EF4-FFF2-40B4-BE49-F238E27FC236}">
                    <a16:creationId xmlns:a16="http://schemas.microsoft.com/office/drawing/2014/main" id="{71215C64-0D39-8F44-FDE2-EDE82AD7786D}"/>
                  </a:ext>
                </a:extLst>
              </p:cNvPr>
              <p:cNvSpPr/>
              <p:nvPr/>
            </p:nvSpPr>
            <p:spPr>
              <a:xfrm>
                <a:off x="9228334" y="5526750"/>
                <a:ext cx="6343" cy="6345"/>
              </a:xfrm>
              <a:custGeom>
                <a:avLst/>
                <a:gdLst>
                  <a:gd name="connsiteX0" fmla="*/ 3394 w 6343"/>
                  <a:gd name="connsiteY0" fmla="*/ 6507 h 6345"/>
                  <a:gd name="connsiteX1" fmla="*/ 5636 w 6343"/>
                  <a:gd name="connsiteY1" fmla="*/ 5577 h 6345"/>
                  <a:gd name="connsiteX2" fmla="*/ 6565 w 6343"/>
                  <a:gd name="connsiteY2" fmla="*/ 3334 h 6345"/>
                  <a:gd name="connsiteX3" fmla="*/ 5636 w 6343"/>
                  <a:gd name="connsiteY3" fmla="*/ 1091 h 6345"/>
                  <a:gd name="connsiteX4" fmla="*/ 3394 w 6343"/>
                  <a:gd name="connsiteY4" fmla="*/ 161 h 6345"/>
                  <a:gd name="connsiteX5" fmla="*/ 1151 w 6343"/>
                  <a:gd name="connsiteY5" fmla="*/ 1091 h 6345"/>
                  <a:gd name="connsiteX6" fmla="*/ 222 w 6343"/>
                  <a:gd name="connsiteY6" fmla="*/ 3334 h 6345"/>
                  <a:gd name="connsiteX7" fmla="*/ 1151 w 6343"/>
                  <a:gd name="connsiteY7" fmla="*/ 5577 h 6345"/>
                  <a:gd name="connsiteX8" fmla="*/ 339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7"/>
                    </a:moveTo>
                    <a:cubicBezTo>
                      <a:pt x="4235" y="6507"/>
                      <a:pt x="5042" y="6172"/>
                      <a:pt x="5636" y="5577"/>
                    </a:cubicBezTo>
                    <a:cubicBezTo>
                      <a:pt x="6231" y="4983"/>
                      <a:pt x="6565" y="4175"/>
                      <a:pt x="6565" y="3334"/>
                    </a:cubicBezTo>
                    <a:cubicBezTo>
                      <a:pt x="6565" y="2493"/>
                      <a:pt x="6231" y="1686"/>
                      <a:pt x="5636" y="1091"/>
                    </a:cubicBezTo>
                    <a:cubicBezTo>
                      <a:pt x="5042" y="496"/>
                      <a:pt x="4235" y="161"/>
                      <a:pt x="3394" y="161"/>
                    </a:cubicBezTo>
                    <a:cubicBezTo>
                      <a:pt x="2553" y="161"/>
                      <a:pt x="1746" y="496"/>
                      <a:pt x="1151" y="1091"/>
                    </a:cubicBezTo>
                    <a:cubicBezTo>
                      <a:pt x="556" y="1686"/>
                      <a:pt x="222" y="2493"/>
                      <a:pt x="222" y="3334"/>
                    </a:cubicBezTo>
                    <a:cubicBezTo>
                      <a:pt x="222" y="4175"/>
                      <a:pt x="556" y="4983"/>
                      <a:pt x="1151" y="5577"/>
                    </a:cubicBezTo>
                    <a:cubicBezTo>
                      <a:pt x="1746" y="6172"/>
                      <a:pt x="2553" y="6507"/>
                      <a:pt x="339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69" name="Freeform: Shape 13768">
                <a:extLst>
                  <a:ext uri="{FF2B5EF4-FFF2-40B4-BE49-F238E27FC236}">
                    <a16:creationId xmlns:a16="http://schemas.microsoft.com/office/drawing/2014/main" id="{A4DCA977-A1E8-C777-3BA0-F968A0D4E41D}"/>
                  </a:ext>
                </a:extLst>
              </p:cNvPr>
              <p:cNvSpPr/>
              <p:nvPr/>
            </p:nvSpPr>
            <p:spPr>
              <a:xfrm>
                <a:off x="9194877" y="5556249"/>
                <a:ext cx="6343" cy="6345"/>
              </a:xfrm>
              <a:custGeom>
                <a:avLst/>
                <a:gdLst>
                  <a:gd name="connsiteX0" fmla="*/ 3391 w 6343"/>
                  <a:gd name="connsiteY0" fmla="*/ 6509 h 6345"/>
                  <a:gd name="connsiteX1" fmla="*/ 5634 w 6343"/>
                  <a:gd name="connsiteY1" fmla="*/ 5580 h 6345"/>
                  <a:gd name="connsiteX2" fmla="*/ 6563 w 6343"/>
                  <a:gd name="connsiteY2" fmla="*/ 3336 h 6345"/>
                  <a:gd name="connsiteX3" fmla="*/ 5634 w 6343"/>
                  <a:gd name="connsiteY3" fmla="*/ 1093 h 6345"/>
                  <a:gd name="connsiteX4" fmla="*/ 3391 w 6343"/>
                  <a:gd name="connsiteY4" fmla="*/ 164 h 6345"/>
                  <a:gd name="connsiteX5" fmla="*/ 1149 w 6343"/>
                  <a:gd name="connsiteY5" fmla="*/ 1093 h 6345"/>
                  <a:gd name="connsiteX6" fmla="*/ 220 w 6343"/>
                  <a:gd name="connsiteY6" fmla="*/ 3336 h 6345"/>
                  <a:gd name="connsiteX7" fmla="*/ 1149 w 6343"/>
                  <a:gd name="connsiteY7" fmla="*/ 5580 h 6345"/>
                  <a:gd name="connsiteX8" fmla="*/ 339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9"/>
                    </a:moveTo>
                    <a:cubicBezTo>
                      <a:pt x="4232" y="6509"/>
                      <a:pt x="5039" y="6175"/>
                      <a:pt x="5634" y="5580"/>
                    </a:cubicBezTo>
                    <a:cubicBezTo>
                      <a:pt x="6229" y="4985"/>
                      <a:pt x="6563" y="4178"/>
                      <a:pt x="6563" y="3336"/>
                    </a:cubicBezTo>
                    <a:cubicBezTo>
                      <a:pt x="6563" y="2495"/>
                      <a:pt x="6229" y="1688"/>
                      <a:pt x="5634" y="1093"/>
                    </a:cubicBezTo>
                    <a:cubicBezTo>
                      <a:pt x="5039" y="498"/>
                      <a:pt x="4232" y="164"/>
                      <a:pt x="3391" y="164"/>
                    </a:cubicBezTo>
                    <a:cubicBezTo>
                      <a:pt x="2550" y="164"/>
                      <a:pt x="1743" y="498"/>
                      <a:pt x="1149" y="1093"/>
                    </a:cubicBezTo>
                    <a:cubicBezTo>
                      <a:pt x="554" y="1688"/>
                      <a:pt x="220" y="2495"/>
                      <a:pt x="220" y="3336"/>
                    </a:cubicBezTo>
                    <a:cubicBezTo>
                      <a:pt x="220" y="4178"/>
                      <a:pt x="554" y="4985"/>
                      <a:pt x="1149" y="5580"/>
                    </a:cubicBezTo>
                    <a:cubicBezTo>
                      <a:pt x="1743" y="6175"/>
                      <a:pt x="2550" y="6509"/>
                      <a:pt x="339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70" name="Freeform: Shape 13769">
                <a:extLst>
                  <a:ext uri="{FF2B5EF4-FFF2-40B4-BE49-F238E27FC236}">
                    <a16:creationId xmlns:a16="http://schemas.microsoft.com/office/drawing/2014/main" id="{FDE79F71-A99B-052F-6242-1302AC25A1A5}"/>
                  </a:ext>
                </a:extLst>
              </p:cNvPr>
              <p:cNvSpPr/>
              <p:nvPr/>
            </p:nvSpPr>
            <p:spPr>
              <a:xfrm>
                <a:off x="9193789" y="5554178"/>
                <a:ext cx="6343" cy="6345"/>
              </a:xfrm>
              <a:custGeom>
                <a:avLst/>
                <a:gdLst>
                  <a:gd name="connsiteX0" fmla="*/ 3391 w 6343"/>
                  <a:gd name="connsiteY0" fmla="*/ 6509 h 6345"/>
                  <a:gd name="connsiteX1" fmla="*/ 5634 w 6343"/>
                  <a:gd name="connsiteY1" fmla="*/ 5580 h 6345"/>
                  <a:gd name="connsiteX2" fmla="*/ 6563 w 6343"/>
                  <a:gd name="connsiteY2" fmla="*/ 3336 h 6345"/>
                  <a:gd name="connsiteX3" fmla="*/ 5634 w 6343"/>
                  <a:gd name="connsiteY3" fmla="*/ 1093 h 6345"/>
                  <a:gd name="connsiteX4" fmla="*/ 3391 w 6343"/>
                  <a:gd name="connsiteY4" fmla="*/ 163 h 6345"/>
                  <a:gd name="connsiteX5" fmla="*/ 1148 w 6343"/>
                  <a:gd name="connsiteY5" fmla="*/ 1093 h 6345"/>
                  <a:gd name="connsiteX6" fmla="*/ 220 w 6343"/>
                  <a:gd name="connsiteY6" fmla="*/ 3336 h 6345"/>
                  <a:gd name="connsiteX7" fmla="*/ 1148 w 6343"/>
                  <a:gd name="connsiteY7" fmla="*/ 5580 h 6345"/>
                  <a:gd name="connsiteX8" fmla="*/ 339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9"/>
                    </a:moveTo>
                    <a:cubicBezTo>
                      <a:pt x="4232" y="6509"/>
                      <a:pt x="5039" y="6175"/>
                      <a:pt x="5634" y="5580"/>
                    </a:cubicBezTo>
                    <a:cubicBezTo>
                      <a:pt x="6228" y="4985"/>
                      <a:pt x="6563" y="4178"/>
                      <a:pt x="6563" y="3336"/>
                    </a:cubicBezTo>
                    <a:cubicBezTo>
                      <a:pt x="6563" y="2495"/>
                      <a:pt x="6228" y="1688"/>
                      <a:pt x="5634" y="1093"/>
                    </a:cubicBezTo>
                    <a:cubicBezTo>
                      <a:pt x="5039" y="498"/>
                      <a:pt x="4232" y="163"/>
                      <a:pt x="3391" y="163"/>
                    </a:cubicBezTo>
                    <a:cubicBezTo>
                      <a:pt x="2550" y="163"/>
                      <a:pt x="1743" y="498"/>
                      <a:pt x="1148" y="1093"/>
                    </a:cubicBezTo>
                    <a:cubicBezTo>
                      <a:pt x="554" y="1688"/>
                      <a:pt x="220" y="2495"/>
                      <a:pt x="220" y="3336"/>
                    </a:cubicBezTo>
                    <a:cubicBezTo>
                      <a:pt x="220" y="4178"/>
                      <a:pt x="554" y="4985"/>
                      <a:pt x="1148" y="5580"/>
                    </a:cubicBezTo>
                    <a:cubicBezTo>
                      <a:pt x="1743" y="6175"/>
                      <a:pt x="2550" y="6509"/>
                      <a:pt x="339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71" name="Freeform: Shape 13770">
                <a:extLst>
                  <a:ext uri="{FF2B5EF4-FFF2-40B4-BE49-F238E27FC236}">
                    <a16:creationId xmlns:a16="http://schemas.microsoft.com/office/drawing/2014/main" id="{2B695390-FB4C-B578-30FF-6495E77D0903}"/>
                  </a:ext>
                </a:extLst>
              </p:cNvPr>
              <p:cNvSpPr/>
              <p:nvPr/>
            </p:nvSpPr>
            <p:spPr>
              <a:xfrm>
                <a:off x="9191852" y="5552989"/>
                <a:ext cx="6343" cy="6345"/>
              </a:xfrm>
              <a:custGeom>
                <a:avLst/>
                <a:gdLst>
                  <a:gd name="connsiteX0" fmla="*/ 3391 w 6343"/>
                  <a:gd name="connsiteY0" fmla="*/ 6509 h 6345"/>
                  <a:gd name="connsiteX1" fmla="*/ 5634 w 6343"/>
                  <a:gd name="connsiteY1" fmla="*/ 5580 h 6345"/>
                  <a:gd name="connsiteX2" fmla="*/ 6562 w 6343"/>
                  <a:gd name="connsiteY2" fmla="*/ 3336 h 6345"/>
                  <a:gd name="connsiteX3" fmla="*/ 5634 w 6343"/>
                  <a:gd name="connsiteY3" fmla="*/ 1093 h 6345"/>
                  <a:gd name="connsiteX4" fmla="*/ 3391 w 6343"/>
                  <a:gd name="connsiteY4" fmla="*/ 163 h 6345"/>
                  <a:gd name="connsiteX5" fmla="*/ 1148 w 6343"/>
                  <a:gd name="connsiteY5" fmla="*/ 1093 h 6345"/>
                  <a:gd name="connsiteX6" fmla="*/ 219 w 6343"/>
                  <a:gd name="connsiteY6" fmla="*/ 3336 h 6345"/>
                  <a:gd name="connsiteX7" fmla="*/ 1148 w 6343"/>
                  <a:gd name="connsiteY7" fmla="*/ 5580 h 6345"/>
                  <a:gd name="connsiteX8" fmla="*/ 339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9"/>
                    </a:moveTo>
                    <a:cubicBezTo>
                      <a:pt x="4232" y="6509"/>
                      <a:pt x="5039" y="6174"/>
                      <a:pt x="5634" y="5580"/>
                    </a:cubicBezTo>
                    <a:cubicBezTo>
                      <a:pt x="6228" y="4985"/>
                      <a:pt x="6562" y="4178"/>
                      <a:pt x="6562" y="3336"/>
                    </a:cubicBezTo>
                    <a:cubicBezTo>
                      <a:pt x="6562" y="2495"/>
                      <a:pt x="6228" y="1688"/>
                      <a:pt x="5634" y="1093"/>
                    </a:cubicBezTo>
                    <a:cubicBezTo>
                      <a:pt x="5039" y="498"/>
                      <a:pt x="4232" y="163"/>
                      <a:pt x="3391" y="163"/>
                    </a:cubicBezTo>
                    <a:cubicBezTo>
                      <a:pt x="2550" y="163"/>
                      <a:pt x="1743" y="498"/>
                      <a:pt x="1148" y="1093"/>
                    </a:cubicBezTo>
                    <a:cubicBezTo>
                      <a:pt x="554" y="1688"/>
                      <a:pt x="219" y="2495"/>
                      <a:pt x="219" y="3336"/>
                    </a:cubicBezTo>
                    <a:cubicBezTo>
                      <a:pt x="219" y="4178"/>
                      <a:pt x="554" y="4985"/>
                      <a:pt x="1148" y="5580"/>
                    </a:cubicBezTo>
                    <a:cubicBezTo>
                      <a:pt x="1743" y="6174"/>
                      <a:pt x="2550" y="6509"/>
                      <a:pt x="339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72" name="Freeform: Shape 13771">
                <a:extLst>
                  <a:ext uri="{FF2B5EF4-FFF2-40B4-BE49-F238E27FC236}">
                    <a16:creationId xmlns:a16="http://schemas.microsoft.com/office/drawing/2014/main" id="{9305CEAD-0C15-3E75-BE3D-651DA1EC5C5A}"/>
                  </a:ext>
                </a:extLst>
              </p:cNvPr>
              <p:cNvSpPr/>
              <p:nvPr/>
            </p:nvSpPr>
            <p:spPr>
              <a:xfrm>
                <a:off x="9190529" y="5551170"/>
                <a:ext cx="6343" cy="6345"/>
              </a:xfrm>
              <a:custGeom>
                <a:avLst/>
                <a:gdLst>
                  <a:gd name="connsiteX0" fmla="*/ 3391 w 6343"/>
                  <a:gd name="connsiteY0" fmla="*/ 6509 h 6345"/>
                  <a:gd name="connsiteX1" fmla="*/ 5633 w 6343"/>
                  <a:gd name="connsiteY1" fmla="*/ 5579 h 6345"/>
                  <a:gd name="connsiteX2" fmla="*/ 6562 w 6343"/>
                  <a:gd name="connsiteY2" fmla="*/ 3336 h 6345"/>
                  <a:gd name="connsiteX3" fmla="*/ 5633 w 6343"/>
                  <a:gd name="connsiteY3" fmla="*/ 1093 h 6345"/>
                  <a:gd name="connsiteX4" fmla="*/ 3391 w 6343"/>
                  <a:gd name="connsiteY4" fmla="*/ 163 h 6345"/>
                  <a:gd name="connsiteX5" fmla="*/ 1148 w 6343"/>
                  <a:gd name="connsiteY5" fmla="*/ 1093 h 6345"/>
                  <a:gd name="connsiteX6" fmla="*/ 219 w 6343"/>
                  <a:gd name="connsiteY6" fmla="*/ 3336 h 6345"/>
                  <a:gd name="connsiteX7" fmla="*/ 1148 w 6343"/>
                  <a:gd name="connsiteY7" fmla="*/ 5579 h 6345"/>
                  <a:gd name="connsiteX8" fmla="*/ 339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9"/>
                    </a:moveTo>
                    <a:cubicBezTo>
                      <a:pt x="4232" y="6509"/>
                      <a:pt x="5039" y="6174"/>
                      <a:pt x="5633" y="5579"/>
                    </a:cubicBezTo>
                    <a:cubicBezTo>
                      <a:pt x="6228" y="4984"/>
                      <a:pt x="6562" y="4177"/>
                      <a:pt x="6562" y="3336"/>
                    </a:cubicBezTo>
                    <a:cubicBezTo>
                      <a:pt x="6562" y="2495"/>
                      <a:pt x="6228" y="1687"/>
                      <a:pt x="5633" y="1093"/>
                    </a:cubicBezTo>
                    <a:cubicBezTo>
                      <a:pt x="5039" y="498"/>
                      <a:pt x="4232" y="163"/>
                      <a:pt x="3391" y="163"/>
                    </a:cubicBezTo>
                    <a:cubicBezTo>
                      <a:pt x="2550" y="163"/>
                      <a:pt x="1743" y="498"/>
                      <a:pt x="1148" y="1093"/>
                    </a:cubicBezTo>
                    <a:cubicBezTo>
                      <a:pt x="553" y="1687"/>
                      <a:pt x="219" y="2495"/>
                      <a:pt x="219" y="3336"/>
                    </a:cubicBezTo>
                    <a:cubicBezTo>
                      <a:pt x="219" y="4177"/>
                      <a:pt x="553" y="4984"/>
                      <a:pt x="1148" y="5579"/>
                    </a:cubicBezTo>
                    <a:cubicBezTo>
                      <a:pt x="1743" y="6174"/>
                      <a:pt x="2550" y="6509"/>
                      <a:pt x="339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73" name="Freeform: Shape 13772">
                <a:extLst>
                  <a:ext uri="{FF2B5EF4-FFF2-40B4-BE49-F238E27FC236}">
                    <a16:creationId xmlns:a16="http://schemas.microsoft.com/office/drawing/2014/main" id="{FAA9FCC5-9850-B35C-B52B-C422BD6499E3}"/>
                  </a:ext>
                </a:extLst>
              </p:cNvPr>
              <p:cNvSpPr/>
              <p:nvPr/>
            </p:nvSpPr>
            <p:spPr>
              <a:xfrm>
                <a:off x="9189743" y="5548820"/>
                <a:ext cx="6343" cy="6345"/>
              </a:xfrm>
              <a:custGeom>
                <a:avLst/>
                <a:gdLst>
                  <a:gd name="connsiteX0" fmla="*/ 3391 w 6343"/>
                  <a:gd name="connsiteY0" fmla="*/ 6508 h 6345"/>
                  <a:gd name="connsiteX1" fmla="*/ 5633 w 6343"/>
                  <a:gd name="connsiteY1" fmla="*/ 5579 h 6345"/>
                  <a:gd name="connsiteX2" fmla="*/ 6562 w 6343"/>
                  <a:gd name="connsiteY2" fmla="*/ 3336 h 6345"/>
                  <a:gd name="connsiteX3" fmla="*/ 5633 w 6343"/>
                  <a:gd name="connsiteY3" fmla="*/ 1092 h 6345"/>
                  <a:gd name="connsiteX4" fmla="*/ 3391 w 6343"/>
                  <a:gd name="connsiteY4" fmla="*/ 163 h 6345"/>
                  <a:gd name="connsiteX5" fmla="*/ 1148 w 6343"/>
                  <a:gd name="connsiteY5" fmla="*/ 1092 h 6345"/>
                  <a:gd name="connsiteX6" fmla="*/ 219 w 6343"/>
                  <a:gd name="connsiteY6" fmla="*/ 3336 h 6345"/>
                  <a:gd name="connsiteX7" fmla="*/ 1148 w 6343"/>
                  <a:gd name="connsiteY7" fmla="*/ 5579 h 6345"/>
                  <a:gd name="connsiteX8" fmla="*/ 339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8"/>
                    </a:moveTo>
                    <a:cubicBezTo>
                      <a:pt x="4232" y="6508"/>
                      <a:pt x="5039" y="6174"/>
                      <a:pt x="5633" y="5579"/>
                    </a:cubicBezTo>
                    <a:cubicBezTo>
                      <a:pt x="6228" y="4984"/>
                      <a:pt x="6562" y="4177"/>
                      <a:pt x="6562" y="3336"/>
                    </a:cubicBezTo>
                    <a:cubicBezTo>
                      <a:pt x="6562" y="2494"/>
                      <a:pt x="6228" y="1687"/>
                      <a:pt x="5633" y="1092"/>
                    </a:cubicBezTo>
                    <a:cubicBezTo>
                      <a:pt x="5039" y="497"/>
                      <a:pt x="4232" y="163"/>
                      <a:pt x="3391" y="163"/>
                    </a:cubicBezTo>
                    <a:cubicBezTo>
                      <a:pt x="2550" y="163"/>
                      <a:pt x="1743" y="497"/>
                      <a:pt x="1148" y="1092"/>
                    </a:cubicBezTo>
                    <a:cubicBezTo>
                      <a:pt x="553" y="1687"/>
                      <a:pt x="219" y="2494"/>
                      <a:pt x="219" y="3336"/>
                    </a:cubicBezTo>
                    <a:cubicBezTo>
                      <a:pt x="219" y="4177"/>
                      <a:pt x="553" y="4984"/>
                      <a:pt x="1148" y="5579"/>
                    </a:cubicBezTo>
                    <a:cubicBezTo>
                      <a:pt x="1743" y="6174"/>
                      <a:pt x="2550" y="6508"/>
                      <a:pt x="339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74" name="Freeform: Shape 13773">
                <a:extLst>
                  <a:ext uri="{FF2B5EF4-FFF2-40B4-BE49-F238E27FC236}">
                    <a16:creationId xmlns:a16="http://schemas.microsoft.com/office/drawing/2014/main" id="{6E843E15-E602-E6BA-A91D-567F037ECDA7}"/>
                  </a:ext>
                </a:extLst>
              </p:cNvPr>
              <p:cNvSpPr/>
              <p:nvPr/>
            </p:nvSpPr>
            <p:spPr>
              <a:xfrm>
                <a:off x="9188713" y="5546730"/>
                <a:ext cx="6343" cy="6345"/>
              </a:xfrm>
              <a:custGeom>
                <a:avLst/>
                <a:gdLst>
                  <a:gd name="connsiteX0" fmla="*/ 3391 w 6343"/>
                  <a:gd name="connsiteY0" fmla="*/ 6508 h 6345"/>
                  <a:gd name="connsiteX1" fmla="*/ 5633 w 6343"/>
                  <a:gd name="connsiteY1" fmla="*/ 5579 h 6345"/>
                  <a:gd name="connsiteX2" fmla="*/ 6562 w 6343"/>
                  <a:gd name="connsiteY2" fmla="*/ 3336 h 6345"/>
                  <a:gd name="connsiteX3" fmla="*/ 5633 w 6343"/>
                  <a:gd name="connsiteY3" fmla="*/ 1092 h 6345"/>
                  <a:gd name="connsiteX4" fmla="*/ 3391 w 6343"/>
                  <a:gd name="connsiteY4" fmla="*/ 163 h 6345"/>
                  <a:gd name="connsiteX5" fmla="*/ 1148 w 6343"/>
                  <a:gd name="connsiteY5" fmla="*/ 1092 h 6345"/>
                  <a:gd name="connsiteX6" fmla="*/ 219 w 6343"/>
                  <a:gd name="connsiteY6" fmla="*/ 3336 h 6345"/>
                  <a:gd name="connsiteX7" fmla="*/ 1148 w 6343"/>
                  <a:gd name="connsiteY7" fmla="*/ 5579 h 6345"/>
                  <a:gd name="connsiteX8" fmla="*/ 339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8"/>
                    </a:moveTo>
                    <a:cubicBezTo>
                      <a:pt x="4232" y="6508"/>
                      <a:pt x="5039" y="6174"/>
                      <a:pt x="5633" y="5579"/>
                    </a:cubicBezTo>
                    <a:cubicBezTo>
                      <a:pt x="6228" y="4984"/>
                      <a:pt x="6562" y="4177"/>
                      <a:pt x="6562" y="3336"/>
                    </a:cubicBezTo>
                    <a:cubicBezTo>
                      <a:pt x="6562" y="2494"/>
                      <a:pt x="6228" y="1687"/>
                      <a:pt x="5633" y="1092"/>
                    </a:cubicBezTo>
                    <a:cubicBezTo>
                      <a:pt x="5039" y="497"/>
                      <a:pt x="4232" y="163"/>
                      <a:pt x="3391" y="163"/>
                    </a:cubicBezTo>
                    <a:cubicBezTo>
                      <a:pt x="2550" y="163"/>
                      <a:pt x="1743" y="497"/>
                      <a:pt x="1148" y="1092"/>
                    </a:cubicBezTo>
                    <a:cubicBezTo>
                      <a:pt x="553" y="1687"/>
                      <a:pt x="219" y="2494"/>
                      <a:pt x="219" y="3336"/>
                    </a:cubicBezTo>
                    <a:cubicBezTo>
                      <a:pt x="219" y="4177"/>
                      <a:pt x="553" y="4984"/>
                      <a:pt x="1148" y="5579"/>
                    </a:cubicBezTo>
                    <a:cubicBezTo>
                      <a:pt x="1743" y="6174"/>
                      <a:pt x="2550" y="6508"/>
                      <a:pt x="339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75" name="Freeform: Shape 13774">
                <a:extLst>
                  <a:ext uri="{FF2B5EF4-FFF2-40B4-BE49-F238E27FC236}">
                    <a16:creationId xmlns:a16="http://schemas.microsoft.com/office/drawing/2014/main" id="{0FE33FA2-3500-B925-3427-184B22DDFD24}"/>
                  </a:ext>
                </a:extLst>
              </p:cNvPr>
              <p:cNvSpPr/>
              <p:nvPr/>
            </p:nvSpPr>
            <p:spPr>
              <a:xfrm>
                <a:off x="9187389" y="5544940"/>
                <a:ext cx="6343" cy="6345"/>
              </a:xfrm>
              <a:custGeom>
                <a:avLst/>
                <a:gdLst>
                  <a:gd name="connsiteX0" fmla="*/ 3391 w 6343"/>
                  <a:gd name="connsiteY0" fmla="*/ 6508 h 6345"/>
                  <a:gd name="connsiteX1" fmla="*/ 5633 w 6343"/>
                  <a:gd name="connsiteY1" fmla="*/ 5579 h 6345"/>
                  <a:gd name="connsiteX2" fmla="*/ 6562 w 6343"/>
                  <a:gd name="connsiteY2" fmla="*/ 3335 h 6345"/>
                  <a:gd name="connsiteX3" fmla="*/ 5633 w 6343"/>
                  <a:gd name="connsiteY3" fmla="*/ 1092 h 6345"/>
                  <a:gd name="connsiteX4" fmla="*/ 3391 w 6343"/>
                  <a:gd name="connsiteY4" fmla="*/ 163 h 6345"/>
                  <a:gd name="connsiteX5" fmla="*/ 1148 w 6343"/>
                  <a:gd name="connsiteY5" fmla="*/ 1092 h 6345"/>
                  <a:gd name="connsiteX6" fmla="*/ 219 w 6343"/>
                  <a:gd name="connsiteY6" fmla="*/ 3335 h 6345"/>
                  <a:gd name="connsiteX7" fmla="*/ 1148 w 6343"/>
                  <a:gd name="connsiteY7" fmla="*/ 5579 h 6345"/>
                  <a:gd name="connsiteX8" fmla="*/ 339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8"/>
                    </a:moveTo>
                    <a:cubicBezTo>
                      <a:pt x="4232" y="6508"/>
                      <a:pt x="5038" y="6174"/>
                      <a:pt x="5633" y="5579"/>
                    </a:cubicBezTo>
                    <a:cubicBezTo>
                      <a:pt x="6228" y="4984"/>
                      <a:pt x="6562" y="4177"/>
                      <a:pt x="6562" y="3335"/>
                    </a:cubicBezTo>
                    <a:cubicBezTo>
                      <a:pt x="6562" y="2494"/>
                      <a:pt x="6228" y="1687"/>
                      <a:pt x="5633" y="1092"/>
                    </a:cubicBezTo>
                    <a:cubicBezTo>
                      <a:pt x="5038" y="497"/>
                      <a:pt x="4232" y="163"/>
                      <a:pt x="3391" y="163"/>
                    </a:cubicBezTo>
                    <a:cubicBezTo>
                      <a:pt x="2549" y="163"/>
                      <a:pt x="1743" y="497"/>
                      <a:pt x="1148" y="1092"/>
                    </a:cubicBezTo>
                    <a:cubicBezTo>
                      <a:pt x="553" y="1687"/>
                      <a:pt x="219" y="2494"/>
                      <a:pt x="219" y="3335"/>
                    </a:cubicBezTo>
                    <a:cubicBezTo>
                      <a:pt x="219" y="4177"/>
                      <a:pt x="553" y="4984"/>
                      <a:pt x="1148" y="5579"/>
                    </a:cubicBezTo>
                    <a:cubicBezTo>
                      <a:pt x="1743" y="6174"/>
                      <a:pt x="2549" y="6508"/>
                      <a:pt x="339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76" name="Freeform: Shape 13775">
                <a:extLst>
                  <a:ext uri="{FF2B5EF4-FFF2-40B4-BE49-F238E27FC236}">
                    <a16:creationId xmlns:a16="http://schemas.microsoft.com/office/drawing/2014/main" id="{340BD20C-BCC1-B143-F11E-A34B5A3FB5F0}"/>
                  </a:ext>
                </a:extLst>
              </p:cNvPr>
              <p:cNvSpPr/>
              <p:nvPr/>
            </p:nvSpPr>
            <p:spPr>
              <a:xfrm>
                <a:off x="9187725" y="5541555"/>
                <a:ext cx="6343" cy="6345"/>
              </a:xfrm>
              <a:custGeom>
                <a:avLst/>
                <a:gdLst>
                  <a:gd name="connsiteX0" fmla="*/ 3391 w 6343"/>
                  <a:gd name="connsiteY0" fmla="*/ 6508 h 6345"/>
                  <a:gd name="connsiteX1" fmla="*/ 5633 w 6343"/>
                  <a:gd name="connsiteY1" fmla="*/ 5579 h 6345"/>
                  <a:gd name="connsiteX2" fmla="*/ 6562 w 6343"/>
                  <a:gd name="connsiteY2" fmla="*/ 3335 h 6345"/>
                  <a:gd name="connsiteX3" fmla="*/ 5633 w 6343"/>
                  <a:gd name="connsiteY3" fmla="*/ 1092 h 6345"/>
                  <a:gd name="connsiteX4" fmla="*/ 3391 w 6343"/>
                  <a:gd name="connsiteY4" fmla="*/ 162 h 6345"/>
                  <a:gd name="connsiteX5" fmla="*/ 1148 w 6343"/>
                  <a:gd name="connsiteY5" fmla="*/ 1092 h 6345"/>
                  <a:gd name="connsiteX6" fmla="*/ 219 w 6343"/>
                  <a:gd name="connsiteY6" fmla="*/ 3335 h 6345"/>
                  <a:gd name="connsiteX7" fmla="*/ 1148 w 6343"/>
                  <a:gd name="connsiteY7" fmla="*/ 5579 h 6345"/>
                  <a:gd name="connsiteX8" fmla="*/ 339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8"/>
                    </a:moveTo>
                    <a:cubicBezTo>
                      <a:pt x="4232" y="6508"/>
                      <a:pt x="5038" y="6174"/>
                      <a:pt x="5633" y="5579"/>
                    </a:cubicBezTo>
                    <a:cubicBezTo>
                      <a:pt x="6228" y="4984"/>
                      <a:pt x="6562" y="4177"/>
                      <a:pt x="6562" y="3335"/>
                    </a:cubicBezTo>
                    <a:cubicBezTo>
                      <a:pt x="6562" y="2494"/>
                      <a:pt x="6228" y="1687"/>
                      <a:pt x="5633" y="1092"/>
                    </a:cubicBezTo>
                    <a:cubicBezTo>
                      <a:pt x="5038" y="497"/>
                      <a:pt x="4232" y="162"/>
                      <a:pt x="3391" y="162"/>
                    </a:cubicBezTo>
                    <a:cubicBezTo>
                      <a:pt x="2549" y="162"/>
                      <a:pt x="1743" y="497"/>
                      <a:pt x="1148" y="1092"/>
                    </a:cubicBezTo>
                    <a:cubicBezTo>
                      <a:pt x="553" y="1687"/>
                      <a:pt x="219" y="2494"/>
                      <a:pt x="219" y="3335"/>
                    </a:cubicBezTo>
                    <a:cubicBezTo>
                      <a:pt x="219" y="4177"/>
                      <a:pt x="553" y="4984"/>
                      <a:pt x="1148" y="5579"/>
                    </a:cubicBezTo>
                    <a:cubicBezTo>
                      <a:pt x="1743" y="6174"/>
                      <a:pt x="2549" y="6508"/>
                      <a:pt x="339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77" name="Freeform: Shape 13776">
                <a:extLst>
                  <a:ext uri="{FF2B5EF4-FFF2-40B4-BE49-F238E27FC236}">
                    <a16:creationId xmlns:a16="http://schemas.microsoft.com/office/drawing/2014/main" id="{7871C6FD-30FF-970E-3691-403FA251EC0C}"/>
                  </a:ext>
                </a:extLst>
              </p:cNvPr>
              <p:cNvSpPr/>
              <p:nvPr/>
            </p:nvSpPr>
            <p:spPr>
              <a:xfrm>
                <a:off x="9186973" y="5539250"/>
                <a:ext cx="6343" cy="6345"/>
              </a:xfrm>
              <a:custGeom>
                <a:avLst/>
                <a:gdLst>
                  <a:gd name="connsiteX0" fmla="*/ 3391 w 6343"/>
                  <a:gd name="connsiteY0" fmla="*/ 6508 h 6345"/>
                  <a:gd name="connsiteX1" fmla="*/ 5633 w 6343"/>
                  <a:gd name="connsiteY1" fmla="*/ 5578 h 6345"/>
                  <a:gd name="connsiteX2" fmla="*/ 6562 w 6343"/>
                  <a:gd name="connsiteY2" fmla="*/ 3335 h 6345"/>
                  <a:gd name="connsiteX3" fmla="*/ 5633 w 6343"/>
                  <a:gd name="connsiteY3" fmla="*/ 1092 h 6345"/>
                  <a:gd name="connsiteX4" fmla="*/ 3391 w 6343"/>
                  <a:gd name="connsiteY4" fmla="*/ 162 h 6345"/>
                  <a:gd name="connsiteX5" fmla="*/ 1148 w 6343"/>
                  <a:gd name="connsiteY5" fmla="*/ 1092 h 6345"/>
                  <a:gd name="connsiteX6" fmla="*/ 219 w 6343"/>
                  <a:gd name="connsiteY6" fmla="*/ 3335 h 6345"/>
                  <a:gd name="connsiteX7" fmla="*/ 1148 w 6343"/>
                  <a:gd name="connsiteY7" fmla="*/ 5578 h 6345"/>
                  <a:gd name="connsiteX8" fmla="*/ 339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8"/>
                    </a:moveTo>
                    <a:cubicBezTo>
                      <a:pt x="4232" y="6508"/>
                      <a:pt x="5038" y="6173"/>
                      <a:pt x="5633" y="5578"/>
                    </a:cubicBezTo>
                    <a:cubicBezTo>
                      <a:pt x="6228" y="4983"/>
                      <a:pt x="6562" y="4176"/>
                      <a:pt x="6562" y="3335"/>
                    </a:cubicBezTo>
                    <a:cubicBezTo>
                      <a:pt x="6562" y="2494"/>
                      <a:pt x="6228" y="1687"/>
                      <a:pt x="5633" y="1092"/>
                    </a:cubicBezTo>
                    <a:cubicBezTo>
                      <a:pt x="5038" y="497"/>
                      <a:pt x="4232" y="162"/>
                      <a:pt x="3391" y="162"/>
                    </a:cubicBezTo>
                    <a:cubicBezTo>
                      <a:pt x="2549" y="162"/>
                      <a:pt x="1743" y="497"/>
                      <a:pt x="1148" y="1092"/>
                    </a:cubicBezTo>
                    <a:cubicBezTo>
                      <a:pt x="553" y="1687"/>
                      <a:pt x="219" y="2494"/>
                      <a:pt x="219" y="3335"/>
                    </a:cubicBezTo>
                    <a:cubicBezTo>
                      <a:pt x="219" y="4176"/>
                      <a:pt x="553" y="4983"/>
                      <a:pt x="1148" y="5578"/>
                    </a:cubicBezTo>
                    <a:cubicBezTo>
                      <a:pt x="1743" y="6173"/>
                      <a:pt x="2549" y="6508"/>
                      <a:pt x="339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78" name="Freeform: Shape 13777">
                <a:extLst>
                  <a:ext uri="{FF2B5EF4-FFF2-40B4-BE49-F238E27FC236}">
                    <a16:creationId xmlns:a16="http://schemas.microsoft.com/office/drawing/2014/main" id="{148F9773-BF8C-6FE0-14FF-47E405748A62}"/>
                  </a:ext>
                </a:extLst>
              </p:cNvPr>
              <p:cNvSpPr/>
              <p:nvPr/>
            </p:nvSpPr>
            <p:spPr>
              <a:xfrm>
                <a:off x="9191195" y="5532283"/>
                <a:ext cx="6343" cy="6345"/>
              </a:xfrm>
              <a:custGeom>
                <a:avLst/>
                <a:gdLst>
                  <a:gd name="connsiteX0" fmla="*/ 3391 w 6343"/>
                  <a:gd name="connsiteY0" fmla="*/ 6507 h 6345"/>
                  <a:gd name="connsiteX1" fmla="*/ 5633 w 6343"/>
                  <a:gd name="connsiteY1" fmla="*/ 5578 h 6345"/>
                  <a:gd name="connsiteX2" fmla="*/ 6562 w 6343"/>
                  <a:gd name="connsiteY2" fmla="*/ 3334 h 6345"/>
                  <a:gd name="connsiteX3" fmla="*/ 5633 w 6343"/>
                  <a:gd name="connsiteY3" fmla="*/ 1091 h 6345"/>
                  <a:gd name="connsiteX4" fmla="*/ 3391 w 6343"/>
                  <a:gd name="connsiteY4" fmla="*/ 162 h 6345"/>
                  <a:gd name="connsiteX5" fmla="*/ 1148 w 6343"/>
                  <a:gd name="connsiteY5" fmla="*/ 1091 h 6345"/>
                  <a:gd name="connsiteX6" fmla="*/ 219 w 6343"/>
                  <a:gd name="connsiteY6" fmla="*/ 3334 h 6345"/>
                  <a:gd name="connsiteX7" fmla="*/ 1148 w 6343"/>
                  <a:gd name="connsiteY7" fmla="*/ 5578 h 6345"/>
                  <a:gd name="connsiteX8" fmla="*/ 339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7"/>
                    </a:moveTo>
                    <a:cubicBezTo>
                      <a:pt x="4232" y="6507"/>
                      <a:pt x="5039" y="6173"/>
                      <a:pt x="5633" y="5578"/>
                    </a:cubicBezTo>
                    <a:cubicBezTo>
                      <a:pt x="6228" y="4983"/>
                      <a:pt x="6562" y="4176"/>
                      <a:pt x="6562" y="3334"/>
                    </a:cubicBezTo>
                    <a:cubicBezTo>
                      <a:pt x="6562" y="2493"/>
                      <a:pt x="6228" y="1686"/>
                      <a:pt x="5633" y="1091"/>
                    </a:cubicBezTo>
                    <a:cubicBezTo>
                      <a:pt x="5039" y="496"/>
                      <a:pt x="4232" y="162"/>
                      <a:pt x="3391" y="162"/>
                    </a:cubicBezTo>
                    <a:cubicBezTo>
                      <a:pt x="2550" y="162"/>
                      <a:pt x="1743" y="496"/>
                      <a:pt x="1148" y="1091"/>
                    </a:cubicBezTo>
                    <a:cubicBezTo>
                      <a:pt x="553" y="1686"/>
                      <a:pt x="219" y="2493"/>
                      <a:pt x="219" y="3334"/>
                    </a:cubicBezTo>
                    <a:cubicBezTo>
                      <a:pt x="219" y="4176"/>
                      <a:pt x="553" y="4983"/>
                      <a:pt x="1148" y="5578"/>
                    </a:cubicBezTo>
                    <a:cubicBezTo>
                      <a:pt x="1743" y="6173"/>
                      <a:pt x="2550" y="6507"/>
                      <a:pt x="339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79" name="Freeform: Shape 13778">
                <a:extLst>
                  <a:ext uri="{FF2B5EF4-FFF2-40B4-BE49-F238E27FC236}">
                    <a16:creationId xmlns:a16="http://schemas.microsoft.com/office/drawing/2014/main" id="{D991EB8F-65F6-A295-EA90-9D926756E357}"/>
                  </a:ext>
                </a:extLst>
              </p:cNvPr>
              <p:cNvSpPr/>
              <p:nvPr/>
            </p:nvSpPr>
            <p:spPr>
              <a:xfrm>
                <a:off x="9127369" y="5585076"/>
                <a:ext cx="6343" cy="6345"/>
              </a:xfrm>
              <a:custGeom>
                <a:avLst/>
                <a:gdLst>
                  <a:gd name="connsiteX0" fmla="*/ 3386 w 6343"/>
                  <a:gd name="connsiteY0" fmla="*/ 6511 h 6345"/>
                  <a:gd name="connsiteX1" fmla="*/ 5628 w 6343"/>
                  <a:gd name="connsiteY1" fmla="*/ 5582 h 6345"/>
                  <a:gd name="connsiteX2" fmla="*/ 6557 w 6343"/>
                  <a:gd name="connsiteY2" fmla="*/ 3339 h 6345"/>
                  <a:gd name="connsiteX3" fmla="*/ 5628 w 6343"/>
                  <a:gd name="connsiteY3" fmla="*/ 1095 h 6345"/>
                  <a:gd name="connsiteX4" fmla="*/ 3386 w 6343"/>
                  <a:gd name="connsiteY4" fmla="*/ 166 h 6345"/>
                  <a:gd name="connsiteX5" fmla="*/ 1143 w 6343"/>
                  <a:gd name="connsiteY5" fmla="*/ 1095 h 6345"/>
                  <a:gd name="connsiteX6" fmla="*/ 214 w 6343"/>
                  <a:gd name="connsiteY6" fmla="*/ 3339 h 6345"/>
                  <a:gd name="connsiteX7" fmla="*/ 1143 w 6343"/>
                  <a:gd name="connsiteY7" fmla="*/ 5582 h 6345"/>
                  <a:gd name="connsiteX8" fmla="*/ 3386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11"/>
                    </a:moveTo>
                    <a:cubicBezTo>
                      <a:pt x="4227" y="6511"/>
                      <a:pt x="5034" y="6177"/>
                      <a:pt x="5628" y="5582"/>
                    </a:cubicBezTo>
                    <a:cubicBezTo>
                      <a:pt x="6223" y="4987"/>
                      <a:pt x="6557" y="4180"/>
                      <a:pt x="6557" y="3339"/>
                    </a:cubicBezTo>
                    <a:cubicBezTo>
                      <a:pt x="6557" y="2497"/>
                      <a:pt x="6223" y="1690"/>
                      <a:pt x="5628" y="1095"/>
                    </a:cubicBezTo>
                    <a:cubicBezTo>
                      <a:pt x="5034" y="500"/>
                      <a:pt x="4227" y="166"/>
                      <a:pt x="3386" y="166"/>
                    </a:cubicBezTo>
                    <a:cubicBezTo>
                      <a:pt x="2545" y="166"/>
                      <a:pt x="1738" y="500"/>
                      <a:pt x="1143" y="1095"/>
                    </a:cubicBezTo>
                    <a:cubicBezTo>
                      <a:pt x="548" y="1690"/>
                      <a:pt x="214" y="2497"/>
                      <a:pt x="214" y="3339"/>
                    </a:cubicBezTo>
                    <a:cubicBezTo>
                      <a:pt x="214" y="4180"/>
                      <a:pt x="548" y="4987"/>
                      <a:pt x="1143" y="5582"/>
                    </a:cubicBezTo>
                    <a:cubicBezTo>
                      <a:pt x="1738" y="6177"/>
                      <a:pt x="2545" y="6511"/>
                      <a:pt x="3386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80" name="Freeform: Shape 13779">
                <a:extLst>
                  <a:ext uri="{FF2B5EF4-FFF2-40B4-BE49-F238E27FC236}">
                    <a16:creationId xmlns:a16="http://schemas.microsoft.com/office/drawing/2014/main" id="{8454A930-0722-29F3-B679-11159C6D1EE9}"/>
                  </a:ext>
                </a:extLst>
              </p:cNvPr>
              <p:cNvSpPr/>
              <p:nvPr/>
            </p:nvSpPr>
            <p:spPr>
              <a:xfrm>
                <a:off x="9187861" y="5526666"/>
                <a:ext cx="6343" cy="6345"/>
              </a:xfrm>
              <a:custGeom>
                <a:avLst/>
                <a:gdLst>
                  <a:gd name="connsiteX0" fmla="*/ 3391 w 6343"/>
                  <a:gd name="connsiteY0" fmla="*/ 6507 h 6345"/>
                  <a:gd name="connsiteX1" fmla="*/ 5633 w 6343"/>
                  <a:gd name="connsiteY1" fmla="*/ 5577 h 6345"/>
                  <a:gd name="connsiteX2" fmla="*/ 6562 w 6343"/>
                  <a:gd name="connsiteY2" fmla="*/ 3334 h 6345"/>
                  <a:gd name="connsiteX3" fmla="*/ 5633 w 6343"/>
                  <a:gd name="connsiteY3" fmla="*/ 1091 h 6345"/>
                  <a:gd name="connsiteX4" fmla="*/ 3391 w 6343"/>
                  <a:gd name="connsiteY4" fmla="*/ 161 h 6345"/>
                  <a:gd name="connsiteX5" fmla="*/ 1148 w 6343"/>
                  <a:gd name="connsiteY5" fmla="*/ 1091 h 6345"/>
                  <a:gd name="connsiteX6" fmla="*/ 219 w 6343"/>
                  <a:gd name="connsiteY6" fmla="*/ 3334 h 6345"/>
                  <a:gd name="connsiteX7" fmla="*/ 1148 w 6343"/>
                  <a:gd name="connsiteY7" fmla="*/ 5577 h 6345"/>
                  <a:gd name="connsiteX8" fmla="*/ 339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7"/>
                    </a:moveTo>
                    <a:cubicBezTo>
                      <a:pt x="4232" y="6507"/>
                      <a:pt x="5038" y="6172"/>
                      <a:pt x="5633" y="5577"/>
                    </a:cubicBezTo>
                    <a:cubicBezTo>
                      <a:pt x="6228" y="4982"/>
                      <a:pt x="6562" y="4175"/>
                      <a:pt x="6562" y="3334"/>
                    </a:cubicBezTo>
                    <a:cubicBezTo>
                      <a:pt x="6562" y="2493"/>
                      <a:pt x="6228" y="1686"/>
                      <a:pt x="5633" y="1091"/>
                    </a:cubicBezTo>
                    <a:cubicBezTo>
                      <a:pt x="5038" y="496"/>
                      <a:pt x="4232" y="161"/>
                      <a:pt x="3391" y="161"/>
                    </a:cubicBezTo>
                    <a:cubicBezTo>
                      <a:pt x="2549" y="161"/>
                      <a:pt x="1743" y="496"/>
                      <a:pt x="1148" y="1091"/>
                    </a:cubicBezTo>
                    <a:cubicBezTo>
                      <a:pt x="553" y="1686"/>
                      <a:pt x="219" y="2493"/>
                      <a:pt x="219" y="3334"/>
                    </a:cubicBezTo>
                    <a:cubicBezTo>
                      <a:pt x="219" y="4175"/>
                      <a:pt x="553" y="4982"/>
                      <a:pt x="1148" y="5577"/>
                    </a:cubicBezTo>
                    <a:cubicBezTo>
                      <a:pt x="1743" y="6172"/>
                      <a:pt x="2549" y="6507"/>
                      <a:pt x="339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81" name="Freeform: Shape 13780">
                <a:extLst>
                  <a:ext uri="{FF2B5EF4-FFF2-40B4-BE49-F238E27FC236}">
                    <a16:creationId xmlns:a16="http://schemas.microsoft.com/office/drawing/2014/main" id="{1CFC20C7-3108-6440-F98D-3354B3C95954}"/>
                  </a:ext>
                </a:extLst>
              </p:cNvPr>
              <p:cNvSpPr/>
              <p:nvPr/>
            </p:nvSpPr>
            <p:spPr>
              <a:xfrm>
                <a:off x="9186070" y="5525418"/>
                <a:ext cx="6343" cy="6345"/>
              </a:xfrm>
              <a:custGeom>
                <a:avLst/>
                <a:gdLst>
                  <a:gd name="connsiteX0" fmla="*/ 3390 w 6343"/>
                  <a:gd name="connsiteY0" fmla="*/ 6507 h 6345"/>
                  <a:gd name="connsiteX1" fmla="*/ 5633 w 6343"/>
                  <a:gd name="connsiteY1" fmla="*/ 5577 h 6345"/>
                  <a:gd name="connsiteX2" fmla="*/ 6562 w 6343"/>
                  <a:gd name="connsiteY2" fmla="*/ 3334 h 6345"/>
                  <a:gd name="connsiteX3" fmla="*/ 5633 w 6343"/>
                  <a:gd name="connsiteY3" fmla="*/ 1090 h 6345"/>
                  <a:gd name="connsiteX4" fmla="*/ 3390 w 6343"/>
                  <a:gd name="connsiteY4" fmla="*/ 161 h 6345"/>
                  <a:gd name="connsiteX5" fmla="*/ 1148 w 6343"/>
                  <a:gd name="connsiteY5" fmla="*/ 1090 h 6345"/>
                  <a:gd name="connsiteX6" fmla="*/ 219 w 6343"/>
                  <a:gd name="connsiteY6" fmla="*/ 3334 h 6345"/>
                  <a:gd name="connsiteX7" fmla="*/ 1148 w 6343"/>
                  <a:gd name="connsiteY7" fmla="*/ 5577 h 6345"/>
                  <a:gd name="connsiteX8" fmla="*/ 339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7"/>
                    </a:moveTo>
                    <a:cubicBezTo>
                      <a:pt x="4232" y="6507"/>
                      <a:pt x="5038" y="6172"/>
                      <a:pt x="5633" y="5577"/>
                    </a:cubicBezTo>
                    <a:cubicBezTo>
                      <a:pt x="6228" y="4982"/>
                      <a:pt x="6562" y="4175"/>
                      <a:pt x="6562" y="3334"/>
                    </a:cubicBezTo>
                    <a:cubicBezTo>
                      <a:pt x="6562" y="2493"/>
                      <a:pt x="6228" y="1685"/>
                      <a:pt x="5633" y="1090"/>
                    </a:cubicBezTo>
                    <a:cubicBezTo>
                      <a:pt x="5038" y="496"/>
                      <a:pt x="4232" y="161"/>
                      <a:pt x="3390" y="161"/>
                    </a:cubicBezTo>
                    <a:cubicBezTo>
                      <a:pt x="2549" y="161"/>
                      <a:pt x="1743" y="496"/>
                      <a:pt x="1148" y="1090"/>
                    </a:cubicBezTo>
                    <a:cubicBezTo>
                      <a:pt x="553" y="1685"/>
                      <a:pt x="219" y="2493"/>
                      <a:pt x="219" y="3334"/>
                    </a:cubicBezTo>
                    <a:cubicBezTo>
                      <a:pt x="219" y="4175"/>
                      <a:pt x="553" y="4982"/>
                      <a:pt x="1148" y="5577"/>
                    </a:cubicBezTo>
                    <a:cubicBezTo>
                      <a:pt x="1743" y="6172"/>
                      <a:pt x="2549" y="6507"/>
                      <a:pt x="339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82" name="Freeform: Shape 13781">
                <a:extLst>
                  <a:ext uri="{FF2B5EF4-FFF2-40B4-BE49-F238E27FC236}">
                    <a16:creationId xmlns:a16="http://schemas.microsoft.com/office/drawing/2014/main" id="{8D4E8E25-35CF-F328-3F28-73A0DE47E6F2}"/>
                  </a:ext>
                </a:extLst>
              </p:cNvPr>
              <p:cNvSpPr/>
              <p:nvPr/>
            </p:nvSpPr>
            <p:spPr>
              <a:xfrm>
                <a:off x="9183359" y="5524975"/>
                <a:ext cx="6343" cy="6345"/>
              </a:xfrm>
              <a:custGeom>
                <a:avLst/>
                <a:gdLst>
                  <a:gd name="connsiteX0" fmla="*/ 3390 w 6343"/>
                  <a:gd name="connsiteY0" fmla="*/ 6507 h 6345"/>
                  <a:gd name="connsiteX1" fmla="*/ 5633 w 6343"/>
                  <a:gd name="connsiteY1" fmla="*/ 5577 h 6345"/>
                  <a:gd name="connsiteX2" fmla="*/ 6562 w 6343"/>
                  <a:gd name="connsiteY2" fmla="*/ 3334 h 6345"/>
                  <a:gd name="connsiteX3" fmla="*/ 5633 w 6343"/>
                  <a:gd name="connsiteY3" fmla="*/ 1090 h 6345"/>
                  <a:gd name="connsiteX4" fmla="*/ 3390 w 6343"/>
                  <a:gd name="connsiteY4" fmla="*/ 161 h 6345"/>
                  <a:gd name="connsiteX5" fmla="*/ 1148 w 6343"/>
                  <a:gd name="connsiteY5" fmla="*/ 1090 h 6345"/>
                  <a:gd name="connsiteX6" fmla="*/ 219 w 6343"/>
                  <a:gd name="connsiteY6" fmla="*/ 3334 h 6345"/>
                  <a:gd name="connsiteX7" fmla="*/ 1148 w 6343"/>
                  <a:gd name="connsiteY7" fmla="*/ 5577 h 6345"/>
                  <a:gd name="connsiteX8" fmla="*/ 339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7"/>
                    </a:moveTo>
                    <a:cubicBezTo>
                      <a:pt x="4231" y="6507"/>
                      <a:pt x="5038" y="6172"/>
                      <a:pt x="5633" y="5577"/>
                    </a:cubicBezTo>
                    <a:cubicBezTo>
                      <a:pt x="6228" y="4982"/>
                      <a:pt x="6562" y="4175"/>
                      <a:pt x="6562" y="3334"/>
                    </a:cubicBezTo>
                    <a:cubicBezTo>
                      <a:pt x="6562" y="2492"/>
                      <a:pt x="6228" y="1685"/>
                      <a:pt x="5633" y="1090"/>
                    </a:cubicBezTo>
                    <a:cubicBezTo>
                      <a:pt x="5038" y="495"/>
                      <a:pt x="4231" y="161"/>
                      <a:pt x="3390" y="161"/>
                    </a:cubicBezTo>
                    <a:cubicBezTo>
                      <a:pt x="2549" y="161"/>
                      <a:pt x="1742" y="495"/>
                      <a:pt x="1148" y="1090"/>
                    </a:cubicBezTo>
                    <a:cubicBezTo>
                      <a:pt x="553" y="1685"/>
                      <a:pt x="219" y="2492"/>
                      <a:pt x="219" y="3334"/>
                    </a:cubicBezTo>
                    <a:cubicBezTo>
                      <a:pt x="219" y="4175"/>
                      <a:pt x="553" y="4982"/>
                      <a:pt x="1148" y="5577"/>
                    </a:cubicBezTo>
                    <a:cubicBezTo>
                      <a:pt x="1742" y="6172"/>
                      <a:pt x="2549" y="6507"/>
                      <a:pt x="339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83" name="Freeform: Shape 13782">
                <a:extLst>
                  <a:ext uri="{FF2B5EF4-FFF2-40B4-BE49-F238E27FC236}">
                    <a16:creationId xmlns:a16="http://schemas.microsoft.com/office/drawing/2014/main" id="{67D6857A-D8DF-9F0D-7460-CF807EB95603}"/>
                  </a:ext>
                </a:extLst>
              </p:cNvPr>
              <p:cNvSpPr/>
              <p:nvPr/>
            </p:nvSpPr>
            <p:spPr>
              <a:xfrm>
                <a:off x="9178297" y="5523693"/>
                <a:ext cx="6343" cy="6345"/>
              </a:xfrm>
              <a:custGeom>
                <a:avLst/>
                <a:gdLst>
                  <a:gd name="connsiteX0" fmla="*/ 3390 w 6343"/>
                  <a:gd name="connsiteY0" fmla="*/ 6506 h 6345"/>
                  <a:gd name="connsiteX1" fmla="*/ 5632 w 6343"/>
                  <a:gd name="connsiteY1" fmla="*/ 5577 h 6345"/>
                  <a:gd name="connsiteX2" fmla="*/ 6561 w 6343"/>
                  <a:gd name="connsiteY2" fmla="*/ 3334 h 6345"/>
                  <a:gd name="connsiteX3" fmla="*/ 5632 w 6343"/>
                  <a:gd name="connsiteY3" fmla="*/ 1090 h 6345"/>
                  <a:gd name="connsiteX4" fmla="*/ 3390 w 6343"/>
                  <a:gd name="connsiteY4" fmla="*/ 161 h 6345"/>
                  <a:gd name="connsiteX5" fmla="*/ 1147 w 6343"/>
                  <a:gd name="connsiteY5" fmla="*/ 1090 h 6345"/>
                  <a:gd name="connsiteX6" fmla="*/ 218 w 6343"/>
                  <a:gd name="connsiteY6" fmla="*/ 3334 h 6345"/>
                  <a:gd name="connsiteX7" fmla="*/ 1147 w 6343"/>
                  <a:gd name="connsiteY7" fmla="*/ 5577 h 6345"/>
                  <a:gd name="connsiteX8" fmla="*/ 339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6"/>
                    </a:moveTo>
                    <a:cubicBezTo>
                      <a:pt x="4231" y="6506"/>
                      <a:pt x="5038" y="6172"/>
                      <a:pt x="5632" y="5577"/>
                    </a:cubicBezTo>
                    <a:cubicBezTo>
                      <a:pt x="6227" y="4982"/>
                      <a:pt x="6561" y="4175"/>
                      <a:pt x="6561" y="3334"/>
                    </a:cubicBezTo>
                    <a:cubicBezTo>
                      <a:pt x="6561" y="2492"/>
                      <a:pt x="6227" y="1685"/>
                      <a:pt x="5632" y="1090"/>
                    </a:cubicBezTo>
                    <a:cubicBezTo>
                      <a:pt x="5038" y="495"/>
                      <a:pt x="4231" y="161"/>
                      <a:pt x="3390" y="161"/>
                    </a:cubicBezTo>
                    <a:cubicBezTo>
                      <a:pt x="2549" y="161"/>
                      <a:pt x="1742" y="495"/>
                      <a:pt x="1147" y="1090"/>
                    </a:cubicBezTo>
                    <a:cubicBezTo>
                      <a:pt x="552" y="1685"/>
                      <a:pt x="218" y="2492"/>
                      <a:pt x="218" y="3334"/>
                    </a:cubicBezTo>
                    <a:cubicBezTo>
                      <a:pt x="218" y="4175"/>
                      <a:pt x="552" y="4982"/>
                      <a:pt x="1147" y="5577"/>
                    </a:cubicBezTo>
                    <a:cubicBezTo>
                      <a:pt x="1742" y="6172"/>
                      <a:pt x="2549" y="6506"/>
                      <a:pt x="339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84" name="Freeform: Shape 13783">
                <a:extLst>
                  <a:ext uri="{FF2B5EF4-FFF2-40B4-BE49-F238E27FC236}">
                    <a16:creationId xmlns:a16="http://schemas.microsoft.com/office/drawing/2014/main" id="{6B7E6FE7-2830-E3AA-F4DC-6319C37461A3}"/>
                  </a:ext>
                </a:extLst>
              </p:cNvPr>
              <p:cNvSpPr/>
              <p:nvPr/>
            </p:nvSpPr>
            <p:spPr>
              <a:xfrm>
                <a:off x="9174492" y="5524101"/>
                <a:ext cx="6343" cy="6345"/>
              </a:xfrm>
              <a:custGeom>
                <a:avLst/>
                <a:gdLst>
                  <a:gd name="connsiteX0" fmla="*/ 3390 w 6343"/>
                  <a:gd name="connsiteY0" fmla="*/ 6507 h 6345"/>
                  <a:gd name="connsiteX1" fmla="*/ 5632 w 6343"/>
                  <a:gd name="connsiteY1" fmla="*/ 5577 h 6345"/>
                  <a:gd name="connsiteX2" fmla="*/ 6561 w 6343"/>
                  <a:gd name="connsiteY2" fmla="*/ 3334 h 6345"/>
                  <a:gd name="connsiteX3" fmla="*/ 5632 w 6343"/>
                  <a:gd name="connsiteY3" fmla="*/ 1090 h 6345"/>
                  <a:gd name="connsiteX4" fmla="*/ 3390 w 6343"/>
                  <a:gd name="connsiteY4" fmla="*/ 161 h 6345"/>
                  <a:gd name="connsiteX5" fmla="*/ 1147 w 6343"/>
                  <a:gd name="connsiteY5" fmla="*/ 1090 h 6345"/>
                  <a:gd name="connsiteX6" fmla="*/ 218 w 6343"/>
                  <a:gd name="connsiteY6" fmla="*/ 3334 h 6345"/>
                  <a:gd name="connsiteX7" fmla="*/ 1147 w 6343"/>
                  <a:gd name="connsiteY7" fmla="*/ 5577 h 6345"/>
                  <a:gd name="connsiteX8" fmla="*/ 339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7"/>
                    </a:moveTo>
                    <a:cubicBezTo>
                      <a:pt x="4231" y="6507"/>
                      <a:pt x="5037" y="6172"/>
                      <a:pt x="5632" y="5577"/>
                    </a:cubicBezTo>
                    <a:cubicBezTo>
                      <a:pt x="6227" y="4982"/>
                      <a:pt x="6561" y="4175"/>
                      <a:pt x="6561" y="3334"/>
                    </a:cubicBezTo>
                    <a:cubicBezTo>
                      <a:pt x="6561" y="2492"/>
                      <a:pt x="6227" y="1685"/>
                      <a:pt x="5632" y="1090"/>
                    </a:cubicBezTo>
                    <a:cubicBezTo>
                      <a:pt x="5037" y="495"/>
                      <a:pt x="4231" y="161"/>
                      <a:pt x="3390" y="161"/>
                    </a:cubicBezTo>
                    <a:cubicBezTo>
                      <a:pt x="2548" y="161"/>
                      <a:pt x="1742" y="495"/>
                      <a:pt x="1147" y="1090"/>
                    </a:cubicBezTo>
                    <a:cubicBezTo>
                      <a:pt x="552" y="1685"/>
                      <a:pt x="218" y="2492"/>
                      <a:pt x="218" y="3334"/>
                    </a:cubicBezTo>
                    <a:cubicBezTo>
                      <a:pt x="218" y="4175"/>
                      <a:pt x="552" y="4982"/>
                      <a:pt x="1147" y="5577"/>
                    </a:cubicBezTo>
                    <a:cubicBezTo>
                      <a:pt x="1742" y="6172"/>
                      <a:pt x="2548" y="6507"/>
                      <a:pt x="339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85" name="Freeform: Shape 13784">
                <a:extLst>
                  <a:ext uri="{FF2B5EF4-FFF2-40B4-BE49-F238E27FC236}">
                    <a16:creationId xmlns:a16="http://schemas.microsoft.com/office/drawing/2014/main" id="{2FE78BE5-51C9-4717-6D2F-90741EC3F0E9}"/>
                  </a:ext>
                </a:extLst>
              </p:cNvPr>
              <p:cNvSpPr/>
              <p:nvPr/>
            </p:nvSpPr>
            <p:spPr>
              <a:xfrm>
                <a:off x="9171667" y="5523635"/>
                <a:ext cx="6343" cy="6345"/>
              </a:xfrm>
              <a:custGeom>
                <a:avLst/>
                <a:gdLst>
                  <a:gd name="connsiteX0" fmla="*/ 3389 w 6343"/>
                  <a:gd name="connsiteY0" fmla="*/ 6506 h 6345"/>
                  <a:gd name="connsiteX1" fmla="*/ 5632 w 6343"/>
                  <a:gd name="connsiteY1" fmla="*/ 5577 h 6345"/>
                  <a:gd name="connsiteX2" fmla="*/ 6561 w 6343"/>
                  <a:gd name="connsiteY2" fmla="*/ 3334 h 6345"/>
                  <a:gd name="connsiteX3" fmla="*/ 5632 w 6343"/>
                  <a:gd name="connsiteY3" fmla="*/ 1090 h 6345"/>
                  <a:gd name="connsiteX4" fmla="*/ 3389 w 6343"/>
                  <a:gd name="connsiteY4" fmla="*/ 161 h 6345"/>
                  <a:gd name="connsiteX5" fmla="*/ 1147 w 6343"/>
                  <a:gd name="connsiteY5" fmla="*/ 1090 h 6345"/>
                  <a:gd name="connsiteX6" fmla="*/ 218 w 6343"/>
                  <a:gd name="connsiteY6" fmla="*/ 3334 h 6345"/>
                  <a:gd name="connsiteX7" fmla="*/ 1147 w 6343"/>
                  <a:gd name="connsiteY7" fmla="*/ 5577 h 6345"/>
                  <a:gd name="connsiteX8" fmla="*/ 338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6"/>
                    </a:moveTo>
                    <a:cubicBezTo>
                      <a:pt x="4230" y="6506"/>
                      <a:pt x="5037" y="6172"/>
                      <a:pt x="5632" y="5577"/>
                    </a:cubicBezTo>
                    <a:cubicBezTo>
                      <a:pt x="6227" y="4982"/>
                      <a:pt x="6561" y="4175"/>
                      <a:pt x="6561" y="3334"/>
                    </a:cubicBezTo>
                    <a:cubicBezTo>
                      <a:pt x="6561" y="2492"/>
                      <a:pt x="6227" y="1685"/>
                      <a:pt x="5632" y="1090"/>
                    </a:cubicBezTo>
                    <a:cubicBezTo>
                      <a:pt x="5037" y="495"/>
                      <a:pt x="4230" y="161"/>
                      <a:pt x="3389" y="161"/>
                    </a:cubicBezTo>
                    <a:cubicBezTo>
                      <a:pt x="2548" y="161"/>
                      <a:pt x="1741" y="495"/>
                      <a:pt x="1147" y="1090"/>
                    </a:cubicBezTo>
                    <a:cubicBezTo>
                      <a:pt x="552" y="1685"/>
                      <a:pt x="218" y="2492"/>
                      <a:pt x="218" y="3334"/>
                    </a:cubicBezTo>
                    <a:cubicBezTo>
                      <a:pt x="218" y="4175"/>
                      <a:pt x="552" y="4982"/>
                      <a:pt x="1147" y="5577"/>
                    </a:cubicBezTo>
                    <a:cubicBezTo>
                      <a:pt x="1741" y="6172"/>
                      <a:pt x="2548" y="6506"/>
                      <a:pt x="338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86" name="Freeform: Shape 13785">
                <a:extLst>
                  <a:ext uri="{FF2B5EF4-FFF2-40B4-BE49-F238E27FC236}">
                    <a16:creationId xmlns:a16="http://schemas.microsoft.com/office/drawing/2014/main" id="{9EBADAF5-53EE-B4E4-ECE2-BAB42C9523F1}"/>
                  </a:ext>
                </a:extLst>
              </p:cNvPr>
              <p:cNvSpPr/>
              <p:nvPr/>
            </p:nvSpPr>
            <p:spPr>
              <a:xfrm>
                <a:off x="9169217" y="5522827"/>
                <a:ext cx="6343" cy="6345"/>
              </a:xfrm>
              <a:custGeom>
                <a:avLst/>
                <a:gdLst>
                  <a:gd name="connsiteX0" fmla="*/ 3389 w 6343"/>
                  <a:gd name="connsiteY0" fmla="*/ 6506 h 6345"/>
                  <a:gd name="connsiteX1" fmla="*/ 5632 w 6343"/>
                  <a:gd name="connsiteY1" fmla="*/ 5577 h 6345"/>
                  <a:gd name="connsiteX2" fmla="*/ 6561 w 6343"/>
                  <a:gd name="connsiteY2" fmla="*/ 3334 h 6345"/>
                  <a:gd name="connsiteX3" fmla="*/ 5632 w 6343"/>
                  <a:gd name="connsiteY3" fmla="*/ 1090 h 6345"/>
                  <a:gd name="connsiteX4" fmla="*/ 3389 w 6343"/>
                  <a:gd name="connsiteY4" fmla="*/ 161 h 6345"/>
                  <a:gd name="connsiteX5" fmla="*/ 1146 w 6343"/>
                  <a:gd name="connsiteY5" fmla="*/ 1090 h 6345"/>
                  <a:gd name="connsiteX6" fmla="*/ 218 w 6343"/>
                  <a:gd name="connsiteY6" fmla="*/ 3334 h 6345"/>
                  <a:gd name="connsiteX7" fmla="*/ 1146 w 6343"/>
                  <a:gd name="connsiteY7" fmla="*/ 5577 h 6345"/>
                  <a:gd name="connsiteX8" fmla="*/ 338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6"/>
                    </a:moveTo>
                    <a:cubicBezTo>
                      <a:pt x="4230" y="6506"/>
                      <a:pt x="5037" y="6172"/>
                      <a:pt x="5632" y="5577"/>
                    </a:cubicBezTo>
                    <a:cubicBezTo>
                      <a:pt x="6227" y="4982"/>
                      <a:pt x="6561" y="4175"/>
                      <a:pt x="6561" y="3334"/>
                    </a:cubicBezTo>
                    <a:cubicBezTo>
                      <a:pt x="6561" y="2492"/>
                      <a:pt x="6227" y="1685"/>
                      <a:pt x="5632" y="1090"/>
                    </a:cubicBezTo>
                    <a:cubicBezTo>
                      <a:pt x="5037" y="495"/>
                      <a:pt x="4230" y="161"/>
                      <a:pt x="3389" y="161"/>
                    </a:cubicBezTo>
                    <a:cubicBezTo>
                      <a:pt x="2548" y="161"/>
                      <a:pt x="1741" y="495"/>
                      <a:pt x="1146" y="1090"/>
                    </a:cubicBezTo>
                    <a:cubicBezTo>
                      <a:pt x="552" y="1685"/>
                      <a:pt x="218" y="2492"/>
                      <a:pt x="218" y="3334"/>
                    </a:cubicBezTo>
                    <a:cubicBezTo>
                      <a:pt x="218" y="4175"/>
                      <a:pt x="552" y="4982"/>
                      <a:pt x="1146" y="5577"/>
                    </a:cubicBezTo>
                    <a:cubicBezTo>
                      <a:pt x="1741" y="6172"/>
                      <a:pt x="2548" y="6506"/>
                      <a:pt x="338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87" name="Freeform: Shape 13786">
                <a:extLst>
                  <a:ext uri="{FF2B5EF4-FFF2-40B4-BE49-F238E27FC236}">
                    <a16:creationId xmlns:a16="http://schemas.microsoft.com/office/drawing/2014/main" id="{2B0013E9-C3F4-4239-BD7F-54282F5E4F13}"/>
                  </a:ext>
                </a:extLst>
              </p:cNvPr>
              <p:cNvSpPr/>
              <p:nvPr/>
            </p:nvSpPr>
            <p:spPr>
              <a:xfrm>
                <a:off x="9164711" y="5523684"/>
                <a:ext cx="6343" cy="6345"/>
              </a:xfrm>
              <a:custGeom>
                <a:avLst/>
                <a:gdLst>
                  <a:gd name="connsiteX0" fmla="*/ 3389 w 6343"/>
                  <a:gd name="connsiteY0" fmla="*/ 6506 h 6345"/>
                  <a:gd name="connsiteX1" fmla="*/ 5631 w 6343"/>
                  <a:gd name="connsiteY1" fmla="*/ 5577 h 6345"/>
                  <a:gd name="connsiteX2" fmla="*/ 6560 w 6343"/>
                  <a:gd name="connsiteY2" fmla="*/ 3334 h 6345"/>
                  <a:gd name="connsiteX3" fmla="*/ 5631 w 6343"/>
                  <a:gd name="connsiteY3" fmla="*/ 1090 h 6345"/>
                  <a:gd name="connsiteX4" fmla="*/ 3389 w 6343"/>
                  <a:gd name="connsiteY4" fmla="*/ 161 h 6345"/>
                  <a:gd name="connsiteX5" fmla="*/ 1146 w 6343"/>
                  <a:gd name="connsiteY5" fmla="*/ 1090 h 6345"/>
                  <a:gd name="connsiteX6" fmla="*/ 217 w 6343"/>
                  <a:gd name="connsiteY6" fmla="*/ 3334 h 6345"/>
                  <a:gd name="connsiteX7" fmla="*/ 1146 w 6343"/>
                  <a:gd name="connsiteY7" fmla="*/ 5577 h 6345"/>
                  <a:gd name="connsiteX8" fmla="*/ 338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6"/>
                    </a:moveTo>
                    <a:cubicBezTo>
                      <a:pt x="4230" y="6506"/>
                      <a:pt x="5037" y="6172"/>
                      <a:pt x="5631" y="5577"/>
                    </a:cubicBezTo>
                    <a:cubicBezTo>
                      <a:pt x="6226" y="4982"/>
                      <a:pt x="6560" y="4175"/>
                      <a:pt x="6560" y="3334"/>
                    </a:cubicBezTo>
                    <a:cubicBezTo>
                      <a:pt x="6560" y="2492"/>
                      <a:pt x="6226" y="1685"/>
                      <a:pt x="5631" y="1090"/>
                    </a:cubicBezTo>
                    <a:cubicBezTo>
                      <a:pt x="5037" y="495"/>
                      <a:pt x="4230" y="161"/>
                      <a:pt x="3389" y="161"/>
                    </a:cubicBezTo>
                    <a:cubicBezTo>
                      <a:pt x="2548" y="161"/>
                      <a:pt x="1741" y="495"/>
                      <a:pt x="1146" y="1090"/>
                    </a:cubicBezTo>
                    <a:cubicBezTo>
                      <a:pt x="551" y="1685"/>
                      <a:pt x="217" y="2492"/>
                      <a:pt x="217" y="3334"/>
                    </a:cubicBezTo>
                    <a:cubicBezTo>
                      <a:pt x="217" y="4175"/>
                      <a:pt x="551" y="4982"/>
                      <a:pt x="1146" y="5577"/>
                    </a:cubicBezTo>
                    <a:cubicBezTo>
                      <a:pt x="1741" y="6172"/>
                      <a:pt x="2548" y="6506"/>
                      <a:pt x="338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88" name="Freeform: Shape 13787">
                <a:extLst>
                  <a:ext uri="{FF2B5EF4-FFF2-40B4-BE49-F238E27FC236}">
                    <a16:creationId xmlns:a16="http://schemas.microsoft.com/office/drawing/2014/main" id="{30FDD188-4F62-D084-6FBA-80FAC918D5B3}"/>
                  </a:ext>
                </a:extLst>
              </p:cNvPr>
              <p:cNvSpPr/>
              <p:nvPr/>
            </p:nvSpPr>
            <p:spPr>
              <a:xfrm>
                <a:off x="9161914" y="5523093"/>
                <a:ext cx="6343" cy="6345"/>
              </a:xfrm>
              <a:custGeom>
                <a:avLst/>
                <a:gdLst>
                  <a:gd name="connsiteX0" fmla="*/ 3389 w 6343"/>
                  <a:gd name="connsiteY0" fmla="*/ 6506 h 6345"/>
                  <a:gd name="connsiteX1" fmla="*/ 5631 w 6343"/>
                  <a:gd name="connsiteY1" fmla="*/ 5577 h 6345"/>
                  <a:gd name="connsiteX2" fmla="*/ 6560 w 6343"/>
                  <a:gd name="connsiteY2" fmla="*/ 3334 h 6345"/>
                  <a:gd name="connsiteX3" fmla="*/ 5631 w 6343"/>
                  <a:gd name="connsiteY3" fmla="*/ 1090 h 6345"/>
                  <a:gd name="connsiteX4" fmla="*/ 3389 w 6343"/>
                  <a:gd name="connsiteY4" fmla="*/ 161 h 6345"/>
                  <a:gd name="connsiteX5" fmla="*/ 1146 w 6343"/>
                  <a:gd name="connsiteY5" fmla="*/ 1090 h 6345"/>
                  <a:gd name="connsiteX6" fmla="*/ 217 w 6343"/>
                  <a:gd name="connsiteY6" fmla="*/ 3334 h 6345"/>
                  <a:gd name="connsiteX7" fmla="*/ 1146 w 6343"/>
                  <a:gd name="connsiteY7" fmla="*/ 5577 h 6345"/>
                  <a:gd name="connsiteX8" fmla="*/ 338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6"/>
                    </a:moveTo>
                    <a:cubicBezTo>
                      <a:pt x="4230" y="6506"/>
                      <a:pt x="5036" y="6172"/>
                      <a:pt x="5631" y="5577"/>
                    </a:cubicBezTo>
                    <a:cubicBezTo>
                      <a:pt x="6226" y="4982"/>
                      <a:pt x="6560" y="4175"/>
                      <a:pt x="6560" y="3334"/>
                    </a:cubicBezTo>
                    <a:cubicBezTo>
                      <a:pt x="6560" y="2492"/>
                      <a:pt x="6226" y="1685"/>
                      <a:pt x="5631" y="1090"/>
                    </a:cubicBezTo>
                    <a:cubicBezTo>
                      <a:pt x="5036" y="495"/>
                      <a:pt x="4230" y="161"/>
                      <a:pt x="3389" y="161"/>
                    </a:cubicBezTo>
                    <a:cubicBezTo>
                      <a:pt x="2547" y="161"/>
                      <a:pt x="1741" y="495"/>
                      <a:pt x="1146" y="1090"/>
                    </a:cubicBezTo>
                    <a:cubicBezTo>
                      <a:pt x="551" y="1685"/>
                      <a:pt x="217" y="2492"/>
                      <a:pt x="217" y="3334"/>
                    </a:cubicBezTo>
                    <a:cubicBezTo>
                      <a:pt x="217" y="4175"/>
                      <a:pt x="551" y="4982"/>
                      <a:pt x="1146" y="5577"/>
                    </a:cubicBezTo>
                    <a:cubicBezTo>
                      <a:pt x="1741" y="6172"/>
                      <a:pt x="2547" y="6506"/>
                      <a:pt x="338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89" name="Freeform: Shape 13788">
                <a:extLst>
                  <a:ext uri="{FF2B5EF4-FFF2-40B4-BE49-F238E27FC236}">
                    <a16:creationId xmlns:a16="http://schemas.microsoft.com/office/drawing/2014/main" id="{88FE635C-5F03-5099-73F4-061948D0686C}"/>
                  </a:ext>
                </a:extLst>
              </p:cNvPr>
              <p:cNvSpPr/>
              <p:nvPr/>
            </p:nvSpPr>
            <p:spPr>
              <a:xfrm>
                <a:off x="9157376" y="5523868"/>
                <a:ext cx="6343" cy="6345"/>
              </a:xfrm>
              <a:custGeom>
                <a:avLst/>
                <a:gdLst>
                  <a:gd name="connsiteX0" fmla="*/ 3388 w 6343"/>
                  <a:gd name="connsiteY0" fmla="*/ 6507 h 6345"/>
                  <a:gd name="connsiteX1" fmla="*/ 5631 w 6343"/>
                  <a:gd name="connsiteY1" fmla="*/ 5577 h 6345"/>
                  <a:gd name="connsiteX2" fmla="*/ 6560 w 6343"/>
                  <a:gd name="connsiteY2" fmla="*/ 3334 h 6345"/>
                  <a:gd name="connsiteX3" fmla="*/ 5631 w 6343"/>
                  <a:gd name="connsiteY3" fmla="*/ 1090 h 6345"/>
                  <a:gd name="connsiteX4" fmla="*/ 3388 w 6343"/>
                  <a:gd name="connsiteY4" fmla="*/ 161 h 6345"/>
                  <a:gd name="connsiteX5" fmla="*/ 1146 w 6343"/>
                  <a:gd name="connsiteY5" fmla="*/ 1090 h 6345"/>
                  <a:gd name="connsiteX6" fmla="*/ 217 w 6343"/>
                  <a:gd name="connsiteY6" fmla="*/ 3334 h 6345"/>
                  <a:gd name="connsiteX7" fmla="*/ 1146 w 6343"/>
                  <a:gd name="connsiteY7" fmla="*/ 5577 h 6345"/>
                  <a:gd name="connsiteX8" fmla="*/ 338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7"/>
                    </a:moveTo>
                    <a:cubicBezTo>
                      <a:pt x="4229" y="6507"/>
                      <a:pt x="5036" y="6172"/>
                      <a:pt x="5631" y="5577"/>
                    </a:cubicBezTo>
                    <a:cubicBezTo>
                      <a:pt x="6226" y="4982"/>
                      <a:pt x="6560" y="4175"/>
                      <a:pt x="6560" y="3334"/>
                    </a:cubicBezTo>
                    <a:cubicBezTo>
                      <a:pt x="6560" y="2492"/>
                      <a:pt x="6226" y="1685"/>
                      <a:pt x="5631" y="1090"/>
                    </a:cubicBezTo>
                    <a:cubicBezTo>
                      <a:pt x="5036" y="495"/>
                      <a:pt x="4229" y="161"/>
                      <a:pt x="3388" y="161"/>
                    </a:cubicBezTo>
                    <a:cubicBezTo>
                      <a:pt x="2547" y="161"/>
                      <a:pt x="1740" y="495"/>
                      <a:pt x="1146" y="1090"/>
                    </a:cubicBezTo>
                    <a:cubicBezTo>
                      <a:pt x="551" y="1685"/>
                      <a:pt x="217" y="2492"/>
                      <a:pt x="217" y="3334"/>
                    </a:cubicBezTo>
                    <a:cubicBezTo>
                      <a:pt x="217" y="4175"/>
                      <a:pt x="551" y="4982"/>
                      <a:pt x="1146" y="5577"/>
                    </a:cubicBezTo>
                    <a:cubicBezTo>
                      <a:pt x="1740" y="6172"/>
                      <a:pt x="2547" y="6507"/>
                      <a:pt x="338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90" name="Freeform: Shape 13789">
                <a:extLst>
                  <a:ext uri="{FF2B5EF4-FFF2-40B4-BE49-F238E27FC236}">
                    <a16:creationId xmlns:a16="http://schemas.microsoft.com/office/drawing/2014/main" id="{6F922FC8-5557-05BB-93BB-E28551DEFF9C}"/>
                  </a:ext>
                </a:extLst>
              </p:cNvPr>
              <p:cNvSpPr/>
              <p:nvPr/>
            </p:nvSpPr>
            <p:spPr>
              <a:xfrm>
                <a:off x="9154468" y="5523291"/>
                <a:ext cx="6343" cy="6345"/>
              </a:xfrm>
              <a:custGeom>
                <a:avLst/>
                <a:gdLst>
                  <a:gd name="connsiteX0" fmla="*/ 3388 w 6343"/>
                  <a:gd name="connsiteY0" fmla="*/ 6506 h 6345"/>
                  <a:gd name="connsiteX1" fmla="*/ 5631 w 6343"/>
                  <a:gd name="connsiteY1" fmla="*/ 5577 h 6345"/>
                  <a:gd name="connsiteX2" fmla="*/ 6560 w 6343"/>
                  <a:gd name="connsiteY2" fmla="*/ 3334 h 6345"/>
                  <a:gd name="connsiteX3" fmla="*/ 5631 w 6343"/>
                  <a:gd name="connsiteY3" fmla="*/ 1090 h 6345"/>
                  <a:gd name="connsiteX4" fmla="*/ 3388 w 6343"/>
                  <a:gd name="connsiteY4" fmla="*/ 161 h 6345"/>
                  <a:gd name="connsiteX5" fmla="*/ 1145 w 6343"/>
                  <a:gd name="connsiteY5" fmla="*/ 1090 h 6345"/>
                  <a:gd name="connsiteX6" fmla="*/ 216 w 6343"/>
                  <a:gd name="connsiteY6" fmla="*/ 3334 h 6345"/>
                  <a:gd name="connsiteX7" fmla="*/ 1145 w 6343"/>
                  <a:gd name="connsiteY7" fmla="*/ 5577 h 6345"/>
                  <a:gd name="connsiteX8" fmla="*/ 338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6"/>
                    </a:moveTo>
                    <a:cubicBezTo>
                      <a:pt x="4229" y="6506"/>
                      <a:pt x="5036" y="6172"/>
                      <a:pt x="5631" y="5577"/>
                    </a:cubicBezTo>
                    <a:cubicBezTo>
                      <a:pt x="6225" y="4982"/>
                      <a:pt x="6560" y="4175"/>
                      <a:pt x="6560" y="3334"/>
                    </a:cubicBezTo>
                    <a:cubicBezTo>
                      <a:pt x="6560" y="2492"/>
                      <a:pt x="6225" y="1685"/>
                      <a:pt x="5631" y="1090"/>
                    </a:cubicBezTo>
                    <a:cubicBezTo>
                      <a:pt x="5036" y="495"/>
                      <a:pt x="4229" y="161"/>
                      <a:pt x="3388" y="161"/>
                    </a:cubicBezTo>
                    <a:cubicBezTo>
                      <a:pt x="2547" y="161"/>
                      <a:pt x="1740" y="495"/>
                      <a:pt x="1145" y="1090"/>
                    </a:cubicBezTo>
                    <a:cubicBezTo>
                      <a:pt x="551" y="1685"/>
                      <a:pt x="216" y="2492"/>
                      <a:pt x="216" y="3334"/>
                    </a:cubicBezTo>
                    <a:cubicBezTo>
                      <a:pt x="216" y="4175"/>
                      <a:pt x="551" y="4982"/>
                      <a:pt x="1145" y="5577"/>
                    </a:cubicBezTo>
                    <a:cubicBezTo>
                      <a:pt x="1740" y="6172"/>
                      <a:pt x="2547" y="6506"/>
                      <a:pt x="338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91" name="Freeform: Shape 13790">
                <a:extLst>
                  <a:ext uri="{FF2B5EF4-FFF2-40B4-BE49-F238E27FC236}">
                    <a16:creationId xmlns:a16="http://schemas.microsoft.com/office/drawing/2014/main" id="{DE1CCE48-80F8-0298-1543-D4A5B68187A1}"/>
                  </a:ext>
                </a:extLst>
              </p:cNvPr>
              <p:cNvSpPr/>
              <p:nvPr/>
            </p:nvSpPr>
            <p:spPr>
              <a:xfrm>
                <a:off x="9145559" y="5527368"/>
                <a:ext cx="6343" cy="6345"/>
              </a:xfrm>
              <a:custGeom>
                <a:avLst/>
                <a:gdLst>
                  <a:gd name="connsiteX0" fmla="*/ 3387 w 6343"/>
                  <a:gd name="connsiteY0" fmla="*/ 6507 h 6345"/>
                  <a:gd name="connsiteX1" fmla="*/ 5630 w 6343"/>
                  <a:gd name="connsiteY1" fmla="*/ 5578 h 6345"/>
                  <a:gd name="connsiteX2" fmla="*/ 6559 w 6343"/>
                  <a:gd name="connsiteY2" fmla="*/ 3334 h 6345"/>
                  <a:gd name="connsiteX3" fmla="*/ 5630 w 6343"/>
                  <a:gd name="connsiteY3" fmla="*/ 1091 h 6345"/>
                  <a:gd name="connsiteX4" fmla="*/ 3387 w 6343"/>
                  <a:gd name="connsiteY4" fmla="*/ 161 h 6345"/>
                  <a:gd name="connsiteX5" fmla="*/ 1145 w 6343"/>
                  <a:gd name="connsiteY5" fmla="*/ 1091 h 6345"/>
                  <a:gd name="connsiteX6" fmla="*/ 216 w 6343"/>
                  <a:gd name="connsiteY6" fmla="*/ 3334 h 6345"/>
                  <a:gd name="connsiteX7" fmla="*/ 1145 w 6343"/>
                  <a:gd name="connsiteY7" fmla="*/ 5578 h 6345"/>
                  <a:gd name="connsiteX8" fmla="*/ 338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7"/>
                    </a:moveTo>
                    <a:cubicBezTo>
                      <a:pt x="4228" y="6507"/>
                      <a:pt x="5035" y="6172"/>
                      <a:pt x="5630" y="5578"/>
                    </a:cubicBezTo>
                    <a:cubicBezTo>
                      <a:pt x="6225" y="4983"/>
                      <a:pt x="6559" y="4175"/>
                      <a:pt x="6559" y="3334"/>
                    </a:cubicBezTo>
                    <a:cubicBezTo>
                      <a:pt x="6559" y="2493"/>
                      <a:pt x="6225" y="1686"/>
                      <a:pt x="5630" y="1091"/>
                    </a:cubicBezTo>
                    <a:cubicBezTo>
                      <a:pt x="5035" y="496"/>
                      <a:pt x="4228" y="161"/>
                      <a:pt x="3387" y="161"/>
                    </a:cubicBezTo>
                    <a:cubicBezTo>
                      <a:pt x="2546" y="161"/>
                      <a:pt x="1739" y="496"/>
                      <a:pt x="1145" y="1091"/>
                    </a:cubicBezTo>
                    <a:cubicBezTo>
                      <a:pt x="550" y="1686"/>
                      <a:pt x="216" y="2493"/>
                      <a:pt x="216" y="3334"/>
                    </a:cubicBezTo>
                    <a:cubicBezTo>
                      <a:pt x="216" y="4175"/>
                      <a:pt x="550" y="4983"/>
                      <a:pt x="1145" y="5578"/>
                    </a:cubicBezTo>
                    <a:cubicBezTo>
                      <a:pt x="1739" y="6172"/>
                      <a:pt x="2546" y="6507"/>
                      <a:pt x="338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92" name="Freeform: Shape 13791">
                <a:extLst>
                  <a:ext uri="{FF2B5EF4-FFF2-40B4-BE49-F238E27FC236}">
                    <a16:creationId xmlns:a16="http://schemas.microsoft.com/office/drawing/2014/main" id="{3605A922-972C-EE40-E15B-9273E301A0F7}"/>
                  </a:ext>
                </a:extLst>
              </p:cNvPr>
              <p:cNvSpPr/>
              <p:nvPr/>
            </p:nvSpPr>
            <p:spPr>
              <a:xfrm>
                <a:off x="9144868" y="5524963"/>
                <a:ext cx="6343" cy="6345"/>
              </a:xfrm>
              <a:custGeom>
                <a:avLst/>
                <a:gdLst>
                  <a:gd name="connsiteX0" fmla="*/ 3387 w 6343"/>
                  <a:gd name="connsiteY0" fmla="*/ 6507 h 6345"/>
                  <a:gd name="connsiteX1" fmla="*/ 5630 w 6343"/>
                  <a:gd name="connsiteY1" fmla="*/ 5577 h 6345"/>
                  <a:gd name="connsiteX2" fmla="*/ 6559 w 6343"/>
                  <a:gd name="connsiteY2" fmla="*/ 3334 h 6345"/>
                  <a:gd name="connsiteX3" fmla="*/ 5630 w 6343"/>
                  <a:gd name="connsiteY3" fmla="*/ 1090 h 6345"/>
                  <a:gd name="connsiteX4" fmla="*/ 3387 w 6343"/>
                  <a:gd name="connsiteY4" fmla="*/ 161 h 6345"/>
                  <a:gd name="connsiteX5" fmla="*/ 1145 w 6343"/>
                  <a:gd name="connsiteY5" fmla="*/ 1090 h 6345"/>
                  <a:gd name="connsiteX6" fmla="*/ 216 w 6343"/>
                  <a:gd name="connsiteY6" fmla="*/ 3334 h 6345"/>
                  <a:gd name="connsiteX7" fmla="*/ 1145 w 6343"/>
                  <a:gd name="connsiteY7" fmla="*/ 5577 h 6345"/>
                  <a:gd name="connsiteX8" fmla="*/ 338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7"/>
                    </a:moveTo>
                    <a:cubicBezTo>
                      <a:pt x="4228" y="6507"/>
                      <a:pt x="5035" y="6172"/>
                      <a:pt x="5630" y="5577"/>
                    </a:cubicBezTo>
                    <a:cubicBezTo>
                      <a:pt x="6225" y="4982"/>
                      <a:pt x="6559" y="4175"/>
                      <a:pt x="6559" y="3334"/>
                    </a:cubicBezTo>
                    <a:cubicBezTo>
                      <a:pt x="6559" y="2492"/>
                      <a:pt x="6225" y="1685"/>
                      <a:pt x="5630" y="1090"/>
                    </a:cubicBezTo>
                    <a:cubicBezTo>
                      <a:pt x="5035" y="495"/>
                      <a:pt x="4228" y="161"/>
                      <a:pt x="3387" y="161"/>
                    </a:cubicBezTo>
                    <a:cubicBezTo>
                      <a:pt x="2546" y="161"/>
                      <a:pt x="1739" y="495"/>
                      <a:pt x="1145" y="1090"/>
                    </a:cubicBezTo>
                    <a:cubicBezTo>
                      <a:pt x="550" y="1685"/>
                      <a:pt x="216" y="2492"/>
                      <a:pt x="216" y="3334"/>
                    </a:cubicBezTo>
                    <a:cubicBezTo>
                      <a:pt x="216" y="4175"/>
                      <a:pt x="550" y="4982"/>
                      <a:pt x="1145" y="5577"/>
                    </a:cubicBezTo>
                    <a:cubicBezTo>
                      <a:pt x="1739" y="6172"/>
                      <a:pt x="2546" y="6507"/>
                      <a:pt x="338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93" name="Freeform: Shape 13792">
                <a:extLst>
                  <a:ext uri="{FF2B5EF4-FFF2-40B4-BE49-F238E27FC236}">
                    <a16:creationId xmlns:a16="http://schemas.microsoft.com/office/drawing/2014/main" id="{BB25CACC-D2A6-4CBC-C0D9-D3FA262A42B3}"/>
                  </a:ext>
                </a:extLst>
              </p:cNvPr>
              <p:cNvSpPr/>
              <p:nvPr/>
            </p:nvSpPr>
            <p:spPr>
              <a:xfrm>
                <a:off x="9143407" y="5523158"/>
                <a:ext cx="6343" cy="6345"/>
              </a:xfrm>
              <a:custGeom>
                <a:avLst/>
                <a:gdLst>
                  <a:gd name="connsiteX0" fmla="*/ 3387 w 6343"/>
                  <a:gd name="connsiteY0" fmla="*/ 6506 h 6345"/>
                  <a:gd name="connsiteX1" fmla="*/ 5630 w 6343"/>
                  <a:gd name="connsiteY1" fmla="*/ 5577 h 6345"/>
                  <a:gd name="connsiteX2" fmla="*/ 6559 w 6343"/>
                  <a:gd name="connsiteY2" fmla="*/ 3334 h 6345"/>
                  <a:gd name="connsiteX3" fmla="*/ 5630 w 6343"/>
                  <a:gd name="connsiteY3" fmla="*/ 1090 h 6345"/>
                  <a:gd name="connsiteX4" fmla="*/ 3387 w 6343"/>
                  <a:gd name="connsiteY4" fmla="*/ 161 h 6345"/>
                  <a:gd name="connsiteX5" fmla="*/ 1144 w 6343"/>
                  <a:gd name="connsiteY5" fmla="*/ 1090 h 6345"/>
                  <a:gd name="connsiteX6" fmla="*/ 216 w 6343"/>
                  <a:gd name="connsiteY6" fmla="*/ 3334 h 6345"/>
                  <a:gd name="connsiteX7" fmla="*/ 1144 w 6343"/>
                  <a:gd name="connsiteY7" fmla="*/ 5577 h 6345"/>
                  <a:gd name="connsiteX8" fmla="*/ 338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6"/>
                    </a:moveTo>
                    <a:cubicBezTo>
                      <a:pt x="4228" y="6506"/>
                      <a:pt x="5035" y="6172"/>
                      <a:pt x="5630" y="5577"/>
                    </a:cubicBezTo>
                    <a:cubicBezTo>
                      <a:pt x="6224" y="4982"/>
                      <a:pt x="6559" y="4175"/>
                      <a:pt x="6559" y="3334"/>
                    </a:cubicBezTo>
                    <a:cubicBezTo>
                      <a:pt x="6559" y="2492"/>
                      <a:pt x="6224" y="1685"/>
                      <a:pt x="5630" y="1090"/>
                    </a:cubicBezTo>
                    <a:cubicBezTo>
                      <a:pt x="5035" y="495"/>
                      <a:pt x="4228" y="161"/>
                      <a:pt x="3387" y="161"/>
                    </a:cubicBezTo>
                    <a:cubicBezTo>
                      <a:pt x="2546" y="161"/>
                      <a:pt x="1739" y="495"/>
                      <a:pt x="1144" y="1090"/>
                    </a:cubicBezTo>
                    <a:cubicBezTo>
                      <a:pt x="550" y="1685"/>
                      <a:pt x="216" y="2492"/>
                      <a:pt x="216" y="3334"/>
                    </a:cubicBezTo>
                    <a:cubicBezTo>
                      <a:pt x="216" y="4175"/>
                      <a:pt x="550" y="4982"/>
                      <a:pt x="1144" y="5577"/>
                    </a:cubicBezTo>
                    <a:cubicBezTo>
                      <a:pt x="1739" y="6172"/>
                      <a:pt x="2546" y="6506"/>
                      <a:pt x="338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94" name="Freeform: Shape 13793">
                <a:extLst>
                  <a:ext uri="{FF2B5EF4-FFF2-40B4-BE49-F238E27FC236}">
                    <a16:creationId xmlns:a16="http://schemas.microsoft.com/office/drawing/2014/main" id="{A46D9BDA-46CD-1C0B-42EF-BA787840D5B9}"/>
                  </a:ext>
                </a:extLst>
              </p:cNvPr>
              <p:cNvSpPr/>
              <p:nvPr/>
            </p:nvSpPr>
            <p:spPr>
              <a:xfrm>
                <a:off x="9140623" y="5522346"/>
                <a:ext cx="6343" cy="6345"/>
              </a:xfrm>
              <a:custGeom>
                <a:avLst/>
                <a:gdLst>
                  <a:gd name="connsiteX0" fmla="*/ 3387 w 6343"/>
                  <a:gd name="connsiteY0" fmla="*/ 6506 h 6345"/>
                  <a:gd name="connsiteX1" fmla="*/ 5630 w 6343"/>
                  <a:gd name="connsiteY1" fmla="*/ 5577 h 6345"/>
                  <a:gd name="connsiteX2" fmla="*/ 6558 w 6343"/>
                  <a:gd name="connsiteY2" fmla="*/ 3334 h 6345"/>
                  <a:gd name="connsiteX3" fmla="*/ 5630 w 6343"/>
                  <a:gd name="connsiteY3" fmla="*/ 1090 h 6345"/>
                  <a:gd name="connsiteX4" fmla="*/ 3387 w 6343"/>
                  <a:gd name="connsiteY4" fmla="*/ 161 h 6345"/>
                  <a:gd name="connsiteX5" fmla="*/ 1144 w 6343"/>
                  <a:gd name="connsiteY5" fmla="*/ 1090 h 6345"/>
                  <a:gd name="connsiteX6" fmla="*/ 215 w 6343"/>
                  <a:gd name="connsiteY6" fmla="*/ 3334 h 6345"/>
                  <a:gd name="connsiteX7" fmla="*/ 1144 w 6343"/>
                  <a:gd name="connsiteY7" fmla="*/ 5577 h 6345"/>
                  <a:gd name="connsiteX8" fmla="*/ 338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6"/>
                    </a:moveTo>
                    <a:cubicBezTo>
                      <a:pt x="4228" y="6506"/>
                      <a:pt x="5035" y="6172"/>
                      <a:pt x="5630" y="5577"/>
                    </a:cubicBezTo>
                    <a:cubicBezTo>
                      <a:pt x="6224" y="4982"/>
                      <a:pt x="6558" y="4175"/>
                      <a:pt x="6558" y="3334"/>
                    </a:cubicBezTo>
                    <a:cubicBezTo>
                      <a:pt x="6558" y="2492"/>
                      <a:pt x="6224" y="1685"/>
                      <a:pt x="5630" y="1090"/>
                    </a:cubicBezTo>
                    <a:cubicBezTo>
                      <a:pt x="5035" y="495"/>
                      <a:pt x="4228" y="161"/>
                      <a:pt x="3387" y="161"/>
                    </a:cubicBezTo>
                    <a:cubicBezTo>
                      <a:pt x="2546" y="161"/>
                      <a:pt x="1739" y="495"/>
                      <a:pt x="1144" y="1090"/>
                    </a:cubicBezTo>
                    <a:cubicBezTo>
                      <a:pt x="550" y="1685"/>
                      <a:pt x="215" y="2492"/>
                      <a:pt x="215" y="3334"/>
                    </a:cubicBezTo>
                    <a:cubicBezTo>
                      <a:pt x="215" y="4175"/>
                      <a:pt x="550" y="4982"/>
                      <a:pt x="1144" y="5577"/>
                    </a:cubicBezTo>
                    <a:cubicBezTo>
                      <a:pt x="1739" y="6172"/>
                      <a:pt x="2546" y="6506"/>
                      <a:pt x="338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95" name="Freeform: Shape 13794">
                <a:extLst>
                  <a:ext uri="{FF2B5EF4-FFF2-40B4-BE49-F238E27FC236}">
                    <a16:creationId xmlns:a16="http://schemas.microsoft.com/office/drawing/2014/main" id="{0C1DECBE-A24D-BA85-C374-BE9394565316}"/>
                  </a:ext>
                </a:extLst>
              </p:cNvPr>
              <p:cNvSpPr/>
              <p:nvPr/>
            </p:nvSpPr>
            <p:spPr>
              <a:xfrm>
                <a:off x="9137241" y="5521952"/>
                <a:ext cx="6343" cy="6345"/>
              </a:xfrm>
              <a:custGeom>
                <a:avLst/>
                <a:gdLst>
                  <a:gd name="connsiteX0" fmla="*/ 3387 w 6343"/>
                  <a:gd name="connsiteY0" fmla="*/ 6506 h 6345"/>
                  <a:gd name="connsiteX1" fmla="*/ 5629 w 6343"/>
                  <a:gd name="connsiteY1" fmla="*/ 5577 h 6345"/>
                  <a:gd name="connsiteX2" fmla="*/ 6558 w 6343"/>
                  <a:gd name="connsiteY2" fmla="*/ 3334 h 6345"/>
                  <a:gd name="connsiteX3" fmla="*/ 5629 w 6343"/>
                  <a:gd name="connsiteY3" fmla="*/ 1090 h 6345"/>
                  <a:gd name="connsiteX4" fmla="*/ 3387 w 6343"/>
                  <a:gd name="connsiteY4" fmla="*/ 161 h 6345"/>
                  <a:gd name="connsiteX5" fmla="*/ 1144 w 6343"/>
                  <a:gd name="connsiteY5" fmla="*/ 1090 h 6345"/>
                  <a:gd name="connsiteX6" fmla="*/ 215 w 6343"/>
                  <a:gd name="connsiteY6" fmla="*/ 3334 h 6345"/>
                  <a:gd name="connsiteX7" fmla="*/ 1144 w 6343"/>
                  <a:gd name="connsiteY7" fmla="*/ 5577 h 6345"/>
                  <a:gd name="connsiteX8" fmla="*/ 338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6"/>
                    </a:moveTo>
                    <a:cubicBezTo>
                      <a:pt x="4228" y="6506"/>
                      <a:pt x="5034" y="6172"/>
                      <a:pt x="5629" y="5577"/>
                    </a:cubicBezTo>
                    <a:cubicBezTo>
                      <a:pt x="6224" y="4982"/>
                      <a:pt x="6558" y="4175"/>
                      <a:pt x="6558" y="3334"/>
                    </a:cubicBezTo>
                    <a:cubicBezTo>
                      <a:pt x="6558" y="2492"/>
                      <a:pt x="6224" y="1685"/>
                      <a:pt x="5629" y="1090"/>
                    </a:cubicBezTo>
                    <a:cubicBezTo>
                      <a:pt x="5034" y="495"/>
                      <a:pt x="4228" y="161"/>
                      <a:pt x="3387" y="161"/>
                    </a:cubicBezTo>
                    <a:cubicBezTo>
                      <a:pt x="2546" y="161"/>
                      <a:pt x="1739" y="495"/>
                      <a:pt x="1144" y="1090"/>
                    </a:cubicBezTo>
                    <a:cubicBezTo>
                      <a:pt x="549" y="1685"/>
                      <a:pt x="215" y="2492"/>
                      <a:pt x="215" y="3334"/>
                    </a:cubicBezTo>
                    <a:cubicBezTo>
                      <a:pt x="215" y="4175"/>
                      <a:pt x="549" y="4982"/>
                      <a:pt x="1144" y="5577"/>
                    </a:cubicBezTo>
                    <a:cubicBezTo>
                      <a:pt x="1739" y="6172"/>
                      <a:pt x="2546" y="6506"/>
                      <a:pt x="338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96" name="Freeform: Shape 13795">
                <a:extLst>
                  <a:ext uri="{FF2B5EF4-FFF2-40B4-BE49-F238E27FC236}">
                    <a16:creationId xmlns:a16="http://schemas.microsoft.com/office/drawing/2014/main" id="{1401CD3C-0E5B-78DF-21A7-6E436F303630}"/>
                  </a:ext>
                </a:extLst>
              </p:cNvPr>
              <p:cNvSpPr/>
              <p:nvPr/>
            </p:nvSpPr>
            <p:spPr>
              <a:xfrm>
                <a:off x="9133853" y="5521524"/>
                <a:ext cx="6343" cy="6345"/>
              </a:xfrm>
              <a:custGeom>
                <a:avLst/>
                <a:gdLst>
                  <a:gd name="connsiteX0" fmla="*/ 3386 w 6343"/>
                  <a:gd name="connsiteY0" fmla="*/ 6506 h 6345"/>
                  <a:gd name="connsiteX1" fmla="*/ 5629 w 6343"/>
                  <a:gd name="connsiteY1" fmla="*/ 5577 h 6345"/>
                  <a:gd name="connsiteX2" fmla="*/ 6558 w 6343"/>
                  <a:gd name="connsiteY2" fmla="*/ 3334 h 6345"/>
                  <a:gd name="connsiteX3" fmla="*/ 5629 w 6343"/>
                  <a:gd name="connsiteY3" fmla="*/ 1090 h 6345"/>
                  <a:gd name="connsiteX4" fmla="*/ 3386 w 6343"/>
                  <a:gd name="connsiteY4" fmla="*/ 161 h 6345"/>
                  <a:gd name="connsiteX5" fmla="*/ 1144 w 6343"/>
                  <a:gd name="connsiteY5" fmla="*/ 1090 h 6345"/>
                  <a:gd name="connsiteX6" fmla="*/ 215 w 6343"/>
                  <a:gd name="connsiteY6" fmla="*/ 3334 h 6345"/>
                  <a:gd name="connsiteX7" fmla="*/ 1144 w 6343"/>
                  <a:gd name="connsiteY7" fmla="*/ 5577 h 6345"/>
                  <a:gd name="connsiteX8" fmla="*/ 338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06"/>
                    </a:moveTo>
                    <a:cubicBezTo>
                      <a:pt x="4227" y="6506"/>
                      <a:pt x="5034" y="6172"/>
                      <a:pt x="5629" y="5577"/>
                    </a:cubicBezTo>
                    <a:cubicBezTo>
                      <a:pt x="6224" y="4982"/>
                      <a:pt x="6558" y="4175"/>
                      <a:pt x="6558" y="3334"/>
                    </a:cubicBezTo>
                    <a:cubicBezTo>
                      <a:pt x="6558" y="2492"/>
                      <a:pt x="6224" y="1685"/>
                      <a:pt x="5629" y="1090"/>
                    </a:cubicBezTo>
                    <a:cubicBezTo>
                      <a:pt x="5034" y="495"/>
                      <a:pt x="4227" y="161"/>
                      <a:pt x="3386" y="161"/>
                    </a:cubicBezTo>
                    <a:cubicBezTo>
                      <a:pt x="2545" y="161"/>
                      <a:pt x="1738" y="495"/>
                      <a:pt x="1144" y="1090"/>
                    </a:cubicBezTo>
                    <a:cubicBezTo>
                      <a:pt x="549" y="1685"/>
                      <a:pt x="215" y="2492"/>
                      <a:pt x="215" y="3334"/>
                    </a:cubicBezTo>
                    <a:cubicBezTo>
                      <a:pt x="215" y="4175"/>
                      <a:pt x="549" y="4982"/>
                      <a:pt x="1144" y="5577"/>
                    </a:cubicBezTo>
                    <a:cubicBezTo>
                      <a:pt x="1738" y="6172"/>
                      <a:pt x="2545" y="6506"/>
                      <a:pt x="338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97" name="Freeform: Shape 13796">
                <a:extLst>
                  <a:ext uri="{FF2B5EF4-FFF2-40B4-BE49-F238E27FC236}">
                    <a16:creationId xmlns:a16="http://schemas.microsoft.com/office/drawing/2014/main" id="{92455B4D-8927-FD06-DC83-40D972323966}"/>
                  </a:ext>
                </a:extLst>
              </p:cNvPr>
              <p:cNvSpPr/>
              <p:nvPr/>
            </p:nvSpPr>
            <p:spPr>
              <a:xfrm>
                <a:off x="9129607" y="5521679"/>
                <a:ext cx="6343" cy="6345"/>
              </a:xfrm>
              <a:custGeom>
                <a:avLst/>
                <a:gdLst>
                  <a:gd name="connsiteX0" fmla="*/ 3386 w 6343"/>
                  <a:gd name="connsiteY0" fmla="*/ 6506 h 6345"/>
                  <a:gd name="connsiteX1" fmla="*/ 5629 w 6343"/>
                  <a:gd name="connsiteY1" fmla="*/ 5577 h 6345"/>
                  <a:gd name="connsiteX2" fmla="*/ 6558 w 6343"/>
                  <a:gd name="connsiteY2" fmla="*/ 3334 h 6345"/>
                  <a:gd name="connsiteX3" fmla="*/ 5629 w 6343"/>
                  <a:gd name="connsiteY3" fmla="*/ 1090 h 6345"/>
                  <a:gd name="connsiteX4" fmla="*/ 3386 w 6343"/>
                  <a:gd name="connsiteY4" fmla="*/ 161 h 6345"/>
                  <a:gd name="connsiteX5" fmla="*/ 1143 w 6343"/>
                  <a:gd name="connsiteY5" fmla="*/ 1090 h 6345"/>
                  <a:gd name="connsiteX6" fmla="*/ 214 w 6343"/>
                  <a:gd name="connsiteY6" fmla="*/ 3334 h 6345"/>
                  <a:gd name="connsiteX7" fmla="*/ 1143 w 6343"/>
                  <a:gd name="connsiteY7" fmla="*/ 5577 h 6345"/>
                  <a:gd name="connsiteX8" fmla="*/ 338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06"/>
                    </a:moveTo>
                    <a:cubicBezTo>
                      <a:pt x="4227" y="6506"/>
                      <a:pt x="5034" y="6172"/>
                      <a:pt x="5629" y="5577"/>
                    </a:cubicBezTo>
                    <a:cubicBezTo>
                      <a:pt x="6223" y="4982"/>
                      <a:pt x="6558" y="4175"/>
                      <a:pt x="6558" y="3334"/>
                    </a:cubicBezTo>
                    <a:cubicBezTo>
                      <a:pt x="6558" y="2492"/>
                      <a:pt x="6223" y="1685"/>
                      <a:pt x="5629" y="1090"/>
                    </a:cubicBezTo>
                    <a:cubicBezTo>
                      <a:pt x="5034" y="495"/>
                      <a:pt x="4227" y="161"/>
                      <a:pt x="3386" y="161"/>
                    </a:cubicBezTo>
                    <a:cubicBezTo>
                      <a:pt x="2545" y="161"/>
                      <a:pt x="1738" y="495"/>
                      <a:pt x="1143" y="1090"/>
                    </a:cubicBezTo>
                    <a:cubicBezTo>
                      <a:pt x="549" y="1685"/>
                      <a:pt x="214" y="2492"/>
                      <a:pt x="214" y="3334"/>
                    </a:cubicBezTo>
                    <a:cubicBezTo>
                      <a:pt x="214" y="4175"/>
                      <a:pt x="549" y="4982"/>
                      <a:pt x="1143" y="5577"/>
                    </a:cubicBezTo>
                    <a:cubicBezTo>
                      <a:pt x="1738" y="6172"/>
                      <a:pt x="2545" y="6506"/>
                      <a:pt x="338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98" name="Freeform: Shape 13797">
                <a:extLst>
                  <a:ext uri="{FF2B5EF4-FFF2-40B4-BE49-F238E27FC236}">
                    <a16:creationId xmlns:a16="http://schemas.microsoft.com/office/drawing/2014/main" id="{374798A2-41F5-DE94-159B-31F5680A554B}"/>
                  </a:ext>
                </a:extLst>
              </p:cNvPr>
              <p:cNvSpPr/>
              <p:nvPr/>
            </p:nvSpPr>
            <p:spPr>
              <a:xfrm>
                <a:off x="9126152" y="5521216"/>
                <a:ext cx="6343" cy="6345"/>
              </a:xfrm>
              <a:custGeom>
                <a:avLst/>
                <a:gdLst>
                  <a:gd name="connsiteX0" fmla="*/ 3386 w 6343"/>
                  <a:gd name="connsiteY0" fmla="*/ 6506 h 6345"/>
                  <a:gd name="connsiteX1" fmla="*/ 5628 w 6343"/>
                  <a:gd name="connsiteY1" fmla="*/ 5577 h 6345"/>
                  <a:gd name="connsiteX2" fmla="*/ 6557 w 6343"/>
                  <a:gd name="connsiteY2" fmla="*/ 3334 h 6345"/>
                  <a:gd name="connsiteX3" fmla="*/ 5628 w 6343"/>
                  <a:gd name="connsiteY3" fmla="*/ 1090 h 6345"/>
                  <a:gd name="connsiteX4" fmla="*/ 3386 w 6343"/>
                  <a:gd name="connsiteY4" fmla="*/ 161 h 6345"/>
                  <a:gd name="connsiteX5" fmla="*/ 1143 w 6343"/>
                  <a:gd name="connsiteY5" fmla="*/ 1090 h 6345"/>
                  <a:gd name="connsiteX6" fmla="*/ 214 w 6343"/>
                  <a:gd name="connsiteY6" fmla="*/ 3334 h 6345"/>
                  <a:gd name="connsiteX7" fmla="*/ 1143 w 6343"/>
                  <a:gd name="connsiteY7" fmla="*/ 5577 h 6345"/>
                  <a:gd name="connsiteX8" fmla="*/ 338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06"/>
                    </a:moveTo>
                    <a:cubicBezTo>
                      <a:pt x="4227" y="6506"/>
                      <a:pt x="5034" y="6172"/>
                      <a:pt x="5628" y="5577"/>
                    </a:cubicBezTo>
                    <a:cubicBezTo>
                      <a:pt x="6223" y="4982"/>
                      <a:pt x="6557" y="4175"/>
                      <a:pt x="6557" y="3334"/>
                    </a:cubicBezTo>
                    <a:cubicBezTo>
                      <a:pt x="6557" y="2492"/>
                      <a:pt x="6223" y="1685"/>
                      <a:pt x="5628" y="1090"/>
                    </a:cubicBezTo>
                    <a:cubicBezTo>
                      <a:pt x="5034" y="495"/>
                      <a:pt x="4227" y="161"/>
                      <a:pt x="3386" y="161"/>
                    </a:cubicBezTo>
                    <a:cubicBezTo>
                      <a:pt x="2545" y="161"/>
                      <a:pt x="1738" y="495"/>
                      <a:pt x="1143" y="1090"/>
                    </a:cubicBezTo>
                    <a:cubicBezTo>
                      <a:pt x="548" y="1685"/>
                      <a:pt x="214" y="2492"/>
                      <a:pt x="214" y="3334"/>
                    </a:cubicBezTo>
                    <a:cubicBezTo>
                      <a:pt x="214" y="4175"/>
                      <a:pt x="548" y="4982"/>
                      <a:pt x="1143" y="5577"/>
                    </a:cubicBezTo>
                    <a:cubicBezTo>
                      <a:pt x="1738" y="6172"/>
                      <a:pt x="2545" y="6506"/>
                      <a:pt x="338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799" name="Freeform: Shape 13798">
                <a:extLst>
                  <a:ext uri="{FF2B5EF4-FFF2-40B4-BE49-F238E27FC236}">
                    <a16:creationId xmlns:a16="http://schemas.microsoft.com/office/drawing/2014/main" id="{09788613-468B-336B-1CE8-FDF71AF848A9}"/>
                  </a:ext>
                </a:extLst>
              </p:cNvPr>
              <p:cNvSpPr/>
              <p:nvPr/>
            </p:nvSpPr>
            <p:spPr>
              <a:xfrm>
                <a:off x="9121933" y="5521253"/>
                <a:ext cx="6343" cy="6345"/>
              </a:xfrm>
              <a:custGeom>
                <a:avLst/>
                <a:gdLst>
                  <a:gd name="connsiteX0" fmla="*/ 3385 w 6343"/>
                  <a:gd name="connsiteY0" fmla="*/ 6506 h 6345"/>
                  <a:gd name="connsiteX1" fmla="*/ 5628 w 6343"/>
                  <a:gd name="connsiteY1" fmla="*/ 5577 h 6345"/>
                  <a:gd name="connsiteX2" fmla="*/ 6557 w 6343"/>
                  <a:gd name="connsiteY2" fmla="*/ 3334 h 6345"/>
                  <a:gd name="connsiteX3" fmla="*/ 5628 w 6343"/>
                  <a:gd name="connsiteY3" fmla="*/ 1090 h 6345"/>
                  <a:gd name="connsiteX4" fmla="*/ 3385 w 6343"/>
                  <a:gd name="connsiteY4" fmla="*/ 161 h 6345"/>
                  <a:gd name="connsiteX5" fmla="*/ 1143 w 6343"/>
                  <a:gd name="connsiteY5" fmla="*/ 1090 h 6345"/>
                  <a:gd name="connsiteX6" fmla="*/ 214 w 6343"/>
                  <a:gd name="connsiteY6" fmla="*/ 3334 h 6345"/>
                  <a:gd name="connsiteX7" fmla="*/ 1143 w 6343"/>
                  <a:gd name="connsiteY7" fmla="*/ 5577 h 6345"/>
                  <a:gd name="connsiteX8" fmla="*/ 338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06"/>
                    </a:moveTo>
                    <a:cubicBezTo>
                      <a:pt x="4227" y="6506"/>
                      <a:pt x="5033" y="6172"/>
                      <a:pt x="5628" y="5577"/>
                    </a:cubicBezTo>
                    <a:cubicBezTo>
                      <a:pt x="6223" y="4982"/>
                      <a:pt x="6557" y="4175"/>
                      <a:pt x="6557" y="3334"/>
                    </a:cubicBezTo>
                    <a:cubicBezTo>
                      <a:pt x="6557" y="2492"/>
                      <a:pt x="6223" y="1685"/>
                      <a:pt x="5628" y="1090"/>
                    </a:cubicBezTo>
                    <a:cubicBezTo>
                      <a:pt x="5033" y="495"/>
                      <a:pt x="4227" y="161"/>
                      <a:pt x="3385" y="161"/>
                    </a:cubicBezTo>
                    <a:cubicBezTo>
                      <a:pt x="2544" y="161"/>
                      <a:pt x="1738" y="495"/>
                      <a:pt x="1143" y="1090"/>
                    </a:cubicBezTo>
                    <a:cubicBezTo>
                      <a:pt x="548" y="1685"/>
                      <a:pt x="214" y="2492"/>
                      <a:pt x="214" y="3334"/>
                    </a:cubicBezTo>
                    <a:cubicBezTo>
                      <a:pt x="214" y="4175"/>
                      <a:pt x="548" y="4982"/>
                      <a:pt x="1143" y="5577"/>
                    </a:cubicBezTo>
                    <a:cubicBezTo>
                      <a:pt x="1738" y="6172"/>
                      <a:pt x="2544" y="6506"/>
                      <a:pt x="338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00" name="Freeform: Shape 13799">
                <a:extLst>
                  <a:ext uri="{FF2B5EF4-FFF2-40B4-BE49-F238E27FC236}">
                    <a16:creationId xmlns:a16="http://schemas.microsoft.com/office/drawing/2014/main" id="{136ADA2D-939F-828C-3709-C299D0511F72}"/>
                  </a:ext>
                </a:extLst>
              </p:cNvPr>
              <p:cNvSpPr/>
              <p:nvPr/>
            </p:nvSpPr>
            <p:spPr>
              <a:xfrm>
                <a:off x="9118311" y="5520823"/>
                <a:ext cx="6343" cy="6345"/>
              </a:xfrm>
              <a:custGeom>
                <a:avLst/>
                <a:gdLst>
                  <a:gd name="connsiteX0" fmla="*/ 3385 w 6343"/>
                  <a:gd name="connsiteY0" fmla="*/ 6506 h 6345"/>
                  <a:gd name="connsiteX1" fmla="*/ 5628 w 6343"/>
                  <a:gd name="connsiteY1" fmla="*/ 5577 h 6345"/>
                  <a:gd name="connsiteX2" fmla="*/ 6557 w 6343"/>
                  <a:gd name="connsiteY2" fmla="*/ 3334 h 6345"/>
                  <a:gd name="connsiteX3" fmla="*/ 5628 w 6343"/>
                  <a:gd name="connsiteY3" fmla="*/ 1090 h 6345"/>
                  <a:gd name="connsiteX4" fmla="*/ 3385 w 6343"/>
                  <a:gd name="connsiteY4" fmla="*/ 161 h 6345"/>
                  <a:gd name="connsiteX5" fmla="*/ 1142 w 6343"/>
                  <a:gd name="connsiteY5" fmla="*/ 1090 h 6345"/>
                  <a:gd name="connsiteX6" fmla="*/ 214 w 6343"/>
                  <a:gd name="connsiteY6" fmla="*/ 3334 h 6345"/>
                  <a:gd name="connsiteX7" fmla="*/ 1142 w 6343"/>
                  <a:gd name="connsiteY7" fmla="*/ 5577 h 6345"/>
                  <a:gd name="connsiteX8" fmla="*/ 338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06"/>
                    </a:moveTo>
                    <a:cubicBezTo>
                      <a:pt x="4226" y="6506"/>
                      <a:pt x="5033" y="6172"/>
                      <a:pt x="5628" y="5577"/>
                    </a:cubicBezTo>
                    <a:cubicBezTo>
                      <a:pt x="6222" y="4982"/>
                      <a:pt x="6557" y="4175"/>
                      <a:pt x="6557" y="3334"/>
                    </a:cubicBezTo>
                    <a:cubicBezTo>
                      <a:pt x="6557" y="2492"/>
                      <a:pt x="6222" y="1685"/>
                      <a:pt x="5628" y="1090"/>
                    </a:cubicBezTo>
                    <a:cubicBezTo>
                      <a:pt x="5033" y="495"/>
                      <a:pt x="4226" y="161"/>
                      <a:pt x="3385" y="161"/>
                    </a:cubicBezTo>
                    <a:cubicBezTo>
                      <a:pt x="2544" y="161"/>
                      <a:pt x="1737" y="495"/>
                      <a:pt x="1142" y="1090"/>
                    </a:cubicBezTo>
                    <a:cubicBezTo>
                      <a:pt x="548" y="1685"/>
                      <a:pt x="214" y="2492"/>
                      <a:pt x="214" y="3334"/>
                    </a:cubicBezTo>
                    <a:cubicBezTo>
                      <a:pt x="214" y="4175"/>
                      <a:pt x="548" y="4982"/>
                      <a:pt x="1142" y="5577"/>
                    </a:cubicBezTo>
                    <a:cubicBezTo>
                      <a:pt x="1737" y="6172"/>
                      <a:pt x="2544" y="6506"/>
                      <a:pt x="338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01" name="Freeform: Shape 13800">
                <a:extLst>
                  <a:ext uri="{FF2B5EF4-FFF2-40B4-BE49-F238E27FC236}">
                    <a16:creationId xmlns:a16="http://schemas.microsoft.com/office/drawing/2014/main" id="{FFF577BE-AA03-D1C0-E95E-95B1F50E3BD1}"/>
                  </a:ext>
                </a:extLst>
              </p:cNvPr>
              <p:cNvSpPr/>
              <p:nvPr/>
            </p:nvSpPr>
            <p:spPr>
              <a:xfrm>
                <a:off x="9114376" y="5520567"/>
                <a:ext cx="6343" cy="6345"/>
              </a:xfrm>
              <a:custGeom>
                <a:avLst/>
                <a:gdLst>
                  <a:gd name="connsiteX0" fmla="*/ 3385 w 6343"/>
                  <a:gd name="connsiteY0" fmla="*/ 6506 h 6345"/>
                  <a:gd name="connsiteX1" fmla="*/ 5627 w 6343"/>
                  <a:gd name="connsiteY1" fmla="*/ 5577 h 6345"/>
                  <a:gd name="connsiteX2" fmla="*/ 6556 w 6343"/>
                  <a:gd name="connsiteY2" fmla="*/ 3334 h 6345"/>
                  <a:gd name="connsiteX3" fmla="*/ 5627 w 6343"/>
                  <a:gd name="connsiteY3" fmla="*/ 1090 h 6345"/>
                  <a:gd name="connsiteX4" fmla="*/ 3385 w 6343"/>
                  <a:gd name="connsiteY4" fmla="*/ 161 h 6345"/>
                  <a:gd name="connsiteX5" fmla="*/ 1142 w 6343"/>
                  <a:gd name="connsiteY5" fmla="*/ 1090 h 6345"/>
                  <a:gd name="connsiteX6" fmla="*/ 213 w 6343"/>
                  <a:gd name="connsiteY6" fmla="*/ 3334 h 6345"/>
                  <a:gd name="connsiteX7" fmla="*/ 1142 w 6343"/>
                  <a:gd name="connsiteY7" fmla="*/ 5577 h 6345"/>
                  <a:gd name="connsiteX8" fmla="*/ 338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06"/>
                    </a:moveTo>
                    <a:cubicBezTo>
                      <a:pt x="4226" y="6506"/>
                      <a:pt x="5033" y="6172"/>
                      <a:pt x="5627" y="5577"/>
                    </a:cubicBezTo>
                    <a:cubicBezTo>
                      <a:pt x="6222" y="4982"/>
                      <a:pt x="6556" y="4175"/>
                      <a:pt x="6556" y="3334"/>
                    </a:cubicBezTo>
                    <a:cubicBezTo>
                      <a:pt x="6556" y="2492"/>
                      <a:pt x="6222" y="1685"/>
                      <a:pt x="5627" y="1090"/>
                    </a:cubicBezTo>
                    <a:cubicBezTo>
                      <a:pt x="5033" y="495"/>
                      <a:pt x="4226" y="161"/>
                      <a:pt x="3385" y="161"/>
                    </a:cubicBezTo>
                    <a:cubicBezTo>
                      <a:pt x="2544" y="161"/>
                      <a:pt x="1737" y="495"/>
                      <a:pt x="1142" y="1090"/>
                    </a:cubicBezTo>
                    <a:cubicBezTo>
                      <a:pt x="547" y="1685"/>
                      <a:pt x="213" y="2492"/>
                      <a:pt x="213" y="3334"/>
                    </a:cubicBezTo>
                    <a:cubicBezTo>
                      <a:pt x="213" y="4175"/>
                      <a:pt x="547" y="4982"/>
                      <a:pt x="1142" y="5577"/>
                    </a:cubicBezTo>
                    <a:cubicBezTo>
                      <a:pt x="1737" y="6172"/>
                      <a:pt x="2544" y="6506"/>
                      <a:pt x="338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02" name="Freeform: Shape 13801">
                <a:extLst>
                  <a:ext uri="{FF2B5EF4-FFF2-40B4-BE49-F238E27FC236}">
                    <a16:creationId xmlns:a16="http://schemas.microsoft.com/office/drawing/2014/main" id="{7F806C70-9370-7C42-7EE1-1170AF12BC68}"/>
                  </a:ext>
                </a:extLst>
              </p:cNvPr>
              <p:cNvSpPr/>
              <p:nvPr/>
            </p:nvSpPr>
            <p:spPr>
              <a:xfrm>
                <a:off x="9110637" y="5520133"/>
                <a:ext cx="6343" cy="6345"/>
              </a:xfrm>
              <a:custGeom>
                <a:avLst/>
                <a:gdLst>
                  <a:gd name="connsiteX0" fmla="*/ 3385 w 6343"/>
                  <a:gd name="connsiteY0" fmla="*/ 6506 h 6345"/>
                  <a:gd name="connsiteX1" fmla="*/ 5627 w 6343"/>
                  <a:gd name="connsiteY1" fmla="*/ 5577 h 6345"/>
                  <a:gd name="connsiteX2" fmla="*/ 6556 w 6343"/>
                  <a:gd name="connsiteY2" fmla="*/ 3334 h 6345"/>
                  <a:gd name="connsiteX3" fmla="*/ 5627 w 6343"/>
                  <a:gd name="connsiteY3" fmla="*/ 1090 h 6345"/>
                  <a:gd name="connsiteX4" fmla="*/ 3385 w 6343"/>
                  <a:gd name="connsiteY4" fmla="*/ 161 h 6345"/>
                  <a:gd name="connsiteX5" fmla="*/ 1142 w 6343"/>
                  <a:gd name="connsiteY5" fmla="*/ 1090 h 6345"/>
                  <a:gd name="connsiteX6" fmla="*/ 213 w 6343"/>
                  <a:gd name="connsiteY6" fmla="*/ 3334 h 6345"/>
                  <a:gd name="connsiteX7" fmla="*/ 1142 w 6343"/>
                  <a:gd name="connsiteY7" fmla="*/ 5577 h 6345"/>
                  <a:gd name="connsiteX8" fmla="*/ 338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06"/>
                    </a:moveTo>
                    <a:cubicBezTo>
                      <a:pt x="4226" y="6506"/>
                      <a:pt x="5032" y="6172"/>
                      <a:pt x="5627" y="5577"/>
                    </a:cubicBezTo>
                    <a:cubicBezTo>
                      <a:pt x="6222" y="4982"/>
                      <a:pt x="6556" y="4175"/>
                      <a:pt x="6556" y="3334"/>
                    </a:cubicBezTo>
                    <a:cubicBezTo>
                      <a:pt x="6556" y="2492"/>
                      <a:pt x="6222" y="1685"/>
                      <a:pt x="5627" y="1090"/>
                    </a:cubicBezTo>
                    <a:cubicBezTo>
                      <a:pt x="5032" y="495"/>
                      <a:pt x="4226" y="161"/>
                      <a:pt x="3385" y="161"/>
                    </a:cubicBezTo>
                    <a:cubicBezTo>
                      <a:pt x="2543" y="161"/>
                      <a:pt x="1737" y="495"/>
                      <a:pt x="1142" y="1090"/>
                    </a:cubicBezTo>
                    <a:cubicBezTo>
                      <a:pt x="547" y="1685"/>
                      <a:pt x="213" y="2492"/>
                      <a:pt x="213" y="3334"/>
                    </a:cubicBezTo>
                    <a:cubicBezTo>
                      <a:pt x="213" y="4175"/>
                      <a:pt x="547" y="4982"/>
                      <a:pt x="1142" y="5577"/>
                    </a:cubicBezTo>
                    <a:cubicBezTo>
                      <a:pt x="1737" y="6172"/>
                      <a:pt x="2543" y="6506"/>
                      <a:pt x="338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03" name="Freeform: Shape 13802">
                <a:extLst>
                  <a:ext uri="{FF2B5EF4-FFF2-40B4-BE49-F238E27FC236}">
                    <a16:creationId xmlns:a16="http://schemas.microsoft.com/office/drawing/2014/main" id="{36325534-A287-7A5D-1B4D-00BAAAAEC2D8}"/>
                  </a:ext>
                </a:extLst>
              </p:cNvPr>
              <p:cNvSpPr/>
              <p:nvPr/>
            </p:nvSpPr>
            <p:spPr>
              <a:xfrm>
                <a:off x="9106377" y="5520005"/>
                <a:ext cx="6343" cy="6345"/>
              </a:xfrm>
              <a:custGeom>
                <a:avLst/>
                <a:gdLst>
                  <a:gd name="connsiteX0" fmla="*/ 3384 w 6343"/>
                  <a:gd name="connsiteY0" fmla="*/ 6506 h 6345"/>
                  <a:gd name="connsiteX1" fmla="*/ 5627 w 6343"/>
                  <a:gd name="connsiteY1" fmla="*/ 5577 h 6345"/>
                  <a:gd name="connsiteX2" fmla="*/ 6556 w 6343"/>
                  <a:gd name="connsiteY2" fmla="*/ 3333 h 6345"/>
                  <a:gd name="connsiteX3" fmla="*/ 5627 w 6343"/>
                  <a:gd name="connsiteY3" fmla="*/ 1090 h 6345"/>
                  <a:gd name="connsiteX4" fmla="*/ 3384 w 6343"/>
                  <a:gd name="connsiteY4" fmla="*/ 161 h 6345"/>
                  <a:gd name="connsiteX5" fmla="*/ 1142 w 6343"/>
                  <a:gd name="connsiteY5" fmla="*/ 1090 h 6345"/>
                  <a:gd name="connsiteX6" fmla="*/ 213 w 6343"/>
                  <a:gd name="connsiteY6" fmla="*/ 3333 h 6345"/>
                  <a:gd name="connsiteX7" fmla="*/ 1142 w 6343"/>
                  <a:gd name="connsiteY7" fmla="*/ 5577 h 6345"/>
                  <a:gd name="connsiteX8" fmla="*/ 338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06"/>
                    </a:moveTo>
                    <a:cubicBezTo>
                      <a:pt x="4225" y="6506"/>
                      <a:pt x="5032" y="6172"/>
                      <a:pt x="5627" y="5577"/>
                    </a:cubicBezTo>
                    <a:cubicBezTo>
                      <a:pt x="6222" y="4982"/>
                      <a:pt x="6556" y="4175"/>
                      <a:pt x="6556" y="3333"/>
                    </a:cubicBezTo>
                    <a:cubicBezTo>
                      <a:pt x="6556" y="2492"/>
                      <a:pt x="6222" y="1685"/>
                      <a:pt x="5627" y="1090"/>
                    </a:cubicBezTo>
                    <a:cubicBezTo>
                      <a:pt x="5032" y="495"/>
                      <a:pt x="4225" y="161"/>
                      <a:pt x="3384" y="161"/>
                    </a:cubicBezTo>
                    <a:cubicBezTo>
                      <a:pt x="2543" y="161"/>
                      <a:pt x="1736" y="495"/>
                      <a:pt x="1142" y="1090"/>
                    </a:cubicBezTo>
                    <a:cubicBezTo>
                      <a:pt x="547" y="1685"/>
                      <a:pt x="213" y="2492"/>
                      <a:pt x="213" y="3333"/>
                    </a:cubicBezTo>
                    <a:cubicBezTo>
                      <a:pt x="213" y="4175"/>
                      <a:pt x="547" y="4982"/>
                      <a:pt x="1142" y="5577"/>
                    </a:cubicBezTo>
                    <a:cubicBezTo>
                      <a:pt x="1736" y="6172"/>
                      <a:pt x="2543" y="6506"/>
                      <a:pt x="338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04" name="Freeform: Shape 13803">
                <a:extLst>
                  <a:ext uri="{FF2B5EF4-FFF2-40B4-BE49-F238E27FC236}">
                    <a16:creationId xmlns:a16="http://schemas.microsoft.com/office/drawing/2014/main" id="{C036BB67-CBB9-C3F5-9506-7FFF8C08365A}"/>
                  </a:ext>
                </a:extLst>
              </p:cNvPr>
              <p:cNvSpPr/>
              <p:nvPr/>
            </p:nvSpPr>
            <p:spPr>
              <a:xfrm>
                <a:off x="9102157" y="5519799"/>
                <a:ext cx="6343" cy="6345"/>
              </a:xfrm>
              <a:custGeom>
                <a:avLst/>
                <a:gdLst>
                  <a:gd name="connsiteX0" fmla="*/ 3384 w 6343"/>
                  <a:gd name="connsiteY0" fmla="*/ 6506 h 6345"/>
                  <a:gd name="connsiteX1" fmla="*/ 5626 w 6343"/>
                  <a:gd name="connsiteY1" fmla="*/ 5577 h 6345"/>
                  <a:gd name="connsiteX2" fmla="*/ 6555 w 6343"/>
                  <a:gd name="connsiteY2" fmla="*/ 3333 h 6345"/>
                  <a:gd name="connsiteX3" fmla="*/ 5626 w 6343"/>
                  <a:gd name="connsiteY3" fmla="*/ 1090 h 6345"/>
                  <a:gd name="connsiteX4" fmla="*/ 3384 w 6343"/>
                  <a:gd name="connsiteY4" fmla="*/ 161 h 6345"/>
                  <a:gd name="connsiteX5" fmla="*/ 1141 w 6343"/>
                  <a:gd name="connsiteY5" fmla="*/ 1090 h 6345"/>
                  <a:gd name="connsiteX6" fmla="*/ 212 w 6343"/>
                  <a:gd name="connsiteY6" fmla="*/ 3333 h 6345"/>
                  <a:gd name="connsiteX7" fmla="*/ 1141 w 6343"/>
                  <a:gd name="connsiteY7" fmla="*/ 5577 h 6345"/>
                  <a:gd name="connsiteX8" fmla="*/ 338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06"/>
                    </a:moveTo>
                    <a:cubicBezTo>
                      <a:pt x="4225" y="6506"/>
                      <a:pt x="5032" y="6172"/>
                      <a:pt x="5626" y="5577"/>
                    </a:cubicBezTo>
                    <a:cubicBezTo>
                      <a:pt x="6221" y="4982"/>
                      <a:pt x="6555" y="4175"/>
                      <a:pt x="6555" y="3333"/>
                    </a:cubicBezTo>
                    <a:cubicBezTo>
                      <a:pt x="6555" y="2492"/>
                      <a:pt x="6221" y="1685"/>
                      <a:pt x="5626" y="1090"/>
                    </a:cubicBezTo>
                    <a:cubicBezTo>
                      <a:pt x="5032" y="495"/>
                      <a:pt x="4225" y="161"/>
                      <a:pt x="3384" y="161"/>
                    </a:cubicBezTo>
                    <a:cubicBezTo>
                      <a:pt x="2543" y="161"/>
                      <a:pt x="1736" y="495"/>
                      <a:pt x="1141" y="1090"/>
                    </a:cubicBezTo>
                    <a:cubicBezTo>
                      <a:pt x="546" y="1685"/>
                      <a:pt x="212" y="2492"/>
                      <a:pt x="212" y="3333"/>
                    </a:cubicBezTo>
                    <a:cubicBezTo>
                      <a:pt x="212" y="4175"/>
                      <a:pt x="546" y="4982"/>
                      <a:pt x="1141" y="5577"/>
                    </a:cubicBezTo>
                    <a:cubicBezTo>
                      <a:pt x="1736" y="6172"/>
                      <a:pt x="2543" y="6506"/>
                      <a:pt x="338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05" name="Freeform: Shape 13804">
                <a:extLst>
                  <a:ext uri="{FF2B5EF4-FFF2-40B4-BE49-F238E27FC236}">
                    <a16:creationId xmlns:a16="http://schemas.microsoft.com/office/drawing/2014/main" id="{795708A1-DE75-C871-E59C-46358E083445}"/>
                  </a:ext>
                </a:extLst>
              </p:cNvPr>
              <p:cNvSpPr/>
              <p:nvPr/>
            </p:nvSpPr>
            <p:spPr>
              <a:xfrm>
                <a:off x="9097150" y="5520055"/>
                <a:ext cx="6343" cy="6345"/>
              </a:xfrm>
              <a:custGeom>
                <a:avLst/>
                <a:gdLst>
                  <a:gd name="connsiteX0" fmla="*/ 3383 w 6343"/>
                  <a:gd name="connsiteY0" fmla="*/ 6506 h 6345"/>
                  <a:gd name="connsiteX1" fmla="*/ 5626 w 6343"/>
                  <a:gd name="connsiteY1" fmla="*/ 5577 h 6345"/>
                  <a:gd name="connsiteX2" fmla="*/ 6555 w 6343"/>
                  <a:gd name="connsiteY2" fmla="*/ 3333 h 6345"/>
                  <a:gd name="connsiteX3" fmla="*/ 5626 w 6343"/>
                  <a:gd name="connsiteY3" fmla="*/ 1090 h 6345"/>
                  <a:gd name="connsiteX4" fmla="*/ 3383 w 6343"/>
                  <a:gd name="connsiteY4" fmla="*/ 161 h 6345"/>
                  <a:gd name="connsiteX5" fmla="*/ 1141 w 6343"/>
                  <a:gd name="connsiteY5" fmla="*/ 1090 h 6345"/>
                  <a:gd name="connsiteX6" fmla="*/ 212 w 6343"/>
                  <a:gd name="connsiteY6" fmla="*/ 3333 h 6345"/>
                  <a:gd name="connsiteX7" fmla="*/ 1141 w 6343"/>
                  <a:gd name="connsiteY7" fmla="*/ 5577 h 6345"/>
                  <a:gd name="connsiteX8" fmla="*/ 338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06"/>
                    </a:moveTo>
                    <a:cubicBezTo>
                      <a:pt x="4225" y="6506"/>
                      <a:pt x="5031" y="6172"/>
                      <a:pt x="5626" y="5577"/>
                    </a:cubicBezTo>
                    <a:cubicBezTo>
                      <a:pt x="6221" y="4982"/>
                      <a:pt x="6555" y="4175"/>
                      <a:pt x="6555" y="3333"/>
                    </a:cubicBezTo>
                    <a:cubicBezTo>
                      <a:pt x="6555" y="2492"/>
                      <a:pt x="6221" y="1685"/>
                      <a:pt x="5626" y="1090"/>
                    </a:cubicBezTo>
                    <a:cubicBezTo>
                      <a:pt x="5031" y="495"/>
                      <a:pt x="4225" y="161"/>
                      <a:pt x="3383" y="161"/>
                    </a:cubicBezTo>
                    <a:cubicBezTo>
                      <a:pt x="2542" y="161"/>
                      <a:pt x="1736" y="495"/>
                      <a:pt x="1141" y="1090"/>
                    </a:cubicBezTo>
                    <a:cubicBezTo>
                      <a:pt x="546" y="1685"/>
                      <a:pt x="212" y="2492"/>
                      <a:pt x="212" y="3333"/>
                    </a:cubicBezTo>
                    <a:cubicBezTo>
                      <a:pt x="212" y="4175"/>
                      <a:pt x="546" y="4982"/>
                      <a:pt x="1141" y="5577"/>
                    </a:cubicBezTo>
                    <a:cubicBezTo>
                      <a:pt x="1736" y="6172"/>
                      <a:pt x="2542" y="6506"/>
                      <a:pt x="338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06" name="Freeform: Shape 13805">
                <a:extLst>
                  <a:ext uri="{FF2B5EF4-FFF2-40B4-BE49-F238E27FC236}">
                    <a16:creationId xmlns:a16="http://schemas.microsoft.com/office/drawing/2014/main" id="{FB61171C-EF60-F403-D462-F3CFB1F0248C}"/>
                  </a:ext>
                </a:extLst>
              </p:cNvPr>
              <p:cNvSpPr/>
              <p:nvPr/>
            </p:nvSpPr>
            <p:spPr>
              <a:xfrm>
                <a:off x="9092856" y="5519791"/>
                <a:ext cx="6343" cy="6345"/>
              </a:xfrm>
              <a:custGeom>
                <a:avLst/>
                <a:gdLst>
                  <a:gd name="connsiteX0" fmla="*/ 3383 w 6343"/>
                  <a:gd name="connsiteY0" fmla="*/ 6506 h 6345"/>
                  <a:gd name="connsiteX1" fmla="*/ 5626 w 6343"/>
                  <a:gd name="connsiteY1" fmla="*/ 5577 h 6345"/>
                  <a:gd name="connsiteX2" fmla="*/ 6555 w 6343"/>
                  <a:gd name="connsiteY2" fmla="*/ 3333 h 6345"/>
                  <a:gd name="connsiteX3" fmla="*/ 5626 w 6343"/>
                  <a:gd name="connsiteY3" fmla="*/ 1090 h 6345"/>
                  <a:gd name="connsiteX4" fmla="*/ 3383 w 6343"/>
                  <a:gd name="connsiteY4" fmla="*/ 161 h 6345"/>
                  <a:gd name="connsiteX5" fmla="*/ 1140 w 6343"/>
                  <a:gd name="connsiteY5" fmla="*/ 1090 h 6345"/>
                  <a:gd name="connsiteX6" fmla="*/ 212 w 6343"/>
                  <a:gd name="connsiteY6" fmla="*/ 3333 h 6345"/>
                  <a:gd name="connsiteX7" fmla="*/ 1140 w 6343"/>
                  <a:gd name="connsiteY7" fmla="*/ 5577 h 6345"/>
                  <a:gd name="connsiteX8" fmla="*/ 338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06"/>
                    </a:moveTo>
                    <a:cubicBezTo>
                      <a:pt x="4224" y="6506"/>
                      <a:pt x="5031" y="6172"/>
                      <a:pt x="5626" y="5577"/>
                    </a:cubicBezTo>
                    <a:cubicBezTo>
                      <a:pt x="6220" y="4982"/>
                      <a:pt x="6555" y="4175"/>
                      <a:pt x="6555" y="3333"/>
                    </a:cubicBezTo>
                    <a:cubicBezTo>
                      <a:pt x="6555" y="2492"/>
                      <a:pt x="6220" y="1685"/>
                      <a:pt x="5626" y="1090"/>
                    </a:cubicBezTo>
                    <a:cubicBezTo>
                      <a:pt x="5031" y="495"/>
                      <a:pt x="4224" y="161"/>
                      <a:pt x="3383" y="161"/>
                    </a:cubicBezTo>
                    <a:cubicBezTo>
                      <a:pt x="2542" y="161"/>
                      <a:pt x="1735" y="495"/>
                      <a:pt x="1140" y="1090"/>
                    </a:cubicBezTo>
                    <a:cubicBezTo>
                      <a:pt x="546" y="1685"/>
                      <a:pt x="212" y="2492"/>
                      <a:pt x="212" y="3333"/>
                    </a:cubicBezTo>
                    <a:cubicBezTo>
                      <a:pt x="212" y="4175"/>
                      <a:pt x="546" y="4982"/>
                      <a:pt x="1140" y="5577"/>
                    </a:cubicBezTo>
                    <a:cubicBezTo>
                      <a:pt x="1735" y="6172"/>
                      <a:pt x="2542" y="6506"/>
                      <a:pt x="338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07" name="Freeform: Shape 13806">
                <a:extLst>
                  <a:ext uri="{FF2B5EF4-FFF2-40B4-BE49-F238E27FC236}">
                    <a16:creationId xmlns:a16="http://schemas.microsoft.com/office/drawing/2014/main" id="{A71B7DBA-BD55-12B6-3EFF-2FF146BC4872}"/>
                  </a:ext>
                </a:extLst>
              </p:cNvPr>
              <p:cNvSpPr/>
              <p:nvPr/>
            </p:nvSpPr>
            <p:spPr>
              <a:xfrm>
                <a:off x="9084842" y="5521832"/>
                <a:ext cx="6343" cy="6345"/>
              </a:xfrm>
              <a:custGeom>
                <a:avLst/>
                <a:gdLst>
                  <a:gd name="connsiteX0" fmla="*/ 3382 w 6343"/>
                  <a:gd name="connsiteY0" fmla="*/ 6506 h 6345"/>
                  <a:gd name="connsiteX1" fmla="*/ 5625 w 6343"/>
                  <a:gd name="connsiteY1" fmla="*/ 5577 h 6345"/>
                  <a:gd name="connsiteX2" fmla="*/ 6554 w 6343"/>
                  <a:gd name="connsiteY2" fmla="*/ 3334 h 6345"/>
                  <a:gd name="connsiteX3" fmla="*/ 5625 w 6343"/>
                  <a:gd name="connsiteY3" fmla="*/ 1090 h 6345"/>
                  <a:gd name="connsiteX4" fmla="*/ 3382 w 6343"/>
                  <a:gd name="connsiteY4" fmla="*/ 161 h 6345"/>
                  <a:gd name="connsiteX5" fmla="*/ 1140 w 6343"/>
                  <a:gd name="connsiteY5" fmla="*/ 1090 h 6345"/>
                  <a:gd name="connsiteX6" fmla="*/ 211 w 6343"/>
                  <a:gd name="connsiteY6" fmla="*/ 3334 h 6345"/>
                  <a:gd name="connsiteX7" fmla="*/ 1140 w 6343"/>
                  <a:gd name="connsiteY7" fmla="*/ 5577 h 6345"/>
                  <a:gd name="connsiteX8" fmla="*/ 3382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506"/>
                    </a:moveTo>
                    <a:cubicBezTo>
                      <a:pt x="4224" y="6506"/>
                      <a:pt x="5030" y="6172"/>
                      <a:pt x="5625" y="5577"/>
                    </a:cubicBezTo>
                    <a:cubicBezTo>
                      <a:pt x="6220" y="4982"/>
                      <a:pt x="6554" y="4175"/>
                      <a:pt x="6554" y="3334"/>
                    </a:cubicBezTo>
                    <a:cubicBezTo>
                      <a:pt x="6554" y="2492"/>
                      <a:pt x="6220" y="1685"/>
                      <a:pt x="5625" y="1090"/>
                    </a:cubicBezTo>
                    <a:cubicBezTo>
                      <a:pt x="5030" y="495"/>
                      <a:pt x="4224" y="161"/>
                      <a:pt x="3382" y="161"/>
                    </a:cubicBezTo>
                    <a:cubicBezTo>
                      <a:pt x="2541" y="161"/>
                      <a:pt x="1735" y="495"/>
                      <a:pt x="1140" y="1090"/>
                    </a:cubicBezTo>
                    <a:cubicBezTo>
                      <a:pt x="545" y="1685"/>
                      <a:pt x="211" y="2492"/>
                      <a:pt x="211" y="3334"/>
                    </a:cubicBezTo>
                    <a:cubicBezTo>
                      <a:pt x="211" y="4175"/>
                      <a:pt x="545" y="4982"/>
                      <a:pt x="1140" y="5577"/>
                    </a:cubicBezTo>
                    <a:cubicBezTo>
                      <a:pt x="1735" y="6172"/>
                      <a:pt x="2541" y="6506"/>
                      <a:pt x="3382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08" name="Freeform: Shape 13807">
                <a:extLst>
                  <a:ext uri="{FF2B5EF4-FFF2-40B4-BE49-F238E27FC236}">
                    <a16:creationId xmlns:a16="http://schemas.microsoft.com/office/drawing/2014/main" id="{FF53B872-7D0B-A015-2E93-23997F19975B}"/>
                  </a:ext>
                </a:extLst>
              </p:cNvPr>
              <p:cNvSpPr/>
              <p:nvPr/>
            </p:nvSpPr>
            <p:spPr>
              <a:xfrm>
                <a:off x="9059167" y="5363369"/>
                <a:ext cx="6343" cy="6345"/>
              </a:xfrm>
              <a:custGeom>
                <a:avLst/>
                <a:gdLst>
                  <a:gd name="connsiteX0" fmla="*/ 3380 w 6343"/>
                  <a:gd name="connsiteY0" fmla="*/ 6494 h 6345"/>
                  <a:gd name="connsiteX1" fmla="*/ 5623 w 6343"/>
                  <a:gd name="connsiteY1" fmla="*/ 5565 h 6345"/>
                  <a:gd name="connsiteX2" fmla="*/ 6552 w 6343"/>
                  <a:gd name="connsiteY2" fmla="*/ 3321 h 6345"/>
                  <a:gd name="connsiteX3" fmla="*/ 5623 w 6343"/>
                  <a:gd name="connsiteY3" fmla="*/ 1078 h 6345"/>
                  <a:gd name="connsiteX4" fmla="*/ 3380 w 6343"/>
                  <a:gd name="connsiteY4" fmla="*/ 148 h 6345"/>
                  <a:gd name="connsiteX5" fmla="*/ 1138 w 6343"/>
                  <a:gd name="connsiteY5" fmla="*/ 1078 h 6345"/>
                  <a:gd name="connsiteX6" fmla="*/ 209 w 6343"/>
                  <a:gd name="connsiteY6" fmla="*/ 3321 h 6345"/>
                  <a:gd name="connsiteX7" fmla="*/ 1138 w 6343"/>
                  <a:gd name="connsiteY7" fmla="*/ 5565 h 6345"/>
                  <a:gd name="connsiteX8" fmla="*/ 3380 w 6343"/>
                  <a:gd name="connsiteY8" fmla="*/ 64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94"/>
                    </a:moveTo>
                    <a:cubicBezTo>
                      <a:pt x="4222" y="6494"/>
                      <a:pt x="5028" y="6160"/>
                      <a:pt x="5623" y="5565"/>
                    </a:cubicBezTo>
                    <a:cubicBezTo>
                      <a:pt x="6218" y="4970"/>
                      <a:pt x="6552" y="4163"/>
                      <a:pt x="6552" y="3321"/>
                    </a:cubicBezTo>
                    <a:cubicBezTo>
                      <a:pt x="6552" y="2480"/>
                      <a:pt x="6218" y="1673"/>
                      <a:pt x="5623" y="1078"/>
                    </a:cubicBezTo>
                    <a:cubicBezTo>
                      <a:pt x="5028" y="483"/>
                      <a:pt x="4222" y="148"/>
                      <a:pt x="3380" y="148"/>
                    </a:cubicBezTo>
                    <a:cubicBezTo>
                      <a:pt x="2539" y="148"/>
                      <a:pt x="1733" y="483"/>
                      <a:pt x="1138" y="1078"/>
                    </a:cubicBezTo>
                    <a:cubicBezTo>
                      <a:pt x="543" y="1673"/>
                      <a:pt x="209" y="2480"/>
                      <a:pt x="209" y="3321"/>
                    </a:cubicBezTo>
                    <a:cubicBezTo>
                      <a:pt x="209" y="4163"/>
                      <a:pt x="543" y="4970"/>
                      <a:pt x="1138" y="5565"/>
                    </a:cubicBezTo>
                    <a:cubicBezTo>
                      <a:pt x="1733" y="6160"/>
                      <a:pt x="2539" y="6494"/>
                      <a:pt x="3380" y="64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09" name="Freeform: Shape 13808">
                <a:extLst>
                  <a:ext uri="{FF2B5EF4-FFF2-40B4-BE49-F238E27FC236}">
                    <a16:creationId xmlns:a16="http://schemas.microsoft.com/office/drawing/2014/main" id="{627C8D19-79FD-0D67-D6C5-0268E69E7655}"/>
                  </a:ext>
                </a:extLst>
              </p:cNvPr>
              <p:cNvSpPr/>
              <p:nvPr/>
            </p:nvSpPr>
            <p:spPr>
              <a:xfrm>
                <a:off x="9056555" y="5361383"/>
                <a:ext cx="6343" cy="6345"/>
              </a:xfrm>
              <a:custGeom>
                <a:avLst/>
                <a:gdLst>
                  <a:gd name="connsiteX0" fmla="*/ 3380 w 6343"/>
                  <a:gd name="connsiteY0" fmla="*/ 6494 h 6345"/>
                  <a:gd name="connsiteX1" fmla="*/ 5623 w 6343"/>
                  <a:gd name="connsiteY1" fmla="*/ 5564 h 6345"/>
                  <a:gd name="connsiteX2" fmla="*/ 6552 w 6343"/>
                  <a:gd name="connsiteY2" fmla="*/ 3321 h 6345"/>
                  <a:gd name="connsiteX3" fmla="*/ 5623 w 6343"/>
                  <a:gd name="connsiteY3" fmla="*/ 1078 h 6345"/>
                  <a:gd name="connsiteX4" fmla="*/ 3380 w 6343"/>
                  <a:gd name="connsiteY4" fmla="*/ 148 h 6345"/>
                  <a:gd name="connsiteX5" fmla="*/ 1138 w 6343"/>
                  <a:gd name="connsiteY5" fmla="*/ 1078 h 6345"/>
                  <a:gd name="connsiteX6" fmla="*/ 209 w 6343"/>
                  <a:gd name="connsiteY6" fmla="*/ 3321 h 6345"/>
                  <a:gd name="connsiteX7" fmla="*/ 1138 w 6343"/>
                  <a:gd name="connsiteY7" fmla="*/ 5564 h 6345"/>
                  <a:gd name="connsiteX8" fmla="*/ 3380 w 6343"/>
                  <a:gd name="connsiteY8" fmla="*/ 649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94"/>
                    </a:moveTo>
                    <a:cubicBezTo>
                      <a:pt x="4221" y="6494"/>
                      <a:pt x="5028" y="6159"/>
                      <a:pt x="5623" y="5564"/>
                    </a:cubicBezTo>
                    <a:cubicBezTo>
                      <a:pt x="6218" y="4969"/>
                      <a:pt x="6552" y="4162"/>
                      <a:pt x="6552" y="3321"/>
                    </a:cubicBezTo>
                    <a:cubicBezTo>
                      <a:pt x="6552" y="2480"/>
                      <a:pt x="6218" y="1673"/>
                      <a:pt x="5623" y="1078"/>
                    </a:cubicBezTo>
                    <a:cubicBezTo>
                      <a:pt x="5028" y="483"/>
                      <a:pt x="4221" y="148"/>
                      <a:pt x="3380" y="148"/>
                    </a:cubicBezTo>
                    <a:cubicBezTo>
                      <a:pt x="2539" y="148"/>
                      <a:pt x="1732" y="483"/>
                      <a:pt x="1138" y="1078"/>
                    </a:cubicBezTo>
                    <a:cubicBezTo>
                      <a:pt x="543" y="1673"/>
                      <a:pt x="209" y="2480"/>
                      <a:pt x="209" y="3321"/>
                    </a:cubicBezTo>
                    <a:cubicBezTo>
                      <a:pt x="209" y="4162"/>
                      <a:pt x="543" y="4969"/>
                      <a:pt x="1138" y="5564"/>
                    </a:cubicBezTo>
                    <a:cubicBezTo>
                      <a:pt x="1732" y="6159"/>
                      <a:pt x="2539" y="6494"/>
                      <a:pt x="3380" y="64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10" name="Freeform: Shape 13809">
                <a:extLst>
                  <a:ext uri="{FF2B5EF4-FFF2-40B4-BE49-F238E27FC236}">
                    <a16:creationId xmlns:a16="http://schemas.microsoft.com/office/drawing/2014/main" id="{D28B245A-41AA-27EC-12DD-02DDF838FDDA}"/>
                  </a:ext>
                </a:extLst>
              </p:cNvPr>
              <p:cNvSpPr/>
              <p:nvPr/>
            </p:nvSpPr>
            <p:spPr>
              <a:xfrm>
                <a:off x="9059931" y="5358369"/>
                <a:ext cx="6343" cy="6345"/>
              </a:xfrm>
              <a:custGeom>
                <a:avLst/>
                <a:gdLst>
                  <a:gd name="connsiteX0" fmla="*/ 3381 w 6343"/>
                  <a:gd name="connsiteY0" fmla="*/ 6493 h 6345"/>
                  <a:gd name="connsiteX1" fmla="*/ 5623 w 6343"/>
                  <a:gd name="connsiteY1" fmla="*/ 5564 h 6345"/>
                  <a:gd name="connsiteX2" fmla="*/ 6552 w 6343"/>
                  <a:gd name="connsiteY2" fmla="*/ 3321 h 6345"/>
                  <a:gd name="connsiteX3" fmla="*/ 5623 w 6343"/>
                  <a:gd name="connsiteY3" fmla="*/ 1077 h 6345"/>
                  <a:gd name="connsiteX4" fmla="*/ 3381 w 6343"/>
                  <a:gd name="connsiteY4" fmla="*/ 148 h 6345"/>
                  <a:gd name="connsiteX5" fmla="*/ 1138 w 6343"/>
                  <a:gd name="connsiteY5" fmla="*/ 1077 h 6345"/>
                  <a:gd name="connsiteX6" fmla="*/ 209 w 6343"/>
                  <a:gd name="connsiteY6" fmla="*/ 3321 h 6345"/>
                  <a:gd name="connsiteX7" fmla="*/ 1138 w 6343"/>
                  <a:gd name="connsiteY7" fmla="*/ 5564 h 6345"/>
                  <a:gd name="connsiteX8" fmla="*/ 3381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93"/>
                    </a:moveTo>
                    <a:cubicBezTo>
                      <a:pt x="4222" y="6493"/>
                      <a:pt x="5028" y="6159"/>
                      <a:pt x="5623" y="5564"/>
                    </a:cubicBezTo>
                    <a:cubicBezTo>
                      <a:pt x="6218" y="4969"/>
                      <a:pt x="6552" y="4162"/>
                      <a:pt x="6552" y="3321"/>
                    </a:cubicBezTo>
                    <a:cubicBezTo>
                      <a:pt x="6552" y="2479"/>
                      <a:pt x="6218" y="1672"/>
                      <a:pt x="5623" y="1077"/>
                    </a:cubicBezTo>
                    <a:cubicBezTo>
                      <a:pt x="5028" y="482"/>
                      <a:pt x="4222" y="148"/>
                      <a:pt x="3381" y="148"/>
                    </a:cubicBezTo>
                    <a:cubicBezTo>
                      <a:pt x="2539" y="148"/>
                      <a:pt x="1733" y="482"/>
                      <a:pt x="1138" y="1077"/>
                    </a:cubicBezTo>
                    <a:cubicBezTo>
                      <a:pt x="543" y="1672"/>
                      <a:pt x="209" y="2479"/>
                      <a:pt x="209" y="3321"/>
                    </a:cubicBezTo>
                    <a:cubicBezTo>
                      <a:pt x="209" y="4162"/>
                      <a:pt x="543" y="4969"/>
                      <a:pt x="1138" y="5564"/>
                    </a:cubicBezTo>
                    <a:cubicBezTo>
                      <a:pt x="1733" y="6159"/>
                      <a:pt x="2539" y="6493"/>
                      <a:pt x="3381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11" name="Freeform: Shape 13810">
                <a:extLst>
                  <a:ext uri="{FF2B5EF4-FFF2-40B4-BE49-F238E27FC236}">
                    <a16:creationId xmlns:a16="http://schemas.microsoft.com/office/drawing/2014/main" id="{1C60587D-EF3E-095F-D34E-D97D5BF727AC}"/>
                  </a:ext>
                </a:extLst>
              </p:cNvPr>
              <p:cNvSpPr/>
              <p:nvPr/>
            </p:nvSpPr>
            <p:spPr>
              <a:xfrm>
                <a:off x="9061863" y="5355635"/>
                <a:ext cx="6343" cy="6345"/>
              </a:xfrm>
              <a:custGeom>
                <a:avLst/>
                <a:gdLst>
                  <a:gd name="connsiteX0" fmla="*/ 3381 w 6343"/>
                  <a:gd name="connsiteY0" fmla="*/ 6493 h 6345"/>
                  <a:gd name="connsiteX1" fmla="*/ 5623 w 6343"/>
                  <a:gd name="connsiteY1" fmla="*/ 5564 h 6345"/>
                  <a:gd name="connsiteX2" fmla="*/ 6552 w 6343"/>
                  <a:gd name="connsiteY2" fmla="*/ 3321 h 6345"/>
                  <a:gd name="connsiteX3" fmla="*/ 5623 w 6343"/>
                  <a:gd name="connsiteY3" fmla="*/ 1077 h 6345"/>
                  <a:gd name="connsiteX4" fmla="*/ 3381 w 6343"/>
                  <a:gd name="connsiteY4" fmla="*/ 148 h 6345"/>
                  <a:gd name="connsiteX5" fmla="*/ 1138 w 6343"/>
                  <a:gd name="connsiteY5" fmla="*/ 1077 h 6345"/>
                  <a:gd name="connsiteX6" fmla="*/ 209 w 6343"/>
                  <a:gd name="connsiteY6" fmla="*/ 3321 h 6345"/>
                  <a:gd name="connsiteX7" fmla="*/ 1138 w 6343"/>
                  <a:gd name="connsiteY7" fmla="*/ 5564 h 6345"/>
                  <a:gd name="connsiteX8" fmla="*/ 3381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93"/>
                    </a:moveTo>
                    <a:cubicBezTo>
                      <a:pt x="4222" y="6493"/>
                      <a:pt x="5029" y="6159"/>
                      <a:pt x="5623" y="5564"/>
                    </a:cubicBezTo>
                    <a:cubicBezTo>
                      <a:pt x="6218" y="4969"/>
                      <a:pt x="6552" y="4162"/>
                      <a:pt x="6552" y="3321"/>
                    </a:cubicBezTo>
                    <a:cubicBezTo>
                      <a:pt x="6552" y="2479"/>
                      <a:pt x="6218" y="1672"/>
                      <a:pt x="5623" y="1077"/>
                    </a:cubicBezTo>
                    <a:cubicBezTo>
                      <a:pt x="5029" y="482"/>
                      <a:pt x="4222" y="148"/>
                      <a:pt x="3381" y="148"/>
                    </a:cubicBezTo>
                    <a:cubicBezTo>
                      <a:pt x="2540" y="148"/>
                      <a:pt x="1733" y="482"/>
                      <a:pt x="1138" y="1077"/>
                    </a:cubicBezTo>
                    <a:cubicBezTo>
                      <a:pt x="543" y="1672"/>
                      <a:pt x="209" y="2479"/>
                      <a:pt x="209" y="3321"/>
                    </a:cubicBezTo>
                    <a:cubicBezTo>
                      <a:pt x="209" y="4162"/>
                      <a:pt x="543" y="4969"/>
                      <a:pt x="1138" y="5564"/>
                    </a:cubicBezTo>
                    <a:cubicBezTo>
                      <a:pt x="1733" y="6159"/>
                      <a:pt x="2540" y="6493"/>
                      <a:pt x="3381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12" name="Freeform: Shape 13811">
                <a:extLst>
                  <a:ext uri="{FF2B5EF4-FFF2-40B4-BE49-F238E27FC236}">
                    <a16:creationId xmlns:a16="http://schemas.microsoft.com/office/drawing/2014/main" id="{54BF093B-5D91-7135-E6C7-63A048892B12}"/>
                  </a:ext>
                </a:extLst>
              </p:cNvPr>
              <p:cNvSpPr/>
              <p:nvPr/>
            </p:nvSpPr>
            <p:spPr>
              <a:xfrm>
                <a:off x="9063020" y="5353050"/>
                <a:ext cx="6343" cy="6345"/>
              </a:xfrm>
              <a:custGeom>
                <a:avLst/>
                <a:gdLst>
                  <a:gd name="connsiteX0" fmla="*/ 3381 w 6343"/>
                  <a:gd name="connsiteY0" fmla="*/ 6493 h 6345"/>
                  <a:gd name="connsiteX1" fmla="*/ 5623 w 6343"/>
                  <a:gd name="connsiteY1" fmla="*/ 5564 h 6345"/>
                  <a:gd name="connsiteX2" fmla="*/ 6552 w 6343"/>
                  <a:gd name="connsiteY2" fmla="*/ 3320 h 6345"/>
                  <a:gd name="connsiteX3" fmla="*/ 5623 w 6343"/>
                  <a:gd name="connsiteY3" fmla="*/ 1077 h 6345"/>
                  <a:gd name="connsiteX4" fmla="*/ 3381 w 6343"/>
                  <a:gd name="connsiteY4" fmla="*/ 148 h 6345"/>
                  <a:gd name="connsiteX5" fmla="*/ 1138 w 6343"/>
                  <a:gd name="connsiteY5" fmla="*/ 1077 h 6345"/>
                  <a:gd name="connsiteX6" fmla="*/ 209 w 6343"/>
                  <a:gd name="connsiteY6" fmla="*/ 3320 h 6345"/>
                  <a:gd name="connsiteX7" fmla="*/ 1138 w 6343"/>
                  <a:gd name="connsiteY7" fmla="*/ 5564 h 6345"/>
                  <a:gd name="connsiteX8" fmla="*/ 3381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93"/>
                    </a:moveTo>
                    <a:cubicBezTo>
                      <a:pt x="4222" y="6493"/>
                      <a:pt x="5029" y="6159"/>
                      <a:pt x="5623" y="5564"/>
                    </a:cubicBezTo>
                    <a:cubicBezTo>
                      <a:pt x="6218" y="4969"/>
                      <a:pt x="6552" y="4162"/>
                      <a:pt x="6552" y="3320"/>
                    </a:cubicBezTo>
                    <a:cubicBezTo>
                      <a:pt x="6552" y="2479"/>
                      <a:pt x="6218" y="1672"/>
                      <a:pt x="5623" y="1077"/>
                    </a:cubicBezTo>
                    <a:cubicBezTo>
                      <a:pt x="5029" y="482"/>
                      <a:pt x="4222" y="148"/>
                      <a:pt x="3381" y="148"/>
                    </a:cubicBezTo>
                    <a:cubicBezTo>
                      <a:pt x="2540" y="148"/>
                      <a:pt x="1733" y="482"/>
                      <a:pt x="1138" y="1077"/>
                    </a:cubicBezTo>
                    <a:cubicBezTo>
                      <a:pt x="543" y="1672"/>
                      <a:pt x="209" y="2479"/>
                      <a:pt x="209" y="3320"/>
                    </a:cubicBezTo>
                    <a:cubicBezTo>
                      <a:pt x="209" y="4162"/>
                      <a:pt x="543" y="4969"/>
                      <a:pt x="1138" y="5564"/>
                    </a:cubicBezTo>
                    <a:cubicBezTo>
                      <a:pt x="1733" y="6159"/>
                      <a:pt x="2540" y="6493"/>
                      <a:pt x="3381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13" name="Freeform: Shape 13812">
                <a:extLst>
                  <a:ext uri="{FF2B5EF4-FFF2-40B4-BE49-F238E27FC236}">
                    <a16:creationId xmlns:a16="http://schemas.microsoft.com/office/drawing/2014/main" id="{29713FBF-45B6-9E29-F9E1-E19204DFACC9}"/>
                  </a:ext>
                </a:extLst>
              </p:cNvPr>
              <p:cNvSpPr/>
              <p:nvPr/>
            </p:nvSpPr>
            <p:spPr>
              <a:xfrm>
                <a:off x="9066182" y="5347815"/>
                <a:ext cx="6343" cy="6345"/>
              </a:xfrm>
              <a:custGeom>
                <a:avLst/>
                <a:gdLst>
                  <a:gd name="connsiteX0" fmla="*/ 3381 w 6343"/>
                  <a:gd name="connsiteY0" fmla="*/ 6493 h 6345"/>
                  <a:gd name="connsiteX1" fmla="*/ 5624 w 6343"/>
                  <a:gd name="connsiteY1" fmla="*/ 5563 h 6345"/>
                  <a:gd name="connsiteX2" fmla="*/ 6553 w 6343"/>
                  <a:gd name="connsiteY2" fmla="*/ 3320 h 6345"/>
                  <a:gd name="connsiteX3" fmla="*/ 5624 w 6343"/>
                  <a:gd name="connsiteY3" fmla="*/ 1076 h 6345"/>
                  <a:gd name="connsiteX4" fmla="*/ 3381 w 6343"/>
                  <a:gd name="connsiteY4" fmla="*/ 147 h 6345"/>
                  <a:gd name="connsiteX5" fmla="*/ 1138 w 6343"/>
                  <a:gd name="connsiteY5" fmla="*/ 1076 h 6345"/>
                  <a:gd name="connsiteX6" fmla="*/ 209 w 6343"/>
                  <a:gd name="connsiteY6" fmla="*/ 3320 h 6345"/>
                  <a:gd name="connsiteX7" fmla="*/ 1138 w 6343"/>
                  <a:gd name="connsiteY7" fmla="*/ 5563 h 6345"/>
                  <a:gd name="connsiteX8" fmla="*/ 3381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93"/>
                    </a:moveTo>
                    <a:cubicBezTo>
                      <a:pt x="4222" y="6493"/>
                      <a:pt x="5029" y="6158"/>
                      <a:pt x="5624" y="5563"/>
                    </a:cubicBezTo>
                    <a:cubicBezTo>
                      <a:pt x="6218" y="4968"/>
                      <a:pt x="6553" y="4161"/>
                      <a:pt x="6553" y="3320"/>
                    </a:cubicBezTo>
                    <a:cubicBezTo>
                      <a:pt x="6553" y="2479"/>
                      <a:pt x="6218" y="1671"/>
                      <a:pt x="5624" y="1076"/>
                    </a:cubicBezTo>
                    <a:cubicBezTo>
                      <a:pt x="5029" y="482"/>
                      <a:pt x="4222" y="147"/>
                      <a:pt x="3381" y="147"/>
                    </a:cubicBezTo>
                    <a:cubicBezTo>
                      <a:pt x="2540" y="147"/>
                      <a:pt x="1733" y="482"/>
                      <a:pt x="1138" y="1076"/>
                    </a:cubicBezTo>
                    <a:cubicBezTo>
                      <a:pt x="544" y="1671"/>
                      <a:pt x="209" y="2479"/>
                      <a:pt x="209" y="3320"/>
                    </a:cubicBezTo>
                    <a:cubicBezTo>
                      <a:pt x="209" y="4161"/>
                      <a:pt x="544" y="4968"/>
                      <a:pt x="1138" y="5563"/>
                    </a:cubicBezTo>
                    <a:cubicBezTo>
                      <a:pt x="1733" y="6158"/>
                      <a:pt x="2540" y="6493"/>
                      <a:pt x="3381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14" name="Freeform: Shape 13813">
                <a:extLst>
                  <a:ext uri="{FF2B5EF4-FFF2-40B4-BE49-F238E27FC236}">
                    <a16:creationId xmlns:a16="http://schemas.microsoft.com/office/drawing/2014/main" id="{148E24E8-8123-B7CA-190E-838283EFD82D}"/>
                  </a:ext>
                </a:extLst>
              </p:cNvPr>
              <p:cNvSpPr/>
              <p:nvPr/>
            </p:nvSpPr>
            <p:spPr>
              <a:xfrm>
                <a:off x="9065920" y="5345485"/>
                <a:ext cx="6343" cy="6345"/>
              </a:xfrm>
              <a:custGeom>
                <a:avLst/>
                <a:gdLst>
                  <a:gd name="connsiteX0" fmla="*/ 3381 w 6343"/>
                  <a:gd name="connsiteY0" fmla="*/ 6492 h 6345"/>
                  <a:gd name="connsiteX1" fmla="*/ 5624 w 6343"/>
                  <a:gd name="connsiteY1" fmla="*/ 5563 h 6345"/>
                  <a:gd name="connsiteX2" fmla="*/ 6553 w 6343"/>
                  <a:gd name="connsiteY2" fmla="*/ 3320 h 6345"/>
                  <a:gd name="connsiteX3" fmla="*/ 5624 w 6343"/>
                  <a:gd name="connsiteY3" fmla="*/ 1076 h 6345"/>
                  <a:gd name="connsiteX4" fmla="*/ 3381 w 6343"/>
                  <a:gd name="connsiteY4" fmla="*/ 147 h 6345"/>
                  <a:gd name="connsiteX5" fmla="*/ 1138 w 6343"/>
                  <a:gd name="connsiteY5" fmla="*/ 1076 h 6345"/>
                  <a:gd name="connsiteX6" fmla="*/ 209 w 6343"/>
                  <a:gd name="connsiteY6" fmla="*/ 3320 h 6345"/>
                  <a:gd name="connsiteX7" fmla="*/ 1138 w 6343"/>
                  <a:gd name="connsiteY7" fmla="*/ 5563 h 6345"/>
                  <a:gd name="connsiteX8" fmla="*/ 3381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92"/>
                    </a:moveTo>
                    <a:cubicBezTo>
                      <a:pt x="4222" y="6492"/>
                      <a:pt x="5029" y="6158"/>
                      <a:pt x="5624" y="5563"/>
                    </a:cubicBezTo>
                    <a:cubicBezTo>
                      <a:pt x="6218" y="4968"/>
                      <a:pt x="6553" y="4161"/>
                      <a:pt x="6553" y="3320"/>
                    </a:cubicBezTo>
                    <a:cubicBezTo>
                      <a:pt x="6553" y="2478"/>
                      <a:pt x="6218" y="1671"/>
                      <a:pt x="5624" y="1076"/>
                    </a:cubicBezTo>
                    <a:cubicBezTo>
                      <a:pt x="5029" y="481"/>
                      <a:pt x="4222" y="147"/>
                      <a:pt x="3381" y="147"/>
                    </a:cubicBezTo>
                    <a:cubicBezTo>
                      <a:pt x="2540" y="147"/>
                      <a:pt x="1733" y="481"/>
                      <a:pt x="1138" y="1076"/>
                    </a:cubicBezTo>
                    <a:cubicBezTo>
                      <a:pt x="544" y="1671"/>
                      <a:pt x="209" y="2478"/>
                      <a:pt x="209" y="3320"/>
                    </a:cubicBezTo>
                    <a:cubicBezTo>
                      <a:pt x="209" y="4161"/>
                      <a:pt x="544" y="4968"/>
                      <a:pt x="1138" y="5563"/>
                    </a:cubicBezTo>
                    <a:cubicBezTo>
                      <a:pt x="1733" y="6158"/>
                      <a:pt x="2540" y="6492"/>
                      <a:pt x="3381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15" name="Freeform: Shape 13814">
                <a:extLst>
                  <a:ext uri="{FF2B5EF4-FFF2-40B4-BE49-F238E27FC236}">
                    <a16:creationId xmlns:a16="http://schemas.microsoft.com/office/drawing/2014/main" id="{FA50C3F3-717F-59C4-62BE-AB6BB4B753C1}"/>
                  </a:ext>
                </a:extLst>
              </p:cNvPr>
              <p:cNvSpPr/>
              <p:nvPr/>
            </p:nvSpPr>
            <p:spPr>
              <a:xfrm>
                <a:off x="9065612" y="5343161"/>
                <a:ext cx="6343" cy="6345"/>
              </a:xfrm>
              <a:custGeom>
                <a:avLst/>
                <a:gdLst>
                  <a:gd name="connsiteX0" fmla="*/ 3381 w 6343"/>
                  <a:gd name="connsiteY0" fmla="*/ 6492 h 6345"/>
                  <a:gd name="connsiteX1" fmla="*/ 5624 w 6343"/>
                  <a:gd name="connsiteY1" fmla="*/ 5563 h 6345"/>
                  <a:gd name="connsiteX2" fmla="*/ 6553 w 6343"/>
                  <a:gd name="connsiteY2" fmla="*/ 3320 h 6345"/>
                  <a:gd name="connsiteX3" fmla="*/ 5624 w 6343"/>
                  <a:gd name="connsiteY3" fmla="*/ 1076 h 6345"/>
                  <a:gd name="connsiteX4" fmla="*/ 3381 w 6343"/>
                  <a:gd name="connsiteY4" fmla="*/ 147 h 6345"/>
                  <a:gd name="connsiteX5" fmla="*/ 1138 w 6343"/>
                  <a:gd name="connsiteY5" fmla="*/ 1076 h 6345"/>
                  <a:gd name="connsiteX6" fmla="*/ 209 w 6343"/>
                  <a:gd name="connsiteY6" fmla="*/ 3320 h 6345"/>
                  <a:gd name="connsiteX7" fmla="*/ 1138 w 6343"/>
                  <a:gd name="connsiteY7" fmla="*/ 5563 h 6345"/>
                  <a:gd name="connsiteX8" fmla="*/ 3381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92"/>
                    </a:moveTo>
                    <a:cubicBezTo>
                      <a:pt x="4222" y="6492"/>
                      <a:pt x="5029" y="6158"/>
                      <a:pt x="5624" y="5563"/>
                    </a:cubicBezTo>
                    <a:cubicBezTo>
                      <a:pt x="6218" y="4968"/>
                      <a:pt x="6553" y="4161"/>
                      <a:pt x="6553" y="3320"/>
                    </a:cubicBezTo>
                    <a:cubicBezTo>
                      <a:pt x="6553" y="2478"/>
                      <a:pt x="6218" y="1671"/>
                      <a:pt x="5624" y="1076"/>
                    </a:cubicBezTo>
                    <a:cubicBezTo>
                      <a:pt x="5029" y="481"/>
                      <a:pt x="4222" y="147"/>
                      <a:pt x="3381" y="147"/>
                    </a:cubicBezTo>
                    <a:cubicBezTo>
                      <a:pt x="2540" y="147"/>
                      <a:pt x="1733" y="481"/>
                      <a:pt x="1138" y="1076"/>
                    </a:cubicBezTo>
                    <a:cubicBezTo>
                      <a:pt x="544" y="1671"/>
                      <a:pt x="209" y="2478"/>
                      <a:pt x="209" y="3320"/>
                    </a:cubicBezTo>
                    <a:cubicBezTo>
                      <a:pt x="209" y="4161"/>
                      <a:pt x="544" y="4968"/>
                      <a:pt x="1138" y="5563"/>
                    </a:cubicBezTo>
                    <a:cubicBezTo>
                      <a:pt x="1733" y="6158"/>
                      <a:pt x="2540" y="6492"/>
                      <a:pt x="3381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16" name="Freeform: Shape 13815">
                <a:extLst>
                  <a:ext uri="{FF2B5EF4-FFF2-40B4-BE49-F238E27FC236}">
                    <a16:creationId xmlns:a16="http://schemas.microsoft.com/office/drawing/2014/main" id="{BEA07F44-37EF-E2D0-E3B3-20F7BF4C323A}"/>
                  </a:ext>
                </a:extLst>
              </p:cNvPr>
              <p:cNvSpPr/>
              <p:nvPr/>
            </p:nvSpPr>
            <p:spPr>
              <a:xfrm>
                <a:off x="9062555" y="5341176"/>
                <a:ext cx="6343" cy="6345"/>
              </a:xfrm>
              <a:custGeom>
                <a:avLst/>
                <a:gdLst>
                  <a:gd name="connsiteX0" fmla="*/ 3381 w 6343"/>
                  <a:gd name="connsiteY0" fmla="*/ 6492 h 6345"/>
                  <a:gd name="connsiteX1" fmla="*/ 5623 w 6343"/>
                  <a:gd name="connsiteY1" fmla="*/ 5563 h 6345"/>
                  <a:gd name="connsiteX2" fmla="*/ 6552 w 6343"/>
                  <a:gd name="connsiteY2" fmla="*/ 3319 h 6345"/>
                  <a:gd name="connsiteX3" fmla="*/ 5623 w 6343"/>
                  <a:gd name="connsiteY3" fmla="*/ 1076 h 6345"/>
                  <a:gd name="connsiteX4" fmla="*/ 3381 w 6343"/>
                  <a:gd name="connsiteY4" fmla="*/ 147 h 6345"/>
                  <a:gd name="connsiteX5" fmla="*/ 1138 w 6343"/>
                  <a:gd name="connsiteY5" fmla="*/ 1076 h 6345"/>
                  <a:gd name="connsiteX6" fmla="*/ 209 w 6343"/>
                  <a:gd name="connsiteY6" fmla="*/ 3319 h 6345"/>
                  <a:gd name="connsiteX7" fmla="*/ 1138 w 6343"/>
                  <a:gd name="connsiteY7" fmla="*/ 5563 h 6345"/>
                  <a:gd name="connsiteX8" fmla="*/ 3381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1" y="6492"/>
                    </a:moveTo>
                    <a:cubicBezTo>
                      <a:pt x="4222" y="6492"/>
                      <a:pt x="5029" y="6158"/>
                      <a:pt x="5623" y="5563"/>
                    </a:cubicBezTo>
                    <a:cubicBezTo>
                      <a:pt x="6218" y="4968"/>
                      <a:pt x="6552" y="4161"/>
                      <a:pt x="6552" y="3319"/>
                    </a:cubicBezTo>
                    <a:cubicBezTo>
                      <a:pt x="6552" y="2478"/>
                      <a:pt x="6218" y="1671"/>
                      <a:pt x="5623" y="1076"/>
                    </a:cubicBezTo>
                    <a:cubicBezTo>
                      <a:pt x="5029" y="481"/>
                      <a:pt x="4222" y="147"/>
                      <a:pt x="3381" y="147"/>
                    </a:cubicBezTo>
                    <a:cubicBezTo>
                      <a:pt x="2540" y="147"/>
                      <a:pt x="1733" y="481"/>
                      <a:pt x="1138" y="1076"/>
                    </a:cubicBezTo>
                    <a:cubicBezTo>
                      <a:pt x="543" y="1671"/>
                      <a:pt x="209" y="2478"/>
                      <a:pt x="209" y="3319"/>
                    </a:cubicBezTo>
                    <a:cubicBezTo>
                      <a:pt x="209" y="4161"/>
                      <a:pt x="543" y="4968"/>
                      <a:pt x="1138" y="5563"/>
                    </a:cubicBezTo>
                    <a:cubicBezTo>
                      <a:pt x="1733" y="6158"/>
                      <a:pt x="2540" y="6492"/>
                      <a:pt x="3381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17" name="Freeform: Shape 13816">
                <a:extLst>
                  <a:ext uri="{FF2B5EF4-FFF2-40B4-BE49-F238E27FC236}">
                    <a16:creationId xmlns:a16="http://schemas.microsoft.com/office/drawing/2014/main" id="{E4FC4F8D-8671-2399-9367-BB0659DF06EA}"/>
                  </a:ext>
                </a:extLst>
              </p:cNvPr>
              <p:cNvSpPr/>
              <p:nvPr/>
            </p:nvSpPr>
            <p:spPr>
              <a:xfrm>
                <a:off x="9019708" y="5343817"/>
                <a:ext cx="6343" cy="6345"/>
              </a:xfrm>
              <a:custGeom>
                <a:avLst/>
                <a:gdLst>
                  <a:gd name="connsiteX0" fmla="*/ 3377 w 6343"/>
                  <a:gd name="connsiteY0" fmla="*/ 6492 h 6345"/>
                  <a:gd name="connsiteX1" fmla="*/ 5620 w 6343"/>
                  <a:gd name="connsiteY1" fmla="*/ 5563 h 6345"/>
                  <a:gd name="connsiteX2" fmla="*/ 6549 w 6343"/>
                  <a:gd name="connsiteY2" fmla="*/ 3320 h 6345"/>
                  <a:gd name="connsiteX3" fmla="*/ 5620 w 6343"/>
                  <a:gd name="connsiteY3" fmla="*/ 1076 h 6345"/>
                  <a:gd name="connsiteX4" fmla="*/ 3377 w 6343"/>
                  <a:gd name="connsiteY4" fmla="*/ 147 h 6345"/>
                  <a:gd name="connsiteX5" fmla="*/ 1135 w 6343"/>
                  <a:gd name="connsiteY5" fmla="*/ 1076 h 6345"/>
                  <a:gd name="connsiteX6" fmla="*/ 206 w 6343"/>
                  <a:gd name="connsiteY6" fmla="*/ 3320 h 6345"/>
                  <a:gd name="connsiteX7" fmla="*/ 1135 w 6343"/>
                  <a:gd name="connsiteY7" fmla="*/ 5563 h 6345"/>
                  <a:gd name="connsiteX8" fmla="*/ 3377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2"/>
                    </a:moveTo>
                    <a:cubicBezTo>
                      <a:pt x="4218" y="6492"/>
                      <a:pt x="5025" y="6158"/>
                      <a:pt x="5620" y="5563"/>
                    </a:cubicBezTo>
                    <a:cubicBezTo>
                      <a:pt x="6215" y="4968"/>
                      <a:pt x="6549" y="4161"/>
                      <a:pt x="6549" y="3320"/>
                    </a:cubicBezTo>
                    <a:cubicBezTo>
                      <a:pt x="6549" y="2478"/>
                      <a:pt x="6215" y="1671"/>
                      <a:pt x="5620" y="1076"/>
                    </a:cubicBezTo>
                    <a:cubicBezTo>
                      <a:pt x="5025" y="481"/>
                      <a:pt x="4218" y="147"/>
                      <a:pt x="3377" y="147"/>
                    </a:cubicBezTo>
                    <a:cubicBezTo>
                      <a:pt x="2536" y="147"/>
                      <a:pt x="1729" y="481"/>
                      <a:pt x="1135" y="1076"/>
                    </a:cubicBezTo>
                    <a:cubicBezTo>
                      <a:pt x="540" y="1671"/>
                      <a:pt x="206" y="2478"/>
                      <a:pt x="206" y="3320"/>
                    </a:cubicBezTo>
                    <a:cubicBezTo>
                      <a:pt x="206" y="4161"/>
                      <a:pt x="540" y="4968"/>
                      <a:pt x="1135" y="5563"/>
                    </a:cubicBezTo>
                    <a:cubicBezTo>
                      <a:pt x="1729" y="6158"/>
                      <a:pt x="2536" y="6492"/>
                      <a:pt x="3377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18" name="Freeform: Shape 13817">
                <a:extLst>
                  <a:ext uri="{FF2B5EF4-FFF2-40B4-BE49-F238E27FC236}">
                    <a16:creationId xmlns:a16="http://schemas.microsoft.com/office/drawing/2014/main" id="{B440A328-472E-C48F-F87D-F9A720DCF4FB}"/>
                  </a:ext>
                </a:extLst>
              </p:cNvPr>
              <p:cNvSpPr/>
              <p:nvPr/>
            </p:nvSpPr>
            <p:spPr>
              <a:xfrm>
                <a:off x="9017838" y="5338735"/>
                <a:ext cx="6343" cy="6345"/>
              </a:xfrm>
              <a:custGeom>
                <a:avLst/>
                <a:gdLst>
                  <a:gd name="connsiteX0" fmla="*/ 3377 w 6343"/>
                  <a:gd name="connsiteY0" fmla="*/ 6492 h 6345"/>
                  <a:gd name="connsiteX1" fmla="*/ 5620 w 6343"/>
                  <a:gd name="connsiteY1" fmla="*/ 5563 h 6345"/>
                  <a:gd name="connsiteX2" fmla="*/ 6549 w 6343"/>
                  <a:gd name="connsiteY2" fmla="*/ 3319 h 6345"/>
                  <a:gd name="connsiteX3" fmla="*/ 5620 w 6343"/>
                  <a:gd name="connsiteY3" fmla="*/ 1076 h 6345"/>
                  <a:gd name="connsiteX4" fmla="*/ 3377 w 6343"/>
                  <a:gd name="connsiteY4" fmla="*/ 147 h 6345"/>
                  <a:gd name="connsiteX5" fmla="*/ 1135 w 6343"/>
                  <a:gd name="connsiteY5" fmla="*/ 1076 h 6345"/>
                  <a:gd name="connsiteX6" fmla="*/ 206 w 6343"/>
                  <a:gd name="connsiteY6" fmla="*/ 3319 h 6345"/>
                  <a:gd name="connsiteX7" fmla="*/ 1135 w 6343"/>
                  <a:gd name="connsiteY7" fmla="*/ 5563 h 6345"/>
                  <a:gd name="connsiteX8" fmla="*/ 3377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2"/>
                    </a:moveTo>
                    <a:cubicBezTo>
                      <a:pt x="4218" y="6492"/>
                      <a:pt x="5025" y="6158"/>
                      <a:pt x="5620" y="5563"/>
                    </a:cubicBezTo>
                    <a:cubicBezTo>
                      <a:pt x="6215" y="4968"/>
                      <a:pt x="6549" y="4161"/>
                      <a:pt x="6549" y="3319"/>
                    </a:cubicBezTo>
                    <a:cubicBezTo>
                      <a:pt x="6549" y="2478"/>
                      <a:pt x="6215" y="1671"/>
                      <a:pt x="5620" y="1076"/>
                    </a:cubicBezTo>
                    <a:cubicBezTo>
                      <a:pt x="5025" y="481"/>
                      <a:pt x="4218" y="147"/>
                      <a:pt x="3377" y="147"/>
                    </a:cubicBezTo>
                    <a:cubicBezTo>
                      <a:pt x="2536" y="147"/>
                      <a:pt x="1729" y="481"/>
                      <a:pt x="1135" y="1076"/>
                    </a:cubicBezTo>
                    <a:cubicBezTo>
                      <a:pt x="540" y="1671"/>
                      <a:pt x="206" y="2478"/>
                      <a:pt x="206" y="3319"/>
                    </a:cubicBezTo>
                    <a:cubicBezTo>
                      <a:pt x="206" y="4161"/>
                      <a:pt x="540" y="4968"/>
                      <a:pt x="1135" y="5563"/>
                    </a:cubicBezTo>
                    <a:cubicBezTo>
                      <a:pt x="1729" y="6158"/>
                      <a:pt x="2536" y="6492"/>
                      <a:pt x="3377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19" name="Freeform: Shape 13818">
                <a:extLst>
                  <a:ext uri="{FF2B5EF4-FFF2-40B4-BE49-F238E27FC236}">
                    <a16:creationId xmlns:a16="http://schemas.microsoft.com/office/drawing/2014/main" id="{9173B714-35A3-0687-F02E-52563560C706}"/>
                  </a:ext>
                </a:extLst>
              </p:cNvPr>
              <p:cNvSpPr/>
              <p:nvPr/>
            </p:nvSpPr>
            <p:spPr>
              <a:xfrm>
                <a:off x="9019664" y="5335910"/>
                <a:ext cx="6343" cy="6345"/>
              </a:xfrm>
              <a:custGeom>
                <a:avLst/>
                <a:gdLst>
                  <a:gd name="connsiteX0" fmla="*/ 3377 w 6343"/>
                  <a:gd name="connsiteY0" fmla="*/ 6492 h 6345"/>
                  <a:gd name="connsiteX1" fmla="*/ 5620 w 6343"/>
                  <a:gd name="connsiteY1" fmla="*/ 5562 h 6345"/>
                  <a:gd name="connsiteX2" fmla="*/ 6549 w 6343"/>
                  <a:gd name="connsiteY2" fmla="*/ 3319 h 6345"/>
                  <a:gd name="connsiteX3" fmla="*/ 5620 w 6343"/>
                  <a:gd name="connsiteY3" fmla="*/ 1076 h 6345"/>
                  <a:gd name="connsiteX4" fmla="*/ 3377 w 6343"/>
                  <a:gd name="connsiteY4" fmla="*/ 146 h 6345"/>
                  <a:gd name="connsiteX5" fmla="*/ 1135 w 6343"/>
                  <a:gd name="connsiteY5" fmla="*/ 1076 h 6345"/>
                  <a:gd name="connsiteX6" fmla="*/ 206 w 6343"/>
                  <a:gd name="connsiteY6" fmla="*/ 3319 h 6345"/>
                  <a:gd name="connsiteX7" fmla="*/ 1135 w 6343"/>
                  <a:gd name="connsiteY7" fmla="*/ 5562 h 6345"/>
                  <a:gd name="connsiteX8" fmla="*/ 3377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2"/>
                    </a:moveTo>
                    <a:cubicBezTo>
                      <a:pt x="4218" y="6492"/>
                      <a:pt x="5025" y="6157"/>
                      <a:pt x="5620" y="5562"/>
                    </a:cubicBezTo>
                    <a:cubicBezTo>
                      <a:pt x="6215" y="4967"/>
                      <a:pt x="6549" y="4160"/>
                      <a:pt x="6549" y="3319"/>
                    </a:cubicBezTo>
                    <a:cubicBezTo>
                      <a:pt x="6549" y="2478"/>
                      <a:pt x="6215" y="1671"/>
                      <a:pt x="5620" y="1076"/>
                    </a:cubicBezTo>
                    <a:cubicBezTo>
                      <a:pt x="5025" y="481"/>
                      <a:pt x="4218" y="146"/>
                      <a:pt x="3377" y="146"/>
                    </a:cubicBezTo>
                    <a:cubicBezTo>
                      <a:pt x="2536" y="146"/>
                      <a:pt x="1729" y="481"/>
                      <a:pt x="1135" y="1076"/>
                    </a:cubicBezTo>
                    <a:cubicBezTo>
                      <a:pt x="540" y="1671"/>
                      <a:pt x="206" y="2478"/>
                      <a:pt x="206" y="3319"/>
                    </a:cubicBezTo>
                    <a:cubicBezTo>
                      <a:pt x="206" y="4160"/>
                      <a:pt x="540" y="4967"/>
                      <a:pt x="1135" y="5562"/>
                    </a:cubicBezTo>
                    <a:cubicBezTo>
                      <a:pt x="1729" y="6157"/>
                      <a:pt x="2536" y="6492"/>
                      <a:pt x="3377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20" name="Freeform: Shape 13819">
                <a:extLst>
                  <a:ext uri="{FF2B5EF4-FFF2-40B4-BE49-F238E27FC236}">
                    <a16:creationId xmlns:a16="http://schemas.microsoft.com/office/drawing/2014/main" id="{4398C524-6AEA-D057-0B7C-8B90F7D714C4}"/>
                  </a:ext>
                </a:extLst>
              </p:cNvPr>
              <p:cNvSpPr/>
              <p:nvPr/>
            </p:nvSpPr>
            <p:spPr>
              <a:xfrm>
                <a:off x="9020154" y="5333234"/>
                <a:ext cx="6343" cy="6345"/>
              </a:xfrm>
              <a:custGeom>
                <a:avLst/>
                <a:gdLst>
                  <a:gd name="connsiteX0" fmla="*/ 3377 w 6343"/>
                  <a:gd name="connsiteY0" fmla="*/ 6491 h 6345"/>
                  <a:gd name="connsiteX1" fmla="*/ 5620 w 6343"/>
                  <a:gd name="connsiteY1" fmla="*/ 5562 h 6345"/>
                  <a:gd name="connsiteX2" fmla="*/ 6549 w 6343"/>
                  <a:gd name="connsiteY2" fmla="*/ 3319 h 6345"/>
                  <a:gd name="connsiteX3" fmla="*/ 5620 w 6343"/>
                  <a:gd name="connsiteY3" fmla="*/ 1075 h 6345"/>
                  <a:gd name="connsiteX4" fmla="*/ 3377 w 6343"/>
                  <a:gd name="connsiteY4" fmla="*/ 146 h 6345"/>
                  <a:gd name="connsiteX5" fmla="*/ 1135 w 6343"/>
                  <a:gd name="connsiteY5" fmla="*/ 1075 h 6345"/>
                  <a:gd name="connsiteX6" fmla="*/ 206 w 6343"/>
                  <a:gd name="connsiteY6" fmla="*/ 3319 h 6345"/>
                  <a:gd name="connsiteX7" fmla="*/ 1135 w 6343"/>
                  <a:gd name="connsiteY7" fmla="*/ 5562 h 6345"/>
                  <a:gd name="connsiteX8" fmla="*/ 3377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1"/>
                    </a:moveTo>
                    <a:cubicBezTo>
                      <a:pt x="4218" y="6491"/>
                      <a:pt x="5025" y="6157"/>
                      <a:pt x="5620" y="5562"/>
                    </a:cubicBezTo>
                    <a:cubicBezTo>
                      <a:pt x="6215" y="4967"/>
                      <a:pt x="6549" y="4160"/>
                      <a:pt x="6549" y="3319"/>
                    </a:cubicBezTo>
                    <a:cubicBezTo>
                      <a:pt x="6549" y="2477"/>
                      <a:pt x="6215" y="1670"/>
                      <a:pt x="5620" y="1075"/>
                    </a:cubicBezTo>
                    <a:cubicBezTo>
                      <a:pt x="5025" y="480"/>
                      <a:pt x="4218" y="146"/>
                      <a:pt x="3377" y="146"/>
                    </a:cubicBezTo>
                    <a:cubicBezTo>
                      <a:pt x="2536" y="146"/>
                      <a:pt x="1730" y="480"/>
                      <a:pt x="1135" y="1075"/>
                    </a:cubicBezTo>
                    <a:cubicBezTo>
                      <a:pt x="540" y="1670"/>
                      <a:pt x="206" y="2477"/>
                      <a:pt x="206" y="3319"/>
                    </a:cubicBezTo>
                    <a:cubicBezTo>
                      <a:pt x="206" y="4160"/>
                      <a:pt x="540" y="4967"/>
                      <a:pt x="1135" y="5562"/>
                    </a:cubicBezTo>
                    <a:cubicBezTo>
                      <a:pt x="1730" y="6157"/>
                      <a:pt x="2536" y="6491"/>
                      <a:pt x="3377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21" name="Freeform: Shape 13820">
                <a:extLst>
                  <a:ext uri="{FF2B5EF4-FFF2-40B4-BE49-F238E27FC236}">
                    <a16:creationId xmlns:a16="http://schemas.microsoft.com/office/drawing/2014/main" id="{9000DDF8-7958-1C3F-BD2E-D635AEDCC42D}"/>
                  </a:ext>
                </a:extLst>
              </p:cNvPr>
              <p:cNvSpPr/>
              <p:nvPr/>
            </p:nvSpPr>
            <p:spPr>
              <a:xfrm>
                <a:off x="9025158" y="5330178"/>
                <a:ext cx="6343" cy="6345"/>
              </a:xfrm>
              <a:custGeom>
                <a:avLst/>
                <a:gdLst>
                  <a:gd name="connsiteX0" fmla="*/ 3378 w 6343"/>
                  <a:gd name="connsiteY0" fmla="*/ 6491 h 6345"/>
                  <a:gd name="connsiteX1" fmla="*/ 5620 w 6343"/>
                  <a:gd name="connsiteY1" fmla="*/ 5562 h 6345"/>
                  <a:gd name="connsiteX2" fmla="*/ 6549 w 6343"/>
                  <a:gd name="connsiteY2" fmla="*/ 3319 h 6345"/>
                  <a:gd name="connsiteX3" fmla="*/ 5620 w 6343"/>
                  <a:gd name="connsiteY3" fmla="*/ 1075 h 6345"/>
                  <a:gd name="connsiteX4" fmla="*/ 3378 w 6343"/>
                  <a:gd name="connsiteY4" fmla="*/ 146 h 6345"/>
                  <a:gd name="connsiteX5" fmla="*/ 1135 w 6343"/>
                  <a:gd name="connsiteY5" fmla="*/ 1075 h 6345"/>
                  <a:gd name="connsiteX6" fmla="*/ 206 w 6343"/>
                  <a:gd name="connsiteY6" fmla="*/ 3319 h 6345"/>
                  <a:gd name="connsiteX7" fmla="*/ 1135 w 6343"/>
                  <a:gd name="connsiteY7" fmla="*/ 5562 h 6345"/>
                  <a:gd name="connsiteX8" fmla="*/ 3378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91"/>
                    </a:moveTo>
                    <a:cubicBezTo>
                      <a:pt x="4219" y="6491"/>
                      <a:pt x="5026" y="6157"/>
                      <a:pt x="5620" y="5562"/>
                    </a:cubicBezTo>
                    <a:cubicBezTo>
                      <a:pt x="6215" y="4967"/>
                      <a:pt x="6549" y="4160"/>
                      <a:pt x="6549" y="3319"/>
                    </a:cubicBezTo>
                    <a:cubicBezTo>
                      <a:pt x="6549" y="2477"/>
                      <a:pt x="6215" y="1670"/>
                      <a:pt x="5620" y="1075"/>
                    </a:cubicBezTo>
                    <a:cubicBezTo>
                      <a:pt x="5026" y="480"/>
                      <a:pt x="4219" y="146"/>
                      <a:pt x="3378" y="146"/>
                    </a:cubicBezTo>
                    <a:cubicBezTo>
                      <a:pt x="2537" y="146"/>
                      <a:pt x="1730" y="480"/>
                      <a:pt x="1135" y="1075"/>
                    </a:cubicBezTo>
                    <a:cubicBezTo>
                      <a:pt x="540" y="1670"/>
                      <a:pt x="206" y="2477"/>
                      <a:pt x="206" y="3319"/>
                    </a:cubicBezTo>
                    <a:cubicBezTo>
                      <a:pt x="206" y="4160"/>
                      <a:pt x="540" y="4967"/>
                      <a:pt x="1135" y="5562"/>
                    </a:cubicBezTo>
                    <a:cubicBezTo>
                      <a:pt x="1730" y="6157"/>
                      <a:pt x="2537" y="6491"/>
                      <a:pt x="3378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22" name="Freeform: Shape 13821">
                <a:extLst>
                  <a:ext uri="{FF2B5EF4-FFF2-40B4-BE49-F238E27FC236}">
                    <a16:creationId xmlns:a16="http://schemas.microsoft.com/office/drawing/2014/main" id="{C51A07AE-BA57-8EFF-D8E0-1FFC683804F0}"/>
                  </a:ext>
                </a:extLst>
              </p:cNvPr>
              <p:cNvSpPr/>
              <p:nvPr/>
            </p:nvSpPr>
            <p:spPr>
              <a:xfrm>
                <a:off x="9028704" y="5327304"/>
                <a:ext cx="6343" cy="6345"/>
              </a:xfrm>
              <a:custGeom>
                <a:avLst/>
                <a:gdLst>
                  <a:gd name="connsiteX0" fmla="*/ 3378 w 6343"/>
                  <a:gd name="connsiteY0" fmla="*/ 6491 h 6345"/>
                  <a:gd name="connsiteX1" fmla="*/ 5621 w 6343"/>
                  <a:gd name="connsiteY1" fmla="*/ 5562 h 6345"/>
                  <a:gd name="connsiteX2" fmla="*/ 6550 w 6343"/>
                  <a:gd name="connsiteY2" fmla="*/ 3318 h 6345"/>
                  <a:gd name="connsiteX3" fmla="*/ 5621 w 6343"/>
                  <a:gd name="connsiteY3" fmla="*/ 1075 h 6345"/>
                  <a:gd name="connsiteX4" fmla="*/ 3378 w 6343"/>
                  <a:gd name="connsiteY4" fmla="*/ 146 h 6345"/>
                  <a:gd name="connsiteX5" fmla="*/ 1135 w 6343"/>
                  <a:gd name="connsiteY5" fmla="*/ 1075 h 6345"/>
                  <a:gd name="connsiteX6" fmla="*/ 206 w 6343"/>
                  <a:gd name="connsiteY6" fmla="*/ 3318 h 6345"/>
                  <a:gd name="connsiteX7" fmla="*/ 1135 w 6343"/>
                  <a:gd name="connsiteY7" fmla="*/ 5562 h 6345"/>
                  <a:gd name="connsiteX8" fmla="*/ 3378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91"/>
                    </a:moveTo>
                    <a:cubicBezTo>
                      <a:pt x="4219" y="6491"/>
                      <a:pt x="5026" y="6157"/>
                      <a:pt x="5621" y="5562"/>
                    </a:cubicBezTo>
                    <a:cubicBezTo>
                      <a:pt x="6215" y="4967"/>
                      <a:pt x="6550" y="4160"/>
                      <a:pt x="6550" y="3318"/>
                    </a:cubicBezTo>
                    <a:cubicBezTo>
                      <a:pt x="6550" y="2477"/>
                      <a:pt x="6215" y="1670"/>
                      <a:pt x="5621" y="1075"/>
                    </a:cubicBezTo>
                    <a:cubicBezTo>
                      <a:pt x="5026" y="480"/>
                      <a:pt x="4219" y="146"/>
                      <a:pt x="3378" y="146"/>
                    </a:cubicBezTo>
                    <a:cubicBezTo>
                      <a:pt x="2537" y="146"/>
                      <a:pt x="1730" y="480"/>
                      <a:pt x="1135" y="1075"/>
                    </a:cubicBezTo>
                    <a:cubicBezTo>
                      <a:pt x="541" y="1670"/>
                      <a:pt x="206" y="2477"/>
                      <a:pt x="206" y="3318"/>
                    </a:cubicBezTo>
                    <a:cubicBezTo>
                      <a:pt x="206" y="4160"/>
                      <a:pt x="541" y="4967"/>
                      <a:pt x="1135" y="5562"/>
                    </a:cubicBezTo>
                    <a:cubicBezTo>
                      <a:pt x="1730" y="6157"/>
                      <a:pt x="2537" y="6491"/>
                      <a:pt x="3378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23" name="Freeform: Shape 13822">
                <a:extLst>
                  <a:ext uri="{FF2B5EF4-FFF2-40B4-BE49-F238E27FC236}">
                    <a16:creationId xmlns:a16="http://schemas.microsoft.com/office/drawing/2014/main" id="{A57EE02D-225F-3380-0E30-782F73A4E475}"/>
                  </a:ext>
                </a:extLst>
              </p:cNvPr>
              <p:cNvSpPr/>
              <p:nvPr/>
            </p:nvSpPr>
            <p:spPr>
              <a:xfrm>
                <a:off x="9029741" y="5324661"/>
                <a:ext cx="6343" cy="6345"/>
              </a:xfrm>
              <a:custGeom>
                <a:avLst/>
                <a:gdLst>
                  <a:gd name="connsiteX0" fmla="*/ 3378 w 6343"/>
                  <a:gd name="connsiteY0" fmla="*/ 6491 h 6345"/>
                  <a:gd name="connsiteX1" fmla="*/ 5621 w 6343"/>
                  <a:gd name="connsiteY1" fmla="*/ 5562 h 6345"/>
                  <a:gd name="connsiteX2" fmla="*/ 6550 w 6343"/>
                  <a:gd name="connsiteY2" fmla="*/ 3318 h 6345"/>
                  <a:gd name="connsiteX3" fmla="*/ 5621 w 6343"/>
                  <a:gd name="connsiteY3" fmla="*/ 1075 h 6345"/>
                  <a:gd name="connsiteX4" fmla="*/ 3378 w 6343"/>
                  <a:gd name="connsiteY4" fmla="*/ 145 h 6345"/>
                  <a:gd name="connsiteX5" fmla="*/ 1136 w 6343"/>
                  <a:gd name="connsiteY5" fmla="*/ 1075 h 6345"/>
                  <a:gd name="connsiteX6" fmla="*/ 207 w 6343"/>
                  <a:gd name="connsiteY6" fmla="*/ 3318 h 6345"/>
                  <a:gd name="connsiteX7" fmla="*/ 1136 w 6343"/>
                  <a:gd name="connsiteY7" fmla="*/ 5562 h 6345"/>
                  <a:gd name="connsiteX8" fmla="*/ 3378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91"/>
                    </a:moveTo>
                    <a:cubicBezTo>
                      <a:pt x="4219" y="6491"/>
                      <a:pt x="5026" y="6157"/>
                      <a:pt x="5621" y="5562"/>
                    </a:cubicBezTo>
                    <a:cubicBezTo>
                      <a:pt x="6216" y="4967"/>
                      <a:pt x="6550" y="4160"/>
                      <a:pt x="6550" y="3318"/>
                    </a:cubicBezTo>
                    <a:cubicBezTo>
                      <a:pt x="6550" y="2477"/>
                      <a:pt x="6216" y="1670"/>
                      <a:pt x="5621" y="1075"/>
                    </a:cubicBezTo>
                    <a:cubicBezTo>
                      <a:pt x="5026" y="480"/>
                      <a:pt x="4219" y="145"/>
                      <a:pt x="3378" y="145"/>
                    </a:cubicBezTo>
                    <a:cubicBezTo>
                      <a:pt x="2537" y="145"/>
                      <a:pt x="1730" y="480"/>
                      <a:pt x="1136" y="1075"/>
                    </a:cubicBezTo>
                    <a:cubicBezTo>
                      <a:pt x="541" y="1670"/>
                      <a:pt x="207" y="2477"/>
                      <a:pt x="207" y="3318"/>
                    </a:cubicBezTo>
                    <a:cubicBezTo>
                      <a:pt x="207" y="4160"/>
                      <a:pt x="541" y="4967"/>
                      <a:pt x="1136" y="5562"/>
                    </a:cubicBezTo>
                    <a:cubicBezTo>
                      <a:pt x="1730" y="6157"/>
                      <a:pt x="2537" y="6491"/>
                      <a:pt x="3378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24" name="Freeform: Shape 13823">
                <a:extLst>
                  <a:ext uri="{FF2B5EF4-FFF2-40B4-BE49-F238E27FC236}">
                    <a16:creationId xmlns:a16="http://schemas.microsoft.com/office/drawing/2014/main" id="{45F05BF5-7840-90D3-A6F9-63E086590006}"/>
                  </a:ext>
                </a:extLst>
              </p:cNvPr>
              <p:cNvSpPr/>
              <p:nvPr/>
            </p:nvSpPr>
            <p:spPr>
              <a:xfrm>
                <a:off x="9029561" y="5322115"/>
                <a:ext cx="6343" cy="6345"/>
              </a:xfrm>
              <a:custGeom>
                <a:avLst/>
                <a:gdLst>
                  <a:gd name="connsiteX0" fmla="*/ 3378 w 6343"/>
                  <a:gd name="connsiteY0" fmla="*/ 6491 h 6345"/>
                  <a:gd name="connsiteX1" fmla="*/ 5621 w 6343"/>
                  <a:gd name="connsiteY1" fmla="*/ 5561 h 6345"/>
                  <a:gd name="connsiteX2" fmla="*/ 6550 w 6343"/>
                  <a:gd name="connsiteY2" fmla="*/ 3318 h 6345"/>
                  <a:gd name="connsiteX3" fmla="*/ 5621 w 6343"/>
                  <a:gd name="connsiteY3" fmla="*/ 1074 h 6345"/>
                  <a:gd name="connsiteX4" fmla="*/ 3378 w 6343"/>
                  <a:gd name="connsiteY4" fmla="*/ 145 h 6345"/>
                  <a:gd name="connsiteX5" fmla="*/ 1135 w 6343"/>
                  <a:gd name="connsiteY5" fmla="*/ 1074 h 6345"/>
                  <a:gd name="connsiteX6" fmla="*/ 207 w 6343"/>
                  <a:gd name="connsiteY6" fmla="*/ 3318 h 6345"/>
                  <a:gd name="connsiteX7" fmla="*/ 1135 w 6343"/>
                  <a:gd name="connsiteY7" fmla="*/ 5561 h 6345"/>
                  <a:gd name="connsiteX8" fmla="*/ 3378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91"/>
                    </a:moveTo>
                    <a:cubicBezTo>
                      <a:pt x="4219" y="6491"/>
                      <a:pt x="5026" y="6156"/>
                      <a:pt x="5621" y="5561"/>
                    </a:cubicBezTo>
                    <a:cubicBezTo>
                      <a:pt x="6215" y="4966"/>
                      <a:pt x="6550" y="4159"/>
                      <a:pt x="6550" y="3318"/>
                    </a:cubicBezTo>
                    <a:cubicBezTo>
                      <a:pt x="6550" y="2476"/>
                      <a:pt x="6215" y="1669"/>
                      <a:pt x="5621" y="1074"/>
                    </a:cubicBezTo>
                    <a:cubicBezTo>
                      <a:pt x="5026" y="479"/>
                      <a:pt x="4219" y="145"/>
                      <a:pt x="3378" y="145"/>
                    </a:cubicBezTo>
                    <a:cubicBezTo>
                      <a:pt x="2537" y="145"/>
                      <a:pt x="1730" y="479"/>
                      <a:pt x="1135" y="1074"/>
                    </a:cubicBezTo>
                    <a:cubicBezTo>
                      <a:pt x="541" y="1669"/>
                      <a:pt x="207" y="2476"/>
                      <a:pt x="207" y="3318"/>
                    </a:cubicBezTo>
                    <a:cubicBezTo>
                      <a:pt x="207" y="4159"/>
                      <a:pt x="541" y="4966"/>
                      <a:pt x="1135" y="5561"/>
                    </a:cubicBezTo>
                    <a:cubicBezTo>
                      <a:pt x="1730" y="6156"/>
                      <a:pt x="2537" y="6491"/>
                      <a:pt x="3378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25" name="Freeform: Shape 13824">
                <a:extLst>
                  <a:ext uri="{FF2B5EF4-FFF2-40B4-BE49-F238E27FC236}">
                    <a16:creationId xmlns:a16="http://schemas.microsoft.com/office/drawing/2014/main" id="{3CA50439-15EA-728B-5AF8-D2FA4CFA6BB1}"/>
                  </a:ext>
                </a:extLst>
              </p:cNvPr>
              <p:cNvSpPr/>
              <p:nvPr/>
            </p:nvSpPr>
            <p:spPr>
              <a:xfrm>
                <a:off x="9029952" y="5319534"/>
                <a:ext cx="6343" cy="6345"/>
              </a:xfrm>
              <a:custGeom>
                <a:avLst/>
                <a:gdLst>
                  <a:gd name="connsiteX0" fmla="*/ 3378 w 6343"/>
                  <a:gd name="connsiteY0" fmla="*/ 6490 h 6345"/>
                  <a:gd name="connsiteX1" fmla="*/ 5621 w 6343"/>
                  <a:gd name="connsiteY1" fmla="*/ 5561 h 6345"/>
                  <a:gd name="connsiteX2" fmla="*/ 6550 w 6343"/>
                  <a:gd name="connsiteY2" fmla="*/ 3318 h 6345"/>
                  <a:gd name="connsiteX3" fmla="*/ 5621 w 6343"/>
                  <a:gd name="connsiteY3" fmla="*/ 1074 h 6345"/>
                  <a:gd name="connsiteX4" fmla="*/ 3378 w 6343"/>
                  <a:gd name="connsiteY4" fmla="*/ 145 h 6345"/>
                  <a:gd name="connsiteX5" fmla="*/ 1136 w 6343"/>
                  <a:gd name="connsiteY5" fmla="*/ 1074 h 6345"/>
                  <a:gd name="connsiteX6" fmla="*/ 207 w 6343"/>
                  <a:gd name="connsiteY6" fmla="*/ 3318 h 6345"/>
                  <a:gd name="connsiteX7" fmla="*/ 1136 w 6343"/>
                  <a:gd name="connsiteY7" fmla="*/ 5561 h 6345"/>
                  <a:gd name="connsiteX8" fmla="*/ 3378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90"/>
                    </a:moveTo>
                    <a:cubicBezTo>
                      <a:pt x="4219" y="6490"/>
                      <a:pt x="5026" y="6156"/>
                      <a:pt x="5621" y="5561"/>
                    </a:cubicBezTo>
                    <a:cubicBezTo>
                      <a:pt x="6216" y="4966"/>
                      <a:pt x="6550" y="4159"/>
                      <a:pt x="6550" y="3318"/>
                    </a:cubicBezTo>
                    <a:cubicBezTo>
                      <a:pt x="6550" y="2476"/>
                      <a:pt x="6216" y="1669"/>
                      <a:pt x="5621" y="1074"/>
                    </a:cubicBezTo>
                    <a:cubicBezTo>
                      <a:pt x="5026" y="479"/>
                      <a:pt x="4219" y="145"/>
                      <a:pt x="3378" y="145"/>
                    </a:cubicBezTo>
                    <a:cubicBezTo>
                      <a:pt x="2537" y="145"/>
                      <a:pt x="1730" y="479"/>
                      <a:pt x="1136" y="1074"/>
                    </a:cubicBezTo>
                    <a:cubicBezTo>
                      <a:pt x="541" y="1669"/>
                      <a:pt x="207" y="2476"/>
                      <a:pt x="207" y="3318"/>
                    </a:cubicBezTo>
                    <a:cubicBezTo>
                      <a:pt x="207" y="4159"/>
                      <a:pt x="541" y="4966"/>
                      <a:pt x="1136" y="5561"/>
                    </a:cubicBezTo>
                    <a:cubicBezTo>
                      <a:pt x="1730" y="6156"/>
                      <a:pt x="2537" y="6490"/>
                      <a:pt x="3378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26" name="Freeform: Shape 13825">
                <a:extLst>
                  <a:ext uri="{FF2B5EF4-FFF2-40B4-BE49-F238E27FC236}">
                    <a16:creationId xmlns:a16="http://schemas.microsoft.com/office/drawing/2014/main" id="{8A2DEEF7-9FED-9DA3-A606-1188FD9C3424}"/>
                  </a:ext>
                </a:extLst>
              </p:cNvPr>
              <p:cNvSpPr/>
              <p:nvPr/>
            </p:nvSpPr>
            <p:spPr>
              <a:xfrm>
                <a:off x="9030297" y="5316963"/>
                <a:ext cx="6343" cy="6345"/>
              </a:xfrm>
              <a:custGeom>
                <a:avLst/>
                <a:gdLst>
                  <a:gd name="connsiteX0" fmla="*/ 3378 w 6343"/>
                  <a:gd name="connsiteY0" fmla="*/ 6490 h 6345"/>
                  <a:gd name="connsiteX1" fmla="*/ 5621 w 6343"/>
                  <a:gd name="connsiteY1" fmla="*/ 5561 h 6345"/>
                  <a:gd name="connsiteX2" fmla="*/ 6550 w 6343"/>
                  <a:gd name="connsiteY2" fmla="*/ 3317 h 6345"/>
                  <a:gd name="connsiteX3" fmla="*/ 5621 w 6343"/>
                  <a:gd name="connsiteY3" fmla="*/ 1074 h 6345"/>
                  <a:gd name="connsiteX4" fmla="*/ 3378 w 6343"/>
                  <a:gd name="connsiteY4" fmla="*/ 145 h 6345"/>
                  <a:gd name="connsiteX5" fmla="*/ 1136 w 6343"/>
                  <a:gd name="connsiteY5" fmla="*/ 1074 h 6345"/>
                  <a:gd name="connsiteX6" fmla="*/ 207 w 6343"/>
                  <a:gd name="connsiteY6" fmla="*/ 3317 h 6345"/>
                  <a:gd name="connsiteX7" fmla="*/ 1136 w 6343"/>
                  <a:gd name="connsiteY7" fmla="*/ 5561 h 6345"/>
                  <a:gd name="connsiteX8" fmla="*/ 3378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90"/>
                    </a:moveTo>
                    <a:cubicBezTo>
                      <a:pt x="4219" y="6490"/>
                      <a:pt x="5026" y="6156"/>
                      <a:pt x="5621" y="5561"/>
                    </a:cubicBezTo>
                    <a:cubicBezTo>
                      <a:pt x="6216" y="4966"/>
                      <a:pt x="6550" y="4159"/>
                      <a:pt x="6550" y="3317"/>
                    </a:cubicBezTo>
                    <a:cubicBezTo>
                      <a:pt x="6550" y="2476"/>
                      <a:pt x="6216" y="1669"/>
                      <a:pt x="5621" y="1074"/>
                    </a:cubicBezTo>
                    <a:cubicBezTo>
                      <a:pt x="5026" y="479"/>
                      <a:pt x="4219" y="145"/>
                      <a:pt x="3378" y="145"/>
                    </a:cubicBezTo>
                    <a:cubicBezTo>
                      <a:pt x="2537" y="145"/>
                      <a:pt x="1730" y="479"/>
                      <a:pt x="1136" y="1074"/>
                    </a:cubicBezTo>
                    <a:cubicBezTo>
                      <a:pt x="541" y="1669"/>
                      <a:pt x="207" y="2476"/>
                      <a:pt x="207" y="3317"/>
                    </a:cubicBezTo>
                    <a:cubicBezTo>
                      <a:pt x="207" y="4159"/>
                      <a:pt x="541" y="4966"/>
                      <a:pt x="1136" y="5561"/>
                    </a:cubicBezTo>
                    <a:cubicBezTo>
                      <a:pt x="1730" y="6156"/>
                      <a:pt x="2537" y="6490"/>
                      <a:pt x="3378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27" name="Freeform: Shape 13826">
                <a:extLst>
                  <a:ext uri="{FF2B5EF4-FFF2-40B4-BE49-F238E27FC236}">
                    <a16:creationId xmlns:a16="http://schemas.microsoft.com/office/drawing/2014/main" id="{85E14BF4-F8B1-447D-38A6-0B5EE0A93768}"/>
                  </a:ext>
                </a:extLst>
              </p:cNvPr>
              <p:cNvSpPr/>
              <p:nvPr/>
            </p:nvSpPr>
            <p:spPr>
              <a:xfrm>
                <a:off x="9018737" y="5314982"/>
                <a:ext cx="6343" cy="6345"/>
              </a:xfrm>
              <a:custGeom>
                <a:avLst/>
                <a:gdLst>
                  <a:gd name="connsiteX0" fmla="*/ 3377 w 6343"/>
                  <a:gd name="connsiteY0" fmla="*/ 6490 h 6345"/>
                  <a:gd name="connsiteX1" fmla="*/ 5620 w 6343"/>
                  <a:gd name="connsiteY1" fmla="*/ 5561 h 6345"/>
                  <a:gd name="connsiteX2" fmla="*/ 6549 w 6343"/>
                  <a:gd name="connsiteY2" fmla="*/ 3317 h 6345"/>
                  <a:gd name="connsiteX3" fmla="*/ 5620 w 6343"/>
                  <a:gd name="connsiteY3" fmla="*/ 1074 h 6345"/>
                  <a:gd name="connsiteX4" fmla="*/ 3377 w 6343"/>
                  <a:gd name="connsiteY4" fmla="*/ 145 h 6345"/>
                  <a:gd name="connsiteX5" fmla="*/ 1135 w 6343"/>
                  <a:gd name="connsiteY5" fmla="*/ 1074 h 6345"/>
                  <a:gd name="connsiteX6" fmla="*/ 206 w 6343"/>
                  <a:gd name="connsiteY6" fmla="*/ 3317 h 6345"/>
                  <a:gd name="connsiteX7" fmla="*/ 1135 w 6343"/>
                  <a:gd name="connsiteY7" fmla="*/ 5561 h 6345"/>
                  <a:gd name="connsiteX8" fmla="*/ 3377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0"/>
                    </a:moveTo>
                    <a:cubicBezTo>
                      <a:pt x="4218" y="6490"/>
                      <a:pt x="5025" y="6156"/>
                      <a:pt x="5620" y="5561"/>
                    </a:cubicBezTo>
                    <a:cubicBezTo>
                      <a:pt x="6215" y="4966"/>
                      <a:pt x="6549" y="4159"/>
                      <a:pt x="6549" y="3317"/>
                    </a:cubicBezTo>
                    <a:cubicBezTo>
                      <a:pt x="6549" y="2476"/>
                      <a:pt x="6215" y="1669"/>
                      <a:pt x="5620" y="1074"/>
                    </a:cubicBezTo>
                    <a:cubicBezTo>
                      <a:pt x="5025" y="479"/>
                      <a:pt x="4218" y="145"/>
                      <a:pt x="3377" y="145"/>
                    </a:cubicBezTo>
                    <a:cubicBezTo>
                      <a:pt x="2536" y="145"/>
                      <a:pt x="1729" y="479"/>
                      <a:pt x="1135" y="1074"/>
                    </a:cubicBezTo>
                    <a:cubicBezTo>
                      <a:pt x="540" y="1669"/>
                      <a:pt x="206" y="2476"/>
                      <a:pt x="206" y="3317"/>
                    </a:cubicBezTo>
                    <a:cubicBezTo>
                      <a:pt x="206" y="4159"/>
                      <a:pt x="540" y="4966"/>
                      <a:pt x="1135" y="5561"/>
                    </a:cubicBezTo>
                    <a:cubicBezTo>
                      <a:pt x="1729" y="6156"/>
                      <a:pt x="2536" y="6490"/>
                      <a:pt x="3377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28" name="Freeform: Shape 13827">
                <a:extLst>
                  <a:ext uri="{FF2B5EF4-FFF2-40B4-BE49-F238E27FC236}">
                    <a16:creationId xmlns:a16="http://schemas.microsoft.com/office/drawing/2014/main" id="{60352453-CE6F-DE1C-E3E9-B11BE550D4AA}"/>
                  </a:ext>
                </a:extLst>
              </p:cNvPr>
              <p:cNvSpPr/>
              <p:nvPr/>
            </p:nvSpPr>
            <p:spPr>
              <a:xfrm>
                <a:off x="9018122" y="5312390"/>
                <a:ext cx="6343" cy="6345"/>
              </a:xfrm>
              <a:custGeom>
                <a:avLst/>
                <a:gdLst>
                  <a:gd name="connsiteX0" fmla="*/ 3377 w 6343"/>
                  <a:gd name="connsiteY0" fmla="*/ 6490 h 6345"/>
                  <a:gd name="connsiteX1" fmla="*/ 5620 w 6343"/>
                  <a:gd name="connsiteY1" fmla="*/ 5561 h 6345"/>
                  <a:gd name="connsiteX2" fmla="*/ 6549 w 6343"/>
                  <a:gd name="connsiteY2" fmla="*/ 3317 h 6345"/>
                  <a:gd name="connsiteX3" fmla="*/ 5620 w 6343"/>
                  <a:gd name="connsiteY3" fmla="*/ 1074 h 6345"/>
                  <a:gd name="connsiteX4" fmla="*/ 3377 w 6343"/>
                  <a:gd name="connsiteY4" fmla="*/ 144 h 6345"/>
                  <a:gd name="connsiteX5" fmla="*/ 1135 w 6343"/>
                  <a:gd name="connsiteY5" fmla="*/ 1074 h 6345"/>
                  <a:gd name="connsiteX6" fmla="*/ 206 w 6343"/>
                  <a:gd name="connsiteY6" fmla="*/ 3317 h 6345"/>
                  <a:gd name="connsiteX7" fmla="*/ 1135 w 6343"/>
                  <a:gd name="connsiteY7" fmla="*/ 5561 h 6345"/>
                  <a:gd name="connsiteX8" fmla="*/ 3377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0"/>
                    </a:moveTo>
                    <a:cubicBezTo>
                      <a:pt x="4218" y="6490"/>
                      <a:pt x="5025" y="6156"/>
                      <a:pt x="5620" y="5561"/>
                    </a:cubicBezTo>
                    <a:cubicBezTo>
                      <a:pt x="6215" y="4966"/>
                      <a:pt x="6549" y="4159"/>
                      <a:pt x="6549" y="3317"/>
                    </a:cubicBezTo>
                    <a:cubicBezTo>
                      <a:pt x="6549" y="2476"/>
                      <a:pt x="6215" y="1669"/>
                      <a:pt x="5620" y="1074"/>
                    </a:cubicBezTo>
                    <a:cubicBezTo>
                      <a:pt x="5025" y="479"/>
                      <a:pt x="4218" y="144"/>
                      <a:pt x="3377" y="144"/>
                    </a:cubicBezTo>
                    <a:cubicBezTo>
                      <a:pt x="2536" y="144"/>
                      <a:pt x="1729" y="479"/>
                      <a:pt x="1135" y="1074"/>
                    </a:cubicBezTo>
                    <a:cubicBezTo>
                      <a:pt x="540" y="1669"/>
                      <a:pt x="206" y="2476"/>
                      <a:pt x="206" y="3317"/>
                    </a:cubicBezTo>
                    <a:cubicBezTo>
                      <a:pt x="206" y="4159"/>
                      <a:pt x="540" y="4966"/>
                      <a:pt x="1135" y="5561"/>
                    </a:cubicBezTo>
                    <a:cubicBezTo>
                      <a:pt x="1729" y="6156"/>
                      <a:pt x="2536" y="6490"/>
                      <a:pt x="3377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29" name="Freeform: Shape 13828">
                <a:extLst>
                  <a:ext uri="{FF2B5EF4-FFF2-40B4-BE49-F238E27FC236}">
                    <a16:creationId xmlns:a16="http://schemas.microsoft.com/office/drawing/2014/main" id="{05AEE9D3-294F-8A0D-91B0-2523F580855B}"/>
                  </a:ext>
                </a:extLst>
              </p:cNvPr>
              <p:cNvSpPr/>
              <p:nvPr/>
            </p:nvSpPr>
            <p:spPr>
              <a:xfrm>
                <a:off x="9017214" y="5309803"/>
                <a:ext cx="6343" cy="6345"/>
              </a:xfrm>
              <a:custGeom>
                <a:avLst/>
                <a:gdLst>
                  <a:gd name="connsiteX0" fmla="*/ 3377 w 6343"/>
                  <a:gd name="connsiteY0" fmla="*/ 6490 h 6345"/>
                  <a:gd name="connsiteX1" fmla="*/ 5620 w 6343"/>
                  <a:gd name="connsiteY1" fmla="*/ 5560 h 6345"/>
                  <a:gd name="connsiteX2" fmla="*/ 6549 w 6343"/>
                  <a:gd name="connsiteY2" fmla="*/ 3317 h 6345"/>
                  <a:gd name="connsiteX3" fmla="*/ 5620 w 6343"/>
                  <a:gd name="connsiteY3" fmla="*/ 1073 h 6345"/>
                  <a:gd name="connsiteX4" fmla="*/ 3377 w 6343"/>
                  <a:gd name="connsiteY4" fmla="*/ 144 h 6345"/>
                  <a:gd name="connsiteX5" fmla="*/ 1135 w 6343"/>
                  <a:gd name="connsiteY5" fmla="*/ 1073 h 6345"/>
                  <a:gd name="connsiteX6" fmla="*/ 206 w 6343"/>
                  <a:gd name="connsiteY6" fmla="*/ 3317 h 6345"/>
                  <a:gd name="connsiteX7" fmla="*/ 1135 w 6343"/>
                  <a:gd name="connsiteY7" fmla="*/ 5560 h 6345"/>
                  <a:gd name="connsiteX8" fmla="*/ 3377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90"/>
                    </a:moveTo>
                    <a:cubicBezTo>
                      <a:pt x="4218" y="6490"/>
                      <a:pt x="5025" y="6155"/>
                      <a:pt x="5620" y="5560"/>
                    </a:cubicBezTo>
                    <a:cubicBezTo>
                      <a:pt x="6215" y="4965"/>
                      <a:pt x="6549" y="4158"/>
                      <a:pt x="6549" y="3317"/>
                    </a:cubicBezTo>
                    <a:cubicBezTo>
                      <a:pt x="6549" y="2476"/>
                      <a:pt x="6215" y="1668"/>
                      <a:pt x="5620" y="1073"/>
                    </a:cubicBezTo>
                    <a:cubicBezTo>
                      <a:pt x="5025" y="479"/>
                      <a:pt x="4218" y="144"/>
                      <a:pt x="3377" y="144"/>
                    </a:cubicBezTo>
                    <a:cubicBezTo>
                      <a:pt x="2536" y="144"/>
                      <a:pt x="1729" y="479"/>
                      <a:pt x="1135" y="1073"/>
                    </a:cubicBezTo>
                    <a:cubicBezTo>
                      <a:pt x="540" y="1668"/>
                      <a:pt x="206" y="2476"/>
                      <a:pt x="206" y="3317"/>
                    </a:cubicBezTo>
                    <a:cubicBezTo>
                      <a:pt x="206" y="4158"/>
                      <a:pt x="540" y="4965"/>
                      <a:pt x="1135" y="5560"/>
                    </a:cubicBezTo>
                    <a:cubicBezTo>
                      <a:pt x="1729" y="6155"/>
                      <a:pt x="2536" y="6490"/>
                      <a:pt x="3377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30" name="Freeform: Shape 13829">
                <a:extLst>
                  <a:ext uri="{FF2B5EF4-FFF2-40B4-BE49-F238E27FC236}">
                    <a16:creationId xmlns:a16="http://schemas.microsoft.com/office/drawing/2014/main" id="{CC58E288-1D17-91E4-C548-EC4DD30F4685}"/>
                  </a:ext>
                </a:extLst>
              </p:cNvPr>
              <p:cNvSpPr/>
              <p:nvPr/>
            </p:nvSpPr>
            <p:spPr>
              <a:xfrm>
                <a:off x="9016445" y="5307201"/>
                <a:ext cx="6343" cy="6345"/>
              </a:xfrm>
              <a:custGeom>
                <a:avLst/>
                <a:gdLst>
                  <a:gd name="connsiteX0" fmla="*/ 3377 w 6343"/>
                  <a:gd name="connsiteY0" fmla="*/ 6489 h 6345"/>
                  <a:gd name="connsiteX1" fmla="*/ 5620 w 6343"/>
                  <a:gd name="connsiteY1" fmla="*/ 5560 h 6345"/>
                  <a:gd name="connsiteX2" fmla="*/ 6549 w 6343"/>
                  <a:gd name="connsiteY2" fmla="*/ 3317 h 6345"/>
                  <a:gd name="connsiteX3" fmla="*/ 5620 w 6343"/>
                  <a:gd name="connsiteY3" fmla="*/ 1073 h 6345"/>
                  <a:gd name="connsiteX4" fmla="*/ 3377 w 6343"/>
                  <a:gd name="connsiteY4" fmla="*/ 144 h 6345"/>
                  <a:gd name="connsiteX5" fmla="*/ 1134 w 6343"/>
                  <a:gd name="connsiteY5" fmla="*/ 1073 h 6345"/>
                  <a:gd name="connsiteX6" fmla="*/ 206 w 6343"/>
                  <a:gd name="connsiteY6" fmla="*/ 3317 h 6345"/>
                  <a:gd name="connsiteX7" fmla="*/ 1134 w 6343"/>
                  <a:gd name="connsiteY7" fmla="*/ 5560 h 6345"/>
                  <a:gd name="connsiteX8" fmla="*/ 3377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89"/>
                    </a:moveTo>
                    <a:cubicBezTo>
                      <a:pt x="4218" y="6489"/>
                      <a:pt x="5025" y="6155"/>
                      <a:pt x="5620" y="5560"/>
                    </a:cubicBezTo>
                    <a:cubicBezTo>
                      <a:pt x="6214" y="4965"/>
                      <a:pt x="6549" y="4158"/>
                      <a:pt x="6549" y="3317"/>
                    </a:cubicBezTo>
                    <a:cubicBezTo>
                      <a:pt x="6549" y="2475"/>
                      <a:pt x="6214" y="1668"/>
                      <a:pt x="5620" y="1073"/>
                    </a:cubicBezTo>
                    <a:cubicBezTo>
                      <a:pt x="5025" y="478"/>
                      <a:pt x="4218" y="144"/>
                      <a:pt x="3377" y="144"/>
                    </a:cubicBezTo>
                    <a:cubicBezTo>
                      <a:pt x="2536" y="144"/>
                      <a:pt x="1729" y="478"/>
                      <a:pt x="1134" y="1073"/>
                    </a:cubicBezTo>
                    <a:cubicBezTo>
                      <a:pt x="540" y="1668"/>
                      <a:pt x="206" y="2475"/>
                      <a:pt x="206" y="3317"/>
                    </a:cubicBezTo>
                    <a:cubicBezTo>
                      <a:pt x="206" y="4158"/>
                      <a:pt x="540" y="4965"/>
                      <a:pt x="1134" y="5560"/>
                    </a:cubicBezTo>
                    <a:cubicBezTo>
                      <a:pt x="1729" y="6155"/>
                      <a:pt x="2536" y="6489"/>
                      <a:pt x="3377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31" name="Freeform: Shape 13830">
                <a:extLst>
                  <a:ext uri="{FF2B5EF4-FFF2-40B4-BE49-F238E27FC236}">
                    <a16:creationId xmlns:a16="http://schemas.microsoft.com/office/drawing/2014/main" id="{EB13F70C-A527-49BF-D146-27183C7511FF}"/>
                  </a:ext>
                </a:extLst>
              </p:cNvPr>
              <p:cNvSpPr/>
              <p:nvPr/>
            </p:nvSpPr>
            <p:spPr>
              <a:xfrm>
                <a:off x="8955168" y="5306076"/>
                <a:ext cx="6343" cy="6345"/>
              </a:xfrm>
              <a:custGeom>
                <a:avLst/>
                <a:gdLst>
                  <a:gd name="connsiteX0" fmla="*/ 3372 w 6343"/>
                  <a:gd name="connsiteY0" fmla="*/ 6489 h 6345"/>
                  <a:gd name="connsiteX1" fmla="*/ 5615 w 6343"/>
                  <a:gd name="connsiteY1" fmla="*/ 5560 h 6345"/>
                  <a:gd name="connsiteX2" fmla="*/ 6544 w 6343"/>
                  <a:gd name="connsiteY2" fmla="*/ 3317 h 6345"/>
                  <a:gd name="connsiteX3" fmla="*/ 5615 w 6343"/>
                  <a:gd name="connsiteY3" fmla="*/ 1073 h 6345"/>
                  <a:gd name="connsiteX4" fmla="*/ 3372 w 6343"/>
                  <a:gd name="connsiteY4" fmla="*/ 144 h 6345"/>
                  <a:gd name="connsiteX5" fmla="*/ 1130 w 6343"/>
                  <a:gd name="connsiteY5" fmla="*/ 1073 h 6345"/>
                  <a:gd name="connsiteX6" fmla="*/ 201 w 6343"/>
                  <a:gd name="connsiteY6" fmla="*/ 3317 h 6345"/>
                  <a:gd name="connsiteX7" fmla="*/ 1130 w 6343"/>
                  <a:gd name="connsiteY7" fmla="*/ 5560 h 6345"/>
                  <a:gd name="connsiteX8" fmla="*/ 3372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89"/>
                    </a:moveTo>
                    <a:cubicBezTo>
                      <a:pt x="4213" y="6489"/>
                      <a:pt x="5020" y="6155"/>
                      <a:pt x="5615" y="5560"/>
                    </a:cubicBezTo>
                    <a:cubicBezTo>
                      <a:pt x="6210" y="4965"/>
                      <a:pt x="6544" y="4158"/>
                      <a:pt x="6544" y="3317"/>
                    </a:cubicBezTo>
                    <a:cubicBezTo>
                      <a:pt x="6544" y="2475"/>
                      <a:pt x="6210" y="1668"/>
                      <a:pt x="5615" y="1073"/>
                    </a:cubicBezTo>
                    <a:cubicBezTo>
                      <a:pt x="5020" y="478"/>
                      <a:pt x="4213" y="144"/>
                      <a:pt x="3372" y="144"/>
                    </a:cubicBezTo>
                    <a:cubicBezTo>
                      <a:pt x="2531" y="144"/>
                      <a:pt x="1724" y="478"/>
                      <a:pt x="1130" y="1073"/>
                    </a:cubicBezTo>
                    <a:cubicBezTo>
                      <a:pt x="535" y="1668"/>
                      <a:pt x="201" y="2475"/>
                      <a:pt x="201" y="3317"/>
                    </a:cubicBezTo>
                    <a:cubicBezTo>
                      <a:pt x="201" y="4158"/>
                      <a:pt x="535" y="4965"/>
                      <a:pt x="1130" y="5560"/>
                    </a:cubicBezTo>
                    <a:cubicBezTo>
                      <a:pt x="1724" y="6155"/>
                      <a:pt x="2531" y="6489"/>
                      <a:pt x="3372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32" name="Freeform: Shape 13831">
                <a:extLst>
                  <a:ext uri="{FF2B5EF4-FFF2-40B4-BE49-F238E27FC236}">
                    <a16:creationId xmlns:a16="http://schemas.microsoft.com/office/drawing/2014/main" id="{4FC20CBD-FE0E-3055-38FD-2636DD1A3291}"/>
                  </a:ext>
                </a:extLst>
              </p:cNvPr>
              <p:cNvSpPr/>
              <p:nvPr/>
            </p:nvSpPr>
            <p:spPr>
              <a:xfrm>
                <a:off x="8953929" y="5303095"/>
                <a:ext cx="6343" cy="6345"/>
              </a:xfrm>
              <a:custGeom>
                <a:avLst/>
                <a:gdLst>
                  <a:gd name="connsiteX0" fmla="*/ 3372 w 6343"/>
                  <a:gd name="connsiteY0" fmla="*/ 6489 h 6345"/>
                  <a:gd name="connsiteX1" fmla="*/ 5615 w 6343"/>
                  <a:gd name="connsiteY1" fmla="*/ 5560 h 6345"/>
                  <a:gd name="connsiteX2" fmla="*/ 6544 w 6343"/>
                  <a:gd name="connsiteY2" fmla="*/ 3316 h 6345"/>
                  <a:gd name="connsiteX3" fmla="*/ 5615 w 6343"/>
                  <a:gd name="connsiteY3" fmla="*/ 1073 h 6345"/>
                  <a:gd name="connsiteX4" fmla="*/ 3372 w 6343"/>
                  <a:gd name="connsiteY4" fmla="*/ 144 h 6345"/>
                  <a:gd name="connsiteX5" fmla="*/ 1130 w 6343"/>
                  <a:gd name="connsiteY5" fmla="*/ 1073 h 6345"/>
                  <a:gd name="connsiteX6" fmla="*/ 201 w 6343"/>
                  <a:gd name="connsiteY6" fmla="*/ 3316 h 6345"/>
                  <a:gd name="connsiteX7" fmla="*/ 1130 w 6343"/>
                  <a:gd name="connsiteY7" fmla="*/ 5560 h 6345"/>
                  <a:gd name="connsiteX8" fmla="*/ 3372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89"/>
                    </a:moveTo>
                    <a:cubicBezTo>
                      <a:pt x="4213" y="6489"/>
                      <a:pt x="5020" y="6155"/>
                      <a:pt x="5615" y="5560"/>
                    </a:cubicBezTo>
                    <a:cubicBezTo>
                      <a:pt x="6210" y="4965"/>
                      <a:pt x="6544" y="4158"/>
                      <a:pt x="6544" y="3316"/>
                    </a:cubicBezTo>
                    <a:cubicBezTo>
                      <a:pt x="6544" y="2475"/>
                      <a:pt x="6210" y="1668"/>
                      <a:pt x="5615" y="1073"/>
                    </a:cubicBezTo>
                    <a:cubicBezTo>
                      <a:pt x="5020" y="478"/>
                      <a:pt x="4213" y="144"/>
                      <a:pt x="3372" y="144"/>
                    </a:cubicBezTo>
                    <a:cubicBezTo>
                      <a:pt x="2531" y="144"/>
                      <a:pt x="1724" y="478"/>
                      <a:pt x="1130" y="1073"/>
                    </a:cubicBezTo>
                    <a:cubicBezTo>
                      <a:pt x="535" y="1668"/>
                      <a:pt x="201" y="2475"/>
                      <a:pt x="201" y="3316"/>
                    </a:cubicBezTo>
                    <a:cubicBezTo>
                      <a:pt x="201" y="4158"/>
                      <a:pt x="535" y="4965"/>
                      <a:pt x="1130" y="5560"/>
                    </a:cubicBezTo>
                    <a:cubicBezTo>
                      <a:pt x="1724" y="6155"/>
                      <a:pt x="2531" y="6489"/>
                      <a:pt x="3372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33" name="Freeform: Shape 13832">
                <a:extLst>
                  <a:ext uri="{FF2B5EF4-FFF2-40B4-BE49-F238E27FC236}">
                    <a16:creationId xmlns:a16="http://schemas.microsoft.com/office/drawing/2014/main" id="{16CED8B6-096B-3896-56DC-7BD7789CFF66}"/>
                  </a:ext>
                </a:extLst>
              </p:cNvPr>
              <p:cNvSpPr/>
              <p:nvPr/>
            </p:nvSpPr>
            <p:spPr>
              <a:xfrm>
                <a:off x="8953759" y="5300086"/>
                <a:ext cx="6343" cy="6345"/>
              </a:xfrm>
              <a:custGeom>
                <a:avLst/>
                <a:gdLst>
                  <a:gd name="connsiteX0" fmla="*/ 3372 w 6343"/>
                  <a:gd name="connsiteY0" fmla="*/ 6489 h 6345"/>
                  <a:gd name="connsiteX1" fmla="*/ 5615 w 6343"/>
                  <a:gd name="connsiteY1" fmla="*/ 5560 h 6345"/>
                  <a:gd name="connsiteX2" fmla="*/ 6544 w 6343"/>
                  <a:gd name="connsiteY2" fmla="*/ 3316 h 6345"/>
                  <a:gd name="connsiteX3" fmla="*/ 5615 w 6343"/>
                  <a:gd name="connsiteY3" fmla="*/ 1073 h 6345"/>
                  <a:gd name="connsiteX4" fmla="*/ 3372 w 6343"/>
                  <a:gd name="connsiteY4" fmla="*/ 143 h 6345"/>
                  <a:gd name="connsiteX5" fmla="*/ 1130 w 6343"/>
                  <a:gd name="connsiteY5" fmla="*/ 1073 h 6345"/>
                  <a:gd name="connsiteX6" fmla="*/ 201 w 6343"/>
                  <a:gd name="connsiteY6" fmla="*/ 3316 h 6345"/>
                  <a:gd name="connsiteX7" fmla="*/ 1130 w 6343"/>
                  <a:gd name="connsiteY7" fmla="*/ 5560 h 6345"/>
                  <a:gd name="connsiteX8" fmla="*/ 3372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89"/>
                    </a:moveTo>
                    <a:cubicBezTo>
                      <a:pt x="4213" y="6489"/>
                      <a:pt x="5020" y="6155"/>
                      <a:pt x="5615" y="5560"/>
                    </a:cubicBezTo>
                    <a:cubicBezTo>
                      <a:pt x="6210" y="4965"/>
                      <a:pt x="6544" y="4158"/>
                      <a:pt x="6544" y="3316"/>
                    </a:cubicBezTo>
                    <a:cubicBezTo>
                      <a:pt x="6544" y="2475"/>
                      <a:pt x="6210" y="1668"/>
                      <a:pt x="5615" y="1073"/>
                    </a:cubicBezTo>
                    <a:cubicBezTo>
                      <a:pt x="5020" y="478"/>
                      <a:pt x="4213" y="143"/>
                      <a:pt x="3372" y="143"/>
                    </a:cubicBezTo>
                    <a:cubicBezTo>
                      <a:pt x="2531" y="143"/>
                      <a:pt x="1724" y="478"/>
                      <a:pt x="1130" y="1073"/>
                    </a:cubicBezTo>
                    <a:cubicBezTo>
                      <a:pt x="535" y="1668"/>
                      <a:pt x="201" y="2475"/>
                      <a:pt x="201" y="3316"/>
                    </a:cubicBezTo>
                    <a:cubicBezTo>
                      <a:pt x="201" y="4158"/>
                      <a:pt x="535" y="4965"/>
                      <a:pt x="1130" y="5560"/>
                    </a:cubicBezTo>
                    <a:cubicBezTo>
                      <a:pt x="1724" y="6155"/>
                      <a:pt x="2531" y="6489"/>
                      <a:pt x="3372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34" name="Freeform: Shape 13833">
                <a:extLst>
                  <a:ext uri="{FF2B5EF4-FFF2-40B4-BE49-F238E27FC236}">
                    <a16:creationId xmlns:a16="http://schemas.microsoft.com/office/drawing/2014/main" id="{B4AAEA83-8C9C-1597-75A8-2DA38122E899}"/>
                  </a:ext>
                </a:extLst>
              </p:cNvPr>
              <p:cNvSpPr/>
              <p:nvPr/>
            </p:nvSpPr>
            <p:spPr>
              <a:xfrm>
                <a:off x="8953236" y="5297077"/>
                <a:ext cx="6343" cy="6345"/>
              </a:xfrm>
              <a:custGeom>
                <a:avLst/>
                <a:gdLst>
                  <a:gd name="connsiteX0" fmla="*/ 3372 w 6343"/>
                  <a:gd name="connsiteY0" fmla="*/ 6489 h 6345"/>
                  <a:gd name="connsiteX1" fmla="*/ 5615 w 6343"/>
                  <a:gd name="connsiteY1" fmla="*/ 5559 h 6345"/>
                  <a:gd name="connsiteX2" fmla="*/ 6544 w 6343"/>
                  <a:gd name="connsiteY2" fmla="*/ 3316 h 6345"/>
                  <a:gd name="connsiteX3" fmla="*/ 5615 w 6343"/>
                  <a:gd name="connsiteY3" fmla="*/ 1072 h 6345"/>
                  <a:gd name="connsiteX4" fmla="*/ 3372 w 6343"/>
                  <a:gd name="connsiteY4" fmla="*/ 143 h 6345"/>
                  <a:gd name="connsiteX5" fmla="*/ 1129 w 6343"/>
                  <a:gd name="connsiteY5" fmla="*/ 1072 h 6345"/>
                  <a:gd name="connsiteX6" fmla="*/ 201 w 6343"/>
                  <a:gd name="connsiteY6" fmla="*/ 3316 h 6345"/>
                  <a:gd name="connsiteX7" fmla="*/ 1129 w 6343"/>
                  <a:gd name="connsiteY7" fmla="*/ 5559 h 6345"/>
                  <a:gd name="connsiteX8" fmla="*/ 3372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2" y="6489"/>
                    </a:moveTo>
                    <a:cubicBezTo>
                      <a:pt x="4213" y="6489"/>
                      <a:pt x="5020" y="6154"/>
                      <a:pt x="5615" y="5559"/>
                    </a:cubicBezTo>
                    <a:cubicBezTo>
                      <a:pt x="6209" y="4964"/>
                      <a:pt x="6544" y="4157"/>
                      <a:pt x="6544" y="3316"/>
                    </a:cubicBezTo>
                    <a:cubicBezTo>
                      <a:pt x="6544" y="2475"/>
                      <a:pt x="6209" y="1667"/>
                      <a:pt x="5615" y="1072"/>
                    </a:cubicBezTo>
                    <a:cubicBezTo>
                      <a:pt x="5020" y="478"/>
                      <a:pt x="4213" y="143"/>
                      <a:pt x="3372" y="143"/>
                    </a:cubicBezTo>
                    <a:cubicBezTo>
                      <a:pt x="2531" y="143"/>
                      <a:pt x="1724" y="478"/>
                      <a:pt x="1129" y="1072"/>
                    </a:cubicBezTo>
                    <a:cubicBezTo>
                      <a:pt x="535" y="1667"/>
                      <a:pt x="201" y="2475"/>
                      <a:pt x="201" y="3316"/>
                    </a:cubicBezTo>
                    <a:cubicBezTo>
                      <a:pt x="201" y="4157"/>
                      <a:pt x="535" y="4964"/>
                      <a:pt x="1129" y="5559"/>
                    </a:cubicBezTo>
                    <a:cubicBezTo>
                      <a:pt x="1724" y="6154"/>
                      <a:pt x="2531" y="6489"/>
                      <a:pt x="3372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35" name="Freeform: Shape 13834">
                <a:extLst>
                  <a:ext uri="{FF2B5EF4-FFF2-40B4-BE49-F238E27FC236}">
                    <a16:creationId xmlns:a16="http://schemas.microsoft.com/office/drawing/2014/main" id="{A316ECCD-9CCD-528E-7997-87AA5932E138}"/>
                  </a:ext>
                </a:extLst>
              </p:cNvPr>
              <p:cNvSpPr/>
              <p:nvPr/>
            </p:nvSpPr>
            <p:spPr>
              <a:xfrm>
                <a:off x="9095752" y="5294065"/>
                <a:ext cx="6343" cy="6345"/>
              </a:xfrm>
              <a:custGeom>
                <a:avLst/>
                <a:gdLst>
                  <a:gd name="connsiteX0" fmla="*/ 3383 w 6343"/>
                  <a:gd name="connsiteY0" fmla="*/ 6488 h 6345"/>
                  <a:gd name="connsiteX1" fmla="*/ 5626 w 6343"/>
                  <a:gd name="connsiteY1" fmla="*/ 5559 h 6345"/>
                  <a:gd name="connsiteX2" fmla="*/ 6555 w 6343"/>
                  <a:gd name="connsiteY2" fmla="*/ 3316 h 6345"/>
                  <a:gd name="connsiteX3" fmla="*/ 5626 w 6343"/>
                  <a:gd name="connsiteY3" fmla="*/ 1072 h 6345"/>
                  <a:gd name="connsiteX4" fmla="*/ 3383 w 6343"/>
                  <a:gd name="connsiteY4" fmla="*/ 143 h 6345"/>
                  <a:gd name="connsiteX5" fmla="*/ 1141 w 6343"/>
                  <a:gd name="connsiteY5" fmla="*/ 1072 h 6345"/>
                  <a:gd name="connsiteX6" fmla="*/ 212 w 6343"/>
                  <a:gd name="connsiteY6" fmla="*/ 3316 h 6345"/>
                  <a:gd name="connsiteX7" fmla="*/ 1141 w 6343"/>
                  <a:gd name="connsiteY7" fmla="*/ 5559 h 6345"/>
                  <a:gd name="connsiteX8" fmla="*/ 3383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8"/>
                    </a:moveTo>
                    <a:cubicBezTo>
                      <a:pt x="4224" y="6488"/>
                      <a:pt x="5031" y="6154"/>
                      <a:pt x="5626" y="5559"/>
                    </a:cubicBezTo>
                    <a:cubicBezTo>
                      <a:pt x="6221" y="4964"/>
                      <a:pt x="6555" y="4157"/>
                      <a:pt x="6555" y="3316"/>
                    </a:cubicBezTo>
                    <a:cubicBezTo>
                      <a:pt x="6555" y="2474"/>
                      <a:pt x="6221" y="1667"/>
                      <a:pt x="5626" y="1072"/>
                    </a:cubicBezTo>
                    <a:cubicBezTo>
                      <a:pt x="5031" y="477"/>
                      <a:pt x="4224" y="143"/>
                      <a:pt x="3383" y="143"/>
                    </a:cubicBezTo>
                    <a:cubicBezTo>
                      <a:pt x="2542" y="143"/>
                      <a:pt x="1735" y="477"/>
                      <a:pt x="1141" y="1072"/>
                    </a:cubicBezTo>
                    <a:cubicBezTo>
                      <a:pt x="546" y="1667"/>
                      <a:pt x="212" y="2474"/>
                      <a:pt x="212" y="3316"/>
                    </a:cubicBezTo>
                    <a:cubicBezTo>
                      <a:pt x="212" y="4157"/>
                      <a:pt x="546" y="4964"/>
                      <a:pt x="1141" y="5559"/>
                    </a:cubicBezTo>
                    <a:cubicBezTo>
                      <a:pt x="1735" y="6154"/>
                      <a:pt x="2542" y="6488"/>
                      <a:pt x="3383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36" name="Freeform: Shape 13835">
                <a:extLst>
                  <a:ext uri="{FF2B5EF4-FFF2-40B4-BE49-F238E27FC236}">
                    <a16:creationId xmlns:a16="http://schemas.microsoft.com/office/drawing/2014/main" id="{024C8CFF-27DF-2370-5D02-D8D6355799DC}"/>
                  </a:ext>
                </a:extLst>
              </p:cNvPr>
              <p:cNvSpPr/>
              <p:nvPr/>
            </p:nvSpPr>
            <p:spPr>
              <a:xfrm>
                <a:off x="9096190" y="5291928"/>
                <a:ext cx="6343" cy="6345"/>
              </a:xfrm>
              <a:custGeom>
                <a:avLst/>
                <a:gdLst>
                  <a:gd name="connsiteX0" fmla="*/ 3383 w 6343"/>
                  <a:gd name="connsiteY0" fmla="*/ 6488 h 6345"/>
                  <a:gd name="connsiteX1" fmla="*/ 5626 w 6343"/>
                  <a:gd name="connsiteY1" fmla="*/ 5559 h 6345"/>
                  <a:gd name="connsiteX2" fmla="*/ 6555 w 6343"/>
                  <a:gd name="connsiteY2" fmla="*/ 3316 h 6345"/>
                  <a:gd name="connsiteX3" fmla="*/ 5626 w 6343"/>
                  <a:gd name="connsiteY3" fmla="*/ 1072 h 6345"/>
                  <a:gd name="connsiteX4" fmla="*/ 3383 w 6343"/>
                  <a:gd name="connsiteY4" fmla="*/ 143 h 6345"/>
                  <a:gd name="connsiteX5" fmla="*/ 1141 w 6343"/>
                  <a:gd name="connsiteY5" fmla="*/ 1072 h 6345"/>
                  <a:gd name="connsiteX6" fmla="*/ 212 w 6343"/>
                  <a:gd name="connsiteY6" fmla="*/ 3316 h 6345"/>
                  <a:gd name="connsiteX7" fmla="*/ 1141 w 6343"/>
                  <a:gd name="connsiteY7" fmla="*/ 5559 h 6345"/>
                  <a:gd name="connsiteX8" fmla="*/ 3383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8"/>
                    </a:moveTo>
                    <a:cubicBezTo>
                      <a:pt x="4224" y="6488"/>
                      <a:pt x="5031" y="6154"/>
                      <a:pt x="5626" y="5559"/>
                    </a:cubicBezTo>
                    <a:cubicBezTo>
                      <a:pt x="6221" y="4964"/>
                      <a:pt x="6555" y="4157"/>
                      <a:pt x="6555" y="3316"/>
                    </a:cubicBezTo>
                    <a:cubicBezTo>
                      <a:pt x="6555" y="2474"/>
                      <a:pt x="6221" y="1667"/>
                      <a:pt x="5626" y="1072"/>
                    </a:cubicBezTo>
                    <a:cubicBezTo>
                      <a:pt x="5031" y="477"/>
                      <a:pt x="4224" y="143"/>
                      <a:pt x="3383" y="143"/>
                    </a:cubicBezTo>
                    <a:cubicBezTo>
                      <a:pt x="2542" y="143"/>
                      <a:pt x="1735" y="477"/>
                      <a:pt x="1141" y="1072"/>
                    </a:cubicBezTo>
                    <a:cubicBezTo>
                      <a:pt x="546" y="1667"/>
                      <a:pt x="212" y="2474"/>
                      <a:pt x="212" y="3316"/>
                    </a:cubicBezTo>
                    <a:cubicBezTo>
                      <a:pt x="212" y="4157"/>
                      <a:pt x="546" y="4964"/>
                      <a:pt x="1141" y="5559"/>
                    </a:cubicBezTo>
                    <a:cubicBezTo>
                      <a:pt x="1735" y="6154"/>
                      <a:pt x="2542" y="6488"/>
                      <a:pt x="3383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37" name="Freeform: Shape 13836">
                <a:extLst>
                  <a:ext uri="{FF2B5EF4-FFF2-40B4-BE49-F238E27FC236}">
                    <a16:creationId xmlns:a16="http://schemas.microsoft.com/office/drawing/2014/main" id="{FA29A48A-437F-60F4-85AC-828C18451EFE}"/>
                  </a:ext>
                </a:extLst>
              </p:cNvPr>
              <p:cNvSpPr/>
              <p:nvPr/>
            </p:nvSpPr>
            <p:spPr>
              <a:xfrm>
                <a:off x="9096886" y="5289799"/>
                <a:ext cx="6343" cy="6345"/>
              </a:xfrm>
              <a:custGeom>
                <a:avLst/>
                <a:gdLst>
                  <a:gd name="connsiteX0" fmla="*/ 3383 w 6343"/>
                  <a:gd name="connsiteY0" fmla="*/ 6488 h 6345"/>
                  <a:gd name="connsiteX1" fmla="*/ 5626 w 6343"/>
                  <a:gd name="connsiteY1" fmla="*/ 5559 h 6345"/>
                  <a:gd name="connsiteX2" fmla="*/ 6555 w 6343"/>
                  <a:gd name="connsiteY2" fmla="*/ 3315 h 6345"/>
                  <a:gd name="connsiteX3" fmla="*/ 5626 w 6343"/>
                  <a:gd name="connsiteY3" fmla="*/ 1072 h 6345"/>
                  <a:gd name="connsiteX4" fmla="*/ 3383 w 6343"/>
                  <a:gd name="connsiteY4" fmla="*/ 143 h 6345"/>
                  <a:gd name="connsiteX5" fmla="*/ 1141 w 6343"/>
                  <a:gd name="connsiteY5" fmla="*/ 1072 h 6345"/>
                  <a:gd name="connsiteX6" fmla="*/ 212 w 6343"/>
                  <a:gd name="connsiteY6" fmla="*/ 3315 h 6345"/>
                  <a:gd name="connsiteX7" fmla="*/ 1141 w 6343"/>
                  <a:gd name="connsiteY7" fmla="*/ 5559 h 6345"/>
                  <a:gd name="connsiteX8" fmla="*/ 3383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8"/>
                    </a:moveTo>
                    <a:cubicBezTo>
                      <a:pt x="4225" y="6488"/>
                      <a:pt x="5031" y="6154"/>
                      <a:pt x="5626" y="5559"/>
                    </a:cubicBezTo>
                    <a:cubicBezTo>
                      <a:pt x="6221" y="4964"/>
                      <a:pt x="6555" y="4157"/>
                      <a:pt x="6555" y="3315"/>
                    </a:cubicBezTo>
                    <a:cubicBezTo>
                      <a:pt x="6555" y="2474"/>
                      <a:pt x="6221" y="1667"/>
                      <a:pt x="5626" y="1072"/>
                    </a:cubicBezTo>
                    <a:cubicBezTo>
                      <a:pt x="5031" y="477"/>
                      <a:pt x="4225" y="143"/>
                      <a:pt x="3383" y="143"/>
                    </a:cubicBezTo>
                    <a:cubicBezTo>
                      <a:pt x="2542" y="143"/>
                      <a:pt x="1736" y="477"/>
                      <a:pt x="1141" y="1072"/>
                    </a:cubicBezTo>
                    <a:cubicBezTo>
                      <a:pt x="546" y="1667"/>
                      <a:pt x="212" y="2474"/>
                      <a:pt x="212" y="3315"/>
                    </a:cubicBezTo>
                    <a:cubicBezTo>
                      <a:pt x="212" y="4157"/>
                      <a:pt x="546" y="4964"/>
                      <a:pt x="1141" y="5559"/>
                    </a:cubicBezTo>
                    <a:cubicBezTo>
                      <a:pt x="1736" y="6154"/>
                      <a:pt x="2542" y="6488"/>
                      <a:pt x="3383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38" name="Freeform: Shape 13837">
                <a:extLst>
                  <a:ext uri="{FF2B5EF4-FFF2-40B4-BE49-F238E27FC236}">
                    <a16:creationId xmlns:a16="http://schemas.microsoft.com/office/drawing/2014/main" id="{8FB31528-A8C2-0828-389B-9D8AE66A2D77}"/>
                  </a:ext>
                </a:extLst>
              </p:cNvPr>
              <p:cNvSpPr/>
              <p:nvPr/>
            </p:nvSpPr>
            <p:spPr>
              <a:xfrm>
                <a:off x="9097472" y="5287677"/>
                <a:ext cx="6343" cy="6345"/>
              </a:xfrm>
              <a:custGeom>
                <a:avLst/>
                <a:gdLst>
                  <a:gd name="connsiteX0" fmla="*/ 3383 w 6343"/>
                  <a:gd name="connsiteY0" fmla="*/ 6488 h 6345"/>
                  <a:gd name="connsiteX1" fmla="*/ 5626 w 6343"/>
                  <a:gd name="connsiteY1" fmla="*/ 5559 h 6345"/>
                  <a:gd name="connsiteX2" fmla="*/ 6555 w 6343"/>
                  <a:gd name="connsiteY2" fmla="*/ 3315 h 6345"/>
                  <a:gd name="connsiteX3" fmla="*/ 5626 w 6343"/>
                  <a:gd name="connsiteY3" fmla="*/ 1072 h 6345"/>
                  <a:gd name="connsiteX4" fmla="*/ 3383 w 6343"/>
                  <a:gd name="connsiteY4" fmla="*/ 142 h 6345"/>
                  <a:gd name="connsiteX5" fmla="*/ 1141 w 6343"/>
                  <a:gd name="connsiteY5" fmla="*/ 1072 h 6345"/>
                  <a:gd name="connsiteX6" fmla="*/ 212 w 6343"/>
                  <a:gd name="connsiteY6" fmla="*/ 3315 h 6345"/>
                  <a:gd name="connsiteX7" fmla="*/ 1141 w 6343"/>
                  <a:gd name="connsiteY7" fmla="*/ 5559 h 6345"/>
                  <a:gd name="connsiteX8" fmla="*/ 3383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8"/>
                    </a:moveTo>
                    <a:cubicBezTo>
                      <a:pt x="4225" y="6488"/>
                      <a:pt x="5031" y="6154"/>
                      <a:pt x="5626" y="5559"/>
                    </a:cubicBezTo>
                    <a:cubicBezTo>
                      <a:pt x="6221" y="4964"/>
                      <a:pt x="6555" y="4157"/>
                      <a:pt x="6555" y="3315"/>
                    </a:cubicBezTo>
                    <a:cubicBezTo>
                      <a:pt x="6555" y="2474"/>
                      <a:pt x="6221" y="1667"/>
                      <a:pt x="5626" y="1072"/>
                    </a:cubicBezTo>
                    <a:cubicBezTo>
                      <a:pt x="5031" y="477"/>
                      <a:pt x="4225" y="142"/>
                      <a:pt x="3383" y="142"/>
                    </a:cubicBezTo>
                    <a:cubicBezTo>
                      <a:pt x="2542" y="142"/>
                      <a:pt x="1736" y="477"/>
                      <a:pt x="1141" y="1072"/>
                    </a:cubicBezTo>
                    <a:cubicBezTo>
                      <a:pt x="546" y="1667"/>
                      <a:pt x="212" y="2474"/>
                      <a:pt x="212" y="3315"/>
                    </a:cubicBezTo>
                    <a:cubicBezTo>
                      <a:pt x="212" y="4157"/>
                      <a:pt x="546" y="4964"/>
                      <a:pt x="1141" y="5559"/>
                    </a:cubicBezTo>
                    <a:cubicBezTo>
                      <a:pt x="1736" y="6154"/>
                      <a:pt x="2542" y="6488"/>
                      <a:pt x="3383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39" name="Freeform: Shape 13838">
                <a:extLst>
                  <a:ext uri="{FF2B5EF4-FFF2-40B4-BE49-F238E27FC236}">
                    <a16:creationId xmlns:a16="http://schemas.microsoft.com/office/drawing/2014/main" id="{C41EB8A1-0317-C1F5-7928-22F58DB0A8A5}"/>
                  </a:ext>
                </a:extLst>
              </p:cNvPr>
              <p:cNvSpPr/>
              <p:nvPr/>
            </p:nvSpPr>
            <p:spPr>
              <a:xfrm>
                <a:off x="9097210" y="5285540"/>
                <a:ext cx="6343" cy="6345"/>
              </a:xfrm>
              <a:custGeom>
                <a:avLst/>
                <a:gdLst>
                  <a:gd name="connsiteX0" fmla="*/ 3383 w 6343"/>
                  <a:gd name="connsiteY0" fmla="*/ 6488 h 6345"/>
                  <a:gd name="connsiteX1" fmla="*/ 5626 w 6343"/>
                  <a:gd name="connsiteY1" fmla="*/ 5558 h 6345"/>
                  <a:gd name="connsiteX2" fmla="*/ 6555 w 6343"/>
                  <a:gd name="connsiteY2" fmla="*/ 3315 h 6345"/>
                  <a:gd name="connsiteX3" fmla="*/ 5626 w 6343"/>
                  <a:gd name="connsiteY3" fmla="*/ 1072 h 6345"/>
                  <a:gd name="connsiteX4" fmla="*/ 3383 w 6343"/>
                  <a:gd name="connsiteY4" fmla="*/ 142 h 6345"/>
                  <a:gd name="connsiteX5" fmla="*/ 1141 w 6343"/>
                  <a:gd name="connsiteY5" fmla="*/ 1072 h 6345"/>
                  <a:gd name="connsiteX6" fmla="*/ 212 w 6343"/>
                  <a:gd name="connsiteY6" fmla="*/ 3315 h 6345"/>
                  <a:gd name="connsiteX7" fmla="*/ 1141 w 6343"/>
                  <a:gd name="connsiteY7" fmla="*/ 5558 h 6345"/>
                  <a:gd name="connsiteX8" fmla="*/ 3383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8"/>
                    </a:moveTo>
                    <a:cubicBezTo>
                      <a:pt x="4225" y="6488"/>
                      <a:pt x="5031" y="6153"/>
                      <a:pt x="5626" y="5558"/>
                    </a:cubicBezTo>
                    <a:cubicBezTo>
                      <a:pt x="6221" y="4963"/>
                      <a:pt x="6555" y="4156"/>
                      <a:pt x="6555" y="3315"/>
                    </a:cubicBezTo>
                    <a:cubicBezTo>
                      <a:pt x="6555" y="2474"/>
                      <a:pt x="6221" y="1667"/>
                      <a:pt x="5626" y="1072"/>
                    </a:cubicBezTo>
                    <a:cubicBezTo>
                      <a:pt x="5031" y="477"/>
                      <a:pt x="4225" y="142"/>
                      <a:pt x="3383" y="142"/>
                    </a:cubicBezTo>
                    <a:cubicBezTo>
                      <a:pt x="2542" y="142"/>
                      <a:pt x="1736" y="477"/>
                      <a:pt x="1141" y="1072"/>
                    </a:cubicBezTo>
                    <a:cubicBezTo>
                      <a:pt x="546" y="1667"/>
                      <a:pt x="212" y="2474"/>
                      <a:pt x="212" y="3315"/>
                    </a:cubicBezTo>
                    <a:cubicBezTo>
                      <a:pt x="212" y="4156"/>
                      <a:pt x="546" y="4963"/>
                      <a:pt x="1141" y="5558"/>
                    </a:cubicBezTo>
                    <a:cubicBezTo>
                      <a:pt x="1736" y="6153"/>
                      <a:pt x="2542" y="6488"/>
                      <a:pt x="3383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40" name="Freeform: Shape 13839">
                <a:extLst>
                  <a:ext uri="{FF2B5EF4-FFF2-40B4-BE49-F238E27FC236}">
                    <a16:creationId xmlns:a16="http://schemas.microsoft.com/office/drawing/2014/main" id="{B6909497-20E1-E114-06CD-B8D54848E331}"/>
                  </a:ext>
                </a:extLst>
              </p:cNvPr>
              <p:cNvSpPr/>
              <p:nvPr/>
            </p:nvSpPr>
            <p:spPr>
              <a:xfrm>
                <a:off x="9097453" y="5283415"/>
                <a:ext cx="6343" cy="6345"/>
              </a:xfrm>
              <a:custGeom>
                <a:avLst/>
                <a:gdLst>
                  <a:gd name="connsiteX0" fmla="*/ 3383 w 6343"/>
                  <a:gd name="connsiteY0" fmla="*/ 6488 h 6345"/>
                  <a:gd name="connsiteX1" fmla="*/ 5626 w 6343"/>
                  <a:gd name="connsiteY1" fmla="*/ 5558 h 6345"/>
                  <a:gd name="connsiteX2" fmla="*/ 6555 w 6343"/>
                  <a:gd name="connsiteY2" fmla="*/ 3315 h 6345"/>
                  <a:gd name="connsiteX3" fmla="*/ 5626 w 6343"/>
                  <a:gd name="connsiteY3" fmla="*/ 1071 h 6345"/>
                  <a:gd name="connsiteX4" fmla="*/ 3383 w 6343"/>
                  <a:gd name="connsiteY4" fmla="*/ 142 h 6345"/>
                  <a:gd name="connsiteX5" fmla="*/ 1141 w 6343"/>
                  <a:gd name="connsiteY5" fmla="*/ 1071 h 6345"/>
                  <a:gd name="connsiteX6" fmla="*/ 212 w 6343"/>
                  <a:gd name="connsiteY6" fmla="*/ 3315 h 6345"/>
                  <a:gd name="connsiteX7" fmla="*/ 1141 w 6343"/>
                  <a:gd name="connsiteY7" fmla="*/ 5558 h 6345"/>
                  <a:gd name="connsiteX8" fmla="*/ 3383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8"/>
                    </a:moveTo>
                    <a:cubicBezTo>
                      <a:pt x="4225" y="6488"/>
                      <a:pt x="5031" y="6153"/>
                      <a:pt x="5626" y="5558"/>
                    </a:cubicBezTo>
                    <a:cubicBezTo>
                      <a:pt x="6221" y="4963"/>
                      <a:pt x="6555" y="4156"/>
                      <a:pt x="6555" y="3315"/>
                    </a:cubicBezTo>
                    <a:cubicBezTo>
                      <a:pt x="6555" y="2473"/>
                      <a:pt x="6221" y="1666"/>
                      <a:pt x="5626" y="1071"/>
                    </a:cubicBezTo>
                    <a:cubicBezTo>
                      <a:pt x="5031" y="476"/>
                      <a:pt x="4225" y="142"/>
                      <a:pt x="3383" y="142"/>
                    </a:cubicBezTo>
                    <a:cubicBezTo>
                      <a:pt x="2542" y="142"/>
                      <a:pt x="1736" y="476"/>
                      <a:pt x="1141" y="1071"/>
                    </a:cubicBezTo>
                    <a:cubicBezTo>
                      <a:pt x="546" y="1666"/>
                      <a:pt x="212" y="2473"/>
                      <a:pt x="212" y="3315"/>
                    </a:cubicBezTo>
                    <a:cubicBezTo>
                      <a:pt x="212" y="4156"/>
                      <a:pt x="546" y="4963"/>
                      <a:pt x="1141" y="5558"/>
                    </a:cubicBezTo>
                    <a:cubicBezTo>
                      <a:pt x="1736" y="6153"/>
                      <a:pt x="2542" y="6488"/>
                      <a:pt x="3383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41" name="Freeform: Shape 13840">
                <a:extLst>
                  <a:ext uri="{FF2B5EF4-FFF2-40B4-BE49-F238E27FC236}">
                    <a16:creationId xmlns:a16="http://schemas.microsoft.com/office/drawing/2014/main" id="{8F319BC5-EFC6-1613-560A-D31EC2230B30}"/>
                  </a:ext>
                </a:extLst>
              </p:cNvPr>
              <p:cNvSpPr/>
              <p:nvPr/>
            </p:nvSpPr>
            <p:spPr>
              <a:xfrm>
                <a:off x="9097893" y="5281299"/>
                <a:ext cx="6343" cy="6345"/>
              </a:xfrm>
              <a:custGeom>
                <a:avLst/>
                <a:gdLst>
                  <a:gd name="connsiteX0" fmla="*/ 3384 w 6343"/>
                  <a:gd name="connsiteY0" fmla="*/ 6487 h 6345"/>
                  <a:gd name="connsiteX1" fmla="*/ 5626 w 6343"/>
                  <a:gd name="connsiteY1" fmla="*/ 5558 h 6345"/>
                  <a:gd name="connsiteX2" fmla="*/ 6555 w 6343"/>
                  <a:gd name="connsiteY2" fmla="*/ 3315 h 6345"/>
                  <a:gd name="connsiteX3" fmla="*/ 5626 w 6343"/>
                  <a:gd name="connsiteY3" fmla="*/ 1071 h 6345"/>
                  <a:gd name="connsiteX4" fmla="*/ 3384 w 6343"/>
                  <a:gd name="connsiteY4" fmla="*/ 142 h 6345"/>
                  <a:gd name="connsiteX5" fmla="*/ 1141 w 6343"/>
                  <a:gd name="connsiteY5" fmla="*/ 1071 h 6345"/>
                  <a:gd name="connsiteX6" fmla="*/ 212 w 6343"/>
                  <a:gd name="connsiteY6" fmla="*/ 3315 h 6345"/>
                  <a:gd name="connsiteX7" fmla="*/ 1141 w 6343"/>
                  <a:gd name="connsiteY7" fmla="*/ 5558 h 6345"/>
                  <a:gd name="connsiteX8" fmla="*/ 3384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87"/>
                    </a:moveTo>
                    <a:cubicBezTo>
                      <a:pt x="4225" y="6487"/>
                      <a:pt x="5031" y="6153"/>
                      <a:pt x="5626" y="5558"/>
                    </a:cubicBezTo>
                    <a:cubicBezTo>
                      <a:pt x="6221" y="4963"/>
                      <a:pt x="6555" y="4156"/>
                      <a:pt x="6555" y="3315"/>
                    </a:cubicBezTo>
                    <a:cubicBezTo>
                      <a:pt x="6555" y="2473"/>
                      <a:pt x="6221" y="1666"/>
                      <a:pt x="5626" y="1071"/>
                    </a:cubicBezTo>
                    <a:cubicBezTo>
                      <a:pt x="5031" y="476"/>
                      <a:pt x="4225" y="142"/>
                      <a:pt x="3384" y="142"/>
                    </a:cubicBezTo>
                    <a:cubicBezTo>
                      <a:pt x="2542" y="142"/>
                      <a:pt x="1736" y="476"/>
                      <a:pt x="1141" y="1071"/>
                    </a:cubicBezTo>
                    <a:cubicBezTo>
                      <a:pt x="546" y="1666"/>
                      <a:pt x="212" y="2473"/>
                      <a:pt x="212" y="3315"/>
                    </a:cubicBezTo>
                    <a:cubicBezTo>
                      <a:pt x="212" y="4156"/>
                      <a:pt x="546" y="4963"/>
                      <a:pt x="1141" y="5558"/>
                    </a:cubicBezTo>
                    <a:cubicBezTo>
                      <a:pt x="1736" y="6153"/>
                      <a:pt x="2542" y="6487"/>
                      <a:pt x="3384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42" name="Freeform: Shape 13841">
                <a:extLst>
                  <a:ext uri="{FF2B5EF4-FFF2-40B4-BE49-F238E27FC236}">
                    <a16:creationId xmlns:a16="http://schemas.microsoft.com/office/drawing/2014/main" id="{7B56E47D-D8ED-1E10-3EA8-FBAF85D23EC7}"/>
                  </a:ext>
                </a:extLst>
              </p:cNvPr>
              <p:cNvSpPr/>
              <p:nvPr/>
            </p:nvSpPr>
            <p:spPr>
              <a:xfrm>
                <a:off x="9097732" y="5279162"/>
                <a:ext cx="6343" cy="6345"/>
              </a:xfrm>
              <a:custGeom>
                <a:avLst/>
                <a:gdLst>
                  <a:gd name="connsiteX0" fmla="*/ 3383 w 6343"/>
                  <a:gd name="connsiteY0" fmla="*/ 6487 h 6345"/>
                  <a:gd name="connsiteX1" fmla="*/ 5626 w 6343"/>
                  <a:gd name="connsiteY1" fmla="*/ 5558 h 6345"/>
                  <a:gd name="connsiteX2" fmla="*/ 6555 w 6343"/>
                  <a:gd name="connsiteY2" fmla="*/ 3315 h 6345"/>
                  <a:gd name="connsiteX3" fmla="*/ 5626 w 6343"/>
                  <a:gd name="connsiteY3" fmla="*/ 1071 h 6345"/>
                  <a:gd name="connsiteX4" fmla="*/ 3383 w 6343"/>
                  <a:gd name="connsiteY4" fmla="*/ 142 h 6345"/>
                  <a:gd name="connsiteX5" fmla="*/ 1141 w 6343"/>
                  <a:gd name="connsiteY5" fmla="*/ 1071 h 6345"/>
                  <a:gd name="connsiteX6" fmla="*/ 212 w 6343"/>
                  <a:gd name="connsiteY6" fmla="*/ 3315 h 6345"/>
                  <a:gd name="connsiteX7" fmla="*/ 1141 w 6343"/>
                  <a:gd name="connsiteY7" fmla="*/ 5558 h 6345"/>
                  <a:gd name="connsiteX8" fmla="*/ 3383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7"/>
                    </a:moveTo>
                    <a:cubicBezTo>
                      <a:pt x="4225" y="6487"/>
                      <a:pt x="5031" y="6153"/>
                      <a:pt x="5626" y="5558"/>
                    </a:cubicBezTo>
                    <a:cubicBezTo>
                      <a:pt x="6221" y="4963"/>
                      <a:pt x="6555" y="4156"/>
                      <a:pt x="6555" y="3315"/>
                    </a:cubicBezTo>
                    <a:cubicBezTo>
                      <a:pt x="6555" y="2473"/>
                      <a:pt x="6221" y="1666"/>
                      <a:pt x="5626" y="1071"/>
                    </a:cubicBezTo>
                    <a:cubicBezTo>
                      <a:pt x="5031" y="476"/>
                      <a:pt x="4225" y="142"/>
                      <a:pt x="3383" y="142"/>
                    </a:cubicBezTo>
                    <a:cubicBezTo>
                      <a:pt x="2542" y="142"/>
                      <a:pt x="1736" y="476"/>
                      <a:pt x="1141" y="1071"/>
                    </a:cubicBezTo>
                    <a:cubicBezTo>
                      <a:pt x="546" y="1666"/>
                      <a:pt x="212" y="2473"/>
                      <a:pt x="212" y="3315"/>
                    </a:cubicBezTo>
                    <a:cubicBezTo>
                      <a:pt x="212" y="4156"/>
                      <a:pt x="546" y="4963"/>
                      <a:pt x="1141" y="5558"/>
                    </a:cubicBezTo>
                    <a:cubicBezTo>
                      <a:pt x="1736" y="6153"/>
                      <a:pt x="2542" y="6487"/>
                      <a:pt x="3383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43" name="Freeform: Shape 13842">
                <a:extLst>
                  <a:ext uri="{FF2B5EF4-FFF2-40B4-BE49-F238E27FC236}">
                    <a16:creationId xmlns:a16="http://schemas.microsoft.com/office/drawing/2014/main" id="{FC347DBA-EE5B-B09A-0B88-D1C8D5718FF3}"/>
                  </a:ext>
                </a:extLst>
              </p:cNvPr>
              <p:cNvSpPr/>
              <p:nvPr/>
            </p:nvSpPr>
            <p:spPr>
              <a:xfrm>
                <a:off x="9096661" y="5276977"/>
                <a:ext cx="6343" cy="6345"/>
              </a:xfrm>
              <a:custGeom>
                <a:avLst/>
                <a:gdLst>
                  <a:gd name="connsiteX0" fmla="*/ 3383 w 6343"/>
                  <a:gd name="connsiteY0" fmla="*/ 6487 h 6345"/>
                  <a:gd name="connsiteX1" fmla="*/ 5626 w 6343"/>
                  <a:gd name="connsiteY1" fmla="*/ 5558 h 6345"/>
                  <a:gd name="connsiteX2" fmla="*/ 6555 w 6343"/>
                  <a:gd name="connsiteY2" fmla="*/ 3314 h 6345"/>
                  <a:gd name="connsiteX3" fmla="*/ 5626 w 6343"/>
                  <a:gd name="connsiteY3" fmla="*/ 1071 h 6345"/>
                  <a:gd name="connsiteX4" fmla="*/ 3383 w 6343"/>
                  <a:gd name="connsiteY4" fmla="*/ 142 h 6345"/>
                  <a:gd name="connsiteX5" fmla="*/ 1141 w 6343"/>
                  <a:gd name="connsiteY5" fmla="*/ 1071 h 6345"/>
                  <a:gd name="connsiteX6" fmla="*/ 212 w 6343"/>
                  <a:gd name="connsiteY6" fmla="*/ 3314 h 6345"/>
                  <a:gd name="connsiteX7" fmla="*/ 1141 w 6343"/>
                  <a:gd name="connsiteY7" fmla="*/ 5558 h 6345"/>
                  <a:gd name="connsiteX8" fmla="*/ 3383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7"/>
                    </a:moveTo>
                    <a:cubicBezTo>
                      <a:pt x="4225" y="6487"/>
                      <a:pt x="5031" y="6153"/>
                      <a:pt x="5626" y="5558"/>
                    </a:cubicBezTo>
                    <a:cubicBezTo>
                      <a:pt x="6221" y="4963"/>
                      <a:pt x="6555" y="4156"/>
                      <a:pt x="6555" y="3314"/>
                    </a:cubicBezTo>
                    <a:cubicBezTo>
                      <a:pt x="6555" y="2473"/>
                      <a:pt x="6221" y="1666"/>
                      <a:pt x="5626" y="1071"/>
                    </a:cubicBezTo>
                    <a:cubicBezTo>
                      <a:pt x="5031" y="476"/>
                      <a:pt x="4225" y="142"/>
                      <a:pt x="3383" y="142"/>
                    </a:cubicBezTo>
                    <a:cubicBezTo>
                      <a:pt x="2542" y="142"/>
                      <a:pt x="1736" y="476"/>
                      <a:pt x="1141" y="1071"/>
                    </a:cubicBezTo>
                    <a:cubicBezTo>
                      <a:pt x="546" y="1666"/>
                      <a:pt x="212" y="2473"/>
                      <a:pt x="212" y="3314"/>
                    </a:cubicBezTo>
                    <a:cubicBezTo>
                      <a:pt x="212" y="4156"/>
                      <a:pt x="546" y="4963"/>
                      <a:pt x="1141" y="5558"/>
                    </a:cubicBezTo>
                    <a:cubicBezTo>
                      <a:pt x="1736" y="6153"/>
                      <a:pt x="2542" y="6487"/>
                      <a:pt x="3383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44" name="Freeform: Shape 13843">
                <a:extLst>
                  <a:ext uri="{FF2B5EF4-FFF2-40B4-BE49-F238E27FC236}">
                    <a16:creationId xmlns:a16="http://schemas.microsoft.com/office/drawing/2014/main" id="{8B136934-A319-24A3-5B3B-DE4B9E20A80D}"/>
                  </a:ext>
                </a:extLst>
              </p:cNvPr>
              <p:cNvSpPr/>
              <p:nvPr/>
            </p:nvSpPr>
            <p:spPr>
              <a:xfrm>
                <a:off x="9096526" y="5274829"/>
                <a:ext cx="6343" cy="6345"/>
              </a:xfrm>
              <a:custGeom>
                <a:avLst/>
                <a:gdLst>
                  <a:gd name="connsiteX0" fmla="*/ 3383 w 6343"/>
                  <a:gd name="connsiteY0" fmla="*/ 6487 h 6345"/>
                  <a:gd name="connsiteX1" fmla="*/ 5626 w 6343"/>
                  <a:gd name="connsiteY1" fmla="*/ 5558 h 6345"/>
                  <a:gd name="connsiteX2" fmla="*/ 6555 w 6343"/>
                  <a:gd name="connsiteY2" fmla="*/ 3314 h 6345"/>
                  <a:gd name="connsiteX3" fmla="*/ 5626 w 6343"/>
                  <a:gd name="connsiteY3" fmla="*/ 1071 h 6345"/>
                  <a:gd name="connsiteX4" fmla="*/ 3383 w 6343"/>
                  <a:gd name="connsiteY4" fmla="*/ 141 h 6345"/>
                  <a:gd name="connsiteX5" fmla="*/ 1141 w 6343"/>
                  <a:gd name="connsiteY5" fmla="*/ 1071 h 6345"/>
                  <a:gd name="connsiteX6" fmla="*/ 212 w 6343"/>
                  <a:gd name="connsiteY6" fmla="*/ 3314 h 6345"/>
                  <a:gd name="connsiteX7" fmla="*/ 1141 w 6343"/>
                  <a:gd name="connsiteY7" fmla="*/ 5558 h 6345"/>
                  <a:gd name="connsiteX8" fmla="*/ 3383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7"/>
                    </a:moveTo>
                    <a:cubicBezTo>
                      <a:pt x="4225" y="6487"/>
                      <a:pt x="5031" y="6153"/>
                      <a:pt x="5626" y="5558"/>
                    </a:cubicBezTo>
                    <a:cubicBezTo>
                      <a:pt x="6221" y="4963"/>
                      <a:pt x="6555" y="4156"/>
                      <a:pt x="6555" y="3314"/>
                    </a:cubicBezTo>
                    <a:cubicBezTo>
                      <a:pt x="6555" y="2473"/>
                      <a:pt x="6221" y="1666"/>
                      <a:pt x="5626" y="1071"/>
                    </a:cubicBezTo>
                    <a:cubicBezTo>
                      <a:pt x="5031" y="476"/>
                      <a:pt x="4225" y="141"/>
                      <a:pt x="3383" y="141"/>
                    </a:cubicBezTo>
                    <a:cubicBezTo>
                      <a:pt x="2542" y="141"/>
                      <a:pt x="1736" y="476"/>
                      <a:pt x="1141" y="1071"/>
                    </a:cubicBezTo>
                    <a:cubicBezTo>
                      <a:pt x="546" y="1666"/>
                      <a:pt x="212" y="2473"/>
                      <a:pt x="212" y="3314"/>
                    </a:cubicBezTo>
                    <a:cubicBezTo>
                      <a:pt x="212" y="4156"/>
                      <a:pt x="546" y="4963"/>
                      <a:pt x="1141" y="5558"/>
                    </a:cubicBezTo>
                    <a:cubicBezTo>
                      <a:pt x="1736" y="6153"/>
                      <a:pt x="2542" y="6487"/>
                      <a:pt x="3383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45" name="Freeform: Shape 13844">
                <a:extLst>
                  <a:ext uri="{FF2B5EF4-FFF2-40B4-BE49-F238E27FC236}">
                    <a16:creationId xmlns:a16="http://schemas.microsoft.com/office/drawing/2014/main" id="{2869F2B1-125B-BE0A-F372-5B9A11506D85}"/>
                  </a:ext>
                </a:extLst>
              </p:cNvPr>
              <p:cNvSpPr/>
              <p:nvPr/>
            </p:nvSpPr>
            <p:spPr>
              <a:xfrm>
                <a:off x="9093471" y="5270336"/>
                <a:ext cx="6343" cy="6345"/>
              </a:xfrm>
              <a:custGeom>
                <a:avLst/>
                <a:gdLst>
                  <a:gd name="connsiteX0" fmla="*/ 3383 w 6343"/>
                  <a:gd name="connsiteY0" fmla="*/ 6487 h 6345"/>
                  <a:gd name="connsiteX1" fmla="*/ 5626 w 6343"/>
                  <a:gd name="connsiteY1" fmla="*/ 5557 h 6345"/>
                  <a:gd name="connsiteX2" fmla="*/ 6555 w 6343"/>
                  <a:gd name="connsiteY2" fmla="*/ 3314 h 6345"/>
                  <a:gd name="connsiteX3" fmla="*/ 5626 w 6343"/>
                  <a:gd name="connsiteY3" fmla="*/ 1070 h 6345"/>
                  <a:gd name="connsiteX4" fmla="*/ 3383 w 6343"/>
                  <a:gd name="connsiteY4" fmla="*/ 141 h 6345"/>
                  <a:gd name="connsiteX5" fmla="*/ 1141 w 6343"/>
                  <a:gd name="connsiteY5" fmla="*/ 1070 h 6345"/>
                  <a:gd name="connsiteX6" fmla="*/ 212 w 6343"/>
                  <a:gd name="connsiteY6" fmla="*/ 3314 h 6345"/>
                  <a:gd name="connsiteX7" fmla="*/ 1141 w 6343"/>
                  <a:gd name="connsiteY7" fmla="*/ 5557 h 6345"/>
                  <a:gd name="connsiteX8" fmla="*/ 3383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7"/>
                    </a:moveTo>
                    <a:cubicBezTo>
                      <a:pt x="4224" y="6487"/>
                      <a:pt x="5031" y="6152"/>
                      <a:pt x="5626" y="5557"/>
                    </a:cubicBezTo>
                    <a:cubicBezTo>
                      <a:pt x="6221" y="4962"/>
                      <a:pt x="6555" y="4155"/>
                      <a:pt x="6555" y="3314"/>
                    </a:cubicBezTo>
                    <a:cubicBezTo>
                      <a:pt x="6555" y="2472"/>
                      <a:pt x="6221" y="1665"/>
                      <a:pt x="5626" y="1070"/>
                    </a:cubicBezTo>
                    <a:cubicBezTo>
                      <a:pt x="5031" y="475"/>
                      <a:pt x="4224" y="141"/>
                      <a:pt x="3383" y="141"/>
                    </a:cubicBezTo>
                    <a:cubicBezTo>
                      <a:pt x="2542" y="141"/>
                      <a:pt x="1735" y="475"/>
                      <a:pt x="1141" y="1070"/>
                    </a:cubicBezTo>
                    <a:cubicBezTo>
                      <a:pt x="546" y="1665"/>
                      <a:pt x="212" y="2472"/>
                      <a:pt x="212" y="3314"/>
                    </a:cubicBezTo>
                    <a:cubicBezTo>
                      <a:pt x="212" y="4155"/>
                      <a:pt x="546" y="4962"/>
                      <a:pt x="1141" y="5557"/>
                    </a:cubicBezTo>
                    <a:cubicBezTo>
                      <a:pt x="1735" y="6152"/>
                      <a:pt x="2542" y="6487"/>
                      <a:pt x="3383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46" name="Freeform: Shape 13845">
                <a:extLst>
                  <a:ext uri="{FF2B5EF4-FFF2-40B4-BE49-F238E27FC236}">
                    <a16:creationId xmlns:a16="http://schemas.microsoft.com/office/drawing/2014/main" id="{099F6EB4-F64C-4B02-EC91-F5DE20A25BCC}"/>
                  </a:ext>
                </a:extLst>
              </p:cNvPr>
              <p:cNvSpPr/>
              <p:nvPr/>
            </p:nvSpPr>
            <p:spPr>
              <a:xfrm>
                <a:off x="9091290" y="5268011"/>
                <a:ext cx="6343" cy="6345"/>
              </a:xfrm>
              <a:custGeom>
                <a:avLst/>
                <a:gdLst>
                  <a:gd name="connsiteX0" fmla="*/ 3383 w 6343"/>
                  <a:gd name="connsiteY0" fmla="*/ 6486 h 6345"/>
                  <a:gd name="connsiteX1" fmla="*/ 5626 w 6343"/>
                  <a:gd name="connsiteY1" fmla="*/ 5557 h 6345"/>
                  <a:gd name="connsiteX2" fmla="*/ 6555 w 6343"/>
                  <a:gd name="connsiteY2" fmla="*/ 3314 h 6345"/>
                  <a:gd name="connsiteX3" fmla="*/ 5626 w 6343"/>
                  <a:gd name="connsiteY3" fmla="*/ 1070 h 6345"/>
                  <a:gd name="connsiteX4" fmla="*/ 3383 w 6343"/>
                  <a:gd name="connsiteY4" fmla="*/ 141 h 6345"/>
                  <a:gd name="connsiteX5" fmla="*/ 1140 w 6343"/>
                  <a:gd name="connsiteY5" fmla="*/ 1070 h 6345"/>
                  <a:gd name="connsiteX6" fmla="*/ 211 w 6343"/>
                  <a:gd name="connsiteY6" fmla="*/ 3314 h 6345"/>
                  <a:gd name="connsiteX7" fmla="*/ 1140 w 6343"/>
                  <a:gd name="connsiteY7" fmla="*/ 5557 h 6345"/>
                  <a:gd name="connsiteX8" fmla="*/ 3383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6"/>
                    </a:moveTo>
                    <a:cubicBezTo>
                      <a:pt x="4224" y="6486"/>
                      <a:pt x="5031" y="6152"/>
                      <a:pt x="5626" y="5557"/>
                    </a:cubicBezTo>
                    <a:cubicBezTo>
                      <a:pt x="6220" y="4962"/>
                      <a:pt x="6555" y="4155"/>
                      <a:pt x="6555" y="3314"/>
                    </a:cubicBezTo>
                    <a:cubicBezTo>
                      <a:pt x="6555" y="2472"/>
                      <a:pt x="6220" y="1665"/>
                      <a:pt x="5626" y="1070"/>
                    </a:cubicBezTo>
                    <a:cubicBezTo>
                      <a:pt x="5031" y="475"/>
                      <a:pt x="4224" y="141"/>
                      <a:pt x="3383" y="141"/>
                    </a:cubicBezTo>
                    <a:cubicBezTo>
                      <a:pt x="2542" y="141"/>
                      <a:pt x="1735" y="475"/>
                      <a:pt x="1140" y="1070"/>
                    </a:cubicBezTo>
                    <a:cubicBezTo>
                      <a:pt x="546" y="1665"/>
                      <a:pt x="211" y="2472"/>
                      <a:pt x="211" y="3314"/>
                    </a:cubicBezTo>
                    <a:cubicBezTo>
                      <a:pt x="211" y="4155"/>
                      <a:pt x="546" y="4962"/>
                      <a:pt x="1140" y="5557"/>
                    </a:cubicBezTo>
                    <a:cubicBezTo>
                      <a:pt x="1735" y="6152"/>
                      <a:pt x="2542" y="6486"/>
                      <a:pt x="3383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47" name="Freeform: Shape 13846">
                <a:extLst>
                  <a:ext uri="{FF2B5EF4-FFF2-40B4-BE49-F238E27FC236}">
                    <a16:creationId xmlns:a16="http://schemas.microsoft.com/office/drawing/2014/main" id="{FE0A3355-138F-A4EB-D10A-651D7E98853F}"/>
                  </a:ext>
                </a:extLst>
              </p:cNvPr>
              <p:cNvSpPr/>
              <p:nvPr/>
            </p:nvSpPr>
            <p:spPr>
              <a:xfrm>
                <a:off x="9091026" y="5265809"/>
                <a:ext cx="6343" cy="6345"/>
              </a:xfrm>
              <a:custGeom>
                <a:avLst/>
                <a:gdLst>
                  <a:gd name="connsiteX0" fmla="*/ 3383 w 6343"/>
                  <a:gd name="connsiteY0" fmla="*/ 6486 h 6345"/>
                  <a:gd name="connsiteX1" fmla="*/ 5626 w 6343"/>
                  <a:gd name="connsiteY1" fmla="*/ 5557 h 6345"/>
                  <a:gd name="connsiteX2" fmla="*/ 6555 w 6343"/>
                  <a:gd name="connsiteY2" fmla="*/ 3313 h 6345"/>
                  <a:gd name="connsiteX3" fmla="*/ 5626 w 6343"/>
                  <a:gd name="connsiteY3" fmla="*/ 1070 h 6345"/>
                  <a:gd name="connsiteX4" fmla="*/ 3383 w 6343"/>
                  <a:gd name="connsiteY4" fmla="*/ 141 h 6345"/>
                  <a:gd name="connsiteX5" fmla="*/ 1140 w 6343"/>
                  <a:gd name="connsiteY5" fmla="*/ 1070 h 6345"/>
                  <a:gd name="connsiteX6" fmla="*/ 211 w 6343"/>
                  <a:gd name="connsiteY6" fmla="*/ 3313 h 6345"/>
                  <a:gd name="connsiteX7" fmla="*/ 1140 w 6343"/>
                  <a:gd name="connsiteY7" fmla="*/ 5557 h 6345"/>
                  <a:gd name="connsiteX8" fmla="*/ 3383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6"/>
                    </a:moveTo>
                    <a:cubicBezTo>
                      <a:pt x="4224" y="6486"/>
                      <a:pt x="5031" y="6152"/>
                      <a:pt x="5626" y="5557"/>
                    </a:cubicBezTo>
                    <a:cubicBezTo>
                      <a:pt x="6220" y="4962"/>
                      <a:pt x="6555" y="4155"/>
                      <a:pt x="6555" y="3313"/>
                    </a:cubicBezTo>
                    <a:cubicBezTo>
                      <a:pt x="6555" y="2472"/>
                      <a:pt x="6220" y="1665"/>
                      <a:pt x="5626" y="1070"/>
                    </a:cubicBezTo>
                    <a:cubicBezTo>
                      <a:pt x="5031" y="475"/>
                      <a:pt x="4224" y="141"/>
                      <a:pt x="3383" y="141"/>
                    </a:cubicBezTo>
                    <a:cubicBezTo>
                      <a:pt x="2542" y="141"/>
                      <a:pt x="1735" y="475"/>
                      <a:pt x="1140" y="1070"/>
                    </a:cubicBezTo>
                    <a:cubicBezTo>
                      <a:pt x="546" y="1665"/>
                      <a:pt x="211" y="2472"/>
                      <a:pt x="211" y="3313"/>
                    </a:cubicBezTo>
                    <a:cubicBezTo>
                      <a:pt x="211" y="4155"/>
                      <a:pt x="546" y="4962"/>
                      <a:pt x="1140" y="5557"/>
                    </a:cubicBezTo>
                    <a:cubicBezTo>
                      <a:pt x="1735" y="6152"/>
                      <a:pt x="2542" y="6486"/>
                      <a:pt x="3383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48" name="Freeform: Shape 13847">
                <a:extLst>
                  <a:ext uri="{FF2B5EF4-FFF2-40B4-BE49-F238E27FC236}">
                    <a16:creationId xmlns:a16="http://schemas.microsoft.com/office/drawing/2014/main" id="{06272CA1-B4BD-05CF-0985-44913D5032FE}"/>
                  </a:ext>
                </a:extLst>
              </p:cNvPr>
              <p:cNvSpPr/>
              <p:nvPr/>
            </p:nvSpPr>
            <p:spPr>
              <a:xfrm>
                <a:off x="9089489" y="5263493"/>
                <a:ext cx="6343" cy="6345"/>
              </a:xfrm>
              <a:custGeom>
                <a:avLst/>
                <a:gdLst>
                  <a:gd name="connsiteX0" fmla="*/ 3383 w 6343"/>
                  <a:gd name="connsiteY0" fmla="*/ 6486 h 6345"/>
                  <a:gd name="connsiteX1" fmla="*/ 5625 w 6343"/>
                  <a:gd name="connsiteY1" fmla="*/ 5557 h 6345"/>
                  <a:gd name="connsiteX2" fmla="*/ 6554 w 6343"/>
                  <a:gd name="connsiteY2" fmla="*/ 3313 h 6345"/>
                  <a:gd name="connsiteX3" fmla="*/ 5625 w 6343"/>
                  <a:gd name="connsiteY3" fmla="*/ 1070 h 6345"/>
                  <a:gd name="connsiteX4" fmla="*/ 3383 w 6343"/>
                  <a:gd name="connsiteY4" fmla="*/ 141 h 6345"/>
                  <a:gd name="connsiteX5" fmla="*/ 1140 w 6343"/>
                  <a:gd name="connsiteY5" fmla="*/ 1070 h 6345"/>
                  <a:gd name="connsiteX6" fmla="*/ 211 w 6343"/>
                  <a:gd name="connsiteY6" fmla="*/ 3313 h 6345"/>
                  <a:gd name="connsiteX7" fmla="*/ 1140 w 6343"/>
                  <a:gd name="connsiteY7" fmla="*/ 5557 h 6345"/>
                  <a:gd name="connsiteX8" fmla="*/ 3383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6"/>
                    </a:moveTo>
                    <a:cubicBezTo>
                      <a:pt x="4224" y="6486"/>
                      <a:pt x="5031" y="6152"/>
                      <a:pt x="5625" y="5557"/>
                    </a:cubicBezTo>
                    <a:cubicBezTo>
                      <a:pt x="6220" y="4962"/>
                      <a:pt x="6554" y="4155"/>
                      <a:pt x="6554" y="3313"/>
                    </a:cubicBezTo>
                    <a:cubicBezTo>
                      <a:pt x="6554" y="2472"/>
                      <a:pt x="6220" y="1665"/>
                      <a:pt x="5625" y="1070"/>
                    </a:cubicBezTo>
                    <a:cubicBezTo>
                      <a:pt x="5031" y="475"/>
                      <a:pt x="4224" y="141"/>
                      <a:pt x="3383" y="141"/>
                    </a:cubicBezTo>
                    <a:cubicBezTo>
                      <a:pt x="2542" y="141"/>
                      <a:pt x="1735" y="475"/>
                      <a:pt x="1140" y="1070"/>
                    </a:cubicBezTo>
                    <a:cubicBezTo>
                      <a:pt x="545" y="1665"/>
                      <a:pt x="211" y="2472"/>
                      <a:pt x="211" y="3313"/>
                    </a:cubicBezTo>
                    <a:cubicBezTo>
                      <a:pt x="211" y="4155"/>
                      <a:pt x="545" y="4962"/>
                      <a:pt x="1140" y="5557"/>
                    </a:cubicBezTo>
                    <a:cubicBezTo>
                      <a:pt x="1735" y="6152"/>
                      <a:pt x="2542" y="6486"/>
                      <a:pt x="3383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49" name="Freeform: Shape 13848">
                <a:extLst>
                  <a:ext uri="{FF2B5EF4-FFF2-40B4-BE49-F238E27FC236}">
                    <a16:creationId xmlns:a16="http://schemas.microsoft.com/office/drawing/2014/main" id="{2FAAF1AC-604C-C0C4-A7D9-CEA6E4EE6F81}"/>
                  </a:ext>
                </a:extLst>
              </p:cNvPr>
              <p:cNvSpPr/>
              <p:nvPr/>
            </p:nvSpPr>
            <p:spPr>
              <a:xfrm>
                <a:off x="9089253" y="5261276"/>
                <a:ext cx="6343" cy="6345"/>
              </a:xfrm>
              <a:custGeom>
                <a:avLst/>
                <a:gdLst>
                  <a:gd name="connsiteX0" fmla="*/ 3383 w 6343"/>
                  <a:gd name="connsiteY0" fmla="*/ 6486 h 6345"/>
                  <a:gd name="connsiteX1" fmla="*/ 5625 w 6343"/>
                  <a:gd name="connsiteY1" fmla="*/ 5557 h 6345"/>
                  <a:gd name="connsiteX2" fmla="*/ 6554 w 6343"/>
                  <a:gd name="connsiteY2" fmla="*/ 3313 h 6345"/>
                  <a:gd name="connsiteX3" fmla="*/ 5625 w 6343"/>
                  <a:gd name="connsiteY3" fmla="*/ 1070 h 6345"/>
                  <a:gd name="connsiteX4" fmla="*/ 3383 w 6343"/>
                  <a:gd name="connsiteY4" fmla="*/ 140 h 6345"/>
                  <a:gd name="connsiteX5" fmla="*/ 1140 w 6343"/>
                  <a:gd name="connsiteY5" fmla="*/ 1070 h 6345"/>
                  <a:gd name="connsiteX6" fmla="*/ 211 w 6343"/>
                  <a:gd name="connsiteY6" fmla="*/ 3313 h 6345"/>
                  <a:gd name="connsiteX7" fmla="*/ 1140 w 6343"/>
                  <a:gd name="connsiteY7" fmla="*/ 5557 h 6345"/>
                  <a:gd name="connsiteX8" fmla="*/ 3383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6"/>
                    </a:moveTo>
                    <a:cubicBezTo>
                      <a:pt x="4224" y="6486"/>
                      <a:pt x="5031" y="6152"/>
                      <a:pt x="5625" y="5557"/>
                    </a:cubicBezTo>
                    <a:cubicBezTo>
                      <a:pt x="6220" y="4962"/>
                      <a:pt x="6554" y="4155"/>
                      <a:pt x="6554" y="3313"/>
                    </a:cubicBezTo>
                    <a:cubicBezTo>
                      <a:pt x="6554" y="2472"/>
                      <a:pt x="6220" y="1665"/>
                      <a:pt x="5625" y="1070"/>
                    </a:cubicBezTo>
                    <a:cubicBezTo>
                      <a:pt x="5031" y="475"/>
                      <a:pt x="4224" y="140"/>
                      <a:pt x="3383" y="140"/>
                    </a:cubicBezTo>
                    <a:cubicBezTo>
                      <a:pt x="2542" y="140"/>
                      <a:pt x="1735" y="475"/>
                      <a:pt x="1140" y="1070"/>
                    </a:cubicBezTo>
                    <a:cubicBezTo>
                      <a:pt x="545" y="1665"/>
                      <a:pt x="211" y="2472"/>
                      <a:pt x="211" y="3313"/>
                    </a:cubicBezTo>
                    <a:cubicBezTo>
                      <a:pt x="211" y="4155"/>
                      <a:pt x="545" y="4962"/>
                      <a:pt x="1140" y="5557"/>
                    </a:cubicBezTo>
                    <a:cubicBezTo>
                      <a:pt x="1735" y="6152"/>
                      <a:pt x="2542" y="6486"/>
                      <a:pt x="3383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50" name="Freeform: Shape 13849">
                <a:extLst>
                  <a:ext uri="{FF2B5EF4-FFF2-40B4-BE49-F238E27FC236}">
                    <a16:creationId xmlns:a16="http://schemas.microsoft.com/office/drawing/2014/main" id="{11BE0C8C-439D-0A45-A7A0-D517E519F7AA}"/>
                  </a:ext>
                </a:extLst>
              </p:cNvPr>
              <p:cNvSpPr/>
              <p:nvPr/>
            </p:nvSpPr>
            <p:spPr>
              <a:xfrm>
                <a:off x="9089767" y="5259127"/>
                <a:ext cx="6343" cy="6345"/>
              </a:xfrm>
              <a:custGeom>
                <a:avLst/>
                <a:gdLst>
                  <a:gd name="connsiteX0" fmla="*/ 3383 w 6343"/>
                  <a:gd name="connsiteY0" fmla="*/ 6486 h 6345"/>
                  <a:gd name="connsiteX1" fmla="*/ 5626 w 6343"/>
                  <a:gd name="connsiteY1" fmla="*/ 5556 h 6345"/>
                  <a:gd name="connsiteX2" fmla="*/ 6554 w 6343"/>
                  <a:gd name="connsiteY2" fmla="*/ 3313 h 6345"/>
                  <a:gd name="connsiteX3" fmla="*/ 5626 w 6343"/>
                  <a:gd name="connsiteY3" fmla="*/ 1069 h 6345"/>
                  <a:gd name="connsiteX4" fmla="*/ 3383 w 6343"/>
                  <a:gd name="connsiteY4" fmla="*/ 140 h 6345"/>
                  <a:gd name="connsiteX5" fmla="*/ 1140 w 6343"/>
                  <a:gd name="connsiteY5" fmla="*/ 1069 h 6345"/>
                  <a:gd name="connsiteX6" fmla="*/ 211 w 6343"/>
                  <a:gd name="connsiteY6" fmla="*/ 3313 h 6345"/>
                  <a:gd name="connsiteX7" fmla="*/ 1140 w 6343"/>
                  <a:gd name="connsiteY7" fmla="*/ 5556 h 6345"/>
                  <a:gd name="connsiteX8" fmla="*/ 3383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6"/>
                    </a:moveTo>
                    <a:cubicBezTo>
                      <a:pt x="4224" y="6486"/>
                      <a:pt x="5031" y="6151"/>
                      <a:pt x="5626" y="5556"/>
                    </a:cubicBezTo>
                    <a:cubicBezTo>
                      <a:pt x="6220" y="4961"/>
                      <a:pt x="6554" y="4154"/>
                      <a:pt x="6554" y="3313"/>
                    </a:cubicBezTo>
                    <a:cubicBezTo>
                      <a:pt x="6554" y="2472"/>
                      <a:pt x="6220" y="1664"/>
                      <a:pt x="5626" y="1069"/>
                    </a:cubicBezTo>
                    <a:cubicBezTo>
                      <a:pt x="5031" y="475"/>
                      <a:pt x="4224" y="140"/>
                      <a:pt x="3383" y="140"/>
                    </a:cubicBezTo>
                    <a:cubicBezTo>
                      <a:pt x="2542" y="140"/>
                      <a:pt x="1735" y="475"/>
                      <a:pt x="1140" y="1069"/>
                    </a:cubicBezTo>
                    <a:cubicBezTo>
                      <a:pt x="545" y="1664"/>
                      <a:pt x="211" y="2472"/>
                      <a:pt x="211" y="3313"/>
                    </a:cubicBezTo>
                    <a:cubicBezTo>
                      <a:pt x="211" y="4154"/>
                      <a:pt x="545" y="4961"/>
                      <a:pt x="1140" y="5556"/>
                    </a:cubicBezTo>
                    <a:cubicBezTo>
                      <a:pt x="1735" y="6151"/>
                      <a:pt x="2542" y="6486"/>
                      <a:pt x="3383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51" name="Freeform: Shape 13850">
                <a:extLst>
                  <a:ext uri="{FF2B5EF4-FFF2-40B4-BE49-F238E27FC236}">
                    <a16:creationId xmlns:a16="http://schemas.microsoft.com/office/drawing/2014/main" id="{400FB87A-E644-181C-2210-4ECF4F8F2194}"/>
                  </a:ext>
                </a:extLst>
              </p:cNvPr>
              <p:cNvSpPr/>
              <p:nvPr/>
            </p:nvSpPr>
            <p:spPr>
              <a:xfrm>
                <a:off x="9088019" y="5254532"/>
                <a:ext cx="6343" cy="6345"/>
              </a:xfrm>
              <a:custGeom>
                <a:avLst/>
                <a:gdLst>
                  <a:gd name="connsiteX0" fmla="*/ 3383 w 6343"/>
                  <a:gd name="connsiteY0" fmla="*/ 6485 h 6345"/>
                  <a:gd name="connsiteX1" fmla="*/ 5625 w 6343"/>
                  <a:gd name="connsiteY1" fmla="*/ 5556 h 6345"/>
                  <a:gd name="connsiteX2" fmla="*/ 6554 w 6343"/>
                  <a:gd name="connsiteY2" fmla="*/ 3313 h 6345"/>
                  <a:gd name="connsiteX3" fmla="*/ 5625 w 6343"/>
                  <a:gd name="connsiteY3" fmla="*/ 1069 h 6345"/>
                  <a:gd name="connsiteX4" fmla="*/ 3383 w 6343"/>
                  <a:gd name="connsiteY4" fmla="*/ 140 h 6345"/>
                  <a:gd name="connsiteX5" fmla="*/ 1140 w 6343"/>
                  <a:gd name="connsiteY5" fmla="*/ 1069 h 6345"/>
                  <a:gd name="connsiteX6" fmla="*/ 211 w 6343"/>
                  <a:gd name="connsiteY6" fmla="*/ 3313 h 6345"/>
                  <a:gd name="connsiteX7" fmla="*/ 1140 w 6343"/>
                  <a:gd name="connsiteY7" fmla="*/ 5556 h 6345"/>
                  <a:gd name="connsiteX8" fmla="*/ 3383 w 6343"/>
                  <a:gd name="connsiteY8" fmla="*/ 64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5"/>
                    </a:moveTo>
                    <a:cubicBezTo>
                      <a:pt x="4224" y="6485"/>
                      <a:pt x="5031" y="6151"/>
                      <a:pt x="5625" y="5556"/>
                    </a:cubicBezTo>
                    <a:cubicBezTo>
                      <a:pt x="6220" y="4961"/>
                      <a:pt x="6554" y="4154"/>
                      <a:pt x="6554" y="3313"/>
                    </a:cubicBezTo>
                    <a:cubicBezTo>
                      <a:pt x="6554" y="2471"/>
                      <a:pt x="6220" y="1664"/>
                      <a:pt x="5625" y="1069"/>
                    </a:cubicBezTo>
                    <a:cubicBezTo>
                      <a:pt x="5031" y="474"/>
                      <a:pt x="4224" y="140"/>
                      <a:pt x="3383" y="140"/>
                    </a:cubicBezTo>
                    <a:cubicBezTo>
                      <a:pt x="2542" y="140"/>
                      <a:pt x="1735" y="474"/>
                      <a:pt x="1140" y="1069"/>
                    </a:cubicBezTo>
                    <a:cubicBezTo>
                      <a:pt x="545" y="1664"/>
                      <a:pt x="211" y="2471"/>
                      <a:pt x="211" y="3313"/>
                    </a:cubicBezTo>
                    <a:cubicBezTo>
                      <a:pt x="211" y="4154"/>
                      <a:pt x="545" y="4961"/>
                      <a:pt x="1140" y="5556"/>
                    </a:cubicBezTo>
                    <a:cubicBezTo>
                      <a:pt x="1735" y="6151"/>
                      <a:pt x="2542" y="6485"/>
                      <a:pt x="3383" y="6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52" name="Freeform: Shape 13851">
                <a:extLst>
                  <a:ext uri="{FF2B5EF4-FFF2-40B4-BE49-F238E27FC236}">
                    <a16:creationId xmlns:a16="http://schemas.microsoft.com/office/drawing/2014/main" id="{698F1A26-FEF1-D67F-EE89-47DAE4FDC4E4}"/>
                  </a:ext>
                </a:extLst>
              </p:cNvPr>
              <p:cNvSpPr/>
              <p:nvPr/>
            </p:nvSpPr>
            <p:spPr>
              <a:xfrm>
                <a:off x="9090102" y="5252560"/>
                <a:ext cx="6343" cy="6345"/>
              </a:xfrm>
              <a:custGeom>
                <a:avLst/>
                <a:gdLst>
                  <a:gd name="connsiteX0" fmla="*/ 3383 w 6343"/>
                  <a:gd name="connsiteY0" fmla="*/ 6485 h 6345"/>
                  <a:gd name="connsiteX1" fmla="*/ 5626 w 6343"/>
                  <a:gd name="connsiteY1" fmla="*/ 5556 h 6345"/>
                  <a:gd name="connsiteX2" fmla="*/ 6554 w 6343"/>
                  <a:gd name="connsiteY2" fmla="*/ 3312 h 6345"/>
                  <a:gd name="connsiteX3" fmla="*/ 5626 w 6343"/>
                  <a:gd name="connsiteY3" fmla="*/ 1069 h 6345"/>
                  <a:gd name="connsiteX4" fmla="*/ 3383 w 6343"/>
                  <a:gd name="connsiteY4" fmla="*/ 140 h 6345"/>
                  <a:gd name="connsiteX5" fmla="*/ 1140 w 6343"/>
                  <a:gd name="connsiteY5" fmla="*/ 1069 h 6345"/>
                  <a:gd name="connsiteX6" fmla="*/ 211 w 6343"/>
                  <a:gd name="connsiteY6" fmla="*/ 3312 h 6345"/>
                  <a:gd name="connsiteX7" fmla="*/ 1140 w 6343"/>
                  <a:gd name="connsiteY7" fmla="*/ 5556 h 6345"/>
                  <a:gd name="connsiteX8" fmla="*/ 3383 w 6343"/>
                  <a:gd name="connsiteY8" fmla="*/ 64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5"/>
                    </a:moveTo>
                    <a:cubicBezTo>
                      <a:pt x="4224" y="6485"/>
                      <a:pt x="5031" y="6151"/>
                      <a:pt x="5626" y="5556"/>
                    </a:cubicBezTo>
                    <a:cubicBezTo>
                      <a:pt x="6220" y="4961"/>
                      <a:pt x="6554" y="4154"/>
                      <a:pt x="6554" y="3312"/>
                    </a:cubicBezTo>
                    <a:cubicBezTo>
                      <a:pt x="6554" y="2471"/>
                      <a:pt x="6220" y="1664"/>
                      <a:pt x="5626" y="1069"/>
                    </a:cubicBezTo>
                    <a:cubicBezTo>
                      <a:pt x="5031" y="474"/>
                      <a:pt x="4224" y="140"/>
                      <a:pt x="3383" y="140"/>
                    </a:cubicBezTo>
                    <a:cubicBezTo>
                      <a:pt x="2542" y="140"/>
                      <a:pt x="1735" y="474"/>
                      <a:pt x="1140" y="1069"/>
                    </a:cubicBezTo>
                    <a:cubicBezTo>
                      <a:pt x="546" y="1664"/>
                      <a:pt x="211" y="2471"/>
                      <a:pt x="211" y="3312"/>
                    </a:cubicBezTo>
                    <a:cubicBezTo>
                      <a:pt x="211" y="4154"/>
                      <a:pt x="546" y="4961"/>
                      <a:pt x="1140" y="5556"/>
                    </a:cubicBezTo>
                    <a:cubicBezTo>
                      <a:pt x="1735" y="6151"/>
                      <a:pt x="2542" y="6485"/>
                      <a:pt x="3383" y="6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53" name="Freeform: Shape 13852">
                <a:extLst>
                  <a:ext uri="{FF2B5EF4-FFF2-40B4-BE49-F238E27FC236}">
                    <a16:creationId xmlns:a16="http://schemas.microsoft.com/office/drawing/2014/main" id="{C0F6234A-C25B-795F-94C5-3161148B7FFB}"/>
                  </a:ext>
                </a:extLst>
              </p:cNvPr>
              <p:cNvSpPr/>
              <p:nvPr/>
            </p:nvSpPr>
            <p:spPr>
              <a:xfrm>
                <a:off x="9086575" y="5249919"/>
                <a:ext cx="6343" cy="6345"/>
              </a:xfrm>
              <a:custGeom>
                <a:avLst/>
                <a:gdLst>
                  <a:gd name="connsiteX0" fmla="*/ 3383 w 6343"/>
                  <a:gd name="connsiteY0" fmla="*/ 6485 h 6345"/>
                  <a:gd name="connsiteX1" fmla="*/ 5625 w 6343"/>
                  <a:gd name="connsiteY1" fmla="*/ 5556 h 6345"/>
                  <a:gd name="connsiteX2" fmla="*/ 6554 w 6343"/>
                  <a:gd name="connsiteY2" fmla="*/ 3312 h 6345"/>
                  <a:gd name="connsiteX3" fmla="*/ 5625 w 6343"/>
                  <a:gd name="connsiteY3" fmla="*/ 1069 h 6345"/>
                  <a:gd name="connsiteX4" fmla="*/ 3383 w 6343"/>
                  <a:gd name="connsiteY4" fmla="*/ 140 h 6345"/>
                  <a:gd name="connsiteX5" fmla="*/ 1140 w 6343"/>
                  <a:gd name="connsiteY5" fmla="*/ 1069 h 6345"/>
                  <a:gd name="connsiteX6" fmla="*/ 211 w 6343"/>
                  <a:gd name="connsiteY6" fmla="*/ 3312 h 6345"/>
                  <a:gd name="connsiteX7" fmla="*/ 1140 w 6343"/>
                  <a:gd name="connsiteY7" fmla="*/ 5556 h 6345"/>
                  <a:gd name="connsiteX8" fmla="*/ 3383 w 6343"/>
                  <a:gd name="connsiteY8" fmla="*/ 64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5"/>
                    </a:moveTo>
                    <a:cubicBezTo>
                      <a:pt x="4224" y="6485"/>
                      <a:pt x="5030" y="6151"/>
                      <a:pt x="5625" y="5556"/>
                    </a:cubicBezTo>
                    <a:cubicBezTo>
                      <a:pt x="6220" y="4961"/>
                      <a:pt x="6554" y="4154"/>
                      <a:pt x="6554" y="3312"/>
                    </a:cubicBezTo>
                    <a:cubicBezTo>
                      <a:pt x="6554" y="2471"/>
                      <a:pt x="6220" y="1664"/>
                      <a:pt x="5625" y="1069"/>
                    </a:cubicBezTo>
                    <a:cubicBezTo>
                      <a:pt x="5030" y="474"/>
                      <a:pt x="4224" y="140"/>
                      <a:pt x="3383" y="140"/>
                    </a:cubicBezTo>
                    <a:cubicBezTo>
                      <a:pt x="2542" y="140"/>
                      <a:pt x="1735" y="474"/>
                      <a:pt x="1140" y="1069"/>
                    </a:cubicBezTo>
                    <a:cubicBezTo>
                      <a:pt x="545" y="1664"/>
                      <a:pt x="211" y="2471"/>
                      <a:pt x="211" y="3312"/>
                    </a:cubicBezTo>
                    <a:cubicBezTo>
                      <a:pt x="211" y="4154"/>
                      <a:pt x="545" y="4961"/>
                      <a:pt x="1140" y="5556"/>
                    </a:cubicBezTo>
                    <a:cubicBezTo>
                      <a:pt x="1735" y="6151"/>
                      <a:pt x="2542" y="6485"/>
                      <a:pt x="3383" y="6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54" name="Freeform: Shape 13853">
                <a:extLst>
                  <a:ext uri="{FF2B5EF4-FFF2-40B4-BE49-F238E27FC236}">
                    <a16:creationId xmlns:a16="http://schemas.microsoft.com/office/drawing/2014/main" id="{611F7191-C3E0-05DB-6D43-B898252C1AFE}"/>
                  </a:ext>
                </a:extLst>
              </p:cNvPr>
              <p:cNvSpPr/>
              <p:nvPr/>
            </p:nvSpPr>
            <p:spPr>
              <a:xfrm>
                <a:off x="9077145" y="5246465"/>
                <a:ext cx="6343" cy="6345"/>
              </a:xfrm>
              <a:custGeom>
                <a:avLst/>
                <a:gdLst>
                  <a:gd name="connsiteX0" fmla="*/ 3382 w 6343"/>
                  <a:gd name="connsiteY0" fmla="*/ 6485 h 6345"/>
                  <a:gd name="connsiteX1" fmla="*/ 5625 w 6343"/>
                  <a:gd name="connsiteY1" fmla="*/ 5555 h 6345"/>
                  <a:gd name="connsiteX2" fmla="*/ 6553 w 6343"/>
                  <a:gd name="connsiteY2" fmla="*/ 3312 h 6345"/>
                  <a:gd name="connsiteX3" fmla="*/ 5625 w 6343"/>
                  <a:gd name="connsiteY3" fmla="*/ 1068 h 6345"/>
                  <a:gd name="connsiteX4" fmla="*/ 3382 w 6343"/>
                  <a:gd name="connsiteY4" fmla="*/ 139 h 6345"/>
                  <a:gd name="connsiteX5" fmla="*/ 1139 w 6343"/>
                  <a:gd name="connsiteY5" fmla="*/ 1068 h 6345"/>
                  <a:gd name="connsiteX6" fmla="*/ 210 w 6343"/>
                  <a:gd name="connsiteY6" fmla="*/ 3312 h 6345"/>
                  <a:gd name="connsiteX7" fmla="*/ 1139 w 6343"/>
                  <a:gd name="connsiteY7" fmla="*/ 5555 h 6345"/>
                  <a:gd name="connsiteX8" fmla="*/ 3382 w 6343"/>
                  <a:gd name="connsiteY8" fmla="*/ 64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85"/>
                    </a:moveTo>
                    <a:cubicBezTo>
                      <a:pt x="4223" y="6485"/>
                      <a:pt x="5030" y="6150"/>
                      <a:pt x="5625" y="5555"/>
                    </a:cubicBezTo>
                    <a:cubicBezTo>
                      <a:pt x="6219" y="4960"/>
                      <a:pt x="6553" y="4153"/>
                      <a:pt x="6553" y="3312"/>
                    </a:cubicBezTo>
                    <a:cubicBezTo>
                      <a:pt x="6553" y="2471"/>
                      <a:pt x="6219" y="1663"/>
                      <a:pt x="5625" y="1068"/>
                    </a:cubicBezTo>
                    <a:cubicBezTo>
                      <a:pt x="5030" y="474"/>
                      <a:pt x="4223" y="139"/>
                      <a:pt x="3382" y="139"/>
                    </a:cubicBezTo>
                    <a:cubicBezTo>
                      <a:pt x="2541" y="139"/>
                      <a:pt x="1734" y="474"/>
                      <a:pt x="1139" y="1068"/>
                    </a:cubicBezTo>
                    <a:cubicBezTo>
                      <a:pt x="544" y="1663"/>
                      <a:pt x="210" y="2471"/>
                      <a:pt x="210" y="3312"/>
                    </a:cubicBezTo>
                    <a:cubicBezTo>
                      <a:pt x="210" y="4153"/>
                      <a:pt x="544" y="4960"/>
                      <a:pt x="1139" y="5555"/>
                    </a:cubicBezTo>
                    <a:cubicBezTo>
                      <a:pt x="1734" y="6150"/>
                      <a:pt x="2541" y="6485"/>
                      <a:pt x="3382" y="6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55" name="Freeform: Shape 13854">
                <a:extLst>
                  <a:ext uri="{FF2B5EF4-FFF2-40B4-BE49-F238E27FC236}">
                    <a16:creationId xmlns:a16="http://schemas.microsoft.com/office/drawing/2014/main" id="{EE4DE58E-B27E-CBEF-7EAF-AAA4756E4116}"/>
                  </a:ext>
                </a:extLst>
              </p:cNvPr>
              <p:cNvSpPr/>
              <p:nvPr/>
            </p:nvSpPr>
            <p:spPr>
              <a:xfrm>
                <a:off x="8993507" y="5166262"/>
                <a:ext cx="6343" cy="6345"/>
              </a:xfrm>
              <a:custGeom>
                <a:avLst/>
                <a:gdLst>
                  <a:gd name="connsiteX0" fmla="*/ 3375 w 6343"/>
                  <a:gd name="connsiteY0" fmla="*/ 6478 h 6345"/>
                  <a:gd name="connsiteX1" fmla="*/ 5618 w 6343"/>
                  <a:gd name="connsiteY1" fmla="*/ 5549 h 6345"/>
                  <a:gd name="connsiteX2" fmla="*/ 6547 w 6343"/>
                  <a:gd name="connsiteY2" fmla="*/ 3306 h 6345"/>
                  <a:gd name="connsiteX3" fmla="*/ 5618 w 6343"/>
                  <a:gd name="connsiteY3" fmla="*/ 1062 h 6345"/>
                  <a:gd name="connsiteX4" fmla="*/ 3375 w 6343"/>
                  <a:gd name="connsiteY4" fmla="*/ 133 h 6345"/>
                  <a:gd name="connsiteX5" fmla="*/ 1133 w 6343"/>
                  <a:gd name="connsiteY5" fmla="*/ 1062 h 6345"/>
                  <a:gd name="connsiteX6" fmla="*/ 204 w 6343"/>
                  <a:gd name="connsiteY6" fmla="*/ 3306 h 6345"/>
                  <a:gd name="connsiteX7" fmla="*/ 1133 w 6343"/>
                  <a:gd name="connsiteY7" fmla="*/ 5549 h 6345"/>
                  <a:gd name="connsiteX8" fmla="*/ 337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5" y="6478"/>
                    </a:moveTo>
                    <a:cubicBezTo>
                      <a:pt x="4216" y="6478"/>
                      <a:pt x="5023" y="6144"/>
                      <a:pt x="5618" y="5549"/>
                    </a:cubicBezTo>
                    <a:cubicBezTo>
                      <a:pt x="6213" y="4954"/>
                      <a:pt x="6547" y="4147"/>
                      <a:pt x="6547" y="3306"/>
                    </a:cubicBezTo>
                    <a:cubicBezTo>
                      <a:pt x="6547" y="2464"/>
                      <a:pt x="6213" y="1657"/>
                      <a:pt x="5618" y="1062"/>
                    </a:cubicBezTo>
                    <a:cubicBezTo>
                      <a:pt x="5023" y="467"/>
                      <a:pt x="4216" y="133"/>
                      <a:pt x="3375" y="133"/>
                    </a:cubicBezTo>
                    <a:cubicBezTo>
                      <a:pt x="2534" y="133"/>
                      <a:pt x="1727" y="467"/>
                      <a:pt x="1133" y="1062"/>
                    </a:cubicBezTo>
                    <a:cubicBezTo>
                      <a:pt x="538" y="1657"/>
                      <a:pt x="204" y="2464"/>
                      <a:pt x="204" y="3306"/>
                    </a:cubicBezTo>
                    <a:cubicBezTo>
                      <a:pt x="204" y="4147"/>
                      <a:pt x="538" y="4954"/>
                      <a:pt x="1133" y="5549"/>
                    </a:cubicBezTo>
                    <a:cubicBezTo>
                      <a:pt x="1727" y="6144"/>
                      <a:pt x="2534" y="6478"/>
                      <a:pt x="337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56" name="Freeform: Shape 13855">
                <a:extLst>
                  <a:ext uri="{FF2B5EF4-FFF2-40B4-BE49-F238E27FC236}">
                    <a16:creationId xmlns:a16="http://schemas.microsoft.com/office/drawing/2014/main" id="{C5C77276-24E7-2417-EE49-8FA4BEFEC87A}"/>
                  </a:ext>
                </a:extLst>
              </p:cNvPr>
              <p:cNvSpPr/>
              <p:nvPr/>
            </p:nvSpPr>
            <p:spPr>
              <a:xfrm>
                <a:off x="9003936" y="5166293"/>
                <a:ext cx="6343" cy="6345"/>
              </a:xfrm>
              <a:custGeom>
                <a:avLst/>
                <a:gdLst>
                  <a:gd name="connsiteX0" fmla="*/ 3376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6 h 6345"/>
                  <a:gd name="connsiteX3" fmla="*/ 5619 w 6343"/>
                  <a:gd name="connsiteY3" fmla="*/ 1062 h 6345"/>
                  <a:gd name="connsiteX4" fmla="*/ 3376 w 6343"/>
                  <a:gd name="connsiteY4" fmla="*/ 133 h 6345"/>
                  <a:gd name="connsiteX5" fmla="*/ 1133 w 6343"/>
                  <a:gd name="connsiteY5" fmla="*/ 1062 h 6345"/>
                  <a:gd name="connsiteX6" fmla="*/ 205 w 6343"/>
                  <a:gd name="connsiteY6" fmla="*/ 3306 h 6345"/>
                  <a:gd name="connsiteX7" fmla="*/ 1133 w 6343"/>
                  <a:gd name="connsiteY7" fmla="*/ 5549 h 6345"/>
                  <a:gd name="connsiteX8" fmla="*/ 337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6" y="6478"/>
                    </a:moveTo>
                    <a:cubicBezTo>
                      <a:pt x="4217" y="6478"/>
                      <a:pt x="5024" y="6144"/>
                      <a:pt x="5619" y="5549"/>
                    </a:cubicBezTo>
                    <a:cubicBezTo>
                      <a:pt x="6213" y="4954"/>
                      <a:pt x="6548" y="4147"/>
                      <a:pt x="6548" y="3306"/>
                    </a:cubicBezTo>
                    <a:cubicBezTo>
                      <a:pt x="6548" y="2464"/>
                      <a:pt x="6213" y="1657"/>
                      <a:pt x="5619" y="1062"/>
                    </a:cubicBezTo>
                    <a:cubicBezTo>
                      <a:pt x="5024" y="467"/>
                      <a:pt x="4217" y="133"/>
                      <a:pt x="3376" y="133"/>
                    </a:cubicBezTo>
                    <a:cubicBezTo>
                      <a:pt x="2535" y="133"/>
                      <a:pt x="1728" y="467"/>
                      <a:pt x="1133" y="1062"/>
                    </a:cubicBezTo>
                    <a:cubicBezTo>
                      <a:pt x="539" y="1657"/>
                      <a:pt x="205" y="2464"/>
                      <a:pt x="205" y="3306"/>
                    </a:cubicBezTo>
                    <a:cubicBezTo>
                      <a:pt x="205" y="4147"/>
                      <a:pt x="539" y="4954"/>
                      <a:pt x="1133" y="5549"/>
                    </a:cubicBezTo>
                    <a:cubicBezTo>
                      <a:pt x="1728" y="6144"/>
                      <a:pt x="2535" y="6478"/>
                      <a:pt x="337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57" name="Freeform: Shape 13856">
                <a:extLst>
                  <a:ext uri="{FF2B5EF4-FFF2-40B4-BE49-F238E27FC236}">
                    <a16:creationId xmlns:a16="http://schemas.microsoft.com/office/drawing/2014/main" id="{D1AB4747-B235-F465-E53F-3652A304FDB0}"/>
                  </a:ext>
                </a:extLst>
              </p:cNvPr>
              <p:cNvSpPr/>
              <p:nvPr/>
            </p:nvSpPr>
            <p:spPr>
              <a:xfrm>
                <a:off x="9013580" y="5166220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19 w 6343"/>
                  <a:gd name="connsiteY1" fmla="*/ 5549 h 6345"/>
                  <a:gd name="connsiteX2" fmla="*/ 6548 w 6343"/>
                  <a:gd name="connsiteY2" fmla="*/ 3306 h 6345"/>
                  <a:gd name="connsiteX3" fmla="*/ 5619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6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19" y="5549"/>
                    </a:cubicBezTo>
                    <a:cubicBezTo>
                      <a:pt x="6214" y="4954"/>
                      <a:pt x="6548" y="4147"/>
                      <a:pt x="6548" y="3306"/>
                    </a:cubicBezTo>
                    <a:cubicBezTo>
                      <a:pt x="6548" y="2464"/>
                      <a:pt x="6214" y="1657"/>
                      <a:pt x="5619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39" y="1657"/>
                      <a:pt x="205" y="2464"/>
                      <a:pt x="205" y="3306"/>
                    </a:cubicBezTo>
                    <a:cubicBezTo>
                      <a:pt x="205" y="4147"/>
                      <a:pt x="539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58" name="Freeform: Shape 13857">
                <a:extLst>
                  <a:ext uri="{FF2B5EF4-FFF2-40B4-BE49-F238E27FC236}">
                    <a16:creationId xmlns:a16="http://schemas.microsoft.com/office/drawing/2014/main" id="{FA45A539-CACB-2E30-74CB-8CCC6F7C1148}"/>
                  </a:ext>
                </a:extLst>
              </p:cNvPr>
              <p:cNvSpPr/>
              <p:nvPr/>
            </p:nvSpPr>
            <p:spPr>
              <a:xfrm>
                <a:off x="9014490" y="5163613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9 h 6345"/>
                  <a:gd name="connsiteX2" fmla="*/ 6548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5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20" y="5549"/>
                    </a:cubicBezTo>
                    <a:cubicBezTo>
                      <a:pt x="6214" y="4954"/>
                      <a:pt x="6548" y="4147"/>
                      <a:pt x="6548" y="3305"/>
                    </a:cubicBezTo>
                    <a:cubicBezTo>
                      <a:pt x="6548" y="2464"/>
                      <a:pt x="6214" y="1657"/>
                      <a:pt x="5620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40" y="1657"/>
                      <a:pt x="205" y="2464"/>
                      <a:pt x="205" y="3305"/>
                    </a:cubicBezTo>
                    <a:cubicBezTo>
                      <a:pt x="205" y="4147"/>
                      <a:pt x="540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59" name="Freeform: Shape 13858">
                <a:extLst>
                  <a:ext uri="{FF2B5EF4-FFF2-40B4-BE49-F238E27FC236}">
                    <a16:creationId xmlns:a16="http://schemas.microsoft.com/office/drawing/2014/main" id="{BF4E5292-C7F7-6235-CFE9-54B66CB4245F}"/>
                  </a:ext>
                </a:extLst>
              </p:cNvPr>
              <p:cNvSpPr/>
              <p:nvPr/>
            </p:nvSpPr>
            <p:spPr>
              <a:xfrm>
                <a:off x="9016709" y="5161415"/>
                <a:ext cx="6343" cy="6345"/>
              </a:xfrm>
              <a:custGeom>
                <a:avLst/>
                <a:gdLst>
                  <a:gd name="connsiteX0" fmla="*/ 3377 w 6343"/>
                  <a:gd name="connsiteY0" fmla="*/ 6478 h 6345"/>
                  <a:gd name="connsiteX1" fmla="*/ 5620 w 6343"/>
                  <a:gd name="connsiteY1" fmla="*/ 5549 h 6345"/>
                  <a:gd name="connsiteX2" fmla="*/ 6549 w 6343"/>
                  <a:gd name="connsiteY2" fmla="*/ 3305 h 6345"/>
                  <a:gd name="connsiteX3" fmla="*/ 5620 w 6343"/>
                  <a:gd name="connsiteY3" fmla="*/ 1062 h 6345"/>
                  <a:gd name="connsiteX4" fmla="*/ 3377 w 6343"/>
                  <a:gd name="connsiteY4" fmla="*/ 133 h 6345"/>
                  <a:gd name="connsiteX5" fmla="*/ 1134 w 6343"/>
                  <a:gd name="connsiteY5" fmla="*/ 1062 h 6345"/>
                  <a:gd name="connsiteX6" fmla="*/ 206 w 6343"/>
                  <a:gd name="connsiteY6" fmla="*/ 3305 h 6345"/>
                  <a:gd name="connsiteX7" fmla="*/ 1134 w 6343"/>
                  <a:gd name="connsiteY7" fmla="*/ 5549 h 6345"/>
                  <a:gd name="connsiteX8" fmla="*/ 337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7" y="6478"/>
                    </a:moveTo>
                    <a:cubicBezTo>
                      <a:pt x="4218" y="6478"/>
                      <a:pt x="5025" y="6144"/>
                      <a:pt x="5620" y="5549"/>
                    </a:cubicBezTo>
                    <a:cubicBezTo>
                      <a:pt x="6214" y="4954"/>
                      <a:pt x="6549" y="4147"/>
                      <a:pt x="6549" y="3305"/>
                    </a:cubicBezTo>
                    <a:cubicBezTo>
                      <a:pt x="6549" y="2464"/>
                      <a:pt x="6214" y="1657"/>
                      <a:pt x="5620" y="1062"/>
                    </a:cubicBezTo>
                    <a:cubicBezTo>
                      <a:pt x="5025" y="467"/>
                      <a:pt x="4218" y="133"/>
                      <a:pt x="3377" y="133"/>
                    </a:cubicBezTo>
                    <a:cubicBezTo>
                      <a:pt x="2536" y="133"/>
                      <a:pt x="1729" y="467"/>
                      <a:pt x="1134" y="1062"/>
                    </a:cubicBezTo>
                    <a:cubicBezTo>
                      <a:pt x="540" y="1657"/>
                      <a:pt x="206" y="2464"/>
                      <a:pt x="206" y="3305"/>
                    </a:cubicBezTo>
                    <a:cubicBezTo>
                      <a:pt x="206" y="4147"/>
                      <a:pt x="540" y="4954"/>
                      <a:pt x="1134" y="5549"/>
                    </a:cubicBezTo>
                    <a:cubicBezTo>
                      <a:pt x="1729" y="6144"/>
                      <a:pt x="2536" y="6478"/>
                      <a:pt x="337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60" name="Freeform: Shape 13859">
                <a:extLst>
                  <a:ext uri="{FF2B5EF4-FFF2-40B4-BE49-F238E27FC236}">
                    <a16:creationId xmlns:a16="http://schemas.microsoft.com/office/drawing/2014/main" id="{BB52DEBE-9844-4D59-8BCA-1A98F796E8FB}"/>
                  </a:ext>
                </a:extLst>
              </p:cNvPr>
              <p:cNvSpPr/>
              <p:nvPr/>
            </p:nvSpPr>
            <p:spPr>
              <a:xfrm>
                <a:off x="9022635" y="5160410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0 w 6343"/>
                  <a:gd name="connsiteY1" fmla="*/ 5549 h 6345"/>
                  <a:gd name="connsiteX2" fmla="*/ 6549 w 6343"/>
                  <a:gd name="connsiteY2" fmla="*/ 3305 h 6345"/>
                  <a:gd name="connsiteX3" fmla="*/ 5620 w 6343"/>
                  <a:gd name="connsiteY3" fmla="*/ 1062 h 6345"/>
                  <a:gd name="connsiteX4" fmla="*/ 3378 w 6343"/>
                  <a:gd name="connsiteY4" fmla="*/ 132 h 6345"/>
                  <a:gd name="connsiteX5" fmla="*/ 1135 w 6343"/>
                  <a:gd name="connsiteY5" fmla="*/ 1062 h 6345"/>
                  <a:gd name="connsiteX6" fmla="*/ 206 w 6343"/>
                  <a:gd name="connsiteY6" fmla="*/ 3305 h 6345"/>
                  <a:gd name="connsiteX7" fmla="*/ 1135 w 6343"/>
                  <a:gd name="connsiteY7" fmla="*/ 5549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19" y="6478"/>
                      <a:pt x="5025" y="6144"/>
                      <a:pt x="5620" y="5549"/>
                    </a:cubicBezTo>
                    <a:cubicBezTo>
                      <a:pt x="6215" y="4954"/>
                      <a:pt x="6549" y="4147"/>
                      <a:pt x="6549" y="3305"/>
                    </a:cubicBezTo>
                    <a:cubicBezTo>
                      <a:pt x="6549" y="2464"/>
                      <a:pt x="6215" y="1657"/>
                      <a:pt x="5620" y="1062"/>
                    </a:cubicBezTo>
                    <a:cubicBezTo>
                      <a:pt x="5025" y="467"/>
                      <a:pt x="4219" y="132"/>
                      <a:pt x="3378" y="132"/>
                    </a:cubicBezTo>
                    <a:cubicBezTo>
                      <a:pt x="2536" y="132"/>
                      <a:pt x="1730" y="467"/>
                      <a:pt x="1135" y="1062"/>
                    </a:cubicBezTo>
                    <a:cubicBezTo>
                      <a:pt x="540" y="1657"/>
                      <a:pt x="206" y="2464"/>
                      <a:pt x="206" y="3305"/>
                    </a:cubicBezTo>
                    <a:cubicBezTo>
                      <a:pt x="206" y="4147"/>
                      <a:pt x="540" y="4954"/>
                      <a:pt x="1135" y="5549"/>
                    </a:cubicBezTo>
                    <a:cubicBezTo>
                      <a:pt x="1730" y="6144"/>
                      <a:pt x="2536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61" name="Freeform: Shape 13860">
                <a:extLst>
                  <a:ext uri="{FF2B5EF4-FFF2-40B4-BE49-F238E27FC236}">
                    <a16:creationId xmlns:a16="http://schemas.microsoft.com/office/drawing/2014/main" id="{C8339A9A-ED42-AD11-4B43-4F3C36DAB100}"/>
                  </a:ext>
                </a:extLst>
              </p:cNvPr>
              <p:cNvSpPr/>
              <p:nvPr/>
            </p:nvSpPr>
            <p:spPr>
              <a:xfrm>
                <a:off x="9031838" y="5160535"/>
                <a:ext cx="6343" cy="6345"/>
              </a:xfrm>
              <a:custGeom>
                <a:avLst/>
                <a:gdLst>
                  <a:gd name="connsiteX0" fmla="*/ 3378 w 6343"/>
                  <a:gd name="connsiteY0" fmla="*/ 6478 h 6345"/>
                  <a:gd name="connsiteX1" fmla="*/ 5621 w 6343"/>
                  <a:gd name="connsiteY1" fmla="*/ 5549 h 6345"/>
                  <a:gd name="connsiteX2" fmla="*/ 6550 w 6343"/>
                  <a:gd name="connsiteY2" fmla="*/ 3305 h 6345"/>
                  <a:gd name="connsiteX3" fmla="*/ 5621 w 6343"/>
                  <a:gd name="connsiteY3" fmla="*/ 1062 h 6345"/>
                  <a:gd name="connsiteX4" fmla="*/ 3378 w 6343"/>
                  <a:gd name="connsiteY4" fmla="*/ 132 h 6345"/>
                  <a:gd name="connsiteX5" fmla="*/ 1136 w 6343"/>
                  <a:gd name="connsiteY5" fmla="*/ 1062 h 6345"/>
                  <a:gd name="connsiteX6" fmla="*/ 207 w 6343"/>
                  <a:gd name="connsiteY6" fmla="*/ 3305 h 6345"/>
                  <a:gd name="connsiteX7" fmla="*/ 1136 w 6343"/>
                  <a:gd name="connsiteY7" fmla="*/ 5549 h 6345"/>
                  <a:gd name="connsiteX8" fmla="*/ 337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8" y="6478"/>
                    </a:moveTo>
                    <a:cubicBezTo>
                      <a:pt x="4219" y="6478"/>
                      <a:pt x="5026" y="6144"/>
                      <a:pt x="5621" y="5549"/>
                    </a:cubicBezTo>
                    <a:cubicBezTo>
                      <a:pt x="6216" y="4954"/>
                      <a:pt x="6550" y="4147"/>
                      <a:pt x="6550" y="3305"/>
                    </a:cubicBezTo>
                    <a:cubicBezTo>
                      <a:pt x="6550" y="2464"/>
                      <a:pt x="6216" y="1657"/>
                      <a:pt x="5621" y="1062"/>
                    </a:cubicBezTo>
                    <a:cubicBezTo>
                      <a:pt x="5026" y="467"/>
                      <a:pt x="4219" y="132"/>
                      <a:pt x="3378" y="132"/>
                    </a:cubicBezTo>
                    <a:cubicBezTo>
                      <a:pt x="2537" y="132"/>
                      <a:pt x="1730" y="467"/>
                      <a:pt x="1136" y="1062"/>
                    </a:cubicBezTo>
                    <a:cubicBezTo>
                      <a:pt x="541" y="1657"/>
                      <a:pt x="207" y="2464"/>
                      <a:pt x="207" y="3305"/>
                    </a:cubicBezTo>
                    <a:cubicBezTo>
                      <a:pt x="207" y="4147"/>
                      <a:pt x="541" y="4954"/>
                      <a:pt x="1136" y="5549"/>
                    </a:cubicBezTo>
                    <a:cubicBezTo>
                      <a:pt x="1730" y="6144"/>
                      <a:pt x="2537" y="6478"/>
                      <a:pt x="337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62" name="Freeform: Shape 13861">
                <a:extLst>
                  <a:ext uri="{FF2B5EF4-FFF2-40B4-BE49-F238E27FC236}">
                    <a16:creationId xmlns:a16="http://schemas.microsoft.com/office/drawing/2014/main" id="{3B383CC7-EBE8-28C7-82DD-707F9EE67FE1}"/>
                  </a:ext>
                </a:extLst>
              </p:cNvPr>
              <p:cNvSpPr/>
              <p:nvPr/>
            </p:nvSpPr>
            <p:spPr>
              <a:xfrm>
                <a:off x="9040614" y="5160633"/>
                <a:ext cx="6343" cy="6345"/>
              </a:xfrm>
              <a:custGeom>
                <a:avLst/>
                <a:gdLst>
                  <a:gd name="connsiteX0" fmla="*/ 3379 w 6343"/>
                  <a:gd name="connsiteY0" fmla="*/ 6478 h 6345"/>
                  <a:gd name="connsiteX1" fmla="*/ 5622 w 6343"/>
                  <a:gd name="connsiteY1" fmla="*/ 5549 h 6345"/>
                  <a:gd name="connsiteX2" fmla="*/ 6551 w 6343"/>
                  <a:gd name="connsiteY2" fmla="*/ 3305 h 6345"/>
                  <a:gd name="connsiteX3" fmla="*/ 5622 w 6343"/>
                  <a:gd name="connsiteY3" fmla="*/ 1062 h 6345"/>
                  <a:gd name="connsiteX4" fmla="*/ 3379 w 6343"/>
                  <a:gd name="connsiteY4" fmla="*/ 132 h 6345"/>
                  <a:gd name="connsiteX5" fmla="*/ 1136 w 6343"/>
                  <a:gd name="connsiteY5" fmla="*/ 1062 h 6345"/>
                  <a:gd name="connsiteX6" fmla="*/ 207 w 6343"/>
                  <a:gd name="connsiteY6" fmla="*/ 3305 h 6345"/>
                  <a:gd name="connsiteX7" fmla="*/ 1136 w 6343"/>
                  <a:gd name="connsiteY7" fmla="*/ 5549 h 6345"/>
                  <a:gd name="connsiteX8" fmla="*/ 337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79" y="6478"/>
                    </a:moveTo>
                    <a:cubicBezTo>
                      <a:pt x="4220" y="6478"/>
                      <a:pt x="5027" y="6144"/>
                      <a:pt x="5622" y="5549"/>
                    </a:cubicBezTo>
                    <a:cubicBezTo>
                      <a:pt x="6216" y="4954"/>
                      <a:pt x="6551" y="4147"/>
                      <a:pt x="6551" y="3305"/>
                    </a:cubicBezTo>
                    <a:cubicBezTo>
                      <a:pt x="6551" y="2464"/>
                      <a:pt x="6216" y="1657"/>
                      <a:pt x="5622" y="1062"/>
                    </a:cubicBezTo>
                    <a:cubicBezTo>
                      <a:pt x="5027" y="467"/>
                      <a:pt x="4220" y="132"/>
                      <a:pt x="3379" y="132"/>
                    </a:cubicBezTo>
                    <a:cubicBezTo>
                      <a:pt x="2538" y="132"/>
                      <a:pt x="1731" y="467"/>
                      <a:pt x="1136" y="1062"/>
                    </a:cubicBezTo>
                    <a:cubicBezTo>
                      <a:pt x="542" y="1657"/>
                      <a:pt x="207" y="2464"/>
                      <a:pt x="207" y="3305"/>
                    </a:cubicBezTo>
                    <a:cubicBezTo>
                      <a:pt x="207" y="4147"/>
                      <a:pt x="542" y="4954"/>
                      <a:pt x="1136" y="5549"/>
                    </a:cubicBezTo>
                    <a:cubicBezTo>
                      <a:pt x="1731" y="6144"/>
                      <a:pt x="2538" y="6478"/>
                      <a:pt x="337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63" name="Freeform: Shape 13862">
                <a:extLst>
                  <a:ext uri="{FF2B5EF4-FFF2-40B4-BE49-F238E27FC236}">
                    <a16:creationId xmlns:a16="http://schemas.microsoft.com/office/drawing/2014/main" id="{47A01DE0-0D51-1B71-814A-503EE9C047DA}"/>
                  </a:ext>
                </a:extLst>
              </p:cNvPr>
              <p:cNvSpPr/>
              <p:nvPr/>
            </p:nvSpPr>
            <p:spPr>
              <a:xfrm>
                <a:off x="9047623" y="5160243"/>
                <a:ext cx="6343" cy="6345"/>
              </a:xfrm>
              <a:custGeom>
                <a:avLst/>
                <a:gdLst>
                  <a:gd name="connsiteX0" fmla="*/ 3380 w 6343"/>
                  <a:gd name="connsiteY0" fmla="*/ 6478 h 6345"/>
                  <a:gd name="connsiteX1" fmla="*/ 5622 w 6343"/>
                  <a:gd name="connsiteY1" fmla="*/ 5549 h 6345"/>
                  <a:gd name="connsiteX2" fmla="*/ 6551 w 6343"/>
                  <a:gd name="connsiteY2" fmla="*/ 3305 h 6345"/>
                  <a:gd name="connsiteX3" fmla="*/ 5622 w 6343"/>
                  <a:gd name="connsiteY3" fmla="*/ 1062 h 6345"/>
                  <a:gd name="connsiteX4" fmla="*/ 3380 w 6343"/>
                  <a:gd name="connsiteY4" fmla="*/ 132 h 6345"/>
                  <a:gd name="connsiteX5" fmla="*/ 1137 w 6343"/>
                  <a:gd name="connsiteY5" fmla="*/ 1062 h 6345"/>
                  <a:gd name="connsiteX6" fmla="*/ 208 w 6343"/>
                  <a:gd name="connsiteY6" fmla="*/ 3305 h 6345"/>
                  <a:gd name="connsiteX7" fmla="*/ 1137 w 6343"/>
                  <a:gd name="connsiteY7" fmla="*/ 5549 h 6345"/>
                  <a:gd name="connsiteX8" fmla="*/ 338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78"/>
                    </a:moveTo>
                    <a:cubicBezTo>
                      <a:pt x="4221" y="6478"/>
                      <a:pt x="5027" y="6144"/>
                      <a:pt x="5622" y="5549"/>
                    </a:cubicBezTo>
                    <a:cubicBezTo>
                      <a:pt x="6217" y="4954"/>
                      <a:pt x="6551" y="4147"/>
                      <a:pt x="6551" y="3305"/>
                    </a:cubicBezTo>
                    <a:cubicBezTo>
                      <a:pt x="6551" y="2464"/>
                      <a:pt x="6217" y="1657"/>
                      <a:pt x="5622" y="1062"/>
                    </a:cubicBezTo>
                    <a:cubicBezTo>
                      <a:pt x="5027" y="467"/>
                      <a:pt x="4221" y="132"/>
                      <a:pt x="3380" y="132"/>
                    </a:cubicBezTo>
                    <a:cubicBezTo>
                      <a:pt x="2538" y="132"/>
                      <a:pt x="1732" y="467"/>
                      <a:pt x="1137" y="1062"/>
                    </a:cubicBezTo>
                    <a:cubicBezTo>
                      <a:pt x="542" y="1657"/>
                      <a:pt x="208" y="2464"/>
                      <a:pt x="208" y="3305"/>
                    </a:cubicBezTo>
                    <a:cubicBezTo>
                      <a:pt x="208" y="4147"/>
                      <a:pt x="542" y="4954"/>
                      <a:pt x="1137" y="5549"/>
                    </a:cubicBezTo>
                    <a:cubicBezTo>
                      <a:pt x="1732" y="6144"/>
                      <a:pt x="2538" y="6478"/>
                      <a:pt x="338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64" name="Freeform: Shape 13863">
                <a:extLst>
                  <a:ext uri="{FF2B5EF4-FFF2-40B4-BE49-F238E27FC236}">
                    <a16:creationId xmlns:a16="http://schemas.microsoft.com/office/drawing/2014/main" id="{27C87EBC-43B5-37D3-A064-52B2FC98F1EB}"/>
                  </a:ext>
                </a:extLst>
              </p:cNvPr>
              <p:cNvSpPr/>
              <p:nvPr/>
            </p:nvSpPr>
            <p:spPr>
              <a:xfrm>
                <a:off x="9075344" y="5167066"/>
                <a:ext cx="6343" cy="6345"/>
              </a:xfrm>
              <a:custGeom>
                <a:avLst/>
                <a:gdLst>
                  <a:gd name="connsiteX0" fmla="*/ 3382 w 6343"/>
                  <a:gd name="connsiteY0" fmla="*/ 6478 h 6345"/>
                  <a:gd name="connsiteX1" fmla="*/ 5624 w 6343"/>
                  <a:gd name="connsiteY1" fmla="*/ 5549 h 6345"/>
                  <a:gd name="connsiteX2" fmla="*/ 6553 w 6343"/>
                  <a:gd name="connsiteY2" fmla="*/ 3306 h 6345"/>
                  <a:gd name="connsiteX3" fmla="*/ 5624 w 6343"/>
                  <a:gd name="connsiteY3" fmla="*/ 1062 h 6345"/>
                  <a:gd name="connsiteX4" fmla="*/ 3382 w 6343"/>
                  <a:gd name="connsiteY4" fmla="*/ 133 h 6345"/>
                  <a:gd name="connsiteX5" fmla="*/ 1139 w 6343"/>
                  <a:gd name="connsiteY5" fmla="*/ 1062 h 6345"/>
                  <a:gd name="connsiteX6" fmla="*/ 210 w 6343"/>
                  <a:gd name="connsiteY6" fmla="*/ 3306 h 6345"/>
                  <a:gd name="connsiteX7" fmla="*/ 1139 w 6343"/>
                  <a:gd name="connsiteY7" fmla="*/ 5549 h 6345"/>
                  <a:gd name="connsiteX8" fmla="*/ 338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8"/>
                    </a:moveTo>
                    <a:cubicBezTo>
                      <a:pt x="4223" y="6478"/>
                      <a:pt x="5030" y="6144"/>
                      <a:pt x="5624" y="5549"/>
                    </a:cubicBezTo>
                    <a:cubicBezTo>
                      <a:pt x="6219" y="4954"/>
                      <a:pt x="6553" y="4147"/>
                      <a:pt x="6553" y="3306"/>
                    </a:cubicBezTo>
                    <a:cubicBezTo>
                      <a:pt x="6553" y="2464"/>
                      <a:pt x="6219" y="1657"/>
                      <a:pt x="5624" y="1062"/>
                    </a:cubicBezTo>
                    <a:cubicBezTo>
                      <a:pt x="5030" y="467"/>
                      <a:pt x="4223" y="133"/>
                      <a:pt x="3382" y="133"/>
                    </a:cubicBezTo>
                    <a:cubicBezTo>
                      <a:pt x="2541" y="133"/>
                      <a:pt x="1734" y="467"/>
                      <a:pt x="1139" y="1062"/>
                    </a:cubicBezTo>
                    <a:cubicBezTo>
                      <a:pt x="544" y="1657"/>
                      <a:pt x="210" y="2464"/>
                      <a:pt x="210" y="3306"/>
                    </a:cubicBezTo>
                    <a:cubicBezTo>
                      <a:pt x="210" y="4147"/>
                      <a:pt x="544" y="4954"/>
                      <a:pt x="1139" y="5549"/>
                    </a:cubicBezTo>
                    <a:cubicBezTo>
                      <a:pt x="1734" y="6144"/>
                      <a:pt x="2541" y="6478"/>
                      <a:pt x="338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65" name="Freeform: Shape 13864">
                <a:extLst>
                  <a:ext uri="{FF2B5EF4-FFF2-40B4-BE49-F238E27FC236}">
                    <a16:creationId xmlns:a16="http://schemas.microsoft.com/office/drawing/2014/main" id="{E69D006F-9377-AC16-5060-046BA6537DAF}"/>
                  </a:ext>
                </a:extLst>
              </p:cNvPr>
              <p:cNvSpPr/>
              <p:nvPr/>
            </p:nvSpPr>
            <p:spPr>
              <a:xfrm>
                <a:off x="9086991" y="5168616"/>
                <a:ext cx="6343" cy="6345"/>
              </a:xfrm>
              <a:custGeom>
                <a:avLst/>
                <a:gdLst>
                  <a:gd name="connsiteX0" fmla="*/ 3383 w 6343"/>
                  <a:gd name="connsiteY0" fmla="*/ 6479 h 6345"/>
                  <a:gd name="connsiteX1" fmla="*/ 5625 w 6343"/>
                  <a:gd name="connsiteY1" fmla="*/ 5549 h 6345"/>
                  <a:gd name="connsiteX2" fmla="*/ 6554 w 6343"/>
                  <a:gd name="connsiteY2" fmla="*/ 3306 h 6345"/>
                  <a:gd name="connsiteX3" fmla="*/ 5625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6 h 6345"/>
                  <a:gd name="connsiteX7" fmla="*/ 1140 w 6343"/>
                  <a:gd name="connsiteY7" fmla="*/ 5549 h 6345"/>
                  <a:gd name="connsiteX8" fmla="*/ 338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9"/>
                    </a:moveTo>
                    <a:cubicBezTo>
                      <a:pt x="4224" y="6479"/>
                      <a:pt x="5031" y="6144"/>
                      <a:pt x="5625" y="5549"/>
                    </a:cubicBezTo>
                    <a:cubicBezTo>
                      <a:pt x="6220" y="4954"/>
                      <a:pt x="6554" y="4147"/>
                      <a:pt x="6554" y="3306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1" y="467"/>
                      <a:pt x="4224" y="133"/>
                      <a:pt x="3383" y="133"/>
                    </a:cubicBezTo>
                    <a:cubicBezTo>
                      <a:pt x="2542" y="133"/>
                      <a:pt x="1735" y="467"/>
                      <a:pt x="1140" y="1062"/>
                    </a:cubicBezTo>
                    <a:cubicBezTo>
                      <a:pt x="545" y="1657"/>
                      <a:pt x="211" y="2464"/>
                      <a:pt x="211" y="3306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5" y="6144"/>
                      <a:pt x="2542" y="6479"/>
                      <a:pt x="338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66" name="Freeform: Shape 13865">
                <a:extLst>
                  <a:ext uri="{FF2B5EF4-FFF2-40B4-BE49-F238E27FC236}">
                    <a16:creationId xmlns:a16="http://schemas.microsoft.com/office/drawing/2014/main" id="{B40BF62B-6E5E-1140-1201-2C5FD68EC8A8}"/>
                  </a:ext>
                </a:extLst>
              </p:cNvPr>
              <p:cNvSpPr/>
              <p:nvPr/>
            </p:nvSpPr>
            <p:spPr>
              <a:xfrm>
                <a:off x="9090723" y="5167483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6 h 6345"/>
                  <a:gd name="connsiteX3" fmla="*/ 5626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6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1" y="6144"/>
                      <a:pt x="5626" y="5549"/>
                    </a:cubicBezTo>
                    <a:cubicBezTo>
                      <a:pt x="6220" y="4954"/>
                      <a:pt x="6555" y="4147"/>
                      <a:pt x="6555" y="3306"/>
                    </a:cubicBezTo>
                    <a:cubicBezTo>
                      <a:pt x="6555" y="2464"/>
                      <a:pt x="6220" y="1657"/>
                      <a:pt x="5626" y="1062"/>
                    </a:cubicBezTo>
                    <a:cubicBezTo>
                      <a:pt x="5031" y="467"/>
                      <a:pt x="4224" y="133"/>
                      <a:pt x="3383" y="133"/>
                    </a:cubicBezTo>
                    <a:cubicBezTo>
                      <a:pt x="2542" y="133"/>
                      <a:pt x="1735" y="467"/>
                      <a:pt x="1140" y="1062"/>
                    </a:cubicBezTo>
                    <a:cubicBezTo>
                      <a:pt x="546" y="1657"/>
                      <a:pt x="211" y="2464"/>
                      <a:pt x="211" y="3306"/>
                    </a:cubicBezTo>
                    <a:cubicBezTo>
                      <a:pt x="211" y="4147"/>
                      <a:pt x="546" y="4954"/>
                      <a:pt x="1140" y="5549"/>
                    </a:cubicBezTo>
                    <a:cubicBezTo>
                      <a:pt x="1735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67" name="Freeform: Shape 13866">
                <a:extLst>
                  <a:ext uri="{FF2B5EF4-FFF2-40B4-BE49-F238E27FC236}">
                    <a16:creationId xmlns:a16="http://schemas.microsoft.com/office/drawing/2014/main" id="{3E4F6F6C-22CD-37A1-DDAC-00EE7A640816}"/>
                  </a:ext>
                </a:extLst>
              </p:cNvPr>
              <p:cNvSpPr/>
              <p:nvPr/>
            </p:nvSpPr>
            <p:spPr>
              <a:xfrm>
                <a:off x="9099949" y="5168396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6 h 6345"/>
                  <a:gd name="connsiteX3" fmla="*/ 5626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6 h 6345"/>
                  <a:gd name="connsiteX7" fmla="*/ 1141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6" y="5549"/>
                    </a:cubicBezTo>
                    <a:cubicBezTo>
                      <a:pt x="6221" y="4954"/>
                      <a:pt x="6555" y="4147"/>
                      <a:pt x="6555" y="3306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6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68" name="Freeform: Shape 13867">
                <a:extLst>
                  <a:ext uri="{FF2B5EF4-FFF2-40B4-BE49-F238E27FC236}">
                    <a16:creationId xmlns:a16="http://schemas.microsoft.com/office/drawing/2014/main" id="{61C0973F-18CB-0CED-A37F-AA61BC47C433}"/>
                  </a:ext>
                </a:extLst>
              </p:cNvPr>
              <p:cNvSpPr/>
              <p:nvPr/>
            </p:nvSpPr>
            <p:spPr>
              <a:xfrm>
                <a:off x="9106208" y="5168322"/>
                <a:ext cx="6343" cy="6345"/>
              </a:xfrm>
              <a:custGeom>
                <a:avLst/>
                <a:gdLst>
                  <a:gd name="connsiteX0" fmla="*/ 3384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6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6 h 6345"/>
                  <a:gd name="connsiteX7" fmla="*/ 1142 w 6343"/>
                  <a:gd name="connsiteY7" fmla="*/ 5549 h 6345"/>
                  <a:gd name="connsiteX8" fmla="*/ 338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8"/>
                    </a:moveTo>
                    <a:cubicBezTo>
                      <a:pt x="4225" y="6478"/>
                      <a:pt x="5032" y="6144"/>
                      <a:pt x="5627" y="5549"/>
                    </a:cubicBezTo>
                    <a:cubicBezTo>
                      <a:pt x="6222" y="4954"/>
                      <a:pt x="6556" y="4147"/>
                      <a:pt x="6556" y="3306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2" y="1062"/>
                    </a:cubicBezTo>
                    <a:cubicBezTo>
                      <a:pt x="547" y="1657"/>
                      <a:pt x="213" y="2464"/>
                      <a:pt x="213" y="3306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6" y="6144"/>
                      <a:pt x="2543" y="6478"/>
                      <a:pt x="338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69" name="Freeform: Shape 13868">
                <a:extLst>
                  <a:ext uri="{FF2B5EF4-FFF2-40B4-BE49-F238E27FC236}">
                    <a16:creationId xmlns:a16="http://schemas.microsoft.com/office/drawing/2014/main" id="{8494D96E-C0F8-D8C5-92F2-E4C26241FAE9}"/>
                  </a:ext>
                </a:extLst>
              </p:cNvPr>
              <p:cNvSpPr/>
              <p:nvPr/>
            </p:nvSpPr>
            <p:spPr>
              <a:xfrm>
                <a:off x="9112512" y="5168343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6 h 6345"/>
                  <a:gd name="connsiteX3" fmla="*/ 5627 w 6343"/>
                  <a:gd name="connsiteY3" fmla="*/ 1062 h 6345"/>
                  <a:gd name="connsiteX4" fmla="*/ 3385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6 h 6345"/>
                  <a:gd name="connsiteX7" fmla="*/ 1142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7" y="5549"/>
                    </a:cubicBezTo>
                    <a:cubicBezTo>
                      <a:pt x="6222" y="4954"/>
                      <a:pt x="6556" y="4147"/>
                      <a:pt x="6556" y="3306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2" y="1062"/>
                    </a:cubicBezTo>
                    <a:cubicBezTo>
                      <a:pt x="547" y="1657"/>
                      <a:pt x="213" y="2464"/>
                      <a:pt x="213" y="3306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70" name="Freeform: Shape 13869">
                <a:extLst>
                  <a:ext uri="{FF2B5EF4-FFF2-40B4-BE49-F238E27FC236}">
                    <a16:creationId xmlns:a16="http://schemas.microsoft.com/office/drawing/2014/main" id="{BC13EFBE-789C-0DE7-8AF8-99345252E64B}"/>
                  </a:ext>
                </a:extLst>
              </p:cNvPr>
              <p:cNvSpPr/>
              <p:nvPr/>
            </p:nvSpPr>
            <p:spPr>
              <a:xfrm>
                <a:off x="9118056" y="5168148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6 h 6345"/>
                  <a:gd name="connsiteX3" fmla="*/ 5628 w 6343"/>
                  <a:gd name="connsiteY3" fmla="*/ 1062 h 6345"/>
                  <a:gd name="connsiteX4" fmla="*/ 3385 w 6343"/>
                  <a:gd name="connsiteY4" fmla="*/ 133 h 6345"/>
                  <a:gd name="connsiteX5" fmla="*/ 1142 w 6343"/>
                  <a:gd name="connsiteY5" fmla="*/ 1062 h 6345"/>
                  <a:gd name="connsiteX6" fmla="*/ 214 w 6343"/>
                  <a:gd name="connsiteY6" fmla="*/ 3306 h 6345"/>
                  <a:gd name="connsiteX7" fmla="*/ 1142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8" y="5549"/>
                    </a:cubicBezTo>
                    <a:cubicBezTo>
                      <a:pt x="6222" y="4954"/>
                      <a:pt x="6557" y="4147"/>
                      <a:pt x="6557" y="3306"/>
                    </a:cubicBezTo>
                    <a:cubicBezTo>
                      <a:pt x="6557" y="2464"/>
                      <a:pt x="6222" y="1657"/>
                      <a:pt x="5628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2" y="1062"/>
                    </a:cubicBezTo>
                    <a:cubicBezTo>
                      <a:pt x="548" y="1657"/>
                      <a:pt x="214" y="2464"/>
                      <a:pt x="214" y="3306"/>
                    </a:cubicBezTo>
                    <a:cubicBezTo>
                      <a:pt x="214" y="4147"/>
                      <a:pt x="548" y="4954"/>
                      <a:pt x="1142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71" name="Freeform: Shape 13870">
                <a:extLst>
                  <a:ext uri="{FF2B5EF4-FFF2-40B4-BE49-F238E27FC236}">
                    <a16:creationId xmlns:a16="http://schemas.microsoft.com/office/drawing/2014/main" id="{247AB305-EC46-5579-FCC5-476CCFB88D47}"/>
                  </a:ext>
                </a:extLst>
              </p:cNvPr>
              <p:cNvSpPr/>
              <p:nvPr/>
            </p:nvSpPr>
            <p:spPr>
              <a:xfrm>
                <a:off x="9124048" y="5168196"/>
                <a:ext cx="6343" cy="6345"/>
              </a:xfrm>
              <a:custGeom>
                <a:avLst/>
                <a:gdLst>
                  <a:gd name="connsiteX0" fmla="*/ 3386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6 h 6345"/>
                  <a:gd name="connsiteX3" fmla="*/ 5628 w 6343"/>
                  <a:gd name="connsiteY3" fmla="*/ 1062 h 6345"/>
                  <a:gd name="connsiteX4" fmla="*/ 3386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6 h 6345"/>
                  <a:gd name="connsiteX7" fmla="*/ 1143 w 6343"/>
                  <a:gd name="connsiteY7" fmla="*/ 5549 h 6345"/>
                  <a:gd name="connsiteX8" fmla="*/ 338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8"/>
                    </a:moveTo>
                    <a:cubicBezTo>
                      <a:pt x="4227" y="6478"/>
                      <a:pt x="5033" y="6144"/>
                      <a:pt x="5628" y="5549"/>
                    </a:cubicBezTo>
                    <a:cubicBezTo>
                      <a:pt x="6223" y="4954"/>
                      <a:pt x="6557" y="4147"/>
                      <a:pt x="6557" y="3306"/>
                    </a:cubicBezTo>
                    <a:cubicBezTo>
                      <a:pt x="6557" y="2464"/>
                      <a:pt x="6223" y="1657"/>
                      <a:pt x="5628" y="1062"/>
                    </a:cubicBezTo>
                    <a:cubicBezTo>
                      <a:pt x="5033" y="467"/>
                      <a:pt x="4227" y="133"/>
                      <a:pt x="3386" y="133"/>
                    </a:cubicBezTo>
                    <a:cubicBezTo>
                      <a:pt x="2544" y="133"/>
                      <a:pt x="1738" y="467"/>
                      <a:pt x="1143" y="1062"/>
                    </a:cubicBezTo>
                    <a:cubicBezTo>
                      <a:pt x="548" y="1657"/>
                      <a:pt x="214" y="2464"/>
                      <a:pt x="214" y="3306"/>
                    </a:cubicBezTo>
                    <a:cubicBezTo>
                      <a:pt x="214" y="4147"/>
                      <a:pt x="548" y="4954"/>
                      <a:pt x="1143" y="5549"/>
                    </a:cubicBezTo>
                    <a:cubicBezTo>
                      <a:pt x="1738" y="6144"/>
                      <a:pt x="2544" y="6478"/>
                      <a:pt x="338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72" name="Freeform: Shape 13871">
                <a:extLst>
                  <a:ext uri="{FF2B5EF4-FFF2-40B4-BE49-F238E27FC236}">
                    <a16:creationId xmlns:a16="http://schemas.microsoft.com/office/drawing/2014/main" id="{78B60BB3-F1E3-5F19-0ABF-FF2F95345AD9}"/>
                  </a:ext>
                </a:extLst>
              </p:cNvPr>
              <p:cNvSpPr/>
              <p:nvPr/>
            </p:nvSpPr>
            <p:spPr>
              <a:xfrm>
                <a:off x="9130198" y="5168382"/>
                <a:ext cx="6343" cy="6345"/>
              </a:xfrm>
              <a:custGeom>
                <a:avLst/>
                <a:gdLst>
                  <a:gd name="connsiteX0" fmla="*/ 3386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6 h 6345"/>
                  <a:gd name="connsiteX3" fmla="*/ 5629 w 6343"/>
                  <a:gd name="connsiteY3" fmla="*/ 1062 h 6345"/>
                  <a:gd name="connsiteX4" fmla="*/ 3386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6 h 6345"/>
                  <a:gd name="connsiteX7" fmla="*/ 1143 w 6343"/>
                  <a:gd name="connsiteY7" fmla="*/ 5549 h 6345"/>
                  <a:gd name="connsiteX8" fmla="*/ 338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8"/>
                    </a:moveTo>
                    <a:cubicBezTo>
                      <a:pt x="4227" y="6478"/>
                      <a:pt x="5034" y="6144"/>
                      <a:pt x="5629" y="5549"/>
                    </a:cubicBezTo>
                    <a:cubicBezTo>
                      <a:pt x="6223" y="4954"/>
                      <a:pt x="6558" y="4147"/>
                      <a:pt x="6558" y="3306"/>
                    </a:cubicBezTo>
                    <a:cubicBezTo>
                      <a:pt x="6558" y="2464"/>
                      <a:pt x="6223" y="1657"/>
                      <a:pt x="5629" y="1062"/>
                    </a:cubicBezTo>
                    <a:cubicBezTo>
                      <a:pt x="5034" y="467"/>
                      <a:pt x="4227" y="133"/>
                      <a:pt x="3386" y="133"/>
                    </a:cubicBezTo>
                    <a:cubicBezTo>
                      <a:pt x="2545" y="133"/>
                      <a:pt x="1738" y="467"/>
                      <a:pt x="1143" y="1062"/>
                    </a:cubicBezTo>
                    <a:cubicBezTo>
                      <a:pt x="549" y="1657"/>
                      <a:pt x="214" y="2464"/>
                      <a:pt x="214" y="3306"/>
                    </a:cubicBezTo>
                    <a:cubicBezTo>
                      <a:pt x="214" y="4147"/>
                      <a:pt x="549" y="4954"/>
                      <a:pt x="1143" y="5549"/>
                    </a:cubicBezTo>
                    <a:cubicBezTo>
                      <a:pt x="1738" y="6144"/>
                      <a:pt x="2545" y="6478"/>
                      <a:pt x="338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73" name="Freeform: Shape 13872">
                <a:extLst>
                  <a:ext uri="{FF2B5EF4-FFF2-40B4-BE49-F238E27FC236}">
                    <a16:creationId xmlns:a16="http://schemas.microsoft.com/office/drawing/2014/main" id="{F482FBFD-E444-C3B5-A7D5-EF339880E7C9}"/>
                  </a:ext>
                </a:extLst>
              </p:cNvPr>
              <p:cNvSpPr/>
              <p:nvPr/>
            </p:nvSpPr>
            <p:spPr>
              <a:xfrm>
                <a:off x="9135536" y="5168313"/>
                <a:ext cx="6343" cy="6345"/>
              </a:xfrm>
              <a:custGeom>
                <a:avLst/>
                <a:gdLst>
                  <a:gd name="connsiteX0" fmla="*/ 3386 w 6343"/>
                  <a:gd name="connsiteY0" fmla="*/ 6478 h 6345"/>
                  <a:gd name="connsiteX1" fmla="*/ 5629 w 6343"/>
                  <a:gd name="connsiteY1" fmla="*/ 5549 h 6345"/>
                  <a:gd name="connsiteX2" fmla="*/ 6558 w 6343"/>
                  <a:gd name="connsiteY2" fmla="*/ 3306 h 6345"/>
                  <a:gd name="connsiteX3" fmla="*/ 5629 w 6343"/>
                  <a:gd name="connsiteY3" fmla="*/ 1062 h 6345"/>
                  <a:gd name="connsiteX4" fmla="*/ 3386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6 h 6345"/>
                  <a:gd name="connsiteX7" fmla="*/ 1144 w 6343"/>
                  <a:gd name="connsiteY7" fmla="*/ 5549 h 6345"/>
                  <a:gd name="connsiteX8" fmla="*/ 338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8"/>
                    </a:moveTo>
                    <a:cubicBezTo>
                      <a:pt x="4228" y="6478"/>
                      <a:pt x="5034" y="6144"/>
                      <a:pt x="5629" y="5549"/>
                    </a:cubicBezTo>
                    <a:cubicBezTo>
                      <a:pt x="6224" y="4954"/>
                      <a:pt x="6558" y="4147"/>
                      <a:pt x="6558" y="3306"/>
                    </a:cubicBezTo>
                    <a:cubicBezTo>
                      <a:pt x="6558" y="2464"/>
                      <a:pt x="6224" y="1657"/>
                      <a:pt x="5629" y="1062"/>
                    </a:cubicBezTo>
                    <a:cubicBezTo>
                      <a:pt x="5034" y="467"/>
                      <a:pt x="4228" y="133"/>
                      <a:pt x="3386" y="133"/>
                    </a:cubicBezTo>
                    <a:cubicBezTo>
                      <a:pt x="2545" y="133"/>
                      <a:pt x="1739" y="467"/>
                      <a:pt x="1144" y="1062"/>
                    </a:cubicBezTo>
                    <a:cubicBezTo>
                      <a:pt x="549" y="1657"/>
                      <a:pt x="215" y="2464"/>
                      <a:pt x="215" y="3306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9" y="6144"/>
                      <a:pt x="2545" y="6478"/>
                      <a:pt x="338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74" name="Freeform: Shape 13873">
                <a:extLst>
                  <a:ext uri="{FF2B5EF4-FFF2-40B4-BE49-F238E27FC236}">
                    <a16:creationId xmlns:a16="http://schemas.microsoft.com/office/drawing/2014/main" id="{67B85146-8D44-E57F-9B85-250067455B4E}"/>
                  </a:ext>
                </a:extLst>
              </p:cNvPr>
              <p:cNvSpPr/>
              <p:nvPr/>
            </p:nvSpPr>
            <p:spPr>
              <a:xfrm>
                <a:off x="9140521" y="5168164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30 w 6343"/>
                  <a:gd name="connsiteY1" fmla="*/ 5549 h 6345"/>
                  <a:gd name="connsiteX2" fmla="*/ 6558 w 6343"/>
                  <a:gd name="connsiteY2" fmla="*/ 3306 h 6345"/>
                  <a:gd name="connsiteX3" fmla="*/ 5630 w 6343"/>
                  <a:gd name="connsiteY3" fmla="*/ 1062 h 6345"/>
                  <a:gd name="connsiteX4" fmla="*/ 3387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6 h 6345"/>
                  <a:gd name="connsiteX7" fmla="*/ 1144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30" y="5549"/>
                    </a:cubicBezTo>
                    <a:cubicBezTo>
                      <a:pt x="6224" y="4954"/>
                      <a:pt x="6558" y="4147"/>
                      <a:pt x="6558" y="3306"/>
                    </a:cubicBezTo>
                    <a:cubicBezTo>
                      <a:pt x="6558" y="2464"/>
                      <a:pt x="6224" y="1657"/>
                      <a:pt x="5630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4" y="1062"/>
                    </a:cubicBezTo>
                    <a:cubicBezTo>
                      <a:pt x="549" y="1657"/>
                      <a:pt x="215" y="2464"/>
                      <a:pt x="215" y="3306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75" name="Freeform: Shape 13874">
                <a:extLst>
                  <a:ext uri="{FF2B5EF4-FFF2-40B4-BE49-F238E27FC236}">
                    <a16:creationId xmlns:a16="http://schemas.microsoft.com/office/drawing/2014/main" id="{94957EB3-EA20-6843-288A-3725DEDC7EB3}"/>
                  </a:ext>
                </a:extLst>
              </p:cNvPr>
              <p:cNvSpPr/>
              <p:nvPr/>
            </p:nvSpPr>
            <p:spPr>
              <a:xfrm>
                <a:off x="9146461" y="5168477"/>
                <a:ext cx="6343" cy="6345"/>
              </a:xfrm>
              <a:custGeom>
                <a:avLst/>
                <a:gdLst>
                  <a:gd name="connsiteX0" fmla="*/ 3387 w 6343"/>
                  <a:gd name="connsiteY0" fmla="*/ 6479 h 6345"/>
                  <a:gd name="connsiteX1" fmla="*/ 5630 w 6343"/>
                  <a:gd name="connsiteY1" fmla="*/ 5549 h 6345"/>
                  <a:gd name="connsiteX2" fmla="*/ 6559 w 6343"/>
                  <a:gd name="connsiteY2" fmla="*/ 3306 h 6345"/>
                  <a:gd name="connsiteX3" fmla="*/ 5630 w 6343"/>
                  <a:gd name="connsiteY3" fmla="*/ 1062 h 6345"/>
                  <a:gd name="connsiteX4" fmla="*/ 3387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6 h 6345"/>
                  <a:gd name="connsiteX7" fmla="*/ 1145 w 6343"/>
                  <a:gd name="connsiteY7" fmla="*/ 5549 h 6345"/>
                  <a:gd name="connsiteX8" fmla="*/ 338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9"/>
                    </a:moveTo>
                    <a:cubicBezTo>
                      <a:pt x="4228" y="6479"/>
                      <a:pt x="5035" y="6144"/>
                      <a:pt x="5630" y="5549"/>
                    </a:cubicBezTo>
                    <a:cubicBezTo>
                      <a:pt x="6225" y="4954"/>
                      <a:pt x="6559" y="4147"/>
                      <a:pt x="6559" y="3306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5" y="1062"/>
                    </a:cubicBezTo>
                    <a:cubicBezTo>
                      <a:pt x="550" y="1657"/>
                      <a:pt x="216" y="2464"/>
                      <a:pt x="216" y="3306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39" y="6144"/>
                      <a:pt x="2546" y="6479"/>
                      <a:pt x="338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76" name="Freeform: Shape 13875">
                <a:extLst>
                  <a:ext uri="{FF2B5EF4-FFF2-40B4-BE49-F238E27FC236}">
                    <a16:creationId xmlns:a16="http://schemas.microsoft.com/office/drawing/2014/main" id="{16CA0337-BFB5-8D71-A35C-83B8503E428A}"/>
                  </a:ext>
                </a:extLst>
              </p:cNvPr>
              <p:cNvSpPr/>
              <p:nvPr/>
            </p:nvSpPr>
            <p:spPr>
              <a:xfrm>
                <a:off x="9151593" y="5168519"/>
                <a:ext cx="6343" cy="6345"/>
              </a:xfrm>
              <a:custGeom>
                <a:avLst/>
                <a:gdLst>
                  <a:gd name="connsiteX0" fmla="*/ 3388 w 6343"/>
                  <a:gd name="connsiteY0" fmla="*/ 6479 h 6345"/>
                  <a:gd name="connsiteX1" fmla="*/ 5630 w 6343"/>
                  <a:gd name="connsiteY1" fmla="*/ 5549 h 6345"/>
                  <a:gd name="connsiteX2" fmla="*/ 6559 w 6343"/>
                  <a:gd name="connsiteY2" fmla="*/ 3306 h 6345"/>
                  <a:gd name="connsiteX3" fmla="*/ 5630 w 6343"/>
                  <a:gd name="connsiteY3" fmla="*/ 1062 h 6345"/>
                  <a:gd name="connsiteX4" fmla="*/ 3388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6 h 6345"/>
                  <a:gd name="connsiteX7" fmla="*/ 1145 w 6343"/>
                  <a:gd name="connsiteY7" fmla="*/ 5549 h 6345"/>
                  <a:gd name="connsiteX8" fmla="*/ 338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9"/>
                    </a:moveTo>
                    <a:cubicBezTo>
                      <a:pt x="4229" y="6479"/>
                      <a:pt x="5036" y="6144"/>
                      <a:pt x="5630" y="5549"/>
                    </a:cubicBezTo>
                    <a:cubicBezTo>
                      <a:pt x="6225" y="4954"/>
                      <a:pt x="6559" y="4147"/>
                      <a:pt x="6559" y="3306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5" y="1062"/>
                    </a:cubicBezTo>
                    <a:cubicBezTo>
                      <a:pt x="550" y="1657"/>
                      <a:pt x="216" y="2464"/>
                      <a:pt x="216" y="3306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40" y="6144"/>
                      <a:pt x="2547" y="6479"/>
                      <a:pt x="338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77" name="Freeform: Shape 13876">
                <a:extLst>
                  <a:ext uri="{FF2B5EF4-FFF2-40B4-BE49-F238E27FC236}">
                    <a16:creationId xmlns:a16="http://schemas.microsoft.com/office/drawing/2014/main" id="{2E46EDBE-6060-858F-4546-0C989AAA6BBC}"/>
                  </a:ext>
                </a:extLst>
              </p:cNvPr>
              <p:cNvSpPr/>
              <p:nvPr/>
            </p:nvSpPr>
            <p:spPr>
              <a:xfrm>
                <a:off x="9155980" y="5168300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6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5 w 6343"/>
                  <a:gd name="connsiteY5" fmla="*/ 1062 h 6345"/>
                  <a:gd name="connsiteX6" fmla="*/ 217 w 6343"/>
                  <a:gd name="connsiteY6" fmla="*/ 3306 h 6345"/>
                  <a:gd name="connsiteX7" fmla="*/ 1145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6" y="6144"/>
                      <a:pt x="5631" y="5549"/>
                    </a:cubicBezTo>
                    <a:cubicBezTo>
                      <a:pt x="6225" y="4954"/>
                      <a:pt x="6560" y="4147"/>
                      <a:pt x="6560" y="3306"/>
                    </a:cubicBezTo>
                    <a:cubicBezTo>
                      <a:pt x="6560" y="2464"/>
                      <a:pt x="6225" y="1657"/>
                      <a:pt x="5631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5" y="1062"/>
                    </a:cubicBezTo>
                    <a:cubicBezTo>
                      <a:pt x="551" y="1657"/>
                      <a:pt x="217" y="2464"/>
                      <a:pt x="217" y="3306"/>
                    </a:cubicBezTo>
                    <a:cubicBezTo>
                      <a:pt x="217" y="4147"/>
                      <a:pt x="551" y="4954"/>
                      <a:pt x="1145" y="5549"/>
                    </a:cubicBezTo>
                    <a:cubicBezTo>
                      <a:pt x="1740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78" name="Freeform: Shape 13877">
                <a:extLst>
                  <a:ext uri="{FF2B5EF4-FFF2-40B4-BE49-F238E27FC236}">
                    <a16:creationId xmlns:a16="http://schemas.microsoft.com/office/drawing/2014/main" id="{82671402-3D2E-7E1D-8849-CF2932BD9ABE}"/>
                  </a:ext>
                </a:extLst>
              </p:cNvPr>
              <p:cNvSpPr/>
              <p:nvPr/>
            </p:nvSpPr>
            <p:spPr>
              <a:xfrm>
                <a:off x="9164972" y="5170175"/>
                <a:ext cx="6343" cy="6345"/>
              </a:xfrm>
              <a:custGeom>
                <a:avLst/>
                <a:gdLst>
                  <a:gd name="connsiteX0" fmla="*/ 3389 w 6343"/>
                  <a:gd name="connsiteY0" fmla="*/ 6479 h 6345"/>
                  <a:gd name="connsiteX1" fmla="*/ 5631 w 6343"/>
                  <a:gd name="connsiteY1" fmla="*/ 5549 h 6345"/>
                  <a:gd name="connsiteX2" fmla="*/ 6560 w 6343"/>
                  <a:gd name="connsiteY2" fmla="*/ 3306 h 6345"/>
                  <a:gd name="connsiteX3" fmla="*/ 5631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6 h 6345"/>
                  <a:gd name="connsiteX7" fmla="*/ 1146 w 6343"/>
                  <a:gd name="connsiteY7" fmla="*/ 5549 h 6345"/>
                  <a:gd name="connsiteX8" fmla="*/ 338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9"/>
                    </a:moveTo>
                    <a:cubicBezTo>
                      <a:pt x="4230" y="6479"/>
                      <a:pt x="5037" y="6144"/>
                      <a:pt x="5631" y="5549"/>
                    </a:cubicBezTo>
                    <a:cubicBezTo>
                      <a:pt x="6226" y="4954"/>
                      <a:pt x="6560" y="4147"/>
                      <a:pt x="6560" y="3306"/>
                    </a:cubicBezTo>
                    <a:cubicBezTo>
                      <a:pt x="6560" y="2465"/>
                      <a:pt x="6226" y="1657"/>
                      <a:pt x="5631" y="1062"/>
                    </a:cubicBezTo>
                    <a:cubicBezTo>
                      <a:pt x="5037" y="468"/>
                      <a:pt x="4230" y="133"/>
                      <a:pt x="3389" y="133"/>
                    </a:cubicBezTo>
                    <a:cubicBezTo>
                      <a:pt x="2548" y="133"/>
                      <a:pt x="1741" y="468"/>
                      <a:pt x="1146" y="1062"/>
                    </a:cubicBezTo>
                    <a:cubicBezTo>
                      <a:pt x="551" y="1657"/>
                      <a:pt x="217" y="2465"/>
                      <a:pt x="217" y="3306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1" y="6144"/>
                      <a:pt x="2548" y="6479"/>
                      <a:pt x="338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79" name="Freeform: Shape 13878">
                <a:extLst>
                  <a:ext uri="{FF2B5EF4-FFF2-40B4-BE49-F238E27FC236}">
                    <a16:creationId xmlns:a16="http://schemas.microsoft.com/office/drawing/2014/main" id="{DE345233-5F44-B5AC-D9BB-5CBB946D110E}"/>
                  </a:ext>
                </a:extLst>
              </p:cNvPr>
              <p:cNvSpPr/>
              <p:nvPr/>
            </p:nvSpPr>
            <p:spPr>
              <a:xfrm>
                <a:off x="9170003" y="5170386"/>
                <a:ext cx="6343" cy="6345"/>
              </a:xfrm>
              <a:custGeom>
                <a:avLst/>
                <a:gdLst>
                  <a:gd name="connsiteX0" fmla="*/ 3389 w 6343"/>
                  <a:gd name="connsiteY0" fmla="*/ 6479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8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9"/>
                    </a:moveTo>
                    <a:cubicBezTo>
                      <a:pt x="4230" y="6479"/>
                      <a:pt x="5037" y="6144"/>
                      <a:pt x="5632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5"/>
                      <a:pt x="6227" y="1657"/>
                      <a:pt x="5632" y="1062"/>
                    </a:cubicBezTo>
                    <a:cubicBezTo>
                      <a:pt x="5037" y="468"/>
                      <a:pt x="4230" y="133"/>
                      <a:pt x="3389" y="133"/>
                    </a:cubicBezTo>
                    <a:cubicBezTo>
                      <a:pt x="2548" y="133"/>
                      <a:pt x="1741" y="468"/>
                      <a:pt x="1147" y="1062"/>
                    </a:cubicBezTo>
                    <a:cubicBezTo>
                      <a:pt x="552" y="1657"/>
                      <a:pt x="218" y="2465"/>
                      <a:pt x="218" y="3306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1" y="6144"/>
                      <a:pt x="2548" y="6479"/>
                      <a:pt x="338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80" name="Freeform: Shape 13879">
                <a:extLst>
                  <a:ext uri="{FF2B5EF4-FFF2-40B4-BE49-F238E27FC236}">
                    <a16:creationId xmlns:a16="http://schemas.microsoft.com/office/drawing/2014/main" id="{C0E7C066-329E-1BA4-BD86-0C4B5A9C7817}"/>
                  </a:ext>
                </a:extLst>
              </p:cNvPr>
              <p:cNvSpPr/>
              <p:nvPr/>
            </p:nvSpPr>
            <p:spPr>
              <a:xfrm>
                <a:off x="9172109" y="5169319"/>
                <a:ext cx="6343" cy="6345"/>
              </a:xfrm>
              <a:custGeom>
                <a:avLst/>
                <a:gdLst>
                  <a:gd name="connsiteX0" fmla="*/ 3389 w 6343"/>
                  <a:gd name="connsiteY0" fmla="*/ 6479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8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9"/>
                    </a:moveTo>
                    <a:cubicBezTo>
                      <a:pt x="4230" y="6479"/>
                      <a:pt x="5037" y="6144"/>
                      <a:pt x="5632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7" y="1062"/>
                    </a:cubicBezTo>
                    <a:cubicBezTo>
                      <a:pt x="552" y="1657"/>
                      <a:pt x="218" y="2464"/>
                      <a:pt x="218" y="3306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1" y="6144"/>
                      <a:pt x="2548" y="6479"/>
                      <a:pt x="338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81" name="Freeform: Shape 13880">
                <a:extLst>
                  <a:ext uri="{FF2B5EF4-FFF2-40B4-BE49-F238E27FC236}">
                    <a16:creationId xmlns:a16="http://schemas.microsoft.com/office/drawing/2014/main" id="{734652CD-891F-B576-6BD3-974C2F3053A6}"/>
                  </a:ext>
                </a:extLst>
              </p:cNvPr>
              <p:cNvSpPr/>
              <p:nvPr/>
            </p:nvSpPr>
            <p:spPr>
              <a:xfrm>
                <a:off x="9174051" y="5168196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7" y="6144"/>
                      <a:pt x="5632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7" y="467"/>
                      <a:pt x="4231" y="133"/>
                      <a:pt x="3390" y="133"/>
                    </a:cubicBezTo>
                    <a:cubicBezTo>
                      <a:pt x="2548" y="133"/>
                      <a:pt x="1742" y="467"/>
                      <a:pt x="1147" y="1062"/>
                    </a:cubicBezTo>
                    <a:cubicBezTo>
                      <a:pt x="552" y="1657"/>
                      <a:pt x="218" y="2464"/>
                      <a:pt x="218" y="3306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2" y="6144"/>
                      <a:pt x="2548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82" name="Freeform: Shape 13881">
                <a:extLst>
                  <a:ext uri="{FF2B5EF4-FFF2-40B4-BE49-F238E27FC236}">
                    <a16:creationId xmlns:a16="http://schemas.microsoft.com/office/drawing/2014/main" id="{52BC737B-706F-15E6-2F5B-90C267B482BC}"/>
                  </a:ext>
                </a:extLst>
              </p:cNvPr>
              <p:cNvSpPr/>
              <p:nvPr/>
            </p:nvSpPr>
            <p:spPr>
              <a:xfrm>
                <a:off x="9176775" y="5167461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2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2" y="1657"/>
                      <a:pt x="218" y="2464"/>
                      <a:pt x="218" y="3306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83" name="Freeform: Shape 13882">
                <a:extLst>
                  <a:ext uri="{FF2B5EF4-FFF2-40B4-BE49-F238E27FC236}">
                    <a16:creationId xmlns:a16="http://schemas.microsoft.com/office/drawing/2014/main" id="{18CF1F43-F4BE-6D29-CB97-BA2DD4E554BF}"/>
                  </a:ext>
                </a:extLst>
              </p:cNvPr>
              <p:cNvSpPr/>
              <p:nvPr/>
            </p:nvSpPr>
            <p:spPr>
              <a:xfrm>
                <a:off x="9182162" y="5168034"/>
                <a:ext cx="6343" cy="6345"/>
              </a:xfrm>
              <a:custGeom>
                <a:avLst/>
                <a:gdLst>
                  <a:gd name="connsiteX0" fmla="*/ 3390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8"/>
                    </a:moveTo>
                    <a:cubicBezTo>
                      <a:pt x="4231" y="6478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2" y="6144"/>
                      <a:pt x="2549" y="6478"/>
                      <a:pt x="339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84" name="Freeform: Shape 13883">
                <a:extLst>
                  <a:ext uri="{FF2B5EF4-FFF2-40B4-BE49-F238E27FC236}">
                    <a16:creationId xmlns:a16="http://schemas.microsoft.com/office/drawing/2014/main" id="{25ABED2D-1BBD-A74A-E2FA-FB8753320ECF}"/>
                  </a:ext>
                </a:extLst>
              </p:cNvPr>
              <p:cNvSpPr/>
              <p:nvPr/>
            </p:nvSpPr>
            <p:spPr>
              <a:xfrm>
                <a:off x="9188693" y="5169237"/>
                <a:ext cx="6343" cy="6345"/>
              </a:xfrm>
              <a:custGeom>
                <a:avLst/>
                <a:gdLst>
                  <a:gd name="connsiteX0" fmla="*/ 3391 w 6343"/>
                  <a:gd name="connsiteY0" fmla="*/ 6479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9"/>
                    </a:moveTo>
                    <a:cubicBezTo>
                      <a:pt x="4232" y="6479"/>
                      <a:pt x="5039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9"/>
                      <a:pt x="339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85" name="Freeform: Shape 13884">
                <a:extLst>
                  <a:ext uri="{FF2B5EF4-FFF2-40B4-BE49-F238E27FC236}">
                    <a16:creationId xmlns:a16="http://schemas.microsoft.com/office/drawing/2014/main" id="{6692D3B5-CBD5-1A8A-036A-1A754331FE49}"/>
                  </a:ext>
                </a:extLst>
              </p:cNvPr>
              <p:cNvSpPr/>
              <p:nvPr/>
            </p:nvSpPr>
            <p:spPr>
              <a:xfrm>
                <a:off x="9190676" y="5168271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86" name="Freeform: Shape 13885">
                <a:extLst>
                  <a:ext uri="{FF2B5EF4-FFF2-40B4-BE49-F238E27FC236}">
                    <a16:creationId xmlns:a16="http://schemas.microsoft.com/office/drawing/2014/main" id="{8284AD31-FF15-E566-D079-C8A8AD76C136}"/>
                  </a:ext>
                </a:extLst>
              </p:cNvPr>
              <p:cNvSpPr/>
              <p:nvPr/>
            </p:nvSpPr>
            <p:spPr>
              <a:xfrm>
                <a:off x="9197226" y="5169624"/>
                <a:ext cx="6343" cy="6345"/>
              </a:xfrm>
              <a:custGeom>
                <a:avLst/>
                <a:gdLst>
                  <a:gd name="connsiteX0" fmla="*/ 3391 w 6343"/>
                  <a:gd name="connsiteY0" fmla="*/ 6479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9"/>
                    </a:moveTo>
                    <a:cubicBezTo>
                      <a:pt x="4232" y="6479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3" y="6144"/>
                      <a:pt x="2550" y="6479"/>
                      <a:pt x="339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87" name="Freeform: Shape 13886">
                <a:extLst>
                  <a:ext uri="{FF2B5EF4-FFF2-40B4-BE49-F238E27FC236}">
                    <a16:creationId xmlns:a16="http://schemas.microsoft.com/office/drawing/2014/main" id="{3FE67EC1-2968-007A-C443-DFF022C0C0B9}"/>
                  </a:ext>
                </a:extLst>
              </p:cNvPr>
              <p:cNvSpPr/>
              <p:nvPr/>
            </p:nvSpPr>
            <p:spPr>
              <a:xfrm>
                <a:off x="9196803" y="5165578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88" name="Freeform: Shape 13887">
                <a:extLst>
                  <a:ext uri="{FF2B5EF4-FFF2-40B4-BE49-F238E27FC236}">
                    <a16:creationId xmlns:a16="http://schemas.microsoft.com/office/drawing/2014/main" id="{E08BEBB6-4A5A-A9A1-E3C8-C8668840C834}"/>
                  </a:ext>
                </a:extLst>
              </p:cNvPr>
              <p:cNvSpPr/>
              <p:nvPr/>
            </p:nvSpPr>
            <p:spPr>
              <a:xfrm>
                <a:off x="9160449" y="5142256"/>
                <a:ext cx="6343" cy="6345"/>
              </a:xfrm>
              <a:custGeom>
                <a:avLst/>
                <a:gdLst>
                  <a:gd name="connsiteX0" fmla="*/ 3388 w 6343"/>
                  <a:gd name="connsiteY0" fmla="*/ 6476 h 6345"/>
                  <a:gd name="connsiteX1" fmla="*/ 5631 w 6343"/>
                  <a:gd name="connsiteY1" fmla="*/ 5547 h 6345"/>
                  <a:gd name="connsiteX2" fmla="*/ 6560 w 6343"/>
                  <a:gd name="connsiteY2" fmla="*/ 3304 h 6345"/>
                  <a:gd name="connsiteX3" fmla="*/ 5631 w 6343"/>
                  <a:gd name="connsiteY3" fmla="*/ 1060 h 6345"/>
                  <a:gd name="connsiteX4" fmla="*/ 3388 w 6343"/>
                  <a:gd name="connsiteY4" fmla="*/ 131 h 6345"/>
                  <a:gd name="connsiteX5" fmla="*/ 1146 w 6343"/>
                  <a:gd name="connsiteY5" fmla="*/ 1060 h 6345"/>
                  <a:gd name="connsiteX6" fmla="*/ 217 w 6343"/>
                  <a:gd name="connsiteY6" fmla="*/ 3304 h 6345"/>
                  <a:gd name="connsiteX7" fmla="*/ 1146 w 6343"/>
                  <a:gd name="connsiteY7" fmla="*/ 5547 h 6345"/>
                  <a:gd name="connsiteX8" fmla="*/ 3388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6"/>
                    </a:moveTo>
                    <a:cubicBezTo>
                      <a:pt x="4230" y="6476"/>
                      <a:pt x="5036" y="6142"/>
                      <a:pt x="5631" y="5547"/>
                    </a:cubicBezTo>
                    <a:cubicBezTo>
                      <a:pt x="6226" y="4952"/>
                      <a:pt x="6560" y="4145"/>
                      <a:pt x="6560" y="3304"/>
                    </a:cubicBezTo>
                    <a:cubicBezTo>
                      <a:pt x="6560" y="2462"/>
                      <a:pt x="6226" y="1655"/>
                      <a:pt x="5631" y="1060"/>
                    </a:cubicBezTo>
                    <a:cubicBezTo>
                      <a:pt x="5036" y="465"/>
                      <a:pt x="4230" y="131"/>
                      <a:pt x="3388" y="131"/>
                    </a:cubicBezTo>
                    <a:cubicBezTo>
                      <a:pt x="2547" y="131"/>
                      <a:pt x="1741" y="465"/>
                      <a:pt x="1146" y="1060"/>
                    </a:cubicBezTo>
                    <a:cubicBezTo>
                      <a:pt x="551" y="1655"/>
                      <a:pt x="217" y="2462"/>
                      <a:pt x="217" y="3304"/>
                    </a:cubicBezTo>
                    <a:cubicBezTo>
                      <a:pt x="217" y="4145"/>
                      <a:pt x="551" y="4952"/>
                      <a:pt x="1146" y="5547"/>
                    </a:cubicBezTo>
                    <a:cubicBezTo>
                      <a:pt x="1741" y="6142"/>
                      <a:pt x="2547" y="6476"/>
                      <a:pt x="3388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89" name="Freeform: Shape 13888">
                <a:extLst>
                  <a:ext uri="{FF2B5EF4-FFF2-40B4-BE49-F238E27FC236}">
                    <a16:creationId xmlns:a16="http://schemas.microsoft.com/office/drawing/2014/main" id="{9427E34F-73DE-2F5B-1B11-CC8A091E8963}"/>
                  </a:ext>
                </a:extLst>
              </p:cNvPr>
              <p:cNvSpPr/>
              <p:nvPr/>
            </p:nvSpPr>
            <p:spPr>
              <a:xfrm>
                <a:off x="9162305" y="5141015"/>
                <a:ext cx="6343" cy="6345"/>
              </a:xfrm>
              <a:custGeom>
                <a:avLst/>
                <a:gdLst>
                  <a:gd name="connsiteX0" fmla="*/ 3389 w 6343"/>
                  <a:gd name="connsiteY0" fmla="*/ 6476 h 6345"/>
                  <a:gd name="connsiteX1" fmla="*/ 5631 w 6343"/>
                  <a:gd name="connsiteY1" fmla="*/ 5547 h 6345"/>
                  <a:gd name="connsiteX2" fmla="*/ 6560 w 6343"/>
                  <a:gd name="connsiteY2" fmla="*/ 3304 h 6345"/>
                  <a:gd name="connsiteX3" fmla="*/ 5631 w 6343"/>
                  <a:gd name="connsiteY3" fmla="*/ 1060 h 6345"/>
                  <a:gd name="connsiteX4" fmla="*/ 3389 w 6343"/>
                  <a:gd name="connsiteY4" fmla="*/ 131 h 6345"/>
                  <a:gd name="connsiteX5" fmla="*/ 1146 w 6343"/>
                  <a:gd name="connsiteY5" fmla="*/ 1060 h 6345"/>
                  <a:gd name="connsiteX6" fmla="*/ 217 w 6343"/>
                  <a:gd name="connsiteY6" fmla="*/ 3304 h 6345"/>
                  <a:gd name="connsiteX7" fmla="*/ 1146 w 6343"/>
                  <a:gd name="connsiteY7" fmla="*/ 5547 h 6345"/>
                  <a:gd name="connsiteX8" fmla="*/ 338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6"/>
                    </a:moveTo>
                    <a:cubicBezTo>
                      <a:pt x="4230" y="6476"/>
                      <a:pt x="5036" y="6142"/>
                      <a:pt x="5631" y="5547"/>
                    </a:cubicBezTo>
                    <a:cubicBezTo>
                      <a:pt x="6226" y="4952"/>
                      <a:pt x="6560" y="4145"/>
                      <a:pt x="6560" y="3304"/>
                    </a:cubicBezTo>
                    <a:cubicBezTo>
                      <a:pt x="6560" y="2462"/>
                      <a:pt x="6226" y="1655"/>
                      <a:pt x="5631" y="1060"/>
                    </a:cubicBezTo>
                    <a:cubicBezTo>
                      <a:pt x="5036" y="465"/>
                      <a:pt x="4230" y="131"/>
                      <a:pt x="3389" y="131"/>
                    </a:cubicBezTo>
                    <a:cubicBezTo>
                      <a:pt x="2547" y="131"/>
                      <a:pt x="1741" y="465"/>
                      <a:pt x="1146" y="1060"/>
                    </a:cubicBezTo>
                    <a:cubicBezTo>
                      <a:pt x="551" y="1655"/>
                      <a:pt x="217" y="2462"/>
                      <a:pt x="217" y="3304"/>
                    </a:cubicBezTo>
                    <a:cubicBezTo>
                      <a:pt x="217" y="4145"/>
                      <a:pt x="551" y="4952"/>
                      <a:pt x="1146" y="5547"/>
                    </a:cubicBezTo>
                    <a:cubicBezTo>
                      <a:pt x="1741" y="6142"/>
                      <a:pt x="2547" y="6476"/>
                      <a:pt x="338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90" name="Freeform: Shape 13889">
                <a:extLst>
                  <a:ext uri="{FF2B5EF4-FFF2-40B4-BE49-F238E27FC236}">
                    <a16:creationId xmlns:a16="http://schemas.microsoft.com/office/drawing/2014/main" id="{3C3FB760-A359-7C19-6179-53069D1F623D}"/>
                  </a:ext>
                </a:extLst>
              </p:cNvPr>
              <p:cNvSpPr/>
              <p:nvPr/>
            </p:nvSpPr>
            <p:spPr>
              <a:xfrm>
                <a:off x="9159959" y="5137475"/>
                <a:ext cx="6343" cy="6345"/>
              </a:xfrm>
              <a:custGeom>
                <a:avLst/>
                <a:gdLst>
                  <a:gd name="connsiteX0" fmla="*/ 3388 w 6343"/>
                  <a:gd name="connsiteY0" fmla="*/ 6476 h 6345"/>
                  <a:gd name="connsiteX1" fmla="*/ 5631 w 6343"/>
                  <a:gd name="connsiteY1" fmla="*/ 5547 h 6345"/>
                  <a:gd name="connsiteX2" fmla="*/ 6560 w 6343"/>
                  <a:gd name="connsiteY2" fmla="*/ 3303 h 6345"/>
                  <a:gd name="connsiteX3" fmla="*/ 5631 w 6343"/>
                  <a:gd name="connsiteY3" fmla="*/ 1060 h 6345"/>
                  <a:gd name="connsiteX4" fmla="*/ 3388 w 6343"/>
                  <a:gd name="connsiteY4" fmla="*/ 131 h 6345"/>
                  <a:gd name="connsiteX5" fmla="*/ 1146 w 6343"/>
                  <a:gd name="connsiteY5" fmla="*/ 1060 h 6345"/>
                  <a:gd name="connsiteX6" fmla="*/ 217 w 6343"/>
                  <a:gd name="connsiteY6" fmla="*/ 3303 h 6345"/>
                  <a:gd name="connsiteX7" fmla="*/ 1146 w 6343"/>
                  <a:gd name="connsiteY7" fmla="*/ 5547 h 6345"/>
                  <a:gd name="connsiteX8" fmla="*/ 3388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6"/>
                    </a:moveTo>
                    <a:cubicBezTo>
                      <a:pt x="4230" y="6476"/>
                      <a:pt x="5036" y="6142"/>
                      <a:pt x="5631" y="5547"/>
                    </a:cubicBezTo>
                    <a:cubicBezTo>
                      <a:pt x="6226" y="4952"/>
                      <a:pt x="6560" y="4145"/>
                      <a:pt x="6560" y="3303"/>
                    </a:cubicBezTo>
                    <a:cubicBezTo>
                      <a:pt x="6560" y="2462"/>
                      <a:pt x="6226" y="1655"/>
                      <a:pt x="5631" y="1060"/>
                    </a:cubicBezTo>
                    <a:cubicBezTo>
                      <a:pt x="5036" y="465"/>
                      <a:pt x="4230" y="131"/>
                      <a:pt x="3388" y="131"/>
                    </a:cubicBezTo>
                    <a:cubicBezTo>
                      <a:pt x="2547" y="131"/>
                      <a:pt x="1741" y="465"/>
                      <a:pt x="1146" y="1060"/>
                    </a:cubicBezTo>
                    <a:cubicBezTo>
                      <a:pt x="551" y="1655"/>
                      <a:pt x="217" y="2462"/>
                      <a:pt x="217" y="3303"/>
                    </a:cubicBezTo>
                    <a:cubicBezTo>
                      <a:pt x="217" y="4145"/>
                      <a:pt x="551" y="4952"/>
                      <a:pt x="1146" y="5547"/>
                    </a:cubicBezTo>
                    <a:cubicBezTo>
                      <a:pt x="1741" y="6142"/>
                      <a:pt x="2547" y="6476"/>
                      <a:pt x="3388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91" name="Freeform: Shape 13890">
                <a:extLst>
                  <a:ext uri="{FF2B5EF4-FFF2-40B4-BE49-F238E27FC236}">
                    <a16:creationId xmlns:a16="http://schemas.microsoft.com/office/drawing/2014/main" id="{09155992-B19C-4BE9-452F-417CAF95B831}"/>
                  </a:ext>
                </a:extLst>
              </p:cNvPr>
              <p:cNvSpPr/>
              <p:nvPr/>
            </p:nvSpPr>
            <p:spPr>
              <a:xfrm>
                <a:off x="9221173" y="5169391"/>
                <a:ext cx="6343" cy="6345"/>
              </a:xfrm>
              <a:custGeom>
                <a:avLst/>
                <a:gdLst>
                  <a:gd name="connsiteX0" fmla="*/ 3393 w 6343"/>
                  <a:gd name="connsiteY0" fmla="*/ 6479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9"/>
                    </a:moveTo>
                    <a:cubicBezTo>
                      <a:pt x="4234" y="6479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5" y="6144"/>
                      <a:pt x="2552" y="6479"/>
                      <a:pt x="339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92" name="Freeform: Shape 13891">
                <a:extLst>
                  <a:ext uri="{FF2B5EF4-FFF2-40B4-BE49-F238E27FC236}">
                    <a16:creationId xmlns:a16="http://schemas.microsoft.com/office/drawing/2014/main" id="{E511179F-D53A-7991-AB59-D2F3F39DFFBB}"/>
                  </a:ext>
                </a:extLst>
              </p:cNvPr>
              <p:cNvSpPr/>
              <p:nvPr/>
            </p:nvSpPr>
            <p:spPr>
              <a:xfrm>
                <a:off x="9223786" y="5167274"/>
                <a:ext cx="6343" cy="6345"/>
              </a:xfrm>
              <a:custGeom>
                <a:avLst/>
                <a:gdLst>
                  <a:gd name="connsiteX0" fmla="*/ 3393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8"/>
                    </a:moveTo>
                    <a:cubicBezTo>
                      <a:pt x="4235" y="6478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5" y="133"/>
                      <a:pt x="3393" y="133"/>
                    </a:cubicBezTo>
                    <a:cubicBezTo>
                      <a:pt x="2552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2" y="6478"/>
                      <a:pt x="339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93" name="Freeform: Shape 13892">
                <a:extLst>
                  <a:ext uri="{FF2B5EF4-FFF2-40B4-BE49-F238E27FC236}">
                    <a16:creationId xmlns:a16="http://schemas.microsoft.com/office/drawing/2014/main" id="{A3ED4122-0B20-7ECC-F759-2DC49EDDF406}"/>
                  </a:ext>
                </a:extLst>
              </p:cNvPr>
              <p:cNvSpPr/>
              <p:nvPr/>
            </p:nvSpPr>
            <p:spPr>
              <a:xfrm>
                <a:off x="9225046" y="5166201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5" y="133"/>
                      <a:pt x="3394" y="133"/>
                    </a:cubicBezTo>
                    <a:cubicBezTo>
                      <a:pt x="2552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2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94" name="Freeform: Shape 13893">
                <a:extLst>
                  <a:ext uri="{FF2B5EF4-FFF2-40B4-BE49-F238E27FC236}">
                    <a16:creationId xmlns:a16="http://schemas.microsoft.com/office/drawing/2014/main" id="{7CEE938C-2919-EFF5-AFF8-39C5739D81A9}"/>
                  </a:ext>
                </a:extLst>
              </p:cNvPr>
              <p:cNvSpPr/>
              <p:nvPr/>
            </p:nvSpPr>
            <p:spPr>
              <a:xfrm>
                <a:off x="9227159" y="5165641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95" name="Freeform: Shape 13894">
                <a:extLst>
                  <a:ext uri="{FF2B5EF4-FFF2-40B4-BE49-F238E27FC236}">
                    <a16:creationId xmlns:a16="http://schemas.microsoft.com/office/drawing/2014/main" id="{C6AD897B-6240-32A9-A43F-F80D920A46DA}"/>
                  </a:ext>
                </a:extLst>
              </p:cNvPr>
              <p:cNvSpPr/>
              <p:nvPr/>
            </p:nvSpPr>
            <p:spPr>
              <a:xfrm>
                <a:off x="9047035" y="5038938"/>
                <a:ext cx="6343" cy="6345"/>
              </a:xfrm>
              <a:custGeom>
                <a:avLst/>
                <a:gdLst>
                  <a:gd name="connsiteX0" fmla="*/ 3380 w 6343"/>
                  <a:gd name="connsiteY0" fmla="*/ 6468 h 6345"/>
                  <a:gd name="connsiteX1" fmla="*/ 5622 w 6343"/>
                  <a:gd name="connsiteY1" fmla="*/ 5539 h 6345"/>
                  <a:gd name="connsiteX2" fmla="*/ 6551 w 6343"/>
                  <a:gd name="connsiteY2" fmla="*/ 3296 h 6345"/>
                  <a:gd name="connsiteX3" fmla="*/ 5622 w 6343"/>
                  <a:gd name="connsiteY3" fmla="*/ 1052 h 6345"/>
                  <a:gd name="connsiteX4" fmla="*/ 3380 w 6343"/>
                  <a:gd name="connsiteY4" fmla="*/ 123 h 6345"/>
                  <a:gd name="connsiteX5" fmla="*/ 1137 w 6343"/>
                  <a:gd name="connsiteY5" fmla="*/ 1052 h 6345"/>
                  <a:gd name="connsiteX6" fmla="*/ 208 w 6343"/>
                  <a:gd name="connsiteY6" fmla="*/ 3296 h 6345"/>
                  <a:gd name="connsiteX7" fmla="*/ 1137 w 6343"/>
                  <a:gd name="connsiteY7" fmla="*/ 5539 h 6345"/>
                  <a:gd name="connsiteX8" fmla="*/ 338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68"/>
                    </a:moveTo>
                    <a:cubicBezTo>
                      <a:pt x="4221" y="6468"/>
                      <a:pt x="5027" y="6134"/>
                      <a:pt x="5622" y="5539"/>
                    </a:cubicBezTo>
                    <a:cubicBezTo>
                      <a:pt x="6217" y="4944"/>
                      <a:pt x="6551" y="4137"/>
                      <a:pt x="6551" y="3296"/>
                    </a:cubicBezTo>
                    <a:cubicBezTo>
                      <a:pt x="6551" y="2454"/>
                      <a:pt x="6217" y="1647"/>
                      <a:pt x="5622" y="1052"/>
                    </a:cubicBezTo>
                    <a:cubicBezTo>
                      <a:pt x="5027" y="457"/>
                      <a:pt x="4221" y="123"/>
                      <a:pt x="3380" y="123"/>
                    </a:cubicBezTo>
                    <a:cubicBezTo>
                      <a:pt x="2538" y="123"/>
                      <a:pt x="1732" y="457"/>
                      <a:pt x="1137" y="1052"/>
                    </a:cubicBezTo>
                    <a:cubicBezTo>
                      <a:pt x="542" y="1647"/>
                      <a:pt x="208" y="2454"/>
                      <a:pt x="208" y="3296"/>
                    </a:cubicBezTo>
                    <a:cubicBezTo>
                      <a:pt x="208" y="4137"/>
                      <a:pt x="542" y="4944"/>
                      <a:pt x="1137" y="5539"/>
                    </a:cubicBezTo>
                    <a:cubicBezTo>
                      <a:pt x="1732" y="6134"/>
                      <a:pt x="2538" y="6468"/>
                      <a:pt x="338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96" name="Freeform: Shape 13895">
                <a:extLst>
                  <a:ext uri="{FF2B5EF4-FFF2-40B4-BE49-F238E27FC236}">
                    <a16:creationId xmlns:a16="http://schemas.microsoft.com/office/drawing/2014/main" id="{7A6D6D09-8C87-D069-554C-7F38DD71EFBD}"/>
                  </a:ext>
                </a:extLst>
              </p:cNvPr>
              <p:cNvSpPr/>
              <p:nvPr/>
            </p:nvSpPr>
            <p:spPr>
              <a:xfrm>
                <a:off x="9049846" y="5037310"/>
                <a:ext cx="6343" cy="6345"/>
              </a:xfrm>
              <a:custGeom>
                <a:avLst/>
                <a:gdLst>
                  <a:gd name="connsiteX0" fmla="*/ 3380 w 6343"/>
                  <a:gd name="connsiteY0" fmla="*/ 6468 h 6345"/>
                  <a:gd name="connsiteX1" fmla="*/ 5622 w 6343"/>
                  <a:gd name="connsiteY1" fmla="*/ 5539 h 6345"/>
                  <a:gd name="connsiteX2" fmla="*/ 6551 w 6343"/>
                  <a:gd name="connsiteY2" fmla="*/ 3295 h 6345"/>
                  <a:gd name="connsiteX3" fmla="*/ 5622 w 6343"/>
                  <a:gd name="connsiteY3" fmla="*/ 1052 h 6345"/>
                  <a:gd name="connsiteX4" fmla="*/ 3380 w 6343"/>
                  <a:gd name="connsiteY4" fmla="*/ 123 h 6345"/>
                  <a:gd name="connsiteX5" fmla="*/ 1137 w 6343"/>
                  <a:gd name="connsiteY5" fmla="*/ 1052 h 6345"/>
                  <a:gd name="connsiteX6" fmla="*/ 208 w 6343"/>
                  <a:gd name="connsiteY6" fmla="*/ 3295 h 6345"/>
                  <a:gd name="connsiteX7" fmla="*/ 1137 w 6343"/>
                  <a:gd name="connsiteY7" fmla="*/ 5539 h 6345"/>
                  <a:gd name="connsiteX8" fmla="*/ 3380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68"/>
                    </a:moveTo>
                    <a:cubicBezTo>
                      <a:pt x="4221" y="6468"/>
                      <a:pt x="5028" y="6134"/>
                      <a:pt x="5622" y="5539"/>
                    </a:cubicBezTo>
                    <a:cubicBezTo>
                      <a:pt x="6217" y="4944"/>
                      <a:pt x="6551" y="4137"/>
                      <a:pt x="6551" y="3295"/>
                    </a:cubicBezTo>
                    <a:cubicBezTo>
                      <a:pt x="6551" y="2454"/>
                      <a:pt x="6217" y="1647"/>
                      <a:pt x="5622" y="1052"/>
                    </a:cubicBezTo>
                    <a:cubicBezTo>
                      <a:pt x="5028" y="457"/>
                      <a:pt x="4221" y="123"/>
                      <a:pt x="3380" y="123"/>
                    </a:cubicBezTo>
                    <a:cubicBezTo>
                      <a:pt x="2539" y="123"/>
                      <a:pt x="1732" y="457"/>
                      <a:pt x="1137" y="1052"/>
                    </a:cubicBezTo>
                    <a:cubicBezTo>
                      <a:pt x="542" y="1647"/>
                      <a:pt x="208" y="2454"/>
                      <a:pt x="208" y="3295"/>
                    </a:cubicBezTo>
                    <a:cubicBezTo>
                      <a:pt x="208" y="4137"/>
                      <a:pt x="542" y="4944"/>
                      <a:pt x="1137" y="5539"/>
                    </a:cubicBezTo>
                    <a:cubicBezTo>
                      <a:pt x="1732" y="6134"/>
                      <a:pt x="2539" y="6468"/>
                      <a:pt x="3380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97" name="Freeform: Shape 13896">
                <a:extLst>
                  <a:ext uri="{FF2B5EF4-FFF2-40B4-BE49-F238E27FC236}">
                    <a16:creationId xmlns:a16="http://schemas.microsoft.com/office/drawing/2014/main" id="{4BFD05EA-3208-87A6-76ED-4BED3724A025}"/>
                  </a:ext>
                </a:extLst>
              </p:cNvPr>
              <p:cNvSpPr/>
              <p:nvPr/>
            </p:nvSpPr>
            <p:spPr>
              <a:xfrm>
                <a:off x="9231450" y="5151756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1 w 6343"/>
                  <a:gd name="connsiteY5" fmla="*/ 1061 h 6345"/>
                  <a:gd name="connsiteX6" fmla="*/ 222 w 6343"/>
                  <a:gd name="connsiteY6" fmla="*/ 3304 h 6345"/>
                  <a:gd name="connsiteX7" fmla="*/ 1151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7" y="5548"/>
                    </a:cubicBezTo>
                    <a:cubicBezTo>
                      <a:pt x="6231" y="4953"/>
                      <a:pt x="6566" y="4146"/>
                      <a:pt x="6566" y="3304"/>
                    </a:cubicBezTo>
                    <a:cubicBezTo>
                      <a:pt x="6566" y="2463"/>
                      <a:pt x="6231" y="1656"/>
                      <a:pt x="5637" y="1061"/>
                    </a:cubicBezTo>
                    <a:cubicBezTo>
                      <a:pt x="5042" y="466"/>
                      <a:pt x="4235" y="132"/>
                      <a:pt x="3394" y="132"/>
                    </a:cubicBezTo>
                    <a:cubicBezTo>
                      <a:pt x="2553" y="132"/>
                      <a:pt x="1746" y="466"/>
                      <a:pt x="1151" y="1061"/>
                    </a:cubicBezTo>
                    <a:cubicBezTo>
                      <a:pt x="557" y="1656"/>
                      <a:pt x="222" y="2463"/>
                      <a:pt x="222" y="3304"/>
                    </a:cubicBezTo>
                    <a:cubicBezTo>
                      <a:pt x="222" y="4146"/>
                      <a:pt x="557" y="4953"/>
                      <a:pt x="1151" y="5548"/>
                    </a:cubicBezTo>
                    <a:cubicBezTo>
                      <a:pt x="1746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98" name="Freeform: Shape 13897">
                <a:extLst>
                  <a:ext uri="{FF2B5EF4-FFF2-40B4-BE49-F238E27FC236}">
                    <a16:creationId xmlns:a16="http://schemas.microsoft.com/office/drawing/2014/main" id="{E8DAE8B7-5F28-BB20-86B3-679F0941654E}"/>
                  </a:ext>
                </a:extLst>
              </p:cNvPr>
              <p:cNvSpPr/>
              <p:nvPr/>
            </p:nvSpPr>
            <p:spPr>
              <a:xfrm>
                <a:off x="9233092" y="5150969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5" y="132"/>
                      <a:pt x="3394" y="132"/>
                    </a:cubicBezTo>
                    <a:cubicBezTo>
                      <a:pt x="2553" y="132"/>
                      <a:pt x="1746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6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899" name="Freeform: Shape 13898">
                <a:extLst>
                  <a:ext uri="{FF2B5EF4-FFF2-40B4-BE49-F238E27FC236}">
                    <a16:creationId xmlns:a16="http://schemas.microsoft.com/office/drawing/2014/main" id="{9A75335E-6B33-1322-E03F-AF5DA475400B}"/>
                  </a:ext>
                </a:extLst>
              </p:cNvPr>
              <p:cNvSpPr/>
              <p:nvPr/>
            </p:nvSpPr>
            <p:spPr>
              <a:xfrm>
                <a:off x="9234328" y="5149919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5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5" y="132"/>
                      <a:pt x="3394" y="132"/>
                    </a:cubicBezTo>
                    <a:cubicBezTo>
                      <a:pt x="2553" y="132"/>
                      <a:pt x="1746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6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00" name="Freeform: Shape 13899">
                <a:extLst>
                  <a:ext uri="{FF2B5EF4-FFF2-40B4-BE49-F238E27FC236}">
                    <a16:creationId xmlns:a16="http://schemas.microsoft.com/office/drawing/2014/main" id="{F5F47343-D4DB-90B3-1182-BC87DC3E7BDD}"/>
                  </a:ext>
                </a:extLst>
              </p:cNvPr>
              <p:cNvSpPr/>
              <p:nvPr/>
            </p:nvSpPr>
            <p:spPr>
              <a:xfrm>
                <a:off x="9237137" y="5149968"/>
                <a:ext cx="6343" cy="6345"/>
              </a:xfrm>
              <a:custGeom>
                <a:avLst/>
                <a:gdLst>
                  <a:gd name="connsiteX0" fmla="*/ 3394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4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7"/>
                    </a:moveTo>
                    <a:cubicBezTo>
                      <a:pt x="4236" y="6477"/>
                      <a:pt x="5042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2" y="466"/>
                      <a:pt x="4236" y="132"/>
                      <a:pt x="3394" y="132"/>
                    </a:cubicBezTo>
                    <a:cubicBezTo>
                      <a:pt x="2553" y="132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7" y="6143"/>
                      <a:pt x="2553" y="6477"/>
                      <a:pt x="339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01" name="Freeform: Shape 13900">
                <a:extLst>
                  <a:ext uri="{FF2B5EF4-FFF2-40B4-BE49-F238E27FC236}">
                    <a16:creationId xmlns:a16="http://schemas.microsoft.com/office/drawing/2014/main" id="{47BA7BB3-187C-0D22-7B55-F128F7E93D64}"/>
                  </a:ext>
                </a:extLst>
              </p:cNvPr>
              <p:cNvSpPr/>
              <p:nvPr/>
            </p:nvSpPr>
            <p:spPr>
              <a:xfrm>
                <a:off x="9239685" y="5149869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5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3" y="466"/>
                      <a:pt x="4236" y="132"/>
                      <a:pt x="3395" y="132"/>
                    </a:cubicBezTo>
                    <a:cubicBezTo>
                      <a:pt x="2554" y="132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7" y="6143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02" name="Freeform: Shape 13901">
                <a:extLst>
                  <a:ext uri="{FF2B5EF4-FFF2-40B4-BE49-F238E27FC236}">
                    <a16:creationId xmlns:a16="http://schemas.microsoft.com/office/drawing/2014/main" id="{27C1A6AF-3905-0C7A-5298-66C2FCED6316}"/>
                  </a:ext>
                </a:extLst>
              </p:cNvPr>
              <p:cNvSpPr/>
              <p:nvPr/>
            </p:nvSpPr>
            <p:spPr>
              <a:xfrm>
                <a:off x="9241976" y="5149617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5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3" y="466"/>
                      <a:pt x="4236" y="132"/>
                      <a:pt x="3395" y="132"/>
                    </a:cubicBezTo>
                    <a:cubicBezTo>
                      <a:pt x="2554" y="132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7" y="6143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03" name="Freeform: Shape 13902">
                <a:extLst>
                  <a:ext uri="{FF2B5EF4-FFF2-40B4-BE49-F238E27FC236}">
                    <a16:creationId xmlns:a16="http://schemas.microsoft.com/office/drawing/2014/main" id="{ED91780F-890D-3A06-DDBD-C7158B31D454}"/>
                  </a:ext>
                </a:extLst>
              </p:cNvPr>
              <p:cNvSpPr/>
              <p:nvPr/>
            </p:nvSpPr>
            <p:spPr>
              <a:xfrm>
                <a:off x="9243414" y="5148774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8 w 6343"/>
                  <a:gd name="connsiteY1" fmla="*/ 5548 h 6345"/>
                  <a:gd name="connsiteX2" fmla="*/ 6567 w 6343"/>
                  <a:gd name="connsiteY2" fmla="*/ 3304 h 6345"/>
                  <a:gd name="connsiteX3" fmla="*/ 5638 w 6343"/>
                  <a:gd name="connsiteY3" fmla="*/ 1061 h 6345"/>
                  <a:gd name="connsiteX4" fmla="*/ 3395 w 6343"/>
                  <a:gd name="connsiteY4" fmla="*/ 132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3"/>
                      <a:pt x="5638" y="5548"/>
                    </a:cubicBezTo>
                    <a:cubicBezTo>
                      <a:pt x="6232" y="4953"/>
                      <a:pt x="6567" y="4146"/>
                      <a:pt x="6567" y="3304"/>
                    </a:cubicBezTo>
                    <a:cubicBezTo>
                      <a:pt x="6567" y="2463"/>
                      <a:pt x="6232" y="1656"/>
                      <a:pt x="5638" y="1061"/>
                    </a:cubicBezTo>
                    <a:cubicBezTo>
                      <a:pt x="5043" y="466"/>
                      <a:pt x="4236" y="132"/>
                      <a:pt x="3395" y="132"/>
                    </a:cubicBezTo>
                    <a:cubicBezTo>
                      <a:pt x="2554" y="132"/>
                      <a:pt x="1747" y="466"/>
                      <a:pt x="1152" y="1061"/>
                    </a:cubicBezTo>
                    <a:cubicBezTo>
                      <a:pt x="558" y="1656"/>
                      <a:pt x="223" y="2463"/>
                      <a:pt x="223" y="3304"/>
                    </a:cubicBezTo>
                    <a:cubicBezTo>
                      <a:pt x="223" y="4146"/>
                      <a:pt x="558" y="4953"/>
                      <a:pt x="1152" y="5548"/>
                    </a:cubicBezTo>
                    <a:cubicBezTo>
                      <a:pt x="1747" y="6143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04" name="Freeform: Shape 13903">
                <a:extLst>
                  <a:ext uri="{FF2B5EF4-FFF2-40B4-BE49-F238E27FC236}">
                    <a16:creationId xmlns:a16="http://schemas.microsoft.com/office/drawing/2014/main" id="{7FA83D31-995A-986C-224F-6E509FF41D60}"/>
                  </a:ext>
                </a:extLst>
              </p:cNvPr>
              <p:cNvSpPr/>
              <p:nvPr/>
            </p:nvSpPr>
            <p:spPr>
              <a:xfrm>
                <a:off x="9244805" y="5147907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8 w 6343"/>
                  <a:gd name="connsiteY1" fmla="*/ 5548 h 6345"/>
                  <a:gd name="connsiteX2" fmla="*/ 6567 w 6343"/>
                  <a:gd name="connsiteY2" fmla="*/ 3304 h 6345"/>
                  <a:gd name="connsiteX3" fmla="*/ 5638 w 6343"/>
                  <a:gd name="connsiteY3" fmla="*/ 1061 h 6345"/>
                  <a:gd name="connsiteX4" fmla="*/ 3395 w 6343"/>
                  <a:gd name="connsiteY4" fmla="*/ 131 h 6345"/>
                  <a:gd name="connsiteX5" fmla="*/ 1152 w 6343"/>
                  <a:gd name="connsiteY5" fmla="*/ 1061 h 6345"/>
                  <a:gd name="connsiteX6" fmla="*/ 224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3"/>
                      <a:pt x="5638" y="5548"/>
                    </a:cubicBezTo>
                    <a:cubicBezTo>
                      <a:pt x="6232" y="4953"/>
                      <a:pt x="6567" y="4146"/>
                      <a:pt x="6567" y="3304"/>
                    </a:cubicBezTo>
                    <a:cubicBezTo>
                      <a:pt x="6567" y="2463"/>
                      <a:pt x="6232" y="1656"/>
                      <a:pt x="5638" y="1061"/>
                    </a:cubicBezTo>
                    <a:cubicBezTo>
                      <a:pt x="5043" y="466"/>
                      <a:pt x="4236" y="131"/>
                      <a:pt x="3395" y="131"/>
                    </a:cubicBezTo>
                    <a:cubicBezTo>
                      <a:pt x="2554" y="131"/>
                      <a:pt x="1747" y="466"/>
                      <a:pt x="1152" y="1061"/>
                    </a:cubicBezTo>
                    <a:cubicBezTo>
                      <a:pt x="558" y="1656"/>
                      <a:pt x="224" y="2463"/>
                      <a:pt x="224" y="3304"/>
                    </a:cubicBezTo>
                    <a:cubicBezTo>
                      <a:pt x="224" y="4146"/>
                      <a:pt x="558" y="4953"/>
                      <a:pt x="1152" y="5548"/>
                    </a:cubicBezTo>
                    <a:cubicBezTo>
                      <a:pt x="1747" y="6143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05" name="Freeform: Shape 13904">
                <a:extLst>
                  <a:ext uri="{FF2B5EF4-FFF2-40B4-BE49-F238E27FC236}">
                    <a16:creationId xmlns:a16="http://schemas.microsoft.com/office/drawing/2014/main" id="{D78E9D22-C68A-0A07-951B-6AF4C2C469B1}"/>
                  </a:ext>
                </a:extLst>
              </p:cNvPr>
              <p:cNvSpPr/>
              <p:nvPr/>
            </p:nvSpPr>
            <p:spPr>
              <a:xfrm>
                <a:off x="9283362" y="5169965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7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5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5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06" name="Freeform: Shape 13905">
                <a:extLst>
                  <a:ext uri="{FF2B5EF4-FFF2-40B4-BE49-F238E27FC236}">
                    <a16:creationId xmlns:a16="http://schemas.microsoft.com/office/drawing/2014/main" id="{560B374A-3274-27B4-06B5-0A0383A33F46}"/>
                  </a:ext>
                </a:extLst>
              </p:cNvPr>
              <p:cNvSpPr/>
              <p:nvPr/>
            </p:nvSpPr>
            <p:spPr>
              <a:xfrm>
                <a:off x="9285727" y="5170229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6" y="1062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07" name="Freeform: Shape 13906">
                <a:extLst>
                  <a:ext uri="{FF2B5EF4-FFF2-40B4-BE49-F238E27FC236}">
                    <a16:creationId xmlns:a16="http://schemas.microsoft.com/office/drawing/2014/main" id="{9FDFED6C-D690-9294-EE68-BA992A32F32A}"/>
                  </a:ext>
                </a:extLst>
              </p:cNvPr>
              <p:cNvSpPr/>
              <p:nvPr/>
            </p:nvSpPr>
            <p:spPr>
              <a:xfrm>
                <a:off x="9287890" y="5170365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2"/>
                    </a:cubicBezTo>
                    <a:cubicBezTo>
                      <a:pt x="5046" y="468"/>
                      <a:pt x="4240" y="133"/>
                      <a:pt x="3398" y="133"/>
                    </a:cubicBezTo>
                    <a:cubicBezTo>
                      <a:pt x="2557" y="133"/>
                      <a:pt x="1751" y="468"/>
                      <a:pt x="1156" y="1062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08" name="Freeform: Shape 13907">
                <a:extLst>
                  <a:ext uri="{FF2B5EF4-FFF2-40B4-BE49-F238E27FC236}">
                    <a16:creationId xmlns:a16="http://schemas.microsoft.com/office/drawing/2014/main" id="{B1F892B9-0B8A-8569-9499-61DBAAFBF657}"/>
                  </a:ext>
                </a:extLst>
              </p:cNvPr>
              <p:cNvSpPr/>
              <p:nvPr/>
            </p:nvSpPr>
            <p:spPr>
              <a:xfrm>
                <a:off x="9289228" y="5169869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8"/>
                      <a:pt x="4240" y="133"/>
                      <a:pt x="3399" y="133"/>
                    </a:cubicBezTo>
                    <a:cubicBezTo>
                      <a:pt x="2557" y="133"/>
                      <a:pt x="1751" y="468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09" name="Freeform: Shape 13908">
                <a:extLst>
                  <a:ext uri="{FF2B5EF4-FFF2-40B4-BE49-F238E27FC236}">
                    <a16:creationId xmlns:a16="http://schemas.microsoft.com/office/drawing/2014/main" id="{C6DA2BA4-2632-89F1-29D7-AE4C993A2F96}"/>
                  </a:ext>
                </a:extLst>
              </p:cNvPr>
              <p:cNvSpPr/>
              <p:nvPr/>
            </p:nvSpPr>
            <p:spPr>
              <a:xfrm>
                <a:off x="9290805" y="5169578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10" name="Freeform: Shape 13909">
                <a:extLst>
                  <a:ext uri="{FF2B5EF4-FFF2-40B4-BE49-F238E27FC236}">
                    <a16:creationId xmlns:a16="http://schemas.microsoft.com/office/drawing/2014/main" id="{0D5A77A0-D73A-E1A2-28CA-3B399CAEAB75}"/>
                  </a:ext>
                </a:extLst>
              </p:cNvPr>
              <p:cNvSpPr/>
              <p:nvPr/>
            </p:nvSpPr>
            <p:spPr>
              <a:xfrm>
                <a:off x="9292095" y="5169067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11" name="Freeform: Shape 13910">
                <a:extLst>
                  <a:ext uri="{FF2B5EF4-FFF2-40B4-BE49-F238E27FC236}">
                    <a16:creationId xmlns:a16="http://schemas.microsoft.com/office/drawing/2014/main" id="{A25B3105-79D7-D58D-9E82-2BA54A3465F2}"/>
                  </a:ext>
                </a:extLst>
              </p:cNvPr>
              <p:cNvSpPr/>
              <p:nvPr/>
            </p:nvSpPr>
            <p:spPr>
              <a:xfrm>
                <a:off x="9299208" y="5173409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2 w 6343"/>
                  <a:gd name="connsiteY1" fmla="*/ 5550 h 6345"/>
                  <a:gd name="connsiteX2" fmla="*/ 6571 w 6343"/>
                  <a:gd name="connsiteY2" fmla="*/ 3306 h 6345"/>
                  <a:gd name="connsiteX3" fmla="*/ 5642 w 6343"/>
                  <a:gd name="connsiteY3" fmla="*/ 1063 h 6345"/>
                  <a:gd name="connsiteX4" fmla="*/ 3399 w 6343"/>
                  <a:gd name="connsiteY4" fmla="*/ 133 h 6345"/>
                  <a:gd name="connsiteX5" fmla="*/ 1157 w 6343"/>
                  <a:gd name="connsiteY5" fmla="*/ 1063 h 6345"/>
                  <a:gd name="connsiteX6" fmla="*/ 228 w 6343"/>
                  <a:gd name="connsiteY6" fmla="*/ 3306 h 6345"/>
                  <a:gd name="connsiteX7" fmla="*/ 1157 w 6343"/>
                  <a:gd name="connsiteY7" fmla="*/ 5550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5"/>
                      <a:pt x="5642" y="5550"/>
                    </a:cubicBezTo>
                    <a:cubicBezTo>
                      <a:pt x="6237" y="4955"/>
                      <a:pt x="6571" y="4148"/>
                      <a:pt x="6571" y="3306"/>
                    </a:cubicBezTo>
                    <a:cubicBezTo>
                      <a:pt x="6571" y="2465"/>
                      <a:pt x="6237" y="1658"/>
                      <a:pt x="5642" y="1063"/>
                    </a:cubicBezTo>
                    <a:cubicBezTo>
                      <a:pt x="5047" y="468"/>
                      <a:pt x="4240" y="133"/>
                      <a:pt x="3399" y="133"/>
                    </a:cubicBezTo>
                    <a:cubicBezTo>
                      <a:pt x="2558" y="133"/>
                      <a:pt x="1752" y="468"/>
                      <a:pt x="1157" y="1063"/>
                    </a:cubicBezTo>
                    <a:cubicBezTo>
                      <a:pt x="562" y="1658"/>
                      <a:pt x="228" y="2465"/>
                      <a:pt x="228" y="3306"/>
                    </a:cubicBezTo>
                    <a:cubicBezTo>
                      <a:pt x="228" y="4148"/>
                      <a:pt x="562" y="4955"/>
                      <a:pt x="1157" y="5550"/>
                    </a:cubicBezTo>
                    <a:cubicBezTo>
                      <a:pt x="1752" y="6145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12" name="Freeform: Shape 13911">
                <a:extLst>
                  <a:ext uri="{FF2B5EF4-FFF2-40B4-BE49-F238E27FC236}">
                    <a16:creationId xmlns:a16="http://schemas.microsoft.com/office/drawing/2014/main" id="{99E893FA-6833-A639-BF37-9CFECBC72678}"/>
                  </a:ext>
                </a:extLst>
              </p:cNvPr>
              <p:cNvSpPr/>
              <p:nvPr/>
            </p:nvSpPr>
            <p:spPr>
              <a:xfrm>
                <a:off x="9302291" y="5172994"/>
                <a:ext cx="6343" cy="6345"/>
              </a:xfrm>
              <a:custGeom>
                <a:avLst/>
                <a:gdLst>
                  <a:gd name="connsiteX0" fmla="*/ 3400 w 6343"/>
                  <a:gd name="connsiteY0" fmla="*/ 6479 h 6345"/>
                  <a:gd name="connsiteX1" fmla="*/ 5642 w 6343"/>
                  <a:gd name="connsiteY1" fmla="*/ 5550 h 6345"/>
                  <a:gd name="connsiteX2" fmla="*/ 6571 w 6343"/>
                  <a:gd name="connsiteY2" fmla="*/ 3306 h 6345"/>
                  <a:gd name="connsiteX3" fmla="*/ 5642 w 6343"/>
                  <a:gd name="connsiteY3" fmla="*/ 1063 h 6345"/>
                  <a:gd name="connsiteX4" fmla="*/ 3400 w 6343"/>
                  <a:gd name="connsiteY4" fmla="*/ 133 h 6345"/>
                  <a:gd name="connsiteX5" fmla="*/ 1157 w 6343"/>
                  <a:gd name="connsiteY5" fmla="*/ 1063 h 6345"/>
                  <a:gd name="connsiteX6" fmla="*/ 228 w 6343"/>
                  <a:gd name="connsiteY6" fmla="*/ 3306 h 6345"/>
                  <a:gd name="connsiteX7" fmla="*/ 1157 w 6343"/>
                  <a:gd name="connsiteY7" fmla="*/ 5550 h 6345"/>
                  <a:gd name="connsiteX8" fmla="*/ 340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9"/>
                    </a:moveTo>
                    <a:cubicBezTo>
                      <a:pt x="4241" y="6479"/>
                      <a:pt x="5047" y="6145"/>
                      <a:pt x="5642" y="5550"/>
                    </a:cubicBezTo>
                    <a:cubicBezTo>
                      <a:pt x="6237" y="4955"/>
                      <a:pt x="6571" y="4148"/>
                      <a:pt x="6571" y="3306"/>
                    </a:cubicBezTo>
                    <a:cubicBezTo>
                      <a:pt x="6571" y="2465"/>
                      <a:pt x="6237" y="1658"/>
                      <a:pt x="5642" y="1063"/>
                    </a:cubicBezTo>
                    <a:cubicBezTo>
                      <a:pt x="5047" y="468"/>
                      <a:pt x="4241" y="133"/>
                      <a:pt x="3400" y="133"/>
                    </a:cubicBezTo>
                    <a:cubicBezTo>
                      <a:pt x="2559" y="133"/>
                      <a:pt x="1752" y="468"/>
                      <a:pt x="1157" y="1063"/>
                    </a:cubicBezTo>
                    <a:cubicBezTo>
                      <a:pt x="562" y="1658"/>
                      <a:pt x="228" y="2465"/>
                      <a:pt x="228" y="3306"/>
                    </a:cubicBezTo>
                    <a:cubicBezTo>
                      <a:pt x="228" y="4148"/>
                      <a:pt x="562" y="4955"/>
                      <a:pt x="1157" y="5550"/>
                    </a:cubicBezTo>
                    <a:cubicBezTo>
                      <a:pt x="1752" y="6145"/>
                      <a:pt x="2559" y="6479"/>
                      <a:pt x="340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13" name="Freeform: Shape 13912">
                <a:extLst>
                  <a:ext uri="{FF2B5EF4-FFF2-40B4-BE49-F238E27FC236}">
                    <a16:creationId xmlns:a16="http://schemas.microsoft.com/office/drawing/2014/main" id="{05B1C43B-C731-C3D9-7938-567C7CDC24CF}"/>
                  </a:ext>
                </a:extLst>
              </p:cNvPr>
              <p:cNvSpPr/>
              <p:nvPr/>
            </p:nvSpPr>
            <p:spPr>
              <a:xfrm>
                <a:off x="9304523" y="5168844"/>
                <a:ext cx="6343" cy="6345"/>
              </a:xfrm>
              <a:custGeom>
                <a:avLst/>
                <a:gdLst>
                  <a:gd name="connsiteX0" fmla="*/ 3400 w 6343"/>
                  <a:gd name="connsiteY0" fmla="*/ 6479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9"/>
                    </a:moveTo>
                    <a:cubicBezTo>
                      <a:pt x="4241" y="6479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9"/>
                      <a:pt x="340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14" name="Freeform: Shape 13913">
                <a:extLst>
                  <a:ext uri="{FF2B5EF4-FFF2-40B4-BE49-F238E27FC236}">
                    <a16:creationId xmlns:a16="http://schemas.microsoft.com/office/drawing/2014/main" id="{D689CD78-CE15-E8BD-C000-A70AF902F948}"/>
                  </a:ext>
                </a:extLst>
              </p:cNvPr>
              <p:cNvSpPr/>
              <p:nvPr/>
            </p:nvSpPr>
            <p:spPr>
              <a:xfrm>
                <a:off x="9303742" y="5166582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15" name="Freeform: Shape 13914">
                <a:extLst>
                  <a:ext uri="{FF2B5EF4-FFF2-40B4-BE49-F238E27FC236}">
                    <a16:creationId xmlns:a16="http://schemas.microsoft.com/office/drawing/2014/main" id="{18A95BC7-37B8-8487-724B-A9123B5FCFB5}"/>
                  </a:ext>
                </a:extLst>
              </p:cNvPr>
              <p:cNvSpPr/>
              <p:nvPr/>
            </p:nvSpPr>
            <p:spPr>
              <a:xfrm>
                <a:off x="9303665" y="5164930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16" name="Freeform: Shape 13915">
                <a:extLst>
                  <a:ext uri="{FF2B5EF4-FFF2-40B4-BE49-F238E27FC236}">
                    <a16:creationId xmlns:a16="http://schemas.microsoft.com/office/drawing/2014/main" id="{E902B8CE-ED89-F686-6143-39ADFC7599E4}"/>
                  </a:ext>
                </a:extLst>
              </p:cNvPr>
              <p:cNvSpPr/>
              <p:nvPr/>
            </p:nvSpPr>
            <p:spPr>
              <a:xfrm>
                <a:off x="9303106" y="5162811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17" name="Freeform: Shape 13916">
                <a:extLst>
                  <a:ext uri="{FF2B5EF4-FFF2-40B4-BE49-F238E27FC236}">
                    <a16:creationId xmlns:a16="http://schemas.microsoft.com/office/drawing/2014/main" id="{135E62B6-5A2D-6672-0FE2-01F73C7456E7}"/>
                  </a:ext>
                </a:extLst>
              </p:cNvPr>
              <p:cNvSpPr/>
              <p:nvPr/>
            </p:nvSpPr>
            <p:spPr>
              <a:xfrm>
                <a:off x="9300580" y="5157138"/>
                <a:ext cx="6343" cy="6345"/>
              </a:xfrm>
              <a:custGeom>
                <a:avLst/>
                <a:gdLst>
                  <a:gd name="connsiteX0" fmla="*/ 3399 w 6343"/>
                  <a:gd name="connsiteY0" fmla="*/ 6478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399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39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8"/>
                    </a:moveTo>
                    <a:cubicBezTo>
                      <a:pt x="4241" y="6478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2"/>
                      <a:pt x="3399" y="132"/>
                    </a:cubicBezTo>
                    <a:cubicBezTo>
                      <a:pt x="2558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8" y="6478"/>
                      <a:pt x="339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18" name="Freeform: Shape 13917">
                <a:extLst>
                  <a:ext uri="{FF2B5EF4-FFF2-40B4-BE49-F238E27FC236}">
                    <a16:creationId xmlns:a16="http://schemas.microsoft.com/office/drawing/2014/main" id="{E22CC146-EA9F-54B7-1429-F16AEE8B89E2}"/>
                  </a:ext>
                </a:extLst>
              </p:cNvPr>
              <p:cNvSpPr/>
              <p:nvPr/>
            </p:nvSpPr>
            <p:spPr>
              <a:xfrm>
                <a:off x="9299605" y="5154505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399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1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2"/>
                      <a:pt x="3399" y="132"/>
                    </a:cubicBezTo>
                    <a:cubicBezTo>
                      <a:pt x="2558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19" name="Freeform: Shape 13918">
                <a:extLst>
                  <a:ext uri="{FF2B5EF4-FFF2-40B4-BE49-F238E27FC236}">
                    <a16:creationId xmlns:a16="http://schemas.microsoft.com/office/drawing/2014/main" id="{48D776AA-7B09-828F-1252-218E5DAEB1FD}"/>
                  </a:ext>
                </a:extLst>
              </p:cNvPr>
              <p:cNvSpPr/>
              <p:nvPr/>
            </p:nvSpPr>
            <p:spPr>
              <a:xfrm>
                <a:off x="9298789" y="5151985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0" y="132"/>
                      <a:pt x="3399" y="132"/>
                    </a:cubicBezTo>
                    <a:cubicBezTo>
                      <a:pt x="2558" y="132"/>
                      <a:pt x="1751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1" y="6143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20" name="Freeform: Shape 13919">
                <a:extLst>
                  <a:ext uri="{FF2B5EF4-FFF2-40B4-BE49-F238E27FC236}">
                    <a16:creationId xmlns:a16="http://schemas.microsoft.com/office/drawing/2014/main" id="{B8E4B02F-F646-5782-82F4-D3FB6032C8CF}"/>
                  </a:ext>
                </a:extLst>
              </p:cNvPr>
              <p:cNvSpPr/>
              <p:nvPr/>
            </p:nvSpPr>
            <p:spPr>
              <a:xfrm>
                <a:off x="9297780" y="5149233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0" y="132"/>
                      <a:pt x="3399" y="132"/>
                    </a:cubicBezTo>
                    <a:cubicBezTo>
                      <a:pt x="2558" y="132"/>
                      <a:pt x="1751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1" y="6143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21" name="Freeform: Shape 13920">
                <a:extLst>
                  <a:ext uri="{FF2B5EF4-FFF2-40B4-BE49-F238E27FC236}">
                    <a16:creationId xmlns:a16="http://schemas.microsoft.com/office/drawing/2014/main" id="{0F79F613-D302-B158-5FC8-3E4D909737E9}"/>
                  </a:ext>
                </a:extLst>
              </p:cNvPr>
              <p:cNvSpPr/>
              <p:nvPr/>
            </p:nvSpPr>
            <p:spPr>
              <a:xfrm>
                <a:off x="9297103" y="5146768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1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2"/>
                      <a:pt x="5642" y="5548"/>
                    </a:cubicBezTo>
                    <a:cubicBezTo>
                      <a:pt x="6237" y="4953"/>
                      <a:pt x="6571" y="4145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0" y="131"/>
                      <a:pt x="3399" y="131"/>
                    </a:cubicBezTo>
                    <a:cubicBezTo>
                      <a:pt x="2558" y="131"/>
                      <a:pt x="1751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5"/>
                      <a:pt x="562" y="4953"/>
                      <a:pt x="1157" y="5548"/>
                    </a:cubicBezTo>
                    <a:cubicBezTo>
                      <a:pt x="1751" y="6142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22" name="Freeform: Shape 13921">
                <a:extLst>
                  <a:ext uri="{FF2B5EF4-FFF2-40B4-BE49-F238E27FC236}">
                    <a16:creationId xmlns:a16="http://schemas.microsoft.com/office/drawing/2014/main" id="{1C7DDB22-B3AD-3113-96C5-C7A19C108D0D}"/>
                  </a:ext>
                </a:extLst>
              </p:cNvPr>
              <p:cNvSpPr/>
              <p:nvPr/>
            </p:nvSpPr>
            <p:spPr>
              <a:xfrm>
                <a:off x="9296798" y="5144640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3"/>
                      <a:pt x="6237" y="1655"/>
                      <a:pt x="5642" y="1060"/>
                    </a:cubicBezTo>
                    <a:cubicBezTo>
                      <a:pt x="5047" y="466"/>
                      <a:pt x="4240" y="131"/>
                      <a:pt x="3399" y="131"/>
                    </a:cubicBezTo>
                    <a:cubicBezTo>
                      <a:pt x="2558" y="131"/>
                      <a:pt x="1751" y="466"/>
                      <a:pt x="1157" y="1060"/>
                    </a:cubicBezTo>
                    <a:cubicBezTo>
                      <a:pt x="562" y="1655"/>
                      <a:pt x="228" y="2463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23" name="Freeform: Shape 13922">
                <a:extLst>
                  <a:ext uri="{FF2B5EF4-FFF2-40B4-BE49-F238E27FC236}">
                    <a16:creationId xmlns:a16="http://schemas.microsoft.com/office/drawing/2014/main" id="{CC2A07CA-C090-E832-564B-1BBDB9E728D1}"/>
                  </a:ext>
                </a:extLst>
              </p:cNvPr>
              <p:cNvSpPr/>
              <p:nvPr/>
            </p:nvSpPr>
            <p:spPr>
              <a:xfrm>
                <a:off x="9296728" y="5142723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2"/>
                      <a:pt x="6237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7" y="1060"/>
                    </a:cubicBezTo>
                    <a:cubicBezTo>
                      <a:pt x="562" y="1655"/>
                      <a:pt x="228" y="2462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24" name="Freeform: Shape 13923">
                <a:extLst>
                  <a:ext uri="{FF2B5EF4-FFF2-40B4-BE49-F238E27FC236}">
                    <a16:creationId xmlns:a16="http://schemas.microsoft.com/office/drawing/2014/main" id="{281A228E-7761-D114-2E61-4E1EB3DA5009}"/>
                  </a:ext>
                </a:extLst>
              </p:cNvPr>
              <p:cNvSpPr/>
              <p:nvPr/>
            </p:nvSpPr>
            <p:spPr>
              <a:xfrm>
                <a:off x="9297317" y="5141465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2"/>
                      <a:pt x="6237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7" y="1060"/>
                    </a:cubicBezTo>
                    <a:cubicBezTo>
                      <a:pt x="562" y="1655"/>
                      <a:pt x="228" y="2462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25" name="Freeform: Shape 13924">
                <a:extLst>
                  <a:ext uri="{FF2B5EF4-FFF2-40B4-BE49-F238E27FC236}">
                    <a16:creationId xmlns:a16="http://schemas.microsoft.com/office/drawing/2014/main" id="{065EA078-FAE4-9F70-2D07-222553565287}"/>
                  </a:ext>
                </a:extLst>
              </p:cNvPr>
              <p:cNvSpPr/>
              <p:nvPr/>
            </p:nvSpPr>
            <p:spPr>
              <a:xfrm>
                <a:off x="9298213" y="5140521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2"/>
                      <a:pt x="6237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7" y="1060"/>
                    </a:cubicBezTo>
                    <a:cubicBezTo>
                      <a:pt x="562" y="1655"/>
                      <a:pt x="228" y="2462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26" name="Freeform: Shape 13925">
                <a:extLst>
                  <a:ext uri="{FF2B5EF4-FFF2-40B4-BE49-F238E27FC236}">
                    <a16:creationId xmlns:a16="http://schemas.microsoft.com/office/drawing/2014/main" id="{A18B9B1F-7677-FE23-41BA-2594655E6CBF}"/>
                  </a:ext>
                </a:extLst>
              </p:cNvPr>
              <p:cNvSpPr/>
              <p:nvPr/>
            </p:nvSpPr>
            <p:spPr>
              <a:xfrm>
                <a:off x="9298904" y="5139357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2"/>
                      <a:pt x="6237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7" y="1060"/>
                    </a:cubicBezTo>
                    <a:cubicBezTo>
                      <a:pt x="562" y="1655"/>
                      <a:pt x="228" y="2462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27" name="Freeform: Shape 13926">
                <a:extLst>
                  <a:ext uri="{FF2B5EF4-FFF2-40B4-BE49-F238E27FC236}">
                    <a16:creationId xmlns:a16="http://schemas.microsoft.com/office/drawing/2014/main" id="{15FF5BDB-04F6-F1D7-B4BC-32D164B8434F}"/>
                  </a:ext>
                </a:extLst>
              </p:cNvPr>
              <p:cNvSpPr/>
              <p:nvPr/>
            </p:nvSpPr>
            <p:spPr>
              <a:xfrm>
                <a:off x="9329476" y="5170366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7"/>
                      <a:pt x="5644" y="1062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2"/>
                    </a:cubicBezTo>
                    <a:cubicBezTo>
                      <a:pt x="564" y="1657"/>
                      <a:pt x="230" y="2465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28" name="Freeform: Shape 13927">
                <a:extLst>
                  <a:ext uri="{FF2B5EF4-FFF2-40B4-BE49-F238E27FC236}">
                    <a16:creationId xmlns:a16="http://schemas.microsoft.com/office/drawing/2014/main" id="{38C61DAD-5D4F-695C-96D8-DAB00583BB95}"/>
                  </a:ext>
                </a:extLst>
              </p:cNvPr>
              <p:cNvSpPr/>
              <p:nvPr/>
            </p:nvSpPr>
            <p:spPr>
              <a:xfrm>
                <a:off x="9331651" y="5171206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3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8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3"/>
                    </a:cubicBezTo>
                    <a:cubicBezTo>
                      <a:pt x="565" y="1658"/>
                      <a:pt x="230" y="2465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29" name="Freeform: Shape 13928">
                <a:extLst>
                  <a:ext uri="{FF2B5EF4-FFF2-40B4-BE49-F238E27FC236}">
                    <a16:creationId xmlns:a16="http://schemas.microsoft.com/office/drawing/2014/main" id="{8ADC1A59-76B4-C5FD-967A-11A48A5D7467}"/>
                  </a:ext>
                </a:extLst>
              </p:cNvPr>
              <p:cNvSpPr/>
              <p:nvPr/>
            </p:nvSpPr>
            <p:spPr>
              <a:xfrm>
                <a:off x="9331993" y="5170060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5"/>
                      <a:pt x="6239" y="1657"/>
                      <a:pt x="5645" y="1062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2"/>
                    </a:cubicBezTo>
                    <a:cubicBezTo>
                      <a:pt x="565" y="1657"/>
                      <a:pt x="230" y="2465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30" name="Freeform: Shape 13929">
                <a:extLst>
                  <a:ext uri="{FF2B5EF4-FFF2-40B4-BE49-F238E27FC236}">
                    <a16:creationId xmlns:a16="http://schemas.microsoft.com/office/drawing/2014/main" id="{E3CCF4D4-05F2-3A8E-F318-ED447E18276B}"/>
                  </a:ext>
                </a:extLst>
              </p:cNvPr>
              <p:cNvSpPr/>
              <p:nvPr/>
            </p:nvSpPr>
            <p:spPr>
              <a:xfrm>
                <a:off x="9333043" y="5169694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5" y="1657"/>
                      <a:pt x="230" y="2464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31" name="Freeform: Shape 13930">
                <a:extLst>
                  <a:ext uri="{FF2B5EF4-FFF2-40B4-BE49-F238E27FC236}">
                    <a16:creationId xmlns:a16="http://schemas.microsoft.com/office/drawing/2014/main" id="{BD165789-351A-4C21-C6D5-6C2D54ADF121}"/>
                  </a:ext>
                </a:extLst>
              </p:cNvPr>
              <p:cNvSpPr/>
              <p:nvPr/>
            </p:nvSpPr>
            <p:spPr>
              <a:xfrm>
                <a:off x="9334501" y="5169797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60" y="1062"/>
                    </a:cubicBezTo>
                    <a:cubicBezTo>
                      <a:pt x="565" y="1657"/>
                      <a:pt x="231" y="2464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32" name="Freeform: Shape 13931">
                <a:extLst>
                  <a:ext uri="{FF2B5EF4-FFF2-40B4-BE49-F238E27FC236}">
                    <a16:creationId xmlns:a16="http://schemas.microsoft.com/office/drawing/2014/main" id="{5E129AB7-6862-7FD9-E2B7-4EB7BB48671C}"/>
                  </a:ext>
                </a:extLst>
              </p:cNvPr>
              <p:cNvSpPr/>
              <p:nvPr/>
            </p:nvSpPr>
            <p:spPr>
              <a:xfrm>
                <a:off x="9344507" y="5170837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0 w 6343"/>
                  <a:gd name="connsiteY5" fmla="*/ 1063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5"/>
                      <a:pt x="6240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0" y="1063"/>
                    </a:cubicBezTo>
                    <a:cubicBezTo>
                      <a:pt x="566" y="1658"/>
                      <a:pt x="231" y="2465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33" name="Freeform: Shape 13932">
                <a:extLst>
                  <a:ext uri="{FF2B5EF4-FFF2-40B4-BE49-F238E27FC236}">
                    <a16:creationId xmlns:a16="http://schemas.microsoft.com/office/drawing/2014/main" id="{D623A62E-E3AF-5257-691D-E18E5D771463}"/>
                  </a:ext>
                </a:extLst>
              </p:cNvPr>
              <p:cNvSpPr/>
              <p:nvPr/>
            </p:nvSpPr>
            <p:spPr>
              <a:xfrm>
                <a:off x="9344225" y="5168929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4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4"/>
                      <a:pt x="6240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34" name="Freeform: Shape 13933">
                <a:extLst>
                  <a:ext uri="{FF2B5EF4-FFF2-40B4-BE49-F238E27FC236}">
                    <a16:creationId xmlns:a16="http://schemas.microsoft.com/office/drawing/2014/main" id="{375F892D-D307-2464-C3C8-BFBD967D4C3F}"/>
                  </a:ext>
                </a:extLst>
              </p:cNvPr>
              <p:cNvSpPr/>
              <p:nvPr/>
            </p:nvSpPr>
            <p:spPr>
              <a:xfrm>
                <a:off x="9351068" y="5166630"/>
                <a:ext cx="6343" cy="6345"/>
              </a:xfrm>
              <a:custGeom>
                <a:avLst/>
                <a:gdLst>
                  <a:gd name="connsiteX0" fmla="*/ 3403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3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35" name="Freeform: Shape 13934">
                <a:extLst>
                  <a:ext uri="{FF2B5EF4-FFF2-40B4-BE49-F238E27FC236}">
                    <a16:creationId xmlns:a16="http://schemas.microsoft.com/office/drawing/2014/main" id="{4249BC90-2FD4-C36D-C40E-180F310FB106}"/>
                  </a:ext>
                </a:extLst>
              </p:cNvPr>
              <p:cNvSpPr/>
              <p:nvPr/>
            </p:nvSpPr>
            <p:spPr>
              <a:xfrm>
                <a:off x="9351599" y="5165710"/>
                <a:ext cx="6343" cy="6345"/>
              </a:xfrm>
              <a:custGeom>
                <a:avLst/>
                <a:gdLst>
                  <a:gd name="connsiteX0" fmla="*/ 3404 w 6343"/>
                  <a:gd name="connsiteY0" fmla="*/ 6478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4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8"/>
                    </a:moveTo>
                    <a:cubicBezTo>
                      <a:pt x="4245" y="6478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5" y="133"/>
                      <a:pt x="3404" y="133"/>
                    </a:cubicBezTo>
                    <a:cubicBezTo>
                      <a:pt x="2562" y="133"/>
                      <a:pt x="1756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8"/>
                      <a:pt x="340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36" name="Freeform: Shape 13935">
                <a:extLst>
                  <a:ext uri="{FF2B5EF4-FFF2-40B4-BE49-F238E27FC236}">
                    <a16:creationId xmlns:a16="http://schemas.microsoft.com/office/drawing/2014/main" id="{B90010F3-CE24-B3C2-7EF3-10817015E8B5}"/>
                  </a:ext>
                </a:extLst>
              </p:cNvPr>
              <p:cNvSpPr/>
              <p:nvPr/>
            </p:nvSpPr>
            <p:spPr>
              <a:xfrm>
                <a:off x="9323642" y="5124839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2" y="130"/>
                      <a:pt x="3401" y="130"/>
                    </a:cubicBezTo>
                    <a:cubicBezTo>
                      <a:pt x="2560" y="130"/>
                      <a:pt x="1753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3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37" name="Freeform: Shape 13936">
                <a:extLst>
                  <a:ext uri="{FF2B5EF4-FFF2-40B4-BE49-F238E27FC236}">
                    <a16:creationId xmlns:a16="http://schemas.microsoft.com/office/drawing/2014/main" id="{84CC0EC0-D9D0-1535-24AD-BE9404E2E5A2}"/>
                  </a:ext>
                </a:extLst>
              </p:cNvPr>
              <p:cNvSpPr/>
              <p:nvPr/>
            </p:nvSpPr>
            <p:spPr>
              <a:xfrm>
                <a:off x="9325142" y="5124755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3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30"/>
                      <a:pt x="3401" y="130"/>
                    </a:cubicBezTo>
                    <a:cubicBezTo>
                      <a:pt x="2560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38" name="Freeform: Shape 13937">
                <a:extLst>
                  <a:ext uri="{FF2B5EF4-FFF2-40B4-BE49-F238E27FC236}">
                    <a16:creationId xmlns:a16="http://schemas.microsoft.com/office/drawing/2014/main" id="{B94FC10A-C8C1-0C36-C7F1-1A15E761AE1E}"/>
                  </a:ext>
                </a:extLst>
              </p:cNvPr>
              <p:cNvSpPr/>
              <p:nvPr/>
            </p:nvSpPr>
            <p:spPr>
              <a:xfrm>
                <a:off x="9325831" y="5123521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3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30"/>
                      <a:pt x="3401" y="130"/>
                    </a:cubicBezTo>
                    <a:cubicBezTo>
                      <a:pt x="2560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39" name="Freeform: Shape 13938">
                <a:extLst>
                  <a:ext uri="{FF2B5EF4-FFF2-40B4-BE49-F238E27FC236}">
                    <a16:creationId xmlns:a16="http://schemas.microsoft.com/office/drawing/2014/main" id="{A7B03E89-EFED-ABD2-CC0D-DF1EA6484C82}"/>
                  </a:ext>
                </a:extLst>
              </p:cNvPr>
              <p:cNvSpPr/>
              <p:nvPr/>
            </p:nvSpPr>
            <p:spPr>
              <a:xfrm>
                <a:off x="9327541" y="5123761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40" name="Freeform: Shape 13939">
                <a:extLst>
                  <a:ext uri="{FF2B5EF4-FFF2-40B4-BE49-F238E27FC236}">
                    <a16:creationId xmlns:a16="http://schemas.microsoft.com/office/drawing/2014/main" id="{5E1FA1A8-D9DA-413C-BBBF-7A05DD5A18CB}"/>
                  </a:ext>
                </a:extLst>
              </p:cNvPr>
              <p:cNvSpPr/>
              <p:nvPr/>
            </p:nvSpPr>
            <p:spPr>
              <a:xfrm>
                <a:off x="9329001" y="5123659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41" name="Freeform: Shape 13940">
                <a:extLst>
                  <a:ext uri="{FF2B5EF4-FFF2-40B4-BE49-F238E27FC236}">
                    <a16:creationId xmlns:a16="http://schemas.microsoft.com/office/drawing/2014/main" id="{8D78D400-4160-3942-D52D-825A71C73886}"/>
                  </a:ext>
                </a:extLst>
              </p:cNvPr>
              <p:cNvSpPr/>
              <p:nvPr/>
            </p:nvSpPr>
            <p:spPr>
              <a:xfrm>
                <a:off x="9330048" y="5122954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42" name="Freeform: Shape 13941">
                <a:extLst>
                  <a:ext uri="{FF2B5EF4-FFF2-40B4-BE49-F238E27FC236}">
                    <a16:creationId xmlns:a16="http://schemas.microsoft.com/office/drawing/2014/main" id="{1ADFA560-C698-C8B0-0C32-65B3DB88F337}"/>
                  </a:ext>
                </a:extLst>
              </p:cNvPr>
              <p:cNvSpPr/>
              <p:nvPr/>
            </p:nvSpPr>
            <p:spPr>
              <a:xfrm>
                <a:off x="9331235" y="5122461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3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43" name="Freeform: Shape 13942">
                <a:extLst>
                  <a:ext uri="{FF2B5EF4-FFF2-40B4-BE49-F238E27FC236}">
                    <a16:creationId xmlns:a16="http://schemas.microsoft.com/office/drawing/2014/main" id="{01E73C52-E59D-CBF2-DB3C-098700F4DF43}"/>
                  </a:ext>
                </a:extLst>
              </p:cNvPr>
              <p:cNvSpPr/>
              <p:nvPr/>
            </p:nvSpPr>
            <p:spPr>
              <a:xfrm>
                <a:off x="9332558" y="5122183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4" y="4144"/>
                      <a:pt x="6574" y="3302"/>
                    </a:cubicBezTo>
                    <a:cubicBezTo>
                      <a:pt x="6574" y="2461"/>
                      <a:pt x="6239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44" name="Freeform: Shape 13943">
                <a:extLst>
                  <a:ext uri="{FF2B5EF4-FFF2-40B4-BE49-F238E27FC236}">
                    <a16:creationId xmlns:a16="http://schemas.microsoft.com/office/drawing/2014/main" id="{31A1D2CF-7DF8-ACFA-C3A7-6CCFD0A1BD3B}"/>
                  </a:ext>
                </a:extLst>
              </p:cNvPr>
              <p:cNvSpPr/>
              <p:nvPr/>
            </p:nvSpPr>
            <p:spPr>
              <a:xfrm>
                <a:off x="9333481" y="5121293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1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6"/>
                    </a:cubicBezTo>
                    <a:cubicBezTo>
                      <a:pt x="6239" y="4951"/>
                      <a:pt x="6574" y="4143"/>
                      <a:pt x="6574" y="3302"/>
                    </a:cubicBezTo>
                    <a:cubicBezTo>
                      <a:pt x="6574" y="2461"/>
                      <a:pt x="6239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3"/>
                      <a:pt x="565" y="4951"/>
                      <a:pt x="1159" y="5546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45" name="Freeform: Shape 13944">
                <a:extLst>
                  <a:ext uri="{FF2B5EF4-FFF2-40B4-BE49-F238E27FC236}">
                    <a16:creationId xmlns:a16="http://schemas.microsoft.com/office/drawing/2014/main" id="{6325514F-0FD0-F74B-57E4-0238C5C78255}"/>
                  </a:ext>
                </a:extLst>
              </p:cNvPr>
              <p:cNvSpPr/>
              <p:nvPr/>
            </p:nvSpPr>
            <p:spPr>
              <a:xfrm>
                <a:off x="9334575" y="5120667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60 w 6343"/>
                  <a:gd name="connsiteY5" fmla="*/ 1059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40" y="4951"/>
                      <a:pt x="6574" y="4143"/>
                      <a:pt x="6574" y="3302"/>
                    </a:cubicBezTo>
                    <a:cubicBezTo>
                      <a:pt x="6574" y="2461"/>
                      <a:pt x="6240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60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3"/>
                      <a:pt x="565" y="4951"/>
                      <a:pt x="1160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46" name="Freeform: Shape 13945">
                <a:extLst>
                  <a:ext uri="{FF2B5EF4-FFF2-40B4-BE49-F238E27FC236}">
                    <a16:creationId xmlns:a16="http://schemas.microsoft.com/office/drawing/2014/main" id="{CDB0CBD5-6443-504D-ADB6-6032A6818D26}"/>
                  </a:ext>
                </a:extLst>
              </p:cNvPr>
              <p:cNvSpPr/>
              <p:nvPr/>
            </p:nvSpPr>
            <p:spPr>
              <a:xfrm>
                <a:off x="9335478" y="5119735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60 w 6343"/>
                  <a:gd name="connsiteY5" fmla="*/ 1059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1"/>
                      <a:pt x="6240" y="1653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60" y="1059"/>
                    </a:cubicBezTo>
                    <a:cubicBezTo>
                      <a:pt x="565" y="1653"/>
                      <a:pt x="231" y="2461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47" name="Freeform: Shape 13946">
                <a:extLst>
                  <a:ext uri="{FF2B5EF4-FFF2-40B4-BE49-F238E27FC236}">
                    <a16:creationId xmlns:a16="http://schemas.microsoft.com/office/drawing/2014/main" id="{ED25777C-BFCE-0D4A-90F0-32FDDE153714}"/>
                  </a:ext>
                </a:extLst>
              </p:cNvPr>
              <p:cNvSpPr/>
              <p:nvPr/>
            </p:nvSpPr>
            <p:spPr>
              <a:xfrm>
                <a:off x="9336161" y="5118441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48" name="Freeform: Shape 13947">
                <a:extLst>
                  <a:ext uri="{FF2B5EF4-FFF2-40B4-BE49-F238E27FC236}">
                    <a16:creationId xmlns:a16="http://schemas.microsoft.com/office/drawing/2014/main" id="{24FFFD27-EB9A-1DFF-34E0-2EFEEE0F9CF9}"/>
                  </a:ext>
                </a:extLst>
              </p:cNvPr>
              <p:cNvSpPr/>
              <p:nvPr/>
            </p:nvSpPr>
            <p:spPr>
              <a:xfrm>
                <a:off x="9337048" y="5117464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49" name="Freeform: Shape 13948">
                <a:extLst>
                  <a:ext uri="{FF2B5EF4-FFF2-40B4-BE49-F238E27FC236}">
                    <a16:creationId xmlns:a16="http://schemas.microsoft.com/office/drawing/2014/main" id="{55CB43BD-5A40-00DE-6ABB-FBD39B982834}"/>
                  </a:ext>
                </a:extLst>
              </p:cNvPr>
              <p:cNvSpPr/>
              <p:nvPr/>
            </p:nvSpPr>
            <p:spPr>
              <a:xfrm>
                <a:off x="9337848" y="5116333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2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50" name="Freeform: Shape 13949">
                <a:extLst>
                  <a:ext uri="{FF2B5EF4-FFF2-40B4-BE49-F238E27FC236}">
                    <a16:creationId xmlns:a16="http://schemas.microsoft.com/office/drawing/2014/main" id="{EB8D0D1C-78CE-8984-EEB2-3DF22884A4F8}"/>
                  </a:ext>
                </a:extLst>
              </p:cNvPr>
              <p:cNvSpPr/>
              <p:nvPr/>
            </p:nvSpPr>
            <p:spPr>
              <a:xfrm>
                <a:off x="9338251" y="5114517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2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51" name="Freeform: Shape 13950">
                <a:extLst>
                  <a:ext uri="{FF2B5EF4-FFF2-40B4-BE49-F238E27FC236}">
                    <a16:creationId xmlns:a16="http://schemas.microsoft.com/office/drawing/2014/main" id="{D22651E2-6A72-93ED-6DC5-496F47360E8C}"/>
                  </a:ext>
                </a:extLst>
              </p:cNvPr>
              <p:cNvSpPr/>
              <p:nvPr/>
            </p:nvSpPr>
            <p:spPr>
              <a:xfrm>
                <a:off x="9338517" y="5112432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2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52" name="Freeform: Shape 13951">
                <a:extLst>
                  <a:ext uri="{FF2B5EF4-FFF2-40B4-BE49-F238E27FC236}">
                    <a16:creationId xmlns:a16="http://schemas.microsoft.com/office/drawing/2014/main" id="{4D232ADD-9151-164C-688C-AD4A4B6FA6FE}"/>
                  </a:ext>
                </a:extLst>
              </p:cNvPr>
              <p:cNvSpPr/>
              <p:nvPr/>
            </p:nvSpPr>
            <p:spPr>
              <a:xfrm>
                <a:off x="9338528" y="5109863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8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8"/>
                      <a:pt x="3402" y="128"/>
                    </a:cubicBezTo>
                    <a:cubicBezTo>
                      <a:pt x="2561" y="128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53" name="Freeform: Shape 13952">
                <a:extLst>
                  <a:ext uri="{FF2B5EF4-FFF2-40B4-BE49-F238E27FC236}">
                    <a16:creationId xmlns:a16="http://schemas.microsoft.com/office/drawing/2014/main" id="{B616F018-63EF-6B65-3A83-6F57E49E25DA}"/>
                  </a:ext>
                </a:extLst>
              </p:cNvPr>
              <p:cNvSpPr/>
              <p:nvPr/>
            </p:nvSpPr>
            <p:spPr>
              <a:xfrm>
                <a:off x="9337597" y="5105574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7 h 6345"/>
                  <a:gd name="connsiteX4" fmla="*/ 3402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4" y="6474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0" y="462"/>
                      <a:pt x="4244" y="128"/>
                      <a:pt x="3402" y="128"/>
                    </a:cubicBezTo>
                    <a:cubicBezTo>
                      <a:pt x="2561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54" name="Freeform: Shape 13953">
                <a:extLst>
                  <a:ext uri="{FF2B5EF4-FFF2-40B4-BE49-F238E27FC236}">
                    <a16:creationId xmlns:a16="http://schemas.microsoft.com/office/drawing/2014/main" id="{D0A73B7E-7089-C07B-77BA-29B2B4573B3A}"/>
                  </a:ext>
                </a:extLst>
              </p:cNvPr>
              <p:cNvSpPr/>
              <p:nvPr/>
            </p:nvSpPr>
            <p:spPr>
              <a:xfrm>
                <a:off x="9337944" y="5103470"/>
                <a:ext cx="6343" cy="6345"/>
              </a:xfrm>
              <a:custGeom>
                <a:avLst/>
                <a:gdLst>
                  <a:gd name="connsiteX0" fmla="*/ 3402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7 h 6345"/>
                  <a:gd name="connsiteX4" fmla="*/ 3402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2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3"/>
                    </a:moveTo>
                    <a:cubicBezTo>
                      <a:pt x="4244" y="6473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0" y="462"/>
                      <a:pt x="4244" y="128"/>
                      <a:pt x="3402" y="128"/>
                    </a:cubicBezTo>
                    <a:cubicBezTo>
                      <a:pt x="2561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1" y="6473"/>
                      <a:pt x="3402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55" name="Freeform: Shape 13954">
                <a:extLst>
                  <a:ext uri="{FF2B5EF4-FFF2-40B4-BE49-F238E27FC236}">
                    <a16:creationId xmlns:a16="http://schemas.microsoft.com/office/drawing/2014/main" id="{15D95D99-7FB4-9028-4D86-94F531BB222C}"/>
                  </a:ext>
                </a:extLst>
              </p:cNvPr>
              <p:cNvSpPr/>
              <p:nvPr/>
            </p:nvSpPr>
            <p:spPr>
              <a:xfrm>
                <a:off x="9339115" y="5102820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0" y="462"/>
                      <a:pt x="4244" y="128"/>
                      <a:pt x="3403" y="128"/>
                    </a:cubicBezTo>
                    <a:cubicBezTo>
                      <a:pt x="2561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1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56" name="Freeform: Shape 13955">
                <a:extLst>
                  <a:ext uri="{FF2B5EF4-FFF2-40B4-BE49-F238E27FC236}">
                    <a16:creationId xmlns:a16="http://schemas.microsoft.com/office/drawing/2014/main" id="{07D98814-A564-7C7C-DF7F-6B8F66DF5E25}"/>
                  </a:ext>
                </a:extLst>
              </p:cNvPr>
              <p:cNvSpPr/>
              <p:nvPr/>
            </p:nvSpPr>
            <p:spPr>
              <a:xfrm>
                <a:off x="9337530" y="5097089"/>
                <a:ext cx="6343" cy="6345"/>
              </a:xfrm>
              <a:custGeom>
                <a:avLst/>
                <a:gdLst>
                  <a:gd name="connsiteX0" fmla="*/ 3402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0 h 6345"/>
                  <a:gd name="connsiteX3" fmla="*/ 5645 w 6343"/>
                  <a:gd name="connsiteY3" fmla="*/ 1057 h 6345"/>
                  <a:gd name="connsiteX4" fmla="*/ 3402 w 6343"/>
                  <a:gd name="connsiteY4" fmla="*/ 127 h 6345"/>
                  <a:gd name="connsiteX5" fmla="*/ 1160 w 6343"/>
                  <a:gd name="connsiteY5" fmla="*/ 1057 h 6345"/>
                  <a:gd name="connsiteX6" fmla="*/ 231 w 6343"/>
                  <a:gd name="connsiteY6" fmla="*/ 3300 h 6345"/>
                  <a:gd name="connsiteX7" fmla="*/ 1160 w 6343"/>
                  <a:gd name="connsiteY7" fmla="*/ 5544 h 6345"/>
                  <a:gd name="connsiteX8" fmla="*/ 3402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3"/>
                    </a:moveTo>
                    <a:cubicBezTo>
                      <a:pt x="4244" y="6473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0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0" y="462"/>
                      <a:pt x="4244" y="127"/>
                      <a:pt x="3402" y="127"/>
                    </a:cubicBezTo>
                    <a:cubicBezTo>
                      <a:pt x="2561" y="127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0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1" y="6473"/>
                      <a:pt x="3402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57" name="Freeform: Shape 13956">
                <a:extLst>
                  <a:ext uri="{FF2B5EF4-FFF2-40B4-BE49-F238E27FC236}">
                    <a16:creationId xmlns:a16="http://schemas.microsoft.com/office/drawing/2014/main" id="{48E24DF4-DFFE-CBE4-307D-1EC307FA054D}"/>
                  </a:ext>
                </a:extLst>
              </p:cNvPr>
              <p:cNvSpPr/>
              <p:nvPr/>
            </p:nvSpPr>
            <p:spPr>
              <a:xfrm>
                <a:off x="9295939" y="5016329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0 h 6345"/>
                  <a:gd name="connsiteX4" fmla="*/ 3399 w 6343"/>
                  <a:gd name="connsiteY4" fmla="*/ 121 h 6345"/>
                  <a:gd name="connsiteX5" fmla="*/ 1156 w 6343"/>
                  <a:gd name="connsiteY5" fmla="*/ 1050 h 6345"/>
                  <a:gd name="connsiteX6" fmla="*/ 228 w 6343"/>
                  <a:gd name="connsiteY6" fmla="*/ 3294 h 6345"/>
                  <a:gd name="connsiteX7" fmla="*/ 1156 w 6343"/>
                  <a:gd name="connsiteY7" fmla="*/ 5537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0" y="6467"/>
                      <a:pt x="5047" y="6132"/>
                      <a:pt x="5642" y="5537"/>
                    </a:cubicBezTo>
                    <a:cubicBezTo>
                      <a:pt x="6236" y="4942"/>
                      <a:pt x="6571" y="4135"/>
                      <a:pt x="6571" y="3294"/>
                    </a:cubicBezTo>
                    <a:cubicBezTo>
                      <a:pt x="6571" y="2452"/>
                      <a:pt x="6236" y="1645"/>
                      <a:pt x="5642" y="1050"/>
                    </a:cubicBezTo>
                    <a:cubicBezTo>
                      <a:pt x="5047" y="455"/>
                      <a:pt x="4240" y="121"/>
                      <a:pt x="3399" y="121"/>
                    </a:cubicBezTo>
                    <a:cubicBezTo>
                      <a:pt x="2558" y="121"/>
                      <a:pt x="1751" y="455"/>
                      <a:pt x="1156" y="1050"/>
                    </a:cubicBezTo>
                    <a:cubicBezTo>
                      <a:pt x="562" y="1645"/>
                      <a:pt x="228" y="2452"/>
                      <a:pt x="228" y="3294"/>
                    </a:cubicBezTo>
                    <a:cubicBezTo>
                      <a:pt x="228" y="4135"/>
                      <a:pt x="562" y="4942"/>
                      <a:pt x="1156" y="5537"/>
                    </a:cubicBezTo>
                    <a:cubicBezTo>
                      <a:pt x="1751" y="6132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58" name="Freeform: Shape 13957">
                <a:extLst>
                  <a:ext uri="{FF2B5EF4-FFF2-40B4-BE49-F238E27FC236}">
                    <a16:creationId xmlns:a16="http://schemas.microsoft.com/office/drawing/2014/main" id="{376B7430-C651-CC41-5710-E5D8D9F6A11B}"/>
                  </a:ext>
                </a:extLst>
              </p:cNvPr>
              <p:cNvSpPr/>
              <p:nvPr/>
            </p:nvSpPr>
            <p:spPr>
              <a:xfrm>
                <a:off x="9338835" y="5093668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5 w 6343"/>
                  <a:gd name="connsiteY1" fmla="*/ 5543 h 6345"/>
                  <a:gd name="connsiteX2" fmla="*/ 6574 w 6343"/>
                  <a:gd name="connsiteY2" fmla="*/ 3300 h 6345"/>
                  <a:gd name="connsiteX3" fmla="*/ 5645 w 6343"/>
                  <a:gd name="connsiteY3" fmla="*/ 1056 h 6345"/>
                  <a:gd name="connsiteX4" fmla="*/ 3403 w 6343"/>
                  <a:gd name="connsiteY4" fmla="*/ 127 h 6345"/>
                  <a:gd name="connsiteX5" fmla="*/ 1160 w 6343"/>
                  <a:gd name="connsiteY5" fmla="*/ 1056 h 6345"/>
                  <a:gd name="connsiteX6" fmla="*/ 231 w 6343"/>
                  <a:gd name="connsiteY6" fmla="*/ 3300 h 6345"/>
                  <a:gd name="connsiteX7" fmla="*/ 1160 w 6343"/>
                  <a:gd name="connsiteY7" fmla="*/ 5543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0" y="6138"/>
                      <a:pt x="5645" y="5543"/>
                    </a:cubicBezTo>
                    <a:cubicBezTo>
                      <a:pt x="6240" y="4948"/>
                      <a:pt x="6574" y="4141"/>
                      <a:pt x="6574" y="3300"/>
                    </a:cubicBezTo>
                    <a:cubicBezTo>
                      <a:pt x="6574" y="2458"/>
                      <a:pt x="6240" y="1651"/>
                      <a:pt x="5645" y="1056"/>
                    </a:cubicBezTo>
                    <a:cubicBezTo>
                      <a:pt x="5050" y="461"/>
                      <a:pt x="4244" y="127"/>
                      <a:pt x="3403" y="127"/>
                    </a:cubicBezTo>
                    <a:cubicBezTo>
                      <a:pt x="2561" y="127"/>
                      <a:pt x="1755" y="461"/>
                      <a:pt x="1160" y="1056"/>
                    </a:cubicBezTo>
                    <a:cubicBezTo>
                      <a:pt x="565" y="1651"/>
                      <a:pt x="231" y="2458"/>
                      <a:pt x="231" y="3300"/>
                    </a:cubicBezTo>
                    <a:cubicBezTo>
                      <a:pt x="231" y="4141"/>
                      <a:pt x="565" y="4948"/>
                      <a:pt x="1160" y="5543"/>
                    </a:cubicBezTo>
                    <a:cubicBezTo>
                      <a:pt x="1755" y="6138"/>
                      <a:pt x="2561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59" name="Freeform: Shape 13958">
                <a:extLst>
                  <a:ext uri="{FF2B5EF4-FFF2-40B4-BE49-F238E27FC236}">
                    <a16:creationId xmlns:a16="http://schemas.microsoft.com/office/drawing/2014/main" id="{73638D02-3CB8-0EE1-EA83-0E1D9F4BDB17}"/>
                  </a:ext>
                </a:extLst>
              </p:cNvPr>
              <p:cNvSpPr/>
              <p:nvPr/>
            </p:nvSpPr>
            <p:spPr>
              <a:xfrm>
                <a:off x="9303354" y="5022235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2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8" y="456"/>
                      <a:pt x="4241" y="122"/>
                      <a:pt x="3400" y="122"/>
                    </a:cubicBezTo>
                    <a:cubicBezTo>
                      <a:pt x="2559" y="122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60" name="Freeform: Shape 13959">
                <a:extLst>
                  <a:ext uri="{FF2B5EF4-FFF2-40B4-BE49-F238E27FC236}">
                    <a16:creationId xmlns:a16="http://schemas.microsoft.com/office/drawing/2014/main" id="{DD491056-184D-24EB-90C4-19FE23A91414}"/>
                  </a:ext>
                </a:extLst>
              </p:cNvPr>
              <p:cNvSpPr/>
              <p:nvPr/>
            </p:nvSpPr>
            <p:spPr>
              <a:xfrm>
                <a:off x="9304351" y="5020059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8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61" name="Freeform: Shape 13960">
                <a:extLst>
                  <a:ext uri="{FF2B5EF4-FFF2-40B4-BE49-F238E27FC236}">
                    <a16:creationId xmlns:a16="http://schemas.microsoft.com/office/drawing/2014/main" id="{D39F6087-8E2A-2DB4-8BEE-039527CCAB96}"/>
                  </a:ext>
                </a:extLst>
              </p:cNvPr>
              <p:cNvSpPr/>
              <p:nvPr/>
            </p:nvSpPr>
            <p:spPr>
              <a:xfrm>
                <a:off x="9305121" y="5017389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0 h 6345"/>
                  <a:gd name="connsiteX4" fmla="*/ 3400 w 6343"/>
                  <a:gd name="connsiteY4" fmla="*/ 121 h 6345"/>
                  <a:gd name="connsiteX5" fmla="*/ 1157 w 6343"/>
                  <a:gd name="connsiteY5" fmla="*/ 1050 h 6345"/>
                  <a:gd name="connsiteX6" fmla="*/ 228 w 6343"/>
                  <a:gd name="connsiteY6" fmla="*/ 3294 h 6345"/>
                  <a:gd name="connsiteX7" fmla="*/ 1157 w 6343"/>
                  <a:gd name="connsiteY7" fmla="*/ 5537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2"/>
                      <a:pt x="5642" y="5537"/>
                    </a:cubicBezTo>
                    <a:cubicBezTo>
                      <a:pt x="6237" y="4942"/>
                      <a:pt x="6571" y="4135"/>
                      <a:pt x="6571" y="3294"/>
                    </a:cubicBezTo>
                    <a:cubicBezTo>
                      <a:pt x="6571" y="2452"/>
                      <a:pt x="6237" y="1645"/>
                      <a:pt x="5642" y="1050"/>
                    </a:cubicBezTo>
                    <a:cubicBezTo>
                      <a:pt x="5048" y="455"/>
                      <a:pt x="4241" y="121"/>
                      <a:pt x="3400" y="121"/>
                    </a:cubicBezTo>
                    <a:cubicBezTo>
                      <a:pt x="2559" y="121"/>
                      <a:pt x="1752" y="455"/>
                      <a:pt x="1157" y="1050"/>
                    </a:cubicBezTo>
                    <a:cubicBezTo>
                      <a:pt x="562" y="1645"/>
                      <a:pt x="228" y="2452"/>
                      <a:pt x="228" y="3294"/>
                    </a:cubicBezTo>
                    <a:cubicBezTo>
                      <a:pt x="228" y="4135"/>
                      <a:pt x="562" y="4942"/>
                      <a:pt x="1157" y="5537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62" name="Freeform: Shape 13961">
                <a:extLst>
                  <a:ext uri="{FF2B5EF4-FFF2-40B4-BE49-F238E27FC236}">
                    <a16:creationId xmlns:a16="http://schemas.microsoft.com/office/drawing/2014/main" id="{5831225B-3908-906E-94BB-96704CD39B36}"/>
                  </a:ext>
                </a:extLst>
              </p:cNvPr>
              <p:cNvSpPr/>
              <p:nvPr/>
            </p:nvSpPr>
            <p:spPr>
              <a:xfrm>
                <a:off x="9389451" y="5170212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6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2"/>
                    </a:cubicBezTo>
                    <a:cubicBezTo>
                      <a:pt x="5054" y="468"/>
                      <a:pt x="4248" y="133"/>
                      <a:pt x="3406" y="133"/>
                    </a:cubicBezTo>
                    <a:cubicBezTo>
                      <a:pt x="2565" y="133"/>
                      <a:pt x="1759" y="468"/>
                      <a:pt x="1164" y="1062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63" name="Freeform: Shape 13962">
                <a:extLst>
                  <a:ext uri="{FF2B5EF4-FFF2-40B4-BE49-F238E27FC236}">
                    <a16:creationId xmlns:a16="http://schemas.microsoft.com/office/drawing/2014/main" id="{E7A8D6A3-481B-8778-C17D-3642E268456C}"/>
                  </a:ext>
                </a:extLst>
              </p:cNvPr>
              <p:cNvSpPr/>
              <p:nvPr/>
            </p:nvSpPr>
            <p:spPr>
              <a:xfrm>
                <a:off x="9391146" y="517202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50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64" name="Freeform: Shape 13963">
                <a:extLst>
                  <a:ext uri="{FF2B5EF4-FFF2-40B4-BE49-F238E27FC236}">
                    <a16:creationId xmlns:a16="http://schemas.microsoft.com/office/drawing/2014/main" id="{DE187911-04B5-1F67-3CC3-CDCCA45798A4}"/>
                  </a:ext>
                </a:extLst>
              </p:cNvPr>
              <p:cNvSpPr/>
              <p:nvPr/>
            </p:nvSpPr>
            <p:spPr>
              <a:xfrm>
                <a:off x="9392234" y="517249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65" name="Freeform: Shape 13964">
                <a:extLst>
                  <a:ext uri="{FF2B5EF4-FFF2-40B4-BE49-F238E27FC236}">
                    <a16:creationId xmlns:a16="http://schemas.microsoft.com/office/drawing/2014/main" id="{D04CB505-929A-9020-4455-778B891C9A4A}"/>
                  </a:ext>
                </a:extLst>
              </p:cNvPr>
              <p:cNvSpPr/>
              <p:nvPr/>
            </p:nvSpPr>
            <p:spPr>
              <a:xfrm>
                <a:off x="9393244" y="517279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66" name="Freeform: Shape 13965">
                <a:extLst>
                  <a:ext uri="{FF2B5EF4-FFF2-40B4-BE49-F238E27FC236}">
                    <a16:creationId xmlns:a16="http://schemas.microsoft.com/office/drawing/2014/main" id="{C6845749-2B09-A206-0C97-CE6B98FF4DC0}"/>
                  </a:ext>
                </a:extLst>
              </p:cNvPr>
              <p:cNvSpPr/>
              <p:nvPr/>
            </p:nvSpPr>
            <p:spPr>
              <a:xfrm>
                <a:off x="9393658" y="517168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67" name="Freeform: Shape 13966">
                <a:extLst>
                  <a:ext uri="{FF2B5EF4-FFF2-40B4-BE49-F238E27FC236}">
                    <a16:creationId xmlns:a16="http://schemas.microsoft.com/office/drawing/2014/main" id="{361192F2-1468-EA47-3EFF-7FAD9F89E70D}"/>
                  </a:ext>
                </a:extLst>
              </p:cNvPr>
              <p:cNvSpPr/>
              <p:nvPr/>
            </p:nvSpPr>
            <p:spPr>
              <a:xfrm>
                <a:off x="9394920" y="517263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8"/>
                      <a:pt x="570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68" name="Freeform: Shape 13967">
                <a:extLst>
                  <a:ext uri="{FF2B5EF4-FFF2-40B4-BE49-F238E27FC236}">
                    <a16:creationId xmlns:a16="http://schemas.microsoft.com/office/drawing/2014/main" id="{D7685017-3789-AC41-7700-67886DB12D69}"/>
                  </a:ext>
                </a:extLst>
              </p:cNvPr>
              <p:cNvSpPr/>
              <p:nvPr/>
            </p:nvSpPr>
            <p:spPr>
              <a:xfrm>
                <a:off x="9395688" y="517239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4" y="4955"/>
                      <a:pt x="6579" y="4148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8"/>
                      <a:pt x="570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69" name="Freeform: Shape 13968">
                <a:extLst>
                  <a:ext uri="{FF2B5EF4-FFF2-40B4-BE49-F238E27FC236}">
                    <a16:creationId xmlns:a16="http://schemas.microsoft.com/office/drawing/2014/main" id="{648CFC57-49C0-AFB4-B6E0-C11806EB5225}"/>
                  </a:ext>
                </a:extLst>
              </p:cNvPr>
              <p:cNvSpPr/>
              <p:nvPr/>
            </p:nvSpPr>
            <p:spPr>
              <a:xfrm>
                <a:off x="9396502" y="517226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9" y="4148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8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70" name="Freeform: Shape 13969">
                <a:extLst>
                  <a:ext uri="{FF2B5EF4-FFF2-40B4-BE49-F238E27FC236}">
                    <a16:creationId xmlns:a16="http://schemas.microsoft.com/office/drawing/2014/main" id="{FD691C8D-A847-E53D-FEE3-456BDB79C94C}"/>
                  </a:ext>
                </a:extLst>
              </p:cNvPr>
              <p:cNvSpPr/>
              <p:nvPr/>
            </p:nvSpPr>
            <p:spPr>
              <a:xfrm>
                <a:off x="9397294" y="517208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6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71" name="Freeform: Shape 13970">
                <a:extLst>
                  <a:ext uri="{FF2B5EF4-FFF2-40B4-BE49-F238E27FC236}">
                    <a16:creationId xmlns:a16="http://schemas.microsoft.com/office/drawing/2014/main" id="{B54F780D-D62E-75E1-51C1-0BB88D166167}"/>
                  </a:ext>
                </a:extLst>
              </p:cNvPr>
              <p:cNvSpPr/>
              <p:nvPr/>
            </p:nvSpPr>
            <p:spPr>
              <a:xfrm>
                <a:off x="9398130" y="517203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72" name="Freeform: Shape 13971">
                <a:extLst>
                  <a:ext uri="{FF2B5EF4-FFF2-40B4-BE49-F238E27FC236}">
                    <a16:creationId xmlns:a16="http://schemas.microsoft.com/office/drawing/2014/main" id="{D88EFED2-6837-9440-C700-82728DB8DD22}"/>
                  </a:ext>
                </a:extLst>
              </p:cNvPr>
              <p:cNvSpPr/>
              <p:nvPr/>
            </p:nvSpPr>
            <p:spPr>
              <a:xfrm>
                <a:off x="9398986" y="517204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73" name="Freeform: Shape 13972">
                <a:extLst>
                  <a:ext uri="{FF2B5EF4-FFF2-40B4-BE49-F238E27FC236}">
                    <a16:creationId xmlns:a16="http://schemas.microsoft.com/office/drawing/2014/main" id="{4FD3E266-A1A8-573D-E014-665C9BCC1381}"/>
                  </a:ext>
                </a:extLst>
              </p:cNvPr>
              <p:cNvSpPr/>
              <p:nvPr/>
            </p:nvSpPr>
            <p:spPr>
              <a:xfrm>
                <a:off x="9399841" y="517205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74" name="Freeform: Shape 13973">
                <a:extLst>
                  <a:ext uri="{FF2B5EF4-FFF2-40B4-BE49-F238E27FC236}">
                    <a16:creationId xmlns:a16="http://schemas.microsoft.com/office/drawing/2014/main" id="{2BE339B6-06DF-4B9B-18C2-B2521CBCD82D}"/>
                  </a:ext>
                </a:extLst>
              </p:cNvPr>
              <p:cNvSpPr/>
              <p:nvPr/>
            </p:nvSpPr>
            <p:spPr>
              <a:xfrm>
                <a:off x="9400693" y="517207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75" name="Freeform: Shape 13974">
                <a:extLst>
                  <a:ext uri="{FF2B5EF4-FFF2-40B4-BE49-F238E27FC236}">
                    <a16:creationId xmlns:a16="http://schemas.microsoft.com/office/drawing/2014/main" id="{A8DA88FB-F728-7C40-986E-FF22315FAC59}"/>
                  </a:ext>
                </a:extLst>
              </p:cNvPr>
              <p:cNvSpPr/>
              <p:nvPr/>
            </p:nvSpPr>
            <p:spPr>
              <a:xfrm>
                <a:off x="9401564" y="517215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76" name="Freeform: Shape 13975">
                <a:extLst>
                  <a:ext uri="{FF2B5EF4-FFF2-40B4-BE49-F238E27FC236}">
                    <a16:creationId xmlns:a16="http://schemas.microsoft.com/office/drawing/2014/main" id="{715C1628-1596-52FD-F9EB-FABF0F36094D}"/>
                  </a:ext>
                </a:extLst>
              </p:cNvPr>
              <p:cNvSpPr/>
              <p:nvPr/>
            </p:nvSpPr>
            <p:spPr>
              <a:xfrm>
                <a:off x="9402372" y="517206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77" name="Freeform: Shape 13976">
                <a:extLst>
                  <a:ext uri="{FF2B5EF4-FFF2-40B4-BE49-F238E27FC236}">
                    <a16:creationId xmlns:a16="http://schemas.microsoft.com/office/drawing/2014/main" id="{BBF00CBE-9A03-604B-626E-DF8ACDE769F8}"/>
                  </a:ext>
                </a:extLst>
              </p:cNvPr>
              <p:cNvSpPr/>
              <p:nvPr/>
            </p:nvSpPr>
            <p:spPr>
              <a:xfrm>
                <a:off x="9403160" y="517193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78" name="Freeform: Shape 13977">
                <a:extLst>
                  <a:ext uri="{FF2B5EF4-FFF2-40B4-BE49-F238E27FC236}">
                    <a16:creationId xmlns:a16="http://schemas.microsoft.com/office/drawing/2014/main" id="{ACBC8DB1-D820-CD7C-4BD2-82E06948DEF9}"/>
                  </a:ext>
                </a:extLst>
              </p:cNvPr>
              <p:cNvSpPr/>
              <p:nvPr/>
            </p:nvSpPr>
            <p:spPr>
              <a:xfrm>
                <a:off x="9403987" y="517191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79" name="Freeform: Shape 13978">
                <a:extLst>
                  <a:ext uri="{FF2B5EF4-FFF2-40B4-BE49-F238E27FC236}">
                    <a16:creationId xmlns:a16="http://schemas.microsoft.com/office/drawing/2014/main" id="{75160860-0D3F-25E0-9FF4-369701CD5C4F}"/>
                  </a:ext>
                </a:extLst>
              </p:cNvPr>
              <p:cNvSpPr/>
              <p:nvPr/>
            </p:nvSpPr>
            <p:spPr>
              <a:xfrm>
                <a:off x="9405362" y="517360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5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5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80" name="Freeform: Shape 13979">
                <a:extLst>
                  <a:ext uri="{FF2B5EF4-FFF2-40B4-BE49-F238E27FC236}">
                    <a16:creationId xmlns:a16="http://schemas.microsoft.com/office/drawing/2014/main" id="{5B7E8726-446C-C230-0DEB-4B7D6013016F}"/>
                  </a:ext>
                </a:extLst>
              </p:cNvPr>
              <p:cNvSpPr/>
              <p:nvPr/>
            </p:nvSpPr>
            <p:spPr>
              <a:xfrm>
                <a:off x="9406269" y="517389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4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5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4"/>
                      <a:pt x="3408" y="134"/>
                    </a:cubicBezTo>
                    <a:cubicBezTo>
                      <a:pt x="2567" y="134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5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81" name="Freeform: Shape 13980">
                <a:extLst>
                  <a:ext uri="{FF2B5EF4-FFF2-40B4-BE49-F238E27FC236}">
                    <a16:creationId xmlns:a16="http://schemas.microsoft.com/office/drawing/2014/main" id="{74FE76D8-BA70-4D58-9716-A3617A6F2ED2}"/>
                  </a:ext>
                </a:extLst>
              </p:cNvPr>
              <p:cNvSpPr/>
              <p:nvPr/>
            </p:nvSpPr>
            <p:spPr>
              <a:xfrm>
                <a:off x="9409072" y="517246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50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5"/>
                      <a:pt x="5651" y="5550"/>
                    </a:cubicBezTo>
                    <a:cubicBezTo>
                      <a:pt x="6245" y="4955"/>
                      <a:pt x="6580" y="4148"/>
                      <a:pt x="6580" y="3306"/>
                    </a:cubicBezTo>
                    <a:cubicBezTo>
                      <a:pt x="6580" y="2465"/>
                      <a:pt x="6245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1" y="1658"/>
                      <a:pt x="236" y="2465"/>
                      <a:pt x="236" y="3306"/>
                    </a:cubicBezTo>
                    <a:cubicBezTo>
                      <a:pt x="236" y="4148"/>
                      <a:pt x="571" y="4955"/>
                      <a:pt x="1165" y="5550"/>
                    </a:cubicBezTo>
                    <a:cubicBezTo>
                      <a:pt x="1760" y="6145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82" name="Freeform: Shape 13981">
                <a:extLst>
                  <a:ext uri="{FF2B5EF4-FFF2-40B4-BE49-F238E27FC236}">
                    <a16:creationId xmlns:a16="http://schemas.microsoft.com/office/drawing/2014/main" id="{EC77C2BB-313C-0FAB-DF6E-6B9F07F3981A}"/>
                  </a:ext>
                </a:extLst>
              </p:cNvPr>
              <p:cNvSpPr/>
              <p:nvPr/>
            </p:nvSpPr>
            <p:spPr>
              <a:xfrm>
                <a:off x="9412034" y="5168393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83" name="Freeform: Shape 13982">
                <a:extLst>
                  <a:ext uri="{FF2B5EF4-FFF2-40B4-BE49-F238E27FC236}">
                    <a16:creationId xmlns:a16="http://schemas.microsoft.com/office/drawing/2014/main" id="{A902E598-5C96-880C-B423-CD88E458F0F2}"/>
                  </a:ext>
                </a:extLst>
              </p:cNvPr>
              <p:cNvSpPr/>
              <p:nvPr/>
            </p:nvSpPr>
            <p:spPr>
              <a:xfrm>
                <a:off x="9384092" y="5047095"/>
                <a:ext cx="6343" cy="6345"/>
              </a:xfrm>
              <a:custGeom>
                <a:avLst/>
                <a:gdLst>
                  <a:gd name="connsiteX0" fmla="*/ 3406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6 h 6345"/>
                  <a:gd name="connsiteX3" fmla="*/ 5649 w 6343"/>
                  <a:gd name="connsiteY3" fmla="*/ 1053 h 6345"/>
                  <a:gd name="connsiteX4" fmla="*/ 3406 w 6343"/>
                  <a:gd name="connsiteY4" fmla="*/ 124 h 6345"/>
                  <a:gd name="connsiteX5" fmla="*/ 1163 w 6343"/>
                  <a:gd name="connsiteY5" fmla="*/ 1053 h 6345"/>
                  <a:gd name="connsiteX6" fmla="*/ 235 w 6343"/>
                  <a:gd name="connsiteY6" fmla="*/ 3296 h 6345"/>
                  <a:gd name="connsiteX7" fmla="*/ 1163 w 6343"/>
                  <a:gd name="connsiteY7" fmla="*/ 5540 h 6345"/>
                  <a:gd name="connsiteX8" fmla="*/ 3406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9"/>
                    </a:moveTo>
                    <a:cubicBezTo>
                      <a:pt x="4247" y="6469"/>
                      <a:pt x="5054" y="6135"/>
                      <a:pt x="5649" y="5540"/>
                    </a:cubicBezTo>
                    <a:cubicBezTo>
                      <a:pt x="6243" y="4945"/>
                      <a:pt x="6578" y="4138"/>
                      <a:pt x="6578" y="3296"/>
                    </a:cubicBezTo>
                    <a:cubicBezTo>
                      <a:pt x="6578" y="2455"/>
                      <a:pt x="6243" y="1648"/>
                      <a:pt x="5649" y="1053"/>
                    </a:cubicBezTo>
                    <a:cubicBezTo>
                      <a:pt x="5054" y="458"/>
                      <a:pt x="4247" y="124"/>
                      <a:pt x="3406" y="124"/>
                    </a:cubicBezTo>
                    <a:cubicBezTo>
                      <a:pt x="2565" y="124"/>
                      <a:pt x="1758" y="458"/>
                      <a:pt x="1163" y="1053"/>
                    </a:cubicBezTo>
                    <a:cubicBezTo>
                      <a:pt x="569" y="1648"/>
                      <a:pt x="235" y="2455"/>
                      <a:pt x="235" y="3296"/>
                    </a:cubicBezTo>
                    <a:cubicBezTo>
                      <a:pt x="235" y="4138"/>
                      <a:pt x="569" y="4945"/>
                      <a:pt x="1163" y="5540"/>
                    </a:cubicBezTo>
                    <a:cubicBezTo>
                      <a:pt x="1758" y="6135"/>
                      <a:pt x="2565" y="6469"/>
                      <a:pt x="3406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84" name="Freeform: Shape 13983">
                <a:extLst>
                  <a:ext uri="{FF2B5EF4-FFF2-40B4-BE49-F238E27FC236}">
                    <a16:creationId xmlns:a16="http://schemas.microsoft.com/office/drawing/2014/main" id="{1AA84E64-1B81-2E15-32B5-ADDA8B12BF39}"/>
                  </a:ext>
                </a:extLst>
              </p:cNvPr>
              <p:cNvSpPr/>
              <p:nvPr/>
            </p:nvSpPr>
            <p:spPr>
              <a:xfrm>
                <a:off x="9385593" y="5046670"/>
                <a:ext cx="6343" cy="6345"/>
              </a:xfrm>
              <a:custGeom>
                <a:avLst/>
                <a:gdLst>
                  <a:gd name="connsiteX0" fmla="*/ 3406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6 h 6345"/>
                  <a:gd name="connsiteX3" fmla="*/ 5649 w 6343"/>
                  <a:gd name="connsiteY3" fmla="*/ 1053 h 6345"/>
                  <a:gd name="connsiteX4" fmla="*/ 3406 w 6343"/>
                  <a:gd name="connsiteY4" fmla="*/ 123 h 6345"/>
                  <a:gd name="connsiteX5" fmla="*/ 1164 w 6343"/>
                  <a:gd name="connsiteY5" fmla="*/ 1053 h 6345"/>
                  <a:gd name="connsiteX6" fmla="*/ 235 w 6343"/>
                  <a:gd name="connsiteY6" fmla="*/ 3296 h 6345"/>
                  <a:gd name="connsiteX7" fmla="*/ 1164 w 6343"/>
                  <a:gd name="connsiteY7" fmla="*/ 5540 h 6345"/>
                  <a:gd name="connsiteX8" fmla="*/ 3406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9"/>
                    </a:moveTo>
                    <a:cubicBezTo>
                      <a:pt x="4247" y="6469"/>
                      <a:pt x="5054" y="6135"/>
                      <a:pt x="5649" y="5540"/>
                    </a:cubicBezTo>
                    <a:cubicBezTo>
                      <a:pt x="6244" y="4945"/>
                      <a:pt x="6578" y="4138"/>
                      <a:pt x="6578" y="3296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7" y="123"/>
                      <a:pt x="3406" y="123"/>
                    </a:cubicBezTo>
                    <a:cubicBezTo>
                      <a:pt x="2565" y="123"/>
                      <a:pt x="1758" y="458"/>
                      <a:pt x="1164" y="1053"/>
                    </a:cubicBezTo>
                    <a:cubicBezTo>
                      <a:pt x="569" y="1648"/>
                      <a:pt x="235" y="2455"/>
                      <a:pt x="235" y="3296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8" y="6135"/>
                      <a:pt x="2565" y="6469"/>
                      <a:pt x="3406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85" name="Freeform: Shape 13984">
                <a:extLst>
                  <a:ext uri="{FF2B5EF4-FFF2-40B4-BE49-F238E27FC236}">
                    <a16:creationId xmlns:a16="http://schemas.microsoft.com/office/drawing/2014/main" id="{14CEBDFF-4FC1-F0A7-BFFD-02121DBFF977}"/>
                  </a:ext>
                </a:extLst>
              </p:cNvPr>
              <p:cNvSpPr/>
              <p:nvPr/>
            </p:nvSpPr>
            <p:spPr>
              <a:xfrm>
                <a:off x="9387458" y="5047814"/>
                <a:ext cx="6343" cy="6345"/>
              </a:xfrm>
              <a:custGeom>
                <a:avLst/>
                <a:gdLst>
                  <a:gd name="connsiteX0" fmla="*/ 3406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6 h 6345"/>
                  <a:gd name="connsiteX3" fmla="*/ 5649 w 6343"/>
                  <a:gd name="connsiteY3" fmla="*/ 1053 h 6345"/>
                  <a:gd name="connsiteX4" fmla="*/ 3406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6 h 6345"/>
                  <a:gd name="connsiteX7" fmla="*/ 1164 w 6343"/>
                  <a:gd name="connsiteY7" fmla="*/ 5540 h 6345"/>
                  <a:gd name="connsiteX8" fmla="*/ 3406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9"/>
                    </a:moveTo>
                    <a:cubicBezTo>
                      <a:pt x="4247" y="6469"/>
                      <a:pt x="5054" y="6135"/>
                      <a:pt x="5649" y="5540"/>
                    </a:cubicBezTo>
                    <a:cubicBezTo>
                      <a:pt x="6244" y="4945"/>
                      <a:pt x="6578" y="4138"/>
                      <a:pt x="6578" y="3296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7" y="124"/>
                      <a:pt x="3406" y="124"/>
                    </a:cubicBezTo>
                    <a:cubicBezTo>
                      <a:pt x="2565" y="124"/>
                      <a:pt x="1758" y="458"/>
                      <a:pt x="1164" y="1053"/>
                    </a:cubicBezTo>
                    <a:cubicBezTo>
                      <a:pt x="569" y="1648"/>
                      <a:pt x="235" y="2455"/>
                      <a:pt x="235" y="3296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8" y="6135"/>
                      <a:pt x="2565" y="6469"/>
                      <a:pt x="3406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86" name="Freeform: Shape 13985">
                <a:extLst>
                  <a:ext uri="{FF2B5EF4-FFF2-40B4-BE49-F238E27FC236}">
                    <a16:creationId xmlns:a16="http://schemas.microsoft.com/office/drawing/2014/main" id="{2D8441C5-48A8-C296-983C-BA7C64493BC1}"/>
                  </a:ext>
                </a:extLst>
              </p:cNvPr>
              <p:cNvSpPr/>
              <p:nvPr/>
            </p:nvSpPr>
            <p:spPr>
              <a:xfrm>
                <a:off x="9388335" y="5044645"/>
                <a:ext cx="6343" cy="6345"/>
              </a:xfrm>
              <a:custGeom>
                <a:avLst/>
                <a:gdLst>
                  <a:gd name="connsiteX0" fmla="*/ 3406 w 6343"/>
                  <a:gd name="connsiteY0" fmla="*/ 6469 h 6345"/>
                  <a:gd name="connsiteX1" fmla="*/ 5649 w 6343"/>
                  <a:gd name="connsiteY1" fmla="*/ 5539 h 6345"/>
                  <a:gd name="connsiteX2" fmla="*/ 6578 w 6343"/>
                  <a:gd name="connsiteY2" fmla="*/ 3296 h 6345"/>
                  <a:gd name="connsiteX3" fmla="*/ 5649 w 6343"/>
                  <a:gd name="connsiteY3" fmla="*/ 1053 h 6345"/>
                  <a:gd name="connsiteX4" fmla="*/ 3406 w 6343"/>
                  <a:gd name="connsiteY4" fmla="*/ 123 h 6345"/>
                  <a:gd name="connsiteX5" fmla="*/ 1164 w 6343"/>
                  <a:gd name="connsiteY5" fmla="*/ 1053 h 6345"/>
                  <a:gd name="connsiteX6" fmla="*/ 235 w 6343"/>
                  <a:gd name="connsiteY6" fmla="*/ 3296 h 6345"/>
                  <a:gd name="connsiteX7" fmla="*/ 1164 w 6343"/>
                  <a:gd name="connsiteY7" fmla="*/ 5539 h 6345"/>
                  <a:gd name="connsiteX8" fmla="*/ 3406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9"/>
                    </a:moveTo>
                    <a:cubicBezTo>
                      <a:pt x="4248" y="6469"/>
                      <a:pt x="5054" y="6134"/>
                      <a:pt x="5649" y="5539"/>
                    </a:cubicBezTo>
                    <a:cubicBezTo>
                      <a:pt x="6244" y="4945"/>
                      <a:pt x="6578" y="4137"/>
                      <a:pt x="6578" y="3296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8" y="123"/>
                      <a:pt x="3406" y="123"/>
                    </a:cubicBezTo>
                    <a:cubicBezTo>
                      <a:pt x="2565" y="123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6"/>
                    </a:cubicBezTo>
                    <a:cubicBezTo>
                      <a:pt x="235" y="4137"/>
                      <a:pt x="569" y="4945"/>
                      <a:pt x="1164" y="5539"/>
                    </a:cubicBezTo>
                    <a:cubicBezTo>
                      <a:pt x="1759" y="6134"/>
                      <a:pt x="2565" y="6469"/>
                      <a:pt x="3406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87" name="Freeform: Shape 13986">
                <a:extLst>
                  <a:ext uri="{FF2B5EF4-FFF2-40B4-BE49-F238E27FC236}">
                    <a16:creationId xmlns:a16="http://schemas.microsoft.com/office/drawing/2014/main" id="{EC7FE2BC-86F7-4EFD-DB38-814C5AADF4A0}"/>
                  </a:ext>
                </a:extLst>
              </p:cNvPr>
              <p:cNvSpPr/>
              <p:nvPr/>
            </p:nvSpPr>
            <p:spPr>
              <a:xfrm>
                <a:off x="9390456" y="5047013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6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6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4" y="6135"/>
                      <a:pt x="5649" y="5540"/>
                    </a:cubicBezTo>
                    <a:cubicBezTo>
                      <a:pt x="6244" y="4945"/>
                      <a:pt x="6578" y="4138"/>
                      <a:pt x="6578" y="3296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8" y="124"/>
                      <a:pt x="3407" y="124"/>
                    </a:cubicBezTo>
                    <a:cubicBezTo>
                      <a:pt x="2565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6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5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88" name="Freeform: Shape 13987">
                <a:extLst>
                  <a:ext uri="{FF2B5EF4-FFF2-40B4-BE49-F238E27FC236}">
                    <a16:creationId xmlns:a16="http://schemas.microsoft.com/office/drawing/2014/main" id="{4C70DF86-BB1F-E24F-C754-77C1DEC12DF4}"/>
                  </a:ext>
                </a:extLst>
              </p:cNvPr>
              <p:cNvSpPr/>
              <p:nvPr/>
            </p:nvSpPr>
            <p:spPr>
              <a:xfrm>
                <a:off x="9389834" y="5020030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4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4" y="456"/>
                      <a:pt x="4248" y="121"/>
                      <a:pt x="3407" y="121"/>
                    </a:cubicBezTo>
                    <a:cubicBezTo>
                      <a:pt x="2565" y="121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5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89" name="Freeform: Shape 13988">
                <a:extLst>
                  <a:ext uri="{FF2B5EF4-FFF2-40B4-BE49-F238E27FC236}">
                    <a16:creationId xmlns:a16="http://schemas.microsoft.com/office/drawing/2014/main" id="{29C0FDF0-6644-F897-0D54-F40FC7F67F17}"/>
                  </a:ext>
                </a:extLst>
              </p:cNvPr>
              <p:cNvSpPr/>
              <p:nvPr/>
            </p:nvSpPr>
            <p:spPr>
              <a:xfrm>
                <a:off x="9391283" y="5018491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7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49" y="5537"/>
                    </a:cubicBezTo>
                    <a:cubicBezTo>
                      <a:pt x="6244" y="4942"/>
                      <a:pt x="6578" y="4135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5"/>
                      <a:pt x="569" y="4942"/>
                      <a:pt x="1164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90" name="Freeform: Shape 13989">
                <a:extLst>
                  <a:ext uri="{FF2B5EF4-FFF2-40B4-BE49-F238E27FC236}">
                    <a16:creationId xmlns:a16="http://schemas.microsoft.com/office/drawing/2014/main" id="{7A41D9E6-9172-C7EE-C38B-3711C3D24948}"/>
                  </a:ext>
                </a:extLst>
              </p:cNvPr>
              <p:cNvSpPr/>
              <p:nvPr/>
            </p:nvSpPr>
            <p:spPr>
              <a:xfrm>
                <a:off x="9393131" y="5019018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7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49" y="5537"/>
                    </a:cubicBezTo>
                    <a:cubicBezTo>
                      <a:pt x="6244" y="4942"/>
                      <a:pt x="6578" y="4135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5"/>
                      <a:pt x="569" y="4942"/>
                      <a:pt x="1164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91" name="Freeform: Shape 13990">
                <a:extLst>
                  <a:ext uri="{FF2B5EF4-FFF2-40B4-BE49-F238E27FC236}">
                    <a16:creationId xmlns:a16="http://schemas.microsoft.com/office/drawing/2014/main" id="{555FF2F7-8C15-B3C9-27F7-374ECB267CC3}"/>
                  </a:ext>
                </a:extLst>
              </p:cNvPr>
              <p:cNvSpPr/>
              <p:nvPr/>
            </p:nvSpPr>
            <p:spPr>
              <a:xfrm>
                <a:off x="9394732" y="5018224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8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4" y="4942"/>
                      <a:pt x="6578" y="4135"/>
                      <a:pt x="6578" y="3294"/>
                    </a:cubicBezTo>
                    <a:cubicBezTo>
                      <a:pt x="6578" y="2453"/>
                      <a:pt x="6244" y="1645"/>
                      <a:pt x="5650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1"/>
                    </a:cubicBezTo>
                    <a:cubicBezTo>
                      <a:pt x="570" y="1645"/>
                      <a:pt x="235" y="2453"/>
                      <a:pt x="235" y="3294"/>
                    </a:cubicBezTo>
                    <a:cubicBezTo>
                      <a:pt x="235" y="4135"/>
                      <a:pt x="570" y="4942"/>
                      <a:pt x="1164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92" name="Freeform: Shape 13991">
                <a:extLst>
                  <a:ext uri="{FF2B5EF4-FFF2-40B4-BE49-F238E27FC236}">
                    <a16:creationId xmlns:a16="http://schemas.microsoft.com/office/drawing/2014/main" id="{02C20F87-9184-78A5-BB4B-A02AAB8F07B3}"/>
                  </a:ext>
                </a:extLst>
              </p:cNvPr>
              <p:cNvSpPr/>
              <p:nvPr/>
            </p:nvSpPr>
            <p:spPr>
              <a:xfrm>
                <a:off x="9396445" y="5018046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4 w 6343"/>
                  <a:gd name="connsiteY5" fmla="*/ 1050 h 6345"/>
                  <a:gd name="connsiteX6" fmla="*/ 235 w 6343"/>
                  <a:gd name="connsiteY6" fmla="*/ 3294 h 6345"/>
                  <a:gd name="connsiteX7" fmla="*/ 1164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4" y="4942"/>
                      <a:pt x="6579" y="4135"/>
                      <a:pt x="6579" y="3294"/>
                    </a:cubicBezTo>
                    <a:cubicBezTo>
                      <a:pt x="6579" y="2453"/>
                      <a:pt x="6244" y="1645"/>
                      <a:pt x="5650" y="1050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0"/>
                    </a:cubicBezTo>
                    <a:cubicBezTo>
                      <a:pt x="570" y="1645"/>
                      <a:pt x="235" y="2453"/>
                      <a:pt x="235" y="3294"/>
                    </a:cubicBezTo>
                    <a:cubicBezTo>
                      <a:pt x="235" y="4135"/>
                      <a:pt x="570" y="4942"/>
                      <a:pt x="1164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93" name="Freeform: Shape 13992">
                <a:extLst>
                  <a:ext uri="{FF2B5EF4-FFF2-40B4-BE49-F238E27FC236}">
                    <a16:creationId xmlns:a16="http://schemas.microsoft.com/office/drawing/2014/main" id="{EEF6875A-FB65-C48C-CF7A-500DC526E935}"/>
                  </a:ext>
                </a:extLst>
              </p:cNvPr>
              <p:cNvSpPr/>
              <p:nvPr/>
            </p:nvSpPr>
            <p:spPr>
              <a:xfrm>
                <a:off x="9397895" y="5016299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8" y="121"/>
                      <a:pt x="3407" y="121"/>
                    </a:cubicBezTo>
                    <a:cubicBezTo>
                      <a:pt x="2566" y="121"/>
                      <a:pt x="1759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94" name="Freeform: Shape 13993">
                <a:extLst>
                  <a:ext uri="{FF2B5EF4-FFF2-40B4-BE49-F238E27FC236}">
                    <a16:creationId xmlns:a16="http://schemas.microsoft.com/office/drawing/2014/main" id="{3E966234-733C-BC5E-C6F9-176149409E61}"/>
                  </a:ext>
                </a:extLst>
              </p:cNvPr>
              <p:cNvSpPr/>
              <p:nvPr/>
            </p:nvSpPr>
            <p:spPr>
              <a:xfrm>
                <a:off x="9399453" y="5015107"/>
                <a:ext cx="6343" cy="6345"/>
              </a:xfrm>
              <a:custGeom>
                <a:avLst/>
                <a:gdLst>
                  <a:gd name="connsiteX0" fmla="*/ 3407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6"/>
                    </a:moveTo>
                    <a:cubicBezTo>
                      <a:pt x="4248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8" y="121"/>
                      <a:pt x="3407" y="121"/>
                    </a:cubicBezTo>
                    <a:cubicBezTo>
                      <a:pt x="2566" y="121"/>
                      <a:pt x="1759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59" y="6132"/>
                      <a:pt x="2566" y="6466"/>
                      <a:pt x="340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95" name="Freeform: Shape 13994">
                <a:extLst>
                  <a:ext uri="{FF2B5EF4-FFF2-40B4-BE49-F238E27FC236}">
                    <a16:creationId xmlns:a16="http://schemas.microsoft.com/office/drawing/2014/main" id="{720D14C8-0B7C-F852-883D-317C96D36E6A}"/>
                  </a:ext>
                </a:extLst>
              </p:cNvPr>
              <p:cNvSpPr/>
              <p:nvPr/>
            </p:nvSpPr>
            <p:spPr>
              <a:xfrm>
                <a:off x="9401023" y="5013923"/>
                <a:ext cx="6343" cy="6345"/>
              </a:xfrm>
              <a:custGeom>
                <a:avLst/>
                <a:gdLst>
                  <a:gd name="connsiteX0" fmla="*/ 3407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6"/>
                    </a:moveTo>
                    <a:cubicBezTo>
                      <a:pt x="4249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9" y="121"/>
                      <a:pt x="3407" y="121"/>
                    </a:cubicBezTo>
                    <a:cubicBezTo>
                      <a:pt x="2566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6"/>
                      <a:pt x="340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96" name="Freeform: Shape 13995">
                <a:extLst>
                  <a:ext uri="{FF2B5EF4-FFF2-40B4-BE49-F238E27FC236}">
                    <a16:creationId xmlns:a16="http://schemas.microsoft.com/office/drawing/2014/main" id="{CE110600-1DAB-4F6A-CC0B-84A39A7A49BA}"/>
                  </a:ext>
                </a:extLst>
              </p:cNvPr>
              <p:cNvSpPr/>
              <p:nvPr/>
            </p:nvSpPr>
            <p:spPr>
              <a:xfrm>
                <a:off x="9402643" y="5012992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9" y="121"/>
                      <a:pt x="3408" y="121"/>
                    </a:cubicBezTo>
                    <a:cubicBezTo>
                      <a:pt x="2566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97" name="Freeform: Shape 13996">
                <a:extLst>
                  <a:ext uri="{FF2B5EF4-FFF2-40B4-BE49-F238E27FC236}">
                    <a16:creationId xmlns:a16="http://schemas.microsoft.com/office/drawing/2014/main" id="{58071085-B9C4-D851-600E-E4744060C73F}"/>
                  </a:ext>
                </a:extLst>
              </p:cNvPr>
              <p:cNvSpPr/>
              <p:nvPr/>
            </p:nvSpPr>
            <p:spPr>
              <a:xfrm>
                <a:off x="9404376" y="5012803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98" name="Freeform: Shape 13997">
                <a:extLst>
                  <a:ext uri="{FF2B5EF4-FFF2-40B4-BE49-F238E27FC236}">
                    <a16:creationId xmlns:a16="http://schemas.microsoft.com/office/drawing/2014/main" id="{8B710537-F3F6-584B-DCB7-8B4BCF86888E}"/>
                  </a:ext>
                </a:extLst>
              </p:cNvPr>
              <p:cNvSpPr/>
              <p:nvPr/>
            </p:nvSpPr>
            <p:spPr>
              <a:xfrm>
                <a:off x="9405993" y="5011769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3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3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6" y="6132"/>
                      <a:pt x="5650" y="5537"/>
                    </a:cubicBezTo>
                    <a:cubicBezTo>
                      <a:pt x="6245" y="4942"/>
                      <a:pt x="6579" y="4135"/>
                      <a:pt x="6579" y="3293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6" y="455"/>
                      <a:pt x="4249" y="121"/>
                      <a:pt x="3408" y="121"/>
                    </a:cubicBezTo>
                    <a:cubicBezTo>
                      <a:pt x="2567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3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7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999" name="Freeform: Shape 13998">
                <a:extLst>
                  <a:ext uri="{FF2B5EF4-FFF2-40B4-BE49-F238E27FC236}">
                    <a16:creationId xmlns:a16="http://schemas.microsoft.com/office/drawing/2014/main" id="{9B8F0582-2522-F60B-3A81-E6A3DDCE24E5}"/>
                  </a:ext>
                </a:extLst>
              </p:cNvPr>
              <p:cNvSpPr/>
              <p:nvPr/>
            </p:nvSpPr>
            <p:spPr>
              <a:xfrm>
                <a:off x="9409576" y="5025829"/>
                <a:ext cx="6343" cy="6345"/>
              </a:xfrm>
              <a:custGeom>
                <a:avLst/>
                <a:gdLst>
                  <a:gd name="connsiteX0" fmla="*/ 3408 w 6343"/>
                  <a:gd name="connsiteY0" fmla="*/ 6467 h 6345"/>
                  <a:gd name="connsiteX1" fmla="*/ 5651 w 6343"/>
                  <a:gd name="connsiteY1" fmla="*/ 5538 h 6345"/>
                  <a:gd name="connsiteX2" fmla="*/ 6580 w 6343"/>
                  <a:gd name="connsiteY2" fmla="*/ 3295 h 6345"/>
                  <a:gd name="connsiteX3" fmla="*/ 5651 w 6343"/>
                  <a:gd name="connsiteY3" fmla="*/ 1051 h 6345"/>
                  <a:gd name="connsiteX4" fmla="*/ 3408 w 6343"/>
                  <a:gd name="connsiteY4" fmla="*/ 122 h 6345"/>
                  <a:gd name="connsiteX5" fmla="*/ 1165 w 6343"/>
                  <a:gd name="connsiteY5" fmla="*/ 1051 h 6345"/>
                  <a:gd name="connsiteX6" fmla="*/ 237 w 6343"/>
                  <a:gd name="connsiteY6" fmla="*/ 3295 h 6345"/>
                  <a:gd name="connsiteX7" fmla="*/ 1165 w 6343"/>
                  <a:gd name="connsiteY7" fmla="*/ 5538 h 6345"/>
                  <a:gd name="connsiteX8" fmla="*/ 340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7"/>
                    </a:moveTo>
                    <a:cubicBezTo>
                      <a:pt x="4249" y="6467"/>
                      <a:pt x="5056" y="6133"/>
                      <a:pt x="5651" y="5538"/>
                    </a:cubicBezTo>
                    <a:cubicBezTo>
                      <a:pt x="6245" y="4943"/>
                      <a:pt x="6580" y="4136"/>
                      <a:pt x="6580" y="3295"/>
                    </a:cubicBezTo>
                    <a:cubicBezTo>
                      <a:pt x="6580" y="2453"/>
                      <a:pt x="6245" y="1646"/>
                      <a:pt x="5651" y="1051"/>
                    </a:cubicBezTo>
                    <a:cubicBezTo>
                      <a:pt x="5056" y="456"/>
                      <a:pt x="4249" y="122"/>
                      <a:pt x="3408" y="122"/>
                    </a:cubicBezTo>
                    <a:cubicBezTo>
                      <a:pt x="2567" y="122"/>
                      <a:pt x="1760" y="456"/>
                      <a:pt x="1165" y="1051"/>
                    </a:cubicBezTo>
                    <a:cubicBezTo>
                      <a:pt x="571" y="1646"/>
                      <a:pt x="237" y="2453"/>
                      <a:pt x="237" y="3295"/>
                    </a:cubicBezTo>
                    <a:cubicBezTo>
                      <a:pt x="237" y="4136"/>
                      <a:pt x="571" y="4943"/>
                      <a:pt x="1165" y="5538"/>
                    </a:cubicBezTo>
                    <a:cubicBezTo>
                      <a:pt x="1760" y="6133"/>
                      <a:pt x="2567" y="6467"/>
                      <a:pt x="340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00" name="Freeform: Shape 13999">
                <a:extLst>
                  <a:ext uri="{FF2B5EF4-FFF2-40B4-BE49-F238E27FC236}">
                    <a16:creationId xmlns:a16="http://schemas.microsoft.com/office/drawing/2014/main" id="{A91FF95B-6510-A514-95A9-BDC9707DCF43}"/>
                  </a:ext>
                </a:extLst>
              </p:cNvPr>
              <p:cNvSpPr/>
              <p:nvPr/>
            </p:nvSpPr>
            <p:spPr>
              <a:xfrm>
                <a:off x="9415275" y="5058502"/>
                <a:ext cx="6343" cy="6345"/>
              </a:xfrm>
              <a:custGeom>
                <a:avLst/>
                <a:gdLst>
                  <a:gd name="connsiteX0" fmla="*/ 3409 w 6343"/>
                  <a:gd name="connsiteY0" fmla="*/ 6470 h 6345"/>
                  <a:gd name="connsiteX1" fmla="*/ 5651 w 6343"/>
                  <a:gd name="connsiteY1" fmla="*/ 5541 h 6345"/>
                  <a:gd name="connsiteX2" fmla="*/ 6580 w 6343"/>
                  <a:gd name="connsiteY2" fmla="*/ 3297 h 6345"/>
                  <a:gd name="connsiteX3" fmla="*/ 5651 w 6343"/>
                  <a:gd name="connsiteY3" fmla="*/ 1054 h 6345"/>
                  <a:gd name="connsiteX4" fmla="*/ 3409 w 6343"/>
                  <a:gd name="connsiteY4" fmla="*/ 124 h 6345"/>
                  <a:gd name="connsiteX5" fmla="*/ 1166 w 6343"/>
                  <a:gd name="connsiteY5" fmla="*/ 1054 h 6345"/>
                  <a:gd name="connsiteX6" fmla="*/ 237 w 6343"/>
                  <a:gd name="connsiteY6" fmla="*/ 3297 h 6345"/>
                  <a:gd name="connsiteX7" fmla="*/ 1166 w 6343"/>
                  <a:gd name="connsiteY7" fmla="*/ 5541 h 6345"/>
                  <a:gd name="connsiteX8" fmla="*/ 340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0"/>
                    </a:moveTo>
                    <a:cubicBezTo>
                      <a:pt x="4250" y="6470"/>
                      <a:pt x="5056" y="6136"/>
                      <a:pt x="5651" y="5541"/>
                    </a:cubicBezTo>
                    <a:cubicBezTo>
                      <a:pt x="6246" y="4946"/>
                      <a:pt x="6580" y="4139"/>
                      <a:pt x="6580" y="3297"/>
                    </a:cubicBezTo>
                    <a:cubicBezTo>
                      <a:pt x="6580" y="2456"/>
                      <a:pt x="6246" y="1649"/>
                      <a:pt x="5651" y="1054"/>
                    </a:cubicBezTo>
                    <a:cubicBezTo>
                      <a:pt x="5056" y="459"/>
                      <a:pt x="4250" y="124"/>
                      <a:pt x="3409" y="124"/>
                    </a:cubicBezTo>
                    <a:cubicBezTo>
                      <a:pt x="2567" y="124"/>
                      <a:pt x="1761" y="459"/>
                      <a:pt x="1166" y="1054"/>
                    </a:cubicBezTo>
                    <a:cubicBezTo>
                      <a:pt x="571" y="1649"/>
                      <a:pt x="237" y="2456"/>
                      <a:pt x="237" y="3297"/>
                    </a:cubicBezTo>
                    <a:cubicBezTo>
                      <a:pt x="237" y="4139"/>
                      <a:pt x="571" y="4946"/>
                      <a:pt x="1166" y="5541"/>
                    </a:cubicBezTo>
                    <a:cubicBezTo>
                      <a:pt x="1761" y="6136"/>
                      <a:pt x="2567" y="6470"/>
                      <a:pt x="340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01" name="Freeform: Shape 14000">
                <a:extLst>
                  <a:ext uri="{FF2B5EF4-FFF2-40B4-BE49-F238E27FC236}">
                    <a16:creationId xmlns:a16="http://schemas.microsoft.com/office/drawing/2014/main" id="{112583F0-040C-61CE-6659-43E6840D5B83}"/>
                  </a:ext>
                </a:extLst>
              </p:cNvPr>
              <p:cNvSpPr/>
              <p:nvPr/>
            </p:nvSpPr>
            <p:spPr>
              <a:xfrm>
                <a:off x="9428711" y="5160777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2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2"/>
                      <a:pt x="3410" y="132"/>
                    </a:cubicBezTo>
                    <a:cubicBezTo>
                      <a:pt x="2568" y="132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02" name="Freeform: Shape 14001">
                <a:extLst>
                  <a:ext uri="{FF2B5EF4-FFF2-40B4-BE49-F238E27FC236}">
                    <a16:creationId xmlns:a16="http://schemas.microsoft.com/office/drawing/2014/main" id="{83B3AA83-8F5B-BD47-E57A-30C458855645}"/>
                  </a:ext>
                </a:extLst>
              </p:cNvPr>
              <p:cNvSpPr/>
              <p:nvPr/>
            </p:nvSpPr>
            <p:spPr>
              <a:xfrm>
                <a:off x="9429610" y="5161418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03" name="Freeform: Shape 14002">
                <a:extLst>
                  <a:ext uri="{FF2B5EF4-FFF2-40B4-BE49-F238E27FC236}">
                    <a16:creationId xmlns:a16="http://schemas.microsoft.com/office/drawing/2014/main" id="{A51DDB56-C0F3-6408-60C0-2F41B01C13FD}"/>
                  </a:ext>
                </a:extLst>
              </p:cNvPr>
              <p:cNvSpPr/>
              <p:nvPr/>
            </p:nvSpPr>
            <p:spPr>
              <a:xfrm>
                <a:off x="9430449" y="5161575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04" name="Freeform: Shape 14003">
                <a:extLst>
                  <a:ext uri="{FF2B5EF4-FFF2-40B4-BE49-F238E27FC236}">
                    <a16:creationId xmlns:a16="http://schemas.microsoft.com/office/drawing/2014/main" id="{5E408120-3FE9-113E-BE6E-D59BA03CFB0F}"/>
                  </a:ext>
                </a:extLst>
              </p:cNvPr>
              <p:cNvSpPr/>
              <p:nvPr/>
            </p:nvSpPr>
            <p:spPr>
              <a:xfrm>
                <a:off x="9431310" y="5161982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05" name="Freeform: Shape 14004">
                <a:extLst>
                  <a:ext uri="{FF2B5EF4-FFF2-40B4-BE49-F238E27FC236}">
                    <a16:creationId xmlns:a16="http://schemas.microsoft.com/office/drawing/2014/main" id="{173B2699-74DD-8E50-E48B-82986B6285B4}"/>
                  </a:ext>
                </a:extLst>
              </p:cNvPr>
              <p:cNvSpPr/>
              <p:nvPr/>
            </p:nvSpPr>
            <p:spPr>
              <a:xfrm>
                <a:off x="9432188" y="5162640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06" name="Freeform: Shape 14005">
                <a:extLst>
                  <a:ext uri="{FF2B5EF4-FFF2-40B4-BE49-F238E27FC236}">
                    <a16:creationId xmlns:a16="http://schemas.microsoft.com/office/drawing/2014/main" id="{4EEFE5B9-DB37-79B3-B0E3-5BD32079EE83}"/>
                  </a:ext>
                </a:extLst>
              </p:cNvPr>
              <p:cNvSpPr/>
              <p:nvPr/>
            </p:nvSpPr>
            <p:spPr>
              <a:xfrm>
                <a:off x="9433094" y="5163733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1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8" y="2464"/>
                      <a:pt x="238" y="3305"/>
                    </a:cubicBezTo>
                    <a:cubicBezTo>
                      <a:pt x="238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07" name="Freeform: Shape 14006">
                <a:extLst>
                  <a:ext uri="{FF2B5EF4-FFF2-40B4-BE49-F238E27FC236}">
                    <a16:creationId xmlns:a16="http://schemas.microsoft.com/office/drawing/2014/main" id="{F37B9453-82A0-08A0-9B5E-6765A6D02D74}"/>
                  </a:ext>
                </a:extLst>
              </p:cNvPr>
              <p:cNvSpPr/>
              <p:nvPr/>
            </p:nvSpPr>
            <p:spPr>
              <a:xfrm>
                <a:off x="9433943" y="5164280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2" y="4147"/>
                      <a:pt x="6582" y="3305"/>
                    </a:cubicBezTo>
                    <a:cubicBezTo>
                      <a:pt x="6582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8" y="2464"/>
                      <a:pt x="238" y="3305"/>
                    </a:cubicBezTo>
                    <a:cubicBezTo>
                      <a:pt x="238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08" name="Freeform: Shape 14007">
                <a:extLst>
                  <a:ext uri="{FF2B5EF4-FFF2-40B4-BE49-F238E27FC236}">
                    <a16:creationId xmlns:a16="http://schemas.microsoft.com/office/drawing/2014/main" id="{035CDFF9-9AD9-1B0D-1956-9D2737595265}"/>
                  </a:ext>
                </a:extLst>
              </p:cNvPr>
              <p:cNvSpPr/>
              <p:nvPr/>
            </p:nvSpPr>
            <p:spPr>
              <a:xfrm>
                <a:off x="9434784" y="5164833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9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2" y="4147"/>
                      <a:pt x="6582" y="3306"/>
                    </a:cubicBezTo>
                    <a:cubicBezTo>
                      <a:pt x="6582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09" name="Freeform: Shape 14008">
                <a:extLst>
                  <a:ext uri="{FF2B5EF4-FFF2-40B4-BE49-F238E27FC236}">
                    <a16:creationId xmlns:a16="http://schemas.microsoft.com/office/drawing/2014/main" id="{1EA4002D-6C8C-03C8-38D6-04FDA0DFEA7E}"/>
                  </a:ext>
                </a:extLst>
              </p:cNvPr>
              <p:cNvSpPr/>
              <p:nvPr/>
            </p:nvSpPr>
            <p:spPr>
              <a:xfrm>
                <a:off x="9435564" y="5164592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9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10" name="Freeform: Shape 14009">
                <a:extLst>
                  <a:ext uri="{FF2B5EF4-FFF2-40B4-BE49-F238E27FC236}">
                    <a16:creationId xmlns:a16="http://schemas.microsoft.com/office/drawing/2014/main" id="{C7C7E7D2-986F-73FE-3CED-F88D14F3C7D1}"/>
                  </a:ext>
                </a:extLst>
              </p:cNvPr>
              <p:cNvSpPr/>
              <p:nvPr/>
            </p:nvSpPr>
            <p:spPr>
              <a:xfrm>
                <a:off x="9436437" y="5165831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11" name="Freeform: Shape 14010">
                <a:extLst>
                  <a:ext uri="{FF2B5EF4-FFF2-40B4-BE49-F238E27FC236}">
                    <a16:creationId xmlns:a16="http://schemas.microsoft.com/office/drawing/2014/main" id="{12EDF609-268D-F481-7393-E743F887D804}"/>
                  </a:ext>
                </a:extLst>
              </p:cNvPr>
              <p:cNvSpPr/>
              <p:nvPr/>
            </p:nvSpPr>
            <p:spPr>
              <a:xfrm>
                <a:off x="9437240" y="5166092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12" name="Freeform: Shape 14011">
                <a:extLst>
                  <a:ext uri="{FF2B5EF4-FFF2-40B4-BE49-F238E27FC236}">
                    <a16:creationId xmlns:a16="http://schemas.microsoft.com/office/drawing/2014/main" id="{07648A75-A1C3-9F0B-D32F-9096696677F6}"/>
                  </a:ext>
                </a:extLst>
              </p:cNvPr>
              <p:cNvSpPr/>
              <p:nvPr/>
            </p:nvSpPr>
            <p:spPr>
              <a:xfrm>
                <a:off x="9438028" y="5166113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13" name="Freeform: Shape 14012">
                <a:extLst>
                  <a:ext uri="{FF2B5EF4-FFF2-40B4-BE49-F238E27FC236}">
                    <a16:creationId xmlns:a16="http://schemas.microsoft.com/office/drawing/2014/main" id="{6C0CD0FA-EC2A-6BD1-C097-1196BE6CB109}"/>
                  </a:ext>
                </a:extLst>
              </p:cNvPr>
              <p:cNvSpPr/>
              <p:nvPr/>
            </p:nvSpPr>
            <p:spPr>
              <a:xfrm>
                <a:off x="9438812" y="5166076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14" name="Freeform: Shape 14013">
                <a:extLst>
                  <a:ext uri="{FF2B5EF4-FFF2-40B4-BE49-F238E27FC236}">
                    <a16:creationId xmlns:a16="http://schemas.microsoft.com/office/drawing/2014/main" id="{F31C4806-1F8C-45E1-5FEE-0DC3D68025C6}"/>
                  </a:ext>
                </a:extLst>
              </p:cNvPr>
              <p:cNvSpPr/>
              <p:nvPr/>
            </p:nvSpPr>
            <p:spPr>
              <a:xfrm>
                <a:off x="9439606" y="5166290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0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15" name="Freeform: Shape 14014">
                <a:extLst>
                  <a:ext uri="{FF2B5EF4-FFF2-40B4-BE49-F238E27FC236}">
                    <a16:creationId xmlns:a16="http://schemas.microsoft.com/office/drawing/2014/main" id="{D524A998-2349-91EB-7030-786571F61B04}"/>
                  </a:ext>
                </a:extLst>
              </p:cNvPr>
              <p:cNvSpPr/>
              <p:nvPr/>
            </p:nvSpPr>
            <p:spPr>
              <a:xfrm>
                <a:off x="9440388" y="5166202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1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16" name="Freeform: Shape 14015">
                <a:extLst>
                  <a:ext uri="{FF2B5EF4-FFF2-40B4-BE49-F238E27FC236}">
                    <a16:creationId xmlns:a16="http://schemas.microsoft.com/office/drawing/2014/main" id="{B36BE1D7-7120-BE28-C190-6001845237CE}"/>
                  </a:ext>
                </a:extLst>
              </p:cNvPr>
              <p:cNvSpPr/>
              <p:nvPr/>
            </p:nvSpPr>
            <p:spPr>
              <a:xfrm>
                <a:off x="9441179" y="5166488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1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17" name="Freeform: Shape 14016">
                <a:extLst>
                  <a:ext uri="{FF2B5EF4-FFF2-40B4-BE49-F238E27FC236}">
                    <a16:creationId xmlns:a16="http://schemas.microsoft.com/office/drawing/2014/main" id="{64A60FAA-F9D9-6680-555C-7358E8603FF6}"/>
                  </a:ext>
                </a:extLst>
              </p:cNvPr>
              <p:cNvSpPr/>
              <p:nvPr/>
            </p:nvSpPr>
            <p:spPr>
              <a:xfrm>
                <a:off x="9441956" y="5166163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18" name="Freeform: Shape 14017">
                <a:extLst>
                  <a:ext uri="{FF2B5EF4-FFF2-40B4-BE49-F238E27FC236}">
                    <a16:creationId xmlns:a16="http://schemas.microsoft.com/office/drawing/2014/main" id="{41381708-CCEB-28D8-C1E3-6B4D51B823F2}"/>
                  </a:ext>
                </a:extLst>
              </p:cNvPr>
              <p:cNvSpPr/>
              <p:nvPr/>
            </p:nvSpPr>
            <p:spPr>
              <a:xfrm>
                <a:off x="9442740" y="5166150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19" name="Freeform: Shape 14018">
                <a:extLst>
                  <a:ext uri="{FF2B5EF4-FFF2-40B4-BE49-F238E27FC236}">
                    <a16:creationId xmlns:a16="http://schemas.microsoft.com/office/drawing/2014/main" id="{A066E906-76FE-5CD1-4841-DC0A01DE8C27}"/>
                  </a:ext>
                </a:extLst>
              </p:cNvPr>
              <p:cNvSpPr/>
              <p:nvPr/>
            </p:nvSpPr>
            <p:spPr>
              <a:xfrm>
                <a:off x="9443528" y="5166758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20" name="Freeform: Shape 14019">
                <a:extLst>
                  <a:ext uri="{FF2B5EF4-FFF2-40B4-BE49-F238E27FC236}">
                    <a16:creationId xmlns:a16="http://schemas.microsoft.com/office/drawing/2014/main" id="{722CB2A8-6830-17BB-2947-B4EE6E111133}"/>
                  </a:ext>
                </a:extLst>
              </p:cNvPr>
              <p:cNvSpPr/>
              <p:nvPr/>
            </p:nvSpPr>
            <p:spPr>
              <a:xfrm>
                <a:off x="9444308" y="5166571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21" name="Freeform: Shape 14020">
                <a:extLst>
                  <a:ext uri="{FF2B5EF4-FFF2-40B4-BE49-F238E27FC236}">
                    <a16:creationId xmlns:a16="http://schemas.microsoft.com/office/drawing/2014/main" id="{3CB568F7-21E2-80F1-92A3-AA9251BEC364}"/>
                  </a:ext>
                </a:extLst>
              </p:cNvPr>
              <p:cNvSpPr/>
              <p:nvPr/>
            </p:nvSpPr>
            <p:spPr>
              <a:xfrm>
                <a:off x="9445081" y="5168051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2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39" y="2464"/>
                      <a:pt x="239" y="3306"/>
                    </a:cubicBezTo>
                    <a:cubicBezTo>
                      <a:pt x="239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22" name="Freeform: Shape 14021">
                <a:extLst>
                  <a:ext uri="{FF2B5EF4-FFF2-40B4-BE49-F238E27FC236}">
                    <a16:creationId xmlns:a16="http://schemas.microsoft.com/office/drawing/2014/main" id="{B98D8596-5EC1-95BC-EEE1-605572248EE6}"/>
                  </a:ext>
                </a:extLst>
              </p:cNvPr>
              <p:cNvSpPr/>
              <p:nvPr/>
            </p:nvSpPr>
            <p:spPr>
              <a:xfrm>
                <a:off x="9448246" y="5165644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40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23" name="Freeform: Shape 14022">
                <a:extLst>
                  <a:ext uri="{FF2B5EF4-FFF2-40B4-BE49-F238E27FC236}">
                    <a16:creationId xmlns:a16="http://schemas.microsoft.com/office/drawing/2014/main" id="{1D7DE6F7-C91A-3576-B2AB-877C6A2C0B0E}"/>
                  </a:ext>
                </a:extLst>
              </p:cNvPr>
              <p:cNvSpPr/>
              <p:nvPr/>
            </p:nvSpPr>
            <p:spPr>
              <a:xfrm>
                <a:off x="9449088" y="5164193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24" name="Freeform: Shape 14023">
                <a:extLst>
                  <a:ext uri="{FF2B5EF4-FFF2-40B4-BE49-F238E27FC236}">
                    <a16:creationId xmlns:a16="http://schemas.microsoft.com/office/drawing/2014/main" id="{59AE22EC-168B-D15E-0530-37B9BFDDEF9D}"/>
                  </a:ext>
                </a:extLst>
              </p:cNvPr>
              <p:cNvSpPr/>
              <p:nvPr/>
            </p:nvSpPr>
            <p:spPr>
              <a:xfrm>
                <a:off x="9449958" y="5162501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25" name="Freeform: Shape 14024">
                <a:extLst>
                  <a:ext uri="{FF2B5EF4-FFF2-40B4-BE49-F238E27FC236}">
                    <a16:creationId xmlns:a16="http://schemas.microsoft.com/office/drawing/2014/main" id="{0C65FD93-27DF-56E0-CEAB-A200C0B06F87}"/>
                  </a:ext>
                </a:extLst>
              </p:cNvPr>
              <p:cNvSpPr/>
              <p:nvPr/>
            </p:nvSpPr>
            <p:spPr>
              <a:xfrm>
                <a:off x="9450770" y="5162415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26" name="Freeform: Shape 14025">
                <a:extLst>
                  <a:ext uri="{FF2B5EF4-FFF2-40B4-BE49-F238E27FC236}">
                    <a16:creationId xmlns:a16="http://schemas.microsoft.com/office/drawing/2014/main" id="{C44A0068-C8F2-00FC-1312-77E328C3227D}"/>
                  </a:ext>
                </a:extLst>
              </p:cNvPr>
              <p:cNvSpPr/>
              <p:nvPr/>
            </p:nvSpPr>
            <p:spPr>
              <a:xfrm>
                <a:off x="9451666" y="5160858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2"/>
                      <a:pt x="3411" y="132"/>
                    </a:cubicBezTo>
                    <a:cubicBezTo>
                      <a:pt x="2570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27" name="Freeform: Shape 14026">
                <a:extLst>
                  <a:ext uri="{FF2B5EF4-FFF2-40B4-BE49-F238E27FC236}">
                    <a16:creationId xmlns:a16="http://schemas.microsoft.com/office/drawing/2014/main" id="{9089E117-9980-A805-B079-A887192BAF91}"/>
                  </a:ext>
                </a:extLst>
              </p:cNvPr>
              <p:cNvSpPr/>
              <p:nvPr/>
            </p:nvSpPr>
            <p:spPr>
              <a:xfrm>
                <a:off x="9452486" y="5160844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2"/>
                      <a:pt x="3411" y="132"/>
                    </a:cubicBezTo>
                    <a:cubicBezTo>
                      <a:pt x="2570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28" name="Freeform: Shape 14027">
                <a:extLst>
                  <a:ext uri="{FF2B5EF4-FFF2-40B4-BE49-F238E27FC236}">
                    <a16:creationId xmlns:a16="http://schemas.microsoft.com/office/drawing/2014/main" id="{BDAB65AD-63A6-84E3-C3F6-057903122625}"/>
                  </a:ext>
                </a:extLst>
              </p:cNvPr>
              <p:cNvSpPr/>
              <p:nvPr/>
            </p:nvSpPr>
            <p:spPr>
              <a:xfrm>
                <a:off x="9454832" y="5162305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29" name="Freeform: Shape 14028">
                <a:extLst>
                  <a:ext uri="{FF2B5EF4-FFF2-40B4-BE49-F238E27FC236}">
                    <a16:creationId xmlns:a16="http://schemas.microsoft.com/office/drawing/2014/main" id="{2E7C34FF-420A-EB01-54FC-47955D38AE54}"/>
                  </a:ext>
                </a:extLst>
              </p:cNvPr>
              <p:cNvSpPr/>
              <p:nvPr/>
            </p:nvSpPr>
            <p:spPr>
              <a:xfrm>
                <a:off x="9455602" y="5162801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30" name="Freeform: Shape 14029">
                <a:extLst>
                  <a:ext uri="{FF2B5EF4-FFF2-40B4-BE49-F238E27FC236}">
                    <a16:creationId xmlns:a16="http://schemas.microsoft.com/office/drawing/2014/main" id="{BC5D78E8-93C2-C379-9F04-B61998E9D930}"/>
                  </a:ext>
                </a:extLst>
              </p:cNvPr>
              <p:cNvSpPr/>
              <p:nvPr/>
            </p:nvSpPr>
            <p:spPr>
              <a:xfrm>
                <a:off x="9456356" y="5163424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31" name="Freeform: Shape 14030">
                <a:extLst>
                  <a:ext uri="{FF2B5EF4-FFF2-40B4-BE49-F238E27FC236}">
                    <a16:creationId xmlns:a16="http://schemas.microsoft.com/office/drawing/2014/main" id="{FA28FF35-07F0-5F23-4E93-DD1782471461}"/>
                  </a:ext>
                </a:extLst>
              </p:cNvPr>
              <p:cNvSpPr/>
              <p:nvPr/>
            </p:nvSpPr>
            <p:spPr>
              <a:xfrm>
                <a:off x="9457096" y="5164113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32" name="Freeform: Shape 14031">
                <a:extLst>
                  <a:ext uri="{FF2B5EF4-FFF2-40B4-BE49-F238E27FC236}">
                    <a16:creationId xmlns:a16="http://schemas.microsoft.com/office/drawing/2014/main" id="{6D9F577F-1D27-179A-A573-E883F8ED5950}"/>
                  </a:ext>
                </a:extLst>
              </p:cNvPr>
              <p:cNvSpPr/>
              <p:nvPr/>
            </p:nvSpPr>
            <p:spPr>
              <a:xfrm>
                <a:off x="9457854" y="5164561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3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33" name="Freeform: Shape 14032">
                <a:extLst>
                  <a:ext uri="{FF2B5EF4-FFF2-40B4-BE49-F238E27FC236}">
                    <a16:creationId xmlns:a16="http://schemas.microsoft.com/office/drawing/2014/main" id="{5467E276-B267-056D-3B42-BF7B5DB33C84}"/>
                  </a:ext>
                </a:extLst>
              </p:cNvPr>
              <p:cNvSpPr/>
              <p:nvPr/>
            </p:nvSpPr>
            <p:spPr>
              <a:xfrm>
                <a:off x="9458627" y="5164830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6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6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34" name="Freeform: Shape 14033">
                <a:extLst>
                  <a:ext uri="{FF2B5EF4-FFF2-40B4-BE49-F238E27FC236}">
                    <a16:creationId xmlns:a16="http://schemas.microsoft.com/office/drawing/2014/main" id="{DAF5A122-1DDA-6945-967C-63D4F69962C2}"/>
                  </a:ext>
                </a:extLst>
              </p:cNvPr>
              <p:cNvSpPr/>
              <p:nvPr/>
            </p:nvSpPr>
            <p:spPr>
              <a:xfrm>
                <a:off x="9459391" y="5165164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6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6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35" name="Freeform: Shape 14034">
                <a:extLst>
                  <a:ext uri="{FF2B5EF4-FFF2-40B4-BE49-F238E27FC236}">
                    <a16:creationId xmlns:a16="http://schemas.microsoft.com/office/drawing/2014/main" id="{0A05825B-AED1-3D48-A0D5-B2C3E7C977AB}"/>
                  </a:ext>
                </a:extLst>
              </p:cNvPr>
              <p:cNvSpPr/>
              <p:nvPr/>
            </p:nvSpPr>
            <p:spPr>
              <a:xfrm>
                <a:off x="9460166" y="5165381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1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6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36" name="Freeform: Shape 14035">
                <a:extLst>
                  <a:ext uri="{FF2B5EF4-FFF2-40B4-BE49-F238E27FC236}">
                    <a16:creationId xmlns:a16="http://schemas.microsoft.com/office/drawing/2014/main" id="{E1D76985-F0B7-7F20-3C7E-213BFBAE01D7}"/>
                  </a:ext>
                </a:extLst>
              </p:cNvPr>
              <p:cNvSpPr/>
              <p:nvPr/>
            </p:nvSpPr>
            <p:spPr>
              <a:xfrm>
                <a:off x="9474430" y="517048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3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37" name="Freeform: Shape 14036">
                <a:extLst>
                  <a:ext uri="{FF2B5EF4-FFF2-40B4-BE49-F238E27FC236}">
                    <a16:creationId xmlns:a16="http://schemas.microsoft.com/office/drawing/2014/main" id="{C3623913-652F-E3F1-843E-F41AAB927322}"/>
                  </a:ext>
                </a:extLst>
              </p:cNvPr>
              <p:cNvSpPr/>
              <p:nvPr/>
            </p:nvSpPr>
            <p:spPr>
              <a:xfrm>
                <a:off x="9475882" y="5171101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38" name="Freeform: Shape 14037">
                <a:extLst>
                  <a:ext uri="{FF2B5EF4-FFF2-40B4-BE49-F238E27FC236}">
                    <a16:creationId xmlns:a16="http://schemas.microsoft.com/office/drawing/2014/main" id="{955398E0-7885-B849-4C9A-97767429C26C}"/>
                  </a:ext>
                </a:extLst>
              </p:cNvPr>
              <p:cNvSpPr/>
              <p:nvPr/>
            </p:nvSpPr>
            <p:spPr>
              <a:xfrm>
                <a:off x="9529859" y="5017985"/>
                <a:ext cx="6343" cy="6345"/>
              </a:xfrm>
              <a:custGeom>
                <a:avLst/>
                <a:gdLst>
                  <a:gd name="connsiteX0" fmla="*/ 3418 w 6343"/>
                  <a:gd name="connsiteY0" fmla="*/ 6467 h 6345"/>
                  <a:gd name="connsiteX1" fmla="*/ 5660 w 6343"/>
                  <a:gd name="connsiteY1" fmla="*/ 5537 h 6345"/>
                  <a:gd name="connsiteX2" fmla="*/ 6589 w 6343"/>
                  <a:gd name="connsiteY2" fmla="*/ 3294 h 6345"/>
                  <a:gd name="connsiteX3" fmla="*/ 5660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7"/>
                    </a:moveTo>
                    <a:cubicBezTo>
                      <a:pt x="4259" y="6467"/>
                      <a:pt x="5065" y="6132"/>
                      <a:pt x="5660" y="5537"/>
                    </a:cubicBezTo>
                    <a:cubicBezTo>
                      <a:pt x="6255" y="4942"/>
                      <a:pt x="6589" y="4135"/>
                      <a:pt x="6589" y="3294"/>
                    </a:cubicBezTo>
                    <a:cubicBezTo>
                      <a:pt x="6589" y="2453"/>
                      <a:pt x="6255" y="1645"/>
                      <a:pt x="5660" y="1050"/>
                    </a:cubicBezTo>
                    <a:cubicBezTo>
                      <a:pt x="5065" y="456"/>
                      <a:pt x="4259" y="121"/>
                      <a:pt x="3418" y="121"/>
                    </a:cubicBezTo>
                    <a:cubicBezTo>
                      <a:pt x="2576" y="121"/>
                      <a:pt x="1770" y="456"/>
                      <a:pt x="1175" y="1050"/>
                    </a:cubicBezTo>
                    <a:cubicBezTo>
                      <a:pt x="580" y="1645"/>
                      <a:pt x="246" y="2453"/>
                      <a:pt x="246" y="3294"/>
                    </a:cubicBezTo>
                    <a:cubicBezTo>
                      <a:pt x="246" y="4135"/>
                      <a:pt x="580" y="4942"/>
                      <a:pt x="1175" y="5537"/>
                    </a:cubicBezTo>
                    <a:cubicBezTo>
                      <a:pt x="1770" y="6132"/>
                      <a:pt x="2576" y="6467"/>
                      <a:pt x="341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39" name="Freeform: Shape 14038">
                <a:extLst>
                  <a:ext uri="{FF2B5EF4-FFF2-40B4-BE49-F238E27FC236}">
                    <a16:creationId xmlns:a16="http://schemas.microsoft.com/office/drawing/2014/main" id="{DB72AACC-62D8-2E95-40A1-81D38E93FCE6}"/>
                  </a:ext>
                </a:extLst>
              </p:cNvPr>
              <p:cNvSpPr/>
              <p:nvPr/>
            </p:nvSpPr>
            <p:spPr>
              <a:xfrm>
                <a:off x="9532089" y="5016813"/>
                <a:ext cx="6343" cy="6345"/>
              </a:xfrm>
              <a:custGeom>
                <a:avLst/>
                <a:gdLst>
                  <a:gd name="connsiteX0" fmla="*/ 3418 w 6343"/>
                  <a:gd name="connsiteY0" fmla="*/ 6467 h 6345"/>
                  <a:gd name="connsiteX1" fmla="*/ 5660 w 6343"/>
                  <a:gd name="connsiteY1" fmla="*/ 5537 h 6345"/>
                  <a:gd name="connsiteX2" fmla="*/ 6589 w 6343"/>
                  <a:gd name="connsiteY2" fmla="*/ 3294 h 6345"/>
                  <a:gd name="connsiteX3" fmla="*/ 5660 w 6343"/>
                  <a:gd name="connsiteY3" fmla="*/ 1050 h 6345"/>
                  <a:gd name="connsiteX4" fmla="*/ 3418 w 6343"/>
                  <a:gd name="connsiteY4" fmla="*/ 121 h 6345"/>
                  <a:gd name="connsiteX5" fmla="*/ 1175 w 6343"/>
                  <a:gd name="connsiteY5" fmla="*/ 1050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7"/>
                    </a:moveTo>
                    <a:cubicBezTo>
                      <a:pt x="4259" y="6467"/>
                      <a:pt x="5066" y="6132"/>
                      <a:pt x="5660" y="5537"/>
                    </a:cubicBezTo>
                    <a:cubicBezTo>
                      <a:pt x="6255" y="4942"/>
                      <a:pt x="6589" y="4135"/>
                      <a:pt x="6589" y="3294"/>
                    </a:cubicBezTo>
                    <a:cubicBezTo>
                      <a:pt x="6589" y="2452"/>
                      <a:pt x="6255" y="1645"/>
                      <a:pt x="5660" y="1050"/>
                    </a:cubicBezTo>
                    <a:cubicBezTo>
                      <a:pt x="5066" y="455"/>
                      <a:pt x="4259" y="121"/>
                      <a:pt x="3418" y="121"/>
                    </a:cubicBezTo>
                    <a:cubicBezTo>
                      <a:pt x="2577" y="121"/>
                      <a:pt x="1770" y="455"/>
                      <a:pt x="1175" y="1050"/>
                    </a:cubicBezTo>
                    <a:cubicBezTo>
                      <a:pt x="580" y="1645"/>
                      <a:pt x="246" y="2452"/>
                      <a:pt x="246" y="3294"/>
                    </a:cubicBezTo>
                    <a:cubicBezTo>
                      <a:pt x="246" y="4135"/>
                      <a:pt x="580" y="4942"/>
                      <a:pt x="1175" y="5537"/>
                    </a:cubicBezTo>
                    <a:cubicBezTo>
                      <a:pt x="1770" y="6132"/>
                      <a:pt x="2577" y="6467"/>
                      <a:pt x="341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40" name="Freeform: Shape 14039">
                <a:extLst>
                  <a:ext uri="{FF2B5EF4-FFF2-40B4-BE49-F238E27FC236}">
                    <a16:creationId xmlns:a16="http://schemas.microsoft.com/office/drawing/2014/main" id="{1862BFE2-71B0-0316-66C7-8DA9B9E7AF89}"/>
                  </a:ext>
                </a:extLst>
              </p:cNvPr>
              <p:cNvSpPr/>
              <p:nvPr/>
            </p:nvSpPr>
            <p:spPr>
              <a:xfrm>
                <a:off x="9533219" y="5019114"/>
                <a:ext cx="6343" cy="6345"/>
              </a:xfrm>
              <a:custGeom>
                <a:avLst/>
                <a:gdLst>
                  <a:gd name="connsiteX0" fmla="*/ 3418 w 6343"/>
                  <a:gd name="connsiteY0" fmla="*/ 6467 h 6345"/>
                  <a:gd name="connsiteX1" fmla="*/ 5660 w 6343"/>
                  <a:gd name="connsiteY1" fmla="*/ 5537 h 6345"/>
                  <a:gd name="connsiteX2" fmla="*/ 6589 w 6343"/>
                  <a:gd name="connsiteY2" fmla="*/ 3294 h 6345"/>
                  <a:gd name="connsiteX3" fmla="*/ 5660 w 6343"/>
                  <a:gd name="connsiteY3" fmla="*/ 1051 h 6345"/>
                  <a:gd name="connsiteX4" fmla="*/ 3418 w 6343"/>
                  <a:gd name="connsiteY4" fmla="*/ 121 h 6345"/>
                  <a:gd name="connsiteX5" fmla="*/ 1175 w 6343"/>
                  <a:gd name="connsiteY5" fmla="*/ 1051 h 6345"/>
                  <a:gd name="connsiteX6" fmla="*/ 246 w 6343"/>
                  <a:gd name="connsiteY6" fmla="*/ 3294 h 6345"/>
                  <a:gd name="connsiteX7" fmla="*/ 1175 w 6343"/>
                  <a:gd name="connsiteY7" fmla="*/ 5537 h 6345"/>
                  <a:gd name="connsiteX8" fmla="*/ 341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7"/>
                    </a:moveTo>
                    <a:cubicBezTo>
                      <a:pt x="4259" y="6467"/>
                      <a:pt x="5066" y="6132"/>
                      <a:pt x="5660" y="5537"/>
                    </a:cubicBezTo>
                    <a:cubicBezTo>
                      <a:pt x="6255" y="4943"/>
                      <a:pt x="6589" y="4135"/>
                      <a:pt x="6589" y="3294"/>
                    </a:cubicBezTo>
                    <a:cubicBezTo>
                      <a:pt x="6589" y="2453"/>
                      <a:pt x="6255" y="1646"/>
                      <a:pt x="5660" y="1051"/>
                    </a:cubicBezTo>
                    <a:cubicBezTo>
                      <a:pt x="5066" y="456"/>
                      <a:pt x="4259" y="121"/>
                      <a:pt x="3418" y="121"/>
                    </a:cubicBezTo>
                    <a:cubicBezTo>
                      <a:pt x="2577" y="121"/>
                      <a:pt x="1770" y="456"/>
                      <a:pt x="1175" y="1051"/>
                    </a:cubicBezTo>
                    <a:cubicBezTo>
                      <a:pt x="580" y="1646"/>
                      <a:pt x="246" y="2453"/>
                      <a:pt x="246" y="3294"/>
                    </a:cubicBezTo>
                    <a:cubicBezTo>
                      <a:pt x="246" y="4135"/>
                      <a:pt x="580" y="4943"/>
                      <a:pt x="1175" y="5537"/>
                    </a:cubicBezTo>
                    <a:cubicBezTo>
                      <a:pt x="1770" y="6132"/>
                      <a:pt x="2577" y="6467"/>
                      <a:pt x="341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41" name="Freeform: Shape 14040">
                <a:extLst>
                  <a:ext uri="{FF2B5EF4-FFF2-40B4-BE49-F238E27FC236}">
                    <a16:creationId xmlns:a16="http://schemas.microsoft.com/office/drawing/2014/main" id="{AC4F5A41-6670-9D1B-2CB9-CAC877977A93}"/>
                  </a:ext>
                </a:extLst>
              </p:cNvPr>
              <p:cNvSpPr/>
              <p:nvPr/>
            </p:nvSpPr>
            <p:spPr>
              <a:xfrm>
                <a:off x="9536585" y="5020225"/>
                <a:ext cx="6343" cy="6345"/>
              </a:xfrm>
              <a:custGeom>
                <a:avLst/>
                <a:gdLst>
                  <a:gd name="connsiteX0" fmla="*/ 3418 w 6343"/>
                  <a:gd name="connsiteY0" fmla="*/ 6467 h 6345"/>
                  <a:gd name="connsiteX1" fmla="*/ 5661 w 6343"/>
                  <a:gd name="connsiteY1" fmla="*/ 5538 h 6345"/>
                  <a:gd name="connsiteX2" fmla="*/ 6590 w 6343"/>
                  <a:gd name="connsiteY2" fmla="*/ 3294 h 6345"/>
                  <a:gd name="connsiteX3" fmla="*/ 5661 w 6343"/>
                  <a:gd name="connsiteY3" fmla="*/ 1051 h 6345"/>
                  <a:gd name="connsiteX4" fmla="*/ 3418 w 6343"/>
                  <a:gd name="connsiteY4" fmla="*/ 121 h 6345"/>
                  <a:gd name="connsiteX5" fmla="*/ 1175 w 6343"/>
                  <a:gd name="connsiteY5" fmla="*/ 1051 h 6345"/>
                  <a:gd name="connsiteX6" fmla="*/ 247 w 6343"/>
                  <a:gd name="connsiteY6" fmla="*/ 3294 h 6345"/>
                  <a:gd name="connsiteX7" fmla="*/ 1175 w 6343"/>
                  <a:gd name="connsiteY7" fmla="*/ 5538 h 6345"/>
                  <a:gd name="connsiteX8" fmla="*/ 341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7"/>
                    </a:moveTo>
                    <a:cubicBezTo>
                      <a:pt x="4259" y="6467"/>
                      <a:pt x="5066" y="6133"/>
                      <a:pt x="5661" y="5538"/>
                    </a:cubicBezTo>
                    <a:cubicBezTo>
                      <a:pt x="6255" y="4943"/>
                      <a:pt x="6590" y="4136"/>
                      <a:pt x="6590" y="3294"/>
                    </a:cubicBezTo>
                    <a:cubicBezTo>
                      <a:pt x="6590" y="2453"/>
                      <a:pt x="6255" y="1646"/>
                      <a:pt x="5661" y="1051"/>
                    </a:cubicBezTo>
                    <a:cubicBezTo>
                      <a:pt x="5066" y="456"/>
                      <a:pt x="4259" y="121"/>
                      <a:pt x="3418" y="121"/>
                    </a:cubicBezTo>
                    <a:cubicBezTo>
                      <a:pt x="2577" y="121"/>
                      <a:pt x="1770" y="456"/>
                      <a:pt x="1175" y="1051"/>
                    </a:cubicBezTo>
                    <a:cubicBezTo>
                      <a:pt x="581" y="1646"/>
                      <a:pt x="247" y="2453"/>
                      <a:pt x="247" y="3294"/>
                    </a:cubicBezTo>
                    <a:cubicBezTo>
                      <a:pt x="247" y="4136"/>
                      <a:pt x="581" y="4943"/>
                      <a:pt x="1175" y="5538"/>
                    </a:cubicBezTo>
                    <a:cubicBezTo>
                      <a:pt x="1770" y="6133"/>
                      <a:pt x="2577" y="6467"/>
                      <a:pt x="341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42" name="Freeform: Shape 14041">
                <a:extLst>
                  <a:ext uri="{FF2B5EF4-FFF2-40B4-BE49-F238E27FC236}">
                    <a16:creationId xmlns:a16="http://schemas.microsoft.com/office/drawing/2014/main" id="{8B9795B3-2971-1680-1596-26D0831DDC98}"/>
                  </a:ext>
                </a:extLst>
              </p:cNvPr>
              <p:cNvSpPr/>
              <p:nvPr/>
            </p:nvSpPr>
            <p:spPr>
              <a:xfrm>
                <a:off x="9538182" y="5021029"/>
                <a:ext cx="6343" cy="6345"/>
              </a:xfrm>
              <a:custGeom>
                <a:avLst/>
                <a:gdLst>
                  <a:gd name="connsiteX0" fmla="*/ 3418 w 6343"/>
                  <a:gd name="connsiteY0" fmla="*/ 6467 h 6345"/>
                  <a:gd name="connsiteX1" fmla="*/ 5661 w 6343"/>
                  <a:gd name="connsiteY1" fmla="*/ 5538 h 6345"/>
                  <a:gd name="connsiteX2" fmla="*/ 6590 w 6343"/>
                  <a:gd name="connsiteY2" fmla="*/ 3294 h 6345"/>
                  <a:gd name="connsiteX3" fmla="*/ 5661 w 6343"/>
                  <a:gd name="connsiteY3" fmla="*/ 1051 h 6345"/>
                  <a:gd name="connsiteX4" fmla="*/ 3418 w 6343"/>
                  <a:gd name="connsiteY4" fmla="*/ 121 h 6345"/>
                  <a:gd name="connsiteX5" fmla="*/ 1176 w 6343"/>
                  <a:gd name="connsiteY5" fmla="*/ 1051 h 6345"/>
                  <a:gd name="connsiteX6" fmla="*/ 247 w 6343"/>
                  <a:gd name="connsiteY6" fmla="*/ 3294 h 6345"/>
                  <a:gd name="connsiteX7" fmla="*/ 1176 w 6343"/>
                  <a:gd name="connsiteY7" fmla="*/ 5538 h 6345"/>
                  <a:gd name="connsiteX8" fmla="*/ 341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7"/>
                    </a:moveTo>
                    <a:cubicBezTo>
                      <a:pt x="4259" y="6467"/>
                      <a:pt x="5066" y="6133"/>
                      <a:pt x="5661" y="5538"/>
                    </a:cubicBezTo>
                    <a:cubicBezTo>
                      <a:pt x="6256" y="4943"/>
                      <a:pt x="6590" y="4136"/>
                      <a:pt x="6590" y="3294"/>
                    </a:cubicBezTo>
                    <a:cubicBezTo>
                      <a:pt x="6590" y="2453"/>
                      <a:pt x="6256" y="1646"/>
                      <a:pt x="5661" y="1051"/>
                    </a:cubicBezTo>
                    <a:cubicBezTo>
                      <a:pt x="5066" y="456"/>
                      <a:pt x="4259" y="121"/>
                      <a:pt x="3418" y="121"/>
                    </a:cubicBezTo>
                    <a:cubicBezTo>
                      <a:pt x="2577" y="121"/>
                      <a:pt x="1770" y="456"/>
                      <a:pt x="1176" y="1051"/>
                    </a:cubicBezTo>
                    <a:cubicBezTo>
                      <a:pt x="581" y="1646"/>
                      <a:pt x="247" y="2453"/>
                      <a:pt x="247" y="3294"/>
                    </a:cubicBezTo>
                    <a:cubicBezTo>
                      <a:pt x="247" y="4136"/>
                      <a:pt x="581" y="4943"/>
                      <a:pt x="1176" y="5538"/>
                    </a:cubicBezTo>
                    <a:cubicBezTo>
                      <a:pt x="1770" y="6133"/>
                      <a:pt x="2577" y="6467"/>
                      <a:pt x="341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43" name="Freeform: Shape 14042">
                <a:extLst>
                  <a:ext uri="{FF2B5EF4-FFF2-40B4-BE49-F238E27FC236}">
                    <a16:creationId xmlns:a16="http://schemas.microsoft.com/office/drawing/2014/main" id="{88FB37F4-3B84-4195-44DB-1722EDE9E033}"/>
                  </a:ext>
                </a:extLst>
              </p:cNvPr>
              <p:cNvSpPr/>
              <p:nvPr/>
            </p:nvSpPr>
            <p:spPr>
              <a:xfrm>
                <a:off x="9540140" y="5020797"/>
                <a:ext cx="6343" cy="6345"/>
              </a:xfrm>
              <a:custGeom>
                <a:avLst/>
                <a:gdLst>
                  <a:gd name="connsiteX0" fmla="*/ 3418 w 6343"/>
                  <a:gd name="connsiteY0" fmla="*/ 6467 h 6345"/>
                  <a:gd name="connsiteX1" fmla="*/ 5661 w 6343"/>
                  <a:gd name="connsiteY1" fmla="*/ 5538 h 6345"/>
                  <a:gd name="connsiteX2" fmla="*/ 6590 w 6343"/>
                  <a:gd name="connsiteY2" fmla="*/ 3294 h 6345"/>
                  <a:gd name="connsiteX3" fmla="*/ 5661 w 6343"/>
                  <a:gd name="connsiteY3" fmla="*/ 1051 h 6345"/>
                  <a:gd name="connsiteX4" fmla="*/ 3418 w 6343"/>
                  <a:gd name="connsiteY4" fmla="*/ 121 h 6345"/>
                  <a:gd name="connsiteX5" fmla="*/ 1176 w 6343"/>
                  <a:gd name="connsiteY5" fmla="*/ 1051 h 6345"/>
                  <a:gd name="connsiteX6" fmla="*/ 247 w 6343"/>
                  <a:gd name="connsiteY6" fmla="*/ 3294 h 6345"/>
                  <a:gd name="connsiteX7" fmla="*/ 1176 w 6343"/>
                  <a:gd name="connsiteY7" fmla="*/ 5538 h 6345"/>
                  <a:gd name="connsiteX8" fmla="*/ 341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7"/>
                    </a:moveTo>
                    <a:cubicBezTo>
                      <a:pt x="4259" y="6467"/>
                      <a:pt x="5066" y="6133"/>
                      <a:pt x="5661" y="5538"/>
                    </a:cubicBezTo>
                    <a:cubicBezTo>
                      <a:pt x="6256" y="4943"/>
                      <a:pt x="6590" y="4136"/>
                      <a:pt x="6590" y="3294"/>
                    </a:cubicBezTo>
                    <a:cubicBezTo>
                      <a:pt x="6590" y="2453"/>
                      <a:pt x="6256" y="1646"/>
                      <a:pt x="5661" y="1051"/>
                    </a:cubicBezTo>
                    <a:cubicBezTo>
                      <a:pt x="5066" y="456"/>
                      <a:pt x="4259" y="121"/>
                      <a:pt x="3418" y="121"/>
                    </a:cubicBezTo>
                    <a:cubicBezTo>
                      <a:pt x="2577" y="121"/>
                      <a:pt x="1770" y="456"/>
                      <a:pt x="1176" y="1051"/>
                    </a:cubicBezTo>
                    <a:cubicBezTo>
                      <a:pt x="581" y="1646"/>
                      <a:pt x="247" y="2453"/>
                      <a:pt x="247" y="3294"/>
                    </a:cubicBezTo>
                    <a:cubicBezTo>
                      <a:pt x="247" y="4136"/>
                      <a:pt x="581" y="4943"/>
                      <a:pt x="1176" y="5538"/>
                    </a:cubicBezTo>
                    <a:cubicBezTo>
                      <a:pt x="1770" y="6133"/>
                      <a:pt x="2577" y="6467"/>
                      <a:pt x="341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44" name="Freeform: Shape 14043">
                <a:extLst>
                  <a:ext uri="{FF2B5EF4-FFF2-40B4-BE49-F238E27FC236}">
                    <a16:creationId xmlns:a16="http://schemas.microsoft.com/office/drawing/2014/main" id="{759C15F7-11D5-4857-2E07-4BED2C70DACE}"/>
                  </a:ext>
                </a:extLst>
              </p:cNvPr>
              <p:cNvSpPr/>
              <p:nvPr/>
            </p:nvSpPr>
            <p:spPr>
              <a:xfrm>
                <a:off x="9541171" y="5023187"/>
                <a:ext cx="6343" cy="6345"/>
              </a:xfrm>
              <a:custGeom>
                <a:avLst/>
                <a:gdLst>
                  <a:gd name="connsiteX0" fmla="*/ 3418 w 6343"/>
                  <a:gd name="connsiteY0" fmla="*/ 6467 h 6345"/>
                  <a:gd name="connsiteX1" fmla="*/ 5661 w 6343"/>
                  <a:gd name="connsiteY1" fmla="*/ 5538 h 6345"/>
                  <a:gd name="connsiteX2" fmla="*/ 6590 w 6343"/>
                  <a:gd name="connsiteY2" fmla="*/ 3294 h 6345"/>
                  <a:gd name="connsiteX3" fmla="*/ 5661 w 6343"/>
                  <a:gd name="connsiteY3" fmla="*/ 1051 h 6345"/>
                  <a:gd name="connsiteX4" fmla="*/ 3418 w 6343"/>
                  <a:gd name="connsiteY4" fmla="*/ 122 h 6345"/>
                  <a:gd name="connsiteX5" fmla="*/ 1176 w 6343"/>
                  <a:gd name="connsiteY5" fmla="*/ 1051 h 6345"/>
                  <a:gd name="connsiteX6" fmla="*/ 247 w 6343"/>
                  <a:gd name="connsiteY6" fmla="*/ 3294 h 6345"/>
                  <a:gd name="connsiteX7" fmla="*/ 1176 w 6343"/>
                  <a:gd name="connsiteY7" fmla="*/ 5538 h 6345"/>
                  <a:gd name="connsiteX8" fmla="*/ 341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7"/>
                    </a:moveTo>
                    <a:cubicBezTo>
                      <a:pt x="4260" y="6467"/>
                      <a:pt x="5066" y="6133"/>
                      <a:pt x="5661" y="5538"/>
                    </a:cubicBezTo>
                    <a:cubicBezTo>
                      <a:pt x="6256" y="4943"/>
                      <a:pt x="6590" y="4136"/>
                      <a:pt x="6590" y="3294"/>
                    </a:cubicBezTo>
                    <a:cubicBezTo>
                      <a:pt x="6590" y="2453"/>
                      <a:pt x="6256" y="1646"/>
                      <a:pt x="5661" y="1051"/>
                    </a:cubicBezTo>
                    <a:cubicBezTo>
                      <a:pt x="5066" y="456"/>
                      <a:pt x="4260" y="122"/>
                      <a:pt x="3418" y="122"/>
                    </a:cubicBezTo>
                    <a:cubicBezTo>
                      <a:pt x="2577" y="122"/>
                      <a:pt x="1771" y="456"/>
                      <a:pt x="1176" y="1051"/>
                    </a:cubicBezTo>
                    <a:cubicBezTo>
                      <a:pt x="581" y="1646"/>
                      <a:pt x="247" y="2453"/>
                      <a:pt x="247" y="3294"/>
                    </a:cubicBezTo>
                    <a:cubicBezTo>
                      <a:pt x="247" y="4136"/>
                      <a:pt x="581" y="4943"/>
                      <a:pt x="1176" y="5538"/>
                    </a:cubicBezTo>
                    <a:cubicBezTo>
                      <a:pt x="1771" y="6133"/>
                      <a:pt x="2577" y="6467"/>
                      <a:pt x="341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45" name="Freeform: Shape 14044">
                <a:extLst>
                  <a:ext uri="{FF2B5EF4-FFF2-40B4-BE49-F238E27FC236}">
                    <a16:creationId xmlns:a16="http://schemas.microsoft.com/office/drawing/2014/main" id="{C985FA63-2400-9A14-E6FE-AB2ED6242815}"/>
                  </a:ext>
                </a:extLst>
              </p:cNvPr>
              <p:cNvSpPr/>
              <p:nvPr/>
            </p:nvSpPr>
            <p:spPr>
              <a:xfrm>
                <a:off x="9542028" y="5025985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1 w 6343"/>
                  <a:gd name="connsiteY1" fmla="*/ 5538 h 6345"/>
                  <a:gd name="connsiteX2" fmla="*/ 6590 w 6343"/>
                  <a:gd name="connsiteY2" fmla="*/ 3295 h 6345"/>
                  <a:gd name="connsiteX3" fmla="*/ 5661 w 6343"/>
                  <a:gd name="connsiteY3" fmla="*/ 1051 h 6345"/>
                  <a:gd name="connsiteX4" fmla="*/ 3419 w 6343"/>
                  <a:gd name="connsiteY4" fmla="*/ 122 h 6345"/>
                  <a:gd name="connsiteX5" fmla="*/ 1176 w 6343"/>
                  <a:gd name="connsiteY5" fmla="*/ 1051 h 6345"/>
                  <a:gd name="connsiteX6" fmla="*/ 247 w 6343"/>
                  <a:gd name="connsiteY6" fmla="*/ 3295 h 6345"/>
                  <a:gd name="connsiteX7" fmla="*/ 1176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6" y="6133"/>
                      <a:pt x="5661" y="5538"/>
                    </a:cubicBezTo>
                    <a:cubicBezTo>
                      <a:pt x="6256" y="4943"/>
                      <a:pt x="6590" y="4136"/>
                      <a:pt x="6590" y="3295"/>
                    </a:cubicBezTo>
                    <a:cubicBezTo>
                      <a:pt x="6590" y="2453"/>
                      <a:pt x="6256" y="1646"/>
                      <a:pt x="5661" y="1051"/>
                    </a:cubicBezTo>
                    <a:cubicBezTo>
                      <a:pt x="5066" y="456"/>
                      <a:pt x="4260" y="122"/>
                      <a:pt x="3419" y="122"/>
                    </a:cubicBezTo>
                    <a:cubicBezTo>
                      <a:pt x="2577" y="122"/>
                      <a:pt x="1771" y="456"/>
                      <a:pt x="1176" y="1051"/>
                    </a:cubicBezTo>
                    <a:cubicBezTo>
                      <a:pt x="581" y="1646"/>
                      <a:pt x="247" y="2453"/>
                      <a:pt x="247" y="3295"/>
                    </a:cubicBezTo>
                    <a:cubicBezTo>
                      <a:pt x="247" y="4136"/>
                      <a:pt x="581" y="4943"/>
                      <a:pt x="1176" y="5538"/>
                    </a:cubicBezTo>
                    <a:cubicBezTo>
                      <a:pt x="1771" y="6133"/>
                      <a:pt x="2577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46" name="Freeform: Shape 14045">
                <a:extLst>
                  <a:ext uri="{FF2B5EF4-FFF2-40B4-BE49-F238E27FC236}">
                    <a16:creationId xmlns:a16="http://schemas.microsoft.com/office/drawing/2014/main" id="{9DED4B3B-80DB-8FD4-C4BE-06CCBD15B3D8}"/>
                  </a:ext>
                </a:extLst>
              </p:cNvPr>
              <p:cNvSpPr/>
              <p:nvPr/>
            </p:nvSpPr>
            <p:spPr>
              <a:xfrm>
                <a:off x="9543220" y="5027801"/>
                <a:ext cx="6343" cy="6345"/>
              </a:xfrm>
              <a:custGeom>
                <a:avLst/>
                <a:gdLst>
                  <a:gd name="connsiteX0" fmla="*/ 3419 w 6343"/>
                  <a:gd name="connsiteY0" fmla="*/ 6467 h 6345"/>
                  <a:gd name="connsiteX1" fmla="*/ 5661 w 6343"/>
                  <a:gd name="connsiteY1" fmla="*/ 5538 h 6345"/>
                  <a:gd name="connsiteX2" fmla="*/ 6590 w 6343"/>
                  <a:gd name="connsiteY2" fmla="*/ 3295 h 6345"/>
                  <a:gd name="connsiteX3" fmla="*/ 5661 w 6343"/>
                  <a:gd name="connsiteY3" fmla="*/ 1051 h 6345"/>
                  <a:gd name="connsiteX4" fmla="*/ 3419 w 6343"/>
                  <a:gd name="connsiteY4" fmla="*/ 122 h 6345"/>
                  <a:gd name="connsiteX5" fmla="*/ 1176 w 6343"/>
                  <a:gd name="connsiteY5" fmla="*/ 1051 h 6345"/>
                  <a:gd name="connsiteX6" fmla="*/ 247 w 6343"/>
                  <a:gd name="connsiteY6" fmla="*/ 3295 h 6345"/>
                  <a:gd name="connsiteX7" fmla="*/ 1176 w 6343"/>
                  <a:gd name="connsiteY7" fmla="*/ 5538 h 6345"/>
                  <a:gd name="connsiteX8" fmla="*/ 341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7"/>
                    </a:moveTo>
                    <a:cubicBezTo>
                      <a:pt x="4260" y="6467"/>
                      <a:pt x="5066" y="6133"/>
                      <a:pt x="5661" y="5538"/>
                    </a:cubicBezTo>
                    <a:cubicBezTo>
                      <a:pt x="6256" y="4943"/>
                      <a:pt x="6590" y="4136"/>
                      <a:pt x="6590" y="3295"/>
                    </a:cubicBezTo>
                    <a:cubicBezTo>
                      <a:pt x="6590" y="2453"/>
                      <a:pt x="6256" y="1646"/>
                      <a:pt x="5661" y="1051"/>
                    </a:cubicBezTo>
                    <a:cubicBezTo>
                      <a:pt x="5066" y="456"/>
                      <a:pt x="4260" y="122"/>
                      <a:pt x="3419" y="122"/>
                    </a:cubicBezTo>
                    <a:cubicBezTo>
                      <a:pt x="2578" y="122"/>
                      <a:pt x="1771" y="456"/>
                      <a:pt x="1176" y="1051"/>
                    </a:cubicBezTo>
                    <a:cubicBezTo>
                      <a:pt x="581" y="1646"/>
                      <a:pt x="247" y="2453"/>
                      <a:pt x="247" y="3295"/>
                    </a:cubicBezTo>
                    <a:cubicBezTo>
                      <a:pt x="247" y="4136"/>
                      <a:pt x="581" y="4943"/>
                      <a:pt x="1176" y="5538"/>
                    </a:cubicBezTo>
                    <a:cubicBezTo>
                      <a:pt x="1771" y="6133"/>
                      <a:pt x="2578" y="6467"/>
                      <a:pt x="341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47" name="Freeform: Shape 14046">
                <a:extLst>
                  <a:ext uri="{FF2B5EF4-FFF2-40B4-BE49-F238E27FC236}">
                    <a16:creationId xmlns:a16="http://schemas.microsoft.com/office/drawing/2014/main" id="{667E3D3B-DDF3-C9AC-972C-A3CEBA6C0730}"/>
                  </a:ext>
                </a:extLst>
              </p:cNvPr>
              <p:cNvSpPr/>
              <p:nvPr/>
            </p:nvSpPr>
            <p:spPr>
              <a:xfrm>
                <a:off x="9544153" y="5030256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1 w 6343"/>
                  <a:gd name="connsiteY1" fmla="*/ 5538 h 6345"/>
                  <a:gd name="connsiteX2" fmla="*/ 6590 w 6343"/>
                  <a:gd name="connsiteY2" fmla="*/ 3295 h 6345"/>
                  <a:gd name="connsiteX3" fmla="*/ 5661 w 6343"/>
                  <a:gd name="connsiteY3" fmla="*/ 1051 h 6345"/>
                  <a:gd name="connsiteX4" fmla="*/ 3419 w 6343"/>
                  <a:gd name="connsiteY4" fmla="*/ 122 h 6345"/>
                  <a:gd name="connsiteX5" fmla="*/ 1176 w 6343"/>
                  <a:gd name="connsiteY5" fmla="*/ 1051 h 6345"/>
                  <a:gd name="connsiteX6" fmla="*/ 247 w 6343"/>
                  <a:gd name="connsiteY6" fmla="*/ 3295 h 6345"/>
                  <a:gd name="connsiteX7" fmla="*/ 1176 w 6343"/>
                  <a:gd name="connsiteY7" fmla="*/ 5538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3"/>
                      <a:pt x="5661" y="5538"/>
                    </a:cubicBezTo>
                    <a:cubicBezTo>
                      <a:pt x="6256" y="4943"/>
                      <a:pt x="6590" y="4136"/>
                      <a:pt x="6590" y="3295"/>
                    </a:cubicBezTo>
                    <a:cubicBezTo>
                      <a:pt x="6590" y="2453"/>
                      <a:pt x="6256" y="1646"/>
                      <a:pt x="5661" y="1051"/>
                    </a:cubicBezTo>
                    <a:cubicBezTo>
                      <a:pt x="5067" y="456"/>
                      <a:pt x="4260" y="122"/>
                      <a:pt x="3419" y="122"/>
                    </a:cubicBezTo>
                    <a:cubicBezTo>
                      <a:pt x="2578" y="122"/>
                      <a:pt x="1771" y="456"/>
                      <a:pt x="1176" y="1051"/>
                    </a:cubicBezTo>
                    <a:cubicBezTo>
                      <a:pt x="581" y="1646"/>
                      <a:pt x="247" y="2453"/>
                      <a:pt x="247" y="3295"/>
                    </a:cubicBezTo>
                    <a:cubicBezTo>
                      <a:pt x="247" y="4136"/>
                      <a:pt x="581" y="4943"/>
                      <a:pt x="1176" y="5538"/>
                    </a:cubicBezTo>
                    <a:cubicBezTo>
                      <a:pt x="1771" y="6133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48" name="Freeform: Shape 14047">
                <a:extLst>
                  <a:ext uri="{FF2B5EF4-FFF2-40B4-BE49-F238E27FC236}">
                    <a16:creationId xmlns:a16="http://schemas.microsoft.com/office/drawing/2014/main" id="{65DB1E45-2E8D-2A16-E850-EAF05896EB0B}"/>
                  </a:ext>
                </a:extLst>
              </p:cNvPr>
              <p:cNvSpPr/>
              <p:nvPr/>
            </p:nvSpPr>
            <p:spPr>
              <a:xfrm>
                <a:off x="9545326" y="5032022"/>
                <a:ext cx="6343" cy="6345"/>
              </a:xfrm>
              <a:custGeom>
                <a:avLst/>
                <a:gdLst>
                  <a:gd name="connsiteX0" fmla="*/ 3419 w 6343"/>
                  <a:gd name="connsiteY0" fmla="*/ 6468 h 6345"/>
                  <a:gd name="connsiteX1" fmla="*/ 5661 w 6343"/>
                  <a:gd name="connsiteY1" fmla="*/ 5538 h 6345"/>
                  <a:gd name="connsiteX2" fmla="*/ 6590 w 6343"/>
                  <a:gd name="connsiteY2" fmla="*/ 3295 h 6345"/>
                  <a:gd name="connsiteX3" fmla="*/ 5661 w 6343"/>
                  <a:gd name="connsiteY3" fmla="*/ 1052 h 6345"/>
                  <a:gd name="connsiteX4" fmla="*/ 3419 w 6343"/>
                  <a:gd name="connsiteY4" fmla="*/ 122 h 6345"/>
                  <a:gd name="connsiteX5" fmla="*/ 1176 w 6343"/>
                  <a:gd name="connsiteY5" fmla="*/ 1052 h 6345"/>
                  <a:gd name="connsiteX6" fmla="*/ 247 w 6343"/>
                  <a:gd name="connsiteY6" fmla="*/ 3295 h 6345"/>
                  <a:gd name="connsiteX7" fmla="*/ 1176 w 6343"/>
                  <a:gd name="connsiteY7" fmla="*/ 5538 h 6345"/>
                  <a:gd name="connsiteX8" fmla="*/ 3419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68"/>
                    </a:moveTo>
                    <a:cubicBezTo>
                      <a:pt x="4260" y="6468"/>
                      <a:pt x="5067" y="6133"/>
                      <a:pt x="5661" y="5538"/>
                    </a:cubicBezTo>
                    <a:cubicBezTo>
                      <a:pt x="6256" y="4944"/>
                      <a:pt x="6590" y="4136"/>
                      <a:pt x="6590" y="3295"/>
                    </a:cubicBezTo>
                    <a:cubicBezTo>
                      <a:pt x="6590" y="2454"/>
                      <a:pt x="6256" y="1647"/>
                      <a:pt x="5661" y="1052"/>
                    </a:cubicBezTo>
                    <a:cubicBezTo>
                      <a:pt x="5067" y="457"/>
                      <a:pt x="4260" y="122"/>
                      <a:pt x="3419" y="122"/>
                    </a:cubicBezTo>
                    <a:cubicBezTo>
                      <a:pt x="2578" y="122"/>
                      <a:pt x="1771" y="457"/>
                      <a:pt x="1176" y="1052"/>
                    </a:cubicBezTo>
                    <a:cubicBezTo>
                      <a:pt x="581" y="1647"/>
                      <a:pt x="247" y="2454"/>
                      <a:pt x="247" y="3295"/>
                    </a:cubicBezTo>
                    <a:cubicBezTo>
                      <a:pt x="247" y="4136"/>
                      <a:pt x="581" y="4944"/>
                      <a:pt x="1176" y="5538"/>
                    </a:cubicBezTo>
                    <a:cubicBezTo>
                      <a:pt x="1771" y="6133"/>
                      <a:pt x="2578" y="6468"/>
                      <a:pt x="3419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49" name="Freeform: Shape 14048">
                <a:extLst>
                  <a:ext uri="{FF2B5EF4-FFF2-40B4-BE49-F238E27FC236}">
                    <a16:creationId xmlns:a16="http://schemas.microsoft.com/office/drawing/2014/main" id="{A804E1A8-6163-BEB9-E3E1-AC0AE6A40AF1}"/>
                  </a:ext>
                </a:extLst>
              </p:cNvPr>
              <p:cNvSpPr/>
              <p:nvPr/>
            </p:nvSpPr>
            <p:spPr>
              <a:xfrm>
                <a:off x="9510288" y="5125960"/>
                <a:ext cx="6343" cy="6345"/>
              </a:xfrm>
              <a:custGeom>
                <a:avLst/>
                <a:gdLst>
                  <a:gd name="connsiteX0" fmla="*/ 3416 w 6343"/>
                  <a:gd name="connsiteY0" fmla="*/ 6475 h 6345"/>
                  <a:gd name="connsiteX1" fmla="*/ 5659 w 6343"/>
                  <a:gd name="connsiteY1" fmla="*/ 5546 h 6345"/>
                  <a:gd name="connsiteX2" fmla="*/ 6588 w 6343"/>
                  <a:gd name="connsiteY2" fmla="*/ 3302 h 6345"/>
                  <a:gd name="connsiteX3" fmla="*/ 5659 w 6343"/>
                  <a:gd name="connsiteY3" fmla="*/ 1059 h 6345"/>
                  <a:gd name="connsiteX4" fmla="*/ 3416 w 6343"/>
                  <a:gd name="connsiteY4" fmla="*/ 130 h 6345"/>
                  <a:gd name="connsiteX5" fmla="*/ 1173 w 6343"/>
                  <a:gd name="connsiteY5" fmla="*/ 1059 h 6345"/>
                  <a:gd name="connsiteX6" fmla="*/ 244 w 6343"/>
                  <a:gd name="connsiteY6" fmla="*/ 3302 h 6345"/>
                  <a:gd name="connsiteX7" fmla="*/ 1173 w 6343"/>
                  <a:gd name="connsiteY7" fmla="*/ 5546 h 6345"/>
                  <a:gd name="connsiteX8" fmla="*/ 3416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5"/>
                    </a:moveTo>
                    <a:cubicBezTo>
                      <a:pt x="4257" y="6475"/>
                      <a:pt x="5064" y="6141"/>
                      <a:pt x="5659" y="5546"/>
                    </a:cubicBezTo>
                    <a:cubicBezTo>
                      <a:pt x="6253" y="4951"/>
                      <a:pt x="6588" y="4144"/>
                      <a:pt x="6588" y="3302"/>
                    </a:cubicBezTo>
                    <a:cubicBezTo>
                      <a:pt x="6588" y="2461"/>
                      <a:pt x="6253" y="1654"/>
                      <a:pt x="5659" y="1059"/>
                    </a:cubicBezTo>
                    <a:cubicBezTo>
                      <a:pt x="5064" y="464"/>
                      <a:pt x="4257" y="130"/>
                      <a:pt x="3416" y="130"/>
                    </a:cubicBezTo>
                    <a:cubicBezTo>
                      <a:pt x="2575" y="130"/>
                      <a:pt x="1768" y="464"/>
                      <a:pt x="1173" y="1059"/>
                    </a:cubicBezTo>
                    <a:cubicBezTo>
                      <a:pt x="579" y="1654"/>
                      <a:pt x="244" y="2461"/>
                      <a:pt x="244" y="3302"/>
                    </a:cubicBezTo>
                    <a:cubicBezTo>
                      <a:pt x="244" y="4144"/>
                      <a:pt x="579" y="4951"/>
                      <a:pt x="1173" y="5546"/>
                    </a:cubicBezTo>
                    <a:cubicBezTo>
                      <a:pt x="1768" y="6141"/>
                      <a:pt x="2575" y="6475"/>
                      <a:pt x="3416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50" name="Freeform: Shape 14049">
                <a:extLst>
                  <a:ext uri="{FF2B5EF4-FFF2-40B4-BE49-F238E27FC236}">
                    <a16:creationId xmlns:a16="http://schemas.microsoft.com/office/drawing/2014/main" id="{0175EA58-D76E-29A0-45A7-5542D4C2B707}"/>
                  </a:ext>
                </a:extLst>
              </p:cNvPr>
              <p:cNvSpPr/>
              <p:nvPr/>
            </p:nvSpPr>
            <p:spPr>
              <a:xfrm>
                <a:off x="9511043" y="5127054"/>
                <a:ext cx="6343" cy="6345"/>
              </a:xfrm>
              <a:custGeom>
                <a:avLst/>
                <a:gdLst>
                  <a:gd name="connsiteX0" fmla="*/ 3416 w 6343"/>
                  <a:gd name="connsiteY0" fmla="*/ 6475 h 6345"/>
                  <a:gd name="connsiteX1" fmla="*/ 5659 w 6343"/>
                  <a:gd name="connsiteY1" fmla="*/ 5546 h 6345"/>
                  <a:gd name="connsiteX2" fmla="*/ 6588 w 6343"/>
                  <a:gd name="connsiteY2" fmla="*/ 3303 h 6345"/>
                  <a:gd name="connsiteX3" fmla="*/ 5659 w 6343"/>
                  <a:gd name="connsiteY3" fmla="*/ 1059 h 6345"/>
                  <a:gd name="connsiteX4" fmla="*/ 3416 w 6343"/>
                  <a:gd name="connsiteY4" fmla="*/ 130 h 6345"/>
                  <a:gd name="connsiteX5" fmla="*/ 1173 w 6343"/>
                  <a:gd name="connsiteY5" fmla="*/ 1059 h 6345"/>
                  <a:gd name="connsiteX6" fmla="*/ 245 w 6343"/>
                  <a:gd name="connsiteY6" fmla="*/ 3303 h 6345"/>
                  <a:gd name="connsiteX7" fmla="*/ 1173 w 6343"/>
                  <a:gd name="connsiteY7" fmla="*/ 5546 h 6345"/>
                  <a:gd name="connsiteX8" fmla="*/ 3416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5"/>
                    </a:moveTo>
                    <a:cubicBezTo>
                      <a:pt x="4257" y="6475"/>
                      <a:pt x="5064" y="6141"/>
                      <a:pt x="5659" y="5546"/>
                    </a:cubicBezTo>
                    <a:cubicBezTo>
                      <a:pt x="6253" y="4951"/>
                      <a:pt x="6588" y="4144"/>
                      <a:pt x="6588" y="3303"/>
                    </a:cubicBezTo>
                    <a:cubicBezTo>
                      <a:pt x="6588" y="2461"/>
                      <a:pt x="6253" y="1654"/>
                      <a:pt x="5659" y="1059"/>
                    </a:cubicBezTo>
                    <a:cubicBezTo>
                      <a:pt x="5064" y="464"/>
                      <a:pt x="4257" y="130"/>
                      <a:pt x="3416" y="130"/>
                    </a:cubicBezTo>
                    <a:cubicBezTo>
                      <a:pt x="2575" y="130"/>
                      <a:pt x="1768" y="464"/>
                      <a:pt x="1173" y="1059"/>
                    </a:cubicBezTo>
                    <a:cubicBezTo>
                      <a:pt x="579" y="1654"/>
                      <a:pt x="245" y="2461"/>
                      <a:pt x="245" y="3303"/>
                    </a:cubicBezTo>
                    <a:cubicBezTo>
                      <a:pt x="245" y="4144"/>
                      <a:pt x="579" y="4951"/>
                      <a:pt x="1173" y="5546"/>
                    </a:cubicBezTo>
                    <a:cubicBezTo>
                      <a:pt x="1768" y="6141"/>
                      <a:pt x="2575" y="6475"/>
                      <a:pt x="3416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51" name="Freeform: Shape 14050">
                <a:extLst>
                  <a:ext uri="{FF2B5EF4-FFF2-40B4-BE49-F238E27FC236}">
                    <a16:creationId xmlns:a16="http://schemas.microsoft.com/office/drawing/2014/main" id="{942AF0EF-2A3A-ED8B-4338-5D15E3A2D057}"/>
                  </a:ext>
                </a:extLst>
              </p:cNvPr>
              <p:cNvSpPr/>
              <p:nvPr/>
            </p:nvSpPr>
            <p:spPr>
              <a:xfrm>
                <a:off x="9512733" y="5128738"/>
                <a:ext cx="6343" cy="6345"/>
              </a:xfrm>
              <a:custGeom>
                <a:avLst/>
                <a:gdLst>
                  <a:gd name="connsiteX0" fmla="*/ 3416 w 6343"/>
                  <a:gd name="connsiteY0" fmla="*/ 6475 h 6345"/>
                  <a:gd name="connsiteX1" fmla="*/ 5659 w 6343"/>
                  <a:gd name="connsiteY1" fmla="*/ 5546 h 6345"/>
                  <a:gd name="connsiteX2" fmla="*/ 6588 w 6343"/>
                  <a:gd name="connsiteY2" fmla="*/ 3303 h 6345"/>
                  <a:gd name="connsiteX3" fmla="*/ 5659 w 6343"/>
                  <a:gd name="connsiteY3" fmla="*/ 1059 h 6345"/>
                  <a:gd name="connsiteX4" fmla="*/ 3416 w 6343"/>
                  <a:gd name="connsiteY4" fmla="*/ 130 h 6345"/>
                  <a:gd name="connsiteX5" fmla="*/ 1174 w 6343"/>
                  <a:gd name="connsiteY5" fmla="*/ 1059 h 6345"/>
                  <a:gd name="connsiteX6" fmla="*/ 245 w 6343"/>
                  <a:gd name="connsiteY6" fmla="*/ 3303 h 6345"/>
                  <a:gd name="connsiteX7" fmla="*/ 1174 w 6343"/>
                  <a:gd name="connsiteY7" fmla="*/ 5546 h 6345"/>
                  <a:gd name="connsiteX8" fmla="*/ 3416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5"/>
                    </a:moveTo>
                    <a:cubicBezTo>
                      <a:pt x="4257" y="6475"/>
                      <a:pt x="5064" y="6141"/>
                      <a:pt x="5659" y="5546"/>
                    </a:cubicBezTo>
                    <a:cubicBezTo>
                      <a:pt x="6254" y="4951"/>
                      <a:pt x="6588" y="4144"/>
                      <a:pt x="6588" y="3303"/>
                    </a:cubicBezTo>
                    <a:cubicBezTo>
                      <a:pt x="6588" y="2461"/>
                      <a:pt x="6254" y="1654"/>
                      <a:pt x="5659" y="1059"/>
                    </a:cubicBezTo>
                    <a:cubicBezTo>
                      <a:pt x="5064" y="464"/>
                      <a:pt x="4257" y="130"/>
                      <a:pt x="3416" y="130"/>
                    </a:cubicBezTo>
                    <a:cubicBezTo>
                      <a:pt x="2575" y="130"/>
                      <a:pt x="1768" y="464"/>
                      <a:pt x="1174" y="1059"/>
                    </a:cubicBezTo>
                    <a:cubicBezTo>
                      <a:pt x="579" y="1654"/>
                      <a:pt x="245" y="2461"/>
                      <a:pt x="245" y="3303"/>
                    </a:cubicBezTo>
                    <a:cubicBezTo>
                      <a:pt x="245" y="4144"/>
                      <a:pt x="579" y="4951"/>
                      <a:pt x="1174" y="5546"/>
                    </a:cubicBezTo>
                    <a:cubicBezTo>
                      <a:pt x="1768" y="6141"/>
                      <a:pt x="2575" y="6475"/>
                      <a:pt x="3416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52" name="Freeform: Shape 14051">
                <a:extLst>
                  <a:ext uri="{FF2B5EF4-FFF2-40B4-BE49-F238E27FC236}">
                    <a16:creationId xmlns:a16="http://schemas.microsoft.com/office/drawing/2014/main" id="{87247883-434E-277B-5299-6DEB96B7436D}"/>
                  </a:ext>
                </a:extLst>
              </p:cNvPr>
              <p:cNvSpPr/>
              <p:nvPr/>
            </p:nvSpPr>
            <p:spPr>
              <a:xfrm>
                <a:off x="9513554" y="5129615"/>
                <a:ext cx="6343" cy="6345"/>
              </a:xfrm>
              <a:custGeom>
                <a:avLst/>
                <a:gdLst>
                  <a:gd name="connsiteX0" fmla="*/ 3416 w 6343"/>
                  <a:gd name="connsiteY0" fmla="*/ 6475 h 6345"/>
                  <a:gd name="connsiteX1" fmla="*/ 5659 w 6343"/>
                  <a:gd name="connsiteY1" fmla="*/ 5546 h 6345"/>
                  <a:gd name="connsiteX2" fmla="*/ 6588 w 6343"/>
                  <a:gd name="connsiteY2" fmla="*/ 3303 h 6345"/>
                  <a:gd name="connsiteX3" fmla="*/ 5659 w 6343"/>
                  <a:gd name="connsiteY3" fmla="*/ 1059 h 6345"/>
                  <a:gd name="connsiteX4" fmla="*/ 3416 w 6343"/>
                  <a:gd name="connsiteY4" fmla="*/ 130 h 6345"/>
                  <a:gd name="connsiteX5" fmla="*/ 1174 w 6343"/>
                  <a:gd name="connsiteY5" fmla="*/ 1059 h 6345"/>
                  <a:gd name="connsiteX6" fmla="*/ 245 w 6343"/>
                  <a:gd name="connsiteY6" fmla="*/ 3303 h 6345"/>
                  <a:gd name="connsiteX7" fmla="*/ 1174 w 6343"/>
                  <a:gd name="connsiteY7" fmla="*/ 5546 h 6345"/>
                  <a:gd name="connsiteX8" fmla="*/ 3416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5"/>
                    </a:moveTo>
                    <a:cubicBezTo>
                      <a:pt x="4257" y="6475"/>
                      <a:pt x="5064" y="6141"/>
                      <a:pt x="5659" y="5546"/>
                    </a:cubicBezTo>
                    <a:cubicBezTo>
                      <a:pt x="6254" y="4951"/>
                      <a:pt x="6588" y="4144"/>
                      <a:pt x="6588" y="3303"/>
                    </a:cubicBezTo>
                    <a:cubicBezTo>
                      <a:pt x="6588" y="2461"/>
                      <a:pt x="6254" y="1654"/>
                      <a:pt x="5659" y="1059"/>
                    </a:cubicBezTo>
                    <a:cubicBezTo>
                      <a:pt x="5064" y="464"/>
                      <a:pt x="4257" y="130"/>
                      <a:pt x="3416" y="130"/>
                    </a:cubicBezTo>
                    <a:cubicBezTo>
                      <a:pt x="2575" y="130"/>
                      <a:pt x="1768" y="464"/>
                      <a:pt x="1174" y="1059"/>
                    </a:cubicBezTo>
                    <a:cubicBezTo>
                      <a:pt x="579" y="1654"/>
                      <a:pt x="245" y="2461"/>
                      <a:pt x="245" y="3303"/>
                    </a:cubicBezTo>
                    <a:cubicBezTo>
                      <a:pt x="245" y="4144"/>
                      <a:pt x="579" y="4951"/>
                      <a:pt x="1174" y="5546"/>
                    </a:cubicBezTo>
                    <a:cubicBezTo>
                      <a:pt x="1768" y="6141"/>
                      <a:pt x="2575" y="6475"/>
                      <a:pt x="3416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53" name="Freeform: Shape 14052">
                <a:extLst>
                  <a:ext uri="{FF2B5EF4-FFF2-40B4-BE49-F238E27FC236}">
                    <a16:creationId xmlns:a16="http://schemas.microsoft.com/office/drawing/2014/main" id="{CCE754EE-D4E4-1DDB-63D8-46D2C2FFC90E}"/>
                  </a:ext>
                </a:extLst>
              </p:cNvPr>
              <p:cNvSpPr/>
              <p:nvPr/>
            </p:nvSpPr>
            <p:spPr>
              <a:xfrm>
                <a:off x="9515337" y="5128231"/>
                <a:ext cx="6343" cy="6345"/>
              </a:xfrm>
              <a:custGeom>
                <a:avLst/>
                <a:gdLst>
                  <a:gd name="connsiteX0" fmla="*/ 3416 w 6343"/>
                  <a:gd name="connsiteY0" fmla="*/ 6475 h 6345"/>
                  <a:gd name="connsiteX1" fmla="*/ 5659 w 6343"/>
                  <a:gd name="connsiteY1" fmla="*/ 5546 h 6345"/>
                  <a:gd name="connsiteX2" fmla="*/ 6588 w 6343"/>
                  <a:gd name="connsiteY2" fmla="*/ 3303 h 6345"/>
                  <a:gd name="connsiteX3" fmla="*/ 5659 w 6343"/>
                  <a:gd name="connsiteY3" fmla="*/ 1059 h 6345"/>
                  <a:gd name="connsiteX4" fmla="*/ 3416 w 6343"/>
                  <a:gd name="connsiteY4" fmla="*/ 130 h 6345"/>
                  <a:gd name="connsiteX5" fmla="*/ 1174 w 6343"/>
                  <a:gd name="connsiteY5" fmla="*/ 1059 h 6345"/>
                  <a:gd name="connsiteX6" fmla="*/ 245 w 6343"/>
                  <a:gd name="connsiteY6" fmla="*/ 3303 h 6345"/>
                  <a:gd name="connsiteX7" fmla="*/ 1174 w 6343"/>
                  <a:gd name="connsiteY7" fmla="*/ 5546 h 6345"/>
                  <a:gd name="connsiteX8" fmla="*/ 3416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5"/>
                    </a:moveTo>
                    <a:cubicBezTo>
                      <a:pt x="4258" y="6475"/>
                      <a:pt x="5064" y="6141"/>
                      <a:pt x="5659" y="5546"/>
                    </a:cubicBezTo>
                    <a:cubicBezTo>
                      <a:pt x="6254" y="4951"/>
                      <a:pt x="6588" y="4144"/>
                      <a:pt x="6588" y="3303"/>
                    </a:cubicBezTo>
                    <a:cubicBezTo>
                      <a:pt x="6588" y="2461"/>
                      <a:pt x="6254" y="1654"/>
                      <a:pt x="5659" y="1059"/>
                    </a:cubicBezTo>
                    <a:cubicBezTo>
                      <a:pt x="5064" y="464"/>
                      <a:pt x="4258" y="130"/>
                      <a:pt x="3416" y="130"/>
                    </a:cubicBezTo>
                    <a:cubicBezTo>
                      <a:pt x="2575" y="130"/>
                      <a:pt x="1769" y="464"/>
                      <a:pt x="1174" y="1059"/>
                    </a:cubicBezTo>
                    <a:cubicBezTo>
                      <a:pt x="579" y="1654"/>
                      <a:pt x="245" y="2461"/>
                      <a:pt x="245" y="3303"/>
                    </a:cubicBezTo>
                    <a:cubicBezTo>
                      <a:pt x="245" y="4144"/>
                      <a:pt x="579" y="4951"/>
                      <a:pt x="1174" y="5546"/>
                    </a:cubicBezTo>
                    <a:cubicBezTo>
                      <a:pt x="1769" y="6141"/>
                      <a:pt x="2575" y="6475"/>
                      <a:pt x="3416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54" name="Freeform: Shape 14053">
                <a:extLst>
                  <a:ext uri="{FF2B5EF4-FFF2-40B4-BE49-F238E27FC236}">
                    <a16:creationId xmlns:a16="http://schemas.microsoft.com/office/drawing/2014/main" id="{9833F15D-474F-3978-2315-6F6630C7ED68}"/>
                  </a:ext>
                </a:extLst>
              </p:cNvPr>
              <p:cNvSpPr/>
              <p:nvPr/>
            </p:nvSpPr>
            <p:spPr>
              <a:xfrm>
                <a:off x="9516279" y="5128839"/>
                <a:ext cx="6343" cy="6345"/>
              </a:xfrm>
              <a:custGeom>
                <a:avLst/>
                <a:gdLst>
                  <a:gd name="connsiteX0" fmla="*/ 3416 w 6343"/>
                  <a:gd name="connsiteY0" fmla="*/ 6475 h 6345"/>
                  <a:gd name="connsiteX1" fmla="*/ 5659 w 6343"/>
                  <a:gd name="connsiteY1" fmla="*/ 5546 h 6345"/>
                  <a:gd name="connsiteX2" fmla="*/ 6588 w 6343"/>
                  <a:gd name="connsiteY2" fmla="*/ 3303 h 6345"/>
                  <a:gd name="connsiteX3" fmla="*/ 5659 w 6343"/>
                  <a:gd name="connsiteY3" fmla="*/ 1059 h 6345"/>
                  <a:gd name="connsiteX4" fmla="*/ 3416 w 6343"/>
                  <a:gd name="connsiteY4" fmla="*/ 130 h 6345"/>
                  <a:gd name="connsiteX5" fmla="*/ 1174 w 6343"/>
                  <a:gd name="connsiteY5" fmla="*/ 1059 h 6345"/>
                  <a:gd name="connsiteX6" fmla="*/ 245 w 6343"/>
                  <a:gd name="connsiteY6" fmla="*/ 3303 h 6345"/>
                  <a:gd name="connsiteX7" fmla="*/ 1174 w 6343"/>
                  <a:gd name="connsiteY7" fmla="*/ 5546 h 6345"/>
                  <a:gd name="connsiteX8" fmla="*/ 3416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5"/>
                    </a:moveTo>
                    <a:cubicBezTo>
                      <a:pt x="4258" y="6475"/>
                      <a:pt x="5064" y="6141"/>
                      <a:pt x="5659" y="5546"/>
                    </a:cubicBezTo>
                    <a:cubicBezTo>
                      <a:pt x="6254" y="4951"/>
                      <a:pt x="6588" y="4144"/>
                      <a:pt x="6588" y="3303"/>
                    </a:cubicBezTo>
                    <a:cubicBezTo>
                      <a:pt x="6588" y="2461"/>
                      <a:pt x="6254" y="1654"/>
                      <a:pt x="5659" y="1059"/>
                    </a:cubicBezTo>
                    <a:cubicBezTo>
                      <a:pt x="5064" y="464"/>
                      <a:pt x="4258" y="130"/>
                      <a:pt x="3416" y="130"/>
                    </a:cubicBezTo>
                    <a:cubicBezTo>
                      <a:pt x="2575" y="130"/>
                      <a:pt x="1769" y="464"/>
                      <a:pt x="1174" y="1059"/>
                    </a:cubicBezTo>
                    <a:cubicBezTo>
                      <a:pt x="579" y="1654"/>
                      <a:pt x="245" y="2461"/>
                      <a:pt x="245" y="3303"/>
                    </a:cubicBezTo>
                    <a:cubicBezTo>
                      <a:pt x="245" y="4144"/>
                      <a:pt x="579" y="4951"/>
                      <a:pt x="1174" y="5546"/>
                    </a:cubicBezTo>
                    <a:cubicBezTo>
                      <a:pt x="1769" y="6141"/>
                      <a:pt x="2575" y="6475"/>
                      <a:pt x="3416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55" name="Freeform: Shape 14054">
                <a:extLst>
                  <a:ext uri="{FF2B5EF4-FFF2-40B4-BE49-F238E27FC236}">
                    <a16:creationId xmlns:a16="http://schemas.microsoft.com/office/drawing/2014/main" id="{B93E4845-4858-BE4F-2BCB-B6D59DF3D3CC}"/>
                  </a:ext>
                </a:extLst>
              </p:cNvPr>
              <p:cNvSpPr/>
              <p:nvPr/>
            </p:nvSpPr>
            <p:spPr>
              <a:xfrm>
                <a:off x="9517964" y="5127763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59 w 6343"/>
                  <a:gd name="connsiteY1" fmla="*/ 5546 h 6345"/>
                  <a:gd name="connsiteX2" fmla="*/ 6588 w 6343"/>
                  <a:gd name="connsiteY2" fmla="*/ 3303 h 6345"/>
                  <a:gd name="connsiteX3" fmla="*/ 5659 w 6343"/>
                  <a:gd name="connsiteY3" fmla="*/ 1059 h 6345"/>
                  <a:gd name="connsiteX4" fmla="*/ 3417 w 6343"/>
                  <a:gd name="connsiteY4" fmla="*/ 130 h 6345"/>
                  <a:gd name="connsiteX5" fmla="*/ 1174 w 6343"/>
                  <a:gd name="connsiteY5" fmla="*/ 1059 h 6345"/>
                  <a:gd name="connsiteX6" fmla="*/ 245 w 6343"/>
                  <a:gd name="connsiteY6" fmla="*/ 3303 h 6345"/>
                  <a:gd name="connsiteX7" fmla="*/ 1174 w 6343"/>
                  <a:gd name="connsiteY7" fmla="*/ 5546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8" y="6475"/>
                      <a:pt x="5064" y="6141"/>
                      <a:pt x="5659" y="5546"/>
                    </a:cubicBezTo>
                    <a:cubicBezTo>
                      <a:pt x="6254" y="4951"/>
                      <a:pt x="6588" y="4144"/>
                      <a:pt x="6588" y="3303"/>
                    </a:cubicBezTo>
                    <a:cubicBezTo>
                      <a:pt x="6588" y="2461"/>
                      <a:pt x="6254" y="1654"/>
                      <a:pt x="5659" y="1059"/>
                    </a:cubicBezTo>
                    <a:cubicBezTo>
                      <a:pt x="5064" y="464"/>
                      <a:pt x="4258" y="130"/>
                      <a:pt x="3417" y="130"/>
                    </a:cubicBezTo>
                    <a:cubicBezTo>
                      <a:pt x="2576" y="130"/>
                      <a:pt x="1769" y="464"/>
                      <a:pt x="1174" y="1059"/>
                    </a:cubicBezTo>
                    <a:cubicBezTo>
                      <a:pt x="579" y="1654"/>
                      <a:pt x="245" y="2461"/>
                      <a:pt x="245" y="3303"/>
                    </a:cubicBezTo>
                    <a:cubicBezTo>
                      <a:pt x="245" y="4144"/>
                      <a:pt x="579" y="4951"/>
                      <a:pt x="1174" y="5546"/>
                    </a:cubicBezTo>
                    <a:cubicBezTo>
                      <a:pt x="1769" y="6141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56" name="Freeform: Shape 14055">
                <a:extLst>
                  <a:ext uri="{FF2B5EF4-FFF2-40B4-BE49-F238E27FC236}">
                    <a16:creationId xmlns:a16="http://schemas.microsoft.com/office/drawing/2014/main" id="{26D35F26-41E3-4192-129C-EEDE72F9820C}"/>
                  </a:ext>
                </a:extLst>
              </p:cNvPr>
              <p:cNvSpPr/>
              <p:nvPr/>
            </p:nvSpPr>
            <p:spPr>
              <a:xfrm>
                <a:off x="9520203" y="5128231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59 w 6343"/>
                  <a:gd name="connsiteY1" fmla="*/ 5546 h 6345"/>
                  <a:gd name="connsiteX2" fmla="*/ 6588 w 6343"/>
                  <a:gd name="connsiteY2" fmla="*/ 3303 h 6345"/>
                  <a:gd name="connsiteX3" fmla="*/ 5659 w 6343"/>
                  <a:gd name="connsiteY3" fmla="*/ 1059 h 6345"/>
                  <a:gd name="connsiteX4" fmla="*/ 3417 w 6343"/>
                  <a:gd name="connsiteY4" fmla="*/ 130 h 6345"/>
                  <a:gd name="connsiteX5" fmla="*/ 1174 w 6343"/>
                  <a:gd name="connsiteY5" fmla="*/ 1059 h 6345"/>
                  <a:gd name="connsiteX6" fmla="*/ 245 w 6343"/>
                  <a:gd name="connsiteY6" fmla="*/ 3303 h 6345"/>
                  <a:gd name="connsiteX7" fmla="*/ 1174 w 6343"/>
                  <a:gd name="connsiteY7" fmla="*/ 5546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8" y="6475"/>
                      <a:pt x="5065" y="6141"/>
                      <a:pt x="5659" y="5546"/>
                    </a:cubicBezTo>
                    <a:cubicBezTo>
                      <a:pt x="6254" y="4951"/>
                      <a:pt x="6588" y="4144"/>
                      <a:pt x="6588" y="3303"/>
                    </a:cubicBezTo>
                    <a:cubicBezTo>
                      <a:pt x="6588" y="2461"/>
                      <a:pt x="6254" y="1654"/>
                      <a:pt x="5659" y="1059"/>
                    </a:cubicBezTo>
                    <a:cubicBezTo>
                      <a:pt x="5065" y="464"/>
                      <a:pt x="4258" y="130"/>
                      <a:pt x="3417" y="130"/>
                    </a:cubicBezTo>
                    <a:cubicBezTo>
                      <a:pt x="2576" y="130"/>
                      <a:pt x="1769" y="464"/>
                      <a:pt x="1174" y="1059"/>
                    </a:cubicBezTo>
                    <a:cubicBezTo>
                      <a:pt x="579" y="1654"/>
                      <a:pt x="245" y="2461"/>
                      <a:pt x="245" y="3303"/>
                    </a:cubicBezTo>
                    <a:cubicBezTo>
                      <a:pt x="245" y="4144"/>
                      <a:pt x="579" y="4951"/>
                      <a:pt x="1174" y="5546"/>
                    </a:cubicBezTo>
                    <a:cubicBezTo>
                      <a:pt x="1769" y="6141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57" name="Freeform: Shape 14056">
                <a:extLst>
                  <a:ext uri="{FF2B5EF4-FFF2-40B4-BE49-F238E27FC236}">
                    <a16:creationId xmlns:a16="http://schemas.microsoft.com/office/drawing/2014/main" id="{9D5B626A-9C7D-DE03-175F-E3F84C6BADAF}"/>
                  </a:ext>
                </a:extLst>
              </p:cNvPr>
              <p:cNvSpPr/>
              <p:nvPr/>
            </p:nvSpPr>
            <p:spPr>
              <a:xfrm>
                <a:off x="9521270" y="5128588"/>
                <a:ext cx="6343" cy="6345"/>
              </a:xfrm>
              <a:custGeom>
                <a:avLst/>
                <a:gdLst>
                  <a:gd name="connsiteX0" fmla="*/ 3417 w 6343"/>
                  <a:gd name="connsiteY0" fmla="*/ 6475 h 6345"/>
                  <a:gd name="connsiteX1" fmla="*/ 5660 w 6343"/>
                  <a:gd name="connsiteY1" fmla="*/ 5546 h 6345"/>
                  <a:gd name="connsiteX2" fmla="*/ 6588 w 6343"/>
                  <a:gd name="connsiteY2" fmla="*/ 3303 h 6345"/>
                  <a:gd name="connsiteX3" fmla="*/ 5660 w 6343"/>
                  <a:gd name="connsiteY3" fmla="*/ 1059 h 6345"/>
                  <a:gd name="connsiteX4" fmla="*/ 3417 w 6343"/>
                  <a:gd name="connsiteY4" fmla="*/ 130 h 6345"/>
                  <a:gd name="connsiteX5" fmla="*/ 1174 w 6343"/>
                  <a:gd name="connsiteY5" fmla="*/ 1059 h 6345"/>
                  <a:gd name="connsiteX6" fmla="*/ 245 w 6343"/>
                  <a:gd name="connsiteY6" fmla="*/ 3303 h 6345"/>
                  <a:gd name="connsiteX7" fmla="*/ 1174 w 6343"/>
                  <a:gd name="connsiteY7" fmla="*/ 5546 h 6345"/>
                  <a:gd name="connsiteX8" fmla="*/ 3417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5"/>
                    </a:moveTo>
                    <a:cubicBezTo>
                      <a:pt x="4258" y="6475"/>
                      <a:pt x="5065" y="6141"/>
                      <a:pt x="5660" y="5546"/>
                    </a:cubicBezTo>
                    <a:cubicBezTo>
                      <a:pt x="6254" y="4951"/>
                      <a:pt x="6588" y="4144"/>
                      <a:pt x="6588" y="3303"/>
                    </a:cubicBezTo>
                    <a:cubicBezTo>
                      <a:pt x="6588" y="2461"/>
                      <a:pt x="6254" y="1654"/>
                      <a:pt x="5660" y="1059"/>
                    </a:cubicBezTo>
                    <a:cubicBezTo>
                      <a:pt x="5065" y="464"/>
                      <a:pt x="4258" y="130"/>
                      <a:pt x="3417" y="130"/>
                    </a:cubicBezTo>
                    <a:cubicBezTo>
                      <a:pt x="2576" y="130"/>
                      <a:pt x="1769" y="464"/>
                      <a:pt x="1174" y="1059"/>
                    </a:cubicBezTo>
                    <a:cubicBezTo>
                      <a:pt x="580" y="1654"/>
                      <a:pt x="245" y="2461"/>
                      <a:pt x="245" y="3303"/>
                    </a:cubicBezTo>
                    <a:cubicBezTo>
                      <a:pt x="245" y="4144"/>
                      <a:pt x="580" y="4951"/>
                      <a:pt x="1174" y="5546"/>
                    </a:cubicBezTo>
                    <a:cubicBezTo>
                      <a:pt x="1769" y="6141"/>
                      <a:pt x="2576" y="6475"/>
                      <a:pt x="3417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58" name="Freeform: Shape 14057">
                <a:extLst>
                  <a:ext uri="{FF2B5EF4-FFF2-40B4-BE49-F238E27FC236}">
                    <a16:creationId xmlns:a16="http://schemas.microsoft.com/office/drawing/2014/main" id="{FAFC98C3-A4FF-418B-4DDD-7AB0AB96604A}"/>
                  </a:ext>
                </a:extLst>
              </p:cNvPr>
              <p:cNvSpPr/>
              <p:nvPr/>
            </p:nvSpPr>
            <p:spPr>
              <a:xfrm>
                <a:off x="9521827" y="5132597"/>
                <a:ext cx="6343" cy="6345"/>
              </a:xfrm>
              <a:custGeom>
                <a:avLst/>
                <a:gdLst>
                  <a:gd name="connsiteX0" fmla="*/ 3417 w 6343"/>
                  <a:gd name="connsiteY0" fmla="*/ 6476 h 6345"/>
                  <a:gd name="connsiteX1" fmla="*/ 5660 w 6343"/>
                  <a:gd name="connsiteY1" fmla="*/ 5546 h 6345"/>
                  <a:gd name="connsiteX2" fmla="*/ 6588 w 6343"/>
                  <a:gd name="connsiteY2" fmla="*/ 3303 h 6345"/>
                  <a:gd name="connsiteX3" fmla="*/ 5660 w 6343"/>
                  <a:gd name="connsiteY3" fmla="*/ 1060 h 6345"/>
                  <a:gd name="connsiteX4" fmla="*/ 3417 w 6343"/>
                  <a:gd name="connsiteY4" fmla="*/ 130 h 6345"/>
                  <a:gd name="connsiteX5" fmla="*/ 1174 w 6343"/>
                  <a:gd name="connsiteY5" fmla="*/ 1060 h 6345"/>
                  <a:gd name="connsiteX6" fmla="*/ 245 w 6343"/>
                  <a:gd name="connsiteY6" fmla="*/ 3303 h 6345"/>
                  <a:gd name="connsiteX7" fmla="*/ 1174 w 6343"/>
                  <a:gd name="connsiteY7" fmla="*/ 5546 h 6345"/>
                  <a:gd name="connsiteX8" fmla="*/ 3417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6"/>
                    </a:moveTo>
                    <a:cubicBezTo>
                      <a:pt x="4258" y="6476"/>
                      <a:pt x="5065" y="6141"/>
                      <a:pt x="5660" y="5546"/>
                    </a:cubicBezTo>
                    <a:cubicBezTo>
                      <a:pt x="6254" y="4951"/>
                      <a:pt x="6588" y="4144"/>
                      <a:pt x="6588" y="3303"/>
                    </a:cubicBezTo>
                    <a:cubicBezTo>
                      <a:pt x="6588" y="2462"/>
                      <a:pt x="6254" y="1654"/>
                      <a:pt x="5660" y="1060"/>
                    </a:cubicBezTo>
                    <a:cubicBezTo>
                      <a:pt x="5065" y="465"/>
                      <a:pt x="4258" y="130"/>
                      <a:pt x="3417" y="130"/>
                    </a:cubicBezTo>
                    <a:cubicBezTo>
                      <a:pt x="2576" y="130"/>
                      <a:pt x="1769" y="465"/>
                      <a:pt x="1174" y="1060"/>
                    </a:cubicBezTo>
                    <a:cubicBezTo>
                      <a:pt x="580" y="1654"/>
                      <a:pt x="245" y="2462"/>
                      <a:pt x="245" y="3303"/>
                    </a:cubicBezTo>
                    <a:cubicBezTo>
                      <a:pt x="245" y="4144"/>
                      <a:pt x="580" y="4951"/>
                      <a:pt x="1174" y="5546"/>
                    </a:cubicBezTo>
                    <a:cubicBezTo>
                      <a:pt x="1769" y="6141"/>
                      <a:pt x="2576" y="6476"/>
                      <a:pt x="3417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59" name="Freeform: Shape 14058">
                <a:extLst>
                  <a:ext uri="{FF2B5EF4-FFF2-40B4-BE49-F238E27FC236}">
                    <a16:creationId xmlns:a16="http://schemas.microsoft.com/office/drawing/2014/main" id="{2D9CC0D3-396F-9802-A239-76C57584F967}"/>
                  </a:ext>
                </a:extLst>
              </p:cNvPr>
              <p:cNvSpPr/>
              <p:nvPr/>
            </p:nvSpPr>
            <p:spPr>
              <a:xfrm>
                <a:off x="9520682" y="5137448"/>
                <a:ext cx="6343" cy="6345"/>
              </a:xfrm>
              <a:custGeom>
                <a:avLst/>
                <a:gdLst>
                  <a:gd name="connsiteX0" fmla="*/ 3417 w 6343"/>
                  <a:gd name="connsiteY0" fmla="*/ 6476 h 6345"/>
                  <a:gd name="connsiteX1" fmla="*/ 5659 w 6343"/>
                  <a:gd name="connsiteY1" fmla="*/ 5547 h 6345"/>
                  <a:gd name="connsiteX2" fmla="*/ 6588 w 6343"/>
                  <a:gd name="connsiteY2" fmla="*/ 3303 h 6345"/>
                  <a:gd name="connsiteX3" fmla="*/ 5659 w 6343"/>
                  <a:gd name="connsiteY3" fmla="*/ 1060 h 6345"/>
                  <a:gd name="connsiteX4" fmla="*/ 3417 w 6343"/>
                  <a:gd name="connsiteY4" fmla="*/ 131 h 6345"/>
                  <a:gd name="connsiteX5" fmla="*/ 1174 w 6343"/>
                  <a:gd name="connsiteY5" fmla="*/ 1060 h 6345"/>
                  <a:gd name="connsiteX6" fmla="*/ 245 w 6343"/>
                  <a:gd name="connsiteY6" fmla="*/ 3303 h 6345"/>
                  <a:gd name="connsiteX7" fmla="*/ 1174 w 6343"/>
                  <a:gd name="connsiteY7" fmla="*/ 5547 h 6345"/>
                  <a:gd name="connsiteX8" fmla="*/ 3417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6"/>
                    </a:moveTo>
                    <a:cubicBezTo>
                      <a:pt x="4258" y="6476"/>
                      <a:pt x="5065" y="6142"/>
                      <a:pt x="5659" y="5547"/>
                    </a:cubicBezTo>
                    <a:cubicBezTo>
                      <a:pt x="6254" y="4952"/>
                      <a:pt x="6588" y="4145"/>
                      <a:pt x="6588" y="3303"/>
                    </a:cubicBezTo>
                    <a:cubicBezTo>
                      <a:pt x="6588" y="2462"/>
                      <a:pt x="6254" y="1655"/>
                      <a:pt x="5659" y="1060"/>
                    </a:cubicBezTo>
                    <a:cubicBezTo>
                      <a:pt x="5065" y="465"/>
                      <a:pt x="4258" y="131"/>
                      <a:pt x="3417" y="131"/>
                    </a:cubicBezTo>
                    <a:cubicBezTo>
                      <a:pt x="2576" y="131"/>
                      <a:pt x="1769" y="465"/>
                      <a:pt x="1174" y="1060"/>
                    </a:cubicBezTo>
                    <a:cubicBezTo>
                      <a:pt x="579" y="1655"/>
                      <a:pt x="245" y="2462"/>
                      <a:pt x="245" y="3303"/>
                    </a:cubicBezTo>
                    <a:cubicBezTo>
                      <a:pt x="245" y="4145"/>
                      <a:pt x="579" y="4952"/>
                      <a:pt x="1174" y="5547"/>
                    </a:cubicBezTo>
                    <a:cubicBezTo>
                      <a:pt x="1769" y="6142"/>
                      <a:pt x="2576" y="6476"/>
                      <a:pt x="3417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60" name="Freeform: Shape 14059">
                <a:extLst>
                  <a:ext uri="{FF2B5EF4-FFF2-40B4-BE49-F238E27FC236}">
                    <a16:creationId xmlns:a16="http://schemas.microsoft.com/office/drawing/2014/main" id="{F513B9BA-51DE-514B-04EC-65BFB72167DE}"/>
                  </a:ext>
                </a:extLst>
              </p:cNvPr>
              <p:cNvSpPr/>
              <p:nvPr/>
            </p:nvSpPr>
            <p:spPr>
              <a:xfrm>
                <a:off x="9520520" y="5140181"/>
                <a:ext cx="6343" cy="6345"/>
              </a:xfrm>
              <a:custGeom>
                <a:avLst/>
                <a:gdLst>
                  <a:gd name="connsiteX0" fmla="*/ 3417 w 6343"/>
                  <a:gd name="connsiteY0" fmla="*/ 6476 h 6345"/>
                  <a:gd name="connsiteX1" fmla="*/ 5659 w 6343"/>
                  <a:gd name="connsiteY1" fmla="*/ 5547 h 6345"/>
                  <a:gd name="connsiteX2" fmla="*/ 6588 w 6343"/>
                  <a:gd name="connsiteY2" fmla="*/ 3304 h 6345"/>
                  <a:gd name="connsiteX3" fmla="*/ 5659 w 6343"/>
                  <a:gd name="connsiteY3" fmla="*/ 1060 h 6345"/>
                  <a:gd name="connsiteX4" fmla="*/ 3417 w 6343"/>
                  <a:gd name="connsiteY4" fmla="*/ 131 h 6345"/>
                  <a:gd name="connsiteX5" fmla="*/ 1174 w 6343"/>
                  <a:gd name="connsiteY5" fmla="*/ 1060 h 6345"/>
                  <a:gd name="connsiteX6" fmla="*/ 245 w 6343"/>
                  <a:gd name="connsiteY6" fmla="*/ 3304 h 6345"/>
                  <a:gd name="connsiteX7" fmla="*/ 1174 w 6343"/>
                  <a:gd name="connsiteY7" fmla="*/ 5547 h 6345"/>
                  <a:gd name="connsiteX8" fmla="*/ 3417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6"/>
                    </a:moveTo>
                    <a:cubicBezTo>
                      <a:pt x="4258" y="6476"/>
                      <a:pt x="5065" y="6142"/>
                      <a:pt x="5659" y="5547"/>
                    </a:cubicBezTo>
                    <a:cubicBezTo>
                      <a:pt x="6254" y="4952"/>
                      <a:pt x="6588" y="4145"/>
                      <a:pt x="6588" y="3304"/>
                    </a:cubicBezTo>
                    <a:cubicBezTo>
                      <a:pt x="6588" y="2462"/>
                      <a:pt x="6254" y="1655"/>
                      <a:pt x="5659" y="1060"/>
                    </a:cubicBezTo>
                    <a:cubicBezTo>
                      <a:pt x="5065" y="465"/>
                      <a:pt x="4258" y="131"/>
                      <a:pt x="3417" y="131"/>
                    </a:cubicBezTo>
                    <a:cubicBezTo>
                      <a:pt x="2576" y="131"/>
                      <a:pt x="1769" y="465"/>
                      <a:pt x="1174" y="1060"/>
                    </a:cubicBezTo>
                    <a:cubicBezTo>
                      <a:pt x="579" y="1655"/>
                      <a:pt x="245" y="2462"/>
                      <a:pt x="245" y="3304"/>
                    </a:cubicBezTo>
                    <a:cubicBezTo>
                      <a:pt x="245" y="4145"/>
                      <a:pt x="579" y="4952"/>
                      <a:pt x="1174" y="5547"/>
                    </a:cubicBezTo>
                    <a:cubicBezTo>
                      <a:pt x="1769" y="6142"/>
                      <a:pt x="2576" y="6476"/>
                      <a:pt x="3417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61" name="Freeform: Shape 14060">
                <a:extLst>
                  <a:ext uri="{FF2B5EF4-FFF2-40B4-BE49-F238E27FC236}">
                    <a16:creationId xmlns:a16="http://schemas.microsoft.com/office/drawing/2014/main" id="{B1FA7604-F428-6B3F-8F01-D67096BB8028}"/>
                  </a:ext>
                </a:extLst>
              </p:cNvPr>
              <p:cNvSpPr/>
              <p:nvPr/>
            </p:nvSpPr>
            <p:spPr>
              <a:xfrm>
                <a:off x="9519829" y="5143897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59 w 6343"/>
                  <a:gd name="connsiteY1" fmla="*/ 5547 h 6345"/>
                  <a:gd name="connsiteX2" fmla="*/ 6588 w 6343"/>
                  <a:gd name="connsiteY2" fmla="*/ 3304 h 6345"/>
                  <a:gd name="connsiteX3" fmla="*/ 5659 w 6343"/>
                  <a:gd name="connsiteY3" fmla="*/ 1060 h 6345"/>
                  <a:gd name="connsiteX4" fmla="*/ 3417 w 6343"/>
                  <a:gd name="connsiteY4" fmla="*/ 131 h 6345"/>
                  <a:gd name="connsiteX5" fmla="*/ 1174 w 6343"/>
                  <a:gd name="connsiteY5" fmla="*/ 1060 h 6345"/>
                  <a:gd name="connsiteX6" fmla="*/ 245 w 6343"/>
                  <a:gd name="connsiteY6" fmla="*/ 3304 h 6345"/>
                  <a:gd name="connsiteX7" fmla="*/ 1174 w 6343"/>
                  <a:gd name="connsiteY7" fmla="*/ 5547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2"/>
                      <a:pt x="5659" y="5547"/>
                    </a:cubicBezTo>
                    <a:cubicBezTo>
                      <a:pt x="6254" y="4952"/>
                      <a:pt x="6588" y="4145"/>
                      <a:pt x="6588" y="3304"/>
                    </a:cubicBezTo>
                    <a:cubicBezTo>
                      <a:pt x="6588" y="2462"/>
                      <a:pt x="6254" y="1655"/>
                      <a:pt x="5659" y="1060"/>
                    </a:cubicBezTo>
                    <a:cubicBezTo>
                      <a:pt x="5065" y="465"/>
                      <a:pt x="4258" y="131"/>
                      <a:pt x="3417" y="131"/>
                    </a:cubicBezTo>
                    <a:cubicBezTo>
                      <a:pt x="2576" y="131"/>
                      <a:pt x="1769" y="465"/>
                      <a:pt x="1174" y="1060"/>
                    </a:cubicBezTo>
                    <a:cubicBezTo>
                      <a:pt x="579" y="1655"/>
                      <a:pt x="245" y="2462"/>
                      <a:pt x="245" y="3304"/>
                    </a:cubicBezTo>
                    <a:cubicBezTo>
                      <a:pt x="245" y="4145"/>
                      <a:pt x="579" y="4952"/>
                      <a:pt x="1174" y="5547"/>
                    </a:cubicBezTo>
                    <a:cubicBezTo>
                      <a:pt x="1769" y="6142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62" name="Freeform: Shape 14061">
                <a:extLst>
                  <a:ext uri="{FF2B5EF4-FFF2-40B4-BE49-F238E27FC236}">
                    <a16:creationId xmlns:a16="http://schemas.microsoft.com/office/drawing/2014/main" id="{8D76657A-F914-D7C2-3F3D-3A8A9CC37FF8}"/>
                  </a:ext>
                </a:extLst>
              </p:cNvPr>
              <p:cNvSpPr/>
              <p:nvPr/>
            </p:nvSpPr>
            <p:spPr>
              <a:xfrm>
                <a:off x="9518899" y="5147982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59 w 6343"/>
                  <a:gd name="connsiteY1" fmla="*/ 5548 h 6345"/>
                  <a:gd name="connsiteX2" fmla="*/ 6588 w 6343"/>
                  <a:gd name="connsiteY2" fmla="*/ 3304 h 6345"/>
                  <a:gd name="connsiteX3" fmla="*/ 5659 w 6343"/>
                  <a:gd name="connsiteY3" fmla="*/ 1061 h 6345"/>
                  <a:gd name="connsiteX4" fmla="*/ 3417 w 6343"/>
                  <a:gd name="connsiteY4" fmla="*/ 131 h 6345"/>
                  <a:gd name="connsiteX5" fmla="*/ 1174 w 6343"/>
                  <a:gd name="connsiteY5" fmla="*/ 1061 h 6345"/>
                  <a:gd name="connsiteX6" fmla="*/ 245 w 6343"/>
                  <a:gd name="connsiteY6" fmla="*/ 3304 h 6345"/>
                  <a:gd name="connsiteX7" fmla="*/ 1174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59" y="5548"/>
                    </a:cubicBezTo>
                    <a:cubicBezTo>
                      <a:pt x="6254" y="4953"/>
                      <a:pt x="6588" y="4146"/>
                      <a:pt x="6588" y="3304"/>
                    </a:cubicBezTo>
                    <a:cubicBezTo>
                      <a:pt x="6588" y="2463"/>
                      <a:pt x="6254" y="1656"/>
                      <a:pt x="5659" y="1061"/>
                    </a:cubicBezTo>
                    <a:cubicBezTo>
                      <a:pt x="5065" y="466"/>
                      <a:pt x="4258" y="131"/>
                      <a:pt x="3417" y="131"/>
                    </a:cubicBezTo>
                    <a:cubicBezTo>
                      <a:pt x="2576" y="131"/>
                      <a:pt x="1769" y="466"/>
                      <a:pt x="1174" y="1061"/>
                    </a:cubicBezTo>
                    <a:cubicBezTo>
                      <a:pt x="579" y="1656"/>
                      <a:pt x="245" y="2463"/>
                      <a:pt x="245" y="3304"/>
                    </a:cubicBezTo>
                    <a:cubicBezTo>
                      <a:pt x="245" y="4146"/>
                      <a:pt x="579" y="4953"/>
                      <a:pt x="1174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63" name="Freeform: Shape 14062">
                <a:extLst>
                  <a:ext uri="{FF2B5EF4-FFF2-40B4-BE49-F238E27FC236}">
                    <a16:creationId xmlns:a16="http://schemas.microsoft.com/office/drawing/2014/main" id="{07CC216E-61B1-B188-8978-67A06452C026}"/>
                  </a:ext>
                </a:extLst>
              </p:cNvPr>
              <p:cNvSpPr/>
              <p:nvPr/>
            </p:nvSpPr>
            <p:spPr>
              <a:xfrm>
                <a:off x="9517922" y="5152050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59 w 6343"/>
                  <a:gd name="connsiteY1" fmla="*/ 5548 h 6345"/>
                  <a:gd name="connsiteX2" fmla="*/ 6588 w 6343"/>
                  <a:gd name="connsiteY2" fmla="*/ 3305 h 6345"/>
                  <a:gd name="connsiteX3" fmla="*/ 5659 w 6343"/>
                  <a:gd name="connsiteY3" fmla="*/ 1061 h 6345"/>
                  <a:gd name="connsiteX4" fmla="*/ 3417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5 h 6345"/>
                  <a:gd name="connsiteX7" fmla="*/ 1174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4" y="6143"/>
                      <a:pt x="5659" y="5548"/>
                    </a:cubicBezTo>
                    <a:cubicBezTo>
                      <a:pt x="6254" y="4953"/>
                      <a:pt x="6588" y="4146"/>
                      <a:pt x="6588" y="3305"/>
                    </a:cubicBezTo>
                    <a:cubicBezTo>
                      <a:pt x="6588" y="2463"/>
                      <a:pt x="6254" y="1656"/>
                      <a:pt x="5659" y="1061"/>
                    </a:cubicBezTo>
                    <a:cubicBezTo>
                      <a:pt x="5064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4" y="1061"/>
                    </a:cubicBezTo>
                    <a:cubicBezTo>
                      <a:pt x="579" y="1656"/>
                      <a:pt x="245" y="2463"/>
                      <a:pt x="245" y="3305"/>
                    </a:cubicBezTo>
                    <a:cubicBezTo>
                      <a:pt x="245" y="4146"/>
                      <a:pt x="579" y="4953"/>
                      <a:pt x="1174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64" name="Freeform: Shape 14063">
                <a:extLst>
                  <a:ext uri="{FF2B5EF4-FFF2-40B4-BE49-F238E27FC236}">
                    <a16:creationId xmlns:a16="http://schemas.microsoft.com/office/drawing/2014/main" id="{2A4AA544-0777-C9C2-E59C-6F3F31A2F675}"/>
                  </a:ext>
                </a:extLst>
              </p:cNvPr>
              <p:cNvSpPr/>
              <p:nvPr/>
            </p:nvSpPr>
            <p:spPr>
              <a:xfrm>
                <a:off x="9517931" y="5154138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59 w 6343"/>
                  <a:gd name="connsiteY1" fmla="*/ 5548 h 6345"/>
                  <a:gd name="connsiteX2" fmla="*/ 6588 w 6343"/>
                  <a:gd name="connsiteY2" fmla="*/ 3305 h 6345"/>
                  <a:gd name="connsiteX3" fmla="*/ 5659 w 6343"/>
                  <a:gd name="connsiteY3" fmla="*/ 1061 h 6345"/>
                  <a:gd name="connsiteX4" fmla="*/ 3417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5 h 6345"/>
                  <a:gd name="connsiteX7" fmla="*/ 1174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4" y="6143"/>
                      <a:pt x="5659" y="5548"/>
                    </a:cubicBezTo>
                    <a:cubicBezTo>
                      <a:pt x="6254" y="4953"/>
                      <a:pt x="6588" y="4146"/>
                      <a:pt x="6588" y="3305"/>
                    </a:cubicBezTo>
                    <a:cubicBezTo>
                      <a:pt x="6588" y="2463"/>
                      <a:pt x="6254" y="1656"/>
                      <a:pt x="5659" y="1061"/>
                    </a:cubicBezTo>
                    <a:cubicBezTo>
                      <a:pt x="5064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4" y="1061"/>
                    </a:cubicBezTo>
                    <a:cubicBezTo>
                      <a:pt x="579" y="1656"/>
                      <a:pt x="245" y="2463"/>
                      <a:pt x="245" y="3305"/>
                    </a:cubicBezTo>
                    <a:cubicBezTo>
                      <a:pt x="245" y="4146"/>
                      <a:pt x="579" y="4953"/>
                      <a:pt x="1174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65" name="Freeform: Shape 14064">
                <a:extLst>
                  <a:ext uri="{FF2B5EF4-FFF2-40B4-BE49-F238E27FC236}">
                    <a16:creationId xmlns:a16="http://schemas.microsoft.com/office/drawing/2014/main" id="{9F5096C1-8F50-3AF0-46F8-1653DCA41459}"/>
                  </a:ext>
                </a:extLst>
              </p:cNvPr>
              <p:cNvSpPr/>
              <p:nvPr/>
            </p:nvSpPr>
            <p:spPr>
              <a:xfrm>
                <a:off x="9518004" y="5156059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8 h 6345"/>
                  <a:gd name="connsiteX2" fmla="*/ 6588 w 6343"/>
                  <a:gd name="connsiteY2" fmla="*/ 3305 h 6345"/>
                  <a:gd name="connsiteX3" fmla="*/ 5659 w 6343"/>
                  <a:gd name="connsiteY3" fmla="*/ 1061 h 6345"/>
                  <a:gd name="connsiteX4" fmla="*/ 3417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5 h 6345"/>
                  <a:gd name="connsiteX7" fmla="*/ 1174 w 6343"/>
                  <a:gd name="connsiteY7" fmla="*/ 5548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3"/>
                      <a:pt x="5659" y="5548"/>
                    </a:cubicBezTo>
                    <a:cubicBezTo>
                      <a:pt x="6254" y="4953"/>
                      <a:pt x="6588" y="4146"/>
                      <a:pt x="6588" y="3305"/>
                    </a:cubicBezTo>
                    <a:cubicBezTo>
                      <a:pt x="6588" y="2463"/>
                      <a:pt x="6254" y="1656"/>
                      <a:pt x="5659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4" y="1061"/>
                    </a:cubicBezTo>
                    <a:cubicBezTo>
                      <a:pt x="579" y="1656"/>
                      <a:pt x="245" y="2463"/>
                      <a:pt x="245" y="3305"/>
                    </a:cubicBezTo>
                    <a:cubicBezTo>
                      <a:pt x="245" y="4146"/>
                      <a:pt x="579" y="4953"/>
                      <a:pt x="1174" y="5548"/>
                    </a:cubicBezTo>
                    <a:cubicBezTo>
                      <a:pt x="1769" y="6143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66" name="Freeform: Shape 14065">
                <a:extLst>
                  <a:ext uri="{FF2B5EF4-FFF2-40B4-BE49-F238E27FC236}">
                    <a16:creationId xmlns:a16="http://schemas.microsoft.com/office/drawing/2014/main" id="{E36FA1C1-79DB-4A32-4F7B-0FC85E0251B4}"/>
                  </a:ext>
                </a:extLst>
              </p:cNvPr>
              <p:cNvSpPr/>
              <p:nvPr/>
            </p:nvSpPr>
            <p:spPr>
              <a:xfrm>
                <a:off x="9517909" y="5158246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8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7 w 6343"/>
                  <a:gd name="connsiteY4" fmla="*/ 132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8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4" y="6143"/>
                      <a:pt x="5659" y="5548"/>
                    </a:cubicBezTo>
                    <a:cubicBezTo>
                      <a:pt x="6254" y="4953"/>
                      <a:pt x="6588" y="4146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2"/>
                      <a:pt x="3417" y="132"/>
                    </a:cubicBezTo>
                    <a:cubicBezTo>
                      <a:pt x="2576" y="132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6"/>
                      <a:pt x="579" y="4953"/>
                      <a:pt x="1174" y="5548"/>
                    </a:cubicBezTo>
                    <a:cubicBezTo>
                      <a:pt x="1769" y="6143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67" name="Freeform: Shape 14066">
                <a:extLst>
                  <a:ext uri="{FF2B5EF4-FFF2-40B4-BE49-F238E27FC236}">
                    <a16:creationId xmlns:a16="http://schemas.microsoft.com/office/drawing/2014/main" id="{01D9B0FE-E24A-67C5-E203-C1B0A8138337}"/>
                  </a:ext>
                </a:extLst>
              </p:cNvPr>
              <p:cNvSpPr/>
              <p:nvPr/>
            </p:nvSpPr>
            <p:spPr>
              <a:xfrm>
                <a:off x="9518266" y="5159563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7 w 6343"/>
                  <a:gd name="connsiteY4" fmla="*/ 132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3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2"/>
                      <a:pt x="3417" y="132"/>
                    </a:cubicBezTo>
                    <a:cubicBezTo>
                      <a:pt x="2576" y="132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3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68" name="Freeform: Shape 14067">
                <a:extLst>
                  <a:ext uri="{FF2B5EF4-FFF2-40B4-BE49-F238E27FC236}">
                    <a16:creationId xmlns:a16="http://schemas.microsoft.com/office/drawing/2014/main" id="{403663C2-F34A-8684-2651-0E6D7CEF2015}"/>
                  </a:ext>
                </a:extLst>
              </p:cNvPr>
              <p:cNvSpPr/>
              <p:nvPr/>
            </p:nvSpPr>
            <p:spPr>
              <a:xfrm>
                <a:off x="9518308" y="5161417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69" name="Freeform: Shape 14068">
                <a:extLst>
                  <a:ext uri="{FF2B5EF4-FFF2-40B4-BE49-F238E27FC236}">
                    <a16:creationId xmlns:a16="http://schemas.microsoft.com/office/drawing/2014/main" id="{F2FDDF20-2FF8-B7C5-BBBD-EE04C28FE7EE}"/>
                  </a:ext>
                </a:extLst>
              </p:cNvPr>
              <p:cNvSpPr/>
              <p:nvPr/>
            </p:nvSpPr>
            <p:spPr>
              <a:xfrm>
                <a:off x="9519060" y="5161980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70" name="Freeform: Shape 14069">
                <a:extLst>
                  <a:ext uri="{FF2B5EF4-FFF2-40B4-BE49-F238E27FC236}">
                    <a16:creationId xmlns:a16="http://schemas.microsoft.com/office/drawing/2014/main" id="{A99917FD-3447-74D6-BF9F-D7A67BFE38F1}"/>
                  </a:ext>
                </a:extLst>
              </p:cNvPr>
              <p:cNvSpPr/>
              <p:nvPr/>
            </p:nvSpPr>
            <p:spPr>
              <a:xfrm>
                <a:off x="9519745" y="5162654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71" name="Freeform: Shape 14070">
                <a:extLst>
                  <a:ext uri="{FF2B5EF4-FFF2-40B4-BE49-F238E27FC236}">
                    <a16:creationId xmlns:a16="http://schemas.microsoft.com/office/drawing/2014/main" id="{FC4D70F5-91F9-3FB9-2E0F-56B0D9F96067}"/>
                  </a:ext>
                </a:extLst>
              </p:cNvPr>
              <p:cNvSpPr/>
              <p:nvPr/>
            </p:nvSpPr>
            <p:spPr>
              <a:xfrm>
                <a:off x="9520147" y="5163811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72" name="Freeform: Shape 14071">
                <a:extLst>
                  <a:ext uri="{FF2B5EF4-FFF2-40B4-BE49-F238E27FC236}">
                    <a16:creationId xmlns:a16="http://schemas.microsoft.com/office/drawing/2014/main" id="{32580D16-8290-D30C-6933-B78DB3AFA5CB}"/>
                  </a:ext>
                </a:extLst>
              </p:cNvPr>
              <p:cNvSpPr/>
              <p:nvPr/>
            </p:nvSpPr>
            <p:spPr>
              <a:xfrm>
                <a:off x="9520756" y="5164597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73" name="Freeform: Shape 14072">
                <a:extLst>
                  <a:ext uri="{FF2B5EF4-FFF2-40B4-BE49-F238E27FC236}">
                    <a16:creationId xmlns:a16="http://schemas.microsoft.com/office/drawing/2014/main" id="{1C665B09-0A39-2BC5-285C-B641F173C176}"/>
                  </a:ext>
                </a:extLst>
              </p:cNvPr>
              <p:cNvSpPr/>
              <p:nvPr/>
            </p:nvSpPr>
            <p:spPr>
              <a:xfrm>
                <a:off x="9521580" y="5165015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8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74" name="Freeform: Shape 14073">
                <a:extLst>
                  <a:ext uri="{FF2B5EF4-FFF2-40B4-BE49-F238E27FC236}">
                    <a16:creationId xmlns:a16="http://schemas.microsoft.com/office/drawing/2014/main" id="{43FBDB8D-B230-97E4-6BAA-CF7E8CDF07A2}"/>
                  </a:ext>
                </a:extLst>
              </p:cNvPr>
              <p:cNvSpPr/>
              <p:nvPr/>
            </p:nvSpPr>
            <p:spPr>
              <a:xfrm>
                <a:off x="9522753" y="5164860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75" name="Freeform: Shape 14074">
                <a:extLst>
                  <a:ext uri="{FF2B5EF4-FFF2-40B4-BE49-F238E27FC236}">
                    <a16:creationId xmlns:a16="http://schemas.microsoft.com/office/drawing/2014/main" id="{7345EDA4-A24E-60DB-C422-602F31A99548}"/>
                  </a:ext>
                </a:extLst>
              </p:cNvPr>
              <p:cNvSpPr/>
              <p:nvPr/>
            </p:nvSpPr>
            <p:spPr>
              <a:xfrm>
                <a:off x="9523996" y="5164610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6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5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76" name="Freeform: Shape 14075">
                <a:extLst>
                  <a:ext uri="{FF2B5EF4-FFF2-40B4-BE49-F238E27FC236}">
                    <a16:creationId xmlns:a16="http://schemas.microsoft.com/office/drawing/2014/main" id="{2006131D-393B-B00D-741C-8119B131ADD5}"/>
                  </a:ext>
                </a:extLst>
              </p:cNvPr>
              <p:cNvSpPr/>
              <p:nvPr/>
            </p:nvSpPr>
            <p:spPr>
              <a:xfrm>
                <a:off x="9525114" y="5164578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77" name="Freeform: Shape 14076">
                <a:extLst>
                  <a:ext uri="{FF2B5EF4-FFF2-40B4-BE49-F238E27FC236}">
                    <a16:creationId xmlns:a16="http://schemas.microsoft.com/office/drawing/2014/main" id="{99CF11B9-6AEF-BE41-4CE8-C187F224036D}"/>
                  </a:ext>
                </a:extLst>
              </p:cNvPr>
              <p:cNvSpPr/>
              <p:nvPr/>
            </p:nvSpPr>
            <p:spPr>
              <a:xfrm>
                <a:off x="9525939" y="5165024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78" name="Freeform: Shape 14077">
                <a:extLst>
                  <a:ext uri="{FF2B5EF4-FFF2-40B4-BE49-F238E27FC236}">
                    <a16:creationId xmlns:a16="http://schemas.microsoft.com/office/drawing/2014/main" id="{F033AE53-38F3-DFE5-3B98-0D1F7A885172}"/>
                  </a:ext>
                </a:extLst>
              </p:cNvPr>
              <p:cNvSpPr/>
              <p:nvPr/>
            </p:nvSpPr>
            <p:spPr>
              <a:xfrm>
                <a:off x="9527228" y="5164750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79" name="Freeform: Shape 14078">
                <a:extLst>
                  <a:ext uri="{FF2B5EF4-FFF2-40B4-BE49-F238E27FC236}">
                    <a16:creationId xmlns:a16="http://schemas.microsoft.com/office/drawing/2014/main" id="{98719690-312F-DA49-964C-983A145BE891}"/>
                  </a:ext>
                </a:extLst>
              </p:cNvPr>
              <p:cNvSpPr/>
              <p:nvPr/>
            </p:nvSpPr>
            <p:spPr>
              <a:xfrm>
                <a:off x="9528220" y="5164951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80" name="Freeform: Shape 14079">
                <a:extLst>
                  <a:ext uri="{FF2B5EF4-FFF2-40B4-BE49-F238E27FC236}">
                    <a16:creationId xmlns:a16="http://schemas.microsoft.com/office/drawing/2014/main" id="{098CB66D-A82E-AEC3-0936-2BD42BF4009D}"/>
                  </a:ext>
                </a:extLst>
              </p:cNvPr>
              <p:cNvSpPr/>
              <p:nvPr/>
            </p:nvSpPr>
            <p:spPr>
              <a:xfrm>
                <a:off x="9528773" y="5165828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81" name="Freeform: Shape 14080">
                <a:extLst>
                  <a:ext uri="{FF2B5EF4-FFF2-40B4-BE49-F238E27FC236}">
                    <a16:creationId xmlns:a16="http://schemas.microsoft.com/office/drawing/2014/main" id="{8256B6E6-DAC4-0449-7C1F-A1188CBD8F0A}"/>
                  </a:ext>
                </a:extLst>
              </p:cNvPr>
              <p:cNvSpPr/>
              <p:nvPr/>
            </p:nvSpPr>
            <p:spPr>
              <a:xfrm>
                <a:off x="9529318" y="5166707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82" name="Freeform: Shape 14081">
                <a:extLst>
                  <a:ext uri="{FF2B5EF4-FFF2-40B4-BE49-F238E27FC236}">
                    <a16:creationId xmlns:a16="http://schemas.microsoft.com/office/drawing/2014/main" id="{DD3055FA-1F64-E33D-4E84-53DAC5483EA8}"/>
                  </a:ext>
                </a:extLst>
              </p:cNvPr>
              <p:cNvSpPr/>
              <p:nvPr/>
            </p:nvSpPr>
            <p:spPr>
              <a:xfrm>
                <a:off x="9529614" y="5167945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83" name="Freeform: Shape 14082">
                <a:extLst>
                  <a:ext uri="{FF2B5EF4-FFF2-40B4-BE49-F238E27FC236}">
                    <a16:creationId xmlns:a16="http://schemas.microsoft.com/office/drawing/2014/main" id="{C4A68650-4705-8A84-4613-E8DAFF36F4A9}"/>
                  </a:ext>
                </a:extLst>
              </p:cNvPr>
              <p:cNvSpPr/>
              <p:nvPr/>
            </p:nvSpPr>
            <p:spPr>
              <a:xfrm>
                <a:off x="9529550" y="516968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84" name="Freeform: Shape 14083">
                <a:extLst>
                  <a:ext uri="{FF2B5EF4-FFF2-40B4-BE49-F238E27FC236}">
                    <a16:creationId xmlns:a16="http://schemas.microsoft.com/office/drawing/2014/main" id="{DFEC47DC-45D2-D80A-F543-19F7FB93739E}"/>
                  </a:ext>
                </a:extLst>
              </p:cNvPr>
              <p:cNvSpPr/>
              <p:nvPr/>
            </p:nvSpPr>
            <p:spPr>
              <a:xfrm>
                <a:off x="9534622" y="5173708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89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4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5" y="4955"/>
                      <a:pt x="6589" y="4148"/>
                      <a:pt x="6589" y="3306"/>
                    </a:cubicBezTo>
                    <a:cubicBezTo>
                      <a:pt x="6589" y="2465"/>
                      <a:pt x="6255" y="1658"/>
                      <a:pt x="5661" y="1063"/>
                    </a:cubicBezTo>
                    <a:cubicBezTo>
                      <a:pt x="5066" y="468"/>
                      <a:pt x="4259" y="134"/>
                      <a:pt x="3418" y="134"/>
                    </a:cubicBezTo>
                    <a:cubicBezTo>
                      <a:pt x="2577" y="134"/>
                      <a:pt x="1770" y="468"/>
                      <a:pt x="1175" y="1063"/>
                    </a:cubicBezTo>
                    <a:cubicBezTo>
                      <a:pt x="581" y="1658"/>
                      <a:pt x="246" y="2465"/>
                      <a:pt x="246" y="3306"/>
                    </a:cubicBezTo>
                    <a:cubicBezTo>
                      <a:pt x="246" y="4148"/>
                      <a:pt x="581" y="4955"/>
                      <a:pt x="1175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85" name="Freeform: Shape 14084">
                <a:extLst>
                  <a:ext uri="{FF2B5EF4-FFF2-40B4-BE49-F238E27FC236}">
                    <a16:creationId xmlns:a16="http://schemas.microsoft.com/office/drawing/2014/main" id="{63AAD072-668B-D4F1-0B0F-D761C7643074}"/>
                  </a:ext>
                </a:extLst>
              </p:cNvPr>
              <p:cNvSpPr/>
              <p:nvPr/>
            </p:nvSpPr>
            <p:spPr>
              <a:xfrm>
                <a:off x="9536812" y="5172353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7 w 6343"/>
                  <a:gd name="connsiteY6" fmla="*/ 3306 h 6345"/>
                  <a:gd name="connsiteX7" fmla="*/ 1175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5" y="4955"/>
                      <a:pt x="6590" y="4148"/>
                      <a:pt x="6590" y="3306"/>
                    </a:cubicBezTo>
                    <a:cubicBezTo>
                      <a:pt x="6590" y="2465"/>
                      <a:pt x="6255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5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86" name="Freeform: Shape 14085">
                <a:extLst>
                  <a:ext uri="{FF2B5EF4-FFF2-40B4-BE49-F238E27FC236}">
                    <a16:creationId xmlns:a16="http://schemas.microsoft.com/office/drawing/2014/main" id="{93BEB3CB-3413-F98E-0368-A44176B1C278}"/>
                  </a:ext>
                </a:extLst>
              </p:cNvPr>
              <p:cNvSpPr/>
              <p:nvPr/>
            </p:nvSpPr>
            <p:spPr>
              <a:xfrm>
                <a:off x="9537857" y="5172533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87" name="Freeform: Shape 14086">
                <a:extLst>
                  <a:ext uri="{FF2B5EF4-FFF2-40B4-BE49-F238E27FC236}">
                    <a16:creationId xmlns:a16="http://schemas.microsoft.com/office/drawing/2014/main" id="{F835BD54-679B-B8F6-0985-52B937C580E6}"/>
                  </a:ext>
                </a:extLst>
              </p:cNvPr>
              <p:cNvSpPr/>
              <p:nvPr/>
            </p:nvSpPr>
            <p:spPr>
              <a:xfrm>
                <a:off x="9538941" y="5172672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88" name="Freeform: Shape 14087">
                <a:extLst>
                  <a:ext uri="{FF2B5EF4-FFF2-40B4-BE49-F238E27FC236}">
                    <a16:creationId xmlns:a16="http://schemas.microsoft.com/office/drawing/2014/main" id="{2BCB266A-5833-EDC3-97C5-B89C52278498}"/>
                  </a:ext>
                </a:extLst>
              </p:cNvPr>
              <p:cNvSpPr/>
              <p:nvPr/>
            </p:nvSpPr>
            <p:spPr>
              <a:xfrm>
                <a:off x="9539913" y="517296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89" name="Freeform: Shape 14088">
                <a:extLst>
                  <a:ext uri="{FF2B5EF4-FFF2-40B4-BE49-F238E27FC236}">
                    <a16:creationId xmlns:a16="http://schemas.microsoft.com/office/drawing/2014/main" id="{815F230A-FCC8-9697-B8DD-558C27669218}"/>
                  </a:ext>
                </a:extLst>
              </p:cNvPr>
              <p:cNvSpPr/>
              <p:nvPr/>
            </p:nvSpPr>
            <p:spPr>
              <a:xfrm>
                <a:off x="9540884" y="517326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90" name="Freeform: Shape 14089">
                <a:extLst>
                  <a:ext uri="{FF2B5EF4-FFF2-40B4-BE49-F238E27FC236}">
                    <a16:creationId xmlns:a16="http://schemas.microsoft.com/office/drawing/2014/main" id="{D7025C35-A302-0085-6ABC-8620A433DB79}"/>
                  </a:ext>
                </a:extLst>
              </p:cNvPr>
              <p:cNvSpPr/>
              <p:nvPr/>
            </p:nvSpPr>
            <p:spPr>
              <a:xfrm>
                <a:off x="9542204" y="517314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91" name="Freeform: Shape 14090">
                <a:extLst>
                  <a:ext uri="{FF2B5EF4-FFF2-40B4-BE49-F238E27FC236}">
                    <a16:creationId xmlns:a16="http://schemas.microsoft.com/office/drawing/2014/main" id="{B9AF7A0F-3CB4-F0F2-A1BC-C6B037F189F4}"/>
                  </a:ext>
                </a:extLst>
              </p:cNvPr>
              <p:cNvSpPr/>
              <p:nvPr/>
            </p:nvSpPr>
            <p:spPr>
              <a:xfrm>
                <a:off x="9543412" y="517317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92" name="Freeform: Shape 14091">
                <a:extLst>
                  <a:ext uri="{FF2B5EF4-FFF2-40B4-BE49-F238E27FC236}">
                    <a16:creationId xmlns:a16="http://schemas.microsoft.com/office/drawing/2014/main" id="{42BCBC15-61CA-6CAC-1306-A3246579C84A}"/>
                  </a:ext>
                </a:extLst>
              </p:cNvPr>
              <p:cNvSpPr/>
              <p:nvPr/>
            </p:nvSpPr>
            <p:spPr>
              <a:xfrm>
                <a:off x="9544506" y="517335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93" name="Freeform: Shape 14092">
                <a:extLst>
                  <a:ext uri="{FF2B5EF4-FFF2-40B4-BE49-F238E27FC236}">
                    <a16:creationId xmlns:a16="http://schemas.microsoft.com/office/drawing/2014/main" id="{ED5C0AC1-E62A-5A67-09A8-E6E19F49C61D}"/>
                  </a:ext>
                </a:extLst>
              </p:cNvPr>
              <p:cNvSpPr/>
              <p:nvPr/>
            </p:nvSpPr>
            <p:spPr>
              <a:xfrm>
                <a:off x="9545719" y="517340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94" name="Freeform: Shape 14093">
                <a:extLst>
                  <a:ext uri="{FF2B5EF4-FFF2-40B4-BE49-F238E27FC236}">
                    <a16:creationId xmlns:a16="http://schemas.microsoft.com/office/drawing/2014/main" id="{276B63E1-9467-D7BF-066F-CEC46B340A4F}"/>
                  </a:ext>
                </a:extLst>
              </p:cNvPr>
              <p:cNvSpPr/>
              <p:nvPr/>
            </p:nvSpPr>
            <p:spPr>
              <a:xfrm>
                <a:off x="9547016" y="517337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0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95" name="Freeform: Shape 14094">
                <a:extLst>
                  <a:ext uri="{FF2B5EF4-FFF2-40B4-BE49-F238E27FC236}">
                    <a16:creationId xmlns:a16="http://schemas.microsoft.com/office/drawing/2014/main" id="{55478876-0178-D1DB-B3E5-284F521C7AF1}"/>
                  </a:ext>
                </a:extLst>
              </p:cNvPr>
              <p:cNvSpPr/>
              <p:nvPr/>
            </p:nvSpPr>
            <p:spPr>
              <a:xfrm>
                <a:off x="9548397" y="517326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96" name="Freeform: Shape 14095">
                <a:extLst>
                  <a:ext uri="{FF2B5EF4-FFF2-40B4-BE49-F238E27FC236}">
                    <a16:creationId xmlns:a16="http://schemas.microsoft.com/office/drawing/2014/main" id="{71477721-BC51-DF4E-0760-94881F1246FF}"/>
                  </a:ext>
                </a:extLst>
              </p:cNvPr>
              <p:cNvSpPr/>
              <p:nvPr/>
            </p:nvSpPr>
            <p:spPr>
              <a:xfrm>
                <a:off x="9549703" y="517325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97" name="Freeform: Shape 14096">
                <a:extLst>
                  <a:ext uri="{FF2B5EF4-FFF2-40B4-BE49-F238E27FC236}">
                    <a16:creationId xmlns:a16="http://schemas.microsoft.com/office/drawing/2014/main" id="{C6A7DFD8-015D-670E-A8F1-ADE2C691D6CB}"/>
                  </a:ext>
                </a:extLst>
              </p:cNvPr>
              <p:cNvSpPr/>
              <p:nvPr/>
            </p:nvSpPr>
            <p:spPr>
              <a:xfrm>
                <a:off x="9550931" y="517335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98" name="Freeform: Shape 14097">
                <a:extLst>
                  <a:ext uri="{FF2B5EF4-FFF2-40B4-BE49-F238E27FC236}">
                    <a16:creationId xmlns:a16="http://schemas.microsoft.com/office/drawing/2014/main" id="{300B2DE0-FEA0-8701-F90B-A4D7E485CC5D}"/>
                  </a:ext>
                </a:extLst>
              </p:cNvPr>
              <p:cNvSpPr/>
              <p:nvPr/>
            </p:nvSpPr>
            <p:spPr>
              <a:xfrm>
                <a:off x="9552285" y="517331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99" name="Freeform: Shape 14098">
                <a:extLst>
                  <a:ext uri="{FF2B5EF4-FFF2-40B4-BE49-F238E27FC236}">
                    <a16:creationId xmlns:a16="http://schemas.microsoft.com/office/drawing/2014/main" id="{D19003D0-4B36-E50E-3878-E0BCF9530A27}"/>
                  </a:ext>
                </a:extLst>
              </p:cNvPr>
              <p:cNvSpPr/>
              <p:nvPr/>
            </p:nvSpPr>
            <p:spPr>
              <a:xfrm>
                <a:off x="9553850" y="517307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00" name="Freeform: Shape 14099">
                <a:extLst>
                  <a:ext uri="{FF2B5EF4-FFF2-40B4-BE49-F238E27FC236}">
                    <a16:creationId xmlns:a16="http://schemas.microsoft.com/office/drawing/2014/main" id="{919D64AE-5ED7-E922-1AB9-8CDAE5EB1C02}"/>
                  </a:ext>
                </a:extLst>
              </p:cNvPr>
              <p:cNvSpPr/>
              <p:nvPr/>
            </p:nvSpPr>
            <p:spPr>
              <a:xfrm>
                <a:off x="9555214" y="517306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01" name="Freeform: Shape 14100">
                <a:extLst>
                  <a:ext uri="{FF2B5EF4-FFF2-40B4-BE49-F238E27FC236}">
                    <a16:creationId xmlns:a16="http://schemas.microsoft.com/office/drawing/2014/main" id="{037BF095-7CF2-C94B-E3B8-483DDE7096FD}"/>
                  </a:ext>
                </a:extLst>
              </p:cNvPr>
              <p:cNvSpPr/>
              <p:nvPr/>
            </p:nvSpPr>
            <p:spPr>
              <a:xfrm>
                <a:off x="9556540" y="517311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02" name="Freeform: Shape 14101">
                <a:extLst>
                  <a:ext uri="{FF2B5EF4-FFF2-40B4-BE49-F238E27FC236}">
                    <a16:creationId xmlns:a16="http://schemas.microsoft.com/office/drawing/2014/main" id="{8B0DDB71-6AA3-810E-A496-83B10B45A85A}"/>
                  </a:ext>
                </a:extLst>
              </p:cNvPr>
              <p:cNvSpPr/>
              <p:nvPr/>
            </p:nvSpPr>
            <p:spPr>
              <a:xfrm>
                <a:off x="9557954" y="517308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03" name="Freeform: Shape 14102">
                <a:extLst>
                  <a:ext uri="{FF2B5EF4-FFF2-40B4-BE49-F238E27FC236}">
                    <a16:creationId xmlns:a16="http://schemas.microsoft.com/office/drawing/2014/main" id="{AB669EDF-4BFD-AA68-97E2-9D3636C6617A}"/>
                  </a:ext>
                </a:extLst>
              </p:cNvPr>
              <p:cNvSpPr/>
              <p:nvPr/>
            </p:nvSpPr>
            <p:spPr>
              <a:xfrm>
                <a:off x="9559373" y="517307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1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04" name="Freeform: Shape 14103">
                <a:extLst>
                  <a:ext uri="{FF2B5EF4-FFF2-40B4-BE49-F238E27FC236}">
                    <a16:creationId xmlns:a16="http://schemas.microsoft.com/office/drawing/2014/main" id="{5BF8B91D-480E-47DB-1B97-9B0A98CBC01F}"/>
                  </a:ext>
                </a:extLst>
              </p:cNvPr>
              <p:cNvSpPr/>
              <p:nvPr/>
            </p:nvSpPr>
            <p:spPr>
              <a:xfrm>
                <a:off x="9560924" y="517293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05" name="Freeform: Shape 14104">
                <a:extLst>
                  <a:ext uri="{FF2B5EF4-FFF2-40B4-BE49-F238E27FC236}">
                    <a16:creationId xmlns:a16="http://schemas.microsoft.com/office/drawing/2014/main" id="{D74350D4-2B0A-1D0B-9427-5A49E4863A30}"/>
                  </a:ext>
                </a:extLst>
              </p:cNvPr>
              <p:cNvSpPr/>
              <p:nvPr/>
            </p:nvSpPr>
            <p:spPr>
              <a:xfrm>
                <a:off x="9562137" y="517317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9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06" name="Freeform: Shape 14105">
                <a:extLst>
                  <a:ext uri="{FF2B5EF4-FFF2-40B4-BE49-F238E27FC236}">
                    <a16:creationId xmlns:a16="http://schemas.microsoft.com/office/drawing/2014/main" id="{2F379166-6C3C-763F-342F-71996586645D}"/>
                  </a:ext>
                </a:extLst>
              </p:cNvPr>
              <p:cNvSpPr/>
              <p:nvPr/>
            </p:nvSpPr>
            <p:spPr>
              <a:xfrm>
                <a:off x="9563395" y="517337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07" name="Freeform: Shape 14106">
                <a:extLst>
                  <a:ext uri="{FF2B5EF4-FFF2-40B4-BE49-F238E27FC236}">
                    <a16:creationId xmlns:a16="http://schemas.microsoft.com/office/drawing/2014/main" id="{3E272597-5756-E211-E5B4-69A80B5D3666}"/>
                  </a:ext>
                </a:extLst>
              </p:cNvPr>
              <p:cNvSpPr/>
              <p:nvPr/>
            </p:nvSpPr>
            <p:spPr>
              <a:xfrm>
                <a:off x="9564438" y="517379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08" name="Freeform: Shape 14107">
                <a:extLst>
                  <a:ext uri="{FF2B5EF4-FFF2-40B4-BE49-F238E27FC236}">
                    <a16:creationId xmlns:a16="http://schemas.microsoft.com/office/drawing/2014/main" id="{1150915A-B97D-1C58-387F-67E43CEEB51B}"/>
                  </a:ext>
                </a:extLst>
              </p:cNvPr>
              <p:cNvSpPr/>
              <p:nvPr/>
            </p:nvSpPr>
            <p:spPr>
              <a:xfrm>
                <a:off x="9566968" y="517276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2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0" y="133"/>
                    </a:cubicBezTo>
                    <a:cubicBezTo>
                      <a:pt x="2579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09" name="Freeform: Shape 14108">
                <a:extLst>
                  <a:ext uri="{FF2B5EF4-FFF2-40B4-BE49-F238E27FC236}">
                    <a16:creationId xmlns:a16="http://schemas.microsoft.com/office/drawing/2014/main" id="{1C264EF5-E084-1FE1-7970-CA1D337BB306}"/>
                  </a:ext>
                </a:extLst>
              </p:cNvPr>
              <p:cNvSpPr/>
              <p:nvPr/>
            </p:nvSpPr>
            <p:spPr>
              <a:xfrm>
                <a:off x="9606050" y="5139926"/>
                <a:ext cx="6343" cy="6345"/>
              </a:xfrm>
              <a:custGeom>
                <a:avLst/>
                <a:gdLst>
                  <a:gd name="connsiteX0" fmla="*/ 3424 w 6343"/>
                  <a:gd name="connsiteY0" fmla="*/ 6476 h 6345"/>
                  <a:gd name="connsiteX1" fmla="*/ 5666 w 6343"/>
                  <a:gd name="connsiteY1" fmla="*/ 5547 h 6345"/>
                  <a:gd name="connsiteX2" fmla="*/ 6595 w 6343"/>
                  <a:gd name="connsiteY2" fmla="*/ 3304 h 6345"/>
                  <a:gd name="connsiteX3" fmla="*/ 5666 w 6343"/>
                  <a:gd name="connsiteY3" fmla="*/ 1060 h 6345"/>
                  <a:gd name="connsiteX4" fmla="*/ 3424 w 6343"/>
                  <a:gd name="connsiteY4" fmla="*/ 131 h 6345"/>
                  <a:gd name="connsiteX5" fmla="*/ 1181 w 6343"/>
                  <a:gd name="connsiteY5" fmla="*/ 1060 h 6345"/>
                  <a:gd name="connsiteX6" fmla="*/ 252 w 6343"/>
                  <a:gd name="connsiteY6" fmla="*/ 3304 h 6345"/>
                  <a:gd name="connsiteX7" fmla="*/ 1181 w 6343"/>
                  <a:gd name="connsiteY7" fmla="*/ 5547 h 6345"/>
                  <a:gd name="connsiteX8" fmla="*/ 3424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6"/>
                    </a:moveTo>
                    <a:cubicBezTo>
                      <a:pt x="4265" y="6476"/>
                      <a:pt x="5071" y="6142"/>
                      <a:pt x="5666" y="5547"/>
                    </a:cubicBezTo>
                    <a:cubicBezTo>
                      <a:pt x="6261" y="4952"/>
                      <a:pt x="6595" y="4145"/>
                      <a:pt x="6595" y="3304"/>
                    </a:cubicBezTo>
                    <a:cubicBezTo>
                      <a:pt x="6595" y="2462"/>
                      <a:pt x="6261" y="1655"/>
                      <a:pt x="5666" y="1060"/>
                    </a:cubicBezTo>
                    <a:cubicBezTo>
                      <a:pt x="5071" y="465"/>
                      <a:pt x="4265" y="131"/>
                      <a:pt x="3424" y="131"/>
                    </a:cubicBezTo>
                    <a:cubicBezTo>
                      <a:pt x="2582" y="131"/>
                      <a:pt x="1776" y="465"/>
                      <a:pt x="1181" y="1060"/>
                    </a:cubicBezTo>
                    <a:cubicBezTo>
                      <a:pt x="586" y="1655"/>
                      <a:pt x="252" y="2462"/>
                      <a:pt x="252" y="3304"/>
                    </a:cubicBezTo>
                    <a:cubicBezTo>
                      <a:pt x="252" y="4145"/>
                      <a:pt x="586" y="4952"/>
                      <a:pt x="1181" y="5547"/>
                    </a:cubicBezTo>
                    <a:cubicBezTo>
                      <a:pt x="1776" y="6142"/>
                      <a:pt x="2582" y="6476"/>
                      <a:pt x="3424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10" name="Freeform: Shape 14109">
                <a:extLst>
                  <a:ext uri="{FF2B5EF4-FFF2-40B4-BE49-F238E27FC236}">
                    <a16:creationId xmlns:a16="http://schemas.microsoft.com/office/drawing/2014/main" id="{FACEE8B2-4E25-4DD5-74CB-4CE0C65018EC}"/>
                  </a:ext>
                </a:extLst>
              </p:cNvPr>
              <p:cNvSpPr/>
              <p:nvPr/>
            </p:nvSpPr>
            <p:spPr>
              <a:xfrm>
                <a:off x="9607306" y="5140626"/>
                <a:ext cx="6343" cy="6345"/>
              </a:xfrm>
              <a:custGeom>
                <a:avLst/>
                <a:gdLst>
                  <a:gd name="connsiteX0" fmla="*/ 3424 w 6343"/>
                  <a:gd name="connsiteY0" fmla="*/ 6476 h 6345"/>
                  <a:gd name="connsiteX1" fmla="*/ 5666 w 6343"/>
                  <a:gd name="connsiteY1" fmla="*/ 5547 h 6345"/>
                  <a:gd name="connsiteX2" fmla="*/ 6595 w 6343"/>
                  <a:gd name="connsiteY2" fmla="*/ 3304 h 6345"/>
                  <a:gd name="connsiteX3" fmla="*/ 5666 w 6343"/>
                  <a:gd name="connsiteY3" fmla="*/ 1060 h 6345"/>
                  <a:gd name="connsiteX4" fmla="*/ 3424 w 6343"/>
                  <a:gd name="connsiteY4" fmla="*/ 131 h 6345"/>
                  <a:gd name="connsiteX5" fmla="*/ 1181 w 6343"/>
                  <a:gd name="connsiteY5" fmla="*/ 1060 h 6345"/>
                  <a:gd name="connsiteX6" fmla="*/ 252 w 6343"/>
                  <a:gd name="connsiteY6" fmla="*/ 3304 h 6345"/>
                  <a:gd name="connsiteX7" fmla="*/ 1181 w 6343"/>
                  <a:gd name="connsiteY7" fmla="*/ 5547 h 6345"/>
                  <a:gd name="connsiteX8" fmla="*/ 3424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6"/>
                    </a:moveTo>
                    <a:cubicBezTo>
                      <a:pt x="4265" y="6476"/>
                      <a:pt x="5072" y="6142"/>
                      <a:pt x="5666" y="5547"/>
                    </a:cubicBezTo>
                    <a:cubicBezTo>
                      <a:pt x="6261" y="4952"/>
                      <a:pt x="6595" y="4145"/>
                      <a:pt x="6595" y="3304"/>
                    </a:cubicBezTo>
                    <a:cubicBezTo>
                      <a:pt x="6595" y="2462"/>
                      <a:pt x="6261" y="1655"/>
                      <a:pt x="5666" y="1060"/>
                    </a:cubicBezTo>
                    <a:cubicBezTo>
                      <a:pt x="5072" y="465"/>
                      <a:pt x="4265" y="131"/>
                      <a:pt x="3424" y="131"/>
                    </a:cubicBezTo>
                    <a:cubicBezTo>
                      <a:pt x="2583" y="131"/>
                      <a:pt x="1776" y="465"/>
                      <a:pt x="1181" y="1060"/>
                    </a:cubicBezTo>
                    <a:cubicBezTo>
                      <a:pt x="586" y="1655"/>
                      <a:pt x="252" y="2462"/>
                      <a:pt x="252" y="3304"/>
                    </a:cubicBezTo>
                    <a:cubicBezTo>
                      <a:pt x="252" y="4145"/>
                      <a:pt x="586" y="4952"/>
                      <a:pt x="1181" y="5547"/>
                    </a:cubicBezTo>
                    <a:cubicBezTo>
                      <a:pt x="1776" y="6142"/>
                      <a:pt x="2583" y="6476"/>
                      <a:pt x="3424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11" name="Freeform: Shape 14110">
                <a:extLst>
                  <a:ext uri="{FF2B5EF4-FFF2-40B4-BE49-F238E27FC236}">
                    <a16:creationId xmlns:a16="http://schemas.microsoft.com/office/drawing/2014/main" id="{301C1B2A-D55E-6155-AE0E-165A7CBAFE25}"/>
                  </a:ext>
                </a:extLst>
              </p:cNvPr>
              <p:cNvSpPr/>
              <p:nvPr/>
            </p:nvSpPr>
            <p:spPr>
              <a:xfrm>
                <a:off x="9607206" y="5142593"/>
                <a:ext cx="6343" cy="6345"/>
              </a:xfrm>
              <a:custGeom>
                <a:avLst/>
                <a:gdLst>
                  <a:gd name="connsiteX0" fmla="*/ 3424 w 6343"/>
                  <a:gd name="connsiteY0" fmla="*/ 6476 h 6345"/>
                  <a:gd name="connsiteX1" fmla="*/ 5666 w 6343"/>
                  <a:gd name="connsiteY1" fmla="*/ 5547 h 6345"/>
                  <a:gd name="connsiteX2" fmla="*/ 6595 w 6343"/>
                  <a:gd name="connsiteY2" fmla="*/ 3304 h 6345"/>
                  <a:gd name="connsiteX3" fmla="*/ 5666 w 6343"/>
                  <a:gd name="connsiteY3" fmla="*/ 1060 h 6345"/>
                  <a:gd name="connsiteX4" fmla="*/ 3424 w 6343"/>
                  <a:gd name="connsiteY4" fmla="*/ 131 h 6345"/>
                  <a:gd name="connsiteX5" fmla="*/ 1181 w 6343"/>
                  <a:gd name="connsiteY5" fmla="*/ 1060 h 6345"/>
                  <a:gd name="connsiteX6" fmla="*/ 252 w 6343"/>
                  <a:gd name="connsiteY6" fmla="*/ 3304 h 6345"/>
                  <a:gd name="connsiteX7" fmla="*/ 1181 w 6343"/>
                  <a:gd name="connsiteY7" fmla="*/ 5547 h 6345"/>
                  <a:gd name="connsiteX8" fmla="*/ 3424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6"/>
                    </a:moveTo>
                    <a:cubicBezTo>
                      <a:pt x="4265" y="6476"/>
                      <a:pt x="5072" y="6142"/>
                      <a:pt x="5666" y="5547"/>
                    </a:cubicBezTo>
                    <a:cubicBezTo>
                      <a:pt x="6261" y="4952"/>
                      <a:pt x="6595" y="4145"/>
                      <a:pt x="6595" y="3304"/>
                    </a:cubicBezTo>
                    <a:cubicBezTo>
                      <a:pt x="6595" y="2462"/>
                      <a:pt x="6261" y="1655"/>
                      <a:pt x="5666" y="1060"/>
                    </a:cubicBezTo>
                    <a:cubicBezTo>
                      <a:pt x="5072" y="465"/>
                      <a:pt x="4265" y="131"/>
                      <a:pt x="3424" y="131"/>
                    </a:cubicBezTo>
                    <a:cubicBezTo>
                      <a:pt x="2583" y="131"/>
                      <a:pt x="1776" y="465"/>
                      <a:pt x="1181" y="1060"/>
                    </a:cubicBezTo>
                    <a:cubicBezTo>
                      <a:pt x="586" y="1655"/>
                      <a:pt x="252" y="2462"/>
                      <a:pt x="252" y="3304"/>
                    </a:cubicBezTo>
                    <a:cubicBezTo>
                      <a:pt x="252" y="4145"/>
                      <a:pt x="586" y="4952"/>
                      <a:pt x="1181" y="5547"/>
                    </a:cubicBezTo>
                    <a:cubicBezTo>
                      <a:pt x="1776" y="6142"/>
                      <a:pt x="2583" y="6476"/>
                      <a:pt x="3424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12" name="Freeform: Shape 14111">
                <a:extLst>
                  <a:ext uri="{FF2B5EF4-FFF2-40B4-BE49-F238E27FC236}">
                    <a16:creationId xmlns:a16="http://schemas.microsoft.com/office/drawing/2014/main" id="{5695AB81-816A-179B-2FCE-B6CC7EA63040}"/>
                  </a:ext>
                </a:extLst>
              </p:cNvPr>
              <p:cNvSpPr/>
              <p:nvPr/>
            </p:nvSpPr>
            <p:spPr>
              <a:xfrm>
                <a:off x="9587629" y="5167195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1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59" y="4954"/>
                      <a:pt x="6594" y="4147"/>
                      <a:pt x="6594" y="3306"/>
                    </a:cubicBezTo>
                    <a:cubicBezTo>
                      <a:pt x="6594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79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13" name="Freeform: Shape 14112">
                <a:extLst>
                  <a:ext uri="{FF2B5EF4-FFF2-40B4-BE49-F238E27FC236}">
                    <a16:creationId xmlns:a16="http://schemas.microsoft.com/office/drawing/2014/main" id="{7DA101E1-45C3-C882-608A-616E774617AE}"/>
                  </a:ext>
                </a:extLst>
              </p:cNvPr>
              <p:cNvSpPr/>
              <p:nvPr/>
            </p:nvSpPr>
            <p:spPr>
              <a:xfrm>
                <a:off x="9590414" y="5170987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14" name="Freeform: Shape 14113">
                <a:extLst>
                  <a:ext uri="{FF2B5EF4-FFF2-40B4-BE49-F238E27FC236}">
                    <a16:creationId xmlns:a16="http://schemas.microsoft.com/office/drawing/2014/main" id="{B934D79E-40E8-27EC-B6D1-5A161BF69F5C}"/>
                  </a:ext>
                </a:extLst>
              </p:cNvPr>
              <p:cNvSpPr/>
              <p:nvPr/>
            </p:nvSpPr>
            <p:spPr>
              <a:xfrm>
                <a:off x="9591970" y="5171217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4" y="133"/>
                      <a:pt x="3422" y="133"/>
                    </a:cubicBezTo>
                    <a:cubicBezTo>
                      <a:pt x="2581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15" name="Freeform: Shape 14114">
                <a:extLst>
                  <a:ext uri="{FF2B5EF4-FFF2-40B4-BE49-F238E27FC236}">
                    <a16:creationId xmlns:a16="http://schemas.microsoft.com/office/drawing/2014/main" id="{433AE5D4-D358-EBC5-17F7-752E4F48FF6B}"/>
                  </a:ext>
                </a:extLst>
              </p:cNvPr>
              <p:cNvSpPr/>
              <p:nvPr/>
            </p:nvSpPr>
            <p:spPr>
              <a:xfrm>
                <a:off x="9594529" y="5170641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7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7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16" name="Freeform: Shape 14115">
                <a:extLst>
                  <a:ext uri="{FF2B5EF4-FFF2-40B4-BE49-F238E27FC236}">
                    <a16:creationId xmlns:a16="http://schemas.microsoft.com/office/drawing/2014/main" id="{6282E462-526B-0910-D54D-FE77CF94851A}"/>
                  </a:ext>
                </a:extLst>
              </p:cNvPr>
              <p:cNvSpPr/>
              <p:nvPr/>
            </p:nvSpPr>
            <p:spPr>
              <a:xfrm>
                <a:off x="9595235" y="517160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49"/>
                    </a:cubicBezTo>
                    <a:cubicBezTo>
                      <a:pt x="6260" y="4955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5"/>
                      <a:pt x="1180" y="5549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17" name="Freeform: Shape 14116">
                <a:extLst>
                  <a:ext uri="{FF2B5EF4-FFF2-40B4-BE49-F238E27FC236}">
                    <a16:creationId xmlns:a16="http://schemas.microsoft.com/office/drawing/2014/main" id="{422E6651-C38E-1301-BEF5-D98D30E817C4}"/>
                  </a:ext>
                </a:extLst>
              </p:cNvPr>
              <p:cNvSpPr/>
              <p:nvPr/>
            </p:nvSpPr>
            <p:spPr>
              <a:xfrm>
                <a:off x="9596512" y="517210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50"/>
                    </a:cubicBezTo>
                    <a:cubicBezTo>
                      <a:pt x="6260" y="4955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5"/>
                      <a:pt x="1180" y="5550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18" name="Freeform: Shape 14117">
                <a:extLst>
                  <a:ext uri="{FF2B5EF4-FFF2-40B4-BE49-F238E27FC236}">
                    <a16:creationId xmlns:a16="http://schemas.microsoft.com/office/drawing/2014/main" id="{D8D1FBEE-3C09-FDF3-A6D6-52449FC83EEA}"/>
                  </a:ext>
                </a:extLst>
              </p:cNvPr>
              <p:cNvSpPr/>
              <p:nvPr/>
            </p:nvSpPr>
            <p:spPr>
              <a:xfrm>
                <a:off x="9598416" y="517212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50"/>
                    </a:cubicBezTo>
                    <a:cubicBezTo>
                      <a:pt x="6260" y="4955"/>
                      <a:pt x="6595" y="4147"/>
                      <a:pt x="6595" y="3306"/>
                    </a:cubicBezTo>
                    <a:cubicBezTo>
                      <a:pt x="6595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1" y="2465"/>
                      <a:pt x="251" y="3306"/>
                    </a:cubicBezTo>
                    <a:cubicBezTo>
                      <a:pt x="251" y="4147"/>
                      <a:pt x="586" y="4955"/>
                      <a:pt x="1180" y="5550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19" name="Freeform: Shape 14118">
                <a:extLst>
                  <a:ext uri="{FF2B5EF4-FFF2-40B4-BE49-F238E27FC236}">
                    <a16:creationId xmlns:a16="http://schemas.microsoft.com/office/drawing/2014/main" id="{D9656D6E-9F9A-1BDE-DA98-CB041B6ACF63}"/>
                  </a:ext>
                </a:extLst>
              </p:cNvPr>
              <p:cNvSpPr/>
              <p:nvPr/>
            </p:nvSpPr>
            <p:spPr>
              <a:xfrm>
                <a:off x="9599840" y="5172546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2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6" y="5550"/>
                    </a:cubicBezTo>
                    <a:cubicBezTo>
                      <a:pt x="6260" y="4955"/>
                      <a:pt x="6595" y="4148"/>
                      <a:pt x="6595" y="3306"/>
                    </a:cubicBezTo>
                    <a:cubicBezTo>
                      <a:pt x="6595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0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20" name="Freeform: Shape 14119">
                <a:extLst>
                  <a:ext uri="{FF2B5EF4-FFF2-40B4-BE49-F238E27FC236}">
                    <a16:creationId xmlns:a16="http://schemas.microsoft.com/office/drawing/2014/main" id="{05AD1819-FB6D-36C6-110F-5410B1FAA4A9}"/>
                  </a:ext>
                </a:extLst>
              </p:cNvPr>
              <p:cNvSpPr/>
              <p:nvPr/>
            </p:nvSpPr>
            <p:spPr>
              <a:xfrm>
                <a:off x="9601459" y="5172826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21" name="Freeform: Shape 14120">
                <a:extLst>
                  <a:ext uri="{FF2B5EF4-FFF2-40B4-BE49-F238E27FC236}">
                    <a16:creationId xmlns:a16="http://schemas.microsoft.com/office/drawing/2014/main" id="{3A2B4C6B-D2E1-AB7A-577C-B08ECE741242}"/>
                  </a:ext>
                </a:extLst>
              </p:cNvPr>
              <p:cNvSpPr/>
              <p:nvPr/>
            </p:nvSpPr>
            <p:spPr>
              <a:xfrm>
                <a:off x="9603767" y="517259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22" name="Freeform: Shape 14121">
                <a:extLst>
                  <a:ext uri="{FF2B5EF4-FFF2-40B4-BE49-F238E27FC236}">
                    <a16:creationId xmlns:a16="http://schemas.microsoft.com/office/drawing/2014/main" id="{9E96DB80-2476-B48C-C104-B14066FF3369}"/>
                  </a:ext>
                </a:extLst>
              </p:cNvPr>
              <p:cNvSpPr/>
              <p:nvPr/>
            </p:nvSpPr>
            <p:spPr>
              <a:xfrm>
                <a:off x="9605395" y="5172914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4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23" name="Freeform: Shape 14122">
                <a:extLst>
                  <a:ext uri="{FF2B5EF4-FFF2-40B4-BE49-F238E27FC236}">
                    <a16:creationId xmlns:a16="http://schemas.microsoft.com/office/drawing/2014/main" id="{9398081B-72EC-1E09-64F3-5726430052A2}"/>
                  </a:ext>
                </a:extLst>
              </p:cNvPr>
              <p:cNvSpPr/>
              <p:nvPr/>
            </p:nvSpPr>
            <p:spPr>
              <a:xfrm>
                <a:off x="9607569" y="5172841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24" name="Freeform: Shape 14123">
                <a:extLst>
                  <a:ext uri="{FF2B5EF4-FFF2-40B4-BE49-F238E27FC236}">
                    <a16:creationId xmlns:a16="http://schemas.microsoft.com/office/drawing/2014/main" id="{1571F32A-878B-B022-6C18-4D8A1C25C1FF}"/>
                  </a:ext>
                </a:extLst>
              </p:cNvPr>
              <p:cNvSpPr/>
              <p:nvPr/>
            </p:nvSpPr>
            <p:spPr>
              <a:xfrm>
                <a:off x="9609401" y="5173044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25" name="Freeform: Shape 14124">
                <a:extLst>
                  <a:ext uri="{FF2B5EF4-FFF2-40B4-BE49-F238E27FC236}">
                    <a16:creationId xmlns:a16="http://schemas.microsoft.com/office/drawing/2014/main" id="{97743170-6942-D7D0-8106-B6D69E621A95}"/>
                  </a:ext>
                </a:extLst>
              </p:cNvPr>
              <p:cNvSpPr/>
              <p:nvPr/>
            </p:nvSpPr>
            <p:spPr>
              <a:xfrm>
                <a:off x="9611138" y="5173338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1" y="4955"/>
                      <a:pt x="6596" y="4148"/>
                      <a:pt x="6596" y="3306"/>
                    </a:cubicBezTo>
                    <a:cubicBezTo>
                      <a:pt x="6596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8"/>
                      <a:pt x="587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26" name="Freeform: Shape 14125">
                <a:extLst>
                  <a:ext uri="{FF2B5EF4-FFF2-40B4-BE49-F238E27FC236}">
                    <a16:creationId xmlns:a16="http://schemas.microsoft.com/office/drawing/2014/main" id="{0BD8D1C9-C8C0-9DBA-4923-5F37F841CAE5}"/>
                  </a:ext>
                </a:extLst>
              </p:cNvPr>
              <p:cNvSpPr/>
              <p:nvPr/>
            </p:nvSpPr>
            <p:spPr>
              <a:xfrm>
                <a:off x="9642353" y="5168508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2 h 6345"/>
                  <a:gd name="connsiteX4" fmla="*/ 3426 w 6343"/>
                  <a:gd name="connsiteY4" fmla="*/ 133 h 6345"/>
                  <a:gd name="connsiteX5" fmla="*/ 1184 w 6343"/>
                  <a:gd name="connsiteY5" fmla="*/ 1062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8" y="6479"/>
                      <a:pt x="5074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4"/>
                      <a:pt x="6264" y="1657"/>
                      <a:pt x="5669" y="1062"/>
                    </a:cubicBezTo>
                    <a:cubicBezTo>
                      <a:pt x="5074" y="467"/>
                      <a:pt x="4268" y="133"/>
                      <a:pt x="3426" y="133"/>
                    </a:cubicBezTo>
                    <a:cubicBezTo>
                      <a:pt x="2585" y="133"/>
                      <a:pt x="1779" y="467"/>
                      <a:pt x="1184" y="1062"/>
                    </a:cubicBezTo>
                    <a:cubicBezTo>
                      <a:pt x="589" y="1657"/>
                      <a:pt x="255" y="2464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27" name="Freeform: Shape 14126">
                <a:extLst>
                  <a:ext uri="{FF2B5EF4-FFF2-40B4-BE49-F238E27FC236}">
                    <a16:creationId xmlns:a16="http://schemas.microsoft.com/office/drawing/2014/main" id="{E61CA053-AD4C-6192-5BF8-31D99696CEDC}"/>
                  </a:ext>
                </a:extLst>
              </p:cNvPr>
              <p:cNvSpPr/>
              <p:nvPr/>
            </p:nvSpPr>
            <p:spPr>
              <a:xfrm>
                <a:off x="9643745" y="5169334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2 h 6345"/>
                  <a:gd name="connsiteX4" fmla="*/ 3427 w 6343"/>
                  <a:gd name="connsiteY4" fmla="*/ 133 h 6345"/>
                  <a:gd name="connsiteX5" fmla="*/ 1184 w 6343"/>
                  <a:gd name="connsiteY5" fmla="*/ 1062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4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4"/>
                      <a:pt x="6264" y="1657"/>
                      <a:pt x="5669" y="1062"/>
                    </a:cubicBezTo>
                    <a:cubicBezTo>
                      <a:pt x="5074" y="467"/>
                      <a:pt x="4268" y="133"/>
                      <a:pt x="3427" y="133"/>
                    </a:cubicBezTo>
                    <a:cubicBezTo>
                      <a:pt x="2585" y="133"/>
                      <a:pt x="1779" y="467"/>
                      <a:pt x="1184" y="1062"/>
                    </a:cubicBezTo>
                    <a:cubicBezTo>
                      <a:pt x="589" y="1657"/>
                      <a:pt x="255" y="2464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5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28" name="Freeform: Shape 14127">
                <a:extLst>
                  <a:ext uri="{FF2B5EF4-FFF2-40B4-BE49-F238E27FC236}">
                    <a16:creationId xmlns:a16="http://schemas.microsoft.com/office/drawing/2014/main" id="{31EBCF76-5462-4E57-9F70-35DF0ACAE3AF}"/>
                  </a:ext>
                </a:extLst>
              </p:cNvPr>
              <p:cNvSpPr/>
              <p:nvPr/>
            </p:nvSpPr>
            <p:spPr>
              <a:xfrm>
                <a:off x="9644978" y="5170270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2 h 6345"/>
                  <a:gd name="connsiteX4" fmla="*/ 3427 w 6343"/>
                  <a:gd name="connsiteY4" fmla="*/ 133 h 6345"/>
                  <a:gd name="connsiteX5" fmla="*/ 1184 w 6343"/>
                  <a:gd name="connsiteY5" fmla="*/ 1062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5"/>
                      <a:pt x="6264" y="1657"/>
                      <a:pt x="5669" y="1062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4" y="1062"/>
                    </a:cubicBezTo>
                    <a:cubicBezTo>
                      <a:pt x="589" y="1657"/>
                      <a:pt x="255" y="2465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29" name="Freeform: Shape 14128">
                <a:extLst>
                  <a:ext uri="{FF2B5EF4-FFF2-40B4-BE49-F238E27FC236}">
                    <a16:creationId xmlns:a16="http://schemas.microsoft.com/office/drawing/2014/main" id="{0A0E0F49-0997-6311-BD01-0018918EB10B}"/>
                  </a:ext>
                </a:extLst>
              </p:cNvPr>
              <p:cNvSpPr/>
              <p:nvPr/>
            </p:nvSpPr>
            <p:spPr>
              <a:xfrm>
                <a:off x="9647574" y="5170384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2 h 6345"/>
                  <a:gd name="connsiteX4" fmla="*/ 3427 w 6343"/>
                  <a:gd name="connsiteY4" fmla="*/ 133 h 6345"/>
                  <a:gd name="connsiteX5" fmla="*/ 1184 w 6343"/>
                  <a:gd name="connsiteY5" fmla="*/ 1062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5"/>
                      <a:pt x="6264" y="1657"/>
                      <a:pt x="5669" y="1062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4" y="1062"/>
                    </a:cubicBezTo>
                    <a:cubicBezTo>
                      <a:pt x="589" y="1657"/>
                      <a:pt x="255" y="2465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30" name="Freeform: Shape 14129">
                <a:extLst>
                  <a:ext uri="{FF2B5EF4-FFF2-40B4-BE49-F238E27FC236}">
                    <a16:creationId xmlns:a16="http://schemas.microsoft.com/office/drawing/2014/main" id="{1EFE80FA-FA28-E2E5-667A-D2E7E3CB5DE5}"/>
                  </a:ext>
                </a:extLst>
              </p:cNvPr>
              <p:cNvSpPr/>
              <p:nvPr/>
            </p:nvSpPr>
            <p:spPr>
              <a:xfrm>
                <a:off x="9650546" y="5170304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2 h 6345"/>
                  <a:gd name="connsiteX4" fmla="*/ 3427 w 6343"/>
                  <a:gd name="connsiteY4" fmla="*/ 133 h 6345"/>
                  <a:gd name="connsiteX5" fmla="*/ 1184 w 6343"/>
                  <a:gd name="connsiteY5" fmla="*/ 1062 h 6345"/>
                  <a:gd name="connsiteX6" fmla="*/ 256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70" y="5549"/>
                    </a:cubicBezTo>
                    <a:cubicBezTo>
                      <a:pt x="6264" y="4954"/>
                      <a:pt x="6599" y="4147"/>
                      <a:pt x="6599" y="3306"/>
                    </a:cubicBezTo>
                    <a:cubicBezTo>
                      <a:pt x="6599" y="2465"/>
                      <a:pt x="6264" y="1657"/>
                      <a:pt x="5670" y="1062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4" y="1062"/>
                    </a:cubicBezTo>
                    <a:cubicBezTo>
                      <a:pt x="590" y="1657"/>
                      <a:pt x="256" y="2465"/>
                      <a:pt x="256" y="3306"/>
                    </a:cubicBezTo>
                    <a:cubicBezTo>
                      <a:pt x="256" y="4147"/>
                      <a:pt x="590" y="4954"/>
                      <a:pt x="1184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31" name="Freeform: Shape 14130">
                <a:extLst>
                  <a:ext uri="{FF2B5EF4-FFF2-40B4-BE49-F238E27FC236}">
                    <a16:creationId xmlns:a16="http://schemas.microsoft.com/office/drawing/2014/main" id="{B6775B56-B6C5-795B-B402-26A5F25924C9}"/>
                  </a:ext>
                </a:extLst>
              </p:cNvPr>
              <p:cNvSpPr/>
              <p:nvPr/>
            </p:nvSpPr>
            <p:spPr>
              <a:xfrm>
                <a:off x="9655170" y="5169284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2 h 6345"/>
                  <a:gd name="connsiteX4" fmla="*/ 3427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9" y="6479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5" y="467"/>
                      <a:pt x="4269" y="133"/>
                      <a:pt x="3427" y="133"/>
                    </a:cubicBezTo>
                    <a:cubicBezTo>
                      <a:pt x="2586" y="133"/>
                      <a:pt x="1780" y="467"/>
                      <a:pt x="1185" y="1062"/>
                    </a:cubicBezTo>
                    <a:cubicBezTo>
                      <a:pt x="590" y="1657"/>
                      <a:pt x="256" y="2464"/>
                      <a:pt x="256" y="3306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32" name="Freeform: Shape 14131">
                <a:extLst>
                  <a:ext uri="{FF2B5EF4-FFF2-40B4-BE49-F238E27FC236}">
                    <a16:creationId xmlns:a16="http://schemas.microsoft.com/office/drawing/2014/main" id="{13E56CA9-1764-8101-C416-5633D762F6CB}"/>
                  </a:ext>
                </a:extLst>
              </p:cNvPr>
              <p:cNvSpPr/>
              <p:nvPr/>
            </p:nvSpPr>
            <p:spPr>
              <a:xfrm>
                <a:off x="9659547" y="5168472"/>
                <a:ext cx="6343" cy="6345"/>
              </a:xfrm>
              <a:custGeom>
                <a:avLst/>
                <a:gdLst>
                  <a:gd name="connsiteX0" fmla="*/ 3428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9"/>
                    </a:moveTo>
                    <a:cubicBezTo>
                      <a:pt x="4269" y="6479"/>
                      <a:pt x="5076" y="6144"/>
                      <a:pt x="5670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5" y="1062"/>
                    </a:cubicBezTo>
                    <a:cubicBezTo>
                      <a:pt x="590" y="1657"/>
                      <a:pt x="256" y="2464"/>
                      <a:pt x="256" y="3306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7" y="6479"/>
                      <a:pt x="342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33" name="Freeform: Shape 14132">
                <a:extLst>
                  <a:ext uri="{FF2B5EF4-FFF2-40B4-BE49-F238E27FC236}">
                    <a16:creationId xmlns:a16="http://schemas.microsoft.com/office/drawing/2014/main" id="{533E40FF-FF5E-0E1F-420A-99A43D0F5A66}"/>
                  </a:ext>
                </a:extLst>
              </p:cNvPr>
              <p:cNvSpPr/>
              <p:nvPr/>
            </p:nvSpPr>
            <p:spPr>
              <a:xfrm>
                <a:off x="9663783" y="5167801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6 h 6345"/>
                  <a:gd name="connsiteX3" fmla="*/ 5671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7 w 6343"/>
                  <a:gd name="connsiteY6" fmla="*/ 3306 h 6345"/>
                  <a:gd name="connsiteX7" fmla="*/ 1185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4"/>
                      <a:pt x="5671" y="5549"/>
                    </a:cubicBezTo>
                    <a:cubicBezTo>
                      <a:pt x="6265" y="4954"/>
                      <a:pt x="6600" y="4147"/>
                      <a:pt x="6600" y="3306"/>
                    </a:cubicBezTo>
                    <a:cubicBezTo>
                      <a:pt x="6600" y="2464"/>
                      <a:pt x="6265" y="1657"/>
                      <a:pt x="5671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5" y="1062"/>
                    </a:cubicBezTo>
                    <a:cubicBezTo>
                      <a:pt x="591" y="1657"/>
                      <a:pt x="257" y="2464"/>
                      <a:pt x="257" y="3306"/>
                    </a:cubicBezTo>
                    <a:cubicBezTo>
                      <a:pt x="257" y="4147"/>
                      <a:pt x="591" y="4954"/>
                      <a:pt x="1185" y="5549"/>
                    </a:cubicBezTo>
                    <a:cubicBezTo>
                      <a:pt x="1780" y="6144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34" name="Freeform: Shape 14133">
                <a:extLst>
                  <a:ext uri="{FF2B5EF4-FFF2-40B4-BE49-F238E27FC236}">
                    <a16:creationId xmlns:a16="http://schemas.microsoft.com/office/drawing/2014/main" id="{FE131437-12DA-17DD-A8B2-FB0F2A64C569}"/>
                  </a:ext>
                </a:extLst>
              </p:cNvPr>
              <p:cNvSpPr/>
              <p:nvPr/>
            </p:nvSpPr>
            <p:spPr>
              <a:xfrm>
                <a:off x="9668784" y="5166752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6 h 6345"/>
                  <a:gd name="connsiteX3" fmla="*/ 5671 w 6343"/>
                  <a:gd name="connsiteY3" fmla="*/ 1062 h 6345"/>
                  <a:gd name="connsiteX4" fmla="*/ 3429 w 6343"/>
                  <a:gd name="connsiteY4" fmla="*/ 133 h 6345"/>
                  <a:gd name="connsiteX5" fmla="*/ 1186 w 6343"/>
                  <a:gd name="connsiteY5" fmla="*/ 1062 h 6345"/>
                  <a:gd name="connsiteX6" fmla="*/ 257 w 6343"/>
                  <a:gd name="connsiteY6" fmla="*/ 3306 h 6345"/>
                  <a:gd name="connsiteX7" fmla="*/ 1186 w 6343"/>
                  <a:gd name="connsiteY7" fmla="*/ 5549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0" y="6478"/>
                      <a:pt x="5076" y="6144"/>
                      <a:pt x="5671" y="5549"/>
                    </a:cubicBezTo>
                    <a:cubicBezTo>
                      <a:pt x="6266" y="4954"/>
                      <a:pt x="6600" y="4147"/>
                      <a:pt x="6600" y="3306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6" y="467"/>
                      <a:pt x="4270" y="133"/>
                      <a:pt x="3429" y="133"/>
                    </a:cubicBezTo>
                    <a:cubicBezTo>
                      <a:pt x="2587" y="133"/>
                      <a:pt x="1781" y="467"/>
                      <a:pt x="1186" y="1062"/>
                    </a:cubicBezTo>
                    <a:cubicBezTo>
                      <a:pt x="591" y="1657"/>
                      <a:pt x="257" y="2464"/>
                      <a:pt x="257" y="3306"/>
                    </a:cubicBezTo>
                    <a:cubicBezTo>
                      <a:pt x="257" y="4147"/>
                      <a:pt x="591" y="4954"/>
                      <a:pt x="1186" y="5549"/>
                    </a:cubicBezTo>
                    <a:cubicBezTo>
                      <a:pt x="1781" y="6144"/>
                      <a:pt x="2587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35" name="Freeform: Shape 14134">
                <a:extLst>
                  <a:ext uri="{FF2B5EF4-FFF2-40B4-BE49-F238E27FC236}">
                    <a16:creationId xmlns:a16="http://schemas.microsoft.com/office/drawing/2014/main" id="{08BA692A-284F-DEA2-1500-FA6065448FA9}"/>
                  </a:ext>
                </a:extLst>
              </p:cNvPr>
              <p:cNvSpPr/>
              <p:nvPr/>
            </p:nvSpPr>
            <p:spPr>
              <a:xfrm>
                <a:off x="9688288" y="5534929"/>
                <a:ext cx="6343" cy="6345"/>
              </a:xfrm>
              <a:custGeom>
                <a:avLst/>
                <a:gdLst>
                  <a:gd name="connsiteX0" fmla="*/ 3430 w 6343"/>
                  <a:gd name="connsiteY0" fmla="*/ 6507 h 6345"/>
                  <a:gd name="connsiteX1" fmla="*/ 5673 w 6343"/>
                  <a:gd name="connsiteY1" fmla="*/ 5578 h 6345"/>
                  <a:gd name="connsiteX2" fmla="*/ 6602 w 6343"/>
                  <a:gd name="connsiteY2" fmla="*/ 3335 h 6345"/>
                  <a:gd name="connsiteX3" fmla="*/ 5673 w 6343"/>
                  <a:gd name="connsiteY3" fmla="*/ 1091 h 6345"/>
                  <a:gd name="connsiteX4" fmla="*/ 3430 w 6343"/>
                  <a:gd name="connsiteY4" fmla="*/ 162 h 6345"/>
                  <a:gd name="connsiteX5" fmla="*/ 1187 w 6343"/>
                  <a:gd name="connsiteY5" fmla="*/ 1091 h 6345"/>
                  <a:gd name="connsiteX6" fmla="*/ 258 w 6343"/>
                  <a:gd name="connsiteY6" fmla="*/ 3335 h 6345"/>
                  <a:gd name="connsiteX7" fmla="*/ 1187 w 6343"/>
                  <a:gd name="connsiteY7" fmla="*/ 5578 h 6345"/>
                  <a:gd name="connsiteX8" fmla="*/ 343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7"/>
                    </a:moveTo>
                    <a:cubicBezTo>
                      <a:pt x="4271" y="6507"/>
                      <a:pt x="5078" y="6173"/>
                      <a:pt x="5673" y="5578"/>
                    </a:cubicBezTo>
                    <a:cubicBezTo>
                      <a:pt x="6267" y="4983"/>
                      <a:pt x="6602" y="4176"/>
                      <a:pt x="6602" y="3335"/>
                    </a:cubicBezTo>
                    <a:cubicBezTo>
                      <a:pt x="6602" y="2493"/>
                      <a:pt x="6267" y="1686"/>
                      <a:pt x="5673" y="1091"/>
                    </a:cubicBezTo>
                    <a:cubicBezTo>
                      <a:pt x="5078" y="496"/>
                      <a:pt x="4271" y="162"/>
                      <a:pt x="3430" y="162"/>
                    </a:cubicBezTo>
                    <a:cubicBezTo>
                      <a:pt x="2589" y="162"/>
                      <a:pt x="1782" y="496"/>
                      <a:pt x="1187" y="1091"/>
                    </a:cubicBezTo>
                    <a:cubicBezTo>
                      <a:pt x="593" y="1686"/>
                      <a:pt x="258" y="2493"/>
                      <a:pt x="258" y="3335"/>
                    </a:cubicBezTo>
                    <a:cubicBezTo>
                      <a:pt x="258" y="4176"/>
                      <a:pt x="593" y="4983"/>
                      <a:pt x="1187" y="5578"/>
                    </a:cubicBezTo>
                    <a:cubicBezTo>
                      <a:pt x="1782" y="6173"/>
                      <a:pt x="2589" y="6507"/>
                      <a:pt x="343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36" name="Freeform: Shape 14135">
                <a:extLst>
                  <a:ext uri="{FF2B5EF4-FFF2-40B4-BE49-F238E27FC236}">
                    <a16:creationId xmlns:a16="http://schemas.microsoft.com/office/drawing/2014/main" id="{2B3609B1-6061-D338-69BC-F7062E8FA0AC}"/>
                  </a:ext>
                </a:extLst>
              </p:cNvPr>
              <p:cNvSpPr/>
              <p:nvPr/>
            </p:nvSpPr>
            <p:spPr>
              <a:xfrm>
                <a:off x="9684847" y="5534462"/>
                <a:ext cx="6343" cy="6345"/>
              </a:xfrm>
              <a:custGeom>
                <a:avLst/>
                <a:gdLst>
                  <a:gd name="connsiteX0" fmla="*/ 3430 w 6343"/>
                  <a:gd name="connsiteY0" fmla="*/ 6507 h 6345"/>
                  <a:gd name="connsiteX1" fmla="*/ 5672 w 6343"/>
                  <a:gd name="connsiteY1" fmla="*/ 5578 h 6345"/>
                  <a:gd name="connsiteX2" fmla="*/ 6601 w 6343"/>
                  <a:gd name="connsiteY2" fmla="*/ 3335 h 6345"/>
                  <a:gd name="connsiteX3" fmla="*/ 5672 w 6343"/>
                  <a:gd name="connsiteY3" fmla="*/ 1091 h 6345"/>
                  <a:gd name="connsiteX4" fmla="*/ 3430 w 6343"/>
                  <a:gd name="connsiteY4" fmla="*/ 162 h 6345"/>
                  <a:gd name="connsiteX5" fmla="*/ 1187 w 6343"/>
                  <a:gd name="connsiteY5" fmla="*/ 1091 h 6345"/>
                  <a:gd name="connsiteX6" fmla="*/ 258 w 6343"/>
                  <a:gd name="connsiteY6" fmla="*/ 3335 h 6345"/>
                  <a:gd name="connsiteX7" fmla="*/ 1187 w 6343"/>
                  <a:gd name="connsiteY7" fmla="*/ 5578 h 6345"/>
                  <a:gd name="connsiteX8" fmla="*/ 343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7"/>
                    </a:moveTo>
                    <a:cubicBezTo>
                      <a:pt x="4271" y="6507"/>
                      <a:pt x="5078" y="6173"/>
                      <a:pt x="5672" y="5578"/>
                    </a:cubicBezTo>
                    <a:cubicBezTo>
                      <a:pt x="6267" y="4983"/>
                      <a:pt x="6601" y="4176"/>
                      <a:pt x="6601" y="3335"/>
                    </a:cubicBezTo>
                    <a:cubicBezTo>
                      <a:pt x="6601" y="2493"/>
                      <a:pt x="6267" y="1686"/>
                      <a:pt x="5672" y="1091"/>
                    </a:cubicBezTo>
                    <a:cubicBezTo>
                      <a:pt x="5078" y="496"/>
                      <a:pt x="4271" y="162"/>
                      <a:pt x="3430" y="162"/>
                    </a:cubicBezTo>
                    <a:cubicBezTo>
                      <a:pt x="2589" y="162"/>
                      <a:pt x="1782" y="496"/>
                      <a:pt x="1187" y="1091"/>
                    </a:cubicBezTo>
                    <a:cubicBezTo>
                      <a:pt x="592" y="1686"/>
                      <a:pt x="258" y="2493"/>
                      <a:pt x="258" y="3335"/>
                    </a:cubicBezTo>
                    <a:cubicBezTo>
                      <a:pt x="258" y="4176"/>
                      <a:pt x="592" y="4983"/>
                      <a:pt x="1187" y="5578"/>
                    </a:cubicBezTo>
                    <a:cubicBezTo>
                      <a:pt x="1782" y="6173"/>
                      <a:pt x="2589" y="6507"/>
                      <a:pt x="343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37" name="Freeform: Shape 14136">
                <a:extLst>
                  <a:ext uri="{FF2B5EF4-FFF2-40B4-BE49-F238E27FC236}">
                    <a16:creationId xmlns:a16="http://schemas.microsoft.com/office/drawing/2014/main" id="{1494F989-1D2C-5442-8769-BA7983F0D2F7}"/>
                  </a:ext>
                </a:extLst>
              </p:cNvPr>
              <p:cNvSpPr/>
              <p:nvPr/>
            </p:nvSpPr>
            <p:spPr>
              <a:xfrm>
                <a:off x="9682372" y="5534926"/>
                <a:ext cx="6343" cy="6345"/>
              </a:xfrm>
              <a:custGeom>
                <a:avLst/>
                <a:gdLst>
                  <a:gd name="connsiteX0" fmla="*/ 3430 w 6343"/>
                  <a:gd name="connsiteY0" fmla="*/ 6507 h 6345"/>
                  <a:gd name="connsiteX1" fmla="*/ 5672 w 6343"/>
                  <a:gd name="connsiteY1" fmla="*/ 5578 h 6345"/>
                  <a:gd name="connsiteX2" fmla="*/ 6601 w 6343"/>
                  <a:gd name="connsiteY2" fmla="*/ 3335 h 6345"/>
                  <a:gd name="connsiteX3" fmla="*/ 5672 w 6343"/>
                  <a:gd name="connsiteY3" fmla="*/ 1091 h 6345"/>
                  <a:gd name="connsiteX4" fmla="*/ 3430 w 6343"/>
                  <a:gd name="connsiteY4" fmla="*/ 162 h 6345"/>
                  <a:gd name="connsiteX5" fmla="*/ 1187 w 6343"/>
                  <a:gd name="connsiteY5" fmla="*/ 1091 h 6345"/>
                  <a:gd name="connsiteX6" fmla="*/ 258 w 6343"/>
                  <a:gd name="connsiteY6" fmla="*/ 3335 h 6345"/>
                  <a:gd name="connsiteX7" fmla="*/ 1187 w 6343"/>
                  <a:gd name="connsiteY7" fmla="*/ 5578 h 6345"/>
                  <a:gd name="connsiteX8" fmla="*/ 343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7"/>
                    </a:moveTo>
                    <a:cubicBezTo>
                      <a:pt x="4271" y="6507"/>
                      <a:pt x="5077" y="6173"/>
                      <a:pt x="5672" y="5578"/>
                    </a:cubicBezTo>
                    <a:cubicBezTo>
                      <a:pt x="6267" y="4983"/>
                      <a:pt x="6601" y="4176"/>
                      <a:pt x="6601" y="3335"/>
                    </a:cubicBezTo>
                    <a:cubicBezTo>
                      <a:pt x="6601" y="2493"/>
                      <a:pt x="6267" y="1686"/>
                      <a:pt x="5672" y="1091"/>
                    </a:cubicBezTo>
                    <a:cubicBezTo>
                      <a:pt x="5077" y="496"/>
                      <a:pt x="4271" y="162"/>
                      <a:pt x="3430" y="162"/>
                    </a:cubicBezTo>
                    <a:cubicBezTo>
                      <a:pt x="2588" y="162"/>
                      <a:pt x="1782" y="496"/>
                      <a:pt x="1187" y="1091"/>
                    </a:cubicBezTo>
                    <a:cubicBezTo>
                      <a:pt x="592" y="1686"/>
                      <a:pt x="258" y="2493"/>
                      <a:pt x="258" y="3335"/>
                    </a:cubicBezTo>
                    <a:cubicBezTo>
                      <a:pt x="258" y="4176"/>
                      <a:pt x="592" y="4983"/>
                      <a:pt x="1187" y="5578"/>
                    </a:cubicBezTo>
                    <a:cubicBezTo>
                      <a:pt x="1782" y="6173"/>
                      <a:pt x="2588" y="6507"/>
                      <a:pt x="343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38" name="Freeform: Shape 14137">
                <a:extLst>
                  <a:ext uri="{FF2B5EF4-FFF2-40B4-BE49-F238E27FC236}">
                    <a16:creationId xmlns:a16="http://schemas.microsoft.com/office/drawing/2014/main" id="{712416B3-6EAA-A203-F1CB-02238AFD14A5}"/>
                  </a:ext>
                </a:extLst>
              </p:cNvPr>
              <p:cNvSpPr/>
              <p:nvPr/>
            </p:nvSpPr>
            <p:spPr>
              <a:xfrm>
                <a:off x="9679515" y="5534972"/>
                <a:ext cx="6343" cy="6345"/>
              </a:xfrm>
              <a:custGeom>
                <a:avLst/>
                <a:gdLst>
                  <a:gd name="connsiteX0" fmla="*/ 3429 w 6343"/>
                  <a:gd name="connsiteY0" fmla="*/ 6507 h 6345"/>
                  <a:gd name="connsiteX1" fmla="*/ 5672 w 6343"/>
                  <a:gd name="connsiteY1" fmla="*/ 5578 h 6345"/>
                  <a:gd name="connsiteX2" fmla="*/ 6601 w 6343"/>
                  <a:gd name="connsiteY2" fmla="*/ 3335 h 6345"/>
                  <a:gd name="connsiteX3" fmla="*/ 5672 w 6343"/>
                  <a:gd name="connsiteY3" fmla="*/ 1091 h 6345"/>
                  <a:gd name="connsiteX4" fmla="*/ 3429 w 6343"/>
                  <a:gd name="connsiteY4" fmla="*/ 162 h 6345"/>
                  <a:gd name="connsiteX5" fmla="*/ 1187 w 6343"/>
                  <a:gd name="connsiteY5" fmla="*/ 1091 h 6345"/>
                  <a:gd name="connsiteX6" fmla="*/ 258 w 6343"/>
                  <a:gd name="connsiteY6" fmla="*/ 3335 h 6345"/>
                  <a:gd name="connsiteX7" fmla="*/ 1187 w 6343"/>
                  <a:gd name="connsiteY7" fmla="*/ 5578 h 6345"/>
                  <a:gd name="connsiteX8" fmla="*/ 342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07"/>
                    </a:moveTo>
                    <a:cubicBezTo>
                      <a:pt x="4270" y="6507"/>
                      <a:pt x="5077" y="6173"/>
                      <a:pt x="5672" y="5578"/>
                    </a:cubicBezTo>
                    <a:cubicBezTo>
                      <a:pt x="6267" y="4983"/>
                      <a:pt x="6601" y="4176"/>
                      <a:pt x="6601" y="3335"/>
                    </a:cubicBezTo>
                    <a:cubicBezTo>
                      <a:pt x="6601" y="2493"/>
                      <a:pt x="6267" y="1686"/>
                      <a:pt x="5672" y="1091"/>
                    </a:cubicBezTo>
                    <a:cubicBezTo>
                      <a:pt x="5077" y="496"/>
                      <a:pt x="4270" y="162"/>
                      <a:pt x="3429" y="162"/>
                    </a:cubicBezTo>
                    <a:cubicBezTo>
                      <a:pt x="2588" y="162"/>
                      <a:pt x="1781" y="496"/>
                      <a:pt x="1187" y="1091"/>
                    </a:cubicBezTo>
                    <a:cubicBezTo>
                      <a:pt x="592" y="1686"/>
                      <a:pt x="258" y="2493"/>
                      <a:pt x="258" y="3335"/>
                    </a:cubicBezTo>
                    <a:cubicBezTo>
                      <a:pt x="258" y="4176"/>
                      <a:pt x="592" y="4983"/>
                      <a:pt x="1187" y="5578"/>
                    </a:cubicBezTo>
                    <a:cubicBezTo>
                      <a:pt x="1781" y="6173"/>
                      <a:pt x="2588" y="6507"/>
                      <a:pt x="342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39" name="Freeform: Shape 14138">
                <a:extLst>
                  <a:ext uri="{FF2B5EF4-FFF2-40B4-BE49-F238E27FC236}">
                    <a16:creationId xmlns:a16="http://schemas.microsoft.com/office/drawing/2014/main" id="{FF2E3A3B-1285-F4E0-9164-4F705527166D}"/>
                  </a:ext>
                </a:extLst>
              </p:cNvPr>
              <p:cNvSpPr/>
              <p:nvPr/>
            </p:nvSpPr>
            <p:spPr>
              <a:xfrm>
                <a:off x="9675982" y="5534283"/>
                <a:ext cx="6343" cy="6345"/>
              </a:xfrm>
              <a:custGeom>
                <a:avLst/>
                <a:gdLst>
                  <a:gd name="connsiteX0" fmla="*/ 3429 w 6343"/>
                  <a:gd name="connsiteY0" fmla="*/ 6507 h 6345"/>
                  <a:gd name="connsiteX1" fmla="*/ 5672 w 6343"/>
                  <a:gd name="connsiteY1" fmla="*/ 5578 h 6345"/>
                  <a:gd name="connsiteX2" fmla="*/ 6601 w 6343"/>
                  <a:gd name="connsiteY2" fmla="*/ 3335 h 6345"/>
                  <a:gd name="connsiteX3" fmla="*/ 5672 w 6343"/>
                  <a:gd name="connsiteY3" fmla="*/ 1091 h 6345"/>
                  <a:gd name="connsiteX4" fmla="*/ 3429 w 6343"/>
                  <a:gd name="connsiteY4" fmla="*/ 162 h 6345"/>
                  <a:gd name="connsiteX5" fmla="*/ 1186 w 6343"/>
                  <a:gd name="connsiteY5" fmla="*/ 1091 h 6345"/>
                  <a:gd name="connsiteX6" fmla="*/ 258 w 6343"/>
                  <a:gd name="connsiteY6" fmla="*/ 3335 h 6345"/>
                  <a:gd name="connsiteX7" fmla="*/ 1186 w 6343"/>
                  <a:gd name="connsiteY7" fmla="*/ 5578 h 6345"/>
                  <a:gd name="connsiteX8" fmla="*/ 342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07"/>
                    </a:moveTo>
                    <a:cubicBezTo>
                      <a:pt x="4270" y="6507"/>
                      <a:pt x="5077" y="6173"/>
                      <a:pt x="5672" y="5578"/>
                    </a:cubicBezTo>
                    <a:cubicBezTo>
                      <a:pt x="6266" y="4983"/>
                      <a:pt x="6601" y="4176"/>
                      <a:pt x="6601" y="3335"/>
                    </a:cubicBezTo>
                    <a:cubicBezTo>
                      <a:pt x="6601" y="2493"/>
                      <a:pt x="6266" y="1686"/>
                      <a:pt x="5672" y="1091"/>
                    </a:cubicBezTo>
                    <a:cubicBezTo>
                      <a:pt x="5077" y="496"/>
                      <a:pt x="4270" y="162"/>
                      <a:pt x="3429" y="162"/>
                    </a:cubicBezTo>
                    <a:cubicBezTo>
                      <a:pt x="2588" y="162"/>
                      <a:pt x="1781" y="496"/>
                      <a:pt x="1186" y="1091"/>
                    </a:cubicBezTo>
                    <a:cubicBezTo>
                      <a:pt x="592" y="1686"/>
                      <a:pt x="258" y="2493"/>
                      <a:pt x="258" y="3335"/>
                    </a:cubicBezTo>
                    <a:cubicBezTo>
                      <a:pt x="258" y="4176"/>
                      <a:pt x="592" y="4983"/>
                      <a:pt x="1186" y="5578"/>
                    </a:cubicBezTo>
                    <a:cubicBezTo>
                      <a:pt x="1781" y="6173"/>
                      <a:pt x="2588" y="6507"/>
                      <a:pt x="342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40" name="Freeform: Shape 14139">
                <a:extLst>
                  <a:ext uri="{FF2B5EF4-FFF2-40B4-BE49-F238E27FC236}">
                    <a16:creationId xmlns:a16="http://schemas.microsoft.com/office/drawing/2014/main" id="{2AD3E0C5-E837-9886-E297-47F34D207D67}"/>
                  </a:ext>
                </a:extLst>
              </p:cNvPr>
              <p:cNvSpPr/>
              <p:nvPr/>
            </p:nvSpPr>
            <p:spPr>
              <a:xfrm>
                <a:off x="9672975" y="5534094"/>
                <a:ext cx="6343" cy="6345"/>
              </a:xfrm>
              <a:custGeom>
                <a:avLst/>
                <a:gdLst>
                  <a:gd name="connsiteX0" fmla="*/ 3429 w 6343"/>
                  <a:gd name="connsiteY0" fmla="*/ 6507 h 6345"/>
                  <a:gd name="connsiteX1" fmla="*/ 5671 w 6343"/>
                  <a:gd name="connsiteY1" fmla="*/ 5578 h 6345"/>
                  <a:gd name="connsiteX2" fmla="*/ 6600 w 6343"/>
                  <a:gd name="connsiteY2" fmla="*/ 3335 h 6345"/>
                  <a:gd name="connsiteX3" fmla="*/ 5671 w 6343"/>
                  <a:gd name="connsiteY3" fmla="*/ 1091 h 6345"/>
                  <a:gd name="connsiteX4" fmla="*/ 3429 w 6343"/>
                  <a:gd name="connsiteY4" fmla="*/ 162 h 6345"/>
                  <a:gd name="connsiteX5" fmla="*/ 1186 w 6343"/>
                  <a:gd name="connsiteY5" fmla="*/ 1091 h 6345"/>
                  <a:gd name="connsiteX6" fmla="*/ 257 w 6343"/>
                  <a:gd name="connsiteY6" fmla="*/ 3335 h 6345"/>
                  <a:gd name="connsiteX7" fmla="*/ 1186 w 6343"/>
                  <a:gd name="connsiteY7" fmla="*/ 5578 h 6345"/>
                  <a:gd name="connsiteX8" fmla="*/ 342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07"/>
                    </a:moveTo>
                    <a:cubicBezTo>
                      <a:pt x="4270" y="6507"/>
                      <a:pt x="5077" y="6173"/>
                      <a:pt x="5671" y="5578"/>
                    </a:cubicBezTo>
                    <a:cubicBezTo>
                      <a:pt x="6266" y="4983"/>
                      <a:pt x="6600" y="4176"/>
                      <a:pt x="6600" y="3335"/>
                    </a:cubicBezTo>
                    <a:cubicBezTo>
                      <a:pt x="6600" y="2493"/>
                      <a:pt x="6266" y="1686"/>
                      <a:pt x="5671" y="1091"/>
                    </a:cubicBezTo>
                    <a:cubicBezTo>
                      <a:pt x="5077" y="496"/>
                      <a:pt x="4270" y="162"/>
                      <a:pt x="3429" y="162"/>
                    </a:cubicBezTo>
                    <a:cubicBezTo>
                      <a:pt x="2588" y="162"/>
                      <a:pt x="1781" y="496"/>
                      <a:pt x="1186" y="1091"/>
                    </a:cubicBezTo>
                    <a:cubicBezTo>
                      <a:pt x="591" y="1686"/>
                      <a:pt x="257" y="2493"/>
                      <a:pt x="257" y="3335"/>
                    </a:cubicBezTo>
                    <a:cubicBezTo>
                      <a:pt x="257" y="4176"/>
                      <a:pt x="591" y="4983"/>
                      <a:pt x="1186" y="5578"/>
                    </a:cubicBezTo>
                    <a:cubicBezTo>
                      <a:pt x="1781" y="6173"/>
                      <a:pt x="2588" y="6507"/>
                      <a:pt x="342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41" name="Freeform: Shape 14140">
                <a:extLst>
                  <a:ext uri="{FF2B5EF4-FFF2-40B4-BE49-F238E27FC236}">
                    <a16:creationId xmlns:a16="http://schemas.microsoft.com/office/drawing/2014/main" id="{7C7EC1E8-0976-C785-4FE8-E8258A170373}"/>
                  </a:ext>
                </a:extLst>
              </p:cNvPr>
              <p:cNvSpPr/>
              <p:nvPr/>
            </p:nvSpPr>
            <p:spPr>
              <a:xfrm>
                <a:off x="9669980" y="5533878"/>
                <a:ext cx="6343" cy="6345"/>
              </a:xfrm>
              <a:custGeom>
                <a:avLst/>
                <a:gdLst>
                  <a:gd name="connsiteX0" fmla="*/ 3429 w 6343"/>
                  <a:gd name="connsiteY0" fmla="*/ 6507 h 6345"/>
                  <a:gd name="connsiteX1" fmla="*/ 5671 w 6343"/>
                  <a:gd name="connsiteY1" fmla="*/ 5578 h 6345"/>
                  <a:gd name="connsiteX2" fmla="*/ 6600 w 6343"/>
                  <a:gd name="connsiteY2" fmla="*/ 3335 h 6345"/>
                  <a:gd name="connsiteX3" fmla="*/ 5671 w 6343"/>
                  <a:gd name="connsiteY3" fmla="*/ 1091 h 6345"/>
                  <a:gd name="connsiteX4" fmla="*/ 3429 w 6343"/>
                  <a:gd name="connsiteY4" fmla="*/ 162 h 6345"/>
                  <a:gd name="connsiteX5" fmla="*/ 1186 w 6343"/>
                  <a:gd name="connsiteY5" fmla="*/ 1091 h 6345"/>
                  <a:gd name="connsiteX6" fmla="*/ 257 w 6343"/>
                  <a:gd name="connsiteY6" fmla="*/ 3335 h 6345"/>
                  <a:gd name="connsiteX7" fmla="*/ 1186 w 6343"/>
                  <a:gd name="connsiteY7" fmla="*/ 5578 h 6345"/>
                  <a:gd name="connsiteX8" fmla="*/ 342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07"/>
                    </a:moveTo>
                    <a:cubicBezTo>
                      <a:pt x="4270" y="6507"/>
                      <a:pt x="5076" y="6173"/>
                      <a:pt x="5671" y="5578"/>
                    </a:cubicBezTo>
                    <a:cubicBezTo>
                      <a:pt x="6266" y="4983"/>
                      <a:pt x="6600" y="4176"/>
                      <a:pt x="6600" y="3335"/>
                    </a:cubicBezTo>
                    <a:cubicBezTo>
                      <a:pt x="6600" y="2493"/>
                      <a:pt x="6266" y="1686"/>
                      <a:pt x="5671" y="1091"/>
                    </a:cubicBezTo>
                    <a:cubicBezTo>
                      <a:pt x="5076" y="496"/>
                      <a:pt x="4270" y="162"/>
                      <a:pt x="3429" y="162"/>
                    </a:cubicBezTo>
                    <a:cubicBezTo>
                      <a:pt x="2587" y="162"/>
                      <a:pt x="1781" y="496"/>
                      <a:pt x="1186" y="1091"/>
                    </a:cubicBezTo>
                    <a:cubicBezTo>
                      <a:pt x="591" y="1686"/>
                      <a:pt x="257" y="2493"/>
                      <a:pt x="257" y="3335"/>
                    </a:cubicBezTo>
                    <a:cubicBezTo>
                      <a:pt x="257" y="4176"/>
                      <a:pt x="591" y="4983"/>
                      <a:pt x="1186" y="5578"/>
                    </a:cubicBezTo>
                    <a:cubicBezTo>
                      <a:pt x="1781" y="6173"/>
                      <a:pt x="2587" y="6507"/>
                      <a:pt x="342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42" name="Freeform: Shape 14141">
                <a:extLst>
                  <a:ext uri="{FF2B5EF4-FFF2-40B4-BE49-F238E27FC236}">
                    <a16:creationId xmlns:a16="http://schemas.microsoft.com/office/drawing/2014/main" id="{03C8FBC8-9F01-53EE-284E-CD130E8C187F}"/>
                  </a:ext>
                </a:extLst>
              </p:cNvPr>
              <p:cNvSpPr/>
              <p:nvPr/>
            </p:nvSpPr>
            <p:spPr>
              <a:xfrm>
                <a:off x="9667122" y="5533769"/>
                <a:ext cx="6343" cy="6345"/>
              </a:xfrm>
              <a:custGeom>
                <a:avLst/>
                <a:gdLst>
                  <a:gd name="connsiteX0" fmla="*/ 3428 w 6343"/>
                  <a:gd name="connsiteY0" fmla="*/ 6507 h 6345"/>
                  <a:gd name="connsiteX1" fmla="*/ 5671 w 6343"/>
                  <a:gd name="connsiteY1" fmla="*/ 5578 h 6345"/>
                  <a:gd name="connsiteX2" fmla="*/ 6600 w 6343"/>
                  <a:gd name="connsiteY2" fmla="*/ 3335 h 6345"/>
                  <a:gd name="connsiteX3" fmla="*/ 5671 w 6343"/>
                  <a:gd name="connsiteY3" fmla="*/ 1091 h 6345"/>
                  <a:gd name="connsiteX4" fmla="*/ 3428 w 6343"/>
                  <a:gd name="connsiteY4" fmla="*/ 162 h 6345"/>
                  <a:gd name="connsiteX5" fmla="*/ 1186 w 6343"/>
                  <a:gd name="connsiteY5" fmla="*/ 1091 h 6345"/>
                  <a:gd name="connsiteX6" fmla="*/ 257 w 6343"/>
                  <a:gd name="connsiteY6" fmla="*/ 3335 h 6345"/>
                  <a:gd name="connsiteX7" fmla="*/ 1186 w 6343"/>
                  <a:gd name="connsiteY7" fmla="*/ 5578 h 6345"/>
                  <a:gd name="connsiteX8" fmla="*/ 342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7"/>
                    </a:moveTo>
                    <a:cubicBezTo>
                      <a:pt x="4269" y="6507"/>
                      <a:pt x="5076" y="6173"/>
                      <a:pt x="5671" y="5578"/>
                    </a:cubicBezTo>
                    <a:cubicBezTo>
                      <a:pt x="6266" y="4983"/>
                      <a:pt x="6600" y="4176"/>
                      <a:pt x="6600" y="3335"/>
                    </a:cubicBezTo>
                    <a:cubicBezTo>
                      <a:pt x="6600" y="2493"/>
                      <a:pt x="6266" y="1686"/>
                      <a:pt x="5671" y="1091"/>
                    </a:cubicBezTo>
                    <a:cubicBezTo>
                      <a:pt x="5076" y="496"/>
                      <a:pt x="4269" y="162"/>
                      <a:pt x="3428" y="162"/>
                    </a:cubicBezTo>
                    <a:cubicBezTo>
                      <a:pt x="2587" y="162"/>
                      <a:pt x="1781" y="496"/>
                      <a:pt x="1186" y="1091"/>
                    </a:cubicBezTo>
                    <a:cubicBezTo>
                      <a:pt x="591" y="1686"/>
                      <a:pt x="257" y="2493"/>
                      <a:pt x="257" y="3335"/>
                    </a:cubicBezTo>
                    <a:cubicBezTo>
                      <a:pt x="257" y="4176"/>
                      <a:pt x="591" y="4983"/>
                      <a:pt x="1186" y="5578"/>
                    </a:cubicBezTo>
                    <a:cubicBezTo>
                      <a:pt x="1781" y="6173"/>
                      <a:pt x="2587" y="6507"/>
                      <a:pt x="342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43" name="Freeform: Shape 14142">
                <a:extLst>
                  <a:ext uri="{FF2B5EF4-FFF2-40B4-BE49-F238E27FC236}">
                    <a16:creationId xmlns:a16="http://schemas.microsoft.com/office/drawing/2014/main" id="{5ED3E396-2221-7C11-266B-838A9524757C}"/>
                  </a:ext>
                </a:extLst>
              </p:cNvPr>
              <p:cNvSpPr/>
              <p:nvPr/>
            </p:nvSpPr>
            <p:spPr>
              <a:xfrm>
                <a:off x="9664066" y="5533407"/>
                <a:ext cx="6343" cy="6345"/>
              </a:xfrm>
              <a:custGeom>
                <a:avLst/>
                <a:gdLst>
                  <a:gd name="connsiteX0" fmla="*/ 3428 w 6343"/>
                  <a:gd name="connsiteY0" fmla="*/ 6507 h 6345"/>
                  <a:gd name="connsiteX1" fmla="*/ 5671 w 6343"/>
                  <a:gd name="connsiteY1" fmla="*/ 5578 h 6345"/>
                  <a:gd name="connsiteX2" fmla="*/ 6600 w 6343"/>
                  <a:gd name="connsiteY2" fmla="*/ 3335 h 6345"/>
                  <a:gd name="connsiteX3" fmla="*/ 5671 w 6343"/>
                  <a:gd name="connsiteY3" fmla="*/ 1091 h 6345"/>
                  <a:gd name="connsiteX4" fmla="*/ 3428 w 6343"/>
                  <a:gd name="connsiteY4" fmla="*/ 162 h 6345"/>
                  <a:gd name="connsiteX5" fmla="*/ 1186 w 6343"/>
                  <a:gd name="connsiteY5" fmla="*/ 1091 h 6345"/>
                  <a:gd name="connsiteX6" fmla="*/ 257 w 6343"/>
                  <a:gd name="connsiteY6" fmla="*/ 3335 h 6345"/>
                  <a:gd name="connsiteX7" fmla="*/ 1186 w 6343"/>
                  <a:gd name="connsiteY7" fmla="*/ 5578 h 6345"/>
                  <a:gd name="connsiteX8" fmla="*/ 342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7"/>
                    </a:moveTo>
                    <a:cubicBezTo>
                      <a:pt x="4269" y="6507"/>
                      <a:pt x="5076" y="6173"/>
                      <a:pt x="5671" y="5578"/>
                    </a:cubicBezTo>
                    <a:cubicBezTo>
                      <a:pt x="6266" y="4983"/>
                      <a:pt x="6600" y="4176"/>
                      <a:pt x="6600" y="3335"/>
                    </a:cubicBezTo>
                    <a:cubicBezTo>
                      <a:pt x="6600" y="2493"/>
                      <a:pt x="6266" y="1686"/>
                      <a:pt x="5671" y="1091"/>
                    </a:cubicBezTo>
                    <a:cubicBezTo>
                      <a:pt x="5076" y="496"/>
                      <a:pt x="4269" y="162"/>
                      <a:pt x="3428" y="162"/>
                    </a:cubicBezTo>
                    <a:cubicBezTo>
                      <a:pt x="2587" y="162"/>
                      <a:pt x="1780" y="496"/>
                      <a:pt x="1186" y="1091"/>
                    </a:cubicBezTo>
                    <a:cubicBezTo>
                      <a:pt x="591" y="1686"/>
                      <a:pt x="257" y="2493"/>
                      <a:pt x="257" y="3335"/>
                    </a:cubicBezTo>
                    <a:cubicBezTo>
                      <a:pt x="257" y="4176"/>
                      <a:pt x="591" y="4983"/>
                      <a:pt x="1186" y="5578"/>
                    </a:cubicBezTo>
                    <a:cubicBezTo>
                      <a:pt x="1780" y="6173"/>
                      <a:pt x="2587" y="6507"/>
                      <a:pt x="342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44" name="Freeform: Shape 14143">
                <a:extLst>
                  <a:ext uri="{FF2B5EF4-FFF2-40B4-BE49-F238E27FC236}">
                    <a16:creationId xmlns:a16="http://schemas.microsoft.com/office/drawing/2014/main" id="{AE27080E-0759-6C7A-77AD-67A6AAB37802}"/>
                  </a:ext>
                </a:extLst>
              </p:cNvPr>
              <p:cNvSpPr/>
              <p:nvPr/>
            </p:nvSpPr>
            <p:spPr>
              <a:xfrm>
                <a:off x="9660857" y="5532835"/>
                <a:ext cx="6343" cy="6345"/>
              </a:xfrm>
              <a:custGeom>
                <a:avLst/>
                <a:gdLst>
                  <a:gd name="connsiteX0" fmla="*/ 3428 w 6343"/>
                  <a:gd name="connsiteY0" fmla="*/ 6507 h 6345"/>
                  <a:gd name="connsiteX1" fmla="*/ 5671 w 6343"/>
                  <a:gd name="connsiteY1" fmla="*/ 5578 h 6345"/>
                  <a:gd name="connsiteX2" fmla="*/ 6599 w 6343"/>
                  <a:gd name="connsiteY2" fmla="*/ 3335 h 6345"/>
                  <a:gd name="connsiteX3" fmla="*/ 5671 w 6343"/>
                  <a:gd name="connsiteY3" fmla="*/ 1091 h 6345"/>
                  <a:gd name="connsiteX4" fmla="*/ 3428 w 6343"/>
                  <a:gd name="connsiteY4" fmla="*/ 162 h 6345"/>
                  <a:gd name="connsiteX5" fmla="*/ 1185 w 6343"/>
                  <a:gd name="connsiteY5" fmla="*/ 1091 h 6345"/>
                  <a:gd name="connsiteX6" fmla="*/ 256 w 6343"/>
                  <a:gd name="connsiteY6" fmla="*/ 3335 h 6345"/>
                  <a:gd name="connsiteX7" fmla="*/ 1185 w 6343"/>
                  <a:gd name="connsiteY7" fmla="*/ 5578 h 6345"/>
                  <a:gd name="connsiteX8" fmla="*/ 342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7"/>
                    </a:moveTo>
                    <a:cubicBezTo>
                      <a:pt x="4269" y="6507"/>
                      <a:pt x="5076" y="6173"/>
                      <a:pt x="5671" y="5578"/>
                    </a:cubicBezTo>
                    <a:cubicBezTo>
                      <a:pt x="6265" y="4983"/>
                      <a:pt x="6599" y="4176"/>
                      <a:pt x="6599" y="3335"/>
                    </a:cubicBezTo>
                    <a:cubicBezTo>
                      <a:pt x="6599" y="2493"/>
                      <a:pt x="6265" y="1686"/>
                      <a:pt x="5671" y="1091"/>
                    </a:cubicBezTo>
                    <a:cubicBezTo>
                      <a:pt x="5076" y="496"/>
                      <a:pt x="4269" y="162"/>
                      <a:pt x="3428" y="162"/>
                    </a:cubicBezTo>
                    <a:cubicBezTo>
                      <a:pt x="2587" y="162"/>
                      <a:pt x="1780" y="496"/>
                      <a:pt x="1185" y="1091"/>
                    </a:cubicBezTo>
                    <a:cubicBezTo>
                      <a:pt x="591" y="1686"/>
                      <a:pt x="256" y="2493"/>
                      <a:pt x="256" y="3335"/>
                    </a:cubicBezTo>
                    <a:cubicBezTo>
                      <a:pt x="256" y="4176"/>
                      <a:pt x="591" y="4983"/>
                      <a:pt x="1185" y="5578"/>
                    </a:cubicBezTo>
                    <a:cubicBezTo>
                      <a:pt x="1780" y="6173"/>
                      <a:pt x="2587" y="6507"/>
                      <a:pt x="342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45" name="Freeform: Shape 14144">
                <a:extLst>
                  <a:ext uri="{FF2B5EF4-FFF2-40B4-BE49-F238E27FC236}">
                    <a16:creationId xmlns:a16="http://schemas.microsoft.com/office/drawing/2014/main" id="{61132119-5285-9071-2B9A-10A26F5C1B73}"/>
                  </a:ext>
                </a:extLst>
              </p:cNvPr>
              <p:cNvSpPr/>
              <p:nvPr/>
            </p:nvSpPr>
            <p:spPr>
              <a:xfrm>
                <a:off x="9658115" y="5532737"/>
                <a:ext cx="6343" cy="6345"/>
              </a:xfrm>
              <a:custGeom>
                <a:avLst/>
                <a:gdLst>
                  <a:gd name="connsiteX0" fmla="*/ 3428 w 6343"/>
                  <a:gd name="connsiteY0" fmla="*/ 6507 h 6345"/>
                  <a:gd name="connsiteX1" fmla="*/ 5670 w 6343"/>
                  <a:gd name="connsiteY1" fmla="*/ 5578 h 6345"/>
                  <a:gd name="connsiteX2" fmla="*/ 6599 w 6343"/>
                  <a:gd name="connsiteY2" fmla="*/ 3334 h 6345"/>
                  <a:gd name="connsiteX3" fmla="*/ 5670 w 6343"/>
                  <a:gd name="connsiteY3" fmla="*/ 1091 h 6345"/>
                  <a:gd name="connsiteX4" fmla="*/ 3428 w 6343"/>
                  <a:gd name="connsiteY4" fmla="*/ 162 h 6345"/>
                  <a:gd name="connsiteX5" fmla="*/ 1185 w 6343"/>
                  <a:gd name="connsiteY5" fmla="*/ 1091 h 6345"/>
                  <a:gd name="connsiteX6" fmla="*/ 256 w 6343"/>
                  <a:gd name="connsiteY6" fmla="*/ 3334 h 6345"/>
                  <a:gd name="connsiteX7" fmla="*/ 1185 w 6343"/>
                  <a:gd name="connsiteY7" fmla="*/ 5578 h 6345"/>
                  <a:gd name="connsiteX8" fmla="*/ 342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7"/>
                    </a:moveTo>
                    <a:cubicBezTo>
                      <a:pt x="4269" y="6507"/>
                      <a:pt x="5076" y="6173"/>
                      <a:pt x="5670" y="5578"/>
                    </a:cubicBezTo>
                    <a:cubicBezTo>
                      <a:pt x="6265" y="4983"/>
                      <a:pt x="6599" y="4176"/>
                      <a:pt x="6599" y="3334"/>
                    </a:cubicBezTo>
                    <a:cubicBezTo>
                      <a:pt x="6599" y="2493"/>
                      <a:pt x="6265" y="1686"/>
                      <a:pt x="5670" y="1091"/>
                    </a:cubicBezTo>
                    <a:cubicBezTo>
                      <a:pt x="5076" y="496"/>
                      <a:pt x="4269" y="162"/>
                      <a:pt x="3428" y="162"/>
                    </a:cubicBezTo>
                    <a:cubicBezTo>
                      <a:pt x="2587" y="162"/>
                      <a:pt x="1780" y="496"/>
                      <a:pt x="1185" y="1091"/>
                    </a:cubicBezTo>
                    <a:cubicBezTo>
                      <a:pt x="590" y="1686"/>
                      <a:pt x="256" y="2493"/>
                      <a:pt x="256" y="3334"/>
                    </a:cubicBezTo>
                    <a:cubicBezTo>
                      <a:pt x="256" y="4176"/>
                      <a:pt x="590" y="4983"/>
                      <a:pt x="1185" y="5578"/>
                    </a:cubicBezTo>
                    <a:cubicBezTo>
                      <a:pt x="1780" y="6173"/>
                      <a:pt x="2587" y="6507"/>
                      <a:pt x="342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46" name="Freeform: Shape 14145">
                <a:extLst>
                  <a:ext uri="{FF2B5EF4-FFF2-40B4-BE49-F238E27FC236}">
                    <a16:creationId xmlns:a16="http://schemas.microsoft.com/office/drawing/2014/main" id="{22F6B4B9-C622-7D3C-38F4-FB28996E2AE7}"/>
                  </a:ext>
                </a:extLst>
              </p:cNvPr>
              <p:cNvSpPr/>
              <p:nvPr/>
            </p:nvSpPr>
            <p:spPr>
              <a:xfrm>
                <a:off x="9655260" y="5532476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70 w 6343"/>
                  <a:gd name="connsiteY1" fmla="*/ 5578 h 6345"/>
                  <a:gd name="connsiteX2" fmla="*/ 6599 w 6343"/>
                  <a:gd name="connsiteY2" fmla="*/ 3334 h 6345"/>
                  <a:gd name="connsiteX3" fmla="*/ 5670 w 6343"/>
                  <a:gd name="connsiteY3" fmla="*/ 1091 h 6345"/>
                  <a:gd name="connsiteX4" fmla="*/ 3427 w 6343"/>
                  <a:gd name="connsiteY4" fmla="*/ 162 h 6345"/>
                  <a:gd name="connsiteX5" fmla="*/ 1185 w 6343"/>
                  <a:gd name="connsiteY5" fmla="*/ 1091 h 6345"/>
                  <a:gd name="connsiteX6" fmla="*/ 256 w 6343"/>
                  <a:gd name="connsiteY6" fmla="*/ 3334 h 6345"/>
                  <a:gd name="connsiteX7" fmla="*/ 1185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9" y="6507"/>
                      <a:pt x="5075" y="6173"/>
                      <a:pt x="5670" y="5578"/>
                    </a:cubicBezTo>
                    <a:cubicBezTo>
                      <a:pt x="6265" y="4983"/>
                      <a:pt x="6599" y="4176"/>
                      <a:pt x="6599" y="3334"/>
                    </a:cubicBezTo>
                    <a:cubicBezTo>
                      <a:pt x="6599" y="2493"/>
                      <a:pt x="6265" y="1686"/>
                      <a:pt x="5670" y="1091"/>
                    </a:cubicBezTo>
                    <a:cubicBezTo>
                      <a:pt x="5075" y="496"/>
                      <a:pt x="4269" y="162"/>
                      <a:pt x="3427" y="162"/>
                    </a:cubicBezTo>
                    <a:cubicBezTo>
                      <a:pt x="2586" y="162"/>
                      <a:pt x="1780" y="496"/>
                      <a:pt x="1185" y="1091"/>
                    </a:cubicBezTo>
                    <a:cubicBezTo>
                      <a:pt x="590" y="1686"/>
                      <a:pt x="256" y="2493"/>
                      <a:pt x="256" y="3334"/>
                    </a:cubicBezTo>
                    <a:cubicBezTo>
                      <a:pt x="256" y="4176"/>
                      <a:pt x="590" y="4983"/>
                      <a:pt x="1185" y="5578"/>
                    </a:cubicBezTo>
                    <a:cubicBezTo>
                      <a:pt x="1780" y="6173"/>
                      <a:pt x="2586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47" name="Freeform: Shape 14146">
                <a:extLst>
                  <a:ext uri="{FF2B5EF4-FFF2-40B4-BE49-F238E27FC236}">
                    <a16:creationId xmlns:a16="http://schemas.microsoft.com/office/drawing/2014/main" id="{BC34CF85-905A-1B29-E6D2-65F6517EC967}"/>
                  </a:ext>
                </a:extLst>
              </p:cNvPr>
              <p:cNvSpPr/>
              <p:nvPr/>
            </p:nvSpPr>
            <p:spPr>
              <a:xfrm>
                <a:off x="9652781" y="5532606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70 w 6343"/>
                  <a:gd name="connsiteY1" fmla="*/ 5578 h 6345"/>
                  <a:gd name="connsiteX2" fmla="*/ 6599 w 6343"/>
                  <a:gd name="connsiteY2" fmla="*/ 3334 h 6345"/>
                  <a:gd name="connsiteX3" fmla="*/ 5670 w 6343"/>
                  <a:gd name="connsiteY3" fmla="*/ 1091 h 6345"/>
                  <a:gd name="connsiteX4" fmla="*/ 3427 w 6343"/>
                  <a:gd name="connsiteY4" fmla="*/ 162 h 6345"/>
                  <a:gd name="connsiteX5" fmla="*/ 1185 w 6343"/>
                  <a:gd name="connsiteY5" fmla="*/ 1091 h 6345"/>
                  <a:gd name="connsiteX6" fmla="*/ 256 w 6343"/>
                  <a:gd name="connsiteY6" fmla="*/ 3334 h 6345"/>
                  <a:gd name="connsiteX7" fmla="*/ 1185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8" y="6507"/>
                      <a:pt x="5075" y="6173"/>
                      <a:pt x="5670" y="5578"/>
                    </a:cubicBezTo>
                    <a:cubicBezTo>
                      <a:pt x="6265" y="4983"/>
                      <a:pt x="6599" y="4176"/>
                      <a:pt x="6599" y="3334"/>
                    </a:cubicBezTo>
                    <a:cubicBezTo>
                      <a:pt x="6599" y="2493"/>
                      <a:pt x="6265" y="1686"/>
                      <a:pt x="5670" y="1091"/>
                    </a:cubicBezTo>
                    <a:cubicBezTo>
                      <a:pt x="5075" y="496"/>
                      <a:pt x="4268" y="162"/>
                      <a:pt x="3427" y="162"/>
                    </a:cubicBezTo>
                    <a:cubicBezTo>
                      <a:pt x="2586" y="162"/>
                      <a:pt x="1779" y="496"/>
                      <a:pt x="1185" y="1091"/>
                    </a:cubicBezTo>
                    <a:cubicBezTo>
                      <a:pt x="590" y="1686"/>
                      <a:pt x="256" y="2493"/>
                      <a:pt x="256" y="3334"/>
                    </a:cubicBezTo>
                    <a:cubicBezTo>
                      <a:pt x="256" y="4176"/>
                      <a:pt x="590" y="4983"/>
                      <a:pt x="1185" y="5578"/>
                    </a:cubicBezTo>
                    <a:cubicBezTo>
                      <a:pt x="1779" y="6173"/>
                      <a:pt x="2586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48" name="Freeform: Shape 14147">
                <a:extLst>
                  <a:ext uri="{FF2B5EF4-FFF2-40B4-BE49-F238E27FC236}">
                    <a16:creationId xmlns:a16="http://schemas.microsoft.com/office/drawing/2014/main" id="{B862D6AD-4AD1-4317-177C-ECB448CF9592}"/>
                  </a:ext>
                </a:extLst>
              </p:cNvPr>
              <p:cNvSpPr/>
              <p:nvPr/>
            </p:nvSpPr>
            <p:spPr>
              <a:xfrm>
                <a:off x="9650349" y="5532762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70 w 6343"/>
                  <a:gd name="connsiteY1" fmla="*/ 5578 h 6345"/>
                  <a:gd name="connsiteX2" fmla="*/ 6599 w 6343"/>
                  <a:gd name="connsiteY2" fmla="*/ 3335 h 6345"/>
                  <a:gd name="connsiteX3" fmla="*/ 5670 w 6343"/>
                  <a:gd name="connsiteY3" fmla="*/ 1091 h 6345"/>
                  <a:gd name="connsiteX4" fmla="*/ 3427 w 6343"/>
                  <a:gd name="connsiteY4" fmla="*/ 162 h 6345"/>
                  <a:gd name="connsiteX5" fmla="*/ 1184 w 6343"/>
                  <a:gd name="connsiteY5" fmla="*/ 1091 h 6345"/>
                  <a:gd name="connsiteX6" fmla="*/ 256 w 6343"/>
                  <a:gd name="connsiteY6" fmla="*/ 3335 h 6345"/>
                  <a:gd name="connsiteX7" fmla="*/ 1184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8" y="6507"/>
                      <a:pt x="5075" y="6173"/>
                      <a:pt x="5670" y="5578"/>
                    </a:cubicBezTo>
                    <a:cubicBezTo>
                      <a:pt x="6264" y="4983"/>
                      <a:pt x="6599" y="4176"/>
                      <a:pt x="6599" y="3335"/>
                    </a:cubicBezTo>
                    <a:cubicBezTo>
                      <a:pt x="6599" y="2493"/>
                      <a:pt x="6264" y="1686"/>
                      <a:pt x="5670" y="1091"/>
                    </a:cubicBezTo>
                    <a:cubicBezTo>
                      <a:pt x="5075" y="496"/>
                      <a:pt x="4268" y="162"/>
                      <a:pt x="3427" y="162"/>
                    </a:cubicBezTo>
                    <a:cubicBezTo>
                      <a:pt x="2586" y="162"/>
                      <a:pt x="1779" y="496"/>
                      <a:pt x="1184" y="1091"/>
                    </a:cubicBezTo>
                    <a:cubicBezTo>
                      <a:pt x="590" y="1686"/>
                      <a:pt x="256" y="2493"/>
                      <a:pt x="256" y="3335"/>
                    </a:cubicBezTo>
                    <a:cubicBezTo>
                      <a:pt x="256" y="4176"/>
                      <a:pt x="590" y="4983"/>
                      <a:pt x="1184" y="5578"/>
                    </a:cubicBezTo>
                    <a:cubicBezTo>
                      <a:pt x="1779" y="6173"/>
                      <a:pt x="2586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49" name="Freeform: Shape 14148">
                <a:extLst>
                  <a:ext uri="{FF2B5EF4-FFF2-40B4-BE49-F238E27FC236}">
                    <a16:creationId xmlns:a16="http://schemas.microsoft.com/office/drawing/2014/main" id="{02C0EE73-C0FA-2417-D627-1CE67EDA446D}"/>
                  </a:ext>
                </a:extLst>
              </p:cNvPr>
              <p:cNvSpPr/>
              <p:nvPr/>
            </p:nvSpPr>
            <p:spPr>
              <a:xfrm>
                <a:off x="9647842" y="5532803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5 h 6345"/>
                  <a:gd name="connsiteX3" fmla="*/ 5669 w 6343"/>
                  <a:gd name="connsiteY3" fmla="*/ 1091 h 6345"/>
                  <a:gd name="connsiteX4" fmla="*/ 3427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5 h 6345"/>
                  <a:gd name="connsiteX7" fmla="*/ 1184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8" y="6507"/>
                      <a:pt x="5075" y="6173"/>
                      <a:pt x="5669" y="5578"/>
                    </a:cubicBezTo>
                    <a:cubicBezTo>
                      <a:pt x="6264" y="4983"/>
                      <a:pt x="6598" y="4176"/>
                      <a:pt x="6598" y="3335"/>
                    </a:cubicBezTo>
                    <a:cubicBezTo>
                      <a:pt x="6598" y="2493"/>
                      <a:pt x="6264" y="1686"/>
                      <a:pt x="5669" y="1091"/>
                    </a:cubicBezTo>
                    <a:cubicBezTo>
                      <a:pt x="5075" y="496"/>
                      <a:pt x="4268" y="162"/>
                      <a:pt x="3427" y="162"/>
                    </a:cubicBezTo>
                    <a:cubicBezTo>
                      <a:pt x="2586" y="162"/>
                      <a:pt x="1779" y="496"/>
                      <a:pt x="1184" y="1091"/>
                    </a:cubicBezTo>
                    <a:cubicBezTo>
                      <a:pt x="589" y="1686"/>
                      <a:pt x="255" y="2493"/>
                      <a:pt x="255" y="3335"/>
                    </a:cubicBezTo>
                    <a:cubicBezTo>
                      <a:pt x="255" y="4176"/>
                      <a:pt x="589" y="4983"/>
                      <a:pt x="1184" y="5578"/>
                    </a:cubicBezTo>
                    <a:cubicBezTo>
                      <a:pt x="1779" y="6173"/>
                      <a:pt x="2586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50" name="Freeform: Shape 14149">
                <a:extLst>
                  <a:ext uri="{FF2B5EF4-FFF2-40B4-BE49-F238E27FC236}">
                    <a16:creationId xmlns:a16="http://schemas.microsoft.com/office/drawing/2014/main" id="{DCD8305E-A8CD-8B2B-8766-012C065F0576}"/>
                  </a:ext>
                </a:extLst>
              </p:cNvPr>
              <p:cNvSpPr/>
              <p:nvPr/>
            </p:nvSpPr>
            <p:spPr>
              <a:xfrm>
                <a:off x="9645343" y="5532822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5 h 6345"/>
                  <a:gd name="connsiteX3" fmla="*/ 5669 w 6343"/>
                  <a:gd name="connsiteY3" fmla="*/ 1091 h 6345"/>
                  <a:gd name="connsiteX4" fmla="*/ 3427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5 h 6345"/>
                  <a:gd name="connsiteX7" fmla="*/ 1184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8" y="6507"/>
                      <a:pt x="5075" y="6173"/>
                      <a:pt x="5669" y="5578"/>
                    </a:cubicBezTo>
                    <a:cubicBezTo>
                      <a:pt x="6264" y="4983"/>
                      <a:pt x="6598" y="4176"/>
                      <a:pt x="6598" y="3335"/>
                    </a:cubicBezTo>
                    <a:cubicBezTo>
                      <a:pt x="6598" y="2493"/>
                      <a:pt x="6264" y="1686"/>
                      <a:pt x="5669" y="1091"/>
                    </a:cubicBezTo>
                    <a:cubicBezTo>
                      <a:pt x="5075" y="496"/>
                      <a:pt x="4268" y="162"/>
                      <a:pt x="3427" y="162"/>
                    </a:cubicBezTo>
                    <a:cubicBezTo>
                      <a:pt x="2586" y="162"/>
                      <a:pt x="1779" y="496"/>
                      <a:pt x="1184" y="1091"/>
                    </a:cubicBezTo>
                    <a:cubicBezTo>
                      <a:pt x="589" y="1686"/>
                      <a:pt x="255" y="2493"/>
                      <a:pt x="255" y="3335"/>
                    </a:cubicBezTo>
                    <a:cubicBezTo>
                      <a:pt x="255" y="4176"/>
                      <a:pt x="589" y="4983"/>
                      <a:pt x="1184" y="5578"/>
                    </a:cubicBezTo>
                    <a:cubicBezTo>
                      <a:pt x="1779" y="6173"/>
                      <a:pt x="2586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51" name="Freeform: Shape 14150">
                <a:extLst>
                  <a:ext uri="{FF2B5EF4-FFF2-40B4-BE49-F238E27FC236}">
                    <a16:creationId xmlns:a16="http://schemas.microsoft.com/office/drawing/2014/main" id="{8DAF8913-DEDD-3271-EC59-0359C018AB53}"/>
                  </a:ext>
                </a:extLst>
              </p:cNvPr>
              <p:cNvSpPr/>
              <p:nvPr/>
            </p:nvSpPr>
            <p:spPr>
              <a:xfrm>
                <a:off x="9642773" y="5532725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4 h 6345"/>
                  <a:gd name="connsiteX3" fmla="*/ 5669 w 6343"/>
                  <a:gd name="connsiteY3" fmla="*/ 1091 h 6345"/>
                  <a:gd name="connsiteX4" fmla="*/ 3426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4 h 6345"/>
                  <a:gd name="connsiteX7" fmla="*/ 1184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8" y="6507"/>
                      <a:pt x="5074" y="6173"/>
                      <a:pt x="5669" y="5578"/>
                    </a:cubicBezTo>
                    <a:cubicBezTo>
                      <a:pt x="6264" y="4983"/>
                      <a:pt x="6598" y="4176"/>
                      <a:pt x="6598" y="3334"/>
                    </a:cubicBezTo>
                    <a:cubicBezTo>
                      <a:pt x="6598" y="2493"/>
                      <a:pt x="6264" y="1686"/>
                      <a:pt x="5669" y="1091"/>
                    </a:cubicBezTo>
                    <a:cubicBezTo>
                      <a:pt x="5074" y="496"/>
                      <a:pt x="4268" y="162"/>
                      <a:pt x="3426" y="162"/>
                    </a:cubicBezTo>
                    <a:cubicBezTo>
                      <a:pt x="2585" y="162"/>
                      <a:pt x="1779" y="496"/>
                      <a:pt x="1184" y="1091"/>
                    </a:cubicBezTo>
                    <a:cubicBezTo>
                      <a:pt x="589" y="1686"/>
                      <a:pt x="255" y="2493"/>
                      <a:pt x="255" y="3334"/>
                    </a:cubicBezTo>
                    <a:cubicBezTo>
                      <a:pt x="255" y="4176"/>
                      <a:pt x="589" y="4983"/>
                      <a:pt x="1184" y="5578"/>
                    </a:cubicBezTo>
                    <a:cubicBezTo>
                      <a:pt x="1779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52" name="Freeform: Shape 14151">
                <a:extLst>
                  <a:ext uri="{FF2B5EF4-FFF2-40B4-BE49-F238E27FC236}">
                    <a16:creationId xmlns:a16="http://schemas.microsoft.com/office/drawing/2014/main" id="{AF83E218-617D-DDCF-C1E8-F85B75E2379E}"/>
                  </a:ext>
                </a:extLst>
              </p:cNvPr>
              <p:cNvSpPr/>
              <p:nvPr/>
            </p:nvSpPr>
            <p:spPr>
              <a:xfrm>
                <a:off x="9640134" y="5532510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4 h 6345"/>
                  <a:gd name="connsiteX3" fmla="*/ 5669 w 6343"/>
                  <a:gd name="connsiteY3" fmla="*/ 1091 h 6345"/>
                  <a:gd name="connsiteX4" fmla="*/ 3426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4 h 6345"/>
                  <a:gd name="connsiteX7" fmla="*/ 1184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4" y="6173"/>
                      <a:pt x="5669" y="5578"/>
                    </a:cubicBezTo>
                    <a:cubicBezTo>
                      <a:pt x="6264" y="4983"/>
                      <a:pt x="6598" y="4176"/>
                      <a:pt x="6598" y="3334"/>
                    </a:cubicBezTo>
                    <a:cubicBezTo>
                      <a:pt x="6598" y="2493"/>
                      <a:pt x="6264" y="1686"/>
                      <a:pt x="5669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4" y="1091"/>
                    </a:cubicBezTo>
                    <a:cubicBezTo>
                      <a:pt x="589" y="1686"/>
                      <a:pt x="255" y="2493"/>
                      <a:pt x="255" y="3334"/>
                    </a:cubicBezTo>
                    <a:cubicBezTo>
                      <a:pt x="255" y="4176"/>
                      <a:pt x="589" y="4983"/>
                      <a:pt x="1184" y="5578"/>
                    </a:cubicBezTo>
                    <a:cubicBezTo>
                      <a:pt x="1778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53" name="Freeform: Shape 14152">
                <a:extLst>
                  <a:ext uri="{FF2B5EF4-FFF2-40B4-BE49-F238E27FC236}">
                    <a16:creationId xmlns:a16="http://schemas.microsoft.com/office/drawing/2014/main" id="{13CFE333-5A5D-90DB-DCDE-C5D0F1F6C5D0}"/>
                  </a:ext>
                </a:extLst>
              </p:cNvPr>
              <p:cNvSpPr/>
              <p:nvPr/>
            </p:nvSpPr>
            <p:spPr>
              <a:xfrm>
                <a:off x="9638047" y="5532941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5 h 6345"/>
                  <a:gd name="connsiteX3" fmla="*/ 5669 w 6343"/>
                  <a:gd name="connsiteY3" fmla="*/ 1091 h 6345"/>
                  <a:gd name="connsiteX4" fmla="*/ 3426 w 6343"/>
                  <a:gd name="connsiteY4" fmla="*/ 162 h 6345"/>
                  <a:gd name="connsiteX5" fmla="*/ 1183 w 6343"/>
                  <a:gd name="connsiteY5" fmla="*/ 1091 h 6345"/>
                  <a:gd name="connsiteX6" fmla="*/ 255 w 6343"/>
                  <a:gd name="connsiteY6" fmla="*/ 3335 h 6345"/>
                  <a:gd name="connsiteX7" fmla="*/ 1183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4" y="6173"/>
                      <a:pt x="5669" y="5578"/>
                    </a:cubicBezTo>
                    <a:cubicBezTo>
                      <a:pt x="6263" y="4983"/>
                      <a:pt x="6598" y="4176"/>
                      <a:pt x="6598" y="3335"/>
                    </a:cubicBezTo>
                    <a:cubicBezTo>
                      <a:pt x="6598" y="2493"/>
                      <a:pt x="6263" y="1686"/>
                      <a:pt x="5669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3" y="1091"/>
                    </a:cubicBezTo>
                    <a:cubicBezTo>
                      <a:pt x="589" y="1686"/>
                      <a:pt x="255" y="2493"/>
                      <a:pt x="255" y="3335"/>
                    </a:cubicBezTo>
                    <a:cubicBezTo>
                      <a:pt x="255" y="4176"/>
                      <a:pt x="589" y="4983"/>
                      <a:pt x="1183" y="5578"/>
                    </a:cubicBezTo>
                    <a:cubicBezTo>
                      <a:pt x="1778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54" name="Freeform: Shape 14153">
                <a:extLst>
                  <a:ext uri="{FF2B5EF4-FFF2-40B4-BE49-F238E27FC236}">
                    <a16:creationId xmlns:a16="http://schemas.microsoft.com/office/drawing/2014/main" id="{51A5D140-6E61-5B8B-05E0-CD79EDFD57AC}"/>
                  </a:ext>
                </a:extLst>
              </p:cNvPr>
              <p:cNvSpPr/>
              <p:nvPr/>
            </p:nvSpPr>
            <p:spPr>
              <a:xfrm>
                <a:off x="9635231" y="5532443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6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4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8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55" name="Freeform: Shape 14154">
                <a:extLst>
                  <a:ext uri="{FF2B5EF4-FFF2-40B4-BE49-F238E27FC236}">
                    <a16:creationId xmlns:a16="http://schemas.microsoft.com/office/drawing/2014/main" id="{6E12B8D2-64A4-F7BD-B89C-C8F4D4EBB7C9}"/>
                  </a:ext>
                </a:extLst>
              </p:cNvPr>
              <p:cNvSpPr/>
              <p:nvPr/>
            </p:nvSpPr>
            <p:spPr>
              <a:xfrm>
                <a:off x="9632887" y="5532499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6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4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8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56" name="Freeform: Shape 14155">
                <a:extLst>
                  <a:ext uri="{FF2B5EF4-FFF2-40B4-BE49-F238E27FC236}">
                    <a16:creationId xmlns:a16="http://schemas.microsoft.com/office/drawing/2014/main" id="{287A65A1-E5EC-D26E-CC22-85256134EB07}"/>
                  </a:ext>
                </a:extLst>
              </p:cNvPr>
              <p:cNvSpPr/>
              <p:nvPr/>
            </p:nvSpPr>
            <p:spPr>
              <a:xfrm>
                <a:off x="9630436" y="5532389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5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7" y="6507"/>
                      <a:pt x="5073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3" y="496"/>
                      <a:pt x="4267" y="162"/>
                      <a:pt x="3425" y="162"/>
                    </a:cubicBezTo>
                    <a:cubicBezTo>
                      <a:pt x="2584" y="162"/>
                      <a:pt x="1778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8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57" name="Freeform: Shape 14156">
                <a:extLst>
                  <a:ext uri="{FF2B5EF4-FFF2-40B4-BE49-F238E27FC236}">
                    <a16:creationId xmlns:a16="http://schemas.microsoft.com/office/drawing/2014/main" id="{002923F1-5209-2EC3-C8FA-17E55634DF3B}"/>
                  </a:ext>
                </a:extLst>
              </p:cNvPr>
              <p:cNvSpPr/>
              <p:nvPr/>
            </p:nvSpPr>
            <p:spPr>
              <a:xfrm>
                <a:off x="9627994" y="5532258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5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58" name="Freeform: Shape 14157">
                <a:extLst>
                  <a:ext uri="{FF2B5EF4-FFF2-40B4-BE49-F238E27FC236}">
                    <a16:creationId xmlns:a16="http://schemas.microsoft.com/office/drawing/2014/main" id="{2DFA07DA-0ADA-0838-9A4A-5C992FD554A8}"/>
                  </a:ext>
                </a:extLst>
              </p:cNvPr>
              <p:cNvSpPr/>
              <p:nvPr/>
            </p:nvSpPr>
            <p:spPr>
              <a:xfrm>
                <a:off x="9625634" y="5532205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5 w 6343"/>
                  <a:gd name="connsiteY4" fmla="*/ 162 h 6345"/>
                  <a:gd name="connsiteX5" fmla="*/ 1182 w 6343"/>
                  <a:gd name="connsiteY5" fmla="*/ 1091 h 6345"/>
                  <a:gd name="connsiteX6" fmla="*/ 254 w 6343"/>
                  <a:gd name="connsiteY6" fmla="*/ 3334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8" y="5578"/>
                    </a:cubicBezTo>
                    <a:cubicBezTo>
                      <a:pt x="6262" y="4983"/>
                      <a:pt x="6597" y="4176"/>
                      <a:pt x="6597" y="3334"/>
                    </a:cubicBezTo>
                    <a:cubicBezTo>
                      <a:pt x="6597" y="2493"/>
                      <a:pt x="6262" y="1686"/>
                      <a:pt x="5668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2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2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59" name="Freeform: Shape 14158">
                <a:extLst>
                  <a:ext uri="{FF2B5EF4-FFF2-40B4-BE49-F238E27FC236}">
                    <a16:creationId xmlns:a16="http://schemas.microsoft.com/office/drawing/2014/main" id="{60F1D510-468D-8DEB-AFEB-D5C88D7671FB}"/>
                  </a:ext>
                </a:extLst>
              </p:cNvPr>
              <p:cNvSpPr/>
              <p:nvPr/>
            </p:nvSpPr>
            <p:spPr>
              <a:xfrm>
                <a:off x="9622913" y="5531639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6 w 6343"/>
                  <a:gd name="connsiteY2" fmla="*/ 3334 h 6345"/>
                  <a:gd name="connsiteX3" fmla="*/ 5668 w 6343"/>
                  <a:gd name="connsiteY3" fmla="*/ 1091 h 6345"/>
                  <a:gd name="connsiteX4" fmla="*/ 3425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8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8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2" y="1091"/>
                    </a:cubicBezTo>
                    <a:cubicBezTo>
                      <a:pt x="588" y="1686"/>
                      <a:pt x="253" y="2493"/>
                      <a:pt x="253" y="3334"/>
                    </a:cubicBezTo>
                    <a:cubicBezTo>
                      <a:pt x="253" y="4176"/>
                      <a:pt x="588" y="4983"/>
                      <a:pt x="1182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60" name="Freeform: Shape 14159">
                <a:extLst>
                  <a:ext uri="{FF2B5EF4-FFF2-40B4-BE49-F238E27FC236}">
                    <a16:creationId xmlns:a16="http://schemas.microsoft.com/office/drawing/2014/main" id="{76C7DE6A-DC0D-3BB5-91F4-4DAF732A6B81}"/>
                  </a:ext>
                </a:extLst>
              </p:cNvPr>
              <p:cNvSpPr/>
              <p:nvPr/>
            </p:nvSpPr>
            <p:spPr>
              <a:xfrm>
                <a:off x="9619875" y="5530603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5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61" name="Freeform: Shape 14160">
                <a:extLst>
                  <a:ext uri="{FF2B5EF4-FFF2-40B4-BE49-F238E27FC236}">
                    <a16:creationId xmlns:a16="http://schemas.microsoft.com/office/drawing/2014/main" id="{FCB6B916-763A-F666-6027-732D439CC96D}"/>
                  </a:ext>
                </a:extLst>
              </p:cNvPr>
              <p:cNvSpPr/>
              <p:nvPr/>
            </p:nvSpPr>
            <p:spPr>
              <a:xfrm>
                <a:off x="9616675" y="5529291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6" y="6507"/>
                      <a:pt x="5072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2" y="496"/>
                      <a:pt x="4266" y="162"/>
                      <a:pt x="3424" y="162"/>
                    </a:cubicBezTo>
                    <a:cubicBezTo>
                      <a:pt x="2583" y="162"/>
                      <a:pt x="1777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7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62" name="Freeform: Shape 14161">
                <a:extLst>
                  <a:ext uri="{FF2B5EF4-FFF2-40B4-BE49-F238E27FC236}">
                    <a16:creationId xmlns:a16="http://schemas.microsoft.com/office/drawing/2014/main" id="{FD479014-2EE5-82DA-B6FF-F7120DBCBA7A}"/>
                  </a:ext>
                </a:extLst>
              </p:cNvPr>
              <p:cNvSpPr/>
              <p:nvPr/>
            </p:nvSpPr>
            <p:spPr>
              <a:xfrm>
                <a:off x="9613498" y="5527948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1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2" y="496"/>
                      <a:pt x="4265" y="161"/>
                      <a:pt x="3424" y="161"/>
                    </a:cubicBezTo>
                    <a:cubicBezTo>
                      <a:pt x="2583" y="161"/>
                      <a:pt x="1776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63" name="Freeform: Shape 14162">
                <a:extLst>
                  <a:ext uri="{FF2B5EF4-FFF2-40B4-BE49-F238E27FC236}">
                    <a16:creationId xmlns:a16="http://schemas.microsoft.com/office/drawing/2014/main" id="{D182E310-C93A-B524-1F82-DD81F14F3EC7}"/>
                  </a:ext>
                </a:extLst>
              </p:cNvPr>
              <p:cNvSpPr/>
              <p:nvPr/>
            </p:nvSpPr>
            <p:spPr>
              <a:xfrm>
                <a:off x="9610379" y="5526626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7 h 6345"/>
                  <a:gd name="connsiteX2" fmla="*/ 6595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1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7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2"/>
                      <a:pt x="5667" y="5577"/>
                    </a:cubicBezTo>
                    <a:cubicBezTo>
                      <a:pt x="6261" y="4982"/>
                      <a:pt x="6595" y="4175"/>
                      <a:pt x="6595" y="3334"/>
                    </a:cubicBezTo>
                    <a:cubicBezTo>
                      <a:pt x="6595" y="2493"/>
                      <a:pt x="6261" y="1686"/>
                      <a:pt x="5667" y="1091"/>
                    </a:cubicBezTo>
                    <a:cubicBezTo>
                      <a:pt x="5072" y="496"/>
                      <a:pt x="4265" y="161"/>
                      <a:pt x="3424" y="161"/>
                    </a:cubicBezTo>
                    <a:cubicBezTo>
                      <a:pt x="2583" y="161"/>
                      <a:pt x="1776" y="496"/>
                      <a:pt x="1181" y="1091"/>
                    </a:cubicBezTo>
                    <a:cubicBezTo>
                      <a:pt x="587" y="1686"/>
                      <a:pt x="252" y="2493"/>
                      <a:pt x="252" y="3334"/>
                    </a:cubicBezTo>
                    <a:cubicBezTo>
                      <a:pt x="252" y="4175"/>
                      <a:pt x="587" y="4982"/>
                      <a:pt x="1181" y="5577"/>
                    </a:cubicBezTo>
                    <a:cubicBezTo>
                      <a:pt x="1776" y="6172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64" name="Freeform: Shape 14163">
                <a:extLst>
                  <a:ext uri="{FF2B5EF4-FFF2-40B4-BE49-F238E27FC236}">
                    <a16:creationId xmlns:a16="http://schemas.microsoft.com/office/drawing/2014/main" id="{94AA0347-7BBD-14BF-8F47-73A3DFDEA58E}"/>
                  </a:ext>
                </a:extLst>
              </p:cNvPr>
              <p:cNvSpPr/>
              <p:nvPr/>
            </p:nvSpPr>
            <p:spPr>
              <a:xfrm>
                <a:off x="9608736" y="5527338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4 w 6343"/>
                  <a:gd name="connsiteY4" fmla="*/ 161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2"/>
                      <a:pt x="5666" y="5578"/>
                    </a:cubicBezTo>
                    <a:cubicBezTo>
                      <a:pt x="6261" y="4983"/>
                      <a:pt x="6595" y="4175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2" y="496"/>
                      <a:pt x="4265" y="161"/>
                      <a:pt x="3424" y="161"/>
                    </a:cubicBezTo>
                    <a:cubicBezTo>
                      <a:pt x="2583" y="161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5"/>
                      <a:pt x="586" y="4983"/>
                      <a:pt x="1181" y="5578"/>
                    </a:cubicBezTo>
                    <a:cubicBezTo>
                      <a:pt x="1776" y="6172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65" name="Freeform: Shape 14164">
                <a:extLst>
                  <a:ext uri="{FF2B5EF4-FFF2-40B4-BE49-F238E27FC236}">
                    <a16:creationId xmlns:a16="http://schemas.microsoft.com/office/drawing/2014/main" id="{B3DA077B-654E-C8CC-3270-CF1BC2A73927}"/>
                  </a:ext>
                </a:extLst>
              </p:cNvPr>
              <p:cNvSpPr/>
              <p:nvPr/>
            </p:nvSpPr>
            <p:spPr>
              <a:xfrm>
                <a:off x="9608145" y="5529556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4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2" y="496"/>
                      <a:pt x="4265" y="162"/>
                      <a:pt x="3424" y="162"/>
                    </a:cubicBezTo>
                    <a:cubicBezTo>
                      <a:pt x="2583" y="162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66" name="Freeform: Shape 14165">
                <a:extLst>
                  <a:ext uri="{FF2B5EF4-FFF2-40B4-BE49-F238E27FC236}">
                    <a16:creationId xmlns:a16="http://schemas.microsoft.com/office/drawing/2014/main" id="{D7B53B94-AF97-2CE2-7A79-3412101C8D6D}"/>
                  </a:ext>
                </a:extLst>
              </p:cNvPr>
              <p:cNvSpPr/>
              <p:nvPr/>
            </p:nvSpPr>
            <p:spPr>
              <a:xfrm>
                <a:off x="9607046" y="5531065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4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2" y="496"/>
                      <a:pt x="4265" y="162"/>
                      <a:pt x="3424" y="162"/>
                    </a:cubicBezTo>
                    <a:cubicBezTo>
                      <a:pt x="2583" y="162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67" name="Freeform: Shape 14166">
                <a:extLst>
                  <a:ext uri="{FF2B5EF4-FFF2-40B4-BE49-F238E27FC236}">
                    <a16:creationId xmlns:a16="http://schemas.microsoft.com/office/drawing/2014/main" id="{E5522942-240A-6182-B5EA-2D80085727AC}"/>
                  </a:ext>
                </a:extLst>
              </p:cNvPr>
              <p:cNvSpPr/>
              <p:nvPr/>
            </p:nvSpPr>
            <p:spPr>
              <a:xfrm>
                <a:off x="9605934" y="5532569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4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1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1" y="496"/>
                      <a:pt x="4265" y="162"/>
                      <a:pt x="3424" y="162"/>
                    </a:cubicBezTo>
                    <a:cubicBezTo>
                      <a:pt x="2582" y="162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2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68" name="Freeform: Shape 14167">
                <a:extLst>
                  <a:ext uri="{FF2B5EF4-FFF2-40B4-BE49-F238E27FC236}">
                    <a16:creationId xmlns:a16="http://schemas.microsoft.com/office/drawing/2014/main" id="{0B0D1506-4783-D1DF-83CD-32C3EEE55D1C}"/>
                  </a:ext>
                </a:extLst>
              </p:cNvPr>
              <p:cNvSpPr/>
              <p:nvPr/>
            </p:nvSpPr>
            <p:spPr>
              <a:xfrm>
                <a:off x="9604672" y="5533863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5 h 6345"/>
                  <a:gd name="connsiteX3" fmla="*/ 5666 w 6343"/>
                  <a:gd name="connsiteY3" fmla="*/ 1091 h 6345"/>
                  <a:gd name="connsiteX4" fmla="*/ 3423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5 h 6345"/>
                  <a:gd name="connsiteX7" fmla="*/ 1181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5" y="6507"/>
                      <a:pt x="5071" y="6173"/>
                      <a:pt x="5666" y="5578"/>
                    </a:cubicBezTo>
                    <a:cubicBezTo>
                      <a:pt x="6261" y="4983"/>
                      <a:pt x="6595" y="4176"/>
                      <a:pt x="6595" y="3335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1" y="496"/>
                      <a:pt x="4265" y="162"/>
                      <a:pt x="3423" y="162"/>
                    </a:cubicBezTo>
                    <a:cubicBezTo>
                      <a:pt x="2582" y="162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5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69" name="Freeform: Shape 14168">
                <a:extLst>
                  <a:ext uri="{FF2B5EF4-FFF2-40B4-BE49-F238E27FC236}">
                    <a16:creationId xmlns:a16="http://schemas.microsoft.com/office/drawing/2014/main" id="{2F8C5383-89FB-A296-B6E8-E0E2DC51E3BD}"/>
                  </a:ext>
                </a:extLst>
              </p:cNvPr>
              <p:cNvSpPr/>
              <p:nvPr/>
            </p:nvSpPr>
            <p:spPr>
              <a:xfrm>
                <a:off x="9603097" y="5534688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5 h 6345"/>
                  <a:gd name="connsiteX3" fmla="*/ 5666 w 6343"/>
                  <a:gd name="connsiteY3" fmla="*/ 1091 h 6345"/>
                  <a:gd name="connsiteX4" fmla="*/ 3423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5 h 6345"/>
                  <a:gd name="connsiteX7" fmla="*/ 1181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6" y="5578"/>
                    </a:cubicBezTo>
                    <a:cubicBezTo>
                      <a:pt x="6261" y="4983"/>
                      <a:pt x="6595" y="4176"/>
                      <a:pt x="6595" y="3335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1" y="496"/>
                      <a:pt x="4264" y="162"/>
                      <a:pt x="3423" y="162"/>
                    </a:cubicBezTo>
                    <a:cubicBezTo>
                      <a:pt x="2582" y="162"/>
                      <a:pt x="1775" y="496"/>
                      <a:pt x="1181" y="1091"/>
                    </a:cubicBezTo>
                    <a:cubicBezTo>
                      <a:pt x="586" y="1686"/>
                      <a:pt x="252" y="2493"/>
                      <a:pt x="252" y="3335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70" name="Freeform: Shape 14169">
                <a:extLst>
                  <a:ext uri="{FF2B5EF4-FFF2-40B4-BE49-F238E27FC236}">
                    <a16:creationId xmlns:a16="http://schemas.microsoft.com/office/drawing/2014/main" id="{358908C4-10FF-BE90-0660-6E4A51F10F40}"/>
                  </a:ext>
                </a:extLst>
              </p:cNvPr>
              <p:cNvSpPr/>
              <p:nvPr/>
            </p:nvSpPr>
            <p:spPr>
              <a:xfrm>
                <a:off x="9601684" y="5535761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5 h 6345"/>
                  <a:gd name="connsiteX3" fmla="*/ 5666 w 6343"/>
                  <a:gd name="connsiteY3" fmla="*/ 1091 h 6345"/>
                  <a:gd name="connsiteX4" fmla="*/ 3423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5 h 6345"/>
                  <a:gd name="connsiteX7" fmla="*/ 1181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6" y="5578"/>
                    </a:cubicBezTo>
                    <a:cubicBezTo>
                      <a:pt x="6261" y="4983"/>
                      <a:pt x="6595" y="4176"/>
                      <a:pt x="6595" y="3335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1" y="496"/>
                      <a:pt x="4264" y="162"/>
                      <a:pt x="3423" y="162"/>
                    </a:cubicBezTo>
                    <a:cubicBezTo>
                      <a:pt x="2582" y="162"/>
                      <a:pt x="1775" y="496"/>
                      <a:pt x="1181" y="1091"/>
                    </a:cubicBezTo>
                    <a:cubicBezTo>
                      <a:pt x="586" y="1686"/>
                      <a:pt x="252" y="2493"/>
                      <a:pt x="252" y="3335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71" name="Freeform: Shape 14170">
                <a:extLst>
                  <a:ext uri="{FF2B5EF4-FFF2-40B4-BE49-F238E27FC236}">
                    <a16:creationId xmlns:a16="http://schemas.microsoft.com/office/drawing/2014/main" id="{5F4C1294-624E-D2D3-C181-A9F2F6079CC0}"/>
                  </a:ext>
                </a:extLst>
              </p:cNvPr>
              <p:cNvSpPr/>
              <p:nvPr/>
            </p:nvSpPr>
            <p:spPr>
              <a:xfrm>
                <a:off x="9598702" y="5534390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5 h 6345"/>
                  <a:gd name="connsiteX3" fmla="*/ 5666 w 6343"/>
                  <a:gd name="connsiteY3" fmla="*/ 1091 h 6345"/>
                  <a:gd name="connsiteX4" fmla="*/ 3423 w 6343"/>
                  <a:gd name="connsiteY4" fmla="*/ 162 h 6345"/>
                  <a:gd name="connsiteX5" fmla="*/ 1180 w 6343"/>
                  <a:gd name="connsiteY5" fmla="*/ 1091 h 6345"/>
                  <a:gd name="connsiteX6" fmla="*/ 251 w 6343"/>
                  <a:gd name="connsiteY6" fmla="*/ 3335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6" y="5578"/>
                    </a:cubicBezTo>
                    <a:cubicBezTo>
                      <a:pt x="6260" y="4983"/>
                      <a:pt x="6595" y="4176"/>
                      <a:pt x="6595" y="3335"/>
                    </a:cubicBezTo>
                    <a:cubicBezTo>
                      <a:pt x="6595" y="2493"/>
                      <a:pt x="6260" y="1686"/>
                      <a:pt x="5666" y="1091"/>
                    </a:cubicBezTo>
                    <a:cubicBezTo>
                      <a:pt x="5071" y="496"/>
                      <a:pt x="4264" y="162"/>
                      <a:pt x="3423" y="162"/>
                    </a:cubicBezTo>
                    <a:cubicBezTo>
                      <a:pt x="2582" y="162"/>
                      <a:pt x="1775" y="496"/>
                      <a:pt x="1180" y="1091"/>
                    </a:cubicBezTo>
                    <a:cubicBezTo>
                      <a:pt x="586" y="1686"/>
                      <a:pt x="251" y="2493"/>
                      <a:pt x="251" y="3335"/>
                    </a:cubicBezTo>
                    <a:cubicBezTo>
                      <a:pt x="251" y="4176"/>
                      <a:pt x="586" y="4983"/>
                      <a:pt x="1180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72" name="Freeform: Shape 14171">
                <a:extLst>
                  <a:ext uri="{FF2B5EF4-FFF2-40B4-BE49-F238E27FC236}">
                    <a16:creationId xmlns:a16="http://schemas.microsoft.com/office/drawing/2014/main" id="{9AB20584-F3E3-9A1D-610C-C6D728147E16}"/>
                  </a:ext>
                </a:extLst>
              </p:cNvPr>
              <p:cNvSpPr/>
              <p:nvPr/>
            </p:nvSpPr>
            <p:spPr>
              <a:xfrm>
                <a:off x="9596830" y="5534709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5 h 6345"/>
                  <a:gd name="connsiteX3" fmla="*/ 5665 w 6343"/>
                  <a:gd name="connsiteY3" fmla="*/ 1091 h 6345"/>
                  <a:gd name="connsiteX4" fmla="*/ 3423 w 6343"/>
                  <a:gd name="connsiteY4" fmla="*/ 162 h 6345"/>
                  <a:gd name="connsiteX5" fmla="*/ 1180 w 6343"/>
                  <a:gd name="connsiteY5" fmla="*/ 1091 h 6345"/>
                  <a:gd name="connsiteX6" fmla="*/ 251 w 6343"/>
                  <a:gd name="connsiteY6" fmla="*/ 3335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5" y="5578"/>
                    </a:cubicBezTo>
                    <a:cubicBezTo>
                      <a:pt x="6260" y="4983"/>
                      <a:pt x="6594" y="4176"/>
                      <a:pt x="6594" y="3335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1" y="496"/>
                      <a:pt x="4264" y="162"/>
                      <a:pt x="3423" y="162"/>
                    </a:cubicBezTo>
                    <a:cubicBezTo>
                      <a:pt x="2582" y="162"/>
                      <a:pt x="1775" y="496"/>
                      <a:pt x="1180" y="1091"/>
                    </a:cubicBezTo>
                    <a:cubicBezTo>
                      <a:pt x="585" y="1686"/>
                      <a:pt x="251" y="2493"/>
                      <a:pt x="251" y="3335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73" name="Freeform: Shape 14172">
                <a:extLst>
                  <a:ext uri="{FF2B5EF4-FFF2-40B4-BE49-F238E27FC236}">
                    <a16:creationId xmlns:a16="http://schemas.microsoft.com/office/drawing/2014/main" id="{6534C441-74CE-E570-0135-5AC6230780A5}"/>
                  </a:ext>
                </a:extLst>
              </p:cNvPr>
              <p:cNvSpPr/>
              <p:nvPr/>
            </p:nvSpPr>
            <p:spPr>
              <a:xfrm>
                <a:off x="9593883" y="5533290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5 h 6345"/>
                  <a:gd name="connsiteX3" fmla="*/ 5665 w 6343"/>
                  <a:gd name="connsiteY3" fmla="*/ 1091 h 6345"/>
                  <a:gd name="connsiteX4" fmla="*/ 3423 w 6343"/>
                  <a:gd name="connsiteY4" fmla="*/ 162 h 6345"/>
                  <a:gd name="connsiteX5" fmla="*/ 1180 w 6343"/>
                  <a:gd name="connsiteY5" fmla="*/ 1091 h 6345"/>
                  <a:gd name="connsiteX6" fmla="*/ 251 w 6343"/>
                  <a:gd name="connsiteY6" fmla="*/ 3335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5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4" y="162"/>
                      <a:pt x="3423" y="162"/>
                    </a:cubicBezTo>
                    <a:cubicBezTo>
                      <a:pt x="2581" y="162"/>
                      <a:pt x="1775" y="496"/>
                      <a:pt x="1180" y="1091"/>
                    </a:cubicBezTo>
                    <a:cubicBezTo>
                      <a:pt x="585" y="1686"/>
                      <a:pt x="251" y="2493"/>
                      <a:pt x="251" y="3335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5" y="6173"/>
                      <a:pt x="2581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74" name="Freeform: Shape 14173">
                <a:extLst>
                  <a:ext uri="{FF2B5EF4-FFF2-40B4-BE49-F238E27FC236}">
                    <a16:creationId xmlns:a16="http://schemas.microsoft.com/office/drawing/2014/main" id="{F7401F5F-3417-95D1-2515-AB4943436A36}"/>
                  </a:ext>
                </a:extLst>
              </p:cNvPr>
              <p:cNvSpPr/>
              <p:nvPr/>
            </p:nvSpPr>
            <p:spPr>
              <a:xfrm>
                <a:off x="9591605" y="5532892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5 h 6345"/>
                  <a:gd name="connsiteX3" fmla="*/ 5665 w 6343"/>
                  <a:gd name="connsiteY3" fmla="*/ 1091 h 6345"/>
                  <a:gd name="connsiteX4" fmla="*/ 3422 w 6343"/>
                  <a:gd name="connsiteY4" fmla="*/ 162 h 6345"/>
                  <a:gd name="connsiteX5" fmla="*/ 1180 w 6343"/>
                  <a:gd name="connsiteY5" fmla="*/ 1091 h 6345"/>
                  <a:gd name="connsiteX6" fmla="*/ 251 w 6343"/>
                  <a:gd name="connsiteY6" fmla="*/ 3335 h 6345"/>
                  <a:gd name="connsiteX7" fmla="*/ 1180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4" y="6507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5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4" y="162"/>
                      <a:pt x="3422" y="162"/>
                    </a:cubicBezTo>
                    <a:cubicBezTo>
                      <a:pt x="2581" y="162"/>
                      <a:pt x="1775" y="496"/>
                      <a:pt x="1180" y="1091"/>
                    </a:cubicBezTo>
                    <a:cubicBezTo>
                      <a:pt x="585" y="1686"/>
                      <a:pt x="251" y="2493"/>
                      <a:pt x="251" y="3335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5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75" name="Freeform: Shape 14174">
                <a:extLst>
                  <a:ext uri="{FF2B5EF4-FFF2-40B4-BE49-F238E27FC236}">
                    <a16:creationId xmlns:a16="http://schemas.microsoft.com/office/drawing/2014/main" id="{6D11C230-D5C3-D8B3-4794-8D423A53BACE}"/>
                  </a:ext>
                </a:extLst>
              </p:cNvPr>
              <p:cNvSpPr/>
              <p:nvPr/>
            </p:nvSpPr>
            <p:spPr>
              <a:xfrm>
                <a:off x="9589945" y="5533475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5 h 6345"/>
                  <a:gd name="connsiteX3" fmla="*/ 5665 w 6343"/>
                  <a:gd name="connsiteY3" fmla="*/ 1091 h 6345"/>
                  <a:gd name="connsiteX4" fmla="*/ 3422 w 6343"/>
                  <a:gd name="connsiteY4" fmla="*/ 162 h 6345"/>
                  <a:gd name="connsiteX5" fmla="*/ 1180 w 6343"/>
                  <a:gd name="connsiteY5" fmla="*/ 1091 h 6345"/>
                  <a:gd name="connsiteX6" fmla="*/ 251 w 6343"/>
                  <a:gd name="connsiteY6" fmla="*/ 3335 h 6345"/>
                  <a:gd name="connsiteX7" fmla="*/ 1180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5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3" y="162"/>
                      <a:pt x="3422" y="162"/>
                    </a:cubicBezTo>
                    <a:cubicBezTo>
                      <a:pt x="2581" y="162"/>
                      <a:pt x="1774" y="496"/>
                      <a:pt x="1180" y="1091"/>
                    </a:cubicBezTo>
                    <a:cubicBezTo>
                      <a:pt x="585" y="1686"/>
                      <a:pt x="251" y="2493"/>
                      <a:pt x="251" y="3335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76" name="Freeform: Shape 14175">
                <a:extLst>
                  <a:ext uri="{FF2B5EF4-FFF2-40B4-BE49-F238E27FC236}">
                    <a16:creationId xmlns:a16="http://schemas.microsoft.com/office/drawing/2014/main" id="{967F0C32-A20F-E79D-DD53-2838557F50E0}"/>
                  </a:ext>
                </a:extLst>
              </p:cNvPr>
              <p:cNvSpPr/>
              <p:nvPr/>
            </p:nvSpPr>
            <p:spPr>
              <a:xfrm>
                <a:off x="9588347" y="5534153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5 h 6345"/>
                  <a:gd name="connsiteX3" fmla="*/ 5665 w 6343"/>
                  <a:gd name="connsiteY3" fmla="*/ 1091 h 6345"/>
                  <a:gd name="connsiteX4" fmla="*/ 3422 w 6343"/>
                  <a:gd name="connsiteY4" fmla="*/ 162 h 6345"/>
                  <a:gd name="connsiteX5" fmla="*/ 1180 w 6343"/>
                  <a:gd name="connsiteY5" fmla="*/ 1091 h 6345"/>
                  <a:gd name="connsiteX6" fmla="*/ 251 w 6343"/>
                  <a:gd name="connsiteY6" fmla="*/ 3335 h 6345"/>
                  <a:gd name="connsiteX7" fmla="*/ 1180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5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3" y="162"/>
                      <a:pt x="3422" y="162"/>
                    </a:cubicBezTo>
                    <a:cubicBezTo>
                      <a:pt x="2581" y="162"/>
                      <a:pt x="1774" y="496"/>
                      <a:pt x="1180" y="1091"/>
                    </a:cubicBezTo>
                    <a:cubicBezTo>
                      <a:pt x="585" y="1686"/>
                      <a:pt x="251" y="2493"/>
                      <a:pt x="251" y="3335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77" name="Freeform: Shape 14176">
                <a:extLst>
                  <a:ext uri="{FF2B5EF4-FFF2-40B4-BE49-F238E27FC236}">
                    <a16:creationId xmlns:a16="http://schemas.microsoft.com/office/drawing/2014/main" id="{64325A57-2842-FEF5-2E21-E7CBAFC3177A}"/>
                  </a:ext>
                </a:extLst>
              </p:cNvPr>
              <p:cNvSpPr/>
              <p:nvPr/>
            </p:nvSpPr>
            <p:spPr>
              <a:xfrm>
                <a:off x="9588218" y="5537312"/>
                <a:ext cx="6343" cy="6345"/>
              </a:xfrm>
              <a:custGeom>
                <a:avLst/>
                <a:gdLst>
                  <a:gd name="connsiteX0" fmla="*/ 3422 w 6343"/>
                  <a:gd name="connsiteY0" fmla="*/ 6508 h 6345"/>
                  <a:gd name="connsiteX1" fmla="*/ 5665 w 6343"/>
                  <a:gd name="connsiteY1" fmla="*/ 5578 h 6345"/>
                  <a:gd name="connsiteX2" fmla="*/ 6594 w 6343"/>
                  <a:gd name="connsiteY2" fmla="*/ 3335 h 6345"/>
                  <a:gd name="connsiteX3" fmla="*/ 5665 w 6343"/>
                  <a:gd name="connsiteY3" fmla="*/ 1091 h 6345"/>
                  <a:gd name="connsiteX4" fmla="*/ 3422 w 6343"/>
                  <a:gd name="connsiteY4" fmla="*/ 162 h 6345"/>
                  <a:gd name="connsiteX5" fmla="*/ 1180 w 6343"/>
                  <a:gd name="connsiteY5" fmla="*/ 1091 h 6345"/>
                  <a:gd name="connsiteX6" fmla="*/ 251 w 6343"/>
                  <a:gd name="connsiteY6" fmla="*/ 3335 h 6345"/>
                  <a:gd name="connsiteX7" fmla="*/ 1180 w 6343"/>
                  <a:gd name="connsiteY7" fmla="*/ 5578 h 6345"/>
                  <a:gd name="connsiteX8" fmla="*/ 342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8"/>
                    </a:moveTo>
                    <a:cubicBezTo>
                      <a:pt x="4263" y="6508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5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3" y="162"/>
                      <a:pt x="3422" y="162"/>
                    </a:cubicBezTo>
                    <a:cubicBezTo>
                      <a:pt x="2581" y="162"/>
                      <a:pt x="1774" y="496"/>
                      <a:pt x="1180" y="1091"/>
                    </a:cubicBezTo>
                    <a:cubicBezTo>
                      <a:pt x="585" y="1686"/>
                      <a:pt x="251" y="2493"/>
                      <a:pt x="251" y="3335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4" y="6173"/>
                      <a:pt x="2581" y="6508"/>
                      <a:pt x="342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78" name="Freeform: Shape 14177">
                <a:extLst>
                  <a:ext uri="{FF2B5EF4-FFF2-40B4-BE49-F238E27FC236}">
                    <a16:creationId xmlns:a16="http://schemas.microsoft.com/office/drawing/2014/main" id="{43FE6F1C-0872-F42B-DEA0-A1FDC2C2B86B}"/>
                  </a:ext>
                </a:extLst>
              </p:cNvPr>
              <p:cNvSpPr/>
              <p:nvPr/>
            </p:nvSpPr>
            <p:spPr>
              <a:xfrm>
                <a:off x="9586351" y="5537552"/>
                <a:ext cx="6343" cy="6345"/>
              </a:xfrm>
              <a:custGeom>
                <a:avLst/>
                <a:gdLst>
                  <a:gd name="connsiteX0" fmla="*/ 3422 w 6343"/>
                  <a:gd name="connsiteY0" fmla="*/ 6508 h 6345"/>
                  <a:gd name="connsiteX1" fmla="*/ 5665 w 6343"/>
                  <a:gd name="connsiteY1" fmla="*/ 5578 h 6345"/>
                  <a:gd name="connsiteX2" fmla="*/ 6594 w 6343"/>
                  <a:gd name="connsiteY2" fmla="*/ 3335 h 6345"/>
                  <a:gd name="connsiteX3" fmla="*/ 5665 w 6343"/>
                  <a:gd name="connsiteY3" fmla="*/ 1091 h 6345"/>
                  <a:gd name="connsiteX4" fmla="*/ 3422 w 6343"/>
                  <a:gd name="connsiteY4" fmla="*/ 162 h 6345"/>
                  <a:gd name="connsiteX5" fmla="*/ 1179 w 6343"/>
                  <a:gd name="connsiteY5" fmla="*/ 1091 h 6345"/>
                  <a:gd name="connsiteX6" fmla="*/ 250 w 6343"/>
                  <a:gd name="connsiteY6" fmla="*/ 3335 h 6345"/>
                  <a:gd name="connsiteX7" fmla="*/ 1179 w 6343"/>
                  <a:gd name="connsiteY7" fmla="*/ 5578 h 6345"/>
                  <a:gd name="connsiteX8" fmla="*/ 342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8"/>
                    </a:moveTo>
                    <a:cubicBezTo>
                      <a:pt x="4263" y="6508"/>
                      <a:pt x="5070" y="6173"/>
                      <a:pt x="5665" y="5578"/>
                    </a:cubicBezTo>
                    <a:cubicBezTo>
                      <a:pt x="6259" y="4983"/>
                      <a:pt x="6594" y="4176"/>
                      <a:pt x="6594" y="3335"/>
                    </a:cubicBezTo>
                    <a:cubicBezTo>
                      <a:pt x="6594" y="2493"/>
                      <a:pt x="6259" y="1686"/>
                      <a:pt x="5665" y="1091"/>
                    </a:cubicBezTo>
                    <a:cubicBezTo>
                      <a:pt x="5070" y="496"/>
                      <a:pt x="4263" y="162"/>
                      <a:pt x="3422" y="162"/>
                    </a:cubicBezTo>
                    <a:cubicBezTo>
                      <a:pt x="2581" y="162"/>
                      <a:pt x="1774" y="496"/>
                      <a:pt x="1179" y="1091"/>
                    </a:cubicBezTo>
                    <a:cubicBezTo>
                      <a:pt x="585" y="1686"/>
                      <a:pt x="250" y="2493"/>
                      <a:pt x="250" y="3335"/>
                    </a:cubicBezTo>
                    <a:cubicBezTo>
                      <a:pt x="250" y="4176"/>
                      <a:pt x="585" y="4983"/>
                      <a:pt x="1179" y="5578"/>
                    </a:cubicBezTo>
                    <a:cubicBezTo>
                      <a:pt x="1774" y="6173"/>
                      <a:pt x="2581" y="6508"/>
                      <a:pt x="342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79" name="Freeform: Shape 14178">
                <a:extLst>
                  <a:ext uri="{FF2B5EF4-FFF2-40B4-BE49-F238E27FC236}">
                    <a16:creationId xmlns:a16="http://schemas.microsoft.com/office/drawing/2014/main" id="{C3E42E47-D012-5B90-5DCC-7BD7454E54AC}"/>
                  </a:ext>
                </a:extLst>
              </p:cNvPr>
              <p:cNvSpPr/>
              <p:nvPr/>
            </p:nvSpPr>
            <p:spPr>
              <a:xfrm>
                <a:off x="9583781" y="5536550"/>
                <a:ext cx="6343" cy="6345"/>
              </a:xfrm>
              <a:custGeom>
                <a:avLst/>
                <a:gdLst>
                  <a:gd name="connsiteX0" fmla="*/ 3422 w 6343"/>
                  <a:gd name="connsiteY0" fmla="*/ 6508 h 6345"/>
                  <a:gd name="connsiteX1" fmla="*/ 5664 w 6343"/>
                  <a:gd name="connsiteY1" fmla="*/ 5578 h 6345"/>
                  <a:gd name="connsiteX2" fmla="*/ 6593 w 6343"/>
                  <a:gd name="connsiteY2" fmla="*/ 3335 h 6345"/>
                  <a:gd name="connsiteX3" fmla="*/ 5664 w 6343"/>
                  <a:gd name="connsiteY3" fmla="*/ 1091 h 6345"/>
                  <a:gd name="connsiteX4" fmla="*/ 3422 w 6343"/>
                  <a:gd name="connsiteY4" fmla="*/ 162 h 6345"/>
                  <a:gd name="connsiteX5" fmla="*/ 1179 w 6343"/>
                  <a:gd name="connsiteY5" fmla="*/ 1091 h 6345"/>
                  <a:gd name="connsiteX6" fmla="*/ 250 w 6343"/>
                  <a:gd name="connsiteY6" fmla="*/ 3335 h 6345"/>
                  <a:gd name="connsiteX7" fmla="*/ 1179 w 6343"/>
                  <a:gd name="connsiteY7" fmla="*/ 5578 h 6345"/>
                  <a:gd name="connsiteX8" fmla="*/ 342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8"/>
                    </a:moveTo>
                    <a:cubicBezTo>
                      <a:pt x="4263" y="6508"/>
                      <a:pt x="5070" y="6173"/>
                      <a:pt x="5664" y="5578"/>
                    </a:cubicBezTo>
                    <a:cubicBezTo>
                      <a:pt x="6259" y="4983"/>
                      <a:pt x="6593" y="4176"/>
                      <a:pt x="6593" y="3335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70" y="496"/>
                      <a:pt x="4263" y="162"/>
                      <a:pt x="3422" y="162"/>
                    </a:cubicBezTo>
                    <a:cubicBezTo>
                      <a:pt x="2581" y="162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5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1" y="6508"/>
                      <a:pt x="342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80" name="Freeform: Shape 14179">
                <a:extLst>
                  <a:ext uri="{FF2B5EF4-FFF2-40B4-BE49-F238E27FC236}">
                    <a16:creationId xmlns:a16="http://schemas.microsoft.com/office/drawing/2014/main" id="{9275FFDC-8890-7BF2-AA14-061D019E86DB}"/>
                  </a:ext>
                </a:extLst>
              </p:cNvPr>
              <p:cNvSpPr/>
              <p:nvPr/>
            </p:nvSpPr>
            <p:spPr>
              <a:xfrm>
                <a:off x="9583262" y="5539116"/>
                <a:ext cx="6343" cy="6345"/>
              </a:xfrm>
              <a:custGeom>
                <a:avLst/>
                <a:gdLst>
                  <a:gd name="connsiteX0" fmla="*/ 3422 w 6343"/>
                  <a:gd name="connsiteY0" fmla="*/ 6508 h 6345"/>
                  <a:gd name="connsiteX1" fmla="*/ 5664 w 6343"/>
                  <a:gd name="connsiteY1" fmla="*/ 5578 h 6345"/>
                  <a:gd name="connsiteX2" fmla="*/ 6593 w 6343"/>
                  <a:gd name="connsiteY2" fmla="*/ 3335 h 6345"/>
                  <a:gd name="connsiteX3" fmla="*/ 5664 w 6343"/>
                  <a:gd name="connsiteY3" fmla="*/ 1092 h 6345"/>
                  <a:gd name="connsiteX4" fmla="*/ 3422 w 6343"/>
                  <a:gd name="connsiteY4" fmla="*/ 162 h 6345"/>
                  <a:gd name="connsiteX5" fmla="*/ 1179 w 6343"/>
                  <a:gd name="connsiteY5" fmla="*/ 1092 h 6345"/>
                  <a:gd name="connsiteX6" fmla="*/ 250 w 6343"/>
                  <a:gd name="connsiteY6" fmla="*/ 3335 h 6345"/>
                  <a:gd name="connsiteX7" fmla="*/ 1179 w 6343"/>
                  <a:gd name="connsiteY7" fmla="*/ 5578 h 6345"/>
                  <a:gd name="connsiteX8" fmla="*/ 342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8"/>
                    </a:moveTo>
                    <a:cubicBezTo>
                      <a:pt x="4263" y="6508"/>
                      <a:pt x="5070" y="6173"/>
                      <a:pt x="5664" y="5578"/>
                    </a:cubicBezTo>
                    <a:cubicBezTo>
                      <a:pt x="6259" y="4983"/>
                      <a:pt x="6593" y="4176"/>
                      <a:pt x="6593" y="3335"/>
                    </a:cubicBezTo>
                    <a:cubicBezTo>
                      <a:pt x="6593" y="2494"/>
                      <a:pt x="6259" y="1687"/>
                      <a:pt x="5664" y="1092"/>
                    </a:cubicBezTo>
                    <a:cubicBezTo>
                      <a:pt x="5070" y="497"/>
                      <a:pt x="4263" y="162"/>
                      <a:pt x="3422" y="162"/>
                    </a:cubicBezTo>
                    <a:cubicBezTo>
                      <a:pt x="2581" y="162"/>
                      <a:pt x="1774" y="497"/>
                      <a:pt x="1179" y="1092"/>
                    </a:cubicBezTo>
                    <a:cubicBezTo>
                      <a:pt x="584" y="1687"/>
                      <a:pt x="250" y="2494"/>
                      <a:pt x="250" y="3335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1" y="6508"/>
                      <a:pt x="342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81" name="Freeform: Shape 14180">
                <a:extLst>
                  <a:ext uri="{FF2B5EF4-FFF2-40B4-BE49-F238E27FC236}">
                    <a16:creationId xmlns:a16="http://schemas.microsoft.com/office/drawing/2014/main" id="{A3176F64-741E-6704-D7A0-963B7851891E}"/>
                  </a:ext>
                </a:extLst>
              </p:cNvPr>
              <p:cNvSpPr/>
              <p:nvPr/>
            </p:nvSpPr>
            <p:spPr>
              <a:xfrm>
                <a:off x="9581936" y="5540286"/>
                <a:ext cx="6343" cy="6345"/>
              </a:xfrm>
              <a:custGeom>
                <a:avLst/>
                <a:gdLst>
                  <a:gd name="connsiteX0" fmla="*/ 3422 w 6343"/>
                  <a:gd name="connsiteY0" fmla="*/ 6508 h 6345"/>
                  <a:gd name="connsiteX1" fmla="*/ 5664 w 6343"/>
                  <a:gd name="connsiteY1" fmla="*/ 5579 h 6345"/>
                  <a:gd name="connsiteX2" fmla="*/ 6593 w 6343"/>
                  <a:gd name="connsiteY2" fmla="*/ 3335 h 6345"/>
                  <a:gd name="connsiteX3" fmla="*/ 5664 w 6343"/>
                  <a:gd name="connsiteY3" fmla="*/ 1092 h 6345"/>
                  <a:gd name="connsiteX4" fmla="*/ 3422 w 6343"/>
                  <a:gd name="connsiteY4" fmla="*/ 162 h 6345"/>
                  <a:gd name="connsiteX5" fmla="*/ 1179 w 6343"/>
                  <a:gd name="connsiteY5" fmla="*/ 1092 h 6345"/>
                  <a:gd name="connsiteX6" fmla="*/ 250 w 6343"/>
                  <a:gd name="connsiteY6" fmla="*/ 3335 h 6345"/>
                  <a:gd name="connsiteX7" fmla="*/ 1179 w 6343"/>
                  <a:gd name="connsiteY7" fmla="*/ 5579 h 6345"/>
                  <a:gd name="connsiteX8" fmla="*/ 342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8"/>
                    </a:moveTo>
                    <a:cubicBezTo>
                      <a:pt x="4263" y="6508"/>
                      <a:pt x="5070" y="6173"/>
                      <a:pt x="5664" y="5579"/>
                    </a:cubicBezTo>
                    <a:cubicBezTo>
                      <a:pt x="6259" y="4984"/>
                      <a:pt x="6593" y="4177"/>
                      <a:pt x="6593" y="3335"/>
                    </a:cubicBezTo>
                    <a:cubicBezTo>
                      <a:pt x="6593" y="2494"/>
                      <a:pt x="6259" y="1687"/>
                      <a:pt x="5664" y="1092"/>
                    </a:cubicBezTo>
                    <a:cubicBezTo>
                      <a:pt x="5070" y="497"/>
                      <a:pt x="4263" y="162"/>
                      <a:pt x="3422" y="162"/>
                    </a:cubicBezTo>
                    <a:cubicBezTo>
                      <a:pt x="2581" y="162"/>
                      <a:pt x="1774" y="497"/>
                      <a:pt x="1179" y="1092"/>
                    </a:cubicBezTo>
                    <a:cubicBezTo>
                      <a:pt x="584" y="1687"/>
                      <a:pt x="250" y="2494"/>
                      <a:pt x="250" y="3335"/>
                    </a:cubicBezTo>
                    <a:cubicBezTo>
                      <a:pt x="250" y="4177"/>
                      <a:pt x="584" y="4984"/>
                      <a:pt x="1179" y="5579"/>
                    </a:cubicBezTo>
                    <a:cubicBezTo>
                      <a:pt x="1774" y="6173"/>
                      <a:pt x="2581" y="6508"/>
                      <a:pt x="342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82" name="Freeform: Shape 14181">
                <a:extLst>
                  <a:ext uri="{FF2B5EF4-FFF2-40B4-BE49-F238E27FC236}">
                    <a16:creationId xmlns:a16="http://schemas.microsoft.com/office/drawing/2014/main" id="{E3D2CE32-6C31-EBE8-937D-B7915F47DFB1}"/>
                  </a:ext>
                </a:extLst>
              </p:cNvPr>
              <p:cNvSpPr/>
              <p:nvPr/>
            </p:nvSpPr>
            <p:spPr>
              <a:xfrm>
                <a:off x="9577632" y="5536054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5 h 6345"/>
                  <a:gd name="connsiteX3" fmla="*/ 5664 w 6343"/>
                  <a:gd name="connsiteY3" fmla="*/ 1091 h 6345"/>
                  <a:gd name="connsiteX4" fmla="*/ 3421 w 6343"/>
                  <a:gd name="connsiteY4" fmla="*/ 162 h 6345"/>
                  <a:gd name="connsiteX5" fmla="*/ 1179 w 6343"/>
                  <a:gd name="connsiteY5" fmla="*/ 1091 h 6345"/>
                  <a:gd name="connsiteX6" fmla="*/ 250 w 6343"/>
                  <a:gd name="connsiteY6" fmla="*/ 3335 h 6345"/>
                  <a:gd name="connsiteX7" fmla="*/ 1179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5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2" y="162"/>
                      <a:pt x="3421" y="162"/>
                    </a:cubicBezTo>
                    <a:cubicBezTo>
                      <a:pt x="2580" y="162"/>
                      <a:pt x="1773" y="496"/>
                      <a:pt x="1179" y="1091"/>
                    </a:cubicBezTo>
                    <a:cubicBezTo>
                      <a:pt x="584" y="1686"/>
                      <a:pt x="250" y="2493"/>
                      <a:pt x="250" y="3335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83" name="Freeform: Shape 14182">
                <a:extLst>
                  <a:ext uri="{FF2B5EF4-FFF2-40B4-BE49-F238E27FC236}">
                    <a16:creationId xmlns:a16="http://schemas.microsoft.com/office/drawing/2014/main" id="{EC60CC68-670C-B328-13A3-0BEC3EEE9BB1}"/>
                  </a:ext>
                </a:extLst>
              </p:cNvPr>
              <p:cNvSpPr/>
              <p:nvPr/>
            </p:nvSpPr>
            <p:spPr>
              <a:xfrm>
                <a:off x="9576409" y="5537355"/>
                <a:ext cx="6343" cy="6345"/>
              </a:xfrm>
              <a:custGeom>
                <a:avLst/>
                <a:gdLst>
                  <a:gd name="connsiteX0" fmla="*/ 3421 w 6343"/>
                  <a:gd name="connsiteY0" fmla="*/ 6508 h 6345"/>
                  <a:gd name="connsiteX1" fmla="*/ 5664 w 6343"/>
                  <a:gd name="connsiteY1" fmla="*/ 5578 h 6345"/>
                  <a:gd name="connsiteX2" fmla="*/ 6593 w 6343"/>
                  <a:gd name="connsiteY2" fmla="*/ 3335 h 6345"/>
                  <a:gd name="connsiteX3" fmla="*/ 5664 w 6343"/>
                  <a:gd name="connsiteY3" fmla="*/ 1091 h 6345"/>
                  <a:gd name="connsiteX4" fmla="*/ 3421 w 6343"/>
                  <a:gd name="connsiteY4" fmla="*/ 162 h 6345"/>
                  <a:gd name="connsiteX5" fmla="*/ 1179 w 6343"/>
                  <a:gd name="connsiteY5" fmla="*/ 1091 h 6345"/>
                  <a:gd name="connsiteX6" fmla="*/ 250 w 6343"/>
                  <a:gd name="connsiteY6" fmla="*/ 3335 h 6345"/>
                  <a:gd name="connsiteX7" fmla="*/ 1179 w 6343"/>
                  <a:gd name="connsiteY7" fmla="*/ 5578 h 6345"/>
                  <a:gd name="connsiteX8" fmla="*/ 342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8"/>
                    </a:moveTo>
                    <a:cubicBezTo>
                      <a:pt x="4262" y="6508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5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2" y="162"/>
                      <a:pt x="3421" y="162"/>
                    </a:cubicBezTo>
                    <a:cubicBezTo>
                      <a:pt x="2580" y="162"/>
                      <a:pt x="1773" y="496"/>
                      <a:pt x="1179" y="1091"/>
                    </a:cubicBezTo>
                    <a:cubicBezTo>
                      <a:pt x="584" y="1686"/>
                      <a:pt x="250" y="2493"/>
                      <a:pt x="250" y="3335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3" y="6173"/>
                      <a:pt x="2580" y="6508"/>
                      <a:pt x="342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84" name="Freeform: Shape 14183">
                <a:extLst>
                  <a:ext uri="{FF2B5EF4-FFF2-40B4-BE49-F238E27FC236}">
                    <a16:creationId xmlns:a16="http://schemas.microsoft.com/office/drawing/2014/main" id="{19B62220-9194-01F5-CB61-AB79C90B98C1}"/>
                  </a:ext>
                </a:extLst>
              </p:cNvPr>
              <p:cNvSpPr/>
              <p:nvPr/>
            </p:nvSpPr>
            <p:spPr>
              <a:xfrm>
                <a:off x="9572912" y="5534413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5 h 6345"/>
                  <a:gd name="connsiteX3" fmla="*/ 5664 w 6343"/>
                  <a:gd name="connsiteY3" fmla="*/ 1091 h 6345"/>
                  <a:gd name="connsiteX4" fmla="*/ 3421 w 6343"/>
                  <a:gd name="connsiteY4" fmla="*/ 162 h 6345"/>
                  <a:gd name="connsiteX5" fmla="*/ 1178 w 6343"/>
                  <a:gd name="connsiteY5" fmla="*/ 1091 h 6345"/>
                  <a:gd name="connsiteX6" fmla="*/ 249 w 6343"/>
                  <a:gd name="connsiteY6" fmla="*/ 3335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8" y="4983"/>
                      <a:pt x="6593" y="4176"/>
                      <a:pt x="6593" y="3335"/>
                    </a:cubicBezTo>
                    <a:cubicBezTo>
                      <a:pt x="6593" y="2493"/>
                      <a:pt x="6258" y="1686"/>
                      <a:pt x="5664" y="1091"/>
                    </a:cubicBezTo>
                    <a:cubicBezTo>
                      <a:pt x="5069" y="496"/>
                      <a:pt x="4262" y="162"/>
                      <a:pt x="3421" y="162"/>
                    </a:cubicBezTo>
                    <a:cubicBezTo>
                      <a:pt x="2580" y="162"/>
                      <a:pt x="1773" y="496"/>
                      <a:pt x="1178" y="1091"/>
                    </a:cubicBezTo>
                    <a:cubicBezTo>
                      <a:pt x="584" y="1686"/>
                      <a:pt x="249" y="2493"/>
                      <a:pt x="249" y="3335"/>
                    </a:cubicBezTo>
                    <a:cubicBezTo>
                      <a:pt x="249" y="4176"/>
                      <a:pt x="584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85" name="Freeform: Shape 14184">
                <a:extLst>
                  <a:ext uri="{FF2B5EF4-FFF2-40B4-BE49-F238E27FC236}">
                    <a16:creationId xmlns:a16="http://schemas.microsoft.com/office/drawing/2014/main" id="{FA8304B1-800E-0E9C-F801-6FBEA35ED678}"/>
                  </a:ext>
                </a:extLst>
              </p:cNvPr>
              <p:cNvSpPr/>
              <p:nvPr/>
            </p:nvSpPr>
            <p:spPr>
              <a:xfrm>
                <a:off x="9602585" y="5594371"/>
                <a:ext cx="6343" cy="6345"/>
              </a:xfrm>
              <a:custGeom>
                <a:avLst/>
                <a:gdLst>
                  <a:gd name="connsiteX0" fmla="*/ 3423 w 6343"/>
                  <a:gd name="connsiteY0" fmla="*/ 6512 h 6345"/>
                  <a:gd name="connsiteX1" fmla="*/ 5666 w 6343"/>
                  <a:gd name="connsiteY1" fmla="*/ 5583 h 6345"/>
                  <a:gd name="connsiteX2" fmla="*/ 6595 w 6343"/>
                  <a:gd name="connsiteY2" fmla="*/ 3339 h 6345"/>
                  <a:gd name="connsiteX3" fmla="*/ 5666 w 6343"/>
                  <a:gd name="connsiteY3" fmla="*/ 1096 h 6345"/>
                  <a:gd name="connsiteX4" fmla="*/ 3423 w 6343"/>
                  <a:gd name="connsiteY4" fmla="*/ 167 h 6345"/>
                  <a:gd name="connsiteX5" fmla="*/ 1181 w 6343"/>
                  <a:gd name="connsiteY5" fmla="*/ 1096 h 6345"/>
                  <a:gd name="connsiteX6" fmla="*/ 252 w 6343"/>
                  <a:gd name="connsiteY6" fmla="*/ 3339 h 6345"/>
                  <a:gd name="connsiteX7" fmla="*/ 1181 w 6343"/>
                  <a:gd name="connsiteY7" fmla="*/ 5583 h 6345"/>
                  <a:gd name="connsiteX8" fmla="*/ 3423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12"/>
                    </a:moveTo>
                    <a:cubicBezTo>
                      <a:pt x="4264" y="6512"/>
                      <a:pt x="5071" y="6178"/>
                      <a:pt x="5666" y="5583"/>
                    </a:cubicBezTo>
                    <a:cubicBezTo>
                      <a:pt x="6261" y="4988"/>
                      <a:pt x="6595" y="4181"/>
                      <a:pt x="6595" y="3339"/>
                    </a:cubicBezTo>
                    <a:cubicBezTo>
                      <a:pt x="6595" y="2498"/>
                      <a:pt x="6261" y="1691"/>
                      <a:pt x="5666" y="1096"/>
                    </a:cubicBezTo>
                    <a:cubicBezTo>
                      <a:pt x="5071" y="501"/>
                      <a:pt x="4264" y="167"/>
                      <a:pt x="3423" y="167"/>
                    </a:cubicBezTo>
                    <a:cubicBezTo>
                      <a:pt x="2582" y="167"/>
                      <a:pt x="1775" y="501"/>
                      <a:pt x="1181" y="1096"/>
                    </a:cubicBezTo>
                    <a:cubicBezTo>
                      <a:pt x="586" y="1691"/>
                      <a:pt x="252" y="2498"/>
                      <a:pt x="252" y="3339"/>
                    </a:cubicBezTo>
                    <a:cubicBezTo>
                      <a:pt x="252" y="4181"/>
                      <a:pt x="586" y="4988"/>
                      <a:pt x="1181" y="5583"/>
                    </a:cubicBezTo>
                    <a:cubicBezTo>
                      <a:pt x="1775" y="6178"/>
                      <a:pt x="2582" y="6512"/>
                      <a:pt x="3423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86" name="Freeform: Shape 14185">
                <a:extLst>
                  <a:ext uri="{FF2B5EF4-FFF2-40B4-BE49-F238E27FC236}">
                    <a16:creationId xmlns:a16="http://schemas.microsoft.com/office/drawing/2014/main" id="{10A69723-0B95-3006-A831-ED95DA29FCAB}"/>
                  </a:ext>
                </a:extLst>
              </p:cNvPr>
              <p:cNvSpPr/>
              <p:nvPr/>
            </p:nvSpPr>
            <p:spPr>
              <a:xfrm>
                <a:off x="9601392" y="5596594"/>
                <a:ext cx="6343" cy="6345"/>
              </a:xfrm>
              <a:custGeom>
                <a:avLst/>
                <a:gdLst>
                  <a:gd name="connsiteX0" fmla="*/ 3423 w 6343"/>
                  <a:gd name="connsiteY0" fmla="*/ 6512 h 6345"/>
                  <a:gd name="connsiteX1" fmla="*/ 5666 w 6343"/>
                  <a:gd name="connsiteY1" fmla="*/ 5583 h 6345"/>
                  <a:gd name="connsiteX2" fmla="*/ 6595 w 6343"/>
                  <a:gd name="connsiteY2" fmla="*/ 3340 h 6345"/>
                  <a:gd name="connsiteX3" fmla="*/ 5666 w 6343"/>
                  <a:gd name="connsiteY3" fmla="*/ 1096 h 6345"/>
                  <a:gd name="connsiteX4" fmla="*/ 3423 w 6343"/>
                  <a:gd name="connsiteY4" fmla="*/ 167 h 6345"/>
                  <a:gd name="connsiteX5" fmla="*/ 1181 w 6343"/>
                  <a:gd name="connsiteY5" fmla="*/ 1096 h 6345"/>
                  <a:gd name="connsiteX6" fmla="*/ 252 w 6343"/>
                  <a:gd name="connsiteY6" fmla="*/ 3340 h 6345"/>
                  <a:gd name="connsiteX7" fmla="*/ 1181 w 6343"/>
                  <a:gd name="connsiteY7" fmla="*/ 5583 h 6345"/>
                  <a:gd name="connsiteX8" fmla="*/ 3423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12"/>
                    </a:moveTo>
                    <a:cubicBezTo>
                      <a:pt x="4264" y="6512"/>
                      <a:pt x="5071" y="6178"/>
                      <a:pt x="5666" y="5583"/>
                    </a:cubicBezTo>
                    <a:cubicBezTo>
                      <a:pt x="6261" y="4988"/>
                      <a:pt x="6595" y="4181"/>
                      <a:pt x="6595" y="3340"/>
                    </a:cubicBezTo>
                    <a:cubicBezTo>
                      <a:pt x="6595" y="2498"/>
                      <a:pt x="6261" y="1691"/>
                      <a:pt x="5666" y="1096"/>
                    </a:cubicBezTo>
                    <a:cubicBezTo>
                      <a:pt x="5071" y="501"/>
                      <a:pt x="4264" y="167"/>
                      <a:pt x="3423" y="167"/>
                    </a:cubicBezTo>
                    <a:cubicBezTo>
                      <a:pt x="2582" y="167"/>
                      <a:pt x="1775" y="501"/>
                      <a:pt x="1181" y="1096"/>
                    </a:cubicBezTo>
                    <a:cubicBezTo>
                      <a:pt x="586" y="1691"/>
                      <a:pt x="252" y="2498"/>
                      <a:pt x="252" y="3340"/>
                    </a:cubicBezTo>
                    <a:cubicBezTo>
                      <a:pt x="252" y="4181"/>
                      <a:pt x="586" y="4988"/>
                      <a:pt x="1181" y="5583"/>
                    </a:cubicBezTo>
                    <a:cubicBezTo>
                      <a:pt x="1775" y="6178"/>
                      <a:pt x="2582" y="6512"/>
                      <a:pt x="3423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87" name="Freeform: Shape 14186">
                <a:extLst>
                  <a:ext uri="{FF2B5EF4-FFF2-40B4-BE49-F238E27FC236}">
                    <a16:creationId xmlns:a16="http://schemas.microsoft.com/office/drawing/2014/main" id="{7E455EDF-2C13-10ED-64C6-C96A51DBD0EB}"/>
                  </a:ext>
                </a:extLst>
              </p:cNvPr>
              <p:cNvSpPr/>
              <p:nvPr/>
            </p:nvSpPr>
            <p:spPr>
              <a:xfrm>
                <a:off x="9599477" y="5597442"/>
                <a:ext cx="6343" cy="6345"/>
              </a:xfrm>
              <a:custGeom>
                <a:avLst/>
                <a:gdLst>
                  <a:gd name="connsiteX0" fmla="*/ 3423 w 6343"/>
                  <a:gd name="connsiteY0" fmla="*/ 6512 h 6345"/>
                  <a:gd name="connsiteX1" fmla="*/ 5666 w 6343"/>
                  <a:gd name="connsiteY1" fmla="*/ 5583 h 6345"/>
                  <a:gd name="connsiteX2" fmla="*/ 6595 w 6343"/>
                  <a:gd name="connsiteY2" fmla="*/ 3340 h 6345"/>
                  <a:gd name="connsiteX3" fmla="*/ 5666 w 6343"/>
                  <a:gd name="connsiteY3" fmla="*/ 1096 h 6345"/>
                  <a:gd name="connsiteX4" fmla="*/ 3423 w 6343"/>
                  <a:gd name="connsiteY4" fmla="*/ 167 h 6345"/>
                  <a:gd name="connsiteX5" fmla="*/ 1180 w 6343"/>
                  <a:gd name="connsiteY5" fmla="*/ 1096 h 6345"/>
                  <a:gd name="connsiteX6" fmla="*/ 251 w 6343"/>
                  <a:gd name="connsiteY6" fmla="*/ 3340 h 6345"/>
                  <a:gd name="connsiteX7" fmla="*/ 1180 w 6343"/>
                  <a:gd name="connsiteY7" fmla="*/ 5583 h 6345"/>
                  <a:gd name="connsiteX8" fmla="*/ 3423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12"/>
                    </a:moveTo>
                    <a:cubicBezTo>
                      <a:pt x="4264" y="6512"/>
                      <a:pt x="5071" y="6178"/>
                      <a:pt x="5666" y="5583"/>
                    </a:cubicBezTo>
                    <a:cubicBezTo>
                      <a:pt x="6260" y="4988"/>
                      <a:pt x="6595" y="4181"/>
                      <a:pt x="6595" y="3340"/>
                    </a:cubicBezTo>
                    <a:cubicBezTo>
                      <a:pt x="6595" y="2498"/>
                      <a:pt x="6260" y="1691"/>
                      <a:pt x="5666" y="1096"/>
                    </a:cubicBezTo>
                    <a:cubicBezTo>
                      <a:pt x="5071" y="501"/>
                      <a:pt x="4264" y="167"/>
                      <a:pt x="3423" y="167"/>
                    </a:cubicBezTo>
                    <a:cubicBezTo>
                      <a:pt x="2582" y="167"/>
                      <a:pt x="1775" y="501"/>
                      <a:pt x="1180" y="1096"/>
                    </a:cubicBezTo>
                    <a:cubicBezTo>
                      <a:pt x="586" y="1691"/>
                      <a:pt x="251" y="2498"/>
                      <a:pt x="251" y="3340"/>
                    </a:cubicBezTo>
                    <a:cubicBezTo>
                      <a:pt x="251" y="4181"/>
                      <a:pt x="586" y="4988"/>
                      <a:pt x="1180" y="5583"/>
                    </a:cubicBezTo>
                    <a:cubicBezTo>
                      <a:pt x="1775" y="6178"/>
                      <a:pt x="2582" y="6512"/>
                      <a:pt x="3423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88" name="Freeform: Shape 14187">
                <a:extLst>
                  <a:ext uri="{FF2B5EF4-FFF2-40B4-BE49-F238E27FC236}">
                    <a16:creationId xmlns:a16="http://schemas.microsoft.com/office/drawing/2014/main" id="{B7C76288-E583-6D9D-BD30-5E12FB8947BA}"/>
                  </a:ext>
                </a:extLst>
              </p:cNvPr>
              <p:cNvSpPr/>
              <p:nvPr/>
            </p:nvSpPr>
            <p:spPr>
              <a:xfrm>
                <a:off x="9565536" y="5534636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5 h 6345"/>
                  <a:gd name="connsiteX3" fmla="*/ 5663 w 6343"/>
                  <a:gd name="connsiteY3" fmla="*/ 1091 h 6345"/>
                  <a:gd name="connsiteX4" fmla="*/ 3420 w 6343"/>
                  <a:gd name="connsiteY4" fmla="*/ 162 h 6345"/>
                  <a:gd name="connsiteX5" fmla="*/ 1178 w 6343"/>
                  <a:gd name="connsiteY5" fmla="*/ 1091 h 6345"/>
                  <a:gd name="connsiteX6" fmla="*/ 249 w 6343"/>
                  <a:gd name="connsiteY6" fmla="*/ 3335 h 6345"/>
                  <a:gd name="connsiteX7" fmla="*/ 1178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5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1" y="162"/>
                      <a:pt x="3420" y="162"/>
                    </a:cubicBezTo>
                    <a:cubicBezTo>
                      <a:pt x="2579" y="162"/>
                      <a:pt x="1772" y="496"/>
                      <a:pt x="1178" y="1091"/>
                    </a:cubicBezTo>
                    <a:cubicBezTo>
                      <a:pt x="583" y="1686"/>
                      <a:pt x="249" y="2493"/>
                      <a:pt x="249" y="3335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89" name="Freeform: Shape 14188">
                <a:extLst>
                  <a:ext uri="{FF2B5EF4-FFF2-40B4-BE49-F238E27FC236}">
                    <a16:creationId xmlns:a16="http://schemas.microsoft.com/office/drawing/2014/main" id="{EE93B617-85FF-3C9D-346D-E5FEA6830CB7}"/>
                  </a:ext>
                </a:extLst>
              </p:cNvPr>
              <p:cNvSpPr/>
              <p:nvPr/>
            </p:nvSpPr>
            <p:spPr>
              <a:xfrm>
                <a:off x="9559808" y="5534162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1 w 6343"/>
                  <a:gd name="connsiteY2" fmla="*/ 3335 h 6345"/>
                  <a:gd name="connsiteX3" fmla="*/ 5663 w 6343"/>
                  <a:gd name="connsiteY3" fmla="*/ 1091 h 6345"/>
                  <a:gd name="connsiteX4" fmla="*/ 3420 w 6343"/>
                  <a:gd name="connsiteY4" fmla="*/ 162 h 6345"/>
                  <a:gd name="connsiteX5" fmla="*/ 1177 w 6343"/>
                  <a:gd name="connsiteY5" fmla="*/ 1091 h 6345"/>
                  <a:gd name="connsiteX6" fmla="*/ 248 w 6343"/>
                  <a:gd name="connsiteY6" fmla="*/ 3335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7" y="4983"/>
                      <a:pt x="6591" y="4176"/>
                      <a:pt x="6591" y="3335"/>
                    </a:cubicBezTo>
                    <a:cubicBezTo>
                      <a:pt x="6591" y="2493"/>
                      <a:pt x="6257" y="1686"/>
                      <a:pt x="5663" y="1091"/>
                    </a:cubicBezTo>
                    <a:cubicBezTo>
                      <a:pt x="5068" y="496"/>
                      <a:pt x="4261" y="162"/>
                      <a:pt x="3420" y="162"/>
                    </a:cubicBezTo>
                    <a:cubicBezTo>
                      <a:pt x="2579" y="162"/>
                      <a:pt x="1772" y="496"/>
                      <a:pt x="1177" y="1091"/>
                    </a:cubicBezTo>
                    <a:cubicBezTo>
                      <a:pt x="583" y="1686"/>
                      <a:pt x="248" y="2493"/>
                      <a:pt x="248" y="3335"/>
                    </a:cubicBezTo>
                    <a:cubicBezTo>
                      <a:pt x="248" y="4176"/>
                      <a:pt x="583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90" name="Freeform: Shape 14189">
                <a:extLst>
                  <a:ext uri="{FF2B5EF4-FFF2-40B4-BE49-F238E27FC236}">
                    <a16:creationId xmlns:a16="http://schemas.microsoft.com/office/drawing/2014/main" id="{924636D0-2280-BA0E-08A8-8810A6494478}"/>
                  </a:ext>
                </a:extLst>
              </p:cNvPr>
              <p:cNvSpPr/>
              <p:nvPr/>
            </p:nvSpPr>
            <p:spPr>
              <a:xfrm>
                <a:off x="9558043" y="5534254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5 h 6345"/>
                  <a:gd name="connsiteX3" fmla="*/ 5662 w 6343"/>
                  <a:gd name="connsiteY3" fmla="*/ 1091 h 6345"/>
                  <a:gd name="connsiteX4" fmla="*/ 3420 w 6343"/>
                  <a:gd name="connsiteY4" fmla="*/ 162 h 6345"/>
                  <a:gd name="connsiteX5" fmla="*/ 1177 w 6343"/>
                  <a:gd name="connsiteY5" fmla="*/ 1091 h 6345"/>
                  <a:gd name="connsiteX6" fmla="*/ 248 w 6343"/>
                  <a:gd name="connsiteY6" fmla="*/ 3335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2" y="5578"/>
                    </a:cubicBezTo>
                    <a:cubicBezTo>
                      <a:pt x="6257" y="4983"/>
                      <a:pt x="6591" y="4176"/>
                      <a:pt x="6591" y="3335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8" y="496"/>
                      <a:pt x="4261" y="162"/>
                      <a:pt x="3420" y="162"/>
                    </a:cubicBezTo>
                    <a:cubicBezTo>
                      <a:pt x="2579" y="162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5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91" name="Freeform: Shape 14190">
                <a:extLst>
                  <a:ext uri="{FF2B5EF4-FFF2-40B4-BE49-F238E27FC236}">
                    <a16:creationId xmlns:a16="http://schemas.microsoft.com/office/drawing/2014/main" id="{0A9AE186-07D1-43CF-670B-8B78BFB5D2F5}"/>
                  </a:ext>
                </a:extLst>
              </p:cNvPr>
              <p:cNvSpPr/>
              <p:nvPr/>
            </p:nvSpPr>
            <p:spPr>
              <a:xfrm>
                <a:off x="9556490" y="5534779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5 h 6345"/>
                  <a:gd name="connsiteX3" fmla="*/ 5662 w 6343"/>
                  <a:gd name="connsiteY3" fmla="*/ 1091 h 6345"/>
                  <a:gd name="connsiteX4" fmla="*/ 3420 w 6343"/>
                  <a:gd name="connsiteY4" fmla="*/ 162 h 6345"/>
                  <a:gd name="connsiteX5" fmla="*/ 1177 w 6343"/>
                  <a:gd name="connsiteY5" fmla="*/ 1091 h 6345"/>
                  <a:gd name="connsiteX6" fmla="*/ 248 w 6343"/>
                  <a:gd name="connsiteY6" fmla="*/ 3335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2" y="5578"/>
                    </a:cubicBezTo>
                    <a:cubicBezTo>
                      <a:pt x="6257" y="4983"/>
                      <a:pt x="6591" y="4176"/>
                      <a:pt x="6591" y="3335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8" y="496"/>
                      <a:pt x="4261" y="162"/>
                      <a:pt x="3420" y="162"/>
                    </a:cubicBezTo>
                    <a:cubicBezTo>
                      <a:pt x="2579" y="162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5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92" name="Freeform: Shape 14191">
                <a:extLst>
                  <a:ext uri="{FF2B5EF4-FFF2-40B4-BE49-F238E27FC236}">
                    <a16:creationId xmlns:a16="http://schemas.microsoft.com/office/drawing/2014/main" id="{8F0CF85A-1159-45B7-3984-94A71D81FF37}"/>
                  </a:ext>
                </a:extLst>
              </p:cNvPr>
              <p:cNvSpPr/>
              <p:nvPr/>
            </p:nvSpPr>
            <p:spPr>
              <a:xfrm>
                <a:off x="9554421" y="5534175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5 h 6345"/>
                  <a:gd name="connsiteX3" fmla="*/ 5662 w 6343"/>
                  <a:gd name="connsiteY3" fmla="*/ 1091 h 6345"/>
                  <a:gd name="connsiteX4" fmla="*/ 3419 w 6343"/>
                  <a:gd name="connsiteY4" fmla="*/ 162 h 6345"/>
                  <a:gd name="connsiteX5" fmla="*/ 1177 w 6343"/>
                  <a:gd name="connsiteY5" fmla="*/ 1091 h 6345"/>
                  <a:gd name="connsiteX6" fmla="*/ 248 w 6343"/>
                  <a:gd name="connsiteY6" fmla="*/ 3335 h 6345"/>
                  <a:gd name="connsiteX7" fmla="*/ 1177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1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5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1" y="162"/>
                      <a:pt x="3419" y="162"/>
                    </a:cubicBezTo>
                    <a:cubicBezTo>
                      <a:pt x="2578" y="162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5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93" name="Freeform: Shape 14192">
                <a:extLst>
                  <a:ext uri="{FF2B5EF4-FFF2-40B4-BE49-F238E27FC236}">
                    <a16:creationId xmlns:a16="http://schemas.microsoft.com/office/drawing/2014/main" id="{FC9C93E5-AB3B-9A3B-1AEA-B634A6FC07D0}"/>
                  </a:ext>
                </a:extLst>
              </p:cNvPr>
              <p:cNvSpPr/>
              <p:nvPr/>
            </p:nvSpPr>
            <p:spPr>
              <a:xfrm>
                <a:off x="9552090" y="5536915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8 h 6345"/>
                  <a:gd name="connsiteX2" fmla="*/ 6591 w 6343"/>
                  <a:gd name="connsiteY2" fmla="*/ 3335 h 6345"/>
                  <a:gd name="connsiteX3" fmla="*/ 5662 w 6343"/>
                  <a:gd name="connsiteY3" fmla="*/ 1091 h 6345"/>
                  <a:gd name="connsiteX4" fmla="*/ 3419 w 6343"/>
                  <a:gd name="connsiteY4" fmla="*/ 162 h 6345"/>
                  <a:gd name="connsiteX5" fmla="*/ 1177 w 6343"/>
                  <a:gd name="connsiteY5" fmla="*/ 1091 h 6345"/>
                  <a:gd name="connsiteX6" fmla="*/ 248 w 6343"/>
                  <a:gd name="connsiteY6" fmla="*/ 3335 h 6345"/>
                  <a:gd name="connsiteX7" fmla="*/ 1177 w 6343"/>
                  <a:gd name="connsiteY7" fmla="*/ 5578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5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0" y="162"/>
                      <a:pt x="3419" y="162"/>
                    </a:cubicBezTo>
                    <a:cubicBezTo>
                      <a:pt x="2578" y="162"/>
                      <a:pt x="1771" y="496"/>
                      <a:pt x="1177" y="1091"/>
                    </a:cubicBezTo>
                    <a:cubicBezTo>
                      <a:pt x="582" y="1686"/>
                      <a:pt x="248" y="2493"/>
                      <a:pt x="248" y="3335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1" y="6173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94" name="Freeform: Shape 14193">
                <a:extLst>
                  <a:ext uri="{FF2B5EF4-FFF2-40B4-BE49-F238E27FC236}">
                    <a16:creationId xmlns:a16="http://schemas.microsoft.com/office/drawing/2014/main" id="{17CC5D28-403C-9679-0B7A-141CF65D8702}"/>
                  </a:ext>
                </a:extLst>
              </p:cNvPr>
              <p:cNvSpPr/>
              <p:nvPr/>
            </p:nvSpPr>
            <p:spPr>
              <a:xfrm>
                <a:off x="9551262" y="5539096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8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19 w 6343"/>
                  <a:gd name="connsiteY4" fmla="*/ 162 h 6345"/>
                  <a:gd name="connsiteX5" fmla="*/ 1177 w 6343"/>
                  <a:gd name="connsiteY5" fmla="*/ 1092 h 6345"/>
                  <a:gd name="connsiteX6" fmla="*/ 248 w 6343"/>
                  <a:gd name="connsiteY6" fmla="*/ 3335 h 6345"/>
                  <a:gd name="connsiteX7" fmla="*/ 1177 w 6343"/>
                  <a:gd name="connsiteY7" fmla="*/ 5578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5"/>
                    </a:cubicBezTo>
                    <a:cubicBezTo>
                      <a:pt x="6591" y="2494"/>
                      <a:pt x="6257" y="1687"/>
                      <a:pt x="5662" y="1092"/>
                    </a:cubicBezTo>
                    <a:cubicBezTo>
                      <a:pt x="5067" y="497"/>
                      <a:pt x="4260" y="162"/>
                      <a:pt x="3419" y="162"/>
                    </a:cubicBezTo>
                    <a:cubicBezTo>
                      <a:pt x="2578" y="162"/>
                      <a:pt x="1771" y="497"/>
                      <a:pt x="1177" y="1092"/>
                    </a:cubicBezTo>
                    <a:cubicBezTo>
                      <a:pt x="582" y="1687"/>
                      <a:pt x="248" y="2494"/>
                      <a:pt x="248" y="3335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1" y="6173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95" name="Freeform: Shape 14194">
                <a:extLst>
                  <a:ext uri="{FF2B5EF4-FFF2-40B4-BE49-F238E27FC236}">
                    <a16:creationId xmlns:a16="http://schemas.microsoft.com/office/drawing/2014/main" id="{EF0D5D41-1D80-B02C-AF1D-07E70BFE22B5}"/>
                  </a:ext>
                </a:extLst>
              </p:cNvPr>
              <p:cNvSpPr/>
              <p:nvPr/>
            </p:nvSpPr>
            <p:spPr>
              <a:xfrm>
                <a:off x="9547650" y="5538971"/>
                <a:ext cx="6343" cy="6345"/>
              </a:xfrm>
              <a:custGeom>
                <a:avLst/>
                <a:gdLst>
                  <a:gd name="connsiteX0" fmla="*/ 3419 w 6343"/>
                  <a:gd name="connsiteY0" fmla="*/ 6508 h 6345"/>
                  <a:gd name="connsiteX1" fmla="*/ 5662 w 6343"/>
                  <a:gd name="connsiteY1" fmla="*/ 5578 h 6345"/>
                  <a:gd name="connsiteX2" fmla="*/ 6591 w 6343"/>
                  <a:gd name="connsiteY2" fmla="*/ 3335 h 6345"/>
                  <a:gd name="connsiteX3" fmla="*/ 5662 w 6343"/>
                  <a:gd name="connsiteY3" fmla="*/ 1092 h 6345"/>
                  <a:gd name="connsiteX4" fmla="*/ 3419 w 6343"/>
                  <a:gd name="connsiteY4" fmla="*/ 162 h 6345"/>
                  <a:gd name="connsiteX5" fmla="*/ 1176 w 6343"/>
                  <a:gd name="connsiteY5" fmla="*/ 1092 h 6345"/>
                  <a:gd name="connsiteX6" fmla="*/ 247 w 6343"/>
                  <a:gd name="connsiteY6" fmla="*/ 3335 h 6345"/>
                  <a:gd name="connsiteX7" fmla="*/ 1176 w 6343"/>
                  <a:gd name="connsiteY7" fmla="*/ 5578 h 6345"/>
                  <a:gd name="connsiteX8" fmla="*/ 341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8"/>
                    </a:moveTo>
                    <a:cubicBezTo>
                      <a:pt x="4260" y="6508"/>
                      <a:pt x="5067" y="6173"/>
                      <a:pt x="5662" y="5578"/>
                    </a:cubicBezTo>
                    <a:cubicBezTo>
                      <a:pt x="6256" y="4983"/>
                      <a:pt x="6591" y="4176"/>
                      <a:pt x="6591" y="3335"/>
                    </a:cubicBezTo>
                    <a:cubicBezTo>
                      <a:pt x="6591" y="2494"/>
                      <a:pt x="6256" y="1687"/>
                      <a:pt x="5662" y="1092"/>
                    </a:cubicBezTo>
                    <a:cubicBezTo>
                      <a:pt x="5067" y="497"/>
                      <a:pt x="4260" y="162"/>
                      <a:pt x="3419" y="162"/>
                    </a:cubicBezTo>
                    <a:cubicBezTo>
                      <a:pt x="2578" y="162"/>
                      <a:pt x="1771" y="497"/>
                      <a:pt x="1176" y="1092"/>
                    </a:cubicBezTo>
                    <a:cubicBezTo>
                      <a:pt x="582" y="1687"/>
                      <a:pt x="247" y="2494"/>
                      <a:pt x="247" y="3335"/>
                    </a:cubicBezTo>
                    <a:cubicBezTo>
                      <a:pt x="247" y="4176"/>
                      <a:pt x="582" y="4983"/>
                      <a:pt x="1176" y="5578"/>
                    </a:cubicBezTo>
                    <a:cubicBezTo>
                      <a:pt x="1771" y="6173"/>
                      <a:pt x="2578" y="6508"/>
                      <a:pt x="341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96" name="Freeform: Shape 14195">
                <a:extLst>
                  <a:ext uri="{FF2B5EF4-FFF2-40B4-BE49-F238E27FC236}">
                    <a16:creationId xmlns:a16="http://schemas.microsoft.com/office/drawing/2014/main" id="{E0752530-4806-EDC2-3556-E37DE3820B3B}"/>
                  </a:ext>
                </a:extLst>
              </p:cNvPr>
              <p:cNvSpPr/>
              <p:nvPr/>
            </p:nvSpPr>
            <p:spPr>
              <a:xfrm>
                <a:off x="9560227" y="5594252"/>
                <a:ext cx="6343" cy="6345"/>
              </a:xfrm>
              <a:custGeom>
                <a:avLst/>
                <a:gdLst>
                  <a:gd name="connsiteX0" fmla="*/ 3420 w 6343"/>
                  <a:gd name="connsiteY0" fmla="*/ 6512 h 6345"/>
                  <a:gd name="connsiteX1" fmla="*/ 5663 w 6343"/>
                  <a:gd name="connsiteY1" fmla="*/ 5583 h 6345"/>
                  <a:gd name="connsiteX2" fmla="*/ 6592 w 6343"/>
                  <a:gd name="connsiteY2" fmla="*/ 3339 h 6345"/>
                  <a:gd name="connsiteX3" fmla="*/ 5663 w 6343"/>
                  <a:gd name="connsiteY3" fmla="*/ 1096 h 6345"/>
                  <a:gd name="connsiteX4" fmla="*/ 3420 w 6343"/>
                  <a:gd name="connsiteY4" fmla="*/ 167 h 6345"/>
                  <a:gd name="connsiteX5" fmla="*/ 1177 w 6343"/>
                  <a:gd name="connsiteY5" fmla="*/ 1096 h 6345"/>
                  <a:gd name="connsiteX6" fmla="*/ 248 w 6343"/>
                  <a:gd name="connsiteY6" fmla="*/ 3339 h 6345"/>
                  <a:gd name="connsiteX7" fmla="*/ 1177 w 6343"/>
                  <a:gd name="connsiteY7" fmla="*/ 5583 h 6345"/>
                  <a:gd name="connsiteX8" fmla="*/ 3420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12"/>
                    </a:moveTo>
                    <a:cubicBezTo>
                      <a:pt x="4261" y="6512"/>
                      <a:pt x="5068" y="6178"/>
                      <a:pt x="5663" y="5583"/>
                    </a:cubicBezTo>
                    <a:cubicBezTo>
                      <a:pt x="6257" y="4988"/>
                      <a:pt x="6592" y="4181"/>
                      <a:pt x="6592" y="3339"/>
                    </a:cubicBezTo>
                    <a:cubicBezTo>
                      <a:pt x="6592" y="2498"/>
                      <a:pt x="6257" y="1691"/>
                      <a:pt x="5663" y="1096"/>
                    </a:cubicBezTo>
                    <a:cubicBezTo>
                      <a:pt x="5068" y="501"/>
                      <a:pt x="4261" y="167"/>
                      <a:pt x="3420" y="167"/>
                    </a:cubicBezTo>
                    <a:cubicBezTo>
                      <a:pt x="2579" y="167"/>
                      <a:pt x="1772" y="501"/>
                      <a:pt x="1177" y="1096"/>
                    </a:cubicBezTo>
                    <a:cubicBezTo>
                      <a:pt x="583" y="1691"/>
                      <a:pt x="248" y="2498"/>
                      <a:pt x="248" y="3339"/>
                    </a:cubicBezTo>
                    <a:cubicBezTo>
                      <a:pt x="248" y="4181"/>
                      <a:pt x="583" y="4988"/>
                      <a:pt x="1177" y="5583"/>
                    </a:cubicBezTo>
                    <a:cubicBezTo>
                      <a:pt x="1772" y="6178"/>
                      <a:pt x="2579" y="6512"/>
                      <a:pt x="3420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97" name="Freeform: Shape 14196">
                <a:extLst>
                  <a:ext uri="{FF2B5EF4-FFF2-40B4-BE49-F238E27FC236}">
                    <a16:creationId xmlns:a16="http://schemas.microsoft.com/office/drawing/2014/main" id="{D7B1CD1E-18DF-8EBA-1B91-A481DEFBB0A8}"/>
                  </a:ext>
                </a:extLst>
              </p:cNvPr>
              <p:cNvSpPr/>
              <p:nvPr/>
            </p:nvSpPr>
            <p:spPr>
              <a:xfrm>
                <a:off x="9533737" y="5534292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5 h 6345"/>
                  <a:gd name="connsiteX3" fmla="*/ 5660 w 6343"/>
                  <a:gd name="connsiteY3" fmla="*/ 1091 h 6345"/>
                  <a:gd name="connsiteX4" fmla="*/ 3418 w 6343"/>
                  <a:gd name="connsiteY4" fmla="*/ 162 h 6345"/>
                  <a:gd name="connsiteX5" fmla="*/ 1175 w 6343"/>
                  <a:gd name="connsiteY5" fmla="*/ 1091 h 6345"/>
                  <a:gd name="connsiteX6" fmla="*/ 246 w 6343"/>
                  <a:gd name="connsiteY6" fmla="*/ 3335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0" y="5578"/>
                    </a:cubicBezTo>
                    <a:cubicBezTo>
                      <a:pt x="6255" y="4983"/>
                      <a:pt x="6589" y="4176"/>
                      <a:pt x="6589" y="3335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6" y="496"/>
                      <a:pt x="4259" y="162"/>
                      <a:pt x="3418" y="162"/>
                    </a:cubicBezTo>
                    <a:cubicBezTo>
                      <a:pt x="2577" y="162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5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98" name="Freeform: Shape 14197">
                <a:extLst>
                  <a:ext uri="{FF2B5EF4-FFF2-40B4-BE49-F238E27FC236}">
                    <a16:creationId xmlns:a16="http://schemas.microsoft.com/office/drawing/2014/main" id="{4E57F82D-2EF9-0E67-CF6D-6CE3972E86C1}"/>
                  </a:ext>
                </a:extLst>
              </p:cNvPr>
              <p:cNvSpPr/>
              <p:nvPr/>
            </p:nvSpPr>
            <p:spPr>
              <a:xfrm>
                <a:off x="9532114" y="5534431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5 h 6345"/>
                  <a:gd name="connsiteX3" fmla="*/ 5660 w 6343"/>
                  <a:gd name="connsiteY3" fmla="*/ 1091 h 6345"/>
                  <a:gd name="connsiteX4" fmla="*/ 3418 w 6343"/>
                  <a:gd name="connsiteY4" fmla="*/ 162 h 6345"/>
                  <a:gd name="connsiteX5" fmla="*/ 1175 w 6343"/>
                  <a:gd name="connsiteY5" fmla="*/ 1091 h 6345"/>
                  <a:gd name="connsiteX6" fmla="*/ 246 w 6343"/>
                  <a:gd name="connsiteY6" fmla="*/ 3335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0" y="5578"/>
                    </a:cubicBezTo>
                    <a:cubicBezTo>
                      <a:pt x="6255" y="4983"/>
                      <a:pt x="6589" y="4176"/>
                      <a:pt x="6589" y="3335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6" y="496"/>
                      <a:pt x="4259" y="162"/>
                      <a:pt x="3418" y="162"/>
                    </a:cubicBezTo>
                    <a:cubicBezTo>
                      <a:pt x="2577" y="162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5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99" name="Freeform: Shape 14198">
                <a:extLst>
                  <a:ext uri="{FF2B5EF4-FFF2-40B4-BE49-F238E27FC236}">
                    <a16:creationId xmlns:a16="http://schemas.microsoft.com/office/drawing/2014/main" id="{DD6FC9D7-9438-00FA-C4FC-2E726AE525A1}"/>
                  </a:ext>
                </a:extLst>
              </p:cNvPr>
              <p:cNvSpPr/>
              <p:nvPr/>
            </p:nvSpPr>
            <p:spPr>
              <a:xfrm>
                <a:off x="9530451" y="5534443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5 h 6345"/>
                  <a:gd name="connsiteX3" fmla="*/ 5660 w 6343"/>
                  <a:gd name="connsiteY3" fmla="*/ 1091 h 6345"/>
                  <a:gd name="connsiteX4" fmla="*/ 3418 w 6343"/>
                  <a:gd name="connsiteY4" fmla="*/ 162 h 6345"/>
                  <a:gd name="connsiteX5" fmla="*/ 1175 w 6343"/>
                  <a:gd name="connsiteY5" fmla="*/ 1091 h 6345"/>
                  <a:gd name="connsiteX6" fmla="*/ 246 w 6343"/>
                  <a:gd name="connsiteY6" fmla="*/ 3335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5" y="6173"/>
                      <a:pt x="5660" y="5578"/>
                    </a:cubicBezTo>
                    <a:cubicBezTo>
                      <a:pt x="6255" y="4983"/>
                      <a:pt x="6589" y="4176"/>
                      <a:pt x="6589" y="3335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9" y="162"/>
                      <a:pt x="3418" y="162"/>
                    </a:cubicBezTo>
                    <a:cubicBezTo>
                      <a:pt x="2576" y="162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5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70" y="6173"/>
                      <a:pt x="2576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00" name="Freeform: Shape 14199">
                <a:extLst>
                  <a:ext uri="{FF2B5EF4-FFF2-40B4-BE49-F238E27FC236}">
                    <a16:creationId xmlns:a16="http://schemas.microsoft.com/office/drawing/2014/main" id="{A32A9B41-8D6D-CC71-41CE-C0C840180EDC}"/>
                  </a:ext>
                </a:extLst>
              </p:cNvPr>
              <p:cNvSpPr/>
              <p:nvPr/>
            </p:nvSpPr>
            <p:spPr>
              <a:xfrm>
                <a:off x="9529015" y="5535083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5 h 6345"/>
                  <a:gd name="connsiteX3" fmla="*/ 5660 w 6343"/>
                  <a:gd name="connsiteY3" fmla="*/ 1091 h 6345"/>
                  <a:gd name="connsiteX4" fmla="*/ 3417 w 6343"/>
                  <a:gd name="connsiteY4" fmla="*/ 162 h 6345"/>
                  <a:gd name="connsiteX5" fmla="*/ 1175 w 6343"/>
                  <a:gd name="connsiteY5" fmla="*/ 1091 h 6345"/>
                  <a:gd name="connsiteX6" fmla="*/ 246 w 6343"/>
                  <a:gd name="connsiteY6" fmla="*/ 3335 h 6345"/>
                  <a:gd name="connsiteX7" fmla="*/ 1175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9" y="6507"/>
                      <a:pt x="5065" y="6173"/>
                      <a:pt x="5660" y="5578"/>
                    </a:cubicBezTo>
                    <a:cubicBezTo>
                      <a:pt x="6255" y="4983"/>
                      <a:pt x="6589" y="4176"/>
                      <a:pt x="6589" y="3335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9" y="162"/>
                      <a:pt x="3417" y="162"/>
                    </a:cubicBezTo>
                    <a:cubicBezTo>
                      <a:pt x="2576" y="162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5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70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01" name="Freeform: Shape 14200">
                <a:extLst>
                  <a:ext uri="{FF2B5EF4-FFF2-40B4-BE49-F238E27FC236}">
                    <a16:creationId xmlns:a16="http://schemas.microsoft.com/office/drawing/2014/main" id="{78D3D712-4D86-AB40-012C-3F9B7235FFDE}"/>
                  </a:ext>
                </a:extLst>
              </p:cNvPr>
              <p:cNvSpPr/>
              <p:nvPr/>
            </p:nvSpPr>
            <p:spPr>
              <a:xfrm>
                <a:off x="9525757" y="5535228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5 h 6345"/>
                  <a:gd name="connsiteX3" fmla="*/ 5660 w 6343"/>
                  <a:gd name="connsiteY3" fmla="*/ 1091 h 6345"/>
                  <a:gd name="connsiteX4" fmla="*/ 3417 w 6343"/>
                  <a:gd name="connsiteY4" fmla="*/ 162 h 6345"/>
                  <a:gd name="connsiteX5" fmla="*/ 1175 w 6343"/>
                  <a:gd name="connsiteY5" fmla="*/ 1091 h 6345"/>
                  <a:gd name="connsiteX6" fmla="*/ 246 w 6343"/>
                  <a:gd name="connsiteY6" fmla="*/ 3335 h 6345"/>
                  <a:gd name="connsiteX7" fmla="*/ 1175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3"/>
                      <a:pt x="5660" y="5578"/>
                    </a:cubicBezTo>
                    <a:cubicBezTo>
                      <a:pt x="6255" y="4983"/>
                      <a:pt x="6589" y="4176"/>
                      <a:pt x="6589" y="3335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8" y="162"/>
                      <a:pt x="3417" y="162"/>
                    </a:cubicBezTo>
                    <a:cubicBezTo>
                      <a:pt x="2576" y="162"/>
                      <a:pt x="1769" y="496"/>
                      <a:pt x="1175" y="1091"/>
                    </a:cubicBezTo>
                    <a:cubicBezTo>
                      <a:pt x="580" y="1686"/>
                      <a:pt x="246" y="2493"/>
                      <a:pt x="246" y="3335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69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02" name="Freeform: Shape 14201">
                <a:extLst>
                  <a:ext uri="{FF2B5EF4-FFF2-40B4-BE49-F238E27FC236}">
                    <a16:creationId xmlns:a16="http://schemas.microsoft.com/office/drawing/2014/main" id="{9069A7DF-6E51-7664-8A0B-C6EC52B51E16}"/>
                  </a:ext>
                </a:extLst>
              </p:cNvPr>
              <p:cNvSpPr/>
              <p:nvPr/>
            </p:nvSpPr>
            <p:spPr>
              <a:xfrm>
                <a:off x="9543468" y="5593846"/>
                <a:ext cx="6343" cy="6345"/>
              </a:xfrm>
              <a:custGeom>
                <a:avLst/>
                <a:gdLst>
                  <a:gd name="connsiteX0" fmla="*/ 3419 w 6343"/>
                  <a:gd name="connsiteY0" fmla="*/ 6512 h 6345"/>
                  <a:gd name="connsiteX1" fmla="*/ 5661 w 6343"/>
                  <a:gd name="connsiteY1" fmla="*/ 5583 h 6345"/>
                  <a:gd name="connsiteX2" fmla="*/ 6590 w 6343"/>
                  <a:gd name="connsiteY2" fmla="*/ 3339 h 6345"/>
                  <a:gd name="connsiteX3" fmla="*/ 5661 w 6343"/>
                  <a:gd name="connsiteY3" fmla="*/ 1096 h 6345"/>
                  <a:gd name="connsiteX4" fmla="*/ 3419 w 6343"/>
                  <a:gd name="connsiteY4" fmla="*/ 167 h 6345"/>
                  <a:gd name="connsiteX5" fmla="*/ 1176 w 6343"/>
                  <a:gd name="connsiteY5" fmla="*/ 1096 h 6345"/>
                  <a:gd name="connsiteX6" fmla="*/ 247 w 6343"/>
                  <a:gd name="connsiteY6" fmla="*/ 3339 h 6345"/>
                  <a:gd name="connsiteX7" fmla="*/ 1176 w 6343"/>
                  <a:gd name="connsiteY7" fmla="*/ 5583 h 6345"/>
                  <a:gd name="connsiteX8" fmla="*/ 3419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12"/>
                    </a:moveTo>
                    <a:cubicBezTo>
                      <a:pt x="4260" y="6512"/>
                      <a:pt x="5067" y="6178"/>
                      <a:pt x="5661" y="5583"/>
                    </a:cubicBezTo>
                    <a:cubicBezTo>
                      <a:pt x="6256" y="4988"/>
                      <a:pt x="6590" y="4181"/>
                      <a:pt x="6590" y="3339"/>
                    </a:cubicBezTo>
                    <a:cubicBezTo>
                      <a:pt x="6590" y="2498"/>
                      <a:pt x="6256" y="1691"/>
                      <a:pt x="5661" y="1096"/>
                    </a:cubicBezTo>
                    <a:cubicBezTo>
                      <a:pt x="5067" y="501"/>
                      <a:pt x="4260" y="167"/>
                      <a:pt x="3419" y="167"/>
                    </a:cubicBezTo>
                    <a:cubicBezTo>
                      <a:pt x="2578" y="167"/>
                      <a:pt x="1771" y="501"/>
                      <a:pt x="1176" y="1096"/>
                    </a:cubicBezTo>
                    <a:cubicBezTo>
                      <a:pt x="581" y="1691"/>
                      <a:pt x="247" y="2498"/>
                      <a:pt x="247" y="3339"/>
                    </a:cubicBezTo>
                    <a:cubicBezTo>
                      <a:pt x="247" y="4181"/>
                      <a:pt x="581" y="4988"/>
                      <a:pt x="1176" y="5583"/>
                    </a:cubicBezTo>
                    <a:cubicBezTo>
                      <a:pt x="1771" y="6178"/>
                      <a:pt x="2578" y="6512"/>
                      <a:pt x="3419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03" name="Freeform: Shape 14202">
                <a:extLst>
                  <a:ext uri="{FF2B5EF4-FFF2-40B4-BE49-F238E27FC236}">
                    <a16:creationId xmlns:a16="http://schemas.microsoft.com/office/drawing/2014/main" id="{293E6F75-AD5C-2B7D-BEC5-8980CAA8E2CB}"/>
                  </a:ext>
                </a:extLst>
              </p:cNvPr>
              <p:cNvSpPr/>
              <p:nvPr/>
            </p:nvSpPr>
            <p:spPr>
              <a:xfrm>
                <a:off x="9541248" y="5593277"/>
                <a:ext cx="6343" cy="6345"/>
              </a:xfrm>
              <a:custGeom>
                <a:avLst/>
                <a:gdLst>
                  <a:gd name="connsiteX0" fmla="*/ 3418 w 6343"/>
                  <a:gd name="connsiteY0" fmla="*/ 6512 h 6345"/>
                  <a:gd name="connsiteX1" fmla="*/ 5661 w 6343"/>
                  <a:gd name="connsiteY1" fmla="*/ 5583 h 6345"/>
                  <a:gd name="connsiteX2" fmla="*/ 6590 w 6343"/>
                  <a:gd name="connsiteY2" fmla="*/ 3339 h 6345"/>
                  <a:gd name="connsiteX3" fmla="*/ 5661 w 6343"/>
                  <a:gd name="connsiteY3" fmla="*/ 1096 h 6345"/>
                  <a:gd name="connsiteX4" fmla="*/ 3418 w 6343"/>
                  <a:gd name="connsiteY4" fmla="*/ 167 h 6345"/>
                  <a:gd name="connsiteX5" fmla="*/ 1176 w 6343"/>
                  <a:gd name="connsiteY5" fmla="*/ 1096 h 6345"/>
                  <a:gd name="connsiteX6" fmla="*/ 247 w 6343"/>
                  <a:gd name="connsiteY6" fmla="*/ 3339 h 6345"/>
                  <a:gd name="connsiteX7" fmla="*/ 1176 w 6343"/>
                  <a:gd name="connsiteY7" fmla="*/ 5583 h 6345"/>
                  <a:gd name="connsiteX8" fmla="*/ 341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2"/>
                    </a:moveTo>
                    <a:cubicBezTo>
                      <a:pt x="4260" y="6512"/>
                      <a:pt x="5066" y="6178"/>
                      <a:pt x="5661" y="5583"/>
                    </a:cubicBezTo>
                    <a:cubicBezTo>
                      <a:pt x="6256" y="4988"/>
                      <a:pt x="6590" y="4181"/>
                      <a:pt x="6590" y="3339"/>
                    </a:cubicBezTo>
                    <a:cubicBezTo>
                      <a:pt x="6590" y="2498"/>
                      <a:pt x="6256" y="1691"/>
                      <a:pt x="5661" y="1096"/>
                    </a:cubicBezTo>
                    <a:cubicBezTo>
                      <a:pt x="5066" y="501"/>
                      <a:pt x="4260" y="167"/>
                      <a:pt x="3418" y="167"/>
                    </a:cubicBezTo>
                    <a:cubicBezTo>
                      <a:pt x="2577" y="167"/>
                      <a:pt x="1771" y="501"/>
                      <a:pt x="1176" y="1096"/>
                    </a:cubicBezTo>
                    <a:cubicBezTo>
                      <a:pt x="581" y="1691"/>
                      <a:pt x="247" y="2498"/>
                      <a:pt x="247" y="3339"/>
                    </a:cubicBezTo>
                    <a:cubicBezTo>
                      <a:pt x="247" y="4181"/>
                      <a:pt x="581" y="4988"/>
                      <a:pt x="1176" y="5583"/>
                    </a:cubicBezTo>
                    <a:cubicBezTo>
                      <a:pt x="1771" y="6178"/>
                      <a:pt x="2577" y="6512"/>
                      <a:pt x="341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04" name="Freeform: Shape 14203">
                <a:extLst>
                  <a:ext uri="{FF2B5EF4-FFF2-40B4-BE49-F238E27FC236}">
                    <a16:creationId xmlns:a16="http://schemas.microsoft.com/office/drawing/2014/main" id="{949A7B96-E088-95B8-CA3F-A90D88D064C9}"/>
                  </a:ext>
                </a:extLst>
              </p:cNvPr>
              <p:cNvSpPr/>
              <p:nvPr/>
            </p:nvSpPr>
            <p:spPr>
              <a:xfrm>
                <a:off x="9539076" y="5592809"/>
                <a:ext cx="6343" cy="6345"/>
              </a:xfrm>
              <a:custGeom>
                <a:avLst/>
                <a:gdLst>
                  <a:gd name="connsiteX0" fmla="*/ 3418 w 6343"/>
                  <a:gd name="connsiteY0" fmla="*/ 6512 h 6345"/>
                  <a:gd name="connsiteX1" fmla="*/ 5661 w 6343"/>
                  <a:gd name="connsiteY1" fmla="*/ 5583 h 6345"/>
                  <a:gd name="connsiteX2" fmla="*/ 6590 w 6343"/>
                  <a:gd name="connsiteY2" fmla="*/ 3339 h 6345"/>
                  <a:gd name="connsiteX3" fmla="*/ 5661 w 6343"/>
                  <a:gd name="connsiteY3" fmla="*/ 1096 h 6345"/>
                  <a:gd name="connsiteX4" fmla="*/ 3418 w 6343"/>
                  <a:gd name="connsiteY4" fmla="*/ 167 h 6345"/>
                  <a:gd name="connsiteX5" fmla="*/ 1176 w 6343"/>
                  <a:gd name="connsiteY5" fmla="*/ 1096 h 6345"/>
                  <a:gd name="connsiteX6" fmla="*/ 247 w 6343"/>
                  <a:gd name="connsiteY6" fmla="*/ 3339 h 6345"/>
                  <a:gd name="connsiteX7" fmla="*/ 1176 w 6343"/>
                  <a:gd name="connsiteY7" fmla="*/ 5583 h 6345"/>
                  <a:gd name="connsiteX8" fmla="*/ 341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2"/>
                    </a:moveTo>
                    <a:cubicBezTo>
                      <a:pt x="4259" y="6512"/>
                      <a:pt x="5066" y="6178"/>
                      <a:pt x="5661" y="5583"/>
                    </a:cubicBezTo>
                    <a:cubicBezTo>
                      <a:pt x="6256" y="4988"/>
                      <a:pt x="6590" y="4181"/>
                      <a:pt x="6590" y="3339"/>
                    </a:cubicBezTo>
                    <a:cubicBezTo>
                      <a:pt x="6590" y="2498"/>
                      <a:pt x="6256" y="1691"/>
                      <a:pt x="5661" y="1096"/>
                    </a:cubicBezTo>
                    <a:cubicBezTo>
                      <a:pt x="5066" y="501"/>
                      <a:pt x="4259" y="167"/>
                      <a:pt x="3418" y="167"/>
                    </a:cubicBezTo>
                    <a:cubicBezTo>
                      <a:pt x="2577" y="167"/>
                      <a:pt x="1770" y="501"/>
                      <a:pt x="1176" y="1096"/>
                    </a:cubicBezTo>
                    <a:cubicBezTo>
                      <a:pt x="581" y="1691"/>
                      <a:pt x="247" y="2498"/>
                      <a:pt x="247" y="3339"/>
                    </a:cubicBezTo>
                    <a:cubicBezTo>
                      <a:pt x="247" y="4181"/>
                      <a:pt x="581" y="4988"/>
                      <a:pt x="1176" y="5583"/>
                    </a:cubicBezTo>
                    <a:cubicBezTo>
                      <a:pt x="1770" y="6178"/>
                      <a:pt x="2577" y="6512"/>
                      <a:pt x="341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05" name="Freeform: Shape 14204">
                <a:extLst>
                  <a:ext uri="{FF2B5EF4-FFF2-40B4-BE49-F238E27FC236}">
                    <a16:creationId xmlns:a16="http://schemas.microsoft.com/office/drawing/2014/main" id="{EA9793A5-CDEE-03C9-2BFD-45E3DAE804AB}"/>
                  </a:ext>
                </a:extLst>
              </p:cNvPr>
              <p:cNvSpPr/>
              <p:nvPr/>
            </p:nvSpPr>
            <p:spPr>
              <a:xfrm>
                <a:off x="9537059" y="5592797"/>
                <a:ext cx="6343" cy="6345"/>
              </a:xfrm>
              <a:custGeom>
                <a:avLst/>
                <a:gdLst>
                  <a:gd name="connsiteX0" fmla="*/ 3418 w 6343"/>
                  <a:gd name="connsiteY0" fmla="*/ 6512 h 6345"/>
                  <a:gd name="connsiteX1" fmla="*/ 5661 w 6343"/>
                  <a:gd name="connsiteY1" fmla="*/ 5583 h 6345"/>
                  <a:gd name="connsiteX2" fmla="*/ 6590 w 6343"/>
                  <a:gd name="connsiteY2" fmla="*/ 3339 h 6345"/>
                  <a:gd name="connsiteX3" fmla="*/ 5661 w 6343"/>
                  <a:gd name="connsiteY3" fmla="*/ 1096 h 6345"/>
                  <a:gd name="connsiteX4" fmla="*/ 3418 w 6343"/>
                  <a:gd name="connsiteY4" fmla="*/ 167 h 6345"/>
                  <a:gd name="connsiteX5" fmla="*/ 1175 w 6343"/>
                  <a:gd name="connsiteY5" fmla="*/ 1096 h 6345"/>
                  <a:gd name="connsiteX6" fmla="*/ 247 w 6343"/>
                  <a:gd name="connsiteY6" fmla="*/ 3339 h 6345"/>
                  <a:gd name="connsiteX7" fmla="*/ 1175 w 6343"/>
                  <a:gd name="connsiteY7" fmla="*/ 5583 h 6345"/>
                  <a:gd name="connsiteX8" fmla="*/ 341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2"/>
                    </a:moveTo>
                    <a:cubicBezTo>
                      <a:pt x="4259" y="6512"/>
                      <a:pt x="5066" y="6178"/>
                      <a:pt x="5661" y="5583"/>
                    </a:cubicBezTo>
                    <a:cubicBezTo>
                      <a:pt x="6256" y="4988"/>
                      <a:pt x="6590" y="4181"/>
                      <a:pt x="6590" y="3339"/>
                    </a:cubicBezTo>
                    <a:cubicBezTo>
                      <a:pt x="6590" y="2498"/>
                      <a:pt x="6256" y="1691"/>
                      <a:pt x="5661" y="1096"/>
                    </a:cubicBezTo>
                    <a:cubicBezTo>
                      <a:pt x="5066" y="501"/>
                      <a:pt x="4259" y="167"/>
                      <a:pt x="3418" y="167"/>
                    </a:cubicBezTo>
                    <a:cubicBezTo>
                      <a:pt x="2577" y="167"/>
                      <a:pt x="1770" y="501"/>
                      <a:pt x="1175" y="1096"/>
                    </a:cubicBezTo>
                    <a:cubicBezTo>
                      <a:pt x="581" y="1691"/>
                      <a:pt x="247" y="2498"/>
                      <a:pt x="247" y="3339"/>
                    </a:cubicBezTo>
                    <a:cubicBezTo>
                      <a:pt x="247" y="4181"/>
                      <a:pt x="581" y="4988"/>
                      <a:pt x="1175" y="5583"/>
                    </a:cubicBezTo>
                    <a:cubicBezTo>
                      <a:pt x="1770" y="6178"/>
                      <a:pt x="2577" y="6512"/>
                      <a:pt x="341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06" name="Freeform: Shape 14205">
                <a:extLst>
                  <a:ext uri="{FF2B5EF4-FFF2-40B4-BE49-F238E27FC236}">
                    <a16:creationId xmlns:a16="http://schemas.microsoft.com/office/drawing/2014/main" id="{84614A36-2BAA-D241-7F5C-336A303C0E19}"/>
                  </a:ext>
                </a:extLst>
              </p:cNvPr>
              <p:cNvSpPr/>
              <p:nvPr/>
            </p:nvSpPr>
            <p:spPr>
              <a:xfrm>
                <a:off x="9534814" y="5592005"/>
                <a:ext cx="6343" cy="6345"/>
              </a:xfrm>
              <a:custGeom>
                <a:avLst/>
                <a:gdLst>
                  <a:gd name="connsiteX0" fmla="*/ 3418 w 6343"/>
                  <a:gd name="connsiteY0" fmla="*/ 6512 h 6345"/>
                  <a:gd name="connsiteX1" fmla="*/ 5661 w 6343"/>
                  <a:gd name="connsiteY1" fmla="*/ 5583 h 6345"/>
                  <a:gd name="connsiteX2" fmla="*/ 6590 w 6343"/>
                  <a:gd name="connsiteY2" fmla="*/ 3339 h 6345"/>
                  <a:gd name="connsiteX3" fmla="*/ 5661 w 6343"/>
                  <a:gd name="connsiteY3" fmla="*/ 1096 h 6345"/>
                  <a:gd name="connsiteX4" fmla="*/ 3418 w 6343"/>
                  <a:gd name="connsiteY4" fmla="*/ 166 h 6345"/>
                  <a:gd name="connsiteX5" fmla="*/ 1175 w 6343"/>
                  <a:gd name="connsiteY5" fmla="*/ 1096 h 6345"/>
                  <a:gd name="connsiteX6" fmla="*/ 246 w 6343"/>
                  <a:gd name="connsiteY6" fmla="*/ 3339 h 6345"/>
                  <a:gd name="connsiteX7" fmla="*/ 1175 w 6343"/>
                  <a:gd name="connsiteY7" fmla="*/ 5583 h 6345"/>
                  <a:gd name="connsiteX8" fmla="*/ 341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2"/>
                    </a:moveTo>
                    <a:cubicBezTo>
                      <a:pt x="4259" y="6512"/>
                      <a:pt x="5066" y="6178"/>
                      <a:pt x="5661" y="5583"/>
                    </a:cubicBezTo>
                    <a:cubicBezTo>
                      <a:pt x="6255" y="4988"/>
                      <a:pt x="6590" y="4181"/>
                      <a:pt x="6590" y="3339"/>
                    </a:cubicBezTo>
                    <a:cubicBezTo>
                      <a:pt x="6590" y="2498"/>
                      <a:pt x="6255" y="1691"/>
                      <a:pt x="5661" y="1096"/>
                    </a:cubicBezTo>
                    <a:cubicBezTo>
                      <a:pt x="5066" y="501"/>
                      <a:pt x="4259" y="166"/>
                      <a:pt x="3418" y="166"/>
                    </a:cubicBezTo>
                    <a:cubicBezTo>
                      <a:pt x="2577" y="166"/>
                      <a:pt x="1770" y="501"/>
                      <a:pt x="1175" y="1096"/>
                    </a:cubicBezTo>
                    <a:cubicBezTo>
                      <a:pt x="581" y="1691"/>
                      <a:pt x="246" y="2498"/>
                      <a:pt x="246" y="3339"/>
                    </a:cubicBezTo>
                    <a:cubicBezTo>
                      <a:pt x="246" y="4181"/>
                      <a:pt x="581" y="4988"/>
                      <a:pt x="1175" y="5583"/>
                    </a:cubicBezTo>
                    <a:cubicBezTo>
                      <a:pt x="1770" y="6178"/>
                      <a:pt x="2577" y="6512"/>
                      <a:pt x="341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07" name="Freeform: Shape 14206">
                <a:extLst>
                  <a:ext uri="{FF2B5EF4-FFF2-40B4-BE49-F238E27FC236}">
                    <a16:creationId xmlns:a16="http://schemas.microsoft.com/office/drawing/2014/main" id="{7DEC7E8D-88BA-B405-A35A-ED3F2C6B32F6}"/>
                  </a:ext>
                </a:extLst>
              </p:cNvPr>
              <p:cNvSpPr/>
              <p:nvPr/>
            </p:nvSpPr>
            <p:spPr>
              <a:xfrm>
                <a:off x="9532897" y="5592259"/>
                <a:ext cx="6343" cy="6345"/>
              </a:xfrm>
              <a:custGeom>
                <a:avLst/>
                <a:gdLst>
                  <a:gd name="connsiteX0" fmla="*/ 3418 w 6343"/>
                  <a:gd name="connsiteY0" fmla="*/ 6512 h 6345"/>
                  <a:gd name="connsiteX1" fmla="*/ 5660 w 6343"/>
                  <a:gd name="connsiteY1" fmla="*/ 5583 h 6345"/>
                  <a:gd name="connsiteX2" fmla="*/ 6589 w 6343"/>
                  <a:gd name="connsiteY2" fmla="*/ 3339 h 6345"/>
                  <a:gd name="connsiteX3" fmla="*/ 5660 w 6343"/>
                  <a:gd name="connsiteY3" fmla="*/ 1096 h 6345"/>
                  <a:gd name="connsiteX4" fmla="*/ 3418 w 6343"/>
                  <a:gd name="connsiteY4" fmla="*/ 166 h 6345"/>
                  <a:gd name="connsiteX5" fmla="*/ 1175 w 6343"/>
                  <a:gd name="connsiteY5" fmla="*/ 1096 h 6345"/>
                  <a:gd name="connsiteX6" fmla="*/ 246 w 6343"/>
                  <a:gd name="connsiteY6" fmla="*/ 3339 h 6345"/>
                  <a:gd name="connsiteX7" fmla="*/ 1175 w 6343"/>
                  <a:gd name="connsiteY7" fmla="*/ 5583 h 6345"/>
                  <a:gd name="connsiteX8" fmla="*/ 341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2"/>
                    </a:moveTo>
                    <a:cubicBezTo>
                      <a:pt x="4259" y="6512"/>
                      <a:pt x="5066" y="6178"/>
                      <a:pt x="5660" y="5583"/>
                    </a:cubicBezTo>
                    <a:cubicBezTo>
                      <a:pt x="6255" y="4988"/>
                      <a:pt x="6589" y="4181"/>
                      <a:pt x="6589" y="3339"/>
                    </a:cubicBezTo>
                    <a:cubicBezTo>
                      <a:pt x="6589" y="2498"/>
                      <a:pt x="6255" y="1691"/>
                      <a:pt x="5660" y="1096"/>
                    </a:cubicBezTo>
                    <a:cubicBezTo>
                      <a:pt x="5066" y="501"/>
                      <a:pt x="4259" y="166"/>
                      <a:pt x="3418" y="166"/>
                    </a:cubicBezTo>
                    <a:cubicBezTo>
                      <a:pt x="2577" y="166"/>
                      <a:pt x="1770" y="501"/>
                      <a:pt x="1175" y="1096"/>
                    </a:cubicBezTo>
                    <a:cubicBezTo>
                      <a:pt x="580" y="1691"/>
                      <a:pt x="246" y="2498"/>
                      <a:pt x="246" y="3339"/>
                    </a:cubicBezTo>
                    <a:cubicBezTo>
                      <a:pt x="246" y="4181"/>
                      <a:pt x="580" y="4988"/>
                      <a:pt x="1175" y="5583"/>
                    </a:cubicBezTo>
                    <a:cubicBezTo>
                      <a:pt x="1770" y="6178"/>
                      <a:pt x="2577" y="6512"/>
                      <a:pt x="341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08" name="Freeform: Shape 14207">
                <a:extLst>
                  <a:ext uri="{FF2B5EF4-FFF2-40B4-BE49-F238E27FC236}">
                    <a16:creationId xmlns:a16="http://schemas.microsoft.com/office/drawing/2014/main" id="{4822D397-30E0-ABC2-AC60-EDAB1905FC6B}"/>
                  </a:ext>
                </a:extLst>
              </p:cNvPr>
              <p:cNvSpPr/>
              <p:nvPr/>
            </p:nvSpPr>
            <p:spPr>
              <a:xfrm>
                <a:off x="9514624" y="5536077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5 h 6345"/>
                  <a:gd name="connsiteX3" fmla="*/ 5659 w 6343"/>
                  <a:gd name="connsiteY3" fmla="*/ 1091 h 6345"/>
                  <a:gd name="connsiteX4" fmla="*/ 3416 w 6343"/>
                  <a:gd name="connsiteY4" fmla="*/ 162 h 6345"/>
                  <a:gd name="connsiteX5" fmla="*/ 1174 w 6343"/>
                  <a:gd name="connsiteY5" fmla="*/ 1091 h 6345"/>
                  <a:gd name="connsiteX6" fmla="*/ 245 w 6343"/>
                  <a:gd name="connsiteY6" fmla="*/ 3335 h 6345"/>
                  <a:gd name="connsiteX7" fmla="*/ 1174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9" y="5578"/>
                    </a:cubicBezTo>
                    <a:cubicBezTo>
                      <a:pt x="6254" y="4983"/>
                      <a:pt x="6588" y="4176"/>
                      <a:pt x="6588" y="3335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7" y="162"/>
                      <a:pt x="3416" y="162"/>
                    </a:cubicBezTo>
                    <a:cubicBezTo>
                      <a:pt x="2575" y="162"/>
                      <a:pt x="1768" y="496"/>
                      <a:pt x="1174" y="1091"/>
                    </a:cubicBezTo>
                    <a:cubicBezTo>
                      <a:pt x="579" y="1686"/>
                      <a:pt x="245" y="2493"/>
                      <a:pt x="245" y="3335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09" name="Freeform: Shape 14208">
                <a:extLst>
                  <a:ext uri="{FF2B5EF4-FFF2-40B4-BE49-F238E27FC236}">
                    <a16:creationId xmlns:a16="http://schemas.microsoft.com/office/drawing/2014/main" id="{7E9310B7-636E-44BA-DA93-707D78C3CE37}"/>
                  </a:ext>
                </a:extLst>
              </p:cNvPr>
              <p:cNvSpPr/>
              <p:nvPr/>
            </p:nvSpPr>
            <p:spPr>
              <a:xfrm>
                <a:off x="9530725" y="5598596"/>
                <a:ext cx="6343" cy="6345"/>
              </a:xfrm>
              <a:custGeom>
                <a:avLst/>
                <a:gdLst>
                  <a:gd name="connsiteX0" fmla="*/ 3418 w 6343"/>
                  <a:gd name="connsiteY0" fmla="*/ 6512 h 6345"/>
                  <a:gd name="connsiteX1" fmla="*/ 5660 w 6343"/>
                  <a:gd name="connsiteY1" fmla="*/ 5583 h 6345"/>
                  <a:gd name="connsiteX2" fmla="*/ 6589 w 6343"/>
                  <a:gd name="connsiteY2" fmla="*/ 3340 h 6345"/>
                  <a:gd name="connsiteX3" fmla="*/ 5660 w 6343"/>
                  <a:gd name="connsiteY3" fmla="*/ 1096 h 6345"/>
                  <a:gd name="connsiteX4" fmla="*/ 3418 w 6343"/>
                  <a:gd name="connsiteY4" fmla="*/ 167 h 6345"/>
                  <a:gd name="connsiteX5" fmla="*/ 1175 w 6343"/>
                  <a:gd name="connsiteY5" fmla="*/ 1096 h 6345"/>
                  <a:gd name="connsiteX6" fmla="*/ 246 w 6343"/>
                  <a:gd name="connsiteY6" fmla="*/ 3340 h 6345"/>
                  <a:gd name="connsiteX7" fmla="*/ 1175 w 6343"/>
                  <a:gd name="connsiteY7" fmla="*/ 5583 h 6345"/>
                  <a:gd name="connsiteX8" fmla="*/ 341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2"/>
                    </a:moveTo>
                    <a:cubicBezTo>
                      <a:pt x="4259" y="6512"/>
                      <a:pt x="5066" y="6178"/>
                      <a:pt x="5660" y="5583"/>
                    </a:cubicBezTo>
                    <a:cubicBezTo>
                      <a:pt x="6255" y="4988"/>
                      <a:pt x="6589" y="4181"/>
                      <a:pt x="6589" y="3340"/>
                    </a:cubicBezTo>
                    <a:cubicBezTo>
                      <a:pt x="6589" y="2498"/>
                      <a:pt x="6255" y="1691"/>
                      <a:pt x="5660" y="1096"/>
                    </a:cubicBezTo>
                    <a:cubicBezTo>
                      <a:pt x="5066" y="501"/>
                      <a:pt x="4259" y="167"/>
                      <a:pt x="3418" y="167"/>
                    </a:cubicBezTo>
                    <a:cubicBezTo>
                      <a:pt x="2577" y="167"/>
                      <a:pt x="1770" y="501"/>
                      <a:pt x="1175" y="1096"/>
                    </a:cubicBezTo>
                    <a:cubicBezTo>
                      <a:pt x="580" y="1691"/>
                      <a:pt x="246" y="2498"/>
                      <a:pt x="246" y="3340"/>
                    </a:cubicBezTo>
                    <a:cubicBezTo>
                      <a:pt x="246" y="4181"/>
                      <a:pt x="580" y="4988"/>
                      <a:pt x="1175" y="5583"/>
                    </a:cubicBezTo>
                    <a:cubicBezTo>
                      <a:pt x="1770" y="6178"/>
                      <a:pt x="2577" y="6512"/>
                      <a:pt x="341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10" name="Freeform: Shape 14209">
                <a:extLst>
                  <a:ext uri="{FF2B5EF4-FFF2-40B4-BE49-F238E27FC236}">
                    <a16:creationId xmlns:a16="http://schemas.microsoft.com/office/drawing/2014/main" id="{9AAD67B2-273F-29B6-D46C-A1EF6EC61F77}"/>
                  </a:ext>
                </a:extLst>
              </p:cNvPr>
              <p:cNvSpPr/>
              <p:nvPr/>
            </p:nvSpPr>
            <p:spPr>
              <a:xfrm>
                <a:off x="9532171" y="5611109"/>
                <a:ext cx="6343" cy="6345"/>
              </a:xfrm>
              <a:custGeom>
                <a:avLst/>
                <a:gdLst>
                  <a:gd name="connsiteX0" fmla="*/ 3418 w 6343"/>
                  <a:gd name="connsiteY0" fmla="*/ 6513 h 6345"/>
                  <a:gd name="connsiteX1" fmla="*/ 5660 w 6343"/>
                  <a:gd name="connsiteY1" fmla="*/ 5584 h 6345"/>
                  <a:gd name="connsiteX2" fmla="*/ 6589 w 6343"/>
                  <a:gd name="connsiteY2" fmla="*/ 3341 h 6345"/>
                  <a:gd name="connsiteX3" fmla="*/ 5660 w 6343"/>
                  <a:gd name="connsiteY3" fmla="*/ 1097 h 6345"/>
                  <a:gd name="connsiteX4" fmla="*/ 3418 w 6343"/>
                  <a:gd name="connsiteY4" fmla="*/ 168 h 6345"/>
                  <a:gd name="connsiteX5" fmla="*/ 1175 w 6343"/>
                  <a:gd name="connsiteY5" fmla="*/ 1097 h 6345"/>
                  <a:gd name="connsiteX6" fmla="*/ 246 w 6343"/>
                  <a:gd name="connsiteY6" fmla="*/ 3341 h 6345"/>
                  <a:gd name="connsiteX7" fmla="*/ 1175 w 6343"/>
                  <a:gd name="connsiteY7" fmla="*/ 5584 h 6345"/>
                  <a:gd name="connsiteX8" fmla="*/ 3418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3"/>
                    </a:moveTo>
                    <a:cubicBezTo>
                      <a:pt x="4259" y="6513"/>
                      <a:pt x="5066" y="6179"/>
                      <a:pt x="5660" y="5584"/>
                    </a:cubicBezTo>
                    <a:cubicBezTo>
                      <a:pt x="6255" y="4989"/>
                      <a:pt x="6589" y="4182"/>
                      <a:pt x="6589" y="3341"/>
                    </a:cubicBezTo>
                    <a:cubicBezTo>
                      <a:pt x="6589" y="2499"/>
                      <a:pt x="6255" y="1692"/>
                      <a:pt x="5660" y="1097"/>
                    </a:cubicBezTo>
                    <a:cubicBezTo>
                      <a:pt x="5066" y="502"/>
                      <a:pt x="4259" y="168"/>
                      <a:pt x="3418" y="168"/>
                    </a:cubicBezTo>
                    <a:cubicBezTo>
                      <a:pt x="2577" y="168"/>
                      <a:pt x="1770" y="502"/>
                      <a:pt x="1175" y="1097"/>
                    </a:cubicBezTo>
                    <a:cubicBezTo>
                      <a:pt x="580" y="1692"/>
                      <a:pt x="246" y="2499"/>
                      <a:pt x="246" y="3341"/>
                    </a:cubicBezTo>
                    <a:cubicBezTo>
                      <a:pt x="246" y="4182"/>
                      <a:pt x="580" y="4989"/>
                      <a:pt x="1175" y="5584"/>
                    </a:cubicBezTo>
                    <a:cubicBezTo>
                      <a:pt x="1770" y="6179"/>
                      <a:pt x="2577" y="6513"/>
                      <a:pt x="3418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11" name="Freeform: Shape 14210">
                <a:extLst>
                  <a:ext uri="{FF2B5EF4-FFF2-40B4-BE49-F238E27FC236}">
                    <a16:creationId xmlns:a16="http://schemas.microsoft.com/office/drawing/2014/main" id="{81681C18-6A61-0DE8-620C-4115BB3CB1FC}"/>
                  </a:ext>
                </a:extLst>
              </p:cNvPr>
              <p:cNvSpPr/>
              <p:nvPr/>
            </p:nvSpPr>
            <p:spPr>
              <a:xfrm>
                <a:off x="9530128" y="5611286"/>
                <a:ext cx="6343" cy="6345"/>
              </a:xfrm>
              <a:custGeom>
                <a:avLst/>
                <a:gdLst>
                  <a:gd name="connsiteX0" fmla="*/ 3418 w 6343"/>
                  <a:gd name="connsiteY0" fmla="*/ 6513 h 6345"/>
                  <a:gd name="connsiteX1" fmla="*/ 5660 w 6343"/>
                  <a:gd name="connsiteY1" fmla="*/ 5584 h 6345"/>
                  <a:gd name="connsiteX2" fmla="*/ 6589 w 6343"/>
                  <a:gd name="connsiteY2" fmla="*/ 3341 h 6345"/>
                  <a:gd name="connsiteX3" fmla="*/ 5660 w 6343"/>
                  <a:gd name="connsiteY3" fmla="*/ 1097 h 6345"/>
                  <a:gd name="connsiteX4" fmla="*/ 3418 w 6343"/>
                  <a:gd name="connsiteY4" fmla="*/ 168 h 6345"/>
                  <a:gd name="connsiteX5" fmla="*/ 1175 w 6343"/>
                  <a:gd name="connsiteY5" fmla="*/ 1097 h 6345"/>
                  <a:gd name="connsiteX6" fmla="*/ 246 w 6343"/>
                  <a:gd name="connsiteY6" fmla="*/ 3341 h 6345"/>
                  <a:gd name="connsiteX7" fmla="*/ 1175 w 6343"/>
                  <a:gd name="connsiteY7" fmla="*/ 5584 h 6345"/>
                  <a:gd name="connsiteX8" fmla="*/ 3418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13"/>
                    </a:moveTo>
                    <a:cubicBezTo>
                      <a:pt x="4259" y="6513"/>
                      <a:pt x="5065" y="6179"/>
                      <a:pt x="5660" y="5584"/>
                    </a:cubicBezTo>
                    <a:cubicBezTo>
                      <a:pt x="6255" y="4989"/>
                      <a:pt x="6589" y="4182"/>
                      <a:pt x="6589" y="3341"/>
                    </a:cubicBezTo>
                    <a:cubicBezTo>
                      <a:pt x="6589" y="2499"/>
                      <a:pt x="6255" y="1692"/>
                      <a:pt x="5660" y="1097"/>
                    </a:cubicBezTo>
                    <a:cubicBezTo>
                      <a:pt x="5065" y="502"/>
                      <a:pt x="4259" y="168"/>
                      <a:pt x="3418" y="168"/>
                    </a:cubicBezTo>
                    <a:cubicBezTo>
                      <a:pt x="2576" y="168"/>
                      <a:pt x="1770" y="502"/>
                      <a:pt x="1175" y="1097"/>
                    </a:cubicBezTo>
                    <a:cubicBezTo>
                      <a:pt x="580" y="1692"/>
                      <a:pt x="246" y="2499"/>
                      <a:pt x="246" y="3341"/>
                    </a:cubicBezTo>
                    <a:cubicBezTo>
                      <a:pt x="246" y="4182"/>
                      <a:pt x="580" y="4989"/>
                      <a:pt x="1175" y="5584"/>
                    </a:cubicBezTo>
                    <a:cubicBezTo>
                      <a:pt x="1770" y="6179"/>
                      <a:pt x="2576" y="6513"/>
                      <a:pt x="3418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12" name="Freeform: Shape 14211">
                <a:extLst>
                  <a:ext uri="{FF2B5EF4-FFF2-40B4-BE49-F238E27FC236}">
                    <a16:creationId xmlns:a16="http://schemas.microsoft.com/office/drawing/2014/main" id="{5D998569-B1BB-402A-FD45-DEDC1A8CC4B6}"/>
                  </a:ext>
                </a:extLst>
              </p:cNvPr>
              <p:cNvSpPr/>
              <p:nvPr/>
            </p:nvSpPr>
            <p:spPr>
              <a:xfrm>
                <a:off x="9528651" y="5613592"/>
                <a:ext cx="6343" cy="6345"/>
              </a:xfrm>
              <a:custGeom>
                <a:avLst/>
                <a:gdLst>
                  <a:gd name="connsiteX0" fmla="*/ 3417 w 6343"/>
                  <a:gd name="connsiteY0" fmla="*/ 6514 h 6345"/>
                  <a:gd name="connsiteX1" fmla="*/ 5660 w 6343"/>
                  <a:gd name="connsiteY1" fmla="*/ 5584 h 6345"/>
                  <a:gd name="connsiteX2" fmla="*/ 6589 w 6343"/>
                  <a:gd name="connsiteY2" fmla="*/ 3341 h 6345"/>
                  <a:gd name="connsiteX3" fmla="*/ 5660 w 6343"/>
                  <a:gd name="connsiteY3" fmla="*/ 1097 h 6345"/>
                  <a:gd name="connsiteX4" fmla="*/ 3417 w 6343"/>
                  <a:gd name="connsiteY4" fmla="*/ 168 h 6345"/>
                  <a:gd name="connsiteX5" fmla="*/ 1175 w 6343"/>
                  <a:gd name="connsiteY5" fmla="*/ 1097 h 6345"/>
                  <a:gd name="connsiteX6" fmla="*/ 246 w 6343"/>
                  <a:gd name="connsiteY6" fmla="*/ 3341 h 6345"/>
                  <a:gd name="connsiteX7" fmla="*/ 1175 w 6343"/>
                  <a:gd name="connsiteY7" fmla="*/ 5584 h 6345"/>
                  <a:gd name="connsiteX8" fmla="*/ 3417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14"/>
                    </a:moveTo>
                    <a:cubicBezTo>
                      <a:pt x="4259" y="6514"/>
                      <a:pt x="5065" y="6179"/>
                      <a:pt x="5660" y="5584"/>
                    </a:cubicBezTo>
                    <a:cubicBezTo>
                      <a:pt x="6255" y="4989"/>
                      <a:pt x="6589" y="4182"/>
                      <a:pt x="6589" y="3341"/>
                    </a:cubicBezTo>
                    <a:cubicBezTo>
                      <a:pt x="6589" y="2499"/>
                      <a:pt x="6255" y="1692"/>
                      <a:pt x="5660" y="1097"/>
                    </a:cubicBezTo>
                    <a:cubicBezTo>
                      <a:pt x="5065" y="502"/>
                      <a:pt x="4259" y="168"/>
                      <a:pt x="3417" y="168"/>
                    </a:cubicBezTo>
                    <a:cubicBezTo>
                      <a:pt x="2576" y="168"/>
                      <a:pt x="1770" y="502"/>
                      <a:pt x="1175" y="1097"/>
                    </a:cubicBezTo>
                    <a:cubicBezTo>
                      <a:pt x="580" y="1692"/>
                      <a:pt x="246" y="2499"/>
                      <a:pt x="246" y="3341"/>
                    </a:cubicBezTo>
                    <a:cubicBezTo>
                      <a:pt x="246" y="4182"/>
                      <a:pt x="580" y="4989"/>
                      <a:pt x="1175" y="5584"/>
                    </a:cubicBezTo>
                    <a:cubicBezTo>
                      <a:pt x="1770" y="6179"/>
                      <a:pt x="2576" y="6514"/>
                      <a:pt x="3417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13" name="Freeform: Shape 14212">
                <a:extLst>
                  <a:ext uri="{FF2B5EF4-FFF2-40B4-BE49-F238E27FC236}">
                    <a16:creationId xmlns:a16="http://schemas.microsoft.com/office/drawing/2014/main" id="{8235CCD6-40B1-CC6D-9BE4-F6A3C67D14FB}"/>
                  </a:ext>
                </a:extLst>
              </p:cNvPr>
              <p:cNvSpPr/>
              <p:nvPr/>
            </p:nvSpPr>
            <p:spPr>
              <a:xfrm>
                <a:off x="9527379" y="5616788"/>
                <a:ext cx="6343" cy="6345"/>
              </a:xfrm>
              <a:custGeom>
                <a:avLst/>
                <a:gdLst>
                  <a:gd name="connsiteX0" fmla="*/ 3417 w 6343"/>
                  <a:gd name="connsiteY0" fmla="*/ 6514 h 6345"/>
                  <a:gd name="connsiteX1" fmla="*/ 5660 w 6343"/>
                  <a:gd name="connsiteY1" fmla="*/ 5585 h 6345"/>
                  <a:gd name="connsiteX2" fmla="*/ 6589 w 6343"/>
                  <a:gd name="connsiteY2" fmla="*/ 3341 h 6345"/>
                  <a:gd name="connsiteX3" fmla="*/ 5660 w 6343"/>
                  <a:gd name="connsiteY3" fmla="*/ 1098 h 6345"/>
                  <a:gd name="connsiteX4" fmla="*/ 3417 w 6343"/>
                  <a:gd name="connsiteY4" fmla="*/ 168 h 6345"/>
                  <a:gd name="connsiteX5" fmla="*/ 1175 w 6343"/>
                  <a:gd name="connsiteY5" fmla="*/ 1098 h 6345"/>
                  <a:gd name="connsiteX6" fmla="*/ 246 w 6343"/>
                  <a:gd name="connsiteY6" fmla="*/ 3341 h 6345"/>
                  <a:gd name="connsiteX7" fmla="*/ 1175 w 6343"/>
                  <a:gd name="connsiteY7" fmla="*/ 5585 h 6345"/>
                  <a:gd name="connsiteX8" fmla="*/ 3417 w 6343"/>
                  <a:gd name="connsiteY8" fmla="*/ 651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14"/>
                    </a:moveTo>
                    <a:cubicBezTo>
                      <a:pt x="4258" y="6514"/>
                      <a:pt x="5065" y="6180"/>
                      <a:pt x="5660" y="5585"/>
                    </a:cubicBezTo>
                    <a:cubicBezTo>
                      <a:pt x="6255" y="4990"/>
                      <a:pt x="6589" y="4183"/>
                      <a:pt x="6589" y="3341"/>
                    </a:cubicBezTo>
                    <a:cubicBezTo>
                      <a:pt x="6589" y="2500"/>
                      <a:pt x="6255" y="1693"/>
                      <a:pt x="5660" y="1098"/>
                    </a:cubicBezTo>
                    <a:cubicBezTo>
                      <a:pt x="5065" y="503"/>
                      <a:pt x="4258" y="168"/>
                      <a:pt x="3417" y="168"/>
                    </a:cubicBezTo>
                    <a:cubicBezTo>
                      <a:pt x="2576" y="168"/>
                      <a:pt x="1769" y="503"/>
                      <a:pt x="1175" y="1098"/>
                    </a:cubicBezTo>
                    <a:cubicBezTo>
                      <a:pt x="580" y="1693"/>
                      <a:pt x="246" y="2500"/>
                      <a:pt x="246" y="3341"/>
                    </a:cubicBezTo>
                    <a:cubicBezTo>
                      <a:pt x="246" y="4183"/>
                      <a:pt x="580" y="4990"/>
                      <a:pt x="1175" y="5585"/>
                    </a:cubicBezTo>
                    <a:cubicBezTo>
                      <a:pt x="1769" y="6180"/>
                      <a:pt x="2576" y="6514"/>
                      <a:pt x="3417" y="65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14" name="Freeform: Shape 14213">
                <a:extLst>
                  <a:ext uri="{FF2B5EF4-FFF2-40B4-BE49-F238E27FC236}">
                    <a16:creationId xmlns:a16="http://schemas.microsoft.com/office/drawing/2014/main" id="{41B311DF-B7EA-899E-FA71-B64341E40A04}"/>
                  </a:ext>
                </a:extLst>
              </p:cNvPr>
              <p:cNvSpPr/>
              <p:nvPr/>
            </p:nvSpPr>
            <p:spPr>
              <a:xfrm>
                <a:off x="9499845" y="5533886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5 h 6345"/>
                  <a:gd name="connsiteX3" fmla="*/ 5658 w 6343"/>
                  <a:gd name="connsiteY3" fmla="*/ 1091 h 6345"/>
                  <a:gd name="connsiteX4" fmla="*/ 3415 w 6343"/>
                  <a:gd name="connsiteY4" fmla="*/ 162 h 6345"/>
                  <a:gd name="connsiteX5" fmla="*/ 1173 w 6343"/>
                  <a:gd name="connsiteY5" fmla="*/ 1091 h 6345"/>
                  <a:gd name="connsiteX6" fmla="*/ 244 w 6343"/>
                  <a:gd name="connsiteY6" fmla="*/ 3335 h 6345"/>
                  <a:gd name="connsiteX7" fmla="*/ 1173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8" y="5578"/>
                    </a:cubicBezTo>
                    <a:cubicBezTo>
                      <a:pt x="6253" y="4983"/>
                      <a:pt x="6587" y="4176"/>
                      <a:pt x="6587" y="3335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6" y="162"/>
                      <a:pt x="3415" y="162"/>
                    </a:cubicBezTo>
                    <a:cubicBezTo>
                      <a:pt x="2574" y="162"/>
                      <a:pt x="1767" y="496"/>
                      <a:pt x="1173" y="1091"/>
                    </a:cubicBezTo>
                    <a:cubicBezTo>
                      <a:pt x="578" y="1686"/>
                      <a:pt x="244" y="2493"/>
                      <a:pt x="244" y="3335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15" name="Freeform: Shape 14214">
                <a:extLst>
                  <a:ext uri="{FF2B5EF4-FFF2-40B4-BE49-F238E27FC236}">
                    <a16:creationId xmlns:a16="http://schemas.microsoft.com/office/drawing/2014/main" id="{187F1E66-2D16-5B04-08EF-059624345D8A}"/>
                  </a:ext>
                </a:extLst>
              </p:cNvPr>
              <p:cNvSpPr/>
              <p:nvPr/>
            </p:nvSpPr>
            <p:spPr>
              <a:xfrm>
                <a:off x="9498534" y="5534943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5 h 6345"/>
                  <a:gd name="connsiteX3" fmla="*/ 5658 w 6343"/>
                  <a:gd name="connsiteY3" fmla="*/ 1091 h 6345"/>
                  <a:gd name="connsiteX4" fmla="*/ 3415 w 6343"/>
                  <a:gd name="connsiteY4" fmla="*/ 162 h 6345"/>
                  <a:gd name="connsiteX5" fmla="*/ 1172 w 6343"/>
                  <a:gd name="connsiteY5" fmla="*/ 1091 h 6345"/>
                  <a:gd name="connsiteX6" fmla="*/ 244 w 6343"/>
                  <a:gd name="connsiteY6" fmla="*/ 3335 h 6345"/>
                  <a:gd name="connsiteX7" fmla="*/ 1172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8" y="5578"/>
                    </a:cubicBezTo>
                    <a:cubicBezTo>
                      <a:pt x="6252" y="4983"/>
                      <a:pt x="6587" y="4176"/>
                      <a:pt x="6587" y="3335"/>
                    </a:cubicBezTo>
                    <a:cubicBezTo>
                      <a:pt x="6587" y="2493"/>
                      <a:pt x="6252" y="1686"/>
                      <a:pt x="5658" y="1091"/>
                    </a:cubicBezTo>
                    <a:cubicBezTo>
                      <a:pt x="5063" y="496"/>
                      <a:pt x="4256" y="162"/>
                      <a:pt x="3415" y="162"/>
                    </a:cubicBezTo>
                    <a:cubicBezTo>
                      <a:pt x="2574" y="162"/>
                      <a:pt x="1767" y="496"/>
                      <a:pt x="1172" y="1091"/>
                    </a:cubicBezTo>
                    <a:cubicBezTo>
                      <a:pt x="578" y="1686"/>
                      <a:pt x="244" y="2493"/>
                      <a:pt x="244" y="3335"/>
                    </a:cubicBezTo>
                    <a:cubicBezTo>
                      <a:pt x="244" y="4176"/>
                      <a:pt x="578" y="4983"/>
                      <a:pt x="1172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16" name="Freeform: Shape 14215">
                <a:extLst>
                  <a:ext uri="{FF2B5EF4-FFF2-40B4-BE49-F238E27FC236}">
                    <a16:creationId xmlns:a16="http://schemas.microsoft.com/office/drawing/2014/main" id="{1B9BC939-EDFF-4E55-0601-2B73DA8C7C0A}"/>
                  </a:ext>
                </a:extLst>
              </p:cNvPr>
              <p:cNvSpPr/>
              <p:nvPr/>
            </p:nvSpPr>
            <p:spPr>
              <a:xfrm>
                <a:off x="9497147" y="5535692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5 h 6345"/>
                  <a:gd name="connsiteX3" fmla="*/ 5658 w 6343"/>
                  <a:gd name="connsiteY3" fmla="*/ 1091 h 6345"/>
                  <a:gd name="connsiteX4" fmla="*/ 3415 w 6343"/>
                  <a:gd name="connsiteY4" fmla="*/ 162 h 6345"/>
                  <a:gd name="connsiteX5" fmla="*/ 1172 w 6343"/>
                  <a:gd name="connsiteY5" fmla="*/ 1091 h 6345"/>
                  <a:gd name="connsiteX6" fmla="*/ 243 w 6343"/>
                  <a:gd name="connsiteY6" fmla="*/ 3335 h 6345"/>
                  <a:gd name="connsiteX7" fmla="*/ 1172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8" y="5578"/>
                    </a:cubicBezTo>
                    <a:cubicBezTo>
                      <a:pt x="6252" y="4983"/>
                      <a:pt x="6587" y="4176"/>
                      <a:pt x="6587" y="3335"/>
                    </a:cubicBezTo>
                    <a:cubicBezTo>
                      <a:pt x="6587" y="2493"/>
                      <a:pt x="6252" y="1686"/>
                      <a:pt x="5658" y="1091"/>
                    </a:cubicBezTo>
                    <a:cubicBezTo>
                      <a:pt x="5063" y="496"/>
                      <a:pt x="4256" y="162"/>
                      <a:pt x="3415" y="162"/>
                    </a:cubicBezTo>
                    <a:cubicBezTo>
                      <a:pt x="2574" y="162"/>
                      <a:pt x="1767" y="496"/>
                      <a:pt x="1172" y="1091"/>
                    </a:cubicBezTo>
                    <a:cubicBezTo>
                      <a:pt x="578" y="1686"/>
                      <a:pt x="243" y="2493"/>
                      <a:pt x="243" y="3335"/>
                    </a:cubicBezTo>
                    <a:cubicBezTo>
                      <a:pt x="243" y="4176"/>
                      <a:pt x="578" y="4983"/>
                      <a:pt x="1172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17" name="Freeform: Shape 14216">
                <a:extLst>
                  <a:ext uri="{FF2B5EF4-FFF2-40B4-BE49-F238E27FC236}">
                    <a16:creationId xmlns:a16="http://schemas.microsoft.com/office/drawing/2014/main" id="{88D3FF51-1D87-9AAA-A210-7361AB8B2EE5}"/>
                  </a:ext>
                </a:extLst>
              </p:cNvPr>
              <p:cNvSpPr/>
              <p:nvPr/>
            </p:nvSpPr>
            <p:spPr>
              <a:xfrm>
                <a:off x="9481828" y="5535857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5 h 6345"/>
                  <a:gd name="connsiteX3" fmla="*/ 5656 w 6343"/>
                  <a:gd name="connsiteY3" fmla="*/ 1091 h 6345"/>
                  <a:gd name="connsiteX4" fmla="*/ 3414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5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6" y="5578"/>
                    </a:cubicBezTo>
                    <a:cubicBezTo>
                      <a:pt x="6251" y="4983"/>
                      <a:pt x="6585" y="4176"/>
                      <a:pt x="6585" y="3335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2" y="496"/>
                      <a:pt x="4255" y="162"/>
                      <a:pt x="3414" y="162"/>
                    </a:cubicBezTo>
                    <a:cubicBezTo>
                      <a:pt x="2573" y="162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5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18" name="Freeform: Shape 14217">
                <a:extLst>
                  <a:ext uri="{FF2B5EF4-FFF2-40B4-BE49-F238E27FC236}">
                    <a16:creationId xmlns:a16="http://schemas.microsoft.com/office/drawing/2014/main" id="{260D846C-0674-4012-6464-E9B3AAA2D975}"/>
                  </a:ext>
                </a:extLst>
              </p:cNvPr>
              <p:cNvSpPr/>
              <p:nvPr/>
            </p:nvSpPr>
            <p:spPr>
              <a:xfrm>
                <a:off x="9480226" y="5535291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5 h 6345"/>
                  <a:gd name="connsiteX3" fmla="*/ 5656 w 6343"/>
                  <a:gd name="connsiteY3" fmla="*/ 1091 h 6345"/>
                  <a:gd name="connsiteX4" fmla="*/ 3414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5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6" y="5578"/>
                    </a:cubicBezTo>
                    <a:cubicBezTo>
                      <a:pt x="6251" y="4983"/>
                      <a:pt x="6585" y="4176"/>
                      <a:pt x="6585" y="3335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2" y="496"/>
                      <a:pt x="4255" y="162"/>
                      <a:pt x="3414" y="162"/>
                    </a:cubicBezTo>
                    <a:cubicBezTo>
                      <a:pt x="2573" y="162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5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19" name="Freeform: Shape 14218">
                <a:extLst>
                  <a:ext uri="{FF2B5EF4-FFF2-40B4-BE49-F238E27FC236}">
                    <a16:creationId xmlns:a16="http://schemas.microsoft.com/office/drawing/2014/main" id="{1D182B74-BE98-A652-977D-50AD5D73FDB4}"/>
                  </a:ext>
                </a:extLst>
              </p:cNvPr>
              <p:cNvSpPr/>
              <p:nvPr/>
            </p:nvSpPr>
            <p:spPr>
              <a:xfrm>
                <a:off x="9478676" y="5535018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5 h 6345"/>
                  <a:gd name="connsiteX3" fmla="*/ 5656 w 6343"/>
                  <a:gd name="connsiteY3" fmla="*/ 1091 h 6345"/>
                  <a:gd name="connsiteX4" fmla="*/ 3414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5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5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5" y="162"/>
                      <a:pt x="3414" y="162"/>
                    </a:cubicBezTo>
                    <a:cubicBezTo>
                      <a:pt x="2572" y="162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5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2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20" name="Freeform: Shape 14219">
                <a:extLst>
                  <a:ext uri="{FF2B5EF4-FFF2-40B4-BE49-F238E27FC236}">
                    <a16:creationId xmlns:a16="http://schemas.microsoft.com/office/drawing/2014/main" id="{396B4AAB-48CB-1280-8CC1-C14D5F348298}"/>
                  </a:ext>
                </a:extLst>
              </p:cNvPr>
              <p:cNvSpPr/>
              <p:nvPr/>
            </p:nvSpPr>
            <p:spPr>
              <a:xfrm>
                <a:off x="9477139" y="5534797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5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5 h 6345"/>
                  <a:gd name="connsiteX7" fmla="*/ 1171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5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5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5" y="162"/>
                      <a:pt x="3413" y="162"/>
                    </a:cubicBezTo>
                    <a:cubicBezTo>
                      <a:pt x="2572" y="162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5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21" name="Freeform: Shape 14220">
                <a:extLst>
                  <a:ext uri="{FF2B5EF4-FFF2-40B4-BE49-F238E27FC236}">
                    <a16:creationId xmlns:a16="http://schemas.microsoft.com/office/drawing/2014/main" id="{38805D7D-6C1E-5C20-CA20-A9D38C7E286B}"/>
                  </a:ext>
                </a:extLst>
              </p:cNvPr>
              <p:cNvSpPr/>
              <p:nvPr/>
            </p:nvSpPr>
            <p:spPr>
              <a:xfrm>
                <a:off x="9475598" y="5534505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5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5 h 6345"/>
                  <a:gd name="connsiteX7" fmla="*/ 1171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5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1" y="1091"/>
                    </a:cubicBezTo>
                    <a:cubicBezTo>
                      <a:pt x="576" y="1686"/>
                      <a:pt x="242" y="2493"/>
                      <a:pt x="242" y="3335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22" name="Freeform: Shape 14221">
                <a:extLst>
                  <a:ext uri="{FF2B5EF4-FFF2-40B4-BE49-F238E27FC236}">
                    <a16:creationId xmlns:a16="http://schemas.microsoft.com/office/drawing/2014/main" id="{BC2B29BA-CA8D-F047-82C0-09670BCFEEAE}"/>
                  </a:ext>
                </a:extLst>
              </p:cNvPr>
              <p:cNvSpPr/>
              <p:nvPr/>
            </p:nvSpPr>
            <p:spPr>
              <a:xfrm>
                <a:off x="9474108" y="5534570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5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5 h 6345"/>
                  <a:gd name="connsiteX7" fmla="*/ 1171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5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1" y="1091"/>
                    </a:cubicBezTo>
                    <a:cubicBezTo>
                      <a:pt x="576" y="1686"/>
                      <a:pt x="242" y="2493"/>
                      <a:pt x="242" y="3335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23" name="Freeform: Shape 14222">
                <a:extLst>
                  <a:ext uri="{FF2B5EF4-FFF2-40B4-BE49-F238E27FC236}">
                    <a16:creationId xmlns:a16="http://schemas.microsoft.com/office/drawing/2014/main" id="{19E14713-EB59-512E-F977-C7143A84064C}"/>
                  </a:ext>
                </a:extLst>
              </p:cNvPr>
              <p:cNvSpPr/>
              <p:nvPr/>
            </p:nvSpPr>
            <p:spPr>
              <a:xfrm>
                <a:off x="9472560" y="5534136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5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5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0" y="4983"/>
                      <a:pt x="6585" y="4176"/>
                      <a:pt x="6585" y="3335"/>
                    </a:cubicBezTo>
                    <a:cubicBezTo>
                      <a:pt x="6585" y="2493"/>
                      <a:pt x="6250" y="1686"/>
                      <a:pt x="5656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0" y="1091"/>
                    </a:cubicBezTo>
                    <a:cubicBezTo>
                      <a:pt x="576" y="1686"/>
                      <a:pt x="241" y="2493"/>
                      <a:pt x="241" y="3335"/>
                    </a:cubicBezTo>
                    <a:cubicBezTo>
                      <a:pt x="241" y="4176"/>
                      <a:pt x="576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24" name="Freeform: Shape 14223">
                <a:extLst>
                  <a:ext uri="{FF2B5EF4-FFF2-40B4-BE49-F238E27FC236}">
                    <a16:creationId xmlns:a16="http://schemas.microsoft.com/office/drawing/2014/main" id="{09B67D57-C31B-4473-4F06-0A53193D3C99}"/>
                  </a:ext>
                </a:extLst>
              </p:cNvPr>
              <p:cNvSpPr/>
              <p:nvPr/>
            </p:nvSpPr>
            <p:spPr>
              <a:xfrm>
                <a:off x="9471107" y="5534489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4 w 6343"/>
                  <a:gd name="connsiteY2" fmla="*/ 3335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5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0" y="4983"/>
                      <a:pt x="6584" y="4176"/>
                      <a:pt x="6584" y="3335"/>
                    </a:cubicBezTo>
                    <a:cubicBezTo>
                      <a:pt x="6584" y="2493"/>
                      <a:pt x="6250" y="1686"/>
                      <a:pt x="5656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0" y="1091"/>
                    </a:cubicBezTo>
                    <a:cubicBezTo>
                      <a:pt x="576" y="1686"/>
                      <a:pt x="241" y="2493"/>
                      <a:pt x="241" y="3335"/>
                    </a:cubicBezTo>
                    <a:cubicBezTo>
                      <a:pt x="241" y="4176"/>
                      <a:pt x="576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25" name="Freeform: Shape 14224">
                <a:extLst>
                  <a:ext uri="{FF2B5EF4-FFF2-40B4-BE49-F238E27FC236}">
                    <a16:creationId xmlns:a16="http://schemas.microsoft.com/office/drawing/2014/main" id="{7767AF35-5D89-5C2B-E5FF-DDD21B3D6C18}"/>
                  </a:ext>
                </a:extLst>
              </p:cNvPr>
              <p:cNvSpPr/>
              <p:nvPr/>
            </p:nvSpPr>
            <p:spPr>
              <a:xfrm>
                <a:off x="9469650" y="5534832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5 h 6345"/>
                  <a:gd name="connsiteX3" fmla="*/ 5655 w 6343"/>
                  <a:gd name="connsiteY3" fmla="*/ 1091 h 6345"/>
                  <a:gd name="connsiteX4" fmla="*/ 3413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5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5" y="5578"/>
                    </a:cubicBezTo>
                    <a:cubicBezTo>
                      <a:pt x="6250" y="4983"/>
                      <a:pt x="6584" y="4176"/>
                      <a:pt x="6584" y="3335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5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26" name="Freeform: Shape 14225">
                <a:extLst>
                  <a:ext uri="{FF2B5EF4-FFF2-40B4-BE49-F238E27FC236}">
                    <a16:creationId xmlns:a16="http://schemas.microsoft.com/office/drawing/2014/main" id="{81FEE8EA-C57E-E3FC-9026-86C0567C4D5A}"/>
                  </a:ext>
                </a:extLst>
              </p:cNvPr>
              <p:cNvSpPr/>
              <p:nvPr/>
            </p:nvSpPr>
            <p:spPr>
              <a:xfrm>
                <a:off x="9468088" y="5534124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5 h 6345"/>
                  <a:gd name="connsiteX3" fmla="*/ 5655 w 6343"/>
                  <a:gd name="connsiteY3" fmla="*/ 1091 h 6345"/>
                  <a:gd name="connsiteX4" fmla="*/ 3413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5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5" y="5578"/>
                    </a:cubicBezTo>
                    <a:cubicBezTo>
                      <a:pt x="6250" y="4983"/>
                      <a:pt x="6584" y="4176"/>
                      <a:pt x="6584" y="3335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5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27" name="Freeform: Shape 14226">
                <a:extLst>
                  <a:ext uri="{FF2B5EF4-FFF2-40B4-BE49-F238E27FC236}">
                    <a16:creationId xmlns:a16="http://schemas.microsoft.com/office/drawing/2014/main" id="{D1AD3392-4710-6249-41A0-9E7785B94391}"/>
                  </a:ext>
                </a:extLst>
              </p:cNvPr>
              <p:cNvSpPr/>
              <p:nvPr/>
            </p:nvSpPr>
            <p:spPr>
              <a:xfrm>
                <a:off x="9466621" y="5534327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5 h 6345"/>
                  <a:gd name="connsiteX3" fmla="*/ 5655 w 6343"/>
                  <a:gd name="connsiteY3" fmla="*/ 1091 h 6345"/>
                  <a:gd name="connsiteX4" fmla="*/ 3413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5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5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4" y="162"/>
                      <a:pt x="3413" y="162"/>
                    </a:cubicBezTo>
                    <a:cubicBezTo>
                      <a:pt x="2571" y="162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5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3"/>
                      <a:pt x="2571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28" name="Freeform: Shape 14227">
                <a:extLst>
                  <a:ext uri="{FF2B5EF4-FFF2-40B4-BE49-F238E27FC236}">
                    <a16:creationId xmlns:a16="http://schemas.microsoft.com/office/drawing/2014/main" id="{9BD0A5A9-4FD4-443C-C8ED-A33E8CB83D70}"/>
                  </a:ext>
                </a:extLst>
              </p:cNvPr>
              <p:cNvSpPr/>
              <p:nvPr/>
            </p:nvSpPr>
            <p:spPr>
              <a:xfrm>
                <a:off x="9465115" y="5534091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5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5 h 6345"/>
                  <a:gd name="connsiteX7" fmla="*/ 1170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4" y="6507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5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4" y="162"/>
                      <a:pt x="3412" y="162"/>
                    </a:cubicBezTo>
                    <a:cubicBezTo>
                      <a:pt x="2571" y="162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5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29" name="Freeform: Shape 14228">
                <a:extLst>
                  <a:ext uri="{FF2B5EF4-FFF2-40B4-BE49-F238E27FC236}">
                    <a16:creationId xmlns:a16="http://schemas.microsoft.com/office/drawing/2014/main" id="{B1C52610-C17C-15D6-C765-F36208CA01B1}"/>
                  </a:ext>
                </a:extLst>
              </p:cNvPr>
              <p:cNvSpPr/>
              <p:nvPr/>
            </p:nvSpPr>
            <p:spPr>
              <a:xfrm>
                <a:off x="9463622" y="5533968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5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5 h 6345"/>
                  <a:gd name="connsiteX7" fmla="*/ 1170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5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70" y="1091"/>
                    </a:cubicBezTo>
                    <a:cubicBezTo>
                      <a:pt x="575" y="1686"/>
                      <a:pt x="241" y="2493"/>
                      <a:pt x="241" y="3335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30" name="Freeform: Shape 14229">
                <a:extLst>
                  <a:ext uri="{FF2B5EF4-FFF2-40B4-BE49-F238E27FC236}">
                    <a16:creationId xmlns:a16="http://schemas.microsoft.com/office/drawing/2014/main" id="{C809FA74-9A7A-4F53-6EA8-902C10CF1E46}"/>
                  </a:ext>
                </a:extLst>
              </p:cNvPr>
              <p:cNvSpPr/>
              <p:nvPr/>
            </p:nvSpPr>
            <p:spPr>
              <a:xfrm>
                <a:off x="9462150" y="5534081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5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5 h 6345"/>
                  <a:gd name="connsiteX7" fmla="*/ 1170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5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70" y="1091"/>
                    </a:cubicBezTo>
                    <a:cubicBezTo>
                      <a:pt x="575" y="1686"/>
                      <a:pt x="241" y="2493"/>
                      <a:pt x="241" y="3335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31" name="Freeform: Shape 14230">
                <a:extLst>
                  <a:ext uri="{FF2B5EF4-FFF2-40B4-BE49-F238E27FC236}">
                    <a16:creationId xmlns:a16="http://schemas.microsoft.com/office/drawing/2014/main" id="{41A712FB-BA38-4876-3030-832B3CFE92DD}"/>
                  </a:ext>
                </a:extLst>
              </p:cNvPr>
              <p:cNvSpPr/>
              <p:nvPr/>
            </p:nvSpPr>
            <p:spPr>
              <a:xfrm>
                <a:off x="9460681" y="5534247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5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1 w 6343"/>
                  <a:gd name="connsiteY6" fmla="*/ 3335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5" y="5578"/>
                    </a:cubicBezTo>
                    <a:cubicBezTo>
                      <a:pt x="6249" y="4983"/>
                      <a:pt x="6584" y="4176"/>
                      <a:pt x="6584" y="3335"/>
                    </a:cubicBezTo>
                    <a:cubicBezTo>
                      <a:pt x="6584" y="2493"/>
                      <a:pt x="6249" y="1686"/>
                      <a:pt x="5655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69" y="1091"/>
                    </a:cubicBezTo>
                    <a:cubicBezTo>
                      <a:pt x="575" y="1686"/>
                      <a:pt x="241" y="2493"/>
                      <a:pt x="241" y="3335"/>
                    </a:cubicBezTo>
                    <a:cubicBezTo>
                      <a:pt x="241" y="4176"/>
                      <a:pt x="575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32" name="Freeform: Shape 14231">
                <a:extLst>
                  <a:ext uri="{FF2B5EF4-FFF2-40B4-BE49-F238E27FC236}">
                    <a16:creationId xmlns:a16="http://schemas.microsoft.com/office/drawing/2014/main" id="{CD2AA1D3-EF60-2697-3AE4-CFEBA6C31CF1}"/>
                  </a:ext>
                </a:extLst>
              </p:cNvPr>
              <p:cNvSpPr/>
              <p:nvPr/>
            </p:nvSpPr>
            <p:spPr>
              <a:xfrm>
                <a:off x="9459230" y="5534712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5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5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5" y="5578"/>
                    </a:cubicBezTo>
                    <a:cubicBezTo>
                      <a:pt x="6249" y="4983"/>
                      <a:pt x="6584" y="4176"/>
                      <a:pt x="6584" y="3335"/>
                    </a:cubicBezTo>
                    <a:cubicBezTo>
                      <a:pt x="6584" y="2493"/>
                      <a:pt x="6249" y="1686"/>
                      <a:pt x="5655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69" y="1091"/>
                    </a:cubicBezTo>
                    <a:cubicBezTo>
                      <a:pt x="575" y="1686"/>
                      <a:pt x="240" y="2493"/>
                      <a:pt x="240" y="3335"/>
                    </a:cubicBezTo>
                    <a:cubicBezTo>
                      <a:pt x="240" y="4176"/>
                      <a:pt x="575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33" name="Freeform: Shape 14232">
                <a:extLst>
                  <a:ext uri="{FF2B5EF4-FFF2-40B4-BE49-F238E27FC236}">
                    <a16:creationId xmlns:a16="http://schemas.microsoft.com/office/drawing/2014/main" id="{A0201AC4-FD4B-B80F-FABC-112166856507}"/>
                  </a:ext>
                </a:extLst>
              </p:cNvPr>
              <p:cNvSpPr/>
              <p:nvPr/>
            </p:nvSpPr>
            <p:spPr>
              <a:xfrm>
                <a:off x="9457756" y="5534860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3 w 6343"/>
                  <a:gd name="connsiteY2" fmla="*/ 3335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5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5" y="5578"/>
                    </a:cubicBezTo>
                    <a:cubicBezTo>
                      <a:pt x="6249" y="4983"/>
                      <a:pt x="6583" y="4176"/>
                      <a:pt x="6583" y="3335"/>
                    </a:cubicBezTo>
                    <a:cubicBezTo>
                      <a:pt x="6583" y="2493"/>
                      <a:pt x="6249" y="1686"/>
                      <a:pt x="5655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5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34" name="Freeform: Shape 14233">
                <a:extLst>
                  <a:ext uri="{FF2B5EF4-FFF2-40B4-BE49-F238E27FC236}">
                    <a16:creationId xmlns:a16="http://schemas.microsoft.com/office/drawing/2014/main" id="{D395E467-CB91-4827-6F3F-86271A292B41}"/>
                  </a:ext>
                </a:extLst>
              </p:cNvPr>
              <p:cNvSpPr/>
              <p:nvPr/>
            </p:nvSpPr>
            <p:spPr>
              <a:xfrm>
                <a:off x="9456306" y="5535491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5 h 6345"/>
                  <a:gd name="connsiteX3" fmla="*/ 5654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5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4" y="5578"/>
                    </a:cubicBezTo>
                    <a:cubicBezTo>
                      <a:pt x="6249" y="4983"/>
                      <a:pt x="6583" y="4176"/>
                      <a:pt x="6583" y="3335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5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35" name="Freeform: Shape 14234">
                <a:extLst>
                  <a:ext uri="{FF2B5EF4-FFF2-40B4-BE49-F238E27FC236}">
                    <a16:creationId xmlns:a16="http://schemas.microsoft.com/office/drawing/2014/main" id="{2EB1C3AA-076F-1A13-B6CD-7066137936D8}"/>
                  </a:ext>
                </a:extLst>
              </p:cNvPr>
              <p:cNvSpPr/>
              <p:nvPr/>
            </p:nvSpPr>
            <p:spPr>
              <a:xfrm>
                <a:off x="9454851" y="5536175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5 h 6345"/>
                  <a:gd name="connsiteX3" fmla="*/ 5654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5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4" y="5578"/>
                    </a:cubicBezTo>
                    <a:cubicBezTo>
                      <a:pt x="6249" y="4983"/>
                      <a:pt x="6583" y="4176"/>
                      <a:pt x="6583" y="3335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5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36" name="Freeform: Shape 14235">
                <a:extLst>
                  <a:ext uri="{FF2B5EF4-FFF2-40B4-BE49-F238E27FC236}">
                    <a16:creationId xmlns:a16="http://schemas.microsoft.com/office/drawing/2014/main" id="{A609B278-F079-5483-6084-6AD9A9919FC8}"/>
                  </a:ext>
                </a:extLst>
              </p:cNvPr>
              <p:cNvSpPr/>
              <p:nvPr/>
            </p:nvSpPr>
            <p:spPr>
              <a:xfrm>
                <a:off x="9453377" y="5536542"/>
                <a:ext cx="6343" cy="6345"/>
              </a:xfrm>
              <a:custGeom>
                <a:avLst/>
                <a:gdLst>
                  <a:gd name="connsiteX0" fmla="*/ 3412 w 6343"/>
                  <a:gd name="connsiteY0" fmla="*/ 6508 h 6345"/>
                  <a:gd name="connsiteX1" fmla="*/ 5654 w 6343"/>
                  <a:gd name="connsiteY1" fmla="*/ 5578 h 6345"/>
                  <a:gd name="connsiteX2" fmla="*/ 6583 w 6343"/>
                  <a:gd name="connsiteY2" fmla="*/ 3335 h 6345"/>
                  <a:gd name="connsiteX3" fmla="*/ 5654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5 h 6345"/>
                  <a:gd name="connsiteX7" fmla="*/ 1169 w 6343"/>
                  <a:gd name="connsiteY7" fmla="*/ 5578 h 6345"/>
                  <a:gd name="connsiteX8" fmla="*/ 341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8"/>
                    </a:moveTo>
                    <a:cubicBezTo>
                      <a:pt x="4253" y="6508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5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3" y="162"/>
                      <a:pt x="3412" y="162"/>
                    </a:cubicBezTo>
                    <a:cubicBezTo>
                      <a:pt x="2570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5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0" y="6508"/>
                      <a:pt x="341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37" name="Freeform: Shape 14236">
                <a:extLst>
                  <a:ext uri="{FF2B5EF4-FFF2-40B4-BE49-F238E27FC236}">
                    <a16:creationId xmlns:a16="http://schemas.microsoft.com/office/drawing/2014/main" id="{616E905B-F0D7-784D-43A0-6FDE8F422503}"/>
                  </a:ext>
                </a:extLst>
              </p:cNvPr>
              <p:cNvSpPr/>
              <p:nvPr/>
            </p:nvSpPr>
            <p:spPr>
              <a:xfrm>
                <a:off x="9451896" y="5536839"/>
                <a:ext cx="6343" cy="6345"/>
              </a:xfrm>
              <a:custGeom>
                <a:avLst/>
                <a:gdLst>
                  <a:gd name="connsiteX0" fmla="*/ 3411 w 6343"/>
                  <a:gd name="connsiteY0" fmla="*/ 6508 h 6345"/>
                  <a:gd name="connsiteX1" fmla="*/ 5654 w 6343"/>
                  <a:gd name="connsiteY1" fmla="*/ 5578 h 6345"/>
                  <a:gd name="connsiteX2" fmla="*/ 6583 w 6343"/>
                  <a:gd name="connsiteY2" fmla="*/ 3335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5 h 6345"/>
                  <a:gd name="connsiteX7" fmla="*/ 1169 w 6343"/>
                  <a:gd name="connsiteY7" fmla="*/ 5578 h 6345"/>
                  <a:gd name="connsiteX8" fmla="*/ 341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8"/>
                    </a:moveTo>
                    <a:cubicBezTo>
                      <a:pt x="4253" y="6508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5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3" y="162"/>
                      <a:pt x="3411" y="162"/>
                    </a:cubicBezTo>
                    <a:cubicBezTo>
                      <a:pt x="2570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5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0" y="6508"/>
                      <a:pt x="341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38" name="Freeform: Shape 14237">
                <a:extLst>
                  <a:ext uri="{FF2B5EF4-FFF2-40B4-BE49-F238E27FC236}">
                    <a16:creationId xmlns:a16="http://schemas.microsoft.com/office/drawing/2014/main" id="{5CAA7F01-4B51-6565-BE6A-D6FEB19C6745}"/>
                  </a:ext>
                </a:extLst>
              </p:cNvPr>
              <p:cNvSpPr/>
              <p:nvPr/>
            </p:nvSpPr>
            <p:spPr>
              <a:xfrm>
                <a:off x="9450414" y="5537189"/>
                <a:ext cx="6343" cy="6345"/>
              </a:xfrm>
              <a:custGeom>
                <a:avLst/>
                <a:gdLst>
                  <a:gd name="connsiteX0" fmla="*/ 3411 w 6343"/>
                  <a:gd name="connsiteY0" fmla="*/ 6508 h 6345"/>
                  <a:gd name="connsiteX1" fmla="*/ 5654 w 6343"/>
                  <a:gd name="connsiteY1" fmla="*/ 5578 h 6345"/>
                  <a:gd name="connsiteX2" fmla="*/ 6583 w 6343"/>
                  <a:gd name="connsiteY2" fmla="*/ 3335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5 h 6345"/>
                  <a:gd name="connsiteX7" fmla="*/ 1169 w 6343"/>
                  <a:gd name="connsiteY7" fmla="*/ 5578 h 6345"/>
                  <a:gd name="connsiteX8" fmla="*/ 341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8"/>
                    </a:moveTo>
                    <a:cubicBezTo>
                      <a:pt x="4252" y="6508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5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9" y="1091"/>
                    </a:cubicBezTo>
                    <a:cubicBezTo>
                      <a:pt x="574" y="1686"/>
                      <a:pt x="240" y="2493"/>
                      <a:pt x="240" y="3335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3" y="6173"/>
                      <a:pt x="2570" y="6508"/>
                      <a:pt x="341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39" name="Freeform: Shape 14238">
                <a:extLst>
                  <a:ext uri="{FF2B5EF4-FFF2-40B4-BE49-F238E27FC236}">
                    <a16:creationId xmlns:a16="http://schemas.microsoft.com/office/drawing/2014/main" id="{E8ACABA6-BF73-0A6D-E521-0DBF1BF34941}"/>
                  </a:ext>
                </a:extLst>
              </p:cNvPr>
              <p:cNvSpPr/>
              <p:nvPr/>
            </p:nvSpPr>
            <p:spPr>
              <a:xfrm>
                <a:off x="9448919" y="5537036"/>
                <a:ext cx="6343" cy="6345"/>
              </a:xfrm>
              <a:custGeom>
                <a:avLst/>
                <a:gdLst>
                  <a:gd name="connsiteX0" fmla="*/ 3411 w 6343"/>
                  <a:gd name="connsiteY0" fmla="*/ 6508 h 6345"/>
                  <a:gd name="connsiteX1" fmla="*/ 5654 w 6343"/>
                  <a:gd name="connsiteY1" fmla="*/ 5578 h 6345"/>
                  <a:gd name="connsiteX2" fmla="*/ 6583 w 6343"/>
                  <a:gd name="connsiteY2" fmla="*/ 3335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5 h 6345"/>
                  <a:gd name="connsiteX7" fmla="*/ 1169 w 6343"/>
                  <a:gd name="connsiteY7" fmla="*/ 5578 h 6345"/>
                  <a:gd name="connsiteX8" fmla="*/ 341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8"/>
                    </a:moveTo>
                    <a:cubicBezTo>
                      <a:pt x="4252" y="6508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5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9" y="1091"/>
                    </a:cubicBezTo>
                    <a:cubicBezTo>
                      <a:pt x="574" y="1686"/>
                      <a:pt x="240" y="2493"/>
                      <a:pt x="240" y="3335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3" y="6173"/>
                      <a:pt x="2570" y="6508"/>
                      <a:pt x="341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40" name="Freeform: Shape 14239">
                <a:extLst>
                  <a:ext uri="{FF2B5EF4-FFF2-40B4-BE49-F238E27FC236}">
                    <a16:creationId xmlns:a16="http://schemas.microsoft.com/office/drawing/2014/main" id="{48951F80-ED43-95AA-DFC3-818B9CCF942F}"/>
                  </a:ext>
                </a:extLst>
              </p:cNvPr>
              <p:cNvSpPr/>
              <p:nvPr/>
            </p:nvSpPr>
            <p:spPr>
              <a:xfrm>
                <a:off x="9447430" y="5537244"/>
                <a:ext cx="6343" cy="6345"/>
              </a:xfrm>
              <a:custGeom>
                <a:avLst/>
                <a:gdLst>
                  <a:gd name="connsiteX0" fmla="*/ 3411 w 6343"/>
                  <a:gd name="connsiteY0" fmla="*/ 6508 h 6345"/>
                  <a:gd name="connsiteX1" fmla="*/ 5654 w 6343"/>
                  <a:gd name="connsiteY1" fmla="*/ 5578 h 6345"/>
                  <a:gd name="connsiteX2" fmla="*/ 6583 w 6343"/>
                  <a:gd name="connsiteY2" fmla="*/ 3335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40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8"/>
                    </a:moveTo>
                    <a:cubicBezTo>
                      <a:pt x="4252" y="6508"/>
                      <a:pt x="5059" y="6173"/>
                      <a:pt x="5654" y="5578"/>
                    </a:cubicBezTo>
                    <a:cubicBezTo>
                      <a:pt x="6248" y="4983"/>
                      <a:pt x="6583" y="4176"/>
                      <a:pt x="6583" y="3335"/>
                    </a:cubicBezTo>
                    <a:cubicBezTo>
                      <a:pt x="6583" y="2493"/>
                      <a:pt x="6248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4" y="1686"/>
                      <a:pt x="240" y="2493"/>
                      <a:pt x="240" y="3335"/>
                    </a:cubicBezTo>
                    <a:cubicBezTo>
                      <a:pt x="240" y="4176"/>
                      <a:pt x="574" y="4983"/>
                      <a:pt x="1168" y="5578"/>
                    </a:cubicBezTo>
                    <a:cubicBezTo>
                      <a:pt x="1763" y="6173"/>
                      <a:pt x="2570" y="6508"/>
                      <a:pt x="341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41" name="Freeform: Shape 14240">
                <a:extLst>
                  <a:ext uri="{FF2B5EF4-FFF2-40B4-BE49-F238E27FC236}">
                    <a16:creationId xmlns:a16="http://schemas.microsoft.com/office/drawing/2014/main" id="{584A6BF7-7409-A0E5-B2BA-6E67758F9AF4}"/>
                  </a:ext>
                </a:extLst>
              </p:cNvPr>
              <p:cNvSpPr/>
              <p:nvPr/>
            </p:nvSpPr>
            <p:spPr>
              <a:xfrm>
                <a:off x="9445940" y="5537443"/>
                <a:ext cx="6343" cy="6345"/>
              </a:xfrm>
              <a:custGeom>
                <a:avLst/>
                <a:gdLst>
                  <a:gd name="connsiteX0" fmla="*/ 3411 w 6343"/>
                  <a:gd name="connsiteY0" fmla="*/ 6508 h 6345"/>
                  <a:gd name="connsiteX1" fmla="*/ 5654 w 6343"/>
                  <a:gd name="connsiteY1" fmla="*/ 5578 h 6345"/>
                  <a:gd name="connsiteX2" fmla="*/ 6583 w 6343"/>
                  <a:gd name="connsiteY2" fmla="*/ 3335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8"/>
                    </a:moveTo>
                    <a:cubicBezTo>
                      <a:pt x="4252" y="6508"/>
                      <a:pt x="5059" y="6173"/>
                      <a:pt x="5654" y="5578"/>
                    </a:cubicBezTo>
                    <a:cubicBezTo>
                      <a:pt x="6248" y="4983"/>
                      <a:pt x="6583" y="4176"/>
                      <a:pt x="6583" y="3335"/>
                    </a:cubicBezTo>
                    <a:cubicBezTo>
                      <a:pt x="6583" y="2493"/>
                      <a:pt x="6248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4" y="1686"/>
                      <a:pt x="239" y="2493"/>
                      <a:pt x="239" y="3335"/>
                    </a:cubicBezTo>
                    <a:cubicBezTo>
                      <a:pt x="239" y="4176"/>
                      <a:pt x="574" y="4983"/>
                      <a:pt x="1168" y="5578"/>
                    </a:cubicBezTo>
                    <a:cubicBezTo>
                      <a:pt x="1763" y="6173"/>
                      <a:pt x="2570" y="6508"/>
                      <a:pt x="341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42" name="Freeform: Shape 14241">
                <a:extLst>
                  <a:ext uri="{FF2B5EF4-FFF2-40B4-BE49-F238E27FC236}">
                    <a16:creationId xmlns:a16="http://schemas.microsoft.com/office/drawing/2014/main" id="{A8C79612-6264-D4B8-BD87-C75F3A463AD1}"/>
                  </a:ext>
                </a:extLst>
              </p:cNvPr>
              <p:cNvSpPr/>
              <p:nvPr/>
            </p:nvSpPr>
            <p:spPr>
              <a:xfrm>
                <a:off x="9444446" y="5537695"/>
                <a:ext cx="6343" cy="6345"/>
              </a:xfrm>
              <a:custGeom>
                <a:avLst/>
                <a:gdLst>
                  <a:gd name="connsiteX0" fmla="*/ 3411 w 6343"/>
                  <a:gd name="connsiteY0" fmla="*/ 6508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8"/>
                    </a:moveTo>
                    <a:cubicBezTo>
                      <a:pt x="4252" y="6508"/>
                      <a:pt x="5059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70" y="6508"/>
                      <a:pt x="341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43" name="Freeform: Shape 14242">
                <a:extLst>
                  <a:ext uri="{FF2B5EF4-FFF2-40B4-BE49-F238E27FC236}">
                    <a16:creationId xmlns:a16="http://schemas.microsoft.com/office/drawing/2014/main" id="{3AC5DAFF-4742-AAC9-DEA4-476080177932}"/>
                  </a:ext>
                </a:extLst>
              </p:cNvPr>
              <p:cNvSpPr/>
              <p:nvPr/>
            </p:nvSpPr>
            <p:spPr>
              <a:xfrm>
                <a:off x="9442948" y="5538306"/>
                <a:ext cx="6343" cy="6345"/>
              </a:xfrm>
              <a:custGeom>
                <a:avLst/>
                <a:gdLst>
                  <a:gd name="connsiteX0" fmla="*/ 3411 w 6343"/>
                  <a:gd name="connsiteY0" fmla="*/ 6508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8"/>
                    </a:moveTo>
                    <a:cubicBezTo>
                      <a:pt x="4252" y="6508"/>
                      <a:pt x="5059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4"/>
                      <a:pt x="6248" y="1686"/>
                      <a:pt x="5653" y="1091"/>
                    </a:cubicBezTo>
                    <a:cubicBezTo>
                      <a:pt x="5059" y="497"/>
                      <a:pt x="4252" y="162"/>
                      <a:pt x="3411" y="162"/>
                    </a:cubicBezTo>
                    <a:cubicBezTo>
                      <a:pt x="2570" y="162"/>
                      <a:pt x="1763" y="497"/>
                      <a:pt x="1168" y="1091"/>
                    </a:cubicBezTo>
                    <a:cubicBezTo>
                      <a:pt x="573" y="1686"/>
                      <a:pt x="239" y="2494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70" y="6508"/>
                      <a:pt x="341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44" name="Freeform: Shape 14243">
                <a:extLst>
                  <a:ext uri="{FF2B5EF4-FFF2-40B4-BE49-F238E27FC236}">
                    <a16:creationId xmlns:a16="http://schemas.microsoft.com/office/drawing/2014/main" id="{BCA97148-C4EB-A97F-E52F-F948D23232CF}"/>
                  </a:ext>
                </a:extLst>
              </p:cNvPr>
              <p:cNvSpPr/>
              <p:nvPr/>
            </p:nvSpPr>
            <p:spPr>
              <a:xfrm>
                <a:off x="9441437" y="5539278"/>
                <a:ext cx="6343" cy="6345"/>
              </a:xfrm>
              <a:custGeom>
                <a:avLst/>
                <a:gdLst>
                  <a:gd name="connsiteX0" fmla="*/ 3411 w 6343"/>
                  <a:gd name="connsiteY0" fmla="*/ 6508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2 h 6345"/>
                  <a:gd name="connsiteX4" fmla="*/ 3411 w 6343"/>
                  <a:gd name="connsiteY4" fmla="*/ 162 h 6345"/>
                  <a:gd name="connsiteX5" fmla="*/ 1168 w 6343"/>
                  <a:gd name="connsiteY5" fmla="*/ 1092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8"/>
                    </a:moveTo>
                    <a:cubicBezTo>
                      <a:pt x="4252" y="6508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4"/>
                      <a:pt x="6248" y="1687"/>
                      <a:pt x="5653" y="1092"/>
                    </a:cubicBezTo>
                    <a:cubicBezTo>
                      <a:pt x="5058" y="497"/>
                      <a:pt x="4252" y="162"/>
                      <a:pt x="3411" y="162"/>
                    </a:cubicBezTo>
                    <a:cubicBezTo>
                      <a:pt x="2569" y="162"/>
                      <a:pt x="1763" y="497"/>
                      <a:pt x="1168" y="1092"/>
                    </a:cubicBezTo>
                    <a:cubicBezTo>
                      <a:pt x="573" y="1687"/>
                      <a:pt x="239" y="2494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69" y="6508"/>
                      <a:pt x="341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45" name="Freeform: Shape 14244">
                <a:extLst>
                  <a:ext uri="{FF2B5EF4-FFF2-40B4-BE49-F238E27FC236}">
                    <a16:creationId xmlns:a16="http://schemas.microsoft.com/office/drawing/2014/main" id="{84B991DC-ECDD-6582-E176-52FA930906D5}"/>
                  </a:ext>
                </a:extLst>
              </p:cNvPr>
              <p:cNvSpPr/>
              <p:nvPr/>
            </p:nvSpPr>
            <p:spPr>
              <a:xfrm>
                <a:off x="9439777" y="5547691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9 h 6345"/>
                  <a:gd name="connsiteX2" fmla="*/ 6582 w 6343"/>
                  <a:gd name="connsiteY2" fmla="*/ 3336 h 6345"/>
                  <a:gd name="connsiteX3" fmla="*/ 5653 w 6343"/>
                  <a:gd name="connsiteY3" fmla="*/ 1092 h 6345"/>
                  <a:gd name="connsiteX4" fmla="*/ 3410 w 6343"/>
                  <a:gd name="connsiteY4" fmla="*/ 163 h 6345"/>
                  <a:gd name="connsiteX5" fmla="*/ 1168 w 6343"/>
                  <a:gd name="connsiteY5" fmla="*/ 1092 h 6345"/>
                  <a:gd name="connsiteX6" fmla="*/ 239 w 6343"/>
                  <a:gd name="connsiteY6" fmla="*/ 3336 h 6345"/>
                  <a:gd name="connsiteX7" fmla="*/ 1168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2" y="6508"/>
                      <a:pt x="5058" y="6174"/>
                      <a:pt x="5653" y="5579"/>
                    </a:cubicBezTo>
                    <a:cubicBezTo>
                      <a:pt x="6248" y="4984"/>
                      <a:pt x="6582" y="4177"/>
                      <a:pt x="6582" y="3336"/>
                    </a:cubicBezTo>
                    <a:cubicBezTo>
                      <a:pt x="6582" y="2494"/>
                      <a:pt x="6248" y="1687"/>
                      <a:pt x="5653" y="1092"/>
                    </a:cubicBezTo>
                    <a:cubicBezTo>
                      <a:pt x="5058" y="497"/>
                      <a:pt x="4252" y="163"/>
                      <a:pt x="3410" y="163"/>
                    </a:cubicBezTo>
                    <a:cubicBezTo>
                      <a:pt x="2569" y="163"/>
                      <a:pt x="1763" y="497"/>
                      <a:pt x="1168" y="1092"/>
                    </a:cubicBezTo>
                    <a:cubicBezTo>
                      <a:pt x="573" y="1687"/>
                      <a:pt x="239" y="2494"/>
                      <a:pt x="239" y="3336"/>
                    </a:cubicBezTo>
                    <a:cubicBezTo>
                      <a:pt x="239" y="4177"/>
                      <a:pt x="573" y="4984"/>
                      <a:pt x="1168" y="5579"/>
                    </a:cubicBezTo>
                    <a:cubicBezTo>
                      <a:pt x="1763" y="6174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46" name="Freeform: Shape 14245">
                <a:extLst>
                  <a:ext uri="{FF2B5EF4-FFF2-40B4-BE49-F238E27FC236}">
                    <a16:creationId xmlns:a16="http://schemas.microsoft.com/office/drawing/2014/main" id="{A39F057F-5BA2-576E-D0E2-94462C5575A1}"/>
                  </a:ext>
                </a:extLst>
              </p:cNvPr>
              <p:cNvSpPr/>
              <p:nvPr/>
            </p:nvSpPr>
            <p:spPr>
              <a:xfrm>
                <a:off x="9438150" y="5550551"/>
                <a:ext cx="6343" cy="6345"/>
              </a:xfrm>
              <a:custGeom>
                <a:avLst/>
                <a:gdLst>
                  <a:gd name="connsiteX0" fmla="*/ 3410 w 6343"/>
                  <a:gd name="connsiteY0" fmla="*/ 6509 h 6345"/>
                  <a:gd name="connsiteX1" fmla="*/ 5653 w 6343"/>
                  <a:gd name="connsiteY1" fmla="*/ 5579 h 6345"/>
                  <a:gd name="connsiteX2" fmla="*/ 6582 w 6343"/>
                  <a:gd name="connsiteY2" fmla="*/ 3336 h 6345"/>
                  <a:gd name="connsiteX3" fmla="*/ 5653 w 6343"/>
                  <a:gd name="connsiteY3" fmla="*/ 1092 h 6345"/>
                  <a:gd name="connsiteX4" fmla="*/ 3410 w 6343"/>
                  <a:gd name="connsiteY4" fmla="*/ 163 h 6345"/>
                  <a:gd name="connsiteX5" fmla="*/ 1168 w 6343"/>
                  <a:gd name="connsiteY5" fmla="*/ 1092 h 6345"/>
                  <a:gd name="connsiteX6" fmla="*/ 239 w 6343"/>
                  <a:gd name="connsiteY6" fmla="*/ 3336 h 6345"/>
                  <a:gd name="connsiteX7" fmla="*/ 1168 w 6343"/>
                  <a:gd name="connsiteY7" fmla="*/ 5579 h 6345"/>
                  <a:gd name="connsiteX8" fmla="*/ 3410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9"/>
                    </a:moveTo>
                    <a:cubicBezTo>
                      <a:pt x="4251" y="6509"/>
                      <a:pt x="5058" y="6174"/>
                      <a:pt x="5653" y="5579"/>
                    </a:cubicBezTo>
                    <a:cubicBezTo>
                      <a:pt x="6248" y="4984"/>
                      <a:pt x="6582" y="4177"/>
                      <a:pt x="6582" y="3336"/>
                    </a:cubicBezTo>
                    <a:cubicBezTo>
                      <a:pt x="6582" y="2494"/>
                      <a:pt x="6248" y="1687"/>
                      <a:pt x="5653" y="1092"/>
                    </a:cubicBezTo>
                    <a:cubicBezTo>
                      <a:pt x="5058" y="497"/>
                      <a:pt x="4251" y="163"/>
                      <a:pt x="3410" y="163"/>
                    </a:cubicBezTo>
                    <a:cubicBezTo>
                      <a:pt x="2569" y="163"/>
                      <a:pt x="1762" y="497"/>
                      <a:pt x="1168" y="1092"/>
                    </a:cubicBezTo>
                    <a:cubicBezTo>
                      <a:pt x="573" y="1687"/>
                      <a:pt x="239" y="2494"/>
                      <a:pt x="239" y="3336"/>
                    </a:cubicBezTo>
                    <a:cubicBezTo>
                      <a:pt x="239" y="4177"/>
                      <a:pt x="573" y="4984"/>
                      <a:pt x="1168" y="5579"/>
                    </a:cubicBezTo>
                    <a:cubicBezTo>
                      <a:pt x="1762" y="6174"/>
                      <a:pt x="2569" y="6509"/>
                      <a:pt x="3410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47" name="Freeform: Shape 14246">
                <a:extLst>
                  <a:ext uri="{FF2B5EF4-FFF2-40B4-BE49-F238E27FC236}">
                    <a16:creationId xmlns:a16="http://schemas.microsoft.com/office/drawing/2014/main" id="{B3E73355-1717-693C-545A-984F8736C536}"/>
                  </a:ext>
                </a:extLst>
              </p:cNvPr>
              <p:cNvSpPr/>
              <p:nvPr/>
            </p:nvSpPr>
            <p:spPr>
              <a:xfrm>
                <a:off x="9436492" y="5553278"/>
                <a:ext cx="6343" cy="6345"/>
              </a:xfrm>
              <a:custGeom>
                <a:avLst/>
                <a:gdLst>
                  <a:gd name="connsiteX0" fmla="*/ 3410 w 6343"/>
                  <a:gd name="connsiteY0" fmla="*/ 6509 h 6345"/>
                  <a:gd name="connsiteX1" fmla="*/ 5653 w 6343"/>
                  <a:gd name="connsiteY1" fmla="*/ 5580 h 6345"/>
                  <a:gd name="connsiteX2" fmla="*/ 6582 w 6343"/>
                  <a:gd name="connsiteY2" fmla="*/ 3336 h 6345"/>
                  <a:gd name="connsiteX3" fmla="*/ 5653 w 6343"/>
                  <a:gd name="connsiteY3" fmla="*/ 1093 h 6345"/>
                  <a:gd name="connsiteX4" fmla="*/ 3410 w 6343"/>
                  <a:gd name="connsiteY4" fmla="*/ 163 h 6345"/>
                  <a:gd name="connsiteX5" fmla="*/ 1168 w 6343"/>
                  <a:gd name="connsiteY5" fmla="*/ 1093 h 6345"/>
                  <a:gd name="connsiteX6" fmla="*/ 239 w 6343"/>
                  <a:gd name="connsiteY6" fmla="*/ 3336 h 6345"/>
                  <a:gd name="connsiteX7" fmla="*/ 1168 w 6343"/>
                  <a:gd name="connsiteY7" fmla="*/ 5580 h 6345"/>
                  <a:gd name="connsiteX8" fmla="*/ 3410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9"/>
                    </a:moveTo>
                    <a:cubicBezTo>
                      <a:pt x="4251" y="6509"/>
                      <a:pt x="5058" y="6175"/>
                      <a:pt x="5653" y="5580"/>
                    </a:cubicBezTo>
                    <a:cubicBezTo>
                      <a:pt x="6248" y="4985"/>
                      <a:pt x="6582" y="4178"/>
                      <a:pt x="6582" y="3336"/>
                    </a:cubicBezTo>
                    <a:cubicBezTo>
                      <a:pt x="6582" y="2495"/>
                      <a:pt x="6248" y="1688"/>
                      <a:pt x="5653" y="1093"/>
                    </a:cubicBezTo>
                    <a:cubicBezTo>
                      <a:pt x="5058" y="498"/>
                      <a:pt x="4251" y="163"/>
                      <a:pt x="3410" y="163"/>
                    </a:cubicBezTo>
                    <a:cubicBezTo>
                      <a:pt x="2569" y="163"/>
                      <a:pt x="1762" y="498"/>
                      <a:pt x="1168" y="1093"/>
                    </a:cubicBezTo>
                    <a:cubicBezTo>
                      <a:pt x="573" y="1688"/>
                      <a:pt x="239" y="2495"/>
                      <a:pt x="239" y="3336"/>
                    </a:cubicBezTo>
                    <a:cubicBezTo>
                      <a:pt x="239" y="4178"/>
                      <a:pt x="573" y="4985"/>
                      <a:pt x="1168" y="5580"/>
                    </a:cubicBezTo>
                    <a:cubicBezTo>
                      <a:pt x="1762" y="6175"/>
                      <a:pt x="2569" y="6509"/>
                      <a:pt x="3410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48" name="Freeform: Shape 14247">
                <a:extLst>
                  <a:ext uri="{FF2B5EF4-FFF2-40B4-BE49-F238E27FC236}">
                    <a16:creationId xmlns:a16="http://schemas.microsoft.com/office/drawing/2014/main" id="{C2FAA1CB-0E87-06B5-9887-64B5FED8A53E}"/>
                  </a:ext>
                </a:extLst>
              </p:cNvPr>
              <p:cNvSpPr/>
              <p:nvPr/>
            </p:nvSpPr>
            <p:spPr>
              <a:xfrm>
                <a:off x="9434797" y="5556055"/>
                <a:ext cx="6343" cy="6345"/>
              </a:xfrm>
              <a:custGeom>
                <a:avLst/>
                <a:gdLst>
                  <a:gd name="connsiteX0" fmla="*/ 3410 w 6343"/>
                  <a:gd name="connsiteY0" fmla="*/ 6509 h 6345"/>
                  <a:gd name="connsiteX1" fmla="*/ 5653 w 6343"/>
                  <a:gd name="connsiteY1" fmla="*/ 5580 h 6345"/>
                  <a:gd name="connsiteX2" fmla="*/ 6582 w 6343"/>
                  <a:gd name="connsiteY2" fmla="*/ 3336 h 6345"/>
                  <a:gd name="connsiteX3" fmla="*/ 5653 w 6343"/>
                  <a:gd name="connsiteY3" fmla="*/ 1093 h 6345"/>
                  <a:gd name="connsiteX4" fmla="*/ 3410 w 6343"/>
                  <a:gd name="connsiteY4" fmla="*/ 164 h 6345"/>
                  <a:gd name="connsiteX5" fmla="*/ 1167 w 6343"/>
                  <a:gd name="connsiteY5" fmla="*/ 1093 h 6345"/>
                  <a:gd name="connsiteX6" fmla="*/ 239 w 6343"/>
                  <a:gd name="connsiteY6" fmla="*/ 3336 h 6345"/>
                  <a:gd name="connsiteX7" fmla="*/ 1167 w 6343"/>
                  <a:gd name="connsiteY7" fmla="*/ 5580 h 6345"/>
                  <a:gd name="connsiteX8" fmla="*/ 3410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9"/>
                    </a:moveTo>
                    <a:cubicBezTo>
                      <a:pt x="4251" y="6509"/>
                      <a:pt x="5058" y="6175"/>
                      <a:pt x="5653" y="5580"/>
                    </a:cubicBezTo>
                    <a:cubicBezTo>
                      <a:pt x="6247" y="4985"/>
                      <a:pt x="6582" y="4178"/>
                      <a:pt x="6582" y="3336"/>
                    </a:cubicBezTo>
                    <a:cubicBezTo>
                      <a:pt x="6582" y="2495"/>
                      <a:pt x="6247" y="1688"/>
                      <a:pt x="5653" y="1093"/>
                    </a:cubicBezTo>
                    <a:cubicBezTo>
                      <a:pt x="5058" y="498"/>
                      <a:pt x="4251" y="164"/>
                      <a:pt x="3410" y="164"/>
                    </a:cubicBezTo>
                    <a:cubicBezTo>
                      <a:pt x="2569" y="164"/>
                      <a:pt x="1762" y="498"/>
                      <a:pt x="1167" y="1093"/>
                    </a:cubicBezTo>
                    <a:cubicBezTo>
                      <a:pt x="573" y="1688"/>
                      <a:pt x="239" y="2495"/>
                      <a:pt x="239" y="3336"/>
                    </a:cubicBezTo>
                    <a:cubicBezTo>
                      <a:pt x="239" y="4178"/>
                      <a:pt x="573" y="4985"/>
                      <a:pt x="1167" y="5580"/>
                    </a:cubicBezTo>
                    <a:cubicBezTo>
                      <a:pt x="1762" y="6175"/>
                      <a:pt x="2569" y="6509"/>
                      <a:pt x="3410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49" name="Freeform: Shape 14248">
                <a:extLst>
                  <a:ext uri="{FF2B5EF4-FFF2-40B4-BE49-F238E27FC236}">
                    <a16:creationId xmlns:a16="http://schemas.microsoft.com/office/drawing/2014/main" id="{40C8426A-9B61-0DBC-728B-66BE8015C11E}"/>
                  </a:ext>
                </a:extLst>
              </p:cNvPr>
              <p:cNvSpPr/>
              <p:nvPr/>
            </p:nvSpPr>
            <p:spPr>
              <a:xfrm>
                <a:off x="9433069" y="5558822"/>
                <a:ext cx="6343" cy="6345"/>
              </a:xfrm>
              <a:custGeom>
                <a:avLst/>
                <a:gdLst>
                  <a:gd name="connsiteX0" fmla="*/ 3410 w 6343"/>
                  <a:gd name="connsiteY0" fmla="*/ 6509 h 6345"/>
                  <a:gd name="connsiteX1" fmla="*/ 5653 w 6343"/>
                  <a:gd name="connsiteY1" fmla="*/ 5580 h 6345"/>
                  <a:gd name="connsiteX2" fmla="*/ 6581 w 6343"/>
                  <a:gd name="connsiteY2" fmla="*/ 3337 h 6345"/>
                  <a:gd name="connsiteX3" fmla="*/ 5653 w 6343"/>
                  <a:gd name="connsiteY3" fmla="*/ 1093 h 6345"/>
                  <a:gd name="connsiteX4" fmla="*/ 3410 w 6343"/>
                  <a:gd name="connsiteY4" fmla="*/ 164 h 6345"/>
                  <a:gd name="connsiteX5" fmla="*/ 1167 w 6343"/>
                  <a:gd name="connsiteY5" fmla="*/ 1093 h 6345"/>
                  <a:gd name="connsiteX6" fmla="*/ 238 w 6343"/>
                  <a:gd name="connsiteY6" fmla="*/ 3337 h 6345"/>
                  <a:gd name="connsiteX7" fmla="*/ 1167 w 6343"/>
                  <a:gd name="connsiteY7" fmla="*/ 5580 h 6345"/>
                  <a:gd name="connsiteX8" fmla="*/ 3410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9"/>
                    </a:moveTo>
                    <a:cubicBezTo>
                      <a:pt x="4251" y="6509"/>
                      <a:pt x="5058" y="6175"/>
                      <a:pt x="5653" y="5580"/>
                    </a:cubicBezTo>
                    <a:cubicBezTo>
                      <a:pt x="6247" y="4985"/>
                      <a:pt x="6581" y="4178"/>
                      <a:pt x="6581" y="3337"/>
                    </a:cubicBezTo>
                    <a:cubicBezTo>
                      <a:pt x="6581" y="2495"/>
                      <a:pt x="6247" y="1688"/>
                      <a:pt x="5653" y="1093"/>
                    </a:cubicBezTo>
                    <a:cubicBezTo>
                      <a:pt x="5058" y="498"/>
                      <a:pt x="4251" y="164"/>
                      <a:pt x="3410" y="164"/>
                    </a:cubicBezTo>
                    <a:cubicBezTo>
                      <a:pt x="2569" y="164"/>
                      <a:pt x="1762" y="498"/>
                      <a:pt x="1167" y="1093"/>
                    </a:cubicBezTo>
                    <a:cubicBezTo>
                      <a:pt x="573" y="1688"/>
                      <a:pt x="238" y="2495"/>
                      <a:pt x="238" y="3337"/>
                    </a:cubicBezTo>
                    <a:cubicBezTo>
                      <a:pt x="238" y="4178"/>
                      <a:pt x="573" y="4985"/>
                      <a:pt x="1167" y="5580"/>
                    </a:cubicBezTo>
                    <a:cubicBezTo>
                      <a:pt x="1762" y="6175"/>
                      <a:pt x="2569" y="6509"/>
                      <a:pt x="3410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50" name="Freeform: Shape 14249">
                <a:extLst>
                  <a:ext uri="{FF2B5EF4-FFF2-40B4-BE49-F238E27FC236}">
                    <a16:creationId xmlns:a16="http://schemas.microsoft.com/office/drawing/2014/main" id="{D78ED793-577A-A97A-1991-3C99920296DD}"/>
                  </a:ext>
                </a:extLst>
              </p:cNvPr>
              <p:cNvSpPr/>
              <p:nvPr/>
            </p:nvSpPr>
            <p:spPr>
              <a:xfrm>
                <a:off x="9287253" y="5611244"/>
                <a:ext cx="6343" cy="6345"/>
              </a:xfrm>
              <a:custGeom>
                <a:avLst/>
                <a:gdLst>
                  <a:gd name="connsiteX0" fmla="*/ 3398 w 6343"/>
                  <a:gd name="connsiteY0" fmla="*/ 6513 h 6345"/>
                  <a:gd name="connsiteX1" fmla="*/ 5641 w 6343"/>
                  <a:gd name="connsiteY1" fmla="*/ 5584 h 6345"/>
                  <a:gd name="connsiteX2" fmla="*/ 6570 w 6343"/>
                  <a:gd name="connsiteY2" fmla="*/ 3341 h 6345"/>
                  <a:gd name="connsiteX3" fmla="*/ 5641 w 6343"/>
                  <a:gd name="connsiteY3" fmla="*/ 1097 h 6345"/>
                  <a:gd name="connsiteX4" fmla="*/ 3398 w 6343"/>
                  <a:gd name="connsiteY4" fmla="*/ 168 h 6345"/>
                  <a:gd name="connsiteX5" fmla="*/ 1156 w 6343"/>
                  <a:gd name="connsiteY5" fmla="*/ 1097 h 6345"/>
                  <a:gd name="connsiteX6" fmla="*/ 227 w 6343"/>
                  <a:gd name="connsiteY6" fmla="*/ 3341 h 6345"/>
                  <a:gd name="connsiteX7" fmla="*/ 1156 w 6343"/>
                  <a:gd name="connsiteY7" fmla="*/ 5584 h 6345"/>
                  <a:gd name="connsiteX8" fmla="*/ 3398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13"/>
                    </a:moveTo>
                    <a:cubicBezTo>
                      <a:pt x="4240" y="6513"/>
                      <a:pt x="5046" y="6179"/>
                      <a:pt x="5641" y="5584"/>
                    </a:cubicBezTo>
                    <a:cubicBezTo>
                      <a:pt x="6236" y="4989"/>
                      <a:pt x="6570" y="4182"/>
                      <a:pt x="6570" y="3341"/>
                    </a:cubicBezTo>
                    <a:cubicBezTo>
                      <a:pt x="6570" y="2499"/>
                      <a:pt x="6236" y="1692"/>
                      <a:pt x="5641" y="1097"/>
                    </a:cubicBezTo>
                    <a:cubicBezTo>
                      <a:pt x="5046" y="502"/>
                      <a:pt x="4240" y="168"/>
                      <a:pt x="3398" y="168"/>
                    </a:cubicBezTo>
                    <a:cubicBezTo>
                      <a:pt x="2557" y="168"/>
                      <a:pt x="1751" y="502"/>
                      <a:pt x="1156" y="1097"/>
                    </a:cubicBezTo>
                    <a:cubicBezTo>
                      <a:pt x="561" y="1692"/>
                      <a:pt x="227" y="2499"/>
                      <a:pt x="227" y="3341"/>
                    </a:cubicBezTo>
                    <a:cubicBezTo>
                      <a:pt x="227" y="4182"/>
                      <a:pt x="561" y="4989"/>
                      <a:pt x="1156" y="5584"/>
                    </a:cubicBezTo>
                    <a:cubicBezTo>
                      <a:pt x="1751" y="6179"/>
                      <a:pt x="2557" y="6513"/>
                      <a:pt x="3398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51" name="Freeform: Shape 14250">
                <a:extLst>
                  <a:ext uri="{FF2B5EF4-FFF2-40B4-BE49-F238E27FC236}">
                    <a16:creationId xmlns:a16="http://schemas.microsoft.com/office/drawing/2014/main" id="{6185618F-01AF-F8EE-54A7-9E8635A46E89}"/>
                  </a:ext>
                </a:extLst>
              </p:cNvPr>
              <p:cNvSpPr/>
              <p:nvPr/>
            </p:nvSpPr>
            <p:spPr>
              <a:xfrm>
                <a:off x="9285504" y="5609889"/>
                <a:ext cx="6343" cy="6345"/>
              </a:xfrm>
              <a:custGeom>
                <a:avLst/>
                <a:gdLst>
                  <a:gd name="connsiteX0" fmla="*/ 3398 w 6343"/>
                  <a:gd name="connsiteY0" fmla="*/ 6513 h 6345"/>
                  <a:gd name="connsiteX1" fmla="*/ 5641 w 6343"/>
                  <a:gd name="connsiteY1" fmla="*/ 5584 h 6345"/>
                  <a:gd name="connsiteX2" fmla="*/ 6570 w 6343"/>
                  <a:gd name="connsiteY2" fmla="*/ 3341 h 6345"/>
                  <a:gd name="connsiteX3" fmla="*/ 5641 w 6343"/>
                  <a:gd name="connsiteY3" fmla="*/ 1097 h 6345"/>
                  <a:gd name="connsiteX4" fmla="*/ 3398 w 6343"/>
                  <a:gd name="connsiteY4" fmla="*/ 168 h 6345"/>
                  <a:gd name="connsiteX5" fmla="*/ 1156 w 6343"/>
                  <a:gd name="connsiteY5" fmla="*/ 1097 h 6345"/>
                  <a:gd name="connsiteX6" fmla="*/ 227 w 6343"/>
                  <a:gd name="connsiteY6" fmla="*/ 3341 h 6345"/>
                  <a:gd name="connsiteX7" fmla="*/ 1156 w 6343"/>
                  <a:gd name="connsiteY7" fmla="*/ 5584 h 6345"/>
                  <a:gd name="connsiteX8" fmla="*/ 3398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13"/>
                    </a:moveTo>
                    <a:cubicBezTo>
                      <a:pt x="4239" y="6513"/>
                      <a:pt x="5046" y="6179"/>
                      <a:pt x="5641" y="5584"/>
                    </a:cubicBezTo>
                    <a:cubicBezTo>
                      <a:pt x="6236" y="4989"/>
                      <a:pt x="6570" y="4182"/>
                      <a:pt x="6570" y="3341"/>
                    </a:cubicBezTo>
                    <a:cubicBezTo>
                      <a:pt x="6570" y="2499"/>
                      <a:pt x="6236" y="1692"/>
                      <a:pt x="5641" y="1097"/>
                    </a:cubicBezTo>
                    <a:cubicBezTo>
                      <a:pt x="5046" y="502"/>
                      <a:pt x="4239" y="168"/>
                      <a:pt x="3398" y="168"/>
                    </a:cubicBezTo>
                    <a:cubicBezTo>
                      <a:pt x="2557" y="168"/>
                      <a:pt x="1750" y="502"/>
                      <a:pt x="1156" y="1097"/>
                    </a:cubicBezTo>
                    <a:cubicBezTo>
                      <a:pt x="561" y="1692"/>
                      <a:pt x="227" y="2499"/>
                      <a:pt x="227" y="3341"/>
                    </a:cubicBezTo>
                    <a:cubicBezTo>
                      <a:pt x="227" y="4182"/>
                      <a:pt x="561" y="4989"/>
                      <a:pt x="1156" y="5584"/>
                    </a:cubicBezTo>
                    <a:cubicBezTo>
                      <a:pt x="1750" y="6179"/>
                      <a:pt x="2557" y="6513"/>
                      <a:pt x="3398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52" name="Freeform: Shape 14251">
                <a:extLst>
                  <a:ext uri="{FF2B5EF4-FFF2-40B4-BE49-F238E27FC236}">
                    <a16:creationId xmlns:a16="http://schemas.microsoft.com/office/drawing/2014/main" id="{B1988ABE-1AC3-A18A-B5BF-E0B81CFAF183}"/>
                  </a:ext>
                </a:extLst>
              </p:cNvPr>
              <p:cNvSpPr/>
              <p:nvPr/>
            </p:nvSpPr>
            <p:spPr>
              <a:xfrm>
                <a:off x="9283962" y="5608140"/>
                <a:ext cx="6343" cy="6345"/>
              </a:xfrm>
              <a:custGeom>
                <a:avLst/>
                <a:gdLst>
                  <a:gd name="connsiteX0" fmla="*/ 3398 w 6343"/>
                  <a:gd name="connsiteY0" fmla="*/ 6513 h 6345"/>
                  <a:gd name="connsiteX1" fmla="*/ 5641 w 6343"/>
                  <a:gd name="connsiteY1" fmla="*/ 5584 h 6345"/>
                  <a:gd name="connsiteX2" fmla="*/ 6570 w 6343"/>
                  <a:gd name="connsiteY2" fmla="*/ 3340 h 6345"/>
                  <a:gd name="connsiteX3" fmla="*/ 5641 w 6343"/>
                  <a:gd name="connsiteY3" fmla="*/ 1097 h 6345"/>
                  <a:gd name="connsiteX4" fmla="*/ 3398 w 6343"/>
                  <a:gd name="connsiteY4" fmla="*/ 168 h 6345"/>
                  <a:gd name="connsiteX5" fmla="*/ 1156 w 6343"/>
                  <a:gd name="connsiteY5" fmla="*/ 1097 h 6345"/>
                  <a:gd name="connsiteX6" fmla="*/ 227 w 6343"/>
                  <a:gd name="connsiteY6" fmla="*/ 3340 h 6345"/>
                  <a:gd name="connsiteX7" fmla="*/ 1156 w 6343"/>
                  <a:gd name="connsiteY7" fmla="*/ 5584 h 6345"/>
                  <a:gd name="connsiteX8" fmla="*/ 3398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13"/>
                    </a:moveTo>
                    <a:cubicBezTo>
                      <a:pt x="4239" y="6513"/>
                      <a:pt x="5046" y="6179"/>
                      <a:pt x="5641" y="5584"/>
                    </a:cubicBezTo>
                    <a:cubicBezTo>
                      <a:pt x="6236" y="4989"/>
                      <a:pt x="6570" y="4182"/>
                      <a:pt x="6570" y="3340"/>
                    </a:cubicBezTo>
                    <a:cubicBezTo>
                      <a:pt x="6570" y="2499"/>
                      <a:pt x="6236" y="1692"/>
                      <a:pt x="5641" y="1097"/>
                    </a:cubicBezTo>
                    <a:cubicBezTo>
                      <a:pt x="5046" y="502"/>
                      <a:pt x="4239" y="168"/>
                      <a:pt x="3398" y="168"/>
                    </a:cubicBezTo>
                    <a:cubicBezTo>
                      <a:pt x="2557" y="168"/>
                      <a:pt x="1750" y="502"/>
                      <a:pt x="1156" y="1097"/>
                    </a:cubicBezTo>
                    <a:cubicBezTo>
                      <a:pt x="561" y="1692"/>
                      <a:pt x="227" y="2499"/>
                      <a:pt x="227" y="3340"/>
                    </a:cubicBezTo>
                    <a:cubicBezTo>
                      <a:pt x="227" y="4182"/>
                      <a:pt x="561" y="4989"/>
                      <a:pt x="1156" y="5584"/>
                    </a:cubicBezTo>
                    <a:cubicBezTo>
                      <a:pt x="1750" y="6179"/>
                      <a:pt x="2557" y="6513"/>
                      <a:pt x="3398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53" name="Freeform: Shape 14252">
                <a:extLst>
                  <a:ext uri="{FF2B5EF4-FFF2-40B4-BE49-F238E27FC236}">
                    <a16:creationId xmlns:a16="http://schemas.microsoft.com/office/drawing/2014/main" id="{BE4748E5-0848-758A-1A46-F5237334F92E}"/>
                  </a:ext>
                </a:extLst>
              </p:cNvPr>
              <p:cNvSpPr/>
              <p:nvPr/>
            </p:nvSpPr>
            <p:spPr>
              <a:xfrm>
                <a:off x="9282548" y="5606166"/>
                <a:ext cx="6343" cy="6345"/>
              </a:xfrm>
              <a:custGeom>
                <a:avLst/>
                <a:gdLst>
                  <a:gd name="connsiteX0" fmla="*/ 3398 w 6343"/>
                  <a:gd name="connsiteY0" fmla="*/ 6513 h 6345"/>
                  <a:gd name="connsiteX1" fmla="*/ 5641 w 6343"/>
                  <a:gd name="connsiteY1" fmla="*/ 5584 h 6345"/>
                  <a:gd name="connsiteX2" fmla="*/ 6570 w 6343"/>
                  <a:gd name="connsiteY2" fmla="*/ 3340 h 6345"/>
                  <a:gd name="connsiteX3" fmla="*/ 5641 w 6343"/>
                  <a:gd name="connsiteY3" fmla="*/ 1097 h 6345"/>
                  <a:gd name="connsiteX4" fmla="*/ 3398 w 6343"/>
                  <a:gd name="connsiteY4" fmla="*/ 168 h 6345"/>
                  <a:gd name="connsiteX5" fmla="*/ 1155 w 6343"/>
                  <a:gd name="connsiteY5" fmla="*/ 1097 h 6345"/>
                  <a:gd name="connsiteX6" fmla="*/ 227 w 6343"/>
                  <a:gd name="connsiteY6" fmla="*/ 3340 h 6345"/>
                  <a:gd name="connsiteX7" fmla="*/ 1155 w 6343"/>
                  <a:gd name="connsiteY7" fmla="*/ 5584 h 6345"/>
                  <a:gd name="connsiteX8" fmla="*/ 3398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13"/>
                    </a:moveTo>
                    <a:cubicBezTo>
                      <a:pt x="4239" y="6513"/>
                      <a:pt x="5046" y="6179"/>
                      <a:pt x="5641" y="5584"/>
                    </a:cubicBezTo>
                    <a:cubicBezTo>
                      <a:pt x="6235" y="4989"/>
                      <a:pt x="6570" y="4182"/>
                      <a:pt x="6570" y="3340"/>
                    </a:cubicBezTo>
                    <a:cubicBezTo>
                      <a:pt x="6570" y="2499"/>
                      <a:pt x="6235" y="1692"/>
                      <a:pt x="5641" y="1097"/>
                    </a:cubicBezTo>
                    <a:cubicBezTo>
                      <a:pt x="5046" y="502"/>
                      <a:pt x="4239" y="168"/>
                      <a:pt x="3398" y="168"/>
                    </a:cubicBezTo>
                    <a:cubicBezTo>
                      <a:pt x="2557" y="168"/>
                      <a:pt x="1750" y="502"/>
                      <a:pt x="1155" y="1097"/>
                    </a:cubicBezTo>
                    <a:cubicBezTo>
                      <a:pt x="561" y="1692"/>
                      <a:pt x="227" y="2499"/>
                      <a:pt x="227" y="3340"/>
                    </a:cubicBezTo>
                    <a:cubicBezTo>
                      <a:pt x="227" y="4182"/>
                      <a:pt x="561" y="4989"/>
                      <a:pt x="1155" y="5584"/>
                    </a:cubicBezTo>
                    <a:cubicBezTo>
                      <a:pt x="1750" y="6179"/>
                      <a:pt x="2557" y="6513"/>
                      <a:pt x="3398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54" name="Freeform: Shape 14253">
                <a:extLst>
                  <a:ext uri="{FF2B5EF4-FFF2-40B4-BE49-F238E27FC236}">
                    <a16:creationId xmlns:a16="http://schemas.microsoft.com/office/drawing/2014/main" id="{3CD2AF5A-A381-1CA6-73EB-25D1757D76C3}"/>
                  </a:ext>
                </a:extLst>
              </p:cNvPr>
              <p:cNvSpPr/>
              <p:nvPr/>
            </p:nvSpPr>
            <p:spPr>
              <a:xfrm>
                <a:off x="9281555" y="5603423"/>
                <a:ext cx="6343" cy="6345"/>
              </a:xfrm>
              <a:custGeom>
                <a:avLst/>
                <a:gdLst>
                  <a:gd name="connsiteX0" fmla="*/ 3398 w 6343"/>
                  <a:gd name="connsiteY0" fmla="*/ 6513 h 6345"/>
                  <a:gd name="connsiteX1" fmla="*/ 5641 w 6343"/>
                  <a:gd name="connsiteY1" fmla="*/ 5584 h 6345"/>
                  <a:gd name="connsiteX2" fmla="*/ 6570 w 6343"/>
                  <a:gd name="connsiteY2" fmla="*/ 3340 h 6345"/>
                  <a:gd name="connsiteX3" fmla="*/ 5641 w 6343"/>
                  <a:gd name="connsiteY3" fmla="*/ 1097 h 6345"/>
                  <a:gd name="connsiteX4" fmla="*/ 3398 w 6343"/>
                  <a:gd name="connsiteY4" fmla="*/ 167 h 6345"/>
                  <a:gd name="connsiteX5" fmla="*/ 1155 w 6343"/>
                  <a:gd name="connsiteY5" fmla="*/ 1097 h 6345"/>
                  <a:gd name="connsiteX6" fmla="*/ 226 w 6343"/>
                  <a:gd name="connsiteY6" fmla="*/ 3340 h 6345"/>
                  <a:gd name="connsiteX7" fmla="*/ 1155 w 6343"/>
                  <a:gd name="connsiteY7" fmla="*/ 5584 h 6345"/>
                  <a:gd name="connsiteX8" fmla="*/ 3398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13"/>
                    </a:moveTo>
                    <a:cubicBezTo>
                      <a:pt x="4239" y="6513"/>
                      <a:pt x="5046" y="6178"/>
                      <a:pt x="5641" y="5584"/>
                    </a:cubicBezTo>
                    <a:cubicBezTo>
                      <a:pt x="6235" y="4989"/>
                      <a:pt x="6570" y="4181"/>
                      <a:pt x="6570" y="3340"/>
                    </a:cubicBezTo>
                    <a:cubicBezTo>
                      <a:pt x="6570" y="2499"/>
                      <a:pt x="6235" y="1692"/>
                      <a:pt x="5641" y="1097"/>
                    </a:cubicBezTo>
                    <a:cubicBezTo>
                      <a:pt x="5046" y="502"/>
                      <a:pt x="4239" y="167"/>
                      <a:pt x="3398" y="167"/>
                    </a:cubicBezTo>
                    <a:cubicBezTo>
                      <a:pt x="2557" y="167"/>
                      <a:pt x="1750" y="502"/>
                      <a:pt x="1155" y="1097"/>
                    </a:cubicBezTo>
                    <a:cubicBezTo>
                      <a:pt x="561" y="1692"/>
                      <a:pt x="226" y="2499"/>
                      <a:pt x="226" y="3340"/>
                    </a:cubicBezTo>
                    <a:cubicBezTo>
                      <a:pt x="226" y="4181"/>
                      <a:pt x="561" y="4989"/>
                      <a:pt x="1155" y="5584"/>
                    </a:cubicBezTo>
                    <a:cubicBezTo>
                      <a:pt x="1750" y="6178"/>
                      <a:pt x="2557" y="6513"/>
                      <a:pt x="3398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55" name="Freeform: Shape 14254">
                <a:extLst>
                  <a:ext uri="{FF2B5EF4-FFF2-40B4-BE49-F238E27FC236}">
                    <a16:creationId xmlns:a16="http://schemas.microsoft.com/office/drawing/2014/main" id="{10E67393-8403-E18D-835E-7A577F82708E}"/>
                  </a:ext>
                </a:extLst>
              </p:cNvPr>
              <p:cNvSpPr/>
              <p:nvPr/>
            </p:nvSpPr>
            <p:spPr>
              <a:xfrm>
                <a:off x="9279631" y="5602472"/>
                <a:ext cx="6343" cy="6345"/>
              </a:xfrm>
              <a:custGeom>
                <a:avLst/>
                <a:gdLst>
                  <a:gd name="connsiteX0" fmla="*/ 3398 w 6343"/>
                  <a:gd name="connsiteY0" fmla="*/ 6513 h 6345"/>
                  <a:gd name="connsiteX1" fmla="*/ 5640 w 6343"/>
                  <a:gd name="connsiteY1" fmla="*/ 5583 h 6345"/>
                  <a:gd name="connsiteX2" fmla="*/ 6569 w 6343"/>
                  <a:gd name="connsiteY2" fmla="*/ 3340 h 6345"/>
                  <a:gd name="connsiteX3" fmla="*/ 5640 w 6343"/>
                  <a:gd name="connsiteY3" fmla="*/ 1097 h 6345"/>
                  <a:gd name="connsiteX4" fmla="*/ 3398 w 6343"/>
                  <a:gd name="connsiteY4" fmla="*/ 167 h 6345"/>
                  <a:gd name="connsiteX5" fmla="*/ 1155 w 6343"/>
                  <a:gd name="connsiteY5" fmla="*/ 1097 h 6345"/>
                  <a:gd name="connsiteX6" fmla="*/ 226 w 6343"/>
                  <a:gd name="connsiteY6" fmla="*/ 3340 h 6345"/>
                  <a:gd name="connsiteX7" fmla="*/ 1155 w 6343"/>
                  <a:gd name="connsiteY7" fmla="*/ 5583 h 6345"/>
                  <a:gd name="connsiteX8" fmla="*/ 3398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13"/>
                    </a:moveTo>
                    <a:cubicBezTo>
                      <a:pt x="4239" y="6513"/>
                      <a:pt x="5046" y="6178"/>
                      <a:pt x="5640" y="5583"/>
                    </a:cubicBezTo>
                    <a:cubicBezTo>
                      <a:pt x="6235" y="4988"/>
                      <a:pt x="6569" y="4181"/>
                      <a:pt x="6569" y="3340"/>
                    </a:cubicBezTo>
                    <a:cubicBezTo>
                      <a:pt x="6569" y="2499"/>
                      <a:pt x="6235" y="1692"/>
                      <a:pt x="5640" y="1097"/>
                    </a:cubicBezTo>
                    <a:cubicBezTo>
                      <a:pt x="5046" y="502"/>
                      <a:pt x="4239" y="167"/>
                      <a:pt x="3398" y="167"/>
                    </a:cubicBezTo>
                    <a:cubicBezTo>
                      <a:pt x="2557" y="167"/>
                      <a:pt x="1750" y="502"/>
                      <a:pt x="1155" y="1097"/>
                    </a:cubicBezTo>
                    <a:cubicBezTo>
                      <a:pt x="560" y="1692"/>
                      <a:pt x="226" y="2499"/>
                      <a:pt x="226" y="3340"/>
                    </a:cubicBezTo>
                    <a:cubicBezTo>
                      <a:pt x="226" y="4181"/>
                      <a:pt x="560" y="4988"/>
                      <a:pt x="1155" y="5583"/>
                    </a:cubicBezTo>
                    <a:cubicBezTo>
                      <a:pt x="1750" y="6178"/>
                      <a:pt x="2557" y="6513"/>
                      <a:pt x="3398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56" name="Freeform: Shape 14255">
                <a:extLst>
                  <a:ext uri="{FF2B5EF4-FFF2-40B4-BE49-F238E27FC236}">
                    <a16:creationId xmlns:a16="http://schemas.microsoft.com/office/drawing/2014/main" id="{4339985E-1A81-4699-532F-674E104DE772}"/>
                  </a:ext>
                </a:extLst>
              </p:cNvPr>
              <p:cNvSpPr/>
              <p:nvPr/>
            </p:nvSpPr>
            <p:spPr>
              <a:xfrm>
                <a:off x="9278945" y="5599236"/>
                <a:ext cx="6343" cy="6345"/>
              </a:xfrm>
              <a:custGeom>
                <a:avLst/>
                <a:gdLst>
                  <a:gd name="connsiteX0" fmla="*/ 3398 w 6343"/>
                  <a:gd name="connsiteY0" fmla="*/ 6512 h 6345"/>
                  <a:gd name="connsiteX1" fmla="*/ 5640 w 6343"/>
                  <a:gd name="connsiteY1" fmla="*/ 5583 h 6345"/>
                  <a:gd name="connsiteX2" fmla="*/ 6569 w 6343"/>
                  <a:gd name="connsiteY2" fmla="*/ 3340 h 6345"/>
                  <a:gd name="connsiteX3" fmla="*/ 5640 w 6343"/>
                  <a:gd name="connsiteY3" fmla="*/ 1096 h 6345"/>
                  <a:gd name="connsiteX4" fmla="*/ 3398 w 6343"/>
                  <a:gd name="connsiteY4" fmla="*/ 167 h 6345"/>
                  <a:gd name="connsiteX5" fmla="*/ 1155 w 6343"/>
                  <a:gd name="connsiteY5" fmla="*/ 1096 h 6345"/>
                  <a:gd name="connsiteX6" fmla="*/ 226 w 6343"/>
                  <a:gd name="connsiteY6" fmla="*/ 3340 h 6345"/>
                  <a:gd name="connsiteX7" fmla="*/ 1155 w 6343"/>
                  <a:gd name="connsiteY7" fmla="*/ 5583 h 6345"/>
                  <a:gd name="connsiteX8" fmla="*/ 339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12"/>
                    </a:moveTo>
                    <a:cubicBezTo>
                      <a:pt x="4239" y="6512"/>
                      <a:pt x="5046" y="6178"/>
                      <a:pt x="5640" y="5583"/>
                    </a:cubicBezTo>
                    <a:cubicBezTo>
                      <a:pt x="6235" y="4988"/>
                      <a:pt x="6569" y="4181"/>
                      <a:pt x="6569" y="3340"/>
                    </a:cubicBezTo>
                    <a:cubicBezTo>
                      <a:pt x="6569" y="2498"/>
                      <a:pt x="6235" y="1691"/>
                      <a:pt x="5640" y="1096"/>
                    </a:cubicBezTo>
                    <a:cubicBezTo>
                      <a:pt x="5046" y="501"/>
                      <a:pt x="4239" y="167"/>
                      <a:pt x="3398" y="167"/>
                    </a:cubicBezTo>
                    <a:cubicBezTo>
                      <a:pt x="2557" y="167"/>
                      <a:pt x="1750" y="501"/>
                      <a:pt x="1155" y="1096"/>
                    </a:cubicBezTo>
                    <a:cubicBezTo>
                      <a:pt x="560" y="1691"/>
                      <a:pt x="226" y="2498"/>
                      <a:pt x="226" y="3340"/>
                    </a:cubicBezTo>
                    <a:cubicBezTo>
                      <a:pt x="226" y="4181"/>
                      <a:pt x="560" y="4988"/>
                      <a:pt x="1155" y="5583"/>
                    </a:cubicBezTo>
                    <a:cubicBezTo>
                      <a:pt x="1750" y="6178"/>
                      <a:pt x="2557" y="6512"/>
                      <a:pt x="339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57" name="Freeform: Shape 14256">
                <a:extLst>
                  <a:ext uri="{FF2B5EF4-FFF2-40B4-BE49-F238E27FC236}">
                    <a16:creationId xmlns:a16="http://schemas.microsoft.com/office/drawing/2014/main" id="{E1388247-4D5B-33EA-6FAA-64E04E1A50D1}"/>
                  </a:ext>
                </a:extLst>
              </p:cNvPr>
              <p:cNvSpPr/>
              <p:nvPr/>
            </p:nvSpPr>
            <p:spPr>
              <a:xfrm>
                <a:off x="9277996" y="5596542"/>
                <a:ext cx="6343" cy="6345"/>
              </a:xfrm>
              <a:custGeom>
                <a:avLst/>
                <a:gdLst>
                  <a:gd name="connsiteX0" fmla="*/ 3398 w 6343"/>
                  <a:gd name="connsiteY0" fmla="*/ 6512 h 6345"/>
                  <a:gd name="connsiteX1" fmla="*/ 5640 w 6343"/>
                  <a:gd name="connsiteY1" fmla="*/ 5583 h 6345"/>
                  <a:gd name="connsiteX2" fmla="*/ 6569 w 6343"/>
                  <a:gd name="connsiteY2" fmla="*/ 3340 h 6345"/>
                  <a:gd name="connsiteX3" fmla="*/ 5640 w 6343"/>
                  <a:gd name="connsiteY3" fmla="*/ 1096 h 6345"/>
                  <a:gd name="connsiteX4" fmla="*/ 3398 w 6343"/>
                  <a:gd name="connsiteY4" fmla="*/ 167 h 6345"/>
                  <a:gd name="connsiteX5" fmla="*/ 1155 w 6343"/>
                  <a:gd name="connsiteY5" fmla="*/ 1096 h 6345"/>
                  <a:gd name="connsiteX6" fmla="*/ 226 w 6343"/>
                  <a:gd name="connsiteY6" fmla="*/ 3340 h 6345"/>
                  <a:gd name="connsiteX7" fmla="*/ 1155 w 6343"/>
                  <a:gd name="connsiteY7" fmla="*/ 5583 h 6345"/>
                  <a:gd name="connsiteX8" fmla="*/ 339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12"/>
                    </a:moveTo>
                    <a:cubicBezTo>
                      <a:pt x="4239" y="6512"/>
                      <a:pt x="5046" y="6178"/>
                      <a:pt x="5640" y="5583"/>
                    </a:cubicBezTo>
                    <a:cubicBezTo>
                      <a:pt x="6235" y="4988"/>
                      <a:pt x="6569" y="4181"/>
                      <a:pt x="6569" y="3340"/>
                    </a:cubicBezTo>
                    <a:cubicBezTo>
                      <a:pt x="6569" y="2498"/>
                      <a:pt x="6235" y="1691"/>
                      <a:pt x="5640" y="1096"/>
                    </a:cubicBezTo>
                    <a:cubicBezTo>
                      <a:pt x="5046" y="501"/>
                      <a:pt x="4239" y="167"/>
                      <a:pt x="3398" y="167"/>
                    </a:cubicBezTo>
                    <a:cubicBezTo>
                      <a:pt x="2557" y="167"/>
                      <a:pt x="1750" y="501"/>
                      <a:pt x="1155" y="1096"/>
                    </a:cubicBezTo>
                    <a:cubicBezTo>
                      <a:pt x="560" y="1691"/>
                      <a:pt x="226" y="2498"/>
                      <a:pt x="226" y="3340"/>
                    </a:cubicBezTo>
                    <a:cubicBezTo>
                      <a:pt x="226" y="4181"/>
                      <a:pt x="560" y="4988"/>
                      <a:pt x="1155" y="5583"/>
                    </a:cubicBezTo>
                    <a:cubicBezTo>
                      <a:pt x="1750" y="6178"/>
                      <a:pt x="2557" y="6512"/>
                      <a:pt x="339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58" name="Freeform: Shape 14257">
                <a:extLst>
                  <a:ext uri="{FF2B5EF4-FFF2-40B4-BE49-F238E27FC236}">
                    <a16:creationId xmlns:a16="http://schemas.microsoft.com/office/drawing/2014/main" id="{C179E28C-48EF-F7C6-0BDF-44FD1AB76949}"/>
                  </a:ext>
                </a:extLst>
              </p:cNvPr>
              <p:cNvSpPr/>
              <p:nvPr/>
            </p:nvSpPr>
            <p:spPr>
              <a:xfrm>
                <a:off x="9276534" y="5594816"/>
                <a:ext cx="6343" cy="6345"/>
              </a:xfrm>
              <a:custGeom>
                <a:avLst/>
                <a:gdLst>
                  <a:gd name="connsiteX0" fmla="*/ 3398 w 6343"/>
                  <a:gd name="connsiteY0" fmla="*/ 6512 h 6345"/>
                  <a:gd name="connsiteX1" fmla="*/ 5640 w 6343"/>
                  <a:gd name="connsiteY1" fmla="*/ 5583 h 6345"/>
                  <a:gd name="connsiteX2" fmla="*/ 6569 w 6343"/>
                  <a:gd name="connsiteY2" fmla="*/ 3339 h 6345"/>
                  <a:gd name="connsiteX3" fmla="*/ 5640 w 6343"/>
                  <a:gd name="connsiteY3" fmla="*/ 1096 h 6345"/>
                  <a:gd name="connsiteX4" fmla="*/ 3398 w 6343"/>
                  <a:gd name="connsiteY4" fmla="*/ 167 h 6345"/>
                  <a:gd name="connsiteX5" fmla="*/ 1155 w 6343"/>
                  <a:gd name="connsiteY5" fmla="*/ 1096 h 6345"/>
                  <a:gd name="connsiteX6" fmla="*/ 226 w 6343"/>
                  <a:gd name="connsiteY6" fmla="*/ 3339 h 6345"/>
                  <a:gd name="connsiteX7" fmla="*/ 1155 w 6343"/>
                  <a:gd name="connsiteY7" fmla="*/ 5583 h 6345"/>
                  <a:gd name="connsiteX8" fmla="*/ 3398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12"/>
                    </a:moveTo>
                    <a:cubicBezTo>
                      <a:pt x="4239" y="6512"/>
                      <a:pt x="5045" y="6178"/>
                      <a:pt x="5640" y="5583"/>
                    </a:cubicBezTo>
                    <a:cubicBezTo>
                      <a:pt x="6235" y="4988"/>
                      <a:pt x="6569" y="4181"/>
                      <a:pt x="6569" y="3339"/>
                    </a:cubicBezTo>
                    <a:cubicBezTo>
                      <a:pt x="6569" y="2498"/>
                      <a:pt x="6235" y="1691"/>
                      <a:pt x="5640" y="1096"/>
                    </a:cubicBezTo>
                    <a:cubicBezTo>
                      <a:pt x="5045" y="501"/>
                      <a:pt x="4239" y="167"/>
                      <a:pt x="3398" y="167"/>
                    </a:cubicBezTo>
                    <a:cubicBezTo>
                      <a:pt x="2556" y="167"/>
                      <a:pt x="1750" y="501"/>
                      <a:pt x="1155" y="1096"/>
                    </a:cubicBezTo>
                    <a:cubicBezTo>
                      <a:pt x="560" y="1691"/>
                      <a:pt x="226" y="2498"/>
                      <a:pt x="226" y="3339"/>
                    </a:cubicBezTo>
                    <a:cubicBezTo>
                      <a:pt x="226" y="4181"/>
                      <a:pt x="560" y="4988"/>
                      <a:pt x="1155" y="5583"/>
                    </a:cubicBezTo>
                    <a:cubicBezTo>
                      <a:pt x="1750" y="6178"/>
                      <a:pt x="2556" y="6512"/>
                      <a:pt x="3398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59" name="Freeform: Shape 14258">
                <a:extLst>
                  <a:ext uri="{FF2B5EF4-FFF2-40B4-BE49-F238E27FC236}">
                    <a16:creationId xmlns:a16="http://schemas.microsoft.com/office/drawing/2014/main" id="{F43FF748-A60D-B31E-6224-FCB228FC3F2C}"/>
                  </a:ext>
                </a:extLst>
              </p:cNvPr>
              <p:cNvSpPr/>
              <p:nvPr/>
            </p:nvSpPr>
            <p:spPr>
              <a:xfrm>
                <a:off x="9275329" y="5592655"/>
                <a:ext cx="6343" cy="6345"/>
              </a:xfrm>
              <a:custGeom>
                <a:avLst/>
                <a:gdLst>
                  <a:gd name="connsiteX0" fmla="*/ 3397 w 6343"/>
                  <a:gd name="connsiteY0" fmla="*/ 6512 h 6345"/>
                  <a:gd name="connsiteX1" fmla="*/ 5640 w 6343"/>
                  <a:gd name="connsiteY1" fmla="*/ 5583 h 6345"/>
                  <a:gd name="connsiteX2" fmla="*/ 6569 w 6343"/>
                  <a:gd name="connsiteY2" fmla="*/ 3339 h 6345"/>
                  <a:gd name="connsiteX3" fmla="*/ 5640 w 6343"/>
                  <a:gd name="connsiteY3" fmla="*/ 1096 h 6345"/>
                  <a:gd name="connsiteX4" fmla="*/ 3397 w 6343"/>
                  <a:gd name="connsiteY4" fmla="*/ 167 h 6345"/>
                  <a:gd name="connsiteX5" fmla="*/ 1155 w 6343"/>
                  <a:gd name="connsiteY5" fmla="*/ 1096 h 6345"/>
                  <a:gd name="connsiteX6" fmla="*/ 226 w 6343"/>
                  <a:gd name="connsiteY6" fmla="*/ 3339 h 6345"/>
                  <a:gd name="connsiteX7" fmla="*/ 1155 w 6343"/>
                  <a:gd name="connsiteY7" fmla="*/ 5583 h 6345"/>
                  <a:gd name="connsiteX8" fmla="*/ 3397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12"/>
                    </a:moveTo>
                    <a:cubicBezTo>
                      <a:pt x="4239" y="6512"/>
                      <a:pt x="5045" y="6178"/>
                      <a:pt x="5640" y="5583"/>
                    </a:cubicBezTo>
                    <a:cubicBezTo>
                      <a:pt x="6235" y="4988"/>
                      <a:pt x="6569" y="4181"/>
                      <a:pt x="6569" y="3339"/>
                    </a:cubicBezTo>
                    <a:cubicBezTo>
                      <a:pt x="6569" y="2498"/>
                      <a:pt x="6235" y="1691"/>
                      <a:pt x="5640" y="1096"/>
                    </a:cubicBezTo>
                    <a:cubicBezTo>
                      <a:pt x="5045" y="501"/>
                      <a:pt x="4239" y="167"/>
                      <a:pt x="3397" y="167"/>
                    </a:cubicBezTo>
                    <a:cubicBezTo>
                      <a:pt x="2556" y="167"/>
                      <a:pt x="1750" y="501"/>
                      <a:pt x="1155" y="1096"/>
                    </a:cubicBezTo>
                    <a:cubicBezTo>
                      <a:pt x="560" y="1691"/>
                      <a:pt x="226" y="2498"/>
                      <a:pt x="226" y="3339"/>
                    </a:cubicBezTo>
                    <a:cubicBezTo>
                      <a:pt x="226" y="4181"/>
                      <a:pt x="560" y="4988"/>
                      <a:pt x="1155" y="5583"/>
                    </a:cubicBezTo>
                    <a:cubicBezTo>
                      <a:pt x="1750" y="6178"/>
                      <a:pt x="2556" y="6512"/>
                      <a:pt x="3397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60" name="Freeform: Shape 14259">
                <a:extLst>
                  <a:ext uri="{FF2B5EF4-FFF2-40B4-BE49-F238E27FC236}">
                    <a16:creationId xmlns:a16="http://schemas.microsoft.com/office/drawing/2014/main" id="{74AEA868-424D-D749-366B-3BA2CA9C7146}"/>
                  </a:ext>
                </a:extLst>
              </p:cNvPr>
              <p:cNvSpPr/>
              <p:nvPr/>
            </p:nvSpPr>
            <p:spPr>
              <a:xfrm>
                <a:off x="9273409" y="5591772"/>
                <a:ext cx="6343" cy="6345"/>
              </a:xfrm>
              <a:custGeom>
                <a:avLst/>
                <a:gdLst>
                  <a:gd name="connsiteX0" fmla="*/ 3397 w 6343"/>
                  <a:gd name="connsiteY0" fmla="*/ 6512 h 6345"/>
                  <a:gd name="connsiteX1" fmla="*/ 5640 w 6343"/>
                  <a:gd name="connsiteY1" fmla="*/ 5583 h 6345"/>
                  <a:gd name="connsiteX2" fmla="*/ 6569 w 6343"/>
                  <a:gd name="connsiteY2" fmla="*/ 3339 h 6345"/>
                  <a:gd name="connsiteX3" fmla="*/ 5640 w 6343"/>
                  <a:gd name="connsiteY3" fmla="*/ 1096 h 6345"/>
                  <a:gd name="connsiteX4" fmla="*/ 3397 w 6343"/>
                  <a:gd name="connsiteY4" fmla="*/ 166 h 6345"/>
                  <a:gd name="connsiteX5" fmla="*/ 1155 w 6343"/>
                  <a:gd name="connsiteY5" fmla="*/ 1096 h 6345"/>
                  <a:gd name="connsiteX6" fmla="*/ 226 w 6343"/>
                  <a:gd name="connsiteY6" fmla="*/ 3339 h 6345"/>
                  <a:gd name="connsiteX7" fmla="*/ 1155 w 6343"/>
                  <a:gd name="connsiteY7" fmla="*/ 5583 h 6345"/>
                  <a:gd name="connsiteX8" fmla="*/ 3397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12"/>
                    </a:moveTo>
                    <a:cubicBezTo>
                      <a:pt x="4238" y="6512"/>
                      <a:pt x="5045" y="6178"/>
                      <a:pt x="5640" y="5583"/>
                    </a:cubicBezTo>
                    <a:cubicBezTo>
                      <a:pt x="6235" y="4988"/>
                      <a:pt x="6569" y="4181"/>
                      <a:pt x="6569" y="3339"/>
                    </a:cubicBezTo>
                    <a:cubicBezTo>
                      <a:pt x="6569" y="2498"/>
                      <a:pt x="6235" y="1691"/>
                      <a:pt x="5640" y="1096"/>
                    </a:cubicBezTo>
                    <a:cubicBezTo>
                      <a:pt x="5045" y="501"/>
                      <a:pt x="4238" y="166"/>
                      <a:pt x="3397" y="166"/>
                    </a:cubicBezTo>
                    <a:cubicBezTo>
                      <a:pt x="2556" y="166"/>
                      <a:pt x="1749" y="501"/>
                      <a:pt x="1155" y="1096"/>
                    </a:cubicBezTo>
                    <a:cubicBezTo>
                      <a:pt x="560" y="1691"/>
                      <a:pt x="226" y="2498"/>
                      <a:pt x="226" y="3339"/>
                    </a:cubicBezTo>
                    <a:cubicBezTo>
                      <a:pt x="226" y="4181"/>
                      <a:pt x="560" y="4988"/>
                      <a:pt x="1155" y="5583"/>
                    </a:cubicBezTo>
                    <a:cubicBezTo>
                      <a:pt x="1749" y="6178"/>
                      <a:pt x="2556" y="6512"/>
                      <a:pt x="3397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61" name="Freeform: Shape 14260">
                <a:extLst>
                  <a:ext uri="{FF2B5EF4-FFF2-40B4-BE49-F238E27FC236}">
                    <a16:creationId xmlns:a16="http://schemas.microsoft.com/office/drawing/2014/main" id="{EFBF62DF-BAB5-AFA6-3390-B93504757E8D}"/>
                  </a:ext>
                </a:extLst>
              </p:cNvPr>
              <p:cNvSpPr/>
              <p:nvPr/>
            </p:nvSpPr>
            <p:spPr>
              <a:xfrm>
                <a:off x="9271771" y="5590398"/>
                <a:ext cx="6343" cy="6345"/>
              </a:xfrm>
              <a:custGeom>
                <a:avLst/>
                <a:gdLst>
                  <a:gd name="connsiteX0" fmla="*/ 3397 w 6343"/>
                  <a:gd name="connsiteY0" fmla="*/ 6512 h 6345"/>
                  <a:gd name="connsiteX1" fmla="*/ 5640 w 6343"/>
                  <a:gd name="connsiteY1" fmla="*/ 5582 h 6345"/>
                  <a:gd name="connsiteX2" fmla="*/ 6569 w 6343"/>
                  <a:gd name="connsiteY2" fmla="*/ 3339 h 6345"/>
                  <a:gd name="connsiteX3" fmla="*/ 5640 w 6343"/>
                  <a:gd name="connsiteY3" fmla="*/ 1096 h 6345"/>
                  <a:gd name="connsiteX4" fmla="*/ 3397 w 6343"/>
                  <a:gd name="connsiteY4" fmla="*/ 166 h 6345"/>
                  <a:gd name="connsiteX5" fmla="*/ 1155 w 6343"/>
                  <a:gd name="connsiteY5" fmla="*/ 1096 h 6345"/>
                  <a:gd name="connsiteX6" fmla="*/ 226 w 6343"/>
                  <a:gd name="connsiteY6" fmla="*/ 3339 h 6345"/>
                  <a:gd name="connsiteX7" fmla="*/ 1155 w 6343"/>
                  <a:gd name="connsiteY7" fmla="*/ 5582 h 6345"/>
                  <a:gd name="connsiteX8" fmla="*/ 3397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12"/>
                    </a:moveTo>
                    <a:cubicBezTo>
                      <a:pt x="4238" y="6512"/>
                      <a:pt x="5045" y="6177"/>
                      <a:pt x="5640" y="5582"/>
                    </a:cubicBezTo>
                    <a:cubicBezTo>
                      <a:pt x="6235" y="4988"/>
                      <a:pt x="6569" y="4180"/>
                      <a:pt x="6569" y="3339"/>
                    </a:cubicBezTo>
                    <a:cubicBezTo>
                      <a:pt x="6569" y="2498"/>
                      <a:pt x="6235" y="1691"/>
                      <a:pt x="5640" y="1096"/>
                    </a:cubicBezTo>
                    <a:cubicBezTo>
                      <a:pt x="5045" y="501"/>
                      <a:pt x="4238" y="166"/>
                      <a:pt x="3397" y="166"/>
                    </a:cubicBezTo>
                    <a:cubicBezTo>
                      <a:pt x="2556" y="166"/>
                      <a:pt x="1749" y="501"/>
                      <a:pt x="1155" y="1096"/>
                    </a:cubicBezTo>
                    <a:cubicBezTo>
                      <a:pt x="560" y="1691"/>
                      <a:pt x="226" y="2498"/>
                      <a:pt x="226" y="3339"/>
                    </a:cubicBezTo>
                    <a:cubicBezTo>
                      <a:pt x="226" y="4180"/>
                      <a:pt x="560" y="4988"/>
                      <a:pt x="1155" y="5582"/>
                    </a:cubicBezTo>
                    <a:cubicBezTo>
                      <a:pt x="1749" y="6177"/>
                      <a:pt x="2556" y="6512"/>
                      <a:pt x="3397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62" name="Freeform: Shape 14261">
                <a:extLst>
                  <a:ext uri="{FF2B5EF4-FFF2-40B4-BE49-F238E27FC236}">
                    <a16:creationId xmlns:a16="http://schemas.microsoft.com/office/drawing/2014/main" id="{694510DD-3C37-7543-5019-782277327645}"/>
                  </a:ext>
                </a:extLst>
              </p:cNvPr>
              <p:cNvSpPr/>
              <p:nvPr/>
            </p:nvSpPr>
            <p:spPr>
              <a:xfrm>
                <a:off x="9270145" y="5589014"/>
                <a:ext cx="6343" cy="6345"/>
              </a:xfrm>
              <a:custGeom>
                <a:avLst/>
                <a:gdLst>
                  <a:gd name="connsiteX0" fmla="*/ 3397 w 6343"/>
                  <a:gd name="connsiteY0" fmla="*/ 6512 h 6345"/>
                  <a:gd name="connsiteX1" fmla="*/ 5640 w 6343"/>
                  <a:gd name="connsiteY1" fmla="*/ 5582 h 6345"/>
                  <a:gd name="connsiteX2" fmla="*/ 6569 w 6343"/>
                  <a:gd name="connsiteY2" fmla="*/ 3339 h 6345"/>
                  <a:gd name="connsiteX3" fmla="*/ 5640 w 6343"/>
                  <a:gd name="connsiteY3" fmla="*/ 1095 h 6345"/>
                  <a:gd name="connsiteX4" fmla="*/ 3397 w 6343"/>
                  <a:gd name="connsiteY4" fmla="*/ 166 h 6345"/>
                  <a:gd name="connsiteX5" fmla="*/ 1154 w 6343"/>
                  <a:gd name="connsiteY5" fmla="*/ 1095 h 6345"/>
                  <a:gd name="connsiteX6" fmla="*/ 226 w 6343"/>
                  <a:gd name="connsiteY6" fmla="*/ 3339 h 6345"/>
                  <a:gd name="connsiteX7" fmla="*/ 1154 w 6343"/>
                  <a:gd name="connsiteY7" fmla="*/ 5582 h 6345"/>
                  <a:gd name="connsiteX8" fmla="*/ 3397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12"/>
                    </a:moveTo>
                    <a:cubicBezTo>
                      <a:pt x="4238" y="6512"/>
                      <a:pt x="5045" y="6177"/>
                      <a:pt x="5640" y="5582"/>
                    </a:cubicBezTo>
                    <a:cubicBezTo>
                      <a:pt x="6234" y="4987"/>
                      <a:pt x="6569" y="4180"/>
                      <a:pt x="6569" y="3339"/>
                    </a:cubicBezTo>
                    <a:cubicBezTo>
                      <a:pt x="6569" y="2498"/>
                      <a:pt x="6234" y="1690"/>
                      <a:pt x="5640" y="1095"/>
                    </a:cubicBezTo>
                    <a:cubicBezTo>
                      <a:pt x="5045" y="501"/>
                      <a:pt x="4238" y="166"/>
                      <a:pt x="3397" y="166"/>
                    </a:cubicBezTo>
                    <a:cubicBezTo>
                      <a:pt x="2556" y="166"/>
                      <a:pt x="1749" y="501"/>
                      <a:pt x="1154" y="1095"/>
                    </a:cubicBezTo>
                    <a:cubicBezTo>
                      <a:pt x="560" y="1690"/>
                      <a:pt x="226" y="2498"/>
                      <a:pt x="226" y="3339"/>
                    </a:cubicBezTo>
                    <a:cubicBezTo>
                      <a:pt x="226" y="4180"/>
                      <a:pt x="560" y="4987"/>
                      <a:pt x="1154" y="5582"/>
                    </a:cubicBezTo>
                    <a:cubicBezTo>
                      <a:pt x="1749" y="6177"/>
                      <a:pt x="2556" y="6512"/>
                      <a:pt x="3397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63" name="Freeform: Shape 14262">
                <a:extLst>
                  <a:ext uri="{FF2B5EF4-FFF2-40B4-BE49-F238E27FC236}">
                    <a16:creationId xmlns:a16="http://schemas.microsoft.com/office/drawing/2014/main" id="{65A592C9-35B8-017E-826B-1CCF98035DFD}"/>
                  </a:ext>
                </a:extLst>
              </p:cNvPr>
              <p:cNvSpPr/>
              <p:nvPr/>
            </p:nvSpPr>
            <p:spPr>
              <a:xfrm>
                <a:off x="9270459" y="5584400"/>
                <a:ext cx="6343" cy="6345"/>
              </a:xfrm>
              <a:custGeom>
                <a:avLst/>
                <a:gdLst>
                  <a:gd name="connsiteX0" fmla="*/ 3397 w 6343"/>
                  <a:gd name="connsiteY0" fmla="*/ 6511 h 6345"/>
                  <a:gd name="connsiteX1" fmla="*/ 5640 w 6343"/>
                  <a:gd name="connsiteY1" fmla="*/ 5582 h 6345"/>
                  <a:gd name="connsiteX2" fmla="*/ 6569 w 6343"/>
                  <a:gd name="connsiteY2" fmla="*/ 3339 h 6345"/>
                  <a:gd name="connsiteX3" fmla="*/ 5640 w 6343"/>
                  <a:gd name="connsiteY3" fmla="*/ 1095 h 6345"/>
                  <a:gd name="connsiteX4" fmla="*/ 3397 w 6343"/>
                  <a:gd name="connsiteY4" fmla="*/ 166 h 6345"/>
                  <a:gd name="connsiteX5" fmla="*/ 1154 w 6343"/>
                  <a:gd name="connsiteY5" fmla="*/ 1095 h 6345"/>
                  <a:gd name="connsiteX6" fmla="*/ 226 w 6343"/>
                  <a:gd name="connsiteY6" fmla="*/ 3339 h 6345"/>
                  <a:gd name="connsiteX7" fmla="*/ 1154 w 6343"/>
                  <a:gd name="connsiteY7" fmla="*/ 5582 h 6345"/>
                  <a:gd name="connsiteX8" fmla="*/ 3397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11"/>
                    </a:moveTo>
                    <a:cubicBezTo>
                      <a:pt x="4238" y="6511"/>
                      <a:pt x="5045" y="6177"/>
                      <a:pt x="5640" y="5582"/>
                    </a:cubicBezTo>
                    <a:cubicBezTo>
                      <a:pt x="6234" y="4987"/>
                      <a:pt x="6569" y="4180"/>
                      <a:pt x="6569" y="3339"/>
                    </a:cubicBezTo>
                    <a:cubicBezTo>
                      <a:pt x="6569" y="2497"/>
                      <a:pt x="6234" y="1690"/>
                      <a:pt x="5640" y="1095"/>
                    </a:cubicBezTo>
                    <a:cubicBezTo>
                      <a:pt x="5045" y="500"/>
                      <a:pt x="4238" y="166"/>
                      <a:pt x="3397" y="166"/>
                    </a:cubicBezTo>
                    <a:cubicBezTo>
                      <a:pt x="2556" y="166"/>
                      <a:pt x="1749" y="500"/>
                      <a:pt x="1154" y="1095"/>
                    </a:cubicBezTo>
                    <a:cubicBezTo>
                      <a:pt x="560" y="1690"/>
                      <a:pt x="226" y="2497"/>
                      <a:pt x="226" y="3339"/>
                    </a:cubicBezTo>
                    <a:cubicBezTo>
                      <a:pt x="226" y="4180"/>
                      <a:pt x="560" y="4987"/>
                      <a:pt x="1154" y="5582"/>
                    </a:cubicBezTo>
                    <a:cubicBezTo>
                      <a:pt x="1749" y="6177"/>
                      <a:pt x="2556" y="6511"/>
                      <a:pt x="3397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64" name="Freeform: Shape 14263">
                <a:extLst>
                  <a:ext uri="{FF2B5EF4-FFF2-40B4-BE49-F238E27FC236}">
                    <a16:creationId xmlns:a16="http://schemas.microsoft.com/office/drawing/2014/main" id="{BAD07DF3-905E-4C38-AC8F-1B8634E44237}"/>
                  </a:ext>
                </a:extLst>
              </p:cNvPr>
              <p:cNvSpPr/>
              <p:nvPr/>
            </p:nvSpPr>
            <p:spPr>
              <a:xfrm>
                <a:off x="9266731" y="5586538"/>
                <a:ext cx="6343" cy="6345"/>
              </a:xfrm>
              <a:custGeom>
                <a:avLst/>
                <a:gdLst>
                  <a:gd name="connsiteX0" fmla="*/ 3397 w 6343"/>
                  <a:gd name="connsiteY0" fmla="*/ 6511 h 6345"/>
                  <a:gd name="connsiteX1" fmla="*/ 5639 w 6343"/>
                  <a:gd name="connsiteY1" fmla="*/ 5582 h 6345"/>
                  <a:gd name="connsiteX2" fmla="*/ 6568 w 6343"/>
                  <a:gd name="connsiteY2" fmla="*/ 3339 h 6345"/>
                  <a:gd name="connsiteX3" fmla="*/ 5639 w 6343"/>
                  <a:gd name="connsiteY3" fmla="*/ 1095 h 6345"/>
                  <a:gd name="connsiteX4" fmla="*/ 3397 w 6343"/>
                  <a:gd name="connsiteY4" fmla="*/ 166 h 6345"/>
                  <a:gd name="connsiteX5" fmla="*/ 1154 w 6343"/>
                  <a:gd name="connsiteY5" fmla="*/ 1095 h 6345"/>
                  <a:gd name="connsiteX6" fmla="*/ 225 w 6343"/>
                  <a:gd name="connsiteY6" fmla="*/ 3339 h 6345"/>
                  <a:gd name="connsiteX7" fmla="*/ 1154 w 6343"/>
                  <a:gd name="connsiteY7" fmla="*/ 5582 h 6345"/>
                  <a:gd name="connsiteX8" fmla="*/ 3397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11"/>
                    </a:moveTo>
                    <a:cubicBezTo>
                      <a:pt x="4238" y="6511"/>
                      <a:pt x="5045" y="6177"/>
                      <a:pt x="5639" y="5582"/>
                    </a:cubicBezTo>
                    <a:cubicBezTo>
                      <a:pt x="6234" y="4987"/>
                      <a:pt x="6568" y="4180"/>
                      <a:pt x="6568" y="3339"/>
                    </a:cubicBezTo>
                    <a:cubicBezTo>
                      <a:pt x="6568" y="2497"/>
                      <a:pt x="6234" y="1690"/>
                      <a:pt x="5639" y="1095"/>
                    </a:cubicBezTo>
                    <a:cubicBezTo>
                      <a:pt x="5045" y="500"/>
                      <a:pt x="4238" y="166"/>
                      <a:pt x="3397" y="166"/>
                    </a:cubicBezTo>
                    <a:cubicBezTo>
                      <a:pt x="2556" y="166"/>
                      <a:pt x="1749" y="500"/>
                      <a:pt x="1154" y="1095"/>
                    </a:cubicBezTo>
                    <a:cubicBezTo>
                      <a:pt x="559" y="1690"/>
                      <a:pt x="225" y="2497"/>
                      <a:pt x="225" y="3339"/>
                    </a:cubicBezTo>
                    <a:cubicBezTo>
                      <a:pt x="225" y="4180"/>
                      <a:pt x="559" y="4987"/>
                      <a:pt x="1154" y="5582"/>
                    </a:cubicBezTo>
                    <a:cubicBezTo>
                      <a:pt x="1749" y="6177"/>
                      <a:pt x="2556" y="6511"/>
                      <a:pt x="3397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65" name="Freeform: Shape 14264">
                <a:extLst>
                  <a:ext uri="{FF2B5EF4-FFF2-40B4-BE49-F238E27FC236}">
                    <a16:creationId xmlns:a16="http://schemas.microsoft.com/office/drawing/2014/main" id="{881D9C5B-C3DC-D2FD-918B-1B257F6A9486}"/>
                  </a:ext>
                </a:extLst>
              </p:cNvPr>
              <p:cNvSpPr/>
              <p:nvPr/>
            </p:nvSpPr>
            <p:spPr>
              <a:xfrm>
                <a:off x="9265004" y="5585337"/>
                <a:ext cx="6343" cy="6345"/>
              </a:xfrm>
              <a:custGeom>
                <a:avLst/>
                <a:gdLst>
                  <a:gd name="connsiteX0" fmla="*/ 3397 w 6343"/>
                  <a:gd name="connsiteY0" fmla="*/ 6511 h 6345"/>
                  <a:gd name="connsiteX1" fmla="*/ 5639 w 6343"/>
                  <a:gd name="connsiteY1" fmla="*/ 5582 h 6345"/>
                  <a:gd name="connsiteX2" fmla="*/ 6568 w 6343"/>
                  <a:gd name="connsiteY2" fmla="*/ 3339 h 6345"/>
                  <a:gd name="connsiteX3" fmla="*/ 5639 w 6343"/>
                  <a:gd name="connsiteY3" fmla="*/ 1095 h 6345"/>
                  <a:gd name="connsiteX4" fmla="*/ 3397 w 6343"/>
                  <a:gd name="connsiteY4" fmla="*/ 166 h 6345"/>
                  <a:gd name="connsiteX5" fmla="*/ 1154 w 6343"/>
                  <a:gd name="connsiteY5" fmla="*/ 1095 h 6345"/>
                  <a:gd name="connsiteX6" fmla="*/ 225 w 6343"/>
                  <a:gd name="connsiteY6" fmla="*/ 3339 h 6345"/>
                  <a:gd name="connsiteX7" fmla="*/ 1154 w 6343"/>
                  <a:gd name="connsiteY7" fmla="*/ 5582 h 6345"/>
                  <a:gd name="connsiteX8" fmla="*/ 3397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11"/>
                    </a:moveTo>
                    <a:cubicBezTo>
                      <a:pt x="4238" y="6511"/>
                      <a:pt x="5045" y="6177"/>
                      <a:pt x="5639" y="5582"/>
                    </a:cubicBezTo>
                    <a:cubicBezTo>
                      <a:pt x="6234" y="4987"/>
                      <a:pt x="6568" y="4180"/>
                      <a:pt x="6568" y="3339"/>
                    </a:cubicBezTo>
                    <a:cubicBezTo>
                      <a:pt x="6568" y="2497"/>
                      <a:pt x="6234" y="1690"/>
                      <a:pt x="5639" y="1095"/>
                    </a:cubicBezTo>
                    <a:cubicBezTo>
                      <a:pt x="5045" y="500"/>
                      <a:pt x="4238" y="166"/>
                      <a:pt x="3397" y="166"/>
                    </a:cubicBezTo>
                    <a:cubicBezTo>
                      <a:pt x="2556" y="166"/>
                      <a:pt x="1749" y="500"/>
                      <a:pt x="1154" y="1095"/>
                    </a:cubicBezTo>
                    <a:cubicBezTo>
                      <a:pt x="559" y="1690"/>
                      <a:pt x="225" y="2497"/>
                      <a:pt x="225" y="3339"/>
                    </a:cubicBezTo>
                    <a:cubicBezTo>
                      <a:pt x="225" y="4180"/>
                      <a:pt x="559" y="4987"/>
                      <a:pt x="1154" y="5582"/>
                    </a:cubicBezTo>
                    <a:cubicBezTo>
                      <a:pt x="1749" y="6177"/>
                      <a:pt x="2556" y="6511"/>
                      <a:pt x="3397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66" name="Freeform: Shape 14265">
                <a:extLst>
                  <a:ext uri="{FF2B5EF4-FFF2-40B4-BE49-F238E27FC236}">
                    <a16:creationId xmlns:a16="http://schemas.microsoft.com/office/drawing/2014/main" id="{880FAA12-B156-41CF-912B-15ABFADC34B4}"/>
                  </a:ext>
                </a:extLst>
              </p:cNvPr>
              <p:cNvSpPr/>
              <p:nvPr/>
            </p:nvSpPr>
            <p:spPr>
              <a:xfrm>
                <a:off x="9263938" y="5583081"/>
                <a:ext cx="6343" cy="6345"/>
              </a:xfrm>
              <a:custGeom>
                <a:avLst/>
                <a:gdLst>
                  <a:gd name="connsiteX0" fmla="*/ 3397 w 6343"/>
                  <a:gd name="connsiteY0" fmla="*/ 6511 h 6345"/>
                  <a:gd name="connsiteX1" fmla="*/ 5639 w 6343"/>
                  <a:gd name="connsiteY1" fmla="*/ 5582 h 6345"/>
                  <a:gd name="connsiteX2" fmla="*/ 6568 w 6343"/>
                  <a:gd name="connsiteY2" fmla="*/ 3338 h 6345"/>
                  <a:gd name="connsiteX3" fmla="*/ 5639 w 6343"/>
                  <a:gd name="connsiteY3" fmla="*/ 1095 h 6345"/>
                  <a:gd name="connsiteX4" fmla="*/ 3397 w 6343"/>
                  <a:gd name="connsiteY4" fmla="*/ 166 h 6345"/>
                  <a:gd name="connsiteX5" fmla="*/ 1154 w 6343"/>
                  <a:gd name="connsiteY5" fmla="*/ 1095 h 6345"/>
                  <a:gd name="connsiteX6" fmla="*/ 225 w 6343"/>
                  <a:gd name="connsiteY6" fmla="*/ 3338 h 6345"/>
                  <a:gd name="connsiteX7" fmla="*/ 1154 w 6343"/>
                  <a:gd name="connsiteY7" fmla="*/ 5582 h 6345"/>
                  <a:gd name="connsiteX8" fmla="*/ 3397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11"/>
                    </a:moveTo>
                    <a:cubicBezTo>
                      <a:pt x="4238" y="6511"/>
                      <a:pt x="5044" y="6177"/>
                      <a:pt x="5639" y="5582"/>
                    </a:cubicBezTo>
                    <a:cubicBezTo>
                      <a:pt x="6234" y="4987"/>
                      <a:pt x="6568" y="4180"/>
                      <a:pt x="6568" y="3338"/>
                    </a:cubicBezTo>
                    <a:cubicBezTo>
                      <a:pt x="6568" y="2497"/>
                      <a:pt x="6234" y="1690"/>
                      <a:pt x="5639" y="1095"/>
                    </a:cubicBezTo>
                    <a:cubicBezTo>
                      <a:pt x="5044" y="500"/>
                      <a:pt x="4238" y="166"/>
                      <a:pt x="3397" y="166"/>
                    </a:cubicBezTo>
                    <a:cubicBezTo>
                      <a:pt x="2555" y="166"/>
                      <a:pt x="1749" y="500"/>
                      <a:pt x="1154" y="1095"/>
                    </a:cubicBezTo>
                    <a:cubicBezTo>
                      <a:pt x="559" y="1690"/>
                      <a:pt x="225" y="2497"/>
                      <a:pt x="225" y="3338"/>
                    </a:cubicBezTo>
                    <a:cubicBezTo>
                      <a:pt x="225" y="4180"/>
                      <a:pt x="559" y="4987"/>
                      <a:pt x="1154" y="5582"/>
                    </a:cubicBezTo>
                    <a:cubicBezTo>
                      <a:pt x="1749" y="6177"/>
                      <a:pt x="2555" y="6511"/>
                      <a:pt x="3397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67" name="Freeform: Shape 14266">
                <a:extLst>
                  <a:ext uri="{FF2B5EF4-FFF2-40B4-BE49-F238E27FC236}">
                    <a16:creationId xmlns:a16="http://schemas.microsoft.com/office/drawing/2014/main" id="{056A4580-E89A-2607-F371-2335A7D25900}"/>
                  </a:ext>
                </a:extLst>
              </p:cNvPr>
              <p:cNvSpPr/>
              <p:nvPr/>
            </p:nvSpPr>
            <p:spPr>
              <a:xfrm>
                <a:off x="9262959" y="5580720"/>
                <a:ext cx="6343" cy="6345"/>
              </a:xfrm>
              <a:custGeom>
                <a:avLst/>
                <a:gdLst>
                  <a:gd name="connsiteX0" fmla="*/ 3397 w 6343"/>
                  <a:gd name="connsiteY0" fmla="*/ 6511 h 6345"/>
                  <a:gd name="connsiteX1" fmla="*/ 5639 w 6343"/>
                  <a:gd name="connsiteY1" fmla="*/ 5582 h 6345"/>
                  <a:gd name="connsiteX2" fmla="*/ 6568 w 6343"/>
                  <a:gd name="connsiteY2" fmla="*/ 3338 h 6345"/>
                  <a:gd name="connsiteX3" fmla="*/ 5639 w 6343"/>
                  <a:gd name="connsiteY3" fmla="*/ 1095 h 6345"/>
                  <a:gd name="connsiteX4" fmla="*/ 3397 w 6343"/>
                  <a:gd name="connsiteY4" fmla="*/ 166 h 6345"/>
                  <a:gd name="connsiteX5" fmla="*/ 1154 w 6343"/>
                  <a:gd name="connsiteY5" fmla="*/ 1095 h 6345"/>
                  <a:gd name="connsiteX6" fmla="*/ 225 w 6343"/>
                  <a:gd name="connsiteY6" fmla="*/ 3338 h 6345"/>
                  <a:gd name="connsiteX7" fmla="*/ 1154 w 6343"/>
                  <a:gd name="connsiteY7" fmla="*/ 5582 h 6345"/>
                  <a:gd name="connsiteX8" fmla="*/ 3397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11"/>
                    </a:moveTo>
                    <a:cubicBezTo>
                      <a:pt x="4238" y="6511"/>
                      <a:pt x="5044" y="6177"/>
                      <a:pt x="5639" y="5582"/>
                    </a:cubicBezTo>
                    <a:cubicBezTo>
                      <a:pt x="6234" y="4987"/>
                      <a:pt x="6568" y="4180"/>
                      <a:pt x="6568" y="3338"/>
                    </a:cubicBezTo>
                    <a:cubicBezTo>
                      <a:pt x="6568" y="2497"/>
                      <a:pt x="6234" y="1690"/>
                      <a:pt x="5639" y="1095"/>
                    </a:cubicBezTo>
                    <a:cubicBezTo>
                      <a:pt x="5044" y="500"/>
                      <a:pt x="4238" y="166"/>
                      <a:pt x="3397" y="166"/>
                    </a:cubicBezTo>
                    <a:cubicBezTo>
                      <a:pt x="2555" y="166"/>
                      <a:pt x="1749" y="500"/>
                      <a:pt x="1154" y="1095"/>
                    </a:cubicBezTo>
                    <a:cubicBezTo>
                      <a:pt x="559" y="1690"/>
                      <a:pt x="225" y="2497"/>
                      <a:pt x="225" y="3338"/>
                    </a:cubicBezTo>
                    <a:cubicBezTo>
                      <a:pt x="225" y="4180"/>
                      <a:pt x="559" y="4987"/>
                      <a:pt x="1154" y="5582"/>
                    </a:cubicBezTo>
                    <a:cubicBezTo>
                      <a:pt x="1749" y="6177"/>
                      <a:pt x="2555" y="6511"/>
                      <a:pt x="3397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68" name="Freeform: Shape 14267">
                <a:extLst>
                  <a:ext uri="{FF2B5EF4-FFF2-40B4-BE49-F238E27FC236}">
                    <a16:creationId xmlns:a16="http://schemas.microsoft.com/office/drawing/2014/main" id="{AE763CA4-9F7D-29DB-0451-0C245BCBCF04}"/>
                  </a:ext>
                </a:extLst>
              </p:cNvPr>
              <p:cNvSpPr/>
              <p:nvPr/>
            </p:nvSpPr>
            <p:spPr>
              <a:xfrm>
                <a:off x="9262434" y="5577683"/>
                <a:ext cx="6343" cy="6345"/>
              </a:xfrm>
              <a:custGeom>
                <a:avLst/>
                <a:gdLst>
                  <a:gd name="connsiteX0" fmla="*/ 3396 w 6343"/>
                  <a:gd name="connsiteY0" fmla="*/ 6511 h 6345"/>
                  <a:gd name="connsiteX1" fmla="*/ 5639 w 6343"/>
                  <a:gd name="connsiteY1" fmla="*/ 5581 h 6345"/>
                  <a:gd name="connsiteX2" fmla="*/ 6568 w 6343"/>
                  <a:gd name="connsiteY2" fmla="*/ 3338 h 6345"/>
                  <a:gd name="connsiteX3" fmla="*/ 5639 w 6343"/>
                  <a:gd name="connsiteY3" fmla="*/ 1095 h 6345"/>
                  <a:gd name="connsiteX4" fmla="*/ 3396 w 6343"/>
                  <a:gd name="connsiteY4" fmla="*/ 165 h 6345"/>
                  <a:gd name="connsiteX5" fmla="*/ 1154 w 6343"/>
                  <a:gd name="connsiteY5" fmla="*/ 1095 h 6345"/>
                  <a:gd name="connsiteX6" fmla="*/ 225 w 6343"/>
                  <a:gd name="connsiteY6" fmla="*/ 3338 h 6345"/>
                  <a:gd name="connsiteX7" fmla="*/ 1154 w 6343"/>
                  <a:gd name="connsiteY7" fmla="*/ 5581 h 6345"/>
                  <a:gd name="connsiteX8" fmla="*/ 3396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11"/>
                    </a:moveTo>
                    <a:cubicBezTo>
                      <a:pt x="4238" y="6511"/>
                      <a:pt x="5044" y="6176"/>
                      <a:pt x="5639" y="5581"/>
                    </a:cubicBezTo>
                    <a:cubicBezTo>
                      <a:pt x="6234" y="4987"/>
                      <a:pt x="6568" y="4179"/>
                      <a:pt x="6568" y="3338"/>
                    </a:cubicBezTo>
                    <a:cubicBezTo>
                      <a:pt x="6568" y="2497"/>
                      <a:pt x="6234" y="1690"/>
                      <a:pt x="5639" y="1095"/>
                    </a:cubicBezTo>
                    <a:cubicBezTo>
                      <a:pt x="5044" y="500"/>
                      <a:pt x="4238" y="165"/>
                      <a:pt x="3396" y="165"/>
                    </a:cubicBezTo>
                    <a:cubicBezTo>
                      <a:pt x="2555" y="165"/>
                      <a:pt x="1749" y="500"/>
                      <a:pt x="1154" y="1095"/>
                    </a:cubicBezTo>
                    <a:cubicBezTo>
                      <a:pt x="559" y="1690"/>
                      <a:pt x="225" y="2497"/>
                      <a:pt x="225" y="3338"/>
                    </a:cubicBezTo>
                    <a:cubicBezTo>
                      <a:pt x="225" y="4179"/>
                      <a:pt x="559" y="4987"/>
                      <a:pt x="1154" y="5581"/>
                    </a:cubicBezTo>
                    <a:cubicBezTo>
                      <a:pt x="1749" y="6176"/>
                      <a:pt x="2555" y="6511"/>
                      <a:pt x="3396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69" name="Freeform: Shape 14268">
                <a:extLst>
                  <a:ext uri="{FF2B5EF4-FFF2-40B4-BE49-F238E27FC236}">
                    <a16:creationId xmlns:a16="http://schemas.microsoft.com/office/drawing/2014/main" id="{7DFB6A96-259D-9832-7A57-0065D82593CE}"/>
                  </a:ext>
                </a:extLst>
              </p:cNvPr>
              <p:cNvSpPr/>
              <p:nvPr/>
            </p:nvSpPr>
            <p:spPr>
              <a:xfrm>
                <a:off x="9260765" y="5576458"/>
                <a:ext cx="6343" cy="6345"/>
              </a:xfrm>
              <a:custGeom>
                <a:avLst/>
                <a:gdLst>
                  <a:gd name="connsiteX0" fmla="*/ 3396 w 6343"/>
                  <a:gd name="connsiteY0" fmla="*/ 6511 h 6345"/>
                  <a:gd name="connsiteX1" fmla="*/ 5639 w 6343"/>
                  <a:gd name="connsiteY1" fmla="*/ 5581 h 6345"/>
                  <a:gd name="connsiteX2" fmla="*/ 6568 w 6343"/>
                  <a:gd name="connsiteY2" fmla="*/ 3338 h 6345"/>
                  <a:gd name="connsiteX3" fmla="*/ 5639 w 6343"/>
                  <a:gd name="connsiteY3" fmla="*/ 1094 h 6345"/>
                  <a:gd name="connsiteX4" fmla="*/ 3396 w 6343"/>
                  <a:gd name="connsiteY4" fmla="*/ 165 h 6345"/>
                  <a:gd name="connsiteX5" fmla="*/ 1154 w 6343"/>
                  <a:gd name="connsiteY5" fmla="*/ 1094 h 6345"/>
                  <a:gd name="connsiteX6" fmla="*/ 225 w 6343"/>
                  <a:gd name="connsiteY6" fmla="*/ 3338 h 6345"/>
                  <a:gd name="connsiteX7" fmla="*/ 1154 w 6343"/>
                  <a:gd name="connsiteY7" fmla="*/ 5581 h 6345"/>
                  <a:gd name="connsiteX8" fmla="*/ 3396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11"/>
                    </a:moveTo>
                    <a:cubicBezTo>
                      <a:pt x="4237" y="6511"/>
                      <a:pt x="5044" y="6176"/>
                      <a:pt x="5639" y="5581"/>
                    </a:cubicBezTo>
                    <a:cubicBezTo>
                      <a:pt x="6234" y="4986"/>
                      <a:pt x="6568" y="4179"/>
                      <a:pt x="6568" y="3338"/>
                    </a:cubicBezTo>
                    <a:cubicBezTo>
                      <a:pt x="6568" y="2497"/>
                      <a:pt x="6234" y="1689"/>
                      <a:pt x="5639" y="1094"/>
                    </a:cubicBezTo>
                    <a:cubicBezTo>
                      <a:pt x="5044" y="500"/>
                      <a:pt x="4237" y="165"/>
                      <a:pt x="3396" y="165"/>
                    </a:cubicBezTo>
                    <a:cubicBezTo>
                      <a:pt x="2555" y="165"/>
                      <a:pt x="1748" y="500"/>
                      <a:pt x="1154" y="1094"/>
                    </a:cubicBezTo>
                    <a:cubicBezTo>
                      <a:pt x="559" y="1689"/>
                      <a:pt x="225" y="2497"/>
                      <a:pt x="225" y="3338"/>
                    </a:cubicBezTo>
                    <a:cubicBezTo>
                      <a:pt x="225" y="4179"/>
                      <a:pt x="559" y="4986"/>
                      <a:pt x="1154" y="5581"/>
                    </a:cubicBezTo>
                    <a:cubicBezTo>
                      <a:pt x="1748" y="6176"/>
                      <a:pt x="2555" y="6511"/>
                      <a:pt x="3396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70" name="Freeform: Shape 14269">
                <a:extLst>
                  <a:ext uri="{FF2B5EF4-FFF2-40B4-BE49-F238E27FC236}">
                    <a16:creationId xmlns:a16="http://schemas.microsoft.com/office/drawing/2014/main" id="{0D9E138A-B304-398E-FAE6-CCB9F946A0D5}"/>
                  </a:ext>
                </a:extLst>
              </p:cNvPr>
              <p:cNvSpPr/>
              <p:nvPr/>
            </p:nvSpPr>
            <p:spPr>
              <a:xfrm>
                <a:off x="9260459" y="5573166"/>
                <a:ext cx="6343" cy="6345"/>
              </a:xfrm>
              <a:custGeom>
                <a:avLst/>
                <a:gdLst>
                  <a:gd name="connsiteX0" fmla="*/ 3396 w 6343"/>
                  <a:gd name="connsiteY0" fmla="*/ 6510 h 6345"/>
                  <a:gd name="connsiteX1" fmla="*/ 5639 w 6343"/>
                  <a:gd name="connsiteY1" fmla="*/ 5581 h 6345"/>
                  <a:gd name="connsiteX2" fmla="*/ 6568 w 6343"/>
                  <a:gd name="connsiteY2" fmla="*/ 3338 h 6345"/>
                  <a:gd name="connsiteX3" fmla="*/ 5639 w 6343"/>
                  <a:gd name="connsiteY3" fmla="*/ 1094 h 6345"/>
                  <a:gd name="connsiteX4" fmla="*/ 3396 w 6343"/>
                  <a:gd name="connsiteY4" fmla="*/ 165 h 6345"/>
                  <a:gd name="connsiteX5" fmla="*/ 1154 w 6343"/>
                  <a:gd name="connsiteY5" fmla="*/ 1094 h 6345"/>
                  <a:gd name="connsiteX6" fmla="*/ 225 w 6343"/>
                  <a:gd name="connsiteY6" fmla="*/ 3338 h 6345"/>
                  <a:gd name="connsiteX7" fmla="*/ 1154 w 6343"/>
                  <a:gd name="connsiteY7" fmla="*/ 5581 h 6345"/>
                  <a:gd name="connsiteX8" fmla="*/ 3396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10"/>
                    </a:moveTo>
                    <a:cubicBezTo>
                      <a:pt x="4237" y="6510"/>
                      <a:pt x="5044" y="6176"/>
                      <a:pt x="5639" y="5581"/>
                    </a:cubicBezTo>
                    <a:cubicBezTo>
                      <a:pt x="6234" y="4986"/>
                      <a:pt x="6568" y="4179"/>
                      <a:pt x="6568" y="3338"/>
                    </a:cubicBezTo>
                    <a:cubicBezTo>
                      <a:pt x="6568" y="2496"/>
                      <a:pt x="6234" y="1689"/>
                      <a:pt x="5639" y="1094"/>
                    </a:cubicBezTo>
                    <a:cubicBezTo>
                      <a:pt x="5044" y="499"/>
                      <a:pt x="4237" y="165"/>
                      <a:pt x="3396" y="165"/>
                    </a:cubicBezTo>
                    <a:cubicBezTo>
                      <a:pt x="2555" y="165"/>
                      <a:pt x="1748" y="499"/>
                      <a:pt x="1154" y="1094"/>
                    </a:cubicBezTo>
                    <a:cubicBezTo>
                      <a:pt x="559" y="1689"/>
                      <a:pt x="225" y="2496"/>
                      <a:pt x="225" y="3338"/>
                    </a:cubicBezTo>
                    <a:cubicBezTo>
                      <a:pt x="225" y="4179"/>
                      <a:pt x="559" y="4986"/>
                      <a:pt x="1154" y="5581"/>
                    </a:cubicBezTo>
                    <a:cubicBezTo>
                      <a:pt x="1748" y="6176"/>
                      <a:pt x="2555" y="6510"/>
                      <a:pt x="3396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71" name="Freeform: Shape 14270">
                <a:extLst>
                  <a:ext uri="{FF2B5EF4-FFF2-40B4-BE49-F238E27FC236}">
                    <a16:creationId xmlns:a16="http://schemas.microsoft.com/office/drawing/2014/main" id="{1083541E-F456-F2CA-75D0-E3B3F06BF5B6}"/>
                  </a:ext>
                </a:extLst>
              </p:cNvPr>
              <p:cNvSpPr/>
              <p:nvPr/>
            </p:nvSpPr>
            <p:spPr>
              <a:xfrm>
                <a:off x="9259023" y="5571622"/>
                <a:ext cx="6343" cy="6345"/>
              </a:xfrm>
              <a:custGeom>
                <a:avLst/>
                <a:gdLst>
                  <a:gd name="connsiteX0" fmla="*/ 3396 w 6343"/>
                  <a:gd name="connsiteY0" fmla="*/ 6510 h 6345"/>
                  <a:gd name="connsiteX1" fmla="*/ 5639 w 6343"/>
                  <a:gd name="connsiteY1" fmla="*/ 5581 h 6345"/>
                  <a:gd name="connsiteX2" fmla="*/ 6568 w 6343"/>
                  <a:gd name="connsiteY2" fmla="*/ 3338 h 6345"/>
                  <a:gd name="connsiteX3" fmla="*/ 5639 w 6343"/>
                  <a:gd name="connsiteY3" fmla="*/ 1094 h 6345"/>
                  <a:gd name="connsiteX4" fmla="*/ 3396 w 6343"/>
                  <a:gd name="connsiteY4" fmla="*/ 165 h 6345"/>
                  <a:gd name="connsiteX5" fmla="*/ 1154 w 6343"/>
                  <a:gd name="connsiteY5" fmla="*/ 1094 h 6345"/>
                  <a:gd name="connsiteX6" fmla="*/ 225 w 6343"/>
                  <a:gd name="connsiteY6" fmla="*/ 3338 h 6345"/>
                  <a:gd name="connsiteX7" fmla="*/ 1154 w 6343"/>
                  <a:gd name="connsiteY7" fmla="*/ 5581 h 6345"/>
                  <a:gd name="connsiteX8" fmla="*/ 3396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10"/>
                    </a:moveTo>
                    <a:cubicBezTo>
                      <a:pt x="4237" y="6510"/>
                      <a:pt x="5044" y="6176"/>
                      <a:pt x="5639" y="5581"/>
                    </a:cubicBezTo>
                    <a:cubicBezTo>
                      <a:pt x="6234" y="4986"/>
                      <a:pt x="6568" y="4179"/>
                      <a:pt x="6568" y="3338"/>
                    </a:cubicBezTo>
                    <a:cubicBezTo>
                      <a:pt x="6568" y="2496"/>
                      <a:pt x="6234" y="1689"/>
                      <a:pt x="5639" y="1094"/>
                    </a:cubicBezTo>
                    <a:cubicBezTo>
                      <a:pt x="5044" y="499"/>
                      <a:pt x="4237" y="165"/>
                      <a:pt x="3396" y="165"/>
                    </a:cubicBezTo>
                    <a:cubicBezTo>
                      <a:pt x="2555" y="165"/>
                      <a:pt x="1748" y="499"/>
                      <a:pt x="1154" y="1094"/>
                    </a:cubicBezTo>
                    <a:cubicBezTo>
                      <a:pt x="559" y="1689"/>
                      <a:pt x="225" y="2496"/>
                      <a:pt x="225" y="3338"/>
                    </a:cubicBezTo>
                    <a:cubicBezTo>
                      <a:pt x="225" y="4179"/>
                      <a:pt x="559" y="4986"/>
                      <a:pt x="1154" y="5581"/>
                    </a:cubicBezTo>
                    <a:cubicBezTo>
                      <a:pt x="1748" y="6176"/>
                      <a:pt x="2555" y="6510"/>
                      <a:pt x="3396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72" name="Freeform: Shape 14271">
                <a:extLst>
                  <a:ext uri="{FF2B5EF4-FFF2-40B4-BE49-F238E27FC236}">
                    <a16:creationId xmlns:a16="http://schemas.microsoft.com/office/drawing/2014/main" id="{774F8252-7985-036C-AC08-BF30592659B0}"/>
                  </a:ext>
                </a:extLst>
              </p:cNvPr>
              <p:cNvSpPr/>
              <p:nvPr/>
            </p:nvSpPr>
            <p:spPr>
              <a:xfrm>
                <a:off x="9257428" y="5570326"/>
                <a:ext cx="6343" cy="6345"/>
              </a:xfrm>
              <a:custGeom>
                <a:avLst/>
                <a:gdLst>
                  <a:gd name="connsiteX0" fmla="*/ 3396 w 6343"/>
                  <a:gd name="connsiteY0" fmla="*/ 6510 h 6345"/>
                  <a:gd name="connsiteX1" fmla="*/ 5639 w 6343"/>
                  <a:gd name="connsiteY1" fmla="*/ 5581 h 6345"/>
                  <a:gd name="connsiteX2" fmla="*/ 6568 w 6343"/>
                  <a:gd name="connsiteY2" fmla="*/ 3337 h 6345"/>
                  <a:gd name="connsiteX3" fmla="*/ 5639 w 6343"/>
                  <a:gd name="connsiteY3" fmla="*/ 1094 h 6345"/>
                  <a:gd name="connsiteX4" fmla="*/ 3396 w 6343"/>
                  <a:gd name="connsiteY4" fmla="*/ 165 h 6345"/>
                  <a:gd name="connsiteX5" fmla="*/ 1153 w 6343"/>
                  <a:gd name="connsiteY5" fmla="*/ 1094 h 6345"/>
                  <a:gd name="connsiteX6" fmla="*/ 225 w 6343"/>
                  <a:gd name="connsiteY6" fmla="*/ 3337 h 6345"/>
                  <a:gd name="connsiteX7" fmla="*/ 1153 w 6343"/>
                  <a:gd name="connsiteY7" fmla="*/ 5581 h 6345"/>
                  <a:gd name="connsiteX8" fmla="*/ 3396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10"/>
                    </a:moveTo>
                    <a:cubicBezTo>
                      <a:pt x="4237" y="6510"/>
                      <a:pt x="5044" y="6176"/>
                      <a:pt x="5639" y="5581"/>
                    </a:cubicBezTo>
                    <a:cubicBezTo>
                      <a:pt x="6233" y="4986"/>
                      <a:pt x="6568" y="4179"/>
                      <a:pt x="6568" y="3337"/>
                    </a:cubicBezTo>
                    <a:cubicBezTo>
                      <a:pt x="6568" y="2496"/>
                      <a:pt x="6233" y="1689"/>
                      <a:pt x="5639" y="1094"/>
                    </a:cubicBezTo>
                    <a:cubicBezTo>
                      <a:pt x="5044" y="499"/>
                      <a:pt x="4237" y="165"/>
                      <a:pt x="3396" y="165"/>
                    </a:cubicBezTo>
                    <a:cubicBezTo>
                      <a:pt x="2555" y="165"/>
                      <a:pt x="1748" y="499"/>
                      <a:pt x="1153" y="1094"/>
                    </a:cubicBezTo>
                    <a:cubicBezTo>
                      <a:pt x="559" y="1689"/>
                      <a:pt x="225" y="2496"/>
                      <a:pt x="225" y="3337"/>
                    </a:cubicBezTo>
                    <a:cubicBezTo>
                      <a:pt x="225" y="4179"/>
                      <a:pt x="559" y="4986"/>
                      <a:pt x="1153" y="5581"/>
                    </a:cubicBezTo>
                    <a:cubicBezTo>
                      <a:pt x="1748" y="6176"/>
                      <a:pt x="2555" y="6510"/>
                      <a:pt x="3396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73" name="Freeform: Shape 14272">
                <a:extLst>
                  <a:ext uri="{FF2B5EF4-FFF2-40B4-BE49-F238E27FC236}">
                    <a16:creationId xmlns:a16="http://schemas.microsoft.com/office/drawing/2014/main" id="{3B2A2FA2-0958-B699-CA11-4AA7413B523C}"/>
                  </a:ext>
                </a:extLst>
              </p:cNvPr>
              <p:cNvSpPr/>
              <p:nvPr/>
            </p:nvSpPr>
            <p:spPr>
              <a:xfrm>
                <a:off x="9256572" y="5567955"/>
                <a:ext cx="6343" cy="6345"/>
              </a:xfrm>
              <a:custGeom>
                <a:avLst/>
                <a:gdLst>
                  <a:gd name="connsiteX0" fmla="*/ 3396 w 6343"/>
                  <a:gd name="connsiteY0" fmla="*/ 6510 h 6345"/>
                  <a:gd name="connsiteX1" fmla="*/ 5639 w 6343"/>
                  <a:gd name="connsiteY1" fmla="*/ 5581 h 6345"/>
                  <a:gd name="connsiteX2" fmla="*/ 6568 w 6343"/>
                  <a:gd name="connsiteY2" fmla="*/ 3337 h 6345"/>
                  <a:gd name="connsiteX3" fmla="*/ 5639 w 6343"/>
                  <a:gd name="connsiteY3" fmla="*/ 1094 h 6345"/>
                  <a:gd name="connsiteX4" fmla="*/ 3396 w 6343"/>
                  <a:gd name="connsiteY4" fmla="*/ 165 h 6345"/>
                  <a:gd name="connsiteX5" fmla="*/ 1153 w 6343"/>
                  <a:gd name="connsiteY5" fmla="*/ 1094 h 6345"/>
                  <a:gd name="connsiteX6" fmla="*/ 224 w 6343"/>
                  <a:gd name="connsiteY6" fmla="*/ 3337 h 6345"/>
                  <a:gd name="connsiteX7" fmla="*/ 1153 w 6343"/>
                  <a:gd name="connsiteY7" fmla="*/ 5581 h 6345"/>
                  <a:gd name="connsiteX8" fmla="*/ 3396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10"/>
                    </a:moveTo>
                    <a:cubicBezTo>
                      <a:pt x="4237" y="6510"/>
                      <a:pt x="5044" y="6176"/>
                      <a:pt x="5639" y="5581"/>
                    </a:cubicBezTo>
                    <a:cubicBezTo>
                      <a:pt x="6233" y="4986"/>
                      <a:pt x="6568" y="4179"/>
                      <a:pt x="6568" y="3337"/>
                    </a:cubicBezTo>
                    <a:cubicBezTo>
                      <a:pt x="6568" y="2496"/>
                      <a:pt x="6233" y="1689"/>
                      <a:pt x="5639" y="1094"/>
                    </a:cubicBezTo>
                    <a:cubicBezTo>
                      <a:pt x="5044" y="499"/>
                      <a:pt x="4237" y="165"/>
                      <a:pt x="3396" y="165"/>
                    </a:cubicBezTo>
                    <a:cubicBezTo>
                      <a:pt x="2555" y="165"/>
                      <a:pt x="1748" y="499"/>
                      <a:pt x="1153" y="1094"/>
                    </a:cubicBezTo>
                    <a:cubicBezTo>
                      <a:pt x="559" y="1689"/>
                      <a:pt x="224" y="2496"/>
                      <a:pt x="224" y="3337"/>
                    </a:cubicBezTo>
                    <a:cubicBezTo>
                      <a:pt x="224" y="4179"/>
                      <a:pt x="559" y="4986"/>
                      <a:pt x="1153" y="5581"/>
                    </a:cubicBezTo>
                    <a:cubicBezTo>
                      <a:pt x="1748" y="6176"/>
                      <a:pt x="2555" y="6510"/>
                      <a:pt x="3396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74" name="Freeform: Shape 14273">
                <a:extLst>
                  <a:ext uri="{FF2B5EF4-FFF2-40B4-BE49-F238E27FC236}">
                    <a16:creationId xmlns:a16="http://schemas.microsoft.com/office/drawing/2014/main" id="{FD964017-0AEC-0469-CF47-50D9457F3DB4}"/>
                  </a:ext>
                </a:extLst>
              </p:cNvPr>
              <p:cNvSpPr/>
              <p:nvPr/>
            </p:nvSpPr>
            <p:spPr>
              <a:xfrm>
                <a:off x="9255071" y="5566544"/>
                <a:ext cx="6343" cy="6345"/>
              </a:xfrm>
              <a:custGeom>
                <a:avLst/>
                <a:gdLst>
                  <a:gd name="connsiteX0" fmla="*/ 3396 w 6343"/>
                  <a:gd name="connsiteY0" fmla="*/ 6510 h 6345"/>
                  <a:gd name="connsiteX1" fmla="*/ 5639 w 6343"/>
                  <a:gd name="connsiteY1" fmla="*/ 5581 h 6345"/>
                  <a:gd name="connsiteX2" fmla="*/ 6567 w 6343"/>
                  <a:gd name="connsiteY2" fmla="*/ 3337 h 6345"/>
                  <a:gd name="connsiteX3" fmla="*/ 5639 w 6343"/>
                  <a:gd name="connsiteY3" fmla="*/ 1094 h 6345"/>
                  <a:gd name="connsiteX4" fmla="*/ 3396 w 6343"/>
                  <a:gd name="connsiteY4" fmla="*/ 164 h 6345"/>
                  <a:gd name="connsiteX5" fmla="*/ 1153 w 6343"/>
                  <a:gd name="connsiteY5" fmla="*/ 1094 h 6345"/>
                  <a:gd name="connsiteX6" fmla="*/ 224 w 6343"/>
                  <a:gd name="connsiteY6" fmla="*/ 3337 h 6345"/>
                  <a:gd name="connsiteX7" fmla="*/ 1153 w 6343"/>
                  <a:gd name="connsiteY7" fmla="*/ 5581 h 6345"/>
                  <a:gd name="connsiteX8" fmla="*/ 3396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10"/>
                    </a:moveTo>
                    <a:cubicBezTo>
                      <a:pt x="4237" y="6510"/>
                      <a:pt x="5044" y="6176"/>
                      <a:pt x="5639" y="5581"/>
                    </a:cubicBezTo>
                    <a:cubicBezTo>
                      <a:pt x="6233" y="4986"/>
                      <a:pt x="6567" y="4179"/>
                      <a:pt x="6567" y="3337"/>
                    </a:cubicBezTo>
                    <a:cubicBezTo>
                      <a:pt x="6567" y="2496"/>
                      <a:pt x="6233" y="1689"/>
                      <a:pt x="5639" y="1094"/>
                    </a:cubicBezTo>
                    <a:cubicBezTo>
                      <a:pt x="5044" y="499"/>
                      <a:pt x="4237" y="164"/>
                      <a:pt x="3396" y="164"/>
                    </a:cubicBezTo>
                    <a:cubicBezTo>
                      <a:pt x="2555" y="164"/>
                      <a:pt x="1748" y="499"/>
                      <a:pt x="1153" y="1094"/>
                    </a:cubicBezTo>
                    <a:cubicBezTo>
                      <a:pt x="559" y="1689"/>
                      <a:pt x="224" y="2496"/>
                      <a:pt x="224" y="3337"/>
                    </a:cubicBezTo>
                    <a:cubicBezTo>
                      <a:pt x="224" y="4179"/>
                      <a:pt x="559" y="4986"/>
                      <a:pt x="1153" y="5581"/>
                    </a:cubicBezTo>
                    <a:cubicBezTo>
                      <a:pt x="1748" y="6176"/>
                      <a:pt x="2555" y="6510"/>
                      <a:pt x="3396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75" name="Freeform: Shape 14274">
                <a:extLst>
                  <a:ext uri="{FF2B5EF4-FFF2-40B4-BE49-F238E27FC236}">
                    <a16:creationId xmlns:a16="http://schemas.microsoft.com/office/drawing/2014/main" id="{32A1DA41-34E1-30C6-0B82-5387C1DBA4EA}"/>
                  </a:ext>
                </a:extLst>
              </p:cNvPr>
              <p:cNvSpPr/>
              <p:nvPr/>
            </p:nvSpPr>
            <p:spPr>
              <a:xfrm>
                <a:off x="9252871" y="5566132"/>
                <a:ext cx="6343" cy="6345"/>
              </a:xfrm>
              <a:custGeom>
                <a:avLst/>
                <a:gdLst>
                  <a:gd name="connsiteX0" fmla="*/ 3396 w 6343"/>
                  <a:gd name="connsiteY0" fmla="*/ 6510 h 6345"/>
                  <a:gd name="connsiteX1" fmla="*/ 5638 w 6343"/>
                  <a:gd name="connsiteY1" fmla="*/ 5581 h 6345"/>
                  <a:gd name="connsiteX2" fmla="*/ 6567 w 6343"/>
                  <a:gd name="connsiteY2" fmla="*/ 3337 h 6345"/>
                  <a:gd name="connsiteX3" fmla="*/ 5638 w 6343"/>
                  <a:gd name="connsiteY3" fmla="*/ 1094 h 6345"/>
                  <a:gd name="connsiteX4" fmla="*/ 3396 w 6343"/>
                  <a:gd name="connsiteY4" fmla="*/ 164 h 6345"/>
                  <a:gd name="connsiteX5" fmla="*/ 1153 w 6343"/>
                  <a:gd name="connsiteY5" fmla="*/ 1094 h 6345"/>
                  <a:gd name="connsiteX6" fmla="*/ 224 w 6343"/>
                  <a:gd name="connsiteY6" fmla="*/ 3337 h 6345"/>
                  <a:gd name="connsiteX7" fmla="*/ 1153 w 6343"/>
                  <a:gd name="connsiteY7" fmla="*/ 5581 h 6345"/>
                  <a:gd name="connsiteX8" fmla="*/ 3396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10"/>
                    </a:moveTo>
                    <a:cubicBezTo>
                      <a:pt x="4237" y="6510"/>
                      <a:pt x="5044" y="6176"/>
                      <a:pt x="5638" y="5581"/>
                    </a:cubicBezTo>
                    <a:cubicBezTo>
                      <a:pt x="6233" y="4986"/>
                      <a:pt x="6567" y="4179"/>
                      <a:pt x="6567" y="3337"/>
                    </a:cubicBezTo>
                    <a:cubicBezTo>
                      <a:pt x="6567" y="2496"/>
                      <a:pt x="6233" y="1689"/>
                      <a:pt x="5638" y="1094"/>
                    </a:cubicBezTo>
                    <a:cubicBezTo>
                      <a:pt x="5044" y="499"/>
                      <a:pt x="4237" y="164"/>
                      <a:pt x="3396" y="164"/>
                    </a:cubicBezTo>
                    <a:cubicBezTo>
                      <a:pt x="2555" y="164"/>
                      <a:pt x="1748" y="499"/>
                      <a:pt x="1153" y="1094"/>
                    </a:cubicBezTo>
                    <a:cubicBezTo>
                      <a:pt x="558" y="1689"/>
                      <a:pt x="224" y="2496"/>
                      <a:pt x="224" y="3337"/>
                    </a:cubicBezTo>
                    <a:cubicBezTo>
                      <a:pt x="224" y="4179"/>
                      <a:pt x="558" y="4986"/>
                      <a:pt x="1153" y="5581"/>
                    </a:cubicBezTo>
                    <a:cubicBezTo>
                      <a:pt x="1748" y="6176"/>
                      <a:pt x="2555" y="6510"/>
                      <a:pt x="3396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76" name="Freeform: Shape 14275">
                <a:extLst>
                  <a:ext uri="{FF2B5EF4-FFF2-40B4-BE49-F238E27FC236}">
                    <a16:creationId xmlns:a16="http://schemas.microsoft.com/office/drawing/2014/main" id="{B7C7F3D9-6280-B636-8301-AE26B6DE896C}"/>
                  </a:ext>
                </a:extLst>
              </p:cNvPr>
              <p:cNvSpPr/>
              <p:nvPr/>
            </p:nvSpPr>
            <p:spPr>
              <a:xfrm>
                <a:off x="9251098" y="5565102"/>
                <a:ext cx="6343" cy="6345"/>
              </a:xfrm>
              <a:custGeom>
                <a:avLst/>
                <a:gdLst>
                  <a:gd name="connsiteX0" fmla="*/ 3396 w 6343"/>
                  <a:gd name="connsiteY0" fmla="*/ 6510 h 6345"/>
                  <a:gd name="connsiteX1" fmla="*/ 5638 w 6343"/>
                  <a:gd name="connsiteY1" fmla="*/ 5580 h 6345"/>
                  <a:gd name="connsiteX2" fmla="*/ 6567 w 6343"/>
                  <a:gd name="connsiteY2" fmla="*/ 3337 h 6345"/>
                  <a:gd name="connsiteX3" fmla="*/ 5638 w 6343"/>
                  <a:gd name="connsiteY3" fmla="*/ 1094 h 6345"/>
                  <a:gd name="connsiteX4" fmla="*/ 3396 w 6343"/>
                  <a:gd name="connsiteY4" fmla="*/ 164 h 6345"/>
                  <a:gd name="connsiteX5" fmla="*/ 1153 w 6343"/>
                  <a:gd name="connsiteY5" fmla="*/ 1094 h 6345"/>
                  <a:gd name="connsiteX6" fmla="*/ 224 w 6343"/>
                  <a:gd name="connsiteY6" fmla="*/ 3337 h 6345"/>
                  <a:gd name="connsiteX7" fmla="*/ 1153 w 6343"/>
                  <a:gd name="connsiteY7" fmla="*/ 5580 h 6345"/>
                  <a:gd name="connsiteX8" fmla="*/ 3396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10"/>
                    </a:moveTo>
                    <a:cubicBezTo>
                      <a:pt x="4237" y="6510"/>
                      <a:pt x="5043" y="6175"/>
                      <a:pt x="5638" y="5580"/>
                    </a:cubicBezTo>
                    <a:cubicBezTo>
                      <a:pt x="6233" y="4986"/>
                      <a:pt x="6567" y="4178"/>
                      <a:pt x="6567" y="3337"/>
                    </a:cubicBezTo>
                    <a:cubicBezTo>
                      <a:pt x="6567" y="2496"/>
                      <a:pt x="6233" y="1689"/>
                      <a:pt x="5638" y="1094"/>
                    </a:cubicBezTo>
                    <a:cubicBezTo>
                      <a:pt x="5043" y="499"/>
                      <a:pt x="4237" y="164"/>
                      <a:pt x="3396" y="164"/>
                    </a:cubicBezTo>
                    <a:cubicBezTo>
                      <a:pt x="2554" y="164"/>
                      <a:pt x="1748" y="499"/>
                      <a:pt x="1153" y="1094"/>
                    </a:cubicBezTo>
                    <a:cubicBezTo>
                      <a:pt x="558" y="1689"/>
                      <a:pt x="224" y="2496"/>
                      <a:pt x="224" y="3337"/>
                    </a:cubicBezTo>
                    <a:cubicBezTo>
                      <a:pt x="224" y="4178"/>
                      <a:pt x="558" y="4986"/>
                      <a:pt x="1153" y="5580"/>
                    </a:cubicBezTo>
                    <a:cubicBezTo>
                      <a:pt x="1748" y="6175"/>
                      <a:pt x="2554" y="6510"/>
                      <a:pt x="3396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77" name="Freeform: Shape 14276">
                <a:extLst>
                  <a:ext uri="{FF2B5EF4-FFF2-40B4-BE49-F238E27FC236}">
                    <a16:creationId xmlns:a16="http://schemas.microsoft.com/office/drawing/2014/main" id="{2468BDCD-336D-843B-82ED-95A2B44CC0B0}"/>
                  </a:ext>
                </a:extLst>
              </p:cNvPr>
              <p:cNvSpPr/>
              <p:nvPr/>
            </p:nvSpPr>
            <p:spPr>
              <a:xfrm>
                <a:off x="9246951" y="5563852"/>
                <a:ext cx="6343" cy="6345"/>
              </a:xfrm>
              <a:custGeom>
                <a:avLst/>
                <a:gdLst>
                  <a:gd name="connsiteX0" fmla="*/ 3395 w 6343"/>
                  <a:gd name="connsiteY0" fmla="*/ 6510 h 6345"/>
                  <a:gd name="connsiteX1" fmla="*/ 5638 w 6343"/>
                  <a:gd name="connsiteY1" fmla="*/ 5580 h 6345"/>
                  <a:gd name="connsiteX2" fmla="*/ 6567 w 6343"/>
                  <a:gd name="connsiteY2" fmla="*/ 3337 h 6345"/>
                  <a:gd name="connsiteX3" fmla="*/ 5638 w 6343"/>
                  <a:gd name="connsiteY3" fmla="*/ 1094 h 6345"/>
                  <a:gd name="connsiteX4" fmla="*/ 3395 w 6343"/>
                  <a:gd name="connsiteY4" fmla="*/ 164 h 6345"/>
                  <a:gd name="connsiteX5" fmla="*/ 1153 w 6343"/>
                  <a:gd name="connsiteY5" fmla="*/ 1094 h 6345"/>
                  <a:gd name="connsiteX6" fmla="*/ 224 w 6343"/>
                  <a:gd name="connsiteY6" fmla="*/ 3337 h 6345"/>
                  <a:gd name="connsiteX7" fmla="*/ 1153 w 6343"/>
                  <a:gd name="connsiteY7" fmla="*/ 5580 h 6345"/>
                  <a:gd name="connsiteX8" fmla="*/ 3395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10"/>
                    </a:moveTo>
                    <a:cubicBezTo>
                      <a:pt x="4236" y="6510"/>
                      <a:pt x="5043" y="6175"/>
                      <a:pt x="5638" y="5580"/>
                    </a:cubicBezTo>
                    <a:cubicBezTo>
                      <a:pt x="6233" y="4985"/>
                      <a:pt x="6567" y="4178"/>
                      <a:pt x="6567" y="3337"/>
                    </a:cubicBezTo>
                    <a:cubicBezTo>
                      <a:pt x="6567" y="2496"/>
                      <a:pt x="6233" y="1688"/>
                      <a:pt x="5638" y="1094"/>
                    </a:cubicBezTo>
                    <a:cubicBezTo>
                      <a:pt x="5043" y="499"/>
                      <a:pt x="4236" y="164"/>
                      <a:pt x="3395" y="164"/>
                    </a:cubicBezTo>
                    <a:cubicBezTo>
                      <a:pt x="2554" y="164"/>
                      <a:pt x="1747" y="499"/>
                      <a:pt x="1153" y="1094"/>
                    </a:cubicBezTo>
                    <a:cubicBezTo>
                      <a:pt x="558" y="1688"/>
                      <a:pt x="224" y="2496"/>
                      <a:pt x="224" y="3337"/>
                    </a:cubicBezTo>
                    <a:cubicBezTo>
                      <a:pt x="224" y="4178"/>
                      <a:pt x="558" y="4985"/>
                      <a:pt x="1153" y="5580"/>
                    </a:cubicBezTo>
                    <a:cubicBezTo>
                      <a:pt x="1747" y="6175"/>
                      <a:pt x="2554" y="6510"/>
                      <a:pt x="3395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78" name="Freeform: Shape 14277">
                <a:extLst>
                  <a:ext uri="{FF2B5EF4-FFF2-40B4-BE49-F238E27FC236}">
                    <a16:creationId xmlns:a16="http://schemas.microsoft.com/office/drawing/2014/main" id="{DF1390E8-9861-213A-04B8-041B72BBFBCF}"/>
                  </a:ext>
                </a:extLst>
              </p:cNvPr>
              <p:cNvSpPr/>
              <p:nvPr/>
            </p:nvSpPr>
            <p:spPr>
              <a:xfrm>
                <a:off x="9245590" y="5542574"/>
                <a:ext cx="6343" cy="6345"/>
              </a:xfrm>
              <a:custGeom>
                <a:avLst/>
                <a:gdLst>
                  <a:gd name="connsiteX0" fmla="*/ 3395 w 6343"/>
                  <a:gd name="connsiteY0" fmla="*/ 6508 h 6345"/>
                  <a:gd name="connsiteX1" fmla="*/ 5638 w 6343"/>
                  <a:gd name="connsiteY1" fmla="*/ 5579 h 6345"/>
                  <a:gd name="connsiteX2" fmla="*/ 6567 w 6343"/>
                  <a:gd name="connsiteY2" fmla="*/ 3335 h 6345"/>
                  <a:gd name="connsiteX3" fmla="*/ 5638 w 6343"/>
                  <a:gd name="connsiteY3" fmla="*/ 1092 h 6345"/>
                  <a:gd name="connsiteX4" fmla="*/ 3395 w 6343"/>
                  <a:gd name="connsiteY4" fmla="*/ 163 h 6345"/>
                  <a:gd name="connsiteX5" fmla="*/ 1153 w 6343"/>
                  <a:gd name="connsiteY5" fmla="*/ 1092 h 6345"/>
                  <a:gd name="connsiteX6" fmla="*/ 224 w 6343"/>
                  <a:gd name="connsiteY6" fmla="*/ 3335 h 6345"/>
                  <a:gd name="connsiteX7" fmla="*/ 1153 w 6343"/>
                  <a:gd name="connsiteY7" fmla="*/ 5579 h 6345"/>
                  <a:gd name="connsiteX8" fmla="*/ 339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8"/>
                    </a:moveTo>
                    <a:cubicBezTo>
                      <a:pt x="4236" y="6508"/>
                      <a:pt x="5043" y="6174"/>
                      <a:pt x="5638" y="5579"/>
                    </a:cubicBezTo>
                    <a:cubicBezTo>
                      <a:pt x="6233" y="4984"/>
                      <a:pt x="6567" y="4177"/>
                      <a:pt x="6567" y="3335"/>
                    </a:cubicBezTo>
                    <a:cubicBezTo>
                      <a:pt x="6567" y="2494"/>
                      <a:pt x="6233" y="1687"/>
                      <a:pt x="5638" y="1092"/>
                    </a:cubicBezTo>
                    <a:cubicBezTo>
                      <a:pt x="5043" y="497"/>
                      <a:pt x="4236" y="163"/>
                      <a:pt x="3395" y="163"/>
                    </a:cubicBezTo>
                    <a:cubicBezTo>
                      <a:pt x="2554" y="163"/>
                      <a:pt x="1747" y="497"/>
                      <a:pt x="1153" y="1092"/>
                    </a:cubicBezTo>
                    <a:cubicBezTo>
                      <a:pt x="558" y="1687"/>
                      <a:pt x="224" y="2494"/>
                      <a:pt x="224" y="3335"/>
                    </a:cubicBezTo>
                    <a:cubicBezTo>
                      <a:pt x="224" y="4177"/>
                      <a:pt x="558" y="4984"/>
                      <a:pt x="1153" y="5579"/>
                    </a:cubicBezTo>
                    <a:cubicBezTo>
                      <a:pt x="1747" y="6174"/>
                      <a:pt x="2554" y="6508"/>
                      <a:pt x="339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79" name="Freeform: Shape 14278">
                <a:extLst>
                  <a:ext uri="{FF2B5EF4-FFF2-40B4-BE49-F238E27FC236}">
                    <a16:creationId xmlns:a16="http://schemas.microsoft.com/office/drawing/2014/main" id="{4C49214A-7B4F-0099-CB07-9B48160E718A}"/>
                  </a:ext>
                </a:extLst>
              </p:cNvPr>
              <p:cNvSpPr/>
              <p:nvPr/>
            </p:nvSpPr>
            <p:spPr>
              <a:xfrm>
                <a:off x="9244883" y="5540345"/>
                <a:ext cx="6343" cy="6345"/>
              </a:xfrm>
              <a:custGeom>
                <a:avLst/>
                <a:gdLst>
                  <a:gd name="connsiteX0" fmla="*/ 3395 w 6343"/>
                  <a:gd name="connsiteY0" fmla="*/ 6508 h 6345"/>
                  <a:gd name="connsiteX1" fmla="*/ 5638 w 6343"/>
                  <a:gd name="connsiteY1" fmla="*/ 5579 h 6345"/>
                  <a:gd name="connsiteX2" fmla="*/ 6567 w 6343"/>
                  <a:gd name="connsiteY2" fmla="*/ 3335 h 6345"/>
                  <a:gd name="connsiteX3" fmla="*/ 5638 w 6343"/>
                  <a:gd name="connsiteY3" fmla="*/ 1092 h 6345"/>
                  <a:gd name="connsiteX4" fmla="*/ 3395 w 6343"/>
                  <a:gd name="connsiteY4" fmla="*/ 162 h 6345"/>
                  <a:gd name="connsiteX5" fmla="*/ 1152 w 6343"/>
                  <a:gd name="connsiteY5" fmla="*/ 1092 h 6345"/>
                  <a:gd name="connsiteX6" fmla="*/ 224 w 6343"/>
                  <a:gd name="connsiteY6" fmla="*/ 3335 h 6345"/>
                  <a:gd name="connsiteX7" fmla="*/ 1152 w 6343"/>
                  <a:gd name="connsiteY7" fmla="*/ 5579 h 6345"/>
                  <a:gd name="connsiteX8" fmla="*/ 339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8"/>
                    </a:moveTo>
                    <a:cubicBezTo>
                      <a:pt x="4236" y="6508"/>
                      <a:pt x="5043" y="6174"/>
                      <a:pt x="5638" y="5579"/>
                    </a:cubicBezTo>
                    <a:cubicBezTo>
                      <a:pt x="6232" y="4984"/>
                      <a:pt x="6567" y="4177"/>
                      <a:pt x="6567" y="3335"/>
                    </a:cubicBezTo>
                    <a:cubicBezTo>
                      <a:pt x="6567" y="2494"/>
                      <a:pt x="6232" y="1687"/>
                      <a:pt x="5638" y="1092"/>
                    </a:cubicBezTo>
                    <a:cubicBezTo>
                      <a:pt x="5043" y="497"/>
                      <a:pt x="4236" y="162"/>
                      <a:pt x="3395" y="162"/>
                    </a:cubicBezTo>
                    <a:cubicBezTo>
                      <a:pt x="2554" y="162"/>
                      <a:pt x="1747" y="497"/>
                      <a:pt x="1152" y="1092"/>
                    </a:cubicBezTo>
                    <a:cubicBezTo>
                      <a:pt x="558" y="1687"/>
                      <a:pt x="224" y="2494"/>
                      <a:pt x="224" y="3335"/>
                    </a:cubicBezTo>
                    <a:cubicBezTo>
                      <a:pt x="224" y="4177"/>
                      <a:pt x="558" y="4984"/>
                      <a:pt x="1152" y="5579"/>
                    </a:cubicBezTo>
                    <a:cubicBezTo>
                      <a:pt x="1747" y="6174"/>
                      <a:pt x="2554" y="6508"/>
                      <a:pt x="339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80" name="Freeform: Shape 14279">
                <a:extLst>
                  <a:ext uri="{FF2B5EF4-FFF2-40B4-BE49-F238E27FC236}">
                    <a16:creationId xmlns:a16="http://schemas.microsoft.com/office/drawing/2014/main" id="{9A952F6C-A910-F586-12E5-2C9D12DF50F6}"/>
                  </a:ext>
                </a:extLst>
              </p:cNvPr>
              <p:cNvSpPr/>
              <p:nvPr/>
            </p:nvSpPr>
            <p:spPr>
              <a:xfrm>
                <a:off x="9243844" y="5538544"/>
                <a:ext cx="6343" cy="6345"/>
              </a:xfrm>
              <a:custGeom>
                <a:avLst/>
                <a:gdLst>
                  <a:gd name="connsiteX0" fmla="*/ 3395 w 6343"/>
                  <a:gd name="connsiteY0" fmla="*/ 6508 h 6345"/>
                  <a:gd name="connsiteX1" fmla="*/ 5638 w 6343"/>
                  <a:gd name="connsiteY1" fmla="*/ 5578 h 6345"/>
                  <a:gd name="connsiteX2" fmla="*/ 6567 w 6343"/>
                  <a:gd name="connsiteY2" fmla="*/ 3335 h 6345"/>
                  <a:gd name="connsiteX3" fmla="*/ 5638 w 6343"/>
                  <a:gd name="connsiteY3" fmla="*/ 1092 h 6345"/>
                  <a:gd name="connsiteX4" fmla="*/ 3395 w 6343"/>
                  <a:gd name="connsiteY4" fmla="*/ 162 h 6345"/>
                  <a:gd name="connsiteX5" fmla="*/ 1152 w 6343"/>
                  <a:gd name="connsiteY5" fmla="*/ 1092 h 6345"/>
                  <a:gd name="connsiteX6" fmla="*/ 223 w 6343"/>
                  <a:gd name="connsiteY6" fmla="*/ 3335 h 6345"/>
                  <a:gd name="connsiteX7" fmla="*/ 1152 w 6343"/>
                  <a:gd name="connsiteY7" fmla="*/ 5578 h 6345"/>
                  <a:gd name="connsiteX8" fmla="*/ 339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8"/>
                    </a:moveTo>
                    <a:cubicBezTo>
                      <a:pt x="4236" y="6508"/>
                      <a:pt x="5043" y="6173"/>
                      <a:pt x="5638" y="5578"/>
                    </a:cubicBezTo>
                    <a:cubicBezTo>
                      <a:pt x="6232" y="4983"/>
                      <a:pt x="6567" y="4176"/>
                      <a:pt x="6567" y="3335"/>
                    </a:cubicBezTo>
                    <a:cubicBezTo>
                      <a:pt x="6567" y="2494"/>
                      <a:pt x="6232" y="1686"/>
                      <a:pt x="5638" y="1092"/>
                    </a:cubicBezTo>
                    <a:cubicBezTo>
                      <a:pt x="5043" y="497"/>
                      <a:pt x="4236" y="162"/>
                      <a:pt x="3395" y="162"/>
                    </a:cubicBezTo>
                    <a:cubicBezTo>
                      <a:pt x="2554" y="162"/>
                      <a:pt x="1747" y="497"/>
                      <a:pt x="1152" y="1092"/>
                    </a:cubicBezTo>
                    <a:cubicBezTo>
                      <a:pt x="558" y="1686"/>
                      <a:pt x="223" y="2494"/>
                      <a:pt x="223" y="3335"/>
                    </a:cubicBezTo>
                    <a:cubicBezTo>
                      <a:pt x="223" y="4176"/>
                      <a:pt x="558" y="4983"/>
                      <a:pt x="1152" y="5578"/>
                    </a:cubicBezTo>
                    <a:cubicBezTo>
                      <a:pt x="1747" y="6173"/>
                      <a:pt x="2554" y="6508"/>
                      <a:pt x="339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81" name="Freeform: Shape 14280">
                <a:extLst>
                  <a:ext uri="{FF2B5EF4-FFF2-40B4-BE49-F238E27FC236}">
                    <a16:creationId xmlns:a16="http://schemas.microsoft.com/office/drawing/2014/main" id="{CDACB65F-CB58-5EF0-2009-38289E4F4967}"/>
                  </a:ext>
                </a:extLst>
              </p:cNvPr>
              <p:cNvSpPr/>
              <p:nvPr/>
            </p:nvSpPr>
            <p:spPr>
              <a:xfrm>
                <a:off x="9242702" y="5536883"/>
                <a:ext cx="6343" cy="6345"/>
              </a:xfrm>
              <a:custGeom>
                <a:avLst/>
                <a:gdLst>
                  <a:gd name="connsiteX0" fmla="*/ 3395 w 6343"/>
                  <a:gd name="connsiteY0" fmla="*/ 6508 h 6345"/>
                  <a:gd name="connsiteX1" fmla="*/ 5638 w 6343"/>
                  <a:gd name="connsiteY1" fmla="*/ 5578 h 6345"/>
                  <a:gd name="connsiteX2" fmla="*/ 6566 w 6343"/>
                  <a:gd name="connsiteY2" fmla="*/ 3335 h 6345"/>
                  <a:gd name="connsiteX3" fmla="*/ 5638 w 6343"/>
                  <a:gd name="connsiteY3" fmla="*/ 1091 h 6345"/>
                  <a:gd name="connsiteX4" fmla="*/ 3395 w 6343"/>
                  <a:gd name="connsiteY4" fmla="*/ 162 h 6345"/>
                  <a:gd name="connsiteX5" fmla="*/ 1152 w 6343"/>
                  <a:gd name="connsiteY5" fmla="*/ 1091 h 6345"/>
                  <a:gd name="connsiteX6" fmla="*/ 223 w 6343"/>
                  <a:gd name="connsiteY6" fmla="*/ 3335 h 6345"/>
                  <a:gd name="connsiteX7" fmla="*/ 1152 w 6343"/>
                  <a:gd name="connsiteY7" fmla="*/ 5578 h 6345"/>
                  <a:gd name="connsiteX8" fmla="*/ 339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8"/>
                    </a:moveTo>
                    <a:cubicBezTo>
                      <a:pt x="4236" y="6508"/>
                      <a:pt x="5043" y="6173"/>
                      <a:pt x="5638" y="5578"/>
                    </a:cubicBezTo>
                    <a:cubicBezTo>
                      <a:pt x="6232" y="4983"/>
                      <a:pt x="6566" y="4176"/>
                      <a:pt x="6566" y="3335"/>
                    </a:cubicBezTo>
                    <a:cubicBezTo>
                      <a:pt x="6566" y="2493"/>
                      <a:pt x="6232" y="1686"/>
                      <a:pt x="5638" y="1091"/>
                    </a:cubicBezTo>
                    <a:cubicBezTo>
                      <a:pt x="5043" y="496"/>
                      <a:pt x="4236" y="162"/>
                      <a:pt x="3395" y="162"/>
                    </a:cubicBezTo>
                    <a:cubicBezTo>
                      <a:pt x="2554" y="162"/>
                      <a:pt x="1747" y="496"/>
                      <a:pt x="1152" y="1091"/>
                    </a:cubicBezTo>
                    <a:cubicBezTo>
                      <a:pt x="558" y="1686"/>
                      <a:pt x="223" y="2493"/>
                      <a:pt x="223" y="3335"/>
                    </a:cubicBezTo>
                    <a:cubicBezTo>
                      <a:pt x="223" y="4176"/>
                      <a:pt x="558" y="4983"/>
                      <a:pt x="1152" y="5578"/>
                    </a:cubicBezTo>
                    <a:cubicBezTo>
                      <a:pt x="1747" y="6173"/>
                      <a:pt x="2554" y="6508"/>
                      <a:pt x="339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82" name="Freeform: Shape 14281">
                <a:extLst>
                  <a:ext uri="{FF2B5EF4-FFF2-40B4-BE49-F238E27FC236}">
                    <a16:creationId xmlns:a16="http://schemas.microsoft.com/office/drawing/2014/main" id="{E327D7FE-1D8C-60A5-2A5B-018F538EA855}"/>
                  </a:ext>
                </a:extLst>
              </p:cNvPr>
              <p:cNvSpPr/>
              <p:nvPr/>
            </p:nvSpPr>
            <p:spPr>
              <a:xfrm>
                <a:off x="9244704" y="5531494"/>
                <a:ext cx="6343" cy="6345"/>
              </a:xfrm>
              <a:custGeom>
                <a:avLst/>
                <a:gdLst>
                  <a:gd name="connsiteX0" fmla="*/ 3395 w 6343"/>
                  <a:gd name="connsiteY0" fmla="*/ 6507 h 6345"/>
                  <a:gd name="connsiteX1" fmla="*/ 5638 w 6343"/>
                  <a:gd name="connsiteY1" fmla="*/ 5578 h 6345"/>
                  <a:gd name="connsiteX2" fmla="*/ 6567 w 6343"/>
                  <a:gd name="connsiteY2" fmla="*/ 3334 h 6345"/>
                  <a:gd name="connsiteX3" fmla="*/ 5638 w 6343"/>
                  <a:gd name="connsiteY3" fmla="*/ 1091 h 6345"/>
                  <a:gd name="connsiteX4" fmla="*/ 3395 w 6343"/>
                  <a:gd name="connsiteY4" fmla="*/ 162 h 6345"/>
                  <a:gd name="connsiteX5" fmla="*/ 1152 w 6343"/>
                  <a:gd name="connsiteY5" fmla="*/ 1091 h 6345"/>
                  <a:gd name="connsiteX6" fmla="*/ 224 w 6343"/>
                  <a:gd name="connsiteY6" fmla="*/ 3334 h 6345"/>
                  <a:gd name="connsiteX7" fmla="*/ 1152 w 6343"/>
                  <a:gd name="connsiteY7" fmla="*/ 5578 h 6345"/>
                  <a:gd name="connsiteX8" fmla="*/ 339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7"/>
                    </a:moveTo>
                    <a:cubicBezTo>
                      <a:pt x="4236" y="6507"/>
                      <a:pt x="5043" y="6173"/>
                      <a:pt x="5638" y="5578"/>
                    </a:cubicBezTo>
                    <a:cubicBezTo>
                      <a:pt x="6232" y="4983"/>
                      <a:pt x="6567" y="4176"/>
                      <a:pt x="6567" y="3334"/>
                    </a:cubicBezTo>
                    <a:cubicBezTo>
                      <a:pt x="6567" y="2493"/>
                      <a:pt x="6232" y="1686"/>
                      <a:pt x="5638" y="1091"/>
                    </a:cubicBezTo>
                    <a:cubicBezTo>
                      <a:pt x="5043" y="496"/>
                      <a:pt x="4236" y="162"/>
                      <a:pt x="3395" y="162"/>
                    </a:cubicBezTo>
                    <a:cubicBezTo>
                      <a:pt x="2554" y="162"/>
                      <a:pt x="1747" y="496"/>
                      <a:pt x="1152" y="1091"/>
                    </a:cubicBezTo>
                    <a:cubicBezTo>
                      <a:pt x="558" y="1686"/>
                      <a:pt x="224" y="2493"/>
                      <a:pt x="224" y="3334"/>
                    </a:cubicBezTo>
                    <a:cubicBezTo>
                      <a:pt x="224" y="4176"/>
                      <a:pt x="558" y="4983"/>
                      <a:pt x="1152" y="5578"/>
                    </a:cubicBezTo>
                    <a:cubicBezTo>
                      <a:pt x="1747" y="6173"/>
                      <a:pt x="2554" y="6507"/>
                      <a:pt x="339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83" name="Freeform: Shape 14282">
                <a:extLst>
                  <a:ext uri="{FF2B5EF4-FFF2-40B4-BE49-F238E27FC236}">
                    <a16:creationId xmlns:a16="http://schemas.microsoft.com/office/drawing/2014/main" id="{209D6DC7-C507-20E3-F528-4D4A45775122}"/>
                  </a:ext>
                </a:extLst>
              </p:cNvPr>
              <p:cNvSpPr/>
              <p:nvPr/>
            </p:nvSpPr>
            <p:spPr>
              <a:xfrm>
                <a:off x="9245207" y="5527967"/>
                <a:ext cx="6343" cy="6345"/>
              </a:xfrm>
              <a:custGeom>
                <a:avLst/>
                <a:gdLst>
                  <a:gd name="connsiteX0" fmla="*/ 3395 w 6343"/>
                  <a:gd name="connsiteY0" fmla="*/ 6507 h 6345"/>
                  <a:gd name="connsiteX1" fmla="*/ 5638 w 6343"/>
                  <a:gd name="connsiteY1" fmla="*/ 5578 h 6345"/>
                  <a:gd name="connsiteX2" fmla="*/ 6567 w 6343"/>
                  <a:gd name="connsiteY2" fmla="*/ 3334 h 6345"/>
                  <a:gd name="connsiteX3" fmla="*/ 5638 w 6343"/>
                  <a:gd name="connsiteY3" fmla="*/ 1091 h 6345"/>
                  <a:gd name="connsiteX4" fmla="*/ 3395 w 6343"/>
                  <a:gd name="connsiteY4" fmla="*/ 161 h 6345"/>
                  <a:gd name="connsiteX5" fmla="*/ 1152 w 6343"/>
                  <a:gd name="connsiteY5" fmla="*/ 1091 h 6345"/>
                  <a:gd name="connsiteX6" fmla="*/ 224 w 6343"/>
                  <a:gd name="connsiteY6" fmla="*/ 3334 h 6345"/>
                  <a:gd name="connsiteX7" fmla="*/ 1152 w 6343"/>
                  <a:gd name="connsiteY7" fmla="*/ 5578 h 6345"/>
                  <a:gd name="connsiteX8" fmla="*/ 339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7"/>
                    </a:moveTo>
                    <a:cubicBezTo>
                      <a:pt x="4236" y="6507"/>
                      <a:pt x="5043" y="6173"/>
                      <a:pt x="5638" y="5578"/>
                    </a:cubicBezTo>
                    <a:cubicBezTo>
                      <a:pt x="6232" y="4983"/>
                      <a:pt x="6567" y="4176"/>
                      <a:pt x="6567" y="3334"/>
                    </a:cubicBezTo>
                    <a:cubicBezTo>
                      <a:pt x="6567" y="2493"/>
                      <a:pt x="6232" y="1686"/>
                      <a:pt x="5638" y="1091"/>
                    </a:cubicBezTo>
                    <a:cubicBezTo>
                      <a:pt x="5043" y="496"/>
                      <a:pt x="4236" y="161"/>
                      <a:pt x="3395" y="161"/>
                    </a:cubicBezTo>
                    <a:cubicBezTo>
                      <a:pt x="2554" y="161"/>
                      <a:pt x="1747" y="496"/>
                      <a:pt x="1152" y="1091"/>
                    </a:cubicBezTo>
                    <a:cubicBezTo>
                      <a:pt x="558" y="1686"/>
                      <a:pt x="224" y="2493"/>
                      <a:pt x="224" y="3334"/>
                    </a:cubicBezTo>
                    <a:cubicBezTo>
                      <a:pt x="224" y="4176"/>
                      <a:pt x="558" y="4983"/>
                      <a:pt x="1152" y="5578"/>
                    </a:cubicBezTo>
                    <a:cubicBezTo>
                      <a:pt x="1747" y="6173"/>
                      <a:pt x="2554" y="6507"/>
                      <a:pt x="339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84" name="Freeform: Shape 14283">
                <a:extLst>
                  <a:ext uri="{FF2B5EF4-FFF2-40B4-BE49-F238E27FC236}">
                    <a16:creationId xmlns:a16="http://schemas.microsoft.com/office/drawing/2014/main" id="{75BC7C33-D1AF-C1C7-831E-CD9C4501E77F}"/>
                  </a:ext>
                </a:extLst>
              </p:cNvPr>
              <p:cNvSpPr/>
              <p:nvPr/>
            </p:nvSpPr>
            <p:spPr>
              <a:xfrm>
                <a:off x="9244942" y="5525388"/>
                <a:ext cx="6343" cy="6345"/>
              </a:xfrm>
              <a:custGeom>
                <a:avLst/>
                <a:gdLst>
                  <a:gd name="connsiteX0" fmla="*/ 3395 w 6343"/>
                  <a:gd name="connsiteY0" fmla="*/ 6507 h 6345"/>
                  <a:gd name="connsiteX1" fmla="*/ 5638 w 6343"/>
                  <a:gd name="connsiteY1" fmla="*/ 5577 h 6345"/>
                  <a:gd name="connsiteX2" fmla="*/ 6567 w 6343"/>
                  <a:gd name="connsiteY2" fmla="*/ 3334 h 6345"/>
                  <a:gd name="connsiteX3" fmla="*/ 5638 w 6343"/>
                  <a:gd name="connsiteY3" fmla="*/ 1090 h 6345"/>
                  <a:gd name="connsiteX4" fmla="*/ 3395 w 6343"/>
                  <a:gd name="connsiteY4" fmla="*/ 161 h 6345"/>
                  <a:gd name="connsiteX5" fmla="*/ 1152 w 6343"/>
                  <a:gd name="connsiteY5" fmla="*/ 1090 h 6345"/>
                  <a:gd name="connsiteX6" fmla="*/ 224 w 6343"/>
                  <a:gd name="connsiteY6" fmla="*/ 3334 h 6345"/>
                  <a:gd name="connsiteX7" fmla="*/ 1152 w 6343"/>
                  <a:gd name="connsiteY7" fmla="*/ 5577 h 6345"/>
                  <a:gd name="connsiteX8" fmla="*/ 339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7"/>
                    </a:moveTo>
                    <a:cubicBezTo>
                      <a:pt x="4236" y="6507"/>
                      <a:pt x="5043" y="6172"/>
                      <a:pt x="5638" y="5577"/>
                    </a:cubicBezTo>
                    <a:cubicBezTo>
                      <a:pt x="6232" y="4982"/>
                      <a:pt x="6567" y="4175"/>
                      <a:pt x="6567" y="3334"/>
                    </a:cubicBezTo>
                    <a:cubicBezTo>
                      <a:pt x="6567" y="2493"/>
                      <a:pt x="6232" y="1685"/>
                      <a:pt x="5638" y="1090"/>
                    </a:cubicBezTo>
                    <a:cubicBezTo>
                      <a:pt x="5043" y="496"/>
                      <a:pt x="4236" y="161"/>
                      <a:pt x="3395" y="161"/>
                    </a:cubicBezTo>
                    <a:cubicBezTo>
                      <a:pt x="2554" y="161"/>
                      <a:pt x="1747" y="496"/>
                      <a:pt x="1152" y="1090"/>
                    </a:cubicBezTo>
                    <a:cubicBezTo>
                      <a:pt x="558" y="1685"/>
                      <a:pt x="224" y="2493"/>
                      <a:pt x="224" y="3334"/>
                    </a:cubicBezTo>
                    <a:cubicBezTo>
                      <a:pt x="224" y="4175"/>
                      <a:pt x="558" y="4982"/>
                      <a:pt x="1152" y="5577"/>
                    </a:cubicBezTo>
                    <a:cubicBezTo>
                      <a:pt x="1747" y="6172"/>
                      <a:pt x="2554" y="6507"/>
                      <a:pt x="339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85" name="Freeform: Shape 14284">
                <a:extLst>
                  <a:ext uri="{FF2B5EF4-FFF2-40B4-BE49-F238E27FC236}">
                    <a16:creationId xmlns:a16="http://schemas.microsoft.com/office/drawing/2014/main" id="{DCFE7B2F-06FC-978C-26B9-6B597D9035DF}"/>
                  </a:ext>
                </a:extLst>
              </p:cNvPr>
              <p:cNvSpPr/>
              <p:nvPr/>
            </p:nvSpPr>
            <p:spPr>
              <a:xfrm>
                <a:off x="9243000" y="5524762"/>
                <a:ext cx="6343" cy="6345"/>
              </a:xfrm>
              <a:custGeom>
                <a:avLst/>
                <a:gdLst>
                  <a:gd name="connsiteX0" fmla="*/ 3395 w 6343"/>
                  <a:gd name="connsiteY0" fmla="*/ 6507 h 6345"/>
                  <a:gd name="connsiteX1" fmla="*/ 5638 w 6343"/>
                  <a:gd name="connsiteY1" fmla="*/ 5577 h 6345"/>
                  <a:gd name="connsiteX2" fmla="*/ 6567 w 6343"/>
                  <a:gd name="connsiteY2" fmla="*/ 3334 h 6345"/>
                  <a:gd name="connsiteX3" fmla="*/ 5638 w 6343"/>
                  <a:gd name="connsiteY3" fmla="*/ 1090 h 6345"/>
                  <a:gd name="connsiteX4" fmla="*/ 3395 w 6343"/>
                  <a:gd name="connsiteY4" fmla="*/ 161 h 6345"/>
                  <a:gd name="connsiteX5" fmla="*/ 1152 w 6343"/>
                  <a:gd name="connsiteY5" fmla="*/ 1090 h 6345"/>
                  <a:gd name="connsiteX6" fmla="*/ 223 w 6343"/>
                  <a:gd name="connsiteY6" fmla="*/ 3334 h 6345"/>
                  <a:gd name="connsiteX7" fmla="*/ 1152 w 6343"/>
                  <a:gd name="connsiteY7" fmla="*/ 5577 h 6345"/>
                  <a:gd name="connsiteX8" fmla="*/ 339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7"/>
                    </a:moveTo>
                    <a:cubicBezTo>
                      <a:pt x="4236" y="6507"/>
                      <a:pt x="5043" y="6172"/>
                      <a:pt x="5638" y="5577"/>
                    </a:cubicBezTo>
                    <a:cubicBezTo>
                      <a:pt x="6232" y="4982"/>
                      <a:pt x="6567" y="4175"/>
                      <a:pt x="6567" y="3334"/>
                    </a:cubicBezTo>
                    <a:cubicBezTo>
                      <a:pt x="6567" y="2492"/>
                      <a:pt x="6232" y="1685"/>
                      <a:pt x="5638" y="1090"/>
                    </a:cubicBezTo>
                    <a:cubicBezTo>
                      <a:pt x="5043" y="495"/>
                      <a:pt x="4236" y="161"/>
                      <a:pt x="3395" y="161"/>
                    </a:cubicBezTo>
                    <a:cubicBezTo>
                      <a:pt x="2554" y="161"/>
                      <a:pt x="1747" y="495"/>
                      <a:pt x="1152" y="1090"/>
                    </a:cubicBezTo>
                    <a:cubicBezTo>
                      <a:pt x="558" y="1685"/>
                      <a:pt x="223" y="2492"/>
                      <a:pt x="223" y="3334"/>
                    </a:cubicBezTo>
                    <a:cubicBezTo>
                      <a:pt x="223" y="4175"/>
                      <a:pt x="558" y="4982"/>
                      <a:pt x="1152" y="5577"/>
                    </a:cubicBezTo>
                    <a:cubicBezTo>
                      <a:pt x="1747" y="6172"/>
                      <a:pt x="2554" y="6507"/>
                      <a:pt x="339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86" name="Freeform: Shape 14285">
                <a:extLst>
                  <a:ext uri="{FF2B5EF4-FFF2-40B4-BE49-F238E27FC236}">
                    <a16:creationId xmlns:a16="http://schemas.microsoft.com/office/drawing/2014/main" id="{3AAA4E53-DCEE-9F4D-FDDA-C9DFDC01077D}"/>
                  </a:ext>
                </a:extLst>
              </p:cNvPr>
              <p:cNvSpPr/>
              <p:nvPr/>
            </p:nvSpPr>
            <p:spPr>
              <a:xfrm>
                <a:off x="9239794" y="5525551"/>
                <a:ext cx="6343" cy="6345"/>
              </a:xfrm>
              <a:custGeom>
                <a:avLst/>
                <a:gdLst>
                  <a:gd name="connsiteX0" fmla="*/ 3395 w 6343"/>
                  <a:gd name="connsiteY0" fmla="*/ 6507 h 6345"/>
                  <a:gd name="connsiteX1" fmla="*/ 5637 w 6343"/>
                  <a:gd name="connsiteY1" fmla="*/ 5577 h 6345"/>
                  <a:gd name="connsiteX2" fmla="*/ 6566 w 6343"/>
                  <a:gd name="connsiteY2" fmla="*/ 3334 h 6345"/>
                  <a:gd name="connsiteX3" fmla="*/ 5637 w 6343"/>
                  <a:gd name="connsiteY3" fmla="*/ 1090 h 6345"/>
                  <a:gd name="connsiteX4" fmla="*/ 3395 w 6343"/>
                  <a:gd name="connsiteY4" fmla="*/ 161 h 6345"/>
                  <a:gd name="connsiteX5" fmla="*/ 1152 w 6343"/>
                  <a:gd name="connsiteY5" fmla="*/ 1090 h 6345"/>
                  <a:gd name="connsiteX6" fmla="*/ 223 w 6343"/>
                  <a:gd name="connsiteY6" fmla="*/ 3334 h 6345"/>
                  <a:gd name="connsiteX7" fmla="*/ 1152 w 6343"/>
                  <a:gd name="connsiteY7" fmla="*/ 5577 h 6345"/>
                  <a:gd name="connsiteX8" fmla="*/ 339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7"/>
                    </a:moveTo>
                    <a:cubicBezTo>
                      <a:pt x="4236" y="6507"/>
                      <a:pt x="5043" y="6172"/>
                      <a:pt x="5637" y="5577"/>
                    </a:cubicBezTo>
                    <a:cubicBezTo>
                      <a:pt x="6232" y="4982"/>
                      <a:pt x="6566" y="4175"/>
                      <a:pt x="6566" y="3334"/>
                    </a:cubicBezTo>
                    <a:cubicBezTo>
                      <a:pt x="6566" y="2493"/>
                      <a:pt x="6232" y="1685"/>
                      <a:pt x="5637" y="1090"/>
                    </a:cubicBezTo>
                    <a:cubicBezTo>
                      <a:pt x="5043" y="496"/>
                      <a:pt x="4236" y="161"/>
                      <a:pt x="3395" y="161"/>
                    </a:cubicBezTo>
                    <a:cubicBezTo>
                      <a:pt x="2554" y="161"/>
                      <a:pt x="1747" y="496"/>
                      <a:pt x="1152" y="1090"/>
                    </a:cubicBezTo>
                    <a:cubicBezTo>
                      <a:pt x="557" y="1685"/>
                      <a:pt x="223" y="2493"/>
                      <a:pt x="223" y="3334"/>
                    </a:cubicBezTo>
                    <a:cubicBezTo>
                      <a:pt x="223" y="4175"/>
                      <a:pt x="557" y="4982"/>
                      <a:pt x="1152" y="5577"/>
                    </a:cubicBezTo>
                    <a:cubicBezTo>
                      <a:pt x="1747" y="6172"/>
                      <a:pt x="2554" y="6507"/>
                      <a:pt x="339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87" name="Freeform: Shape 14286">
                <a:extLst>
                  <a:ext uri="{FF2B5EF4-FFF2-40B4-BE49-F238E27FC236}">
                    <a16:creationId xmlns:a16="http://schemas.microsoft.com/office/drawing/2014/main" id="{F514B57E-FC14-3CAC-CA50-2D3B2130069E}"/>
                  </a:ext>
                </a:extLst>
              </p:cNvPr>
              <p:cNvSpPr/>
              <p:nvPr/>
            </p:nvSpPr>
            <p:spPr>
              <a:xfrm>
                <a:off x="9237598" y="5525163"/>
                <a:ext cx="6343" cy="6345"/>
              </a:xfrm>
              <a:custGeom>
                <a:avLst/>
                <a:gdLst>
                  <a:gd name="connsiteX0" fmla="*/ 3395 w 6343"/>
                  <a:gd name="connsiteY0" fmla="*/ 6507 h 6345"/>
                  <a:gd name="connsiteX1" fmla="*/ 5637 w 6343"/>
                  <a:gd name="connsiteY1" fmla="*/ 5577 h 6345"/>
                  <a:gd name="connsiteX2" fmla="*/ 6566 w 6343"/>
                  <a:gd name="connsiteY2" fmla="*/ 3334 h 6345"/>
                  <a:gd name="connsiteX3" fmla="*/ 5637 w 6343"/>
                  <a:gd name="connsiteY3" fmla="*/ 1090 h 6345"/>
                  <a:gd name="connsiteX4" fmla="*/ 3395 w 6343"/>
                  <a:gd name="connsiteY4" fmla="*/ 161 h 6345"/>
                  <a:gd name="connsiteX5" fmla="*/ 1152 w 6343"/>
                  <a:gd name="connsiteY5" fmla="*/ 1090 h 6345"/>
                  <a:gd name="connsiteX6" fmla="*/ 223 w 6343"/>
                  <a:gd name="connsiteY6" fmla="*/ 3334 h 6345"/>
                  <a:gd name="connsiteX7" fmla="*/ 1152 w 6343"/>
                  <a:gd name="connsiteY7" fmla="*/ 5577 h 6345"/>
                  <a:gd name="connsiteX8" fmla="*/ 339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7"/>
                    </a:moveTo>
                    <a:cubicBezTo>
                      <a:pt x="4236" y="6507"/>
                      <a:pt x="5042" y="6172"/>
                      <a:pt x="5637" y="5577"/>
                    </a:cubicBezTo>
                    <a:cubicBezTo>
                      <a:pt x="6232" y="4982"/>
                      <a:pt x="6566" y="4175"/>
                      <a:pt x="6566" y="3334"/>
                    </a:cubicBezTo>
                    <a:cubicBezTo>
                      <a:pt x="6566" y="2492"/>
                      <a:pt x="6232" y="1685"/>
                      <a:pt x="5637" y="1090"/>
                    </a:cubicBezTo>
                    <a:cubicBezTo>
                      <a:pt x="5042" y="495"/>
                      <a:pt x="4236" y="161"/>
                      <a:pt x="3395" y="161"/>
                    </a:cubicBezTo>
                    <a:cubicBezTo>
                      <a:pt x="2553" y="161"/>
                      <a:pt x="1747" y="495"/>
                      <a:pt x="1152" y="1090"/>
                    </a:cubicBezTo>
                    <a:cubicBezTo>
                      <a:pt x="557" y="1685"/>
                      <a:pt x="223" y="2492"/>
                      <a:pt x="223" y="3334"/>
                    </a:cubicBezTo>
                    <a:cubicBezTo>
                      <a:pt x="223" y="4175"/>
                      <a:pt x="557" y="4982"/>
                      <a:pt x="1152" y="5577"/>
                    </a:cubicBezTo>
                    <a:cubicBezTo>
                      <a:pt x="1747" y="6172"/>
                      <a:pt x="2553" y="6507"/>
                      <a:pt x="339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88" name="Freeform: Shape 14287">
                <a:extLst>
                  <a:ext uri="{FF2B5EF4-FFF2-40B4-BE49-F238E27FC236}">
                    <a16:creationId xmlns:a16="http://schemas.microsoft.com/office/drawing/2014/main" id="{BBDD05E9-9480-766B-4A68-BB0B6A093BDD}"/>
                  </a:ext>
                </a:extLst>
              </p:cNvPr>
              <p:cNvSpPr/>
              <p:nvPr/>
            </p:nvSpPr>
            <p:spPr>
              <a:xfrm>
                <a:off x="9194959" y="5562688"/>
                <a:ext cx="6343" cy="6345"/>
              </a:xfrm>
              <a:custGeom>
                <a:avLst/>
                <a:gdLst>
                  <a:gd name="connsiteX0" fmla="*/ 3391 w 6343"/>
                  <a:gd name="connsiteY0" fmla="*/ 6510 h 6345"/>
                  <a:gd name="connsiteX1" fmla="*/ 5634 w 6343"/>
                  <a:gd name="connsiteY1" fmla="*/ 5580 h 6345"/>
                  <a:gd name="connsiteX2" fmla="*/ 6563 w 6343"/>
                  <a:gd name="connsiteY2" fmla="*/ 3337 h 6345"/>
                  <a:gd name="connsiteX3" fmla="*/ 5634 w 6343"/>
                  <a:gd name="connsiteY3" fmla="*/ 1093 h 6345"/>
                  <a:gd name="connsiteX4" fmla="*/ 3391 w 6343"/>
                  <a:gd name="connsiteY4" fmla="*/ 164 h 6345"/>
                  <a:gd name="connsiteX5" fmla="*/ 1149 w 6343"/>
                  <a:gd name="connsiteY5" fmla="*/ 1093 h 6345"/>
                  <a:gd name="connsiteX6" fmla="*/ 220 w 6343"/>
                  <a:gd name="connsiteY6" fmla="*/ 3337 h 6345"/>
                  <a:gd name="connsiteX7" fmla="*/ 1149 w 6343"/>
                  <a:gd name="connsiteY7" fmla="*/ 5580 h 6345"/>
                  <a:gd name="connsiteX8" fmla="*/ 3391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10"/>
                    </a:moveTo>
                    <a:cubicBezTo>
                      <a:pt x="4232" y="6510"/>
                      <a:pt x="5039" y="6175"/>
                      <a:pt x="5634" y="5580"/>
                    </a:cubicBezTo>
                    <a:cubicBezTo>
                      <a:pt x="6229" y="4985"/>
                      <a:pt x="6563" y="4178"/>
                      <a:pt x="6563" y="3337"/>
                    </a:cubicBezTo>
                    <a:cubicBezTo>
                      <a:pt x="6563" y="2495"/>
                      <a:pt x="6229" y="1688"/>
                      <a:pt x="5634" y="1093"/>
                    </a:cubicBezTo>
                    <a:cubicBezTo>
                      <a:pt x="5039" y="498"/>
                      <a:pt x="4232" y="164"/>
                      <a:pt x="3391" y="164"/>
                    </a:cubicBezTo>
                    <a:cubicBezTo>
                      <a:pt x="2550" y="164"/>
                      <a:pt x="1743" y="498"/>
                      <a:pt x="1149" y="1093"/>
                    </a:cubicBezTo>
                    <a:cubicBezTo>
                      <a:pt x="554" y="1688"/>
                      <a:pt x="220" y="2495"/>
                      <a:pt x="220" y="3337"/>
                    </a:cubicBezTo>
                    <a:cubicBezTo>
                      <a:pt x="220" y="4178"/>
                      <a:pt x="554" y="4985"/>
                      <a:pt x="1149" y="5580"/>
                    </a:cubicBezTo>
                    <a:cubicBezTo>
                      <a:pt x="1743" y="6175"/>
                      <a:pt x="2550" y="6510"/>
                      <a:pt x="3391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89" name="Freeform: Shape 14288">
                <a:extLst>
                  <a:ext uri="{FF2B5EF4-FFF2-40B4-BE49-F238E27FC236}">
                    <a16:creationId xmlns:a16="http://schemas.microsoft.com/office/drawing/2014/main" id="{B0511955-3B06-E926-3FC8-83655154A95E}"/>
                  </a:ext>
                </a:extLst>
              </p:cNvPr>
              <p:cNvSpPr/>
              <p:nvPr/>
            </p:nvSpPr>
            <p:spPr>
              <a:xfrm>
                <a:off x="9195256" y="5559089"/>
                <a:ext cx="6343" cy="6345"/>
              </a:xfrm>
              <a:custGeom>
                <a:avLst/>
                <a:gdLst>
                  <a:gd name="connsiteX0" fmla="*/ 3391 w 6343"/>
                  <a:gd name="connsiteY0" fmla="*/ 6509 h 6345"/>
                  <a:gd name="connsiteX1" fmla="*/ 5634 w 6343"/>
                  <a:gd name="connsiteY1" fmla="*/ 5580 h 6345"/>
                  <a:gd name="connsiteX2" fmla="*/ 6563 w 6343"/>
                  <a:gd name="connsiteY2" fmla="*/ 3337 h 6345"/>
                  <a:gd name="connsiteX3" fmla="*/ 5634 w 6343"/>
                  <a:gd name="connsiteY3" fmla="*/ 1093 h 6345"/>
                  <a:gd name="connsiteX4" fmla="*/ 3391 w 6343"/>
                  <a:gd name="connsiteY4" fmla="*/ 164 h 6345"/>
                  <a:gd name="connsiteX5" fmla="*/ 1149 w 6343"/>
                  <a:gd name="connsiteY5" fmla="*/ 1093 h 6345"/>
                  <a:gd name="connsiteX6" fmla="*/ 220 w 6343"/>
                  <a:gd name="connsiteY6" fmla="*/ 3337 h 6345"/>
                  <a:gd name="connsiteX7" fmla="*/ 1149 w 6343"/>
                  <a:gd name="connsiteY7" fmla="*/ 5580 h 6345"/>
                  <a:gd name="connsiteX8" fmla="*/ 339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9"/>
                    </a:moveTo>
                    <a:cubicBezTo>
                      <a:pt x="4232" y="6509"/>
                      <a:pt x="5039" y="6175"/>
                      <a:pt x="5634" y="5580"/>
                    </a:cubicBezTo>
                    <a:cubicBezTo>
                      <a:pt x="6229" y="4985"/>
                      <a:pt x="6563" y="4178"/>
                      <a:pt x="6563" y="3337"/>
                    </a:cubicBezTo>
                    <a:cubicBezTo>
                      <a:pt x="6563" y="2495"/>
                      <a:pt x="6229" y="1688"/>
                      <a:pt x="5634" y="1093"/>
                    </a:cubicBezTo>
                    <a:cubicBezTo>
                      <a:pt x="5039" y="498"/>
                      <a:pt x="4232" y="164"/>
                      <a:pt x="3391" y="164"/>
                    </a:cubicBezTo>
                    <a:cubicBezTo>
                      <a:pt x="2550" y="164"/>
                      <a:pt x="1743" y="498"/>
                      <a:pt x="1149" y="1093"/>
                    </a:cubicBezTo>
                    <a:cubicBezTo>
                      <a:pt x="554" y="1688"/>
                      <a:pt x="220" y="2495"/>
                      <a:pt x="220" y="3337"/>
                    </a:cubicBezTo>
                    <a:cubicBezTo>
                      <a:pt x="220" y="4178"/>
                      <a:pt x="554" y="4985"/>
                      <a:pt x="1149" y="5580"/>
                    </a:cubicBezTo>
                    <a:cubicBezTo>
                      <a:pt x="1743" y="6175"/>
                      <a:pt x="2550" y="6509"/>
                      <a:pt x="339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90" name="Freeform: Shape 14289">
                <a:extLst>
                  <a:ext uri="{FF2B5EF4-FFF2-40B4-BE49-F238E27FC236}">
                    <a16:creationId xmlns:a16="http://schemas.microsoft.com/office/drawing/2014/main" id="{32DE2223-F9B1-77D3-AB53-31F7305CB74D}"/>
                  </a:ext>
                </a:extLst>
              </p:cNvPr>
              <p:cNvSpPr/>
              <p:nvPr/>
            </p:nvSpPr>
            <p:spPr>
              <a:xfrm>
                <a:off x="9195035" y="5556083"/>
                <a:ext cx="6343" cy="6345"/>
              </a:xfrm>
              <a:custGeom>
                <a:avLst/>
                <a:gdLst>
                  <a:gd name="connsiteX0" fmla="*/ 3391 w 6343"/>
                  <a:gd name="connsiteY0" fmla="*/ 6509 h 6345"/>
                  <a:gd name="connsiteX1" fmla="*/ 5634 w 6343"/>
                  <a:gd name="connsiteY1" fmla="*/ 5580 h 6345"/>
                  <a:gd name="connsiteX2" fmla="*/ 6563 w 6343"/>
                  <a:gd name="connsiteY2" fmla="*/ 3336 h 6345"/>
                  <a:gd name="connsiteX3" fmla="*/ 5634 w 6343"/>
                  <a:gd name="connsiteY3" fmla="*/ 1093 h 6345"/>
                  <a:gd name="connsiteX4" fmla="*/ 3391 w 6343"/>
                  <a:gd name="connsiteY4" fmla="*/ 164 h 6345"/>
                  <a:gd name="connsiteX5" fmla="*/ 1149 w 6343"/>
                  <a:gd name="connsiteY5" fmla="*/ 1093 h 6345"/>
                  <a:gd name="connsiteX6" fmla="*/ 220 w 6343"/>
                  <a:gd name="connsiteY6" fmla="*/ 3336 h 6345"/>
                  <a:gd name="connsiteX7" fmla="*/ 1149 w 6343"/>
                  <a:gd name="connsiteY7" fmla="*/ 5580 h 6345"/>
                  <a:gd name="connsiteX8" fmla="*/ 339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9"/>
                    </a:moveTo>
                    <a:cubicBezTo>
                      <a:pt x="4232" y="6509"/>
                      <a:pt x="5039" y="6175"/>
                      <a:pt x="5634" y="5580"/>
                    </a:cubicBezTo>
                    <a:cubicBezTo>
                      <a:pt x="6229" y="4985"/>
                      <a:pt x="6563" y="4178"/>
                      <a:pt x="6563" y="3336"/>
                    </a:cubicBezTo>
                    <a:cubicBezTo>
                      <a:pt x="6563" y="2495"/>
                      <a:pt x="6229" y="1688"/>
                      <a:pt x="5634" y="1093"/>
                    </a:cubicBezTo>
                    <a:cubicBezTo>
                      <a:pt x="5039" y="498"/>
                      <a:pt x="4232" y="164"/>
                      <a:pt x="3391" y="164"/>
                    </a:cubicBezTo>
                    <a:cubicBezTo>
                      <a:pt x="2550" y="164"/>
                      <a:pt x="1743" y="498"/>
                      <a:pt x="1149" y="1093"/>
                    </a:cubicBezTo>
                    <a:cubicBezTo>
                      <a:pt x="554" y="1688"/>
                      <a:pt x="220" y="2495"/>
                      <a:pt x="220" y="3336"/>
                    </a:cubicBezTo>
                    <a:cubicBezTo>
                      <a:pt x="220" y="4178"/>
                      <a:pt x="554" y="4985"/>
                      <a:pt x="1149" y="5580"/>
                    </a:cubicBezTo>
                    <a:cubicBezTo>
                      <a:pt x="1743" y="6175"/>
                      <a:pt x="2550" y="6509"/>
                      <a:pt x="339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91" name="Freeform: Shape 14290">
                <a:extLst>
                  <a:ext uri="{FF2B5EF4-FFF2-40B4-BE49-F238E27FC236}">
                    <a16:creationId xmlns:a16="http://schemas.microsoft.com/office/drawing/2014/main" id="{51E087F4-9E78-96A5-C599-FA7DEA10F13B}"/>
                  </a:ext>
                </a:extLst>
              </p:cNvPr>
              <p:cNvSpPr/>
              <p:nvPr/>
            </p:nvSpPr>
            <p:spPr>
              <a:xfrm>
                <a:off x="9194714" y="5553217"/>
                <a:ext cx="6343" cy="6345"/>
              </a:xfrm>
              <a:custGeom>
                <a:avLst/>
                <a:gdLst>
                  <a:gd name="connsiteX0" fmla="*/ 3391 w 6343"/>
                  <a:gd name="connsiteY0" fmla="*/ 6509 h 6345"/>
                  <a:gd name="connsiteX1" fmla="*/ 5634 w 6343"/>
                  <a:gd name="connsiteY1" fmla="*/ 5580 h 6345"/>
                  <a:gd name="connsiteX2" fmla="*/ 6563 w 6343"/>
                  <a:gd name="connsiteY2" fmla="*/ 3336 h 6345"/>
                  <a:gd name="connsiteX3" fmla="*/ 5634 w 6343"/>
                  <a:gd name="connsiteY3" fmla="*/ 1093 h 6345"/>
                  <a:gd name="connsiteX4" fmla="*/ 3391 w 6343"/>
                  <a:gd name="connsiteY4" fmla="*/ 163 h 6345"/>
                  <a:gd name="connsiteX5" fmla="*/ 1149 w 6343"/>
                  <a:gd name="connsiteY5" fmla="*/ 1093 h 6345"/>
                  <a:gd name="connsiteX6" fmla="*/ 220 w 6343"/>
                  <a:gd name="connsiteY6" fmla="*/ 3336 h 6345"/>
                  <a:gd name="connsiteX7" fmla="*/ 1149 w 6343"/>
                  <a:gd name="connsiteY7" fmla="*/ 5580 h 6345"/>
                  <a:gd name="connsiteX8" fmla="*/ 339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9"/>
                    </a:moveTo>
                    <a:cubicBezTo>
                      <a:pt x="4232" y="6509"/>
                      <a:pt x="5039" y="6175"/>
                      <a:pt x="5634" y="5580"/>
                    </a:cubicBezTo>
                    <a:cubicBezTo>
                      <a:pt x="6229" y="4985"/>
                      <a:pt x="6563" y="4178"/>
                      <a:pt x="6563" y="3336"/>
                    </a:cubicBezTo>
                    <a:cubicBezTo>
                      <a:pt x="6563" y="2495"/>
                      <a:pt x="6229" y="1688"/>
                      <a:pt x="5634" y="1093"/>
                    </a:cubicBezTo>
                    <a:cubicBezTo>
                      <a:pt x="5039" y="498"/>
                      <a:pt x="4232" y="163"/>
                      <a:pt x="3391" y="163"/>
                    </a:cubicBezTo>
                    <a:cubicBezTo>
                      <a:pt x="2550" y="163"/>
                      <a:pt x="1743" y="498"/>
                      <a:pt x="1149" y="1093"/>
                    </a:cubicBezTo>
                    <a:cubicBezTo>
                      <a:pt x="554" y="1688"/>
                      <a:pt x="220" y="2495"/>
                      <a:pt x="220" y="3336"/>
                    </a:cubicBezTo>
                    <a:cubicBezTo>
                      <a:pt x="220" y="4178"/>
                      <a:pt x="554" y="4985"/>
                      <a:pt x="1149" y="5580"/>
                    </a:cubicBezTo>
                    <a:cubicBezTo>
                      <a:pt x="1743" y="6175"/>
                      <a:pt x="2550" y="6509"/>
                      <a:pt x="339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92" name="Freeform: Shape 14291">
                <a:extLst>
                  <a:ext uri="{FF2B5EF4-FFF2-40B4-BE49-F238E27FC236}">
                    <a16:creationId xmlns:a16="http://schemas.microsoft.com/office/drawing/2014/main" id="{855F2091-AE81-FD41-2C61-003D9EDC7E3B}"/>
                  </a:ext>
                </a:extLst>
              </p:cNvPr>
              <p:cNvSpPr/>
              <p:nvPr/>
            </p:nvSpPr>
            <p:spPr>
              <a:xfrm>
                <a:off x="9193774" y="5551019"/>
                <a:ext cx="6343" cy="6345"/>
              </a:xfrm>
              <a:custGeom>
                <a:avLst/>
                <a:gdLst>
                  <a:gd name="connsiteX0" fmla="*/ 3391 w 6343"/>
                  <a:gd name="connsiteY0" fmla="*/ 6509 h 6345"/>
                  <a:gd name="connsiteX1" fmla="*/ 5634 w 6343"/>
                  <a:gd name="connsiteY1" fmla="*/ 5579 h 6345"/>
                  <a:gd name="connsiteX2" fmla="*/ 6563 w 6343"/>
                  <a:gd name="connsiteY2" fmla="*/ 3336 h 6345"/>
                  <a:gd name="connsiteX3" fmla="*/ 5634 w 6343"/>
                  <a:gd name="connsiteY3" fmla="*/ 1092 h 6345"/>
                  <a:gd name="connsiteX4" fmla="*/ 3391 w 6343"/>
                  <a:gd name="connsiteY4" fmla="*/ 163 h 6345"/>
                  <a:gd name="connsiteX5" fmla="*/ 1148 w 6343"/>
                  <a:gd name="connsiteY5" fmla="*/ 1092 h 6345"/>
                  <a:gd name="connsiteX6" fmla="*/ 220 w 6343"/>
                  <a:gd name="connsiteY6" fmla="*/ 3336 h 6345"/>
                  <a:gd name="connsiteX7" fmla="*/ 1148 w 6343"/>
                  <a:gd name="connsiteY7" fmla="*/ 5579 h 6345"/>
                  <a:gd name="connsiteX8" fmla="*/ 339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9"/>
                    </a:moveTo>
                    <a:cubicBezTo>
                      <a:pt x="4232" y="6509"/>
                      <a:pt x="5039" y="6174"/>
                      <a:pt x="5634" y="5579"/>
                    </a:cubicBezTo>
                    <a:cubicBezTo>
                      <a:pt x="6228" y="4984"/>
                      <a:pt x="6563" y="4177"/>
                      <a:pt x="6563" y="3336"/>
                    </a:cubicBezTo>
                    <a:cubicBezTo>
                      <a:pt x="6563" y="2495"/>
                      <a:pt x="6228" y="1687"/>
                      <a:pt x="5634" y="1092"/>
                    </a:cubicBezTo>
                    <a:cubicBezTo>
                      <a:pt x="5039" y="498"/>
                      <a:pt x="4232" y="163"/>
                      <a:pt x="3391" y="163"/>
                    </a:cubicBezTo>
                    <a:cubicBezTo>
                      <a:pt x="2550" y="163"/>
                      <a:pt x="1743" y="498"/>
                      <a:pt x="1148" y="1092"/>
                    </a:cubicBezTo>
                    <a:cubicBezTo>
                      <a:pt x="554" y="1687"/>
                      <a:pt x="220" y="2495"/>
                      <a:pt x="220" y="3336"/>
                    </a:cubicBezTo>
                    <a:cubicBezTo>
                      <a:pt x="220" y="4177"/>
                      <a:pt x="554" y="4984"/>
                      <a:pt x="1148" y="5579"/>
                    </a:cubicBezTo>
                    <a:cubicBezTo>
                      <a:pt x="1743" y="6174"/>
                      <a:pt x="2550" y="6509"/>
                      <a:pt x="339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93" name="Freeform: Shape 14292">
                <a:extLst>
                  <a:ext uri="{FF2B5EF4-FFF2-40B4-BE49-F238E27FC236}">
                    <a16:creationId xmlns:a16="http://schemas.microsoft.com/office/drawing/2014/main" id="{552DBD24-6001-A9BE-2E7C-BDAE8C7EF798}"/>
                  </a:ext>
                </a:extLst>
              </p:cNvPr>
              <p:cNvSpPr/>
              <p:nvPr/>
            </p:nvSpPr>
            <p:spPr>
              <a:xfrm>
                <a:off x="9194192" y="5547461"/>
                <a:ext cx="6343" cy="6345"/>
              </a:xfrm>
              <a:custGeom>
                <a:avLst/>
                <a:gdLst>
                  <a:gd name="connsiteX0" fmla="*/ 3391 w 6343"/>
                  <a:gd name="connsiteY0" fmla="*/ 6508 h 6345"/>
                  <a:gd name="connsiteX1" fmla="*/ 5634 w 6343"/>
                  <a:gd name="connsiteY1" fmla="*/ 5579 h 6345"/>
                  <a:gd name="connsiteX2" fmla="*/ 6563 w 6343"/>
                  <a:gd name="connsiteY2" fmla="*/ 3336 h 6345"/>
                  <a:gd name="connsiteX3" fmla="*/ 5634 w 6343"/>
                  <a:gd name="connsiteY3" fmla="*/ 1092 h 6345"/>
                  <a:gd name="connsiteX4" fmla="*/ 3391 w 6343"/>
                  <a:gd name="connsiteY4" fmla="*/ 163 h 6345"/>
                  <a:gd name="connsiteX5" fmla="*/ 1148 w 6343"/>
                  <a:gd name="connsiteY5" fmla="*/ 1092 h 6345"/>
                  <a:gd name="connsiteX6" fmla="*/ 220 w 6343"/>
                  <a:gd name="connsiteY6" fmla="*/ 3336 h 6345"/>
                  <a:gd name="connsiteX7" fmla="*/ 1148 w 6343"/>
                  <a:gd name="connsiteY7" fmla="*/ 5579 h 6345"/>
                  <a:gd name="connsiteX8" fmla="*/ 339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8"/>
                    </a:moveTo>
                    <a:cubicBezTo>
                      <a:pt x="4232" y="6508"/>
                      <a:pt x="5039" y="6174"/>
                      <a:pt x="5634" y="5579"/>
                    </a:cubicBezTo>
                    <a:cubicBezTo>
                      <a:pt x="6228" y="4984"/>
                      <a:pt x="6563" y="4177"/>
                      <a:pt x="6563" y="3336"/>
                    </a:cubicBezTo>
                    <a:cubicBezTo>
                      <a:pt x="6563" y="2494"/>
                      <a:pt x="6228" y="1687"/>
                      <a:pt x="5634" y="1092"/>
                    </a:cubicBezTo>
                    <a:cubicBezTo>
                      <a:pt x="5039" y="497"/>
                      <a:pt x="4232" y="163"/>
                      <a:pt x="3391" y="163"/>
                    </a:cubicBezTo>
                    <a:cubicBezTo>
                      <a:pt x="2550" y="163"/>
                      <a:pt x="1743" y="497"/>
                      <a:pt x="1148" y="1092"/>
                    </a:cubicBezTo>
                    <a:cubicBezTo>
                      <a:pt x="554" y="1687"/>
                      <a:pt x="220" y="2494"/>
                      <a:pt x="220" y="3336"/>
                    </a:cubicBezTo>
                    <a:cubicBezTo>
                      <a:pt x="220" y="4177"/>
                      <a:pt x="554" y="4984"/>
                      <a:pt x="1148" y="5579"/>
                    </a:cubicBezTo>
                    <a:cubicBezTo>
                      <a:pt x="1743" y="6174"/>
                      <a:pt x="2550" y="6508"/>
                      <a:pt x="339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94" name="Freeform: Shape 14293">
                <a:extLst>
                  <a:ext uri="{FF2B5EF4-FFF2-40B4-BE49-F238E27FC236}">
                    <a16:creationId xmlns:a16="http://schemas.microsoft.com/office/drawing/2014/main" id="{AAC08036-0276-EB34-C8BC-B45FEA7FED6F}"/>
                  </a:ext>
                </a:extLst>
              </p:cNvPr>
              <p:cNvSpPr/>
              <p:nvPr/>
            </p:nvSpPr>
            <p:spPr>
              <a:xfrm>
                <a:off x="9194035" y="5544527"/>
                <a:ext cx="6343" cy="6345"/>
              </a:xfrm>
              <a:custGeom>
                <a:avLst/>
                <a:gdLst>
                  <a:gd name="connsiteX0" fmla="*/ 3391 w 6343"/>
                  <a:gd name="connsiteY0" fmla="*/ 6508 h 6345"/>
                  <a:gd name="connsiteX1" fmla="*/ 5634 w 6343"/>
                  <a:gd name="connsiteY1" fmla="*/ 5579 h 6345"/>
                  <a:gd name="connsiteX2" fmla="*/ 6563 w 6343"/>
                  <a:gd name="connsiteY2" fmla="*/ 3335 h 6345"/>
                  <a:gd name="connsiteX3" fmla="*/ 5634 w 6343"/>
                  <a:gd name="connsiteY3" fmla="*/ 1092 h 6345"/>
                  <a:gd name="connsiteX4" fmla="*/ 3391 w 6343"/>
                  <a:gd name="connsiteY4" fmla="*/ 163 h 6345"/>
                  <a:gd name="connsiteX5" fmla="*/ 1148 w 6343"/>
                  <a:gd name="connsiteY5" fmla="*/ 1092 h 6345"/>
                  <a:gd name="connsiteX6" fmla="*/ 220 w 6343"/>
                  <a:gd name="connsiteY6" fmla="*/ 3335 h 6345"/>
                  <a:gd name="connsiteX7" fmla="*/ 1148 w 6343"/>
                  <a:gd name="connsiteY7" fmla="*/ 5579 h 6345"/>
                  <a:gd name="connsiteX8" fmla="*/ 339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8"/>
                    </a:moveTo>
                    <a:cubicBezTo>
                      <a:pt x="4232" y="6508"/>
                      <a:pt x="5039" y="6174"/>
                      <a:pt x="5634" y="5579"/>
                    </a:cubicBezTo>
                    <a:cubicBezTo>
                      <a:pt x="6228" y="4984"/>
                      <a:pt x="6563" y="4177"/>
                      <a:pt x="6563" y="3335"/>
                    </a:cubicBezTo>
                    <a:cubicBezTo>
                      <a:pt x="6563" y="2494"/>
                      <a:pt x="6228" y="1687"/>
                      <a:pt x="5634" y="1092"/>
                    </a:cubicBezTo>
                    <a:cubicBezTo>
                      <a:pt x="5039" y="497"/>
                      <a:pt x="4232" y="163"/>
                      <a:pt x="3391" y="163"/>
                    </a:cubicBezTo>
                    <a:cubicBezTo>
                      <a:pt x="2550" y="163"/>
                      <a:pt x="1743" y="497"/>
                      <a:pt x="1148" y="1092"/>
                    </a:cubicBezTo>
                    <a:cubicBezTo>
                      <a:pt x="554" y="1687"/>
                      <a:pt x="220" y="2494"/>
                      <a:pt x="220" y="3335"/>
                    </a:cubicBezTo>
                    <a:cubicBezTo>
                      <a:pt x="220" y="4177"/>
                      <a:pt x="554" y="4984"/>
                      <a:pt x="1148" y="5579"/>
                    </a:cubicBezTo>
                    <a:cubicBezTo>
                      <a:pt x="1743" y="6174"/>
                      <a:pt x="2550" y="6508"/>
                      <a:pt x="339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95" name="Freeform: Shape 14294">
                <a:extLst>
                  <a:ext uri="{FF2B5EF4-FFF2-40B4-BE49-F238E27FC236}">
                    <a16:creationId xmlns:a16="http://schemas.microsoft.com/office/drawing/2014/main" id="{0B269432-5FC4-D0AD-97BC-C25C0AD33EB1}"/>
                  </a:ext>
                </a:extLst>
              </p:cNvPr>
              <p:cNvSpPr/>
              <p:nvPr/>
            </p:nvSpPr>
            <p:spPr>
              <a:xfrm>
                <a:off x="9193335" y="5542163"/>
                <a:ext cx="6343" cy="6345"/>
              </a:xfrm>
              <a:custGeom>
                <a:avLst/>
                <a:gdLst>
                  <a:gd name="connsiteX0" fmla="*/ 3391 w 6343"/>
                  <a:gd name="connsiteY0" fmla="*/ 6508 h 6345"/>
                  <a:gd name="connsiteX1" fmla="*/ 5634 w 6343"/>
                  <a:gd name="connsiteY1" fmla="*/ 5579 h 6345"/>
                  <a:gd name="connsiteX2" fmla="*/ 6563 w 6343"/>
                  <a:gd name="connsiteY2" fmla="*/ 3335 h 6345"/>
                  <a:gd name="connsiteX3" fmla="*/ 5634 w 6343"/>
                  <a:gd name="connsiteY3" fmla="*/ 1092 h 6345"/>
                  <a:gd name="connsiteX4" fmla="*/ 3391 w 6343"/>
                  <a:gd name="connsiteY4" fmla="*/ 163 h 6345"/>
                  <a:gd name="connsiteX5" fmla="*/ 1148 w 6343"/>
                  <a:gd name="connsiteY5" fmla="*/ 1092 h 6345"/>
                  <a:gd name="connsiteX6" fmla="*/ 219 w 6343"/>
                  <a:gd name="connsiteY6" fmla="*/ 3335 h 6345"/>
                  <a:gd name="connsiteX7" fmla="*/ 1148 w 6343"/>
                  <a:gd name="connsiteY7" fmla="*/ 5579 h 6345"/>
                  <a:gd name="connsiteX8" fmla="*/ 339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8"/>
                    </a:moveTo>
                    <a:cubicBezTo>
                      <a:pt x="4232" y="6508"/>
                      <a:pt x="5039" y="6174"/>
                      <a:pt x="5634" y="5579"/>
                    </a:cubicBezTo>
                    <a:cubicBezTo>
                      <a:pt x="6228" y="4984"/>
                      <a:pt x="6563" y="4177"/>
                      <a:pt x="6563" y="3335"/>
                    </a:cubicBezTo>
                    <a:cubicBezTo>
                      <a:pt x="6563" y="2494"/>
                      <a:pt x="6228" y="1687"/>
                      <a:pt x="5634" y="1092"/>
                    </a:cubicBezTo>
                    <a:cubicBezTo>
                      <a:pt x="5039" y="497"/>
                      <a:pt x="4232" y="163"/>
                      <a:pt x="3391" y="163"/>
                    </a:cubicBezTo>
                    <a:cubicBezTo>
                      <a:pt x="2550" y="163"/>
                      <a:pt x="1743" y="497"/>
                      <a:pt x="1148" y="1092"/>
                    </a:cubicBezTo>
                    <a:cubicBezTo>
                      <a:pt x="554" y="1687"/>
                      <a:pt x="219" y="2494"/>
                      <a:pt x="219" y="3335"/>
                    </a:cubicBezTo>
                    <a:cubicBezTo>
                      <a:pt x="219" y="4177"/>
                      <a:pt x="554" y="4984"/>
                      <a:pt x="1148" y="5579"/>
                    </a:cubicBezTo>
                    <a:cubicBezTo>
                      <a:pt x="1743" y="6174"/>
                      <a:pt x="2550" y="6508"/>
                      <a:pt x="339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96" name="Freeform: Shape 14295">
                <a:extLst>
                  <a:ext uri="{FF2B5EF4-FFF2-40B4-BE49-F238E27FC236}">
                    <a16:creationId xmlns:a16="http://schemas.microsoft.com/office/drawing/2014/main" id="{20A90C71-AD4C-A246-E553-53415A490CA8}"/>
                  </a:ext>
                </a:extLst>
              </p:cNvPr>
              <p:cNvSpPr/>
              <p:nvPr/>
            </p:nvSpPr>
            <p:spPr>
              <a:xfrm>
                <a:off x="9192787" y="5539671"/>
                <a:ext cx="6343" cy="6345"/>
              </a:xfrm>
              <a:custGeom>
                <a:avLst/>
                <a:gdLst>
                  <a:gd name="connsiteX0" fmla="*/ 3391 w 6343"/>
                  <a:gd name="connsiteY0" fmla="*/ 6508 h 6345"/>
                  <a:gd name="connsiteX1" fmla="*/ 5634 w 6343"/>
                  <a:gd name="connsiteY1" fmla="*/ 5578 h 6345"/>
                  <a:gd name="connsiteX2" fmla="*/ 6563 w 6343"/>
                  <a:gd name="connsiteY2" fmla="*/ 3335 h 6345"/>
                  <a:gd name="connsiteX3" fmla="*/ 5634 w 6343"/>
                  <a:gd name="connsiteY3" fmla="*/ 1092 h 6345"/>
                  <a:gd name="connsiteX4" fmla="*/ 3391 w 6343"/>
                  <a:gd name="connsiteY4" fmla="*/ 162 h 6345"/>
                  <a:gd name="connsiteX5" fmla="*/ 1148 w 6343"/>
                  <a:gd name="connsiteY5" fmla="*/ 1092 h 6345"/>
                  <a:gd name="connsiteX6" fmla="*/ 219 w 6343"/>
                  <a:gd name="connsiteY6" fmla="*/ 3335 h 6345"/>
                  <a:gd name="connsiteX7" fmla="*/ 1148 w 6343"/>
                  <a:gd name="connsiteY7" fmla="*/ 5578 h 6345"/>
                  <a:gd name="connsiteX8" fmla="*/ 339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8"/>
                    </a:moveTo>
                    <a:cubicBezTo>
                      <a:pt x="4232" y="6508"/>
                      <a:pt x="5039" y="6173"/>
                      <a:pt x="5634" y="5578"/>
                    </a:cubicBezTo>
                    <a:cubicBezTo>
                      <a:pt x="6228" y="4984"/>
                      <a:pt x="6563" y="4176"/>
                      <a:pt x="6563" y="3335"/>
                    </a:cubicBezTo>
                    <a:cubicBezTo>
                      <a:pt x="6563" y="2494"/>
                      <a:pt x="6228" y="1687"/>
                      <a:pt x="5634" y="1092"/>
                    </a:cubicBezTo>
                    <a:cubicBezTo>
                      <a:pt x="5039" y="497"/>
                      <a:pt x="4232" y="162"/>
                      <a:pt x="3391" y="162"/>
                    </a:cubicBezTo>
                    <a:cubicBezTo>
                      <a:pt x="2550" y="162"/>
                      <a:pt x="1743" y="497"/>
                      <a:pt x="1148" y="1092"/>
                    </a:cubicBezTo>
                    <a:cubicBezTo>
                      <a:pt x="554" y="1687"/>
                      <a:pt x="219" y="2494"/>
                      <a:pt x="219" y="3335"/>
                    </a:cubicBezTo>
                    <a:cubicBezTo>
                      <a:pt x="219" y="4176"/>
                      <a:pt x="554" y="4984"/>
                      <a:pt x="1148" y="5578"/>
                    </a:cubicBezTo>
                    <a:cubicBezTo>
                      <a:pt x="1743" y="6173"/>
                      <a:pt x="2550" y="6508"/>
                      <a:pt x="339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97" name="Freeform: Shape 14296">
                <a:extLst>
                  <a:ext uri="{FF2B5EF4-FFF2-40B4-BE49-F238E27FC236}">
                    <a16:creationId xmlns:a16="http://schemas.microsoft.com/office/drawing/2014/main" id="{25BCD6AD-082B-99E8-1973-2E4D7CCC5D00}"/>
                  </a:ext>
                </a:extLst>
              </p:cNvPr>
              <p:cNvSpPr/>
              <p:nvPr/>
            </p:nvSpPr>
            <p:spPr>
              <a:xfrm>
                <a:off x="9192083" y="5537353"/>
                <a:ext cx="6343" cy="6345"/>
              </a:xfrm>
              <a:custGeom>
                <a:avLst/>
                <a:gdLst>
                  <a:gd name="connsiteX0" fmla="*/ 3391 w 6343"/>
                  <a:gd name="connsiteY0" fmla="*/ 6508 h 6345"/>
                  <a:gd name="connsiteX1" fmla="*/ 5634 w 6343"/>
                  <a:gd name="connsiteY1" fmla="*/ 5578 h 6345"/>
                  <a:gd name="connsiteX2" fmla="*/ 6562 w 6343"/>
                  <a:gd name="connsiteY2" fmla="*/ 3335 h 6345"/>
                  <a:gd name="connsiteX3" fmla="*/ 5634 w 6343"/>
                  <a:gd name="connsiteY3" fmla="*/ 1091 h 6345"/>
                  <a:gd name="connsiteX4" fmla="*/ 3391 w 6343"/>
                  <a:gd name="connsiteY4" fmla="*/ 162 h 6345"/>
                  <a:gd name="connsiteX5" fmla="*/ 1148 w 6343"/>
                  <a:gd name="connsiteY5" fmla="*/ 1091 h 6345"/>
                  <a:gd name="connsiteX6" fmla="*/ 219 w 6343"/>
                  <a:gd name="connsiteY6" fmla="*/ 3335 h 6345"/>
                  <a:gd name="connsiteX7" fmla="*/ 1148 w 6343"/>
                  <a:gd name="connsiteY7" fmla="*/ 5578 h 6345"/>
                  <a:gd name="connsiteX8" fmla="*/ 339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8"/>
                    </a:moveTo>
                    <a:cubicBezTo>
                      <a:pt x="4232" y="6508"/>
                      <a:pt x="5039" y="6173"/>
                      <a:pt x="5634" y="5578"/>
                    </a:cubicBezTo>
                    <a:cubicBezTo>
                      <a:pt x="6228" y="4983"/>
                      <a:pt x="6562" y="4176"/>
                      <a:pt x="6562" y="3335"/>
                    </a:cubicBezTo>
                    <a:cubicBezTo>
                      <a:pt x="6562" y="2493"/>
                      <a:pt x="6228" y="1686"/>
                      <a:pt x="5634" y="1091"/>
                    </a:cubicBezTo>
                    <a:cubicBezTo>
                      <a:pt x="5039" y="496"/>
                      <a:pt x="4232" y="162"/>
                      <a:pt x="3391" y="162"/>
                    </a:cubicBezTo>
                    <a:cubicBezTo>
                      <a:pt x="2550" y="162"/>
                      <a:pt x="1743" y="496"/>
                      <a:pt x="1148" y="1091"/>
                    </a:cubicBezTo>
                    <a:cubicBezTo>
                      <a:pt x="554" y="1686"/>
                      <a:pt x="219" y="2493"/>
                      <a:pt x="219" y="3335"/>
                    </a:cubicBezTo>
                    <a:cubicBezTo>
                      <a:pt x="219" y="4176"/>
                      <a:pt x="554" y="4983"/>
                      <a:pt x="1148" y="5578"/>
                    </a:cubicBezTo>
                    <a:cubicBezTo>
                      <a:pt x="1743" y="6173"/>
                      <a:pt x="2550" y="6508"/>
                      <a:pt x="339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98" name="Freeform: Shape 14297">
                <a:extLst>
                  <a:ext uri="{FF2B5EF4-FFF2-40B4-BE49-F238E27FC236}">
                    <a16:creationId xmlns:a16="http://schemas.microsoft.com/office/drawing/2014/main" id="{80D26AED-820E-ED0C-3BEC-4E9A6FC851F3}"/>
                  </a:ext>
                </a:extLst>
              </p:cNvPr>
              <p:cNvSpPr/>
              <p:nvPr/>
            </p:nvSpPr>
            <p:spPr>
              <a:xfrm>
                <a:off x="9191174" y="5535248"/>
                <a:ext cx="6343" cy="6345"/>
              </a:xfrm>
              <a:custGeom>
                <a:avLst/>
                <a:gdLst>
                  <a:gd name="connsiteX0" fmla="*/ 3391 w 6343"/>
                  <a:gd name="connsiteY0" fmla="*/ 6507 h 6345"/>
                  <a:gd name="connsiteX1" fmla="*/ 5633 w 6343"/>
                  <a:gd name="connsiteY1" fmla="*/ 5578 h 6345"/>
                  <a:gd name="connsiteX2" fmla="*/ 6562 w 6343"/>
                  <a:gd name="connsiteY2" fmla="*/ 3335 h 6345"/>
                  <a:gd name="connsiteX3" fmla="*/ 5633 w 6343"/>
                  <a:gd name="connsiteY3" fmla="*/ 1091 h 6345"/>
                  <a:gd name="connsiteX4" fmla="*/ 3391 w 6343"/>
                  <a:gd name="connsiteY4" fmla="*/ 162 h 6345"/>
                  <a:gd name="connsiteX5" fmla="*/ 1148 w 6343"/>
                  <a:gd name="connsiteY5" fmla="*/ 1091 h 6345"/>
                  <a:gd name="connsiteX6" fmla="*/ 219 w 6343"/>
                  <a:gd name="connsiteY6" fmla="*/ 3335 h 6345"/>
                  <a:gd name="connsiteX7" fmla="*/ 1148 w 6343"/>
                  <a:gd name="connsiteY7" fmla="*/ 5578 h 6345"/>
                  <a:gd name="connsiteX8" fmla="*/ 339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7"/>
                    </a:moveTo>
                    <a:cubicBezTo>
                      <a:pt x="4232" y="6507"/>
                      <a:pt x="5039" y="6173"/>
                      <a:pt x="5633" y="5578"/>
                    </a:cubicBezTo>
                    <a:cubicBezTo>
                      <a:pt x="6228" y="4983"/>
                      <a:pt x="6562" y="4176"/>
                      <a:pt x="6562" y="3335"/>
                    </a:cubicBezTo>
                    <a:cubicBezTo>
                      <a:pt x="6562" y="2493"/>
                      <a:pt x="6228" y="1686"/>
                      <a:pt x="5633" y="1091"/>
                    </a:cubicBezTo>
                    <a:cubicBezTo>
                      <a:pt x="5039" y="496"/>
                      <a:pt x="4232" y="162"/>
                      <a:pt x="3391" y="162"/>
                    </a:cubicBezTo>
                    <a:cubicBezTo>
                      <a:pt x="2550" y="162"/>
                      <a:pt x="1743" y="496"/>
                      <a:pt x="1148" y="1091"/>
                    </a:cubicBezTo>
                    <a:cubicBezTo>
                      <a:pt x="553" y="1686"/>
                      <a:pt x="219" y="2493"/>
                      <a:pt x="219" y="3335"/>
                    </a:cubicBezTo>
                    <a:cubicBezTo>
                      <a:pt x="219" y="4176"/>
                      <a:pt x="553" y="4983"/>
                      <a:pt x="1148" y="5578"/>
                    </a:cubicBezTo>
                    <a:cubicBezTo>
                      <a:pt x="1743" y="6173"/>
                      <a:pt x="2550" y="6507"/>
                      <a:pt x="339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99" name="Freeform: Shape 14298">
                <a:extLst>
                  <a:ext uri="{FF2B5EF4-FFF2-40B4-BE49-F238E27FC236}">
                    <a16:creationId xmlns:a16="http://schemas.microsoft.com/office/drawing/2014/main" id="{20B040C1-B4BC-D554-7129-43D0B8F9E9DB}"/>
                  </a:ext>
                </a:extLst>
              </p:cNvPr>
              <p:cNvSpPr/>
              <p:nvPr/>
            </p:nvSpPr>
            <p:spPr>
              <a:xfrm>
                <a:off x="9190148" y="5533268"/>
                <a:ext cx="6343" cy="6345"/>
              </a:xfrm>
              <a:custGeom>
                <a:avLst/>
                <a:gdLst>
                  <a:gd name="connsiteX0" fmla="*/ 3391 w 6343"/>
                  <a:gd name="connsiteY0" fmla="*/ 6507 h 6345"/>
                  <a:gd name="connsiteX1" fmla="*/ 5633 w 6343"/>
                  <a:gd name="connsiteY1" fmla="*/ 5578 h 6345"/>
                  <a:gd name="connsiteX2" fmla="*/ 6562 w 6343"/>
                  <a:gd name="connsiteY2" fmla="*/ 3335 h 6345"/>
                  <a:gd name="connsiteX3" fmla="*/ 5633 w 6343"/>
                  <a:gd name="connsiteY3" fmla="*/ 1091 h 6345"/>
                  <a:gd name="connsiteX4" fmla="*/ 3391 w 6343"/>
                  <a:gd name="connsiteY4" fmla="*/ 162 h 6345"/>
                  <a:gd name="connsiteX5" fmla="*/ 1148 w 6343"/>
                  <a:gd name="connsiteY5" fmla="*/ 1091 h 6345"/>
                  <a:gd name="connsiteX6" fmla="*/ 219 w 6343"/>
                  <a:gd name="connsiteY6" fmla="*/ 3335 h 6345"/>
                  <a:gd name="connsiteX7" fmla="*/ 1148 w 6343"/>
                  <a:gd name="connsiteY7" fmla="*/ 5578 h 6345"/>
                  <a:gd name="connsiteX8" fmla="*/ 339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7"/>
                    </a:moveTo>
                    <a:cubicBezTo>
                      <a:pt x="4232" y="6507"/>
                      <a:pt x="5039" y="6173"/>
                      <a:pt x="5633" y="5578"/>
                    </a:cubicBezTo>
                    <a:cubicBezTo>
                      <a:pt x="6228" y="4983"/>
                      <a:pt x="6562" y="4176"/>
                      <a:pt x="6562" y="3335"/>
                    </a:cubicBezTo>
                    <a:cubicBezTo>
                      <a:pt x="6562" y="2493"/>
                      <a:pt x="6228" y="1686"/>
                      <a:pt x="5633" y="1091"/>
                    </a:cubicBezTo>
                    <a:cubicBezTo>
                      <a:pt x="5039" y="496"/>
                      <a:pt x="4232" y="162"/>
                      <a:pt x="3391" y="162"/>
                    </a:cubicBezTo>
                    <a:cubicBezTo>
                      <a:pt x="2550" y="162"/>
                      <a:pt x="1743" y="496"/>
                      <a:pt x="1148" y="1091"/>
                    </a:cubicBezTo>
                    <a:cubicBezTo>
                      <a:pt x="553" y="1686"/>
                      <a:pt x="219" y="2493"/>
                      <a:pt x="219" y="3335"/>
                    </a:cubicBezTo>
                    <a:cubicBezTo>
                      <a:pt x="219" y="4176"/>
                      <a:pt x="553" y="4983"/>
                      <a:pt x="1148" y="5578"/>
                    </a:cubicBezTo>
                    <a:cubicBezTo>
                      <a:pt x="1743" y="6173"/>
                      <a:pt x="2550" y="6507"/>
                      <a:pt x="339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00" name="Freeform: Shape 14299">
                <a:extLst>
                  <a:ext uri="{FF2B5EF4-FFF2-40B4-BE49-F238E27FC236}">
                    <a16:creationId xmlns:a16="http://schemas.microsoft.com/office/drawing/2014/main" id="{10D51255-95AF-116D-D362-475D02B5CE4A}"/>
                  </a:ext>
                </a:extLst>
              </p:cNvPr>
              <p:cNvSpPr/>
              <p:nvPr/>
            </p:nvSpPr>
            <p:spPr>
              <a:xfrm>
                <a:off x="9189452" y="5530990"/>
                <a:ext cx="6343" cy="6345"/>
              </a:xfrm>
              <a:custGeom>
                <a:avLst/>
                <a:gdLst>
                  <a:gd name="connsiteX0" fmla="*/ 3391 w 6343"/>
                  <a:gd name="connsiteY0" fmla="*/ 6507 h 6345"/>
                  <a:gd name="connsiteX1" fmla="*/ 5633 w 6343"/>
                  <a:gd name="connsiteY1" fmla="*/ 5578 h 6345"/>
                  <a:gd name="connsiteX2" fmla="*/ 6562 w 6343"/>
                  <a:gd name="connsiteY2" fmla="*/ 3334 h 6345"/>
                  <a:gd name="connsiteX3" fmla="*/ 5633 w 6343"/>
                  <a:gd name="connsiteY3" fmla="*/ 1091 h 6345"/>
                  <a:gd name="connsiteX4" fmla="*/ 3391 w 6343"/>
                  <a:gd name="connsiteY4" fmla="*/ 162 h 6345"/>
                  <a:gd name="connsiteX5" fmla="*/ 1148 w 6343"/>
                  <a:gd name="connsiteY5" fmla="*/ 1091 h 6345"/>
                  <a:gd name="connsiteX6" fmla="*/ 219 w 6343"/>
                  <a:gd name="connsiteY6" fmla="*/ 3334 h 6345"/>
                  <a:gd name="connsiteX7" fmla="*/ 1148 w 6343"/>
                  <a:gd name="connsiteY7" fmla="*/ 5578 h 6345"/>
                  <a:gd name="connsiteX8" fmla="*/ 339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7"/>
                    </a:moveTo>
                    <a:cubicBezTo>
                      <a:pt x="4232" y="6507"/>
                      <a:pt x="5039" y="6173"/>
                      <a:pt x="5633" y="5578"/>
                    </a:cubicBezTo>
                    <a:cubicBezTo>
                      <a:pt x="6228" y="4983"/>
                      <a:pt x="6562" y="4176"/>
                      <a:pt x="6562" y="3334"/>
                    </a:cubicBezTo>
                    <a:cubicBezTo>
                      <a:pt x="6562" y="2493"/>
                      <a:pt x="6228" y="1686"/>
                      <a:pt x="5633" y="1091"/>
                    </a:cubicBezTo>
                    <a:cubicBezTo>
                      <a:pt x="5039" y="496"/>
                      <a:pt x="4232" y="162"/>
                      <a:pt x="3391" y="162"/>
                    </a:cubicBezTo>
                    <a:cubicBezTo>
                      <a:pt x="2550" y="162"/>
                      <a:pt x="1743" y="496"/>
                      <a:pt x="1148" y="1091"/>
                    </a:cubicBezTo>
                    <a:cubicBezTo>
                      <a:pt x="553" y="1686"/>
                      <a:pt x="219" y="2493"/>
                      <a:pt x="219" y="3334"/>
                    </a:cubicBezTo>
                    <a:cubicBezTo>
                      <a:pt x="219" y="4176"/>
                      <a:pt x="553" y="4983"/>
                      <a:pt x="1148" y="5578"/>
                    </a:cubicBezTo>
                    <a:cubicBezTo>
                      <a:pt x="1743" y="6173"/>
                      <a:pt x="2550" y="6507"/>
                      <a:pt x="339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01" name="Freeform: Shape 14300">
                <a:extLst>
                  <a:ext uri="{FF2B5EF4-FFF2-40B4-BE49-F238E27FC236}">
                    <a16:creationId xmlns:a16="http://schemas.microsoft.com/office/drawing/2014/main" id="{9A89BDC3-8C9C-3A4D-D47B-E088DC916A3E}"/>
                  </a:ext>
                </a:extLst>
              </p:cNvPr>
              <p:cNvSpPr/>
              <p:nvPr/>
            </p:nvSpPr>
            <p:spPr>
              <a:xfrm>
                <a:off x="9188094" y="5529338"/>
                <a:ext cx="6343" cy="6345"/>
              </a:xfrm>
              <a:custGeom>
                <a:avLst/>
                <a:gdLst>
                  <a:gd name="connsiteX0" fmla="*/ 3391 w 6343"/>
                  <a:gd name="connsiteY0" fmla="*/ 6507 h 6345"/>
                  <a:gd name="connsiteX1" fmla="*/ 5633 w 6343"/>
                  <a:gd name="connsiteY1" fmla="*/ 5578 h 6345"/>
                  <a:gd name="connsiteX2" fmla="*/ 6562 w 6343"/>
                  <a:gd name="connsiteY2" fmla="*/ 3334 h 6345"/>
                  <a:gd name="connsiteX3" fmla="*/ 5633 w 6343"/>
                  <a:gd name="connsiteY3" fmla="*/ 1091 h 6345"/>
                  <a:gd name="connsiteX4" fmla="*/ 3391 w 6343"/>
                  <a:gd name="connsiteY4" fmla="*/ 162 h 6345"/>
                  <a:gd name="connsiteX5" fmla="*/ 1148 w 6343"/>
                  <a:gd name="connsiteY5" fmla="*/ 1091 h 6345"/>
                  <a:gd name="connsiteX6" fmla="*/ 219 w 6343"/>
                  <a:gd name="connsiteY6" fmla="*/ 3334 h 6345"/>
                  <a:gd name="connsiteX7" fmla="*/ 1148 w 6343"/>
                  <a:gd name="connsiteY7" fmla="*/ 5578 h 6345"/>
                  <a:gd name="connsiteX8" fmla="*/ 339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7"/>
                    </a:moveTo>
                    <a:cubicBezTo>
                      <a:pt x="4232" y="6507"/>
                      <a:pt x="5038" y="6173"/>
                      <a:pt x="5633" y="5578"/>
                    </a:cubicBezTo>
                    <a:cubicBezTo>
                      <a:pt x="6228" y="4983"/>
                      <a:pt x="6562" y="4176"/>
                      <a:pt x="6562" y="3334"/>
                    </a:cubicBezTo>
                    <a:cubicBezTo>
                      <a:pt x="6562" y="2493"/>
                      <a:pt x="6228" y="1686"/>
                      <a:pt x="5633" y="1091"/>
                    </a:cubicBezTo>
                    <a:cubicBezTo>
                      <a:pt x="5038" y="496"/>
                      <a:pt x="4232" y="162"/>
                      <a:pt x="3391" y="162"/>
                    </a:cubicBezTo>
                    <a:cubicBezTo>
                      <a:pt x="2550" y="162"/>
                      <a:pt x="1743" y="496"/>
                      <a:pt x="1148" y="1091"/>
                    </a:cubicBezTo>
                    <a:cubicBezTo>
                      <a:pt x="553" y="1686"/>
                      <a:pt x="219" y="2493"/>
                      <a:pt x="219" y="3334"/>
                    </a:cubicBezTo>
                    <a:cubicBezTo>
                      <a:pt x="219" y="4176"/>
                      <a:pt x="553" y="4983"/>
                      <a:pt x="1148" y="5578"/>
                    </a:cubicBezTo>
                    <a:cubicBezTo>
                      <a:pt x="1743" y="6173"/>
                      <a:pt x="2550" y="6507"/>
                      <a:pt x="339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02" name="Freeform: Shape 14301">
                <a:extLst>
                  <a:ext uri="{FF2B5EF4-FFF2-40B4-BE49-F238E27FC236}">
                    <a16:creationId xmlns:a16="http://schemas.microsoft.com/office/drawing/2014/main" id="{C262E2FF-EC3F-9075-45BA-2B984D46530F}"/>
                  </a:ext>
                </a:extLst>
              </p:cNvPr>
              <p:cNvSpPr/>
              <p:nvPr/>
            </p:nvSpPr>
            <p:spPr>
              <a:xfrm>
                <a:off x="9188434" y="5526147"/>
                <a:ext cx="6343" cy="6345"/>
              </a:xfrm>
              <a:custGeom>
                <a:avLst/>
                <a:gdLst>
                  <a:gd name="connsiteX0" fmla="*/ 3391 w 6343"/>
                  <a:gd name="connsiteY0" fmla="*/ 6507 h 6345"/>
                  <a:gd name="connsiteX1" fmla="*/ 5633 w 6343"/>
                  <a:gd name="connsiteY1" fmla="*/ 5577 h 6345"/>
                  <a:gd name="connsiteX2" fmla="*/ 6562 w 6343"/>
                  <a:gd name="connsiteY2" fmla="*/ 3334 h 6345"/>
                  <a:gd name="connsiteX3" fmla="*/ 5633 w 6343"/>
                  <a:gd name="connsiteY3" fmla="*/ 1091 h 6345"/>
                  <a:gd name="connsiteX4" fmla="*/ 3391 w 6343"/>
                  <a:gd name="connsiteY4" fmla="*/ 161 h 6345"/>
                  <a:gd name="connsiteX5" fmla="*/ 1148 w 6343"/>
                  <a:gd name="connsiteY5" fmla="*/ 1091 h 6345"/>
                  <a:gd name="connsiteX6" fmla="*/ 219 w 6343"/>
                  <a:gd name="connsiteY6" fmla="*/ 3334 h 6345"/>
                  <a:gd name="connsiteX7" fmla="*/ 1148 w 6343"/>
                  <a:gd name="connsiteY7" fmla="*/ 5577 h 6345"/>
                  <a:gd name="connsiteX8" fmla="*/ 339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7"/>
                    </a:moveTo>
                    <a:cubicBezTo>
                      <a:pt x="4232" y="6507"/>
                      <a:pt x="5039" y="6172"/>
                      <a:pt x="5633" y="5577"/>
                    </a:cubicBezTo>
                    <a:cubicBezTo>
                      <a:pt x="6228" y="4982"/>
                      <a:pt x="6562" y="4175"/>
                      <a:pt x="6562" y="3334"/>
                    </a:cubicBezTo>
                    <a:cubicBezTo>
                      <a:pt x="6562" y="2493"/>
                      <a:pt x="6228" y="1686"/>
                      <a:pt x="5633" y="1091"/>
                    </a:cubicBezTo>
                    <a:cubicBezTo>
                      <a:pt x="5039" y="496"/>
                      <a:pt x="4232" y="161"/>
                      <a:pt x="3391" y="161"/>
                    </a:cubicBezTo>
                    <a:cubicBezTo>
                      <a:pt x="2550" y="161"/>
                      <a:pt x="1743" y="496"/>
                      <a:pt x="1148" y="1091"/>
                    </a:cubicBezTo>
                    <a:cubicBezTo>
                      <a:pt x="553" y="1686"/>
                      <a:pt x="219" y="2493"/>
                      <a:pt x="219" y="3334"/>
                    </a:cubicBezTo>
                    <a:cubicBezTo>
                      <a:pt x="219" y="4175"/>
                      <a:pt x="553" y="4982"/>
                      <a:pt x="1148" y="5577"/>
                    </a:cubicBezTo>
                    <a:cubicBezTo>
                      <a:pt x="1743" y="6172"/>
                      <a:pt x="2550" y="6507"/>
                      <a:pt x="339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03" name="Freeform: Shape 14302">
                <a:extLst>
                  <a:ext uri="{FF2B5EF4-FFF2-40B4-BE49-F238E27FC236}">
                    <a16:creationId xmlns:a16="http://schemas.microsoft.com/office/drawing/2014/main" id="{8E6A1AC7-BC56-8603-3881-2E495511656A}"/>
                  </a:ext>
                </a:extLst>
              </p:cNvPr>
              <p:cNvSpPr/>
              <p:nvPr/>
            </p:nvSpPr>
            <p:spPr>
              <a:xfrm>
                <a:off x="9186923" y="5524654"/>
                <a:ext cx="6343" cy="6345"/>
              </a:xfrm>
              <a:custGeom>
                <a:avLst/>
                <a:gdLst>
                  <a:gd name="connsiteX0" fmla="*/ 3391 w 6343"/>
                  <a:gd name="connsiteY0" fmla="*/ 6507 h 6345"/>
                  <a:gd name="connsiteX1" fmla="*/ 5633 w 6343"/>
                  <a:gd name="connsiteY1" fmla="*/ 5577 h 6345"/>
                  <a:gd name="connsiteX2" fmla="*/ 6562 w 6343"/>
                  <a:gd name="connsiteY2" fmla="*/ 3334 h 6345"/>
                  <a:gd name="connsiteX3" fmla="*/ 5633 w 6343"/>
                  <a:gd name="connsiteY3" fmla="*/ 1090 h 6345"/>
                  <a:gd name="connsiteX4" fmla="*/ 3391 w 6343"/>
                  <a:gd name="connsiteY4" fmla="*/ 161 h 6345"/>
                  <a:gd name="connsiteX5" fmla="*/ 1148 w 6343"/>
                  <a:gd name="connsiteY5" fmla="*/ 1090 h 6345"/>
                  <a:gd name="connsiteX6" fmla="*/ 219 w 6343"/>
                  <a:gd name="connsiteY6" fmla="*/ 3334 h 6345"/>
                  <a:gd name="connsiteX7" fmla="*/ 1148 w 6343"/>
                  <a:gd name="connsiteY7" fmla="*/ 5577 h 6345"/>
                  <a:gd name="connsiteX8" fmla="*/ 339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7"/>
                    </a:moveTo>
                    <a:cubicBezTo>
                      <a:pt x="4232" y="6507"/>
                      <a:pt x="5038" y="6172"/>
                      <a:pt x="5633" y="5577"/>
                    </a:cubicBezTo>
                    <a:cubicBezTo>
                      <a:pt x="6228" y="4982"/>
                      <a:pt x="6562" y="4175"/>
                      <a:pt x="6562" y="3334"/>
                    </a:cubicBezTo>
                    <a:cubicBezTo>
                      <a:pt x="6562" y="2492"/>
                      <a:pt x="6228" y="1685"/>
                      <a:pt x="5633" y="1090"/>
                    </a:cubicBezTo>
                    <a:cubicBezTo>
                      <a:pt x="5038" y="495"/>
                      <a:pt x="4232" y="161"/>
                      <a:pt x="3391" y="161"/>
                    </a:cubicBezTo>
                    <a:cubicBezTo>
                      <a:pt x="2549" y="161"/>
                      <a:pt x="1743" y="495"/>
                      <a:pt x="1148" y="1090"/>
                    </a:cubicBezTo>
                    <a:cubicBezTo>
                      <a:pt x="553" y="1685"/>
                      <a:pt x="219" y="2492"/>
                      <a:pt x="219" y="3334"/>
                    </a:cubicBezTo>
                    <a:cubicBezTo>
                      <a:pt x="219" y="4175"/>
                      <a:pt x="553" y="4982"/>
                      <a:pt x="1148" y="5577"/>
                    </a:cubicBezTo>
                    <a:cubicBezTo>
                      <a:pt x="1743" y="6172"/>
                      <a:pt x="2549" y="6507"/>
                      <a:pt x="339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04" name="Freeform: Shape 14303">
                <a:extLst>
                  <a:ext uri="{FF2B5EF4-FFF2-40B4-BE49-F238E27FC236}">
                    <a16:creationId xmlns:a16="http://schemas.microsoft.com/office/drawing/2014/main" id="{B702B282-E652-181B-B748-F783406A3C18}"/>
                  </a:ext>
                </a:extLst>
              </p:cNvPr>
              <p:cNvSpPr/>
              <p:nvPr/>
            </p:nvSpPr>
            <p:spPr>
              <a:xfrm>
                <a:off x="9187957" y="5520907"/>
                <a:ext cx="6343" cy="6345"/>
              </a:xfrm>
              <a:custGeom>
                <a:avLst/>
                <a:gdLst>
                  <a:gd name="connsiteX0" fmla="*/ 3391 w 6343"/>
                  <a:gd name="connsiteY0" fmla="*/ 6506 h 6345"/>
                  <a:gd name="connsiteX1" fmla="*/ 5633 w 6343"/>
                  <a:gd name="connsiteY1" fmla="*/ 5577 h 6345"/>
                  <a:gd name="connsiteX2" fmla="*/ 6562 w 6343"/>
                  <a:gd name="connsiteY2" fmla="*/ 3334 h 6345"/>
                  <a:gd name="connsiteX3" fmla="*/ 5633 w 6343"/>
                  <a:gd name="connsiteY3" fmla="*/ 1090 h 6345"/>
                  <a:gd name="connsiteX4" fmla="*/ 3391 w 6343"/>
                  <a:gd name="connsiteY4" fmla="*/ 161 h 6345"/>
                  <a:gd name="connsiteX5" fmla="*/ 1148 w 6343"/>
                  <a:gd name="connsiteY5" fmla="*/ 1090 h 6345"/>
                  <a:gd name="connsiteX6" fmla="*/ 219 w 6343"/>
                  <a:gd name="connsiteY6" fmla="*/ 3334 h 6345"/>
                  <a:gd name="connsiteX7" fmla="*/ 1148 w 6343"/>
                  <a:gd name="connsiteY7" fmla="*/ 5577 h 6345"/>
                  <a:gd name="connsiteX8" fmla="*/ 3391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6"/>
                    </a:moveTo>
                    <a:cubicBezTo>
                      <a:pt x="4232" y="6506"/>
                      <a:pt x="5038" y="6172"/>
                      <a:pt x="5633" y="5577"/>
                    </a:cubicBezTo>
                    <a:cubicBezTo>
                      <a:pt x="6228" y="4982"/>
                      <a:pt x="6562" y="4175"/>
                      <a:pt x="6562" y="3334"/>
                    </a:cubicBezTo>
                    <a:cubicBezTo>
                      <a:pt x="6562" y="2492"/>
                      <a:pt x="6228" y="1685"/>
                      <a:pt x="5633" y="1090"/>
                    </a:cubicBezTo>
                    <a:cubicBezTo>
                      <a:pt x="5038" y="495"/>
                      <a:pt x="4232" y="161"/>
                      <a:pt x="3391" y="161"/>
                    </a:cubicBezTo>
                    <a:cubicBezTo>
                      <a:pt x="2549" y="161"/>
                      <a:pt x="1743" y="495"/>
                      <a:pt x="1148" y="1090"/>
                    </a:cubicBezTo>
                    <a:cubicBezTo>
                      <a:pt x="553" y="1685"/>
                      <a:pt x="219" y="2492"/>
                      <a:pt x="219" y="3334"/>
                    </a:cubicBezTo>
                    <a:cubicBezTo>
                      <a:pt x="219" y="4175"/>
                      <a:pt x="553" y="4982"/>
                      <a:pt x="1148" y="5577"/>
                    </a:cubicBezTo>
                    <a:cubicBezTo>
                      <a:pt x="1743" y="6172"/>
                      <a:pt x="2549" y="6506"/>
                      <a:pt x="3391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05" name="Freeform: Shape 14304">
                <a:extLst>
                  <a:ext uri="{FF2B5EF4-FFF2-40B4-BE49-F238E27FC236}">
                    <a16:creationId xmlns:a16="http://schemas.microsoft.com/office/drawing/2014/main" id="{FFC6E2CF-37B7-4E9D-EF92-2E6D1ABC2F95}"/>
                  </a:ext>
                </a:extLst>
              </p:cNvPr>
              <p:cNvSpPr/>
              <p:nvPr/>
            </p:nvSpPr>
            <p:spPr>
              <a:xfrm>
                <a:off x="9185040" y="5520666"/>
                <a:ext cx="6343" cy="6345"/>
              </a:xfrm>
              <a:custGeom>
                <a:avLst/>
                <a:gdLst>
                  <a:gd name="connsiteX0" fmla="*/ 3390 w 6343"/>
                  <a:gd name="connsiteY0" fmla="*/ 6506 h 6345"/>
                  <a:gd name="connsiteX1" fmla="*/ 5633 w 6343"/>
                  <a:gd name="connsiteY1" fmla="*/ 5577 h 6345"/>
                  <a:gd name="connsiteX2" fmla="*/ 6562 w 6343"/>
                  <a:gd name="connsiteY2" fmla="*/ 3334 h 6345"/>
                  <a:gd name="connsiteX3" fmla="*/ 5633 w 6343"/>
                  <a:gd name="connsiteY3" fmla="*/ 1090 h 6345"/>
                  <a:gd name="connsiteX4" fmla="*/ 3390 w 6343"/>
                  <a:gd name="connsiteY4" fmla="*/ 161 h 6345"/>
                  <a:gd name="connsiteX5" fmla="*/ 1148 w 6343"/>
                  <a:gd name="connsiteY5" fmla="*/ 1090 h 6345"/>
                  <a:gd name="connsiteX6" fmla="*/ 219 w 6343"/>
                  <a:gd name="connsiteY6" fmla="*/ 3334 h 6345"/>
                  <a:gd name="connsiteX7" fmla="*/ 1148 w 6343"/>
                  <a:gd name="connsiteY7" fmla="*/ 5577 h 6345"/>
                  <a:gd name="connsiteX8" fmla="*/ 339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6"/>
                    </a:moveTo>
                    <a:cubicBezTo>
                      <a:pt x="4231" y="6506"/>
                      <a:pt x="5038" y="6172"/>
                      <a:pt x="5633" y="5577"/>
                    </a:cubicBezTo>
                    <a:cubicBezTo>
                      <a:pt x="6228" y="4982"/>
                      <a:pt x="6562" y="4175"/>
                      <a:pt x="6562" y="3334"/>
                    </a:cubicBezTo>
                    <a:cubicBezTo>
                      <a:pt x="6562" y="2492"/>
                      <a:pt x="6228" y="1685"/>
                      <a:pt x="5633" y="1090"/>
                    </a:cubicBezTo>
                    <a:cubicBezTo>
                      <a:pt x="5038" y="495"/>
                      <a:pt x="4231" y="161"/>
                      <a:pt x="3390" y="161"/>
                    </a:cubicBezTo>
                    <a:cubicBezTo>
                      <a:pt x="2549" y="161"/>
                      <a:pt x="1743" y="495"/>
                      <a:pt x="1148" y="1090"/>
                    </a:cubicBezTo>
                    <a:cubicBezTo>
                      <a:pt x="553" y="1685"/>
                      <a:pt x="219" y="2492"/>
                      <a:pt x="219" y="3334"/>
                    </a:cubicBezTo>
                    <a:cubicBezTo>
                      <a:pt x="219" y="4175"/>
                      <a:pt x="553" y="4982"/>
                      <a:pt x="1148" y="5577"/>
                    </a:cubicBezTo>
                    <a:cubicBezTo>
                      <a:pt x="1743" y="6172"/>
                      <a:pt x="2549" y="6506"/>
                      <a:pt x="339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06" name="Freeform: Shape 14305">
                <a:extLst>
                  <a:ext uri="{FF2B5EF4-FFF2-40B4-BE49-F238E27FC236}">
                    <a16:creationId xmlns:a16="http://schemas.microsoft.com/office/drawing/2014/main" id="{79167C40-E645-3085-BF79-59CC40F44906}"/>
                  </a:ext>
                </a:extLst>
              </p:cNvPr>
              <p:cNvSpPr/>
              <p:nvPr/>
            </p:nvSpPr>
            <p:spPr>
              <a:xfrm>
                <a:off x="9181651" y="5520799"/>
                <a:ext cx="6343" cy="6345"/>
              </a:xfrm>
              <a:custGeom>
                <a:avLst/>
                <a:gdLst>
                  <a:gd name="connsiteX0" fmla="*/ 3390 w 6343"/>
                  <a:gd name="connsiteY0" fmla="*/ 6506 h 6345"/>
                  <a:gd name="connsiteX1" fmla="*/ 5633 w 6343"/>
                  <a:gd name="connsiteY1" fmla="*/ 5577 h 6345"/>
                  <a:gd name="connsiteX2" fmla="*/ 6562 w 6343"/>
                  <a:gd name="connsiteY2" fmla="*/ 3334 h 6345"/>
                  <a:gd name="connsiteX3" fmla="*/ 5633 w 6343"/>
                  <a:gd name="connsiteY3" fmla="*/ 1090 h 6345"/>
                  <a:gd name="connsiteX4" fmla="*/ 3390 w 6343"/>
                  <a:gd name="connsiteY4" fmla="*/ 161 h 6345"/>
                  <a:gd name="connsiteX5" fmla="*/ 1147 w 6343"/>
                  <a:gd name="connsiteY5" fmla="*/ 1090 h 6345"/>
                  <a:gd name="connsiteX6" fmla="*/ 219 w 6343"/>
                  <a:gd name="connsiteY6" fmla="*/ 3334 h 6345"/>
                  <a:gd name="connsiteX7" fmla="*/ 1147 w 6343"/>
                  <a:gd name="connsiteY7" fmla="*/ 5577 h 6345"/>
                  <a:gd name="connsiteX8" fmla="*/ 339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6"/>
                    </a:moveTo>
                    <a:cubicBezTo>
                      <a:pt x="4231" y="6506"/>
                      <a:pt x="5038" y="6172"/>
                      <a:pt x="5633" y="5577"/>
                    </a:cubicBezTo>
                    <a:cubicBezTo>
                      <a:pt x="6227" y="4982"/>
                      <a:pt x="6562" y="4175"/>
                      <a:pt x="6562" y="3334"/>
                    </a:cubicBezTo>
                    <a:cubicBezTo>
                      <a:pt x="6562" y="2492"/>
                      <a:pt x="6227" y="1685"/>
                      <a:pt x="5633" y="1090"/>
                    </a:cubicBezTo>
                    <a:cubicBezTo>
                      <a:pt x="5038" y="495"/>
                      <a:pt x="4231" y="161"/>
                      <a:pt x="3390" y="161"/>
                    </a:cubicBezTo>
                    <a:cubicBezTo>
                      <a:pt x="2549" y="161"/>
                      <a:pt x="1742" y="495"/>
                      <a:pt x="1147" y="1090"/>
                    </a:cubicBezTo>
                    <a:cubicBezTo>
                      <a:pt x="553" y="1685"/>
                      <a:pt x="219" y="2492"/>
                      <a:pt x="219" y="3334"/>
                    </a:cubicBezTo>
                    <a:cubicBezTo>
                      <a:pt x="219" y="4175"/>
                      <a:pt x="553" y="4982"/>
                      <a:pt x="1147" y="5577"/>
                    </a:cubicBezTo>
                    <a:cubicBezTo>
                      <a:pt x="1742" y="6172"/>
                      <a:pt x="2549" y="6506"/>
                      <a:pt x="339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07" name="Freeform: Shape 14306">
                <a:extLst>
                  <a:ext uri="{FF2B5EF4-FFF2-40B4-BE49-F238E27FC236}">
                    <a16:creationId xmlns:a16="http://schemas.microsoft.com/office/drawing/2014/main" id="{6BDBB07E-9A23-75B0-A984-7D39A8C84E45}"/>
                  </a:ext>
                </a:extLst>
              </p:cNvPr>
              <p:cNvSpPr/>
              <p:nvPr/>
            </p:nvSpPr>
            <p:spPr>
              <a:xfrm>
                <a:off x="9178999" y="5520261"/>
                <a:ext cx="6343" cy="6345"/>
              </a:xfrm>
              <a:custGeom>
                <a:avLst/>
                <a:gdLst>
                  <a:gd name="connsiteX0" fmla="*/ 3390 w 6343"/>
                  <a:gd name="connsiteY0" fmla="*/ 6506 h 6345"/>
                  <a:gd name="connsiteX1" fmla="*/ 5633 w 6343"/>
                  <a:gd name="connsiteY1" fmla="*/ 5577 h 6345"/>
                  <a:gd name="connsiteX2" fmla="*/ 6561 w 6343"/>
                  <a:gd name="connsiteY2" fmla="*/ 3334 h 6345"/>
                  <a:gd name="connsiteX3" fmla="*/ 5633 w 6343"/>
                  <a:gd name="connsiteY3" fmla="*/ 1090 h 6345"/>
                  <a:gd name="connsiteX4" fmla="*/ 3390 w 6343"/>
                  <a:gd name="connsiteY4" fmla="*/ 161 h 6345"/>
                  <a:gd name="connsiteX5" fmla="*/ 1147 w 6343"/>
                  <a:gd name="connsiteY5" fmla="*/ 1090 h 6345"/>
                  <a:gd name="connsiteX6" fmla="*/ 218 w 6343"/>
                  <a:gd name="connsiteY6" fmla="*/ 3334 h 6345"/>
                  <a:gd name="connsiteX7" fmla="*/ 1147 w 6343"/>
                  <a:gd name="connsiteY7" fmla="*/ 5577 h 6345"/>
                  <a:gd name="connsiteX8" fmla="*/ 339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6"/>
                    </a:moveTo>
                    <a:cubicBezTo>
                      <a:pt x="4231" y="6506"/>
                      <a:pt x="5038" y="6172"/>
                      <a:pt x="5633" y="5577"/>
                    </a:cubicBezTo>
                    <a:cubicBezTo>
                      <a:pt x="6227" y="4982"/>
                      <a:pt x="6561" y="4175"/>
                      <a:pt x="6561" y="3334"/>
                    </a:cubicBezTo>
                    <a:cubicBezTo>
                      <a:pt x="6561" y="2492"/>
                      <a:pt x="6227" y="1685"/>
                      <a:pt x="5633" y="1090"/>
                    </a:cubicBezTo>
                    <a:cubicBezTo>
                      <a:pt x="5038" y="495"/>
                      <a:pt x="4231" y="161"/>
                      <a:pt x="3390" y="161"/>
                    </a:cubicBezTo>
                    <a:cubicBezTo>
                      <a:pt x="2549" y="161"/>
                      <a:pt x="1742" y="495"/>
                      <a:pt x="1147" y="1090"/>
                    </a:cubicBezTo>
                    <a:cubicBezTo>
                      <a:pt x="553" y="1685"/>
                      <a:pt x="218" y="2492"/>
                      <a:pt x="218" y="3334"/>
                    </a:cubicBezTo>
                    <a:cubicBezTo>
                      <a:pt x="218" y="4175"/>
                      <a:pt x="553" y="4982"/>
                      <a:pt x="1147" y="5577"/>
                    </a:cubicBezTo>
                    <a:cubicBezTo>
                      <a:pt x="1742" y="6172"/>
                      <a:pt x="2549" y="6506"/>
                      <a:pt x="339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08" name="Freeform: Shape 14307">
                <a:extLst>
                  <a:ext uri="{FF2B5EF4-FFF2-40B4-BE49-F238E27FC236}">
                    <a16:creationId xmlns:a16="http://schemas.microsoft.com/office/drawing/2014/main" id="{FBCFE0A5-29EF-EEB8-0A1A-041293A9864A}"/>
                  </a:ext>
                </a:extLst>
              </p:cNvPr>
              <p:cNvSpPr/>
              <p:nvPr/>
            </p:nvSpPr>
            <p:spPr>
              <a:xfrm>
                <a:off x="9176062" y="5519936"/>
                <a:ext cx="6343" cy="6345"/>
              </a:xfrm>
              <a:custGeom>
                <a:avLst/>
                <a:gdLst>
                  <a:gd name="connsiteX0" fmla="*/ 3390 w 6343"/>
                  <a:gd name="connsiteY0" fmla="*/ 6506 h 6345"/>
                  <a:gd name="connsiteX1" fmla="*/ 5632 w 6343"/>
                  <a:gd name="connsiteY1" fmla="*/ 5577 h 6345"/>
                  <a:gd name="connsiteX2" fmla="*/ 6561 w 6343"/>
                  <a:gd name="connsiteY2" fmla="*/ 3333 h 6345"/>
                  <a:gd name="connsiteX3" fmla="*/ 5632 w 6343"/>
                  <a:gd name="connsiteY3" fmla="*/ 1090 h 6345"/>
                  <a:gd name="connsiteX4" fmla="*/ 3390 w 6343"/>
                  <a:gd name="connsiteY4" fmla="*/ 161 h 6345"/>
                  <a:gd name="connsiteX5" fmla="*/ 1147 w 6343"/>
                  <a:gd name="connsiteY5" fmla="*/ 1090 h 6345"/>
                  <a:gd name="connsiteX6" fmla="*/ 218 w 6343"/>
                  <a:gd name="connsiteY6" fmla="*/ 3333 h 6345"/>
                  <a:gd name="connsiteX7" fmla="*/ 1147 w 6343"/>
                  <a:gd name="connsiteY7" fmla="*/ 5577 h 6345"/>
                  <a:gd name="connsiteX8" fmla="*/ 339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6"/>
                    </a:moveTo>
                    <a:cubicBezTo>
                      <a:pt x="4231" y="6506"/>
                      <a:pt x="5038" y="6172"/>
                      <a:pt x="5632" y="5577"/>
                    </a:cubicBezTo>
                    <a:cubicBezTo>
                      <a:pt x="6227" y="4982"/>
                      <a:pt x="6561" y="4175"/>
                      <a:pt x="6561" y="3333"/>
                    </a:cubicBezTo>
                    <a:cubicBezTo>
                      <a:pt x="6561" y="2492"/>
                      <a:pt x="6227" y="1685"/>
                      <a:pt x="5632" y="1090"/>
                    </a:cubicBezTo>
                    <a:cubicBezTo>
                      <a:pt x="5038" y="495"/>
                      <a:pt x="4231" y="161"/>
                      <a:pt x="3390" y="161"/>
                    </a:cubicBezTo>
                    <a:cubicBezTo>
                      <a:pt x="2549" y="161"/>
                      <a:pt x="1742" y="495"/>
                      <a:pt x="1147" y="1090"/>
                    </a:cubicBezTo>
                    <a:cubicBezTo>
                      <a:pt x="552" y="1685"/>
                      <a:pt x="218" y="2492"/>
                      <a:pt x="218" y="3333"/>
                    </a:cubicBezTo>
                    <a:cubicBezTo>
                      <a:pt x="218" y="4175"/>
                      <a:pt x="552" y="4982"/>
                      <a:pt x="1147" y="5577"/>
                    </a:cubicBezTo>
                    <a:cubicBezTo>
                      <a:pt x="1742" y="6172"/>
                      <a:pt x="2549" y="6506"/>
                      <a:pt x="339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09" name="Freeform: Shape 14308">
                <a:extLst>
                  <a:ext uri="{FF2B5EF4-FFF2-40B4-BE49-F238E27FC236}">
                    <a16:creationId xmlns:a16="http://schemas.microsoft.com/office/drawing/2014/main" id="{8AC05C9B-BFE4-21D8-D6A5-158E19A5C3EA}"/>
                  </a:ext>
                </a:extLst>
              </p:cNvPr>
              <p:cNvSpPr/>
              <p:nvPr/>
            </p:nvSpPr>
            <p:spPr>
              <a:xfrm>
                <a:off x="9173355" y="5519387"/>
                <a:ext cx="6343" cy="6345"/>
              </a:xfrm>
              <a:custGeom>
                <a:avLst/>
                <a:gdLst>
                  <a:gd name="connsiteX0" fmla="*/ 3389 w 6343"/>
                  <a:gd name="connsiteY0" fmla="*/ 6506 h 6345"/>
                  <a:gd name="connsiteX1" fmla="*/ 5632 w 6343"/>
                  <a:gd name="connsiteY1" fmla="*/ 5577 h 6345"/>
                  <a:gd name="connsiteX2" fmla="*/ 6561 w 6343"/>
                  <a:gd name="connsiteY2" fmla="*/ 3333 h 6345"/>
                  <a:gd name="connsiteX3" fmla="*/ 5632 w 6343"/>
                  <a:gd name="connsiteY3" fmla="*/ 1090 h 6345"/>
                  <a:gd name="connsiteX4" fmla="*/ 3389 w 6343"/>
                  <a:gd name="connsiteY4" fmla="*/ 161 h 6345"/>
                  <a:gd name="connsiteX5" fmla="*/ 1147 w 6343"/>
                  <a:gd name="connsiteY5" fmla="*/ 1090 h 6345"/>
                  <a:gd name="connsiteX6" fmla="*/ 218 w 6343"/>
                  <a:gd name="connsiteY6" fmla="*/ 3333 h 6345"/>
                  <a:gd name="connsiteX7" fmla="*/ 1147 w 6343"/>
                  <a:gd name="connsiteY7" fmla="*/ 5577 h 6345"/>
                  <a:gd name="connsiteX8" fmla="*/ 338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6"/>
                    </a:moveTo>
                    <a:cubicBezTo>
                      <a:pt x="4231" y="6506"/>
                      <a:pt x="5037" y="6172"/>
                      <a:pt x="5632" y="5577"/>
                    </a:cubicBezTo>
                    <a:cubicBezTo>
                      <a:pt x="6227" y="4982"/>
                      <a:pt x="6561" y="4175"/>
                      <a:pt x="6561" y="3333"/>
                    </a:cubicBezTo>
                    <a:cubicBezTo>
                      <a:pt x="6561" y="2492"/>
                      <a:pt x="6227" y="1685"/>
                      <a:pt x="5632" y="1090"/>
                    </a:cubicBezTo>
                    <a:cubicBezTo>
                      <a:pt x="5037" y="495"/>
                      <a:pt x="4231" y="161"/>
                      <a:pt x="3389" y="161"/>
                    </a:cubicBezTo>
                    <a:cubicBezTo>
                      <a:pt x="2548" y="161"/>
                      <a:pt x="1742" y="495"/>
                      <a:pt x="1147" y="1090"/>
                    </a:cubicBezTo>
                    <a:cubicBezTo>
                      <a:pt x="552" y="1685"/>
                      <a:pt x="218" y="2492"/>
                      <a:pt x="218" y="3333"/>
                    </a:cubicBezTo>
                    <a:cubicBezTo>
                      <a:pt x="218" y="4175"/>
                      <a:pt x="552" y="4982"/>
                      <a:pt x="1147" y="5577"/>
                    </a:cubicBezTo>
                    <a:cubicBezTo>
                      <a:pt x="1742" y="6172"/>
                      <a:pt x="2548" y="6506"/>
                      <a:pt x="338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10" name="Freeform: Shape 14309">
                <a:extLst>
                  <a:ext uri="{FF2B5EF4-FFF2-40B4-BE49-F238E27FC236}">
                    <a16:creationId xmlns:a16="http://schemas.microsoft.com/office/drawing/2014/main" id="{14D820A2-C45E-DD47-5377-969F5BAAD18B}"/>
                  </a:ext>
                </a:extLst>
              </p:cNvPr>
              <p:cNvSpPr/>
              <p:nvPr/>
            </p:nvSpPr>
            <p:spPr>
              <a:xfrm>
                <a:off x="9170503" y="5518930"/>
                <a:ext cx="6343" cy="6345"/>
              </a:xfrm>
              <a:custGeom>
                <a:avLst/>
                <a:gdLst>
                  <a:gd name="connsiteX0" fmla="*/ 3389 w 6343"/>
                  <a:gd name="connsiteY0" fmla="*/ 6506 h 6345"/>
                  <a:gd name="connsiteX1" fmla="*/ 5632 w 6343"/>
                  <a:gd name="connsiteY1" fmla="*/ 5577 h 6345"/>
                  <a:gd name="connsiteX2" fmla="*/ 6561 w 6343"/>
                  <a:gd name="connsiteY2" fmla="*/ 3333 h 6345"/>
                  <a:gd name="connsiteX3" fmla="*/ 5632 w 6343"/>
                  <a:gd name="connsiteY3" fmla="*/ 1090 h 6345"/>
                  <a:gd name="connsiteX4" fmla="*/ 3389 w 6343"/>
                  <a:gd name="connsiteY4" fmla="*/ 161 h 6345"/>
                  <a:gd name="connsiteX5" fmla="*/ 1147 w 6343"/>
                  <a:gd name="connsiteY5" fmla="*/ 1090 h 6345"/>
                  <a:gd name="connsiteX6" fmla="*/ 218 w 6343"/>
                  <a:gd name="connsiteY6" fmla="*/ 3333 h 6345"/>
                  <a:gd name="connsiteX7" fmla="*/ 1147 w 6343"/>
                  <a:gd name="connsiteY7" fmla="*/ 5577 h 6345"/>
                  <a:gd name="connsiteX8" fmla="*/ 338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6"/>
                    </a:moveTo>
                    <a:cubicBezTo>
                      <a:pt x="4230" y="6506"/>
                      <a:pt x="5037" y="6172"/>
                      <a:pt x="5632" y="5577"/>
                    </a:cubicBezTo>
                    <a:cubicBezTo>
                      <a:pt x="6227" y="4982"/>
                      <a:pt x="6561" y="4175"/>
                      <a:pt x="6561" y="3333"/>
                    </a:cubicBezTo>
                    <a:cubicBezTo>
                      <a:pt x="6561" y="2492"/>
                      <a:pt x="6227" y="1685"/>
                      <a:pt x="5632" y="1090"/>
                    </a:cubicBezTo>
                    <a:cubicBezTo>
                      <a:pt x="5037" y="495"/>
                      <a:pt x="4230" y="161"/>
                      <a:pt x="3389" y="161"/>
                    </a:cubicBezTo>
                    <a:cubicBezTo>
                      <a:pt x="2548" y="161"/>
                      <a:pt x="1741" y="495"/>
                      <a:pt x="1147" y="1090"/>
                    </a:cubicBezTo>
                    <a:cubicBezTo>
                      <a:pt x="552" y="1685"/>
                      <a:pt x="218" y="2492"/>
                      <a:pt x="218" y="3333"/>
                    </a:cubicBezTo>
                    <a:cubicBezTo>
                      <a:pt x="218" y="4175"/>
                      <a:pt x="552" y="4982"/>
                      <a:pt x="1147" y="5577"/>
                    </a:cubicBezTo>
                    <a:cubicBezTo>
                      <a:pt x="1741" y="6172"/>
                      <a:pt x="2548" y="6506"/>
                      <a:pt x="338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11" name="Freeform: Shape 14310">
                <a:extLst>
                  <a:ext uri="{FF2B5EF4-FFF2-40B4-BE49-F238E27FC236}">
                    <a16:creationId xmlns:a16="http://schemas.microsoft.com/office/drawing/2014/main" id="{8D0582E6-1E13-287D-D47F-1D193643D1D7}"/>
                  </a:ext>
                </a:extLst>
              </p:cNvPr>
              <p:cNvSpPr/>
              <p:nvPr/>
            </p:nvSpPr>
            <p:spPr>
              <a:xfrm>
                <a:off x="9167598" y="5518485"/>
                <a:ext cx="6343" cy="6345"/>
              </a:xfrm>
              <a:custGeom>
                <a:avLst/>
                <a:gdLst>
                  <a:gd name="connsiteX0" fmla="*/ 3389 w 6343"/>
                  <a:gd name="connsiteY0" fmla="*/ 6506 h 6345"/>
                  <a:gd name="connsiteX1" fmla="*/ 5632 w 6343"/>
                  <a:gd name="connsiteY1" fmla="*/ 5577 h 6345"/>
                  <a:gd name="connsiteX2" fmla="*/ 6561 w 6343"/>
                  <a:gd name="connsiteY2" fmla="*/ 3333 h 6345"/>
                  <a:gd name="connsiteX3" fmla="*/ 5632 w 6343"/>
                  <a:gd name="connsiteY3" fmla="*/ 1090 h 6345"/>
                  <a:gd name="connsiteX4" fmla="*/ 3389 w 6343"/>
                  <a:gd name="connsiteY4" fmla="*/ 161 h 6345"/>
                  <a:gd name="connsiteX5" fmla="*/ 1146 w 6343"/>
                  <a:gd name="connsiteY5" fmla="*/ 1090 h 6345"/>
                  <a:gd name="connsiteX6" fmla="*/ 217 w 6343"/>
                  <a:gd name="connsiteY6" fmla="*/ 3333 h 6345"/>
                  <a:gd name="connsiteX7" fmla="*/ 1146 w 6343"/>
                  <a:gd name="connsiteY7" fmla="*/ 5577 h 6345"/>
                  <a:gd name="connsiteX8" fmla="*/ 338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6"/>
                    </a:moveTo>
                    <a:cubicBezTo>
                      <a:pt x="4230" y="6506"/>
                      <a:pt x="5037" y="6172"/>
                      <a:pt x="5632" y="5577"/>
                    </a:cubicBezTo>
                    <a:cubicBezTo>
                      <a:pt x="6226" y="4982"/>
                      <a:pt x="6561" y="4175"/>
                      <a:pt x="6561" y="3333"/>
                    </a:cubicBezTo>
                    <a:cubicBezTo>
                      <a:pt x="6561" y="2492"/>
                      <a:pt x="6226" y="1685"/>
                      <a:pt x="5632" y="1090"/>
                    </a:cubicBezTo>
                    <a:cubicBezTo>
                      <a:pt x="5037" y="495"/>
                      <a:pt x="4230" y="161"/>
                      <a:pt x="3389" y="161"/>
                    </a:cubicBezTo>
                    <a:cubicBezTo>
                      <a:pt x="2548" y="161"/>
                      <a:pt x="1741" y="495"/>
                      <a:pt x="1146" y="1090"/>
                    </a:cubicBezTo>
                    <a:cubicBezTo>
                      <a:pt x="552" y="1685"/>
                      <a:pt x="217" y="2492"/>
                      <a:pt x="217" y="3333"/>
                    </a:cubicBezTo>
                    <a:cubicBezTo>
                      <a:pt x="217" y="4175"/>
                      <a:pt x="552" y="4982"/>
                      <a:pt x="1146" y="5577"/>
                    </a:cubicBezTo>
                    <a:cubicBezTo>
                      <a:pt x="1741" y="6172"/>
                      <a:pt x="2548" y="6506"/>
                      <a:pt x="338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12" name="Freeform: Shape 14311">
                <a:extLst>
                  <a:ext uri="{FF2B5EF4-FFF2-40B4-BE49-F238E27FC236}">
                    <a16:creationId xmlns:a16="http://schemas.microsoft.com/office/drawing/2014/main" id="{CA0E7274-9967-9612-C76B-E9CF1B204133}"/>
                  </a:ext>
                </a:extLst>
              </p:cNvPr>
              <p:cNvSpPr/>
              <p:nvPr/>
            </p:nvSpPr>
            <p:spPr>
              <a:xfrm>
                <a:off x="9164640" y="5518052"/>
                <a:ext cx="6343" cy="6345"/>
              </a:xfrm>
              <a:custGeom>
                <a:avLst/>
                <a:gdLst>
                  <a:gd name="connsiteX0" fmla="*/ 3389 w 6343"/>
                  <a:gd name="connsiteY0" fmla="*/ 6506 h 6345"/>
                  <a:gd name="connsiteX1" fmla="*/ 5631 w 6343"/>
                  <a:gd name="connsiteY1" fmla="*/ 5577 h 6345"/>
                  <a:gd name="connsiteX2" fmla="*/ 6560 w 6343"/>
                  <a:gd name="connsiteY2" fmla="*/ 3333 h 6345"/>
                  <a:gd name="connsiteX3" fmla="*/ 5631 w 6343"/>
                  <a:gd name="connsiteY3" fmla="*/ 1090 h 6345"/>
                  <a:gd name="connsiteX4" fmla="*/ 3389 w 6343"/>
                  <a:gd name="connsiteY4" fmla="*/ 161 h 6345"/>
                  <a:gd name="connsiteX5" fmla="*/ 1146 w 6343"/>
                  <a:gd name="connsiteY5" fmla="*/ 1090 h 6345"/>
                  <a:gd name="connsiteX6" fmla="*/ 217 w 6343"/>
                  <a:gd name="connsiteY6" fmla="*/ 3333 h 6345"/>
                  <a:gd name="connsiteX7" fmla="*/ 1146 w 6343"/>
                  <a:gd name="connsiteY7" fmla="*/ 5577 h 6345"/>
                  <a:gd name="connsiteX8" fmla="*/ 338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6"/>
                    </a:moveTo>
                    <a:cubicBezTo>
                      <a:pt x="4230" y="6506"/>
                      <a:pt x="5037" y="6172"/>
                      <a:pt x="5631" y="5577"/>
                    </a:cubicBezTo>
                    <a:cubicBezTo>
                      <a:pt x="6226" y="4982"/>
                      <a:pt x="6560" y="4175"/>
                      <a:pt x="6560" y="3333"/>
                    </a:cubicBezTo>
                    <a:cubicBezTo>
                      <a:pt x="6560" y="2492"/>
                      <a:pt x="6226" y="1685"/>
                      <a:pt x="5631" y="1090"/>
                    </a:cubicBezTo>
                    <a:cubicBezTo>
                      <a:pt x="5037" y="495"/>
                      <a:pt x="4230" y="161"/>
                      <a:pt x="3389" y="161"/>
                    </a:cubicBezTo>
                    <a:cubicBezTo>
                      <a:pt x="2548" y="161"/>
                      <a:pt x="1741" y="495"/>
                      <a:pt x="1146" y="1090"/>
                    </a:cubicBezTo>
                    <a:cubicBezTo>
                      <a:pt x="551" y="1685"/>
                      <a:pt x="217" y="2492"/>
                      <a:pt x="217" y="3333"/>
                    </a:cubicBezTo>
                    <a:cubicBezTo>
                      <a:pt x="217" y="4175"/>
                      <a:pt x="551" y="4982"/>
                      <a:pt x="1146" y="5577"/>
                    </a:cubicBezTo>
                    <a:cubicBezTo>
                      <a:pt x="1741" y="6172"/>
                      <a:pt x="2548" y="6506"/>
                      <a:pt x="338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13" name="Freeform: Shape 14312">
                <a:extLst>
                  <a:ext uri="{FF2B5EF4-FFF2-40B4-BE49-F238E27FC236}">
                    <a16:creationId xmlns:a16="http://schemas.microsoft.com/office/drawing/2014/main" id="{FB9DD9CD-4BE9-BC29-1047-B1CEF24E757B}"/>
                  </a:ext>
                </a:extLst>
              </p:cNvPr>
              <p:cNvSpPr/>
              <p:nvPr/>
            </p:nvSpPr>
            <p:spPr>
              <a:xfrm>
                <a:off x="9161436" y="5517782"/>
                <a:ext cx="6343" cy="6345"/>
              </a:xfrm>
              <a:custGeom>
                <a:avLst/>
                <a:gdLst>
                  <a:gd name="connsiteX0" fmla="*/ 3389 w 6343"/>
                  <a:gd name="connsiteY0" fmla="*/ 6506 h 6345"/>
                  <a:gd name="connsiteX1" fmla="*/ 5631 w 6343"/>
                  <a:gd name="connsiteY1" fmla="*/ 5577 h 6345"/>
                  <a:gd name="connsiteX2" fmla="*/ 6560 w 6343"/>
                  <a:gd name="connsiteY2" fmla="*/ 3333 h 6345"/>
                  <a:gd name="connsiteX3" fmla="*/ 5631 w 6343"/>
                  <a:gd name="connsiteY3" fmla="*/ 1090 h 6345"/>
                  <a:gd name="connsiteX4" fmla="*/ 3389 w 6343"/>
                  <a:gd name="connsiteY4" fmla="*/ 161 h 6345"/>
                  <a:gd name="connsiteX5" fmla="*/ 1146 w 6343"/>
                  <a:gd name="connsiteY5" fmla="*/ 1090 h 6345"/>
                  <a:gd name="connsiteX6" fmla="*/ 217 w 6343"/>
                  <a:gd name="connsiteY6" fmla="*/ 3333 h 6345"/>
                  <a:gd name="connsiteX7" fmla="*/ 1146 w 6343"/>
                  <a:gd name="connsiteY7" fmla="*/ 5577 h 6345"/>
                  <a:gd name="connsiteX8" fmla="*/ 338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6"/>
                    </a:moveTo>
                    <a:cubicBezTo>
                      <a:pt x="4230" y="6506"/>
                      <a:pt x="5036" y="6172"/>
                      <a:pt x="5631" y="5577"/>
                    </a:cubicBezTo>
                    <a:cubicBezTo>
                      <a:pt x="6226" y="4982"/>
                      <a:pt x="6560" y="4175"/>
                      <a:pt x="6560" y="3333"/>
                    </a:cubicBezTo>
                    <a:cubicBezTo>
                      <a:pt x="6560" y="2492"/>
                      <a:pt x="6226" y="1685"/>
                      <a:pt x="5631" y="1090"/>
                    </a:cubicBezTo>
                    <a:cubicBezTo>
                      <a:pt x="5036" y="495"/>
                      <a:pt x="4230" y="161"/>
                      <a:pt x="3389" y="161"/>
                    </a:cubicBezTo>
                    <a:cubicBezTo>
                      <a:pt x="2547" y="161"/>
                      <a:pt x="1741" y="495"/>
                      <a:pt x="1146" y="1090"/>
                    </a:cubicBezTo>
                    <a:cubicBezTo>
                      <a:pt x="551" y="1685"/>
                      <a:pt x="217" y="2492"/>
                      <a:pt x="217" y="3333"/>
                    </a:cubicBezTo>
                    <a:cubicBezTo>
                      <a:pt x="217" y="4175"/>
                      <a:pt x="551" y="4982"/>
                      <a:pt x="1146" y="5577"/>
                    </a:cubicBezTo>
                    <a:cubicBezTo>
                      <a:pt x="1741" y="6172"/>
                      <a:pt x="2547" y="6506"/>
                      <a:pt x="338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14" name="Freeform: Shape 14313">
                <a:extLst>
                  <a:ext uri="{FF2B5EF4-FFF2-40B4-BE49-F238E27FC236}">
                    <a16:creationId xmlns:a16="http://schemas.microsoft.com/office/drawing/2014/main" id="{D5468AA1-8A81-D5AF-05AC-3673455741EE}"/>
                  </a:ext>
                </a:extLst>
              </p:cNvPr>
              <p:cNvSpPr/>
              <p:nvPr/>
            </p:nvSpPr>
            <p:spPr>
              <a:xfrm>
                <a:off x="9157448" y="5518086"/>
                <a:ext cx="6343" cy="6345"/>
              </a:xfrm>
              <a:custGeom>
                <a:avLst/>
                <a:gdLst>
                  <a:gd name="connsiteX0" fmla="*/ 3388 w 6343"/>
                  <a:gd name="connsiteY0" fmla="*/ 6506 h 6345"/>
                  <a:gd name="connsiteX1" fmla="*/ 5631 w 6343"/>
                  <a:gd name="connsiteY1" fmla="*/ 5577 h 6345"/>
                  <a:gd name="connsiteX2" fmla="*/ 6560 w 6343"/>
                  <a:gd name="connsiteY2" fmla="*/ 3333 h 6345"/>
                  <a:gd name="connsiteX3" fmla="*/ 5631 w 6343"/>
                  <a:gd name="connsiteY3" fmla="*/ 1090 h 6345"/>
                  <a:gd name="connsiteX4" fmla="*/ 3388 w 6343"/>
                  <a:gd name="connsiteY4" fmla="*/ 161 h 6345"/>
                  <a:gd name="connsiteX5" fmla="*/ 1146 w 6343"/>
                  <a:gd name="connsiteY5" fmla="*/ 1090 h 6345"/>
                  <a:gd name="connsiteX6" fmla="*/ 217 w 6343"/>
                  <a:gd name="connsiteY6" fmla="*/ 3333 h 6345"/>
                  <a:gd name="connsiteX7" fmla="*/ 1146 w 6343"/>
                  <a:gd name="connsiteY7" fmla="*/ 5577 h 6345"/>
                  <a:gd name="connsiteX8" fmla="*/ 338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6"/>
                    </a:moveTo>
                    <a:cubicBezTo>
                      <a:pt x="4229" y="6506"/>
                      <a:pt x="5036" y="6172"/>
                      <a:pt x="5631" y="5577"/>
                    </a:cubicBezTo>
                    <a:cubicBezTo>
                      <a:pt x="6226" y="4982"/>
                      <a:pt x="6560" y="4175"/>
                      <a:pt x="6560" y="3333"/>
                    </a:cubicBezTo>
                    <a:cubicBezTo>
                      <a:pt x="6560" y="2492"/>
                      <a:pt x="6226" y="1685"/>
                      <a:pt x="5631" y="1090"/>
                    </a:cubicBezTo>
                    <a:cubicBezTo>
                      <a:pt x="5036" y="495"/>
                      <a:pt x="4229" y="161"/>
                      <a:pt x="3388" y="161"/>
                    </a:cubicBezTo>
                    <a:cubicBezTo>
                      <a:pt x="2547" y="161"/>
                      <a:pt x="1740" y="495"/>
                      <a:pt x="1146" y="1090"/>
                    </a:cubicBezTo>
                    <a:cubicBezTo>
                      <a:pt x="551" y="1685"/>
                      <a:pt x="217" y="2492"/>
                      <a:pt x="217" y="3333"/>
                    </a:cubicBezTo>
                    <a:cubicBezTo>
                      <a:pt x="217" y="4175"/>
                      <a:pt x="551" y="4982"/>
                      <a:pt x="1146" y="5577"/>
                    </a:cubicBezTo>
                    <a:cubicBezTo>
                      <a:pt x="1740" y="6172"/>
                      <a:pt x="2547" y="6506"/>
                      <a:pt x="338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15" name="Freeform: Shape 14314">
                <a:extLst>
                  <a:ext uri="{FF2B5EF4-FFF2-40B4-BE49-F238E27FC236}">
                    <a16:creationId xmlns:a16="http://schemas.microsoft.com/office/drawing/2014/main" id="{4A730615-A885-B02E-3009-6FF33809B8D6}"/>
                  </a:ext>
                </a:extLst>
              </p:cNvPr>
              <p:cNvSpPr/>
              <p:nvPr/>
            </p:nvSpPr>
            <p:spPr>
              <a:xfrm>
                <a:off x="9154324" y="5517674"/>
                <a:ext cx="6343" cy="6345"/>
              </a:xfrm>
              <a:custGeom>
                <a:avLst/>
                <a:gdLst>
                  <a:gd name="connsiteX0" fmla="*/ 3388 w 6343"/>
                  <a:gd name="connsiteY0" fmla="*/ 6506 h 6345"/>
                  <a:gd name="connsiteX1" fmla="*/ 5631 w 6343"/>
                  <a:gd name="connsiteY1" fmla="*/ 5577 h 6345"/>
                  <a:gd name="connsiteX2" fmla="*/ 6560 w 6343"/>
                  <a:gd name="connsiteY2" fmla="*/ 3333 h 6345"/>
                  <a:gd name="connsiteX3" fmla="*/ 5631 w 6343"/>
                  <a:gd name="connsiteY3" fmla="*/ 1090 h 6345"/>
                  <a:gd name="connsiteX4" fmla="*/ 3388 w 6343"/>
                  <a:gd name="connsiteY4" fmla="*/ 161 h 6345"/>
                  <a:gd name="connsiteX5" fmla="*/ 1145 w 6343"/>
                  <a:gd name="connsiteY5" fmla="*/ 1090 h 6345"/>
                  <a:gd name="connsiteX6" fmla="*/ 216 w 6343"/>
                  <a:gd name="connsiteY6" fmla="*/ 3333 h 6345"/>
                  <a:gd name="connsiteX7" fmla="*/ 1145 w 6343"/>
                  <a:gd name="connsiteY7" fmla="*/ 5577 h 6345"/>
                  <a:gd name="connsiteX8" fmla="*/ 338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6"/>
                    </a:moveTo>
                    <a:cubicBezTo>
                      <a:pt x="4229" y="6506"/>
                      <a:pt x="5036" y="6172"/>
                      <a:pt x="5631" y="5577"/>
                    </a:cubicBezTo>
                    <a:cubicBezTo>
                      <a:pt x="6225" y="4982"/>
                      <a:pt x="6560" y="4175"/>
                      <a:pt x="6560" y="3333"/>
                    </a:cubicBezTo>
                    <a:cubicBezTo>
                      <a:pt x="6560" y="2492"/>
                      <a:pt x="6225" y="1685"/>
                      <a:pt x="5631" y="1090"/>
                    </a:cubicBezTo>
                    <a:cubicBezTo>
                      <a:pt x="5036" y="495"/>
                      <a:pt x="4229" y="161"/>
                      <a:pt x="3388" y="161"/>
                    </a:cubicBezTo>
                    <a:cubicBezTo>
                      <a:pt x="2547" y="161"/>
                      <a:pt x="1740" y="495"/>
                      <a:pt x="1145" y="1090"/>
                    </a:cubicBezTo>
                    <a:cubicBezTo>
                      <a:pt x="551" y="1685"/>
                      <a:pt x="216" y="2492"/>
                      <a:pt x="216" y="3333"/>
                    </a:cubicBezTo>
                    <a:cubicBezTo>
                      <a:pt x="216" y="4175"/>
                      <a:pt x="551" y="4982"/>
                      <a:pt x="1145" y="5577"/>
                    </a:cubicBezTo>
                    <a:cubicBezTo>
                      <a:pt x="1740" y="6172"/>
                      <a:pt x="2547" y="6506"/>
                      <a:pt x="338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16" name="Freeform: Shape 14315">
                <a:extLst>
                  <a:ext uri="{FF2B5EF4-FFF2-40B4-BE49-F238E27FC236}">
                    <a16:creationId xmlns:a16="http://schemas.microsoft.com/office/drawing/2014/main" id="{685E4865-19EA-6E08-1937-C55F0617F0E2}"/>
                  </a:ext>
                </a:extLst>
              </p:cNvPr>
              <p:cNvSpPr/>
              <p:nvPr/>
            </p:nvSpPr>
            <p:spPr>
              <a:xfrm>
                <a:off x="9150948" y="5517418"/>
                <a:ext cx="6343" cy="6345"/>
              </a:xfrm>
              <a:custGeom>
                <a:avLst/>
                <a:gdLst>
                  <a:gd name="connsiteX0" fmla="*/ 3388 w 6343"/>
                  <a:gd name="connsiteY0" fmla="*/ 6506 h 6345"/>
                  <a:gd name="connsiteX1" fmla="*/ 5630 w 6343"/>
                  <a:gd name="connsiteY1" fmla="*/ 5577 h 6345"/>
                  <a:gd name="connsiteX2" fmla="*/ 6559 w 6343"/>
                  <a:gd name="connsiteY2" fmla="*/ 3333 h 6345"/>
                  <a:gd name="connsiteX3" fmla="*/ 5630 w 6343"/>
                  <a:gd name="connsiteY3" fmla="*/ 1090 h 6345"/>
                  <a:gd name="connsiteX4" fmla="*/ 3388 w 6343"/>
                  <a:gd name="connsiteY4" fmla="*/ 161 h 6345"/>
                  <a:gd name="connsiteX5" fmla="*/ 1145 w 6343"/>
                  <a:gd name="connsiteY5" fmla="*/ 1090 h 6345"/>
                  <a:gd name="connsiteX6" fmla="*/ 216 w 6343"/>
                  <a:gd name="connsiteY6" fmla="*/ 3333 h 6345"/>
                  <a:gd name="connsiteX7" fmla="*/ 1145 w 6343"/>
                  <a:gd name="connsiteY7" fmla="*/ 5577 h 6345"/>
                  <a:gd name="connsiteX8" fmla="*/ 338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6"/>
                    </a:moveTo>
                    <a:cubicBezTo>
                      <a:pt x="4229" y="6506"/>
                      <a:pt x="5036" y="6172"/>
                      <a:pt x="5630" y="5577"/>
                    </a:cubicBezTo>
                    <a:cubicBezTo>
                      <a:pt x="6225" y="4982"/>
                      <a:pt x="6559" y="4175"/>
                      <a:pt x="6559" y="3333"/>
                    </a:cubicBezTo>
                    <a:cubicBezTo>
                      <a:pt x="6559" y="2492"/>
                      <a:pt x="6225" y="1685"/>
                      <a:pt x="5630" y="1090"/>
                    </a:cubicBezTo>
                    <a:cubicBezTo>
                      <a:pt x="5036" y="495"/>
                      <a:pt x="4229" y="161"/>
                      <a:pt x="3388" y="161"/>
                    </a:cubicBezTo>
                    <a:cubicBezTo>
                      <a:pt x="2547" y="161"/>
                      <a:pt x="1740" y="495"/>
                      <a:pt x="1145" y="1090"/>
                    </a:cubicBezTo>
                    <a:cubicBezTo>
                      <a:pt x="550" y="1685"/>
                      <a:pt x="216" y="2492"/>
                      <a:pt x="216" y="3333"/>
                    </a:cubicBezTo>
                    <a:cubicBezTo>
                      <a:pt x="216" y="4175"/>
                      <a:pt x="550" y="4982"/>
                      <a:pt x="1145" y="5577"/>
                    </a:cubicBezTo>
                    <a:cubicBezTo>
                      <a:pt x="1740" y="6172"/>
                      <a:pt x="2547" y="6506"/>
                      <a:pt x="338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17" name="Freeform: Shape 14316">
                <a:extLst>
                  <a:ext uri="{FF2B5EF4-FFF2-40B4-BE49-F238E27FC236}">
                    <a16:creationId xmlns:a16="http://schemas.microsoft.com/office/drawing/2014/main" id="{1480046C-B0BC-D8B2-F69D-C06ACB192249}"/>
                  </a:ext>
                </a:extLst>
              </p:cNvPr>
              <p:cNvSpPr/>
              <p:nvPr/>
            </p:nvSpPr>
            <p:spPr>
              <a:xfrm>
                <a:off x="9147910" y="5516871"/>
                <a:ext cx="6343" cy="6345"/>
              </a:xfrm>
              <a:custGeom>
                <a:avLst/>
                <a:gdLst>
                  <a:gd name="connsiteX0" fmla="*/ 3387 w 6343"/>
                  <a:gd name="connsiteY0" fmla="*/ 6506 h 6345"/>
                  <a:gd name="connsiteX1" fmla="*/ 5630 w 6343"/>
                  <a:gd name="connsiteY1" fmla="*/ 5577 h 6345"/>
                  <a:gd name="connsiteX2" fmla="*/ 6559 w 6343"/>
                  <a:gd name="connsiteY2" fmla="*/ 3333 h 6345"/>
                  <a:gd name="connsiteX3" fmla="*/ 5630 w 6343"/>
                  <a:gd name="connsiteY3" fmla="*/ 1090 h 6345"/>
                  <a:gd name="connsiteX4" fmla="*/ 3387 w 6343"/>
                  <a:gd name="connsiteY4" fmla="*/ 161 h 6345"/>
                  <a:gd name="connsiteX5" fmla="*/ 1145 w 6343"/>
                  <a:gd name="connsiteY5" fmla="*/ 1090 h 6345"/>
                  <a:gd name="connsiteX6" fmla="*/ 216 w 6343"/>
                  <a:gd name="connsiteY6" fmla="*/ 3333 h 6345"/>
                  <a:gd name="connsiteX7" fmla="*/ 1145 w 6343"/>
                  <a:gd name="connsiteY7" fmla="*/ 5577 h 6345"/>
                  <a:gd name="connsiteX8" fmla="*/ 338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6"/>
                    </a:moveTo>
                    <a:cubicBezTo>
                      <a:pt x="4229" y="6506"/>
                      <a:pt x="5035" y="6172"/>
                      <a:pt x="5630" y="5577"/>
                    </a:cubicBezTo>
                    <a:cubicBezTo>
                      <a:pt x="6225" y="4982"/>
                      <a:pt x="6559" y="4175"/>
                      <a:pt x="6559" y="3333"/>
                    </a:cubicBezTo>
                    <a:cubicBezTo>
                      <a:pt x="6559" y="2492"/>
                      <a:pt x="6225" y="1685"/>
                      <a:pt x="5630" y="1090"/>
                    </a:cubicBezTo>
                    <a:cubicBezTo>
                      <a:pt x="5035" y="495"/>
                      <a:pt x="4229" y="161"/>
                      <a:pt x="3387" y="161"/>
                    </a:cubicBezTo>
                    <a:cubicBezTo>
                      <a:pt x="2546" y="161"/>
                      <a:pt x="1740" y="495"/>
                      <a:pt x="1145" y="1090"/>
                    </a:cubicBezTo>
                    <a:cubicBezTo>
                      <a:pt x="550" y="1685"/>
                      <a:pt x="216" y="2492"/>
                      <a:pt x="216" y="3333"/>
                    </a:cubicBezTo>
                    <a:cubicBezTo>
                      <a:pt x="216" y="4175"/>
                      <a:pt x="550" y="4982"/>
                      <a:pt x="1145" y="5577"/>
                    </a:cubicBezTo>
                    <a:cubicBezTo>
                      <a:pt x="1740" y="6172"/>
                      <a:pt x="2546" y="6506"/>
                      <a:pt x="338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18" name="Freeform: Shape 14317">
                <a:extLst>
                  <a:ext uri="{FF2B5EF4-FFF2-40B4-BE49-F238E27FC236}">
                    <a16:creationId xmlns:a16="http://schemas.microsoft.com/office/drawing/2014/main" id="{68FE4629-924C-9A9F-3260-46136A4CA508}"/>
                  </a:ext>
                </a:extLst>
              </p:cNvPr>
              <p:cNvSpPr/>
              <p:nvPr/>
            </p:nvSpPr>
            <p:spPr>
              <a:xfrm>
                <a:off x="9145164" y="5516074"/>
                <a:ext cx="6343" cy="6345"/>
              </a:xfrm>
              <a:custGeom>
                <a:avLst/>
                <a:gdLst>
                  <a:gd name="connsiteX0" fmla="*/ 3387 w 6343"/>
                  <a:gd name="connsiteY0" fmla="*/ 6506 h 6345"/>
                  <a:gd name="connsiteX1" fmla="*/ 5630 w 6343"/>
                  <a:gd name="connsiteY1" fmla="*/ 5577 h 6345"/>
                  <a:gd name="connsiteX2" fmla="*/ 6559 w 6343"/>
                  <a:gd name="connsiteY2" fmla="*/ 3333 h 6345"/>
                  <a:gd name="connsiteX3" fmla="*/ 5630 w 6343"/>
                  <a:gd name="connsiteY3" fmla="*/ 1090 h 6345"/>
                  <a:gd name="connsiteX4" fmla="*/ 3387 w 6343"/>
                  <a:gd name="connsiteY4" fmla="*/ 160 h 6345"/>
                  <a:gd name="connsiteX5" fmla="*/ 1145 w 6343"/>
                  <a:gd name="connsiteY5" fmla="*/ 1090 h 6345"/>
                  <a:gd name="connsiteX6" fmla="*/ 216 w 6343"/>
                  <a:gd name="connsiteY6" fmla="*/ 3333 h 6345"/>
                  <a:gd name="connsiteX7" fmla="*/ 1145 w 6343"/>
                  <a:gd name="connsiteY7" fmla="*/ 5577 h 6345"/>
                  <a:gd name="connsiteX8" fmla="*/ 338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6"/>
                    </a:moveTo>
                    <a:cubicBezTo>
                      <a:pt x="4228" y="6506"/>
                      <a:pt x="5035" y="6172"/>
                      <a:pt x="5630" y="5577"/>
                    </a:cubicBezTo>
                    <a:cubicBezTo>
                      <a:pt x="6225" y="4982"/>
                      <a:pt x="6559" y="4175"/>
                      <a:pt x="6559" y="3333"/>
                    </a:cubicBezTo>
                    <a:cubicBezTo>
                      <a:pt x="6559" y="2492"/>
                      <a:pt x="6225" y="1685"/>
                      <a:pt x="5630" y="1090"/>
                    </a:cubicBezTo>
                    <a:cubicBezTo>
                      <a:pt x="5035" y="495"/>
                      <a:pt x="4228" y="160"/>
                      <a:pt x="3387" y="160"/>
                    </a:cubicBezTo>
                    <a:cubicBezTo>
                      <a:pt x="2546" y="160"/>
                      <a:pt x="1739" y="495"/>
                      <a:pt x="1145" y="1090"/>
                    </a:cubicBezTo>
                    <a:cubicBezTo>
                      <a:pt x="550" y="1685"/>
                      <a:pt x="216" y="2492"/>
                      <a:pt x="216" y="3333"/>
                    </a:cubicBezTo>
                    <a:cubicBezTo>
                      <a:pt x="216" y="4175"/>
                      <a:pt x="550" y="4982"/>
                      <a:pt x="1145" y="5577"/>
                    </a:cubicBezTo>
                    <a:cubicBezTo>
                      <a:pt x="1739" y="6172"/>
                      <a:pt x="2546" y="6506"/>
                      <a:pt x="338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19" name="Freeform: Shape 14318">
                <a:extLst>
                  <a:ext uri="{FF2B5EF4-FFF2-40B4-BE49-F238E27FC236}">
                    <a16:creationId xmlns:a16="http://schemas.microsoft.com/office/drawing/2014/main" id="{11C357B2-5EF3-E0CA-00A9-DA1E0456137D}"/>
                  </a:ext>
                </a:extLst>
              </p:cNvPr>
              <p:cNvSpPr/>
              <p:nvPr/>
            </p:nvSpPr>
            <p:spPr>
              <a:xfrm>
                <a:off x="9141920" y="5515615"/>
                <a:ext cx="6343" cy="6345"/>
              </a:xfrm>
              <a:custGeom>
                <a:avLst/>
                <a:gdLst>
                  <a:gd name="connsiteX0" fmla="*/ 3387 w 6343"/>
                  <a:gd name="connsiteY0" fmla="*/ 6506 h 6345"/>
                  <a:gd name="connsiteX1" fmla="*/ 5630 w 6343"/>
                  <a:gd name="connsiteY1" fmla="*/ 5577 h 6345"/>
                  <a:gd name="connsiteX2" fmla="*/ 6559 w 6343"/>
                  <a:gd name="connsiteY2" fmla="*/ 3333 h 6345"/>
                  <a:gd name="connsiteX3" fmla="*/ 5630 w 6343"/>
                  <a:gd name="connsiteY3" fmla="*/ 1090 h 6345"/>
                  <a:gd name="connsiteX4" fmla="*/ 3387 w 6343"/>
                  <a:gd name="connsiteY4" fmla="*/ 160 h 6345"/>
                  <a:gd name="connsiteX5" fmla="*/ 1144 w 6343"/>
                  <a:gd name="connsiteY5" fmla="*/ 1090 h 6345"/>
                  <a:gd name="connsiteX6" fmla="*/ 215 w 6343"/>
                  <a:gd name="connsiteY6" fmla="*/ 3333 h 6345"/>
                  <a:gd name="connsiteX7" fmla="*/ 1144 w 6343"/>
                  <a:gd name="connsiteY7" fmla="*/ 5577 h 6345"/>
                  <a:gd name="connsiteX8" fmla="*/ 338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6"/>
                    </a:moveTo>
                    <a:cubicBezTo>
                      <a:pt x="4228" y="6506"/>
                      <a:pt x="5035" y="6172"/>
                      <a:pt x="5630" y="5577"/>
                    </a:cubicBezTo>
                    <a:cubicBezTo>
                      <a:pt x="6224" y="4982"/>
                      <a:pt x="6559" y="4175"/>
                      <a:pt x="6559" y="3333"/>
                    </a:cubicBezTo>
                    <a:cubicBezTo>
                      <a:pt x="6559" y="2492"/>
                      <a:pt x="6224" y="1685"/>
                      <a:pt x="5630" y="1090"/>
                    </a:cubicBezTo>
                    <a:cubicBezTo>
                      <a:pt x="5035" y="495"/>
                      <a:pt x="4228" y="160"/>
                      <a:pt x="3387" y="160"/>
                    </a:cubicBezTo>
                    <a:cubicBezTo>
                      <a:pt x="2546" y="160"/>
                      <a:pt x="1739" y="495"/>
                      <a:pt x="1144" y="1090"/>
                    </a:cubicBezTo>
                    <a:cubicBezTo>
                      <a:pt x="550" y="1685"/>
                      <a:pt x="215" y="2492"/>
                      <a:pt x="215" y="3333"/>
                    </a:cubicBezTo>
                    <a:cubicBezTo>
                      <a:pt x="215" y="4175"/>
                      <a:pt x="550" y="4982"/>
                      <a:pt x="1144" y="5577"/>
                    </a:cubicBezTo>
                    <a:cubicBezTo>
                      <a:pt x="1739" y="6172"/>
                      <a:pt x="2546" y="6506"/>
                      <a:pt x="338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20" name="Freeform: Shape 14319">
                <a:extLst>
                  <a:ext uri="{FF2B5EF4-FFF2-40B4-BE49-F238E27FC236}">
                    <a16:creationId xmlns:a16="http://schemas.microsoft.com/office/drawing/2014/main" id="{40196F9E-8EE4-E83C-4E95-3C5F9872FAEB}"/>
                  </a:ext>
                </a:extLst>
              </p:cNvPr>
              <p:cNvSpPr/>
              <p:nvPr/>
            </p:nvSpPr>
            <p:spPr>
              <a:xfrm>
                <a:off x="9136226" y="5516893"/>
                <a:ext cx="6343" cy="6345"/>
              </a:xfrm>
              <a:custGeom>
                <a:avLst/>
                <a:gdLst>
                  <a:gd name="connsiteX0" fmla="*/ 3387 w 6343"/>
                  <a:gd name="connsiteY0" fmla="*/ 6506 h 6345"/>
                  <a:gd name="connsiteX1" fmla="*/ 5629 w 6343"/>
                  <a:gd name="connsiteY1" fmla="*/ 5577 h 6345"/>
                  <a:gd name="connsiteX2" fmla="*/ 6558 w 6343"/>
                  <a:gd name="connsiteY2" fmla="*/ 3333 h 6345"/>
                  <a:gd name="connsiteX3" fmla="*/ 5629 w 6343"/>
                  <a:gd name="connsiteY3" fmla="*/ 1090 h 6345"/>
                  <a:gd name="connsiteX4" fmla="*/ 3387 w 6343"/>
                  <a:gd name="connsiteY4" fmla="*/ 161 h 6345"/>
                  <a:gd name="connsiteX5" fmla="*/ 1144 w 6343"/>
                  <a:gd name="connsiteY5" fmla="*/ 1090 h 6345"/>
                  <a:gd name="connsiteX6" fmla="*/ 215 w 6343"/>
                  <a:gd name="connsiteY6" fmla="*/ 3333 h 6345"/>
                  <a:gd name="connsiteX7" fmla="*/ 1144 w 6343"/>
                  <a:gd name="connsiteY7" fmla="*/ 5577 h 6345"/>
                  <a:gd name="connsiteX8" fmla="*/ 338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6"/>
                    </a:moveTo>
                    <a:cubicBezTo>
                      <a:pt x="4228" y="6506"/>
                      <a:pt x="5034" y="6172"/>
                      <a:pt x="5629" y="5577"/>
                    </a:cubicBezTo>
                    <a:cubicBezTo>
                      <a:pt x="6224" y="4982"/>
                      <a:pt x="6558" y="4175"/>
                      <a:pt x="6558" y="3333"/>
                    </a:cubicBezTo>
                    <a:cubicBezTo>
                      <a:pt x="6558" y="2492"/>
                      <a:pt x="6224" y="1685"/>
                      <a:pt x="5629" y="1090"/>
                    </a:cubicBezTo>
                    <a:cubicBezTo>
                      <a:pt x="5034" y="495"/>
                      <a:pt x="4228" y="161"/>
                      <a:pt x="3387" y="161"/>
                    </a:cubicBezTo>
                    <a:cubicBezTo>
                      <a:pt x="2545" y="161"/>
                      <a:pt x="1739" y="495"/>
                      <a:pt x="1144" y="1090"/>
                    </a:cubicBezTo>
                    <a:cubicBezTo>
                      <a:pt x="549" y="1685"/>
                      <a:pt x="215" y="2492"/>
                      <a:pt x="215" y="3333"/>
                    </a:cubicBezTo>
                    <a:cubicBezTo>
                      <a:pt x="215" y="4175"/>
                      <a:pt x="549" y="4982"/>
                      <a:pt x="1144" y="5577"/>
                    </a:cubicBezTo>
                    <a:cubicBezTo>
                      <a:pt x="1739" y="6172"/>
                      <a:pt x="2545" y="6506"/>
                      <a:pt x="338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21" name="Freeform: Shape 14320">
                <a:extLst>
                  <a:ext uri="{FF2B5EF4-FFF2-40B4-BE49-F238E27FC236}">
                    <a16:creationId xmlns:a16="http://schemas.microsoft.com/office/drawing/2014/main" id="{130377B0-D7B7-F2A6-87DA-2AACB0F76A43}"/>
                  </a:ext>
                </a:extLst>
              </p:cNvPr>
              <p:cNvSpPr/>
              <p:nvPr/>
            </p:nvSpPr>
            <p:spPr>
              <a:xfrm>
                <a:off x="9133111" y="5516249"/>
                <a:ext cx="6343" cy="6345"/>
              </a:xfrm>
              <a:custGeom>
                <a:avLst/>
                <a:gdLst>
                  <a:gd name="connsiteX0" fmla="*/ 3386 w 6343"/>
                  <a:gd name="connsiteY0" fmla="*/ 6506 h 6345"/>
                  <a:gd name="connsiteX1" fmla="*/ 5629 w 6343"/>
                  <a:gd name="connsiteY1" fmla="*/ 5577 h 6345"/>
                  <a:gd name="connsiteX2" fmla="*/ 6558 w 6343"/>
                  <a:gd name="connsiteY2" fmla="*/ 3333 h 6345"/>
                  <a:gd name="connsiteX3" fmla="*/ 5629 w 6343"/>
                  <a:gd name="connsiteY3" fmla="*/ 1090 h 6345"/>
                  <a:gd name="connsiteX4" fmla="*/ 3386 w 6343"/>
                  <a:gd name="connsiteY4" fmla="*/ 160 h 6345"/>
                  <a:gd name="connsiteX5" fmla="*/ 1144 w 6343"/>
                  <a:gd name="connsiteY5" fmla="*/ 1090 h 6345"/>
                  <a:gd name="connsiteX6" fmla="*/ 215 w 6343"/>
                  <a:gd name="connsiteY6" fmla="*/ 3333 h 6345"/>
                  <a:gd name="connsiteX7" fmla="*/ 1144 w 6343"/>
                  <a:gd name="connsiteY7" fmla="*/ 5577 h 6345"/>
                  <a:gd name="connsiteX8" fmla="*/ 338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06"/>
                    </a:moveTo>
                    <a:cubicBezTo>
                      <a:pt x="4227" y="6506"/>
                      <a:pt x="5034" y="6172"/>
                      <a:pt x="5629" y="5577"/>
                    </a:cubicBezTo>
                    <a:cubicBezTo>
                      <a:pt x="6224" y="4982"/>
                      <a:pt x="6558" y="4175"/>
                      <a:pt x="6558" y="3333"/>
                    </a:cubicBezTo>
                    <a:cubicBezTo>
                      <a:pt x="6558" y="2492"/>
                      <a:pt x="6224" y="1685"/>
                      <a:pt x="5629" y="1090"/>
                    </a:cubicBezTo>
                    <a:cubicBezTo>
                      <a:pt x="5034" y="495"/>
                      <a:pt x="4227" y="160"/>
                      <a:pt x="3386" y="160"/>
                    </a:cubicBezTo>
                    <a:cubicBezTo>
                      <a:pt x="2545" y="160"/>
                      <a:pt x="1738" y="495"/>
                      <a:pt x="1144" y="1090"/>
                    </a:cubicBezTo>
                    <a:cubicBezTo>
                      <a:pt x="549" y="1685"/>
                      <a:pt x="215" y="2492"/>
                      <a:pt x="215" y="3333"/>
                    </a:cubicBezTo>
                    <a:cubicBezTo>
                      <a:pt x="215" y="4175"/>
                      <a:pt x="549" y="4982"/>
                      <a:pt x="1144" y="5577"/>
                    </a:cubicBezTo>
                    <a:cubicBezTo>
                      <a:pt x="1738" y="6172"/>
                      <a:pt x="2545" y="6506"/>
                      <a:pt x="338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22" name="Freeform: Shape 14321">
                <a:extLst>
                  <a:ext uri="{FF2B5EF4-FFF2-40B4-BE49-F238E27FC236}">
                    <a16:creationId xmlns:a16="http://schemas.microsoft.com/office/drawing/2014/main" id="{F3C510A5-D433-E5BC-E127-8CB53538C442}"/>
                  </a:ext>
                </a:extLst>
              </p:cNvPr>
              <p:cNvSpPr/>
              <p:nvPr/>
            </p:nvSpPr>
            <p:spPr>
              <a:xfrm>
                <a:off x="9129740" y="5515753"/>
                <a:ext cx="6343" cy="6345"/>
              </a:xfrm>
              <a:custGeom>
                <a:avLst/>
                <a:gdLst>
                  <a:gd name="connsiteX0" fmla="*/ 3386 w 6343"/>
                  <a:gd name="connsiteY0" fmla="*/ 6506 h 6345"/>
                  <a:gd name="connsiteX1" fmla="*/ 5629 w 6343"/>
                  <a:gd name="connsiteY1" fmla="*/ 5577 h 6345"/>
                  <a:gd name="connsiteX2" fmla="*/ 6558 w 6343"/>
                  <a:gd name="connsiteY2" fmla="*/ 3333 h 6345"/>
                  <a:gd name="connsiteX3" fmla="*/ 5629 w 6343"/>
                  <a:gd name="connsiteY3" fmla="*/ 1090 h 6345"/>
                  <a:gd name="connsiteX4" fmla="*/ 3386 w 6343"/>
                  <a:gd name="connsiteY4" fmla="*/ 160 h 6345"/>
                  <a:gd name="connsiteX5" fmla="*/ 1143 w 6343"/>
                  <a:gd name="connsiteY5" fmla="*/ 1090 h 6345"/>
                  <a:gd name="connsiteX6" fmla="*/ 214 w 6343"/>
                  <a:gd name="connsiteY6" fmla="*/ 3333 h 6345"/>
                  <a:gd name="connsiteX7" fmla="*/ 1143 w 6343"/>
                  <a:gd name="connsiteY7" fmla="*/ 5577 h 6345"/>
                  <a:gd name="connsiteX8" fmla="*/ 338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06"/>
                    </a:moveTo>
                    <a:cubicBezTo>
                      <a:pt x="4227" y="6506"/>
                      <a:pt x="5034" y="6172"/>
                      <a:pt x="5629" y="5577"/>
                    </a:cubicBezTo>
                    <a:cubicBezTo>
                      <a:pt x="6223" y="4982"/>
                      <a:pt x="6558" y="4175"/>
                      <a:pt x="6558" y="3333"/>
                    </a:cubicBezTo>
                    <a:cubicBezTo>
                      <a:pt x="6558" y="2492"/>
                      <a:pt x="6223" y="1685"/>
                      <a:pt x="5629" y="1090"/>
                    </a:cubicBezTo>
                    <a:cubicBezTo>
                      <a:pt x="5034" y="495"/>
                      <a:pt x="4227" y="160"/>
                      <a:pt x="3386" y="160"/>
                    </a:cubicBezTo>
                    <a:cubicBezTo>
                      <a:pt x="2545" y="160"/>
                      <a:pt x="1738" y="495"/>
                      <a:pt x="1143" y="1090"/>
                    </a:cubicBezTo>
                    <a:cubicBezTo>
                      <a:pt x="549" y="1685"/>
                      <a:pt x="214" y="2492"/>
                      <a:pt x="214" y="3333"/>
                    </a:cubicBezTo>
                    <a:cubicBezTo>
                      <a:pt x="214" y="4175"/>
                      <a:pt x="549" y="4982"/>
                      <a:pt x="1143" y="5577"/>
                    </a:cubicBezTo>
                    <a:cubicBezTo>
                      <a:pt x="1738" y="6172"/>
                      <a:pt x="2545" y="6506"/>
                      <a:pt x="338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23" name="Freeform: Shape 14322">
                <a:extLst>
                  <a:ext uri="{FF2B5EF4-FFF2-40B4-BE49-F238E27FC236}">
                    <a16:creationId xmlns:a16="http://schemas.microsoft.com/office/drawing/2014/main" id="{511185E6-C597-A29C-2AD8-71EED882E024}"/>
                  </a:ext>
                </a:extLst>
              </p:cNvPr>
              <p:cNvSpPr/>
              <p:nvPr/>
            </p:nvSpPr>
            <p:spPr>
              <a:xfrm>
                <a:off x="9125505" y="5515821"/>
                <a:ext cx="6343" cy="6345"/>
              </a:xfrm>
              <a:custGeom>
                <a:avLst/>
                <a:gdLst>
                  <a:gd name="connsiteX0" fmla="*/ 3386 w 6343"/>
                  <a:gd name="connsiteY0" fmla="*/ 6506 h 6345"/>
                  <a:gd name="connsiteX1" fmla="*/ 5628 w 6343"/>
                  <a:gd name="connsiteY1" fmla="*/ 5577 h 6345"/>
                  <a:gd name="connsiteX2" fmla="*/ 6557 w 6343"/>
                  <a:gd name="connsiteY2" fmla="*/ 3333 h 6345"/>
                  <a:gd name="connsiteX3" fmla="*/ 5628 w 6343"/>
                  <a:gd name="connsiteY3" fmla="*/ 1090 h 6345"/>
                  <a:gd name="connsiteX4" fmla="*/ 3386 w 6343"/>
                  <a:gd name="connsiteY4" fmla="*/ 160 h 6345"/>
                  <a:gd name="connsiteX5" fmla="*/ 1143 w 6343"/>
                  <a:gd name="connsiteY5" fmla="*/ 1090 h 6345"/>
                  <a:gd name="connsiteX6" fmla="*/ 214 w 6343"/>
                  <a:gd name="connsiteY6" fmla="*/ 3333 h 6345"/>
                  <a:gd name="connsiteX7" fmla="*/ 1143 w 6343"/>
                  <a:gd name="connsiteY7" fmla="*/ 5577 h 6345"/>
                  <a:gd name="connsiteX8" fmla="*/ 338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06"/>
                    </a:moveTo>
                    <a:cubicBezTo>
                      <a:pt x="4227" y="6506"/>
                      <a:pt x="5034" y="6172"/>
                      <a:pt x="5628" y="5577"/>
                    </a:cubicBezTo>
                    <a:cubicBezTo>
                      <a:pt x="6223" y="4982"/>
                      <a:pt x="6557" y="4175"/>
                      <a:pt x="6557" y="3333"/>
                    </a:cubicBezTo>
                    <a:cubicBezTo>
                      <a:pt x="6557" y="2492"/>
                      <a:pt x="6223" y="1685"/>
                      <a:pt x="5628" y="1090"/>
                    </a:cubicBezTo>
                    <a:cubicBezTo>
                      <a:pt x="5034" y="495"/>
                      <a:pt x="4227" y="160"/>
                      <a:pt x="3386" y="160"/>
                    </a:cubicBezTo>
                    <a:cubicBezTo>
                      <a:pt x="2545" y="160"/>
                      <a:pt x="1738" y="495"/>
                      <a:pt x="1143" y="1090"/>
                    </a:cubicBezTo>
                    <a:cubicBezTo>
                      <a:pt x="548" y="1685"/>
                      <a:pt x="214" y="2492"/>
                      <a:pt x="214" y="3333"/>
                    </a:cubicBezTo>
                    <a:cubicBezTo>
                      <a:pt x="214" y="4175"/>
                      <a:pt x="548" y="4982"/>
                      <a:pt x="1143" y="5577"/>
                    </a:cubicBezTo>
                    <a:cubicBezTo>
                      <a:pt x="1738" y="6172"/>
                      <a:pt x="2545" y="6506"/>
                      <a:pt x="338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24" name="Freeform: Shape 14323">
                <a:extLst>
                  <a:ext uri="{FF2B5EF4-FFF2-40B4-BE49-F238E27FC236}">
                    <a16:creationId xmlns:a16="http://schemas.microsoft.com/office/drawing/2014/main" id="{3897E0BA-C1ED-3B83-6392-3D1763CFC9FF}"/>
                  </a:ext>
                </a:extLst>
              </p:cNvPr>
              <p:cNvSpPr/>
              <p:nvPr/>
            </p:nvSpPr>
            <p:spPr>
              <a:xfrm>
                <a:off x="9121308" y="5515810"/>
                <a:ext cx="6343" cy="6345"/>
              </a:xfrm>
              <a:custGeom>
                <a:avLst/>
                <a:gdLst>
                  <a:gd name="connsiteX0" fmla="*/ 3385 w 6343"/>
                  <a:gd name="connsiteY0" fmla="*/ 6506 h 6345"/>
                  <a:gd name="connsiteX1" fmla="*/ 5628 w 6343"/>
                  <a:gd name="connsiteY1" fmla="*/ 5577 h 6345"/>
                  <a:gd name="connsiteX2" fmla="*/ 6557 w 6343"/>
                  <a:gd name="connsiteY2" fmla="*/ 3333 h 6345"/>
                  <a:gd name="connsiteX3" fmla="*/ 5628 w 6343"/>
                  <a:gd name="connsiteY3" fmla="*/ 1090 h 6345"/>
                  <a:gd name="connsiteX4" fmla="*/ 3385 w 6343"/>
                  <a:gd name="connsiteY4" fmla="*/ 160 h 6345"/>
                  <a:gd name="connsiteX5" fmla="*/ 1143 w 6343"/>
                  <a:gd name="connsiteY5" fmla="*/ 1090 h 6345"/>
                  <a:gd name="connsiteX6" fmla="*/ 214 w 6343"/>
                  <a:gd name="connsiteY6" fmla="*/ 3333 h 6345"/>
                  <a:gd name="connsiteX7" fmla="*/ 1143 w 6343"/>
                  <a:gd name="connsiteY7" fmla="*/ 5577 h 6345"/>
                  <a:gd name="connsiteX8" fmla="*/ 338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06"/>
                    </a:moveTo>
                    <a:cubicBezTo>
                      <a:pt x="4226" y="6506"/>
                      <a:pt x="5033" y="6172"/>
                      <a:pt x="5628" y="5577"/>
                    </a:cubicBezTo>
                    <a:cubicBezTo>
                      <a:pt x="6223" y="4982"/>
                      <a:pt x="6557" y="4175"/>
                      <a:pt x="6557" y="3333"/>
                    </a:cubicBezTo>
                    <a:cubicBezTo>
                      <a:pt x="6557" y="2492"/>
                      <a:pt x="6223" y="1685"/>
                      <a:pt x="5628" y="1090"/>
                    </a:cubicBezTo>
                    <a:cubicBezTo>
                      <a:pt x="5033" y="495"/>
                      <a:pt x="4226" y="160"/>
                      <a:pt x="3385" y="160"/>
                    </a:cubicBezTo>
                    <a:cubicBezTo>
                      <a:pt x="2544" y="160"/>
                      <a:pt x="1737" y="495"/>
                      <a:pt x="1143" y="1090"/>
                    </a:cubicBezTo>
                    <a:cubicBezTo>
                      <a:pt x="548" y="1685"/>
                      <a:pt x="214" y="2492"/>
                      <a:pt x="214" y="3333"/>
                    </a:cubicBezTo>
                    <a:cubicBezTo>
                      <a:pt x="214" y="4175"/>
                      <a:pt x="548" y="4982"/>
                      <a:pt x="1143" y="5577"/>
                    </a:cubicBezTo>
                    <a:cubicBezTo>
                      <a:pt x="1737" y="6172"/>
                      <a:pt x="2544" y="6506"/>
                      <a:pt x="338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25" name="Freeform: Shape 14324">
                <a:extLst>
                  <a:ext uri="{FF2B5EF4-FFF2-40B4-BE49-F238E27FC236}">
                    <a16:creationId xmlns:a16="http://schemas.microsoft.com/office/drawing/2014/main" id="{111309AB-A0D0-D735-0966-249A0D41C096}"/>
                  </a:ext>
                </a:extLst>
              </p:cNvPr>
              <p:cNvSpPr/>
              <p:nvPr/>
            </p:nvSpPr>
            <p:spPr>
              <a:xfrm>
                <a:off x="9117710" y="5515342"/>
                <a:ext cx="6343" cy="6345"/>
              </a:xfrm>
              <a:custGeom>
                <a:avLst/>
                <a:gdLst>
                  <a:gd name="connsiteX0" fmla="*/ 3385 w 6343"/>
                  <a:gd name="connsiteY0" fmla="*/ 6506 h 6345"/>
                  <a:gd name="connsiteX1" fmla="*/ 5628 w 6343"/>
                  <a:gd name="connsiteY1" fmla="*/ 5577 h 6345"/>
                  <a:gd name="connsiteX2" fmla="*/ 6557 w 6343"/>
                  <a:gd name="connsiteY2" fmla="*/ 3333 h 6345"/>
                  <a:gd name="connsiteX3" fmla="*/ 5628 w 6343"/>
                  <a:gd name="connsiteY3" fmla="*/ 1090 h 6345"/>
                  <a:gd name="connsiteX4" fmla="*/ 3385 w 6343"/>
                  <a:gd name="connsiteY4" fmla="*/ 160 h 6345"/>
                  <a:gd name="connsiteX5" fmla="*/ 1142 w 6343"/>
                  <a:gd name="connsiteY5" fmla="*/ 1090 h 6345"/>
                  <a:gd name="connsiteX6" fmla="*/ 214 w 6343"/>
                  <a:gd name="connsiteY6" fmla="*/ 3333 h 6345"/>
                  <a:gd name="connsiteX7" fmla="*/ 1142 w 6343"/>
                  <a:gd name="connsiteY7" fmla="*/ 5577 h 6345"/>
                  <a:gd name="connsiteX8" fmla="*/ 338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06"/>
                    </a:moveTo>
                    <a:cubicBezTo>
                      <a:pt x="4226" y="6506"/>
                      <a:pt x="5033" y="6172"/>
                      <a:pt x="5628" y="5577"/>
                    </a:cubicBezTo>
                    <a:cubicBezTo>
                      <a:pt x="6222" y="4982"/>
                      <a:pt x="6557" y="4175"/>
                      <a:pt x="6557" y="3333"/>
                    </a:cubicBezTo>
                    <a:cubicBezTo>
                      <a:pt x="6557" y="2492"/>
                      <a:pt x="6222" y="1685"/>
                      <a:pt x="5628" y="1090"/>
                    </a:cubicBezTo>
                    <a:cubicBezTo>
                      <a:pt x="5033" y="495"/>
                      <a:pt x="4226" y="160"/>
                      <a:pt x="3385" y="160"/>
                    </a:cubicBezTo>
                    <a:cubicBezTo>
                      <a:pt x="2544" y="160"/>
                      <a:pt x="1737" y="495"/>
                      <a:pt x="1142" y="1090"/>
                    </a:cubicBezTo>
                    <a:cubicBezTo>
                      <a:pt x="548" y="1685"/>
                      <a:pt x="214" y="2492"/>
                      <a:pt x="214" y="3333"/>
                    </a:cubicBezTo>
                    <a:cubicBezTo>
                      <a:pt x="214" y="4175"/>
                      <a:pt x="548" y="4982"/>
                      <a:pt x="1142" y="5577"/>
                    </a:cubicBezTo>
                    <a:cubicBezTo>
                      <a:pt x="1737" y="6172"/>
                      <a:pt x="2544" y="6506"/>
                      <a:pt x="338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26" name="Freeform: Shape 14325">
                <a:extLst>
                  <a:ext uri="{FF2B5EF4-FFF2-40B4-BE49-F238E27FC236}">
                    <a16:creationId xmlns:a16="http://schemas.microsoft.com/office/drawing/2014/main" id="{4F65F041-A399-42B9-803B-AC61B037965F}"/>
                  </a:ext>
                </a:extLst>
              </p:cNvPr>
              <p:cNvSpPr/>
              <p:nvPr/>
            </p:nvSpPr>
            <p:spPr>
              <a:xfrm>
                <a:off x="9113595" y="5515180"/>
                <a:ext cx="6343" cy="6345"/>
              </a:xfrm>
              <a:custGeom>
                <a:avLst/>
                <a:gdLst>
                  <a:gd name="connsiteX0" fmla="*/ 3385 w 6343"/>
                  <a:gd name="connsiteY0" fmla="*/ 6506 h 6345"/>
                  <a:gd name="connsiteX1" fmla="*/ 5627 w 6343"/>
                  <a:gd name="connsiteY1" fmla="*/ 5577 h 6345"/>
                  <a:gd name="connsiteX2" fmla="*/ 6556 w 6343"/>
                  <a:gd name="connsiteY2" fmla="*/ 3333 h 6345"/>
                  <a:gd name="connsiteX3" fmla="*/ 5627 w 6343"/>
                  <a:gd name="connsiteY3" fmla="*/ 1090 h 6345"/>
                  <a:gd name="connsiteX4" fmla="*/ 3385 w 6343"/>
                  <a:gd name="connsiteY4" fmla="*/ 160 h 6345"/>
                  <a:gd name="connsiteX5" fmla="*/ 1142 w 6343"/>
                  <a:gd name="connsiteY5" fmla="*/ 1090 h 6345"/>
                  <a:gd name="connsiteX6" fmla="*/ 213 w 6343"/>
                  <a:gd name="connsiteY6" fmla="*/ 3333 h 6345"/>
                  <a:gd name="connsiteX7" fmla="*/ 1142 w 6343"/>
                  <a:gd name="connsiteY7" fmla="*/ 5577 h 6345"/>
                  <a:gd name="connsiteX8" fmla="*/ 338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06"/>
                    </a:moveTo>
                    <a:cubicBezTo>
                      <a:pt x="4226" y="6506"/>
                      <a:pt x="5033" y="6172"/>
                      <a:pt x="5627" y="5577"/>
                    </a:cubicBezTo>
                    <a:cubicBezTo>
                      <a:pt x="6222" y="4982"/>
                      <a:pt x="6556" y="4175"/>
                      <a:pt x="6556" y="3333"/>
                    </a:cubicBezTo>
                    <a:cubicBezTo>
                      <a:pt x="6556" y="2492"/>
                      <a:pt x="6222" y="1685"/>
                      <a:pt x="5627" y="1090"/>
                    </a:cubicBezTo>
                    <a:cubicBezTo>
                      <a:pt x="5033" y="495"/>
                      <a:pt x="4226" y="160"/>
                      <a:pt x="3385" y="160"/>
                    </a:cubicBezTo>
                    <a:cubicBezTo>
                      <a:pt x="2544" y="160"/>
                      <a:pt x="1737" y="495"/>
                      <a:pt x="1142" y="1090"/>
                    </a:cubicBezTo>
                    <a:cubicBezTo>
                      <a:pt x="547" y="1685"/>
                      <a:pt x="213" y="2492"/>
                      <a:pt x="213" y="3333"/>
                    </a:cubicBezTo>
                    <a:cubicBezTo>
                      <a:pt x="213" y="4175"/>
                      <a:pt x="547" y="4982"/>
                      <a:pt x="1142" y="5577"/>
                    </a:cubicBezTo>
                    <a:cubicBezTo>
                      <a:pt x="1737" y="6172"/>
                      <a:pt x="2544" y="6506"/>
                      <a:pt x="338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27" name="Freeform: Shape 14326">
                <a:extLst>
                  <a:ext uri="{FF2B5EF4-FFF2-40B4-BE49-F238E27FC236}">
                    <a16:creationId xmlns:a16="http://schemas.microsoft.com/office/drawing/2014/main" id="{70ACD920-0A0A-2B0F-56C0-60F23804B393}"/>
                  </a:ext>
                </a:extLst>
              </p:cNvPr>
              <p:cNvSpPr/>
              <p:nvPr/>
            </p:nvSpPr>
            <p:spPr>
              <a:xfrm>
                <a:off x="9107619" y="5516196"/>
                <a:ext cx="6343" cy="6345"/>
              </a:xfrm>
              <a:custGeom>
                <a:avLst/>
                <a:gdLst>
                  <a:gd name="connsiteX0" fmla="*/ 3384 w 6343"/>
                  <a:gd name="connsiteY0" fmla="*/ 6506 h 6345"/>
                  <a:gd name="connsiteX1" fmla="*/ 5627 w 6343"/>
                  <a:gd name="connsiteY1" fmla="*/ 5577 h 6345"/>
                  <a:gd name="connsiteX2" fmla="*/ 6556 w 6343"/>
                  <a:gd name="connsiteY2" fmla="*/ 3333 h 6345"/>
                  <a:gd name="connsiteX3" fmla="*/ 5627 w 6343"/>
                  <a:gd name="connsiteY3" fmla="*/ 1090 h 6345"/>
                  <a:gd name="connsiteX4" fmla="*/ 3384 w 6343"/>
                  <a:gd name="connsiteY4" fmla="*/ 160 h 6345"/>
                  <a:gd name="connsiteX5" fmla="*/ 1142 w 6343"/>
                  <a:gd name="connsiteY5" fmla="*/ 1090 h 6345"/>
                  <a:gd name="connsiteX6" fmla="*/ 213 w 6343"/>
                  <a:gd name="connsiteY6" fmla="*/ 3333 h 6345"/>
                  <a:gd name="connsiteX7" fmla="*/ 1142 w 6343"/>
                  <a:gd name="connsiteY7" fmla="*/ 5577 h 6345"/>
                  <a:gd name="connsiteX8" fmla="*/ 338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06"/>
                    </a:moveTo>
                    <a:cubicBezTo>
                      <a:pt x="4225" y="6506"/>
                      <a:pt x="5032" y="6172"/>
                      <a:pt x="5627" y="5577"/>
                    </a:cubicBezTo>
                    <a:cubicBezTo>
                      <a:pt x="6222" y="4982"/>
                      <a:pt x="6556" y="4175"/>
                      <a:pt x="6556" y="3333"/>
                    </a:cubicBezTo>
                    <a:cubicBezTo>
                      <a:pt x="6556" y="2492"/>
                      <a:pt x="6222" y="1685"/>
                      <a:pt x="5627" y="1090"/>
                    </a:cubicBezTo>
                    <a:cubicBezTo>
                      <a:pt x="5032" y="495"/>
                      <a:pt x="4225" y="160"/>
                      <a:pt x="3384" y="160"/>
                    </a:cubicBezTo>
                    <a:cubicBezTo>
                      <a:pt x="2543" y="160"/>
                      <a:pt x="1736" y="495"/>
                      <a:pt x="1142" y="1090"/>
                    </a:cubicBezTo>
                    <a:cubicBezTo>
                      <a:pt x="547" y="1685"/>
                      <a:pt x="213" y="2492"/>
                      <a:pt x="213" y="3333"/>
                    </a:cubicBezTo>
                    <a:cubicBezTo>
                      <a:pt x="213" y="4175"/>
                      <a:pt x="547" y="4982"/>
                      <a:pt x="1142" y="5577"/>
                    </a:cubicBezTo>
                    <a:cubicBezTo>
                      <a:pt x="1736" y="6172"/>
                      <a:pt x="2543" y="6506"/>
                      <a:pt x="338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28" name="Freeform: Shape 14327">
                <a:extLst>
                  <a:ext uri="{FF2B5EF4-FFF2-40B4-BE49-F238E27FC236}">
                    <a16:creationId xmlns:a16="http://schemas.microsoft.com/office/drawing/2014/main" id="{DE0F55FC-DDCD-BDE3-6BB0-C87B37FF57B0}"/>
                  </a:ext>
                </a:extLst>
              </p:cNvPr>
              <p:cNvSpPr/>
              <p:nvPr/>
            </p:nvSpPr>
            <p:spPr>
              <a:xfrm>
                <a:off x="9104198" y="5515468"/>
                <a:ext cx="6343" cy="6345"/>
              </a:xfrm>
              <a:custGeom>
                <a:avLst/>
                <a:gdLst>
                  <a:gd name="connsiteX0" fmla="*/ 3384 w 6343"/>
                  <a:gd name="connsiteY0" fmla="*/ 6506 h 6345"/>
                  <a:gd name="connsiteX1" fmla="*/ 5627 w 6343"/>
                  <a:gd name="connsiteY1" fmla="*/ 5577 h 6345"/>
                  <a:gd name="connsiteX2" fmla="*/ 6556 w 6343"/>
                  <a:gd name="connsiteY2" fmla="*/ 3333 h 6345"/>
                  <a:gd name="connsiteX3" fmla="*/ 5627 w 6343"/>
                  <a:gd name="connsiteY3" fmla="*/ 1090 h 6345"/>
                  <a:gd name="connsiteX4" fmla="*/ 3384 w 6343"/>
                  <a:gd name="connsiteY4" fmla="*/ 160 h 6345"/>
                  <a:gd name="connsiteX5" fmla="*/ 1141 w 6343"/>
                  <a:gd name="connsiteY5" fmla="*/ 1090 h 6345"/>
                  <a:gd name="connsiteX6" fmla="*/ 212 w 6343"/>
                  <a:gd name="connsiteY6" fmla="*/ 3333 h 6345"/>
                  <a:gd name="connsiteX7" fmla="*/ 1141 w 6343"/>
                  <a:gd name="connsiteY7" fmla="*/ 5577 h 6345"/>
                  <a:gd name="connsiteX8" fmla="*/ 338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06"/>
                    </a:moveTo>
                    <a:cubicBezTo>
                      <a:pt x="4225" y="6506"/>
                      <a:pt x="5032" y="6172"/>
                      <a:pt x="5627" y="5577"/>
                    </a:cubicBezTo>
                    <a:cubicBezTo>
                      <a:pt x="6221" y="4982"/>
                      <a:pt x="6556" y="4175"/>
                      <a:pt x="6556" y="3333"/>
                    </a:cubicBezTo>
                    <a:cubicBezTo>
                      <a:pt x="6556" y="2492"/>
                      <a:pt x="6221" y="1685"/>
                      <a:pt x="5627" y="1090"/>
                    </a:cubicBezTo>
                    <a:cubicBezTo>
                      <a:pt x="5032" y="495"/>
                      <a:pt x="4225" y="160"/>
                      <a:pt x="3384" y="160"/>
                    </a:cubicBezTo>
                    <a:cubicBezTo>
                      <a:pt x="2543" y="160"/>
                      <a:pt x="1736" y="495"/>
                      <a:pt x="1141" y="1090"/>
                    </a:cubicBezTo>
                    <a:cubicBezTo>
                      <a:pt x="547" y="1685"/>
                      <a:pt x="212" y="2492"/>
                      <a:pt x="212" y="3333"/>
                    </a:cubicBezTo>
                    <a:cubicBezTo>
                      <a:pt x="212" y="4175"/>
                      <a:pt x="547" y="4982"/>
                      <a:pt x="1141" y="5577"/>
                    </a:cubicBezTo>
                    <a:cubicBezTo>
                      <a:pt x="1736" y="6172"/>
                      <a:pt x="2543" y="6506"/>
                      <a:pt x="338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29" name="Freeform: Shape 14328">
                <a:extLst>
                  <a:ext uri="{FF2B5EF4-FFF2-40B4-BE49-F238E27FC236}">
                    <a16:creationId xmlns:a16="http://schemas.microsoft.com/office/drawing/2014/main" id="{EB0A779F-BDF1-ABFF-80FE-0705C5ED33EC}"/>
                  </a:ext>
                </a:extLst>
              </p:cNvPr>
              <p:cNvSpPr/>
              <p:nvPr/>
            </p:nvSpPr>
            <p:spPr>
              <a:xfrm>
                <a:off x="9097977" y="5516503"/>
                <a:ext cx="6343" cy="6345"/>
              </a:xfrm>
              <a:custGeom>
                <a:avLst/>
                <a:gdLst>
                  <a:gd name="connsiteX0" fmla="*/ 3384 w 6343"/>
                  <a:gd name="connsiteY0" fmla="*/ 6506 h 6345"/>
                  <a:gd name="connsiteX1" fmla="*/ 5626 w 6343"/>
                  <a:gd name="connsiteY1" fmla="*/ 5577 h 6345"/>
                  <a:gd name="connsiteX2" fmla="*/ 6555 w 6343"/>
                  <a:gd name="connsiteY2" fmla="*/ 3333 h 6345"/>
                  <a:gd name="connsiteX3" fmla="*/ 5626 w 6343"/>
                  <a:gd name="connsiteY3" fmla="*/ 1090 h 6345"/>
                  <a:gd name="connsiteX4" fmla="*/ 3384 w 6343"/>
                  <a:gd name="connsiteY4" fmla="*/ 161 h 6345"/>
                  <a:gd name="connsiteX5" fmla="*/ 1141 w 6343"/>
                  <a:gd name="connsiteY5" fmla="*/ 1090 h 6345"/>
                  <a:gd name="connsiteX6" fmla="*/ 212 w 6343"/>
                  <a:gd name="connsiteY6" fmla="*/ 3333 h 6345"/>
                  <a:gd name="connsiteX7" fmla="*/ 1141 w 6343"/>
                  <a:gd name="connsiteY7" fmla="*/ 5577 h 6345"/>
                  <a:gd name="connsiteX8" fmla="*/ 338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06"/>
                    </a:moveTo>
                    <a:cubicBezTo>
                      <a:pt x="4225" y="6506"/>
                      <a:pt x="5031" y="6172"/>
                      <a:pt x="5626" y="5577"/>
                    </a:cubicBezTo>
                    <a:cubicBezTo>
                      <a:pt x="6221" y="4982"/>
                      <a:pt x="6555" y="4175"/>
                      <a:pt x="6555" y="3333"/>
                    </a:cubicBezTo>
                    <a:cubicBezTo>
                      <a:pt x="6555" y="2492"/>
                      <a:pt x="6221" y="1685"/>
                      <a:pt x="5626" y="1090"/>
                    </a:cubicBezTo>
                    <a:cubicBezTo>
                      <a:pt x="5031" y="495"/>
                      <a:pt x="4225" y="161"/>
                      <a:pt x="3384" y="161"/>
                    </a:cubicBezTo>
                    <a:cubicBezTo>
                      <a:pt x="2542" y="161"/>
                      <a:pt x="1736" y="495"/>
                      <a:pt x="1141" y="1090"/>
                    </a:cubicBezTo>
                    <a:cubicBezTo>
                      <a:pt x="546" y="1685"/>
                      <a:pt x="212" y="2492"/>
                      <a:pt x="212" y="3333"/>
                    </a:cubicBezTo>
                    <a:cubicBezTo>
                      <a:pt x="212" y="4175"/>
                      <a:pt x="546" y="4982"/>
                      <a:pt x="1141" y="5577"/>
                    </a:cubicBezTo>
                    <a:cubicBezTo>
                      <a:pt x="1736" y="6172"/>
                      <a:pt x="2542" y="6506"/>
                      <a:pt x="338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30" name="Freeform: Shape 14329">
                <a:extLst>
                  <a:ext uri="{FF2B5EF4-FFF2-40B4-BE49-F238E27FC236}">
                    <a16:creationId xmlns:a16="http://schemas.microsoft.com/office/drawing/2014/main" id="{7972E8EB-6C75-09DD-8E2C-2A603C08EDA0}"/>
                  </a:ext>
                </a:extLst>
              </p:cNvPr>
              <p:cNvSpPr/>
              <p:nvPr/>
            </p:nvSpPr>
            <p:spPr>
              <a:xfrm>
                <a:off x="9093030" y="5516646"/>
                <a:ext cx="6343" cy="6345"/>
              </a:xfrm>
              <a:custGeom>
                <a:avLst/>
                <a:gdLst>
                  <a:gd name="connsiteX0" fmla="*/ 3383 w 6343"/>
                  <a:gd name="connsiteY0" fmla="*/ 6506 h 6345"/>
                  <a:gd name="connsiteX1" fmla="*/ 5626 w 6343"/>
                  <a:gd name="connsiteY1" fmla="*/ 5577 h 6345"/>
                  <a:gd name="connsiteX2" fmla="*/ 6555 w 6343"/>
                  <a:gd name="connsiteY2" fmla="*/ 3333 h 6345"/>
                  <a:gd name="connsiteX3" fmla="*/ 5626 w 6343"/>
                  <a:gd name="connsiteY3" fmla="*/ 1090 h 6345"/>
                  <a:gd name="connsiteX4" fmla="*/ 3383 w 6343"/>
                  <a:gd name="connsiteY4" fmla="*/ 161 h 6345"/>
                  <a:gd name="connsiteX5" fmla="*/ 1140 w 6343"/>
                  <a:gd name="connsiteY5" fmla="*/ 1090 h 6345"/>
                  <a:gd name="connsiteX6" fmla="*/ 212 w 6343"/>
                  <a:gd name="connsiteY6" fmla="*/ 3333 h 6345"/>
                  <a:gd name="connsiteX7" fmla="*/ 1140 w 6343"/>
                  <a:gd name="connsiteY7" fmla="*/ 5577 h 6345"/>
                  <a:gd name="connsiteX8" fmla="*/ 338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06"/>
                    </a:moveTo>
                    <a:cubicBezTo>
                      <a:pt x="4224" y="6506"/>
                      <a:pt x="5031" y="6172"/>
                      <a:pt x="5626" y="5577"/>
                    </a:cubicBezTo>
                    <a:cubicBezTo>
                      <a:pt x="6221" y="4982"/>
                      <a:pt x="6555" y="4175"/>
                      <a:pt x="6555" y="3333"/>
                    </a:cubicBezTo>
                    <a:cubicBezTo>
                      <a:pt x="6555" y="2492"/>
                      <a:pt x="6221" y="1685"/>
                      <a:pt x="5626" y="1090"/>
                    </a:cubicBezTo>
                    <a:cubicBezTo>
                      <a:pt x="5031" y="495"/>
                      <a:pt x="4224" y="161"/>
                      <a:pt x="3383" y="161"/>
                    </a:cubicBezTo>
                    <a:cubicBezTo>
                      <a:pt x="2542" y="161"/>
                      <a:pt x="1735" y="495"/>
                      <a:pt x="1140" y="1090"/>
                    </a:cubicBezTo>
                    <a:cubicBezTo>
                      <a:pt x="546" y="1685"/>
                      <a:pt x="212" y="2492"/>
                      <a:pt x="212" y="3333"/>
                    </a:cubicBezTo>
                    <a:cubicBezTo>
                      <a:pt x="212" y="4175"/>
                      <a:pt x="546" y="4982"/>
                      <a:pt x="1140" y="5577"/>
                    </a:cubicBezTo>
                    <a:cubicBezTo>
                      <a:pt x="1735" y="6172"/>
                      <a:pt x="2542" y="6506"/>
                      <a:pt x="338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31" name="Freeform: Shape 14330">
                <a:extLst>
                  <a:ext uri="{FF2B5EF4-FFF2-40B4-BE49-F238E27FC236}">
                    <a16:creationId xmlns:a16="http://schemas.microsoft.com/office/drawing/2014/main" id="{4DBB6734-BB72-FF82-412C-D792BA51BBFB}"/>
                  </a:ext>
                </a:extLst>
              </p:cNvPr>
              <p:cNvSpPr/>
              <p:nvPr/>
            </p:nvSpPr>
            <p:spPr>
              <a:xfrm>
                <a:off x="9087807" y="5516899"/>
                <a:ext cx="6343" cy="6345"/>
              </a:xfrm>
              <a:custGeom>
                <a:avLst/>
                <a:gdLst>
                  <a:gd name="connsiteX0" fmla="*/ 3383 w 6343"/>
                  <a:gd name="connsiteY0" fmla="*/ 6506 h 6345"/>
                  <a:gd name="connsiteX1" fmla="*/ 5625 w 6343"/>
                  <a:gd name="connsiteY1" fmla="*/ 5577 h 6345"/>
                  <a:gd name="connsiteX2" fmla="*/ 6554 w 6343"/>
                  <a:gd name="connsiteY2" fmla="*/ 3333 h 6345"/>
                  <a:gd name="connsiteX3" fmla="*/ 5625 w 6343"/>
                  <a:gd name="connsiteY3" fmla="*/ 1090 h 6345"/>
                  <a:gd name="connsiteX4" fmla="*/ 3383 w 6343"/>
                  <a:gd name="connsiteY4" fmla="*/ 161 h 6345"/>
                  <a:gd name="connsiteX5" fmla="*/ 1140 w 6343"/>
                  <a:gd name="connsiteY5" fmla="*/ 1090 h 6345"/>
                  <a:gd name="connsiteX6" fmla="*/ 211 w 6343"/>
                  <a:gd name="connsiteY6" fmla="*/ 3333 h 6345"/>
                  <a:gd name="connsiteX7" fmla="*/ 1140 w 6343"/>
                  <a:gd name="connsiteY7" fmla="*/ 5577 h 6345"/>
                  <a:gd name="connsiteX8" fmla="*/ 338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06"/>
                    </a:moveTo>
                    <a:cubicBezTo>
                      <a:pt x="4224" y="6506"/>
                      <a:pt x="5031" y="6172"/>
                      <a:pt x="5625" y="5577"/>
                    </a:cubicBezTo>
                    <a:cubicBezTo>
                      <a:pt x="6220" y="4982"/>
                      <a:pt x="6554" y="4175"/>
                      <a:pt x="6554" y="3333"/>
                    </a:cubicBezTo>
                    <a:cubicBezTo>
                      <a:pt x="6554" y="2492"/>
                      <a:pt x="6220" y="1685"/>
                      <a:pt x="5625" y="1090"/>
                    </a:cubicBezTo>
                    <a:cubicBezTo>
                      <a:pt x="5031" y="495"/>
                      <a:pt x="4224" y="161"/>
                      <a:pt x="3383" y="161"/>
                    </a:cubicBezTo>
                    <a:cubicBezTo>
                      <a:pt x="2542" y="161"/>
                      <a:pt x="1735" y="495"/>
                      <a:pt x="1140" y="1090"/>
                    </a:cubicBezTo>
                    <a:cubicBezTo>
                      <a:pt x="545" y="1685"/>
                      <a:pt x="211" y="2492"/>
                      <a:pt x="211" y="3333"/>
                    </a:cubicBezTo>
                    <a:cubicBezTo>
                      <a:pt x="211" y="4175"/>
                      <a:pt x="545" y="4982"/>
                      <a:pt x="1140" y="5577"/>
                    </a:cubicBezTo>
                    <a:cubicBezTo>
                      <a:pt x="1735" y="6172"/>
                      <a:pt x="2542" y="6506"/>
                      <a:pt x="338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32" name="Freeform: Shape 14331">
                <a:extLst>
                  <a:ext uri="{FF2B5EF4-FFF2-40B4-BE49-F238E27FC236}">
                    <a16:creationId xmlns:a16="http://schemas.microsoft.com/office/drawing/2014/main" id="{74CA981C-118E-EC00-BC1F-FC3A90C033E1}"/>
                  </a:ext>
                </a:extLst>
              </p:cNvPr>
              <p:cNvSpPr/>
              <p:nvPr/>
            </p:nvSpPr>
            <p:spPr>
              <a:xfrm>
                <a:off x="9085846" y="5351775"/>
                <a:ext cx="6343" cy="6345"/>
              </a:xfrm>
              <a:custGeom>
                <a:avLst/>
                <a:gdLst>
                  <a:gd name="connsiteX0" fmla="*/ 3383 w 6343"/>
                  <a:gd name="connsiteY0" fmla="*/ 6493 h 6345"/>
                  <a:gd name="connsiteX1" fmla="*/ 5625 w 6343"/>
                  <a:gd name="connsiteY1" fmla="*/ 5564 h 6345"/>
                  <a:gd name="connsiteX2" fmla="*/ 6554 w 6343"/>
                  <a:gd name="connsiteY2" fmla="*/ 3320 h 6345"/>
                  <a:gd name="connsiteX3" fmla="*/ 5625 w 6343"/>
                  <a:gd name="connsiteY3" fmla="*/ 1077 h 6345"/>
                  <a:gd name="connsiteX4" fmla="*/ 3383 w 6343"/>
                  <a:gd name="connsiteY4" fmla="*/ 148 h 6345"/>
                  <a:gd name="connsiteX5" fmla="*/ 1140 w 6343"/>
                  <a:gd name="connsiteY5" fmla="*/ 1077 h 6345"/>
                  <a:gd name="connsiteX6" fmla="*/ 211 w 6343"/>
                  <a:gd name="connsiteY6" fmla="*/ 3320 h 6345"/>
                  <a:gd name="connsiteX7" fmla="*/ 1140 w 6343"/>
                  <a:gd name="connsiteY7" fmla="*/ 5564 h 6345"/>
                  <a:gd name="connsiteX8" fmla="*/ 3383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3"/>
                    </a:moveTo>
                    <a:cubicBezTo>
                      <a:pt x="4224" y="6493"/>
                      <a:pt x="5030" y="6159"/>
                      <a:pt x="5625" y="5564"/>
                    </a:cubicBezTo>
                    <a:cubicBezTo>
                      <a:pt x="6220" y="4969"/>
                      <a:pt x="6554" y="4162"/>
                      <a:pt x="6554" y="3320"/>
                    </a:cubicBezTo>
                    <a:cubicBezTo>
                      <a:pt x="6554" y="2479"/>
                      <a:pt x="6220" y="1672"/>
                      <a:pt x="5625" y="1077"/>
                    </a:cubicBezTo>
                    <a:cubicBezTo>
                      <a:pt x="5030" y="482"/>
                      <a:pt x="4224" y="148"/>
                      <a:pt x="3383" y="148"/>
                    </a:cubicBezTo>
                    <a:cubicBezTo>
                      <a:pt x="2541" y="148"/>
                      <a:pt x="1735" y="482"/>
                      <a:pt x="1140" y="1077"/>
                    </a:cubicBezTo>
                    <a:cubicBezTo>
                      <a:pt x="545" y="1672"/>
                      <a:pt x="211" y="2479"/>
                      <a:pt x="211" y="3320"/>
                    </a:cubicBezTo>
                    <a:cubicBezTo>
                      <a:pt x="211" y="4162"/>
                      <a:pt x="545" y="4969"/>
                      <a:pt x="1140" y="5564"/>
                    </a:cubicBezTo>
                    <a:cubicBezTo>
                      <a:pt x="1735" y="6159"/>
                      <a:pt x="2541" y="6493"/>
                      <a:pt x="3383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33" name="Freeform: Shape 14332">
                <a:extLst>
                  <a:ext uri="{FF2B5EF4-FFF2-40B4-BE49-F238E27FC236}">
                    <a16:creationId xmlns:a16="http://schemas.microsoft.com/office/drawing/2014/main" id="{790D6CD2-BD4E-E8AC-C78B-CE06E34B17D3}"/>
                  </a:ext>
                </a:extLst>
              </p:cNvPr>
              <p:cNvSpPr/>
              <p:nvPr/>
            </p:nvSpPr>
            <p:spPr>
              <a:xfrm>
                <a:off x="9088601" y="5349093"/>
                <a:ext cx="6343" cy="6345"/>
              </a:xfrm>
              <a:custGeom>
                <a:avLst/>
                <a:gdLst>
                  <a:gd name="connsiteX0" fmla="*/ 3383 w 6343"/>
                  <a:gd name="connsiteY0" fmla="*/ 6493 h 6345"/>
                  <a:gd name="connsiteX1" fmla="*/ 5625 w 6343"/>
                  <a:gd name="connsiteY1" fmla="*/ 5563 h 6345"/>
                  <a:gd name="connsiteX2" fmla="*/ 6554 w 6343"/>
                  <a:gd name="connsiteY2" fmla="*/ 3320 h 6345"/>
                  <a:gd name="connsiteX3" fmla="*/ 5625 w 6343"/>
                  <a:gd name="connsiteY3" fmla="*/ 1077 h 6345"/>
                  <a:gd name="connsiteX4" fmla="*/ 3383 w 6343"/>
                  <a:gd name="connsiteY4" fmla="*/ 147 h 6345"/>
                  <a:gd name="connsiteX5" fmla="*/ 1140 w 6343"/>
                  <a:gd name="connsiteY5" fmla="*/ 1077 h 6345"/>
                  <a:gd name="connsiteX6" fmla="*/ 211 w 6343"/>
                  <a:gd name="connsiteY6" fmla="*/ 3320 h 6345"/>
                  <a:gd name="connsiteX7" fmla="*/ 1140 w 6343"/>
                  <a:gd name="connsiteY7" fmla="*/ 5563 h 6345"/>
                  <a:gd name="connsiteX8" fmla="*/ 3383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3"/>
                    </a:moveTo>
                    <a:cubicBezTo>
                      <a:pt x="4224" y="6493"/>
                      <a:pt x="5031" y="6158"/>
                      <a:pt x="5625" y="5563"/>
                    </a:cubicBezTo>
                    <a:cubicBezTo>
                      <a:pt x="6220" y="4969"/>
                      <a:pt x="6554" y="4161"/>
                      <a:pt x="6554" y="3320"/>
                    </a:cubicBezTo>
                    <a:cubicBezTo>
                      <a:pt x="6554" y="2479"/>
                      <a:pt x="6220" y="1672"/>
                      <a:pt x="5625" y="1077"/>
                    </a:cubicBezTo>
                    <a:cubicBezTo>
                      <a:pt x="5031" y="482"/>
                      <a:pt x="4224" y="147"/>
                      <a:pt x="3383" y="147"/>
                    </a:cubicBezTo>
                    <a:cubicBezTo>
                      <a:pt x="2542" y="147"/>
                      <a:pt x="1735" y="482"/>
                      <a:pt x="1140" y="1077"/>
                    </a:cubicBezTo>
                    <a:cubicBezTo>
                      <a:pt x="545" y="1672"/>
                      <a:pt x="211" y="2479"/>
                      <a:pt x="211" y="3320"/>
                    </a:cubicBezTo>
                    <a:cubicBezTo>
                      <a:pt x="211" y="4161"/>
                      <a:pt x="545" y="4969"/>
                      <a:pt x="1140" y="5563"/>
                    </a:cubicBezTo>
                    <a:cubicBezTo>
                      <a:pt x="1735" y="6158"/>
                      <a:pt x="2542" y="6493"/>
                      <a:pt x="3383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34" name="Freeform: Shape 14333">
                <a:extLst>
                  <a:ext uri="{FF2B5EF4-FFF2-40B4-BE49-F238E27FC236}">
                    <a16:creationId xmlns:a16="http://schemas.microsoft.com/office/drawing/2014/main" id="{F64D29C3-C0CA-F440-13CB-139B4A8E5351}"/>
                  </a:ext>
                </a:extLst>
              </p:cNvPr>
              <p:cNvSpPr/>
              <p:nvPr/>
            </p:nvSpPr>
            <p:spPr>
              <a:xfrm>
                <a:off x="9092523" y="5344072"/>
                <a:ext cx="6343" cy="6345"/>
              </a:xfrm>
              <a:custGeom>
                <a:avLst/>
                <a:gdLst>
                  <a:gd name="connsiteX0" fmla="*/ 3383 w 6343"/>
                  <a:gd name="connsiteY0" fmla="*/ 6492 h 6345"/>
                  <a:gd name="connsiteX1" fmla="*/ 5626 w 6343"/>
                  <a:gd name="connsiteY1" fmla="*/ 5563 h 6345"/>
                  <a:gd name="connsiteX2" fmla="*/ 6555 w 6343"/>
                  <a:gd name="connsiteY2" fmla="*/ 3320 h 6345"/>
                  <a:gd name="connsiteX3" fmla="*/ 5626 w 6343"/>
                  <a:gd name="connsiteY3" fmla="*/ 1076 h 6345"/>
                  <a:gd name="connsiteX4" fmla="*/ 3383 w 6343"/>
                  <a:gd name="connsiteY4" fmla="*/ 147 h 6345"/>
                  <a:gd name="connsiteX5" fmla="*/ 1140 w 6343"/>
                  <a:gd name="connsiteY5" fmla="*/ 1076 h 6345"/>
                  <a:gd name="connsiteX6" fmla="*/ 212 w 6343"/>
                  <a:gd name="connsiteY6" fmla="*/ 3320 h 6345"/>
                  <a:gd name="connsiteX7" fmla="*/ 1140 w 6343"/>
                  <a:gd name="connsiteY7" fmla="*/ 5563 h 6345"/>
                  <a:gd name="connsiteX8" fmla="*/ 3383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2"/>
                    </a:moveTo>
                    <a:cubicBezTo>
                      <a:pt x="4224" y="6492"/>
                      <a:pt x="5031" y="6158"/>
                      <a:pt x="5626" y="5563"/>
                    </a:cubicBezTo>
                    <a:cubicBezTo>
                      <a:pt x="6220" y="4968"/>
                      <a:pt x="6555" y="4161"/>
                      <a:pt x="6555" y="3320"/>
                    </a:cubicBezTo>
                    <a:cubicBezTo>
                      <a:pt x="6555" y="2478"/>
                      <a:pt x="6220" y="1671"/>
                      <a:pt x="5626" y="1076"/>
                    </a:cubicBezTo>
                    <a:cubicBezTo>
                      <a:pt x="5031" y="481"/>
                      <a:pt x="4224" y="147"/>
                      <a:pt x="3383" y="147"/>
                    </a:cubicBezTo>
                    <a:cubicBezTo>
                      <a:pt x="2542" y="147"/>
                      <a:pt x="1735" y="481"/>
                      <a:pt x="1140" y="1076"/>
                    </a:cubicBezTo>
                    <a:cubicBezTo>
                      <a:pt x="546" y="1671"/>
                      <a:pt x="212" y="2478"/>
                      <a:pt x="212" y="3320"/>
                    </a:cubicBezTo>
                    <a:cubicBezTo>
                      <a:pt x="212" y="4161"/>
                      <a:pt x="546" y="4968"/>
                      <a:pt x="1140" y="5563"/>
                    </a:cubicBezTo>
                    <a:cubicBezTo>
                      <a:pt x="1735" y="6158"/>
                      <a:pt x="2542" y="6492"/>
                      <a:pt x="3383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35" name="Freeform: Shape 14334">
                <a:extLst>
                  <a:ext uri="{FF2B5EF4-FFF2-40B4-BE49-F238E27FC236}">
                    <a16:creationId xmlns:a16="http://schemas.microsoft.com/office/drawing/2014/main" id="{7AFE6758-A383-61FD-0359-8F22A59689B4}"/>
                  </a:ext>
                </a:extLst>
              </p:cNvPr>
              <p:cNvSpPr/>
              <p:nvPr/>
            </p:nvSpPr>
            <p:spPr>
              <a:xfrm>
                <a:off x="9092833" y="5341829"/>
                <a:ext cx="6343" cy="6345"/>
              </a:xfrm>
              <a:custGeom>
                <a:avLst/>
                <a:gdLst>
                  <a:gd name="connsiteX0" fmla="*/ 3383 w 6343"/>
                  <a:gd name="connsiteY0" fmla="*/ 6492 h 6345"/>
                  <a:gd name="connsiteX1" fmla="*/ 5626 w 6343"/>
                  <a:gd name="connsiteY1" fmla="*/ 5563 h 6345"/>
                  <a:gd name="connsiteX2" fmla="*/ 6555 w 6343"/>
                  <a:gd name="connsiteY2" fmla="*/ 3319 h 6345"/>
                  <a:gd name="connsiteX3" fmla="*/ 5626 w 6343"/>
                  <a:gd name="connsiteY3" fmla="*/ 1076 h 6345"/>
                  <a:gd name="connsiteX4" fmla="*/ 3383 w 6343"/>
                  <a:gd name="connsiteY4" fmla="*/ 147 h 6345"/>
                  <a:gd name="connsiteX5" fmla="*/ 1140 w 6343"/>
                  <a:gd name="connsiteY5" fmla="*/ 1076 h 6345"/>
                  <a:gd name="connsiteX6" fmla="*/ 212 w 6343"/>
                  <a:gd name="connsiteY6" fmla="*/ 3319 h 6345"/>
                  <a:gd name="connsiteX7" fmla="*/ 1140 w 6343"/>
                  <a:gd name="connsiteY7" fmla="*/ 5563 h 6345"/>
                  <a:gd name="connsiteX8" fmla="*/ 3383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2"/>
                    </a:moveTo>
                    <a:cubicBezTo>
                      <a:pt x="4224" y="6492"/>
                      <a:pt x="5031" y="6158"/>
                      <a:pt x="5626" y="5563"/>
                    </a:cubicBezTo>
                    <a:cubicBezTo>
                      <a:pt x="6220" y="4968"/>
                      <a:pt x="6555" y="4161"/>
                      <a:pt x="6555" y="3319"/>
                    </a:cubicBezTo>
                    <a:cubicBezTo>
                      <a:pt x="6555" y="2478"/>
                      <a:pt x="6220" y="1671"/>
                      <a:pt x="5626" y="1076"/>
                    </a:cubicBezTo>
                    <a:cubicBezTo>
                      <a:pt x="5031" y="481"/>
                      <a:pt x="4224" y="147"/>
                      <a:pt x="3383" y="147"/>
                    </a:cubicBezTo>
                    <a:cubicBezTo>
                      <a:pt x="2542" y="147"/>
                      <a:pt x="1735" y="481"/>
                      <a:pt x="1140" y="1076"/>
                    </a:cubicBezTo>
                    <a:cubicBezTo>
                      <a:pt x="546" y="1671"/>
                      <a:pt x="212" y="2478"/>
                      <a:pt x="212" y="3319"/>
                    </a:cubicBezTo>
                    <a:cubicBezTo>
                      <a:pt x="212" y="4161"/>
                      <a:pt x="546" y="4968"/>
                      <a:pt x="1140" y="5563"/>
                    </a:cubicBezTo>
                    <a:cubicBezTo>
                      <a:pt x="1735" y="6158"/>
                      <a:pt x="2542" y="6492"/>
                      <a:pt x="3383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36" name="Freeform: Shape 14335">
                <a:extLst>
                  <a:ext uri="{FF2B5EF4-FFF2-40B4-BE49-F238E27FC236}">
                    <a16:creationId xmlns:a16="http://schemas.microsoft.com/office/drawing/2014/main" id="{D3C18BB8-F89F-DB27-01C5-5BC6ED7192BD}"/>
                  </a:ext>
                </a:extLst>
              </p:cNvPr>
              <p:cNvSpPr/>
              <p:nvPr/>
            </p:nvSpPr>
            <p:spPr>
              <a:xfrm>
                <a:off x="9094228" y="5337268"/>
                <a:ext cx="6343" cy="6345"/>
              </a:xfrm>
              <a:custGeom>
                <a:avLst/>
                <a:gdLst>
                  <a:gd name="connsiteX0" fmla="*/ 3383 w 6343"/>
                  <a:gd name="connsiteY0" fmla="*/ 6492 h 6345"/>
                  <a:gd name="connsiteX1" fmla="*/ 5626 w 6343"/>
                  <a:gd name="connsiteY1" fmla="*/ 5563 h 6345"/>
                  <a:gd name="connsiteX2" fmla="*/ 6555 w 6343"/>
                  <a:gd name="connsiteY2" fmla="*/ 3319 h 6345"/>
                  <a:gd name="connsiteX3" fmla="*/ 5626 w 6343"/>
                  <a:gd name="connsiteY3" fmla="*/ 1076 h 6345"/>
                  <a:gd name="connsiteX4" fmla="*/ 3383 w 6343"/>
                  <a:gd name="connsiteY4" fmla="*/ 146 h 6345"/>
                  <a:gd name="connsiteX5" fmla="*/ 1141 w 6343"/>
                  <a:gd name="connsiteY5" fmla="*/ 1076 h 6345"/>
                  <a:gd name="connsiteX6" fmla="*/ 212 w 6343"/>
                  <a:gd name="connsiteY6" fmla="*/ 3319 h 6345"/>
                  <a:gd name="connsiteX7" fmla="*/ 1141 w 6343"/>
                  <a:gd name="connsiteY7" fmla="*/ 5563 h 6345"/>
                  <a:gd name="connsiteX8" fmla="*/ 3383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2"/>
                    </a:moveTo>
                    <a:cubicBezTo>
                      <a:pt x="4224" y="6492"/>
                      <a:pt x="5031" y="6158"/>
                      <a:pt x="5626" y="5563"/>
                    </a:cubicBezTo>
                    <a:cubicBezTo>
                      <a:pt x="6221" y="4968"/>
                      <a:pt x="6555" y="4161"/>
                      <a:pt x="6555" y="3319"/>
                    </a:cubicBezTo>
                    <a:cubicBezTo>
                      <a:pt x="6555" y="2478"/>
                      <a:pt x="6221" y="1671"/>
                      <a:pt x="5626" y="1076"/>
                    </a:cubicBezTo>
                    <a:cubicBezTo>
                      <a:pt x="5031" y="481"/>
                      <a:pt x="4224" y="146"/>
                      <a:pt x="3383" y="146"/>
                    </a:cubicBezTo>
                    <a:cubicBezTo>
                      <a:pt x="2542" y="146"/>
                      <a:pt x="1735" y="481"/>
                      <a:pt x="1141" y="1076"/>
                    </a:cubicBezTo>
                    <a:cubicBezTo>
                      <a:pt x="546" y="1671"/>
                      <a:pt x="212" y="2478"/>
                      <a:pt x="212" y="3319"/>
                    </a:cubicBezTo>
                    <a:cubicBezTo>
                      <a:pt x="212" y="4161"/>
                      <a:pt x="546" y="4968"/>
                      <a:pt x="1141" y="5563"/>
                    </a:cubicBezTo>
                    <a:cubicBezTo>
                      <a:pt x="1735" y="6158"/>
                      <a:pt x="2542" y="6492"/>
                      <a:pt x="3383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37" name="Freeform: Shape 14336">
                <a:extLst>
                  <a:ext uri="{FF2B5EF4-FFF2-40B4-BE49-F238E27FC236}">
                    <a16:creationId xmlns:a16="http://schemas.microsoft.com/office/drawing/2014/main" id="{34075D75-3E86-B200-B321-5908C7E87EBA}"/>
                  </a:ext>
                </a:extLst>
              </p:cNvPr>
              <p:cNvSpPr/>
              <p:nvPr/>
            </p:nvSpPr>
            <p:spPr>
              <a:xfrm>
                <a:off x="9093969" y="5335118"/>
                <a:ext cx="6343" cy="6345"/>
              </a:xfrm>
              <a:custGeom>
                <a:avLst/>
                <a:gdLst>
                  <a:gd name="connsiteX0" fmla="*/ 3383 w 6343"/>
                  <a:gd name="connsiteY0" fmla="*/ 6492 h 6345"/>
                  <a:gd name="connsiteX1" fmla="*/ 5626 w 6343"/>
                  <a:gd name="connsiteY1" fmla="*/ 5562 h 6345"/>
                  <a:gd name="connsiteX2" fmla="*/ 6555 w 6343"/>
                  <a:gd name="connsiteY2" fmla="*/ 3319 h 6345"/>
                  <a:gd name="connsiteX3" fmla="*/ 5626 w 6343"/>
                  <a:gd name="connsiteY3" fmla="*/ 1075 h 6345"/>
                  <a:gd name="connsiteX4" fmla="*/ 3383 w 6343"/>
                  <a:gd name="connsiteY4" fmla="*/ 146 h 6345"/>
                  <a:gd name="connsiteX5" fmla="*/ 1141 w 6343"/>
                  <a:gd name="connsiteY5" fmla="*/ 1075 h 6345"/>
                  <a:gd name="connsiteX6" fmla="*/ 212 w 6343"/>
                  <a:gd name="connsiteY6" fmla="*/ 3319 h 6345"/>
                  <a:gd name="connsiteX7" fmla="*/ 1141 w 6343"/>
                  <a:gd name="connsiteY7" fmla="*/ 5562 h 6345"/>
                  <a:gd name="connsiteX8" fmla="*/ 3383 w 6343"/>
                  <a:gd name="connsiteY8" fmla="*/ 649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2"/>
                    </a:moveTo>
                    <a:cubicBezTo>
                      <a:pt x="4224" y="6492"/>
                      <a:pt x="5031" y="6157"/>
                      <a:pt x="5626" y="5562"/>
                    </a:cubicBezTo>
                    <a:cubicBezTo>
                      <a:pt x="6221" y="4967"/>
                      <a:pt x="6555" y="4160"/>
                      <a:pt x="6555" y="3319"/>
                    </a:cubicBezTo>
                    <a:cubicBezTo>
                      <a:pt x="6555" y="2478"/>
                      <a:pt x="6221" y="1670"/>
                      <a:pt x="5626" y="1075"/>
                    </a:cubicBezTo>
                    <a:cubicBezTo>
                      <a:pt x="5031" y="481"/>
                      <a:pt x="4224" y="146"/>
                      <a:pt x="3383" y="146"/>
                    </a:cubicBezTo>
                    <a:cubicBezTo>
                      <a:pt x="2542" y="146"/>
                      <a:pt x="1735" y="481"/>
                      <a:pt x="1141" y="1075"/>
                    </a:cubicBezTo>
                    <a:cubicBezTo>
                      <a:pt x="546" y="1670"/>
                      <a:pt x="212" y="2478"/>
                      <a:pt x="212" y="3319"/>
                    </a:cubicBezTo>
                    <a:cubicBezTo>
                      <a:pt x="212" y="4160"/>
                      <a:pt x="546" y="4967"/>
                      <a:pt x="1141" y="5562"/>
                    </a:cubicBezTo>
                    <a:cubicBezTo>
                      <a:pt x="1735" y="6157"/>
                      <a:pt x="2542" y="6492"/>
                      <a:pt x="3383" y="64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38" name="Freeform: Shape 14337">
                <a:extLst>
                  <a:ext uri="{FF2B5EF4-FFF2-40B4-BE49-F238E27FC236}">
                    <a16:creationId xmlns:a16="http://schemas.microsoft.com/office/drawing/2014/main" id="{2BBA7DEC-8605-3148-68FB-682FB7D3697E}"/>
                  </a:ext>
                </a:extLst>
              </p:cNvPr>
              <p:cNvSpPr/>
              <p:nvPr/>
            </p:nvSpPr>
            <p:spPr>
              <a:xfrm>
                <a:off x="9094396" y="5332892"/>
                <a:ext cx="6343" cy="6345"/>
              </a:xfrm>
              <a:custGeom>
                <a:avLst/>
                <a:gdLst>
                  <a:gd name="connsiteX0" fmla="*/ 3383 w 6343"/>
                  <a:gd name="connsiteY0" fmla="*/ 6491 h 6345"/>
                  <a:gd name="connsiteX1" fmla="*/ 5626 w 6343"/>
                  <a:gd name="connsiteY1" fmla="*/ 5562 h 6345"/>
                  <a:gd name="connsiteX2" fmla="*/ 6555 w 6343"/>
                  <a:gd name="connsiteY2" fmla="*/ 3319 h 6345"/>
                  <a:gd name="connsiteX3" fmla="*/ 5626 w 6343"/>
                  <a:gd name="connsiteY3" fmla="*/ 1075 h 6345"/>
                  <a:gd name="connsiteX4" fmla="*/ 3383 w 6343"/>
                  <a:gd name="connsiteY4" fmla="*/ 146 h 6345"/>
                  <a:gd name="connsiteX5" fmla="*/ 1141 w 6343"/>
                  <a:gd name="connsiteY5" fmla="*/ 1075 h 6345"/>
                  <a:gd name="connsiteX6" fmla="*/ 212 w 6343"/>
                  <a:gd name="connsiteY6" fmla="*/ 3319 h 6345"/>
                  <a:gd name="connsiteX7" fmla="*/ 1141 w 6343"/>
                  <a:gd name="connsiteY7" fmla="*/ 5562 h 6345"/>
                  <a:gd name="connsiteX8" fmla="*/ 3383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1"/>
                    </a:moveTo>
                    <a:cubicBezTo>
                      <a:pt x="4224" y="6491"/>
                      <a:pt x="5031" y="6157"/>
                      <a:pt x="5626" y="5562"/>
                    </a:cubicBezTo>
                    <a:cubicBezTo>
                      <a:pt x="6221" y="4967"/>
                      <a:pt x="6555" y="4160"/>
                      <a:pt x="6555" y="3319"/>
                    </a:cubicBezTo>
                    <a:cubicBezTo>
                      <a:pt x="6555" y="2477"/>
                      <a:pt x="6221" y="1670"/>
                      <a:pt x="5626" y="1075"/>
                    </a:cubicBezTo>
                    <a:cubicBezTo>
                      <a:pt x="5031" y="480"/>
                      <a:pt x="4224" y="146"/>
                      <a:pt x="3383" y="146"/>
                    </a:cubicBezTo>
                    <a:cubicBezTo>
                      <a:pt x="2542" y="146"/>
                      <a:pt x="1735" y="480"/>
                      <a:pt x="1141" y="1075"/>
                    </a:cubicBezTo>
                    <a:cubicBezTo>
                      <a:pt x="546" y="1670"/>
                      <a:pt x="212" y="2477"/>
                      <a:pt x="212" y="3319"/>
                    </a:cubicBezTo>
                    <a:cubicBezTo>
                      <a:pt x="212" y="4160"/>
                      <a:pt x="546" y="4967"/>
                      <a:pt x="1141" y="5562"/>
                    </a:cubicBezTo>
                    <a:cubicBezTo>
                      <a:pt x="1735" y="6157"/>
                      <a:pt x="2542" y="6491"/>
                      <a:pt x="3383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39" name="Freeform: Shape 14338">
                <a:extLst>
                  <a:ext uri="{FF2B5EF4-FFF2-40B4-BE49-F238E27FC236}">
                    <a16:creationId xmlns:a16="http://schemas.microsoft.com/office/drawing/2014/main" id="{3B61954D-AF2F-EFE5-288B-5F19D0EA5F7C}"/>
                  </a:ext>
                </a:extLst>
              </p:cNvPr>
              <p:cNvSpPr/>
              <p:nvPr/>
            </p:nvSpPr>
            <p:spPr>
              <a:xfrm>
                <a:off x="9096090" y="5328382"/>
                <a:ext cx="6343" cy="6345"/>
              </a:xfrm>
              <a:custGeom>
                <a:avLst/>
                <a:gdLst>
                  <a:gd name="connsiteX0" fmla="*/ 3383 w 6343"/>
                  <a:gd name="connsiteY0" fmla="*/ 6491 h 6345"/>
                  <a:gd name="connsiteX1" fmla="*/ 5626 w 6343"/>
                  <a:gd name="connsiteY1" fmla="*/ 5562 h 6345"/>
                  <a:gd name="connsiteX2" fmla="*/ 6555 w 6343"/>
                  <a:gd name="connsiteY2" fmla="*/ 3318 h 6345"/>
                  <a:gd name="connsiteX3" fmla="*/ 5626 w 6343"/>
                  <a:gd name="connsiteY3" fmla="*/ 1075 h 6345"/>
                  <a:gd name="connsiteX4" fmla="*/ 3383 w 6343"/>
                  <a:gd name="connsiteY4" fmla="*/ 146 h 6345"/>
                  <a:gd name="connsiteX5" fmla="*/ 1141 w 6343"/>
                  <a:gd name="connsiteY5" fmla="*/ 1075 h 6345"/>
                  <a:gd name="connsiteX6" fmla="*/ 212 w 6343"/>
                  <a:gd name="connsiteY6" fmla="*/ 3318 h 6345"/>
                  <a:gd name="connsiteX7" fmla="*/ 1141 w 6343"/>
                  <a:gd name="connsiteY7" fmla="*/ 5562 h 6345"/>
                  <a:gd name="connsiteX8" fmla="*/ 3383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1"/>
                    </a:moveTo>
                    <a:cubicBezTo>
                      <a:pt x="4224" y="6491"/>
                      <a:pt x="5031" y="6157"/>
                      <a:pt x="5626" y="5562"/>
                    </a:cubicBezTo>
                    <a:cubicBezTo>
                      <a:pt x="6221" y="4967"/>
                      <a:pt x="6555" y="4160"/>
                      <a:pt x="6555" y="3318"/>
                    </a:cubicBezTo>
                    <a:cubicBezTo>
                      <a:pt x="6555" y="2477"/>
                      <a:pt x="6221" y="1670"/>
                      <a:pt x="5626" y="1075"/>
                    </a:cubicBezTo>
                    <a:cubicBezTo>
                      <a:pt x="5031" y="480"/>
                      <a:pt x="4224" y="146"/>
                      <a:pt x="3383" y="146"/>
                    </a:cubicBezTo>
                    <a:cubicBezTo>
                      <a:pt x="2542" y="146"/>
                      <a:pt x="1735" y="480"/>
                      <a:pt x="1141" y="1075"/>
                    </a:cubicBezTo>
                    <a:cubicBezTo>
                      <a:pt x="546" y="1670"/>
                      <a:pt x="212" y="2477"/>
                      <a:pt x="212" y="3318"/>
                    </a:cubicBezTo>
                    <a:cubicBezTo>
                      <a:pt x="212" y="4160"/>
                      <a:pt x="546" y="4967"/>
                      <a:pt x="1141" y="5562"/>
                    </a:cubicBezTo>
                    <a:cubicBezTo>
                      <a:pt x="1735" y="6157"/>
                      <a:pt x="2542" y="6491"/>
                      <a:pt x="3383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40" name="Freeform: Shape 14339">
                <a:extLst>
                  <a:ext uri="{FF2B5EF4-FFF2-40B4-BE49-F238E27FC236}">
                    <a16:creationId xmlns:a16="http://schemas.microsoft.com/office/drawing/2014/main" id="{AB7F8E03-97A6-5B19-128E-53B59739712C}"/>
                  </a:ext>
                </a:extLst>
              </p:cNvPr>
              <p:cNvSpPr/>
              <p:nvPr/>
            </p:nvSpPr>
            <p:spPr>
              <a:xfrm>
                <a:off x="9095824" y="5326249"/>
                <a:ext cx="6343" cy="6345"/>
              </a:xfrm>
              <a:custGeom>
                <a:avLst/>
                <a:gdLst>
                  <a:gd name="connsiteX0" fmla="*/ 3383 w 6343"/>
                  <a:gd name="connsiteY0" fmla="*/ 6491 h 6345"/>
                  <a:gd name="connsiteX1" fmla="*/ 5626 w 6343"/>
                  <a:gd name="connsiteY1" fmla="*/ 5562 h 6345"/>
                  <a:gd name="connsiteX2" fmla="*/ 6555 w 6343"/>
                  <a:gd name="connsiteY2" fmla="*/ 3318 h 6345"/>
                  <a:gd name="connsiteX3" fmla="*/ 5626 w 6343"/>
                  <a:gd name="connsiteY3" fmla="*/ 1075 h 6345"/>
                  <a:gd name="connsiteX4" fmla="*/ 3383 w 6343"/>
                  <a:gd name="connsiteY4" fmla="*/ 146 h 6345"/>
                  <a:gd name="connsiteX5" fmla="*/ 1141 w 6343"/>
                  <a:gd name="connsiteY5" fmla="*/ 1075 h 6345"/>
                  <a:gd name="connsiteX6" fmla="*/ 212 w 6343"/>
                  <a:gd name="connsiteY6" fmla="*/ 3318 h 6345"/>
                  <a:gd name="connsiteX7" fmla="*/ 1141 w 6343"/>
                  <a:gd name="connsiteY7" fmla="*/ 5562 h 6345"/>
                  <a:gd name="connsiteX8" fmla="*/ 3383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1"/>
                    </a:moveTo>
                    <a:cubicBezTo>
                      <a:pt x="4224" y="6491"/>
                      <a:pt x="5031" y="6157"/>
                      <a:pt x="5626" y="5562"/>
                    </a:cubicBezTo>
                    <a:cubicBezTo>
                      <a:pt x="6221" y="4967"/>
                      <a:pt x="6555" y="4160"/>
                      <a:pt x="6555" y="3318"/>
                    </a:cubicBezTo>
                    <a:cubicBezTo>
                      <a:pt x="6555" y="2477"/>
                      <a:pt x="6221" y="1670"/>
                      <a:pt x="5626" y="1075"/>
                    </a:cubicBezTo>
                    <a:cubicBezTo>
                      <a:pt x="5031" y="480"/>
                      <a:pt x="4224" y="146"/>
                      <a:pt x="3383" y="146"/>
                    </a:cubicBezTo>
                    <a:cubicBezTo>
                      <a:pt x="2542" y="146"/>
                      <a:pt x="1735" y="480"/>
                      <a:pt x="1141" y="1075"/>
                    </a:cubicBezTo>
                    <a:cubicBezTo>
                      <a:pt x="546" y="1670"/>
                      <a:pt x="212" y="2477"/>
                      <a:pt x="212" y="3318"/>
                    </a:cubicBezTo>
                    <a:cubicBezTo>
                      <a:pt x="212" y="4160"/>
                      <a:pt x="546" y="4967"/>
                      <a:pt x="1141" y="5562"/>
                    </a:cubicBezTo>
                    <a:cubicBezTo>
                      <a:pt x="1735" y="6157"/>
                      <a:pt x="2542" y="6491"/>
                      <a:pt x="3383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41" name="Freeform: Shape 14340">
                <a:extLst>
                  <a:ext uri="{FF2B5EF4-FFF2-40B4-BE49-F238E27FC236}">
                    <a16:creationId xmlns:a16="http://schemas.microsoft.com/office/drawing/2014/main" id="{4CFF928A-5485-6D6C-872D-016F13272F62}"/>
                  </a:ext>
                </a:extLst>
              </p:cNvPr>
              <p:cNvSpPr/>
              <p:nvPr/>
            </p:nvSpPr>
            <p:spPr>
              <a:xfrm>
                <a:off x="9096124" y="5324066"/>
                <a:ext cx="6343" cy="6345"/>
              </a:xfrm>
              <a:custGeom>
                <a:avLst/>
                <a:gdLst>
                  <a:gd name="connsiteX0" fmla="*/ 3383 w 6343"/>
                  <a:gd name="connsiteY0" fmla="*/ 6491 h 6345"/>
                  <a:gd name="connsiteX1" fmla="*/ 5626 w 6343"/>
                  <a:gd name="connsiteY1" fmla="*/ 5562 h 6345"/>
                  <a:gd name="connsiteX2" fmla="*/ 6555 w 6343"/>
                  <a:gd name="connsiteY2" fmla="*/ 3318 h 6345"/>
                  <a:gd name="connsiteX3" fmla="*/ 5626 w 6343"/>
                  <a:gd name="connsiteY3" fmla="*/ 1075 h 6345"/>
                  <a:gd name="connsiteX4" fmla="*/ 3383 w 6343"/>
                  <a:gd name="connsiteY4" fmla="*/ 145 h 6345"/>
                  <a:gd name="connsiteX5" fmla="*/ 1141 w 6343"/>
                  <a:gd name="connsiteY5" fmla="*/ 1075 h 6345"/>
                  <a:gd name="connsiteX6" fmla="*/ 212 w 6343"/>
                  <a:gd name="connsiteY6" fmla="*/ 3318 h 6345"/>
                  <a:gd name="connsiteX7" fmla="*/ 1141 w 6343"/>
                  <a:gd name="connsiteY7" fmla="*/ 5562 h 6345"/>
                  <a:gd name="connsiteX8" fmla="*/ 3383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1"/>
                    </a:moveTo>
                    <a:cubicBezTo>
                      <a:pt x="4224" y="6491"/>
                      <a:pt x="5031" y="6156"/>
                      <a:pt x="5626" y="5562"/>
                    </a:cubicBezTo>
                    <a:cubicBezTo>
                      <a:pt x="6221" y="4967"/>
                      <a:pt x="6555" y="4159"/>
                      <a:pt x="6555" y="3318"/>
                    </a:cubicBezTo>
                    <a:cubicBezTo>
                      <a:pt x="6555" y="2477"/>
                      <a:pt x="6221" y="1670"/>
                      <a:pt x="5626" y="1075"/>
                    </a:cubicBezTo>
                    <a:cubicBezTo>
                      <a:pt x="5031" y="480"/>
                      <a:pt x="4224" y="145"/>
                      <a:pt x="3383" y="145"/>
                    </a:cubicBezTo>
                    <a:cubicBezTo>
                      <a:pt x="2542" y="145"/>
                      <a:pt x="1735" y="480"/>
                      <a:pt x="1141" y="1075"/>
                    </a:cubicBezTo>
                    <a:cubicBezTo>
                      <a:pt x="546" y="1670"/>
                      <a:pt x="212" y="2477"/>
                      <a:pt x="212" y="3318"/>
                    </a:cubicBezTo>
                    <a:cubicBezTo>
                      <a:pt x="212" y="4159"/>
                      <a:pt x="546" y="4967"/>
                      <a:pt x="1141" y="5562"/>
                    </a:cubicBezTo>
                    <a:cubicBezTo>
                      <a:pt x="1735" y="6156"/>
                      <a:pt x="2542" y="6491"/>
                      <a:pt x="3383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42" name="Freeform: Shape 14341">
                <a:extLst>
                  <a:ext uri="{FF2B5EF4-FFF2-40B4-BE49-F238E27FC236}">
                    <a16:creationId xmlns:a16="http://schemas.microsoft.com/office/drawing/2014/main" id="{7C34A1E2-1543-43A2-9821-9C6ECA5A54BC}"/>
                  </a:ext>
                </a:extLst>
              </p:cNvPr>
              <p:cNvSpPr/>
              <p:nvPr/>
            </p:nvSpPr>
            <p:spPr>
              <a:xfrm>
                <a:off x="9094657" y="5322031"/>
                <a:ext cx="6343" cy="6345"/>
              </a:xfrm>
              <a:custGeom>
                <a:avLst/>
                <a:gdLst>
                  <a:gd name="connsiteX0" fmla="*/ 3383 w 6343"/>
                  <a:gd name="connsiteY0" fmla="*/ 6491 h 6345"/>
                  <a:gd name="connsiteX1" fmla="*/ 5626 w 6343"/>
                  <a:gd name="connsiteY1" fmla="*/ 5561 h 6345"/>
                  <a:gd name="connsiteX2" fmla="*/ 6555 w 6343"/>
                  <a:gd name="connsiteY2" fmla="*/ 3318 h 6345"/>
                  <a:gd name="connsiteX3" fmla="*/ 5626 w 6343"/>
                  <a:gd name="connsiteY3" fmla="*/ 1074 h 6345"/>
                  <a:gd name="connsiteX4" fmla="*/ 3383 w 6343"/>
                  <a:gd name="connsiteY4" fmla="*/ 145 h 6345"/>
                  <a:gd name="connsiteX5" fmla="*/ 1141 w 6343"/>
                  <a:gd name="connsiteY5" fmla="*/ 1074 h 6345"/>
                  <a:gd name="connsiteX6" fmla="*/ 212 w 6343"/>
                  <a:gd name="connsiteY6" fmla="*/ 3318 h 6345"/>
                  <a:gd name="connsiteX7" fmla="*/ 1141 w 6343"/>
                  <a:gd name="connsiteY7" fmla="*/ 5561 h 6345"/>
                  <a:gd name="connsiteX8" fmla="*/ 3383 w 6343"/>
                  <a:gd name="connsiteY8" fmla="*/ 649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1"/>
                    </a:moveTo>
                    <a:cubicBezTo>
                      <a:pt x="4224" y="6491"/>
                      <a:pt x="5031" y="6156"/>
                      <a:pt x="5626" y="5561"/>
                    </a:cubicBezTo>
                    <a:cubicBezTo>
                      <a:pt x="6221" y="4966"/>
                      <a:pt x="6555" y="4159"/>
                      <a:pt x="6555" y="3318"/>
                    </a:cubicBezTo>
                    <a:cubicBezTo>
                      <a:pt x="6555" y="2476"/>
                      <a:pt x="6221" y="1669"/>
                      <a:pt x="5626" y="1074"/>
                    </a:cubicBezTo>
                    <a:cubicBezTo>
                      <a:pt x="5031" y="479"/>
                      <a:pt x="4224" y="145"/>
                      <a:pt x="3383" y="145"/>
                    </a:cubicBezTo>
                    <a:cubicBezTo>
                      <a:pt x="2542" y="145"/>
                      <a:pt x="1735" y="479"/>
                      <a:pt x="1141" y="1074"/>
                    </a:cubicBezTo>
                    <a:cubicBezTo>
                      <a:pt x="546" y="1669"/>
                      <a:pt x="212" y="2476"/>
                      <a:pt x="212" y="3318"/>
                    </a:cubicBezTo>
                    <a:cubicBezTo>
                      <a:pt x="212" y="4159"/>
                      <a:pt x="546" y="4966"/>
                      <a:pt x="1141" y="5561"/>
                    </a:cubicBezTo>
                    <a:cubicBezTo>
                      <a:pt x="1735" y="6156"/>
                      <a:pt x="2542" y="6491"/>
                      <a:pt x="3383" y="6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43" name="Freeform: Shape 14342">
                <a:extLst>
                  <a:ext uri="{FF2B5EF4-FFF2-40B4-BE49-F238E27FC236}">
                    <a16:creationId xmlns:a16="http://schemas.microsoft.com/office/drawing/2014/main" id="{3396C6FD-F4D0-BE4F-77BF-5FBC9C610F36}"/>
                  </a:ext>
                </a:extLst>
              </p:cNvPr>
              <p:cNvSpPr/>
              <p:nvPr/>
            </p:nvSpPr>
            <p:spPr>
              <a:xfrm>
                <a:off x="9094123" y="5319911"/>
                <a:ext cx="6343" cy="6345"/>
              </a:xfrm>
              <a:custGeom>
                <a:avLst/>
                <a:gdLst>
                  <a:gd name="connsiteX0" fmla="*/ 3383 w 6343"/>
                  <a:gd name="connsiteY0" fmla="*/ 6490 h 6345"/>
                  <a:gd name="connsiteX1" fmla="*/ 5626 w 6343"/>
                  <a:gd name="connsiteY1" fmla="*/ 5561 h 6345"/>
                  <a:gd name="connsiteX2" fmla="*/ 6555 w 6343"/>
                  <a:gd name="connsiteY2" fmla="*/ 3318 h 6345"/>
                  <a:gd name="connsiteX3" fmla="*/ 5626 w 6343"/>
                  <a:gd name="connsiteY3" fmla="*/ 1074 h 6345"/>
                  <a:gd name="connsiteX4" fmla="*/ 3383 w 6343"/>
                  <a:gd name="connsiteY4" fmla="*/ 145 h 6345"/>
                  <a:gd name="connsiteX5" fmla="*/ 1141 w 6343"/>
                  <a:gd name="connsiteY5" fmla="*/ 1074 h 6345"/>
                  <a:gd name="connsiteX6" fmla="*/ 212 w 6343"/>
                  <a:gd name="connsiteY6" fmla="*/ 3318 h 6345"/>
                  <a:gd name="connsiteX7" fmla="*/ 1141 w 6343"/>
                  <a:gd name="connsiteY7" fmla="*/ 5561 h 6345"/>
                  <a:gd name="connsiteX8" fmla="*/ 3383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0"/>
                    </a:moveTo>
                    <a:cubicBezTo>
                      <a:pt x="4224" y="6490"/>
                      <a:pt x="5031" y="6156"/>
                      <a:pt x="5626" y="5561"/>
                    </a:cubicBezTo>
                    <a:cubicBezTo>
                      <a:pt x="6221" y="4966"/>
                      <a:pt x="6555" y="4159"/>
                      <a:pt x="6555" y="3318"/>
                    </a:cubicBezTo>
                    <a:cubicBezTo>
                      <a:pt x="6555" y="2476"/>
                      <a:pt x="6221" y="1669"/>
                      <a:pt x="5626" y="1074"/>
                    </a:cubicBezTo>
                    <a:cubicBezTo>
                      <a:pt x="5031" y="479"/>
                      <a:pt x="4224" y="145"/>
                      <a:pt x="3383" y="145"/>
                    </a:cubicBezTo>
                    <a:cubicBezTo>
                      <a:pt x="2542" y="145"/>
                      <a:pt x="1735" y="479"/>
                      <a:pt x="1141" y="1074"/>
                    </a:cubicBezTo>
                    <a:cubicBezTo>
                      <a:pt x="546" y="1669"/>
                      <a:pt x="212" y="2476"/>
                      <a:pt x="212" y="3318"/>
                    </a:cubicBezTo>
                    <a:cubicBezTo>
                      <a:pt x="212" y="4159"/>
                      <a:pt x="546" y="4966"/>
                      <a:pt x="1141" y="5561"/>
                    </a:cubicBezTo>
                    <a:cubicBezTo>
                      <a:pt x="1735" y="6156"/>
                      <a:pt x="2542" y="6490"/>
                      <a:pt x="3383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44" name="Freeform: Shape 14343">
                <a:extLst>
                  <a:ext uri="{FF2B5EF4-FFF2-40B4-BE49-F238E27FC236}">
                    <a16:creationId xmlns:a16="http://schemas.microsoft.com/office/drawing/2014/main" id="{78153CD9-3B60-52DE-2F33-55B5439BD4AF}"/>
                  </a:ext>
                </a:extLst>
              </p:cNvPr>
              <p:cNvSpPr/>
              <p:nvPr/>
            </p:nvSpPr>
            <p:spPr>
              <a:xfrm>
                <a:off x="9094155" y="5317748"/>
                <a:ext cx="6343" cy="6345"/>
              </a:xfrm>
              <a:custGeom>
                <a:avLst/>
                <a:gdLst>
                  <a:gd name="connsiteX0" fmla="*/ 3383 w 6343"/>
                  <a:gd name="connsiteY0" fmla="*/ 6490 h 6345"/>
                  <a:gd name="connsiteX1" fmla="*/ 5626 w 6343"/>
                  <a:gd name="connsiteY1" fmla="*/ 5561 h 6345"/>
                  <a:gd name="connsiteX2" fmla="*/ 6555 w 6343"/>
                  <a:gd name="connsiteY2" fmla="*/ 3318 h 6345"/>
                  <a:gd name="connsiteX3" fmla="*/ 5626 w 6343"/>
                  <a:gd name="connsiteY3" fmla="*/ 1074 h 6345"/>
                  <a:gd name="connsiteX4" fmla="*/ 3383 w 6343"/>
                  <a:gd name="connsiteY4" fmla="*/ 145 h 6345"/>
                  <a:gd name="connsiteX5" fmla="*/ 1141 w 6343"/>
                  <a:gd name="connsiteY5" fmla="*/ 1074 h 6345"/>
                  <a:gd name="connsiteX6" fmla="*/ 212 w 6343"/>
                  <a:gd name="connsiteY6" fmla="*/ 3318 h 6345"/>
                  <a:gd name="connsiteX7" fmla="*/ 1141 w 6343"/>
                  <a:gd name="connsiteY7" fmla="*/ 5561 h 6345"/>
                  <a:gd name="connsiteX8" fmla="*/ 3383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0"/>
                    </a:moveTo>
                    <a:cubicBezTo>
                      <a:pt x="4224" y="6490"/>
                      <a:pt x="5031" y="6156"/>
                      <a:pt x="5626" y="5561"/>
                    </a:cubicBezTo>
                    <a:cubicBezTo>
                      <a:pt x="6221" y="4966"/>
                      <a:pt x="6555" y="4159"/>
                      <a:pt x="6555" y="3318"/>
                    </a:cubicBezTo>
                    <a:cubicBezTo>
                      <a:pt x="6555" y="2476"/>
                      <a:pt x="6221" y="1669"/>
                      <a:pt x="5626" y="1074"/>
                    </a:cubicBezTo>
                    <a:cubicBezTo>
                      <a:pt x="5031" y="479"/>
                      <a:pt x="4224" y="145"/>
                      <a:pt x="3383" y="145"/>
                    </a:cubicBezTo>
                    <a:cubicBezTo>
                      <a:pt x="2542" y="145"/>
                      <a:pt x="1735" y="479"/>
                      <a:pt x="1141" y="1074"/>
                    </a:cubicBezTo>
                    <a:cubicBezTo>
                      <a:pt x="546" y="1669"/>
                      <a:pt x="212" y="2476"/>
                      <a:pt x="212" y="3318"/>
                    </a:cubicBezTo>
                    <a:cubicBezTo>
                      <a:pt x="212" y="4159"/>
                      <a:pt x="546" y="4966"/>
                      <a:pt x="1141" y="5561"/>
                    </a:cubicBezTo>
                    <a:cubicBezTo>
                      <a:pt x="1735" y="6156"/>
                      <a:pt x="2542" y="6490"/>
                      <a:pt x="3383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45" name="Freeform: Shape 14344">
                <a:extLst>
                  <a:ext uri="{FF2B5EF4-FFF2-40B4-BE49-F238E27FC236}">
                    <a16:creationId xmlns:a16="http://schemas.microsoft.com/office/drawing/2014/main" id="{AB2602D1-7FEC-A00C-F5D8-76AD420DECC7}"/>
                  </a:ext>
                </a:extLst>
              </p:cNvPr>
              <p:cNvSpPr/>
              <p:nvPr/>
            </p:nvSpPr>
            <p:spPr>
              <a:xfrm>
                <a:off x="9094446" y="5315572"/>
                <a:ext cx="6343" cy="6345"/>
              </a:xfrm>
              <a:custGeom>
                <a:avLst/>
                <a:gdLst>
                  <a:gd name="connsiteX0" fmla="*/ 3383 w 6343"/>
                  <a:gd name="connsiteY0" fmla="*/ 6490 h 6345"/>
                  <a:gd name="connsiteX1" fmla="*/ 5626 w 6343"/>
                  <a:gd name="connsiteY1" fmla="*/ 5561 h 6345"/>
                  <a:gd name="connsiteX2" fmla="*/ 6555 w 6343"/>
                  <a:gd name="connsiteY2" fmla="*/ 3317 h 6345"/>
                  <a:gd name="connsiteX3" fmla="*/ 5626 w 6343"/>
                  <a:gd name="connsiteY3" fmla="*/ 1074 h 6345"/>
                  <a:gd name="connsiteX4" fmla="*/ 3383 w 6343"/>
                  <a:gd name="connsiteY4" fmla="*/ 145 h 6345"/>
                  <a:gd name="connsiteX5" fmla="*/ 1141 w 6343"/>
                  <a:gd name="connsiteY5" fmla="*/ 1074 h 6345"/>
                  <a:gd name="connsiteX6" fmla="*/ 212 w 6343"/>
                  <a:gd name="connsiteY6" fmla="*/ 3317 h 6345"/>
                  <a:gd name="connsiteX7" fmla="*/ 1141 w 6343"/>
                  <a:gd name="connsiteY7" fmla="*/ 5561 h 6345"/>
                  <a:gd name="connsiteX8" fmla="*/ 3383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0"/>
                    </a:moveTo>
                    <a:cubicBezTo>
                      <a:pt x="4224" y="6490"/>
                      <a:pt x="5031" y="6156"/>
                      <a:pt x="5626" y="5561"/>
                    </a:cubicBezTo>
                    <a:cubicBezTo>
                      <a:pt x="6221" y="4966"/>
                      <a:pt x="6555" y="4159"/>
                      <a:pt x="6555" y="3317"/>
                    </a:cubicBezTo>
                    <a:cubicBezTo>
                      <a:pt x="6555" y="2476"/>
                      <a:pt x="6221" y="1669"/>
                      <a:pt x="5626" y="1074"/>
                    </a:cubicBezTo>
                    <a:cubicBezTo>
                      <a:pt x="5031" y="479"/>
                      <a:pt x="4224" y="145"/>
                      <a:pt x="3383" y="145"/>
                    </a:cubicBezTo>
                    <a:cubicBezTo>
                      <a:pt x="2542" y="145"/>
                      <a:pt x="1735" y="479"/>
                      <a:pt x="1141" y="1074"/>
                    </a:cubicBezTo>
                    <a:cubicBezTo>
                      <a:pt x="546" y="1669"/>
                      <a:pt x="212" y="2476"/>
                      <a:pt x="212" y="3317"/>
                    </a:cubicBezTo>
                    <a:cubicBezTo>
                      <a:pt x="212" y="4159"/>
                      <a:pt x="546" y="4966"/>
                      <a:pt x="1141" y="5561"/>
                    </a:cubicBezTo>
                    <a:cubicBezTo>
                      <a:pt x="1735" y="6156"/>
                      <a:pt x="2542" y="6490"/>
                      <a:pt x="3383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46" name="Freeform: Shape 14345">
                <a:extLst>
                  <a:ext uri="{FF2B5EF4-FFF2-40B4-BE49-F238E27FC236}">
                    <a16:creationId xmlns:a16="http://schemas.microsoft.com/office/drawing/2014/main" id="{D4891C68-2E6E-13A8-838F-52F37AC48BC0}"/>
                  </a:ext>
                </a:extLst>
              </p:cNvPr>
              <p:cNvSpPr/>
              <p:nvPr/>
            </p:nvSpPr>
            <p:spPr>
              <a:xfrm>
                <a:off x="9095366" y="5313366"/>
                <a:ext cx="6343" cy="6345"/>
              </a:xfrm>
              <a:custGeom>
                <a:avLst/>
                <a:gdLst>
                  <a:gd name="connsiteX0" fmla="*/ 3383 w 6343"/>
                  <a:gd name="connsiteY0" fmla="*/ 6490 h 6345"/>
                  <a:gd name="connsiteX1" fmla="*/ 5626 w 6343"/>
                  <a:gd name="connsiteY1" fmla="*/ 5561 h 6345"/>
                  <a:gd name="connsiteX2" fmla="*/ 6555 w 6343"/>
                  <a:gd name="connsiteY2" fmla="*/ 3317 h 6345"/>
                  <a:gd name="connsiteX3" fmla="*/ 5626 w 6343"/>
                  <a:gd name="connsiteY3" fmla="*/ 1074 h 6345"/>
                  <a:gd name="connsiteX4" fmla="*/ 3383 w 6343"/>
                  <a:gd name="connsiteY4" fmla="*/ 145 h 6345"/>
                  <a:gd name="connsiteX5" fmla="*/ 1141 w 6343"/>
                  <a:gd name="connsiteY5" fmla="*/ 1074 h 6345"/>
                  <a:gd name="connsiteX6" fmla="*/ 212 w 6343"/>
                  <a:gd name="connsiteY6" fmla="*/ 3317 h 6345"/>
                  <a:gd name="connsiteX7" fmla="*/ 1141 w 6343"/>
                  <a:gd name="connsiteY7" fmla="*/ 5561 h 6345"/>
                  <a:gd name="connsiteX8" fmla="*/ 3383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0"/>
                    </a:moveTo>
                    <a:cubicBezTo>
                      <a:pt x="4224" y="6490"/>
                      <a:pt x="5031" y="6156"/>
                      <a:pt x="5626" y="5561"/>
                    </a:cubicBezTo>
                    <a:cubicBezTo>
                      <a:pt x="6221" y="4966"/>
                      <a:pt x="6555" y="4159"/>
                      <a:pt x="6555" y="3317"/>
                    </a:cubicBezTo>
                    <a:cubicBezTo>
                      <a:pt x="6555" y="2476"/>
                      <a:pt x="6221" y="1669"/>
                      <a:pt x="5626" y="1074"/>
                    </a:cubicBezTo>
                    <a:cubicBezTo>
                      <a:pt x="5031" y="479"/>
                      <a:pt x="4224" y="145"/>
                      <a:pt x="3383" y="145"/>
                    </a:cubicBezTo>
                    <a:cubicBezTo>
                      <a:pt x="2542" y="145"/>
                      <a:pt x="1735" y="479"/>
                      <a:pt x="1141" y="1074"/>
                    </a:cubicBezTo>
                    <a:cubicBezTo>
                      <a:pt x="546" y="1669"/>
                      <a:pt x="212" y="2476"/>
                      <a:pt x="212" y="3317"/>
                    </a:cubicBezTo>
                    <a:cubicBezTo>
                      <a:pt x="212" y="4159"/>
                      <a:pt x="546" y="4966"/>
                      <a:pt x="1141" y="5561"/>
                    </a:cubicBezTo>
                    <a:cubicBezTo>
                      <a:pt x="1735" y="6156"/>
                      <a:pt x="2542" y="6490"/>
                      <a:pt x="3383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47" name="Freeform: Shape 14346">
                <a:extLst>
                  <a:ext uri="{FF2B5EF4-FFF2-40B4-BE49-F238E27FC236}">
                    <a16:creationId xmlns:a16="http://schemas.microsoft.com/office/drawing/2014/main" id="{484EBA07-3ACD-A2B1-7AC3-2F2E6AB9BCFB}"/>
                  </a:ext>
                </a:extLst>
              </p:cNvPr>
              <p:cNvSpPr/>
              <p:nvPr/>
            </p:nvSpPr>
            <p:spPr>
              <a:xfrm>
                <a:off x="9096299" y="5311172"/>
                <a:ext cx="6343" cy="6345"/>
              </a:xfrm>
              <a:custGeom>
                <a:avLst/>
                <a:gdLst>
                  <a:gd name="connsiteX0" fmla="*/ 3383 w 6343"/>
                  <a:gd name="connsiteY0" fmla="*/ 6490 h 6345"/>
                  <a:gd name="connsiteX1" fmla="*/ 5626 w 6343"/>
                  <a:gd name="connsiteY1" fmla="*/ 5560 h 6345"/>
                  <a:gd name="connsiteX2" fmla="*/ 6555 w 6343"/>
                  <a:gd name="connsiteY2" fmla="*/ 3317 h 6345"/>
                  <a:gd name="connsiteX3" fmla="*/ 5626 w 6343"/>
                  <a:gd name="connsiteY3" fmla="*/ 1074 h 6345"/>
                  <a:gd name="connsiteX4" fmla="*/ 3383 w 6343"/>
                  <a:gd name="connsiteY4" fmla="*/ 144 h 6345"/>
                  <a:gd name="connsiteX5" fmla="*/ 1141 w 6343"/>
                  <a:gd name="connsiteY5" fmla="*/ 1074 h 6345"/>
                  <a:gd name="connsiteX6" fmla="*/ 212 w 6343"/>
                  <a:gd name="connsiteY6" fmla="*/ 3317 h 6345"/>
                  <a:gd name="connsiteX7" fmla="*/ 1141 w 6343"/>
                  <a:gd name="connsiteY7" fmla="*/ 5560 h 6345"/>
                  <a:gd name="connsiteX8" fmla="*/ 3383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0"/>
                    </a:moveTo>
                    <a:cubicBezTo>
                      <a:pt x="4224" y="6490"/>
                      <a:pt x="5031" y="6155"/>
                      <a:pt x="5626" y="5560"/>
                    </a:cubicBezTo>
                    <a:cubicBezTo>
                      <a:pt x="6221" y="4966"/>
                      <a:pt x="6555" y="4158"/>
                      <a:pt x="6555" y="3317"/>
                    </a:cubicBezTo>
                    <a:cubicBezTo>
                      <a:pt x="6555" y="2476"/>
                      <a:pt x="6221" y="1669"/>
                      <a:pt x="5626" y="1074"/>
                    </a:cubicBezTo>
                    <a:cubicBezTo>
                      <a:pt x="5031" y="479"/>
                      <a:pt x="4224" y="144"/>
                      <a:pt x="3383" y="144"/>
                    </a:cubicBezTo>
                    <a:cubicBezTo>
                      <a:pt x="2542" y="144"/>
                      <a:pt x="1736" y="479"/>
                      <a:pt x="1141" y="1074"/>
                    </a:cubicBezTo>
                    <a:cubicBezTo>
                      <a:pt x="546" y="1669"/>
                      <a:pt x="212" y="2476"/>
                      <a:pt x="212" y="3317"/>
                    </a:cubicBezTo>
                    <a:cubicBezTo>
                      <a:pt x="212" y="4158"/>
                      <a:pt x="546" y="4966"/>
                      <a:pt x="1141" y="5560"/>
                    </a:cubicBezTo>
                    <a:cubicBezTo>
                      <a:pt x="1736" y="6155"/>
                      <a:pt x="2542" y="6490"/>
                      <a:pt x="3383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48" name="Freeform: Shape 14347">
                <a:extLst>
                  <a:ext uri="{FF2B5EF4-FFF2-40B4-BE49-F238E27FC236}">
                    <a16:creationId xmlns:a16="http://schemas.microsoft.com/office/drawing/2014/main" id="{A1DC3A3E-16A5-AD8B-97FE-490DE583019B}"/>
                  </a:ext>
                </a:extLst>
              </p:cNvPr>
              <p:cNvSpPr/>
              <p:nvPr/>
            </p:nvSpPr>
            <p:spPr>
              <a:xfrm>
                <a:off x="9096630" y="5309016"/>
                <a:ext cx="6343" cy="6345"/>
              </a:xfrm>
              <a:custGeom>
                <a:avLst/>
                <a:gdLst>
                  <a:gd name="connsiteX0" fmla="*/ 3383 w 6343"/>
                  <a:gd name="connsiteY0" fmla="*/ 6490 h 6345"/>
                  <a:gd name="connsiteX1" fmla="*/ 5626 w 6343"/>
                  <a:gd name="connsiteY1" fmla="*/ 5560 h 6345"/>
                  <a:gd name="connsiteX2" fmla="*/ 6555 w 6343"/>
                  <a:gd name="connsiteY2" fmla="*/ 3317 h 6345"/>
                  <a:gd name="connsiteX3" fmla="*/ 5626 w 6343"/>
                  <a:gd name="connsiteY3" fmla="*/ 1073 h 6345"/>
                  <a:gd name="connsiteX4" fmla="*/ 3383 w 6343"/>
                  <a:gd name="connsiteY4" fmla="*/ 144 h 6345"/>
                  <a:gd name="connsiteX5" fmla="*/ 1141 w 6343"/>
                  <a:gd name="connsiteY5" fmla="*/ 1073 h 6345"/>
                  <a:gd name="connsiteX6" fmla="*/ 212 w 6343"/>
                  <a:gd name="connsiteY6" fmla="*/ 3317 h 6345"/>
                  <a:gd name="connsiteX7" fmla="*/ 1141 w 6343"/>
                  <a:gd name="connsiteY7" fmla="*/ 5560 h 6345"/>
                  <a:gd name="connsiteX8" fmla="*/ 3383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90"/>
                    </a:moveTo>
                    <a:cubicBezTo>
                      <a:pt x="4225" y="6490"/>
                      <a:pt x="5031" y="6155"/>
                      <a:pt x="5626" y="5560"/>
                    </a:cubicBezTo>
                    <a:cubicBezTo>
                      <a:pt x="6221" y="4965"/>
                      <a:pt x="6555" y="4158"/>
                      <a:pt x="6555" y="3317"/>
                    </a:cubicBezTo>
                    <a:cubicBezTo>
                      <a:pt x="6555" y="2475"/>
                      <a:pt x="6221" y="1668"/>
                      <a:pt x="5626" y="1073"/>
                    </a:cubicBezTo>
                    <a:cubicBezTo>
                      <a:pt x="5031" y="478"/>
                      <a:pt x="4225" y="144"/>
                      <a:pt x="3383" y="144"/>
                    </a:cubicBezTo>
                    <a:cubicBezTo>
                      <a:pt x="2542" y="144"/>
                      <a:pt x="1736" y="478"/>
                      <a:pt x="1141" y="1073"/>
                    </a:cubicBezTo>
                    <a:cubicBezTo>
                      <a:pt x="546" y="1668"/>
                      <a:pt x="212" y="2475"/>
                      <a:pt x="212" y="3317"/>
                    </a:cubicBezTo>
                    <a:cubicBezTo>
                      <a:pt x="212" y="4158"/>
                      <a:pt x="546" y="4965"/>
                      <a:pt x="1141" y="5560"/>
                    </a:cubicBezTo>
                    <a:cubicBezTo>
                      <a:pt x="1736" y="6155"/>
                      <a:pt x="2542" y="6490"/>
                      <a:pt x="3383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49" name="Freeform: Shape 14348">
                <a:extLst>
                  <a:ext uri="{FF2B5EF4-FFF2-40B4-BE49-F238E27FC236}">
                    <a16:creationId xmlns:a16="http://schemas.microsoft.com/office/drawing/2014/main" id="{E756720C-628A-4E6F-24DC-B33DC86DEC1A}"/>
                  </a:ext>
                </a:extLst>
              </p:cNvPr>
              <p:cNvSpPr/>
              <p:nvPr/>
            </p:nvSpPr>
            <p:spPr>
              <a:xfrm>
                <a:off x="9098329" y="5306816"/>
                <a:ext cx="6343" cy="6345"/>
              </a:xfrm>
              <a:custGeom>
                <a:avLst/>
                <a:gdLst>
                  <a:gd name="connsiteX0" fmla="*/ 3384 w 6343"/>
                  <a:gd name="connsiteY0" fmla="*/ 6489 h 6345"/>
                  <a:gd name="connsiteX1" fmla="*/ 5626 w 6343"/>
                  <a:gd name="connsiteY1" fmla="*/ 5560 h 6345"/>
                  <a:gd name="connsiteX2" fmla="*/ 6555 w 6343"/>
                  <a:gd name="connsiteY2" fmla="*/ 3317 h 6345"/>
                  <a:gd name="connsiteX3" fmla="*/ 5626 w 6343"/>
                  <a:gd name="connsiteY3" fmla="*/ 1073 h 6345"/>
                  <a:gd name="connsiteX4" fmla="*/ 3384 w 6343"/>
                  <a:gd name="connsiteY4" fmla="*/ 144 h 6345"/>
                  <a:gd name="connsiteX5" fmla="*/ 1141 w 6343"/>
                  <a:gd name="connsiteY5" fmla="*/ 1073 h 6345"/>
                  <a:gd name="connsiteX6" fmla="*/ 212 w 6343"/>
                  <a:gd name="connsiteY6" fmla="*/ 3317 h 6345"/>
                  <a:gd name="connsiteX7" fmla="*/ 1141 w 6343"/>
                  <a:gd name="connsiteY7" fmla="*/ 5560 h 6345"/>
                  <a:gd name="connsiteX8" fmla="*/ 3384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89"/>
                    </a:moveTo>
                    <a:cubicBezTo>
                      <a:pt x="4225" y="6489"/>
                      <a:pt x="5031" y="6155"/>
                      <a:pt x="5626" y="5560"/>
                    </a:cubicBezTo>
                    <a:cubicBezTo>
                      <a:pt x="6221" y="4965"/>
                      <a:pt x="6555" y="4158"/>
                      <a:pt x="6555" y="3317"/>
                    </a:cubicBezTo>
                    <a:cubicBezTo>
                      <a:pt x="6555" y="2475"/>
                      <a:pt x="6221" y="1668"/>
                      <a:pt x="5626" y="1073"/>
                    </a:cubicBezTo>
                    <a:cubicBezTo>
                      <a:pt x="5031" y="478"/>
                      <a:pt x="4225" y="144"/>
                      <a:pt x="3384" y="144"/>
                    </a:cubicBezTo>
                    <a:cubicBezTo>
                      <a:pt x="2542" y="144"/>
                      <a:pt x="1736" y="478"/>
                      <a:pt x="1141" y="1073"/>
                    </a:cubicBezTo>
                    <a:cubicBezTo>
                      <a:pt x="546" y="1668"/>
                      <a:pt x="212" y="2475"/>
                      <a:pt x="212" y="3317"/>
                    </a:cubicBezTo>
                    <a:cubicBezTo>
                      <a:pt x="212" y="4158"/>
                      <a:pt x="546" y="4965"/>
                      <a:pt x="1141" y="5560"/>
                    </a:cubicBezTo>
                    <a:cubicBezTo>
                      <a:pt x="1736" y="6155"/>
                      <a:pt x="2542" y="6489"/>
                      <a:pt x="3384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50" name="Freeform: Shape 14349">
                <a:extLst>
                  <a:ext uri="{FF2B5EF4-FFF2-40B4-BE49-F238E27FC236}">
                    <a16:creationId xmlns:a16="http://schemas.microsoft.com/office/drawing/2014/main" id="{18A1A294-B03B-CFD4-5A08-EFB7AF840F5E}"/>
                  </a:ext>
                </a:extLst>
              </p:cNvPr>
              <p:cNvSpPr/>
              <p:nvPr/>
            </p:nvSpPr>
            <p:spPr>
              <a:xfrm>
                <a:off x="9097272" y="5304722"/>
                <a:ext cx="6343" cy="6345"/>
              </a:xfrm>
              <a:custGeom>
                <a:avLst/>
                <a:gdLst>
                  <a:gd name="connsiteX0" fmla="*/ 3383 w 6343"/>
                  <a:gd name="connsiteY0" fmla="*/ 6489 h 6345"/>
                  <a:gd name="connsiteX1" fmla="*/ 5626 w 6343"/>
                  <a:gd name="connsiteY1" fmla="*/ 5560 h 6345"/>
                  <a:gd name="connsiteX2" fmla="*/ 6555 w 6343"/>
                  <a:gd name="connsiteY2" fmla="*/ 3317 h 6345"/>
                  <a:gd name="connsiteX3" fmla="*/ 5626 w 6343"/>
                  <a:gd name="connsiteY3" fmla="*/ 1073 h 6345"/>
                  <a:gd name="connsiteX4" fmla="*/ 3383 w 6343"/>
                  <a:gd name="connsiteY4" fmla="*/ 144 h 6345"/>
                  <a:gd name="connsiteX5" fmla="*/ 1141 w 6343"/>
                  <a:gd name="connsiteY5" fmla="*/ 1073 h 6345"/>
                  <a:gd name="connsiteX6" fmla="*/ 212 w 6343"/>
                  <a:gd name="connsiteY6" fmla="*/ 3317 h 6345"/>
                  <a:gd name="connsiteX7" fmla="*/ 1141 w 6343"/>
                  <a:gd name="connsiteY7" fmla="*/ 5560 h 6345"/>
                  <a:gd name="connsiteX8" fmla="*/ 3383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9"/>
                    </a:moveTo>
                    <a:cubicBezTo>
                      <a:pt x="4225" y="6489"/>
                      <a:pt x="5031" y="6155"/>
                      <a:pt x="5626" y="5560"/>
                    </a:cubicBezTo>
                    <a:cubicBezTo>
                      <a:pt x="6221" y="4965"/>
                      <a:pt x="6555" y="4158"/>
                      <a:pt x="6555" y="3317"/>
                    </a:cubicBezTo>
                    <a:cubicBezTo>
                      <a:pt x="6555" y="2475"/>
                      <a:pt x="6221" y="1668"/>
                      <a:pt x="5626" y="1073"/>
                    </a:cubicBezTo>
                    <a:cubicBezTo>
                      <a:pt x="5031" y="478"/>
                      <a:pt x="4225" y="144"/>
                      <a:pt x="3383" y="144"/>
                    </a:cubicBezTo>
                    <a:cubicBezTo>
                      <a:pt x="2542" y="144"/>
                      <a:pt x="1736" y="478"/>
                      <a:pt x="1141" y="1073"/>
                    </a:cubicBezTo>
                    <a:cubicBezTo>
                      <a:pt x="546" y="1668"/>
                      <a:pt x="212" y="2475"/>
                      <a:pt x="212" y="3317"/>
                    </a:cubicBezTo>
                    <a:cubicBezTo>
                      <a:pt x="212" y="4158"/>
                      <a:pt x="546" y="4965"/>
                      <a:pt x="1141" y="5560"/>
                    </a:cubicBezTo>
                    <a:cubicBezTo>
                      <a:pt x="1736" y="6155"/>
                      <a:pt x="2542" y="6489"/>
                      <a:pt x="3383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51" name="Freeform: Shape 14350">
                <a:extLst>
                  <a:ext uri="{FF2B5EF4-FFF2-40B4-BE49-F238E27FC236}">
                    <a16:creationId xmlns:a16="http://schemas.microsoft.com/office/drawing/2014/main" id="{F05AFC65-42EC-00D7-88EB-BEEB1AC8CAEE}"/>
                  </a:ext>
                </a:extLst>
              </p:cNvPr>
              <p:cNvSpPr/>
              <p:nvPr/>
            </p:nvSpPr>
            <p:spPr>
              <a:xfrm>
                <a:off x="9096490" y="5300472"/>
                <a:ext cx="6343" cy="6345"/>
              </a:xfrm>
              <a:custGeom>
                <a:avLst/>
                <a:gdLst>
                  <a:gd name="connsiteX0" fmla="*/ 3383 w 6343"/>
                  <a:gd name="connsiteY0" fmla="*/ 6489 h 6345"/>
                  <a:gd name="connsiteX1" fmla="*/ 5626 w 6343"/>
                  <a:gd name="connsiteY1" fmla="*/ 5560 h 6345"/>
                  <a:gd name="connsiteX2" fmla="*/ 6555 w 6343"/>
                  <a:gd name="connsiteY2" fmla="*/ 3316 h 6345"/>
                  <a:gd name="connsiteX3" fmla="*/ 5626 w 6343"/>
                  <a:gd name="connsiteY3" fmla="*/ 1073 h 6345"/>
                  <a:gd name="connsiteX4" fmla="*/ 3383 w 6343"/>
                  <a:gd name="connsiteY4" fmla="*/ 143 h 6345"/>
                  <a:gd name="connsiteX5" fmla="*/ 1141 w 6343"/>
                  <a:gd name="connsiteY5" fmla="*/ 1073 h 6345"/>
                  <a:gd name="connsiteX6" fmla="*/ 212 w 6343"/>
                  <a:gd name="connsiteY6" fmla="*/ 3316 h 6345"/>
                  <a:gd name="connsiteX7" fmla="*/ 1141 w 6343"/>
                  <a:gd name="connsiteY7" fmla="*/ 5560 h 6345"/>
                  <a:gd name="connsiteX8" fmla="*/ 3383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9"/>
                    </a:moveTo>
                    <a:cubicBezTo>
                      <a:pt x="4225" y="6489"/>
                      <a:pt x="5031" y="6155"/>
                      <a:pt x="5626" y="5560"/>
                    </a:cubicBezTo>
                    <a:cubicBezTo>
                      <a:pt x="6221" y="4965"/>
                      <a:pt x="6555" y="4158"/>
                      <a:pt x="6555" y="3316"/>
                    </a:cubicBezTo>
                    <a:cubicBezTo>
                      <a:pt x="6555" y="2475"/>
                      <a:pt x="6221" y="1668"/>
                      <a:pt x="5626" y="1073"/>
                    </a:cubicBezTo>
                    <a:cubicBezTo>
                      <a:pt x="5031" y="478"/>
                      <a:pt x="4225" y="143"/>
                      <a:pt x="3383" y="143"/>
                    </a:cubicBezTo>
                    <a:cubicBezTo>
                      <a:pt x="2542" y="143"/>
                      <a:pt x="1736" y="478"/>
                      <a:pt x="1141" y="1073"/>
                    </a:cubicBezTo>
                    <a:cubicBezTo>
                      <a:pt x="546" y="1668"/>
                      <a:pt x="212" y="2475"/>
                      <a:pt x="212" y="3316"/>
                    </a:cubicBezTo>
                    <a:cubicBezTo>
                      <a:pt x="212" y="4158"/>
                      <a:pt x="546" y="4965"/>
                      <a:pt x="1141" y="5560"/>
                    </a:cubicBezTo>
                    <a:cubicBezTo>
                      <a:pt x="1736" y="6155"/>
                      <a:pt x="2542" y="6489"/>
                      <a:pt x="3383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52" name="Freeform: Shape 14351">
                <a:extLst>
                  <a:ext uri="{FF2B5EF4-FFF2-40B4-BE49-F238E27FC236}">
                    <a16:creationId xmlns:a16="http://schemas.microsoft.com/office/drawing/2014/main" id="{0B33CA20-D2B0-FAC3-8C73-601DBB04DA25}"/>
                  </a:ext>
                </a:extLst>
              </p:cNvPr>
              <p:cNvSpPr/>
              <p:nvPr/>
            </p:nvSpPr>
            <p:spPr>
              <a:xfrm>
                <a:off x="9096334" y="5298338"/>
                <a:ext cx="6343" cy="6345"/>
              </a:xfrm>
              <a:custGeom>
                <a:avLst/>
                <a:gdLst>
                  <a:gd name="connsiteX0" fmla="*/ 3383 w 6343"/>
                  <a:gd name="connsiteY0" fmla="*/ 6489 h 6345"/>
                  <a:gd name="connsiteX1" fmla="*/ 5626 w 6343"/>
                  <a:gd name="connsiteY1" fmla="*/ 5559 h 6345"/>
                  <a:gd name="connsiteX2" fmla="*/ 6555 w 6343"/>
                  <a:gd name="connsiteY2" fmla="*/ 3316 h 6345"/>
                  <a:gd name="connsiteX3" fmla="*/ 5626 w 6343"/>
                  <a:gd name="connsiteY3" fmla="*/ 1073 h 6345"/>
                  <a:gd name="connsiteX4" fmla="*/ 3383 w 6343"/>
                  <a:gd name="connsiteY4" fmla="*/ 143 h 6345"/>
                  <a:gd name="connsiteX5" fmla="*/ 1141 w 6343"/>
                  <a:gd name="connsiteY5" fmla="*/ 1073 h 6345"/>
                  <a:gd name="connsiteX6" fmla="*/ 212 w 6343"/>
                  <a:gd name="connsiteY6" fmla="*/ 3316 h 6345"/>
                  <a:gd name="connsiteX7" fmla="*/ 1141 w 6343"/>
                  <a:gd name="connsiteY7" fmla="*/ 5559 h 6345"/>
                  <a:gd name="connsiteX8" fmla="*/ 3383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9"/>
                    </a:moveTo>
                    <a:cubicBezTo>
                      <a:pt x="4224" y="6489"/>
                      <a:pt x="5031" y="6154"/>
                      <a:pt x="5626" y="5559"/>
                    </a:cubicBezTo>
                    <a:cubicBezTo>
                      <a:pt x="6221" y="4965"/>
                      <a:pt x="6555" y="4157"/>
                      <a:pt x="6555" y="3316"/>
                    </a:cubicBezTo>
                    <a:cubicBezTo>
                      <a:pt x="6555" y="2475"/>
                      <a:pt x="6221" y="1668"/>
                      <a:pt x="5626" y="1073"/>
                    </a:cubicBezTo>
                    <a:cubicBezTo>
                      <a:pt x="5031" y="478"/>
                      <a:pt x="4224" y="143"/>
                      <a:pt x="3383" y="143"/>
                    </a:cubicBezTo>
                    <a:cubicBezTo>
                      <a:pt x="2542" y="143"/>
                      <a:pt x="1736" y="478"/>
                      <a:pt x="1141" y="1073"/>
                    </a:cubicBezTo>
                    <a:cubicBezTo>
                      <a:pt x="546" y="1668"/>
                      <a:pt x="212" y="2475"/>
                      <a:pt x="212" y="3316"/>
                    </a:cubicBezTo>
                    <a:cubicBezTo>
                      <a:pt x="212" y="4157"/>
                      <a:pt x="546" y="4965"/>
                      <a:pt x="1141" y="5559"/>
                    </a:cubicBezTo>
                    <a:cubicBezTo>
                      <a:pt x="1736" y="6154"/>
                      <a:pt x="2542" y="6489"/>
                      <a:pt x="3383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53" name="Freeform: Shape 14352">
                <a:extLst>
                  <a:ext uri="{FF2B5EF4-FFF2-40B4-BE49-F238E27FC236}">
                    <a16:creationId xmlns:a16="http://schemas.microsoft.com/office/drawing/2014/main" id="{76BDFDCF-4408-831A-C133-63898492A9F5}"/>
                  </a:ext>
                </a:extLst>
              </p:cNvPr>
              <p:cNvSpPr/>
              <p:nvPr/>
            </p:nvSpPr>
            <p:spPr>
              <a:xfrm>
                <a:off x="9096744" y="5296199"/>
                <a:ext cx="6343" cy="6345"/>
              </a:xfrm>
              <a:custGeom>
                <a:avLst/>
                <a:gdLst>
                  <a:gd name="connsiteX0" fmla="*/ 3383 w 6343"/>
                  <a:gd name="connsiteY0" fmla="*/ 6489 h 6345"/>
                  <a:gd name="connsiteX1" fmla="*/ 5626 w 6343"/>
                  <a:gd name="connsiteY1" fmla="*/ 5559 h 6345"/>
                  <a:gd name="connsiteX2" fmla="*/ 6555 w 6343"/>
                  <a:gd name="connsiteY2" fmla="*/ 3316 h 6345"/>
                  <a:gd name="connsiteX3" fmla="*/ 5626 w 6343"/>
                  <a:gd name="connsiteY3" fmla="*/ 1072 h 6345"/>
                  <a:gd name="connsiteX4" fmla="*/ 3383 w 6343"/>
                  <a:gd name="connsiteY4" fmla="*/ 143 h 6345"/>
                  <a:gd name="connsiteX5" fmla="*/ 1141 w 6343"/>
                  <a:gd name="connsiteY5" fmla="*/ 1072 h 6345"/>
                  <a:gd name="connsiteX6" fmla="*/ 212 w 6343"/>
                  <a:gd name="connsiteY6" fmla="*/ 3316 h 6345"/>
                  <a:gd name="connsiteX7" fmla="*/ 1141 w 6343"/>
                  <a:gd name="connsiteY7" fmla="*/ 5559 h 6345"/>
                  <a:gd name="connsiteX8" fmla="*/ 3383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89"/>
                    </a:moveTo>
                    <a:cubicBezTo>
                      <a:pt x="4225" y="6489"/>
                      <a:pt x="5031" y="6154"/>
                      <a:pt x="5626" y="5559"/>
                    </a:cubicBezTo>
                    <a:cubicBezTo>
                      <a:pt x="6221" y="4964"/>
                      <a:pt x="6555" y="4157"/>
                      <a:pt x="6555" y="3316"/>
                    </a:cubicBezTo>
                    <a:cubicBezTo>
                      <a:pt x="6555" y="2474"/>
                      <a:pt x="6221" y="1667"/>
                      <a:pt x="5626" y="1072"/>
                    </a:cubicBezTo>
                    <a:cubicBezTo>
                      <a:pt x="5031" y="477"/>
                      <a:pt x="4225" y="143"/>
                      <a:pt x="3383" y="143"/>
                    </a:cubicBezTo>
                    <a:cubicBezTo>
                      <a:pt x="2542" y="143"/>
                      <a:pt x="1736" y="477"/>
                      <a:pt x="1141" y="1072"/>
                    </a:cubicBezTo>
                    <a:cubicBezTo>
                      <a:pt x="546" y="1667"/>
                      <a:pt x="212" y="2474"/>
                      <a:pt x="212" y="3316"/>
                    </a:cubicBezTo>
                    <a:cubicBezTo>
                      <a:pt x="212" y="4157"/>
                      <a:pt x="546" y="4964"/>
                      <a:pt x="1141" y="5559"/>
                    </a:cubicBezTo>
                    <a:cubicBezTo>
                      <a:pt x="1736" y="6154"/>
                      <a:pt x="2542" y="6489"/>
                      <a:pt x="3383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54" name="Freeform: Shape 14353">
                <a:extLst>
                  <a:ext uri="{FF2B5EF4-FFF2-40B4-BE49-F238E27FC236}">
                    <a16:creationId xmlns:a16="http://schemas.microsoft.com/office/drawing/2014/main" id="{ABB441A4-EF47-104C-19CA-7DA2133EFF03}"/>
                  </a:ext>
                </a:extLst>
              </p:cNvPr>
              <p:cNvSpPr/>
              <p:nvPr/>
            </p:nvSpPr>
            <p:spPr>
              <a:xfrm>
                <a:off x="9115936" y="5290091"/>
                <a:ext cx="6343" cy="6345"/>
              </a:xfrm>
              <a:custGeom>
                <a:avLst/>
                <a:gdLst>
                  <a:gd name="connsiteX0" fmla="*/ 3385 w 6343"/>
                  <a:gd name="connsiteY0" fmla="*/ 6488 h 6345"/>
                  <a:gd name="connsiteX1" fmla="*/ 5628 w 6343"/>
                  <a:gd name="connsiteY1" fmla="*/ 5559 h 6345"/>
                  <a:gd name="connsiteX2" fmla="*/ 6556 w 6343"/>
                  <a:gd name="connsiteY2" fmla="*/ 3315 h 6345"/>
                  <a:gd name="connsiteX3" fmla="*/ 5628 w 6343"/>
                  <a:gd name="connsiteY3" fmla="*/ 1072 h 6345"/>
                  <a:gd name="connsiteX4" fmla="*/ 3385 w 6343"/>
                  <a:gd name="connsiteY4" fmla="*/ 143 h 6345"/>
                  <a:gd name="connsiteX5" fmla="*/ 1142 w 6343"/>
                  <a:gd name="connsiteY5" fmla="*/ 1072 h 6345"/>
                  <a:gd name="connsiteX6" fmla="*/ 213 w 6343"/>
                  <a:gd name="connsiteY6" fmla="*/ 3315 h 6345"/>
                  <a:gd name="connsiteX7" fmla="*/ 1142 w 6343"/>
                  <a:gd name="connsiteY7" fmla="*/ 5559 h 6345"/>
                  <a:gd name="connsiteX8" fmla="*/ 3385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88"/>
                    </a:moveTo>
                    <a:cubicBezTo>
                      <a:pt x="4226" y="6488"/>
                      <a:pt x="5033" y="6154"/>
                      <a:pt x="5628" y="5559"/>
                    </a:cubicBezTo>
                    <a:cubicBezTo>
                      <a:pt x="6222" y="4964"/>
                      <a:pt x="6556" y="4157"/>
                      <a:pt x="6556" y="3315"/>
                    </a:cubicBezTo>
                    <a:cubicBezTo>
                      <a:pt x="6556" y="2474"/>
                      <a:pt x="6222" y="1667"/>
                      <a:pt x="5628" y="1072"/>
                    </a:cubicBezTo>
                    <a:cubicBezTo>
                      <a:pt x="5033" y="477"/>
                      <a:pt x="4226" y="143"/>
                      <a:pt x="3385" y="143"/>
                    </a:cubicBezTo>
                    <a:cubicBezTo>
                      <a:pt x="2544" y="143"/>
                      <a:pt x="1737" y="477"/>
                      <a:pt x="1142" y="1072"/>
                    </a:cubicBezTo>
                    <a:cubicBezTo>
                      <a:pt x="548" y="1667"/>
                      <a:pt x="213" y="2474"/>
                      <a:pt x="213" y="3315"/>
                    </a:cubicBezTo>
                    <a:cubicBezTo>
                      <a:pt x="213" y="4157"/>
                      <a:pt x="548" y="4964"/>
                      <a:pt x="1142" y="5559"/>
                    </a:cubicBezTo>
                    <a:cubicBezTo>
                      <a:pt x="1737" y="6154"/>
                      <a:pt x="2544" y="6488"/>
                      <a:pt x="3385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55" name="Freeform: Shape 14354">
                <a:extLst>
                  <a:ext uri="{FF2B5EF4-FFF2-40B4-BE49-F238E27FC236}">
                    <a16:creationId xmlns:a16="http://schemas.microsoft.com/office/drawing/2014/main" id="{3E681FDA-E3F1-8CDE-E07C-3E47D75ECE56}"/>
                  </a:ext>
                </a:extLst>
              </p:cNvPr>
              <p:cNvSpPr/>
              <p:nvPr/>
            </p:nvSpPr>
            <p:spPr>
              <a:xfrm>
                <a:off x="9115537" y="5288067"/>
                <a:ext cx="6343" cy="6345"/>
              </a:xfrm>
              <a:custGeom>
                <a:avLst/>
                <a:gdLst>
                  <a:gd name="connsiteX0" fmla="*/ 3385 w 6343"/>
                  <a:gd name="connsiteY0" fmla="*/ 6488 h 6345"/>
                  <a:gd name="connsiteX1" fmla="*/ 5628 w 6343"/>
                  <a:gd name="connsiteY1" fmla="*/ 5559 h 6345"/>
                  <a:gd name="connsiteX2" fmla="*/ 6556 w 6343"/>
                  <a:gd name="connsiteY2" fmla="*/ 3315 h 6345"/>
                  <a:gd name="connsiteX3" fmla="*/ 5628 w 6343"/>
                  <a:gd name="connsiteY3" fmla="*/ 1072 h 6345"/>
                  <a:gd name="connsiteX4" fmla="*/ 3385 w 6343"/>
                  <a:gd name="connsiteY4" fmla="*/ 143 h 6345"/>
                  <a:gd name="connsiteX5" fmla="*/ 1142 w 6343"/>
                  <a:gd name="connsiteY5" fmla="*/ 1072 h 6345"/>
                  <a:gd name="connsiteX6" fmla="*/ 213 w 6343"/>
                  <a:gd name="connsiteY6" fmla="*/ 3315 h 6345"/>
                  <a:gd name="connsiteX7" fmla="*/ 1142 w 6343"/>
                  <a:gd name="connsiteY7" fmla="*/ 5559 h 6345"/>
                  <a:gd name="connsiteX8" fmla="*/ 3385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88"/>
                    </a:moveTo>
                    <a:cubicBezTo>
                      <a:pt x="4226" y="6488"/>
                      <a:pt x="5033" y="6154"/>
                      <a:pt x="5628" y="5559"/>
                    </a:cubicBezTo>
                    <a:cubicBezTo>
                      <a:pt x="6222" y="4964"/>
                      <a:pt x="6556" y="4157"/>
                      <a:pt x="6556" y="3315"/>
                    </a:cubicBezTo>
                    <a:cubicBezTo>
                      <a:pt x="6556" y="2474"/>
                      <a:pt x="6222" y="1667"/>
                      <a:pt x="5628" y="1072"/>
                    </a:cubicBezTo>
                    <a:cubicBezTo>
                      <a:pt x="5033" y="477"/>
                      <a:pt x="4226" y="143"/>
                      <a:pt x="3385" y="143"/>
                    </a:cubicBezTo>
                    <a:cubicBezTo>
                      <a:pt x="2544" y="143"/>
                      <a:pt x="1737" y="477"/>
                      <a:pt x="1142" y="1072"/>
                    </a:cubicBezTo>
                    <a:cubicBezTo>
                      <a:pt x="548" y="1667"/>
                      <a:pt x="213" y="2474"/>
                      <a:pt x="213" y="3315"/>
                    </a:cubicBezTo>
                    <a:cubicBezTo>
                      <a:pt x="213" y="4157"/>
                      <a:pt x="548" y="4964"/>
                      <a:pt x="1142" y="5559"/>
                    </a:cubicBezTo>
                    <a:cubicBezTo>
                      <a:pt x="1737" y="6154"/>
                      <a:pt x="2544" y="6488"/>
                      <a:pt x="3385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56" name="Freeform: Shape 14355">
                <a:extLst>
                  <a:ext uri="{FF2B5EF4-FFF2-40B4-BE49-F238E27FC236}">
                    <a16:creationId xmlns:a16="http://schemas.microsoft.com/office/drawing/2014/main" id="{BAA32592-4975-E543-DC66-A984B1EA03A9}"/>
                  </a:ext>
                </a:extLst>
              </p:cNvPr>
              <p:cNvSpPr/>
              <p:nvPr/>
            </p:nvSpPr>
            <p:spPr>
              <a:xfrm>
                <a:off x="9117471" y="5284087"/>
                <a:ext cx="6343" cy="6345"/>
              </a:xfrm>
              <a:custGeom>
                <a:avLst/>
                <a:gdLst>
                  <a:gd name="connsiteX0" fmla="*/ 3385 w 6343"/>
                  <a:gd name="connsiteY0" fmla="*/ 6488 h 6345"/>
                  <a:gd name="connsiteX1" fmla="*/ 5628 w 6343"/>
                  <a:gd name="connsiteY1" fmla="*/ 5558 h 6345"/>
                  <a:gd name="connsiteX2" fmla="*/ 6557 w 6343"/>
                  <a:gd name="connsiteY2" fmla="*/ 3315 h 6345"/>
                  <a:gd name="connsiteX3" fmla="*/ 5628 w 6343"/>
                  <a:gd name="connsiteY3" fmla="*/ 1071 h 6345"/>
                  <a:gd name="connsiteX4" fmla="*/ 3385 w 6343"/>
                  <a:gd name="connsiteY4" fmla="*/ 142 h 6345"/>
                  <a:gd name="connsiteX5" fmla="*/ 1142 w 6343"/>
                  <a:gd name="connsiteY5" fmla="*/ 1071 h 6345"/>
                  <a:gd name="connsiteX6" fmla="*/ 213 w 6343"/>
                  <a:gd name="connsiteY6" fmla="*/ 3315 h 6345"/>
                  <a:gd name="connsiteX7" fmla="*/ 1142 w 6343"/>
                  <a:gd name="connsiteY7" fmla="*/ 5558 h 6345"/>
                  <a:gd name="connsiteX8" fmla="*/ 3385 w 6343"/>
                  <a:gd name="connsiteY8" fmla="*/ 648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88"/>
                    </a:moveTo>
                    <a:cubicBezTo>
                      <a:pt x="4226" y="6488"/>
                      <a:pt x="5033" y="6153"/>
                      <a:pt x="5628" y="5558"/>
                    </a:cubicBezTo>
                    <a:cubicBezTo>
                      <a:pt x="6222" y="4963"/>
                      <a:pt x="6557" y="4156"/>
                      <a:pt x="6557" y="3315"/>
                    </a:cubicBezTo>
                    <a:cubicBezTo>
                      <a:pt x="6557" y="2473"/>
                      <a:pt x="6222" y="1666"/>
                      <a:pt x="5628" y="1071"/>
                    </a:cubicBezTo>
                    <a:cubicBezTo>
                      <a:pt x="5033" y="477"/>
                      <a:pt x="4226" y="142"/>
                      <a:pt x="3385" y="142"/>
                    </a:cubicBezTo>
                    <a:cubicBezTo>
                      <a:pt x="2544" y="142"/>
                      <a:pt x="1737" y="477"/>
                      <a:pt x="1142" y="1071"/>
                    </a:cubicBezTo>
                    <a:cubicBezTo>
                      <a:pt x="548" y="1666"/>
                      <a:pt x="213" y="2473"/>
                      <a:pt x="213" y="3315"/>
                    </a:cubicBezTo>
                    <a:cubicBezTo>
                      <a:pt x="213" y="4156"/>
                      <a:pt x="548" y="4963"/>
                      <a:pt x="1142" y="5558"/>
                    </a:cubicBezTo>
                    <a:cubicBezTo>
                      <a:pt x="1737" y="6153"/>
                      <a:pt x="2544" y="6488"/>
                      <a:pt x="3385" y="64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57" name="Freeform: Shape 14356">
                <a:extLst>
                  <a:ext uri="{FF2B5EF4-FFF2-40B4-BE49-F238E27FC236}">
                    <a16:creationId xmlns:a16="http://schemas.microsoft.com/office/drawing/2014/main" id="{766C3242-D88C-D566-69E6-9C2782882B1E}"/>
                  </a:ext>
                </a:extLst>
              </p:cNvPr>
              <p:cNvSpPr/>
              <p:nvPr/>
            </p:nvSpPr>
            <p:spPr>
              <a:xfrm>
                <a:off x="9120004" y="5280176"/>
                <a:ext cx="6343" cy="6345"/>
              </a:xfrm>
              <a:custGeom>
                <a:avLst/>
                <a:gdLst>
                  <a:gd name="connsiteX0" fmla="*/ 3385 w 6343"/>
                  <a:gd name="connsiteY0" fmla="*/ 6487 h 6345"/>
                  <a:gd name="connsiteX1" fmla="*/ 5628 w 6343"/>
                  <a:gd name="connsiteY1" fmla="*/ 5558 h 6345"/>
                  <a:gd name="connsiteX2" fmla="*/ 6557 w 6343"/>
                  <a:gd name="connsiteY2" fmla="*/ 3315 h 6345"/>
                  <a:gd name="connsiteX3" fmla="*/ 5628 w 6343"/>
                  <a:gd name="connsiteY3" fmla="*/ 1071 h 6345"/>
                  <a:gd name="connsiteX4" fmla="*/ 3385 w 6343"/>
                  <a:gd name="connsiteY4" fmla="*/ 142 h 6345"/>
                  <a:gd name="connsiteX5" fmla="*/ 1143 w 6343"/>
                  <a:gd name="connsiteY5" fmla="*/ 1071 h 6345"/>
                  <a:gd name="connsiteX6" fmla="*/ 214 w 6343"/>
                  <a:gd name="connsiteY6" fmla="*/ 3315 h 6345"/>
                  <a:gd name="connsiteX7" fmla="*/ 1143 w 6343"/>
                  <a:gd name="connsiteY7" fmla="*/ 5558 h 6345"/>
                  <a:gd name="connsiteX8" fmla="*/ 3385 w 6343"/>
                  <a:gd name="connsiteY8" fmla="*/ 648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87"/>
                    </a:moveTo>
                    <a:cubicBezTo>
                      <a:pt x="4226" y="6487"/>
                      <a:pt x="5033" y="6153"/>
                      <a:pt x="5628" y="5558"/>
                    </a:cubicBezTo>
                    <a:cubicBezTo>
                      <a:pt x="6223" y="4963"/>
                      <a:pt x="6557" y="4156"/>
                      <a:pt x="6557" y="3315"/>
                    </a:cubicBezTo>
                    <a:cubicBezTo>
                      <a:pt x="6557" y="2473"/>
                      <a:pt x="6223" y="1666"/>
                      <a:pt x="5628" y="1071"/>
                    </a:cubicBezTo>
                    <a:cubicBezTo>
                      <a:pt x="5033" y="476"/>
                      <a:pt x="4226" y="142"/>
                      <a:pt x="3385" y="142"/>
                    </a:cubicBezTo>
                    <a:cubicBezTo>
                      <a:pt x="2544" y="142"/>
                      <a:pt x="1737" y="476"/>
                      <a:pt x="1143" y="1071"/>
                    </a:cubicBezTo>
                    <a:cubicBezTo>
                      <a:pt x="548" y="1666"/>
                      <a:pt x="214" y="2473"/>
                      <a:pt x="214" y="3315"/>
                    </a:cubicBezTo>
                    <a:cubicBezTo>
                      <a:pt x="214" y="4156"/>
                      <a:pt x="548" y="4963"/>
                      <a:pt x="1143" y="5558"/>
                    </a:cubicBezTo>
                    <a:cubicBezTo>
                      <a:pt x="1737" y="6153"/>
                      <a:pt x="2544" y="6487"/>
                      <a:pt x="3385" y="64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58" name="Freeform: Shape 14357">
                <a:extLst>
                  <a:ext uri="{FF2B5EF4-FFF2-40B4-BE49-F238E27FC236}">
                    <a16:creationId xmlns:a16="http://schemas.microsoft.com/office/drawing/2014/main" id="{2BE30E68-A925-9BE9-1309-959B7BFEF445}"/>
                  </a:ext>
                </a:extLst>
              </p:cNvPr>
              <p:cNvSpPr/>
              <p:nvPr/>
            </p:nvSpPr>
            <p:spPr>
              <a:xfrm>
                <a:off x="9114106" y="5269753"/>
                <a:ext cx="6343" cy="6345"/>
              </a:xfrm>
              <a:custGeom>
                <a:avLst/>
                <a:gdLst>
                  <a:gd name="connsiteX0" fmla="*/ 3385 w 6343"/>
                  <a:gd name="connsiteY0" fmla="*/ 6486 h 6345"/>
                  <a:gd name="connsiteX1" fmla="*/ 5627 w 6343"/>
                  <a:gd name="connsiteY1" fmla="*/ 5557 h 6345"/>
                  <a:gd name="connsiteX2" fmla="*/ 6556 w 6343"/>
                  <a:gd name="connsiteY2" fmla="*/ 3314 h 6345"/>
                  <a:gd name="connsiteX3" fmla="*/ 5627 w 6343"/>
                  <a:gd name="connsiteY3" fmla="*/ 1070 h 6345"/>
                  <a:gd name="connsiteX4" fmla="*/ 3385 w 6343"/>
                  <a:gd name="connsiteY4" fmla="*/ 141 h 6345"/>
                  <a:gd name="connsiteX5" fmla="*/ 1142 w 6343"/>
                  <a:gd name="connsiteY5" fmla="*/ 1070 h 6345"/>
                  <a:gd name="connsiteX6" fmla="*/ 213 w 6343"/>
                  <a:gd name="connsiteY6" fmla="*/ 3314 h 6345"/>
                  <a:gd name="connsiteX7" fmla="*/ 1142 w 6343"/>
                  <a:gd name="connsiteY7" fmla="*/ 5557 h 6345"/>
                  <a:gd name="connsiteX8" fmla="*/ 3385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86"/>
                    </a:moveTo>
                    <a:cubicBezTo>
                      <a:pt x="4226" y="6486"/>
                      <a:pt x="5033" y="6152"/>
                      <a:pt x="5627" y="5557"/>
                    </a:cubicBezTo>
                    <a:cubicBezTo>
                      <a:pt x="6222" y="4962"/>
                      <a:pt x="6556" y="4155"/>
                      <a:pt x="6556" y="3314"/>
                    </a:cubicBezTo>
                    <a:cubicBezTo>
                      <a:pt x="6556" y="2472"/>
                      <a:pt x="6222" y="1665"/>
                      <a:pt x="5627" y="1070"/>
                    </a:cubicBezTo>
                    <a:cubicBezTo>
                      <a:pt x="5033" y="475"/>
                      <a:pt x="4226" y="141"/>
                      <a:pt x="3385" y="141"/>
                    </a:cubicBezTo>
                    <a:cubicBezTo>
                      <a:pt x="2544" y="141"/>
                      <a:pt x="1737" y="475"/>
                      <a:pt x="1142" y="1070"/>
                    </a:cubicBezTo>
                    <a:cubicBezTo>
                      <a:pt x="547" y="1665"/>
                      <a:pt x="213" y="2472"/>
                      <a:pt x="213" y="3314"/>
                    </a:cubicBezTo>
                    <a:cubicBezTo>
                      <a:pt x="213" y="4155"/>
                      <a:pt x="547" y="4962"/>
                      <a:pt x="1142" y="5557"/>
                    </a:cubicBezTo>
                    <a:cubicBezTo>
                      <a:pt x="1737" y="6152"/>
                      <a:pt x="2544" y="6486"/>
                      <a:pt x="3385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59" name="Freeform: Shape 14358">
                <a:extLst>
                  <a:ext uri="{FF2B5EF4-FFF2-40B4-BE49-F238E27FC236}">
                    <a16:creationId xmlns:a16="http://schemas.microsoft.com/office/drawing/2014/main" id="{E7EF7838-516C-FC5A-8C4C-F0A44484012D}"/>
                  </a:ext>
                </a:extLst>
              </p:cNvPr>
              <p:cNvSpPr/>
              <p:nvPr/>
            </p:nvSpPr>
            <p:spPr>
              <a:xfrm>
                <a:off x="9115832" y="5265821"/>
                <a:ext cx="6343" cy="6345"/>
              </a:xfrm>
              <a:custGeom>
                <a:avLst/>
                <a:gdLst>
                  <a:gd name="connsiteX0" fmla="*/ 3385 w 6343"/>
                  <a:gd name="connsiteY0" fmla="*/ 6486 h 6345"/>
                  <a:gd name="connsiteX1" fmla="*/ 5628 w 6343"/>
                  <a:gd name="connsiteY1" fmla="*/ 5557 h 6345"/>
                  <a:gd name="connsiteX2" fmla="*/ 6556 w 6343"/>
                  <a:gd name="connsiteY2" fmla="*/ 3313 h 6345"/>
                  <a:gd name="connsiteX3" fmla="*/ 5628 w 6343"/>
                  <a:gd name="connsiteY3" fmla="*/ 1070 h 6345"/>
                  <a:gd name="connsiteX4" fmla="*/ 3385 w 6343"/>
                  <a:gd name="connsiteY4" fmla="*/ 141 h 6345"/>
                  <a:gd name="connsiteX5" fmla="*/ 1142 w 6343"/>
                  <a:gd name="connsiteY5" fmla="*/ 1070 h 6345"/>
                  <a:gd name="connsiteX6" fmla="*/ 213 w 6343"/>
                  <a:gd name="connsiteY6" fmla="*/ 3313 h 6345"/>
                  <a:gd name="connsiteX7" fmla="*/ 1142 w 6343"/>
                  <a:gd name="connsiteY7" fmla="*/ 5557 h 6345"/>
                  <a:gd name="connsiteX8" fmla="*/ 3385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86"/>
                    </a:moveTo>
                    <a:cubicBezTo>
                      <a:pt x="4226" y="6486"/>
                      <a:pt x="5033" y="6152"/>
                      <a:pt x="5628" y="5557"/>
                    </a:cubicBezTo>
                    <a:cubicBezTo>
                      <a:pt x="6222" y="4962"/>
                      <a:pt x="6556" y="4155"/>
                      <a:pt x="6556" y="3313"/>
                    </a:cubicBezTo>
                    <a:cubicBezTo>
                      <a:pt x="6556" y="2472"/>
                      <a:pt x="6222" y="1665"/>
                      <a:pt x="5628" y="1070"/>
                    </a:cubicBezTo>
                    <a:cubicBezTo>
                      <a:pt x="5033" y="475"/>
                      <a:pt x="4226" y="141"/>
                      <a:pt x="3385" y="141"/>
                    </a:cubicBezTo>
                    <a:cubicBezTo>
                      <a:pt x="2544" y="141"/>
                      <a:pt x="1737" y="475"/>
                      <a:pt x="1142" y="1070"/>
                    </a:cubicBezTo>
                    <a:cubicBezTo>
                      <a:pt x="548" y="1665"/>
                      <a:pt x="213" y="2472"/>
                      <a:pt x="213" y="3313"/>
                    </a:cubicBezTo>
                    <a:cubicBezTo>
                      <a:pt x="213" y="4155"/>
                      <a:pt x="548" y="4962"/>
                      <a:pt x="1142" y="5557"/>
                    </a:cubicBezTo>
                    <a:cubicBezTo>
                      <a:pt x="1737" y="6152"/>
                      <a:pt x="2544" y="6486"/>
                      <a:pt x="3385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60" name="Freeform: Shape 14359">
                <a:extLst>
                  <a:ext uri="{FF2B5EF4-FFF2-40B4-BE49-F238E27FC236}">
                    <a16:creationId xmlns:a16="http://schemas.microsoft.com/office/drawing/2014/main" id="{2C1BC3F2-7BD0-F204-2B2E-ECB203599F73}"/>
                  </a:ext>
                </a:extLst>
              </p:cNvPr>
              <p:cNvSpPr/>
              <p:nvPr/>
            </p:nvSpPr>
            <p:spPr>
              <a:xfrm>
                <a:off x="9116385" y="5261807"/>
                <a:ext cx="6343" cy="6345"/>
              </a:xfrm>
              <a:custGeom>
                <a:avLst/>
                <a:gdLst>
                  <a:gd name="connsiteX0" fmla="*/ 3385 w 6343"/>
                  <a:gd name="connsiteY0" fmla="*/ 6486 h 6345"/>
                  <a:gd name="connsiteX1" fmla="*/ 5628 w 6343"/>
                  <a:gd name="connsiteY1" fmla="*/ 5557 h 6345"/>
                  <a:gd name="connsiteX2" fmla="*/ 6557 w 6343"/>
                  <a:gd name="connsiteY2" fmla="*/ 3313 h 6345"/>
                  <a:gd name="connsiteX3" fmla="*/ 5628 w 6343"/>
                  <a:gd name="connsiteY3" fmla="*/ 1070 h 6345"/>
                  <a:gd name="connsiteX4" fmla="*/ 3385 w 6343"/>
                  <a:gd name="connsiteY4" fmla="*/ 140 h 6345"/>
                  <a:gd name="connsiteX5" fmla="*/ 1142 w 6343"/>
                  <a:gd name="connsiteY5" fmla="*/ 1070 h 6345"/>
                  <a:gd name="connsiteX6" fmla="*/ 213 w 6343"/>
                  <a:gd name="connsiteY6" fmla="*/ 3313 h 6345"/>
                  <a:gd name="connsiteX7" fmla="*/ 1142 w 6343"/>
                  <a:gd name="connsiteY7" fmla="*/ 5557 h 6345"/>
                  <a:gd name="connsiteX8" fmla="*/ 3385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86"/>
                    </a:moveTo>
                    <a:cubicBezTo>
                      <a:pt x="4226" y="6486"/>
                      <a:pt x="5033" y="6152"/>
                      <a:pt x="5628" y="5557"/>
                    </a:cubicBezTo>
                    <a:cubicBezTo>
                      <a:pt x="6222" y="4962"/>
                      <a:pt x="6557" y="4155"/>
                      <a:pt x="6557" y="3313"/>
                    </a:cubicBezTo>
                    <a:cubicBezTo>
                      <a:pt x="6557" y="2472"/>
                      <a:pt x="6222" y="1665"/>
                      <a:pt x="5628" y="1070"/>
                    </a:cubicBezTo>
                    <a:cubicBezTo>
                      <a:pt x="5033" y="475"/>
                      <a:pt x="4226" y="140"/>
                      <a:pt x="3385" y="140"/>
                    </a:cubicBezTo>
                    <a:cubicBezTo>
                      <a:pt x="2544" y="140"/>
                      <a:pt x="1737" y="475"/>
                      <a:pt x="1142" y="1070"/>
                    </a:cubicBezTo>
                    <a:cubicBezTo>
                      <a:pt x="548" y="1665"/>
                      <a:pt x="213" y="2472"/>
                      <a:pt x="213" y="3313"/>
                    </a:cubicBezTo>
                    <a:cubicBezTo>
                      <a:pt x="213" y="4155"/>
                      <a:pt x="548" y="4962"/>
                      <a:pt x="1142" y="5557"/>
                    </a:cubicBezTo>
                    <a:cubicBezTo>
                      <a:pt x="1737" y="6152"/>
                      <a:pt x="2544" y="6486"/>
                      <a:pt x="3385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61" name="Freeform: Shape 14360">
                <a:extLst>
                  <a:ext uri="{FF2B5EF4-FFF2-40B4-BE49-F238E27FC236}">
                    <a16:creationId xmlns:a16="http://schemas.microsoft.com/office/drawing/2014/main" id="{1195EEEC-6E86-CFCD-B574-06D9FC365F0E}"/>
                  </a:ext>
                </a:extLst>
              </p:cNvPr>
              <p:cNvSpPr/>
              <p:nvPr/>
            </p:nvSpPr>
            <p:spPr>
              <a:xfrm>
                <a:off x="9115492" y="5259680"/>
                <a:ext cx="6343" cy="6345"/>
              </a:xfrm>
              <a:custGeom>
                <a:avLst/>
                <a:gdLst>
                  <a:gd name="connsiteX0" fmla="*/ 3385 w 6343"/>
                  <a:gd name="connsiteY0" fmla="*/ 6486 h 6345"/>
                  <a:gd name="connsiteX1" fmla="*/ 5628 w 6343"/>
                  <a:gd name="connsiteY1" fmla="*/ 5556 h 6345"/>
                  <a:gd name="connsiteX2" fmla="*/ 6556 w 6343"/>
                  <a:gd name="connsiteY2" fmla="*/ 3313 h 6345"/>
                  <a:gd name="connsiteX3" fmla="*/ 5628 w 6343"/>
                  <a:gd name="connsiteY3" fmla="*/ 1070 h 6345"/>
                  <a:gd name="connsiteX4" fmla="*/ 3385 w 6343"/>
                  <a:gd name="connsiteY4" fmla="*/ 140 h 6345"/>
                  <a:gd name="connsiteX5" fmla="*/ 1142 w 6343"/>
                  <a:gd name="connsiteY5" fmla="*/ 1070 h 6345"/>
                  <a:gd name="connsiteX6" fmla="*/ 213 w 6343"/>
                  <a:gd name="connsiteY6" fmla="*/ 3313 h 6345"/>
                  <a:gd name="connsiteX7" fmla="*/ 1142 w 6343"/>
                  <a:gd name="connsiteY7" fmla="*/ 5556 h 6345"/>
                  <a:gd name="connsiteX8" fmla="*/ 3385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86"/>
                    </a:moveTo>
                    <a:cubicBezTo>
                      <a:pt x="4226" y="6486"/>
                      <a:pt x="5033" y="6151"/>
                      <a:pt x="5628" y="5556"/>
                    </a:cubicBezTo>
                    <a:cubicBezTo>
                      <a:pt x="6222" y="4961"/>
                      <a:pt x="6556" y="4154"/>
                      <a:pt x="6556" y="3313"/>
                    </a:cubicBezTo>
                    <a:cubicBezTo>
                      <a:pt x="6556" y="2472"/>
                      <a:pt x="6222" y="1665"/>
                      <a:pt x="5628" y="1070"/>
                    </a:cubicBezTo>
                    <a:cubicBezTo>
                      <a:pt x="5033" y="475"/>
                      <a:pt x="4226" y="140"/>
                      <a:pt x="3385" y="140"/>
                    </a:cubicBezTo>
                    <a:cubicBezTo>
                      <a:pt x="2544" y="140"/>
                      <a:pt x="1737" y="475"/>
                      <a:pt x="1142" y="1070"/>
                    </a:cubicBezTo>
                    <a:cubicBezTo>
                      <a:pt x="548" y="1665"/>
                      <a:pt x="213" y="2472"/>
                      <a:pt x="213" y="3313"/>
                    </a:cubicBezTo>
                    <a:cubicBezTo>
                      <a:pt x="213" y="4154"/>
                      <a:pt x="548" y="4961"/>
                      <a:pt x="1142" y="5556"/>
                    </a:cubicBezTo>
                    <a:cubicBezTo>
                      <a:pt x="1737" y="6151"/>
                      <a:pt x="2544" y="6486"/>
                      <a:pt x="3385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62" name="Freeform: Shape 14361">
                <a:extLst>
                  <a:ext uri="{FF2B5EF4-FFF2-40B4-BE49-F238E27FC236}">
                    <a16:creationId xmlns:a16="http://schemas.microsoft.com/office/drawing/2014/main" id="{92AF6D62-07AF-E15D-CE34-94B36E02516B}"/>
                  </a:ext>
                </a:extLst>
              </p:cNvPr>
              <p:cNvSpPr/>
              <p:nvPr/>
            </p:nvSpPr>
            <p:spPr>
              <a:xfrm>
                <a:off x="9113091" y="5257372"/>
                <a:ext cx="6343" cy="6345"/>
              </a:xfrm>
              <a:custGeom>
                <a:avLst/>
                <a:gdLst>
                  <a:gd name="connsiteX0" fmla="*/ 3385 w 6343"/>
                  <a:gd name="connsiteY0" fmla="*/ 6486 h 6345"/>
                  <a:gd name="connsiteX1" fmla="*/ 5627 w 6343"/>
                  <a:gd name="connsiteY1" fmla="*/ 5556 h 6345"/>
                  <a:gd name="connsiteX2" fmla="*/ 6556 w 6343"/>
                  <a:gd name="connsiteY2" fmla="*/ 3313 h 6345"/>
                  <a:gd name="connsiteX3" fmla="*/ 5627 w 6343"/>
                  <a:gd name="connsiteY3" fmla="*/ 1069 h 6345"/>
                  <a:gd name="connsiteX4" fmla="*/ 3385 w 6343"/>
                  <a:gd name="connsiteY4" fmla="*/ 140 h 6345"/>
                  <a:gd name="connsiteX5" fmla="*/ 1142 w 6343"/>
                  <a:gd name="connsiteY5" fmla="*/ 1069 h 6345"/>
                  <a:gd name="connsiteX6" fmla="*/ 213 w 6343"/>
                  <a:gd name="connsiteY6" fmla="*/ 3313 h 6345"/>
                  <a:gd name="connsiteX7" fmla="*/ 1142 w 6343"/>
                  <a:gd name="connsiteY7" fmla="*/ 5556 h 6345"/>
                  <a:gd name="connsiteX8" fmla="*/ 3385 w 6343"/>
                  <a:gd name="connsiteY8" fmla="*/ 648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86"/>
                    </a:moveTo>
                    <a:cubicBezTo>
                      <a:pt x="4226" y="6486"/>
                      <a:pt x="5033" y="6151"/>
                      <a:pt x="5627" y="5556"/>
                    </a:cubicBezTo>
                    <a:cubicBezTo>
                      <a:pt x="6222" y="4961"/>
                      <a:pt x="6556" y="4154"/>
                      <a:pt x="6556" y="3313"/>
                    </a:cubicBezTo>
                    <a:cubicBezTo>
                      <a:pt x="6556" y="2471"/>
                      <a:pt x="6222" y="1664"/>
                      <a:pt x="5627" y="1069"/>
                    </a:cubicBezTo>
                    <a:cubicBezTo>
                      <a:pt x="5033" y="474"/>
                      <a:pt x="4226" y="140"/>
                      <a:pt x="3385" y="140"/>
                    </a:cubicBezTo>
                    <a:cubicBezTo>
                      <a:pt x="2544" y="140"/>
                      <a:pt x="1737" y="474"/>
                      <a:pt x="1142" y="1069"/>
                    </a:cubicBezTo>
                    <a:cubicBezTo>
                      <a:pt x="547" y="1664"/>
                      <a:pt x="213" y="2471"/>
                      <a:pt x="213" y="3313"/>
                    </a:cubicBezTo>
                    <a:cubicBezTo>
                      <a:pt x="213" y="4154"/>
                      <a:pt x="547" y="4961"/>
                      <a:pt x="1142" y="5556"/>
                    </a:cubicBezTo>
                    <a:cubicBezTo>
                      <a:pt x="1737" y="6151"/>
                      <a:pt x="2544" y="6486"/>
                      <a:pt x="3385" y="64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63" name="Freeform: Shape 14362">
                <a:extLst>
                  <a:ext uri="{FF2B5EF4-FFF2-40B4-BE49-F238E27FC236}">
                    <a16:creationId xmlns:a16="http://schemas.microsoft.com/office/drawing/2014/main" id="{1665516D-22A3-05DB-378F-3BA9A7E4F96B}"/>
                  </a:ext>
                </a:extLst>
              </p:cNvPr>
              <p:cNvSpPr/>
              <p:nvPr/>
            </p:nvSpPr>
            <p:spPr>
              <a:xfrm>
                <a:off x="9104590" y="5250083"/>
                <a:ext cx="6343" cy="6345"/>
              </a:xfrm>
              <a:custGeom>
                <a:avLst/>
                <a:gdLst>
                  <a:gd name="connsiteX0" fmla="*/ 3384 w 6343"/>
                  <a:gd name="connsiteY0" fmla="*/ 6485 h 6345"/>
                  <a:gd name="connsiteX1" fmla="*/ 5627 w 6343"/>
                  <a:gd name="connsiteY1" fmla="*/ 5556 h 6345"/>
                  <a:gd name="connsiteX2" fmla="*/ 6556 w 6343"/>
                  <a:gd name="connsiteY2" fmla="*/ 3312 h 6345"/>
                  <a:gd name="connsiteX3" fmla="*/ 5627 w 6343"/>
                  <a:gd name="connsiteY3" fmla="*/ 1069 h 6345"/>
                  <a:gd name="connsiteX4" fmla="*/ 3384 w 6343"/>
                  <a:gd name="connsiteY4" fmla="*/ 140 h 6345"/>
                  <a:gd name="connsiteX5" fmla="*/ 1141 w 6343"/>
                  <a:gd name="connsiteY5" fmla="*/ 1069 h 6345"/>
                  <a:gd name="connsiteX6" fmla="*/ 212 w 6343"/>
                  <a:gd name="connsiteY6" fmla="*/ 3312 h 6345"/>
                  <a:gd name="connsiteX7" fmla="*/ 1141 w 6343"/>
                  <a:gd name="connsiteY7" fmla="*/ 5556 h 6345"/>
                  <a:gd name="connsiteX8" fmla="*/ 3384 w 6343"/>
                  <a:gd name="connsiteY8" fmla="*/ 64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85"/>
                    </a:moveTo>
                    <a:cubicBezTo>
                      <a:pt x="4225" y="6485"/>
                      <a:pt x="5032" y="6151"/>
                      <a:pt x="5627" y="5556"/>
                    </a:cubicBezTo>
                    <a:cubicBezTo>
                      <a:pt x="6221" y="4961"/>
                      <a:pt x="6556" y="4154"/>
                      <a:pt x="6556" y="3312"/>
                    </a:cubicBezTo>
                    <a:cubicBezTo>
                      <a:pt x="6556" y="2471"/>
                      <a:pt x="6221" y="1664"/>
                      <a:pt x="5627" y="1069"/>
                    </a:cubicBezTo>
                    <a:cubicBezTo>
                      <a:pt x="5032" y="474"/>
                      <a:pt x="4225" y="140"/>
                      <a:pt x="3384" y="140"/>
                    </a:cubicBezTo>
                    <a:cubicBezTo>
                      <a:pt x="2543" y="140"/>
                      <a:pt x="1736" y="474"/>
                      <a:pt x="1141" y="1069"/>
                    </a:cubicBezTo>
                    <a:cubicBezTo>
                      <a:pt x="547" y="1664"/>
                      <a:pt x="212" y="2471"/>
                      <a:pt x="212" y="3312"/>
                    </a:cubicBezTo>
                    <a:cubicBezTo>
                      <a:pt x="212" y="4154"/>
                      <a:pt x="547" y="4961"/>
                      <a:pt x="1141" y="5556"/>
                    </a:cubicBezTo>
                    <a:cubicBezTo>
                      <a:pt x="1736" y="6151"/>
                      <a:pt x="2543" y="6485"/>
                      <a:pt x="3384" y="6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64" name="Freeform: Shape 14363">
                <a:extLst>
                  <a:ext uri="{FF2B5EF4-FFF2-40B4-BE49-F238E27FC236}">
                    <a16:creationId xmlns:a16="http://schemas.microsoft.com/office/drawing/2014/main" id="{0D426837-678D-022A-88F2-41296430AE17}"/>
                  </a:ext>
                </a:extLst>
              </p:cNvPr>
              <p:cNvSpPr/>
              <p:nvPr/>
            </p:nvSpPr>
            <p:spPr>
              <a:xfrm>
                <a:off x="9100617" y="5247422"/>
                <a:ext cx="6343" cy="6345"/>
              </a:xfrm>
              <a:custGeom>
                <a:avLst/>
                <a:gdLst>
                  <a:gd name="connsiteX0" fmla="*/ 3384 w 6343"/>
                  <a:gd name="connsiteY0" fmla="*/ 6485 h 6345"/>
                  <a:gd name="connsiteX1" fmla="*/ 5626 w 6343"/>
                  <a:gd name="connsiteY1" fmla="*/ 5555 h 6345"/>
                  <a:gd name="connsiteX2" fmla="*/ 6555 w 6343"/>
                  <a:gd name="connsiteY2" fmla="*/ 3312 h 6345"/>
                  <a:gd name="connsiteX3" fmla="*/ 5626 w 6343"/>
                  <a:gd name="connsiteY3" fmla="*/ 1069 h 6345"/>
                  <a:gd name="connsiteX4" fmla="*/ 3384 w 6343"/>
                  <a:gd name="connsiteY4" fmla="*/ 139 h 6345"/>
                  <a:gd name="connsiteX5" fmla="*/ 1141 w 6343"/>
                  <a:gd name="connsiteY5" fmla="*/ 1069 h 6345"/>
                  <a:gd name="connsiteX6" fmla="*/ 212 w 6343"/>
                  <a:gd name="connsiteY6" fmla="*/ 3312 h 6345"/>
                  <a:gd name="connsiteX7" fmla="*/ 1141 w 6343"/>
                  <a:gd name="connsiteY7" fmla="*/ 5555 h 6345"/>
                  <a:gd name="connsiteX8" fmla="*/ 3384 w 6343"/>
                  <a:gd name="connsiteY8" fmla="*/ 64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85"/>
                    </a:moveTo>
                    <a:cubicBezTo>
                      <a:pt x="4225" y="6485"/>
                      <a:pt x="5032" y="6150"/>
                      <a:pt x="5626" y="5555"/>
                    </a:cubicBezTo>
                    <a:cubicBezTo>
                      <a:pt x="6221" y="4960"/>
                      <a:pt x="6555" y="4153"/>
                      <a:pt x="6555" y="3312"/>
                    </a:cubicBezTo>
                    <a:cubicBezTo>
                      <a:pt x="6555" y="2471"/>
                      <a:pt x="6221" y="1664"/>
                      <a:pt x="5626" y="1069"/>
                    </a:cubicBezTo>
                    <a:cubicBezTo>
                      <a:pt x="5032" y="474"/>
                      <a:pt x="4225" y="139"/>
                      <a:pt x="3384" y="139"/>
                    </a:cubicBezTo>
                    <a:cubicBezTo>
                      <a:pt x="2543" y="139"/>
                      <a:pt x="1736" y="474"/>
                      <a:pt x="1141" y="1069"/>
                    </a:cubicBezTo>
                    <a:cubicBezTo>
                      <a:pt x="546" y="1664"/>
                      <a:pt x="212" y="2471"/>
                      <a:pt x="212" y="3312"/>
                    </a:cubicBezTo>
                    <a:cubicBezTo>
                      <a:pt x="212" y="4153"/>
                      <a:pt x="546" y="4960"/>
                      <a:pt x="1141" y="5555"/>
                    </a:cubicBezTo>
                    <a:cubicBezTo>
                      <a:pt x="1736" y="6150"/>
                      <a:pt x="2543" y="6485"/>
                      <a:pt x="3384" y="6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65" name="Freeform: Shape 14364">
                <a:extLst>
                  <a:ext uri="{FF2B5EF4-FFF2-40B4-BE49-F238E27FC236}">
                    <a16:creationId xmlns:a16="http://schemas.microsoft.com/office/drawing/2014/main" id="{EA0E77B5-170A-1C35-5AB7-997F64AB8F49}"/>
                  </a:ext>
                </a:extLst>
              </p:cNvPr>
              <p:cNvSpPr/>
              <p:nvPr/>
            </p:nvSpPr>
            <p:spPr>
              <a:xfrm>
                <a:off x="9098666" y="5244994"/>
                <a:ext cx="6343" cy="6345"/>
              </a:xfrm>
              <a:custGeom>
                <a:avLst/>
                <a:gdLst>
                  <a:gd name="connsiteX0" fmla="*/ 3384 w 6343"/>
                  <a:gd name="connsiteY0" fmla="*/ 6485 h 6345"/>
                  <a:gd name="connsiteX1" fmla="*/ 5626 w 6343"/>
                  <a:gd name="connsiteY1" fmla="*/ 5555 h 6345"/>
                  <a:gd name="connsiteX2" fmla="*/ 6555 w 6343"/>
                  <a:gd name="connsiteY2" fmla="*/ 3312 h 6345"/>
                  <a:gd name="connsiteX3" fmla="*/ 5626 w 6343"/>
                  <a:gd name="connsiteY3" fmla="*/ 1068 h 6345"/>
                  <a:gd name="connsiteX4" fmla="*/ 3384 w 6343"/>
                  <a:gd name="connsiteY4" fmla="*/ 139 h 6345"/>
                  <a:gd name="connsiteX5" fmla="*/ 1141 w 6343"/>
                  <a:gd name="connsiteY5" fmla="*/ 1068 h 6345"/>
                  <a:gd name="connsiteX6" fmla="*/ 212 w 6343"/>
                  <a:gd name="connsiteY6" fmla="*/ 3312 h 6345"/>
                  <a:gd name="connsiteX7" fmla="*/ 1141 w 6343"/>
                  <a:gd name="connsiteY7" fmla="*/ 5555 h 6345"/>
                  <a:gd name="connsiteX8" fmla="*/ 3384 w 6343"/>
                  <a:gd name="connsiteY8" fmla="*/ 648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85"/>
                    </a:moveTo>
                    <a:cubicBezTo>
                      <a:pt x="4225" y="6485"/>
                      <a:pt x="5031" y="6150"/>
                      <a:pt x="5626" y="5555"/>
                    </a:cubicBezTo>
                    <a:cubicBezTo>
                      <a:pt x="6221" y="4960"/>
                      <a:pt x="6555" y="4153"/>
                      <a:pt x="6555" y="3312"/>
                    </a:cubicBezTo>
                    <a:cubicBezTo>
                      <a:pt x="6555" y="2470"/>
                      <a:pt x="6221" y="1663"/>
                      <a:pt x="5626" y="1068"/>
                    </a:cubicBezTo>
                    <a:cubicBezTo>
                      <a:pt x="5031" y="473"/>
                      <a:pt x="4225" y="139"/>
                      <a:pt x="3384" y="139"/>
                    </a:cubicBezTo>
                    <a:cubicBezTo>
                      <a:pt x="2542" y="139"/>
                      <a:pt x="1736" y="473"/>
                      <a:pt x="1141" y="1068"/>
                    </a:cubicBezTo>
                    <a:cubicBezTo>
                      <a:pt x="546" y="1663"/>
                      <a:pt x="212" y="2470"/>
                      <a:pt x="212" y="3312"/>
                    </a:cubicBezTo>
                    <a:cubicBezTo>
                      <a:pt x="212" y="4153"/>
                      <a:pt x="546" y="4960"/>
                      <a:pt x="1141" y="5555"/>
                    </a:cubicBezTo>
                    <a:cubicBezTo>
                      <a:pt x="1736" y="6150"/>
                      <a:pt x="2542" y="6485"/>
                      <a:pt x="3384" y="6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66" name="Freeform: Shape 14365">
                <a:extLst>
                  <a:ext uri="{FF2B5EF4-FFF2-40B4-BE49-F238E27FC236}">
                    <a16:creationId xmlns:a16="http://schemas.microsoft.com/office/drawing/2014/main" id="{B7A25578-A441-7D42-B3C9-E0309FAB5337}"/>
                  </a:ext>
                </a:extLst>
              </p:cNvPr>
              <p:cNvSpPr/>
              <p:nvPr/>
            </p:nvSpPr>
            <p:spPr>
              <a:xfrm>
                <a:off x="9047835" y="5160391"/>
                <a:ext cx="6343" cy="6345"/>
              </a:xfrm>
              <a:custGeom>
                <a:avLst/>
                <a:gdLst>
                  <a:gd name="connsiteX0" fmla="*/ 3380 w 6343"/>
                  <a:gd name="connsiteY0" fmla="*/ 6478 h 6345"/>
                  <a:gd name="connsiteX1" fmla="*/ 5622 w 6343"/>
                  <a:gd name="connsiteY1" fmla="*/ 5549 h 6345"/>
                  <a:gd name="connsiteX2" fmla="*/ 6551 w 6343"/>
                  <a:gd name="connsiteY2" fmla="*/ 3305 h 6345"/>
                  <a:gd name="connsiteX3" fmla="*/ 5622 w 6343"/>
                  <a:gd name="connsiteY3" fmla="*/ 1062 h 6345"/>
                  <a:gd name="connsiteX4" fmla="*/ 3380 w 6343"/>
                  <a:gd name="connsiteY4" fmla="*/ 132 h 6345"/>
                  <a:gd name="connsiteX5" fmla="*/ 1137 w 6343"/>
                  <a:gd name="connsiteY5" fmla="*/ 1062 h 6345"/>
                  <a:gd name="connsiteX6" fmla="*/ 208 w 6343"/>
                  <a:gd name="connsiteY6" fmla="*/ 3305 h 6345"/>
                  <a:gd name="connsiteX7" fmla="*/ 1137 w 6343"/>
                  <a:gd name="connsiteY7" fmla="*/ 5549 h 6345"/>
                  <a:gd name="connsiteX8" fmla="*/ 338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0" y="6478"/>
                    </a:moveTo>
                    <a:cubicBezTo>
                      <a:pt x="4221" y="6478"/>
                      <a:pt x="5027" y="6144"/>
                      <a:pt x="5622" y="5549"/>
                    </a:cubicBezTo>
                    <a:cubicBezTo>
                      <a:pt x="6217" y="4954"/>
                      <a:pt x="6551" y="4147"/>
                      <a:pt x="6551" y="3305"/>
                    </a:cubicBezTo>
                    <a:cubicBezTo>
                      <a:pt x="6551" y="2464"/>
                      <a:pt x="6217" y="1657"/>
                      <a:pt x="5622" y="1062"/>
                    </a:cubicBezTo>
                    <a:cubicBezTo>
                      <a:pt x="5027" y="467"/>
                      <a:pt x="4221" y="132"/>
                      <a:pt x="3380" y="132"/>
                    </a:cubicBezTo>
                    <a:cubicBezTo>
                      <a:pt x="2538" y="132"/>
                      <a:pt x="1732" y="467"/>
                      <a:pt x="1137" y="1062"/>
                    </a:cubicBezTo>
                    <a:cubicBezTo>
                      <a:pt x="542" y="1657"/>
                      <a:pt x="208" y="2464"/>
                      <a:pt x="208" y="3305"/>
                    </a:cubicBezTo>
                    <a:cubicBezTo>
                      <a:pt x="208" y="4147"/>
                      <a:pt x="542" y="4954"/>
                      <a:pt x="1137" y="5549"/>
                    </a:cubicBezTo>
                    <a:cubicBezTo>
                      <a:pt x="1732" y="6144"/>
                      <a:pt x="2538" y="6478"/>
                      <a:pt x="338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67" name="Freeform: Shape 14366">
                <a:extLst>
                  <a:ext uri="{FF2B5EF4-FFF2-40B4-BE49-F238E27FC236}">
                    <a16:creationId xmlns:a16="http://schemas.microsoft.com/office/drawing/2014/main" id="{62E20AE7-8C82-87D2-6B11-5554BA6DC026}"/>
                  </a:ext>
                </a:extLst>
              </p:cNvPr>
              <p:cNvSpPr/>
              <p:nvPr/>
            </p:nvSpPr>
            <p:spPr>
              <a:xfrm>
                <a:off x="9075361" y="5167144"/>
                <a:ext cx="6343" cy="6345"/>
              </a:xfrm>
              <a:custGeom>
                <a:avLst/>
                <a:gdLst>
                  <a:gd name="connsiteX0" fmla="*/ 3382 w 6343"/>
                  <a:gd name="connsiteY0" fmla="*/ 6478 h 6345"/>
                  <a:gd name="connsiteX1" fmla="*/ 5624 w 6343"/>
                  <a:gd name="connsiteY1" fmla="*/ 5549 h 6345"/>
                  <a:gd name="connsiteX2" fmla="*/ 6553 w 6343"/>
                  <a:gd name="connsiteY2" fmla="*/ 3306 h 6345"/>
                  <a:gd name="connsiteX3" fmla="*/ 5624 w 6343"/>
                  <a:gd name="connsiteY3" fmla="*/ 1062 h 6345"/>
                  <a:gd name="connsiteX4" fmla="*/ 3382 w 6343"/>
                  <a:gd name="connsiteY4" fmla="*/ 133 h 6345"/>
                  <a:gd name="connsiteX5" fmla="*/ 1139 w 6343"/>
                  <a:gd name="connsiteY5" fmla="*/ 1062 h 6345"/>
                  <a:gd name="connsiteX6" fmla="*/ 210 w 6343"/>
                  <a:gd name="connsiteY6" fmla="*/ 3306 h 6345"/>
                  <a:gd name="connsiteX7" fmla="*/ 1139 w 6343"/>
                  <a:gd name="connsiteY7" fmla="*/ 5549 h 6345"/>
                  <a:gd name="connsiteX8" fmla="*/ 338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8"/>
                    </a:moveTo>
                    <a:cubicBezTo>
                      <a:pt x="4223" y="6478"/>
                      <a:pt x="5030" y="6144"/>
                      <a:pt x="5624" y="5549"/>
                    </a:cubicBezTo>
                    <a:cubicBezTo>
                      <a:pt x="6219" y="4954"/>
                      <a:pt x="6553" y="4147"/>
                      <a:pt x="6553" y="3306"/>
                    </a:cubicBezTo>
                    <a:cubicBezTo>
                      <a:pt x="6553" y="2464"/>
                      <a:pt x="6219" y="1657"/>
                      <a:pt x="5624" y="1062"/>
                    </a:cubicBezTo>
                    <a:cubicBezTo>
                      <a:pt x="5030" y="467"/>
                      <a:pt x="4223" y="133"/>
                      <a:pt x="3382" y="133"/>
                    </a:cubicBezTo>
                    <a:cubicBezTo>
                      <a:pt x="2541" y="133"/>
                      <a:pt x="1734" y="467"/>
                      <a:pt x="1139" y="1062"/>
                    </a:cubicBezTo>
                    <a:cubicBezTo>
                      <a:pt x="544" y="1657"/>
                      <a:pt x="210" y="2464"/>
                      <a:pt x="210" y="3306"/>
                    </a:cubicBezTo>
                    <a:cubicBezTo>
                      <a:pt x="210" y="4147"/>
                      <a:pt x="544" y="4954"/>
                      <a:pt x="1139" y="5549"/>
                    </a:cubicBezTo>
                    <a:cubicBezTo>
                      <a:pt x="1734" y="6144"/>
                      <a:pt x="2541" y="6478"/>
                      <a:pt x="338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68" name="Freeform: Shape 14367">
                <a:extLst>
                  <a:ext uri="{FF2B5EF4-FFF2-40B4-BE49-F238E27FC236}">
                    <a16:creationId xmlns:a16="http://schemas.microsoft.com/office/drawing/2014/main" id="{234A476D-0499-825F-BDE4-394DE65907C5}"/>
                  </a:ext>
                </a:extLst>
              </p:cNvPr>
              <p:cNvSpPr/>
              <p:nvPr/>
            </p:nvSpPr>
            <p:spPr>
              <a:xfrm>
                <a:off x="9083485" y="5167456"/>
                <a:ext cx="6343" cy="6345"/>
              </a:xfrm>
              <a:custGeom>
                <a:avLst/>
                <a:gdLst>
                  <a:gd name="connsiteX0" fmla="*/ 3382 w 6343"/>
                  <a:gd name="connsiteY0" fmla="*/ 6478 h 6345"/>
                  <a:gd name="connsiteX1" fmla="*/ 5625 w 6343"/>
                  <a:gd name="connsiteY1" fmla="*/ 5549 h 6345"/>
                  <a:gd name="connsiteX2" fmla="*/ 6554 w 6343"/>
                  <a:gd name="connsiteY2" fmla="*/ 3306 h 6345"/>
                  <a:gd name="connsiteX3" fmla="*/ 5625 w 6343"/>
                  <a:gd name="connsiteY3" fmla="*/ 1062 h 6345"/>
                  <a:gd name="connsiteX4" fmla="*/ 3382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6 h 6345"/>
                  <a:gd name="connsiteX7" fmla="*/ 1140 w 6343"/>
                  <a:gd name="connsiteY7" fmla="*/ 5549 h 6345"/>
                  <a:gd name="connsiteX8" fmla="*/ 338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2" y="6478"/>
                    </a:moveTo>
                    <a:cubicBezTo>
                      <a:pt x="4223" y="6478"/>
                      <a:pt x="5030" y="6144"/>
                      <a:pt x="5625" y="5549"/>
                    </a:cubicBezTo>
                    <a:cubicBezTo>
                      <a:pt x="6220" y="4954"/>
                      <a:pt x="6554" y="4147"/>
                      <a:pt x="6554" y="3306"/>
                    </a:cubicBezTo>
                    <a:cubicBezTo>
                      <a:pt x="6554" y="2464"/>
                      <a:pt x="6220" y="1657"/>
                      <a:pt x="5625" y="1062"/>
                    </a:cubicBezTo>
                    <a:cubicBezTo>
                      <a:pt x="5030" y="467"/>
                      <a:pt x="4223" y="133"/>
                      <a:pt x="3382" y="133"/>
                    </a:cubicBezTo>
                    <a:cubicBezTo>
                      <a:pt x="2541" y="133"/>
                      <a:pt x="1734" y="467"/>
                      <a:pt x="1140" y="1062"/>
                    </a:cubicBezTo>
                    <a:cubicBezTo>
                      <a:pt x="545" y="1657"/>
                      <a:pt x="211" y="2464"/>
                      <a:pt x="211" y="3306"/>
                    </a:cubicBezTo>
                    <a:cubicBezTo>
                      <a:pt x="211" y="4147"/>
                      <a:pt x="545" y="4954"/>
                      <a:pt x="1140" y="5549"/>
                    </a:cubicBezTo>
                    <a:cubicBezTo>
                      <a:pt x="1734" y="6144"/>
                      <a:pt x="2541" y="6478"/>
                      <a:pt x="338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69" name="Freeform: Shape 14368">
                <a:extLst>
                  <a:ext uri="{FF2B5EF4-FFF2-40B4-BE49-F238E27FC236}">
                    <a16:creationId xmlns:a16="http://schemas.microsoft.com/office/drawing/2014/main" id="{7DEF5C5E-7E91-DADE-BC84-A3CE3B47A238}"/>
                  </a:ext>
                </a:extLst>
              </p:cNvPr>
              <p:cNvSpPr/>
              <p:nvPr/>
            </p:nvSpPr>
            <p:spPr>
              <a:xfrm>
                <a:off x="9091130" y="5167698"/>
                <a:ext cx="6343" cy="6345"/>
              </a:xfrm>
              <a:custGeom>
                <a:avLst/>
                <a:gdLst>
                  <a:gd name="connsiteX0" fmla="*/ 3383 w 6343"/>
                  <a:gd name="connsiteY0" fmla="*/ 6478 h 6345"/>
                  <a:gd name="connsiteX1" fmla="*/ 5626 w 6343"/>
                  <a:gd name="connsiteY1" fmla="*/ 5549 h 6345"/>
                  <a:gd name="connsiteX2" fmla="*/ 6555 w 6343"/>
                  <a:gd name="connsiteY2" fmla="*/ 3306 h 6345"/>
                  <a:gd name="connsiteX3" fmla="*/ 5626 w 6343"/>
                  <a:gd name="connsiteY3" fmla="*/ 1062 h 6345"/>
                  <a:gd name="connsiteX4" fmla="*/ 3383 w 6343"/>
                  <a:gd name="connsiteY4" fmla="*/ 133 h 6345"/>
                  <a:gd name="connsiteX5" fmla="*/ 1140 w 6343"/>
                  <a:gd name="connsiteY5" fmla="*/ 1062 h 6345"/>
                  <a:gd name="connsiteX6" fmla="*/ 211 w 6343"/>
                  <a:gd name="connsiteY6" fmla="*/ 3306 h 6345"/>
                  <a:gd name="connsiteX7" fmla="*/ 1140 w 6343"/>
                  <a:gd name="connsiteY7" fmla="*/ 5549 h 6345"/>
                  <a:gd name="connsiteX8" fmla="*/ 3383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478"/>
                    </a:moveTo>
                    <a:cubicBezTo>
                      <a:pt x="4224" y="6478"/>
                      <a:pt x="5031" y="6144"/>
                      <a:pt x="5626" y="5549"/>
                    </a:cubicBezTo>
                    <a:cubicBezTo>
                      <a:pt x="6220" y="4954"/>
                      <a:pt x="6555" y="4147"/>
                      <a:pt x="6555" y="3306"/>
                    </a:cubicBezTo>
                    <a:cubicBezTo>
                      <a:pt x="6555" y="2464"/>
                      <a:pt x="6220" y="1657"/>
                      <a:pt x="5626" y="1062"/>
                    </a:cubicBezTo>
                    <a:cubicBezTo>
                      <a:pt x="5031" y="467"/>
                      <a:pt x="4224" y="133"/>
                      <a:pt x="3383" y="133"/>
                    </a:cubicBezTo>
                    <a:cubicBezTo>
                      <a:pt x="2542" y="133"/>
                      <a:pt x="1735" y="467"/>
                      <a:pt x="1140" y="1062"/>
                    </a:cubicBezTo>
                    <a:cubicBezTo>
                      <a:pt x="546" y="1657"/>
                      <a:pt x="211" y="2464"/>
                      <a:pt x="211" y="3306"/>
                    </a:cubicBezTo>
                    <a:cubicBezTo>
                      <a:pt x="211" y="4147"/>
                      <a:pt x="546" y="4954"/>
                      <a:pt x="1140" y="5549"/>
                    </a:cubicBezTo>
                    <a:cubicBezTo>
                      <a:pt x="1735" y="6144"/>
                      <a:pt x="2542" y="6478"/>
                      <a:pt x="3383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70" name="Freeform: Shape 14369">
                <a:extLst>
                  <a:ext uri="{FF2B5EF4-FFF2-40B4-BE49-F238E27FC236}">
                    <a16:creationId xmlns:a16="http://schemas.microsoft.com/office/drawing/2014/main" id="{63B3EFAE-A968-57B7-87C1-5E5862CFA7B6}"/>
                  </a:ext>
                </a:extLst>
              </p:cNvPr>
              <p:cNvSpPr/>
              <p:nvPr/>
            </p:nvSpPr>
            <p:spPr>
              <a:xfrm>
                <a:off x="9100485" y="5168659"/>
                <a:ext cx="6343" cy="6345"/>
              </a:xfrm>
              <a:custGeom>
                <a:avLst/>
                <a:gdLst>
                  <a:gd name="connsiteX0" fmla="*/ 3384 w 6343"/>
                  <a:gd name="connsiteY0" fmla="*/ 6479 h 6345"/>
                  <a:gd name="connsiteX1" fmla="*/ 5626 w 6343"/>
                  <a:gd name="connsiteY1" fmla="*/ 5549 h 6345"/>
                  <a:gd name="connsiteX2" fmla="*/ 6555 w 6343"/>
                  <a:gd name="connsiteY2" fmla="*/ 3306 h 6345"/>
                  <a:gd name="connsiteX3" fmla="*/ 5626 w 6343"/>
                  <a:gd name="connsiteY3" fmla="*/ 1062 h 6345"/>
                  <a:gd name="connsiteX4" fmla="*/ 3384 w 6343"/>
                  <a:gd name="connsiteY4" fmla="*/ 133 h 6345"/>
                  <a:gd name="connsiteX5" fmla="*/ 1141 w 6343"/>
                  <a:gd name="connsiteY5" fmla="*/ 1062 h 6345"/>
                  <a:gd name="connsiteX6" fmla="*/ 212 w 6343"/>
                  <a:gd name="connsiteY6" fmla="*/ 3306 h 6345"/>
                  <a:gd name="connsiteX7" fmla="*/ 1141 w 6343"/>
                  <a:gd name="connsiteY7" fmla="*/ 5549 h 6345"/>
                  <a:gd name="connsiteX8" fmla="*/ 338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9"/>
                    </a:moveTo>
                    <a:cubicBezTo>
                      <a:pt x="4225" y="6479"/>
                      <a:pt x="5032" y="6144"/>
                      <a:pt x="5626" y="5549"/>
                    </a:cubicBezTo>
                    <a:cubicBezTo>
                      <a:pt x="6221" y="4954"/>
                      <a:pt x="6555" y="4147"/>
                      <a:pt x="6555" y="3306"/>
                    </a:cubicBezTo>
                    <a:cubicBezTo>
                      <a:pt x="6555" y="2464"/>
                      <a:pt x="6221" y="1657"/>
                      <a:pt x="5626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1" y="1062"/>
                    </a:cubicBezTo>
                    <a:cubicBezTo>
                      <a:pt x="546" y="1657"/>
                      <a:pt x="212" y="2464"/>
                      <a:pt x="212" y="3306"/>
                    </a:cubicBezTo>
                    <a:cubicBezTo>
                      <a:pt x="212" y="4147"/>
                      <a:pt x="546" y="4954"/>
                      <a:pt x="1141" y="5549"/>
                    </a:cubicBezTo>
                    <a:cubicBezTo>
                      <a:pt x="1736" y="6144"/>
                      <a:pt x="2543" y="6479"/>
                      <a:pt x="338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71" name="Freeform: Shape 14370">
                <a:extLst>
                  <a:ext uri="{FF2B5EF4-FFF2-40B4-BE49-F238E27FC236}">
                    <a16:creationId xmlns:a16="http://schemas.microsoft.com/office/drawing/2014/main" id="{3A0E53BE-A215-771F-23AF-8AFFF3812FDA}"/>
                  </a:ext>
                </a:extLst>
              </p:cNvPr>
              <p:cNvSpPr/>
              <p:nvPr/>
            </p:nvSpPr>
            <p:spPr>
              <a:xfrm>
                <a:off x="9106944" y="5168663"/>
                <a:ext cx="6343" cy="6345"/>
              </a:xfrm>
              <a:custGeom>
                <a:avLst/>
                <a:gdLst>
                  <a:gd name="connsiteX0" fmla="*/ 3384 w 6343"/>
                  <a:gd name="connsiteY0" fmla="*/ 6479 h 6345"/>
                  <a:gd name="connsiteX1" fmla="*/ 5627 w 6343"/>
                  <a:gd name="connsiteY1" fmla="*/ 5549 h 6345"/>
                  <a:gd name="connsiteX2" fmla="*/ 6556 w 6343"/>
                  <a:gd name="connsiteY2" fmla="*/ 3306 h 6345"/>
                  <a:gd name="connsiteX3" fmla="*/ 5627 w 6343"/>
                  <a:gd name="connsiteY3" fmla="*/ 1062 h 6345"/>
                  <a:gd name="connsiteX4" fmla="*/ 3384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6 h 6345"/>
                  <a:gd name="connsiteX7" fmla="*/ 1142 w 6343"/>
                  <a:gd name="connsiteY7" fmla="*/ 5549 h 6345"/>
                  <a:gd name="connsiteX8" fmla="*/ 338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79"/>
                    </a:moveTo>
                    <a:cubicBezTo>
                      <a:pt x="4225" y="6479"/>
                      <a:pt x="5032" y="6144"/>
                      <a:pt x="5627" y="5549"/>
                    </a:cubicBezTo>
                    <a:cubicBezTo>
                      <a:pt x="6222" y="4954"/>
                      <a:pt x="6556" y="4147"/>
                      <a:pt x="6556" y="3306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2" y="467"/>
                      <a:pt x="4225" y="133"/>
                      <a:pt x="3384" y="133"/>
                    </a:cubicBezTo>
                    <a:cubicBezTo>
                      <a:pt x="2543" y="133"/>
                      <a:pt x="1736" y="467"/>
                      <a:pt x="1142" y="1062"/>
                    </a:cubicBezTo>
                    <a:cubicBezTo>
                      <a:pt x="547" y="1657"/>
                      <a:pt x="213" y="2464"/>
                      <a:pt x="213" y="3306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6" y="6144"/>
                      <a:pt x="2543" y="6479"/>
                      <a:pt x="338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72" name="Freeform: Shape 14371">
                <a:extLst>
                  <a:ext uri="{FF2B5EF4-FFF2-40B4-BE49-F238E27FC236}">
                    <a16:creationId xmlns:a16="http://schemas.microsoft.com/office/drawing/2014/main" id="{F4CDAF4A-2B22-5F90-6DF8-63EF1EF08422}"/>
                  </a:ext>
                </a:extLst>
              </p:cNvPr>
              <p:cNvSpPr/>
              <p:nvPr/>
            </p:nvSpPr>
            <p:spPr>
              <a:xfrm>
                <a:off x="9112301" y="5168329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7 w 6343"/>
                  <a:gd name="connsiteY1" fmla="*/ 5549 h 6345"/>
                  <a:gd name="connsiteX2" fmla="*/ 6556 w 6343"/>
                  <a:gd name="connsiteY2" fmla="*/ 3306 h 6345"/>
                  <a:gd name="connsiteX3" fmla="*/ 5627 w 6343"/>
                  <a:gd name="connsiteY3" fmla="*/ 1062 h 6345"/>
                  <a:gd name="connsiteX4" fmla="*/ 3385 w 6343"/>
                  <a:gd name="connsiteY4" fmla="*/ 133 h 6345"/>
                  <a:gd name="connsiteX5" fmla="*/ 1142 w 6343"/>
                  <a:gd name="connsiteY5" fmla="*/ 1062 h 6345"/>
                  <a:gd name="connsiteX6" fmla="*/ 213 w 6343"/>
                  <a:gd name="connsiteY6" fmla="*/ 3306 h 6345"/>
                  <a:gd name="connsiteX7" fmla="*/ 1142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7" y="5549"/>
                    </a:cubicBezTo>
                    <a:cubicBezTo>
                      <a:pt x="6222" y="4954"/>
                      <a:pt x="6556" y="4147"/>
                      <a:pt x="6556" y="3306"/>
                    </a:cubicBezTo>
                    <a:cubicBezTo>
                      <a:pt x="6556" y="2464"/>
                      <a:pt x="6222" y="1657"/>
                      <a:pt x="5627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2" y="1062"/>
                    </a:cubicBezTo>
                    <a:cubicBezTo>
                      <a:pt x="547" y="1657"/>
                      <a:pt x="213" y="2464"/>
                      <a:pt x="213" y="3306"/>
                    </a:cubicBezTo>
                    <a:cubicBezTo>
                      <a:pt x="213" y="4147"/>
                      <a:pt x="547" y="4954"/>
                      <a:pt x="1142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73" name="Freeform: Shape 14372">
                <a:extLst>
                  <a:ext uri="{FF2B5EF4-FFF2-40B4-BE49-F238E27FC236}">
                    <a16:creationId xmlns:a16="http://schemas.microsoft.com/office/drawing/2014/main" id="{8013FFC5-6481-DC28-CDD2-4A3262998D31}"/>
                  </a:ext>
                </a:extLst>
              </p:cNvPr>
              <p:cNvSpPr/>
              <p:nvPr/>
            </p:nvSpPr>
            <p:spPr>
              <a:xfrm>
                <a:off x="9118335" y="5168321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6 h 6345"/>
                  <a:gd name="connsiteX3" fmla="*/ 5628 w 6343"/>
                  <a:gd name="connsiteY3" fmla="*/ 1062 h 6345"/>
                  <a:gd name="connsiteX4" fmla="*/ 3385 w 6343"/>
                  <a:gd name="connsiteY4" fmla="*/ 133 h 6345"/>
                  <a:gd name="connsiteX5" fmla="*/ 1142 w 6343"/>
                  <a:gd name="connsiteY5" fmla="*/ 1062 h 6345"/>
                  <a:gd name="connsiteX6" fmla="*/ 214 w 6343"/>
                  <a:gd name="connsiteY6" fmla="*/ 3306 h 6345"/>
                  <a:gd name="connsiteX7" fmla="*/ 1142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8" y="5549"/>
                    </a:cubicBezTo>
                    <a:cubicBezTo>
                      <a:pt x="6222" y="4954"/>
                      <a:pt x="6557" y="4147"/>
                      <a:pt x="6557" y="3306"/>
                    </a:cubicBezTo>
                    <a:cubicBezTo>
                      <a:pt x="6557" y="2464"/>
                      <a:pt x="6222" y="1657"/>
                      <a:pt x="5628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2" y="1062"/>
                    </a:cubicBezTo>
                    <a:cubicBezTo>
                      <a:pt x="548" y="1657"/>
                      <a:pt x="214" y="2464"/>
                      <a:pt x="214" y="3306"/>
                    </a:cubicBezTo>
                    <a:cubicBezTo>
                      <a:pt x="214" y="4147"/>
                      <a:pt x="548" y="4954"/>
                      <a:pt x="1142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74" name="Freeform: Shape 14373">
                <a:extLst>
                  <a:ext uri="{FF2B5EF4-FFF2-40B4-BE49-F238E27FC236}">
                    <a16:creationId xmlns:a16="http://schemas.microsoft.com/office/drawing/2014/main" id="{9205C277-740A-B7C4-91AF-5AC92D758ACC}"/>
                  </a:ext>
                </a:extLst>
              </p:cNvPr>
              <p:cNvSpPr/>
              <p:nvPr/>
            </p:nvSpPr>
            <p:spPr>
              <a:xfrm>
                <a:off x="9124585" y="5168471"/>
                <a:ext cx="6343" cy="6345"/>
              </a:xfrm>
              <a:custGeom>
                <a:avLst/>
                <a:gdLst>
                  <a:gd name="connsiteX0" fmla="*/ 3386 w 6343"/>
                  <a:gd name="connsiteY0" fmla="*/ 6479 h 6345"/>
                  <a:gd name="connsiteX1" fmla="*/ 5628 w 6343"/>
                  <a:gd name="connsiteY1" fmla="*/ 5549 h 6345"/>
                  <a:gd name="connsiteX2" fmla="*/ 6557 w 6343"/>
                  <a:gd name="connsiteY2" fmla="*/ 3306 h 6345"/>
                  <a:gd name="connsiteX3" fmla="*/ 5628 w 6343"/>
                  <a:gd name="connsiteY3" fmla="*/ 1062 h 6345"/>
                  <a:gd name="connsiteX4" fmla="*/ 3386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6 h 6345"/>
                  <a:gd name="connsiteX7" fmla="*/ 1143 w 6343"/>
                  <a:gd name="connsiteY7" fmla="*/ 5549 h 6345"/>
                  <a:gd name="connsiteX8" fmla="*/ 338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9"/>
                    </a:moveTo>
                    <a:cubicBezTo>
                      <a:pt x="4227" y="6479"/>
                      <a:pt x="5033" y="6144"/>
                      <a:pt x="5628" y="5549"/>
                    </a:cubicBezTo>
                    <a:cubicBezTo>
                      <a:pt x="6223" y="4954"/>
                      <a:pt x="6557" y="4147"/>
                      <a:pt x="6557" y="3306"/>
                    </a:cubicBezTo>
                    <a:cubicBezTo>
                      <a:pt x="6557" y="2464"/>
                      <a:pt x="6223" y="1657"/>
                      <a:pt x="5628" y="1062"/>
                    </a:cubicBezTo>
                    <a:cubicBezTo>
                      <a:pt x="5033" y="467"/>
                      <a:pt x="4227" y="133"/>
                      <a:pt x="3386" y="133"/>
                    </a:cubicBezTo>
                    <a:cubicBezTo>
                      <a:pt x="2545" y="133"/>
                      <a:pt x="1738" y="467"/>
                      <a:pt x="1143" y="1062"/>
                    </a:cubicBezTo>
                    <a:cubicBezTo>
                      <a:pt x="548" y="1657"/>
                      <a:pt x="214" y="2464"/>
                      <a:pt x="214" y="3306"/>
                    </a:cubicBezTo>
                    <a:cubicBezTo>
                      <a:pt x="214" y="4147"/>
                      <a:pt x="548" y="4954"/>
                      <a:pt x="1143" y="5549"/>
                    </a:cubicBezTo>
                    <a:cubicBezTo>
                      <a:pt x="1738" y="6144"/>
                      <a:pt x="2545" y="6479"/>
                      <a:pt x="338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75" name="Freeform: Shape 14374">
                <a:extLst>
                  <a:ext uri="{FF2B5EF4-FFF2-40B4-BE49-F238E27FC236}">
                    <a16:creationId xmlns:a16="http://schemas.microsoft.com/office/drawing/2014/main" id="{06AC3D98-D022-A8DC-D0E8-45AF049F5F0F}"/>
                  </a:ext>
                </a:extLst>
              </p:cNvPr>
              <p:cNvSpPr/>
              <p:nvPr/>
            </p:nvSpPr>
            <p:spPr>
              <a:xfrm>
                <a:off x="9130308" y="5168489"/>
                <a:ext cx="6343" cy="6345"/>
              </a:xfrm>
              <a:custGeom>
                <a:avLst/>
                <a:gdLst>
                  <a:gd name="connsiteX0" fmla="*/ 3386 w 6343"/>
                  <a:gd name="connsiteY0" fmla="*/ 6479 h 6345"/>
                  <a:gd name="connsiteX1" fmla="*/ 5629 w 6343"/>
                  <a:gd name="connsiteY1" fmla="*/ 5549 h 6345"/>
                  <a:gd name="connsiteX2" fmla="*/ 6558 w 6343"/>
                  <a:gd name="connsiteY2" fmla="*/ 3306 h 6345"/>
                  <a:gd name="connsiteX3" fmla="*/ 5629 w 6343"/>
                  <a:gd name="connsiteY3" fmla="*/ 1062 h 6345"/>
                  <a:gd name="connsiteX4" fmla="*/ 3386 w 6343"/>
                  <a:gd name="connsiteY4" fmla="*/ 133 h 6345"/>
                  <a:gd name="connsiteX5" fmla="*/ 1143 w 6343"/>
                  <a:gd name="connsiteY5" fmla="*/ 1062 h 6345"/>
                  <a:gd name="connsiteX6" fmla="*/ 215 w 6343"/>
                  <a:gd name="connsiteY6" fmla="*/ 3306 h 6345"/>
                  <a:gd name="connsiteX7" fmla="*/ 1143 w 6343"/>
                  <a:gd name="connsiteY7" fmla="*/ 5549 h 6345"/>
                  <a:gd name="connsiteX8" fmla="*/ 338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9"/>
                    </a:moveTo>
                    <a:cubicBezTo>
                      <a:pt x="4227" y="6479"/>
                      <a:pt x="5034" y="6144"/>
                      <a:pt x="5629" y="5549"/>
                    </a:cubicBezTo>
                    <a:cubicBezTo>
                      <a:pt x="6223" y="4954"/>
                      <a:pt x="6558" y="4147"/>
                      <a:pt x="6558" y="3306"/>
                    </a:cubicBezTo>
                    <a:cubicBezTo>
                      <a:pt x="6558" y="2464"/>
                      <a:pt x="6223" y="1657"/>
                      <a:pt x="5629" y="1062"/>
                    </a:cubicBezTo>
                    <a:cubicBezTo>
                      <a:pt x="5034" y="467"/>
                      <a:pt x="4227" y="133"/>
                      <a:pt x="3386" y="133"/>
                    </a:cubicBezTo>
                    <a:cubicBezTo>
                      <a:pt x="2545" y="133"/>
                      <a:pt x="1738" y="467"/>
                      <a:pt x="1143" y="1062"/>
                    </a:cubicBezTo>
                    <a:cubicBezTo>
                      <a:pt x="549" y="1657"/>
                      <a:pt x="215" y="2464"/>
                      <a:pt x="215" y="3306"/>
                    </a:cubicBezTo>
                    <a:cubicBezTo>
                      <a:pt x="215" y="4147"/>
                      <a:pt x="549" y="4954"/>
                      <a:pt x="1143" y="5549"/>
                    </a:cubicBezTo>
                    <a:cubicBezTo>
                      <a:pt x="1738" y="6144"/>
                      <a:pt x="2545" y="6479"/>
                      <a:pt x="338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76" name="Freeform: Shape 14375">
                <a:extLst>
                  <a:ext uri="{FF2B5EF4-FFF2-40B4-BE49-F238E27FC236}">
                    <a16:creationId xmlns:a16="http://schemas.microsoft.com/office/drawing/2014/main" id="{6F35CE31-4C6B-F4F8-0FC0-2DBF9837AB12}"/>
                  </a:ext>
                </a:extLst>
              </p:cNvPr>
              <p:cNvSpPr/>
              <p:nvPr/>
            </p:nvSpPr>
            <p:spPr>
              <a:xfrm>
                <a:off x="9135849" y="5168503"/>
                <a:ext cx="6343" cy="6345"/>
              </a:xfrm>
              <a:custGeom>
                <a:avLst/>
                <a:gdLst>
                  <a:gd name="connsiteX0" fmla="*/ 3387 w 6343"/>
                  <a:gd name="connsiteY0" fmla="*/ 6479 h 6345"/>
                  <a:gd name="connsiteX1" fmla="*/ 5629 w 6343"/>
                  <a:gd name="connsiteY1" fmla="*/ 5549 h 6345"/>
                  <a:gd name="connsiteX2" fmla="*/ 6558 w 6343"/>
                  <a:gd name="connsiteY2" fmla="*/ 3306 h 6345"/>
                  <a:gd name="connsiteX3" fmla="*/ 5629 w 6343"/>
                  <a:gd name="connsiteY3" fmla="*/ 1062 h 6345"/>
                  <a:gd name="connsiteX4" fmla="*/ 3387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6 h 6345"/>
                  <a:gd name="connsiteX7" fmla="*/ 1144 w 6343"/>
                  <a:gd name="connsiteY7" fmla="*/ 5549 h 6345"/>
                  <a:gd name="connsiteX8" fmla="*/ 338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9"/>
                    </a:moveTo>
                    <a:cubicBezTo>
                      <a:pt x="4228" y="6479"/>
                      <a:pt x="5034" y="6144"/>
                      <a:pt x="5629" y="5549"/>
                    </a:cubicBezTo>
                    <a:cubicBezTo>
                      <a:pt x="6224" y="4954"/>
                      <a:pt x="6558" y="4147"/>
                      <a:pt x="6558" y="3306"/>
                    </a:cubicBezTo>
                    <a:cubicBezTo>
                      <a:pt x="6558" y="2464"/>
                      <a:pt x="6224" y="1657"/>
                      <a:pt x="5629" y="1062"/>
                    </a:cubicBezTo>
                    <a:cubicBezTo>
                      <a:pt x="5034" y="467"/>
                      <a:pt x="4228" y="133"/>
                      <a:pt x="3387" y="133"/>
                    </a:cubicBezTo>
                    <a:cubicBezTo>
                      <a:pt x="2545" y="133"/>
                      <a:pt x="1739" y="467"/>
                      <a:pt x="1144" y="1062"/>
                    </a:cubicBezTo>
                    <a:cubicBezTo>
                      <a:pt x="549" y="1657"/>
                      <a:pt x="215" y="2464"/>
                      <a:pt x="215" y="3306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9" y="6144"/>
                      <a:pt x="2545" y="6479"/>
                      <a:pt x="338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77" name="Freeform: Shape 14376">
                <a:extLst>
                  <a:ext uri="{FF2B5EF4-FFF2-40B4-BE49-F238E27FC236}">
                    <a16:creationId xmlns:a16="http://schemas.microsoft.com/office/drawing/2014/main" id="{F35625BA-E69E-0F17-C9D7-07D7DB343AE3}"/>
                  </a:ext>
                </a:extLst>
              </p:cNvPr>
              <p:cNvSpPr/>
              <p:nvPr/>
            </p:nvSpPr>
            <p:spPr>
              <a:xfrm>
                <a:off x="9141943" y="5168815"/>
                <a:ext cx="6343" cy="6345"/>
              </a:xfrm>
              <a:custGeom>
                <a:avLst/>
                <a:gdLst>
                  <a:gd name="connsiteX0" fmla="*/ 3387 w 6343"/>
                  <a:gd name="connsiteY0" fmla="*/ 6479 h 6345"/>
                  <a:gd name="connsiteX1" fmla="*/ 5630 w 6343"/>
                  <a:gd name="connsiteY1" fmla="*/ 5549 h 6345"/>
                  <a:gd name="connsiteX2" fmla="*/ 6559 w 6343"/>
                  <a:gd name="connsiteY2" fmla="*/ 3306 h 6345"/>
                  <a:gd name="connsiteX3" fmla="*/ 5630 w 6343"/>
                  <a:gd name="connsiteY3" fmla="*/ 1062 h 6345"/>
                  <a:gd name="connsiteX4" fmla="*/ 3387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6 h 6345"/>
                  <a:gd name="connsiteX7" fmla="*/ 1144 w 6343"/>
                  <a:gd name="connsiteY7" fmla="*/ 5549 h 6345"/>
                  <a:gd name="connsiteX8" fmla="*/ 338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9"/>
                    </a:moveTo>
                    <a:cubicBezTo>
                      <a:pt x="4228" y="6479"/>
                      <a:pt x="5035" y="6144"/>
                      <a:pt x="5630" y="5549"/>
                    </a:cubicBezTo>
                    <a:cubicBezTo>
                      <a:pt x="6224" y="4954"/>
                      <a:pt x="6559" y="4147"/>
                      <a:pt x="6559" y="3306"/>
                    </a:cubicBezTo>
                    <a:cubicBezTo>
                      <a:pt x="6559" y="2464"/>
                      <a:pt x="6224" y="1657"/>
                      <a:pt x="5630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4" y="1062"/>
                    </a:cubicBezTo>
                    <a:cubicBezTo>
                      <a:pt x="550" y="1657"/>
                      <a:pt x="215" y="2464"/>
                      <a:pt x="215" y="3306"/>
                    </a:cubicBezTo>
                    <a:cubicBezTo>
                      <a:pt x="215" y="4147"/>
                      <a:pt x="550" y="4954"/>
                      <a:pt x="1144" y="5549"/>
                    </a:cubicBezTo>
                    <a:cubicBezTo>
                      <a:pt x="1739" y="6144"/>
                      <a:pt x="2546" y="6479"/>
                      <a:pt x="338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78" name="Freeform: Shape 14377">
                <a:extLst>
                  <a:ext uri="{FF2B5EF4-FFF2-40B4-BE49-F238E27FC236}">
                    <a16:creationId xmlns:a16="http://schemas.microsoft.com/office/drawing/2014/main" id="{ED20AD51-0699-B936-C400-FEFC4D646898}"/>
                  </a:ext>
                </a:extLst>
              </p:cNvPr>
              <p:cNvSpPr/>
              <p:nvPr/>
            </p:nvSpPr>
            <p:spPr>
              <a:xfrm>
                <a:off x="9145765" y="5168245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6 h 6345"/>
                  <a:gd name="connsiteX3" fmla="*/ 5630 w 6343"/>
                  <a:gd name="connsiteY3" fmla="*/ 1062 h 6345"/>
                  <a:gd name="connsiteX4" fmla="*/ 3387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6 h 6345"/>
                  <a:gd name="connsiteX7" fmla="*/ 1145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30" y="5549"/>
                    </a:cubicBezTo>
                    <a:cubicBezTo>
                      <a:pt x="6225" y="4954"/>
                      <a:pt x="6559" y="4147"/>
                      <a:pt x="6559" y="3306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5" y="1062"/>
                    </a:cubicBezTo>
                    <a:cubicBezTo>
                      <a:pt x="550" y="1657"/>
                      <a:pt x="216" y="2464"/>
                      <a:pt x="216" y="3306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79" name="Freeform: Shape 14378">
                <a:extLst>
                  <a:ext uri="{FF2B5EF4-FFF2-40B4-BE49-F238E27FC236}">
                    <a16:creationId xmlns:a16="http://schemas.microsoft.com/office/drawing/2014/main" id="{F002FD68-EC43-C450-21AB-02BB8A7A6F92}"/>
                  </a:ext>
                </a:extLst>
              </p:cNvPr>
              <p:cNvSpPr/>
              <p:nvPr/>
            </p:nvSpPr>
            <p:spPr>
              <a:xfrm>
                <a:off x="9153184" y="5169262"/>
                <a:ext cx="6343" cy="6345"/>
              </a:xfrm>
              <a:custGeom>
                <a:avLst/>
                <a:gdLst>
                  <a:gd name="connsiteX0" fmla="*/ 3388 w 6343"/>
                  <a:gd name="connsiteY0" fmla="*/ 6479 h 6345"/>
                  <a:gd name="connsiteX1" fmla="*/ 5631 w 6343"/>
                  <a:gd name="connsiteY1" fmla="*/ 5549 h 6345"/>
                  <a:gd name="connsiteX2" fmla="*/ 6559 w 6343"/>
                  <a:gd name="connsiteY2" fmla="*/ 3306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6 h 6345"/>
                  <a:gd name="connsiteX7" fmla="*/ 1145 w 6343"/>
                  <a:gd name="connsiteY7" fmla="*/ 5549 h 6345"/>
                  <a:gd name="connsiteX8" fmla="*/ 338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9"/>
                    </a:moveTo>
                    <a:cubicBezTo>
                      <a:pt x="4229" y="6479"/>
                      <a:pt x="5036" y="6144"/>
                      <a:pt x="5631" y="5549"/>
                    </a:cubicBezTo>
                    <a:cubicBezTo>
                      <a:pt x="6225" y="4954"/>
                      <a:pt x="6559" y="4147"/>
                      <a:pt x="6559" y="3306"/>
                    </a:cubicBezTo>
                    <a:cubicBezTo>
                      <a:pt x="6559" y="2464"/>
                      <a:pt x="6225" y="1657"/>
                      <a:pt x="5631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5" y="1062"/>
                    </a:cubicBezTo>
                    <a:cubicBezTo>
                      <a:pt x="550" y="1657"/>
                      <a:pt x="216" y="2464"/>
                      <a:pt x="216" y="3306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40" y="6144"/>
                      <a:pt x="2547" y="6479"/>
                      <a:pt x="338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80" name="Freeform: Shape 14379">
                <a:extLst>
                  <a:ext uri="{FF2B5EF4-FFF2-40B4-BE49-F238E27FC236}">
                    <a16:creationId xmlns:a16="http://schemas.microsoft.com/office/drawing/2014/main" id="{23646DC8-522B-6D0A-04E4-1D3A293C73A6}"/>
                  </a:ext>
                </a:extLst>
              </p:cNvPr>
              <p:cNvSpPr/>
              <p:nvPr/>
            </p:nvSpPr>
            <p:spPr>
              <a:xfrm>
                <a:off x="9157323" y="5168945"/>
                <a:ext cx="6343" cy="6345"/>
              </a:xfrm>
              <a:custGeom>
                <a:avLst/>
                <a:gdLst>
                  <a:gd name="connsiteX0" fmla="*/ 3388 w 6343"/>
                  <a:gd name="connsiteY0" fmla="*/ 6479 h 6345"/>
                  <a:gd name="connsiteX1" fmla="*/ 5631 w 6343"/>
                  <a:gd name="connsiteY1" fmla="*/ 5549 h 6345"/>
                  <a:gd name="connsiteX2" fmla="*/ 6560 w 6343"/>
                  <a:gd name="connsiteY2" fmla="*/ 3306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6 h 6345"/>
                  <a:gd name="connsiteX7" fmla="*/ 1146 w 6343"/>
                  <a:gd name="connsiteY7" fmla="*/ 5549 h 6345"/>
                  <a:gd name="connsiteX8" fmla="*/ 338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9"/>
                    </a:moveTo>
                    <a:cubicBezTo>
                      <a:pt x="4229" y="6479"/>
                      <a:pt x="5036" y="6144"/>
                      <a:pt x="5631" y="5549"/>
                    </a:cubicBezTo>
                    <a:cubicBezTo>
                      <a:pt x="6226" y="4954"/>
                      <a:pt x="6560" y="4147"/>
                      <a:pt x="6560" y="3306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6" y="1062"/>
                    </a:cubicBezTo>
                    <a:cubicBezTo>
                      <a:pt x="551" y="1657"/>
                      <a:pt x="217" y="2464"/>
                      <a:pt x="217" y="3306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0" y="6144"/>
                      <a:pt x="2547" y="6479"/>
                      <a:pt x="338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81" name="Freeform: Shape 14380">
                <a:extLst>
                  <a:ext uri="{FF2B5EF4-FFF2-40B4-BE49-F238E27FC236}">
                    <a16:creationId xmlns:a16="http://schemas.microsoft.com/office/drawing/2014/main" id="{8471CD8D-D9C0-7B01-89DB-2224B9574561}"/>
                  </a:ext>
                </a:extLst>
              </p:cNvPr>
              <p:cNvSpPr/>
              <p:nvPr/>
            </p:nvSpPr>
            <p:spPr>
              <a:xfrm>
                <a:off x="9162071" y="5168948"/>
                <a:ext cx="6343" cy="6345"/>
              </a:xfrm>
              <a:custGeom>
                <a:avLst/>
                <a:gdLst>
                  <a:gd name="connsiteX0" fmla="*/ 3389 w 6343"/>
                  <a:gd name="connsiteY0" fmla="*/ 6479 h 6345"/>
                  <a:gd name="connsiteX1" fmla="*/ 5631 w 6343"/>
                  <a:gd name="connsiteY1" fmla="*/ 5549 h 6345"/>
                  <a:gd name="connsiteX2" fmla="*/ 6560 w 6343"/>
                  <a:gd name="connsiteY2" fmla="*/ 3306 h 6345"/>
                  <a:gd name="connsiteX3" fmla="*/ 5631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6 h 6345"/>
                  <a:gd name="connsiteX7" fmla="*/ 1146 w 6343"/>
                  <a:gd name="connsiteY7" fmla="*/ 5549 h 6345"/>
                  <a:gd name="connsiteX8" fmla="*/ 338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9"/>
                    </a:moveTo>
                    <a:cubicBezTo>
                      <a:pt x="4230" y="6479"/>
                      <a:pt x="5036" y="6144"/>
                      <a:pt x="5631" y="5549"/>
                    </a:cubicBezTo>
                    <a:cubicBezTo>
                      <a:pt x="6226" y="4954"/>
                      <a:pt x="6560" y="4147"/>
                      <a:pt x="6560" y="3306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6" y="467"/>
                      <a:pt x="4230" y="133"/>
                      <a:pt x="3389" y="133"/>
                    </a:cubicBezTo>
                    <a:cubicBezTo>
                      <a:pt x="2547" y="133"/>
                      <a:pt x="1741" y="467"/>
                      <a:pt x="1146" y="1062"/>
                    </a:cubicBezTo>
                    <a:cubicBezTo>
                      <a:pt x="551" y="1657"/>
                      <a:pt x="217" y="2464"/>
                      <a:pt x="217" y="3306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1" y="6144"/>
                      <a:pt x="2547" y="6479"/>
                      <a:pt x="338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82" name="Freeform: Shape 14381">
                <a:extLst>
                  <a:ext uri="{FF2B5EF4-FFF2-40B4-BE49-F238E27FC236}">
                    <a16:creationId xmlns:a16="http://schemas.microsoft.com/office/drawing/2014/main" id="{2AC60739-6FB2-A3A0-A651-7B545F87C43B}"/>
                  </a:ext>
                </a:extLst>
              </p:cNvPr>
              <p:cNvSpPr/>
              <p:nvPr/>
            </p:nvSpPr>
            <p:spPr>
              <a:xfrm>
                <a:off x="9166976" y="5169079"/>
                <a:ext cx="6343" cy="6345"/>
              </a:xfrm>
              <a:custGeom>
                <a:avLst/>
                <a:gdLst>
                  <a:gd name="connsiteX0" fmla="*/ 3389 w 6343"/>
                  <a:gd name="connsiteY0" fmla="*/ 6479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6 h 6345"/>
                  <a:gd name="connsiteX7" fmla="*/ 1146 w 6343"/>
                  <a:gd name="connsiteY7" fmla="*/ 5549 h 6345"/>
                  <a:gd name="connsiteX8" fmla="*/ 338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9"/>
                    </a:moveTo>
                    <a:cubicBezTo>
                      <a:pt x="4230" y="6479"/>
                      <a:pt x="5037" y="6144"/>
                      <a:pt x="5632" y="5549"/>
                    </a:cubicBezTo>
                    <a:cubicBezTo>
                      <a:pt x="6226" y="4954"/>
                      <a:pt x="6561" y="4147"/>
                      <a:pt x="6561" y="3306"/>
                    </a:cubicBezTo>
                    <a:cubicBezTo>
                      <a:pt x="6561" y="2464"/>
                      <a:pt x="6226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6" y="1062"/>
                    </a:cubicBezTo>
                    <a:cubicBezTo>
                      <a:pt x="552" y="1657"/>
                      <a:pt x="217" y="2464"/>
                      <a:pt x="217" y="3306"/>
                    </a:cubicBezTo>
                    <a:cubicBezTo>
                      <a:pt x="217" y="4147"/>
                      <a:pt x="552" y="4954"/>
                      <a:pt x="1146" y="5549"/>
                    </a:cubicBezTo>
                    <a:cubicBezTo>
                      <a:pt x="1741" y="6144"/>
                      <a:pt x="2548" y="6479"/>
                      <a:pt x="338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83" name="Freeform: Shape 14382">
                <a:extLst>
                  <a:ext uri="{FF2B5EF4-FFF2-40B4-BE49-F238E27FC236}">
                    <a16:creationId xmlns:a16="http://schemas.microsoft.com/office/drawing/2014/main" id="{DC58FDBE-94A0-2283-3592-CB87E9A829AE}"/>
                  </a:ext>
                </a:extLst>
              </p:cNvPr>
              <p:cNvSpPr/>
              <p:nvPr/>
            </p:nvSpPr>
            <p:spPr>
              <a:xfrm>
                <a:off x="9171032" y="5168883"/>
                <a:ext cx="6343" cy="6345"/>
              </a:xfrm>
              <a:custGeom>
                <a:avLst/>
                <a:gdLst>
                  <a:gd name="connsiteX0" fmla="*/ 3389 w 6343"/>
                  <a:gd name="connsiteY0" fmla="*/ 6479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8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9"/>
                    </a:moveTo>
                    <a:cubicBezTo>
                      <a:pt x="4230" y="6479"/>
                      <a:pt x="5037" y="6144"/>
                      <a:pt x="5632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7" y="1062"/>
                    </a:cubicBezTo>
                    <a:cubicBezTo>
                      <a:pt x="552" y="1657"/>
                      <a:pt x="218" y="2464"/>
                      <a:pt x="218" y="3306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1" y="6144"/>
                      <a:pt x="2548" y="6479"/>
                      <a:pt x="338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84" name="Freeform: Shape 14383">
                <a:extLst>
                  <a:ext uri="{FF2B5EF4-FFF2-40B4-BE49-F238E27FC236}">
                    <a16:creationId xmlns:a16="http://schemas.microsoft.com/office/drawing/2014/main" id="{13FEE11A-F08C-C3D2-98E0-C0654941940E}"/>
                  </a:ext>
                </a:extLst>
              </p:cNvPr>
              <p:cNvSpPr/>
              <p:nvPr/>
            </p:nvSpPr>
            <p:spPr>
              <a:xfrm>
                <a:off x="9176414" y="5169353"/>
                <a:ext cx="6343" cy="6345"/>
              </a:xfrm>
              <a:custGeom>
                <a:avLst/>
                <a:gdLst>
                  <a:gd name="connsiteX0" fmla="*/ 3390 w 6343"/>
                  <a:gd name="connsiteY0" fmla="*/ 6479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9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9"/>
                    </a:moveTo>
                    <a:cubicBezTo>
                      <a:pt x="4231" y="6479"/>
                      <a:pt x="5038" y="6144"/>
                      <a:pt x="5632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2" y="1657"/>
                      <a:pt x="218" y="2464"/>
                      <a:pt x="218" y="3306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2" y="6144"/>
                      <a:pt x="2549" y="6479"/>
                      <a:pt x="339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85" name="Freeform: Shape 14384">
                <a:extLst>
                  <a:ext uri="{FF2B5EF4-FFF2-40B4-BE49-F238E27FC236}">
                    <a16:creationId xmlns:a16="http://schemas.microsoft.com/office/drawing/2014/main" id="{32D142E9-D8AF-995D-F56E-5F42F5A00796}"/>
                  </a:ext>
                </a:extLst>
              </p:cNvPr>
              <p:cNvSpPr/>
              <p:nvPr/>
            </p:nvSpPr>
            <p:spPr>
              <a:xfrm>
                <a:off x="9179619" y="5168863"/>
                <a:ext cx="6343" cy="6345"/>
              </a:xfrm>
              <a:custGeom>
                <a:avLst/>
                <a:gdLst>
                  <a:gd name="connsiteX0" fmla="*/ 3390 w 6343"/>
                  <a:gd name="connsiteY0" fmla="*/ 6479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9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9"/>
                    </a:moveTo>
                    <a:cubicBezTo>
                      <a:pt x="4231" y="6479"/>
                      <a:pt x="5038" y="6144"/>
                      <a:pt x="5633" y="5549"/>
                    </a:cubicBezTo>
                    <a:cubicBezTo>
                      <a:pt x="6227" y="4954"/>
                      <a:pt x="6562" y="4147"/>
                      <a:pt x="6562" y="3306"/>
                    </a:cubicBezTo>
                    <a:cubicBezTo>
                      <a:pt x="6562" y="2464"/>
                      <a:pt x="6227" y="1657"/>
                      <a:pt x="5633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3" y="1657"/>
                      <a:pt x="218" y="2464"/>
                      <a:pt x="218" y="3306"/>
                    </a:cubicBezTo>
                    <a:cubicBezTo>
                      <a:pt x="218" y="4147"/>
                      <a:pt x="553" y="4954"/>
                      <a:pt x="1147" y="5549"/>
                    </a:cubicBezTo>
                    <a:cubicBezTo>
                      <a:pt x="1742" y="6144"/>
                      <a:pt x="2549" y="6479"/>
                      <a:pt x="339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86" name="Freeform: Shape 14385">
                <a:extLst>
                  <a:ext uri="{FF2B5EF4-FFF2-40B4-BE49-F238E27FC236}">
                    <a16:creationId xmlns:a16="http://schemas.microsoft.com/office/drawing/2014/main" id="{B3B4E253-7377-5444-9CE0-9ED632FD3AF8}"/>
                  </a:ext>
                </a:extLst>
              </p:cNvPr>
              <p:cNvSpPr/>
              <p:nvPr/>
            </p:nvSpPr>
            <p:spPr>
              <a:xfrm>
                <a:off x="9184698" y="5169309"/>
                <a:ext cx="6343" cy="6345"/>
              </a:xfrm>
              <a:custGeom>
                <a:avLst/>
                <a:gdLst>
                  <a:gd name="connsiteX0" fmla="*/ 3390 w 6343"/>
                  <a:gd name="connsiteY0" fmla="*/ 6479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9"/>
                    </a:moveTo>
                    <a:cubicBezTo>
                      <a:pt x="4231" y="6479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2" y="6144"/>
                      <a:pt x="2549" y="6479"/>
                      <a:pt x="339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87" name="Freeform: Shape 14386">
                <a:extLst>
                  <a:ext uri="{FF2B5EF4-FFF2-40B4-BE49-F238E27FC236}">
                    <a16:creationId xmlns:a16="http://schemas.microsoft.com/office/drawing/2014/main" id="{5A05E8CD-DF69-208C-6A3F-60C34DDF4D5B}"/>
                  </a:ext>
                </a:extLst>
              </p:cNvPr>
              <p:cNvSpPr/>
              <p:nvPr/>
            </p:nvSpPr>
            <p:spPr>
              <a:xfrm>
                <a:off x="9189816" y="5169840"/>
                <a:ext cx="6343" cy="6345"/>
              </a:xfrm>
              <a:custGeom>
                <a:avLst/>
                <a:gdLst>
                  <a:gd name="connsiteX0" fmla="*/ 3391 w 6343"/>
                  <a:gd name="connsiteY0" fmla="*/ 6479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9"/>
                    </a:moveTo>
                    <a:cubicBezTo>
                      <a:pt x="4232" y="6479"/>
                      <a:pt x="5039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9"/>
                      <a:pt x="339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88" name="Freeform: Shape 14387">
                <a:extLst>
                  <a:ext uri="{FF2B5EF4-FFF2-40B4-BE49-F238E27FC236}">
                    <a16:creationId xmlns:a16="http://schemas.microsoft.com/office/drawing/2014/main" id="{B3EE7C02-6622-AE29-3593-61CE08EDAF25}"/>
                  </a:ext>
                </a:extLst>
              </p:cNvPr>
              <p:cNvSpPr/>
              <p:nvPr/>
            </p:nvSpPr>
            <p:spPr>
              <a:xfrm>
                <a:off x="9192777" y="5169367"/>
                <a:ext cx="6343" cy="6345"/>
              </a:xfrm>
              <a:custGeom>
                <a:avLst/>
                <a:gdLst>
                  <a:gd name="connsiteX0" fmla="*/ 3391 w 6343"/>
                  <a:gd name="connsiteY0" fmla="*/ 6479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9"/>
                    </a:moveTo>
                    <a:cubicBezTo>
                      <a:pt x="4232" y="6479"/>
                      <a:pt x="5039" y="6144"/>
                      <a:pt x="5634" y="5549"/>
                    </a:cubicBezTo>
                    <a:cubicBezTo>
                      <a:pt x="6228" y="4954"/>
                      <a:pt x="6563" y="4147"/>
                      <a:pt x="6563" y="3306"/>
                    </a:cubicBezTo>
                    <a:cubicBezTo>
                      <a:pt x="6563" y="2464"/>
                      <a:pt x="6228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4" y="1657"/>
                      <a:pt x="219" y="2464"/>
                      <a:pt x="219" y="3306"/>
                    </a:cubicBezTo>
                    <a:cubicBezTo>
                      <a:pt x="219" y="4147"/>
                      <a:pt x="554" y="4954"/>
                      <a:pt x="1148" y="5549"/>
                    </a:cubicBezTo>
                    <a:cubicBezTo>
                      <a:pt x="1743" y="6144"/>
                      <a:pt x="2550" y="6479"/>
                      <a:pt x="339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89" name="Freeform: Shape 14388">
                <a:extLst>
                  <a:ext uri="{FF2B5EF4-FFF2-40B4-BE49-F238E27FC236}">
                    <a16:creationId xmlns:a16="http://schemas.microsoft.com/office/drawing/2014/main" id="{F9EC9FCF-0977-7014-822C-71CF5D0784F1}"/>
                  </a:ext>
                </a:extLst>
              </p:cNvPr>
              <p:cNvSpPr/>
              <p:nvPr/>
            </p:nvSpPr>
            <p:spPr>
              <a:xfrm>
                <a:off x="9198470" y="5170304"/>
                <a:ext cx="6343" cy="6345"/>
              </a:xfrm>
              <a:custGeom>
                <a:avLst/>
                <a:gdLst>
                  <a:gd name="connsiteX0" fmla="*/ 3391 w 6343"/>
                  <a:gd name="connsiteY0" fmla="*/ 6479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9"/>
                    </a:moveTo>
                    <a:cubicBezTo>
                      <a:pt x="4233" y="6479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5"/>
                      <a:pt x="6229" y="1657"/>
                      <a:pt x="5634" y="1062"/>
                    </a:cubicBezTo>
                    <a:cubicBezTo>
                      <a:pt x="5039" y="468"/>
                      <a:pt x="4233" y="133"/>
                      <a:pt x="3391" y="133"/>
                    </a:cubicBezTo>
                    <a:cubicBezTo>
                      <a:pt x="2550" y="133"/>
                      <a:pt x="1744" y="468"/>
                      <a:pt x="1149" y="1062"/>
                    </a:cubicBezTo>
                    <a:cubicBezTo>
                      <a:pt x="554" y="1657"/>
                      <a:pt x="220" y="2465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9"/>
                      <a:pt x="339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90" name="Freeform: Shape 14389">
                <a:extLst>
                  <a:ext uri="{FF2B5EF4-FFF2-40B4-BE49-F238E27FC236}">
                    <a16:creationId xmlns:a16="http://schemas.microsoft.com/office/drawing/2014/main" id="{A2A453B2-9993-2C87-4866-85F1313E079E}"/>
                  </a:ext>
                </a:extLst>
              </p:cNvPr>
              <p:cNvSpPr/>
              <p:nvPr/>
            </p:nvSpPr>
            <p:spPr>
              <a:xfrm>
                <a:off x="9202069" y="5170246"/>
                <a:ext cx="6343" cy="6345"/>
              </a:xfrm>
              <a:custGeom>
                <a:avLst/>
                <a:gdLst>
                  <a:gd name="connsiteX0" fmla="*/ 3392 w 6343"/>
                  <a:gd name="connsiteY0" fmla="*/ 6479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9"/>
                    </a:moveTo>
                    <a:cubicBezTo>
                      <a:pt x="4233" y="6479"/>
                      <a:pt x="5040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5"/>
                      <a:pt x="6229" y="1657"/>
                      <a:pt x="5634" y="1062"/>
                    </a:cubicBezTo>
                    <a:cubicBezTo>
                      <a:pt x="5040" y="468"/>
                      <a:pt x="4233" y="133"/>
                      <a:pt x="3392" y="133"/>
                    </a:cubicBezTo>
                    <a:cubicBezTo>
                      <a:pt x="2551" y="133"/>
                      <a:pt x="1744" y="468"/>
                      <a:pt x="1149" y="1062"/>
                    </a:cubicBezTo>
                    <a:cubicBezTo>
                      <a:pt x="554" y="1657"/>
                      <a:pt x="220" y="2465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1" y="6479"/>
                      <a:pt x="339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91" name="Freeform: Shape 14390">
                <a:extLst>
                  <a:ext uri="{FF2B5EF4-FFF2-40B4-BE49-F238E27FC236}">
                    <a16:creationId xmlns:a16="http://schemas.microsoft.com/office/drawing/2014/main" id="{DA70641C-AA65-6E24-115A-CA6C889F6851}"/>
                  </a:ext>
                </a:extLst>
              </p:cNvPr>
              <p:cNvSpPr/>
              <p:nvPr/>
            </p:nvSpPr>
            <p:spPr>
              <a:xfrm>
                <a:off x="9204573" y="5169664"/>
                <a:ext cx="6343" cy="6345"/>
              </a:xfrm>
              <a:custGeom>
                <a:avLst/>
                <a:gdLst>
                  <a:gd name="connsiteX0" fmla="*/ 3392 w 6343"/>
                  <a:gd name="connsiteY0" fmla="*/ 6479 h 6345"/>
                  <a:gd name="connsiteX1" fmla="*/ 5635 w 6343"/>
                  <a:gd name="connsiteY1" fmla="*/ 5549 h 6345"/>
                  <a:gd name="connsiteX2" fmla="*/ 6563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9"/>
                    </a:moveTo>
                    <a:cubicBezTo>
                      <a:pt x="4233" y="6479"/>
                      <a:pt x="5040" y="6144"/>
                      <a:pt x="5635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5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49" y="1062"/>
                    </a:cubicBezTo>
                    <a:cubicBezTo>
                      <a:pt x="555" y="1657"/>
                      <a:pt x="220" y="2464"/>
                      <a:pt x="220" y="3306"/>
                    </a:cubicBezTo>
                    <a:cubicBezTo>
                      <a:pt x="220" y="4147"/>
                      <a:pt x="555" y="4954"/>
                      <a:pt x="1149" y="5549"/>
                    </a:cubicBezTo>
                    <a:cubicBezTo>
                      <a:pt x="1744" y="6144"/>
                      <a:pt x="2551" y="6479"/>
                      <a:pt x="339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92" name="Freeform: Shape 14391">
                <a:extLst>
                  <a:ext uri="{FF2B5EF4-FFF2-40B4-BE49-F238E27FC236}">
                    <a16:creationId xmlns:a16="http://schemas.microsoft.com/office/drawing/2014/main" id="{58C7A211-5A6D-8547-7928-FCA61B607BCA}"/>
                  </a:ext>
                </a:extLst>
              </p:cNvPr>
              <p:cNvSpPr/>
              <p:nvPr/>
            </p:nvSpPr>
            <p:spPr>
              <a:xfrm>
                <a:off x="9205882" y="5168479"/>
                <a:ext cx="6343" cy="6345"/>
              </a:xfrm>
              <a:custGeom>
                <a:avLst/>
                <a:gdLst>
                  <a:gd name="connsiteX0" fmla="*/ 3392 w 6343"/>
                  <a:gd name="connsiteY0" fmla="*/ 6479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9"/>
                    </a:moveTo>
                    <a:cubicBezTo>
                      <a:pt x="4233" y="6479"/>
                      <a:pt x="5040" y="6144"/>
                      <a:pt x="5635" y="5549"/>
                    </a:cubicBezTo>
                    <a:cubicBezTo>
                      <a:pt x="6229" y="4954"/>
                      <a:pt x="6564" y="4147"/>
                      <a:pt x="6564" y="3306"/>
                    </a:cubicBezTo>
                    <a:cubicBezTo>
                      <a:pt x="6564" y="2464"/>
                      <a:pt x="6229" y="1657"/>
                      <a:pt x="5635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49" y="1062"/>
                    </a:cubicBezTo>
                    <a:cubicBezTo>
                      <a:pt x="555" y="1657"/>
                      <a:pt x="220" y="2464"/>
                      <a:pt x="220" y="3306"/>
                    </a:cubicBezTo>
                    <a:cubicBezTo>
                      <a:pt x="220" y="4147"/>
                      <a:pt x="555" y="4954"/>
                      <a:pt x="1149" y="5549"/>
                    </a:cubicBezTo>
                    <a:cubicBezTo>
                      <a:pt x="1744" y="6144"/>
                      <a:pt x="2551" y="6479"/>
                      <a:pt x="339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93" name="Freeform: Shape 14392">
                <a:extLst>
                  <a:ext uri="{FF2B5EF4-FFF2-40B4-BE49-F238E27FC236}">
                    <a16:creationId xmlns:a16="http://schemas.microsoft.com/office/drawing/2014/main" id="{6A60FAD7-3990-EE84-B114-7FA8C85B5BEF}"/>
                  </a:ext>
                </a:extLst>
              </p:cNvPr>
              <p:cNvSpPr/>
              <p:nvPr/>
            </p:nvSpPr>
            <p:spPr>
              <a:xfrm>
                <a:off x="9156590" y="5116752"/>
                <a:ext cx="6343" cy="6345"/>
              </a:xfrm>
              <a:custGeom>
                <a:avLst/>
                <a:gdLst>
                  <a:gd name="connsiteX0" fmla="*/ 3388 w 6343"/>
                  <a:gd name="connsiteY0" fmla="*/ 6474 h 6345"/>
                  <a:gd name="connsiteX1" fmla="*/ 5631 w 6343"/>
                  <a:gd name="connsiteY1" fmla="*/ 5545 h 6345"/>
                  <a:gd name="connsiteX2" fmla="*/ 6560 w 6343"/>
                  <a:gd name="connsiteY2" fmla="*/ 3302 h 6345"/>
                  <a:gd name="connsiteX3" fmla="*/ 5631 w 6343"/>
                  <a:gd name="connsiteY3" fmla="*/ 1058 h 6345"/>
                  <a:gd name="connsiteX4" fmla="*/ 3388 w 6343"/>
                  <a:gd name="connsiteY4" fmla="*/ 129 h 6345"/>
                  <a:gd name="connsiteX5" fmla="*/ 1146 w 6343"/>
                  <a:gd name="connsiteY5" fmla="*/ 1058 h 6345"/>
                  <a:gd name="connsiteX6" fmla="*/ 217 w 6343"/>
                  <a:gd name="connsiteY6" fmla="*/ 3302 h 6345"/>
                  <a:gd name="connsiteX7" fmla="*/ 1146 w 6343"/>
                  <a:gd name="connsiteY7" fmla="*/ 5545 h 6345"/>
                  <a:gd name="connsiteX8" fmla="*/ 3388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4"/>
                    </a:moveTo>
                    <a:cubicBezTo>
                      <a:pt x="4229" y="6474"/>
                      <a:pt x="5036" y="6140"/>
                      <a:pt x="5631" y="5545"/>
                    </a:cubicBezTo>
                    <a:cubicBezTo>
                      <a:pt x="6226" y="4950"/>
                      <a:pt x="6560" y="4143"/>
                      <a:pt x="6560" y="3302"/>
                    </a:cubicBezTo>
                    <a:cubicBezTo>
                      <a:pt x="6560" y="2460"/>
                      <a:pt x="6226" y="1653"/>
                      <a:pt x="5631" y="1058"/>
                    </a:cubicBezTo>
                    <a:cubicBezTo>
                      <a:pt x="5036" y="463"/>
                      <a:pt x="4229" y="129"/>
                      <a:pt x="3388" y="129"/>
                    </a:cubicBezTo>
                    <a:cubicBezTo>
                      <a:pt x="2547" y="129"/>
                      <a:pt x="1740" y="463"/>
                      <a:pt x="1146" y="1058"/>
                    </a:cubicBezTo>
                    <a:cubicBezTo>
                      <a:pt x="551" y="1653"/>
                      <a:pt x="217" y="2460"/>
                      <a:pt x="217" y="3302"/>
                    </a:cubicBezTo>
                    <a:cubicBezTo>
                      <a:pt x="217" y="4143"/>
                      <a:pt x="551" y="4950"/>
                      <a:pt x="1146" y="5545"/>
                    </a:cubicBezTo>
                    <a:cubicBezTo>
                      <a:pt x="1740" y="6140"/>
                      <a:pt x="2547" y="6474"/>
                      <a:pt x="3388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94" name="Freeform: Shape 14393">
                <a:extLst>
                  <a:ext uri="{FF2B5EF4-FFF2-40B4-BE49-F238E27FC236}">
                    <a16:creationId xmlns:a16="http://schemas.microsoft.com/office/drawing/2014/main" id="{9D004172-CAC2-4805-CD8B-4FC6B25F9CF4}"/>
                  </a:ext>
                </a:extLst>
              </p:cNvPr>
              <p:cNvSpPr/>
              <p:nvPr/>
            </p:nvSpPr>
            <p:spPr>
              <a:xfrm>
                <a:off x="9252356" y="5164067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5 h 6345"/>
                  <a:gd name="connsiteX3" fmla="*/ 5638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5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8" y="5549"/>
                    </a:cubicBezTo>
                    <a:cubicBezTo>
                      <a:pt x="6233" y="4954"/>
                      <a:pt x="6567" y="4147"/>
                      <a:pt x="6567" y="3305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5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95" name="Freeform: Shape 14394">
                <a:extLst>
                  <a:ext uri="{FF2B5EF4-FFF2-40B4-BE49-F238E27FC236}">
                    <a16:creationId xmlns:a16="http://schemas.microsoft.com/office/drawing/2014/main" id="{DBEE1876-F56D-6531-D318-54C0513B80DD}"/>
                  </a:ext>
                </a:extLst>
              </p:cNvPr>
              <p:cNvSpPr/>
              <p:nvPr/>
            </p:nvSpPr>
            <p:spPr>
              <a:xfrm>
                <a:off x="9251995" y="5162094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5 h 6345"/>
                  <a:gd name="connsiteX3" fmla="*/ 5638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5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8" y="5549"/>
                    </a:cubicBezTo>
                    <a:cubicBezTo>
                      <a:pt x="6233" y="4954"/>
                      <a:pt x="6567" y="4147"/>
                      <a:pt x="6567" y="3305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5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96" name="Freeform: Shape 14395">
                <a:extLst>
                  <a:ext uri="{FF2B5EF4-FFF2-40B4-BE49-F238E27FC236}">
                    <a16:creationId xmlns:a16="http://schemas.microsoft.com/office/drawing/2014/main" id="{013AF006-CF74-D64F-74AF-658DB67C742F}"/>
                  </a:ext>
                </a:extLst>
              </p:cNvPr>
              <p:cNvSpPr/>
              <p:nvPr/>
            </p:nvSpPr>
            <p:spPr>
              <a:xfrm>
                <a:off x="9254417" y="5162034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5 h 6345"/>
                  <a:gd name="connsiteX3" fmla="*/ 5638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5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8" y="5549"/>
                    </a:cubicBezTo>
                    <a:cubicBezTo>
                      <a:pt x="6233" y="4954"/>
                      <a:pt x="6567" y="4147"/>
                      <a:pt x="6567" y="3305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5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97" name="Freeform: Shape 14396">
                <a:extLst>
                  <a:ext uri="{FF2B5EF4-FFF2-40B4-BE49-F238E27FC236}">
                    <a16:creationId xmlns:a16="http://schemas.microsoft.com/office/drawing/2014/main" id="{F8EA844C-530F-0345-91C7-0CF5BE0D2B6A}"/>
                  </a:ext>
                </a:extLst>
              </p:cNvPr>
              <p:cNvSpPr/>
              <p:nvPr/>
            </p:nvSpPr>
            <p:spPr>
              <a:xfrm>
                <a:off x="9253978" y="5159989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5 h 6345"/>
                  <a:gd name="connsiteX3" fmla="*/ 5638 w 6343"/>
                  <a:gd name="connsiteY3" fmla="*/ 1062 h 6345"/>
                  <a:gd name="connsiteX4" fmla="*/ 3396 w 6343"/>
                  <a:gd name="connsiteY4" fmla="*/ 132 h 6345"/>
                  <a:gd name="connsiteX5" fmla="*/ 1153 w 6343"/>
                  <a:gd name="connsiteY5" fmla="*/ 1062 h 6345"/>
                  <a:gd name="connsiteX6" fmla="*/ 224 w 6343"/>
                  <a:gd name="connsiteY6" fmla="*/ 3305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8" y="5549"/>
                    </a:cubicBezTo>
                    <a:cubicBezTo>
                      <a:pt x="6233" y="4954"/>
                      <a:pt x="6567" y="4147"/>
                      <a:pt x="6567" y="3305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4" y="467"/>
                      <a:pt x="4237" y="132"/>
                      <a:pt x="3396" y="132"/>
                    </a:cubicBezTo>
                    <a:cubicBezTo>
                      <a:pt x="2555" y="132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5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98" name="Freeform: Shape 14397">
                <a:extLst>
                  <a:ext uri="{FF2B5EF4-FFF2-40B4-BE49-F238E27FC236}">
                    <a16:creationId xmlns:a16="http://schemas.microsoft.com/office/drawing/2014/main" id="{BC682F44-40AF-2CEB-B9FD-9EF3B36096C4}"/>
                  </a:ext>
                </a:extLst>
              </p:cNvPr>
              <p:cNvSpPr/>
              <p:nvPr/>
            </p:nvSpPr>
            <p:spPr>
              <a:xfrm>
                <a:off x="9239946" y="5148221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7 w 6343"/>
                  <a:gd name="connsiteY1" fmla="*/ 5548 h 6345"/>
                  <a:gd name="connsiteX2" fmla="*/ 6566 w 6343"/>
                  <a:gd name="connsiteY2" fmla="*/ 3304 h 6345"/>
                  <a:gd name="connsiteX3" fmla="*/ 5637 w 6343"/>
                  <a:gd name="connsiteY3" fmla="*/ 1061 h 6345"/>
                  <a:gd name="connsiteX4" fmla="*/ 3395 w 6343"/>
                  <a:gd name="connsiteY4" fmla="*/ 131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3"/>
                      <a:pt x="5637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7" y="1061"/>
                    </a:cubicBezTo>
                    <a:cubicBezTo>
                      <a:pt x="5043" y="466"/>
                      <a:pt x="4236" y="131"/>
                      <a:pt x="3395" y="131"/>
                    </a:cubicBezTo>
                    <a:cubicBezTo>
                      <a:pt x="2554" y="131"/>
                      <a:pt x="1747" y="466"/>
                      <a:pt x="1152" y="1061"/>
                    </a:cubicBezTo>
                    <a:cubicBezTo>
                      <a:pt x="557" y="1656"/>
                      <a:pt x="223" y="2463"/>
                      <a:pt x="223" y="3304"/>
                    </a:cubicBezTo>
                    <a:cubicBezTo>
                      <a:pt x="223" y="4146"/>
                      <a:pt x="557" y="4953"/>
                      <a:pt x="1152" y="5548"/>
                    </a:cubicBezTo>
                    <a:cubicBezTo>
                      <a:pt x="1747" y="6143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399" name="Freeform: Shape 14398">
                <a:extLst>
                  <a:ext uri="{FF2B5EF4-FFF2-40B4-BE49-F238E27FC236}">
                    <a16:creationId xmlns:a16="http://schemas.microsoft.com/office/drawing/2014/main" id="{8F117D59-326E-7D9B-E877-FBF78B9B0E6E}"/>
                  </a:ext>
                </a:extLst>
              </p:cNvPr>
              <p:cNvSpPr/>
              <p:nvPr/>
            </p:nvSpPr>
            <p:spPr>
              <a:xfrm>
                <a:off x="9242283" y="5148009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8 w 6343"/>
                  <a:gd name="connsiteY1" fmla="*/ 5548 h 6345"/>
                  <a:gd name="connsiteX2" fmla="*/ 6566 w 6343"/>
                  <a:gd name="connsiteY2" fmla="*/ 3304 h 6345"/>
                  <a:gd name="connsiteX3" fmla="*/ 5638 w 6343"/>
                  <a:gd name="connsiteY3" fmla="*/ 1061 h 6345"/>
                  <a:gd name="connsiteX4" fmla="*/ 3395 w 6343"/>
                  <a:gd name="connsiteY4" fmla="*/ 131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8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3"/>
                      <a:pt x="5638" y="5548"/>
                    </a:cubicBezTo>
                    <a:cubicBezTo>
                      <a:pt x="6232" y="4953"/>
                      <a:pt x="6566" y="4146"/>
                      <a:pt x="6566" y="3304"/>
                    </a:cubicBezTo>
                    <a:cubicBezTo>
                      <a:pt x="6566" y="2463"/>
                      <a:pt x="6232" y="1656"/>
                      <a:pt x="5638" y="1061"/>
                    </a:cubicBezTo>
                    <a:cubicBezTo>
                      <a:pt x="5043" y="466"/>
                      <a:pt x="4236" y="131"/>
                      <a:pt x="3395" y="131"/>
                    </a:cubicBezTo>
                    <a:cubicBezTo>
                      <a:pt x="2554" y="131"/>
                      <a:pt x="1747" y="466"/>
                      <a:pt x="1152" y="1061"/>
                    </a:cubicBezTo>
                    <a:cubicBezTo>
                      <a:pt x="558" y="1656"/>
                      <a:pt x="223" y="2463"/>
                      <a:pt x="223" y="3304"/>
                    </a:cubicBezTo>
                    <a:cubicBezTo>
                      <a:pt x="223" y="4146"/>
                      <a:pt x="558" y="4953"/>
                      <a:pt x="1152" y="5548"/>
                    </a:cubicBezTo>
                    <a:cubicBezTo>
                      <a:pt x="1747" y="6143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00" name="Freeform: Shape 14399">
                <a:extLst>
                  <a:ext uri="{FF2B5EF4-FFF2-40B4-BE49-F238E27FC236}">
                    <a16:creationId xmlns:a16="http://schemas.microsoft.com/office/drawing/2014/main" id="{AB69F2D1-C5B9-2828-421C-2F6236C6CB83}"/>
                  </a:ext>
                </a:extLst>
              </p:cNvPr>
              <p:cNvSpPr/>
              <p:nvPr/>
            </p:nvSpPr>
            <p:spPr>
              <a:xfrm>
                <a:off x="9242589" y="5146337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8 w 6343"/>
                  <a:gd name="connsiteY1" fmla="*/ 5547 h 6345"/>
                  <a:gd name="connsiteX2" fmla="*/ 6566 w 6343"/>
                  <a:gd name="connsiteY2" fmla="*/ 3304 h 6345"/>
                  <a:gd name="connsiteX3" fmla="*/ 5638 w 6343"/>
                  <a:gd name="connsiteY3" fmla="*/ 1061 h 6345"/>
                  <a:gd name="connsiteX4" fmla="*/ 3395 w 6343"/>
                  <a:gd name="connsiteY4" fmla="*/ 131 h 6345"/>
                  <a:gd name="connsiteX5" fmla="*/ 1152 w 6343"/>
                  <a:gd name="connsiteY5" fmla="*/ 1061 h 6345"/>
                  <a:gd name="connsiteX6" fmla="*/ 223 w 6343"/>
                  <a:gd name="connsiteY6" fmla="*/ 3304 h 6345"/>
                  <a:gd name="connsiteX7" fmla="*/ 1152 w 6343"/>
                  <a:gd name="connsiteY7" fmla="*/ 5547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3" y="6142"/>
                      <a:pt x="5638" y="5547"/>
                    </a:cubicBezTo>
                    <a:cubicBezTo>
                      <a:pt x="6232" y="4953"/>
                      <a:pt x="6566" y="4145"/>
                      <a:pt x="6566" y="3304"/>
                    </a:cubicBezTo>
                    <a:cubicBezTo>
                      <a:pt x="6566" y="2463"/>
                      <a:pt x="6232" y="1656"/>
                      <a:pt x="5638" y="1061"/>
                    </a:cubicBezTo>
                    <a:cubicBezTo>
                      <a:pt x="5043" y="466"/>
                      <a:pt x="4236" y="131"/>
                      <a:pt x="3395" y="131"/>
                    </a:cubicBezTo>
                    <a:cubicBezTo>
                      <a:pt x="2554" y="131"/>
                      <a:pt x="1747" y="466"/>
                      <a:pt x="1152" y="1061"/>
                    </a:cubicBezTo>
                    <a:cubicBezTo>
                      <a:pt x="558" y="1656"/>
                      <a:pt x="223" y="2463"/>
                      <a:pt x="223" y="3304"/>
                    </a:cubicBezTo>
                    <a:cubicBezTo>
                      <a:pt x="223" y="4145"/>
                      <a:pt x="558" y="4953"/>
                      <a:pt x="1152" y="5547"/>
                    </a:cubicBezTo>
                    <a:cubicBezTo>
                      <a:pt x="1747" y="6142"/>
                      <a:pt x="2554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01" name="Freeform: Shape 14400">
                <a:extLst>
                  <a:ext uri="{FF2B5EF4-FFF2-40B4-BE49-F238E27FC236}">
                    <a16:creationId xmlns:a16="http://schemas.microsoft.com/office/drawing/2014/main" id="{7D26C45B-F809-259E-52A8-426852183E8E}"/>
                  </a:ext>
                </a:extLst>
              </p:cNvPr>
              <p:cNvSpPr/>
              <p:nvPr/>
            </p:nvSpPr>
            <p:spPr>
              <a:xfrm>
                <a:off x="9272930" y="5163639"/>
                <a:ext cx="6343" cy="6345"/>
              </a:xfrm>
              <a:custGeom>
                <a:avLst/>
                <a:gdLst>
                  <a:gd name="connsiteX0" fmla="*/ 3397 w 6343"/>
                  <a:gd name="connsiteY0" fmla="*/ 6478 h 6345"/>
                  <a:gd name="connsiteX1" fmla="*/ 5640 w 6343"/>
                  <a:gd name="connsiteY1" fmla="*/ 5549 h 6345"/>
                  <a:gd name="connsiteX2" fmla="*/ 6569 w 6343"/>
                  <a:gd name="connsiteY2" fmla="*/ 3305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5 h 6345"/>
                  <a:gd name="connsiteX7" fmla="*/ 1155 w 6343"/>
                  <a:gd name="connsiteY7" fmla="*/ 5549 h 6345"/>
                  <a:gd name="connsiteX8" fmla="*/ 339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8"/>
                    </a:moveTo>
                    <a:cubicBezTo>
                      <a:pt x="4238" y="6478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5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5" y="1062"/>
                    </a:cubicBezTo>
                    <a:cubicBezTo>
                      <a:pt x="560" y="1657"/>
                      <a:pt x="226" y="2464"/>
                      <a:pt x="226" y="3305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8"/>
                      <a:pt x="339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02" name="Freeform: Shape 14401">
                <a:extLst>
                  <a:ext uri="{FF2B5EF4-FFF2-40B4-BE49-F238E27FC236}">
                    <a16:creationId xmlns:a16="http://schemas.microsoft.com/office/drawing/2014/main" id="{D16CDC20-80E1-4334-D76E-1CB51A125609}"/>
                  </a:ext>
                </a:extLst>
              </p:cNvPr>
              <p:cNvSpPr/>
              <p:nvPr/>
            </p:nvSpPr>
            <p:spPr>
              <a:xfrm>
                <a:off x="9283436" y="5170067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6" y="1062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03" name="Freeform: Shape 14402">
                <a:extLst>
                  <a:ext uri="{FF2B5EF4-FFF2-40B4-BE49-F238E27FC236}">
                    <a16:creationId xmlns:a16="http://schemas.microsoft.com/office/drawing/2014/main" id="{0220E1BD-BF97-4FFF-6893-51FC31A36146}"/>
                  </a:ext>
                </a:extLst>
              </p:cNvPr>
              <p:cNvSpPr/>
              <p:nvPr/>
            </p:nvSpPr>
            <p:spPr>
              <a:xfrm>
                <a:off x="9285889" y="5170400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3 h 6345"/>
                  <a:gd name="connsiteX4" fmla="*/ 3398 w 6343"/>
                  <a:gd name="connsiteY4" fmla="*/ 133 h 6345"/>
                  <a:gd name="connsiteX5" fmla="*/ 1156 w 6343"/>
                  <a:gd name="connsiteY5" fmla="*/ 1063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3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6" y="1063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04" name="Freeform: Shape 14403">
                <a:extLst>
                  <a:ext uri="{FF2B5EF4-FFF2-40B4-BE49-F238E27FC236}">
                    <a16:creationId xmlns:a16="http://schemas.microsoft.com/office/drawing/2014/main" id="{6782D3C3-B886-700C-497F-442AB7FA30F2}"/>
                  </a:ext>
                </a:extLst>
              </p:cNvPr>
              <p:cNvSpPr/>
              <p:nvPr/>
            </p:nvSpPr>
            <p:spPr>
              <a:xfrm>
                <a:off x="9287708" y="5170265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2"/>
                    </a:cubicBezTo>
                    <a:cubicBezTo>
                      <a:pt x="5046" y="468"/>
                      <a:pt x="4240" y="133"/>
                      <a:pt x="3398" y="133"/>
                    </a:cubicBezTo>
                    <a:cubicBezTo>
                      <a:pt x="2557" y="133"/>
                      <a:pt x="1751" y="468"/>
                      <a:pt x="1156" y="1062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05" name="Freeform: Shape 14404">
                <a:extLst>
                  <a:ext uri="{FF2B5EF4-FFF2-40B4-BE49-F238E27FC236}">
                    <a16:creationId xmlns:a16="http://schemas.microsoft.com/office/drawing/2014/main" id="{231C377F-1898-C372-5785-5DB25059BF4B}"/>
                  </a:ext>
                </a:extLst>
              </p:cNvPr>
              <p:cNvSpPr/>
              <p:nvPr/>
            </p:nvSpPr>
            <p:spPr>
              <a:xfrm>
                <a:off x="9289139" y="5169842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7"/>
                      <a:pt x="4240" y="133"/>
                      <a:pt x="3399" y="133"/>
                    </a:cubicBezTo>
                    <a:cubicBezTo>
                      <a:pt x="2557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06" name="Freeform: Shape 14405">
                <a:extLst>
                  <a:ext uri="{FF2B5EF4-FFF2-40B4-BE49-F238E27FC236}">
                    <a16:creationId xmlns:a16="http://schemas.microsoft.com/office/drawing/2014/main" id="{3408AE4B-723E-31F1-FFE8-C395B93C1DF1}"/>
                  </a:ext>
                </a:extLst>
              </p:cNvPr>
              <p:cNvSpPr/>
              <p:nvPr/>
            </p:nvSpPr>
            <p:spPr>
              <a:xfrm>
                <a:off x="9290474" y="5169354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07" name="Freeform: Shape 14406">
                <a:extLst>
                  <a:ext uri="{FF2B5EF4-FFF2-40B4-BE49-F238E27FC236}">
                    <a16:creationId xmlns:a16="http://schemas.microsoft.com/office/drawing/2014/main" id="{27857F88-A08E-BFB7-8CD7-D816C018864C}"/>
                  </a:ext>
                </a:extLst>
              </p:cNvPr>
              <p:cNvSpPr/>
              <p:nvPr/>
            </p:nvSpPr>
            <p:spPr>
              <a:xfrm>
                <a:off x="9291715" y="5168800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08" name="Freeform: Shape 14407">
                <a:extLst>
                  <a:ext uri="{FF2B5EF4-FFF2-40B4-BE49-F238E27FC236}">
                    <a16:creationId xmlns:a16="http://schemas.microsoft.com/office/drawing/2014/main" id="{EB3BE426-4470-0C7D-A7A2-2453B191A546}"/>
                  </a:ext>
                </a:extLst>
              </p:cNvPr>
              <p:cNvSpPr/>
              <p:nvPr/>
            </p:nvSpPr>
            <p:spPr>
              <a:xfrm>
                <a:off x="9293428" y="5168649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2 w 6343"/>
                  <a:gd name="connsiteY1" fmla="*/ 5549 h 6345"/>
                  <a:gd name="connsiteX2" fmla="*/ 6570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2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7" y="2464"/>
                      <a:pt x="227" y="3306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09" name="Freeform: Shape 14408">
                <a:extLst>
                  <a:ext uri="{FF2B5EF4-FFF2-40B4-BE49-F238E27FC236}">
                    <a16:creationId xmlns:a16="http://schemas.microsoft.com/office/drawing/2014/main" id="{FCFC18DB-D530-7B7B-6EF2-51B555E00E28}"/>
                  </a:ext>
                </a:extLst>
              </p:cNvPr>
              <p:cNvSpPr/>
              <p:nvPr/>
            </p:nvSpPr>
            <p:spPr>
              <a:xfrm>
                <a:off x="9295231" y="5168592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8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6"/>
                    </a:cubicBezTo>
                    <a:cubicBezTo>
                      <a:pt x="6571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10" name="Freeform: Shape 14409">
                <a:extLst>
                  <a:ext uri="{FF2B5EF4-FFF2-40B4-BE49-F238E27FC236}">
                    <a16:creationId xmlns:a16="http://schemas.microsoft.com/office/drawing/2014/main" id="{15635123-0CB1-6AD2-962B-8E9278550480}"/>
                  </a:ext>
                </a:extLst>
              </p:cNvPr>
              <p:cNvSpPr/>
              <p:nvPr/>
            </p:nvSpPr>
            <p:spPr>
              <a:xfrm>
                <a:off x="9302022" y="5166648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1" y="133"/>
                      <a:pt x="3400" y="133"/>
                    </a:cubicBezTo>
                    <a:cubicBezTo>
                      <a:pt x="2558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8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11" name="Freeform: Shape 14410">
                <a:extLst>
                  <a:ext uri="{FF2B5EF4-FFF2-40B4-BE49-F238E27FC236}">
                    <a16:creationId xmlns:a16="http://schemas.microsoft.com/office/drawing/2014/main" id="{5D870E14-3B8F-85BC-4C7B-AEFD286DF52E}"/>
                  </a:ext>
                </a:extLst>
              </p:cNvPr>
              <p:cNvSpPr/>
              <p:nvPr/>
            </p:nvSpPr>
            <p:spPr>
              <a:xfrm>
                <a:off x="9304255" y="5163924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12" name="Freeform: Shape 14411">
                <a:extLst>
                  <a:ext uri="{FF2B5EF4-FFF2-40B4-BE49-F238E27FC236}">
                    <a16:creationId xmlns:a16="http://schemas.microsoft.com/office/drawing/2014/main" id="{EBB10E38-B6CA-9F43-E405-94E607EE1514}"/>
                  </a:ext>
                </a:extLst>
              </p:cNvPr>
              <p:cNvSpPr/>
              <p:nvPr/>
            </p:nvSpPr>
            <p:spPr>
              <a:xfrm>
                <a:off x="9302869" y="5161010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13" name="Freeform: Shape 14412">
                <a:extLst>
                  <a:ext uri="{FF2B5EF4-FFF2-40B4-BE49-F238E27FC236}">
                    <a16:creationId xmlns:a16="http://schemas.microsoft.com/office/drawing/2014/main" id="{E55D4C52-04E5-64C1-9BC4-A777D72957E7}"/>
                  </a:ext>
                </a:extLst>
              </p:cNvPr>
              <p:cNvSpPr/>
              <p:nvPr/>
            </p:nvSpPr>
            <p:spPr>
              <a:xfrm>
                <a:off x="9302889" y="5159383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5 h 6345"/>
                  <a:gd name="connsiteX3" fmla="*/ 5642 w 6343"/>
                  <a:gd name="connsiteY3" fmla="*/ 1062 h 6345"/>
                  <a:gd name="connsiteX4" fmla="*/ 3400 w 6343"/>
                  <a:gd name="connsiteY4" fmla="*/ 132 h 6345"/>
                  <a:gd name="connsiteX5" fmla="*/ 1157 w 6343"/>
                  <a:gd name="connsiteY5" fmla="*/ 1062 h 6345"/>
                  <a:gd name="connsiteX6" fmla="*/ 228 w 6343"/>
                  <a:gd name="connsiteY6" fmla="*/ 3305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3"/>
                      <a:pt x="5642" y="5549"/>
                    </a:cubicBezTo>
                    <a:cubicBezTo>
                      <a:pt x="6237" y="4954"/>
                      <a:pt x="6571" y="4146"/>
                      <a:pt x="6571" y="3305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2"/>
                      <a:pt x="3400" y="132"/>
                    </a:cubicBezTo>
                    <a:cubicBezTo>
                      <a:pt x="2559" y="132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5"/>
                    </a:cubicBezTo>
                    <a:cubicBezTo>
                      <a:pt x="228" y="4146"/>
                      <a:pt x="562" y="4954"/>
                      <a:pt x="1157" y="5549"/>
                    </a:cubicBezTo>
                    <a:cubicBezTo>
                      <a:pt x="1752" y="6143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14" name="Freeform: Shape 14413">
                <a:extLst>
                  <a:ext uri="{FF2B5EF4-FFF2-40B4-BE49-F238E27FC236}">
                    <a16:creationId xmlns:a16="http://schemas.microsoft.com/office/drawing/2014/main" id="{96804186-6E49-A2BE-FCA7-D36055CDCA40}"/>
                  </a:ext>
                </a:extLst>
              </p:cNvPr>
              <p:cNvSpPr/>
              <p:nvPr/>
            </p:nvSpPr>
            <p:spPr>
              <a:xfrm>
                <a:off x="9301600" y="5156477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2"/>
                      <a:pt x="3400" y="132"/>
                    </a:cubicBezTo>
                    <a:cubicBezTo>
                      <a:pt x="2558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8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15" name="Freeform: Shape 14414">
                <a:extLst>
                  <a:ext uri="{FF2B5EF4-FFF2-40B4-BE49-F238E27FC236}">
                    <a16:creationId xmlns:a16="http://schemas.microsoft.com/office/drawing/2014/main" id="{7539AF2D-B3E3-4814-E6E5-ED64A822D0C7}"/>
                  </a:ext>
                </a:extLst>
              </p:cNvPr>
              <p:cNvSpPr/>
              <p:nvPr/>
            </p:nvSpPr>
            <p:spPr>
              <a:xfrm>
                <a:off x="9300737" y="5153935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399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1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2"/>
                      <a:pt x="3399" y="132"/>
                    </a:cubicBezTo>
                    <a:cubicBezTo>
                      <a:pt x="2558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16" name="Freeform: Shape 14415">
                <a:extLst>
                  <a:ext uri="{FF2B5EF4-FFF2-40B4-BE49-F238E27FC236}">
                    <a16:creationId xmlns:a16="http://schemas.microsoft.com/office/drawing/2014/main" id="{B84C9DDC-6134-96A4-C61E-77B73FB6CBE2}"/>
                  </a:ext>
                </a:extLst>
              </p:cNvPr>
              <p:cNvSpPr/>
              <p:nvPr/>
            </p:nvSpPr>
            <p:spPr>
              <a:xfrm>
                <a:off x="9298481" y="5148197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1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0" y="131"/>
                      <a:pt x="3399" y="131"/>
                    </a:cubicBezTo>
                    <a:cubicBezTo>
                      <a:pt x="2558" y="131"/>
                      <a:pt x="1751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1" y="6143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17" name="Freeform: Shape 14416">
                <a:extLst>
                  <a:ext uri="{FF2B5EF4-FFF2-40B4-BE49-F238E27FC236}">
                    <a16:creationId xmlns:a16="http://schemas.microsoft.com/office/drawing/2014/main" id="{1C3804F5-5EE6-E655-4840-965E3F93CE4D}"/>
                  </a:ext>
                </a:extLst>
              </p:cNvPr>
              <p:cNvSpPr/>
              <p:nvPr/>
            </p:nvSpPr>
            <p:spPr>
              <a:xfrm>
                <a:off x="9298087" y="5145997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1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0" y="131"/>
                      <a:pt x="3399" y="131"/>
                    </a:cubicBezTo>
                    <a:cubicBezTo>
                      <a:pt x="2558" y="131"/>
                      <a:pt x="1751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18" name="Freeform: Shape 14417">
                <a:extLst>
                  <a:ext uri="{FF2B5EF4-FFF2-40B4-BE49-F238E27FC236}">
                    <a16:creationId xmlns:a16="http://schemas.microsoft.com/office/drawing/2014/main" id="{CF40462B-0F3C-EBD6-0EF7-751530EC0C62}"/>
                  </a:ext>
                </a:extLst>
              </p:cNvPr>
              <p:cNvSpPr/>
              <p:nvPr/>
            </p:nvSpPr>
            <p:spPr>
              <a:xfrm>
                <a:off x="9297788" y="5142007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2"/>
                      <a:pt x="6237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7" y="1060"/>
                    </a:cubicBezTo>
                    <a:cubicBezTo>
                      <a:pt x="562" y="1655"/>
                      <a:pt x="228" y="2462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19" name="Freeform: Shape 14418">
                <a:extLst>
                  <a:ext uri="{FF2B5EF4-FFF2-40B4-BE49-F238E27FC236}">
                    <a16:creationId xmlns:a16="http://schemas.microsoft.com/office/drawing/2014/main" id="{71200455-8BF2-01CB-A866-C6A35AD3EB00}"/>
                  </a:ext>
                </a:extLst>
              </p:cNvPr>
              <p:cNvSpPr/>
              <p:nvPr/>
            </p:nvSpPr>
            <p:spPr>
              <a:xfrm>
                <a:off x="9297920" y="5140267"/>
                <a:ext cx="6343" cy="6345"/>
              </a:xfrm>
              <a:custGeom>
                <a:avLst/>
                <a:gdLst>
                  <a:gd name="connsiteX0" fmla="*/ 3399 w 6343"/>
                  <a:gd name="connsiteY0" fmla="*/ 6476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399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6"/>
                    </a:moveTo>
                    <a:cubicBezTo>
                      <a:pt x="4240" y="6476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2"/>
                      <a:pt x="6237" y="1655"/>
                      <a:pt x="5642" y="1060"/>
                    </a:cubicBezTo>
                    <a:cubicBezTo>
                      <a:pt x="5047" y="465"/>
                      <a:pt x="4240" y="131"/>
                      <a:pt x="3399" y="131"/>
                    </a:cubicBezTo>
                    <a:cubicBezTo>
                      <a:pt x="2558" y="131"/>
                      <a:pt x="1751" y="465"/>
                      <a:pt x="1157" y="1060"/>
                    </a:cubicBezTo>
                    <a:cubicBezTo>
                      <a:pt x="562" y="1655"/>
                      <a:pt x="228" y="2462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1" y="6142"/>
                      <a:pt x="2558" y="6476"/>
                      <a:pt x="3399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20" name="Freeform: Shape 14419">
                <a:extLst>
                  <a:ext uri="{FF2B5EF4-FFF2-40B4-BE49-F238E27FC236}">
                    <a16:creationId xmlns:a16="http://schemas.microsoft.com/office/drawing/2014/main" id="{E5755F70-9E68-3360-3640-E98E1CFAA16F}"/>
                  </a:ext>
                </a:extLst>
              </p:cNvPr>
              <p:cNvSpPr/>
              <p:nvPr/>
            </p:nvSpPr>
            <p:spPr>
              <a:xfrm>
                <a:off x="9330875" y="5171916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50 h 6345"/>
                  <a:gd name="connsiteX2" fmla="*/ 6573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50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50"/>
                    </a:cubicBezTo>
                    <a:cubicBezTo>
                      <a:pt x="6239" y="4955"/>
                      <a:pt x="6573" y="4147"/>
                      <a:pt x="6573" y="3306"/>
                    </a:cubicBezTo>
                    <a:cubicBezTo>
                      <a:pt x="6573" y="2465"/>
                      <a:pt x="6239" y="1658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3"/>
                    </a:cubicBezTo>
                    <a:cubicBezTo>
                      <a:pt x="564" y="1658"/>
                      <a:pt x="230" y="2465"/>
                      <a:pt x="230" y="3306"/>
                    </a:cubicBezTo>
                    <a:cubicBezTo>
                      <a:pt x="230" y="4147"/>
                      <a:pt x="564" y="4955"/>
                      <a:pt x="1159" y="5550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21" name="Freeform: Shape 14420">
                <a:extLst>
                  <a:ext uri="{FF2B5EF4-FFF2-40B4-BE49-F238E27FC236}">
                    <a16:creationId xmlns:a16="http://schemas.microsoft.com/office/drawing/2014/main" id="{01B95B91-38F7-DEFF-14CD-E5A3C3EA94B4}"/>
                  </a:ext>
                </a:extLst>
              </p:cNvPr>
              <p:cNvSpPr/>
              <p:nvPr/>
            </p:nvSpPr>
            <p:spPr>
              <a:xfrm>
                <a:off x="9331957" y="5171583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5"/>
                      <a:pt x="6574" y="4147"/>
                      <a:pt x="6574" y="3306"/>
                    </a:cubicBezTo>
                    <a:cubicBezTo>
                      <a:pt x="6574" y="2465"/>
                      <a:pt x="6239" y="1658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3"/>
                    </a:cubicBezTo>
                    <a:cubicBezTo>
                      <a:pt x="565" y="1658"/>
                      <a:pt x="230" y="2465"/>
                      <a:pt x="230" y="3306"/>
                    </a:cubicBezTo>
                    <a:cubicBezTo>
                      <a:pt x="230" y="4147"/>
                      <a:pt x="565" y="4955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22" name="Freeform: Shape 14421">
                <a:extLst>
                  <a:ext uri="{FF2B5EF4-FFF2-40B4-BE49-F238E27FC236}">
                    <a16:creationId xmlns:a16="http://schemas.microsoft.com/office/drawing/2014/main" id="{7E098424-CF36-446E-F4E8-ED804EDCC616}"/>
                  </a:ext>
                </a:extLst>
              </p:cNvPr>
              <p:cNvSpPr/>
              <p:nvPr/>
            </p:nvSpPr>
            <p:spPr>
              <a:xfrm>
                <a:off x="9332834" y="5171031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5"/>
                      <a:pt x="6239" y="1658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3"/>
                    </a:cubicBezTo>
                    <a:cubicBezTo>
                      <a:pt x="565" y="1658"/>
                      <a:pt x="230" y="2465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23" name="Freeform: Shape 14422">
                <a:extLst>
                  <a:ext uri="{FF2B5EF4-FFF2-40B4-BE49-F238E27FC236}">
                    <a16:creationId xmlns:a16="http://schemas.microsoft.com/office/drawing/2014/main" id="{460CCAD2-D4A0-156F-8B31-F065EA1EA34D}"/>
                  </a:ext>
                </a:extLst>
              </p:cNvPr>
              <p:cNvSpPr/>
              <p:nvPr/>
            </p:nvSpPr>
            <p:spPr>
              <a:xfrm>
                <a:off x="9333427" y="5170166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1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5"/>
                      <a:pt x="6239" y="1657"/>
                      <a:pt x="5645" y="1062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2"/>
                    </a:cubicBezTo>
                    <a:cubicBezTo>
                      <a:pt x="565" y="1657"/>
                      <a:pt x="231" y="2465"/>
                      <a:pt x="231" y="3306"/>
                    </a:cubicBezTo>
                    <a:cubicBezTo>
                      <a:pt x="231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24" name="Freeform: Shape 14423">
                <a:extLst>
                  <a:ext uri="{FF2B5EF4-FFF2-40B4-BE49-F238E27FC236}">
                    <a16:creationId xmlns:a16="http://schemas.microsoft.com/office/drawing/2014/main" id="{8C200B85-07D0-182B-D7EE-457F2AD2DB2B}"/>
                  </a:ext>
                </a:extLst>
              </p:cNvPr>
              <p:cNvSpPr/>
              <p:nvPr/>
            </p:nvSpPr>
            <p:spPr>
              <a:xfrm>
                <a:off x="9336177" y="5171736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60 w 6343"/>
                  <a:gd name="connsiteY5" fmla="*/ 1063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40" y="4955"/>
                      <a:pt x="6574" y="4147"/>
                      <a:pt x="6574" y="3306"/>
                    </a:cubicBezTo>
                    <a:cubicBezTo>
                      <a:pt x="6574" y="2465"/>
                      <a:pt x="6240" y="1658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60" y="1063"/>
                    </a:cubicBezTo>
                    <a:cubicBezTo>
                      <a:pt x="565" y="1658"/>
                      <a:pt x="231" y="2465"/>
                      <a:pt x="231" y="3306"/>
                    </a:cubicBezTo>
                    <a:cubicBezTo>
                      <a:pt x="231" y="4147"/>
                      <a:pt x="565" y="4955"/>
                      <a:pt x="1160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25" name="Freeform: Shape 14424">
                <a:extLst>
                  <a:ext uri="{FF2B5EF4-FFF2-40B4-BE49-F238E27FC236}">
                    <a16:creationId xmlns:a16="http://schemas.microsoft.com/office/drawing/2014/main" id="{C47A9839-C884-12A3-E84B-F02A167B04B6}"/>
                  </a:ext>
                </a:extLst>
              </p:cNvPr>
              <p:cNvSpPr/>
              <p:nvPr/>
            </p:nvSpPr>
            <p:spPr>
              <a:xfrm>
                <a:off x="9344945" y="5169872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0 w 6343"/>
                  <a:gd name="connsiteY5" fmla="*/ 1062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4"/>
                      <a:pt x="6240" y="1657"/>
                      <a:pt x="5646" y="1062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0" y="1062"/>
                    </a:cubicBezTo>
                    <a:cubicBezTo>
                      <a:pt x="566" y="1657"/>
                      <a:pt x="231" y="2464"/>
                      <a:pt x="231" y="3306"/>
                    </a:cubicBezTo>
                    <a:cubicBezTo>
                      <a:pt x="231" y="4147"/>
                      <a:pt x="566" y="4954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26" name="Freeform: Shape 14425">
                <a:extLst>
                  <a:ext uri="{FF2B5EF4-FFF2-40B4-BE49-F238E27FC236}">
                    <a16:creationId xmlns:a16="http://schemas.microsoft.com/office/drawing/2014/main" id="{A0452055-7B84-4650-F53D-A751FDB7D5B4}"/>
                  </a:ext>
                </a:extLst>
              </p:cNvPr>
              <p:cNvSpPr/>
              <p:nvPr/>
            </p:nvSpPr>
            <p:spPr>
              <a:xfrm>
                <a:off x="9321011" y="5123437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30 h 6345"/>
                  <a:gd name="connsiteX5" fmla="*/ 1158 w 6343"/>
                  <a:gd name="connsiteY5" fmla="*/ 1059 h 6345"/>
                  <a:gd name="connsiteX6" fmla="*/ 230 w 6343"/>
                  <a:gd name="connsiteY6" fmla="*/ 3302 h 6345"/>
                  <a:gd name="connsiteX7" fmla="*/ 1158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1"/>
                      <a:pt x="5644" y="5546"/>
                    </a:cubicBezTo>
                    <a:cubicBezTo>
                      <a:pt x="6238" y="4951"/>
                      <a:pt x="6573" y="4144"/>
                      <a:pt x="6573" y="3302"/>
                    </a:cubicBezTo>
                    <a:cubicBezTo>
                      <a:pt x="6573" y="2461"/>
                      <a:pt x="6238" y="1654"/>
                      <a:pt x="5644" y="1059"/>
                    </a:cubicBezTo>
                    <a:cubicBezTo>
                      <a:pt x="5049" y="464"/>
                      <a:pt x="4242" y="130"/>
                      <a:pt x="3401" y="130"/>
                    </a:cubicBezTo>
                    <a:cubicBezTo>
                      <a:pt x="2560" y="130"/>
                      <a:pt x="1753" y="464"/>
                      <a:pt x="1158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8" y="5546"/>
                    </a:cubicBezTo>
                    <a:cubicBezTo>
                      <a:pt x="1753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27" name="Freeform: Shape 14426">
                <a:extLst>
                  <a:ext uri="{FF2B5EF4-FFF2-40B4-BE49-F238E27FC236}">
                    <a16:creationId xmlns:a16="http://schemas.microsoft.com/office/drawing/2014/main" id="{047A666D-402F-B8B9-8C7E-8740C00E9C1E}"/>
                  </a:ext>
                </a:extLst>
              </p:cNvPr>
              <p:cNvSpPr/>
              <p:nvPr/>
            </p:nvSpPr>
            <p:spPr>
              <a:xfrm>
                <a:off x="9322487" y="5123282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2" y="130"/>
                      <a:pt x="3401" y="130"/>
                    </a:cubicBezTo>
                    <a:cubicBezTo>
                      <a:pt x="2560" y="130"/>
                      <a:pt x="1753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3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28" name="Freeform: Shape 14427">
                <a:extLst>
                  <a:ext uri="{FF2B5EF4-FFF2-40B4-BE49-F238E27FC236}">
                    <a16:creationId xmlns:a16="http://schemas.microsoft.com/office/drawing/2014/main" id="{52AB44E1-AD08-BA52-F02E-A94A741D5488}"/>
                  </a:ext>
                </a:extLst>
              </p:cNvPr>
              <p:cNvSpPr/>
              <p:nvPr/>
            </p:nvSpPr>
            <p:spPr>
              <a:xfrm>
                <a:off x="9324065" y="5123288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2" y="130"/>
                      <a:pt x="3401" y="130"/>
                    </a:cubicBezTo>
                    <a:cubicBezTo>
                      <a:pt x="2560" y="130"/>
                      <a:pt x="1753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3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29" name="Freeform: Shape 14428">
                <a:extLst>
                  <a:ext uri="{FF2B5EF4-FFF2-40B4-BE49-F238E27FC236}">
                    <a16:creationId xmlns:a16="http://schemas.microsoft.com/office/drawing/2014/main" id="{A076A702-9B34-1B19-AE75-6069F0CF8302}"/>
                  </a:ext>
                </a:extLst>
              </p:cNvPr>
              <p:cNvSpPr/>
              <p:nvPr/>
            </p:nvSpPr>
            <p:spPr>
              <a:xfrm>
                <a:off x="9325639" y="5123307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3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30"/>
                      <a:pt x="3401" y="130"/>
                    </a:cubicBezTo>
                    <a:cubicBezTo>
                      <a:pt x="2560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30" name="Freeform: Shape 14429">
                <a:extLst>
                  <a:ext uri="{FF2B5EF4-FFF2-40B4-BE49-F238E27FC236}">
                    <a16:creationId xmlns:a16="http://schemas.microsoft.com/office/drawing/2014/main" id="{A4CF5F3A-3590-6903-555C-E2ADF73FFC26}"/>
                  </a:ext>
                </a:extLst>
              </p:cNvPr>
              <p:cNvSpPr/>
              <p:nvPr/>
            </p:nvSpPr>
            <p:spPr>
              <a:xfrm>
                <a:off x="9327416" y="5123642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30"/>
                      <a:pt x="3402" y="130"/>
                    </a:cubicBezTo>
                    <a:cubicBezTo>
                      <a:pt x="2560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0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31" name="Freeform: Shape 14430">
                <a:extLst>
                  <a:ext uri="{FF2B5EF4-FFF2-40B4-BE49-F238E27FC236}">
                    <a16:creationId xmlns:a16="http://schemas.microsoft.com/office/drawing/2014/main" id="{3F6D6261-208D-0086-1298-A25382F839A4}"/>
                  </a:ext>
                </a:extLst>
              </p:cNvPr>
              <p:cNvSpPr/>
              <p:nvPr/>
            </p:nvSpPr>
            <p:spPr>
              <a:xfrm>
                <a:off x="9328875" y="5123536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30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30"/>
                      <a:pt x="3402" y="130"/>
                    </a:cubicBezTo>
                    <a:cubicBezTo>
                      <a:pt x="2561" y="130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32" name="Freeform: Shape 14431">
                <a:extLst>
                  <a:ext uri="{FF2B5EF4-FFF2-40B4-BE49-F238E27FC236}">
                    <a16:creationId xmlns:a16="http://schemas.microsoft.com/office/drawing/2014/main" id="{E9384191-5BEC-D762-C1ED-B61E2EB33574}"/>
                  </a:ext>
                </a:extLst>
              </p:cNvPr>
              <p:cNvSpPr/>
              <p:nvPr/>
            </p:nvSpPr>
            <p:spPr>
              <a:xfrm>
                <a:off x="9329923" y="5122831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33" name="Freeform: Shape 14432">
                <a:extLst>
                  <a:ext uri="{FF2B5EF4-FFF2-40B4-BE49-F238E27FC236}">
                    <a16:creationId xmlns:a16="http://schemas.microsoft.com/office/drawing/2014/main" id="{EC05C975-152D-1396-F081-BA734F7A0A9B}"/>
                  </a:ext>
                </a:extLst>
              </p:cNvPr>
              <p:cNvSpPr/>
              <p:nvPr/>
            </p:nvSpPr>
            <p:spPr>
              <a:xfrm>
                <a:off x="9330975" y="5122131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3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34" name="Freeform: Shape 14433">
                <a:extLst>
                  <a:ext uri="{FF2B5EF4-FFF2-40B4-BE49-F238E27FC236}">
                    <a16:creationId xmlns:a16="http://schemas.microsoft.com/office/drawing/2014/main" id="{0FFF5B1B-A390-7503-5744-ED814BC99D2D}"/>
                  </a:ext>
                </a:extLst>
              </p:cNvPr>
              <p:cNvSpPr/>
              <p:nvPr/>
            </p:nvSpPr>
            <p:spPr>
              <a:xfrm>
                <a:off x="9332165" y="5121644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5" y="5546"/>
                    </a:cubicBezTo>
                    <a:cubicBezTo>
                      <a:pt x="6239" y="4951"/>
                      <a:pt x="6574" y="4144"/>
                      <a:pt x="6574" y="3302"/>
                    </a:cubicBezTo>
                    <a:cubicBezTo>
                      <a:pt x="6574" y="2461"/>
                      <a:pt x="6239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4"/>
                      <a:pt x="565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35" name="Freeform: Shape 14434">
                <a:extLst>
                  <a:ext uri="{FF2B5EF4-FFF2-40B4-BE49-F238E27FC236}">
                    <a16:creationId xmlns:a16="http://schemas.microsoft.com/office/drawing/2014/main" id="{B537D688-FC5F-50D7-A812-AA85180B091D}"/>
                  </a:ext>
                </a:extLst>
              </p:cNvPr>
              <p:cNvSpPr/>
              <p:nvPr/>
            </p:nvSpPr>
            <p:spPr>
              <a:xfrm>
                <a:off x="9333059" y="5120701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39" y="4951"/>
                      <a:pt x="6574" y="4143"/>
                      <a:pt x="6574" y="3302"/>
                    </a:cubicBezTo>
                    <a:cubicBezTo>
                      <a:pt x="6574" y="2461"/>
                      <a:pt x="6239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3"/>
                      <a:pt x="565" y="4951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36" name="Freeform: Shape 14435">
                <a:extLst>
                  <a:ext uri="{FF2B5EF4-FFF2-40B4-BE49-F238E27FC236}">
                    <a16:creationId xmlns:a16="http://schemas.microsoft.com/office/drawing/2014/main" id="{19925396-C9A4-EEEC-EB7C-90E6B02250BE}"/>
                  </a:ext>
                </a:extLst>
              </p:cNvPr>
              <p:cNvSpPr/>
              <p:nvPr/>
            </p:nvSpPr>
            <p:spPr>
              <a:xfrm>
                <a:off x="9334124" y="5120020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1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1"/>
                      <a:pt x="6240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4"/>
                      <a:pt x="231" y="2461"/>
                      <a:pt x="231" y="3302"/>
                    </a:cubicBezTo>
                    <a:cubicBezTo>
                      <a:pt x="231" y="4143"/>
                      <a:pt x="565" y="4950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37" name="Freeform: Shape 14436">
                <a:extLst>
                  <a:ext uri="{FF2B5EF4-FFF2-40B4-BE49-F238E27FC236}">
                    <a16:creationId xmlns:a16="http://schemas.microsoft.com/office/drawing/2014/main" id="{581FF534-032F-ECF6-C0AB-E2F7C32EB20D}"/>
                  </a:ext>
                </a:extLst>
              </p:cNvPr>
              <p:cNvSpPr/>
              <p:nvPr/>
            </p:nvSpPr>
            <p:spPr>
              <a:xfrm>
                <a:off x="9335031" y="5119087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38" name="Freeform: Shape 14437">
                <a:extLst>
                  <a:ext uri="{FF2B5EF4-FFF2-40B4-BE49-F238E27FC236}">
                    <a16:creationId xmlns:a16="http://schemas.microsoft.com/office/drawing/2014/main" id="{1AE47D7F-EE6E-1ACA-170B-9389FCB84797}"/>
                  </a:ext>
                </a:extLst>
              </p:cNvPr>
              <p:cNvSpPr/>
              <p:nvPr/>
            </p:nvSpPr>
            <p:spPr>
              <a:xfrm>
                <a:off x="9335945" y="5118159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39" name="Freeform: Shape 14438">
                <a:extLst>
                  <a:ext uri="{FF2B5EF4-FFF2-40B4-BE49-F238E27FC236}">
                    <a16:creationId xmlns:a16="http://schemas.microsoft.com/office/drawing/2014/main" id="{3F99750D-37A4-93A8-6EB2-C69D2CB8731C}"/>
                  </a:ext>
                </a:extLst>
              </p:cNvPr>
              <p:cNvSpPr/>
              <p:nvPr/>
            </p:nvSpPr>
            <p:spPr>
              <a:xfrm>
                <a:off x="9336707" y="5116973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40" name="Freeform: Shape 14439">
                <a:extLst>
                  <a:ext uri="{FF2B5EF4-FFF2-40B4-BE49-F238E27FC236}">
                    <a16:creationId xmlns:a16="http://schemas.microsoft.com/office/drawing/2014/main" id="{DFE0DB82-C410-4929-7BC0-465CAD976A70}"/>
                  </a:ext>
                </a:extLst>
              </p:cNvPr>
              <p:cNvSpPr/>
              <p:nvPr/>
            </p:nvSpPr>
            <p:spPr>
              <a:xfrm>
                <a:off x="9337228" y="5115369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41" name="Freeform: Shape 14440">
                <a:extLst>
                  <a:ext uri="{FF2B5EF4-FFF2-40B4-BE49-F238E27FC236}">
                    <a16:creationId xmlns:a16="http://schemas.microsoft.com/office/drawing/2014/main" id="{17D1E7D9-5FEE-D639-3112-4904A717B333}"/>
                  </a:ext>
                </a:extLst>
              </p:cNvPr>
              <p:cNvSpPr/>
              <p:nvPr/>
            </p:nvSpPr>
            <p:spPr>
              <a:xfrm>
                <a:off x="9338045" y="5114240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2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42" name="Freeform: Shape 14441">
                <a:extLst>
                  <a:ext uri="{FF2B5EF4-FFF2-40B4-BE49-F238E27FC236}">
                    <a16:creationId xmlns:a16="http://schemas.microsoft.com/office/drawing/2014/main" id="{7F5940B5-8A01-C480-9E21-D63E6CD4EE7F}"/>
                  </a:ext>
                </a:extLst>
              </p:cNvPr>
              <p:cNvSpPr/>
              <p:nvPr/>
            </p:nvSpPr>
            <p:spPr>
              <a:xfrm>
                <a:off x="9338256" y="5112056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2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43" name="Freeform: Shape 14442">
                <a:extLst>
                  <a:ext uri="{FF2B5EF4-FFF2-40B4-BE49-F238E27FC236}">
                    <a16:creationId xmlns:a16="http://schemas.microsoft.com/office/drawing/2014/main" id="{DA4B085E-7203-80AF-1213-8CB63DC467C2}"/>
                  </a:ext>
                </a:extLst>
              </p:cNvPr>
              <p:cNvSpPr/>
              <p:nvPr/>
            </p:nvSpPr>
            <p:spPr>
              <a:xfrm>
                <a:off x="9338427" y="5109762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8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8"/>
                      <a:pt x="3402" y="128"/>
                    </a:cubicBezTo>
                    <a:cubicBezTo>
                      <a:pt x="2561" y="128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44" name="Freeform: Shape 14443">
                <a:extLst>
                  <a:ext uri="{FF2B5EF4-FFF2-40B4-BE49-F238E27FC236}">
                    <a16:creationId xmlns:a16="http://schemas.microsoft.com/office/drawing/2014/main" id="{2C004A63-2AF5-57E0-13E3-F20A70CD334A}"/>
                  </a:ext>
                </a:extLst>
              </p:cNvPr>
              <p:cNvSpPr/>
              <p:nvPr/>
            </p:nvSpPr>
            <p:spPr>
              <a:xfrm>
                <a:off x="9338140" y="5106610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7 h 6345"/>
                  <a:gd name="connsiteX4" fmla="*/ 3402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4" y="6474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60"/>
                      <a:pt x="6240" y="1652"/>
                      <a:pt x="5645" y="1057"/>
                    </a:cubicBezTo>
                    <a:cubicBezTo>
                      <a:pt x="5050" y="463"/>
                      <a:pt x="4244" y="128"/>
                      <a:pt x="3402" y="128"/>
                    </a:cubicBezTo>
                    <a:cubicBezTo>
                      <a:pt x="2561" y="128"/>
                      <a:pt x="1755" y="463"/>
                      <a:pt x="1160" y="1057"/>
                    </a:cubicBezTo>
                    <a:cubicBezTo>
                      <a:pt x="565" y="1652"/>
                      <a:pt x="231" y="2460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45" name="Freeform: Shape 14444">
                <a:extLst>
                  <a:ext uri="{FF2B5EF4-FFF2-40B4-BE49-F238E27FC236}">
                    <a16:creationId xmlns:a16="http://schemas.microsoft.com/office/drawing/2014/main" id="{A255ECFF-AFDF-FEA4-45F9-B498A4E6DB72}"/>
                  </a:ext>
                </a:extLst>
              </p:cNvPr>
              <p:cNvSpPr/>
              <p:nvPr/>
            </p:nvSpPr>
            <p:spPr>
              <a:xfrm>
                <a:off x="9338426" y="5104410"/>
                <a:ext cx="6343" cy="6345"/>
              </a:xfrm>
              <a:custGeom>
                <a:avLst/>
                <a:gdLst>
                  <a:gd name="connsiteX0" fmla="*/ 3402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7 h 6345"/>
                  <a:gd name="connsiteX4" fmla="*/ 3402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2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3"/>
                    </a:moveTo>
                    <a:cubicBezTo>
                      <a:pt x="4244" y="6473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0" y="462"/>
                      <a:pt x="4244" y="128"/>
                      <a:pt x="3402" y="128"/>
                    </a:cubicBezTo>
                    <a:cubicBezTo>
                      <a:pt x="2561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1" y="6473"/>
                      <a:pt x="3402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46" name="Freeform: Shape 14445">
                <a:extLst>
                  <a:ext uri="{FF2B5EF4-FFF2-40B4-BE49-F238E27FC236}">
                    <a16:creationId xmlns:a16="http://schemas.microsoft.com/office/drawing/2014/main" id="{C0ABCF21-6FBD-0BFE-DC08-7DB442CB77B0}"/>
                  </a:ext>
                </a:extLst>
              </p:cNvPr>
              <p:cNvSpPr/>
              <p:nvPr/>
            </p:nvSpPr>
            <p:spPr>
              <a:xfrm>
                <a:off x="9290645" y="5014836"/>
                <a:ext cx="6343" cy="6345"/>
              </a:xfrm>
              <a:custGeom>
                <a:avLst/>
                <a:gdLst>
                  <a:gd name="connsiteX0" fmla="*/ 3399 w 6343"/>
                  <a:gd name="connsiteY0" fmla="*/ 6466 h 6345"/>
                  <a:gd name="connsiteX1" fmla="*/ 5641 w 6343"/>
                  <a:gd name="connsiteY1" fmla="*/ 5537 h 6345"/>
                  <a:gd name="connsiteX2" fmla="*/ 6570 w 6343"/>
                  <a:gd name="connsiteY2" fmla="*/ 3294 h 6345"/>
                  <a:gd name="connsiteX3" fmla="*/ 5641 w 6343"/>
                  <a:gd name="connsiteY3" fmla="*/ 1050 h 6345"/>
                  <a:gd name="connsiteX4" fmla="*/ 3399 w 6343"/>
                  <a:gd name="connsiteY4" fmla="*/ 121 h 6345"/>
                  <a:gd name="connsiteX5" fmla="*/ 1156 w 6343"/>
                  <a:gd name="connsiteY5" fmla="*/ 1050 h 6345"/>
                  <a:gd name="connsiteX6" fmla="*/ 227 w 6343"/>
                  <a:gd name="connsiteY6" fmla="*/ 3294 h 6345"/>
                  <a:gd name="connsiteX7" fmla="*/ 1156 w 6343"/>
                  <a:gd name="connsiteY7" fmla="*/ 5537 h 6345"/>
                  <a:gd name="connsiteX8" fmla="*/ 3399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6"/>
                    </a:moveTo>
                    <a:cubicBezTo>
                      <a:pt x="4240" y="6466"/>
                      <a:pt x="5047" y="6132"/>
                      <a:pt x="5641" y="5537"/>
                    </a:cubicBezTo>
                    <a:cubicBezTo>
                      <a:pt x="6236" y="4942"/>
                      <a:pt x="6570" y="4135"/>
                      <a:pt x="6570" y="3294"/>
                    </a:cubicBezTo>
                    <a:cubicBezTo>
                      <a:pt x="6570" y="2452"/>
                      <a:pt x="6236" y="1645"/>
                      <a:pt x="5641" y="1050"/>
                    </a:cubicBezTo>
                    <a:cubicBezTo>
                      <a:pt x="5047" y="455"/>
                      <a:pt x="4240" y="121"/>
                      <a:pt x="3399" y="121"/>
                    </a:cubicBezTo>
                    <a:cubicBezTo>
                      <a:pt x="2558" y="121"/>
                      <a:pt x="1751" y="455"/>
                      <a:pt x="1156" y="1050"/>
                    </a:cubicBezTo>
                    <a:cubicBezTo>
                      <a:pt x="561" y="1645"/>
                      <a:pt x="227" y="2452"/>
                      <a:pt x="227" y="3294"/>
                    </a:cubicBezTo>
                    <a:cubicBezTo>
                      <a:pt x="227" y="4135"/>
                      <a:pt x="561" y="4942"/>
                      <a:pt x="1156" y="5537"/>
                    </a:cubicBezTo>
                    <a:cubicBezTo>
                      <a:pt x="1751" y="6132"/>
                      <a:pt x="2558" y="6466"/>
                      <a:pt x="3399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47" name="Freeform: Shape 14446">
                <a:extLst>
                  <a:ext uri="{FF2B5EF4-FFF2-40B4-BE49-F238E27FC236}">
                    <a16:creationId xmlns:a16="http://schemas.microsoft.com/office/drawing/2014/main" id="{AC3AF32A-FFC7-2745-140A-D43EBE800717}"/>
                  </a:ext>
                </a:extLst>
              </p:cNvPr>
              <p:cNvSpPr/>
              <p:nvPr/>
            </p:nvSpPr>
            <p:spPr>
              <a:xfrm>
                <a:off x="9293850" y="5016644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0 h 6345"/>
                  <a:gd name="connsiteX4" fmla="*/ 3399 w 6343"/>
                  <a:gd name="connsiteY4" fmla="*/ 121 h 6345"/>
                  <a:gd name="connsiteX5" fmla="*/ 1156 w 6343"/>
                  <a:gd name="connsiteY5" fmla="*/ 1050 h 6345"/>
                  <a:gd name="connsiteX6" fmla="*/ 227 w 6343"/>
                  <a:gd name="connsiteY6" fmla="*/ 3294 h 6345"/>
                  <a:gd name="connsiteX7" fmla="*/ 1156 w 6343"/>
                  <a:gd name="connsiteY7" fmla="*/ 5537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0" y="6467"/>
                      <a:pt x="5047" y="6132"/>
                      <a:pt x="5642" y="5537"/>
                    </a:cubicBezTo>
                    <a:cubicBezTo>
                      <a:pt x="6236" y="4942"/>
                      <a:pt x="6571" y="4135"/>
                      <a:pt x="6571" y="3294"/>
                    </a:cubicBezTo>
                    <a:cubicBezTo>
                      <a:pt x="6571" y="2452"/>
                      <a:pt x="6236" y="1645"/>
                      <a:pt x="5642" y="1050"/>
                    </a:cubicBezTo>
                    <a:cubicBezTo>
                      <a:pt x="5047" y="455"/>
                      <a:pt x="4240" y="121"/>
                      <a:pt x="3399" y="121"/>
                    </a:cubicBezTo>
                    <a:cubicBezTo>
                      <a:pt x="2558" y="121"/>
                      <a:pt x="1751" y="455"/>
                      <a:pt x="1156" y="1050"/>
                    </a:cubicBezTo>
                    <a:cubicBezTo>
                      <a:pt x="562" y="1645"/>
                      <a:pt x="227" y="2452"/>
                      <a:pt x="227" y="3294"/>
                    </a:cubicBezTo>
                    <a:cubicBezTo>
                      <a:pt x="227" y="4135"/>
                      <a:pt x="562" y="4942"/>
                      <a:pt x="1156" y="5537"/>
                    </a:cubicBezTo>
                    <a:cubicBezTo>
                      <a:pt x="1751" y="6132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48" name="Freeform: Shape 14447">
                <a:extLst>
                  <a:ext uri="{FF2B5EF4-FFF2-40B4-BE49-F238E27FC236}">
                    <a16:creationId xmlns:a16="http://schemas.microsoft.com/office/drawing/2014/main" id="{4DAE3852-894D-2052-70DE-E8E0524B67C6}"/>
                  </a:ext>
                </a:extLst>
              </p:cNvPr>
              <p:cNvSpPr/>
              <p:nvPr/>
            </p:nvSpPr>
            <p:spPr>
              <a:xfrm>
                <a:off x="9296161" y="5016860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0 h 6345"/>
                  <a:gd name="connsiteX4" fmla="*/ 3399 w 6343"/>
                  <a:gd name="connsiteY4" fmla="*/ 121 h 6345"/>
                  <a:gd name="connsiteX5" fmla="*/ 1157 w 6343"/>
                  <a:gd name="connsiteY5" fmla="*/ 1050 h 6345"/>
                  <a:gd name="connsiteX6" fmla="*/ 228 w 6343"/>
                  <a:gd name="connsiteY6" fmla="*/ 3294 h 6345"/>
                  <a:gd name="connsiteX7" fmla="*/ 1157 w 6343"/>
                  <a:gd name="connsiteY7" fmla="*/ 5537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0" y="6467"/>
                      <a:pt x="5047" y="6132"/>
                      <a:pt x="5642" y="5537"/>
                    </a:cubicBezTo>
                    <a:cubicBezTo>
                      <a:pt x="6237" y="4942"/>
                      <a:pt x="6571" y="4135"/>
                      <a:pt x="6571" y="3294"/>
                    </a:cubicBezTo>
                    <a:cubicBezTo>
                      <a:pt x="6571" y="2452"/>
                      <a:pt x="6237" y="1645"/>
                      <a:pt x="5642" y="1050"/>
                    </a:cubicBezTo>
                    <a:cubicBezTo>
                      <a:pt x="5047" y="455"/>
                      <a:pt x="4240" y="121"/>
                      <a:pt x="3399" y="121"/>
                    </a:cubicBezTo>
                    <a:cubicBezTo>
                      <a:pt x="2558" y="121"/>
                      <a:pt x="1751" y="455"/>
                      <a:pt x="1157" y="1050"/>
                    </a:cubicBezTo>
                    <a:cubicBezTo>
                      <a:pt x="562" y="1645"/>
                      <a:pt x="228" y="2452"/>
                      <a:pt x="228" y="3294"/>
                    </a:cubicBezTo>
                    <a:cubicBezTo>
                      <a:pt x="228" y="4135"/>
                      <a:pt x="562" y="4942"/>
                      <a:pt x="1157" y="5537"/>
                    </a:cubicBezTo>
                    <a:cubicBezTo>
                      <a:pt x="1751" y="6132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49" name="Freeform: Shape 14448">
                <a:extLst>
                  <a:ext uri="{FF2B5EF4-FFF2-40B4-BE49-F238E27FC236}">
                    <a16:creationId xmlns:a16="http://schemas.microsoft.com/office/drawing/2014/main" id="{82194FFA-0AA3-3FC3-573A-84C341D3BF77}"/>
                  </a:ext>
                </a:extLst>
              </p:cNvPr>
              <p:cNvSpPr/>
              <p:nvPr/>
            </p:nvSpPr>
            <p:spPr>
              <a:xfrm>
                <a:off x="9299205" y="5018503"/>
                <a:ext cx="6343" cy="6345"/>
              </a:xfrm>
              <a:custGeom>
                <a:avLst/>
                <a:gdLst>
                  <a:gd name="connsiteX0" fmla="*/ 3399 w 6343"/>
                  <a:gd name="connsiteY0" fmla="*/ 6467 h 6345"/>
                  <a:gd name="connsiteX1" fmla="*/ 5642 w 6343"/>
                  <a:gd name="connsiteY1" fmla="*/ 5537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399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7 h 6345"/>
                  <a:gd name="connsiteX8" fmla="*/ 3399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67"/>
                    </a:moveTo>
                    <a:cubicBezTo>
                      <a:pt x="4240" y="6467"/>
                      <a:pt x="5047" y="6132"/>
                      <a:pt x="5642" y="5537"/>
                    </a:cubicBezTo>
                    <a:cubicBezTo>
                      <a:pt x="6237" y="4942"/>
                      <a:pt x="6571" y="4135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0" y="121"/>
                      <a:pt x="3399" y="121"/>
                    </a:cubicBezTo>
                    <a:cubicBezTo>
                      <a:pt x="2558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5"/>
                      <a:pt x="562" y="4942"/>
                      <a:pt x="1157" y="5537"/>
                    </a:cubicBezTo>
                    <a:cubicBezTo>
                      <a:pt x="1752" y="6132"/>
                      <a:pt x="2558" y="6467"/>
                      <a:pt x="3399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50" name="Freeform: Shape 14449">
                <a:extLst>
                  <a:ext uri="{FF2B5EF4-FFF2-40B4-BE49-F238E27FC236}">
                    <a16:creationId xmlns:a16="http://schemas.microsoft.com/office/drawing/2014/main" id="{C6400D97-0B94-9AE4-A385-CB8C8370DC8A}"/>
                  </a:ext>
                </a:extLst>
              </p:cNvPr>
              <p:cNvSpPr/>
              <p:nvPr/>
            </p:nvSpPr>
            <p:spPr>
              <a:xfrm>
                <a:off x="9302223" y="5020172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7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7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51" name="Freeform: Shape 14450">
                <a:extLst>
                  <a:ext uri="{FF2B5EF4-FFF2-40B4-BE49-F238E27FC236}">
                    <a16:creationId xmlns:a16="http://schemas.microsoft.com/office/drawing/2014/main" id="{92BBB15D-832A-F8FF-F608-976B95B227BF}"/>
                  </a:ext>
                </a:extLst>
              </p:cNvPr>
              <p:cNvSpPr/>
              <p:nvPr/>
            </p:nvSpPr>
            <p:spPr>
              <a:xfrm>
                <a:off x="9304547" y="5020560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2 w 6343"/>
                  <a:gd name="connsiteY1" fmla="*/ 5538 h 6345"/>
                  <a:gd name="connsiteX2" fmla="*/ 6571 w 6343"/>
                  <a:gd name="connsiteY2" fmla="*/ 3294 h 6345"/>
                  <a:gd name="connsiteX3" fmla="*/ 5642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3"/>
                      <a:pt x="5642" y="5538"/>
                    </a:cubicBezTo>
                    <a:cubicBezTo>
                      <a:pt x="6237" y="4943"/>
                      <a:pt x="6571" y="4136"/>
                      <a:pt x="6571" y="3294"/>
                    </a:cubicBezTo>
                    <a:cubicBezTo>
                      <a:pt x="6571" y="2453"/>
                      <a:pt x="6237" y="1646"/>
                      <a:pt x="5642" y="1051"/>
                    </a:cubicBezTo>
                    <a:cubicBezTo>
                      <a:pt x="5048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2" y="1646"/>
                      <a:pt x="228" y="2453"/>
                      <a:pt x="228" y="3294"/>
                    </a:cubicBezTo>
                    <a:cubicBezTo>
                      <a:pt x="228" y="4136"/>
                      <a:pt x="562" y="4943"/>
                      <a:pt x="1157" y="5538"/>
                    </a:cubicBezTo>
                    <a:cubicBezTo>
                      <a:pt x="1752" y="6133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52" name="Freeform: Shape 14451">
                <a:extLst>
                  <a:ext uri="{FF2B5EF4-FFF2-40B4-BE49-F238E27FC236}">
                    <a16:creationId xmlns:a16="http://schemas.microsoft.com/office/drawing/2014/main" id="{82376410-5682-45A5-99B9-3A07D8A6B039}"/>
                  </a:ext>
                </a:extLst>
              </p:cNvPr>
              <p:cNvSpPr/>
              <p:nvPr/>
            </p:nvSpPr>
            <p:spPr>
              <a:xfrm>
                <a:off x="9305593" y="5018448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3 w 6343"/>
                  <a:gd name="connsiteY1" fmla="*/ 5537 h 6345"/>
                  <a:gd name="connsiteX2" fmla="*/ 6571 w 6343"/>
                  <a:gd name="connsiteY2" fmla="*/ 3294 h 6345"/>
                  <a:gd name="connsiteX3" fmla="*/ 5643 w 6343"/>
                  <a:gd name="connsiteY3" fmla="*/ 1051 h 6345"/>
                  <a:gd name="connsiteX4" fmla="*/ 3400 w 6343"/>
                  <a:gd name="connsiteY4" fmla="*/ 121 h 6345"/>
                  <a:gd name="connsiteX5" fmla="*/ 1157 w 6343"/>
                  <a:gd name="connsiteY5" fmla="*/ 1051 h 6345"/>
                  <a:gd name="connsiteX6" fmla="*/ 228 w 6343"/>
                  <a:gd name="connsiteY6" fmla="*/ 3294 h 6345"/>
                  <a:gd name="connsiteX7" fmla="*/ 1157 w 6343"/>
                  <a:gd name="connsiteY7" fmla="*/ 5537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2"/>
                      <a:pt x="5643" y="5537"/>
                    </a:cubicBezTo>
                    <a:cubicBezTo>
                      <a:pt x="6237" y="4942"/>
                      <a:pt x="6571" y="4135"/>
                      <a:pt x="6571" y="3294"/>
                    </a:cubicBezTo>
                    <a:cubicBezTo>
                      <a:pt x="6571" y="2453"/>
                      <a:pt x="6237" y="1645"/>
                      <a:pt x="5643" y="1051"/>
                    </a:cubicBezTo>
                    <a:cubicBezTo>
                      <a:pt x="5048" y="456"/>
                      <a:pt x="4241" y="121"/>
                      <a:pt x="3400" y="121"/>
                    </a:cubicBezTo>
                    <a:cubicBezTo>
                      <a:pt x="2559" y="121"/>
                      <a:pt x="1752" y="456"/>
                      <a:pt x="1157" y="1051"/>
                    </a:cubicBezTo>
                    <a:cubicBezTo>
                      <a:pt x="563" y="1645"/>
                      <a:pt x="228" y="2453"/>
                      <a:pt x="228" y="3294"/>
                    </a:cubicBezTo>
                    <a:cubicBezTo>
                      <a:pt x="228" y="4135"/>
                      <a:pt x="563" y="4942"/>
                      <a:pt x="1157" y="5537"/>
                    </a:cubicBezTo>
                    <a:cubicBezTo>
                      <a:pt x="1752" y="6132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53" name="Freeform: Shape 14452">
                <a:extLst>
                  <a:ext uri="{FF2B5EF4-FFF2-40B4-BE49-F238E27FC236}">
                    <a16:creationId xmlns:a16="http://schemas.microsoft.com/office/drawing/2014/main" id="{5073333B-1B8A-596F-F8FD-6C41445711D6}"/>
                  </a:ext>
                </a:extLst>
              </p:cNvPr>
              <p:cNvSpPr/>
              <p:nvPr/>
            </p:nvSpPr>
            <p:spPr>
              <a:xfrm>
                <a:off x="9391497" y="517488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4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4"/>
                      <a:pt x="3407" y="134"/>
                    </a:cubicBezTo>
                    <a:cubicBezTo>
                      <a:pt x="2566" y="134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54" name="Freeform: Shape 14453">
                <a:extLst>
                  <a:ext uri="{FF2B5EF4-FFF2-40B4-BE49-F238E27FC236}">
                    <a16:creationId xmlns:a16="http://schemas.microsoft.com/office/drawing/2014/main" id="{E0791415-8B3A-4B6B-9616-571C628BADA8}"/>
                  </a:ext>
                </a:extLst>
              </p:cNvPr>
              <p:cNvSpPr/>
              <p:nvPr/>
            </p:nvSpPr>
            <p:spPr>
              <a:xfrm>
                <a:off x="9392081" y="517422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4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4"/>
                      <a:pt x="3407" y="134"/>
                    </a:cubicBezTo>
                    <a:cubicBezTo>
                      <a:pt x="2566" y="134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55" name="Freeform: Shape 14454">
                <a:extLst>
                  <a:ext uri="{FF2B5EF4-FFF2-40B4-BE49-F238E27FC236}">
                    <a16:creationId xmlns:a16="http://schemas.microsoft.com/office/drawing/2014/main" id="{03BF67F1-889A-FFB0-F414-F3954915B118}"/>
                  </a:ext>
                </a:extLst>
              </p:cNvPr>
              <p:cNvSpPr/>
              <p:nvPr/>
            </p:nvSpPr>
            <p:spPr>
              <a:xfrm>
                <a:off x="9393412" y="517325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56" name="Freeform: Shape 14455">
                <a:extLst>
                  <a:ext uri="{FF2B5EF4-FFF2-40B4-BE49-F238E27FC236}">
                    <a16:creationId xmlns:a16="http://schemas.microsoft.com/office/drawing/2014/main" id="{A28C3112-3AA8-531B-BCA1-CE3B71BEFE62}"/>
                  </a:ext>
                </a:extLst>
              </p:cNvPr>
              <p:cNvSpPr/>
              <p:nvPr/>
            </p:nvSpPr>
            <p:spPr>
              <a:xfrm>
                <a:off x="9393919" y="517237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57" name="Freeform: Shape 14456">
                <a:extLst>
                  <a:ext uri="{FF2B5EF4-FFF2-40B4-BE49-F238E27FC236}">
                    <a16:creationId xmlns:a16="http://schemas.microsoft.com/office/drawing/2014/main" id="{2827E23B-7174-C88C-CC31-769B5873C3C0}"/>
                  </a:ext>
                </a:extLst>
              </p:cNvPr>
              <p:cNvSpPr/>
              <p:nvPr/>
            </p:nvSpPr>
            <p:spPr>
              <a:xfrm>
                <a:off x="9394828" y="517246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8"/>
                      <a:pt x="570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58" name="Freeform: Shape 14457">
                <a:extLst>
                  <a:ext uri="{FF2B5EF4-FFF2-40B4-BE49-F238E27FC236}">
                    <a16:creationId xmlns:a16="http://schemas.microsoft.com/office/drawing/2014/main" id="{EFC7EF23-8FEB-15C2-B4C1-4BEDE3373B48}"/>
                  </a:ext>
                </a:extLst>
              </p:cNvPr>
              <p:cNvSpPr/>
              <p:nvPr/>
            </p:nvSpPr>
            <p:spPr>
              <a:xfrm>
                <a:off x="9395574" y="517216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9" y="4148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8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59" name="Freeform: Shape 14458">
                <a:extLst>
                  <a:ext uri="{FF2B5EF4-FFF2-40B4-BE49-F238E27FC236}">
                    <a16:creationId xmlns:a16="http://schemas.microsoft.com/office/drawing/2014/main" id="{E854716F-43DA-3DE4-8457-DA45F60E4347}"/>
                  </a:ext>
                </a:extLst>
              </p:cNvPr>
              <p:cNvSpPr/>
              <p:nvPr/>
            </p:nvSpPr>
            <p:spPr>
              <a:xfrm>
                <a:off x="9396322" y="517186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60" name="Freeform: Shape 14459">
                <a:extLst>
                  <a:ext uri="{FF2B5EF4-FFF2-40B4-BE49-F238E27FC236}">
                    <a16:creationId xmlns:a16="http://schemas.microsoft.com/office/drawing/2014/main" id="{C2DCDA93-0FA5-B8E5-42C3-C42BD3CE7579}"/>
                  </a:ext>
                </a:extLst>
              </p:cNvPr>
              <p:cNvSpPr/>
              <p:nvPr/>
            </p:nvSpPr>
            <p:spPr>
              <a:xfrm>
                <a:off x="9397050" y="517151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6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5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61" name="Freeform: Shape 14460">
                <a:extLst>
                  <a:ext uri="{FF2B5EF4-FFF2-40B4-BE49-F238E27FC236}">
                    <a16:creationId xmlns:a16="http://schemas.microsoft.com/office/drawing/2014/main" id="{6ADD8589-BFF5-A0FA-A852-7CCBD03139B3}"/>
                  </a:ext>
                </a:extLst>
              </p:cNvPr>
              <p:cNvSpPr/>
              <p:nvPr/>
            </p:nvSpPr>
            <p:spPr>
              <a:xfrm>
                <a:off x="9397867" y="517140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62" name="Freeform: Shape 14461">
                <a:extLst>
                  <a:ext uri="{FF2B5EF4-FFF2-40B4-BE49-F238E27FC236}">
                    <a16:creationId xmlns:a16="http://schemas.microsoft.com/office/drawing/2014/main" id="{69409449-5A97-4FF7-6428-340BA618D23A}"/>
                  </a:ext>
                </a:extLst>
              </p:cNvPr>
              <p:cNvSpPr/>
              <p:nvPr/>
            </p:nvSpPr>
            <p:spPr>
              <a:xfrm>
                <a:off x="9398770" y="517152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63" name="Freeform: Shape 14462">
                <a:extLst>
                  <a:ext uri="{FF2B5EF4-FFF2-40B4-BE49-F238E27FC236}">
                    <a16:creationId xmlns:a16="http://schemas.microsoft.com/office/drawing/2014/main" id="{A9EE3977-7562-7F6B-AE0B-82F0778EDFF6}"/>
                  </a:ext>
                </a:extLst>
              </p:cNvPr>
              <p:cNvSpPr/>
              <p:nvPr/>
            </p:nvSpPr>
            <p:spPr>
              <a:xfrm>
                <a:off x="9399669" y="517164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64" name="Freeform: Shape 14463">
                <a:extLst>
                  <a:ext uri="{FF2B5EF4-FFF2-40B4-BE49-F238E27FC236}">
                    <a16:creationId xmlns:a16="http://schemas.microsoft.com/office/drawing/2014/main" id="{F04CF376-0E05-E5C7-4406-BF6949F76041}"/>
                  </a:ext>
                </a:extLst>
              </p:cNvPr>
              <p:cNvSpPr/>
              <p:nvPr/>
            </p:nvSpPr>
            <p:spPr>
              <a:xfrm>
                <a:off x="9400585" y="517183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65" name="Freeform: Shape 14464">
                <a:extLst>
                  <a:ext uri="{FF2B5EF4-FFF2-40B4-BE49-F238E27FC236}">
                    <a16:creationId xmlns:a16="http://schemas.microsoft.com/office/drawing/2014/main" id="{DEE69A2E-820C-AC0D-81CD-EC712A5864A4}"/>
                  </a:ext>
                </a:extLst>
              </p:cNvPr>
              <p:cNvSpPr/>
              <p:nvPr/>
            </p:nvSpPr>
            <p:spPr>
              <a:xfrm>
                <a:off x="9401477" y="517197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66" name="Freeform: Shape 14465">
                <a:extLst>
                  <a:ext uri="{FF2B5EF4-FFF2-40B4-BE49-F238E27FC236}">
                    <a16:creationId xmlns:a16="http://schemas.microsoft.com/office/drawing/2014/main" id="{4303346F-CE13-8896-BA5F-52444CE163EA}"/>
                  </a:ext>
                </a:extLst>
              </p:cNvPr>
              <p:cNvSpPr/>
              <p:nvPr/>
            </p:nvSpPr>
            <p:spPr>
              <a:xfrm>
                <a:off x="9402326" y="517200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67" name="Freeform: Shape 14466">
                <a:extLst>
                  <a:ext uri="{FF2B5EF4-FFF2-40B4-BE49-F238E27FC236}">
                    <a16:creationId xmlns:a16="http://schemas.microsoft.com/office/drawing/2014/main" id="{547CD4FD-CC3E-C2BE-A5C4-7200963C088B}"/>
                  </a:ext>
                </a:extLst>
              </p:cNvPr>
              <p:cNvSpPr/>
              <p:nvPr/>
            </p:nvSpPr>
            <p:spPr>
              <a:xfrm>
                <a:off x="9403114" y="517186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68" name="Freeform: Shape 14467">
                <a:extLst>
                  <a:ext uri="{FF2B5EF4-FFF2-40B4-BE49-F238E27FC236}">
                    <a16:creationId xmlns:a16="http://schemas.microsoft.com/office/drawing/2014/main" id="{F18782D7-2649-AD45-0ABC-8F6A52CD5D9C}"/>
                  </a:ext>
                </a:extLst>
              </p:cNvPr>
              <p:cNvSpPr/>
              <p:nvPr/>
            </p:nvSpPr>
            <p:spPr>
              <a:xfrm>
                <a:off x="9403922" y="517178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69" name="Freeform: Shape 14468">
                <a:extLst>
                  <a:ext uri="{FF2B5EF4-FFF2-40B4-BE49-F238E27FC236}">
                    <a16:creationId xmlns:a16="http://schemas.microsoft.com/office/drawing/2014/main" id="{7D711E21-959F-7DC4-8389-1803C797DD09}"/>
                  </a:ext>
                </a:extLst>
              </p:cNvPr>
              <p:cNvSpPr/>
              <p:nvPr/>
            </p:nvSpPr>
            <p:spPr>
              <a:xfrm>
                <a:off x="9405068" y="5172765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5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5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70" name="Freeform: Shape 14469">
                <a:extLst>
                  <a:ext uri="{FF2B5EF4-FFF2-40B4-BE49-F238E27FC236}">
                    <a16:creationId xmlns:a16="http://schemas.microsoft.com/office/drawing/2014/main" id="{9204EB8E-A68F-74D9-6F3A-81F98A730699}"/>
                  </a:ext>
                </a:extLst>
              </p:cNvPr>
              <p:cNvSpPr/>
              <p:nvPr/>
            </p:nvSpPr>
            <p:spPr>
              <a:xfrm>
                <a:off x="9405258" y="517077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71" name="Freeform: Shape 14470">
                <a:extLst>
                  <a:ext uri="{FF2B5EF4-FFF2-40B4-BE49-F238E27FC236}">
                    <a16:creationId xmlns:a16="http://schemas.microsoft.com/office/drawing/2014/main" id="{C908A45B-2058-689E-EEA2-09F26E322F6D}"/>
                  </a:ext>
                </a:extLst>
              </p:cNvPr>
              <p:cNvSpPr/>
              <p:nvPr/>
            </p:nvSpPr>
            <p:spPr>
              <a:xfrm>
                <a:off x="9405815" y="516989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72" name="Freeform: Shape 14471">
                <a:extLst>
                  <a:ext uri="{FF2B5EF4-FFF2-40B4-BE49-F238E27FC236}">
                    <a16:creationId xmlns:a16="http://schemas.microsoft.com/office/drawing/2014/main" id="{900DD7A1-B317-8488-8473-F656126AB79C}"/>
                  </a:ext>
                </a:extLst>
              </p:cNvPr>
              <p:cNvSpPr/>
              <p:nvPr/>
            </p:nvSpPr>
            <p:spPr>
              <a:xfrm>
                <a:off x="9409442" y="5168059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7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5" y="4954"/>
                      <a:pt x="6580" y="4147"/>
                      <a:pt x="6580" y="3306"/>
                    </a:cubicBezTo>
                    <a:cubicBezTo>
                      <a:pt x="6580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5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73" name="Freeform: Shape 14472">
                <a:extLst>
                  <a:ext uri="{FF2B5EF4-FFF2-40B4-BE49-F238E27FC236}">
                    <a16:creationId xmlns:a16="http://schemas.microsoft.com/office/drawing/2014/main" id="{FFE97E8E-838E-13E0-C4FE-B5620FD79017}"/>
                  </a:ext>
                </a:extLst>
              </p:cNvPr>
              <p:cNvSpPr/>
              <p:nvPr/>
            </p:nvSpPr>
            <p:spPr>
              <a:xfrm>
                <a:off x="9411888" y="5167912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4"/>
                      <a:pt x="6246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6" y="1062"/>
                    </a:cubicBezTo>
                    <a:cubicBezTo>
                      <a:pt x="571" y="1657"/>
                      <a:pt x="237" y="2464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74" name="Freeform: Shape 14473">
                <a:extLst>
                  <a:ext uri="{FF2B5EF4-FFF2-40B4-BE49-F238E27FC236}">
                    <a16:creationId xmlns:a16="http://schemas.microsoft.com/office/drawing/2014/main" id="{B7E02750-1E12-063B-25BC-FDAFF6ED471A}"/>
                  </a:ext>
                </a:extLst>
              </p:cNvPr>
              <p:cNvSpPr/>
              <p:nvPr/>
            </p:nvSpPr>
            <p:spPr>
              <a:xfrm>
                <a:off x="9385142" y="5051584"/>
                <a:ext cx="6343" cy="6345"/>
              </a:xfrm>
              <a:custGeom>
                <a:avLst/>
                <a:gdLst>
                  <a:gd name="connsiteX0" fmla="*/ 3406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6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6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9"/>
                    </a:moveTo>
                    <a:cubicBezTo>
                      <a:pt x="4247" y="6469"/>
                      <a:pt x="5054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7" y="124"/>
                      <a:pt x="3406" y="124"/>
                    </a:cubicBezTo>
                    <a:cubicBezTo>
                      <a:pt x="2565" y="124"/>
                      <a:pt x="1758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8" y="6135"/>
                      <a:pt x="2565" y="6469"/>
                      <a:pt x="3406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75" name="Freeform: Shape 14474">
                <a:extLst>
                  <a:ext uri="{FF2B5EF4-FFF2-40B4-BE49-F238E27FC236}">
                    <a16:creationId xmlns:a16="http://schemas.microsoft.com/office/drawing/2014/main" id="{33C2DC4E-DE2F-9EAE-365E-C295D03ED147}"/>
                  </a:ext>
                </a:extLst>
              </p:cNvPr>
              <p:cNvSpPr/>
              <p:nvPr/>
            </p:nvSpPr>
            <p:spPr>
              <a:xfrm>
                <a:off x="9391224" y="5050741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5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5" y="458"/>
                      <a:pt x="4248" y="124"/>
                      <a:pt x="3407" y="124"/>
                    </a:cubicBezTo>
                    <a:cubicBezTo>
                      <a:pt x="2566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6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76" name="Freeform: Shape 14475">
                <a:extLst>
                  <a:ext uri="{FF2B5EF4-FFF2-40B4-BE49-F238E27FC236}">
                    <a16:creationId xmlns:a16="http://schemas.microsoft.com/office/drawing/2014/main" id="{4A113539-3998-219D-993A-C516B87FD470}"/>
                  </a:ext>
                </a:extLst>
              </p:cNvPr>
              <p:cNvSpPr/>
              <p:nvPr/>
            </p:nvSpPr>
            <p:spPr>
              <a:xfrm>
                <a:off x="9391689" y="5045565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6 h 6345"/>
                  <a:gd name="connsiteX3" fmla="*/ 5649 w 6343"/>
                  <a:gd name="connsiteY3" fmla="*/ 1053 h 6345"/>
                  <a:gd name="connsiteX4" fmla="*/ 3407 w 6343"/>
                  <a:gd name="connsiteY4" fmla="*/ 123 h 6345"/>
                  <a:gd name="connsiteX5" fmla="*/ 1164 w 6343"/>
                  <a:gd name="connsiteY5" fmla="*/ 1053 h 6345"/>
                  <a:gd name="connsiteX6" fmla="*/ 235 w 6343"/>
                  <a:gd name="connsiteY6" fmla="*/ 3296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5" y="6135"/>
                      <a:pt x="5649" y="5540"/>
                    </a:cubicBezTo>
                    <a:cubicBezTo>
                      <a:pt x="6244" y="4945"/>
                      <a:pt x="6578" y="4138"/>
                      <a:pt x="6578" y="3296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5" y="458"/>
                      <a:pt x="4248" y="123"/>
                      <a:pt x="3407" y="123"/>
                    </a:cubicBezTo>
                    <a:cubicBezTo>
                      <a:pt x="2566" y="123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6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6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77" name="Freeform: Shape 14476">
                <a:extLst>
                  <a:ext uri="{FF2B5EF4-FFF2-40B4-BE49-F238E27FC236}">
                    <a16:creationId xmlns:a16="http://schemas.microsoft.com/office/drawing/2014/main" id="{694276E6-B5AB-8396-EFC7-A9F41D0119DF}"/>
                  </a:ext>
                </a:extLst>
              </p:cNvPr>
              <p:cNvSpPr/>
              <p:nvPr/>
            </p:nvSpPr>
            <p:spPr>
              <a:xfrm>
                <a:off x="9387508" y="5017461"/>
                <a:ext cx="6343" cy="6345"/>
              </a:xfrm>
              <a:custGeom>
                <a:avLst/>
                <a:gdLst>
                  <a:gd name="connsiteX0" fmla="*/ 3406 w 6343"/>
                  <a:gd name="connsiteY0" fmla="*/ 6467 h 6345"/>
                  <a:gd name="connsiteX1" fmla="*/ 5649 w 6343"/>
                  <a:gd name="connsiteY1" fmla="*/ 5537 h 6345"/>
                  <a:gd name="connsiteX2" fmla="*/ 6578 w 6343"/>
                  <a:gd name="connsiteY2" fmla="*/ 3294 h 6345"/>
                  <a:gd name="connsiteX3" fmla="*/ 5649 w 6343"/>
                  <a:gd name="connsiteY3" fmla="*/ 1050 h 6345"/>
                  <a:gd name="connsiteX4" fmla="*/ 3406 w 6343"/>
                  <a:gd name="connsiteY4" fmla="*/ 121 h 6345"/>
                  <a:gd name="connsiteX5" fmla="*/ 1164 w 6343"/>
                  <a:gd name="connsiteY5" fmla="*/ 1050 h 6345"/>
                  <a:gd name="connsiteX6" fmla="*/ 235 w 6343"/>
                  <a:gd name="connsiteY6" fmla="*/ 3294 h 6345"/>
                  <a:gd name="connsiteX7" fmla="*/ 1164 w 6343"/>
                  <a:gd name="connsiteY7" fmla="*/ 5537 h 6345"/>
                  <a:gd name="connsiteX8" fmla="*/ 3406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7"/>
                    </a:moveTo>
                    <a:cubicBezTo>
                      <a:pt x="4247" y="6467"/>
                      <a:pt x="5054" y="6132"/>
                      <a:pt x="5649" y="5537"/>
                    </a:cubicBezTo>
                    <a:cubicBezTo>
                      <a:pt x="6244" y="4942"/>
                      <a:pt x="6578" y="4135"/>
                      <a:pt x="6578" y="3294"/>
                    </a:cubicBezTo>
                    <a:cubicBezTo>
                      <a:pt x="6578" y="2452"/>
                      <a:pt x="6244" y="1645"/>
                      <a:pt x="5649" y="1050"/>
                    </a:cubicBezTo>
                    <a:cubicBezTo>
                      <a:pt x="5054" y="455"/>
                      <a:pt x="4247" y="121"/>
                      <a:pt x="3406" y="121"/>
                    </a:cubicBezTo>
                    <a:cubicBezTo>
                      <a:pt x="2565" y="121"/>
                      <a:pt x="1758" y="455"/>
                      <a:pt x="1164" y="1050"/>
                    </a:cubicBezTo>
                    <a:cubicBezTo>
                      <a:pt x="569" y="1645"/>
                      <a:pt x="235" y="2452"/>
                      <a:pt x="235" y="3294"/>
                    </a:cubicBezTo>
                    <a:cubicBezTo>
                      <a:pt x="235" y="4135"/>
                      <a:pt x="569" y="4942"/>
                      <a:pt x="1164" y="5537"/>
                    </a:cubicBezTo>
                    <a:cubicBezTo>
                      <a:pt x="1758" y="6132"/>
                      <a:pt x="2565" y="6467"/>
                      <a:pt x="3406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78" name="Freeform: Shape 14477">
                <a:extLst>
                  <a:ext uri="{FF2B5EF4-FFF2-40B4-BE49-F238E27FC236}">
                    <a16:creationId xmlns:a16="http://schemas.microsoft.com/office/drawing/2014/main" id="{9D977E7C-2288-7B6E-EFFB-A6D0AFAA11B1}"/>
                  </a:ext>
                </a:extLst>
              </p:cNvPr>
              <p:cNvSpPr/>
              <p:nvPr/>
            </p:nvSpPr>
            <p:spPr>
              <a:xfrm>
                <a:off x="9389312" y="5017658"/>
                <a:ext cx="6343" cy="6345"/>
              </a:xfrm>
              <a:custGeom>
                <a:avLst/>
                <a:gdLst>
                  <a:gd name="connsiteX0" fmla="*/ 3406 w 6343"/>
                  <a:gd name="connsiteY0" fmla="*/ 6467 h 6345"/>
                  <a:gd name="connsiteX1" fmla="*/ 5649 w 6343"/>
                  <a:gd name="connsiteY1" fmla="*/ 5537 h 6345"/>
                  <a:gd name="connsiteX2" fmla="*/ 6578 w 6343"/>
                  <a:gd name="connsiteY2" fmla="*/ 3294 h 6345"/>
                  <a:gd name="connsiteX3" fmla="*/ 5649 w 6343"/>
                  <a:gd name="connsiteY3" fmla="*/ 1050 h 6345"/>
                  <a:gd name="connsiteX4" fmla="*/ 3406 w 6343"/>
                  <a:gd name="connsiteY4" fmla="*/ 121 h 6345"/>
                  <a:gd name="connsiteX5" fmla="*/ 1164 w 6343"/>
                  <a:gd name="connsiteY5" fmla="*/ 1050 h 6345"/>
                  <a:gd name="connsiteX6" fmla="*/ 235 w 6343"/>
                  <a:gd name="connsiteY6" fmla="*/ 3294 h 6345"/>
                  <a:gd name="connsiteX7" fmla="*/ 1164 w 6343"/>
                  <a:gd name="connsiteY7" fmla="*/ 5537 h 6345"/>
                  <a:gd name="connsiteX8" fmla="*/ 3406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7"/>
                    </a:moveTo>
                    <a:cubicBezTo>
                      <a:pt x="4248" y="6467"/>
                      <a:pt x="5054" y="6132"/>
                      <a:pt x="5649" y="5537"/>
                    </a:cubicBezTo>
                    <a:cubicBezTo>
                      <a:pt x="6244" y="4942"/>
                      <a:pt x="6578" y="4135"/>
                      <a:pt x="6578" y="3294"/>
                    </a:cubicBezTo>
                    <a:cubicBezTo>
                      <a:pt x="6578" y="2452"/>
                      <a:pt x="6244" y="1645"/>
                      <a:pt x="5649" y="1050"/>
                    </a:cubicBezTo>
                    <a:cubicBezTo>
                      <a:pt x="5054" y="456"/>
                      <a:pt x="4248" y="121"/>
                      <a:pt x="3406" y="121"/>
                    </a:cubicBezTo>
                    <a:cubicBezTo>
                      <a:pt x="2565" y="121"/>
                      <a:pt x="1759" y="456"/>
                      <a:pt x="1164" y="1050"/>
                    </a:cubicBezTo>
                    <a:cubicBezTo>
                      <a:pt x="569" y="1645"/>
                      <a:pt x="235" y="2452"/>
                      <a:pt x="235" y="3294"/>
                    </a:cubicBezTo>
                    <a:cubicBezTo>
                      <a:pt x="235" y="4135"/>
                      <a:pt x="569" y="4942"/>
                      <a:pt x="1164" y="5537"/>
                    </a:cubicBezTo>
                    <a:cubicBezTo>
                      <a:pt x="1759" y="6132"/>
                      <a:pt x="2565" y="6467"/>
                      <a:pt x="3406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79" name="Freeform: Shape 14478">
                <a:extLst>
                  <a:ext uri="{FF2B5EF4-FFF2-40B4-BE49-F238E27FC236}">
                    <a16:creationId xmlns:a16="http://schemas.microsoft.com/office/drawing/2014/main" id="{85E35642-FCD0-6CAA-76A2-3C5D39EC9551}"/>
                  </a:ext>
                </a:extLst>
              </p:cNvPr>
              <p:cNvSpPr/>
              <p:nvPr/>
            </p:nvSpPr>
            <p:spPr>
              <a:xfrm>
                <a:off x="9390846" y="5016483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7 h 6345"/>
                  <a:gd name="connsiteX2" fmla="*/ 6578 w 6343"/>
                  <a:gd name="connsiteY2" fmla="*/ 3294 h 6345"/>
                  <a:gd name="connsiteX3" fmla="*/ 5649 w 6343"/>
                  <a:gd name="connsiteY3" fmla="*/ 1050 h 6345"/>
                  <a:gd name="connsiteX4" fmla="*/ 3407 w 6343"/>
                  <a:gd name="connsiteY4" fmla="*/ 121 h 6345"/>
                  <a:gd name="connsiteX5" fmla="*/ 1164 w 6343"/>
                  <a:gd name="connsiteY5" fmla="*/ 1050 h 6345"/>
                  <a:gd name="connsiteX6" fmla="*/ 235 w 6343"/>
                  <a:gd name="connsiteY6" fmla="*/ 3294 h 6345"/>
                  <a:gd name="connsiteX7" fmla="*/ 1164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4" y="6132"/>
                      <a:pt x="5649" y="5537"/>
                    </a:cubicBezTo>
                    <a:cubicBezTo>
                      <a:pt x="6244" y="4942"/>
                      <a:pt x="6578" y="4135"/>
                      <a:pt x="6578" y="3294"/>
                    </a:cubicBezTo>
                    <a:cubicBezTo>
                      <a:pt x="6578" y="2452"/>
                      <a:pt x="6244" y="1645"/>
                      <a:pt x="5649" y="1050"/>
                    </a:cubicBezTo>
                    <a:cubicBezTo>
                      <a:pt x="5054" y="455"/>
                      <a:pt x="4248" y="121"/>
                      <a:pt x="3407" y="121"/>
                    </a:cubicBezTo>
                    <a:cubicBezTo>
                      <a:pt x="2565" y="121"/>
                      <a:pt x="1759" y="455"/>
                      <a:pt x="1164" y="1050"/>
                    </a:cubicBezTo>
                    <a:cubicBezTo>
                      <a:pt x="569" y="1645"/>
                      <a:pt x="235" y="2452"/>
                      <a:pt x="235" y="3294"/>
                    </a:cubicBezTo>
                    <a:cubicBezTo>
                      <a:pt x="235" y="4135"/>
                      <a:pt x="569" y="4942"/>
                      <a:pt x="1164" y="5537"/>
                    </a:cubicBezTo>
                    <a:cubicBezTo>
                      <a:pt x="1759" y="6132"/>
                      <a:pt x="2565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80" name="Freeform: Shape 14479">
                <a:extLst>
                  <a:ext uri="{FF2B5EF4-FFF2-40B4-BE49-F238E27FC236}">
                    <a16:creationId xmlns:a16="http://schemas.microsoft.com/office/drawing/2014/main" id="{601E1218-15C1-4991-2ADA-A625650D5F97}"/>
                  </a:ext>
                </a:extLst>
              </p:cNvPr>
              <p:cNvSpPr/>
              <p:nvPr/>
            </p:nvSpPr>
            <p:spPr>
              <a:xfrm>
                <a:off x="9392908" y="5018087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7 h 6345"/>
                  <a:gd name="connsiteX2" fmla="*/ 6578 w 6343"/>
                  <a:gd name="connsiteY2" fmla="*/ 3294 h 6345"/>
                  <a:gd name="connsiteX3" fmla="*/ 5649 w 6343"/>
                  <a:gd name="connsiteY3" fmla="*/ 1050 h 6345"/>
                  <a:gd name="connsiteX4" fmla="*/ 3407 w 6343"/>
                  <a:gd name="connsiteY4" fmla="*/ 121 h 6345"/>
                  <a:gd name="connsiteX5" fmla="*/ 1164 w 6343"/>
                  <a:gd name="connsiteY5" fmla="*/ 1050 h 6345"/>
                  <a:gd name="connsiteX6" fmla="*/ 235 w 6343"/>
                  <a:gd name="connsiteY6" fmla="*/ 3294 h 6345"/>
                  <a:gd name="connsiteX7" fmla="*/ 1164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49" y="5537"/>
                    </a:cubicBezTo>
                    <a:cubicBezTo>
                      <a:pt x="6244" y="4942"/>
                      <a:pt x="6578" y="4135"/>
                      <a:pt x="6578" y="3294"/>
                    </a:cubicBezTo>
                    <a:cubicBezTo>
                      <a:pt x="6578" y="2453"/>
                      <a:pt x="6244" y="1645"/>
                      <a:pt x="5649" y="1050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0"/>
                    </a:cubicBezTo>
                    <a:cubicBezTo>
                      <a:pt x="569" y="1645"/>
                      <a:pt x="235" y="2453"/>
                      <a:pt x="235" y="3294"/>
                    </a:cubicBezTo>
                    <a:cubicBezTo>
                      <a:pt x="235" y="4135"/>
                      <a:pt x="569" y="4942"/>
                      <a:pt x="1164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81" name="Freeform: Shape 14480">
                <a:extLst>
                  <a:ext uri="{FF2B5EF4-FFF2-40B4-BE49-F238E27FC236}">
                    <a16:creationId xmlns:a16="http://schemas.microsoft.com/office/drawing/2014/main" id="{8488A7CD-7A53-80D0-9E20-610059D5B48F}"/>
                  </a:ext>
                </a:extLst>
              </p:cNvPr>
              <p:cNvSpPr/>
              <p:nvPr/>
            </p:nvSpPr>
            <p:spPr>
              <a:xfrm>
                <a:off x="9394558" y="5017535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8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4 w 6343"/>
                  <a:gd name="connsiteY5" fmla="*/ 1050 h 6345"/>
                  <a:gd name="connsiteX6" fmla="*/ 235 w 6343"/>
                  <a:gd name="connsiteY6" fmla="*/ 3294 h 6345"/>
                  <a:gd name="connsiteX7" fmla="*/ 1164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4" y="4942"/>
                      <a:pt x="6578" y="4135"/>
                      <a:pt x="6578" y="3294"/>
                    </a:cubicBezTo>
                    <a:cubicBezTo>
                      <a:pt x="6578" y="2452"/>
                      <a:pt x="6244" y="1645"/>
                      <a:pt x="5650" y="1050"/>
                    </a:cubicBezTo>
                    <a:cubicBezTo>
                      <a:pt x="5055" y="455"/>
                      <a:pt x="4248" y="121"/>
                      <a:pt x="3407" y="121"/>
                    </a:cubicBezTo>
                    <a:cubicBezTo>
                      <a:pt x="2566" y="121"/>
                      <a:pt x="1759" y="455"/>
                      <a:pt x="1164" y="1050"/>
                    </a:cubicBezTo>
                    <a:cubicBezTo>
                      <a:pt x="570" y="1645"/>
                      <a:pt x="235" y="2452"/>
                      <a:pt x="235" y="3294"/>
                    </a:cubicBezTo>
                    <a:cubicBezTo>
                      <a:pt x="235" y="4135"/>
                      <a:pt x="570" y="4942"/>
                      <a:pt x="1164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82" name="Freeform: Shape 14481">
                <a:extLst>
                  <a:ext uri="{FF2B5EF4-FFF2-40B4-BE49-F238E27FC236}">
                    <a16:creationId xmlns:a16="http://schemas.microsoft.com/office/drawing/2014/main" id="{296E8389-2EA9-E633-A0AF-9F476709A828}"/>
                  </a:ext>
                </a:extLst>
              </p:cNvPr>
              <p:cNvSpPr/>
              <p:nvPr/>
            </p:nvSpPr>
            <p:spPr>
              <a:xfrm>
                <a:off x="9396245" y="5017174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4 w 6343"/>
                  <a:gd name="connsiteY5" fmla="*/ 1050 h 6345"/>
                  <a:gd name="connsiteX6" fmla="*/ 235 w 6343"/>
                  <a:gd name="connsiteY6" fmla="*/ 3294 h 6345"/>
                  <a:gd name="connsiteX7" fmla="*/ 1164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4" y="4942"/>
                      <a:pt x="6579" y="4135"/>
                      <a:pt x="6579" y="3294"/>
                    </a:cubicBezTo>
                    <a:cubicBezTo>
                      <a:pt x="6579" y="2452"/>
                      <a:pt x="6244" y="1645"/>
                      <a:pt x="5650" y="1050"/>
                    </a:cubicBezTo>
                    <a:cubicBezTo>
                      <a:pt x="5055" y="455"/>
                      <a:pt x="4248" y="121"/>
                      <a:pt x="3407" y="121"/>
                    </a:cubicBezTo>
                    <a:cubicBezTo>
                      <a:pt x="2566" y="121"/>
                      <a:pt x="1759" y="455"/>
                      <a:pt x="1164" y="1050"/>
                    </a:cubicBezTo>
                    <a:cubicBezTo>
                      <a:pt x="570" y="1645"/>
                      <a:pt x="235" y="2452"/>
                      <a:pt x="235" y="3294"/>
                    </a:cubicBezTo>
                    <a:cubicBezTo>
                      <a:pt x="235" y="4135"/>
                      <a:pt x="570" y="4942"/>
                      <a:pt x="1164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83" name="Freeform: Shape 14482">
                <a:extLst>
                  <a:ext uri="{FF2B5EF4-FFF2-40B4-BE49-F238E27FC236}">
                    <a16:creationId xmlns:a16="http://schemas.microsoft.com/office/drawing/2014/main" id="{954CA13B-B521-DE38-B3EB-FC5C5506BB81}"/>
                  </a:ext>
                </a:extLst>
              </p:cNvPr>
              <p:cNvSpPr/>
              <p:nvPr/>
            </p:nvSpPr>
            <p:spPr>
              <a:xfrm>
                <a:off x="9397893" y="5016581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8" y="121"/>
                      <a:pt x="3407" y="121"/>
                    </a:cubicBezTo>
                    <a:cubicBezTo>
                      <a:pt x="2566" y="121"/>
                      <a:pt x="1759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84" name="Freeform: Shape 14483">
                <a:extLst>
                  <a:ext uri="{FF2B5EF4-FFF2-40B4-BE49-F238E27FC236}">
                    <a16:creationId xmlns:a16="http://schemas.microsoft.com/office/drawing/2014/main" id="{A0D1CE5A-C101-D9D7-7751-0BA88583B954}"/>
                  </a:ext>
                </a:extLst>
              </p:cNvPr>
              <p:cNvSpPr/>
              <p:nvPr/>
            </p:nvSpPr>
            <p:spPr>
              <a:xfrm>
                <a:off x="9399488" y="5015636"/>
                <a:ext cx="6343" cy="6345"/>
              </a:xfrm>
              <a:custGeom>
                <a:avLst/>
                <a:gdLst>
                  <a:gd name="connsiteX0" fmla="*/ 3407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6"/>
                    </a:moveTo>
                    <a:cubicBezTo>
                      <a:pt x="4248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8" y="121"/>
                      <a:pt x="3407" y="121"/>
                    </a:cubicBezTo>
                    <a:cubicBezTo>
                      <a:pt x="2566" y="121"/>
                      <a:pt x="1759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59" y="6132"/>
                      <a:pt x="2566" y="6466"/>
                      <a:pt x="340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85" name="Freeform: Shape 14484">
                <a:extLst>
                  <a:ext uri="{FF2B5EF4-FFF2-40B4-BE49-F238E27FC236}">
                    <a16:creationId xmlns:a16="http://schemas.microsoft.com/office/drawing/2014/main" id="{DDFA2558-10EB-6154-D651-0E78A57B04CB}"/>
                  </a:ext>
                </a:extLst>
              </p:cNvPr>
              <p:cNvSpPr/>
              <p:nvPr/>
            </p:nvSpPr>
            <p:spPr>
              <a:xfrm>
                <a:off x="9401178" y="5015245"/>
                <a:ext cx="6343" cy="6345"/>
              </a:xfrm>
              <a:custGeom>
                <a:avLst/>
                <a:gdLst>
                  <a:gd name="connsiteX0" fmla="*/ 3407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7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7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6"/>
                    </a:moveTo>
                    <a:cubicBezTo>
                      <a:pt x="4249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9" y="121"/>
                      <a:pt x="3407" y="121"/>
                    </a:cubicBezTo>
                    <a:cubicBezTo>
                      <a:pt x="2566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6"/>
                      <a:pt x="3407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86" name="Freeform: Shape 14485">
                <a:extLst>
                  <a:ext uri="{FF2B5EF4-FFF2-40B4-BE49-F238E27FC236}">
                    <a16:creationId xmlns:a16="http://schemas.microsoft.com/office/drawing/2014/main" id="{FA11D8C6-A6F6-C11B-0A23-2D5EF6AC0D79}"/>
                  </a:ext>
                </a:extLst>
              </p:cNvPr>
              <p:cNvSpPr/>
              <p:nvPr/>
            </p:nvSpPr>
            <p:spPr>
              <a:xfrm>
                <a:off x="9402789" y="5014318"/>
                <a:ext cx="6343" cy="6345"/>
              </a:xfrm>
              <a:custGeom>
                <a:avLst/>
                <a:gdLst>
                  <a:gd name="connsiteX0" fmla="*/ 3408 w 6343"/>
                  <a:gd name="connsiteY0" fmla="*/ 6466 h 6345"/>
                  <a:gd name="connsiteX1" fmla="*/ 5650 w 6343"/>
                  <a:gd name="connsiteY1" fmla="*/ 5537 h 6345"/>
                  <a:gd name="connsiteX2" fmla="*/ 6579 w 6343"/>
                  <a:gd name="connsiteY2" fmla="*/ 3294 h 6345"/>
                  <a:gd name="connsiteX3" fmla="*/ 5650 w 6343"/>
                  <a:gd name="connsiteY3" fmla="*/ 1050 h 6345"/>
                  <a:gd name="connsiteX4" fmla="*/ 3408 w 6343"/>
                  <a:gd name="connsiteY4" fmla="*/ 121 h 6345"/>
                  <a:gd name="connsiteX5" fmla="*/ 1165 w 6343"/>
                  <a:gd name="connsiteY5" fmla="*/ 1050 h 6345"/>
                  <a:gd name="connsiteX6" fmla="*/ 236 w 6343"/>
                  <a:gd name="connsiteY6" fmla="*/ 3294 h 6345"/>
                  <a:gd name="connsiteX7" fmla="*/ 1165 w 6343"/>
                  <a:gd name="connsiteY7" fmla="*/ 5537 h 6345"/>
                  <a:gd name="connsiteX8" fmla="*/ 3408 w 6343"/>
                  <a:gd name="connsiteY8" fmla="*/ 646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6"/>
                    </a:moveTo>
                    <a:cubicBezTo>
                      <a:pt x="4249" y="6466"/>
                      <a:pt x="5055" y="6132"/>
                      <a:pt x="5650" y="5537"/>
                    </a:cubicBezTo>
                    <a:cubicBezTo>
                      <a:pt x="6245" y="4942"/>
                      <a:pt x="6579" y="4135"/>
                      <a:pt x="6579" y="3294"/>
                    </a:cubicBezTo>
                    <a:cubicBezTo>
                      <a:pt x="6579" y="2452"/>
                      <a:pt x="6245" y="1645"/>
                      <a:pt x="5650" y="1050"/>
                    </a:cubicBezTo>
                    <a:cubicBezTo>
                      <a:pt x="5055" y="455"/>
                      <a:pt x="4249" y="121"/>
                      <a:pt x="3408" y="121"/>
                    </a:cubicBezTo>
                    <a:cubicBezTo>
                      <a:pt x="2566" y="121"/>
                      <a:pt x="1760" y="455"/>
                      <a:pt x="1165" y="1050"/>
                    </a:cubicBezTo>
                    <a:cubicBezTo>
                      <a:pt x="570" y="1645"/>
                      <a:pt x="236" y="2452"/>
                      <a:pt x="236" y="3294"/>
                    </a:cubicBezTo>
                    <a:cubicBezTo>
                      <a:pt x="236" y="4135"/>
                      <a:pt x="570" y="4942"/>
                      <a:pt x="1165" y="5537"/>
                    </a:cubicBezTo>
                    <a:cubicBezTo>
                      <a:pt x="1760" y="6132"/>
                      <a:pt x="2566" y="6466"/>
                      <a:pt x="3408" y="64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87" name="Freeform: Shape 14486">
                <a:extLst>
                  <a:ext uri="{FF2B5EF4-FFF2-40B4-BE49-F238E27FC236}">
                    <a16:creationId xmlns:a16="http://schemas.microsoft.com/office/drawing/2014/main" id="{3DDF529C-78BB-64A8-3D90-531E01CFBA83}"/>
                  </a:ext>
                </a:extLst>
              </p:cNvPr>
              <p:cNvSpPr/>
              <p:nvPr/>
            </p:nvSpPr>
            <p:spPr>
              <a:xfrm>
                <a:off x="9405972" y="5024379"/>
                <a:ext cx="6343" cy="6345"/>
              </a:xfrm>
              <a:custGeom>
                <a:avLst/>
                <a:gdLst>
                  <a:gd name="connsiteX0" fmla="*/ 3408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4 h 6345"/>
                  <a:gd name="connsiteX3" fmla="*/ 5650 w 6343"/>
                  <a:gd name="connsiteY3" fmla="*/ 1051 h 6345"/>
                  <a:gd name="connsiteX4" fmla="*/ 3408 w 6343"/>
                  <a:gd name="connsiteY4" fmla="*/ 122 h 6345"/>
                  <a:gd name="connsiteX5" fmla="*/ 1165 w 6343"/>
                  <a:gd name="connsiteY5" fmla="*/ 1051 h 6345"/>
                  <a:gd name="connsiteX6" fmla="*/ 236 w 6343"/>
                  <a:gd name="connsiteY6" fmla="*/ 3294 h 6345"/>
                  <a:gd name="connsiteX7" fmla="*/ 1165 w 6343"/>
                  <a:gd name="connsiteY7" fmla="*/ 5538 h 6345"/>
                  <a:gd name="connsiteX8" fmla="*/ 3408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7"/>
                    </a:moveTo>
                    <a:cubicBezTo>
                      <a:pt x="4249" y="6467"/>
                      <a:pt x="5056" y="6133"/>
                      <a:pt x="5650" y="5538"/>
                    </a:cubicBezTo>
                    <a:cubicBezTo>
                      <a:pt x="6245" y="4943"/>
                      <a:pt x="6579" y="4136"/>
                      <a:pt x="6579" y="3294"/>
                    </a:cubicBezTo>
                    <a:cubicBezTo>
                      <a:pt x="6579" y="2453"/>
                      <a:pt x="6245" y="1646"/>
                      <a:pt x="5650" y="1051"/>
                    </a:cubicBezTo>
                    <a:cubicBezTo>
                      <a:pt x="5056" y="456"/>
                      <a:pt x="4249" y="122"/>
                      <a:pt x="3408" y="122"/>
                    </a:cubicBezTo>
                    <a:cubicBezTo>
                      <a:pt x="2567" y="122"/>
                      <a:pt x="1760" y="456"/>
                      <a:pt x="1165" y="1051"/>
                    </a:cubicBezTo>
                    <a:cubicBezTo>
                      <a:pt x="570" y="1646"/>
                      <a:pt x="236" y="2453"/>
                      <a:pt x="236" y="3294"/>
                    </a:cubicBezTo>
                    <a:cubicBezTo>
                      <a:pt x="236" y="4136"/>
                      <a:pt x="570" y="4943"/>
                      <a:pt x="1165" y="5538"/>
                    </a:cubicBezTo>
                    <a:cubicBezTo>
                      <a:pt x="1760" y="6133"/>
                      <a:pt x="2567" y="6467"/>
                      <a:pt x="3408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88" name="Freeform: Shape 14487">
                <a:extLst>
                  <a:ext uri="{FF2B5EF4-FFF2-40B4-BE49-F238E27FC236}">
                    <a16:creationId xmlns:a16="http://schemas.microsoft.com/office/drawing/2014/main" id="{514DFBE3-31FC-8910-1EA1-EEE8A8ECE29A}"/>
                  </a:ext>
                </a:extLst>
              </p:cNvPr>
              <p:cNvSpPr/>
              <p:nvPr/>
            </p:nvSpPr>
            <p:spPr>
              <a:xfrm>
                <a:off x="9412899" y="5062940"/>
                <a:ext cx="6343" cy="6345"/>
              </a:xfrm>
              <a:custGeom>
                <a:avLst/>
                <a:gdLst>
                  <a:gd name="connsiteX0" fmla="*/ 3408 w 6343"/>
                  <a:gd name="connsiteY0" fmla="*/ 6470 h 6345"/>
                  <a:gd name="connsiteX1" fmla="*/ 5651 w 6343"/>
                  <a:gd name="connsiteY1" fmla="*/ 5541 h 6345"/>
                  <a:gd name="connsiteX2" fmla="*/ 6580 w 6343"/>
                  <a:gd name="connsiteY2" fmla="*/ 3297 h 6345"/>
                  <a:gd name="connsiteX3" fmla="*/ 5651 w 6343"/>
                  <a:gd name="connsiteY3" fmla="*/ 1054 h 6345"/>
                  <a:gd name="connsiteX4" fmla="*/ 3408 w 6343"/>
                  <a:gd name="connsiteY4" fmla="*/ 125 h 6345"/>
                  <a:gd name="connsiteX5" fmla="*/ 1166 w 6343"/>
                  <a:gd name="connsiteY5" fmla="*/ 1054 h 6345"/>
                  <a:gd name="connsiteX6" fmla="*/ 237 w 6343"/>
                  <a:gd name="connsiteY6" fmla="*/ 3297 h 6345"/>
                  <a:gd name="connsiteX7" fmla="*/ 1166 w 6343"/>
                  <a:gd name="connsiteY7" fmla="*/ 5541 h 6345"/>
                  <a:gd name="connsiteX8" fmla="*/ 340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0"/>
                    </a:moveTo>
                    <a:cubicBezTo>
                      <a:pt x="4249" y="6470"/>
                      <a:pt x="5056" y="6136"/>
                      <a:pt x="5651" y="5541"/>
                    </a:cubicBezTo>
                    <a:cubicBezTo>
                      <a:pt x="6246" y="4946"/>
                      <a:pt x="6580" y="4139"/>
                      <a:pt x="6580" y="3297"/>
                    </a:cubicBezTo>
                    <a:cubicBezTo>
                      <a:pt x="6580" y="2456"/>
                      <a:pt x="6246" y="1649"/>
                      <a:pt x="5651" y="1054"/>
                    </a:cubicBezTo>
                    <a:cubicBezTo>
                      <a:pt x="5056" y="459"/>
                      <a:pt x="4249" y="125"/>
                      <a:pt x="3408" y="125"/>
                    </a:cubicBezTo>
                    <a:cubicBezTo>
                      <a:pt x="2567" y="125"/>
                      <a:pt x="1760" y="459"/>
                      <a:pt x="1166" y="1054"/>
                    </a:cubicBezTo>
                    <a:cubicBezTo>
                      <a:pt x="571" y="1649"/>
                      <a:pt x="237" y="2456"/>
                      <a:pt x="237" y="3297"/>
                    </a:cubicBezTo>
                    <a:cubicBezTo>
                      <a:pt x="237" y="4139"/>
                      <a:pt x="571" y="4946"/>
                      <a:pt x="1166" y="5541"/>
                    </a:cubicBezTo>
                    <a:cubicBezTo>
                      <a:pt x="1760" y="6136"/>
                      <a:pt x="2567" y="6470"/>
                      <a:pt x="340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89" name="Freeform: Shape 14488">
                <a:extLst>
                  <a:ext uri="{FF2B5EF4-FFF2-40B4-BE49-F238E27FC236}">
                    <a16:creationId xmlns:a16="http://schemas.microsoft.com/office/drawing/2014/main" id="{6EAD4560-8AC6-6098-07B0-F5C5F8277614}"/>
                  </a:ext>
                </a:extLst>
              </p:cNvPr>
              <p:cNvSpPr/>
              <p:nvPr/>
            </p:nvSpPr>
            <p:spPr>
              <a:xfrm>
                <a:off x="9414451" y="5063784"/>
                <a:ext cx="6343" cy="6345"/>
              </a:xfrm>
              <a:custGeom>
                <a:avLst/>
                <a:gdLst>
                  <a:gd name="connsiteX0" fmla="*/ 3408 w 6343"/>
                  <a:gd name="connsiteY0" fmla="*/ 6470 h 6345"/>
                  <a:gd name="connsiteX1" fmla="*/ 5651 w 6343"/>
                  <a:gd name="connsiteY1" fmla="*/ 5541 h 6345"/>
                  <a:gd name="connsiteX2" fmla="*/ 6580 w 6343"/>
                  <a:gd name="connsiteY2" fmla="*/ 3298 h 6345"/>
                  <a:gd name="connsiteX3" fmla="*/ 5651 w 6343"/>
                  <a:gd name="connsiteY3" fmla="*/ 1054 h 6345"/>
                  <a:gd name="connsiteX4" fmla="*/ 3408 w 6343"/>
                  <a:gd name="connsiteY4" fmla="*/ 125 h 6345"/>
                  <a:gd name="connsiteX5" fmla="*/ 1166 w 6343"/>
                  <a:gd name="connsiteY5" fmla="*/ 1054 h 6345"/>
                  <a:gd name="connsiteX6" fmla="*/ 237 w 6343"/>
                  <a:gd name="connsiteY6" fmla="*/ 3298 h 6345"/>
                  <a:gd name="connsiteX7" fmla="*/ 1166 w 6343"/>
                  <a:gd name="connsiteY7" fmla="*/ 5541 h 6345"/>
                  <a:gd name="connsiteX8" fmla="*/ 340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0"/>
                    </a:moveTo>
                    <a:cubicBezTo>
                      <a:pt x="4250" y="6470"/>
                      <a:pt x="5056" y="6136"/>
                      <a:pt x="5651" y="5541"/>
                    </a:cubicBezTo>
                    <a:cubicBezTo>
                      <a:pt x="6246" y="4946"/>
                      <a:pt x="6580" y="4139"/>
                      <a:pt x="6580" y="3298"/>
                    </a:cubicBezTo>
                    <a:cubicBezTo>
                      <a:pt x="6580" y="2456"/>
                      <a:pt x="6246" y="1649"/>
                      <a:pt x="5651" y="1054"/>
                    </a:cubicBezTo>
                    <a:cubicBezTo>
                      <a:pt x="5056" y="459"/>
                      <a:pt x="4250" y="125"/>
                      <a:pt x="3408" y="125"/>
                    </a:cubicBezTo>
                    <a:cubicBezTo>
                      <a:pt x="2567" y="125"/>
                      <a:pt x="1761" y="459"/>
                      <a:pt x="1166" y="1054"/>
                    </a:cubicBezTo>
                    <a:cubicBezTo>
                      <a:pt x="571" y="1649"/>
                      <a:pt x="237" y="2456"/>
                      <a:pt x="237" y="3298"/>
                    </a:cubicBezTo>
                    <a:cubicBezTo>
                      <a:pt x="237" y="4139"/>
                      <a:pt x="571" y="4946"/>
                      <a:pt x="1166" y="5541"/>
                    </a:cubicBezTo>
                    <a:cubicBezTo>
                      <a:pt x="1761" y="6136"/>
                      <a:pt x="2567" y="6470"/>
                      <a:pt x="340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90" name="Freeform: Shape 14489">
                <a:extLst>
                  <a:ext uri="{FF2B5EF4-FFF2-40B4-BE49-F238E27FC236}">
                    <a16:creationId xmlns:a16="http://schemas.microsoft.com/office/drawing/2014/main" id="{C9A42722-D81C-823F-F987-7530D77D4965}"/>
                  </a:ext>
                </a:extLst>
              </p:cNvPr>
              <p:cNvSpPr/>
              <p:nvPr/>
            </p:nvSpPr>
            <p:spPr>
              <a:xfrm>
                <a:off x="9415916" y="5064030"/>
                <a:ext cx="6343" cy="6345"/>
              </a:xfrm>
              <a:custGeom>
                <a:avLst/>
                <a:gdLst>
                  <a:gd name="connsiteX0" fmla="*/ 3409 w 6343"/>
                  <a:gd name="connsiteY0" fmla="*/ 6470 h 6345"/>
                  <a:gd name="connsiteX1" fmla="*/ 5651 w 6343"/>
                  <a:gd name="connsiteY1" fmla="*/ 5541 h 6345"/>
                  <a:gd name="connsiteX2" fmla="*/ 6580 w 6343"/>
                  <a:gd name="connsiteY2" fmla="*/ 3298 h 6345"/>
                  <a:gd name="connsiteX3" fmla="*/ 5651 w 6343"/>
                  <a:gd name="connsiteY3" fmla="*/ 1054 h 6345"/>
                  <a:gd name="connsiteX4" fmla="*/ 3409 w 6343"/>
                  <a:gd name="connsiteY4" fmla="*/ 125 h 6345"/>
                  <a:gd name="connsiteX5" fmla="*/ 1166 w 6343"/>
                  <a:gd name="connsiteY5" fmla="*/ 1054 h 6345"/>
                  <a:gd name="connsiteX6" fmla="*/ 237 w 6343"/>
                  <a:gd name="connsiteY6" fmla="*/ 3298 h 6345"/>
                  <a:gd name="connsiteX7" fmla="*/ 1166 w 6343"/>
                  <a:gd name="connsiteY7" fmla="*/ 5541 h 6345"/>
                  <a:gd name="connsiteX8" fmla="*/ 3409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0"/>
                    </a:moveTo>
                    <a:cubicBezTo>
                      <a:pt x="4250" y="6470"/>
                      <a:pt x="5056" y="6136"/>
                      <a:pt x="5651" y="5541"/>
                    </a:cubicBezTo>
                    <a:cubicBezTo>
                      <a:pt x="6246" y="4946"/>
                      <a:pt x="6580" y="4139"/>
                      <a:pt x="6580" y="3298"/>
                    </a:cubicBezTo>
                    <a:cubicBezTo>
                      <a:pt x="6580" y="2456"/>
                      <a:pt x="6246" y="1649"/>
                      <a:pt x="5651" y="1054"/>
                    </a:cubicBezTo>
                    <a:cubicBezTo>
                      <a:pt x="5056" y="459"/>
                      <a:pt x="4250" y="125"/>
                      <a:pt x="3409" y="125"/>
                    </a:cubicBezTo>
                    <a:cubicBezTo>
                      <a:pt x="2567" y="125"/>
                      <a:pt x="1761" y="459"/>
                      <a:pt x="1166" y="1054"/>
                    </a:cubicBezTo>
                    <a:cubicBezTo>
                      <a:pt x="571" y="1649"/>
                      <a:pt x="237" y="2456"/>
                      <a:pt x="237" y="3298"/>
                    </a:cubicBezTo>
                    <a:cubicBezTo>
                      <a:pt x="237" y="4139"/>
                      <a:pt x="571" y="4946"/>
                      <a:pt x="1166" y="5541"/>
                    </a:cubicBezTo>
                    <a:cubicBezTo>
                      <a:pt x="1761" y="6136"/>
                      <a:pt x="2567" y="6470"/>
                      <a:pt x="3409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91" name="Freeform: Shape 14490">
                <a:extLst>
                  <a:ext uri="{FF2B5EF4-FFF2-40B4-BE49-F238E27FC236}">
                    <a16:creationId xmlns:a16="http://schemas.microsoft.com/office/drawing/2014/main" id="{D79E7FBB-01C3-047C-23B2-02A2FA916D8B}"/>
                  </a:ext>
                </a:extLst>
              </p:cNvPr>
              <p:cNvSpPr/>
              <p:nvPr/>
            </p:nvSpPr>
            <p:spPr>
              <a:xfrm>
                <a:off x="9428918" y="5162737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10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92" name="Freeform: Shape 14491">
                <a:extLst>
                  <a:ext uri="{FF2B5EF4-FFF2-40B4-BE49-F238E27FC236}">
                    <a16:creationId xmlns:a16="http://schemas.microsoft.com/office/drawing/2014/main" id="{DC5CA431-83F5-F270-1954-6AA404FB2363}"/>
                  </a:ext>
                </a:extLst>
              </p:cNvPr>
              <p:cNvSpPr/>
              <p:nvPr/>
            </p:nvSpPr>
            <p:spPr>
              <a:xfrm>
                <a:off x="9429723" y="5162645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93" name="Freeform: Shape 14492">
                <a:extLst>
                  <a:ext uri="{FF2B5EF4-FFF2-40B4-BE49-F238E27FC236}">
                    <a16:creationId xmlns:a16="http://schemas.microsoft.com/office/drawing/2014/main" id="{BD9753CA-78C7-4A79-602E-8FBDF775E571}"/>
                  </a:ext>
                </a:extLst>
              </p:cNvPr>
              <p:cNvSpPr/>
              <p:nvPr/>
            </p:nvSpPr>
            <p:spPr>
              <a:xfrm>
                <a:off x="9430574" y="5162984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94" name="Freeform: Shape 14493">
                <a:extLst>
                  <a:ext uri="{FF2B5EF4-FFF2-40B4-BE49-F238E27FC236}">
                    <a16:creationId xmlns:a16="http://schemas.microsoft.com/office/drawing/2014/main" id="{D26842D2-07CA-E981-25D9-BD10B124E618}"/>
                  </a:ext>
                </a:extLst>
              </p:cNvPr>
              <p:cNvSpPr/>
              <p:nvPr/>
            </p:nvSpPr>
            <p:spPr>
              <a:xfrm>
                <a:off x="9431444" y="5163572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95" name="Freeform: Shape 14494">
                <a:extLst>
                  <a:ext uri="{FF2B5EF4-FFF2-40B4-BE49-F238E27FC236}">
                    <a16:creationId xmlns:a16="http://schemas.microsoft.com/office/drawing/2014/main" id="{02359462-E9E4-C9E4-1069-FB69BF41F388}"/>
                  </a:ext>
                </a:extLst>
              </p:cNvPr>
              <p:cNvSpPr/>
              <p:nvPr/>
            </p:nvSpPr>
            <p:spPr>
              <a:xfrm>
                <a:off x="9432357" y="5164715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1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5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1" y="4147"/>
                      <a:pt x="6581" y="3305"/>
                    </a:cubicBezTo>
                    <a:cubicBezTo>
                      <a:pt x="6581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96" name="Freeform: Shape 14495">
                <a:extLst>
                  <a:ext uri="{FF2B5EF4-FFF2-40B4-BE49-F238E27FC236}">
                    <a16:creationId xmlns:a16="http://schemas.microsoft.com/office/drawing/2014/main" id="{124743AC-39D4-5553-A069-C39FEB6A1664}"/>
                  </a:ext>
                </a:extLst>
              </p:cNvPr>
              <p:cNvSpPr/>
              <p:nvPr/>
            </p:nvSpPr>
            <p:spPr>
              <a:xfrm>
                <a:off x="9433229" y="5165560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1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8" y="2464"/>
                      <a:pt x="238" y="3306"/>
                    </a:cubicBezTo>
                    <a:cubicBezTo>
                      <a:pt x="238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97" name="Freeform: Shape 14496">
                <a:extLst>
                  <a:ext uri="{FF2B5EF4-FFF2-40B4-BE49-F238E27FC236}">
                    <a16:creationId xmlns:a16="http://schemas.microsoft.com/office/drawing/2014/main" id="{7849C1F2-8FEF-A467-57B8-FE24BEF0D0D9}"/>
                  </a:ext>
                </a:extLst>
              </p:cNvPr>
              <p:cNvSpPr/>
              <p:nvPr/>
            </p:nvSpPr>
            <p:spPr>
              <a:xfrm>
                <a:off x="9434061" y="5166043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2" y="4147"/>
                      <a:pt x="6582" y="3306"/>
                    </a:cubicBezTo>
                    <a:cubicBezTo>
                      <a:pt x="6582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8" y="2464"/>
                      <a:pt x="238" y="3306"/>
                    </a:cubicBezTo>
                    <a:cubicBezTo>
                      <a:pt x="238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98" name="Freeform: Shape 14497">
                <a:extLst>
                  <a:ext uri="{FF2B5EF4-FFF2-40B4-BE49-F238E27FC236}">
                    <a16:creationId xmlns:a16="http://schemas.microsoft.com/office/drawing/2014/main" id="{9DA3BC9F-0E1F-22F3-3002-4E850199E165}"/>
                  </a:ext>
                </a:extLst>
              </p:cNvPr>
              <p:cNvSpPr/>
              <p:nvPr/>
            </p:nvSpPr>
            <p:spPr>
              <a:xfrm>
                <a:off x="9434891" y="5166593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9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2" y="4147"/>
                      <a:pt x="6582" y="3306"/>
                    </a:cubicBezTo>
                    <a:cubicBezTo>
                      <a:pt x="6582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499" name="Freeform: Shape 14498">
                <a:extLst>
                  <a:ext uri="{FF2B5EF4-FFF2-40B4-BE49-F238E27FC236}">
                    <a16:creationId xmlns:a16="http://schemas.microsoft.com/office/drawing/2014/main" id="{9E51E60A-E5FB-F09A-234A-11CD4A4C0C98}"/>
                  </a:ext>
                </a:extLst>
              </p:cNvPr>
              <p:cNvSpPr/>
              <p:nvPr/>
            </p:nvSpPr>
            <p:spPr>
              <a:xfrm>
                <a:off x="9435689" y="5166782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00" name="Freeform: Shape 14499">
                <a:extLst>
                  <a:ext uri="{FF2B5EF4-FFF2-40B4-BE49-F238E27FC236}">
                    <a16:creationId xmlns:a16="http://schemas.microsoft.com/office/drawing/2014/main" id="{B68622D4-3CA7-7167-1421-26AC5D722C00}"/>
                  </a:ext>
                </a:extLst>
              </p:cNvPr>
              <p:cNvSpPr/>
              <p:nvPr/>
            </p:nvSpPr>
            <p:spPr>
              <a:xfrm>
                <a:off x="9436466" y="5166670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01" name="Freeform: Shape 14500">
                <a:extLst>
                  <a:ext uri="{FF2B5EF4-FFF2-40B4-BE49-F238E27FC236}">
                    <a16:creationId xmlns:a16="http://schemas.microsoft.com/office/drawing/2014/main" id="{75FBAFF7-0804-4A04-C201-A5139905C5C5}"/>
                  </a:ext>
                </a:extLst>
              </p:cNvPr>
              <p:cNvSpPr/>
              <p:nvPr/>
            </p:nvSpPr>
            <p:spPr>
              <a:xfrm>
                <a:off x="9437247" y="5166624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02" name="Freeform: Shape 14501">
                <a:extLst>
                  <a:ext uri="{FF2B5EF4-FFF2-40B4-BE49-F238E27FC236}">
                    <a16:creationId xmlns:a16="http://schemas.microsoft.com/office/drawing/2014/main" id="{1386B2E8-43CC-2656-0D93-B747889A206C}"/>
                  </a:ext>
                </a:extLst>
              </p:cNvPr>
              <p:cNvSpPr/>
              <p:nvPr/>
            </p:nvSpPr>
            <p:spPr>
              <a:xfrm>
                <a:off x="9438029" y="5166582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03" name="Freeform: Shape 14502">
                <a:extLst>
                  <a:ext uri="{FF2B5EF4-FFF2-40B4-BE49-F238E27FC236}">
                    <a16:creationId xmlns:a16="http://schemas.microsoft.com/office/drawing/2014/main" id="{026F2E18-5C62-4586-C04A-67D423494B98}"/>
                  </a:ext>
                </a:extLst>
              </p:cNvPr>
              <p:cNvSpPr/>
              <p:nvPr/>
            </p:nvSpPr>
            <p:spPr>
              <a:xfrm>
                <a:off x="9438810" y="5166546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04" name="Freeform: Shape 14503">
                <a:extLst>
                  <a:ext uri="{FF2B5EF4-FFF2-40B4-BE49-F238E27FC236}">
                    <a16:creationId xmlns:a16="http://schemas.microsoft.com/office/drawing/2014/main" id="{BE41194C-A64E-9CF5-E475-5F09979920BC}"/>
                  </a:ext>
                </a:extLst>
              </p:cNvPr>
              <p:cNvSpPr/>
              <p:nvPr/>
            </p:nvSpPr>
            <p:spPr>
              <a:xfrm>
                <a:off x="9439585" y="5166330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0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05" name="Freeform: Shape 14504">
                <a:extLst>
                  <a:ext uri="{FF2B5EF4-FFF2-40B4-BE49-F238E27FC236}">
                    <a16:creationId xmlns:a16="http://schemas.microsoft.com/office/drawing/2014/main" id="{5FD04339-B337-00C0-ACA6-5F5161811D0A}"/>
                  </a:ext>
                </a:extLst>
              </p:cNvPr>
              <p:cNvSpPr/>
              <p:nvPr/>
            </p:nvSpPr>
            <p:spPr>
              <a:xfrm>
                <a:off x="9440363" y="5166120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1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06" name="Freeform: Shape 14505">
                <a:extLst>
                  <a:ext uri="{FF2B5EF4-FFF2-40B4-BE49-F238E27FC236}">
                    <a16:creationId xmlns:a16="http://schemas.microsoft.com/office/drawing/2014/main" id="{A7E9EDEA-A0A1-5713-65B6-46976423D84C}"/>
                  </a:ext>
                </a:extLst>
              </p:cNvPr>
              <p:cNvSpPr/>
              <p:nvPr/>
            </p:nvSpPr>
            <p:spPr>
              <a:xfrm>
                <a:off x="9441150" y="5166220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1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07" name="Freeform: Shape 14506">
                <a:extLst>
                  <a:ext uri="{FF2B5EF4-FFF2-40B4-BE49-F238E27FC236}">
                    <a16:creationId xmlns:a16="http://schemas.microsoft.com/office/drawing/2014/main" id="{D8F342F3-D747-D60C-D0AC-32988E971ED3}"/>
                  </a:ext>
                </a:extLst>
              </p:cNvPr>
              <p:cNvSpPr/>
              <p:nvPr/>
            </p:nvSpPr>
            <p:spPr>
              <a:xfrm>
                <a:off x="9441930" y="5165957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08" name="Freeform: Shape 14507">
                <a:extLst>
                  <a:ext uri="{FF2B5EF4-FFF2-40B4-BE49-F238E27FC236}">
                    <a16:creationId xmlns:a16="http://schemas.microsoft.com/office/drawing/2014/main" id="{35549256-90FB-8F81-4F4B-ACD41DF08801}"/>
                  </a:ext>
                </a:extLst>
              </p:cNvPr>
              <p:cNvSpPr/>
              <p:nvPr/>
            </p:nvSpPr>
            <p:spPr>
              <a:xfrm>
                <a:off x="9442716" y="5166006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09" name="Freeform: Shape 14508">
                <a:extLst>
                  <a:ext uri="{FF2B5EF4-FFF2-40B4-BE49-F238E27FC236}">
                    <a16:creationId xmlns:a16="http://schemas.microsoft.com/office/drawing/2014/main" id="{3411FF97-3F7E-6905-D837-533F22AECCC2}"/>
                  </a:ext>
                </a:extLst>
              </p:cNvPr>
              <p:cNvSpPr/>
              <p:nvPr/>
            </p:nvSpPr>
            <p:spPr>
              <a:xfrm>
                <a:off x="9443503" y="5166243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10" name="Freeform: Shape 14509">
                <a:extLst>
                  <a:ext uri="{FF2B5EF4-FFF2-40B4-BE49-F238E27FC236}">
                    <a16:creationId xmlns:a16="http://schemas.microsoft.com/office/drawing/2014/main" id="{C70E9E73-E2AD-6CA1-29DB-813DFCC340C6}"/>
                  </a:ext>
                </a:extLst>
              </p:cNvPr>
              <p:cNvSpPr/>
              <p:nvPr/>
            </p:nvSpPr>
            <p:spPr>
              <a:xfrm>
                <a:off x="9444286" y="5166424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11" name="Freeform: Shape 14510">
                <a:extLst>
                  <a:ext uri="{FF2B5EF4-FFF2-40B4-BE49-F238E27FC236}">
                    <a16:creationId xmlns:a16="http://schemas.microsoft.com/office/drawing/2014/main" id="{94FF5C0A-B518-5697-67D5-7121106D274D}"/>
                  </a:ext>
                </a:extLst>
              </p:cNvPr>
              <p:cNvSpPr/>
              <p:nvPr/>
            </p:nvSpPr>
            <p:spPr>
              <a:xfrm>
                <a:off x="9445067" y="5166671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2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12" name="Freeform: Shape 14511">
                <a:extLst>
                  <a:ext uri="{FF2B5EF4-FFF2-40B4-BE49-F238E27FC236}">
                    <a16:creationId xmlns:a16="http://schemas.microsoft.com/office/drawing/2014/main" id="{C59E977F-CD62-E8DC-5009-AC1844809752}"/>
                  </a:ext>
                </a:extLst>
              </p:cNvPr>
              <p:cNvSpPr/>
              <p:nvPr/>
            </p:nvSpPr>
            <p:spPr>
              <a:xfrm>
                <a:off x="9445831" y="5168087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2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39" y="2464"/>
                      <a:pt x="239" y="3306"/>
                    </a:cubicBezTo>
                    <a:cubicBezTo>
                      <a:pt x="239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13" name="Freeform: Shape 14512">
                <a:extLst>
                  <a:ext uri="{FF2B5EF4-FFF2-40B4-BE49-F238E27FC236}">
                    <a16:creationId xmlns:a16="http://schemas.microsoft.com/office/drawing/2014/main" id="{6CBAEC7F-982E-EF14-58FA-280F0BE1A1E6}"/>
                  </a:ext>
                </a:extLst>
              </p:cNvPr>
              <p:cNvSpPr/>
              <p:nvPr/>
            </p:nvSpPr>
            <p:spPr>
              <a:xfrm>
                <a:off x="9446625" y="5166934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8" y="4954"/>
                      <a:pt x="6583" y="4147"/>
                      <a:pt x="6583" y="3306"/>
                    </a:cubicBezTo>
                    <a:cubicBezTo>
                      <a:pt x="6583" y="2464"/>
                      <a:pt x="6248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39" y="2464"/>
                      <a:pt x="239" y="3306"/>
                    </a:cubicBezTo>
                    <a:cubicBezTo>
                      <a:pt x="239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14" name="Freeform: Shape 14513">
                <a:extLst>
                  <a:ext uri="{FF2B5EF4-FFF2-40B4-BE49-F238E27FC236}">
                    <a16:creationId xmlns:a16="http://schemas.microsoft.com/office/drawing/2014/main" id="{95041E15-D954-12D5-74C7-B8FD35937643}"/>
                  </a:ext>
                </a:extLst>
              </p:cNvPr>
              <p:cNvSpPr/>
              <p:nvPr/>
            </p:nvSpPr>
            <p:spPr>
              <a:xfrm>
                <a:off x="9447416" y="5166460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40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8" y="4954"/>
                      <a:pt x="6583" y="4147"/>
                      <a:pt x="6583" y="3306"/>
                    </a:cubicBezTo>
                    <a:cubicBezTo>
                      <a:pt x="6583" y="2464"/>
                      <a:pt x="6248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15" name="Freeform: Shape 14514">
                <a:extLst>
                  <a:ext uri="{FF2B5EF4-FFF2-40B4-BE49-F238E27FC236}">
                    <a16:creationId xmlns:a16="http://schemas.microsoft.com/office/drawing/2014/main" id="{C9BCED74-EC14-636A-5EE2-CF90A5094A90}"/>
                  </a:ext>
                </a:extLst>
              </p:cNvPr>
              <p:cNvSpPr/>
              <p:nvPr/>
            </p:nvSpPr>
            <p:spPr>
              <a:xfrm>
                <a:off x="9448237" y="5165195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40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16" name="Freeform: Shape 14515">
                <a:extLst>
                  <a:ext uri="{FF2B5EF4-FFF2-40B4-BE49-F238E27FC236}">
                    <a16:creationId xmlns:a16="http://schemas.microsoft.com/office/drawing/2014/main" id="{9CE6D3C5-2AAB-D78E-4B00-3E7CAC06C911}"/>
                  </a:ext>
                </a:extLst>
              </p:cNvPr>
              <p:cNvSpPr/>
              <p:nvPr/>
            </p:nvSpPr>
            <p:spPr>
              <a:xfrm>
                <a:off x="9449057" y="5164426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17" name="Freeform: Shape 14516">
                <a:extLst>
                  <a:ext uri="{FF2B5EF4-FFF2-40B4-BE49-F238E27FC236}">
                    <a16:creationId xmlns:a16="http://schemas.microsoft.com/office/drawing/2014/main" id="{0F1AA235-5702-0780-BD2E-CEAA8272FB06}"/>
                  </a:ext>
                </a:extLst>
              </p:cNvPr>
              <p:cNvSpPr/>
              <p:nvPr/>
            </p:nvSpPr>
            <p:spPr>
              <a:xfrm>
                <a:off x="9449880" y="5163783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18" name="Freeform: Shape 14517">
                <a:extLst>
                  <a:ext uri="{FF2B5EF4-FFF2-40B4-BE49-F238E27FC236}">
                    <a16:creationId xmlns:a16="http://schemas.microsoft.com/office/drawing/2014/main" id="{27130CED-2A25-4381-5A78-46C0CEA329EB}"/>
                  </a:ext>
                </a:extLst>
              </p:cNvPr>
              <p:cNvSpPr/>
              <p:nvPr/>
            </p:nvSpPr>
            <p:spPr>
              <a:xfrm>
                <a:off x="9450703" y="5163330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19" name="Freeform: Shape 14518">
                <a:extLst>
                  <a:ext uri="{FF2B5EF4-FFF2-40B4-BE49-F238E27FC236}">
                    <a16:creationId xmlns:a16="http://schemas.microsoft.com/office/drawing/2014/main" id="{4392E178-68ED-C564-AC0C-6498226BE922}"/>
                  </a:ext>
                </a:extLst>
              </p:cNvPr>
              <p:cNvSpPr/>
              <p:nvPr/>
            </p:nvSpPr>
            <p:spPr>
              <a:xfrm>
                <a:off x="9451541" y="5162699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20" name="Freeform: Shape 14519">
                <a:extLst>
                  <a:ext uri="{FF2B5EF4-FFF2-40B4-BE49-F238E27FC236}">
                    <a16:creationId xmlns:a16="http://schemas.microsoft.com/office/drawing/2014/main" id="{32A853B6-E785-9743-49A4-4346E1BB2BD5}"/>
                  </a:ext>
                </a:extLst>
              </p:cNvPr>
              <p:cNvSpPr/>
              <p:nvPr/>
            </p:nvSpPr>
            <p:spPr>
              <a:xfrm>
                <a:off x="9452365" y="5162439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3"/>
                      <a:pt x="3411" y="133"/>
                    </a:cubicBezTo>
                    <a:cubicBezTo>
                      <a:pt x="2570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21" name="Freeform: Shape 14520">
                <a:extLst>
                  <a:ext uri="{FF2B5EF4-FFF2-40B4-BE49-F238E27FC236}">
                    <a16:creationId xmlns:a16="http://schemas.microsoft.com/office/drawing/2014/main" id="{2150F5DE-E113-AB75-CEE7-2A03D1495376}"/>
                  </a:ext>
                </a:extLst>
              </p:cNvPr>
              <p:cNvSpPr/>
              <p:nvPr/>
            </p:nvSpPr>
            <p:spPr>
              <a:xfrm>
                <a:off x="9454726" y="5163341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22" name="Freeform: Shape 14521">
                <a:extLst>
                  <a:ext uri="{FF2B5EF4-FFF2-40B4-BE49-F238E27FC236}">
                    <a16:creationId xmlns:a16="http://schemas.microsoft.com/office/drawing/2014/main" id="{961F781D-7618-35CF-8F3F-373259D3C0A7}"/>
                  </a:ext>
                </a:extLst>
              </p:cNvPr>
              <p:cNvSpPr/>
              <p:nvPr/>
            </p:nvSpPr>
            <p:spPr>
              <a:xfrm>
                <a:off x="9455496" y="5163774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23" name="Freeform: Shape 14522">
                <a:extLst>
                  <a:ext uri="{FF2B5EF4-FFF2-40B4-BE49-F238E27FC236}">
                    <a16:creationId xmlns:a16="http://schemas.microsoft.com/office/drawing/2014/main" id="{872BEEF0-142E-2000-4DB3-1F6E3550609D}"/>
                  </a:ext>
                </a:extLst>
              </p:cNvPr>
              <p:cNvSpPr/>
              <p:nvPr/>
            </p:nvSpPr>
            <p:spPr>
              <a:xfrm>
                <a:off x="9456272" y="5164088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24" name="Freeform: Shape 14523">
                <a:extLst>
                  <a:ext uri="{FF2B5EF4-FFF2-40B4-BE49-F238E27FC236}">
                    <a16:creationId xmlns:a16="http://schemas.microsoft.com/office/drawing/2014/main" id="{29F655F2-7236-BBC5-8B40-43C22E7398F5}"/>
                  </a:ext>
                </a:extLst>
              </p:cNvPr>
              <p:cNvSpPr/>
              <p:nvPr/>
            </p:nvSpPr>
            <p:spPr>
              <a:xfrm>
                <a:off x="9457038" y="5164469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25" name="Freeform: Shape 14524">
                <a:extLst>
                  <a:ext uri="{FF2B5EF4-FFF2-40B4-BE49-F238E27FC236}">
                    <a16:creationId xmlns:a16="http://schemas.microsoft.com/office/drawing/2014/main" id="{D0DB7860-71B3-2229-3BF8-0E4F885CDD3F}"/>
                  </a:ext>
                </a:extLst>
              </p:cNvPr>
              <p:cNvSpPr/>
              <p:nvPr/>
            </p:nvSpPr>
            <p:spPr>
              <a:xfrm>
                <a:off x="9457794" y="5164914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3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6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26" name="Freeform: Shape 14525">
                <a:extLst>
                  <a:ext uri="{FF2B5EF4-FFF2-40B4-BE49-F238E27FC236}">
                    <a16:creationId xmlns:a16="http://schemas.microsoft.com/office/drawing/2014/main" id="{492996BE-3CAC-4593-D288-C69747D7CD40}"/>
                  </a:ext>
                </a:extLst>
              </p:cNvPr>
              <p:cNvSpPr/>
              <p:nvPr/>
            </p:nvSpPr>
            <p:spPr>
              <a:xfrm>
                <a:off x="9458586" y="5164999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3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6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27" name="Freeform: Shape 14526">
                <a:extLst>
                  <a:ext uri="{FF2B5EF4-FFF2-40B4-BE49-F238E27FC236}">
                    <a16:creationId xmlns:a16="http://schemas.microsoft.com/office/drawing/2014/main" id="{F3893D1B-71EC-783F-04E4-543D50E2C869}"/>
                  </a:ext>
                </a:extLst>
              </p:cNvPr>
              <p:cNvSpPr/>
              <p:nvPr/>
            </p:nvSpPr>
            <p:spPr>
              <a:xfrm>
                <a:off x="9459398" y="5164906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6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6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28" name="Freeform: Shape 14527">
                <a:extLst>
                  <a:ext uri="{FF2B5EF4-FFF2-40B4-BE49-F238E27FC236}">
                    <a16:creationId xmlns:a16="http://schemas.microsoft.com/office/drawing/2014/main" id="{17A85116-1B71-33A1-14D7-179284A721F1}"/>
                  </a:ext>
                </a:extLst>
              </p:cNvPr>
              <p:cNvSpPr/>
              <p:nvPr/>
            </p:nvSpPr>
            <p:spPr>
              <a:xfrm>
                <a:off x="9460227" y="5164697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1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5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1" y="2464"/>
                      <a:pt x="241" y="3305"/>
                    </a:cubicBezTo>
                    <a:cubicBezTo>
                      <a:pt x="241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29" name="Freeform: Shape 14528">
                <a:extLst>
                  <a:ext uri="{FF2B5EF4-FFF2-40B4-BE49-F238E27FC236}">
                    <a16:creationId xmlns:a16="http://schemas.microsoft.com/office/drawing/2014/main" id="{F98B5F01-6AD7-3EAB-E41C-53B26B534A36}"/>
                  </a:ext>
                </a:extLst>
              </p:cNvPr>
              <p:cNvSpPr/>
              <p:nvPr/>
            </p:nvSpPr>
            <p:spPr>
              <a:xfrm>
                <a:off x="9467564" y="516892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30" name="Freeform: Shape 14529">
                <a:extLst>
                  <a:ext uri="{FF2B5EF4-FFF2-40B4-BE49-F238E27FC236}">
                    <a16:creationId xmlns:a16="http://schemas.microsoft.com/office/drawing/2014/main" id="{CE60758C-5867-9AAC-3574-AD1625641E6B}"/>
                  </a:ext>
                </a:extLst>
              </p:cNvPr>
              <p:cNvSpPr/>
              <p:nvPr/>
            </p:nvSpPr>
            <p:spPr>
              <a:xfrm>
                <a:off x="9468226" y="5169610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3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31" name="Freeform: Shape 14530">
                <a:extLst>
                  <a:ext uri="{FF2B5EF4-FFF2-40B4-BE49-F238E27FC236}">
                    <a16:creationId xmlns:a16="http://schemas.microsoft.com/office/drawing/2014/main" id="{17319424-2439-6C17-CF01-739131318320}"/>
                  </a:ext>
                </a:extLst>
              </p:cNvPr>
              <p:cNvSpPr/>
              <p:nvPr/>
            </p:nvSpPr>
            <p:spPr>
              <a:xfrm>
                <a:off x="9474889" y="5171770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50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50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50"/>
                    </a:cubicBezTo>
                    <a:cubicBezTo>
                      <a:pt x="6251" y="4955"/>
                      <a:pt x="6585" y="4147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5"/>
                      <a:pt x="1171" y="5550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32" name="Freeform: Shape 14531">
                <a:extLst>
                  <a:ext uri="{FF2B5EF4-FFF2-40B4-BE49-F238E27FC236}">
                    <a16:creationId xmlns:a16="http://schemas.microsoft.com/office/drawing/2014/main" id="{95CC6911-EF86-CB0D-3F17-263FB7D81E63}"/>
                  </a:ext>
                </a:extLst>
              </p:cNvPr>
              <p:cNvSpPr/>
              <p:nvPr/>
            </p:nvSpPr>
            <p:spPr>
              <a:xfrm>
                <a:off x="9475623" y="5172019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50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50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50"/>
                    </a:cubicBezTo>
                    <a:cubicBezTo>
                      <a:pt x="6251" y="4955"/>
                      <a:pt x="6585" y="4147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5"/>
                      <a:pt x="1171" y="5550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33" name="Freeform: Shape 14532">
                <a:extLst>
                  <a:ext uri="{FF2B5EF4-FFF2-40B4-BE49-F238E27FC236}">
                    <a16:creationId xmlns:a16="http://schemas.microsoft.com/office/drawing/2014/main" id="{CFD8A791-72C7-E685-24BA-FCA816B49295}"/>
                  </a:ext>
                </a:extLst>
              </p:cNvPr>
              <p:cNvSpPr/>
              <p:nvPr/>
            </p:nvSpPr>
            <p:spPr>
              <a:xfrm>
                <a:off x="9520599" y="5047708"/>
                <a:ext cx="6343" cy="6345"/>
              </a:xfrm>
              <a:custGeom>
                <a:avLst/>
                <a:gdLst>
                  <a:gd name="connsiteX0" fmla="*/ 3417 w 6343"/>
                  <a:gd name="connsiteY0" fmla="*/ 6469 h 6345"/>
                  <a:gd name="connsiteX1" fmla="*/ 5659 w 6343"/>
                  <a:gd name="connsiteY1" fmla="*/ 5540 h 6345"/>
                  <a:gd name="connsiteX2" fmla="*/ 6588 w 6343"/>
                  <a:gd name="connsiteY2" fmla="*/ 3296 h 6345"/>
                  <a:gd name="connsiteX3" fmla="*/ 5659 w 6343"/>
                  <a:gd name="connsiteY3" fmla="*/ 1053 h 6345"/>
                  <a:gd name="connsiteX4" fmla="*/ 3417 w 6343"/>
                  <a:gd name="connsiteY4" fmla="*/ 124 h 6345"/>
                  <a:gd name="connsiteX5" fmla="*/ 1174 w 6343"/>
                  <a:gd name="connsiteY5" fmla="*/ 1053 h 6345"/>
                  <a:gd name="connsiteX6" fmla="*/ 245 w 6343"/>
                  <a:gd name="connsiteY6" fmla="*/ 3296 h 6345"/>
                  <a:gd name="connsiteX7" fmla="*/ 1174 w 6343"/>
                  <a:gd name="connsiteY7" fmla="*/ 5540 h 6345"/>
                  <a:gd name="connsiteX8" fmla="*/ 341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9"/>
                    </a:moveTo>
                    <a:cubicBezTo>
                      <a:pt x="4258" y="6469"/>
                      <a:pt x="5065" y="6135"/>
                      <a:pt x="5659" y="5540"/>
                    </a:cubicBezTo>
                    <a:cubicBezTo>
                      <a:pt x="6254" y="4945"/>
                      <a:pt x="6588" y="4138"/>
                      <a:pt x="6588" y="3296"/>
                    </a:cubicBezTo>
                    <a:cubicBezTo>
                      <a:pt x="6588" y="2455"/>
                      <a:pt x="6254" y="1648"/>
                      <a:pt x="5659" y="1053"/>
                    </a:cubicBezTo>
                    <a:cubicBezTo>
                      <a:pt x="5065" y="458"/>
                      <a:pt x="4258" y="124"/>
                      <a:pt x="3417" y="124"/>
                    </a:cubicBezTo>
                    <a:cubicBezTo>
                      <a:pt x="2576" y="124"/>
                      <a:pt x="1769" y="458"/>
                      <a:pt x="1174" y="1053"/>
                    </a:cubicBezTo>
                    <a:cubicBezTo>
                      <a:pt x="579" y="1648"/>
                      <a:pt x="245" y="2455"/>
                      <a:pt x="245" y="3296"/>
                    </a:cubicBezTo>
                    <a:cubicBezTo>
                      <a:pt x="245" y="4138"/>
                      <a:pt x="579" y="4945"/>
                      <a:pt x="1174" y="5540"/>
                    </a:cubicBezTo>
                    <a:cubicBezTo>
                      <a:pt x="1769" y="6135"/>
                      <a:pt x="2576" y="6469"/>
                      <a:pt x="341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34" name="Freeform: Shape 14533">
                <a:extLst>
                  <a:ext uri="{FF2B5EF4-FFF2-40B4-BE49-F238E27FC236}">
                    <a16:creationId xmlns:a16="http://schemas.microsoft.com/office/drawing/2014/main" id="{833EC862-E88B-D5FD-6D90-C1BBE4B73721}"/>
                  </a:ext>
                </a:extLst>
              </p:cNvPr>
              <p:cNvSpPr/>
              <p:nvPr/>
            </p:nvSpPr>
            <p:spPr>
              <a:xfrm>
                <a:off x="9521941" y="5048706"/>
                <a:ext cx="6343" cy="6345"/>
              </a:xfrm>
              <a:custGeom>
                <a:avLst/>
                <a:gdLst>
                  <a:gd name="connsiteX0" fmla="*/ 3417 w 6343"/>
                  <a:gd name="connsiteY0" fmla="*/ 6469 h 6345"/>
                  <a:gd name="connsiteX1" fmla="*/ 5660 w 6343"/>
                  <a:gd name="connsiteY1" fmla="*/ 5540 h 6345"/>
                  <a:gd name="connsiteX2" fmla="*/ 6588 w 6343"/>
                  <a:gd name="connsiteY2" fmla="*/ 3296 h 6345"/>
                  <a:gd name="connsiteX3" fmla="*/ 5660 w 6343"/>
                  <a:gd name="connsiteY3" fmla="*/ 1053 h 6345"/>
                  <a:gd name="connsiteX4" fmla="*/ 3417 w 6343"/>
                  <a:gd name="connsiteY4" fmla="*/ 124 h 6345"/>
                  <a:gd name="connsiteX5" fmla="*/ 1174 w 6343"/>
                  <a:gd name="connsiteY5" fmla="*/ 1053 h 6345"/>
                  <a:gd name="connsiteX6" fmla="*/ 245 w 6343"/>
                  <a:gd name="connsiteY6" fmla="*/ 3296 h 6345"/>
                  <a:gd name="connsiteX7" fmla="*/ 1174 w 6343"/>
                  <a:gd name="connsiteY7" fmla="*/ 5540 h 6345"/>
                  <a:gd name="connsiteX8" fmla="*/ 341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9"/>
                    </a:moveTo>
                    <a:cubicBezTo>
                      <a:pt x="4258" y="6469"/>
                      <a:pt x="5065" y="6135"/>
                      <a:pt x="5660" y="5540"/>
                    </a:cubicBezTo>
                    <a:cubicBezTo>
                      <a:pt x="6254" y="4945"/>
                      <a:pt x="6588" y="4138"/>
                      <a:pt x="6588" y="3296"/>
                    </a:cubicBezTo>
                    <a:cubicBezTo>
                      <a:pt x="6588" y="2455"/>
                      <a:pt x="6254" y="1648"/>
                      <a:pt x="5660" y="1053"/>
                    </a:cubicBezTo>
                    <a:cubicBezTo>
                      <a:pt x="5065" y="458"/>
                      <a:pt x="4258" y="124"/>
                      <a:pt x="3417" y="124"/>
                    </a:cubicBezTo>
                    <a:cubicBezTo>
                      <a:pt x="2576" y="124"/>
                      <a:pt x="1769" y="458"/>
                      <a:pt x="1174" y="1053"/>
                    </a:cubicBezTo>
                    <a:cubicBezTo>
                      <a:pt x="580" y="1648"/>
                      <a:pt x="245" y="2455"/>
                      <a:pt x="245" y="3296"/>
                    </a:cubicBezTo>
                    <a:cubicBezTo>
                      <a:pt x="245" y="4138"/>
                      <a:pt x="580" y="4945"/>
                      <a:pt x="1174" y="5540"/>
                    </a:cubicBezTo>
                    <a:cubicBezTo>
                      <a:pt x="1769" y="6135"/>
                      <a:pt x="2576" y="6469"/>
                      <a:pt x="341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35" name="Freeform: Shape 14534">
                <a:extLst>
                  <a:ext uri="{FF2B5EF4-FFF2-40B4-BE49-F238E27FC236}">
                    <a16:creationId xmlns:a16="http://schemas.microsoft.com/office/drawing/2014/main" id="{95632254-05F1-BACA-292E-AB525562F9E6}"/>
                  </a:ext>
                </a:extLst>
              </p:cNvPr>
              <p:cNvSpPr/>
              <p:nvPr/>
            </p:nvSpPr>
            <p:spPr>
              <a:xfrm>
                <a:off x="9523388" y="5049362"/>
                <a:ext cx="6343" cy="6345"/>
              </a:xfrm>
              <a:custGeom>
                <a:avLst/>
                <a:gdLst>
                  <a:gd name="connsiteX0" fmla="*/ 3417 w 6343"/>
                  <a:gd name="connsiteY0" fmla="*/ 6469 h 6345"/>
                  <a:gd name="connsiteX1" fmla="*/ 5660 w 6343"/>
                  <a:gd name="connsiteY1" fmla="*/ 5540 h 6345"/>
                  <a:gd name="connsiteX2" fmla="*/ 6589 w 6343"/>
                  <a:gd name="connsiteY2" fmla="*/ 3296 h 6345"/>
                  <a:gd name="connsiteX3" fmla="*/ 5660 w 6343"/>
                  <a:gd name="connsiteY3" fmla="*/ 1053 h 6345"/>
                  <a:gd name="connsiteX4" fmla="*/ 3417 w 6343"/>
                  <a:gd name="connsiteY4" fmla="*/ 124 h 6345"/>
                  <a:gd name="connsiteX5" fmla="*/ 1174 w 6343"/>
                  <a:gd name="connsiteY5" fmla="*/ 1053 h 6345"/>
                  <a:gd name="connsiteX6" fmla="*/ 245 w 6343"/>
                  <a:gd name="connsiteY6" fmla="*/ 3296 h 6345"/>
                  <a:gd name="connsiteX7" fmla="*/ 1174 w 6343"/>
                  <a:gd name="connsiteY7" fmla="*/ 5540 h 6345"/>
                  <a:gd name="connsiteX8" fmla="*/ 341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9"/>
                    </a:moveTo>
                    <a:cubicBezTo>
                      <a:pt x="4258" y="6469"/>
                      <a:pt x="5065" y="6135"/>
                      <a:pt x="5660" y="5540"/>
                    </a:cubicBezTo>
                    <a:cubicBezTo>
                      <a:pt x="6254" y="4945"/>
                      <a:pt x="6589" y="4138"/>
                      <a:pt x="6589" y="3296"/>
                    </a:cubicBezTo>
                    <a:cubicBezTo>
                      <a:pt x="6589" y="2455"/>
                      <a:pt x="6254" y="1648"/>
                      <a:pt x="5660" y="1053"/>
                    </a:cubicBezTo>
                    <a:cubicBezTo>
                      <a:pt x="5065" y="458"/>
                      <a:pt x="4258" y="124"/>
                      <a:pt x="3417" y="124"/>
                    </a:cubicBezTo>
                    <a:cubicBezTo>
                      <a:pt x="2576" y="124"/>
                      <a:pt x="1769" y="458"/>
                      <a:pt x="1174" y="1053"/>
                    </a:cubicBezTo>
                    <a:cubicBezTo>
                      <a:pt x="580" y="1648"/>
                      <a:pt x="245" y="2455"/>
                      <a:pt x="245" y="3296"/>
                    </a:cubicBezTo>
                    <a:cubicBezTo>
                      <a:pt x="245" y="4138"/>
                      <a:pt x="580" y="4945"/>
                      <a:pt x="1174" y="5540"/>
                    </a:cubicBezTo>
                    <a:cubicBezTo>
                      <a:pt x="1769" y="6135"/>
                      <a:pt x="2576" y="6469"/>
                      <a:pt x="341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36" name="Freeform: Shape 14535">
                <a:extLst>
                  <a:ext uri="{FF2B5EF4-FFF2-40B4-BE49-F238E27FC236}">
                    <a16:creationId xmlns:a16="http://schemas.microsoft.com/office/drawing/2014/main" id="{AF31F73A-0DB2-81B6-140F-677324B09DFD}"/>
                  </a:ext>
                </a:extLst>
              </p:cNvPr>
              <p:cNvSpPr/>
              <p:nvPr/>
            </p:nvSpPr>
            <p:spPr>
              <a:xfrm>
                <a:off x="9524810" y="5050084"/>
                <a:ext cx="6343" cy="6345"/>
              </a:xfrm>
              <a:custGeom>
                <a:avLst/>
                <a:gdLst>
                  <a:gd name="connsiteX0" fmla="*/ 3417 w 6343"/>
                  <a:gd name="connsiteY0" fmla="*/ 6469 h 6345"/>
                  <a:gd name="connsiteX1" fmla="*/ 5660 w 6343"/>
                  <a:gd name="connsiteY1" fmla="*/ 5540 h 6345"/>
                  <a:gd name="connsiteX2" fmla="*/ 6589 w 6343"/>
                  <a:gd name="connsiteY2" fmla="*/ 3296 h 6345"/>
                  <a:gd name="connsiteX3" fmla="*/ 5660 w 6343"/>
                  <a:gd name="connsiteY3" fmla="*/ 1053 h 6345"/>
                  <a:gd name="connsiteX4" fmla="*/ 3417 w 6343"/>
                  <a:gd name="connsiteY4" fmla="*/ 124 h 6345"/>
                  <a:gd name="connsiteX5" fmla="*/ 1175 w 6343"/>
                  <a:gd name="connsiteY5" fmla="*/ 1053 h 6345"/>
                  <a:gd name="connsiteX6" fmla="*/ 246 w 6343"/>
                  <a:gd name="connsiteY6" fmla="*/ 3296 h 6345"/>
                  <a:gd name="connsiteX7" fmla="*/ 1175 w 6343"/>
                  <a:gd name="connsiteY7" fmla="*/ 5540 h 6345"/>
                  <a:gd name="connsiteX8" fmla="*/ 341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9"/>
                    </a:moveTo>
                    <a:cubicBezTo>
                      <a:pt x="4258" y="6469"/>
                      <a:pt x="5065" y="6135"/>
                      <a:pt x="5660" y="5540"/>
                    </a:cubicBezTo>
                    <a:cubicBezTo>
                      <a:pt x="6255" y="4945"/>
                      <a:pt x="6589" y="4138"/>
                      <a:pt x="6589" y="3296"/>
                    </a:cubicBezTo>
                    <a:cubicBezTo>
                      <a:pt x="6589" y="2455"/>
                      <a:pt x="6255" y="1648"/>
                      <a:pt x="5660" y="1053"/>
                    </a:cubicBezTo>
                    <a:cubicBezTo>
                      <a:pt x="5065" y="458"/>
                      <a:pt x="4258" y="124"/>
                      <a:pt x="3417" y="124"/>
                    </a:cubicBezTo>
                    <a:cubicBezTo>
                      <a:pt x="2576" y="124"/>
                      <a:pt x="1769" y="458"/>
                      <a:pt x="1175" y="1053"/>
                    </a:cubicBezTo>
                    <a:cubicBezTo>
                      <a:pt x="580" y="1648"/>
                      <a:pt x="246" y="2455"/>
                      <a:pt x="246" y="3296"/>
                    </a:cubicBezTo>
                    <a:cubicBezTo>
                      <a:pt x="246" y="4138"/>
                      <a:pt x="580" y="4945"/>
                      <a:pt x="1175" y="5540"/>
                    </a:cubicBezTo>
                    <a:cubicBezTo>
                      <a:pt x="1769" y="6135"/>
                      <a:pt x="2576" y="6469"/>
                      <a:pt x="341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37" name="Freeform: Shape 14536">
                <a:extLst>
                  <a:ext uri="{FF2B5EF4-FFF2-40B4-BE49-F238E27FC236}">
                    <a16:creationId xmlns:a16="http://schemas.microsoft.com/office/drawing/2014/main" id="{63C12CBD-2933-B6BA-54EB-3579B2D472DE}"/>
                  </a:ext>
                </a:extLst>
              </p:cNvPr>
              <p:cNvSpPr/>
              <p:nvPr/>
            </p:nvSpPr>
            <p:spPr>
              <a:xfrm>
                <a:off x="9526188" y="5050930"/>
                <a:ext cx="6343" cy="6345"/>
              </a:xfrm>
              <a:custGeom>
                <a:avLst/>
                <a:gdLst>
                  <a:gd name="connsiteX0" fmla="*/ 3417 w 6343"/>
                  <a:gd name="connsiteY0" fmla="*/ 6469 h 6345"/>
                  <a:gd name="connsiteX1" fmla="*/ 5660 w 6343"/>
                  <a:gd name="connsiteY1" fmla="*/ 5540 h 6345"/>
                  <a:gd name="connsiteX2" fmla="*/ 6589 w 6343"/>
                  <a:gd name="connsiteY2" fmla="*/ 3297 h 6345"/>
                  <a:gd name="connsiteX3" fmla="*/ 5660 w 6343"/>
                  <a:gd name="connsiteY3" fmla="*/ 1053 h 6345"/>
                  <a:gd name="connsiteX4" fmla="*/ 3417 w 6343"/>
                  <a:gd name="connsiteY4" fmla="*/ 124 h 6345"/>
                  <a:gd name="connsiteX5" fmla="*/ 1175 w 6343"/>
                  <a:gd name="connsiteY5" fmla="*/ 1053 h 6345"/>
                  <a:gd name="connsiteX6" fmla="*/ 246 w 6343"/>
                  <a:gd name="connsiteY6" fmla="*/ 3297 h 6345"/>
                  <a:gd name="connsiteX7" fmla="*/ 1175 w 6343"/>
                  <a:gd name="connsiteY7" fmla="*/ 5540 h 6345"/>
                  <a:gd name="connsiteX8" fmla="*/ 341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9"/>
                    </a:moveTo>
                    <a:cubicBezTo>
                      <a:pt x="4258" y="6469"/>
                      <a:pt x="5065" y="6135"/>
                      <a:pt x="5660" y="5540"/>
                    </a:cubicBezTo>
                    <a:cubicBezTo>
                      <a:pt x="6255" y="4945"/>
                      <a:pt x="6589" y="4138"/>
                      <a:pt x="6589" y="3297"/>
                    </a:cubicBezTo>
                    <a:cubicBezTo>
                      <a:pt x="6589" y="2455"/>
                      <a:pt x="6255" y="1648"/>
                      <a:pt x="5660" y="1053"/>
                    </a:cubicBezTo>
                    <a:cubicBezTo>
                      <a:pt x="5065" y="458"/>
                      <a:pt x="4258" y="124"/>
                      <a:pt x="3417" y="124"/>
                    </a:cubicBezTo>
                    <a:cubicBezTo>
                      <a:pt x="2576" y="124"/>
                      <a:pt x="1769" y="458"/>
                      <a:pt x="1175" y="1053"/>
                    </a:cubicBezTo>
                    <a:cubicBezTo>
                      <a:pt x="580" y="1648"/>
                      <a:pt x="246" y="2455"/>
                      <a:pt x="246" y="3297"/>
                    </a:cubicBezTo>
                    <a:cubicBezTo>
                      <a:pt x="246" y="4138"/>
                      <a:pt x="580" y="4945"/>
                      <a:pt x="1175" y="5540"/>
                    </a:cubicBezTo>
                    <a:cubicBezTo>
                      <a:pt x="1769" y="6135"/>
                      <a:pt x="2576" y="6469"/>
                      <a:pt x="341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38" name="Freeform: Shape 14537">
                <a:extLst>
                  <a:ext uri="{FF2B5EF4-FFF2-40B4-BE49-F238E27FC236}">
                    <a16:creationId xmlns:a16="http://schemas.microsoft.com/office/drawing/2014/main" id="{8CEDD7B1-A258-D2CE-2751-0AE7FAF9FEE1}"/>
                  </a:ext>
                </a:extLst>
              </p:cNvPr>
              <p:cNvSpPr/>
              <p:nvPr/>
            </p:nvSpPr>
            <p:spPr>
              <a:xfrm>
                <a:off x="9527597" y="5051669"/>
                <a:ext cx="6343" cy="6345"/>
              </a:xfrm>
              <a:custGeom>
                <a:avLst/>
                <a:gdLst>
                  <a:gd name="connsiteX0" fmla="*/ 3417 w 6343"/>
                  <a:gd name="connsiteY0" fmla="*/ 6469 h 6345"/>
                  <a:gd name="connsiteX1" fmla="*/ 5660 w 6343"/>
                  <a:gd name="connsiteY1" fmla="*/ 5540 h 6345"/>
                  <a:gd name="connsiteX2" fmla="*/ 6589 w 6343"/>
                  <a:gd name="connsiteY2" fmla="*/ 3297 h 6345"/>
                  <a:gd name="connsiteX3" fmla="*/ 5660 w 6343"/>
                  <a:gd name="connsiteY3" fmla="*/ 1053 h 6345"/>
                  <a:gd name="connsiteX4" fmla="*/ 3417 w 6343"/>
                  <a:gd name="connsiteY4" fmla="*/ 124 h 6345"/>
                  <a:gd name="connsiteX5" fmla="*/ 1175 w 6343"/>
                  <a:gd name="connsiteY5" fmla="*/ 1053 h 6345"/>
                  <a:gd name="connsiteX6" fmla="*/ 246 w 6343"/>
                  <a:gd name="connsiteY6" fmla="*/ 3297 h 6345"/>
                  <a:gd name="connsiteX7" fmla="*/ 1175 w 6343"/>
                  <a:gd name="connsiteY7" fmla="*/ 5540 h 6345"/>
                  <a:gd name="connsiteX8" fmla="*/ 341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9"/>
                    </a:moveTo>
                    <a:cubicBezTo>
                      <a:pt x="4258" y="6469"/>
                      <a:pt x="5065" y="6135"/>
                      <a:pt x="5660" y="5540"/>
                    </a:cubicBezTo>
                    <a:cubicBezTo>
                      <a:pt x="6255" y="4945"/>
                      <a:pt x="6589" y="4138"/>
                      <a:pt x="6589" y="3297"/>
                    </a:cubicBezTo>
                    <a:cubicBezTo>
                      <a:pt x="6589" y="2455"/>
                      <a:pt x="6255" y="1648"/>
                      <a:pt x="5660" y="1053"/>
                    </a:cubicBezTo>
                    <a:cubicBezTo>
                      <a:pt x="5065" y="458"/>
                      <a:pt x="4258" y="124"/>
                      <a:pt x="3417" y="124"/>
                    </a:cubicBezTo>
                    <a:cubicBezTo>
                      <a:pt x="2576" y="124"/>
                      <a:pt x="1770" y="458"/>
                      <a:pt x="1175" y="1053"/>
                    </a:cubicBezTo>
                    <a:cubicBezTo>
                      <a:pt x="580" y="1648"/>
                      <a:pt x="246" y="2455"/>
                      <a:pt x="246" y="3297"/>
                    </a:cubicBezTo>
                    <a:cubicBezTo>
                      <a:pt x="246" y="4138"/>
                      <a:pt x="580" y="4945"/>
                      <a:pt x="1175" y="5540"/>
                    </a:cubicBezTo>
                    <a:cubicBezTo>
                      <a:pt x="1770" y="6135"/>
                      <a:pt x="2576" y="6469"/>
                      <a:pt x="341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39" name="Freeform: Shape 14538">
                <a:extLst>
                  <a:ext uri="{FF2B5EF4-FFF2-40B4-BE49-F238E27FC236}">
                    <a16:creationId xmlns:a16="http://schemas.microsoft.com/office/drawing/2014/main" id="{ED70EA99-00F8-E24C-4831-92CE6D2602FE}"/>
                  </a:ext>
                </a:extLst>
              </p:cNvPr>
              <p:cNvSpPr/>
              <p:nvPr/>
            </p:nvSpPr>
            <p:spPr>
              <a:xfrm>
                <a:off x="9528940" y="5052589"/>
                <a:ext cx="6343" cy="6345"/>
              </a:xfrm>
              <a:custGeom>
                <a:avLst/>
                <a:gdLst>
                  <a:gd name="connsiteX0" fmla="*/ 3417 w 6343"/>
                  <a:gd name="connsiteY0" fmla="*/ 6469 h 6345"/>
                  <a:gd name="connsiteX1" fmla="*/ 5660 w 6343"/>
                  <a:gd name="connsiteY1" fmla="*/ 5540 h 6345"/>
                  <a:gd name="connsiteX2" fmla="*/ 6589 w 6343"/>
                  <a:gd name="connsiteY2" fmla="*/ 3297 h 6345"/>
                  <a:gd name="connsiteX3" fmla="*/ 5660 w 6343"/>
                  <a:gd name="connsiteY3" fmla="*/ 1053 h 6345"/>
                  <a:gd name="connsiteX4" fmla="*/ 3417 w 6343"/>
                  <a:gd name="connsiteY4" fmla="*/ 124 h 6345"/>
                  <a:gd name="connsiteX5" fmla="*/ 1175 w 6343"/>
                  <a:gd name="connsiteY5" fmla="*/ 1053 h 6345"/>
                  <a:gd name="connsiteX6" fmla="*/ 246 w 6343"/>
                  <a:gd name="connsiteY6" fmla="*/ 3297 h 6345"/>
                  <a:gd name="connsiteX7" fmla="*/ 1175 w 6343"/>
                  <a:gd name="connsiteY7" fmla="*/ 5540 h 6345"/>
                  <a:gd name="connsiteX8" fmla="*/ 341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9"/>
                    </a:moveTo>
                    <a:cubicBezTo>
                      <a:pt x="4259" y="6469"/>
                      <a:pt x="5065" y="6135"/>
                      <a:pt x="5660" y="5540"/>
                    </a:cubicBezTo>
                    <a:cubicBezTo>
                      <a:pt x="6255" y="4945"/>
                      <a:pt x="6589" y="4138"/>
                      <a:pt x="6589" y="3297"/>
                    </a:cubicBezTo>
                    <a:cubicBezTo>
                      <a:pt x="6589" y="2455"/>
                      <a:pt x="6255" y="1648"/>
                      <a:pt x="5660" y="1053"/>
                    </a:cubicBezTo>
                    <a:cubicBezTo>
                      <a:pt x="5065" y="458"/>
                      <a:pt x="4259" y="124"/>
                      <a:pt x="3417" y="124"/>
                    </a:cubicBezTo>
                    <a:cubicBezTo>
                      <a:pt x="2576" y="124"/>
                      <a:pt x="1770" y="458"/>
                      <a:pt x="1175" y="1053"/>
                    </a:cubicBezTo>
                    <a:cubicBezTo>
                      <a:pt x="580" y="1648"/>
                      <a:pt x="246" y="2455"/>
                      <a:pt x="246" y="3297"/>
                    </a:cubicBezTo>
                    <a:cubicBezTo>
                      <a:pt x="246" y="4138"/>
                      <a:pt x="580" y="4945"/>
                      <a:pt x="1175" y="5540"/>
                    </a:cubicBezTo>
                    <a:cubicBezTo>
                      <a:pt x="1770" y="6135"/>
                      <a:pt x="2576" y="6469"/>
                      <a:pt x="341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40" name="Freeform: Shape 14539">
                <a:extLst>
                  <a:ext uri="{FF2B5EF4-FFF2-40B4-BE49-F238E27FC236}">
                    <a16:creationId xmlns:a16="http://schemas.microsoft.com/office/drawing/2014/main" id="{7182BD8E-B5D4-10CF-7723-DEACC9BA66E2}"/>
                  </a:ext>
                </a:extLst>
              </p:cNvPr>
              <p:cNvSpPr/>
              <p:nvPr/>
            </p:nvSpPr>
            <p:spPr>
              <a:xfrm>
                <a:off x="9530234" y="5053632"/>
                <a:ext cx="6343" cy="6345"/>
              </a:xfrm>
              <a:custGeom>
                <a:avLst/>
                <a:gdLst>
                  <a:gd name="connsiteX0" fmla="*/ 3418 w 6343"/>
                  <a:gd name="connsiteY0" fmla="*/ 6469 h 6345"/>
                  <a:gd name="connsiteX1" fmla="*/ 5660 w 6343"/>
                  <a:gd name="connsiteY1" fmla="*/ 5540 h 6345"/>
                  <a:gd name="connsiteX2" fmla="*/ 6589 w 6343"/>
                  <a:gd name="connsiteY2" fmla="*/ 3297 h 6345"/>
                  <a:gd name="connsiteX3" fmla="*/ 5660 w 6343"/>
                  <a:gd name="connsiteY3" fmla="*/ 1053 h 6345"/>
                  <a:gd name="connsiteX4" fmla="*/ 3418 w 6343"/>
                  <a:gd name="connsiteY4" fmla="*/ 124 h 6345"/>
                  <a:gd name="connsiteX5" fmla="*/ 1175 w 6343"/>
                  <a:gd name="connsiteY5" fmla="*/ 1053 h 6345"/>
                  <a:gd name="connsiteX6" fmla="*/ 246 w 6343"/>
                  <a:gd name="connsiteY6" fmla="*/ 3297 h 6345"/>
                  <a:gd name="connsiteX7" fmla="*/ 1175 w 6343"/>
                  <a:gd name="connsiteY7" fmla="*/ 5540 h 6345"/>
                  <a:gd name="connsiteX8" fmla="*/ 341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69"/>
                    </a:moveTo>
                    <a:cubicBezTo>
                      <a:pt x="4259" y="6469"/>
                      <a:pt x="5065" y="6135"/>
                      <a:pt x="5660" y="5540"/>
                    </a:cubicBezTo>
                    <a:cubicBezTo>
                      <a:pt x="6255" y="4945"/>
                      <a:pt x="6589" y="4138"/>
                      <a:pt x="6589" y="3297"/>
                    </a:cubicBezTo>
                    <a:cubicBezTo>
                      <a:pt x="6589" y="2455"/>
                      <a:pt x="6255" y="1648"/>
                      <a:pt x="5660" y="1053"/>
                    </a:cubicBezTo>
                    <a:cubicBezTo>
                      <a:pt x="5065" y="458"/>
                      <a:pt x="4259" y="124"/>
                      <a:pt x="3418" y="124"/>
                    </a:cubicBezTo>
                    <a:cubicBezTo>
                      <a:pt x="2576" y="124"/>
                      <a:pt x="1770" y="458"/>
                      <a:pt x="1175" y="1053"/>
                    </a:cubicBezTo>
                    <a:cubicBezTo>
                      <a:pt x="580" y="1648"/>
                      <a:pt x="246" y="2455"/>
                      <a:pt x="246" y="3297"/>
                    </a:cubicBezTo>
                    <a:cubicBezTo>
                      <a:pt x="246" y="4138"/>
                      <a:pt x="580" y="4945"/>
                      <a:pt x="1175" y="5540"/>
                    </a:cubicBezTo>
                    <a:cubicBezTo>
                      <a:pt x="1770" y="6135"/>
                      <a:pt x="2576" y="6469"/>
                      <a:pt x="341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41" name="Freeform: Shape 14540">
                <a:extLst>
                  <a:ext uri="{FF2B5EF4-FFF2-40B4-BE49-F238E27FC236}">
                    <a16:creationId xmlns:a16="http://schemas.microsoft.com/office/drawing/2014/main" id="{CD49C311-44B2-11DE-CAC2-54DA4DDA053C}"/>
                  </a:ext>
                </a:extLst>
              </p:cNvPr>
              <p:cNvSpPr/>
              <p:nvPr/>
            </p:nvSpPr>
            <p:spPr>
              <a:xfrm>
                <a:off x="9531643" y="5054336"/>
                <a:ext cx="6343" cy="6345"/>
              </a:xfrm>
              <a:custGeom>
                <a:avLst/>
                <a:gdLst>
                  <a:gd name="connsiteX0" fmla="*/ 3418 w 6343"/>
                  <a:gd name="connsiteY0" fmla="*/ 6470 h 6345"/>
                  <a:gd name="connsiteX1" fmla="*/ 5660 w 6343"/>
                  <a:gd name="connsiteY1" fmla="*/ 5540 h 6345"/>
                  <a:gd name="connsiteX2" fmla="*/ 6589 w 6343"/>
                  <a:gd name="connsiteY2" fmla="*/ 3297 h 6345"/>
                  <a:gd name="connsiteX3" fmla="*/ 5660 w 6343"/>
                  <a:gd name="connsiteY3" fmla="*/ 1053 h 6345"/>
                  <a:gd name="connsiteX4" fmla="*/ 3418 w 6343"/>
                  <a:gd name="connsiteY4" fmla="*/ 124 h 6345"/>
                  <a:gd name="connsiteX5" fmla="*/ 1175 w 6343"/>
                  <a:gd name="connsiteY5" fmla="*/ 1053 h 6345"/>
                  <a:gd name="connsiteX6" fmla="*/ 246 w 6343"/>
                  <a:gd name="connsiteY6" fmla="*/ 3297 h 6345"/>
                  <a:gd name="connsiteX7" fmla="*/ 1175 w 6343"/>
                  <a:gd name="connsiteY7" fmla="*/ 5540 h 6345"/>
                  <a:gd name="connsiteX8" fmla="*/ 341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0"/>
                    </a:moveTo>
                    <a:cubicBezTo>
                      <a:pt x="4259" y="6470"/>
                      <a:pt x="5066" y="6135"/>
                      <a:pt x="5660" y="5540"/>
                    </a:cubicBezTo>
                    <a:cubicBezTo>
                      <a:pt x="6255" y="4945"/>
                      <a:pt x="6589" y="4138"/>
                      <a:pt x="6589" y="3297"/>
                    </a:cubicBezTo>
                    <a:cubicBezTo>
                      <a:pt x="6589" y="2455"/>
                      <a:pt x="6255" y="1648"/>
                      <a:pt x="5660" y="1053"/>
                    </a:cubicBezTo>
                    <a:cubicBezTo>
                      <a:pt x="5066" y="458"/>
                      <a:pt x="4259" y="124"/>
                      <a:pt x="3418" y="124"/>
                    </a:cubicBezTo>
                    <a:cubicBezTo>
                      <a:pt x="2577" y="124"/>
                      <a:pt x="1770" y="458"/>
                      <a:pt x="1175" y="1053"/>
                    </a:cubicBezTo>
                    <a:cubicBezTo>
                      <a:pt x="580" y="1648"/>
                      <a:pt x="246" y="2455"/>
                      <a:pt x="246" y="3297"/>
                    </a:cubicBezTo>
                    <a:cubicBezTo>
                      <a:pt x="246" y="4138"/>
                      <a:pt x="580" y="4945"/>
                      <a:pt x="1175" y="5540"/>
                    </a:cubicBezTo>
                    <a:cubicBezTo>
                      <a:pt x="1770" y="6135"/>
                      <a:pt x="2577" y="6470"/>
                      <a:pt x="341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42" name="Freeform: Shape 14541">
                <a:extLst>
                  <a:ext uri="{FF2B5EF4-FFF2-40B4-BE49-F238E27FC236}">
                    <a16:creationId xmlns:a16="http://schemas.microsoft.com/office/drawing/2014/main" id="{9A6005F7-B418-4D92-231A-8E2FA1BD3E30}"/>
                  </a:ext>
                </a:extLst>
              </p:cNvPr>
              <p:cNvSpPr/>
              <p:nvPr/>
            </p:nvSpPr>
            <p:spPr>
              <a:xfrm>
                <a:off x="9530766" y="5061193"/>
                <a:ext cx="6343" cy="6345"/>
              </a:xfrm>
              <a:custGeom>
                <a:avLst/>
                <a:gdLst>
                  <a:gd name="connsiteX0" fmla="*/ 3418 w 6343"/>
                  <a:gd name="connsiteY0" fmla="*/ 6470 h 6345"/>
                  <a:gd name="connsiteX1" fmla="*/ 5660 w 6343"/>
                  <a:gd name="connsiteY1" fmla="*/ 5541 h 6345"/>
                  <a:gd name="connsiteX2" fmla="*/ 6589 w 6343"/>
                  <a:gd name="connsiteY2" fmla="*/ 3297 h 6345"/>
                  <a:gd name="connsiteX3" fmla="*/ 5660 w 6343"/>
                  <a:gd name="connsiteY3" fmla="*/ 1054 h 6345"/>
                  <a:gd name="connsiteX4" fmla="*/ 3418 w 6343"/>
                  <a:gd name="connsiteY4" fmla="*/ 125 h 6345"/>
                  <a:gd name="connsiteX5" fmla="*/ 1175 w 6343"/>
                  <a:gd name="connsiteY5" fmla="*/ 1054 h 6345"/>
                  <a:gd name="connsiteX6" fmla="*/ 246 w 6343"/>
                  <a:gd name="connsiteY6" fmla="*/ 3297 h 6345"/>
                  <a:gd name="connsiteX7" fmla="*/ 1175 w 6343"/>
                  <a:gd name="connsiteY7" fmla="*/ 5541 h 6345"/>
                  <a:gd name="connsiteX8" fmla="*/ 341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0"/>
                    </a:moveTo>
                    <a:cubicBezTo>
                      <a:pt x="4259" y="6470"/>
                      <a:pt x="5066" y="6136"/>
                      <a:pt x="5660" y="5541"/>
                    </a:cubicBezTo>
                    <a:cubicBezTo>
                      <a:pt x="6255" y="4946"/>
                      <a:pt x="6589" y="4139"/>
                      <a:pt x="6589" y="3297"/>
                    </a:cubicBezTo>
                    <a:cubicBezTo>
                      <a:pt x="6589" y="2456"/>
                      <a:pt x="6255" y="1649"/>
                      <a:pt x="5660" y="1054"/>
                    </a:cubicBezTo>
                    <a:cubicBezTo>
                      <a:pt x="5066" y="459"/>
                      <a:pt x="4259" y="125"/>
                      <a:pt x="3418" y="125"/>
                    </a:cubicBezTo>
                    <a:cubicBezTo>
                      <a:pt x="2577" y="125"/>
                      <a:pt x="1770" y="459"/>
                      <a:pt x="1175" y="1054"/>
                    </a:cubicBezTo>
                    <a:cubicBezTo>
                      <a:pt x="580" y="1649"/>
                      <a:pt x="246" y="2456"/>
                      <a:pt x="246" y="3297"/>
                    </a:cubicBezTo>
                    <a:cubicBezTo>
                      <a:pt x="246" y="4139"/>
                      <a:pt x="580" y="4946"/>
                      <a:pt x="1175" y="5541"/>
                    </a:cubicBezTo>
                    <a:cubicBezTo>
                      <a:pt x="1770" y="6136"/>
                      <a:pt x="2577" y="6470"/>
                      <a:pt x="341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43" name="Freeform: Shape 14542">
                <a:extLst>
                  <a:ext uri="{FF2B5EF4-FFF2-40B4-BE49-F238E27FC236}">
                    <a16:creationId xmlns:a16="http://schemas.microsoft.com/office/drawing/2014/main" id="{5532C5BE-60B7-8C4B-A978-B1AB899170B9}"/>
                  </a:ext>
                </a:extLst>
              </p:cNvPr>
              <p:cNvSpPr/>
              <p:nvPr/>
            </p:nvSpPr>
            <p:spPr>
              <a:xfrm>
                <a:off x="9510229" y="5119770"/>
                <a:ext cx="6343" cy="6345"/>
              </a:xfrm>
              <a:custGeom>
                <a:avLst/>
                <a:gdLst>
                  <a:gd name="connsiteX0" fmla="*/ 3416 w 6343"/>
                  <a:gd name="connsiteY0" fmla="*/ 6475 h 6345"/>
                  <a:gd name="connsiteX1" fmla="*/ 5659 w 6343"/>
                  <a:gd name="connsiteY1" fmla="*/ 5545 h 6345"/>
                  <a:gd name="connsiteX2" fmla="*/ 6588 w 6343"/>
                  <a:gd name="connsiteY2" fmla="*/ 3302 h 6345"/>
                  <a:gd name="connsiteX3" fmla="*/ 5659 w 6343"/>
                  <a:gd name="connsiteY3" fmla="*/ 1059 h 6345"/>
                  <a:gd name="connsiteX4" fmla="*/ 3416 w 6343"/>
                  <a:gd name="connsiteY4" fmla="*/ 129 h 6345"/>
                  <a:gd name="connsiteX5" fmla="*/ 1173 w 6343"/>
                  <a:gd name="connsiteY5" fmla="*/ 1059 h 6345"/>
                  <a:gd name="connsiteX6" fmla="*/ 244 w 6343"/>
                  <a:gd name="connsiteY6" fmla="*/ 3302 h 6345"/>
                  <a:gd name="connsiteX7" fmla="*/ 1173 w 6343"/>
                  <a:gd name="connsiteY7" fmla="*/ 5545 h 6345"/>
                  <a:gd name="connsiteX8" fmla="*/ 3416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5"/>
                    </a:moveTo>
                    <a:cubicBezTo>
                      <a:pt x="4257" y="6475"/>
                      <a:pt x="5064" y="6140"/>
                      <a:pt x="5659" y="5545"/>
                    </a:cubicBezTo>
                    <a:cubicBezTo>
                      <a:pt x="6253" y="4950"/>
                      <a:pt x="6588" y="4143"/>
                      <a:pt x="6588" y="3302"/>
                    </a:cubicBezTo>
                    <a:cubicBezTo>
                      <a:pt x="6588" y="2461"/>
                      <a:pt x="6253" y="1653"/>
                      <a:pt x="5659" y="1059"/>
                    </a:cubicBezTo>
                    <a:cubicBezTo>
                      <a:pt x="5064" y="464"/>
                      <a:pt x="4257" y="129"/>
                      <a:pt x="3416" y="129"/>
                    </a:cubicBezTo>
                    <a:cubicBezTo>
                      <a:pt x="2575" y="129"/>
                      <a:pt x="1768" y="464"/>
                      <a:pt x="1173" y="1059"/>
                    </a:cubicBezTo>
                    <a:cubicBezTo>
                      <a:pt x="579" y="1653"/>
                      <a:pt x="244" y="2461"/>
                      <a:pt x="244" y="3302"/>
                    </a:cubicBezTo>
                    <a:cubicBezTo>
                      <a:pt x="244" y="4143"/>
                      <a:pt x="579" y="4950"/>
                      <a:pt x="1173" y="5545"/>
                    </a:cubicBezTo>
                    <a:cubicBezTo>
                      <a:pt x="1768" y="6140"/>
                      <a:pt x="2575" y="6475"/>
                      <a:pt x="3416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44" name="Freeform: Shape 14543">
                <a:extLst>
                  <a:ext uri="{FF2B5EF4-FFF2-40B4-BE49-F238E27FC236}">
                    <a16:creationId xmlns:a16="http://schemas.microsoft.com/office/drawing/2014/main" id="{85EBFDB2-1553-F6E0-8426-A6B74823908F}"/>
                  </a:ext>
                </a:extLst>
              </p:cNvPr>
              <p:cNvSpPr/>
              <p:nvPr/>
            </p:nvSpPr>
            <p:spPr>
              <a:xfrm>
                <a:off x="9510503" y="5122235"/>
                <a:ext cx="6343" cy="6345"/>
              </a:xfrm>
              <a:custGeom>
                <a:avLst/>
                <a:gdLst>
                  <a:gd name="connsiteX0" fmla="*/ 3416 w 6343"/>
                  <a:gd name="connsiteY0" fmla="*/ 6475 h 6345"/>
                  <a:gd name="connsiteX1" fmla="*/ 5659 w 6343"/>
                  <a:gd name="connsiteY1" fmla="*/ 5546 h 6345"/>
                  <a:gd name="connsiteX2" fmla="*/ 6588 w 6343"/>
                  <a:gd name="connsiteY2" fmla="*/ 3302 h 6345"/>
                  <a:gd name="connsiteX3" fmla="*/ 5659 w 6343"/>
                  <a:gd name="connsiteY3" fmla="*/ 1059 h 6345"/>
                  <a:gd name="connsiteX4" fmla="*/ 3416 w 6343"/>
                  <a:gd name="connsiteY4" fmla="*/ 129 h 6345"/>
                  <a:gd name="connsiteX5" fmla="*/ 1173 w 6343"/>
                  <a:gd name="connsiteY5" fmla="*/ 1059 h 6345"/>
                  <a:gd name="connsiteX6" fmla="*/ 244 w 6343"/>
                  <a:gd name="connsiteY6" fmla="*/ 3302 h 6345"/>
                  <a:gd name="connsiteX7" fmla="*/ 1173 w 6343"/>
                  <a:gd name="connsiteY7" fmla="*/ 5546 h 6345"/>
                  <a:gd name="connsiteX8" fmla="*/ 3416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5"/>
                    </a:moveTo>
                    <a:cubicBezTo>
                      <a:pt x="4257" y="6475"/>
                      <a:pt x="5064" y="6141"/>
                      <a:pt x="5659" y="5546"/>
                    </a:cubicBezTo>
                    <a:cubicBezTo>
                      <a:pt x="6253" y="4951"/>
                      <a:pt x="6588" y="4144"/>
                      <a:pt x="6588" y="3302"/>
                    </a:cubicBezTo>
                    <a:cubicBezTo>
                      <a:pt x="6588" y="2461"/>
                      <a:pt x="6253" y="1654"/>
                      <a:pt x="5659" y="1059"/>
                    </a:cubicBezTo>
                    <a:cubicBezTo>
                      <a:pt x="5064" y="464"/>
                      <a:pt x="4257" y="129"/>
                      <a:pt x="3416" y="129"/>
                    </a:cubicBezTo>
                    <a:cubicBezTo>
                      <a:pt x="2575" y="129"/>
                      <a:pt x="1768" y="464"/>
                      <a:pt x="1173" y="1059"/>
                    </a:cubicBezTo>
                    <a:cubicBezTo>
                      <a:pt x="579" y="1654"/>
                      <a:pt x="244" y="2461"/>
                      <a:pt x="244" y="3302"/>
                    </a:cubicBezTo>
                    <a:cubicBezTo>
                      <a:pt x="244" y="4144"/>
                      <a:pt x="579" y="4951"/>
                      <a:pt x="1173" y="5546"/>
                    </a:cubicBezTo>
                    <a:cubicBezTo>
                      <a:pt x="1768" y="6141"/>
                      <a:pt x="2575" y="6475"/>
                      <a:pt x="3416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45" name="Freeform: Shape 14544">
                <a:extLst>
                  <a:ext uri="{FF2B5EF4-FFF2-40B4-BE49-F238E27FC236}">
                    <a16:creationId xmlns:a16="http://schemas.microsoft.com/office/drawing/2014/main" id="{0E80C495-160A-5160-3C8A-109C40FE51CA}"/>
                  </a:ext>
                </a:extLst>
              </p:cNvPr>
              <p:cNvSpPr/>
              <p:nvPr/>
            </p:nvSpPr>
            <p:spPr>
              <a:xfrm>
                <a:off x="9512839" y="5131233"/>
                <a:ext cx="6343" cy="6345"/>
              </a:xfrm>
              <a:custGeom>
                <a:avLst/>
                <a:gdLst>
                  <a:gd name="connsiteX0" fmla="*/ 3416 w 6343"/>
                  <a:gd name="connsiteY0" fmla="*/ 6476 h 6345"/>
                  <a:gd name="connsiteX1" fmla="*/ 5659 w 6343"/>
                  <a:gd name="connsiteY1" fmla="*/ 5546 h 6345"/>
                  <a:gd name="connsiteX2" fmla="*/ 6588 w 6343"/>
                  <a:gd name="connsiteY2" fmla="*/ 3303 h 6345"/>
                  <a:gd name="connsiteX3" fmla="*/ 5659 w 6343"/>
                  <a:gd name="connsiteY3" fmla="*/ 1059 h 6345"/>
                  <a:gd name="connsiteX4" fmla="*/ 3416 w 6343"/>
                  <a:gd name="connsiteY4" fmla="*/ 130 h 6345"/>
                  <a:gd name="connsiteX5" fmla="*/ 1174 w 6343"/>
                  <a:gd name="connsiteY5" fmla="*/ 1059 h 6345"/>
                  <a:gd name="connsiteX6" fmla="*/ 245 w 6343"/>
                  <a:gd name="connsiteY6" fmla="*/ 3303 h 6345"/>
                  <a:gd name="connsiteX7" fmla="*/ 1174 w 6343"/>
                  <a:gd name="connsiteY7" fmla="*/ 5546 h 6345"/>
                  <a:gd name="connsiteX8" fmla="*/ 3416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6"/>
                    </a:moveTo>
                    <a:cubicBezTo>
                      <a:pt x="4257" y="6476"/>
                      <a:pt x="5064" y="6141"/>
                      <a:pt x="5659" y="5546"/>
                    </a:cubicBezTo>
                    <a:cubicBezTo>
                      <a:pt x="6254" y="4951"/>
                      <a:pt x="6588" y="4144"/>
                      <a:pt x="6588" y="3303"/>
                    </a:cubicBezTo>
                    <a:cubicBezTo>
                      <a:pt x="6588" y="2461"/>
                      <a:pt x="6254" y="1654"/>
                      <a:pt x="5659" y="1059"/>
                    </a:cubicBezTo>
                    <a:cubicBezTo>
                      <a:pt x="5064" y="464"/>
                      <a:pt x="4257" y="130"/>
                      <a:pt x="3416" y="130"/>
                    </a:cubicBezTo>
                    <a:cubicBezTo>
                      <a:pt x="2575" y="130"/>
                      <a:pt x="1768" y="464"/>
                      <a:pt x="1174" y="1059"/>
                    </a:cubicBezTo>
                    <a:cubicBezTo>
                      <a:pt x="579" y="1654"/>
                      <a:pt x="245" y="2461"/>
                      <a:pt x="245" y="3303"/>
                    </a:cubicBezTo>
                    <a:cubicBezTo>
                      <a:pt x="245" y="4144"/>
                      <a:pt x="579" y="4951"/>
                      <a:pt x="1174" y="5546"/>
                    </a:cubicBezTo>
                    <a:cubicBezTo>
                      <a:pt x="1768" y="6141"/>
                      <a:pt x="2575" y="6476"/>
                      <a:pt x="3416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46" name="Freeform: Shape 14545">
                <a:extLst>
                  <a:ext uri="{FF2B5EF4-FFF2-40B4-BE49-F238E27FC236}">
                    <a16:creationId xmlns:a16="http://schemas.microsoft.com/office/drawing/2014/main" id="{7B00695C-B3EA-7FD5-1E9C-5C1CC1C34BE1}"/>
                  </a:ext>
                </a:extLst>
              </p:cNvPr>
              <p:cNvSpPr/>
              <p:nvPr/>
            </p:nvSpPr>
            <p:spPr>
              <a:xfrm>
                <a:off x="9514292" y="5133321"/>
                <a:ext cx="6343" cy="6345"/>
              </a:xfrm>
              <a:custGeom>
                <a:avLst/>
                <a:gdLst>
                  <a:gd name="connsiteX0" fmla="*/ 3416 w 6343"/>
                  <a:gd name="connsiteY0" fmla="*/ 6476 h 6345"/>
                  <a:gd name="connsiteX1" fmla="*/ 5659 w 6343"/>
                  <a:gd name="connsiteY1" fmla="*/ 5546 h 6345"/>
                  <a:gd name="connsiteX2" fmla="*/ 6588 w 6343"/>
                  <a:gd name="connsiteY2" fmla="*/ 3303 h 6345"/>
                  <a:gd name="connsiteX3" fmla="*/ 5659 w 6343"/>
                  <a:gd name="connsiteY3" fmla="*/ 1060 h 6345"/>
                  <a:gd name="connsiteX4" fmla="*/ 3416 w 6343"/>
                  <a:gd name="connsiteY4" fmla="*/ 130 h 6345"/>
                  <a:gd name="connsiteX5" fmla="*/ 1174 w 6343"/>
                  <a:gd name="connsiteY5" fmla="*/ 1060 h 6345"/>
                  <a:gd name="connsiteX6" fmla="*/ 245 w 6343"/>
                  <a:gd name="connsiteY6" fmla="*/ 3303 h 6345"/>
                  <a:gd name="connsiteX7" fmla="*/ 1174 w 6343"/>
                  <a:gd name="connsiteY7" fmla="*/ 5546 h 6345"/>
                  <a:gd name="connsiteX8" fmla="*/ 3416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6"/>
                    </a:moveTo>
                    <a:cubicBezTo>
                      <a:pt x="4257" y="6476"/>
                      <a:pt x="5064" y="6141"/>
                      <a:pt x="5659" y="5546"/>
                    </a:cubicBezTo>
                    <a:cubicBezTo>
                      <a:pt x="6254" y="4951"/>
                      <a:pt x="6588" y="4144"/>
                      <a:pt x="6588" y="3303"/>
                    </a:cubicBezTo>
                    <a:cubicBezTo>
                      <a:pt x="6588" y="2462"/>
                      <a:pt x="6254" y="1655"/>
                      <a:pt x="5659" y="1060"/>
                    </a:cubicBezTo>
                    <a:cubicBezTo>
                      <a:pt x="5064" y="465"/>
                      <a:pt x="4257" y="130"/>
                      <a:pt x="3416" y="130"/>
                    </a:cubicBezTo>
                    <a:cubicBezTo>
                      <a:pt x="2575" y="130"/>
                      <a:pt x="1768" y="465"/>
                      <a:pt x="1174" y="1060"/>
                    </a:cubicBezTo>
                    <a:cubicBezTo>
                      <a:pt x="579" y="1655"/>
                      <a:pt x="245" y="2462"/>
                      <a:pt x="245" y="3303"/>
                    </a:cubicBezTo>
                    <a:cubicBezTo>
                      <a:pt x="245" y="4144"/>
                      <a:pt x="579" y="4951"/>
                      <a:pt x="1174" y="5546"/>
                    </a:cubicBezTo>
                    <a:cubicBezTo>
                      <a:pt x="1768" y="6141"/>
                      <a:pt x="2575" y="6476"/>
                      <a:pt x="3416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47" name="Freeform: Shape 14546">
                <a:extLst>
                  <a:ext uri="{FF2B5EF4-FFF2-40B4-BE49-F238E27FC236}">
                    <a16:creationId xmlns:a16="http://schemas.microsoft.com/office/drawing/2014/main" id="{2AEDAE11-15F2-9E14-2215-1CDDF9426025}"/>
                  </a:ext>
                </a:extLst>
              </p:cNvPr>
              <p:cNvSpPr/>
              <p:nvPr/>
            </p:nvSpPr>
            <p:spPr>
              <a:xfrm>
                <a:off x="9514730" y="5134986"/>
                <a:ext cx="6343" cy="6345"/>
              </a:xfrm>
              <a:custGeom>
                <a:avLst/>
                <a:gdLst>
                  <a:gd name="connsiteX0" fmla="*/ 3416 w 6343"/>
                  <a:gd name="connsiteY0" fmla="*/ 6476 h 6345"/>
                  <a:gd name="connsiteX1" fmla="*/ 5659 w 6343"/>
                  <a:gd name="connsiteY1" fmla="*/ 5547 h 6345"/>
                  <a:gd name="connsiteX2" fmla="*/ 6588 w 6343"/>
                  <a:gd name="connsiteY2" fmla="*/ 3303 h 6345"/>
                  <a:gd name="connsiteX3" fmla="*/ 5659 w 6343"/>
                  <a:gd name="connsiteY3" fmla="*/ 1060 h 6345"/>
                  <a:gd name="connsiteX4" fmla="*/ 3416 w 6343"/>
                  <a:gd name="connsiteY4" fmla="*/ 130 h 6345"/>
                  <a:gd name="connsiteX5" fmla="*/ 1174 w 6343"/>
                  <a:gd name="connsiteY5" fmla="*/ 1060 h 6345"/>
                  <a:gd name="connsiteX6" fmla="*/ 245 w 6343"/>
                  <a:gd name="connsiteY6" fmla="*/ 3303 h 6345"/>
                  <a:gd name="connsiteX7" fmla="*/ 1174 w 6343"/>
                  <a:gd name="connsiteY7" fmla="*/ 5547 h 6345"/>
                  <a:gd name="connsiteX8" fmla="*/ 3416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6"/>
                    </a:moveTo>
                    <a:cubicBezTo>
                      <a:pt x="4257" y="6476"/>
                      <a:pt x="5064" y="6142"/>
                      <a:pt x="5659" y="5547"/>
                    </a:cubicBezTo>
                    <a:cubicBezTo>
                      <a:pt x="6254" y="4952"/>
                      <a:pt x="6588" y="4145"/>
                      <a:pt x="6588" y="3303"/>
                    </a:cubicBezTo>
                    <a:cubicBezTo>
                      <a:pt x="6588" y="2462"/>
                      <a:pt x="6254" y="1655"/>
                      <a:pt x="5659" y="1060"/>
                    </a:cubicBezTo>
                    <a:cubicBezTo>
                      <a:pt x="5064" y="465"/>
                      <a:pt x="4257" y="130"/>
                      <a:pt x="3416" y="130"/>
                    </a:cubicBezTo>
                    <a:cubicBezTo>
                      <a:pt x="2575" y="130"/>
                      <a:pt x="1768" y="465"/>
                      <a:pt x="1174" y="1060"/>
                    </a:cubicBezTo>
                    <a:cubicBezTo>
                      <a:pt x="579" y="1655"/>
                      <a:pt x="245" y="2462"/>
                      <a:pt x="245" y="3303"/>
                    </a:cubicBezTo>
                    <a:cubicBezTo>
                      <a:pt x="245" y="4145"/>
                      <a:pt x="579" y="4952"/>
                      <a:pt x="1174" y="5547"/>
                    </a:cubicBezTo>
                    <a:cubicBezTo>
                      <a:pt x="1768" y="6142"/>
                      <a:pt x="2575" y="6476"/>
                      <a:pt x="3416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48" name="Freeform: Shape 14547">
                <a:extLst>
                  <a:ext uri="{FF2B5EF4-FFF2-40B4-BE49-F238E27FC236}">
                    <a16:creationId xmlns:a16="http://schemas.microsoft.com/office/drawing/2014/main" id="{87BA9F73-C1A4-4366-AB00-631FCF086FD5}"/>
                  </a:ext>
                </a:extLst>
              </p:cNvPr>
              <p:cNvSpPr/>
              <p:nvPr/>
            </p:nvSpPr>
            <p:spPr>
              <a:xfrm>
                <a:off x="9516752" y="5135694"/>
                <a:ext cx="6343" cy="6345"/>
              </a:xfrm>
              <a:custGeom>
                <a:avLst/>
                <a:gdLst>
                  <a:gd name="connsiteX0" fmla="*/ 3417 w 6343"/>
                  <a:gd name="connsiteY0" fmla="*/ 6476 h 6345"/>
                  <a:gd name="connsiteX1" fmla="*/ 5659 w 6343"/>
                  <a:gd name="connsiteY1" fmla="*/ 5547 h 6345"/>
                  <a:gd name="connsiteX2" fmla="*/ 6588 w 6343"/>
                  <a:gd name="connsiteY2" fmla="*/ 3303 h 6345"/>
                  <a:gd name="connsiteX3" fmla="*/ 5659 w 6343"/>
                  <a:gd name="connsiteY3" fmla="*/ 1060 h 6345"/>
                  <a:gd name="connsiteX4" fmla="*/ 3417 w 6343"/>
                  <a:gd name="connsiteY4" fmla="*/ 131 h 6345"/>
                  <a:gd name="connsiteX5" fmla="*/ 1174 w 6343"/>
                  <a:gd name="connsiteY5" fmla="*/ 1060 h 6345"/>
                  <a:gd name="connsiteX6" fmla="*/ 245 w 6343"/>
                  <a:gd name="connsiteY6" fmla="*/ 3303 h 6345"/>
                  <a:gd name="connsiteX7" fmla="*/ 1174 w 6343"/>
                  <a:gd name="connsiteY7" fmla="*/ 5547 h 6345"/>
                  <a:gd name="connsiteX8" fmla="*/ 3417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6"/>
                    </a:moveTo>
                    <a:cubicBezTo>
                      <a:pt x="4258" y="6476"/>
                      <a:pt x="5064" y="6142"/>
                      <a:pt x="5659" y="5547"/>
                    </a:cubicBezTo>
                    <a:cubicBezTo>
                      <a:pt x="6254" y="4952"/>
                      <a:pt x="6588" y="4145"/>
                      <a:pt x="6588" y="3303"/>
                    </a:cubicBezTo>
                    <a:cubicBezTo>
                      <a:pt x="6588" y="2462"/>
                      <a:pt x="6254" y="1655"/>
                      <a:pt x="5659" y="1060"/>
                    </a:cubicBezTo>
                    <a:cubicBezTo>
                      <a:pt x="5064" y="465"/>
                      <a:pt x="4258" y="131"/>
                      <a:pt x="3417" y="131"/>
                    </a:cubicBezTo>
                    <a:cubicBezTo>
                      <a:pt x="2575" y="131"/>
                      <a:pt x="1769" y="465"/>
                      <a:pt x="1174" y="1060"/>
                    </a:cubicBezTo>
                    <a:cubicBezTo>
                      <a:pt x="579" y="1655"/>
                      <a:pt x="245" y="2462"/>
                      <a:pt x="245" y="3303"/>
                    </a:cubicBezTo>
                    <a:cubicBezTo>
                      <a:pt x="245" y="4145"/>
                      <a:pt x="579" y="4952"/>
                      <a:pt x="1174" y="5547"/>
                    </a:cubicBezTo>
                    <a:cubicBezTo>
                      <a:pt x="1769" y="6142"/>
                      <a:pt x="2575" y="6476"/>
                      <a:pt x="3417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49" name="Freeform: Shape 14548">
                <a:extLst>
                  <a:ext uri="{FF2B5EF4-FFF2-40B4-BE49-F238E27FC236}">
                    <a16:creationId xmlns:a16="http://schemas.microsoft.com/office/drawing/2014/main" id="{04E6DAC4-5127-6B06-B056-C9CE29F55D64}"/>
                  </a:ext>
                </a:extLst>
              </p:cNvPr>
              <p:cNvSpPr/>
              <p:nvPr/>
            </p:nvSpPr>
            <p:spPr>
              <a:xfrm>
                <a:off x="9517334" y="5136975"/>
                <a:ext cx="6343" cy="6345"/>
              </a:xfrm>
              <a:custGeom>
                <a:avLst/>
                <a:gdLst>
                  <a:gd name="connsiteX0" fmla="*/ 3417 w 6343"/>
                  <a:gd name="connsiteY0" fmla="*/ 6476 h 6345"/>
                  <a:gd name="connsiteX1" fmla="*/ 5659 w 6343"/>
                  <a:gd name="connsiteY1" fmla="*/ 5547 h 6345"/>
                  <a:gd name="connsiteX2" fmla="*/ 6588 w 6343"/>
                  <a:gd name="connsiteY2" fmla="*/ 3303 h 6345"/>
                  <a:gd name="connsiteX3" fmla="*/ 5659 w 6343"/>
                  <a:gd name="connsiteY3" fmla="*/ 1060 h 6345"/>
                  <a:gd name="connsiteX4" fmla="*/ 3417 w 6343"/>
                  <a:gd name="connsiteY4" fmla="*/ 131 h 6345"/>
                  <a:gd name="connsiteX5" fmla="*/ 1174 w 6343"/>
                  <a:gd name="connsiteY5" fmla="*/ 1060 h 6345"/>
                  <a:gd name="connsiteX6" fmla="*/ 245 w 6343"/>
                  <a:gd name="connsiteY6" fmla="*/ 3303 h 6345"/>
                  <a:gd name="connsiteX7" fmla="*/ 1174 w 6343"/>
                  <a:gd name="connsiteY7" fmla="*/ 5547 h 6345"/>
                  <a:gd name="connsiteX8" fmla="*/ 3417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6"/>
                    </a:moveTo>
                    <a:cubicBezTo>
                      <a:pt x="4258" y="6476"/>
                      <a:pt x="5064" y="6142"/>
                      <a:pt x="5659" y="5547"/>
                    </a:cubicBezTo>
                    <a:cubicBezTo>
                      <a:pt x="6254" y="4952"/>
                      <a:pt x="6588" y="4145"/>
                      <a:pt x="6588" y="3303"/>
                    </a:cubicBezTo>
                    <a:cubicBezTo>
                      <a:pt x="6588" y="2462"/>
                      <a:pt x="6254" y="1655"/>
                      <a:pt x="5659" y="1060"/>
                    </a:cubicBezTo>
                    <a:cubicBezTo>
                      <a:pt x="5064" y="465"/>
                      <a:pt x="4258" y="131"/>
                      <a:pt x="3417" y="131"/>
                    </a:cubicBezTo>
                    <a:cubicBezTo>
                      <a:pt x="2575" y="131"/>
                      <a:pt x="1769" y="465"/>
                      <a:pt x="1174" y="1060"/>
                    </a:cubicBezTo>
                    <a:cubicBezTo>
                      <a:pt x="579" y="1655"/>
                      <a:pt x="245" y="2462"/>
                      <a:pt x="245" y="3303"/>
                    </a:cubicBezTo>
                    <a:cubicBezTo>
                      <a:pt x="245" y="4145"/>
                      <a:pt x="579" y="4952"/>
                      <a:pt x="1174" y="5547"/>
                    </a:cubicBezTo>
                    <a:cubicBezTo>
                      <a:pt x="1769" y="6142"/>
                      <a:pt x="2575" y="6476"/>
                      <a:pt x="3417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50" name="Freeform: Shape 14549">
                <a:extLst>
                  <a:ext uri="{FF2B5EF4-FFF2-40B4-BE49-F238E27FC236}">
                    <a16:creationId xmlns:a16="http://schemas.microsoft.com/office/drawing/2014/main" id="{FDB56467-6C84-B4D1-8925-7B4121625B32}"/>
                  </a:ext>
                </a:extLst>
              </p:cNvPr>
              <p:cNvSpPr/>
              <p:nvPr/>
            </p:nvSpPr>
            <p:spPr>
              <a:xfrm>
                <a:off x="9517929" y="5138201"/>
                <a:ext cx="6343" cy="6345"/>
              </a:xfrm>
              <a:custGeom>
                <a:avLst/>
                <a:gdLst>
                  <a:gd name="connsiteX0" fmla="*/ 3417 w 6343"/>
                  <a:gd name="connsiteY0" fmla="*/ 6476 h 6345"/>
                  <a:gd name="connsiteX1" fmla="*/ 5659 w 6343"/>
                  <a:gd name="connsiteY1" fmla="*/ 5547 h 6345"/>
                  <a:gd name="connsiteX2" fmla="*/ 6588 w 6343"/>
                  <a:gd name="connsiteY2" fmla="*/ 3303 h 6345"/>
                  <a:gd name="connsiteX3" fmla="*/ 5659 w 6343"/>
                  <a:gd name="connsiteY3" fmla="*/ 1060 h 6345"/>
                  <a:gd name="connsiteX4" fmla="*/ 3417 w 6343"/>
                  <a:gd name="connsiteY4" fmla="*/ 131 h 6345"/>
                  <a:gd name="connsiteX5" fmla="*/ 1174 w 6343"/>
                  <a:gd name="connsiteY5" fmla="*/ 1060 h 6345"/>
                  <a:gd name="connsiteX6" fmla="*/ 245 w 6343"/>
                  <a:gd name="connsiteY6" fmla="*/ 3303 h 6345"/>
                  <a:gd name="connsiteX7" fmla="*/ 1174 w 6343"/>
                  <a:gd name="connsiteY7" fmla="*/ 5547 h 6345"/>
                  <a:gd name="connsiteX8" fmla="*/ 3417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6"/>
                    </a:moveTo>
                    <a:cubicBezTo>
                      <a:pt x="4258" y="6476"/>
                      <a:pt x="5064" y="6142"/>
                      <a:pt x="5659" y="5547"/>
                    </a:cubicBezTo>
                    <a:cubicBezTo>
                      <a:pt x="6254" y="4952"/>
                      <a:pt x="6588" y="4145"/>
                      <a:pt x="6588" y="3303"/>
                    </a:cubicBezTo>
                    <a:cubicBezTo>
                      <a:pt x="6588" y="2462"/>
                      <a:pt x="6254" y="1655"/>
                      <a:pt x="5659" y="1060"/>
                    </a:cubicBezTo>
                    <a:cubicBezTo>
                      <a:pt x="5064" y="465"/>
                      <a:pt x="4258" y="131"/>
                      <a:pt x="3417" y="131"/>
                    </a:cubicBezTo>
                    <a:cubicBezTo>
                      <a:pt x="2576" y="131"/>
                      <a:pt x="1769" y="465"/>
                      <a:pt x="1174" y="1060"/>
                    </a:cubicBezTo>
                    <a:cubicBezTo>
                      <a:pt x="579" y="1655"/>
                      <a:pt x="245" y="2462"/>
                      <a:pt x="245" y="3303"/>
                    </a:cubicBezTo>
                    <a:cubicBezTo>
                      <a:pt x="245" y="4145"/>
                      <a:pt x="579" y="4952"/>
                      <a:pt x="1174" y="5547"/>
                    </a:cubicBezTo>
                    <a:cubicBezTo>
                      <a:pt x="1769" y="6142"/>
                      <a:pt x="2576" y="6476"/>
                      <a:pt x="3417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51" name="Freeform: Shape 14550">
                <a:extLst>
                  <a:ext uri="{FF2B5EF4-FFF2-40B4-BE49-F238E27FC236}">
                    <a16:creationId xmlns:a16="http://schemas.microsoft.com/office/drawing/2014/main" id="{B0395B07-F3FA-8D1C-11FC-480DCCEE5EDA}"/>
                  </a:ext>
                </a:extLst>
              </p:cNvPr>
              <p:cNvSpPr/>
              <p:nvPr/>
            </p:nvSpPr>
            <p:spPr>
              <a:xfrm>
                <a:off x="9518009" y="5140478"/>
                <a:ext cx="6343" cy="6345"/>
              </a:xfrm>
              <a:custGeom>
                <a:avLst/>
                <a:gdLst>
                  <a:gd name="connsiteX0" fmla="*/ 3417 w 6343"/>
                  <a:gd name="connsiteY0" fmla="*/ 6476 h 6345"/>
                  <a:gd name="connsiteX1" fmla="*/ 5659 w 6343"/>
                  <a:gd name="connsiteY1" fmla="*/ 5547 h 6345"/>
                  <a:gd name="connsiteX2" fmla="*/ 6588 w 6343"/>
                  <a:gd name="connsiteY2" fmla="*/ 3304 h 6345"/>
                  <a:gd name="connsiteX3" fmla="*/ 5659 w 6343"/>
                  <a:gd name="connsiteY3" fmla="*/ 1060 h 6345"/>
                  <a:gd name="connsiteX4" fmla="*/ 3417 w 6343"/>
                  <a:gd name="connsiteY4" fmla="*/ 131 h 6345"/>
                  <a:gd name="connsiteX5" fmla="*/ 1174 w 6343"/>
                  <a:gd name="connsiteY5" fmla="*/ 1060 h 6345"/>
                  <a:gd name="connsiteX6" fmla="*/ 245 w 6343"/>
                  <a:gd name="connsiteY6" fmla="*/ 3304 h 6345"/>
                  <a:gd name="connsiteX7" fmla="*/ 1174 w 6343"/>
                  <a:gd name="connsiteY7" fmla="*/ 5547 h 6345"/>
                  <a:gd name="connsiteX8" fmla="*/ 3417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6"/>
                    </a:moveTo>
                    <a:cubicBezTo>
                      <a:pt x="4258" y="6476"/>
                      <a:pt x="5065" y="6142"/>
                      <a:pt x="5659" y="5547"/>
                    </a:cubicBezTo>
                    <a:cubicBezTo>
                      <a:pt x="6254" y="4952"/>
                      <a:pt x="6588" y="4145"/>
                      <a:pt x="6588" y="3304"/>
                    </a:cubicBezTo>
                    <a:cubicBezTo>
                      <a:pt x="6588" y="2462"/>
                      <a:pt x="6254" y="1655"/>
                      <a:pt x="5659" y="1060"/>
                    </a:cubicBezTo>
                    <a:cubicBezTo>
                      <a:pt x="5065" y="465"/>
                      <a:pt x="4258" y="131"/>
                      <a:pt x="3417" y="131"/>
                    </a:cubicBezTo>
                    <a:cubicBezTo>
                      <a:pt x="2576" y="131"/>
                      <a:pt x="1769" y="465"/>
                      <a:pt x="1174" y="1060"/>
                    </a:cubicBezTo>
                    <a:cubicBezTo>
                      <a:pt x="579" y="1655"/>
                      <a:pt x="245" y="2462"/>
                      <a:pt x="245" y="3304"/>
                    </a:cubicBezTo>
                    <a:cubicBezTo>
                      <a:pt x="245" y="4145"/>
                      <a:pt x="579" y="4952"/>
                      <a:pt x="1174" y="5547"/>
                    </a:cubicBezTo>
                    <a:cubicBezTo>
                      <a:pt x="1769" y="6142"/>
                      <a:pt x="2576" y="6476"/>
                      <a:pt x="3417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52" name="Freeform: Shape 14551">
                <a:extLst>
                  <a:ext uri="{FF2B5EF4-FFF2-40B4-BE49-F238E27FC236}">
                    <a16:creationId xmlns:a16="http://schemas.microsoft.com/office/drawing/2014/main" id="{8968136E-17EC-E22B-0AC1-9FC44F43A6F3}"/>
                  </a:ext>
                </a:extLst>
              </p:cNvPr>
              <p:cNvSpPr/>
              <p:nvPr/>
            </p:nvSpPr>
            <p:spPr>
              <a:xfrm>
                <a:off x="9516559" y="5145833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59 w 6343"/>
                  <a:gd name="connsiteY1" fmla="*/ 5547 h 6345"/>
                  <a:gd name="connsiteX2" fmla="*/ 6588 w 6343"/>
                  <a:gd name="connsiteY2" fmla="*/ 3304 h 6345"/>
                  <a:gd name="connsiteX3" fmla="*/ 5659 w 6343"/>
                  <a:gd name="connsiteY3" fmla="*/ 1061 h 6345"/>
                  <a:gd name="connsiteX4" fmla="*/ 3417 w 6343"/>
                  <a:gd name="connsiteY4" fmla="*/ 131 h 6345"/>
                  <a:gd name="connsiteX5" fmla="*/ 1174 w 6343"/>
                  <a:gd name="connsiteY5" fmla="*/ 1061 h 6345"/>
                  <a:gd name="connsiteX6" fmla="*/ 245 w 6343"/>
                  <a:gd name="connsiteY6" fmla="*/ 3304 h 6345"/>
                  <a:gd name="connsiteX7" fmla="*/ 1174 w 6343"/>
                  <a:gd name="connsiteY7" fmla="*/ 5547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4" y="6142"/>
                      <a:pt x="5659" y="5547"/>
                    </a:cubicBezTo>
                    <a:cubicBezTo>
                      <a:pt x="6254" y="4952"/>
                      <a:pt x="6588" y="4145"/>
                      <a:pt x="6588" y="3304"/>
                    </a:cubicBezTo>
                    <a:cubicBezTo>
                      <a:pt x="6588" y="2463"/>
                      <a:pt x="6254" y="1656"/>
                      <a:pt x="5659" y="1061"/>
                    </a:cubicBezTo>
                    <a:cubicBezTo>
                      <a:pt x="5064" y="466"/>
                      <a:pt x="4258" y="131"/>
                      <a:pt x="3417" y="131"/>
                    </a:cubicBezTo>
                    <a:cubicBezTo>
                      <a:pt x="2575" y="131"/>
                      <a:pt x="1769" y="466"/>
                      <a:pt x="1174" y="1061"/>
                    </a:cubicBezTo>
                    <a:cubicBezTo>
                      <a:pt x="579" y="1656"/>
                      <a:pt x="245" y="2463"/>
                      <a:pt x="245" y="3304"/>
                    </a:cubicBezTo>
                    <a:cubicBezTo>
                      <a:pt x="245" y="4145"/>
                      <a:pt x="579" y="4952"/>
                      <a:pt x="1174" y="5547"/>
                    </a:cubicBezTo>
                    <a:cubicBezTo>
                      <a:pt x="1769" y="6142"/>
                      <a:pt x="2575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53" name="Freeform: Shape 14552">
                <a:extLst>
                  <a:ext uri="{FF2B5EF4-FFF2-40B4-BE49-F238E27FC236}">
                    <a16:creationId xmlns:a16="http://schemas.microsoft.com/office/drawing/2014/main" id="{C5A0D098-C77E-8B05-938B-EF1B0A2E444C}"/>
                  </a:ext>
                </a:extLst>
              </p:cNvPr>
              <p:cNvSpPr/>
              <p:nvPr/>
            </p:nvSpPr>
            <p:spPr>
              <a:xfrm>
                <a:off x="9517105" y="5149248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59 w 6343"/>
                  <a:gd name="connsiteY1" fmla="*/ 5548 h 6345"/>
                  <a:gd name="connsiteX2" fmla="*/ 6588 w 6343"/>
                  <a:gd name="connsiteY2" fmla="*/ 3304 h 6345"/>
                  <a:gd name="connsiteX3" fmla="*/ 5659 w 6343"/>
                  <a:gd name="connsiteY3" fmla="*/ 1061 h 6345"/>
                  <a:gd name="connsiteX4" fmla="*/ 3417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4 h 6345"/>
                  <a:gd name="connsiteX7" fmla="*/ 1174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4" y="6143"/>
                      <a:pt x="5659" y="5548"/>
                    </a:cubicBezTo>
                    <a:cubicBezTo>
                      <a:pt x="6254" y="4953"/>
                      <a:pt x="6588" y="4146"/>
                      <a:pt x="6588" y="3304"/>
                    </a:cubicBezTo>
                    <a:cubicBezTo>
                      <a:pt x="6588" y="2463"/>
                      <a:pt x="6254" y="1656"/>
                      <a:pt x="5659" y="1061"/>
                    </a:cubicBezTo>
                    <a:cubicBezTo>
                      <a:pt x="5064" y="466"/>
                      <a:pt x="4258" y="132"/>
                      <a:pt x="3417" y="132"/>
                    </a:cubicBezTo>
                    <a:cubicBezTo>
                      <a:pt x="2575" y="132"/>
                      <a:pt x="1769" y="466"/>
                      <a:pt x="1174" y="1061"/>
                    </a:cubicBezTo>
                    <a:cubicBezTo>
                      <a:pt x="579" y="1656"/>
                      <a:pt x="245" y="2463"/>
                      <a:pt x="245" y="3304"/>
                    </a:cubicBezTo>
                    <a:cubicBezTo>
                      <a:pt x="245" y="4146"/>
                      <a:pt x="579" y="4953"/>
                      <a:pt x="1174" y="5548"/>
                    </a:cubicBezTo>
                    <a:cubicBezTo>
                      <a:pt x="1769" y="6143"/>
                      <a:pt x="2575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54" name="Freeform: Shape 14553">
                <a:extLst>
                  <a:ext uri="{FF2B5EF4-FFF2-40B4-BE49-F238E27FC236}">
                    <a16:creationId xmlns:a16="http://schemas.microsoft.com/office/drawing/2014/main" id="{CF8E53B2-FD84-602D-851D-C35C4BEE9098}"/>
                  </a:ext>
                </a:extLst>
              </p:cNvPr>
              <p:cNvSpPr/>
              <p:nvPr/>
            </p:nvSpPr>
            <p:spPr>
              <a:xfrm>
                <a:off x="9517351" y="5150952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59 w 6343"/>
                  <a:gd name="connsiteY1" fmla="*/ 5548 h 6345"/>
                  <a:gd name="connsiteX2" fmla="*/ 6588 w 6343"/>
                  <a:gd name="connsiteY2" fmla="*/ 3304 h 6345"/>
                  <a:gd name="connsiteX3" fmla="*/ 5659 w 6343"/>
                  <a:gd name="connsiteY3" fmla="*/ 1061 h 6345"/>
                  <a:gd name="connsiteX4" fmla="*/ 3417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4 h 6345"/>
                  <a:gd name="connsiteX7" fmla="*/ 1174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4" y="6143"/>
                      <a:pt x="5659" y="5548"/>
                    </a:cubicBezTo>
                    <a:cubicBezTo>
                      <a:pt x="6254" y="4953"/>
                      <a:pt x="6588" y="4146"/>
                      <a:pt x="6588" y="3304"/>
                    </a:cubicBezTo>
                    <a:cubicBezTo>
                      <a:pt x="6588" y="2463"/>
                      <a:pt x="6254" y="1656"/>
                      <a:pt x="5659" y="1061"/>
                    </a:cubicBezTo>
                    <a:cubicBezTo>
                      <a:pt x="5064" y="466"/>
                      <a:pt x="4258" y="132"/>
                      <a:pt x="3417" y="132"/>
                    </a:cubicBezTo>
                    <a:cubicBezTo>
                      <a:pt x="2575" y="132"/>
                      <a:pt x="1769" y="466"/>
                      <a:pt x="1174" y="1061"/>
                    </a:cubicBezTo>
                    <a:cubicBezTo>
                      <a:pt x="579" y="1656"/>
                      <a:pt x="245" y="2463"/>
                      <a:pt x="245" y="3304"/>
                    </a:cubicBezTo>
                    <a:cubicBezTo>
                      <a:pt x="245" y="4146"/>
                      <a:pt x="579" y="4953"/>
                      <a:pt x="1174" y="5548"/>
                    </a:cubicBezTo>
                    <a:cubicBezTo>
                      <a:pt x="1769" y="6143"/>
                      <a:pt x="2575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55" name="Freeform: Shape 14554">
                <a:extLst>
                  <a:ext uri="{FF2B5EF4-FFF2-40B4-BE49-F238E27FC236}">
                    <a16:creationId xmlns:a16="http://schemas.microsoft.com/office/drawing/2014/main" id="{AF1EAB70-2C15-C859-6EA3-9DE4D4F17DCA}"/>
                  </a:ext>
                </a:extLst>
              </p:cNvPr>
              <p:cNvSpPr/>
              <p:nvPr/>
            </p:nvSpPr>
            <p:spPr>
              <a:xfrm>
                <a:off x="9517381" y="5153034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59 w 6343"/>
                  <a:gd name="connsiteY1" fmla="*/ 5548 h 6345"/>
                  <a:gd name="connsiteX2" fmla="*/ 6588 w 6343"/>
                  <a:gd name="connsiteY2" fmla="*/ 3305 h 6345"/>
                  <a:gd name="connsiteX3" fmla="*/ 5659 w 6343"/>
                  <a:gd name="connsiteY3" fmla="*/ 1061 h 6345"/>
                  <a:gd name="connsiteX4" fmla="*/ 3417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5 h 6345"/>
                  <a:gd name="connsiteX7" fmla="*/ 1174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4" y="6143"/>
                      <a:pt x="5659" y="5548"/>
                    </a:cubicBezTo>
                    <a:cubicBezTo>
                      <a:pt x="6254" y="4953"/>
                      <a:pt x="6588" y="4146"/>
                      <a:pt x="6588" y="3305"/>
                    </a:cubicBezTo>
                    <a:cubicBezTo>
                      <a:pt x="6588" y="2463"/>
                      <a:pt x="6254" y="1656"/>
                      <a:pt x="5659" y="1061"/>
                    </a:cubicBezTo>
                    <a:cubicBezTo>
                      <a:pt x="5064" y="466"/>
                      <a:pt x="4258" y="132"/>
                      <a:pt x="3417" y="132"/>
                    </a:cubicBezTo>
                    <a:cubicBezTo>
                      <a:pt x="2575" y="132"/>
                      <a:pt x="1769" y="466"/>
                      <a:pt x="1174" y="1061"/>
                    </a:cubicBezTo>
                    <a:cubicBezTo>
                      <a:pt x="579" y="1656"/>
                      <a:pt x="245" y="2463"/>
                      <a:pt x="245" y="3305"/>
                    </a:cubicBezTo>
                    <a:cubicBezTo>
                      <a:pt x="245" y="4146"/>
                      <a:pt x="579" y="4953"/>
                      <a:pt x="1174" y="5548"/>
                    </a:cubicBezTo>
                    <a:cubicBezTo>
                      <a:pt x="1769" y="6143"/>
                      <a:pt x="2575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56" name="Freeform: Shape 14555">
                <a:extLst>
                  <a:ext uri="{FF2B5EF4-FFF2-40B4-BE49-F238E27FC236}">
                    <a16:creationId xmlns:a16="http://schemas.microsoft.com/office/drawing/2014/main" id="{D00DE35A-B8BE-5E38-4FB0-74E2152F23FB}"/>
                  </a:ext>
                </a:extLst>
              </p:cNvPr>
              <p:cNvSpPr/>
              <p:nvPr/>
            </p:nvSpPr>
            <p:spPr>
              <a:xfrm>
                <a:off x="9518330" y="5153322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59 w 6343"/>
                  <a:gd name="connsiteY1" fmla="*/ 5548 h 6345"/>
                  <a:gd name="connsiteX2" fmla="*/ 6588 w 6343"/>
                  <a:gd name="connsiteY2" fmla="*/ 3305 h 6345"/>
                  <a:gd name="connsiteX3" fmla="*/ 5659 w 6343"/>
                  <a:gd name="connsiteY3" fmla="*/ 1061 h 6345"/>
                  <a:gd name="connsiteX4" fmla="*/ 3417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5 h 6345"/>
                  <a:gd name="connsiteX7" fmla="*/ 1174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59" y="5548"/>
                    </a:cubicBezTo>
                    <a:cubicBezTo>
                      <a:pt x="6254" y="4953"/>
                      <a:pt x="6588" y="4146"/>
                      <a:pt x="6588" y="3305"/>
                    </a:cubicBezTo>
                    <a:cubicBezTo>
                      <a:pt x="6588" y="2463"/>
                      <a:pt x="6254" y="1656"/>
                      <a:pt x="5659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4" y="1061"/>
                    </a:cubicBezTo>
                    <a:cubicBezTo>
                      <a:pt x="579" y="1656"/>
                      <a:pt x="245" y="2463"/>
                      <a:pt x="245" y="3305"/>
                    </a:cubicBezTo>
                    <a:cubicBezTo>
                      <a:pt x="245" y="4146"/>
                      <a:pt x="579" y="4953"/>
                      <a:pt x="1174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57" name="Freeform: Shape 14556">
                <a:extLst>
                  <a:ext uri="{FF2B5EF4-FFF2-40B4-BE49-F238E27FC236}">
                    <a16:creationId xmlns:a16="http://schemas.microsoft.com/office/drawing/2014/main" id="{240A613D-262D-A906-17ED-D65B273CABAB}"/>
                  </a:ext>
                </a:extLst>
              </p:cNvPr>
              <p:cNvSpPr/>
              <p:nvPr/>
            </p:nvSpPr>
            <p:spPr>
              <a:xfrm>
                <a:off x="9519509" y="5153184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59 w 6343"/>
                  <a:gd name="connsiteY1" fmla="*/ 5548 h 6345"/>
                  <a:gd name="connsiteX2" fmla="*/ 6588 w 6343"/>
                  <a:gd name="connsiteY2" fmla="*/ 3305 h 6345"/>
                  <a:gd name="connsiteX3" fmla="*/ 5659 w 6343"/>
                  <a:gd name="connsiteY3" fmla="*/ 1061 h 6345"/>
                  <a:gd name="connsiteX4" fmla="*/ 3417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5 h 6345"/>
                  <a:gd name="connsiteX7" fmla="*/ 1174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59" y="5548"/>
                    </a:cubicBezTo>
                    <a:cubicBezTo>
                      <a:pt x="6254" y="4953"/>
                      <a:pt x="6588" y="4146"/>
                      <a:pt x="6588" y="3305"/>
                    </a:cubicBezTo>
                    <a:cubicBezTo>
                      <a:pt x="6588" y="2463"/>
                      <a:pt x="6254" y="1656"/>
                      <a:pt x="5659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4" y="1061"/>
                    </a:cubicBezTo>
                    <a:cubicBezTo>
                      <a:pt x="579" y="1656"/>
                      <a:pt x="245" y="2463"/>
                      <a:pt x="245" y="3305"/>
                    </a:cubicBezTo>
                    <a:cubicBezTo>
                      <a:pt x="245" y="4146"/>
                      <a:pt x="579" y="4953"/>
                      <a:pt x="1174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58" name="Freeform: Shape 14557">
                <a:extLst>
                  <a:ext uri="{FF2B5EF4-FFF2-40B4-BE49-F238E27FC236}">
                    <a16:creationId xmlns:a16="http://schemas.microsoft.com/office/drawing/2014/main" id="{A951D4C8-957B-3439-4633-23D913A571DA}"/>
                  </a:ext>
                </a:extLst>
              </p:cNvPr>
              <p:cNvSpPr/>
              <p:nvPr/>
            </p:nvSpPr>
            <p:spPr>
              <a:xfrm>
                <a:off x="9520896" y="5152679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59 w 6343"/>
                  <a:gd name="connsiteY1" fmla="*/ 5548 h 6345"/>
                  <a:gd name="connsiteX2" fmla="*/ 6588 w 6343"/>
                  <a:gd name="connsiteY2" fmla="*/ 3305 h 6345"/>
                  <a:gd name="connsiteX3" fmla="*/ 5659 w 6343"/>
                  <a:gd name="connsiteY3" fmla="*/ 1061 h 6345"/>
                  <a:gd name="connsiteX4" fmla="*/ 3417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5 h 6345"/>
                  <a:gd name="connsiteX7" fmla="*/ 1174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59" y="5548"/>
                    </a:cubicBezTo>
                    <a:cubicBezTo>
                      <a:pt x="6254" y="4953"/>
                      <a:pt x="6588" y="4146"/>
                      <a:pt x="6588" y="3305"/>
                    </a:cubicBezTo>
                    <a:cubicBezTo>
                      <a:pt x="6588" y="2463"/>
                      <a:pt x="6254" y="1656"/>
                      <a:pt x="5659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4" y="1061"/>
                    </a:cubicBezTo>
                    <a:cubicBezTo>
                      <a:pt x="579" y="1656"/>
                      <a:pt x="245" y="2463"/>
                      <a:pt x="245" y="3305"/>
                    </a:cubicBezTo>
                    <a:cubicBezTo>
                      <a:pt x="245" y="4146"/>
                      <a:pt x="579" y="4953"/>
                      <a:pt x="1174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59" name="Freeform: Shape 14558">
                <a:extLst>
                  <a:ext uri="{FF2B5EF4-FFF2-40B4-BE49-F238E27FC236}">
                    <a16:creationId xmlns:a16="http://schemas.microsoft.com/office/drawing/2014/main" id="{FFDD6BD8-0E9A-AFB1-E1BB-3578D49B9813}"/>
                  </a:ext>
                </a:extLst>
              </p:cNvPr>
              <p:cNvSpPr/>
              <p:nvPr/>
            </p:nvSpPr>
            <p:spPr>
              <a:xfrm>
                <a:off x="9521614" y="5153419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8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5 h 6345"/>
                  <a:gd name="connsiteX7" fmla="*/ 1174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4" y="4953"/>
                      <a:pt x="6588" y="4146"/>
                      <a:pt x="6588" y="3305"/>
                    </a:cubicBezTo>
                    <a:cubicBezTo>
                      <a:pt x="6588" y="2463"/>
                      <a:pt x="6254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4" y="1061"/>
                    </a:cubicBezTo>
                    <a:cubicBezTo>
                      <a:pt x="580" y="1656"/>
                      <a:pt x="245" y="2463"/>
                      <a:pt x="245" y="3305"/>
                    </a:cubicBezTo>
                    <a:cubicBezTo>
                      <a:pt x="245" y="4146"/>
                      <a:pt x="580" y="4953"/>
                      <a:pt x="1174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60" name="Freeform: Shape 14559">
                <a:extLst>
                  <a:ext uri="{FF2B5EF4-FFF2-40B4-BE49-F238E27FC236}">
                    <a16:creationId xmlns:a16="http://schemas.microsoft.com/office/drawing/2014/main" id="{CA754520-9AEF-B2F5-812A-4877869CCA6F}"/>
                  </a:ext>
                </a:extLst>
              </p:cNvPr>
              <p:cNvSpPr/>
              <p:nvPr/>
            </p:nvSpPr>
            <p:spPr>
              <a:xfrm>
                <a:off x="9522803" y="5153308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5 h 6345"/>
                  <a:gd name="connsiteX7" fmla="*/ 1174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4" y="4953"/>
                      <a:pt x="6589" y="4146"/>
                      <a:pt x="6589" y="3305"/>
                    </a:cubicBezTo>
                    <a:cubicBezTo>
                      <a:pt x="6589" y="2463"/>
                      <a:pt x="6254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4" y="1061"/>
                    </a:cubicBezTo>
                    <a:cubicBezTo>
                      <a:pt x="580" y="1656"/>
                      <a:pt x="245" y="2463"/>
                      <a:pt x="245" y="3305"/>
                    </a:cubicBezTo>
                    <a:cubicBezTo>
                      <a:pt x="245" y="4146"/>
                      <a:pt x="580" y="4953"/>
                      <a:pt x="1174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61" name="Freeform: Shape 14560">
                <a:extLst>
                  <a:ext uri="{FF2B5EF4-FFF2-40B4-BE49-F238E27FC236}">
                    <a16:creationId xmlns:a16="http://schemas.microsoft.com/office/drawing/2014/main" id="{F2106426-068E-ED35-8DCA-EC5BCE9A2A82}"/>
                  </a:ext>
                </a:extLst>
              </p:cNvPr>
              <p:cNvSpPr/>
              <p:nvPr/>
            </p:nvSpPr>
            <p:spPr>
              <a:xfrm>
                <a:off x="9523152" y="5154698"/>
                <a:ext cx="6343" cy="6345"/>
              </a:xfrm>
              <a:custGeom>
                <a:avLst/>
                <a:gdLst>
                  <a:gd name="connsiteX0" fmla="*/ 3417 w 6343"/>
                  <a:gd name="connsiteY0" fmla="*/ 6477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5 h 6345"/>
                  <a:gd name="connsiteX7" fmla="*/ 1174 w 6343"/>
                  <a:gd name="connsiteY7" fmla="*/ 5548 h 6345"/>
                  <a:gd name="connsiteX8" fmla="*/ 3417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7"/>
                    </a:moveTo>
                    <a:cubicBezTo>
                      <a:pt x="4258" y="6477"/>
                      <a:pt x="5065" y="6143"/>
                      <a:pt x="5660" y="5548"/>
                    </a:cubicBezTo>
                    <a:cubicBezTo>
                      <a:pt x="6254" y="4953"/>
                      <a:pt x="6589" y="4146"/>
                      <a:pt x="6589" y="3305"/>
                    </a:cubicBezTo>
                    <a:cubicBezTo>
                      <a:pt x="6589" y="2463"/>
                      <a:pt x="6254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4" y="1061"/>
                    </a:cubicBezTo>
                    <a:cubicBezTo>
                      <a:pt x="580" y="1656"/>
                      <a:pt x="245" y="2463"/>
                      <a:pt x="245" y="3305"/>
                    </a:cubicBezTo>
                    <a:cubicBezTo>
                      <a:pt x="245" y="4146"/>
                      <a:pt x="580" y="4953"/>
                      <a:pt x="1174" y="5548"/>
                    </a:cubicBezTo>
                    <a:cubicBezTo>
                      <a:pt x="1769" y="6143"/>
                      <a:pt x="2576" y="6477"/>
                      <a:pt x="3417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62" name="Freeform: Shape 14561">
                <a:extLst>
                  <a:ext uri="{FF2B5EF4-FFF2-40B4-BE49-F238E27FC236}">
                    <a16:creationId xmlns:a16="http://schemas.microsoft.com/office/drawing/2014/main" id="{02EEBB74-C3F7-1F3B-C2ED-B2A6115200F1}"/>
                  </a:ext>
                </a:extLst>
              </p:cNvPr>
              <p:cNvSpPr/>
              <p:nvPr/>
            </p:nvSpPr>
            <p:spPr>
              <a:xfrm>
                <a:off x="9523425" y="5156193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1 h 6345"/>
                  <a:gd name="connsiteX4" fmla="*/ 3417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5 h 6345"/>
                  <a:gd name="connsiteX7" fmla="*/ 1174 w 6343"/>
                  <a:gd name="connsiteY7" fmla="*/ 5548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3"/>
                      <a:pt x="5660" y="5548"/>
                    </a:cubicBezTo>
                    <a:cubicBezTo>
                      <a:pt x="6254" y="4953"/>
                      <a:pt x="6589" y="4146"/>
                      <a:pt x="6589" y="3305"/>
                    </a:cubicBezTo>
                    <a:cubicBezTo>
                      <a:pt x="6589" y="2463"/>
                      <a:pt x="6254" y="1656"/>
                      <a:pt x="5660" y="1061"/>
                    </a:cubicBezTo>
                    <a:cubicBezTo>
                      <a:pt x="5065" y="466"/>
                      <a:pt x="4258" y="132"/>
                      <a:pt x="3417" y="132"/>
                    </a:cubicBezTo>
                    <a:cubicBezTo>
                      <a:pt x="2576" y="132"/>
                      <a:pt x="1769" y="466"/>
                      <a:pt x="1174" y="1061"/>
                    </a:cubicBezTo>
                    <a:cubicBezTo>
                      <a:pt x="580" y="1656"/>
                      <a:pt x="245" y="2463"/>
                      <a:pt x="245" y="3305"/>
                    </a:cubicBezTo>
                    <a:cubicBezTo>
                      <a:pt x="245" y="4146"/>
                      <a:pt x="580" y="4953"/>
                      <a:pt x="1174" y="5548"/>
                    </a:cubicBezTo>
                    <a:cubicBezTo>
                      <a:pt x="1769" y="6143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63" name="Freeform: Shape 14562">
                <a:extLst>
                  <a:ext uri="{FF2B5EF4-FFF2-40B4-BE49-F238E27FC236}">
                    <a16:creationId xmlns:a16="http://schemas.microsoft.com/office/drawing/2014/main" id="{984DC7CB-23B9-3219-472D-C1A46B14E24F}"/>
                  </a:ext>
                </a:extLst>
              </p:cNvPr>
              <p:cNvSpPr/>
              <p:nvPr/>
            </p:nvSpPr>
            <p:spPr>
              <a:xfrm>
                <a:off x="9523436" y="5158110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8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2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8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3"/>
                      <a:pt x="5660" y="5548"/>
                    </a:cubicBezTo>
                    <a:cubicBezTo>
                      <a:pt x="6254" y="4953"/>
                      <a:pt x="6589" y="4146"/>
                      <a:pt x="6589" y="3305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2"/>
                      <a:pt x="3417" y="132"/>
                    </a:cubicBezTo>
                    <a:cubicBezTo>
                      <a:pt x="2576" y="132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5"/>
                    </a:cubicBezTo>
                    <a:cubicBezTo>
                      <a:pt x="245" y="4146"/>
                      <a:pt x="580" y="4953"/>
                      <a:pt x="1174" y="5548"/>
                    </a:cubicBezTo>
                    <a:cubicBezTo>
                      <a:pt x="1769" y="6143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64" name="Freeform: Shape 14563">
                <a:extLst>
                  <a:ext uri="{FF2B5EF4-FFF2-40B4-BE49-F238E27FC236}">
                    <a16:creationId xmlns:a16="http://schemas.microsoft.com/office/drawing/2014/main" id="{44E521FA-8E16-B842-23ED-E32B90A6AB12}"/>
                  </a:ext>
                </a:extLst>
              </p:cNvPr>
              <p:cNvSpPr/>
              <p:nvPr/>
            </p:nvSpPr>
            <p:spPr>
              <a:xfrm>
                <a:off x="9523240" y="5160339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2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5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2"/>
                      <a:pt x="3417" y="132"/>
                    </a:cubicBezTo>
                    <a:cubicBezTo>
                      <a:pt x="2576" y="132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5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65" name="Freeform: Shape 14564">
                <a:extLst>
                  <a:ext uri="{FF2B5EF4-FFF2-40B4-BE49-F238E27FC236}">
                    <a16:creationId xmlns:a16="http://schemas.microsoft.com/office/drawing/2014/main" id="{7EA803F8-6C6D-3A27-556F-51E5DC978F20}"/>
                  </a:ext>
                </a:extLst>
              </p:cNvPr>
              <p:cNvSpPr/>
              <p:nvPr/>
            </p:nvSpPr>
            <p:spPr>
              <a:xfrm>
                <a:off x="9522705" y="5163085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5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5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66" name="Freeform: Shape 14565">
                <a:extLst>
                  <a:ext uri="{FF2B5EF4-FFF2-40B4-BE49-F238E27FC236}">
                    <a16:creationId xmlns:a16="http://schemas.microsoft.com/office/drawing/2014/main" id="{EF6FC49A-3199-A9D2-3E15-DF7202E8A200}"/>
                  </a:ext>
                </a:extLst>
              </p:cNvPr>
              <p:cNvSpPr/>
              <p:nvPr/>
            </p:nvSpPr>
            <p:spPr>
              <a:xfrm>
                <a:off x="9522839" y="5164668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5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5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67" name="Freeform: Shape 14566">
                <a:extLst>
                  <a:ext uri="{FF2B5EF4-FFF2-40B4-BE49-F238E27FC236}">
                    <a16:creationId xmlns:a16="http://schemas.microsoft.com/office/drawing/2014/main" id="{E55806F3-AD45-7673-A706-F678C91C04D2}"/>
                  </a:ext>
                </a:extLst>
              </p:cNvPr>
              <p:cNvSpPr/>
              <p:nvPr/>
            </p:nvSpPr>
            <p:spPr>
              <a:xfrm>
                <a:off x="9523213" y="5165830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68" name="Freeform: Shape 14567">
                <a:extLst>
                  <a:ext uri="{FF2B5EF4-FFF2-40B4-BE49-F238E27FC236}">
                    <a16:creationId xmlns:a16="http://schemas.microsoft.com/office/drawing/2014/main" id="{909CE579-333A-548E-81AB-35BEB25C412E}"/>
                  </a:ext>
                </a:extLst>
              </p:cNvPr>
              <p:cNvSpPr/>
              <p:nvPr/>
            </p:nvSpPr>
            <p:spPr>
              <a:xfrm>
                <a:off x="9523836" y="5166576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6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69" name="Freeform: Shape 14568">
                <a:extLst>
                  <a:ext uri="{FF2B5EF4-FFF2-40B4-BE49-F238E27FC236}">
                    <a16:creationId xmlns:a16="http://schemas.microsoft.com/office/drawing/2014/main" id="{3F26F919-AE8E-F870-8DFF-BB92D9E5E494}"/>
                  </a:ext>
                </a:extLst>
              </p:cNvPr>
              <p:cNvSpPr/>
              <p:nvPr/>
            </p:nvSpPr>
            <p:spPr>
              <a:xfrm>
                <a:off x="9524845" y="5166704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70" name="Freeform: Shape 14569">
                <a:extLst>
                  <a:ext uri="{FF2B5EF4-FFF2-40B4-BE49-F238E27FC236}">
                    <a16:creationId xmlns:a16="http://schemas.microsoft.com/office/drawing/2014/main" id="{3D0CCA84-3356-B29C-2BCE-9F23DEF4DC6B}"/>
                  </a:ext>
                </a:extLst>
              </p:cNvPr>
              <p:cNvSpPr/>
              <p:nvPr/>
            </p:nvSpPr>
            <p:spPr>
              <a:xfrm>
                <a:off x="9525856" y="5166839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71" name="Freeform: Shape 14570">
                <a:extLst>
                  <a:ext uri="{FF2B5EF4-FFF2-40B4-BE49-F238E27FC236}">
                    <a16:creationId xmlns:a16="http://schemas.microsoft.com/office/drawing/2014/main" id="{CC48B3B4-0872-D86B-B6E4-78CED8E0A867}"/>
                  </a:ext>
                </a:extLst>
              </p:cNvPr>
              <p:cNvSpPr/>
              <p:nvPr/>
            </p:nvSpPr>
            <p:spPr>
              <a:xfrm>
                <a:off x="9526801" y="5167085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72" name="Freeform: Shape 14571">
                <a:extLst>
                  <a:ext uri="{FF2B5EF4-FFF2-40B4-BE49-F238E27FC236}">
                    <a16:creationId xmlns:a16="http://schemas.microsoft.com/office/drawing/2014/main" id="{36FD4993-A23A-DED0-8510-95FCE56F0829}"/>
                  </a:ext>
                </a:extLst>
              </p:cNvPr>
              <p:cNvSpPr/>
              <p:nvPr/>
            </p:nvSpPr>
            <p:spPr>
              <a:xfrm>
                <a:off x="9527308" y="5168003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73" name="Freeform: Shape 14572">
                <a:extLst>
                  <a:ext uri="{FF2B5EF4-FFF2-40B4-BE49-F238E27FC236}">
                    <a16:creationId xmlns:a16="http://schemas.microsoft.com/office/drawing/2014/main" id="{161E58F6-AF59-527C-F648-CB607AF1E4F2}"/>
                  </a:ext>
                </a:extLst>
              </p:cNvPr>
              <p:cNvSpPr/>
              <p:nvPr/>
            </p:nvSpPr>
            <p:spPr>
              <a:xfrm>
                <a:off x="9527842" y="5168871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74" name="Freeform: Shape 14573">
                <a:extLst>
                  <a:ext uri="{FF2B5EF4-FFF2-40B4-BE49-F238E27FC236}">
                    <a16:creationId xmlns:a16="http://schemas.microsoft.com/office/drawing/2014/main" id="{84AF153E-7EED-1DB8-A3CA-86A7DE2B5DA9}"/>
                  </a:ext>
                </a:extLst>
              </p:cNvPr>
              <p:cNvSpPr/>
              <p:nvPr/>
            </p:nvSpPr>
            <p:spPr>
              <a:xfrm>
                <a:off x="9528539" y="5169487"/>
                <a:ext cx="6343" cy="6345"/>
              </a:xfrm>
              <a:custGeom>
                <a:avLst/>
                <a:gdLst>
                  <a:gd name="connsiteX0" fmla="*/ 3417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75" name="Freeform: Shape 14574">
                <a:extLst>
                  <a:ext uri="{FF2B5EF4-FFF2-40B4-BE49-F238E27FC236}">
                    <a16:creationId xmlns:a16="http://schemas.microsoft.com/office/drawing/2014/main" id="{BF0AC155-CC21-5759-A8F5-FBBF3550E414}"/>
                  </a:ext>
                </a:extLst>
              </p:cNvPr>
              <p:cNvSpPr/>
              <p:nvPr/>
            </p:nvSpPr>
            <p:spPr>
              <a:xfrm>
                <a:off x="9540135" y="5166322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76" name="Freeform: Shape 14575">
                <a:extLst>
                  <a:ext uri="{FF2B5EF4-FFF2-40B4-BE49-F238E27FC236}">
                    <a16:creationId xmlns:a16="http://schemas.microsoft.com/office/drawing/2014/main" id="{744940CC-D8BC-27A8-BCB0-720464F9FF03}"/>
                  </a:ext>
                </a:extLst>
              </p:cNvPr>
              <p:cNvSpPr/>
              <p:nvPr/>
            </p:nvSpPr>
            <p:spPr>
              <a:xfrm>
                <a:off x="9537765" y="517105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77" name="Freeform: Shape 14576">
                <a:extLst>
                  <a:ext uri="{FF2B5EF4-FFF2-40B4-BE49-F238E27FC236}">
                    <a16:creationId xmlns:a16="http://schemas.microsoft.com/office/drawing/2014/main" id="{5725653B-FC5B-B10F-05CC-7705AB0D7D69}"/>
                  </a:ext>
                </a:extLst>
              </p:cNvPr>
              <p:cNvSpPr/>
              <p:nvPr/>
            </p:nvSpPr>
            <p:spPr>
              <a:xfrm>
                <a:off x="9538255" y="5171972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50"/>
                    </a:cubicBezTo>
                    <a:cubicBezTo>
                      <a:pt x="6256" y="4955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5"/>
                      <a:pt x="1176" y="5550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78" name="Freeform: Shape 14577">
                <a:extLst>
                  <a:ext uri="{FF2B5EF4-FFF2-40B4-BE49-F238E27FC236}">
                    <a16:creationId xmlns:a16="http://schemas.microsoft.com/office/drawing/2014/main" id="{D8BB1D3C-262E-416E-603F-00A4E5BEC210}"/>
                  </a:ext>
                </a:extLst>
              </p:cNvPr>
              <p:cNvSpPr/>
              <p:nvPr/>
            </p:nvSpPr>
            <p:spPr>
              <a:xfrm>
                <a:off x="9539077" y="517245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79" name="Freeform: Shape 14578">
                <a:extLst>
                  <a:ext uri="{FF2B5EF4-FFF2-40B4-BE49-F238E27FC236}">
                    <a16:creationId xmlns:a16="http://schemas.microsoft.com/office/drawing/2014/main" id="{63DE98B7-A752-5C98-1089-3AA029230877}"/>
                  </a:ext>
                </a:extLst>
              </p:cNvPr>
              <p:cNvSpPr/>
              <p:nvPr/>
            </p:nvSpPr>
            <p:spPr>
              <a:xfrm>
                <a:off x="9540087" y="517270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80" name="Freeform: Shape 14579">
                <a:extLst>
                  <a:ext uri="{FF2B5EF4-FFF2-40B4-BE49-F238E27FC236}">
                    <a16:creationId xmlns:a16="http://schemas.microsoft.com/office/drawing/2014/main" id="{2E2D6A2A-89E2-084F-D2A9-7D1CAE03F5FB}"/>
                  </a:ext>
                </a:extLst>
              </p:cNvPr>
              <p:cNvSpPr/>
              <p:nvPr/>
            </p:nvSpPr>
            <p:spPr>
              <a:xfrm>
                <a:off x="9541097" y="517295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81" name="Freeform: Shape 14580">
                <a:extLst>
                  <a:ext uri="{FF2B5EF4-FFF2-40B4-BE49-F238E27FC236}">
                    <a16:creationId xmlns:a16="http://schemas.microsoft.com/office/drawing/2014/main" id="{B3765AF2-F74A-0BE7-5225-B7311F1A90E6}"/>
                  </a:ext>
                </a:extLst>
              </p:cNvPr>
              <p:cNvSpPr/>
              <p:nvPr/>
            </p:nvSpPr>
            <p:spPr>
              <a:xfrm>
                <a:off x="9542185" y="517312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82" name="Freeform: Shape 14581">
                <a:extLst>
                  <a:ext uri="{FF2B5EF4-FFF2-40B4-BE49-F238E27FC236}">
                    <a16:creationId xmlns:a16="http://schemas.microsoft.com/office/drawing/2014/main" id="{99CCC4B3-3666-87D0-5518-9613DE95D3F3}"/>
                  </a:ext>
                </a:extLst>
              </p:cNvPr>
              <p:cNvSpPr/>
              <p:nvPr/>
            </p:nvSpPr>
            <p:spPr>
              <a:xfrm>
                <a:off x="9543584" y="517292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83" name="Freeform: Shape 14582">
                <a:extLst>
                  <a:ext uri="{FF2B5EF4-FFF2-40B4-BE49-F238E27FC236}">
                    <a16:creationId xmlns:a16="http://schemas.microsoft.com/office/drawing/2014/main" id="{E0048877-02C2-8546-A30D-C9F1502DB690}"/>
                  </a:ext>
                </a:extLst>
              </p:cNvPr>
              <p:cNvSpPr/>
              <p:nvPr/>
            </p:nvSpPr>
            <p:spPr>
              <a:xfrm>
                <a:off x="9544638" y="517315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84" name="Freeform: Shape 14583">
                <a:extLst>
                  <a:ext uri="{FF2B5EF4-FFF2-40B4-BE49-F238E27FC236}">
                    <a16:creationId xmlns:a16="http://schemas.microsoft.com/office/drawing/2014/main" id="{8AD6CA71-0D92-244D-27E5-5E0E2F43F590}"/>
                  </a:ext>
                </a:extLst>
              </p:cNvPr>
              <p:cNvSpPr/>
              <p:nvPr/>
            </p:nvSpPr>
            <p:spPr>
              <a:xfrm>
                <a:off x="9546087" y="517292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85" name="Freeform: Shape 14584">
                <a:extLst>
                  <a:ext uri="{FF2B5EF4-FFF2-40B4-BE49-F238E27FC236}">
                    <a16:creationId xmlns:a16="http://schemas.microsoft.com/office/drawing/2014/main" id="{C776E314-9390-BE8D-B63E-A13C800700A4}"/>
                  </a:ext>
                </a:extLst>
              </p:cNvPr>
              <p:cNvSpPr/>
              <p:nvPr/>
            </p:nvSpPr>
            <p:spPr>
              <a:xfrm>
                <a:off x="9547305" y="517299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0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86" name="Freeform: Shape 14585">
                <a:extLst>
                  <a:ext uri="{FF2B5EF4-FFF2-40B4-BE49-F238E27FC236}">
                    <a16:creationId xmlns:a16="http://schemas.microsoft.com/office/drawing/2014/main" id="{CB86ECFC-A470-BE2E-8F70-DA848E416810}"/>
                  </a:ext>
                </a:extLst>
              </p:cNvPr>
              <p:cNvSpPr/>
              <p:nvPr/>
            </p:nvSpPr>
            <p:spPr>
              <a:xfrm>
                <a:off x="9548805" y="517274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87" name="Freeform: Shape 14586">
                <a:extLst>
                  <a:ext uri="{FF2B5EF4-FFF2-40B4-BE49-F238E27FC236}">
                    <a16:creationId xmlns:a16="http://schemas.microsoft.com/office/drawing/2014/main" id="{074C1749-9384-511B-3509-BD4AC9D9C1D1}"/>
                  </a:ext>
                </a:extLst>
              </p:cNvPr>
              <p:cNvSpPr/>
              <p:nvPr/>
            </p:nvSpPr>
            <p:spPr>
              <a:xfrm>
                <a:off x="9549869" y="517302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88" name="Freeform: Shape 14587">
                <a:extLst>
                  <a:ext uri="{FF2B5EF4-FFF2-40B4-BE49-F238E27FC236}">
                    <a16:creationId xmlns:a16="http://schemas.microsoft.com/office/drawing/2014/main" id="{3A7A7B0E-BA4B-718B-C393-D6D10B04DC7E}"/>
                  </a:ext>
                </a:extLst>
              </p:cNvPr>
              <p:cNvSpPr/>
              <p:nvPr/>
            </p:nvSpPr>
            <p:spPr>
              <a:xfrm>
                <a:off x="9551177" y="517302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89" name="Freeform: Shape 14588">
                <a:extLst>
                  <a:ext uri="{FF2B5EF4-FFF2-40B4-BE49-F238E27FC236}">
                    <a16:creationId xmlns:a16="http://schemas.microsoft.com/office/drawing/2014/main" id="{FE1F5966-9ADA-DCB3-850B-4C2466F7D5D7}"/>
                  </a:ext>
                </a:extLst>
              </p:cNvPr>
              <p:cNvSpPr/>
              <p:nvPr/>
            </p:nvSpPr>
            <p:spPr>
              <a:xfrm>
                <a:off x="9552366" y="517318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90" name="Freeform: Shape 14589">
                <a:extLst>
                  <a:ext uri="{FF2B5EF4-FFF2-40B4-BE49-F238E27FC236}">
                    <a16:creationId xmlns:a16="http://schemas.microsoft.com/office/drawing/2014/main" id="{D16532F4-D61E-185A-3C07-3F07531918A2}"/>
                  </a:ext>
                </a:extLst>
              </p:cNvPr>
              <p:cNvSpPr/>
              <p:nvPr/>
            </p:nvSpPr>
            <p:spPr>
              <a:xfrm>
                <a:off x="9553557" y="517335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91" name="Freeform: Shape 14590">
                <a:extLst>
                  <a:ext uri="{FF2B5EF4-FFF2-40B4-BE49-F238E27FC236}">
                    <a16:creationId xmlns:a16="http://schemas.microsoft.com/office/drawing/2014/main" id="{53F2DD4E-EF93-3698-98DA-FA81BC371518}"/>
                  </a:ext>
                </a:extLst>
              </p:cNvPr>
              <p:cNvSpPr/>
              <p:nvPr/>
            </p:nvSpPr>
            <p:spPr>
              <a:xfrm>
                <a:off x="9554916" y="517334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92" name="Freeform: Shape 14591">
                <a:extLst>
                  <a:ext uri="{FF2B5EF4-FFF2-40B4-BE49-F238E27FC236}">
                    <a16:creationId xmlns:a16="http://schemas.microsoft.com/office/drawing/2014/main" id="{068F9C6A-D978-D6F7-F12C-FABEC62AEC29}"/>
                  </a:ext>
                </a:extLst>
              </p:cNvPr>
              <p:cNvSpPr/>
              <p:nvPr/>
            </p:nvSpPr>
            <p:spPr>
              <a:xfrm>
                <a:off x="9556154" y="517348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93" name="Freeform: Shape 14592">
                <a:extLst>
                  <a:ext uri="{FF2B5EF4-FFF2-40B4-BE49-F238E27FC236}">
                    <a16:creationId xmlns:a16="http://schemas.microsoft.com/office/drawing/2014/main" id="{4B04295D-4132-0BCA-BC7A-38AABB845344}"/>
                  </a:ext>
                </a:extLst>
              </p:cNvPr>
              <p:cNvSpPr/>
              <p:nvPr/>
            </p:nvSpPr>
            <p:spPr>
              <a:xfrm>
                <a:off x="9557437" y="517359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94" name="Freeform: Shape 14593">
                <a:extLst>
                  <a:ext uri="{FF2B5EF4-FFF2-40B4-BE49-F238E27FC236}">
                    <a16:creationId xmlns:a16="http://schemas.microsoft.com/office/drawing/2014/main" id="{0EF72D70-80F4-BEB9-0A97-1E09037235E2}"/>
                  </a:ext>
                </a:extLst>
              </p:cNvPr>
              <p:cNvSpPr/>
              <p:nvPr/>
            </p:nvSpPr>
            <p:spPr>
              <a:xfrm>
                <a:off x="9558891" y="517353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95" name="Freeform: Shape 14594">
                <a:extLst>
                  <a:ext uri="{FF2B5EF4-FFF2-40B4-BE49-F238E27FC236}">
                    <a16:creationId xmlns:a16="http://schemas.microsoft.com/office/drawing/2014/main" id="{151D945D-4D99-9569-4160-3BF3EC25DEA1}"/>
                  </a:ext>
                </a:extLst>
              </p:cNvPr>
              <p:cNvSpPr/>
              <p:nvPr/>
            </p:nvSpPr>
            <p:spPr>
              <a:xfrm>
                <a:off x="9560392" y="517344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96" name="Freeform: Shape 14595">
                <a:extLst>
                  <a:ext uri="{FF2B5EF4-FFF2-40B4-BE49-F238E27FC236}">
                    <a16:creationId xmlns:a16="http://schemas.microsoft.com/office/drawing/2014/main" id="{3C0FF035-9721-011D-5B5B-DE1DEEC51F99}"/>
                  </a:ext>
                </a:extLst>
              </p:cNvPr>
              <p:cNvSpPr/>
              <p:nvPr/>
            </p:nvSpPr>
            <p:spPr>
              <a:xfrm>
                <a:off x="9561643" y="517363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9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97" name="Freeform: Shape 14596">
                <a:extLst>
                  <a:ext uri="{FF2B5EF4-FFF2-40B4-BE49-F238E27FC236}">
                    <a16:creationId xmlns:a16="http://schemas.microsoft.com/office/drawing/2014/main" id="{C3062365-19F8-8FD6-200F-AAEC5C418C02}"/>
                  </a:ext>
                </a:extLst>
              </p:cNvPr>
              <p:cNvSpPr/>
              <p:nvPr/>
            </p:nvSpPr>
            <p:spPr>
              <a:xfrm>
                <a:off x="9562809" y="517392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98" name="Freeform: Shape 14597">
                <a:extLst>
                  <a:ext uri="{FF2B5EF4-FFF2-40B4-BE49-F238E27FC236}">
                    <a16:creationId xmlns:a16="http://schemas.microsoft.com/office/drawing/2014/main" id="{352F6A15-C195-391C-A7BF-7418D1BE00AC}"/>
                  </a:ext>
                </a:extLst>
              </p:cNvPr>
              <p:cNvSpPr/>
              <p:nvPr/>
            </p:nvSpPr>
            <p:spPr>
              <a:xfrm>
                <a:off x="9564279" y="517391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599" name="Freeform: Shape 14598">
                <a:extLst>
                  <a:ext uri="{FF2B5EF4-FFF2-40B4-BE49-F238E27FC236}">
                    <a16:creationId xmlns:a16="http://schemas.microsoft.com/office/drawing/2014/main" id="{BED8C52A-2AE1-8288-A86D-9FC1B5DDB3D1}"/>
                  </a:ext>
                </a:extLst>
              </p:cNvPr>
              <p:cNvSpPr/>
              <p:nvPr/>
            </p:nvSpPr>
            <p:spPr>
              <a:xfrm>
                <a:off x="9566016" y="517366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2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0" y="133"/>
                    </a:cubicBezTo>
                    <a:cubicBezTo>
                      <a:pt x="2579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00" name="Freeform: Shape 14599">
                <a:extLst>
                  <a:ext uri="{FF2B5EF4-FFF2-40B4-BE49-F238E27FC236}">
                    <a16:creationId xmlns:a16="http://schemas.microsoft.com/office/drawing/2014/main" id="{9BA14895-954D-83D3-90E3-9FFD978BBAA1}"/>
                  </a:ext>
                </a:extLst>
              </p:cNvPr>
              <p:cNvSpPr/>
              <p:nvPr/>
            </p:nvSpPr>
            <p:spPr>
              <a:xfrm>
                <a:off x="9605551" y="5140348"/>
                <a:ext cx="6343" cy="6345"/>
              </a:xfrm>
              <a:custGeom>
                <a:avLst/>
                <a:gdLst>
                  <a:gd name="connsiteX0" fmla="*/ 3424 w 6343"/>
                  <a:gd name="connsiteY0" fmla="*/ 6476 h 6345"/>
                  <a:gd name="connsiteX1" fmla="*/ 5666 w 6343"/>
                  <a:gd name="connsiteY1" fmla="*/ 5547 h 6345"/>
                  <a:gd name="connsiteX2" fmla="*/ 6595 w 6343"/>
                  <a:gd name="connsiteY2" fmla="*/ 3304 h 6345"/>
                  <a:gd name="connsiteX3" fmla="*/ 5666 w 6343"/>
                  <a:gd name="connsiteY3" fmla="*/ 1060 h 6345"/>
                  <a:gd name="connsiteX4" fmla="*/ 3424 w 6343"/>
                  <a:gd name="connsiteY4" fmla="*/ 131 h 6345"/>
                  <a:gd name="connsiteX5" fmla="*/ 1181 w 6343"/>
                  <a:gd name="connsiteY5" fmla="*/ 1060 h 6345"/>
                  <a:gd name="connsiteX6" fmla="*/ 252 w 6343"/>
                  <a:gd name="connsiteY6" fmla="*/ 3304 h 6345"/>
                  <a:gd name="connsiteX7" fmla="*/ 1181 w 6343"/>
                  <a:gd name="connsiteY7" fmla="*/ 5547 h 6345"/>
                  <a:gd name="connsiteX8" fmla="*/ 3424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6"/>
                    </a:moveTo>
                    <a:cubicBezTo>
                      <a:pt x="4265" y="6476"/>
                      <a:pt x="5071" y="6142"/>
                      <a:pt x="5666" y="5547"/>
                    </a:cubicBezTo>
                    <a:cubicBezTo>
                      <a:pt x="6261" y="4952"/>
                      <a:pt x="6595" y="4145"/>
                      <a:pt x="6595" y="3304"/>
                    </a:cubicBezTo>
                    <a:cubicBezTo>
                      <a:pt x="6595" y="2462"/>
                      <a:pt x="6261" y="1655"/>
                      <a:pt x="5666" y="1060"/>
                    </a:cubicBezTo>
                    <a:cubicBezTo>
                      <a:pt x="5071" y="465"/>
                      <a:pt x="4265" y="131"/>
                      <a:pt x="3424" y="131"/>
                    </a:cubicBezTo>
                    <a:cubicBezTo>
                      <a:pt x="2582" y="131"/>
                      <a:pt x="1776" y="465"/>
                      <a:pt x="1181" y="1060"/>
                    </a:cubicBezTo>
                    <a:cubicBezTo>
                      <a:pt x="586" y="1655"/>
                      <a:pt x="252" y="2462"/>
                      <a:pt x="252" y="3304"/>
                    </a:cubicBezTo>
                    <a:cubicBezTo>
                      <a:pt x="252" y="4145"/>
                      <a:pt x="586" y="4952"/>
                      <a:pt x="1181" y="5547"/>
                    </a:cubicBezTo>
                    <a:cubicBezTo>
                      <a:pt x="1776" y="6142"/>
                      <a:pt x="2582" y="6476"/>
                      <a:pt x="3424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01" name="Freeform: Shape 14600">
                <a:extLst>
                  <a:ext uri="{FF2B5EF4-FFF2-40B4-BE49-F238E27FC236}">
                    <a16:creationId xmlns:a16="http://schemas.microsoft.com/office/drawing/2014/main" id="{07138AF7-D6A3-A26B-2FD6-5BE595878768}"/>
                  </a:ext>
                </a:extLst>
              </p:cNvPr>
              <p:cNvSpPr/>
              <p:nvPr/>
            </p:nvSpPr>
            <p:spPr>
              <a:xfrm>
                <a:off x="9604393" y="5143313"/>
                <a:ext cx="6343" cy="6345"/>
              </a:xfrm>
              <a:custGeom>
                <a:avLst/>
                <a:gdLst>
                  <a:gd name="connsiteX0" fmla="*/ 3423 w 6343"/>
                  <a:gd name="connsiteY0" fmla="*/ 6477 h 6345"/>
                  <a:gd name="connsiteX1" fmla="*/ 5666 w 6343"/>
                  <a:gd name="connsiteY1" fmla="*/ 5547 h 6345"/>
                  <a:gd name="connsiteX2" fmla="*/ 6595 w 6343"/>
                  <a:gd name="connsiteY2" fmla="*/ 3304 h 6345"/>
                  <a:gd name="connsiteX3" fmla="*/ 5666 w 6343"/>
                  <a:gd name="connsiteY3" fmla="*/ 1060 h 6345"/>
                  <a:gd name="connsiteX4" fmla="*/ 3423 w 6343"/>
                  <a:gd name="connsiteY4" fmla="*/ 131 h 6345"/>
                  <a:gd name="connsiteX5" fmla="*/ 1181 w 6343"/>
                  <a:gd name="connsiteY5" fmla="*/ 1060 h 6345"/>
                  <a:gd name="connsiteX6" fmla="*/ 252 w 6343"/>
                  <a:gd name="connsiteY6" fmla="*/ 3304 h 6345"/>
                  <a:gd name="connsiteX7" fmla="*/ 1181 w 6343"/>
                  <a:gd name="connsiteY7" fmla="*/ 5547 h 6345"/>
                  <a:gd name="connsiteX8" fmla="*/ 342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7"/>
                    </a:moveTo>
                    <a:cubicBezTo>
                      <a:pt x="4265" y="6477"/>
                      <a:pt x="5071" y="6142"/>
                      <a:pt x="5666" y="5547"/>
                    </a:cubicBezTo>
                    <a:cubicBezTo>
                      <a:pt x="6261" y="4952"/>
                      <a:pt x="6595" y="4145"/>
                      <a:pt x="6595" y="3304"/>
                    </a:cubicBezTo>
                    <a:cubicBezTo>
                      <a:pt x="6595" y="2462"/>
                      <a:pt x="6261" y="1655"/>
                      <a:pt x="5666" y="1060"/>
                    </a:cubicBezTo>
                    <a:cubicBezTo>
                      <a:pt x="5071" y="465"/>
                      <a:pt x="4265" y="131"/>
                      <a:pt x="3423" y="131"/>
                    </a:cubicBezTo>
                    <a:cubicBezTo>
                      <a:pt x="2582" y="131"/>
                      <a:pt x="1776" y="465"/>
                      <a:pt x="1181" y="1060"/>
                    </a:cubicBezTo>
                    <a:cubicBezTo>
                      <a:pt x="586" y="1655"/>
                      <a:pt x="252" y="2462"/>
                      <a:pt x="252" y="3304"/>
                    </a:cubicBezTo>
                    <a:cubicBezTo>
                      <a:pt x="252" y="4145"/>
                      <a:pt x="586" y="4952"/>
                      <a:pt x="1181" y="5547"/>
                    </a:cubicBezTo>
                    <a:cubicBezTo>
                      <a:pt x="1776" y="6142"/>
                      <a:pt x="2582" y="6477"/>
                      <a:pt x="342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02" name="Freeform: Shape 14601">
                <a:extLst>
                  <a:ext uri="{FF2B5EF4-FFF2-40B4-BE49-F238E27FC236}">
                    <a16:creationId xmlns:a16="http://schemas.microsoft.com/office/drawing/2014/main" id="{B8B1CBCB-CA6D-573A-41DF-6FADFC218C72}"/>
                  </a:ext>
                </a:extLst>
              </p:cNvPr>
              <p:cNvSpPr/>
              <p:nvPr/>
            </p:nvSpPr>
            <p:spPr>
              <a:xfrm>
                <a:off x="9606077" y="5143589"/>
                <a:ext cx="6343" cy="6345"/>
              </a:xfrm>
              <a:custGeom>
                <a:avLst/>
                <a:gdLst>
                  <a:gd name="connsiteX0" fmla="*/ 3424 w 6343"/>
                  <a:gd name="connsiteY0" fmla="*/ 6477 h 6345"/>
                  <a:gd name="connsiteX1" fmla="*/ 5666 w 6343"/>
                  <a:gd name="connsiteY1" fmla="*/ 5547 h 6345"/>
                  <a:gd name="connsiteX2" fmla="*/ 6595 w 6343"/>
                  <a:gd name="connsiteY2" fmla="*/ 3304 h 6345"/>
                  <a:gd name="connsiteX3" fmla="*/ 5666 w 6343"/>
                  <a:gd name="connsiteY3" fmla="*/ 1060 h 6345"/>
                  <a:gd name="connsiteX4" fmla="*/ 3424 w 6343"/>
                  <a:gd name="connsiteY4" fmla="*/ 131 h 6345"/>
                  <a:gd name="connsiteX5" fmla="*/ 1181 w 6343"/>
                  <a:gd name="connsiteY5" fmla="*/ 1060 h 6345"/>
                  <a:gd name="connsiteX6" fmla="*/ 252 w 6343"/>
                  <a:gd name="connsiteY6" fmla="*/ 3304 h 6345"/>
                  <a:gd name="connsiteX7" fmla="*/ 1181 w 6343"/>
                  <a:gd name="connsiteY7" fmla="*/ 5547 h 6345"/>
                  <a:gd name="connsiteX8" fmla="*/ 342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7"/>
                    </a:moveTo>
                    <a:cubicBezTo>
                      <a:pt x="4265" y="6477"/>
                      <a:pt x="5071" y="6142"/>
                      <a:pt x="5666" y="5547"/>
                    </a:cubicBezTo>
                    <a:cubicBezTo>
                      <a:pt x="6261" y="4952"/>
                      <a:pt x="6595" y="4145"/>
                      <a:pt x="6595" y="3304"/>
                    </a:cubicBezTo>
                    <a:cubicBezTo>
                      <a:pt x="6595" y="2462"/>
                      <a:pt x="6261" y="1655"/>
                      <a:pt x="5666" y="1060"/>
                    </a:cubicBezTo>
                    <a:cubicBezTo>
                      <a:pt x="5071" y="465"/>
                      <a:pt x="4265" y="131"/>
                      <a:pt x="3424" y="131"/>
                    </a:cubicBezTo>
                    <a:cubicBezTo>
                      <a:pt x="2582" y="131"/>
                      <a:pt x="1776" y="465"/>
                      <a:pt x="1181" y="1060"/>
                    </a:cubicBezTo>
                    <a:cubicBezTo>
                      <a:pt x="586" y="1655"/>
                      <a:pt x="252" y="2462"/>
                      <a:pt x="252" y="3304"/>
                    </a:cubicBezTo>
                    <a:cubicBezTo>
                      <a:pt x="252" y="4145"/>
                      <a:pt x="586" y="4952"/>
                      <a:pt x="1181" y="5547"/>
                    </a:cubicBezTo>
                    <a:cubicBezTo>
                      <a:pt x="1776" y="6142"/>
                      <a:pt x="2582" y="6477"/>
                      <a:pt x="342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03" name="Freeform: Shape 14602">
                <a:extLst>
                  <a:ext uri="{FF2B5EF4-FFF2-40B4-BE49-F238E27FC236}">
                    <a16:creationId xmlns:a16="http://schemas.microsoft.com/office/drawing/2014/main" id="{BAEE210A-AF3D-0ED8-8D5F-6DF182DE3B49}"/>
                  </a:ext>
                </a:extLst>
              </p:cNvPr>
              <p:cNvSpPr/>
              <p:nvPr/>
            </p:nvSpPr>
            <p:spPr>
              <a:xfrm>
                <a:off x="9604786" y="5146615"/>
                <a:ext cx="6343" cy="6345"/>
              </a:xfrm>
              <a:custGeom>
                <a:avLst/>
                <a:gdLst>
                  <a:gd name="connsiteX0" fmla="*/ 3423 w 6343"/>
                  <a:gd name="connsiteY0" fmla="*/ 6477 h 6345"/>
                  <a:gd name="connsiteX1" fmla="*/ 5666 w 6343"/>
                  <a:gd name="connsiteY1" fmla="*/ 5548 h 6345"/>
                  <a:gd name="connsiteX2" fmla="*/ 6595 w 6343"/>
                  <a:gd name="connsiteY2" fmla="*/ 3304 h 6345"/>
                  <a:gd name="connsiteX3" fmla="*/ 5666 w 6343"/>
                  <a:gd name="connsiteY3" fmla="*/ 1061 h 6345"/>
                  <a:gd name="connsiteX4" fmla="*/ 3423 w 6343"/>
                  <a:gd name="connsiteY4" fmla="*/ 131 h 6345"/>
                  <a:gd name="connsiteX5" fmla="*/ 1181 w 6343"/>
                  <a:gd name="connsiteY5" fmla="*/ 1061 h 6345"/>
                  <a:gd name="connsiteX6" fmla="*/ 252 w 6343"/>
                  <a:gd name="connsiteY6" fmla="*/ 3304 h 6345"/>
                  <a:gd name="connsiteX7" fmla="*/ 1181 w 6343"/>
                  <a:gd name="connsiteY7" fmla="*/ 5548 h 6345"/>
                  <a:gd name="connsiteX8" fmla="*/ 342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7"/>
                    </a:moveTo>
                    <a:cubicBezTo>
                      <a:pt x="4265" y="6477"/>
                      <a:pt x="5071" y="6142"/>
                      <a:pt x="5666" y="5548"/>
                    </a:cubicBezTo>
                    <a:cubicBezTo>
                      <a:pt x="6261" y="4953"/>
                      <a:pt x="6595" y="4145"/>
                      <a:pt x="6595" y="3304"/>
                    </a:cubicBezTo>
                    <a:cubicBezTo>
                      <a:pt x="6595" y="2463"/>
                      <a:pt x="6261" y="1656"/>
                      <a:pt x="5666" y="1061"/>
                    </a:cubicBezTo>
                    <a:cubicBezTo>
                      <a:pt x="5071" y="466"/>
                      <a:pt x="4265" y="131"/>
                      <a:pt x="3423" y="131"/>
                    </a:cubicBezTo>
                    <a:cubicBezTo>
                      <a:pt x="2582" y="131"/>
                      <a:pt x="1776" y="466"/>
                      <a:pt x="1181" y="1061"/>
                    </a:cubicBezTo>
                    <a:cubicBezTo>
                      <a:pt x="586" y="1656"/>
                      <a:pt x="252" y="2463"/>
                      <a:pt x="252" y="3304"/>
                    </a:cubicBezTo>
                    <a:cubicBezTo>
                      <a:pt x="252" y="4145"/>
                      <a:pt x="586" y="4953"/>
                      <a:pt x="1181" y="5548"/>
                    </a:cubicBezTo>
                    <a:cubicBezTo>
                      <a:pt x="1776" y="6142"/>
                      <a:pt x="2582" y="6477"/>
                      <a:pt x="342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04" name="Freeform: Shape 14603">
                <a:extLst>
                  <a:ext uri="{FF2B5EF4-FFF2-40B4-BE49-F238E27FC236}">
                    <a16:creationId xmlns:a16="http://schemas.microsoft.com/office/drawing/2014/main" id="{BC88890F-D11C-529E-6639-726E91385C4A}"/>
                  </a:ext>
                </a:extLst>
              </p:cNvPr>
              <p:cNvSpPr/>
              <p:nvPr/>
            </p:nvSpPr>
            <p:spPr>
              <a:xfrm>
                <a:off x="9605687" y="5147602"/>
                <a:ext cx="6343" cy="6345"/>
              </a:xfrm>
              <a:custGeom>
                <a:avLst/>
                <a:gdLst>
                  <a:gd name="connsiteX0" fmla="*/ 3424 w 6343"/>
                  <a:gd name="connsiteY0" fmla="*/ 6477 h 6345"/>
                  <a:gd name="connsiteX1" fmla="*/ 5666 w 6343"/>
                  <a:gd name="connsiteY1" fmla="*/ 5548 h 6345"/>
                  <a:gd name="connsiteX2" fmla="*/ 6595 w 6343"/>
                  <a:gd name="connsiteY2" fmla="*/ 3304 h 6345"/>
                  <a:gd name="connsiteX3" fmla="*/ 5666 w 6343"/>
                  <a:gd name="connsiteY3" fmla="*/ 1061 h 6345"/>
                  <a:gd name="connsiteX4" fmla="*/ 3424 w 6343"/>
                  <a:gd name="connsiteY4" fmla="*/ 131 h 6345"/>
                  <a:gd name="connsiteX5" fmla="*/ 1181 w 6343"/>
                  <a:gd name="connsiteY5" fmla="*/ 1061 h 6345"/>
                  <a:gd name="connsiteX6" fmla="*/ 252 w 6343"/>
                  <a:gd name="connsiteY6" fmla="*/ 3304 h 6345"/>
                  <a:gd name="connsiteX7" fmla="*/ 1181 w 6343"/>
                  <a:gd name="connsiteY7" fmla="*/ 5548 h 6345"/>
                  <a:gd name="connsiteX8" fmla="*/ 3424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7"/>
                    </a:moveTo>
                    <a:cubicBezTo>
                      <a:pt x="4265" y="6477"/>
                      <a:pt x="5071" y="6143"/>
                      <a:pt x="5666" y="5548"/>
                    </a:cubicBezTo>
                    <a:cubicBezTo>
                      <a:pt x="6261" y="4953"/>
                      <a:pt x="6595" y="4146"/>
                      <a:pt x="6595" y="3304"/>
                    </a:cubicBezTo>
                    <a:cubicBezTo>
                      <a:pt x="6595" y="2463"/>
                      <a:pt x="6261" y="1656"/>
                      <a:pt x="5666" y="1061"/>
                    </a:cubicBezTo>
                    <a:cubicBezTo>
                      <a:pt x="5071" y="466"/>
                      <a:pt x="4265" y="131"/>
                      <a:pt x="3424" y="131"/>
                    </a:cubicBezTo>
                    <a:cubicBezTo>
                      <a:pt x="2582" y="131"/>
                      <a:pt x="1776" y="466"/>
                      <a:pt x="1181" y="1061"/>
                    </a:cubicBezTo>
                    <a:cubicBezTo>
                      <a:pt x="586" y="1656"/>
                      <a:pt x="252" y="2463"/>
                      <a:pt x="252" y="3304"/>
                    </a:cubicBezTo>
                    <a:cubicBezTo>
                      <a:pt x="252" y="4146"/>
                      <a:pt x="586" y="4953"/>
                      <a:pt x="1181" y="5548"/>
                    </a:cubicBezTo>
                    <a:cubicBezTo>
                      <a:pt x="1776" y="6143"/>
                      <a:pt x="2582" y="6477"/>
                      <a:pt x="3424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05" name="Freeform: Shape 14604">
                <a:extLst>
                  <a:ext uri="{FF2B5EF4-FFF2-40B4-BE49-F238E27FC236}">
                    <a16:creationId xmlns:a16="http://schemas.microsoft.com/office/drawing/2014/main" id="{82877C0A-416A-3F29-3F9A-E119A1E2FC6A}"/>
                  </a:ext>
                </a:extLst>
              </p:cNvPr>
              <p:cNvSpPr/>
              <p:nvPr/>
            </p:nvSpPr>
            <p:spPr>
              <a:xfrm>
                <a:off x="9602613" y="5152151"/>
                <a:ext cx="6343" cy="6345"/>
              </a:xfrm>
              <a:custGeom>
                <a:avLst/>
                <a:gdLst>
                  <a:gd name="connsiteX0" fmla="*/ 3423 w 6343"/>
                  <a:gd name="connsiteY0" fmla="*/ 6477 h 6345"/>
                  <a:gd name="connsiteX1" fmla="*/ 5666 w 6343"/>
                  <a:gd name="connsiteY1" fmla="*/ 5548 h 6345"/>
                  <a:gd name="connsiteX2" fmla="*/ 6595 w 6343"/>
                  <a:gd name="connsiteY2" fmla="*/ 3305 h 6345"/>
                  <a:gd name="connsiteX3" fmla="*/ 5666 w 6343"/>
                  <a:gd name="connsiteY3" fmla="*/ 1061 h 6345"/>
                  <a:gd name="connsiteX4" fmla="*/ 3423 w 6343"/>
                  <a:gd name="connsiteY4" fmla="*/ 132 h 6345"/>
                  <a:gd name="connsiteX5" fmla="*/ 1181 w 6343"/>
                  <a:gd name="connsiteY5" fmla="*/ 1061 h 6345"/>
                  <a:gd name="connsiteX6" fmla="*/ 252 w 6343"/>
                  <a:gd name="connsiteY6" fmla="*/ 3305 h 6345"/>
                  <a:gd name="connsiteX7" fmla="*/ 1181 w 6343"/>
                  <a:gd name="connsiteY7" fmla="*/ 5548 h 6345"/>
                  <a:gd name="connsiteX8" fmla="*/ 3423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7"/>
                    </a:moveTo>
                    <a:cubicBezTo>
                      <a:pt x="4264" y="6477"/>
                      <a:pt x="5071" y="6143"/>
                      <a:pt x="5666" y="5548"/>
                    </a:cubicBezTo>
                    <a:cubicBezTo>
                      <a:pt x="6261" y="4953"/>
                      <a:pt x="6595" y="4146"/>
                      <a:pt x="6595" y="3305"/>
                    </a:cubicBezTo>
                    <a:cubicBezTo>
                      <a:pt x="6595" y="2463"/>
                      <a:pt x="6261" y="1656"/>
                      <a:pt x="5666" y="1061"/>
                    </a:cubicBezTo>
                    <a:cubicBezTo>
                      <a:pt x="5071" y="466"/>
                      <a:pt x="4264" y="132"/>
                      <a:pt x="3423" y="132"/>
                    </a:cubicBezTo>
                    <a:cubicBezTo>
                      <a:pt x="2582" y="132"/>
                      <a:pt x="1775" y="466"/>
                      <a:pt x="1181" y="1061"/>
                    </a:cubicBezTo>
                    <a:cubicBezTo>
                      <a:pt x="586" y="1656"/>
                      <a:pt x="252" y="2463"/>
                      <a:pt x="252" y="3305"/>
                    </a:cubicBezTo>
                    <a:cubicBezTo>
                      <a:pt x="252" y="4146"/>
                      <a:pt x="586" y="4953"/>
                      <a:pt x="1181" y="5548"/>
                    </a:cubicBezTo>
                    <a:cubicBezTo>
                      <a:pt x="1775" y="6143"/>
                      <a:pt x="2582" y="6477"/>
                      <a:pt x="3423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06" name="Freeform: Shape 14605">
                <a:extLst>
                  <a:ext uri="{FF2B5EF4-FFF2-40B4-BE49-F238E27FC236}">
                    <a16:creationId xmlns:a16="http://schemas.microsoft.com/office/drawing/2014/main" id="{5658E7D9-F09C-170B-D8FF-3180A3EB678F}"/>
                  </a:ext>
                </a:extLst>
              </p:cNvPr>
              <p:cNvSpPr/>
              <p:nvPr/>
            </p:nvSpPr>
            <p:spPr>
              <a:xfrm>
                <a:off x="9590865" y="5164287"/>
                <a:ext cx="6343" cy="6345"/>
              </a:xfrm>
              <a:custGeom>
                <a:avLst/>
                <a:gdLst>
                  <a:gd name="connsiteX0" fmla="*/ 3422 w 6343"/>
                  <a:gd name="connsiteY0" fmla="*/ 6478 h 6345"/>
                  <a:gd name="connsiteX1" fmla="*/ 5665 w 6343"/>
                  <a:gd name="connsiteY1" fmla="*/ 5549 h 6345"/>
                  <a:gd name="connsiteX2" fmla="*/ 6594 w 6343"/>
                  <a:gd name="connsiteY2" fmla="*/ 3305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80 w 6343"/>
                  <a:gd name="connsiteY5" fmla="*/ 1062 h 6345"/>
                  <a:gd name="connsiteX6" fmla="*/ 251 w 6343"/>
                  <a:gd name="connsiteY6" fmla="*/ 3305 h 6345"/>
                  <a:gd name="connsiteX7" fmla="*/ 1180 w 6343"/>
                  <a:gd name="connsiteY7" fmla="*/ 5549 h 6345"/>
                  <a:gd name="connsiteX8" fmla="*/ 342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8"/>
                    </a:moveTo>
                    <a:cubicBezTo>
                      <a:pt x="4263" y="6478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5"/>
                    </a:cubicBezTo>
                    <a:cubicBezTo>
                      <a:pt x="6594" y="2464"/>
                      <a:pt x="6260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80" y="1062"/>
                    </a:cubicBezTo>
                    <a:cubicBezTo>
                      <a:pt x="585" y="1657"/>
                      <a:pt x="251" y="2464"/>
                      <a:pt x="251" y="3305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4" y="6144"/>
                      <a:pt x="2581" y="6478"/>
                      <a:pt x="342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07" name="Freeform: Shape 14606">
                <a:extLst>
                  <a:ext uri="{FF2B5EF4-FFF2-40B4-BE49-F238E27FC236}">
                    <a16:creationId xmlns:a16="http://schemas.microsoft.com/office/drawing/2014/main" id="{E33CCF15-4E37-129E-AD9F-0041EDEC5AAB}"/>
                  </a:ext>
                </a:extLst>
              </p:cNvPr>
              <p:cNvSpPr/>
              <p:nvPr/>
            </p:nvSpPr>
            <p:spPr>
              <a:xfrm>
                <a:off x="9587507" y="5168816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2 h 6345"/>
                  <a:gd name="connsiteX4" fmla="*/ 3422 w 6343"/>
                  <a:gd name="connsiteY4" fmla="*/ 133 h 6345"/>
                  <a:gd name="connsiteX5" fmla="*/ 1179 w 6343"/>
                  <a:gd name="connsiteY5" fmla="*/ 1062 h 6345"/>
                  <a:gd name="connsiteX6" fmla="*/ 251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59" y="4954"/>
                      <a:pt x="6594" y="4147"/>
                      <a:pt x="6594" y="3306"/>
                    </a:cubicBezTo>
                    <a:cubicBezTo>
                      <a:pt x="6594" y="2464"/>
                      <a:pt x="6259" y="1657"/>
                      <a:pt x="5665" y="1062"/>
                    </a:cubicBezTo>
                    <a:cubicBezTo>
                      <a:pt x="5070" y="467"/>
                      <a:pt x="4263" y="133"/>
                      <a:pt x="3422" y="133"/>
                    </a:cubicBezTo>
                    <a:cubicBezTo>
                      <a:pt x="2581" y="133"/>
                      <a:pt x="1774" y="467"/>
                      <a:pt x="1179" y="1062"/>
                    </a:cubicBezTo>
                    <a:cubicBezTo>
                      <a:pt x="585" y="1657"/>
                      <a:pt x="251" y="2464"/>
                      <a:pt x="251" y="3306"/>
                    </a:cubicBezTo>
                    <a:cubicBezTo>
                      <a:pt x="251" y="4147"/>
                      <a:pt x="585" y="4954"/>
                      <a:pt x="1179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08" name="Freeform: Shape 14607">
                <a:extLst>
                  <a:ext uri="{FF2B5EF4-FFF2-40B4-BE49-F238E27FC236}">
                    <a16:creationId xmlns:a16="http://schemas.microsoft.com/office/drawing/2014/main" id="{00909301-6A34-7301-FEEA-FBDB84209FDC}"/>
                  </a:ext>
                </a:extLst>
              </p:cNvPr>
              <p:cNvSpPr/>
              <p:nvPr/>
            </p:nvSpPr>
            <p:spPr>
              <a:xfrm>
                <a:off x="9590489" y="5170881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09" name="Freeform: Shape 14608">
                <a:extLst>
                  <a:ext uri="{FF2B5EF4-FFF2-40B4-BE49-F238E27FC236}">
                    <a16:creationId xmlns:a16="http://schemas.microsoft.com/office/drawing/2014/main" id="{97E423A1-A3C6-C852-34CF-DBD76A22D27D}"/>
                  </a:ext>
                </a:extLst>
              </p:cNvPr>
              <p:cNvSpPr/>
              <p:nvPr/>
            </p:nvSpPr>
            <p:spPr>
              <a:xfrm>
                <a:off x="9591712" y="5171388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4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4" y="133"/>
                      <a:pt x="3422" y="133"/>
                    </a:cubicBezTo>
                    <a:cubicBezTo>
                      <a:pt x="2581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4"/>
                      <a:pt x="1180" y="5549"/>
                    </a:cubicBezTo>
                    <a:cubicBezTo>
                      <a:pt x="1775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10" name="Freeform: Shape 14609">
                <a:extLst>
                  <a:ext uri="{FF2B5EF4-FFF2-40B4-BE49-F238E27FC236}">
                    <a16:creationId xmlns:a16="http://schemas.microsoft.com/office/drawing/2014/main" id="{777BA618-B63C-D889-2E7D-41AE6DCBFBE9}"/>
                  </a:ext>
                </a:extLst>
              </p:cNvPr>
              <p:cNvSpPr/>
              <p:nvPr/>
            </p:nvSpPr>
            <p:spPr>
              <a:xfrm>
                <a:off x="9593266" y="517163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5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4" y="133"/>
                      <a:pt x="3423" y="133"/>
                    </a:cubicBezTo>
                    <a:cubicBezTo>
                      <a:pt x="2581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5"/>
                      <a:pt x="1180" y="5549"/>
                    </a:cubicBezTo>
                    <a:cubicBezTo>
                      <a:pt x="1775" y="6144"/>
                      <a:pt x="2581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11" name="Freeform: Shape 14610">
                <a:extLst>
                  <a:ext uri="{FF2B5EF4-FFF2-40B4-BE49-F238E27FC236}">
                    <a16:creationId xmlns:a16="http://schemas.microsoft.com/office/drawing/2014/main" id="{4EB4771E-4E2E-E186-CA42-CC3F27F1AAAD}"/>
                  </a:ext>
                </a:extLst>
              </p:cNvPr>
              <p:cNvSpPr/>
              <p:nvPr/>
            </p:nvSpPr>
            <p:spPr>
              <a:xfrm>
                <a:off x="9594775" y="5171933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50"/>
                    </a:cubicBezTo>
                    <a:cubicBezTo>
                      <a:pt x="6260" y="4955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5"/>
                      <a:pt x="1180" y="5550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12" name="Freeform: Shape 14611">
                <a:extLst>
                  <a:ext uri="{FF2B5EF4-FFF2-40B4-BE49-F238E27FC236}">
                    <a16:creationId xmlns:a16="http://schemas.microsoft.com/office/drawing/2014/main" id="{C08BA88E-50EC-02CA-AD58-289E649B18E2}"/>
                  </a:ext>
                </a:extLst>
              </p:cNvPr>
              <p:cNvSpPr/>
              <p:nvPr/>
            </p:nvSpPr>
            <p:spPr>
              <a:xfrm>
                <a:off x="9596429" y="5172131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50"/>
                    </a:cubicBezTo>
                    <a:cubicBezTo>
                      <a:pt x="6260" y="4955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5"/>
                      <a:pt x="1180" y="5550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13" name="Freeform: Shape 14612">
                <a:extLst>
                  <a:ext uri="{FF2B5EF4-FFF2-40B4-BE49-F238E27FC236}">
                    <a16:creationId xmlns:a16="http://schemas.microsoft.com/office/drawing/2014/main" id="{69015450-8494-BCCF-3E7E-7CFC9F0D4E8B}"/>
                  </a:ext>
                </a:extLst>
              </p:cNvPr>
              <p:cNvSpPr/>
              <p:nvPr/>
            </p:nvSpPr>
            <p:spPr>
              <a:xfrm>
                <a:off x="9597606" y="5172725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4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6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1" y="2465"/>
                      <a:pt x="251" y="3306"/>
                    </a:cubicBezTo>
                    <a:cubicBezTo>
                      <a:pt x="251" y="4148"/>
                      <a:pt x="586" y="4955"/>
                      <a:pt x="1180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14" name="Freeform: Shape 14613">
                <a:extLst>
                  <a:ext uri="{FF2B5EF4-FFF2-40B4-BE49-F238E27FC236}">
                    <a16:creationId xmlns:a16="http://schemas.microsoft.com/office/drawing/2014/main" id="{891AD5D0-53AA-9642-617C-3D7017A050E8}"/>
                  </a:ext>
                </a:extLst>
              </p:cNvPr>
              <p:cNvSpPr/>
              <p:nvPr/>
            </p:nvSpPr>
            <p:spPr>
              <a:xfrm>
                <a:off x="9600230" y="5172197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2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50"/>
                    </a:cubicBezTo>
                    <a:cubicBezTo>
                      <a:pt x="6260" y="4955"/>
                      <a:pt x="6595" y="4148"/>
                      <a:pt x="6595" y="3306"/>
                    </a:cubicBezTo>
                    <a:cubicBezTo>
                      <a:pt x="6595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0" y="5550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15" name="Freeform: Shape 14614">
                <a:extLst>
                  <a:ext uri="{FF2B5EF4-FFF2-40B4-BE49-F238E27FC236}">
                    <a16:creationId xmlns:a16="http://schemas.microsoft.com/office/drawing/2014/main" id="{064CCE09-9D35-5A77-41EB-157097B4D2CF}"/>
                  </a:ext>
                </a:extLst>
              </p:cNvPr>
              <p:cNvSpPr/>
              <p:nvPr/>
            </p:nvSpPr>
            <p:spPr>
              <a:xfrm>
                <a:off x="9602235" y="517218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16" name="Freeform: Shape 14615">
                <a:extLst>
                  <a:ext uri="{FF2B5EF4-FFF2-40B4-BE49-F238E27FC236}">
                    <a16:creationId xmlns:a16="http://schemas.microsoft.com/office/drawing/2014/main" id="{FF55FFF8-5703-58EE-853E-BD7388F3814D}"/>
                  </a:ext>
                </a:extLst>
              </p:cNvPr>
              <p:cNvSpPr/>
              <p:nvPr/>
            </p:nvSpPr>
            <p:spPr>
              <a:xfrm>
                <a:off x="9604100" y="5172302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3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17" name="Freeform: Shape 14616">
                <a:extLst>
                  <a:ext uri="{FF2B5EF4-FFF2-40B4-BE49-F238E27FC236}">
                    <a16:creationId xmlns:a16="http://schemas.microsoft.com/office/drawing/2014/main" id="{D053C318-4B38-D234-EF76-36A020739AE9}"/>
                  </a:ext>
                </a:extLst>
              </p:cNvPr>
              <p:cNvSpPr/>
              <p:nvPr/>
            </p:nvSpPr>
            <p:spPr>
              <a:xfrm>
                <a:off x="9606313" y="5172180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4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4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4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18" name="Freeform: Shape 14617">
                <a:extLst>
                  <a:ext uri="{FF2B5EF4-FFF2-40B4-BE49-F238E27FC236}">
                    <a16:creationId xmlns:a16="http://schemas.microsoft.com/office/drawing/2014/main" id="{81A427B9-5243-B36C-B09E-29D2C9DB5FA0}"/>
                  </a:ext>
                </a:extLst>
              </p:cNvPr>
              <p:cNvSpPr/>
              <p:nvPr/>
            </p:nvSpPr>
            <p:spPr>
              <a:xfrm>
                <a:off x="9608237" y="5172300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19" name="Freeform: Shape 14618">
                <a:extLst>
                  <a:ext uri="{FF2B5EF4-FFF2-40B4-BE49-F238E27FC236}">
                    <a16:creationId xmlns:a16="http://schemas.microsoft.com/office/drawing/2014/main" id="{727614F4-F3B5-E720-0A00-48F2CB61533E}"/>
                  </a:ext>
                </a:extLst>
              </p:cNvPr>
              <p:cNvSpPr/>
              <p:nvPr/>
            </p:nvSpPr>
            <p:spPr>
              <a:xfrm>
                <a:off x="9610512" y="517218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5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8"/>
                      <a:pt x="587" y="4955"/>
                      <a:pt x="1181" y="5550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20" name="Freeform: Shape 14619">
                <a:extLst>
                  <a:ext uri="{FF2B5EF4-FFF2-40B4-BE49-F238E27FC236}">
                    <a16:creationId xmlns:a16="http://schemas.microsoft.com/office/drawing/2014/main" id="{EF16E2F9-5DED-9265-7376-9BB06F794458}"/>
                  </a:ext>
                </a:extLst>
              </p:cNvPr>
              <p:cNvSpPr/>
              <p:nvPr/>
            </p:nvSpPr>
            <p:spPr>
              <a:xfrm>
                <a:off x="9612497" y="5172311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3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1" y="4955"/>
                      <a:pt x="6596" y="4148"/>
                      <a:pt x="6596" y="3306"/>
                    </a:cubicBezTo>
                    <a:cubicBezTo>
                      <a:pt x="6596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21" name="Freeform: Shape 14620">
                <a:extLst>
                  <a:ext uri="{FF2B5EF4-FFF2-40B4-BE49-F238E27FC236}">
                    <a16:creationId xmlns:a16="http://schemas.microsoft.com/office/drawing/2014/main" id="{B4412CB4-D57C-A6F1-AAEA-9939FFAF50B8}"/>
                  </a:ext>
                </a:extLst>
              </p:cNvPr>
              <p:cNvSpPr/>
              <p:nvPr/>
            </p:nvSpPr>
            <p:spPr>
              <a:xfrm>
                <a:off x="9614437" y="5172491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22" name="Freeform: Shape 14621">
                <a:extLst>
                  <a:ext uri="{FF2B5EF4-FFF2-40B4-BE49-F238E27FC236}">
                    <a16:creationId xmlns:a16="http://schemas.microsoft.com/office/drawing/2014/main" id="{3143901C-EECE-841C-CBDB-D774BD6F26D9}"/>
                  </a:ext>
                </a:extLst>
              </p:cNvPr>
              <p:cNvSpPr/>
              <p:nvPr/>
            </p:nvSpPr>
            <p:spPr>
              <a:xfrm>
                <a:off x="9616981" y="5172267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6" y="6479"/>
                      <a:pt x="5072" y="6144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6" y="133"/>
                      <a:pt x="3424" y="133"/>
                    </a:cubicBezTo>
                    <a:cubicBezTo>
                      <a:pt x="2583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7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23" name="Freeform: Shape 14622">
                <a:extLst>
                  <a:ext uri="{FF2B5EF4-FFF2-40B4-BE49-F238E27FC236}">
                    <a16:creationId xmlns:a16="http://schemas.microsoft.com/office/drawing/2014/main" id="{64AEAB81-63B3-0B54-E9A2-7EE3D1A05188}"/>
                  </a:ext>
                </a:extLst>
              </p:cNvPr>
              <p:cNvSpPr/>
              <p:nvPr/>
            </p:nvSpPr>
            <p:spPr>
              <a:xfrm>
                <a:off x="9619686" y="5171964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4"/>
                      <a:pt x="5667" y="5550"/>
                    </a:cubicBezTo>
                    <a:cubicBezTo>
                      <a:pt x="6262" y="4955"/>
                      <a:pt x="6596" y="4147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7"/>
                      <a:pt x="587" y="4955"/>
                      <a:pt x="1182" y="5550"/>
                    </a:cubicBezTo>
                    <a:cubicBezTo>
                      <a:pt x="1777" y="6144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24" name="Freeform: Shape 14623">
                <a:extLst>
                  <a:ext uri="{FF2B5EF4-FFF2-40B4-BE49-F238E27FC236}">
                    <a16:creationId xmlns:a16="http://schemas.microsoft.com/office/drawing/2014/main" id="{430A2BD6-102D-8B83-01BE-C12EC40B9ACC}"/>
                  </a:ext>
                </a:extLst>
              </p:cNvPr>
              <p:cNvSpPr/>
              <p:nvPr/>
            </p:nvSpPr>
            <p:spPr>
              <a:xfrm>
                <a:off x="9621845" y="5172072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4"/>
                      <a:pt x="5667" y="5550"/>
                    </a:cubicBezTo>
                    <a:cubicBezTo>
                      <a:pt x="6262" y="4955"/>
                      <a:pt x="6596" y="4147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7"/>
                      <a:pt x="587" y="4955"/>
                      <a:pt x="1182" y="5550"/>
                    </a:cubicBezTo>
                    <a:cubicBezTo>
                      <a:pt x="1777" y="6144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25" name="Freeform: Shape 14624">
                <a:extLst>
                  <a:ext uri="{FF2B5EF4-FFF2-40B4-BE49-F238E27FC236}">
                    <a16:creationId xmlns:a16="http://schemas.microsoft.com/office/drawing/2014/main" id="{F29D0F7F-9842-2AA8-5593-17F9AB6BD8C4}"/>
                  </a:ext>
                </a:extLst>
              </p:cNvPr>
              <p:cNvSpPr/>
              <p:nvPr/>
            </p:nvSpPr>
            <p:spPr>
              <a:xfrm>
                <a:off x="9624364" y="5171961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4"/>
                      <a:pt x="5668" y="5550"/>
                    </a:cubicBezTo>
                    <a:cubicBezTo>
                      <a:pt x="6262" y="4955"/>
                      <a:pt x="6597" y="4147"/>
                      <a:pt x="6597" y="3306"/>
                    </a:cubicBezTo>
                    <a:cubicBezTo>
                      <a:pt x="6597" y="2465"/>
                      <a:pt x="6262" y="1658"/>
                      <a:pt x="5668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2" y="1063"/>
                    </a:cubicBezTo>
                    <a:cubicBezTo>
                      <a:pt x="588" y="1658"/>
                      <a:pt x="253" y="2465"/>
                      <a:pt x="253" y="3306"/>
                    </a:cubicBezTo>
                    <a:cubicBezTo>
                      <a:pt x="253" y="4147"/>
                      <a:pt x="588" y="4955"/>
                      <a:pt x="1182" y="5550"/>
                    </a:cubicBezTo>
                    <a:cubicBezTo>
                      <a:pt x="1777" y="6144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26" name="Freeform: Shape 14625">
                <a:extLst>
                  <a:ext uri="{FF2B5EF4-FFF2-40B4-BE49-F238E27FC236}">
                    <a16:creationId xmlns:a16="http://schemas.microsoft.com/office/drawing/2014/main" id="{00D0080B-29DC-57BF-1D12-EDF59119E3EF}"/>
                  </a:ext>
                </a:extLst>
              </p:cNvPr>
              <p:cNvSpPr/>
              <p:nvPr/>
            </p:nvSpPr>
            <p:spPr>
              <a:xfrm>
                <a:off x="9626993" y="5171809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4"/>
                      <a:pt x="5668" y="5550"/>
                    </a:cubicBezTo>
                    <a:cubicBezTo>
                      <a:pt x="6263" y="4955"/>
                      <a:pt x="6597" y="4147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7"/>
                      <a:pt x="588" y="4955"/>
                      <a:pt x="1183" y="5550"/>
                    </a:cubicBezTo>
                    <a:cubicBezTo>
                      <a:pt x="1777" y="6144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27" name="Freeform: Shape 14626">
                <a:extLst>
                  <a:ext uri="{FF2B5EF4-FFF2-40B4-BE49-F238E27FC236}">
                    <a16:creationId xmlns:a16="http://schemas.microsoft.com/office/drawing/2014/main" id="{90B1F612-414A-5D21-F687-E90B5921003D}"/>
                  </a:ext>
                </a:extLst>
              </p:cNvPr>
              <p:cNvSpPr/>
              <p:nvPr/>
            </p:nvSpPr>
            <p:spPr>
              <a:xfrm>
                <a:off x="9630039" y="5171414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49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49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7" y="6479"/>
                      <a:pt x="5073" y="6144"/>
                      <a:pt x="5668" y="5549"/>
                    </a:cubicBezTo>
                    <a:cubicBezTo>
                      <a:pt x="6263" y="4955"/>
                      <a:pt x="6597" y="4147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3" y="468"/>
                      <a:pt x="4267" y="133"/>
                      <a:pt x="3425" y="133"/>
                    </a:cubicBezTo>
                    <a:cubicBezTo>
                      <a:pt x="2584" y="133"/>
                      <a:pt x="1778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7"/>
                      <a:pt x="588" y="4955"/>
                      <a:pt x="1183" y="5549"/>
                    </a:cubicBezTo>
                    <a:cubicBezTo>
                      <a:pt x="1778" y="6144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28" name="Freeform: Shape 14627">
                <a:extLst>
                  <a:ext uri="{FF2B5EF4-FFF2-40B4-BE49-F238E27FC236}">
                    <a16:creationId xmlns:a16="http://schemas.microsoft.com/office/drawing/2014/main" id="{2E4F4CC7-1232-13E3-3295-2D3A8DBC29A5}"/>
                  </a:ext>
                </a:extLst>
              </p:cNvPr>
              <p:cNvSpPr/>
              <p:nvPr/>
            </p:nvSpPr>
            <p:spPr>
              <a:xfrm>
                <a:off x="9632533" y="5171420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8 w 6343"/>
                  <a:gd name="connsiteY1" fmla="*/ 5549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49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8" y="5549"/>
                    </a:cubicBezTo>
                    <a:cubicBezTo>
                      <a:pt x="6263" y="4955"/>
                      <a:pt x="6597" y="4147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7"/>
                      <a:pt x="588" y="4955"/>
                      <a:pt x="1183" y="5549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29" name="Freeform: Shape 14628">
                <a:extLst>
                  <a:ext uri="{FF2B5EF4-FFF2-40B4-BE49-F238E27FC236}">
                    <a16:creationId xmlns:a16="http://schemas.microsoft.com/office/drawing/2014/main" id="{8D0D1CCB-D87D-FEE5-21BF-E9B7E2CC6019}"/>
                  </a:ext>
                </a:extLst>
              </p:cNvPr>
              <p:cNvSpPr/>
              <p:nvPr/>
            </p:nvSpPr>
            <p:spPr>
              <a:xfrm>
                <a:off x="9634621" y="5171716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8 w 6343"/>
                  <a:gd name="connsiteY1" fmla="*/ 5549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49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8" y="5549"/>
                    </a:cubicBezTo>
                    <a:cubicBezTo>
                      <a:pt x="6263" y="4955"/>
                      <a:pt x="6597" y="4147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7"/>
                      <a:pt x="588" y="4955"/>
                      <a:pt x="1183" y="5549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30" name="Freeform: Shape 14629">
                <a:extLst>
                  <a:ext uri="{FF2B5EF4-FFF2-40B4-BE49-F238E27FC236}">
                    <a16:creationId xmlns:a16="http://schemas.microsoft.com/office/drawing/2014/main" id="{DA9D3F8D-C5DD-93EB-08CA-DA9F955F2D75}"/>
                  </a:ext>
                </a:extLst>
              </p:cNvPr>
              <p:cNvSpPr/>
              <p:nvPr/>
            </p:nvSpPr>
            <p:spPr>
              <a:xfrm>
                <a:off x="9636972" y="5171870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9 w 6343"/>
                  <a:gd name="connsiteY1" fmla="*/ 5550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9" y="5550"/>
                    </a:cubicBezTo>
                    <a:cubicBezTo>
                      <a:pt x="6263" y="4955"/>
                      <a:pt x="6598" y="4147"/>
                      <a:pt x="6598" y="3306"/>
                    </a:cubicBezTo>
                    <a:cubicBezTo>
                      <a:pt x="6598" y="2465"/>
                      <a:pt x="6263" y="1658"/>
                      <a:pt x="5669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3" y="1063"/>
                    </a:cubicBezTo>
                    <a:cubicBezTo>
                      <a:pt x="589" y="1658"/>
                      <a:pt x="254" y="2465"/>
                      <a:pt x="254" y="3306"/>
                    </a:cubicBezTo>
                    <a:cubicBezTo>
                      <a:pt x="254" y="4147"/>
                      <a:pt x="589" y="4955"/>
                      <a:pt x="1183" y="5550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31" name="Freeform: Shape 14630">
                <a:extLst>
                  <a:ext uri="{FF2B5EF4-FFF2-40B4-BE49-F238E27FC236}">
                    <a16:creationId xmlns:a16="http://schemas.microsoft.com/office/drawing/2014/main" id="{0DE8B0A3-67B7-331E-78F2-DEDFE79EB4D4}"/>
                  </a:ext>
                </a:extLst>
              </p:cNvPr>
              <p:cNvSpPr/>
              <p:nvPr/>
            </p:nvSpPr>
            <p:spPr>
              <a:xfrm>
                <a:off x="9639639" y="5171853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9 w 6343"/>
                  <a:gd name="connsiteY1" fmla="*/ 5550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6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50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9" y="5550"/>
                    </a:cubicBezTo>
                    <a:cubicBezTo>
                      <a:pt x="6264" y="4955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5"/>
                      <a:pt x="1184" y="5550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32" name="Freeform: Shape 14631">
                <a:extLst>
                  <a:ext uri="{FF2B5EF4-FFF2-40B4-BE49-F238E27FC236}">
                    <a16:creationId xmlns:a16="http://schemas.microsoft.com/office/drawing/2014/main" id="{1341916C-D63D-3BD3-B85A-F18B00777D55}"/>
                  </a:ext>
                </a:extLst>
              </p:cNvPr>
              <p:cNvSpPr/>
              <p:nvPr/>
            </p:nvSpPr>
            <p:spPr>
              <a:xfrm>
                <a:off x="9643408" y="5171189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7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4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4" y="468"/>
                      <a:pt x="4268" y="133"/>
                      <a:pt x="3427" y="133"/>
                    </a:cubicBezTo>
                    <a:cubicBezTo>
                      <a:pt x="2585" y="133"/>
                      <a:pt x="1779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5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33" name="Freeform: Shape 14632">
                <a:extLst>
                  <a:ext uri="{FF2B5EF4-FFF2-40B4-BE49-F238E27FC236}">
                    <a16:creationId xmlns:a16="http://schemas.microsoft.com/office/drawing/2014/main" id="{582EFF8F-2529-D0C3-6015-3A27B6050654}"/>
                  </a:ext>
                </a:extLst>
              </p:cNvPr>
              <p:cNvSpPr/>
              <p:nvPr/>
            </p:nvSpPr>
            <p:spPr>
              <a:xfrm>
                <a:off x="9646826" y="5170790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7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34" name="Freeform: Shape 14633">
                <a:extLst>
                  <a:ext uri="{FF2B5EF4-FFF2-40B4-BE49-F238E27FC236}">
                    <a16:creationId xmlns:a16="http://schemas.microsoft.com/office/drawing/2014/main" id="{FE2454EF-768F-EAEE-F2E3-747704816F7B}"/>
                  </a:ext>
                </a:extLst>
              </p:cNvPr>
              <p:cNvSpPr/>
              <p:nvPr/>
            </p:nvSpPr>
            <p:spPr>
              <a:xfrm>
                <a:off x="9649627" y="5170807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3 h 6345"/>
                  <a:gd name="connsiteX4" fmla="*/ 3427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70" y="5549"/>
                    </a:cubicBezTo>
                    <a:cubicBezTo>
                      <a:pt x="6264" y="4954"/>
                      <a:pt x="6599" y="4147"/>
                      <a:pt x="6599" y="3306"/>
                    </a:cubicBezTo>
                    <a:cubicBezTo>
                      <a:pt x="6599" y="2465"/>
                      <a:pt x="6264" y="1658"/>
                      <a:pt x="5670" y="1063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4" y="1063"/>
                    </a:cubicBezTo>
                    <a:cubicBezTo>
                      <a:pt x="590" y="1658"/>
                      <a:pt x="255" y="2465"/>
                      <a:pt x="255" y="3306"/>
                    </a:cubicBezTo>
                    <a:cubicBezTo>
                      <a:pt x="255" y="4147"/>
                      <a:pt x="590" y="4954"/>
                      <a:pt x="1184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35" name="Freeform: Shape 14634">
                <a:extLst>
                  <a:ext uri="{FF2B5EF4-FFF2-40B4-BE49-F238E27FC236}">
                    <a16:creationId xmlns:a16="http://schemas.microsoft.com/office/drawing/2014/main" id="{F52302A1-D661-1518-F53E-DAE41FCEB873}"/>
                  </a:ext>
                </a:extLst>
              </p:cNvPr>
              <p:cNvSpPr/>
              <p:nvPr/>
            </p:nvSpPr>
            <p:spPr>
              <a:xfrm>
                <a:off x="9654121" y="5169855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2 h 6345"/>
                  <a:gd name="connsiteX4" fmla="*/ 3427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5" y="467"/>
                      <a:pt x="4268" y="133"/>
                      <a:pt x="3427" y="133"/>
                    </a:cubicBezTo>
                    <a:cubicBezTo>
                      <a:pt x="2586" y="133"/>
                      <a:pt x="1779" y="467"/>
                      <a:pt x="1185" y="1062"/>
                    </a:cubicBezTo>
                    <a:cubicBezTo>
                      <a:pt x="590" y="1657"/>
                      <a:pt x="256" y="2464"/>
                      <a:pt x="256" y="3306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36" name="Freeform: Shape 14635">
                <a:extLst>
                  <a:ext uri="{FF2B5EF4-FFF2-40B4-BE49-F238E27FC236}">
                    <a16:creationId xmlns:a16="http://schemas.microsoft.com/office/drawing/2014/main" id="{A5F4B02C-497A-A418-1795-A77FFCCFBAEA}"/>
                  </a:ext>
                </a:extLst>
              </p:cNvPr>
              <p:cNvSpPr/>
              <p:nvPr/>
            </p:nvSpPr>
            <p:spPr>
              <a:xfrm>
                <a:off x="9658953" y="5168769"/>
                <a:ext cx="6343" cy="6345"/>
              </a:xfrm>
              <a:custGeom>
                <a:avLst/>
                <a:gdLst>
                  <a:gd name="connsiteX0" fmla="*/ 3428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9"/>
                    </a:moveTo>
                    <a:cubicBezTo>
                      <a:pt x="4269" y="6479"/>
                      <a:pt x="5076" y="6144"/>
                      <a:pt x="5670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5" y="1062"/>
                    </a:cubicBezTo>
                    <a:cubicBezTo>
                      <a:pt x="590" y="1657"/>
                      <a:pt x="256" y="2464"/>
                      <a:pt x="256" y="3306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7" y="6479"/>
                      <a:pt x="342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37" name="Freeform: Shape 14636">
                <a:extLst>
                  <a:ext uri="{FF2B5EF4-FFF2-40B4-BE49-F238E27FC236}">
                    <a16:creationId xmlns:a16="http://schemas.microsoft.com/office/drawing/2014/main" id="{FE4A844E-E621-D10B-8CD0-AED24CD315EB}"/>
                  </a:ext>
                </a:extLst>
              </p:cNvPr>
              <p:cNvSpPr/>
              <p:nvPr/>
            </p:nvSpPr>
            <p:spPr>
              <a:xfrm>
                <a:off x="9661469" y="5169080"/>
                <a:ext cx="6343" cy="6345"/>
              </a:xfrm>
              <a:custGeom>
                <a:avLst/>
                <a:gdLst>
                  <a:gd name="connsiteX0" fmla="*/ 3428 w 6343"/>
                  <a:gd name="connsiteY0" fmla="*/ 6479 h 6345"/>
                  <a:gd name="connsiteX1" fmla="*/ 5671 w 6343"/>
                  <a:gd name="connsiteY1" fmla="*/ 5549 h 6345"/>
                  <a:gd name="connsiteX2" fmla="*/ 6599 w 6343"/>
                  <a:gd name="connsiteY2" fmla="*/ 3306 h 6345"/>
                  <a:gd name="connsiteX3" fmla="*/ 5671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9"/>
                    </a:moveTo>
                    <a:cubicBezTo>
                      <a:pt x="4269" y="6479"/>
                      <a:pt x="5076" y="6144"/>
                      <a:pt x="5671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4"/>
                      <a:pt x="6265" y="1657"/>
                      <a:pt x="5671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5" y="1062"/>
                    </a:cubicBezTo>
                    <a:cubicBezTo>
                      <a:pt x="591" y="1657"/>
                      <a:pt x="256" y="2464"/>
                      <a:pt x="256" y="3306"/>
                    </a:cubicBezTo>
                    <a:cubicBezTo>
                      <a:pt x="256" y="4147"/>
                      <a:pt x="591" y="4954"/>
                      <a:pt x="1185" y="5549"/>
                    </a:cubicBezTo>
                    <a:cubicBezTo>
                      <a:pt x="1780" y="6144"/>
                      <a:pt x="2587" y="6479"/>
                      <a:pt x="342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38" name="Freeform: Shape 14637">
                <a:extLst>
                  <a:ext uri="{FF2B5EF4-FFF2-40B4-BE49-F238E27FC236}">
                    <a16:creationId xmlns:a16="http://schemas.microsoft.com/office/drawing/2014/main" id="{48FFF57F-95C4-C987-45A8-72368951A191}"/>
                  </a:ext>
                </a:extLst>
              </p:cNvPr>
              <p:cNvSpPr/>
              <p:nvPr/>
            </p:nvSpPr>
            <p:spPr>
              <a:xfrm>
                <a:off x="9666813" y="5167818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6 h 6345"/>
                  <a:gd name="connsiteX3" fmla="*/ 5671 w 6343"/>
                  <a:gd name="connsiteY3" fmla="*/ 1062 h 6345"/>
                  <a:gd name="connsiteX4" fmla="*/ 3428 w 6343"/>
                  <a:gd name="connsiteY4" fmla="*/ 133 h 6345"/>
                  <a:gd name="connsiteX5" fmla="*/ 1186 w 6343"/>
                  <a:gd name="connsiteY5" fmla="*/ 1062 h 6345"/>
                  <a:gd name="connsiteX6" fmla="*/ 257 w 6343"/>
                  <a:gd name="connsiteY6" fmla="*/ 3306 h 6345"/>
                  <a:gd name="connsiteX7" fmla="*/ 1186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4"/>
                      <a:pt x="5671" y="5549"/>
                    </a:cubicBezTo>
                    <a:cubicBezTo>
                      <a:pt x="6266" y="4954"/>
                      <a:pt x="6600" y="4147"/>
                      <a:pt x="6600" y="3306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6" y="1062"/>
                    </a:cubicBezTo>
                    <a:cubicBezTo>
                      <a:pt x="591" y="1657"/>
                      <a:pt x="257" y="2464"/>
                      <a:pt x="257" y="3306"/>
                    </a:cubicBezTo>
                    <a:cubicBezTo>
                      <a:pt x="257" y="4147"/>
                      <a:pt x="591" y="4954"/>
                      <a:pt x="1186" y="5549"/>
                    </a:cubicBezTo>
                    <a:cubicBezTo>
                      <a:pt x="1780" y="6144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39" name="Freeform: Shape 14638">
                <a:extLst>
                  <a:ext uri="{FF2B5EF4-FFF2-40B4-BE49-F238E27FC236}">
                    <a16:creationId xmlns:a16="http://schemas.microsoft.com/office/drawing/2014/main" id="{37B24CF2-C371-DDA1-B662-BFBC0ED29570}"/>
                  </a:ext>
                </a:extLst>
              </p:cNvPr>
              <p:cNvSpPr/>
              <p:nvPr/>
            </p:nvSpPr>
            <p:spPr>
              <a:xfrm>
                <a:off x="9692691" y="5533247"/>
                <a:ext cx="6343" cy="6345"/>
              </a:xfrm>
              <a:custGeom>
                <a:avLst/>
                <a:gdLst>
                  <a:gd name="connsiteX0" fmla="*/ 3430 w 6343"/>
                  <a:gd name="connsiteY0" fmla="*/ 6507 h 6345"/>
                  <a:gd name="connsiteX1" fmla="*/ 5673 w 6343"/>
                  <a:gd name="connsiteY1" fmla="*/ 5578 h 6345"/>
                  <a:gd name="connsiteX2" fmla="*/ 6602 w 6343"/>
                  <a:gd name="connsiteY2" fmla="*/ 3335 h 6345"/>
                  <a:gd name="connsiteX3" fmla="*/ 5673 w 6343"/>
                  <a:gd name="connsiteY3" fmla="*/ 1091 h 6345"/>
                  <a:gd name="connsiteX4" fmla="*/ 3430 w 6343"/>
                  <a:gd name="connsiteY4" fmla="*/ 162 h 6345"/>
                  <a:gd name="connsiteX5" fmla="*/ 1188 w 6343"/>
                  <a:gd name="connsiteY5" fmla="*/ 1091 h 6345"/>
                  <a:gd name="connsiteX6" fmla="*/ 259 w 6343"/>
                  <a:gd name="connsiteY6" fmla="*/ 3335 h 6345"/>
                  <a:gd name="connsiteX7" fmla="*/ 1188 w 6343"/>
                  <a:gd name="connsiteY7" fmla="*/ 5578 h 6345"/>
                  <a:gd name="connsiteX8" fmla="*/ 343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7"/>
                    </a:moveTo>
                    <a:cubicBezTo>
                      <a:pt x="4272" y="6507"/>
                      <a:pt x="5078" y="6173"/>
                      <a:pt x="5673" y="5578"/>
                    </a:cubicBezTo>
                    <a:cubicBezTo>
                      <a:pt x="6268" y="4983"/>
                      <a:pt x="6602" y="4176"/>
                      <a:pt x="6602" y="3335"/>
                    </a:cubicBezTo>
                    <a:cubicBezTo>
                      <a:pt x="6602" y="2493"/>
                      <a:pt x="6268" y="1686"/>
                      <a:pt x="5673" y="1091"/>
                    </a:cubicBezTo>
                    <a:cubicBezTo>
                      <a:pt x="5078" y="496"/>
                      <a:pt x="4272" y="162"/>
                      <a:pt x="3430" y="162"/>
                    </a:cubicBezTo>
                    <a:cubicBezTo>
                      <a:pt x="2589" y="162"/>
                      <a:pt x="1783" y="496"/>
                      <a:pt x="1188" y="1091"/>
                    </a:cubicBezTo>
                    <a:cubicBezTo>
                      <a:pt x="593" y="1686"/>
                      <a:pt x="259" y="2493"/>
                      <a:pt x="259" y="3335"/>
                    </a:cubicBezTo>
                    <a:cubicBezTo>
                      <a:pt x="259" y="4176"/>
                      <a:pt x="593" y="4983"/>
                      <a:pt x="1188" y="5578"/>
                    </a:cubicBezTo>
                    <a:cubicBezTo>
                      <a:pt x="1783" y="6173"/>
                      <a:pt x="2589" y="6507"/>
                      <a:pt x="343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40" name="Freeform: Shape 14639">
                <a:extLst>
                  <a:ext uri="{FF2B5EF4-FFF2-40B4-BE49-F238E27FC236}">
                    <a16:creationId xmlns:a16="http://schemas.microsoft.com/office/drawing/2014/main" id="{26B223C7-1BA2-764D-6CBF-02ED30CC6B05}"/>
                  </a:ext>
                </a:extLst>
              </p:cNvPr>
              <p:cNvSpPr/>
              <p:nvPr/>
            </p:nvSpPr>
            <p:spPr>
              <a:xfrm>
                <a:off x="9689948" y="5533527"/>
                <a:ext cx="6343" cy="6345"/>
              </a:xfrm>
              <a:custGeom>
                <a:avLst/>
                <a:gdLst>
                  <a:gd name="connsiteX0" fmla="*/ 3430 w 6343"/>
                  <a:gd name="connsiteY0" fmla="*/ 6507 h 6345"/>
                  <a:gd name="connsiteX1" fmla="*/ 5673 w 6343"/>
                  <a:gd name="connsiteY1" fmla="*/ 5578 h 6345"/>
                  <a:gd name="connsiteX2" fmla="*/ 6602 w 6343"/>
                  <a:gd name="connsiteY2" fmla="*/ 3335 h 6345"/>
                  <a:gd name="connsiteX3" fmla="*/ 5673 w 6343"/>
                  <a:gd name="connsiteY3" fmla="*/ 1091 h 6345"/>
                  <a:gd name="connsiteX4" fmla="*/ 3430 w 6343"/>
                  <a:gd name="connsiteY4" fmla="*/ 162 h 6345"/>
                  <a:gd name="connsiteX5" fmla="*/ 1188 w 6343"/>
                  <a:gd name="connsiteY5" fmla="*/ 1091 h 6345"/>
                  <a:gd name="connsiteX6" fmla="*/ 259 w 6343"/>
                  <a:gd name="connsiteY6" fmla="*/ 3335 h 6345"/>
                  <a:gd name="connsiteX7" fmla="*/ 1188 w 6343"/>
                  <a:gd name="connsiteY7" fmla="*/ 5578 h 6345"/>
                  <a:gd name="connsiteX8" fmla="*/ 343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7"/>
                    </a:moveTo>
                    <a:cubicBezTo>
                      <a:pt x="4271" y="6507"/>
                      <a:pt x="5078" y="6173"/>
                      <a:pt x="5673" y="5578"/>
                    </a:cubicBezTo>
                    <a:cubicBezTo>
                      <a:pt x="6268" y="4983"/>
                      <a:pt x="6602" y="4176"/>
                      <a:pt x="6602" y="3335"/>
                    </a:cubicBezTo>
                    <a:cubicBezTo>
                      <a:pt x="6602" y="2493"/>
                      <a:pt x="6268" y="1686"/>
                      <a:pt x="5673" y="1091"/>
                    </a:cubicBezTo>
                    <a:cubicBezTo>
                      <a:pt x="5078" y="496"/>
                      <a:pt x="4271" y="162"/>
                      <a:pt x="3430" y="162"/>
                    </a:cubicBezTo>
                    <a:cubicBezTo>
                      <a:pt x="2589" y="162"/>
                      <a:pt x="1782" y="496"/>
                      <a:pt x="1188" y="1091"/>
                    </a:cubicBezTo>
                    <a:cubicBezTo>
                      <a:pt x="593" y="1686"/>
                      <a:pt x="259" y="2493"/>
                      <a:pt x="259" y="3335"/>
                    </a:cubicBezTo>
                    <a:cubicBezTo>
                      <a:pt x="259" y="4176"/>
                      <a:pt x="593" y="4983"/>
                      <a:pt x="1188" y="5578"/>
                    </a:cubicBezTo>
                    <a:cubicBezTo>
                      <a:pt x="1782" y="6173"/>
                      <a:pt x="2589" y="6507"/>
                      <a:pt x="343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41" name="Freeform: Shape 14640">
                <a:extLst>
                  <a:ext uri="{FF2B5EF4-FFF2-40B4-BE49-F238E27FC236}">
                    <a16:creationId xmlns:a16="http://schemas.microsoft.com/office/drawing/2014/main" id="{6CC5B3B5-1670-B7E7-2D7F-4976C4CDD42A}"/>
                  </a:ext>
                </a:extLst>
              </p:cNvPr>
              <p:cNvSpPr/>
              <p:nvPr/>
            </p:nvSpPr>
            <p:spPr>
              <a:xfrm>
                <a:off x="9686775" y="5533351"/>
                <a:ext cx="6343" cy="6345"/>
              </a:xfrm>
              <a:custGeom>
                <a:avLst/>
                <a:gdLst>
                  <a:gd name="connsiteX0" fmla="*/ 3430 w 6343"/>
                  <a:gd name="connsiteY0" fmla="*/ 6507 h 6345"/>
                  <a:gd name="connsiteX1" fmla="*/ 5673 w 6343"/>
                  <a:gd name="connsiteY1" fmla="*/ 5578 h 6345"/>
                  <a:gd name="connsiteX2" fmla="*/ 6601 w 6343"/>
                  <a:gd name="connsiteY2" fmla="*/ 3335 h 6345"/>
                  <a:gd name="connsiteX3" fmla="*/ 5673 w 6343"/>
                  <a:gd name="connsiteY3" fmla="*/ 1091 h 6345"/>
                  <a:gd name="connsiteX4" fmla="*/ 3430 w 6343"/>
                  <a:gd name="connsiteY4" fmla="*/ 162 h 6345"/>
                  <a:gd name="connsiteX5" fmla="*/ 1187 w 6343"/>
                  <a:gd name="connsiteY5" fmla="*/ 1091 h 6345"/>
                  <a:gd name="connsiteX6" fmla="*/ 258 w 6343"/>
                  <a:gd name="connsiteY6" fmla="*/ 3335 h 6345"/>
                  <a:gd name="connsiteX7" fmla="*/ 1187 w 6343"/>
                  <a:gd name="connsiteY7" fmla="*/ 5578 h 6345"/>
                  <a:gd name="connsiteX8" fmla="*/ 343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7"/>
                    </a:moveTo>
                    <a:cubicBezTo>
                      <a:pt x="4271" y="6507"/>
                      <a:pt x="5078" y="6173"/>
                      <a:pt x="5673" y="5578"/>
                    </a:cubicBezTo>
                    <a:cubicBezTo>
                      <a:pt x="6267" y="4983"/>
                      <a:pt x="6601" y="4176"/>
                      <a:pt x="6601" y="3335"/>
                    </a:cubicBezTo>
                    <a:cubicBezTo>
                      <a:pt x="6601" y="2493"/>
                      <a:pt x="6267" y="1686"/>
                      <a:pt x="5673" y="1091"/>
                    </a:cubicBezTo>
                    <a:cubicBezTo>
                      <a:pt x="5078" y="496"/>
                      <a:pt x="4271" y="162"/>
                      <a:pt x="3430" y="162"/>
                    </a:cubicBezTo>
                    <a:cubicBezTo>
                      <a:pt x="2589" y="162"/>
                      <a:pt x="1782" y="496"/>
                      <a:pt x="1187" y="1091"/>
                    </a:cubicBezTo>
                    <a:cubicBezTo>
                      <a:pt x="593" y="1686"/>
                      <a:pt x="258" y="2493"/>
                      <a:pt x="258" y="3335"/>
                    </a:cubicBezTo>
                    <a:cubicBezTo>
                      <a:pt x="258" y="4176"/>
                      <a:pt x="593" y="4983"/>
                      <a:pt x="1187" y="5578"/>
                    </a:cubicBezTo>
                    <a:cubicBezTo>
                      <a:pt x="1782" y="6173"/>
                      <a:pt x="2589" y="6507"/>
                      <a:pt x="343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42" name="Freeform: Shape 14641">
                <a:extLst>
                  <a:ext uri="{FF2B5EF4-FFF2-40B4-BE49-F238E27FC236}">
                    <a16:creationId xmlns:a16="http://schemas.microsoft.com/office/drawing/2014/main" id="{58570D5B-90E1-51FA-24BD-6CA9C9E29EEB}"/>
                  </a:ext>
                </a:extLst>
              </p:cNvPr>
              <p:cNvSpPr/>
              <p:nvPr/>
            </p:nvSpPr>
            <p:spPr>
              <a:xfrm>
                <a:off x="9683353" y="5532885"/>
                <a:ext cx="6343" cy="6345"/>
              </a:xfrm>
              <a:custGeom>
                <a:avLst/>
                <a:gdLst>
                  <a:gd name="connsiteX0" fmla="*/ 3430 w 6343"/>
                  <a:gd name="connsiteY0" fmla="*/ 6507 h 6345"/>
                  <a:gd name="connsiteX1" fmla="*/ 5672 w 6343"/>
                  <a:gd name="connsiteY1" fmla="*/ 5578 h 6345"/>
                  <a:gd name="connsiteX2" fmla="*/ 6601 w 6343"/>
                  <a:gd name="connsiteY2" fmla="*/ 3335 h 6345"/>
                  <a:gd name="connsiteX3" fmla="*/ 5672 w 6343"/>
                  <a:gd name="connsiteY3" fmla="*/ 1091 h 6345"/>
                  <a:gd name="connsiteX4" fmla="*/ 3430 w 6343"/>
                  <a:gd name="connsiteY4" fmla="*/ 162 h 6345"/>
                  <a:gd name="connsiteX5" fmla="*/ 1187 w 6343"/>
                  <a:gd name="connsiteY5" fmla="*/ 1091 h 6345"/>
                  <a:gd name="connsiteX6" fmla="*/ 258 w 6343"/>
                  <a:gd name="connsiteY6" fmla="*/ 3335 h 6345"/>
                  <a:gd name="connsiteX7" fmla="*/ 1187 w 6343"/>
                  <a:gd name="connsiteY7" fmla="*/ 5578 h 6345"/>
                  <a:gd name="connsiteX8" fmla="*/ 343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7"/>
                    </a:moveTo>
                    <a:cubicBezTo>
                      <a:pt x="4271" y="6507"/>
                      <a:pt x="5078" y="6173"/>
                      <a:pt x="5672" y="5578"/>
                    </a:cubicBezTo>
                    <a:cubicBezTo>
                      <a:pt x="6267" y="4983"/>
                      <a:pt x="6601" y="4176"/>
                      <a:pt x="6601" y="3335"/>
                    </a:cubicBezTo>
                    <a:cubicBezTo>
                      <a:pt x="6601" y="2493"/>
                      <a:pt x="6267" y="1686"/>
                      <a:pt x="5672" y="1091"/>
                    </a:cubicBezTo>
                    <a:cubicBezTo>
                      <a:pt x="5078" y="496"/>
                      <a:pt x="4271" y="162"/>
                      <a:pt x="3430" y="162"/>
                    </a:cubicBezTo>
                    <a:cubicBezTo>
                      <a:pt x="2589" y="162"/>
                      <a:pt x="1782" y="496"/>
                      <a:pt x="1187" y="1091"/>
                    </a:cubicBezTo>
                    <a:cubicBezTo>
                      <a:pt x="592" y="1686"/>
                      <a:pt x="258" y="2493"/>
                      <a:pt x="258" y="3335"/>
                    </a:cubicBezTo>
                    <a:cubicBezTo>
                      <a:pt x="258" y="4176"/>
                      <a:pt x="592" y="4983"/>
                      <a:pt x="1187" y="5578"/>
                    </a:cubicBezTo>
                    <a:cubicBezTo>
                      <a:pt x="1782" y="6173"/>
                      <a:pt x="2589" y="6507"/>
                      <a:pt x="343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43" name="Freeform: Shape 14642">
                <a:extLst>
                  <a:ext uri="{FF2B5EF4-FFF2-40B4-BE49-F238E27FC236}">
                    <a16:creationId xmlns:a16="http://schemas.microsoft.com/office/drawing/2014/main" id="{FE869DA8-4B32-5711-467C-E20C0FBB4806}"/>
                  </a:ext>
                </a:extLst>
              </p:cNvPr>
              <p:cNvSpPr/>
              <p:nvPr/>
            </p:nvSpPr>
            <p:spPr>
              <a:xfrm>
                <a:off x="9680032" y="5532473"/>
                <a:ext cx="6343" cy="6345"/>
              </a:xfrm>
              <a:custGeom>
                <a:avLst/>
                <a:gdLst>
                  <a:gd name="connsiteX0" fmla="*/ 3429 w 6343"/>
                  <a:gd name="connsiteY0" fmla="*/ 6507 h 6345"/>
                  <a:gd name="connsiteX1" fmla="*/ 5672 w 6343"/>
                  <a:gd name="connsiteY1" fmla="*/ 5578 h 6345"/>
                  <a:gd name="connsiteX2" fmla="*/ 6601 w 6343"/>
                  <a:gd name="connsiteY2" fmla="*/ 3334 h 6345"/>
                  <a:gd name="connsiteX3" fmla="*/ 5672 w 6343"/>
                  <a:gd name="connsiteY3" fmla="*/ 1091 h 6345"/>
                  <a:gd name="connsiteX4" fmla="*/ 3429 w 6343"/>
                  <a:gd name="connsiteY4" fmla="*/ 162 h 6345"/>
                  <a:gd name="connsiteX5" fmla="*/ 1187 w 6343"/>
                  <a:gd name="connsiteY5" fmla="*/ 1091 h 6345"/>
                  <a:gd name="connsiteX6" fmla="*/ 258 w 6343"/>
                  <a:gd name="connsiteY6" fmla="*/ 3334 h 6345"/>
                  <a:gd name="connsiteX7" fmla="*/ 1187 w 6343"/>
                  <a:gd name="connsiteY7" fmla="*/ 5578 h 6345"/>
                  <a:gd name="connsiteX8" fmla="*/ 342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07"/>
                    </a:moveTo>
                    <a:cubicBezTo>
                      <a:pt x="4271" y="6507"/>
                      <a:pt x="5077" y="6173"/>
                      <a:pt x="5672" y="5578"/>
                    </a:cubicBezTo>
                    <a:cubicBezTo>
                      <a:pt x="6267" y="4983"/>
                      <a:pt x="6601" y="4176"/>
                      <a:pt x="6601" y="3334"/>
                    </a:cubicBezTo>
                    <a:cubicBezTo>
                      <a:pt x="6601" y="2493"/>
                      <a:pt x="6267" y="1686"/>
                      <a:pt x="5672" y="1091"/>
                    </a:cubicBezTo>
                    <a:cubicBezTo>
                      <a:pt x="5077" y="496"/>
                      <a:pt x="4271" y="162"/>
                      <a:pt x="3429" y="162"/>
                    </a:cubicBezTo>
                    <a:cubicBezTo>
                      <a:pt x="2588" y="162"/>
                      <a:pt x="1782" y="496"/>
                      <a:pt x="1187" y="1091"/>
                    </a:cubicBezTo>
                    <a:cubicBezTo>
                      <a:pt x="592" y="1686"/>
                      <a:pt x="258" y="2493"/>
                      <a:pt x="258" y="3334"/>
                    </a:cubicBezTo>
                    <a:cubicBezTo>
                      <a:pt x="258" y="4176"/>
                      <a:pt x="592" y="4983"/>
                      <a:pt x="1187" y="5578"/>
                    </a:cubicBezTo>
                    <a:cubicBezTo>
                      <a:pt x="1782" y="6173"/>
                      <a:pt x="2588" y="6507"/>
                      <a:pt x="342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44" name="Freeform: Shape 14643">
                <a:extLst>
                  <a:ext uri="{FF2B5EF4-FFF2-40B4-BE49-F238E27FC236}">
                    <a16:creationId xmlns:a16="http://schemas.microsoft.com/office/drawing/2014/main" id="{0EFFC4C1-6BD3-6162-BD40-B16010B16875}"/>
                  </a:ext>
                </a:extLst>
              </p:cNvPr>
              <p:cNvSpPr/>
              <p:nvPr/>
            </p:nvSpPr>
            <p:spPr>
              <a:xfrm>
                <a:off x="9676982" y="5532293"/>
                <a:ext cx="6343" cy="6345"/>
              </a:xfrm>
              <a:custGeom>
                <a:avLst/>
                <a:gdLst>
                  <a:gd name="connsiteX0" fmla="*/ 3429 w 6343"/>
                  <a:gd name="connsiteY0" fmla="*/ 6507 h 6345"/>
                  <a:gd name="connsiteX1" fmla="*/ 5672 w 6343"/>
                  <a:gd name="connsiteY1" fmla="*/ 5578 h 6345"/>
                  <a:gd name="connsiteX2" fmla="*/ 6601 w 6343"/>
                  <a:gd name="connsiteY2" fmla="*/ 3334 h 6345"/>
                  <a:gd name="connsiteX3" fmla="*/ 5672 w 6343"/>
                  <a:gd name="connsiteY3" fmla="*/ 1091 h 6345"/>
                  <a:gd name="connsiteX4" fmla="*/ 3429 w 6343"/>
                  <a:gd name="connsiteY4" fmla="*/ 162 h 6345"/>
                  <a:gd name="connsiteX5" fmla="*/ 1187 w 6343"/>
                  <a:gd name="connsiteY5" fmla="*/ 1091 h 6345"/>
                  <a:gd name="connsiteX6" fmla="*/ 258 w 6343"/>
                  <a:gd name="connsiteY6" fmla="*/ 3334 h 6345"/>
                  <a:gd name="connsiteX7" fmla="*/ 1187 w 6343"/>
                  <a:gd name="connsiteY7" fmla="*/ 5578 h 6345"/>
                  <a:gd name="connsiteX8" fmla="*/ 342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07"/>
                    </a:moveTo>
                    <a:cubicBezTo>
                      <a:pt x="4270" y="6507"/>
                      <a:pt x="5077" y="6173"/>
                      <a:pt x="5672" y="5578"/>
                    </a:cubicBezTo>
                    <a:cubicBezTo>
                      <a:pt x="6267" y="4983"/>
                      <a:pt x="6601" y="4176"/>
                      <a:pt x="6601" y="3334"/>
                    </a:cubicBezTo>
                    <a:cubicBezTo>
                      <a:pt x="6601" y="2493"/>
                      <a:pt x="6267" y="1686"/>
                      <a:pt x="5672" y="1091"/>
                    </a:cubicBezTo>
                    <a:cubicBezTo>
                      <a:pt x="5077" y="496"/>
                      <a:pt x="4270" y="162"/>
                      <a:pt x="3429" y="162"/>
                    </a:cubicBezTo>
                    <a:cubicBezTo>
                      <a:pt x="2588" y="162"/>
                      <a:pt x="1781" y="496"/>
                      <a:pt x="1187" y="1091"/>
                    </a:cubicBezTo>
                    <a:cubicBezTo>
                      <a:pt x="592" y="1686"/>
                      <a:pt x="258" y="2493"/>
                      <a:pt x="258" y="3334"/>
                    </a:cubicBezTo>
                    <a:cubicBezTo>
                      <a:pt x="258" y="4176"/>
                      <a:pt x="592" y="4983"/>
                      <a:pt x="1187" y="5578"/>
                    </a:cubicBezTo>
                    <a:cubicBezTo>
                      <a:pt x="1781" y="6173"/>
                      <a:pt x="2588" y="6507"/>
                      <a:pt x="342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45" name="Freeform: Shape 14644">
                <a:extLst>
                  <a:ext uri="{FF2B5EF4-FFF2-40B4-BE49-F238E27FC236}">
                    <a16:creationId xmlns:a16="http://schemas.microsoft.com/office/drawing/2014/main" id="{EB1912FF-A920-F295-7A3A-54544B21C7AE}"/>
                  </a:ext>
                </a:extLst>
              </p:cNvPr>
              <p:cNvSpPr/>
              <p:nvPr/>
            </p:nvSpPr>
            <p:spPr>
              <a:xfrm>
                <a:off x="9673944" y="5532084"/>
                <a:ext cx="6343" cy="6345"/>
              </a:xfrm>
              <a:custGeom>
                <a:avLst/>
                <a:gdLst>
                  <a:gd name="connsiteX0" fmla="*/ 3429 w 6343"/>
                  <a:gd name="connsiteY0" fmla="*/ 6507 h 6345"/>
                  <a:gd name="connsiteX1" fmla="*/ 5672 w 6343"/>
                  <a:gd name="connsiteY1" fmla="*/ 5578 h 6345"/>
                  <a:gd name="connsiteX2" fmla="*/ 6600 w 6343"/>
                  <a:gd name="connsiteY2" fmla="*/ 3334 h 6345"/>
                  <a:gd name="connsiteX3" fmla="*/ 5672 w 6343"/>
                  <a:gd name="connsiteY3" fmla="*/ 1091 h 6345"/>
                  <a:gd name="connsiteX4" fmla="*/ 3429 w 6343"/>
                  <a:gd name="connsiteY4" fmla="*/ 162 h 6345"/>
                  <a:gd name="connsiteX5" fmla="*/ 1186 w 6343"/>
                  <a:gd name="connsiteY5" fmla="*/ 1091 h 6345"/>
                  <a:gd name="connsiteX6" fmla="*/ 257 w 6343"/>
                  <a:gd name="connsiteY6" fmla="*/ 3334 h 6345"/>
                  <a:gd name="connsiteX7" fmla="*/ 1186 w 6343"/>
                  <a:gd name="connsiteY7" fmla="*/ 5578 h 6345"/>
                  <a:gd name="connsiteX8" fmla="*/ 342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07"/>
                    </a:moveTo>
                    <a:cubicBezTo>
                      <a:pt x="4270" y="6507"/>
                      <a:pt x="5077" y="6173"/>
                      <a:pt x="5672" y="5578"/>
                    </a:cubicBezTo>
                    <a:cubicBezTo>
                      <a:pt x="6266" y="4983"/>
                      <a:pt x="6600" y="4176"/>
                      <a:pt x="6600" y="3334"/>
                    </a:cubicBezTo>
                    <a:cubicBezTo>
                      <a:pt x="6600" y="2493"/>
                      <a:pt x="6266" y="1686"/>
                      <a:pt x="5672" y="1091"/>
                    </a:cubicBezTo>
                    <a:cubicBezTo>
                      <a:pt x="5077" y="496"/>
                      <a:pt x="4270" y="162"/>
                      <a:pt x="3429" y="162"/>
                    </a:cubicBezTo>
                    <a:cubicBezTo>
                      <a:pt x="2588" y="162"/>
                      <a:pt x="1781" y="496"/>
                      <a:pt x="1186" y="1091"/>
                    </a:cubicBezTo>
                    <a:cubicBezTo>
                      <a:pt x="592" y="1686"/>
                      <a:pt x="257" y="2493"/>
                      <a:pt x="257" y="3334"/>
                    </a:cubicBezTo>
                    <a:cubicBezTo>
                      <a:pt x="257" y="4176"/>
                      <a:pt x="592" y="4983"/>
                      <a:pt x="1186" y="5578"/>
                    </a:cubicBezTo>
                    <a:cubicBezTo>
                      <a:pt x="1781" y="6173"/>
                      <a:pt x="2588" y="6507"/>
                      <a:pt x="342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46" name="Freeform: Shape 14645">
                <a:extLst>
                  <a:ext uri="{FF2B5EF4-FFF2-40B4-BE49-F238E27FC236}">
                    <a16:creationId xmlns:a16="http://schemas.microsoft.com/office/drawing/2014/main" id="{CE126F1C-87F7-9F59-3284-7E1B225AB0EB}"/>
                  </a:ext>
                </a:extLst>
              </p:cNvPr>
              <p:cNvSpPr/>
              <p:nvPr/>
            </p:nvSpPr>
            <p:spPr>
              <a:xfrm>
                <a:off x="9671254" y="5532202"/>
                <a:ext cx="6343" cy="6345"/>
              </a:xfrm>
              <a:custGeom>
                <a:avLst/>
                <a:gdLst>
                  <a:gd name="connsiteX0" fmla="*/ 3429 w 6343"/>
                  <a:gd name="connsiteY0" fmla="*/ 6507 h 6345"/>
                  <a:gd name="connsiteX1" fmla="*/ 5671 w 6343"/>
                  <a:gd name="connsiteY1" fmla="*/ 5578 h 6345"/>
                  <a:gd name="connsiteX2" fmla="*/ 6600 w 6343"/>
                  <a:gd name="connsiteY2" fmla="*/ 3334 h 6345"/>
                  <a:gd name="connsiteX3" fmla="*/ 5671 w 6343"/>
                  <a:gd name="connsiteY3" fmla="*/ 1091 h 6345"/>
                  <a:gd name="connsiteX4" fmla="*/ 3429 w 6343"/>
                  <a:gd name="connsiteY4" fmla="*/ 162 h 6345"/>
                  <a:gd name="connsiteX5" fmla="*/ 1186 w 6343"/>
                  <a:gd name="connsiteY5" fmla="*/ 1091 h 6345"/>
                  <a:gd name="connsiteX6" fmla="*/ 257 w 6343"/>
                  <a:gd name="connsiteY6" fmla="*/ 3334 h 6345"/>
                  <a:gd name="connsiteX7" fmla="*/ 1186 w 6343"/>
                  <a:gd name="connsiteY7" fmla="*/ 5578 h 6345"/>
                  <a:gd name="connsiteX8" fmla="*/ 342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07"/>
                    </a:moveTo>
                    <a:cubicBezTo>
                      <a:pt x="4270" y="6507"/>
                      <a:pt x="5077" y="6173"/>
                      <a:pt x="5671" y="5578"/>
                    </a:cubicBezTo>
                    <a:cubicBezTo>
                      <a:pt x="6266" y="4983"/>
                      <a:pt x="6600" y="4176"/>
                      <a:pt x="6600" y="3334"/>
                    </a:cubicBezTo>
                    <a:cubicBezTo>
                      <a:pt x="6600" y="2493"/>
                      <a:pt x="6266" y="1686"/>
                      <a:pt x="5671" y="1091"/>
                    </a:cubicBezTo>
                    <a:cubicBezTo>
                      <a:pt x="5077" y="496"/>
                      <a:pt x="4270" y="162"/>
                      <a:pt x="3429" y="162"/>
                    </a:cubicBezTo>
                    <a:cubicBezTo>
                      <a:pt x="2588" y="162"/>
                      <a:pt x="1781" y="496"/>
                      <a:pt x="1186" y="1091"/>
                    </a:cubicBezTo>
                    <a:cubicBezTo>
                      <a:pt x="591" y="1686"/>
                      <a:pt x="257" y="2493"/>
                      <a:pt x="257" y="3334"/>
                    </a:cubicBezTo>
                    <a:cubicBezTo>
                      <a:pt x="257" y="4176"/>
                      <a:pt x="591" y="4983"/>
                      <a:pt x="1186" y="5578"/>
                    </a:cubicBezTo>
                    <a:cubicBezTo>
                      <a:pt x="1781" y="6173"/>
                      <a:pt x="2588" y="6507"/>
                      <a:pt x="342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47" name="Freeform: Shape 14646">
                <a:extLst>
                  <a:ext uri="{FF2B5EF4-FFF2-40B4-BE49-F238E27FC236}">
                    <a16:creationId xmlns:a16="http://schemas.microsoft.com/office/drawing/2014/main" id="{97E5EEBA-B1C0-15C0-7D3B-A7B8D7BBEE64}"/>
                  </a:ext>
                </a:extLst>
              </p:cNvPr>
              <p:cNvSpPr/>
              <p:nvPr/>
            </p:nvSpPr>
            <p:spPr>
              <a:xfrm>
                <a:off x="9668026" y="5531716"/>
                <a:ext cx="6343" cy="6345"/>
              </a:xfrm>
              <a:custGeom>
                <a:avLst/>
                <a:gdLst>
                  <a:gd name="connsiteX0" fmla="*/ 3428 w 6343"/>
                  <a:gd name="connsiteY0" fmla="*/ 6507 h 6345"/>
                  <a:gd name="connsiteX1" fmla="*/ 5671 w 6343"/>
                  <a:gd name="connsiteY1" fmla="*/ 5578 h 6345"/>
                  <a:gd name="connsiteX2" fmla="*/ 6600 w 6343"/>
                  <a:gd name="connsiteY2" fmla="*/ 3334 h 6345"/>
                  <a:gd name="connsiteX3" fmla="*/ 5671 w 6343"/>
                  <a:gd name="connsiteY3" fmla="*/ 1091 h 6345"/>
                  <a:gd name="connsiteX4" fmla="*/ 3428 w 6343"/>
                  <a:gd name="connsiteY4" fmla="*/ 162 h 6345"/>
                  <a:gd name="connsiteX5" fmla="*/ 1186 w 6343"/>
                  <a:gd name="connsiteY5" fmla="*/ 1091 h 6345"/>
                  <a:gd name="connsiteX6" fmla="*/ 257 w 6343"/>
                  <a:gd name="connsiteY6" fmla="*/ 3334 h 6345"/>
                  <a:gd name="connsiteX7" fmla="*/ 1186 w 6343"/>
                  <a:gd name="connsiteY7" fmla="*/ 5578 h 6345"/>
                  <a:gd name="connsiteX8" fmla="*/ 342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7"/>
                    </a:moveTo>
                    <a:cubicBezTo>
                      <a:pt x="4270" y="6507"/>
                      <a:pt x="5076" y="6173"/>
                      <a:pt x="5671" y="5578"/>
                    </a:cubicBezTo>
                    <a:cubicBezTo>
                      <a:pt x="6266" y="4983"/>
                      <a:pt x="6600" y="4176"/>
                      <a:pt x="6600" y="3334"/>
                    </a:cubicBezTo>
                    <a:cubicBezTo>
                      <a:pt x="6600" y="2493"/>
                      <a:pt x="6266" y="1686"/>
                      <a:pt x="5671" y="1091"/>
                    </a:cubicBezTo>
                    <a:cubicBezTo>
                      <a:pt x="5076" y="496"/>
                      <a:pt x="4270" y="162"/>
                      <a:pt x="3428" y="162"/>
                    </a:cubicBezTo>
                    <a:cubicBezTo>
                      <a:pt x="2587" y="162"/>
                      <a:pt x="1781" y="496"/>
                      <a:pt x="1186" y="1091"/>
                    </a:cubicBezTo>
                    <a:cubicBezTo>
                      <a:pt x="591" y="1686"/>
                      <a:pt x="257" y="2493"/>
                      <a:pt x="257" y="3334"/>
                    </a:cubicBezTo>
                    <a:cubicBezTo>
                      <a:pt x="257" y="4176"/>
                      <a:pt x="591" y="4983"/>
                      <a:pt x="1186" y="5578"/>
                    </a:cubicBezTo>
                    <a:cubicBezTo>
                      <a:pt x="1781" y="6173"/>
                      <a:pt x="2587" y="6507"/>
                      <a:pt x="342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48" name="Freeform: Shape 14647">
                <a:extLst>
                  <a:ext uri="{FF2B5EF4-FFF2-40B4-BE49-F238E27FC236}">
                    <a16:creationId xmlns:a16="http://schemas.microsoft.com/office/drawing/2014/main" id="{1F1E661C-51E7-B622-569B-3799D3FC9D56}"/>
                  </a:ext>
                </a:extLst>
              </p:cNvPr>
              <p:cNvSpPr/>
              <p:nvPr/>
            </p:nvSpPr>
            <p:spPr>
              <a:xfrm>
                <a:off x="9664438" y="5530796"/>
                <a:ext cx="6343" cy="6345"/>
              </a:xfrm>
              <a:custGeom>
                <a:avLst/>
                <a:gdLst>
                  <a:gd name="connsiteX0" fmla="*/ 3428 w 6343"/>
                  <a:gd name="connsiteY0" fmla="*/ 6507 h 6345"/>
                  <a:gd name="connsiteX1" fmla="*/ 5671 w 6343"/>
                  <a:gd name="connsiteY1" fmla="*/ 5578 h 6345"/>
                  <a:gd name="connsiteX2" fmla="*/ 6600 w 6343"/>
                  <a:gd name="connsiteY2" fmla="*/ 3334 h 6345"/>
                  <a:gd name="connsiteX3" fmla="*/ 5671 w 6343"/>
                  <a:gd name="connsiteY3" fmla="*/ 1091 h 6345"/>
                  <a:gd name="connsiteX4" fmla="*/ 3428 w 6343"/>
                  <a:gd name="connsiteY4" fmla="*/ 162 h 6345"/>
                  <a:gd name="connsiteX5" fmla="*/ 1186 w 6343"/>
                  <a:gd name="connsiteY5" fmla="*/ 1091 h 6345"/>
                  <a:gd name="connsiteX6" fmla="*/ 257 w 6343"/>
                  <a:gd name="connsiteY6" fmla="*/ 3334 h 6345"/>
                  <a:gd name="connsiteX7" fmla="*/ 1186 w 6343"/>
                  <a:gd name="connsiteY7" fmla="*/ 5578 h 6345"/>
                  <a:gd name="connsiteX8" fmla="*/ 342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7"/>
                    </a:moveTo>
                    <a:cubicBezTo>
                      <a:pt x="4269" y="6507"/>
                      <a:pt x="5076" y="6173"/>
                      <a:pt x="5671" y="5578"/>
                    </a:cubicBezTo>
                    <a:cubicBezTo>
                      <a:pt x="6266" y="4983"/>
                      <a:pt x="6600" y="4176"/>
                      <a:pt x="6600" y="3334"/>
                    </a:cubicBezTo>
                    <a:cubicBezTo>
                      <a:pt x="6600" y="2493"/>
                      <a:pt x="6266" y="1686"/>
                      <a:pt x="5671" y="1091"/>
                    </a:cubicBezTo>
                    <a:cubicBezTo>
                      <a:pt x="5076" y="496"/>
                      <a:pt x="4269" y="162"/>
                      <a:pt x="3428" y="162"/>
                    </a:cubicBezTo>
                    <a:cubicBezTo>
                      <a:pt x="2587" y="162"/>
                      <a:pt x="1780" y="496"/>
                      <a:pt x="1186" y="1091"/>
                    </a:cubicBezTo>
                    <a:cubicBezTo>
                      <a:pt x="591" y="1686"/>
                      <a:pt x="257" y="2493"/>
                      <a:pt x="257" y="3334"/>
                    </a:cubicBezTo>
                    <a:cubicBezTo>
                      <a:pt x="257" y="4176"/>
                      <a:pt x="591" y="4983"/>
                      <a:pt x="1186" y="5578"/>
                    </a:cubicBezTo>
                    <a:cubicBezTo>
                      <a:pt x="1780" y="6173"/>
                      <a:pt x="2587" y="6507"/>
                      <a:pt x="342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49" name="Freeform: Shape 14648">
                <a:extLst>
                  <a:ext uri="{FF2B5EF4-FFF2-40B4-BE49-F238E27FC236}">
                    <a16:creationId xmlns:a16="http://schemas.microsoft.com/office/drawing/2014/main" id="{967F4C22-A978-432F-DDC6-BC201AA834EF}"/>
                  </a:ext>
                </a:extLst>
              </p:cNvPr>
              <p:cNvSpPr/>
              <p:nvPr/>
            </p:nvSpPr>
            <p:spPr>
              <a:xfrm>
                <a:off x="9661573" y="5530608"/>
                <a:ext cx="6343" cy="6345"/>
              </a:xfrm>
              <a:custGeom>
                <a:avLst/>
                <a:gdLst>
                  <a:gd name="connsiteX0" fmla="*/ 3428 w 6343"/>
                  <a:gd name="connsiteY0" fmla="*/ 6507 h 6345"/>
                  <a:gd name="connsiteX1" fmla="*/ 5671 w 6343"/>
                  <a:gd name="connsiteY1" fmla="*/ 5578 h 6345"/>
                  <a:gd name="connsiteX2" fmla="*/ 6599 w 6343"/>
                  <a:gd name="connsiteY2" fmla="*/ 3334 h 6345"/>
                  <a:gd name="connsiteX3" fmla="*/ 5671 w 6343"/>
                  <a:gd name="connsiteY3" fmla="*/ 1091 h 6345"/>
                  <a:gd name="connsiteX4" fmla="*/ 3428 w 6343"/>
                  <a:gd name="connsiteY4" fmla="*/ 162 h 6345"/>
                  <a:gd name="connsiteX5" fmla="*/ 1185 w 6343"/>
                  <a:gd name="connsiteY5" fmla="*/ 1091 h 6345"/>
                  <a:gd name="connsiteX6" fmla="*/ 256 w 6343"/>
                  <a:gd name="connsiteY6" fmla="*/ 3334 h 6345"/>
                  <a:gd name="connsiteX7" fmla="*/ 1185 w 6343"/>
                  <a:gd name="connsiteY7" fmla="*/ 5578 h 6345"/>
                  <a:gd name="connsiteX8" fmla="*/ 342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7"/>
                    </a:moveTo>
                    <a:cubicBezTo>
                      <a:pt x="4269" y="6507"/>
                      <a:pt x="5076" y="6173"/>
                      <a:pt x="5671" y="5578"/>
                    </a:cubicBezTo>
                    <a:cubicBezTo>
                      <a:pt x="6265" y="4983"/>
                      <a:pt x="6599" y="4176"/>
                      <a:pt x="6599" y="3334"/>
                    </a:cubicBezTo>
                    <a:cubicBezTo>
                      <a:pt x="6599" y="2493"/>
                      <a:pt x="6265" y="1686"/>
                      <a:pt x="5671" y="1091"/>
                    </a:cubicBezTo>
                    <a:cubicBezTo>
                      <a:pt x="5076" y="496"/>
                      <a:pt x="4269" y="162"/>
                      <a:pt x="3428" y="162"/>
                    </a:cubicBezTo>
                    <a:cubicBezTo>
                      <a:pt x="2587" y="162"/>
                      <a:pt x="1780" y="496"/>
                      <a:pt x="1185" y="1091"/>
                    </a:cubicBezTo>
                    <a:cubicBezTo>
                      <a:pt x="591" y="1686"/>
                      <a:pt x="256" y="2493"/>
                      <a:pt x="256" y="3334"/>
                    </a:cubicBezTo>
                    <a:cubicBezTo>
                      <a:pt x="256" y="4176"/>
                      <a:pt x="591" y="4983"/>
                      <a:pt x="1185" y="5578"/>
                    </a:cubicBezTo>
                    <a:cubicBezTo>
                      <a:pt x="1780" y="6173"/>
                      <a:pt x="2587" y="6507"/>
                      <a:pt x="342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50" name="Freeform: Shape 14649">
                <a:extLst>
                  <a:ext uri="{FF2B5EF4-FFF2-40B4-BE49-F238E27FC236}">
                    <a16:creationId xmlns:a16="http://schemas.microsoft.com/office/drawing/2014/main" id="{05CFB43E-3A78-D079-0D32-947F30315630}"/>
                  </a:ext>
                </a:extLst>
              </p:cNvPr>
              <p:cNvSpPr/>
              <p:nvPr/>
            </p:nvSpPr>
            <p:spPr>
              <a:xfrm>
                <a:off x="9658719" y="5530393"/>
                <a:ext cx="6343" cy="6345"/>
              </a:xfrm>
              <a:custGeom>
                <a:avLst/>
                <a:gdLst>
                  <a:gd name="connsiteX0" fmla="*/ 3428 w 6343"/>
                  <a:gd name="connsiteY0" fmla="*/ 6507 h 6345"/>
                  <a:gd name="connsiteX1" fmla="*/ 5670 w 6343"/>
                  <a:gd name="connsiteY1" fmla="*/ 5578 h 6345"/>
                  <a:gd name="connsiteX2" fmla="*/ 6599 w 6343"/>
                  <a:gd name="connsiteY2" fmla="*/ 3334 h 6345"/>
                  <a:gd name="connsiteX3" fmla="*/ 5670 w 6343"/>
                  <a:gd name="connsiteY3" fmla="*/ 1091 h 6345"/>
                  <a:gd name="connsiteX4" fmla="*/ 3428 w 6343"/>
                  <a:gd name="connsiteY4" fmla="*/ 162 h 6345"/>
                  <a:gd name="connsiteX5" fmla="*/ 1185 w 6343"/>
                  <a:gd name="connsiteY5" fmla="*/ 1091 h 6345"/>
                  <a:gd name="connsiteX6" fmla="*/ 256 w 6343"/>
                  <a:gd name="connsiteY6" fmla="*/ 3334 h 6345"/>
                  <a:gd name="connsiteX7" fmla="*/ 1185 w 6343"/>
                  <a:gd name="connsiteY7" fmla="*/ 5578 h 6345"/>
                  <a:gd name="connsiteX8" fmla="*/ 342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7"/>
                    </a:moveTo>
                    <a:cubicBezTo>
                      <a:pt x="4269" y="6507"/>
                      <a:pt x="5076" y="6173"/>
                      <a:pt x="5670" y="5578"/>
                    </a:cubicBezTo>
                    <a:cubicBezTo>
                      <a:pt x="6265" y="4983"/>
                      <a:pt x="6599" y="4176"/>
                      <a:pt x="6599" y="3334"/>
                    </a:cubicBezTo>
                    <a:cubicBezTo>
                      <a:pt x="6599" y="2493"/>
                      <a:pt x="6265" y="1686"/>
                      <a:pt x="5670" y="1091"/>
                    </a:cubicBezTo>
                    <a:cubicBezTo>
                      <a:pt x="5076" y="496"/>
                      <a:pt x="4269" y="162"/>
                      <a:pt x="3428" y="162"/>
                    </a:cubicBezTo>
                    <a:cubicBezTo>
                      <a:pt x="2587" y="162"/>
                      <a:pt x="1780" y="496"/>
                      <a:pt x="1185" y="1091"/>
                    </a:cubicBezTo>
                    <a:cubicBezTo>
                      <a:pt x="590" y="1686"/>
                      <a:pt x="256" y="2493"/>
                      <a:pt x="256" y="3334"/>
                    </a:cubicBezTo>
                    <a:cubicBezTo>
                      <a:pt x="256" y="4176"/>
                      <a:pt x="590" y="4983"/>
                      <a:pt x="1185" y="5578"/>
                    </a:cubicBezTo>
                    <a:cubicBezTo>
                      <a:pt x="1780" y="6173"/>
                      <a:pt x="2587" y="6507"/>
                      <a:pt x="342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51" name="Freeform: Shape 14650">
                <a:extLst>
                  <a:ext uri="{FF2B5EF4-FFF2-40B4-BE49-F238E27FC236}">
                    <a16:creationId xmlns:a16="http://schemas.microsoft.com/office/drawing/2014/main" id="{BDC17080-8472-2384-38A3-34651F6A8D84}"/>
                  </a:ext>
                </a:extLst>
              </p:cNvPr>
              <p:cNvSpPr/>
              <p:nvPr/>
            </p:nvSpPr>
            <p:spPr>
              <a:xfrm>
                <a:off x="9655672" y="5529924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70 w 6343"/>
                  <a:gd name="connsiteY1" fmla="*/ 5578 h 6345"/>
                  <a:gd name="connsiteX2" fmla="*/ 6599 w 6343"/>
                  <a:gd name="connsiteY2" fmla="*/ 3334 h 6345"/>
                  <a:gd name="connsiteX3" fmla="*/ 5670 w 6343"/>
                  <a:gd name="connsiteY3" fmla="*/ 1091 h 6345"/>
                  <a:gd name="connsiteX4" fmla="*/ 3427 w 6343"/>
                  <a:gd name="connsiteY4" fmla="*/ 162 h 6345"/>
                  <a:gd name="connsiteX5" fmla="*/ 1185 w 6343"/>
                  <a:gd name="connsiteY5" fmla="*/ 1091 h 6345"/>
                  <a:gd name="connsiteX6" fmla="*/ 256 w 6343"/>
                  <a:gd name="connsiteY6" fmla="*/ 3334 h 6345"/>
                  <a:gd name="connsiteX7" fmla="*/ 1185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9" y="6507"/>
                      <a:pt x="5075" y="6173"/>
                      <a:pt x="5670" y="5578"/>
                    </a:cubicBezTo>
                    <a:cubicBezTo>
                      <a:pt x="6265" y="4983"/>
                      <a:pt x="6599" y="4176"/>
                      <a:pt x="6599" y="3334"/>
                    </a:cubicBezTo>
                    <a:cubicBezTo>
                      <a:pt x="6599" y="2493"/>
                      <a:pt x="6265" y="1686"/>
                      <a:pt x="5670" y="1091"/>
                    </a:cubicBezTo>
                    <a:cubicBezTo>
                      <a:pt x="5075" y="496"/>
                      <a:pt x="4269" y="162"/>
                      <a:pt x="3427" y="162"/>
                    </a:cubicBezTo>
                    <a:cubicBezTo>
                      <a:pt x="2586" y="162"/>
                      <a:pt x="1780" y="496"/>
                      <a:pt x="1185" y="1091"/>
                    </a:cubicBezTo>
                    <a:cubicBezTo>
                      <a:pt x="590" y="1686"/>
                      <a:pt x="256" y="2493"/>
                      <a:pt x="256" y="3334"/>
                    </a:cubicBezTo>
                    <a:cubicBezTo>
                      <a:pt x="256" y="4176"/>
                      <a:pt x="590" y="4983"/>
                      <a:pt x="1185" y="5578"/>
                    </a:cubicBezTo>
                    <a:cubicBezTo>
                      <a:pt x="1780" y="6173"/>
                      <a:pt x="2586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52" name="Freeform: Shape 14651">
                <a:extLst>
                  <a:ext uri="{FF2B5EF4-FFF2-40B4-BE49-F238E27FC236}">
                    <a16:creationId xmlns:a16="http://schemas.microsoft.com/office/drawing/2014/main" id="{A9459490-EDD7-1B35-B2AB-A42F8B7F5F61}"/>
                  </a:ext>
                </a:extLst>
              </p:cNvPr>
              <p:cNvSpPr/>
              <p:nvPr/>
            </p:nvSpPr>
            <p:spPr>
              <a:xfrm>
                <a:off x="9652720" y="5529519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70 w 6343"/>
                  <a:gd name="connsiteY1" fmla="*/ 5578 h 6345"/>
                  <a:gd name="connsiteX2" fmla="*/ 6599 w 6343"/>
                  <a:gd name="connsiteY2" fmla="*/ 3334 h 6345"/>
                  <a:gd name="connsiteX3" fmla="*/ 5670 w 6343"/>
                  <a:gd name="connsiteY3" fmla="*/ 1091 h 6345"/>
                  <a:gd name="connsiteX4" fmla="*/ 3427 w 6343"/>
                  <a:gd name="connsiteY4" fmla="*/ 162 h 6345"/>
                  <a:gd name="connsiteX5" fmla="*/ 1185 w 6343"/>
                  <a:gd name="connsiteY5" fmla="*/ 1091 h 6345"/>
                  <a:gd name="connsiteX6" fmla="*/ 256 w 6343"/>
                  <a:gd name="connsiteY6" fmla="*/ 3334 h 6345"/>
                  <a:gd name="connsiteX7" fmla="*/ 1185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8" y="6507"/>
                      <a:pt x="5075" y="6173"/>
                      <a:pt x="5670" y="5578"/>
                    </a:cubicBezTo>
                    <a:cubicBezTo>
                      <a:pt x="6265" y="4983"/>
                      <a:pt x="6599" y="4176"/>
                      <a:pt x="6599" y="3334"/>
                    </a:cubicBezTo>
                    <a:cubicBezTo>
                      <a:pt x="6599" y="2493"/>
                      <a:pt x="6265" y="1686"/>
                      <a:pt x="5670" y="1091"/>
                    </a:cubicBezTo>
                    <a:cubicBezTo>
                      <a:pt x="5075" y="496"/>
                      <a:pt x="4268" y="162"/>
                      <a:pt x="3427" y="162"/>
                    </a:cubicBezTo>
                    <a:cubicBezTo>
                      <a:pt x="2586" y="162"/>
                      <a:pt x="1779" y="496"/>
                      <a:pt x="1185" y="1091"/>
                    </a:cubicBezTo>
                    <a:cubicBezTo>
                      <a:pt x="590" y="1686"/>
                      <a:pt x="256" y="2493"/>
                      <a:pt x="256" y="3334"/>
                    </a:cubicBezTo>
                    <a:cubicBezTo>
                      <a:pt x="256" y="4176"/>
                      <a:pt x="590" y="4983"/>
                      <a:pt x="1185" y="5578"/>
                    </a:cubicBezTo>
                    <a:cubicBezTo>
                      <a:pt x="1779" y="6173"/>
                      <a:pt x="2586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53" name="Freeform: Shape 14652">
                <a:extLst>
                  <a:ext uri="{FF2B5EF4-FFF2-40B4-BE49-F238E27FC236}">
                    <a16:creationId xmlns:a16="http://schemas.microsoft.com/office/drawing/2014/main" id="{47652F30-A1C5-B78E-85E6-3FC925BAC388}"/>
                  </a:ext>
                </a:extLst>
              </p:cNvPr>
              <p:cNvSpPr/>
              <p:nvPr/>
            </p:nvSpPr>
            <p:spPr>
              <a:xfrm>
                <a:off x="9649982" y="5529317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70 w 6343"/>
                  <a:gd name="connsiteY1" fmla="*/ 5578 h 6345"/>
                  <a:gd name="connsiteX2" fmla="*/ 6599 w 6343"/>
                  <a:gd name="connsiteY2" fmla="*/ 3334 h 6345"/>
                  <a:gd name="connsiteX3" fmla="*/ 5670 w 6343"/>
                  <a:gd name="connsiteY3" fmla="*/ 1091 h 6345"/>
                  <a:gd name="connsiteX4" fmla="*/ 3427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4 h 6345"/>
                  <a:gd name="connsiteX7" fmla="*/ 1184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8" y="6507"/>
                      <a:pt x="5075" y="6173"/>
                      <a:pt x="5670" y="5578"/>
                    </a:cubicBezTo>
                    <a:cubicBezTo>
                      <a:pt x="6264" y="4983"/>
                      <a:pt x="6599" y="4176"/>
                      <a:pt x="6599" y="3334"/>
                    </a:cubicBezTo>
                    <a:cubicBezTo>
                      <a:pt x="6599" y="2493"/>
                      <a:pt x="6264" y="1686"/>
                      <a:pt x="5670" y="1091"/>
                    </a:cubicBezTo>
                    <a:cubicBezTo>
                      <a:pt x="5075" y="496"/>
                      <a:pt x="4268" y="162"/>
                      <a:pt x="3427" y="162"/>
                    </a:cubicBezTo>
                    <a:cubicBezTo>
                      <a:pt x="2586" y="162"/>
                      <a:pt x="1779" y="496"/>
                      <a:pt x="1184" y="1091"/>
                    </a:cubicBezTo>
                    <a:cubicBezTo>
                      <a:pt x="590" y="1686"/>
                      <a:pt x="255" y="2493"/>
                      <a:pt x="255" y="3334"/>
                    </a:cubicBezTo>
                    <a:cubicBezTo>
                      <a:pt x="255" y="4176"/>
                      <a:pt x="590" y="4983"/>
                      <a:pt x="1184" y="5578"/>
                    </a:cubicBezTo>
                    <a:cubicBezTo>
                      <a:pt x="1779" y="6173"/>
                      <a:pt x="2586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54" name="Freeform: Shape 14653">
                <a:extLst>
                  <a:ext uri="{FF2B5EF4-FFF2-40B4-BE49-F238E27FC236}">
                    <a16:creationId xmlns:a16="http://schemas.microsoft.com/office/drawing/2014/main" id="{380641DC-D7F2-65AB-2DD7-81A916032411}"/>
                  </a:ext>
                </a:extLst>
              </p:cNvPr>
              <p:cNvSpPr/>
              <p:nvPr/>
            </p:nvSpPr>
            <p:spPr>
              <a:xfrm>
                <a:off x="9648295" y="5530296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70 w 6343"/>
                  <a:gd name="connsiteY1" fmla="*/ 5578 h 6345"/>
                  <a:gd name="connsiteX2" fmla="*/ 6598 w 6343"/>
                  <a:gd name="connsiteY2" fmla="*/ 3334 h 6345"/>
                  <a:gd name="connsiteX3" fmla="*/ 5670 w 6343"/>
                  <a:gd name="connsiteY3" fmla="*/ 1091 h 6345"/>
                  <a:gd name="connsiteX4" fmla="*/ 3427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4 h 6345"/>
                  <a:gd name="connsiteX7" fmla="*/ 1184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8" y="6507"/>
                      <a:pt x="5075" y="6173"/>
                      <a:pt x="5670" y="5578"/>
                    </a:cubicBezTo>
                    <a:cubicBezTo>
                      <a:pt x="6264" y="4983"/>
                      <a:pt x="6598" y="4176"/>
                      <a:pt x="6598" y="3334"/>
                    </a:cubicBezTo>
                    <a:cubicBezTo>
                      <a:pt x="6598" y="2493"/>
                      <a:pt x="6264" y="1686"/>
                      <a:pt x="5670" y="1091"/>
                    </a:cubicBezTo>
                    <a:cubicBezTo>
                      <a:pt x="5075" y="496"/>
                      <a:pt x="4268" y="162"/>
                      <a:pt x="3427" y="162"/>
                    </a:cubicBezTo>
                    <a:cubicBezTo>
                      <a:pt x="2586" y="162"/>
                      <a:pt x="1779" y="496"/>
                      <a:pt x="1184" y="1091"/>
                    </a:cubicBezTo>
                    <a:cubicBezTo>
                      <a:pt x="590" y="1686"/>
                      <a:pt x="255" y="2493"/>
                      <a:pt x="255" y="3334"/>
                    </a:cubicBezTo>
                    <a:cubicBezTo>
                      <a:pt x="255" y="4176"/>
                      <a:pt x="590" y="4983"/>
                      <a:pt x="1184" y="5578"/>
                    </a:cubicBezTo>
                    <a:cubicBezTo>
                      <a:pt x="1779" y="6173"/>
                      <a:pt x="2586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55" name="Freeform: Shape 14654">
                <a:extLst>
                  <a:ext uri="{FF2B5EF4-FFF2-40B4-BE49-F238E27FC236}">
                    <a16:creationId xmlns:a16="http://schemas.microsoft.com/office/drawing/2014/main" id="{A892677A-3C92-ED3B-0266-AAED0642A016}"/>
                  </a:ext>
                </a:extLst>
              </p:cNvPr>
              <p:cNvSpPr/>
              <p:nvPr/>
            </p:nvSpPr>
            <p:spPr>
              <a:xfrm>
                <a:off x="9644657" y="5528979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4 h 6345"/>
                  <a:gd name="connsiteX3" fmla="*/ 5669 w 6343"/>
                  <a:gd name="connsiteY3" fmla="*/ 1091 h 6345"/>
                  <a:gd name="connsiteX4" fmla="*/ 3427 w 6343"/>
                  <a:gd name="connsiteY4" fmla="*/ 161 h 6345"/>
                  <a:gd name="connsiteX5" fmla="*/ 1184 w 6343"/>
                  <a:gd name="connsiteY5" fmla="*/ 1091 h 6345"/>
                  <a:gd name="connsiteX6" fmla="*/ 255 w 6343"/>
                  <a:gd name="connsiteY6" fmla="*/ 3334 h 6345"/>
                  <a:gd name="connsiteX7" fmla="*/ 1184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8" y="6507"/>
                      <a:pt x="5074" y="6173"/>
                      <a:pt x="5669" y="5578"/>
                    </a:cubicBezTo>
                    <a:cubicBezTo>
                      <a:pt x="6264" y="4983"/>
                      <a:pt x="6598" y="4176"/>
                      <a:pt x="6598" y="3334"/>
                    </a:cubicBezTo>
                    <a:cubicBezTo>
                      <a:pt x="6598" y="2493"/>
                      <a:pt x="6264" y="1686"/>
                      <a:pt x="5669" y="1091"/>
                    </a:cubicBezTo>
                    <a:cubicBezTo>
                      <a:pt x="5074" y="496"/>
                      <a:pt x="4268" y="161"/>
                      <a:pt x="3427" y="161"/>
                    </a:cubicBezTo>
                    <a:cubicBezTo>
                      <a:pt x="2585" y="161"/>
                      <a:pt x="1779" y="496"/>
                      <a:pt x="1184" y="1091"/>
                    </a:cubicBezTo>
                    <a:cubicBezTo>
                      <a:pt x="589" y="1686"/>
                      <a:pt x="255" y="2493"/>
                      <a:pt x="255" y="3334"/>
                    </a:cubicBezTo>
                    <a:cubicBezTo>
                      <a:pt x="255" y="4176"/>
                      <a:pt x="589" y="4983"/>
                      <a:pt x="1184" y="5578"/>
                    </a:cubicBezTo>
                    <a:cubicBezTo>
                      <a:pt x="1779" y="6173"/>
                      <a:pt x="2585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56" name="Freeform: Shape 14655">
                <a:extLst>
                  <a:ext uri="{FF2B5EF4-FFF2-40B4-BE49-F238E27FC236}">
                    <a16:creationId xmlns:a16="http://schemas.microsoft.com/office/drawing/2014/main" id="{C2851E04-5AD2-9486-6258-3B08E56B86E7}"/>
                  </a:ext>
                </a:extLst>
              </p:cNvPr>
              <p:cNvSpPr/>
              <p:nvPr/>
            </p:nvSpPr>
            <p:spPr>
              <a:xfrm>
                <a:off x="9643961" y="5531094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4 h 6345"/>
                  <a:gd name="connsiteX3" fmla="*/ 5669 w 6343"/>
                  <a:gd name="connsiteY3" fmla="*/ 1091 h 6345"/>
                  <a:gd name="connsiteX4" fmla="*/ 3427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4 h 6345"/>
                  <a:gd name="connsiteX7" fmla="*/ 1184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8" y="6507"/>
                      <a:pt x="5074" y="6173"/>
                      <a:pt x="5669" y="5578"/>
                    </a:cubicBezTo>
                    <a:cubicBezTo>
                      <a:pt x="6264" y="4983"/>
                      <a:pt x="6598" y="4176"/>
                      <a:pt x="6598" y="3334"/>
                    </a:cubicBezTo>
                    <a:cubicBezTo>
                      <a:pt x="6598" y="2493"/>
                      <a:pt x="6264" y="1686"/>
                      <a:pt x="5669" y="1091"/>
                    </a:cubicBezTo>
                    <a:cubicBezTo>
                      <a:pt x="5074" y="496"/>
                      <a:pt x="4268" y="162"/>
                      <a:pt x="3427" y="162"/>
                    </a:cubicBezTo>
                    <a:cubicBezTo>
                      <a:pt x="2585" y="162"/>
                      <a:pt x="1779" y="496"/>
                      <a:pt x="1184" y="1091"/>
                    </a:cubicBezTo>
                    <a:cubicBezTo>
                      <a:pt x="589" y="1686"/>
                      <a:pt x="255" y="2493"/>
                      <a:pt x="255" y="3334"/>
                    </a:cubicBezTo>
                    <a:cubicBezTo>
                      <a:pt x="255" y="4176"/>
                      <a:pt x="589" y="4983"/>
                      <a:pt x="1184" y="5578"/>
                    </a:cubicBezTo>
                    <a:cubicBezTo>
                      <a:pt x="1779" y="6173"/>
                      <a:pt x="2585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57" name="Freeform: Shape 14656">
                <a:extLst>
                  <a:ext uri="{FF2B5EF4-FFF2-40B4-BE49-F238E27FC236}">
                    <a16:creationId xmlns:a16="http://schemas.microsoft.com/office/drawing/2014/main" id="{B29F5313-95C1-452E-58D4-C410778BA72D}"/>
                  </a:ext>
                </a:extLst>
              </p:cNvPr>
              <p:cNvSpPr/>
              <p:nvPr/>
            </p:nvSpPr>
            <p:spPr>
              <a:xfrm>
                <a:off x="9640193" y="5529535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4 h 6345"/>
                  <a:gd name="connsiteX3" fmla="*/ 5669 w 6343"/>
                  <a:gd name="connsiteY3" fmla="*/ 1091 h 6345"/>
                  <a:gd name="connsiteX4" fmla="*/ 3426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4 h 6345"/>
                  <a:gd name="connsiteX7" fmla="*/ 1184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4" y="6173"/>
                      <a:pt x="5669" y="5578"/>
                    </a:cubicBezTo>
                    <a:cubicBezTo>
                      <a:pt x="6264" y="4983"/>
                      <a:pt x="6598" y="4176"/>
                      <a:pt x="6598" y="3334"/>
                    </a:cubicBezTo>
                    <a:cubicBezTo>
                      <a:pt x="6598" y="2493"/>
                      <a:pt x="6264" y="1686"/>
                      <a:pt x="5669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4" y="1091"/>
                    </a:cubicBezTo>
                    <a:cubicBezTo>
                      <a:pt x="589" y="1686"/>
                      <a:pt x="255" y="2493"/>
                      <a:pt x="255" y="3334"/>
                    </a:cubicBezTo>
                    <a:cubicBezTo>
                      <a:pt x="255" y="4176"/>
                      <a:pt x="589" y="4983"/>
                      <a:pt x="1184" y="5578"/>
                    </a:cubicBezTo>
                    <a:cubicBezTo>
                      <a:pt x="1778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58" name="Freeform: Shape 14657">
                <a:extLst>
                  <a:ext uri="{FF2B5EF4-FFF2-40B4-BE49-F238E27FC236}">
                    <a16:creationId xmlns:a16="http://schemas.microsoft.com/office/drawing/2014/main" id="{B81D1536-D58C-BA25-989A-339673B7EFDF}"/>
                  </a:ext>
                </a:extLst>
              </p:cNvPr>
              <p:cNvSpPr/>
              <p:nvPr/>
            </p:nvSpPr>
            <p:spPr>
              <a:xfrm>
                <a:off x="9637462" y="5529170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4 h 6345"/>
                  <a:gd name="connsiteX3" fmla="*/ 5669 w 6343"/>
                  <a:gd name="connsiteY3" fmla="*/ 1091 h 6345"/>
                  <a:gd name="connsiteX4" fmla="*/ 3426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4" y="6173"/>
                      <a:pt x="5669" y="5578"/>
                    </a:cubicBezTo>
                    <a:cubicBezTo>
                      <a:pt x="6263" y="4983"/>
                      <a:pt x="6598" y="4176"/>
                      <a:pt x="6598" y="3334"/>
                    </a:cubicBezTo>
                    <a:cubicBezTo>
                      <a:pt x="6598" y="2493"/>
                      <a:pt x="6263" y="1686"/>
                      <a:pt x="5669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3" y="1091"/>
                    </a:cubicBezTo>
                    <a:cubicBezTo>
                      <a:pt x="589" y="1686"/>
                      <a:pt x="254" y="2493"/>
                      <a:pt x="254" y="3334"/>
                    </a:cubicBezTo>
                    <a:cubicBezTo>
                      <a:pt x="254" y="4176"/>
                      <a:pt x="589" y="4983"/>
                      <a:pt x="1183" y="5578"/>
                    </a:cubicBezTo>
                    <a:cubicBezTo>
                      <a:pt x="1778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59" name="Freeform: Shape 14658">
                <a:extLst>
                  <a:ext uri="{FF2B5EF4-FFF2-40B4-BE49-F238E27FC236}">
                    <a16:creationId xmlns:a16="http://schemas.microsoft.com/office/drawing/2014/main" id="{7481FE47-1FB5-1C73-6EC5-4A5E0154FAD1}"/>
                  </a:ext>
                </a:extLst>
              </p:cNvPr>
              <p:cNvSpPr/>
              <p:nvPr/>
            </p:nvSpPr>
            <p:spPr>
              <a:xfrm>
                <a:off x="9635245" y="5529399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6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4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8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60" name="Freeform: Shape 14659">
                <a:extLst>
                  <a:ext uri="{FF2B5EF4-FFF2-40B4-BE49-F238E27FC236}">
                    <a16:creationId xmlns:a16="http://schemas.microsoft.com/office/drawing/2014/main" id="{CC5DB6FC-B9CC-5A0E-C668-2276D2E99B95}"/>
                  </a:ext>
                </a:extLst>
              </p:cNvPr>
              <p:cNvSpPr/>
              <p:nvPr/>
            </p:nvSpPr>
            <p:spPr>
              <a:xfrm>
                <a:off x="9633070" y="5529657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6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4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8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61" name="Freeform: Shape 14660">
                <a:extLst>
                  <a:ext uri="{FF2B5EF4-FFF2-40B4-BE49-F238E27FC236}">
                    <a16:creationId xmlns:a16="http://schemas.microsoft.com/office/drawing/2014/main" id="{9E4BC614-5DF2-6A8B-1929-075EE413BCBE}"/>
                  </a:ext>
                </a:extLst>
              </p:cNvPr>
              <p:cNvSpPr/>
              <p:nvPr/>
            </p:nvSpPr>
            <p:spPr>
              <a:xfrm>
                <a:off x="9631393" y="5530523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6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3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3" y="496"/>
                      <a:pt x="4267" y="162"/>
                      <a:pt x="3426" y="162"/>
                    </a:cubicBezTo>
                    <a:cubicBezTo>
                      <a:pt x="2584" y="162"/>
                      <a:pt x="1778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8" y="6173"/>
                      <a:pt x="2584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62" name="Freeform: Shape 14661">
                <a:extLst>
                  <a:ext uri="{FF2B5EF4-FFF2-40B4-BE49-F238E27FC236}">
                    <a16:creationId xmlns:a16="http://schemas.microsoft.com/office/drawing/2014/main" id="{1761CFAC-E5E2-0625-0DF2-90DD5EF533C8}"/>
                  </a:ext>
                </a:extLst>
              </p:cNvPr>
              <p:cNvSpPr/>
              <p:nvPr/>
            </p:nvSpPr>
            <p:spPr>
              <a:xfrm>
                <a:off x="9629411" y="5530990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5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7" y="6507"/>
                      <a:pt x="5073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3" y="496"/>
                      <a:pt x="4267" y="162"/>
                      <a:pt x="3425" y="162"/>
                    </a:cubicBezTo>
                    <a:cubicBezTo>
                      <a:pt x="2584" y="162"/>
                      <a:pt x="1778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8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63" name="Freeform: Shape 14662">
                <a:extLst>
                  <a:ext uri="{FF2B5EF4-FFF2-40B4-BE49-F238E27FC236}">
                    <a16:creationId xmlns:a16="http://schemas.microsoft.com/office/drawing/2014/main" id="{E1360A23-299E-84F0-4DB4-37B147E81690}"/>
                  </a:ext>
                </a:extLst>
              </p:cNvPr>
              <p:cNvSpPr/>
              <p:nvPr/>
            </p:nvSpPr>
            <p:spPr>
              <a:xfrm>
                <a:off x="9627319" y="5531297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5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64" name="Freeform: Shape 14663">
                <a:extLst>
                  <a:ext uri="{FF2B5EF4-FFF2-40B4-BE49-F238E27FC236}">
                    <a16:creationId xmlns:a16="http://schemas.microsoft.com/office/drawing/2014/main" id="{596F106E-9220-E940-607C-71CFD233C970}"/>
                  </a:ext>
                </a:extLst>
              </p:cNvPr>
              <p:cNvSpPr/>
              <p:nvPr/>
            </p:nvSpPr>
            <p:spPr>
              <a:xfrm>
                <a:off x="9624933" y="5531196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5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8" y="5578"/>
                    </a:cubicBezTo>
                    <a:cubicBezTo>
                      <a:pt x="6262" y="4983"/>
                      <a:pt x="6597" y="4176"/>
                      <a:pt x="6597" y="3334"/>
                    </a:cubicBezTo>
                    <a:cubicBezTo>
                      <a:pt x="6597" y="2493"/>
                      <a:pt x="6262" y="1686"/>
                      <a:pt x="5668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2" y="1091"/>
                    </a:cubicBezTo>
                    <a:cubicBezTo>
                      <a:pt x="588" y="1686"/>
                      <a:pt x="253" y="2493"/>
                      <a:pt x="253" y="3334"/>
                    </a:cubicBezTo>
                    <a:cubicBezTo>
                      <a:pt x="253" y="4176"/>
                      <a:pt x="588" y="4983"/>
                      <a:pt x="1182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65" name="Freeform: Shape 14664">
                <a:extLst>
                  <a:ext uri="{FF2B5EF4-FFF2-40B4-BE49-F238E27FC236}">
                    <a16:creationId xmlns:a16="http://schemas.microsoft.com/office/drawing/2014/main" id="{038BFE56-5382-5355-1522-9DE7B3ECC0E7}"/>
                  </a:ext>
                </a:extLst>
              </p:cNvPr>
              <p:cNvSpPr/>
              <p:nvPr/>
            </p:nvSpPr>
            <p:spPr>
              <a:xfrm>
                <a:off x="9621892" y="5530194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5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66" name="Freeform: Shape 14665">
                <a:extLst>
                  <a:ext uri="{FF2B5EF4-FFF2-40B4-BE49-F238E27FC236}">
                    <a16:creationId xmlns:a16="http://schemas.microsoft.com/office/drawing/2014/main" id="{DAC44262-E1D4-110F-09F8-58AB6DD90314}"/>
                  </a:ext>
                </a:extLst>
              </p:cNvPr>
              <p:cNvSpPr/>
              <p:nvPr/>
            </p:nvSpPr>
            <p:spPr>
              <a:xfrm>
                <a:off x="9619747" y="5530344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5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67" name="Freeform: Shape 14666">
                <a:extLst>
                  <a:ext uri="{FF2B5EF4-FFF2-40B4-BE49-F238E27FC236}">
                    <a16:creationId xmlns:a16="http://schemas.microsoft.com/office/drawing/2014/main" id="{7C5BC030-5585-635D-4DCD-52B9916B603A}"/>
                  </a:ext>
                </a:extLst>
              </p:cNvPr>
              <p:cNvSpPr/>
              <p:nvPr/>
            </p:nvSpPr>
            <p:spPr>
              <a:xfrm>
                <a:off x="9617317" y="5530082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6" y="6507"/>
                      <a:pt x="5072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2" y="496"/>
                      <a:pt x="4266" y="162"/>
                      <a:pt x="3424" y="162"/>
                    </a:cubicBezTo>
                    <a:cubicBezTo>
                      <a:pt x="2583" y="162"/>
                      <a:pt x="1777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7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68" name="Freeform: Shape 14667">
                <a:extLst>
                  <a:ext uri="{FF2B5EF4-FFF2-40B4-BE49-F238E27FC236}">
                    <a16:creationId xmlns:a16="http://schemas.microsoft.com/office/drawing/2014/main" id="{C0B4AA74-A8BC-CF86-1C21-973D010FA464}"/>
                  </a:ext>
                </a:extLst>
              </p:cNvPr>
              <p:cNvSpPr/>
              <p:nvPr/>
            </p:nvSpPr>
            <p:spPr>
              <a:xfrm>
                <a:off x="9615399" y="5530494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2" y="496"/>
                      <a:pt x="4265" y="162"/>
                      <a:pt x="3424" y="162"/>
                    </a:cubicBezTo>
                    <a:cubicBezTo>
                      <a:pt x="2583" y="162"/>
                      <a:pt x="1776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69" name="Freeform: Shape 14668">
                <a:extLst>
                  <a:ext uri="{FF2B5EF4-FFF2-40B4-BE49-F238E27FC236}">
                    <a16:creationId xmlns:a16="http://schemas.microsoft.com/office/drawing/2014/main" id="{54E6B829-BD5D-EF1C-6A81-3FD663F09D37}"/>
                  </a:ext>
                </a:extLst>
              </p:cNvPr>
              <p:cNvSpPr/>
              <p:nvPr/>
            </p:nvSpPr>
            <p:spPr>
              <a:xfrm>
                <a:off x="9613234" y="5530541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2 h 6345"/>
                  <a:gd name="connsiteX5" fmla="*/ 1181 w 6343"/>
                  <a:gd name="connsiteY5" fmla="*/ 1091 h 6345"/>
                  <a:gd name="connsiteX6" fmla="*/ 253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2" y="496"/>
                      <a:pt x="4265" y="162"/>
                      <a:pt x="3424" y="162"/>
                    </a:cubicBezTo>
                    <a:cubicBezTo>
                      <a:pt x="2583" y="162"/>
                      <a:pt x="1776" y="496"/>
                      <a:pt x="1181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1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70" name="Freeform: Shape 14669">
                <a:extLst>
                  <a:ext uri="{FF2B5EF4-FFF2-40B4-BE49-F238E27FC236}">
                    <a16:creationId xmlns:a16="http://schemas.microsoft.com/office/drawing/2014/main" id="{9EC0ED43-EB4F-E3A1-6AC6-0939134D7FF0}"/>
                  </a:ext>
                </a:extLst>
              </p:cNvPr>
              <p:cNvSpPr/>
              <p:nvPr/>
            </p:nvSpPr>
            <p:spPr>
              <a:xfrm>
                <a:off x="9610545" y="5529821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5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7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7" y="1091"/>
                    </a:cubicBezTo>
                    <a:cubicBezTo>
                      <a:pt x="5072" y="496"/>
                      <a:pt x="4265" y="162"/>
                      <a:pt x="3424" y="162"/>
                    </a:cubicBezTo>
                    <a:cubicBezTo>
                      <a:pt x="2583" y="162"/>
                      <a:pt x="1776" y="496"/>
                      <a:pt x="1181" y="1091"/>
                    </a:cubicBezTo>
                    <a:cubicBezTo>
                      <a:pt x="587" y="1686"/>
                      <a:pt x="252" y="2493"/>
                      <a:pt x="252" y="3334"/>
                    </a:cubicBezTo>
                    <a:cubicBezTo>
                      <a:pt x="252" y="4176"/>
                      <a:pt x="587" y="4983"/>
                      <a:pt x="1181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71" name="Freeform: Shape 14670">
                <a:extLst>
                  <a:ext uri="{FF2B5EF4-FFF2-40B4-BE49-F238E27FC236}">
                    <a16:creationId xmlns:a16="http://schemas.microsoft.com/office/drawing/2014/main" id="{3F5DE9D5-C506-E341-EFC1-A504D3AEDBCF}"/>
                  </a:ext>
                </a:extLst>
              </p:cNvPr>
              <p:cNvSpPr/>
              <p:nvPr/>
            </p:nvSpPr>
            <p:spPr>
              <a:xfrm>
                <a:off x="9608641" y="5530182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4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2" y="496"/>
                      <a:pt x="4265" y="162"/>
                      <a:pt x="3424" y="162"/>
                    </a:cubicBezTo>
                    <a:cubicBezTo>
                      <a:pt x="2583" y="162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72" name="Freeform: Shape 14671">
                <a:extLst>
                  <a:ext uri="{FF2B5EF4-FFF2-40B4-BE49-F238E27FC236}">
                    <a16:creationId xmlns:a16="http://schemas.microsoft.com/office/drawing/2014/main" id="{2F831E89-0088-E7AB-E6C4-13D0A0B8B01F}"/>
                  </a:ext>
                </a:extLst>
              </p:cNvPr>
              <p:cNvSpPr/>
              <p:nvPr/>
            </p:nvSpPr>
            <p:spPr>
              <a:xfrm>
                <a:off x="9606392" y="5530024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4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1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1" y="496"/>
                      <a:pt x="4265" y="162"/>
                      <a:pt x="3424" y="162"/>
                    </a:cubicBezTo>
                    <a:cubicBezTo>
                      <a:pt x="2582" y="162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2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73" name="Freeform: Shape 14672">
                <a:extLst>
                  <a:ext uri="{FF2B5EF4-FFF2-40B4-BE49-F238E27FC236}">
                    <a16:creationId xmlns:a16="http://schemas.microsoft.com/office/drawing/2014/main" id="{FA1F1953-7070-4DB7-41E6-CC55EEC20F10}"/>
                  </a:ext>
                </a:extLst>
              </p:cNvPr>
              <p:cNvSpPr/>
              <p:nvPr/>
            </p:nvSpPr>
            <p:spPr>
              <a:xfrm>
                <a:off x="9604014" y="5529645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3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5" y="6507"/>
                      <a:pt x="5071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1" y="496"/>
                      <a:pt x="4265" y="162"/>
                      <a:pt x="3423" y="162"/>
                    </a:cubicBezTo>
                    <a:cubicBezTo>
                      <a:pt x="2582" y="162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74" name="Freeform: Shape 14673">
                <a:extLst>
                  <a:ext uri="{FF2B5EF4-FFF2-40B4-BE49-F238E27FC236}">
                    <a16:creationId xmlns:a16="http://schemas.microsoft.com/office/drawing/2014/main" id="{FEF5A9C1-619D-B945-DBFC-E4B139D7EC20}"/>
                  </a:ext>
                </a:extLst>
              </p:cNvPr>
              <p:cNvSpPr/>
              <p:nvPr/>
            </p:nvSpPr>
            <p:spPr>
              <a:xfrm>
                <a:off x="9601953" y="5529703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3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1" y="496"/>
                      <a:pt x="4264" y="162"/>
                      <a:pt x="3423" y="162"/>
                    </a:cubicBezTo>
                    <a:cubicBezTo>
                      <a:pt x="2582" y="162"/>
                      <a:pt x="1775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75" name="Freeform: Shape 14674">
                <a:extLst>
                  <a:ext uri="{FF2B5EF4-FFF2-40B4-BE49-F238E27FC236}">
                    <a16:creationId xmlns:a16="http://schemas.microsoft.com/office/drawing/2014/main" id="{05A1904C-C419-63C2-0D9D-262188FFBE22}"/>
                  </a:ext>
                </a:extLst>
              </p:cNvPr>
              <p:cNvSpPr/>
              <p:nvPr/>
            </p:nvSpPr>
            <p:spPr>
              <a:xfrm>
                <a:off x="9599999" y="5529899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3 w 6343"/>
                  <a:gd name="connsiteY4" fmla="*/ 162 h 6345"/>
                  <a:gd name="connsiteX5" fmla="*/ 1180 w 6343"/>
                  <a:gd name="connsiteY5" fmla="*/ 1091 h 6345"/>
                  <a:gd name="connsiteX6" fmla="*/ 252 w 6343"/>
                  <a:gd name="connsiteY6" fmla="*/ 3334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6" y="5578"/>
                    </a:cubicBezTo>
                    <a:cubicBezTo>
                      <a:pt x="6260" y="4983"/>
                      <a:pt x="6595" y="4176"/>
                      <a:pt x="6595" y="3334"/>
                    </a:cubicBezTo>
                    <a:cubicBezTo>
                      <a:pt x="6595" y="2493"/>
                      <a:pt x="6260" y="1686"/>
                      <a:pt x="5666" y="1091"/>
                    </a:cubicBezTo>
                    <a:cubicBezTo>
                      <a:pt x="5071" y="496"/>
                      <a:pt x="4264" y="162"/>
                      <a:pt x="3423" y="162"/>
                    </a:cubicBezTo>
                    <a:cubicBezTo>
                      <a:pt x="2582" y="162"/>
                      <a:pt x="1775" y="496"/>
                      <a:pt x="1180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0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76" name="Freeform: Shape 14675">
                <a:extLst>
                  <a:ext uri="{FF2B5EF4-FFF2-40B4-BE49-F238E27FC236}">
                    <a16:creationId xmlns:a16="http://schemas.microsoft.com/office/drawing/2014/main" id="{4467E15E-C5D7-80A7-0FB4-DC9B4537C295}"/>
                  </a:ext>
                </a:extLst>
              </p:cNvPr>
              <p:cNvSpPr/>
              <p:nvPr/>
            </p:nvSpPr>
            <p:spPr>
              <a:xfrm>
                <a:off x="9597981" y="5529977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4 w 6343"/>
                  <a:gd name="connsiteY2" fmla="*/ 3334 h 6345"/>
                  <a:gd name="connsiteX3" fmla="*/ 5666 w 6343"/>
                  <a:gd name="connsiteY3" fmla="*/ 1091 h 6345"/>
                  <a:gd name="connsiteX4" fmla="*/ 3423 w 6343"/>
                  <a:gd name="connsiteY4" fmla="*/ 162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6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6" y="1091"/>
                    </a:cubicBezTo>
                    <a:cubicBezTo>
                      <a:pt x="5071" y="496"/>
                      <a:pt x="4264" y="162"/>
                      <a:pt x="3423" y="162"/>
                    </a:cubicBezTo>
                    <a:cubicBezTo>
                      <a:pt x="2582" y="162"/>
                      <a:pt x="1775" y="496"/>
                      <a:pt x="1180" y="1091"/>
                    </a:cubicBezTo>
                    <a:cubicBezTo>
                      <a:pt x="586" y="1686"/>
                      <a:pt x="251" y="2493"/>
                      <a:pt x="251" y="3334"/>
                    </a:cubicBezTo>
                    <a:cubicBezTo>
                      <a:pt x="251" y="4176"/>
                      <a:pt x="586" y="4983"/>
                      <a:pt x="1180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77" name="Freeform: Shape 14676">
                <a:extLst>
                  <a:ext uri="{FF2B5EF4-FFF2-40B4-BE49-F238E27FC236}">
                    <a16:creationId xmlns:a16="http://schemas.microsoft.com/office/drawing/2014/main" id="{C73DEE41-4A18-3790-762A-BD358D75BD2F}"/>
                  </a:ext>
                </a:extLst>
              </p:cNvPr>
              <p:cNvSpPr/>
              <p:nvPr/>
            </p:nvSpPr>
            <p:spPr>
              <a:xfrm>
                <a:off x="9596101" y="5530245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3 w 6343"/>
                  <a:gd name="connsiteY4" fmla="*/ 162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1" y="496"/>
                      <a:pt x="4264" y="162"/>
                      <a:pt x="3423" y="162"/>
                    </a:cubicBezTo>
                    <a:cubicBezTo>
                      <a:pt x="2582" y="162"/>
                      <a:pt x="1775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78" name="Freeform: Shape 14677">
                <a:extLst>
                  <a:ext uri="{FF2B5EF4-FFF2-40B4-BE49-F238E27FC236}">
                    <a16:creationId xmlns:a16="http://schemas.microsoft.com/office/drawing/2014/main" id="{22B81C79-F75C-2A20-BE4D-A1EB07FC2FD4}"/>
                  </a:ext>
                </a:extLst>
              </p:cNvPr>
              <p:cNvSpPr/>
              <p:nvPr/>
            </p:nvSpPr>
            <p:spPr>
              <a:xfrm>
                <a:off x="9594092" y="5530292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3 w 6343"/>
                  <a:gd name="connsiteY4" fmla="*/ 162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4" y="162"/>
                      <a:pt x="3423" y="162"/>
                    </a:cubicBezTo>
                    <a:cubicBezTo>
                      <a:pt x="2582" y="162"/>
                      <a:pt x="1775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79" name="Freeform: Shape 14678">
                <a:extLst>
                  <a:ext uri="{FF2B5EF4-FFF2-40B4-BE49-F238E27FC236}">
                    <a16:creationId xmlns:a16="http://schemas.microsoft.com/office/drawing/2014/main" id="{0F0D9683-948B-A9E0-8893-4E51EA8570A7}"/>
                  </a:ext>
                </a:extLst>
              </p:cNvPr>
              <p:cNvSpPr/>
              <p:nvPr/>
            </p:nvSpPr>
            <p:spPr>
              <a:xfrm>
                <a:off x="9592023" y="5530219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2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4" y="6507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4" y="162"/>
                      <a:pt x="3422" y="162"/>
                    </a:cubicBezTo>
                    <a:cubicBezTo>
                      <a:pt x="2581" y="162"/>
                      <a:pt x="1775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5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80" name="Freeform: Shape 14679">
                <a:extLst>
                  <a:ext uri="{FF2B5EF4-FFF2-40B4-BE49-F238E27FC236}">
                    <a16:creationId xmlns:a16="http://schemas.microsoft.com/office/drawing/2014/main" id="{492D7B63-6C9B-3228-6AAA-C07CDC3136BB}"/>
                  </a:ext>
                </a:extLst>
              </p:cNvPr>
              <p:cNvSpPr/>
              <p:nvPr/>
            </p:nvSpPr>
            <p:spPr>
              <a:xfrm>
                <a:off x="9589993" y="5530182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2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3" y="162"/>
                      <a:pt x="3422" y="162"/>
                    </a:cubicBezTo>
                    <a:cubicBezTo>
                      <a:pt x="2581" y="162"/>
                      <a:pt x="1774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81" name="Freeform: Shape 14680">
                <a:extLst>
                  <a:ext uri="{FF2B5EF4-FFF2-40B4-BE49-F238E27FC236}">
                    <a16:creationId xmlns:a16="http://schemas.microsoft.com/office/drawing/2014/main" id="{1B0F3EA2-2DD3-B768-68E9-A8F6AF42BC6F}"/>
                  </a:ext>
                </a:extLst>
              </p:cNvPr>
              <p:cNvSpPr/>
              <p:nvPr/>
            </p:nvSpPr>
            <p:spPr>
              <a:xfrm>
                <a:off x="9588064" y="5530286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2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3" y="162"/>
                      <a:pt x="3422" y="162"/>
                    </a:cubicBezTo>
                    <a:cubicBezTo>
                      <a:pt x="2581" y="162"/>
                      <a:pt x="1774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82" name="Freeform: Shape 14681">
                <a:extLst>
                  <a:ext uri="{FF2B5EF4-FFF2-40B4-BE49-F238E27FC236}">
                    <a16:creationId xmlns:a16="http://schemas.microsoft.com/office/drawing/2014/main" id="{CE8648AF-40B8-DFCF-47D8-5EF55C4B2B3B}"/>
                  </a:ext>
                </a:extLst>
              </p:cNvPr>
              <p:cNvSpPr/>
              <p:nvPr/>
            </p:nvSpPr>
            <p:spPr>
              <a:xfrm>
                <a:off x="9586045" y="5530218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2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59" y="4983"/>
                      <a:pt x="6594" y="4176"/>
                      <a:pt x="6594" y="3334"/>
                    </a:cubicBezTo>
                    <a:cubicBezTo>
                      <a:pt x="6594" y="2493"/>
                      <a:pt x="6259" y="1686"/>
                      <a:pt x="5665" y="1091"/>
                    </a:cubicBezTo>
                    <a:cubicBezTo>
                      <a:pt x="5070" y="496"/>
                      <a:pt x="4263" y="162"/>
                      <a:pt x="3422" y="162"/>
                    </a:cubicBezTo>
                    <a:cubicBezTo>
                      <a:pt x="2581" y="162"/>
                      <a:pt x="1774" y="496"/>
                      <a:pt x="1179" y="1091"/>
                    </a:cubicBezTo>
                    <a:cubicBezTo>
                      <a:pt x="585" y="1686"/>
                      <a:pt x="250" y="2493"/>
                      <a:pt x="250" y="3334"/>
                    </a:cubicBezTo>
                    <a:cubicBezTo>
                      <a:pt x="250" y="4176"/>
                      <a:pt x="585" y="4983"/>
                      <a:pt x="1179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83" name="Freeform: Shape 14682">
                <a:extLst>
                  <a:ext uri="{FF2B5EF4-FFF2-40B4-BE49-F238E27FC236}">
                    <a16:creationId xmlns:a16="http://schemas.microsoft.com/office/drawing/2014/main" id="{2A8307D6-6B7C-9CA8-1AED-15C8D87E609D}"/>
                  </a:ext>
                </a:extLst>
              </p:cNvPr>
              <p:cNvSpPr/>
              <p:nvPr/>
            </p:nvSpPr>
            <p:spPr>
              <a:xfrm>
                <a:off x="9584126" y="5530292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2 w 6343"/>
                  <a:gd name="connsiteY4" fmla="*/ 162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70" y="496"/>
                      <a:pt x="4263" y="162"/>
                      <a:pt x="3422" y="162"/>
                    </a:cubicBezTo>
                    <a:cubicBezTo>
                      <a:pt x="2581" y="162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84" name="Freeform: Shape 14683">
                <a:extLst>
                  <a:ext uri="{FF2B5EF4-FFF2-40B4-BE49-F238E27FC236}">
                    <a16:creationId xmlns:a16="http://schemas.microsoft.com/office/drawing/2014/main" id="{D0F8AF8E-D9C6-62E7-25E9-708EEDAEE615}"/>
                  </a:ext>
                </a:extLst>
              </p:cNvPr>
              <p:cNvSpPr/>
              <p:nvPr/>
            </p:nvSpPr>
            <p:spPr>
              <a:xfrm>
                <a:off x="9582335" y="5530563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2 w 6343"/>
                  <a:gd name="connsiteY4" fmla="*/ 162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70" y="496"/>
                      <a:pt x="4263" y="162"/>
                      <a:pt x="3422" y="162"/>
                    </a:cubicBezTo>
                    <a:cubicBezTo>
                      <a:pt x="2581" y="162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85" name="Freeform: Shape 14684">
                <a:extLst>
                  <a:ext uri="{FF2B5EF4-FFF2-40B4-BE49-F238E27FC236}">
                    <a16:creationId xmlns:a16="http://schemas.microsoft.com/office/drawing/2014/main" id="{BF667E5C-E3EC-AD8E-4E5F-B6A7BB6B65D7}"/>
                  </a:ext>
                </a:extLst>
              </p:cNvPr>
              <p:cNvSpPr/>
              <p:nvPr/>
            </p:nvSpPr>
            <p:spPr>
              <a:xfrm>
                <a:off x="9580179" y="5530184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2 w 6343"/>
                  <a:gd name="connsiteY4" fmla="*/ 162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3" y="162"/>
                      <a:pt x="3422" y="162"/>
                    </a:cubicBezTo>
                    <a:cubicBezTo>
                      <a:pt x="2580" y="162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0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86" name="Freeform: Shape 14685">
                <a:extLst>
                  <a:ext uri="{FF2B5EF4-FFF2-40B4-BE49-F238E27FC236}">
                    <a16:creationId xmlns:a16="http://schemas.microsoft.com/office/drawing/2014/main" id="{32054322-BF52-5F4B-B87A-958D39E9CBC9}"/>
                  </a:ext>
                </a:extLst>
              </p:cNvPr>
              <p:cNvSpPr/>
              <p:nvPr/>
            </p:nvSpPr>
            <p:spPr>
              <a:xfrm>
                <a:off x="9578215" y="5530107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2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2" y="162"/>
                      <a:pt x="3421" y="162"/>
                    </a:cubicBezTo>
                    <a:cubicBezTo>
                      <a:pt x="2580" y="162"/>
                      <a:pt x="1773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87" name="Freeform: Shape 14686">
                <a:extLst>
                  <a:ext uri="{FF2B5EF4-FFF2-40B4-BE49-F238E27FC236}">
                    <a16:creationId xmlns:a16="http://schemas.microsoft.com/office/drawing/2014/main" id="{CF2B8EA1-A8AF-9F31-D1DA-A718EA3C6E74}"/>
                  </a:ext>
                </a:extLst>
              </p:cNvPr>
              <p:cNvSpPr/>
              <p:nvPr/>
            </p:nvSpPr>
            <p:spPr>
              <a:xfrm>
                <a:off x="9576256" y="5530015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2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2" y="162"/>
                      <a:pt x="3421" y="162"/>
                    </a:cubicBezTo>
                    <a:cubicBezTo>
                      <a:pt x="2580" y="162"/>
                      <a:pt x="1773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88" name="Freeform: Shape 14687">
                <a:extLst>
                  <a:ext uri="{FF2B5EF4-FFF2-40B4-BE49-F238E27FC236}">
                    <a16:creationId xmlns:a16="http://schemas.microsoft.com/office/drawing/2014/main" id="{E869EF88-FEE5-6BA1-B05A-C709209FD728}"/>
                  </a:ext>
                </a:extLst>
              </p:cNvPr>
              <p:cNvSpPr/>
              <p:nvPr/>
            </p:nvSpPr>
            <p:spPr>
              <a:xfrm>
                <a:off x="9574363" y="5530015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2 h 6345"/>
                  <a:gd name="connsiteX5" fmla="*/ 1178 w 6343"/>
                  <a:gd name="connsiteY5" fmla="*/ 1091 h 6345"/>
                  <a:gd name="connsiteX6" fmla="*/ 250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8" y="4983"/>
                      <a:pt x="6593" y="4176"/>
                      <a:pt x="6593" y="3334"/>
                    </a:cubicBezTo>
                    <a:cubicBezTo>
                      <a:pt x="6593" y="2493"/>
                      <a:pt x="6258" y="1686"/>
                      <a:pt x="5664" y="1091"/>
                    </a:cubicBezTo>
                    <a:cubicBezTo>
                      <a:pt x="5069" y="496"/>
                      <a:pt x="4262" y="162"/>
                      <a:pt x="3421" y="162"/>
                    </a:cubicBezTo>
                    <a:cubicBezTo>
                      <a:pt x="2580" y="162"/>
                      <a:pt x="1773" y="496"/>
                      <a:pt x="1178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89" name="Freeform: Shape 14688">
                <a:extLst>
                  <a:ext uri="{FF2B5EF4-FFF2-40B4-BE49-F238E27FC236}">
                    <a16:creationId xmlns:a16="http://schemas.microsoft.com/office/drawing/2014/main" id="{06F8D0A6-7117-B274-97AC-316BE163A995}"/>
                  </a:ext>
                </a:extLst>
              </p:cNvPr>
              <p:cNvSpPr/>
              <p:nvPr/>
            </p:nvSpPr>
            <p:spPr>
              <a:xfrm>
                <a:off x="9572533" y="5530108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2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2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4" y="1091"/>
                    </a:cubicBezTo>
                    <a:cubicBezTo>
                      <a:pt x="5069" y="496"/>
                      <a:pt x="4262" y="162"/>
                      <a:pt x="3421" y="162"/>
                    </a:cubicBezTo>
                    <a:cubicBezTo>
                      <a:pt x="2580" y="162"/>
                      <a:pt x="1773" y="496"/>
                      <a:pt x="1178" y="1091"/>
                    </a:cubicBezTo>
                    <a:cubicBezTo>
                      <a:pt x="584" y="1686"/>
                      <a:pt x="249" y="2493"/>
                      <a:pt x="249" y="3334"/>
                    </a:cubicBezTo>
                    <a:cubicBezTo>
                      <a:pt x="249" y="4176"/>
                      <a:pt x="584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90" name="Freeform: Shape 14689">
                <a:extLst>
                  <a:ext uri="{FF2B5EF4-FFF2-40B4-BE49-F238E27FC236}">
                    <a16:creationId xmlns:a16="http://schemas.microsoft.com/office/drawing/2014/main" id="{939557BB-7787-6662-A0E8-03F9F2CE5364}"/>
                  </a:ext>
                </a:extLst>
              </p:cNvPr>
              <p:cNvSpPr/>
              <p:nvPr/>
            </p:nvSpPr>
            <p:spPr>
              <a:xfrm>
                <a:off x="9570678" y="5530134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1 w 6343"/>
                  <a:gd name="connsiteY4" fmla="*/ 162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9" y="496"/>
                      <a:pt x="4262" y="162"/>
                      <a:pt x="3421" y="162"/>
                    </a:cubicBezTo>
                    <a:cubicBezTo>
                      <a:pt x="2580" y="162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91" name="Freeform: Shape 14690">
                <a:extLst>
                  <a:ext uri="{FF2B5EF4-FFF2-40B4-BE49-F238E27FC236}">
                    <a16:creationId xmlns:a16="http://schemas.microsoft.com/office/drawing/2014/main" id="{974E2625-967B-40CF-5A84-3939631D8105}"/>
                  </a:ext>
                </a:extLst>
              </p:cNvPr>
              <p:cNvSpPr/>
              <p:nvPr/>
            </p:nvSpPr>
            <p:spPr>
              <a:xfrm>
                <a:off x="9568799" y="5530092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1 w 6343"/>
                  <a:gd name="connsiteY4" fmla="*/ 162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9" y="496"/>
                      <a:pt x="4262" y="162"/>
                      <a:pt x="3421" y="162"/>
                    </a:cubicBezTo>
                    <a:cubicBezTo>
                      <a:pt x="2580" y="162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92" name="Freeform: Shape 14691">
                <a:extLst>
                  <a:ext uri="{FF2B5EF4-FFF2-40B4-BE49-F238E27FC236}">
                    <a16:creationId xmlns:a16="http://schemas.microsoft.com/office/drawing/2014/main" id="{D299ED12-6A7F-1F9B-FC07-A97D4A62135C}"/>
                  </a:ext>
                </a:extLst>
              </p:cNvPr>
              <p:cNvSpPr/>
              <p:nvPr/>
            </p:nvSpPr>
            <p:spPr>
              <a:xfrm>
                <a:off x="9567039" y="5530253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2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2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2" y="162"/>
                      <a:pt x="3420" y="162"/>
                    </a:cubicBezTo>
                    <a:cubicBezTo>
                      <a:pt x="2579" y="162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93" name="Freeform: Shape 14692">
                <a:extLst>
                  <a:ext uri="{FF2B5EF4-FFF2-40B4-BE49-F238E27FC236}">
                    <a16:creationId xmlns:a16="http://schemas.microsoft.com/office/drawing/2014/main" id="{B87FB7C2-745B-A158-ED0B-8DA8FFC33E5E}"/>
                  </a:ext>
                </a:extLst>
              </p:cNvPr>
              <p:cNvSpPr/>
              <p:nvPr/>
            </p:nvSpPr>
            <p:spPr>
              <a:xfrm>
                <a:off x="9564974" y="5529801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2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1" y="162"/>
                      <a:pt x="3420" y="162"/>
                    </a:cubicBezTo>
                    <a:cubicBezTo>
                      <a:pt x="2579" y="162"/>
                      <a:pt x="1772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94" name="Freeform: Shape 14693">
                <a:extLst>
                  <a:ext uri="{FF2B5EF4-FFF2-40B4-BE49-F238E27FC236}">
                    <a16:creationId xmlns:a16="http://schemas.microsoft.com/office/drawing/2014/main" id="{88B0D44C-15A8-E856-CC88-33E2CDC36A23}"/>
                  </a:ext>
                </a:extLst>
              </p:cNvPr>
              <p:cNvSpPr/>
              <p:nvPr/>
            </p:nvSpPr>
            <p:spPr>
              <a:xfrm>
                <a:off x="9563167" y="5529826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2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1" y="162"/>
                      <a:pt x="3420" y="162"/>
                    </a:cubicBezTo>
                    <a:cubicBezTo>
                      <a:pt x="2579" y="162"/>
                      <a:pt x="1772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95" name="Freeform: Shape 14694">
                <a:extLst>
                  <a:ext uri="{FF2B5EF4-FFF2-40B4-BE49-F238E27FC236}">
                    <a16:creationId xmlns:a16="http://schemas.microsoft.com/office/drawing/2014/main" id="{38A36BC8-7329-A6AA-87B5-6C923B4B099C}"/>
                  </a:ext>
                </a:extLst>
              </p:cNvPr>
              <p:cNvSpPr/>
              <p:nvPr/>
            </p:nvSpPr>
            <p:spPr>
              <a:xfrm>
                <a:off x="9561338" y="5529782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2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7" y="4983"/>
                      <a:pt x="6592" y="4176"/>
                      <a:pt x="6592" y="3334"/>
                    </a:cubicBezTo>
                    <a:cubicBezTo>
                      <a:pt x="6592" y="2493"/>
                      <a:pt x="6257" y="1686"/>
                      <a:pt x="5663" y="1091"/>
                    </a:cubicBezTo>
                    <a:cubicBezTo>
                      <a:pt x="5068" y="496"/>
                      <a:pt x="4261" y="162"/>
                      <a:pt x="3420" y="162"/>
                    </a:cubicBezTo>
                    <a:cubicBezTo>
                      <a:pt x="2579" y="162"/>
                      <a:pt x="1772" y="496"/>
                      <a:pt x="1177" y="1091"/>
                    </a:cubicBezTo>
                    <a:cubicBezTo>
                      <a:pt x="583" y="1686"/>
                      <a:pt x="248" y="2493"/>
                      <a:pt x="248" y="3334"/>
                    </a:cubicBezTo>
                    <a:cubicBezTo>
                      <a:pt x="248" y="4176"/>
                      <a:pt x="583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96" name="Freeform: Shape 14695">
                <a:extLst>
                  <a:ext uri="{FF2B5EF4-FFF2-40B4-BE49-F238E27FC236}">
                    <a16:creationId xmlns:a16="http://schemas.microsoft.com/office/drawing/2014/main" id="{8714BAC9-84D4-786C-14DD-87300BE92410}"/>
                  </a:ext>
                </a:extLst>
              </p:cNvPr>
              <p:cNvSpPr/>
              <p:nvPr/>
            </p:nvSpPr>
            <p:spPr>
              <a:xfrm>
                <a:off x="9559379" y="5529450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1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2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3" y="1091"/>
                    </a:cubicBezTo>
                    <a:cubicBezTo>
                      <a:pt x="5068" y="496"/>
                      <a:pt x="4261" y="162"/>
                      <a:pt x="3420" y="162"/>
                    </a:cubicBezTo>
                    <a:cubicBezTo>
                      <a:pt x="2579" y="162"/>
                      <a:pt x="1772" y="496"/>
                      <a:pt x="1177" y="1091"/>
                    </a:cubicBezTo>
                    <a:cubicBezTo>
                      <a:pt x="583" y="1686"/>
                      <a:pt x="248" y="2493"/>
                      <a:pt x="248" y="3334"/>
                    </a:cubicBezTo>
                    <a:cubicBezTo>
                      <a:pt x="248" y="4176"/>
                      <a:pt x="583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97" name="Freeform: Shape 14696">
                <a:extLst>
                  <a:ext uri="{FF2B5EF4-FFF2-40B4-BE49-F238E27FC236}">
                    <a16:creationId xmlns:a16="http://schemas.microsoft.com/office/drawing/2014/main" id="{518CB5EB-1BEC-0266-E752-EB2CA7816183}"/>
                  </a:ext>
                </a:extLst>
              </p:cNvPr>
              <p:cNvSpPr/>
              <p:nvPr/>
            </p:nvSpPr>
            <p:spPr>
              <a:xfrm>
                <a:off x="9557534" y="5529323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20 w 6343"/>
                  <a:gd name="connsiteY4" fmla="*/ 162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8" y="496"/>
                      <a:pt x="4261" y="162"/>
                      <a:pt x="3420" y="162"/>
                    </a:cubicBezTo>
                    <a:cubicBezTo>
                      <a:pt x="2579" y="162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98" name="Freeform: Shape 14697">
                <a:extLst>
                  <a:ext uri="{FF2B5EF4-FFF2-40B4-BE49-F238E27FC236}">
                    <a16:creationId xmlns:a16="http://schemas.microsoft.com/office/drawing/2014/main" id="{4AB08B1F-40DC-130D-85AF-938AAB98558C}"/>
                  </a:ext>
                </a:extLst>
              </p:cNvPr>
              <p:cNvSpPr/>
              <p:nvPr/>
            </p:nvSpPr>
            <p:spPr>
              <a:xfrm>
                <a:off x="9556010" y="5529847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20 w 6343"/>
                  <a:gd name="connsiteY4" fmla="*/ 162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1" y="162"/>
                      <a:pt x="3420" y="162"/>
                    </a:cubicBezTo>
                    <a:cubicBezTo>
                      <a:pt x="2579" y="162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99" name="Freeform: Shape 14698">
                <a:extLst>
                  <a:ext uri="{FF2B5EF4-FFF2-40B4-BE49-F238E27FC236}">
                    <a16:creationId xmlns:a16="http://schemas.microsoft.com/office/drawing/2014/main" id="{F5EC4437-D8B9-B538-61FF-5A7F436F75C1}"/>
                  </a:ext>
                </a:extLst>
              </p:cNvPr>
              <p:cNvSpPr/>
              <p:nvPr/>
            </p:nvSpPr>
            <p:spPr>
              <a:xfrm>
                <a:off x="9554070" y="5529472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2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1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1" y="162"/>
                      <a:pt x="3419" y="162"/>
                    </a:cubicBezTo>
                    <a:cubicBezTo>
                      <a:pt x="2578" y="162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00" name="Freeform: Shape 14699">
                <a:extLst>
                  <a:ext uri="{FF2B5EF4-FFF2-40B4-BE49-F238E27FC236}">
                    <a16:creationId xmlns:a16="http://schemas.microsoft.com/office/drawing/2014/main" id="{015C8C00-0DD3-568D-6D66-089505A87328}"/>
                  </a:ext>
                </a:extLst>
              </p:cNvPr>
              <p:cNvSpPr/>
              <p:nvPr/>
            </p:nvSpPr>
            <p:spPr>
              <a:xfrm>
                <a:off x="9552318" y="5529473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2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0" y="162"/>
                      <a:pt x="3419" y="162"/>
                    </a:cubicBezTo>
                    <a:cubicBezTo>
                      <a:pt x="2578" y="162"/>
                      <a:pt x="1771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01" name="Freeform: Shape 14700">
                <a:extLst>
                  <a:ext uri="{FF2B5EF4-FFF2-40B4-BE49-F238E27FC236}">
                    <a16:creationId xmlns:a16="http://schemas.microsoft.com/office/drawing/2014/main" id="{84D6339C-9104-0B45-6DCD-7744CE20C084}"/>
                  </a:ext>
                </a:extLst>
              </p:cNvPr>
              <p:cNvSpPr/>
              <p:nvPr/>
            </p:nvSpPr>
            <p:spPr>
              <a:xfrm>
                <a:off x="9550746" y="5529852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2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0" y="162"/>
                      <a:pt x="3419" y="162"/>
                    </a:cubicBezTo>
                    <a:cubicBezTo>
                      <a:pt x="2578" y="162"/>
                      <a:pt x="1771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02" name="Freeform: Shape 14701">
                <a:extLst>
                  <a:ext uri="{FF2B5EF4-FFF2-40B4-BE49-F238E27FC236}">
                    <a16:creationId xmlns:a16="http://schemas.microsoft.com/office/drawing/2014/main" id="{B4ED3E48-F5C6-DC0A-0EA9-8C9BE68A90C5}"/>
                  </a:ext>
                </a:extLst>
              </p:cNvPr>
              <p:cNvSpPr/>
              <p:nvPr/>
            </p:nvSpPr>
            <p:spPr>
              <a:xfrm>
                <a:off x="9548999" y="5529828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2 h 6345"/>
                  <a:gd name="connsiteX5" fmla="*/ 1176 w 6343"/>
                  <a:gd name="connsiteY5" fmla="*/ 1091 h 6345"/>
                  <a:gd name="connsiteX6" fmla="*/ 248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2" y="5578"/>
                    </a:cubicBezTo>
                    <a:cubicBezTo>
                      <a:pt x="6256" y="4983"/>
                      <a:pt x="6591" y="4176"/>
                      <a:pt x="6591" y="3334"/>
                    </a:cubicBezTo>
                    <a:cubicBezTo>
                      <a:pt x="6591" y="2493"/>
                      <a:pt x="6256" y="1686"/>
                      <a:pt x="5662" y="1091"/>
                    </a:cubicBezTo>
                    <a:cubicBezTo>
                      <a:pt x="5067" y="496"/>
                      <a:pt x="4260" y="162"/>
                      <a:pt x="3419" y="162"/>
                    </a:cubicBezTo>
                    <a:cubicBezTo>
                      <a:pt x="2578" y="162"/>
                      <a:pt x="1771" y="496"/>
                      <a:pt x="1176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6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03" name="Freeform: Shape 14702">
                <a:extLst>
                  <a:ext uri="{FF2B5EF4-FFF2-40B4-BE49-F238E27FC236}">
                    <a16:creationId xmlns:a16="http://schemas.microsoft.com/office/drawing/2014/main" id="{84ADBD27-B62D-3CBD-3C4C-39602A6506B8}"/>
                  </a:ext>
                </a:extLst>
              </p:cNvPr>
              <p:cNvSpPr/>
              <p:nvPr/>
            </p:nvSpPr>
            <p:spPr>
              <a:xfrm>
                <a:off x="9547159" y="5529567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0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2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2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2" y="1091"/>
                    </a:cubicBezTo>
                    <a:cubicBezTo>
                      <a:pt x="5067" y="496"/>
                      <a:pt x="4260" y="162"/>
                      <a:pt x="3419" y="162"/>
                    </a:cubicBezTo>
                    <a:cubicBezTo>
                      <a:pt x="2578" y="162"/>
                      <a:pt x="1771" y="496"/>
                      <a:pt x="1176" y="1091"/>
                    </a:cubicBezTo>
                    <a:cubicBezTo>
                      <a:pt x="582" y="1686"/>
                      <a:pt x="247" y="2493"/>
                      <a:pt x="247" y="3334"/>
                    </a:cubicBezTo>
                    <a:cubicBezTo>
                      <a:pt x="247" y="4176"/>
                      <a:pt x="582" y="4983"/>
                      <a:pt x="1176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04" name="Freeform: Shape 14703">
                <a:extLst>
                  <a:ext uri="{FF2B5EF4-FFF2-40B4-BE49-F238E27FC236}">
                    <a16:creationId xmlns:a16="http://schemas.microsoft.com/office/drawing/2014/main" id="{B74D07BA-CEC6-072D-26A0-38462CB0D3BC}"/>
                  </a:ext>
                </a:extLst>
              </p:cNvPr>
              <p:cNvSpPr/>
              <p:nvPr/>
            </p:nvSpPr>
            <p:spPr>
              <a:xfrm>
                <a:off x="9545422" y="5529518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2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7" y="496"/>
                      <a:pt x="4260" y="162"/>
                      <a:pt x="3419" y="162"/>
                    </a:cubicBezTo>
                    <a:cubicBezTo>
                      <a:pt x="2578" y="162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05" name="Freeform: Shape 14704">
                <a:extLst>
                  <a:ext uri="{FF2B5EF4-FFF2-40B4-BE49-F238E27FC236}">
                    <a16:creationId xmlns:a16="http://schemas.microsoft.com/office/drawing/2014/main" id="{D87A37BA-44A8-1CCB-19C5-3719ED6F3AB4}"/>
                  </a:ext>
                </a:extLst>
              </p:cNvPr>
              <p:cNvSpPr/>
              <p:nvPr/>
            </p:nvSpPr>
            <p:spPr>
              <a:xfrm>
                <a:off x="9543595" y="5529231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2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7" y="496"/>
                      <a:pt x="4260" y="162"/>
                      <a:pt x="3419" y="162"/>
                    </a:cubicBezTo>
                    <a:cubicBezTo>
                      <a:pt x="2578" y="162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06" name="Freeform: Shape 14705">
                <a:extLst>
                  <a:ext uri="{FF2B5EF4-FFF2-40B4-BE49-F238E27FC236}">
                    <a16:creationId xmlns:a16="http://schemas.microsoft.com/office/drawing/2014/main" id="{F6DE837D-F59F-3525-B349-0650F5E38DBD}"/>
                  </a:ext>
                </a:extLst>
              </p:cNvPr>
              <p:cNvSpPr/>
              <p:nvPr/>
            </p:nvSpPr>
            <p:spPr>
              <a:xfrm>
                <a:off x="9541963" y="5529382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2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6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60" y="162"/>
                      <a:pt x="3419" y="162"/>
                    </a:cubicBezTo>
                    <a:cubicBezTo>
                      <a:pt x="2577" y="162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3"/>
                      <a:pt x="2577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07" name="Freeform: Shape 14706">
                <a:extLst>
                  <a:ext uri="{FF2B5EF4-FFF2-40B4-BE49-F238E27FC236}">
                    <a16:creationId xmlns:a16="http://schemas.microsoft.com/office/drawing/2014/main" id="{3C0ABE0C-A8AA-A5C1-4F18-8D00A8B188B7}"/>
                  </a:ext>
                </a:extLst>
              </p:cNvPr>
              <p:cNvSpPr/>
              <p:nvPr/>
            </p:nvSpPr>
            <p:spPr>
              <a:xfrm>
                <a:off x="9540448" y="5529807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2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60" y="6507"/>
                      <a:pt x="5066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60" y="162"/>
                      <a:pt x="3418" y="162"/>
                    </a:cubicBezTo>
                    <a:cubicBezTo>
                      <a:pt x="2577" y="162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08" name="Freeform: Shape 14707">
                <a:extLst>
                  <a:ext uri="{FF2B5EF4-FFF2-40B4-BE49-F238E27FC236}">
                    <a16:creationId xmlns:a16="http://schemas.microsoft.com/office/drawing/2014/main" id="{65883428-215F-0010-F9AD-DC2D0B44812C}"/>
                  </a:ext>
                </a:extLst>
              </p:cNvPr>
              <p:cNvSpPr/>
              <p:nvPr/>
            </p:nvSpPr>
            <p:spPr>
              <a:xfrm>
                <a:off x="9538772" y="5529823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2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59" y="162"/>
                      <a:pt x="3418" y="162"/>
                    </a:cubicBezTo>
                    <a:cubicBezTo>
                      <a:pt x="2577" y="162"/>
                      <a:pt x="1770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09" name="Freeform: Shape 14708">
                <a:extLst>
                  <a:ext uri="{FF2B5EF4-FFF2-40B4-BE49-F238E27FC236}">
                    <a16:creationId xmlns:a16="http://schemas.microsoft.com/office/drawing/2014/main" id="{4C2D92BC-7F24-C70C-1C57-5A24452B49C4}"/>
                  </a:ext>
                </a:extLst>
              </p:cNvPr>
              <p:cNvSpPr/>
              <p:nvPr/>
            </p:nvSpPr>
            <p:spPr>
              <a:xfrm>
                <a:off x="9537257" y="5530227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2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59" y="162"/>
                      <a:pt x="3418" y="162"/>
                    </a:cubicBezTo>
                    <a:cubicBezTo>
                      <a:pt x="2577" y="162"/>
                      <a:pt x="1770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10" name="Freeform: Shape 14709">
                <a:extLst>
                  <a:ext uri="{FF2B5EF4-FFF2-40B4-BE49-F238E27FC236}">
                    <a16:creationId xmlns:a16="http://schemas.microsoft.com/office/drawing/2014/main" id="{2C88167A-FBA3-BEA0-4671-82BB9F30B742}"/>
                  </a:ext>
                </a:extLst>
              </p:cNvPr>
              <p:cNvSpPr/>
              <p:nvPr/>
            </p:nvSpPr>
            <p:spPr>
              <a:xfrm>
                <a:off x="9535696" y="5530507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2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1" y="5578"/>
                    </a:cubicBezTo>
                    <a:cubicBezTo>
                      <a:pt x="6255" y="4983"/>
                      <a:pt x="6590" y="4176"/>
                      <a:pt x="6590" y="3334"/>
                    </a:cubicBezTo>
                    <a:cubicBezTo>
                      <a:pt x="6590" y="2493"/>
                      <a:pt x="6255" y="1686"/>
                      <a:pt x="5661" y="1091"/>
                    </a:cubicBezTo>
                    <a:cubicBezTo>
                      <a:pt x="5066" y="496"/>
                      <a:pt x="4259" y="162"/>
                      <a:pt x="3418" y="162"/>
                    </a:cubicBezTo>
                    <a:cubicBezTo>
                      <a:pt x="2577" y="162"/>
                      <a:pt x="1770" y="496"/>
                      <a:pt x="1175" y="1091"/>
                    </a:cubicBezTo>
                    <a:cubicBezTo>
                      <a:pt x="581" y="1686"/>
                      <a:pt x="246" y="2493"/>
                      <a:pt x="246" y="3334"/>
                    </a:cubicBezTo>
                    <a:cubicBezTo>
                      <a:pt x="246" y="4176"/>
                      <a:pt x="581" y="4983"/>
                      <a:pt x="1175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11" name="Freeform: Shape 14710">
                <a:extLst>
                  <a:ext uri="{FF2B5EF4-FFF2-40B4-BE49-F238E27FC236}">
                    <a16:creationId xmlns:a16="http://schemas.microsoft.com/office/drawing/2014/main" id="{801B3E42-FB72-3012-FC37-DBEA1882F104}"/>
                  </a:ext>
                </a:extLst>
              </p:cNvPr>
              <p:cNvSpPr/>
              <p:nvPr/>
            </p:nvSpPr>
            <p:spPr>
              <a:xfrm>
                <a:off x="9533983" y="5530376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89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2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1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1" y="1091"/>
                    </a:cubicBezTo>
                    <a:cubicBezTo>
                      <a:pt x="5066" y="496"/>
                      <a:pt x="4259" y="162"/>
                      <a:pt x="3418" y="162"/>
                    </a:cubicBezTo>
                    <a:cubicBezTo>
                      <a:pt x="2577" y="162"/>
                      <a:pt x="1770" y="496"/>
                      <a:pt x="1175" y="1091"/>
                    </a:cubicBezTo>
                    <a:cubicBezTo>
                      <a:pt x="581" y="1686"/>
                      <a:pt x="246" y="2493"/>
                      <a:pt x="246" y="3334"/>
                    </a:cubicBezTo>
                    <a:cubicBezTo>
                      <a:pt x="246" y="4176"/>
                      <a:pt x="581" y="4983"/>
                      <a:pt x="1175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12" name="Freeform: Shape 14711">
                <a:extLst>
                  <a:ext uri="{FF2B5EF4-FFF2-40B4-BE49-F238E27FC236}">
                    <a16:creationId xmlns:a16="http://schemas.microsoft.com/office/drawing/2014/main" id="{B5B77E85-5038-ACBD-4BD1-5BD3B9220E9E}"/>
                  </a:ext>
                </a:extLst>
              </p:cNvPr>
              <p:cNvSpPr/>
              <p:nvPr/>
            </p:nvSpPr>
            <p:spPr>
              <a:xfrm>
                <a:off x="9532361" y="5530462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2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0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6" y="496"/>
                      <a:pt x="4259" y="162"/>
                      <a:pt x="3418" y="162"/>
                    </a:cubicBezTo>
                    <a:cubicBezTo>
                      <a:pt x="2577" y="162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13" name="Freeform: Shape 14712">
                <a:extLst>
                  <a:ext uri="{FF2B5EF4-FFF2-40B4-BE49-F238E27FC236}">
                    <a16:creationId xmlns:a16="http://schemas.microsoft.com/office/drawing/2014/main" id="{4A26A7DC-FFFE-72A0-C67A-E190538DA28C}"/>
                  </a:ext>
                </a:extLst>
              </p:cNvPr>
              <p:cNvSpPr/>
              <p:nvPr/>
            </p:nvSpPr>
            <p:spPr>
              <a:xfrm>
                <a:off x="9530741" y="5530537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2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0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6" y="496"/>
                      <a:pt x="4259" y="162"/>
                      <a:pt x="3418" y="162"/>
                    </a:cubicBezTo>
                    <a:cubicBezTo>
                      <a:pt x="2577" y="162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14" name="Freeform: Shape 14713">
                <a:extLst>
                  <a:ext uri="{FF2B5EF4-FFF2-40B4-BE49-F238E27FC236}">
                    <a16:creationId xmlns:a16="http://schemas.microsoft.com/office/drawing/2014/main" id="{BD45547E-1977-44C3-947F-A320A141C1CE}"/>
                  </a:ext>
                </a:extLst>
              </p:cNvPr>
              <p:cNvSpPr/>
              <p:nvPr/>
            </p:nvSpPr>
            <p:spPr>
              <a:xfrm>
                <a:off x="9528938" y="5530082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2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9" y="6507"/>
                      <a:pt x="5065" y="6173"/>
                      <a:pt x="5660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9" y="162"/>
                      <a:pt x="3417" y="162"/>
                    </a:cubicBezTo>
                    <a:cubicBezTo>
                      <a:pt x="2576" y="162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70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15" name="Freeform: Shape 14714">
                <a:extLst>
                  <a:ext uri="{FF2B5EF4-FFF2-40B4-BE49-F238E27FC236}">
                    <a16:creationId xmlns:a16="http://schemas.microsoft.com/office/drawing/2014/main" id="{0B7814C9-A30F-9E09-B9EA-1BDC83D4C78A}"/>
                  </a:ext>
                </a:extLst>
              </p:cNvPr>
              <p:cNvSpPr/>
              <p:nvPr/>
            </p:nvSpPr>
            <p:spPr>
              <a:xfrm>
                <a:off x="9527346" y="5530192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2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3"/>
                      <a:pt x="5660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8" y="162"/>
                      <a:pt x="3417" y="162"/>
                    </a:cubicBezTo>
                    <a:cubicBezTo>
                      <a:pt x="2576" y="162"/>
                      <a:pt x="1769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69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16" name="Freeform: Shape 14715">
                <a:extLst>
                  <a:ext uri="{FF2B5EF4-FFF2-40B4-BE49-F238E27FC236}">
                    <a16:creationId xmlns:a16="http://schemas.microsoft.com/office/drawing/2014/main" id="{95D3EC9A-EBB1-FC6D-63E8-2EF257FF36FD}"/>
                  </a:ext>
                </a:extLst>
              </p:cNvPr>
              <p:cNvSpPr/>
              <p:nvPr/>
            </p:nvSpPr>
            <p:spPr>
              <a:xfrm>
                <a:off x="9525696" y="5530117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2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3"/>
                      <a:pt x="5660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8" y="162"/>
                      <a:pt x="3417" y="162"/>
                    </a:cubicBezTo>
                    <a:cubicBezTo>
                      <a:pt x="2576" y="162"/>
                      <a:pt x="1769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69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17" name="Freeform: Shape 14716">
                <a:extLst>
                  <a:ext uri="{FF2B5EF4-FFF2-40B4-BE49-F238E27FC236}">
                    <a16:creationId xmlns:a16="http://schemas.microsoft.com/office/drawing/2014/main" id="{808C7FBD-A7DE-D839-B59A-2419B3AC815D}"/>
                  </a:ext>
                </a:extLst>
              </p:cNvPr>
              <p:cNvSpPr/>
              <p:nvPr/>
            </p:nvSpPr>
            <p:spPr>
              <a:xfrm>
                <a:off x="9523972" y="5529799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2 h 6345"/>
                  <a:gd name="connsiteX5" fmla="*/ 1174 w 6343"/>
                  <a:gd name="connsiteY5" fmla="*/ 1091 h 6345"/>
                  <a:gd name="connsiteX6" fmla="*/ 246 w 6343"/>
                  <a:gd name="connsiteY6" fmla="*/ 3334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3"/>
                      <a:pt x="5660" y="5578"/>
                    </a:cubicBezTo>
                    <a:cubicBezTo>
                      <a:pt x="6254" y="4983"/>
                      <a:pt x="6589" y="4176"/>
                      <a:pt x="6589" y="3334"/>
                    </a:cubicBezTo>
                    <a:cubicBezTo>
                      <a:pt x="6589" y="2493"/>
                      <a:pt x="6254" y="1686"/>
                      <a:pt x="5660" y="1091"/>
                    </a:cubicBezTo>
                    <a:cubicBezTo>
                      <a:pt x="5065" y="496"/>
                      <a:pt x="4258" y="162"/>
                      <a:pt x="3417" y="162"/>
                    </a:cubicBezTo>
                    <a:cubicBezTo>
                      <a:pt x="2576" y="162"/>
                      <a:pt x="1769" y="496"/>
                      <a:pt x="1174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6"/>
                      <a:pt x="580" y="4983"/>
                      <a:pt x="1174" y="5578"/>
                    </a:cubicBezTo>
                    <a:cubicBezTo>
                      <a:pt x="1769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18" name="Freeform: Shape 14717">
                <a:extLst>
                  <a:ext uri="{FF2B5EF4-FFF2-40B4-BE49-F238E27FC236}">
                    <a16:creationId xmlns:a16="http://schemas.microsoft.com/office/drawing/2014/main" id="{06F6182B-D624-A862-3AF5-582D6F413437}"/>
                  </a:ext>
                </a:extLst>
              </p:cNvPr>
              <p:cNvSpPr/>
              <p:nvPr/>
            </p:nvSpPr>
            <p:spPr>
              <a:xfrm>
                <a:off x="9522467" y="5530109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2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3"/>
                      <a:pt x="5660" y="5578"/>
                    </a:cubicBezTo>
                    <a:cubicBezTo>
                      <a:pt x="6254" y="4983"/>
                      <a:pt x="6589" y="4176"/>
                      <a:pt x="6589" y="3334"/>
                    </a:cubicBezTo>
                    <a:cubicBezTo>
                      <a:pt x="6589" y="2493"/>
                      <a:pt x="6254" y="1686"/>
                      <a:pt x="5660" y="1091"/>
                    </a:cubicBezTo>
                    <a:cubicBezTo>
                      <a:pt x="5065" y="496"/>
                      <a:pt x="4258" y="162"/>
                      <a:pt x="3417" y="162"/>
                    </a:cubicBezTo>
                    <a:cubicBezTo>
                      <a:pt x="2576" y="162"/>
                      <a:pt x="1769" y="496"/>
                      <a:pt x="1174" y="1091"/>
                    </a:cubicBezTo>
                    <a:cubicBezTo>
                      <a:pt x="580" y="1686"/>
                      <a:pt x="245" y="2493"/>
                      <a:pt x="245" y="3334"/>
                    </a:cubicBezTo>
                    <a:cubicBezTo>
                      <a:pt x="245" y="4176"/>
                      <a:pt x="580" y="4983"/>
                      <a:pt x="1174" y="5578"/>
                    </a:cubicBezTo>
                    <a:cubicBezTo>
                      <a:pt x="1769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19" name="Freeform: Shape 14718">
                <a:extLst>
                  <a:ext uri="{FF2B5EF4-FFF2-40B4-BE49-F238E27FC236}">
                    <a16:creationId xmlns:a16="http://schemas.microsoft.com/office/drawing/2014/main" id="{D45B608B-9BE1-0987-B581-52E5E41B45A0}"/>
                  </a:ext>
                </a:extLst>
              </p:cNvPr>
              <p:cNvSpPr/>
              <p:nvPr/>
            </p:nvSpPr>
            <p:spPr>
              <a:xfrm>
                <a:off x="9520848" y="5530059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2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3"/>
                      <a:pt x="5659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5" y="496"/>
                      <a:pt x="4258" y="162"/>
                      <a:pt x="3417" y="162"/>
                    </a:cubicBezTo>
                    <a:cubicBezTo>
                      <a:pt x="2576" y="162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9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20" name="Freeform: Shape 14719">
                <a:extLst>
                  <a:ext uri="{FF2B5EF4-FFF2-40B4-BE49-F238E27FC236}">
                    <a16:creationId xmlns:a16="http://schemas.microsoft.com/office/drawing/2014/main" id="{0946ADCA-A48F-087C-7AFE-7C08C759F339}"/>
                  </a:ext>
                </a:extLst>
              </p:cNvPr>
              <p:cNvSpPr/>
              <p:nvPr/>
            </p:nvSpPr>
            <p:spPr>
              <a:xfrm>
                <a:off x="9519195" y="5529882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2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3"/>
                      <a:pt x="5659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5" y="496"/>
                      <a:pt x="4258" y="162"/>
                      <a:pt x="3417" y="162"/>
                    </a:cubicBezTo>
                    <a:cubicBezTo>
                      <a:pt x="2576" y="162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9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21" name="Freeform: Shape 14720">
                <a:extLst>
                  <a:ext uri="{FF2B5EF4-FFF2-40B4-BE49-F238E27FC236}">
                    <a16:creationId xmlns:a16="http://schemas.microsoft.com/office/drawing/2014/main" id="{129224BA-01F7-2063-B01D-5D93B735E335}"/>
                  </a:ext>
                </a:extLst>
              </p:cNvPr>
              <p:cNvSpPr/>
              <p:nvPr/>
            </p:nvSpPr>
            <p:spPr>
              <a:xfrm>
                <a:off x="9517656" y="5530044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2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4" y="6173"/>
                      <a:pt x="5659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8" y="162"/>
                      <a:pt x="3417" y="162"/>
                    </a:cubicBezTo>
                    <a:cubicBezTo>
                      <a:pt x="2575" y="162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9" y="6173"/>
                      <a:pt x="2575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22" name="Freeform: Shape 14721">
                <a:extLst>
                  <a:ext uri="{FF2B5EF4-FFF2-40B4-BE49-F238E27FC236}">
                    <a16:creationId xmlns:a16="http://schemas.microsoft.com/office/drawing/2014/main" id="{14470190-C039-746D-F262-09644F839B2D}"/>
                  </a:ext>
                </a:extLst>
              </p:cNvPr>
              <p:cNvSpPr/>
              <p:nvPr/>
            </p:nvSpPr>
            <p:spPr>
              <a:xfrm>
                <a:off x="9516011" y="5529845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2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8" y="6507"/>
                      <a:pt x="5064" y="6173"/>
                      <a:pt x="5659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8" y="162"/>
                      <a:pt x="3416" y="162"/>
                    </a:cubicBezTo>
                    <a:cubicBezTo>
                      <a:pt x="2575" y="162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9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23" name="Freeform: Shape 14722">
                <a:extLst>
                  <a:ext uri="{FF2B5EF4-FFF2-40B4-BE49-F238E27FC236}">
                    <a16:creationId xmlns:a16="http://schemas.microsoft.com/office/drawing/2014/main" id="{80380356-6FFC-86C3-8B14-A884A1915156}"/>
                  </a:ext>
                </a:extLst>
              </p:cNvPr>
              <p:cNvSpPr/>
              <p:nvPr/>
            </p:nvSpPr>
            <p:spPr>
              <a:xfrm>
                <a:off x="9514493" y="5530045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2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9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7" y="162"/>
                      <a:pt x="3416" y="162"/>
                    </a:cubicBezTo>
                    <a:cubicBezTo>
                      <a:pt x="2575" y="162"/>
                      <a:pt x="1768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24" name="Freeform: Shape 14723">
                <a:extLst>
                  <a:ext uri="{FF2B5EF4-FFF2-40B4-BE49-F238E27FC236}">
                    <a16:creationId xmlns:a16="http://schemas.microsoft.com/office/drawing/2014/main" id="{83544EE3-A55D-EC84-A0B4-9D74C23D407A}"/>
                  </a:ext>
                </a:extLst>
              </p:cNvPr>
              <p:cNvSpPr/>
              <p:nvPr/>
            </p:nvSpPr>
            <p:spPr>
              <a:xfrm>
                <a:off x="9512976" y="5530235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2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9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7" y="162"/>
                      <a:pt x="3416" y="162"/>
                    </a:cubicBezTo>
                    <a:cubicBezTo>
                      <a:pt x="2575" y="162"/>
                      <a:pt x="1768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25" name="Freeform: Shape 14724">
                <a:extLst>
                  <a:ext uri="{FF2B5EF4-FFF2-40B4-BE49-F238E27FC236}">
                    <a16:creationId xmlns:a16="http://schemas.microsoft.com/office/drawing/2014/main" id="{C17DB2CB-7334-C3B9-F4E7-35849D9EB6A6}"/>
                  </a:ext>
                </a:extLst>
              </p:cNvPr>
              <p:cNvSpPr/>
              <p:nvPr/>
            </p:nvSpPr>
            <p:spPr>
              <a:xfrm>
                <a:off x="9511509" y="5530593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2 h 6345"/>
                  <a:gd name="connsiteX5" fmla="*/ 1173 w 6343"/>
                  <a:gd name="connsiteY5" fmla="*/ 1091 h 6345"/>
                  <a:gd name="connsiteX6" fmla="*/ 245 w 6343"/>
                  <a:gd name="connsiteY6" fmla="*/ 3334 h 6345"/>
                  <a:gd name="connsiteX7" fmla="*/ 1173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9" y="5578"/>
                    </a:cubicBezTo>
                    <a:cubicBezTo>
                      <a:pt x="6253" y="4983"/>
                      <a:pt x="6588" y="4176"/>
                      <a:pt x="6588" y="3334"/>
                    </a:cubicBezTo>
                    <a:cubicBezTo>
                      <a:pt x="6588" y="2493"/>
                      <a:pt x="6253" y="1686"/>
                      <a:pt x="5659" y="1091"/>
                    </a:cubicBezTo>
                    <a:cubicBezTo>
                      <a:pt x="5064" y="496"/>
                      <a:pt x="4257" y="162"/>
                      <a:pt x="3416" y="162"/>
                    </a:cubicBezTo>
                    <a:cubicBezTo>
                      <a:pt x="2575" y="162"/>
                      <a:pt x="1768" y="496"/>
                      <a:pt x="1173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3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26" name="Freeform: Shape 14725">
                <a:extLst>
                  <a:ext uri="{FF2B5EF4-FFF2-40B4-BE49-F238E27FC236}">
                    <a16:creationId xmlns:a16="http://schemas.microsoft.com/office/drawing/2014/main" id="{AD97661E-9D5F-F28C-BF52-59AE65DC87A0}"/>
                  </a:ext>
                </a:extLst>
              </p:cNvPr>
              <p:cNvSpPr/>
              <p:nvPr/>
            </p:nvSpPr>
            <p:spPr>
              <a:xfrm>
                <a:off x="9510073" y="5531060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2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9" y="5578"/>
                    </a:cubicBezTo>
                    <a:cubicBezTo>
                      <a:pt x="6253" y="4983"/>
                      <a:pt x="6588" y="4176"/>
                      <a:pt x="6588" y="3334"/>
                    </a:cubicBezTo>
                    <a:cubicBezTo>
                      <a:pt x="6588" y="2493"/>
                      <a:pt x="6253" y="1686"/>
                      <a:pt x="5659" y="1091"/>
                    </a:cubicBezTo>
                    <a:cubicBezTo>
                      <a:pt x="5064" y="496"/>
                      <a:pt x="4257" y="162"/>
                      <a:pt x="3416" y="162"/>
                    </a:cubicBezTo>
                    <a:cubicBezTo>
                      <a:pt x="2575" y="162"/>
                      <a:pt x="1768" y="496"/>
                      <a:pt x="1173" y="1091"/>
                    </a:cubicBezTo>
                    <a:cubicBezTo>
                      <a:pt x="579" y="1686"/>
                      <a:pt x="244" y="2493"/>
                      <a:pt x="244" y="3334"/>
                    </a:cubicBezTo>
                    <a:cubicBezTo>
                      <a:pt x="244" y="4176"/>
                      <a:pt x="579" y="4983"/>
                      <a:pt x="1173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27" name="Freeform: Shape 14726">
                <a:extLst>
                  <a:ext uri="{FF2B5EF4-FFF2-40B4-BE49-F238E27FC236}">
                    <a16:creationId xmlns:a16="http://schemas.microsoft.com/office/drawing/2014/main" id="{84F9579F-588F-D631-42A7-2A9A2BF2614B}"/>
                  </a:ext>
                </a:extLst>
              </p:cNvPr>
              <p:cNvSpPr/>
              <p:nvPr/>
            </p:nvSpPr>
            <p:spPr>
              <a:xfrm>
                <a:off x="9508585" y="5531340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8 h 6345"/>
                  <a:gd name="connsiteX2" fmla="*/ 6587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2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9" y="5578"/>
                    </a:cubicBezTo>
                    <a:cubicBezTo>
                      <a:pt x="6253" y="4983"/>
                      <a:pt x="6587" y="4176"/>
                      <a:pt x="6587" y="3334"/>
                    </a:cubicBezTo>
                    <a:cubicBezTo>
                      <a:pt x="6587" y="2493"/>
                      <a:pt x="6253" y="1686"/>
                      <a:pt x="5659" y="1091"/>
                    </a:cubicBezTo>
                    <a:cubicBezTo>
                      <a:pt x="5064" y="496"/>
                      <a:pt x="4257" y="162"/>
                      <a:pt x="3416" y="162"/>
                    </a:cubicBezTo>
                    <a:cubicBezTo>
                      <a:pt x="2575" y="162"/>
                      <a:pt x="1768" y="496"/>
                      <a:pt x="1173" y="1091"/>
                    </a:cubicBezTo>
                    <a:cubicBezTo>
                      <a:pt x="579" y="1686"/>
                      <a:pt x="244" y="2493"/>
                      <a:pt x="244" y="3334"/>
                    </a:cubicBezTo>
                    <a:cubicBezTo>
                      <a:pt x="244" y="4176"/>
                      <a:pt x="579" y="4983"/>
                      <a:pt x="1173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28" name="Freeform: Shape 14727">
                <a:extLst>
                  <a:ext uri="{FF2B5EF4-FFF2-40B4-BE49-F238E27FC236}">
                    <a16:creationId xmlns:a16="http://schemas.microsoft.com/office/drawing/2014/main" id="{5E6234CD-E583-94D5-C3E2-51A8F13E962D}"/>
                  </a:ext>
                </a:extLst>
              </p:cNvPr>
              <p:cNvSpPr/>
              <p:nvPr/>
            </p:nvSpPr>
            <p:spPr>
              <a:xfrm>
                <a:off x="9507082" y="5531552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6 w 6343"/>
                  <a:gd name="connsiteY4" fmla="*/ 162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8" y="5578"/>
                    </a:cubicBezTo>
                    <a:cubicBezTo>
                      <a:pt x="6253" y="4983"/>
                      <a:pt x="6587" y="4176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4" y="496"/>
                      <a:pt x="4257" y="162"/>
                      <a:pt x="3416" y="162"/>
                    </a:cubicBezTo>
                    <a:cubicBezTo>
                      <a:pt x="2575" y="162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29" name="Freeform: Shape 14728">
                <a:extLst>
                  <a:ext uri="{FF2B5EF4-FFF2-40B4-BE49-F238E27FC236}">
                    <a16:creationId xmlns:a16="http://schemas.microsoft.com/office/drawing/2014/main" id="{69390B2C-4D23-CF9A-B1FC-AF3977B1BD7D}"/>
                  </a:ext>
                </a:extLst>
              </p:cNvPr>
              <p:cNvSpPr/>
              <p:nvPr/>
            </p:nvSpPr>
            <p:spPr>
              <a:xfrm>
                <a:off x="9505547" y="5531636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6 w 6343"/>
                  <a:gd name="connsiteY4" fmla="*/ 162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8" y="5578"/>
                    </a:cubicBezTo>
                    <a:cubicBezTo>
                      <a:pt x="6253" y="4983"/>
                      <a:pt x="6587" y="4176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4" y="496"/>
                      <a:pt x="4257" y="162"/>
                      <a:pt x="3416" y="162"/>
                    </a:cubicBezTo>
                    <a:cubicBezTo>
                      <a:pt x="2575" y="162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30" name="Freeform: Shape 14729">
                <a:extLst>
                  <a:ext uri="{FF2B5EF4-FFF2-40B4-BE49-F238E27FC236}">
                    <a16:creationId xmlns:a16="http://schemas.microsoft.com/office/drawing/2014/main" id="{CF19ED8E-36EC-BE2D-1AAA-CF4004B13F79}"/>
                  </a:ext>
                </a:extLst>
              </p:cNvPr>
              <p:cNvSpPr/>
              <p:nvPr/>
            </p:nvSpPr>
            <p:spPr>
              <a:xfrm>
                <a:off x="9504059" y="5531888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6 w 6343"/>
                  <a:gd name="connsiteY4" fmla="*/ 162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3" y="6173"/>
                      <a:pt x="5658" y="5578"/>
                    </a:cubicBezTo>
                    <a:cubicBezTo>
                      <a:pt x="6253" y="4983"/>
                      <a:pt x="6587" y="4176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7" y="162"/>
                      <a:pt x="3416" y="162"/>
                    </a:cubicBezTo>
                    <a:cubicBezTo>
                      <a:pt x="2574" y="162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8" y="6173"/>
                      <a:pt x="2574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31" name="Freeform: Shape 14730">
                <a:extLst>
                  <a:ext uri="{FF2B5EF4-FFF2-40B4-BE49-F238E27FC236}">
                    <a16:creationId xmlns:a16="http://schemas.microsoft.com/office/drawing/2014/main" id="{2D3B2609-3739-6B91-5231-A910C588E895}"/>
                  </a:ext>
                </a:extLst>
              </p:cNvPr>
              <p:cNvSpPr/>
              <p:nvPr/>
            </p:nvSpPr>
            <p:spPr>
              <a:xfrm>
                <a:off x="9502395" y="5531417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2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7" y="6507"/>
                      <a:pt x="5063" y="6173"/>
                      <a:pt x="5658" y="5578"/>
                    </a:cubicBezTo>
                    <a:cubicBezTo>
                      <a:pt x="6253" y="4983"/>
                      <a:pt x="6587" y="4176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7" y="162"/>
                      <a:pt x="3415" y="162"/>
                    </a:cubicBezTo>
                    <a:cubicBezTo>
                      <a:pt x="2574" y="162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8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32" name="Freeform: Shape 14731">
                <a:extLst>
                  <a:ext uri="{FF2B5EF4-FFF2-40B4-BE49-F238E27FC236}">
                    <a16:creationId xmlns:a16="http://schemas.microsoft.com/office/drawing/2014/main" id="{BE1DE903-BFA8-21A7-295A-C3C08D443119}"/>
                  </a:ext>
                </a:extLst>
              </p:cNvPr>
              <p:cNvSpPr/>
              <p:nvPr/>
            </p:nvSpPr>
            <p:spPr>
              <a:xfrm>
                <a:off x="9500626" y="5530457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2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8" y="5578"/>
                    </a:cubicBezTo>
                    <a:cubicBezTo>
                      <a:pt x="6253" y="4983"/>
                      <a:pt x="6587" y="4176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6" y="162"/>
                      <a:pt x="3415" y="162"/>
                    </a:cubicBezTo>
                    <a:cubicBezTo>
                      <a:pt x="2574" y="162"/>
                      <a:pt x="1767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33" name="Freeform: Shape 14732">
                <a:extLst>
                  <a:ext uri="{FF2B5EF4-FFF2-40B4-BE49-F238E27FC236}">
                    <a16:creationId xmlns:a16="http://schemas.microsoft.com/office/drawing/2014/main" id="{E8AAE93E-1CEF-F035-AF15-136539FB9E34}"/>
                  </a:ext>
                </a:extLst>
              </p:cNvPr>
              <p:cNvSpPr/>
              <p:nvPr/>
            </p:nvSpPr>
            <p:spPr>
              <a:xfrm>
                <a:off x="9499092" y="5530440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2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8" y="5578"/>
                    </a:cubicBezTo>
                    <a:cubicBezTo>
                      <a:pt x="6253" y="4983"/>
                      <a:pt x="6587" y="4176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6" y="162"/>
                      <a:pt x="3415" y="162"/>
                    </a:cubicBezTo>
                    <a:cubicBezTo>
                      <a:pt x="2574" y="162"/>
                      <a:pt x="1767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34" name="Freeform: Shape 14733">
                <a:extLst>
                  <a:ext uri="{FF2B5EF4-FFF2-40B4-BE49-F238E27FC236}">
                    <a16:creationId xmlns:a16="http://schemas.microsoft.com/office/drawing/2014/main" id="{D90FF38C-CE46-2A76-B678-8F2C21D09D26}"/>
                  </a:ext>
                </a:extLst>
              </p:cNvPr>
              <p:cNvSpPr/>
              <p:nvPr/>
            </p:nvSpPr>
            <p:spPr>
              <a:xfrm>
                <a:off x="9497547" y="5530353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2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8" y="5578"/>
                    </a:cubicBezTo>
                    <a:cubicBezTo>
                      <a:pt x="6252" y="4983"/>
                      <a:pt x="6587" y="4176"/>
                      <a:pt x="6587" y="3334"/>
                    </a:cubicBezTo>
                    <a:cubicBezTo>
                      <a:pt x="6587" y="2493"/>
                      <a:pt x="6252" y="1686"/>
                      <a:pt x="5658" y="1091"/>
                    </a:cubicBezTo>
                    <a:cubicBezTo>
                      <a:pt x="5063" y="496"/>
                      <a:pt x="4256" y="162"/>
                      <a:pt x="3415" y="162"/>
                    </a:cubicBezTo>
                    <a:cubicBezTo>
                      <a:pt x="2574" y="162"/>
                      <a:pt x="1767" y="496"/>
                      <a:pt x="1172" y="1091"/>
                    </a:cubicBezTo>
                    <a:cubicBezTo>
                      <a:pt x="578" y="1686"/>
                      <a:pt x="243" y="2493"/>
                      <a:pt x="243" y="3334"/>
                    </a:cubicBezTo>
                    <a:cubicBezTo>
                      <a:pt x="243" y="4176"/>
                      <a:pt x="578" y="4983"/>
                      <a:pt x="1172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35" name="Freeform: Shape 14734">
                <a:extLst>
                  <a:ext uri="{FF2B5EF4-FFF2-40B4-BE49-F238E27FC236}">
                    <a16:creationId xmlns:a16="http://schemas.microsoft.com/office/drawing/2014/main" id="{A111F5E2-02FD-3461-FDD1-6F16792EF3FC}"/>
                  </a:ext>
                </a:extLst>
              </p:cNvPr>
              <p:cNvSpPr/>
              <p:nvPr/>
            </p:nvSpPr>
            <p:spPr>
              <a:xfrm>
                <a:off x="9496044" y="5530435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8 h 6345"/>
                  <a:gd name="connsiteX2" fmla="*/ 6586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2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8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8" y="1091"/>
                    </a:cubicBezTo>
                    <a:cubicBezTo>
                      <a:pt x="5063" y="496"/>
                      <a:pt x="4256" y="162"/>
                      <a:pt x="3415" y="162"/>
                    </a:cubicBezTo>
                    <a:cubicBezTo>
                      <a:pt x="2574" y="162"/>
                      <a:pt x="1767" y="496"/>
                      <a:pt x="1172" y="1091"/>
                    </a:cubicBezTo>
                    <a:cubicBezTo>
                      <a:pt x="578" y="1686"/>
                      <a:pt x="243" y="2493"/>
                      <a:pt x="243" y="3334"/>
                    </a:cubicBezTo>
                    <a:cubicBezTo>
                      <a:pt x="243" y="4176"/>
                      <a:pt x="578" y="4983"/>
                      <a:pt x="1172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36" name="Freeform: Shape 14735">
                <a:extLst>
                  <a:ext uri="{FF2B5EF4-FFF2-40B4-BE49-F238E27FC236}">
                    <a16:creationId xmlns:a16="http://schemas.microsoft.com/office/drawing/2014/main" id="{AAB8E17B-62E0-3FA5-1884-1023BD1CEE08}"/>
                  </a:ext>
                </a:extLst>
              </p:cNvPr>
              <p:cNvSpPr/>
              <p:nvPr/>
            </p:nvSpPr>
            <p:spPr>
              <a:xfrm>
                <a:off x="9494580" y="5530688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5 w 6343"/>
                  <a:gd name="connsiteY4" fmla="*/ 162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7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3" y="496"/>
                      <a:pt x="4256" y="162"/>
                      <a:pt x="3415" y="162"/>
                    </a:cubicBezTo>
                    <a:cubicBezTo>
                      <a:pt x="2574" y="162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37" name="Freeform: Shape 14736">
                <a:extLst>
                  <a:ext uri="{FF2B5EF4-FFF2-40B4-BE49-F238E27FC236}">
                    <a16:creationId xmlns:a16="http://schemas.microsoft.com/office/drawing/2014/main" id="{2CF8AB60-BF1A-9C7A-000A-21EF96D82CE7}"/>
                  </a:ext>
                </a:extLst>
              </p:cNvPr>
              <p:cNvSpPr/>
              <p:nvPr/>
            </p:nvSpPr>
            <p:spPr>
              <a:xfrm>
                <a:off x="9493078" y="5530751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5 w 6343"/>
                  <a:gd name="connsiteY4" fmla="*/ 162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7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3" y="496"/>
                      <a:pt x="4256" y="162"/>
                      <a:pt x="3415" y="162"/>
                    </a:cubicBezTo>
                    <a:cubicBezTo>
                      <a:pt x="2574" y="162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38" name="Freeform: Shape 14737">
                <a:extLst>
                  <a:ext uri="{FF2B5EF4-FFF2-40B4-BE49-F238E27FC236}">
                    <a16:creationId xmlns:a16="http://schemas.microsoft.com/office/drawing/2014/main" id="{9B1BA1E1-3693-D5AF-900E-A330BF92FFB2}"/>
                  </a:ext>
                </a:extLst>
              </p:cNvPr>
              <p:cNvSpPr/>
              <p:nvPr/>
            </p:nvSpPr>
            <p:spPr>
              <a:xfrm>
                <a:off x="9491625" y="5531046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5 w 6343"/>
                  <a:gd name="connsiteY4" fmla="*/ 162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2" y="6173"/>
                      <a:pt x="5657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6" y="162"/>
                      <a:pt x="3415" y="162"/>
                    </a:cubicBezTo>
                    <a:cubicBezTo>
                      <a:pt x="2573" y="162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7" y="6173"/>
                      <a:pt x="2573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39" name="Freeform: Shape 14738">
                <a:extLst>
                  <a:ext uri="{FF2B5EF4-FFF2-40B4-BE49-F238E27FC236}">
                    <a16:creationId xmlns:a16="http://schemas.microsoft.com/office/drawing/2014/main" id="{7AF9BC60-21FE-F20D-9BC0-4CE65F07B9FB}"/>
                  </a:ext>
                </a:extLst>
              </p:cNvPr>
              <p:cNvSpPr/>
              <p:nvPr/>
            </p:nvSpPr>
            <p:spPr>
              <a:xfrm>
                <a:off x="9490135" y="5531151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2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6" y="6507"/>
                      <a:pt x="5062" y="6173"/>
                      <a:pt x="5657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6" y="162"/>
                      <a:pt x="3414" y="162"/>
                    </a:cubicBezTo>
                    <a:cubicBezTo>
                      <a:pt x="2573" y="162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7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40" name="Freeform: Shape 14739">
                <a:extLst>
                  <a:ext uri="{FF2B5EF4-FFF2-40B4-BE49-F238E27FC236}">
                    <a16:creationId xmlns:a16="http://schemas.microsoft.com/office/drawing/2014/main" id="{B22901C3-2187-00A3-5118-87BC20564E8A}"/>
                  </a:ext>
                </a:extLst>
              </p:cNvPr>
              <p:cNvSpPr/>
              <p:nvPr/>
            </p:nvSpPr>
            <p:spPr>
              <a:xfrm>
                <a:off x="9488590" y="5530946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2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7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5" y="162"/>
                      <a:pt x="3414" y="162"/>
                    </a:cubicBezTo>
                    <a:cubicBezTo>
                      <a:pt x="2573" y="162"/>
                      <a:pt x="1766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41" name="Freeform: Shape 14740">
                <a:extLst>
                  <a:ext uri="{FF2B5EF4-FFF2-40B4-BE49-F238E27FC236}">
                    <a16:creationId xmlns:a16="http://schemas.microsoft.com/office/drawing/2014/main" id="{FBE783B8-4CE0-39CD-D67D-9216A1C965F4}"/>
                  </a:ext>
                </a:extLst>
              </p:cNvPr>
              <p:cNvSpPr/>
              <p:nvPr/>
            </p:nvSpPr>
            <p:spPr>
              <a:xfrm>
                <a:off x="9487006" y="5530489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2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7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5" y="162"/>
                      <a:pt x="3414" y="162"/>
                    </a:cubicBezTo>
                    <a:cubicBezTo>
                      <a:pt x="2573" y="162"/>
                      <a:pt x="1766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42" name="Freeform: Shape 14741">
                <a:extLst>
                  <a:ext uri="{FF2B5EF4-FFF2-40B4-BE49-F238E27FC236}">
                    <a16:creationId xmlns:a16="http://schemas.microsoft.com/office/drawing/2014/main" id="{6D69D89C-A074-C6AE-B870-B02BD1609542}"/>
                  </a:ext>
                </a:extLst>
              </p:cNvPr>
              <p:cNvSpPr/>
              <p:nvPr/>
            </p:nvSpPr>
            <p:spPr>
              <a:xfrm>
                <a:off x="9485512" y="5530505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2 h 6345"/>
                  <a:gd name="connsiteX5" fmla="*/ 1171 w 6343"/>
                  <a:gd name="connsiteY5" fmla="*/ 1091 h 6345"/>
                  <a:gd name="connsiteX6" fmla="*/ 243 w 6343"/>
                  <a:gd name="connsiteY6" fmla="*/ 3334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7" y="5578"/>
                    </a:cubicBezTo>
                    <a:cubicBezTo>
                      <a:pt x="6251" y="4983"/>
                      <a:pt x="6586" y="4176"/>
                      <a:pt x="6586" y="3334"/>
                    </a:cubicBezTo>
                    <a:cubicBezTo>
                      <a:pt x="6586" y="2493"/>
                      <a:pt x="6251" y="1686"/>
                      <a:pt x="5657" y="1091"/>
                    </a:cubicBezTo>
                    <a:cubicBezTo>
                      <a:pt x="5062" y="496"/>
                      <a:pt x="4255" y="162"/>
                      <a:pt x="3414" y="162"/>
                    </a:cubicBezTo>
                    <a:cubicBezTo>
                      <a:pt x="2573" y="162"/>
                      <a:pt x="1766" y="496"/>
                      <a:pt x="1171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1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43" name="Freeform: Shape 14742">
                <a:extLst>
                  <a:ext uri="{FF2B5EF4-FFF2-40B4-BE49-F238E27FC236}">
                    <a16:creationId xmlns:a16="http://schemas.microsoft.com/office/drawing/2014/main" id="{C8D15350-607B-CBEA-ED5C-07EB240282DA}"/>
                  </a:ext>
                </a:extLst>
              </p:cNvPr>
              <p:cNvSpPr/>
              <p:nvPr/>
            </p:nvSpPr>
            <p:spPr>
              <a:xfrm>
                <a:off x="9484010" y="5530451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7" y="5578"/>
                    </a:cubicBezTo>
                    <a:cubicBezTo>
                      <a:pt x="6251" y="4983"/>
                      <a:pt x="6586" y="4176"/>
                      <a:pt x="6586" y="3334"/>
                    </a:cubicBezTo>
                    <a:cubicBezTo>
                      <a:pt x="6586" y="2493"/>
                      <a:pt x="6251" y="1686"/>
                      <a:pt x="5657" y="1091"/>
                    </a:cubicBezTo>
                    <a:cubicBezTo>
                      <a:pt x="5062" y="496"/>
                      <a:pt x="4255" y="162"/>
                      <a:pt x="3414" y="162"/>
                    </a:cubicBezTo>
                    <a:cubicBezTo>
                      <a:pt x="2573" y="162"/>
                      <a:pt x="1766" y="496"/>
                      <a:pt x="1171" y="1091"/>
                    </a:cubicBezTo>
                    <a:cubicBezTo>
                      <a:pt x="577" y="1686"/>
                      <a:pt x="242" y="2493"/>
                      <a:pt x="242" y="3334"/>
                    </a:cubicBezTo>
                    <a:cubicBezTo>
                      <a:pt x="242" y="4176"/>
                      <a:pt x="577" y="4983"/>
                      <a:pt x="1171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44" name="Freeform: Shape 14743">
                <a:extLst>
                  <a:ext uri="{FF2B5EF4-FFF2-40B4-BE49-F238E27FC236}">
                    <a16:creationId xmlns:a16="http://schemas.microsoft.com/office/drawing/2014/main" id="{C610B2FE-6343-1F60-8128-F7C8F2933DC6}"/>
                  </a:ext>
                </a:extLst>
              </p:cNvPr>
              <p:cNvSpPr/>
              <p:nvPr/>
            </p:nvSpPr>
            <p:spPr>
              <a:xfrm>
                <a:off x="9482530" y="5530508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4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2" y="496"/>
                      <a:pt x="4255" y="162"/>
                      <a:pt x="3414" y="162"/>
                    </a:cubicBezTo>
                    <a:cubicBezTo>
                      <a:pt x="2573" y="162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45" name="Freeform: Shape 14744">
                <a:extLst>
                  <a:ext uri="{FF2B5EF4-FFF2-40B4-BE49-F238E27FC236}">
                    <a16:creationId xmlns:a16="http://schemas.microsoft.com/office/drawing/2014/main" id="{8472EE98-E23C-3327-3ECF-DA21010A094A}"/>
                  </a:ext>
                </a:extLst>
              </p:cNvPr>
              <p:cNvSpPr/>
              <p:nvPr/>
            </p:nvSpPr>
            <p:spPr>
              <a:xfrm>
                <a:off x="9480976" y="5530072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4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2" y="496"/>
                      <a:pt x="4255" y="162"/>
                      <a:pt x="3414" y="162"/>
                    </a:cubicBezTo>
                    <a:cubicBezTo>
                      <a:pt x="2573" y="162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46" name="Freeform: Shape 14745">
                <a:extLst>
                  <a:ext uri="{FF2B5EF4-FFF2-40B4-BE49-F238E27FC236}">
                    <a16:creationId xmlns:a16="http://schemas.microsoft.com/office/drawing/2014/main" id="{655ED6C5-D7BF-83E7-4968-7D0929668CF0}"/>
                  </a:ext>
                </a:extLst>
              </p:cNvPr>
              <p:cNvSpPr/>
              <p:nvPr/>
            </p:nvSpPr>
            <p:spPr>
              <a:xfrm>
                <a:off x="9479491" y="5530049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4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5" y="162"/>
                      <a:pt x="3414" y="162"/>
                    </a:cubicBezTo>
                    <a:cubicBezTo>
                      <a:pt x="2572" y="162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2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47" name="Freeform: Shape 14746">
                <a:extLst>
                  <a:ext uri="{FF2B5EF4-FFF2-40B4-BE49-F238E27FC236}">
                    <a16:creationId xmlns:a16="http://schemas.microsoft.com/office/drawing/2014/main" id="{75988AD3-2575-B0F0-4EF6-07C24384AAF3}"/>
                  </a:ext>
                </a:extLst>
              </p:cNvPr>
              <p:cNvSpPr/>
              <p:nvPr/>
            </p:nvSpPr>
            <p:spPr>
              <a:xfrm>
                <a:off x="9478025" y="5530139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5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5" y="162"/>
                      <a:pt x="3413" y="162"/>
                    </a:cubicBezTo>
                    <a:cubicBezTo>
                      <a:pt x="2572" y="162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48" name="Freeform: Shape 14747">
                <a:extLst>
                  <a:ext uri="{FF2B5EF4-FFF2-40B4-BE49-F238E27FC236}">
                    <a16:creationId xmlns:a16="http://schemas.microsoft.com/office/drawing/2014/main" id="{F124F5F3-9F91-E373-0526-9DAF8CD560B9}"/>
                  </a:ext>
                </a:extLst>
              </p:cNvPr>
              <p:cNvSpPr/>
              <p:nvPr/>
            </p:nvSpPr>
            <p:spPr>
              <a:xfrm>
                <a:off x="9476552" y="5530159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49" name="Freeform: Shape 14748">
                <a:extLst>
                  <a:ext uri="{FF2B5EF4-FFF2-40B4-BE49-F238E27FC236}">
                    <a16:creationId xmlns:a16="http://schemas.microsoft.com/office/drawing/2014/main" id="{D082AD04-5C9C-3C3C-15B6-47555616D025}"/>
                  </a:ext>
                </a:extLst>
              </p:cNvPr>
              <p:cNvSpPr/>
              <p:nvPr/>
            </p:nvSpPr>
            <p:spPr>
              <a:xfrm>
                <a:off x="9475095" y="5530291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50" name="Freeform: Shape 14749">
                <a:extLst>
                  <a:ext uri="{FF2B5EF4-FFF2-40B4-BE49-F238E27FC236}">
                    <a16:creationId xmlns:a16="http://schemas.microsoft.com/office/drawing/2014/main" id="{D8CE7865-C56D-C045-F4AF-A0C5AC9DC928}"/>
                  </a:ext>
                </a:extLst>
              </p:cNvPr>
              <p:cNvSpPr/>
              <p:nvPr/>
            </p:nvSpPr>
            <p:spPr>
              <a:xfrm>
                <a:off x="9473630" y="5530354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0 w 6343"/>
                  <a:gd name="connsiteY5" fmla="*/ 1091 h 6345"/>
                  <a:gd name="connsiteX6" fmla="*/ 242 w 6343"/>
                  <a:gd name="connsiteY6" fmla="*/ 3334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0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51" name="Freeform: Shape 14750">
                <a:extLst>
                  <a:ext uri="{FF2B5EF4-FFF2-40B4-BE49-F238E27FC236}">
                    <a16:creationId xmlns:a16="http://schemas.microsoft.com/office/drawing/2014/main" id="{0E448C7B-70CC-397B-9DA8-3D9FCB8046BE}"/>
                  </a:ext>
                </a:extLst>
              </p:cNvPr>
              <p:cNvSpPr/>
              <p:nvPr/>
            </p:nvSpPr>
            <p:spPr>
              <a:xfrm>
                <a:off x="9472179" y="5530529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0" y="4983"/>
                      <a:pt x="6585" y="4176"/>
                      <a:pt x="6585" y="3334"/>
                    </a:cubicBezTo>
                    <a:cubicBezTo>
                      <a:pt x="6585" y="2493"/>
                      <a:pt x="6250" y="1686"/>
                      <a:pt x="5656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0" y="1091"/>
                    </a:cubicBezTo>
                    <a:cubicBezTo>
                      <a:pt x="576" y="1686"/>
                      <a:pt x="241" y="2493"/>
                      <a:pt x="241" y="3334"/>
                    </a:cubicBezTo>
                    <a:cubicBezTo>
                      <a:pt x="241" y="4176"/>
                      <a:pt x="576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52" name="Freeform: Shape 14751">
                <a:extLst>
                  <a:ext uri="{FF2B5EF4-FFF2-40B4-BE49-F238E27FC236}">
                    <a16:creationId xmlns:a16="http://schemas.microsoft.com/office/drawing/2014/main" id="{2C76701A-386D-6DC9-AB26-0144B0EF27D6}"/>
                  </a:ext>
                </a:extLst>
              </p:cNvPr>
              <p:cNvSpPr/>
              <p:nvPr/>
            </p:nvSpPr>
            <p:spPr>
              <a:xfrm>
                <a:off x="9469314" y="5531218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3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5" y="5578"/>
                    </a:cubicBezTo>
                    <a:cubicBezTo>
                      <a:pt x="6250" y="4983"/>
                      <a:pt x="6584" y="4176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53" name="Freeform: Shape 14752">
                <a:extLst>
                  <a:ext uri="{FF2B5EF4-FFF2-40B4-BE49-F238E27FC236}">
                    <a16:creationId xmlns:a16="http://schemas.microsoft.com/office/drawing/2014/main" id="{626883E5-03BE-5458-D02B-B88AA10C347D}"/>
                  </a:ext>
                </a:extLst>
              </p:cNvPr>
              <p:cNvSpPr/>
              <p:nvPr/>
            </p:nvSpPr>
            <p:spPr>
              <a:xfrm>
                <a:off x="9466413" y="5531628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3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4" y="162"/>
                      <a:pt x="3413" y="162"/>
                    </a:cubicBezTo>
                    <a:cubicBezTo>
                      <a:pt x="2571" y="162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3"/>
                      <a:pt x="2571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54" name="Freeform: Shape 14753">
                <a:extLst>
                  <a:ext uri="{FF2B5EF4-FFF2-40B4-BE49-F238E27FC236}">
                    <a16:creationId xmlns:a16="http://schemas.microsoft.com/office/drawing/2014/main" id="{B06DE016-6232-4E00-7962-CEB224DA2E50}"/>
                  </a:ext>
                </a:extLst>
              </p:cNvPr>
              <p:cNvSpPr/>
              <p:nvPr/>
            </p:nvSpPr>
            <p:spPr>
              <a:xfrm>
                <a:off x="9464966" y="5531881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4" y="6507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4" y="162"/>
                      <a:pt x="3412" y="162"/>
                    </a:cubicBezTo>
                    <a:cubicBezTo>
                      <a:pt x="2571" y="162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55" name="Freeform: Shape 14754">
                <a:extLst>
                  <a:ext uri="{FF2B5EF4-FFF2-40B4-BE49-F238E27FC236}">
                    <a16:creationId xmlns:a16="http://schemas.microsoft.com/office/drawing/2014/main" id="{183B778B-DEA2-B342-7DAE-B488CFF4384C}"/>
                  </a:ext>
                </a:extLst>
              </p:cNvPr>
              <p:cNvSpPr/>
              <p:nvPr/>
            </p:nvSpPr>
            <p:spPr>
              <a:xfrm>
                <a:off x="9463516" y="5532125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56" name="Freeform: Shape 14755">
                <a:extLst>
                  <a:ext uri="{FF2B5EF4-FFF2-40B4-BE49-F238E27FC236}">
                    <a16:creationId xmlns:a16="http://schemas.microsoft.com/office/drawing/2014/main" id="{DD22BF2F-0428-6FF9-DD3C-94460CC01754}"/>
                  </a:ext>
                </a:extLst>
              </p:cNvPr>
              <p:cNvSpPr/>
              <p:nvPr/>
            </p:nvSpPr>
            <p:spPr>
              <a:xfrm>
                <a:off x="9462055" y="5532238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57" name="Freeform: Shape 14756">
                <a:extLst>
                  <a:ext uri="{FF2B5EF4-FFF2-40B4-BE49-F238E27FC236}">
                    <a16:creationId xmlns:a16="http://schemas.microsoft.com/office/drawing/2014/main" id="{EEF5671B-B63B-4482-6C1F-BF37CDFF9DFD}"/>
                  </a:ext>
                </a:extLst>
              </p:cNvPr>
              <p:cNvSpPr/>
              <p:nvPr/>
            </p:nvSpPr>
            <p:spPr>
              <a:xfrm>
                <a:off x="9460586" y="5532220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1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5" y="5578"/>
                    </a:cubicBezTo>
                    <a:cubicBezTo>
                      <a:pt x="6249" y="4983"/>
                      <a:pt x="6584" y="4176"/>
                      <a:pt x="6584" y="3334"/>
                    </a:cubicBezTo>
                    <a:cubicBezTo>
                      <a:pt x="6584" y="2493"/>
                      <a:pt x="6249" y="1686"/>
                      <a:pt x="5655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69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58" name="Freeform: Shape 14757">
                <a:extLst>
                  <a:ext uri="{FF2B5EF4-FFF2-40B4-BE49-F238E27FC236}">
                    <a16:creationId xmlns:a16="http://schemas.microsoft.com/office/drawing/2014/main" id="{2DABB984-A258-FFC8-7726-8123094ADF9F}"/>
                  </a:ext>
                </a:extLst>
              </p:cNvPr>
              <p:cNvSpPr/>
              <p:nvPr/>
            </p:nvSpPr>
            <p:spPr>
              <a:xfrm>
                <a:off x="9459143" y="5532621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5" y="5578"/>
                    </a:cubicBezTo>
                    <a:cubicBezTo>
                      <a:pt x="6249" y="4983"/>
                      <a:pt x="6584" y="4176"/>
                      <a:pt x="6584" y="3334"/>
                    </a:cubicBezTo>
                    <a:cubicBezTo>
                      <a:pt x="6584" y="2493"/>
                      <a:pt x="6249" y="1686"/>
                      <a:pt x="5655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69" y="1091"/>
                    </a:cubicBezTo>
                    <a:cubicBezTo>
                      <a:pt x="575" y="1686"/>
                      <a:pt x="240" y="2493"/>
                      <a:pt x="240" y="3334"/>
                    </a:cubicBezTo>
                    <a:cubicBezTo>
                      <a:pt x="240" y="4176"/>
                      <a:pt x="575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59" name="Freeform: Shape 14758">
                <a:extLst>
                  <a:ext uri="{FF2B5EF4-FFF2-40B4-BE49-F238E27FC236}">
                    <a16:creationId xmlns:a16="http://schemas.microsoft.com/office/drawing/2014/main" id="{B8EF74BC-988C-AE81-9986-A63240FA7CE3}"/>
                  </a:ext>
                </a:extLst>
              </p:cNvPr>
              <p:cNvSpPr/>
              <p:nvPr/>
            </p:nvSpPr>
            <p:spPr>
              <a:xfrm>
                <a:off x="9457672" y="5532585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3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5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5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60" name="Freeform: Shape 14759">
                <a:extLst>
                  <a:ext uri="{FF2B5EF4-FFF2-40B4-BE49-F238E27FC236}">
                    <a16:creationId xmlns:a16="http://schemas.microsoft.com/office/drawing/2014/main" id="{EDF0F75F-5FBA-AAD4-FB26-E210143E4296}"/>
                  </a:ext>
                </a:extLst>
              </p:cNvPr>
              <p:cNvSpPr/>
              <p:nvPr/>
            </p:nvSpPr>
            <p:spPr>
              <a:xfrm>
                <a:off x="9456212" y="5532723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61" name="Freeform: Shape 14760">
                <a:extLst>
                  <a:ext uri="{FF2B5EF4-FFF2-40B4-BE49-F238E27FC236}">
                    <a16:creationId xmlns:a16="http://schemas.microsoft.com/office/drawing/2014/main" id="{DF5EC2BD-A8C2-EE34-B5F4-2480414F9CDB}"/>
                  </a:ext>
                </a:extLst>
              </p:cNvPr>
              <p:cNvSpPr/>
              <p:nvPr/>
            </p:nvSpPr>
            <p:spPr>
              <a:xfrm>
                <a:off x="9454747" y="5532791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5 h 6345"/>
                  <a:gd name="connsiteX3" fmla="*/ 5654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5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4" y="5578"/>
                    </a:cubicBezTo>
                    <a:cubicBezTo>
                      <a:pt x="6249" y="4983"/>
                      <a:pt x="6583" y="4176"/>
                      <a:pt x="6583" y="3335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5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62" name="Freeform: Shape 14761">
                <a:extLst>
                  <a:ext uri="{FF2B5EF4-FFF2-40B4-BE49-F238E27FC236}">
                    <a16:creationId xmlns:a16="http://schemas.microsoft.com/office/drawing/2014/main" id="{9951E889-22D8-D129-EFEB-CD8A72E766B5}"/>
                  </a:ext>
                </a:extLst>
              </p:cNvPr>
              <p:cNvSpPr/>
              <p:nvPr/>
            </p:nvSpPr>
            <p:spPr>
              <a:xfrm>
                <a:off x="9453264" y="5532360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3" y="162"/>
                      <a:pt x="3412" y="162"/>
                    </a:cubicBezTo>
                    <a:cubicBezTo>
                      <a:pt x="2570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0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63" name="Freeform: Shape 14762">
                <a:extLst>
                  <a:ext uri="{FF2B5EF4-FFF2-40B4-BE49-F238E27FC236}">
                    <a16:creationId xmlns:a16="http://schemas.microsoft.com/office/drawing/2014/main" id="{D2918D81-1D2B-1B90-C156-3B7A3B74565C}"/>
                  </a:ext>
                </a:extLst>
              </p:cNvPr>
              <p:cNvSpPr/>
              <p:nvPr/>
            </p:nvSpPr>
            <p:spPr>
              <a:xfrm>
                <a:off x="9451789" y="5531982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3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3" y="162"/>
                      <a:pt x="3411" y="162"/>
                    </a:cubicBezTo>
                    <a:cubicBezTo>
                      <a:pt x="2570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64" name="Freeform: Shape 14763">
                <a:extLst>
                  <a:ext uri="{FF2B5EF4-FFF2-40B4-BE49-F238E27FC236}">
                    <a16:creationId xmlns:a16="http://schemas.microsoft.com/office/drawing/2014/main" id="{7C8E37EC-ABFB-290D-EB43-6A61B0670E39}"/>
                  </a:ext>
                </a:extLst>
              </p:cNvPr>
              <p:cNvSpPr/>
              <p:nvPr/>
            </p:nvSpPr>
            <p:spPr>
              <a:xfrm>
                <a:off x="9450312" y="5531349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65" name="Freeform: Shape 14764">
                <a:extLst>
                  <a:ext uri="{FF2B5EF4-FFF2-40B4-BE49-F238E27FC236}">
                    <a16:creationId xmlns:a16="http://schemas.microsoft.com/office/drawing/2014/main" id="{8888C80C-AD9E-B2DB-BFF7-30C9AA789C67}"/>
                  </a:ext>
                </a:extLst>
              </p:cNvPr>
              <p:cNvSpPr/>
              <p:nvPr/>
            </p:nvSpPr>
            <p:spPr>
              <a:xfrm>
                <a:off x="9445943" y="5531234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4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8" y="4983"/>
                      <a:pt x="6583" y="4176"/>
                      <a:pt x="6583" y="3334"/>
                    </a:cubicBezTo>
                    <a:cubicBezTo>
                      <a:pt x="6583" y="2493"/>
                      <a:pt x="6248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4" y="1686"/>
                      <a:pt x="239" y="2493"/>
                      <a:pt x="239" y="3334"/>
                    </a:cubicBezTo>
                    <a:cubicBezTo>
                      <a:pt x="239" y="4176"/>
                      <a:pt x="574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66" name="Freeform: Shape 14765">
                <a:extLst>
                  <a:ext uri="{FF2B5EF4-FFF2-40B4-BE49-F238E27FC236}">
                    <a16:creationId xmlns:a16="http://schemas.microsoft.com/office/drawing/2014/main" id="{9CA12C86-2B96-9B78-D529-B51E563DC4D5}"/>
                  </a:ext>
                </a:extLst>
              </p:cNvPr>
              <p:cNvSpPr/>
              <p:nvPr/>
            </p:nvSpPr>
            <p:spPr>
              <a:xfrm>
                <a:off x="9444488" y="5531791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4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4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3" y="5578"/>
                    </a:cubicBezTo>
                    <a:cubicBezTo>
                      <a:pt x="6248" y="4983"/>
                      <a:pt x="6582" y="4176"/>
                      <a:pt x="6582" y="3334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4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67" name="Freeform: Shape 14766">
                <a:extLst>
                  <a:ext uri="{FF2B5EF4-FFF2-40B4-BE49-F238E27FC236}">
                    <a16:creationId xmlns:a16="http://schemas.microsoft.com/office/drawing/2014/main" id="{E126D779-ED8D-7557-1CF7-2F6FE823E6EA}"/>
                  </a:ext>
                </a:extLst>
              </p:cNvPr>
              <p:cNvSpPr/>
              <p:nvPr/>
            </p:nvSpPr>
            <p:spPr>
              <a:xfrm>
                <a:off x="9441559" y="5532754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4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4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4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8" y="496"/>
                      <a:pt x="4252" y="162"/>
                      <a:pt x="3411" y="162"/>
                    </a:cubicBezTo>
                    <a:cubicBezTo>
                      <a:pt x="2569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4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69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68" name="Freeform: Shape 14767">
                <a:extLst>
                  <a:ext uri="{FF2B5EF4-FFF2-40B4-BE49-F238E27FC236}">
                    <a16:creationId xmlns:a16="http://schemas.microsoft.com/office/drawing/2014/main" id="{44A0ACAB-6F3E-8285-220A-ACC290C816A3}"/>
                  </a:ext>
                </a:extLst>
              </p:cNvPr>
              <p:cNvSpPr/>
              <p:nvPr/>
            </p:nvSpPr>
            <p:spPr>
              <a:xfrm>
                <a:off x="9438418" y="5541399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9 h 6345"/>
                  <a:gd name="connsiteX2" fmla="*/ 6582 w 6343"/>
                  <a:gd name="connsiteY2" fmla="*/ 3335 h 6345"/>
                  <a:gd name="connsiteX3" fmla="*/ 5653 w 6343"/>
                  <a:gd name="connsiteY3" fmla="*/ 1092 h 6345"/>
                  <a:gd name="connsiteX4" fmla="*/ 3410 w 6343"/>
                  <a:gd name="connsiteY4" fmla="*/ 162 h 6345"/>
                  <a:gd name="connsiteX5" fmla="*/ 1168 w 6343"/>
                  <a:gd name="connsiteY5" fmla="*/ 1092 h 6345"/>
                  <a:gd name="connsiteX6" fmla="*/ 239 w 6343"/>
                  <a:gd name="connsiteY6" fmla="*/ 3335 h 6345"/>
                  <a:gd name="connsiteX7" fmla="*/ 1168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4"/>
                      <a:pt x="5653" y="5579"/>
                    </a:cubicBezTo>
                    <a:cubicBezTo>
                      <a:pt x="6248" y="4984"/>
                      <a:pt x="6582" y="4177"/>
                      <a:pt x="6582" y="3335"/>
                    </a:cubicBezTo>
                    <a:cubicBezTo>
                      <a:pt x="6582" y="2494"/>
                      <a:pt x="6248" y="1687"/>
                      <a:pt x="5653" y="1092"/>
                    </a:cubicBezTo>
                    <a:cubicBezTo>
                      <a:pt x="5058" y="497"/>
                      <a:pt x="4251" y="162"/>
                      <a:pt x="3410" y="162"/>
                    </a:cubicBezTo>
                    <a:cubicBezTo>
                      <a:pt x="2569" y="162"/>
                      <a:pt x="1762" y="497"/>
                      <a:pt x="1168" y="1092"/>
                    </a:cubicBezTo>
                    <a:cubicBezTo>
                      <a:pt x="573" y="1687"/>
                      <a:pt x="239" y="2494"/>
                      <a:pt x="239" y="3335"/>
                    </a:cubicBezTo>
                    <a:cubicBezTo>
                      <a:pt x="239" y="4177"/>
                      <a:pt x="573" y="4984"/>
                      <a:pt x="1168" y="5579"/>
                    </a:cubicBezTo>
                    <a:cubicBezTo>
                      <a:pt x="1762" y="6174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69" name="Freeform: Shape 14768">
                <a:extLst>
                  <a:ext uri="{FF2B5EF4-FFF2-40B4-BE49-F238E27FC236}">
                    <a16:creationId xmlns:a16="http://schemas.microsoft.com/office/drawing/2014/main" id="{B3AA48B2-EC1A-29B4-C6B3-AE42961B9E56}"/>
                  </a:ext>
                </a:extLst>
              </p:cNvPr>
              <p:cNvSpPr/>
              <p:nvPr/>
            </p:nvSpPr>
            <p:spPr>
              <a:xfrm>
                <a:off x="9436910" y="5541051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9 h 6345"/>
                  <a:gd name="connsiteX2" fmla="*/ 6582 w 6343"/>
                  <a:gd name="connsiteY2" fmla="*/ 3335 h 6345"/>
                  <a:gd name="connsiteX3" fmla="*/ 5653 w 6343"/>
                  <a:gd name="connsiteY3" fmla="*/ 1092 h 6345"/>
                  <a:gd name="connsiteX4" fmla="*/ 3410 w 6343"/>
                  <a:gd name="connsiteY4" fmla="*/ 162 h 6345"/>
                  <a:gd name="connsiteX5" fmla="*/ 1168 w 6343"/>
                  <a:gd name="connsiteY5" fmla="*/ 1092 h 6345"/>
                  <a:gd name="connsiteX6" fmla="*/ 239 w 6343"/>
                  <a:gd name="connsiteY6" fmla="*/ 3335 h 6345"/>
                  <a:gd name="connsiteX7" fmla="*/ 1168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4"/>
                      <a:pt x="5653" y="5579"/>
                    </a:cubicBezTo>
                    <a:cubicBezTo>
                      <a:pt x="6248" y="4984"/>
                      <a:pt x="6582" y="4177"/>
                      <a:pt x="6582" y="3335"/>
                    </a:cubicBezTo>
                    <a:cubicBezTo>
                      <a:pt x="6582" y="2494"/>
                      <a:pt x="6248" y="1687"/>
                      <a:pt x="5653" y="1092"/>
                    </a:cubicBezTo>
                    <a:cubicBezTo>
                      <a:pt x="5058" y="497"/>
                      <a:pt x="4251" y="162"/>
                      <a:pt x="3410" y="162"/>
                    </a:cubicBezTo>
                    <a:cubicBezTo>
                      <a:pt x="2569" y="162"/>
                      <a:pt x="1762" y="497"/>
                      <a:pt x="1168" y="1092"/>
                    </a:cubicBezTo>
                    <a:cubicBezTo>
                      <a:pt x="573" y="1687"/>
                      <a:pt x="239" y="2494"/>
                      <a:pt x="239" y="3335"/>
                    </a:cubicBezTo>
                    <a:cubicBezTo>
                      <a:pt x="239" y="4177"/>
                      <a:pt x="573" y="4984"/>
                      <a:pt x="1168" y="5579"/>
                    </a:cubicBezTo>
                    <a:cubicBezTo>
                      <a:pt x="1762" y="6174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70" name="Freeform: Shape 14769">
                <a:extLst>
                  <a:ext uri="{FF2B5EF4-FFF2-40B4-BE49-F238E27FC236}">
                    <a16:creationId xmlns:a16="http://schemas.microsoft.com/office/drawing/2014/main" id="{6F7F3E1A-A63C-FED0-C008-513663C010AA}"/>
                  </a:ext>
                </a:extLst>
              </p:cNvPr>
              <p:cNvSpPr/>
              <p:nvPr/>
            </p:nvSpPr>
            <p:spPr>
              <a:xfrm>
                <a:off x="9435146" y="5547797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9 h 6345"/>
                  <a:gd name="connsiteX2" fmla="*/ 6582 w 6343"/>
                  <a:gd name="connsiteY2" fmla="*/ 3336 h 6345"/>
                  <a:gd name="connsiteX3" fmla="*/ 5653 w 6343"/>
                  <a:gd name="connsiteY3" fmla="*/ 1092 h 6345"/>
                  <a:gd name="connsiteX4" fmla="*/ 3410 w 6343"/>
                  <a:gd name="connsiteY4" fmla="*/ 163 h 6345"/>
                  <a:gd name="connsiteX5" fmla="*/ 1167 w 6343"/>
                  <a:gd name="connsiteY5" fmla="*/ 1092 h 6345"/>
                  <a:gd name="connsiteX6" fmla="*/ 239 w 6343"/>
                  <a:gd name="connsiteY6" fmla="*/ 3336 h 6345"/>
                  <a:gd name="connsiteX7" fmla="*/ 1167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4"/>
                      <a:pt x="5653" y="5579"/>
                    </a:cubicBezTo>
                    <a:cubicBezTo>
                      <a:pt x="6247" y="4984"/>
                      <a:pt x="6582" y="4177"/>
                      <a:pt x="6582" y="3336"/>
                    </a:cubicBezTo>
                    <a:cubicBezTo>
                      <a:pt x="6582" y="2494"/>
                      <a:pt x="6247" y="1687"/>
                      <a:pt x="5653" y="1092"/>
                    </a:cubicBezTo>
                    <a:cubicBezTo>
                      <a:pt x="5058" y="497"/>
                      <a:pt x="4251" y="163"/>
                      <a:pt x="3410" y="163"/>
                    </a:cubicBezTo>
                    <a:cubicBezTo>
                      <a:pt x="2569" y="163"/>
                      <a:pt x="1762" y="497"/>
                      <a:pt x="1167" y="1092"/>
                    </a:cubicBezTo>
                    <a:cubicBezTo>
                      <a:pt x="573" y="1687"/>
                      <a:pt x="239" y="2494"/>
                      <a:pt x="239" y="3336"/>
                    </a:cubicBezTo>
                    <a:cubicBezTo>
                      <a:pt x="239" y="4177"/>
                      <a:pt x="573" y="4984"/>
                      <a:pt x="1167" y="5579"/>
                    </a:cubicBezTo>
                    <a:cubicBezTo>
                      <a:pt x="1762" y="6174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71" name="Freeform: Shape 14770">
                <a:extLst>
                  <a:ext uri="{FF2B5EF4-FFF2-40B4-BE49-F238E27FC236}">
                    <a16:creationId xmlns:a16="http://schemas.microsoft.com/office/drawing/2014/main" id="{1C1FE78F-E19A-BD94-AA81-E556369DEF6B}"/>
                  </a:ext>
                </a:extLst>
              </p:cNvPr>
              <p:cNvSpPr/>
              <p:nvPr/>
            </p:nvSpPr>
            <p:spPr>
              <a:xfrm>
                <a:off x="9433534" y="5549021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9 h 6345"/>
                  <a:gd name="connsiteX2" fmla="*/ 6582 w 6343"/>
                  <a:gd name="connsiteY2" fmla="*/ 3336 h 6345"/>
                  <a:gd name="connsiteX3" fmla="*/ 5653 w 6343"/>
                  <a:gd name="connsiteY3" fmla="*/ 1092 h 6345"/>
                  <a:gd name="connsiteX4" fmla="*/ 3410 w 6343"/>
                  <a:gd name="connsiteY4" fmla="*/ 163 h 6345"/>
                  <a:gd name="connsiteX5" fmla="*/ 1167 w 6343"/>
                  <a:gd name="connsiteY5" fmla="*/ 1092 h 6345"/>
                  <a:gd name="connsiteX6" fmla="*/ 238 w 6343"/>
                  <a:gd name="connsiteY6" fmla="*/ 3336 h 6345"/>
                  <a:gd name="connsiteX7" fmla="*/ 1167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4"/>
                      <a:pt x="5653" y="5579"/>
                    </a:cubicBezTo>
                    <a:cubicBezTo>
                      <a:pt x="6247" y="4984"/>
                      <a:pt x="6582" y="4177"/>
                      <a:pt x="6582" y="3336"/>
                    </a:cubicBezTo>
                    <a:cubicBezTo>
                      <a:pt x="6582" y="2494"/>
                      <a:pt x="6247" y="1687"/>
                      <a:pt x="5653" y="1092"/>
                    </a:cubicBezTo>
                    <a:cubicBezTo>
                      <a:pt x="5058" y="497"/>
                      <a:pt x="4251" y="163"/>
                      <a:pt x="3410" y="163"/>
                    </a:cubicBezTo>
                    <a:cubicBezTo>
                      <a:pt x="2569" y="163"/>
                      <a:pt x="1762" y="497"/>
                      <a:pt x="1167" y="1092"/>
                    </a:cubicBezTo>
                    <a:cubicBezTo>
                      <a:pt x="573" y="1687"/>
                      <a:pt x="238" y="2494"/>
                      <a:pt x="238" y="3336"/>
                    </a:cubicBezTo>
                    <a:cubicBezTo>
                      <a:pt x="238" y="4177"/>
                      <a:pt x="573" y="4984"/>
                      <a:pt x="1167" y="5579"/>
                    </a:cubicBezTo>
                    <a:cubicBezTo>
                      <a:pt x="1762" y="6174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72" name="Freeform: Shape 14771">
                <a:extLst>
                  <a:ext uri="{FF2B5EF4-FFF2-40B4-BE49-F238E27FC236}">
                    <a16:creationId xmlns:a16="http://schemas.microsoft.com/office/drawing/2014/main" id="{105F2E21-5F74-DF14-35E4-DEE57E20164E}"/>
                  </a:ext>
                </a:extLst>
              </p:cNvPr>
              <p:cNvSpPr/>
              <p:nvPr/>
            </p:nvSpPr>
            <p:spPr>
              <a:xfrm>
                <a:off x="9310978" y="5605629"/>
                <a:ext cx="6343" cy="6345"/>
              </a:xfrm>
              <a:custGeom>
                <a:avLst/>
                <a:gdLst>
                  <a:gd name="connsiteX0" fmla="*/ 3400 w 6343"/>
                  <a:gd name="connsiteY0" fmla="*/ 6513 h 6345"/>
                  <a:gd name="connsiteX1" fmla="*/ 5643 w 6343"/>
                  <a:gd name="connsiteY1" fmla="*/ 5584 h 6345"/>
                  <a:gd name="connsiteX2" fmla="*/ 6572 w 6343"/>
                  <a:gd name="connsiteY2" fmla="*/ 3340 h 6345"/>
                  <a:gd name="connsiteX3" fmla="*/ 5643 w 6343"/>
                  <a:gd name="connsiteY3" fmla="*/ 1097 h 6345"/>
                  <a:gd name="connsiteX4" fmla="*/ 3400 w 6343"/>
                  <a:gd name="connsiteY4" fmla="*/ 168 h 6345"/>
                  <a:gd name="connsiteX5" fmla="*/ 1158 w 6343"/>
                  <a:gd name="connsiteY5" fmla="*/ 1097 h 6345"/>
                  <a:gd name="connsiteX6" fmla="*/ 229 w 6343"/>
                  <a:gd name="connsiteY6" fmla="*/ 3340 h 6345"/>
                  <a:gd name="connsiteX7" fmla="*/ 1158 w 6343"/>
                  <a:gd name="connsiteY7" fmla="*/ 5584 h 6345"/>
                  <a:gd name="connsiteX8" fmla="*/ 3400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13"/>
                    </a:moveTo>
                    <a:cubicBezTo>
                      <a:pt x="4241" y="6513"/>
                      <a:pt x="5048" y="6179"/>
                      <a:pt x="5643" y="5584"/>
                    </a:cubicBezTo>
                    <a:cubicBezTo>
                      <a:pt x="6238" y="4989"/>
                      <a:pt x="6572" y="4182"/>
                      <a:pt x="6572" y="3340"/>
                    </a:cubicBezTo>
                    <a:cubicBezTo>
                      <a:pt x="6572" y="2499"/>
                      <a:pt x="6238" y="1692"/>
                      <a:pt x="5643" y="1097"/>
                    </a:cubicBezTo>
                    <a:cubicBezTo>
                      <a:pt x="5048" y="502"/>
                      <a:pt x="4241" y="168"/>
                      <a:pt x="3400" y="168"/>
                    </a:cubicBezTo>
                    <a:cubicBezTo>
                      <a:pt x="2559" y="168"/>
                      <a:pt x="1752" y="502"/>
                      <a:pt x="1158" y="1097"/>
                    </a:cubicBezTo>
                    <a:cubicBezTo>
                      <a:pt x="563" y="1692"/>
                      <a:pt x="229" y="2499"/>
                      <a:pt x="229" y="3340"/>
                    </a:cubicBezTo>
                    <a:cubicBezTo>
                      <a:pt x="229" y="4182"/>
                      <a:pt x="563" y="4989"/>
                      <a:pt x="1158" y="5584"/>
                    </a:cubicBezTo>
                    <a:cubicBezTo>
                      <a:pt x="1752" y="6179"/>
                      <a:pt x="2559" y="6513"/>
                      <a:pt x="3400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73" name="Freeform: Shape 14772">
                <a:extLst>
                  <a:ext uri="{FF2B5EF4-FFF2-40B4-BE49-F238E27FC236}">
                    <a16:creationId xmlns:a16="http://schemas.microsoft.com/office/drawing/2014/main" id="{28AD9AD4-B757-3F42-30D4-0C95188218A0}"/>
                  </a:ext>
                </a:extLst>
              </p:cNvPr>
              <p:cNvSpPr/>
              <p:nvPr/>
            </p:nvSpPr>
            <p:spPr>
              <a:xfrm>
                <a:off x="9309632" y="5603512"/>
                <a:ext cx="6343" cy="6345"/>
              </a:xfrm>
              <a:custGeom>
                <a:avLst/>
                <a:gdLst>
                  <a:gd name="connsiteX0" fmla="*/ 3400 w 6343"/>
                  <a:gd name="connsiteY0" fmla="*/ 6513 h 6345"/>
                  <a:gd name="connsiteX1" fmla="*/ 5643 w 6343"/>
                  <a:gd name="connsiteY1" fmla="*/ 5584 h 6345"/>
                  <a:gd name="connsiteX2" fmla="*/ 6572 w 6343"/>
                  <a:gd name="connsiteY2" fmla="*/ 3340 h 6345"/>
                  <a:gd name="connsiteX3" fmla="*/ 5643 w 6343"/>
                  <a:gd name="connsiteY3" fmla="*/ 1097 h 6345"/>
                  <a:gd name="connsiteX4" fmla="*/ 3400 w 6343"/>
                  <a:gd name="connsiteY4" fmla="*/ 167 h 6345"/>
                  <a:gd name="connsiteX5" fmla="*/ 1158 w 6343"/>
                  <a:gd name="connsiteY5" fmla="*/ 1097 h 6345"/>
                  <a:gd name="connsiteX6" fmla="*/ 229 w 6343"/>
                  <a:gd name="connsiteY6" fmla="*/ 3340 h 6345"/>
                  <a:gd name="connsiteX7" fmla="*/ 1158 w 6343"/>
                  <a:gd name="connsiteY7" fmla="*/ 5584 h 6345"/>
                  <a:gd name="connsiteX8" fmla="*/ 3400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13"/>
                    </a:moveTo>
                    <a:cubicBezTo>
                      <a:pt x="4241" y="6513"/>
                      <a:pt x="5048" y="6178"/>
                      <a:pt x="5643" y="5584"/>
                    </a:cubicBezTo>
                    <a:cubicBezTo>
                      <a:pt x="6238" y="4989"/>
                      <a:pt x="6572" y="4181"/>
                      <a:pt x="6572" y="3340"/>
                    </a:cubicBezTo>
                    <a:cubicBezTo>
                      <a:pt x="6572" y="2499"/>
                      <a:pt x="6238" y="1692"/>
                      <a:pt x="5643" y="1097"/>
                    </a:cubicBezTo>
                    <a:cubicBezTo>
                      <a:pt x="5048" y="502"/>
                      <a:pt x="4241" y="167"/>
                      <a:pt x="3400" y="167"/>
                    </a:cubicBezTo>
                    <a:cubicBezTo>
                      <a:pt x="2559" y="167"/>
                      <a:pt x="1752" y="502"/>
                      <a:pt x="1158" y="1097"/>
                    </a:cubicBezTo>
                    <a:cubicBezTo>
                      <a:pt x="563" y="1692"/>
                      <a:pt x="229" y="2499"/>
                      <a:pt x="229" y="3340"/>
                    </a:cubicBezTo>
                    <a:cubicBezTo>
                      <a:pt x="229" y="4181"/>
                      <a:pt x="563" y="4989"/>
                      <a:pt x="1158" y="5584"/>
                    </a:cubicBezTo>
                    <a:cubicBezTo>
                      <a:pt x="1752" y="6178"/>
                      <a:pt x="2559" y="6513"/>
                      <a:pt x="3400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74" name="Freeform: Shape 14773">
                <a:extLst>
                  <a:ext uri="{FF2B5EF4-FFF2-40B4-BE49-F238E27FC236}">
                    <a16:creationId xmlns:a16="http://schemas.microsoft.com/office/drawing/2014/main" id="{A366AE56-7840-1890-F4EC-6DFA1D3871C6}"/>
                  </a:ext>
                </a:extLst>
              </p:cNvPr>
              <p:cNvSpPr/>
              <p:nvPr/>
            </p:nvSpPr>
            <p:spPr>
              <a:xfrm>
                <a:off x="9308307" y="5601391"/>
                <a:ext cx="6343" cy="6345"/>
              </a:xfrm>
              <a:custGeom>
                <a:avLst/>
                <a:gdLst>
                  <a:gd name="connsiteX0" fmla="*/ 3400 w 6343"/>
                  <a:gd name="connsiteY0" fmla="*/ 6513 h 6345"/>
                  <a:gd name="connsiteX1" fmla="*/ 5643 w 6343"/>
                  <a:gd name="connsiteY1" fmla="*/ 5583 h 6345"/>
                  <a:gd name="connsiteX2" fmla="*/ 6572 w 6343"/>
                  <a:gd name="connsiteY2" fmla="*/ 3340 h 6345"/>
                  <a:gd name="connsiteX3" fmla="*/ 5643 w 6343"/>
                  <a:gd name="connsiteY3" fmla="*/ 1096 h 6345"/>
                  <a:gd name="connsiteX4" fmla="*/ 3400 w 6343"/>
                  <a:gd name="connsiteY4" fmla="*/ 167 h 6345"/>
                  <a:gd name="connsiteX5" fmla="*/ 1157 w 6343"/>
                  <a:gd name="connsiteY5" fmla="*/ 1096 h 6345"/>
                  <a:gd name="connsiteX6" fmla="*/ 229 w 6343"/>
                  <a:gd name="connsiteY6" fmla="*/ 3340 h 6345"/>
                  <a:gd name="connsiteX7" fmla="*/ 1157 w 6343"/>
                  <a:gd name="connsiteY7" fmla="*/ 5583 h 6345"/>
                  <a:gd name="connsiteX8" fmla="*/ 3400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13"/>
                    </a:moveTo>
                    <a:cubicBezTo>
                      <a:pt x="4241" y="6513"/>
                      <a:pt x="5048" y="6178"/>
                      <a:pt x="5643" y="5583"/>
                    </a:cubicBezTo>
                    <a:cubicBezTo>
                      <a:pt x="6237" y="4988"/>
                      <a:pt x="6572" y="4181"/>
                      <a:pt x="6572" y="3340"/>
                    </a:cubicBezTo>
                    <a:cubicBezTo>
                      <a:pt x="6572" y="2498"/>
                      <a:pt x="6237" y="1691"/>
                      <a:pt x="5643" y="1096"/>
                    </a:cubicBezTo>
                    <a:cubicBezTo>
                      <a:pt x="5048" y="502"/>
                      <a:pt x="4241" y="167"/>
                      <a:pt x="3400" y="167"/>
                    </a:cubicBezTo>
                    <a:cubicBezTo>
                      <a:pt x="2559" y="167"/>
                      <a:pt x="1752" y="502"/>
                      <a:pt x="1157" y="1096"/>
                    </a:cubicBezTo>
                    <a:cubicBezTo>
                      <a:pt x="563" y="1691"/>
                      <a:pt x="229" y="2498"/>
                      <a:pt x="229" y="3340"/>
                    </a:cubicBezTo>
                    <a:cubicBezTo>
                      <a:pt x="229" y="4181"/>
                      <a:pt x="563" y="4988"/>
                      <a:pt x="1157" y="5583"/>
                    </a:cubicBezTo>
                    <a:cubicBezTo>
                      <a:pt x="1752" y="6178"/>
                      <a:pt x="2559" y="6513"/>
                      <a:pt x="3400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75" name="Freeform: Shape 14774">
                <a:extLst>
                  <a:ext uri="{FF2B5EF4-FFF2-40B4-BE49-F238E27FC236}">
                    <a16:creationId xmlns:a16="http://schemas.microsoft.com/office/drawing/2014/main" id="{7D6FB444-F658-B0C7-B63D-9535E7BC3278}"/>
                  </a:ext>
                </a:extLst>
              </p:cNvPr>
              <p:cNvSpPr/>
              <p:nvPr/>
            </p:nvSpPr>
            <p:spPr>
              <a:xfrm>
                <a:off x="9307304" y="5598595"/>
                <a:ext cx="6343" cy="6345"/>
              </a:xfrm>
              <a:custGeom>
                <a:avLst/>
                <a:gdLst>
                  <a:gd name="connsiteX0" fmla="*/ 3400 w 6343"/>
                  <a:gd name="connsiteY0" fmla="*/ 6512 h 6345"/>
                  <a:gd name="connsiteX1" fmla="*/ 5643 w 6343"/>
                  <a:gd name="connsiteY1" fmla="*/ 5583 h 6345"/>
                  <a:gd name="connsiteX2" fmla="*/ 6572 w 6343"/>
                  <a:gd name="connsiteY2" fmla="*/ 3340 h 6345"/>
                  <a:gd name="connsiteX3" fmla="*/ 5643 w 6343"/>
                  <a:gd name="connsiteY3" fmla="*/ 1096 h 6345"/>
                  <a:gd name="connsiteX4" fmla="*/ 3400 w 6343"/>
                  <a:gd name="connsiteY4" fmla="*/ 167 h 6345"/>
                  <a:gd name="connsiteX5" fmla="*/ 1157 w 6343"/>
                  <a:gd name="connsiteY5" fmla="*/ 1096 h 6345"/>
                  <a:gd name="connsiteX6" fmla="*/ 228 w 6343"/>
                  <a:gd name="connsiteY6" fmla="*/ 3340 h 6345"/>
                  <a:gd name="connsiteX7" fmla="*/ 1157 w 6343"/>
                  <a:gd name="connsiteY7" fmla="*/ 5583 h 6345"/>
                  <a:gd name="connsiteX8" fmla="*/ 3400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12"/>
                    </a:moveTo>
                    <a:cubicBezTo>
                      <a:pt x="4241" y="6512"/>
                      <a:pt x="5048" y="6178"/>
                      <a:pt x="5643" y="5583"/>
                    </a:cubicBezTo>
                    <a:cubicBezTo>
                      <a:pt x="6237" y="4988"/>
                      <a:pt x="6572" y="4181"/>
                      <a:pt x="6572" y="3340"/>
                    </a:cubicBezTo>
                    <a:cubicBezTo>
                      <a:pt x="6572" y="2498"/>
                      <a:pt x="6237" y="1691"/>
                      <a:pt x="5643" y="1096"/>
                    </a:cubicBezTo>
                    <a:cubicBezTo>
                      <a:pt x="5048" y="501"/>
                      <a:pt x="4241" y="167"/>
                      <a:pt x="3400" y="167"/>
                    </a:cubicBezTo>
                    <a:cubicBezTo>
                      <a:pt x="2559" y="167"/>
                      <a:pt x="1752" y="501"/>
                      <a:pt x="1157" y="1096"/>
                    </a:cubicBezTo>
                    <a:cubicBezTo>
                      <a:pt x="563" y="1691"/>
                      <a:pt x="228" y="2498"/>
                      <a:pt x="228" y="3340"/>
                    </a:cubicBezTo>
                    <a:cubicBezTo>
                      <a:pt x="228" y="4181"/>
                      <a:pt x="563" y="4988"/>
                      <a:pt x="1157" y="5583"/>
                    </a:cubicBezTo>
                    <a:cubicBezTo>
                      <a:pt x="1752" y="6178"/>
                      <a:pt x="2559" y="6512"/>
                      <a:pt x="3400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76" name="Freeform: Shape 14775">
                <a:extLst>
                  <a:ext uri="{FF2B5EF4-FFF2-40B4-BE49-F238E27FC236}">
                    <a16:creationId xmlns:a16="http://schemas.microsoft.com/office/drawing/2014/main" id="{54E50ECB-8181-954E-2AB3-F0B16D6A8077}"/>
                  </a:ext>
                </a:extLst>
              </p:cNvPr>
              <p:cNvSpPr/>
              <p:nvPr/>
            </p:nvSpPr>
            <p:spPr>
              <a:xfrm>
                <a:off x="9306509" y="5595408"/>
                <a:ext cx="6343" cy="6345"/>
              </a:xfrm>
              <a:custGeom>
                <a:avLst/>
                <a:gdLst>
                  <a:gd name="connsiteX0" fmla="*/ 3400 w 6343"/>
                  <a:gd name="connsiteY0" fmla="*/ 6512 h 6345"/>
                  <a:gd name="connsiteX1" fmla="*/ 5643 w 6343"/>
                  <a:gd name="connsiteY1" fmla="*/ 5583 h 6345"/>
                  <a:gd name="connsiteX2" fmla="*/ 6572 w 6343"/>
                  <a:gd name="connsiteY2" fmla="*/ 3339 h 6345"/>
                  <a:gd name="connsiteX3" fmla="*/ 5643 w 6343"/>
                  <a:gd name="connsiteY3" fmla="*/ 1096 h 6345"/>
                  <a:gd name="connsiteX4" fmla="*/ 3400 w 6343"/>
                  <a:gd name="connsiteY4" fmla="*/ 167 h 6345"/>
                  <a:gd name="connsiteX5" fmla="*/ 1157 w 6343"/>
                  <a:gd name="connsiteY5" fmla="*/ 1096 h 6345"/>
                  <a:gd name="connsiteX6" fmla="*/ 228 w 6343"/>
                  <a:gd name="connsiteY6" fmla="*/ 3339 h 6345"/>
                  <a:gd name="connsiteX7" fmla="*/ 1157 w 6343"/>
                  <a:gd name="connsiteY7" fmla="*/ 5583 h 6345"/>
                  <a:gd name="connsiteX8" fmla="*/ 3400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12"/>
                    </a:moveTo>
                    <a:cubicBezTo>
                      <a:pt x="4241" y="6512"/>
                      <a:pt x="5048" y="6178"/>
                      <a:pt x="5643" y="5583"/>
                    </a:cubicBezTo>
                    <a:cubicBezTo>
                      <a:pt x="6237" y="4988"/>
                      <a:pt x="6572" y="4181"/>
                      <a:pt x="6572" y="3339"/>
                    </a:cubicBezTo>
                    <a:cubicBezTo>
                      <a:pt x="6572" y="2498"/>
                      <a:pt x="6237" y="1691"/>
                      <a:pt x="5643" y="1096"/>
                    </a:cubicBezTo>
                    <a:cubicBezTo>
                      <a:pt x="5048" y="501"/>
                      <a:pt x="4241" y="167"/>
                      <a:pt x="3400" y="167"/>
                    </a:cubicBezTo>
                    <a:cubicBezTo>
                      <a:pt x="2559" y="167"/>
                      <a:pt x="1752" y="501"/>
                      <a:pt x="1157" y="1096"/>
                    </a:cubicBezTo>
                    <a:cubicBezTo>
                      <a:pt x="563" y="1691"/>
                      <a:pt x="228" y="2498"/>
                      <a:pt x="228" y="3339"/>
                    </a:cubicBezTo>
                    <a:cubicBezTo>
                      <a:pt x="228" y="4181"/>
                      <a:pt x="563" y="4988"/>
                      <a:pt x="1157" y="5583"/>
                    </a:cubicBezTo>
                    <a:cubicBezTo>
                      <a:pt x="1752" y="6178"/>
                      <a:pt x="2559" y="6512"/>
                      <a:pt x="3400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77" name="Freeform: Shape 14776">
                <a:extLst>
                  <a:ext uri="{FF2B5EF4-FFF2-40B4-BE49-F238E27FC236}">
                    <a16:creationId xmlns:a16="http://schemas.microsoft.com/office/drawing/2014/main" id="{349849E1-ED3C-B6F3-A25A-E281716CE1E5}"/>
                  </a:ext>
                </a:extLst>
              </p:cNvPr>
              <p:cNvSpPr/>
              <p:nvPr/>
            </p:nvSpPr>
            <p:spPr>
              <a:xfrm>
                <a:off x="9305335" y="5593112"/>
                <a:ext cx="6343" cy="6345"/>
              </a:xfrm>
              <a:custGeom>
                <a:avLst/>
                <a:gdLst>
                  <a:gd name="connsiteX0" fmla="*/ 3400 w 6343"/>
                  <a:gd name="connsiteY0" fmla="*/ 6512 h 6345"/>
                  <a:gd name="connsiteX1" fmla="*/ 5642 w 6343"/>
                  <a:gd name="connsiteY1" fmla="*/ 5583 h 6345"/>
                  <a:gd name="connsiteX2" fmla="*/ 6571 w 6343"/>
                  <a:gd name="connsiteY2" fmla="*/ 3339 h 6345"/>
                  <a:gd name="connsiteX3" fmla="*/ 5642 w 6343"/>
                  <a:gd name="connsiteY3" fmla="*/ 1096 h 6345"/>
                  <a:gd name="connsiteX4" fmla="*/ 3400 w 6343"/>
                  <a:gd name="connsiteY4" fmla="*/ 167 h 6345"/>
                  <a:gd name="connsiteX5" fmla="*/ 1157 w 6343"/>
                  <a:gd name="connsiteY5" fmla="*/ 1096 h 6345"/>
                  <a:gd name="connsiteX6" fmla="*/ 228 w 6343"/>
                  <a:gd name="connsiteY6" fmla="*/ 3339 h 6345"/>
                  <a:gd name="connsiteX7" fmla="*/ 1157 w 6343"/>
                  <a:gd name="connsiteY7" fmla="*/ 5583 h 6345"/>
                  <a:gd name="connsiteX8" fmla="*/ 3400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12"/>
                    </a:moveTo>
                    <a:cubicBezTo>
                      <a:pt x="4241" y="6512"/>
                      <a:pt x="5048" y="6178"/>
                      <a:pt x="5642" y="5583"/>
                    </a:cubicBezTo>
                    <a:cubicBezTo>
                      <a:pt x="6237" y="4988"/>
                      <a:pt x="6571" y="4181"/>
                      <a:pt x="6571" y="3339"/>
                    </a:cubicBezTo>
                    <a:cubicBezTo>
                      <a:pt x="6571" y="2498"/>
                      <a:pt x="6237" y="1691"/>
                      <a:pt x="5642" y="1096"/>
                    </a:cubicBezTo>
                    <a:cubicBezTo>
                      <a:pt x="5048" y="501"/>
                      <a:pt x="4241" y="167"/>
                      <a:pt x="3400" y="167"/>
                    </a:cubicBezTo>
                    <a:cubicBezTo>
                      <a:pt x="2559" y="167"/>
                      <a:pt x="1752" y="501"/>
                      <a:pt x="1157" y="1096"/>
                    </a:cubicBezTo>
                    <a:cubicBezTo>
                      <a:pt x="562" y="1691"/>
                      <a:pt x="228" y="2498"/>
                      <a:pt x="228" y="3339"/>
                    </a:cubicBezTo>
                    <a:cubicBezTo>
                      <a:pt x="228" y="4181"/>
                      <a:pt x="562" y="4988"/>
                      <a:pt x="1157" y="5583"/>
                    </a:cubicBezTo>
                    <a:cubicBezTo>
                      <a:pt x="1752" y="6178"/>
                      <a:pt x="2559" y="6512"/>
                      <a:pt x="3400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78" name="Freeform: Shape 14777">
                <a:extLst>
                  <a:ext uri="{FF2B5EF4-FFF2-40B4-BE49-F238E27FC236}">
                    <a16:creationId xmlns:a16="http://schemas.microsoft.com/office/drawing/2014/main" id="{C7F34D59-1E0A-52C4-E7D2-CA1A64D65E60}"/>
                  </a:ext>
                </a:extLst>
              </p:cNvPr>
              <p:cNvSpPr/>
              <p:nvPr/>
            </p:nvSpPr>
            <p:spPr>
              <a:xfrm>
                <a:off x="9304026" y="5591145"/>
                <a:ext cx="6343" cy="6345"/>
              </a:xfrm>
              <a:custGeom>
                <a:avLst/>
                <a:gdLst>
                  <a:gd name="connsiteX0" fmla="*/ 3400 w 6343"/>
                  <a:gd name="connsiteY0" fmla="*/ 6512 h 6345"/>
                  <a:gd name="connsiteX1" fmla="*/ 5642 w 6343"/>
                  <a:gd name="connsiteY1" fmla="*/ 5583 h 6345"/>
                  <a:gd name="connsiteX2" fmla="*/ 6571 w 6343"/>
                  <a:gd name="connsiteY2" fmla="*/ 3339 h 6345"/>
                  <a:gd name="connsiteX3" fmla="*/ 5642 w 6343"/>
                  <a:gd name="connsiteY3" fmla="*/ 1096 h 6345"/>
                  <a:gd name="connsiteX4" fmla="*/ 3400 w 6343"/>
                  <a:gd name="connsiteY4" fmla="*/ 166 h 6345"/>
                  <a:gd name="connsiteX5" fmla="*/ 1157 w 6343"/>
                  <a:gd name="connsiteY5" fmla="*/ 1096 h 6345"/>
                  <a:gd name="connsiteX6" fmla="*/ 228 w 6343"/>
                  <a:gd name="connsiteY6" fmla="*/ 3339 h 6345"/>
                  <a:gd name="connsiteX7" fmla="*/ 1157 w 6343"/>
                  <a:gd name="connsiteY7" fmla="*/ 5583 h 6345"/>
                  <a:gd name="connsiteX8" fmla="*/ 3400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12"/>
                    </a:moveTo>
                    <a:cubicBezTo>
                      <a:pt x="4241" y="6512"/>
                      <a:pt x="5048" y="6178"/>
                      <a:pt x="5642" y="5583"/>
                    </a:cubicBezTo>
                    <a:cubicBezTo>
                      <a:pt x="6237" y="4988"/>
                      <a:pt x="6571" y="4181"/>
                      <a:pt x="6571" y="3339"/>
                    </a:cubicBezTo>
                    <a:cubicBezTo>
                      <a:pt x="6571" y="2498"/>
                      <a:pt x="6237" y="1691"/>
                      <a:pt x="5642" y="1096"/>
                    </a:cubicBezTo>
                    <a:cubicBezTo>
                      <a:pt x="5048" y="501"/>
                      <a:pt x="4241" y="166"/>
                      <a:pt x="3400" y="166"/>
                    </a:cubicBezTo>
                    <a:cubicBezTo>
                      <a:pt x="2559" y="166"/>
                      <a:pt x="1752" y="501"/>
                      <a:pt x="1157" y="1096"/>
                    </a:cubicBezTo>
                    <a:cubicBezTo>
                      <a:pt x="562" y="1691"/>
                      <a:pt x="228" y="2498"/>
                      <a:pt x="228" y="3339"/>
                    </a:cubicBezTo>
                    <a:cubicBezTo>
                      <a:pt x="228" y="4181"/>
                      <a:pt x="562" y="4988"/>
                      <a:pt x="1157" y="5583"/>
                    </a:cubicBezTo>
                    <a:cubicBezTo>
                      <a:pt x="1752" y="6178"/>
                      <a:pt x="2559" y="6512"/>
                      <a:pt x="3400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79" name="Freeform: Shape 14778">
                <a:extLst>
                  <a:ext uri="{FF2B5EF4-FFF2-40B4-BE49-F238E27FC236}">
                    <a16:creationId xmlns:a16="http://schemas.microsoft.com/office/drawing/2014/main" id="{87D2F1DA-166D-572E-EA0C-D367590192AF}"/>
                  </a:ext>
                </a:extLst>
              </p:cNvPr>
              <p:cNvSpPr/>
              <p:nvPr/>
            </p:nvSpPr>
            <p:spPr>
              <a:xfrm>
                <a:off x="9302975" y="5588677"/>
                <a:ext cx="6343" cy="6345"/>
              </a:xfrm>
              <a:custGeom>
                <a:avLst/>
                <a:gdLst>
                  <a:gd name="connsiteX0" fmla="*/ 3400 w 6343"/>
                  <a:gd name="connsiteY0" fmla="*/ 6512 h 6345"/>
                  <a:gd name="connsiteX1" fmla="*/ 5642 w 6343"/>
                  <a:gd name="connsiteY1" fmla="*/ 5582 h 6345"/>
                  <a:gd name="connsiteX2" fmla="*/ 6571 w 6343"/>
                  <a:gd name="connsiteY2" fmla="*/ 3339 h 6345"/>
                  <a:gd name="connsiteX3" fmla="*/ 5642 w 6343"/>
                  <a:gd name="connsiteY3" fmla="*/ 1095 h 6345"/>
                  <a:gd name="connsiteX4" fmla="*/ 3400 w 6343"/>
                  <a:gd name="connsiteY4" fmla="*/ 166 h 6345"/>
                  <a:gd name="connsiteX5" fmla="*/ 1157 w 6343"/>
                  <a:gd name="connsiteY5" fmla="*/ 1095 h 6345"/>
                  <a:gd name="connsiteX6" fmla="*/ 228 w 6343"/>
                  <a:gd name="connsiteY6" fmla="*/ 3339 h 6345"/>
                  <a:gd name="connsiteX7" fmla="*/ 1157 w 6343"/>
                  <a:gd name="connsiteY7" fmla="*/ 5582 h 6345"/>
                  <a:gd name="connsiteX8" fmla="*/ 3400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12"/>
                    </a:moveTo>
                    <a:cubicBezTo>
                      <a:pt x="4241" y="6512"/>
                      <a:pt x="5048" y="6177"/>
                      <a:pt x="5642" y="5582"/>
                    </a:cubicBezTo>
                    <a:cubicBezTo>
                      <a:pt x="6237" y="4987"/>
                      <a:pt x="6571" y="4180"/>
                      <a:pt x="6571" y="3339"/>
                    </a:cubicBezTo>
                    <a:cubicBezTo>
                      <a:pt x="6571" y="2497"/>
                      <a:pt x="6237" y="1690"/>
                      <a:pt x="5642" y="1095"/>
                    </a:cubicBezTo>
                    <a:cubicBezTo>
                      <a:pt x="5048" y="501"/>
                      <a:pt x="4241" y="166"/>
                      <a:pt x="3400" y="166"/>
                    </a:cubicBezTo>
                    <a:cubicBezTo>
                      <a:pt x="2559" y="166"/>
                      <a:pt x="1752" y="501"/>
                      <a:pt x="1157" y="1095"/>
                    </a:cubicBezTo>
                    <a:cubicBezTo>
                      <a:pt x="562" y="1690"/>
                      <a:pt x="228" y="2497"/>
                      <a:pt x="228" y="3339"/>
                    </a:cubicBezTo>
                    <a:cubicBezTo>
                      <a:pt x="228" y="4180"/>
                      <a:pt x="562" y="4987"/>
                      <a:pt x="1157" y="5582"/>
                    </a:cubicBezTo>
                    <a:cubicBezTo>
                      <a:pt x="1752" y="6177"/>
                      <a:pt x="2559" y="6512"/>
                      <a:pt x="3400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80" name="Freeform: Shape 14779">
                <a:extLst>
                  <a:ext uri="{FF2B5EF4-FFF2-40B4-BE49-F238E27FC236}">
                    <a16:creationId xmlns:a16="http://schemas.microsoft.com/office/drawing/2014/main" id="{82E93217-EB97-713A-5C9F-2FB7BEB1ABB6}"/>
                  </a:ext>
                </a:extLst>
              </p:cNvPr>
              <p:cNvSpPr/>
              <p:nvPr/>
            </p:nvSpPr>
            <p:spPr>
              <a:xfrm>
                <a:off x="9301842" y="5586427"/>
                <a:ext cx="6343" cy="6345"/>
              </a:xfrm>
              <a:custGeom>
                <a:avLst/>
                <a:gdLst>
                  <a:gd name="connsiteX0" fmla="*/ 3400 w 6343"/>
                  <a:gd name="connsiteY0" fmla="*/ 6511 h 6345"/>
                  <a:gd name="connsiteX1" fmla="*/ 5642 w 6343"/>
                  <a:gd name="connsiteY1" fmla="*/ 5582 h 6345"/>
                  <a:gd name="connsiteX2" fmla="*/ 6571 w 6343"/>
                  <a:gd name="connsiteY2" fmla="*/ 3339 h 6345"/>
                  <a:gd name="connsiteX3" fmla="*/ 5642 w 6343"/>
                  <a:gd name="connsiteY3" fmla="*/ 1095 h 6345"/>
                  <a:gd name="connsiteX4" fmla="*/ 3400 w 6343"/>
                  <a:gd name="connsiteY4" fmla="*/ 166 h 6345"/>
                  <a:gd name="connsiteX5" fmla="*/ 1157 w 6343"/>
                  <a:gd name="connsiteY5" fmla="*/ 1095 h 6345"/>
                  <a:gd name="connsiteX6" fmla="*/ 228 w 6343"/>
                  <a:gd name="connsiteY6" fmla="*/ 3339 h 6345"/>
                  <a:gd name="connsiteX7" fmla="*/ 1157 w 6343"/>
                  <a:gd name="connsiteY7" fmla="*/ 5582 h 6345"/>
                  <a:gd name="connsiteX8" fmla="*/ 3400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11"/>
                    </a:moveTo>
                    <a:cubicBezTo>
                      <a:pt x="4241" y="6511"/>
                      <a:pt x="5047" y="6177"/>
                      <a:pt x="5642" y="5582"/>
                    </a:cubicBezTo>
                    <a:cubicBezTo>
                      <a:pt x="6237" y="4987"/>
                      <a:pt x="6571" y="4180"/>
                      <a:pt x="6571" y="3339"/>
                    </a:cubicBezTo>
                    <a:cubicBezTo>
                      <a:pt x="6571" y="2497"/>
                      <a:pt x="6237" y="1690"/>
                      <a:pt x="5642" y="1095"/>
                    </a:cubicBezTo>
                    <a:cubicBezTo>
                      <a:pt x="5047" y="500"/>
                      <a:pt x="4241" y="166"/>
                      <a:pt x="3400" y="166"/>
                    </a:cubicBezTo>
                    <a:cubicBezTo>
                      <a:pt x="2558" y="166"/>
                      <a:pt x="1752" y="500"/>
                      <a:pt x="1157" y="1095"/>
                    </a:cubicBezTo>
                    <a:cubicBezTo>
                      <a:pt x="562" y="1690"/>
                      <a:pt x="228" y="2497"/>
                      <a:pt x="228" y="3339"/>
                    </a:cubicBezTo>
                    <a:cubicBezTo>
                      <a:pt x="228" y="4180"/>
                      <a:pt x="562" y="4987"/>
                      <a:pt x="1157" y="5582"/>
                    </a:cubicBezTo>
                    <a:cubicBezTo>
                      <a:pt x="1752" y="6177"/>
                      <a:pt x="2558" y="6511"/>
                      <a:pt x="3400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81" name="Freeform: Shape 14780">
                <a:extLst>
                  <a:ext uri="{FF2B5EF4-FFF2-40B4-BE49-F238E27FC236}">
                    <a16:creationId xmlns:a16="http://schemas.microsoft.com/office/drawing/2014/main" id="{5AB746D6-9D41-8FE2-6149-355926C0788D}"/>
                  </a:ext>
                </a:extLst>
              </p:cNvPr>
              <p:cNvSpPr/>
              <p:nvPr/>
            </p:nvSpPr>
            <p:spPr>
              <a:xfrm>
                <a:off x="9300785" y="5584064"/>
                <a:ext cx="6343" cy="6345"/>
              </a:xfrm>
              <a:custGeom>
                <a:avLst/>
                <a:gdLst>
                  <a:gd name="connsiteX0" fmla="*/ 3400 w 6343"/>
                  <a:gd name="connsiteY0" fmla="*/ 6511 h 6345"/>
                  <a:gd name="connsiteX1" fmla="*/ 5642 w 6343"/>
                  <a:gd name="connsiteY1" fmla="*/ 5582 h 6345"/>
                  <a:gd name="connsiteX2" fmla="*/ 6571 w 6343"/>
                  <a:gd name="connsiteY2" fmla="*/ 3339 h 6345"/>
                  <a:gd name="connsiteX3" fmla="*/ 5642 w 6343"/>
                  <a:gd name="connsiteY3" fmla="*/ 1095 h 6345"/>
                  <a:gd name="connsiteX4" fmla="*/ 3400 w 6343"/>
                  <a:gd name="connsiteY4" fmla="*/ 166 h 6345"/>
                  <a:gd name="connsiteX5" fmla="*/ 1157 w 6343"/>
                  <a:gd name="connsiteY5" fmla="*/ 1095 h 6345"/>
                  <a:gd name="connsiteX6" fmla="*/ 228 w 6343"/>
                  <a:gd name="connsiteY6" fmla="*/ 3339 h 6345"/>
                  <a:gd name="connsiteX7" fmla="*/ 1157 w 6343"/>
                  <a:gd name="connsiteY7" fmla="*/ 5582 h 6345"/>
                  <a:gd name="connsiteX8" fmla="*/ 3400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11"/>
                    </a:moveTo>
                    <a:cubicBezTo>
                      <a:pt x="4241" y="6511"/>
                      <a:pt x="5047" y="6177"/>
                      <a:pt x="5642" y="5582"/>
                    </a:cubicBezTo>
                    <a:cubicBezTo>
                      <a:pt x="6237" y="4987"/>
                      <a:pt x="6571" y="4180"/>
                      <a:pt x="6571" y="3339"/>
                    </a:cubicBezTo>
                    <a:cubicBezTo>
                      <a:pt x="6571" y="2497"/>
                      <a:pt x="6237" y="1690"/>
                      <a:pt x="5642" y="1095"/>
                    </a:cubicBezTo>
                    <a:cubicBezTo>
                      <a:pt x="5047" y="500"/>
                      <a:pt x="4241" y="166"/>
                      <a:pt x="3400" y="166"/>
                    </a:cubicBezTo>
                    <a:cubicBezTo>
                      <a:pt x="2558" y="166"/>
                      <a:pt x="1752" y="500"/>
                      <a:pt x="1157" y="1095"/>
                    </a:cubicBezTo>
                    <a:cubicBezTo>
                      <a:pt x="562" y="1690"/>
                      <a:pt x="228" y="2497"/>
                      <a:pt x="228" y="3339"/>
                    </a:cubicBezTo>
                    <a:cubicBezTo>
                      <a:pt x="228" y="4180"/>
                      <a:pt x="562" y="4987"/>
                      <a:pt x="1157" y="5582"/>
                    </a:cubicBezTo>
                    <a:cubicBezTo>
                      <a:pt x="1752" y="6177"/>
                      <a:pt x="2558" y="6511"/>
                      <a:pt x="3400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82" name="Freeform: Shape 14781">
                <a:extLst>
                  <a:ext uri="{FF2B5EF4-FFF2-40B4-BE49-F238E27FC236}">
                    <a16:creationId xmlns:a16="http://schemas.microsoft.com/office/drawing/2014/main" id="{5F5D4747-FA95-C898-13DF-923F1BEFA4D2}"/>
                  </a:ext>
                </a:extLst>
              </p:cNvPr>
              <p:cNvSpPr/>
              <p:nvPr/>
            </p:nvSpPr>
            <p:spPr>
              <a:xfrm>
                <a:off x="9299311" y="5582575"/>
                <a:ext cx="6343" cy="6345"/>
              </a:xfrm>
              <a:custGeom>
                <a:avLst/>
                <a:gdLst>
                  <a:gd name="connsiteX0" fmla="*/ 3399 w 6343"/>
                  <a:gd name="connsiteY0" fmla="*/ 6511 h 6345"/>
                  <a:gd name="connsiteX1" fmla="*/ 5642 w 6343"/>
                  <a:gd name="connsiteY1" fmla="*/ 5582 h 6345"/>
                  <a:gd name="connsiteX2" fmla="*/ 6571 w 6343"/>
                  <a:gd name="connsiteY2" fmla="*/ 3338 h 6345"/>
                  <a:gd name="connsiteX3" fmla="*/ 5642 w 6343"/>
                  <a:gd name="connsiteY3" fmla="*/ 1095 h 6345"/>
                  <a:gd name="connsiteX4" fmla="*/ 3399 w 6343"/>
                  <a:gd name="connsiteY4" fmla="*/ 166 h 6345"/>
                  <a:gd name="connsiteX5" fmla="*/ 1157 w 6343"/>
                  <a:gd name="connsiteY5" fmla="*/ 1095 h 6345"/>
                  <a:gd name="connsiteX6" fmla="*/ 228 w 6343"/>
                  <a:gd name="connsiteY6" fmla="*/ 3338 h 6345"/>
                  <a:gd name="connsiteX7" fmla="*/ 1157 w 6343"/>
                  <a:gd name="connsiteY7" fmla="*/ 5582 h 6345"/>
                  <a:gd name="connsiteX8" fmla="*/ 3399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11"/>
                    </a:moveTo>
                    <a:cubicBezTo>
                      <a:pt x="4240" y="6511"/>
                      <a:pt x="5047" y="6177"/>
                      <a:pt x="5642" y="5582"/>
                    </a:cubicBezTo>
                    <a:cubicBezTo>
                      <a:pt x="6237" y="4987"/>
                      <a:pt x="6571" y="4180"/>
                      <a:pt x="6571" y="3338"/>
                    </a:cubicBezTo>
                    <a:cubicBezTo>
                      <a:pt x="6571" y="2497"/>
                      <a:pt x="6237" y="1690"/>
                      <a:pt x="5642" y="1095"/>
                    </a:cubicBezTo>
                    <a:cubicBezTo>
                      <a:pt x="5047" y="500"/>
                      <a:pt x="4240" y="166"/>
                      <a:pt x="3399" y="166"/>
                    </a:cubicBezTo>
                    <a:cubicBezTo>
                      <a:pt x="2558" y="166"/>
                      <a:pt x="1752" y="500"/>
                      <a:pt x="1157" y="1095"/>
                    </a:cubicBezTo>
                    <a:cubicBezTo>
                      <a:pt x="562" y="1690"/>
                      <a:pt x="228" y="2497"/>
                      <a:pt x="228" y="3338"/>
                    </a:cubicBezTo>
                    <a:cubicBezTo>
                      <a:pt x="228" y="4180"/>
                      <a:pt x="562" y="4987"/>
                      <a:pt x="1157" y="5582"/>
                    </a:cubicBezTo>
                    <a:cubicBezTo>
                      <a:pt x="1752" y="6177"/>
                      <a:pt x="2558" y="6511"/>
                      <a:pt x="3399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83" name="Freeform: Shape 14782">
                <a:extLst>
                  <a:ext uri="{FF2B5EF4-FFF2-40B4-BE49-F238E27FC236}">
                    <a16:creationId xmlns:a16="http://schemas.microsoft.com/office/drawing/2014/main" id="{60A36E22-2791-45B3-7760-C1774EB99FF4}"/>
                  </a:ext>
                </a:extLst>
              </p:cNvPr>
              <p:cNvSpPr/>
              <p:nvPr/>
            </p:nvSpPr>
            <p:spPr>
              <a:xfrm>
                <a:off x="9298185" y="5580425"/>
                <a:ext cx="6343" cy="6345"/>
              </a:xfrm>
              <a:custGeom>
                <a:avLst/>
                <a:gdLst>
                  <a:gd name="connsiteX0" fmla="*/ 3399 w 6343"/>
                  <a:gd name="connsiteY0" fmla="*/ 6511 h 6345"/>
                  <a:gd name="connsiteX1" fmla="*/ 5642 w 6343"/>
                  <a:gd name="connsiteY1" fmla="*/ 5582 h 6345"/>
                  <a:gd name="connsiteX2" fmla="*/ 6571 w 6343"/>
                  <a:gd name="connsiteY2" fmla="*/ 3338 h 6345"/>
                  <a:gd name="connsiteX3" fmla="*/ 5642 w 6343"/>
                  <a:gd name="connsiteY3" fmla="*/ 1095 h 6345"/>
                  <a:gd name="connsiteX4" fmla="*/ 3399 w 6343"/>
                  <a:gd name="connsiteY4" fmla="*/ 166 h 6345"/>
                  <a:gd name="connsiteX5" fmla="*/ 1157 w 6343"/>
                  <a:gd name="connsiteY5" fmla="*/ 1095 h 6345"/>
                  <a:gd name="connsiteX6" fmla="*/ 228 w 6343"/>
                  <a:gd name="connsiteY6" fmla="*/ 3338 h 6345"/>
                  <a:gd name="connsiteX7" fmla="*/ 1157 w 6343"/>
                  <a:gd name="connsiteY7" fmla="*/ 5582 h 6345"/>
                  <a:gd name="connsiteX8" fmla="*/ 3399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11"/>
                    </a:moveTo>
                    <a:cubicBezTo>
                      <a:pt x="4240" y="6511"/>
                      <a:pt x="5047" y="6177"/>
                      <a:pt x="5642" y="5582"/>
                    </a:cubicBezTo>
                    <a:cubicBezTo>
                      <a:pt x="6237" y="4987"/>
                      <a:pt x="6571" y="4180"/>
                      <a:pt x="6571" y="3338"/>
                    </a:cubicBezTo>
                    <a:cubicBezTo>
                      <a:pt x="6571" y="2497"/>
                      <a:pt x="6237" y="1690"/>
                      <a:pt x="5642" y="1095"/>
                    </a:cubicBezTo>
                    <a:cubicBezTo>
                      <a:pt x="5047" y="500"/>
                      <a:pt x="4240" y="166"/>
                      <a:pt x="3399" y="166"/>
                    </a:cubicBezTo>
                    <a:cubicBezTo>
                      <a:pt x="2558" y="166"/>
                      <a:pt x="1751" y="500"/>
                      <a:pt x="1157" y="1095"/>
                    </a:cubicBezTo>
                    <a:cubicBezTo>
                      <a:pt x="562" y="1690"/>
                      <a:pt x="228" y="2497"/>
                      <a:pt x="228" y="3338"/>
                    </a:cubicBezTo>
                    <a:cubicBezTo>
                      <a:pt x="228" y="4180"/>
                      <a:pt x="562" y="4987"/>
                      <a:pt x="1157" y="5582"/>
                    </a:cubicBezTo>
                    <a:cubicBezTo>
                      <a:pt x="1751" y="6177"/>
                      <a:pt x="2558" y="6511"/>
                      <a:pt x="3399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84" name="Freeform: Shape 14783">
                <a:extLst>
                  <a:ext uri="{FF2B5EF4-FFF2-40B4-BE49-F238E27FC236}">
                    <a16:creationId xmlns:a16="http://schemas.microsoft.com/office/drawing/2014/main" id="{15D3D464-34F9-4303-BF83-7A60EC04EA01}"/>
                  </a:ext>
                </a:extLst>
              </p:cNvPr>
              <p:cNvSpPr/>
              <p:nvPr/>
            </p:nvSpPr>
            <p:spPr>
              <a:xfrm>
                <a:off x="9296656" y="5579087"/>
                <a:ext cx="6343" cy="6345"/>
              </a:xfrm>
              <a:custGeom>
                <a:avLst/>
                <a:gdLst>
                  <a:gd name="connsiteX0" fmla="*/ 3399 w 6343"/>
                  <a:gd name="connsiteY0" fmla="*/ 6511 h 6345"/>
                  <a:gd name="connsiteX1" fmla="*/ 5642 w 6343"/>
                  <a:gd name="connsiteY1" fmla="*/ 5582 h 6345"/>
                  <a:gd name="connsiteX2" fmla="*/ 6571 w 6343"/>
                  <a:gd name="connsiteY2" fmla="*/ 3338 h 6345"/>
                  <a:gd name="connsiteX3" fmla="*/ 5642 w 6343"/>
                  <a:gd name="connsiteY3" fmla="*/ 1095 h 6345"/>
                  <a:gd name="connsiteX4" fmla="*/ 3399 w 6343"/>
                  <a:gd name="connsiteY4" fmla="*/ 165 h 6345"/>
                  <a:gd name="connsiteX5" fmla="*/ 1157 w 6343"/>
                  <a:gd name="connsiteY5" fmla="*/ 1095 h 6345"/>
                  <a:gd name="connsiteX6" fmla="*/ 228 w 6343"/>
                  <a:gd name="connsiteY6" fmla="*/ 3338 h 6345"/>
                  <a:gd name="connsiteX7" fmla="*/ 1157 w 6343"/>
                  <a:gd name="connsiteY7" fmla="*/ 5582 h 6345"/>
                  <a:gd name="connsiteX8" fmla="*/ 3399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11"/>
                    </a:moveTo>
                    <a:cubicBezTo>
                      <a:pt x="4240" y="6511"/>
                      <a:pt x="5047" y="6177"/>
                      <a:pt x="5642" y="5582"/>
                    </a:cubicBezTo>
                    <a:cubicBezTo>
                      <a:pt x="6237" y="4987"/>
                      <a:pt x="6571" y="4180"/>
                      <a:pt x="6571" y="3338"/>
                    </a:cubicBezTo>
                    <a:cubicBezTo>
                      <a:pt x="6571" y="2497"/>
                      <a:pt x="6237" y="1690"/>
                      <a:pt x="5642" y="1095"/>
                    </a:cubicBezTo>
                    <a:cubicBezTo>
                      <a:pt x="5047" y="500"/>
                      <a:pt x="4240" y="165"/>
                      <a:pt x="3399" y="165"/>
                    </a:cubicBezTo>
                    <a:cubicBezTo>
                      <a:pt x="2558" y="165"/>
                      <a:pt x="1751" y="500"/>
                      <a:pt x="1157" y="1095"/>
                    </a:cubicBezTo>
                    <a:cubicBezTo>
                      <a:pt x="562" y="1690"/>
                      <a:pt x="228" y="2497"/>
                      <a:pt x="228" y="3338"/>
                    </a:cubicBezTo>
                    <a:cubicBezTo>
                      <a:pt x="228" y="4180"/>
                      <a:pt x="562" y="4987"/>
                      <a:pt x="1157" y="5582"/>
                    </a:cubicBezTo>
                    <a:cubicBezTo>
                      <a:pt x="1751" y="6177"/>
                      <a:pt x="2558" y="6511"/>
                      <a:pt x="3399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85" name="Freeform: Shape 14784">
                <a:extLst>
                  <a:ext uri="{FF2B5EF4-FFF2-40B4-BE49-F238E27FC236}">
                    <a16:creationId xmlns:a16="http://schemas.microsoft.com/office/drawing/2014/main" id="{EADB962E-DCC9-8A1B-3996-3D7E9B3A85D1}"/>
                  </a:ext>
                </a:extLst>
              </p:cNvPr>
              <p:cNvSpPr/>
              <p:nvPr/>
            </p:nvSpPr>
            <p:spPr>
              <a:xfrm>
                <a:off x="9295624" y="5576819"/>
                <a:ext cx="6343" cy="6345"/>
              </a:xfrm>
              <a:custGeom>
                <a:avLst/>
                <a:gdLst>
                  <a:gd name="connsiteX0" fmla="*/ 3399 w 6343"/>
                  <a:gd name="connsiteY0" fmla="*/ 6511 h 6345"/>
                  <a:gd name="connsiteX1" fmla="*/ 5642 w 6343"/>
                  <a:gd name="connsiteY1" fmla="*/ 5581 h 6345"/>
                  <a:gd name="connsiteX2" fmla="*/ 6571 w 6343"/>
                  <a:gd name="connsiteY2" fmla="*/ 3338 h 6345"/>
                  <a:gd name="connsiteX3" fmla="*/ 5642 w 6343"/>
                  <a:gd name="connsiteY3" fmla="*/ 1095 h 6345"/>
                  <a:gd name="connsiteX4" fmla="*/ 3399 w 6343"/>
                  <a:gd name="connsiteY4" fmla="*/ 165 h 6345"/>
                  <a:gd name="connsiteX5" fmla="*/ 1156 w 6343"/>
                  <a:gd name="connsiteY5" fmla="*/ 1095 h 6345"/>
                  <a:gd name="connsiteX6" fmla="*/ 228 w 6343"/>
                  <a:gd name="connsiteY6" fmla="*/ 3338 h 6345"/>
                  <a:gd name="connsiteX7" fmla="*/ 1156 w 6343"/>
                  <a:gd name="connsiteY7" fmla="*/ 5581 h 6345"/>
                  <a:gd name="connsiteX8" fmla="*/ 3399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11"/>
                    </a:moveTo>
                    <a:cubicBezTo>
                      <a:pt x="4240" y="6511"/>
                      <a:pt x="5047" y="6176"/>
                      <a:pt x="5642" y="5581"/>
                    </a:cubicBezTo>
                    <a:cubicBezTo>
                      <a:pt x="6236" y="4986"/>
                      <a:pt x="6571" y="4179"/>
                      <a:pt x="6571" y="3338"/>
                    </a:cubicBezTo>
                    <a:cubicBezTo>
                      <a:pt x="6571" y="2497"/>
                      <a:pt x="6236" y="1689"/>
                      <a:pt x="5642" y="1095"/>
                    </a:cubicBezTo>
                    <a:cubicBezTo>
                      <a:pt x="5047" y="500"/>
                      <a:pt x="4240" y="165"/>
                      <a:pt x="3399" y="165"/>
                    </a:cubicBezTo>
                    <a:cubicBezTo>
                      <a:pt x="2558" y="165"/>
                      <a:pt x="1751" y="500"/>
                      <a:pt x="1156" y="1095"/>
                    </a:cubicBezTo>
                    <a:cubicBezTo>
                      <a:pt x="562" y="1689"/>
                      <a:pt x="228" y="2497"/>
                      <a:pt x="228" y="3338"/>
                    </a:cubicBezTo>
                    <a:cubicBezTo>
                      <a:pt x="228" y="4179"/>
                      <a:pt x="562" y="4986"/>
                      <a:pt x="1156" y="5581"/>
                    </a:cubicBezTo>
                    <a:cubicBezTo>
                      <a:pt x="1751" y="6176"/>
                      <a:pt x="2558" y="6511"/>
                      <a:pt x="3399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86" name="Freeform: Shape 14785">
                <a:extLst>
                  <a:ext uri="{FF2B5EF4-FFF2-40B4-BE49-F238E27FC236}">
                    <a16:creationId xmlns:a16="http://schemas.microsoft.com/office/drawing/2014/main" id="{C1530DD9-2864-1153-39A2-4E888C8A6E2B}"/>
                  </a:ext>
                </a:extLst>
              </p:cNvPr>
              <p:cNvSpPr/>
              <p:nvPr/>
            </p:nvSpPr>
            <p:spPr>
              <a:xfrm>
                <a:off x="9294671" y="5574442"/>
                <a:ext cx="6343" cy="6345"/>
              </a:xfrm>
              <a:custGeom>
                <a:avLst/>
                <a:gdLst>
                  <a:gd name="connsiteX0" fmla="*/ 3399 w 6343"/>
                  <a:gd name="connsiteY0" fmla="*/ 6510 h 6345"/>
                  <a:gd name="connsiteX1" fmla="*/ 5642 w 6343"/>
                  <a:gd name="connsiteY1" fmla="*/ 5581 h 6345"/>
                  <a:gd name="connsiteX2" fmla="*/ 6571 w 6343"/>
                  <a:gd name="connsiteY2" fmla="*/ 3338 h 6345"/>
                  <a:gd name="connsiteX3" fmla="*/ 5642 w 6343"/>
                  <a:gd name="connsiteY3" fmla="*/ 1094 h 6345"/>
                  <a:gd name="connsiteX4" fmla="*/ 3399 w 6343"/>
                  <a:gd name="connsiteY4" fmla="*/ 165 h 6345"/>
                  <a:gd name="connsiteX5" fmla="*/ 1156 w 6343"/>
                  <a:gd name="connsiteY5" fmla="*/ 1094 h 6345"/>
                  <a:gd name="connsiteX6" fmla="*/ 227 w 6343"/>
                  <a:gd name="connsiteY6" fmla="*/ 3338 h 6345"/>
                  <a:gd name="connsiteX7" fmla="*/ 1156 w 6343"/>
                  <a:gd name="connsiteY7" fmla="*/ 5581 h 6345"/>
                  <a:gd name="connsiteX8" fmla="*/ 3399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10"/>
                    </a:moveTo>
                    <a:cubicBezTo>
                      <a:pt x="4240" y="6510"/>
                      <a:pt x="5047" y="6176"/>
                      <a:pt x="5642" y="5581"/>
                    </a:cubicBezTo>
                    <a:cubicBezTo>
                      <a:pt x="6236" y="4986"/>
                      <a:pt x="6571" y="4179"/>
                      <a:pt x="6571" y="3338"/>
                    </a:cubicBezTo>
                    <a:cubicBezTo>
                      <a:pt x="6571" y="2496"/>
                      <a:pt x="6236" y="1689"/>
                      <a:pt x="5642" y="1094"/>
                    </a:cubicBezTo>
                    <a:cubicBezTo>
                      <a:pt x="5047" y="499"/>
                      <a:pt x="4240" y="165"/>
                      <a:pt x="3399" y="165"/>
                    </a:cubicBezTo>
                    <a:cubicBezTo>
                      <a:pt x="2558" y="165"/>
                      <a:pt x="1751" y="499"/>
                      <a:pt x="1156" y="1094"/>
                    </a:cubicBezTo>
                    <a:cubicBezTo>
                      <a:pt x="562" y="1689"/>
                      <a:pt x="227" y="2496"/>
                      <a:pt x="227" y="3338"/>
                    </a:cubicBezTo>
                    <a:cubicBezTo>
                      <a:pt x="227" y="4179"/>
                      <a:pt x="562" y="4986"/>
                      <a:pt x="1156" y="5581"/>
                    </a:cubicBezTo>
                    <a:cubicBezTo>
                      <a:pt x="1751" y="6176"/>
                      <a:pt x="2558" y="6510"/>
                      <a:pt x="3399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87" name="Freeform: Shape 14786">
                <a:extLst>
                  <a:ext uri="{FF2B5EF4-FFF2-40B4-BE49-F238E27FC236}">
                    <a16:creationId xmlns:a16="http://schemas.microsoft.com/office/drawing/2014/main" id="{3E46FF64-CD2D-5D19-12A5-E42CEEB59392}"/>
                  </a:ext>
                </a:extLst>
              </p:cNvPr>
              <p:cNvSpPr/>
              <p:nvPr/>
            </p:nvSpPr>
            <p:spPr>
              <a:xfrm>
                <a:off x="9293362" y="5572764"/>
                <a:ext cx="6343" cy="6345"/>
              </a:xfrm>
              <a:custGeom>
                <a:avLst/>
                <a:gdLst>
                  <a:gd name="connsiteX0" fmla="*/ 3399 w 6343"/>
                  <a:gd name="connsiteY0" fmla="*/ 6510 h 6345"/>
                  <a:gd name="connsiteX1" fmla="*/ 5642 w 6343"/>
                  <a:gd name="connsiteY1" fmla="*/ 5581 h 6345"/>
                  <a:gd name="connsiteX2" fmla="*/ 6570 w 6343"/>
                  <a:gd name="connsiteY2" fmla="*/ 3338 h 6345"/>
                  <a:gd name="connsiteX3" fmla="*/ 5642 w 6343"/>
                  <a:gd name="connsiteY3" fmla="*/ 1094 h 6345"/>
                  <a:gd name="connsiteX4" fmla="*/ 3399 w 6343"/>
                  <a:gd name="connsiteY4" fmla="*/ 165 h 6345"/>
                  <a:gd name="connsiteX5" fmla="*/ 1156 w 6343"/>
                  <a:gd name="connsiteY5" fmla="*/ 1094 h 6345"/>
                  <a:gd name="connsiteX6" fmla="*/ 227 w 6343"/>
                  <a:gd name="connsiteY6" fmla="*/ 3338 h 6345"/>
                  <a:gd name="connsiteX7" fmla="*/ 1156 w 6343"/>
                  <a:gd name="connsiteY7" fmla="*/ 5581 h 6345"/>
                  <a:gd name="connsiteX8" fmla="*/ 3399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10"/>
                    </a:moveTo>
                    <a:cubicBezTo>
                      <a:pt x="4240" y="6510"/>
                      <a:pt x="5047" y="6176"/>
                      <a:pt x="5642" y="5581"/>
                    </a:cubicBezTo>
                    <a:cubicBezTo>
                      <a:pt x="6236" y="4986"/>
                      <a:pt x="6570" y="4179"/>
                      <a:pt x="6570" y="3338"/>
                    </a:cubicBezTo>
                    <a:cubicBezTo>
                      <a:pt x="6570" y="2496"/>
                      <a:pt x="6236" y="1689"/>
                      <a:pt x="5642" y="1094"/>
                    </a:cubicBezTo>
                    <a:cubicBezTo>
                      <a:pt x="5047" y="499"/>
                      <a:pt x="4240" y="165"/>
                      <a:pt x="3399" y="165"/>
                    </a:cubicBezTo>
                    <a:cubicBezTo>
                      <a:pt x="2558" y="165"/>
                      <a:pt x="1751" y="499"/>
                      <a:pt x="1156" y="1094"/>
                    </a:cubicBezTo>
                    <a:cubicBezTo>
                      <a:pt x="562" y="1689"/>
                      <a:pt x="227" y="2496"/>
                      <a:pt x="227" y="3338"/>
                    </a:cubicBezTo>
                    <a:cubicBezTo>
                      <a:pt x="227" y="4179"/>
                      <a:pt x="562" y="4986"/>
                      <a:pt x="1156" y="5581"/>
                    </a:cubicBezTo>
                    <a:cubicBezTo>
                      <a:pt x="1751" y="6176"/>
                      <a:pt x="2558" y="6510"/>
                      <a:pt x="3399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88" name="Freeform: Shape 14787">
                <a:extLst>
                  <a:ext uri="{FF2B5EF4-FFF2-40B4-BE49-F238E27FC236}">
                    <a16:creationId xmlns:a16="http://schemas.microsoft.com/office/drawing/2014/main" id="{2B0B600A-2D8E-472F-FBB5-64ABA4BF9751}"/>
                  </a:ext>
                </a:extLst>
              </p:cNvPr>
              <p:cNvSpPr/>
              <p:nvPr/>
            </p:nvSpPr>
            <p:spPr>
              <a:xfrm>
                <a:off x="9291951" y="5571295"/>
                <a:ext cx="6343" cy="6345"/>
              </a:xfrm>
              <a:custGeom>
                <a:avLst/>
                <a:gdLst>
                  <a:gd name="connsiteX0" fmla="*/ 3399 w 6343"/>
                  <a:gd name="connsiteY0" fmla="*/ 6510 h 6345"/>
                  <a:gd name="connsiteX1" fmla="*/ 5641 w 6343"/>
                  <a:gd name="connsiteY1" fmla="*/ 5581 h 6345"/>
                  <a:gd name="connsiteX2" fmla="*/ 6570 w 6343"/>
                  <a:gd name="connsiteY2" fmla="*/ 3338 h 6345"/>
                  <a:gd name="connsiteX3" fmla="*/ 5641 w 6343"/>
                  <a:gd name="connsiteY3" fmla="*/ 1094 h 6345"/>
                  <a:gd name="connsiteX4" fmla="*/ 3399 w 6343"/>
                  <a:gd name="connsiteY4" fmla="*/ 165 h 6345"/>
                  <a:gd name="connsiteX5" fmla="*/ 1156 w 6343"/>
                  <a:gd name="connsiteY5" fmla="*/ 1094 h 6345"/>
                  <a:gd name="connsiteX6" fmla="*/ 227 w 6343"/>
                  <a:gd name="connsiteY6" fmla="*/ 3338 h 6345"/>
                  <a:gd name="connsiteX7" fmla="*/ 1156 w 6343"/>
                  <a:gd name="connsiteY7" fmla="*/ 5581 h 6345"/>
                  <a:gd name="connsiteX8" fmla="*/ 3399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10"/>
                    </a:moveTo>
                    <a:cubicBezTo>
                      <a:pt x="4240" y="6510"/>
                      <a:pt x="5047" y="6176"/>
                      <a:pt x="5641" y="5581"/>
                    </a:cubicBezTo>
                    <a:cubicBezTo>
                      <a:pt x="6236" y="4986"/>
                      <a:pt x="6570" y="4179"/>
                      <a:pt x="6570" y="3338"/>
                    </a:cubicBezTo>
                    <a:cubicBezTo>
                      <a:pt x="6570" y="2496"/>
                      <a:pt x="6236" y="1689"/>
                      <a:pt x="5641" y="1094"/>
                    </a:cubicBezTo>
                    <a:cubicBezTo>
                      <a:pt x="5047" y="499"/>
                      <a:pt x="4240" y="165"/>
                      <a:pt x="3399" y="165"/>
                    </a:cubicBezTo>
                    <a:cubicBezTo>
                      <a:pt x="2558" y="165"/>
                      <a:pt x="1751" y="499"/>
                      <a:pt x="1156" y="1094"/>
                    </a:cubicBezTo>
                    <a:cubicBezTo>
                      <a:pt x="561" y="1689"/>
                      <a:pt x="227" y="2496"/>
                      <a:pt x="227" y="3338"/>
                    </a:cubicBezTo>
                    <a:cubicBezTo>
                      <a:pt x="227" y="4179"/>
                      <a:pt x="561" y="4986"/>
                      <a:pt x="1156" y="5581"/>
                    </a:cubicBezTo>
                    <a:cubicBezTo>
                      <a:pt x="1751" y="6176"/>
                      <a:pt x="2558" y="6510"/>
                      <a:pt x="3399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89" name="Freeform: Shape 14788">
                <a:extLst>
                  <a:ext uri="{FF2B5EF4-FFF2-40B4-BE49-F238E27FC236}">
                    <a16:creationId xmlns:a16="http://schemas.microsoft.com/office/drawing/2014/main" id="{F8408FDF-12E9-EB46-C7A1-7C78560972FB}"/>
                  </a:ext>
                </a:extLst>
              </p:cNvPr>
              <p:cNvSpPr/>
              <p:nvPr/>
            </p:nvSpPr>
            <p:spPr>
              <a:xfrm>
                <a:off x="9290193" y="5570461"/>
                <a:ext cx="6343" cy="6345"/>
              </a:xfrm>
              <a:custGeom>
                <a:avLst/>
                <a:gdLst>
                  <a:gd name="connsiteX0" fmla="*/ 3399 w 6343"/>
                  <a:gd name="connsiteY0" fmla="*/ 6510 h 6345"/>
                  <a:gd name="connsiteX1" fmla="*/ 5641 w 6343"/>
                  <a:gd name="connsiteY1" fmla="*/ 5581 h 6345"/>
                  <a:gd name="connsiteX2" fmla="*/ 6570 w 6343"/>
                  <a:gd name="connsiteY2" fmla="*/ 3337 h 6345"/>
                  <a:gd name="connsiteX3" fmla="*/ 5641 w 6343"/>
                  <a:gd name="connsiteY3" fmla="*/ 1094 h 6345"/>
                  <a:gd name="connsiteX4" fmla="*/ 3399 w 6343"/>
                  <a:gd name="connsiteY4" fmla="*/ 165 h 6345"/>
                  <a:gd name="connsiteX5" fmla="*/ 1156 w 6343"/>
                  <a:gd name="connsiteY5" fmla="*/ 1094 h 6345"/>
                  <a:gd name="connsiteX6" fmla="*/ 227 w 6343"/>
                  <a:gd name="connsiteY6" fmla="*/ 3337 h 6345"/>
                  <a:gd name="connsiteX7" fmla="*/ 1156 w 6343"/>
                  <a:gd name="connsiteY7" fmla="*/ 5581 h 6345"/>
                  <a:gd name="connsiteX8" fmla="*/ 3399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10"/>
                    </a:moveTo>
                    <a:cubicBezTo>
                      <a:pt x="4240" y="6510"/>
                      <a:pt x="5047" y="6176"/>
                      <a:pt x="5641" y="5581"/>
                    </a:cubicBezTo>
                    <a:cubicBezTo>
                      <a:pt x="6236" y="4986"/>
                      <a:pt x="6570" y="4179"/>
                      <a:pt x="6570" y="3337"/>
                    </a:cubicBezTo>
                    <a:cubicBezTo>
                      <a:pt x="6570" y="2496"/>
                      <a:pt x="6236" y="1689"/>
                      <a:pt x="5641" y="1094"/>
                    </a:cubicBezTo>
                    <a:cubicBezTo>
                      <a:pt x="5047" y="499"/>
                      <a:pt x="4240" y="165"/>
                      <a:pt x="3399" y="165"/>
                    </a:cubicBezTo>
                    <a:cubicBezTo>
                      <a:pt x="2558" y="165"/>
                      <a:pt x="1751" y="499"/>
                      <a:pt x="1156" y="1094"/>
                    </a:cubicBezTo>
                    <a:cubicBezTo>
                      <a:pt x="561" y="1689"/>
                      <a:pt x="227" y="2496"/>
                      <a:pt x="227" y="3337"/>
                    </a:cubicBezTo>
                    <a:cubicBezTo>
                      <a:pt x="227" y="4179"/>
                      <a:pt x="561" y="4986"/>
                      <a:pt x="1156" y="5581"/>
                    </a:cubicBezTo>
                    <a:cubicBezTo>
                      <a:pt x="1751" y="6176"/>
                      <a:pt x="2558" y="6510"/>
                      <a:pt x="3399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90" name="Freeform: Shape 14789">
                <a:extLst>
                  <a:ext uri="{FF2B5EF4-FFF2-40B4-BE49-F238E27FC236}">
                    <a16:creationId xmlns:a16="http://schemas.microsoft.com/office/drawing/2014/main" id="{4907FCC9-5BD4-53F8-07F1-E2EE050FBF93}"/>
                  </a:ext>
                </a:extLst>
              </p:cNvPr>
              <p:cNvSpPr/>
              <p:nvPr/>
            </p:nvSpPr>
            <p:spPr>
              <a:xfrm>
                <a:off x="9289255" y="5568177"/>
                <a:ext cx="6343" cy="6345"/>
              </a:xfrm>
              <a:custGeom>
                <a:avLst/>
                <a:gdLst>
                  <a:gd name="connsiteX0" fmla="*/ 3399 w 6343"/>
                  <a:gd name="connsiteY0" fmla="*/ 6510 h 6345"/>
                  <a:gd name="connsiteX1" fmla="*/ 5641 w 6343"/>
                  <a:gd name="connsiteY1" fmla="*/ 5581 h 6345"/>
                  <a:gd name="connsiteX2" fmla="*/ 6570 w 6343"/>
                  <a:gd name="connsiteY2" fmla="*/ 3337 h 6345"/>
                  <a:gd name="connsiteX3" fmla="*/ 5641 w 6343"/>
                  <a:gd name="connsiteY3" fmla="*/ 1094 h 6345"/>
                  <a:gd name="connsiteX4" fmla="*/ 3399 w 6343"/>
                  <a:gd name="connsiteY4" fmla="*/ 165 h 6345"/>
                  <a:gd name="connsiteX5" fmla="*/ 1156 w 6343"/>
                  <a:gd name="connsiteY5" fmla="*/ 1094 h 6345"/>
                  <a:gd name="connsiteX6" fmla="*/ 227 w 6343"/>
                  <a:gd name="connsiteY6" fmla="*/ 3337 h 6345"/>
                  <a:gd name="connsiteX7" fmla="*/ 1156 w 6343"/>
                  <a:gd name="connsiteY7" fmla="*/ 5581 h 6345"/>
                  <a:gd name="connsiteX8" fmla="*/ 3399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10"/>
                    </a:moveTo>
                    <a:cubicBezTo>
                      <a:pt x="4240" y="6510"/>
                      <a:pt x="5046" y="6176"/>
                      <a:pt x="5641" y="5581"/>
                    </a:cubicBezTo>
                    <a:cubicBezTo>
                      <a:pt x="6236" y="4986"/>
                      <a:pt x="6570" y="4179"/>
                      <a:pt x="6570" y="3337"/>
                    </a:cubicBezTo>
                    <a:cubicBezTo>
                      <a:pt x="6570" y="2496"/>
                      <a:pt x="6236" y="1689"/>
                      <a:pt x="5641" y="1094"/>
                    </a:cubicBezTo>
                    <a:cubicBezTo>
                      <a:pt x="5046" y="499"/>
                      <a:pt x="4240" y="165"/>
                      <a:pt x="3399" y="165"/>
                    </a:cubicBezTo>
                    <a:cubicBezTo>
                      <a:pt x="2557" y="165"/>
                      <a:pt x="1751" y="499"/>
                      <a:pt x="1156" y="1094"/>
                    </a:cubicBezTo>
                    <a:cubicBezTo>
                      <a:pt x="561" y="1689"/>
                      <a:pt x="227" y="2496"/>
                      <a:pt x="227" y="3337"/>
                    </a:cubicBezTo>
                    <a:cubicBezTo>
                      <a:pt x="227" y="4179"/>
                      <a:pt x="561" y="4986"/>
                      <a:pt x="1156" y="5581"/>
                    </a:cubicBezTo>
                    <a:cubicBezTo>
                      <a:pt x="1751" y="6176"/>
                      <a:pt x="2557" y="6510"/>
                      <a:pt x="3399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91" name="Freeform: Shape 14790">
                <a:extLst>
                  <a:ext uri="{FF2B5EF4-FFF2-40B4-BE49-F238E27FC236}">
                    <a16:creationId xmlns:a16="http://schemas.microsoft.com/office/drawing/2014/main" id="{5D921D96-142B-D3DA-59D2-32DFE84E2370}"/>
                  </a:ext>
                </a:extLst>
              </p:cNvPr>
              <p:cNvSpPr/>
              <p:nvPr/>
            </p:nvSpPr>
            <p:spPr>
              <a:xfrm>
                <a:off x="9288125" y="5566263"/>
                <a:ext cx="6343" cy="6345"/>
              </a:xfrm>
              <a:custGeom>
                <a:avLst/>
                <a:gdLst>
                  <a:gd name="connsiteX0" fmla="*/ 3399 w 6343"/>
                  <a:gd name="connsiteY0" fmla="*/ 6510 h 6345"/>
                  <a:gd name="connsiteX1" fmla="*/ 5641 w 6343"/>
                  <a:gd name="connsiteY1" fmla="*/ 5581 h 6345"/>
                  <a:gd name="connsiteX2" fmla="*/ 6570 w 6343"/>
                  <a:gd name="connsiteY2" fmla="*/ 3337 h 6345"/>
                  <a:gd name="connsiteX3" fmla="*/ 5641 w 6343"/>
                  <a:gd name="connsiteY3" fmla="*/ 1094 h 6345"/>
                  <a:gd name="connsiteX4" fmla="*/ 3399 w 6343"/>
                  <a:gd name="connsiteY4" fmla="*/ 164 h 6345"/>
                  <a:gd name="connsiteX5" fmla="*/ 1156 w 6343"/>
                  <a:gd name="connsiteY5" fmla="*/ 1094 h 6345"/>
                  <a:gd name="connsiteX6" fmla="*/ 227 w 6343"/>
                  <a:gd name="connsiteY6" fmla="*/ 3337 h 6345"/>
                  <a:gd name="connsiteX7" fmla="*/ 1156 w 6343"/>
                  <a:gd name="connsiteY7" fmla="*/ 5581 h 6345"/>
                  <a:gd name="connsiteX8" fmla="*/ 3399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10"/>
                    </a:moveTo>
                    <a:cubicBezTo>
                      <a:pt x="4240" y="6510"/>
                      <a:pt x="5046" y="6176"/>
                      <a:pt x="5641" y="5581"/>
                    </a:cubicBezTo>
                    <a:cubicBezTo>
                      <a:pt x="6236" y="4986"/>
                      <a:pt x="6570" y="4179"/>
                      <a:pt x="6570" y="3337"/>
                    </a:cubicBezTo>
                    <a:cubicBezTo>
                      <a:pt x="6570" y="2496"/>
                      <a:pt x="6236" y="1689"/>
                      <a:pt x="5641" y="1094"/>
                    </a:cubicBezTo>
                    <a:cubicBezTo>
                      <a:pt x="5046" y="499"/>
                      <a:pt x="4240" y="164"/>
                      <a:pt x="3399" y="164"/>
                    </a:cubicBezTo>
                    <a:cubicBezTo>
                      <a:pt x="2557" y="164"/>
                      <a:pt x="1751" y="499"/>
                      <a:pt x="1156" y="1094"/>
                    </a:cubicBezTo>
                    <a:cubicBezTo>
                      <a:pt x="561" y="1689"/>
                      <a:pt x="227" y="2496"/>
                      <a:pt x="227" y="3337"/>
                    </a:cubicBezTo>
                    <a:cubicBezTo>
                      <a:pt x="227" y="4179"/>
                      <a:pt x="561" y="4986"/>
                      <a:pt x="1156" y="5581"/>
                    </a:cubicBezTo>
                    <a:cubicBezTo>
                      <a:pt x="1751" y="6176"/>
                      <a:pt x="2557" y="6510"/>
                      <a:pt x="3399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92" name="Freeform: Shape 14791">
                <a:extLst>
                  <a:ext uri="{FF2B5EF4-FFF2-40B4-BE49-F238E27FC236}">
                    <a16:creationId xmlns:a16="http://schemas.microsoft.com/office/drawing/2014/main" id="{1EF45F4A-856A-566C-0279-15B8206CED69}"/>
                  </a:ext>
                </a:extLst>
              </p:cNvPr>
              <p:cNvSpPr/>
              <p:nvPr/>
            </p:nvSpPr>
            <p:spPr>
              <a:xfrm>
                <a:off x="9287013" y="5564346"/>
                <a:ext cx="6343" cy="6345"/>
              </a:xfrm>
              <a:custGeom>
                <a:avLst/>
                <a:gdLst>
                  <a:gd name="connsiteX0" fmla="*/ 3398 w 6343"/>
                  <a:gd name="connsiteY0" fmla="*/ 6510 h 6345"/>
                  <a:gd name="connsiteX1" fmla="*/ 5641 w 6343"/>
                  <a:gd name="connsiteY1" fmla="*/ 5580 h 6345"/>
                  <a:gd name="connsiteX2" fmla="*/ 6570 w 6343"/>
                  <a:gd name="connsiteY2" fmla="*/ 3337 h 6345"/>
                  <a:gd name="connsiteX3" fmla="*/ 5641 w 6343"/>
                  <a:gd name="connsiteY3" fmla="*/ 1094 h 6345"/>
                  <a:gd name="connsiteX4" fmla="*/ 3398 w 6343"/>
                  <a:gd name="connsiteY4" fmla="*/ 164 h 6345"/>
                  <a:gd name="connsiteX5" fmla="*/ 1156 w 6343"/>
                  <a:gd name="connsiteY5" fmla="*/ 1094 h 6345"/>
                  <a:gd name="connsiteX6" fmla="*/ 227 w 6343"/>
                  <a:gd name="connsiteY6" fmla="*/ 3337 h 6345"/>
                  <a:gd name="connsiteX7" fmla="*/ 1156 w 6343"/>
                  <a:gd name="connsiteY7" fmla="*/ 5580 h 6345"/>
                  <a:gd name="connsiteX8" fmla="*/ 3398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10"/>
                    </a:moveTo>
                    <a:cubicBezTo>
                      <a:pt x="4240" y="6510"/>
                      <a:pt x="5046" y="6175"/>
                      <a:pt x="5641" y="5580"/>
                    </a:cubicBezTo>
                    <a:cubicBezTo>
                      <a:pt x="6236" y="4985"/>
                      <a:pt x="6570" y="4178"/>
                      <a:pt x="6570" y="3337"/>
                    </a:cubicBezTo>
                    <a:cubicBezTo>
                      <a:pt x="6570" y="2496"/>
                      <a:pt x="6236" y="1689"/>
                      <a:pt x="5641" y="1094"/>
                    </a:cubicBezTo>
                    <a:cubicBezTo>
                      <a:pt x="5046" y="499"/>
                      <a:pt x="4240" y="164"/>
                      <a:pt x="3398" y="164"/>
                    </a:cubicBezTo>
                    <a:cubicBezTo>
                      <a:pt x="2557" y="164"/>
                      <a:pt x="1751" y="499"/>
                      <a:pt x="1156" y="1094"/>
                    </a:cubicBezTo>
                    <a:cubicBezTo>
                      <a:pt x="561" y="1689"/>
                      <a:pt x="227" y="2496"/>
                      <a:pt x="227" y="3337"/>
                    </a:cubicBezTo>
                    <a:cubicBezTo>
                      <a:pt x="227" y="4178"/>
                      <a:pt x="561" y="4985"/>
                      <a:pt x="1156" y="5580"/>
                    </a:cubicBezTo>
                    <a:cubicBezTo>
                      <a:pt x="1751" y="6175"/>
                      <a:pt x="2557" y="6510"/>
                      <a:pt x="3398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93" name="Freeform: Shape 14792">
                <a:extLst>
                  <a:ext uri="{FF2B5EF4-FFF2-40B4-BE49-F238E27FC236}">
                    <a16:creationId xmlns:a16="http://schemas.microsoft.com/office/drawing/2014/main" id="{444B155D-B54A-43ED-FDE5-C4D5D7E1DC48}"/>
                  </a:ext>
                </a:extLst>
              </p:cNvPr>
              <p:cNvSpPr/>
              <p:nvPr/>
            </p:nvSpPr>
            <p:spPr>
              <a:xfrm>
                <a:off x="9285950" y="5562373"/>
                <a:ext cx="6343" cy="6345"/>
              </a:xfrm>
              <a:custGeom>
                <a:avLst/>
                <a:gdLst>
                  <a:gd name="connsiteX0" fmla="*/ 3398 w 6343"/>
                  <a:gd name="connsiteY0" fmla="*/ 6510 h 6345"/>
                  <a:gd name="connsiteX1" fmla="*/ 5641 w 6343"/>
                  <a:gd name="connsiteY1" fmla="*/ 5580 h 6345"/>
                  <a:gd name="connsiteX2" fmla="*/ 6570 w 6343"/>
                  <a:gd name="connsiteY2" fmla="*/ 3337 h 6345"/>
                  <a:gd name="connsiteX3" fmla="*/ 5641 w 6343"/>
                  <a:gd name="connsiteY3" fmla="*/ 1093 h 6345"/>
                  <a:gd name="connsiteX4" fmla="*/ 3398 w 6343"/>
                  <a:gd name="connsiteY4" fmla="*/ 164 h 6345"/>
                  <a:gd name="connsiteX5" fmla="*/ 1156 w 6343"/>
                  <a:gd name="connsiteY5" fmla="*/ 1093 h 6345"/>
                  <a:gd name="connsiteX6" fmla="*/ 227 w 6343"/>
                  <a:gd name="connsiteY6" fmla="*/ 3337 h 6345"/>
                  <a:gd name="connsiteX7" fmla="*/ 1156 w 6343"/>
                  <a:gd name="connsiteY7" fmla="*/ 5580 h 6345"/>
                  <a:gd name="connsiteX8" fmla="*/ 3398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10"/>
                    </a:moveTo>
                    <a:cubicBezTo>
                      <a:pt x="4239" y="6510"/>
                      <a:pt x="5046" y="6175"/>
                      <a:pt x="5641" y="5580"/>
                    </a:cubicBezTo>
                    <a:cubicBezTo>
                      <a:pt x="6236" y="4985"/>
                      <a:pt x="6570" y="4178"/>
                      <a:pt x="6570" y="3337"/>
                    </a:cubicBezTo>
                    <a:cubicBezTo>
                      <a:pt x="6570" y="2495"/>
                      <a:pt x="6236" y="1688"/>
                      <a:pt x="5641" y="1093"/>
                    </a:cubicBezTo>
                    <a:cubicBezTo>
                      <a:pt x="5046" y="498"/>
                      <a:pt x="4239" y="164"/>
                      <a:pt x="3398" y="164"/>
                    </a:cubicBezTo>
                    <a:cubicBezTo>
                      <a:pt x="2557" y="164"/>
                      <a:pt x="1750" y="498"/>
                      <a:pt x="1156" y="1093"/>
                    </a:cubicBezTo>
                    <a:cubicBezTo>
                      <a:pt x="561" y="1688"/>
                      <a:pt x="227" y="2495"/>
                      <a:pt x="227" y="3337"/>
                    </a:cubicBezTo>
                    <a:cubicBezTo>
                      <a:pt x="227" y="4178"/>
                      <a:pt x="561" y="4985"/>
                      <a:pt x="1156" y="5580"/>
                    </a:cubicBezTo>
                    <a:cubicBezTo>
                      <a:pt x="1750" y="6175"/>
                      <a:pt x="2557" y="6510"/>
                      <a:pt x="3398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94" name="Freeform: Shape 14793">
                <a:extLst>
                  <a:ext uri="{FF2B5EF4-FFF2-40B4-BE49-F238E27FC236}">
                    <a16:creationId xmlns:a16="http://schemas.microsoft.com/office/drawing/2014/main" id="{D95E6142-B601-46D8-C65E-9E833A51E838}"/>
                  </a:ext>
                </a:extLst>
              </p:cNvPr>
              <p:cNvSpPr/>
              <p:nvPr/>
            </p:nvSpPr>
            <p:spPr>
              <a:xfrm>
                <a:off x="9284558" y="5560975"/>
                <a:ext cx="6343" cy="6345"/>
              </a:xfrm>
              <a:custGeom>
                <a:avLst/>
                <a:gdLst>
                  <a:gd name="connsiteX0" fmla="*/ 3398 w 6343"/>
                  <a:gd name="connsiteY0" fmla="*/ 6509 h 6345"/>
                  <a:gd name="connsiteX1" fmla="*/ 5641 w 6343"/>
                  <a:gd name="connsiteY1" fmla="*/ 5580 h 6345"/>
                  <a:gd name="connsiteX2" fmla="*/ 6570 w 6343"/>
                  <a:gd name="connsiteY2" fmla="*/ 3337 h 6345"/>
                  <a:gd name="connsiteX3" fmla="*/ 5641 w 6343"/>
                  <a:gd name="connsiteY3" fmla="*/ 1093 h 6345"/>
                  <a:gd name="connsiteX4" fmla="*/ 3398 w 6343"/>
                  <a:gd name="connsiteY4" fmla="*/ 164 h 6345"/>
                  <a:gd name="connsiteX5" fmla="*/ 1156 w 6343"/>
                  <a:gd name="connsiteY5" fmla="*/ 1093 h 6345"/>
                  <a:gd name="connsiteX6" fmla="*/ 227 w 6343"/>
                  <a:gd name="connsiteY6" fmla="*/ 3337 h 6345"/>
                  <a:gd name="connsiteX7" fmla="*/ 1156 w 6343"/>
                  <a:gd name="connsiteY7" fmla="*/ 5580 h 6345"/>
                  <a:gd name="connsiteX8" fmla="*/ 3398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9"/>
                    </a:moveTo>
                    <a:cubicBezTo>
                      <a:pt x="4239" y="6509"/>
                      <a:pt x="5046" y="6175"/>
                      <a:pt x="5641" y="5580"/>
                    </a:cubicBezTo>
                    <a:cubicBezTo>
                      <a:pt x="6236" y="4985"/>
                      <a:pt x="6570" y="4178"/>
                      <a:pt x="6570" y="3337"/>
                    </a:cubicBezTo>
                    <a:cubicBezTo>
                      <a:pt x="6570" y="2495"/>
                      <a:pt x="6236" y="1688"/>
                      <a:pt x="5641" y="1093"/>
                    </a:cubicBezTo>
                    <a:cubicBezTo>
                      <a:pt x="5046" y="498"/>
                      <a:pt x="4239" y="164"/>
                      <a:pt x="3398" y="164"/>
                    </a:cubicBezTo>
                    <a:cubicBezTo>
                      <a:pt x="2557" y="164"/>
                      <a:pt x="1750" y="498"/>
                      <a:pt x="1156" y="1093"/>
                    </a:cubicBezTo>
                    <a:cubicBezTo>
                      <a:pt x="561" y="1688"/>
                      <a:pt x="227" y="2495"/>
                      <a:pt x="227" y="3337"/>
                    </a:cubicBezTo>
                    <a:cubicBezTo>
                      <a:pt x="227" y="4178"/>
                      <a:pt x="561" y="4985"/>
                      <a:pt x="1156" y="5580"/>
                    </a:cubicBezTo>
                    <a:cubicBezTo>
                      <a:pt x="1750" y="6175"/>
                      <a:pt x="2557" y="6509"/>
                      <a:pt x="3398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95" name="Freeform: Shape 14794">
                <a:extLst>
                  <a:ext uri="{FF2B5EF4-FFF2-40B4-BE49-F238E27FC236}">
                    <a16:creationId xmlns:a16="http://schemas.microsoft.com/office/drawing/2014/main" id="{996EDB32-D0BE-079A-59D6-F9CD107A2CA6}"/>
                  </a:ext>
                </a:extLst>
              </p:cNvPr>
              <p:cNvSpPr/>
              <p:nvPr/>
            </p:nvSpPr>
            <p:spPr>
              <a:xfrm>
                <a:off x="9283305" y="5559361"/>
                <a:ext cx="6343" cy="6345"/>
              </a:xfrm>
              <a:custGeom>
                <a:avLst/>
                <a:gdLst>
                  <a:gd name="connsiteX0" fmla="*/ 3398 w 6343"/>
                  <a:gd name="connsiteY0" fmla="*/ 6509 h 6345"/>
                  <a:gd name="connsiteX1" fmla="*/ 5641 w 6343"/>
                  <a:gd name="connsiteY1" fmla="*/ 5580 h 6345"/>
                  <a:gd name="connsiteX2" fmla="*/ 6570 w 6343"/>
                  <a:gd name="connsiteY2" fmla="*/ 3337 h 6345"/>
                  <a:gd name="connsiteX3" fmla="*/ 5641 w 6343"/>
                  <a:gd name="connsiteY3" fmla="*/ 1093 h 6345"/>
                  <a:gd name="connsiteX4" fmla="*/ 3398 w 6343"/>
                  <a:gd name="connsiteY4" fmla="*/ 164 h 6345"/>
                  <a:gd name="connsiteX5" fmla="*/ 1155 w 6343"/>
                  <a:gd name="connsiteY5" fmla="*/ 1093 h 6345"/>
                  <a:gd name="connsiteX6" fmla="*/ 227 w 6343"/>
                  <a:gd name="connsiteY6" fmla="*/ 3337 h 6345"/>
                  <a:gd name="connsiteX7" fmla="*/ 1155 w 6343"/>
                  <a:gd name="connsiteY7" fmla="*/ 5580 h 6345"/>
                  <a:gd name="connsiteX8" fmla="*/ 3398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9"/>
                    </a:moveTo>
                    <a:cubicBezTo>
                      <a:pt x="4239" y="6509"/>
                      <a:pt x="5046" y="6175"/>
                      <a:pt x="5641" y="5580"/>
                    </a:cubicBezTo>
                    <a:cubicBezTo>
                      <a:pt x="6236" y="4985"/>
                      <a:pt x="6570" y="4178"/>
                      <a:pt x="6570" y="3337"/>
                    </a:cubicBezTo>
                    <a:cubicBezTo>
                      <a:pt x="6570" y="2495"/>
                      <a:pt x="6236" y="1688"/>
                      <a:pt x="5641" y="1093"/>
                    </a:cubicBezTo>
                    <a:cubicBezTo>
                      <a:pt x="5046" y="498"/>
                      <a:pt x="4239" y="164"/>
                      <a:pt x="3398" y="164"/>
                    </a:cubicBezTo>
                    <a:cubicBezTo>
                      <a:pt x="2557" y="164"/>
                      <a:pt x="1750" y="498"/>
                      <a:pt x="1155" y="1093"/>
                    </a:cubicBezTo>
                    <a:cubicBezTo>
                      <a:pt x="561" y="1688"/>
                      <a:pt x="227" y="2495"/>
                      <a:pt x="227" y="3337"/>
                    </a:cubicBezTo>
                    <a:cubicBezTo>
                      <a:pt x="227" y="4178"/>
                      <a:pt x="561" y="4985"/>
                      <a:pt x="1155" y="5580"/>
                    </a:cubicBezTo>
                    <a:cubicBezTo>
                      <a:pt x="1750" y="6175"/>
                      <a:pt x="2557" y="6509"/>
                      <a:pt x="3398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96" name="Freeform: Shape 14795">
                <a:extLst>
                  <a:ext uri="{FF2B5EF4-FFF2-40B4-BE49-F238E27FC236}">
                    <a16:creationId xmlns:a16="http://schemas.microsoft.com/office/drawing/2014/main" id="{4800B98A-2311-025F-2856-AECAD5B16259}"/>
                  </a:ext>
                </a:extLst>
              </p:cNvPr>
              <p:cNvSpPr/>
              <p:nvPr/>
            </p:nvSpPr>
            <p:spPr>
              <a:xfrm>
                <a:off x="9281745" y="5558263"/>
                <a:ext cx="6343" cy="6345"/>
              </a:xfrm>
              <a:custGeom>
                <a:avLst/>
                <a:gdLst>
                  <a:gd name="connsiteX0" fmla="*/ 3398 w 6343"/>
                  <a:gd name="connsiteY0" fmla="*/ 6509 h 6345"/>
                  <a:gd name="connsiteX1" fmla="*/ 5641 w 6343"/>
                  <a:gd name="connsiteY1" fmla="*/ 5580 h 6345"/>
                  <a:gd name="connsiteX2" fmla="*/ 6570 w 6343"/>
                  <a:gd name="connsiteY2" fmla="*/ 3337 h 6345"/>
                  <a:gd name="connsiteX3" fmla="*/ 5641 w 6343"/>
                  <a:gd name="connsiteY3" fmla="*/ 1093 h 6345"/>
                  <a:gd name="connsiteX4" fmla="*/ 3398 w 6343"/>
                  <a:gd name="connsiteY4" fmla="*/ 164 h 6345"/>
                  <a:gd name="connsiteX5" fmla="*/ 1155 w 6343"/>
                  <a:gd name="connsiteY5" fmla="*/ 1093 h 6345"/>
                  <a:gd name="connsiteX6" fmla="*/ 226 w 6343"/>
                  <a:gd name="connsiteY6" fmla="*/ 3337 h 6345"/>
                  <a:gd name="connsiteX7" fmla="*/ 1155 w 6343"/>
                  <a:gd name="connsiteY7" fmla="*/ 5580 h 6345"/>
                  <a:gd name="connsiteX8" fmla="*/ 3398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9"/>
                    </a:moveTo>
                    <a:cubicBezTo>
                      <a:pt x="4239" y="6509"/>
                      <a:pt x="5046" y="6175"/>
                      <a:pt x="5641" y="5580"/>
                    </a:cubicBezTo>
                    <a:cubicBezTo>
                      <a:pt x="6235" y="4985"/>
                      <a:pt x="6570" y="4178"/>
                      <a:pt x="6570" y="3337"/>
                    </a:cubicBezTo>
                    <a:cubicBezTo>
                      <a:pt x="6570" y="2495"/>
                      <a:pt x="6235" y="1688"/>
                      <a:pt x="5641" y="1093"/>
                    </a:cubicBezTo>
                    <a:cubicBezTo>
                      <a:pt x="5046" y="498"/>
                      <a:pt x="4239" y="164"/>
                      <a:pt x="3398" y="164"/>
                    </a:cubicBezTo>
                    <a:cubicBezTo>
                      <a:pt x="2557" y="164"/>
                      <a:pt x="1750" y="498"/>
                      <a:pt x="1155" y="1093"/>
                    </a:cubicBezTo>
                    <a:cubicBezTo>
                      <a:pt x="561" y="1688"/>
                      <a:pt x="226" y="2495"/>
                      <a:pt x="226" y="3337"/>
                    </a:cubicBezTo>
                    <a:cubicBezTo>
                      <a:pt x="226" y="4178"/>
                      <a:pt x="561" y="4985"/>
                      <a:pt x="1155" y="5580"/>
                    </a:cubicBezTo>
                    <a:cubicBezTo>
                      <a:pt x="1750" y="6175"/>
                      <a:pt x="2557" y="6509"/>
                      <a:pt x="3398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97" name="Freeform: Shape 14796">
                <a:extLst>
                  <a:ext uri="{FF2B5EF4-FFF2-40B4-BE49-F238E27FC236}">
                    <a16:creationId xmlns:a16="http://schemas.microsoft.com/office/drawing/2014/main" id="{FEED56D6-2D61-7E6B-1E0A-9BB672194EB4}"/>
                  </a:ext>
                </a:extLst>
              </p:cNvPr>
              <p:cNvSpPr/>
              <p:nvPr/>
            </p:nvSpPr>
            <p:spPr>
              <a:xfrm>
                <a:off x="9280224" y="5557104"/>
                <a:ext cx="6343" cy="6345"/>
              </a:xfrm>
              <a:custGeom>
                <a:avLst/>
                <a:gdLst>
                  <a:gd name="connsiteX0" fmla="*/ 3398 w 6343"/>
                  <a:gd name="connsiteY0" fmla="*/ 6509 h 6345"/>
                  <a:gd name="connsiteX1" fmla="*/ 5641 w 6343"/>
                  <a:gd name="connsiteY1" fmla="*/ 5580 h 6345"/>
                  <a:gd name="connsiteX2" fmla="*/ 6569 w 6343"/>
                  <a:gd name="connsiteY2" fmla="*/ 3336 h 6345"/>
                  <a:gd name="connsiteX3" fmla="*/ 5641 w 6343"/>
                  <a:gd name="connsiteY3" fmla="*/ 1093 h 6345"/>
                  <a:gd name="connsiteX4" fmla="*/ 3398 w 6343"/>
                  <a:gd name="connsiteY4" fmla="*/ 164 h 6345"/>
                  <a:gd name="connsiteX5" fmla="*/ 1155 w 6343"/>
                  <a:gd name="connsiteY5" fmla="*/ 1093 h 6345"/>
                  <a:gd name="connsiteX6" fmla="*/ 226 w 6343"/>
                  <a:gd name="connsiteY6" fmla="*/ 3336 h 6345"/>
                  <a:gd name="connsiteX7" fmla="*/ 1155 w 6343"/>
                  <a:gd name="connsiteY7" fmla="*/ 5580 h 6345"/>
                  <a:gd name="connsiteX8" fmla="*/ 3398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9"/>
                    </a:moveTo>
                    <a:cubicBezTo>
                      <a:pt x="4239" y="6509"/>
                      <a:pt x="5046" y="6175"/>
                      <a:pt x="5641" y="5580"/>
                    </a:cubicBezTo>
                    <a:cubicBezTo>
                      <a:pt x="6235" y="4985"/>
                      <a:pt x="6569" y="4178"/>
                      <a:pt x="6569" y="3336"/>
                    </a:cubicBezTo>
                    <a:cubicBezTo>
                      <a:pt x="6569" y="2495"/>
                      <a:pt x="6235" y="1688"/>
                      <a:pt x="5641" y="1093"/>
                    </a:cubicBezTo>
                    <a:cubicBezTo>
                      <a:pt x="5046" y="498"/>
                      <a:pt x="4239" y="164"/>
                      <a:pt x="3398" y="164"/>
                    </a:cubicBezTo>
                    <a:cubicBezTo>
                      <a:pt x="2557" y="164"/>
                      <a:pt x="1750" y="498"/>
                      <a:pt x="1155" y="1093"/>
                    </a:cubicBezTo>
                    <a:cubicBezTo>
                      <a:pt x="561" y="1688"/>
                      <a:pt x="226" y="2495"/>
                      <a:pt x="226" y="3336"/>
                    </a:cubicBezTo>
                    <a:cubicBezTo>
                      <a:pt x="226" y="4178"/>
                      <a:pt x="561" y="4985"/>
                      <a:pt x="1155" y="5580"/>
                    </a:cubicBezTo>
                    <a:cubicBezTo>
                      <a:pt x="1750" y="6175"/>
                      <a:pt x="2557" y="6509"/>
                      <a:pt x="3398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98" name="Freeform: Shape 14797">
                <a:extLst>
                  <a:ext uri="{FF2B5EF4-FFF2-40B4-BE49-F238E27FC236}">
                    <a16:creationId xmlns:a16="http://schemas.microsoft.com/office/drawing/2014/main" id="{B809A1E6-CE68-BB15-F248-6DB9A9C3B351}"/>
                  </a:ext>
                </a:extLst>
              </p:cNvPr>
              <p:cNvSpPr/>
              <p:nvPr/>
            </p:nvSpPr>
            <p:spPr>
              <a:xfrm>
                <a:off x="9278941" y="5555573"/>
                <a:ext cx="6343" cy="6345"/>
              </a:xfrm>
              <a:custGeom>
                <a:avLst/>
                <a:gdLst>
                  <a:gd name="connsiteX0" fmla="*/ 3398 w 6343"/>
                  <a:gd name="connsiteY0" fmla="*/ 6509 h 6345"/>
                  <a:gd name="connsiteX1" fmla="*/ 5640 w 6343"/>
                  <a:gd name="connsiteY1" fmla="*/ 5580 h 6345"/>
                  <a:gd name="connsiteX2" fmla="*/ 6569 w 6343"/>
                  <a:gd name="connsiteY2" fmla="*/ 3336 h 6345"/>
                  <a:gd name="connsiteX3" fmla="*/ 5640 w 6343"/>
                  <a:gd name="connsiteY3" fmla="*/ 1093 h 6345"/>
                  <a:gd name="connsiteX4" fmla="*/ 3398 w 6343"/>
                  <a:gd name="connsiteY4" fmla="*/ 164 h 6345"/>
                  <a:gd name="connsiteX5" fmla="*/ 1155 w 6343"/>
                  <a:gd name="connsiteY5" fmla="*/ 1093 h 6345"/>
                  <a:gd name="connsiteX6" fmla="*/ 226 w 6343"/>
                  <a:gd name="connsiteY6" fmla="*/ 3336 h 6345"/>
                  <a:gd name="connsiteX7" fmla="*/ 1155 w 6343"/>
                  <a:gd name="connsiteY7" fmla="*/ 5580 h 6345"/>
                  <a:gd name="connsiteX8" fmla="*/ 3398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9"/>
                    </a:moveTo>
                    <a:cubicBezTo>
                      <a:pt x="4239" y="6509"/>
                      <a:pt x="5046" y="6175"/>
                      <a:pt x="5640" y="5580"/>
                    </a:cubicBezTo>
                    <a:cubicBezTo>
                      <a:pt x="6235" y="4985"/>
                      <a:pt x="6569" y="4178"/>
                      <a:pt x="6569" y="3336"/>
                    </a:cubicBezTo>
                    <a:cubicBezTo>
                      <a:pt x="6569" y="2495"/>
                      <a:pt x="6235" y="1688"/>
                      <a:pt x="5640" y="1093"/>
                    </a:cubicBezTo>
                    <a:cubicBezTo>
                      <a:pt x="5046" y="498"/>
                      <a:pt x="4239" y="164"/>
                      <a:pt x="3398" y="164"/>
                    </a:cubicBezTo>
                    <a:cubicBezTo>
                      <a:pt x="2557" y="164"/>
                      <a:pt x="1750" y="498"/>
                      <a:pt x="1155" y="1093"/>
                    </a:cubicBezTo>
                    <a:cubicBezTo>
                      <a:pt x="560" y="1688"/>
                      <a:pt x="226" y="2495"/>
                      <a:pt x="226" y="3336"/>
                    </a:cubicBezTo>
                    <a:cubicBezTo>
                      <a:pt x="226" y="4178"/>
                      <a:pt x="560" y="4985"/>
                      <a:pt x="1155" y="5580"/>
                    </a:cubicBezTo>
                    <a:cubicBezTo>
                      <a:pt x="1750" y="6175"/>
                      <a:pt x="2557" y="6509"/>
                      <a:pt x="3398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99" name="Freeform: Shape 14798">
                <a:extLst>
                  <a:ext uri="{FF2B5EF4-FFF2-40B4-BE49-F238E27FC236}">
                    <a16:creationId xmlns:a16="http://schemas.microsoft.com/office/drawing/2014/main" id="{2A947510-8B65-79C7-1910-6C080CFC80CD}"/>
                  </a:ext>
                </a:extLst>
              </p:cNvPr>
              <p:cNvSpPr/>
              <p:nvPr/>
            </p:nvSpPr>
            <p:spPr>
              <a:xfrm>
                <a:off x="9277505" y="5554295"/>
                <a:ext cx="6343" cy="6345"/>
              </a:xfrm>
              <a:custGeom>
                <a:avLst/>
                <a:gdLst>
                  <a:gd name="connsiteX0" fmla="*/ 3398 w 6343"/>
                  <a:gd name="connsiteY0" fmla="*/ 6509 h 6345"/>
                  <a:gd name="connsiteX1" fmla="*/ 5640 w 6343"/>
                  <a:gd name="connsiteY1" fmla="*/ 5580 h 6345"/>
                  <a:gd name="connsiteX2" fmla="*/ 6569 w 6343"/>
                  <a:gd name="connsiteY2" fmla="*/ 3336 h 6345"/>
                  <a:gd name="connsiteX3" fmla="*/ 5640 w 6343"/>
                  <a:gd name="connsiteY3" fmla="*/ 1093 h 6345"/>
                  <a:gd name="connsiteX4" fmla="*/ 3398 w 6343"/>
                  <a:gd name="connsiteY4" fmla="*/ 163 h 6345"/>
                  <a:gd name="connsiteX5" fmla="*/ 1155 w 6343"/>
                  <a:gd name="connsiteY5" fmla="*/ 1093 h 6345"/>
                  <a:gd name="connsiteX6" fmla="*/ 226 w 6343"/>
                  <a:gd name="connsiteY6" fmla="*/ 3336 h 6345"/>
                  <a:gd name="connsiteX7" fmla="*/ 1155 w 6343"/>
                  <a:gd name="connsiteY7" fmla="*/ 5580 h 6345"/>
                  <a:gd name="connsiteX8" fmla="*/ 3398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9"/>
                    </a:moveTo>
                    <a:cubicBezTo>
                      <a:pt x="4239" y="6509"/>
                      <a:pt x="5046" y="6175"/>
                      <a:pt x="5640" y="5580"/>
                    </a:cubicBezTo>
                    <a:cubicBezTo>
                      <a:pt x="6235" y="4985"/>
                      <a:pt x="6569" y="4178"/>
                      <a:pt x="6569" y="3336"/>
                    </a:cubicBezTo>
                    <a:cubicBezTo>
                      <a:pt x="6569" y="2495"/>
                      <a:pt x="6235" y="1688"/>
                      <a:pt x="5640" y="1093"/>
                    </a:cubicBezTo>
                    <a:cubicBezTo>
                      <a:pt x="5046" y="498"/>
                      <a:pt x="4239" y="163"/>
                      <a:pt x="3398" y="163"/>
                    </a:cubicBezTo>
                    <a:cubicBezTo>
                      <a:pt x="2557" y="163"/>
                      <a:pt x="1750" y="498"/>
                      <a:pt x="1155" y="1093"/>
                    </a:cubicBezTo>
                    <a:cubicBezTo>
                      <a:pt x="560" y="1688"/>
                      <a:pt x="226" y="2495"/>
                      <a:pt x="226" y="3336"/>
                    </a:cubicBezTo>
                    <a:cubicBezTo>
                      <a:pt x="226" y="4178"/>
                      <a:pt x="560" y="4985"/>
                      <a:pt x="1155" y="5580"/>
                    </a:cubicBezTo>
                    <a:cubicBezTo>
                      <a:pt x="1750" y="6175"/>
                      <a:pt x="2557" y="6509"/>
                      <a:pt x="3398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00" name="Freeform: Shape 14799">
                <a:extLst>
                  <a:ext uri="{FF2B5EF4-FFF2-40B4-BE49-F238E27FC236}">
                    <a16:creationId xmlns:a16="http://schemas.microsoft.com/office/drawing/2014/main" id="{41F40DEF-DD41-1EAE-6B64-D1A0D6FC02D2}"/>
                  </a:ext>
                </a:extLst>
              </p:cNvPr>
              <p:cNvSpPr/>
              <p:nvPr/>
            </p:nvSpPr>
            <p:spPr>
              <a:xfrm>
                <a:off x="9276480" y="5552393"/>
                <a:ext cx="6343" cy="6345"/>
              </a:xfrm>
              <a:custGeom>
                <a:avLst/>
                <a:gdLst>
                  <a:gd name="connsiteX0" fmla="*/ 3398 w 6343"/>
                  <a:gd name="connsiteY0" fmla="*/ 6509 h 6345"/>
                  <a:gd name="connsiteX1" fmla="*/ 5640 w 6343"/>
                  <a:gd name="connsiteY1" fmla="*/ 5579 h 6345"/>
                  <a:gd name="connsiteX2" fmla="*/ 6569 w 6343"/>
                  <a:gd name="connsiteY2" fmla="*/ 3336 h 6345"/>
                  <a:gd name="connsiteX3" fmla="*/ 5640 w 6343"/>
                  <a:gd name="connsiteY3" fmla="*/ 1093 h 6345"/>
                  <a:gd name="connsiteX4" fmla="*/ 3398 w 6343"/>
                  <a:gd name="connsiteY4" fmla="*/ 163 h 6345"/>
                  <a:gd name="connsiteX5" fmla="*/ 1155 w 6343"/>
                  <a:gd name="connsiteY5" fmla="*/ 1093 h 6345"/>
                  <a:gd name="connsiteX6" fmla="*/ 226 w 6343"/>
                  <a:gd name="connsiteY6" fmla="*/ 3336 h 6345"/>
                  <a:gd name="connsiteX7" fmla="*/ 1155 w 6343"/>
                  <a:gd name="connsiteY7" fmla="*/ 5579 h 6345"/>
                  <a:gd name="connsiteX8" fmla="*/ 3398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9"/>
                    </a:moveTo>
                    <a:cubicBezTo>
                      <a:pt x="4239" y="6509"/>
                      <a:pt x="5045" y="6174"/>
                      <a:pt x="5640" y="5579"/>
                    </a:cubicBezTo>
                    <a:cubicBezTo>
                      <a:pt x="6235" y="4985"/>
                      <a:pt x="6569" y="4177"/>
                      <a:pt x="6569" y="3336"/>
                    </a:cubicBezTo>
                    <a:cubicBezTo>
                      <a:pt x="6569" y="2495"/>
                      <a:pt x="6235" y="1688"/>
                      <a:pt x="5640" y="1093"/>
                    </a:cubicBezTo>
                    <a:cubicBezTo>
                      <a:pt x="5045" y="498"/>
                      <a:pt x="4239" y="163"/>
                      <a:pt x="3398" y="163"/>
                    </a:cubicBezTo>
                    <a:cubicBezTo>
                      <a:pt x="2556" y="163"/>
                      <a:pt x="1750" y="498"/>
                      <a:pt x="1155" y="1093"/>
                    </a:cubicBezTo>
                    <a:cubicBezTo>
                      <a:pt x="560" y="1688"/>
                      <a:pt x="226" y="2495"/>
                      <a:pt x="226" y="3336"/>
                    </a:cubicBezTo>
                    <a:cubicBezTo>
                      <a:pt x="226" y="4177"/>
                      <a:pt x="560" y="4985"/>
                      <a:pt x="1155" y="5579"/>
                    </a:cubicBezTo>
                    <a:cubicBezTo>
                      <a:pt x="1750" y="6174"/>
                      <a:pt x="2556" y="6509"/>
                      <a:pt x="3398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01" name="Freeform: Shape 14800">
                <a:extLst>
                  <a:ext uri="{FF2B5EF4-FFF2-40B4-BE49-F238E27FC236}">
                    <a16:creationId xmlns:a16="http://schemas.microsoft.com/office/drawing/2014/main" id="{D337A14E-9CCB-94E4-E6EA-32513537FD99}"/>
                  </a:ext>
                </a:extLst>
              </p:cNvPr>
              <p:cNvSpPr/>
              <p:nvPr/>
            </p:nvSpPr>
            <p:spPr>
              <a:xfrm>
                <a:off x="9274999" y="5551204"/>
                <a:ext cx="6343" cy="6345"/>
              </a:xfrm>
              <a:custGeom>
                <a:avLst/>
                <a:gdLst>
                  <a:gd name="connsiteX0" fmla="*/ 3397 w 6343"/>
                  <a:gd name="connsiteY0" fmla="*/ 6509 h 6345"/>
                  <a:gd name="connsiteX1" fmla="*/ 5640 w 6343"/>
                  <a:gd name="connsiteY1" fmla="*/ 5579 h 6345"/>
                  <a:gd name="connsiteX2" fmla="*/ 6569 w 6343"/>
                  <a:gd name="connsiteY2" fmla="*/ 3336 h 6345"/>
                  <a:gd name="connsiteX3" fmla="*/ 5640 w 6343"/>
                  <a:gd name="connsiteY3" fmla="*/ 1093 h 6345"/>
                  <a:gd name="connsiteX4" fmla="*/ 3397 w 6343"/>
                  <a:gd name="connsiteY4" fmla="*/ 163 h 6345"/>
                  <a:gd name="connsiteX5" fmla="*/ 1155 w 6343"/>
                  <a:gd name="connsiteY5" fmla="*/ 1093 h 6345"/>
                  <a:gd name="connsiteX6" fmla="*/ 226 w 6343"/>
                  <a:gd name="connsiteY6" fmla="*/ 3336 h 6345"/>
                  <a:gd name="connsiteX7" fmla="*/ 1155 w 6343"/>
                  <a:gd name="connsiteY7" fmla="*/ 5579 h 6345"/>
                  <a:gd name="connsiteX8" fmla="*/ 3397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9"/>
                    </a:moveTo>
                    <a:cubicBezTo>
                      <a:pt x="4239" y="6509"/>
                      <a:pt x="5045" y="6174"/>
                      <a:pt x="5640" y="5579"/>
                    </a:cubicBezTo>
                    <a:cubicBezTo>
                      <a:pt x="6235" y="4984"/>
                      <a:pt x="6569" y="4177"/>
                      <a:pt x="6569" y="3336"/>
                    </a:cubicBezTo>
                    <a:cubicBezTo>
                      <a:pt x="6569" y="2495"/>
                      <a:pt x="6235" y="1687"/>
                      <a:pt x="5640" y="1093"/>
                    </a:cubicBezTo>
                    <a:cubicBezTo>
                      <a:pt x="5045" y="498"/>
                      <a:pt x="4239" y="163"/>
                      <a:pt x="3397" y="163"/>
                    </a:cubicBezTo>
                    <a:cubicBezTo>
                      <a:pt x="2556" y="163"/>
                      <a:pt x="1750" y="498"/>
                      <a:pt x="1155" y="1093"/>
                    </a:cubicBezTo>
                    <a:cubicBezTo>
                      <a:pt x="560" y="1687"/>
                      <a:pt x="226" y="2495"/>
                      <a:pt x="226" y="3336"/>
                    </a:cubicBezTo>
                    <a:cubicBezTo>
                      <a:pt x="226" y="4177"/>
                      <a:pt x="560" y="4984"/>
                      <a:pt x="1155" y="5579"/>
                    </a:cubicBezTo>
                    <a:cubicBezTo>
                      <a:pt x="1750" y="6174"/>
                      <a:pt x="2556" y="6509"/>
                      <a:pt x="3397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02" name="Freeform: Shape 14801">
                <a:extLst>
                  <a:ext uri="{FF2B5EF4-FFF2-40B4-BE49-F238E27FC236}">
                    <a16:creationId xmlns:a16="http://schemas.microsoft.com/office/drawing/2014/main" id="{6D14EB5C-657F-DED0-8A3B-E8AEC8B6EAC4}"/>
                  </a:ext>
                </a:extLst>
              </p:cNvPr>
              <p:cNvSpPr/>
              <p:nvPr/>
            </p:nvSpPr>
            <p:spPr>
              <a:xfrm>
                <a:off x="9273765" y="5549650"/>
                <a:ext cx="6343" cy="6345"/>
              </a:xfrm>
              <a:custGeom>
                <a:avLst/>
                <a:gdLst>
                  <a:gd name="connsiteX0" fmla="*/ 3397 w 6343"/>
                  <a:gd name="connsiteY0" fmla="*/ 6509 h 6345"/>
                  <a:gd name="connsiteX1" fmla="*/ 5640 w 6343"/>
                  <a:gd name="connsiteY1" fmla="*/ 5579 h 6345"/>
                  <a:gd name="connsiteX2" fmla="*/ 6569 w 6343"/>
                  <a:gd name="connsiteY2" fmla="*/ 3336 h 6345"/>
                  <a:gd name="connsiteX3" fmla="*/ 5640 w 6343"/>
                  <a:gd name="connsiteY3" fmla="*/ 1092 h 6345"/>
                  <a:gd name="connsiteX4" fmla="*/ 3397 w 6343"/>
                  <a:gd name="connsiteY4" fmla="*/ 163 h 6345"/>
                  <a:gd name="connsiteX5" fmla="*/ 1155 w 6343"/>
                  <a:gd name="connsiteY5" fmla="*/ 1092 h 6345"/>
                  <a:gd name="connsiteX6" fmla="*/ 226 w 6343"/>
                  <a:gd name="connsiteY6" fmla="*/ 3336 h 6345"/>
                  <a:gd name="connsiteX7" fmla="*/ 1155 w 6343"/>
                  <a:gd name="connsiteY7" fmla="*/ 5579 h 6345"/>
                  <a:gd name="connsiteX8" fmla="*/ 3397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9"/>
                    </a:moveTo>
                    <a:cubicBezTo>
                      <a:pt x="4238" y="6509"/>
                      <a:pt x="5045" y="6174"/>
                      <a:pt x="5640" y="5579"/>
                    </a:cubicBezTo>
                    <a:cubicBezTo>
                      <a:pt x="6235" y="4984"/>
                      <a:pt x="6569" y="4177"/>
                      <a:pt x="6569" y="3336"/>
                    </a:cubicBezTo>
                    <a:cubicBezTo>
                      <a:pt x="6569" y="2494"/>
                      <a:pt x="6235" y="1687"/>
                      <a:pt x="5640" y="1092"/>
                    </a:cubicBezTo>
                    <a:cubicBezTo>
                      <a:pt x="5045" y="497"/>
                      <a:pt x="4238" y="163"/>
                      <a:pt x="3397" y="163"/>
                    </a:cubicBezTo>
                    <a:cubicBezTo>
                      <a:pt x="2556" y="163"/>
                      <a:pt x="1749" y="497"/>
                      <a:pt x="1155" y="1092"/>
                    </a:cubicBezTo>
                    <a:cubicBezTo>
                      <a:pt x="560" y="1687"/>
                      <a:pt x="226" y="2494"/>
                      <a:pt x="226" y="3336"/>
                    </a:cubicBezTo>
                    <a:cubicBezTo>
                      <a:pt x="226" y="4177"/>
                      <a:pt x="560" y="4984"/>
                      <a:pt x="1155" y="5579"/>
                    </a:cubicBezTo>
                    <a:cubicBezTo>
                      <a:pt x="1749" y="6174"/>
                      <a:pt x="2556" y="6509"/>
                      <a:pt x="3397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03" name="Freeform: Shape 14802">
                <a:extLst>
                  <a:ext uri="{FF2B5EF4-FFF2-40B4-BE49-F238E27FC236}">
                    <a16:creationId xmlns:a16="http://schemas.microsoft.com/office/drawing/2014/main" id="{24E6C0C5-215B-170B-4EC6-174022543F89}"/>
                  </a:ext>
                </a:extLst>
              </p:cNvPr>
              <p:cNvSpPr/>
              <p:nvPr/>
            </p:nvSpPr>
            <p:spPr>
              <a:xfrm>
                <a:off x="9272543" y="5548091"/>
                <a:ext cx="6343" cy="6345"/>
              </a:xfrm>
              <a:custGeom>
                <a:avLst/>
                <a:gdLst>
                  <a:gd name="connsiteX0" fmla="*/ 3397 w 6343"/>
                  <a:gd name="connsiteY0" fmla="*/ 6508 h 6345"/>
                  <a:gd name="connsiteX1" fmla="*/ 5640 w 6343"/>
                  <a:gd name="connsiteY1" fmla="*/ 5579 h 6345"/>
                  <a:gd name="connsiteX2" fmla="*/ 6569 w 6343"/>
                  <a:gd name="connsiteY2" fmla="*/ 3336 h 6345"/>
                  <a:gd name="connsiteX3" fmla="*/ 5640 w 6343"/>
                  <a:gd name="connsiteY3" fmla="*/ 1092 h 6345"/>
                  <a:gd name="connsiteX4" fmla="*/ 3397 w 6343"/>
                  <a:gd name="connsiteY4" fmla="*/ 163 h 6345"/>
                  <a:gd name="connsiteX5" fmla="*/ 1155 w 6343"/>
                  <a:gd name="connsiteY5" fmla="*/ 1092 h 6345"/>
                  <a:gd name="connsiteX6" fmla="*/ 226 w 6343"/>
                  <a:gd name="connsiteY6" fmla="*/ 3336 h 6345"/>
                  <a:gd name="connsiteX7" fmla="*/ 1155 w 6343"/>
                  <a:gd name="connsiteY7" fmla="*/ 5579 h 6345"/>
                  <a:gd name="connsiteX8" fmla="*/ 3397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8"/>
                    </a:moveTo>
                    <a:cubicBezTo>
                      <a:pt x="4238" y="6508"/>
                      <a:pt x="5045" y="6174"/>
                      <a:pt x="5640" y="5579"/>
                    </a:cubicBezTo>
                    <a:cubicBezTo>
                      <a:pt x="6235" y="4984"/>
                      <a:pt x="6569" y="4177"/>
                      <a:pt x="6569" y="3336"/>
                    </a:cubicBezTo>
                    <a:cubicBezTo>
                      <a:pt x="6569" y="2494"/>
                      <a:pt x="6235" y="1687"/>
                      <a:pt x="5640" y="1092"/>
                    </a:cubicBezTo>
                    <a:cubicBezTo>
                      <a:pt x="5045" y="497"/>
                      <a:pt x="4238" y="163"/>
                      <a:pt x="3397" y="163"/>
                    </a:cubicBezTo>
                    <a:cubicBezTo>
                      <a:pt x="2556" y="163"/>
                      <a:pt x="1749" y="497"/>
                      <a:pt x="1155" y="1092"/>
                    </a:cubicBezTo>
                    <a:cubicBezTo>
                      <a:pt x="560" y="1687"/>
                      <a:pt x="226" y="2494"/>
                      <a:pt x="226" y="3336"/>
                    </a:cubicBezTo>
                    <a:cubicBezTo>
                      <a:pt x="226" y="4177"/>
                      <a:pt x="560" y="4984"/>
                      <a:pt x="1155" y="5579"/>
                    </a:cubicBezTo>
                    <a:cubicBezTo>
                      <a:pt x="1749" y="6174"/>
                      <a:pt x="2556" y="6508"/>
                      <a:pt x="3397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04" name="Freeform: Shape 14803">
                <a:extLst>
                  <a:ext uri="{FF2B5EF4-FFF2-40B4-BE49-F238E27FC236}">
                    <a16:creationId xmlns:a16="http://schemas.microsoft.com/office/drawing/2014/main" id="{3BBBFD67-5EA3-C906-F3F5-90B9202D2AE5}"/>
                  </a:ext>
                </a:extLst>
              </p:cNvPr>
              <p:cNvSpPr/>
              <p:nvPr/>
            </p:nvSpPr>
            <p:spPr>
              <a:xfrm>
                <a:off x="9270953" y="5547082"/>
                <a:ext cx="6343" cy="6345"/>
              </a:xfrm>
              <a:custGeom>
                <a:avLst/>
                <a:gdLst>
                  <a:gd name="connsiteX0" fmla="*/ 3397 w 6343"/>
                  <a:gd name="connsiteY0" fmla="*/ 6508 h 6345"/>
                  <a:gd name="connsiteX1" fmla="*/ 5640 w 6343"/>
                  <a:gd name="connsiteY1" fmla="*/ 5579 h 6345"/>
                  <a:gd name="connsiteX2" fmla="*/ 6569 w 6343"/>
                  <a:gd name="connsiteY2" fmla="*/ 3336 h 6345"/>
                  <a:gd name="connsiteX3" fmla="*/ 5640 w 6343"/>
                  <a:gd name="connsiteY3" fmla="*/ 1092 h 6345"/>
                  <a:gd name="connsiteX4" fmla="*/ 3397 w 6343"/>
                  <a:gd name="connsiteY4" fmla="*/ 163 h 6345"/>
                  <a:gd name="connsiteX5" fmla="*/ 1155 w 6343"/>
                  <a:gd name="connsiteY5" fmla="*/ 1092 h 6345"/>
                  <a:gd name="connsiteX6" fmla="*/ 226 w 6343"/>
                  <a:gd name="connsiteY6" fmla="*/ 3336 h 6345"/>
                  <a:gd name="connsiteX7" fmla="*/ 1155 w 6343"/>
                  <a:gd name="connsiteY7" fmla="*/ 5579 h 6345"/>
                  <a:gd name="connsiteX8" fmla="*/ 3397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8"/>
                    </a:moveTo>
                    <a:cubicBezTo>
                      <a:pt x="4238" y="6508"/>
                      <a:pt x="5045" y="6174"/>
                      <a:pt x="5640" y="5579"/>
                    </a:cubicBezTo>
                    <a:cubicBezTo>
                      <a:pt x="6235" y="4984"/>
                      <a:pt x="6569" y="4177"/>
                      <a:pt x="6569" y="3336"/>
                    </a:cubicBezTo>
                    <a:cubicBezTo>
                      <a:pt x="6569" y="2494"/>
                      <a:pt x="6235" y="1687"/>
                      <a:pt x="5640" y="1092"/>
                    </a:cubicBezTo>
                    <a:cubicBezTo>
                      <a:pt x="5045" y="497"/>
                      <a:pt x="4238" y="163"/>
                      <a:pt x="3397" y="163"/>
                    </a:cubicBezTo>
                    <a:cubicBezTo>
                      <a:pt x="2556" y="163"/>
                      <a:pt x="1749" y="497"/>
                      <a:pt x="1155" y="1092"/>
                    </a:cubicBezTo>
                    <a:cubicBezTo>
                      <a:pt x="560" y="1687"/>
                      <a:pt x="226" y="2494"/>
                      <a:pt x="226" y="3336"/>
                    </a:cubicBezTo>
                    <a:cubicBezTo>
                      <a:pt x="226" y="4177"/>
                      <a:pt x="560" y="4984"/>
                      <a:pt x="1155" y="5579"/>
                    </a:cubicBezTo>
                    <a:cubicBezTo>
                      <a:pt x="1749" y="6174"/>
                      <a:pt x="2556" y="6508"/>
                      <a:pt x="3397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05" name="Freeform: Shape 14804">
                <a:extLst>
                  <a:ext uri="{FF2B5EF4-FFF2-40B4-BE49-F238E27FC236}">
                    <a16:creationId xmlns:a16="http://schemas.microsoft.com/office/drawing/2014/main" id="{77067F86-BB88-7830-C1F5-B95985515451}"/>
                  </a:ext>
                </a:extLst>
              </p:cNvPr>
              <p:cNvSpPr/>
              <p:nvPr/>
            </p:nvSpPr>
            <p:spPr>
              <a:xfrm>
                <a:off x="9270487" y="5544453"/>
                <a:ext cx="6343" cy="6345"/>
              </a:xfrm>
              <a:custGeom>
                <a:avLst/>
                <a:gdLst>
                  <a:gd name="connsiteX0" fmla="*/ 3397 w 6343"/>
                  <a:gd name="connsiteY0" fmla="*/ 6508 h 6345"/>
                  <a:gd name="connsiteX1" fmla="*/ 5640 w 6343"/>
                  <a:gd name="connsiteY1" fmla="*/ 5579 h 6345"/>
                  <a:gd name="connsiteX2" fmla="*/ 6569 w 6343"/>
                  <a:gd name="connsiteY2" fmla="*/ 3335 h 6345"/>
                  <a:gd name="connsiteX3" fmla="*/ 5640 w 6343"/>
                  <a:gd name="connsiteY3" fmla="*/ 1092 h 6345"/>
                  <a:gd name="connsiteX4" fmla="*/ 3397 w 6343"/>
                  <a:gd name="connsiteY4" fmla="*/ 163 h 6345"/>
                  <a:gd name="connsiteX5" fmla="*/ 1154 w 6343"/>
                  <a:gd name="connsiteY5" fmla="*/ 1092 h 6345"/>
                  <a:gd name="connsiteX6" fmla="*/ 226 w 6343"/>
                  <a:gd name="connsiteY6" fmla="*/ 3335 h 6345"/>
                  <a:gd name="connsiteX7" fmla="*/ 1154 w 6343"/>
                  <a:gd name="connsiteY7" fmla="*/ 5579 h 6345"/>
                  <a:gd name="connsiteX8" fmla="*/ 3397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8"/>
                    </a:moveTo>
                    <a:cubicBezTo>
                      <a:pt x="4238" y="6508"/>
                      <a:pt x="5045" y="6174"/>
                      <a:pt x="5640" y="5579"/>
                    </a:cubicBezTo>
                    <a:cubicBezTo>
                      <a:pt x="6234" y="4984"/>
                      <a:pt x="6569" y="4177"/>
                      <a:pt x="6569" y="3335"/>
                    </a:cubicBezTo>
                    <a:cubicBezTo>
                      <a:pt x="6569" y="2494"/>
                      <a:pt x="6234" y="1687"/>
                      <a:pt x="5640" y="1092"/>
                    </a:cubicBezTo>
                    <a:cubicBezTo>
                      <a:pt x="5045" y="497"/>
                      <a:pt x="4238" y="163"/>
                      <a:pt x="3397" y="163"/>
                    </a:cubicBezTo>
                    <a:cubicBezTo>
                      <a:pt x="2556" y="163"/>
                      <a:pt x="1749" y="497"/>
                      <a:pt x="1154" y="1092"/>
                    </a:cubicBezTo>
                    <a:cubicBezTo>
                      <a:pt x="560" y="1687"/>
                      <a:pt x="226" y="2494"/>
                      <a:pt x="226" y="3335"/>
                    </a:cubicBezTo>
                    <a:cubicBezTo>
                      <a:pt x="226" y="4177"/>
                      <a:pt x="560" y="4984"/>
                      <a:pt x="1154" y="5579"/>
                    </a:cubicBezTo>
                    <a:cubicBezTo>
                      <a:pt x="1749" y="6174"/>
                      <a:pt x="2556" y="6508"/>
                      <a:pt x="3397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06" name="Freeform: Shape 14805">
                <a:extLst>
                  <a:ext uri="{FF2B5EF4-FFF2-40B4-BE49-F238E27FC236}">
                    <a16:creationId xmlns:a16="http://schemas.microsoft.com/office/drawing/2014/main" id="{AC5A69ED-05AA-36F7-4A16-226A98291FF0}"/>
                  </a:ext>
                </a:extLst>
              </p:cNvPr>
              <p:cNvSpPr/>
              <p:nvPr/>
            </p:nvSpPr>
            <p:spPr>
              <a:xfrm>
                <a:off x="9269272" y="5542930"/>
                <a:ext cx="6343" cy="6345"/>
              </a:xfrm>
              <a:custGeom>
                <a:avLst/>
                <a:gdLst>
                  <a:gd name="connsiteX0" fmla="*/ 3397 w 6343"/>
                  <a:gd name="connsiteY0" fmla="*/ 6508 h 6345"/>
                  <a:gd name="connsiteX1" fmla="*/ 5640 w 6343"/>
                  <a:gd name="connsiteY1" fmla="*/ 5579 h 6345"/>
                  <a:gd name="connsiteX2" fmla="*/ 6569 w 6343"/>
                  <a:gd name="connsiteY2" fmla="*/ 3335 h 6345"/>
                  <a:gd name="connsiteX3" fmla="*/ 5640 w 6343"/>
                  <a:gd name="connsiteY3" fmla="*/ 1092 h 6345"/>
                  <a:gd name="connsiteX4" fmla="*/ 3397 w 6343"/>
                  <a:gd name="connsiteY4" fmla="*/ 163 h 6345"/>
                  <a:gd name="connsiteX5" fmla="*/ 1154 w 6343"/>
                  <a:gd name="connsiteY5" fmla="*/ 1092 h 6345"/>
                  <a:gd name="connsiteX6" fmla="*/ 225 w 6343"/>
                  <a:gd name="connsiteY6" fmla="*/ 3335 h 6345"/>
                  <a:gd name="connsiteX7" fmla="*/ 1154 w 6343"/>
                  <a:gd name="connsiteY7" fmla="*/ 5579 h 6345"/>
                  <a:gd name="connsiteX8" fmla="*/ 3397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8"/>
                    </a:moveTo>
                    <a:cubicBezTo>
                      <a:pt x="4238" y="6508"/>
                      <a:pt x="5045" y="6174"/>
                      <a:pt x="5640" y="5579"/>
                    </a:cubicBezTo>
                    <a:cubicBezTo>
                      <a:pt x="6234" y="4984"/>
                      <a:pt x="6569" y="4177"/>
                      <a:pt x="6569" y="3335"/>
                    </a:cubicBezTo>
                    <a:cubicBezTo>
                      <a:pt x="6569" y="2494"/>
                      <a:pt x="6234" y="1687"/>
                      <a:pt x="5640" y="1092"/>
                    </a:cubicBezTo>
                    <a:cubicBezTo>
                      <a:pt x="5045" y="497"/>
                      <a:pt x="4238" y="163"/>
                      <a:pt x="3397" y="163"/>
                    </a:cubicBezTo>
                    <a:cubicBezTo>
                      <a:pt x="2556" y="163"/>
                      <a:pt x="1749" y="497"/>
                      <a:pt x="1154" y="1092"/>
                    </a:cubicBezTo>
                    <a:cubicBezTo>
                      <a:pt x="560" y="1687"/>
                      <a:pt x="225" y="2494"/>
                      <a:pt x="225" y="3335"/>
                    </a:cubicBezTo>
                    <a:cubicBezTo>
                      <a:pt x="225" y="4177"/>
                      <a:pt x="560" y="4984"/>
                      <a:pt x="1154" y="5579"/>
                    </a:cubicBezTo>
                    <a:cubicBezTo>
                      <a:pt x="1749" y="6174"/>
                      <a:pt x="2556" y="6508"/>
                      <a:pt x="3397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07" name="Freeform: Shape 14806">
                <a:extLst>
                  <a:ext uri="{FF2B5EF4-FFF2-40B4-BE49-F238E27FC236}">
                    <a16:creationId xmlns:a16="http://schemas.microsoft.com/office/drawing/2014/main" id="{5B2090CA-FE81-FB7A-77EF-FF67B864CC86}"/>
                  </a:ext>
                </a:extLst>
              </p:cNvPr>
              <p:cNvSpPr/>
              <p:nvPr/>
            </p:nvSpPr>
            <p:spPr>
              <a:xfrm>
                <a:off x="9263765" y="5547437"/>
                <a:ext cx="6343" cy="6345"/>
              </a:xfrm>
              <a:custGeom>
                <a:avLst/>
                <a:gdLst>
                  <a:gd name="connsiteX0" fmla="*/ 3397 w 6343"/>
                  <a:gd name="connsiteY0" fmla="*/ 6508 h 6345"/>
                  <a:gd name="connsiteX1" fmla="*/ 5639 w 6343"/>
                  <a:gd name="connsiteY1" fmla="*/ 5579 h 6345"/>
                  <a:gd name="connsiteX2" fmla="*/ 6568 w 6343"/>
                  <a:gd name="connsiteY2" fmla="*/ 3336 h 6345"/>
                  <a:gd name="connsiteX3" fmla="*/ 5639 w 6343"/>
                  <a:gd name="connsiteY3" fmla="*/ 1092 h 6345"/>
                  <a:gd name="connsiteX4" fmla="*/ 3397 w 6343"/>
                  <a:gd name="connsiteY4" fmla="*/ 163 h 6345"/>
                  <a:gd name="connsiteX5" fmla="*/ 1154 w 6343"/>
                  <a:gd name="connsiteY5" fmla="*/ 1092 h 6345"/>
                  <a:gd name="connsiteX6" fmla="*/ 225 w 6343"/>
                  <a:gd name="connsiteY6" fmla="*/ 3336 h 6345"/>
                  <a:gd name="connsiteX7" fmla="*/ 1154 w 6343"/>
                  <a:gd name="connsiteY7" fmla="*/ 5579 h 6345"/>
                  <a:gd name="connsiteX8" fmla="*/ 3397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8"/>
                    </a:moveTo>
                    <a:cubicBezTo>
                      <a:pt x="4238" y="6508"/>
                      <a:pt x="5044" y="6174"/>
                      <a:pt x="5639" y="5579"/>
                    </a:cubicBezTo>
                    <a:cubicBezTo>
                      <a:pt x="6234" y="4984"/>
                      <a:pt x="6568" y="4177"/>
                      <a:pt x="6568" y="3336"/>
                    </a:cubicBezTo>
                    <a:cubicBezTo>
                      <a:pt x="6568" y="2494"/>
                      <a:pt x="6234" y="1687"/>
                      <a:pt x="5639" y="1092"/>
                    </a:cubicBezTo>
                    <a:cubicBezTo>
                      <a:pt x="5044" y="497"/>
                      <a:pt x="4238" y="163"/>
                      <a:pt x="3397" y="163"/>
                    </a:cubicBezTo>
                    <a:cubicBezTo>
                      <a:pt x="2555" y="163"/>
                      <a:pt x="1749" y="497"/>
                      <a:pt x="1154" y="1092"/>
                    </a:cubicBezTo>
                    <a:cubicBezTo>
                      <a:pt x="559" y="1687"/>
                      <a:pt x="225" y="2494"/>
                      <a:pt x="225" y="3336"/>
                    </a:cubicBezTo>
                    <a:cubicBezTo>
                      <a:pt x="225" y="4177"/>
                      <a:pt x="559" y="4984"/>
                      <a:pt x="1154" y="5579"/>
                    </a:cubicBezTo>
                    <a:cubicBezTo>
                      <a:pt x="1749" y="6174"/>
                      <a:pt x="2555" y="6508"/>
                      <a:pt x="3397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08" name="Freeform: Shape 14807">
                <a:extLst>
                  <a:ext uri="{FF2B5EF4-FFF2-40B4-BE49-F238E27FC236}">
                    <a16:creationId xmlns:a16="http://schemas.microsoft.com/office/drawing/2014/main" id="{551D1504-C22C-EE7F-5984-456CA1199453}"/>
                  </a:ext>
                </a:extLst>
              </p:cNvPr>
              <p:cNvSpPr/>
              <p:nvPr/>
            </p:nvSpPr>
            <p:spPr>
              <a:xfrm>
                <a:off x="9262860" y="5545429"/>
                <a:ext cx="6343" cy="6345"/>
              </a:xfrm>
              <a:custGeom>
                <a:avLst/>
                <a:gdLst>
                  <a:gd name="connsiteX0" fmla="*/ 3397 w 6343"/>
                  <a:gd name="connsiteY0" fmla="*/ 6508 h 6345"/>
                  <a:gd name="connsiteX1" fmla="*/ 5639 w 6343"/>
                  <a:gd name="connsiteY1" fmla="*/ 5579 h 6345"/>
                  <a:gd name="connsiteX2" fmla="*/ 6568 w 6343"/>
                  <a:gd name="connsiteY2" fmla="*/ 3335 h 6345"/>
                  <a:gd name="connsiteX3" fmla="*/ 5639 w 6343"/>
                  <a:gd name="connsiteY3" fmla="*/ 1092 h 6345"/>
                  <a:gd name="connsiteX4" fmla="*/ 3397 w 6343"/>
                  <a:gd name="connsiteY4" fmla="*/ 163 h 6345"/>
                  <a:gd name="connsiteX5" fmla="*/ 1154 w 6343"/>
                  <a:gd name="connsiteY5" fmla="*/ 1092 h 6345"/>
                  <a:gd name="connsiteX6" fmla="*/ 225 w 6343"/>
                  <a:gd name="connsiteY6" fmla="*/ 3335 h 6345"/>
                  <a:gd name="connsiteX7" fmla="*/ 1154 w 6343"/>
                  <a:gd name="connsiteY7" fmla="*/ 5579 h 6345"/>
                  <a:gd name="connsiteX8" fmla="*/ 3397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8"/>
                    </a:moveTo>
                    <a:cubicBezTo>
                      <a:pt x="4238" y="6508"/>
                      <a:pt x="5044" y="6174"/>
                      <a:pt x="5639" y="5579"/>
                    </a:cubicBezTo>
                    <a:cubicBezTo>
                      <a:pt x="6234" y="4984"/>
                      <a:pt x="6568" y="4177"/>
                      <a:pt x="6568" y="3335"/>
                    </a:cubicBezTo>
                    <a:cubicBezTo>
                      <a:pt x="6568" y="2494"/>
                      <a:pt x="6234" y="1687"/>
                      <a:pt x="5639" y="1092"/>
                    </a:cubicBezTo>
                    <a:cubicBezTo>
                      <a:pt x="5044" y="497"/>
                      <a:pt x="4238" y="163"/>
                      <a:pt x="3397" y="163"/>
                    </a:cubicBezTo>
                    <a:cubicBezTo>
                      <a:pt x="2555" y="163"/>
                      <a:pt x="1749" y="497"/>
                      <a:pt x="1154" y="1092"/>
                    </a:cubicBezTo>
                    <a:cubicBezTo>
                      <a:pt x="559" y="1687"/>
                      <a:pt x="225" y="2494"/>
                      <a:pt x="225" y="3335"/>
                    </a:cubicBezTo>
                    <a:cubicBezTo>
                      <a:pt x="225" y="4177"/>
                      <a:pt x="559" y="4984"/>
                      <a:pt x="1154" y="5579"/>
                    </a:cubicBezTo>
                    <a:cubicBezTo>
                      <a:pt x="1749" y="6174"/>
                      <a:pt x="2555" y="6508"/>
                      <a:pt x="3397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09" name="Freeform: Shape 14808">
                <a:extLst>
                  <a:ext uri="{FF2B5EF4-FFF2-40B4-BE49-F238E27FC236}">
                    <a16:creationId xmlns:a16="http://schemas.microsoft.com/office/drawing/2014/main" id="{E04DE736-D85A-2DD2-0F78-816F46F449A0}"/>
                  </a:ext>
                </a:extLst>
              </p:cNvPr>
              <p:cNvSpPr/>
              <p:nvPr/>
            </p:nvSpPr>
            <p:spPr>
              <a:xfrm>
                <a:off x="9262081" y="5543272"/>
                <a:ext cx="6343" cy="6345"/>
              </a:xfrm>
              <a:custGeom>
                <a:avLst/>
                <a:gdLst>
                  <a:gd name="connsiteX0" fmla="*/ 3396 w 6343"/>
                  <a:gd name="connsiteY0" fmla="*/ 6508 h 6345"/>
                  <a:gd name="connsiteX1" fmla="*/ 5639 w 6343"/>
                  <a:gd name="connsiteY1" fmla="*/ 5579 h 6345"/>
                  <a:gd name="connsiteX2" fmla="*/ 6568 w 6343"/>
                  <a:gd name="connsiteY2" fmla="*/ 3335 h 6345"/>
                  <a:gd name="connsiteX3" fmla="*/ 5639 w 6343"/>
                  <a:gd name="connsiteY3" fmla="*/ 1092 h 6345"/>
                  <a:gd name="connsiteX4" fmla="*/ 3396 w 6343"/>
                  <a:gd name="connsiteY4" fmla="*/ 163 h 6345"/>
                  <a:gd name="connsiteX5" fmla="*/ 1154 w 6343"/>
                  <a:gd name="connsiteY5" fmla="*/ 1092 h 6345"/>
                  <a:gd name="connsiteX6" fmla="*/ 225 w 6343"/>
                  <a:gd name="connsiteY6" fmla="*/ 3335 h 6345"/>
                  <a:gd name="connsiteX7" fmla="*/ 1154 w 6343"/>
                  <a:gd name="connsiteY7" fmla="*/ 5579 h 6345"/>
                  <a:gd name="connsiteX8" fmla="*/ 339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8"/>
                    </a:moveTo>
                    <a:cubicBezTo>
                      <a:pt x="4238" y="6508"/>
                      <a:pt x="5044" y="6174"/>
                      <a:pt x="5639" y="5579"/>
                    </a:cubicBezTo>
                    <a:cubicBezTo>
                      <a:pt x="6234" y="4984"/>
                      <a:pt x="6568" y="4177"/>
                      <a:pt x="6568" y="3335"/>
                    </a:cubicBezTo>
                    <a:cubicBezTo>
                      <a:pt x="6568" y="2494"/>
                      <a:pt x="6234" y="1687"/>
                      <a:pt x="5639" y="1092"/>
                    </a:cubicBezTo>
                    <a:cubicBezTo>
                      <a:pt x="5044" y="497"/>
                      <a:pt x="4238" y="163"/>
                      <a:pt x="3396" y="163"/>
                    </a:cubicBezTo>
                    <a:cubicBezTo>
                      <a:pt x="2555" y="163"/>
                      <a:pt x="1749" y="497"/>
                      <a:pt x="1154" y="1092"/>
                    </a:cubicBezTo>
                    <a:cubicBezTo>
                      <a:pt x="559" y="1687"/>
                      <a:pt x="225" y="2494"/>
                      <a:pt x="225" y="3335"/>
                    </a:cubicBezTo>
                    <a:cubicBezTo>
                      <a:pt x="225" y="4177"/>
                      <a:pt x="559" y="4984"/>
                      <a:pt x="1154" y="5579"/>
                    </a:cubicBezTo>
                    <a:cubicBezTo>
                      <a:pt x="1749" y="6174"/>
                      <a:pt x="2555" y="6508"/>
                      <a:pt x="339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10" name="Freeform: Shape 14809">
                <a:extLst>
                  <a:ext uri="{FF2B5EF4-FFF2-40B4-BE49-F238E27FC236}">
                    <a16:creationId xmlns:a16="http://schemas.microsoft.com/office/drawing/2014/main" id="{F06DD802-64A0-9687-9719-7996756B551B}"/>
                  </a:ext>
                </a:extLst>
              </p:cNvPr>
              <p:cNvSpPr/>
              <p:nvPr/>
            </p:nvSpPr>
            <p:spPr>
              <a:xfrm>
                <a:off x="9261431" y="5540967"/>
                <a:ext cx="6343" cy="6345"/>
              </a:xfrm>
              <a:custGeom>
                <a:avLst/>
                <a:gdLst>
                  <a:gd name="connsiteX0" fmla="*/ 3396 w 6343"/>
                  <a:gd name="connsiteY0" fmla="*/ 6508 h 6345"/>
                  <a:gd name="connsiteX1" fmla="*/ 5639 w 6343"/>
                  <a:gd name="connsiteY1" fmla="*/ 5579 h 6345"/>
                  <a:gd name="connsiteX2" fmla="*/ 6568 w 6343"/>
                  <a:gd name="connsiteY2" fmla="*/ 3335 h 6345"/>
                  <a:gd name="connsiteX3" fmla="*/ 5639 w 6343"/>
                  <a:gd name="connsiteY3" fmla="*/ 1092 h 6345"/>
                  <a:gd name="connsiteX4" fmla="*/ 3396 w 6343"/>
                  <a:gd name="connsiteY4" fmla="*/ 162 h 6345"/>
                  <a:gd name="connsiteX5" fmla="*/ 1154 w 6343"/>
                  <a:gd name="connsiteY5" fmla="*/ 1092 h 6345"/>
                  <a:gd name="connsiteX6" fmla="*/ 225 w 6343"/>
                  <a:gd name="connsiteY6" fmla="*/ 3335 h 6345"/>
                  <a:gd name="connsiteX7" fmla="*/ 1154 w 6343"/>
                  <a:gd name="connsiteY7" fmla="*/ 5579 h 6345"/>
                  <a:gd name="connsiteX8" fmla="*/ 339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8"/>
                    </a:moveTo>
                    <a:cubicBezTo>
                      <a:pt x="4238" y="6508"/>
                      <a:pt x="5044" y="6174"/>
                      <a:pt x="5639" y="5579"/>
                    </a:cubicBezTo>
                    <a:cubicBezTo>
                      <a:pt x="6234" y="4984"/>
                      <a:pt x="6568" y="4177"/>
                      <a:pt x="6568" y="3335"/>
                    </a:cubicBezTo>
                    <a:cubicBezTo>
                      <a:pt x="6568" y="2494"/>
                      <a:pt x="6234" y="1687"/>
                      <a:pt x="5639" y="1092"/>
                    </a:cubicBezTo>
                    <a:cubicBezTo>
                      <a:pt x="5044" y="497"/>
                      <a:pt x="4238" y="162"/>
                      <a:pt x="3396" y="162"/>
                    </a:cubicBezTo>
                    <a:cubicBezTo>
                      <a:pt x="2555" y="162"/>
                      <a:pt x="1749" y="497"/>
                      <a:pt x="1154" y="1092"/>
                    </a:cubicBezTo>
                    <a:cubicBezTo>
                      <a:pt x="559" y="1687"/>
                      <a:pt x="225" y="2494"/>
                      <a:pt x="225" y="3335"/>
                    </a:cubicBezTo>
                    <a:cubicBezTo>
                      <a:pt x="225" y="4177"/>
                      <a:pt x="559" y="4984"/>
                      <a:pt x="1154" y="5579"/>
                    </a:cubicBezTo>
                    <a:cubicBezTo>
                      <a:pt x="1749" y="6174"/>
                      <a:pt x="2555" y="6508"/>
                      <a:pt x="339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11" name="Freeform: Shape 14810">
                <a:extLst>
                  <a:ext uri="{FF2B5EF4-FFF2-40B4-BE49-F238E27FC236}">
                    <a16:creationId xmlns:a16="http://schemas.microsoft.com/office/drawing/2014/main" id="{69354054-DE37-38DB-1576-E54693CF8CED}"/>
                  </a:ext>
                </a:extLst>
              </p:cNvPr>
              <p:cNvSpPr/>
              <p:nvPr/>
            </p:nvSpPr>
            <p:spPr>
              <a:xfrm>
                <a:off x="9260434" y="5539154"/>
                <a:ext cx="6343" cy="6345"/>
              </a:xfrm>
              <a:custGeom>
                <a:avLst/>
                <a:gdLst>
                  <a:gd name="connsiteX0" fmla="*/ 3396 w 6343"/>
                  <a:gd name="connsiteY0" fmla="*/ 6508 h 6345"/>
                  <a:gd name="connsiteX1" fmla="*/ 5639 w 6343"/>
                  <a:gd name="connsiteY1" fmla="*/ 5578 h 6345"/>
                  <a:gd name="connsiteX2" fmla="*/ 6568 w 6343"/>
                  <a:gd name="connsiteY2" fmla="*/ 3335 h 6345"/>
                  <a:gd name="connsiteX3" fmla="*/ 5639 w 6343"/>
                  <a:gd name="connsiteY3" fmla="*/ 1092 h 6345"/>
                  <a:gd name="connsiteX4" fmla="*/ 3396 w 6343"/>
                  <a:gd name="connsiteY4" fmla="*/ 162 h 6345"/>
                  <a:gd name="connsiteX5" fmla="*/ 1154 w 6343"/>
                  <a:gd name="connsiteY5" fmla="*/ 1092 h 6345"/>
                  <a:gd name="connsiteX6" fmla="*/ 225 w 6343"/>
                  <a:gd name="connsiteY6" fmla="*/ 3335 h 6345"/>
                  <a:gd name="connsiteX7" fmla="*/ 1154 w 6343"/>
                  <a:gd name="connsiteY7" fmla="*/ 5578 h 6345"/>
                  <a:gd name="connsiteX8" fmla="*/ 339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8"/>
                    </a:moveTo>
                    <a:cubicBezTo>
                      <a:pt x="4237" y="6508"/>
                      <a:pt x="5044" y="6173"/>
                      <a:pt x="5639" y="5578"/>
                    </a:cubicBezTo>
                    <a:cubicBezTo>
                      <a:pt x="6234" y="4983"/>
                      <a:pt x="6568" y="4176"/>
                      <a:pt x="6568" y="3335"/>
                    </a:cubicBezTo>
                    <a:cubicBezTo>
                      <a:pt x="6568" y="2494"/>
                      <a:pt x="6234" y="1687"/>
                      <a:pt x="5639" y="1092"/>
                    </a:cubicBezTo>
                    <a:cubicBezTo>
                      <a:pt x="5044" y="497"/>
                      <a:pt x="4237" y="162"/>
                      <a:pt x="3396" y="162"/>
                    </a:cubicBezTo>
                    <a:cubicBezTo>
                      <a:pt x="2555" y="162"/>
                      <a:pt x="1748" y="497"/>
                      <a:pt x="1154" y="1092"/>
                    </a:cubicBezTo>
                    <a:cubicBezTo>
                      <a:pt x="559" y="1687"/>
                      <a:pt x="225" y="2494"/>
                      <a:pt x="225" y="3335"/>
                    </a:cubicBezTo>
                    <a:cubicBezTo>
                      <a:pt x="225" y="4176"/>
                      <a:pt x="559" y="4983"/>
                      <a:pt x="1154" y="5578"/>
                    </a:cubicBezTo>
                    <a:cubicBezTo>
                      <a:pt x="1748" y="6173"/>
                      <a:pt x="2555" y="6508"/>
                      <a:pt x="339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12" name="Freeform: Shape 14811">
                <a:extLst>
                  <a:ext uri="{FF2B5EF4-FFF2-40B4-BE49-F238E27FC236}">
                    <a16:creationId xmlns:a16="http://schemas.microsoft.com/office/drawing/2014/main" id="{B02BED94-F011-7C7B-0A01-69A8623F99DD}"/>
                  </a:ext>
                </a:extLst>
              </p:cNvPr>
              <p:cNvSpPr/>
              <p:nvPr/>
            </p:nvSpPr>
            <p:spPr>
              <a:xfrm>
                <a:off x="9259193" y="5537679"/>
                <a:ext cx="6343" cy="6345"/>
              </a:xfrm>
              <a:custGeom>
                <a:avLst/>
                <a:gdLst>
                  <a:gd name="connsiteX0" fmla="*/ 3396 w 6343"/>
                  <a:gd name="connsiteY0" fmla="*/ 6508 h 6345"/>
                  <a:gd name="connsiteX1" fmla="*/ 5639 w 6343"/>
                  <a:gd name="connsiteY1" fmla="*/ 5578 h 6345"/>
                  <a:gd name="connsiteX2" fmla="*/ 6568 w 6343"/>
                  <a:gd name="connsiteY2" fmla="*/ 3335 h 6345"/>
                  <a:gd name="connsiteX3" fmla="*/ 5639 w 6343"/>
                  <a:gd name="connsiteY3" fmla="*/ 1091 h 6345"/>
                  <a:gd name="connsiteX4" fmla="*/ 3396 w 6343"/>
                  <a:gd name="connsiteY4" fmla="*/ 162 h 6345"/>
                  <a:gd name="connsiteX5" fmla="*/ 1154 w 6343"/>
                  <a:gd name="connsiteY5" fmla="*/ 1091 h 6345"/>
                  <a:gd name="connsiteX6" fmla="*/ 225 w 6343"/>
                  <a:gd name="connsiteY6" fmla="*/ 3335 h 6345"/>
                  <a:gd name="connsiteX7" fmla="*/ 1154 w 6343"/>
                  <a:gd name="connsiteY7" fmla="*/ 5578 h 6345"/>
                  <a:gd name="connsiteX8" fmla="*/ 339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8"/>
                    </a:moveTo>
                    <a:cubicBezTo>
                      <a:pt x="4237" y="6508"/>
                      <a:pt x="5044" y="6173"/>
                      <a:pt x="5639" y="5578"/>
                    </a:cubicBezTo>
                    <a:cubicBezTo>
                      <a:pt x="6234" y="4983"/>
                      <a:pt x="6568" y="4176"/>
                      <a:pt x="6568" y="3335"/>
                    </a:cubicBezTo>
                    <a:cubicBezTo>
                      <a:pt x="6568" y="2493"/>
                      <a:pt x="6234" y="1686"/>
                      <a:pt x="5639" y="1091"/>
                    </a:cubicBezTo>
                    <a:cubicBezTo>
                      <a:pt x="5044" y="496"/>
                      <a:pt x="4237" y="162"/>
                      <a:pt x="3396" y="162"/>
                    </a:cubicBezTo>
                    <a:cubicBezTo>
                      <a:pt x="2555" y="162"/>
                      <a:pt x="1748" y="496"/>
                      <a:pt x="1154" y="1091"/>
                    </a:cubicBezTo>
                    <a:cubicBezTo>
                      <a:pt x="559" y="1686"/>
                      <a:pt x="225" y="2493"/>
                      <a:pt x="225" y="3335"/>
                    </a:cubicBezTo>
                    <a:cubicBezTo>
                      <a:pt x="225" y="4176"/>
                      <a:pt x="559" y="4983"/>
                      <a:pt x="1154" y="5578"/>
                    </a:cubicBezTo>
                    <a:cubicBezTo>
                      <a:pt x="1748" y="6173"/>
                      <a:pt x="2555" y="6508"/>
                      <a:pt x="339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13" name="Freeform: Shape 14812">
                <a:extLst>
                  <a:ext uri="{FF2B5EF4-FFF2-40B4-BE49-F238E27FC236}">
                    <a16:creationId xmlns:a16="http://schemas.microsoft.com/office/drawing/2014/main" id="{A58BA146-72C6-2284-FEE5-1C8E5C30373F}"/>
                  </a:ext>
                </a:extLst>
              </p:cNvPr>
              <p:cNvSpPr/>
              <p:nvPr/>
            </p:nvSpPr>
            <p:spPr>
              <a:xfrm>
                <a:off x="9258113" y="5536004"/>
                <a:ext cx="6343" cy="6345"/>
              </a:xfrm>
              <a:custGeom>
                <a:avLst/>
                <a:gdLst>
                  <a:gd name="connsiteX0" fmla="*/ 3396 w 6343"/>
                  <a:gd name="connsiteY0" fmla="*/ 6507 h 6345"/>
                  <a:gd name="connsiteX1" fmla="*/ 5639 w 6343"/>
                  <a:gd name="connsiteY1" fmla="*/ 5578 h 6345"/>
                  <a:gd name="connsiteX2" fmla="*/ 6568 w 6343"/>
                  <a:gd name="connsiteY2" fmla="*/ 3335 h 6345"/>
                  <a:gd name="connsiteX3" fmla="*/ 5639 w 6343"/>
                  <a:gd name="connsiteY3" fmla="*/ 1091 h 6345"/>
                  <a:gd name="connsiteX4" fmla="*/ 3396 w 6343"/>
                  <a:gd name="connsiteY4" fmla="*/ 162 h 6345"/>
                  <a:gd name="connsiteX5" fmla="*/ 1154 w 6343"/>
                  <a:gd name="connsiteY5" fmla="*/ 1091 h 6345"/>
                  <a:gd name="connsiteX6" fmla="*/ 225 w 6343"/>
                  <a:gd name="connsiteY6" fmla="*/ 3335 h 6345"/>
                  <a:gd name="connsiteX7" fmla="*/ 1154 w 6343"/>
                  <a:gd name="connsiteY7" fmla="*/ 5578 h 6345"/>
                  <a:gd name="connsiteX8" fmla="*/ 339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7"/>
                    </a:moveTo>
                    <a:cubicBezTo>
                      <a:pt x="4237" y="6507"/>
                      <a:pt x="5044" y="6173"/>
                      <a:pt x="5639" y="5578"/>
                    </a:cubicBezTo>
                    <a:cubicBezTo>
                      <a:pt x="6234" y="4983"/>
                      <a:pt x="6568" y="4176"/>
                      <a:pt x="6568" y="3335"/>
                    </a:cubicBezTo>
                    <a:cubicBezTo>
                      <a:pt x="6568" y="2493"/>
                      <a:pt x="6234" y="1686"/>
                      <a:pt x="5639" y="1091"/>
                    </a:cubicBezTo>
                    <a:cubicBezTo>
                      <a:pt x="5044" y="496"/>
                      <a:pt x="4237" y="162"/>
                      <a:pt x="3396" y="162"/>
                    </a:cubicBezTo>
                    <a:cubicBezTo>
                      <a:pt x="2555" y="162"/>
                      <a:pt x="1748" y="496"/>
                      <a:pt x="1154" y="1091"/>
                    </a:cubicBezTo>
                    <a:cubicBezTo>
                      <a:pt x="559" y="1686"/>
                      <a:pt x="225" y="2493"/>
                      <a:pt x="225" y="3335"/>
                    </a:cubicBezTo>
                    <a:cubicBezTo>
                      <a:pt x="225" y="4176"/>
                      <a:pt x="559" y="4983"/>
                      <a:pt x="1154" y="5578"/>
                    </a:cubicBezTo>
                    <a:cubicBezTo>
                      <a:pt x="1748" y="6173"/>
                      <a:pt x="2555" y="6507"/>
                      <a:pt x="339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14" name="Freeform: Shape 14813">
                <a:extLst>
                  <a:ext uri="{FF2B5EF4-FFF2-40B4-BE49-F238E27FC236}">
                    <a16:creationId xmlns:a16="http://schemas.microsoft.com/office/drawing/2014/main" id="{498D3B0D-12CF-F4BD-E700-E1A0CD2AAC4C}"/>
                  </a:ext>
                </a:extLst>
              </p:cNvPr>
              <p:cNvSpPr/>
              <p:nvPr/>
            </p:nvSpPr>
            <p:spPr>
              <a:xfrm>
                <a:off x="9257537" y="5533697"/>
                <a:ext cx="6343" cy="6345"/>
              </a:xfrm>
              <a:custGeom>
                <a:avLst/>
                <a:gdLst>
                  <a:gd name="connsiteX0" fmla="*/ 3396 w 6343"/>
                  <a:gd name="connsiteY0" fmla="*/ 6507 h 6345"/>
                  <a:gd name="connsiteX1" fmla="*/ 5639 w 6343"/>
                  <a:gd name="connsiteY1" fmla="*/ 5578 h 6345"/>
                  <a:gd name="connsiteX2" fmla="*/ 6568 w 6343"/>
                  <a:gd name="connsiteY2" fmla="*/ 3335 h 6345"/>
                  <a:gd name="connsiteX3" fmla="*/ 5639 w 6343"/>
                  <a:gd name="connsiteY3" fmla="*/ 1091 h 6345"/>
                  <a:gd name="connsiteX4" fmla="*/ 3396 w 6343"/>
                  <a:gd name="connsiteY4" fmla="*/ 162 h 6345"/>
                  <a:gd name="connsiteX5" fmla="*/ 1153 w 6343"/>
                  <a:gd name="connsiteY5" fmla="*/ 1091 h 6345"/>
                  <a:gd name="connsiteX6" fmla="*/ 225 w 6343"/>
                  <a:gd name="connsiteY6" fmla="*/ 3335 h 6345"/>
                  <a:gd name="connsiteX7" fmla="*/ 1153 w 6343"/>
                  <a:gd name="connsiteY7" fmla="*/ 5578 h 6345"/>
                  <a:gd name="connsiteX8" fmla="*/ 339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7"/>
                    </a:moveTo>
                    <a:cubicBezTo>
                      <a:pt x="4237" y="6507"/>
                      <a:pt x="5044" y="6173"/>
                      <a:pt x="5639" y="5578"/>
                    </a:cubicBezTo>
                    <a:cubicBezTo>
                      <a:pt x="6233" y="4983"/>
                      <a:pt x="6568" y="4176"/>
                      <a:pt x="6568" y="3335"/>
                    </a:cubicBezTo>
                    <a:cubicBezTo>
                      <a:pt x="6568" y="2493"/>
                      <a:pt x="6233" y="1686"/>
                      <a:pt x="5639" y="1091"/>
                    </a:cubicBezTo>
                    <a:cubicBezTo>
                      <a:pt x="5044" y="496"/>
                      <a:pt x="4237" y="162"/>
                      <a:pt x="3396" y="162"/>
                    </a:cubicBezTo>
                    <a:cubicBezTo>
                      <a:pt x="2555" y="162"/>
                      <a:pt x="1748" y="496"/>
                      <a:pt x="1153" y="1091"/>
                    </a:cubicBezTo>
                    <a:cubicBezTo>
                      <a:pt x="559" y="1686"/>
                      <a:pt x="225" y="2493"/>
                      <a:pt x="225" y="3335"/>
                    </a:cubicBezTo>
                    <a:cubicBezTo>
                      <a:pt x="225" y="4176"/>
                      <a:pt x="559" y="4983"/>
                      <a:pt x="1153" y="5578"/>
                    </a:cubicBezTo>
                    <a:cubicBezTo>
                      <a:pt x="1748" y="6173"/>
                      <a:pt x="2555" y="6507"/>
                      <a:pt x="339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15" name="Freeform: Shape 14814">
                <a:extLst>
                  <a:ext uri="{FF2B5EF4-FFF2-40B4-BE49-F238E27FC236}">
                    <a16:creationId xmlns:a16="http://schemas.microsoft.com/office/drawing/2014/main" id="{5DDD65CC-9D72-91DB-538F-745BFE63BC65}"/>
                  </a:ext>
                </a:extLst>
              </p:cNvPr>
              <p:cNvSpPr/>
              <p:nvPr/>
            </p:nvSpPr>
            <p:spPr>
              <a:xfrm>
                <a:off x="9256336" y="5532209"/>
                <a:ext cx="6343" cy="6345"/>
              </a:xfrm>
              <a:custGeom>
                <a:avLst/>
                <a:gdLst>
                  <a:gd name="connsiteX0" fmla="*/ 3396 w 6343"/>
                  <a:gd name="connsiteY0" fmla="*/ 6507 h 6345"/>
                  <a:gd name="connsiteX1" fmla="*/ 5639 w 6343"/>
                  <a:gd name="connsiteY1" fmla="*/ 5578 h 6345"/>
                  <a:gd name="connsiteX2" fmla="*/ 6568 w 6343"/>
                  <a:gd name="connsiteY2" fmla="*/ 3334 h 6345"/>
                  <a:gd name="connsiteX3" fmla="*/ 5639 w 6343"/>
                  <a:gd name="connsiteY3" fmla="*/ 1091 h 6345"/>
                  <a:gd name="connsiteX4" fmla="*/ 3396 w 6343"/>
                  <a:gd name="connsiteY4" fmla="*/ 162 h 6345"/>
                  <a:gd name="connsiteX5" fmla="*/ 1153 w 6343"/>
                  <a:gd name="connsiteY5" fmla="*/ 1091 h 6345"/>
                  <a:gd name="connsiteX6" fmla="*/ 224 w 6343"/>
                  <a:gd name="connsiteY6" fmla="*/ 3334 h 6345"/>
                  <a:gd name="connsiteX7" fmla="*/ 1153 w 6343"/>
                  <a:gd name="connsiteY7" fmla="*/ 5578 h 6345"/>
                  <a:gd name="connsiteX8" fmla="*/ 339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7"/>
                    </a:moveTo>
                    <a:cubicBezTo>
                      <a:pt x="4237" y="6507"/>
                      <a:pt x="5044" y="6173"/>
                      <a:pt x="5639" y="5578"/>
                    </a:cubicBezTo>
                    <a:cubicBezTo>
                      <a:pt x="6233" y="4983"/>
                      <a:pt x="6568" y="4176"/>
                      <a:pt x="6568" y="3334"/>
                    </a:cubicBezTo>
                    <a:cubicBezTo>
                      <a:pt x="6568" y="2493"/>
                      <a:pt x="6233" y="1686"/>
                      <a:pt x="5639" y="1091"/>
                    </a:cubicBezTo>
                    <a:cubicBezTo>
                      <a:pt x="5044" y="496"/>
                      <a:pt x="4237" y="162"/>
                      <a:pt x="3396" y="162"/>
                    </a:cubicBezTo>
                    <a:cubicBezTo>
                      <a:pt x="2555" y="162"/>
                      <a:pt x="1748" y="496"/>
                      <a:pt x="1153" y="1091"/>
                    </a:cubicBezTo>
                    <a:cubicBezTo>
                      <a:pt x="559" y="1686"/>
                      <a:pt x="224" y="2493"/>
                      <a:pt x="224" y="3334"/>
                    </a:cubicBezTo>
                    <a:cubicBezTo>
                      <a:pt x="224" y="4176"/>
                      <a:pt x="559" y="4983"/>
                      <a:pt x="1153" y="5578"/>
                    </a:cubicBezTo>
                    <a:cubicBezTo>
                      <a:pt x="1748" y="6173"/>
                      <a:pt x="2555" y="6507"/>
                      <a:pt x="339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16" name="Freeform: Shape 14815">
                <a:extLst>
                  <a:ext uri="{FF2B5EF4-FFF2-40B4-BE49-F238E27FC236}">
                    <a16:creationId xmlns:a16="http://schemas.microsoft.com/office/drawing/2014/main" id="{7C8D75DB-2FD2-CC5D-673D-BB4A972C5E9E}"/>
                  </a:ext>
                </a:extLst>
              </p:cNvPr>
              <p:cNvSpPr/>
              <p:nvPr/>
            </p:nvSpPr>
            <p:spPr>
              <a:xfrm>
                <a:off x="9255337" y="5530476"/>
                <a:ext cx="6343" cy="6345"/>
              </a:xfrm>
              <a:custGeom>
                <a:avLst/>
                <a:gdLst>
                  <a:gd name="connsiteX0" fmla="*/ 3396 w 6343"/>
                  <a:gd name="connsiteY0" fmla="*/ 6507 h 6345"/>
                  <a:gd name="connsiteX1" fmla="*/ 5639 w 6343"/>
                  <a:gd name="connsiteY1" fmla="*/ 5578 h 6345"/>
                  <a:gd name="connsiteX2" fmla="*/ 6567 w 6343"/>
                  <a:gd name="connsiteY2" fmla="*/ 3334 h 6345"/>
                  <a:gd name="connsiteX3" fmla="*/ 5639 w 6343"/>
                  <a:gd name="connsiteY3" fmla="*/ 1091 h 6345"/>
                  <a:gd name="connsiteX4" fmla="*/ 3396 w 6343"/>
                  <a:gd name="connsiteY4" fmla="*/ 162 h 6345"/>
                  <a:gd name="connsiteX5" fmla="*/ 1153 w 6343"/>
                  <a:gd name="connsiteY5" fmla="*/ 1091 h 6345"/>
                  <a:gd name="connsiteX6" fmla="*/ 224 w 6343"/>
                  <a:gd name="connsiteY6" fmla="*/ 3334 h 6345"/>
                  <a:gd name="connsiteX7" fmla="*/ 1153 w 6343"/>
                  <a:gd name="connsiteY7" fmla="*/ 5578 h 6345"/>
                  <a:gd name="connsiteX8" fmla="*/ 339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7"/>
                    </a:moveTo>
                    <a:cubicBezTo>
                      <a:pt x="4237" y="6507"/>
                      <a:pt x="5044" y="6173"/>
                      <a:pt x="5639" y="5578"/>
                    </a:cubicBezTo>
                    <a:cubicBezTo>
                      <a:pt x="6233" y="4983"/>
                      <a:pt x="6567" y="4176"/>
                      <a:pt x="6567" y="3334"/>
                    </a:cubicBezTo>
                    <a:cubicBezTo>
                      <a:pt x="6567" y="2493"/>
                      <a:pt x="6233" y="1686"/>
                      <a:pt x="5639" y="1091"/>
                    </a:cubicBezTo>
                    <a:cubicBezTo>
                      <a:pt x="5044" y="496"/>
                      <a:pt x="4237" y="162"/>
                      <a:pt x="3396" y="162"/>
                    </a:cubicBezTo>
                    <a:cubicBezTo>
                      <a:pt x="2555" y="162"/>
                      <a:pt x="1748" y="496"/>
                      <a:pt x="1153" y="1091"/>
                    </a:cubicBezTo>
                    <a:cubicBezTo>
                      <a:pt x="559" y="1686"/>
                      <a:pt x="224" y="2493"/>
                      <a:pt x="224" y="3334"/>
                    </a:cubicBezTo>
                    <a:cubicBezTo>
                      <a:pt x="224" y="4176"/>
                      <a:pt x="559" y="4983"/>
                      <a:pt x="1153" y="5578"/>
                    </a:cubicBezTo>
                    <a:cubicBezTo>
                      <a:pt x="1748" y="6173"/>
                      <a:pt x="2555" y="6507"/>
                      <a:pt x="339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17" name="Freeform: Shape 14816">
                <a:extLst>
                  <a:ext uri="{FF2B5EF4-FFF2-40B4-BE49-F238E27FC236}">
                    <a16:creationId xmlns:a16="http://schemas.microsoft.com/office/drawing/2014/main" id="{2A93174A-1587-5A6A-2554-81EB5FDBDCF1}"/>
                  </a:ext>
                </a:extLst>
              </p:cNvPr>
              <p:cNvSpPr/>
              <p:nvPr/>
            </p:nvSpPr>
            <p:spPr>
              <a:xfrm>
                <a:off x="9254931" y="5528026"/>
                <a:ext cx="6343" cy="6345"/>
              </a:xfrm>
              <a:custGeom>
                <a:avLst/>
                <a:gdLst>
                  <a:gd name="connsiteX0" fmla="*/ 3396 w 6343"/>
                  <a:gd name="connsiteY0" fmla="*/ 6507 h 6345"/>
                  <a:gd name="connsiteX1" fmla="*/ 5639 w 6343"/>
                  <a:gd name="connsiteY1" fmla="*/ 5578 h 6345"/>
                  <a:gd name="connsiteX2" fmla="*/ 6567 w 6343"/>
                  <a:gd name="connsiteY2" fmla="*/ 3334 h 6345"/>
                  <a:gd name="connsiteX3" fmla="*/ 5639 w 6343"/>
                  <a:gd name="connsiteY3" fmla="*/ 1091 h 6345"/>
                  <a:gd name="connsiteX4" fmla="*/ 3396 w 6343"/>
                  <a:gd name="connsiteY4" fmla="*/ 161 h 6345"/>
                  <a:gd name="connsiteX5" fmla="*/ 1153 w 6343"/>
                  <a:gd name="connsiteY5" fmla="*/ 1091 h 6345"/>
                  <a:gd name="connsiteX6" fmla="*/ 224 w 6343"/>
                  <a:gd name="connsiteY6" fmla="*/ 3334 h 6345"/>
                  <a:gd name="connsiteX7" fmla="*/ 1153 w 6343"/>
                  <a:gd name="connsiteY7" fmla="*/ 5578 h 6345"/>
                  <a:gd name="connsiteX8" fmla="*/ 339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7"/>
                    </a:moveTo>
                    <a:cubicBezTo>
                      <a:pt x="4237" y="6507"/>
                      <a:pt x="5044" y="6173"/>
                      <a:pt x="5639" y="5578"/>
                    </a:cubicBezTo>
                    <a:cubicBezTo>
                      <a:pt x="6233" y="4983"/>
                      <a:pt x="6567" y="4176"/>
                      <a:pt x="6567" y="3334"/>
                    </a:cubicBezTo>
                    <a:cubicBezTo>
                      <a:pt x="6567" y="2493"/>
                      <a:pt x="6233" y="1686"/>
                      <a:pt x="5639" y="1091"/>
                    </a:cubicBezTo>
                    <a:cubicBezTo>
                      <a:pt x="5044" y="496"/>
                      <a:pt x="4237" y="161"/>
                      <a:pt x="3396" y="161"/>
                    </a:cubicBezTo>
                    <a:cubicBezTo>
                      <a:pt x="2555" y="161"/>
                      <a:pt x="1748" y="496"/>
                      <a:pt x="1153" y="1091"/>
                    </a:cubicBezTo>
                    <a:cubicBezTo>
                      <a:pt x="559" y="1686"/>
                      <a:pt x="224" y="2493"/>
                      <a:pt x="224" y="3334"/>
                    </a:cubicBezTo>
                    <a:cubicBezTo>
                      <a:pt x="224" y="4176"/>
                      <a:pt x="559" y="4983"/>
                      <a:pt x="1153" y="5578"/>
                    </a:cubicBezTo>
                    <a:cubicBezTo>
                      <a:pt x="1748" y="6173"/>
                      <a:pt x="2555" y="6507"/>
                      <a:pt x="339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18" name="Freeform: Shape 14817">
                <a:extLst>
                  <a:ext uri="{FF2B5EF4-FFF2-40B4-BE49-F238E27FC236}">
                    <a16:creationId xmlns:a16="http://schemas.microsoft.com/office/drawing/2014/main" id="{7E1ADDE2-267E-6CD8-169A-2CD8B76AE37C}"/>
                  </a:ext>
                </a:extLst>
              </p:cNvPr>
              <p:cNvSpPr/>
              <p:nvPr/>
            </p:nvSpPr>
            <p:spPr>
              <a:xfrm>
                <a:off x="9255364" y="5524585"/>
                <a:ext cx="6343" cy="6345"/>
              </a:xfrm>
              <a:custGeom>
                <a:avLst/>
                <a:gdLst>
                  <a:gd name="connsiteX0" fmla="*/ 3396 w 6343"/>
                  <a:gd name="connsiteY0" fmla="*/ 6507 h 6345"/>
                  <a:gd name="connsiteX1" fmla="*/ 5639 w 6343"/>
                  <a:gd name="connsiteY1" fmla="*/ 5577 h 6345"/>
                  <a:gd name="connsiteX2" fmla="*/ 6567 w 6343"/>
                  <a:gd name="connsiteY2" fmla="*/ 3334 h 6345"/>
                  <a:gd name="connsiteX3" fmla="*/ 5639 w 6343"/>
                  <a:gd name="connsiteY3" fmla="*/ 1090 h 6345"/>
                  <a:gd name="connsiteX4" fmla="*/ 3396 w 6343"/>
                  <a:gd name="connsiteY4" fmla="*/ 161 h 6345"/>
                  <a:gd name="connsiteX5" fmla="*/ 1153 w 6343"/>
                  <a:gd name="connsiteY5" fmla="*/ 1090 h 6345"/>
                  <a:gd name="connsiteX6" fmla="*/ 224 w 6343"/>
                  <a:gd name="connsiteY6" fmla="*/ 3334 h 6345"/>
                  <a:gd name="connsiteX7" fmla="*/ 1153 w 6343"/>
                  <a:gd name="connsiteY7" fmla="*/ 5577 h 6345"/>
                  <a:gd name="connsiteX8" fmla="*/ 339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7"/>
                    </a:moveTo>
                    <a:cubicBezTo>
                      <a:pt x="4237" y="6507"/>
                      <a:pt x="5044" y="6172"/>
                      <a:pt x="5639" y="5577"/>
                    </a:cubicBezTo>
                    <a:cubicBezTo>
                      <a:pt x="6233" y="4982"/>
                      <a:pt x="6567" y="4175"/>
                      <a:pt x="6567" y="3334"/>
                    </a:cubicBezTo>
                    <a:cubicBezTo>
                      <a:pt x="6567" y="2492"/>
                      <a:pt x="6233" y="1685"/>
                      <a:pt x="5639" y="1090"/>
                    </a:cubicBezTo>
                    <a:cubicBezTo>
                      <a:pt x="5044" y="495"/>
                      <a:pt x="4237" y="161"/>
                      <a:pt x="3396" y="161"/>
                    </a:cubicBezTo>
                    <a:cubicBezTo>
                      <a:pt x="2555" y="161"/>
                      <a:pt x="1748" y="495"/>
                      <a:pt x="1153" y="1090"/>
                    </a:cubicBezTo>
                    <a:cubicBezTo>
                      <a:pt x="559" y="1685"/>
                      <a:pt x="224" y="2492"/>
                      <a:pt x="224" y="3334"/>
                    </a:cubicBezTo>
                    <a:cubicBezTo>
                      <a:pt x="224" y="4175"/>
                      <a:pt x="559" y="4982"/>
                      <a:pt x="1153" y="5577"/>
                    </a:cubicBezTo>
                    <a:cubicBezTo>
                      <a:pt x="1748" y="6172"/>
                      <a:pt x="2555" y="6507"/>
                      <a:pt x="339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19" name="Freeform: Shape 14818">
                <a:extLst>
                  <a:ext uri="{FF2B5EF4-FFF2-40B4-BE49-F238E27FC236}">
                    <a16:creationId xmlns:a16="http://schemas.microsoft.com/office/drawing/2014/main" id="{FAF2198D-DC11-5718-44F0-44DDB62F309D}"/>
                  </a:ext>
                </a:extLst>
              </p:cNvPr>
              <p:cNvSpPr/>
              <p:nvPr/>
            </p:nvSpPr>
            <p:spPr>
              <a:xfrm>
                <a:off x="9252936" y="5524646"/>
                <a:ext cx="6343" cy="6345"/>
              </a:xfrm>
              <a:custGeom>
                <a:avLst/>
                <a:gdLst>
                  <a:gd name="connsiteX0" fmla="*/ 3396 w 6343"/>
                  <a:gd name="connsiteY0" fmla="*/ 6507 h 6345"/>
                  <a:gd name="connsiteX1" fmla="*/ 5638 w 6343"/>
                  <a:gd name="connsiteY1" fmla="*/ 5577 h 6345"/>
                  <a:gd name="connsiteX2" fmla="*/ 6567 w 6343"/>
                  <a:gd name="connsiteY2" fmla="*/ 3334 h 6345"/>
                  <a:gd name="connsiteX3" fmla="*/ 5638 w 6343"/>
                  <a:gd name="connsiteY3" fmla="*/ 1090 h 6345"/>
                  <a:gd name="connsiteX4" fmla="*/ 3396 w 6343"/>
                  <a:gd name="connsiteY4" fmla="*/ 161 h 6345"/>
                  <a:gd name="connsiteX5" fmla="*/ 1153 w 6343"/>
                  <a:gd name="connsiteY5" fmla="*/ 1090 h 6345"/>
                  <a:gd name="connsiteX6" fmla="*/ 224 w 6343"/>
                  <a:gd name="connsiteY6" fmla="*/ 3334 h 6345"/>
                  <a:gd name="connsiteX7" fmla="*/ 1153 w 6343"/>
                  <a:gd name="connsiteY7" fmla="*/ 5577 h 6345"/>
                  <a:gd name="connsiteX8" fmla="*/ 339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7"/>
                    </a:moveTo>
                    <a:cubicBezTo>
                      <a:pt x="4237" y="6507"/>
                      <a:pt x="5044" y="6172"/>
                      <a:pt x="5638" y="5577"/>
                    </a:cubicBezTo>
                    <a:cubicBezTo>
                      <a:pt x="6233" y="4982"/>
                      <a:pt x="6567" y="4175"/>
                      <a:pt x="6567" y="3334"/>
                    </a:cubicBezTo>
                    <a:cubicBezTo>
                      <a:pt x="6567" y="2492"/>
                      <a:pt x="6233" y="1685"/>
                      <a:pt x="5638" y="1090"/>
                    </a:cubicBezTo>
                    <a:cubicBezTo>
                      <a:pt x="5044" y="495"/>
                      <a:pt x="4237" y="161"/>
                      <a:pt x="3396" y="161"/>
                    </a:cubicBezTo>
                    <a:cubicBezTo>
                      <a:pt x="2555" y="161"/>
                      <a:pt x="1748" y="495"/>
                      <a:pt x="1153" y="1090"/>
                    </a:cubicBezTo>
                    <a:cubicBezTo>
                      <a:pt x="558" y="1685"/>
                      <a:pt x="224" y="2492"/>
                      <a:pt x="224" y="3334"/>
                    </a:cubicBezTo>
                    <a:cubicBezTo>
                      <a:pt x="224" y="4175"/>
                      <a:pt x="558" y="4982"/>
                      <a:pt x="1153" y="5577"/>
                    </a:cubicBezTo>
                    <a:cubicBezTo>
                      <a:pt x="1748" y="6172"/>
                      <a:pt x="2555" y="6507"/>
                      <a:pt x="339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20" name="Freeform: Shape 14819">
                <a:extLst>
                  <a:ext uri="{FF2B5EF4-FFF2-40B4-BE49-F238E27FC236}">
                    <a16:creationId xmlns:a16="http://schemas.microsoft.com/office/drawing/2014/main" id="{E284F24C-B5E8-3305-F9C0-FB95CDD82292}"/>
                  </a:ext>
                </a:extLst>
              </p:cNvPr>
              <p:cNvSpPr/>
              <p:nvPr/>
            </p:nvSpPr>
            <p:spPr>
              <a:xfrm>
                <a:off x="9251091" y="5523982"/>
                <a:ext cx="6343" cy="6345"/>
              </a:xfrm>
              <a:custGeom>
                <a:avLst/>
                <a:gdLst>
                  <a:gd name="connsiteX0" fmla="*/ 3396 w 6343"/>
                  <a:gd name="connsiteY0" fmla="*/ 6507 h 6345"/>
                  <a:gd name="connsiteX1" fmla="*/ 5638 w 6343"/>
                  <a:gd name="connsiteY1" fmla="*/ 5577 h 6345"/>
                  <a:gd name="connsiteX2" fmla="*/ 6567 w 6343"/>
                  <a:gd name="connsiteY2" fmla="*/ 3334 h 6345"/>
                  <a:gd name="connsiteX3" fmla="*/ 5638 w 6343"/>
                  <a:gd name="connsiteY3" fmla="*/ 1090 h 6345"/>
                  <a:gd name="connsiteX4" fmla="*/ 3396 w 6343"/>
                  <a:gd name="connsiteY4" fmla="*/ 161 h 6345"/>
                  <a:gd name="connsiteX5" fmla="*/ 1153 w 6343"/>
                  <a:gd name="connsiteY5" fmla="*/ 1090 h 6345"/>
                  <a:gd name="connsiteX6" fmla="*/ 224 w 6343"/>
                  <a:gd name="connsiteY6" fmla="*/ 3334 h 6345"/>
                  <a:gd name="connsiteX7" fmla="*/ 1153 w 6343"/>
                  <a:gd name="connsiteY7" fmla="*/ 5577 h 6345"/>
                  <a:gd name="connsiteX8" fmla="*/ 339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7"/>
                    </a:moveTo>
                    <a:cubicBezTo>
                      <a:pt x="4237" y="6507"/>
                      <a:pt x="5043" y="6172"/>
                      <a:pt x="5638" y="5577"/>
                    </a:cubicBezTo>
                    <a:cubicBezTo>
                      <a:pt x="6233" y="4982"/>
                      <a:pt x="6567" y="4175"/>
                      <a:pt x="6567" y="3334"/>
                    </a:cubicBezTo>
                    <a:cubicBezTo>
                      <a:pt x="6567" y="2492"/>
                      <a:pt x="6233" y="1685"/>
                      <a:pt x="5638" y="1090"/>
                    </a:cubicBezTo>
                    <a:cubicBezTo>
                      <a:pt x="5043" y="495"/>
                      <a:pt x="4237" y="161"/>
                      <a:pt x="3396" y="161"/>
                    </a:cubicBezTo>
                    <a:cubicBezTo>
                      <a:pt x="2554" y="161"/>
                      <a:pt x="1748" y="495"/>
                      <a:pt x="1153" y="1090"/>
                    </a:cubicBezTo>
                    <a:cubicBezTo>
                      <a:pt x="558" y="1685"/>
                      <a:pt x="224" y="2492"/>
                      <a:pt x="224" y="3334"/>
                    </a:cubicBezTo>
                    <a:cubicBezTo>
                      <a:pt x="224" y="4175"/>
                      <a:pt x="558" y="4982"/>
                      <a:pt x="1153" y="5577"/>
                    </a:cubicBezTo>
                    <a:cubicBezTo>
                      <a:pt x="1748" y="6172"/>
                      <a:pt x="2554" y="6507"/>
                      <a:pt x="339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21" name="Freeform: Shape 14820">
                <a:extLst>
                  <a:ext uri="{FF2B5EF4-FFF2-40B4-BE49-F238E27FC236}">
                    <a16:creationId xmlns:a16="http://schemas.microsoft.com/office/drawing/2014/main" id="{C1E7858F-5ACB-7D3E-E4A4-3F7E4AF87F0F}"/>
                  </a:ext>
                </a:extLst>
              </p:cNvPr>
              <p:cNvSpPr/>
              <p:nvPr/>
            </p:nvSpPr>
            <p:spPr>
              <a:xfrm>
                <a:off x="9246666" y="5526336"/>
                <a:ext cx="6343" cy="6345"/>
              </a:xfrm>
              <a:custGeom>
                <a:avLst/>
                <a:gdLst>
                  <a:gd name="connsiteX0" fmla="*/ 3395 w 6343"/>
                  <a:gd name="connsiteY0" fmla="*/ 6507 h 6345"/>
                  <a:gd name="connsiteX1" fmla="*/ 5638 w 6343"/>
                  <a:gd name="connsiteY1" fmla="*/ 5577 h 6345"/>
                  <a:gd name="connsiteX2" fmla="*/ 6567 w 6343"/>
                  <a:gd name="connsiteY2" fmla="*/ 3334 h 6345"/>
                  <a:gd name="connsiteX3" fmla="*/ 5638 w 6343"/>
                  <a:gd name="connsiteY3" fmla="*/ 1091 h 6345"/>
                  <a:gd name="connsiteX4" fmla="*/ 3395 w 6343"/>
                  <a:gd name="connsiteY4" fmla="*/ 161 h 6345"/>
                  <a:gd name="connsiteX5" fmla="*/ 1153 w 6343"/>
                  <a:gd name="connsiteY5" fmla="*/ 1091 h 6345"/>
                  <a:gd name="connsiteX6" fmla="*/ 224 w 6343"/>
                  <a:gd name="connsiteY6" fmla="*/ 3334 h 6345"/>
                  <a:gd name="connsiteX7" fmla="*/ 1153 w 6343"/>
                  <a:gd name="connsiteY7" fmla="*/ 5577 h 6345"/>
                  <a:gd name="connsiteX8" fmla="*/ 339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7"/>
                    </a:moveTo>
                    <a:cubicBezTo>
                      <a:pt x="4236" y="6507"/>
                      <a:pt x="5043" y="6172"/>
                      <a:pt x="5638" y="5577"/>
                    </a:cubicBezTo>
                    <a:cubicBezTo>
                      <a:pt x="6233" y="4982"/>
                      <a:pt x="6567" y="4175"/>
                      <a:pt x="6567" y="3334"/>
                    </a:cubicBezTo>
                    <a:cubicBezTo>
                      <a:pt x="6567" y="2493"/>
                      <a:pt x="6233" y="1686"/>
                      <a:pt x="5638" y="1091"/>
                    </a:cubicBezTo>
                    <a:cubicBezTo>
                      <a:pt x="5043" y="496"/>
                      <a:pt x="4236" y="161"/>
                      <a:pt x="3395" y="161"/>
                    </a:cubicBezTo>
                    <a:cubicBezTo>
                      <a:pt x="2554" y="161"/>
                      <a:pt x="1747" y="496"/>
                      <a:pt x="1153" y="1091"/>
                    </a:cubicBezTo>
                    <a:cubicBezTo>
                      <a:pt x="558" y="1686"/>
                      <a:pt x="224" y="2493"/>
                      <a:pt x="224" y="3334"/>
                    </a:cubicBezTo>
                    <a:cubicBezTo>
                      <a:pt x="224" y="4175"/>
                      <a:pt x="558" y="4982"/>
                      <a:pt x="1153" y="5577"/>
                    </a:cubicBezTo>
                    <a:cubicBezTo>
                      <a:pt x="1747" y="6172"/>
                      <a:pt x="2554" y="6507"/>
                      <a:pt x="339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22" name="Freeform: Shape 14821">
                <a:extLst>
                  <a:ext uri="{FF2B5EF4-FFF2-40B4-BE49-F238E27FC236}">
                    <a16:creationId xmlns:a16="http://schemas.microsoft.com/office/drawing/2014/main" id="{A8D0733B-B934-7ADA-774C-631F913CA7E4}"/>
                  </a:ext>
                </a:extLst>
              </p:cNvPr>
              <p:cNvSpPr/>
              <p:nvPr/>
            </p:nvSpPr>
            <p:spPr>
              <a:xfrm>
                <a:off x="9242381" y="5525553"/>
                <a:ext cx="6343" cy="6345"/>
              </a:xfrm>
              <a:custGeom>
                <a:avLst/>
                <a:gdLst>
                  <a:gd name="connsiteX0" fmla="*/ 3395 w 6343"/>
                  <a:gd name="connsiteY0" fmla="*/ 6507 h 6345"/>
                  <a:gd name="connsiteX1" fmla="*/ 5638 w 6343"/>
                  <a:gd name="connsiteY1" fmla="*/ 5577 h 6345"/>
                  <a:gd name="connsiteX2" fmla="*/ 6566 w 6343"/>
                  <a:gd name="connsiteY2" fmla="*/ 3334 h 6345"/>
                  <a:gd name="connsiteX3" fmla="*/ 5638 w 6343"/>
                  <a:gd name="connsiteY3" fmla="*/ 1090 h 6345"/>
                  <a:gd name="connsiteX4" fmla="*/ 3395 w 6343"/>
                  <a:gd name="connsiteY4" fmla="*/ 161 h 6345"/>
                  <a:gd name="connsiteX5" fmla="*/ 1152 w 6343"/>
                  <a:gd name="connsiteY5" fmla="*/ 1090 h 6345"/>
                  <a:gd name="connsiteX6" fmla="*/ 223 w 6343"/>
                  <a:gd name="connsiteY6" fmla="*/ 3334 h 6345"/>
                  <a:gd name="connsiteX7" fmla="*/ 1152 w 6343"/>
                  <a:gd name="connsiteY7" fmla="*/ 5577 h 6345"/>
                  <a:gd name="connsiteX8" fmla="*/ 339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7"/>
                    </a:moveTo>
                    <a:cubicBezTo>
                      <a:pt x="4236" y="6507"/>
                      <a:pt x="5043" y="6172"/>
                      <a:pt x="5638" y="5577"/>
                    </a:cubicBezTo>
                    <a:cubicBezTo>
                      <a:pt x="6232" y="4982"/>
                      <a:pt x="6566" y="4175"/>
                      <a:pt x="6566" y="3334"/>
                    </a:cubicBezTo>
                    <a:cubicBezTo>
                      <a:pt x="6566" y="2493"/>
                      <a:pt x="6232" y="1685"/>
                      <a:pt x="5638" y="1090"/>
                    </a:cubicBezTo>
                    <a:cubicBezTo>
                      <a:pt x="5043" y="496"/>
                      <a:pt x="4236" y="161"/>
                      <a:pt x="3395" y="161"/>
                    </a:cubicBezTo>
                    <a:cubicBezTo>
                      <a:pt x="2554" y="161"/>
                      <a:pt x="1747" y="496"/>
                      <a:pt x="1152" y="1090"/>
                    </a:cubicBezTo>
                    <a:cubicBezTo>
                      <a:pt x="558" y="1685"/>
                      <a:pt x="223" y="2493"/>
                      <a:pt x="223" y="3334"/>
                    </a:cubicBezTo>
                    <a:cubicBezTo>
                      <a:pt x="223" y="4175"/>
                      <a:pt x="558" y="4982"/>
                      <a:pt x="1152" y="5577"/>
                    </a:cubicBezTo>
                    <a:cubicBezTo>
                      <a:pt x="1747" y="6172"/>
                      <a:pt x="2554" y="6507"/>
                      <a:pt x="339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23" name="Freeform: Shape 14822">
                <a:extLst>
                  <a:ext uri="{FF2B5EF4-FFF2-40B4-BE49-F238E27FC236}">
                    <a16:creationId xmlns:a16="http://schemas.microsoft.com/office/drawing/2014/main" id="{F3E68090-12A3-2670-30A8-D7D7D9A516EB}"/>
                  </a:ext>
                </a:extLst>
              </p:cNvPr>
              <p:cNvSpPr/>
              <p:nvPr/>
            </p:nvSpPr>
            <p:spPr>
              <a:xfrm>
                <a:off x="9240802" y="5524492"/>
                <a:ext cx="6343" cy="6345"/>
              </a:xfrm>
              <a:custGeom>
                <a:avLst/>
                <a:gdLst>
                  <a:gd name="connsiteX0" fmla="*/ 3395 w 6343"/>
                  <a:gd name="connsiteY0" fmla="*/ 6507 h 6345"/>
                  <a:gd name="connsiteX1" fmla="*/ 5637 w 6343"/>
                  <a:gd name="connsiteY1" fmla="*/ 5577 h 6345"/>
                  <a:gd name="connsiteX2" fmla="*/ 6566 w 6343"/>
                  <a:gd name="connsiteY2" fmla="*/ 3334 h 6345"/>
                  <a:gd name="connsiteX3" fmla="*/ 5637 w 6343"/>
                  <a:gd name="connsiteY3" fmla="*/ 1090 h 6345"/>
                  <a:gd name="connsiteX4" fmla="*/ 3395 w 6343"/>
                  <a:gd name="connsiteY4" fmla="*/ 161 h 6345"/>
                  <a:gd name="connsiteX5" fmla="*/ 1152 w 6343"/>
                  <a:gd name="connsiteY5" fmla="*/ 1090 h 6345"/>
                  <a:gd name="connsiteX6" fmla="*/ 223 w 6343"/>
                  <a:gd name="connsiteY6" fmla="*/ 3334 h 6345"/>
                  <a:gd name="connsiteX7" fmla="*/ 1152 w 6343"/>
                  <a:gd name="connsiteY7" fmla="*/ 5577 h 6345"/>
                  <a:gd name="connsiteX8" fmla="*/ 339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7"/>
                    </a:moveTo>
                    <a:cubicBezTo>
                      <a:pt x="4236" y="6507"/>
                      <a:pt x="5043" y="6172"/>
                      <a:pt x="5637" y="5577"/>
                    </a:cubicBezTo>
                    <a:cubicBezTo>
                      <a:pt x="6232" y="4982"/>
                      <a:pt x="6566" y="4175"/>
                      <a:pt x="6566" y="3334"/>
                    </a:cubicBezTo>
                    <a:cubicBezTo>
                      <a:pt x="6566" y="2492"/>
                      <a:pt x="6232" y="1685"/>
                      <a:pt x="5637" y="1090"/>
                    </a:cubicBezTo>
                    <a:cubicBezTo>
                      <a:pt x="5043" y="495"/>
                      <a:pt x="4236" y="161"/>
                      <a:pt x="3395" y="161"/>
                    </a:cubicBezTo>
                    <a:cubicBezTo>
                      <a:pt x="2554" y="161"/>
                      <a:pt x="1747" y="495"/>
                      <a:pt x="1152" y="1090"/>
                    </a:cubicBezTo>
                    <a:cubicBezTo>
                      <a:pt x="557" y="1685"/>
                      <a:pt x="223" y="2492"/>
                      <a:pt x="223" y="3334"/>
                    </a:cubicBezTo>
                    <a:cubicBezTo>
                      <a:pt x="223" y="4175"/>
                      <a:pt x="557" y="4982"/>
                      <a:pt x="1152" y="5577"/>
                    </a:cubicBezTo>
                    <a:cubicBezTo>
                      <a:pt x="1747" y="6172"/>
                      <a:pt x="2554" y="6507"/>
                      <a:pt x="339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24" name="Freeform: Shape 14823">
                <a:extLst>
                  <a:ext uri="{FF2B5EF4-FFF2-40B4-BE49-F238E27FC236}">
                    <a16:creationId xmlns:a16="http://schemas.microsoft.com/office/drawing/2014/main" id="{62DB928D-9816-2101-32EE-BD5850CF2A03}"/>
                  </a:ext>
                </a:extLst>
              </p:cNvPr>
              <p:cNvSpPr/>
              <p:nvPr/>
            </p:nvSpPr>
            <p:spPr>
              <a:xfrm>
                <a:off x="9240372" y="5522143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7 w 6343"/>
                  <a:gd name="connsiteY1" fmla="*/ 5577 h 6345"/>
                  <a:gd name="connsiteX2" fmla="*/ 6566 w 6343"/>
                  <a:gd name="connsiteY2" fmla="*/ 3334 h 6345"/>
                  <a:gd name="connsiteX3" fmla="*/ 5637 w 6343"/>
                  <a:gd name="connsiteY3" fmla="*/ 1090 h 6345"/>
                  <a:gd name="connsiteX4" fmla="*/ 3395 w 6343"/>
                  <a:gd name="connsiteY4" fmla="*/ 161 h 6345"/>
                  <a:gd name="connsiteX5" fmla="*/ 1152 w 6343"/>
                  <a:gd name="connsiteY5" fmla="*/ 1090 h 6345"/>
                  <a:gd name="connsiteX6" fmla="*/ 223 w 6343"/>
                  <a:gd name="connsiteY6" fmla="*/ 3334 h 6345"/>
                  <a:gd name="connsiteX7" fmla="*/ 1152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6" y="6506"/>
                      <a:pt x="5043" y="6172"/>
                      <a:pt x="5637" y="5577"/>
                    </a:cubicBezTo>
                    <a:cubicBezTo>
                      <a:pt x="6232" y="4982"/>
                      <a:pt x="6566" y="4175"/>
                      <a:pt x="6566" y="3334"/>
                    </a:cubicBezTo>
                    <a:cubicBezTo>
                      <a:pt x="6566" y="2492"/>
                      <a:pt x="6232" y="1685"/>
                      <a:pt x="5637" y="1090"/>
                    </a:cubicBezTo>
                    <a:cubicBezTo>
                      <a:pt x="5043" y="495"/>
                      <a:pt x="4236" y="161"/>
                      <a:pt x="3395" y="161"/>
                    </a:cubicBezTo>
                    <a:cubicBezTo>
                      <a:pt x="2554" y="161"/>
                      <a:pt x="1747" y="495"/>
                      <a:pt x="1152" y="1090"/>
                    </a:cubicBezTo>
                    <a:cubicBezTo>
                      <a:pt x="557" y="1685"/>
                      <a:pt x="223" y="2492"/>
                      <a:pt x="223" y="3334"/>
                    </a:cubicBezTo>
                    <a:cubicBezTo>
                      <a:pt x="223" y="4175"/>
                      <a:pt x="557" y="4982"/>
                      <a:pt x="1152" y="5577"/>
                    </a:cubicBezTo>
                    <a:cubicBezTo>
                      <a:pt x="1747" y="6172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25" name="Freeform: Shape 14824">
                <a:extLst>
                  <a:ext uri="{FF2B5EF4-FFF2-40B4-BE49-F238E27FC236}">
                    <a16:creationId xmlns:a16="http://schemas.microsoft.com/office/drawing/2014/main" id="{B41810E5-7714-D97E-E0EA-4F4319EA84DE}"/>
                  </a:ext>
                </a:extLst>
              </p:cNvPr>
              <p:cNvSpPr/>
              <p:nvPr/>
            </p:nvSpPr>
            <p:spPr>
              <a:xfrm>
                <a:off x="9243253" y="5516165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3 h 6345"/>
                  <a:gd name="connsiteX3" fmla="*/ 5638 w 6343"/>
                  <a:gd name="connsiteY3" fmla="*/ 1090 h 6345"/>
                  <a:gd name="connsiteX4" fmla="*/ 3395 w 6343"/>
                  <a:gd name="connsiteY4" fmla="*/ 160 h 6345"/>
                  <a:gd name="connsiteX5" fmla="*/ 1152 w 6343"/>
                  <a:gd name="connsiteY5" fmla="*/ 1090 h 6345"/>
                  <a:gd name="connsiteX6" fmla="*/ 223 w 6343"/>
                  <a:gd name="connsiteY6" fmla="*/ 3333 h 6345"/>
                  <a:gd name="connsiteX7" fmla="*/ 1152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6" y="6506"/>
                      <a:pt x="5043" y="6172"/>
                      <a:pt x="5638" y="5577"/>
                    </a:cubicBezTo>
                    <a:cubicBezTo>
                      <a:pt x="6232" y="4982"/>
                      <a:pt x="6567" y="4175"/>
                      <a:pt x="6567" y="3333"/>
                    </a:cubicBezTo>
                    <a:cubicBezTo>
                      <a:pt x="6567" y="2492"/>
                      <a:pt x="6232" y="1685"/>
                      <a:pt x="5638" y="1090"/>
                    </a:cubicBezTo>
                    <a:cubicBezTo>
                      <a:pt x="5043" y="495"/>
                      <a:pt x="4236" y="160"/>
                      <a:pt x="3395" y="160"/>
                    </a:cubicBezTo>
                    <a:cubicBezTo>
                      <a:pt x="2554" y="160"/>
                      <a:pt x="1747" y="495"/>
                      <a:pt x="1152" y="1090"/>
                    </a:cubicBezTo>
                    <a:cubicBezTo>
                      <a:pt x="558" y="1685"/>
                      <a:pt x="223" y="2492"/>
                      <a:pt x="223" y="3333"/>
                    </a:cubicBezTo>
                    <a:cubicBezTo>
                      <a:pt x="223" y="4175"/>
                      <a:pt x="558" y="4982"/>
                      <a:pt x="1152" y="5577"/>
                    </a:cubicBezTo>
                    <a:cubicBezTo>
                      <a:pt x="1747" y="6172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26" name="Freeform: Shape 14825">
                <a:extLst>
                  <a:ext uri="{FF2B5EF4-FFF2-40B4-BE49-F238E27FC236}">
                    <a16:creationId xmlns:a16="http://schemas.microsoft.com/office/drawing/2014/main" id="{A5C8DC81-B97A-4C14-3215-D8E6F2AF57A0}"/>
                  </a:ext>
                </a:extLst>
              </p:cNvPr>
              <p:cNvSpPr/>
              <p:nvPr/>
            </p:nvSpPr>
            <p:spPr>
              <a:xfrm>
                <a:off x="9242184" y="5514610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8 w 6343"/>
                  <a:gd name="connsiteY1" fmla="*/ 5577 h 6345"/>
                  <a:gd name="connsiteX2" fmla="*/ 6566 w 6343"/>
                  <a:gd name="connsiteY2" fmla="*/ 3333 h 6345"/>
                  <a:gd name="connsiteX3" fmla="*/ 5638 w 6343"/>
                  <a:gd name="connsiteY3" fmla="*/ 1090 h 6345"/>
                  <a:gd name="connsiteX4" fmla="*/ 3395 w 6343"/>
                  <a:gd name="connsiteY4" fmla="*/ 160 h 6345"/>
                  <a:gd name="connsiteX5" fmla="*/ 1152 w 6343"/>
                  <a:gd name="connsiteY5" fmla="*/ 1090 h 6345"/>
                  <a:gd name="connsiteX6" fmla="*/ 223 w 6343"/>
                  <a:gd name="connsiteY6" fmla="*/ 3333 h 6345"/>
                  <a:gd name="connsiteX7" fmla="*/ 1152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6" y="6506"/>
                      <a:pt x="5043" y="6171"/>
                      <a:pt x="5638" y="5577"/>
                    </a:cubicBezTo>
                    <a:cubicBezTo>
                      <a:pt x="6232" y="4982"/>
                      <a:pt x="6566" y="4174"/>
                      <a:pt x="6566" y="3333"/>
                    </a:cubicBezTo>
                    <a:cubicBezTo>
                      <a:pt x="6566" y="2492"/>
                      <a:pt x="6232" y="1685"/>
                      <a:pt x="5638" y="1090"/>
                    </a:cubicBezTo>
                    <a:cubicBezTo>
                      <a:pt x="5043" y="495"/>
                      <a:pt x="4236" y="160"/>
                      <a:pt x="3395" y="160"/>
                    </a:cubicBezTo>
                    <a:cubicBezTo>
                      <a:pt x="2554" y="160"/>
                      <a:pt x="1747" y="495"/>
                      <a:pt x="1152" y="1090"/>
                    </a:cubicBezTo>
                    <a:cubicBezTo>
                      <a:pt x="558" y="1685"/>
                      <a:pt x="223" y="2492"/>
                      <a:pt x="223" y="3333"/>
                    </a:cubicBezTo>
                    <a:cubicBezTo>
                      <a:pt x="223" y="4174"/>
                      <a:pt x="558" y="4982"/>
                      <a:pt x="1152" y="5577"/>
                    </a:cubicBezTo>
                    <a:cubicBezTo>
                      <a:pt x="1747" y="6171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27" name="Freeform: Shape 14826">
                <a:extLst>
                  <a:ext uri="{FF2B5EF4-FFF2-40B4-BE49-F238E27FC236}">
                    <a16:creationId xmlns:a16="http://schemas.microsoft.com/office/drawing/2014/main" id="{EF3F6F92-D182-AB59-0D66-02BCDD73E04E}"/>
                  </a:ext>
                </a:extLst>
              </p:cNvPr>
              <p:cNvSpPr/>
              <p:nvPr/>
            </p:nvSpPr>
            <p:spPr>
              <a:xfrm>
                <a:off x="9241460" y="5512691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7 w 6343"/>
                  <a:gd name="connsiteY1" fmla="*/ 5576 h 6345"/>
                  <a:gd name="connsiteX2" fmla="*/ 6566 w 6343"/>
                  <a:gd name="connsiteY2" fmla="*/ 3333 h 6345"/>
                  <a:gd name="connsiteX3" fmla="*/ 5637 w 6343"/>
                  <a:gd name="connsiteY3" fmla="*/ 1089 h 6345"/>
                  <a:gd name="connsiteX4" fmla="*/ 3395 w 6343"/>
                  <a:gd name="connsiteY4" fmla="*/ 160 h 6345"/>
                  <a:gd name="connsiteX5" fmla="*/ 1152 w 6343"/>
                  <a:gd name="connsiteY5" fmla="*/ 1089 h 6345"/>
                  <a:gd name="connsiteX6" fmla="*/ 223 w 6343"/>
                  <a:gd name="connsiteY6" fmla="*/ 3333 h 6345"/>
                  <a:gd name="connsiteX7" fmla="*/ 1152 w 6343"/>
                  <a:gd name="connsiteY7" fmla="*/ 5576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6" y="6506"/>
                      <a:pt x="5043" y="6171"/>
                      <a:pt x="5637" y="5576"/>
                    </a:cubicBezTo>
                    <a:cubicBezTo>
                      <a:pt x="6232" y="4981"/>
                      <a:pt x="6566" y="4174"/>
                      <a:pt x="6566" y="3333"/>
                    </a:cubicBezTo>
                    <a:cubicBezTo>
                      <a:pt x="6566" y="2492"/>
                      <a:pt x="6232" y="1684"/>
                      <a:pt x="5637" y="1089"/>
                    </a:cubicBezTo>
                    <a:cubicBezTo>
                      <a:pt x="5043" y="495"/>
                      <a:pt x="4236" y="160"/>
                      <a:pt x="3395" y="160"/>
                    </a:cubicBezTo>
                    <a:cubicBezTo>
                      <a:pt x="2554" y="160"/>
                      <a:pt x="1747" y="495"/>
                      <a:pt x="1152" y="1089"/>
                    </a:cubicBezTo>
                    <a:cubicBezTo>
                      <a:pt x="557" y="1684"/>
                      <a:pt x="223" y="2492"/>
                      <a:pt x="223" y="3333"/>
                    </a:cubicBezTo>
                    <a:cubicBezTo>
                      <a:pt x="223" y="4174"/>
                      <a:pt x="557" y="4981"/>
                      <a:pt x="1152" y="5576"/>
                    </a:cubicBezTo>
                    <a:cubicBezTo>
                      <a:pt x="1747" y="6171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28" name="Freeform: Shape 14827">
                <a:extLst>
                  <a:ext uri="{FF2B5EF4-FFF2-40B4-BE49-F238E27FC236}">
                    <a16:creationId xmlns:a16="http://schemas.microsoft.com/office/drawing/2014/main" id="{50AB85E0-4483-B4C5-D0E9-6D14A77011ED}"/>
                  </a:ext>
                </a:extLst>
              </p:cNvPr>
              <p:cNvSpPr/>
              <p:nvPr/>
            </p:nvSpPr>
            <p:spPr>
              <a:xfrm>
                <a:off x="9240500" y="5511040"/>
                <a:ext cx="6343" cy="6345"/>
              </a:xfrm>
              <a:custGeom>
                <a:avLst/>
                <a:gdLst>
                  <a:gd name="connsiteX0" fmla="*/ 3395 w 6343"/>
                  <a:gd name="connsiteY0" fmla="*/ 6505 h 6345"/>
                  <a:gd name="connsiteX1" fmla="*/ 5637 w 6343"/>
                  <a:gd name="connsiteY1" fmla="*/ 5576 h 6345"/>
                  <a:gd name="connsiteX2" fmla="*/ 6566 w 6343"/>
                  <a:gd name="connsiteY2" fmla="*/ 3333 h 6345"/>
                  <a:gd name="connsiteX3" fmla="*/ 5637 w 6343"/>
                  <a:gd name="connsiteY3" fmla="*/ 1089 h 6345"/>
                  <a:gd name="connsiteX4" fmla="*/ 3395 w 6343"/>
                  <a:gd name="connsiteY4" fmla="*/ 160 h 6345"/>
                  <a:gd name="connsiteX5" fmla="*/ 1152 w 6343"/>
                  <a:gd name="connsiteY5" fmla="*/ 1089 h 6345"/>
                  <a:gd name="connsiteX6" fmla="*/ 223 w 6343"/>
                  <a:gd name="connsiteY6" fmla="*/ 3333 h 6345"/>
                  <a:gd name="connsiteX7" fmla="*/ 1152 w 6343"/>
                  <a:gd name="connsiteY7" fmla="*/ 5576 h 6345"/>
                  <a:gd name="connsiteX8" fmla="*/ 3395 w 6343"/>
                  <a:gd name="connsiteY8" fmla="*/ 650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5"/>
                    </a:moveTo>
                    <a:cubicBezTo>
                      <a:pt x="4236" y="6505"/>
                      <a:pt x="5043" y="6171"/>
                      <a:pt x="5637" y="5576"/>
                    </a:cubicBezTo>
                    <a:cubicBezTo>
                      <a:pt x="6232" y="4981"/>
                      <a:pt x="6566" y="4174"/>
                      <a:pt x="6566" y="3333"/>
                    </a:cubicBezTo>
                    <a:cubicBezTo>
                      <a:pt x="6566" y="2491"/>
                      <a:pt x="6232" y="1684"/>
                      <a:pt x="5637" y="1089"/>
                    </a:cubicBezTo>
                    <a:cubicBezTo>
                      <a:pt x="5043" y="494"/>
                      <a:pt x="4236" y="160"/>
                      <a:pt x="3395" y="160"/>
                    </a:cubicBezTo>
                    <a:cubicBezTo>
                      <a:pt x="2554" y="160"/>
                      <a:pt x="1747" y="494"/>
                      <a:pt x="1152" y="1089"/>
                    </a:cubicBezTo>
                    <a:cubicBezTo>
                      <a:pt x="557" y="1684"/>
                      <a:pt x="223" y="2491"/>
                      <a:pt x="223" y="3333"/>
                    </a:cubicBezTo>
                    <a:cubicBezTo>
                      <a:pt x="223" y="4174"/>
                      <a:pt x="557" y="4981"/>
                      <a:pt x="1152" y="5576"/>
                    </a:cubicBezTo>
                    <a:cubicBezTo>
                      <a:pt x="1747" y="6171"/>
                      <a:pt x="2554" y="6505"/>
                      <a:pt x="3395" y="65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29" name="Freeform: Shape 14828">
                <a:extLst>
                  <a:ext uri="{FF2B5EF4-FFF2-40B4-BE49-F238E27FC236}">
                    <a16:creationId xmlns:a16="http://schemas.microsoft.com/office/drawing/2014/main" id="{55A9926A-88AC-78C0-1993-4179B7B46DF8}"/>
                  </a:ext>
                </a:extLst>
              </p:cNvPr>
              <p:cNvSpPr/>
              <p:nvPr/>
            </p:nvSpPr>
            <p:spPr>
              <a:xfrm>
                <a:off x="9239130" y="5509829"/>
                <a:ext cx="6343" cy="6345"/>
              </a:xfrm>
              <a:custGeom>
                <a:avLst/>
                <a:gdLst>
                  <a:gd name="connsiteX0" fmla="*/ 3395 w 6343"/>
                  <a:gd name="connsiteY0" fmla="*/ 6505 h 6345"/>
                  <a:gd name="connsiteX1" fmla="*/ 5637 w 6343"/>
                  <a:gd name="connsiteY1" fmla="*/ 5576 h 6345"/>
                  <a:gd name="connsiteX2" fmla="*/ 6566 w 6343"/>
                  <a:gd name="connsiteY2" fmla="*/ 3333 h 6345"/>
                  <a:gd name="connsiteX3" fmla="*/ 5637 w 6343"/>
                  <a:gd name="connsiteY3" fmla="*/ 1089 h 6345"/>
                  <a:gd name="connsiteX4" fmla="*/ 3395 w 6343"/>
                  <a:gd name="connsiteY4" fmla="*/ 160 h 6345"/>
                  <a:gd name="connsiteX5" fmla="*/ 1152 w 6343"/>
                  <a:gd name="connsiteY5" fmla="*/ 1089 h 6345"/>
                  <a:gd name="connsiteX6" fmla="*/ 223 w 6343"/>
                  <a:gd name="connsiteY6" fmla="*/ 3333 h 6345"/>
                  <a:gd name="connsiteX7" fmla="*/ 1152 w 6343"/>
                  <a:gd name="connsiteY7" fmla="*/ 5576 h 6345"/>
                  <a:gd name="connsiteX8" fmla="*/ 3395 w 6343"/>
                  <a:gd name="connsiteY8" fmla="*/ 650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5"/>
                    </a:moveTo>
                    <a:cubicBezTo>
                      <a:pt x="4236" y="6505"/>
                      <a:pt x="5043" y="6171"/>
                      <a:pt x="5637" y="5576"/>
                    </a:cubicBezTo>
                    <a:cubicBezTo>
                      <a:pt x="6232" y="4981"/>
                      <a:pt x="6566" y="4174"/>
                      <a:pt x="6566" y="3333"/>
                    </a:cubicBezTo>
                    <a:cubicBezTo>
                      <a:pt x="6566" y="2491"/>
                      <a:pt x="6232" y="1684"/>
                      <a:pt x="5637" y="1089"/>
                    </a:cubicBezTo>
                    <a:cubicBezTo>
                      <a:pt x="5043" y="494"/>
                      <a:pt x="4236" y="160"/>
                      <a:pt x="3395" y="160"/>
                    </a:cubicBezTo>
                    <a:cubicBezTo>
                      <a:pt x="2554" y="160"/>
                      <a:pt x="1747" y="494"/>
                      <a:pt x="1152" y="1089"/>
                    </a:cubicBezTo>
                    <a:cubicBezTo>
                      <a:pt x="557" y="1684"/>
                      <a:pt x="223" y="2491"/>
                      <a:pt x="223" y="3333"/>
                    </a:cubicBezTo>
                    <a:cubicBezTo>
                      <a:pt x="223" y="4174"/>
                      <a:pt x="557" y="4981"/>
                      <a:pt x="1152" y="5576"/>
                    </a:cubicBezTo>
                    <a:cubicBezTo>
                      <a:pt x="1747" y="6171"/>
                      <a:pt x="2554" y="6505"/>
                      <a:pt x="3395" y="65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30" name="Freeform: Shape 14829">
                <a:extLst>
                  <a:ext uri="{FF2B5EF4-FFF2-40B4-BE49-F238E27FC236}">
                    <a16:creationId xmlns:a16="http://schemas.microsoft.com/office/drawing/2014/main" id="{49CB7555-FA2D-6100-38DA-6D8CF66EE9B0}"/>
                  </a:ext>
                </a:extLst>
              </p:cNvPr>
              <p:cNvSpPr/>
              <p:nvPr/>
            </p:nvSpPr>
            <p:spPr>
              <a:xfrm>
                <a:off x="9237725" y="5508653"/>
                <a:ext cx="6343" cy="6345"/>
              </a:xfrm>
              <a:custGeom>
                <a:avLst/>
                <a:gdLst>
                  <a:gd name="connsiteX0" fmla="*/ 3395 w 6343"/>
                  <a:gd name="connsiteY0" fmla="*/ 6505 h 6345"/>
                  <a:gd name="connsiteX1" fmla="*/ 5637 w 6343"/>
                  <a:gd name="connsiteY1" fmla="*/ 5576 h 6345"/>
                  <a:gd name="connsiteX2" fmla="*/ 6566 w 6343"/>
                  <a:gd name="connsiteY2" fmla="*/ 3333 h 6345"/>
                  <a:gd name="connsiteX3" fmla="*/ 5637 w 6343"/>
                  <a:gd name="connsiteY3" fmla="*/ 1089 h 6345"/>
                  <a:gd name="connsiteX4" fmla="*/ 3395 w 6343"/>
                  <a:gd name="connsiteY4" fmla="*/ 160 h 6345"/>
                  <a:gd name="connsiteX5" fmla="*/ 1152 w 6343"/>
                  <a:gd name="connsiteY5" fmla="*/ 1089 h 6345"/>
                  <a:gd name="connsiteX6" fmla="*/ 223 w 6343"/>
                  <a:gd name="connsiteY6" fmla="*/ 3333 h 6345"/>
                  <a:gd name="connsiteX7" fmla="*/ 1152 w 6343"/>
                  <a:gd name="connsiteY7" fmla="*/ 5576 h 6345"/>
                  <a:gd name="connsiteX8" fmla="*/ 3395 w 6343"/>
                  <a:gd name="connsiteY8" fmla="*/ 650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5"/>
                    </a:moveTo>
                    <a:cubicBezTo>
                      <a:pt x="4236" y="6505"/>
                      <a:pt x="5042" y="6171"/>
                      <a:pt x="5637" y="5576"/>
                    </a:cubicBezTo>
                    <a:cubicBezTo>
                      <a:pt x="6232" y="4981"/>
                      <a:pt x="6566" y="4174"/>
                      <a:pt x="6566" y="3333"/>
                    </a:cubicBezTo>
                    <a:cubicBezTo>
                      <a:pt x="6566" y="2491"/>
                      <a:pt x="6232" y="1684"/>
                      <a:pt x="5637" y="1089"/>
                    </a:cubicBezTo>
                    <a:cubicBezTo>
                      <a:pt x="5042" y="494"/>
                      <a:pt x="4236" y="160"/>
                      <a:pt x="3395" y="160"/>
                    </a:cubicBezTo>
                    <a:cubicBezTo>
                      <a:pt x="2553" y="160"/>
                      <a:pt x="1747" y="494"/>
                      <a:pt x="1152" y="1089"/>
                    </a:cubicBezTo>
                    <a:cubicBezTo>
                      <a:pt x="557" y="1684"/>
                      <a:pt x="223" y="2491"/>
                      <a:pt x="223" y="3333"/>
                    </a:cubicBezTo>
                    <a:cubicBezTo>
                      <a:pt x="223" y="4174"/>
                      <a:pt x="557" y="4981"/>
                      <a:pt x="1152" y="5576"/>
                    </a:cubicBezTo>
                    <a:cubicBezTo>
                      <a:pt x="1747" y="6171"/>
                      <a:pt x="2553" y="6505"/>
                      <a:pt x="3395" y="65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31" name="Freeform: Shape 14830">
                <a:extLst>
                  <a:ext uri="{FF2B5EF4-FFF2-40B4-BE49-F238E27FC236}">
                    <a16:creationId xmlns:a16="http://schemas.microsoft.com/office/drawing/2014/main" id="{D41DD8EF-A6E3-37BF-F421-D9134D6C03E4}"/>
                  </a:ext>
                </a:extLst>
              </p:cNvPr>
              <p:cNvSpPr/>
              <p:nvPr/>
            </p:nvSpPr>
            <p:spPr>
              <a:xfrm>
                <a:off x="9237011" y="5506767"/>
                <a:ext cx="6343" cy="6345"/>
              </a:xfrm>
              <a:custGeom>
                <a:avLst/>
                <a:gdLst>
                  <a:gd name="connsiteX0" fmla="*/ 3394 w 6343"/>
                  <a:gd name="connsiteY0" fmla="*/ 6505 h 6345"/>
                  <a:gd name="connsiteX1" fmla="*/ 5637 w 6343"/>
                  <a:gd name="connsiteY1" fmla="*/ 5576 h 6345"/>
                  <a:gd name="connsiteX2" fmla="*/ 6566 w 6343"/>
                  <a:gd name="connsiteY2" fmla="*/ 3332 h 6345"/>
                  <a:gd name="connsiteX3" fmla="*/ 5637 w 6343"/>
                  <a:gd name="connsiteY3" fmla="*/ 1089 h 6345"/>
                  <a:gd name="connsiteX4" fmla="*/ 3394 w 6343"/>
                  <a:gd name="connsiteY4" fmla="*/ 160 h 6345"/>
                  <a:gd name="connsiteX5" fmla="*/ 1152 w 6343"/>
                  <a:gd name="connsiteY5" fmla="*/ 1089 h 6345"/>
                  <a:gd name="connsiteX6" fmla="*/ 223 w 6343"/>
                  <a:gd name="connsiteY6" fmla="*/ 3332 h 6345"/>
                  <a:gd name="connsiteX7" fmla="*/ 1152 w 6343"/>
                  <a:gd name="connsiteY7" fmla="*/ 5576 h 6345"/>
                  <a:gd name="connsiteX8" fmla="*/ 3394 w 6343"/>
                  <a:gd name="connsiteY8" fmla="*/ 650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5"/>
                    </a:moveTo>
                    <a:cubicBezTo>
                      <a:pt x="4236" y="6505"/>
                      <a:pt x="5042" y="6171"/>
                      <a:pt x="5637" y="5576"/>
                    </a:cubicBezTo>
                    <a:cubicBezTo>
                      <a:pt x="6232" y="4981"/>
                      <a:pt x="6566" y="4174"/>
                      <a:pt x="6566" y="3332"/>
                    </a:cubicBezTo>
                    <a:cubicBezTo>
                      <a:pt x="6566" y="2491"/>
                      <a:pt x="6232" y="1684"/>
                      <a:pt x="5637" y="1089"/>
                    </a:cubicBezTo>
                    <a:cubicBezTo>
                      <a:pt x="5042" y="494"/>
                      <a:pt x="4236" y="160"/>
                      <a:pt x="3394" y="160"/>
                    </a:cubicBezTo>
                    <a:cubicBezTo>
                      <a:pt x="2553" y="160"/>
                      <a:pt x="1747" y="494"/>
                      <a:pt x="1152" y="1089"/>
                    </a:cubicBezTo>
                    <a:cubicBezTo>
                      <a:pt x="557" y="1684"/>
                      <a:pt x="223" y="2491"/>
                      <a:pt x="223" y="3332"/>
                    </a:cubicBezTo>
                    <a:cubicBezTo>
                      <a:pt x="223" y="4174"/>
                      <a:pt x="557" y="4981"/>
                      <a:pt x="1152" y="5576"/>
                    </a:cubicBezTo>
                    <a:cubicBezTo>
                      <a:pt x="1747" y="6171"/>
                      <a:pt x="2553" y="6505"/>
                      <a:pt x="3394" y="65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32" name="Freeform: Shape 14831">
                <a:extLst>
                  <a:ext uri="{FF2B5EF4-FFF2-40B4-BE49-F238E27FC236}">
                    <a16:creationId xmlns:a16="http://schemas.microsoft.com/office/drawing/2014/main" id="{3531BBDF-BDF8-17F7-1307-100895EA1252}"/>
                  </a:ext>
                </a:extLst>
              </p:cNvPr>
              <p:cNvSpPr/>
              <p:nvPr/>
            </p:nvSpPr>
            <p:spPr>
              <a:xfrm>
                <a:off x="9234721" y="5506492"/>
                <a:ext cx="6343" cy="6345"/>
              </a:xfrm>
              <a:custGeom>
                <a:avLst/>
                <a:gdLst>
                  <a:gd name="connsiteX0" fmla="*/ 3394 w 6343"/>
                  <a:gd name="connsiteY0" fmla="*/ 6505 h 6345"/>
                  <a:gd name="connsiteX1" fmla="*/ 5637 w 6343"/>
                  <a:gd name="connsiteY1" fmla="*/ 5576 h 6345"/>
                  <a:gd name="connsiteX2" fmla="*/ 6566 w 6343"/>
                  <a:gd name="connsiteY2" fmla="*/ 3332 h 6345"/>
                  <a:gd name="connsiteX3" fmla="*/ 5637 w 6343"/>
                  <a:gd name="connsiteY3" fmla="*/ 1089 h 6345"/>
                  <a:gd name="connsiteX4" fmla="*/ 3394 w 6343"/>
                  <a:gd name="connsiteY4" fmla="*/ 160 h 6345"/>
                  <a:gd name="connsiteX5" fmla="*/ 1152 w 6343"/>
                  <a:gd name="connsiteY5" fmla="*/ 1089 h 6345"/>
                  <a:gd name="connsiteX6" fmla="*/ 223 w 6343"/>
                  <a:gd name="connsiteY6" fmla="*/ 3332 h 6345"/>
                  <a:gd name="connsiteX7" fmla="*/ 1152 w 6343"/>
                  <a:gd name="connsiteY7" fmla="*/ 5576 h 6345"/>
                  <a:gd name="connsiteX8" fmla="*/ 3394 w 6343"/>
                  <a:gd name="connsiteY8" fmla="*/ 650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5"/>
                    </a:moveTo>
                    <a:cubicBezTo>
                      <a:pt x="4235" y="6505"/>
                      <a:pt x="5042" y="6171"/>
                      <a:pt x="5637" y="5576"/>
                    </a:cubicBezTo>
                    <a:cubicBezTo>
                      <a:pt x="6232" y="4981"/>
                      <a:pt x="6566" y="4174"/>
                      <a:pt x="6566" y="3332"/>
                    </a:cubicBezTo>
                    <a:cubicBezTo>
                      <a:pt x="6566" y="2491"/>
                      <a:pt x="6232" y="1684"/>
                      <a:pt x="5637" y="1089"/>
                    </a:cubicBezTo>
                    <a:cubicBezTo>
                      <a:pt x="5042" y="494"/>
                      <a:pt x="4235" y="160"/>
                      <a:pt x="3394" y="160"/>
                    </a:cubicBezTo>
                    <a:cubicBezTo>
                      <a:pt x="2553" y="160"/>
                      <a:pt x="1746" y="494"/>
                      <a:pt x="1152" y="1089"/>
                    </a:cubicBezTo>
                    <a:cubicBezTo>
                      <a:pt x="557" y="1684"/>
                      <a:pt x="223" y="2491"/>
                      <a:pt x="223" y="3332"/>
                    </a:cubicBezTo>
                    <a:cubicBezTo>
                      <a:pt x="223" y="4174"/>
                      <a:pt x="557" y="4981"/>
                      <a:pt x="1152" y="5576"/>
                    </a:cubicBezTo>
                    <a:cubicBezTo>
                      <a:pt x="1746" y="6171"/>
                      <a:pt x="2553" y="6505"/>
                      <a:pt x="3394" y="65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33" name="Freeform: Shape 14832">
                <a:extLst>
                  <a:ext uri="{FF2B5EF4-FFF2-40B4-BE49-F238E27FC236}">
                    <a16:creationId xmlns:a16="http://schemas.microsoft.com/office/drawing/2014/main" id="{9A030914-7AAD-82CE-03FC-B70B2C1DFCC2}"/>
                  </a:ext>
                </a:extLst>
              </p:cNvPr>
              <p:cNvSpPr/>
              <p:nvPr/>
            </p:nvSpPr>
            <p:spPr>
              <a:xfrm>
                <a:off x="9231732" y="5506891"/>
                <a:ext cx="6343" cy="6345"/>
              </a:xfrm>
              <a:custGeom>
                <a:avLst/>
                <a:gdLst>
                  <a:gd name="connsiteX0" fmla="*/ 3394 w 6343"/>
                  <a:gd name="connsiteY0" fmla="*/ 6505 h 6345"/>
                  <a:gd name="connsiteX1" fmla="*/ 5637 w 6343"/>
                  <a:gd name="connsiteY1" fmla="*/ 5576 h 6345"/>
                  <a:gd name="connsiteX2" fmla="*/ 6566 w 6343"/>
                  <a:gd name="connsiteY2" fmla="*/ 3332 h 6345"/>
                  <a:gd name="connsiteX3" fmla="*/ 5637 w 6343"/>
                  <a:gd name="connsiteY3" fmla="*/ 1089 h 6345"/>
                  <a:gd name="connsiteX4" fmla="*/ 3394 w 6343"/>
                  <a:gd name="connsiteY4" fmla="*/ 160 h 6345"/>
                  <a:gd name="connsiteX5" fmla="*/ 1151 w 6343"/>
                  <a:gd name="connsiteY5" fmla="*/ 1089 h 6345"/>
                  <a:gd name="connsiteX6" fmla="*/ 223 w 6343"/>
                  <a:gd name="connsiteY6" fmla="*/ 3332 h 6345"/>
                  <a:gd name="connsiteX7" fmla="*/ 1151 w 6343"/>
                  <a:gd name="connsiteY7" fmla="*/ 5576 h 6345"/>
                  <a:gd name="connsiteX8" fmla="*/ 3394 w 6343"/>
                  <a:gd name="connsiteY8" fmla="*/ 650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5"/>
                    </a:moveTo>
                    <a:cubicBezTo>
                      <a:pt x="4235" y="6505"/>
                      <a:pt x="5042" y="6171"/>
                      <a:pt x="5637" y="5576"/>
                    </a:cubicBezTo>
                    <a:cubicBezTo>
                      <a:pt x="6231" y="4981"/>
                      <a:pt x="6566" y="4174"/>
                      <a:pt x="6566" y="3332"/>
                    </a:cubicBezTo>
                    <a:cubicBezTo>
                      <a:pt x="6566" y="2491"/>
                      <a:pt x="6231" y="1684"/>
                      <a:pt x="5637" y="1089"/>
                    </a:cubicBezTo>
                    <a:cubicBezTo>
                      <a:pt x="5042" y="494"/>
                      <a:pt x="4235" y="160"/>
                      <a:pt x="3394" y="160"/>
                    </a:cubicBezTo>
                    <a:cubicBezTo>
                      <a:pt x="2553" y="160"/>
                      <a:pt x="1746" y="494"/>
                      <a:pt x="1151" y="1089"/>
                    </a:cubicBezTo>
                    <a:cubicBezTo>
                      <a:pt x="557" y="1684"/>
                      <a:pt x="223" y="2491"/>
                      <a:pt x="223" y="3332"/>
                    </a:cubicBezTo>
                    <a:cubicBezTo>
                      <a:pt x="223" y="4174"/>
                      <a:pt x="557" y="4981"/>
                      <a:pt x="1151" y="5576"/>
                    </a:cubicBezTo>
                    <a:cubicBezTo>
                      <a:pt x="1746" y="6171"/>
                      <a:pt x="2553" y="6505"/>
                      <a:pt x="3394" y="65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34" name="Freeform: Shape 14833">
                <a:extLst>
                  <a:ext uri="{FF2B5EF4-FFF2-40B4-BE49-F238E27FC236}">
                    <a16:creationId xmlns:a16="http://schemas.microsoft.com/office/drawing/2014/main" id="{1A29680B-50A4-97A8-020F-E707E4AD738D}"/>
                  </a:ext>
                </a:extLst>
              </p:cNvPr>
              <p:cNvSpPr/>
              <p:nvPr/>
            </p:nvSpPr>
            <p:spPr>
              <a:xfrm>
                <a:off x="9217144" y="5518715"/>
                <a:ext cx="6343" cy="6345"/>
              </a:xfrm>
              <a:custGeom>
                <a:avLst/>
                <a:gdLst>
                  <a:gd name="connsiteX0" fmla="*/ 3393 w 6343"/>
                  <a:gd name="connsiteY0" fmla="*/ 6506 h 6345"/>
                  <a:gd name="connsiteX1" fmla="*/ 5636 w 6343"/>
                  <a:gd name="connsiteY1" fmla="*/ 5577 h 6345"/>
                  <a:gd name="connsiteX2" fmla="*/ 6564 w 6343"/>
                  <a:gd name="connsiteY2" fmla="*/ 3333 h 6345"/>
                  <a:gd name="connsiteX3" fmla="*/ 5636 w 6343"/>
                  <a:gd name="connsiteY3" fmla="*/ 1090 h 6345"/>
                  <a:gd name="connsiteX4" fmla="*/ 3393 w 6343"/>
                  <a:gd name="connsiteY4" fmla="*/ 161 h 6345"/>
                  <a:gd name="connsiteX5" fmla="*/ 1150 w 6343"/>
                  <a:gd name="connsiteY5" fmla="*/ 1090 h 6345"/>
                  <a:gd name="connsiteX6" fmla="*/ 221 w 6343"/>
                  <a:gd name="connsiteY6" fmla="*/ 3333 h 6345"/>
                  <a:gd name="connsiteX7" fmla="*/ 1150 w 6343"/>
                  <a:gd name="connsiteY7" fmla="*/ 5577 h 6345"/>
                  <a:gd name="connsiteX8" fmla="*/ 339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6"/>
                    </a:moveTo>
                    <a:cubicBezTo>
                      <a:pt x="4234" y="6506"/>
                      <a:pt x="5041" y="6172"/>
                      <a:pt x="5636" y="5577"/>
                    </a:cubicBezTo>
                    <a:cubicBezTo>
                      <a:pt x="6230" y="4982"/>
                      <a:pt x="6564" y="4175"/>
                      <a:pt x="6564" y="3333"/>
                    </a:cubicBezTo>
                    <a:cubicBezTo>
                      <a:pt x="6564" y="2492"/>
                      <a:pt x="6230" y="1685"/>
                      <a:pt x="5636" y="1090"/>
                    </a:cubicBezTo>
                    <a:cubicBezTo>
                      <a:pt x="5041" y="495"/>
                      <a:pt x="4234" y="161"/>
                      <a:pt x="3393" y="161"/>
                    </a:cubicBezTo>
                    <a:cubicBezTo>
                      <a:pt x="2552" y="161"/>
                      <a:pt x="1745" y="495"/>
                      <a:pt x="1150" y="1090"/>
                    </a:cubicBezTo>
                    <a:cubicBezTo>
                      <a:pt x="556" y="1685"/>
                      <a:pt x="221" y="2492"/>
                      <a:pt x="221" y="3333"/>
                    </a:cubicBezTo>
                    <a:cubicBezTo>
                      <a:pt x="221" y="4175"/>
                      <a:pt x="556" y="4982"/>
                      <a:pt x="1150" y="5577"/>
                    </a:cubicBezTo>
                    <a:cubicBezTo>
                      <a:pt x="1745" y="6172"/>
                      <a:pt x="2552" y="6506"/>
                      <a:pt x="339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35" name="Freeform: Shape 14834">
                <a:extLst>
                  <a:ext uri="{FF2B5EF4-FFF2-40B4-BE49-F238E27FC236}">
                    <a16:creationId xmlns:a16="http://schemas.microsoft.com/office/drawing/2014/main" id="{5D961EF5-8068-74BD-F01D-61FA95BCC35C}"/>
                  </a:ext>
                </a:extLst>
              </p:cNvPr>
              <p:cNvSpPr/>
              <p:nvPr/>
            </p:nvSpPr>
            <p:spPr>
              <a:xfrm>
                <a:off x="9213140" y="5519884"/>
                <a:ext cx="6343" cy="6345"/>
              </a:xfrm>
              <a:custGeom>
                <a:avLst/>
                <a:gdLst>
                  <a:gd name="connsiteX0" fmla="*/ 3393 w 6343"/>
                  <a:gd name="connsiteY0" fmla="*/ 6506 h 6345"/>
                  <a:gd name="connsiteX1" fmla="*/ 5635 w 6343"/>
                  <a:gd name="connsiteY1" fmla="*/ 5577 h 6345"/>
                  <a:gd name="connsiteX2" fmla="*/ 6564 w 6343"/>
                  <a:gd name="connsiteY2" fmla="*/ 3333 h 6345"/>
                  <a:gd name="connsiteX3" fmla="*/ 5635 w 6343"/>
                  <a:gd name="connsiteY3" fmla="*/ 1090 h 6345"/>
                  <a:gd name="connsiteX4" fmla="*/ 3393 w 6343"/>
                  <a:gd name="connsiteY4" fmla="*/ 161 h 6345"/>
                  <a:gd name="connsiteX5" fmla="*/ 1150 w 6343"/>
                  <a:gd name="connsiteY5" fmla="*/ 1090 h 6345"/>
                  <a:gd name="connsiteX6" fmla="*/ 221 w 6343"/>
                  <a:gd name="connsiteY6" fmla="*/ 3333 h 6345"/>
                  <a:gd name="connsiteX7" fmla="*/ 1150 w 6343"/>
                  <a:gd name="connsiteY7" fmla="*/ 5577 h 6345"/>
                  <a:gd name="connsiteX8" fmla="*/ 339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6"/>
                    </a:moveTo>
                    <a:cubicBezTo>
                      <a:pt x="4234" y="6506"/>
                      <a:pt x="5040" y="6172"/>
                      <a:pt x="5635" y="5577"/>
                    </a:cubicBezTo>
                    <a:cubicBezTo>
                      <a:pt x="6230" y="4982"/>
                      <a:pt x="6564" y="4175"/>
                      <a:pt x="6564" y="3333"/>
                    </a:cubicBezTo>
                    <a:cubicBezTo>
                      <a:pt x="6564" y="2492"/>
                      <a:pt x="6230" y="1685"/>
                      <a:pt x="5635" y="1090"/>
                    </a:cubicBezTo>
                    <a:cubicBezTo>
                      <a:pt x="5040" y="495"/>
                      <a:pt x="4234" y="161"/>
                      <a:pt x="3393" y="161"/>
                    </a:cubicBezTo>
                    <a:cubicBezTo>
                      <a:pt x="2551" y="161"/>
                      <a:pt x="1745" y="495"/>
                      <a:pt x="1150" y="1090"/>
                    </a:cubicBezTo>
                    <a:cubicBezTo>
                      <a:pt x="555" y="1685"/>
                      <a:pt x="221" y="2492"/>
                      <a:pt x="221" y="3333"/>
                    </a:cubicBezTo>
                    <a:cubicBezTo>
                      <a:pt x="221" y="4175"/>
                      <a:pt x="555" y="4982"/>
                      <a:pt x="1150" y="5577"/>
                    </a:cubicBezTo>
                    <a:cubicBezTo>
                      <a:pt x="1745" y="6172"/>
                      <a:pt x="2551" y="6506"/>
                      <a:pt x="339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36" name="Freeform: Shape 14835">
                <a:extLst>
                  <a:ext uri="{FF2B5EF4-FFF2-40B4-BE49-F238E27FC236}">
                    <a16:creationId xmlns:a16="http://schemas.microsoft.com/office/drawing/2014/main" id="{9063246D-6BB0-0329-A69B-CEB93D55ED37}"/>
                  </a:ext>
                </a:extLst>
              </p:cNvPr>
              <p:cNvSpPr/>
              <p:nvPr/>
            </p:nvSpPr>
            <p:spPr>
              <a:xfrm>
                <a:off x="9211142" y="5519056"/>
                <a:ext cx="6343" cy="6345"/>
              </a:xfrm>
              <a:custGeom>
                <a:avLst/>
                <a:gdLst>
                  <a:gd name="connsiteX0" fmla="*/ 3392 w 6343"/>
                  <a:gd name="connsiteY0" fmla="*/ 6506 h 6345"/>
                  <a:gd name="connsiteX1" fmla="*/ 5635 w 6343"/>
                  <a:gd name="connsiteY1" fmla="*/ 5577 h 6345"/>
                  <a:gd name="connsiteX2" fmla="*/ 6564 w 6343"/>
                  <a:gd name="connsiteY2" fmla="*/ 3333 h 6345"/>
                  <a:gd name="connsiteX3" fmla="*/ 5635 w 6343"/>
                  <a:gd name="connsiteY3" fmla="*/ 1090 h 6345"/>
                  <a:gd name="connsiteX4" fmla="*/ 3392 w 6343"/>
                  <a:gd name="connsiteY4" fmla="*/ 161 h 6345"/>
                  <a:gd name="connsiteX5" fmla="*/ 1150 w 6343"/>
                  <a:gd name="connsiteY5" fmla="*/ 1090 h 6345"/>
                  <a:gd name="connsiteX6" fmla="*/ 221 w 6343"/>
                  <a:gd name="connsiteY6" fmla="*/ 3333 h 6345"/>
                  <a:gd name="connsiteX7" fmla="*/ 1150 w 6343"/>
                  <a:gd name="connsiteY7" fmla="*/ 5577 h 6345"/>
                  <a:gd name="connsiteX8" fmla="*/ 3392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6"/>
                    </a:moveTo>
                    <a:cubicBezTo>
                      <a:pt x="4234" y="6506"/>
                      <a:pt x="5040" y="6172"/>
                      <a:pt x="5635" y="5577"/>
                    </a:cubicBezTo>
                    <a:cubicBezTo>
                      <a:pt x="6230" y="4982"/>
                      <a:pt x="6564" y="4175"/>
                      <a:pt x="6564" y="3333"/>
                    </a:cubicBezTo>
                    <a:cubicBezTo>
                      <a:pt x="6564" y="2492"/>
                      <a:pt x="6230" y="1685"/>
                      <a:pt x="5635" y="1090"/>
                    </a:cubicBezTo>
                    <a:cubicBezTo>
                      <a:pt x="5040" y="495"/>
                      <a:pt x="4234" y="161"/>
                      <a:pt x="3392" y="161"/>
                    </a:cubicBezTo>
                    <a:cubicBezTo>
                      <a:pt x="2551" y="161"/>
                      <a:pt x="1745" y="495"/>
                      <a:pt x="1150" y="1090"/>
                    </a:cubicBezTo>
                    <a:cubicBezTo>
                      <a:pt x="555" y="1685"/>
                      <a:pt x="221" y="2492"/>
                      <a:pt x="221" y="3333"/>
                    </a:cubicBezTo>
                    <a:cubicBezTo>
                      <a:pt x="221" y="4175"/>
                      <a:pt x="555" y="4982"/>
                      <a:pt x="1150" y="5577"/>
                    </a:cubicBezTo>
                    <a:cubicBezTo>
                      <a:pt x="1745" y="6172"/>
                      <a:pt x="2551" y="6506"/>
                      <a:pt x="3392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37" name="Freeform: Shape 14836">
                <a:extLst>
                  <a:ext uri="{FF2B5EF4-FFF2-40B4-BE49-F238E27FC236}">
                    <a16:creationId xmlns:a16="http://schemas.microsoft.com/office/drawing/2014/main" id="{59F28EDE-1E11-7E2D-7C4D-914DB2442AF2}"/>
                  </a:ext>
                </a:extLst>
              </p:cNvPr>
              <p:cNvSpPr/>
              <p:nvPr/>
            </p:nvSpPr>
            <p:spPr>
              <a:xfrm>
                <a:off x="9208879" y="5518465"/>
                <a:ext cx="6343" cy="6345"/>
              </a:xfrm>
              <a:custGeom>
                <a:avLst/>
                <a:gdLst>
                  <a:gd name="connsiteX0" fmla="*/ 3392 w 6343"/>
                  <a:gd name="connsiteY0" fmla="*/ 6506 h 6345"/>
                  <a:gd name="connsiteX1" fmla="*/ 5635 w 6343"/>
                  <a:gd name="connsiteY1" fmla="*/ 5577 h 6345"/>
                  <a:gd name="connsiteX2" fmla="*/ 6564 w 6343"/>
                  <a:gd name="connsiteY2" fmla="*/ 3333 h 6345"/>
                  <a:gd name="connsiteX3" fmla="*/ 5635 w 6343"/>
                  <a:gd name="connsiteY3" fmla="*/ 1090 h 6345"/>
                  <a:gd name="connsiteX4" fmla="*/ 3392 w 6343"/>
                  <a:gd name="connsiteY4" fmla="*/ 161 h 6345"/>
                  <a:gd name="connsiteX5" fmla="*/ 1150 w 6343"/>
                  <a:gd name="connsiteY5" fmla="*/ 1090 h 6345"/>
                  <a:gd name="connsiteX6" fmla="*/ 221 w 6343"/>
                  <a:gd name="connsiteY6" fmla="*/ 3333 h 6345"/>
                  <a:gd name="connsiteX7" fmla="*/ 1150 w 6343"/>
                  <a:gd name="connsiteY7" fmla="*/ 5577 h 6345"/>
                  <a:gd name="connsiteX8" fmla="*/ 3392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6"/>
                    </a:moveTo>
                    <a:cubicBezTo>
                      <a:pt x="4233" y="6506"/>
                      <a:pt x="5040" y="6172"/>
                      <a:pt x="5635" y="5577"/>
                    </a:cubicBezTo>
                    <a:cubicBezTo>
                      <a:pt x="6230" y="4982"/>
                      <a:pt x="6564" y="4175"/>
                      <a:pt x="6564" y="3333"/>
                    </a:cubicBezTo>
                    <a:cubicBezTo>
                      <a:pt x="6564" y="2492"/>
                      <a:pt x="6230" y="1685"/>
                      <a:pt x="5635" y="1090"/>
                    </a:cubicBezTo>
                    <a:cubicBezTo>
                      <a:pt x="5040" y="495"/>
                      <a:pt x="4233" y="161"/>
                      <a:pt x="3392" y="161"/>
                    </a:cubicBezTo>
                    <a:cubicBezTo>
                      <a:pt x="2551" y="161"/>
                      <a:pt x="1744" y="495"/>
                      <a:pt x="1150" y="1090"/>
                    </a:cubicBezTo>
                    <a:cubicBezTo>
                      <a:pt x="555" y="1685"/>
                      <a:pt x="221" y="2492"/>
                      <a:pt x="221" y="3333"/>
                    </a:cubicBezTo>
                    <a:cubicBezTo>
                      <a:pt x="221" y="4175"/>
                      <a:pt x="555" y="4982"/>
                      <a:pt x="1150" y="5577"/>
                    </a:cubicBezTo>
                    <a:cubicBezTo>
                      <a:pt x="1744" y="6172"/>
                      <a:pt x="2551" y="6506"/>
                      <a:pt x="3392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38" name="Freeform: Shape 14837">
                <a:extLst>
                  <a:ext uri="{FF2B5EF4-FFF2-40B4-BE49-F238E27FC236}">
                    <a16:creationId xmlns:a16="http://schemas.microsoft.com/office/drawing/2014/main" id="{A3CBAD92-2409-926A-214C-7EB9FDCF0172}"/>
                  </a:ext>
                </a:extLst>
              </p:cNvPr>
              <p:cNvSpPr/>
              <p:nvPr/>
            </p:nvSpPr>
            <p:spPr>
              <a:xfrm>
                <a:off x="9206124" y="5518316"/>
                <a:ext cx="6343" cy="6345"/>
              </a:xfrm>
              <a:custGeom>
                <a:avLst/>
                <a:gdLst>
                  <a:gd name="connsiteX0" fmla="*/ 3392 w 6343"/>
                  <a:gd name="connsiteY0" fmla="*/ 6506 h 6345"/>
                  <a:gd name="connsiteX1" fmla="*/ 5635 w 6343"/>
                  <a:gd name="connsiteY1" fmla="*/ 5577 h 6345"/>
                  <a:gd name="connsiteX2" fmla="*/ 6564 w 6343"/>
                  <a:gd name="connsiteY2" fmla="*/ 3333 h 6345"/>
                  <a:gd name="connsiteX3" fmla="*/ 5635 w 6343"/>
                  <a:gd name="connsiteY3" fmla="*/ 1090 h 6345"/>
                  <a:gd name="connsiteX4" fmla="*/ 3392 w 6343"/>
                  <a:gd name="connsiteY4" fmla="*/ 161 h 6345"/>
                  <a:gd name="connsiteX5" fmla="*/ 1149 w 6343"/>
                  <a:gd name="connsiteY5" fmla="*/ 1090 h 6345"/>
                  <a:gd name="connsiteX6" fmla="*/ 220 w 6343"/>
                  <a:gd name="connsiteY6" fmla="*/ 3333 h 6345"/>
                  <a:gd name="connsiteX7" fmla="*/ 1149 w 6343"/>
                  <a:gd name="connsiteY7" fmla="*/ 5577 h 6345"/>
                  <a:gd name="connsiteX8" fmla="*/ 3392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6"/>
                    </a:moveTo>
                    <a:cubicBezTo>
                      <a:pt x="4233" y="6506"/>
                      <a:pt x="5040" y="6172"/>
                      <a:pt x="5635" y="5577"/>
                    </a:cubicBezTo>
                    <a:cubicBezTo>
                      <a:pt x="6229" y="4982"/>
                      <a:pt x="6564" y="4175"/>
                      <a:pt x="6564" y="3333"/>
                    </a:cubicBezTo>
                    <a:cubicBezTo>
                      <a:pt x="6564" y="2492"/>
                      <a:pt x="6229" y="1685"/>
                      <a:pt x="5635" y="1090"/>
                    </a:cubicBezTo>
                    <a:cubicBezTo>
                      <a:pt x="5040" y="495"/>
                      <a:pt x="4233" y="161"/>
                      <a:pt x="3392" y="161"/>
                    </a:cubicBezTo>
                    <a:cubicBezTo>
                      <a:pt x="2551" y="161"/>
                      <a:pt x="1744" y="495"/>
                      <a:pt x="1149" y="1090"/>
                    </a:cubicBezTo>
                    <a:cubicBezTo>
                      <a:pt x="555" y="1685"/>
                      <a:pt x="220" y="2492"/>
                      <a:pt x="220" y="3333"/>
                    </a:cubicBezTo>
                    <a:cubicBezTo>
                      <a:pt x="220" y="4175"/>
                      <a:pt x="555" y="4982"/>
                      <a:pt x="1149" y="5577"/>
                    </a:cubicBezTo>
                    <a:cubicBezTo>
                      <a:pt x="1744" y="6172"/>
                      <a:pt x="2551" y="6506"/>
                      <a:pt x="3392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39" name="Freeform: Shape 14838">
                <a:extLst>
                  <a:ext uri="{FF2B5EF4-FFF2-40B4-BE49-F238E27FC236}">
                    <a16:creationId xmlns:a16="http://schemas.microsoft.com/office/drawing/2014/main" id="{D95BEAAC-4993-7262-70BA-1D04BF4E303F}"/>
                  </a:ext>
                </a:extLst>
              </p:cNvPr>
              <p:cNvSpPr/>
              <p:nvPr/>
            </p:nvSpPr>
            <p:spPr>
              <a:xfrm>
                <a:off x="9203541" y="5517976"/>
                <a:ext cx="6343" cy="6345"/>
              </a:xfrm>
              <a:custGeom>
                <a:avLst/>
                <a:gdLst>
                  <a:gd name="connsiteX0" fmla="*/ 3392 w 6343"/>
                  <a:gd name="connsiteY0" fmla="*/ 6506 h 6345"/>
                  <a:gd name="connsiteX1" fmla="*/ 5634 w 6343"/>
                  <a:gd name="connsiteY1" fmla="*/ 5577 h 6345"/>
                  <a:gd name="connsiteX2" fmla="*/ 6563 w 6343"/>
                  <a:gd name="connsiteY2" fmla="*/ 3333 h 6345"/>
                  <a:gd name="connsiteX3" fmla="*/ 5634 w 6343"/>
                  <a:gd name="connsiteY3" fmla="*/ 1090 h 6345"/>
                  <a:gd name="connsiteX4" fmla="*/ 3392 w 6343"/>
                  <a:gd name="connsiteY4" fmla="*/ 161 h 6345"/>
                  <a:gd name="connsiteX5" fmla="*/ 1149 w 6343"/>
                  <a:gd name="connsiteY5" fmla="*/ 1090 h 6345"/>
                  <a:gd name="connsiteX6" fmla="*/ 220 w 6343"/>
                  <a:gd name="connsiteY6" fmla="*/ 3333 h 6345"/>
                  <a:gd name="connsiteX7" fmla="*/ 1149 w 6343"/>
                  <a:gd name="connsiteY7" fmla="*/ 5577 h 6345"/>
                  <a:gd name="connsiteX8" fmla="*/ 3392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6"/>
                    </a:moveTo>
                    <a:cubicBezTo>
                      <a:pt x="4233" y="6506"/>
                      <a:pt x="5040" y="6172"/>
                      <a:pt x="5634" y="5577"/>
                    </a:cubicBezTo>
                    <a:cubicBezTo>
                      <a:pt x="6229" y="4982"/>
                      <a:pt x="6563" y="4175"/>
                      <a:pt x="6563" y="3333"/>
                    </a:cubicBezTo>
                    <a:cubicBezTo>
                      <a:pt x="6563" y="2492"/>
                      <a:pt x="6229" y="1685"/>
                      <a:pt x="5634" y="1090"/>
                    </a:cubicBezTo>
                    <a:cubicBezTo>
                      <a:pt x="5040" y="495"/>
                      <a:pt x="4233" y="161"/>
                      <a:pt x="3392" y="161"/>
                    </a:cubicBezTo>
                    <a:cubicBezTo>
                      <a:pt x="2551" y="161"/>
                      <a:pt x="1744" y="495"/>
                      <a:pt x="1149" y="1090"/>
                    </a:cubicBezTo>
                    <a:cubicBezTo>
                      <a:pt x="554" y="1685"/>
                      <a:pt x="220" y="2492"/>
                      <a:pt x="220" y="3333"/>
                    </a:cubicBezTo>
                    <a:cubicBezTo>
                      <a:pt x="220" y="4175"/>
                      <a:pt x="554" y="4982"/>
                      <a:pt x="1149" y="5577"/>
                    </a:cubicBezTo>
                    <a:cubicBezTo>
                      <a:pt x="1744" y="6172"/>
                      <a:pt x="2551" y="6506"/>
                      <a:pt x="3392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40" name="Freeform: Shape 14839">
                <a:extLst>
                  <a:ext uri="{FF2B5EF4-FFF2-40B4-BE49-F238E27FC236}">
                    <a16:creationId xmlns:a16="http://schemas.microsoft.com/office/drawing/2014/main" id="{02E0496B-5CAB-94AC-EC9B-946D193CF680}"/>
                  </a:ext>
                </a:extLst>
              </p:cNvPr>
              <p:cNvSpPr/>
              <p:nvPr/>
            </p:nvSpPr>
            <p:spPr>
              <a:xfrm>
                <a:off x="9201224" y="5517363"/>
                <a:ext cx="6343" cy="6345"/>
              </a:xfrm>
              <a:custGeom>
                <a:avLst/>
                <a:gdLst>
                  <a:gd name="connsiteX0" fmla="*/ 3392 w 6343"/>
                  <a:gd name="connsiteY0" fmla="*/ 6506 h 6345"/>
                  <a:gd name="connsiteX1" fmla="*/ 5634 w 6343"/>
                  <a:gd name="connsiteY1" fmla="*/ 5577 h 6345"/>
                  <a:gd name="connsiteX2" fmla="*/ 6563 w 6343"/>
                  <a:gd name="connsiteY2" fmla="*/ 3333 h 6345"/>
                  <a:gd name="connsiteX3" fmla="*/ 5634 w 6343"/>
                  <a:gd name="connsiteY3" fmla="*/ 1090 h 6345"/>
                  <a:gd name="connsiteX4" fmla="*/ 3392 w 6343"/>
                  <a:gd name="connsiteY4" fmla="*/ 161 h 6345"/>
                  <a:gd name="connsiteX5" fmla="*/ 1149 w 6343"/>
                  <a:gd name="connsiteY5" fmla="*/ 1090 h 6345"/>
                  <a:gd name="connsiteX6" fmla="*/ 220 w 6343"/>
                  <a:gd name="connsiteY6" fmla="*/ 3333 h 6345"/>
                  <a:gd name="connsiteX7" fmla="*/ 1149 w 6343"/>
                  <a:gd name="connsiteY7" fmla="*/ 5577 h 6345"/>
                  <a:gd name="connsiteX8" fmla="*/ 3392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6"/>
                    </a:moveTo>
                    <a:cubicBezTo>
                      <a:pt x="4233" y="6506"/>
                      <a:pt x="5040" y="6172"/>
                      <a:pt x="5634" y="5577"/>
                    </a:cubicBezTo>
                    <a:cubicBezTo>
                      <a:pt x="6229" y="4982"/>
                      <a:pt x="6563" y="4175"/>
                      <a:pt x="6563" y="3333"/>
                    </a:cubicBezTo>
                    <a:cubicBezTo>
                      <a:pt x="6563" y="2492"/>
                      <a:pt x="6229" y="1685"/>
                      <a:pt x="5634" y="1090"/>
                    </a:cubicBezTo>
                    <a:cubicBezTo>
                      <a:pt x="5040" y="495"/>
                      <a:pt x="4233" y="161"/>
                      <a:pt x="3392" y="161"/>
                    </a:cubicBezTo>
                    <a:cubicBezTo>
                      <a:pt x="2551" y="161"/>
                      <a:pt x="1744" y="495"/>
                      <a:pt x="1149" y="1090"/>
                    </a:cubicBezTo>
                    <a:cubicBezTo>
                      <a:pt x="554" y="1685"/>
                      <a:pt x="220" y="2492"/>
                      <a:pt x="220" y="3333"/>
                    </a:cubicBezTo>
                    <a:cubicBezTo>
                      <a:pt x="220" y="4175"/>
                      <a:pt x="554" y="4982"/>
                      <a:pt x="1149" y="5577"/>
                    </a:cubicBezTo>
                    <a:cubicBezTo>
                      <a:pt x="1744" y="6172"/>
                      <a:pt x="2551" y="6506"/>
                      <a:pt x="3392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41" name="Freeform: Shape 14840">
                <a:extLst>
                  <a:ext uri="{FF2B5EF4-FFF2-40B4-BE49-F238E27FC236}">
                    <a16:creationId xmlns:a16="http://schemas.microsoft.com/office/drawing/2014/main" id="{C964E635-F19D-CF14-3275-00CC78887CC4}"/>
                  </a:ext>
                </a:extLst>
              </p:cNvPr>
              <p:cNvSpPr/>
              <p:nvPr/>
            </p:nvSpPr>
            <p:spPr>
              <a:xfrm>
                <a:off x="9198951" y="5516690"/>
                <a:ext cx="6343" cy="6345"/>
              </a:xfrm>
              <a:custGeom>
                <a:avLst/>
                <a:gdLst>
                  <a:gd name="connsiteX0" fmla="*/ 3391 w 6343"/>
                  <a:gd name="connsiteY0" fmla="*/ 6506 h 6345"/>
                  <a:gd name="connsiteX1" fmla="*/ 5634 w 6343"/>
                  <a:gd name="connsiteY1" fmla="*/ 5577 h 6345"/>
                  <a:gd name="connsiteX2" fmla="*/ 6563 w 6343"/>
                  <a:gd name="connsiteY2" fmla="*/ 3333 h 6345"/>
                  <a:gd name="connsiteX3" fmla="*/ 5634 w 6343"/>
                  <a:gd name="connsiteY3" fmla="*/ 1090 h 6345"/>
                  <a:gd name="connsiteX4" fmla="*/ 3391 w 6343"/>
                  <a:gd name="connsiteY4" fmla="*/ 161 h 6345"/>
                  <a:gd name="connsiteX5" fmla="*/ 1149 w 6343"/>
                  <a:gd name="connsiteY5" fmla="*/ 1090 h 6345"/>
                  <a:gd name="connsiteX6" fmla="*/ 220 w 6343"/>
                  <a:gd name="connsiteY6" fmla="*/ 3333 h 6345"/>
                  <a:gd name="connsiteX7" fmla="*/ 1149 w 6343"/>
                  <a:gd name="connsiteY7" fmla="*/ 5577 h 6345"/>
                  <a:gd name="connsiteX8" fmla="*/ 3391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6"/>
                    </a:moveTo>
                    <a:cubicBezTo>
                      <a:pt x="4233" y="6506"/>
                      <a:pt x="5039" y="6172"/>
                      <a:pt x="5634" y="5577"/>
                    </a:cubicBezTo>
                    <a:cubicBezTo>
                      <a:pt x="6229" y="4982"/>
                      <a:pt x="6563" y="4175"/>
                      <a:pt x="6563" y="3333"/>
                    </a:cubicBezTo>
                    <a:cubicBezTo>
                      <a:pt x="6563" y="2492"/>
                      <a:pt x="6229" y="1685"/>
                      <a:pt x="5634" y="1090"/>
                    </a:cubicBezTo>
                    <a:cubicBezTo>
                      <a:pt x="5039" y="495"/>
                      <a:pt x="4233" y="161"/>
                      <a:pt x="3391" y="161"/>
                    </a:cubicBezTo>
                    <a:cubicBezTo>
                      <a:pt x="2550" y="161"/>
                      <a:pt x="1744" y="495"/>
                      <a:pt x="1149" y="1090"/>
                    </a:cubicBezTo>
                    <a:cubicBezTo>
                      <a:pt x="554" y="1685"/>
                      <a:pt x="220" y="2492"/>
                      <a:pt x="220" y="3333"/>
                    </a:cubicBezTo>
                    <a:cubicBezTo>
                      <a:pt x="220" y="4175"/>
                      <a:pt x="554" y="4982"/>
                      <a:pt x="1149" y="5577"/>
                    </a:cubicBezTo>
                    <a:cubicBezTo>
                      <a:pt x="1744" y="6172"/>
                      <a:pt x="2550" y="6506"/>
                      <a:pt x="3391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42" name="Freeform: Shape 14841">
                <a:extLst>
                  <a:ext uri="{FF2B5EF4-FFF2-40B4-BE49-F238E27FC236}">
                    <a16:creationId xmlns:a16="http://schemas.microsoft.com/office/drawing/2014/main" id="{AA518FBC-C528-302A-D36E-72F22D32024B}"/>
                  </a:ext>
                </a:extLst>
              </p:cNvPr>
              <p:cNvSpPr/>
              <p:nvPr/>
            </p:nvSpPr>
            <p:spPr>
              <a:xfrm>
                <a:off x="9196313" y="5516323"/>
                <a:ext cx="6343" cy="6345"/>
              </a:xfrm>
              <a:custGeom>
                <a:avLst/>
                <a:gdLst>
                  <a:gd name="connsiteX0" fmla="*/ 3391 w 6343"/>
                  <a:gd name="connsiteY0" fmla="*/ 6506 h 6345"/>
                  <a:gd name="connsiteX1" fmla="*/ 5634 w 6343"/>
                  <a:gd name="connsiteY1" fmla="*/ 5577 h 6345"/>
                  <a:gd name="connsiteX2" fmla="*/ 6563 w 6343"/>
                  <a:gd name="connsiteY2" fmla="*/ 3333 h 6345"/>
                  <a:gd name="connsiteX3" fmla="*/ 5634 w 6343"/>
                  <a:gd name="connsiteY3" fmla="*/ 1090 h 6345"/>
                  <a:gd name="connsiteX4" fmla="*/ 3391 w 6343"/>
                  <a:gd name="connsiteY4" fmla="*/ 160 h 6345"/>
                  <a:gd name="connsiteX5" fmla="*/ 1149 w 6343"/>
                  <a:gd name="connsiteY5" fmla="*/ 1090 h 6345"/>
                  <a:gd name="connsiteX6" fmla="*/ 220 w 6343"/>
                  <a:gd name="connsiteY6" fmla="*/ 3333 h 6345"/>
                  <a:gd name="connsiteX7" fmla="*/ 1149 w 6343"/>
                  <a:gd name="connsiteY7" fmla="*/ 5577 h 6345"/>
                  <a:gd name="connsiteX8" fmla="*/ 3391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6"/>
                    </a:moveTo>
                    <a:cubicBezTo>
                      <a:pt x="4232" y="6506"/>
                      <a:pt x="5039" y="6172"/>
                      <a:pt x="5634" y="5577"/>
                    </a:cubicBezTo>
                    <a:cubicBezTo>
                      <a:pt x="6229" y="4982"/>
                      <a:pt x="6563" y="4175"/>
                      <a:pt x="6563" y="3333"/>
                    </a:cubicBezTo>
                    <a:cubicBezTo>
                      <a:pt x="6563" y="2492"/>
                      <a:pt x="6229" y="1685"/>
                      <a:pt x="5634" y="1090"/>
                    </a:cubicBezTo>
                    <a:cubicBezTo>
                      <a:pt x="5039" y="495"/>
                      <a:pt x="4232" y="160"/>
                      <a:pt x="3391" y="160"/>
                    </a:cubicBezTo>
                    <a:cubicBezTo>
                      <a:pt x="2550" y="160"/>
                      <a:pt x="1743" y="495"/>
                      <a:pt x="1149" y="1090"/>
                    </a:cubicBezTo>
                    <a:cubicBezTo>
                      <a:pt x="554" y="1685"/>
                      <a:pt x="220" y="2492"/>
                      <a:pt x="220" y="3333"/>
                    </a:cubicBezTo>
                    <a:cubicBezTo>
                      <a:pt x="220" y="4175"/>
                      <a:pt x="554" y="4982"/>
                      <a:pt x="1149" y="5577"/>
                    </a:cubicBezTo>
                    <a:cubicBezTo>
                      <a:pt x="1743" y="6172"/>
                      <a:pt x="2550" y="6506"/>
                      <a:pt x="3391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43" name="Freeform: Shape 14842">
                <a:extLst>
                  <a:ext uri="{FF2B5EF4-FFF2-40B4-BE49-F238E27FC236}">
                    <a16:creationId xmlns:a16="http://schemas.microsoft.com/office/drawing/2014/main" id="{BF511D8C-3261-514B-9608-775B52952DD7}"/>
                  </a:ext>
                </a:extLst>
              </p:cNvPr>
              <p:cNvSpPr/>
              <p:nvPr/>
            </p:nvSpPr>
            <p:spPr>
              <a:xfrm>
                <a:off x="9192752" y="5516745"/>
                <a:ext cx="6343" cy="6345"/>
              </a:xfrm>
              <a:custGeom>
                <a:avLst/>
                <a:gdLst>
                  <a:gd name="connsiteX0" fmla="*/ 3391 w 6343"/>
                  <a:gd name="connsiteY0" fmla="*/ 6506 h 6345"/>
                  <a:gd name="connsiteX1" fmla="*/ 5634 w 6343"/>
                  <a:gd name="connsiteY1" fmla="*/ 5577 h 6345"/>
                  <a:gd name="connsiteX2" fmla="*/ 6563 w 6343"/>
                  <a:gd name="connsiteY2" fmla="*/ 3333 h 6345"/>
                  <a:gd name="connsiteX3" fmla="*/ 5634 w 6343"/>
                  <a:gd name="connsiteY3" fmla="*/ 1090 h 6345"/>
                  <a:gd name="connsiteX4" fmla="*/ 3391 w 6343"/>
                  <a:gd name="connsiteY4" fmla="*/ 161 h 6345"/>
                  <a:gd name="connsiteX5" fmla="*/ 1148 w 6343"/>
                  <a:gd name="connsiteY5" fmla="*/ 1090 h 6345"/>
                  <a:gd name="connsiteX6" fmla="*/ 219 w 6343"/>
                  <a:gd name="connsiteY6" fmla="*/ 3333 h 6345"/>
                  <a:gd name="connsiteX7" fmla="*/ 1148 w 6343"/>
                  <a:gd name="connsiteY7" fmla="*/ 5577 h 6345"/>
                  <a:gd name="connsiteX8" fmla="*/ 3391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6"/>
                    </a:moveTo>
                    <a:cubicBezTo>
                      <a:pt x="4232" y="6506"/>
                      <a:pt x="5039" y="6172"/>
                      <a:pt x="5634" y="5577"/>
                    </a:cubicBezTo>
                    <a:cubicBezTo>
                      <a:pt x="6228" y="4982"/>
                      <a:pt x="6563" y="4175"/>
                      <a:pt x="6563" y="3333"/>
                    </a:cubicBezTo>
                    <a:cubicBezTo>
                      <a:pt x="6563" y="2492"/>
                      <a:pt x="6228" y="1685"/>
                      <a:pt x="5634" y="1090"/>
                    </a:cubicBezTo>
                    <a:cubicBezTo>
                      <a:pt x="5039" y="495"/>
                      <a:pt x="4232" y="161"/>
                      <a:pt x="3391" y="161"/>
                    </a:cubicBezTo>
                    <a:cubicBezTo>
                      <a:pt x="2550" y="161"/>
                      <a:pt x="1743" y="495"/>
                      <a:pt x="1148" y="1090"/>
                    </a:cubicBezTo>
                    <a:cubicBezTo>
                      <a:pt x="554" y="1685"/>
                      <a:pt x="219" y="2492"/>
                      <a:pt x="219" y="3333"/>
                    </a:cubicBezTo>
                    <a:cubicBezTo>
                      <a:pt x="219" y="4175"/>
                      <a:pt x="554" y="4982"/>
                      <a:pt x="1148" y="5577"/>
                    </a:cubicBezTo>
                    <a:cubicBezTo>
                      <a:pt x="1743" y="6172"/>
                      <a:pt x="2550" y="6506"/>
                      <a:pt x="3391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44" name="Freeform: Shape 14843">
                <a:extLst>
                  <a:ext uri="{FF2B5EF4-FFF2-40B4-BE49-F238E27FC236}">
                    <a16:creationId xmlns:a16="http://schemas.microsoft.com/office/drawing/2014/main" id="{16EF6628-A370-27AD-977F-6E8CEA188E99}"/>
                  </a:ext>
                </a:extLst>
              </p:cNvPr>
              <p:cNvSpPr/>
              <p:nvPr/>
            </p:nvSpPr>
            <p:spPr>
              <a:xfrm>
                <a:off x="9190560" y="5515922"/>
                <a:ext cx="6343" cy="6345"/>
              </a:xfrm>
              <a:custGeom>
                <a:avLst/>
                <a:gdLst>
                  <a:gd name="connsiteX0" fmla="*/ 3391 w 6343"/>
                  <a:gd name="connsiteY0" fmla="*/ 6506 h 6345"/>
                  <a:gd name="connsiteX1" fmla="*/ 5633 w 6343"/>
                  <a:gd name="connsiteY1" fmla="*/ 5577 h 6345"/>
                  <a:gd name="connsiteX2" fmla="*/ 6562 w 6343"/>
                  <a:gd name="connsiteY2" fmla="*/ 3333 h 6345"/>
                  <a:gd name="connsiteX3" fmla="*/ 5633 w 6343"/>
                  <a:gd name="connsiteY3" fmla="*/ 1090 h 6345"/>
                  <a:gd name="connsiteX4" fmla="*/ 3391 w 6343"/>
                  <a:gd name="connsiteY4" fmla="*/ 160 h 6345"/>
                  <a:gd name="connsiteX5" fmla="*/ 1148 w 6343"/>
                  <a:gd name="connsiteY5" fmla="*/ 1090 h 6345"/>
                  <a:gd name="connsiteX6" fmla="*/ 219 w 6343"/>
                  <a:gd name="connsiteY6" fmla="*/ 3333 h 6345"/>
                  <a:gd name="connsiteX7" fmla="*/ 1148 w 6343"/>
                  <a:gd name="connsiteY7" fmla="*/ 5577 h 6345"/>
                  <a:gd name="connsiteX8" fmla="*/ 3391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6"/>
                    </a:moveTo>
                    <a:cubicBezTo>
                      <a:pt x="4232" y="6506"/>
                      <a:pt x="5039" y="6172"/>
                      <a:pt x="5633" y="5577"/>
                    </a:cubicBezTo>
                    <a:cubicBezTo>
                      <a:pt x="6228" y="4982"/>
                      <a:pt x="6562" y="4175"/>
                      <a:pt x="6562" y="3333"/>
                    </a:cubicBezTo>
                    <a:cubicBezTo>
                      <a:pt x="6562" y="2492"/>
                      <a:pt x="6228" y="1685"/>
                      <a:pt x="5633" y="1090"/>
                    </a:cubicBezTo>
                    <a:cubicBezTo>
                      <a:pt x="5039" y="495"/>
                      <a:pt x="4232" y="160"/>
                      <a:pt x="3391" y="160"/>
                    </a:cubicBezTo>
                    <a:cubicBezTo>
                      <a:pt x="2550" y="160"/>
                      <a:pt x="1743" y="495"/>
                      <a:pt x="1148" y="1090"/>
                    </a:cubicBezTo>
                    <a:cubicBezTo>
                      <a:pt x="553" y="1685"/>
                      <a:pt x="219" y="2492"/>
                      <a:pt x="219" y="3333"/>
                    </a:cubicBezTo>
                    <a:cubicBezTo>
                      <a:pt x="219" y="4175"/>
                      <a:pt x="553" y="4982"/>
                      <a:pt x="1148" y="5577"/>
                    </a:cubicBezTo>
                    <a:cubicBezTo>
                      <a:pt x="1743" y="6172"/>
                      <a:pt x="2550" y="6506"/>
                      <a:pt x="3391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45" name="Freeform: Shape 14844">
                <a:extLst>
                  <a:ext uri="{FF2B5EF4-FFF2-40B4-BE49-F238E27FC236}">
                    <a16:creationId xmlns:a16="http://schemas.microsoft.com/office/drawing/2014/main" id="{9728C6C8-247C-4D1F-8A1E-F6745AFF2B67}"/>
                  </a:ext>
                </a:extLst>
              </p:cNvPr>
              <p:cNvSpPr/>
              <p:nvPr/>
            </p:nvSpPr>
            <p:spPr>
              <a:xfrm>
                <a:off x="9187163" y="5516120"/>
                <a:ext cx="6343" cy="6345"/>
              </a:xfrm>
              <a:custGeom>
                <a:avLst/>
                <a:gdLst>
                  <a:gd name="connsiteX0" fmla="*/ 3391 w 6343"/>
                  <a:gd name="connsiteY0" fmla="*/ 6506 h 6345"/>
                  <a:gd name="connsiteX1" fmla="*/ 5633 w 6343"/>
                  <a:gd name="connsiteY1" fmla="*/ 5577 h 6345"/>
                  <a:gd name="connsiteX2" fmla="*/ 6562 w 6343"/>
                  <a:gd name="connsiteY2" fmla="*/ 3333 h 6345"/>
                  <a:gd name="connsiteX3" fmla="*/ 5633 w 6343"/>
                  <a:gd name="connsiteY3" fmla="*/ 1090 h 6345"/>
                  <a:gd name="connsiteX4" fmla="*/ 3391 w 6343"/>
                  <a:gd name="connsiteY4" fmla="*/ 160 h 6345"/>
                  <a:gd name="connsiteX5" fmla="*/ 1148 w 6343"/>
                  <a:gd name="connsiteY5" fmla="*/ 1090 h 6345"/>
                  <a:gd name="connsiteX6" fmla="*/ 219 w 6343"/>
                  <a:gd name="connsiteY6" fmla="*/ 3333 h 6345"/>
                  <a:gd name="connsiteX7" fmla="*/ 1148 w 6343"/>
                  <a:gd name="connsiteY7" fmla="*/ 5577 h 6345"/>
                  <a:gd name="connsiteX8" fmla="*/ 3391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6"/>
                    </a:moveTo>
                    <a:cubicBezTo>
                      <a:pt x="4232" y="6506"/>
                      <a:pt x="5038" y="6172"/>
                      <a:pt x="5633" y="5577"/>
                    </a:cubicBezTo>
                    <a:cubicBezTo>
                      <a:pt x="6228" y="4982"/>
                      <a:pt x="6562" y="4175"/>
                      <a:pt x="6562" y="3333"/>
                    </a:cubicBezTo>
                    <a:cubicBezTo>
                      <a:pt x="6562" y="2492"/>
                      <a:pt x="6228" y="1685"/>
                      <a:pt x="5633" y="1090"/>
                    </a:cubicBezTo>
                    <a:cubicBezTo>
                      <a:pt x="5038" y="495"/>
                      <a:pt x="4232" y="160"/>
                      <a:pt x="3391" y="160"/>
                    </a:cubicBezTo>
                    <a:cubicBezTo>
                      <a:pt x="2549" y="160"/>
                      <a:pt x="1743" y="495"/>
                      <a:pt x="1148" y="1090"/>
                    </a:cubicBezTo>
                    <a:cubicBezTo>
                      <a:pt x="553" y="1685"/>
                      <a:pt x="219" y="2492"/>
                      <a:pt x="219" y="3333"/>
                    </a:cubicBezTo>
                    <a:cubicBezTo>
                      <a:pt x="219" y="4175"/>
                      <a:pt x="553" y="4982"/>
                      <a:pt x="1148" y="5577"/>
                    </a:cubicBezTo>
                    <a:cubicBezTo>
                      <a:pt x="1743" y="6172"/>
                      <a:pt x="2549" y="6506"/>
                      <a:pt x="3391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46" name="Freeform: Shape 14845">
                <a:extLst>
                  <a:ext uri="{FF2B5EF4-FFF2-40B4-BE49-F238E27FC236}">
                    <a16:creationId xmlns:a16="http://schemas.microsoft.com/office/drawing/2014/main" id="{847C1F7A-ECE4-AA9E-3691-E5F43983DF24}"/>
                  </a:ext>
                </a:extLst>
              </p:cNvPr>
              <p:cNvSpPr/>
              <p:nvPr/>
            </p:nvSpPr>
            <p:spPr>
              <a:xfrm>
                <a:off x="9183802" y="5516246"/>
                <a:ext cx="6343" cy="6345"/>
              </a:xfrm>
              <a:custGeom>
                <a:avLst/>
                <a:gdLst>
                  <a:gd name="connsiteX0" fmla="*/ 3390 w 6343"/>
                  <a:gd name="connsiteY0" fmla="*/ 6506 h 6345"/>
                  <a:gd name="connsiteX1" fmla="*/ 5633 w 6343"/>
                  <a:gd name="connsiteY1" fmla="*/ 5577 h 6345"/>
                  <a:gd name="connsiteX2" fmla="*/ 6562 w 6343"/>
                  <a:gd name="connsiteY2" fmla="*/ 3333 h 6345"/>
                  <a:gd name="connsiteX3" fmla="*/ 5633 w 6343"/>
                  <a:gd name="connsiteY3" fmla="*/ 1090 h 6345"/>
                  <a:gd name="connsiteX4" fmla="*/ 3390 w 6343"/>
                  <a:gd name="connsiteY4" fmla="*/ 160 h 6345"/>
                  <a:gd name="connsiteX5" fmla="*/ 1148 w 6343"/>
                  <a:gd name="connsiteY5" fmla="*/ 1090 h 6345"/>
                  <a:gd name="connsiteX6" fmla="*/ 219 w 6343"/>
                  <a:gd name="connsiteY6" fmla="*/ 3333 h 6345"/>
                  <a:gd name="connsiteX7" fmla="*/ 1148 w 6343"/>
                  <a:gd name="connsiteY7" fmla="*/ 5577 h 6345"/>
                  <a:gd name="connsiteX8" fmla="*/ 339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6"/>
                    </a:moveTo>
                    <a:cubicBezTo>
                      <a:pt x="4231" y="6506"/>
                      <a:pt x="5038" y="6172"/>
                      <a:pt x="5633" y="5577"/>
                    </a:cubicBezTo>
                    <a:cubicBezTo>
                      <a:pt x="6228" y="4982"/>
                      <a:pt x="6562" y="4175"/>
                      <a:pt x="6562" y="3333"/>
                    </a:cubicBezTo>
                    <a:cubicBezTo>
                      <a:pt x="6562" y="2492"/>
                      <a:pt x="6228" y="1685"/>
                      <a:pt x="5633" y="1090"/>
                    </a:cubicBezTo>
                    <a:cubicBezTo>
                      <a:pt x="5038" y="495"/>
                      <a:pt x="4231" y="160"/>
                      <a:pt x="3390" y="160"/>
                    </a:cubicBezTo>
                    <a:cubicBezTo>
                      <a:pt x="2549" y="160"/>
                      <a:pt x="1742" y="495"/>
                      <a:pt x="1148" y="1090"/>
                    </a:cubicBezTo>
                    <a:cubicBezTo>
                      <a:pt x="553" y="1685"/>
                      <a:pt x="219" y="2492"/>
                      <a:pt x="219" y="3333"/>
                    </a:cubicBezTo>
                    <a:cubicBezTo>
                      <a:pt x="219" y="4175"/>
                      <a:pt x="553" y="4982"/>
                      <a:pt x="1148" y="5577"/>
                    </a:cubicBezTo>
                    <a:cubicBezTo>
                      <a:pt x="1742" y="6172"/>
                      <a:pt x="2549" y="6506"/>
                      <a:pt x="339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47" name="Freeform: Shape 14846">
                <a:extLst>
                  <a:ext uri="{FF2B5EF4-FFF2-40B4-BE49-F238E27FC236}">
                    <a16:creationId xmlns:a16="http://schemas.microsoft.com/office/drawing/2014/main" id="{F7468D9B-EE6E-75BB-76B8-19DA7B3899FE}"/>
                  </a:ext>
                </a:extLst>
              </p:cNvPr>
              <p:cNvSpPr/>
              <p:nvPr/>
            </p:nvSpPr>
            <p:spPr>
              <a:xfrm>
                <a:off x="9180756" y="5516063"/>
                <a:ext cx="6343" cy="6345"/>
              </a:xfrm>
              <a:custGeom>
                <a:avLst/>
                <a:gdLst>
                  <a:gd name="connsiteX0" fmla="*/ 3390 w 6343"/>
                  <a:gd name="connsiteY0" fmla="*/ 6506 h 6345"/>
                  <a:gd name="connsiteX1" fmla="*/ 5633 w 6343"/>
                  <a:gd name="connsiteY1" fmla="*/ 5577 h 6345"/>
                  <a:gd name="connsiteX2" fmla="*/ 6562 w 6343"/>
                  <a:gd name="connsiteY2" fmla="*/ 3333 h 6345"/>
                  <a:gd name="connsiteX3" fmla="*/ 5633 w 6343"/>
                  <a:gd name="connsiteY3" fmla="*/ 1090 h 6345"/>
                  <a:gd name="connsiteX4" fmla="*/ 3390 w 6343"/>
                  <a:gd name="connsiteY4" fmla="*/ 160 h 6345"/>
                  <a:gd name="connsiteX5" fmla="*/ 1147 w 6343"/>
                  <a:gd name="connsiteY5" fmla="*/ 1090 h 6345"/>
                  <a:gd name="connsiteX6" fmla="*/ 218 w 6343"/>
                  <a:gd name="connsiteY6" fmla="*/ 3333 h 6345"/>
                  <a:gd name="connsiteX7" fmla="*/ 1147 w 6343"/>
                  <a:gd name="connsiteY7" fmla="*/ 5577 h 6345"/>
                  <a:gd name="connsiteX8" fmla="*/ 339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6"/>
                    </a:moveTo>
                    <a:cubicBezTo>
                      <a:pt x="4231" y="6506"/>
                      <a:pt x="5038" y="6172"/>
                      <a:pt x="5633" y="5577"/>
                    </a:cubicBezTo>
                    <a:cubicBezTo>
                      <a:pt x="6227" y="4982"/>
                      <a:pt x="6562" y="4175"/>
                      <a:pt x="6562" y="3333"/>
                    </a:cubicBezTo>
                    <a:cubicBezTo>
                      <a:pt x="6562" y="2492"/>
                      <a:pt x="6227" y="1685"/>
                      <a:pt x="5633" y="1090"/>
                    </a:cubicBezTo>
                    <a:cubicBezTo>
                      <a:pt x="5038" y="495"/>
                      <a:pt x="4231" y="160"/>
                      <a:pt x="3390" y="160"/>
                    </a:cubicBezTo>
                    <a:cubicBezTo>
                      <a:pt x="2549" y="160"/>
                      <a:pt x="1742" y="495"/>
                      <a:pt x="1147" y="1090"/>
                    </a:cubicBezTo>
                    <a:cubicBezTo>
                      <a:pt x="553" y="1685"/>
                      <a:pt x="218" y="2492"/>
                      <a:pt x="218" y="3333"/>
                    </a:cubicBezTo>
                    <a:cubicBezTo>
                      <a:pt x="218" y="4175"/>
                      <a:pt x="553" y="4982"/>
                      <a:pt x="1147" y="5577"/>
                    </a:cubicBezTo>
                    <a:cubicBezTo>
                      <a:pt x="1742" y="6172"/>
                      <a:pt x="2549" y="6506"/>
                      <a:pt x="339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48" name="Freeform: Shape 14847">
                <a:extLst>
                  <a:ext uri="{FF2B5EF4-FFF2-40B4-BE49-F238E27FC236}">
                    <a16:creationId xmlns:a16="http://schemas.microsoft.com/office/drawing/2014/main" id="{E27B0B6B-092A-6A9E-A401-3D1B09F1084C}"/>
                  </a:ext>
                </a:extLst>
              </p:cNvPr>
              <p:cNvSpPr/>
              <p:nvPr/>
            </p:nvSpPr>
            <p:spPr>
              <a:xfrm>
                <a:off x="9177987" y="5515615"/>
                <a:ext cx="6343" cy="6345"/>
              </a:xfrm>
              <a:custGeom>
                <a:avLst/>
                <a:gdLst>
                  <a:gd name="connsiteX0" fmla="*/ 3390 w 6343"/>
                  <a:gd name="connsiteY0" fmla="*/ 6506 h 6345"/>
                  <a:gd name="connsiteX1" fmla="*/ 5632 w 6343"/>
                  <a:gd name="connsiteY1" fmla="*/ 5577 h 6345"/>
                  <a:gd name="connsiteX2" fmla="*/ 6561 w 6343"/>
                  <a:gd name="connsiteY2" fmla="*/ 3333 h 6345"/>
                  <a:gd name="connsiteX3" fmla="*/ 5632 w 6343"/>
                  <a:gd name="connsiteY3" fmla="*/ 1090 h 6345"/>
                  <a:gd name="connsiteX4" fmla="*/ 3390 w 6343"/>
                  <a:gd name="connsiteY4" fmla="*/ 160 h 6345"/>
                  <a:gd name="connsiteX5" fmla="*/ 1147 w 6343"/>
                  <a:gd name="connsiteY5" fmla="*/ 1090 h 6345"/>
                  <a:gd name="connsiteX6" fmla="*/ 218 w 6343"/>
                  <a:gd name="connsiteY6" fmla="*/ 3333 h 6345"/>
                  <a:gd name="connsiteX7" fmla="*/ 1147 w 6343"/>
                  <a:gd name="connsiteY7" fmla="*/ 5577 h 6345"/>
                  <a:gd name="connsiteX8" fmla="*/ 339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6"/>
                    </a:moveTo>
                    <a:cubicBezTo>
                      <a:pt x="4231" y="6506"/>
                      <a:pt x="5038" y="6172"/>
                      <a:pt x="5632" y="5577"/>
                    </a:cubicBezTo>
                    <a:cubicBezTo>
                      <a:pt x="6227" y="4982"/>
                      <a:pt x="6561" y="4175"/>
                      <a:pt x="6561" y="3333"/>
                    </a:cubicBezTo>
                    <a:cubicBezTo>
                      <a:pt x="6561" y="2492"/>
                      <a:pt x="6227" y="1685"/>
                      <a:pt x="5632" y="1090"/>
                    </a:cubicBezTo>
                    <a:cubicBezTo>
                      <a:pt x="5038" y="495"/>
                      <a:pt x="4231" y="160"/>
                      <a:pt x="3390" y="160"/>
                    </a:cubicBezTo>
                    <a:cubicBezTo>
                      <a:pt x="2549" y="160"/>
                      <a:pt x="1742" y="495"/>
                      <a:pt x="1147" y="1090"/>
                    </a:cubicBezTo>
                    <a:cubicBezTo>
                      <a:pt x="552" y="1685"/>
                      <a:pt x="218" y="2492"/>
                      <a:pt x="218" y="3333"/>
                    </a:cubicBezTo>
                    <a:cubicBezTo>
                      <a:pt x="218" y="4175"/>
                      <a:pt x="552" y="4982"/>
                      <a:pt x="1147" y="5577"/>
                    </a:cubicBezTo>
                    <a:cubicBezTo>
                      <a:pt x="1742" y="6172"/>
                      <a:pt x="2549" y="6506"/>
                      <a:pt x="339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49" name="Freeform: Shape 14848">
                <a:extLst>
                  <a:ext uri="{FF2B5EF4-FFF2-40B4-BE49-F238E27FC236}">
                    <a16:creationId xmlns:a16="http://schemas.microsoft.com/office/drawing/2014/main" id="{55042735-2AAF-AD61-9E2D-681C24F82825}"/>
                  </a:ext>
                </a:extLst>
              </p:cNvPr>
              <p:cNvSpPr/>
              <p:nvPr/>
            </p:nvSpPr>
            <p:spPr>
              <a:xfrm>
                <a:off x="9174692" y="5515570"/>
                <a:ext cx="6343" cy="6345"/>
              </a:xfrm>
              <a:custGeom>
                <a:avLst/>
                <a:gdLst>
                  <a:gd name="connsiteX0" fmla="*/ 3390 w 6343"/>
                  <a:gd name="connsiteY0" fmla="*/ 6506 h 6345"/>
                  <a:gd name="connsiteX1" fmla="*/ 5632 w 6343"/>
                  <a:gd name="connsiteY1" fmla="*/ 5577 h 6345"/>
                  <a:gd name="connsiteX2" fmla="*/ 6561 w 6343"/>
                  <a:gd name="connsiteY2" fmla="*/ 3333 h 6345"/>
                  <a:gd name="connsiteX3" fmla="*/ 5632 w 6343"/>
                  <a:gd name="connsiteY3" fmla="*/ 1090 h 6345"/>
                  <a:gd name="connsiteX4" fmla="*/ 3390 w 6343"/>
                  <a:gd name="connsiteY4" fmla="*/ 160 h 6345"/>
                  <a:gd name="connsiteX5" fmla="*/ 1147 w 6343"/>
                  <a:gd name="connsiteY5" fmla="*/ 1090 h 6345"/>
                  <a:gd name="connsiteX6" fmla="*/ 218 w 6343"/>
                  <a:gd name="connsiteY6" fmla="*/ 3333 h 6345"/>
                  <a:gd name="connsiteX7" fmla="*/ 1147 w 6343"/>
                  <a:gd name="connsiteY7" fmla="*/ 5577 h 6345"/>
                  <a:gd name="connsiteX8" fmla="*/ 339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6"/>
                    </a:moveTo>
                    <a:cubicBezTo>
                      <a:pt x="4231" y="6506"/>
                      <a:pt x="5037" y="6172"/>
                      <a:pt x="5632" y="5577"/>
                    </a:cubicBezTo>
                    <a:cubicBezTo>
                      <a:pt x="6227" y="4982"/>
                      <a:pt x="6561" y="4175"/>
                      <a:pt x="6561" y="3333"/>
                    </a:cubicBezTo>
                    <a:cubicBezTo>
                      <a:pt x="6561" y="2492"/>
                      <a:pt x="6227" y="1685"/>
                      <a:pt x="5632" y="1090"/>
                    </a:cubicBezTo>
                    <a:cubicBezTo>
                      <a:pt x="5037" y="495"/>
                      <a:pt x="4231" y="160"/>
                      <a:pt x="3390" y="160"/>
                    </a:cubicBezTo>
                    <a:cubicBezTo>
                      <a:pt x="2548" y="160"/>
                      <a:pt x="1742" y="495"/>
                      <a:pt x="1147" y="1090"/>
                    </a:cubicBezTo>
                    <a:cubicBezTo>
                      <a:pt x="552" y="1685"/>
                      <a:pt x="218" y="2492"/>
                      <a:pt x="218" y="3333"/>
                    </a:cubicBezTo>
                    <a:cubicBezTo>
                      <a:pt x="218" y="4175"/>
                      <a:pt x="552" y="4982"/>
                      <a:pt x="1147" y="5577"/>
                    </a:cubicBezTo>
                    <a:cubicBezTo>
                      <a:pt x="1742" y="6172"/>
                      <a:pt x="2548" y="6506"/>
                      <a:pt x="339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50" name="Freeform: Shape 14849">
                <a:extLst>
                  <a:ext uri="{FF2B5EF4-FFF2-40B4-BE49-F238E27FC236}">
                    <a16:creationId xmlns:a16="http://schemas.microsoft.com/office/drawing/2014/main" id="{D1849353-2D3D-F2FD-4FCD-FF0370BB6D38}"/>
                  </a:ext>
                </a:extLst>
              </p:cNvPr>
              <p:cNvSpPr/>
              <p:nvPr/>
            </p:nvSpPr>
            <p:spPr>
              <a:xfrm>
                <a:off x="9171768" y="5515184"/>
                <a:ext cx="6343" cy="6345"/>
              </a:xfrm>
              <a:custGeom>
                <a:avLst/>
                <a:gdLst>
                  <a:gd name="connsiteX0" fmla="*/ 3389 w 6343"/>
                  <a:gd name="connsiteY0" fmla="*/ 6506 h 6345"/>
                  <a:gd name="connsiteX1" fmla="*/ 5632 w 6343"/>
                  <a:gd name="connsiteY1" fmla="*/ 5577 h 6345"/>
                  <a:gd name="connsiteX2" fmla="*/ 6561 w 6343"/>
                  <a:gd name="connsiteY2" fmla="*/ 3333 h 6345"/>
                  <a:gd name="connsiteX3" fmla="*/ 5632 w 6343"/>
                  <a:gd name="connsiteY3" fmla="*/ 1090 h 6345"/>
                  <a:gd name="connsiteX4" fmla="*/ 3389 w 6343"/>
                  <a:gd name="connsiteY4" fmla="*/ 160 h 6345"/>
                  <a:gd name="connsiteX5" fmla="*/ 1147 w 6343"/>
                  <a:gd name="connsiteY5" fmla="*/ 1090 h 6345"/>
                  <a:gd name="connsiteX6" fmla="*/ 218 w 6343"/>
                  <a:gd name="connsiteY6" fmla="*/ 3333 h 6345"/>
                  <a:gd name="connsiteX7" fmla="*/ 1147 w 6343"/>
                  <a:gd name="connsiteY7" fmla="*/ 5577 h 6345"/>
                  <a:gd name="connsiteX8" fmla="*/ 338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6"/>
                    </a:moveTo>
                    <a:cubicBezTo>
                      <a:pt x="4230" y="6506"/>
                      <a:pt x="5037" y="6172"/>
                      <a:pt x="5632" y="5577"/>
                    </a:cubicBezTo>
                    <a:cubicBezTo>
                      <a:pt x="6227" y="4982"/>
                      <a:pt x="6561" y="4175"/>
                      <a:pt x="6561" y="3333"/>
                    </a:cubicBezTo>
                    <a:cubicBezTo>
                      <a:pt x="6561" y="2492"/>
                      <a:pt x="6227" y="1685"/>
                      <a:pt x="5632" y="1090"/>
                    </a:cubicBezTo>
                    <a:cubicBezTo>
                      <a:pt x="5037" y="495"/>
                      <a:pt x="4230" y="160"/>
                      <a:pt x="3389" y="160"/>
                    </a:cubicBezTo>
                    <a:cubicBezTo>
                      <a:pt x="2548" y="160"/>
                      <a:pt x="1741" y="495"/>
                      <a:pt x="1147" y="1090"/>
                    </a:cubicBezTo>
                    <a:cubicBezTo>
                      <a:pt x="552" y="1685"/>
                      <a:pt x="218" y="2492"/>
                      <a:pt x="218" y="3333"/>
                    </a:cubicBezTo>
                    <a:cubicBezTo>
                      <a:pt x="218" y="4175"/>
                      <a:pt x="552" y="4982"/>
                      <a:pt x="1147" y="5577"/>
                    </a:cubicBezTo>
                    <a:cubicBezTo>
                      <a:pt x="1741" y="6172"/>
                      <a:pt x="2548" y="6506"/>
                      <a:pt x="338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51" name="Freeform: Shape 14850">
                <a:extLst>
                  <a:ext uri="{FF2B5EF4-FFF2-40B4-BE49-F238E27FC236}">
                    <a16:creationId xmlns:a16="http://schemas.microsoft.com/office/drawing/2014/main" id="{D57924BC-4A92-CC7A-D373-BF39798FF335}"/>
                  </a:ext>
                </a:extLst>
              </p:cNvPr>
              <p:cNvSpPr/>
              <p:nvPr/>
            </p:nvSpPr>
            <p:spPr>
              <a:xfrm>
                <a:off x="9168265" y="5515229"/>
                <a:ext cx="6343" cy="6345"/>
              </a:xfrm>
              <a:custGeom>
                <a:avLst/>
                <a:gdLst>
                  <a:gd name="connsiteX0" fmla="*/ 3389 w 6343"/>
                  <a:gd name="connsiteY0" fmla="*/ 6506 h 6345"/>
                  <a:gd name="connsiteX1" fmla="*/ 5632 w 6343"/>
                  <a:gd name="connsiteY1" fmla="*/ 5577 h 6345"/>
                  <a:gd name="connsiteX2" fmla="*/ 6561 w 6343"/>
                  <a:gd name="connsiteY2" fmla="*/ 3333 h 6345"/>
                  <a:gd name="connsiteX3" fmla="*/ 5632 w 6343"/>
                  <a:gd name="connsiteY3" fmla="*/ 1090 h 6345"/>
                  <a:gd name="connsiteX4" fmla="*/ 3389 w 6343"/>
                  <a:gd name="connsiteY4" fmla="*/ 160 h 6345"/>
                  <a:gd name="connsiteX5" fmla="*/ 1146 w 6343"/>
                  <a:gd name="connsiteY5" fmla="*/ 1090 h 6345"/>
                  <a:gd name="connsiteX6" fmla="*/ 217 w 6343"/>
                  <a:gd name="connsiteY6" fmla="*/ 3333 h 6345"/>
                  <a:gd name="connsiteX7" fmla="*/ 1146 w 6343"/>
                  <a:gd name="connsiteY7" fmla="*/ 5577 h 6345"/>
                  <a:gd name="connsiteX8" fmla="*/ 338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6"/>
                    </a:moveTo>
                    <a:cubicBezTo>
                      <a:pt x="4230" y="6506"/>
                      <a:pt x="5037" y="6172"/>
                      <a:pt x="5632" y="5577"/>
                    </a:cubicBezTo>
                    <a:cubicBezTo>
                      <a:pt x="6226" y="4982"/>
                      <a:pt x="6561" y="4175"/>
                      <a:pt x="6561" y="3333"/>
                    </a:cubicBezTo>
                    <a:cubicBezTo>
                      <a:pt x="6561" y="2492"/>
                      <a:pt x="6226" y="1685"/>
                      <a:pt x="5632" y="1090"/>
                    </a:cubicBezTo>
                    <a:cubicBezTo>
                      <a:pt x="5037" y="495"/>
                      <a:pt x="4230" y="160"/>
                      <a:pt x="3389" y="160"/>
                    </a:cubicBezTo>
                    <a:cubicBezTo>
                      <a:pt x="2548" y="160"/>
                      <a:pt x="1741" y="495"/>
                      <a:pt x="1146" y="1090"/>
                    </a:cubicBezTo>
                    <a:cubicBezTo>
                      <a:pt x="552" y="1685"/>
                      <a:pt x="217" y="2492"/>
                      <a:pt x="217" y="3333"/>
                    </a:cubicBezTo>
                    <a:cubicBezTo>
                      <a:pt x="217" y="4175"/>
                      <a:pt x="552" y="4982"/>
                      <a:pt x="1146" y="5577"/>
                    </a:cubicBezTo>
                    <a:cubicBezTo>
                      <a:pt x="1741" y="6172"/>
                      <a:pt x="2548" y="6506"/>
                      <a:pt x="338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52" name="Freeform: Shape 14851">
                <a:extLst>
                  <a:ext uri="{FF2B5EF4-FFF2-40B4-BE49-F238E27FC236}">
                    <a16:creationId xmlns:a16="http://schemas.microsoft.com/office/drawing/2014/main" id="{79C0F0DB-FB0D-2CB1-255E-E861812986EC}"/>
                  </a:ext>
                </a:extLst>
              </p:cNvPr>
              <p:cNvSpPr/>
              <p:nvPr/>
            </p:nvSpPr>
            <p:spPr>
              <a:xfrm>
                <a:off x="9165087" y="5514974"/>
                <a:ext cx="6343" cy="6345"/>
              </a:xfrm>
              <a:custGeom>
                <a:avLst/>
                <a:gdLst>
                  <a:gd name="connsiteX0" fmla="*/ 3389 w 6343"/>
                  <a:gd name="connsiteY0" fmla="*/ 6506 h 6345"/>
                  <a:gd name="connsiteX1" fmla="*/ 5631 w 6343"/>
                  <a:gd name="connsiteY1" fmla="*/ 5577 h 6345"/>
                  <a:gd name="connsiteX2" fmla="*/ 6560 w 6343"/>
                  <a:gd name="connsiteY2" fmla="*/ 3333 h 6345"/>
                  <a:gd name="connsiteX3" fmla="*/ 5631 w 6343"/>
                  <a:gd name="connsiteY3" fmla="*/ 1090 h 6345"/>
                  <a:gd name="connsiteX4" fmla="*/ 3389 w 6343"/>
                  <a:gd name="connsiteY4" fmla="*/ 160 h 6345"/>
                  <a:gd name="connsiteX5" fmla="*/ 1146 w 6343"/>
                  <a:gd name="connsiteY5" fmla="*/ 1090 h 6345"/>
                  <a:gd name="connsiteX6" fmla="*/ 217 w 6343"/>
                  <a:gd name="connsiteY6" fmla="*/ 3333 h 6345"/>
                  <a:gd name="connsiteX7" fmla="*/ 1146 w 6343"/>
                  <a:gd name="connsiteY7" fmla="*/ 5577 h 6345"/>
                  <a:gd name="connsiteX8" fmla="*/ 338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6"/>
                    </a:moveTo>
                    <a:cubicBezTo>
                      <a:pt x="4230" y="6506"/>
                      <a:pt x="5037" y="6172"/>
                      <a:pt x="5631" y="5577"/>
                    </a:cubicBezTo>
                    <a:cubicBezTo>
                      <a:pt x="6226" y="4982"/>
                      <a:pt x="6560" y="4175"/>
                      <a:pt x="6560" y="3333"/>
                    </a:cubicBezTo>
                    <a:cubicBezTo>
                      <a:pt x="6560" y="2492"/>
                      <a:pt x="6226" y="1685"/>
                      <a:pt x="5631" y="1090"/>
                    </a:cubicBezTo>
                    <a:cubicBezTo>
                      <a:pt x="5037" y="495"/>
                      <a:pt x="4230" y="160"/>
                      <a:pt x="3389" y="160"/>
                    </a:cubicBezTo>
                    <a:cubicBezTo>
                      <a:pt x="2548" y="160"/>
                      <a:pt x="1741" y="495"/>
                      <a:pt x="1146" y="1090"/>
                    </a:cubicBezTo>
                    <a:cubicBezTo>
                      <a:pt x="551" y="1685"/>
                      <a:pt x="217" y="2492"/>
                      <a:pt x="217" y="3333"/>
                    </a:cubicBezTo>
                    <a:cubicBezTo>
                      <a:pt x="217" y="4175"/>
                      <a:pt x="551" y="4982"/>
                      <a:pt x="1146" y="5577"/>
                    </a:cubicBezTo>
                    <a:cubicBezTo>
                      <a:pt x="1741" y="6172"/>
                      <a:pt x="2548" y="6506"/>
                      <a:pt x="338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53" name="Freeform: Shape 14852">
                <a:extLst>
                  <a:ext uri="{FF2B5EF4-FFF2-40B4-BE49-F238E27FC236}">
                    <a16:creationId xmlns:a16="http://schemas.microsoft.com/office/drawing/2014/main" id="{EC87E7C8-C083-D84A-EDA3-E4186962D422}"/>
                  </a:ext>
                </a:extLst>
              </p:cNvPr>
              <p:cNvSpPr/>
              <p:nvPr/>
            </p:nvSpPr>
            <p:spPr>
              <a:xfrm>
                <a:off x="9161324" y="5515140"/>
                <a:ext cx="6343" cy="6345"/>
              </a:xfrm>
              <a:custGeom>
                <a:avLst/>
                <a:gdLst>
                  <a:gd name="connsiteX0" fmla="*/ 3389 w 6343"/>
                  <a:gd name="connsiteY0" fmla="*/ 6506 h 6345"/>
                  <a:gd name="connsiteX1" fmla="*/ 5631 w 6343"/>
                  <a:gd name="connsiteY1" fmla="*/ 5577 h 6345"/>
                  <a:gd name="connsiteX2" fmla="*/ 6560 w 6343"/>
                  <a:gd name="connsiteY2" fmla="*/ 3333 h 6345"/>
                  <a:gd name="connsiteX3" fmla="*/ 5631 w 6343"/>
                  <a:gd name="connsiteY3" fmla="*/ 1090 h 6345"/>
                  <a:gd name="connsiteX4" fmla="*/ 3389 w 6343"/>
                  <a:gd name="connsiteY4" fmla="*/ 160 h 6345"/>
                  <a:gd name="connsiteX5" fmla="*/ 1146 w 6343"/>
                  <a:gd name="connsiteY5" fmla="*/ 1090 h 6345"/>
                  <a:gd name="connsiteX6" fmla="*/ 217 w 6343"/>
                  <a:gd name="connsiteY6" fmla="*/ 3333 h 6345"/>
                  <a:gd name="connsiteX7" fmla="*/ 1146 w 6343"/>
                  <a:gd name="connsiteY7" fmla="*/ 5577 h 6345"/>
                  <a:gd name="connsiteX8" fmla="*/ 338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6"/>
                    </a:moveTo>
                    <a:cubicBezTo>
                      <a:pt x="4230" y="6506"/>
                      <a:pt x="5036" y="6172"/>
                      <a:pt x="5631" y="5577"/>
                    </a:cubicBezTo>
                    <a:cubicBezTo>
                      <a:pt x="6226" y="4982"/>
                      <a:pt x="6560" y="4175"/>
                      <a:pt x="6560" y="3333"/>
                    </a:cubicBezTo>
                    <a:cubicBezTo>
                      <a:pt x="6560" y="2492"/>
                      <a:pt x="6226" y="1685"/>
                      <a:pt x="5631" y="1090"/>
                    </a:cubicBezTo>
                    <a:cubicBezTo>
                      <a:pt x="5036" y="495"/>
                      <a:pt x="4230" y="160"/>
                      <a:pt x="3389" y="160"/>
                    </a:cubicBezTo>
                    <a:cubicBezTo>
                      <a:pt x="2547" y="160"/>
                      <a:pt x="1741" y="495"/>
                      <a:pt x="1146" y="1090"/>
                    </a:cubicBezTo>
                    <a:cubicBezTo>
                      <a:pt x="551" y="1685"/>
                      <a:pt x="217" y="2492"/>
                      <a:pt x="217" y="3333"/>
                    </a:cubicBezTo>
                    <a:cubicBezTo>
                      <a:pt x="217" y="4175"/>
                      <a:pt x="551" y="4982"/>
                      <a:pt x="1146" y="5577"/>
                    </a:cubicBezTo>
                    <a:cubicBezTo>
                      <a:pt x="1741" y="6172"/>
                      <a:pt x="2547" y="6506"/>
                      <a:pt x="338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54" name="Freeform: Shape 14853">
                <a:extLst>
                  <a:ext uri="{FF2B5EF4-FFF2-40B4-BE49-F238E27FC236}">
                    <a16:creationId xmlns:a16="http://schemas.microsoft.com/office/drawing/2014/main" id="{EB34A11E-52CA-0CAB-F5B8-2C15DCB1A5C9}"/>
                  </a:ext>
                </a:extLst>
              </p:cNvPr>
              <p:cNvSpPr/>
              <p:nvPr/>
            </p:nvSpPr>
            <p:spPr>
              <a:xfrm>
                <a:off x="9157741" y="5515119"/>
                <a:ext cx="6343" cy="6345"/>
              </a:xfrm>
              <a:custGeom>
                <a:avLst/>
                <a:gdLst>
                  <a:gd name="connsiteX0" fmla="*/ 3388 w 6343"/>
                  <a:gd name="connsiteY0" fmla="*/ 6506 h 6345"/>
                  <a:gd name="connsiteX1" fmla="*/ 5631 w 6343"/>
                  <a:gd name="connsiteY1" fmla="*/ 5577 h 6345"/>
                  <a:gd name="connsiteX2" fmla="*/ 6560 w 6343"/>
                  <a:gd name="connsiteY2" fmla="*/ 3333 h 6345"/>
                  <a:gd name="connsiteX3" fmla="*/ 5631 w 6343"/>
                  <a:gd name="connsiteY3" fmla="*/ 1090 h 6345"/>
                  <a:gd name="connsiteX4" fmla="*/ 3388 w 6343"/>
                  <a:gd name="connsiteY4" fmla="*/ 160 h 6345"/>
                  <a:gd name="connsiteX5" fmla="*/ 1146 w 6343"/>
                  <a:gd name="connsiteY5" fmla="*/ 1090 h 6345"/>
                  <a:gd name="connsiteX6" fmla="*/ 217 w 6343"/>
                  <a:gd name="connsiteY6" fmla="*/ 3333 h 6345"/>
                  <a:gd name="connsiteX7" fmla="*/ 1146 w 6343"/>
                  <a:gd name="connsiteY7" fmla="*/ 5577 h 6345"/>
                  <a:gd name="connsiteX8" fmla="*/ 338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6"/>
                    </a:moveTo>
                    <a:cubicBezTo>
                      <a:pt x="4229" y="6506"/>
                      <a:pt x="5036" y="6172"/>
                      <a:pt x="5631" y="5577"/>
                    </a:cubicBezTo>
                    <a:cubicBezTo>
                      <a:pt x="6226" y="4982"/>
                      <a:pt x="6560" y="4175"/>
                      <a:pt x="6560" y="3333"/>
                    </a:cubicBezTo>
                    <a:cubicBezTo>
                      <a:pt x="6560" y="2492"/>
                      <a:pt x="6226" y="1685"/>
                      <a:pt x="5631" y="1090"/>
                    </a:cubicBezTo>
                    <a:cubicBezTo>
                      <a:pt x="5036" y="495"/>
                      <a:pt x="4229" y="160"/>
                      <a:pt x="3388" y="160"/>
                    </a:cubicBezTo>
                    <a:cubicBezTo>
                      <a:pt x="2547" y="160"/>
                      <a:pt x="1740" y="495"/>
                      <a:pt x="1146" y="1090"/>
                    </a:cubicBezTo>
                    <a:cubicBezTo>
                      <a:pt x="551" y="1685"/>
                      <a:pt x="217" y="2492"/>
                      <a:pt x="217" y="3333"/>
                    </a:cubicBezTo>
                    <a:cubicBezTo>
                      <a:pt x="217" y="4175"/>
                      <a:pt x="551" y="4982"/>
                      <a:pt x="1146" y="5577"/>
                    </a:cubicBezTo>
                    <a:cubicBezTo>
                      <a:pt x="1740" y="6172"/>
                      <a:pt x="2547" y="6506"/>
                      <a:pt x="338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55" name="Freeform: Shape 14854">
                <a:extLst>
                  <a:ext uri="{FF2B5EF4-FFF2-40B4-BE49-F238E27FC236}">
                    <a16:creationId xmlns:a16="http://schemas.microsoft.com/office/drawing/2014/main" id="{F6CF6D24-1EE9-B697-101B-6EFD7BB5AD20}"/>
                  </a:ext>
                </a:extLst>
              </p:cNvPr>
              <p:cNvSpPr/>
              <p:nvPr/>
            </p:nvSpPr>
            <p:spPr>
              <a:xfrm>
                <a:off x="9154538" y="5514766"/>
                <a:ext cx="6343" cy="6345"/>
              </a:xfrm>
              <a:custGeom>
                <a:avLst/>
                <a:gdLst>
                  <a:gd name="connsiteX0" fmla="*/ 3388 w 6343"/>
                  <a:gd name="connsiteY0" fmla="*/ 6506 h 6345"/>
                  <a:gd name="connsiteX1" fmla="*/ 5631 w 6343"/>
                  <a:gd name="connsiteY1" fmla="*/ 5577 h 6345"/>
                  <a:gd name="connsiteX2" fmla="*/ 6560 w 6343"/>
                  <a:gd name="connsiteY2" fmla="*/ 3333 h 6345"/>
                  <a:gd name="connsiteX3" fmla="*/ 5631 w 6343"/>
                  <a:gd name="connsiteY3" fmla="*/ 1090 h 6345"/>
                  <a:gd name="connsiteX4" fmla="*/ 3388 w 6343"/>
                  <a:gd name="connsiteY4" fmla="*/ 160 h 6345"/>
                  <a:gd name="connsiteX5" fmla="*/ 1145 w 6343"/>
                  <a:gd name="connsiteY5" fmla="*/ 1090 h 6345"/>
                  <a:gd name="connsiteX6" fmla="*/ 216 w 6343"/>
                  <a:gd name="connsiteY6" fmla="*/ 3333 h 6345"/>
                  <a:gd name="connsiteX7" fmla="*/ 1145 w 6343"/>
                  <a:gd name="connsiteY7" fmla="*/ 5577 h 6345"/>
                  <a:gd name="connsiteX8" fmla="*/ 338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6"/>
                    </a:moveTo>
                    <a:cubicBezTo>
                      <a:pt x="4229" y="6506"/>
                      <a:pt x="5036" y="6171"/>
                      <a:pt x="5631" y="5577"/>
                    </a:cubicBezTo>
                    <a:cubicBezTo>
                      <a:pt x="6225" y="4982"/>
                      <a:pt x="6560" y="4174"/>
                      <a:pt x="6560" y="3333"/>
                    </a:cubicBezTo>
                    <a:cubicBezTo>
                      <a:pt x="6560" y="2492"/>
                      <a:pt x="6225" y="1685"/>
                      <a:pt x="5631" y="1090"/>
                    </a:cubicBezTo>
                    <a:cubicBezTo>
                      <a:pt x="5036" y="495"/>
                      <a:pt x="4229" y="160"/>
                      <a:pt x="3388" y="160"/>
                    </a:cubicBezTo>
                    <a:cubicBezTo>
                      <a:pt x="2547" y="160"/>
                      <a:pt x="1740" y="495"/>
                      <a:pt x="1145" y="1090"/>
                    </a:cubicBezTo>
                    <a:cubicBezTo>
                      <a:pt x="551" y="1685"/>
                      <a:pt x="216" y="2492"/>
                      <a:pt x="216" y="3333"/>
                    </a:cubicBezTo>
                    <a:cubicBezTo>
                      <a:pt x="216" y="4174"/>
                      <a:pt x="551" y="4982"/>
                      <a:pt x="1145" y="5577"/>
                    </a:cubicBezTo>
                    <a:cubicBezTo>
                      <a:pt x="1740" y="6171"/>
                      <a:pt x="2547" y="6506"/>
                      <a:pt x="338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56" name="Freeform: Shape 14855">
                <a:extLst>
                  <a:ext uri="{FF2B5EF4-FFF2-40B4-BE49-F238E27FC236}">
                    <a16:creationId xmlns:a16="http://schemas.microsoft.com/office/drawing/2014/main" id="{BF82F131-4909-2EBE-12DB-78068796B53C}"/>
                  </a:ext>
                </a:extLst>
              </p:cNvPr>
              <p:cNvSpPr/>
              <p:nvPr/>
            </p:nvSpPr>
            <p:spPr>
              <a:xfrm>
                <a:off x="9151476" y="5514271"/>
                <a:ext cx="6343" cy="6345"/>
              </a:xfrm>
              <a:custGeom>
                <a:avLst/>
                <a:gdLst>
                  <a:gd name="connsiteX0" fmla="*/ 3388 w 6343"/>
                  <a:gd name="connsiteY0" fmla="*/ 6506 h 6345"/>
                  <a:gd name="connsiteX1" fmla="*/ 5630 w 6343"/>
                  <a:gd name="connsiteY1" fmla="*/ 5576 h 6345"/>
                  <a:gd name="connsiteX2" fmla="*/ 6559 w 6343"/>
                  <a:gd name="connsiteY2" fmla="*/ 3333 h 6345"/>
                  <a:gd name="connsiteX3" fmla="*/ 5630 w 6343"/>
                  <a:gd name="connsiteY3" fmla="*/ 1090 h 6345"/>
                  <a:gd name="connsiteX4" fmla="*/ 3388 w 6343"/>
                  <a:gd name="connsiteY4" fmla="*/ 160 h 6345"/>
                  <a:gd name="connsiteX5" fmla="*/ 1145 w 6343"/>
                  <a:gd name="connsiteY5" fmla="*/ 1090 h 6345"/>
                  <a:gd name="connsiteX6" fmla="*/ 216 w 6343"/>
                  <a:gd name="connsiteY6" fmla="*/ 3333 h 6345"/>
                  <a:gd name="connsiteX7" fmla="*/ 1145 w 6343"/>
                  <a:gd name="connsiteY7" fmla="*/ 5576 h 6345"/>
                  <a:gd name="connsiteX8" fmla="*/ 338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6"/>
                    </a:moveTo>
                    <a:cubicBezTo>
                      <a:pt x="4229" y="6506"/>
                      <a:pt x="5036" y="6171"/>
                      <a:pt x="5630" y="5576"/>
                    </a:cubicBezTo>
                    <a:cubicBezTo>
                      <a:pt x="6225" y="4982"/>
                      <a:pt x="6559" y="4174"/>
                      <a:pt x="6559" y="3333"/>
                    </a:cubicBezTo>
                    <a:cubicBezTo>
                      <a:pt x="6559" y="2492"/>
                      <a:pt x="6225" y="1685"/>
                      <a:pt x="5630" y="1090"/>
                    </a:cubicBezTo>
                    <a:cubicBezTo>
                      <a:pt x="5036" y="495"/>
                      <a:pt x="4229" y="160"/>
                      <a:pt x="3388" y="160"/>
                    </a:cubicBezTo>
                    <a:cubicBezTo>
                      <a:pt x="2547" y="160"/>
                      <a:pt x="1740" y="495"/>
                      <a:pt x="1145" y="1090"/>
                    </a:cubicBezTo>
                    <a:cubicBezTo>
                      <a:pt x="550" y="1685"/>
                      <a:pt x="216" y="2492"/>
                      <a:pt x="216" y="3333"/>
                    </a:cubicBezTo>
                    <a:cubicBezTo>
                      <a:pt x="216" y="4174"/>
                      <a:pt x="550" y="4982"/>
                      <a:pt x="1145" y="5576"/>
                    </a:cubicBezTo>
                    <a:cubicBezTo>
                      <a:pt x="1740" y="6171"/>
                      <a:pt x="2547" y="6506"/>
                      <a:pt x="338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57" name="Freeform: Shape 14856">
                <a:extLst>
                  <a:ext uri="{FF2B5EF4-FFF2-40B4-BE49-F238E27FC236}">
                    <a16:creationId xmlns:a16="http://schemas.microsoft.com/office/drawing/2014/main" id="{146D3B37-BA03-7FC7-0ADB-B2E3A76CE078}"/>
                  </a:ext>
                </a:extLst>
              </p:cNvPr>
              <p:cNvSpPr/>
              <p:nvPr/>
            </p:nvSpPr>
            <p:spPr>
              <a:xfrm>
                <a:off x="9146442" y="5515206"/>
                <a:ext cx="6343" cy="6345"/>
              </a:xfrm>
              <a:custGeom>
                <a:avLst/>
                <a:gdLst>
                  <a:gd name="connsiteX0" fmla="*/ 3387 w 6343"/>
                  <a:gd name="connsiteY0" fmla="*/ 6506 h 6345"/>
                  <a:gd name="connsiteX1" fmla="*/ 5630 w 6343"/>
                  <a:gd name="connsiteY1" fmla="*/ 5577 h 6345"/>
                  <a:gd name="connsiteX2" fmla="*/ 6559 w 6343"/>
                  <a:gd name="connsiteY2" fmla="*/ 3333 h 6345"/>
                  <a:gd name="connsiteX3" fmla="*/ 5630 w 6343"/>
                  <a:gd name="connsiteY3" fmla="*/ 1090 h 6345"/>
                  <a:gd name="connsiteX4" fmla="*/ 3387 w 6343"/>
                  <a:gd name="connsiteY4" fmla="*/ 160 h 6345"/>
                  <a:gd name="connsiteX5" fmla="*/ 1145 w 6343"/>
                  <a:gd name="connsiteY5" fmla="*/ 1090 h 6345"/>
                  <a:gd name="connsiteX6" fmla="*/ 216 w 6343"/>
                  <a:gd name="connsiteY6" fmla="*/ 3333 h 6345"/>
                  <a:gd name="connsiteX7" fmla="*/ 1145 w 6343"/>
                  <a:gd name="connsiteY7" fmla="*/ 5577 h 6345"/>
                  <a:gd name="connsiteX8" fmla="*/ 338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6"/>
                    </a:moveTo>
                    <a:cubicBezTo>
                      <a:pt x="4228" y="6506"/>
                      <a:pt x="5035" y="6172"/>
                      <a:pt x="5630" y="5577"/>
                    </a:cubicBezTo>
                    <a:cubicBezTo>
                      <a:pt x="6225" y="4982"/>
                      <a:pt x="6559" y="4175"/>
                      <a:pt x="6559" y="3333"/>
                    </a:cubicBezTo>
                    <a:cubicBezTo>
                      <a:pt x="6559" y="2492"/>
                      <a:pt x="6225" y="1685"/>
                      <a:pt x="5630" y="1090"/>
                    </a:cubicBezTo>
                    <a:cubicBezTo>
                      <a:pt x="5035" y="495"/>
                      <a:pt x="4228" y="160"/>
                      <a:pt x="3387" y="160"/>
                    </a:cubicBezTo>
                    <a:cubicBezTo>
                      <a:pt x="2546" y="160"/>
                      <a:pt x="1739" y="495"/>
                      <a:pt x="1145" y="1090"/>
                    </a:cubicBezTo>
                    <a:cubicBezTo>
                      <a:pt x="550" y="1685"/>
                      <a:pt x="216" y="2492"/>
                      <a:pt x="216" y="3333"/>
                    </a:cubicBezTo>
                    <a:cubicBezTo>
                      <a:pt x="216" y="4175"/>
                      <a:pt x="550" y="4982"/>
                      <a:pt x="1145" y="5577"/>
                    </a:cubicBezTo>
                    <a:cubicBezTo>
                      <a:pt x="1739" y="6172"/>
                      <a:pt x="2546" y="6506"/>
                      <a:pt x="338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58" name="Freeform: Shape 14857">
                <a:extLst>
                  <a:ext uri="{FF2B5EF4-FFF2-40B4-BE49-F238E27FC236}">
                    <a16:creationId xmlns:a16="http://schemas.microsoft.com/office/drawing/2014/main" id="{3473518C-52B2-B1F7-5412-D32B144C41C2}"/>
                  </a:ext>
                </a:extLst>
              </p:cNvPr>
              <p:cNvSpPr/>
              <p:nvPr/>
            </p:nvSpPr>
            <p:spPr>
              <a:xfrm>
                <a:off x="9142966" y="5514930"/>
                <a:ext cx="6343" cy="6345"/>
              </a:xfrm>
              <a:custGeom>
                <a:avLst/>
                <a:gdLst>
                  <a:gd name="connsiteX0" fmla="*/ 3387 w 6343"/>
                  <a:gd name="connsiteY0" fmla="*/ 6506 h 6345"/>
                  <a:gd name="connsiteX1" fmla="*/ 5630 w 6343"/>
                  <a:gd name="connsiteY1" fmla="*/ 5577 h 6345"/>
                  <a:gd name="connsiteX2" fmla="*/ 6559 w 6343"/>
                  <a:gd name="connsiteY2" fmla="*/ 3333 h 6345"/>
                  <a:gd name="connsiteX3" fmla="*/ 5630 w 6343"/>
                  <a:gd name="connsiteY3" fmla="*/ 1090 h 6345"/>
                  <a:gd name="connsiteX4" fmla="*/ 3387 w 6343"/>
                  <a:gd name="connsiteY4" fmla="*/ 160 h 6345"/>
                  <a:gd name="connsiteX5" fmla="*/ 1144 w 6343"/>
                  <a:gd name="connsiteY5" fmla="*/ 1090 h 6345"/>
                  <a:gd name="connsiteX6" fmla="*/ 216 w 6343"/>
                  <a:gd name="connsiteY6" fmla="*/ 3333 h 6345"/>
                  <a:gd name="connsiteX7" fmla="*/ 1144 w 6343"/>
                  <a:gd name="connsiteY7" fmla="*/ 5577 h 6345"/>
                  <a:gd name="connsiteX8" fmla="*/ 338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6"/>
                    </a:moveTo>
                    <a:cubicBezTo>
                      <a:pt x="4228" y="6506"/>
                      <a:pt x="5035" y="6171"/>
                      <a:pt x="5630" y="5577"/>
                    </a:cubicBezTo>
                    <a:cubicBezTo>
                      <a:pt x="6224" y="4982"/>
                      <a:pt x="6559" y="4175"/>
                      <a:pt x="6559" y="3333"/>
                    </a:cubicBezTo>
                    <a:cubicBezTo>
                      <a:pt x="6559" y="2492"/>
                      <a:pt x="6224" y="1685"/>
                      <a:pt x="5630" y="1090"/>
                    </a:cubicBezTo>
                    <a:cubicBezTo>
                      <a:pt x="5035" y="495"/>
                      <a:pt x="4228" y="160"/>
                      <a:pt x="3387" y="160"/>
                    </a:cubicBezTo>
                    <a:cubicBezTo>
                      <a:pt x="2546" y="160"/>
                      <a:pt x="1739" y="495"/>
                      <a:pt x="1144" y="1090"/>
                    </a:cubicBezTo>
                    <a:cubicBezTo>
                      <a:pt x="550" y="1685"/>
                      <a:pt x="216" y="2492"/>
                      <a:pt x="216" y="3333"/>
                    </a:cubicBezTo>
                    <a:cubicBezTo>
                      <a:pt x="216" y="4175"/>
                      <a:pt x="550" y="4982"/>
                      <a:pt x="1144" y="5577"/>
                    </a:cubicBezTo>
                    <a:cubicBezTo>
                      <a:pt x="1739" y="6171"/>
                      <a:pt x="2546" y="6506"/>
                      <a:pt x="338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59" name="Freeform: Shape 14858">
                <a:extLst>
                  <a:ext uri="{FF2B5EF4-FFF2-40B4-BE49-F238E27FC236}">
                    <a16:creationId xmlns:a16="http://schemas.microsoft.com/office/drawing/2014/main" id="{4AE23D14-7186-A91A-E238-B0694CBED562}"/>
                  </a:ext>
                </a:extLst>
              </p:cNvPr>
              <p:cNvSpPr/>
              <p:nvPr/>
            </p:nvSpPr>
            <p:spPr>
              <a:xfrm>
                <a:off x="9139483" y="5514619"/>
                <a:ext cx="6343" cy="6345"/>
              </a:xfrm>
              <a:custGeom>
                <a:avLst/>
                <a:gdLst>
                  <a:gd name="connsiteX0" fmla="*/ 3387 w 6343"/>
                  <a:gd name="connsiteY0" fmla="*/ 6506 h 6345"/>
                  <a:gd name="connsiteX1" fmla="*/ 5629 w 6343"/>
                  <a:gd name="connsiteY1" fmla="*/ 5577 h 6345"/>
                  <a:gd name="connsiteX2" fmla="*/ 6558 w 6343"/>
                  <a:gd name="connsiteY2" fmla="*/ 3333 h 6345"/>
                  <a:gd name="connsiteX3" fmla="*/ 5629 w 6343"/>
                  <a:gd name="connsiteY3" fmla="*/ 1090 h 6345"/>
                  <a:gd name="connsiteX4" fmla="*/ 3387 w 6343"/>
                  <a:gd name="connsiteY4" fmla="*/ 160 h 6345"/>
                  <a:gd name="connsiteX5" fmla="*/ 1144 w 6343"/>
                  <a:gd name="connsiteY5" fmla="*/ 1090 h 6345"/>
                  <a:gd name="connsiteX6" fmla="*/ 215 w 6343"/>
                  <a:gd name="connsiteY6" fmla="*/ 3333 h 6345"/>
                  <a:gd name="connsiteX7" fmla="*/ 1144 w 6343"/>
                  <a:gd name="connsiteY7" fmla="*/ 5577 h 6345"/>
                  <a:gd name="connsiteX8" fmla="*/ 338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6"/>
                    </a:moveTo>
                    <a:cubicBezTo>
                      <a:pt x="4228" y="6506"/>
                      <a:pt x="5035" y="6171"/>
                      <a:pt x="5629" y="5577"/>
                    </a:cubicBezTo>
                    <a:cubicBezTo>
                      <a:pt x="6224" y="4982"/>
                      <a:pt x="6558" y="4174"/>
                      <a:pt x="6558" y="3333"/>
                    </a:cubicBezTo>
                    <a:cubicBezTo>
                      <a:pt x="6558" y="2492"/>
                      <a:pt x="6224" y="1685"/>
                      <a:pt x="5629" y="1090"/>
                    </a:cubicBezTo>
                    <a:cubicBezTo>
                      <a:pt x="5035" y="495"/>
                      <a:pt x="4228" y="160"/>
                      <a:pt x="3387" y="160"/>
                    </a:cubicBezTo>
                    <a:cubicBezTo>
                      <a:pt x="2546" y="160"/>
                      <a:pt x="1739" y="495"/>
                      <a:pt x="1144" y="1090"/>
                    </a:cubicBezTo>
                    <a:cubicBezTo>
                      <a:pt x="549" y="1685"/>
                      <a:pt x="215" y="2492"/>
                      <a:pt x="215" y="3333"/>
                    </a:cubicBezTo>
                    <a:cubicBezTo>
                      <a:pt x="215" y="4174"/>
                      <a:pt x="549" y="4982"/>
                      <a:pt x="1144" y="5577"/>
                    </a:cubicBezTo>
                    <a:cubicBezTo>
                      <a:pt x="1739" y="6171"/>
                      <a:pt x="2546" y="6506"/>
                      <a:pt x="338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60" name="Freeform: Shape 14859">
                <a:extLst>
                  <a:ext uri="{FF2B5EF4-FFF2-40B4-BE49-F238E27FC236}">
                    <a16:creationId xmlns:a16="http://schemas.microsoft.com/office/drawing/2014/main" id="{E2135923-A99C-6BFB-AB82-EE04DC07D9D8}"/>
                  </a:ext>
                </a:extLst>
              </p:cNvPr>
              <p:cNvSpPr/>
              <p:nvPr/>
            </p:nvSpPr>
            <p:spPr>
              <a:xfrm>
                <a:off x="9135294" y="5514772"/>
                <a:ext cx="6343" cy="6345"/>
              </a:xfrm>
              <a:custGeom>
                <a:avLst/>
                <a:gdLst>
                  <a:gd name="connsiteX0" fmla="*/ 3386 w 6343"/>
                  <a:gd name="connsiteY0" fmla="*/ 6506 h 6345"/>
                  <a:gd name="connsiteX1" fmla="*/ 5629 w 6343"/>
                  <a:gd name="connsiteY1" fmla="*/ 5577 h 6345"/>
                  <a:gd name="connsiteX2" fmla="*/ 6558 w 6343"/>
                  <a:gd name="connsiteY2" fmla="*/ 3333 h 6345"/>
                  <a:gd name="connsiteX3" fmla="*/ 5629 w 6343"/>
                  <a:gd name="connsiteY3" fmla="*/ 1090 h 6345"/>
                  <a:gd name="connsiteX4" fmla="*/ 3386 w 6343"/>
                  <a:gd name="connsiteY4" fmla="*/ 160 h 6345"/>
                  <a:gd name="connsiteX5" fmla="*/ 1144 w 6343"/>
                  <a:gd name="connsiteY5" fmla="*/ 1090 h 6345"/>
                  <a:gd name="connsiteX6" fmla="*/ 215 w 6343"/>
                  <a:gd name="connsiteY6" fmla="*/ 3333 h 6345"/>
                  <a:gd name="connsiteX7" fmla="*/ 1144 w 6343"/>
                  <a:gd name="connsiteY7" fmla="*/ 5577 h 6345"/>
                  <a:gd name="connsiteX8" fmla="*/ 338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06"/>
                    </a:moveTo>
                    <a:cubicBezTo>
                      <a:pt x="4228" y="6506"/>
                      <a:pt x="5034" y="6171"/>
                      <a:pt x="5629" y="5577"/>
                    </a:cubicBezTo>
                    <a:cubicBezTo>
                      <a:pt x="6224" y="4982"/>
                      <a:pt x="6558" y="4174"/>
                      <a:pt x="6558" y="3333"/>
                    </a:cubicBezTo>
                    <a:cubicBezTo>
                      <a:pt x="6558" y="2492"/>
                      <a:pt x="6224" y="1685"/>
                      <a:pt x="5629" y="1090"/>
                    </a:cubicBezTo>
                    <a:cubicBezTo>
                      <a:pt x="5034" y="495"/>
                      <a:pt x="4228" y="160"/>
                      <a:pt x="3386" y="160"/>
                    </a:cubicBezTo>
                    <a:cubicBezTo>
                      <a:pt x="2545" y="160"/>
                      <a:pt x="1739" y="495"/>
                      <a:pt x="1144" y="1090"/>
                    </a:cubicBezTo>
                    <a:cubicBezTo>
                      <a:pt x="549" y="1685"/>
                      <a:pt x="215" y="2492"/>
                      <a:pt x="215" y="3333"/>
                    </a:cubicBezTo>
                    <a:cubicBezTo>
                      <a:pt x="215" y="4174"/>
                      <a:pt x="549" y="4982"/>
                      <a:pt x="1144" y="5577"/>
                    </a:cubicBezTo>
                    <a:cubicBezTo>
                      <a:pt x="1739" y="6171"/>
                      <a:pt x="2545" y="6506"/>
                      <a:pt x="338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61" name="Freeform: Shape 14860">
                <a:extLst>
                  <a:ext uri="{FF2B5EF4-FFF2-40B4-BE49-F238E27FC236}">
                    <a16:creationId xmlns:a16="http://schemas.microsoft.com/office/drawing/2014/main" id="{6E374830-3459-3C74-41C2-09D22A220604}"/>
                  </a:ext>
                </a:extLst>
              </p:cNvPr>
              <p:cNvSpPr/>
              <p:nvPr/>
            </p:nvSpPr>
            <p:spPr>
              <a:xfrm>
                <a:off x="9132043" y="5514212"/>
                <a:ext cx="6343" cy="6345"/>
              </a:xfrm>
              <a:custGeom>
                <a:avLst/>
                <a:gdLst>
                  <a:gd name="connsiteX0" fmla="*/ 3386 w 6343"/>
                  <a:gd name="connsiteY0" fmla="*/ 6506 h 6345"/>
                  <a:gd name="connsiteX1" fmla="*/ 5629 w 6343"/>
                  <a:gd name="connsiteY1" fmla="*/ 5576 h 6345"/>
                  <a:gd name="connsiteX2" fmla="*/ 6558 w 6343"/>
                  <a:gd name="connsiteY2" fmla="*/ 3333 h 6345"/>
                  <a:gd name="connsiteX3" fmla="*/ 5629 w 6343"/>
                  <a:gd name="connsiteY3" fmla="*/ 1090 h 6345"/>
                  <a:gd name="connsiteX4" fmla="*/ 3386 w 6343"/>
                  <a:gd name="connsiteY4" fmla="*/ 160 h 6345"/>
                  <a:gd name="connsiteX5" fmla="*/ 1144 w 6343"/>
                  <a:gd name="connsiteY5" fmla="*/ 1090 h 6345"/>
                  <a:gd name="connsiteX6" fmla="*/ 215 w 6343"/>
                  <a:gd name="connsiteY6" fmla="*/ 3333 h 6345"/>
                  <a:gd name="connsiteX7" fmla="*/ 1144 w 6343"/>
                  <a:gd name="connsiteY7" fmla="*/ 5576 h 6345"/>
                  <a:gd name="connsiteX8" fmla="*/ 338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06"/>
                    </a:moveTo>
                    <a:cubicBezTo>
                      <a:pt x="4227" y="6506"/>
                      <a:pt x="5034" y="6171"/>
                      <a:pt x="5629" y="5576"/>
                    </a:cubicBezTo>
                    <a:cubicBezTo>
                      <a:pt x="6224" y="4982"/>
                      <a:pt x="6558" y="4174"/>
                      <a:pt x="6558" y="3333"/>
                    </a:cubicBezTo>
                    <a:cubicBezTo>
                      <a:pt x="6558" y="2492"/>
                      <a:pt x="6224" y="1685"/>
                      <a:pt x="5629" y="1090"/>
                    </a:cubicBezTo>
                    <a:cubicBezTo>
                      <a:pt x="5034" y="495"/>
                      <a:pt x="4227" y="160"/>
                      <a:pt x="3386" y="160"/>
                    </a:cubicBezTo>
                    <a:cubicBezTo>
                      <a:pt x="2545" y="160"/>
                      <a:pt x="1738" y="495"/>
                      <a:pt x="1144" y="1090"/>
                    </a:cubicBezTo>
                    <a:cubicBezTo>
                      <a:pt x="549" y="1685"/>
                      <a:pt x="215" y="2492"/>
                      <a:pt x="215" y="3333"/>
                    </a:cubicBezTo>
                    <a:cubicBezTo>
                      <a:pt x="215" y="4174"/>
                      <a:pt x="549" y="4982"/>
                      <a:pt x="1144" y="5576"/>
                    </a:cubicBezTo>
                    <a:cubicBezTo>
                      <a:pt x="1738" y="6171"/>
                      <a:pt x="2545" y="6506"/>
                      <a:pt x="338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62" name="Freeform: Shape 14861">
                <a:extLst>
                  <a:ext uri="{FF2B5EF4-FFF2-40B4-BE49-F238E27FC236}">
                    <a16:creationId xmlns:a16="http://schemas.microsoft.com/office/drawing/2014/main" id="{C04C981C-FE75-3116-B24C-30E193E40DD7}"/>
                  </a:ext>
                </a:extLst>
              </p:cNvPr>
              <p:cNvSpPr/>
              <p:nvPr/>
            </p:nvSpPr>
            <p:spPr>
              <a:xfrm>
                <a:off x="9126625" y="5515124"/>
                <a:ext cx="6343" cy="6345"/>
              </a:xfrm>
              <a:custGeom>
                <a:avLst/>
                <a:gdLst>
                  <a:gd name="connsiteX0" fmla="*/ 3386 w 6343"/>
                  <a:gd name="connsiteY0" fmla="*/ 6506 h 6345"/>
                  <a:gd name="connsiteX1" fmla="*/ 5628 w 6343"/>
                  <a:gd name="connsiteY1" fmla="*/ 5577 h 6345"/>
                  <a:gd name="connsiteX2" fmla="*/ 6557 w 6343"/>
                  <a:gd name="connsiteY2" fmla="*/ 3333 h 6345"/>
                  <a:gd name="connsiteX3" fmla="*/ 5628 w 6343"/>
                  <a:gd name="connsiteY3" fmla="*/ 1090 h 6345"/>
                  <a:gd name="connsiteX4" fmla="*/ 3386 w 6343"/>
                  <a:gd name="connsiteY4" fmla="*/ 160 h 6345"/>
                  <a:gd name="connsiteX5" fmla="*/ 1143 w 6343"/>
                  <a:gd name="connsiteY5" fmla="*/ 1090 h 6345"/>
                  <a:gd name="connsiteX6" fmla="*/ 214 w 6343"/>
                  <a:gd name="connsiteY6" fmla="*/ 3333 h 6345"/>
                  <a:gd name="connsiteX7" fmla="*/ 1143 w 6343"/>
                  <a:gd name="connsiteY7" fmla="*/ 5577 h 6345"/>
                  <a:gd name="connsiteX8" fmla="*/ 338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06"/>
                    </a:moveTo>
                    <a:cubicBezTo>
                      <a:pt x="4227" y="6506"/>
                      <a:pt x="5034" y="6172"/>
                      <a:pt x="5628" y="5577"/>
                    </a:cubicBezTo>
                    <a:cubicBezTo>
                      <a:pt x="6223" y="4982"/>
                      <a:pt x="6557" y="4175"/>
                      <a:pt x="6557" y="3333"/>
                    </a:cubicBezTo>
                    <a:cubicBezTo>
                      <a:pt x="6557" y="2492"/>
                      <a:pt x="6223" y="1685"/>
                      <a:pt x="5628" y="1090"/>
                    </a:cubicBezTo>
                    <a:cubicBezTo>
                      <a:pt x="5034" y="495"/>
                      <a:pt x="4227" y="160"/>
                      <a:pt x="3386" y="160"/>
                    </a:cubicBezTo>
                    <a:cubicBezTo>
                      <a:pt x="2545" y="160"/>
                      <a:pt x="1738" y="495"/>
                      <a:pt x="1143" y="1090"/>
                    </a:cubicBezTo>
                    <a:cubicBezTo>
                      <a:pt x="548" y="1685"/>
                      <a:pt x="214" y="2492"/>
                      <a:pt x="214" y="3333"/>
                    </a:cubicBezTo>
                    <a:cubicBezTo>
                      <a:pt x="214" y="4175"/>
                      <a:pt x="548" y="4982"/>
                      <a:pt x="1143" y="5577"/>
                    </a:cubicBezTo>
                    <a:cubicBezTo>
                      <a:pt x="1738" y="6172"/>
                      <a:pt x="2545" y="6506"/>
                      <a:pt x="338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63" name="Freeform: Shape 14862">
                <a:extLst>
                  <a:ext uri="{FF2B5EF4-FFF2-40B4-BE49-F238E27FC236}">
                    <a16:creationId xmlns:a16="http://schemas.microsoft.com/office/drawing/2014/main" id="{9B962B6D-B390-D39C-45B2-33B111C28AD5}"/>
                  </a:ext>
                </a:extLst>
              </p:cNvPr>
              <p:cNvSpPr/>
              <p:nvPr/>
            </p:nvSpPr>
            <p:spPr>
              <a:xfrm>
                <a:off x="9121639" y="5515665"/>
                <a:ext cx="6343" cy="6345"/>
              </a:xfrm>
              <a:custGeom>
                <a:avLst/>
                <a:gdLst>
                  <a:gd name="connsiteX0" fmla="*/ 3385 w 6343"/>
                  <a:gd name="connsiteY0" fmla="*/ 6506 h 6345"/>
                  <a:gd name="connsiteX1" fmla="*/ 5628 w 6343"/>
                  <a:gd name="connsiteY1" fmla="*/ 5577 h 6345"/>
                  <a:gd name="connsiteX2" fmla="*/ 6557 w 6343"/>
                  <a:gd name="connsiteY2" fmla="*/ 3333 h 6345"/>
                  <a:gd name="connsiteX3" fmla="*/ 5628 w 6343"/>
                  <a:gd name="connsiteY3" fmla="*/ 1090 h 6345"/>
                  <a:gd name="connsiteX4" fmla="*/ 3385 w 6343"/>
                  <a:gd name="connsiteY4" fmla="*/ 160 h 6345"/>
                  <a:gd name="connsiteX5" fmla="*/ 1143 w 6343"/>
                  <a:gd name="connsiteY5" fmla="*/ 1090 h 6345"/>
                  <a:gd name="connsiteX6" fmla="*/ 214 w 6343"/>
                  <a:gd name="connsiteY6" fmla="*/ 3333 h 6345"/>
                  <a:gd name="connsiteX7" fmla="*/ 1143 w 6343"/>
                  <a:gd name="connsiteY7" fmla="*/ 5577 h 6345"/>
                  <a:gd name="connsiteX8" fmla="*/ 338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506"/>
                    </a:moveTo>
                    <a:cubicBezTo>
                      <a:pt x="4226" y="6506"/>
                      <a:pt x="5033" y="6172"/>
                      <a:pt x="5628" y="5577"/>
                    </a:cubicBezTo>
                    <a:cubicBezTo>
                      <a:pt x="6223" y="4982"/>
                      <a:pt x="6557" y="4175"/>
                      <a:pt x="6557" y="3333"/>
                    </a:cubicBezTo>
                    <a:cubicBezTo>
                      <a:pt x="6557" y="2492"/>
                      <a:pt x="6223" y="1685"/>
                      <a:pt x="5628" y="1090"/>
                    </a:cubicBezTo>
                    <a:cubicBezTo>
                      <a:pt x="5033" y="495"/>
                      <a:pt x="4226" y="160"/>
                      <a:pt x="3385" y="160"/>
                    </a:cubicBezTo>
                    <a:cubicBezTo>
                      <a:pt x="2544" y="160"/>
                      <a:pt x="1738" y="495"/>
                      <a:pt x="1143" y="1090"/>
                    </a:cubicBezTo>
                    <a:cubicBezTo>
                      <a:pt x="548" y="1685"/>
                      <a:pt x="214" y="2492"/>
                      <a:pt x="214" y="3333"/>
                    </a:cubicBezTo>
                    <a:cubicBezTo>
                      <a:pt x="214" y="4175"/>
                      <a:pt x="548" y="4982"/>
                      <a:pt x="1143" y="5577"/>
                    </a:cubicBezTo>
                    <a:cubicBezTo>
                      <a:pt x="1738" y="6172"/>
                      <a:pt x="2544" y="6506"/>
                      <a:pt x="338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64" name="Freeform: Shape 14863">
                <a:extLst>
                  <a:ext uri="{FF2B5EF4-FFF2-40B4-BE49-F238E27FC236}">
                    <a16:creationId xmlns:a16="http://schemas.microsoft.com/office/drawing/2014/main" id="{F1E08835-B0C0-2744-9E17-9ADEBB33E236}"/>
                  </a:ext>
                </a:extLst>
              </p:cNvPr>
              <p:cNvSpPr/>
              <p:nvPr/>
            </p:nvSpPr>
            <p:spPr>
              <a:xfrm>
                <a:off x="9099395" y="5527835"/>
                <a:ext cx="6343" cy="6345"/>
              </a:xfrm>
              <a:custGeom>
                <a:avLst/>
                <a:gdLst>
                  <a:gd name="connsiteX0" fmla="*/ 3384 w 6343"/>
                  <a:gd name="connsiteY0" fmla="*/ 6507 h 6345"/>
                  <a:gd name="connsiteX1" fmla="*/ 5626 w 6343"/>
                  <a:gd name="connsiteY1" fmla="*/ 5578 h 6345"/>
                  <a:gd name="connsiteX2" fmla="*/ 6555 w 6343"/>
                  <a:gd name="connsiteY2" fmla="*/ 3334 h 6345"/>
                  <a:gd name="connsiteX3" fmla="*/ 5626 w 6343"/>
                  <a:gd name="connsiteY3" fmla="*/ 1091 h 6345"/>
                  <a:gd name="connsiteX4" fmla="*/ 3384 w 6343"/>
                  <a:gd name="connsiteY4" fmla="*/ 161 h 6345"/>
                  <a:gd name="connsiteX5" fmla="*/ 1141 w 6343"/>
                  <a:gd name="connsiteY5" fmla="*/ 1091 h 6345"/>
                  <a:gd name="connsiteX6" fmla="*/ 212 w 6343"/>
                  <a:gd name="connsiteY6" fmla="*/ 3334 h 6345"/>
                  <a:gd name="connsiteX7" fmla="*/ 1141 w 6343"/>
                  <a:gd name="connsiteY7" fmla="*/ 5578 h 6345"/>
                  <a:gd name="connsiteX8" fmla="*/ 338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07"/>
                    </a:moveTo>
                    <a:cubicBezTo>
                      <a:pt x="4225" y="6507"/>
                      <a:pt x="5032" y="6173"/>
                      <a:pt x="5626" y="5578"/>
                    </a:cubicBezTo>
                    <a:cubicBezTo>
                      <a:pt x="6221" y="4983"/>
                      <a:pt x="6555" y="4176"/>
                      <a:pt x="6555" y="3334"/>
                    </a:cubicBezTo>
                    <a:cubicBezTo>
                      <a:pt x="6555" y="2493"/>
                      <a:pt x="6221" y="1686"/>
                      <a:pt x="5626" y="1091"/>
                    </a:cubicBezTo>
                    <a:cubicBezTo>
                      <a:pt x="5032" y="496"/>
                      <a:pt x="4225" y="161"/>
                      <a:pt x="3384" y="161"/>
                    </a:cubicBezTo>
                    <a:cubicBezTo>
                      <a:pt x="2543" y="161"/>
                      <a:pt x="1736" y="496"/>
                      <a:pt x="1141" y="1091"/>
                    </a:cubicBezTo>
                    <a:cubicBezTo>
                      <a:pt x="546" y="1686"/>
                      <a:pt x="212" y="2493"/>
                      <a:pt x="212" y="3334"/>
                    </a:cubicBezTo>
                    <a:cubicBezTo>
                      <a:pt x="212" y="4176"/>
                      <a:pt x="546" y="4983"/>
                      <a:pt x="1141" y="5578"/>
                    </a:cubicBezTo>
                    <a:cubicBezTo>
                      <a:pt x="1736" y="6173"/>
                      <a:pt x="2543" y="6507"/>
                      <a:pt x="338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65" name="Freeform: Shape 14864">
                <a:extLst>
                  <a:ext uri="{FF2B5EF4-FFF2-40B4-BE49-F238E27FC236}">
                    <a16:creationId xmlns:a16="http://schemas.microsoft.com/office/drawing/2014/main" id="{1C8E73C9-043A-BC96-C39E-3D5FA41B3C4C}"/>
                  </a:ext>
                </a:extLst>
              </p:cNvPr>
              <p:cNvSpPr/>
              <p:nvPr/>
            </p:nvSpPr>
            <p:spPr>
              <a:xfrm>
                <a:off x="9100055" y="5524317"/>
                <a:ext cx="6343" cy="6345"/>
              </a:xfrm>
              <a:custGeom>
                <a:avLst/>
                <a:gdLst>
                  <a:gd name="connsiteX0" fmla="*/ 3384 w 6343"/>
                  <a:gd name="connsiteY0" fmla="*/ 6507 h 6345"/>
                  <a:gd name="connsiteX1" fmla="*/ 5626 w 6343"/>
                  <a:gd name="connsiteY1" fmla="*/ 5577 h 6345"/>
                  <a:gd name="connsiteX2" fmla="*/ 6555 w 6343"/>
                  <a:gd name="connsiteY2" fmla="*/ 3334 h 6345"/>
                  <a:gd name="connsiteX3" fmla="*/ 5626 w 6343"/>
                  <a:gd name="connsiteY3" fmla="*/ 1090 h 6345"/>
                  <a:gd name="connsiteX4" fmla="*/ 3384 w 6343"/>
                  <a:gd name="connsiteY4" fmla="*/ 161 h 6345"/>
                  <a:gd name="connsiteX5" fmla="*/ 1141 w 6343"/>
                  <a:gd name="connsiteY5" fmla="*/ 1090 h 6345"/>
                  <a:gd name="connsiteX6" fmla="*/ 212 w 6343"/>
                  <a:gd name="connsiteY6" fmla="*/ 3334 h 6345"/>
                  <a:gd name="connsiteX7" fmla="*/ 1141 w 6343"/>
                  <a:gd name="connsiteY7" fmla="*/ 5577 h 6345"/>
                  <a:gd name="connsiteX8" fmla="*/ 338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07"/>
                    </a:moveTo>
                    <a:cubicBezTo>
                      <a:pt x="4225" y="6507"/>
                      <a:pt x="5032" y="6172"/>
                      <a:pt x="5626" y="5577"/>
                    </a:cubicBezTo>
                    <a:cubicBezTo>
                      <a:pt x="6221" y="4982"/>
                      <a:pt x="6555" y="4175"/>
                      <a:pt x="6555" y="3334"/>
                    </a:cubicBezTo>
                    <a:cubicBezTo>
                      <a:pt x="6555" y="2492"/>
                      <a:pt x="6221" y="1685"/>
                      <a:pt x="5626" y="1090"/>
                    </a:cubicBezTo>
                    <a:cubicBezTo>
                      <a:pt x="5032" y="495"/>
                      <a:pt x="4225" y="161"/>
                      <a:pt x="3384" y="161"/>
                    </a:cubicBezTo>
                    <a:cubicBezTo>
                      <a:pt x="2543" y="161"/>
                      <a:pt x="1736" y="495"/>
                      <a:pt x="1141" y="1090"/>
                    </a:cubicBezTo>
                    <a:cubicBezTo>
                      <a:pt x="546" y="1685"/>
                      <a:pt x="212" y="2492"/>
                      <a:pt x="212" y="3334"/>
                    </a:cubicBezTo>
                    <a:cubicBezTo>
                      <a:pt x="212" y="4175"/>
                      <a:pt x="546" y="4982"/>
                      <a:pt x="1141" y="5577"/>
                    </a:cubicBezTo>
                    <a:cubicBezTo>
                      <a:pt x="1736" y="6172"/>
                      <a:pt x="2543" y="6507"/>
                      <a:pt x="338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66" name="Freeform: Shape 14865">
                <a:extLst>
                  <a:ext uri="{FF2B5EF4-FFF2-40B4-BE49-F238E27FC236}">
                    <a16:creationId xmlns:a16="http://schemas.microsoft.com/office/drawing/2014/main" id="{CBDC303B-382D-C663-BE68-4DBCA051B9F5}"/>
                  </a:ext>
                </a:extLst>
              </p:cNvPr>
              <p:cNvSpPr/>
              <p:nvPr/>
            </p:nvSpPr>
            <p:spPr>
              <a:xfrm>
                <a:off x="9099313" y="5521761"/>
                <a:ext cx="6343" cy="6345"/>
              </a:xfrm>
              <a:custGeom>
                <a:avLst/>
                <a:gdLst>
                  <a:gd name="connsiteX0" fmla="*/ 3384 w 6343"/>
                  <a:gd name="connsiteY0" fmla="*/ 6506 h 6345"/>
                  <a:gd name="connsiteX1" fmla="*/ 5626 w 6343"/>
                  <a:gd name="connsiteY1" fmla="*/ 5577 h 6345"/>
                  <a:gd name="connsiteX2" fmla="*/ 6555 w 6343"/>
                  <a:gd name="connsiteY2" fmla="*/ 3334 h 6345"/>
                  <a:gd name="connsiteX3" fmla="*/ 5626 w 6343"/>
                  <a:gd name="connsiteY3" fmla="*/ 1090 h 6345"/>
                  <a:gd name="connsiteX4" fmla="*/ 3384 w 6343"/>
                  <a:gd name="connsiteY4" fmla="*/ 161 h 6345"/>
                  <a:gd name="connsiteX5" fmla="*/ 1141 w 6343"/>
                  <a:gd name="connsiteY5" fmla="*/ 1090 h 6345"/>
                  <a:gd name="connsiteX6" fmla="*/ 212 w 6343"/>
                  <a:gd name="connsiteY6" fmla="*/ 3334 h 6345"/>
                  <a:gd name="connsiteX7" fmla="*/ 1141 w 6343"/>
                  <a:gd name="connsiteY7" fmla="*/ 5577 h 6345"/>
                  <a:gd name="connsiteX8" fmla="*/ 338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06"/>
                    </a:moveTo>
                    <a:cubicBezTo>
                      <a:pt x="4225" y="6506"/>
                      <a:pt x="5031" y="6172"/>
                      <a:pt x="5626" y="5577"/>
                    </a:cubicBezTo>
                    <a:cubicBezTo>
                      <a:pt x="6221" y="4982"/>
                      <a:pt x="6555" y="4175"/>
                      <a:pt x="6555" y="3334"/>
                    </a:cubicBezTo>
                    <a:cubicBezTo>
                      <a:pt x="6555" y="2492"/>
                      <a:pt x="6221" y="1685"/>
                      <a:pt x="5626" y="1090"/>
                    </a:cubicBezTo>
                    <a:cubicBezTo>
                      <a:pt x="5031" y="495"/>
                      <a:pt x="4225" y="161"/>
                      <a:pt x="3384" y="161"/>
                    </a:cubicBezTo>
                    <a:cubicBezTo>
                      <a:pt x="2543" y="161"/>
                      <a:pt x="1736" y="495"/>
                      <a:pt x="1141" y="1090"/>
                    </a:cubicBezTo>
                    <a:cubicBezTo>
                      <a:pt x="546" y="1685"/>
                      <a:pt x="212" y="2492"/>
                      <a:pt x="212" y="3334"/>
                    </a:cubicBezTo>
                    <a:cubicBezTo>
                      <a:pt x="212" y="4175"/>
                      <a:pt x="546" y="4982"/>
                      <a:pt x="1141" y="5577"/>
                    </a:cubicBezTo>
                    <a:cubicBezTo>
                      <a:pt x="1736" y="6172"/>
                      <a:pt x="2543" y="6506"/>
                      <a:pt x="338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67" name="Freeform: Shape 14866">
                <a:extLst>
                  <a:ext uri="{FF2B5EF4-FFF2-40B4-BE49-F238E27FC236}">
                    <a16:creationId xmlns:a16="http://schemas.microsoft.com/office/drawing/2014/main" id="{CBC845DA-3E3E-EAFD-C4E7-7DB0D0772A06}"/>
                  </a:ext>
                </a:extLst>
              </p:cNvPr>
              <p:cNvSpPr/>
              <p:nvPr/>
            </p:nvSpPr>
            <p:spPr>
              <a:xfrm>
                <a:off x="9098385" y="5519338"/>
                <a:ext cx="6343" cy="6345"/>
              </a:xfrm>
              <a:custGeom>
                <a:avLst/>
                <a:gdLst>
                  <a:gd name="connsiteX0" fmla="*/ 3384 w 6343"/>
                  <a:gd name="connsiteY0" fmla="*/ 6506 h 6345"/>
                  <a:gd name="connsiteX1" fmla="*/ 5626 w 6343"/>
                  <a:gd name="connsiteY1" fmla="*/ 5577 h 6345"/>
                  <a:gd name="connsiteX2" fmla="*/ 6555 w 6343"/>
                  <a:gd name="connsiteY2" fmla="*/ 3333 h 6345"/>
                  <a:gd name="connsiteX3" fmla="*/ 5626 w 6343"/>
                  <a:gd name="connsiteY3" fmla="*/ 1090 h 6345"/>
                  <a:gd name="connsiteX4" fmla="*/ 3384 w 6343"/>
                  <a:gd name="connsiteY4" fmla="*/ 161 h 6345"/>
                  <a:gd name="connsiteX5" fmla="*/ 1141 w 6343"/>
                  <a:gd name="connsiteY5" fmla="*/ 1090 h 6345"/>
                  <a:gd name="connsiteX6" fmla="*/ 212 w 6343"/>
                  <a:gd name="connsiteY6" fmla="*/ 3333 h 6345"/>
                  <a:gd name="connsiteX7" fmla="*/ 1141 w 6343"/>
                  <a:gd name="connsiteY7" fmla="*/ 5577 h 6345"/>
                  <a:gd name="connsiteX8" fmla="*/ 338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06"/>
                    </a:moveTo>
                    <a:cubicBezTo>
                      <a:pt x="4225" y="6506"/>
                      <a:pt x="5031" y="6172"/>
                      <a:pt x="5626" y="5577"/>
                    </a:cubicBezTo>
                    <a:cubicBezTo>
                      <a:pt x="6221" y="4982"/>
                      <a:pt x="6555" y="4175"/>
                      <a:pt x="6555" y="3333"/>
                    </a:cubicBezTo>
                    <a:cubicBezTo>
                      <a:pt x="6555" y="2492"/>
                      <a:pt x="6221" y="1685"/>
                      <a:pt x="5626" y="1090"/>
                    </a:cubicBezTo>
                    <a:cubicBezTo>
                      <a:pt x="5031" y="495"/>
                      <a:pt x="4225" y="161"/>
                      <a:pt x="3384" y="161"/>
                    </a:cubicBezTo>
                    <a:cubicBezTo>
                      <a:pt x="2542" y="161"/>
                      <a:pt x="1736" y="495"/>
                      <a:pt x="1141" y="1090"/>
                    </a:cubicBezTo>
                    <a:cubicBezTo>
                      <a:pt x="546" y="1685"/>
                      <a:pt x="212" y="2492"/>
                      <a:pt x="212" y="3333"/>
                    </a:cubicBezTo>
                    <a:cubicBezTo>
                      <a:pt x="212" y="4175"/>
                      <a:pt x="546" y="4982"/>
                      <a:pt x="1141" y="5577"/>
                    </a:cubicBezTo>
                    <a:cubicBezTo>
                      <a:pt x="1736" y="6172"/>
                      <a:pt x="2542" y="6506"/>
                      <a:pt x="338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68" name="Freeform: Shape 14867">
                <a:extLst>
                  <a:ext uri="{FF2B5EF4-FFF2-40B4-BE49-F238E27FC236}">
                    <a16:creationId xmlns:a16="http://schemas.microsoft.com/office/drawing/2014/main" id="{E39FC980-98A5-D987-F275-03DD2EE11CDA}"/>
                  </a:ext>
                </a:extLst>
              </p:cNvPr>
              <p:cNvSpPr/>
              <p:nvPr/>
            </p:nvSpPr>
            <p:spPr>
              <a:xfrm>
                <a:off x="9098916" y="5515985"/>
                <a:ext cx="6343" cy="6345"/>
              </a:xfrm>
              <a:custGeom>
                <a:avLst/>
                <a:gdLst>
                  <a:gd name="connsiteX0" fmla="*/ 3384 w 6343"/>
                  <a:gd name="connsiteY0" fmla="*/ 6506 h 6345"/>
                  <a:gd name="connsiteX1" fmla="*/ 5626 w 6343"/>
                  <a:gd name="connsiteY1" fmla="*/ 5577 h 6345"/>
                  <a:gd name="connsiteX2" fmla="*/ 6555 w 6343"/>
                  <a:gd name="connsiteY2" fmla="*/ 3333 h 6345"/>
                  <a:gd name="connsiteX3" fmla="*/ 5626 w 6343"/>
                  <a:gd name="connsiteY3" fmla="*/ 1090 h 6345"/>
                  <a:gd name="connsiteX4" fmla="*/ 3384 w 6343"/>
                  <a:gd name="connsiteY4" fmla="*/ 160 h 6345"/>
                  <a:gd name="connsiteX5" fmla="*/ 1141 w 6343"/>
                  <a:gd name="connsiteY5" fmla="*/ 1090 h 6345"/>
                  <a:gd name="connsiteX6" fmla="*/ 212 w 6343"/>
                  <a:gd name="connsiteY6" fmla="*/ 3333 h 6345"/>
                  <a:gd name="connsiteX7" fmla="*/ 1141 w 6343"/>
                  <a:gd name="connsiteY7" fmla="*/ 5577 h 6345"/>
                  <a:gd name="connsiteX8" fmla="*/ 338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506"/>
                    </a:moveTo>
                    <a:cubicBezTo>
                      <a:pt x="4225" y="6506"/>
                      <a:pt x="5031" y="6172"/>
                      <a:pt x="5626" y="5577"/>
                    </a:cubicBezTo>
                    <a:cubicBezTo>
                      <a:pt x="6221" y="4982"/>
                      <a:pt x="6555" y="4175"/>
                      <a:pt x="6555" y="3333"/>
                    </a:cubicBezTo>
                    <a:cubicBezTo>
                      <a:pt x="6555" y="2492"/>
                      <a:pt x="6221" y="1685"/>
                      <a:pt x="5626" y="1090"/>
                    </a:cubicBezTo>
                    <a:cubicBezTo>
                      <a:pt x="5031" y="495"/>
                      <a:pt x="4225" y="160"/>
                      <a:pt x="3384" y="160"/>
                    </a:cubicBezTo>
                    <a:cubicBezTo>
                      <a:pt x="2542" y="160"/>
                      <a:pt x="1736" y="495"/>
                      <a:pt x="1141" y="1090"/>
                    </a:cubicBezTo>
                    <a:cubicBezTo>
                      <a:pt x="546" y="1685"/>
                      <a:pt x="212" y="2492"/>
                      <a:pt x="212" y="3333"/>
                    </a:cubicBezTo>
                    <a:cubicBezTo>
                      <a:pt x="212" y="4175"/>
                      <a:pt x="546" y="4982"/>
                      <a:pt x="1141" y="5577"/>
                    </a:cubicBezTo>
                    <a:cubicBezTo>
                      <a:pt x="1736" y="6172"/>
                      <a:pt x="2542" y="6506"/>
                      <a:pt x="338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69" name="Freeform: Shape 14868">
                <a:extLst>
                  <a:ext uri="{FF2B5EF4-FFF2-40B4-BE49-F238E27FC236}">
                    <a16:creationId xmlns:a16="http://schemas.microsoft.com/office/drawing/2014/main" id="{E9CE56D0-FB06-FF75-4655-16B10D7675A3}"/>
                  </a:ext>
                </a:extLst>
              </p:cNvPr>
              <p:cNvSpPr/>
              <p:nvPr/>
            </p:nvSpPr>
            <p:spPr>
              <a:xfrm>
                <a:off x="9094405" y="5515860"/>
                <a:ext cx="6343" cy="6345"/>
              </a:xfrm>
              <a:custGeom>
                <a:avLst/>
                <a:gdLst>
                  <a:gd name="connsiteX0" fmla="*/ 3383 w 6343"/>
                  <a:gd name="connsiteY0" fmla="*/ 6506 h 6345"/>
                  <a:gd name="connsiteX1" fmla="*/ 5626 w 6343"/>
                  <a:gd name="connsiteY1" fmla="*/ 5577 h 6345"/>
                  <a:gd name="connsiteX2" fmla="*/ 6555 w 6343"/>
                  <a:gd name="connsiteY2" fmla="*/ 3333 h 6345"/>
                  <a:gd name="connsiteX3" fmla="*/ 5626 w 6343"/>
                  <a:gd name="connsiteY3" fmla="*/ 1090 h 6345"/>
                  <a:gd name="connsiteX4" fmla="*/ 3383 w 6343"/>
                  <a:gd name="connsiteY4" fmla="*/ 160 h 6345"/>
                  <a:gd name="connsiteX5" fmla="*/ 1141 w 6343"/>
                  <a:gd name="connsiteY5" fmla="*/ 1090 h 6345"/>
                  <a:gd name="connsiteX6" fmla="*/ 212 w 6343"/>
                  <a:gd name="connsiteY6" fmla="*/ 3333 h 6345"/>
                  <a:gd name="connsiteX7" fmla="*/ 1141 w 6343"/>
                  <a:gd name="connsiteY7" fmla="*/ 5577 h 6345"/>
                  <a:gd name="connsiteX8" fmla="*/ 338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3" y="6506"/>
                    </a:moveTo>
                    <a:cubicBezTo>
                      <a:pt x="4224" y="6506"/>
                      <a:pt x="5031" y="6172"/>
                      <a:pt x="5626" y="5577"/>
                    </a:cubicBezTo>
                    <a:cubicBezTo>
                      <a:pt x="6221" y="4982"/>
                      <a:pt x="6555" y="4175"/>
                      <a:pt x="6555" y="3333"/>
                    </a:cubicBezTo>
                    <a:cubicBezTo>
                      <a:pt x="6555" y="2492"/>
                      <a:pt x="6221" y="1685"/>
                      <a:pt x="5626" y="1090"/>
                    </a:cubicBezTo>
                    <a:cubicBezTo>
                      <a:pt x="5031" y="495"/>
                      <a:pt x="4224" y="160"/>
                      <a:pt x="3383" y="160"/>
                    </a:cubicBezTo>
                    <a:cubicBezTo>
                      <a:pt x="2542" y="160"/>
                      <a:pt x="1735" y="495"/>
                      <a:pt x="1141" y="1090"/>
                    </a:cubicBezTo>
                    <a:cubicBezTo>
                      <a:pt x="546" y="1685"/>
                      <a:pt x="212" y="2492"/>
                      <a:pt x="212" y="3333"/>
                    </a:cubicBezTo>
                    <a:cubicBezTo>
                      <a:pt x="212" y="4175"/>
                      <a:pt x="546" y="4982"/>
                      <a:pt x="1141" y="5577"/>
                    </a:cubicBezTo>
                    <a:cubicBezTo>
                      <a:pt x="1735" y="6172"/>
                      <a:pt x="2542" y="6506"/>
                      <a:pt x="338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70" name="Freeform: Shape 14869">
                <a:extLst>
                  <a:ext uri="{FF2B5EF4-FFF2-40B4-BE49-F238E27FC236}">
                    <a16:creationId xmlns:a16="http://schemas.microsoft.com/office/drawing/2014/main" id="{D440F476-F044-D27F-A1D0-C855AE60FABE}"/>
                  </a:ext>
                </a:extLst>
              </p:cNvPr>
              <p:cNvSpPr/>
              <p:nvPr/>
            </p:nvSpPr>
            <p:spPr>
              <a:xfrm>
                <a:off x="9105503" y="5352949"/>
                <a:ext cx="6343" cy="6345"/>
              </a:xfrm>
              <a:custGeom>
                <a:avLst/>
                <a:gdLst>
                  <a:gd name="connsiteX0" fmla="*/ 3384 w 6343"/>
                  <a:gd name="connsiteY0" fmla="*/ 6493 h 6345"/>
                  <a:gd name="connsiteX1" fmla="*/ 5627 w 6343"/>
                  <a:gd name="connsiteY1" fmla="*/ 5564 h 6345"/>
                  <a:gd name="connsiteX2" fmla="*/ 6556 w 6343"/>
                  <a:gd name="connsiteY2" fmla="*/ 3320 h 6345"/>
                  <a:gd name="connsiteX3" fmla="*/ 5627 w 6343"/>
                  <a:gd name="connsiteY3" fmla="*/ 1077 h 6345"/>
                  <a:gd name="connsiteX4" fmla="*/ 3384 w 6343"/>
                  <a:gd name="connsiteY4" fmla="*/ 148 h 6345"/>
                  <a:gd name="connsiteX5" fmla="*/ 1141 w 6343"/>
                  <a:gd name="connsiteY5" fmla="*/ 1077 h 6345"/>
                  <a:gd name="connsiteX6" fmla="*/ 213 w 6343"/>
                  <a:gd name="connsiteY6" fmla="*/ 3320 h 6345"/>
                  <a:gd name="connsiteX7" fmla="*/ 1141 w 6343"/>
                  <a:gd name="connsiteY7" fmla="*/ 5564 h 6345"/>
                  <a:gd name="connsiteX8" fmla="*/ 3384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93"/>
                    </a:moveTo>
                    <a:cubicBezTo>
                      <a:pt x="4225" y="6493"/>
                      <a:pt x="5032" y="6159"/>
                      <a:pt x="5627" y="5564"/>
                    </a:cubicBezTo>
                    <a:cubicBezTo>
                      <a:pt x="6221" y="4969"/>
                      <a:pt x="6556" y="4162"/>
                      <a:pt x="6556" y="3320"/>
                    </a:cubicBezTo>
                    <a:cubicBezTo>
                      <a:pt x="6556" y="2479"/>
                      <a:pt x="6221" y="1672"/>
                      <a:pt x="5627" y="1077"/>
                    </a:cubicBezTo>
                    <a:cubicBezTo>
                      <a:pt x="5032" y="482"/>
                      <a:pt x="4225" y="148"/>
                      <a:pt x="3384" y="148"/>
                    </a:cubicBezTo>
                    <a:cubicBezTo>
                      <a:pt x="2543" y="148"/>
                      <a:pt x="1736" y="482"/>
                      <a:pt x="1141" y="1077"/>
                    </a:cubicBezTo>
                    <a:cubicBezTo>
                      <a:pt x="547" y="1672"/>
                      <a:pt x="213" y="2479"/>
                      <a:pt x="213" y="3320"/>
                    </a:cubicBezTo>
                    <a:cubicBezTo>
                      <a:pt x="213" y="4162"/>
                      <a:pt x="547" y="4969"/>
                      <a:pt x="1141" y="5564"/>
                    </a:cubicBezTo>
                    <a:cubicBezTo>
                      <a:pt x="1736" y="6159"/>
                      <a:pt x="2543" y="6493"/>
                      <a:pt x="3384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71" name="Freeform: Shape 14870">
                <a:extLst>
                  <a:ext uri="{FF2B5EF4-FFF2-40B4-BE49-F238E27FC236}">
                    <a16:creationId xmlns:a16="http://schemas.microsoft.com/office/drawing/2014/main" id="{F2C1FC3B-11B5-B3FD-2E09-4277D17C8F47}"/>
                  </a:ext>
                </a:extLst>
              </p:cNvPr>
              <p:cNvSpPr/>
              <p:nvPr/>
            </p:nvSpPr>
            <p:spPr>
              <a:xfrm>
                <a:off x="9109497" y="5350140"/>
                <a:ext cx="6343" cy="6345"/>
              </a:xfrm>
              <a:custGeom>
                <a:avLst/>
                <a:gdLst>
                  <a:gd name="connsiteX0" fmla="*/ 3384 w 6343"/>
                  <a:gd name="connsiteY0" fmla="*/ 6493 h 6345"/>
                  <a:gd name="connsiteX1" fmla="*/ 5627 w 6343"/>
                  <a:gd name="connsiteY1" fmla="*/ 5564 h 6345"/>
                  <a:gd name="connsiteX2" fmla="*/ 6556 w 6343"/>
                  <a:gd name="connsiteY2" fmla="*/ 3320 h 6345"/>
                  <a:gd name="connsiteX3" fmla="*/ 5627 w 6343"/>
                  <a:gd name="connsiteY3" fmla="*/ 1077 h 6345"/>
                  <a:gd name="connsiteX4" fmla="*/ 3384 w 6343"/>
                  <a:gd name="connsiteY4" fmla="*/ 147 h 6345"/>
                  <a:gd name="connsiteX5" fmla="*/ 1142 w 6343"/>
                  <a:gd name="connsiteY5" fmla="*/ 1077 h 6345"/>
                  <a:gd name="connsiteX6" fmla="*/ 213 w 6343"/>
                  <a:gd name="connsiteY6" fmla="*/ 3320 h 6345"/>
                  <a:gd name="connsiteX7" fmla="*/ 1142 w 6343"/>
                  <a:gd name="connsiteY7" fmla="*/ 5564 h 6345"/>
                  <a:gd name="connsiteX8" fmla="*/ 3384 w 6343"/>
                  <a:gd name="connsiteY8" fmla="*/ 649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4" y="6493"/>
                    </a:moveTo>
                    <a:cubicBezTo>
                      <a:pt x="4226" y="6493"/>
                      <a:pt x="5032" y="6159"/>
                      <a:pt x="5627" y="5564"/>
                    </a:cubicBezTo>
                    <a:cubicBezTo>
                      <a:pt x="6222" y="4969"/>
                      <a:pt x="6556" y="4162"/>
                      <a:pt x="6556" y="3320"/>
                    </a:cubicBezTo>
                    <a:cubicBezTo>
                      <a:pt x="6556" y="2479"/>
                      <a:pt x="6222" y="1672"/>
                      <a:pt x="5627" y="1077"/>
                    </a:cubicBezTo>
                    <a:cubicBezTo>
                      <a:pt x="5032" y="482"/>
                      <a:pt x="4226" y="147"/>
                      <a:pt x="3384" y="147"/>
                    </a:cubicBezTo>
                    <a:cubicBezTo>
                      <a:pt x="2543" y="147"/>
                      <a:pt x="1737" y="482"/>
                      <a:pt x="1142" y="1077"/>
                    </a:cubicBezTo>
                    <a:cubicBezTo>
                      <a:pt x="547" y="1672"/>
                      <a:pt x="213" y="2479"/>
                      <a:pt x="213" y="3320"/>
                    </a:cubicBezTo>
                    <a:cubicBezTo>
                      <a:pt x="213" y="4162"/>
                      <a:pt x="547" y="4969"/>
                      <a:pt x="1142" y="5564"/>
                    </a:cubicBezTo>
                    <a:cubicBezTo>
                      <a:pt x="1737" y="6159"/>
                      <a:pt x="2543" y="6493"/>
                      <a:pt x="3384" y="64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72" name="Freeform: Shape 14871">
                <a:extLst>
                  <a:ext uri="{FF2B5EF4-FFF2-40B4-BE49-F238E27FC236}">
                    <a16:creationId xmlns:a16="http://schemas.microsoft.com/office/drawing/2014/main" id="{63C4562C-93EA-6FEB-A706-7DE6B948235D}"/>
                  </a:ext>
                </a:extLst>
              </p:cNvPr>
              <p:cNvSpPr/>
              <p:nvPr/>
            </p:nvSpPr>
            <p:spPr>
              <a:xfrm>
                <a:off x="9119836" y="5320075"/>
                <a:ext cx="6343" cy="6345"/>
              </a:xfrm>
              <a:custGeom>
                <a:avLst/>
                <a:gdLst>
                  <a:gd name="connsiteX0" fmla="*/ 3385 w 6343"/>
                  <a:gd name="connsiteY0" fmla="*/ 6490 h 6345"/>
                  <a:gd name="connsiteX1" fmla="*/ 5628 w 6343"/>
                  <a:gd name="connsiteY1" fmla="*/ 5561 h 6345"/>
                  <a:gd name="connsiteX2" fmla="*/ 6557 w 6343"/>
                  <a:gd name="connsiteY2" fmla="*/ 3318 h 6345"/>
                  <a:gd name="connsiteX3" fmla="*/ 5628 w 6343"/>
                  <a:gd name="connsiteY3" fmla="*/ 1074 h 6345"/>
                  <a:gd name="connsiteX4" fmla="*/ 3385 w 6343"/>
                  <a:gd name="connsiteY4" fmla="*/ 145 h 6345"/>
                  <a:gd name="connsiteX5" fmla="*/ 1143 w 6343"/>
                  <a:gd name="connsiteY5" fmla="*/ 1074 h 6345"/>
                  <a:gd name="connsiteX6" fmla="*/ 214 w 6343"/>
                  <a:gd name="connsiteY6" fmla="*/ 3318 h 6345"/>
                  <a:gd name="connsiteX7" fmla="*/ 1143 w 6343"/>
                  <a:gd name="connsiteY7" fmla="*/ 5561 h 6345"/>
                  <a:gd name="connsiteX8" fmla="*/ 3385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90"/>
                    </a:moveTo>
                    <a:cubicBezTo>
                      <a:pt x="4226" y="6490"/>
                      <a:pt x="5033" y="6156"/>
                      <a:pt x="5628" y="5561"/>
                    </a:cubicBezTo>
                    <a:cubicBezTo>
                      <a:pt x="6223" y="4966"/>
                      <a:pt x="6557" y="4159"/>
                      <a:pt x="6557" y="3318"/>
                    </a:cubicBezTo>
                    <a:cubicBezTo>
                      <a:pt x="6557" y="2476"/>
                      <a:pt x="6223" y="1669"/>
                      <a:pt x="5628" y="1074"/>
                    </a:cubicBezTo>
                    <a:cubicBezTo>
                      <a:pt x="5033" y="479"/>
                      <a:pt x="4226" y="145"/>
                      <a:pt x="3385" y="145"/>
                    </a:cubicBezTo>
                    <a:cubicBezTo>
                      <a:pt x="2544" y="145"/>
                      <a:pt x="1737" y="479"/>
                      <a:pt x="1143" y="1074"/>
                    </a:cubicBezTo>
                    <a:cubicBezTo>
                      <a:pt x="548" y="1669"/>
                      <a:pt x="214" y="2476"/>
                      <a:pt x="214" y="3318"/>
                    </a:cubicBezTo>
                    <a:cubicBezTo>
                      <a:pt x="214" y="4159"/>
                      <a:pt x="548" y="4966"/>
                      <a:pt x="1143" y="5561"/>
                    </a:cubicBezTo>
                    <a:cubicBezTo>
                      <a:pt x="1737" y="6156"/>
                      <a:pt x="2544" y="6490"/>
                      <a:pt x="3385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73" name="Freeform: Shape 14872">
                <a:extLst>
                  <a:ext uri="{FF2B5EF4-FFF2-40B4-BE49-F238E27FC236}">
                    <a16:creationId xmlns:a16="http://schemas.microsoft.com/office/drawing/2014/main" id="{C99F255D-B38E-C3BA-1858-E6143CD0A960}"/>
                  </a:ext>
                </a:extLst>
              </p:cNvPr>
              <p:cNvSpPr/>
              <p:nvPr/>
            </p:nvSpPr>
            <p:spPr>
              <a:xfrm>
                <a:off x="9111815" y="5308422"/>
                <a:ext cx="6343" cy="6345"/>
              </a:xfrm>
              <a:custGeom>
                <a:avLst/>
                <a:gdLst>
                  <a:gd name="connsiteX0" fmla="*/ 3385 w 6343"/>
                  <a:gd name="connsiteY0" fmla="*/ 6490 h 6345"/>
                  <a:gd name="connsiteX1" fmla="*/ 5627 w 6343"/>
                  <a:gd name="connsiteY1" fmla="*/ 5560 h 6345"/>
                  <a:gd name="connsiteX2" fmla="*/ 6556 w 6343"/>
                  <a:gd name="connsiteY2" fmla="*/ 3317 h 6345"/>
                  <a:gd name="connsiteX3" fmla="*/ 5627 w 6343"/>
                  <a:gd name="connsiteY3" fmla="*/ 1073 h 6345"/>
                  <a:gd name="connsiteX4" fmla="*/ 3385 w 6343"/>
                  <a:gd name="connsiteY4" fmla="*/ 144 h 6345"/>
                  <a:gd name="connsiteX5" fmla="*/ 1142 w 6343"/>
                  <a:gd name="connsiteY5" fmla="*/ 1073 h 6345"/>
                  <a:gd name="connsiteX6" fmla="*/ 213 w 6343"/>
                  <a:gd name="connsiteY6" fmla="*/ 3317 h 6345"/>
                  <a:gd name="connsiteX7" fmla="*/ 1142 w 6343"/>
                  <a:gd name="connsiteY7" fmla="*/ 5560 h 6345"/>
                  <a:gd name="connsiteX8" fmla="*/ 3385 w 6343"/>
                  <a:gd name="connsiteY8" fmla="*/ 649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90"/>
                    </a:moveTo>
                    <a:cubicBezTo>
                      <a:pt x="4226" y="6490"/>
                      <a:pt x="5032" y="6155"/>
                      <a:pt x="5627" y="5560"/>
                    </a:cubicBezTo>
                    <a:cubicBezTo>
                      <a:pt x="6222" y="4965"/>
                      <a:pt x="6556" y="4158"/>
                      <a:pt x="6556" y="3317"/>
                    </a:cubicBezTo>
                    <a:cubicBezTo>
                      <a:pt x="6556" y="2475"/>
                      <a:pt x="6222" y="1668"/>
                      <a:pt x="5627" y="1073"/>
                    </a:cubicBezTo>
                    <a:cubicBezTo>
                      <a:pt x="5032" y="478"/>
                      <a:pt x="4226" y="144"/>
                      <a:pt x="3385" y="144"/>
                    </a:cubicBezTo>
                    <a:cubicBezTo>
                      <a:pt x="2543" y="144"/>
                      <a:pt x="1737" y="478"/>
                      <a:pt x="1142" y="1073"/>
                    </a:cubicBezTo>
                    <a:cubicBezTo>
                      <a:pt x="547" y="1668"/>
                      <a:pt x="213" y="2475"/>
                      <a:pt x="213" y="3317"/>
                    </a:cubicBezTo>
                    <a:cubicBezTo>
                      <a:pt x="213" y="4158"/>
                      <a:pt x="547" y="4965"/>
                      <a:pt x="1142" y="5560"/>
                    </a:cubicBezTo>
                    <a:cubicBezTo>
                      <a:pt x="1737" y="6155"/>
                      <a:pt x="2543" y="6490"/>
                      <a:pt x="3385" y="64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74" name="Freeform: Shape 14873">
                <a:extLst>
                  <a:ext uri="{FF2B5EF4-FFF2-40B4-BE49-F238E27FC236}">
                    <a16:creationId xmlns:a16="http://schemas.microsoft.com/office/drawing/2014/main" id="{49544B9B-0E83-92D0-BAD3-E01DEB57BDA2}"/>
                  </a:ext>
                </a:extLst>
              </p:cNvPr>
              <p:cNvSpPr/>
              <p:nvPr/>
            </p:nvSpPr>
            <p:spPr>
              <a:xfrm>
                <a:off x="9116688" y="5302170"/>
                <a:ext cx="6343" cy="6345"/>
              </a:xfrm>
              <a:custGeom>
                <a:avLst/>
                <a:gdLst>
                  <a:gd name="connsiteX0" fmla="*/ 3385 w 6343"/>
                  <a:gd name="connsiteY0" fmla="*/ 6489 h 6345"/>
                  <a:gd name="connsiteX1" fmla="*/ 5628 w 6343"/>
                  <a:gd name="connsiteY1" fmla="*/ 5560 h 6345"/>
                  <a:gd name="connsiteX2" fmla="*/ 6557 w 6343"/>
                  <a:gd name="connsiteY2" fmla="*/ 3316 h 6345"/>
                  <a:gd name="connsiteX3" fmla="*/ 5628 w 6343"/>
                  <a:gd name="connsiteY3" fmla="*/ 1073 h 6345"/>
                  <a:gd name="connsiteX4" fmla="*/ 3385 w 6343"/>
                  <a:gd name="connsiteY4" fmla="*/ 144 h 6345"/>
                  <a:gd name="connsiteX5" fmla="*/ 1142 w 6343"/>
                  <a:gd name="connsiteY5" fmla="*/ 1073 h 6345"/>
                  <a:gd name="connsiteX6" fmla="*/ 213 w 6343"/>
                  <a:gd name="connsiteY6" fmla="*/ 3316 h 6345"/>
                  <a:gd name="connsiteX7" fmla="*/ 1142 w 6343"/>
                  <a:gd name="connsiteY7" fmla="*/ 5560 h 6345"/>
                  <a:gd name="connsiteX8" fmla="*/ 3385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89"/>
                    </a:moveTo>
                    <a:cubicBezTo>
                      <a:pt x="4226" y="6489"/>
                      <a:pt x="5033" y="6155"/>
                      <a:pt x="5628" y="5560"/>
                    </a:cubicBezTo>
                    <a:cubicBezTo>
                      <a:pt x="6222" y="4965"/>
                      <a:pt x="6557" y="4158"/>
                      <a:pt x="6557" y="3316"/>
                    </a:cubicBezTo>
                    <a:cubicBezTo>
                      <a:pt x="6557" y="2475"/>
                      <a:pt x="6222" y="1668"/>
                      <a:pt x="5628" y="1073"/>
                    </a:cubicBezTo>
                    <a:cubicBezTo>
                      <a:pt x="5033" y="478"/>
                      <a:pt x="4226" y="144"/>
                      <a:pt x="3385" y="144"/>
                    </a:cubicBezTo>
                    <a:cubicBezTo>
                      <a:pt x="2544" y="144"/>
                      <a:pt x="1737" y="478"/>
                      <a:pt x="1142" y="1073"/>
                    </a:cubicBezTo>
                    <a:cubicBezTo>
                      <a:pt x="548" y="1668"/>
                      <a:pt x="213" y="2475"/>
                      <a:pt x="213" y="3316"/>
                    </a:cubicBezTo>
                    <a:cubicBezTo>
                      <a:pt x="213" y="4158"/>
                      <a:pt x="548" y="4965"/>
                      <a:pt x="1142" y="5560"/>
                    </a:cubicBezTo>
                    <a:cubicBezTo>
                      <a:pt x="1737" y="6155"/>
                      <a:pt x="2544" y="6489"/>
                      <a:pt x="3385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75" name="Freeform: Shape 14874">
                <a:extLst>
                  <a:ext uri="{FF2B5EF4-FFF2-40B4-BE49-F238E27FC236}">
                    <a16:creationId xmlns:a16="http://schemas.microsoft.com/office/drawing/2014/main" id="{F0DCF1FF-E723-DD6A-AE8A-A89900EEF274}"/>
                  </a:ext>
                </a:extLst>
              </p:cNvPr>
              <p:cNvSpPr/>
              <p:nvPr/>
            </p:nvSpPr>
            <p:spPr>
              <a:xfrm>
                <a:off x="9116777" y="5296134"/>
                <a:ext cx="6343" cy="6345"/>
              </a:xfrm>
              <a:custGeom>
                <a:avLst/>
                <a:gdLst>
                  <a:gd name="connsiteX0" fmla="*/ 3385 w 6343"/>
                  <a:gd name="connsiteY0" fmla="*/ 6489 h 6345"/>
                  <a:gd name="connsiteX1" fmla="*/ 5628 w 6343"/>
                  <a:gd name="connsiteY1" fmla="*/ 5559 h 6345"/>
                  <a:gd name="connsiteX2" fmla="*/ 6557 w 6343"/>
                  <a:gd name="connsiteY2" fmla="*/ 3316 h 6345"/>
                  <a:gd name="connsiteX3" fmla="*/ 5628 w 6343"/>
                  <a:gd name="connsiteY3" fmla="*/ 1072 h 6345"/>
                  <a:gd name="connsiteX4" fmla="*/ 3385 w 6343"/>
                  <a:gd name="connsiteY4" fmla="*/ 143 h 6345"/>
                  <a:gd name="connsiteX5" fmla="*/ 1142 w 6343"/>
                  <a:gd name="connsiteY5" fmla="*/ 1072 h 6345"/>
                  <a:gd name="connsiteX6" fmla="*/ 213 w 6343"/>
                  <a:gd name="connsiteY6" fmla="*/ 3316 h 6345"/>
                  <a:gd name="connsiteX7" fmla="*/ 1142 w 6343"/>
                  <a:gd name="connsiteY7" fmla="*/ 5559 h 6345"/>
                  <a:gd name="connsiteX8" fmla="*/ 3385 w 6343"/>
                  <a:gd name="connsiteY8" fmla="*/ 648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89"/>
                    </a:moveTo>
                    <a:cubicBezTo>
                      <a:pt x="4226" y="6489"/>
                      <a:pt x="5033" y="6154"/>
                      <a:pt x="5628" y="5559"/>
                    </a:cubicBezTo>
                    <a:cubicBezTo>
                      <a:pt x="6222" y="4964"/>
                      <a:pt x="6557" y="4157"/>
                      <a:pt x="6557" y="3316"/>
                    </a:cubicBezTo>
                    <a:cubicBezTo>
                      <a:pt x="6557" y="2474"/>
                      <a:pt x="6222" y="1667"/>
                      <a:pt x="5628" y="1072"/>
                    </a:cubicBezTo>
                    <a:cubicBezTo>
                      <a:pt x="5033" y="477"/>
                      <a:pt x="4226" y="143"/>
                      <a:pt x="3385" y="143"/>
                    </a:cubicBezTo>
                    <a:cubicBezTo>
                      <a:pt x="2544" y="143"/>
                      <a:pt x="1737" y="477"/>
                      <a:pt x="1142" y="1072"/>
                    </a:cubicBezTo>
                    <a:cubicBezTo>
                      <a:pt x="548" y="1667"/>
                      <a:pt x="213" y="2474"/>
                      <a:pt x="213" y="3316"/>
                    </a:cubicBezTo>
                    <a:cubicBezTo>
                      <a:pt x="213" y="4157"/>
                      <a:pt x="548" y="4964"/>
                      <a:pt x="1142" y="5559"/>
                    </a:cubicBezTo>
                    <a:cubicBezTo>
                      <a:pt x="1737" y="6154"/>
                      <a:pt x="2544" y="6489"/>
                      <a:pt x="3385" y="64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76" name="Freeform: Shape 14875">
                <a:extLst>
                  <a:ext uri="{FF2B5EF4-FFF2-40B4-BE49-F238E27FC236}">
                    <a16:creationId xmlns:a16="http://schemas.microsoft.com/office/drawing/2014/main" id="{19E6FBC5-13AD-4E1E-EFE0-7BD96A5B4303}"/>
                  </a:ext>
                </a:extLst>
              </p:cNvPr>
              <p:cNvSpPr/>
              <p:nvPr/>
            </p:nvSpPr>
            <p:spPr>
              <a:xfrm>
                <a:off x="9118877" y="5168400"/>
                <a:ext cx="6343" cy="6345"/>
              </a:xfrm>
              <a:custGeom>
                <a:avLst/>
                <a:gdLst>
                  <a:gd name="connsiteX0" fmla="*/ 3385 w 6343"/>
                  <a:gd name="connsiteY0" fmla="*/ 6478 h 6345"/>
                  <a:gd name="connsiteX1" fmla="*/ 5628 w 6343"/>
                  <a:gd name="connsiteY1" fmla="*/ 5549 h 6345"/>
                  <a:gd name="connsiteX2" fmla="*/ 6557 w 6343"/>
                  <a:gd name="connsiteY2" fmla="*/ 3306 h 6345"/>
                  <a:gd name="connsiteX3" fmla="*/ 5628 w 6343"/>
                  <a:gd name="connsiteY3" fmla="*/ 1062 h 6345"/>
                  <a:gd name="connsiteX4" fmla="*/ 3385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6 h 6345"/>
                  <a:gd name="connsiteX7" fmla="*/ 1143 w 6343"/>
                  <a:gd name="connsiteY7" fmla="*/ 5549 h 6345"/>
                  <a:gd name="connsiteX8" fmla="*/ 3385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5" y="6478"/>
                    </a:moveTo>
                    <a:cubicBezTo>
                      <a:pt x="4226" y="6478"/>
                      <a:pt x="5033" y="6144"/>
                      <a:pt x="5628" y="5549"/>
                    </a:cubicBezTo>
                    <a:cubicBezTo>
                      <a:pt x="6223" y="4954"/>
                      <a:pt x="6557" y="4147"/>
                      <a:pt x="6557" y="3306"/>
                    </a:cubicBezTo>
                    <a:cubicBezTo>
                      <a:pt x="6557" y="2464"/>
                      <a:pt x="6223" y="1657"/>
                      <a:pt x="5628" y="1062"/>
                    </a:cubicBezTo>
                    <a:cubicBezTo>
                      <a:pt x="5033" y="467"/>
                      <a:pt x="4226" y="133"/>
                      <a:pt x="3385" y="133"/>
                    </a:cubicBezTo>
                    <a:cubicBezTo>
                      <a:pt x="2544" y="133"/>
                      <a:pt x="1737" y="467"/>
                      <a:pt x="1143" y="1062"/>
                    </a:cubicBezTo>
                    <a:cubicBezTo>
                      <a:pt x="548" y="1657"/>
                      <a:pt x="214" y="2464"/>
                      <a:pt x="214" y="3306"/>
                    </a:cubicBezTo>
                    <a:cubicBezTo>
                      <a:pt x="214" y="4147"/>
                      <a:pt x="548" y="4954"/>
                      <a:pt x="1143" y="5549"/>
                    </a:cubicBezTo>
                    <a:cubicBezTo>
                      <a:pt x="1737" y="6144"/>
                      <a:pt x="2544" y="6478"/>
                      <a:pt x="3385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77" name="Freeform: Shape 14876">
                <a:extLst>
                  <a:ext uri="{FF2B5EF4-FFF2-40B4-BE49-F238E27FC236}">
                    <a16:creationId xmlns:a16="http://schemas.microsoft.com/office/drawing/2014/main" id="{7DFA20F9-6858-CE25-826F-4BCC33053D8D}"/>
                  </a:ext>
                </a:extLst>
              </p:cNvPr>
              <p:cNvSpPr/>
              <p:nvPr/>
            </p:nvSpPr>
            <p:spPr>
              <a:xfrm>
                <a:off x="9125265" y="5168610"/>
                <a:ext cx="6343" cy="6345"/>
              </a:xfrm>
              <a:custGeom>
                <a:avLst/>
                <a:gdLst>
                  <a:gd name="connsiteX0" fmla="*/ 3386 w 6343"/>
                  <a:gd name="connsiteY0" fmla="*/ 6479 h 6345"/>
                  <a:gd name="connsiteX1" fmla="*/ 5628 w 6343"/>
                  <a:gd name="connsiteY1" fmla="*/ 5549 h 6345"/>
                  <a:gd name="connsiteX2" fmla="*/ 6557 w 6343"/>
                  <a:gd name="connsiteY2" fmla="*/ 3306 h 6345"/>
                  <a:gd name="connsiteX3" fmla="*/ 5628 w 6343"/>
                  <a:gd name="connsiteY3" fmla="*/ 1062 h 6345"/>
                  <a:gd name="connsiteX4" fmla="*/ 3386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6 h 6345"/>
                  <a:gd name="connsiteX7" fmla="*/ 1143 w 6343"/>
                  <a:gd name="connsiteY7" fmla="*/ 5549 h 6345"/>
                  <a:gd name="connsiteX8" fmla="*/ 338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9"/>
                    </a:moveTo>
                    <a:cubicBezTo>
                      <a:pt x="4227" y="6479"/>
                      <a:pt x="5034" y="6144"/>
                      <a:pt x="5628" y="5549"/>
                    </a:cubicBezTo>
                    <a:cubicBezTo>
                      <a:pt x="6223" y="4954"/>
                      <a:pt x="6557" y="4147"/>
                      <a:pt x="6557" y="3306"/>
                    </a:cubicBezTo>
                    <a:cubicBezTo>
                      <a:pt x="6557" y="2464"/>
                      <a:pt x="6223" y="1657"/>
                      <a:pt x="5628" y="1062"/>
                    </a:cubicBezTo>
                    <a:cubicBezTo>
                      <a:pt x="5034" y="467"/>
                      <a:pt x="4227" y="133"/>
                      <a:pt x="3386" y="133"/>
                    </a:cubicBezTo>
                    <a:cubicBezTo>
                      <a:pt x="2545" y="133"/>
                      <a:pt x="1738" y="467"/>
                      <a:pt x="1143" y="1062"/>
                    </a:cubicBezTo>
                    <a:cubicBezTo>
                      <a:pt x="548" y="1657"/>
                      <a:pt x="214" y="2464"/>
                      <a:pt x="214" y="3306"/>
                    </a:cubicBezTo>
                    <a:cubicBezTo>
                      <a:pt x="214" y="4147"/>
                      <a:pt x="548" y="4954"/>
                      <a:pt x="1143" y="5549"/>
                    </a:cubicBezTo>
                    <a:cubicBezTo>
                      <a:pt x="1738" y="6144"/>
                      <a:pt x="2545" y="6479"/>
                      <a:pt x="338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78" name="Freeform: Shape 14877">
                <a:extLst>
                  <a:ext uri="{FF2B5EF4-FFF2-40B4-BE49-F238E27FC236}">
                    <a16:creationId xmlns:a16="http://schemas.microsoft.com/office/drawing/2014/main" id="{7070A022-13D0-DE70-6800-14B8EBE772A9}"/>
                  </a:ext>
                </a:extLst>
              </p:cNvPr>
              <p:cNvSpPr/>
              <p:nvPr/>
            </p:nvSpPr>
            <p:spPr>
              <a:xfrm>
                <a:off x="9128189" y="5167514"/>
                <a:ext cx="6343" cy="6345"/>
              </a:xfrm>
              <a:custGeom>
                <a:avLst/>
                <a:gdLst>
                  <a:gd name="connsiteX0" fmla="*/ 3386 w 6343"/>
                  <a:gd name="connsiteY0" fmla="*/ 6478 h 6345"/>
                  <a:gd name="connsiteX1" fmla="*/ 5629 w 6343"/>
                  <a:gd name="connsiteY1" fmla="*/ 5549 h 6345"/>
                  <a:gd name="connsiteX2" fmla="*/ 6557 w 6343"/>
                  <a:gd name="connsiteY2" fmla="*/ 3306 h 6345"/>
                  <a:gd name="connsiteX3" fmla="*/ 5629 w 6343"/>
                  <a:gd name="connsiteY3" fmla="*/ 1062 h 6345"/>
                  <a:gd name="connsiteX4" fmla="*/ 3386 w 6343"/>
                  <a:gd name="connsiteY4" fmla="*/ 133 h 6345"/>
                  <a:gd name="connsiteX5" fmla="*/ 1143 w 6343"/>
                  <a:gd name="connsiteY5" fmla="*/ 1062 h 6345"/>
                  <a:gd name="connsiteX6" fmla="*/ 214 w 6343"/>
                  <a:gd name="connsiteY6" fmla="*/ 3306 h 6345"/>
                  <a:gd name="connsiteX7" fmla="*/ 1143 w 6343"/>
                  <a:gd name="connsiteY7" fmla="*/ 5549 h 6345"/>
                  <a:gd name="connsiteX8" fmla="*/ 338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478"/>
                    </a:moveTo>
                    <a:cubicBezTo>
                      <a:pt x="4227" y="6478"/>
                      <a:pt x="5034" y="6144"/>
                      <a:pt x="5629" y="5549"/>
                    </a:cubicBezTo>
                    <a:cubicBezTo>
                      <a:pt x="6223" y="4954"/>
                      <a:pt x="6557" y="4147"/>
                      <a:pt x="6557" y="3306"/>
                    </a:cubicBezTo>
                    <a:cubicBezTo>
                      <a:pt x="6557" y="2464"/>
                      <a:pt x="6223" y="1657"/>
                      <a:pt x="5629" y="1062"/>
                    </a:cubicBezTo>
                    <a:cubicBezTo>
                      <a:pt x="5034" y="467"/>
                      <a:pt x="4227" y="133"/>
                      <a:pt x="3386" y="133"/>
                    </a:cubicBezTo>
                    <a:cubicBezTo>
                      <a:pt x="2545" y="133"/>
                      <a:pt x="1738" y="467"/>
                      <a:pt x="1143" y="1062"/>
                    </a:cubicBezTo>
                    <a:cubicBezTo>
                      <a:pt x="549" y="1657"/>
                      <a:pt x="214" y="2464"/>
                      <a:pt x="214" y="3306"/>
                    </a:cubicBezTo>
                    <a:cubicBezTo>
                      <a:pt x="214" y="4147"/>
                      <a:pt x="549" y="4954"/>
                      <a:pt x="1143" y="5549"/>
                    </a:cubicBezTo>
                    <a:cubicBezTo>
                      <a:pt x="1738" y="6144"/>
                      <a:pt x="2545" y="6478"/>
                      <a:pt x="338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79" name="Freeform: Shape 14878">
                <a:extLst>
                  <a:ext uri="{FF2B5EF4-FFF2-40B4-BE49-F238E27FC236}">
                    <a16:creationId xmlns:a16="http://schemas.microsoft.com/office/drawing/2014/main" id="{8363F16A-F31A-D8E9-0F80-602D4A29361B}"/>
                  </a:ext>
                </a:extLst>
              </p:cNvPr>
              <p:cNvSpPr/>
              <p:nvPr/>
            </p:nvSpPr>
            <p:spPr>
              <a:xfrm>
                <a:off x="9136585" y="5168678"/>
                <a:ext cx="6343" cy="6345"/>
              </a:xfrm>
              <a:custGeom>
                <a:avLst/>
                <a:gdLst>
                  <a:gd name="connsiteX0" fmla="*/ 3387 w 6343"/>
                  <a:gd name="connsiteY0" fmla="*/ 6479 h 6345"/>
                  <a:gd name="connsiteX1" fmla="*/ 5629 w 6343"/>
                  <a:gd name="connsiteY1" fmla="*/ 5549 h 6345"/>
                  <a:gd name="connsiteX2" fmla="*/ 6558 w 6343"/>
                  <a:gd name="connsiteY2" fmla="*/ 3306 h 6345"/>
                  <a:gd name="connsiteX3" fmla="*/ 5629 w 6343"/>
                  <a:gd name="connsiteY3" fmla="*/ 1062 h 6345"/>
                  <a:gd name="connsiteX4" fmla="*/ 3387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6 h 6345"/>
                  <a:gd name="connsiteX7" fmla="*/ 1144 w 6343"/>
                  <a:gd name="connsiteY7" fmla="*/ 5549 h 6345"/>
                  <a:gd name="connsiteX8" fmla="*/ 338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9"/>
                    </a:moveTo>
                    <a:cubicBezTo>
                      <a:pt x="4228" y="6479"/>
                      <a:pt x="5034" y="6144"/>
                      <a:pt x="5629" y="5549"/>
                    </a:cubicBezTo>
                    <a:cubicBezTo>
                      <a:pt x="6224" y="4954"/>
                      <a:pt x="6558" y="4147"/>
                      <a:pt x="6558" y="3306"/>
                    </a:cubicBezTo>
                    <a:cubicBezTo>
                      <a:pt x="6558" y="2464"/>
                      <a:pt x="6224" y="1657"/>
                      <a:pt x="5629" y="1062"/>
                    </a:cubicBezTo>
                    <a:cubicBezTo>
                      <a:pt x="5034" y="467"/>
                      <a:pt x="4228" y="133"/>
                      <a:pt x="3387" y="133"/>
                    </a:cubicBezTo>
                    <a:cubicBezTo>
                      <a:pt x="2545" y="133"/>
                      <a:pt x="1739" y="467"/>
                      <a:pt x="1144" y="1062"/>
                    </a:cubicBezTo>
                    <a:cubicBezTo>
                      <a:pt x="549" y="1657"/>
                      <a:pt x="215" y="2464"/>
                      <a:pt x="215" y="3306"/>
                    </a:cubicBezTo>
                    <a:cubicBezTo>
                      <a:pt x="215" y="4147"/>
                      <a:pt x="549" y="4954"/>
                      <a:pt x="1144" y="5549"/>
                    </a:cubicBezTo>
                    <a:cubicBezTo>
                      <a:pt x="1739" y="6144"/>
                      <a:pt x="2545" y="6479"/>
                      <a:pt x="338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80" name="Freeform: Shape 14879">
                <a:extLst>
                  <a:ext uri="{FF2B5EF4-FFF2-40B4-BE49-F238E27FC236}">
                    <a16:creationId xmlns:a16="http://schemas.microsoft.com/office/drawing/2014/main" id="{60C00F5A-DD4C-B7EB-C5E1-B141D184D378}"/>
                  </a:ext>
                </a:extLst>
              </p:cNvPr>
              <p:cNvSpPr/>
              <p:nvPr/>
            </p:nvSpPr>
            <p:spPr>
              <a:xfrm>
                <a:off x="9141242" y="5168401"/>
                <a:ext cx="6343" cy="6345"/>
              </a:xfrm>
              <a:custGeom>
                <a:avLst/>
                <a:gdLst>
                  <a:gd name="connsiteX0" fmla="*/ 3387 w 6343"/>
                  <a:gd name="connsiteY0" fmla="*/ 6478 h 6345"/>
                  <a:gd name="connsiteX1" fmla="*/ 5630 w 6343"/>
                  <a:gd name="connsiteY1" fmla="*/ 5549 h 6345"/>
                  <a:gd name="connsiteX2" fmla="*/ 6558 w 6343"/>
                  <a:gd name="connsiteY2" fmla="*/ 3306 h 6345"/>
                  <a:gd name="connsiteX3" fmla="*/ 5630 w 6343"/>
                  <a:gd name="connsiteY3" fmla="*/ 1062 h 6345"/>
                  <a:gd name="connsiteX4" fmla="*/ 3387 w 6343"/>
                  <a:gd name="connsiteY4" fmla="*/ 133 h 6345"/>
                  <a:gd name="connsiteX5" fmla="*/ 1144 w 6343"/>
                  <a:gd name="connsiteY5" fmla="*/ 1062 h 6345"/>
                  <a:gd name="connsiteX6" fmla="*/ 215 w 6343"/>
                  <a:gd name="connsiteY6" fmla="*/ 3306 h 6345"/>
                  <a:gd name="connsiteX7" fmla="*/ 1144 w 6343"/>
                  <a:gd name="connsiteY7" fmla="*/ 5549 h 6345"/>
                  <a:gd name="connsiteX8" fmla="*/ 338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8"/>
                    </a:moveTo>
                    <a:cubicBezTo>
                      <a:pt x="4228" y="6478"/>
                      <a:pt x="5035" y="6144"/>
                      <a:pt x="5630" y="5549"/>
                    </a:cubicBezTo>
                    <a:cubicBezTo>
                      <a:pt x="6224" y="4954"/>
                      <a:pt x="6558" y="4147"/>
                      <a:pt x="6558" y="3306"/>
                    </a:cubicBezTo>
                    <a:cubicBezTo>
                      <a:pt x="6558" y="2464"/>
                      <a:pt x="6224" y="1657"/>
                      <a:pt x="5630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39" y="467"/>
                      <a:pt x="1144" y="1062"/>
                    </a:cubicBezTo>
                    <a:cubicBezTo>
                      <a:pt x="550" y="1657"/>
                      <a:pt x="215" y="2464"/>
                      <a:pt x="215" y="3306"/>
                    </a:cubicBezTo>
                    <a:cubicBezTo>
                      <a:pt x="215" y="4147"/>
                      <a:pt x="550" y="4954"/>
                      <a:pt x="1144" y="5549"/>
                    </a:cubicBezTo>
                    <a:cubicBezTo>
                      <a:pt x="1739" y="6144"/>
                      <a:pt x="2546" y="6478"/>
                      <a:pt x="338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81" name="Freeform: Shape 14880">
                <a:extLst>
                  <a:ext uri="{FF2B5EF4-FFF2-40B4-BE49-F238E27FC236}">
                    <a16:creationId xmlns:a16="http://schemas.microsoft.com/office/drawing/2014/main" id="{F3F6EC19-9DCF-C320-7C7E-8BBD89842215}"/>
                  </a:ext>
                </a:extLst>
              </p:cNvPr>
              <p:cNvSpPr/>
              <p:nvPr/>
            </p:nvSpPr>
            <p:spPr>
              <a:xfrm>
                <a:off x="9147012" y="5168649"/>
                <a:ext cx="6343" cy="6345"/>
              </a:xfrm>
              <a:custGeom>
                <a:avLst/>
                <a:gdLst>
                  <a:gd name="connsiteX0" fmla="*/ 3387 w 6343"/>
                  <a:gd name="connsiteY0" fmla="*/ 6479 h 6345"/>
                  <a:gd name="connsiteX1" fmla="*/ 5630 w 6343"/>
                  <a:gd name="connsiteY1" fmla="*/ 5549 h 6345"/>
                  <a:gd name="connsiteX2" fmla="*/ 6559 w 6343"/>
                  <a:gd name="connsiteY2" fmla="*/ 3306 h 6345"/>
                  <a:gd name="connsiteX3" fmla="*/ 5630 w 6343"/>
                  <a:gd name="connsiteY3" fmla="*/ 1062 h 6345"/>
                  <a:gd name="connsiteX4" fmla="*/ 3387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6 h 6345"/>
                  <a:gd name="connsiteX7" fmla="*/ 1145 w 6343"/>
                  <a:gd name="connsiteY7" fmla="*/ 5549 h 6345"/>
                  <a:gd name="connsiteX8" fmla="*/ 338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479"/>
                    </a:moveTo>
                    <a:cubicBezTo>
                      <a:pt x="4228" y="6479"/>
                      <a:pt x="5035" y="6144"/>
                      <a:pt x="5630" y="5549"/>
                    </a:cubicBezTo>
                    <a:cubicBezTo>
                      <a:pt x="6225" y="4954"/>
                      <a:pt x="6559" y="4147"/>
                      <a:pt x="6559" y="3306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5" y="467"/>
                      <a:pt x="4228" y="133"/>
                      <a:pt x="3387" y="133"/>
                    </a:cubicBezTo>
                    <a:cubicBezTo>
                      <a:pt x="2546" y="133"/>
                      <a:pt x="1740" y="467"/>
                      <a:pt x="1145" y="1062"/>
                    </a:cubicBezTo>
                    <a:cubicBezTo>
                      <a:pt x="550" y="1657"/>
                      <a:pt x="216" y="2464"/>
                      <a:pt x="216" y="3306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40" y="6144"/>
                      <a:pt x="2546" y="6479"/>
                      <a:pt x="338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82" name="Freeform: Shape 14881">
                <a:extLst>
                  <a:ext uri="{FF2B5EF4-FFF2-40B4-BE49-F238E27FC236}">
                    <a16:creationId xmlns:a16="http://schemas.microsoft.com/office/drawing/2014/main" id="{AFA3B5B0-7BD6-790D-3721-3038504095AE}"/>
                  </a:ext>
                </a:extLst>
              </p:cNvPr>
              <p:cNvSpPr/>
              <p:nvPr/>
            </p:nvSpPr>
            <p:spPr>
              <a:xfrm>
                <a:off x="9151201" y="5168291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0 w 6343"/>
                  <a:gd name="connsiteY1" fmla="*/ 5549 h 6345"/>
                  <a:gd name="connsiteX2" fmla="*/ 6559 w 6343"/>
                  <a:gd name="connsiteY2" fmla="*/ 3306 h 6345"/>
                  <a:gd name="connsiteX3" fmla="*/ 5630 w 6343"/>
                  <a:gd name="connsiteY3" fmla="*/ 1062 h 6345"/>
                  <a:gd name="connsiteX4" fmla="*/ 3388 w 6343"/>
                  <a:gd name="connsiteY4" fmla="*/ 133 h 6345"/>
                  <a:gd name="connsiteX5" fmla="*/ 1145 w 6343"/>
                  <a:gd name="connsiteY5" fmla="*/ 1062 h 6345"/>
                  <a:gd name="connsiteX6" fmla="*/ 216 w 6343"/>
                  <a:gd name="connsiteY6" fmla="*/ 3306 h 6345"/>
                  <a:gd name="connsiteX7" fmla="*/ 1145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6" y="6144"/>
                      <a:pt x="5630" y="5549"/>
                    </a:cubicBezTo>
                    <a:cubicBezTo>
                      <a:pt x="6225" y="4954"/>
                      <a:pt x="6559" y="4147"/>
                      <a:pt x="6559" y="3306"/>
                    </a:cubicBezTo>
                    <a:cubicBezTo>
                      <a:pt x="6559" y="2464"/>
                      <a:pt x="6225" y="1657"/>
                      <a:pt x="5630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5" y="1062"/>
                    </a:cubicBezTo>
                    <a:cubicBezTo>
                      <a:pt x="550" y="1657"/>
                      <a:pt x="216" y="2464"/>
                      <a:pt x="216" y="3306"/>
                    </a:cubicBezTo>
                    <a:cubicBezTo>
                      <a:pt x="216" y="4147"/>
                      <a:pt x="550" y="4954"/>
                      <a:pt x="1145" y="5549"/>
                    </a:cubicBezTo>
                    <a:cubicBezTo>
                      <a:pt x="1740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83" name="Freeform: Shape 14882">
                <a:extLst>
                  <a:ext uri="{FF2B5EF4-FFF2-40B4-BE49-F238E27FC236}">
                    <a16:creationId xmlns:a16="http://schemas.microsoft.com/office/drawing/2014/main" id="{A0625013-1F06-9338-BD75-BF9A7F26056A}"/>
                  </a:ext>
                </a:extLst>
              </p:cNvPr>
              <p:cNvSpPr/>
              <p:nvPr/>
            </p:nvSpPr>
            <p:spPr>
              <a:xfrm>
                <a:off x="9156332" y="5168394"/>
                <a:ext cx="6343" cy="6345"/>
              </a:xfrm>
              <a:custGeom>
                <a:avLst/>
                <a:gdLst>
                  <a:gd name="connsiteX0" fmla="*/ 3388 w 6343"/>
                  <a:gd name="connsiteY0" fmla="*/ 6478 h 6345"/>
                  <a:gd name="connsiteX1" fmla="*/ 5631 w 6343"/>
                  <a:gd name="connsiteY1" fmla="*/ 5549 h 6345"/>
                  <a:gd name="connsiteX2" fmla="*/ 6560 w 6343"/>
                  <a:gd name="connsiteY2" fmla="*/ 3306 h 6345"/>
                  <a:gd name="connsiteX3" fmla="*/ 5631 w 6343"/>
                  <a:gd name="connsiteY3" fmla="*/ 1062 h 6345"/>
                  <a:gd name="connsiteX4" fmla="*/ 3388 w 6343"/>
                  <a:gd name="connsiteY4" fmla="*/ 133 h 6345"/>
                  <a:gd name="connsiteX5" fmla="*/ 1145 w 6343"/>
                  <a:gd name="connsiteY5" fmla="*/ 1062 h 6345"/>
                  <a:gd name="connsiteX6" fmla="*/ 217 w 6343"/>
                  <a:gd name="connsiteY6" fmla="*/ 3306 h 6345"/>
                  <a:gd name="connsiteX7" fmla="*/ 1145 w 6343"/>
                  <a:gd name="connsiteY7" fmla="*/ 5549 h 6345"/>
                  <a:gd name="connsiteX8" fmla="*/ 338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478"/>
                    </a:moveTo>
                    <a:cubicBezTo>
                      <a:pt x="4229" y="6478"/>
                      <a:pt x="5036" y="6144"/>
                      <a:pt x="5631" y="5549"/>
                    </a:cubicBezTo>
                    <a:cubicBezTo>
                      <a:pt x="6225" y="4954"/>
                      <a:pt x="6560" y="4147"/>
                      <a:pt x="6560" y="3306"/>
                    </a:cubicBezTo>
                    <a:cubicBezTo>
                      <a:pt x="6560" y="2464"/>
                      <a:pt x="6225" y="1657"/>
                      <a:pt x="5631" y="1062"/>
                    </a:cubicBezTo>
                    <a:cubicBezTo>
                      <a:pt x="5036" y="467"/>
                      <a:pt x="4229" y="133"/>
                      <a:pt x="3388" y="133"/>
                    </a:cubicBezTo>
                    <a:cubicBezTo>
                      <a:pt x="2547" y="133"/>
                      <a:pt x="1740" y="467"/>
                      <a:pt x="1145" y="1062"/>
                    </a:cubicBezTo>
                    <a:cubicBezTo>
                      <a:pt x="551" y="1657"/>
                      <a:pt x="217" y="2464"/>
                      <a:pt x="217" y="3306"/>
                    </a:cubicBezTo>
                    <a:cubicBezTo>
                      <a:pt x="217" y="4147"/>
                      <a:pt x="551" y="4954"/>
                      <a:pt x="1145" y="5549"/>
                    </a:cubicBezTo>
                    <a:cubicBezTo>
                      <a:pt x="1740" y="6144"/>
                      <a:pt x="2547" y="6478"/>
                      <a:pt x="338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84" name="Freeform: Shape 14883">
                <a:extLst>
                  <a:ext uri="{FF2B5EF4-FFF2-40B4-BE49-F238E27FC236}">
                    <a16:creationId xmlns:a16="http://schemas.microsoft.com/office/drawing/2014/main" id="{62941A6A-17A5-33AD-E937-EE9492964125}"/>
                  </a:ext>
                </a:extLst>
              </p:cNvPr>
              <p:cNvSpPr/>
              <p:nvPr/>
            </p:nvSpPr>
            <p:spPr>
              <a:xfrm>
                <a:off x="9161673" y="5168653"/>
                <a:ext cx="6343" cy="6345"/>
              </a:xfrm>
              <a:custGeom>
                <a:avLst/>
                <a:gdLst>
                  <a:gd name="connsiteX0" fmla="*/ 3389 w 6343"/>
                  <a:gd name="connsiteY0" fmla="*/ 6479 h 6345"/>
                  <a:gd name="connsiteX1" fmla="*/ 5631 w 6343"/>
                  <a:gd name="connsiteY1" fmla="*/ 5549 h 6345"/>
                  <a:gd name="connsiteX2" fmla="*/ 6560 w 6343"/>
                  <a:gd name="connsiteY2" fmla="*/ 3306 h 6345"/>
                  <a:gd name="connsiteX3" fmla="*/ 5631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6 h 6345"/>
                  <a:gd name="connsiteX7" fmla="*/ 1146 w 6343"/>
                  <a:gd name="connsiteY7" fmla="*/ 5549 h 6345"/>
                  <a:gd name="connsiteX8" fmla="*/ 338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9"/>
                    </a:moveTo>
                    <a:cubicBezTo>
                      <a:pt x="4230" y="6479"/>
                      <a:pt x="5036" y="6144"/>
                      <a:pt x="5631" y="5549"/>
                    </a:cubicBezTo>
                    <a:cubicBezTo>
                      <a:pt x="6226" y="4954"/>
                      <a:pt x="6560" y="4147"/>
                      <a:pt x="6560" y="3306"/>
                    </a:cubicBezTo>
                    <a:cubicBezTo>
                      <a:pt x="6560" y="2464"/>
                      <a:pt x="6226" y="1657"/>
                      <a:pt x="5631" y="1062"/>
                    </a:cubicBezTo>
                    <a:cubicBezTo>
                      <a:pt x="5036" y="467"/>
                      <a:pt x="4230" y="133"/>
                      <a:pt x="3389" y="133"/>
                    </a:cubicBezTo>
                    <a:cubicBezTo>
                      <a:pt x="2547" y="133"/>
                      <a:pt x="1741" y="467"/>
                      <a:pt x="1146" y="1062"/>
                    </a:cubicBezTo>
                    <a:cubicBezTo>
                      <a:pt x="551" y="1657"/>
                      <a:pt x="217" y="2464"/>
                      <a:pt x="217" y="3306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1" y="6144"/>
                      <a:pt x="2547" y="6479"/>
                      <a:pt x="338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85" name="Freeform: Shape 14884">
                <a:extLst>
                  <a:ext uri="{FF2B5EF4-FFF2-40B4-BE49-F238E27FC236}">
                    <a16:creationId xmlns:a16="http://schemas.microsoft.com/office/drawing/2014/main" id="{3492D885-6930-10B0-F06B-0637E4113DB0}"/>
                  </a:ext>
                </a:extLst>
              </p:cNvPr>
              <p:cNvSpPr/>
              <p:nvPr/>
            </p:nvSpPr>
            <p:spPr>
              <a:xfrm>
                <a:off x="9166611" y="5168799"/>
                <a:ext cx="6343" cy="6345"/>
              </a:xfrm>
              <a:custGeom>
                <a:avLst/>
                <a:gdLst>
                  <a:gd name="connsiteX0" fmla="*/ 3389 w 6343"/>
                  <a:gd name="connsiteY0" fmla="*/ 6479 h 6345"/>
                  <a:gd name="connsiteX1" fmla="*/ 5632 w 6343"/>
                  <a:gd name="connsiteY1" fmla="*/ 5549 h 6345"/>
                  <a:gd name="connsiteX2" fmla="*/ 6560 w 6343"/>
                  <a:gd name="connsiteY2" fmla="*/ 3306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6 h 6345"/>
                  <a:gd name="connsiteX7" fmla="*/ 1146 w 6343"/>
                  <a:gd name="connsiteY7" fmla="*/ 5549 h 6345"/>
                  <a:gd name="connsiteX8" fmla="*/ 338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9"/>
                    </a:moveTo>
                    <a:cubicBezTo>
                      <a:pt x="4230" y="6479"/>
                      <a:pt x="5037" y="6144"/>
                      <a:pt x="5632" y="5549"/>
                    </a:cubicBezTo>
                    <a:cubicBezTo>
                      <a:pt x="6226" y="4954"/>
                      <a:pt x="6560" y="4147"/>
                      <a:pt x="6560" y="3306"/>
                    </a:cubicBezTo>
                    <a:cubicBezTo>
                      <a:pt x="6560" y="2464"/>
                      <a:pt x="6226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6" y="1062"/>
                    </a:cubicBezTo>
                    <a:cubicBezTo>
                      <a:pt x="552" y="1657"/>
                      <a:pt x="217" y="2464"/>
                      <a:pt x="217" y="3306"/>
                    </a:cubicBezTo>
                    <a:cubicBezTo>
                      <a:pt x="217" y="4147"/>
                      <a:pt x="552" y="4954"/>
                      <a:pt x="1146" y="5549"/>
                    </a:cubicBezTo>
                    <a:cubicBezTo>
                      <a:pt x="1741" y="6144"/>
                      <a:pt x="2548" y="6479"/>
                      <a:pt x="338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86" name="Freeform: Shape 14885">
                <a:extLst>
                  <a:ext uri="{FF2B5EF4-FFF2-40B4-BE49-F238E27FC236}">
                    <a16:creationId xmlns:a16="http://schemas.microsoft.com/office/drawing/2014/main" id="{EF976E9D-BF3E-CE44-EA59-8980FFBC193B}"/>
                  </a:ext>
                </a:extLst>
              </p:cNvPr>
              <p:cNvSpPr/>
              <p:nvPr/>
            </p:nvSpPr>
            <p:spPr>
              <a:xfrm>
                <a:off x="9171205" y="5168847"/>
                <a:ext cx="6343" cy="6345"/>
              </a:xfrm>
              <a:custGeom>
                <a:avLst/>
                <a:gdLst>
                  <a:gd name="connsiteX0" fmla="*/ 3389 w 6343"/>
                  <a:gd name="connsiteY0" fmla="*/ 6479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8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9"/>
                    </a:moveTo>
                    <a:cubicBezTo>
                      <a:pt x="4230" y="6479"/>
                      <a:pt x="5037" y="6144"/>
                      <a:pt x="5632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7" y="1062"/>
                    </a:cubicBezTo>
                    <a:cubicBezTo>
                      <a:pt x="552" y="1657"/>
                      <a:pt x="218" y="2464"/>
                      <a:pt x="218" y="3306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1" y="6144"/>
                      <a:pt x="2548" y="6479"/>
                      <a:pt x="338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87" name="Freeform: Shape 14886">
                <a:extLst>
                  <a:ext uri="{FF2B5EF4-FFF2-40B4-BE49-F238E27FC236}">
                    <a16:creationId xmlns:a16="http://schemas.microsoft.com/office/drawing/2014/main" id="{2D0EAEA2-D850-1F4E-A5D5-DCC322BD16DB}"/>
                  </a:ext>
                </a:extLst>
              </p:cNvPr>
              <p:cNvSpPr/>
              <p:nvPr/>
            </p:nvSpPr>
            <p:spPr>
              <a:xfrm>
                <a:off x="9176946" y="5169488"/>
                <a:ext cx="6343" cy="6345"/>
              </a:xfrm>
              <a:custGeom>
                <a:avLst/>
                <a:gdLst>
                  <a:gd name="connsiteX0" fmla="*/ 3390 w 6343"/>
                  <a:gd name="connsiteY0" fmla="*/ 6479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9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9"/>
                    </a:moveTo>
                    <a:cubicBezTo>
                      <a:pt x="4231" y="6479"/>
                      <a:pt x="5038" y="6144"/>
                      <a:pt x="5632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2" y="1657"/>
                      <a:pt x="218" y="2464"/>
                      <a:pt x="218" y="3306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2" y="6144"/>
                      <a:pt x="2549" y="6479"/>
                      <a:pt x="339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88" name="Freeform: Shape 14887">
                <a:extLst>
                  <a:ext uri="{FF2B5EF4-FFF2-40B4-BE49-F238E27FC236}">
                    <a16:creationId xmlns:a16="http://schemas.microsoft.com/office/drawing/2014/main" id="{F5A30B50-86CE-251B-0D62-C61815E1928F}"/>
                  </a:ext>
                </a:extLst>
              </p:cNvPr>
              <p:cNvSpPr/>
              <p:nvPr/>
            </p:nvSpPr>
            <p:spPr>
              <a:xfrm>
                <a:off x="9180688" y="5169256"/>
                <a:ext cx="6343" cy="6345"/>
              </a:xfrm>
              <a:custGeom>
                <a:avLst/>
                <a:gdLst>
                  <a:gd name="connsiteX0" fmla="*/ 3390 w 6343"/>
                  <a:gd name="connsiteY0" fmla="*/ 6479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9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9"/>
                    </a:moveTo>
                    <a:cubicBezTo>
                      <a:pt x="4231" y="6479"/>
                      <a:pt x="5038" y="6144"/>
                      <a:pt x="5633" y="5549"/>
                    </a:cubicBezTo>
                    <a:cubicBezTo>
                      <a:pt x="6227" y="4954"/>
                      <a:pt x="6562" y="4147"/>
                      <a:pt x="6562" y="3306"/>
                    </a:cubicBezTo>
                    <a:cubicBezTo>
                      <a:pt x="6562" y="2464"/>
                      <a:pt x="6227" y="1657"/>
                      <a:pt x="5633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3" y="1657"/>
                      <a:pt x="218" y="2464"/>
                      <a:pt x="218" y="3306"/>
                    </a:cubicBezTo>
                    <a:cubicBezTo>
                      <a:pt x="218" y="4147"/>
                      <a:pt x="553" y="4954"/>
                      <a:pt x="1147" y="5549"/>
                    </a:cubicBezTo>
                    <a:cubicBezTo>
                      <a:pt x="1742" y="6144"/>
                      <a:pt x="2549" y="6479"/>
                      <a:pt x="339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89" name="Freeform: Shape 14888">
                <a:extLst>
                  <a:ext uri="{FF2B5EF4-FFF2-40B4-BE49-F238E27FC236}">
                    <a16:creationId xmlns:a16="http://schemas.microsoft.com/office/drawing/2014/main" id="{48D6792E-463A-C204-934D-A2E12800B6C1}"/>
                  </a:ext>
                </a:extLst>
              </p:cNvPr>
              <p:cNvSpPr/>
              <p:nvPr/>
            </p:nvSpPr>
            <p:spPr>
              <a:xfrm>
                <a:off x="9184751" y="5169223"/>
                <a:ext cx="6343" cy="6345"/>
              </a:xfrm>
              <a:custGeom>
                <a:avLst/>
                <a:gdLst>
                  <a:gd name="connsiteX0" fmla="*/ 3390 w 6343"/>
                  <a:gd name="connsiteY0" fmla="*/ 6479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9"/>
                    </a:moveTo>
                    <a:cubicBezTo>
                      <a:pt x="4231" y="6479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2" y="6144"/>
                      <a:pt x="2549" y="6479"/>
                      <a:pt x="339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90" name="Freeform: Shape 14889">
                <a:extLst>
                  <a:ext uri="{FF2B5EF4-FFF2-40B4-BE49-F238E27FC236}">
                    <a16:creationId xmlns:a16="http://schemas.microsoft.com/office/drawing/2014/main" id="{42B00EAE-128D-4CF5-3900-CD0E379F6DE8}"/>
                  </a:ext>
                </a:extLst>
              </p:cNvPr>
              <p:cNvSpPr/>
              <p:nvPr/>
            </p:nvSpPr>
            <p:spPr>
              <a:xfrm>
                <a:off x="9189352" y="5169503"/>
                <a:ext cx="6343" cy="6345"/>
              </a:xfrm>
              <a:custGeom>
                <a:avLst/>
                <a:gdLst>
                  <a:gd name="connsiteX0" fmla="*/ 3391 w 6343"/>
                  <a:gd name="connsiteY0" fmla="*/ 6479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9"/>
                    </a:moveTo>
                    <a:cubicBezTo>
                      <a:pt x="4232" y="6479"/>
                      <a:pt x="5039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9"/>
                      <a:pt x="339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91" name="Freeform: Shape 14890">
                <a:extLst>
                  <a:ext uri="{FF2B5EF4-FFF2-40B4-BE49-F238E27FC236}">
                    <a16:creationId xmlns:a16="http://schemas.microsoft.com/office/drawing/2014/main" id="{070E0016-9C18-611C-490E-A31D7C548C38}"/>
                  </a:ext>
                </a:extLst>
              </p:cNvPr>
              <p:cNvSpPr/>
              <p:nvPr/>
            </p:nvSpPr>
            <p:spPr>
              <a:xfrm>
                <a:off x="9192849" y="5169294"/>
                <a:ext cx="6343" cy="6345"/>
              </a:xfrm>
              <a:custGeom>
                <a:avLst/>
                <a:gdLst>
                  <a:gd name="connsiteX0" fmla="*/ 3391 w 6343"/>
                  <a:gd name="connsiteY0" fmla="*/ 6479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9"/>
                    </a:moveTo>
                    <a:cubicBezTo>
                      <a:pt x="4232" y="6479"/>
                      <a:pt x="5039" y="6144"/>
                      <a:pt x="5634" y="5549"/>
                    </a:cubicBezTo>
                    <a:cubicBezTo>
                      <a:pt x="6228" y="4954"/>
                      <a:pt x="6563" y="4147"/>
                      <a:pt x="6563" y="3306"/>
                    </a:cubicBezTo>
                    <a:cubicBezTo>
                      <a:pt x="6563" y="2464"/>
                      <a:pt x="6228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4" y="1657"/>
                      <a:pt x="219" y="2464"/>
                      <a:pt x="219" y="3306"/>
                    </a:cubicBezTo>
                    <a:cubicBezTo>
                      <a:pt x="219" y="4147"/>
                      <a:pt x="554" y="4954"/>
                      <a:pt x="1148" y="5549"/>
                    </a:cubicBezTo>
                    <a:cubicBezTo>
                      <a:pt x="1743" y="6144"/>
                      <a:pt x="2550" y="6479"/>
                      <a:pt x="339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92" name="Freeform: Shape 14891">
                <a:extLst>
                  <a:ext uri="{FF2B5EF4-FFF2-40B4-BE49-F238E27FC236}">
                    <a16:creationId xmlns:a16="http://schemas.microsoft.com/office/drawing/2014/main" id="{92ED98A6-88B8-D8E8-0097-256C1A2131C6}"/>
                  </a:ext>
                </a:extLst>
              </p:cNvPr>
              <p:cNvSpPr/>
              <p:nvPr/>
            </p:nvSpPr>
            <p:spPr>
              <a:xfrm>
                <a:off x="9196392" y="5169150"/>
                <a:ext cx="6343" cy="6345"/>
              </a:xfrm>
              <a:custGeom>
                <a:avLst/>
                <a:gdLst>
                  <a:gd name="connsiteX0" fmla="*/ 3391 w 6343"/>
                  <a:gd name="connsiteY0" fmla="*/ 6479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9"/>
                    </a:moveTo>
                    <a:cubicBezTo>
                      <a:pt x="4232" y="6479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3" y="6144"/>
                      <a:pt x="2550" y="6479"/>
                      <a:pt x="339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93" name="Freeform: Shape 14892">
                <a:extLst>
                  <a:ext uri="{FF2B5EF4-FFF2-40B4-BE49-F238E27FC236}">
                    <a16:creationId xmlns:a16="http://schemas.microsoft.com/office/drawing/2014/main" id="{CCEC835E-081A-E006-A1DF-CC88F2AB2BD1}"/>
                  </a:ext>
                </a:extLst>
              </p:cNvPr>
              <p:cNvSpPr/>
              <p:nvPr/>
            </p:nvSpPr>
            <p:spPr>
              <a:xfrm>
                <a:off x="9200037" y="5169100"/>
                <a:ext cx="6343" cy="6345"/>
              </a:xfrm>
              <a:custGeom>
                <a:avLst/>
                <a:gdLst>
                  <a:gd name="connsiteX0" fmla="*/ 3392 w 6343"/>
                  <a:gd name="connsiteY0" fmla="*/ 6479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9"/>
                    </a:moveTo>
                    <a:cubicBezTo>
                      <a:pt x="4233" y="6479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3" y="133"/>
                      <a:pt x="3392" y="133"/>
                    </a:cubicBezTo>
                    <a:cubicBezTo>
                      <a:pt x="2550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9"/>
                      <a:pt x="339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94" name="Freeform: Shape 14893">
                <a:extLst>
                  <a:ext uri="{FF2B5EF4-FFF2-40B4-BE49-F238E27FC236}">
                    <a16:creationId xmlns:a16="http://schemas.microsoft.com/office/drawing/2014/main" id="{190C7701-038B-20B1-D00E-5206374B4FAD}"/>
                  </a:ext>
                </a:extLst>
              </p:cNvPr>
              <p:cNvSpPr/>
              <p:nvPr/>
            </p:nvSpPr>
            <p:spPr>
              <a:xfrm>
                <a:off x="9204321" y="5169427"/>
                <a:ext cx="6343" cy="6345"/>
              </a:xfrm>
              <a:custGeom>
                <a:avLst/>
                <a:gdLst>
                  <a:gd name="connsiteX0" fmla="*/ 3392 w 6343"/>
                  <a:gd name="connsiteY0" fmla="*/ 6479 h 6345"/>
                  <a:gd name="connsiteX1" fmla="*/ 5635 w 6343"/>
                  <a:gd name="connsiteY1" fmla="*/ 5549 h 6345"/>
                  <a:gd name="connsiteX2" fmla="*/ 6563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9"/>
                    </a:moveTo>
                    <a:cubicBezTo>
                      <a:pt x="4233" y="6479"/>
                      <a:pt x="5040" y="6144"/>
                      <a:pt x="5635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5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49" y="1062"/>
                    </a:cubicBezTo>
                    <a:cubicBezTo>
                      <a:pt x="555" y="1657"/>
                      <a:pt x="220" y="2464"/>
                      <a:pt x="220" y="3306"/>
                    </a:cubicBezTo>
                    <a:cubicBezTo>
                      <a:pt x="220" y="4147"/>
                      <a:pt x="555" y="4954"/>
                      <a:pt x="1149" y="5549"/>
                    </a:cubicBezTo>
                    <a:cubicBezTo>
                      <a:pt x="1744" y="6144"/>
                      <a:pt x="2551" y="6479"/>
                      <a:pt x="339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95" name="Freeform: Shape 14894">
                <a:extLst>
                  <a:ext uri="{FF2B5EF4-FFF2-40B4-BE49-F238E27FC236}">
                    <a16:creationId xmlns:a16="http://schemas.microsoft.com/office/drawing/2014/main" id="{1A5CF977-6494-D6F7-BD62-8AAE79AE8060}"/>
                  </a:ext>
                </a:extLst>
              </p:cNvPr>
              <p:cNvSpPr/>
              <p:nvPr/>
            </p:nvSpPr>
            <p:spPr>
              <a:xfrm>
                <a:off x="9208538" y="5169774"/>
                <a:ext cx="6343" cy="6345"/>
              </a:xfrm>
              <a:custGeom>
                <a:avLst/>
                <a:gdLst>
                  <a:gd name="connsiteX0" fmla="*/ 3392 w 6343"/>
                  <a:gd name="connsiteY0" fmla="*/ 6479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9"/>
                    </a:moveTo>
                    <a:cubicBezTo>
                      <a:pt x="4233" y="6479"/>
                      <a:pt x="5040" y="6144"/>
                      <a:pt x="5635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5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50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50" y="5549"/>
                    </a:cubicBezTo>
                    <a:cubicBezTo>
                      <a:pt x="1744" y="6144"/>
                      <a:pt x="2551" y="6479"/>
                      <a:pt x="339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96" name="Freeform: Shape 14895">
                <a:extLst>
                  <a:ext uri="{FF2B5EF4-FFF2-40B4-BE49-F238E27FC236}">
                    <a16:creationId xmlns:a16="http://schemas.microsoft.com/office/drawing/2014/main" id="{9833907D-CEB2-1421-2B4A-2C441EB1D864}"/>
                  </a:ext>
                </a:extLst>
              </p:cNvPr>
              <p:cNvSpPr/>
              <p:nvPr/>
            </p:nvSpPr>
            <p:spPr>
              <a:xfrm>
                <a:off x="9211775" y="5169650"/>
                <a:ext cx="6343" cy="6345"/>
              </a:xfrm>
              <a:custGeom>
                <a:avLst/>
                <a:gdLst>
                  <a:gd name="connsiteX0" fmla="*/ 3392 w 6343"/>
                  <a:gd name="connsiteY0" fmla="*/ 6479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9"/>
                    </a:moveTo>
                    <a:cubicBezTo>
                      <a:pt x="4234" y="6479"/>
                      <a:pt x="5040" y="6144"/>
                      <a:pt x="5635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5" y="1062"/>
                    </a:cubicBezTo>
                    <a:cubicBezTo>
                      <a:pt x="5040" y="467"/>
                      <a:pt x="4234" y="133"/>
                      <a:pt x="3392" y="133"/>
                    </a:cubicBezTo>
                    <a:cubicBezTo>
                      <a:pt x="2551" y="133"/>
                      <a:pt x="1745" y="467"/>
                      <a:pt x="1150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50" y="5549"/>
                    </a:cubicBezTo>
                    <a:cubicBezTo>
                      <a:pt x="1745" y="6144"/>
                      <a:pt x="2551" y="6479"/>
                      <a:pt x="339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97" name="Freeform: Shape 14896">
                <a:extLst>
                  <a:ext uri="{FF2B5EF4-FFF2-40B4-BE49-F238E27FC236}">
                    <a16:creationId xmlns:a16="http://schemas.microsoft.com/office/drawing/2014/main" id="{4CA36803-C5EA-5F9E-DA21-2ECDAFA8C3EA}"/>
                  </a:ext>
                </a:extLst>
              </p:cNvPr>
              <p:cNvSpPr/>
              <p:nvPr/>
            </p:nvSpPr>
            <p:spPr>
              <a:xfrm>
                <a:off x="9215111" y="5169619"/>
                <a:ext cx="6343" cy="6345"/>
              </a:xfrm>
              <a:custGeom>
                <a:avLst/>
                <a:gdLst>
                  <a:gd name="connsiteX0" fmla="*/ 3393 w 6343"/>
                  <a:gd name="connsiteY0" fmla="*/ 6479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9"/>
                    </a:moveTo>
                    <a:cubicBezTo>
                      <a:pt x="4234" y="6479"/>
                      <a:pt x="5041" y="6144"/>
                      <a:pt x="5635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5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0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50" y="5549"/>
                    </a:cubicBezTo>
                    <a:cubicBezTo>
                      <a:pt x="1745" y="6144"/>
                      <a:pt x="2552" y="6479"/>
                      <a:pt x="339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98" name="Freeform: Shape 14897">
                <a:extLst>
                  <a:ext uri="{FF2B5EF4-FFF2-40B4-BE49-F238E27FC236}">
                    <a16:creationId xmlns:a16="http://schemas.microsoft.com/office/drawing/2014/main" id="{17C67635-EAA1-314A-B2FC-A057FDF7BEB3}"/>
                  </a:ext>
                </a:extLst>
              </p:cNvPr>
              <p:cNvSpPr/>
              <p:nvPr/>
            </p:nvSpPr>
            <p:spPr>
              <a:xfrm>
                <a:off x="9217746" y="5169243"/>
                <a:ext cx="6343" cy="6345"/>
              </a:xfrm>
              <a:custGeom>
                <a:avLst/>
                <a:gdLst>
                  <a:gd name="connsiteX0" fmla="*/ 3393 w 6343"/>
                  <a:gd name="connsiteY0" fmla="*/ 6479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9"/>
                    </a:moveTo>
                    <a:cubicBezTo>
                      <a:pt x="4234" y="6479"/>
                      <a:pt x="5041" y="6144"/>
                      <a:pt x="5636" y="5549"/>
                    </a:cubicBezTo>
                    <a:cubicBezTo>
                      <a:pt x="6230" y="4954"/>
                      <a:pt x="6565" y="4147"/>
                      <a:pt x="6565" y="3306"/>
                    </a:cubicBezTo>
                    <a:cubicBezTo>
                      <a:pt x="6565" y="2464"/>
                      <a:pt x="6230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0" y="1062"/>
                    </a:cubicBezTo>
                    <a:cubicBezTo>
                      <a:pt x="556" y="1657"/>
                      <a:pt x="221" y="2464"/>
                      <a:pt x="221" y="3306"/>
                    </a:cubicBezTo>
                    <a:cubicBezTo>
                      <a:pt x="221" y="4147"/>
                      <a:pt x="556" y="4954"/>
                      <a:pt x="1150" y="5549"/>
                    </a:cubicBezTo>
                    <a:cubicBezTo>
                      <a:pt x="1745" y="6144"/>
                      <a:pt x="2552" y="6479"/>
                      <a:pt x="339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99" name="Freeform: Shape 14898">
                <a:extLst>
                  <a:ext uri="{FF2B5EF4-FFF2-40B4-BE49-F238E27FC236}">
                    <a16:creationId xmlns:a16="http://schemas.microsoft.com/office/drawing/2014/main" id="{7A08D38C-B7AF-1461-A9D2-F3F9487CC346}"/>
                  </a:ext>
                </a:extLst>
              </p:cNvPr>
              <p:cNvSpPr/>
              <p:nvPr/>
            </p:nvSpPr>
            <p:spPr>
              <a:xfrm>
                <a:off x="9220270" y="5168835"/>
                <a:ext cx="6343" cy="6345"/>
              </a:xfrm>
              <a:custGeom>
                <a:avLst/>
                <a:gdLst>
                  <a:gd name="connsiteX0" fmla="*/ 3393 w 6343"/>
                  <a:gd name="connsiteY0" fmla="*/ 6479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9"/>
                    </a:moveTo>
                    <a:cubicBezTo>
                      <a:pt x="4234" y="6479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5" y="6144"/>
                      <a:pt x="2552" y="6479"/>
                      <a:pt x="339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00" name="Freeform: Shape 14899">
                <a:extLst>
                  <a:ext uri="{FF2B5EF4-FFF2-40B4-BE49-F238E27FC236}">
                    <a16:creationId xmlns:a16="http://schemas.microsoft.com/office/drawing/2014/main" id="{B8551566-84CA-FDEE-E2E5-3D244B911F30}"/>
                  </a:ext>
                </a:extLst>
              </p:cNvPr>
              <p:cNvSpPr/>
              <p:nvPr/>
            </p:nvSpPr>
            <p:spPr>
              <a:xfrm>
                <a:off x="9224062" y="5169174"/>
                <a:ext cx="6343" cy="6345"/>
              </a:xfrm>
              <a:custGeom>
                <a:avLst/>
                <a:gdLst>
                  <a:gd name="connsiteX0" fmla="*/ 3393 w 6343"/>
                  <a:gd name="connsiteY0" fmla="*/ 6479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9"/>
                    </a:moveTo>
                    <a:cubicBezTo>
                      <a:pt x="4235" y="6479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5" y="133"/>
                      <a:pt x="3393" y="133"/>
                    </a:cubicBezTo>
                    <a:cubicBezTo>
                      <a:pt x="2552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2" y="6479"/>
                      <a:pt x="339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01" name="Freeform: Shape 14900">
                <a:extLst>
                  <a:ext uri="{FF2B5EF4-FFF2-40B4-BE49-F238E27FC236}">
                    <a16:creationId xmlns:a16="http://schemas.microsoft.com/office/drawing/2014/main" id="{48ED1480-A03F-3C33-5C67-AB85A1393ED6}"/>
                  </a:ext>
                </a:extLst>
              </p:cNvPr>
              <p:cNvSpPr/>
              <p:nvPr/>
            </p:nvSpPr>
            <p:spPr>
              <a:xfrm>
                <a:off x="9224990" y="5167915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5" y="133"/>
                      <a:pt x="3394" y="133"/>
                    </a:cubicBezTo>
                    <a:cubicBezTo>
                      <a:pt x="2552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2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02" name="Freeform: Shape 14901">
                <a:extLst>
                  <a:ext uri="{FF2B5EF4-FFF2-40B4-BE49-F238E27FC236}">
                    <a16:creationId xmlns:a16="http://schemas.microsoft.com/office/drawing/2014/main" id="{FE2E843E-EDBF-84AA-379E-8C3AF0A8EEA0}"/>
                  </a:ext>
                </a:extLst>
              </p:cNvPr>
              <p:cNvSpPr/>
              <p:nvPr/>
            </p:nvSpPr>
            <p:spPr>
              <a:xfrm>
                <a:off x="9226294" y="5166877"/>
                <a:ext cx="6343" cy="6345"/>
              </a:xfrm>
              <a:custGeom>
                <a:avLst/>
                <a:gdLst>
                  <a:gd name="connsiteX0" fmla="*/ 3394 w 6343"/>
                  <a:gd name="connsiteY0" fmla="*/ 6478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8"/>
                    </a:moveTo>
                    <a:cubicBezTo>
                      <a:pt x="4235" y="6478"/>
                      <a:pt x="5042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3" y="6478"/>
                      <a:pt x="339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03" name="Freeform: Shape 14902">
                <a:extLst>
                  <a:ext uri="{FF2B5EF4-FFF2-40B4-BE49-F238E27FC236}">
                    <a16:creationId xmlns:a16="http://schemas.microsoft.com/office/drawing/2014/main" id="{6B99ACAE-8736-F65F-D8B5-7DA1F56F910B}"/>
                  </a:ext>
                </a:extLst>
              </p:cNvPr>
              <p:cNvSpPr/>
              <p:nvPr/>
            </p:nvSpPr>
            <p:spPr>
              <a:xfrm>
                <a:off x="9237381" y="5144357"/>
                <a:ext cx="6343" cy="6345"/>
              </a:xfrm>
              <a:custGeom>
                <a:avLst/>
                <a:gdLst>
                  <a:gd name="connsiteX0" fmla="*/ 3395 w 6343"/>
                  <a:gd name="connsiteY0" fmla="*/ 6477 h 6345"/>
                  <a:gd name="connsiteX1" fmla="*/ 5637 w 6343"/>
                  <a:gd name="connsiteY1" fmla="*/ 5547 h 6345"/>
                  <a:gd name="connsiteX2" fmla="*/ 6566 w 6343"/>
                  <a:gd name="connsiteY2" fmla="*/ 3304 h 6345"/>
                  <a:gd name="connsiteX3" fmla="*/ 5637 w 6343"/>
                  <a:gd name="connsiteY3" fmla="*/ 1060 h 6345"/>
                  <a:gd name="connsiteX4" fmla="*/ 3395 w 6343"/>
                  <a:gd name="connsiteY4" fmla="*/ 131 h 6345"/>
                  <a:gd name="connsiteX5" fmla="*/ 1152 w 6343"/>
                  <a:gd name="connsiteY5" fmla="*/ 1060 h 6345"/>
                  <a:gd name="connsiteX6" fmla="*/ 223 w 6343"/>
                  <a:gd name="connsiteY6" fmla="*/ 3304 h 6345"/>
                  <a:gd name="connsiteX7" fmla="*/ 1152 w 6343"/>
                  <a:gd name="connsiteY7" fmla="*/ 5547 h 6345"/>
                  <a:gd name="connsiteX8" fmla="*/ 3395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7"/>
                    </a:moveTo>
                    <a:cubicBezTo>
                      <a:pt x="4236" y="6477"/>
                      <a:pt x="5042" y="6142"/>
                      <a:pt x="5637" y="5547"/>
                    </a:cubicBezTo>
                    <a:cubicBezTo>
                      <a:pt x="6232" y="4952"/>
                      <a:pt x="6566" y="4145"/>
                      <a:pt x="6566" y="3304"/>
                    </a:cubicBezTo>
                    <a:cubicBezTo>
                      <a:pt x="6566" y="2462"/>
                      <a:pt x="6232" y="1655"/>
                      <a:pt x="5637" y="1060"/>
                    </a:cubicBezTo>
                    <a:cubicBezTo>
                      <a:pt x="5042" y="465"/>
                      <a:pt x="4236" y="131"/>
                      <a:pt x="3395" y="131"/>
                    </a:cubicBezTo>
                    <a:cubicBezTo>
                      <a:pt x="2553" y="131"/>
                      <a:pt x="1747" y="465"/>
                      <a:pt x="1152" y="1060"/>
                    </a:cubicBezTo>
                    <a:cubicBezTo>
                      <a:pt x="557" y="1655"/>
                      <a:pt x="223" y="2462"/>
                      <a:pt x="223" y="3304"/>
                    </a:cubicBezTo>
                    <a:cubicBezTo>
                      <a:pt x="223" y="4145"/>
                      <a:pt x="557" y="4952"/>
                      <a:pt x="1152" y="5547"/>
                    </a:cubicBezTo>
                    <a:cubicBezTo>
                      <a:pt x="1747" y="6142"/>
                      <a:pt x="2553" y="6477"/>
                      <a:pt x="3395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04" name="Freeform: Shape 14903">
                <a:extLst>
                  <a:ext uri="{FF2B5EF4-FFF2-40B4-BE49-F238E27FC236}">
                    <a16:creationId xmlns:a16="http://schemas.microsoft.com/office/drawing/2014/main" id="{774C40D8-360B-F408-4282-0A645D158F85}"/>
                  </a:ext>
                </a:extLst>
              </p:cNvPr>
              <p:cNvSpPr/>
              <p:nvPr/>
            </p:nvSpPr>
            <p:spPr>
              <a:xfrm>
                <a:off x="9237713" y="5142657"/>
                <a:ext cx="6343" cy="6345"/>
              </a:xfrm>
              <a:custGeom>
                <a:avLst/>
                <a:gdLst>
                  <a:gd name="connsiteX0" fmla="*/ 3395 w 6343"/>
                  <a:gd name="connsiteY0" fmla="*/ 6476 h 6345"/>
                  <a:gd name="connsiteX1" fmla="*/ 5637 w 6343"/>
                  <a:gd name="connsiteY1" fmla="*/ 5547 h 6345"/>
                  <a:gd name="connsiteX2" fmla="*/ 6566 w 6343"/>
                  <a:gd name="connsiteY2" fmla="*/ 3304 h 6345"/>
                  <a:gd name="connsiteX3" fmla="*/ 5637 w 6343"/>
                  <a:gd name="connsiteY3" fmla="*/ 1060 h 6345"/>
                  <a:gd name="connsiteX4" fmla="*/ 3395 w 6343"/>
                  <a:gd name="connsiteY4" fmla="*/ 131 h 6345"/>
                  <a:gd name="connsiteX5" fmla="*/ 1152 w 6343"/>
                  <a:gd name="connsiteY5" fmla="*/ 1060 h 6345"/>
                  <a:gd name="connsiteX6" fmla="*/ 223 w 6343"/>
                  <a:gd name="connsiteY6" fmla="*/ 3304 h 6345"/>
                  <a:gd name="connsiteX7" fmla="*/ 1152 w 6343"/>
                  <a:gd name="connsiteY7" fmla="*/ 5547 h 6345"/>
                  <a:gd name="connsiteX8" fmla="*/ 3395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6"/>
                    </a:moveTo>
                    <a:cubicBezTo>
                      <a:pt x="4236" y="6476"/>
                      <a:pt x="5042" y="6142"/>
                      <a:pt x="5637" y="5547"/>
                    </a:cubicBezTo>
                    <a:cubicBezTo>
                      <a:pt x="6232" y="4952"/>
                      <a:pt x="6566" y="4145"/>
                      <a:pt x="6566" y="3304"/>
                    </a:cubicBezTo>
                    <a:cubicBezTo>
                      <a:pt x="6566" y="2462"/>
                      <a:pt x="6232" y="1655"/>
                      <a:pt x="5637" y="1060"/>
                    </a:cubicBezTo>
                    <a:cubicBezTo>
                      <a:pt x="5042" y="465"/>
                      <a:pt x="4236" y="131"/>
                      <a:pt x="3395" y="131"/>
                    </a:cubicBezTo>
                    <a:cubicBezTo>
                      <a:pt x="2553" y="131"/>
                      <a:pt x="1747" y="465"/>
                      <a:pt x="1152" y="1060"/>
                    </a:cubicBezTo>
                    <a:cubicBezTo>
                      <a:pt x="557" y="1655"/>
                      <a:pt x="223" y="2462"/>
                      <a:pt x="223" y="3304"/>
                    </a:cubicBezTo>
                    <a:cubicBezTo>
                      <a:pt x="223" y="4145"/>
                      <a:pt x="557" y="4952"/>
                      <a:pt x="1152" y="5547"/>
                    </a:cubicBezTo>
                    <a:cubicBezTo>
                      <a:pt x="1747" y="6142"/>
                      <a:pt x="2553" y="6476"/>
                      <a:pt x="3395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05" name="Freeform: Shape 14904">
                <a:extLst>
                  <a:ext uri="{FF2B5EF4-FFF2-40B4-BE49-F238E27FC236}">
                    <a16:creationId xmlns:a16="http://schemas.microsoft.com/office/drawing/2014/main" id="{19ADC3A6-0812-9F65-5A80-7F1EC7F6B100}"/>
                  </a:ext>
                </a:extLst>
              </p:cNvPr>
              <p:cNvSpPr/>
              <p:nvPr/>
            </p:nvSpPr>
            <p:spPr>
              <a:xfrm>
                <a:off x="9283934" y="5170362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6" y="1062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06" name="Freeform: Shape 14905">
                <a:extLst>
                  <a:ext uri="{FF2B5EF4-FFF2-40B4-BE49-F238E27FC236}">
                    <a16:creationId xmlns:a16="http://schemas.microsoft.com/office/drawing/2014/main" id="{6D6EECFF-7B9E-9014-6410-FB713DAAC5BD}"/>
                  </a:ext>
                </a:extLst>
              </p:cNvPr>
              <p:cNvSpPr/>
              <p:nvPr/>
            </p:nvSpPr>
            <p:spPr>
              <a:xfrm>
                <a:off x="9285800" y="5170242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6" y="1062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07" name="Freeform: Shape 14906">
                <a:extLst>
                  <a:ext uri="{FF2B5EF4-FFF2-40B4-BE49-F238E27FC236}">
                    <a16:creationId xmlns:a16="http://schemas.microsoft.com/office/drawing/2014/main" id="{7B7739CC-8EF7-CCE7-173D-4D48B439DE6C}"/>
                  </a:ext>
                </a:extLst>
              </p:cNvPr>
              <p:cNvSpPr/>
              <p:nvPr/>
            </p:nvSpPr>
            <p:spPr>
              <a:xfrm>
                <a:off x="9287469" y="5169988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2"/>
                    </a:cubicBezTo>
                    <a:cubicBezTo>
                      <a:pt x="5046" y="468"/>
                      <a:pt x="4240" y="133"/>
                      <a:pt x="3398" y="133"/>
                    </a:cubicBezTo>
                    <a:cubicBezTo>
                      <a:pt x="2557" y="133"/>
                      <a:pt x="1751" y="468"/>
                      <a:pt x="1156" y="1062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08" name="Freeform: Shape 14907">
                <a:extLst>
                  <a:ext uri="{FF2B5EF4-FFF2-40B4-BE49-F238E27FC236}">
                    <a16:creationId xmlns:a16="http://schemas.microsoft.com/office/drawing/2014/main" id="{D0F9B227-927D-FDE0-9AFC-C577B5515DF1}"/>
                  </a:ext>
                </a:extLst>
              </p:cNvPr>
              <p:cNvSpPr/>
              <p:nvPr/>
            </p:nvSpPr>
            <p:spPr>
              <a:xfrm>
                <a:off x="9289326" y="5169904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8"/>
                      <a:pt x="4240" y="133"/>
                      <a:pt x="3399" y="133"/>
                    </a:cubicBezTo>
                    <a:cubicBezTo>
                      <a:pt x="2557" y="133"/>
                      <a:pt x="1751" y="468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09" name="Freeform: Shape 14908">
                <a:extLst>
                  <a:ext uri="{FF2B5EF4-FFF2-40B4-BE49-F238E27FC236}">
                    <a16:creationId xmlns:a16="http://schemas.microsoft.com/office/drawing/2014/main" id="{F654829F-818B-0CDF-2401-B85A90F81ABC}"/>
                  </a:ext>
                </a:extLst>
              </p:cNvPr>
              <p:cNvSpPr/>
              <p:nvPr/>
            </p:nvSpPr>
            <p:spPr>
              <a:xfrm>
                <a:off x="9291273" y="5169913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8"/>
                      <a:pt x="4240" y="133"/>
                      <a:pt x="3399" y="133"/>
                    </a:cubicBezTo>
                    <a:cubicBezTo>
                      <a:pt x="2558" y="133"/>
                      <a:pt x="1751" y="468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10" name="Freeform: Shape 14909">
                <a:extLst>
                  <a:ext uri="{FF2B5EF4-FFF2-40B4-BE49-F238E27FC236}">
                    <a16:creationId xmlns:a16="http://schemas.microsoft.com/office/drawing/2014/main" id="{B21BB0B3-76EE-2506-44EB-A18D409E5F0B}"/>
                  </a:ext>
                </a:extLst>
              </p:cNvPr>
              <p:cNvSpPr/>
              <p:nvPr/>
            </p:nvSpPr>
            <p:spPr>
              <a:xfrm>
                <a:off x="9293261" y="5169981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2 w 6343"/>
                  <a:gd name="connsiteY1" fmla="*/ 5549 h 6345"/>
                  <a:gd name="connsiteX2" fmla="*/ 6570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2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2" y="1062"/>
                    </a:cubicBezTo>
                    <a:cubicBezTo>
                      <a:pt x="5047" y="468"/>
                      <a:pt x="4240" y="133"/>
                      <a:pt x="3399" y="133"/>
                    </a:cubicBezTo>
                    <a:cubicBezTo>
                      <a:pt x="2558" y="133"/>
                      <a:pt x="1751" y="468"/>
                      <a:pt x="1156" y="1062"/>
                    </a:cubicBezTo>
                    <a:cubicBezTo>
                      <a:pt x="562" y="1657"/>
                      <a:pt x="227" y="2464"/>
                      <a:pt x="227" y="3306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11" name="Freeform: Shape 14910">
                <a:extLst>
                  <a:ext uri="{FF2B5EF4-FFF2-40B4-BE49-F238E27FC236}">
                    <a16:creationId xmlns:a16="http://schemas.microsoft.com/office/drawing/2014/main" id="{11366B5A-D255-3F2F-7853-B988B5E99624}"/>
                  </a:ext>
                </a:extLst>
              </p:cNvPr>
              <p:cNvSpPr/>
              <p:nvPr/>
            </p:nvSpPr>
            <p:spPr>
              <a:xfrm>
                <a:off x="9305252" y="5164760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400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12" name="Freeform: Shape 14911">
                <a:extLst>
                  <a:ext uri="{FF2B5EF4-FFF2-40B4-BE49-F238E27FC236}">
                    <a16:creationId xmlns:a16="http://schemas.microsoft.com/office/drawing/2014/main" id="{2188D2D9-C1E6-E361-737A-CA12604E0F89}"/>
                  </a:ext>
                </a:extLst>
              </p:cNvPr>
              <p:cNvSpPr/>
              <p:nvPr/>
            </p:nvSpPr>
            <p:spPr>
              <a:xfrm>
                <a:off x="9299086" y="5155667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5 h 6345"/>
                  <a:gd name="connsiteX3" fmla="*/ 5642 w 6343"/>
                  <a:gd name="connsiteY3" fmla="*/ 1061 h 6345"/>
                  <a:gd name="connsiteX4" fmla="*/ 3399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5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5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0" y="132"/>
                      <a:pt x="3399" y="132"/>
                    </a:cubicBezTo>
                    <a:cubicBezTo>
                      <a:pt x="2558" y="132"/>
                      <a:pt x="1751" y="466"/>
                      <a:pt x="1157" y="1061"/>
                    </a:cubicBezTo>
                    <a:cubicBezTo>
                      <a:pt x="562" y="1656"/>
                      <a:pt x="228" y="2463"/>
                      <a:pt x="228" y="3305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1" y="6143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13" name="Freeform: Shape 14912">
                <a:extLst>
                  <a:ext uri="{FF2B5EF4-FFF2-40B4-BE49-F238E27FC236}">
                    <a16:creationId xmlns:a16="http://schemas.microsoft.com/office/drawing/2014/main" id="{955FAF6B-7949-5500-8DA7-8A2E06EF5152}"/>
                  </a:ext>
                </a:extLst>
              </p:cNvPr>
              <p:cNvSpPr/>
              <p:nvPr/>
            </p:nvSpPr>
            <p:spPr>
              <a:xfrm>
                <a:off x="9298353" y="5151510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0" y="132"/>
                      <a:pt x="3399" y="132"/>
                    </a:cubicBezTo>
                    <a:cubicBezTo>
                      <a:pt x="2558" y="132"/>
                      <a:pt x="1751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1" y="6143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14" name="Freeform: Shape 14913">
                <a:extLst>
                  <a:ext uri="{FF2B5EF4-FFF2-40B4-BE49-F238E27FC236}">
                    <a16:creationId xmlns:a16="http://schemas.microsoft.com/office/drawing/2014/main" id="{A54741D3-C622-A663-A128-08A86F71FF60}"/>
                  </a:ext>
                </a:extLst>
              </p:cNvPr>
              <p:cNvSpPr/>
              <p:nvPr/>
            </p:nvSpPr>
            <p:spPr>
              <a:xfrm>
                <a:off x="9297454" y="5148861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0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0" y="132"/>
                      <a:pt x="3399" y="132"/>
                    </a:cubicBezTo>
                    <a:cubicBezTo>
                      <a:pt x="2558" y="132"/>
                      <a:pt x="1751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1" y="6143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15" name="Freeform: Shape 14914">
                <a:extLst>
                  <a:ext uri="{FF2B5EF4-FFF2-40B4-BE49-F238E27FC236}">
                    <a16:creationId xmlns:a16="http://schemas.microsoft.com/office/drawing/2014/main" id="{CA3439DC-6A1E-A8EE-C8CE-D82F449B7D4F}"/>
                  </a:ext>
                </a:extLst>
              </p:cNvPr>
              <p:cNvSpPr/>
              <p:nvPr/>
            </p:nvSpPr>
            <p:spPr>
              <a:xfrm>
                <a:off x="9299510" y="5149125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1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2"/>
                      <a:pt x="3399" y="132"/>
                    </a:cubicBezTo>
                    <a:cubicBezTo>
                      <a:pt x="2558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16" name="Freeform: Shape 14915">
                <a:extLst>
                  <a:ext uri="{FF2B5EF4-FFF2-40B4-BE49-F238E27FC236}">
                    <a16:creationId xmlns:a16="http://schemas.microsoft.com/office/drawing/2014/main" id="{96D965C1-98DE-1616-F400-238A34637AFE}"/>
                  </a:ext>
                </a:extLst>
              </p:cNvPr>
              <p:cNvSpPr/>
              <p:nvPr/>
            </p:nvSpPr>
            <p:spPr>
              <a:xfrm>
                <a:off x="9301642" y="5149496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8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400 w 6343"/>
                  <a:gd name="connsiteY4" fmla="*/ 132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8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7" y="6143"/>
                      <a:pt x="5642" y="5548"/>
                    </a:cubicBezTo>
                    <a:cubicBezTo>
                      <a:pt x="6237" y="4953"/>
                      <a:pt x="6571" y="4146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2"/>
                      <a:pt x="3400" y="132"/>
                    </a:cubicBezTo>
                    <a:cubicBezTo>
                      <a:pt x="2558" y="132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6"/>
                      <a:pt x="562" y="4953"/>
                      <a:pt x="1157" y="5548"/>
                    </a:cubicBezTo>
                    <a:cubicBezTo>
                      <a:pt x="1752" y="6143"/>
                      <a:pt x="2558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17" name="Freeform: Shape 14916">
                <a:extLst>
                  <a:ext uri="{FF2B5EF4-FFF2-40B4-BE49-F238E27FC236}">
                    <a16:creationId xmlns:a16="http://schemas.microsoft.com/office/drawing/2014/main" id="{55D9CB60-472E-FC8A-BC15-FE7A70305511}"/>
                  </a:ext>
                </a:extLst>
              </p:cNvPr>
              <p:cNvSpPr/>
              <p:nvPr/>
            </p:nvSpPr>
            <p:spPr>
              <a:xfrm>
                <a:off x="9299809" y="5145831"/>
                <a:ext cx="6343" cy="6345"/>
              </a:xfrm>
              <a:custGeom>
                <a:avLst/>
                <a:gdLst>
                  <a:gd name="connsiteX0" fmla="*/ 3399 w 6343"/>
                  <a:gd name="connsiteY0" fmla="*/ 6477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399 w 6343"/>
                  <a:gd name="connsiteY4" fmla="*/ 131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399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7"/>
                    </a:moveTo>
                    <a:cubicBezTo>
                      <a:pt x="4241" y="6477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1"/>
                      <a:pt x="3399" y="131"/>
                    </a:cubicBezTo>
                    <a:cubicBezTo>
                      <a:pt x="2558" y="131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2" y="6142"/>
                      <a:pt x="2558" y="6477"/>
                      <a:pt x="3399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18" name="Freeform: Shape 14917">
                <a:extLst>
                  <a:ext uri="{FF2B5EF4-FFF2-40B4-BE49-F238E27FC236}">
                    <a16:creationId xmlns:a16="http://schemas.microsoft.com/office/drawing/2014/main" id="{6180421B-0290-6DE3-EA82-50F16442AC37}"/>
                  </a:ext>
                </a:extLst>
              </p:cNvPr>
              <p:cNvSpPr/>
              <p:nvPr/>
            </p:nvSpPr>
            <p:spPr>
              <a:xfrm>
                <a:off x="9301904" y="5146175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1 h 6345"/>
                  <a:gd name="connsiteX4" fmla="*/ 3400 w 6343"/>
                  <a:gd name="connsiteY4" fmla="*/ 131 h 6345"/>
                  <a:gd name="connsiteX5" fmla="*/ 1157 w 6343"/>
                  <a:gd name="connsiteY5" fmla="*/ 1061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7" y="6142"/>
                      <a:pt x="5642" y="5547"/>
                    </a:cubicBezTo>
                    <a:cubicBezTo>
                      <a:pt x="6237" y="4953"/>
                      <a:pt x="6571" y="4145"/>
                      <a:pt x="6571" y="3304"/>
                    </a:cubicBezTo>
                    <a:cubicBezTo>
                      <a:pt x="6571" y="2463"/>
                      <a:pt x="6237" y="1656"/>
                      <a:pt x="5642" y="1061"/>
                    </a:cubicBezTo>
                    <a:cubicBezTo>
                      <a:pt x="5047" y="466"/>
                      <a:pt x="4241" y="131"/>
                      <a:pt x="3400" y="131"/>
                    </a:cubicBezTo>
                    <a:cubicBezTo>
                      <a:pt x="2558" y="131"/>
                      <a:pt x="1752" y="466"/>
                      <a:pt x="1157" y="1061"/>
                    </a:cubicBezTo>
                    <a:cubicBezTo>
                      <a:pt x="562" y="1656"/>
                      <a:pt x="228" y="2463"/>
                      <a:pt x="228" y="3304"/>
                    </a:cubicBezTo>
                    <a:cubicBezTo>
                      <a:pt x="228" y="4145"/>
                      <a:pt x="562" y="4953"/>
                      <a:pt x="1157" y="5547"/>
                    </a:cubicBezTo>
                    <a:cubicBezTo>
                      <a:pt x="1752" y="6142"/>
                      <a:pt x="2558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19" name="Freeform: Shape 14918">
                <a:extLst>
                  <a:ext uri="{FF2B5EF4-FFF2-40B4-BE49-F238E27FC236}">
                    <a16:creationId xmlns:a16="http://schemas.microsoft.com/office/drawing/2014/main" id="{95722A66-751B-E5B5-F945-DFD32E7DB6EE}"/>
                  </a:ext>
                </a:extLst>
              </p:cNvPr>
              <p:cNvSpPr/>
              <p:nvPr/>
            </p:nvSpPr>
            <p:spPr>
              <a:xfrm>
                <a:off x="9302226" y="5144685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2 w 6343"/>
                  <a:gd name="connsiteY1" fmla="*/ 5547 h 6345"/>
                  <a:gd name="connsiteX2" fmla="*/ 6571 w 6343"/>
                  <a:gd name="connsiteY2" fmla="*/ 3304 h 6345"/>
                  <a:gd name="connsiteX3" fmla="*/ 5642 w 6343"/>
                  <a:gd name="connsiteY3" fmla="*/ 1060 h 6345"/>
                  <a:gd name="connsiteX4" fmla="*/ 3400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7" y="6142"/>
                      <a:pt x="5642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3"/>
                      <a:pt x="6237" y="1655"/>
                      <a:pt x="5642" y="1060"/>
                    </a:cubicBezTo>
                    <a:cubicBezTo>
                      <a:pt x="5047" y="466"/>
                      <a:pt x="4241" y="131"/>
                      <a:pt x="3400" y="131"/>
                    </a:cubicBezTo>
                    <a:cubicBezTo>
                      <a:pt x="2559" y="131"/>
                      <a:pt x="1752" y="466"/>
                      <a:pt x="1157" y="1060"/>
                    </a:cubicBezTo>
                    <a:cubicBezTo>
                      <a:pt x="562" y="1655"/>
                      <a:pt x="228" y="2463"/>
                      <a:pt x="228" y="3304"/>
                    </a:cubicBezTo>
                    <a:cubicBezTo>
                      <a:pt x="228" y="4145"/>
                      <a:pt x="562" y="4952"/>
                      <a:pt x="1157" y="5547"/>
                    </a:cubicBezTo>
                    <a:cubicBezTo>
                      <a:pt x="1752" y="6142"/>
                      <a:pt x="2559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20" name="Freeform: Shape 14919">
                <a:extLst>
                  <a:ext uri="{FF2B5EF4-FFF2-40B4-BE49-F238E27FC236}">
                    <a16:creationId xmlns:a16="http://schemas.microsoft.com/office/drawing/2014/main" id="{75FF716F-F4CE-1A60-0C32-B22933A2A830}"/>
                  </a:ext>
                </a:extLst>
              </p:cNvPr>
              <p:cNvSpPr/>
              <p:nvPr/>
            </p:nvSpPr>
            <p:spPr>
              <a:xfrm>
                <a:off x="9321957" y="5163835"/>
                <a:ext cx="6343" cy="6345"/>
              </a:xfrm>
              <a:custGeom>
                <a:avLst/>
                <a:gdLst>
                  <a:gd name="connsiteX0" fmla="*/ 3401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5 h 6345"/>
                  <a:gd name="connsiteX3" fmla="*/ 5644 w 6343"/>
                  <a:gd name="connsiteY3" fmla="*/ 1062 h 6345"/>
                  <a:gd name="connsiteX4" fmla="*/ 3401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5 h 6345"/>
                  <a:gd name="connsiteX7" fmla="*/ 1159 w 6343"/>
                  <a:gd name="connsiteY7" fmla="*/ 5549 h 6345"/>
                  <a:gd name="connsiteX8" fmla="*/ 340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8"/>
                    </a:moveTo>
                    <a:cubicBezTo>
                      <a:pt x="4242" y="6478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5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49" y="467"/>
                      <a:pt x="4242" y="133"/>
                      <a:pt x="3401" y="133"/>
                    </a:cubicBezTo>
                    <a:cubicBezTo>
                      <a:pt x="2560" y="133"/>
                      <a:pt x="1753" y="467"/>
                      <a:pt x="1159" y="1062"/>
                    </a:cubicBezTo>
                    <a:cubicBezTo>
                      <a:pt x="564" y="1657"/>
                      <a:pt x="230" y="2464"/>
                      <a:pt x="230" y="3305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3" y="6144"/>
                      <a:pt x="2560" y="6478"/>
                      <a:pt x="340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21" name="Freeform: Shape 14920">
                <a:extLst>
                  <a:ext uri="{FF2B5EF4-FFF2-40B4-BE49-F238E27FC236}">
                    <a16:creationId xmlns:a16="http://schemas.microsoft.com/office/drawing/2014/main" id="{0ABFFF01-B32D-8E28-31F0-8D2B76FF4957}"/>
                  </a:ext>
                </a:extLst>
              </p:cNvPr>
              <p:cNvSpPr/>
              <p:nvPr/>
            </p:nvSpPr>
            <p:spPr>
              <a:xfrm>
                <a:off x="9331751" y="5172774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50 h 6345"/>
                  <a:gd name="connsiteX2" fmla="*/ 6573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50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5"/>
                      <a:pt x="5645" y="5550"/>
                    </a:cubicBezTo>
                    <a:cubicBezTo>
                      <a:pt x="6239" y="4955"/>
                      <a:pt x="6573" y="4148"/>
                      <a:pt x="6573" y="3306"/>
                    </a:cubicBezTo>
                    <a:cubicBezTo>
                      <a:pt x="6573" y="2465"/>
                      <a:pt x="6239" y="1658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3"/>
                    </a:cubicBezTo>
                    <a:cubicBezTo>
                      <a:pt x="565" y="1658"/>
                      <a:pt x="230" y="2465"/>
                      <a:pt x="230" y="3306"/>
                    </a:cubicBezTo>
                    <a:cubicBezTo>
                      <a:pt x="230" y="4148"/>
                      <a:pt x="565" y="4955"/>
                      <a:pt x="1159" y="5550"/>
                    </a:cubicBezTo>
                    <a:cubicBezTo>
                      <a:pt x="1754" y="6145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22" name="Freeform: Shape 14921">
                <a:extLst>
                  <a:ext uri="{FF2B5EF4-FFF2-40B4-BE49-F238E27FC236}">
                    <a16:creationId xmlns:a16="http://schemas.microsoft.com/office/drawing/2014/main" id="{40E259CC-074D-874A-A2C5-8D8595954A1D}"/>
                  </a:ext>
                </a:extLst>
              </p:cNvPr>
              <p:cNvSpPr/>
              <p:nvPr/>
            </p:nvSpPr>
            <p:spPr>
              <a:xfrm>
                <a:off x="9332744" y="5172355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50 h 6345"/>
                  <a:gd name="connsiteX2" fmla="*/ 6574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50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5"/>
                      <a:pt x="5645" y="5550"/>
                    </a:cubicBezTo>
                    <a:cubicBezTo>
                      <a:pt x="6239" y="4955"/>
                      <a:pt x="6574" y="4148"/>
                      <a:pt x="6574" y="3306"/>
                    </a:cubicBezTo>
                    <a:cubicBezTo>
                      <a:pt x="6574" y="2465"/>
                      <a:pt x="6239" y="1658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3"/>
                    </a:cubicBezTo>
                    <a:cubicBezTo>
                      <a:pt x="565" y="1658"/>
                      <a:pt x="230" y="2465"/>
                      <a:pt x="230" y="3306"/>
                    </a:cubicBezTo>
                    <a:cubicBezTo>
                      <a:pt x="230" y="4148"/>
                      <a:pt x="565" y="4955"/>
                      <a:pt x="1159" y="5550"/>
                    </a:cubicBezTo>
                    <a:cubicBezTo>
                      <a:pt x="1754" y="6145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23" name="Freeform: Shape 14922">
                <a:extLst>
                  <a:ext uri="{FF2B5EF4-FFF2-40B4-BE49-F238E27FC236}">
                    <a16:creationId xmlns:a16="http://schemas.microsoft.com/office/drawing/2014/main" id="{53AA6D22-CB46-2FC2-4E16-A0FCD7796808}"/>
                  </a:ext>
                </a:extLst>
              </p:cNvPr>
              <p:cNvSpPr/>
              <p:nvPr/>
            </p:nvSpPr>
            <p:spPr>
              <a:xfrm>
                <a:off x="9333614" y="5171807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50 h 6345"/>
                  <a:gd name="connsiteX2" fmla="*/ 6574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1 w 6343"/>
                  <a:gd name="connsiteY6" fmla="*/ 3306 h 6345"/>
                  <a:gd name="connsiteX7" fmla="*/ 1159 w 6343"/>
                  <a:gd name="connsiteY7" fmla="*/ 5550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50"/>
                    </a:cubicBezTo>
                    <a:cubicBezTo>
                      <a:pt x="6239" y="4955"/>
                      <a:pt x="6574" y="4147"/>
                      <a:pt x="6574" y="3306"/>
                    </a:cubicBezTo>
                    <a:cubicBezTo>
                      <a:pt x="6574" y="2465"/>
                      <a:pt x="6239" y="1658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3"/>
                    </a:cubicBezTo>
                    <a:cubicBezTo>
                      <a:pt x="565" y="1658"/>
                      <a:pt x="231" y="2465"/>
                      <a:pt x="231" y="3306"/>
                    </a:cubicBezTo>
                    <a:cubicBezTo>
                      <a:pt x="231" y="4147"/>
                      <a:pt x="565" y="4955"/>
                      <a:pt x="1159" y="5550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24" name="Freeform: Shape 14923">
                <a:extLst>
                  <a:ext uri="{FF2B5EF4-FFF2-40B4-BE49-F238E27FC236}">
                    <a16:creationId xmlns:a16="http://schemas.microsoft.com/office/drawing/2014/main" id="{9DD4E5D8-905E-2330-CAE0-CEA41A4E4409}"/>
                  </a:ext>
                </a:extLst>
              </p:cNvPr>
              <p:cNvSpPr/>
              <p:nvPr/>
            </p:nvSpPr>
            <p:spPr>
              <a:xfrm>
                <a:off x="9334244" y="5170993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60 w 6343"/>
                  <a:gd name="connsiteY5" fmla="*/ 1063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5"/>
                      <a:pt x="6240" y="1658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60" y="1063"/>
                    </a:cubicBezTo>
                    <a:cubicBezTo>
                      <a:pt x="565" y="1658"/>
                      <a:pt x="231" y="2465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25" name="Freeform: Shape 14924">
                <a:extLst>
                  <a:ext uri="{FF2B5EF4-FFF2-40B4-BE49-F238E27FC236}">
                    <a16:creationId xmlns:a16="http://schemas.microsoft.com/office/drawing/2014/main" id="{5ED9631F-AA2C-3945-A0FD-DFC102216545}"/>
                  </a:ext>
                </a:extLst>
              </p:cNvPr>
              <p:cNvSpPr/>
              <p:nvPr/>
            </p:nvSpPr>
            <p:spPr>
              <a:xfrm>
                <a:off x="9336533" y="5172054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50 h 6345"/>
                  <a:gd name="connsiteX2" fmla="*/ 6574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60 w 6343"/>
                  <a:gd name="connsiteY5" fmla="*/ 1063 h 6345"/>
                  <a:gd name="connsiteX6" fmla="*/ 231 w 6343"/>
                  <a:gd name="connsiteY6" fmla="*/ 3306 h 6345"/>
                  <a:gd name="connsiteX7" fmla="*/ 1160 w 6343"/>
                  <a:gd name="connsiteY7" fmla="*/ 5550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50"/>
                    </a:cubicBezTo>
                    <a:cubicBezTo>
                      <a:pt x="6240" y="4955"/>
                      <a:pt x="6574" y="4147"/>
                      <a:pt x="6574" y="3306"/>
                    </a:cubicBezTo>
                    <a:cubicBezTo>
                      <a:pt x="6574" y="2465"/>
                      <a:pt x="6240" y="1658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60" y="1063"/>
                    </a:cubicBezTo>
                    <a:cubicBezTo>
                      <a:pt x="565" y="1658"/>
                      <a:pt x="231" y="2465"/>
                      <a:pt x="231" y="3306"/>
                    </a:cubicBezTo>
                    <a:cubicBezTo>
                      <a:pt x="231" y="4147"/>
                      <a:pt x="565" y="4955"/>
                      <a:pt x="1160" y="5550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26" name="Freeform: Shape 14925">
                <a:extLst>
                  <a:ext uri="{FF2B5EF4-FFF2-40B4-BE49-F238E27FC236}">
                    <a16:creationId xmlns:a16="http://schemas.microsoft.com/office/drawing/2014/main" id="{3163753C-6044-5B27-CFD2-7BB298354DA0}"/>
                  </a:ext>
                </a:extLst>
              </p:cNvPr>
              <p:cNvSpPr/>
              <p:nvPr/>
            </p:nvSpPr>
            <p:spPr>
              <a:xfrm>
                <a:off x="9346145" y="5171284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0 w 6343"/>
                  <a:gd name="connsiteY5" fmla="*/ 1063 h 6345"/>
                  <a:gd name="connsiteX6" fmla="*/ 232 w 6343"/>
                  <a:gd name="connsiteY6" fmla="*/ 3306 h 6345"/>
                  <a:gd name="connsiteX7" fmla="*/ 1160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0" y="4954"/>
                      <a:pt x="6575" y="4147"/>
                      <a:pt x="6575" y="3306"/>
                    </a:cubicBezTo>
                    <a:cubicBezTo>
                      <a:pt x="6575" y="2465"/>
                      <a:pt x="6240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0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7"/>
                      <a:pt x="566" y="4954"/>
                      <a:pt x="1160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27" name="Freeform: Shape 14926">
                <a:extLst>
                  <a:ext uri="{FF2B5EF4-FFF2-40B4-BE49-F238E27FC236}">
                    <a16:creationId xmlns:a16="http://schemas.microsoft.com/office/drawing/2014/main" id="{9ACAC3FE-AC71-11F1-BDD2-C28ECDD6332C}"/>
                  </a:ext>
                </a:extLst>
              </p:cNvPr>
              <p:cNvSpPr/>
              <p:nvPr/>
            </p:nvSpPr>
            <p:spPr>
              <a:xfrm>
                <a:off x="9346975" y="5170779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5"/>
                      <a:pt x="6241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1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28" name="Freeform: Shape 14927">
                <a:extLst>
                  <a:ext uri="{FF2B5EF4-FFF2-40B4-BE49-F238E27FC236}">
                    <a16:creationId xmlns:a16="http://schemas.microsoft.com/office/drawing/2014/main" id="{D85B908B-5464-4702-EF09-2921CE1A9DE1}"/>
                  </a:ext>
                </a:extLst>
              </p:cNvPr>
              <p:cNvSpPr/>
              <p:nvPr/>
            </p:nvSpPr>
            <p:spPr>
              <a:xfrm>
                <a:off x="9347733" y="5170184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5"/>
                      <a:pt x="6241" y="1657"/>
                      <a:pt x="5646" y="1062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1" y="1062"/>
                    </a:cubicBezTo>
                    <a:cubicBezTo>
                      <a:pt x="566" y="1657"/>
                      <a:pt x="232" y="2465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29" name="Freeform: Shape 14928">
                <a:extLst>
                  <a:ext uri="{FF2B5EF4-FFF2-40B4-BE49-F238E27FC236}">
                    <a16:creationId xmlns:a16="http://schemas.microsoft.com/office/drawing/2014/main" id="{5AFD034F-0A12-242F-72F1-2D5FEA061AA1}"/>
                  </a:ext>
                </a:extLst>
              </p:cNvPr>
              <p:cNvSpPr/>
              <p:nvPr/>
            </p:nvSpPr>
            <p:spPr>
              <a:xfrm>
                <a:off x="9348531" y="5169641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30" name="Freeform: Shape 14929">
                <a:extLst>
                  <a:ext uri="{FF2B5EF4-FFF2-40B4-BE49-F238E27FC236}">
                    <a16:creationId xmlns:a16="http://schemas.microsoft.com/office/drawing/2014/main" id="{526BEB12-19D8-D7CD-BF5C-AFCC5880391A}"/>
                  </a:ext>
                </a:extLst>
              </p:cNvPr>
              <p:cNvSpPr/>
              <p:nvPr/>
            </p:nvSpPr>
            <p:spPr>
              <a:xfrm>
                <a:off x="9349775" y="5169686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2 h 6345"/>
                  <a:gd name="connsiteX4" fmla="*/ 3403 w 6343"/>
                  <a:gd name="connsiteY4" fmla="*/ 133 h 6345"/>
                  <a:gd name="connsiteX5" fmla="*/ 1161 w 6343"/>
                  <a:gd name="connsiteY5" fmla="*/ 1062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4"/>
                      <a:pt x="6241" y="1657"/>
                      <a:pt x="5646" y="1062"/>
                    </a:cubicBezTo>
                    <a:cubicBezTo>
                      <a:pt x="5051" y="467"/>
                      <a:pt x="4244" y="133"/>
                      <a:pt x="3403" y="133"/>
                    </a:cubicBezTo>
                    <a:cubicBezTo>
                      <a:pt x="2562" y="133"/>
                      <a:pt x="1755" y="467"/>
                      <a:pt x="1161" y="1062"/>
                    </a:cubicBezTo>
                    <a:cubicBezTo>
                      <a:pt x="566" y="1657"/>
                      <a:pt x="232" y="2464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31" name="Freeform: Shape 14930">
                <a:extLst>
                  <a:ext uri="{FF2B5EF4-FFF2-40B4-BE49-F238E27FC236}">
                    <a16:creationId xmlns:a16="http://schemas.microsoft.com/office/drawing/2014/main" id="{8F98E35A-EC99-9F88-C3E1-750B66ECD276}"/>
                  </a:ext>
                </a:extLst>
              </p:cNvPr>
              <p:cNvSpPr/>
              <p:nvPr/>
            </p:nvSpPr>
            <p:spPr>
              <a:xfrm>
                <a:off x="9320789" y="5123005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30 h 6345"/>
                  <a:gd name="connsiteX5" fmla="*/ 1158 w 6343"/>
                  <a:gd name="connsiteY5" fmla="*/ 1059 h 6345"/>
                  <a:gd name="connsiteX6" fmla="*/ 230 w 6343"/>
                  <a:gd name="connsiteY6" fmla="*/ 3302 h 6345"/>
                  <a:gd name="connsiteX7" fmla="*/ 1158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1"/>
                      <a:pt x="5644" y="5546"/>
                    </a:cubicBezTo>
                    <a:cubicBezTo>
                      <a:pt x="6238" y="4951"/>
                      <a:pt x="6573" y="4144"/>
                      <a:pt x="6573" y="3302"/>
                    </a:cubicBezTo>
                    <a:cubicBezTo>
                      <a:pt x="6573" y="2461"/>
                      <a:pt x="6238" y="1654"/>
                      <a:pt x="5644" y="1059"/>
                    </a:cubicBezTo>
                    <a:cubicBezTo>
                      <a:pt x="5049" y="464"/>
                      <a:pt x="4242" y="130"/>
                      <a:pt x="3401" y="130"/>
                    </a:cubicBezTo>
                    <a:cubicBezTo>
                      <a:pt x="2560" y="130"/>
                      <a:pt x="1753" y="464"/>
                      <a:pt x="1158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8" y="5546"/>
                    </a:cubicBezTo>
                    <a:cubicBezTo>
                      <a:pt x="1753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32" name="Freeform: Shape 14931">
                <a:extLst>
                  <a:ext uri="{FF2B5EF4-FFF2-40B4-BE49-F238E27FC236}">
                    <a16:creationId xmlns:a16="http://schemas.microsoft.com/office/drawing/2014/main" id="{E4E91030-B6EB-DE15-AF52-E110CA29381C}"/>
                  </a:ext>
                </a:extLst>
              </p:cNvPr>
              <p:cNvSpPr/>
              <p:nvPr/>
            </p:nvSpPr>
            <p:spPr>
              <a:xfrm>
                <a:off x="9322300" y="5122894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2" y="129"/>
                      <a:pt x="3401" y="129"/>
                    </a:cubicBezTo>
                    <a:cubicBezTo>
                      <a:pt x="2560" y="129"/>
                      <a:pt x="1753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3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33" name="Freeform: Shape 14932">
                <a:extLst>
                  <a:ext uri="{FF2B5EF4-FFF2-40B4-BE49-F238E27FC236}">
                    <a16:creationId xmlns:a16="http://schemas.microsoft.com/office/drawing/2014/main" id="{2C65EC47-4910-08CA-8016-AD12E00BF9BA}"/>
                  </a:ext>
                </a:extLst>
              </p:cNvPr>
              <p:cNvSpPr/>
              <p:nvPr/>
            </p:nvSpPr>
            <p:spPr>
              <a:xfrm>
                <a:off x="9323422" y="5122247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2" y="129"/>
                      <a:pt x="3401" y="129"/>
                    </a:cubicBezTo>
                    <a:cubicBezTo>
                      <a:pt x="2560" y="129"/>
                      <a:pt x="1753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3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34" name="Freeform: Shape 14933">
                <a:extLst>
                  <a:ext uri="{FF2B5EF4-FFF2-40B4-BE49-F238E27FC236}">
                    <a16:creationId xmlns:a16="http://schemas.microsoft.com/office/drawing/2014/main" id="{DFD4C45B-67C4-D1BD-65BC-A26CACF4CB79}"/>
                  </a:ext>
                </a:extLst>
              </p:cNvPr>
              <p:cNvSpPr/>
              <p:nvPr/>
            </p:nvSpPr>
            <p:spPr>
              <a:xfrm>
                <a:off x="9324790" y="5121959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3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29"/>
                      <a:pt x="3401" y="129"/>
                    </a:cubicBezTo>
                    <a:cubicBezTo>
                      <a:pt x="2560" y="129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35" name="Freeform: Shape 14934">
                <a:extLst>
                  <a:ext uri="{FF2B5EF4-FFF2-40B4-BE49-F238E27FC236}">
                    <a16:creationId xmlns:a16="http://schemas.microsoft.com/office/drawing/2014/main" id="{C73F7EFE-6BC2-4146-57E2-F751C774B86D}"/>
                  </a:ext>
                </a:extLst>
              </p:cNvPr>
              <p:cNvSpPr/>
              <p:nvPr/>
            </p:nvSpPr>
            <p:spPr>
              <a:xfrm>
                <a:off x="9326054" y="5121529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3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29"/>
                      <a:pt x="3401" y="129"/>
                    </a:cubicBezTo>
                    <a:cubicBezTo>
                      <a:pt x="2560" y="129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36" name="Freeform: Shape 14935">
                <a:extLst>
                  <a:ext uri="{FF2B5EF4-FFF2-40B4-BE49-F238E27FC236}">
                    <a16:creationId xmlns:a16="http://schemas.microsoft.com/office/drawing/2014/main" id="{5773AEB5-A4A5-9D5E-8A60-E9942DDA2F70}"/>
                  </a:ext>
                </a:extLst>
              </p:cNvPr>
              <p:cNvSpPr/>
              <p:nvPr/>
            </p:nvSpPr>
            <p:spPr>
              <a:xfrm>
                <a:off x="9327660" y="5121613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37" name="Freeform: Shape 14936">
                <a:extLst>
                  <a:ext uri="{FF2B5EF4-FFF2-40B4-BE49-F238E27FC236}">
                    <a16:creationId xmlns:a16="http://schemas.microsoft.com/office/drawing/2014/main" id="{16D599A7-91BE-4A97-EA2C-C5CE8DC75955}"/>
                  </a:ext>
                </a:extLst>
              </p:cNvPr>
              <p:cNvSpPr/>
              <p:nvPr/>
            </p:nvSpPr>
            <p:spPr>
              <a:xfrm>
                <a:off x="9329092" y="5121458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38" name="Freeform: Shape 14937">
                <a:extLst>
                  <a:ext uri="{FF2B5EF4-FFF2-40B4-BE49-F238E27FC236}">
                    <a16:creationId xmlns:a16="http://schemas.microsoft.com/office/drawing/2014/main" id="{09B2BEE6-51D9-7497-1FDF-EE994E6796C4}"/>
                  </a:ext>
                </a:extLst>
              </p:cNvPr>
              <p:cNvSpPr/>
              <p:nvPr/>
            </p:nvSpPr>
            <p:spPr>
              <a:xfrm>
                <a:off x="9330354" y="5121058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4" y="5546"/>
                    </a:cubicBezTo>
                    <a:cubicBezTo>
                      <a:pt x="6239" y="4951"/>
                      <a:pt x="6573" y="4143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3"/>
                      <a:pt x="564" y="4951"/>
                      <a:pt x="1159" y="5546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39" name="Freeform: Shape 14938">
                <a:extLst>
                  <a:ext uri="{FF2B5EF4-FFF2-40B4-BE49-F238E27FC236}">
                    <a16:creationId xmlns:a16="http://schemas.microsoft.com/office/drawing/2014/main" id="{63A088E6-3D2D-AAC6-D354-31FEF81C0C6A}"/>
                  </a:ext>
                </a:extLst>
              </p:cNvPr>
              <p:cNvSpPr/>
              <p:nvPr/>
            </p:nvSpPr>
            <p:spPr>
              <a:xfrm>
                <a:off x="9331715" y="5120821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3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39" y="4951"/>
                      <a:pt x="6573" y="4143"/>
                      <a:pt x="6573" y="3302"/>
                    </a:cubicBezTo>
                    <a:cubicBezTo>
                      <a:pt x="6573" y="2461"/>
                      <a:pt x="6239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3"/>
                      <a:pt x="565" y="4951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40" name="Freeform: Shape 14939">
                <a:extLst>
                  <a:ext uri="{FF2B5EF4-FFF2-40B4-BE49-F238E27FC236}">
                    <a16:creationId xmlns:a16="http://schemas.microsoft.com/office/drawing/2014/main" id="{2FDFB8BF-AC52-9B7B-F452-299EA27F5B5D}"/>
                  </a:ext>
                </a:extLst>
              </p:cNvPr>
              <p:cNvSpPr/>
              <p:nvPr/>
            </p:nvSpPr>
            <p:spPr>
              <a:xfrm>
                <a:off x="9332747" y="5120082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39" y="4950"/>
                      <a:pt x="6574" y="4143"/>
                      <a:pt x="6574" y="3302"/>
                    </a:cubicBezTo>
                    <a:cubicBezTo>
                      <a:pt x="6574" y="2461"/>
                      <a:pt x="6239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3"/>
                      <a:pt x="565" y="4950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41" name="Freeform: Shape 14940">
                <a:extLst>
                  <a:ext uri="{FF2B5EF4-FFF2-40B4-BE49-F238E27FC236}">
                    <a16:creationId xmlns:a16="http://schemas.microsoft.com/office/drawing/2014/main" id="{31180918-1BF8-D8F5-EACD-19777C3A1338}"/>
                  </a:ext>
                </a:extLst>
              </p:cNvPr>
              <p:cNvSpPr/>
              <p:nvPr/>
            </p:nvSpPr>
            <p:spPr>
              <a:xfrm>
                <a:off x="9333913" y="5119554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1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39" y="4950"/>
                      <a:pt x="6574" y="4143"/>
                      <a:pt x="6574" y="3302"/>
                    </a:cubicBezTo>
                    <a:cubicBezTo>
                      <a:pt x="6574" y="2461"/>
                      <a:pt x="6239" y="1653"/>
                      <a:pt x="5645" y="1058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8"/>
                    </a:cubicBezTo>
                    <a:cubicBezTo>
                      <a:pt x="565" y="1653"/>
                      <a:pt x="231" y="2461"/>
                      <a:pt x="231" y="3302"/>
                    </a:cubicBezTo>
                    <a:cubicBezTo>
                      <a:pt x="231" y="4143"/>
                      <a:pt x="565" y="4950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42" name="Freeform: Shape 14941">
                <a:extLst>
                  <a:ext uri="{FF2B5EF4-FFF2-40B4-BE49-F238E27FC236}">
                    <a16:creationId xmlns:a16="http://schemas.microsoft.com/office/drawing/2014/main" id="{54DED0AD-F407-3F12-39D7-66A56BCA30F2}"/>
                  </a:ext>
                </a:extLst>
              </p:cNvPr>
              <p:cNvSpPr/>
              <p:nvPr/>
            </p:nvSpPr>
            <p:spPr>
              <a:xfrm>
                <a:off x="9334727" y="5118466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43" name="Freeform: Shape 14942">
                <a:extLst>
                  <a:ext uri="{FF2B5EF4-FFF2-40B4-BE49-F238E27FC236}">
                    <a16:creationId xmlns:a16="http://schemas.microsoft.com/office/drawing/2014/main" id="{4A33B278-0BE0-63D7-21B2-323018192BE4}"/>
                  </a:ext>
                </a:extLst>
              </p:cNvPr>
              <p:cNvSpPr/>
              <p:nvPr/>
            </p:nvSpPr>
            <p:spPr>
              <a:xfrm>
                <a:off x="9335359" y="5117070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44" name="Freeform: Shape 14943">
                <a:extLst>
                  <a:ext uri="{FF2B5EF4-FFF2-40B4-BE49-F238E27FC236}">
                    <a16:creationId xmlns:a16="http://schemas.microsoft.com/office/drawing/2014/main" id="{74EA3C95-79A7-1B72-4B48-E4B6B4C90F0E}"/>
                  </a:ext>
                </a:extLst>
              </p:cNvPr>
              <p:cNvSpPr/>
              <p:nvPr/>
            </p:nvSpPr>
            <p:spPr>
              <a:xfrm>
                <a:off x="9335751" y="5115259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45" name="Freeform: Shape 14944">
                <a:extLst>
                  <a:ext uri="{FF2B5EF4-FFF2-40B4-BE49-F238E27FC236}">
                    <a16:creationId xmlns:a16="http://schemas.microsoft.com/office/drawing/2014/main" id="{2B62C11A-A602-F163-43A9-99A24A07DCD2}"/>
                  </a:ext>
                </a:extLst>
              </p:cNvPr>
              <p:cNvSpPr/>
              <p:nvPr/>
            </p:nvSpPr>
            <p:spPr>
              <a:xfrm>
                <a:off x="9337006" y="5114857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46" name="Freeform: Shape 14945">
                <a:extLst>
                  <a:ext uri="{FF2B5EF4-FFF2-40B4-BE49-F238E27FC236}">
                    <a16:creationId xmlns:a16="http://schemas.microsoft.com/office/drawing/2014/main" id="{9881616F-9872-86AE-05A2-C5F422A7FBF2}"/>
                  </a:ext>
                </a:extLst>
              </p:cNvPr>
              <p:cNvSpPr/>
              <p:nvPr/>
            </p:nvSpPr>
            <p:spPr>
              <a:xfrm>
                <a:off x="9337394" y="5112995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47" name="Freeform: Shape 14946">
                <a:extLst>
                  <a:ext uri="{FF2B5EF4-FFF2-40B4-BE49-F238E27FC236}">
                    <a16:creationId xmlns:a16="http://schemas.microsoft.com/office/drawing/2014/main" id="{23E440CD-D32C-616B-9374-E16AE722635A}"/>
                  </a:ext>
                </a:extLst>
              </p:cNvPr>
              <p:cNvSpPr/>
              <p:nvPr/>
            </p:nvSpPr>
            <p:spPr>
              <a:xfrm>
                <a:off x="9337403" y="5110446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48" name="Freeform: Shape 14947">
                <a:extLst>
                  <a:ext uri="{FF2B5EF4-FFF2-40B4-BE49-F238E27FC236}">
                    <a16:creationId xmlns:a16="http://schemas.microsoft.com/office/drawing/2014/main" id="{7D4D4C86-F80E-8759-D3DA-EDE055F543B2}"/>
                  </a:ext>
                </a:extLst>
              </p:cNvPr>
              <p:cNvSpPr/>
              <p:nvPr/>
            </p:nvSpPr>
            <p:spPr>
              <a:xfrm>
                <a:off x="9337165" y="5107416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8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8"/>
                      <a:pt x="3402" y="128"/>
                    </a:cubicBezTo>
                    <a:cubicBezTo>
                      <a:pt x="2561" y="128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4" y="6139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49" name="Freeform: Shape 14948">
                <a:extLst>
                  <a:ext uri="{FF2B5EF4-FFF2-40B4-BE49-F238E27FC236}">
                    <a16:creationId xmlns:a16="http://schemas.microsoft.com/office/drawing/2014/main" id="{816E2ED6-F638-2A61-148A-0FE5EC7C2743}"/>
                  </a:ext>
                </a:extLst>
              </p:cNvPr>
              <p:cNvSpPr/>
              <p:nvPr/>
            </p:nvSpPr>
            <p:spPr>
              <a:xfrm>
                <a:off x="9336091" y="5102838"/>
                <a:ext cx="6343" cy="6345"/>
              </a:xfrm>
              <a:custGeom>
                <a:avLst/>
                <a:gdLst>
                  <a:gd name="connsiteX0" fmla="*/ 3402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7 h 6345"/>
                  <a:gd name="connsiteX4" fmla="*/ 3402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2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3"/>
                    </a:moveTo>
                    <a:cubicBezTo>
                      <a:pt x="4243" y="6473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0" y="462"/>
                      <a:pt x="4243" y="128"/>
                      <a:pt x="3402" y="128"/>
                    </a:cubicBezTo>
                    <a:cubicBezTo>
                      <a:pt x="2561" y="128"/>
                      <a:pt x="1754" y="462"/>
                      <a:pt x="1160" y="1057"/>
                    </a:cubicBezTo>
                    <a:cubicBezTo>
                      <a:pt x="565" y="1652"/>
                      <a:pt x="231" y="2459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4" y="6139"/>
                      <a:pt x="2561" y="6473"/>
                      <a:pt x="3402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50" name="Freeform: Shape 14949">
                <a:extLst>
                  <a:ext uri="{FF2B5EF4-FFF2-40B4-BE49-F238E27FC236}">
                    <a16:creationId xmlns:a16="http://schemas.microsoft.com/office/drawing/2014/main" id="{DD477C26-2015-5610-0475-5943BB56348F}"/>
                  </a:ext>
                </a:extLst>
              </p:cNvPr>
              <p:cNvSpPr/>
              <p:nvPr/>
            </p:nvSpPr>
            <p:spPr>
              <a:xfrm>
                <a:off x="9336346" y="5100528"/>
                <a:ext cx="6343" cy="6345"/>
              </a:xfrm>
              <a:custGeom>
                <a:avLst/>
                <a:gdLst>
                  <a:gd name="connsiteX0" fmla="*/ 3402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0 h 6345"/>
                  <a:gd name="connsiteX3" fmla="*/ 5645 w 6343"/>
                  <a:gd name="connsiteY3" fmla="*/ 1057 h 6345"/>
                  <a:gd name="connsiteX4" fmla="*/ 3402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0 h 6345"/>
                  <a:gd name="connsiteX7" fmla="*/ 1160 w 6343"/>
                  <a:gd name="connsiteY7" fmla="*/ 5544 h 6345"/>
                  <a:gd name="connsiteX8" fmla="*/ 3402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3"/>
                    </a:moveTo>
                    <a:cubicBezTo>
                      <a:pt x="4243" y="6473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0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0" y="462"/>
                      <a:pt x="4243" y="128"/>
                      <a:pt x="3402" y="128"/>
                    </a:cubicBezTo>
                    <a:cubicBezTo>
                      <a:pt x="2561" y="128"/>
                      <a:pt x="1754" y="462"/>
                      <a:pt x="1160" y="1057"/>
                    </a:cubicBezTo>
                    <a:cubicBezTo>
                      <a:pt x="565" y="1652"/>
                      <a:pt x="231" y="2459"/>
                      <a:pt x="231" y="3300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4" y="6139"/>
                      <a:pt x="2561" y="6473"/>
                      <a:pt x="3402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51" name="Freeform: Shape 14950">
                <a:extLst>
                  <a:ext uri="{FF2B5EF4-FFF2-40B4-BE49-F238E27FC236}">
                    <a16:creationId xmlns:a16="http://schemas.microsoft.com/office/drawing/2014/main" id="{AB899B9F-D1C4-06CC-ACEC-9D57C4BB0EF1}"/>
                  </a:ext>
                </a:extLst>
              </p:cNvPr>
              <p:cNvSpPr/>
              <p:nvPr/>
            </p:nvSpPr>
            <p:spPr>
              <a:xfrm>
                <a:off x="9336507" y="5098000"/>
                <a:ext cx="6343" cy="6345"/>
              </a:xfrm>
              <a:custGeom>
                <a:avLst/>
                <a:gdLst>
                  <a:gd name="connsiteX0" fmla="*/ 3402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0 h 6345"/>
                  <a:gd name="connsiteX3" fmla="*/ 5645 w 6343"/>
                  <a:gd name="connsiteY3" fmla="*/ 1057 h 6345"/>
                  <a:gd name="connsiteX4" fmla="*/ 3402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0 h 6345"/>
                  <a:gd name="connsiteX7" fmla="*/ 1160 w 6343"/>
                  <a:gd name="connsiteY7" fmla="*/ 5544 h 6345"/>
                  <a:gd name="connsiteX8" fmla="*/ 3402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3"/>
                    </a:moveTo>
                    <a:cubicBezTo>
                      <a:pt x="4243" y="6473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0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0" y="462"/>
                      <a:pt x="4243" y="128"/>
                      <a:pt x="3402" y="128"/>
                    </a:cubicBezTo>
                    <a:cubicBezTo>
                      <a:pt x="2561" y="128"/>
                      <a:pt x="1754" y="462"/>
                      <a:pt x="1160" y="1057"/>
                    </a:cubicBezTo>
                    <a:cubicBezTo>
                      <a:pt x="565" y="1652"/>
                      <a:pt x="231" y="2459"/>
                      <a:pt x="231" y="3300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4" y="6139"/>
                      <a:pt x="2561" y="6473"/>
                      <a:pt x="3402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52" name="Freeform: Shape 14951">
                <a:extLst>
                  <a:ext uri="{FF2B5EF4-FFF2-40B4-BE49-F238E27FC236}">
                    <a16:creationId xmlns:a16="http://schemas.microsoft.com/office/drawing/2014/main" id="{AE870A10-B33E-5803-6468-978431A8D53F}"/>
                  </a:ext>
                </a:extLst>
              </p:cNvPr>
              <p:cNvSpPr/>
              <p:nvPr/>
            </p:nvSpPr>
            <p:spPr>
              <a:xfrm>
                <a:off x="9338147" y="5098145"/>
                <a:ext cx="6343" cy="6345"/>
              </a:xfrm>
              <a:custGeom>
                <a:avLst/>
                <a:gdLst>
                  <a:gd name="connsiteX0" fmla="*/ 3402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0 h 6345"/>
                  <a:gd name="connsiteX3" fmla="*/ 5645 w 6343"/>
                  <a:gd name="connsiteY3" fmla="*/ 1057 h 6345"/>
                  <a:gd name="connsiteX4" fmla="*/ 3402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0 h 6345"/>
                  <a:gd name="connsiteX7" fmla="*/ 1160 w 6343"/>
                  <a:gd name="connsiteY7" fmla="*/ 5544 h 6345"/>
                  <a:gd name="connsiteX8" fmla="*/ 3402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3"/>
                    </a:moveTo>
                    <a:cubicBezTo>
                      <a:pt x="4244" y="6473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0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0" y="462"/>
                      <a:pt x="4244" y="128"/>
                      <a:pt x="3402" y="128"/>
                    </a:cubicBezTo>
                    <a:cubicBezTo>
                      <a:pt x="2561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0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1" y="6473"/>
                      <a:pt x="3402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53" name="Freeform: Shape 14952">
                <a:extLst>
                  <a:ext uri="{FF2B5EF4-FFF2-40B4-BE49-F238E27FC236}">
                    <a16:creationId xmlns:a16="http://schemas.microsoft.com/office/drawing/2014/main" id="{D39F338A-AE57-245A-258F-CCF8F24EFD3A}"/>
                  </a:ext>
                </a:extLst>
              </p:cNvPr>
              <p:cNvSpPr/>
              <p:nvPr/>
            </p:nvSpPr>
            <p:spPr>
              <a:xfrm>
                <a:off x="9339694" y="5098141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0 h 6345"/>
                  <a:gd name="connsiteX3" fmla="*/ 5645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0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0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0" y="462"/>
                      <a:pt x="4244" y="128"/>
                      <a:pt x="3403" y="128"/>
                    </a:cubicBezTo>
                    <a:cubicBezTo>
                      <a:pt x="2561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0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1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54" name="Freeform: Shape 14953">
                <a:extLst>
                  <a:ext uri="{FF2B5EF4-FFF2-40B4-BE49-F238E27FC236}">
                    <a16:creationId xmlns:a16="http://schemas.microsoft.com/office/drawing/2014/main" id="{BC9C2A9B-DC72-A6C7-33E9-7EDC17A21ABA}"/>
                  </a:ext>
                </a:extLst>
              </p:cNvPr>
              <p:cNvSpPr/>
              <p:nvPr/>
            </p:nvSpPr>
            <p:spPr>
              <a:xfrm>
                <a:off x="9341039" y="5097772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0 h 6345"/>
                  <a:gd name="connsiteX3" fmla="*/ 5645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0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1" y="6139"/>
                      <a:pt x="5645" y="5544"/>
                    </a:cubicBezTo>
                    <a:cubicBezTo>
                      <a:pt x="6240" y="4949"/>
                      <a:pt x="6574" y="4142"/>
                      <a:pt x="6574" y="3300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1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0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2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55" name="Freeform: Shape 14954">
                <a:extLst>
                  <a:ext uri="{FF2B5EF4-FFF2-40B4-BE49-F238E27FC236}">
                    <a16:creationId xmlns:a16="http://schemas.microsoft.com/office/drawing/2014/main" id="{FDBE2EE2-5883-9857-5E6F-943FBD827D7F}"/>
                  </a:ext>
                </a:extLst>
              </p:cNvPr>
              <p:cNvSpPr/>
              <p:nvPr/>
            </p:nvSpPr>
            <p:spPr>
              <a:xfrm>
                <a:off x="9342385" y="5097412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0 h 6345"/>
                  <a:gd name="connsiteX3" fmla="*/ 5645 w 6343"/>
                  <a:gd name="connsiteY3" fmla="*/ 1057 h 6345"/>
                  <a:gd name="connsiteX4" fmla="*/ 3403 w 6343"/>
                  <a:gd name="connsiteY4" fmla="*/ 127 h 6345"/>
                  <a:gd name="connsiteX5" fmla="*/ 1160 w 6343"/>
                  <a:gd name="connsiteY5" fmla="*/ 1057 h 6345"/>
                  <a:gd name="connsiteX6" fmla="*/ 231 w 6343"/>
                  <a:gd name="connsiteY6" fmla="*/ 3300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1" y="6139"/>
                      <a:pt x="5645" y="5544"/>
                    </a:cubicBezTo>
                    <a:cubicBezTo>
                      <a:pt x="6240" y="4949"/>
                      <a:pt x="6574" y="4142"/>
                      <a:pt x="6574" y="3300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1" y="462"/>
                      <a:pt x="4244" y="127"/>
                      <a:pt x="3403" y="127"/>
                    </a:cubicBezTo>
                    <a:cubicBezTo>
                      <a:pt x="2562" y="127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0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2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56" name="Freeform: Shape 14955">
                <a:extLst>
                  <a:ext uri="{FF2B5EF4-FFF2-40B4-BE49-F238E27FC236}">
                    <a16:creationId xmlns:a16="http://schemas.microsoft.com/office/drawing/2014/main" id="{55AA5CFD-A263-B550-AF92-EAF2034930F0}"/>
                  </a:ext>
                </a:extLst>
              </p:cNvPr>
              <p:cNvSpPr/>
              <p:nvPr/>
            </p:nvSpPr>
            <p:spPr>
              <a:xfrm>
                <a:off x="9343981" y="5097549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6 w 6343"/>
                  <a:gd name="connsiteY1" fmla="*/ 5544 h 6345"/>
                  <a:gd name="connsiteX2" fmla="*/ 6574 w 6343"/>
                  <a:gd name="connsiteY2" fmla="*/ 3300 h 6345"/>
                  <a:gd name="connsiteX3" fmla="*/ 5646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0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1" y="6139"/>
                      <a:pt x="5646" y="5544"/>
                    </a:cubicBezTo>
                    <a:cubicBezTo>
                      <a:pt x="6240" y="4949"/>
                      <a:pt x="6574" y="4142"/>
                      <a:pt x="6574" y="3300"/>
                    </a:cubicBezTo>
                    <a:cubicBezTo>
                      <a:pt x="6574" y="2459"/>
                      <a:pt x="6240" y="1652"/>
                      <a:pt x="5646" y="1057"/>
                    </a:cubicBezTo>
                    <a:cubicBezTo>
                      <a:pt x="5051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6" y="1652"/>
                      <a:pt x="231" y="2459"/>
                      <a:pt x="231" y="3300"/>
                    </a:cubicBezTo>
                    <a:cubicBezTo>
                      <a:pt x="231" y="4142"/>
                      <a:pt x="566" y="4949"/>
                      <a:pt x="1160" y="5544"/>
                    </a:cubicBezTo>
                    <a:cubicBezTo>
                      <a:pt x="1755" y="6139"/>
                      <a:pt x="2562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57" name="Freeform: Shape 14956">
                <a:extLst>
                  <a:ext uri="{FF2B5EF4-FFF2-40B4-BE49-F238E27FC236}">
                    <a16:creationId xmlns:a16="http://schemas.microsoft.com/office/drawing/2014/main" id="{26F6B9DC-3BA3-C002-8B36-B77C7425103B}"/>
                  </a:ext>
                </a:extLst>
              </p:cNvPr>
              <p:cNvSpPr/>
              <p:nvPr/>
            </p:nvSpPr>
            <p:spPr>
              <a:xfrm>
                <a:off x="9309249" y="5025477"/>
                <a:ext cx="6343" cy="6345"/>
              </a:xfrm>
              <a:custGeom>
                <a:avLst/>
                <a:gdLst>
                  <a:gd name="connsiteX0" fmla="*/ 3400 w 6343"/>
                  <a:gd name="connsiteY0" fmla="*/ 6467 h 6345"/>
                  <a:gd name="connsiteX1" fmla="*/ 5643 w 6343"/>
                  <a:gd name="connsiteY1" fmla="*/ 5538 h 6345"/>
                  <a:gd name="connsiteX2" fmla="*/ 6572 w 6343"/>
                  <a:gd name="connsiteY2" fmla="*/ 3295 h 6345"/>
                  <a:gd name="connsiteX3" fmla="*/ 5643 w 6343"/>
                  <a:gd name="connsiteY3" fmla="*/ 1051 h 6345"/>
                  <a:gd name="connsiteX4" fmla="*/ 3400 w 6343"/>
                  <a:gd name="connsiteY4" fmla="*/ 122 h 6345"/>
                  <a:gd name="connsiteX5" fmla="*/ 1158 w 6343"/>
                  <a:gd name="connsiteY5" fmla="*/ 1051 h 6345"/>
                  <a:gd name="connsiteX6" fmla="*/ 229 w 6343"/>
                  <a:gd name="connsiteY6" fmla="*/ 3295 h 6345"/>
                  <a:gd name="connsiteX7" fmla="*/ 1158 w 6343"/>
                  <a:gd name="connsiteY7" fmla="*/ 5538 h 6345"/>
                  <a:gd name="connsiteX8" fmla="*/ 3400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67"/>
                    </a:moveTo>
                    <a:cubicBezTo>
                      <a:pt x="4241" y="6467"/>
                      <a:pt x="5048" y="6133"/>
                      <a:pt x="5643" y="5538"/>
                    </a:cubicBezTo>
                    <a:cubicBezTo>
                      <a:pt x="6238" y="4943"/>
                      <a:pt x="6572" y="4136"/>
                      <a:pt x="6572" y="3295"/>
                    </a:cubicBezTo>
                    <a:cubicBezTo>
                      <a:pt x="6572" y="2453"/>
                      <a:pt x="6238" y="1646"/>
                      <a:pt x="5643" y="1051"/>
                    </a:cubicBezTo>
                    <a:cubicBezTo>
                      <a:pt x="5048" y="456"/>
                      <a:pt x="4241" y="122"/>
                      <a:pt x="3400" y="122"/>
                    </a:cubicBezTo>
                    <a:cubicBezTo>
                      <a:pt x="2559" y="122"/>
                      <a:pt x="1752" y="456"/>
                      <a:pt x="1158" y="1051"/>
                    </a:cubicBezTo>
                    <a:cubicBezTo>
                      <a:pt x="563" y="1646"/>
                      <a:pt x="229" y="2453"/>
                      <a:pt x="229" y="3295"/>
                    </a:cubicBezTo>
                    <a:cubicBezTo>
                      <a:pt x="229" y="4136"/>
                      <a:pt x="563" y="4943"/>
                      <a:pt x="1158" y="5538"/>
                    </a:cubicBezTo>
                    <a:cubicBezTo>
                      <a:pt x="1752" y="6133"/>
                      <a:pt x="2559" y="6467"/>
                      <a:pt x="3400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58" name="Freeform: Shape 14957">
                <a:extLst>
                  <a:ext uri="{FF2B5EF4-FFF2-40B4-BE49-F238E27FC236}">
                    <a16:creationId xmlns:a16="http://schemas.microsoft.com/office/drawing/2014/main" id="{74E049BD-1244-BFB4-F2E7-7BC2E6A0992F}"/>
                  </a:ext>
                </a:extLst>
              </p:cNvPr>
              <p:cNvSpPr/>
              <p:nvPr/>
            </p:nvSpPr>
            <p:spPr>
              <a:xfrm>
                <a:off x="9389757" y="517084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59" name="Freeform: Shape 14958">
                <a:extLst>
                  <a:ext uri="{FF2B5EF4-FFF2-40B4-BE49-F238E27FC236}">
                    <a16:creationId xmlns:a16="http://schemas.microsoft.com/office/drawing/2014/main" id="{9101BF3B-4AA0-168E-A904-BC7D7AB6F3E2}"/>
                  </a:ext>
                </a:extLst>
              </p:cNvPr>
              <p:cNvSpPr/>
              <p:nvPr/>
            </p:nvSpPr>
            <p:spPr>
              <a:xfrm>
                <a:off x="9391219" y="517213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50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60" name="Freeform: Shape 14959">
                <a:extLst>
                  <a:ext uri="{FF2B5EF4-FFF2-40B4-BE49-F238E27FC236}">
                    <a16:creationId xmlns:a16="http://schemas.microsoft.com/office/drawing/2014/main" id="{EC456D6C-A5E3-71D5-7740-253312588C3A}"/>
                  </a:ext>
                </a:extLst>
              </p:cNvPr>
              <p:cNvSpPr/>
              <p:nvPr/>
            </p:nvSpPr>
            <p:spPr>
              <a:xfrm>
                <a:off x="9391703" y="517119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61" name="Freeform: Shape 14960">
                <a:extLst>
                  <a:ext uri="{FF2B5EF4-FFF2-40B4-BE49-F238E27FC236}">
                    <a16:creationId xmlns:a16="http://schemas.microsoft.com/office/drawing/2014/main" id="{AC05C0E2-1F6F-826A-6F7D-487CEE37C403}"/>
                  </a:ext>
                </a:extLst>
              </p:cNvPr>
              <p:cNvSpPr/>
              <p:nvPr/>
            </p:nvSpPr>
            <p:spPr>
              <a:xfrm>
                <a:off x="9392788" y="517165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62" name="Freeform: Shape 14961">
                <a:extLst>
                  <a:ext uri="{FF2B5EF4-FFF2-40B4-BE49-F238E27FC236}">
                    <a16:creationId xmlns:a16="http://schemas.microsoft.com/office/drawing/2014/main" id="{C4A19474-CD26-F1DB-F7B8-9679AE68DD35}"/>
                  </a:ext>
                </a:extLst>
              </p:cNvPr>
              <p:cNvSpPr/>
              <p:nvPr/>
            </p:nvSpPr>
            <p:spPr>
              <a:xfrm>
                <a:off x="9393423" y="517106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63" name="Freeform: Shape 14962">
                <a:extLst>
                  <a:ext uri="{FF2B5EF4-FFF2-40B4-BE49-F238E27FC236}">
                    <a16:creationId xmlns:a16="http://schemas.microsoft.com/office/drawing/2014/main" id="{CC8344AE-26D1-F8CE-50B7-511A2B3534B0}"/>
                  </a:ext>
                </a:extLst>
              </p:cNvPr>
              <p:cNvSpPr/>
              <p:nvPr/>
            </p:nvSpPr>
            <p:spPr>
              <a:xfrm>
                <a:off x="9394660" y="517193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64" name="Freeform: Shape 14963">
                <a:extLst>
                  <a:ext uri="{FF2B5EF4-FFF2-40B4-BE49-F238E27FC236}">
                    <a16:creationId xmlns:a16="http://schemas.microsoft.com/office/drawing/2014/main" id="{4EFEC118-D3ED-0783-2331-288ED9A2A922}"/>
                  </a:ext>
                </a:extLst>
              </p:cNvPr>
              <p:cNvSpPr/>
              <p:nvPr/>
            </p:nvSpPr>
            <p:spPr>
              <a:xfrm>
                <a:off x="9395546" y="517197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65" name="Freeform: Shape 14964">
                <a:extLst>
                  <a:ext uri="{FF2B5EF4-FFF2-40B4-BE49-F238E27FC236}">
                    <a16:creationId xmlns:a16="http://schemas.microsoft.com/office/drawing/2014/main" id="{85C645AE-619E-60CD-8174-FF2FF92D2171}"/>
                  </a:ext>
                </a:extLst>
              </p:cNvPr>
              <p:cNvSpPr/>
              <p:nvPr/>
            </p:nvSpPr>
            <p:spPr>
              <a:xfrm>
                <a:off x="9396317" y="517173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49"/>
                    </a:cubicBezTo>
                    <a:cubicBezTo>
                      <a:pt x="6244" y="4955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5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66" name="Freeform: Shape 14965">
                <a:extLst>
                  <a:ext uri="{FF2B5EF4-FFF2-40B4-BE49-F238E27FC236}">
                    <a16:creationId xmlns:a16="http://schemas.microsoft.com/office/drawing/2014/main" id="{9806E9B4-A94C-59E0-47EC-53CA92AAD371}"/>
                  </a:ext>
                </a:extLst>
              </p:cNvPr>
              <p:cNvSpPr/>
              <p:nvPr/>
            </p:nvSpPr>
            <p:spPr>
              <a:xfrm>
                <a:off x="9397243" y="517189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6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67" name="Freeform: Shape 14966">
                <a:extLst>
                  <a:ext uri="{FF2B5EF4-FFF2-40B4-BE49-F238E27FC236}">
                    <a16:creationId xmlns:a16="http://schemas.microsoft.com/office/drawing/2014/main" id="{2194B3AF-B38F-FAB8-A0C6-80A104443ABA}"/>
                  </a:ext>
                </a:extLst>
              </p:cNvPr>
              <p:cNvSpPr/>
              <p:nvPr/>
            </p:nvSpPr>
            <p:spPr>
              <a:xfrm>
                <a:off x="9398122" y="517194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68" name="Freeform: Shape 14967">
                <a:extLst>
                  <a:ext uri="{FF2B5EF4-FFF2-40B4-BE49-F238E27FC236}">
                    <a16:creationId xmlns:a16="http://schemas.microsoft.com/office/drawing/2014/main" id="{3B389819-86AC-BEE8-2478-2E18C22638FB}"/>
                  </a:ext>
                </a:extLst>
              </p:cNvPr>
              <p:cNvSpPr/>
              <p:nvPr/>
            </p:nvSpPr>
            <p:spPr>
              <a:xfrm>
                <a:off x="9399042" y="517212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69" name="Freeform: Shape 14968">
                <a:extLst>
                  <a:ext uri="{FF2B5EF4-FFF2-40B4-BE49-F238E27FC236}">
                    <a16:creationId xmlns:a16="http://schemas.microsoft.com/office/drawing/2014/main" id="{B8D5A721-0065-CEF5-AFAD-20579D9A3353}"/>
                  </a:ext>
                </a:extLst>
              </p:cNvPr>
              <p:cNvSpPr/>
              <p:nvPr/>
            </p:nvSpPr>
            <p:spPr>
              <a:xfrm>
                <a:off x="9399873" y="517207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70" name="Freeform: Shape 14969">
                <a:extLst>
                  <a:ext uri="{FF2B5EF4-FFF2-40B4-BE49-F238E27FC236}">
                    <a16:creationId xmlns:a16="http://schemas.microsoft.com/office/drawing/2014/main" id="{51D56A07-8725-2154-98C8-E64487AE7709}"/>
                  </a:ext>
                </a:extLst>
              </p:cNvPr>
              <p:cNvSpPr/>
              <p:nvPr/>
            </p:nvSpPr>
            <p:spPr>
              <a:xfrm>
                <a:off x="9400663" y="517192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71" name="Freeform: Shape 14970">
                <a:extLst>
                  <a:ext uri="{FF2B5EF4-FFF2-40B4-BE49-F238E27FC236}">
                    <a16:creationId xmlns:a16="http://schemas.microsoft.com/office/drawing/2014/main" id="{A43FAE8B-37E0-3182-B874-32E824FDCB37}"/>
                  </a:ext>
                </a:extLst>
              </p:cNvPr>
              <p:cNvSpPr/>
              <p:nvPr/>
            </p:nvSpPr>
            <p:spPr>
              <a:xfrm>
                <a:off x="9401493" y="517188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72" name="Freeform: Shape 14971">
                <a:extLst>
                  <a:ext uri="{FF2B5EF4-FFF2-40B4-BE49-F238E27FC236}">
                    <a16:creationId xmlns:a16="http://schemas.microsoft.com/office/drawing/2014/main" id="{8445506F-3E15-1B05-8BDD-D589703FD7DB}"/>
                  </a:ext>
                </a:extLst>
              </p:cNvPr>
              <p:cNvSpPr/>
              <p:nvPr/>
            </p:nvSpPr>
            <p:spPr>
              <a:xfrm>
                <a:off x="9402283" y="517173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73" name="Freeform: Shape 14972">
                <a:extLst>
                  <a:ext uri="{FF2B5EF4-FFF2-40B4-BE49-F238E27FC236}">
                    <a16:creationId xmlns:a16="http://schemas.microsoft.com/office/drawing/2014/main" id="{DD4C20F2-F65E-E5DC-BDC3-741AD8F85E7E}"/>
                  </a:ext>
                </a:extLst>
              </p:cNvPr>
              <p:cNvSpPr/>
              <p:nvPr/>
            </p:nvSpPr>
            <p:spPr>
              <a:xfrm>
                <a:off x="9403033" y="517148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74" name="Freeform: Shape 14973">
                <a:extLst>
                  <a:ext uri="{FF2B5EF4-FFF2-40B4-BE49-F238E27FC236}">
                    <a16:creationId xmlns:a16="http://schemas.microsoft.com/office/drawing/2014/main" id="{0ECF78A9-3621-0AA8-61B6-9C7A96A21C91}"/>
                  </a:ext>
                </a:extLst>
              </p:cNvPr>
              <p:cNvSpPr/>
              <p:nvPr/>
            </p:nvSpPr>
            <p:spPr>
              <a:xfrm>
                <a:off x="9403824" y="517134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75" name="Freeform: Shape 14974">
                <a:extLst>
                  <a:ext uri="{FF2B5EF4-FFF2-40B4-BE49-F238E27FC236}">
                    <a16:creationId xmlns:a16="http://schemas.microsoft.com/office/drawing/2014/main" id="{6DCCE7D7-BCA5-4EF3-6CFB-7241C2808D40}"/>
                  </a:ext>
                </a:extLst>
              </p:cNvPr>
              <p:cNvSpPr/>
              <p:nvPr/>
            </p:nvSpPr>
            <p:spPr>
              <a:xfrm>
                <a:off x="9404221" y="516999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76" name="Freeform: Shape 14975">
                <a:extLst>
                  <a:ext uri="{FF2B5EF4-FFF2-40B4-BE49-F238E27FC236}">
                    <a16:creationId xmlns:a16="http://schemas.microsoft.com/office/drawing/2014/main" id="{B8841727-97F3-273C-4525-C8529CC0CD43}"/>
                  </a:ext>
                </a:extLst>
              </p:cNvPr>
              <p:cNvSpPr/>
              <p:nvPr/>
            </p:nvSpPr>
            <p:spPr>
              <a:xfrm>
                <a:off x="9405056" y="516998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77" name="Freeform: Shape 14976">
                <a:extLst>
                  <a:ext uri="{FF2B5EF4-FFF2-40B4-BE49-F238E27FC236}">
                    <a16:creationId xmlns:a16="http://schemas.microsoft.com/office/drawing/2014/main" id="{8525A29D-01BD-309D-14EF-227A9980DDB2}"/>
                  </a:ext>
                </a:extLst>
              </p:cNvPr>
              <p:cNvSpPr/>
              <p:nvPr/>
            </p:nvSpPr>
            <p:spPr>
              <a:xfrm>
                <a:off x="9407652" y="5167480"/>
                <a:ext cx="6343" cy="6345"/>
              </a:xfrm>
              <a:custGeom>
                <a:avLst/>
                <a:gdLst>
                  <a:gd name="connsiteX0" fmla="*/ 3408 w 6343"/>
                  <a:gd name="connsiteY0" fmla="*/ 6478 h 6345"/>
                  <a:gd name="connsiteX1" fmla="*/ 5651 w 6343"/>
                  <a:gd name="connsiteY1" fmla="*/ 5549 h 6345"/>
                  <a:gd name="connsiteX2" fmla="*/ 6579 w 6343"/>
                  <a:gd name="connsiteY2" fmla="*/ 3306 h 6345"/>
                  <a:gd name="connsiteX3" fmla="*/ 5651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8"/>
                    </a:moveTo>
                    <a:cubicBezTo>
                      <a:pt x="4249" y="6478"/>
                      <a:pt x="5056" y="6144"/>
                      <a:pt x="5651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1" y="1062"/>
                    </a:cubicBezTo>
                    <a:cubicBezTo>
                      <a:pt x="5056" y="467"/>
                      <a:pt x="4249" y="133"/>
                      <a:pt x="3408" y="133"/>
                    </a:cubicBezTo>
                    <a:cubicBezTo>
                      <a:pt x="2567" y="133"/>
                      <a:pt x="1760" y="467"/>
                      <a:pt x="1165" y="1062"/>
                    </a:cubicBezTo>
                    <a:cubicBezTo>
                      <a:pt x="571" y="1657"/>
                      <a:pt x="236" y="2464"/>
                      <a:pt x="236" y="3306"/>
                    </a:cubicBezTo>
                    <a:cubicBezTo>
                      <a:pt x="236" y="4147"/>
                      <a:pt x="571" y="4954"/>
                      <a:pt x="1165" y="5549"/>
                    </a:cubicBezTo>
                    <a:cubicBezTo>
                      <a:pt x="1760" y="6144"/>
                      <a:pt x="2567" y="6478"/>
                      <a:pt x="340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78" name="Freeform: Shape 14977">
                <a:extLst>
                  <a:ext uri="{FF2B5EF4-FFF2-40B4-BE49-F238E27FC236}">
                    <a16:creationId xmlns:a16="http://schemas.microsoft.com/office/drawing/2014/main" id="{EF607AB9-D723-8193-FC3D-68427CBFF3C9}"/>
                  </a:ext>
                </a:extLst>
              </p:cNvPr>
              <p:cNvSpPr/>
              <p:nvPr/>
            </p:nvSpPr>
            <p:spPr>
              <a:xfrm>
                <a:off x="9409922" y="517253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1 w 6343"/>
                  <a:gd name="connsiteY1" fmla="*/ 5550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7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5"/>
                      <a:pt x="5651" y="5550"/>
                    </a:cubicBezTo>
                    <a:cubicBezTo>
                      <a:pt x="6245" y="4955"/>
                      <a:pt x="6580" y="4148"/>
                      <a:pt x="6580" y="3306"/>
                    </a:cubicBezTo>
                    <a:cubicBezTo>
                      <a:pt x="6580" y="2465"/>
                      <a:pt x="6245" y="1658"/>
                      <a:pt x="5651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1" y="1658"/>
                      <a:pt x="237" y="2465"/>
                      <a:pt x="237" y="3306"/>
                    </a:cubicBezTo>
                    <a:cubicBezTo>
                      <a:pt x="237" y="4148"/>
                      <a:pt x="571" y="4955"/>
                      <a:pt x="1165" y="5550"/>
                    </a:cubicBezTo>
                    <a:cubicBezTo>
                      <a:pt x="1760" y="6145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79" name="Freeform: Shape 14978">
                <a:extLst>
                  <a:ext uri="{FF2B5EF4-FFF2-40B4-BE49-F238E27FC236}">
                    <a16:creationId xmlns:a16="http://schemas.microsoft.com/office/drawing/2014/main" id="{80FDAB4A-2D87-E1DD-AB18-70964C458029}"/>
                  </a:ext>
                </a:extLst>
              </p:cNvPr>
              <p:cNvSpPr/>
              <p:nvPr/>
            </p:nvSpPr>
            <p:spPr>
              <a:xfrm>
                <a:off x="9388036" y="5050123"/>
                <a:ext cx="6343" cy="6345"/>
              </a:xfrm>
              <a:custGeom>
                <a:avLst/>
                <a:gdLst>
                  <a:gd name="connsiteX0" fmla="*/ 3406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6 h 6345"/>
                  <a:gd name="connsiteX3" fmla="*/ 5649 w 6343"/>
                  <a:gd name="connsiteY3" fmla="*/ 1053 h 6345"/>
                  <a:gd name="connsiteX4" fmla="*/ 3406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6 h 6345"/>
                  <a:gd name="connsiteX7" fmla="*/ 1164 w 6343"/>
                  <a:gd name="connsiteY7" fmla="*/ 5540 h 6345"/>
                  <a:gd name="connsiteX8" fmla="*/ 3406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9"/>
                    </a:moveTo>
                    <a:cubicBezTo>
                      <a:pt x="4247" y="6469"/>
                      <a:pt x="5054" y="6135"/>
                      <a:pt x="5649" y="5540"/>
                    </a:cubicBezTo>
                    <a:cubicBezTo>
                      <a:pt x="6244" y="4945"/>
                      <a:pt x="6578" y="4138"/>
                      <a:pt x="6578" y="3296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7" y="124"/>
                      <a:pt x="3406" y="124"/>
                    </a:cubicBezTo>
                    <a:cubicBezTo>
                      <a:pt x="2565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6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5" y="6469"/>
                      <a:pt x="3406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80" name="Freeform: Shape 14979">
                <a:extLst>
                  <a:ext uri="{FF2B5EF4-FFF2-40B4-BE49-F238E27FC236}">
                    <a16:creationId xmlns:a16="http://schemas.microsoft.com/office/drawing/2014/main" id="{74E96501-AC26-3758-A513-F7092CAFCFEF}"/>
                  </a:ext>
                </a:extLst>
              </p:cNvPr>
              <p:cNvSpPr/>
              <p:nvPr/>
            </p:nvSpPr>
            <p:spPr>
              <a:xfrm>
                <a:off x="9390915" y="5048914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6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6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4" y="6135"/>
                      <a:pt x="5649" y="5540"/>
                    </a:cubicBezTo>
                    <a:cubicBezTo>
                      <a:pt x="6244" y="4945"/>
                      <a:pt x="6578" y="4138"/>
                      <a:pt x="6578" y="3296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4" y="458"/>
                      <a:pt x="4248" y="124"/>
                      <a:pt x="3407" y="124"/>
                    </a:cubicBezTo>
                    <a:cubicBezTo>
                      <a:pt x="2565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6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5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81" name="Freeform: Shape 14980">
                <a:extLst>
                  <a:ext uri="{FF2B5EF4-FFF2-40B4-BE49-F238E27FC236}">
                    <a16:creationId xmlns:a16="http://schemas.microsoft.com/office/drawing/2014/main" id="{7D427EBF-9815-0E6D-9D93-8967456612E5}"/>
                  </a:ext>
                </a:extLst>
              </p:cNvPr>
              <p:cNvSpPr/>
              <p:nvPr/>
            </p:nvSpPr>
            <p:spPr>
              <a:xfrm>
                <a:off x="9391663" y="5045014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6 h 6345"/>
                  <a:gd name="connsiteX3" fmla="*/ 5649 w 6343"/>
                  <a:gd name="connsiteY3" fmla="*/ 1053 h 6345"/>
                  <a:gd name="connsiteX4" fmla="*/ 3407 w 6343"/>
                  <a:gd name="connsiteY4" fmla="*/ 123 h 6345"/>
                  <a:gd name="connsiteX5" fmla="*/ 1164 w 6343"/>
                  <a:gd name="connsiteY5" fmla="*/ 1053 h 6345"/>
                  <a:gd name="connsiteX6" fmla="*/ 235 w 6343"/>
                  <a:gd name="connsiteY6" fmla="*/ 3296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5" y="6134"/>
                      <a:pt x="5649" y="5540"/>
                    </a:cubicBezTo>
                    <a:cubicBezTo>
                      <a:pt x="6244" y="4945"/>
                      <a:pt x="6578" y="4137"/>
                      <a:pt x="6578" y="3296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5" y="458"/>
                      <a:pt x="4248" y="123"/>
                      <a:pt x="3407" y="123"/>
                    </a:cubicBezTo>
                    <a:cubicBezTo>
                      <a:pt x="2566" y="123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6"/>
                    </a:cubicBezTo>
                    <a:cubicBezTo>
                      <a:pt x="235" y="4137"/>
                      <a:pt x="569" y="4945"/>
                      <a:pt x="1164" y="5540"/>
                    </a:cubicBezTo>
                    <a:cubicBezTo>
                      <a:pt x="1759" y="6134"/>
                      <a:pt x="2566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82" name="Freeform: Shape 14981">
                <a:extLst>
                  <a:ext uri="{FF2B5EF4-FFF2-40B4-BE49-F238E27FC236}">
                    <a16:creationId xmlns:a16="http://schemas.microsoft.com/office/drawing/2014/main" id="{A5D58F35-D0E0-EDB2-7B8D-5EF0D8CED6EE}"/>
                  </a:ext>
                </a:extLst>
              </p:cNvPr>
              <p:cNvSpPr/>
              <p:nvPr/>
            </p:nvSpPr>
            <p:spPr>
              <a:xfrm>
                <a:off x="9389141" y="5024940"/>
                <a:ext cx="6343" cy="6345"/>
              </a:xfrm>
              <a:custGeom>
                <a:avLst/>
                <a:gdLst>
                  <a:gd name="connsiteX0" fmla="*/ 3406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6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6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7"/>
                    </a:moveTo>
                    <a:cubicBezTo>
                      <a:pt x="4248" y="6467"/>
                      <a:pt x="5054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4" y="456"/>
                      <a:pt x="4248" y="122"/>
                      <a:pt x="3406" y="122"/>
                    </a:cubicBezTo>
                    <a:cubicBezTo>
                      <a:pt x="2565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5" y="6467"/>
                      <a:pt x="3406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83" name="Freeform: Shape 14982">
                <a:extLst>
                  <a:ext uri="{FF2B5EF4-FFF2-40B4-BE49-F238E27FC236}">
                    <a16:creationId xmlns:a16="http://schemas.microsoft.com/office/drawing/2014/main" id="{79CA5A05-EF79-002A-6746-3AD49452FAAF}"/>
                  </a:ext>
                </a:extLst>
              </p:cNvPr>
              <p:cNvSpPr/>
              <p:nvPr/>
            </p:nvSpPr>
            <p:spPr>
              <a:xfrm>
                <a:off x="9390674" y="5024009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4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4" y="456"/>
                      <a:pt x="4248" y="122"/>
                      <a:pt x="3407" y="122"/>
                    </a:cubicBezTo>
                    <a:cubicBezTo>
                      <a:pt x="2565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5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84" name="Freeform: Shape 14983">
                <a:extLst>
                  <a:ext uri="{FF2B5EF4-FFF2-40B4-BE49-F238E27FC236}">
                    <a16:creationId xmlns:a16="http://schemas.microsoft.com/office/drawing/2014/main" id="{DF6A6CD5-F532-F796-8F78-883083AE7C6D}"/>
                  </a:ext>
                </a:extLst>
              </p:cNvPr>
              <p:cNvSpPr/>
              <p:nvPr/>
            </p:nvSpPr>
            <p:spPr>
              <a:xfrm>
                <a:off x="9391618" y="5019975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85" name="Freeform: Shape 14984">
                <a:extLst>
                  <a:ext uri="{FF2B5EF4-FFF2-40B4-BE49-F238E27FC236}">
                    <a16:creationId xmlns:a16="http://schemas.microsoft.com/office/drawing/2014/main" id="{ED98C270-E86B-936E-FC8D-F8317E59F63C}"/>
                  </a:ext>
                </a:extLst>
              </p:cNvPr>
              <p:cNvSpPr/>
              <p:nvPr/>
            </p:nvSpPr>
            <p:spPr>
              <a:xfrm>
                <a:off x="9393177" y="5018997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7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49" y="5537"/>
                    </a:cubicBezTo>
                    <a:cubicBezTo>
                      <a:pt x="6244" y="4942"/>
                      <a:pt x="6578" y="4135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5"/>
                      <a:pt x="569" y="4942"/>
                      <a:pt x="1164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86" name="Freeform: Shape 14985">
                <a:extLst>
                  <a:ext uri="{FF2B5EF4-FFF2-40B4-BE49-F238E27FC236}">
                    <a16:creationId xmlns:a16="http://schemas.microsoft.com/office/drawing/2014/main" id="{1AB9D5E9-7A5A-075F-68C8-9D3C78D765BE}"/>
                  </a:ext>
                </a:extLst>
              </p:cNvPr>
              <p:cNvSpPr/>
              <p:nvPr/>
            </p:nvSpPr>
            <p:spPr>
              <a:xfrm>
                <a:off x="9394875" y="5018748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7 h 6345"/>
                  <a:gd name="connsiteX2" fmla="*/ 6578 w 6343"/>
                  <a:gd name="connsiteY2" fmla="*/ 3294 h 6345"/>
                  <a:gd name="connsiteX3" fmla="*/ 5650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7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2"/>
                      <a:pt x="5650" y="5537"/>
                    </a:cubicBezTo>
                    <a:cubicBezTo>
                      <a:pt x="6244" y="4942"/>
                      <a:pt x="6578" y="4135"/>
                      <a:pt x="6578" y="3294"/>
                    </a:cubicBezTo>
                    <a:cubicBezTo>
                      <a:pt x="6578" y="2453"/>
                      <a:pt x="6244" y="1646"/>
                      <a:pt x="5650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1"/>
                    </a:cubicBezTo>
                    <a:cubicBezTo>
                      <a:pt x="570" y="1646"/>
                      <a:pt x="235" y="2453"/>
                      <a:pt x="235" y="3294"/>
                    </a:cubicBezTo>
                    <a:cubicBezTo>
                      <a:pt x="235" y="4135"/>
                      <a:pt x="570" y="4942"/>
                      <a:pt x="1164" y="5537"/>
                    </a:cubicBezTo>
                    <a:cubicBezTo>
                      <a:pt x="1759" y="6132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87" name="Freeform: Shape 14986">
                <a:extLst>
                  <a:ext uri="{FF2B5EF4-FFF2-40B4-BE49-F238E27FC236}">
                    <a16:creationId xmlns:a16="http://schemas.microsoft.com/office/drawing/2014/main" id="{B1B5C7E7-280A-B7B4-7F87-EEAF8D5EE8F9}"/>
                  </a:ext>
                </a:extLst>
              </p:cNvPr>
              <p:cNvSpPr/>
              <p:nvPr/>
            </p:nvSpPr>
            <p:spPr>
              <a:xfrm>
                <a:off x="9397782" y="5025473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50 w 6343"/>
                  <a:gd name="connsiteY1" fmla="*/ 5538 h 6345"/>
                  <a:gd name="connsiteX2" fmla="*/ 6579 w 6343"/>
                  <a:gd name="connsiteY2" fmla="*/ 3295 h 6345"/>
                  <a:gd name="connsiteX3" fmla="*/ 5650 w 6343"/>
                  <a:gd name="connsiteY3" fmla="*/ 1051 h 6345"/>
                  <a:gd name="connsiteX4" fmla="*/ 3407 w 6343"/>
                  <a:gd name="connsiteY4" fmla="*/ 122 h 6345"/>
                  <a:gd name="connsiteX5" fmla="*/ 1165 w 6343"/>
                  <a:gd name="connsiteY5" fmla="*/ 1051 h 6345"/>
                  <a:gd name="connsiteX6" fmla="*/ 236 w 6343"/>
                  <a:gd name="connsiteY6" fmla="*/ 3295 h 6345"/>
                  <a:gd name="connsiteX7" fmla="*/ 1165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50" y="5538"/>
                    </a:cubicBezTo>
                    <a:cubicBezTo>
                      <a:pt x="6245" y="4943"/>
                      <a:pt x="6579" y="4136"/>
                      <a:pt x="6579" y="3295"/>
                    </a:cubicBezTo>
                    <a:cubicBezTo>
                      <a:pt x="6579" y="2453"/>
                      <a:pt x="6245" y="1646"/>
                      <a:pt x="5650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5" y="1051"/>
                    </a:cubicBezTo>
                    <a:cubicBezTo>
                      <a:pt x="570" y="1646"/>
                      <a:pt x="236" y="2453"/>
                      <a:pt x="236" y="3295"/>
                    </a:cubicBezTo>
                    <a:cubicBezTo>
                      <a:pt x="236" y="4136"/>
                      <a:pt x="570" y="4943"/>
                      <a:pt x="1165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88" name="Freeform: Shape 14987">
                <a:extLst>
                  <a:ext uri="{FF2B5EF4-FFF2-40B4-BE49-F238E27FC236}">
                    <a16:creationId xmlns:a16="http://schemas.microsoft.com/office/drawing/2014/main" id="{09A0D3D9-5FF9-FF7A-C08B-45F63DDEE47B}"/>
                  </a:ext>
                </a:extLst>
              </p:cNvPr>
              <p:cNvSpPr/>
              <p:nvPr/>
            </p:nvSpPr>
            <p:spPr>
              <a:xfrm>
                <a:off x="9401335" y="5036609"/>
                <a:ext cx="6343" cy="6345"/>
              </a:xfrm>
              <a:custGeom>
                <a:avLst/>
                <a:gdLst>
                  <a:gd name="connsiteX0" fmla="*/ 3407 w 6343"/>
                  <a:gd name="connsiteY0" fmla="*/ 6468 h 6345"/>
                  <a:gd name="connsiteX1" fmla="*/ 5650 w 6343"/>
                  <a:gd name="connsiteY1" fmla="*/ 5539 h 6345"/>
                  <a:gd name="connsiteX2" fmla="*/ 6579 w 6343"/>
                  <a:gd name="connsiteY2" fmla="*/ 3295 h 6345"/>
                  <a:gd name="connsiteX3" fmla="*/ 5650 w 6343"/>
                  <a:gd name="connsiteY3" fmla="*/ 1052 h 6345"/>
                  <a:gd name="connsiteX4" fmla="*/ 3407 w 6343"/>
                  <a:gd name="connsiteY4" fmla="*/ 123 h 6345"/>
                  <a:gd name="connsiteX5" fmla="*/ 1165 w 6343"/>
                  <a:gd name="connsiteY5" fmla="*/ 1052 h 6345"/>
                  <a:gd name="connsiteX6" fmla="*/ 236 w 6343"/>
                  <a:gd name="connsiteY6" fmla="*/ 3295 h 6345"/>
                  <a:gd name="connsiteX7" fmla="*/ 1165 w 6343"/>
                  <a:gd name="connsiteY7" fmla="*/ 5539 h 6345"/>
                  <a:gd name="connsiteX8" fmla="*/ 3407 w 6343"/>
                  <a:gd name="connsiteY8" fmla="*/ 646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8"/>
                    </a:moveTo>
                    <a:cubicBezTo>
                      <a:pt x="4249" y="6468"/>
                      <a:pt x="5055" y="6134"/>
                      <a:pt x="5650" y="5539"/>
                    </a:cubicBezTo>
                    <a:cubicBezTo>
                      <a:pt x="6245" y="4944"/>
                      <a:pt x="6579" y="4137"/>
                      <a:pt x="6579" y="3295"/>
                    </a:cubicBezTo>
                    <a:cubicBezTo>
                      <a:pt x="6579" y="2454"/>
                      <a:pt x="6245" y="1647"/>
                      <a:pt x="5650" y="1052"/>
                    </a:cubicBezTo>
                    <a:cubicBezTo>
                      <a:pt x="5055" y="457"/>
                      <a:pt x="4249" y="123"/>
                      <a:pt x="3407" y="123"/>
                    </a:cubicBezTo>
                    <a:cubicBezTo>
                      <a:pt x="2566" y="123"/>
                      <a:pt x="1760" y="457"/>
                      <a:pt x="1165" y="1052"/>
                    </a:cubicBezTo>
                    <a:cubicBezTo>
                      <a:pt x="570" y="1647"/>
                      <a:pt x="236" y="2454"/>
                      <a:pt x="236" y="3295"/>
                    </a:cubicBezTo>
                    <a:cubicBezTo>
                      <a:pt x="236" y="4137"/>
                      <a:pt x="570" y="4944"/>
                      <a:pt x="1165" y="5539"/>
                    </a:cubicBezTo>
                    <a:cubicBezTo>
                      <a:pt x="1760" y="6134"/>
                      <a:pt x="2566" y="6468"/>
                      <a:pt x="3407" y="64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89" name="Freeform: Shape 14988">
                <a:extLst>
                  <a:ext uri="{FF2B5EF4-FFF2-40B4-BE49-F238E27FC236}">
                    <a16:creationId xmlns:a16="http://schemas.microsoft.com/office/drawing/2014/main" id="{D5EE3AA5-493B-3BA3-4F95-16ADE5E80C89}"/>
                  </a:ext>
                </a:extLst>
              </p:cNvPr>
              <p:cNvSpPr/>
              <p:nvPr/>
            </p:nvSpPr>
            <p:spPr>
              <a:xfrm>
                <a:off x="9406736" y="5050611"/>
                <a:ext cx="6343" cy="6345"/>
              </a:xfrm>
              <a:custGeom>
                <a:avLst/>
                <a:gdLst>
                  <a:gd name="connsiteX0" fmla="*/ 3408 w 6343"/>
                  <a:gd name="connsiteY0" fmla="*/ 6469 h 6345"/>
                  <a:gd name="connsiteX1" fmla="*/ 5650 w 6343"/>
                  <a:gd name="connsiteY1" fmla="*/ 5540 h 6345"/>
                  <a:gd name="connsiteX2" fmla="*/ 6579 w 6343"/>
                  <a:gd name="connsiteY2" fmla="*/ 3297 h 6345"/>
                  <a:gd name="connsiteX3" fmla="*/ 5650 w 6343"/>
                  <a:gd name="connsiteY3" fmla="*/ 1053 h 6345"/>
                  <a:gd name="connsiteX4" fmla="*/ 3408 w 6343"/>
                  <a:gd name="connsiteY4" fmla="*/ 124 h 6345"/>
                  <a:gd name="connsiteX5" fmla="*/ 1165 w 6343"/>
                  <a:gd name="connsiteY5" fmla="*/ 1053 h 6345"/>
                  <a:gd name="connsiteX6" fmla="*/ 236 w 6343"/>
                  <a:gd name="connsiteY6" fmla="*/ 3297 h 6345"/>
                  <a:gd name="connsiteX7" fmla="*/ 1165 w 6343"/>
                  <a:gd name="connsiteY7" fmla="*/ 5540 h 6345"/>
                  <a:gd name="connsiteX8" fmla="*/ 340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9"/>
                    </a:moveTo>
                    <a:cubicBezTo>
                      <a:pt x="4249" y="6469"/>
                      <a:pt x="5056" y="6135"/>
                      <a:pt x="5650" y="5540"/>
                    </a:cubicBezTo>
                    <a:cubicBezTo>
                      <a:pt x="6245" y="4945"/>
                      <a:pt x="6579" y="4138"/>
                      <a:pt x="6579" y="3297"/>
                    </a:cubicBezTo>
                    <a:cubicBezTo>
                      <a:pt x="6579" y="2455"/>
                      <a:pt x="6245" y="1648"/>
                      <a:pt x="5650" y="1053"/>
                    </a:cubicBezTo>
                    <a:cubicBezTo>
                      <a:pt x="5056" y="458"/>
                      <a:pt x="4249" y="124"/>
                      <a:pt x="3408" y="124"/>
                    </a:cubicBezTo>
                    <a:cubicBezTo>
                      <a:pt x="2567" y="124"/>
                      <a:pt x="1760" y="458"/>
                      <a:pt x="1165" y="1053"/>
                    </a:cubicBezTo>
                    <a:cubicBezTo>
                      <a:pt x="570" y="1648"/>
                      <a:pt x="236" y="2455"/>
                      <a:pt x="236" y="3297"/>
                    </a:cubicBezTo>
                    <a:cubicBezTo>
                      <a:pt x="236" y="4138"/>
                      <a:pt x="570" y="4945"/>
                      <a:pt x="1165" y="5540"/>
                    </a:cubicBezTo>
                    <a:cubicBezTo>
                      <a:pt x="1760" y="6135"/>
                      <a:pt x="2567" y="6469"/>
                      <a:pt x="340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90" name="Freeform: Shape 14989">
                <a:extLst>
                  <a:ext uri="{FF2B5EF4-FFF2-40B4-BE49-F238E27FC236}">
                    <a16:creationId xmlns:a16="http://schemas.microsoft.com/office/drawing/2014/main" id="{FC82CA41-EB8D-29B0-B69D-9BA9E211E83F}"/>
                  </a:ext>
                </a:extLst>
              </p:cNvPr>
              <p:cNvSpPr/>
              <p:nvPr/>
            </p:nvSpPr>
            <p:spPr>
              <a:xfrm>
                <a:off x="9408524" y="5052373"/>
                <a:ext cx="6343" cy="6345"/>
              </a:xfrm>
              <a:custGeom>
                <a:avLst/>
                <a:gdLst>
                  <a:gd name="connsiteX0" fmla="*/ 3408 w 6343"/>
                  <a:gd name="connsiteY0" fmla="*/ 6469 h 6345"/>
                  <a:gd name="connsiteX1" fmla="*/ 5651 w 6343"/>
                  <a:gd name="connsiteY1" fmla="*/ 5540 h 6345"/>
                  <a:gd name="connsiteX2" fmla="*/ 6580 w 6343"/>
                  <a:gd name="connsiteY2" fmla="*/ 3297 h 6345"/>
                  <a:gd name="connsiteX3" fmla="*/ 5651 w 6343"/>
                  <a:gd name="connsiteY3" fmla="*/ 1053 h 6345"/>
                  <a:gd name="connsiteX4" fmla="*/ 3408 w 6343"/>
                  <a:gd name="connsiteY4" fmla="*/ 124 h 6345"/>
                  <a:gd name="connsiteX5" fmla="*/ 1165 w 6343"/>
                  <a:gd name="connsiteY5" fmla="*/ 1053 h 6345"/>
                  <a:gd name="connsiteX6" fmla="*/ 236 w 6343"/>
                  <a:gd name="connsiteY6" fmla="*/ 3297 h 6345"/>
                  <a:gd name="connsiteX7" fmla="*/ 1165 w 6343"/>
                  <a:gd name="connsiteY7" fmla="*/ 5540 h 6345"/>
                  <a:gd name="connsiteX8" fmla="*/ 3408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69"/>
                    </a:moveTo>
                    <a:cubicBezTo>
                      <a:pt x="4249" y="6469"/>
                      <a:pt x="5056" y="6135"/>
                      <a:pt x="5651" y="5540"/>
                    </a:cubicBezTo>
                    <a:cubicBezTo>
                      <a:pt x="6245" y="4945"/>
                      <a:pt x="6580" y="4138"/>
                      <a:pt x="6580" y="3297"/>
                    </a:cubicBezTo>
                    <a:cubicBezTo>
                      <a:pt x="6580" y="2455"/>
                      <a:pt x="6245" y="1648"/>
                      <a:pt x="5651" y="1053"/>
                    </a:cubicBezTo>
                    <a:cubicBezTo>
                      <a:pt x="5056" y="458"/>
                      <a:pt x="4249" y="124"/>
                      <a:pt x="3408" y="124"/>
                    </a:cubicBezTo>
                    <a:cubicBezTo>
                      <a:pt x="2567" y="124"/>
                      <a:pt x="1760" y="458"/>
                      <a:pt x="1165" y="1053"/>
                    </a:cubicBezTo>
                    <a:cubicBezTo>
                      <a:pt x="571" y="1648"/>
                      <a:pt x="236" y="2455"/>
                      <a:pt x="236" y="3297"/>
                    </a:cubicBezTo>
                    <a:cubicBezTo>
                      <a:pt x="236" y="4138"/>
                      <a:pt x="571" y="4945"/>
                      <a:pt x="1165" y="5540"/>
                    </a:cubicBezTo>
                    <a:cubicBezTo>
                      <a:pt x="1760" y="6135"/>
                      <a:pt x="2567" y="6469"/>
                      <a:pt x="3408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91" name="Freeform: Shape 14990">
                <a:extLst>
                  <a:ext uri="{FF2B5EF4-FFF2-40B4-BE49-F238E27FC236}">
                    <a16:creationId xmlns:a16="http://schemas.microsoft.com/office/drawing/2014/main" id="{A470468A-F7CC-49DC-9C3E-7B1A9B38E6EB}"/>
                  </a:ext>
                </a:extLst>
              </p:cNvPr>
              <p:cNvSpPr/>
              <p:nvPr/>
            </p:nvSpPr>
            <p:spPr>
              <a:xfrm>
                <a:off x="9410332" y="5054450"/>
                <a:ext cx="6343" cy="6345"/>
              </a:xfrm>
              <a:custGeom>
                <a:avLst/>
                <a:gdLst>
                  <a:gd name="connsiteX0" fmla="*/ 3408 w 6343"/>
                  <a:gd name="connsiteY0" fmla="*/ 6470 h 6345"/>
                  <a:gd name="connsiteX1" fmla="*/ 5651 w 6343"/>
                  <a:gd name="connsiteY1" fmla="*/ 5540 h 6345"/>
                  <a:gd name="connsiteX2" fmla="*/ 6580 w 6343"/>
                  <a:gd name="connsiteY2" fmla="*/ 3297 h 6345"/>
                  <a:gd name="connsiteX3" fmla="*/ 5651 w 6343"/>
                  <a:gd name="connsiteY3" fmla="*/ 1053 h 6345"/>
                  <a:gd name="connsiteX4" fmla="*/ 3408 w 6343"/>
                  <a:gd name="connsiteY4" fmla="*/ 124 h 6345"/>
                  <a:gd name="connsiteX5" fmla="*/ 1166 w 6343"/>
                  <a:gd name="connsiteY5" fmla="*/ 1053 h 6345"/>
                  <a:gd name="connsiteX6" fmla="*/ 237 w 6343"/>
                  <a:gd name="connsiteY6" fmla="*/ 3297 h 6345"/>
                  <a:gd name="connsiteX7" fmla="*/ 1166 w 6343"/>
                  <a:gd name="connsiteY7" fmla="*/ 5540 h 6345"/>
                  <a:gd name="connsiteX8" fmla="*/ 340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0"/>
                    </a:moveTo>
                    <a:cubicBezTo>
                      <a:pt x="4249" y="6470"/>
                      <a:pt x="5056" y="6135"/>
                      <a:pt x="5651" y="5540"/>
                    </a:cubicBezTo>
                    <a:cubicBezTo>
                      <a:pt x="6246" y="4945"/>
                      <a:pt x="6580" y="4138"/>
                      <a:pt x="6580" y="3297"/>
                    </a:cubicBezTo>
                    <a:cubicBezTo>
                      <a:pt x="6580" y="2455"/>
                      <a:pt x="6246" y="1648"/>
                      <a:pt x="5651" y="1053"/>
                    </a:cubicBezTo>
                    <a:cubicBezTo>
                      <a:pt x="5056" y="458"/>
                      <a:pt x="4249" y="124"/>
                      <a:pt x="3408" y="124"/>
                    </a:cubicBezTo>
                    <a:cubicBezTo>
                      <a:pt x="2567" y="124"/>
                      <a:pt x="1760" y="458"/>
                      <a:pt x="1166" y="1053"/>
                    </a:cubicBezTo>
                    <a:cubicBezTo>
                      <a:pt x="571" y="1648"/>
                      <a:pt x="237" y="2455"/>
                      <a:pt x="237" y="3297"/>
                    </a:cubicBezTo>
                    <a:cubicBezTo>
                      <a:pt x="237" y="4138"/>
                      <a:pt x="571" y="4945"/>
                      <a:pt x="1166" y="5540"/>
                    </a:cubicBezTo>
                    <a:cubicBezTo>
                      <a:pt x="1760" y="6135"/>
                      <a:pt x="2567" y="6470"/>
                      <a:pt x="340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92" name="Freeform: Shape 14991">
                <a:extLst>
                  <a:ext uri="{FF2B5EF4-FFF2-40B4-BE49-F238E27FC236}">
                    <a16:creationId xmlns:a16="http://schemas.microsoft.com/office/drawing/2014/main" id="{81F8D950-3719-A905-3B29-BD843DCC80A7}"/>
                  </a:ext>
                </a:extLst>
              </p:cNvPr>
              <p:cNvSpPr/>
              <p:nvPr/>
            </p:nvSpPr>
            <p:spPr>
              <a:xfrm>
                <a:off x="9427303" y="5168590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1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93" name="Freeform: Shape 14992">
                <a:extLst>
                  <a:ext uri="{FF2B5EF4-FFF2-40B4-BE49-F238E27FC236}">
                    <a16:creationId xmlns:a16="http://schemas.microsoft.com/office/drawing/2014/main" id="{5C3CD75E-3FAA-4C96-6B9C-3825E329AF4B}"/>
                  </a:ext>
                </a:extLst>
              </p:cNvPr>
              <p:cNvSpPr/>
              <p:nvPr/>
            </p:nvSpPr>
            <p:spPr>
              <a:xfrm>
                <a:off x="9428026" y="5168125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10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94" name="Freeform: Shape 14993">
                <a:extLst>
                  <a:ext uri="{FF2B5EF4-FFF2-40B4-BE49-F238E27FC236}">
                    <a16:creationId xmlns:a16="http://schemas.microsoft.com/office/drawing/2014/main" id="{5C0647D8-5708-01B9-E61D-DD901D3CD18B}"/>
                  </a:ext>
                </a:extLst>
              </p:cNvPr>
              <p:cNvSpPr/>
              <p:nvPr/>
            </p:nvSpPr>
            <p:spPr>
              <a:xfrm>
                <a:off x="9428806" y="5168087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10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95" name="Freeform: Shape 14994">
                <a:extLst>
                  <a:ext uri="{FF2B5EF4-FFF2-40B4-BE49-F238E27FC236}">
                    <a16:creationId xmlns:a16="http://schemas.microsoft.com/office/drawing/2014/main" id="{1E778291-A44C-65B5-0914-D025A4FBC432}"/>
                  </a:ext>
                </a:extLst>
              </p:cNvPr>
              <p:cNvSpPr/>
              <p:nvPr/>
            </p:nvSpPr>
            <p:spPr>
              <a:xfrm>
                <a:off x="9429585" y="5168055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96" name="Freeform: Shape 14995">
                <a:extLst>
                  <a:ext uri="{FF2B5EF4-FFF2-40B4-BE49-F238E27FC236}">
                    <a16:creationId xmlns:a16="http://schemas.microsoft.com/office/drawing/2014/main" id="{3DB25F32-E75A-D3C8-2233-7DB74869045C}"/>
                  </a:ext>
                </a:extLst>
              </p:cNvPr>
              <p:cNvSpPr/>
              <p:nvPr/>
            </p:nvSpPr>
            <p:spPr>
              <a:xfrm>
                <a:off x="9430385" y="5168208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97" name="Freeform: Shape 14996">
                <a:extLst>
                  <a:ext uri="{FF2B5EF4-FFF2-40B4-BE49-F238E27FC236}">
                    <a16:creationId xmlns:a16="http://schemas.microsoft.com/office/drawing/2014/main" id="{5B7C2D04-16A5-2846-98E4-3AFB9A430C14}"/>
                  </a:ext>
                </a:extLst>
              </p:cNvPr>
              <p:cNvSpPr/>
              <p:nvPr/>
            </p:nvSpPr>
            <p:spPr>
              <a:xfrm>
                <a:off x="9431201" y="5168549"/>
                <a:ext cx="6343" cy="6345"/>
              </a:xfrm>
              <a:custGeom>
                <a:avLst/>
                <a:gdLst>
                  <a:gd name="connsiteX0" fmla="*/ 3410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9"/>
                    </a:moveTo>
                    <a:cubicBezTo>
                      <a:pt x="4251" y="6479"/>
                      <a:pt x="5058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9" y="6479"/>
                      <a:pt x="341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98" name="Freeform: Shape 14997">
                <a:extLst>
                  <a:ext uri="{FF2B5EF4-FFF2-40B4-BE49-F238E27FC236}">
                    <a16:creationId xmlns:a16="http://schemas.microsoft.com/office/drawing/2014/main" id="{F6DABFD3-A6F2-134F-E217-7920ADA10710}"/>
                  </a:ext>
                </a:extLst>
              </p:cNvPr>
              <p:cNvSpPr/>
              <p:nvPr/>
            </p:nvSpPr>
            <p:spPr>
              <a:xfrm>
                <a:off x="9438143" y="5168013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999" name="Freeform: Shape 14998">
                <a:extLst>
                  <a:ext uri="{FF2B5EF4-FFF2-40B4-BE49-F238E27FC236}">
                    <a16:creationId xmlns:a16="http://schemas.microsoft.com/office/drawing/2014/main" id="{79405014-6B02-D851-8B09-FF0DD7056CD5}"/>
                  </a:ext>
                </a:extLst>
              </p:cNvPr>
              <p:cNvSpPr/>
              <p:nvPr/>
            </p:nvSpPr>
            <p:spPr>
              <a:xfrm>
                <a:off x="9438895" y="5167490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00" name="Freeform: Shape 14999">
                <a:extLst>
                  <a:ext uri="{FF2B5EF4-FFF2-40B4-BE49-F238E27FC236}">
                    <a16:creationId xmlns:a16="http://schemas.microsoft.com/office/drawing/2014/main" id="{89C46502-97C4-A695-A8E2-05FE6F1F9AA7}"/>
                  </a:ext>
                </a:extLst>
              </p:cNvPr>
              <p:cNvSpPr/>
              <p:nvPr/>
            </p:nvSpPr>
            <p:spPr>
              <a:xfrm>
                <a:off x="9439640" y="5166606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0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01" name="Freeform: Shape 15000">
                <a:extLst>
                  <a:ext uri="{FF2B5EF4-FFF2-40B4-BE49-F238E27FC236}">
                    <a16:creationId xmlns:a16="http://schemas.microsoft.com/office/drawing/2014/main" id="{143B6FF5-1A87-1FE4-A975-53C794B1B132}"/>
                  </a:ext>
                </a:extLst>
              </p:cNvPr>
              <p:cNvSpPr/>
              <p:nvPr/>
            </p:nvSpPr>
            <p:spPr>
              <a:xfrm>
                <a:off x="9440408" y="5166153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1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02" name="Freeform: Shape 15001">
                <a:extLst>
                  <a:ext uri="{FF2B5EF4-FFF2-40B4-BE49-F238E27FC236}">
                    <a16:creationId xmlns:a16="http://schemas.microsoft.com/office/drawing/2014/main" id="{4C938616-B5DB-6531-BE91-71250B442C5B}"/>
                  </a:ext>
                </a:extLst>
              </p:cNvPr>
              <p:cNvSpPr/>
              <p:nvPr/>
            </p:nvSpPr>
            <p:spPr>
              <a:xfrm>
                <a:off x="9441181" y="5165644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1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03" name="Freeform: Shape 15002">
                <a:extLst>
                  <a:ext uri="{FF2B5EF4-FFF2-40B4-BE49-F238E27FC236}">
                    <a16:creationId xmlns:a16="http://schemas.microsoft.com/office/drawing/2014/main" id="{4EA540AE-BE8D-21DD-4137-A70AD8A3437A}"/>
                  </a:ext>
                </a:extLst>
              </p:cNvPr>
              <p:cNvSpPr/>
              <p:nvPr/>
            </p:nvSpPr>
            <p:spPr>
              <a:xfrm>
                <a:off x="9441951" y="5164713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04" name="Freeform: Shape 15003">
                <a:extLst>
                  <a:ext uri="{FF2B5EF4-FFF2-40B4-BE49-F238E27FC236}">
                    <a16:creationId xmlns:a16="http://schemas.microsoft.com/office/drawing/2014/main" id="{D8763E93-404D-2298-0E39-D1D409CD8419}"/>
                  </a:ext>
                </a:extLst>
              </p:cNvPr>
              <p:cNvSpPr/>
              <p:nvPr/>
            </p:nvSpPr>
            <p:spPr>
              <a:xfrm>
                <a:off x="9442754" y="5165493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05" name="Freeform: Shape 15004">
                <a:extLst>
                  <a:ext uri="{FF2B5EF4-FFF2-40B4-BE49-F238E27FC236}">
                    <a16:creationId xmlns:a16="http://schemas.microsoft.com/office/drawing/2014/main" id="{58CB5AA9-607D-4214-D25F-1097F85E6C16}"/>
                  </a:ext>
                </a:extLst>
              </p:cNvPr>
              <p:cNvSpPr/>
              <p:nvPr/>
            </p:nvSpPr>
            <p:spPr>
              <a:xfrm>
                <a:off x="9443534" y="5164084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06" name="Freeform: Shape 15005">
                <a:extLst>
                  <a:ext uri="{FF2B5EF4-FFF2-40B4-BE49-F238E27FC236}">
                    <a16:creationId xmlns:a16="http://schemas.microsoft.com/office/drawing/2014/main" id="{14C16C4A-F2A8-D339-CC09-55C1725BFB39}"/>
                  </a:ext>
                </a:extLst>
              </p:cNvPr>
              <p:cNvSpPr/>
              <p:nvPr/>
            </p:nvSpPr>
            <p:spPr>
              <a:xfrm>
                <a:off x="9444331" y="5164873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07" name="Freeform: Shape 15006">
                <a:extLst>
                  <a:ext uri="{FF2B5EF4-FFF2-40B4-BE49-F238E27FC236}">
                    <a16:creationId xmlns:a16="http://schemas.microsoft.com/office/drawing/2014/main" id="{C286DCF4-DACC-8130-2094-8F0117ACA693}"/>
                  </a:ext>
                </a:extLst>
              </p:cNvPr>
              <p:cNvSpPr/>
              <p:nvPr/>
            </p:nvSpPr>
            <p:spPr>
              <a:xfrm>
                <a:off x="9445106" y="5167434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2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39" y="2464"/>
                      <a:pt x="239" y="3306"/>
                    </a:cubicBezTo>
                    <a:cubicBezTo>
                      <a:pt x="239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08" name="Freeform: Shape 15007">
                <a:extLst>
                  <a:ext uri="{FF2B5EF4-FFF2-40B4-BE49-F238E27FC236}">
                    <a16:creationId xmlns:a16="http://schemas.microsoft.com/office/drawing/2014/main" id="{504BC716-FCC0-687E-BF42-6588663AF304}"/>
                  </a:ext>
                </a:extLst>
              </p:cNvPr>
              <p:cNvSpPr/>
              <p:nvPr/>
            </p:nvSpPr>
            <p:spPr>
              <a:xfrm>
                <a:off x="9448239" y="5166577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40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09" name="Freeform: Shape 15008">
                <a:extLst>
                  <a:ext uri="{FF2B5EF4-FFF2-40B4-BE49-F238E27FC236}">
                    <a16:creationId xmlns:a16="http://schemas.microsoft.com/office/drawing/2014/main" id="{B64DD75C-4980-88DB-C8E4-FF3544025410}"/>
                  </a:ext>
                </a:extLst>
              </p:cNvPr>
              <p:cNvSpPr/>
              <p:nvPr/>
            </p:nvSpPr>
            <p:spPr>
              <a:xfrm>
                <a:off x="9449046" y="5165933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10" name="Freeform: Shape 15009">
                <a:extLst>
                  <a:ext uri="{FF2B5EF4-FFF2-40B4-BE49-F238E27FC236}">
                    <a16:creationId xmlns:a16="http://schemas.microsoft.com/office/drawing/2014/main" id="{A9D8170E-EB2F-CC39-7F9D-0C4E62F8CD58}"/>
                  </a:ext>
                </a:extLst>
              </p:cNvPr>
              <p:cNvSpPr/>
              <p:nvPr/>
            </p:nvSpPr>
            <p:spPr>
              <a:xfrm>
                <a:off x="9449878" y="5164868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11" name="Freeform: Shape 15010">
                <a:extLst>
                  <a:ext uri="{FF2B5EF4-FFF2-40B4-BE49-F238E27FC236}">
                    <a16:creationId xmlns:a16="http://schemas.microsoft.com/office/drawing/2014/main" id="{4E690FA4-DA7F-3180-E6C2-F4AFFA43998B}"/>
                  </a:ext>
                </a:extLst>
              </p:cNvPr>
              <p:cNvSpPr/>
              <p:nvPr/>
            </p:nvSpPr>
            <p:spPr>
              <a:xfrm>
                <a:off x="9450679" y="5164722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12" name="Freeform: Shape 15011">
                <a:extLst>
                  <a:ext uri="{FF2B5EF4-FFF2-40B4-BE49-F238E27FC236}">
                    <a16:creationId xmlns:a16="http://schemas.microsoft.com/office/drawing/2014/main" id="{E995360B-B11A-E57C-095F-C21646AD2C9E}"/>
                  </a:ext>
                </a:extLst>
              </p:cNvPr>
              <p:cNvSpPr/>
              <p:nvPr/>
            </p:nvSpPr>
            <p:spPr>
              <a:xfrm>
                <a:off x="9451570" y="5162999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13" name="Freeform: Shape 15012">
                <a:extLst>
                  <a:ext uri="{FF2B5EF4-FFF2-40B4-BE49-F238E27FC236}">
                    <a16:creationId xmlns:a16="http://schemas.microsoft.com/office/drawing/2014/main" id="{BACAB9AF-D448-DA5B-6BCF-AB8424E28412}"/>
                  </a:ext>
                </a:extLst>
              </p:cNvPr>
              <p:cNvSpPr/>
              <p:nvPr/>
            </p:nvSpPr>
            <p:spPr>
              <a:xfrm>
                <a:off x="9452388" y="5162802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3"/>
                      <a:pt x="3411" y="133"/>
                    </a:cubicBezTo>
                    <a:cubicBezTo>
                      <a:pt x="2570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14" name="Freeform: Shape 15013">
                <a:extLst>
                  <a:ext uri="{FF2B5EF4-FFF2-40B4-BE49-F238E27FC236}">
                    <a16:creationId xmlns:a16="http://schemas.microsoft.com/office/drawing/2014/main" id="{3BF97D4E-2A93-EE82-4472-043E6BD55409}"/>
                  </a:ext>
                </a:extLst>
              </p:cNvPr>
              <p:cNvSpPr/>
              <p:nvPr/>
            </p:nvSpPr>
            <p:spPr>
              <a:xfrm>
                <a:off x="9454159" y="5160723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2"/>
                      <a:pt x="3412" y="132"/>
                    </a:cubicBezTo>
                    <a:cubicBezTo>
                      <a:pt x="2570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15" name="Freeform: Shape 15014">
                <a:extLst>
                  <a:ext uri="{FF2B5EF4-FFF2-40B4-BE49-F238E27FC236}">
                    <a16:creationId xmlns:a16="http://schemas.microsoft.com/office/drawing/2014/main" id="{9FC97EB4-5183-DF67-C313-7C802EBC80B2}"/>
                  </a:ext>
                </a:extLst>
              </p:cNvPr>
              <p:cNvSpPr/>
              <p:nvPr/>
            </p:nvSpPr>
            <p:spPr>
              <a:xfrm>
                <a:off x="9454976" y="5160786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16" name="Freeform: Shape 15015">
                <a:extLst>
                  <a:ext uri="{FF2B5EF4-FFF2-40B4-BE49-F238E27FC236}">
                    <a16:creationId xmlns:a16="http://schemas.microsoft.com/office/drawing/2014/main" id="{B7241F39-9307-F2D3-A027-855A0922AD57}"/>
                  </a:ext>
                </a:extLst>
              </p:cNvPr>
              <p:cNvSpPr/>
              <p:nvPr/>
            </p:nvSpPr>
            <p:spPr>
              <a:xfrm>
                <a:off x="9455678" y="5162189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17" name="Freeform: Shape 15016">
                <a:extLst>
                  <a:ext uri="{FF2B5EF4-FFF2-40B4-BE49-F238E27FC236}">
                    <a16:creationId xmlns:a16="http://schemas.microsoft.com/office/drawing/2014/main" id="{CE717FEA-D0CA-3F91-030A-35CB2C3ED921}"/>
                  </a:ext>
                </a:extLst>
              </p:cNvPr>
              <p:cNvSpPr/>
              <p:nvPr/>
            </p:nvSpPr>
            <p:spPr>
              <a:xfrm>
                <a:off x="9456492" y="5162200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18" name="Freeform: Shape 15017">
                <a:extLst>
                  <a:ext uri="{FF2B5EF4-FFF2-40B4-BE49-F238E27FC236}">
                    <a16:creationId xmlns:a16="http://schemas.microsoft.com/office/drawing/2014/main" id="{C67A3A78-C731-B96C-FA82-A2210974A7C5}"/>
                  </a:ext>
                </a:extLst>
              </p:cNvPr>
              <p:cNvSpPr/>
              <p:nvPr/>
            </p:nvSpPr>
            <p:spPr>
              <a:xfrm>
                <a:off x="9457228" y="5163004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19" name="Freeform: Shape 15018">
                <a:extLst>
                  <a:ext uri="{FF2B5EF4-FFF2-40B4-BE49-F238E27FC236}">
                    <a16:creationId xmlns:a16="http://schemas.microsoft.com/office/drawing/2014/main" id="{6B83350D-D841-91BA-0C91-F3A5BE6CA1CD}"/>
                  </a:ext>
                </a:extLst>
              </p:cNvPr>
              <p:cNvSpPr/>
              <p:nvPr/>
            </p:nvSpPr>
            <p:spPr>
              <a:xfrm>
                <a:off x="9457942" y="5163934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3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20" name="Freeform: Shape 15019">
                <a:extLst>
                  <a:ext uri="{FF2B5EF4-FFF2-40B4-BE49-F238E27FC236}">
                    <a16:creationId xmlns:a16="http://schemas.microsoft.com/office/drawing/2014/main" id="{EF7DD6FA-C5F8-C294-7C6E-DFEDDB8A87E1}"/>
                  </a:ext>
                </a:extLst>
              </p:cNvPr>
              <p:cNvSpPr/>
              <p:nvPr/>
            </p:nvSpPr>
            <p:spPr>
              <a:xfrm>
                <a:off x="9458679" y="5164565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5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21" name="Freeform: Shape 15020">
                <a:extLst>
                  <a:ext uri="{FF2B5EF4-FFF2-40B4-BE49-F238E27FC236}">
                    <a16:creationId xmlns:a16="http://schemas.microsoft.com/office/drawing/2014/main" id="{357654E9-E6E8-06E9-18D5-21035FCB1FDC}"/>
                  </a:ext>
                </a:extLst>
              </p:cNvPr>
              <p:cNvSpPr/>
              <p:nvPr/>
            </p:nvSpPr>
            <p:spPr>
              <a:xfrm>
                <a:off x="9460154" y="5165657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1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6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22" name="Freeform: Shape 15021">
                <a:extLst>
                  <a:ext uri="{FF2B5EF4-FFF2-40B4-BE49-F238E27FC236}">
                    <a16:creationId xmlns:a16="http://schemas.microsoft.com/office/drawing/2014/main" id="{D2084017-173A-00C7-6190-9202CF6668C0}"/>
                  </a:ext>
                </a:extLst>
              </p:cNvPr>
              <p:cNvSpPr/>
              <p:nvPr/>
            </p:nvSpPr>
            <p:spPr>
              <a:xfrm>
                <a:off x="9474681" y="5169547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4" y="133"/>
                      <a:pt x="3413" y="133"/>
                    </a:cubicBezTo>
                    <a:cubicBezTo>
                      <a:pt x="2572" y="133"/>
                      <a:pt x="1765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23" name="Freeform: Shape 15022">
                <a:extLst>
                  <a:ext uri="{FF2B5EF4-FFF2-40B4-BE49-F238E27FC236}">
                    <a16:creationId xmlns:a16="http://schemas.microsoft.com/office/drawing/2014/main" id="{B0C2DA9E-49A0-4AC6-C839-DAA090D09AA6}"/>
                  </a:ext>
                </a:extLst>
              </p:cNvPr>
              <p:cNvSpPr/>
              <p:nvPr/>
            </p:nvSpPr>
            <p:spPr>
              <a:xfrm>
                <a:off x="9476145" y="5170165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2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24" name="Freeform: Shape 15023">
                <a:extLst>
                  <a:ext uri="{FF2B5EF4-FFF2-40B4-BE49-F238E27FC236}">
                    <a16:creationId xmlns:a16="http://schemas.microsoft.com/office/drawing/2014/main" id="{1AB18748-F04B-E7C1-1981-A6C8B16C0D85}"/>
                  </a:ext>
                </a:extLst>
              </p:cNvPr>
              <p:cNvSpPr/>
              <p:nvPr/>
            </p:nvSpPr>
            <p:spPr>
              <a:xfrm>
                <a:off x="9476935" y="5170244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7"/>
                      <a:pt x="5656" y="1062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6" y="468"/>
                      <a:pt x="1171" y="1062"/>
                    </a:cubicBezTo>
                    <a:cubicBezTo>
                      <a:pt x="576" y="1657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25" name="Freeform: Shape 15024">
                <a:extLst>
                  <a:ext uri="{FF2B5EF4-FFF2-40B4-BE49-F238E27FC236}">
                    <a16:creationId xmlns:a16="http://schemas.microsoft.com/office/drawing/2014/main" id="{B4E9713C-0AF8-C71B-832A-154D9721581A}"/>
                  </a:ext>
                </a:extLst>
              </p:cNvPr>
              <p:cNvSpPr/>
              <p:nvPr/>
            </p:nvSpPr>
            <p:spPr>
              <a:xfrm>
                <a:off x="9477916" y="5169623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2 h 6345"/>
                  <a:gd name="connsiteX4" fmla="*/ 3413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5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4"/>
                      <a:pt x="6251" y="1657"/>
                      <a:pt x="5656" y="1062"/>
                    </a:cubicBezTo>
                    <a:cubicBezTo>
                      <a:pt x="5061" y="467"/>
                      <a:pt x="4255" y="133"/>
                      <a:pt x="3413" y="133"/>
                    </a:cubicBezTo>
                    <a:cubicBezTo>
                      <a:pt x="2572" y="133"/>
                      <a:pt x="1766" y="467"/>
                      <a:pt x="1171" y="1062"/>
                    </a:cubicBezTo>
                    <a:cubicBezTo>
                      <a:pt x="576" y="1657"/>
                      <a:pt x="242" y="2464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6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26" name="Freeform: Shape 15025">
                <a:extLst>
                  <a:ext uri="{FF2B5EF4-FFF2-40B4-BE49-F238E27FC236}">
                    <a16:creationId xmlns:a16="http://schemas.microsoft.com/office/drawing/2014/main" id="{8CBEDA1F-5281-E811-D503-158C0B2B7B0B}"/>
                  </a:ext>
                </a:extLst>
              </p:cNvPr>
              <p:cNvSpPr/>
              <p:nvPr/>
            </p:nvSpPr>
            <p:spPr>
              <a:xfrm>
                <a:off x="9518082" y="5066044"/>
                <a:ext cx="6343" cy="6345"/>
              </a:xfrm>
              <a:custGeom>
                <a:avLst/>
                <a:gdLst>
                  <a:gd name="connsiteX0" fmla="*/ 3417 w 6343"/>
                  <a:gd name="connsiteY0" fmla="*/ 6470 h 6345"/>
                  <a:gd name="connsiteX1" fmla="*/ 5659 w 6343"/>
                  <a:gd name="connsiteY1" fmla="*/ 5541 h 6345"/>
                  <a:gd name="connsiteX2" fmla="*/ 6588 w 6343"/>
                  <a:gd name="connsiteY2" fmla="*/ 3298 h 6345"/>
                  <a:gd name="connsiteX3" fmla="*/ 5659 w 6343"/>
                  <a:gd name="connsiteY3" fmla="*/ 1054 h 6345"/>
                  <a:gd name="connsiteX4" fmla="*/ 3417 w 6343"/>
                  <a:gd name="connsiteY4" fmla="*/ 125 h 6345"/>
                  <a:gd name="connsiteX5" fmla="*/ 1174 w 6343"/>
                  <a:gd name="connsiteY5" fmla="*/ 1054 h 6345"/>
                  <a:gd name="connsiteX6" fmla="*/ 245 w 6343"/>
                  <a:gd name="connsiteY6" fmla="*/ 3298 h 6345"/>
                  <a:gd name="connsiteX7" fmla="*/ 1174 w 6343"/>
                  <a:gd name="connsiteY7" fmla="*/ 5541 h 6345"/>
                  <a:gd name="connsiteX8" fmla="*/ 3417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0"/>
                    </a:moveTo>
                    <a:cubicBezTo>
                      <a:pt x="4258" y="6470"/>
                      <a:pt x="5065" y="6136"/>
                      <a:pt x="5659" y="5541"/>
                    </a:cubicBezTo>
                    <a:cubicBezTo>
                      <a:pt x="6254" y="4946"/>
                      <a:pt x="6588" y="4139"/>
                      <a:pt x="6588" y="3298"/>
                    </a:cubicBezTo>
                    <a:cubicBezTo>
                      <a:pt x="6588" y="2456"/>
                      <a:pt x="6254" y="1649"/>
                      <a:pt x="5659" y="1054"/>
                    </a:cubicBezTo>
                    <a:cubicBezTo>
                      <a:pt x="5065" y="459"/>
                      <a:pt x="4258" y="125"/>
                      <a:pt x="3417" y="125"/>
                    </a:cubicBezTo>
                    <a:cubicBezTo>
                      <a:pt x="2576" y="125"/>
                      <a:pt x="1769" y="459"/>
                      <a:pt x="1174" y="1054"/>
                    </a:cubicBezTo>
                    <a:cubicBezTo>
                      <a:pt x="579" y="1649"/>
                      <a:pt x="245" y="2456"/>
                      <a:pt x="245" y="3298"/>
                    </a:cubicBezTo>
                    <a:cubicBezTo>
                      <a:pt x="245" y="4139"/>
                      <a:pt x="579" y="4946"/>
                      <a:pt x="1174" y="5541"/>
                    </a:cubicBezTo>
                    <a:cubicBezTo>
                      <a:pt x="1769" y="6136"/>
                      <a:pt x="2576" y="6470"/>
                      <a:pt x="3417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27" name="Freeform: Shape 15026">
                <a:extLst>
                  <a:ext uri="{FF2B5EF4-FFF2-40B4-BE49-F238E27FC236}">
                    <a16:creationId xmlns:a16="http://schemas.microsoft.com/office/drawing/2014/main" id="{2B410A3D-98C3-7569-C2A9-8787E9521615}"/>
                  </a:ext>
                </a:extLst>
              </p:cNvPr>
              <p:cNvSpPr/>
              <p:nvPr/>
            </p:nvSpPr>
            <p:spPr>
              <a:xfrm>
                <a:off x="9520698" y="5067486"/>
                <a:ext cx="6343" cy="6345"/>
              </a:xfrm>
              <a:custGeom>
                <a:avLst/>
                <a:gdLst>
                  <a:gd name="connsiteX0" fmla="*/ 3417 w 6343"/>
                  <a:gd name="connsiteY0" fmla="*/ 6471 h 6345"/>
                  <a:gd name="connsiteX1" fmla="*/ 5659 w 6343"/>
                  <a:gd name="connsiteY1" fmla="*/ 5541 h 6345"/>
                  <a:gd name="connsiteX2" fmla="*/ 6588 w 6343"/>
                  <a:gd name="connsiteY2" fmla="*/ 3298 h 6345"/>
                  <a:gd name="connsiteX3" fmla="*/ 5659 w 6343"/>
                  <a:gd name="connsiteY3" fmla="*/ 1054 h 6345"/>
                  <a:gd name="connsiteX4" fmla="*/ 3417 w 6343"/>
                  <a:gd name="connsiteY4" fmla="*/ 125 h 6345"/>
                  <a:gd name="connsiteX5" fmla="*/ 1174 w 6343"/>
                  <a:gd name="connsiteY5" fmla="*/ 1054 h 6345"/>
                  <a:gd name="connsiteX6" fmla="*/ 245 w 6343"/>
                  <a:gd name="connsiteY6" fmla="*/ 3298 h 6345"/>
                  <a:gd name="connsiteX7" fmla="*/ 1174 w 6343"/>
                  <a:gd name="connsiteY7" fmla="*/ 5541 h 6345"/>
                  <a:gd name="connsiteX8" fmla="*/ 3417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1"/>
                    </a:moveTo>
                    <a:cubicBezTo>
                      <a:pt x="4258" y="6471"/>
                      <a:pt x="5065" y="6136"/>
                      <a:pt x="5659" y="5541"/>
                    </a:cubicBezTo>
                    <a:cubicBezTo>
                      <a:pt x="6254" y="4946"/>
                      <a:pt x="6588" y="4139"/>
                      <a:pt x="6588" y="3298"/>
                    </a:cubicBezTo>
                    <a:cubicBezTo>
                      <a:pt x="6588" y="2456"/>
                      <a:pt x="6254" y="1649"/>
                      <a:pt x="5659" y="1054"/>
                    </a:cubicBezTo>
                    <a:cubicBezTo>
                      <a:pt x="5065" y="459"/>
                      <a:pt x="4258" y="125"/>
                      <a:pt x="3417" y="125"/>
                    </a:cubicBezTo>
                    <a:cubicBezTo>
                      <a:pt x="2576" y="125"/>
                      <a:pt x="1769" y="459"/>
                      <a:pt x="1174" y="1054"/>
                    </a:cubicBezTo>
                    <a:cubicBezTo>
                      <a:pt x="579" y="1649"/>
                      <a:pt x="245" y="2456"/>
                      <a:pt x="245" y="3298"/>
                    </a:cubicBezTo>
                    <a:cubicBezTo>
                      <a:pt x="245" y="4139"/>
                      <a:pt x="579" y="4946"/>
                      <a:pt x="1174" y="5541"/>
                    </a:cubicBezTo>
                    <a:cubicBezTo>
                      <a:pt x="1769" y="6136"/>
                      <a:pt x="2576" y="6471"/>
                      <a:pt x="3417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28" name="Freeform: Shape 15027">
                <a:extLst>
                  <a:ext uri="{FF2B5EF4-FFF2-40B4-BE49-F238E27FC236}">
                    <a16:creationId xmlns:a16="http://schemas.microsoft.com/office/drawing/2014/main" id="{5A00FB4E-15D1-EFCA-9317-E12CBB4D026A}"/>
                  </a:ext>
                </a:extLst>
              </p:cNvPr>
              <p:cNvSpPr/>
              <p:nvPr/>
            </p:nvSpPr>
            <p:spPr>
              <a:xfrm>
                <a:off x="9523229" y="5069129"/>
                <a:ext cx="6343" cy="6345"/>
              </a:xfrm>
              <a:custGeom>
                <a:avLst/>
                <a:gdLst>
                  <a:gd name="connsiteX0" fmla="*/ 3417 w 6343"/>
                  <a:gd name="connsiteY0" fmla="*/ 6471 h 6345"/>
                  <a:gd name="connsiteX1" fmla="*/ 5660 w 6343"/>
                  <a:gd name="connsiteY1" fmla="*/ 5541 h 6345"/>
                  <a:gd name="connsiteX2" fmla="*/ 6589 w 6343"/>
                  <a:gd name="connsiteY2" fmla="*/ 3298 h 6345"/>
                  <a:gd name="connsiteX3" fmla="*/ 5660 w 6343"/>
                  <a:gd name="connsiteY3" fmla="*/ 1055 h 6345"/>
                  <a:gd name="connsiteX4" fmla="*/ 3417 w 6343"/>
                  <a:gd name="connsiteY4" fmla="*/ 125 h 6345"/>
                  <a:gd name="connsiteX5" fmla="*/ 1174 w 6343"/>
                  <a:gd name="connsiteY5" fmla="*/ 1055 h 6345"/>
                  <a:gd name="connsiteX6" fmla="*/ 245 w 6343"/>
                  <a:gd name="connsiteY6" fmla="*/ 3298 h 6345"/>
                  <a:gd name="connsiteX7" fmla="*/ 1174 w 6343"/>
                  <a:gd name="connsiteY7" fmla="*/ 5541 h 6345"/>
                  <a:gd name="connsiteX8" fmla="*/ 3417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1"/>
                    </a:moveTo>
                    <a:cubicBezTo>
                      <a:pt x="4258" y="6471"/>
                      <a:pt x="5065" y="6136"/>
                      <a:pt x="5660" y="5541"/>
                    </a:cubicBezTo>
                    <a:cubicBezTo>
                      <a:pt x="6254" y="4946"/>
                      <a:pt x="6589" y="4139"/>
                      <a:pt x="6589" y="3298"/>
                    </a:cubicBezTo>
                    <a:cubicBezTo>
                      <a:pt x="6589" y="2457"/>
                      <a:pt x="6254" y="1649"/>
                      <a:pt x="5660" y="1055"/>
                    </a:cubicBezTo>
                    <a:cubicBezTo>
                      <a:pt x="5065" y="460"/>
                      <a:pt x="4258" y="125"/>
                      <a:pt x="3417" y="125"/>
                    </a:cubicBezTo>
                    <a:cubicBezTo>
                      <a:pt x="2576" y="125"/>
                      <a:pt x="1769" y="460"/>
                      <a:pt x="1174" y="1055"/>
                    </a:cubicBezTo>
                    <a:cubicBezTo>
                      <a:pt x="580" y="1649"/>
                      <a:pt x="245" y="2457"/>
                      <a:pt x="245" y="3298"/>
                    </a:cubicBezTo>
                    <a:cubicBezTo>
                      <a:pt x="245" y="4139"/>
                      <a:pt x="580" y="4946"/>
                      <a:pt x="1174" y="5541"/>
                    </a:cubicBezTo>
                    <a:cubicBezTo>
                      <a:pt x="1769" y="6136"/>
                      <a:pt x="2576" y="6471"/>
                      <a:pt x="3417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29" name="Freeform: Shape 15028">
                <a:extLst>
                  <a:ext uri="{FF2B5EF4-FFF2-40B4-BE49-F238E27FC236}">
                    <a16:creationId xmlns:a16="http://schemas.microsoft.com/office/drawing/2014/main" id="{8FC4C514-5715-71B3-2FB6-66CD711BDE4F}"/>
                  </a:ext>
                </a:extLst>
              </p:cNvPr>
              <p:cNvSpPr/>
              <p:nvPr/>
            </p:nvSpPr>
            <p:spPr>
              <a:xfrm>
                <a:off x="9524668" y="5069446"/>
                <a:ext cx="6343" cy="6345"/>
              </a:xfrm>
              <a:custGeom>
                <a:avLst/>
                <a:gdLst>
                  <a:gd name="connsiteX0" fmla="*/ 3417 w 6343"/>
                  <a:gd name="connsiteY0" fmla="*/ 6471 h 6345"/>
                  <a:gd name="connsiteX1" fmla="*/ 5660 w 6343"/>
                  <a:gd name="connsiteY1" fmla="*/ 5541 h 6345"/>
                  <a:gd name="connsiteX2" fmla="*/ 6589 w 6343"/>
                  <a:gd name="connsiteY2" fmla="*/ 3298 h 6345"/>
                  <a:gd name="connsiteX3" fmla="*/ 5660 w 6343"/>
                  <a:gd name="connsiteY3" fmla="*/ 1055 h 6345"/>
                  <a:gd name="connsiteX4" fmla="*/ 3417 w 6343"/>
                  <a:gd name="connsiteY4" fmla="*/ 125 h 6345"/>
                  <a:gd name="connsiteX5" fmla="*/ 1175 w 6343"/>
                  <a:gd name="connsiteY5" fmla="*/ 1055 h 6345"/>
                  <a:gd name="connsiteX6" fmla="*/ 246 w 6343"/>
                  <a:gd name="connsiteY6" fmla="*/ 3298 h 6345"/>
                  <a:gd name="connsiteX7" fmla="*/ 1175 w 6343"/>
                  <a:gd name="connsiteY7" fmla="*/ 5541 h 6345"/>
                  <a:gd name="connsiteX8" fmla="*/ 3417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1"/>
                    </a:moveTo>
                    <a:cubicBezTo>
                      <a:pt x="4258" y="6471"/>
                      <a:pt x="5065" y="6136"/>
                      <a:pt x="5660" y="5541"/>
                    </a:cubicBezTo>
                    <a:cubicBezTo>
                      <a:pt x="6255" y="4946"/>
                      <a:pt x="6589" y="4139"/>
                      <a:pt x="6589" y="3298"/>
                    </a:cubicBezTo>
                    <a:cubicBezTo>
                      <a:pt x="6589" y="2457"/>
                      <a:pt x="6255" y="1650"/>
                      <a:pt x="5660" y="1055"/>
                    </a:cubicBezTo>
                    <a:cubicBezTo>
                      <a:pt x="5065" y="460"/>
                      <a:pt x="4258" y="125"/>
                      <a:pt x="3417" y="125"/>
                    </a:cubicBezTo>
                    <a:cubicBezTo>
                      <a:pt x="2576" y="125"/>
                      <a:pt x="1769" y="460"/>
                      <a:pt x="1175" y="1055"/>
                    </a:cubicBezTo>
                    <a:cubicBezTo>
                      <a:pt x="580" y="1650"/>
                      <a:pt x="246" y="2457"/>
                      <a:pt x="246" y="3298"/>
                    </a:cubicBezTo>
                    <a:cubicBezTo>
                      <a:pt x="246" y="4139"/>
                      <a:pt x="580" y="4946"/>
                      <a:pt x="1175" y="5541"/>
                    </a:cubicBezTo>
                    <a:cubicBezTo>
                      <a:pt x="1769" y="6136"/>
                      <a:pt x="2576" y="6471"/>
                      <a:pt x="3417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30" name="Freeform: Shape 15029">
                <a:extLst>
                  <a:ext uri="{FF2B5EF4-FFF2-40B4-BE49-F238E27FC236}">
                    <a16:creationId xmlns:a16="http://schemas.microsoft.com/office/drawing/2014/main" id="{7A6C5B84-886D-9AFF-1366-9618E12CE188}"/>
                  </a:ext>
                </a:extLst>
              </p:cNvPr>
              <p:cNvSpPr/>
              <p:nvPr/>
            </p:nvSpPr>
            <p:spPr>
              <a:xfrm>
                <a:off x="9527289" y="5070791"/>
                <a:ext cx="6343" cy="6345"/>
              </a:xfrm>
              <a:custGeom>
                <a:avLst/>
                <a:gdLst>
                  <a:gd name="connsiteX0" fmla="*/ 3417 w 6343"/>
                  <a:gd name="connsiteY0" fmla="*/ 6471 h 6345"/>
                  <a:gd name="connsiteX1" fmla="*/ 5660 w 6343"/>
                  <a:gd name="connsiteY1" fmla="*/ 5542 h 6345"/>
                  <a:gd name="connsiteX2" fmla="*/ 6589 w 6343"/>
                  <a:gd name="connsiteY2" fmla="*/ 3298 h 6345"/>
                  <a:gd name="connsiteX3" fmla="*/ 5660 w 6343"/>
                  <a:gd name="connsiteY3" fmla="*/ 1055 h 6345"/>
                  <a:gd name="connsiteX4" fmla="*/ 3417 w 6343"/>
                  <a:gd name="connsiteY4" fmla="*/ 125 h 6345"/>
                  <a:gd name="connsiteX5" fmla="*/ 1175 w 6343"/>
                  <a:gd name="connsiteY5" fmla="*/ 1055 h 6345"/>
                  <a:gd name="connsiteX6" fmla="*/ 246 w 6343"/>
                  <a:gd name="connsiteY6" fmla="*/ 3298 h 6345"/>
                  <a:gd name="connsiteX7" fmla="*/ 1175 w 6343"/>
                  <a:gd name="connsiteY7" fmla="*/ 5542 h 6345"/>
                  <a:gd name="connsiteX8" fmla="*/ 3417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1"/>
                    </a:moveTo>
                    <a:cubicBezTo>
                      <a:pt x="4258" y="6471"/>
                      <a:pt x="5065" y="6137"/>
                      <a:pt x="5660" y="5542"/>
                    </a:cubicBezTo>
                    <a:cubicBezTo>
                      <a:pt x="6255" y="4947"/>
                      <a:pt x="6589" y="4140"/>
                      <a:pt x="6589" y="3298"/>
                    </a:cubicBezTo>
                    <a:cubicBezTo>
                      <a:pt x="6589" y="2457"/>
                      <a:pt x="6255" y="1650"/>
                      <a:pt x="5660" y="1055"/>
                    </a:cubicBezTo>
                    <a:cubicBezTo>
                      <a:pt x="5065" y="460"/>
                      <a:pt x="4258" y="125"/>
                      <a:pt x="3417" y="125"/>
                    </a:cubicBezTo>
                    <a:cubicBezTo>
                      <a:pt x="2576" y="125"/>
                      <a:pt x="1769" y="460"/>
                      <a:pt x="1175" y="1055"/>
                    </a:cubicBezTo>
                    <a:cubicBezTo>
                      <a:pt x="580" y="1650"/>
                      <a:pt x="246" y="2457"/>
                      <a:pt x="246" y="3298"/>
                    </a:cubicBezTo>
                    <a:cubicBezTo>
                      <a:pt x="246" y="4140"/>
                      <a:pt x="580" y="4947"/>
                      <a:pt x="1175" y="5542"/>
                    </a:cubicBezTo>
                    <a:cubicBezTo>
                      <a:pt x="1769" y="6137"/>
                      <a:pt x="2576" y="6471"/>
                      <a:pt x="3417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31" name="Freeform: Shape 15030">
                <a:extLst>
                  <a:ext uri="{FF2B5EF4-FFF2-40B4-BE49-F238E27FC236}">
                    <a16:creationId xmlns:a16="http://schemas.microsoft.com/office/drawing/2014/main" id="{602646A5-D248-5C6C-D255-105137FF24E5}"/>
                  </a:ext>
                </a:extLst>
              </p:cNvPr>
              <p:cNvSpPr/>
              <p:nvPr/>
            </p:nvSpPr>
            <p:spPr>
              <a:xfrm>
                <a:off x="9510647" y="5136591"/>
                <a:ext cx="6343" cy="6345"/>
              </a:xfrm>
              <a:custGeom>
                <a:avLst/>
                <a:gdLst>
                  <a:gd name="connsiteX0" fmla="*/ 3416 w 6343"/>
                  <a:gd name="connsiteY0" fmla="*/ 6476 h 6345"/>
                  <a:gd name="connsiteX1" fmla="*/ 5659 w 6343"/>
                  <a:gd name="connsiteY1" fmla="*/ 5547 h 6345"/>
                  <a:gd name="connsiteX2" fmla="*/ 6588 w 6343"/>
                  <a:gd name="connsiteY2" fmla="*/ 3303 h 6345"/>
                  <a:gd name="connsiteX3" fmla="*/ 5659 w 6343"/>
                  <a:gd name="connsiteY3" fmla="*/ 1060 h 6345"/>
                  <a:gd name="connsiteX4" fmla="*/ 3416 w 6343"/>
                  <a:gd name="connsiteY4" fmla="*/ 131 h 6345"/>
                  <a:gd name="connsiteX5" fmla="*/ 1173 w 6343"/>
                  <a:gd name="connsiteY5" fmla="*/ 1060 h 6345"/>
                  <a:gd name="connsiteX6" fmla="*/ 244 w 6343"/>
                  <a:gd name="connsiteY6" fmla="*/ 3303 h 6345"/>
                  <a:gd name="connsiteX7" fmla="*/ 1173 w 6343"/>
                  <a:gd name="connsiteY7" fmla="*/ 5547 h 6345"/>
                  <a:gd name="connsiteX8" fmla="*/ 3416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6"/>
                    </a:moveTo>
                    <a:cubicBezTo>
                      <a:pt x="4257" y="6476"/>
                      <a:pt x="5064" y="6142"/>
                      <a:pt x="5659" y="5547"/>
                    </a:cubicBezTo>
                    <a:cubicBezTo>
                      <a:pt x="6253" y="4952"/>
                      <a:pt x="6588" y="4145"/>
                      <a:pt x="6588" y="3303"/>
                    </a:cubicBezTo>
                    <a:cubicBezTo>
                      <a:pt x="6588" y="2462"/>
                      <a:pt x="6253" y="1655"/>
                      <a:pt x="5659" y="1060"/>
                    </a:cubicBezTo>
                    <a:cubicBezTo>
                      <a:pt x="5064" y="465"/>
                      <a:pt x="4257" y="131"/>
                      <a:pt x="3416" y="131"/>
                    </a:cubicBezTo>
                    <a:cubicBezTo>
                      <a:pt x="2575" y="131"/>
                      <a:pt x="1768" y="465"/>
                      <a:pt x="1173" y="1060"/>
                    </a:cubicBezTo>
                    <a:cubicBezTo>
                      <a:pt x="579" y="1655"/>
                      <a:pt x="244" y="2462"/>
                      <a:pt x="244" y="3303"/>
                    </a:cubicBezTo>
                    <a:cubicBezTo>
                      <a:pt x="244" y="4145"/>
                      <a:pt x="579" y="4952"/>
                      <a:pt x="1173" y="5547"/>
                    </a:cubicBezTo>
                    <a:cubicBezTo>
                      <a:pt x="1768" y="6142"/>
                      <a:pt x="2575" y="6476"/>
                      <a:pt x="3416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32" name="Freeform: Shape 15031">
                <a:extLst>
                  <a:ext uri="{FF2B5EF4-FFF2-40B4-BE49-F238E27FC236}">
                    <a16:creationId xmlns:a16="http://schemas.microsoft.com/office/drawing/2014/main" id="{B815E394-3FD1-4429-D63A-81DA06B45B9B}"/>
                  </a:ext>
                </a:extLst>
              </p:cNvPr>
              <p:cNvSpPr/>
              <p:nvPr/>
            </p:nvSpPr>
            <p:spPr>
              <a:xfrm>
                <a:off x="9511395" y="5137504"/>
                <a:ext cx="6343" cy="6345"/>
              </a:xfrm>
              <a:custGeom>
                <a:avLst/>
                <a:gdLst>
                  <a:gd name="connsiteX0" fmla="*/ 3416 w 6343"/>
                  <a:gd name="connsiteY0" fmla="*/ 6476 h 6345"/>
                  <a:gd name="connsiteX1" fmla="*/ 5659 w 6343"/>
                  <a:gd name="connsiteY1" fmla="*/ 5547 h 6345"/>
                  <a:gd name="connsiteX2" fmla="*/ 6588 w 6343"/>
                  <a:gd name="connsiteY2" fmla="*/ 3303 h 6345"/>
                  <a:gd name="connsiteX3" fmla="*/ 5659 w 6343"/>
                  <a:gd name="connsiteY3" fmla="*/ 1060 h 6345"/>
                  <a:gd name="connsiteX4" fmla="*/ 3416 w 6343"/>
                  <a:gd name="connsiteY4" fmla="*/ 131 h 6345"/>
                  <a:gd name="connsiteX5" fmla="*/ 1173 w 6343"/>
                  <a:gd name="connsiteY5" fmla="*/ 1060 h 6345"/>
                  <a:gd name="connsiteX6" fmla="*/ 245 w 6343"/>
                  <a:gd name="connsiteY6" fmla="*/ 3303 h 6345"/>
                  <a:gd name="connsiteX7" fmla="*/ 1173 w 6343"/>
                  <a:gd name="connsiteY7" fmla="*/ 5547 h 6345"/>
                  <a:gd name="connsiteX8" fmla="*/ 3416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6"/>
                    </a:moveTo>
                    <a:cubicBezTo>
                      <a:pt x="4257" y="6476"/>
                      <a:pt x="5064" y="6142"/>
                      <a:pt x="5659" y="5547"/>
                    </a:cubicBezTo>
                    <a:cubicBezTo>
                      <a:pt x="6253" y="4952"/>
                      <a:pt x="6588" y="4145"/>
                      <a:pt x="6588" y="3303"/>
                    </a:cubicBezTo>
                    <a:cubicBezTo>
                      <a:pt x="6588" y="2462"/>
                      <a:pt x="6253" y="1655"/>
                      <a:pt x="5659" y="1060"/>
                    </a:cubicBezTo>
                    <a:cubicBezTo>
                      <a:pt x="5064" y="465"/>
                      <a:pt x="4257" y="131"/>
                      <a:pt x="3416" y="131"/>
                    </a:cubicBezTo>
                    <a:cubicBezTo>
                      <a:pt x="2575" y="131"/>
                      <a:pt x="1768" y="465"/>
                      <a:pt x="1173" y="1060"/>
                    </a:cubicBezTo>
                    <a:cubicBezTo>
                      <a:pt x="579" y="1655"/>
                      <a:pt x="245" y="2462"/>
                      <a:pt x="245" y="3303"/>
                    </a:cubicBezTo>
                    <a:cubicBezTo>
                      <a:pt x="245" y="4145"/>
                      <a:pt x="579" y="4952"/>
                      <a:pt x="1173" y="5547"/>
                    </a:cubicBezTo>
                    <a:cubicBezTo>
                      <a:pt x="1768" y="6142"/>
                      <a:pt x="2575" y="6476"/>
                      <a:pt x="3416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33" name="Freeform: Shape 15032">
                <a:extLst>
                  <a:ext uri="{FF2B5EF4-FFF2-40B4-BE49-F238E27FC236}">
                    <a16:creationId xmlns:a16="http://schemas.microsoft.com/office/drawing/2014/main" id="{A1A48BBD-30AB-ACB6-6DAB-A6107B613BA5}"/>
                  </a:ext>
                </a:extLst>
              </p:cNvPr>
              <p:cNvSpPr/>
              <p:nvPr/>
            </p:nvSpPr>
            <p:spPr>
              <a:xfrm>
                <a:off x="9515246" y="5150886"/>
                <a:ext cx="6343" cy="6345"/>
              </a:xfrm>
              <a:custGeom>
                <a:avLst/>
                <a:gdLst>
                  <a:gd name="connsiteX0" fmla="*/ 3416 w 6343"/>
                  <a:gd name="connsiteY0" fmla="*/ 6477 h 6345"/>
                  <a:gd name="connsiteX1" fmla="*/ 5659 w 6343"/>
                  <a:gd name="connsiteY1" fmla="*/ 5548 h 6345"/>
                  <a:gd name="connsiteX2" fmla="*/ 6588 w 6343"/>
                  <a:gd name="connsiteY2" fmla="*/ 3304 h 6345"/>
                  <a:gd name="connsiteX3" fmla="*/ 5659 w 6343"/>
                  <a:gd name="connsiteY3" fmla="*/ 1061 h 6345"/>
                  <a:gd name="connsiteX4" fmla="*/ 3416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4 h 6345"/>
                  <a:gd name="connsiteX7" fmla="*/ 1174 w 6343"/>
                  <a:gd name="connsiteY7" fmla="*/ 5548 h 6345"/>
                  <a:gd name="connsiteX8" fmla="*/ 3416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7"/>
                    </a:moveTo>
                    <a:cubicBezTo>
                      <a:pt x="4258" y="6477"/>
                      <a:pt x="5064" y="6143"/>
                      <a:pt x="5659" y="5548"/>
                    </a:cubicBezTo>
                    <a:cubicBezTo>
                      <a:pt x="6254" y="4953"/>
                      <a:pt x="6588" y="4146"/>
                      <a:pt x="6588" y="3304"/>
                    </a:cubicBezTo>
                    <a:cubicBezTo>
                      <a:pt x="6588" y="2463"/>
                      <a:pt x="6254" y="1656"/>
                      <a:pt x="5659" y="1061"/>
                    </a:cubicBezTo>
                    <a:cubicBezTo>
                      <a:pt x="5064" y="466"/>
                      <a:pt x="4258" y="132"/>
                      <a:pt x="3416" y="132"/>
                    </a:cubicBezTo>
                    <a:cubicBezTo>
                      <a:pt x="2575" y="132"/>
                      <a:pt x="1769" y="466"/>
                      <a:pt x="1174" y="1061"/>
                    </a:cubicBezTo>
                    <a:cubicBezTo>
                      <a:pt x="579" y="1656"/>
                      <a:pt x="245" y="2463"/>
                      <a:pt x="245" y="3304"/>
                    </a:cubicBezTo>
                    <a:cubicBezTo>
                      <a:pt x="245" y="4146"/>
                      <a:pt x="579" y="4953"/>
                      <a:pt x="1174" y="5548"/>
                    </a:cubicBezTo>
                    <a:cubicBezTo>
                      <a:pt x="1769" y="6143"/>
                      <a:pt x="2575" y="6477"/>
                      <a:pt x="3416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34" name="Freeform: Shape 15033">
                <a:extLst>
                  <a:ext uri="{FF2B5EF4-FFF2-40B4-BE49-F238E27FC236}">
                    <a16:creationId xmlns:a16="http://schemas.microsoft.com/office/drawing/2014/main" id="{710E8B2D-8A6C-F5E4-4E0D-8B1239799EA6}"/>
                  </a:ext>
                </a:extLst>
              </p:cNvPr>
              <p:cNvSpPr/>
              <p:nvPr/>
            </p:nvSpPr>
            <p:spPr>
              <a:xfrm>
                <a:off x="9514557" y="5156540"/>
                <a:ext cx="6343" cy="6345"/>
              </a:xfrm>
              <a:custGeom>
                <a:avLst/>
                <a:gdLst>
                  <a:gd name="connsiteX0" fmla="*/ 3416 w 6343"/>
                  <a:gd name="connsiteY0" fmla="*/ 6478 h 6345"/>
                  <a:gd name="connsiteX1" fmla="*/ 5659 w 6343"/>
                  <a:gd name="connsiteY1" fmla="*/ 5548 h 6345"/>
                  <a:gd name="connsiteX2" fmla="*/ 6588 w 6343"/>
                  <a:gd name="connsiteY2" fmla="*/ 3305 h 6345"/>
                  <a:gd name="connsiteX3" fmla="*/ 5659 w 6343"/>
                  <a:gd name="connsiteY3" fmla="*/ 1061 h 6345"/>
                  <a:gd name="connsiteX4" fmla="*/ 3416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5 h 6345"/>
                  <a:gd name="connsiteX7" fmla="*/ 1174 w 6343"/>
                  <a:gd name="connsiteY7" fmla="*/ 5548 h 6345"/>
                  <a:gd name="connsiteX8" fmla="*/ 341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8"/>
                    </a:moveTo>
                    <a:cubicBezTo>
                      <a:pt x="4257" y="6478"/>
                      <a:pt x="5064" y="6143"/>
                      <a:pt x="5659" y="5548"/>
                    </a:cubicBezTo>
                    <a:cubicBezTo>
                      <a:pt x="6254" y="4953"/>
                      <a:pt x="6588" y="4146"/>
                      <a:pt x="6588" y="3305"/>
                    </a:cubicBezTo>
                    <a:cubicBezTo>
                      <a:pt x="6588" y="2463"/>
                      <a:pt x="6254" y="1656"/>
                      <a:pt x="5659" y="1061"/>
                    </a:cubicBezTo>
                    <a:cubicBezTo>
                      <a:pt x="5064" y="466"/>
                      <a:pt x="4257" y="132"/>
                      <a:pt x="3416" y="132"/>
                    </a:cubicBezTo>
                    <a:cubicBezTo>
                      <a:pt x="2575" y="132"/>
                      <a:pt x="1768" y="466"/>
                      <a:pt x="1174" y="1061"/>
                    </a:cubicBezTo>
                    <a:cubicBezTo>
                      <a:pt x="579" y="1656"/>
                      <a:pt x="245" y="2463"/>
                      <a:pt x="245" y="3305"/>
                    </a:cubicBezTo>
                    <a:cubicBezTo>
                      <a:pt x="245" y="4146"/>
                      <a:pt x="579" y="4953"/>
                      <a:pt x="1174" y="5548"/>
                    </a:cubicBezTo>
                    <a:cubicBezTo>
                      <a:pt x="1768" y="6143"/>
                      <a:pt x="2575" y="6478"/>
                      <a:pt x="341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35" name="Freeform: Shape 15034">
                <a:extLst>
                  <a:ext uri="{FF2B5EF4-FFF2-40B4-BE49-F238E27FC236}">
                    <a16:creationId xmlns:a16="http://schemas.microsoft.com/office/drawing/2014/main" id="{F11C6C60-96BB-65DA-0A34-D890D7CE220A}"/>
                  </a:ext>
                </a:extLst>
              </p:cNvPr>
              <p:cNvSpPr/>
              <p:nvPr/>
            </p:nvSpPr>
            <p:spPr>
              <a:xfrm>
                <a:off x="9516465" y="5156981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8 h 6345"/>
                  <a:gd name="connsiteX2" fmla="*/ 6588 w 6343"/>
                  <a:gd name="connsiteY2" fmla="*/ 3305 h 6345"/>
                  <a:gd name="connsiteX3" fmla="*/ 5659 w 6343"/>
                  <a:gd name="connsiteY3" fmla="*/ 1061 h 6345"/>
                  <a:gd name="connsiteX4" fmla="*/ 3417 w 6343"/>
                  <a:gd name="connsiteY4" fmla="*/ 132 h 6345"/>
                  <a:gd name="connsiteX5" fmla="*/ 1174 w 6343"/>
                  <a:gd name="connsiteY5" fmla="*/ 1061 h 6345"/>
                  <a:gd name="connsiteX6" fmla="*/ 245 w 6343"/>
                  <a:gd name="connsiteY6" fmla="*/ 3305 h 6345"/>
                  <a:gd name="connsiteX7" fmla="*/ 1174 w 6343"/>
                  <a:gd name="connsiteY7" fmla="*/ 5548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4" y="6143"/>
                      <a:pt x="5659" y="5548"/>
                    </a:cubicBezTo>
                    <a:cubicBezTo>
                      <a:pt x="6254" y="4953"/>
                      <a:pt x="6588" y="4146"/>
                      <a:pt x="6588" y="3305"/>
                    </a:cubicBezTo>
                    <a:cubicBezTo>
                      <a:pt x="6588" y="2463"/>
                      <a:pt x="6254" y="1656"/>
                      <a:pt x="5659" y="1061"/>
                    </a:cubicBezTo>
                    <a:cubicBezTo>
                      <a:pt x="5064" y="466"/>
                      <a:pt x="4258" y="132"/>
                      <a:pt x="3417" y="132"/>
                    </a:cubicBezTo>
                    <a:cubicBezTo>
                      <a:pt x="2575" y="132"/>
                      <a:pt x="1769" y="466"/>
                      <a:pt x="1174" y="1061"/>
                    </a:cubicBezTo>
                    <a:cubicBezTo>
                      <a:pt x="579" y="1656"/>
                      <a:pt x="245" y="2463"/>
                      <a:pt x="245" y="3305"/>
                    </a:cubicBezTo>
                    <a:cubicBezTo>
                      <a:pt x="245" y="4146"/>
                      <a:pt x="579" y="4953"/>
                      <a:pt x="1174" y="5548"/>
                    </a:cubicBezTo>
                    <a:cubicBezTo>
                      <a:pt x="1769" y="6143"/>
                      <a:pt x="2575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36" name="Freeform: Shape 15035">
                <a:extLst>
                  <a:ext uri="{FF2B5EF4-FFF2-40B4-BE49-F238E27FC236}">
                    <a16:creationId xmlns:a16="http://schemas.microsoft.com/office/drawing/2014/main" id="{AA2AB49B-961A-887F-9241-CDAD82F44461}"/>
                  </a:ext>
                </a:extLst>
              </p:cNvPr>
              <p:cNvSpPr/>
              <p:nvPr/>
            </p:nvSpPr>
            <p:spPr>
              <a:xfrm>
                <a:off x="9516775" y="5160393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7 w 6343"/>
                  <a:gd name="connsiteY4" fmla="*/ 132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2"/>
                      <a:pt x="3417" y="132"/>
                    </a:cubicBezTo>
                    <a:cubicBezTo>
                      <a:pt x="2575" y="132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37" name="Freeform: Shape 15036">
                <a:extLst>
                  <a:ext uri="{FF2B5EF4-FFF2-40B4-BE49-F238E27FC236}">
                    <a16:creationId xmlns:a16="http://schemas.microsoft.com/office/drawing/2014/main" id="{47E4D6CB-83C2-4A8A-A742-9444D521556E}"/>
                  </a:ext>
                </a:extLst>
              </p:cNvPr>
              <p:cNvSpPr/>
              <p:nvPr/>
            </p:nvSpPr>
            <p:spPr>
              <a:xfrm>
                <a:off x="9518151" y="5159825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7 w 6343"/>
                  <a:gd name="connsiteY4" fmla="*/ 132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2"/>
                      <a:pt x="3417" y="132"/>
                    </a:cubicBezTo>
                    <a:cubicBezTo>
                      <a:pt x="2576" y="132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38" name="Freeform: Shape 15037">
                <a:extLst>
                  <a:ext uri="{FF2B5EF4-FFF2-40B4-BE49-F238E27FC236}">
                    <a16:creationId xmlns:a16="http://schemas.microsoft.com/office/drawing/2014/main" id="{5E442F6A-E1E3-40F3-1A43-AA5C10DC0807}"/>
                  </a:ext>
                </a:extLst>
              </p:cNvPr>
              <p:cNvSpPr/>
              <p:nvPr/>
            </p:nvSpPr>
            <p:spPr>
              <a:xfrm>
                <a:off x="9518587" y="5160972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7 w 6343"/>
                  <a:gd name="connsiteY4" fmla="*/ 132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2"/>
                      <a:pt x="3417" y="132"/>
                    </a:cubicBezTo>
                    <a:cubicBezTo>
                      <a:pt x="2576" y="132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39" name="Freeform: Shape 15038">
                <a:extLst>
                  <a:ext uri="{FF2B5EF4-FFF2-40B4-BE49-F238E27FC236}">
                    <a16:creationId xmlns:a16="http://schemas.microsoft.com/office/drawing/2014/main" id="{C4EDA3D0-D4DB-7002-10AE-D96FA3D71A0C}"/>
                  </a:ext>
                </a:extLst>
              </p:cNvPr>
              <p:cNvSpPr/>
              <p:nvPr/>
            </p:nvSpPr>
            <p:spPr>
              <a:xfrm>
                <a:off x="9518981" y="5162172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40" name="Freeform: Shape 15039">
                <a:extLst>
                  <a:ext uri="{FF2B5EF4-FFF2-40B4-BE49-F238E27FC236}">
                    <a16:creationId xmlns:a16="http://schemas.microsoft.com/office/drawing/2014/main" id="{A1DF78F8-6F46-3FAB-2A47-BD993758E39D}"/>
                  </a:ext>
                </a:extLst>
              </p:cNvPr>
              <p:cNvSpPr/>
              <p:nvPr/>
            </p:nvSpPr>
            <p:spPr>
              <a:xfrm>
                <a:off x="9521239" y="5163831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8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5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41" name="Freeform: Shape 15040">
                <a:extLst>
                  <a:ext uri="{FF2B5EF4-FFF2-40B4-BE49-F238E27FC236}">
                    <a16:creationId xmlns:a16="http://schemas.microsoft.com/office/drawing/2014/main" id="{04B83D9D-CD0C-A710-E2C7-5ACD6BDFA10F}"/>
                  </a:ext>
                </a:extLst>
              </p:cNvPr>
              <p:cNvSpPr/>
              <p:nvPr/>
            </p:nvSpPr>
            <p:spPr>
              <a:xfrm>
                <a:off x="9522005" y="5164357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8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5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42" name="Freeform: Shape 15041">
                <a:extLst>
                  <a:ext uri="{FF2B5EF4-FFF2-40B4-BE49-F238E27FC236}">
                    <a16:creationId xmlns:a16="http://schemas.microsoft.com/office/drawing/2014/main" id="{038630B4-2B7B-0B7F-E6EE-A6C1D69CF531}"/>
                  </a:ext>
                </a:extLst>
              </p:cNvPr>
              <p:cNvSpPr/>
              <p:nvPr/>
            </p:nvSpPr>
            <p:spPr>
              <a:xfrm>
                <a:off x="9522798" y="5164836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43" name="Freeform: Shape 15042">
                <a:extLst>
                  <a:ext uri="{FF2B5EF4-FFF2-40B4-BE49-F238E27FC236}">
                    <a16:creationId xmlns:a16="http://schemas.microsoft.com/office/drawing/2014/main" id="{107BC13F-5BA7-013D-5657-6250FF3CD7CC}"/>
                  </a:ext>
                </a:extLst>
              </p:cNvPr>
              <p:cNvSpPr/>
              <p:nvPr/>
            </p:nvSpPr>
            <p:spPr>
              <a:xfrm>
                <a:off x="9523621" y="5165268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6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44" name="Freeform: Shape 15043">
                <a:extLst>
                  <a:ext uri="{FF2B5EF4-FFF2-40B4-BE49-F238E27FC236}">
                    <a16:creationId xmlns:a16="http://schemas.microsoft.com/office/drawing/2014/main" id="{BC5397C1-0D56-F682-BB5D-0C65F41CF374}"/>
                  </a:ext>
                </a:extLst>
              </p:cNvPr>
              <p:cNvSpPr/>
              <p:nvPr/>
            </p:nvSpPr>
            <p:spPr>
              <a:xfrm>
                <a:off x="9524312" y="5165912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6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45" name="Freeform: Shape 15044">
                <a:extLst>
                  <a:ext uri="{FF2B5EF4-FFF2-40B4-BE49-F238E27FC236}">
                    <a16:creationId xmlns:a16="http://schemas.microsoft.com/office/drawing/2014/main" id="{4AFB16C5-2DC1-F399-0AD7-BE267DF2E5F0}"/>
                  </a:ext>
                </a:extLst>
              </p:cNvPr>
              <p:cNvSpPr/>
              <p:nvPr/>
            </p:nvSpPr>
            <p:spPr>
              <a:xfrm>
                <a:off x="9525357" y="5165993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46" name="Freeform: Shape 15045">
                <a:extLst>
                  <a:ext uri="{FF2B5EF4-FFF2-40B4-BE49-F238E27FC236}">
                    <a16:creationId xmlns:a16="http://schemas.microsoft.com/office/drawing/2014/main" id="{E1D0B56B-4D29-D6F9-AB5F-844F36730FE2}"/>
                  </a:ext>
                </a:extLst>
              </p:cNvPr>
              <p:cNvSpPr/>
              <p:nvPr/>
            </p:nvSpPr>
            <p:spPr>
              <a:xfrm>
                <a:off x="9526239" y="5166339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47" name="Freeform: Shape 15046">
                <a:extLst>
                  <a:ext uri="{FF2B5EF4-FFF2-40B4-BE49-F238E27FC236}">
                    <a16:creationId xmlns:a16="http://schemas.microsoft.com/office/drawing/2014/main" id="{B0D46EAE-40AE-3989-6EAC-62D64AD1DD91}"/>
                  </a:ext>
                </a:extLst>
              </p:cNvPr>
              <p:cNvSpPr/>
              <p:nvPr/>
            </p:nvSpPr>
            <p:spPr>
              <a:xfrm>
                <a:off x="9527121" y="5166690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48" name="Freeform: Shape 15047">
                <a:extLst>
                  <a:ext uri="{FF2B5EF4-FFF2-40B4-BE49-F238E27FC236}">
                    <a16:creationId xmlns:a16="http://schemas.microsoft.com/office/drawing/2014/main" id="{B1E68D85-07D3-C5C0-1C0D-12C1F06EC199}"/>
                  </a:ext>
                </a:extLst>
              </p:cNvPr>
              <p:cNvSpPr/>
              <p:nvPr/>
            </p:nvSpPr>
            <p:spPr>
              <a:xfrm>
                <a:off x="9528504" y="5166285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49" name="Freeform: Shape 15048">
                <a:extLst>
                  <a:ext uri="{FF2B5EF4-FFF2-40B4-BE49-F238E27FC236}">
                    <a16:creationId xmlns:a16="http://schemas.microsoft.com/office/drawing/2014/main" id="{21ACFBDE-C5A9-3A46-57BE-4597CCB975F1}"/>
                  </a:ext>
                </a:extLst>
              </p:cNvPr>
              <p:cNvSpPr/>
              <p:nvPr/>
            </p:nvSpPr>
            <p:spPr>
              <a:xfrm>
                <a:off x="9529252" y="5166855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50" name="Freeform: Shape 15049">
                <a:extLst>
                  <a:ext uri="{FF2B5EF4-FFF2-40B4-BE49-F238E27FC236}">
                    <a16:creationId xmlns:a16="http://schemas.microsoft.com/office/drawing/2014/main" id="{48826CFC-E160-D363-15F2-FB15E6E3E5E4}"/>
                  </a:ext>
                </a:extLst>
              </p:cNvPr>
              <p:cNvSpPr/>
              <p:nvPr/>
            </p:nvSpPr>
            <p:spPr>
              <a:xfrm>
                <a:off x="9529927" y="5167529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51" name="Freeform: Shape 15050">
                <a:extLst>
                  <a:ext uri="{FF2B5EF4-FFF2-40B4-BE49-F238E27FC236}">
                    <a16:creationId xmlns:a16="http://schemas.microsoft.com/office/drawing/2014/main" id="{78EB2A83-5B4D-803D-A3B9-0C3347245EBF}"/>
                  </a:ext>
                </a:extLst>
              </p:cNvPr>
              <p:cNvSpPr/>
              <p:nvPr/>
            </p:nvSpPr>
            <p:spPr>
              <a:xfrm>
                <a:off x="9531770" y="5166500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52" name="Freeform: Shape 15051">
                <a:extLst>
                  <a:ext uri="{FF2B5EF4-FFF2-40B4-BE49-F238E27FC236}">
                    <a16:creationId xmlns:a16="http://schemas.microsoft.com/office/drawing/2014/main" id="{B3C4163D-A377-B14D-93DF-02F76B0662CA}"/>
                  </a:ext>
                </a:extLst>
              </p:cNvPr>
              <p:cNvSpPr/>
              <p:nvPr/>
            </p:nvSpPr>
            <p:spPr>
              <a:xfrm>
                <a:off x="9533037" y="5166338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53" name="Freeform: Shape 15052">
                <a:extLst>
                  <a:ext uri="{FF2B5EF4-FFF2-40B4-BE49-F238E27FC236}">
                    <a16:creationId xmlns:a16="http://schemas.microsoft.com/office/drawing/2014/main" id="{35763A1F-669E-4C0B-2984-F0850167487D}"/>
                  </a:ext>
                </a:extLst>
              </p:cNvPr>
              <p:cNvSpPr/>
              <p:nvPr/>
            </p:nvSpPr>
            <p:spPr>
              <a:xfrm>
                <a:off x="9533869" y="517475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89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4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5" y="4955"/>
                      <a:pt x="6589" y="4148"/>
                      <a:pt x="6589" y="3306"/>
                    </a:cubicBezTo>
                    <a:cubicBezTo>
                      <a:pt x="6589" y="2465"/>
                      <a:pt x="6255" y="1658"/>
                      <a:pt x="5661" y="1063"/>
                    </a:cubicBezTo>
                    <a:cubicBezTo>
                      <a:pt x="5066" y="468"/>
                      <a:pt x="4259" y="134"/>
                      <a:pt x="3418" y="134"/>
                    </a:cubicBezTo>
                    <a:cubicBezTo>
                      <a:pt x="2577" y="134"/>
                      <a:pt x="1770" y="468"/>
                      <a:pt x="1175" y="1063"/>
                    </a:cubicBezTo>
                    <a:cubicBezTo>
                      <a:pt x="580" y="1658"/>
                      <a:pt x="246" y="2465"/>
                      <a:pt x="246" y="3306"/>
                    </a:cubicBezTo>
                    <a:cubicBezTo>
                      <a:pt x="246" y="4148"/>
                      <a:pt x="580" y="4955"/>
                      <a:pt x="1175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54" name="Freeform: Shape 15053">
                <a:extLst>
                  <a:ext uri="{FF2B5EF4-FFF2-40B4-BE49-F238E27FC236}">
                    <a16:creationId xmlns:a16="http://schemas.microsoft.com/office/drawing/2014/main" id="{E968FBC5-C206-0B8D-99C2-D8096995BB3F}"/>
                  </a:ext>
                </a:extLst>
              </p:cNvPr>
              <p:cNvSpPr/>
              <p:nvPr/>
            </p:nvSpPr>
            <p:spPr>
              <a:xfrm>
                <a:off x="9534672" y="517520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89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4 h 6345"/>
                  <a:gd name="connsiteX5" fmla="*/ 1175 w 6343"/>
                  <a:gd name="connsiteY5" fmla="*/ 1063 h 6345"/>
                  <a:gd name="connsiteX6" fmla="*/ 246 w 6343"/>
                  <a:gd name="connsiteY6" fmla="*/ 3306 h 6345"/>
                  <a:gd name="connsiteX7" fmla="*/ 1175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5" y="4955"/>
                      <a:pt x="6589" y="4148"/>
                      <a:pt x="6589" y="3306"/>
                    </a:cubicBezTo>
                    <a:cubicBezTo>
                      <a:pt x="6589" y="2465"/>
                      <a:pt x="6255" y="1658"/>
                      <a:pt x="5661" y="1063"/>
                    </a:cubicBezTo>
                    <a:cubicBezTo>
                      <a:pt x="5066" y="468"/>
                      <a:pt x="4259" y="134"/>
                      <a:pt x="3418" y="134"/>
                    </a:cubicBezTo>
                    <a:cubicBezTo>
                      <a:pt x="2577" y="134"/>
                      <a:pt x="1770" y="468"/>
                      <a:pt x="1175" y="1063"/>
                    </a:cubicBezTo>
                    <a:cubicBezTo>
                      <a:pt x="581" y="1658"/>
                      <a:pt x="246" y="2465"/>
                      <a:pt x="246" y="3306"/>
                    </a:cubicBezTo>
                    <a:cubicBezTo>
                      <a:pt x="246" y="4148"/>
                      <a:pt x="581" y="4955"/>
                      <a:pt x="1175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55" name="Freeform: Shape 15054">
                <a:extLst>
                  <a:ext uri="{FF2B5EF4-FFF2-40B4-BE49-F238E27FC236}">
                    <a16:creationId xmlns:a16="http://schemas.microsoft.com/office/drawing/2014/main" id="{E9327A20-2589-5CBA-BEAB-D71424778959}"/>
                  </a:ext>
                </a:extLst>
              </p:cNvPr>
              <p:cNvSpPr/>
              <p:nvPr/>
            </p:nvSpPr>
            <p:spPr>
              <a:xfrm>
                <a:off x="9537296" y="517330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56" name="Freeform: Shape 15055">
                <a:extLst>
                  <a:ext uri="{FF2B5EF4-FFF2-40B4-BE49-F238E27FC236}">
                    <a16:creationId xmlns:a16="http://schemas.microsoft.com/office/drawing/2014/main" id="{990B1F08-C1E3-DC0C-21E0-F728400082ED}"/>
                  </a:ext>
                </a:extLst>
              </p:cNvPr>
              <p:cNvSpPr/>
              <p:nvPr/>
            </p:nvSpPr>
            <p:spPr>
              <a:xfrm>
                <a:off x="9538409" y="517339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57" name="Freeform: Shape 15056">
                <a:extLst>
                  <a:ext uri="{FF2B5EF4-FFF2-40B4-BE49-F238E27FC236}">
                    <a16:creationId xmlns:a16="http://schemas.microsoft.com/office/drawing/2014/main" id="{CED5D7A5-AC62-DFF4-1C98-5712D3E0C8F3}"/>
                  </a:ext>
                </a:extLst>
              </p:cNvPr>
              <p:cNvSpPr/>
              <p:nvPr/>
            </p:nvSpPr>
            <p:spPr>
              <a:xfrm>
                <a:off x="9539298" y="517378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4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4"/>
                      <a:pt x="3418" y="134"/>
                    </a:cubicBezTo>
                    <a:cubicBezTo>
                      <a:pt x="2577" y="134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58" name="Freeform: Shape 15057">
                <a:extLst>
                  <a:ext uri="{FF2B5EF4-FFF2-40B4-BE49-F238E27FC236}">
                    <a16:creationId xmlns:a16="http://schemas.microsoft.com/office/drawing/2014/main" id="{1D6C8112-C984-7118-F74B-8989224B4586}"/>
                  </a:ext>
                </a:extLst>
              </p:cNvPr>
              <p:cNvSpPr/>
              <p:nvPr/>
            </p:nvSpPr>
            <p:spPr>
              <a:xfrm>
                <a:off x="9540719" y="517351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59" name="Freeform: Shape 15058">
                <a:extLst>
                  <a:ext uri="{FF2B5EF4-FFF2-40B4-BE49-F238E27FC236}">
                    <a16:creationId xmlns:a16="http://schemas.microsoft.com/office/drawing/2014/main" id="{A973B108-DB02-2D61-600E-0570822F89E2}"/>
                  </a:ext>
                </a:extLst>
              </p:cNvPr>
              <p:cNvSpPr/>
              <p:nvPr/>
            </p:nvSpPr>
            <p:spPr>
              <a:xfrm>
                <a:off x="9542031" y="517339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60" name="Freeform: Shape 15059">
                <a:extLst>
                  <a:ext uri="{FF2B5EF4-FFF2-40B4-BE49-F238E27FC236}">
                    <a16:creationId xmlns:a16="http://schemas.microsoft.com/office/drawing/2014/main" id="{D1BB2874-D0B8-F8E9-8A74-BD3164E9FDE8}"/>
                  </a:ext>
                </a:extLst>
              </p:cNvPr>
              <p:cNvSpPr/>
              <p:nvPr/>
            </p:nvSpPr>
            <p:spPr>
              <a:xfrm>
                <a:off x="9543272" y="517338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61" name="Freeform: Shape 15060">
                <a:extLst>
                  <a:ext uri="{FF2B5EF4-FFF2-40B4-BE49-F238E27FC236}">
                    <a16:creationId xmlns:a16="http://schemas.microsoft.com/office/drawing/2014/main" id="{12C7405E-E320-C1E5-C4E1-48D78E4B39D5}"/>
                  </a:ext>
                </a:extLst>
              </p:cNvPr>
              <p:cNvSpPr/>
              <p:nvPr/>
            </p:nvSpPr>
            <p:spPr>
              <a:xfrm>
                <a:off x="9544594" y="517329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62" name="Freeform: Shape 15061">
                <a:extLst>
                  <a:ext uri="{FF2B5EF4-FFF2-40B4-BE49-F238E27FC236}">
                    <a16:creationId xmlns:a16="http://schemas.microsoft.com/office/drawing/2014/main" id="{4F97D8A7-EA36-08AD-A57B-3FF76A877D60}"/>
                  </a:ext>
                </a:extLst>
              </p:cNvPr>
              <p:cNvSpPr/>
              <p:nvPr/>
            </p:nvSpPr>
            <p:spPr>
              <a:xfrm>
                <a:off x="9545763" y="517339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63" name="Freeform: Shape 15062">
                <a:extLst>
                  <a:ext uri="{FF2B5EF4-FFF2-40B4-BE49-F238E27FC236}">
                    <a16:creationId xmlns:a16="http://schemas.microsoft.com/office/drawing/2014/main" id="{063AFFF8-2772-B1F1-2617-29029CE807E7}"/>
                  </a:ext>
                </a:extLst>
              </p:cNvPr>
              <p:cNvSpPr/>
              <p:nvPr/>
            </p:nvSpPr>
            <p:spPr>
              <a:xfrm>
                <a:off x="9546936" y="517351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0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64" name="Freeform: Shape 15063">
                <a:extLst>
                  <a:ext uri="{FF2B5EF4-FFF2-40B4-BE49-F238E27FC236}">
                    <a16:creationId xmlns:a16="http://schemas.microsoft.com/office/drawing/2014/main" id="{72C23C91-E5C1-891F-00B6-04A6A0AF4E7A}"/>
                  </a:ext>
                </a:extLst>
              </p:cNvPr>
              <p:cNvSpPr/>
              <p:nvPr/>
            </p:nvSpPr>
            <p:spPr>
              <a:xfrm>
                <a:off x="9548230" y="517349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65" name="Freeform: Shape 15064">
                <a:extLst>
                  <a:ext uri="{FF2B5EF4-FFF2-40B4-BE49-F238E27FC236}">
                    <a16:creationId xmlns:a16="http://schemas.microsoft.com/office/drawing/2014/main" id="{F9A1D3EC-EE99-1206-858B-D7CF6EAB4907}"/>
                  </a:ext>
                </a:extLst>
              </p:cNvPr>
              <p:cNvSpPr/>
              <p:nvPr/>
            </p:nvSpPr>
            <p:spPr>
              <a:xfrm>
                <a:off x="9549488" y="517354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66" name="Freeform: Shape 15065">
                <a:extLst>
                  <a:ext uri="{FF2B5EF4-FFF2-40B4-BE49-F238E27FC236}">
                    <a16:creationId xmlns:a16="http://schemas.microsoft.com/office/drawing/2014/main" id="{15F2E870-005E-55BA-CCAF-1748FAAA8006}"/>
                  </a:ext>
                </a:extLst>
              </p:cNvPr>
              <p:cNvSpPr/>
              <p:nvPr/>
            </p:nvSpPr>
            <p:spPr>
              <a:xfrm>
                <a:off x="9550750" y="517359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67" name="Freeform: Shape 15066">
                <a:extLst>
                  <a:ext uri="{FF2B5EF4-FFF2-40B4-BE49-F238E27FC236}">
                    <a16:creationId xmlns:a16="http://schemas.microsoft.com/office/drawing/2014/main" id="{1995A675-03DD-985D-D4A2-C85667A18AE8}"/>
                  </a:ext>
                </a:extLst>
              </p:cNvPr>
              <p:cNvSpPr/>
              <p:nvPr/>
            </p:nvSpPr>
            <p:spPr>
              <a:xfrm>
                <a:off x="9552055" y="517361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68" name="Freeform: Shape 15067">
                <a:extLst>
                  <a:ext uri="{FF2B5EF4-FFF2-40B4-BE49-F238E27FC236}">
                    <a16:creationId xmlns:a16="http://schemas.microsoft.com/office/drawing/2014/main" id="{C99B69DA-54F5-680F-E780-5EA38152DA62}"/>
                  </a:ext>
                </a:extLst>
              </p:cNvPr>
              <p:cNvSpPr/>
              <p:nvPr/>
            </p:nvSpPr>
            <p:spPr>
              <a:xfrm>
                <a:off x="9553446" y="517355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69" name="Freeform: Shape 15068">
                <a:extLst>
                  <a:ext uri="{FF2B5EF4-FFF2-40B4-BE49-F238E27FC236}">
                    <a16:creationId xmlns:a16="http://schemas.microsoft.com/office/drawing/2014/main" id="{48AC7F22-060D-2AD0-5238-919173F27D72}"/>
                  </a:ext>
                </a:extLst>
              </p:cNvPr>
              <p:cNvSpPr/>
              <p:nvPr/>
            </p:nvSpPr>
            <p:spPr>
              <a:xfrm>
                <a:off x="9554759" y="517360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70" name="Freeform: Shape 15069">
                <a:extLst>
                  <a:ext uri="{FF2B5EF4-FFF2-40B4-BE49-F238E27FC236}">
                    <a16:creationId xmlns:a16="http://schemas.microsoft.com/office/drawing/2014/main" id="{EDC8591A-BB3E-5987-2596-D554C5ED994A}"/>
                  </a:ext>
                </a:extLst>
              </p:cNvPr>
              <p:cNvSpPr/>
              <p:nvPr/>
            </p:nvSpPr>
            <p:spPr>
              <a:xfrm>
                <a:off x="9555993" y="517374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71" name="Freeform: Shape 15070">
                <a:extLst>
                  <a:ext uri="{FF2B5EF4-FFF2-40B4-BE49-F238E27FC236}">
                    <a16:creationId xmlns:a16="http://schemas.microsoft.com/office/drawing/2014/main" id="{8B8D4D19-62C1-21B1-76F2-DFE8737DD052}"/>
                  </a:ext>
                </a:extLst>
              </p:cNvPr>
              <p:cNvSpPr/>
              <p:nvPr/>
            </p:nvSpPr>
            <p:spPr>
              <a:xfrm>
                <a:off x="9557354" y="517376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72" name="Freeform: Shape 15071">
                <a:extLst>
                  <a:ext uri="{FF2B5EF4-FFF2-40B4-BE49-F238E27FC236}">
                    <a16:creationId xmlns:a16="http://schemas.microsoft.com/office/drawing/2014/main" id="{A73D74F9-529F-9E40-39C6-79D7986BE3BD}"/>
                  </a:ext>
                </a:extLst>
              </p:cNvPr>
              <p:cNvSpPr/>
              <p:nvPr/>
            </p:nvSpPr>
            <p:spPr>
              <a:xfrm>
                <a:off x="9558888" y="517362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73" name="Freeform: Shape 15072">
                <a:extLst>
                  <a:ext uri="{FF2B5EF4-FFF2-40B4-BE49-F238E27FC236}">
                    <a16:creationId xmlns:a16="http://schemas.microsoft.com/office/drawing/2014/main" id="{6EE65CBE-655D-1F7A-AEC8-44116867A079}"/>
                  </a:ext>
                </a:extLst>
              </p:cNvPr>
              <p:cNvSpPr/>
              <p:nvPr/>
            </p:nvSpPr>
            <p:spPr>
              <a:xfrm>
                <a:off x="9560343" y="517358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74" name="Freeform: Shape 15073">
                <a:extLst>
                  <a:ext uri="{FF2B5EF4-FFF2-40B4-BE49-F238E27FC236}">
                    <a16:creationId xmlns:a16="http://schemas.microsoft.com/office/drawing/2014/main" id="{4520DF0E-600D-5C8C-04A4-F915666F9C23}"/>
                  </a:ext>
                </a:extLst>
              </p:cNvPr>
              <p:cNvSpPr/>
              <p:nvPr/>
            </p:nvSpPr>
            <p:spPr>
              <a:xfrm>
                <a:off x="9561887" y="517347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9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75" name="Freeform: Shape 15074">
                <a:extLst>
                  <a:ext uri="{FF2B5EF4-FFF2-40B4-BE49-F238E27FC236}">
                    <a16:creationId xmlns:a16="http://schemas.microsoft.com/office/drawing/2014/main" id="{27CF6AA4-A493-5CA5-EE50-AAD052A292B9}"/>
                  </a:ext>
                </a:extLst>
              </p:cNvPr>
              <p:cNvSpPr/>
              <p:nvPr/>
            </p:nvSpPr>
            <p:spPr>
              <a:xfrm>
                <a:off x="9563181" y="517363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76" name="Freeform: Shape 15075">
                <a:extLst>
                  <a:ext uri="{FF2B5EF4-FFF2-40B4-BE49-F238E27FC236}">
                    <a16:creationId xmlns:a16="http://schemas.microsoft.com/office/drawing/2014/main" id="{593A291B-4816-7ACE-BD0C-4C777187762B}"/>
                  </a:ext>
                </a:extLst>
              </p:cNvPr>
              <p:cNvSpPr/>
              <p:nvPr/>
            </p:nvSpPr>
            <p:spPr>
              <a:xfrm>
                <a:off x="9564563" y="517371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77" name="Freeform: Shape 15076">
                <a:extLst>
                  <a:ext uri="{FF2B5EF4-FFF2-40B4-BE49-F238E27FC236}">
                    <a16:creationId xmlns:a16="http://schemas.microsoft.com/office/drawing/2014/main" id="{8B5A64DC-7329-FDBA-1479-E455F6333CBB}"/>
                  </a:ext>
                </a:extLst>
              </p:cNvPr>
              <p:cNvSpPr/>
              <p:nvPr/>
            </p:nvSpPr>
            <p:spPr>
              <a:xfrm>
                <a:off x="9565949" y="517381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2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4"/>
                      <a:pt x="3420" y="134"/>
                    </a:cubicBezTo>
                    <a:cubicBezTo>
                      <a:pt x="2579" y="134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78" name="Freeform: Shape 15077">
                <a:extLst>
                  <a:ext uri="{FF2B5EF4-FFF2-40B4-BE49-F238E27FC236}">
                    <a16:creationId xmlns:a16="http://schemas.microsoft.com/office/drawing/2014/main" id="{D4D3272C-D12F-E983-5A61-6DD148166F72}"/>
                  </a:ext>
                </a:extLst>
              </p:cNvPr>
              <p:cNvSpPr/>
              <p:nvPr/>
            </p:nvSpPr>
            <p:spPr>
              <a:xfrm>
                <a:off x="9563675" y="517749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7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8 w 6343"/>
                  <a:gd name="connsiteY5" fmla="*/ 1063 h 6345"/>
                  <a:gd name="connsiteX6" fmla="*/ 249 w 6343"/>
                  <a:gd name="connsiteY6" fmla="*/ 3307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7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7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79" name="Freeform: Shape 15078">
                <a:extLst>
                  <a:ext uri="{FF2B5EF4-FFF2-40B4-BE49-F238E27FC236}">
                    <a16:creationId xmlns:a16="http://schemas.microsoft.com/office/drawing/2014/main" id="{97A36939-FCED-27F5-041E-D494B0A7537E}"/>
                  </a:ext>
                </a:extLst>
              </p:cNvPr>
              <p:cNvSpPr/>
              <p:nvPr/>
            </p:nvSpPr>
            <p:spPr>
              <a:xfrm>
                <a:off x="9577856" y="5172928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80" name="Freeform: Shape 15079">
                <a:extLst>
                  <a:ext uri="{FF2B5EF4-FFF2-40B4-BE49-F238E27FC236}">
                    <a16:creationId xmlns:a16="http://schemas.microsoft.com/office/drawing/2014/main" id="{E872C853-1453-820C-CC9B-A0FDC7A1CF8F}"/>
                  </a:ext>
                </a:extLst>
              </p:cNvPr>
              <p:cNvSpPr/>
              <p:nvPr/>
            </p:nvSpPr>
            <p:spPr>
              <a:xfrm>
                <a:off x="9585199" y="5170919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3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59" y="4954"/>
                      <a:pt x="6593" y="4147"/>
                      <a:pt x="6593" y="3306"/>
                    </a:cubicBezTo>
                    <a:cubicBezTo>
                      <a:pt x="6593" y="2465"/>
                      <a:pt x="6259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5" y="1658"/>
                      <a:pt x="250" y="2465"/>
                      <a:pt x="250" y="3306"/>
                    </a:cubicBezTo>
                    <a:cubicBezTo>
                      <a:pt x="250" y="4147"/>
                      <a:pt x="585" y="4954"/>
                      <a:pt x="1179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81" name="Freeform: Shape 15080">
                <a:extLst>
                  <a:ext uri="{FF2B5EF4-FFF2-40B4-BE49-F238E27FC236}">
                    <a16:creationId xmlns:a16="http://schemas.microsoft.com/office/drawing/2014/main" id="{4ADBF460-AD49-0ABC-936F-107AB9578149}"/>
                  </a:ext>
                </a:extLst>
              </p:cNvPr>
              <p:cNvSpPr/>
              <p:nvPr/>
            </p:nvSpPr>
            <p:spPr>
              <a:xfrm>
                <a:off x="9586597" y="5171229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59" y="4954"/>
                      <a:pt x="6594" y="4147"/>
                      <a:pt x="6594" y="3306"/>
                    </a:cubicBezTo>
                    <a:cubicBezTo>
                      <a:pt x="6594" y="2465"/>
                      <a:pt x="6259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5" y="1658"/>
                      <a:pt x="250" y="2465"/>
                      <a:pt x="250" y="3306"/>
                    </a:cubicBezTo>
                    <a:cubicBezTo>
                      <a:pt x="250" y="4147"/>
                      <a:pt x="585" y="4954"/>
                      <a:pt x="1179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82" name="Freeform: Shape 15081">
                <a:extLst>
                  <a:ext uri="{FF2B5EF4-FFF2-40B4-BE49-F238E27FC236}">
                    <a16:creationId xmlns:a16="http://schemas.microsoft.com/office/drawing/2014/main" id="{87DA3F3E-F7D1-578F-7041-5DD18F79B9E6}"/>
                  </a:ext>
                </a:extLst>
              </p:cNvPr>
              <p:cNvSpPr/>
              <p:nvPr/>
            </p:nvSpPr>
            <p:spPr>
              <a:xfrm>
                <a:off x="9587950" y="5171591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60" y="4955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5"/>
                      <a:pt x="1180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83" name="Freeform: Shape 15082">
                <a:extLst>
                  <a:ext uri="{FF2B5EF4-FFF2-40B4-BE49-F238E27FC236}">
                    <a16:creationId xmlns:a16="http://schemas.microsoft.com/office/drawing/2014/main" id="{02EE32E5-11F3-2942-9A9F-66EA114995A9}"/>
                  </a:ext>
                </a:extLst>
              </p:cNvPr>
              <p:cNvSpPr/>
              <p:nvPr/>
            </p:nvSpPr>
            <p:spPr>
              <a:xfrm>
                <a:off x="9589817" y="5171533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49"/>
                    </a:cubicBezTo>
                    <a:cubicBezTo>
                      <a:pt x="6260" y="4955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5"/>
                      <a:pt x="1180" y="5549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84" name="Freeform: Shape 15083">
                <a:extLst>
                  <a:ext uri="{FF2B5EF4-FFF2-40B4-BE49-F238E27FC236}">
                    <a16:creationId xmlns:a16="http://schemas.microsoft.com/office/drawing/2014/main" id="{DDD8F34C-3913-AA6D-499F-1733E6A337DA}"/>
                  </a:ext>
                </a:extLst>
              </p:cNvPr>
              <p:cNvSpPr/>
              <p:nvPr/>
            </p:nvSpPr>
            <p:spPr>
              <a:xfrm>
                <a:off x="9591409" y="5171727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5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4" y="133"/>
                      <a:pt x="3422" y="133"/>
                    </a:cubicBezTo>
                    <a:cubicBezTo>
                      <a:pt x="2581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5"/>
                      <a:pt x="1180" y="5549"/>
                    </a:cubicBezTo>
                    <a:cubicBezTo>
                      <a:pt x="1775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85" name="Freeform: Shape 15084">
                <a:extLst>
                  <a:ext uri="{FF2B5EF4-FFF2-40B4-BE49-F238E27FC236}">
                    <a16:creationId xmlns:a16="http://schemas.microsoft.com/office/drawing/2014/main" id="{2A3C212D-0EA9-2E07-B1AE-F7B596A1644A}"/>
                  </a:ext>
                </a:extLst>
              </p:cNvPr>
              <p:cNvSpPr/>
              <p:nvPr/>
            </p:nvSpPr>
            <p:spPr>
              <a:xfrm>
                <a:off x="9593051" y="517189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0" y="6144"/>
                      <a:pt x="5665" y="5550"/>
                    </a:cubicBezTo>
                    <a:cubicBezTo>
                      <a:pt x="6260" y="4955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4" y="133"/>
                      <a:pt x="3423" y="133"/>
                    </a:cubicBezTo>
                    <a:cubicBezTo>
                      <a:pt x="2581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5"/>
                      <a:pt x="1180" y="5550"/>
                    </a:cubicBezTo>
                    <a:cubicBezTo>
                      <a:pt x="1775" y="6144"/>
                      <a:pt x="2581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86" name="Freeform: Shape 15085">
                <a:extLst>
                  <a:ext uri="{FF2B5EF4-FFF2-40B4-BE49-F238E27FC236}">
                    <a16:creationId xmlns:a16="http://schemas.microsoft.com/office/drawing/2014/main" id="{68CB87D1-AA52-7CD1-9B36-496191251BE2}"/>
                  </a:ext>
                </a:extLst>
              </p:cNvPr>
              <p:cNvSpPr/>
              <p:nvPr/>
            </p:nvSpPr>
            <p:spPr>
              <a:xfrm>
                <a:off x="9594317" y="5172391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87" name="Freeform: Shape 15086">
                <a:extLst>
                  <a:ext uri="{FF2B5EF4-FFF2-40B4-BE49-F238E27FC236}">
                    <a16:creationId xmlns:a16="http://schemas.microsoft.com/office/drawing/2014/main" id="{A23524FD-87E0-D880-89D1-FB9B12E60299}"/>
                  </a:ext>
                </a:extLst>
              </p:cNvPr>
              <p:cNvSpPr/>
              <p:nvPr/>
            </p:nvSpPr>
            <p:spPr>
              <a:xfrm>
                <a:off x="9596535" y="517213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50"/>
                    </a:cubicBezTo>
                    <a:cubicBezTo>
                      <a:pt x="6260" y="4955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5"/>
                      <a:pt x="1180" y="5550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88" name="Freeform: Shape 15087">
                <a:extLst>
                  <a:ext uri="{FF2B5EF4-FFF2-40B4-BE49-F238E27FC236}">
                    <a16:creationId xmlns:a16="http://schemas.microsoft.com/office/drawing/2014/main" id="{AD7C0734-F644-5997-5D4A-A1EB2757E99E}"/>
                  </a:ext>
                </a:extLst>
              </p:cNvPr>
              <p:cNvSpPr/>
              <p:nvPr/>
            </p:nvSpPr>
            <p:spPr>
              <a:xfrm>
                <a:off x="9598283" y="5172277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50"/>
                    </a:cubicBezTo>
                    <a:cubicBezTo>
                      <a:pt x="6260" y="4955"/>
                      <a:pt x="6595" y="4148"/>
                      <a:pt x="6595" y="3306"/>
                    </a:cubicBezTo>
                    <a:cubicBezTo>
                      <a:pt x="6595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1" y="2465"/>
                      <a:pt x="251" y="3306"/>
                    </a:cubicBezTo>
                    <a:cubicBezTo>
                      <a:pt x="251" y="4148"/>
                      <a:pt x="586" y="4955"/>
                      <a:pt x="1180" y="5550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89" name="Freeform: Shape 15088">
                <a:extLst>
                  <a:ext uri="{FF2B5EF4-FFF2-40B4-BE49-F238E27FC236}">
                    <a16:creationId xmlns:a16="http://schemas.microsoft.com/office/drawing/2014/main" id="{79D8D58A-B983-4C61-578C-0CD6389B9D29}"/>
                  </a:ext>
                </a:extLst>
              </p:cNvPr>
              <p:cNvSpPr/>
              <p:nvPr/>
            </p:nvSpPr>
            <p:spPr>
              <a:xfrm>
                <a:off x="9599891" y="517254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2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6" y="5550"/>
                    </a:cubicBezTo>
                    <a:cubicBezTo>
                      <a:pt x="6260" y="4955"/>
                      <a:pt x="6595" y="4148"/>
                      <a:pt x="6595" y="3306"/>
                    </a:cubicBezTo>
                    <a:cubicBezTo>
                      <a:pt x="6595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0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90" name="Freeform: Shape 15089">
                <a:extLst>
                  <a:ext uri="{FF2B5EF4-FFF2-40B4-BE49-F238E27FC236}">
                    <a16:creationId xmlns:a16="http://schemas.microsoft.com/office/drawing/2014/main" id="{3850EECD-E63D-1C8D-99EE-E0ED98170B2E}"/>
                  </a:ext>
                </a:extLst>
              </p:cNvPr>
              <p:cNvSpPr/>
              <p:nvPr/>
            </p:nvSpPr>
            <p:spPr>
              <a:xfrm>
                <a:off x="9602177" y="5172316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91" name="Freeform: Shape 15090">
                <a:extLst>
                  <a:ext uri="{FF2B5EF4-FFF2-40B4-BE49-F238E27FC236}">
                    <a16:creationId xmlns:a16="http://schemas.microsoft.com/office/drawing/2014/main" id="{7EA619E9-7D82-F37E-92FB-9439B740D4E0}"/>
                  </a:ext>
                </a:extLst>
              </p:cNvPr>
              <p:cNvSpPr/>
              <p:nvPr/>
            </p:nvSpPr>
            <p:spPr>
              <a:xfrm>
                <a:off x="9604181" y="517232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3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92" name="Freeform: Shape 15091">
                <a:extLst>
                  <a:ext uri="{FF2B5EF4-FFF2-40B4-BE49-F238E27FC236}">
                    <a16:creationId xmlns:a16="http://schemas.microsoft.com/office/drawing/2014/main" id="{ABF88C2C-93ED-A220-34A0-1ECE77B09737}"/>
                  </a:ext>
                </a:extLst>
              </p:cNvPr>
              <p:cNvSpPr/>
              <p:nvPr/>
            </p:nvSpPr>
            <p:spPr>
              <a:xfrm>
                <a:off x="9606287" y="5172287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4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4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4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93" name="Freeform: Shape 15092">
                <a:extLst>
                  <a:ext uri="{FF2B5EF4-FFF2-40B4-BE49-F238E27FC236}">
                    <a16:creationId xmlns:a16="http://schemas.microsoft.com/office/drawing/2014/main" id="{A923FC97-88FC-2D4E-AF13-390957996FBB}"/>
                  </a:ext>
                </a:extLst>
              </p:cNvPr>
              <p:cNvSpPr/>
              <p:nvPr/>
            </p:nvSpPr>
            <p:spPr>
              <a:xfrm>
                <a:off x="9608352" y="5172304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94" name="Freeform: Shape 15093">
                <a:extLst>
                  <a:ext uri="{FF2B5EF4-FFF2-40B4-BE49-F238E27FC236}">
                    <a16:creationId xmlns:a16="http://schemas.microsoft.com/office/drawing/2014/main" id="{3F83C151-5365-A234-0B08-172C3EF5C457}"/>
                  </a:ext>
                </a:extLst>
              </p:cNvPr>
              <p:cNvSpPr/>
              <p:nvPr/>
            </p:nvSpPr>
            <p:spPr>
              <a:xfrm>
                <a:off x="9610422" y="5172341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5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8"/>
                      <a:pt x="587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95" name="Freeform: Shape 15094">
                <a:extLst>
                  <a:ext uri="{FF2B5EF4-FFF2-40B4-BE49-F238E27FC236}">
                    <a16:creationId xmlns:a16="http://schemas.microsoft.com/office/drawing/2014/main" id="{85EE7812-D176-0DAE-5AC5-4DD25CE06654}"/>
                  </a:ext>
                </a:extLst>
              </p:cNvPr>
              <p:cNvSpPr/>
              <p:nvPr/>
            </p:nvSpPr>
            <p:spPr>
              <a:xfrm>
                <a:off x="9612498" y="5172399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3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1" y="4955"/>
                      <a:pt x="6596" y="4148"/>
                      <a:pt x="6596" y="3306"/>
                    </a:cubicBezTo>
                    <a:cubicBezTo>
                      <a:pt x="6596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96" name="Freeform: Shape 15095">
                <a:extLst>
                  <a:ext uri="{FF2B5EF4-FFF2-40B4-BE49-F238E27FC236}">
                    <a16:creationId xmlns:a16="http://schemas.microsoft.com/office/drawing/2014/main" id="{924CBD5B-9813-BBAD-2298-D14376E37725}"/>
                  </a:ext>
                </a:extLst>
              </p:cNvPr>
              <p:cNvSpPr/>
              <p:nvPr/>
            </p:nvSpPr>
            <p:spPr>
              <a:xfrm>
                <a:off x="9614728" y="5172372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97" name="Freeform: Shape 15096">
                <a:extLst>
                  <a:ext uri="{FF2B5EF4-FFF2-40B4-BE49-F238E27FC236}">
                    <a16:creationId xmlns:a16="http://schemas.microsoft.com/office/drawing/2014/main" id="{AEF9A76A-05A0-9B77-170A-EA14DF9CD959}"/>
                  </a:ext>
                </a:extLst>
              </p:cNvPr>
              <p:cNvSpPr/>
              <p:nvPr/>
            </p:nvSpPr>
            <p:spPr>
              <a:xfrm>
                <a:off x="9616666" y="5172578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6" y="6479"/>
                      <a:pt x="5072" y="6145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6" y="133"/>
                      <a:pt x="3424" y="133"/>
                    </a:cubicBezTo>
                    <a:cubicBezTo>
                      <a:pt x="2583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7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98" name="Freeform: Shape 15097">
                <a:extLst>
                  <a:ext uri="{FF2B5EF4-FFF2-40B4-BE49-F238E27FC236}">
                    <a16:creationId xmlns:a16="http://schemas.microsoft.com/office/drawing/2014/main" id="{3A9BB7AD-3AA8-8AFF-6612-FADDF5192F47}"/>
                  </a:ext>
                </a:extLst>
              </p:cNvPr>
              <p:cNvSpPr/>
              <p:nvPr/>
            </p:nvSpPr>
            <p:spPr>
              <a:xfrm>
                <a:off x="9619158" y="5172421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2" y="6145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6" y="133"/>
                      <a:pt x="3425" y="133"/>
                    </a:cubicBezTo>
                    <a:cubicBezTo>
                      <a:pt x="2583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7" y="6145"/>
                      <a:pt x="2583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099" name="Freeform: Shape 15098">
                <a:extLst>
                  <a:ext uri="{FF2B5EF4-FFF2-40B4-BE49-F238E27FC236}">
                    <a16:creationId xmlns:a16="http://schemas.microsoft.com/office/drawing/2014/main" id="{0BC6DB71-29FA-C50B-D964-F09898BD35CA}"/>
                  </a:ext>
                </a:extLst>
              </p:cNvPr>
              <p:cNvSpPr/>
              <p:nvPr/>
            </p:nvSpPr>
            <p:spPr>
              <a:xfrm>
                <a:off x="9621709" y="5172256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4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7" y="6144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00" name="Freeform: Shape 15099">
                <a:extLst>
                  <a:ext uri="{FF2B5EF4-FFF2-40B4-BE49-F238E27FC236}">
                    <a16:creationId xmlns:a16="http://schemas.microsoft.com/office/drawing/2014/main" id="{56FE3DB1-1E5D-E95A-E433-2CF326537FD4}"/>
                  </a:ext>
                </a:extLst>
              </p:cNvPr>
              <p:cNvSpPr/>
              <p:nvPr/>
            </p:nvSpPr>
            <p:spPr>
              <a:xfrm>
                <a:off x="9624066" y="5172254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4"/>
                      <a:pt x="5668" y="5550"/>
                    </a:cubicBezTo>
                    <a:cubicBezTo>
                      <a:pt x="6262" y="4955"/>
                      <a:pt x="6597" y="4148"/>
                      <a:pt x="6597" y="3306"/>
                    </a:cubicBezTo>
                    <a:cubicBezTo>
                      <a:pt x="6597" y="2465"/>
                      <a:pt x="6262" y="1658"/>
                      <a:pt x="5668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2" y="1063"/>
                    </a:cubicBezTo>
                    <a:cubicBezTo>
                      <a:pt x="588" y="1658"/>
                      <a:pt x="253" y="2465"/>
                      <a:pt x="253" y="3306"/>
                    </a:cubicBezTo>
                    <a:cubicBezTo>
                      <a:pt x="253" y="4148"/>
                      <a:pt x="588" y="4955"/>
                      <a:pt x="1182" y="5550"/>
                    </a:cubicBezTo>
                    <a:cubicBezTo>
                      <a:pt x="1777" y="6144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01" name="Freeform: Shape 15100">
                <a:extLst>
                  <a:ext uri="{FF2B5EF4-FFF2-40B4-BE49-F238E27FC236}">
                    <a16:creationId xmlns:a16="http://schemas.microsoft.com/office/drawing/2014/main" id="{3C8DD61F-EBB6-E4B1-6C64-0A5DF4B7C76D}"/>
                  </a:ext>
                </a:extLst>
              </p:cNvPr>
              <p:cNvSpPr/>
              <p:nvPr/>
            </p:nvSpPr>
            <p:spPr>
              <a:xfrm>
                <a:off x="9626684" y="5172107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4"/>
                      <a:pt x="5668" y="5550"/>
                    </a:cubicBezTo>
                    <a:cubicBezTo>
                      <a:pt x="6263" y="4955"/>
                      <a:pt x="6597" y="4147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7"/>
                      <a:pt x="588" y="4955"/>
                      <a:pt x="1183" y="5550"/>
                    </a:cubicBezTo>
                    <a:cubicBezTo>
                      <a:pt x="1777" y="6144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02" name="Freeform: Shape 15101">
                <a:extLst>
                  <a:ext uri="{FF2B5EF4-FFF2-40B4-BE49-F238E27FC236}">
                    <a16:creationId xmlns:a16="http://schemas.microsoft.com/office/drawing/2014/main" id="{CB32A024-4C85-0F4C-E38C-A8A8CF1697A5}"/>
                  </a:ext>
                </a:extLst>
              </p:cNvPr>
              <p:cNvSpPr/>
              <p:nvPr/>
            </p:nvSpPr>
            <p:spPr>
              <a:xfrm>
                <a:off x="9629157" y="5172088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4"/>
                      <a:pt x="5668" y="5550"/>
                    </a:cubicBezTo>
                    <a:cubicBezTo>
                      <a:pt x="6263" y="4955"/>
                      <a:pt x="6597" y="4147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8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7"/>
                      <a:pt x="588" y="4955"/>
                      <a:pt x="1183" y="5550"/>
                    </a:cubicBezTo>
                    <a:cubicBezTo>
                      <a:pt x="1778" y="6144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03" name="Freeform: Shape 15102">
                <a:extLst>
                  <a:ext uri="{FF2B5EF4-FFF2-40B4-BE49-F238E27FC236}">
                    <a16:creationId xmlns:a16="http://schemas.microsoft.com/office/drawing/2014/main" id="{B47266A6-AB4C-D2D2-AC43-A69D6634C8C2}"/>
                  </a:ext>
                </a:extLst>
              </p:cNvPr>
              <p:cNvSpPr/>
              <p:nvPr/>
            </p:nvSpPr>
            <p:spPr>
              <a:xfrm>
                <a:off x="9631841" y="5171963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3" y="6144"/>
                      <a:pt x="5668" y="5550"/>
                    </a:cubicBezTo>
                    <a:cubicBezTo>
                      <a:pt x="6263" y="4955"/>
                      <a:pt x="6597" y="4147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3" y="468"/>
                      <a:pt x="4267" y="133"/>
                      <a:pt x="3426" y="133"/>
                    </a:cubicBezTo>
                    <a:cubicBezTo>
                      <a:pt x="2584" y="133"/>
                      <a:pt x="1778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7"/>
                      <a:pt x="588" y="4955"/>
                      <a:pt x="1183" y="5550"/>
                    </a:cubicBezTo>
                    <a:cubicBezTo>
                      <a:pt x="1778" y="6144"/>
                      <a:pt x="2584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04" name="Freeform: Shape 15103">
                <a:extLst>
                  <a:ext uri="{FF2B5EF4-FFF2-40B4-BE49-F238E27FC236}">
                    <a16:creationId xmlns:a16="http://schemas.microsoft.com/office/drawing/2014/main" id="{F57BCFB3-FF9C-44A3-7CB8-7E0270282CD7}"/>
                  </a:ext>
                </a:extLst>
              </p:cNvPr>
              <p:cNvSpPr/>
              <p:nvPr/>
            </p:nvSpPr>
            <p:spPr>
              <a:xfrm>
                <a:off x="9634380" y="5171964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8" y="5550"/>
                    </a:cubicBezTo>
                    <a:cubicBezTo>
                      <a:pt x="6263" y="4955"/>
                      <a:pt x="6597" y="4147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7"/>
                      <a:pt x="588" y="4955"/>
                      <a:pt x="1183" y="5550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05" name="Freeform: Shape 15104">
                <a:extLst>
                  <a:ext uri="{FF2B5EF4-FFF2-40B4-BE49-F238E27FC236}">
                    <a16:creationId xmlns:a16="http://schemas.microsoft.com/office/drawing/2014/main" id="{A23487DF-B3C2-7A26-8D5E-59B271ED49D5}"/>
                  </a:ext>
                </a:extLst>
              </p:cNvPr>
              <p:cNvSpPr/>
              <p:nvPr/>
            </p:nvSpPr>
            <p:spPr>
              <a:xfrm>
                <a:off x="9637132" y="5171862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9 w 6343"/>
                  <a:gd name="connsiteY1" fmla="*/ 5550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9" y="5550"/>
                    </a:cubicBezTo>
                    <a:cubicBezTo>
                      <a:pt x="6263" y="4955"/>
                      <a:pt x="6598" y="4147"/>
                      <a:pt x="6598" y="3306"/>
                    </a:cubicBezTo>
                    <a:cubicBezTo>
                      <a:pt x="6598" y="2465"/>
                      <a:pt x="6263" y="1658"/>
                      <a:pt x="5669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3" y="1063"/>
                    </a:cubicBezTo>
                    <a:cubicBezTo>
                      <a:pt x="589" y="1658"/>
                      <a:pt x="254" y="2465"/>
                      <a:pt x="254" y="3306"/>
                    </a:cubicBezTo>
                    <a:cubicBezTo>
                      <a:pt x="254" y="4147"/>
                      <a:pt x="589" y="4955"/>
                      <a:pt x="1183" y="5550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06" name="Freeform: Shape 15105">
                <a:extLst>
                  <a:ext uri="{FF2B5EF4-FFF2-40B4-BE49-F238E27FC236}">
                    <a16:creationId xmlns:a16="http://schemas.microsoft.com/office/drawing/2014/main" id="{D8E99EDC-A5E4-3C6F-4054-233265C40102}"/>
                  </a:ext>
                </a:extLst>
              </p:cNvPr>
              <p:cNvSpPr/>
              <p:nvPr/>
            </p:nvSpPr>
            <p:spPr>
              <a:xfrm>
                <a:off x="9640512" y="5171402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6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9" y="5549"/>
                    </a:cubicBezTo>
                    <a:cubicBezTo>
                      <a:pt x="6264" y="4955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5"/>
                      <a:pt x="1184" y="5549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07" name="Freeform: Shape 15106">
                <a:extLst>
                  <a:ext uri="{FF2B5EF4-FFF2-40B4-BE49-F238E27FC236}">
                    <a16:creationId xmlns:a16="http://schemas.microsoft.com/office/drawing/2014/main" id="{CCF01E8F-D011-C0AB-1573-62C93B664BB7}"/>
                  </a:ext>
                </a:extLst>
              </p:cNvPr>
              <p:cNvSpPr/>
              <p:nvPr/>
            </p:nvSpPr>
            <p:spPr>
              <a:xfrm>
                <a:off x="9643387" y="5171298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7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4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4" y="468"/>
                      <a:pt x="4268" y="133"/>
                      <a:pt x="3427" y="133"/>
                    </a:cubicBezTo>
                    <a:cubicBezTo>
                      <a:pt x="2585" y="133"/>
                      <a:pt x="1779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5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08" name="Freeform: Shape 15107">
                <a:extLst>
                  <a:ext uri="{FF2B5EF4-FFF2-40B4-BE49-F238E27FC236}">
                    <a16:creationId xmlns:a16="http://schemas.microsoft.com/office/drawing/2014/main" id="{52CA89B7-10D9-94AE-490A-38A1BB277C3E}"/>
                  </a:ext>
                </a:extLst>
              </p:cNvPr>
              <p:cNvSpPr/>
              <p:nvPr/>
            </p:nvSpPr>
            <p:spPr>
              <a:xfrm>
                <a:off x="9646842" y="5170877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7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09" name="Freeform: Shape 15108">
                <a:extLst>
                  <a:ext uri="{FF2B5EF4-FFF2-40B4-BE49-F238E27FC236}">
                    <a16:creationId xmlns:a16="http://schemas.microsoft.com/office/drawing/2014/main" id="{D2E099DF-00B3-6B6B-45C9-3525DDE6E755}"/>
                  </a:ext>
                </a:extLst>
              </p:cNvPr>
              <p:cNvSpPr/>
              <p:nvPr/>
            </p:nvSpPr>
            <p:spPr>
              <a:xfrm>
                <a:off x="9649944" y="5170713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3 h 6345"/>
                  <a:gd name="connsiteX4" fmla="*/ 3427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70" y="5549"/>
                    </a:cubicBezTo>
                    <a:cubicBezTo>
                      <a:pt x="6264" y="4954"/>
                      <a:pt x="6599" y="4147"/>
                      <a:pt x="6599" y="3306"/>
                    </a:cubicBezTo>
                    <a:cubicBezTo>
                      <a:pt x="6599" y="2465"/>
                      <a:pt x="6264" y="1657"/>
                      <a:pt x="5670" y="1063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4" y="1063"/>
                    </a:cubicBezTo>
                    <a:cubicBezTo>
                      <a:pt x="590" y="1657"/>
                      <a:pt x="255" y="2465"/>
                      <a:pt x="255" y="3306"/>
                    </a:cubicBezTo>
                    <a:cubicBezTo>
                      <a:pt x="255" y="4147"/>
                      <a:pt x="590" y="4954"/>
                      <a:pt x="1184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10" name="Freeform: Shape 15109">
                <a:extLst>
                  <a:ext uri="{FF2B5EF4-FFF2-40B4-BE49-F238E27FC236}">
                    <a16:creationId xmlns:a16="http://schemas.microsoft.com/office/drawing/2014/main" id="{AEB79890-2F92-FBB7-F37D-63D5D5CFE698}"/>
                  </a:ext>
                </a:extLst>
              </p:cNvPr>
              <p:cNvSpPr/>
              <p:nvPr/>
            </p:nvSpPr>
            <p:spPr>
              <a:xfrm>
                <a:off x="9653161" y="5170521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3 h 6345"/>
                  <a:gd name="connsiteX4" fmla="*/ 3427 w 6343"/>
                  <a:gd name="connsiteY4" fmla="*/ 133 h 6345"/>
                  <a:gd name="connsiteX5" fmla="*/ 1185 w 6343"/>
                  <a:gd name="connsiteY5" fmla="*/ 1063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5"/>
                      <a:pt x="6265" y="1657"/>
                      <a:pt x="5670" y="1063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5" y="1063"/>
                    </a:cubicBezTo>
                    <a:cubicBezTo>
                      <a:pt x="590" y="1657"/>
                      <a:pt x="256" y="2465"/>
                      <a:pt x="256" y="3306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11" name="Freeform: Shape 15110">
                <a:extLst>
                  <a:ext uri="{FF2B5EF4-FFF2-40B4-BE49-F238E27FC236}">
                    <a16:creationId xmlns:a16="http://schemas.microsoft.com/office/drawing/2014/main" id="{845A4A9A-4C56-0FCE-8332-AE400D1D9991}"/>
                  </a:ext>
                </a:extLst>
              </p:cNvPr>
              <p:cNvSpPr/>
              <p:nvPr/>
            </p:nvSpPr>
            <p:spPr>
              <a:xfrm>
                <a:off x="9656178" y="5170486"/>
                <a:ext cx="6343" cy="6345"/>
              </a:xfrm>
              <a:custGeom>
                <a:avLst/>
                <a:gdLst>
                  <a:gd name="connsiteX0" fmla="*/ 3428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3 h 6345"/>
                  <a:gd name="connsiteX4" fmla="*/ 3428 w 6343"/>
                  <a:gd name="connsiteY4" fmla="*/ 133 h 6345"/>
                  <a:gd name="connsiteX5" fmla="*/ 1185 w 6343"/>
                  <a:gd name="connsiteY5" fmla="*/ 1063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9"/>
                    </a:moveTo>
                    <a:cubicBezTo>
                      <a:pt x="4269" y="6479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5"/>
                      <a:pt x="6265" y="1657"/>
                      <a:pt x="5670" y="1063"/>
                    </a:cubicBezTo>
                    <a:cubicBezTo>
                      <a:pt x="5075" y="468"/>
                      <a:pt x="4269" y="133"/>
                      <a:pt x="3428" y="133"/>
                    </a:cubicBezTo>
                    <a:cubicBezTo>
                      <a:pt x="2586" y="133"/>
                      <a:pt x="1780" y="468"/>
                      <a:pt x="1185" y="1063"/>
                    </a:cubicBezTo>
                    <a:cubicBezTo>
                      <a:pt x="590" y="1657"/>
                      <a:pt x="256" y="2465"/>
                      <a:pt x="256" y="3306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6" y="6479"/>
                      <a:pt x="342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12" name="Freeform: Shape 15111">
                <a:extLst>
                  <a:ext uri="{FF2B5EF4-FFF2-40B4-BE49-F238E27FC236}">
                    <a16:creationId xmlns:a16="http://schemas.microsoft.com/office/drawing/2014/main" id="{33825B3C-15D9-5651-6189-22C487E75FF6}"/>
                  </a:ext>
                </a:extLst>
              </p:cNvPr>
              <p:cNvSpPr/>
              <p:nvPr/>
            </p:nvSpPr>
            <p:spPr>
              <a:xfrm>
                <a:off x="9660258" y="5169877"/>
                <a:ext cx="6343" cy="6345"/>
              </a:xfrm>
              <a:custGeom>
                <a:avLst/>
                <a:gdLst>
                  <a:gd name="connsiteX0" fmla="*/ 3428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9"/>
                    </a:moveTo>
                    <a:cubicBezTo>
                      <a:pt x="4269" y="6479"/>
                      <a:pt x="5076" y="6144"/>
                      <a:pt x="5670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6" y="468"/>
                      <a:pt x="4269" y="133"/>
                      <a:pt x="3428" y="133"/>
                    </a:cubicBezTo>
                    <a:cubicBezTo>
                      <a:pt x="2587" y="133"/>
                      <a:pt x="1780" y="468"/>
                      <a:pt x="1185" y="1062"/>
                    </a:cubicBezTo>
                    <a:cubicBezTo>
                      <a:pt x="590" y="1657"/>
                      <a:pt x="256" y="2464"/>
                      <a:pt x="256" y="3306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7" y="6479"/>
                      <a:pt x="342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13" name="Freeform: Shape 15112">
                <a:extLst>
                  <a:ext uri="{FF2B5EF4-FFF2-40B4-BE49-F238E27FC236}">
                    <a16:creationId xmlns:a16="http://schemas.microsoft.com/office/drawing/2014/main" id="{7CF0CE07-3C9E-5D3A-EAE4-FB9EF7D0CED7}"/>
                  </a:ext>
                </a:extLst>
              </p:cNvPr>
              <p:cNvSpPr/>
              <p:nvPr/>
            </p:nvSpPr>
            <p:spPr>
              <a:xfrm>
                <a:off x="9664036" y="5169493"/>
                <a:ext cx="6343" cy="6345"/>
              </a:xfrm>
              <a:custGeom>
                <a:avLst/>
                <a:gdLst>
                  <a:gd name="connsiteX0" fmla="*/ 3428 w 6343"/>
                  <a:gd name="connsiteY0" fmla="*/ 6479 h 6345"/>
                  <a:gd name="connsiteX1" fmla="*/ 5671 w 6343"/>
                  <a:gd name="connsiteY1" fmla="*/ 5549 h 6345"/>
                  <a:gd name="connsiteX2" fmla="*/ 6600 w 6343"/>
                  <a:gd name="connsiteY2" fmla="*/ 3306 h 6345"/>
                  <a:gd name="connsiteX3" fmla="*/ 5671 w 6343"/>
                  <a:gd name="connsiteY3" fmla="*/ 1062 h 6345"/>
                  <a:gd name="connsiteX4" fmla="*/ 3428 w 6343"/>
                  <a:gd name="connsiteY4" fmla="*/ 133 h 6345"/>
                  <a:gd name="connsiteX5" fmla="*/ 1186 w 6343"/>
                  <a:gd name="connsiteY5" fmla="*/ 1062 h 6345"/>
                  <a:gd name="connsiteX6" fmla="*/ 257 w 6343"/>
                  <a:gd name="connsiteY6" fmla="*/ 3306 h 6345"/>
                  <a:gd name="connsiteX7" fmla="*/ 1186 w 6343"/>
                  <a:gd name="connsiteY7" fmla="*/ 5549 h 6345"/>
                  <a:gd name="connsiteX8" fmla="*/ 342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9"/>
                    </a:moveTo>
                    <a:cubicBezTo>
                      <a:pt x="4269" y="6479"/>
                      <a:pt x="5076" y="6144"/>
                      <a:pt x="5671" y="5549"/>
                    </a:cubicBezTo>
                    <a:cubicBezTo>
                      <a:pt x="6266" y="4954"/>
                      <a:pt x="6600" y="4147"/>
                      <a:pt x="6600" y="3306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6" y="1062"/>
                    </a:cubicBezTo>
                    <a:cubicBezTo>
                      <a:pt x="591" y="1657"/>
                      <a:pt x="257" y="2464"/>
                      <a:pt x="257" y="3306"/>
                    </a:cubicBezTo>
                    <a:cubicBezTo>
                      <a:pt x="257" y="4147"/>
                      <a:pt x="591" y="4954"/>
                      <a:pt x="1186" y="5549"/>
                    </a:cubicBezTo>
                    <a:cubicBezTo>
                      <a:pt x="1780" y="6144"/>
                      <a:pt x="2587" y="6479"/>
                      <a:pt x="342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14" name="Freeform: Shape 15113">
                <a:extLst>
                  <a:ext uri="{FF2B5EF4-FFF2-40B4-BE49-F238E27FC236}">
                    <a16:creationId xmlns:a16="http://schemas.microsoft.com/office/drawing/2014/main" id="{66ECF5B4-E353-0F50-5E27-8854CA25DCC7}"/>
                  </a:ext>
                </a:extLst>
              </p:cNvPr>
              <p:cNvSpPr/>
              <p:nvPr/>
            </p:nvSpPr>
            <p:spPr>
              <a:xfrm>
                <a:off x="9690488" y="5531289"/>
                <a:ext cx="6343" cy="6345"/>
              </a:xfrm>
              <a:custGeom>
                <a:avLst/>
                <a:gdLst>
                  <a:gd name="connsiteX0" fmla="*/ 3430 w 6343"/>
                  <a:gd name="connsiteY0" fmla="*/ 6507 h 6345"/>
                  <a:gd name="connsiteX1" fmla="*/ 5673 w 6343"/>
                  <a:gd name="connsiteY1" fmla="*/ 5578 h 6345"/>
                  <a:gd name="connsiteX2" fmla="*/ 6602 w 6343"/>
                  <a:gd name="connsiteY2" fmla="*/ 3334 h 6345"/>
                  <a:gd name="connsiteX3" fmla="*/ 5673 w 6343"/>
                  <a:gd name="connsiteY3" fmla="*/ 1091 h 6345"/>
                  <a:gd name="connsiteX4" fmla="*/ 3430 w 6343"/>
                  <a:gd name="connsiteY4" fmla="*/ 162 h 6345"/>
                  <a:gd name="connsiteX5" fmla="*/ 1188 w 6343"/>
                  <a:gd name="connsiteY5" fmla="*/ 1091 h 6345"/>
                  <a:gd name="connsiteX6" fmla="*/ 259 w 6343"/>
                  <a:gd name="connsiteY6" fmla="*/ 3334 h 6345"/>
                  <a:gd name="connsiteX7" fmla="*/ 1188 w 6343"/>
                  <a:gd name="connsiteY7" fmla="*/ 5578 h 6345"/>
                  <a:gd name="connsiteX8" fmla="*/ 343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7"/>
                    </a:moveTo>
                    <a:cubicBezTo>
                      <a:pt x="4271" y="6507"/>
                      <a:pt x="5078" y="6173"/>
                      <a:pt x="5673" y="5578"/>
                    </a:cubicBezTo>
                    <a:cubicBezTo>
                      <a:pt x="6268" y="4983"/>
                      <a:pt x="6602" y="4176"/>
                      <a:pt x="6602" y="3334"/>
                    </a:cubicBezTo>
                    <a:cubicBezTo>
                      <a:pt x="6602" y="2493"/>
                      <a:pt x="6268" y="1686"/>
                      <a:pt x="5673" y="1091"/>
                    </a:cubicBezTo>
                    <a:cubicBezTo>
                      <a:pt x="5078" y="496"/>
                      <a:pt x="4271" y="162"/>
                      <a:pt x="3430" y="162"/>
                    </a:cubicBezTo>
                    <a:cubicBezTo>
                      <a:pt x="2589" y="162"/>
                      <a:pt x="1782" y="496"/>
                      <a:pt x="1188" y="1091"/>
                    </a:cubicBezTo>
                    <a:cubicBezTo>
                      <a:pt x="593" y="1686"/>
                      <a:pt x="259" y="2493"/>
                      <a:pt x="259" y="3334"/>
                    </a:cubicBezTo>
                    <a:cubicBezTo>
                      <a:pt x="259" y="4176"/>
                      <a:pt x="593" y="4983"/>
                      <a:pt x="1188" y="5578"/>
                    </a:cubicBezTo>
                    <a:cubicBezTo>
                      <a:pt x="1782" y="6173"/>
                      <a:pt x="2589" y="6507"/>
                      <a:pt x="343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15" name="Freeform: Shape 15114">
                <a:extLst>
                  <a:ext uri="{FF2B5EF4-FFF2-40B4-BE49-F238E27FC236}">
                    <a16:creationId xmlns:a16="http://schemas.microsoft.com/office/drawing/2014/main" id="{D7E1C345-BC7F-03E2-B31B-5483169CBC98}"/>
                  </a:ext>
                </a:extLst>
              </p:cNvPr>
              <p:cNvSpPr/>
              <p:nvPr/>
            </p:nvSpPr>
            <p:spPr>
              <a:xfrm>
                <a:off x="9688636" y="5532412"/>
                <a:ext cx="6343" cy="6345"/>
              </a:xfrm>
              <a:custGeom>
                <a:avLst/>
                <a:gdLst>
                  <a:gd name="connsiteX0" fmla="*/ 3430 w 6343"/>
                  <a:gd name="connsiteY0" fmla="*/ 6507 h 6345"/>
                  <a:gd name="connsiteX1" fmla="*/ 5673 w 6343"/>
                  <a:gd name="connsiteY1" fmla="*/ 5578 h 6345"/>
                  <a:gd name="connsiteX2" fmla="*/ 6602 w 6343"/>
                  <a:gd name="connsiteY2" fmla="*/ 3334 h 6345"/>
                  <a:gd name="connsiteX3" fmla="*/ 5673 w 6343"/>
                  <a:gd name="connsiteY3" fmla="*/ 1091 h 6345"/>
                  <a:gd name="connsiteX4" fmla="*/ 3430 w 6343"/>
                  <a:gd name="connsiteY4" fmla="*/ 162 h 6345"/>
                  <a:gd name="connsiteX5" fmla="*/ 1187 w 6343"/>
                  <a:gd name="connsiteY5" fmla="*/ 1091 h 6345"/>
                  <a:gd name="connsiteX6" fmla="*/ 259 w 6343"/>
                  <a:gd name="connsiteY6" fmla="*/ 3334 h 6345"/>
                  <a:gd name="connsiteX7" fmla="*/ 1187 w 6343"/>
                  <a:gd name="connsiteY7" fmla="*/ 5578 h 6345"/>
                  <a:gd name="connsiteX8" fmla="*/ 343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7"/>
                    </a:moveTo>
                    <a:cubicBezTo>
                      <a:pt x="4271" y="6507"/>
                      <a:pt x="5078" y="6173"/>
                      <a:pt x="5673" y="5578"/>
                    </a:cubicBezTo>
                    <a:cubicBezTo>
                      <a:pt x="6267" y="4983"/>
                      <a:pt x="6602" y="4176"/>
                      <a:pt x="6602" y="3334"/>
                    </a:cubicBezTo>
                    <a:cubicBezTo>
                      <a:pt x="6602" y="2493"/>
                      <a:pt x="6267" y="1686"/>
                      <a:pt x="5673" y="1091"/>
                    </a:cubicBezTo>
                    <a:cubicBezTo>
                      <a:pt x="5078" y="496"/>
                      <a:pt x="4271" y="162"/>
                      <a:pt x="3430" y="162"/>
                    </a:cubicBezTo>
                    <a:cubicBezTo>
                      <a:pt x="2589" y="162"/>
                      <a:pt x="1782" y="496"/>
                      <a:pt x="1187" y="1091"/>
                    </a:cubicBezTo>
                    <a:cubicBezTo>
                      <a:pt x="593" y="1686"/>
                      <a:pt x="259" y="2493"/>
                      <a:pt x="259" y="3334"/>
                    </a:cubicBezTo>
                    <a:cubicBezTo>
                      <a:pt x="259" y="4176"/>
                      <a:pt x="593" y="4983"/>
                      <a:pt x="1187" y="5578"/>
                    </a:cubicBezTo>
                    <a:cubicBezTo>
                      <a:pt x="1782" y="6173"/>
                      <a:pt x="2589" y="6507"/>
                      <a:pt x="343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16" name="Freeform: Shape 15115">
                <a:extLst>
                  <a:ext uri="{FF2B5EF4-FFF2-40B4-BE49-F238E27FC236}">
                    <a16:creationId xmlns:a16="http://schemas.microsoft.com/office/drawing/2014/main" id="{CBDE872D-0726-4DDE-7A92-728500D80B62}"/>
                  </a:ext>
                </a:extLst>
              </p:cNvPr>
              <p:cNvSpPr/>
              <p:nvPr/>
            </p:nvSpPr>
            <p:spPr>
              <a:xfrm>
                <a:off x="9687299" y="5534036"/>
                <a:ext cx="6343" cy="6345"/>
              </a:xfrm>
              <a:custGeom>
                <a:avLst/>
                <a:gdLst>
                  <a:gd name="connsiteX0" fmla="*/ 3430 w 6343"/>
                  <a:gd name="connsiteY0" fmla="*/ 6507 h 6345"/>
                  <a:gd name="connsiteX1" fmla="*/ 5673 w 6343"/>
                  <a:gd name="connsiteY1" fmla="*/ 5578 h 6345"/>
                  <a:gd name="connsiteX2" fmla="*/ 6602 w 6343"/>
                  <a:gd name="connsiteY2" fmla="*/ 3335 h 6345"/>
                  <a:gd name="connsiteX3" fmla="*/ 5673 w 6343"/>
                  <a:gd name="connsiteY3" fmla="*/ 1091 h 6345"/>
                  <a:gd name="connsiteX4" fmla="*/ 3430 w 6343"/>
                  <a:gd name="connsiteY4" fmla="*/ 162 h 6345"/>
                  <a:gd name="connsiteX5" fmla="*/ 1187 w 6343"/>
                  <a:gd name="connsiteY5" fmla="*/ 1091 h 6345"/>
                  <a:gd name="connsiteX6" fmla="*/ 258 w 6343"/>
                  <a:gd name="connsiteY6" fmla="*/ 3335 h 6345"/>
                  <a:gd name="connsiteX7" fmla="*/ 1187 w 6343"/>
                  <a:gd name="connsiteY7" fmla="*/ 5578 h 6345"/>
                  <a:gd name="connsiteX8" fmla="*/ 343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7"/>
                    </a:moveTo>
                    <a:cubicBezTo>
                      <a:pt x="4271" y="6507"/>
                      <a:pt x="5078" y="6173"/>
                      <a:pt x="5673" y="5578"/>
                    </a:cubicBezTo>
                    <a:cubicBezTo>
                      <a:pt x="6267" y="4983"/>
                      <a:pt x="6602" y="4176"/>
                      <a:pt x="6602" y="3335"/>
                    </a:cubicBezTo>
                    <a:cubicBezTo>
                      <a:pt x="6602" y="2493"/>
                      <a:pt x="6267" y="1686"/>
                      <a:pt x="5673" y="1091"/>
                    </a:cubicBezTo>
                    <a:cubicBezTo>
                      <a:pt x="5078" y="496"/>
                      <a:pt x="4271" y="162"/>
                      <a:pt x="3430" y="162"/>
                    </a:cubicBezTo>
                    <a:cubicBezTo>
                      <a:pt x="2589" y="162"/>
                      <a:pt x="1782" y="496"/>
                      <a:pt x="1187" y="1091"/>
                    </a:cubicBezTo>
                    <a:cubicBezTo>
                      <a:pt x="593" y="1686"/>
                      <a:pt x="258" y="2493"/>
                      <a:pt x="258" y="3335"/>
                    </a:cubicBezTo>
                    <a:cubicBezTo>
                      <a:pt x="258" y="4176"/>
                      <a:pt x="593" y="4983"/>
                      <a:pt x="1187" y="5578"/>
                    </a:cubicBezTo>
                    <a:cubicBezTo>
                      <a:pt x="1782" y="6173"/>
                      <a:pt x="2589" y="6507"/>
                      <a:pt x="343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17" name="Freeform: Shape 15116">
                <a:extLst>
                  <a:ext uri="{FF2B5EF4-FFF2-40B4-BE49-F238E27FC236}">
                    <a16:creationId xmlns:a16="http://schemas.microsoft.com/office/drawing/2014/main" id="{2861BA37-ABD5-A045-6A64-54A33E3640EC}"/>
                  </a:ext>
                </a:extLst>
              </p:cNvPr>
              <p:cNvSpPr/>
              <p:nvPr/>
            </p:nvSpPr>
            <p:spPr>
              <a:xfrm>
                <a:off x="9685435" y="5535134"/>
                <a:ext cx="6343" cy="6345"/>
              </a:xfrm>
              <a:custGeom>
                <a:avLst/>
                <a:gdLst>
                  <a:gd name="connsiteX0" fmla="*/ 3430 w 6343"/>
                  <a:gd name="connsiteY0" fmla="*/ 6507 h 6345"/>
                  <a:gd name="connsiteX1" fmla="*/ 5672 w 6343"/>
                  <a:gd name="connsiteY1" fmla="*/ 5578 h 6345"/>
                  <a:gd name="connsiteX2" fmla="*/ 6601 w 6343"/>
                  <a:gd name="connsiteY2" fmla="*/ 3335 h 6345"/>
                  <a:gd name="connsiteX3" fmla="*/ 5672 w 6343"/>
                  <a:gd name="connsiteY3" fmla="*/ 1091 h 6345"/>
                  <a:gd name="connsiteX4" fmla="*/ 3430 w 6343"/>
                  <a:gd name="connsiteY4" fmla="*/ 162 h 6345"/>
                  <a:gd name="connsiteX5" fmla="*/ 1187 w 6343"/>
                  <a:gd name="connsiteY5" fmla="*/ 1091 h 6345"/>
                  <a:gd name="connsiteX6" fmla="*/ 258 w 6343"/>
                  <a:gd name="connsiteY6" fmla="*/ 3335 h 6345"/>
                  <a:gd name="connsiteX7" fmla="*/ 1187 w 6343"/>
                  <a:gd name="connsiteY7" fmla="*/ 5578 h 6345"/>
                  <a:gd name="connsiteX8" fmla="*/ 343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7"/>
                    </a:moveTo>
                    <a:cubicBezTo>
                      <a:pt x="4271" y="6507"/>
                      <a:pt x="5078" y="6173"/>
                      <a:pt x="5672" y="5578"/>
                    </a:cubicBezTo>
                    <a:cubicBezTo>
                      <a:pt x="6267" y="4983"/>
                      <a:pt x="6601" y="4176"/>
                      <a:pt x="6601" y="3335"/>
                    </a:cubicBezTo>
                    <a:cubicBezTo>
                      <a:pt x="6601" y="2493"/>
                      <a:pt x="6267" y="1686"/>
                      <a:pt x="5672" y="1091"/>
                    </a:cubicBezTo>
                    <a:cubicBezTo>
                      <a:pt x="5078" y="496"/>
                      <a:pt x="4271" y="162"/>
                      <a:pt x="3430" y="162"/>
                    </a:cubicBezTo>
                    <a:cubicBezTo>
                      <a:pt x="2589" y="162"/>
                      <a:pt x="1782" y="496"/>
                      <a:pt x="1187" y="1091"/>
                    </a:cubicBezTo>
                    <a:cubicBezTo>
                      <a:pt x="592" y="1686"/>
                      <a:pt x="258" y="2493"/>
                      <a:pt x="258" y="3335"/>
                    </a:cubicBezTo>
                    <a:cubicBezTo>
                      <a:pt x="258" y="4176"/>
                      <a:pt x="592" y="4983"/>
                      <a:pt x="1187" y="5578"/>
                    </a:cubicBezTo>
                    <a:cubicBezTo>
                      <a:pt x="1782" y="6173"/>
                      <a:pt x="2589" y="6507"/>
                      <a:pt x="343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18" name="Freeform: Shape 15117">
                <a:extLst>
                  <a:ext uri="{FF2B5EF4-FFF2-40B4-BE49-F238E27FC236}">
                    <a16:creationId xmlns:a16="http://schemas.microsoft.com/office/drawing/2014/main" id="{E4C3FC6D-32D9-D8EF-AB22-7922AE1412D4}"/>
                  </a:ext>
                </a:extLst>
              </p:cNvPr>
              <p:cNvSpPr/>
              <p:nvPr/>
            </p:nvSpPr>
            <p:spPr>
              <a:xfrm>
                <a:off x="9681170" y="5533792"/>
                <a:ext cx="6343" cy="6345"/>
              </a:xfrm>
              <a:custGeom>
                <a:avLst/>
                <a:gdLst>
                  <a:gd name="connsiteX0" fmla="*/ 3429 w 6343"/>
                  <a:gd name="connsiteY0" fmla="*/ 6507 h 6345"/>
                  <a:gd name="connsiteX1" fmla="*/ 5672 w 6343"/>
                  <a:gd name="connsiteY1" fmla="*/ 5578 h 6345"/>
                  <a:gd name="connsiteX2" fmla="*/ 6601 w 6343"/>
                  <a:gd name="connsiteY2" fmla="*/ 3335 h 6345"/>
                  <a:gd name="connsiteX3" fmla="*/ 5672 w 6343"/>
                  <a:gd name="connsiteY3" fmla="*/ 1091 h 6345"/>
                  <a:gd name="connsiteX4" fmla="*/ 3429 w 6343"/>
                  <a:gd name="connsiteY4" fmla="*/ 162 h 6345"/>
                  <a:gd name="connsiteX5" fmla="*/ 1187 w 6343"/>
                  <a:gd name="connsiteY5" fmla="*/ 1091 h 6345"/>
                  <a:gd name="connsiteX6" fmla="*/ 258 w 6343"/>
                  <a:gd name="connsiteY6" fmla="*/ 3335 h 6345"/>
                  <a:gd name="connsiteX7" fmla="*/ 1187 w 6343"/>
                  <a:gd name="connsiteY7" fmla="*/ 5578 h 6345"/>
                  <a:gd name="connsiteX8" fmla="*/ 342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07"/>
                    </a:moveTo>
                    <a:cubicBezTo>
                      <a:pt x="4271" y="6507"/>
                      <a:pt x="5077" y="6173"/>
                      <a:pt x="5672" y="5578"/>
                    </a:cubicBezTo>
                    <a:cubicBezTo>
                      <a:pt x="6267" y="4983"/>
                      <a:pt x="6601" y="4176"/>
                      <a:pt x="6601" y="3335"/>
                    </a:cubicBezTo>
                    <a:cubicBezTo>
                      <a:pt x="6601" y="2493"/>
                      <a:pt x="6267" y="1686"/>
                      <a:pt x="5672" y="1091"/>
                    </a:cubicBezTo>
                    <a:cubicBezTo>
                      <a:pt x="5077" y="496"/>
                      <a:pt x="4271" y="162"/>
                      <a:pt x="3429" y="162"/>
                    </a:cubicBezTo>
                    <a:cubicBezTo>
                      <a:pt x="2588" y="162"/>
                      <a:pt x="1782" y="496"/>
                      <a:pt x="1187" y="1091"/>
                    </a:cubicBezTo>
                    <a:cubicBezTo>
                      <a:pt x="592" y="1686"/>
                      <a:pt x="258" y="2493"/>
                      <a:pt x="258" y="3335"/>
                    </a:cubicBezTo>
                    <a:cubicBezTo>
                      <a:pt x="258" y="4176"/>
                      <a:pt x="592" y="4983"/>
                      <a:pt x="1187" y="5578"/>
                    </a:cubicBezTo>
                    <a:cubicBezTo>
                      <a:pt x="1782" y="6173"/>
                      <a:pt x="2588" y="6507"/>
                      <a:pt x="342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19" name="Freeform: Shape 15118">
                <a:extLst>
                  <a:ext uri="{FF2B5EF4-FFF2-40B4-BE49-F238E27FC236}">
                    <a16:creationId xmlns:a16="http://schemas.microsoft.com/office/drawing/2014/main" id="{92B0A6BC-7DBC-B57D-07F4-3E6E54593B1A}"/>
                  </a:ext>
                </a:extLst>
              </p:cNvPr>
              <p:cNvSpPr/>
              <p:nvPr/>
            </p:nvSpPr>
            <p:spPr>
              <a:xfrm>
                <a:off x="9681778" y="5537378"/>
                <a:ext cx="6343" cy="6345"/>
              </a:xfrm>
              <a:custGeom>
                <a:avLst/>
                <a:gdLst>
                  <a:gd name="connsiteX0" fmla="*/ 3430 w 6343"/>
                  <a:gd name="connsiteY0" fmla="*/ 6508 h 6345"/>
                  <a:gd name="connsiteX1" fmla="*/ 5672 w 6343"/>
                  <a:gd name="connsiteY1" fmla="*/ 5578 h 6345"/>
                  <a:gd name="connsiteX2" fmla="*/ 6601 w 6343"/>
                  <a:gd name="connsiteY2" fmla="*/ 3335 h 6345"/>
                  <a:gd name="connsiteX3" fmla="*/ 5672 w 6343"/>
                  <a:gd name="connsiteY3" fmla="*/ 1091 h 6345"/>
                  <a:gd name="connsiteX4" fmla="*/ 3430 w 6343"/>
                  <a:gd name="connsiteY4" fmla="*/ 162 h 6345"/>
                  <a:gd name="connsiteX5" fmla="*/ 1187 w 6343"/>
                  <a:gd name="connsiteY5" fmla="*/ 1091 h 6345"/>
                  <a:gd name="connsiteX6" fmla="*/ 258 w 6343"/>
                  <a:gd name="connsiteY6" fmla="*/ 3335 h 6345"/>
                  <a:gd name="connsiteX7" fmla="*/ 1187 w 6343"/>
                  <a:gd name="connsiteY7" fmla="*/ 5578 h 6345"/>
                  <a:gd name="connsiteX8" fmla="*/ 343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8"/>
                    </a:moveTo>
                    <a:cubicBezTo>
                      <a:pt x="4271" y="6508"/>
                      <a:pt x="5077" y="6173"/>
                      <a:pt x="5672" y="5578"/>
                    </a:cubicBezTo>
                    <a:cubicBezTo>
                      <a:pt x="6267" y="4983"/>
                      <a:pt x="6601" y="4176"/>
                      <a:pt x="6601" y="3335"/>
                    </a:cubicBezTo>
                    <a:cubicBezTo>
                      <a:pt x="6601" y="2493"/>
                      <a:pt x="6267" y="1686"/>
                      <a:pt x="5672" y="1091"/>
                    </a:cubicBezTo>
                    <a:cubicBezTo>
                      <a:pt x="5077" y="496"/>
                      <a:pt x="4271" y="162"/>
                      <a:pt x="3430" y="162"/>
                    </a:cubicBezTo>
                    <a:cubicBezTo>
                      <a:pt x="2588" y="162"/>
                      <a:pt x="1782" y="496"/>
                      <a:pt x="1187" y="1091"/>
                    </a:cubicBezTo>
                    <a:cubicBezTo>
                      <a:pt x="592" y="1686"/>
                      <a:pt x="258" y="2493"/>
                      <a:pt x="258" y="3335"/>
                    </a:cubicBezTo>
                    <a:cubicBezTo>
                      <a:pt x="258" y="4176"/>
                      <a:pt x="592" y="4983"/>
                      <a:pt x="1187" y="5578"/>
                    </a:cubicBezTo>
                    <a:cubicBezTo>
                      <a:pt x="1782" y="6173"/>
                      <a:pt x="2588" y="6508"/>
                      <a:pt x="343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20" name="Freeform: Shape 15119">
                <a:extLst>
                  <a:ext uri="{FF2B5EF4-FFF2-40B4-BE49-F238E27FC236}">
                    <a16:creationId xmlns:a16="http://schemas.microsoft.com/office/drawing/2014/main" id="{C4D2D5DC-45B2-AA06-CBA4-DD927449C847}"/>
                  </a:ext>
                </a:extLst>
              </p:cNvPr>
              <p:cNvSpPr/>
              <p:nvPr/>
            </p:nvSpPr>
            <p:spPr>
              <a:xfrm>
                <a:off x="9680450" y="5539006"/>
                <a:ext cx="6343" cy="6345"/>
              </a:xfrm>
              <a:custGeom>
                <a:avLst/>
                <a:gdLst>
                  <a:gd name="connsiteX0" fmla="*/ 3429 w 6343"/>
                  <a:gd name="connsiteY0" fmla="*/ 6508 h 6345"/>
                  <a:gd name="connsiteX1" fmla="*/ 5672 w 6343"/>
                  <a:gd name="connsiteY1" fmla="*/ 5578 h 6345"/>
                  <a:gd name="connsiteX2" fmla="*/ 6601 w 6343"/>
                  <a:gd name="connsiteY2" fmla="*/ 3335 h 6345"/>
                  <a:gd name="connsiteX3" fmla="*/ 5672 w 6343"/>
                  <a:gd name="connsiteY3" fmla="*/ 1092 h 6345"/>
                  <a:gd name="connsiteX4" fmla="*/ 3429 w 6343"/>
                  <a:gd name="connsiteY4" fmla="*/ 162 h 6345"/>
                  <a:gd name="connsiteX5" fmla="*/ 1187 w 6343"/>
                  <a:gd name="connsiteY5" fmla="*/ 1092 h 6345"/>
                  <a:gd name="connsiteX6" fmla="*/ 258 w 6343"/>
                  <a:gd name="connsiteY6" fmla="*/ 3335 h 6345"/>
                  <a:gd name="connsiteX7" fmla="*/ 1187 w 6343"/>
                  <a:gd name="connsiteY7" fmla="*/ 5578 h 6345"/>
                  <a:gd name="connsiteX8" fmla="*/ 342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08"/>
                    </a:moveTo>
                    <a:cubicBezTo>
                      <a:pt x="4271" y="6508"/>
                      <a:pt x="5077" y="6173"/>
                      <a:pt x="5672" y="5578"/>
                    </a:cubicBezTo>
                    <a:cubicBezTo>
                      <a:pt x="6267" y="4983"/>
                      <a:pt x="6601" y="4176"/>
                      <a:pt x="6601" y="3335"/>
                    </a:cubicBezTo>
                    <a:cubicBezTo>
                      <a:pt x="6601" y="2494"/>
                      <a:pt x="6267" y="1687"/>
                      <a:pt x="5672" y="1092"/>
                    </a:cubicBezTo>
                    <a:cubicBezTo>
                      <a:pt x="5077" y="497"/>
                      <a:pt x="4271" y="162"/>
                      <a:pt x="3429" y="162"/>
                    </a:cubicBezTo>
                    <a:cubicBezTo>
                      <a:pt x="2588" y="162"/>
                      <a:pt x="1782" y="497"/>
                      <a:pt x="1187" y="1092"/>
                    </a:cubicBezTo>
                    <a:cubicBezTo>
                      <a:pt x="592" y="1687"/>
                      <a:pt x="258" y="2494"/>
                      <a:pt x="258" y="3335"/>
                    </a:cubicBezTo>
                    <a:cubicBezTo>
                      <a:pt x="258" y="4176"/>
                      <a:pt x="592" y="4983"/>
                      <a:pt x="1187" y="5578"/>
                    </a:cubicBezTo>
                    <a:cubicBezTo>
                      <a:pt x="1782" y="6173"/>
                      <a:pt x="2588" y="6508"/>
                      <a:pt x="342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21" name="Freeform: Shape 15120">
                <a:extLst>
                  <a:ext uri="{FF2B5EF4-FFF2-40B4-BE49-F238E27FC236}">
                    <a16:creationId xmlns:a16="http://schemas.microsoft.com/office/drawing/2014/main" id="{307D089B-1EA4-ED33-9CB8-2AA5AB951F8E}"/>
                  </a:ext>
                </a:extLst>
              </p:cNvPr>
              <p:cNvSpPr/>
              <p:nvPr/>
            </p:nvSpPr>
            <p:spPr>
              <a:xfrm>
                <a:off x="9681756" y="5543407"/>
                <a:ext cx="6343" cy="6345"/>
              </a:xfrm>
              <a:custGeom>
                <a:avLst/>
                <a:gdLst>
                  <a:gd name="connsiteX0" fmla="*/ 3430 w 6343"/>
                  <a:gd name="connsiteY0" fmla="*/ 6508 h 6345"/>
                  <a:gd name="connsiteX1" fmla="*/ 5672 w 6343"/>
                  <a:gd name="connsiteY1" fmla="*/ 5579 h 6345"/>
                  <a:gd name="connsiteX2" fmla="*/ 6601 w 6343"/>
                  <a:gd name="connsiteY2" fmla="*/ 3335 h 6345"/>
                  <a:gd name="connsiteX3" fmla="*/ 5672 w 6343"/>
                  <a:gd name="connsiteY3" fmla="*/ 1092 h 6345"/>
                  <a:gd name="connsiteX4" fmla="*/ 3430 w 6343"/>
                  <a:gd name="connsiteY4" fmla="*/ 163 h 6345"/>
                  <a:gd name="connsiteX5" fmla="*/ 1187 w 6343"/>
                  <a:gd name="connsiteY5" fmla="*/ 1092 h 6345"/>
                  <a:gd name="connsiteX6" fmla="*/ 258 w 6343"/>
                  <a:gd name="connsiteY6" fmla="*/ 3335 h 6345"/>
                  <a:gd name="connsiteX7" fmla="*/ 1187 w 6343"/>
                  <a:gd name="connsiteY7" fmla="*/ 5579 h 6345"/>
                  <a:gd name="connsiteX8" fmla="*/ 343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8"/>
                    </a:moveTo>
                    <a:cubicBezTo>
                      <a:pt x="4271" y="6508"/>
                      <a:pt x="5077" y="6174"/>
                      <a:pt x="5672" y="5579"/>
                    </a:cubicBezTo>
                    <a:cubicBezTo>
                      <a:pt x="6267" y="4984"/>
                      <a:pt x="6601" y="4177"/>
                      <a:pt x="6601" y="3335"/>
                    </a:cubicBezTo>
                    <a:cubicBezTo>
                      <a:pt x="6601" y="2494"/>
                      <a:pt x="6267" y="1687"/>
                      <a:pt x="5672" y="1092"/>
                    </a:cubicBezTo>
                    <a:cubicBezTo>
                      <a:pt x="5077" y="497"/>
                      <a:pt x="4271" y="163"/>
                      <a:pt x="3430" y="163"/>
                    </a:cubicBezTo>
                    <a:cubicBezTo>
                      <a:pt x="2588" y="163"/>
                      <a:pt x="1782" y="497"/>
                      <a:pt x="1187" y="1092"/>
                    </a:cubicBezTo>
                    <a:cubicBezTo>
                      <a:pt x="592" y="1687"/>
                      <a:pt x="258" y="2494"/>
                      <a:pt x="258" y="3335"/>
                    </a:cubicBezTo>
                    <a:cubicBezTo>
                      <a:pt x="258" y="4177"/>
                      <a:pt x="592" y="4984"/>
                      <a:pt x="1187" y="5579"/>
                    </a:cubicBezTo>
                    <a:cubicBezTo>
                      <a:pt x="1782" y="6174"/>
                      <a:pt x="2588" y="6508"/>
                      <a:pt x="343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22" name="Freeform: Shape 15121">
                <a:extLst>
                  <a:ext uri="{FF2B5EF4-FFF2-40B4-BE49-F238E27FC236}">
                    <a16:creationId xmlns:a16="http://schemas.microsoft.com/office/drawing/2014/main" id="{0D884959-5909-0058-60B9-696B3F51DEF3}"/>
                  </a:ext>
                </a:extLst>
              </p:cNvPr>
              <p:cNvSpPr/>
              <p:nvPr/>
            </p:nvSpPr>
            <p:spPr>
              <a:xfrm>
                <a:off x="9681932" y="5546679"/>
                <a:ext cx="6343" cy="6345"/>
              </a:xfrm>
              <a:custGeom>
                <a:avLst/>
                <a:gdLst>
                  <a:gd name="connsiteX0" fmla="*/ 3430 w 6343"/>
                  <a:gd name="connsiteY0" fmla="*/ 6508 h 6345"/>
                  <a:gd name="connsiteX1" fmla="*/ 5672 w 6343"/>
                  <a:gd name="connsiteY1" fmla="*/ 5579 h 6345"/>
                  <a:gd name="connsiteX2" fmla="*/ 6601 w 6343"/>
                  <a:gd name="connsiteY2" fmla="*/ 3336 h 6345"/>
                  <a:gd name="connsiteX3" fmla="*/ 5672 w 6343"/>
                  <a:gd name="connsiteY3" fmla="*/ 1092 h 6345"/>
                  <a:gd name="connsiteX4" fmla="*/ 3430 w 6343"/>
                  <a:gd name="connsiteY4" fmla="*/ 163 h 6345"/>
                  <a:gd name="connsiteX5" fmla="*/ 1187 w 6343"/>
                  <a:gd name="connsiteY5" fmla="*/ 1092 h 6345"/>
                  <a:gd name="connsiteX6" fmla="*/ 258 w 6343"/>
                  <a:gd name="connsiteY6" fmla="*/ 3336 h 6345"/>
                  <a:gd name="connsiteX7" fmla="*/ 1187 w 6343"/>
                  <a:gd name="connsiteY7" fmla="*/ 5579 h 6345"/>
                  <a:gd name="connsiteX8" fmla="*/ 343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8"/>
                    </a:moveTo>
                    <a:cubicBezTo>
                      <a:pt x="4271" y="6508"/>
                      <a:pt x="5077" y="6174"/>
                      <a:pt x="5672" y="5579"/>
                    </a:cubicBezTo>
                    <a:cubicBezTo>
                      <a:pt x="6267" y="4984"/>
                      <a:pt x="6601" y="4177"/>
                      <a:pt x="6601" y="3336"/>
                    </a:cubicBezTo>
                    <a:cubicBezTo>
                      <a:pt x="6601" y="2494"/>
                      <a:pt x="6267" y="1687"/>
                      <a:pt x="5672" y="1092"/>
                    </a:cubicBezTo>
                    <a:cubicBezTo>
                      <a:pt x="5077" y="497"/>
                      <a:pt x="4271" y="163"/>
                      <a:pt x="3430" y="163"/>
                    </a:cubicBezTo>
                    <a:cubicBezTo>
                      <a:pt x="2588" y="163"/>
                      <a:pt x="1782" y="497"/>
                      <a:pt x="1187" y="1092"/>
                    </a:cubicBezTo>
                    <a:cubicBezTo>
                      <a:pt x="592" y="1687"/>
                      <a:pt x="258" y="2494"/>
                      <a:pt x="258" y="3336"/>
                    </a:cubicBezTo>
                    <a:cubicBezTo>
                      <a:pt x="258" y="4177"/>
                      <a:pt x="592" y="4984"/>
                      <a:pt x="1187" y="5579"/>
                    </a:cubicBezTo>
                    <a:cubicBezTo>
                      <a:pt x="1782" y="6174"/>
                      <a:pt x="2588" y="6508"/>
                      <a:pt x="343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23" name="Freeform: Shape 15122">
                <a:extLst>
                  <a:ext uri="{FF2B5EF4-FFF2-40B4-BE49-F238E27FC236}">
                    <a16:creationId xmlns:a16="http://schemas.microsoft.com/office/drawing/2014/main" id="{4543DCA6-6178-958A-A9ED-57386D8EA65D}"/>
                  </a:ext>
                </a:extLst>
              </p:cNvPr>
              <p:cNvSpPr/>
              <p:nvPr/>
            </p:nvSpPr>
            <p:spPr>
              <a:xfrm>
                <a:off x="9671136" y="5538177"/>
                <a:ext cx="6343" cy="6345"/>
              </a:xfrm>
              <a:custGeom>
                <a:avLst/>
                <a:gdLst>
                  <a:gd name="connsiteX0" fmla="*/ 3429 w 6343"/>
                  <a:gd name="connsiteY0" fmla="*/ 6508 h 6345"/>
                  <a:gd name="connsiteX1" fmla="*/ 5671 w 6343"/>
                  <a:gd name="connsiteY1" fmla="*/ 5578 h 6345"/>
                  <a:gd name="connsiteX2" fmla="*/ 6600 w 6343"/>
                  <a:gd name="connsiteY2" fmla="*/ 3335 h 6345"/>
                  <a:gd name="connsiteX3" fmla="*/ 5671 w 6343"/>
                  <a:gd name="connsiteY3" fmla="*/ 1091 h 6345"/>
                  <a:gd name="connsiteX4" fmla="*/ 3429 w 6343"/>
                  <a:gd name="connsiteY4" fmla="*/ 162 h 6345"/>
                  <a:gd name="connsiteX5" fmla="*/ 1186 w 6343"/>
                  <a:gd name="connsiteY5" fmla="*/ 1091 h 6345"/>
                  <a:gd name="connsiteX6" fmla="*/ 257 w 6343"/>
                  <a:gd name="connsiteY6" fmla="*/ 3335 h 6345"/>
                  <a:gd name="connsiteX7" fmla="*/ 1186 w 6343"/>
                  <a:gd name="connsiteY7" fmla="*/ 5578 h 6345"/>
                  <a:gd name="connsiteX8" fmla="*/ 342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08"/>
                    </a:moveTo>
                    <a:cubicBezTo>
                      <a:pt x="4270" y="6508"/>
                      <a:pt x="5077" y="6173"/>
                      <a:pt x="5671" y="5578"/>
                    </a:cubicBezTo>
                    <a:cubicBezTo>
                      <a:pt x="6266" y="4983"/>
                      <a:pt x="6600" y="4176"/>
                      <a:pt x="6600" y="3335"/>
                    </a:cubicBezTo>
                    <a:cubicBezTo>
                      <a:pt x="6600" y="2494"/>
                      <a:pt x="6266" y="1686"/>
                      <a:pt x="5671" y="1091"/>
                    </a:cubicBezTo>
                    <a:cubicBezTo>
                      <a:pt x="5077" y="497"/>
                      <a:pt x="4270" y="162"/>
                      <a:pt x="3429" y="162"/>
                    </a:cubicBezTo>
                    <a:cubicBezTo>
                      <a:pt x="2588" y="162"/>
                      <a:pt x="1781" y="497"/>
                      <a:pt x="1186" y="1091"/>
                    </a:cubicBezTo>
                    <a:cubicBezTo>
                      <a:pt x="591" y="1686"/>
                      <a:pt x="257" y="2494"/>
                      <a:pt x="257" y="3335"/>
                    </a:cubicBezTo>
                    <a:cubicBezTo>
                      <a:pt x="257" y="4176"/>
                      <a:pt x="591" y="4983"/>
                      <a:pt x="1186" y="5578"/>
                    </a:cubicBezTo>
                    <a:cubicBezTo>
                      <a:pt x="1781" y="6173"/>
                      <a:pt x="2588" y="6508"/>
                      <a:pt x="342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24" name="Freeform: Shape 15123">
                <a:extLst>
                  <a:ext uri="{FF2B5EF4-FFF2-40B4-BE49-F238E27FC236}">
                    <a16:creationId xmlns:a16="http://schemas.microsoft.com/office/drawing/2014/main" id="{64B41AEC-796C-442F-D5F3-6FE556997DE7}"/>
                  </a:ext>
                </a:extLst>
              </p:cNvPr>
              <p:cNvSpPr/>
              <p:nvPr/>
            </p:nvSpPr>
            <p:spPr>
              <a:xfrm>
                <a:off x="9663047" y="5532381"/>
                <a:ext cx="6343" cy="6345"/>
              </a:xfrm>
              <a:custGeom>
                <a:avLst/>
                <a:gdLst>
                  <a:gd name="connsiteX0" fmla="*/ 3428 w 6343"/>
                  <a:gd name="connsiteY0" fmla="*/ 6507 h 6345"/>
                  <a:gd name="connsiteX1" fmla="*/ 5671 w 6343"/>
                  <a:gd name="connsiteY1" fmla="*/ 5578 h 6345"/>
                  <a:gd name="connsiteX2" fmla="*/ 6600 w 6343"/>
                  <a:gd name="connsiteY2" fmla="*/ 3334 h 6345"/>
                  <a:gd name="connsiteX3" fmla="*/ 5671 w 6343"/>
                  <a:gd name="connsiteY3" fmla="*/ 1091 h 6345"/>
                  <a:gd name="connsiteX4" fmla="*/ 3428 w 6343"/>
                  <a:gd name="connsiteY4" fmla="*/ 162 h 6345"/>
                  <a:gd name="connsiteX5" fmla="*/ 1185 w 6343"/>
                  <a:gd name="connsiteY5" fmla="*/ 1091 h 6345"/>
                  <a:gd name="connsiteX6" fmla="*/ 257 w 6343"/>
                  <a:gd name="connsiteY6" fmla="*/ 3334 h 6345"/>
                  <a:gd name="connsiteX7" fmla="*/ 1185 w 6343"/>
                  <a:gd name="connsiteY7" fmla="*/ 5578 h 6345"/>
                  <a:gd name="connsiteX8" fmla="*/ 342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7"/>
                    </a:moveTo>
                    <a:cubicBezTo>
                      <a:pt x="4269" y="6507"/>
                      <a:pt x="5076" y="6173"/>
                      <a:pt x="5671" y="5578"/>
                    </a:cubicBezTo>
                    <a:cubicBezTo>
                      <a:pt x="6265" y="4983"/>
                      <a:pt x="6600" y="4176"/>
                      <a:pt x="6600" y="3334"/>
                    </a:cubicBezTo>
                    <a:cubicBezTo>
                      <a:pt x="6600" y="2493"/>
                      <a:pt x="6265" y="1686"/>
                      <a:pt x="5671" y="1091"/>
                    </a:cubicBezTo>
                    <a:cubicBezTo>
                      <a:pt x="5076" y="496"/>
                      <a:pt x="4269" y="162"/>
                      <a:pt x="3428" y="162"/>
                    </a:cubicBezTo>
                    <a:cubicBezTo>
                      <a:pt x="2587" y="162"/>
                      <a:pt x="1780" y="496"/>
                      <a:pt x="1185" y="1091"/>
                    </a:cubicBezTo>
                    <a:cubicBezTo>
                      <a:pt x="591" y="1686"/>
                      <a:pt x="257" y="2493"/>
                      <a:pt x="257" y="3334"/>
                    </a:cubicBezTo>
                    <a:cubicBezTo>
                      <a:pt x="257" y="4176"/>
                      <a:pt x="591" y="4983"/>
                      <a:pt x="1185" y="5578"/>
                    </a:cubicBezTo>
                    <a:cubicBezTo>
                      <a:pt x="1780" y="6173"/>
                      <a:pt x="2587" y="6507"/>
                      <a:pt x="342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25" name="Freeform: Shape 15124">
                <a:extLst>
                  <a:ext uri="{FF2B5EF4-FFF2-40B4-BE49-F238E27FC236}">
                    <a16:creationId xmlns:a16="http://schemas.microsoft.com/office/drawing/2014/main" id="{6B3692E1-5A10-A24F-6092-96BF290AEFBF}"/>
                  </a:ext>
                </a:extLst>
              </p:cNvPr>
              <p:cNvSpPr/>
              <p:nvPr/>
            </p:nvSpPr>
            <p:spPr>
              <a:xfrm>
                <a:off x="9660518" y="5532544"/>
                <a:ext cx="6343" cy="6345"/>
              </a:xfrm>
              <a:custGeom>
                <a:avLst/>
                <a:gdLst>
                  <a:gd name="connsiteX0" fmla="*/ 3428 w 6343"/>
                  <a:gd name="connsiteY0" fmla="*/ 6507 h 6345"/>
                  <a:gd name="connsiteX1" fmla="*/ 5670 w 6343"/>
                  <a:gd name="connsiteY1" fmla="*/ 5578 h 6345"/>
                  <a:gd name="connsiteX2" fmla="*/ 6599 w 6343"/>
                  <a:gd name="connsiteY2" fmla="*/ 3334 h 6345"/>
                  <a:gd name="connsiteX3" fmla="*/ 5670 w 6343"/>
                  <a:gd name="connsiteY3" fmla="*/ 1091 h 6345"/>
                  <a:gd name="connsiteX4" fmla="*/ 3428 w 6343"/>
                  <a:gd name="connsiteY4" fmla="*/ 162 h 6345"/>
                  <a:gd name="connsiteX5" fmla="*/ 1185 w 6343"/>
                  <a:gd name="connsiteY5" fmla="*/ 1091 h 6345"/>
                  <a:gd name="connsiteX6" fmla="*/ 256 w 6343"/>
                  <a:gd name="connsiteY6" fmla="*/ 3334 h 6345"/>
                  <a:gd name="connsiteX7" fmla="*/ 1185 w 6343"/>
                  <a:gd name="connsiteY7" fmla="*/ 5578 h 6345"/>
                  <a:gd name="connsiteX8" fmla="*/ 342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7"/>
                    </a:moveTo>
                    <a:cubicBezTo>
                      <a:pt x="4269" y="6507"/>
                      <a:pt x="5076" y="6173"/>
                      <a:pt x="5670" y="5578"/>
                    </a:cubicBezTo>
                    <a:cubicBezTo>
                      <a:pt x="6265" y="4983"/>
                      <a:pt x="6599" y="4176"/>
                      <a:pt x="6599" y="3334"/>
                    </a:cubicBezTo>
                    <a:cubicBezTo>
                      <a:pt x="6599" y="2493"/>
                      <a:pt x="6265" y="1686"/>
                      <a:pt x="5670" y="1091"/>
                    </a:cubicBezTo>
                    <a:cubicBezTo>
                      <a:pt x="5076" y="496"/>
                      <a:pt x="4269" y="162"/>
                      <a:pt x="3428" y="162"/>
                    </a:cubicBezTo>
                    <a:cubicBezTo>
                      <a:pt x="2587" y="162"/>
                      <a:pt x="1780" y="496"/>
                      <a:pt x="1185" y="1091"/>
                    </a:cubicBezTo>
                    <a:cubicBezTo>
                      <a:pt x="590" y="1686"/>
                      <a:pt x="256" y="2493"/>
                      <a:pt x="256" y="3334"/>
                    </a:cubicBezTo>
                    <a:cubicBezTo>
                      <a:pt x="256" y="4176"/>
                      <a:pt x="590" y="4983"/>
                      <a:pt x="1185" y="5578"/>
                    </a:cubicBezTo>
                    <a:cubicBezTo>
                      <a:pt x="1780" y="6173"/>
                      <a:pt x="2587" y="6507"/>
                      <a:pt x="342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26" name="Freeform: Shape 15125">
                <a:extLst>
                  <a:ext uri="{FF2B5EF4-FFF2-40B4-BE49-F238E27FC236}">
                    <a16:creationId xmlns:a16="http://schemas.microsoft.com/office/drawing/2014/main" id="{324A3436-BD82-D8F5-2958-64F7C1C1291E}"/>
                  </a:ext>
                </a:extLst>
              </p:cNvPr>
              <p:cNvSpPr/>
              <p:nvPr/>
            </p:nvSpPr>
            <p:spPr>
              <a:xfrm>
                <a:off x="9658360" y="5533095"/>
                <a:ext cx="6343" cy="6345"/>
              </a:xfrm>
              <a:custGeom>
                <a:avLst/>
                <a:gdLst>
                  <a:gd name="connsiteX0" fmla="*/ 3428 w 6343"/>
                  <a:gd name="connsiteY0" fmla="*/ 6507 h 6345"/>
                  <a:gd name="connsiteX1" fmla="*/ 5670 w 6343"/>
                  <a:gd name="connsiteY1" fmla="*/ 5578 h 6345"/>
                  <a:gd name="connsiteX2" fmla="*/ 6599 w 6343"/>
                  <a:gd name="connsiteY2" fmla="*/ 3335 h 6345"/>
                  <a:gd name="connsiteX3" fmla="*/ 5670 w 6343"/>
                  <a:gd name="connsiteY3" fmla="*/ 1091 h 6345"/>
                  <a:gd name="connsiteX4" fmla="*/ 3428 w 6343"/>
                  <a:gd name="connsiteY4" fmla="*/ 162 h 6345"/>
                  <a:gd name="connsiteX5" fmla="*/ 1185 w 6343"/>
                  <a:gd name="connsiteY5" fmla="*/ 1091 h 6345"/>
                  <a:gd name="connsiteX6" fmla="*/ 256 w 6343"/>
                  <a:gd name="connsiteY6" fmla="*/ 3335 h 6345"/>
                  <a:gd name="connsiteX7" fmla="*/ 1185 w 6343"/>
                  <a:gd name="connsiteY7" fmla="*/ 5578 h 6345"/>
                  <a:gd name="connsiteX8" fmla="*/ 342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7"/>
                    </a:moveTo>
                    <a:cubicBezTo>
                      <a:pt x="4269" y="6507"/>
                      <a:pt x="5076" y="6173"/>
                      <a:pt x="5670" y="5578"/>
                    </a:cubicBezTo>
                    <a:cubicBezTo>
                      <a:pt x="6265" y="4983"/>
                      <a:pt x="6599" y="4176"/>
                      <a:pt x="6599" y="3335"/>
                    </a:cubicBezTo>
                    <a:cubicBezTo>
                      <a:pt x="6599" y="2493"/>
                      <a:pt x="6265" y="1686"/>
                      <a:pt x="5670" y="1091"/>
                    </a:cubicBezTo>
                    <a:cubicBezTo>
                      <a:pt x="5076" y="496"/>
                      <a:pt x="4269" y="162"/>
                      <a:pt x="3428" y="162"/>
                    </a:cubicBezTo>
                    <a:cubicBezTo>
                      <a:pt x="2587" y="162"/>
                      <a:pt x="1780" y="496"/>
                      <a:pt x="1185" y="1091"/>
                    </a:cubicBezTo>
                    <a:cubicBezTo>
                      <a:pt x="590" y="1686"/>
                      <a:pt x="256" y="2493"/>
                      <a:pt x="256" y="3335"/>
                    </a:cubicBezTo>
                    <a:cubicBezTo>
                      <a:pt x="256" y="4176"/>
                      <a:pt x="590" y="4983"/>
                      <a:pt x="1185" y="5578"/>
                    </a:cubicBezTo>
                    <a:cubicBezTo>
                      <a:pt x="1780" y="6173"/>
                      <a:pt x="2587" y="6507"/>
                      <a:pt x="342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27" name="Freeform: Shape 15126">
                <a:extLst>
                  <a:ext uri="{FF2B5EF4-FFF2-40B4-BE49-F238E27FC236}">
                    <a16:creationId xmlns:a16="http://schemas.microsoft.com/office/drawing/2014/main" id="{142FF935-3FB6-60B8-A71F-688AE15A91F8}"/>
                  </a:ext>
                </a:extLst>
              </p:cNvPr>
              <p:cNvSpPr/>
              <p:nvPr/>
            </p:nvSpPr>
            <p:spPr>
              <a:xfrm>
                <a:off x="9656567" y="5534039"/>
                <a:ext cx="6343" cy="6345"/>
              </a:xfrm>
              <a:custGeom>
                <a:avLst/>
                <a:gdLst>
                  <a:gd name="connsiteX0" fmla="*/ 3428 w 6343"/>
                  <a:gd name="connsiteY0" fmla="*/ 6507 h 6345"/>
                  <a:gd name="connsiteX1" fmla="*/ 5670 w 6343"/>
                  <a:gd name="connsiteY1" fmla="*/ 5578 h 6345"/>
                  <a:gd name="connsiteX2" fmla="*/ 6599 w 6343"/>
                  <a:gd name="connsiteY2" fmla="*/ 3335 h 6345"/>
                  <a:gd name="connsiteX3" fmla="*/ 5670 w 6343"/>
                  <a:gd name="connsiteY3" fmla="*/ 1091 h 6345"/>
                  <a:gd name="connsiteX4" fmla="*/ 3428 w 6343"/>
                  <a:gd name="connsiteY4" fmla="*/ 162 h 6345"/>
                  <a:gd name="connsiteX5" fmla="*/ 1185 w 6343"/>
                  <a:gd name="connsiteY5" fmla="*/ 1091 h 6345"/>
                  <a:gd name="connsiteX6" fmla="*/ 256 w 6343"/>
                  <a:gd name="connsiteY6" fmla="*/ 3335 h 6345"/>
                  <a:gd name="connsiteX7" fmla="*/ 1185 w 6343"/>
                  <a:gd name="connsiteY7" fmla="*/ 5578 h 6345"/>
                  <a:gd name="connsiteX8" fmla="*/ 342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7"/>
                    </a:moveTo>
                    <a:cubicBezTo>
                      <a:pt x="4269" y="6507"/>
                      <a:pt x="5075" y="6173"/>
                      <a:pt x="5670" y="5578"/>
                    </a:cubicBezTo>
                    <a:cubicBezTo>
                      <a:pt x="6265" y="4983"/>
                      <a:pt x="6599" y="4176"/>
                      <a:pt x="6599" y="3335"/>
                    </a:cubicBezTo>
                    <a:cubicBezTo>
                      <a:pt x="6599" y="2493"/>
                      <a:pt x="6265" y="1686"/>
                      <a:pt x="5670" y="1091"/>
                    </a:cubicBezTo>
                    <a:cubicBezTo>
                      <a:pt x="5075" y="496"/>
                      <a:pt x="4269" y="162"/>
                      <a:pt x="3428" y="162"/>
                    </a:cubicBezTo>
                    <a:cubicBezTo>
                      <a:pt x="2586" y="162"/>
                      <a:pt x="1780" y="496"/>
                      <a:pt x="1185" y="1091"/>
                    </a:cubicBezTo>
                    <a:cubicBezTo>
                      <a:pt x="590" y="1686"/>
                      <a:pt x="256" y="2493"/>
                      <a:pt x="256" y="3335"/>
                    </a:cubicBezTo>
                    <a:cubicBezTo>
                      <a:pt x="256" y="4176"/>
                      <a:pt x="590" y="4983"/>
                      <a:pt x="1185" y="5578"/>
                    </a:cubicBezTo>
                    <a:cubicBezTo>
                      <a:pt x="1780" y="6173"/>
                      <a:pt x="2586" y="6507"/>
                      <a:pt x="342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28" name="Freeform: Shape 15127">
                <a:extLst>
                  <a:ext uri="{FF2B5EF4-FFF2-40B4-BE49-F238E27FC236}">
                    <a16:creationId xmlns:a16="http://schemas.microsoft.com/office/drawing/2014/main" id="{4DCF366F-0A3A-8F6A-7A12-0E77E6D72265}"/>
                  </a:ext>
                </a:extLst>
              </p:cNvPr>
              <p:cNvSpPr/>
              <p:nvPr/>
            </p:nvSpPr>
            <p:spPr>
              <a:xfrm>
                <a:off x="9655091" y="5535336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70 w 6343"/>
                  <a:gd name="connsiteY1" fmla="*/ 5578 h 6345"/>
                  <a:gd name="connsiteX2" fmla="*/ 6599 w 6343"/>
                  <a:gd name="connsiteY2" fmla="*/ 3335 h 6345"/>
                  <a:gd name="connsiteX3" fmla="*/ 5670 w 6343"/>
                  <a:gd name="connsiteY3" fmla="*/ 1091 h 6345"/>
                  <a:gd name="connsiteX4" fmla="*/ 3427 w 6343"/>
                  <a:gd name="connsiteY4" fmla="*/ 162 h 6345"/>
                  <a:gd name="connsiteX5" fmla="*/ 1185 w 6343"/>
                  <a:gd name="connsiteY5" fmla="*/ 1091 h 6345"/>
                  <a:gd name="connsiteX6" fmla="*/ 256 w 6343"/>
                  <a:gd name="connsiteY6" fmla="*/ 3335 h 6345"/>
                  <a:gd name="connsiteX7" fmla="*/ 1185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9" y="6507"/>
                      <a:pt x="5075" y="6173"/>
                      <a:pt x="5670" y="5578"/>
                    </a:cubicBezTo>
                    <a:cubicBezTo>
                      <a:pt x="6265" y="4983"/>
                      <a:pt x="6599" y="4176"/>
                      <a:pt x="6599" y="3335"/>
                    </a:cubicBezTo>
                    <a:cubicBezTo>
                      <a:pt x="6599" y="2493"/>
                      <a:pt x="6265" y="1686"/>
                      <a:pt x="5670" y="1091"/>
                    </a:cubicBezTo>
                    <a:cubicBezTo>
                      <a:pt x="5075" y="496"/>
                      <a:pt x="4269" y="162"/>
                      <a:pt x="3427" y="162"/>
                    </a:cubicBezTo>
                    <a:cubicBezTo>
                      <a:pt x="2586" y="162"/>
                      <a:pt x="1780" y="496"/>
                      <a:pt x="1185" y="1091"/>
                    </a:cubicBezTo>
                    <a:cubicBezTo>
                      <a:pt x="590" y="1686"/>
                      <a:pt x="256" y="2493"/>
                      <a:pt x="256" y="3335"/>
                    </a:cubicBezTo>
                    <a:cubicBezTo>
                      <a:pt x="256" y="4176"/>
                      <a:pt x="590" y="4983"/>
                      <a:pt x="1185" y="5578"/>
                    </a:cubicBezTo>
                    <a:cubicBezTo>
                      <a:pt x="1780" y="6173"/>
                      <a:pt x="2586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29" name="Freeform: Shape 15128">
                <a:extLst>
                  <a:ext uri="{FF2B5EF4-FFF2-40B4-BE49-F238E27FC236}">
                    <a16:creationId xmlns:a16="http://schemas.microsoft.com/office/drawing/2014/main" id="{6CD288A6-9544-4D9A-978F-24B1678F4A40}"/>
                  </a:ext>
                </a:extLst>
              </p:cNvPr>
              <p:cNvSpPr/>
              <p:nvPr/>
            </p:nvSpPr>
            <p:spPr>
              <a:xfrm>
                <a:off x="9653249" y="5536210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70 w 6343"/>
                  <a:gd name="connsiteY1" fmla="*/ 5578 h 6345"/>
                  <a:gd name="connsiteX2" fmla="*/ 6599 w 6343"/>
                  <a:gd name="connsiteY2" fmla="*/ 3335 h 6345"/>
                  <a:gd name="connsiteX3" fmla="*/ 5670 w 6343"/>
                  <a:gd name="connsiteY3" fmla="*/ 1091 h 6345"/>
                  <a:gd name="connsiteX4" fmla="*/ 3427 w 6343"/>
                  <a:gd name="connsiteY4" fmla="*/ 162 h 6345"/>
                  <a:gd name="connsiteX5" fmla="*/ 1185 w 6343"/>
                  <a:gd name="connsiteY5" fmla="*/ 1091 h 6345"/>
                  <a:gd name="connsiteX6" fmla="*/ 256 w 6343"/>
                  <a:gd name="connsiteY6" fmla="*/ 3335 h 6345"/>
                  <a:gd name="connsiteX7" fmla="*/ 1185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8" y="6507"/>
                      <a:pt x="5075" y="6173"/>
                      <a:pt x="5670" y="5578"/>
                    </a:cubicBezTo>
                    <a:cubicBezTo>
                      <a:pt x="6265" y="4983"/>
                      <a:pt x="6599" y="4176"/>
                      <a:pt x="6599" y="3335"/>
                    </a:cubicBezTo>
                    <a:cubicBezTo>
                      <a:pt x="6599" y="2493"/>
                      <a:pt x="6265" y="1686"/>
                      <a:pt x="5670" y="1091"/>
                    </a:cubicBezTo>
                    <a:cubicBezTo>
                      <a:pt x="5075" y="496"/>
                      <a:pt x="4268" y="162"/>
                      <a:pt x="3427" y="162"/>
                    </a:cubicBezTo>
                    <a:cubicBezTo>
                      <a:pt x="2586" y="162"/>
                      <a:pt x="1779" y="496"/>
                      <a:pt x="1185" y="1091"/>
                    </a:cubicBezTo>
                    <a:cubicBezTo>
                      <a:pt x="590" y="1686"/>
                      <a:pt x="256" y="2493"/>
                      <a:pt x="256" y="3335"/>
                    </a:cubicBezTo>
                    <a:cubicBezTo>
                      <a:pt x="256" y="4176"/>
                      <a:pt x="590" y="4983"/>
                      <a:pt x="1185" y="5578"/>
                    </a:cubicBezTo>
                    <a:cubicBezTo>
                      <a:pt x="1779" y="6173"/>
                      <a:pt x="2586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30" name="Freeform: Shape 15129">
                <a:extLst>
                  <a:ext uri="{FF2B5EF4-FFF2-40B4-BE49-F238E27FC236}">
                    <a16:creationId xmlns:a16="http://schemas.microsoft.com/office/drawing/2014/main" id="{4AF794C9-3F51-6E3C-983F-12B3C9FFF498}"/>
                  </a:ext>
                </a:extLst>
              </p:cNvPr>
              <p:cNvSpPr/>
              <p:nvPr/>
            </p:nvSpPr>
            <p:spPr>
              <a:xfrm>
                <a:off x="9651285" y="5536931"/>
                <a:ext cx="6343" cy="6345"/>
              </a:xfrm>
              <a:custGeom>
                <a:avLst/>
                <a:gdLst>
                  <a:gd name="connsiteX0" fmla="*/ 3427 w 6343"/>
                  <a:gd name="connsiteY0" fmla="*/ 6508 h 6345"/>
                  <a:gd name="connsiteX1" fmla="*/ 5670 w 6343"/>
                  <a:gd name="connsiteY1" fmla="*/ 5578 h 6345"/>
                  <a:gd name="connsiteX2" fmla="*/ 6599 w 6343"/>
                  <a:gd name="connsiteY2" fmla="*/ 3335 h 6345"/>
                  <a:gd name="connsiteX3" fmla="*/ 5670 w 6343"/>
                  <a:gd name="connsiteY3" fmla="*/ 1091 h 6345"/>
                  <a:gd name="connsiteX4" fmla="*/ 3427 w 6343"/>
                  <a:gd name="connsiteY4" fmla="*/ 162 h 6345"/>
                  <a:gd name="connsiteX5" fmla="*/ 1184 w 6343"/>
                  <a:gd name="connsiteY5" fmla="*/ 1091 h 6345"/>
                  <a:gd name="connsiteX6" fmla="*/ 256 w 6343"/>
                  <a:gd name="connsiteY6" fmla="*/ 3335 h 6345"/>
                  <a:gd name="connsiteX7" fmla="*/ 1184 w 6343"/>
                  <a:gd name="connsiteY7" fmla="*/ 5578 h 6345"/>
                  <a:gd name="connsiteX8" fmla="*/ 3427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8"/>
                    </a:moveTo>
                    <a:cubicBezTo>
                      <a:pt x="4268" y="6508"/>
                      <a:pt x="5075" y="6173"/>
                      <a:pt x="5670" y="5578"/>
                    </a:cubicBezTo>
                    <a:cubicBezTo>
                      <a:pt x="6265" y="4983"/>
                      <a:pt x="6599" y="4176"/>
                      <a:pt x="6599" y="3335"/>
                    </a:cubicBezTo>
                    <a:cubicBezTo>
                      <a:pt x="6599" y="2493"/>
                      <a:pt x="6265" y="1686"/>
                      <a:pt x="5670" y="1091"/>
                    </a:cubicBezTo>
                    <a:cubicBezTo>
                      <a:pt x="5075" y="496"/>
                      <a:pt x="4268" y="162"/>
                      <a:pt x="3427" y="162"/>
                    </a:cubicBezTo>
                    <a:cubicBezTo>
                      <a:pt x="2586" y="162"/>
                      <a:pt x="1779" y="496"/>
                      <a:pt x="1184" y="1091"/>
                    </a:cubicBezTo>
                    <a:cubicBezTo>
                      <a:pt x="590" y="1686"/>
                      <a:pt x="256" y="2493"/>
                      <a:pt x="256" y="3335"/>
                    </a:cubicBezTo>
                    <a:cubicBezTo>
                      <a:pt x="256" y="4176"/>
                      <a:pt x="590" y="4983"/>
                      <a:pt x="1184" y="5578"/>
                    </a:cubicBezTo>
                    <a:cubicBezTo>
                      <a:pt x="1779" y="6173"/>
                      <a:pt x="2586" y="6508"/>
                      <a:pt x="3427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31" name="Freeform: Shape 15130">
                <a:extLst>
                  <a:ext uri="{FF2B5EF4-FFF2-40B4-BE49-F238E27FC236}">
                    <a16:creationId xmlns:a16="http://schemas.microsoft.com/office/drawing/2014/main" id="{F60A1627-277A-9E59-7687-D76EDBB0FE07}"/>
                  </a:ext>
                </a:extLst>
              </p:cNvPr>
              <p:cNvSpPr/>
              <p:nvPr/>
            </p:nvSpPr>
            <p:spPr>
              <a:xfrm>
                <a:off x="9643597" y="5530830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4 h 6345"/>
                  <a:gd name="connsiteX3" fmla="*/ 5669 w 6343"/>
                  <a:gd name="connsiteY3" fmla="*/ 1091 h 6345"/>
                  <a:gd name="connsiteX4" fmla="*/ 3427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4 h 6345"/>
                  <a:gd name="connsiteX7" fmla="*/ 1184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8" y="6507"/>
                      <a:pt x="5074" y="6173"/>
                      <a:pt x="5669" y="5578"/>
                    </a:cubicBezTo>
                    <a:cubicBezTo>
                      <a:pt x="6264" y="4983"/>
                      <a:pt x="6598" y="4176"/>
                      <a:pt x="6598" y="3334"/>
                    </a:cubicBezTo>
                    <a:cubicBezTo>
                      <a:pt x="6598" y="2493"/>
                      <a:pt x="6264" y="1686"/>
                      <a:pt x="5669" y="1091"/>
                    </a:cubicBezTo>
                    <a:cubicBezTo>
                      <a:pt x="5074" y="496"/>
                      <a:pt x="4268" y="162"/>
                      <a:pt x="3427" y="162"/>
                    </a:cubicBezTo>
                    <a:cubicBezTo>
                      <a:pt x="2585" y="162"/>
                      <a:pt x="1779" y="496"/>
                      <a:pt x="1184" y="1091"/>
                    </a:cubicBezTo>
                    <a:cubicBezTo>
                      <a:pt x="589" y="1686"/>
                      <a:pt x="255" y="2493"/>
                      <a:pt x="255" y="3334"/>
                    </a:cubicBezTo>
                    <a:cubicBezTo>
                      <a:pt x="255" y="4176"/>
                      <a:pt x="589" y="4983"/>
                      <a:pt x="1184" y="5578"/>
                    </a:cubicBezTo>
                    <a:cubicBezTo>
                      <a:pt x="1779" y="6173"/>
                      <a:pt x="2585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32" name="Freeform: Shape 15131">
                <a:extLst>
                  <a:ext uri="{FF2B5EF4-FFF2-40B4-BE49-F238E27FC236}">
                    <a16:creationId xmlns:a16="http://schemas.microsoft.com/office/drawing/2014/main" id="{8AEA2122-50EF-E14A-0472-05A526608C71}"/>
                  </a:ext>
                </a:extLst>
              </p:cNvPr>
              <p:cNvSpPr/>
              <p:nvPr/>
            </p:nvSpPr>
            <p:spPr>
              <a:xfrm>
                <a:off x="9640273" y="5529798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4 h 6345"/>
                  <a:gd name="connsiteX3" fmla="*/ 5669 w 6343"/>
                  <a:gd name="connsiteY3" fmla="*/ 1091 h 6345"/>
                  <a:gd name="connsiteX4" fmla="*/ 3426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4 h 6345"/>
                  <a:gd name="connsiteX7" fmla="*/ 1184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4" y="6173"/>
                      <a:pt x="5669" y="5578"/>
                    </a:cubicBezTo>
                    <a:cubicBezTo>
                      <a:pt x="6264" y="4983"/>
                      <a:pt x="6598" y="4176"/>
                      <a:pt x="6598" y="3334"/>
                    </a:cubicBezTo>
                    <a:cubicBezTo>
                      <a:pt x="6598" y="2493"/>
                      <a:pt x="6264" y="1686"/>
                      <a:pt x="5669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4" y="1091"/>
                    </a:cubicBezTo>
                    <a:cubicBezTo>
                      <a:pt x="589" y="1686"/>
                      <a:pt x="255" y="2493"/>
                      <a:pt x="255" y="3334"/>
                    </a:cubicBezTo>
                    <a:cubicBezTo>
                      <a:pt x="255" y="4176"/>
                      <a:pt x="589" y="4983"/>
                      <a:pt x="1184" y="5578"/>
                    </a:cubicBezTo>
                    <a:cubicBezTo>
                      <a:pt x="1778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33" name="Freeform: Shape 15132">
                <a:extLst>
                  <a:ext uri="{FF2B5EF4-FFF2-40B4-BE49-F238E27FC236}">
                    <a16:creationId xmlns:a16="http://schemas.microsoft.com/office/drawing/2014/main" id="{BBA9A1F1-CE40-6645-70BC-D63F2C46A352}"/>
                  </a:ext>
                </a:extLst>
              </p:cNvPr>
              <p:cNvSpPr/>
              <p:nvPr/>
            </p:nvSpPr>
            <p:spPr>
              <a:xfrm>
                <a:off x="9637742" y="5529678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4 h 6345"/>
                  <a:gd name="connsiteX3" fmla="*/ 5669 w 6343"/>
                  <a:gd name="connsiteY3" fmla="*/ 1091 h 6345"/>
                  <a:gd name="connsiteX4" fmla="*/ 3426 w 6343"/>
                  <a:gd name="connsiteY4" fmla="*/ 162 h 6345"/>
                  <a:gd name="connsiteX5" fmla="*/ 1183 w 6343"/>
                  <a:gd name="connsiteY5" fmla="*/ 1091 h 6345"/>
                  <a:gd name="connsiteX6" fmla="*/ 255 w 6343"/>
                  <a:gd name="connsiteY6" fmla="*/ 3334 h 6345"/>
                  <a:gd name="connsiteX7" fmla="*/ 1183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4" y="6173"/>
                      <a:pt x="5669" y="5578"/>
                    </a:cubicBezTo>
                    <a:cubicBezTo>
                      <a:pt x="6263" y="4983"/>
                      <a:pt x="6598" y="4176"/>
                      <a:pt x="6598" y="3334"/>
                    </a:cubicBezTo>
                    <a:cubicBezTo>
                      <a:pt x="6598" y="2493"/>
                      <a:pt x="6263" y="1686"/>
                      <a:pt x="5669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3" y="1091"/>
                    </a:cubicBezTo>
                    <a:cubicBezTo>
                      <a:pt x="589" y="1686"/>
                      <a:pt x="255" y="2493"/>
                      <a:pt x="255" y="3334"/>
                    </a:cubicBezTo>
                    <a:cubicBezTo>
                      <a:pt x="255" y="4176"/>
                      <a:pt x="589" y="4983"/>
                      <a:pt x="1183" y="5578"/>
                    </a:cubicBezTo>
                    <a:cubicBezTo>
                      <a:pt x="1778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34" name="Freeform: Shape 15133">
                <a:extLst>
                  <a:ext uri="{FF2B5EF4-FFF2-40B4-BE49-F238E27FC236}">
                    <a16:creationId xmlns:a16="http://schemas.microsoft.com/office/drawing/2014/main" id="{25062E2E-9E9D-9452-56F6-AC912F070E16}"/>
                  </a:ext>
                </a:extLst>
              </p:cNvPr>
              <p:cNvSpPr/>
              <p:nvPr/>
            </p:nvSpPr>
            <p:spPr>
              <a:xfrm>
                <a:off x="9635066" y="5529345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6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4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8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35" name="Freeform: Shape 15134">
                <a:extLst>
                  <a:ext uri="{FF2B5EF4-FFF2-40B4-BE49-F238E27FC236}">
                    <a16:creationId xmlns:a16="http://schemas.microsoft.com/office/drawing/2014/main" id="{91A43B59-0209-58C7-064E-66239E5A566A}"/>
                  </a:ext>
                </a:extLst>
              </p:cNvPr>
              <p:cNvSpPr/>
              <p:nvPr/>
            </p:nvSpPr>
            <p:spPr>
              <a:xfrm>
                <a:off x="9632629" y="5529274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6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4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8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36" name="Freeform: Shape 15135">
                <a:extLst>
                  <a:ext uri="{FF2B5EF4-FFF2-40B4-BE49-F238E27FC236}">
                    <a16:creationId xmlns:a16="http://schemas.microsoft.com/office/drawing/2014/main" id="{68A19D45-23EB-E5F6-5B07-3AB92179B776}"/>
                  </a:ext>
                </a:extLst>
              </p:cNvPr>
              <p:cNvSpPr/>
              <p:nvPr/>
            </p:nvSpPr>
            <p:spPr>
              <a:xfrm>
                <a:off x="9630239" y="5529230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5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7" y="6507"/>
                      <a:pt x="5073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3" y="496"/>
                      <a:pt x="4267" y="162"/>
                      <a:pt x="3425" y="162"/>
                    </a:cubicBezTo>
                    <a:cubicBezTo>
                      <a:pt x="2584" y="162"/>
                      <a:pt x="1778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8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37" name="Freeform: Shape 15136">
                <a:extLst>
                  <a:ext uri="{FF2B5EF4-FFF2-40B4-BE49-F238E27FC236}">
                    <a16:creationId xmlns:a16="http://schemas.microsoft.com/office/drawing/2014/main" id="{1AAC9638-256D-1AC7-1F46-C399D8BD72C3}"/>
                  </a:ext>
                </a:extLst>
              </p:cNvPr>
              <p:cNvSpPr/>
              <p:nvPr/>
            </p:nvSpPr>
            <p:spPr>
              <a:xfrm>
                <a:off x="9627556" y="5528781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5 w 6343"/>
                  <a:gd name="connsiteY4" fmla="*/ 161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3" y="496"/>
                      <a:pt x="4266" y="161"/>
                      <a:pt x="3425" y="161"/>
                    </a:cubicBezTo>
                    <a:cubicBezTo>
                      <a:pt x="2584" y="161"/>
                      <a:pt x="1777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38" name="Freeform: Shape 15137">
                <a:extLst>
                  <a:ext uri="{FF2B5EF4-FFF2-40B4-BE49-F238E27FC236}">
                    <a16:creationId xmlns:a16="http://schemas.microsoft.com/office/drawing/2014/main" id="{6A896764-74BD-4F56-066B-6D89ED160AF2}"/>
                  </a:ext>
                </a:extLst>
              </p:cNvPr>
              <p:cNvSpPr/>
              <p:nvPr/>
            </p:nvSpPr>
            <p:spPr>
              <a:xfrm>
                <a:off x="9625407" y="5528984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5 w 6343"/>
                  <a:gd name="connsiteY4" fmla="*/ 161 h 6345"/>
                  <a:gd name="connsiteX5" fmla="*/ 1182 w 6343"/>
                  <a:gd name="connsiteY5" fmla="*/ 1091 h 6345"/>
                  <a:gd name="connsiteX6" fmla="*/ 254 w 6343"/>
                  <a:gd name="connsiteY6" fmla="*/ 3334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8" y="5578"/>
                    </a:cubicBezTo>
                    <a:cubicBezTo>
                      <a:pt x="6262" y="4983"/>
                      <a:pt x="6597" y="4176"/>
                      <a:pt x="6597" y="3334"/>
                    </a:cubicBezTo>
                    <a:cubicBezTo>
                      <a:pt x="6597" y="2493"/>
                      <a:pt x="6262" y="1686"/>
                      <a:pt x="5668" y="1091"/>
                    </a:cubicBezTo>
                    <a:cubicBezTo>
                      <a:pt x="5073" y="496"/>
                      <a:pt x="4266" y="161"/>
                      <a:pt x="3425" y="161"/>
                    </a:cubicBezTo>
                    <a:cubicBezTo>
                      <a:pt x="2584" y="161"/>
                      <a:pt x="1777" y="496"/>
                      <a:pt x="1182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2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39" name="Freeform: Shape 15138">
                <a:extLst>
                  <a:ext uri="{FF2B5EF4-FFF2-40B4-BE49-F238E27FC236}">
                    <a16:creationId xmlns:a16="http://schemas.microsoft.com/office/drawing/2014/main" id="{16F58913-3282-7C74-3B4C-CB03C31A2594}"/>
                  </a:ext>
                </a:extLst>
              </p:cNvPr>
              <p:cNvSpPr/>
              <p:nvPr/>
            </p:nvSpPr>
            <p:spPr>
              <a:xfrm>
                <a:off x="9623372" y="5529315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6 w 6343"/>
                  <a:gd name="connsiteY2" fmla="*/ 3334 h 6345"/>
                  <a:gd name="connsiteX3" fmla="*/ 5668 w 6343"/>
                  <a:gd name="connsiteY3" fmla="*/ 1091 h 6345"/>
                  <a:gd name="connsiteX4" fmla="*/ 3425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8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8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2" y="1091"/>
                    </a:cubicBezTo>
                    <a:cubicBezTo>
                      <a:pt x="588" y="1686"/>
                      <a:pt x="253" y="2493"/>
                      <a:pt x="253" y="3334"/>
                    </a:cubicBezTo>
                    <a:cubicBezTo>
                      <a:pt x="253" y="4176"/>
                      <a:pt x="588" y="4983"/>
                      <a:pt x="1182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40" name="Freeform: Shape 15139">
                <a:extLst>
                  <a:ext uri="{FF2B5EF4-FFF2-40B4-BE49-F238E27FC236}">
                    <a16:creationId xmlns:a16="http://schemas.microsoft.com/office/drawing/2014/main" id="{734A6BE3-A966-F1A2-A4A0-BF9B80AA8F47}"/>
                  </a:ext>
                </a:extLst>
              </p:cNvPr>
              <p:cNvSpPr/>
              <p:nvPr/>
            </p:nvSpPr>
            <p:spPr>
              <a:xfrm>
                <a:off x="9621048" y="5529240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5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41" name="Freeform: Shape 15140">
                <a:extLst>
                  <a:ext uri="{FF2B5EF4-FFF2-40B4-BE49-F238E27FC236}">
                    <a16:creationId xmlns:a16="http://schemas.microsoft.com/office/drawing/2014/main" id="{92FE769C-88FA-5118-D080-75C8CFECCAF4}"/>
                  </a:ext>
                </a:extLst>
              </p:cNvPr>
              <p:cNvSpPr/>
              <p:nvPr/>
            </p:nvSpPr>
            <p:spPr>
              <a:xfrm>
                <a:off x="9618767" y="5529194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5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2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2" y="496"/>
                      <a:pt x="4266" y="162"/>
                      <a:pt x="3425" y="162"/>
                    </a:cubicBezTo>
                    <a:cubicBezTo>
                      <a:pt x="2583" y="162"/>
                      <a:pt x="1777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7" y="6173"/>
                      <a:pt x="2583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42" name="Freeform: Shape 15141">
                <a:extLst>
                  <a:ext uri="{FF2B5EF4-FFF2-40B4-BE49-F238E27FC236}">
                    <a16:creationId xmlns:a16="http://schemas.microsoft.com/office/drawing/2014/main" id="{E616C286-48D7-F45B-31E4-8C1EC1FBECEB}"/>
                  </a:ext>
                </a:extLst>
              </p:cNvPr>
              <p:cNvSpPr/>
              <p:nvPr/>
            </p:nvSpPr>
            <p:spPr>
              <a:xfrm>
                <a:off x="9616530" y="5529179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6" y="6507"/>
                      <a:pt x="5072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2" y="496"/>
                      <a:pt x="4266" y="162"/>
                      <a:pt x="3424" y="162"/>
                    </a:cubicBezTo>
                    <a:cubicBezTo>
                      <a:pt x="2583" y="162"/>
                      <a:pt x="1777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7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43" name="Freeform: Shape 15142">
                <a:extLst>
                  <a:ext uri="{FF2B5EF4-FFF2-40B4-BE49-F238E27FC236}">
                    <a16:creationId xmlns:a16="http://schemas.microsoft.com/office/drawing/2014/main" id="{43BEBAC4-8851-2E70-E2E9-4EFDC38E55E7}"/>
                  </a:ext>
                </a:extLst>
              </p:cNvPr>
              <p:cNvSpPr/>
              <p:nvPr/>
            </p:nvSpPr>
            <p:spPr>
              <a:xfrm>
                <a:off x="9614335" y="5529194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2" y="496"/>
                      <a:pt x="4265" y="162"/>
                      <a:pt x="3424" y="162"/>
                    </a:cubicBezTo>
                    <a:cubicBezTo>
                      <a:pt x="2583" y="162"/>
                      <a:pt x="1776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44" name="Freeform: Shape 15143">
                <a:extLst>
                  <a:ext uri="{FF2B5EF4-FFF2-40B4-BE49-F238E27FC236}">
                    <a16:creationId xmlns:a16="http://schemas.microsoft.com/office/drawing/2014/main" id="{A84CB6C9-403F-73B4-4075-F6FA874E27BB}"/>
                  </a:ext>
                </a:extLst>
              </p:cNvPr>
              <p:cNvSpPr/>
              <p:nvPr/>
            </p:nvSpPr>
            <p:spPr>
              <a:xfrm>
                <a:off x="9612147" y="5529191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7" y="5578"/>
                    </a:cubicBezTo>
                    <a:cubicBezTo>
                      <a:pt x="6261" y="4983"/>
                      <a:pt x="6596" y="4176"/>
                      <a:pt x="6596" y="3334"/>
                    </a:cubicBezTo>
                    <a:cubicBezTo>
                      <a:pt x="6596" y="2493"/>
                      <a:pt x="6261" y="1686"/>
                      <a:pt x="5667" y="1091"/>
                    </a:cubicBezTo>
                    <a:cubicBezTo>
                      <a:pt x="5072" y="496"/>
                      <a:pt x="4265" y="162"/>
                      <a:pt x="3424" y="162"/>
                    </a:cubicBezTo>
                    <a:cubicBezTo>
                      <a:pt x="2583" y="162"/>
                      <a:pt x="1776" y="496"/>
                      <a:pt x="1181" y="1091"/>
                    </a:cubicBezTo>
                    <a:cubicBezTo>
                      <a:pt x="587" y="1686"/>
                      <a:pt x="252" y="2493"/>
                      <a:pt x="252" y="3334"/>
                    </a:cubicBezTo>
                    <a:cubicBezTo>
                      <a:pt x="252" y="4176"/>
                      <a:pt x="587" y="4983"/>
                      <a:pt x="1181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45" name="Freeform: Shape 15144">
                <a:extLst>
                  <a:ext uri="{FF2B5EF4-FFF2-40B4-BE49-F238E27FC236}">
                    <a16:creationId xmlns:a16="http://schemas.microsoft.com/office/drawing/2014/main" id="{4464BAA7-9D90-4EB9-D051-9604541FB434}"/>
                  </a:ext>
                </a:extLst>
              </p:cNvPr>
              <p:cNvSpPr/>
              <p:nvPr/>
            </p:nvSpPr>
            <p:spPr>
              <a:xfrm>
                <a:off x="9610175" y="5529469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5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7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7" y="1091"/>
                    </a:cubicBezTo>
                    <a:cubicBezTo>
                      <a:pt x="5072" y="496"/>
                      <a:pt x="4265" y="162"/>
                      <a:pt x="3424" y="162"/>
                    </a:cubicBezTo>
                    <a:cubicBezTo>
                      <a:pt x="2583" y="162"/>
                      <a:pt x="1776" y="496"/>
                      <a:pt x="1181" y="1091"/>
                    </a:cubicBezTo>
                    <a:cubicBezTo>
                      <a:pt x="587" y="1686"/>
                      <a:pt x="252" y="2493"/>
                      <a:pt x="252" y="3334"/>
                    </a:cubicBezTo>
                    <a:cubicBezTo>
                      <a:pt x="252" y="4176"/>
                      <a:pt x="587" y="4983"/>
                      <a:pt x="1181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46" name="Freeform: Shape 15145">
                <a:extLst>
                  <a:ext uri="{FF2B5EF4-FFF2-40B4-BE49-F238E27FC236}">
                    <a16:creationId xmlns:a16="http://schemas.microsoft.com/office/drawing/2014/main" id="{A489A719-9611-3788-6F18-943954E48F7A}"/>
                  </a:ext>
                </a:extLst>
              </p:cNvPr>
              <p:cNvSpPr/>
              <p:nvPr/>
            </p:nvSpPr>
            <p:spPr>
              <a:xfrm>
                <a:off x="9607894" y="5529282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4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2" y="496"/>
                      <a:pt x="4265" y="162"/>
                      <a:pt x="3424" y="162"/>
                    </a:cubicBezTo>
                    <a:cubicBezTo>
                      <a:pt x="2583" y="162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47" name="Freeform: Shape 15146">
                <a:extLst>
                  <a:ext uri="{FF2B5EF4-FFF2-40B4-BE49-F238E27FC236}">
                    <a16:creationId xmlns:a16="http://schemas.microsoft.com/office/drawing/2014/main" id="{4C565B91-8F87-9565-89C1-E373860B39B2}"/>
                  </a:ext>
                </a:extLst>
              </p:cNvPr>
              <p:cNvSpPr/>
              <p:nvPr/>
            </p:nvSpPr>
            <p:spPr>
              <a:xfrm>
                <a:off x="9605724" y="5529226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4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1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1" y="496"/>
                      <a:pt x="4265" y="162"/>
                      <a:pt x="3424" y="162"/>
                    </a:cubicBezTo>
                    <a:cubicBezTo>
                      <a:pt x="2582" y="162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2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48" name="Freeform: Shape 15147">
                <a:extLst>
                  <a:ext uri="{FF2B5EF4-FFF2-40B4-BE49-F238E27FC236}">
                    <a16:creationId xmlns:a16="http://schemas.microsoft.com/office/drawing/2014/main" id="{8837A66E-035E-FBA3-BD26-6B7BE8715F27}"/>
                  </a:ext>
                </a:extLst>
              </p:cNvPr>
              <p:cNvSpPr/>
              <p:nvPr/>
            </p:nvSpPr>
            <p:spPr>
              <a:xfrm>
                <a:off x="9603425" y="5528950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3 w 6343"/>
                  <a:gd name="connsiteY4" fmla="*/ 161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1" y="496"/>
                      <a:pt x="4264" y="161"/>
                      <a:pt x="3423" y="161"/>
                    </a:cubicBezTo>
                    <a:cubicBezTo>
                      <a:pt x="2582" y="161"/>
                      <a:pt x="1775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49" name="Freeform: Shape 15148">
                <a:extLst>
                  <a:ext uri="{FF2B5EF4-FFF2-40B4-BE49-F238E27FC236}">
                    <a16:creationId xmlns:a16="http://schemas.microsoft.com/office/drawing/2014/main" id="{4C7AC521-E13A-5BEC-EC3F-89D9746FA82F}"/>
                  </a:ext>
                </a:extLst>
              </p:cNvPr>
              <p:cNvSpPr/>
              <p:nvPr/>
            </p:nvSpPr>
            <p:spPr>
              <a:xfrm>
                <a:off x="9601440" y="5529112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3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1" y="496"/>
                      <a:pt x="4264" y="162"/>
                      <a:pt x="3423" y="162"/>
                    </a:cubicBezTo>
                    <a:cubicBezTo>
                      <a:pt x="2582" y="162"/>
                      <a:pt x="1775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50" name="Freeform: Shape 15149">
                <a:extLst>
                  <a:ext uri="{FF2B5EF4-FFF2-40B4-BE49-F238E27FC236}">
                    <a16:creationId xmlns:a16="http://schemas.microsoft.com/office/drawing/2014/main" id="{0FF244A6-E54D-B29E-7E6F-8D30A13F8549}"/>
                  </a:ext>
                </a:extLst>
              </p:cNvPr>
              <p:cNvSpPr/>
              <p:nvPr/>
            </p:nvSpPr>
            <p:spPr>
              <a:xfrm>
                <a:off x="9599157" y="5528799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3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6" y="5578"/>
                    </a:cubicBezTo>
                    <a:cubicBezTo>
                      <a:pt x="6260" y="4983"/>
                      <a:pt x="6595" y="4176"/>
                      <a:pt x="6595" y="3334"/>
                    </a:cubicBezTo>
                    <a:cubicBezTo>
                      <a:pt x="6595" y="2493"/>
                      <a:pt x="6260" y="1686"/>
                      <a:pt x="5666" y="1091"/>
                    </a:cubicBezTo>
                    <a:cubicBezTo>
                      <a:pt x="5071" y="496"/>
                      <a:pt x="4264" y="161"/>
                      <a:pt x="3423" y="161"/>
                    </a:cubicBezTo>
                    <a:cubicBezTo>
                      <a:pt x="2582" y="161"/>
                      <a:pt x="1775" y="496"/>
                      <a:pt x="1180" y="1091"/>
                    </a:cubicBezTo>
                    <a:cubicBezTo>
                      <a:pt x="586" y="1686"/>
                      <a:pt x="251" y="2493"/>
                      <a:pt x="251" y="3334"/>
                    </a:cubicBezTo>
                    <a:cubicBezTo>
                      <a:pt x="251" y="4176"/>
                      <a:pt x="586" y="4983"/>
                      <a:pt x="1180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51" name="Freeform: Shape 15150">
                <a:extLst>
                  <a:ext uri="{FF2B5EF4-FFF2-40B4-BE49-F238E27FC236}">
                    <a16:creationId xmlns:a16="http://schemas.microsoft.com/office/drawing/2014/main" id="{831A43E7-3D2F-3A0F-4BDB-D08BDB89BBFC}"/>
                  </a:ext>
                </a:extLst>
              </p:cNvPr>
              <p:cNvSpPr/>
              <p:nvPr/>
            </p:nvSpPr>
            <p:spPr>
              <a:xfrm>
                <a:off x="9597315" y="5529132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4 w 6343"/>
                  <a:gd name="connsiteY2" fmla="*/ 3334 h 6345"/>
                  <a:gd name="connsiteX3" fmla="*/ 5666 w 6343"/>
                  <a:gd name="connsiteY3" fmla="*/ 1091 h 6345"/>
                  <a:gd name="connsiteX4" fmla="*/ 3423 w 6343"/>
                  <a:gd name="connsiteY4" fmla="*/ 162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6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6" y="1091"/>
                    </a:cubicBezTo>
                    <a:cubicBezTo>
                      <a:pt x="5071" y="496"/>
                      <a:pt x="4264" y="162"/>
                      <a:pt x="3423" y="162"/>
                    </a:cubicBezTo>
                    <a:cubicBezTo>
                      <a:pt x="2582" y="162"/>
                      <a:pt x="1775" y="496"/>
                      <a:pt x="1180" y="1091"/>
                    </a:cubicBezTo>
                    <a:cubicBezTo>
                      <a:pt x="586" y="1686"/>
                      <a:pt x="251" y="2493"/>
                      <a:pt x="251" y="3334"/>
                    </a:cubicBezTo>
                    <a:cubicBezTo>
                      <a:pt x="251" y="4176"/>
                      <a:pt x="586" y="4983"/>
                      <a:pt x="1180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52" name="Freeform: Shape 15151">
                <a:extLst>
                  <a:ext uri="{FF2B5EF4-FFF2-40B4-BE49-F238E27FC236}">
                    <a16:creationId xmlns:a16="http://schemas.microsoft.com/office/drawing/2014/main" id="{E6415378-2DAB-FFDD-CE63-43B6236F06D7}"/>
                  </a:ext>
                </a:extLst>
              </p:cNvPr>
              <p:cNvSpPr/>
              <p:nvPr/>
            </p:nvSpPr>
            <p:spPr>
              <a:xfrm>
                <a:off x="9595015" y="5528733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3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1" y="496"/>
                      <a:pt x="4264" y="161"/>
                      <a:pt x="3423" y="161"/>
                    </a:cubicBezTo>
                    <a:cubicBezTo>
                      <a:pt x="2582" y="161"/>
                      <a:pt x="1775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53" name="Freeform: Shape 15152">
                <a:extLst>
                  <a:ext uri="{FF2B5EF4-FFF2-40B4-BE49-F238E27FC236}">
                    <a16:creationId xmlns:a16="http://schemas.microsoft.com/office/drawing/2014/main" id="{5640B69B-B3A9-300A-A59B-D9FF0D890AD1}"/>
                  </a:ext>
                </a:extLst>
              </p:cNvPr>
              <p:cNvSpPr/>
              <p:nvPr/>
            </p:nvSpPr>
            <p:spPr>
              <a:xfrm>
                <a:off x="9592954" y="5528675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3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4" y="161"/>
                      <a:pt x="3423" y="161"/>
                    </a:cubicBezTo>
                    <a:cubicBezTo>
                      <a:pt x="2581" y="161"/>
                      <a:pt x="1775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5" y="6173"/>
                      <a:pt x="2581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54" name="Freeform: Shape 15153">
                <a:extLst>
                  <a:ext uri="{FF2B5EF4-FFF2-40B4-BE49-F238E27FC236}">
                    <a16:creationId xmlns:a16="http://schemas.microsoft.com/office/drawing/2014/main" id="{E11AE7A3-7EAA-16D4-6F08-3FF23C9D3EE8}"/>
                  </a:ext>
                </a:extLst>
              </p:cNvPr>
              <p:cNvSpPr/>
              <p:nvPr/>
            </p:nvSpPr>
            <p:spPr>
              <a:xfrm>
                <a:off x="9590705" y="5528291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4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55" name="Freeform: Shape 15154">
                <a:extLst>
                  <a:ext uri="{FF2B5EF4-FFF2-40B4-BE49-F238E27FC236}">
                    <a16:creationId xmlns:a16="http://schemas.microsoft.com/office/drawing/2014/main" id="{A4B30530-897A-620A-5540-9C2874F03F19}"/>
                  </a:ext>
                </a:extLst>
              </p:cNvPr>
              <p:cNvSpPr/>
              <p:nvPr/>
            </p:nvSpPr>
            <p:spPr>
              <a:xfrm>
                <a:off x="9588818" y="5528459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4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56" name="Freeform: Shape 15155">
                <a:extLst>
                  <a:ext uri="{FF2B5EF4-FFF2-40B4-BE49-F238E27FC236}">
                    <a16:creationId xmlns:a16="http://schemas.microsoft.com/office/drawing/2014/main" id="{1809B306-92CD-A513-AD35-A701F003D29B}"/>
                  </a:ext>
                </a:extLst>
              </p:cNvPr>
              <p:cNvSpPr/>
              <p:nvPr/>
            </p:nvSpPr>
            <p:spPr>
              <a:xfrm>
                <a:off x="9586871" y="5528508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59" y="4983"/>
                      <a:pt x="6594" y="4176"/>
                      <a:pt x="6594" y="3334"/>
                    </a:cubicBezTo>
                    <a:cubicBezTo>
                      <a:pt x="6594" y="2493"/>
                      <a:pt x="6259" y="1686"/>
                      <a:pt x="5665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4" y="496"/>
                      <a:pt x="1179" y="1091"/>
                    </a:cubicBezTo>
                    <a:cubicBezTo>
                      <a:pt x="585" y="1686"/>
                      <a:pt x="250" y="2493"/>
                      <a:pt x="250" y="3334"/>
                    </a:cubicBezTo>
                    <a:cubicBezTo>
                      <a:pt x="250" y="4176"/>
                      <a:pt x="585" y="4983"/>
                      <a:pt x="1179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57" name="Freeform: Shape 15156">
                <a:extLst>
                  <a:ext uri="{FF2B5EF4-FFF2-40B4-BE49-F238E27FC236}">
                    <a16:creationId xmlns:a16="http://schemas.microsoft.com/office/drawing/2014/main" id="{2D175FC0-01E5-28B7-B48A-0D044EFFAFA3}"/>
                  </a:ext>
                </a:extLst>
              </p:cNvPr>
              <p:cNvSpPr/>
              <p:nvPr/>
            </p:nvSpPr>
            <p:spPr>
              <a:xfrm>
                <a:off x="9585055" y="5528751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3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5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4" y="496"/>
                      <a:pt x="1179" y="1091"/>
                    </a:cubicBezTo>
                    <a:cubicBezTo>
                      <a:pt x="585" y="1686"/>
                      <a:pt x="250" y="2493"/>
                      <a:pt x="250" y="3334"/>
                    </a:cubicBezTo>
                    <a:cubicBezTo>
                      <a:pt x="250" y="4176"/>
                      <a:pt x="585" y="4983"/>
                      <a:pt x="1179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58" name="Freeform: Shape 15157">
                <a:extLst>
                  <a:ext uri="{FF2B5EF4-FFF2-40B4-BE49-F238E27FC236}">
                    <a16:creationId xmlns:a16="http://schemas.microsoft.com/office/drawing/2014/main" id="{B37D2257-43F4-C298-09B8-CF1BD8FB0D75}"/>
                  </a:ext>
                </a:extLst>
              </p:cNvPr>
              <p:cNvSpPr/>
              <p:nvPr/>
            </p:nvSpPr>
            <p:spPr>
              <a:xfrm>
                <a:off x="9583240" y="5528980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2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59" name="Freeform: Shape 15158">
                <a:extLst>
                  <a:ext uri="{FF2B5EF4-FFF2-40B4-BE49-F238E27FC236}">
                    <a16:creationId xmlns:a16="http://schemas.microsoft.com/office/drawing/2014/main" id="{A537FAFF-3CC0-01B8-106D-CD6D78D8A5E7}"/>
                  </a:ext>
                </a:extLst>
              </p:cNvPr>
              <p:cNvSpPr/>
              <p:nvPr/>
            </p:nvSpPr>
            <p:spPr>
              <a:xfrm>
                <a:off x="9581398" y="5529144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2 w 6343"/>
                  <a:gd name="connsiteY4" fmla="*/ 162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3" y="162"/>
                      <a:pt x="3422" y="162"/>
                    </a:cubicBezTo>
                    <a:cubicBezTo>
                      <a:pt x="2581" y="162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60" name="Freeform: Shape 15159">
                <a:extLst>
                  <a:ext uri="{FF2B5EF4-FFF2-40B4-BE49-F238E27FC236}">
                    <a16:creationId xmlns:a16="http://schemas.microsoft.com/office/drawing/2014/main" id="{075E6533-2F9A-5EB3-5455-870B88CE9C3F}"/>
                  </a:ext>
                </a:extLst>
              </p:cNvPr>
              <p:cNvSpPr/>
              <p:nvPr/>
            </p:nvSpPr>
            <p:spPr>
              <a:xfrm>
                <a:off x="9579437" y="5529082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2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3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3" y="162"/>
                      <a:pt x="3421" y="162"/>
                    </a:cubicBezTo>
                    <a:cubicBezTo>
                      <a:pt x="2580" y="162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61" name="Freeform: Shape 15160">
                <a:extLst>
                  <a:ext uri="{FF2B5EF4-FFF2-40B4-BE49-F238E27FC236}">
                    <a16:creationId xmlns:a16="http://schemas.microsoft.com/office/drawing/2014/main" id="{D4CA18B6-F184-C556-1F34-D4C6FD1E7082}"/>
                  </a:ext>
                </a:extLst>
              </p:cNvPr>
              <p:cNvSpPr/>
              <p:nvPr/>
            </p:nvSpPr>
            <p:spPr>
              <a:xfrm>
                <a:off x="9577453" y="5528953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62" name="Freeform: Shape 15161">
                <a:extLst>
                  <a:ext uri="{FF2B5EF4-FFF2-40B4-BE49-F238E27FC236}">
                    <a16:creationId xmlns:a16="http://schemas.microsoft.com/office/drawing/2014/main" id="{9ABB1589-F8A1-02AC-7624-C8DCF7DED001}"/>
                  </a:ext>
                </a:extLst>
              </p:cNvPr>
              <p:cNvSpPr/>
              <p:nvPr/>
            </p:nvSpPr>
            <p:spPr>
              <a:xfrm>
                <a:off x="9575356" y="5528595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63" name="Freeform: Shape 15162">
                <a:extLst>
                  <a:ext uri="{FF2B5EF4-FFF2-40B4-BE49-F238E27FC236}">
                    <a16:creationId xmlns:a16="http://schemas.microsoft.com/office/drawing/2014/main" id="{88B675E5-2D3A-1DD5-144C-09B405D5C5E3}"/>
                  </a:ext>
                </a:extLst>
              </p:cNvPr>
              <p:cNvSpPr/>
              <p:nvPr/>
            </p:nvSpPr>
            <p:spPr>
              <a:xfrm>
                <a:off x="9573210" y="5528113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8" y="4983"/>
                      <a:pt x="6593" y="4176"/>
                      <a:pt x="6593" y="3334"/>
                    </a:cubicBezTo>
                    <a:cubicBezTo>
                      <a:pt x="6593" y="2493"/>
                      <a:pt x="6258" y="1686"/>
                      <a:pt x="5664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8" y="1091"/>
                    </a:cubicBezTo>
                    <a:cubicBezTo>
                      <a:pt x="584" y="1686"/>
                      <a:pt x="249" y="2493"/>
                      <a:pt x="249" y="3334"/>
                    </a:cubicBezTo>
                    <a:cubicBezTo>
                      <a:pt x="249" y="4176"/>
                      <a:pt x="584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64" name="Freeform: Shape 15163">
                <a:extLst>
                  <a:ext uri="{FF2B5EF4-FFF2-40B4-BE49-F238E27FC236}">
                    <a16:creationId xmlns:a16="http://schemas.microsoft.com/office/drawing/2014/main" id="{72F79FCD-4C28-D67A-29D1-12E8C50612B0}"/>
                  </a:ext>
                </a:extLst>
              </p:cNvPr>
              <p:cNvSpPr/>
              <p:nvPr/>
            </p:nvSpPr>
            <p:spPr>
              <a:xfrm>
                <a:off x="9571627" y="5528632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1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65" name="Freeform: Shape 15164">
                <a:extLst>
                  <a:ext uri="{FF2B5EF4-FFF2-40B4-BE49-F238E27FC236}">
                    <a16:creationId xmlns:a16="http://schemas.microsoft.com/office/drawing/2014/main" id="{0B594F3D-9B10-48E8-3C32-BFFD5927A4E4}"/>
                  </a:ext>
                </a:extLst>
              </p:cNvPr>
              <p:cNvSpPr/>
              <p:nvPr/>
            </p:nvSpPr>
            <p:spPr>
              <a:xfrm>
                <a:off x="9569697" y="5528495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1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66" name="Freeform: Shape 15165">
                <a:extLst>
                  <a:ext uri="{FF2B5EF4-FFF2-40B4-BE49-F238E27FC236}">
                    <a16:creationId xmlns:a16="http://schemas.microsoft.com/office/drawing/2014/main" id="{5D8B8F79-C2F2-60F5-0A38-14F041D9FF0E}"/>
                  </a:ext>
                </a:extLst>
              </p:cNvPr>
              <p:cNvSpPr/>
              <p:nvPr/>
            </p:nvSpPr>
            <p:spPr>
              <a:xfrm>
                <a:off x="9568030" y="5528828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1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2" y="161"/>
                      <a:pt x="3421" y="161"/>
                    </a:cubicBezTo>
                    <a:cubicBezTo>
                      <a:pt x="2579" y="161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79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67" name="Freeform: Shape 15166">
                <a:extLst>
                  <a:ext uri="{FF2B5EF4-FFF2-40B4-BE49-F238E27FC236}">
                    <a16:creationId xmlns:a16="http://schemas.microsoft.com/office/drawing/2014/main" id="{60064777-DA8E-ADB5-ED09-5E883461CE1B}"/>
                  </a:ext>
                </a:extLst>
              </p:cNvPr>
              <p:cNvSpPr/>
              <p:nvPr/>
            </p:nvSpPr>
            <p:spPr>
              <a:xfrm>
                <a:off x="9565858" y="5528177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2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2" y="161"/>
                      <a:pt x="3420" y="161"/>
                    </a:cubicBezTo>
                    <a:cubicBezTo>
                      <a:pt x="2579" y="161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68" name="Freeform: Shape 15167">
                <a:extLst>
                  <a:ext uri="{FF2B5EF4-FFF2-40B4-BE49-F238E27FC236}">
                    <a16:creationId xmlns:a16="http://schemas.microsoft.com/office/drawing/2014/main" id="{DB68888A-7F5F-ACB7-60C1-9622D4B46B31}"/>
                  </a:ext>
                </a:extLst>
              </p:cNvPr>
              <p:cNvSpPr/>
              <p:nvPr/>
            </p:nvSpPr>
            <p:spPr>
              <a:xfrm>
                <a:off x="9564281" y="5528647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69" name="Freeform: Shape 15168">
                <a:extLst>
                  <a:ext uri="{FF2B5EF4-FFF2-40B4-BE49-F238E27FC236}">
                    <a16:creationId xmlns:a16="http://schemas.microsoft.com/office/drawing/2014/main" id="{58380702-9D7F-0982-BA71-98968FA9B778}"/>
                  </a:ext>
                </a:extLst>
              </p:cNvPr>
              <p:cNvSpPr/>
              <p:nvPr/>
            </p:nvSpPr>
            <p:spPr>
              <a:xfrm>
                <a:off x="9562401" y="5528507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9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7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70" name="Freeform: Shape 15169">
                <a:extLst>
                  <a:ext uri="{FF2B5EF4-FFF2-40B4-BE49-F238E27FC236}">
                    <a16:creationId xmlns:a16="http://schemas.microsoft.com/office/drawing/2014/main" id="{FC9BF238-7CBF-0831-38BD-B4E8FE77BF24}"/>
                  </a:ext>
                </a:extLst>
              </p:cNvPr>
              <p:cNvSpPr/>
              <p:nvPr/>
            </p:nvSpPr>
            <p:spPr>
              <a:xfrm>
                <a:off x="9560690" y="5528681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7" y="4983"/>
                      <a:pt x="6592" y="4176"/>
                      <a:pt x="6592" y="3334"/>
                    </a:cubicBezTo>
                    <a:cubicBezTo>
                      <a:pt x="6592" y="2493"/>
                      <a:pt x="6257" y="1686"/>
                      <a:pt x="5663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7" y="1091"/>
                    </a:cubicBezTo>
                    <a:cubicBezTo>
                      <a:pt x="583" y="1686"/>
                      <a:pt x="248" y="2493"/>
                      <a:pt x="248" y="3334"/>
                    </a:cubicBezTo>
                    <a:cubicBezTo>
                      <a:pt x="248" y="4176"/>
                      <a:pt x="583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71" name="Freeform: Shape 15170">
                <a:extLst>
                  <a:ext uri="{FF2B5EF4-FFF2-40B4-BE49-F238E27FC236}">
                    <a16:creationId xmlns:a16="http://schemas.microsoft.com/office/drawing/2014/main" id="{B6332EDC-4442-F850-E20D-855D61BB7921}"/>
                  </a:ext>
                </a:extLst>
              </p:cNvPr>
              <p:cNvSpPr/>
              <p:nvPr/>
            </p:nvSpPr>
            <p:spPr>
              <a:xfrm>
                <a:off x="9558955" y="5528789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72" name="Freeform: Shape 15171">
                <a:extLst>
                  <a:ext uri="{FF2B5EF4-FFF2-40B4-BE49-F238E27FC236}">
                    <a16:creationId xmlns:a16="http://schemas.microsoft.com/office/drawing/2014/main" id="{834D1B0E-5903-69C4-C580-C348AF80C763}"/>
                  </a:ext>
                </a:extLst>
              </p:cNvPr>
              <p:cNvSpPr/>
              <p:nvPr/>
            </p:nvSpPr>
            <p:spPr>
              <a:xfrm>
                <a:off x="9557249" y="5528938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73" name="Freeform: Shape 15172">
                <a:extLst>
                  <a:ext uri="{FF2B5EF4-FFF2-40B4-BE49-F238E27FC236}">
                    <a16:creationId xmlns:a16="http://schemas.microsoft.com/office/drawing/2014/main" id="{DD9C46D1-0D58-B97E-5B83-455076E56B49}"/>
                  </a:ext>
                </a:extLst>
              </p:cNvPr>
              <p:cNvSpPr/>
              <p:nvPr/>
            </p:nvSpPr>
            <p:spPr>
              <a:xfrm>
                <a:off x="9555363" y="5528690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1" y="161"/>
                      <a:pt x="3420" y="161"/>
                    </a:cubicBezTo>
                    <a:cubicBezTo>
                      <a:pt x="2578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8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74" name="Freeform: Shape 15173">
                <a:extLst>
                  <a:ext uri="{FF2B5EF4-FFF2-40B4-BE49-F238E27FC236}">
                    <a16:creationId xmlns:a16="http://schemas.microsoft.com/office/drawing/2014/main" id="{C791664E-561C-5779-712A-625126E5F856}"/>
                  </a:ext>
                </a:extLst>
              </p:cNvPr>
              <p:cNvSpPr/>
              <p:nvPr/>
            </p:nvSpPr>
            <p:spPr>
              <a:xfrm>
                <a:off x="9553588" y="5528649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1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1" y="161"/>
                      <a:pt x="3419" y="161"/>
                    </a:cubicBezTo>
                    <a:cubicBezTo>
                      <a:pt x="2578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75" name="Freeform: Shape 15174">
                <a:extLst>
                  <a:ext uri="{FF2B5EF4-FFF2-40B4-BE49-F238E27FC236}">
                    <a16:creationId xmlns:a16="http://schemas.microsoft.com/office/drawing/2014/main" id="{3EDBC1D5-D002-B044-4212-269D66ACA9D7}"/>
                  </a:ext>
                </a:extLst>
              </p:cNvPr>
              <p:cNvSpPr/>
              <p:nvPr/>
            </p:nvSpPr>
            <p:spPr>
              <a:xfrm>
                <a:off x="9551716" y="5528373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76" name="Freeform: Shape 15175">
                <a:extLst>
                  <a:ext uri="{FF2B5EF4-FFF2-40B4-BE49-F238E27FC236}">
                    <a16:creationId xmlns:a16="http://schemas.microsoft.com/office/drawing/2014/main" id="{3EA71C3F-C2F6-C825-130A-694253637503}"/>
                  </a:ext>
                </a:extLst>
              </p:cNvPr>
              <p:cNvSpPr/>
              <p:nvPr/>
            </p:nvSpPr>
            <p:spPr>
              <a:xfrm>
                <a:off x="9550101" y="5528639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77" name="Freeform: Shape 15176">
                <a:extLst>
                  <a:ext uri="{FF2B5EF4-FFF2-40B4-BE49-F238E27FC236}">
                    <a16:creationId xmlns:a16="http://schemas.microsoft.com/office/drawing/2014/main" id="{EB1C62B5-4665-9408-DAD4-FE86774A6EFE}"/>
                  </a:ext>
                </a:extLst>
              </p:cNvPr>
              <p:cNvSpPr/>
              <p:nvPr/>
            </p:nvSpPr>
            <p:spPr>
              <a:xfrm>
                <a:off x="9548462" y="5528838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2" y="5578"/>
                    </a:cubicBezTo>
                    <a:cubicBezTo>
                      <a:pt x="6256" y="4983"/>
                      <a:pt x="6591" y="4176"/>
                      <a:pt x="6591" y="3334"/>
                    </a:cubicBezTo>
                    <a:cubicBezTo>
                      <a:pt x="6591" y="2493"/>
                      <a:pt x="6256" y="1686"/>
                      <a:pt x="5662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2" y="1686"/>
                      <a:pt x="247" y="2493"/>
                      <a:pt x="247" y="3334"/>
                    </a:cubicBezTo>
                    <a:cubicBezTo>
                      <a:pt x="247" y="4176"/>
                      <a:pt x="582" y="4983"/>
                      <a:pt x="1176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78" name="Freeform: Shape 15177">
                <a:extLst>
                  <a:ext uri="{FF2B5EF4-FFF2-40B4-BE49-F238E27FC236}">
                    <a16:creationId xmlns:a16="http://schemas.microsoft.com/office/drawing/2014/main" id="{038922DF-21C4-D9D5-2E7D-DE00F7B2FEC7}"/>
                  </a:ext>
                </a:extLst>
              </p:cNvPr>
              <p:cNvSpPr/>
              <p:nvPr/>
            </p:nvSpPr>
            <p:spPr>
              <a:xfrm>
                <a:off x="9546801" y="5528970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0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2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2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2" y="1686"/>
                      <a:pt x="247" y="2493"/>
                      <a:pt x="247" y="3334"/>
                    </a:cubicBezTo>
                    <a:cubicBezTo>
                      <a:pt x="247" y="4176"/>
                      <a:pt x="582" y="4983"/>
                      <a:pt x="1176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79" name="Freeform: Shape 15178">
                <a:extLst>
                  <a:ext uri="{FF2B5EF4-FFF2-40B4-BE49-F238E27FC236}">
                    <a16:creationId xmlns:a16="http://schemas.microsoft.com/office/drawing/2014/main" id="{A8B14E29-D3D0-A137-D8EE-D2FE87573276}"/>
                  </a:ext>
                </a:extLst>
              </p:cNvPr>
              <p:cNvSpPr/>
              <p:nvPr/>
            </p:nvSpPr>
            <p:spPr>
              <a:xfrm>
                <a:off x="9545070" y="5528922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80" name="Freeform: Shape 15179">
                <a:extLst>
                  <a:ext uri="{FF2B5EF4-FFF2-40B4-BE49-F238E27FC236}">
                    <a16:creationId xmlns:a16="http://schemas.microsoft.com/office/drawing/2014/main" id="{945D0104-A09E-C754-2032-83902E508CB2}"/>
                  </a:ext>
                </a:extLst>
              </p:cNvPr>
              <p:cNvSpPr/>
              <p:nvPr/>
            </p:nvSpPr>
            <p:spPr>
              <a:xfrm>
                <a:off x="9543367" y="5528918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81" name="Freeform: Shape 15180">
                <a:extLst>
                  <a:ext uri="{FF2B5EF4-FFF2-40B4-BE49-F238E27FC236}">
                    <a16:creationId xmlns:a16="http://schemas.microsoft.com/office/drawing/2014/main" id="{EB778805-27B4-071B-7D72-566093AF9A54}"/>
                  </a:ext>
                </a:extLst>
              </p:cNvPr>
              <p:cNvSpPr/>
              <p:nvPr/>
            </p:nvSpPr>
            <p:spPr>
              <a:xfrm>
                <a:off x="9541552" y="5528620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60" y="6507"/>
                      <a:pt x="5066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60" y="161"/>
                      <a:pt x="3418" y="161"/>
                    </a:cubicBezTo>
                    <a:cubicBezTo>
                      <a:pt x="2577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82" name="Freeform: Shape 15181">
                <a:extLst>
                  <a:ext uri="{FF2B5EF4-FFF2-40B4-BE49-F238E27FC236}">
                    <a16:creationId xmlns:a16="http://schemas.microsoft.com/office/drawing/2014/main" id="{96D30E68-09F6-5EED-118E-17E8895C7A73}"/>
                  </a:ext>
                </a:extLst>
              </p:cNvPr>
              <p:cNvSpPr/>
              <p:nvPr/>
            </p:nvSpPr>
            <p:spPr>
              <a:xfrm>
                <a:off x="9539767" y="5528366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83" name="Freeform: Shape 15182">
                <a:extLst>
                  <a:ext uri="{FF2B5EF4-FFF2-40B4-BE49-F238E27FC236}">
                    <a16:creationId xmlns:a16="http://schemas.microsoft.com/office/drawing/2014/main" id="{6671477F-03CE-3124-009E-8DE6FA15AA94}"/>
                  </a:ext>
                </a:extLst>
              </p:cNvPr>
              <p:cNvSpPr/>
              <p:nvPr/>
            </p:nvSpPr>
            <p:spPr>
              <a:xfrm>
                <a:off x="9538011" y="5528155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84" name="Freeform: Shape 15183">
                <a:extLst>
                  <a:ext uri="{FF2B5EF4-FFF2-40B4-BE49-F238E27FC236}">
                    <a16:creationId xmlns:a16="http://schemas.microsoft.com/office/drawing/2014/main" id="{5639319C-6B0C-C1BC-8F44-E82CCDFB1933}"/>
                  </a:ext>
                </a:extLst>
              </p:cNvPr>
              <p:cNvSpPr/>
              <p:nvPr/>
            </p:nvSpPr>
            <p:spPr>
              <a:xfrm>
                <a:off x="9536350" y="5528158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7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1" y="5578"/>
                    </a:cubicBezTo>
                    <a:cubicBezTo>
                      <a:pt x="6255" y="4983"/>
                      <a:pt x="6590" y="4176"/>
                      <a:pt x="6590" y="3334"/>
                    </a:cubicBezTo>
                    <a:cubicBezTo>
                      <a:pt x="6590" y="2493"/>
                      <a:pt x="6255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5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85" name="Freeform: Shape 15184">
                <a:extLst>
                  <a:ext uri="{FF2B5EF4-FFF2-40B4-BE49-F238E27FC236}">
                    <a16:creationId xmlns:a16="http://schemas.microsoft.com/office/drawing/2014/main" id="{4C265F8B-BC59-EA28-C3FA-90C82AD7461F}"/>
                  </a:ext>
                </a:extLst>
              </p:cNvPr>
              <p:cNvSpPr/>
              <p:nvPr/>
            </p:nvSpPr>
            <p:spPr>
              <a:xfrm>
                <a:off x="9534649" y="5528036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89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1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1" y="1686"/>
                      <a:pt x="246" y="2493"/>
                      <a:pt x="246" y="3334"/>
                    </a:cubicBezTo>
                    <a:cubicBezTo>
                      <a:pt x="246" y="4176"/>
                      <a:pt x="581" y="4983"/>
                      <a:pt x="1175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86" name="Freeform: Shape 15185">
                <a:extLst>
                  <a:ext uri="{FF2B5EF4-FFF2-40B4-BE49-F238E27FC236}">
                    <a16:creationId xmlns:a16="http://schemas.microsoft.com/office/drawing/2014/main" id="{F8F34B1F-7B39-1879-3EA2-09238A32C13F}"/>
                  </a:ext>
                </a:extLst>
              </p:cNvPr>
              <p:cNvSpPr/>
              <p:nvPr/>
            </p:nvSpPr>
            <p:spPr>
              <a:xfrm>
                <a:off x="9533018" y="5528073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0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87" name="Freeform: Shape 15186">
                <a:extLst>
                  <a:ext uri="{FF2B5EF4-FFF2-40B4-BE49-F238E27FC236}">
                    <a16:creationId xmlns:a16="http://schemas.microsoft.com/office/drawing/2014/main" id="{A5924221-732A-8857-FE7C-CCBEF001727B}"/>
                  </a:ext>
                </a:extLst>
              </p:cNvPr>
              <p:cNvSpPr/>
              <p:nvPr/>
            </p:nvSpPr>
            <p:spPr>
              <a:xfrm>
                <a:off x="9531284" y="5527813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0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88" name="Freeform: Shape 15187">
                <a:extLst>
                  <a:ext uri="{FF2B5EF4-FFF2-40B4-BE49-F238E27FC236}">
                    <a16:creationId xmlns:a16="http://schemas.microsoft.com/office/drawing/2014/main" id="{5C4718BB-2C00-F266-36DA-B32AC4DFD6AC}"/>
                  </a:ext>
                </a:extLst>
              </p:cNvPr>
              <p:cNvSpPr/>
              <p:nvPr/>
            </p:nvSpPr>
            <p:spPr>
              <a:xfrm>
                <a:off x="9529660" y="5527827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5" y="6173"/>
                      <a:pt x="5660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9" y="161"/>
                      <a:pt x="3418" y="161"/>
                    </a:cubicBezTo>
                    <a:cubicBezTo>
                      <a:pt x="2576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70" y="6173"/>
                      <a:pt x="2576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89" name="Freeform: Shape 15188">
                <a:extLst>
                  <a:ext uri="{FF2B5EF4-FFF2-40B4-BE49-F238E27FC236}">
                    <a16:creationId xmlns:a16="http://schemas.microsoft.com/office/drawing/2014/main" id="{D558472F-8EB1-7068-3A22-67EE57ABA3A6}"/>
                  </a:ext>
                </a:extLst>
              </p:cNvPr>
              <p:cNvSpPr/>
              <p:nvPr/>
            </p:nvSpPr>
            <p:spPr>
              <a:xfrm>
                <a:off x="9528060" y="5527887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9" y="6507"/>
                      <a:pt x="5065" y="6173"/>
                      <a:pt x="5660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9" y="161"/>
                      <a:pt x="3417" y="161"/>
                    </a:cubicBezTo>
                    <a:cubicBezTo>
                      <a:pt x="2576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70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90" name="Freeform: Shape 15189">
                <a:extLst>
                  <a:ext uri="{FF2B5EF4-FFF2-40B4-BE49-F238E27FC236}">
                    <a16:creationId xmlns:a16="http://schemas.microsoft.com/office/drawing/2014/main" id="{A1E694AC-B919-2FC1-A4F8-0ADDAEBA35C3}"/>
                  </a:ext>
                </a:extLst>
              </p:cNvPr>
              <p:cNvSpPr/>
              <p:nvPr/>
            </p:nvSpPr>
            <p:spPr>
              <a:xfrm>
                <a:off x="9526483" y="5527994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3"/>
                      <a:pt x="5660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69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91" name="Freeform: Shape 15190">
                <a:extLst>
                  <a:ext uri="{FF2B5EF4-FFF2-40B4-BE49-F238E27FC236}">
                    <a16:creationId xmlns:a16="http://schemas.microsoft.com/office/drawing/2014/main" id="{954ED1AB-2B68-77AC-A783-2A6DF33E2527}"/>
                  </a:ext>
                </a:extLst>
              </p:cNvPr>
              <p:cNvSpPr/>
              <p:nvPr/>
            </p:nvSpPr>
            <p:spPr>
              <a:xfrm>
                <a:off x="9524947" y="5528205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3"/>
                      <a:pt x="5660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69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92" name="Freeform: Shape 15191">
                <a:extLst>
                  <a:ext uri="{FF2B5EF4-FFF2-40B4-BE49-F238E27FC236}">
                    <a16:creationId xmlns:a16="http://schemas.microsoft.com/office/drawing/2014/main" id="{FAAD82A3-B26C-7B48-7810-2BC8C4F315B5}"/>
                  </a:ext>
                </a:extLst>
              </p:cNvPr>
              <p:cNvSpPr/>
              <p:nvPr/>
            </p:nvSpPr>
            <p:spPr>
              <a:xfrm>
                <a:off x="9523432" y="5528465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3"/>
                      <a:pt x="5660" y="5578"/>
                    </a:cubicBezTo>
                    <a:cubicBezTo>
                      <a:pt x="6254" y="4983"/>
                      <a:pt x="6589" y="4176"/>
                      <a:pt x="6589" y="3334"/>
                    </a:cubicBezTo>
                    <a:cubicBezTo>
                      <a:pt x="6589" y="2493"/>
                      <a:pt x="6254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80" y="1686"/>
                      <a:pt x="245" y="2493"/>
                      <a:pt x="245" y="3334"/>
                    </a:cubicBezTo>
                    <a:cubicBezTo>
                      <a:pt x="245" y="4176"/>
                      <a:pt x="580" y="4983"/>
                      <a:pt x="1174" y="5578"/>
                    </a:cubicBezTo>
                    <a:cubicBezTo>
                      <a:pt x="1769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93" name="Freeform: Shape 15192">
                <a:extLst>
                  <a:ext uri="{FF2B5EF4-FFF2-40B4-BE49-F238E27FC236}">
                    <a16:creationId xmlns:a16="http://schemas.microsoft.com/office/drawing/2014/main" id="{7BD49AA2-E8E0-462E-42A4-4741AE2A0EBE}"/>
                  </a:ext>
                </a:extLst>
              </p:cNvPr>
              <p:cNvSpPr/>
              <p:nvPr/>
            </p:nvSpPr>
            <p:spPr>
              <a:xfrm>
                <a:off x="9521839" y="5528483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8 h 6345"/>
                  <a:gd name="connsiteX2" fmla="*/ 6588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3"/>
                      <a:pt x="5660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80" y="1686"/>
                      <a:pt x="245" y="2493"/>
                      <a:pt x="245" y="3334"/>
                    </a:cubicBezTo>
                    <a:cubicBezTo>
                      <a:pt x="245" y="4176"/>
                      <a:pt x="580" y="4983"/>
                      <a:pt x="1174" y="5578"/>
                    </a:cubicBezTo>
                    <a:cubicBezTo>
                      <a:pt x="1769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94" name="Freeform: Shape 15193">
                <a:extLst>
                  <a:ext uri="{FF2B5EF4-FFF2-40B4-BE49-F238E27FC236}">
                    <a16:creationId xmlns:a16="http://schemas.microsoft.com/office/drawing/2014/main" id="{D306954C-00FF-B98F-79CF-EA5D95AD43A6}"/>
                  </a:ext>
                </a:extLst>
              </p:cNvPr>
              <p:cNvSpPr/>
              <p:nvPr/>
            </p:nvSpPr>
            <p:spPr>
              <a:xfrm>
                <a:off x="9520231" y="5528432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3"/>
                      <a:pt x="5659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9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95" name="Freeform: Shape 15194">
                <a:extLst>
                  <a:ext uri="{FF2B5EF4-FFF2-40B4-BE49-F238E27FC236}">
                    <a16:creationId xmlns:a16="http://schemas.microsoft.com/office/drawing/2014/main" id="{C271F010-1AC4-1FE8-B9AC-810039E555CF}"/>
                  </a:ext>
                </a:extLst>
              </p:cNvPr>
              <p:cNvSpPr/>
              <p:nvPr/>
            </p:nvSpPr>
            <p:spPr>
              <a:xfrm>
                <a:off x="9518718" y="5528661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3"/>
                      <a:pt x="5659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9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96" name="Freeform: Shape 15195">
                <a:extLst>
                  <a:ext uri="{FF2B5EF4-FFF2-40B4-BE49-F238E27FC236}">
                    <a16:creationId xmlns:a16="http://schemas.microsoft.com/office/drawing/2014/main" id="{83ED5DAD-4F0A-34EF-A136-ABEAB649A508}"/>
                  </a:ext>
                </a:extLst>
              </p:cNvPr>
              <p:cNvSpPr/>
              <p:nvPr/>
            </p:nvSpPr>
            <p:spPr>
              <a:xfrm>
                <a:off x="9517476" y="5529753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2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4" y="6173"/>
                      <a:pt x="5659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8" y="162"/>
                      <a:pt x="3417" y="162"/>
                    </a:cubicBezTo>
                    <a:cubicBezTo>
                      <a:pt x="2575" y="162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9" y="6173"/>
                      <a:pt x="2575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97" name="Freeform: Shape 15196">
                <a:extLst>
                  <a:ext uri="{FF2B5EF4-FFF2-40B4-BE49-F238E27FC236}">
                    <a16:creationId xmlns:a16="http://schemas.microsoft.com/office/drawing/2014/main" id="{8780292C-62CB-CC76-0264-378B477CA8CA}"/>
                  </a:ext>
                </a:extLst>
              </p:cNvPr>
              <p:cNvSpPr/>
              <p:nvPr/>
            </p:nvSpPr>
            <p:spPr>
              <a:xfrm>
                <a:off x="9515427" y="5528215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8" y="6507"/>
                      <a:pt x="5064" y="6173"/>
                      <a:pt x="5659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8" y="161"/>
                      <a:pt x="3416" y="161"/>
                    </a:cubicBezTo>
                    <a:cubicBezTo>
                      <a:pt x="2575" y="161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9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98" name="Freeform: Shape 15197">
                <a:extLst>
                  <a:ext uri="{FF2B5EF4-FFF2-40B4-BE49-F238E27FC236}">
                    <a16:creationId xmlns:a16="http://schemas.microsoft.com/office/drawing/2014/main" id="{DC3B98DE-1D93-FF2F-B649-E16F1A8C3529}"/>
                  </a:ext>
                </a:extLst>
              </p:cNvPr>
              <p:cNvSpPr/>
              <p:nvPr/>
            </p:nvSpPr>
            <p:spPr>
              <a:xfrm>
                <a:off x="9513938" y="5528471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9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199" name="Freeform: Shape 15198">
                <a:extLst>
                  <a:ext uri="{FF2B5EF4-FFF2-40B4-BE49-F238E27FC236}">
                    <a16:creationId xmlns:a16="http://schemas.microsoft.com/office/drawing/2014/main" id="{A8DB96F6-EDDD-2459-30E2-32BD2EAA1F3E}"/>
                  </a:ext>
                </a:extLst>
              </p:cNvPr>
              <p:cNvSpPr/>
              <p:nvPr/>
            </p:nvSpPr>
            <p:spPr>
              <a:xfrm>
                <a:off x="9512363" y="5528426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9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00" name="Freeform: Shape 15199">
                <a:extLst>
                  <a:ext uri="{FF2B5EF4-FFF2-40B4-BE49-F238E27FC236}">
                    <a16:creationId xmlns:a16="http://schemas.microsoft.com/office/drawing/2014/main" id="{10C8FB6B-8BD3-E47D-D403-8757982CF3A5}"/>
                  </a:ext>
                </a:extLst>
              </p:cNvPr>
              <p:cNvSpPr/>
              <p:nvPr/>
            </p:nvSpPr>
            <p:spPr>
              <a:xfrm>
                <a:off x="9510890" y="5528721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5 w 6343"/>
                  <a:gd name="connsiteY6" fmla="*/ 3334 h 6345"/>
                  <a:gd name="connsiteX7" fmla="*/ 1173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9" y="5578"/>
                    </a:cubicBezTo>
                    <a:cubicBezTo>
                      <a:pt x="6253" y="4983"/>
                      <a:pt x="6588" y="4176"/>
                      <a:pt x="6588" y="3334"/>
                    </a:cubicBezTo>
                    <a:cubicBezTo>
                      <a:pt x="6588" y="2493"/>
                      <a:pt x="6253" y="1686"/>
                      <a:pt x="5659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3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3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01" name="Freeform: Shape 15200">
                <a:extLst>
                  <a:ext uri="{FF2B5EF4-FFF2-40B4-BE49-F238E27FC236}">
                    <a16:creationId xmlns:a16="http://schemas.microsoft.com/office/drawing/2014/main" id="{26B6D02A-6DC1-1C6C-975A-63B5168134C2}"/>
                  </a:ext>
                </a:extLst>
              </p:cNvPr>
              <p:cNvSpPr/>
              <p:nvPr/>
            </p:nvSpPr>
            <p:spPr>
              <a:xfrm>
                <a:off x="9509449" y="5529125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2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9" y="5578"/>
                    </a:cubicBezTo>
                    <a:cubicBezTo>
                      <a:pt x="6253" y="4983"/>
                      <a:pt x="6588" y="4176"/>
                      <a:pt x="6588" y="3334"/>
                    </a:cubicBezTo>
                    <a:cubicBezTo>
                      <a:pt x="6588" y="2493"/>
                      <a:pt x="6253" y="1686"/>
                      <a:pt x="5659" y="1091"/>
                    </a:cubicBezTo>
                    <a:cubicBezTo>
                      <a:pt x="5064" y="496"/>
                      <a:pt x="4257" y="162"/>
                      <a:pt x="3416" y="162"/>
                    </a:cubicBezTo>
                    <a:cubicBezTo>
                      <a:pt x="2575" y="162"/>
                      <a:pt x="1768" y="496"/>
                      <a:pt x="1173" y="1091"/>
                    </a:cubicBezTo>
                    <a:cubicBezTo>
                      <a:pt x="579" y="1686"/>
                      <a:pt x="244" y="2493"/>
                      <a:pt x="244" y="3334"/>
                    </a:cubicBezTo>
                    <a:cubicBezTo>
                      <a:pt x="244" y="4176"/>
                      <a:pt x="579" y="4983"/>
                      <a:pt x="1173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02" name="Freeform: Shape 15201">
                <a:extLst>
                  <a:ext uri="{FF2B5EF4-FFF2-40B4-BE49-F238E27FC236}">
                    <a16:creationId xmlns:a16="http://schemas.microsoft.com/office/drawing/2014/main" id="{2A458B20-E844-F0F2-4213-A98BBD6E272C}"/>
                  </a:ext>
                </a:extLst>
              </p:cNvPr>
              <p:cNvSpPr/>
              <p:nvPr/>
            </p:nvSpPr>
            <p:spPr>
              <a:xfrm>
                <a:off x="9507736" y="5528520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8" y="5578"/>
                    </a:cubicBezTo>
                    <a:cubicBezTo>
                      <a:pt x="6253" y="4983"/>
                      <a:pt x="6587" y="4176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03" name="Freeform: Shape 15202">
                <a:extLst>
                  <a:ext uri="{FF2B5EF4-FFF2-40B4-BE49-F238E27FC236}">
                    <a16:creationId xmlns:a16="http://schemas.microsoft.com/office/drawing/2014/main" id="{AFC53991-2E85-C74E-6D9B-5E9CDC3AA132}"/>
                  </a:ext>
                </a:extLst>
              </p:cNvPr>
              <p:cNvSpPr/>
              <p:nvPr/>
            </p:nvSpPr>
            <p:spPr>
              <a:xfrm>
                <a:off x="9506172" y="5528433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8" y="5578"/>
                    </a:cubicBezTo>
                    <a:cubicBezTo>
                      <a:pt x="6253" y="4983"/>
                      <a:pt x="6587" y="4176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04" name="Freeform: Shape 15203">
                <a:extLst>
                  <a:ext uri="{FF2B5EF4-FFF2-40B4-BE49-F238E27FC236}">
                    <a16:creationId xmlns:a16="http://schemas.microsoft.com/office/drawing/2014/main" id="{0CF6DFBD-647E-C9A2-EA1A-06A259768EC8}"/>
                  </a:ext>
                </a:extLst>
              </p:cNvPr>
              <p:cNvSpPr/>
              <p:nvPr/>
            </p:nvSpPr>
            <p:spPr>
              <a:xfrm>
                <a:off x="9504521" y="5527982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3" y="6173"/>
                      <a:pt x="5658" y="5578"/>
                    </a:cubicBezTo>
                    <a:cubicBezTo>
                      <a:pt x="6253" y="4983"/>
                      <a:pt x="6587" y="4176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7" y="161"/>
                      <a:pt x="3416" y="161"/>
                    </a:cubicBezTo>
                    <a:cubicBezTo>
                      <a:pt x="2574" y="161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8" y="6173"/>
                      <a:pt x="2574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05" name="Freeform: Shape 15204">
                <a:extLst>
                  <a:ext uri="{FF2B5EF4-FFF2-40B4-BE49-F238E27FC236}">
                    <a16:creationId xmlns:a16="http://schemas.microsoft.com/office/drawing/2014/main" id="{FBB05E70-80C5-0489-CE77-7D8C94177E07}"/>
                  </a:ext>
                </a:extLst>
              </p:cNvPr>
              <p:cNvSpPr/>
              <p:nvPr/>
            </p:nvSpPr>
            <p:spPr>
              <a:xfrm>
                <a:off x="9502597" y="5526396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7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7" y="6507"/>
                      <a:pt x="5063" y="6172"/>
                      <a:pt x="5658" y="5577"/>
                    </a:cubicBezTo>
                    <a:cubicBezTo>
                      <a:pt x="6253" y="4982"/>
                      <a:pt x="6587" y="4175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7" y="161"/>
                      <a:pt x="3415" y="161"/>
                    </a:cubicBezTo>
                    <a:cubicBezTo>
                      <a:pt x="2574" y="161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5"/>
                      <a:pt x="578" y="4982"/>
                      <a:pt x="1173" y="5577"/>
                    </a:cubicBezTo>
                    <a:cubicBezTo>
                      <a:pt x="1768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06" name="Freeform: Shape 15205">
                <a:extLst>
                  <a:ext uri="{FF2B5EF4-FFF2-40B4-BE49-F238E27FC236}">
                    <a16:creationId xmlns:a16="http://schemas.microsoft.com/office/drawing/2014/main" id="{BF77AF19-C18B-8051-70C6-12E8A24EEE2B}"/>
                  </a:ext>
                </a:extLst>
              </p:cNvPr>
              <p:cNvSpPr/>
              <p:nvPr/>
            </p:nvSpPr>
            <p:spPr>
              <a:xfrm>
                <a:off x="9501343" y="5527460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2"/>
                      <a:pt x="5658" y="5578"/>
                    </a:cubicBezTo>
                    <a:cubicBezTo>
                      <a:pt x="6253" y="4983"/>
                      <a:pt x="6587" y="4175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5"/>
                      <a:pt x="578" y="4983"/>
                      <a:pt x="1173" y="5578"/>
                    </a:cubicBezTo>
                    <a:cubicBezTo>
                      <a:pt x="1767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07" name="Freeform: Shape 15206">
                <a:extLst>
                  <a:ext uri="{FF2B5EF4-FFF2-40B4-BE49-F238E27FC236}">
                    <a16:creationId xmlns:a16="http://schemas.microsoft.com/office/drawing/2014/main" id="{C1D0712C-6925-8891-F47F-ACE6D4C0ECFC}"/>
                  </a:ext>
                </a:extLst>
              </p:cNvPr>
              <p:cNvSpPr/>
              <p:nvPr/>
            </p:nvSpPr>
            <p:spPr>
              <a:xfrm>
                <a:off x="9499967" y="5528042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8" y="5578"/>
                    </a:cubicBezTo>
                    <a:cubicBezTo>
                      <a:pt x="6253" y="4983"/>
                      <a:pt x="6587" y="4176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08" name="Freeform: Shape 15207">
                <a:extLst>
                  <a:ext uri="{FF2B5EF4-FFF2-40B4-BE49-F238E27FC236}">
                    <a16:creationId xmlns:a16="http://schemas.microsoft.com/office/drawing/2014/main" id="{B90F01EF-050A-920A-5C23-F5C6F778BDB2}"/>
                  </a:ext>
                </a:extLst>
              </p:cNvPr>
              <p:cNvSpPr/>
              <p:nvPr/>
            </p:nvSpPr>
            <p:spPr>
              <a:xfrm>
                <a:off x="9498475" y="5528141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4 w 6343"/>
                  <a:gd name="connsiteY6" fmla="*/ 3334 h 6345"/>
                  <a:gd name="connsiteX7" fmla="*/ 1172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8" y="5578"/>
                    </a:cubicBezTo>
                    <a:cubicBezTo>
                      <a:pt x="6252" y="4983"/>
                      <a:pt x="6587" y="4176"/>
                      <a:pt x="6587" y="3334"/>
                    </a:cubicBezTo>
                    <a:cubicBezTo>
                      <a:pt x="6587" y="2493"/>
                      <a:pt x="6252" y="1686"/>
                      <a:pt x="5658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2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6"/>
                      <a:pt x="578" y="4983"/>
                      <a:pt x="1172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09" name="Freeform: Shape 15208">
                <a:extLst>
                  <a:ext uri="{FF2B5EF4-FFF2-40B4-BE49-F238E27FC236}">
                    <a16:creationId xmlns:a16="http://schemas.microsoft.com/office/drawing/2014/main" id="{791893C5-F05C-3739-E959-FD92F6AECA2D}"/>
                  </a:ext>
                </a:extLst>
              </p:cNvPr>
              <p:cNvSpPr/>
              <p:nvPr/>
            </p:nvSpPr>
            <p:spPr>
              <a:xfrm>
                <a:off x="9496985" y="5528231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8" y="5578"/>
                    </a:cubicBezTo>
                    <a:cubicBezTo>
                      <a:pt x="6252" y="4983"/>
                      <a:pt x="6587" y="4176"/>
                      <a:pt x="6587" y="3334"/>
                    </a:cubicBezTo>
                    <a:cubicBezTo>
                      <a:pt x="6587" y="2493"/>
                      <a:pt x="6252" y="1686"/>
                      <a:pt x="5658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2" y="1091"/>
                    </a:cubicBezTo>
                    <a:cubicBezTo>
                      <a:pt x="578" y="1686"/>
                      <a:pt x="243" y="2493"/>
                      <a:pt x="243" y="3334"/>
                    </a:cubicBezTo>
                    <a:cubicBezTo>
                      <a:pt x="243" y="4176"/>
                      <a:pt x="578" y="4983"/>
                      <a:pt x="1172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10" name="Freeform: Shape 15209">
                <a:extLst>
                  <a:ext uri="{FF2B5EF4-FFF2-40B4-BE49-F238E27FC236}">
                    <a16:creationId xmlns:a16="http://schemas.microsoft.com/office/drawing/2014/main" id="{C9BEB406-DBD9-5F34-66F6-190BF3EBC719}"/>
                  </a:ext>
                </a:extLst>
              </p:cNvPr>
              <p:cNvSpPr/>
              <p:nvPr/>
            </p:nvSpPr>
            <p:spPr>
              <a:xfrm>
                <a:off x="9495495" y="5528312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7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11" name="Freeform: Shape 15210">
                <a:extLst>
                  <a:ext uri="{FF2B5EF4-FFF2-40B4-BE49-F238E27FC236}">
                    <a16:creationId xmlns:a16="http://schemas.microsoft.com/office/drawing/2014/main" id="{7AA83367-2BE6-F355-398E-723B2D69F54C}"/>
                  </a:ext>
                </a:extLst>
              </p:cNvPr>
              <p:cNvSpPr/>
              <p:nvPr/>
            </p:nvSpPr>
            <p:spPr>
              <a:xfrm>
                <a:off x="9494070" y="5528681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7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12" name="Freeform: Shape 15211">
                <a:extLst>
                  <a:ext uri="{FF2B5EF4-FFF2-40B4-BE49-F238E27FC236}">
                    <a16:creationId xmlns:a16="http://schemas.microsoft.com/office/drawing/2014/main" id="{5C5422B1-BA67-A99B-32FB-DCD6CC508491}"/>
                  </a:ext>
                </a:extLst>
              </p:cNvPr>
              <p:cNvSpPr/>
              <p:nvPr/>
            </p:nvSpPr>
            <p:spPr>
              <a:xfrm>
                <a:off x="9492544" y="5528563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2" y="6173"/>
                      <a:pt x="5657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13" name="Freeform: Shape 15212">
                <a:extLst>
                  <a:ext uri="{FF2B5EF4-FFF2-40B4-BE49-F238E27FC236}">
                    <a16:creationId xmlns:a16="http://schemas.microsoft.com/office/drawing/2014/main" id="{05CD6B4A-95E8-E568-B296-1758CCA21054}"/>
                  </a:ext>
                </a:extLst>
              </p:cNvPr>
              <p:cNvSpPr/>
              <p:nvPr/>
            </p:nvSpPr>
            <p:spPr>
              <a:xfrm>
                <a:off x="9491092" y="5528795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2" y="6173"/>
                      <a:pt x="5657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6" y="161"/>
                      <a:pt x="3415" y="161"/>
                    </a:cubicBezTo>
                    <a:cubicBezTo>
                      <a:pt x="2573" y="161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7" y="6173"/>
                      <a:pt x="2573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14" name="Freeform: Shape 15213">
                <a:extLst>
                  <a:ext uri="{FF2B5EF4-FFF2-40B4-BE49-F238E27FC236}">
                    <a16:creationId xmlns:a16="http://schemas.microsoft.com/office/drawing/2014/main" id="{CF21AC9A-56A9-D5E4-EF55-92302196B08C}"/>
                  </a:ext>
                </a:extLst>
              </p:cNvPr>
              <p:cNvSpPr/>
              <p:nvPr/>
            </p:nvSpPr>
            <p:spPr>
              <a:xfrm>
                <a:off x="9489524" y="5528419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7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7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15" name="Freeform: Shape 15214">
                <a:extLst>
                  <a:ext uri="{FF2B5EF4-FFF2-40B4-BE49-F238E27FC236}">
                    <a16:creationId xmlns:a16="http://schemas.microsoft.com/office/drawing/2014/main" id="{7590D151-F1F3-2BAF-8E05-F0E6DA0114EF}"/>
                  </a:ext>
                </a:extLst>
              </p:cNvPr>
              <p:cNvSpPr/>
              <p:nvPr/>
            </p:nvSpPr>
            <p:spPr>
              <a:xfrm>
                <a:off x="9488041" y="5528452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7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16" name="Freeform: Shape 15215">
                <a:extLst>
                  <a:ext uri="{FF2B5EF4-FFF2-40B4-BE49-F238E27FC236}">
                    <a16:creationId xmlns:a16="http://schemas.microsoft.com/office/drawing/2014/main" id="{56A38996-AF95-6623-DD59-2F7C0638CD67}"/>
                  </a:ext>
                </a:extLst>
              </p:cNvPr>
              <p:cNvSpPr/>
              <p:nvPr/>
            </p:nvSpPr>
            <p:spPr>
              <a:xfrm>
                <a:off x="9486602" y="5528716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7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17" name="Freeform: Shape 15216">
                <a:extLst>
                  <a:ext uri="{FF2B5EF4-FFF2-40B4-BE49-F238E27FC236}">
                    <a16:creationId xmlns:a16="http://schemas.microsoft.com/office/drawing/2014/main" id="{3EA8CBEE-F998-CA41-21EB-5E23D50E554E}"/>
                  </a:ext>
                </a:extLst>
              </p:cNvPr>
              <p:cNvSpPr/>
              <p:nvPr/>
            </p:nvSpPr>
            <p:spPr>
              <a:xfrm>
                <a:off x="9485100" y="5528610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7" y="5578"/>
                    </a:cubicBezTo>
                    <a:cubicBezTo>
                      <a:pt x="6251" y="4983"/>
                      <a:pt x="6586" y="4176"/>
                      <a:pt x="6586" y="3334"/>
                    </a:cubicBezTo>
                    <a:cubicBezTo>
                      <a:pt x="6586" y="2493"/>
                      <a:pt x="6251" y="1686"/>
                      <a:pt x="5657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1" y="1091"/>
                    </a:cubicBezTo>
                    <a:cubicBezTo>
                      <a:pt x="577" y="1686"/>
                      <a:pt x="242" y="2493"/>
                      <a:pt x="242" y="3334"/>
                    </a:cubicBezTo>
                    <a:cubicBezTo>
                      <a:pt x="242" y="4176"/>
                      <a:pt x="577" y="4983"/>
                      <a:pt x="1171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18" name="Freeform: Shape 15217">
                <a:extLst>
                  <a:ext uri="{FF2B5EF4-FFF2-40B4-BE49-F238E27FC236}">
                    <a16:creationId xmlns:a16="http://schemas.microsoft.com/office/drawing/2014/main" id="{71C3C7E5-2D86-5D43-FB22-02CB80E20665}"/>
                  </a:ext>
                </a:extLst>
              </p:cNvPr>
              <p:cNvSpPr/>
              <p:nvPr/>
            </p:nvSpPr>
            <p:spPr>
              <a:xfrm>
                <a:off x="9483590" y="5528435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8 h 6345"/>
                  <a:gd name="connsiteX2" fmla="*/ 6585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7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7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1" y="1091"/>
                    </a:cubicBezTo>
                    <a:cubicBezTo>
                      <a:pt x="577" y="1686"/>
                      <a:pt x="242" y="2493"/>
                      <a:pt x="242" y="3334"/>
                    </a:cubicBezTo>
                    <a:cubicBezTo>
                      <a:pt x="242" y="4176"/>
                      <a:pt x="577" y="4983"/>
                      <a:pt x="1171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19" name="Freeform: Shape 15218">
                <a:extLst>
                  <a:ext uri="{FF2B5EF4-FFF2-40B4-BE49-F238E27FC236}">
                    <a16:creationId xmlns:a16="http://schemas.microsoft.com/office/drawing/2014/main" id="{868797DC-253E-7FB4-C6B7-7F7863DE00F0}"/>
                  </a:ext>
                </a:extLst>
              </p:cNvPr>
              <p:cNvSpPr/>
              <p:nvPr/>
            </p:nvSpPr>
            <p:spPr>
              <a:xfrm>
                <a:off x="9482122" y="5528491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4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20" name="Freeform: Shape 15219">
                <a:extLst>
                  <a:ext uri="{FF2B5EF4-FFF2-40B4-BE49-F238E27FC236}">
                    <a16:creationId xmlns:a16="http://schemas.microsoft.com/office/drawing/2014/main" id="{D9BB0813-B65A-2171-920A-367B8BF2264C}"/>
                  </a:ext>
                </a:extLst>
              </p:cNvPr>
              <p:cNvSpPr/>
              <p:nvPr/>
            </p:nvSpPr>
            <p:spPr>
              <a:xfrm>
                <a:off x="9480636" y="5528417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4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21" name="Freeform: Shape 15220">
                <a:extLst>
                  <a:ext uri="{FF2B5EF4-FFF2-40B4-BE49-F238E27FC236}">
                    <a16:creationId xmlns:a16="http://schemas.microsoft.com/office/drawing/2014/main" id="{12E6A5D8-FF2B-71DF-153E-01DA555B63F8}"/>
                  </a:ext>
                </a:extLst>
              </p:cNvPr>
              <p:cNvSpPr/>
              <p:nvPr/>
            </p:nvSpPr>
            <p:spPr>
              <a:xfrm>
                <a:off x="9479171" y="5528455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4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5" y="161"/>
                      <a:pt x="3414" y="161"/>
                    </a:cubicBezTo>
                    <a:cubicBezTo>
                      <a:pt x="2572" y="161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2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22" name="Freeform: Shape 15221">
                <a:extLst>
                  <a:ext uri="{FF2B5EF4-FFF2-40B4-BE49-F238E27FC236}">
                    <a16:creationId xmlns:a16="http://schemas.microsoft.com/office/drawing/2014/main" id="{53AD008A-3142-E134-6DFF-99CEC1E93337}"/>
                  </a:ext>
                </a:extLst>
              </p:cNvPr>
              <p:cNvSpPr/>
              <p:nvPr/>
            </p:nvSpPr>
            <p:spPr>
              <a:xfrm>
                <a:off x="9477749" y="5528784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5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5" y="161"/>
                      <a:pt x="3413" y="161"/>
                    </a:cubicBezTo>
                    <a:cubicBezTo>
                      <a:pt x="2572" y="161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23" name="Freeform: Shape 15222">
                <a:extLst>
                  <a:ext uri="{FF2B5EF4-FFF2-40B4-BE49-F238E27FC236}">
                    <a16:creationId xmlns:a16="http://schemas.microsoft.com/office/drawing/2014/main" id="{B4CF4B5E-298D-401C-E5E8-F2D82E66797D}"/>
                  </a:ext>
                </a:extLst>
              </p:cNvPr>
              <p:cNvSpPr/>
              <p:nvPr/>
            </p:nvSpPr>
            <p:spPr>
              <a:xfrm>
                <a:off x="9476276" y="5528743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24" name="Freeform: Shape 15223">
                <a:extLst>
                  <a:ext uri="{FF2B5EF4-FFF2-40B4-BE49-F238E27FC236}">
                    <a16:creationId xmlns:a16="http://schemas.microsoft.com/office/drawing/2014/main" id="{F96D8AF8-9BA6-4738-C0C7-99B975D69DF6}"/>
                  </a:ext>
                </a:extLst>
              </p:cNvPr>
              <p:cNvSpPr/>
              <p:nvPr/>
            </p:nvSpPr>
            <p:spPr>
              <a:xfrm>
                <a:off x="9474828" y="5528874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25" name="Freeform: Shape 15224">
                <a:extLst>
                  <a:ext uri="{FF2B5EF4-FFF2-40B4-BE49-F238E27FC236}">
                    <a16:creationId xmlns:a16="http://schemas.microsoft.com/office/drawing/2014/main" id="{14DC4AA9-61B0-53E4-FC76-428EC513E69D}"/>
                  </a:ext>
                </a:extLst>
              </p:cNvPr>
              <p:cNvSpPr/>
              <p:nvPr/>
            </p:nvSpPr>
            <p:spPr>
              <a:xfrm>
                <a:off x="9473342" y="5528694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2 w 6343"/>
                  <a:gd name="connsiteY6" fmla="*/ 3334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0" y="4983"/>
                      <a:pt x="6585" y="4176"/>
                      <a:pt x="6585" y="3334"/>
                    </a:cubicBezTo>
                    <a:cubicBezTo>
                      <a:pt x="6585" y="2493"/>
                      <a:pt x="6250" y="1686"/>
                      <a:pt x="5656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0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26" name="Freeform: Shape 15225">
                <a:extLst>
                  <a:ext uri="{FF2B5EF4-FFF2-40B4-BE49-F238E27FC236}">
                    <a16:creationId xmlns:a16="http://schemas.microsoft.com/office/drawing/2014/main" id="{A5E02CC0-ECED-7E00-856C-8057FC885207}"/>
                  </a:ext>
                </a:extLst>
              </p:cNvPr>
              <p:cNvSpPr/>
              <p:nvPr/>
            </p:nvSpPr>
            <p:spPr>
              <a:xfrm>
                <a:off x="9471902" y="5528867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0" y="4983"/>
                      <a:pt x="6585" y="4176"/>
                      <a:pt x="6585" y="3334"/>
                    </a:cubicBezTo>
                    <a:cubicBezTo>
                      <a:pt x="6585" y="2493"/>
                      <a:pt x="6250" y="1686"/>
                      <a:pt x="5656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0" y="1091"/>
                    </a:cubicBezTo>
                    <a:cubicBezTo>
                      <a:pt x="576" y="1686"/>
                      <a:pt x="241" y="2493"/>
                      <a:pt x="241" y="3334"/>
                    </a:cubicBezTo>
                    <a:cubicBezTo>
                      <a:pt x="241" y="4176"/>
                      <a:pt x="576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27" name="Freeform: Shape 15226">
                <a:extLst>
                  <a:ext uri="{FF2B5EF4-FFF2-40B4-BE49-F238E27FC236}">
                    <a16:creationId xmlns:a16="http://schemas.microsoft.com/office/drawing/2014/main" id="{772F3594-85D3-621D-388F-47BB4B77DE68}"/>
                  </a:ext>
                </a:extLst>
              </p:cNvPr>
              <p:cNvSpPr/>
              <p:nvPr/>
            </p:nvSpPr>
            <p:spPr>
              <a:xfrm>
                <a:off x="9470454" y="5528971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4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0" y="4983"/>
                      <a:pt x="6584" y="4176"/>
                      <a:pt x="6584" y="3334"/>
                    </a:cubicBezTo>
                    <a:cubicBezTo>
                      <a:pt x="6584" y="2493"/>
                      <a:pt x="6250" y="1686"/>
                      <a:pt x="5656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0" y="1091"/>
                    </a:cubicBezTo>
                    <a:cubicBezTo>
                      <a:pt x="576" y="1686"/>
                      <a:pt x="241" y="2493"/>
                      <a:pt x="241" y="3334"/>
                    </a:cubicBezTo>
                    <a:cubicBezTo>
                      <a:pt x="241" y="4176"/>
                      <a:pt x="576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28" name="Freeform: Shape 15227">
                <a:extLst>
                  <a:ext uri="{FF2B5EF4-FFF2-40B4-BE49-F238E27FC236}">
                    <a16:creationId xmlns:a16="http://schemas.microsoft.com/office/drawing/2014/main" id="{592F6236-529D-CD82-1EA5-1F05699C0A14}"/>
                  </a:ext>
                </a:extLst>
              </p:cNvPr>
              <p:cNvSpPr/>
              <p:nvPr/>
            </p:nvSpPr>
            <p:spPr>
              <a:xfrm>
                <a:off x="9468974" y="5528763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5" y="5578"/>
                    </a:cubicBezTo>
                    <a:cubicBezTo>
                      <a:pt x="6250" y="4983"/>
                      <a:pt x="6584" y="4176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29" name="Freeform: Shape 15228">
                <a:extLst>
                  <a:ext uri="{FF2B5EF4-FFF2-40B4-BE49-F238E27FC236}">
                    <a16:creationId xmlns:a16="http://schemas.microsoft.com/office/drawing/2014/main" id="{111B6BA3-7463-D89B-1ACD-B5F9D3792FB4}"/>
                  </a:ext>
                </a:extLst>
              </p:cNvPr>
              <p:cNvSpPr/>
              <p:nvPr/>
            </p:nvSpPr>
            <p:spPr>
              <a:xfrm>
                <a:off x="9467540" y="5528970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5" y="5578"/>
                    </a:cubicBezTo>
                    <a:cubicBezTo>
                      <a:pt x="6250" y="4983"/>
                      <a:pt x="6584" y="4176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30" name="Freeform: Shape 15229">
                <a:extLst>
                  <a:ext uri="{FF2B5EF4-FFF2-40B4-BE49-F238E27FC236}">
                    <a16:creationId xmlns:a16="http://schemas.microsoft.com/office/drawing/2014/main" id="{EB5A44E7-FFFB-CB5D-96C0-5E486E519169}"/>
                  </a:ext>
                </a:extLst>
              </p:cNvPr>
              <p:cNvSpPr/>
              <p:nvPr/>
            </p:nvSpPr>
            <p:spPr>
              <a:xfrm>
                <a:off x="9466081" y="5528926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4" y="161"/>
                      <a:pt x="3413" y="161"/>
                    </a:cubicBezTo>
                    <a:cubicBezTo>
                      <a:pt x="2571" y="161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3"/>
                      <a:pt x="2571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31" name="Freeform: Shape 15230">
                <a:extLst>
                  <a:ext uri="{FF2B5EF4-FFF2-40B4-BE49-F238E27FC236}">
                    <a16:creationId xmlns:a16="http://schemas.microsoft.com/office/drawing/2014/main" id="{BEEC9C87-BD6D-ABD8-A906-476C53539526}"/>
                  </a:ext>
                </a:extLst>
              </p:cNvPr>
              <p:cNvSpPr/>
              <p:nvPr/>
            </p:nvSpPr>
            <p:spPr>
              <a:xfrm>
                <a:off x="9464619" y="5528812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4" y="6507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4" y="161"/>
                      <a:pt x="3412" y="161"/>
                    </a:cubicBezTo>
                    <a:cubicBezTo>
                      <a:pt x="2571" y="161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32" name="Freeform: Shape 15231">
                <a:extLst>
                  <a:ext uri="{FF2B5EF4-FFF2-40B4-BE49-F238E27FC236}">
                    <a16:creationId xmlns:a16="http://schemas.microsoft.com/office/drawing/2014/main" id="{DE3F2C44-77D8-CC32-7CD9-F25E912BEE73}"/>
                  </a:ext>
                </a:extLst>
              </p:cNvPr>
              <p:cNvSpPr/>
              <p:nvPr/>
            </p:nvSpPr>
            <p:spPr>
              <a:xfrm>
                <a:off x="9463183" y="5528993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33" name="Freeform: Shape 15232">
                <a:extLst>
                  <a:ext uri="{FF2B5EF4-FFF2-40B4-BE49-F238E27FC236}">
                    <a16:creationId xmlns:a16="http://schemas.microsoft.com/office/drawing/2014/main" id="{296404F2-7ACD-FBE8-6E1E-EE013E497200}"/>
                  </a:ext>
                </a:extLst>
              </p:cNvPr>
              <p:cNvSpPr/>
              <p:nvPr/>
            </p:nvSpPr>
            <p:spPr>
              <a:xfrm>
                <a:off x="9461746" y="5529165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34" name="Freeform: Shape 15233">
                <a:extLst>
                  <a:ext uri="{FF2B5EF4-FFF2-40B4-BE49-F238E27FC236}">
                    <a16:creationId xmlns:a16="http://schemas.microsoft.com/office/drawing/2014/main" id="{45ECF0B9-47B6-60FD-4732-4B1F0D97DEBF}"/>
                  </a:ext>
                </a:extLst>
              </p:cNvPr>
              <p:cNvSpPr/>
              <p:nvPr/>
            </p:nvSpPr>
            <p:spPr>
              <a:xfrm>
                <a:off x="9460324" y="5529571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1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5" y="5578"/>
                    </a:cubicBezTo>
                    <a:cubicBezTo>
                      <a:pt x="6249" y="4983"/>
                      <a:pt x="6584" y="4176"/>
                      <a:pt x="6584" y="3334"/>
                    </a:cubicBezTo>
                    <a:cubicBezTo>
                      <a:pt x="6584" y="2493"/>
                      <a:pt x="6249" y="1686"/>
                      <a:pt x="5655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69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35" name="Freeform: Shape 15234">
                <a:extLst>
                  <a:ext uri="{FF2B5EF4-FFF2-40B4-BE49-F238E27FC236}">
                    <a16:creationId xmlns:a16="http://schemas.microsoft.com/office/drawing/2014/main" id="{41D35F20-1D5D-9C38-6BBC-3CC07709C87D}"/>
                  </a:ext>
                </a:extLst>
              </p:cNvPr>
              <p:cNvSpPr/>
              <p:nvPr/>
            </p:nvSpPr>
            <p:spPr>
              <a:xfrm>
                <a:off x="9458938" y="5530637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5" y="5578"/>
                    </a:cubicBezTo>
                    <a:cubicBezTo>
                      <a:pt x="6249" y="4983"/>
                      <a:pt x="6584" y="4176"/>
                      <a:pt x="6584" y="3334"/>
                    </a:cubicBezTo>
                    <a:cubicBezTo>
                      <a:pt x="6584" y="2493"/>
                      <a:pt x="6249" y="1686"/>
                      <a:pt x="5655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69" y="1091"/>
                    </a:cubicBezTo>
                    <a:cubicBezTo>
                      <a:pt x="575" y="1686"/>
                      <a:pt x="240" y="2493"/>
                      <a:pt x="240" y="3334"/>
                    </a:cubicBezTo>
                    <a:cubicBezTo>
                      <a:pt x="240" y="4176"/>
                      <a:pt x="575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36" name="Freeform: Shape 15235">
                <a:extLst>
                  <a:ext uri="{FF2B5EF4-FFF2-40B4-BE49-F238E27FC236}">
                    <a16:creationId xmlns:a16="http://schemas.microsoft.com/office/drawing/2014/main" id="{C87BE22C-9D4C-EEA3-1773-4A91508D6D49}"/>
                  </a:ext>
                </a:extLst>
              </p:cNvPr>
              <p:cNvSpPr/>
              <p:nvPr/>
            </p:nvSpPr>
            <p:spPr>
              <a:xfrm>
                <a:off x="9457490" y="5530783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37" name="Freeform: Shape 15236">
                <a:extLst>
                  <a:ext uri="{FF2B5EF4-FFF2-40B4-BE49-F238E27FC236}">
                    <a16:creationId xmlns:a16="http://schemas.microsoft.com/office/drawing/2014/main" id="{E88E8170-6E84-1A1B-9CE0-619B3CE11642}"/>
                  </a:ext>
                </a:extLst>
              </p:cNvPr>
              <p:cNvSpPr/>
              <p:nvPr/>
            </p:nvSpPr>
            <p:spPr>
              <a:xfrm>
                <a:off x="9456019" y="5530494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38" name="Freeform: Shape 15237">
                <a:extLst>
                  <a:ext uri="{FF2B5EF4-FFF2-40B4-BE49-F238E27FC236}">
                    <a16:creationId xmlns:a16="http://schemas.microsoft.com/office/drawing/2014/main" id="{9B8F4CAB-AFB1-A57B-8018-F9819656487E}"/>
                  </a:ext>
                </a:extLst>
              </p:cNvPr>
              <p:cNvSpPr/>
              <p:nvPr/>
            </p:nvSpPr>
            <p:spPr>
              <a:xfrm>
                <a:off x="9454563" y="5530439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39" name="Freeform: Shape 15238">
                <a:extLst>
                  <a:ext uri="{FF2B5EF4-FFF2-40B4-BE49-F238E27FC236}">
                    <a16:creationId xmlns:a16="http://schemas.microsoft.com/office/drawing/2014/main" id="{E485C3BC-F347-1C19-92BD-EC8A350CE9C8}"/>
                  </a:ext>
                </a:extLst>
              </p:cNvPr>
              <p:cNvSpPr/>
              <p:nvPr/>
            </p:nvSpPr>
            <p:spPr>
              <a:xfrm>
                <a:off x="9453115" y="5530558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3" y="162"/>
                      <a:pt x="3412" y="162"/>
                    </a:cubicBezTo>
                    <a:cubicBezTo>
                      <a:pt x="2570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0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40" name="Freeform: Shape 15239">
                <a:extLst>
                  <a:ext uri="{FF2B5EF4-FFF2-40B4-BE49-F238E27FC236}">
                    <a16:creationId xmlns:a16="http://schemas.microsoft.com/office/drawing/2014/main" id="{24F47627-9F83-2485-40A8-84AC60FE2D3A}"/>
                  </a:ext>
                </a:extLst>
              </p:cNvPr>
              <p:cNvSpPr/>
              <p:nvPr/>
            </p:nvSpPr>
            <p:spPr>
              <a:xfrm>
                <a:off x="9451668" y="5530729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3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3" y="162"/>
                      <a:pt x="3411" y="162"/>
                    </a:cubicBezTo>
                    <a:cubicBezTo>
                      <a:pt x="2570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41" name="Freeform: Shape 15240">
                <a:extLst>
                  <a:ext uri="{FF2B5EF4-FFF2-40B4-BE49-F238E27FC236}">
                    <a16:creationId xmlns:a16="http://schemas.microsoft.com/office/drawing/2014/main" id="{B6F022F2-FB55-E8C3-BA04-2232AA5F962C}"/>
                  </a:ext>
                </a:extLst>
              </p:cNvPr>
              <p:cNvSpPr/>
              <p:nvPr/>
            </p:nvSpPr>
            <p:spPr>
              <a:xfrm>
                <a:off x="9448758" y="5530496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42" name="Freeform: Shape 15241">
                <a:extLst>
                  <a:ext uri="{FF2B5EF4-FFF2-40B4-BE49-F238E27FC236}">
                    <a16:creationId xmlns:a16="http://schemas.microsoft.com/office/drawing/2014/main" id="{39750399-B955-CB75-07D9-6539A4FE974F}"/>
                  </a:ext>
                </a:extLst>
              </p:cNvPr>
              <p:cNvSpPr/>
              <p:nvPr/>
            </p:nvSpPr>
            <p:spPr>
              <a:xfrm>
                <a:off x="9444405" y="5533948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43" name="Freeform: Shape 15242">
                <a:extLst>
                  <a:ext uri="{FF2B5EF4-FFF2-40B4-BE49-F238E27FC236}">
                    <a16:creationId xmlns:a16="http://schemas.microsoft.com/office/drawing/2014/main" id="{DC2FDAB4-C316-6816-31AE-1D44F0AC2FB8}"/>
                  </a:ext>
                </a:extLst>
              </p:cNvPr>
              <p:cNvSpPr/>
              <p:nvPr/>
            </p:nvSpPr>
            <p:spPr>
              <a:xfrm>
                <a:off x="9442926" y="5535041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44" name="Freeform: Shape 15243">
                <a:extLst>
                  <a:ext uri="{FF2B5EF4-FFF2-40B4-BE49-F238E27FC236}">
                    <a16:creationId xmlns:a16="http://schemas.microsoft.com/office/drawing/2014/main" id="{FE62A76B-EA93-F98B-33D7-7AF18785F1E4}"/>
                  </a:ext>
                </a:extLst>
              </p:cNvPr>
              <p:cNvSpPr/>
              <p:nvPr/>
            </p:nvSpPr>
            <p:spPr>
              <a:xfrm>
                <a:off x="9441484" y="5532103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4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4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4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8" y="496"/>
                      <a:pt x="4252" y="162"/>
                      <a:pt x="3411" y="162"/>
                    </a:cubicBezTo>
                    <a:cubicBezTo>
                      <a:pt x="2569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4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69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45" name="Freeform: Shape 15244">
                <a:extLst>
                  <a:ext uri="{FF2B5EF4-FFF2-40B4-BE49-F238E27FC236}">
                    <a16:creationId xmlns:a16="http://schemas.microsoft.com/office/drawing/2014/main" id="{FBC0C22A-AB0F-2774-781F-02FCE7893E49}"/>
                  </a:ext>
                </a:extLst>
              </p:cNvPr>
              <p:cNvSpPr/>
              <p:nvPr/>
            </p:nvSpPr>
            <p:spPr>
              <a:xfrm>
                <a:off x="9439888" y="5539390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2 h 6345"/>
                  <a:gd name="connsiteX4" fmla="*/ 3410 w 6343"/>
                  <a:gd name="connsiteY4" fmla="*/ 162 h 6345"/>
                  <a:gd name="connsiteX5" fmla="*/ 1168 w 6343"/>
                  <a:gd name="connsiteY5" fmla="*/ 1092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2" y="6508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4"/>
                      <a:pt x="6248" y="1687"/>
                      <a:pt x="5653" y="1092"/>
                    </a:cubicBezTo>
                    <a:cubicBezTo>
                      <a:pt x="5058" y="497"/>
                      <a:pt x="4252" y="162"/>
                      <a:pt x="3410" y="162"/>
                    </a:cubicBezTo>
                    <a:cubicBezTo>
                      <a:pt x="2569" y="162"/>
                      <a:pt x="1763" y="497"/>
                      <a:pt x="1168" y="1092"/>
                    </a:cubicBezTo>
                    <a:cubicBezTo>
                      <a:pt x="573" y="1687"/>
                      <a:pt x="239" y="2494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46" name="Freeform: Shape 15245">
                <a:extLst>
                  <a:ext uri="{FF2B5EF4-FFF2-40B4-BE49-F238E27FC236}">
                    <a16:creationId xmlns:a16="http://schemas.microsoft.com/office/drawing/2014/main" id="{32E3FB27-1E88-4B03-099D-279524FB48C1}"/>
                  </a:ext>
                </a:extLst>
              </p:cNvPr>
              <p:cNvSpPr/>
              <p:nvPr/>
            </p:nvSpPr>
            <p:spPr>
              <a:xfrm>
                <a:off x="9438285" y="5543317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9 h 6345"/>
                  <a:gd name="connsiteX2" fmla="*/ 6582 w 6343"/>
                  <a:gd name="connsiteY2" fmla="*/ 3335 h 6345"/>
                  <a:gd name="connsiteX3" fmla="*/ 5653 w 6343"/>
                  <a:gd name="connsiteY3" fmla="*/ 1092 h 6345"/>
                  <a:gd name="connsiteX4" fmla="*/ 3410 w 6343"/>
                  <a:gd name="connsiteY4" fmla="*/ 163 h 6345"/>
                  <a:gd name="connsiteX5" fmla="*/ 1168 w 6343"/>
                  <a:gd name="connsiteY5" fmla="*/ 1092 h 6345"/>
                  <a:gd name="connsiteX6" fmla="*/ 239 w 6343"/>
                  <a:gd name="connsiteY6" fmla="*/ 3335 h 6345"/>
                  <a:gd name="connsiteX7" fmla="*/ 1168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4"/>
                      <a:pt x="5653" y="5579"/>
                    </a:cubicBezTo>
                    <a:cubicBezTo>
                      <a:pt x="6248" y="4984"/>
                      <a:pt x="6582" y="4177"/>
                      <a:pt x="6582" y="3335"/>
                    </a:cubicBezTo>
                    <a:cubicBezTo>
                      <a:pt x="6582" y="2494"/>
                      <a:pt x="6248" y="1687"/>
                      <a:pt x="5653" y="1092"/>
                    </a:cubicBezTo>
                    <a:cubicBezTo>
                      <a:pt x="5058" y="497"/>
                      <a:pt x="4251" y="163"/>
                      <a:pt x="3410" y="163"/>
                    </a:cubicBezTo>
                    <a:cubicBezTo>
                      <a:pt x="2569" y="163"/>
                      <a:pt x="1762" y="497"/>
                      <a:pt x="1168" y="1092"/>
                    </a:cubicBezTo>
                    <a:cubicBezTo>
                      <a:pt x="573" y="1687"/>
                      <a:pt x="239" y="2494"/>
                      <a:pt x="239" y="3335"/>
                    </a:cubicBezTo>
                    <a:cubicBezTo>
                      <a:pt x="239" y="4177"/>
                      <a:pt x="573" y="4984"/>
                      <a:pt x="1168" y="5579"/>
                    </a:cubicBezTo>
                    <a:cubicBezTo>
                      <a:pt x="1762" y="6174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47" name="Freeform: Shape 15246">
                <a:extLst>
                  <a:ext uri="{FF2B5EF4-FFF2-40B4-BE49-F238E27FC236}">
                    <a16:creationId xmlns:a16="http://schemas.microsoft.com/office/drawing/2014/main" id="{0E1282C6-F719-2AB4-508D-955DAF0AD050}"/>
                  </a:ext>
                </a:extLst>
              </p:cNvPr>
              <p:cNvSpPr/>
              <p:nvPr/>
            </p:nvSpPr>
            <p:spPr>
              <a:xfrm>
                <a:off x="9436701" y="5545041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9 h 6345"/>
                  <a:gd name="connsiteX2" fmla="*/ 6582 w 6343"/>
                  <a:gd name="connsiteY2" fmla="*/ 3335 h 6345"/>
                  <a:gd name="connsiteX3" fmla="*/ 5653 w 6343"/>
                  <a:gd name="connsiteY3" fmla="*/ 1092 h 6345"/>
                  <a:gd name="connsiteX4" fmla="*/ 3410 w 6343"/>
                  <a:gd name="connsiteY4" fmla="*/ 163 h 6345"/>
                  <a:gd name="connsiteX5" fmla="*/ 1168 w 6343"/>
                  <a:gd name="connsiteY5" fmla="*/ 1092 h 6345"/>
                  <a:gd name="connsiteX6" fmla="*/ 239 w 6343"/>
                  <a:gd name="connsiteY6" fmla="*/ 3335 h 6345"/>
                  <a:gd name="connsiteX7" fmla="*/ 1168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4"/>
                      <a:pt x="5653" y="5579"/>
                    </a:cubicBezTo>
                    <a:cubicBezTo>
                      <a:pt x="6248" y="4984"/>
                      <a:pt x="6582" y="4177"/>
                      <a:pt x="6582" y="3335"/>
                    </a:cubicBezTo>
                    <a:cubicBezTo>
                      <a:pt x="6582" y="2494"/>
                      <a:pt x="6248" y="1687"/>
                      <a:pt x="5653" y="1092"/>
                    </a:cubicBezTo>
                    <a:cubicBezTo>
                      <a:pt x="5058" y="497"/>
                      <a:pt x="4251" y="163"/>
                      <a:pt x="3410" y="163"/>
                    </a:cubicBezTo>
                    <a:cubicBezTo>
                      <a:pt x="2569" y="163"/>
                      <a:pt x="1762" y="497"/>
                      <a:pt x="1168" y="1092"/>
                    </a:cubicBezTo>
                    <a:cubicBezTo>
                      <a:pt x="573" y="1687"/>
                      <a:pt x="239" y="2494"/>
                      <a:pt x="239" y="3335"/>
                    </a:cubicBezTo>
                    <a:cubicBezTo>
                      <a:pt x="239" y="4177"/>
                      <a:pt x="573" y="4984"/>
                      <a:pt x="1168" y="5579"/>
                    </a:cubicBezTo>
                    <a:cubicBezTo>
                      <a:pt x="1762" y="6174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48" name="Freeform: Shape 15247">
                <a:extLst>
                  <a:ext uri="{FF2B5EF4-FFF2-40B4-BE49-F238E27FC236}">
                    <a16:creationId xmlns:a16="http://schemas.microsoft.com/office/drawing/2014/main" id="{10E8D65F-0C6E-2F45-0E8E-D474F22073E8}"/>
                  </a:ext>
                </a:extLst>
              </p:cNvPr>
              <p:cNvSpPr/>
              <p:nvPr/>
            </p:nvSpPr>
            <p:spPr>
              <a:xfrm>
                <a:off x="9435150" y="5545294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9 h 6345"/>
                  <a:gd name="connsiteX2" fmla="*/ 6582 w 6343"/>
                  <a:gd name="connsiteY2" fmla="*/ 3335 h 6345"/>
                  <a:gd name="connsiteX3" fmla="*/ 5653 w 6343"/>
                  <a:gd name="connsiteY3" fmla="*/ 1092 h 6345"/>
                  <a:gd name="connsiteX4" fmla="*/ 3410 w 6343"/>
                  <a:gd name="connsiteY4" fmla="*/ 163 h 6345"/>
                  <a:gd name="connsiteX5" fmla="*/ 1167 w 6343"/>
                  <a:gd name="connsiteY5" fmla="*/ 1092 h 6345"/>
                  <a:gd name="connsiteX6" fmla="*/ 239 w 6343"/>
                  <a:gd name="connsiteY6" fmla="*/ 3335 h 6345"/>
                  <a:gd name="connsiteX7" fmla="*/ 1167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4"/>
                      <a:pt x="5653" y="5579"/>
                    </a:cubicBezTo>
                    <a:cubicBezTo>
                      <a:pt x="6247" y="4984"/>
                      <a:pt x="6582" y="4177"/>
                      <a:pt x="6582" y="3335"/>
                    </a:cubicBezTo>
                    <a:cubicBezTo>
                      <a:pt x="6582" y="2494"/>
                      <a:pt x="6247" y="1687"/>
                      <a:pt x="5653" y="1092"/>
                    </a:cubicBezTo>
                    <a:cubicBezTo>
                      <a:pt x="5058" y="497"/>
                      <a:pt x="4251" y="163"/>
                      <a:pt x="3410" y="163"/>
                    </a:cubicBezTo>
                    <a:cubicBezTo>
                      <a:pt x="2569" y="163"/>
                      <a:pt x="1762" y="497"/>
                      <a:pt x="1167" y="1092"/>
                    </a:cubicBezTo>
                    <a:cubicBezTo>
                      <a:pt x="573" y="1687"/>
                      <a:pt x="239" y="2494"/>
                      <a:pt x="239" y="3335"/>
                    </a:cubicBezTo>
                    <a:cubicBezTo>
                      <a:pt x="239" y="4177"/>
                      <a:pt x="573" y="4984"/>
                      <a:pt x="1167" y="5579"/>
                    </a:cubicBezTo>
                    <a:cubicBezTo>
                      <a:pt x="1762" y="6174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49" name="Freeform: Shape 15248">
                <a:extLst>
                  <a:ext uri="{FF2B5EF4-FFF2-40B4-BE49-F238E27FC236}">
                    <a16:creationId xmlns:a16="http://schemas.microsoft.com/office/drawing/2014/main" id="{B38A203B-5202-BA6C-7031-5287DDC16521}"/>
                  </a:ext>
                </a:extLst>
              </p:cNvPr>
              <p:cNvSpPr/>
              <p:nvPr/>
            </p:nvSpPr>
            <p:spPr>
              <a:xfrm>
                <a:off x="9433430" y="5549371"/>
                <a:ext cx="6343" cy="6345"/>
              </a:xfrm>
              <a:custGeom>
                <a:avLst/>
                <a:gdLst>
                  <a:gd name="connsiteX0" fmla="*/ 3410 w 6343"/>
                  <a:gd name="connsiteY0" fmla="*/ 6509 h 6345"/>
                  <a:gd name="connsiteX1" fmla="*/ 5653 w 6343"/>
                  <a:gd name="connsiteY1" fmla="*/ 5579 h 6345"/>
                  <a:gd name="connsiteX2" fmla="*/ 6582 w 6343"/>
                  <a:gd name="connsiteY2" fmla="*/ 3336 h 6345"/>
                  <a:gd name="connsiteX3" fmla="*/ 5653 w 6343"/>
                  <a:gd name="connsiteY3" fmla="*/ 1092 h 6345"/>
                  <a:gd name="connsiteX4" fmla="*/ 3410 w 6343"/>
                  <a:gd name="connsiteY4" fmla="*/ 163 h 6345"/>
                  <a:gd name="connsiteX5" fmla="*/ 1167 w 6343"/>
                  <a:gd name="connsiteY5" fmla="*/ 1092 h 6345"/>
                  <a:gd name="connsiteX6" fmla="*/ 238 w 6343"/>
                  <a:gd name="connsiteY6" fmla="*/ 3336 h 6345"/>
                  <a:gd name="connsiteX7" fmla="*/ 1167 w 6343"/>
                  <a:gd name="connsiteY7" fmla="*/ 5579 h 6345"/>
                  <a:gd name="connsiteX8" fmla="*/ 3410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9"/>
                    </a:moveTo>
                    <a:cubicBezTo>
                      <a:pt x="4251" y="6509"/>
                      <a:pt x="5058" y="6174"/>
                      <a:pt x="5653" y="5579"/>
                    </a:cubicBezTo>
                    <a:cubicBezTo>
                      <a:pt x="6247" y="4984"/>
                      <a:pt x="6582" y="4177"/>
                      <a:pt x="6582" y="3336"/>
                    </a:cubicBezTo>
                    <a:cubicBezTo>
                      <a:pt x="6582" y="2494"/>
                      <a:pt x="6247" y="1687"/>
                      <a:pt x="5653" y="1092"/>
                    </a:cubicBezTo>
                    <a:cubicBezTo>
                      <a:pt x="5058" y="497"/>
                      <a:pt x="4251" y="163"/>
                      <a:pt x="3410" y="163"/>
                    </a:cubicBezTo>
                    <a:cubicBezTo>
                      <a:pt x="2569" y="163"/>
                      <a:pt x="1762" y="497"/>
                      <a:pt x="1167" y="1092"/>
                    </a:cubicBezTo>
                    <a:cubicBezTo>
                      <a:pt x="573" y="1687"/>
                      <a:pt x="238" y="2494"/>
                      <a:pt x="238" y="3336"/>
                    </a:cubicBezTo>
                    <a:cubicBezTo>
                      <a:pt x="238" y="4177"/>
                      <a:pt x="573" y="4984"/>
                      <a:pt x="1167" y="5579"/>
                    </a:cubicBezTo>
                    <a:cubicBezTo>
                      <a:pt x="1762" y="6174"/>
                      <a:pt x="2569" y="6509"/>
                      <a:pt x="3410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50" name="Freeform: Shape 15249">
                <a:extLst>
                  <a:ext uri="{FF2B5EF4-FFF2-40B4-BE49-F238E27FC236}">
                    <a16:creationId xmlns:a16="http://schemas.microsoft.com/office/drawing/2014/main" id="{F1FE99C2-BDA7-7832-7832-A7E5A68B30FF}"/>
                  </a:ext>
                </a:extLst>
              </p:cNvPr>
              <p:cNvSpPr/>
              <p:nvPr/>
            </p:nvSpPr>
            <p:spPr>
              <a:xfrm>
                <a:off x="9322599" y="5598652"/>
                <a:ext cx="6343" cy="6345"/>
              </a:xfrm>
              <a:custGeom>
                <a:avLst/>
                <a:gdLst>
                  <a:gd name="connsiteX0" fmla="*/ 3401 w 6343"/>
                  <a:gd name="connsiteY0" fmla="*/ 6512 h 6345"/>
                  <a:gd name="connsiteX1" fmla="*/ 5644 w 6343"/>
                  <a:gd name="connsiteY1" fmla="*/ 5583 h 6345"/>
                  <a:gd name="connsiteX2" fmla="*/ 6573 w 6343"/>
                  <a:gd name="connsiteY2" fmla="*/ 3340 h 6345"/>
                  <a:gd name="connsiteX3" fmla="*/ 5644 w 6343"/>
                  <a:gd name="connsiteY3" fmla="*/ 1096 h 6345"/>
                  <a:gd name="connsiteX4" fmla="*/ 3401 w 6343"/>
                  <a:gd name="connsiteY4" fmla="*/ 167 h 6345"/>
                  <a:gd name="connsiteX5" fmla="*/ 1159 w 6343"/>
                  <a:gd name="connsiteY5" fmla="*/ 1096 h 6345"/>
                  <a:gd name="connsiteX6" fmla="*/ 230 w 6343"/>
                  <a:gd name="connsiteY6" fmla="*/ 3340 h 6345"/>
                  <a:gd name="connsiteX7" fmla="*/ 1159 w 6343"/>
                  <a:gd name="connsiteY7" fmla="*/ 5583 h 6345"/>
                  <a:gd name="connsiteX8" fmla="*/ 3401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12"/>
                    </a:moveTo>
                    <a:cubicBezTo>
                      <a:pt x="4242" y="6512"/>
                      <a:pt x="5049" y="6178"/>
                      <a:pt x="5644" y="5583"/>
                    </a:cubicBezTo>
                    <a:cubicBezTo>
                      <a:pt x="6239" y="4988"/>
                      <a:pt x="6573" y="4181"/>
                      <a:pt x="6573" y="3340"/>
                    </a:cubicBezTo>
                    <a:cubicBezTo>
                      <a:pt x="6573" y="2498"/>
                      <a:pt x="6239" y="1691"/>
                      <a:pt x="5644" y="1096"/>
                    </a:cubicBezTo>
                    <a:cubicBezTo>
                      <a:pt x="5049" y="501"/>
                      <a:pt x="4242" y="167"/>
                      <a:pt x="3401" y="167"/>
                    </a:cubicBezTo>
                    <a:cubicBezTo>
                      <a:pt x="2560" y="167"/>
                      <a:pt x="1753" y="501"/>
                      <a:pt x="1159" y="1096"/>
                    </a:cubicBezTo>
                    <a:cubicBezTo>
                      <a:pt x="564" y="1691"/>
                      <a:pt x="230" y="2498"/>
                      <a:pt x="230" y="3340"/>
                    </a:cubicBezTo>
                    <a:cubicBezTo>
                      <a:pt x="230" y="4181"/>
                      <a:pt x="564" y="4988"/>
                      <a:pt x="1159" y="5583"/>
                    </a:cubicBezTo>
                    <a:cubicBezTo>
                      <a:pt x="1753" y="6178"/>
                      <a:pt x="2560" y="6512"/>
                      <a:pt x="3401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51" name="Freeform: Shape 15250">
                <a:extLst>
                  <a:ext uri="{FF2B5EF4-FFF2-40B4-BE49-F238E27FC236}">
                    <a16:creationId xmlns:a16="http://schemas.microsoft.com/office/drawing/2014/main" id="{54A2805D-5710-FCBC-633F-E86E511C0154}"/>
                  </a:ext>
                </a:extLst>
              </p:cNvPr>
              <p:cNvSpPr/>
              <p:nvPr/>
            </p:nvSpPr>
            <p:spPr>
              <a:xfrm>
                <a:off x="9321353" y="5596375"/>
                <a:ext cx="6343" cy="6345"/>
              </a:xfrm>
              <a:custGeom>
                <a:avLst/>
                <a:gdLst>
                  <a:gd name="connsiteX0" fmla="*/ 3401 w 6343"/>
                  <a:gd name="connsiteY0" fmla="*/ 6512 h 6345"/>
                  <a:gd name="connsiteX1" fmla="*/ 5644 w 6343"/>
                  <a:gd name="connsiteY1" fmla="*/ 5583 h 6345"/>
                  <a:gd name="connsiteX2" fmla="*/ 6573 w 6343"/>
                  <a:gd name="connsiteY2" fmla="*/ 3340 h 6345"/>
                  <a:gd name="connsiteX3" fmla="*/ 5644 w 6343"/>
                  <a:gd name="connsiteY3" fmla="*/ 1096 h 6345"/>
                  <a:gd name="connsiteX4" fmla="*/ 3401 w 6343"/>
                  <a:gd name="connsiteY4" fmla="*/ 167 h 6345"/>
                  <a:gd name="connsiteX5" fmla="*/ 1158 w 6343"/>
                  <a:gd name="connsiteY5" fmla="*/ 1096 h 6345"/>
                  <a:gd name="connsiteX6" fmla="*/ 230 w 6343"/>
                  <a:gd name="connsiteY6" fmla="*/ 3340 h 6345"/>
                  <a:gd name="connsiteX7" fmla="*/ 1158 w 6343"/>
                  <a:gd name="connsiteY7" fmla="*/ 5583 h 6345"/>
                  <a:gd name="connsiteX8" fmla="*/ 3401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12"/>
                    </a:moveTo>
                    <a:cubicBezTo>
                      <a:pt x="4242" y="6512"/>
                      <a:pt x="5049" y="6178"/>
                      <a:pt x="5644" y="5583"/>
                    </a:cubicBezTo>
                    <a:cubicBezTo>
                      <a:pt x="6238" y="4988"/>
                      <a:pt x="6573" y="4181"/>
                      <a:pt x="6573" y="3340"/>
                    </a:cubicBezTo>
                    <a:cubicBezTo>
                      <a:pt x="6573" y="2498"/>
                      <a:pt x="6238" y="1691"/>
                      <a:pt x="5644" y="1096"/>
                    </a:cubicBezTo>
                    <a:cubicBezTo>
                      <a:pt x="5049" y="501"/>
                      <a:pt x="4242" y="167"/>
                      <a:pt x="3401" y="167"/>
                    </a:cubicBezTo>
                    <a:cubicBezTo>
                      <a:pt x="2560" y="167"/>
                      <a:pt x="1753" y="501"/>
                      <a:pt x="1158" y="1096"/>
                    </a:cubicBezTo>
                    <a:cubicBezTo>
                      <a:pt x="564" y="1691"/>
                      <a:pt x="230" y="2498"/>
                      <a:pt x="230" y="3340"/>
                    </a:cubicBezTo>
                    <a:cubicBezTo>
                      <a:pt x="230" y="4181"/>
                      <a:pt x="564" y="4988"/>
                      <a:pt x="1158" y="5583"/>
                    </a:cubicBezTo>
                    <a:cubicBezTo>
                      <a:pt x="1753" y="6178"/>
                      <a:pt x="2560" y="6512"/>
                      <a:pt x="3401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52" name="Freeform: Shape 15251">
                <a:extLst>
                  <a:ext uri="{FF2B5EF4-FFF2-40B4-BE49-F238E27FC236}">
                    <a16:creationId xmlns:a16="http://schemas.microsoft.com/office/drawing/2014/main" id="{DA323812-687C-85A6-03B6-CC773769B0A7}"/>
                  </a:ext>
                </a:extLst>
              </p:cNvPr>
              <p:cNvSpPr/>
              <p:nvPr/>
            </p:nvSpPr>
            <p:spPr>
              <a:xfrm>
                <a:off x="9320480" y="5593250"/>
                <a:ext cx="6343" cy="6345"/>
              </a:xfrm>
              <a:custGeom>
                <a:avLst/>
                <a:gdLst>
                  <a:gd name="connsiteX0" fmla="*/ 3401 w 6343"/>
                  <a:gd name="connsiteY0" fmla="*/ 6512 h 6345"/>
                  <a:gd name="connsiteX1" fmla="*/ 5644 w 6343"/>
                  <a:gd name="connsiteY1" fmla="*/ 5583 h 6345"/>
                  <a:gd name="connsiteX2" fmla="*/ 6573 w 6343"/>
                  <a:gd name="connsiteY2" fmla="*/ 3339 h 6345"/>
                  <a:gd name="connsiteX3" fmla="*/ 5644 w 6343"/>
                  <a:gd name="connsiteY3" fmla="*/ 1096 h 6345"/>
                  <a:gd name="connsiteX4" fmla="*/ 3401 w 6343"/>
                  <a:gd name="connsiteY4" fmla="*/ 167 h 6345"/>
                  <a:gd name="connsiteX5" fmla="*/ 1158 w 6343"/>
                  <a:gd name="connsiteY5" fmla="*/ 1096 h 6345"/>
                  <a:gd name="connsiteX6" fmla="*/ 229 w 6343"/>
                  <a:gd name="connsiteY6" fmla="*/ 3339 h 6345"/>
                  <a:gd name="connsiteX7" fmla="*/ 1158 w 6343"/>
                  <a:gd name="connsiteY7" fmla="*/ 5583 h 6345"/>
                  <a:gd name="connsiteX8" fmla="*/ 3401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12"/>
                    </a:moveTo>
                    <a:cubicBezTo>
                      <a:pt x="4242" y="6512"/>
                      <a:pt x="5049" y="6178"/>
                      <a:pt x="5644" y="5583"/>
                    </a:cubicBezTo>
                    <a:cubicBezTo>
                      <a:pt x="6238" y="4988"/>
                      <a:pt x="6573" y="4181"/>
                      <a:pt x="6573" y="3339"/>
                    </a:cubicBezTo>
                    <a:cubicBezTo>
                      <a:pt x="6573" y="2498"/>
                      <a:pt x="6238" y="1691"/>
                      <a:pt x="5644" y="1096"/>
                    </a:cubicBezTo>
                    <a:cubicBezTo>
                      <a:pt x="5049" y="501"/>
                      <a:pt x="4242" y="167"/>
                      <a:pt x="3401" y="167"/>
                    </a:cubicBezTo>
                    <a:cubicBezTo>
                      <a:pt x="2560" y="167"/>
                      <a:pt x="1753" y="501"/>
                      <a:pt x="1158" y="1096"/>
                    </a:cubicBezTo>
                    <a:cubicBezTo>
                      <a:pt x="564" y="1691"/>
                      <a:pt x="229" y="2498"/>
                      <a:pt x="229" y="3339"/>
                    </a:cubicBezTo>
                    <a:cubicBezTo>
                      <a:pt x="229" y="4181"/>
                      <a:pt x="564" y="4988"/>
                      <a:pt x="1158" y="5583"/>
                    </a:cubicBezTo>
                    <a:cubicBezTo>
                      <a:pt x="1753" y="6178"/>
                      <a:pt x="2560" y="6512"/>
                      <a:pt x="3401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53" name="Freeform: Shape 15252">
                <a:extLst>
                  <a:ext uri="{FF2B5EF4-FFF2-40B4-BE49-F238E27FC236}">
                    <a16:creationId xmlns:a16="http://schemas.microsoft.com/office/drawing/2014/main" id="{82D93D6D-640E-06AD-6C53-39D729F40F6F}"/>
                  </a:ext>
                </a:extLst>
              </p:cNvPr>
              <p:cNvSpPr/>
              <p:nvPr/>
            </p:nvSpPr>
            <p:spPr>
              <a:xfrm>
                <a:off x="9319712" y="5589958"/>
                <a:ext cx="6343" cy="6345"/>
              </a:xfrm>
              <a:custGeom>
                <a:avLst/>
                <a:gdLst>
                  <a:gd name="connsiteX0" fmla="*/ 3401 w 6343"/>
                  <a:gd name="connsiteY0" fmla="*/ 6512 h 6345"/>
                  <a:gd name="connsiteX1" fmla="*/ 5644 w 6343"/>
                  <a:gd name="connsiteY1" fmla="*/ 5582 h 6345"/>
                  <a:gd name="connsiteX2" fmla="*/ 6573 w 6343"/>
                  <a:gd name="connsiteY2" fmla="*/ 3339 h 6345"/>
                  <a:gd name="connsiteX3" fmla="*/ 5644 w 6343"/>
                  <a:gd name="connsiteY3" fmla="*/ 1096 h 6345"/>
                  <a:gd name="connsiteX4" fmla="*/ 3401 w 6343"/>
                  <a:gd name="connsiteY4" fmla="*/ 166 h 6345"/>
                  <a:gd name="connsiteX5" fmla="*/ 1158 w 6343"/>
                  <a:gd name="connsiteY5" fmla="*/ 1096 h 6345"/>
                  <a:gd name="connsiteX6" fmla="*/ 229 w 6343"/>
                  <a:gd name="connsiteY6" fmla="*/ 3339 h 6345"/>
                  <a:gd name="connsiteX7" fmla="*/ 1158 w 6343"/>
                  <a:gd name="connsiteY7" fmla="*/ 5582 h 6345"/>
                  <a:gd name="connsiteX8" fmla="*/ 3401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12"/>
                    </a:moveTo>
                    <a:cubicBezTo>
                      <a:pt x="4242" y="6512"/>
                      <a:pt x="5049" y="6177"/>
                      <a:pt x="5644" y="5582"/>
                    </a:cubicBezTo>
                    <a:cubicBezTo>
                      <a:pt x="6238" y="4987"/>
                      <a:pt x="6573" y="4180"/>
                      <a:pt x="6573" y="3339"/>
                    </a:cubicBezTo>
                    <a:cubicBezTo>
                      <a:pt x="6573" y="2498"/>
                      <a:pt x="6238" y="1691"/>
                      <a:pt x="5644" y="1096"/>
                    </a:cubicBezTo>
                    <a:cubicBezTo>
                      <a:pt x="5049" y="501"/>
                      <a:pt x="4242" y="166"/>
                      <a:pt x="3401" y="166"/>
                    </a:cubicBezTo>
                    <a:cubicBezTo>
                      <a:pt x="2560" y="166"/>
                      <a:pt x="1753" y="501"/>
                      <a:pt x="1158" y="1096"/>
                    </a:cubicBezTo>
                    <a:cubicBezTo>
                      <a:pt x="564" y="1691"/>
                      <a:pt x="229" y="2498"/>
                      <a:pt x="229" y="3339"/>
                    </a:cubicBezTo>
                    <a:cubicBezTo>
                      <a:pt x="229" y="4180"/>
                      <a:pt x="564" y="4987"/>
                      <a:pt x="1158" y="5582"/>
                    </a:cubicBezTo>
                    <a:cubicBezTo>
                      <a:pt x="1753" y="6177"/>
                      <a:pt x="2560" y="6512"/>
                      <a:pt x="3401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54" name="Freeform: Shape 15253">
                <a:extLst>
                  <a:ext uri="{FF2B5EF4-FFF2-40B4-BE49-F238E27FC236}">
                    <a16:creationId xmlns:a16="http://schemas.microsoft.com/office/drawing/2014/main" id="{3107D7DC-CAA9-6B02-2E7F-F2FB3D476E7E}"/>
                  </a:ext>
                </a:extLst>
              </p:cNvPr>
              <p:cNvSpPr/>
              <p:nvPr/>
            </p:nvSpPr>
            <p:spPr>
              <a:xfrm>
                <a:off x="9318547" y="5587675"/>
                <a:ext cx="6343" cy="6345"/>
              </a:xfrm>
              <a:custGeom>
                <a:avLst/>
                <a:gdLst>
                  <a:gd name="connsiteX0" fmla="*/ 3401 w 6343"/>
                  <a:gd name="connsiteY0" fmla="*/ 6512 h 6345"/>
                  <a:gd name="connsiteX1" fmla="*/ 5644 w 6343"/>
                  <a:gd name="connsiteY1" fmla="*/ 5582 h 6345"/>
                  <a:gd name="connsiteX2" fmla="*/ 6572 w 6343"/>
                  <a:gd name="connsiteY2" fmla="*/ 3339 h 6345"/>
                  <a:gd name="connsiteX3" fmla="*/ 5644 w 6343"/>
                  <a:gd name="connsiteY3" fmla="*/ 1095 h 6345"/>
                  <a:gd name="connsiteX4" fmla="*/ 3401 w 6343"/>
                  <a:gd name="connsiteY4" fmla="*/ 166 h 6345"/>
                  <a:gd name="connsiteX5" fmla="*/ 1158 w 6343"/>
                  <a:gd name="connsiteY5" fmla="*/ 1095 h 6345"/>
                  <a:gd name="connsiteX6" fmla="*/ 229 w 6343"/>
                  <a:gd name="connsiteY6" fmla="*/ 3339 h 6345"/>
                  <a:gd name="connsiteX7" fmla="*/ 1158 w 6343"/>
                  <a:gd name="connsiteY7" fmla="*/ 5582 h 6345"/>
                  <a:gd name="connsiteX8" fmla="*/ 3401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12"/>
                    </a:moveTo>
                    <a:cubicBezTo>
                      <a:pt x="4242" y="6512"/>
                      <a:pt x="5049" y="6177"/>
                      <a:pt x="5644" y="5582"/>
                    </a:cubicBezTo>
                    <a:cubicBezTo>
                      <a:pt x="6238" y="4987"/>
                      <a:pt x="6572" y="4180"/>
                      <a:pt x="6572" y="3339"/>
                    </a:cubicBezTo>
                    <a:cubicBezTo>
                      <a:pt x="6572" y="2497"/>
                      <a:pt x="6238" y="1690"/>
                      <a:pt x="5644" y="1095"/>
                    </a:cubicBezTo>
                    <a:cubicBezTo>
                      <a:pt x="5049" y="500"/>
                      <a:pt x="4242" y="166"/>
                      <a:pt x="3401" y="166"/>
                    </a:cubicBezTo>
                    <a:cubicBezTo>
                      <a:pt x="2560" y="166"/>
                      <a:pt x="1753" y="500"/>
                      <a:pt x="1158" y="1095"/>
                    </a:cubicBezTo>
                    <a:cubicBezTo>
                      <a:pt x="564" y="1690"/>
                      <a:pt x="229" y="2497"/>
                      <a:pt x="229" y="3339"/>
                    </a:cubicBezTo>
                    <a:cubicBezTo>
                      <a:pt x="229" y="4180"/>
                      <a:pt x="564" y="4987"/>
                      <a:pt x="1158" y="5582"/>
                    </a:cubicBezTo>
                    <a:cubicBezTo>
                      <a:pt x="1753" y="6177"/>
                      <a:pt x="2560" y="6512"/>
                      <a:pt x="3401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55" name="Freeform: Shape 15254">
                <a:extLst>
                  <a:ext uri="{FF2B5EF4-FFF2-40B4-BE49-F238E27FC236}">
                    <a16:creationId xmlns:a16="http://schemas.microsoft.com/office/drawing/2014/main" id="{038DF742-2C1D-6955-C6EB-3B4E90B1BF33}"/>
                  </a:ext>
                </a:extLst>
              </p:cNvPr>
              <p:cNvSpPr/>
              <p:nvPr/>
            </p:nvSpPr>
            <p:spPr>
              <a:xfrm>
                <a:off x="9317868" y="5584329"/>
                <a:ext cx="6343" cy="6345"/>
              </a:xfrm>
              <a:custGeom>
                <a:avLst/>
                <a:gdLst>
                  <a:gd name="connsiteX0" fmla="*/ 3401 w 6343"/>
                  <a:gd name="connsiteY0" fmla="*/ 6511 h 6345"/>
                  <a:gd name="connsiteX1" fmla="*/ 5643 w 6343"/>
                  <a:gd name="connsiteY1" fmla="*/ 5582 h 6345"/>
                  <a:gd name="connsiteX2" fmla="*/ 6572 w 6343"/>
                  <a:gd name="connsiteY2" fmla="*/ 3339 h 6345"/>
                  <a:gd name="connsiteX3" fmla="*/ 5643 w 6343"/>
                  <a:gd name="connsiteY3" fmla="*/ 1095 h 6345"/>
                  <a:gd name="connsiteX4" fmla="*/ 3401 w 6343"/>
                  <a:gd name="connsiteY4" fmla="*/ 166 h 6345"/>
                  <a:gd name="connsiteX5" fmla="*/ 1158 w 6343"/>
                  <a:gd name="connsiteY5" fmla="*/ 1095 h 6345"/>
                  <a:gd name="connsiteX6" fmla="*/ 229 w 6343"/>
                  <a:gd name="connsiteY6" fmla="*/ 3339 h 6345"/>
                  <a:gd name="connsiteX7" fmla="*/ 1158 w 6343"/>
                  <a:gd name="connsiteY7" fmla="*/ 5582 h 6345"/>
                  <a:gd name="connsiteX8" fmla="*/ 340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11"/>
                    </a:moveTo>
                    <a:cubicBezTo>
                      <a:pt x="4242" y="6511"/>
                      <a:pt x="5049" y="6177"/>
                      <a:pt x="5643" y="5582"/>
                    </a:cubicBezTo>
                    <a:cubicBezTo>
                      <a:pt x="6238" y="4987"/>
                      <a:pt x="6572" y="4180"/>
                      <a:pt x="6572" y="3339"/>
                    </a:cubicBezTo>
                    <a:cubicBezTo>
                      <a:pt x="6572" y="2497"/>
                      <a:pt x="6238" y="1690"/>
                      <a:pt x="5643" y="1095"/>
                    </a:cubicBezTo>
                    <a:cubicBezTo>
                      <a:pt x="5049" y="500"/>
                      <a:pt x="4242" y="166"/>
                      <a:pt x="3401" y="166"/>
                    </a:cubicBezTo>
                    <a:cubicBezTo>
                      <a:pt x="2560" y="166"/>
                      <a:pt x="1753" y="500"/>
                      <a:pt x="1158" y="1095"/>
                    </a:cubicBezTo>
                    <a:cubicBezTo>
                      <a:pt x="563" y="1690"/>
                      <a:pt x="229" y="2497"/>
                      <a:pt x="229" y="3339"/>
                    </a:cubicBezTo>
                    <a:cubicBezTo>
                      <a:pt x="229" y="4180"/>
                      <a:pt x="563" y="4987"/>
                      <a:pt x="1158" y="5582"/>
                    </a:cubicBezTo>
                    <a:cubicBezTo>
                      <a:pt x="1753" y="6177"/>
                      <a:pt x="2560" y="6511"/>
                      <a:pt x="340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56" name="Freeform: Shape 15255">
                <a:extLst>
                  <a:ext uri="{FF2B5EF4-FFF2-40B4-BE49-F238E27FC236}">
                    <a16:creationId xmlns:a16="http://schemas.microsoft.com/office/drawing/2014/main" id="{7C72AE89-A692-A0A1-7178-C4A58D46FC1E}"/>
                  </a:ext>
                </a:extLst>
              </p:cNvPr>
              <p:cNvSpPr/>
              <p:nvPr/>
            </p:nvSpPr>
            <p:spPr>
              <a:xfrm>
                <a:off x="9316608" y="5582377"/>
                <a:ext cx="6343" cy="6345"/>
              </a:xfrm>
              <a:custGeom>
                <a:avLst/>
                <a:gdLst>
                  <a:gd name="connsiteX0" fmla="*/ 3401 w 6343"/>
                  <a:gd name="connsiteY0" fmla="*/ 6511 h 6345"/>
                  <a:gd name="connsiteX1" fmla="*/ 5643 w 6343"/>
                  <a:gd name="connsiteY1" fmla="*/ 5582 h 6345"/>
                  <a:gd name="connsiteX2" fmla="*/ 6572 w 6343"/>
                  <a:gd name="connsiteY2" fmla="*/ 3338 h 6345"/>
                  <a:gd name="connsiteX3" fmla="*/ 5643 w 6343"/>
                  <a:gd name="connsiteY3" fmla="*/ 1095 h 6345"/>
                  <a:gd name="connsiteX4" fmla="*/ 3401 w 6343"/>
                  <a:gd name="connsiteY4" fmla="*/ 166 h 6345"/>
                  <a:gd name="connsiteX5" fmla="*/ 1158 w 6343"/>
                  <a:gd name="connsiteY5" fmla="*/ 1095 h 6345"/>
                  <a:gd name="connsiteX6" fmla="*/ 229 w 6343"/>
                  <a:gd name="connsiteY6" fmla="*/ 3338 h 6345"/>
                  <a:gd name="connsiteX7" fmla="*/ 1158 w 6343"/>
                  <a:gd name="connsiteY7" fmla="*/ 5582 h 6345"/>
                  <a:gd name="connsiteX8" fmla="*/ 340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11"/>
                    </a:moveTo>
                    <a:cubicBezTo>
                      <a:pt x="4242" y="6511"/>
                      <a:pt x="5049" y="6177"/>
                      <a:pt x="5643" y="5582"/>
                    </a:cubicBezTo>
                    <a:cubicBezTo>
                      <a:pt x="6238" y="4987"/>
                      <a:pt x="6572" y="4180"/>
                      <a:pt x="6572" y="3338"/>
                    </a:cubicBezTo>
                    <a:cubicBezTo>
                      <a:pt x="6572" y="2497"/>
                      <a:pt x="6238" y="1690"/>
                      <a:pt x="5643" y="1095"/>
                    </a:cubicBezTo>
                    <a:cubicBezTo>
                      <a:pt x="5049" y="500"/>
                      <a:pt x="4242" y="166"/>
                      <a:pt x="3401" y="166"/>
                    </a:cubicBezTo>
                    <a:cubicBezTo>
                      <a:pt x="2560" y="166"/>
                      <a:pt x="1753" y="500"/>
                      <a:pt x="1158" y="1095"/>
                    </a:cubicBezTo>
                    <a:cubicBezTo>
                      <a:pt x="563" y="1690"/>
                      <a:pt x="229" y="2497"/>
                      <a:pt x="229" y="3338"/>
                    </a:cubicBezTo>
                    <a:cubicBezTo>
                      <a:pt x="229" y="4180"/>
                      <a:pt x="563" y="4987"/>
                      <a:pt x="1158" y="5582"/>
                    </a:cubicBezTo>
                    <a:cubicBezTo>
                      <a:pt x="1753" y="6177"/>
                      <a:pt x="2560" y="6511"/>
                      <a:pt x="340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57" name="Freeform: Shape 15256">
                <a:extLst>
                  <a:ext uri="{FF2B5EF4-FFF2-40B4-BE49-F238E27FC236}">
                    <a16:creationId xmlns:a16="http://schemas.microsoft.com/office/drawing/2014/main" id="{FF560C69-E6A2-D729-4357-1A8C67130621}"/>
                  </a:ext>
                </a:extLst>
              </p:cNvPr>
              <p:cNvSpPr/>
              <p:nvPr/>
            </p:nvSpPr>
            <p:spPr>
              <a:xfrm>
                <a:off x="9315518" y="5580088"/>
                <a:ext cx="6343" cy="6345"/>
              </a:xfrm>
              <a:custGeom>
                <a:avLst/>
                <a:gdLst>
                  <a:gd name="connsiteX0" fmla="*/ 3401 w 6343"/>
                  <a:gd name="connsiteY0" fmla="*/ 6511 h 6345"/>
                  <a:gd name="connsiteX1" fmla="*/ 5643 w 6343"/>
                  <a:gd name="connsiteY1" fmla="*/ 5582 h 6345"/>
                  <a:gd name="connsiteX2" fmla="*/ 6572 w 6343"/>
                  <a:gd name="connsiteY2" fmla="*/ 3338 h 6345"/>
                  <a:gd name="connsiteX3" fmla="*/ 5643 w 6343"/>
                  <a:gd name="connsiteY3" fmla="*/ 1095 h 6345"/>
                  <a:gd name="connsiteX4" fmla="*/ 3401 w 6343"/>
                  <a:gd name="connsiteY4" fmla="*/ 166 h 6345"/>
                  <a:gd name="connsiteX5" fmla="*/ 1158 w 6343"/>
                  <a:gd name="connsiteY5" fmla="*/ 1095 h 6345"/>
                  <a:gd name="connsiteX6" fmla="*/ 229 w 6343"/>
                  <a:gd name="connsiteY6" fmla="*/ 3338 h 6345"/>
                  <a:gd name="connsiteX7" fmla="*/ 1158 w 6343"/>
                  <a:gd name="connsiteY7" fmla="*/ 5582 h 6345"/>
                  <a:gd name="connsiteX8" fmla="*/ 340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11"/>
                    </a:moveTo>
                    <a:cubicBezTo>
                      <a:pt x="4242" y="6511"/>
                      <a:pt x="5049" y="6177"/>
                      <a:pt x="5643" y="5582"/>
                    </a:cubicBezTo>
                    <a:cubicBezTo>
                      <a:pt x="6238" y="4987"/>
                      <a:pt x="6572" y="4180"/>
                      <a:pt x="6572" y="3338"/>
                    </a:cubicBezTo>
                    <a:cubicBezTo>
                      <a:pt x="6572" y="2497"/>
                      <a:pt x="6238" y="1690"/>
                      <a:pt x="5643" y="1095"/>
                    </a:cubicBezTo>
                    <a:cubicBezTo>
                      <a:pt x="5049" y="500"/>
                      <a:pt x="4242" y="166"/>
                      <a:pt x="3401" y="166"/>
                    </a:cubicBezTo>
                    <a:cubicBezTo>
                      <a:pt x="2560" y="166"/>
                      <a:pt x="1753" y="500"/>
                      <a:pt x="1158" y="1095"/>
                    </a:cubicBezTo>
                    <a:cubicBezTo>
                      <a:pt x="563" y="1690"/>
                      <a:pt x="229" y="2497"/>
                      <a:pt x="229" y="3338"/>
                    </a:cubicBezTo>
                    <a:cubicBezTo>
                      <a:pt x="229" y="4180"/>
                      <a:pt x="563" y="4987"/>
                      <a:pt x="1158" y="5582"/>
                    </a:cubicBezTo>
                    <a:cubicBezTo>
                      <a:pt x="1753" y="6177"/>
                      <a:pt x="2560" y="6511"/>
                      <a:pt x="340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58" name="Freeform: Shape 15257">
                <a:extLst>
                  <a:ext uri="{FF2B5EF4-FFF2-40B4-BE49-F238E27FC236}">
                    <a16:creationId xmlns:a16="http://schemas.microsoft.com/office/drawing/2014/main" id="{5DFA7BB0-EB66-D61E-9F9F-DD7EDA3A847B}"/>
                  </a:ext>
                </a:extLst>
              </p:cNvPr>
              <p:cNvSpPr/>
              <p:nvPr/>
            </p:nvSpPr>
            <p:spPr>
              <a:xfrm>
                <a:off x="9314780" y="5577076"/>
                <a:ext cx="6343" cy="6345"/>
              </a:xfrm>
              <a:custGeom>
                <a:avLst/>
                <a:gdLst>
                  <a:gd name="connsiteX0" fmla="*/ 3401 w 6343"/>
                  <a:gd name="connsiteY0" fmla="*/ 6511 h 6345"/>
                  <a:gd name="connsiteX1" fmla="*/ 5643 w 6343"/>
                  <a:gd name="connsiteY1" fmla="*/ 5581 h 6345"/>
                  <a:gd name="connsiteX2" fmla="*/ 6572 w 6343"/>
                  <a:gd name="connsiteY2" fmla="*/ 3338 h 6345"/>
                  <a:gd name="connsiteX3" fmla="*/ 5643 w 6343"/>
                  <a:gd name="connsiteY3" fmla="*/ 1095 h 6345"/>
                  <a:gd name="connsiteX4" fmla="*/ 3401 w 6343"/>
                  <a:gd name="connsiteY4" fmla="*/ 165 h 6345"/>
                  <a:gd name="connsiteX5" fmla="*/ 1158 w 6343"/>
                  <a:gd name="connsiteY5" fmla="*/ 1095 h 6345"/>
                  <a:gd name="connsiteX6" fmla="*/ 229 w 6343"/>
                  <a:gd name="connsiteY6" fmla="*/ 3338 h 6345"/>
                  <a:gd name="connsiteX7" fmla="*/ 1158 w 6343"/>
                  <a:gd name="connsiteY7" fmla="*/ 5581 h 6345"/>
                  <a:gd name="connsiteX8" fmla="*/ 340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11"/>
                    </a:moveTo>
                    <a:cubicBezTo>
                      <a:pt x="4242" y="6511"/>
                      <a:pt x="5048" y="6176"/>
                      <a:pt x="5643" y="5581"/>
                    </a:cubicBezTo>
                    <a:cubicBezTo>
                      <a:pt x="6238" y="4986"/>
                      <a:pt x="6572" y="4179"/>
                      <a:pt x="6572" y="3338"/>
                    </a:cubicBezTo>
                    <a:cubicBezTo>
                      <a:pt x="6572" y="2497"/>
                      <a:pt x="6238" y="1690"/>
                      <a:pt x="5643" y="1095"/>
                    </a:cubicBezTo>
                    <a:cubicBezTo>
                      <a:pt x="5048" y="500"/>
                      <a:pt x="4242" y="165"/>
                      <a:pt x="3401" y="165"/>
                    </a:cubicBezTo>
                    <a:cubicBezTo>
                      <a:pt x="2559" y="165"/>
                      <a:pt x="1753" y="500"/>
                      <a:pt x="1158" y="1095"/>
                    </a:cubicBezTo>
                    <a:cubicBezTo>
                      <a:pt x="563" y="1690"/>
                      <a:pt x="229" y="2497"/>
                      <a:pt x="229" y="3338"/>
                    </a:cubicBezTo>
                    <a:cubicBezTo>
                      <a:pt x="229" y="4179"/>
                      <a:pt x="563" y="4986"/>
                      <a:pt x="1158" y="5581"/>
                    </a:cubicBezTo>
                    <a:cubicBezTo>
                      <a:pt x="1753" y="6176"/>
                      <a:pt x="2559" y="6511"/>
                      <a:pt x="340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59" name="Freeform: Shape 15258">
                <a:extLst>
                  <a:ext uri="{FF2B5EF4-FFF2-40B4-BE49-F238E27FC236}">
                    <a16:creationId xmlns:a16="http://schemas.microsoft.com/office/drawing/2014/main" id="{E03E9378-86A1-C629-D4D2-A3FB26011B3B}"/>
                  </a:ext>
                </a:extLst>
              </p:cNvPr>
              <p:cNvSpPr/>
              <p:nvPr/>
            </p:nvSpPr>
            <p:spPr>
              <a:xfrm>
                <a:off x="9313767" y="5574729"/>
                <a:ext cx="6343" cy="6345"/>
              </a:xfrm>
              <a:custGeom>
                <a:avLst/>
                <a:gdLst>
                  <a:gd name="connsiteX0" fmla="*/ 3401 w 6343"/>
                  <a:gd name="connsiteY0" fmla="*/ 6511 h 6345"/>
                  <a:gd name="connsiteX1" fmla="*/ 5643 w 6343"/>
                  <a:gd name="connsiteY1" fmla="*/ 5581 h 6345"/>
                  <a:gd name="connsiteX2" fmla="*/ 6572 w 6343"/>
                  <a:gd name="connsiteY2" fmla="*/ 3338 h 6345"/>
                  <a:gd name="connsiteX3" fmla="*/ 5643 w 6343"/>
                  <a:gd name="connsiteY3" fmla="*/ 1094 h 6345"/>
                  <a:gd name="connsiteX4" fmla="*/ 3401 w 6343"/>
                  <a:gd name="connsiteY4" fmla="*/ 165 h 6345"/>
                  <a:gd name="connsiteX5" fmla="*/ 1158 w 6343"/>
                  <a:gd name="connsiteY5" fmla="*/ 1094 h 6345"/>
                  <a:gd name="connsiteX6" fmla="*/ 229 w 6343"/>
                  <a:gd name="connsiteY6" fmla="*/ 3338 h 6345"/>
                  <a:gd name="connsiteX7" fmla="*/ 1158 w 6343"/>
                  <a:gd name="connsiteY7" fmla="*/ 5581 h 6345"/>
                  <a:gd name="connsiteX8" fmla="*/ 340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11"/>
                    </a:moveTo>
                    <a:cubicBezTo>
                      <a:pt x="4242" y="6511"/>
                      <a:pt x="5048" y="6176"/>
                      <a:pt x="5643" y="5581"/>
                    </a:cubicBezTo>
                    <a:cubicBezTo>
                      <a:pt x="6238" y="4986"/>
                      <a:pt x="6572" y="4179"/>
                      <a:pt x="6572" y="3338"/>
                    </a:cubicBezTo>
                    <a:cubicBezTo>
                      <a:pt x="6572" y="2496"/>
                      <a:pt x="6238" y="1689"/>
                      <a:pt x="5643" y="1094"/>
                    </a:cubicBezTo>
                    <a:cubicBezTo>
                      <a:pt x="5048" y="499"/>
                      <a:pt x="4242" y="165"/>
                      <a:pt x="3401" y="165"/>
                    </a:cubicBezTo>
                    <a:cubicBezTo>
                      <a:pt x="2559" y="165"/>
                      <a:pt x="1753" y="499"/>
                      <a:pt x="1158" y="1094"/>
                    </a:cubicBezTo>
                    <a:cubicBezTo>
                      <a:pt x="563" y="1689"/>
                      <a:pt x="229" y="2496"/>
                      <a:pt x="229" y="3338"/>
                    </a:cubicBezTo>
                    <a:cubicBezTo>
                      <a:pt x="229" y="4179"/>
                      <a:pt x="563" y="4986"/>
                      <a:pt x="1158" y="5581"/>
                    </a:cubicBezTo>
                    <a:cubicBezTo>
                      <a:pt x="1753" y="6176"/>
                      <a:pt x="2559" y="6511"/>
                      <a:pt x="340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60" name="Freeform: Shape 15259">
                <a:extLst>
                  <a:ext uri="{FF2B5EF4-FFF2-40B4-BE49-F238E27FC236}">
                    <a16:creationId xmlns:a16="http://schemas.microsoft.com/office/drawing/2014/main" id="{9E4A6B0C-4372-F111-630B-EF2928077E3D}"/>
                  </a:ext>
                </a:extLst>
              </p:cNvPr>
              <p:cNvSpPr/>
              <p:nvPr/>
            </p:nvSpPr>
            <p:spPr>
              <a:xfrm>
                <a:off x="9312750" y="5572435"/>
                <a:ext cx="6343" cy="6345"/>
              </a:xfrm>
              <a:custGeom>
                <a:avLst/>
                <a:gdLst>
                  <a:gd name="connsiteX0" fmla="*/ 3400 w 6343"/>
                  <a:gd name="connsiteY0" fmla="*/ 6510 h 6345"/>
                  <a:gd name="connsiteX1" fmla="*/ 5643 w 6343"/>
                  <a:gd name="connsiteY1" fmla="*/ 5581 h 6345"/>
                  <a:gd name="connsiteX2" fmla="*/ 6572 w 6343"/>
                  <a:gd name="connsiteY2" fmla="*/ 3338 h 6345"/>
                  <a:gd name="connsiteX3" fmla="*/ 5643 w 6343"/>
                  <a:gd name="connsiteY3" fmla="*/ 1094 h 6345"/>
                  <a:gd name="connsiteX4" fmla="*/ 3400 w 6343"/>
                  <a:gd name="connsiteY4" fmla="*/ 165 h 6345"/>
                  <a:gd name="connsiteX5" fmla="*/ 1158 w 6343"/>
                  <a:gd name="connsiteY5" fmla="*/ 1094 h 6345"/>
                  <a:gd name="connsiteX6" fmla="*/ 229 w 6343"/>
                  <a:gd name="connsiteY6" fmla="*/ 3338 h 6345"/>
                  <a:gd name="connsiteX7" fmla="*/ 1158 w 6343"/>
                  <a:gd name="connsiteY7" fmla="*/ 5581 h 6345"/>
                  <a:gd name="connsiteX8" fmla="*/ 340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10"/>
                    </a:moveTo>
                    <a:cubicBezTo>
                      <a:pt x="4242" y="6510"/>
                      <a:pt x="5048" y="6176"/>
                      <a:pt x="5643" y="5581"/>
                    </a:cubicBezTo>
                    <a:cubicBezTo>
                      <a:pt x="6238" y="4986"/>
                      <a:pt x="6572" y="4179"/>
                      <a:pt x="6572" y="3338"/>
                    </a:cubicBezTo>
                    <a:cubicBezTo>
                      <a:pt x="6572" y="2496"/>
                      <a:pt x="6238" y="1689"/>
                      <a:pt x="5643" y="1094"/>
                    </a:cubicBezTo>
                    <a:cubicBezTo>
                      <a:pt x="5048" y="499"/>
                      <a:pt x="4242" y="165"/>
                      <a:pt x="3400" y="165"/>
                    </a:cubicBezTo>
                    <a:cubicBezTo>
                      <a:pt x="2559" y="165"/>
                      <a:pt x="1753" y="499"/>
                      <a:pt x="1158" y="1094"/>
                    </a:cubicBezTo>
                    <a:cubicBezTo>
                      <a:pt x="563" y="1689"/>
                      <a:pt x="229" y="2496"/>
                      <a:pt x="229" y="3338"/>
                    </a:cubicBezTo>
                    <a:cubicBezTo>
                      <a:pt x="229" y="4179"/>
                      <a:pt x="563" y="4986"/>
                      <a:pt x="1158" y="5581"/>
                    </a:cubicBezTo>
                    <a:cubicBezTo>
                      <a:pt x="1753" y="6176"/>
                      <a:pt x="2559" y="6510"/>
                      <a:pt x="340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61" name="Freeform: Shape 15260">
                <a:extLst>
                  <a:ext uri="{FF2B5EF4-FFF2-40B4-BE49-F238E27FC236}">
                    <a16:creationId xmlns:a16="http://schemas.microsoft.com/office/drawing/2014/main" id="{22CCE4E1-B494-2D17-2209-9072801CC38E}"/>
                  </a:ext>
                </a:extLst>
              </p:cNvPr>
              <p:cNvSpPr/>
              <p:nvPr/>
            </p:nvSpPr>
            <p:spPr>
              <a:xfrm>
                <a:off x="9311546" y="5570579"/>
                <a:ext cx="6343" cy="6345"/>
              </a:xfrm>
              <a:custGeom>
                <a:avLst/>
                <a:gdLst>
                  <a:gd name="connsiteX0" fmla="*/ 3400 w 6343"/>
                  <a:gd name="connsiteY0" fmla="*/ 6510 h 6345"/>
                  <a:gd name="connsiteX1" fmla="*/ 5643 w 6343"/>
                  <a:gd name="connsiteY1" fmla="*/ 5581 h 6345"/>
                  <a:gd name="connsiteX2" fmla="*/ 6572 w 6343"/>
                  <a:gd name="connsiteY2" fmla="*/ 3337 h 6345"/>
                  <a:gd name="connsiteX3" fmla="*/ 5643 w 6343"/>
                  <a:gd name="connsiteY3" fmla="*/ 1094 h 6345"/>
                  <a:gd name="connsiteX4" fmla="*/ 3400 w 6343"/>
                  <a:gd name="connsiteY4" fmla="*/ 165 h 6345"/>
                  <a:gd name="connsiteX5" fmla="*/ 1158 w 6343"/>
                  <a:gd name="connsiteY5" fmla="*/ 1094 h 6345"/>
                  <a:gd name="connsiteX6" fmla="*/ 229 w 6343"/>
                  <a:gd name="connsiteY6" fmla="*/ 3337 h 6345"/>
                  <a:gd name="connsiteX7" fmla="*/ 1158 w 6343"/>
                  <a:gd name="connsiteY7" fmla="*/ 5581 h 6345"/>
                  <a:gd name="connsiteX8" fmla="*/ 340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10"/>
                    </a:moveTo>
                    <a:cubicBezTo>
                      <a:pt x="4241" y="6510"/>
                      <a:pt x="5048" y="6176"/>
                      <a:pt x="5643" y="5581"/>
                    </a:cubicBezTo>
                    <a:cubicBezTo>
                      <a:pt x="6238" y="4986"/>
                      <a:pt x="6572" y="4179"/>
                      <a:pt x="6572" y="3337"/>
                    </a:cubicBezTo>
                    <a:cubicBezTo>
                      <a:pt x="6572" y="2496"/>
                      <a:pt x="6238" y="1689"/>
                      <a:pt x="5643" y="1094"/>
                    </a:cubicBezTo>
                    <a:cubicBezTo>
                      <a:pt x="5048" y="499"/>
                      <a:pt x="4241" y="165"/>
                      <a:pt x="3400" y="165"/>
                    </a:cubicBezTo>
                    <a:cubicBezTo>
                      <a:pt x="2559" y="165"/>
                      <a:pt x="1752" y="499"/>
                      <a:pt x="1158" y="1094"/>
                    </a:cubicBezTo>
                    <a:cubicBezTo>
                      <a:pt x="563" y="1689"/>
                      <a:pt x="229" y="2496"/>
                      <a:pt x="229" y="3337"/>
                    </a:cubicBezTo>
                    <a:cubicBezTo>
                      <a:pt x="229" y="4179"/>
                      <a:pt x="563" y="4986"/>
                      <a:pt x="1158" y="5581"/>
                    </a:cubicBezTo>
                    <a:cubicBezTo>
                      <a:pt x="1752" y="6176"/>
                      <a:pt x="2559" y="6510"/>
                      <a:pt x="340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62" name="Freeform: Shape 15261">
                <a:extLst>
                  <a:ext uri="{FF2B5EF4-FFF2-40B4-BE49-F238E27FC236}">
                    <a16:creationId xmlns:a16="http://schemas.microsoft.com/office/drawing/2014/main" id="{125E4068-DB40-C716-E28E-3F7DD3BCC537}"/>
                  </a:ext>
                </a:extLst>
              </p:cNvPr>
              <p:cNvSpPr/>
              <p:nvPr/>
            </p:nvSpPr>
            <p:spPr>
              <a:xfrm>
                <a:off x="9310440" y="5568554"/>
                <a:ext cx="6343" cy="6345"/>
              </a:xfrm>
              <a:custGeom>
                <a:avLst/>
                <a:gdLst>
                  <a:gd name="connsiteX0" fmla="*/ 3400 w 6343"/>
                  <a:gd name="connsiteY0" fmla="*/ 6510 h 6345"/>
                  <a:gd name="connsiteX1" fmla="*/ 5643 w 6343"/>
                  <a:gd name="connsiteY1" fmla="*/ 5581 h 6345"/>
                  <a:gd name="connsiteX2" fmla="*/ 6572 w 6343"/>
                  <a:gd name="connsiteY2" fmla="*/ 3337 h 6345"/>
                  <a:gd name="connsiteX3" fmla="*/ 5643 w 6343"/>
                  <a:gd name="connsiteY3" fmla="*/ 1094 h 6345"/>
                  <a:gd name="connsiteX4" fmla="*/ 3400 w 6343"/>
                  <a:gd name="connsiteY4" fmla="*/ 165 h 6345"/>
                  <a:gd name="connsiteX5" fmla="*/ 1158 w 6343"/>
                  <a:gd name="connsiteY5" fmla="*/ 1094 h 6345"/>
                  <a:gd name="connsiteX6" fmla="*/ 229 w 6343"/>
                  <a:gd name="connsiteY6" fmla="*/ 3337 h 6345"/>
                  <a:gd name="connsiteX7" fmla="*/ 1158 w 6343"/>
                  <a:gd name="connsiteY7" fmla="*/ 5581 h 6345"/>
                  <a:gd name="connsiteX8" fmla="*/ 340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10"/>
                    </a:moveTo>
                    <a:cubicBezTo>
                      <a:pt x="4241" y="6510"/>
                      <a:pt x="5048" y="6176"/>
                      <a:pt x="5643" y="5581"/>
                    </a:cubicBezTo>
                    <a:cubicBezTo>
                      <a:pt x="6238" y="4986"/>
                      <a:pt x="6572" y="4179"/>
                      <a:pt x="6572" y="3337"/>
                    </a:cubicBezTo>
                    <a:cubicBezTo>
                      <a:pt x="6572" y="2496"/>
                      <a:pt x="6238" y="1689"/>
                      <a:pt x="5643" y="1094"/>
                    </a:cubicBezTo>
                    <a:cubicBezTo>
                      <a:pt x="5048" y="499"/>
                      <a:pt x="4241" y="165"/>
                      <a:pt x="3400" y="165"/>
                    </a:cubicBezTo>
                    <a:cubicBezTo>
                      <a:pt x="2559" y="165"/>
                      <a:pt x="1752" y="499"/>
                      <a:pt x="1158" y="1094"/>
                    </a:cubicBezTo>
                    <a:cubicBezTo>
                      <a:pt x="563" y="1689"/>
                      <a:pt x="229" y="2496"/>
                      <a:pt x="229" y="3337"/>
                    </a:cubicBezTo>
                    <a:cubicBezTo>
                      <a:pt x="229" y="4179"/>
                      <a:pt x="563" y="4986"/>
                      <a:pt x="1158" y="5581"/>
                    </a:cubicBezTo>
                    <a:cubicBezTo>
                      <a:pt x="1752" y="6176"/>
                      <a:pt x="2559" y="6510"/>
                      <a:pt x="340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63" name="Freeform: Shape 15262">
                <a:extLst>
                  <a:ext uri="{FF2B5EF4-FFF2-40B4-BE49-F238E27FC236}">
                    <a16:creationId xmlns:a16="http://schemas.microsoft.com/office/drawing/2014/main" id="{E6730FD3-EEC5-3893-291E-5F27967DD3F4}"/>
                  </a:ext>
                </a:extLst>
              </p:cNvPr>
              <p:cNvSpPr/>
              <p:nvPr/>
            </p:nvSpPr>
            <p:spPr>
              <a:xfrm>
                <a:off x="9309084" y="5567071"/>
                <a:ext cx="6343" cy="6345"/>
              </a:xfrm>
              <a:custGeom>
                <a:avLst/>
                <a:gdLst>
                  <a:gd name="connsiteX0" fmla="*/ 3400 w 6343"/>
                  <a:gd name="connsiteY0" fmla="*/ 6510 h 6345"/>
                  <a:gd name="connsiteX1" fmla="*/ 5643 w 6343"/>
                  <a:gd name="connsiteY1" fmla="*/ 5581 h 6345"/>
                  <a:gd name="connsiteX2" fmla="*/ 6572 w 6343"/>
                  <a:gd name="connsiteY2" fmla="*/ 3337 h 6345"/>
                  <a:gd name="connsiteX3" fmla="*/ 5643 w 6343"/>
                  <a:gd name="connsiteY3" fmla="*/ 1094 h 6345"/>
                  <a:gd name="connsiteX4" fmla="*/ 3400 w 6343"/>
                  <a:gd name="connsiteY4" fmla="*/ 164 h 6345"/>
                  <a:gd name="connsiteX5" fmla="*/ 1158 w 6343"/>
                  <a:gd name="connsiteY5" fmla="*/ 1094 h 6345"/>
                  <a:gd name="connsiteX6" fmla="*/ 229 w 6343"/>
                  <a:gd name="connsiteY6" fmla="*/ 3337 h 6345"/>
                  <a:gd name="connsiteX7" fmla="*/ 1158 w 6343"/>
                  <a:gd name="connsiteY7" fmla="*/ 5581 h 6345"/>
                  <a:gd name="connsiteX8" fmla="*/ 340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10"/>
                    </a:moveTo>
                    <a:cubicBezTo>
                      <a:pt x="4241" y="6510"/>
                      <a:pt x="5048" y="6176"/>
                      <a:pt x="5643" y="5581"/>
                    </a:cubicBezTo>
                    <a:cubicBezTo>
                      <a:pt x="6238" y="4986"/>
                      <a:pt x="6572" y="4179"/>
                      <a:pt x="6572" y="3337"/>
                    </a:cubicBezTo>
                    <a:cubicBezTo>
                      <a:pt x="6572" y="2496"/>
                      <a:pt x="6238" y="1689"/>
                      <a:pt x="5643" y="1094"/>
                    </a:cubicBezTo>
                    <a:cubicBezTo>
                      <a:pt x="5048" y="499"/>
                      <a:pt x="4241" y="164"/>
                      <a:pt x="3400" y="164"/>
                    </a:cubicBezTo>
                    <a:cubicBezTo>
                      <a:pt x="2559" y="164"/>
                      <a:pt x="1752" y="499"/>
                      <a:pt x="1158" y="1094"/>
                    </a:cubicBezTo>
                    <a:cubicBezTo>
                      <a:pt x="563" y="1689"/>
                      <a:pt x="229" y="2496"/>
                      <a:pt x="229" y="3337"/>
                    </a:cubicBezTo>
                    <a:cubicBezTo>
                      <a:pt x="229" y="4179"/>
                      <a:pt x="563" y="4986"/>
                      <a:pt x="1158" y="5581"/>
                    </a:cubicBezTo>
                    <a:cubicBezTo>
                      <a:pt x="1752" y="6176"/>
                      <a:pt x="2559" y="6510"/>
                      <a:pt x="340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64" name="Freeform: Shape 15263">
                <a:extLst>
                  <a:ext uri="{FF2B5EF4-FFF2-40B4-BE49-F238E27FC236}">
                    <a16:creationId xmlns:a16="http://schemas.microsoft.com/office/drawing/2014/main" id="{D73BA16A-6BEE-C22D-652F-9626A218123A}"/>
                  </a:ext>
                </a:extLst>
              </p:cNvPr>
              <p:cNvSpPr/>
              <p:nvPr/>
            </p:nvSpPr>
            <p:spPr>
              <a:xfrm>
                <a:off x="9308178" y="5564712"/>
                <a:ext cx="6343" cy="6345"/>
              </a:xfrm>
              <a:custGeom>
                <a:avLst/>
                <a:gdLst>
                  <a:gd name="connsiteX0" fmla="*/ 3400 w 6343"/>
                  <a:gd name="connsiteY0" fmla="*/ 6510 h 6345"/>
                  <a:gd name="connsiteX1" fmla="*/ 5643 w 6343"/>
                  <a:gd name="connsiteY1" fmla="*/ 5580 h 6345"/>
                  <a:gd name="connsiteX2" fmla="*/ 6572 w 6343"/>
                  <a:gd name="connsiteY2" fmla="*/ 3337 h 6345"/>
                  <a:gd name="connsiteX3" fmla="*/ 5643 w 6343"/>
                  <a:gd name="connsiteY3" fmla="*/ 1094 h 6345"/>
                  <a:gd name="connsiteX4" fmla="*/ 3400 w 6343"/>
                  <a:gd name="connsiteY4" fmla="*/ 164 h 6345"/>
                  <a:gd name="connsiteX5" fmla="*/ 1157 w 6343"/>
                  <a:gd name="connsiteY5" fmla="*/ 1094 h 6345"/>
                  <a:gd name="connsiteX6" fmla="*/ 229 w 6343"/>
                  <a:gd name="connsiteY6" fmla="*/ 3337 h 6345"/>
                  <a:gd name="connsiteX7" fmla="*/ 1157 w 6343"/>
                  <a:gd name="connsiteY7" fmla="*/ 5580 h 6345"/>
                  <a:gd name="connsiteX8" fmla="*/ 340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10"/>
                    </a:moveTo>
                    <a:cubicBezTo>
                      <a:pt x="4241" y="6510"/>
                      <a:pt x="5048" y="6175"/>
                      <a:pt x="5643" y="5580"/>
                    </a:cubicBezTo>
                    <a:cubicBezTo>
                      <a:pt x="6237" y="4985"/>
                      <a:pt x="6572" y="4178"/>
                      <a:pt x="6572" y="3337"/>
                    </a:cubicBezTo>
                    <a:cubicBezTo>
                      <a:pt x="6572" y="2496"/>
                      <a:pt x="6237" y="1689"/>
                      <a:pt x="5643" y="1094"/>
                    </a:cubicBezTo>
                    <a:cubicBezTo>
                      <a:pt x="5048" y="499"/>
                      <a:pt x="4241" y="164"/>
                      <a:pt x="3400" y="164"/>
                    </a:cubicBezTo>
                    <a:cubicBezTo>
                      <a:pt x="2559" y="164"/>
                      <a:pt x="1752" y="499"/>
                      <a:pt x="1157" y="1094"/>
                    </a:cubicBezTo>
                    <a:cubicBezTo>
                      <a:pt x="563" y="1689"/>
                      <a:pt x="229" y="2496"/>
                      <a:pt x="229" y="3337"/>
                    </a:cubicBezTo>
                    <a:cubicBezTo>
                      <a:pt x="229" y="4178"/>
                      <a:pt x="563" y="4985"/>
                      <a:pt x="1157" y="5580"/>
                    </a:cubicBezTo>
                    <a:cubicBezTo>
                      <a:pt x="1752" y="6175"/>
                      <a:pt x="2559" y="6510"/>
                      <a:pt x="340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65" name="Freeform: Shape 15264">
                <a:extLst>
                  <a:ext uri="{FF2B5EF4-FFF2-40B4-BE49-F238E27FC236}">
                    <a16:creationId xmlns:a16="http://schemas.microsoft.com/office/drawing/2014/main" id="{0443C398-5D21-1D89-7B5F-810962789551}"/>
                  </a:ext>
                </a:extLst>
              </p:cNvPr>
              <p:cNvSpPr/>
              <p:nvPr/>
            </p:nvSpPr>
            <p:spPr>
              <a:xfrm>
                <a:off x="9307352" y="5562244"/>
                <a:ext cx="6343" cy="6345"/>
              </a:xfrm>
              <a:custGeom>
                <a:avLst/>
                <a:gdLst>
                  <a:gd name="connsiteX0" fmla="*/ 3400 w 6343"/>
                  <a:gd name="connsiteY0" fmla="*/ 6510 h 6345"/>
                  <a:gd name="connsiteX1" fmla="*/ 5643 w 6343"/>
                  <a:gd name="connsiteY1" fmla="*/ 5580 h 6345"/>
                  <a:gd name="connsiteX2" fmla="*/ 6572 w 6343"/>
                  <a:gd name="connsiteY2" fmla="*/ 3337 h 6345"/>
                  <a:gd name="connsiteX3" fmla="*/ 5643 w 6343"/>
                  <a:gd name="connsiteY3" fmla="*/ 1093 h 6345"/>
                  <a:gd name="connsiteX4" fmla="*/ 3400 w 6343"/>
                  <a:gd name="connsiteY4" fmla="*/ 164 h 6345"/>
                  <a:gd name="connsiteX5" fmla="*/ 1157 w 6343"/>
                  <a:gd name="connsiteY5" fmla="*/ 1093 h 6345"/>
                  <a:gd name="connsiteX6" fmla="*/ 228 w 6343"/>
                  <a:gd name="connsiteY6" fmla="*/ 3337 h 6345"/>
                  <a:gd name="connsiteX7" fmla="*/ 1157 w 6343"/>
                  <a:gd name="connsiteY7" fmla="*/ 5580 h 6345"/>
                  <a:gd name="connsiteX8" fmla="*/ 3400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10"/>
                    </a:moveTo>
                    <a:cubicBezTo>
                      <a:pt x="4241" y="6510"/>
                      <a:pt x="5048" y="6175"/>
                      <a:pt x="5643" y="5580"/>
                    </a:cubicBezTo>
                    <a:cubicBezTo>
                      <a:pt x="6237" y="4985"/>
                      <a:pt x="6572" y="4178"/>
                      <a:pt x="6572" y="3337"/>
                    </a:cubicBezTo>
                    <a:cubicBezTo>
                      <a:pt x="6572" y="2495"/>
                      <a:pt x="6237" y="1688"/>
                      <a:pt x="5643" y="1093"/>
                    </a:cubicBezTo>
                    <a:cubicBezTo>
                      <a:pt x="5048" y="498"/>
                      <a:pt x="4241" y="164"/>
                      <a:pt x="3400" y="164"/>
                    </a:cubicBezTo>
                    <a:cubicBezTo>
                      <a:pt x="2559" y="164"/>
                      <a:pt x="1752" y="498"/>
                      <a:pt x="1157" y="1093"/>
                    </a:cubicBezTo>
                    <a:cubicBezTo>
                      <a:pt x="563" y="1688"/>
                      <a:pt x="228" y="2495"/>
                      <a:pt x="228" y="3337"/>
                    </a:cubicBezTo>
                    <a:cubicBezTo>
                      <a:pt x="228" y="4178"/>
                      <a:pt x="563" y="4985"/>
                      <a:pt x="1157" y="5580"/>
                    </a:cubicBezTo>
                    <a:cubicBezTo>
                      <a:pt x="1752" y="6175"/>
                      <a:pt x="2559" y="6510"/>
                      <a:pt x="3400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66" name="Freeform: Shape 15265">
                <a:extLst>
                  <a:ext uri="{FF2B5EF4-FFF2-40B4-BE49-F238E27FC236}">
                    <a16:creationId xmlns:a16="http://schemas.microsoft.com/office/drawing/2014/main" id="{5A657CAE-B480-6F72-C6AF-3E4CDB9374AD}"/>
                  </a:ext>
                </a:extLst>
              </p:cNvPr>
              <p:cNvSpPr/>
              <p:nvPr/>
            </p:nvSpPr>
            <p:spPr>
              <a:xfrm>
                <a:off x="9306635" y="5559613"/>
                <a:ext cx="6343" cy="6345"/>
              </a:xfrm>
              <a:custGeom>
                <a:avLst/>
                <a:gdLst>
                  <a:gd name="connsiteX0" fmla="*/ 3400 w 6343"/>
                  <a:gd name="connsiteY0" fmla="*/ 6509 h 6345"/>
                  <a:gd name="connsiteX1" fmla="*/ 5643 w 6343"/>
                  <a:gd name="connsiteY1" fmla="*/ 5580 h 6345"/>
                  <a:gd name="connsiteX2" fmla="*/ 6572 w 6343"/>
                  <a:gd name="connsiteY2" fmla="*/ 3337 h 6345"/>
                  <a:gd name="connsiteX3" fmla="*/ 5643 w 6343"/>
                  <a:gd name="connsiteY3" fmla="*/ 1093 h 6345"/>
                  <a:gd name="connsiteX4" fmla="*/ 3400 w 6343"/>
                  <a:gd name="connsiteY4" fmla="*/ 164 h 6345"/>
                  <a:gd name="connsiteX5" fmla="*/ 1157 w 6343"/>
                  <a:gd name="connsiteY5" fmla="*/ 1093 h 6345"/>
                  <a:gd name="connsiteX6" fmla="*/ 228 w 6343"/>
                  <a:gd name="connsiteY6" fmla="*/ 3337 h 6345"/>
                  <a:gd name="connsiteX7" fmla="*/ 1157 w 6343"/>
                  <a:gd name="connsiteY7" fmla="*/ 5580 h 6345"/>
                  <a:gd name="connsiteX8" fmla="*/ 3400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9"/>
                    </a:moveTo>
                    <a:cubicBezTo>
                      <a:pt x="4241" y="6509"/>
                      <a:pt x="5048" y="6175"/>
                      <a:pt x="5643" y="5580"/>
                    </a:cubicBezTo>
                    <a:cubicBezTo>
                      <a:pt x="6237" y="4985"/>
                      <a:pt x="6572" y="4178"/>
                      <a:pt x="6572" y="3337"/>
                    </a:cubicBezTo>
                    <a:cubicBezTo>
                      <a:pt x="6572" y="2495"/>
                      <a:pt x="6237" y="1688"/>
                      <a:pt x="5643" y="1093"/>
                    </a:cubicBezTo>
                    <a:cubicBezTo>
                      <a:pt x="5048" y="498"/>
                      <a:pt x="4241" y="164"/>
                      <a:pt x="3400" y="164"/>
                    </a:cubicBezTo>
                    <a:cubicBezTo>
                      <a:pt x="2559" y="164"/>
                      <a:pt x="1752" y="498"/>
                      <a:pt x="1157" y="1093"/>
                    </a:cubicBezTo>
                    <a:cubicBezTo>
                      <a:pt x="563" y="1688"/>
                      <a:pt x="228" y="2495"/>
                      <a:pt x="228" y="3337"/>
                    </a:cubicBezTo>
                    <a:cubicBezTo>
                      <a:pt x="228" y="4178"/>
                      <a:pt x="563" y="4985"/>
                      <a:pt x="1157" y="5580"/>
                    </a:cubicBezTo>
                    <a:cubicBezTo>
                      <a:pt x="1752" y="6175"/>
                      <a:pt x="2559" y="6509"/>
                      <a:pt x="3400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67" name="Freeform: Shape 15266">
                <a:extLst>
                  <a:ext uri="{FF2B5EF4-FFF2-40B4-BE49-F238E27FC236}">
                    <a16:creationId xmlns:a16="http://schemas.microsoft.com/office/drawing/2014/main" id="{F7AE9248-AD04-338D-C129-A3D0A4942ECE}"/>
                  </a:ext>
                </a:extLst>
              </p:cNvPr>
              <p:cNvSpPr/>
              <p:nvPr/>
            </p:nvSpPr>
            <p:spPr>
              <a:xfrm>
                <a:off x="9305548" y="5557739"/>
                <a:ext cx="6343" cy="6345"/>
              </a:xfrm>
              <a:custGeom>
                <a:avLst/>
                <a:gdLst>
                  <a:gd name="connsiteX0" fmla="*/ 3400 w 6343"/>
                  <a:gd name="connsiteY0" fmla="*/ 6509 h 6345"/>
                  <a:gd name="connsiteX1" fmla="*/ 5643 w 6343"/>
                  <a:gd name="connsiteY1" fmla="*/ 5580 h 6345"/>
                  <a:gd name="connsiteX2" fmla="*/ 6571 w 6343"/>
                  <a:gd name="connsiteY2" fmla="*/ 3336 h 6345"/>
                  <a:gd name="connsiteX3" fmla="*/ 5643 w 6343"/>
                  <a:gd name="connsiteY3" fmla="*/ 1093 h 6345"/>
                  <a:gd name="connsiteX4" fmla="*/ 3400 w 6343"/>
                  <a:gd name="connsiteY4" fmla="*/ 164 h 6345"/>
                  <a:gd name="connsiteX5" fmla="*/ 1157 w 6343"/>
                  <a:gd name="connsiteY5" fmla="*/ 1093 h 6345"/>
                  <a:gd name="connsiteX6" fmla="*/ 228 w 6343"/>
                  <a:gd name="connsiteY6" fmla="*/ 3336 h 6345"/>
                  <a:gd name="connsiteX7" fmla="*/ 1157 w 6343"/>
                  <a:gd name="connsiteY7" fmla="*/ 5580 h 6345"/>
                  <a:gd name="connsiteX8" fmla="*/ 3400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9"/>
                    </a:moveTo>
                    <a:cubicBezTo>
                      <a:pt x="4241" y="6509"/>
                      <a:pt x="5048" y="6175"/>
                      <a:pt x="5643" y="5580"/>
                    </a:cubicBezTo>
                    <a:cubicBezTo>
                      <a:pt x="6237" y="4985"/>
                      <a:pt x="6571" y="4178"/>
                      <a:pt x="6571" y="3336"/>
                    </a:cubicBezTo>
                    <a:cubicBezTo>
                      <a:pt x="6571" y="2495"/>
                      <a:pt x="6237" y="1688"/>
                      <a:pt x="5643" y="1093"/>
                    </a:cubicBezTo>
                    <a:cubicBezTo>
                      <a:pt x="5048" y="498"/>
                      <a:pt x="4241" y="164"/>
                      <a:pt x="3400" y="164"/>
                    </a:cubicBezTo>
                    <a:cubicBezTo>
                      <a:pt x="2559" y="164"/>
                      <a:pt x="1752" y="498"/>
                      <a:pt x="1157" y="1093"/>
                    </a:cubicBezTo>
                    <a:cubicBezTo>
                      <a:pt x="563" y="1688"/>
                      <a:pt x="228" y="2495"/>
                      <a:pt x="228" y="3336"/>
                    </a:cubicBezTo>
                    <a:cubicBezTo>
                      <a:pt x="228" y="4178"/>
                      <a:pt x="563" y="4985"/>
                      <a:pt x="1157" y="5580"/>
                    </a:cubicBezTo>
                    <a:cubicBezTo>
                      <a:pt x="1752" y="6175"/>
                      <a:pt x="2559" y="6509"/>
                      <a:pt x="3400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68" name="Freeform: Shape 15267">
                <a:extLst>
                  <a:ext uri="{FF2B5EF4-FFF2-40B4-BE49-F238E27FC236}">
                    <a16:creationId xmlns:a16="http://schemas.microsoft.com/office/drawing/2014/main" id="{4167E966-4474-1C0D-D766-44676625F222}"/>
                  </a:ext>
                </a:extLst>
              </p:cNvPr>
              <p:cNvSpPr/>
              <p:nvPr/>
            </p:nvSpPr>
            <p:spPr>
              <a:xfrm>
                <a:off x="9304335" y="5556129"/>
                <a:ext cx="6343" cy="6345"/>
              </a:xfrm>
              <a:custGeom>
                <a:avLst/>
                <a:gdLst>
                  <a:gd name="connsiteX0" fmla="*/ 3400 w 6343"/>
                  <a:gd name="connsiteY0" fmla="*/ 6509 h 6345"/>
                  <a:gd name="connsiteX1" fmla="*/ 5642 w 6343"/>
                  <a:gd name="connsiteY1" fmla="*/ 5580 h 6345"/>
                  <a:gd name="connsiteX2" fmla="*/ 6571 w 6343"/>
                  <a:gd name="connsiteY2" fmla="*/ 3336 h 6345"/>
                  <a:gd name="connsiteX3" fmla="*/ 5642 w 6343"/>
                  <a:gd name="connsiteY3" fmla="*/ 1093 h 6345"/>
                  <a:gd name="connsiteX4" fmla="*/ 3400 w 6343"/>
                  <a:gd name="connsiteY4" fmla="*/ 164 h 6345"/>
                  <a:gd name="connsiteX5" fmla="*/ 1157 w 6343"/>
                  <a:gd name="connsiteY5" fmla="*/ 1093 h 6345"/>
                  <a:gd name="connsiteX6" fmla="*/ 228 w 6343"/>
                  <a:gd name="connsiteY6" fmla="*/ 3336 h 6345"/>
                  <a:gd name="connsiteX7" fmla="*/ 1157 w 6343"/>
                  <a:gd name="connsiteY7" fmla="*/ 5580 h 6345"/>
                  <a:gd name="connsiteX8" fmla="*/ 3400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9"/>
                    </a:moveTo>
                    <a:cubicBezTo>
                      <a:pt x="4241" y="6509"/>
                      <a:pt x="5048" y="6175"/>
                      <a:pt x="5642" y="5580"/>
                    </a:cubicBezTo>
                    <a:cubicBezTo>
                      <a:pt x="6237" y="4985"/>
                      <a:pt x="6571" y="4178"/>
                      <a:pt x="6571" y="3336"/>
                    </a:cubicBezTo>
                    <a:cubicBezTo>
                      <a:pt x="6571" y="2495"/>
                      <a:pt x="6237" y="1688"/>
                      <a:pt x="5642" y="1093"/>
                    </a:cubicBezTo>
                    <a:cubicBezTo>
                      <a:pt x="5048" y="498"/>
                      <a:pt x="4241" y="164"/>
                      <a:pt x="3400" y="164"/>
                    </a:cubicBezTo>
                    <a:cubicBezTo>
                      <a:pt x="2559" y="164"/>
                      <a:pt x="1752" y="498"/>
                      <a:pt x="1157" y="1093"/>
                    </a:cubicBezTo>
                    <a:cubicBezTo>
                      <a:pt x="562" y="1688"/>
                      <a:pt x="228" y="2495"/>
                      <a:pt x="228" y="3336"/>
                    </a:cubicBezTo>
                    <a:cubicBezTo>
                      <a:pt x="228" y="4178"/>
                      <a:pt x="562" y="4985"/>
                      <a:pt x="1157" y="5580"/>
                    </a:cubicBezTo>
                    <a:cubicBezTo>
                      <a:pt x="1752" y="6175"/>
                      <a:pt x="2559" y="6509"/>
                      <a:pt x="3400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69" name="Freeform: Shape 15268">
                <a:extLst>
                  <a:ext uri="{FF2B5EF4-FFF2-40B4-BE49-F238E27FC236}">
                    <a16:creationId xmlns:a16="http://schemas.microsoft.com/office/drawing/2014/main" id="{C791A7E0-AC83-3227-FB2E-BAB99CEF448A}"/>
                  </a:ext>
                </a:extLst>
              </p:cNvPr>
              <p:cNvSpPr/>
              <p:nvPr/>
            </p:nvSpPr>
            <p:spPr>
              <a:xfrm>
                <a:off x="9303137" y="5554515"/>
                <a:ext cx="6343" cy="6345"/>
              </a:xfrm>
              <a:custGeom>
                <a:avLst/>
                <a:gdLst>
                  <a:gd name="connsiteX0" fmla="*/ 3400 w 6343"/>
                  <a:gd name="connsiteY0" fmla="*/ 6509 h 6345"/>
                  <a:gd name="connsiteX1" fmla="*/ 5642 w 6343"/>
                  <a:gd name="connsiteY1" fmla="*/ 5580 h 6345"/>
                  <a:gd name="connsiteX2" fmla="*/ 6571 w 6343"/>
                  <a:gd name="connsiteY2" fmla="*/ 3336 h 6345"/>
                  <a:gd name="connsiteX3" fmla="*/ 5642 w 6343"/>
                  <a:gd name="connsiteY3" fmla="*/ 1093 h 6345"/>
                  <a:gd name="connsiteX4" fmla="*/ 3400 w 6343"/>
                  <a:gd name="connsiteY4" fmla="*/ 164 h 6345"/>
                  <a:gd name="connsiteX5" fmla="*/ 1157 w 6343"/>
                  <a:gd name="connsiteY5" fmla="*/ 1093 h 6345"/>
                  <a:gd name="connsiteX6" fmla="*/ 228 w 6343"/>
                  <a:gd name="connsiteY6" fmla="*/ 3336 h 6345"/>
                  <a:gd name="connsiteX7" fmla="*/ 1157 w 6343"/>
                  <a:gd name="connsiteY7" fmla="*/ 5580 h 6345"/>
                  <a:gd name="connsiteX8" fmla="*/ 3400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9"/>
                    </a:moveTo>
                    <a:cubicBezTo>
                      <a:pt x="4241" y="6509"/>
                      <a:pt x="5048" y="6175"/>
                      <a:pt x="5642" y="5580"/>
                    </a:cubicBezTo>
                    <a:cubicBezTo>
                      <a:pt x="6237" y="4985"/>
                      <a:pt x="6571" y="4178"/>
                      <a:pt x="6571" y="3336"/>
                    </a:cubicBezTo>
                    <a:cubicBezTo>
                      <a:pt x="6571" y="2495"/>
                      <a:pt x="6237" y="1688"/>
                      <a:pt x="5642" y="1093"/>
                    </a:cubicBezTo>
                    <a:cubicBezTo>
                      <a:pt x="5048" y="498"/>
                      <a:pt x="4241" y="164"/>
                      <a:pt x="3400" y="164"/>
                    </a:cubicBezTo>
                    <a:cubicBezTo>
                      <a:pt x="2559" y="164"/>
                      <a:pt x="1752" y="498"/>
                      <a:pt x="1157" y="1093"/>
                    </a:cubicBezTo>
                    <a:cubicBezTo>
                      <a:pt x="562" y="1688"/>
                      <a:pt x="228" y="2495"/>
                      <a:pt x="228" y="3336"/>
                    </a:cubicBezTo>
                    <a:cubicBezTo>
                      <a:pt x="228" y="4178"/>
                      <a:pt x="562" y="4985"/>
                      <a:pt x="1157" y="5580"/>
                    </a:cubicBezTo>
                    <a:cubicBezTo>
                      <a:pt x="1752" y="6175"/>
                      <a:pt x="2559" y="6509"/>
                      <a:pt x="3400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70" name="Freeform: Shape 15269">
                <a:extLst>
                  <a:ext uri="{FF2B5EF4-FFF2-40B4-BE49-F238E27FC236}">
                    <a16:creationId xmlns:a16="http://schemas.microsoft.com/office/drawing/2014/main" id="{9F34D751-3ABD-2FA1-B6EE-89B8CD8652C2}"/>
                  </a:ext>
                </a:extLst>
              </p:cNvPr>
              <p:cNvSpPr/>
              <p:nvPr/>
            </p:nvSpPr>
            <p:spPr>
              <a:xfrm>
                <a:off x="9301923" y="5552949"/>
                <a:ext cx="6343" cy="6345"/>
              </a:xfrm>
              <a:custGeom>
                <a:avLst/>
                <a:gdLst>
                  <a:gd name="connsiteX0" fmla="*/ 3400 w 6343"/>
                  <a:gd name="connsiteY0" fmla="*/ 6509 h 6345"/>
                  <a:gd name="connsiteX1" fmla="*/ 5642 w 6343"/>
                  <a:gd name="connsiteY1" fmla="*/ 5580 h 6345"/>
                  <a:gd name="connsiteX2" fmla="*/ 6571 w 6343"/>
                  <a:gd name="connsiteY2" fmla="*/ 3336 h 6345"/>
                  <a:gd name="connsiteX3" fmla="*/ 5642 w 6343"/>
                  <a:gd name="connsiteY3" fmla="*/ 1093 h 6345"/>
                  <a:gd name="connsiteX4" fmla="*/ 3400 w 6343"/>
                  <a:gd name="connsiteY4" fmla="*/ 163 h 6345"/>
                  <a:gd name="connsiteX5" fmla="*/ 1157 w 6343"/>
                  <a:gd name="connsiteY5" fmla="*/ 1093 h 6345"/>
                  <a:gd name="connsiteX6" fmla="*/ 228 w 6343"/>
                  <a:gd name="connsiteY6" fmla="*/ 3336 h 6345"/>
                  <a:gd name="connsiteX7" fmla="*/ 1157 w 6343"/>
                  <a:gd name="connsiteY7" fmla="*/ 5580 h 6345"/>
                  <a:gd name="connsiteX8" fmla="*/ 3400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9"/>
                    </a:moveTo>
                    <a:cubicBezTo>
                      <a:pt x="4241" y="6509"/>
                      <a:pt x="5047" y="6174"/>
                      <a:pt x="5642" y="5580"/>
                    </a:cubicBezTo>
                    <a:cubicBezTo>
                      <a:pt x="6237" y="4985"/>
                      <a:pt x="6571" y="4178"/>
                      <a:pt x="6571" y="3336"/>
                    </a:cubicBezTo>
                    <a:cubicBezTo>
                      <a:pt x="6571" y="2495"/>
                      <a:pt x="6237" y="1688"/>
                      <a:pt x="5642" y="1093"/>
                    </a:cubicBezTo>
                    <a:cubicBezTo>
                      <a:pt x="5047" y="498"/>
                      <a:pt x="4241" y="163"/>
                      <a:pt x="3400" y="163"/>
                    </a:cubicBezTo>
                    <a:cubicBezTo>
                      <a:pt x="2558" y="163"/>
                      <a:pt x="1752" y="498"/>
                      <a:pt x="1157" y="1093"/>
                    </a:cubicBezTo>
                    <a:cubicBezTo>
                      <a:pt x="562" y="1688"/>
                      <a:pt x="228" y="2495"/>
                      <a:pt x="228" y="3336"/>
                    </a:cubicBezTo>
                    <a:cubicBezTo>
                      <a:pt x="228" y="4178"/>
                      <a:pt x="562" y="4985"/>
                      <a:pt x="1157" y="5580"/>
                    </a:cubicBezTo>
                    <a:cubicBezTo>
                      <a:pt x="1752" y="6174"/>
                      <a:pt x="2558" y="6509"/>
                      <a:pt x="3400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71" name="Freeform: Shape 15270">
                <a:extLst>
                  <a:ext uri="{FF2B5EF4-FFF2-40B4-BE49-F238E27FC236}">
                    <a16:creationId xmlns:a16="http://schemas.microsoft.com/office/drawing/2014/main" id="{5B7DC29B-B271-297E-8EDB-8C19DEB4E167}"/>
                  </a:ext>
                </a:extLst>
              </p:cNvPr>
              <p:cNvSpPr/>
              <p:nvPr/>
            </p:nvSpPr>
            <p:spPr>
              <a:xfrm>
                <a:off x="9300783" y="5551272"/>
                <a:ext cx="6343" cy="6345"/>
              </a:xfrm>
              <a:custGeom>
                <a:avLst/>
                <a:gdLst>
                  <a:gd name="connsiteX0" fmla="*/ 3400 w 6343"/>
                  <a:gd name="connsiteY0" fmla="*/ 6509 h 6345"/>
                  <a:gd name="connsiteX1" fmla="*/ 5642 w 6343"/>
                  <a:gd name="connsiteY1" fmla="*/ 5579 h 6345"/>
                  <a:gd name="connsiteX2" fmla="*/ 6571 w 6343"/>
                  <a:gd name="connsiteY2" fmla="*/ 3336 h 6345"/>
                  <a:gd name="connsiteX3" fmla="*/ 5642 w 6343"/>
                  <a:gd name="connsiteY3" fmla="*/ 1093 h 6345"/>
                  <a:gd name="connsiteX4" fmla="*/ 3400 w 6343"/>
                  <a:gd name="connsiteY4" fmla="*/ 163 h 6345"/>
                  <a:gd name="connsiteX5" fmla="*/ 1157 w 6343"/>
                  <a:gd name="connsiteY5" fmla="*/ 1093 h 6345"/>
                  <a:gd name="connsiteX6" fmla="*/ 228 w 6343"/>
                  <a:gd name="connsiteY6" fmla="*/ 3336 h 6345"/>
                  <a:gd name="connsiteX7" fmla="*/ 1157 w 6343"/>
                  <a:gd name="connsiteY7" fmla="*/ 5579 h 6345"/>
                  <a:gd name="connsiteX8" fmla="*/ 3400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9"/>
                    </a:moveTo>
                    <a:cubicBezTo>
                      <a:pt x="4241" y="6509"/>
                      <a:pt x="5047" y="6174"/>
                      <a:pt x="5642" y="5579"/>
                    </a:cubicBezTo>
                    <a:cubicBezTo>
                      <a:pt x="6237" y="4984"/>
                      <a:pt x="6571" y="4177"/>
                      <a:pt x="6571" y="3336"/>
                    </a:cubicBezTo>
                    <a:cubicBezTo>
                      <a:pt x="6571" y="2495"/>
                      <a:pt x="6237" y="1687"/>
                      <a:pt x="5642" y="1093"/>
                    </a:cubicBezTo>
                    <a:cubicBezTo>
                      <a:pt x="5047" y="498"/>
                      <a:pt x="4241" y="163"/>
                      <a:pt x="3400" y="163"/>
                    </a:cubicBezTo>
                    <a:cubicBezTo>
                      <a:pt x="2558" y="163"/>
                      <a:pt x="1752" y="498"/>
                      <a:pt x="1157" y="1093"/>
                    </a:cubicBezTo>
                    <a:cubicBezTo>
                      <a:pt x="562" y="1687"/>
                      <a:pt x="228" y="2495"/>
                      <a:pt x="228" y="3336"/>
                    </a:cubicBezTo>
                    <a:cubicBezTo>
                      <a:pt x="228" y="4177"/>
                      <a:pt x="562" y="4984"/>
                      <a:pt x="1157" y="5579"/>
                    </a:cubicBezTo>
                    <a:cubicBezTo>
                      <a:pt x="1752" y="6174"/>
                      <a:pt x="2558" y="6509"/>
                      <a:pt x="3400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72" name="Freeform: Shape 15271">
                <a:extLst>
                  <a:ext uri="{FF2B5EF4-FFF2-40B4-BE49-F238E27FC236}">
                    <a16:creationId xmlns:a16="http://schemas.microsoft.com/office/drawing/2014/main" id="{B8F68811-DA09-75E7-F8D0-18530595BD82}"/>
                  </a:ext>
                </a:extLst>
              </p:cNvPr>
              <p:cNvSpPr/>
              <p:nvPr/>
            </p:nvSpPr>
            <p:spPr>
              <a:xfrm>
                <a:off x="9299628" y="5549644"/>
                <a:ext cx="6343" cy="6345"/>
              </a:xfrm>
              <a:custGeom>
                <a:avLst/>
                <a:gdLst>
                  <a:gd name="connsiteX0" fmla="*/ 3399 w 6343"/>
                  <a:gd name="connsiteY0" fmla="*/ 6509 h 6345"/>
                  <a:gd name="connsiteX1" fmla="*/ 5642 w 6343"/>
                  <a:gd name="connsiteY1" fmla="*/ 5579 h 6345"/>
                  <a:gd name="connsiteX2" fmla="*/ 6571 w 6343"/>
                  <a:gd name="connsiteY2" fmla="*/ 3336 h 6345"/>
                  <a:gd name="connsiteX3" fmla="*/ 5642 w 6343"/>
                  <a:gd name="connsiteY3" fmla="*/ 1092 h 6345"/>
                  <a:gd name="connsiteX4" fmla="*/ 3399 w 6343"/>
                  <a:gd name="connsiteY4" fmla="*/ 163 h 6345"/>
                  <a:gd name="connsiteX5" fmla="*/ 1157 w 6343"/>
                  <a:gd name="connsiteY5" fmla="*/ 1092 h 6345"/>
                  <a:gd name="connsiteX6" fmla="*/ 228 w 6343"/>
                  <a:gd name="connsiteY6" fmla="*/ 3336 h 6345"/>
                  <a:gd name="connsiteX7" fmla="*/ 1157 w 6343"/>
                  <a:gd name="connsiteY7" fmla="*/ 5579 h 6345"/>
                  <a:gd name="connsiteX8" fmla="*/ 3399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9"/>
                    </a:moveTo>
                    <a:cubicBezTo>
                      <a:pt x="4241" y="6509"/>
                      <a:pt x="5047" y="6174"/>
                      <a:pt x="5642" y="5579"/>
                    </a:cubicBezTo>
                    <a:cubicBezTo>
                      <a:pt x="6237" y="4984"/>
                      <a:pt x="6571" y="4177"/>
                      <a:pt x="6571" y="3336"/>
                    </a:cubicBezTo>
                    <a:cubicBezTo>
                      <a:pt x="6571" y="2494"/>
                      <a:pt x="6237" y="1687"/>
                      <a:pt x="5642" y="1092"/>
                    </a:cubicBezTo>
                    <a:cubicBezTo>
                      <a:pt x="5047" y="497"/>
                      <a:pt x="4241" y="163"/>
                      <a:pt x="3399" y="163"/>
                    </a:cubicBezTo>
                    <a:cubicBezTo>
                      <a:pt x="2558" y="163"/>
                      <a:pt x="1752" y="497"/>
                      <a:pt x="1157" y="1092"/>
                    </a:cubicBezTo>
                    <a:cubicBezTo>
                      <a:pt x="562" y="1687"/>
                      <a:pt x="228" y="2494"/>
                      <a:pt x="228" y="3336"/>
                    </a:cubicBezTo>
                    <a:cubicBezTo>
                      <a:pt x="228" y="4177"/>
                      <a:pt x="562" y="4984"/>
                      <a:pt x="1157" y="5579"/>
                    </a:cubicBezTo>
                    <a:cubicBezTo>
                      <a:pt x="1752" y="6174"/>
                      <a:pt x="2558" y="6509"/>
                      <a:pt x="3399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73" name="Freeform: Shape 15272">
                <a:extLst>
                  <a:ext uri="{FF2B5EF4-FFF2-40B4-BE49-F238E27FC236}">
                    <a16:creationId xmlns:a16="http://schemas.microsoft.com/office/drawing/2014/main" id="{47977BA9-A6FC-6595-4A1B-4CB01E052CFA}"/>
                  </a:ext>
                </a:extLst>
              </p:cNvPr>
              <p:cNvSpPr/>
              <p:nvPr/>
            </p:nvSpPr>
            <p:spPr>
              <a:xfrm>
                <a:off x="9298306" y="5548328"/>
                <a:ext cx="6343" cy="6345"/>
              </a:xfrm>
              <a:custGeom>
                <a:avLst/>
                <a:gdLst>
                  <a:gd name="connsiteX0" fmla="*/ 3399 w 6343"/>
                  <a:gd name="connsiteY0" fmla="*/ 6508 h 6345"/>
                  <a:gd name="connsiteX1" fmla="*/ 5642 w 6343"/>
                  <a:gd name="connsiteY1" fmla="*/ 5579 h 6345"/>
                  <a:gd name="connsiteX2" fmla="*/ 6571 w 6343"/>
                  <a:gd name="connsiteY2" fmla="*/ 3336 h 6345"/>
                  <a:gd name="connsiteX3" fmla="*/ 5642 w 6343"/>
                  <a:gd name="connsiteY3" fmla="*/ 1092 h 6345"/>
                  <a:gd name="connsiteX4" fmla="*/ 3399 w 6343"/>
                  <a:gd name="connsiteY4" fmla="*/ 163 h 6345"/>
                  <a:gd name="connsiteX5" fmla="*/ 1157 w 6343"/>
                  <a:gd name="connsiteY5" fmla="*/ 1092 h 6345"/>
                  <a:gd name="connsiteX6" fmla="*/ 228 w 6343"/>
                  <a:gd name="connsiteY6" fmla="*/ 3336 h 6345"/>
                  <a:gd name="connsiteX7" fmla="*/ 1157 w 6343"/>
                  <a:gd name="connsiteY7" fmla="*/ 5579 h 6345"/>
                  <a:gd name="connsiteX8" fmla="*/ 339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8"/>
                    </a:moveTo>
                    <a:cubicBezTo>
                      <a:pt x="4240" y="6508"/>
                      <a:pt x="5047" y="6174"/>
                      <a:pt x="5642" y="5579"/>
                    </a:cubicBezTo>
                    <a:cubicBezTo>
                      <a:pt x="6237" y="4984"/>
                      <a:pt x="6571" y="4177"/>
                      <a:pt x="6571" y="3336"/>
                    </a:cubicBezTo>
                    <a:cubicBezTo>
                      <a:pt x="6571" y="2494"/>
                      <a:pt x="6237" y="1687"/>
                      <a:pt x="5642" y="1092"/>
                    </a:cubicBezTo>
                    <a:cubicBezTo>
                      <a:pt x="5047" y="497"/>
                      <a:pt x="4240" y="163"/>
                      <a:pt x="3399" y="163"/>
                    </a:cubicBezTo>
                    <a:cubicBezTo>
                      <a:pt x="2558" y="163"/>
                      <a:pt x="1751" y="497"/>
                      <a:pt x="1157" y="1092"/>
                    </a:cubicBezTo>
                    <a:cubicBezTo>
                      <a:pt x="562" y="1687"/>
                      <a:pt x="228" y="2494"/>
                      <a:pt x="228" y="3336"/>
                    </a:cubicBezTo>
                    <a:cubicBezTo>
                      <a:pt x="228" y="4177"/>
                      <a:pt x="562" y="4984"/>
                      <a:pt x="1157" y="5579"/>
                    </a:cubicBezTo>
                    <a:cubicBezTo>
                      <a:pt x="1751" y="6174"/>
                      <a:pt x="2558" y="6508"/>
                      <a:pt x="339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74" name="Freeform: Shape 15273">
                <a:extLst>
                  <a:ext uri="{FF2B5EF4-FFF2-40B4-BE49-F238E27FC236}">
                    <a16:creationId xmlns:a16="http://schemas.microsoft.com/office/drawing/2014/main" id="{59B58E6A-312D-C5C7-394F-C881C2A63242}"/>
                  </a:ext>
                </a:extLst>
              </p:cNvPr>
              <p:cNvSpPr/>
              <p:nvPr/>
            </p:nvSpPr>
            <p:spPr>
              <a:xfrm>
                <a:off x="9297025" y="5546953"/>
                <a:ext cx="6343" cy="6345"/>
              </a:xfrm>
              <a:custGeom>
                <a:avLst/>
                <a:gdLst>
                  <a:gd name="connsiteX0" fmla="*/ 3399 w 6343"/>
                  <a:gd name="connsiteY0" fmla="*/ 6508 h 6345"/>
                  <a:gd name="connsiteX1" fmla="*/ 5642 w 6343"/>
                  <a:gd name="connsiteY1" fmla="*/ 5579 h 6345"/>
                  <a:gd name="connsiteX2" fmla="*/ 6571 w 6343"/>
                  <a:gd name="connsiteY2" fmla="*/ 3336 h 6345"/>
                  <a:gd name="connsiteX3" fmla="*/ 5642 w 6343"/>
                  <a:gd name="connsiteY3" fmla="*/ 1092 h 6345"/>
                  <a:gd name="connsiteX4" fmla="*/ 3399 w 6343"/>
                  <a:gd name="connsiteY4" fmla="*/ 163 h 6345"/>
                  <a:gd name="connsiteX5" fmla="*/ 1157 w 6343"/>
                  <a:gd name="connsiteY5" fmla="*/ 1092 h 6345"/>
                  <a:gd name="connsiteX6" fmla="*/ 228 w 6343"/>
                  <a:gd name="connsiteY6" fmla="*/ 3336 h 6345"/>
                  <a:gd name="connsiteX7" fmla="*/ 1157 w 6343"/>
                  <a:gd name="connsiteY7" fmla="*/ 5579 h 6345"/>
                  <a:gd name="connsiteX8" fmla="*/ 339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8"/>
                    </a:moveTo>
                    <a:cubicBezTo>
                      <a:pt x="4240" y="6508"/>
                      <a:pt x="5047" y="6174"/>
                      <a:pt x="5642" y="5579"/>
                    </a:cubicBezTo>
                    <a:cubicBezTo>
                      <a:pt x="6237" y="4984"/>
                      <a:pt x="6571" y="4177"/>
                      <a:pt x="6571" y="3336"/>
                    </a:cubicBezTo>
                    <a:cubicBezTo>
                      <a:pt x="6571" y="2494"/>
                      <a:pt x="6237" y="1687"/>
                      <a:pt x="5642" y="1092"/>
                    </a:cubicBezTo>
                    <a:cubicBezTo>
                      <a:pt x="5047" y="497"/>
                      <a:pt x="4240" y="163"/>
                      <a:pt x="3399" y="163"/>
                    </a:cubicBezTo>
                    <a:cubicBezTo>
                      <a:pt x="2558" y="163"/>
                      <a:pt x="1751" y="497"/>
                      <a:pt x="1157" y="1092"/>
                    </a:cubicBezTo>
                    <a:cubicBezTo>
                      <a:pt x="562" y="1687"/>
                      <a:pt x="228" y="2494"/>
                      <a:pt x="228" y="3336"/>
                    </a:cubicBezTo>
                    <a:cubicBezTo>
                      <a:pt x="228" y="4177"/>
                      <a:pt x="562" y="4984"/>
                      <a:pt x="1157" y="5579"/>
                    </a:cubicBezTo>
                    <a:cubicBezTo>
                      <a:pt x="1751" y="6174"/>
                      <a:pt x="2558" y="6508"/>
                      <a:pt x="339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75" name="Freeform: Shape 15274">
                <a:extLst>
                  <a:ext uri="{FF2B5EF4-FFF2-40B4-BE49-F238E27FC236}">
                    <a16:creationId xmlns:a16="http://schemas.microsoft.com/office/drawing/2014/main" id="{7008762F-D47C-9A0E-14B9-EDBA0A0C168C}"/>
                  </a:ext>
                </a:extLst>
              </p:cNvPr>
              <p:cNvSpPr/>
              <p:nvPr/>
            </p:nvSpPr>
            <p:spPr>
              <a:xfrm>
                <a:off x="9295662" y="5545729"/>
                <a:ext cx="6343" cy="6345"/>
              </a:xfrm>
              <a:custGeom>
                <a:avLst/>
                <a:gdLst>
                  <a:gd name="connsiteX0" fmla="*/ 3399 w 6343"/>
                  <a:gd name="connsiteY0" fmla="*/ 6508 h 6345"/>
                  <a:gd name="connsiteX1" fmla="*/ 5642 w 6343"/>
                  <a:gd name="connsiteY1" fmla="*/ 5579 h 6345"/>
                  <a:gd name="connsiteX2" fmla="*/ 6571 w 6343"/>
                  <a:gd name="connsiteY2" fmla="*/ 3336 h 6345"/>
                  <a:gd name="connsiteX3" fmla="*/ 5642 w 6343"/>
                  <a:gd name="connsiteY3" fmla="*/ 1092 h 6345"/>
                  <a:gd name="connsiteX4" fmla="*/ 3399 w 6343"/>
                  <a:gd name="connsiteY4" fmla="*/ 163 h 6345"/>
                  <a:gd name="connsiteX5" fmla="*/ 1156 w 6343"/>
                  <a:gd name="connsiteY5" fmla="*/ 1092 h 6345"/>
                  <a:gd name="connsiteX6" fmla="*/ 228 w 6343"/>
                  <a:gd name="connsiteY6" fmla="*/ 3336 h 6345"/>
                  <a:gd name="connsiteX7" fmla="*/ 1156 w 6343"/>
                  <a:gd name="connsiteY7" fmla="*/ 5579 h 6345"/>
                  <a:gd name="connsiteX8" fmla="*/ 339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8"/>
                    </a:moveTo>
                    <a:cubicBezTo>
                      <a:pt x="4240" y="6508"/>
                      <a:pt x="5047" y="6174"/>
                      <a:pt x="5642" y="5579"/>
                    </a:cubicBezTo>
                    <a:cubicBezTo>
                      <a:pt x="6236" y="4984"/>
                      <a:pt x="6571" y="4177"/>
                      <a:pt x="6571" y="3336"/>
                    </a:cubicBezTo>
                    <a:cubicBezTo>
                      <a:pt x="6571" y="2494"/>
                      <a:pt x="6236" y="1687"/>
                      <a:pt x="5642" y="1092"/>
                    </a:cubicBezTo>
                    <a:cubicBezTo>
                      <a:pt x="5047" y="497"/>
                      <a:pt x="4240" y="163"/>
                      <a:pt x="3399" y="163"/>
                    </a:cubicBezTo>
                    <a:cubicBezTo>
                      <a:pt x="2558" y="163"/>
                      <a:pt x="1751" y="497"/>
                      <a:pt x="1156" y="1092"/>
                    </a:cubicBezTo>
                    <a:cubicBezTo>
                      <a:pt x="562" y="1687"/>
                      <a:pt x="228" y="2494"/>
                      <a:pt x="228" y="3336"/>
                    </a:cubicBezTo>
                    <a:cubicBezTo>
                      <a:pt x="228" y="4177"/>
                      <a:pt x="562" y="4984"/>
                      <a:pt x="1156" y="5579"/>
                    </a:cubicBezTo>
                    <a:cubicBezTo>
                      <a:pt x="1751" y="6174"/>
                      <a:pt x="2558" y="6508"/>
                      <a:pt x="339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76" name="Freeform: Shape 15275">
                <a:extLst>
                  <a:ext uri="{FF2B5EF4-FFF2-40B4-BE49-F238E27FC236}">
                    <a16:creationId xmlns:a16="http://schemas.microsoft.com/office/drawing/2014/main" id="{A0E64BB8-9506-68D5-A2D6-701868FA6FEF}"/>
                  </a:ext>
                </a:extLst>
              </p:cNvPr>
              <p:cNvSpPr/>
              <p:nvPr/>
            </p:nvSpPr>
            <p:spPr>
              <a:xfrm>
                <a:off x="9294215" y="5544655"/>
                <a:ext cx="6343" cy="6345"/>
              </a:xfrm>
              <a:custGeom>
                <a:avLst/>
                <a:gdLst>
                  <a:gd name="connsiteX0" fmla="*/ 3399 w 6343"/>
                  <a:gd name="connsiteY0" fmla="*/ 6508 h 6345"/>
                  <a:gd name="connsiteX1" fmla="*/ 5642 w 6343"/>
                  <a:gd name="connsiteY1" fmla="*/ 5579 h 6345"/>
                  <a:gd name="connsiteX2" fmla="*/ 6571 w 6343"/>
                  <a:gd name="connsiteY2" fmla="*/ 3335 h 6345"/>
                  <a:gd name="connsiteX3" fmla="*/ 5642 w 6343"/>
                  <a:gd name="connsiteY3" fmla="*/ 1092 h 6345"/>
                  <a:gd name="connsiteX4" fmla="*/ 3399 w 6343"/>
                  <a:gd name="connsiteY4" fmla="*/ 163 h 6345"/>
                  <a:gd name="connsiteX5" fmla="*/ 1156 w 6343"/>
                  <a:gd name="connsiteY5" fmla="*/ 1092 h 6345"/>
                  <a:gd name="connsiteX6" fmla="*/ 227 w 6343"/>
                  <a:gd name="connsiteY6" fmla="*/ 3335 h 6345"/>
                  <a:gd name="connsiteX7" fmla="*/ 1156 w 6343"/>
                  <a:gd name="connsiteY7" fmla="*/ 5579 h 6345"/>
                  <a:gd name="connsiteX8" fmla="*/ 339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8"/>
                    </a:moveTo>
                    <a:cubicBezTo>
                      <a:pt x="4240" y="6508"/>
                      <a:pt x="5047" y="6174"/>
                      <a:pt x="5642" y="5579"/>
                    </a:cubicBezTo>
                    <a:cubicBezTo>
                      <a:pt x="6236" y="4984"/>
                      <a:pt x="6571" y="4177"/>
                      <a:pt x="6571" y="3335"/>
                    </a:cubicBezTo>
                    <a:cubicBezTo>
                      <a:pt x="6571" y="2494"/>
                      <a:pt x="6236" y="1687"/>
                      <a:pt x="5642" y="1092"/>
                    </a:cubicBezTo>
                    <a:cubicBezTo>
                      <a:pt x="5047" y="497"/>
                      <a:pt x="4240" y="163"/>
                      <a:pt x="3399" y="163"/>
                    </a:cubicBezTo>
                    <a:cubicBezTo>
                      <a:pt x="2558" y="163"/>
                      <a:pt x="1751" y="497"/>
                      <a:pt x="1156" y="1092"/>
                    </a:cubicBezTo>
                    <a:cubicBezTo>
                      <a:pt x="562" y="1687"/>
                      <a:pt x="227" y="2494"/>
                      <a:pt x="227" y="3335"/>
                    </a:cubicBezTo>
                    <a:cubicBezTo>
                      <a:pt x="227" y="4177"/>
                      <a:pt x="562" y="4984"/>
                      <a:pt x="1156" y="5579"/>
                    </a:cubicBezTo>
                    <a:cubicBezTo>
                      <a:pt x="1751" y="6174"/>
                      <a:pt x="2558" y="6508"/>
                      <a:pt x="339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77" name="Freeform: Shape 15276">
                <a:extLst>
                  <a:ext uri="{FF2B5EF4-FFF2-40B4-BE49-F238E27FC236}">
                    <a16:creationId xmlns:a16="http://schemas.microsoft.com/office/drawing/2014/main" id="{24E3345D-D438-8075-3FFE-EE6D46A7F18C}"/>
                  </a:ext>
                </a:extLst>
              </p:cNvPr>
              <p:cNvSpPr/>
              <p:nvPr/>
            </p:nvSpPr>
            <p:spPr>
              <a:xfrm>
                <a:off x="9292996" y="5543208"/>
                <a:ext cx="6343" cy="6345"/>
              </a:xfrm>
              <a:custGeom>
                <a:avLst/>
                <a:gdLst>
                  <a:gd name="connsiteX0" fmla="*/ 3399 w 6343"/>
                  <a:gd name="connsiteY0" fmla="*/ 6508 h 6345"/>
                  <a:gd name="connsiteX1" fmla="*/ 5642 w 6343"/>
                  <a:gd name="connsiteY1" fmla="*/ 5579 h 6345"/>
                  <a:gd name="connsiteX2" fmla="*/ 6570 w 6343"/>
                  <a:gd name="connsiteY2" fmla="*/ 3335 h 6345"/>
                  <a:gd name="connsiteX3" fmla="*/ 5642 w 6343"/>
                  <a:gd name="connsiteY3" fmla="*/ 1092 h 6345"/>
                  <a:gd name="connsiteX4" fmla="*/ 3399 w 6343"/>
                  <a:gd name="connsiteY4" fmla="*/ 163 h 6345"/>
                  <a:gd name="connsiteX5" fmla="*/ 1156 w 6343"/>
                  <a:gd name="connsiteY5" fmla="*/ 1092 h 6345"/>
                  <a:gd name="connsiteX6" fmla="*/ 227 w 6343"/>
                  <a:gd name="connsiteY6" fmla="*/ 3335 h 6345"/>
                  <a:gd name="connsiteX7" fmla="*/ 1156 w 6343"/>
                  <a:gd name="connsiteY7" fmla="*/ 5579 h 6345"/>
                  <a:gd name="connsiteX8" fmla="*/ 339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8"/>
                    </a:moveTo>
                    <a:cubicBezTo>
                      <a:pt x="4240" y="6508"/>
                      <a:pt x="5047" y="6174"/>
                      <a:pt x="5642" y="5579"/>
                    </a:cubicBezTo>
                    <a:cubicBezTo>
                      <a:pt x="6236" y="4984"/>
                      <a:pt x="6570" y="4177"/>
                      <a:pt x="6570" y="3335"/>
                    </a:cubicBezTo>
                    <a:cubicBezTo>
                      <a:pt x="6570" y="2494"/>
                      <a:pt x="6236" y="1687"/>
                      <a:pt x="5642" y="1092"/>
                    </a:cubicBezTo>
                    <a:cubicBezTo>
                      <a:pt x="5047" y="497"/>
                      <a:pt x="4240" y="163"/>
                      <a:pt x="3399" y="163"/>
                    </a:cubicBezTo>
                    <a:cubicBezTo>
                      <a:pt x="2558" y="163"/>
                      <a:pt x="1751" y="497"/>
                      <a:pt x="1156" y="1092"/>
                    </a:cubicBezTo>
                    <a:cubicBezTo>
                      <a:pt x="562" y="1687"/>
                      <a:pt x="227" y="2494"/>
                      <a:pt x="227" y="3335"/>
                    </a:cubicBezTo>
                    <a:cubicBezTo>
                      <a:pt x="227" y="4177"/>
                      <a:pt x="562" y="4984"/>
                      <a:pt x="1156" y="5579"/>
                    </a:cubicBezTo>
                    <a:cubicBezTo>
                      <a:pt x="1751" y="6174"/>
                      <a:pt x="2558" y="6508"/>
                      <a:pt x="339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78" name="Freeform: Shape 15277">
                <a:extLst>
                  <a:ext uri="{FF2B5EF4-FFF2-40B4-BE49-F238E27FC236}">
                    <a16:creationId xmlns:a16="http://schemas.microsoft.com/office/drawing/2014/main" id="{5889F2F9-8E0A-5912-DBE0-66099F285388}"/>
                  </a:ext>
                </a:extLst>
              </p:cNvPr>
              <p:cNvSpPr/>
              <p:nvPr/>
            </p:nvSpPr>
            <p:spPr>
              <a:xfrm>
                <a:off x="9291822" y="5541704"/>
                <a:ext cx="6343" cy="6345"/>
              </a:xfrm>
              <a:custGeom>
                <a:avLst/>
                <a:gdLst>
                  <a:gd name="connsiteX0" fmla="*/ 3399 w 6343"/>
                  <a:gd name="connsiteY0" fmla="*/ 6508 h 6345"/>
                  <a:gd name="connsiteX1" fmla="*/ 5641 w 6343"/>
                  <a:gd name="connsiteY1" fmla="*/ 5579 h 6345"/>
                  <a:gd name="connsiteX2" fmla="*/ 6570 w 6343"/>
                  <a:gd name="connsiteY2" fmla="*/ 3335 h 6345"/>
                  <a:gd name="connsiteX3" fmla="*/ 5641 w 6343"/>
                  <a:gd name="connsiteY3" fmla="*/ 1092 h 6345"/>
                  <a:gd name="connsiteX4" fmla="*/ 3399 w 6343"/>
                  <a:gd name="connsiteY4" fmla="*/ 162 h 6345"/>
                  <a:gd name="connsiteX5" fmla="*/ 1156 w 6343"/>
                  <a:gd name="connsiteY5" fmla="*/ 1092 h 6345"/>
                  <a:gd name="connsiteX6" fmla="*/ 227 w 6343"/>
                  <a:gd name="connsiteY6" fmla="*/ 3335 h 6345"/>
                  <a:gd name="connsiteX7" fmla="*/ 1156 w 6343"/>
                  <a:gd name="connsiteY7" fmla="*/ 5579 h 6345"/>
                  <a:gd name="connsiteX8" fmla="*/ 339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8"/>
                    </a:moveTo>
                    <a:cubicBezTo>
                      <a:pt x="4240" y="6508"/>
                      <a:pt x="5047" y="6174"/>
                      <a:pt x="5641" y="5579"/>
                    </a:cubicBezTo>
                    <a:cubicBezTo>
                      <a:pt x="6236" y="4984"/>
                      <a:pt x="6570" y="4177"/>
                      <a:pt x="6570" y="3335"/>
                    </a:cubicBezTo>
                    <a:cubicBezTo>
                      <a:pt x="6570" y="2494"/>
                      <a:pt x="6236" y="1687"/>
                      <a:pt x="5641" y="1092"/>
                    </a:cubicBezTo>
                    <a:cubicBezTo>
                      <a:pt x="5047" y="497"/>
                      <a:pt x="4240" y="162"/>
                      <a:pt x="3399" y="162"/>
                    </a:cubicBezTo>
                    <a:cubicBezTo>
                      <a:pt x="2558" y="162"/>
                      <a:pt x="1751" y="497"/>
                      <a:pt x="1156" y="1092"/>
                    </a:cubicBezTo>
                    <a:cubicBezTo>
                      <a:pt x="561" y="1687"/>
                      <a:pt x="227" y="2494"/>
                      <a:pt x="227" y="3335"/>
                    </a:cubicBezTo>
                    <a:cubicBezTo>
                      <a:pt x="227" y="4177"/>
                      <a:pt x="561" y="4984"/>
                      <a:pt x="1156" y="5579"/>
                    </a:cubicBezTo>
                    <a:cubicBezTo>
                      <a:pt x="1751" y="6174"/>
                      <a:pt x="2558" y="6508"/>
                      <a:pt x="339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79" name="Freeform: Shape 15278">
                <a:extLst>
                  <a:ext uri="{FF2B5EF4-FFF2-40B4-BE49-F238E27FC236}">
                    <a16:creationId xmlns:a16="http://schemas.microsoft.com/office/drawing/2014/main" id="{58A06827-17AE-0B5C-845D-EA51C88E5447}"/>
                  </a:ext>
                </a:extLst>
              </p:cNvPr>
              <p:cNvSpPr/>
              <p:nvPr/>
            </p:nvSpPr>
            <p:spPr>
              <a:xfrm>
                <a:off x="9290403" y="5540607"/>
                <a:ext cx="6343" cy="6345"/>
              </a:xfrm>
              <a:custGeom>
                <a:avLst/>
                <a:gdLst>
                  <a:gd name="connsiteX0" fmla="*/ 3399 w 6343"/>
                  <a:gd name="connsiteY0" fmla="*/ 6508 h 6345"/>
                  <a:gd name="connsiteX1" fmla="*/ 5641 w 6343"/>
                  <a:gd name="connsiteY1" fmla="*/ 5579 h 6345"/>
                  <a:gd name="connsiteX2" fmla="*/ 6570 w 6343"/>
                  <a:gd name="connsiteY2" fmla="*/ 3335 h 6345"/>
                  <a:gd name="connsiteX3" fmla="*/ 5641 w 6343"/>
                  <a:gd name="connsiteY3" fmla="*/ 1092 h 6345"/>
                  <a:gd name="connsiteX4" fmla="*/ 3399 w 6343"/>
                  <a:gd name="connsiteY4" fmla="*/ 162 h 6345"/>
                  <a:gd name="connsiteX5" fmla="*/ 1156 w 6343"/>
                  <a:gd name="connsiteY5" fmla="*/ 1092 h 6345"/>
                  <a:gd name="connsiteX6" fmla="*/ 227 w 6343"/>
                  <a:gd name="connsiteY6" fmla="*/ 3335 h 6345"/>
                  <a:gd name="connsiteX7" fmla="*/ 1156 w 6343"/>
                  <a:gd name="connsiteY7" fmla="*/ 5579 h 6345"/>
                  <a:gd name="connsiteX8" fmla="*/ 339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8"/>
                    </a:moveTo>
                    <a:cubicBezTo>
                      <a:pt x="4240" y="6508"/>
                      <a:pt x="5047" y="6174"/>
                      <a:pt x="5641" y="5579"/>
                    </a:cubicBezTo>
                    <a:cubicBezTo>
                      <a:pt x="6236" y="4984"/>
                      <a:pt x="6570" y="4177"/>
                      <a:pt x="6570" y="3335"/>
                    </a:cubicBezTo>
                    <a:cubicBezTo>
                      <a:pt x="6570" y="2494"/>
                      <a:pt x="6236" y="1687"/>
                      <a:pt x="5641" y="1092"/>
                    </a:cubicBezTo>
                    <a:cubicBezTo>
                      <a:pt x="5047" y="497"/>
                      <a:pt x="4240" y="162"/>
                      <a:pt x="3399" y="162"/>
                    </a:cubicBezTo>
                    <a:cubicBezTo>
                      <a:pt x="2558" y="162"/>
                      <a:pt x="1751" y="497"/>
                      <a:pt x="1156" y="1092"/>
                    </a:cubicBezTo>
                    <a:cubicBezTo>
                      <a:pt x="561" y="1687"/>
                      <a:pt x="227" y="2494"/>
                      <a:pt x="227" y="3335"/>
                    </a:cubicBezTo>
                    <a:cubicBezTo>
                      <a:pt x="227" y="4177"/>
                      <a:pt x="561" y="4984"/>
                      <a:pt x="1156" y="5579"/>
                    </a:cubicBezTo>
                    <a:cubicBezTo>
                      <a:pt x="1751" y="6174"/>
                      <a:pt x="2558" y="6508"/>
                      <a:pt x="339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80" name="Freeform: Shape 15279">
                <a:extLst>
                  <a:ext uri="{FF2B5EF4-FFF2-40B4-BE49-F238E27FC236}">
                    <a16:creationId xmlns:a16="http://schemas.microsoft.com/office/drawing/2014/main" id="{C5AC62BB-8D3B-96D6-1AC4-5C6F2BF3B076}"/>
                  </a:ext>
                </a:extLst>
              </p:cNvPr>
              <p:cNvSpPr/>
              <p:nvPr/>
            </p:nvSpPr>
            <p:spPr>
              <a:xfrm>
                <a:off x="9289023" y="5539452"/>
                <a:ext cx="6343" cy="6345"/>
              </a:xfrm>
              <a:custGeom>
                <a:avLst/>
                <a:gdLst>
                  <a:gd name="connsiteX0" fmla="*/ 3399 w 6343"/>
                  <a:gd name="connsiteY0" fmla="*/ 6508 h 6345"/>
                  <a:gd name="connsiteX1" fmla="*/ 5641 w 6343"/>
                  <a:gd name="connsiteY1" fmla="*/ 5578 h 6345"/>
                  <a:gd name="connsiteX2" fmla="*/ 6570 w 6343"/>
                  <a:gd name="connsiteY2" fmla="*/ 3335 h 6345"/>
                  <a:gd name="connsiteX3" fmla="*/ 5641 w 6343"/>
                  <a:gd name="connsiteY3" fmla="*/ 1092 h 6345"/>
                  <a:gd name="connsiteX4" fmla="*/ 3399 w 6343"/>
                  <a:gd name="connsiteY4" fmla="*/ 162 h 6345"/>
                  <a:gd name="connsiteX5" fmla="*/ 1156 w 6343"/>
                  <a:gd name="connsiteY5" fmla="*/ 1092 h 6345"/>
                  <a:gd name="connsiteX6" fmla="*/ 227 w 6343"/>
                  <a:gd name="connsiteY6" fmla="*/ 3335 h 6345"/>
                  <a:gd name="connsiteX7" fmla="*/ 1156 w 6343"/>
                  <a:gd name="connsiteY7" fmla="*/ 5578 h 6345"/>
                  <a:gd name="connsiteX8" fmla="*/ 3399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8"/>
                    </a:moveTo>
                    <a:cubicBezTo>
                      <a:pt x="4240" y="6508"/>
                      <a:pt x="5046" y="6173"/>
                      <a:pt x="5641" y="5578"/>
                    </a:cubicBezTo>
                    <a:cubicBezTo>
                      <a:pt x="6236" y="4984"/>
                      <a:pt x="6570" y="4176"/>
                      <a:pt x="6570" y="3335"/>
                    </a:cubicBezTo>
                    <a:cubicBezTo>
                      <a:pt x="6570" y="2494"/>
                      <a:pt x="6236" y="1687"/>
                      <a:pt x="5641" y="1092"/>
                    </a:cubicBezTo>
                    <a:cubicBezTo>
                      <a:pt x="5046" y="497"/>
                      <a:pt x="4240" y="162"/>
                      <a:pt x="3399" y="162"/>
                    </a:cubicBezTo>
                    <a:cubicBezTo>
                      <a:pt x="2557" y="162"/>
                      <a:pt x="1751" y="497"/>
                      <a:pt x="1156" y="1092"/>
                    </a:cubicBezTo>
                    <a:cubicBezTo>
                      <a:pt x="561" y="1687"/>
                      <a:pt x="227" y="2494"/>
                      <a:pt x="227" y="3335"/>
                    </a:cubicBezTo>
                    <a:cubicBezTo>
                      <a:pt x="227" y="4176"/>
                      <a:pt x="561" y="4984"/>
                      <a:pt x="1156" y="5578"/>
                    </a:cubicBezTo>
                    <a:cubicBezTo>
                      <a:pt x="1751" y="6173"/>
                      <a:pt x="2557" y="6508"/>
                      <a:pt x="3399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81" name="Freeform: Shape 15280">
                <a:extLst>
                  <a:ext uri="{FF2B5EF4-FFF2-40B4-BE49-F238E27FC236}">
                    <a16:creationId xmlns:a16="http://schemas.microsoft.com/office/drawing/2014/main" id="{16906739-B808-671A-D641-4ED377500EAC}"/>
                  </a:ext>
                </a:extLst>
              </p:cNvPr>
              <p:cNvSpPr/>
              <p:nvPr/>
            </p:nvSpPr>
            <p:spPr>
              <a:xfrm>
                <a:off x="9287751" y="5538135"/>
                <a:ext cx="6343" cy="6345"/>
              </a:xfrm>
              <a:custGeom>
                <a:avLst/>
                <a:gdLst>
                  <a:gd name="connsiteX0" fmla="*/ 3398 w 6343"/>
                  <a:gd name="connsiteY0" fmla="*/ 6508 h 6345"/>
                  <a:gd name="connsiteX1" fmla="*/ 5641 w 6343"/>
                  <a:gd name="connsiteY1" fmla="*/ 5578 h 6345"/>
                  <a:gd name="connsiteX2" fmla="*/ 6570 w 6343"/>
                  <a:gd name="connsiteY2" fmla="*/ 3335 h 6345"/>
                  <a:gd name="connsiteX3" fmla="*/ 5641 w 6343"/>
                  <a:gd name="connsiteY3" fmla="*/ 1091 h 6345"/>
                  <a:gd name="connsiteX4" fmla="*/ 3398 w 6343"/>
                  <a:gd name="connsiteY4" fmla="*/ 162 h 6345"/>
                  <a:gd name="connsiteX5" fmla="*/ 1156 w 6343"/>
                  <a:gd name="connsiteY5" fmla="*/ 1091 h 6345"/>
                  <a:gd name="connsiteX6" fmla="*/ 227 w 6343"/>
                  <a:gd name="connsiteY6" fmla="*/ 3335 h 6345"/>
                  <a:gd name="connsiteX7" fmla="*/ 1156 w 6343"/>
                  <a:gd name="connsiteY7" fmla="*/ 5578 h 6345"/>
                  <a:gd name="connsiteX8" fmla="*/ 3398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8"/>
                    </a:moveTo>
                    <a:cubicBezTo>
                      <a:pt x="4240" y="6508"/>
                      <a:pt x="5046" y="6173"/>
                      <a:pt x="5641" y="5578"/>
                    </a:cubicBezTo>
                    <a:cubicBezTo>
                      <a:pt x="6236" y="4983"/>
                      <a:pt x="6570" y="4176"/>
                      <a:pt x="6570" y="3335"/>
                    </a:cubicBezTo>
                    <a:cubicBezTo>
                      <a:pt x="6570" y="2494"/>
                      <a:pt x="6236" y="1686"/>
                      <a:pt x="5641" y="1091"/>
                    </a:cubicBezTo>
                    <a:cubicBezTo>
                      <a:pt x="5046" y="497"/>
                      <a:pt x="4240" y="162"/>
                      <a:pt x="3398" y="162"/>
                    </a:cubicBezTo>
                    <a:cubicBezTo>
                      <a:pt x="2557" y="162"/>
                      <a:pt x="1751" y="497"/>
                      <a:pt x="1156" y="1091"/>
                    </a:cubicBezTo>
                    <a:cubicBezTo>
                      <a:pt x="561" y="1686"/>
                      <a:pt x="227" y="2494"/>
                      <a:pt x="227" y="3335"/>
                    </a:cubicBezTo>
                    <a:cubicBezTo>
                      <a:pt x="227" y="4176"/>
                      <a:pt x="561" y="4983"/>
                      <a:pt x="1156" y="5578"/>
                    </a:cubicBezTo>
                    <a:cubicBezTo>
                      <a:pt x="1751" y="6173"/>
                      <a:pt x="2557" y="6508"/>
                      <a:pt x="3398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82" name="Freeform: Shape 15281">
                <a:extLst>
                  <a:ext uri="{FF2B5EF4-FFF2-40B4-BE49-F238E27FC236}">
                    <a16:creationId xmlns:a16="http://schemas.microsoft.com/office/drawing/2014/main" id="{E4C97D51-39DB-C7E2-F898-02053DA0A350}"/>
                  </a:ext>
                </a:extLst>
              </p:cNvPr>
              <p:cNvSpPr/>
              <p:nvPr/>
            </p:nvSpPr>
            <p:spPr>
              <a:xfrm>
                <a:off x="9286522" y="5536760"/>
                <a:ext cx="6343" cy="6345"/>
              </a:xfrm>
              <a:custGeom>
                <a:avLst/>
                <a:gdLst>
                  <a:gd name="connsiteX0" fmla="*/ 3398 w 6343"/>
                  <a:gd name="connsiteY0" fmla="*/ 6508 h 6345"/>
                  <a:gd name="connsiteX1" fmla="*/ 5641 w 6343"/>
                  <a:gd name="connsiteY1" fmla="*/ 5578 h 6345"/>
                  <a:gd name="connsiteX2" fmla="*/ 6570 w 6343"/>
                  <a:gd name="connsiteY2" fmla="*/ 3335 h 6345"/>
                  <a:gd name="connsiteX3" fmla="*/ 5641 w 6343"/>
                  <a:gd name="connsiteY3" fmla="*/ 1091 h 6345"/>
                  <a:gd name="connsiteX4" fmla="*/ 3398 w 6343"/>
                  <a:gd name="connsiteY4" fmla="*/ 162 h 6345"/>
                  <a:gd name="connsiteX5" fmla="*/ 1156 w 6343"/>
                  <a:gd name="connsiteY5" fmla="*/ 1091 h 6345"/>
                  <a:gd name="connsiteX6" fmla="*/ 227 w 6343"/>
                  <a:gd name="connsiteY6" fmla="*/ 3335 h 6345"/>
                  <a:gd name="connsiteX7" fmla="*/ 1156 w 6343"/>
                  <a:gd name="connsiteY7" fmla="*/ 5578 h 6345"/>
                  <a:gd name="connsiteX8" fmla="*/ 3398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8"/>
                    </a:moveTo>
                    <a:cubicBezTo>
                      <a:pt x="4239" y="6508"/>
                      <a:pt x="5046" y="6173"/>
                      <a:pt x="5641" y="5578"/>
                    </a:cubicBezTo>
                    <a:cubicBezTo>
                      <a:pt x="6236" y="4983"/>
                      <a:pt x="6570" y="4176"/>
                      <a:pt x="6570" y="3335"/>
                    </a:cubicBezTo>
                    <a:cubicBezTo>
                      <a:pt x="6570" y="2493"/>
                      <a:pt x="6236" y="1686"/>
                      <a:pt x="5641" y="1091"/>
                    </a:cubicBezTo>
                    <a:cubicBezTo>
                      <a:pt x="5046" y="496"/>
                      <a:pt x="4239" y="162"/>
                      <a:pt x="3398" y="162"/>
                    </a:cubicBezTo>
                    <a:cubicBezTo>
                      <a:pt x="2557" y="162"/>
                      <a:pt x="1751" y="496"/>
                      <a:pt x="1156" y="1091"/>
                    </a:cubicBezTo>
                    <a:cubicBezTo>
                      <a:pt x="561" y="1686"/>
                      <a:pt x="227" y="2493"/>
                      <a:pt x="227" y="3335"/>
                    </a:cubicBezTo>
                    <a:cubicBezTo>
                      <a:pt x="227" y="4176"/>
                      <a:pt x="561" y="4983"/>
                      <a:pt x="1156" y="5578"/>
                    </a:cubicBezTo>
                    <a:cubicBezTo>
                      <a:pt x="1751" y="6173"/>
                      <a:pt x="2557" y="6508"/>
                      <a:pt x="3398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83" name="Freeform: Shape 15282">
                <a:extLst>
                  <a:ext uri="{FF2B5EF4-FFF2-40B4-BE49-F238E27FC236}">
                    <a16:creationId xmlns:a16="http://schemas.microsoft.com/office/drawing/2014/main" id="{741248E9-69A0-C75E-6A45-E7FE89C0F36F}"/>
                  </a:ext>
                </a:extLst>
              </p:cNvPr>
              <p:cNvSpPr/>
              <p:nvPr/>
            </p:nvSpPr>
            <p:spPr>
              <a:xfrm>
                <a:off x="9285405" y="5535227"/>
                <a:ext cx="6343" cy="6345"/>
              </a:xfrm>
              <a:custGeom>
                <a:avLst/>
                <a:gdLst>
                  <a:gd name="connsiteX0" fmla="*/ 3398 w 6343"/>
                  <a:gd name="connsiteY0" fmla="*/ 6507 h 6345"/>
                  <a:gd name="connsiteX1" fmla="*/ 5641 w 6343"/>
                  <a:gd name="connsiteY1" fmla="*/ 5578 h 6345"/>
                  <a:gd name="connsiteX2" fmla="*/ 6570 w 6343"/>
                  <a:gd name="connsiteY2" fmla="*/ 3335 h 6345"/>
                  <a:gd name="connsiteX3" fmla="*/ 5641 w 6343"/>
                  <a:gd name="connsiteY3" fmla="*/ 1091 h 6345"/>
                  <a:gd name="connsiteX4" fmla="*/ 3398 w 6343"/>
                  <a:gd name="connsiteY4" fmla="*/ 162 h 6345"/>
                  <a:gd name="connsiteX5" fmla="*/ 1156 w 6343"/>
                  <a:gd name="connsiteY5" fmla="*/ 1091 h 6345"/>
                  <a:gd name="connsiteX6" fmla="*/ 227 w 6343"/>
                  <a:gd name="connsiteY6" fmla="*/ 3335 h 6345"/>
                  <a:gd name="connsiteX7" fmla="*/ 1156 w 6343"/>
                  <a:gd name="connsiteY7" fmla="*/ 5578 h 6345"/>
                  <a:gd name="connsiteX8" fmla="*/ 339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7"/>
                    </a:moveTo>
                    <a:cubicBezTo>
                      <a:pt x="4239" y="6507"/>
                      <a:pt x="5046" y="6173"/>
                      <a:pt x="5641" y="5578"/>
                    </a:cubicBezTo>
                    <a:cubicBezTo>
                      <a:pt x="6236" y="4983"/>
                      <a:pt x="6570" y="4176"/>
                      <a:pt x="6570" y="3335"/>
                    </a:cubicBezTo>
                    <a:cubicBezTo>
                      <a:pt x="6570" y="2493"/>
                      <a:pt x="6236" y="1686"/>
                      <a:pt x="5641" y="1091"/>
                    </a:cubicBezTo>
                    <a:cubicBezTo>
                      <a:pt x="5046" y="496"/>
                      <a:pt x="4239" y="162"/>
                      <a:pt x="3398" y="162"/>
                    </a:cubicBezTo>
                    <a:cubicBezTo>
                      <a:pt x="2557" y="162"/>
                      <a:pt x="1750" y="496"/>
                      <a:pt x="1156" y="1091"/>
                    </a:cubicBezTo>
                    <a:cubicBezTo>
                      <a:pt x="561" y="1686"/>
                      <a:pt x="227" y="2493"/>
                      <a:pt x="227" y="3335"/>
                    </a:cubicBezTo>
                    <a:cubicBezTo>
                      <a:pt x="227" y="4176"/>
                      <a:pt x="561" y="4983"/>
                      <a:pt x="1156" y="5578"/>
                    </a:cubicBezTo>
                    <a:cubicBezTo>
                      <a:pt x="1750" y="6173"/>
                      <a:pt x="2557" y="6507"/>
                      <a:pt x="339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84" name="Freeform: Shape 15283">
                <a:extLst>
                  <a:ext uri="{FF2B5EF4-FFF2-40B4-BE49-F238E27FC236}">
                    <a16:creationId xmlns:a16="http://schemas.microsoft.com/office/drawing/2014/main" id="{6E709502-C025-A106-3D1C-F087A9A86F9A}"/>
                  </a:ext>
                </a:extLst>
              </p:cNvPr>
              <p:cNvSpPr/>
              <p:nvPr/>
            </p:nvSpPr>
            <p:spPr>
              <a:xfrm>
                <a:off x="9284233" y="5533791"/>
                <a:ext cx="6343" cy="6345"/>
              </a:xfrm>
              <a:custGeom>
                <a:avLst/>
                <a:gdLst>
                  <a:gd name="connsiteX0" fmla="*/ 3398 w 6343"/>
                  <a:gd name="connsiteY0" fmla="*/ 6507 h 6345"/>
                  <a:gd name="connsiteX1" fmla="*/ 5641 w 6343"/>
                  <a:gd name="connsiteY1" fmla="*/ 5578 h 6345"/>
                  <a:gd name="connsiteX2" fmla="*/ 6570 w 6343"/>
                  <a:gd name="connsiteY2" fmla="*/ 3335 h 6345"/>
                  <a:gd name="connsiteX3" fmla="*/ 5641 w 6343"/>
                  <a:gd name="connsiteY3" fmla="*/ 1091 h 6345"/>
                  <a:gd name="connsiteX4" fmla="*/ 3398 w 6343"/>
                  <a:gd name="connsiteY4" fmla="*/ 162 h 6345"/>
                  <a:gd name="connsiteX5" fmla="*/ 1156 w 6343"/>
                  <a:gd name="connsiteY5" fmla="*/ 1091 h 6345"/>
                  <a:gd name="connsiteX6" fmla="*/ 227 w 6343"/>
                  <a:gd name="connsiteY6" fmla="*/ 3335 h 6345"/>
                  <a:gd name="connsiteX7" fmla="*/ 1156 w 6343"/>
                  <a:gd name="connsiteY7" fmla="*/ 5578 h 6345"/>
                  <a:gd name="connsiteX8" fmla="*/ 339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7"/>
                    </a:moveTo>
                    <a:cubicBezTo>
                      <a:pt x="4239" y="6507"/>
                      <a:pt x="5046" y="6173"/>
                      <a:pt x="5641" y="5578"/>
                    </a:cubicBezTo>
                    <a:cubicBezTo>
                      <a:pt x="6236" y="4983"/>
                      <a:pt x="6570" y="4176"/>
                      <a:pt x="6570" y="3335"/>
                    </a:cubicBezTo>
                    <a:cubicBezTo>
                      <a:pt x="6570" y="2493"/>
                      <a:pt x="6236" y="1686"/>
                      <a:pt x="5641" y="1091"/>
                    </a:cubicBezTo>
                    <a:cubicBezTo>
                      <a:pt x="5046" y="496"/>
                      <a:pt x="4239" y="162"/>
                      <a:pt x="3398" y="162"/>
                    </a:cubicBezTo>
                    <a:cubicBezTo>
                      <a:pt x="2557" y="162"/>
                      <a:pt x="1750" y="496"/>
                      <a:pt x="1156" y="1091"/>
                    </a:cubicBezTo>
                    <a:cubicBezTo>
                      <a:pt x="561" y="1686"/>
                      <a:pt x="227" y="2493"/>
                      <a:pt x="227" y="3335"/>
                    </a:cubicBezTo>
                    <a:cubicBezTo>
                      <a:pt x="227" y="4176"/>
                      <a:pt x="561" y="4983"/>
                      <a:pt x="1156" y="5578"/>
                    </a:cubicBezTo>
                    <a:cubicBezTo>
                      <a:pt x="1750" y="6173"/>
                      <a:pt x="2557" y="6507"/>
                      <a:pt x="339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85" name="Freeform: Shape 15284">
                <a:extLst>
                  <a:ext uri="{FF2B5EF4-FFF2-40B4-BE49-F238E27FC236}">
                    <a16:creationId xmlns:a16="http://schemas.microsoft.com/office/drawing/2014/main" id="{5C40B67C-A6E8-F370-7FF5-20F46745C1AA}"/>
                  </a:ext>
                </a:extLst>
              </p:cNvPr>
              <p:cNvSpPr/>
              <p:nvPr/>
            </p:nvSpPr>
            <p:spPr>
              <a:xfrm>
                <a:off x="9283209" y="5532148"/>
                <a:ext cx="6343" cy="6345"/>
              </a:xfrm>
              <a:custGeom>
                <a:avLst/>
                <a:gdLst>
                  <a:gd name="connsiteX0" fmla="*/ 3398 w 6343"/>
                  <a:gd name="connsiteY0" fmla="*/ 6507 h 6345"/>
                  <a:gd name="connsiteX1" fmla="*/ 5641 w 6343"/>
                  <a:gd name="connsiteY1" fmla="*/ 5578 h 6345"/>
                  <a:gd name="connsiteX2" fmla="*/ 6570 w 6343"/>
                  <a:gd name="connsiteY2" fmla="*/ 3334 h 6345"/>
                  <a:gd name="connsiteX3" fmla="*/ 5641 w 6343"/>
                  <a:gd name="connsiteY3" fmla="*/ 1091 h 6345"/>
                  <a:gd name="connsiteX4" fmla="*/ 3398 w 6343"/>
                  <a:gd name="connsiteY4" fmla="*/ 162 h 6345"/>
                  <a:gd name="connsiteX5" fmla="*/ 1155 w 6343"/>
                  <a:gd name="connsiteY5" fmla="*/ 1091 h 6345"/>
                  <a:gd name="connsiteX6" fmla="*/ 227 w 6343"/>
                  <a:gd name="connsiteY6" fmla="*/ 3334 h 6345"/>
                  <a:gd name="connsiteX7" fmla="*/ 1155 w 6343"/>
                  <a:gd name="connsiteY7" fmla="*/ 5578 h 6345"/>
                  <a:gd name="connsiteX8" fmla="*/ 339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7"/>
                    </a:moveTo>
                    <a:cubicBezTo>
                      <a:pt x="4239" y="6507"/>
                      <a:pt x="5046" y="6173"/>
                      <a:pt x="5641" y="5578"/>
                    </a:cubicBezTo>
                    <a:cubicBezTo>
                      <a:pt x="6235" y="4983"/>
                      <a:pt x="6570" y="4176"/>
                      <a:pt x="6570" y="3334"/>
                    </a:cubicBezTo>
                    <a:cubicBezTo>
                      <a:pt x="6570" y="2493"/>
                      <a:pt x="6235" y="1686"/>
                      <a:pt x="5641" y="1091"/>
                    </a:cubicBezTo>
                    <a:cubicBezTo>
                      <a:pt x="5046" y="496"/>
                      <a:pt x="4239" y="162"/>
                      <a:pt x="3398" y="162"/>
                    </a:cubicBezTo>
                    <a:cubicBezTo>
                      <a:pt x="2557" y="162"/>
                      <a:pt x="1750" y="496"/>
                      <a:pt x="1155" y="1091"/>
                    </a:cubicBezTo>
                    <a:cubicBezTo>
                      <a:pt x="561" y="1686"/>
                      <a:pt x="227" y="2493"/>
                      <a:pt x="227" y="3334"/>
                    </a:cubicBezTo>
                    <a:cubicBezTo>
                      <a:pt x="227" y="4176"/>
                      <a:pt x="561" y="4983"/>
                      <a:pt x="1155" y="5578"/>
                    </a:cubicBezTo>
                    <a:cubicBezTo>
                      <a:pt x="1750" y="6173"/>
                      <a:pt x="2557" y="6507"/>
                      <a:pt x="339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86" name="Freeform: Shape 15285">
                <a:extLst>
                  <a:ext uri="{FF2B5EF4-FFF2-40B4-BE49-F238E27FC236}">
                    <a16:creationId xmlns:a16="http://schemas.microsoft.com/office/drawing/2014/main" id="{CCC97C89-8233-C719-4BC9-20DD1A8797BC}"/>
                  </a:ext>
                </a:extLst>
              </p:cNvPr>
              <p:cNvSpPr/>
              <p:nvPr/>
            </p:nvSpPr>
            <p:spPr>
              <a:xfrm>
                <a:off x="9282441" y="5530150"/>
                <a:ext cx="6343" cy="6345"/>
              </a:xfrm>
              <a:custGeom>
                <a:avLst/>
                <a:gdLst>
                  <a:gd name="connsiteX0" fmla="*/ 3398 w 6343"/>
                  <a:gd name="connsiteY0" fmla="*/ 6507 h 6345"/>
                  <a:gd name="connsiteX1" fmla="*/ 5641 w 6343"/>
                  <a:gd name="connsiteY1" fmla="*/ 5578 h 6345"/>
                  <a:gd name="connsiteX2" fmla="*/ 6570 w 6343"/>
                  <a:gd name="connsiteY2" fmla="*/ 3334 h 6345"/>
                  <a:gd name="connsiteX3" fmla="*/ 5641 w 6343"/>
                  <a:gd name="connsiteY3" fmla="*/ 1091 h 6345"/>
                  <a:gd name="connsiteX4" fmla="*/ 3398 w 6343"/>
                  <a:gd name="connsiteY4" fmla="*/ 162 h 6345"/>
                  <a:gd name="connsiteX5" fmla="*/ 1155 w 6343"/>
                  <a:gd name="connsiteY5" fmla="*/ 1091 h 6345"/>
                  <a:gd name="connsiteX6" fmla="*/ 226 w 6343"/>
                  <a:gd name="connsiteY6" fmla="*/ 3334 h 6345"/>
                  <a:gd name="connsiteX7" fmla="*/ 1155 w 6343"/>
                  <a:gd name="connsiteY7" fmla="*/ 5578 h 6345"/>
                  <a:gd name="connsiteX8" fmla="*/ 339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7"/>
                    </a:moveTo>
                    <a:cubicBezTo>
                      <a:pt x="4239" y="6507"/>
                      <a:pt x="5046" y="6173"/>
                      <a:pt x="5641" y="5578"/>
                    </a:cubicBezTo>
                    <a:cubicBezTo>
                      <a:pt x="6235" y="4983"/>
                      <a:pt x="6570" y="4176"/>
                      <a:pt x="6570" y="3334"/>
                    </a:cubicBezTo>
                    <a:cubicBezTo>
                      <a:pt x="6570" y="2493"/>
                      <a:pt x="6235" y="1686"/>
                      <a:pt x="5641" y="1091"/>
                    </a:cubicBezTo>
                    <a:cubicBezTo>
                      <a:pt x="5046" y="496"/>
                      <a:pt x="4239" y="162"/>
                      <a:pt x="3398" y="162"/>
                    </a:cubicBezTo>
                    <a:cubicBezTo>
                      <a:pt x="2557" y="162"/>
                      <a:pt x="1750" y="496"/>
                      <a:pt x="1155" y="1091"/>
                    </a:cubicBezTo>
                    <a:cubicBezTo>
                      <a:pt x="561" y="1686"/>
                      <a:pt x="226" y="2493"/>
                      <a:pt x="226" y="3334"/>
                    </a:cubicBezTo>
                    <a:cubicBezTo>
                      <a:pt x="226" y="4176"/>
                      <a:pt x="561" y="4983"/>
                      <a:pt x="1155" y="5578"/>
                    </a:cubicBezTo>
                    <a:cubicBezTo>
                      <a:pt x="1750" y="6173"/>
                      <a:pt x="2557" y="6507"/>
                      <a:pt x="339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87" name="Freeform: Shape 15286">
                <a:extLst>
                  <a:ext uri="{FF2B5EF4-FFF2-40B4-BE49-F238E27FC236}">
                    <a16:creationId xmlns:a16="http://schemas.microsoft.com/office/drawing/2014/main" id="{E29072E5-7093-0581-D611-52B58CDFF01A}"/>
                  </a:ext>
                </a:extLst>
              </p:cNvPr>
              <p:cNvSpPr/>
              <p:nvPr/>
            </p:nvSpPr>
            <p:spPr>
              <a:xfrm>
                <a:off x="9281135" y="5528951"/>
                <a:ext cx="6343" cy="6345"/>
              </a:xfrm>
              <a:custGeom>
                <a:avLst/>
                <a:gdLst>
                  <a:gd name="connsiteX0" fmla="*/ 3398 w 6343"/>
                  <a:gd name="connsiteY0" fmla="*/ 6507 h 6345"/>
                  <a:gd name="connsiteX1" fmla="*/ 5641 w 6343"/>
                  <a:gd name="connsiteY1" fmla="*/ 5578 h 6345"/>
                  <a:gd name="connsiteX2" fmla="*/ 6570 w 6343"/>
                  <a:gd name="connsiteY2" fmla="*/ 3334 h 6345"/>
                  <a:gd name="connsiteX3" fmla="*/ 5641 w 6343"/>
                  <a:gd name="connsiteY3" fmla="*/ 1091 h 6345"/>
                  <a:gd name="connsiteX4" fmla="*/ 3398 w 6343"/>
                  <a:gd name="connsiteY4" fmla="*/ 161 h 6345"/>
                  <a:gd name="connsiteX5" fmla="*/ 1155 w 6343"/>
                  <a:gd name="connsiteY5" fmla="*/ 1091 h 6345"/>
                  <a:gd name="connsiteX6" fmla="*/ 226 w 6343"/>
                  <a:gd name="connsiteY6" fmla="*/ 3334 h 6345"/>
                  <a:gd name="connsiteX7" fmla="*/ 1155 w 6343"/>
                  <a:gd name="connsiteY7" fmla="*/ 5578 h 6345"/>
                  <a:gd name="connsiteX8" fmla="*/ 339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7"/>
                    </a:moveTo>
                    <a:cubicBezTo>
                      <a:pt x="4239" y="6507"/>
                      <a:pt x="5046" y="6173"/>
                      <a:pt x="5641" y="5578"/>
                    </a:cubicBezTo>
                    <a:cubicBezTo>
                      <a:pt x="6235" y="4983"/>
                      <a:pt x="6570" y="4176"/>
                      <a:pt x="6570" y="3334"/>
                    </a:cubicBezTo>
                    <a:cubicBezTo>
                      <a:pt x="6570" y="2493"/>
                      <a:pt x="6235" y="1686"/>
                      <a:pt x="5641" y="1091"/>
                    </a:cubicBezTo>
                    <a:cubicBezTo>
                      <a:pt x="5046" y="496"/>
                      <a:pt x="4239" y="161"/>
                      <a:pt x="3398" y="161"/>
                    </a:cubicBezTo>
                    <a:cubicBezTo>
                      <a:pt x="2557" y="161"/>
                      <a:pt x="1750" y="496"/>
                      <a:pt x="1155" y="1091"/>
                    </a:cubicBezTo>
                    <a:cubicBezTo>
                      <a:pt x="561" y="1686"/>
                      <a:pt x="226" y="2493"/>
                      <a:pt x="226" y="3334"/>
                    </a:cubicBezTo>
                    <a:cubicBezTo>
                      <a:pt x="226" y="4176"/>
                      <a:pt x="561" y="4983"/>
                      <a:pt x="1155" y="5578"/>
                    </a:cubicBezTo>
                    <a:cubicBezTo>
                      <a:pt x="1750" y="6173"/>
                      <a:pt x="2557" y="6507"/>
                      <a:pt x="339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88" name="Freeform: Shape 15287">
                <a:extLst>
                  <a:ext uri="{FF2B5EF4-FFF2-40B4-BE49-F238E27FC236}">
                    <a16:creationId xmlns:a16="http://schemas.microsoft.com/office/drawing/2014/main" id="{62FC0BE7-18EE-985C-7B66-0AF131FDF8BB}"/>
                  </a:ext>
                </a:extLst>
              </p:cNvPr>
              <p:cNvSpPr/>
              <p:nvPr/>
            </p:nvSpPr>
            <p:spPr>
              <a:xfrm>
                <a:off x="9279662" y="5527994"/>
                <a:ext cx="6343" cy="6345"/>
              </a:xfrm>
              <a:custGeom>
                <a:avLst/>
                <a:gdLst>
                  <a:gd name="connsiteX0" fmla="*/ 3398 w 6343"/>
                  <a:gd name="connsiteY0" fmla="*/ 6507 h 6345"/>
                  <a:gd name="connsiteX1" fmla="*/ 5640 w 6343"/>
                  <a:gd name="connsiteY1" fmla="*/ 5578 h 6345"/>
                  <a:gd name="connsiteX2" fmla="*/ 6569 w 6343"/>
                  <a:gd name="connsiteY2" fmla="*/ 3334 h 6345"/>
                  <a:gd name="connsiteX3" fmla="*/ 5640 w 6343"/>
                  <a:gd name="connsiteY3" fmla="*/ 1091 h 6345"/>
                  <a:gd name="connsiteX4" fmla="*/ 3398 w 6343"/>
                  <a:gd name="connsiteY4" fmla="*/ 161 h 6345"/>
                  <a:gd name="connsiteX5" fmla="*/ 1155 w 6343"/>
                  <a:gd name="connsiteY5" fmla="*/ 1091 h 6345"/>
                  <a:gd name="connsiteX6" fmla="*/ 226 w 6343"/>
                  <a:gd name="connsiteY6" fmla="*/ 3334 h 6345"/>
                  <a:gd name="connsiteX7" fmla="*/ 1155 w 6343"/>
                  <a:gd name="connsiteY7" fmla="*/ 5578 h 6345"/>
                  <a:gd name="connsiteX8" fmla="*/ 339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7"/>
                    </a:moveTo>
                    <a:cubicBezTo>
                      <a:pt x="4239" y="6507"/>
                      <a:pt x="5046" y="6173"/>
                      <a:pt x="5640" y="5578"/>
                    </a:cubicBezTo>
                    <a:cubicBezTo>
                      <a:pt x="6235" y="4983"/>
                      <a:pt x="6569" y="4176"/>
                      <a:pt x="6569" y="3334"/>
                    </a:cubicBezTo>
                    <a:cubicBezTo>
                      <a:pt x="6569" y="2493"/>
                      <a:pt x="6235" y="1686"/>
                      <a:pt x="5640" y="1091"/>
                    </a:cubicBezTo>
                    <a:cubicBezTo>
                      <a:pt x="5046" y="496"/>
                      <a:pt x="4239" y="161"/>
                      <a:pt x="3398" y="161"/>
                    </a:cubicBezTo>
                    <a:cubicBezTo>
                      <a:pt x="2557" y="161"/>
                      <a:pt x="1750" y="496"/>
                      <a:pt x="1155" y="1091"/>
                    </a:cubicBezTo>
                    <a:cubicBezTo>
                      <a:pt x="560" y="1686"/>
                      <a:pt x="226" y="2493"/>
                      <a:pt x="226" y="3334"/>
                    </a:cubicBezTo>
                    <a:cubicBezTo>
                      <a:pt x="226" y="4176"/>
                      <a:pt x="560" y="4983"/>
                      <a:pt x="1155" y="5578"/>
                    </a:cubicBezTo>
                    <a:cubicBezTo>
                      <a:pt x="1750" y="6173"/>
                      <a:pt x="2557" y="6507"/>
                      <a:pt x="339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89" name="Freeform: Shape 15288">
                <a:extLst>
                  <a:ext uri="{FF2B5EF4-FFF2-40B4-BE49-F238E27FC236}">
                    <a16:creationId xmlns:a16="http://schemas.microsoft.com/office/drawing/2014/main" id="{8CC8A83F-DE6E-89BC-F317-A26C2C8A8982}"/>
                  </a:ext>
                </a:extLst>
              </p:cNvPr>
              <p:cNvSpPr/>
              <p:nvPr/>
            </p:nvSpPr>
            <p:spPr>
              <a:xfrm>
                <a:off x="9278017" y="5527276"/>
                <a:ext cx="6343" cy="6345"/>
              </a:xfrm>
              <a:custGeom>
                <a:avLst/>
                <a:gdLst>
                  <a:gd name="connsiteX0" fmla="*/ 3398 w 6343"/>
                  <a:gd name="connsiteY0" fmla="*/ 6507 h 6345"/>
                  <a:gd name="connsiteX1" fmla="*/ 5640 w 6343"/>
                  <a:gd name="connsiteY1" fmla="*/ 5578 h 6345"/>
                  <a:gd name="connsiteX2" fmla="*/ 6569 w 6343"/>
                  <a:gd name="connsiteY2" fmla="*/ 3334 h 6345"/>
                  <a:gd name="connsiteX3" fmla="*/ 5640 w 6343"/>
                  <a:gd name="connsiteY3" fmla="*/ 1091 h 6345"/>
                  <a:gd name="connsiteX4" fmla="*/ 3398 w 6343"/>
                  <a:gd name="connsiteY4" fmla="*/ 161 h 6345"/>
                  <a:gd name="connsiteX5" fmla="*/ 1155 w 6343"/>
                  <a:gd name="connsiteY5" fmla="*/ 1091 h 6345"/>
                  <a:gd name="connsiteX6" fmla="*/ 226 w 6343"/>
                  <a:gd name="connsiteY6" fmla="*/ 3334 h 6345"/>
                  <a:gd name="connsiteX7" fmla="*/ 1155 w 6343"/>
                  <a:gd name="connsiteY7" fmla="*/ 5578 h 6345"/>
                  <a:gd name="connsiteX8" fmla="*/ 339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7"/>
                    </a:moveTo>
                    <a:cubicBezTo>
                      <a:pt x="4239" y="6507"/>
                      <a:pt x="5046" y="6172"/>
                      <a:pt x="5640" y="5578"/>
                    </a:cubicBezTo>
                    <a:cubicBezTo>
                      <a:pt x="6235" y="4983"/>
                      <a:pt x="6569" y="4175"/>
                      <a:pt x="6569" y="3334"/>
                    </a:cubicBezTo>
                    <a:cubicBezTo>
                      <a:pt x="6569" y="2493"/>
                      <a:pt x="6235" y="1686"/>
                      <a:pt x="5640" y="1091"/>
                    </a:cubicBezTo>
                    <a:cubicBezTo>
                      <a:pt x="5046" y="496"/>
                      <a:pt x="4239" y="161"/>
                      <a:pt x="3398" y="161"/>
                    </a:cubicBezTo>
                    <a:cubicBezTo>
                      <a:pt x="2557" y="161"/>
                      <a:pt x="1750" y="496"/>
                      <a:pt x="1155" y="1091"/>
                    </a:cubicBezTo>
                    <a:cubicBezTo>
                      <a:pt x="560" y="1686"/>
                      <a:pt x="226" y="2493"/>
                      <a:pt x="226" y="3334"/>
                    </a:cubicBezTo>
                    <a:cubicBezTo>
                      <a:pt x="226" y="4175"/>
                      <a:pt x="560" y="4983"/>
                      <a:pt x="1155" y="5578"/>
                    </a:cubicBezTo>
                    <a:cubicBezTo>
                      <a:pt x="1750" y="6172"/>
                      <a:pt x="2557" y="6507"/>
                      <a:pt x="339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90" name="Freeform: Shape 15289">
                <a:extLst>
                  <a:ext uri="{FF2B5EF4-FFF2-40B4-BE49-F238E27FC236}">
                    <a16:creationId xmlns:a16="http://schemas.microsoft.com/office/drawing/2014/main" id="{47D37150-A6F2-4CFD-EA1E-C7A4D3B74118}"/>
                  </a:ext>
                </a:extLst>
              </p:cNvPr>
              <p:cNvSpPr/>
              <p:nvPr/>
            </p:nvSpPr>
            <p:spPr>
              <a:xfrm>
                <a:off x="9276268" y="5526695"/>
                <a:ext cx="6343" cy="6345"/>
              </a:xfrm>
              <a:custGeom>
                <a:avLst/>
                <a:gdLst>
                  <a:gd name="connsiteX0" fmla="*/ 3398 w 6343"/>
                  <a:gd name="connsiteY0" fmla="*/ 6507 h 6345"/>
                  <a:gd name="connsiteX1" fmla="*/ 5640 w 6343"/>
                  <a:gd name="connsiteY1" fmla="*/ 5577 h 6345"/>
                  <a:gd name="connsiteX2" fmla="*/ 6569 w 6343"/>
                  <a:gd name="connsiteY2" fmla="*/ 3334 h 6345"/>
                  <a:gd name="connsiteX3" fmla="*/ 5640 w 6343"/>
                  <a:gd name="connsiteY3" fmla="*/ 1091 h 6345"/>
                  <a:gd name="connsiteX4" fmla="*/ 3398 w 6343"/>
                  <a:gd name="connsiteY4" fmla="*/ 161 h 6345"/>
                  <a:gd name="connsiteX5" fmla="*/ 1155 w 6343"/>
                  <a:gd name="connsiteY5" fmla="*/ 1091 h 6345"/>
                  <a:gd name="connsiteX6" fmla="*/ 226 w 6343"/>
                  <a:gd name="connsiteY6" fmla="*/ 3334 h 6345"/>
                  <a:gd name="connsiteX7" fmla="*/ 1155 w 6343"/>
                  <a:gd name="connsiteY7" fmla="*/ 5577 h 6345"/>
                  <a:gd name="connsiteX8" fmla="*/ 339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7"/>
                    </a:moveTo>
                    <a:cubicBezTo>
                      <a:pt x="4239" y="6507"/>
                      <a:pt x="5045" y="6172"/>
                      <a:pt x="5640" y="5577"/>
                    </a:cubicBezTo>
                    <a:cubicBezTo>
                      <a:pt x="6235" y="4982"/>
                      <a:pt x="6569" y="4175"/>
                      <a:pt x="6569" y="3334"/>
                    </a:cubicBezTo>
                    <a:cubicBezTo>
                      <a:pt x="6569" y="2493"/>
                      <a:pt x="6235" y="1686"/>
                      <a:pt x="5640" y="1091"/>
                    </a:cubicBezTo>
                    <a:cubicBezTo>
                      <a:pt x="5045" y="496"/>
                      <a:pt x="4239" y="161"/>
                      <a:pt x="3398" y="161"/>
                    </a:cubicBezTo>
                    <a:cubicBezTo>
                      <a:pt x="2556" y="161"/>
                      <a:pt x="1750" y="496"/>
                      <a:pt x="1155" y="1091"/>
                    </a:cubicBezTo>
                    <a:cubicBezTo>
                      <a:pt x="560" y="1686"/>
                      <a:pt x="226" y="2493"/>
                      <a:pt x="226" y="3334"/>
                    </a:cubicBezTo>
                    <a:cubicBezTo>
                      <a:pt x="226" y="4175"/>
                      <a:pt x="560" y="4982"/>
                      <a:pt x="1155" y="5577"/>
                    </a:cubicBezTo>
                    <a:cubicBezTo>
                      <a:pt x="1750" y="6172"/>
                      <a:pt x="2556" y="6507"/>
                      <a:pt x="339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91" name="Freeform: Shape 15290">
                <a:extLst>
                  <a:ext uri="{FF2B5EF4-FFF2-40B4-BE49-F238E27FC236}">
                    <a16:creationId xmlns:a16="http://schemas.microsoft.com/office/drawing/2014/main" id="{72729B1B-C91F-073A-BF48-FFBAE873C92E}"/>
                  </a:ext>
                </a:extLst>
              </p:cNvPr>
              <p:cNvSpPr/>
              <p:nvPr/>
            </p:nvSpPr>
            <p:spPr>
              <a:xfrm>
                <a:off x="9274448" y="5526200"/>
                <a:ext cx="6343" cy="6345"/>
              </a:xfrm>
              <a:custGeom>
                <a:avLst/>
                <a:gdLst>
                  <a:gd name="connsiteX0" fmla="*/ 3397 w 6343"/>
                  <a:gd name="connsiteY0" fmla="*/ 6507 h 6345"/>
                  <a:gd name="connsiteX1" fmla="*/ 5640 w 6343"/>
                  <a:gd name="connsiteY1" fmla="*/ 5577 h 6345"/>
                  <a:gd name="connsiteX2" fmla="*/ 6569 w 6343"/>
                  <a:gd name="connsiteY2" fmla="*/ 3334 h 6345"/>
                  <a:gd name="connsiteX3" fmla="*/ 5640 w 6343"/>
                  <a:gd name="connsiteY3" fmla="*/ 1091 h 6345"/>
                  <a:gd name="connsiteX4" fmla="*/ 3397 w 6343"/>
                  <a:gd name="connsiteY4" fmla="*/ 161 h 6345"/>
                  <a:gd name="connsiteX5" fmla="*/ 1155 w 6343"/>
                  <a:gd name="connsiteY5" fmla="*/ 1091 h 6345"/>
                  <a:gd name="connsiteX6" fmla="*/ 226 w 6343"/>
                  <a:gd name="connsiteY6" fmla="*/ 3334 h 6345"/>
                  <a:gd name="connsiteX7" fmla="*/ 1155 w 6343"/>
                  <a:gd name="connsiteY7" fmla="*/ 5577 h 6345"/>
                  <a:gd name="connsiteX8" fmla="*/ 339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7"/>
                    </a:moveTo>
                    <a:cubicBezTo>
                      <a:pt x="4239" y="6507"/>
                      <a:pt x="5045" y="6172"/>
                      <a:pt x="5640" y="5577"/>
                    </a:cubicBezTo>
                    <a:cubicBezTo>
                      <a:pt x="6235" y="4982"/>
                      <a:pt x="6569" y="4175"/>
                      <a:pt x="6569" y="3334"/>
                    </a:cubicBezTo>
                    <a:cubicBezTo>
                      <a:pt x="6569" y="2493"/>
                      <a:pt x="6235" y="1686"/>
                      <a:pt x="5640" y="1091"/>
                    </a:cubicBezTo>
                    <a:cubicBezTo>
                      <a:pt x="5045" y="496"/>
                      <a:pt x="4239" y="161"/>
                      <a:pt x="3397" y="161"/>
                    </a:cubicBezTo>
                    <a:cubicBezTo>
                      <a:pt x="2556" y="161"/>
                      <a:pt x="1750" y="496"/>
                      <a:pt x="1155" y="1091"/>
                    </a:cubicBezTo>
                    <a:cubicBezTo>
                      <a:pt x="560" y="1686"/>
                      <a:pt x="226" y="2493"/>
                      <a:pt x="226" y="3334"/>
                    </a:cubicBezTo>
                    <a:cubicBezTo>
                      <a:pt x="226" y="4175"/>
                      <a:pt x="560" y="4982"/>
                      <a:pt x="1155" y="5577"/>
                    </a:cubicBezTo>
                    <a:cubicBezTo>
                      <a:pt x="1750" y="6172"/>
                      <a:pt x="2556" y="6507"/>
                      <a:pt x="339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92" name="Freeform: Shape 15291">
                <a:extLst>
                  <a:ext uri="{FF2B5EF4-FFF2-40B4-BE49-F238E27FC236}">
                    <a16:creationId xmlns:a16="http://schemas.microsoft.com/office/drawing/2014/main" id="{BB322A2A-1054-8728-E99B-578E540D49D7}"/>
                  </a:ext>
                </a:extLst>
              </p:cNvPr>
              <p:cNvSpPr/>
              <p:nvPr/>
            </p:nvSpPr>
            <p:spPr>
              <a:xfrm>
                <a:off x="9272846" y="5525397"/>
                <a:ext cx="6343" cy="6345"/>
              </a:xfrm>
              <a:custGeom>
                <a:avLst/>
                <a:gdLst>
                  <a:gd name="connsiteX0" fmla="*/ 3397 w 6343"/>
                  <a:gd name="connsiteY0" fmla="*/ 6507 h 6345"/>
                  <a:gd name="connsiteX1" fmla="*/ 5640 w 6343"/>
                  <a:gd name="connsiteY1" fmla="*/ 5577 h 6345"/>
                  <a:gd name="connsiteX2" fmla="*/ 6569 w 6343"/>
                  <a:gd name="connsiteY2" fmla="*/ 3334 h 6345"/>
                  <a:gd name="connsiteX3" fmla="*/ 5640 w 6343"/>
                  <a:gd name="connsiteY3" fmla="*/ 1090 h 6345"/>
                  <a:gd name="connsiteX4" fmla="*/ 3397 w 6343"/>
                  <a:gd name="connsiteY4" fmla="*/ 161 h 6345"/>
                  <a:gd name="connsiteX5" fmla="*/ 1155 w 6343"/>
                  <a:gd name="connsiteY5" fmla="*/ 1090 h 6345"/>
                  <a:gd name="connsiteX6" fmla="*/ 226 w 6343"/>
                  <a:gd name="connsiteY6" fmla="*/ 3334 h 6345"/>
                  <a:gd name="connsiteX7" fmla="*/ 1155 w 6343"/>
                  <a:gd name="connsiteY7" fmla="*/ 5577 h 6345"/>
                  <a:gd name="connsiteX8" fmla="*/ 339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7"/>
                    </a:moveTo>
                    <a:cubicBezTo>
                      <a:pt x="4238" y="6507"/>
                      <a:pt x="5045" y="6172"/>
                      <a:pt x="5640" y="5577"/>
                    </a:cubicBezTo>
                    <a:cubicBezTo>
                      <a:pt x="6235" y="4982"/>
                      <a:pt x="6569" y="4175"/>
                      <a:pt x="6569" y="3334"/>
                    </a:cubicBezTo>
                    <a:cubicBezTo>
                      <a:pt x="6569" y="2493"/>
                      <a:pt x="6235" y="1685"/>
                      <a:pt x="5640" y="1090"/>
                    </a:cubicBezTo>
                    <a:cubicBezTo>
                      <a:pt x="5045" y="496"/>
                      <a:pt x="4238" y="161"/>
                      <a:pt x="3397" y="161"/>
                    </a:cubicBezTo>
                    <a:cubicBezTo>
                      <a:pt x="2556" y="161"/>
                      <a:pt x="1749" y="496"/>
                      <a:pt x="1155" y="1090"/>
                    </a:cubicBezTo>
                    <a:cubicBezTo>
                      <a:pt x="560" y="1685"/>
                      <a:pt x="226" y="2493"/>
                      <a:pt x="226" y="3334"/>
                    </a:cubicBezTo>
                    <a:cubicBezTo>
                      <a:pt x="226" y="4175"/>
                      <a:pt x="560" y="4982"/>
                      <a:pt x="1155" y="5577"/>
                    </a:cubicBezTo>
                    <a:cubicBezTo>
                      <a:pt x="1749" y="6172"/>
                      <a:pt x="2556" y="6507"/>
                      <a:pt x="339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93" name="Freeform: Shape 15292">
                <a:extLst>
                  <a:ext uri="{FF2B5EF4-FFF2-40B4-BE49-F238E27FC236}">
                    <a16:creationId xmlns:a16="http://schemas.microsoft.com/office/drawing/2014/main" id="{3B75368B-151B-9176-99C6-CACBA69139B6}"/>
                  </a:ext>
                </a:extLst>
              </p:cNvPr>
              <p:cNvSpPr/>
              <p:nvPr/>
            </p:nvSpPr>
            <p:spPr>
              <a:xfrm>
                <a:off x="9271210" y="5524632"/>
                <a:ext cx="6343" cy="6345"/>
              </a:xfrm>
              <a:custGeom>
                <a:avLst/>
                <a:gdLst>
                  <a:gd name="connsiteX0" fmla="*/ 3397 w 6343"/>
                  <a:gd name="connsiteY0" fmla="*/ 6507 h 6345"/>
                  <a:gd name="connsiteX1" fmla="*/ 5640 w 6343"/>
                  <a:gd name="connsiteY1" fmla="*/ 5577 h 6345"/>
                  <a:gd name="connsiteX2" fmla="*/ 6569 w 6343"/>
                  <a:gd name="connsiteY2" fmla="*/ 3334 h 6345"/>
                  <a:gd name="connsiteX3" fmla="*/ 5640 w 6343"/>
                  <a:gd name="connsiteY3" fmla="*/ 1090 h 6345"/>
                  <a:gd name="connsiteX4" fmla="*/ 3397 w 6343"/>
                  <a:gd name="connsiteY4" fmla="*/ 161 h 6345"/>
                  <a:gd name="connsiteX5" fmla="*/ 1155 w 6343"/>
                  <a:gd name="connsiteY5" fmla="*/ 1090 h 6345"/>
                  <a:gd name="connsiteX6" fmla="*/ 226 w 6343"/>
                  <a:gd name="connsiteY6" fmla="*/ 3334 h 6345"/>
                  <a:gd name="connsiteX7" fmla="*/ 1155 w 6343"/>
                  <a:gd name="connsiteY7" fmla="*/ 5577 h 6345"/>
                  <a:gd name="connsiteX8" fmla="*/ 339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7"/>
                    </a:moveTo>
                    <a:cubicBezTo>
                      <a:pt x="4238" y="6507"/>
                      <a:pt x="5045" y="6172"/>
                      <a:pt x="5640" y="5577"/>
                    </a:cubicBezTo>
                    <a:cubicBezTo>
                      <a:pt x="6235" y="4982"/>
                      <a:pt x="6569" y="4175"/>
                      <a:pt x="6569" y="3334"/>
                    </a:cubicBezTo>
                    <a:cubicBezTo>
                      <a:pt x="6569" y="2492"/>
                      <a:pt x="6235" y="1685"/>
                      <a:pt x="5640" y="1090"/>
                    </a:cubicBezTo>
                    <a:cubicBezTo>
                      <a:pt x="5045" y="495"/>
                      <a:pt x="4238" y="161"/>
                      <a:pt x="3397" y="161"/>
                    </a:cubicBezTo>
                    <a:cubicBezTo>
                      <a:pt x="2556" y="161"/>
                      <a:pt x="1749" y="495"/>
                      <a:pt x="1155" y="1090"/>
                    </a:cubicBezTo>
                    <a:cubicBezTo>
                      <a:pt x="560" y="1685"/>
                      <a:pt x="226" y="2492"/>
                      <a:pt x="226" y="3334"/>
                    </a:cubicBezTo>
                    <a:cubicBezTo>
                      <a:pt x="226" y="4175"/>
                      <a:pt x="560" y="4982"/>
                      <a:pt x="1155" y="5577"/>
                    </a:cubicBezTo>
                    <a:cubicBezTo>
                      <a:pt x="1749" y="6172"/>
                      <a:pt x="2556" y="6507"/>
                      <a:pt x="339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94" name="Freeform: Shape 15293">
                <a:extLst>
                  <a:ext uri="{FF2B5EF4-FFF2-40B4-BE49-F238E27FC236}">
                    <a16:creationId xmlns:a16="http://schemas.microsoft.com/office/drawing/2014/main" id="{0740EA0F-8CB9-1E12-0501-1345BC86DFFC}"/>
                  </a:ext>
                </a:extLst>
              </p:cNvPr>
              <p:cNvSpPr/>
              <p:nvPr/>
            </p:nvSpPr>
            <p:spPr>
              <a:xfrm>
                <a:off x="9269651" y="5523758"/>
                <a:ext cx="6343" cy="6345"/>
              </a:xfrm>
              <a:custGeom>
                <a:avLst/>
                <a:gdLst>
                  <a:gd name="connsiteX0" fmla="*/ 3397 w 6343"/>
                  <a:gd name="connsiteY0" fmla="*/ 6506 h 6345"/>
                  <a:gd name="connsiteX1" fmla="*/ 5640 w 6343"/>
                  <a:gd name="connsiteY1" fmla="*/ 5577 h 6345"/>
                  <a:gd name="connsiteX2" fmla="*/ 6569 w 6343"/>
                  <a:gd name="connsiteY2" fmla="*/ 3334 h 6345"/>
                  <a:gd name="connsiteX3" fmla="*/ 5640 w 6343"/>
                  <a:gd name="connsiteY3" fmla="*/ 1090 h 6345"/>
                  <a:gd name="connsiteX4" fmla="*/ 3397 w 6343"/>
                  <a:gd name="connsiteY4" fmla="*/ 161 h 6345"/>
                  <a:gd name="connsiteX5" fmla="*/ 1154 w 6343"/>
                  <a:gd name="connsiteY5" fmla="*/ 1090 h 6345"/>
                  <a:gd name="connsiteX6" fmla="*/ 225 w 6343"/>
                  <a:gd name="connsiteY6" fmla="*/ 3334 h 6345"/>
                  <a:gd name="connsiteX7" fmla="*/ 1154 w 6343"/>
                  <a:gd name="connsiteY7" fmla="*/ 5577 h 6345"/>
                  <a:gd name="connsiteX8" fmla="*/ 339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6"/>
                    </a:moveTo>
                    <a:cubicBezTo>
                      <a:pt x="4238" y="6506"/>
                      <a:pt x="5045" y="6172"/>
                      <a:pt x="5640" y="5577"/>
                    </a:cubicBezTo>
                    <a:cubicBezTo>
                      <a:pt x="6234" y="4982"/>
                      <a:pt x="6569" y="4175"/>
                      <a:pt x="6569" y="3334"/>
                    </a:cubicBezTo>
                    <a:cubicBezTo>
                      <a:pt x="6569" y="2492"/>
                      <a:pt x="6234" y="1685"/>
                      <a:pt x="5640" y="1090"/>
                    </a:cubicBezTo>
                    <a:cubicBezTo>
                      <a:pt x="5045" y="495"/>
                      <a:pt x="4238" y="161"/>
                      <a:pt x="3397" y="161"/>
                    </a:cubicBezTo>
                    <a:cubicBezTo>
                      <a:pt x="2556" y="161"/>
                      <a:pt x="1749" y="495"/>
                      <a:pt x="1154" y="1090"/>
                    </a:cubicBezTo>
                    <a:cubicBezTo>
                      <a:pt x="560" y="1685"/>
                      <a:pt x="225" y="2492"/>
                      <a:pt x="225" y="3334"/>
                    </a:cubicBezTo>
                    <a:cubicBezTo>
                      <a:pt x="225" y="4175"/>
                      <a:pt x="560" y="4982"/>
                      <a:pt x="1154" y="5577"/>
                    </a:cubicBezTo>
                    <a:cubicBezTo>
                      <a:pt x="1749" y="6172"/>
                      <a:pt x="2556" y="6506"/>
                      <a:pt x="339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95" name="Freeform: Shape 15294">
                <a:extLst>
                  <a:ext uri="{FF2B5EF4-FFF2-40B4-BE49-F238E27FC236}">
                    <a16:creationId xmlns:a16="http://schemas.microsoft.com/office/drawing/2014/main" id="{A007FDCF-1AB2-28A6-A96C-5A88A6D16E4D}"/>
                  </a:ext>
                </a:extLst>
              </p:cNvPr>
              <p:cNvSpPr/>
              <p:nvPr/>
            </p:nvSpPr>
            <p:spPr>
              <a:xfrm>
                <a:off x="9267650" y="5523454"/>
                <a:ext cx="6343" cy="6345"/>
              </a:xfrm>
              <a:custGeom>
                <a:avLst/>
                <a:gdLst>
                  <a:gd name="connsiteX0" fmla="*/ 3397 w 6343"/>
                  <a:gd name="connsiteY0" fmla="*/ 6506 h 6345"/>
                  <a:gd name="connsiteX1" fmla="*/ 5640 w 6343"/>
                  <a:gd name="connsiteY1" fmla="*/ 5577 h 6345"/>
                  <a:gd name="connsiteX2" fmla="*/ 6568 w 6343"/>
                  <a:gd name="connsiteY2" fmla="*/ 3334 h 6345"/>
                  <a:gd name="connsiteX3" fmla="*/ 5640 w 6343"/>
                  <a:gd name="connsiteY3" fmla="*/ 1090 h 6345"/>
                  <a:gd name="connsiteX4" fmla="*/ 3397 w 6343"/>
                  <a:gd name="connsiteY4" fmla="*/ 161 h 6345"/>
                  <a:gd name="connsiteX5" fmla="*/ 1154 w 6343"/>
                  <a:gd name="connsiteY5" fmla="*/ 1090 h 6345"/>
                  <a:gd name="connsiteX6" fmla="*/ 225 w 6343"/>
                  <a:gd name="connsiteY6" fmla="*/ 3334 h 6345"/>
                  <a:gd name="connsiteX7" fmla="*/ 1154 w 6343"/>
                  <a:gd name="connsiteY7" fmla="*/ 5577 h 6345"/>
                  <a:gd name="connsiteX8" fmla="*/ 339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6"/>
                    </a:moveTo>
                    <a:cubicBezTo>
                      <a:pt x="4238" y="6506"/>
                      <a:pt x="5045" y="6172"/>
                      <a:pt x="5640" y="5577"/>
                    </a:cubicBezTo>
                    <a:cubicBezTo>
                      <a:pt x="6234" y="4982"/>
                      <a:pt x="6568" y="4175"/>
                      <a:pt x="6568" y="3334"/>
                    </a:cubicBezTo>
                    <a:cubicBezTo>
                      <a:pt x="6568" y="2492"/>
                      <a:pt x="6234" y="1685"/>
                      <a:pt x="5640" y="1090"/>
                    </a:cubicBezTo>
                    <a:cubicBezTo>
                      <a:pt x="5045" y="495"/>
                      <a:pt x="4238" y="161"/>
                      <a:pt x="3397" y="161"/>
                    </a:cubicBezTo>
                    <a:cubicBezTo>
                      <a:pt x="2556" y="161"/>
                      <a:pt x="1749" y="495"/>
                      <a:pt x="1154" y="1090"/>
                    </a:cubicBezTo>
                    <a:cubicBezTo>
                      <a:pt x="560" y="1685"/>
                      <a:pt x="225" y="2492"/>
                      <a:pt x="225" y="3334"/>
                    </a:cubicBezTo>
                    <a:cubicBezTo>
                      <a:pt x="225" y="4175"/>
                      <a:pt x="560" y="4982"/>
                      <a:pt x="1154" y="5577"/>
                    </a:cubicBezTo>
                    <a:cubicBezTo>
                      <a:pt x="1749" y="6172"/>
                      <a:pt x="2556" y="6506"/>
                      <a:pt x="339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96" name="Freeform: Shape 15295">
                <a:extLst>
                  <a:ext uri="{FF2B5EF4-FFF2-40B4-BE49-F238E27FC236}">
                    <a16:creationId xmlns:a16="http://schemas.microsoft.com/office/drawing/2014/main" id="{A134AB2E-FCF2-A4F1-D0DE-7B00489DB735}"/>
                  </a:ext>
                </a:extLst>
              </p:cNvPr>
              <p:cNvSpPr/>
              <p:nvPr/>
            </p:nvSpPr>
            <p:spPr>
              <a:xfrm>
                <a:off x="9265459" y="5523373"/>
                <a:ext cx="6343" cy="6345"/>
              </a:xfrm>
              <a:custGeom>
                <a:avLst/>
                <a:gdLst>
                  <a:gd name="connsiteX0" fmla="*/ 3397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4 h 6345"/>
                  <a:gd name="connsiteX3" fmla="*/ 5639 w 6343"/>
                  <a:gd name="connsiteY3" fmla="*/ 1090 h 6345"/>
                  <a:gd name="connsiteX4" fmla="*/ 3397 w 6343"/>
                  <a:gd name="connsiteY4" fmla="*/ 161 h 6345"/>
                  <a:gd name="connsiteX5" fmla="*/ 1154 w 6343"/>
                  <a:gd name="connsiteY5" fmla="*/ 1090 h 6345"/>
                  <a:gd name="connsiteX6" fmla="*/ 225 w 6343"/>
                  <a:gd name="connsiteY6" fmla="*/ 3334 h 6345"/>
                  <a:gd name="connsiteX7" fmla="*/ 1154 w 6343"/>
                  <a:gd name="connsiteY7" fmla="*/ 5577 h 6345"/>
                  <a:gd name="connsiteX8" fmla="*/ 339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6"/>
                    </a:moveTo>
                    <a:cubicBezTo>
                      <a:pt x="4238" y="6506"/>
                      <a:pt x="5045" y="6172"/>
                      <a:pt x="5639" y="5577"/>
                    </a:cubicBezTo>
                    <a:cubicBezTo>
                      <a:pt x="6234" y="4982"/>
                      <a:pt x="6568" y="4175"/>
                      <a:pt x="6568" y="3334"/>
                    </a:cubicBezTo>
                    <a:cubicBezTo>
                      <a:pt x="6568" y="2492"/>
                      <a:pt x="6234" y="1685"/>
                      <a:pt x="5639" y="1090"/>
                    </a:cubicBezTo>
                    <a:cubicBezTo>
                      <a:pt x="5045" y="495"/>
                      <a:pt x="4238" y="161"/>
                      <a:pt x="3397" y="161"/>
                    </a:cubicBezTo>
                    <a:cubicBezTo>
                      <a:pt x="2556" y="161"/>
                      <a:pt x="1749" y="495"/>
                      <a:pt x="1154" y="1090"/>
                    </a:cubicBezTo>
                    <a:cubicBezTo>
                      <a:pt x="559" y="1685"/>
                      <a:pt x="225" y="2492"/>
                      <a:pt x="225" y="3334"/>
                    </a:cubicBezTo>
                    <a:cubicBezTo>
                      <a:pt x="225" y="4175"/>
                      <a:pt x="559" y="4982"/>
                      <a:pt x="1154" y="5577"/>
                    </a:cubicBezTo>
                    <a:cubicBezTo>
                      <a:pt x="1749" y="6172"/>
                      <a:pt x="2556" y="6506"/>
                      <a:pt x="339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97" name="Freeform: Shape 15296">
                <a:extLst>
                  <a:ext uri="{FF2B5EF4-FFF2-40B4-BE49-F238E27FC236}">
                    <a16:creationId xmlns:a16="http://schemas.microsoft.com/office/drawing/2014/main" id="{1E2EF01B-222E-1F8F-1B96-B2F83076185B}"/>
                  </a:ext>
                </a:extLst>
              </p:cNvPr>
              <p:cNvSpPr/>
              <p:nvPr/>
            </p:nvSpPr>
            <p:spPr>
              <a:xfrm>
                <a:off x="9263678" y="5522748"/>
                <a:ext cx="6343" cy="6345"/>
              </a:xfrm>
              <a:custGeom>
                <a:avLst/>
                <a:gdLst>
                  <a:gd name="connsiteX0" fmla="*/ 3397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4 h 6345"/>
                  <a:gd name="connsiteX3" fmla="*/ 5639 w 6343"/>
                  <a:gd name="connsiteY3" fmla="*/ 1090 h 6345"/>
                  <a:gd name="connsiteX4" fmla="*/ 3397 w 6343"/>
                  <a:gd name="connsiteY4" fmla="*/ 161 h 6345"/>
                  <a:gd name="connsiteX5" fmla="*/ 1154 w 6343"/>
                  <a:gd name="connsiteY5" fmla="*/ 1090 h 6345"/>
                  <a:gd name="connsiteX6" fmla="*/ 225 w 6343"/>
                  <a:gd name="connsiteY6" fmla="*/ 3334 h 6345"/>
                  <a:gd name="connsiteX7" fmla="*/ 1154 w 6343"/>
                  <a:gd name="connsiteY7" fmla="*/ 5577 h 6345"/>
                  <a:gd name="connsiteX8" fmla="*/ 339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6"/>
                    </a:moveTo>
                    <a:cubicBezTo>
                      <a:pt x="4238" y="6506"/>
                      <a:pt x="5044" y="6172"/>
                      <a:pt x="5639" y="5577"/>
                    </a:cubicBezTo>
                    <a:cubicBezTo>
                      <a:pt x="6234" y="4982"/>
                      <a:pt x="6568" y="4175"/>
                      <a:pt x="6568" y="3334"/>
                    </a:cubicBezTo>
                    <a:cubicBezTo>
                      <a:pt x="6568" y="2492"/>
                      <a:pt x="6234" y="1685"/>
                      <a:pt x="5639" y="1090"/>
                    </a:cubicBezTo>
                    <a:cubicBezTo>
                      <a:pt x="5044" y="495"/>
                      <a:pt x="4238" y="161"/>
                      <a:pt x="3397" y="161"/>
                    </a:cubicBezTo>
                    <a:cubicBezTo>
                      <a:pt x="2555" y="161"/>
                      <a:pt x="1749" y="495"/>
                      <a:pt x="1154" y="1090"/>
                    </a:cubicBezTo>
                    <a:cubicBezTo>
                      <a:pt x="559" y="1685"/>
                      <a:pt x="225" y="2492"/>
                      <a:pt x="225" y="3334"/>
                    </a:cubicBezTo>
                    <a:cubicBezTo>
                      <a:pt x="225" y="4175"/>
                      <a:pt x="559" y="4982"/>
                      <a:pt x="1154" y="5577"/>
                    </a:cubicBezTo>
                    <a:cubicBezTo>
                      <a:pt x="1749" y="6172"/>
                      <a:pt x="2555" y="6506"/>
                      <a:pt x="339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98" name="Freeform: Shape 15297">
                <a:extLst>
                  <a:ext uri="{FF2B5EF4-FFF2-40B4-BE49-F238E27FC236}">
                    <a16:creationId xmlns:a16="http://schemas.microsoft.com/office/drawing/2014/main" id="{356BE17A-B63F-D4DC-A5D5-A02B663BBF0E}"/>
                  </a:ext>
                </a:extLst>
              </p:cNvPr>
              <p:cNvSpPr/>
              <p:nvPr/>
            </p:nvSpPr>
            <p:spPr>
              <a:xfrm>
                <a:off x="9261784" y="5522253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4 h 6345"/>
                  <a:gd name="connsiteX3" fmla="*/ 5639 w 6343"/>
                  <a:gd name="connsiteY3" fmla="*/ 1090 h 6345"/>
                  <a:gd name="connsiteX4" fmla="*/ 3396 w 6343"/>
                  <a:gd name="connsiteY4" fmla="*/ 161 h 6345"/>
                  <a:gd name="connsiteX5" fmla="*/ 1154 w 6343"/>
                  <a:gd name="connsiteY5" fmla="*/ 1090 h 6345"/>
                  <a:gd name="connsiteX6" fmla="*/ 225 w 6343"/>
                  <a:gd name="connsiteY6" fmla="*/ 3334 h 6345"/>
                  <a:gd name="connsiteX7" fmla="*/ 1154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8" y="6506"/>
                      <a:pt x="5044" y="6172"/>
                      <a:pt x="5639" y="5577"/>
                    </a:cubicBezTo>
                    <a:cubicBezTo>
                      <a:pt x="6234" y="4982"/>
                      <a:pt x="6568" y="4175"/>
                      <a:pt x="6568" y="3334"/>
                    </a:cubicBezTo>
                    <a:cubicBezTo>
                      <a:pt x="6568" y="2492"/>
                      <a:pt x="6234" y="1685"/>
                      <a:pt x="5639" y="1090"/>
                    </a:cubicBezTo>
                    <a:cubicBezTo>
                      <a:pt x="5044" y="495"/>
                      <a:pt x="4238" y="161"/>
                      <a:pt x="3396" y="161"/>
                    </a:cubicBezTo>
                    <a:cubicBezTo>
                      <a:pt x="2555" y="161"/>
                      <a:pt x="1749" y="495"/>
                      <a:pt x="1154" y="1090"/>
                    </a:cubicBezTo>
                    <a:cubicBezTo>
                      <a:pt x="559" y="1685"/>
                      <a:pt x="225" y="2492"/>
                      <a:pt x="225" y="3334"/>
                    </a:cubicBezTo>
                    <a:cubicBezTo>
                      <a:pt x="225" y="4175"/>
                      <a:pt x="559" y="4982"/>
                      <a:pt x="1154" y="5577"/>
                    </a:cubicBezTo>
                    <a:cubicBezTo>
                      <a:pt x="1749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99" name="Freeform: Shape 15298">
                <a:extLst>
                  <a:ext uri="{FF2B5EF4-FFF2-40B4-BE49-F238E27FC236}">
                    <a16:creationId xmlns:a16="http://schemas.microsoft.com/office/drawing/2014/main" id="{1BCD92E1-BB12-8574-2C7F-A32E8F3D3E9B}"/>
                  </a:ext>
                </a:extLst>
              </p:cNvPr>
              <p:cNvSpPr/>
              <p:nvPr/>
            </p:nvSpPr>
            <p:spPr>
              <a:xfrm>
                <a:off x="9259888" y="5521743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4 h 6345"/>
                  <a:gd name="connsiteX3" fmla="*/ 5639 w 6343"/>
                  <a:gd name="connsiteY3" fmla="*/ 1090 h 6345"/>
                  <a:gd name="connsiteX4" fmla="*/ 3396 w 6343"/>
                  <a:gd name="connsiteY4" fmla="*/ 161 h 6345"/>
                  <a:gd name="connsiteX5" fmla="*/ 1154 w 6343"/>
                  <a:gd name="connsiteY5" fmla="*/ 1090 h 6345"/>
                  <a:gd name="connsiteX6" fmla="*/ 225 w 6343"/>
                  <a:gd name="connsiteY6" fmla="*/ 3334 h 6345"/>
                  <a:gd name="connsiteX7" fmla="*/ 1154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4" y="6172"/>
                      <a:pt x="5639" y="5577"/>
                    </a:cubicBezTo>
                    <a:cubicBezTo>
                      <a:pt x="6234" y="4982"/>
                      <a:pt x="6568" y="4175"/>
                      <a:pt x="6568" y="3334"/>
                    </a:cubicBezTo>
                    <a:cubicBezTo>
                      <a:pt x="6568" y="2492"/>
                      <a:pt x="6234" y="1685"/>
                      <a:pt x="5639" y="1090"/>
                    </a:cubicBezTo>
                    <a:cubicBezTo>
                      <a:pt x="5044" y="495"/>
                      <a:pt x="4237" y="161"/>
                      <a:pt x="3396" y="161"/>
                    </a:cubicBezTo>
                    <a:cubicBezTo>
                      <a:pt x="2555" y="161"/>
                      <a:pt x="1748" y="495"/>
                      <a:pt x="1154" y="1090"/>
                    </a:cubicBezTo>
                    <a:cubicBezTo>
                      <a:pt x="559" y="1685"/>
                      <a:pt x="225" y="2492"/>
                      <a:pt x="225" y="3334"/>
                    </a:cubicBezTo>
                    <a:cubicBezTo>
                      <a:pt x="225" y="4175"/>
                      <a:pt x="559" y="4982"/>
                      <a:pt x="1154" y="5577"/>
                    </a:cubicBezTo>
                    <a:cubicBezTo>
                      <a:pt x="1748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00" name="Freeform: Shape 15299">
                <a:extLst>
                  <a:ext uri="{FF2B5EF4-FFF2-40B4-BE49-F238E27FC236}">
                    <a16:creationId xmlns:a16="http://schemas.microsoft.com/office/drawing/2014/main" id="{ABE855CA-3161-FC46-F908-5A7DD268C241}"/>
                  </a:ext>
                </a:extLst>
              </p:cNvPr>
              <p:cNvSpPr/>
              <p:nvPr/>
            </p:nvSpPr>
            <p:spPr>
              <a:xfrm>
                <a:off x="9257954" y="5521266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4 h 6345"/>
                  <a:gd name="connsiteX3" fmla="*/ 5639 w 6343"/>
                  <a:gd name="connsiteY3" fmla="*/ 1090 h 6345"/>
                  <a:gd name="connsiteX4" fmla="*/ 3396 w 6343"/>
                  <a:gd name="connsiteY4" fmla="*/ 161 h 6345"/>
                  <a:gd name="connsiteX5" fmla="*/ 1153 w 6343"/>
                  <a:gd name="connsiteY5" fmla="*/ 1090 h 6345"/>
                  <a:gd name="connsiteX6" fmla="*/ 225 w 6343"/>
                  <a:gd name="connsiteY6" fmla="*/ 3334 h 6345"/>
                  <a:gd name="connsiteX7" fmla="*/ 1153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4" y="6172"/>
                      <a:pt x="5639" y="5577"/>
                    </a:cubicBezTo>
                    <a:cubicBezTo>
                      <a:pt x="6234" y="4982"/>
                      <a:pt x="6568" y="4175"/>
                      <a:pt x="6568" y="3334"/>
                    </a:cubicBezTo>
                    <a:cubicBezTo>
                      <a:pt x="6568" y="2492"/>
                      <a:pt x="6234" y="1685"/>
                      <a:pt x="5639" y="1090"/>
                    </a:cubicBezTo>
                    <a:cubicBezTo>
                      <a:pt x="5044" y="495"/>
                      <a:pt x="4237" y="161"/>
                      <a:pt x="3396" y="161"/>
                    </a:cubicBezTo>
                    <a:cubicBezTo>
                      <a:pt x="2555" y="161"/>
                      <a:pt x="1748" y="495"/>
                      <a:pt x="1153" y="1090"/>
                    </a:cubicBezTo>
                    <a:cubicBezTo>
                      <a:pt x="559" y="1685"/>
                      <a:pt x="225" y="2492"/>
                      <a:pt x="225" y="3334"/>
                    </a:cubicBezTo>
                    <a:cubicBezTo>
                      <a:pt x="225" y="4175"/>
                      <a:pt x="559" y="4982"/>
                      <a:pt x="1153" y="5577"/>
                    </a:cubicBezTo>
                    <a:cubicBezTo>
                      <a:pt x="1748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01" name="Freeform: Shape 15300">
                <a:extLst>
                  <a:ext uri="{FF2B5EF4-FFF2-40B4-BE49-F238E27FC236}">
                    <a16:creationId xmlns:a16="http://schemas.microsoft.com/office/drawing/2014/main" id="{305E6E54-861F-7AFE-FA6A-115FE15DDA1B}"/>
                  </a:ext>
                </a:extLst>
              </p:cNvPr>
              <p:cNvSpPr/>
              <p:nvPr/>
            </p:nvSpPr>
            <p:spPr>
              <a:xfrm>
                <a:off x="9255940" y="5520867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4 h 6345"/>
                  <a:gd name="connsiteX3" fmla="*/ 5639 w 6343"/>
                  <a:gd name="connsiteY3" fmla="*/ 1090 h 6345"/>
                  <a:gd name="connsiteX4" fmla="*/ 3396 w 6343"/>
                  <a:gd name="connsiteY4" fmla="*/ 161 h 6345"/>
                  <a:gd name="connsiteX5" fmla="*/ 1153 w 6343"/>
                  <a:gd name="connsiteY5" fmla="*/ 1090 h 6345"/>
                  <a:gd name="connsiteX6" fmla="*/ 224 w 6343"/>
                  <a:gd name="connsiteY6" fmla="*/ 3334 h 6345"/>
                  <a:gd name="connsiteX7" fmla="*/ 1153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4" y="6172"/>
                      <a:pt x="5639" y="5577"/>
                    </a:cubicBezTo>
                    <a:cubicBezTo>
                      <a:pt x="6233" y="4982"/>
                      <a:pt x="6568" y="4175"/>
                      <a:pt x="6568" y="3334"/>
                    </a:cubicBezTo>
                    <a:cubicBezTo>
                      <a:pt x="6568" y="2492"/>
                      <a:pt x="6233" y="1685"/>
                      <a:pt x="5639" y="1090"/>
                    </a:cubicBezTo>
                    <a:cubicBezTo>
                      <a:pt x="5044" y="495"/>
                      <a:pt x="4237" y="161"/>
                      <a:pt x="3396" y="161"/>
                    </a:cubicBezTo>
                    <a:cubicBezTo>
                      <a:pt x="2555" y="161"/>
                      <a:pt x="1748" y="495"/>
                      <a:pt x="1153" y="1090"/>
                    </a:cubicBezTo>
                    <a:cubicBezTo>
                      <a:pt x="559" y="1685"/>
                      <a:pt x="224" y="2492"/>
                      <a:pt x="224" y="3334"/>
                    </a:cubicBezTo>
                    <a:cubicBezTo>
                      <a:pt x="224" y="4175"/>
                      <a:pt x="559" y="4982"/>
                      <a:pt x="1153" y="5577"/>
                    </a:cubicBezTo>
                    <a:cubicBezTo>
                      <a:pt x="1748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02" name="Freeform: Shape 15301">
                <a:extLst>
                  <a:ext uri="{FF2B5EF4-FFF2-40B4-BE49-F238E27FC236}">
                    <a16:creationId xmlns:a16="http://schemas.microsoft.com/office/drawing/2014/main" id="{A9DF9C66-FE9C-D25D-F0C5-BD55792F53F8}"/>
                  </a:ext>
                </a:extLst>
              </p:cNvPr>
              <p:cNvSpPr/>
              <p:nvPr/>
            </p:nvSpPr>
            <p:spPr>
              <a:xfrm>
                <a:off x="9253847" y="5520545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4 h 6345"/>
                  <a:gd name="connsiteX3" fmla="*/ 5638 w 6343"/>
                  <a:gd name="connsiteY3" fmla="*/ 1090 h 6345"/>
                  <a:gd name="connsiteX4" fmla="*/ 3396 w 6343"/>
                  <a:gd name="connsiteY4" fmla="*/ 161 h 6345"/>
                  <a:gd name="connsiteX5" fmla="*/ 1153 w 6343"/>
                  <a:gd name="connsiteY5" fmla="*/ 1090 h 6345"/>
                  <a:gd name="connsiteX6" fmla="*/ 224 w 6343"/>
                  <a:gd name="connsiteY6" fmla="*/ 3334 h 6345"/>
                  <a:gd name="connsiteX7" fmla="*/ 1153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4" y="6172"/>
                      <a:pt x="5638" y="5577"/>
                    </a:cubicBezTo>
                    <a:cubicBezTo>
                      <a:pt x="6233" y="4982"/>
                      <a:pt x="6567" y="4175"/>
                      <a:pt x="6567" y="3334"/>
                    </a:cubicBezTo>
                    <a:cubicBezTo>
                      <a:pt x="6567" y="2492"/>
                      <a:pt x="6233" y="1685"/>
                      <a:pt x="5638" y="1090"/>
                    </a:cubicBezTo>
                    <a:cubicBezTo>
                      <a:pt x="5044" y="495"/>
                      <a:pt x="4237" y="161"/>
                      <a:pt x="3396" y="161"/>
                    </a:cubicBezTo>
                    <a:cubicBezTo>
                      <a:pt x="2555" y="161"/>
                      <a:pt x="1748" y="495"/>
                      <a:pt x="1153" y="1090"/>
                    </a:cubicBezTo>
                    <a:cubicBezTo>
                      <a:pt x="558" y="1685"/>
                      <a:pt x="224" y="2492"/>
                      <a:pt x="224" y="3334"/>
                    </a:cubicBezTo>
                    <a:cubicBezTo>
                      <a:pt x="224" y="4175"/>
                      <a:pt x="558" y="4982"/>
                      <a:pt x="1153" y="5577"/>
                    </a:cubicBezTo>
                    <a:cubicBezTo>
                      <a:pt x="1748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03" name="Freeform: Shape 15302">
                <a:extLst>
                  <a:ext uri="{FF2B5EF4-FFF2-40B4-BE49-F238E27FC236}">
                    <a16:creationId xmlns:a16="http://schemas.microsoft.com/office/drawing/2014/main" id="{9A265C7B-6836-9620-D5F6-2F040AC72023}"/>
                  </a:ext>
                </a:extLst>
              </p:cNvPr>
              <p:cNvSpPr/>
              <p:nvPr/>
            </p:nvSpPr>
            <p:spPr>
              <a:xfrm>
                <a:off x="9251789" y="5520159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4 h 6345"/>
                  <a:gd name="connsiteX3" fmla="*/ 5638 w 6343"/>
                  <a:gd name="connsiteY3" fmla="*/ 1090 h 6345"/>
                  <a:gd name="connsiteX4" fmla="*/ 3396 w 6343"/>
                  <a:gd name="connsiteY4" fmla="*/ 161 h 6345"/>
                  <a:gd name="connsiteX5" fmla="*/ 1153 w 6343"/>
                  <a:gd name="connsiteY5" fmla="*/ 1090 h 6345"/>
                  <a:gd name="connsiteX6" fmla="*/ 224 w 6343"/>
                  <a:gd name="connsiteY6" fmla="*/ 3334 h 6345"/>
                  <a:gd name="connsiteX7" fmla="*/ 1153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4" y="6172"/>
                      <a:pt x="5638" y="5577"/>
                    </a:cubicBezTo>
                    <a:cubicBezTo>
                      <a:pt x="6233" y="4982"/>
                      <a:pt x="6567" y="4175"/>
                      <a:pt x="6567" y="3334"/>
                    </a:cubicBezTo>
                    <a:cubicBezTo>
                      <a:pt x="6567" y="2492"/>
                      <a:pt x="6233" y="1685"/>
                      <a:pt x="5638" y="1090"/>
                    </a:cubicBezTo>
                    <a:cubicBezTo>
                      <a:pt x="5044" y="495"/>
                      <a:pt x="4237" y="161"/>
                      <a:pt x="3396" y="161"/>
                    </a:cubicBezTo>
                    <a:cubicBezTo>
                      <a:pt x="2555" y="161"/>
                      <a:pt x="1748" y="495"/>
                      <a:pt x="1153" y="1090"/>
                    </a:cubicBezTo>
                    <a:cubicBezTo>
                      <a:pt x="558" y="1685"/>
                      <a:pt x="224" y="2492"/>
                      <a:pt x="224" y="3334"/>
                    </a:cubicBezTo>
                    <a:cubicBezTo>
                      <a:pt x="224" y="4175"/>
                      <a:pt x="558" y="4982"/>
                      <a:pt x="1153" y="5577"/>
                    </a:cubicBezTo>
                    <a:cubicBezTo>
                      <a:pt x="1748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04" name="Freeform: Shape 15303">
                <a:extLst>
                  <a:ext uri="{FF2B5EF4-FFF2-40B4-BE49-F238E27FC236}">
                    <a16:creationId xmlns:a16="http://schemas.microsoft.com/office/drawing/2014/main" id="{6AE79697-ED88-3F86-A302-EB156B3F43D6}"/>
                  </a:ext>
                </a:extLst>
              </p:cNvPr>
              <p:cNvSpPr/>
              <p:nvPr/>
            </p:nvSpPr>
            <p:spPr>
              <a:xfrm>
                <a:off x="9249888" y="5519573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3 h 6345"/>
                  <a:gd name="connsiteX3" fmla="*/ 5638 w 6343"/>
                  <a:gd name="connsiteY3" fmla="*/ 1090 h 6345"/>
                  <a:gd name="connsiteX4" fmla="*/ 3395 w 6343"/>
                  <a:gd name="connsiteY4" fmla="*/ 161 h 6345"/>
                  <a:gd name="connsiteX5" fmla="*/ 1153 w 6343"/>
                  <a:gd name="connsiteY5" fmla="*/ 1090 h 6345"/>
                  <a:gd name="connsiteX6" fmla="*/ 224 w 6343"/>
                  <a:gd name="connsiteY6" fmla="*/ 3333 h 6345"/>
                  <a:gd name="connsiteX7" fmla="*/ 1153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7" y="6506"/>
                      <a:pt x="5043" y="6172"/>
                      <a:pt x="5638" y="5577"/>
                    </a:cubicBezTo>
                    <a:cubicBezTo>
                      <a:pt x="6233" y="4982"/>
                      <a:pt x="6567" y="4175"/>
                      <a:pt x="6567" y="3333"/>
                    </a:cubicBezTo>
                    <a:cubicBezTo>
                      <a:pt x="6567" y="2492"/>
                      <a:pt x="6233" y="1685"/>
                      <a:pt x="5638" y="1090"/>
                    </a:cubicBezTo>
                    <a:cubicBezTo>
                      <a:pt x="5043" y="495"/>
                      <a:pt x="4237" y="161"/>
                      <a:pt x="3395" y="161"/>
                    </a:cubicBezTo>
                    <a:cubicBezTo>
                      <a:pt x="2554" y="161"/>
                      <a:pt x="1748" y="495"/>
                      <a:pt x="1153" y="1090"/>
                    </a:cubicBezTo>
                    <a:cubicBezTo>
                      <a:pt x="558" y="1685"/>
                      <a:pt x="224" y="2492"/>
                      <a:pt x="224" y="3333"/>
                    </a:cubicBezTo>
                    <a:cubicBezTo>
                      <a:pt x="224" y="4175"/>
                      <a:pt x="558" y="4982"/>
                      <a:pt x="1153" y="5577"/>
                    </a:cubicBezTo>
                    <a:cubicBezTo>
                      <a:pt x="1748" y="6172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05" name="Freeform: Shape 15304">
                <a:extLst>
                  <a:ext uri="{FF2B5EF4-FFF2-40B4-BE49-F238E27FC236}">
                    <a16:creationId xmlns:a16="http://schemas.microsoft.com/office/drawing/2014/main" id="{3D868917-732E-DF1A-DDA5-546320C2F127}"/>
                  </a:ext>
                </a:extLst>
              </p:cNvPr>
              <p:cNvSpPr/>
              <p:nvPr/>
            </p:nvSpPr>
            <p:spPr>
              <a:xfrm>
                <a:off x="9247547" y="5519476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3 h 6345"/>
                  <a:gd name="connsiteX3" fmla="*/ 5638 w 6343"/>
                  <a:gd name="connsiteY3" fmla="*/ 1090 h 6345"/>
                  <a:gd name="connsiteX4" fmla="*/ 3395 w 6343"/>
                  <a:gd name="connsiteY4" fmla="*/ 161 h 6345"/>
                  <a:gd name="connsiteX5" fmla="*/ 1153 w 6343"/>
                  <a:gd name="connsiteY5" fmla="*/ 1090 h 6345"/>
                  <a:gd name="connsiteX6" fmla="*/ 224 w 6343"/>
                  <a:gd name="connsiteY6" fmla="*/ 3333 h 6345"/>
                  <a:gd name="connsiteX7" fmla="*/ 1153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6" y="6506"/>
                      <a:pt x="5043" y="6172"/>
                      <a:pt x="5638" y="5577"/>
                    </a:cubicBezTo>
                    <a:cubicBezTo>
                      <a:pt x="6233" y="4982"/>
                      <a:pt x="6567" y="4175"/>
                      <a:pt x="6567" y="3333"/>
                    </a:cubicBezTo>
                    <a:cubicBezTo>
                      <a:pt x="6567" y="2492"/>
                      <a:pt x="6233" y="1685"/>
                      <a:pt x="5638" y="1090"/>
                    </a:cubicBezTo>
                    <a:cubicBezTo>
                      <a:pt x="5043" y="495"/>
                      <a:pt x="4236" y="161"/>
                      <a:pt x="3395" y="161"/>
                    </a:cubicBezTo>
                    <a:cubicBezTo>
                      <a:pt x="2554" y="161"/>
                      <a:pt x="1747" y="495"/>
                      <a:pt x="1153" y="1090"/>
                    </a:cubicBezTo>
                    <a:cubicBezTo>
                      <a:pt x="558" y="1685"/>
                      <a:pt x="224" y="2492"/>
                      <a:pt x="224" y="3333"/>
                    </a:cubicBezTo>
                    <a:cubicBezTo>
                      <a:pt x="224" y="4175"/>
                      <a:pt x="558" y="4982"/>
                      <a:pt x="1153" y="5577"/>
                    </a:cubicBezTo>
                    <a:cubicBezTo>
                      <a:pt x="1747" y="6172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06" name="Freeform: Shape 15305">
                <a:extLst>
                  <a:ext uri="{FF2B5EF4-FFF2-40B4-BE49-F238E27FC236}">
                    <a16:creationId xmlns:a16="http://schemas.microsoft.com/office/drawing/2014/main" id="{378DD719-D712-EAC5-C0A8-30E151154A61}"/>
                  </a:ext>
                </a:extLst>
              </p:cNvPr>
              <p:cNvSpPr/>
              <p:nvPr/>
            </p:nvSpPr>
            <p:spPr>
              <a:xfrm>
                <a:off x="9245037" y="5519541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3 h 6345"/>
                  <a:gd name="connsiteX3" fmla="*/ 5638 w 6343"/>
                  <a:gd name="connsiteY3" fmla="*/ 1090 h 6345"/>
                  <a:gd name="connsiteX4" fmla="*/ 3395 w 6343"/>
                  <a:gd name="connsiteY4" fmla="*/ 161 h 6345"/>
                  <a:gd name="connsiteX5" fmla="*/ 1152 w 6343"/>
                  <a:gd name="connsiteY5" fmla="*/ 1090 h 6345"/>
                  <a:gd name="connsiteX6" fmla="*/ 224 w 6343"/>
                  <a:gd name="connsiteY6" fmla="*/ 3333 h 6345"/>
                  <a:gd name="connsiteX7" fmla="*/ 1152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6" y="6506"/>
                      <a:pt x="5043" y="6172"/>
                      <a:pt x="5638" y="5577"/>
                    </a:cubicBezTo>
                    <a:cubicBezTo>
                      <a:pt x="6232" y="4982"/>
                      <a:pt x="6567" y="4175"/>
                      <a:pt x="6567" y="3333"/>
                    </a:cubicBezTo>
                    <a:cubicBezTo>
                      <a:pt x="6567" y="2492"/>
                      <a:pt x="6232" y="1685"/>
                      <a:pt x="5638" y="1090"/>
                    </a:cubicBezTo>
                    <a:cubicBezTo>
                      <a:pt x="5043" y="495"/>
                      <a:pt x="4236" y="161"/>
                      <a:pt x="3395" y="161"/>
                    </a:cubicBezTo>
                    <a:cubicBezTo>
                      <a:pt x="2554" y="161"/>
                      <a:pt x="1747" y="495"/>
                      <a:pt x="1152" y="1090"/>
                    </a:cubicBezTo>
                    <a:cubicBezTo>
                      <a:pt x="558" y="1685"/>
                      <a:pt x="224" y="2492"/>
                      <a:pt x="224" y="3333"/>
                    </a:cubicBezTo>
                    <a:cubicBezTo>
                      <a:pt x="224" y="4175"/>
                      <a:pt x="558" y="4982"/>
                      <a:pt x="1152" y="5577"/>
                    </a:cubicBezTo>
                    <a:cubicBezTo>
                      <a:pt x="1747" y="6172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07" name="Freeform: Shape 15306">
                <a:extLst>
                  <a:ext uri="{FF2B5EF4-FFF2-40B4-BE49-F238E27FC236}">
                    <a16:creationId xmlns:a16="http://schemas.microsoft.com/office/drawing/2014/main" id="{A4AF9A7D-3110-2205-CEFB-C542576E9525}"/>
                  </a:ext>
                </a:extLst>
              </p:cNvPr>
              <p:cNvSpPr/>
              <p:nvPr/>
            </p:nvSpPr>
            <p:spPr>
              <a:xfrm>
                <a:off x="9241464" y="5520764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7 w 6343"/>
                  <a:gd name="connsiteY1" fmla="*/ 5577 h 6345"/>
                  <a:gd name="connsiteX2" fmla="*/ 6566 w 6343"/>
                  <a:gd name="connsiteY2" fmla="*/ 3334 h 6345"/>
                  <a:gd name="connsiteX3" fmla="*/ 5637 w 6343"/>
                  <a:gd name="connsiteY3" fmla="*/ 1090 h 6345"/>
                  <a:gd name="connsiteX4" fmla="*/ 3395 w 6343"/>
                  <a:gd name="connsiteY4" fmla="*/ 161 h 6345"/>
                  <a:gd name="connsiteX5" fmla="*/ 1152 w 6343"/>
                  <a:gd name="connsiteY5" fmla="*/ 1090 h 6345"/>
                  <a:gd name="connsiteX6" fmla="*/ 223 w 6343"/>
                  <a:gd name="connsiteY6" fmla="*/ 3334 h 6345"/>
                  <a:gd name="connsiteX7" fmla="*/ 1152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6" y="6506"/>
                      <a:pt x="5043" y="6172"/>
                      <a:pt x="5637" y="5577"/>
                    </a:cubicBezTo>
                    <a:cubicBezTo>
                      <a:pt x="6232" y="4982"/>
                      <a:pt x="6566" y="4175"/>
                      <a:pt x="6566" y="3334"/>
                    </a:cubicBezTo>
                    <a:cubicBezTo>
                      <a:pt x="6566" y="2492"/>
                      <a:pt x="6232" y="1685"/>
                      <a:pt x="5637" y="1090"/>
                    </a:cubicBezTo>
                    <a:cubicBezTo>
                      <a:pt x="5043" y="495"/>
                      <a:pt x="4236" y="161"/>
                      <a:pt x="3395" y="161"/>
                    </a:cubicBezTo>
                    <a:cubicBezTo>
                      <a:pt x="2554" y="161"/>
                      <a:pt x="1747" y="495"/>
                      <a:pt x="1152" y="1090"/>
                    </a:cubicBezTo>
                    <a:cubicBezTo>
                      <a:pt x="557" y="1685"/>
                      <a:pt x="223" y="2492"/>
                      <a:pt x="223" y="3334"/>
                    </a:cubicBezTo>
                    <a:cubicBezTo>
                      <a:pt x="223" y="4175"/>
                      <a:pt x="557" y="4982"/>
                      <a:pt x="1152" y="5577"/>
                    </a:cubicBezTo>
                    <a:cubicBezTo>
                      <a:pt x="1747" y="6172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08" name="Freeform: Shape 15307">
                <a:extLst>
                  <a:ext uri="{FF2B5EF4-FFF2-40B4-BE49-F238E27FC236}">
                    <a16:creationId xmlns:a16="http://schemas.microsoft.com/office/drawing/2014/main" id="{5C7ACC46-61C3-BDEA-D846-07485AFBB150}"/>
                  </a:ext>
                </a:extLst>
              </p:cNvPr>
              <p:cNvSpPr/>
              <p:nvPr/>
            </p:nvSpPr>
            <p:spPr>
              <a:xfrm>
                <a:off x="9240158" y="5519424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7 w 6343"/>
                  <a:gd name="connsiteY1" fmla="*/ 5577 h 6345"/>
                  <a:gd name="connsiteX2" fmla="*/ 6566 w 6343"/>
                  <a:gd name="connsiteY2" fmla="*/ 3333 h 6345"/>
                  <a:gd name="connsiteX3" fmla="*/ 5637 w 6343"/>
                  <a:gd name="connsiteY3" fmla="*/ 1090 h 6345"/>
                  <a:gd name="connsiteX4" fmla="*/ 3395 w 6343"/>
                  <a:gd name="connsiteY4" fmla="*/ 161 h 6345"/>
                  <a:gd name="connsiteX5" fmla="*/ 1152 w 6343"/>
                  <a:gd name="connsiteY5" fmla="*/ 1090 h 6345"/>
                  <a:gd name="connsiteX6" fmla="*/ 223 w 6343"/>
                  <a:gd name="connsiteY6" fmla="*/ 3333 h 6345"/>
                  <a:gd name="connsiteX7" fmla="*/ 1152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6" y="6506"/>
                      <a:pt x="5043" y="6172"/>
                      <a:pt x="5637" y="5577"/>
                    </a:cubicBezTo>
                    <a:cubicBezTo>
                      <a:pt x="6232" y="4982"/>
                      <a:pt x="6566" y="4175"/>
                      <a:pt x="6566" y="3333"/>
                    </a:cubicBezTo>
                    <a:cubicBezTo>
                      <a:pt x="6566" y="2492"/>
                      <a:pt x="6232" y="1685"/>
                      <a:pt x="5637" y="1090"/>
                    </a:cubicBezTo>
                    <a:cubicBezTo>
                      <a:pt x="5043" y="495"/>
                      <a:pt x="4236" y="161"/>
                      <a:pt x="3395" y="161"/>
                    </a:cubicBezTo>
                    <a:cubicBezTo>
                      <a:pt x="2554" y="161"/>
                      <a:pt x="1747" y="495"/>
                      <a:pt x="1152" y="1090"/>
                    </a:cubicBezTo>
                    <a:cubicBezTo>
                      <a:pt x="557" y="1685"/>
                      <a:pt x="223" y="2492"/>
                      <a:pt x="223" y="3333"/>
                    </a:cubicBezTo>
                    <a:cubicBezTo>
                      <a:pt x="223" y="4175"/>
                      <a:pt x="557" y="4982"/>
                      <a:pt x="1152" y="5577"/>
                    </a:cubicBezTo>
                    <a:cubicBezTo>
                      <a:pt x="1747" y="6172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09" name="Freeform: Shape 15308">
                <a:extLst>
                  <a:ext uri="{FF2B5EF4-FFF2-40B4-BE49-F238E27FC236}">
                    <a16:creationId xmlns:a16="http://schemas.microsoft.com/office/drawing/2014/main" id="{7BC7E132-F43A-C86F-2DF7-0C82740C4938}"/>
                  </a:ext>
                </a:extLst>
              </p:cNvPr>
              <p:cNvSpPr/>
              <p:nvPr/>
            </p:nvSpPr>
            <p:spPr>
              <a:xfrm>
                <a:off x="9238162" y="5518839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7 w 6343"/>
                  <a:gd name="connsiteY1" fmla="*/ 5577 h 6345"/>
                  <a:gd name="connsiteX2" fmla="*/ 6566 w 6343"/>
                  <a:gd name="connsiteY2" fmla="*/ 3333 h 6345"/>
                  <a:gd name="connsiteX3" fmla="*/ 5637 w 6343"/>
                  <a:gd name="connsiteY3" fmla="*/ 1090 h 6345"/>
                  <a:gd name="connsiteX4" fmla="*/ 3395 w 6343"/>
                  <a:gd name="connsiteY4" fmla="*/ 161 h 6345"/>
                  <a:gd name="connsiteX5" fmla="*/ 1152 w 6343"/>
                  <a:gd name="connsiteY5" fmla="*/ 1090 h 6345"/>
                  <a:gd name="connsiteX6" fmla="*/ 223 w 6343"/>
                  <a:gd name="connsiteY6" fmla="*/ 3333 h 6345"/>
                  <a:gd name="connsiteX7" fmla="*/ 1152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6" y="6506"/>
                      <a:pt x="5042" y="6172"/>
                      <a:pt x="5637" y="5577"/>
                    </a:cubicBezTo>
                    <a:cubicBezTo>
                      <a:pt x="6232" y="4982"/>
                      <a:pt x="6566" y="4175"/>
                      <a:pt x="6566" y="3333"/>
                    </a:cubicBezTo>
                    <a:cubicBezTo>
                      <a:pt x="6566" y="2492"/>
                      <a:pt x="6232" y="1685"/>
                      <a:pt x="5637" y="1090"/>
                    </a:cubicBezTo>
                    <a:cubicBezTo>
                      <a:pt x="5042" y="495"/>
                      <a:pt x="4236" y="161"/>
                      <a:pt x="3395" y="161"/>
                    </a:cubicBezTo>
                    <a:cubicBezTo>
                      <a:pt x="2553" y="161"/>
                      <a:pt x="1747" y="495"/>
                      <a:pt x="1152" y="1090"/>
                    </a:cubicBezTo>
                    <a:cubicBezTo>
                      <a:pt x="557" y="1685"/>
                      <a:pt x="223" y="2492"/>
                      <a:pt x="223" y="3333"/>
                    </a:cubicBezTo>
                    <a:cubicBezTo>
                      <a:pt x="223" y="4175"/>
                      <a:pt x="557" y="4982"/>
                      <a:pt x="1152" y="5577"/>
                    </a:cubicBezTo>
                    <a:cubicBezTo>
                      <a:pt x="1747" y="6172"/>
                      <a:pt x="2553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10" name="Freeform: Shape 15309">
                <a:extLst>
                  <a:ext uri="{FF2B5EF4-FFF2-40B4-BE49-F238E27FC236}">
                    <a16:creationId xmlns:a16="http://schemas.microsoft.com/office/drawing/2014/main" id="{4C6A8996-1179-B011-24CB-65B4FBAC7D21}"/>
                  </a:ext>
                </a:extLst>
              </p:cNvPr>
              <p:cNvSpPr/>
              <p:nvPr/>
            </p:nvSpPr>
            <p:spPr>
              <a:xfrm>
                <a:off x="9236206" y="5518194"/>
                <a:ext cx="6343" cy="6345"/>
              </a:xfrm>
              <a:custGeom>
                <a:avLst/>
                <a:gdLst>
                  <a:gd name="connsiteX0" fmla="*/ 3394 w 6343"/>
                  <a:gd name="connsiteY0" fmla="*/ 6506 h 6345"/>
                  <a:gd name="connsiteX1" fmla="*/ 5637 w 6343"/>
                  <a:gd name="connsiteY1" fmla="*/ 5577 h 6345"/>
                  <a:gd name="connsiteX2" fmla="*/ 6566 w 6343"/>
                  <a:gd name="connsiteY2" fmla="*/ 3333 h 6345"/>
                  <a:gd name="connsiteX3" fmla="*/ 5637 w 6343"/>
                  <a:gd name="connsiteY3" fmla="*/ 1090 h 6345"/>
                  <a:gd name="connsiteX4" fmla="*/ 3394 w 6343"/>
                  <a:gd name="connsiteY4" fmla="*/ 161 h 6345"/>
                  <a:gd name="connsiteX5" fmla="*/ 1152 w 6343"/>
                  <a:gd name="connsiteY5" fmla="*/ 1090 h 6345"/>
                  <a:gd name="connsiteX6" fmla="*/ 223 w 6343"/>
                  <a:gd name="connsiteY6" fmla="*/ 3333 h 6345"/>
                  <a:gd name="connsiteX7" fmla="*/ 1152 w 6343"/>
                  <a:gd name="connsiteY7" fmla="*/ 5577 h 6345"/>
                  <a:gd name="connsiteX8" fmla="*/ 339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6"/>
                    </a:moveTo>
                    <a:cubicBezTo>
                      <a:pt x="4236" y="6506"/>
                      <a:pt x="5042" y="6172"/>
                      <a:pt x="5637" y="5577"/>
                    </a:cubicBezTo>
                    <a:cubicBezTo>
                      <a:pt x="6232" y="4982"/>
                      <a:pt x="6566" y="4175"/>
                      <a:pt x="6566" y="3333"/>
                    </a:cubicBezTo>
                    <a:cubicBezTo>
                      <a:pt x="6566" y="2492"/>
                      <a:pt x="6232" y="1685"/>
                      <a:pt x="5637" y="1090"/>
                    </a:cubicBezTo>
                    <a:cubicBezTo>
                      <a:pt x="5042" y="495"/>
                      <a:pt x="4236" y="161"/>
                      <a:pt x="3394" y="161"/>
                    </a:cubicBezTo>
                    <a:cubicBezTo>
                      <a:pt x="2553" y="161"/>
                      <a:pt x="1747" y="495"/>
                      <a:pt x="1152" y="1090"/>
                    </a:cubicBezTo>
                    <a:cubicBezTo>
                      <a:pt x="557" y="1685"/>
                      <a:pt x="223" y="2492"/>
                      <a:pt x="223" y="3333"/>
                    </a:cubicBezTo>
                    <a:cubicBezTo>
                      <a:pt x="223" y="4175"/>
                      <a:pt x="557" y="4982"/>
                      <a:pt x="1152" y="5577"/>
                    </a:cubicBezTo>
                    <a:cubicBezTo>
                      <a:pt x="1747" y="6172"/>
                      <a:pt x="2553" y="6506"/>
                      <a:pt x="339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11" name="Freeform: Shape 15310">
                <a:extLst>
                  <a:ext uri="{FF2B5EF4-FFF2-40B4-BE49-F238E27FC236}">
                    <a16:creationId xmlns:a16="http://schemas.microsoft.com/office/drawing/2014/main" id="{E755159F-479F-4FE7-2CC7-37AEE2270CBC}"/>
                  </a:ext>
                </a:extLst>
              </p:cNvPr>
              <p:cNvSpPr/>
              <p:nvPr/>
            </p:nvSpPr>
            <p:spPr>
              <a:xfrm>
                <a:off x="9234209" y="5517578"/>
                <a:ext cx="6343" cy="6345"/>
              </a:xfrm>
              <a:custGeom>
                <a:avLst/>
                <a:gdLst>
                  <a:gd name="connsiteX0" fmla="*/ 3394 w 6343"/>
                  <a:gd name="connsiteY0" fmla="*/ 6506 h 6345"/>
                  <a:gd name="connsiteX1" fmla="*/ 5637 w 6343"/>
                  <a:gd name="connsiteY1" fmla="*/ 5577 h 6345"/>
                  <a:gd name="connsiteX2" fmla="*/ 6566 w 6343"/>
                  <a:gd name="connsiteY2" fmla="*/ 3333 h 6345"/>
                  <a:gd name="connsiteX3" fmla="*/ 5637 w 6343"/>
                  <a:gd name="connsiteY3" fmla="*/ 1090 h 6345"/>
                  <a:gd name="connsiteX4" fmla="*/ 3394 w 6343"/>
                  <a:gd name="connsiteY4" fmla="*/ 161 h 6345"/>
                  <a:gd name="connsiteX5" fmla="*/ 1152 w 6343"/>
                  <a:gd name="connsiteY5" fmla="*/ 1090 h 6345"/>
                  <a:gd name="connsiteX6" fmla="*/ 223 w 6343"/>
                  <a:gd name="connsiteY6" fmla="*/ 3333 h 6345"/>
                  <a:gd name="connsiteX7" fmla="*/ 1152 w 6343"/>
                  <a:gd name="connsiteY7" fmla="*/ 5577 h 6345"/>
                  <a:gd name="connsiteX8" fmla="*/ 339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6"/>
                    </a:moveTo>
                    <a:cubicBezTo>
                      <a:pt x="4235" y="6506"/>
                      <a:pt x="5042" y="6172"/>
                      <a:pt x="5637" y="5577"/>
                    </a:cubicBezTo>
                    <a:cubicBezTo>
                      <a:pt x="6232" y="4982"/>
                      <a:pt x="6566" y="4175"/>
                      <a:pt x="6566" y="3333"/>
                    </a:cubicBezTo>
                    <a:cubicBezTo>
                      <a:pt x="6566" y="2492"/>
                      <a:pt x="6232" y="1685"/>
                      <a:pt x="5637" y="1090"/>
                    </a:cubicBezTo>
                    <a:cubicBezTo>
                      <a:pt x="5042" y="495"/>
                      <a:pt x="4235" y="161"/>
                      <a:pt x="3394" y="161"/>
                    </a:cubicBezTo>
                    <a:cubicBezTo>
                      <a:pt x="2553" y="161"/>
                      <a:pt x="1746" y="495"/>
                      <a:pt x="1152" y="1090"/>
                    </a:cubicBezTo>
                    <a:cubicBezTo>
                      <a:pt x="557" y="1685"/>
                      <a:pt x="223" y="2492"/>
                      <a:pt x="223" y="3333"/>
                    </a:cubicBezTo>
                    <a:cubicBezTo>
                      <a:pt x="223" y="4175"/>
                      <a:pt x="557" y="4982"/>
                      <a:pt x="1152" y="5577"/>
                    </a:cubicBezTo>
                    <a:cubicBezTo>
                      <a:pt x="1746" y="6172"/>
                      <a:pt x="2553" y="6506"/>
                      <a:pt x="339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12" name="Freeform: Shape 15311">
                <a:extLst>
                  <a:ext uri="{FF2B5EF4-FFF2-40B4-BE49-F238E27FC236}">
                    <a16:creationId xmlns:a16="http://schemas.microsoft.com/office/drawing/2014/main" id="{F0CFC119-C0C6-A8BB-024D-E451B145FFED}"/>
                  </a:ext>
                </a:extLst>
              </p:cNvPr>
              <p:cNvSpPr/>
              <p:nvPr/>
            </p:nvSpPr>
            <p:spPr>
              <a:xfrm>
                <a:off x="9231666" y="5517519"/>
                <a:ext cx="6343" cy="6345"/>
              </a:xfrm>
              <a:custGeom>
                <a:avLst/>
                <a:gdLst>
                  <a:gd name="connsiteX0" fmla="*/ 3394 w 6343"/>
                  <a:gd name="connsiteY0" fmla="*/ 6506 h 6345"/>
                  <a:gd name="connsiteX1" fmla="*/ 5637 w 6343"/>
                  <a:gd name="connsiteY1" fmla="*/ 5577 h 6345"/>
                  <a:gd name="connsiteX2" fmla="*/ 6566 w 6343"/>
                  <a:gd name="connsiteY2" fmla="*/ 3333 h 6345"/>
                  <a:gd name="connsiteX3" fmla="*/ 5637 w 6343"/>
                  <a:gd name="connsiteY3" fmla="*/ 1090 h 6345"/>
                  <a:gd name="connsiteX4" fmla="*/ 3394 w 6343"/>
                  <a:gd name="connsiteY4" fmla="*/ 161 h 6345"/>
                  <a:gd name="connsiteX5" fmla="*/ 1151 w 6343"/>
                  <a:gd name="connsiteY5" fmla="*/ 1090 h 6345"/>
                  <a:gd name="connsiteX6" fmla="*/ 222 w 6343"/>
                  <a:gd name="connsiteY6" fmla="*/ 3333 h 6345"/>
                  <a:gd name="connsiteX7" fmla="*/ 1151 w 6343"/>
                  <a:gd name="connsiteY7" fmla="*/ 5577 h 6345"/>
                  <a:gd name="connsiteX8" fmla="*/ 339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6"/>
                    </a:moveTo>
                    <a:cubicBezTo>
                      <a:pt x="4235" y="6506"/>
                      <a:pt x="5042" y="6172"/>
                      <a:pt x="5637" y="5577"/>
                    </a:cubicBezTo>
                    <a:cubicBezTo>
                      <a:pt x="6231" y="4982"/>
                      <a:pt x="6566" y="4175"/>
                      <a:pt x="6566" y="3333"/>
                    </a:cubicBezTo>
                    <a:cubicBezTo>
                      <a:pt x="6566" y="2492"/>
                      <a:pt x="6231" y="1685"/>
                      <a:pt x="5637" y="1090"/>
                    </a:cubicBezTo>
                    <a:cubicBezTo>
                      <a:pt x="5042" y="495"/>
                      <a:pt x="4235" y="161"/>
                      <a:pt x="3394" y="161"/>
                    </a:cubicBezTo>
                    <a:cubicBezTo>
                      <a:pt x="2553" y="161"/>
                      <a:pt x="1746" y="495"/>
                      <a:pt x="1151" y="1090"/>
                    </a:cubicBezTo>
                    <a:cubicBezTo>
                      <a:pt x="557" y="1685"/>
                      <a:pt x="222" y="2492"/>
                      <a:pt x="222" y="3333"/>
                    </a:cubicBezTo>
                    <a:cubicBezTo>
                      <a:pt x="222" y="4175"/>
                      <a:pt x="557" y="4982"/>
                      <a:pt x="1151" y="5577"/>
                    </a:cubicBezTo>
                    <a:cubicBezTo>
                      <a:pt x="1746" y="6172"/>
                      <a:pt x="2553" y="6506"/>
                      <a:pt x="339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13" name="Freeform: Shape 15312">
                <a:extLst>
                  <a:ext uri="{FF2B5EF4-FFF2-40B4-BE49-F238E27FC236}">
                    <a16:creationId xmlns:a16="http://schemas.microsoft.com/office/drawing/2014/main" id="{049AE295-1B8C-B374-4BE5-F74F1C67B3E1}"/>
                  </a:ext>
                </a:extLst>
              </p:cNvPr>
              <p:cNvSpPr/>
              <p:nvPr/>
            </p:nvSpPr>
            <p:spPr>
              <a:xfrm>
                <a:off x="9229369" y="5517174"/>
                <a:ext cx="6343" cy="6345"/>
              </a:xfrm>
              <a:custGeom>
                <a:avLst/>
                <a:gdLst>
                  <a:gd name="connsiteX0" fmla="*/ 3394 w 6343"/>
                  <a:gd name="connsiteY0" fmla="*/ 6506 h 6345"/>
                  <a:gd name="connsiteX1" fmla="*/ 5637 w 6343"/>
                  <a:gd name="connsiteY1" fmla="*/ 5577 h 6345"/>
                  <a:gd name="connsiteX2" fmla="*/ 6565 w 6343"/>
                  <a:gd name="connsiteY2" fmla="*/ 3333 h 6345"/>
                  <a:gd name="connsiteX3" fmla="*/ 5637 w 6343"/>
                  <a:gd name="connsiteY3" fmla="*/ 1090 h 6345"/>
                  <a:gd name="connsiteX4" fmla="*/ 3394 w 6343"/>
                  <a:gd name="connsiteY4" fmla="*/ 161 h 6345"/>
                  <a:gd name="connsiteX5" fmla="*/ 1151 w 6343"/>
                  <a:gd name="connsiteY5" fmla="*/ 1090 h 6345"/>
                  <a:gd name="connsiteX6" fmla="*/ 222 w 6343"/>
                  <a:gd name="connsiteY6" fmla="*/ 3333 h 6345"/>
                  <a:gd name="connsiteX7" fmla="*/ 1151 w 6343"/>
                  <a:gd name="connsiteY7" fmla="*/ 5577 h 6345"/>
                  <a:gd name="connsiteX8" fmla="*/ 339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6"/>
                    </a:moveTo>
                    <a:cubicBezTo>
                      <a:pt x="4235" y="6506"/>
                      <a:pt x="5042" y="6172"/>
                      <a:pt x="5637" y="5577"/>
                    </a:cubicBezTo>
                    <a:cubicBezTo>
                      <a:pt x="6231" y="4982"/>
                      <a:pt x="6565" y="4175"/>
                      <a:pt x="6565" y="3333"/>
                    </a:cubicBezTo>
                    <a:cubicBezTo>
                      <a:pt x="6565" y="2492"/>
                      <a:pt x="6231" y="1685"/>
                      <a:pt x="5637" y="1090"/>
                    </a:cubicBezTo>
                    <a:cubicBezTo>
                      <a:pt x="5042" y="495"/>
                      <a:pt x="4235" y="161"/>
                      <a:pt x="3394" y="161"/>
                    </a:cubicBezTo>
                    <a:cubicBezTo>
                      <a:pt x="2553" y="161"/>
                      <a:pt x="1746" y="495"/>
                      <a:pt x="1151" y="1090"/>
                    </a:cubicBezTo>
                    <a:cubicBezTo>
                      <a:pt x="556" y="1685"/>
                      <a:pt x="222" y="2492"/>
                      <a:pt x="222" y="3333"/>
                    </a:cubicBezTo>
                    <a:cubicBezTo>
                      <a:pt x="222" y="4175"/>
                      <a:pt x="556" y="4982"/>
                      <a:pt x="1151" y="5577"/>
                    </a:cubicBezTo>
                    <a:cubicBezTo>
                      <a:pt x="1746" y="6172"/>
                      <a:pt x="2553" y="6506"/>
                      <a:pt x="339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14" name="Freeform: Shape 15313">
                <a:extLst>
                  <a:ext uri="{FF2B5EF4-FFF2-40B4-BE49-F238E27FC236}">
                    <a16:creationId xmlns:a16="http://schemas.microsoft.com/office/drawing/2014/main" id="{E8512F91-14D1-6F2A-6814-CB44E17B751B}"/>
                  </a:ext>
                </a:extLst>
              </p:cNvPr>
              <p:cNvSpPr/>
              <p:nvPr/>
            </p:nvSpPr>
            <p:spPr>
              <a:xfrm>
                <a:off x="9226898" y="5516983"/>
                <a:ext cx="6343" cy="6345"/>
              </a:xfrm>
              <a:custGeom>
                <a:avLst/>
                <a:gdLst>
                  <a:gd name="connsiteX0" fmla="*/ 3394 w 6343"/>
                  <a:gd name="connsiteY0" fmla="*/ 6506 h 6345"/>
                  <a:gd name="connsiteX1" fmla="*/ 5636 w 6343"/>
                  <a:gd name="connsiteY1" fmla="*/ 5577 h 6345"/>
                  <a:gd name="connsiteX2" fmla="*/ 6565 w 6343"/>
                  <a:gd name="connsiteY2" fmla="*/ 3333 h 6345"/>
                  <a:gd name="connsiteX3" fmla="*/ 5636 w 6343"/>
                  <a:gd name="connsiteY3" fmla="*/ 1090 h 6345"/>
                  <a:gd name="connsiteX4" fmla="*/ 3394 w 6343"/>
                  <a:gd name="connsiteY4" fmla="*/ 161 h 6345"/>
                  <a:gd name="connsiteX5" fmla="*/ 1151 w 6343"/>
                  <a:gd name="connsiteY5" fmla="*/ 1090 h 6345"/>
                  <a:gd name="connsiteX6" fmla="*/ 222 w 6343"/>
                  <a:gd name="connsiteY6" fmla="*/ 3333 h 6345"/>
                  <a:gd name="connsiteX7" fmla="*/ 1151 w 6343"/>
                  <a:gd name="connsiteY7" fmla="*/ 5577 h 6345"/>
                  <a:gd name="connsiteX8" fmla="*/ 339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6"/>
                    </a:moveTo>
                    <a:cubicBezTo>
                      <a:pt x="4235" y="6506"/>
                      <a:pt x="5042" y="6172"/>
                      <a:pt x="5636" y="5577"/>
                    </a:cubicBezTo>
                    <a:cubicBezTo>
                      <a:pt x="6231" y="4982"/>
                      <a:pt x="6565" y="4175"/>
                      <a:pt x="6565" y="3333"/>
                    </a:cubicBezTo>
                    <a:cubicBezTo>
                      <a:pt x="6565" y="2492"/>
                      <a:pt x="6231" y="1685"/>
                      <a:pt x="5636" y="1090"/>
                    </a:cubicBezTo>
                    <a:cubicBezTo>
                      <a:pt x="5042" y="495"/>
                      <a:pt x="4235" y="161"/>
                      <a:pt x="3394" y="161"/>
                    </a:cubicBezTo>
                    <a:cubicBezTo>
                      <a:pt x="2553" y="161"/>
                      <a:pt x="1746" y="495"/>
                      <a:pt x="1151" y="1090"/>
                    </a:cubicBezTo>
                    <a:cubicBezTo>
                      <a:pt x="556" y="1685"/>
                      <a:pt x="222" y="2492"/>
                      <a:pt x="222" y="3333"/>
                    </a:cubicBezTo>
                    <a:cubicBezTo>
                      <a:pt x="222" y="4175"/>
                      <a:pt x="556" y="4982"/>
                      <a:pt x="1151" y="5577"/>
                    </a:cubicBezTo>
                    <a:cubicBezTo>
                      <a:pt x="1746" y="6172"/>
                      <a:pt x="2553" y="6506"/>
                      <a:pt x="339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15" name="Freeform: Shape 15314">
                <a:extLst>
                  <a:ext uri="{FF2B5EF4-FFF2-40B4-BE49-F238E27FC236}">
                    <a16:creationId xmlns:a16="http://schemas.microsoft.com/office/drawing/2014/main" id="{38132CF5-0AFE-7B83-5C06-30F0770DCBE0}"/>
                  </a:ext>
                </a:extLst>
              </p:cNvPr>
              <p:cNvSpPr/>
              <p:nvPr/>
            </p:nvSpPr>
            <p:spPr>
              <a:xfrm>
                <a:off x="9224549" y="5516641"/>
                <a:ext cx="6343" cy="6345"/>
              </a:xfrm>
              <a:custGeom>
                <a:avLst/>
                <a:gdLst>
                  <a:gd name="connsiteX0" fmla="*/ 3393 w 6343"/>
                  <a:gd name="connsiteY0" fmla="*/ 6506 h 6345"/>
                  <a:gd name="connsiteX1" fmla="*/ 5636 w 6343"/>
                  <a:gd name="connsiteY1" fmla="*/ 5577 h 6345"/>
                  <a:gd name="connsiteX2" fmla="*/ 6565 w 6343"/>
                  <a:gd name="connsiteY2" fmla="*/ 3333 h 6345"/>
                  <a:gd name="connsiteX3" fmla="*/ 5636 w 6343"/>
                  <a:gd name="connsiteY3" fmla="*/ 1090 h 6345"/>
                  <a:gd name="connsiteX4" fmla="*/ 3393 w 6343"/>
                  <a:gd name="connsiteY4" fmla="*/ 161 h 6345"/>
                  <a:gd name="connsiteX5" fmla="*/ 1151 w 6343"/>
                  <a:gd name="connsiteY5" fmla="*/ 1090 h 6345"/>
                  <a:gd name="connsiteX6" fmla="*/ 222 w 6343"/>
                  <a:gd name="connsiteY6" fmla="*/ 3333 h 6345"/>
                  <a:gd name="connsiteX7" fmla="*/ 1151 w 6343"/>
                  <a:gd name="connsiteY7" fmla="*/ 5577 h 6345"/>
                  <a:gd name="connsiteX8" fmla="*/ 339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6"/>
                    </a:moveTo>
                    <a:cubicBezTo>
                      <a:pt x="4235" y="6506"/>
                      <a:pt x="5041" y="6172"/>
                      <a:pt x="5636" y="5577"/>
                    </a:cubicBezTo>
                    <a:cubicBezTo>
                      <a:pt x="6231" y="4982"/>
                      <a:pt x="6565" y="4175"/>
                      <a:pt x="6565" y="3333"/>
                    </a:cubicBezTo>
                    <a:cubicBezTo>
                      <a:pt x="6565" y="2492"/>
                      <a:pt x="6231" y="1685"/>
                      <a:pt x="5636" y="1090"/>
                    </a:cubicBezTo>
                    <a:cubicBezTo>
                      <a:pt x="5041" y="495"/>
                      <a:pt x="4235" y="161"/>
                      <a:pt x="3393" y="161"/>
                    </a:cubicBezTo>
                    <a:cubicBezTo>
                      <a:pt x="2552" y="161"/>
                      <a:pt x="1746" y="495"/>
                      <a:pt x="1151" y="1090"/>
                    </a:cubicBezTo>
                    <a:cubicBezTo>
                      <a:pt x="556" y="1685"/>
                      <a:pt x="222" y="2492"/>
                      <a:pt x="222" y="3333"/>
                    </a:cubicBezTo>
                    <a:cubicBezTo>
                      <a:pt x="222" y="4175"/>
                      <a:pt x="556" y="4982"/>
                      <a:pt x="1151" y="5577"/>
                    </a:cubicBezTo>
                    <a:cubicBezTo>
                      <a:pt x="1746" y="6172"/>
                      <a:pt x="2552" y="6506"/>
                      <a:pt x="339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16" name="Freeform: Shape 15315">
                <a:extLst>
                  <a:ext uri="{FF2B5EF4-FFF2-40B4-BE49-F238E27FC236}">
                    <a16:creationId xmlns:a16="http://schemas.microsoft.com/office/drawing/2014/main" id="{BA3472AE-6340-A239-0F05-51C31F66074B}"/>
                  </a:ext>
                </a:extLst>
              </p:cNvPr>
              <p:cNvSpPr/>
              <p:nvPr/>
            </p:nvSpPr>
            <p:spPr>
              <a:xfrm>
                <a:off x="9222154" y="5516321"/>
                <a:ext cx="6343" cy="6345"/>
              </a:xfrm>
              <a:custGeom>
                <a:avLst/>
                <a:gdLst>
                  <a:gd name="connsiteX0" fmla="*/ 3393 w 6343"/>
                  <a:gd name="connsiteY0" fmla="*/ 6506 h 6345"/>
                  <a:gd name="connsiteX1" fmla="*/ 5636 w 6343"/>
                  <a:gd name="connsiteY1" fmla="*/ 5577 h 6345"/>
                  <a:gd name="connsiteX2" fmla="*/ 6565 w 6343"/>
                  <a:gd name="connsiteY2" fmla="*/ 3333 h 6345"/>
                  <a:gd name="connsiteX3" fmla="*/ 5636 w 6343"/>
                  <a:gd name="connsiteY3" fmla="*/ 1090 h 6345"/>
                  <a:gd name="connsiteX4" fmla="*/ 3393 w 6343"/>
                  <a:gd name="connsiteY4" fmla="*/ 160 h 6345"/>
                  <a:gd name="connsiteX5" fmla="*/ 1151 w 6343"/>
                  <a:gd name="connsiteY5" fmla="*/ 1090 h 6345"/>
                  <a:gd name="connsiteX6" fmla="*/ 222 w 6343"/>
                  <a:gd name="connsiteY6" fmla="*/ 3333 h 6345"/>
                  <a:gd name="connsiteX7" fmla="*/ 1151 w 6343"/>
                  <a:gd name="connsiteY7" fmla="*/ 5577 h 6345"/>
                  <a:gd name="connsiteX8" fmla="*/ 339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6"/>
                    </a:moveTo>
                    <a:cubicBezTo>
                      <a:pt x="4234" y="6506"/>
                      <a:pt x="5041" y="6172"/>
                      <a:pt x="5636" y="5577"/>
                    </a:cubicBezTo>
                    <a:cubicBezTo>
                      <a:pt x="6231" y="4982"/>
                      <a:pt x="6565" y="4175"/>
                      <a:pt x="6565" y="3333"/>
                    </a:cubicBezTo>
                    <a:cubicBezTo>
                      <a:pt x="6565" y="2492"/>
                      <a:pt x="6231" y="1685"/>
                      <a:pt x="5636" y="1090"/>
                    </a:cubicBezTo>
                    <a:cubicBezTo>
                      <a:pt x="5041" y="495"/>
                      <a:pt x="4234" y="160"/>
                      <a:pt x="3393" y="160"/>
                    </a:cubicBezTo>
                    <a:cubicBezTo>
                      <a:pt x="2552" y="160"/>
                      <a:pt x="1745" y="495"/>
                      <a:pt x="1151" y="1090"/>
                    </a:cubicBezTo>
                    <a:cubicBezTo>
                      <a:pt x="556" y="1685"/>
                      <a:pt x="222" y="2492"/>
                      <a:pt x="222" y="3333"/>
                    </a:cubicBezTo>
                    <a:cubicBezTo>
                      <a:pt x="222" y="4175"/>
                      <a:pt x="556" y="4982"/>
                      <a:pt x="1151" y="5577"/>
                    </a:cubicBezTo>
                    <a:cubicBezTo>
                      <a:pt x="1745" y="6172"/>
                      <a:pt x="2552" y="6506"/>
                      <a:pt x="339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17" name="Freeform: Shape 15316">
                <a:extLst>
                  <a:ext uri="{FF2B5EF4-FFF2-40B4-BE49-F238E27FC236}">
                    <a16:creationId xmlns:a16="http://schemas.microsoft.com/office/drawing/2014/main" id="{037DA173-5E08-D06A-F0AE-DD3B58F4C3FF}"/>
                  </a:ext>
                </a:extLst>
              </p:cNvPr>
              <p:cNvSpPr/>
              <p:nvPr/>
            </p:nvSpPr>
            <p:spPr>
              <a:xfrm>
                <a:off x="9219278" y="5516451"/>
                <a:ext cx="6343" cy="6345"/>
              </a:xfrm>
              <a:custGeom>
                <a:avLst/>
                <a:gdLst>
                  <a:gd name="connsiteX0" fmla="*/ 3393 w 6343"/>
                  <a:gd name="connsiteY0" fmla="*/ 6506 h 6345"/>
                  <a:gd name="connsiteX1" fmla="*/ 5636 w 6343"/>
                  <a:gd name="connsiteY1" fmla="*/ 5577 h 6345"/>
                  <a:gd name="connsiteX2" fmla="*/ 6565 w 6343"/>
                  <a:gd name="connsiteY2" fmla="*/ 3333 h 6345"/>
                  <a:gd name="connsiteX3" fmla="*/ 5636 w 6343"/>
                  <a:gd name="connsiteY3" fmla="*/ 1090 h 6345"/>
                  <a:gd name="connsiteX4" fmla="*/ 3393 w 6343"/>
                  <a:gd name="connsiteY4" fmla="*/ 161 h 6345"/>
                  <a:gd name="connsiteX5" fmla="*/ 1150 w 6343"/>
                  <a:gd name="connsiteY5" fmla="*/ 1090 h 6345"/>
                  <a:gd name="connsiteX6" fmla="*/ 222 w 6343"/>
                  <a:gd name="connsiteY6" fmla="*/ 3333 h 6345"/>
                  <a:gd name="connsiteX7" fmla="*/ 1150 w 6343"/>
                  <a:gd name="connsiteY7" fmla="*/ 5577 h 6345"/>
                  <a:gd name="connsiteX8" fmla="*/ 339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6"/>
                    </a:moveTo>
                    <a:cubicBezTo>
                      <a:pt x="4234" y="6506"/>
                      <a:pt x="5041" y="6172"/>
                      <a:pt x="5636" y="5577"/>
                    </a:cubicBezTo>
                    <a:cubicBezTo>
                      <a:pt x="6230" y="4982"/>
                      <a:pt x="6565" y="4175"/>
                      <a:pt x="6565" y="3333"/>
                    </a:cubicBezTo>
                    <a:cubicBezTo>
                      <a:pt x="6565" y="2492"/>
                      <a:pt x="6230" y="1685"/>
                      <a:pt x="5636" y="1090"/>
                    </a:cubicBezTo>
                    <a:cubicBezTo>
                      <a:pt x="5041" y="495"/>
                      <a:pt x="4234" y="161"/>
                      <a:pt x="3393" y="161"/>
                    </a:cubicBezTo>
                    <a:cubicBezTo>
                      <a:pt x="2552" y="161"/>
                      <a:pt x="1745" y="495"/>
                      <a:pt x="1150" y="1090"/>
                    </a:cubicBezTo>
                    <a:cubicBezTo>
                      <a:pt x="556" y="1685"/>
                      <a:pt x="222" y="2492"/>
                      <a:pt x="222" y="3333"/>
                    </a:cubicBezTo>
                    <a:cubicBezTo>
                      <a:pt x="222" y="4175"/>
                      <a:pt x="556" y="4982"/>
                      <a:pt x="1150" y="5577"/>
                    </a:cubicBezTo>
                    <a:cubicBezTo>
                      <a:pt x="1745" y="6172"/>
                      <a:pt x="2552" y="6506"/>
                      <a:pt x="339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18" name="Freeform: Shape 15317">
                <a:extLst>
                  <a:ext uri="{FF2B5EF4-FFF2-40B4-BE49-F238E27FC236}">
                    <a16:creationId xmlns:a16="http://schemas.microsoft.com/office/drawing/2014/main" id="{38CE701B-427F-9287-F165-B1272066663D}"/>
                  </a:ext>
                </a:extLst>
              </p:cNvPr>
              <p:cNvSpPr/>
              <p:nvPr/>
            </p:nvSpPr>
            <p:spPr>
              <a:xfrm>
                <a:off x="9216566" y="5516384"/>
                <a:ext cx="6343" cy="6345"/>
              </a:xfrm>
              <a:custGeom>
                <a:avLst/>
                <a:gdLst>
                  <a:gd name="connsiteX0" fmla="*/ 3393 w 6343"/>
                  <a:gd name="connsiteY0" fmla="*/ 6506 h 6345"/>
                  <a:gd name="connsiteX1" fmla="*/ 5635 w 6343"/>
                  <a:gd name="connsiteY1" fmla="*/ 5577 h 6345"/>
                  <a:gd name="connsiteX2" fmla="*/ 6564 w 6343"/>
                  <a:gd name="connsiteY2" fmla="*/ 3333 h 6345"/>
                  <a:gd name="connsiteX3" fmla="*/ 5635 w 6343"/>
                  <a:gd name="connsiteY3" fmla="*/ 1090 h 6345"/>
                  <a:gd name="connsiteX4" fmla="*/ 3393 w 6343"/>
                  <a:gd name="connsiteY4" fmla="*/ 161 h 6345"/>
                  <a:gd name="connsiteX5" fmla="*/ 1150 w 6343"/>
                  <a:gd name="connsiteY5" fmla="*/ 1090 h 6345"/>
                  <a:gd name="connsiteX6" fmla="*/ 221 w 6343"/>
                  <a:gd name="connsiteY6" fmla="*/ 3333 h 6345"/>
                  <a:gd name="connsiteX7" fmla="*/ 1150 w 6343"/>
                  <a:gd name="connsiteY7" fmla="*/ 5577 h 6345"/>
                  <a:gd name="connsiteX8" fmla="*/ 339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6"/>
                    </a:moveTo>
                    <a:cubicBezTo>
                      <a:pt x="4234" y="6506"/>
                      <a:pt x="5041" y="6172"/>
                      <a:pt x="5635" y="5577"/>
                    </a:cubicBezTo>
                    <a:cubicBezTo>
                      <a:pt x="6230" y="4982"/>
                      <a:pt x="6564" y="4175"/>
                      <a:pt x="6564" y="3333"/>
                    </a:cubicBezTo>
                    <a:cubicBezTo>
                      <a:pt x="6564" y="2492"/>
                      <a:pt x="6230" y="1685"/>
                      <a:pt x="5635" y="1090"/>
                    </a:cubicBezTo>
                    <a:cubicBezTo>
                      <a:pt x="5041" y="495"/>
                      <a:pt x="4234" y="161"/>
                      <a:pt x="3393" y="161"/>
                    </a:cubicBezTo>
                    <a:cubicBezTo>
                      <a:pt x="2552" y="161"/>
                      <a:pt x="1745" y="495"/>
                      <a:pt x="1150" y="1090"/>
                    </a:cubicBezTo>
                    <a:cubicBezTo>
                      <a:pt x="555" y="1685"/>
                      <a:pt x="221" y="2492"/>
                      <a:pt x="221" y="3333"/>
                    </a:cubicBezTo>
                    <a:cubicBezTo>
                      <a:pt x="221" y="4175"/>
                      <a:pt x="555" y="4982"/>
                      <a:pt x="1150" y="5577"/>
                    </a:cubicBezTo>
                    <a:cubicBezTo>
                      <a:pt x="1745" y="6172"/>
                      <a:pt x="2552" y="6506"/>
                      <a:pt x="339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19" name="Freeform: Shape 15318">
                <a:extLst>
                  <a:ext uri="{FF2B5EF4-FFF2-40B4-BE49-F238E27FC236}">
                    <a16:creationId xmlns:a16="http://schemas.microsoft.com/office/drawing/2014/main" id="{601F5861-DB8D-D54A-2DAB-13702BDD9088}"/>
                  </a:ext>
                </a:extLst>
              </p:cNvPr>
              <p:cNvSpPr/>
              <p:nvPr/>
            </p:nvSpPr>
            <p:spPr>
              <a:xfrm>
                <a:off x="9213847" y="5516292"/>
                <a:ext cx="6343" cy="6345"/>
              </a:xfrm>
              <a:custGeom>
                <a:avLst/>
                <a:gdLst>
                  <a:gd name="connsiteX0" fmla="*/ 3393 w 6343"/>
                  <a:gd name="connsiteY0" fmla="*/ 6506 h 6345"/>
                  <a:gd name="connsiteX1" fmla="*/ 5635 w 6343"/>
                  <a:gd name="connsiteY1" fmla="*/ 5577 h 6345"/>
                  <a:gd name="connsiteX2" fmla="*/ 6564 w 6343"/>
                  <a:gd name="connsiteY2" fmla="*/ 3333 h 6345"/>
                  <a:gd name="connsiteX3" fmla="*/ 5635 w 6343"/>
                  <a:gd name="connsiteY3" fmla="*/ 1090 h 6345"/>
                  <a:gd name="connsiteX4" fmla="*/ 3393 w 6343"/>
                  <a:gd name="connsiteY4" fmla="*/ 160 h 6345"/>
                  <a:gd name="connsiteX5" fmla="*/ 1150 w 6343"/>
                  <a:gd name="connsiteY5" fmla="*/ 1090 h 6345"/>
                  <a:gd name="connsiteX6" fmla="*/ 221 w 6343"/>
                  <a:gd name="connsiteY6" fmla="*/ 3333 h 6345"/>
                  <a:gd name="connsiteX7" fmla="*/ 1150 w 6343"/>
                  <a:gd name="connsiteY7" fmla="*/ 5577 h 6345"/>
                  <a:gd name="connsiteX8" fmla="*/ 339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6"/>
                    </a:moveTo>
                    <a:cubicBezTo>
                      <a:pt x="4234" y="6506"/>
                      <a:pt x="5041" y="6172"/>
                      <a:pt x="5635" y="5577"/>
                    </a:cubicBezTo>
                    <a:cubicBezTo>
                      <a:pt x="6230" y="4982"/>
                      <a:pt x="6564" y="4175"/>
                      <a:pt x="6564" y="3333"/>
                    </a:cubicBezTo>
                    <a:cubicBezTo>
                      <a:pt x="6564" y="2492"/>
                      <a:pt x="6230" y="1685"/>
                      <a:pt x="5635" y="1090"/>
                    </a:cubicBezTo>
                    <a:cubicBezTo>
                      <a:pt x="5041" y="495"/>
                      <a:pt x="4234" y="160"/>
                      <a:pt x="3393" y="160"/>
                    </a:cubicBezTo>
                    <a:cubicBezTo>
                      <a:pt x="2552" y="160"/>
                      <a:pt x="1745" y="495"/>
                      <a:pt x="1150" y="1090"/>
                    </a:cubicBezTo>
                    <a:cubicBezTo>
                      <a:pt x="555" y="1685"/>
                      <a:pt x="221" y="2492"/>
                      <a:pt x="221" y="3333"/>
                    </a:cubicBezTo>
                    <a:cubicBezTo>
                      <a:pt x="221" y="4175"/>
                      <a:pt x="555" y="4982"/>
                      <a:pt x="1150" y="5577"/>
                    </a:cubicBezTo>
                    <a:cubicBezTo>
                      <a:pt x="1745" y="6172"/>
                      <a:pt x="2552" y="6506"/>
                      <a:pt x="339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20" name="Freeform: Shape 15319">
                <a:extLst>
                  <a:ext uri="{FF2B5EF4-FFF2-40B4-BE49-F238E27FC236}">
                    <a16:creationId xmlns:a16="http://schemas.microsoft.com/office/drawing/2014/main" id="{EF80668F-F95A-2285-B352-770E36A5DDDF}"/>
                  </a:ext>
                </a:extLst>
              </p:cNvPr>
              <p:cNvSpPr/>
              <p:nvPr/>
            </p:nvSpPr>
            <p:spPr>
              <a:xfrm>
                <a:off x="9211650" y="5515671"/>
                <a:ext cx="6343" cy="6345"/>
              </a:xfrm>
              <a:custGeom>
                <a:avLst/>
                <a:gdLst>
                  <a:gd name="connsiteX0" fmla="*/ 3392 w 6343"/>
                  <a:gd name="connsiteY0" fmla="*/ 6506 h 6345"/>
                  <a:gd name="connsiteX1" fmla="*/ 5635 w 6343"/>
                  <a:gd name="connsiteY1" fmla="*/ 5577 h 6345"/>
                  <a:gd name="connsiteX2" fmla="*/ 6564 w 6343"/>
                  <a:gd name="connsiteY2" fmla="*/ 3333 h 6345"/>
                  <a:gd name="connsiteX3" fmla="*/ 5635 w 6343"/>
                  <a:gd name="connsiteY3" fmla="*/ 1090 h 6345"/>
                  <a:gd name="connsiteX4" fmla="*/ 3392 w 6343"/>
                  <a:gd name="connsiteY4" fmla="*/ 160 h 6345"/>
                  <a:gd name="connsiteX5" fmla="*/ 1150 w 6343"/>
                  <a:gd name="connsiteY5" fmla="*/ 1090 h 6345"/>
                  <a:gd name="connsiteX6" fmla="*/ 221 w 6343"/>
                  <a:gd name="connsiteY6" fmla="*/ 3333 h 6345"/>
                  <a:gd name="connsiteX7" fmla="*/ 1150 w 6343"/>
                  <a:gd name="connsiteY7" fmla="*/ 5577 h 6345"/>
                  <a:gd name="connsiteX8" fmla="*/ 3392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6"/>
                    </a:moveTo>
                    <a:cubicBezTo>
                      <a:pt x="4234" y="6506"/>
                      <a:pt x="5040" y="6172"/>
                      <a:pt x="5635" y="5577"/>
                    </a:cubicBezTo>
                    <a:cubicBezTo>
                      <a:pt x="6230" y="4982"/>
                      <a:pt x="6564" y="4175"/>
                      <a:pt x="6564" y="3333"/>
                    </a:cubicBezTo>
                    <a:cubicBezTo>
                      <a:pt x="6564" y="2492"/>
                      <a:pt x="6230" y="1685"/>
                      <a:pt x="5635" y="1090"/>
                    </a:cubicBezTo>
                    <a:cubicBezTo>
                      <a:pt x="5040" y="495"/>
                      <a:pt x="4234" y="160"/>
                      <a:pt x="3392" y="160"/>
                    </a:cubicBezTo>
                    <a:cubicBezTo>
                      <a:pt x="2551" y="160"/>
                      <a:pt x="1745" y="495"/>
                      <a:pt x="1150" y="1090"/>
                    </a:cubicBezTo>
                    <a:cubicBezTo>
                      <a:pt x="555" y="1685"/>
                      <a:pt x="221" y="2492"/>
                      <a:pt x="221" y="3333"/>
                    </a:cubicBezTo>
                    <a:cubicBezTo>
                      <a:pt x="221" y="4175"/>
                      <a:pt x="555" y="4982"/>
                      <a:pt x="1150" y="5577"/>
                    </a:cubicBezTo>
                    <a:cubicBezTo>
                      <a:pt x="1745" y="6172"/>
                      <a:pt x="2551" y="6506"/>
                      <a:pt x="3392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21" name="Freeform: Shape 15320">
                <a:extLst>
                  <a:ext uri="{FF2B5EF4-FFF2-40B4-BE49-F238E27FC236}">
                    <a16:creationId xmlns:a16="http://schemas.microsoft.com/office/drawing/2014/main" id="{68219850-F50E-9E25-1668-F4B748D3DD01}"/>
                  </a:ext>
                </a:extLst>
              </p:cNvPr>
              <p:cNvSpPr/>
              <p:nvPr/>
            </p:nvSpPr>
            <p:spPr>
              <a:xfrm>
                <a:off x="9209451" y="5515031"/>
                <a:ext cx="6343" cy="6345"/>
              </a:xfrm>
              <a:custGeom>
                <a:avLst/>
                <a:gdLst>
                  <a:gd name="connsiteX0" fmla="*/ 3392 w 6343"/>
                  <a:gd name="connsiteY0" fmla="*/ 6506 h 6345"/>
                  <a:gd name="connsiteX1" fmla="*/ 5635 w 6343"/>
                  <a:gd name="connsiteY1" fmla="*/ 5577 h 6345"/>
                  <a:gd name="connsiteX2" fmla="*/ 6564 w 6343"/>
                  <a:gd name="connsiteY2" fmla="*/ 3333 h 6345"/>
                  <a:gd name="connsiteX3" fmla="*/ 5635 w 6343"/>
                  <a:gd name="connsiteY3" fmla="*/ 1090 h 6345"/>
                  <a:gd name="connsiteX4" fmla="*/ 3392 w 6343"/>
                  <a:gd name="connsiteY4" fmla="*/ 160 h 6345"/>
                  <a:gd name="connsiteX5" fmla="*/ 1150 w 6343"/>
                  <a:gd name="connsiteY5" fmla="*/ 1090 h 6345"/>
                  <a:gd name="connsiteX6" fmla="*/ 221 w 6343"/>
                  <a:gd name="connsiteY6" fmla="*/ 3333 h 6345"/>
                  <a:gd name="connsiteX7" fmla="*/ 1150 w 6343"/>
                  <a:gd name="connsiteY7" fmla="*/ 5577 h 6345"/>
                  <a:gd name="connsiteX8" fmla="*/ 3392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6"/>
                    </a:moveTo>
                    <a:cubicBezTo>
                      <a:pt x="4233" y="6506"/>
                      <a:pt x="5040" y="6172"/>
                      <a:pt x="5635" y="5577"/>
                    </a:cubicBezTo>
                    <a:cubicBezTo>
                      <a:pt x="6230" y="4982"/>
                      <a:pt x="6564" y="4175"/>
                      <a:pt x="6564" y="3333"/>
                    </a:cubicBezTo>
                    <a:cubicBezTo>
                      <a:pt x="6564" y="2492"/>
                      <a:pt x="6230" y="1685"/>
                      <a:pt x="5635" y="1090"/>
                    </a:cubicBezTo>
                    <a:cubicBezTo>
                      <a:pt x="5040" y="495"/>
                      <a:pt x="4233" y="160"/>
                      <a:pt x="3392" y="160"/>
                    </a:cubicBezTo>
                    <a:cubicBezTo>
                      <a:pt x="2551" y="160"/>
                      <a:pt x="1744" y="495"/>
                      <a:pt x="1150" y="1090"/>
                    </a:cubicBezTo>
                    <a:cubicBezTo>
                      <a:pt x="555" y="1685"/>
                      <a:pt x="221" y="2492"/>
                      <a:pt x="221" y="3333"/>
                    </a:cubicBezTo>
                    <a:cubicBezTo>
                      <a:pt x="221" y="4175"/>
                      <a:pt x="555" y="4982"/>
                      <a:pt x="1150" y="5577"/>
                    </a:cubicBezTo>
                    <a:cubicBezTo>
                      <a:pt x="1744" y="6172"/>
                      <a:pt x="2551" y="6506"/>
                      <a:pt x="3392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22" name="Freeform: Shape 15321">
                <a:extLst>
                  <a:ext uri="{FF2B5EF4-FFF2-40B4-BE49-F238E27FC236}">
                    <a16:creationId xmlns:a16="http://schemas.microsoft.com/office/drawing/2014/main" id="{765241FB-B353-0220-4AC6-BB130959D2C0}"/>
                  </a:ext>
                </a:extLst>
              </p:cNvPr>
              <p:cNvSpPr/>
              <p:nvPr/>
            </p:nvSpPr>
            <p:spPr>
              <a:xfrm>
                <a:off x="9206716" y="5514870"/>
                <a:ext cx="6343" cy="6345"/>
              </a:xfrm>
              <a:custGeom>
                <a:avLst/>
                <a:gdLst>
                  <a:gd name="connsiteX0" fmla="*/ 3392 w 6343"/>
                  <a:gd name="connsiteY0" fmla="*/ 6506 h 6345"/>
                  <a:gd name="connsiteX1" fmla="*/ 5635 w 6343"/>
                  <a:gd name="connsiteY1" fmla="*/ 5577 h 6345"/>
                  <a:gd name="connsiteX2" fmla="*/ 6564 w 6343"/>
                  <a:gd name="connsiteY2" fmla="*/ 3333 h 6345"/>
                  <a:gd name="connsiteX3" fmla="*/ 5635 w 6343"/>
                  <a:gd name="connsiteY3" fmla="*/ 1090 h 6345"/>
                  <a:gd name="connsiteX4" fmla="*/ 3392 w 6343"/>
                  <a:gd name="connsiteY4" fmla="*/ 160 h 6345"/>
                  <a:gd name="connsiteX5" fmla="*/ 1149 w 6343"/>
                  <a:gd name="connsiteY5" fmla="*/ 1090 h 6345"/>
                  <a:gd name="connsiteX6" fmla="*/ 221 w 6343"/>
                  <a:gd name="connsiteY6" fmla="*/ 3333 h 6345"/>
                  <a:gd name="connsiteX7" fmla="*/ 1149 w 6343"/>
                  <a:gd name="connsiteY7" fmla="*/ 5577 h 6345"/>
                  <a:gd name="connsiteX8" fmla="*/ 3392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6"/>
                    </a:moveTo>
                    <a:cubicBezTo>
                      <a:pt x="4233" y="6506"/>
                      <a:pt x="5040" y="6171"/>
                      <a:pt x="5635" y="5577"/>
                    </a:cubicBezTo>
                    <a:cubicBezTo>
                      <a:pt x="6229" y="4982"/>
                      <a:pt x="6564" y="4175"/>
                      <a:pt x="6564" y="3333"/>
                    </a:cubicBezTo>
                    <a:cubicBezTo>
                      <a:pt x="6564" y="2492"/>
                      <a:pt x="6229" y="1685"/>
                      <a:pt x="5635" y="1090"/>
                    </a:cubicBezTo>
                    <a:cubicBezTo>
                      <a:pt x="5040" y="495"/>
                      <a:pt x="4233" y="160"/>
                      <a:pt x="3392" y="160"/>
                    </a:cubicBezTo>
                    <a:cubicBezTo>
                      <a:pt x="2551" y="160"/>
                      <a:pt x="1744" y="495"/>
                      <a:pt x="1149" y="1090"/>
                    </a:cubicBezTo>
                    <a:cubicBezTo>
                      <a:pt x="555" y="1685"/>
                      <a:pt x="221" y="2492"/>
                      <a:pt x="221" y="3333"/>
                    </a:cubicBezTo>
                    <a:cubicBezTo>
                      <a:pt x="221" y="4175"/>
                      <a:pt x="555" y="4982"/>
                      <a:pt x="1149" y="5577"/>
                    </a:cubicBezTo>
                    <a:cubicBezTo>
                      <a:pt x="1744" y="6171"/>
                      <a:pt x="2551" y="6506"/>
                      <a:pt x="3392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23" name="Freeform: Shape 15322">
                <a:extLst>
                  <a:ext uri="{FF2B5EF4-FFF2-40B4-BE49-F238E27FC236}">
                    <a16:creationId xmlns:a16="http://schemas.microsoft.com/office/drawing/2014/main" id="{D7834745-BE1A-C312-B1F6-88957F8ECAC2}"/>
                  </a:ext>
                </a:extLst>
              </p:cNvPr>
              <p:cNvSpPr/>
              <p:nvPr/>
            </p:nvSpPr>
            <p:spPr>
              <a:xfrm>
                <a:off x="9203930" y="5514725"/>
                <a:ext cx="6343" cy="6345"/>
              </a:xfrm>
              <a:custGeom>
                <a:avLst/>
                <a:gdLst>
                  <a:gd name="connsiteX0" fmla="*/ 3392 w 6343"/>
                  <a:gd name="connsiteY0" fmla="*/ 6506 h 6345"/>
                  <a:gd name="connsiteX1" fmla="*/ 5635 w 6343"/>
                  <a:gd name="connsiteY1" fmla="*/ 5577 h 6345"/>
                  <a:gd name="connsiteX2" fmla="*/ 6563 w 6343"/>
                  <a:gd name="connsiteY2" fmla="*/ 3333 h 6345"/>
                  <a:gd name="connsiteX3" fmla="*/ 5635 w 6343"/>
                  <a:gd name="connsiteY3" fmla="*/ 1090 h 6345"/>
                  <a:gd name="connsiteX4" fmla="*/ 3392 w 6343"/>
                  <a:gd name="connsiteY4" fmla="*/ 160 h 6345"/>
                  <a:gd name="connsiteX5" fmla="*/ 1149 w 6343"/>
                  <a:gd name="connsiteY5" fmla="*/ 1090 h 6345"/>
                  <a:gd name="connsiteX6" fmla="*/ 220 w 6343"/>
                  <a:gd name="connsiteY6" fmla="*/ 3333 h 6345"/>
                  <a:gd name="connsiteX7" fmla="*/ 1149 w 6343"/>
                  <a:gd name="connsiteY7" fmla="*/ 5577 h 6345"/>
                  <a:gd name="connsiteX8" fmla="*/ 3392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6"/>
                    </a:moveTo>
                    <a:cubicBezTo>
                      <a:pt x="4233" y="6506"/>
                      <a:pt x="5040" y="6171"/>
                      <a:pt x="5635" y="5577"/>
                    </a:cubicBezTo>
                    <a:cubicBezTo>
                      <a:pt x="6229" y="4982"/>
                      <a:pt x="6563" y="4174"/>
                      <a:pt x="6563" y="3333"/>
                    </a:cubicBezTo>
                    <a:cubicBezTo>
                      <a:pt x="6563" y="2492"/>
                      <a:pt x="6229" y="1685"/>
                      <a:pt x="5635" y="1090"/>
                    </a:cubicBezTo>
                    <a:cubicBezTo>
                      <a:pt x="5040" y="495"/>
                      <a:pt x="4233" y="160"/>
                      <a:pt x="3392" y="160"/>
                    </a:cubicBezTo>
                    <a:cubicBezTo>
                      <a:pt x="2551" y="160"/>
                      <a:pt x="1744" y="495"/>
                      <a:pt x="1149" y="1090"/>
                    </a:cubicBezTo>
                    <a:cubicBezTo>
                      <a:pt x="554" y="1685"/>
                      <a:pt x="220" y="2492"/>
                      <a:pt x="220" y="3333"/>
                    </a:cubicBezTo>
                    <a:cubicBezTo>
                      <a:pt x="220" y="4174"/>
                      <a:pt x="554" y="4982"/>
                      <a:pt x="1149" y="5577"/>
                    </a:cubicBezTo>
                    <a:cubicBezTo>
                      <a:pt x="1744" y="6171"/>
                      <a:pt x="2551" y="6506"/>
                      <a:pt x="3392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24" name="Freeform: Shape 15323">
                <a:extLst>
                  <a:ext uri="{FF2B5EF4-FFF2-40B4-BE49-F238E27FC236}">
                    <a16:creationId xmlns:a16="http://schemas.microsoft.com/office/drawing/2014/main" id="{7A56C8AB-3696-F957-CD38-41A3D0449279}"/>
                  </a:ext>
                </a:extLst>
              </p:cNvPr>
              <p:cNvSpPr/>
              <p:nvPr/>
            </p:nvSpPr>
            <p:spPr>
              <a:xfrm>
                <a:off x="9200595" y="5515044"/>
                <a:ext cx="6343" cy="6345"/>
              </a:xfrm>
              <a:custGeom>
                <a:avLst/>
                <a:gdLst>
                  <a:gd name="connsiteX0" fmla="*/ 3392 w 6343"/>
                  <a:gd name="connsiteY0" fmla="*/ 6506 h 6345"/>
                  <a:gd name="connsiteX1" fmla="*/ 5634 w 6343"/>
                  <a:gd name="connsiteY1" fmla="*/ 5577 h 6345"/>
                  <a:gd name="connsiteX2" fmla="*/ 6563 w 6343"/>
                  <a:gd name="connsiteY2" fmla="*/ 3333 h 6345"/>
                  <a:gd name="connsiteX3" fmla="*/ 5634 w 6343"/>
                  <a:gd name="connsiteY3" fmla="*/ 1090 h 6345"/>
                  <a:gd name="connsiteX4" fmla="*/ 3392 w 6343"/>
                  <a:gd name="connsiteY4" fmla="*/ 160 h 6345"/>
                  <a:gd name="connsiteX5" fmla="*/ 1149 w 6343"/>
                  <a:gd name="connsiteY5" fmla="*/ 1090 h 6345"/>
                  <a:gd name="connsiteX6" fmla="*/ 220 w 6343"/>
                  <a:gd name="connsiteY6" fmla="*/ 3333 h 6345"/>
                  <a:gd name="connsiteX7" fmla="*/ 1149 w 6343"/>
                  <a:gd name="connsiteY7" fmla="*/ 5577 h 6345"/>
                  <a:gd name="connsiteX8" fmla="*/ 3392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6"/>
                    </a:moveTo>
                    <a:cubicBezTo>
                      <a:pt x="4233" y="6506"/>
                      <a:pt x="5039" y="6172"/>
                      <a:pt x="5634" y="5577"/>
                    </a:cubicBezTo>
                    <a:cubicBezTo>
                      <a:pt x="6229" y="4982"/>
                      <a:pt x="6563" y="4175"/>
                      <a:pt x="6563" y="3333"/>
                    </a:cubicBezTo>
                    <a:cubicBezTo>
                      <a:pt x="6563" y="2492"/>
                      <a:pt x="6229" y="1685"/>
                      <a:pt x="5634" y="1090"/>
                    </a:cubicBezTo>
                    <a:cubicBezTo>
                      <a:pt x="5039" y="495"/>
                      <a:pt x="4233" y="160"/>
                      <a:pt x="3392" y="160"/>
                    </a:cubicBezTo>
                    <a:cubicBezTo>
                      <a:pt x="2550" y="160"/>
                      <a:pt x="1744" y="495"/>
                      <a:pt x="1149" y="1090"/>
                    </a:cubicBezTo>
                    <a:cubicBezTo>
                      <a:pt x="554" y="1685"/>
                      <a:pt x="220" y="2492"/>
                      <a:pt x="220" y="3333"/>
                    </a:cubicBezTo>
                    <a:cubicBezTo>
                      <a:pt x="220" y="4175"/>
                      <a:pt x="554" y="4982"/>
                      <a:pt x="1149" y="5577"/>
                    </a:cubicBezTo>
                    <a:cubicBezTo>
                      <a:pt x="1744" y="6172"/>
                      <a:pt x="2550" y="6506"/>
                      <a:pt x="3392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25" name="Freeform: Shape 15324">
                <a:extLst>
                  <a:ext uri="{FF2B5EF4-FFF2-40B4-BE49-F238E27FC236}">
                    <a16:creationId xmlns:a16="http://schemas.microsoft.com/office/drawing/2014/main" id="{52C4183A-4774-DE43-61DE-E2EEC5CC98E8}"/>
                  </a:ext>
                </a:extLst>
              </p:cNvPr>
              <p:cNvSpPr/>
              <p:nvPr/>
            </p:nvSpPr>
            <p:spPr>
              <a:xfrm>
                <a:off x="9197428" y="5515169"/>
                <a:ext cx="6343" cy="6345"/>
              </a:xfrm>
              <a:custGeom>
                <a:avLst/>
                <a:gdLst>
                  <a:gd name="connsiteX0" fmla="*/ 3391 w 6343"/>
                  <a:gd name="connsiteY0" fmla="*/ 6506 h 6345"/>
                  <a:gd name="connsiteX1" fmla="*/ 5634 w 6343"/>
                  <a:gd name="connsiteY1" fmla="*/ 5577 h 6345"/>
                  <a:gd name="connsiteX2" fmla="*/ 6563 w 6343"/>
                  <a:gd name="connsiteY2" fmla="*/ 3333 h 6345"/>
                  <a:gd name="connsiteX3" fmla="*/ 5634 w 6343"/>
                  <a:gd name="connsiteY3" fmla="*/ 1090 h 6345"/>
                  <a:gd name="connsiteX4" fmla="*/ 3391 w 6343"/>
                  <a:gd name="connsiteY4" fmla="*/ 160 h 6345"/>
                  <a:gd name="connsiteX5" fmla="*/ 1149 w 6343"/>
                  <a:gd name="connsiteY5" fmla="*/ 1090 h 6345"/>
                  <a:gd name="connsiteX6" fmla="*/ 220 w 6343"/>
                  <a:gd name="connsiteY6" fmla="*/ 3333 h 6345"/>
                  <a:gd name="connsiteX7" fmla="*/ 1149 w 6343"/>
                  <a:gd name="connsiteY7" fmla="*/ 5577 h 6345"/>
                  <a:gd name="connsiteX8" fmla="*/ 3391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6"/>
                    </a:moveTo>
                    <a:cubicBezTo>
                      <a:pt x="4232" y="6506"/>
                      <a:pt x="5039" y="6172"/>
                      <a:pt x="5634" y="5577"/>
                    </a:cubicBezTo>
                    <a:cubicBezTo>
                      <a:pt x="6229" y="4982"/>
                      <a:pt x="6563" y="4175"/>
                      <a:pt x="6563" y="3333"/>
                    </a:cubicBezTo>
                    <a:cubicBezTo>
                      <a:pt x="6563" y="2492"/>
                      <a:pt x="6229" y="1685"/>
                      <a:pt x="5634" y="1090"/>
                    </a:cubicBezTo>
                    <a:cubicBezTo>
                      <a:pt x="5039" y="495"/>
                      <a:pt x="4232" y="160"/>
                      <a:pt x="3391" y="160"/>
                    </a:cubicBezTo>
                    <a:cubicBezTo>
                      <a:pt x="2550" y="160"/>
                      <a:pt x="1743" y="495"/>
                      <a:pt x="1149" y="1090"/>
                    </a:cubicBezTo>
                    <a:cubicBezTo>
                      <a:pt x="554" y="1685"/>
                      <a:pt x="220" y="2492"/>
                      <a:pt x="220" y="3333"/>
                    </a:cubicBezTo>
                    <a:cubicBezTo>
                      <a:pt x="220" y="4175"/>
                      <a:pt x="554" y="4982"/>
                      <a:pt x="1149" y="5577"/>
                    </a:cubicBezTo>
                    <a:cubicBezTo>
                      <a:pt x="1743" y="6172"/>
                      <a:pt x="2550" y="6506"/>
                      <a:pt x="3391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26" name="Freeform: Shape 15325">
                <a:extLst>
                  <a:ext uri="{FF2B5EF4-FFF2-40B4-BE49-F238E27FC236}">
                    <a16:creationId xmlns:a16="http://schemas.microsoft.com/office/drawing/2014/main" id="{A820FB16-EFF8-73FB-BEAE-E2D55D225AE3}"/>
                  </a:ext>
                </a:extLst>
              </p:cNvPr>
              <p:cNvSpPr/>
              <p:nvPr/>
            </p:nvSpPr>
            <p:spPr>
              <a:xfrm>
                <a:off x="9194342" y="5515182"/>
                <a:ext cx="6343" cy="6345"/>
              </a:xfrm>
              <a:custGeom>
                <a:avLst/>
                <a:gdLst>
                  <a:gd name="connsiteX0" fmla="*/ 3391 w 6343"/>
                  <a:gd name="connsiteY0" fmla="*/ 6506 h 6345"/>
                  <a:gd name="connsiteX1" fmla="*/ 5634 w 6343"/>
                  <a:gd name="connsiteY1" fmla="*/ 5577 h 6345"/>
                  <a:gd name="connsiteX2" fmla="*/ 6563 w 6343"/>
                  <a:gd name="connsiteY2" fmla="*/ 3333 h 6345"/>
                  <a:gd name="connsiteX3" fmla="*/ 5634 w 6343"/>
                  <a:gd name="connsiteY3" fmla="*/ 1090 h 6345"/>
                  <a:gd name="connsiteX4" fmla="*/ 3391 w 6343"/>
                  <a:gd name="connsiteY4" fmla="*/ 160 h 6345"/>
                  <a:gd name="connsiteX5" fmla="*/ 1148 w 6343"/>
                  <a:gd name="connsiteY5" fmla="*/ 1090 h 6345"/>
                  <a:gd name="connsiteX6" fmla="*/ 220 w 6343"/>
                  <a:gd name="connsiteY6" fmla="*/ 3333 h 6345"/>
                  <a:gd name="connsiteX7" fmla="*/ 1148 w 6343"/>
                  <a:gd name="connsiteY7" fmla="*/ 5577 h 6345"/>
                  <a:gd name="connsiteX8" fmla="*/ 3391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6"/>
                    </a:moveTo>
                    <a:cubicBezTo>
                      <a:pt x="4232" y="6506"/>
                      <a:pt x="5039" y="6172"/>
                      <a:pt x="5634" y="5577"/>
                    </a:cubicBezTo>
                    <a:cubicBezTo>
                      <a:pt x="6228" y="4982"/>
                      <a:pt x="6563" y="4175"/>
                      <a:pt x="6563" y="3333"/>
                    </a:cubicBezTo>
                    <a:cubicBezTo>
                      <a:pt x="6563" y="2492"/>
                      <a:pt x="6228" y="1685"/>
                      <a:pt x="5634" y="1090"/>
                    </a:cubicBezTo>
                    <a:cubicBezTo>
                      <a:pt x="5039" y="495"/>
                      <a:pt x="4232" y="160"/>
                      <a:pt x="3391" y="160"/>
                    </a:cubicBezTo>
                    <a:cubicBezTo>
                      <a:pt x="2550" y="160"/>
                      <a:pt x="1743" y="495"/>
                      <a:pt x="1148" y="1090"/>
                    </a:cubicBezTo>
                    <a:cubicBezTo>
                      <a:pt x="554" y="1685"/>
                      <a:pt x="220" y="2492"/>
                      <a:pt x="220" y="3333"/>
                    </a:cubicBezTo>
                    <a:cubicBezTo>
                      <a:pt x="220" y="4175"/>
                      <a:pt x="554" y="4982"/>
                      <a:pt x="1148" y="5577"/>
                    </a:cubicBezTo>
                    <a:cubicBezTo>
                      <a:pt x="1743" y="6172"/>
                      <a:pt x="2550" y="6506"/>
                      <a:pt x="3391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27" name="Freeform: Shape 15326">
                <a:extLst>
                  <a:ext uri="{FF2B5EF4-FFF2-40B4-BE49-F238E27FC236}">
                    <a16:creationId xmlns:a16="http://schemas.microsoft.com/office/drawing/2014/main" id="{1F1EEC00-77AA-F705-7AA4-58C7828B6A00}"/>
                  </a:ext>
                </a:extLst>
              </p:cNvPr>
              <p:cNvSpPr/>
              <p:nvPr/>
            </p:nvSpPr>
            <p:spPr>
              <a:xfrm>
                <a:off x="9191201" y="5515206"/>
                <a:ext cx="6343" cy="6345"/>
              </a:xfrm>
              <a:custGeom>
                <a:avLst/>
                <a:gdLst>
                  <a:gd name="connsiteX0" fmla="*/ 3391 w 6343"/>
                  <a:gd name="connsiteY0" fmla="*/ 6506 h 6345"/>
                  <a:gd name="connsiteX1" fmla="*/ 5633 w 6343"/>
                  <a:gd name="connsiteY1" fmla="*/ 5577 h 6345"/>
                  <a:gd name="connsiteX2" fmla="*/ 6562 w 6343"/>
                  <a:gd name="connsiteY2" fmla="*/ 3333 h 6345"/>
                  <a:gd name="connsiteX3" fmla="*/ 5633 w 6343"/>
                  <a:gd name="connsiteY3" fmla="*/ 1090 h 6345"/>
                  <a:gd name="connsiteX4" fmla="*/ 3391 w 6343"/>
                  <a:gd name="connsiteY4" fmla="*/ 160 h 6345"/>
                  <a:gd name="connsiteX5" fmla="*/ 1148 w 6343"/>
                  <a:gd name="connsiteY5" fmla="*/ 1090 h 6345"/>
                  <a:gd name="connsiteX6" fmla="*/ 219 w 6343"/>
                  <a:gd name="connsiteY6" fmla="*/ 3333 h 6345"/>
                  <a:gd name="connsiteX7" fmla="*/ 1148 w 6343"/>
                  <a:gd name="connsiteY7" fmla="*/ 5577 h 6345"/>
                  <a:gd name="connsiteX8" fmla="*/ 3391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6"/>
                    </a:moveTo>
                    <a:cubicBezTo>
                      <a:pt x="4232" y="6506"/>
                      <a:pt x="5039" y="6172"/>
                      <a:pt x="5633" y="5577"/>
                    </a:cubicBezTo>
                    <a:cubicBezTo>
                      <a:pt x="6228" y="4982"/>
                      <a:pt x="6562" y="4175"/>
                      <a:pt x="6562" y="3333"/>
                    </a:cubicBezTo>
                    <a:cubicBezTo>
                      <a:pt x="6562" y="2492"/>
                      <a:pt x="6228" y="1685"/>
                      <a:pt x="5633" y="1090"/>
                    </a:cubicBezTo>
                    <a:cubicBezTo>
                      <a:pt x="5039" y="495"/>
                      <a:pt x="4232" y="160"/>
                      <a:pt x="3391" y="160"/>
                    </a:cubicBezTo>
                    <a:cubicBezTo>
                      <a:pt x="2550" y="160"/>
                      <a:pt x="1743" y="495"/>
                      <a:pt x="1148" y="1090"/>
                    </a:cubicBezTo>
                    <a:cubicBezTo>
                      <a:pt x="553" y="1685"/>
                      <a:pt x="219" y="2492"/>
                      <a:pt x="219" y="3333"/>
                    </a:cubicBezTo>
                    <a:cubicBezTo>
                      <a:pt x="219" y="4175"/>
                      <a:pt x="553" y="4982"/>
                      <a:pt x="1148" y="5577"/>
                    </a:cubicBezTo>
                    <a:cubicBezTo>
                      <a:pt x="1743" y="6172"/>
                      <a:pt x="2550" y="6506"/>
                      <a:pt x="3391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28" name="Freeform: Shape 15327">
                <a:extLst>
                  <a:ext uri="{FF2B5EF4-FFF2-40B4-BE49-F238E27FC236}">
                    <a16:creationId xmlns:a16="http://schemas.microsoft.com/office/drawing/2014/main" id="{83E4788B-BB91-8FAF-0298-FCC9AFF0EAEB}"/>
                  </a:ext>
                </a:extLst>
              </p:cNvPr>
              <p:cNvSpPr/>
              <p:nvPr/>
            </p:nvSpPr>
            <p:spPr>
              <a:xfrm>
                <a:off x="9188327" y="5514961"/>
                <a:ext cx="6343" cy="6345"/>
              </a:xfrm>
              <a:custGeom>
                <a:avLst/>
                <a:gdLst>
                  <a:gd name="connsiteX0" fmla="*/ 3391 w 6343"/>
                  <a:gd name="connsiteY0" fmla="*/ 6506 h 6345"/>
                  <a:gd name="connsiteX1" fmla="*/ 5633 w 6343"/>
                  <a:gd name="connsiteY1" fmla="*/ 5577 h 6345"/>
                  <a:gd name="connsiteX2" fmla="*/ 6562 w 6343"/>
                  <a:gd name="connsiteY2" fmla="*/ 3333 h 6345"/>
                  <a:gd name="connsiteX3" fmla="*/ 5633 w 6343"/>
                  <a:gd name="connsiteY3" fmla="*/ 1090 h 6345"/>
                  <a:gd name="connsiteX4" fmla="*/ 3391 w 6343"/>
                  <a:gd name="connsiteY4" fmla="*/ 160 h 6345"/>
                  <a:gd name="connsiteX5" fmla="*/ 1148 w 6343"/>
                  <a:gd name="connsiteY5" fmla="*/ 1090 h 6345"/>
                  <a:gd name="connsiteX6" fmla="*/ 219 w 6343"/>
                  <a:gd name="connsiteY6" fmla="*/ 3333 h 6345"/>
                  <a:gd name="connsiteX7" fmla="*/ 1148 w 6343"/>
                  <a:gd name="connsiteY7" fmla="*/ 5577 h 6345"/>
                  <a:gd name="connsiteX8" fmla="*/ 3391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6"/>
                    </a:moveTo>
                    <a:cubicBezTo>
                      <a:pt x="4232" y="6506"/>
                      <a:pt x="5039" y="6172"/>
                      <a:pt x="5633" y="5577"/>
                    </a:cubicBezTo>
                    <a:cubicBezTo>
                      <a:pt x="6228" y="4982"/>
                      <a:pt x="6562" y="4175"/>
                      <a:pt x="6562" y="3333"/>
                    </a:cubicBezTo>
                    <a:cubicBezTo>
                      <a:pt x="6562" y="2492"/>
                      <a:pt x="6228" y="1685"/>
                      <a:pt x="5633" y="1090"/>
                    </a:cubicBezTo>
                    <a:cubicBezTo>
                      <a:pt x="5039" y="495"/>
                      <a:pt x="4232" y="160"/>
                      <a:pt x="3391" y="160"/>
                    </a:cubicBezTo>
                    <a:cubicBezTo>
                      <a:pt x="2550" y="160"/>
                      <a:pt x="1743" y="495"/>
                      <a:pt x="1148" y="1090"/>
                    </a:cubicBezTo>
                    <a:cubicBezTo>
                      <a:pt x="553" y="1685"/>
                      <a:pt x="219" y="2492"/>
                      <a:pt x="219" y="3333"/>
                    </a:cubicBezTo>
                    <a:cubicBezTo>
                      <a:pt x="219" y="4175"/>
                      <a:pt x="553" y="4982"/>
                      <a:pt x="1148" y="5577"/>
                    </a:cubicBezTo>
                    <a:cubicBezTo>
                      <a:pt x="1743" y="6172"/>
                      <a:pt x="2550" y="6506"/>
                      <a:pt x="3391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29" name="Freeform: Shape 15328">
                <a:extLst>
                  <a:ext uri="{FF2B5EF4-FFF2-40B4-BE49-F238E27FC236}">
                    <a16:creationId xmlns:a16="http://schemas.microsoft.com/office/drawing/2014/main" id="{EBB22F25-45FC-A6E4-B13A-5613D9801833}"/>
                  </a:ext>
                </a:extLst>
              </p:cNvPr>
              <p:cNvSpPr/>
              <p:nvPr/>
            </p:nvSpPr>
            <p:spPr>
              <a:xfrm>
                <a:off x="9185446" y="5514688"/>
                <a:ext cx="6343" cy="6345"/>
              </a:xfrm>
              <a:custGeom>
                <a:avLst/>
                <a:gdLst>
                  <a:gd name="connsiteX0" fmla="*/ 3390 w 6343"/>
                  <a:gd name="connsiteY0" fmla="*/ 6506 h 6345"/>
                  <a:gd name="connsiteX1" fmla="*/ 5633 w 6343"/>
                  <a:gd name="connsiteY1" fmla="*/ 5577 h 6345"/>
                  <a:gd name="connsiteX2" fmla="*/ 6562 w 6343"/>
                  <a:gd name="connsiteY2" fmla="*/ 3333 h 6345"/>
                  <a:gd name="connsiteX3" fmla="*/ 5633 w 6343"/>
                  <a:gd name="connsiteY3" fmla="*/ 1090 h 6345"/>
                  <a:gd name="connsiteX4" fmla="*/ 3390 w 6343"/>
                  <a:gd name="connsiteY4" fmla="*/ 160 h 6345"/>
                  <a:gd name="connsiteX5" fmla="*/ 1148 w 6343"/>
                  <a:gd name="connsiteY5" fmla="*/ 1090 h 6345"/>
                  <a:gd name="connsiteX6" fmla="*/ 219 w 6343"/>
                  <a:gd name="connsiteY6" fmla="*/ 3333 h 6345"/>
                  <a:gd name="connsiteX7" fmla="*/ 1148 w 6343"/>
                  <a:gd name="connsiteY7" fmla="*/ 5577 h 6345"/>
                  <a:gd name="connsiteX8" fmla="*/ 339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6"/>
                    </a:moveTo>
                    <a:cubicBezTo>
                      <a:pt x="4232" y="6506"/>
                      <a:pt x="5038" y="6171"/>
                      <a:pt x="5633" y="5577"/>
                    </a:cubicBezTo>
                    <a:cubicBezTo>
                      <a:pt x="6228" y="4982"/>
                      <a:pt x="6562" y="4174"/>
                      <a:pt x="6562" y="3333"/>
                    </a:cubicBezTo>
                    <a:cubicBezTo>
                      <a:pt x="6562" y="2492"/>
                      <a:pt x="6228" y="1685"/>
                      <a:pt x="5633" y="1090"/>
                    </a:cubicBezTo>
                    <a:cubicBezTo>
                      <a:pt x="5038" y="495"/>
                      <a:pt x="4232" y="160"/>
                      <a:pt x="3390" y="160"/>
                    </a:cubicBezTo>
                    <a:cubicBezTo>
                      <a:pt x="2549" y="160"/>
                      <a:pt x="1743" y="495"/>
                      <a:pt x="1148" y="1090"/>
                    </a:cubicBezTo>
                    <a:cubicBezTo>
                      <a:pt x="553" y="1685"/>
                      <a:pt x="219" y="2492"/>
                      <a:pt x="219" y="3333"/>
                    </a:cubicBezTo>
                    <a:cubicBezTo>
                      <a:pt x="219" y="4174"/>
                      <a:pt x="553" y="4982"/>
                      <a:pt x="1148" y="5577"/>
                    </a:cubicBezTo>
                    <a:cubicBezTo>
                      <a:pt x="1743" y="6171"/>
                      <a:pt x="2549" y="6506"/>
                      <a:pt x="339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30" name="Freeform: Shape 15329">
                <a:extLst>
                  <a:ext uri="{FF2B5EF4-FFF2-40B4-BE49-F238E27FC236}">
                    <a16:creationId xmlns:a16="http://schemas.microsoft.com/office/drawing/2014/main" id="{0D419185-6B12-EB65-2C2E-F45A061DBE8B}"/>
                  </a:ext>
                </a:extLst>
              </p:cNvPr>
              <p:cNvSpPr/>
              <p:nvPr/>
            </p:nvSpPr>
            <p:spPr>
              <a:xfrm>
                <a:off x="9182559" y="5514389"/>
                <a:ext cx="6343" cy="6345"/>
              </a:xfrm>
              <a:custGeom>
                <a:avLst/>
                <a:gdLst>
                  <a:gd name="connsiteX0" fmla="*/ 3390 w 6343"/>
                  <a:gd name="connsiteY0" fmla="*/ 6506 h 6345"/>
                  <a:gd name="connsiteX1" fmla="*/ 5633 w 6343"/>
                  <a:gd name="connsiteY1" fmla="*/ 5576 h 6345"/>
                  <a:gd name="connsiteX2" fmla="*/ 6562 w 6343"/>
                  <a:gd name="connsiteY2" fmla="*/ 3333 h 6345"/>
                  <a:gd name="connsiteX3" fmla="*/ 5633 w 6343"/>
                  <a:gd name="connsiteY3" fmla="*/ 1090 h 6345"/>
                  <a:gd name="connsiteX4" fmla="*/ 3390 w 6343"/>
                  <a:gd name="connsiteY4" fmla="*/ 160 h 6345"/>
                  <a:gd name="connsiteX5" fmla="*/ 1148 w 6343"/>
                  <a:gd name="connsiteY5" fmla="*/ 1090 h 6345"/>
                  <a:gd name="connsiteX6" fmla="*/ 219 w 6343"/>
                  <a:gd name="connsiteY6" fmla="*/ 3333 h 6345"/>
                  <a:gd name="connsiteX7" fmla="*/ 1148 w 6343"/>
                  <a:gd name="connsiteY7" fmla="*/ 5576 h 6345"/>
                  <a:gd name="connsiteX8" fmla="*/ 339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6"/>
                    </a:moveTo>
                    <a:cubicBezTo>
                      <a:pt x="4231" y="6506"/>
                      <a:pt x="5038" y="6171"/>
                      <a:pt x="5633" y="5576"/>
                    </a:cubicBezTo>
                    <a:cubicBezTo>
                      <a:pt x="6228" y="4982"/>
                      <a:pt x="6562" y="4174"/>
                      <a:pt x="6562" y="3333"/>
                    </a:cubicBezTo>
                    <a:cubicBezTo>
                      <a:pt x="6562" y="2492"/>
                      <a:pt x="6228" y="1685"/>
                      <a:pt x="5633" y="1090"/>
                    </a:cubicBezTo>
                    <a:cubicBezTo>
                      <a:pt x="5038" y="495"/>
                      <a:pt x="4231" y="160"/>
                      <a:pt x="3390" y="160"/>
                    </a:cubicBezTo>
                    <a:cubicBezTo>
                      <a:pt x="2549" y="160"/>
                      <a:pt x="1742" y="495"/>
                      <a:pt x="1148" y="1090"/>
                    </a:cubicBezTo>
                    <a:cubicBezTo>
                      <a:pt x="553" y="1685"/>
                      <a:pt x="219" y="2492"/>
                      <a:pt x="219" y="3333"/>
                    </a:cubicBezTo>
                    <a:cubicBezTo>
                      <a:pt x="219" y="4174"/>
                      <a:pt x="553" y="4982"/>
                      <a:pt x="1148" y="5576"/>
                    </a:cubicBezTo>
                    <a:cubicBezTo>
                      <a:pt x="1742" y="6171"/>
                      <a:pt x="2549" y="6506"/>
                      <a:pt x="339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31" name="Freeform: Shape 15330">
                <a:extLst>
                  <a:ext uri="{FF2B5EF4-FFF2-40B4-BE49-F238E27FC236}">
                    <a16:creationId xmlns:a16="http://schemas.microsoft.com/office/drawing/2014/main" id="{A0C088F0-B2AF-2928-E8F7-3D7B03089915}"/>
                  </a:ext>
                </a:extLst>
              </p:cNvPr>
              <p:cNvSpPr/>
              <p:nvPr/>
            </p:nvSpPr>
            <p:spPr>
              <a:xfrm>
                <a:off x="9179432" y="5514257"/>
                <a:ext cx="6343" cy="6345"/>
              </a:xfrm>
              <a:custGeom>
                <a:avLst/>
                <a:gdLst>
                  <a:gd name="connsiteX0" fmla="*/ 3390 w 6343"/>
                  <a:gd name="connsiteY0" fmla="*/ 6506 h 6345"/>
                  <a:gd name="connsiteX1" fmla="*/ 5633 w 6343"/>
                  <a:gd name="connsiteY1" fmla="*/ 5576 h 6345"/>
                  <a:gd name="connsiteX2" fmla="*/ 6561 w 6343"/>
                  <a:gd name="connsiteY2" fmla="*/ 3333 h 6345"/>
                  <a:gd name="connsiteX3" fmla="*/ 5633 w 6343"/>
                  <a:gd name="connsiteY3" fmla="*/ 1090 h 6345"/>
                  <a:gd name="connsiteX4" fmla="*/ 3390 w 6343"/>
                  <a:gd name="connsiteY4" fmla="*/ 160 h 6345"/>
                  <a:gd name="connsiteX5" fmla="*/ 1147 w 6343"/>
                  <a:gd name="connsiteY5" fmla="*/ 1090 h 6345"/>
                  <a:gd name="connsiteX6" fmla="*/ 218 w 6343"/>
                  <a:gd name="connsiteY6" fmla="*/ 3333 h 6345"/>
                  <a:gd name="connsiteX7" fmla="*/ 1147 w 6343"/>
                  <a:gd name="connsiteY7" fmla="*/ 5576 h 6345"/>
                  <a:gd name="connsiteX8" fmla="*/ 339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6"/>
                    </a:moveTo>
                    <a:cubicBezTo>
                      <a:pt x="4231" y="6506"/>
                      <a:pt x="5038" y="6171"/>
                      <a:pt x="5633" y="5576"/>
                    </a:cubicBezTo>
                    <a:cubicBezTo>
                      <a:pt x="6227" y="4982"/>
                      <a:pt x="6561" y="4174"/>
                      <a:pt x="6561" y="3333"/>
                    </a:cubicBezTo>
                    <a:cubicBezTo>
                      <a:pt x="6561" y="2492"/>
                      <a:pt x="6227" y="1685"/>
                      <a:pt x="5633" y="1090"/>
                    </a:cubicBezTo>
                    <a:cubicBezTo>
                      <a:pt x="5038" y="495"/>
                      <a:pt x="4231" y="160"/>
                      <a:pt x="3390" y="160"/>
                    </a:cubicBezTo>
                    <a:cubicBezTo>
                      <a:pt x="2549" y="160"/>
                      <a:pt x="1742" y="495"/>
                      <a:pt x="1147" y="1090"/>
                    </a:cubicBezTo>
                    <a:cubicBezTo>
                      <a:pt x="553" y="1685"/>
                      <a:pt x="218" y="2492"/>
                      <a:pt x="218" y="3333"/>
                    </a:cubicBezTo>
                    <a:cubicBezTo>
                      <a:pt x="218" y="4174"/>
                      <a:pt x="553" y="4982"/>
                      <a:pt x="1147" y="5576"/>
                    </a:cubicBezTo>
                    <a:cubicBezTo>
                      <a:pt x="1742" y="6171"/>
                      <a:pt x="2549" y="6506"/>
                      <a:pt x="339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32" name="Freeform: Shape 15331">
                <a:extLst>
                  <a:ext uri="{FF2B5EF4-FFF2-40B4-BE49-F238E27FC236}">
                    <a16:creationId xmlns:a16="http://schemas.microsoft.com/office/drawing/2014/main" id="{5CAB0719-487D-CB35-12D5-D05EA39ED3DA}"/>
                  </a:ext>
                </a:extLst>
              </p:cNvPr>
              <p:cNvSpPr/>
              <p:nvPr/>
            </p:nvSpPr>
            <p:spPr>
              <a:xfrm>
                <a:off x="9176156" y="5514211"/>
                <a:ext cx="6343" cy="6345"/>
              </a:xfrm>
              <a:custGeom>
                <a:avLst/>
                <a:gdLst>
                  <a:gd name="connsiteX0" fmla="*/ 3390 w 6343"/>
                  <a:gd name="connsiteY0" fmla="*/ 6506 h 6345"/>
                  <a:gd name="connsiteX1" fmla="*/ 5632 w 6343"/>
                  <a:gd name="connsiteY1" fmla="*/ 5576 h 6345"/>
                  <a:gd name="connsiteX2" fmla="*/ 6561 w 6343"/>
                  <a:gd name="connsiteY2" fmla="*/ 3333 h 6345"/>
                  <a:gd name="connsiteX3" fmla="*/ 5632 w 6343"/>
                  <a:gd name="connsiteY3" fmla="*/ 1090 h 6345"/>
                  <a:gd name="connsiteX4" fmla="*/ 3390 w 6343"/>
                  <a:gd name="connsiteY4" fmla="*/ 160 h 6345"/>
                  <a:gd name="connsiteX5" fmla="*/ 1147 w 6343"/>
                  <a:gd name="connsiteY5" fmla="*/ 1090 h 6345"/>
                  <a:gd name="connsiteX6" fmla="*/ 218 w 6343"/>
                  <a:gd name="connsiteY6" fmla="*/ 3333 h 6345"/>
                  <a:gd name="connsiteX7" fmla="*/ 1147 w 6343"/>
                  <a:gd name="connsiteY7" fmla="*/ 5576 h 6345"/>
                  <a:gd name="connsiteX8" fmla="*/ 339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6"/>
                    </a:moveTo>
                    <a:cubicBezTo>
                      <a:pt x="4231" y="6506"/>
                      <a:pt x="5038" y="6171"/>
                      <a:pt x="5632" y="5576"/>
                    </a:cubicBezTo>
                    <a:cubicBezTo>
                      <a:pt x="6227" y="4982"/>
                      <a:pt x="6561" y="4174"/>
                      <a:pt x="6561" y="3333"/>
                    </a:cubicBezTo>
                    <a:cubicBezTo>
                      <a:pt x="6561" y="2492"/>
                      <a:pt x="6227" y="1685"/>
                      <a:pt x="5632" y="1090"/>
                    </a:cubicBezTo>
                    <a:cubicBezTo>
                      <a:pt x="5038" y="495"/>
                      <a:pt x="4231" y="160"/>
                      <a:pt x="3390" y="160"/>
                    </a:cubicBezTo>
                    <a:cubicBezTo>
                      <a:pt x="2549" y="160"/>
                      <a:pt x="1742" y="495"/>
                      <a:pt x="1147" y="1090"/>
                    </a:cubicBezTo>
                    <a:cubicBezTo>
                      <a:pt x="552" y="1685"/>
                      <a:pt x="218" y="2492"/>
                      <a:pt x="218" y="3333"/>
                    </a:cubicBezTo>
                    <a:cubicBezTo>
                      <a:pt x="218" y="4174"/>
                      <a:pt x="552" y="4982"/>
                      <a:pt x="1147" y="5576"/>
                    </a:cubicBezTo>
                    <a:cubicBezTo>
                      <a:pt x="1742" y="6171"/>
                      <a:pt x="2549" y="6506"/>
                      <a:pt x="339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33" name="Freeform: Shape 15332">
                <a:extLst>
                  <a:ext uri="{FF2B5EF4-FFF2-40B4-BE49-F238E27FC236}">
                    <a16:creationId xmlns:a16="http://schemas.microsoft.com/office/drawing/2014/main" id="{705953A3-71EF-5E02-16E8-4D2DB7B4195B}"/>
                  </a:ext>
                </a:extLst>
              </p:cNvPr>
              <p:cNvSpPr/>
              <p:nvPr/>
            </p:nvSpPr>
            <p:spPr>
              <a:xfrm>
                <a:off x="9172255" y="5514631"/>
                <a:ext cx="6343" cy="6345"/>
              </a:xfrm>
              <a:custGeom>
                <a:avLst/>
                <a:gdLst>
                  <a:gd name="connsiteX0" fmla="*/ 3389 w 6343"/>
                  <a:gd name="connsiteY0" fmla="*/ 6506 h 6345"/>
                  <a:gd name="connsiteX1" fmla="*/ 5632 w 6343"/>
                  <a:gd name="connsiteY1" fmla="*/ 5577 h 6345"/>
                  <a:gd name="connsiteX2" fmla="*/ 6561 w 6343"/>
                  <a:gd name="connsiteY2" fmla="*/ 3333 h 6345"/>
                  <a:gd name="connsiteX3" fmla="*/ 5632 w 6343"/>
                  <a:gd name="connsiteY3" fmla="*/ 1090 h 6345"/>
                  <a:gd name="connsiteX4" fmla="*/ 3389 w 6343"/>
                  <a:gd name="connsiteY4" fmla="*/ 160 h 6345"/>
                  <a:gd name="connsiteX5" fmla="*/ 1147 w 6343"/>
                  <a:gd name="connsiteY5" fmla="*/ 1090 h 6345"/>
                  <a:gd name="connsiteX6" fmla="*/ 218 w 6343"/>
                  <a:gd name="connsiteY6" fmla="*/ 3333 h 6345"/>
                  <a:gd name="connsiteX7" fmla="*/ 1147 w 6343"/>
                  <a:gd name="connsiteY7" fmla="*/ 5577 h 6345"/>
                  <a:gd name="connsiteX8" fmla="*/ 338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6"/>
                    </a:moveTo>
                    <a:cubicBezTo>
                      <a:pt x="4230" y="6506"/>
                      <a:pt x="5037" y="6171"/>
                      <a:pt x="5632" y="5577"/>
                    </a:cubicBezTo>
                    <a:cubicBezTo>
                      <a:pt x="6227" y="4982"/>
                      <a:pt x="6561" y="4174"/>
                      <a:pt x="6561" y="3333"/>
                    </a:cubicBezTo>
                    <a:cubicBezTo>
                      <a:pt x="6561" y="2492"/>
                      <a:pt x="6227" y="1685"/>
                      <a:pt x="5632" y="1090"/>
                    </a:cubicBezTo>
                    <a:cubicBezTo>
                      <a:pt x="5037" y="495"/>
                      <a:pt x="4230" y="160"/>
                      <a:pt x="3389" y="160"/>
                    </a:cubicBezTo>
                    <a:cubicBezTo>
                      <a:pt x="2548" y="160"/>
                      <a:pt x="1741" y="495"/>
                      <a:pt x="1147" y="1090"/>
                    </a:cubicBezTo>
                    <a:cubicBezTo>
                      <a:pt x="552" y="1685"/>
                      <a:pt x="218" y="2492"/>
                      <a:pt x="218" y="3333"/>
                    </a:cubicBezTo>
                    <a:cubicBezTo>
                      <a:pt x="218" y="4174"/>
                      <a:pt x="552" y="4982"/>
                      <a:pt x="1147" y="5577"/>
                    </a:cubicBezTo>
                    <a:cubicBezTo>
                      <a:pt x="1741" y="6171"/>
                      <a:pt x="2548" y="6506"/>
                      <a:pt x="338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34" name="Freeform: Shape 15333">
                <a:extLst>
                  <a:ext uri="{FF2B5EF4-FFF2-40B4-BE49-F238E27FC236}">
                    <a16:creationId xmlns:a16="http://schemas.microsoft.com/office/drawing/2014/main" id="{7D4EAB24-7861-5A5D-8106-896F682E1803}"/>
                  </a:ext>
                </a:extLst>
              </p:cNvPr>
              <p:cNvSpPr/>
              <p:nvPr/>
            </p:nvSpPr>
            <p:spPr>
              <a:xfrm>
                <a:off x="9168529" y="5514860"/>
                <a:ext cx="6343" cy="6345"/>
              </a:xfrm>
              <a:custGeom>
                <a:avLst/>
                <a:gdLst>
                  <a:gd name="connsiteX0" fmla="*/ 3389 w 6343"/>
                  <a:gd name="connsiteY0" fmla="*/ 6506 h 6345"/>
                  <a:gd name="connsiteX1" fmla="*/ 5632 w 6343"/>
                  <a:gd name="connsiteY1" fmla="*/ 5577 h 6345"/>
                  <a:gd name="connsiteX2" fmla="*/ 6561 w 6343"/>
                  <a:gd name="connsiteY2" fmla="*/ 3333 h 6345"/>
                  <a:gd name="connsiteX3" fmla="*/ 5632 w 6343"/>
                  <a:gd name="connsiteY3" fmla="*/ 1090 h 6345"/>
                  <a:gd name="connsiteX4" fmla="*/ 3389 w 6343"/>
                  <a:gd name="connsiteY4" fmla="*/ 160 h 6345"/>
                  <a:gd name="connsiteX5" fmla="*/ 1146 w 6343"/>
                  <a:gd name="connsiteY5" fmla="*/ 1090 h 6345"/>
                  <a:gd name="connsiteX6" fmla="*/ 218 w 6343"/>
                  <a:gd name="connsiteY6" fmla="*/ 3333 h 6345"/>
                  <a:gd name="connsiteX7" fmla="*/ 1146 w 6343"/>
                  <a:gd name="connsiteY7" fmla="*/ 5577 h 6345"/>
                  <a:gd name="connsiteX8" fmla="*/ 338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6"/>
                    </a:moveTo>
                    <a:cubicBezTo>
                      <a:pt x="4230" y="6506"/>
                      <a:pt x="5037" y="6171"/>
                      <a:pt x="5632" y="5577"/>
                    </a:cubicBezTo>
                    <a:cubicBezTo>
                      <a:pt x="6226" y="4982"/>
                      <a:pt x="6561" y="4175"/>
                      <a:pt x="6561" y="3333"/>
                    </a:cubicBezTo>
                    <a:cubicBezTo>
                      <a:pt x="6561" y="2492"/>
                      <a:pt x="6226" y="1685"/>
                      <a:pt x="5632" y="1090"/>
                    </a:cubicBezTo>
                    <a:cubicBezTo>
                      <a:pt x="5037" y="495"/>
                      <a:pt x="4230" y="160"/>
                      <a:pt x="3389" y="160"/>
                    </a:cubicBezTo>
                    <a:cubicBezTo>
                      <a:pt x="2548" y="160"/>
                      <a:pt x="1741" y="495"/>
                      <a:pt x="1146" y="1090"/>
                    </a:cubicBezTo>
                    <a:cubicBezTo>
                      <a:pt x="552" y="1685"/>
                      <a:pt x="218" y="2492"/>
                      <a:pt x="218" y="3333"/>
                    </a:cubicBezTo>
                    <a:cubicBezTo>
                      <a:pt x="218" y="4175"/>
                      <a:pt x="552" y="4982"/>
                      <a:pt x="1146" y="5577"/>
                    </a:cubicBezTo>
                    <a:cubicBezTo>
                      <a:pt x="1741" y="6171"/>
                      <a:pt x="2548" y="6506"/>
                      <a:pt x="338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35" name="Freeform: Shape 15334">
                <a:extLst>
                  <a:ext uri="{FF2B5EF4-FFF2-40B4-BE49-F238E27FC236}">
                    <a16:creationId xmlns:a16="http://schemas.microsoft.com/office/drawing/2014/main" id="{178B34F5-FD40-437C-C614-9A0BB545B7A2}"/>
                  </a:ext>
                </a:extLst>
              </p:cNvPr>
              <p:cNvSpPr/>
              <p:nvPr/>
            </p:nvSpPr>
            <p:spPr>
              <a:xfrm>
                <a:off x="9165172" y="5514749"/>
                <a:ext cx="6343" cy="6345"/>
              </a:xfrm>
              <a:custGeom>
                <a:avLst/>
                <a:gdLst>
                  <a:gd name="connsiteX0" fmla="*/ 3389 w 6343"/>
                  <a:gd name="connsiteY0" fmla="*/ 6506 h 6345"/>
                  <a:gd name="connsiteX1" fmla="*/ 5631 w 6343"/>
                  <a:gd name="connsiteY1" fmla="*/ 5577 h 6345"/>
                  <a:gd name="connsiteX2" fmla="*/ 6560 w 6343"/>
                  <a:gd name="connsiteY2" fmla="*/ 3333 h 6345"/>
                  <a:gd name="connsiteX3" fmla="*/ 5631 w 6343"/>
                  <a:gd name="connsiteY3" fmla="*/ 1090 h 6345"/>
                  <a:gd name="connsiteX4" fmla="*/ 3389 w 6343"/>
                  <a:gd name="connsiteY4" fmla="*/ 160 h 6345"/>
                  <a:gd name="connsiteX5" fmla="*/ 1146 w 6343"/>
                  <a:gd name="connsiteY5" fmla="*/ 1090 h 6345"/>
                  <a:gd name="connsiteX6" fmla="*/ 217 w 6343"/>
                  <a:gd name="connsiteY6" fmla="*/ 3333 h 6345"/>
                  <a:gd name="connsiteX7" fmla="*/ 1146 w 6343"/>
                  <a:gd name="connsiteY7" fmla="*/ 5577 h 6345"/>
                  <a:gd name="connsiteX8" fmla="*/ 338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6"/>
                    </a:moveTo>
                    <a:cubicBezTo>
                      <a:pt x="4230" y="6506"/>
                      <a:pt x="5037" y="6171"/>
                      <a:pt x="5631" y="5577"/>
                    </a:cubicBezTo>
                    <a:cubicBezTo>
                      <a:pt x="6226" y="4982"/>
                      <a:pt x="6560" y="4174"/>
                      <a:pt x="6560" y="3333"/>
                    </a:cubicBezTo>
                    <a:cubicBezTo>
                      <a:pt x="6560" y="2492"/>
                      <a:pt x="6226" y="1685"/>
                      <a:pt x="5631" y="1090"/>
                    </a:cubicBezTo>
                    <a:cubicBezTo>
                      <a:pt x="5037" y="495"/>
                      <a:pt x="4230" y="160"/>
                      <a:pt x="3389" y="160"/>
                    </a:cubicBezTo>
                    <a:cubicBezTo>
                      <a:pt x="2548" y="160"/>
                      <a:pt x="1741" y="495"/>
                      <a:pt x="1146" y="1090"/>
                    </a:cubicBezTo>
                    <a:cubicBezTo>
                      <a:pt x="551" y="1685"/>
                      <a:pt x="217" y="2492"/>
                      <a:pt x="217" y="3333"/>
                    </a:cubicBezTo>
                    <a:cubicBezTo>
                      <a:pt x="217" y="4174"/>
                      <a:pt x="551" y="4982"/>
                      <a:pt x="1146" y="5577"/>
                    </a:cubicBezTo>
                    <a:cubicBezTo>
                      <a:pt x="1741" y="6171"/>
                      <a:pt x="2548" y="6506"/>
                      <a:pt x="338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36" name="Freeform: Shape 15335">
                <a:extLst>
                  <a:ext uri="{FF2B5EF4-FFF2-40B4-BE49-F238E27FC236}">
                    <a16:creationId xmlns:a16="http://schemas.microsoft.com/office/drawing/2014/main" id="{AD940EAE-4678-BAB8-1EB2-8839A8C32CEC}"/>
                  </a:ext>
                </a:extLst>
              </p:cNvPr>
              <p:cNvSpPr/>
              <p:nvPr/>
            </p:nvSpPr>
            <p:spPr>
              <a:xfrm>
                <a:off x="9161471" y="5514867"/>
                <a:ext cx="6343" cy="6345"/>
              </a:xfrm>
              <a:custGeom>
                <a:avLst/>
                <a:gdLst>
                  <a:gd name="connsiteX0" fmla="*/ 3389 w 6343"/>
                  <a:gd name="connsiteY0" fmla="*/ 6506 h 6345"/>
                  <a:gd name="connsiteX1" fmla="*/ 5631 w 6343"/>
                  <a:gd name="connsiteY1" fmla="*/ 5577 h 6345"/>
                  <a:gd name="connsiteX2" fmla="*/ 6560 w 6343"/>
                  <a:gd name="connsiteY2" fmla="*/ 3333 h 6345"/>
                  <a:gd name="connsiteX3" fmla="*/ 5631 w 6343"/>
                  <a:gd name="connsiteY3" fmla="*/ 1090 h 6345"/>
                  <a:gd name="connsiteX4" fmla="*/ 3389 w 6343"/>
                  <a:gd name="connsiteY4" fmla="*/ 160 h 6345"/>
                  <a:gd name="connsiteX5" fmla="*/ 1146 w 6343"/>
                  <a:gd name="connsiteY5" fmla="*/ 1090 h 6345"/>
                  <a:gd name="connsiteX6" fmla="*/ 217 w 6343"/>
                  <a:gd name="connsiteY6" fmla="*/ 3333 h 6345"/>
                  <a:gd name="connsiteX7" fmla="*/ 1146 w 6343"/>
                  <a:gd name="connsiteY7" fmla="*/ 5577 h 6345"/>
                  <a:gd name="connsiteX8" fmla="*/ 338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506"/>
                    </a:moveTo>
                    <a:cubicBezTo>
                      <a:pt x="4230" y="6506"/>
                      <a:pt x="5036" y="6171"/>
                      <a:pt x="5631" y="5577"/>
                    </a:cubicBezTo>
                    <a:cubicBezTo>
                      <a:pt x="6226" y="4982"/>
                      <a:pt x="6560" y="4175"/>
                      <a:pt x="6560" y="3333"/>
                    </a:cubicBezTo>
                    <a:cubicBezTo>
                      <a:pt x="6560" y="2492"/>
                      <a:pt x="6226" y="1685"/>
                      <a:pt x="5631" y="1090"/>
                    </a:cubicBezTo>
                    <a:cubicBezTo>
                      <a:pt x="5036" y="495"/>
                      <a:pt x="4230" y="160"/>
                      <a:pt x="3389" y="160"/>
                    </a:cubicBezTo>
                    <a:cubicBezTo>
                      <a:pt x="2547" y="160"/>
                      <a:pt x="1741" y="495"/>
                      <a:pt x="1146" y="1090"/>
                    </a:cubicBezTo>
                    <a:cubicBezTo>
                      <a:pt x="551" y="1685"/>
                      <a:pt x="217" y="2492"/>
                      <a:pt x="217" y="3333"/>
                    </a:cubicBezTo>
                    <a:cubicBezTo>
                      <a:pt x="217" y="4175"/>
                      <a:pt x="551" y="4982"/>
                      <a:pt x="1146" y="5577"/>
                    </a:cubicBezTo>
                    <a:cubicBezTo>
                      <a:pt x="1741" y="6171"/>
                      <a:pt x="2547" y="6506"/>
                      <a:pt x="338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37" name="Freeform: Shape 15336">
                <a:extLst>
                  <a:ext uri="{FF2B5EF4-FFF2-40B4-BE49-F238E27FC236}">
                    <a16:creationId xmlns:a16="http://schemas.microsoft.com/office/drawing/2014/main" id="{EBFB7450-A448-B577-81A7-A40788C7D81A}"/>
                  </a:ext>
                </a:extLst>
              </p:cNvPr>
              <p:cNvSpPr/>
              <p:nvPr/>
            </p:nvSpPr>
            <p:spPr>
              <a:xfrm>
                <a:off x="9157805" y="5514911"/>
                <a:ext cx="6343" cy="6345"/>
              </a:xfrm>
              <a:custGeom>
                <a:avLst/>
                <a:gdLst>
                  <a:gd name="connsiteX0" fmla="*/ 3388 w 6343"/>
                  <a:gd name="connsiteY0" fmla="*/ 6506 h 6345"/>
                  <a:gd name="connsiteX1" fmla="*/ 5631 w 6343"/>
                  <a:gd name="connsiteY1" fmla="*/ 5577 h 6345"/>
                  <a:gd name="connsiteX2" fmla="*/ 6560 w 6343"/>
                  <a:gd name="connsiteY2" fmla="*/ 3333 h 6345"/>
                  <a:gd name="connsiteX3" fmla="*/ 5631 w 6343"/>
                  <a:gd name="connsiteY3" fmla="*/ 1090 h 6345"/>
                  <a:gd name="connsiteX4" fmla="*/ 3388 w 6343"/>
                  <a:gd name="connsiteY4" fmla="*/ 160 h 6345"/>
                  <a:gd name="connsiteX5" fmla="*/ 1146 w 6343"/>
                  <a:gd name="connsiteY5" fmla="*/ 1090 h 6345"/>
                  <a:gd name="connsiteX6" fmla="*/ 217 w 6343"/>
                  <a:gd name="connsiteY6" fmla="*/ 3333 h 6345"/>
                  <a:gd name="connsiteX7" fmla="*/ 1146 w 6343"/>
                  <a:gd name="connsiteY7" fmla="*/ 5577 h 6345"/>
                  <a:gd name="connsiteX8" fmla="*/ 338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6"/>
                    </a:moveTo>
                    <a:cubicBezTo>
                      <a:pt x="4229" y="6506"/>
                      <a:pt x="5036" y="6171"/>
                      <a:pt x="5631" y="5577"/>
                    </a:cubicBezTo>
                    <a:cubicBezTo>
                      <a:pt x="6226" y="4982"/>
                      <a:pt x="6560" y="4175"/>
                      <a:pt x="6560" y="3333"/>
                    </a:cubicBezTo>
                    <a:cubicBezTo>
                      <a:pt x="6560" y="2492"/>
                      <a:pt x="6226" y="1685"/>
                      <a:pt x="5631" y="1090"/>
                    </a:cubicBezTo>
                    <a:cubicBezTo>
                      <a:pt x="5036" y="495"/>
                      <a:pt x="4229" y="160"/>
                      <a:pt x="3388" y="160"/>
                    </a:cubicBezTo>
                    <a:cubicBezTo>
                      <a:pt x="2547" y="160"/>
                      <a:pt x="1740" y="495"/>
                      <a:pt x="1146" y="1090"/>
                    </a:cubicBezTo>
                    <a:cubicBezTo>
                      <a:pt x="551" y="1685"/>
                      <a:pt x="217" y="2492"/>
                      <a:pt x="217" y="3333"/>
                    </a:cubicBezTo>
                    <a:cubicBezTo>
                      <a:pt x="217" y="4175"/>
                      <a:pt x="551" y="4982"/>
                      <a:pt x="1146" y="5577"/>
                    </a:cubicBezTo>
                    <a:cubicBezTo>
                      <a:pt x="1740" y="6171"/>
                      <a:pt x="2547" y="6506"/>
                      <a:pt x="338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38" name="Freeform: Shape 15337">
                <a:extLst>
                  <a:ext uri="{FF2B5EF4-FFF2-40B4-BE49-F238E27FC236}">
                    <a16:creationId xmlns:a16="http://schemas.microsoft.com/office/drawing/2014/main" id="{0513B9C8-B357-260E-1E05-5FF32712073E}"/>
                  </a:ext>
                </a:extLst>
              </p:cNvPr>
              <p:cNvSpPr/>
              <p:nvPr/>
            </p:nvSpPr>
            <p:spPr>
              <a:xfrm>
                <a:off x="9154129" y="5514918"/>
                <a:ext cx="6343" cy="6345"/>
              </a:xfrm>
              <a:custGeom>
                <a:avLst/>
                <a:gdLst>
                  <a:gd name="connsiteX0" fmla="*/ 3388 w 6343"/>
                  <a:gd name="connsiteY0" fmla="*/ 6506 h 6345"/>
                  <a:gd name="connsiteX1" fmla="*/ 5631 w 6343"/>
                  <a:gd name="connsiteY1" fmla="*/ 5577 h 6345"/>
                  <a:gd name="connsiteX2" fmla="*/ 6559 w 6343"/>
                  <a:gd name="connsiteY2" fmla="*/ 3333 h 6345"/>
                  <a:gd name="connsiteX3" fmla="*/ 5631 w 6343"/>
                  <a:gd name="connsiteY3" fmla="*/ 1090 h 6345"/>
                  <a:gd name="connsiteX4" fmla="*/ 3388 w 6343"/>
                  <a:gd name="connsiteY4" fmla="*/ 160 h 6345"/>
                  <a:gd name="connsiteX5" fmla="*/ 1145 w 6343"/>
                  <a:gd name="connsiteY5" fmla="*/ 1090 h 6345"/>
                  <a:gd name="connsiteX6" fmla="*/ 216 w 6343"/>
                  <a:gd name="connsiteY6" fmla="*/ 3333 h 6345"/>
                  <a:gd name="connsiteX7" fmla="*/ 1145 w 6343"/>
                  <a:gd name="connsiteY7" fmla="*/ 5577 h 6345"/>
                  <a:gd name="connsiteX8" fmla="*/ 338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6"/>
                    </a:moveTo>
                    <a:cubicBezTo>
                      <a:pt x="4229" y="6506"/>
                      <a:pt x="5036" y="6171"/>
                      <a:pt x="5631" y="5577"/>
                    </a:cubicBezTo>
                    <a:cubicBezTo>
                      <a:pt x="6225" y="4982"/>
                      <a:pt x="6559" y="4175"/>
                      <a:pt x="6559" y="3333"/>
                    </a:cubicBezTo>
                    <a:cubicBezTo>
                      <a:pt x="6559" y="2492"/>
                      <a:pt x="6225" y="1685"/>
                      <a:pt x="5631" y="1090"/>
                    </a:cubicBezTo>
                    <a:cubicBezTo>
                      <a:pt x="5036" y="495"/>
                      <a:pt x="4229" y="160"/>
                      <a:pt x="3388" y="160"/>
                    </a:cubicBezTo>
                    <a:cubicBezTo>
                      <a:pt x="2547" y="160"/>
                      <a:pt x="1740" y="495"/>
                      <a:pt x="1145" y="1090"/>
                    </a:cubicBezTo>
                    <a:cubicBezTo>
                      <a:pt x="551" y="1685"/>
                      <a:pt x="216" y="2492"/>
                      <a:pt x="216" y="3333"/>
                    </a:cubicBezTo>
                    <a:cubicBezTo>
                      <a:pt x="216" y="4175"/>
                      <a:pt x="551" y="4982"/>
                      <a:pt x="1145" y="5577"/>
                    </a:cubicBezTo>
                    <a:cubicBezTo>
                      <a:pt x="1740" y="6171"/>
                      <a:pt x="2547" y="6506"/>
                      <a:pt x="338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39" name="Freeform: Shape 15338">
                <a:extLst>
                  <a:ext uri="{FF2B5EF4-FFF2-40B4-BE49-F238E27FC236}">
                    <a16:creationId xmlns:a16="http://schemas.microsoft.com/office/drawing/2014/main" id="{C6B64673-3CE3-2E60-8426-41EE7EDE2EC4}"/>
                  </a:ext>
                </a:extLst>
              </p:cNvPr>
              <p:cNvSpPr/>
              <p:nvPr/>
            </p:nvSpPr>
            <p:spPr>
              <a:xfrm>
                <a:off x="9150880" y="5514559"/>
                <a:ext cx="6343" cy="6345"/>
              </a:xfrm>
              <a:custGeom>
                <a:avLst/>
                <a:gdLst>
                  <a:gd name="connsiteX0" fmla="*/ 3388 w 6343"/>
                  <a:gd name="connsiteY0" fmla="*/ 6506 h 6345"/>
                  <a:gd name="connsiteX1" fmla="*/ 5630 w 6343"/>
                  <a:gd name="connsiteY1" fmla="*/ 5577 h 6345"/>
                  <a:gd name="connsiteX2" fmla="*/ 6559 w 6343"/>
                  <a:gd name="connsiteY2" fmla="*/ 3333 h 6345"/>
                  <a:gd name="connsiteX3" fmla="*/ 5630 w 6343"/>
                  <a:gd name="connsiteY3" fmla="*/ 1090 h 6345"/>
                  <a:gd name="connsiteX4" fmla="*/ 3388 w 6343"/>
                  <a:gd name="connsiteY4" fmla="*/ 160 h 6345"/>
                  <a:gd name="connsiteX5" fmla="*/ 1145 w 6343"/>
                  <a:gd name="connsiteY5" fmla="*/ 1090 h 6345"/>
                  <a:gd name="connsiteX6" fmla="*/ 216 w 6343"/>
                  <a:gd name="connsiteY6" fmla="*/ 3333 h 6345"/>
                  <a:gd name="connsiteX7" fmla="*/ 1145 w 6343"/>
                  <a:gd name="connsiteY7" fmla="*/ 5577 h 6345"/>
                  <a:gd name="connsiteX8" fmla="*/ 338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8" y="6506"/>
                    </a:moveTo>
                    <a:cubicBezTo>
                      <a:pt x="4229" y="6506"/>
                      <a:pt x="5036" y="6171"/>
                      <a:pt x="5630" y="5577"/>
                    </a:cubicBezTo>
                    <a:cubicBezTo>
                      <a:pt x="6225" y="4982"/>
                      <a:pt x="6559" y="4174"/>
                      <a:pt x="6559" y="3333"/>
                    </a:cubicBezTo>
                    <a:cubicBezTo>
                      <a:pt x="6559" y="2492"/>
                      <a:pt x="6225" y="1685"/>
                      <a:pt x="5630" y="1090"/>
                    </a:cubicBezTo>
                    <a:cubicBezTo>
                      <a:pt x="5036" y="495"/>
                      <a:pt x="4229" y="160"/>
                      <a:pt x="3388" y="160"/>
                    </a:cubicBezTo>
                    <a:cubicBezTo>
                      <a:pt x="2547" y="160"/>
                      <a:pt x="1740" y="495"/>
                      <a:pt x="1145" y="1090"/>
                    </a:cubicBezTo>
                    <a:cubicBezTo>
                      <a:pt x="550" y="1685"/>
                      <a:pt x="216" y="2492"/>
                      <a:pt x="216" y="3333"/>
                    </a:cubicBezTo>
                    <a:cubicBezTo>
                      <a:pt x="216" y="4174"/>
                      <a:pt x="550" y="4982"/>
                      <a:pt x="1145" y="5577"/>
                    </a:cubicBezTo>
                    <a:cubicBezTo>
                      <a:pt x="1740" y="6171"/>
                      <a:pt x="2547" y="6506"/>
                      <a:pt x="338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40" name="Freeform: Shape 15339">
                <a:extLst>
                  <a:ext uri="{FF2B5EF4-FFF2-40B4-BE49-F238E27FC236}">
                    <a16:creationId xmlns:a16="http://schemas.microsoft.com/office/drawing/2014/main" id="{017051D1-C5AC-2A34-22FA-1C67E2F4B34A}"/>
                  </a:ext>
                </a:extLst>
              </p:cNvPr>
              <p:cNvSpPr/>
              <p:nvPr/>
            </p:nvSpPr>
            <p:spPr>
              <a:xfrm>
                <a:off x="9147184" y="5514495"/>
                <a:ext cx="6343" cy="6345"/>
              </a:xfrm>
              <a:custGeom>
                <a:avLst/>
                <a:gdLst>
                  <a:gd name="connsiteX0" fmla="*/ 3387 w 6343"/>
                  <a:gd name="connsiteY0" fmla="*/ 6506 h 6345"/>
                  <a:gd name="connsiteX1" fmla="*/ 5630 w 6343"/>
                  <a:gd name="connsiteY1" fmla="*/ 5577 h 6345"/>
                  <a:gd name="connsiteX2" fmla="*/ 6559 w 6343"/>
                  <a:gd name="connsiteY2" fmla="*/ 3333 h 6345"/>
                  <a:gd name="connsiteX3" fmla="*/ 5630 w 6343"/>
                  <a:gd name="connsiteY3" fmla="*/ 1090 h 6345"/>
                  <a:gd name="connsiteX4" fmla="*/ 3387 w 6343"/>
                  <a:gd name="connsiteY4" fmla="*/ 160 h 6345"/>
                  <a:gd name="connsiteX5" fmla="*/ 1145 w 6343"/>
                  <a:gd name="connsiteY5" fmla="*/ 1090 h 6345"/>
                  <a:gd name="connsiteX6" fmla="*/ 216 w 6343"/>
                  <a:gd name="connsiteY6" fmla="*/ 3333 h 6345"/>
                  <a:gd name="connsiteX7" fmla="*/ 1145 w 6343"/>
                  <a:gd name="connsiteY7" fmla="*/ 5577 h 6345"/>
                  <a:gd name="connsiteX8" fmla="*/ 338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6"/>
                    </a:moveTo>
                    <a:cubicBezTo>
                      <a:pt x="4229" y="6506"/>
                      <a:pt x="5035" y="6171"/>
                      <a:pt x="5630" y="5577"/>
                    </a:cubicBezTo>
                    <a:cubicBezTo>
                      <a:pt x="6225" y="4982"/>
                      <a:pt x="6559" y="4174"/>
                      <a:pt x="6559" y="3333"/>
                    </a:cubicBezTo>
                    <a:cubicBezTo>
                      <a:pt x="6559" y="2492"/>
                      <a:pt x="6225" y="1685"/>
                      <a:pt x="5630" y="1090"/>
                    </a:cubicBezTo>
                    <a:cubicBezTo>
                      <a:pt x="5035" y="495"/>
                      <a:pt x="4229" y="160"/>
                      <a:pt x="3387" y="160"/>
                    </a:cubicBezTo>
                    <a:cubicBezTo>
                      <a:pt x="2546" y="160"/>
                      <a:pt x="1740" y="495"/>
                      <a:pt x="1145" y="1090"/>
                    </a:cubicBezTo>
                    <a:cubicBezTo>
                      <a:pt x="550" y="1685"/>
                      <a:pt x="216" y="2492"/>
                      <a:pt x="216" y="3333"/>
                    </a:cubicBezTo>
                    <a:cubicBezTo>
                      <a:pt x="216" y="4174"/>
                      <a:pt x="550" y="4982"/>
                      <a:pt x="1145" y="5577"/>
                    </a:cubicBezTo>
                    <a:cubicBezTo>
                      <a:pt x="1740" y="6171"/>
                      <a:pt x="2546" y="6506"/>
                      <a:pt x="338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41" name="Freeform: Shape 15340">
                <a:extLst>
                  <a:ext uri="{FF2B5EF4-FFF2-40B4-BE49-F238E27FC236}">
                    <a16:creationId xmlns:a16="http://schemas.microsoft.com/office/drawing/2014/main" id="{B214EB28-7921-A569-9218-7C8A02DEA11A}"/>
                  </a:ext>
                </a:extLst>
              </p:cNvPr>
              <p:cNvSpPr/>
              <p:nvPr/>
            </p:nvSpPr>
            <p:spPr>
              <a:xfrm>
                <a:off x="9142938" y="5514789"/>
                <a:ext cx="6343" cy="6345"/>
              </a:xfrm>
              <a:custGeom>
                <a:avLst/>
                <a:gdLst>
                  <a:gd name="connsiteX0" fmla="*/ 3387 w 6343"/>
                  <a:gd name="connsiteY0" fmla="*/ 6506 h 6345"/>
                  <a:gd name="connsiteX1" fmla="*/ 5630 w 6343"/>
                  <a:gd name="connsiteY1" fmla="*/ 5577 h 6345"/>
                  <a:gd name="connsiteX2" fmla="*/ 6559 w 6343"/>
                  <a:gd name="connsiteY2" fmla="*/ 3333 h 6345"/>
                  <a:gd name="connsiteX3" fmla="*/ 5630 w 6343"/>
                  <a:gd name="connsiteY3" fmla="*/ 1090 h 6345"/>
                  <a:gd name="connsiteX4" fmla="*/ 3387 w 6343"/>
                  <a:gd name="connsiteY4" fmla="*/ 160 h 6345"/>
                  <a:gd name="connsiteX5" fmla="*/ 1144 w 6343"/>
                  <a:gd name="connsiteY5" fmla="*/ 1090 h 6345"/>
                  <a:gd name="connsiteX6" fmla="*/ 216 w 6343"/>
                  <a:gd name="connsiteY6" fmla="*/ 3333 h 6345"/>
                  <a:gd name="connsiteX7" fmla="*/ 1144 w 6343"/>
                  <a:gd name="connsiteY7" fmla="*/ 5577 h 6345"/>
                  <a:gd name="connsiteX8" fmla="*/ 338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6"/>
                    </a:moveTo>
                    <a:cubicBezTo>
                      <a:pt x="4228" y="6506"/>
                      <a:pt x="5035" y="6171"/>
                      <a:pt x="5630" y="5577"/>
                    </a:cubicBezTo>
                    <a:cubicBezTo>
                      <a:pt x="6224" y="4982"/>
                      <a:pt x="6559" y="4174"/>
                      <a:pt x="6559" y="3333"/>
                    </a:cubicBezTo>
                    <a:cubicBezTo>
                      <a:pt x="6559" y="2492"/>
                      <a:pt x="6224" y="1685"/>
                      <a:pt x="5630" y="1090"/>
                    </a:cubicBezTo>
                    <a:cubicBezTo>
                      <a:pt x="5035" y="495"/>
                      <a:pt x="4228" y="160"/>
                      <a:pt x="3387" y="160"/>
                    </a:cubicBezTo>
                    <a:cubicBezTo>
                      <a:pt x="2546" y="160"/>
                      <a:pt x="1739" y="495"/>
                      <a:pt x="1144" y="1090"/>
                    </a:cubicBezTo>
                    <a:cubicBezTo>
                      <a:pt x="550" y="1685"/>
                      <a:pt x="216" y="2492"/>
                      <a:pt x="216" y="3333"/>
                    </a:cubicBezTo>
                    <a:cubicBezTo>
                      <a:pt x="216" y="4174"/>
                      <a:pt x="550" y="4982"/>
                      <a:pt x="1144" y="5577"/>
                    </a:cubicBezTo>
                    <a:cubicBezTo>
                      <a:pt x="1739" y="6171"/>
                      <a:pt x="2546" y="6506"/>
                      <a:pt x="338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42" name="Freeform: Shape 15341">
                <a:extLst>
                  <a:ext uri="{FF2B5EF4-FFF2-40B4-BE49-F238E27FC236}">
                    <a16:creationId xmlns:a16="http://schemas.microsoft.com/office/drawing/2014/main" id="{48C11524-91FA-4014-02C5-3970369A3F8A}"/>
                  </a:ext>
                </a:extLst>
              </p:cNvPr>
              <p:cNvSpPr/>
              <p:nvPr/>
            </p:nvSpPr>
            <p:spPr>
              <a:xfrm>
                <a:off x="9138825" y="5514933"/>
                <a:ext cx="6343" cy="6345"/>
              </a:xfrm>
              <a:custGeom>
                <a:avLst/>
                <a:gdLst>
                  <a:gd name="connsiteX0" fmla="*/ 3387 w 6343"/>
                  <a:gd name="connsiteY0" fmla="*/ 6506 h 6345"/>
                  <a:gd name="connsiteX1" fmla="*/ 5629 w 6343"/>
                  <a:gd name="connsiteY1" fmla="*/ 5577 h 6345"/>
                  <a:gd name="connsiteX2" fmla="*/ 6558 w 6343"/>
                  <a:gd name="connsiteY2" fmla="*/ 3333 h 6345"/>
                  <a:gd name="connsiteX3" fmla="*/ 5629 w 6343"/>
                  <a:gd name="connsiteY3" fmla="*/ 1090 h 6345"/>
                  <a:gd name="connsiteX4" fmla="*/ 3387 w 6343"/>
                  <a:gd name="connsiteY4" fmla="*/ 160 h 6345"/>
                  <a:gd name="connsiteX5" fmla="*/ 1144 w 6343"/>
                  <a:gd name="connsiteY5" fmla="*/ 1090 h 6345"/>
                  <a:gd name="connsiteX6" fmla="*/ 215 w 6343"/>
                  <a:gd name="connsiteY6" fmla="*/ 3333 h 6345"/>
                  <a:gd name="connsiteX7" fmla="*/ 1144 w 6343"/>
                  <a:gd name="connsiteY7" fmla="*/ 5577 h 6345"/>
                  <a:gd name="connsiteX8" fmla="*/ 338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7" y="6506"/>
                    </a:moveTo>
                    <a:cubicBezTo>
                      <a:pt x="4228" y="6506"/>
                      <a:pt x="5035" y="6171"/>
                      <a:pt x="5629" y="5577"/>
                    </a:cubicBezTo>
                    <a:cubicBezTo>
                      <a:pt x="6224" y="4982"/>
                      <a:pt x="6558" y="4175"/>
                      <a:pt x="6558" y="3333"/>
                    </a:cubicBezTo>
                    <a:cubicBezTo>
                      <a:pt x="6558" y="2492"/>
                      <a:pt x="6224" y="1685"/>
                      <a:pt x="5629" y="1090"/>
                    </a:cubicBezTo>
                    <a:cubicBezTo>
                      <a:pt x="5035" y="495"/>
                      <a:pt x="4228" y="160"/>
                      <a:pt x="3387" y="160"/>
                    </a:cubicBezTo>
                    <a:cubicBezTo>
                      <a:pt x="2546" y="160"/>
                      <a:pt x="1739" y="495"/>
                      <a:pt x="1144" y="1090"/>
                    </a:cubicBezTo>
                    <a:cubicBezTo>
                      <a:pt x="549" y="1685"/>
                      <a:pt x="215" y="2492"/>
                      <a:pt x="215" y="3333"/>
                    </a:cubicBezTo>
                    <a:cubicBezTo>
                      <a:pt x="215" y="4175"/>
                      <a:pt x="549" y="4982"/>
                      <a:pt x="1144" y="5577"/>
                    </a:cubicBezTo>
                    <a:cubicBezTo>
                      <a:pt x="1739" y="6171"/>
                      <a:pt x="2546" y="6506"/>
                      <a:pt x="338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43" name="Freeform: Shape 15342">
                <a:extLst>
                  <a:ext uri="{FF2B5EF4-FFF2-40B4-BE49-F238E27FC236}">
                    <a16:creationId xmlns:a16="http://schemas.microsoft.com/office/drawing/2014/main" id="{FFE704E8-FB4D-FD61-2C6D-79C11EA9156F}"/>
                  </a:ext>
                </a:extLst>
              </p:cNvPr>
              <p:cNvSpPr/>
              <p:nvPr/>
            </p:nvSpPr>
            <p:spPr>
              <a:xfrm>
                <a:off x="9134451" y="5515211"/>
                <a:ext cx="6343" cy="6345"/>
              </a:xfrm>
              <a:custGeom>
                <a:avLst/>
                <a:gdLst>
                  <a:gd name="connsiteX0" fmla="*/ 3386 w 6343"/>
                  <a:gd name="connsiteY0" fmla="*/ 6506 h 6345"/>
                  <a:gd name="connsiteX1" fmla="*/ 5629 w 6343"/>
                  <a:gd name="connsiteY1" fmla="*/ 5577 h 6345"/>
                  <a:gd name="connsiteX2" fmla="*/ 6558 w 6343"/>
                  <a:gd name="connsiteY2" fmla="*/ 3333 h 6345"/>
                  <a:gd name="connsiteX3" fmla="*/ 5629 w 6343"/>
                  <a:gd name="connsiteY3" fmla="*/ 1090 h 6345"/>
                  <a:gd name="connsiteX4" fmla="*/ 3386 w 6343"/>
                  <a:gd name="connsiteY4" fmla="*/ 160 h 6345"/>
                  <a:gd name="connsiteX5" fmla="*/ 1144 w 6343"/>
                  <a:gd name="connsiteY5" fmla="*/ 1090 h 6345"/>
                  <a:gd name="connsiteX6" fmla="*/ 215 w 6343"/>
                  <a:gd name="connsiteY6" fmla="*/ 3333 h 6345"/>
                  <a:gd name="connsiteX7" fmla="*/ 1144 w 6343"/>
                  <a:gd name="connsiteY7" fmla="*/ 5577 h 6345"/>
                  <a:gd name="connsiteX8" fmla="*/ 338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6" y="6506"/>
                    </a:moveTo>
                    <a:cubicBezTo>
                      <a:pt x="4228" y="6506"/>
                      <a:pt x="5034" y="6172"/>
                      <a:pt x="5629" y="5577"/>
                    </a:cubicBezTo>
                    <a:cubicBezTo>
                      <a:pt x="6224" y="4982"/>
                      <a:pt x="6558" y="4175"/>
                      <a:pt x="6558" y="3333"/>
                    </a:cubicBezTo>
                    <a:cubicBezTo>
                      <a:pt x="6558" y="2492"/>
                      <a:pt x="6224" y="1685"/>
                      <a:pt x="5629" y="1090"/>
                    </a:cubicBezTo>
                    <a:cubicBezTo>
                      <a:pt x="5034" y="495"/>
                      <a:pt x="4228" y="160"/>
                      <a:pt x="3386" y="160"/>
                    </a:cubicBezTo>
                    <a:cubicBezTo>
                      <a:pt x="2545" y="160"/>
                      <a:pt x="1739" y="495"/>
                      <a:pt x="1144" y="1090"/>
                    </a:cubicBezTo>
                    <a:cubicBezTo>
                      <a:pt x="549" y="1685"/>
                      <a:pt x="215" y="2492"/>
                      <a:pt x="215" y="3333"/>
                    </a:cubicBezTo>
                    <a:cubicBezTo>
                      <a:pt x="215" y="4175"/>
                      <a:pt x="549" y="4982"/>
                      <a:pt x="1144" y="5577"/>
                    </a:cubicBezTo>
                    <a:cubicBezTo>
                      <a:pt x="1739" y="6172"/>
                      <a:pt x="2545" y="6506"/>
                      <a:pt x="338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44" name="Freeform: Shape 15343">
                <a:extLst>
                  <a:ext uri="{FF2B5EF4-FFF2-40B4-BE49-F238E27FC236}">
                    <a16:creationId xmlns:a16="http://schemas.microsoft.com/office/drawing/2014/main" id="{1FCEA86C-3A30-780B-4093-2782250B71C6}"/>
                  </a:ext>
                </a:extLst>
              </p:cNvPr>
              <p:cNvSpPr/>
              <p:nvPr/>
            </p:nvSpPr>
            <p:spPr>
              <a:xfrm>
                <a:off x="9164877" y="5170075"/>
                <a:ext cx="6343" cy="6345"/>
              </a:xfrm>
              <a:custGeom>
                <a:avLst/>
                <a:gdLst>
                  <a:gd name="connsiteX0" fmla="*/ 3389 w 6343"/>
                  <a:gd name="connsiteY0" fmla="*/ 6479 h 6345"/>
                  <a:gd name="connsiteX1" fmla="*/ 5631 w 6343"/>
                  <a:gd name="connsiteY1" fmla="*/ 5549 h 6345"/>
                  <a:gd name="connsiteX2" fmla="*/ 6560 w 6343"/>
                  <a:gd name="connsiteY2" fmla="*/ 3306 h 6345"/>
                  <a:gd name="connsiteX3" fmla="*/ 5631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6 h 6345"/>
                  <a:gd name="connsiteX7" fmla="*/ 1146 w 6343"/>
                  <a:gd name="connsiteY7" fmla="*/ 5549 h 6345"/>
                  <a:gd name="connsiteX8" fmla="*/ 338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9"/>
                    </a:moveTo>
                    <a:cubicBezTo>
                      <a:pt x="4230" y="6479"/>
                      <a:pt x="5037" y="6144"/>
                      <a:pt x="5631" y="5549"/>
                    </a:cubicBezTo>
                    <a:cubicBezTo>
                      <a:pt x="6226" y="4954"/>
                      <a:pt x="6560" y="4147"/>
                      <a:pt x="6560" y="3306"/>
                    </a:cubicBezTo>
                    <a:cubicBezTo>
                      <a:pt x="6560" y="2465"/>
                      <a:pt x="6226" y="1657"/>
                      <a:pt x="5631" y="1062"/>
                    </a:cubicBezTo>
                    <a:cubicBezTo>
                      <a:pt x="5037" y="468"/>
                      <a:pt x="4230" y="133"/>
                      <a:pt x="3389" y="133"/>
                    </a:cubicBezTo>
                    <a:cubicBezTo>
                      <a:pt x="2548" y="133"/>
                      <a:pt x="1741" y="468"/>
                      <a:pt x="1146" y="1062"/>
                    </a:cubicBezTo>
                    <a:cubicBezTo>
                      <a:pt x="551" y="1657"/>
                      <a:pt x="217" y="2465"/>
                      <a:pt x="217" y="3306"/>
                    </a:cubicBezTo>
                    <a:cubicBezTo>
                      <a:pt x="217" y="4147"/>
                      <a:pt x="551" y="4954"/>
                      <a:pt x="1146" y="5549"/>
                    </a:cubicBezTo>
                    <a:cubicBezTo>
                      <a:pt x="1741" y="6144"/>
                      <a:pt x="2548" y="6479"/>
                      <a:pt x="338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45" name="Freeform: Shape 15344">
                <a:extLst>
                  <a:ext uri="{FF2B5EF4-FFF2-40B4-BE49-F238E27FC236}">
                    <a16:creationId xmlns:a16="http://schemas.microsoft.com/office/drawing/2014/main" id="{784537C7-8517-6F3B-EBE2-EC2884CC4F85}"/>
                  </a:ext>
                </a:extLst>
              </p:cNvPr>
              <p:cNvSpPr/>
              <p:nvPr/>
            </p:nvSpPr>
            <p:spPr>
              <a:xfrm>
                <a:off x="9166801" y="5168884"/>
                <a:ext cx="6343" cy="6345"/>
              </a:xfrm>
              <a:custGeom>
                <a:avLst/>
                <a:gdLst>
                  <a:gd name="connsiteX0" fmla="*/ 3389 w 6343"/>
                  <a:gd name="connsiteY0" fmla="*/ 6479 h 6345"/>
                  <a:gd name="connsiteX1" fmla="*/ 5632 w 6343"/>
                  <a:gd name="connsiteY1" fmla="*/ 5549 h 6345"/>
                  <a:gd name="connsiteX2" fmla="*/ 6560 w 6343"/>
                  <a:gd name="connsiteY2" fmla="*/ 3306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6 w 6343"/>
                  <a:gd name="connsiteY5" fmla="*/ 1062 h 6345"/>
                  <a:gd name="connsiteX6" fmla="*/ 217 w 6343"/>
                  <a:gd name="connsiteY6" fmla="*/ 3306 h 6345"/>
                  <a:gd name="connsiteX7" fmla="*/ 1146 w 6343"/>
                  <a:gd name="connsiteY7" fmla="*/ 5549 h 6345"/>
                  <a:gd name="connsiteX8" fmla="*/ 338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9"/>
                    </a:moveTo>
                    <a:cubicBezTo>
                      <a:pt x="4230" y="6479"/>
                      <a:pt x="5037" y="6144"/>
                      <a:pt x="5632" y="5549"/>
                    </a:cubicBezTo>
                    <a:cubicBezTo>
                      <a:pt x="6226" y="4954"/>
                      <a:pt x="6560" y="4147"/>
                      <a:pt x="6560" y="3306"/>
                    </a:cubicBezTo>
                    <a:cubicBezTo>
                      <a:pt x="6560" y="2464"/>
                      <a:pt x="6226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6" y="1062"/>
                    </a:cubicBezTo>
                    <a:cubicBezTo>
                      <a:pt x="552" y="1657"/>
                      <a:pt x="217" y="2464"/>
                      <a:pt x="217" y="3306"/>
                    </a:cubicBezTo>
                    <a:cubicBezTo>
                      <a:pt x="217" y="4147"/>
                      <a:pt x="552" y="4954"/>
                      <a:pt x="1146" y="5549"/>
                    </a:cubicBezTo>
                    <a:cubicBezTo>
                      <a:pt x="1741" y="6144"/>
                      <a:pt x="2548" y="6479"/>
                      <a:pt x="338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46" name="Freeform: Shape 15345">
                <a:extLst>
                  <a:ext uri="{FF2B5EF4-FFF2-40B4-BE49-F238E27FC236}">
                    <a16:creationId xmlns:a16="http://schemas.microsoft.com/office/drawing/2014/main" id="{46E41ABD-958F-8275-0248-D28B61C6BD03}"/>
                  </a:ext>
                </a:extLst>
              </p:cNvPr>
              <p:cNvSpPr/>
              <p:nvPr/>
            </p:nvSpPr>
            <p:spPr>
              <a:xfrm>
                <a:off x="9171481" y="5168974"/>
                <a:ext cx="6343" cy="6345"/>
              </a:xfrm>
              <a:custGeom>
                <a:avLst/>
                <a:gdLst>
                  <a:gd name="connsiteX0" fmla="*/ 3389 w 6343"/>
                  <a:gd name="connsiteY0" fmla="*/ 6479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89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8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89" y="6479"/>
                    </a:moveTo>
                    <a:cubicBezTo>
                      <a:pt x="4230" y="6479"/>
                      <a:pt x="5037" y="6144"/>
                      <a:pt x="5632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7" y="467"/>
                      <a:pt x="4230" y="133"/>
                      <a:pt x="3389" y="133"/>
                    </a:cubicBezTo>
                    <a:cubicBezTo>
                      <a:pt x="2548" y="133"/>
                      <a:pt x="1741" y="467"/>
                      <a:pt x="1147" y="1062"/>
                    </a:cubicBezTo>
                    <a:cubicBezTo>
                      <a:pt x="552" y="1657"/>
                      <a:pt x="218" y="2464"/>
                      <a:pt x="218" y="3306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1" y="6144"/>
                      <a:pt x="2548" y="6479"/>
                      <a:pt x="338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47" name="Freeform: Shape 15346">
                <a:extLst>
                  <a:ext uri="{FF2B5EF4-FFF2-40B4-BE49-F238E27FC236}">
                    <a16:creationId xmlns:a16="http://schemas.microsoft.com/office/drawing/2014/main" id="{8A28FF34-FE99-75A0-0DAD-80CC3CE653FF}"/>
                  </a:ext>
                </a:extLst>
              </p:cNvPr>
              <p:cNvSpPr/>
              <p:nvPr/>
            </p:nvSpPr>
            <p:spPr>
              <a:xfrm>
                <a:off x="9175929" y="5169014"/>
                <a:ext cx="6343" cy="6345"/>
              </a:xfrm>
              <a:custGeom>
                <a:avLst/>
                <a:gdLst>
                  <a:gd name="connsiteX0" fmla="*/ 3390 w 6343"/>
                  <a:gd name="connsiteY0" fmla="*/ 6479 h 6345"/>
                  <a:gd name="connsiteX1" fmla="*/ 5632 w 6343"/>
                  <a:gd name="connsiteY1" fmla="*/ 5549 h 6345"/>
                  <a:gd name="connsiteX2" fmla="*/ 6561 w 6343"/>
                  <a:gd name="connsiteY2" fmla="*/ 3306 h 6345"/>
                  <a:gd name="connsiteX3" fmla="*/ 5632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9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9"/>
                    </a:moveTo>
                    <a:cubicBezTo>
                      <a:pt x="4231" y="6479"/>
                      <a:pt x="5038" y="6144"/>
                      <a:pt x="5632" y="5549"/>
                    </a:cubicBezTo>
                    <a:cubicBezTo>
                      <a:pt x="6227" y="4954"/>
                      <a:pt x="6561" y="4147"/>
                      <a:pt x="6561" y="3306"/>
                    </a:cubicBezTo>
                    <a:cubicBezTo>
                      <a:pt x="6561" y="2464"/>
                      <a:pt x="6227" y="1657"/>
                      <a:pt x="5632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2" y="1657"/>
                      <a:pt x="218" y="2464"/>
                      <a:pt x="218" y="3306"/>
                    </a:cubicBezTo>
                    <a:cubicBezTo>
                      <a:pt x="218" y="4147"/>
                      <a:pt x="552" y="4954"/>
                      <a:pt x="1147" y="5549"/>
                    </a:cubicBezTo>
                    <a:cubicBezTo>
                      <a:pt x="1742" y="6144"/>
                      <a:pt x="2549" y="6479"/>
                      <a:pt x="339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48" name="Freeform: Shape 15347">
                <a:extLst>
                  <a:ext uri="{FF2B5EF4-FFF2-40B4-BE49-F238E27FC236}">
                    <a16:creationId xmlns:a16="http://schemas.microsoft.com/office/drawing/2014/main" id="{F61FFA4B-711C-377E-87A1-30E4A7CD0045}"/>
                  </a:ext>
                </a:extLst>
              </p:cNvPr>
              <p:cNvSpPr/>
              <p:nvPr/>
            </p:nvSpPr>
            <p:spPr>
              <a:xfrm>
                <a:off x="9180531" y="5169182"/>
                <a:ext cx="6343" cy="6345"/>
              </a:xfrm>
              <a:custGeom>
                <a:avLst/>
                <a:gdLst>
                  <a:gd name="connsiteX0" fmla="*/ 3390 w 6343"/>
                  <a:gd name="connsiteY0" fmla="*/ 6479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7 w 6343"/>
                  <a:gd name="connsiteY5" fmla="*/ 1062 h 6345"/>
                  <a:gd name="connsiteX6" fmla="*/ 218 w 6343"/>
                  <a:gd name="connsiteY6" fmla="*/ 3306 h 6345"/>
                  <a:gd name="connsiteX7" fmla="*/ 1147 w 6343"/>
                  <a:gd name="connsiteY7" fmla="*/ 5549 h 6345"/>
                  <a:gd name="connsiteX8" fmla="*/ 339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9"/>
                    </a:moveTo>
                    <a:cubicBezTo>
                      <a:pt x="4231" y="6479"/>
                      <a:pt x="5038" y="6144"/>
                      <a:pt x="5633" y="5549"/>
                    </a:cubicBezTo>
                    <a:cubicBezTo>
                      <a:pt x="6227" y="4954"/>
                      <a:pt x="6562" y="4147"/>
                      <a:pt x="6562" y="3306"/>
                    </a:cubicBezTo>
                    <a:cubicBezTo>
                      <a:pt x="6562" y="2464"/>
                      <a:pt x="6227" y="1657"/>
                      <a:pt x="5633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7" y="1062"/>
                    </a:cubicBezTo>
                    <a:cubicBezTo>
                      <a:pt x="553" y="1657"/>
                      <a:pt x="218" y="2464"/>
                      <a:pt x="218" y="3306"/>
                    </a:cubicBezTo>
                    <a:cubicBezTo>
                      <a:pt x="218" y="4147"/>
                      <a:pt x="553" y="4954"/>
                      <a:pt x="1147" y="5549"/>
                    </a:cubicBezTo>
                    <a:cubicBezTo>
                      <a:pt x="1742" y="6144"/>
                      <a:pt x="2549" y="6479"/>
                      <a:pt x="339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49" name="Freeform: Shape 15348">
                <a:extLst>
                  <a:ext uri="{FF2B5EF4-FFF2-40B4-BE49-F238E27FC236}">
                    <a16:creationId xmlns:a16="http://schemas.microsoft.com/office/drawing/2014/main" id="{C73D10B1-C622-9032-D602-805263A805D6}"/>
                  </a:ext>
                </a:extLst>
              </p:cNvPr>
              <p:cNvSpPr/>
              <p:nvPr/>
            </p:nvSpPr>
            <p:spPr>
              <a:xfrm>
                <a:off x="9184793" y="5169244"/>
                <a:ext cx="6343" cy="6345"/>
              </a:xfrm>
              <a:custGeom>
                <a:avLst/>
                <a:gdLst>
                  <a:gd name="connsiteX0" fmla="*/ 3390 w 6343"/>
                  <a:gd name="connsiteY0" fmla="*/ 6479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0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479"/>
                    </a:moveTo>
                    <a:cubicBezTo>
                      <a:pt x="4231" y="6479"/>
                      <a:pt x="5038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8" y="467"/>
                      <a:pt x="4231" y="133"/>
                      <a:pt x="3390" y="133"/>
                    </a:cubicBezTo>
                    <a:cubicBezTo>
                      <a:pt x="2549" y="133"/>
                      <a:pt x="1742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2" y="6144"/>
                      <a:pt x="2549" y="6479"/>
                      <a:pt x="339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50" name="Freeform: Shape 15349">
                <a:extLst>
                  <a:ext uri="{FF2B5EF4-FFF2-40B4-BE49-F238E27FC236}">
                    <a16:creationId xmlns:a16="http://schemas.microsoft.com/office/drawing/2014/main" id="{2D20A351-F954-0F99-69CB-E7F201D5E655}"/>
                  </a:ext>
                </a:extLst>
              </p:cNvPr>
              <p:cNvSpPr/>
              <p:nvPr/>
            </p:nvSpPr>
            <p:spPr>
              <a:xfrm>
                <a:off x="9188174" y="5168928"/>
                <a:ext cx="6343" cy="6345"/>
              </a:xfrm>
              <a:custGeom>
                <a:avLst/>
                <a:gdLst>
                  <a:gd name="connsiteX0" fmla="*/ 3391 w 6343"/>
                  <a:gd name="connsiteY0" fmla="*/ 6479 h 6345"/>
                  <a:gd name="connsiteX1" fmla="*/ 5633 w 6343"/>
                  <a:gd name="connsiteY1" fmla="*/ 5549 h 6345"/>
                  <a:gd name="connsiteX2" fmla="*/ 6562 w 6343"/>
                  <a:gd name="connsiteY2" fmla="*/ 3306 h 6345"/>
                  <a:gd name="connsiteX3" fmla="*/ 5633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9"/>
                    </a:moveTo>
                    <a:cubicBezTo>
                      <a:pt x="4232" y="6479"/>
                      <a:pt x="5039" y="6144"/>
                      <a:pt x="5633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3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3" y="1657"/>
                      <a:pt x="219" y="2464"/>
                      <a:pt x="219" y="3306"/>
                    </a:cubicBezTo>
                    <a:cubicBezTo>
                      <a:pt x="219" y="4147"/>
                      <a:pt x="553" y="4954"/>
                      <a:pt x="1148" y="5549"/>
                    </a:cubicBezTo>
                    <a:cubicBezTo>
                      <a:pt x="1743" y="6144"/>
                      <a:pt x="2550" y="6479"/>
                      <a:pt x="339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51" name="Freeform: Shape 15350">
                <a:extLst>
                  <a:ext uri="{FF2B5EF4-FFF2-40B4-BE49-F238E27FC236}">
                    <a16:creationId xmlns:a16="http://schemas.microsoft.com/office/drawing/2014/main" id="{03070513-A771-5A1C-DD04-6052EC9BBBC8}"/>
                  </a:ext>
                </a:extLst>
              </p:cNvPr>
              <p:cNvSpPr/>
              <p:nvPr/>
            </p:nvSpPr>
            <p:spPr>
              <a:xfrm>
                <a:off x="9192959" y="5169349"/>
                <a:ext cx="6343" cy="6345"/>
              </a:xfrm>
              <a:custGeom>
                <a:avLst/>
                <a:gdLst>
                  <a:gd name="connsiteX0" fmla="*/ 3391 w 6343"/>
                  <a:gd name="connsiteY0" fmla="*/ 6479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9"/>
                    </a:moveTo>
                    <a:cubicBezTo>
                      <a:pt x="4232" y="6479"/>
                      <a:pt x="5039" y="6144"/>
                      <a:pt x="5634" y="5549"/>
                    </a:cubicBezTo>
                    <a:cubicBezTo>
                      <a:pt x="6228" y="4954"/>
                      <a:pt x="6563" y="4147"/>
                      <a:pt x="6563" y="3306"/>
                    </a:cubicBezTo>
                    <a:cubicBezTo>
                      <a:pt x="6563" y="2464"/>
                      <a:pt x="6228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4" y="1657"/>
                      <a:pt x="219" y="2464"/>
                      <a:pt x="219" y="3306"/>
                    </a:cubicBezTo>
                    <a:cubicBezTo>
                      <a:pt x="219" y="4147"/>
                      <a:pt x="554" y="4954"/>
                      <a:pt x="1148" y="5549"/>
                    </a:cubicBezTo>
                    <a:cubicBezTo>
                      <a:pt x="1743" y="6144"/>
                      <a:pt x="2550" y="6479"/>
                      <a:pt x="339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52" name="Freeform: Shape 15351">
                <a:extLst>
                  <a:ext uri="{FF2B5EF4-FFF2-40B4-BE49-F238E27FC236}">
                    <a16:creationId xmlns:a16="http://schemas.microsoft.com/office/drawing/2014/main" id="{12720078-192E-81E8-5361-A874383AF49B}"/>
                  </a:ext>
                </a:extLst>
              </p:cNvPr>
              <p:cNvSpPr/>
              <p:nvPr/>
            </p:nvSpPr>
            <p:spPr>
              <a:xfrm>
                <a:off x="9197135" y="5169524"/>
                <a:ext cx="6343" cy="6345"/>
              </a:xfrm>
              <a:custGeom>
                <a:avLst/>
                <a:gdLst>
                  <a:gd name="connsiteX0" fmla="*/ 3391 w 6343"/>
                  <a:gd name="connsiteY0" fmla="*/ 6479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9"/>
                    </a:moveTo>
                    <a:cubicBezTo>
                      <a:pt x="4232" y="6479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3" y="6144"/>
                      <a:pt x="2550" y="6479"/>
                      <a:pt x="339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53" name="Freeform: Shape 15352">
                <a:extLst>
                  <a:ext uri="{FF2B5EF4-FFF2-40B4-BE49-F238E27FC236}">
                    <a16:creationId xmlns:a16="http://schemas.microsoft.com/office/drawing/2014/main" id="{FF4BF277-3DA6-32C4-6AED-DAF9A1B637F6}"/>
                  </a:ext>
                </a:extLst>
              </p:cNvPr>
              <p:cNvSpPr/>
              <p:nvPr/>
            </p:nvSpPr>
            <p:spPr>
              <a:xfrm>
                <a:off x="9200328" y="5169249"/>
                <a:ext cx="6343" cy="6345"/>
              </a:xfrm>
              <a:custGeom>
                <a:avLst/>
                <a:gdLst>
                  <a:gd name="connsiteX0" fmla="*/ 3392 w 6343"/>
                  <a:gd name="connsiteY0" fmla="*/ 6479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9"/>
                    </a:moveTo>
                    <a:cubicBezTo>
                      <a:pt x="4233" y="6479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3" y="133"/>
                      <a:pt x="3392" y="133"/>
                    </a:cubicBezTo>
                    <a:cubicBezTo>
                      <a:pt x="2550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9"/>
                      <a:pt x="339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54" name="Freeform: Shape 15353">
                <a:extLst>
                  <a:ext uri="{FF2B5EF4-FFF2-40B4-BE49-F238E27FC236}">
                    <a16:creationId xmlns:a16="http://schemas.microsoft.com/office/drawing/2014/main" id="{49E13BB6-6BEB-C11C-8B93-CFD9C9A78436}"/>
                  </a:ext>
                </a:extLst>
              </p:cNvPr>
              <p:cNvSpPr/>
              <p:nvPr/>
            </p:nvSpPr>
            <p:spPr>
              <a:xfrm>
                <a:off x="9203730" y="5169120"/>
                <a:ext cx="6343" cy="6345"/>
              </a:xfrm>
              <a:custGeom>
                <a:avLst/>
                <a:gdLst>
                  <a:gd name="connsiteX0" fmla="*/ 3392 w 6343"/>
                  <a:gd name="connsiteY0" fmla="*/ 6479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9"/>
                    </a:moveTo>
                    <a:cubicBezTo>
                      <a:pt x="4233" y="6479"/>
                      <a:pt x="5040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1" y="6479"/>
                      <a:pt x="339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55" name="Freeform: Shape 15354">
                <a:extLst>
                  <a:ext uri="{FF2B5EF4-FFF2-40B4-BE49-F238E27FC236}">
                    <a16:creationId xmlns:a16="http://schemas.microsoft.com/office/drawing/2014/main" id="{736B40A4-9D5F-BC43-B994-3FA2DA18A338}"/>
                  </a:ext>
                </a:extLst>
              </p:cNvPr>
              <p:cNvSpPr/>
              <p:nvPr/>
            </p:nvSpPr>
            <p:spPr>
              <a:xfrm>
                <a:off x="9208143" y="5169565"/>
                <a:ext cx="6343" cy="6345"/>
              </a:xfrm>
              <a:custGeom>
                <a:avLst/>
                <a:gdLst>
                  <a:gd name="connsiteX0" fmla="*/ 3392 w 6343"/>
                  <a:gd name="connsiteY0" fmla="*/ 6479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9"/>
                    </a:moveTo>
                    <a:cubicBezTo>
                      <a:pt x="4233" y="6479"/>
                      <a:pt x="5040" y="6144"/>
                      <a:pt x="5635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5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50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50" y="5549"/>
                    </a:cubicBezTo>
                    <a:cubicBezTo>
                      <a:pt x="1744" y="6144"/>
                      <a:pt x="2551" y="6479"/>
                      <a:pt x="339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56" name="Freeform: Shape 15355">
                <a:extLst>
                  <a:ext uri="{FF2B5EF4-FFF2-40B4-BE49-F238E27FC236}">
                    <a16:creationId xmlns:a16="http://schemas.microsoft.com/office/drawing/2014/main" id="{89B8282C-C40A-9641-E910-C093E1A138F7}"/>
                  </a:ext>
                </a:extLst>
              </p:cNvPr>
              <p:cNvSpPr/>
              <p:nvPr/>
            </p:nvSpPr>
            <p:spPr>
              <a:xfrm>
                <a:off x="9211099" y="5169288"/>
                <a:ext cx="6343" cy="6345"/>
              </a:xfrm>
              <a:custGeom>
                <a:avLst/>
                <a:gdLst>
                  <a:gd name="connsiteX0" fmla="*/ 3392 w 6343"/>
                  <a:gd name="connsiteY0" fmla="*/ 6479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9"/>
                    </a:moveTo>
                    <a:cubicBezTo>
                      <a:pt x="4234" y="6479"/>
                      <a:pt x="5040" y="6144"/>
                      <a:pt x="5635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5" y="1062"/>
                    </a:cubicBezTo>
                    <a:cubicBezTo>
                      <a:pt x="5040" y="467"/>
                      <a:pt x="4234" y="133"/>
                      <a:pt x="3392" y="133"/>
                    </a:cubicBezTo>
                    <a:cubicBezTo>
                      <a:pt x="2551" y="133"/>
                      <a:pt x="1745" y="467"/>
                      <a:pt x="1150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50" y="5549"/>
                    </a:cubicBezTo>
                    <a:cubicBezTo>
                      <a:pt x="1745" y="6144"/>
                      <a:pt x="2551" y="6479"/>
                      <a:pt x="339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57" name="Freeform: Shape 15356">
                <a:extLst>
                  <a:ext uri="{FF2B5EF4-FFF2-40B4-BE49-F238E27FC236}">
                    <a16:creationId xmlns:a16="http://schemas.microsoft.com/office/drawing/2014/main" id="{CDB11ED9-AE76-2C35-2B75-AC2FEB4C2777}"/>
                  </a:ext>
                </a:extLst>
              </p:cNvPr>
              <p:cNvSpPr/>
              <p:nvPr/>
            </p:nvSpPr>
            <p:spPr>
              <a:xfrm>
                <a:off x="9213943" y="5168985"/>
                <a:ext cx="6343" cy="6345"/>
              </a:xfrm>
              <a:custGeom>
                <a:avLst/>
                <a:gdLst>
                  <a:gd name="connsiteX0" fmla="*/ 3393 w 6343"/>
                  <a:gd name="connsiteY0" fmla="*/ 6479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9"/>
                    </a:moveTo>
                    <a:cubicBezTo>
                      <a:pt x="4234" y="6479"/>
                      <a:pt x="5041" y="6144"/>
                      <a:pt x="5635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5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0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50" y="5549"/>
                    </a:cubicBezTo>
                    <a:cubicBezTo>
                      <a:pt x="1745" y="6144"/>
                      <a:pt x="2552" y="6479"/>
                      <a:pt x="339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58" name="Freeform: Shape 15357">
                <a:extLst>
                  <a:ext uri="{FF2B5EF4-FFF2-40B4-BE49-F238E27FC236}">
                    <a16:creationId xmlns:a16="http://schemas.microsoft.com/office/drawing/2014/main" id="{480A059B-8027-036C-CDD1-CDC24BC58EEE}"/>
                  </a:ext>
                </a:extLst>
              </p:cNvPr>
              <p:cNvSpPr/>
              <p:nvPr/>
            </p:nvSpPr>
            <p:spPr>
              <a:xfrm>
                <a:off x="9218903" y="5169880"/>
                <a:ext cx="6343" cy="6345"/>
              </a:xfrm>
              <a:custGeom>
                <a:avLst/>
                <a:gdLst>
                  <a:gd name="connsiteX0" fmla="*/ 3393 w 6343"/>
                  <a:gd name="connsiteY0" fmla="*/ 6479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9"/>
                    </a:moveTo>
                    <a:cubicBezTo>
                      <a:pt x="4234" y="6479"/>
                      <a:pt x="5041" y="6144"/>
                      <a:pt x="5636" y="5549"/>
                    </a:cubicBezTo>
                    <a:cubicBezTo>
                      <a:pt x="6230" y="4954"/>
                      <a:pt x="6565" y="4147"/>
                      <a:pt x="6565" y="3306"/>
                    </a:cubicBezTo>
                    <a:cubicBezTo>
                      <a:pt x="6565" y="2464"/>
                      <a:pt x="6230" y="1657"/>
                      <a:pt x="5636" y="1062"/>
                    </a:cubicBezTo>
                    <a:cubicBezTo>
                      <a:pt x="5041" y="468"/>
                      <a:pt x="4234" y="133"/>
                      <a:pt x="3393" y="133"/>
                    </a:cubicBezTo>
                    <a:cubicBezTo>
                      <a:pt x="2552" y="133"/>
                      <a:pt x="1745" y="468"/>
                      <a:pt x="1150" y="1062"/>
                    </a:cubicBezTo>
                    <a:cubicBezTo>
                      <a:pt x="556" y="1657"/>
                      <a:pt x="221" y="2464"/>
                      <a:pt x="221" y="3306"/>
                    </a:cubicBezTo>
                    <a:cubicBezTo>
                      <a:pt x="221" y="4147"/>
                      <a:pt x="556" y="4954"/>
                      <a:pt x="1150" y="5549"/>
                    </a:cubicBezTo>
                    <a:cubicBezTo>
                      <a:pt x="1745" y="6144"/>
                      <a:pt x="2552" y="6479"/>
                      <a:pt x="339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59" name="Freeform: Shape 15358">
                <a:extLst>
                  <a:ext uri="{FF2B5EF4-FFF2-40B4-BE49-F238E27FC236}">
                    <a16:creationId xmlns:a16="http://schemas.microsoft.com/office/drawing/2014/main" id="{C5B54B9D-EFE5-912A-5116-02B37C385AEF}"/>
                  </a:ext>
                </a:extLst>
              </p:cNvPr>
              <p:cNvSpPr/>
              <p:nvPr/>
            </p:nvSpPr>
            <p:spPr>
              <a:xfrm>
                <a:off x="9222311" y="5169976"/>
                <a:ext cx="6343" cy="6345"/>
              </a:xfrm>
              <a:custGeom>
                <a:avLst/>
                <a:gdLst>
                  <a:gd name="connsiteX0" fmla="*/ 3393 w 6343"/>
                  <a:gd name="connsiteY0" fmla="*/ 6479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9"/>
                    </a:moveTo>
                    <a:cubicBezTo>
                      <a:pt x="4234" y="6479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8"/>
                      <a:pt x="4234" y="133"/>
                      <a:pt x="3393" y="133"/>
                    </a:cubicBezTo>
                    <a:cubicBezTo>
                      <a:pt x="2552" y="133"/>
                      <a:pt x="1745" y="468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5" y="6144"/>
                      <a:pt x="2552" y="6479"/>
                      <a:pt x="339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60" name="Freeform: Shape 15359">
                <a:extLst>
                  <a:ext uri="{FF2B5EF4-FFF2-40B4-BE49-F238E27FC236}">
                    <a16:creationId xmlns:a16="http://schemas.microsoft.com/office/drawing/2014/main" id="{5B5DCB3B-D01A-CD92-FBFB-E2DFF4B9D478}"/>
                  </a:ext>
                </a:extLst>
              </p:cNvPr>
              <p:cNvSpPr/>
              <p:nvPr/>
            </p:nvSpPr>
            <p:spPr>
              <a:xfrm>
                <a:off x="9225393" y="5169929"/>
                <a:ext cx="6343" cy="6345"/>
              </a:xfrm>
              <a:custGeom>
                <a:avLst/>
                <a:gdLst>
                  <a:gd name="connsiteX0" fmla="*/ 3394 w 6343"/>
                  <a:gd name="connsiteY0" fmla="*/ 6479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9"/>
                    </a:moveTo>
                    <a:cubicBezTo>
                      <a:pt x="4235" y="6479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8"/>
                      <a:pt x="4235" y="133"/>
                      <a:pt x="3394" y="133"/>
                    </a:cubicBezTo>
                    <a:cubicBezTo>
                      <a:pt x="2552" y="133"/>
                      <a:pt x="1746" y="468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2" y="6479"/>
                      <a:pt x="339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61" name="Freeform: Shape 15360">
                <a:extLst>
                  <a:ext uri="{FF2B5EF4-FFF2-40B4-BE49-F238E27FC236}">
                    <a16:creationId xmlns:a16="http://schemas.microsoft.com/office/drawing/2014/main" id="{128B87FD-C273-3A7E-C235-854354064B2D}"/>
                  </a:ext>
                </a:extLst>
              </p:cNvPr>
              <p:cNvSpPr/>
              <p:nvPr/>
            </p:nvSpPr>
            <p:spPr>
              <a:xfrm>
                <a:off x="9228415" y="5169884"/>
                <a:ext cx="6343" cy="6345"/>
              </a:xfrm>
              <a:custGeom>
                <a:avLst/>
                <a:gdLst>
                  <a:gd name="connsiteX0" fmla="*/ 3394 w 6343"/>
                  <a:gd name="connsiteY0" fmla="*/ 6479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9"/>
                    </a:moveTo>
                    <a:cubicBezTo>
                      <a:pt x="4235" y="6479"/>
                      <a:pt x="5042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2" y="468"/>
                      <a:pt x="4235" y="133"/>
                      <a:pt x="3394" y="133"/>
                    </a:cubicBezTo>
                    <a:cubicBezTo>
                      <a:pt x="2553" y="133"/>
                      <a:pt x="1746" y="468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3" y="6479"/>
                      <a:pt x="339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62" name="Freeform: Shape 15361">
                <a:extLst>
                  <a:ext uri="{FF2B5EF4-FFF2-40B4-BE49-F238E27FC236}">
                    <a16:creationId xmlns:a16="http://schemas.microsoft.com/office/drawing/2014/main" id="{D15F2DA8-86CF-65AD-07E0-28E9B81D6099}"/>
                  </a:ext>
                </a:extLst>
              </p:cNvPr>
              <p:cNvSpPr/>
              <p:nvPr/>
            </p:nvSpPr>
            <p:spPr>
              <a:xfrm>
                <a:off x="9230906" y="5169568"/>
                <a:ext cx="6343" cy="6345"/>
              </a:xfrm>
              <a:custGeom>
                <a:avLst/>
                <a:gdLst>
                  <a:gd name="connsiteX0" fmla="*/ 3394 w 6343"/>
                  <a:gd name="connsiteY0" fmla="*/ 6479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9"/>
                    </a:moveTo>
                    <a:cubicBezTo>
                      <a:pt x="4235" y="6479"/>
                      <a:pt x="5042" y="6144"/>
                      <a:pt x="5637" y="5549"/>
                    </a:cubicBezTo>
                    <a:cubicBezTo>
                      <a:pt x="6231" y="4954"/>
                      <a:pt x="6566" y="4147"/>
                      <a:pt x="6566" y="3306"/>
                    </a:cubicBezTo>
                    <a:cubicBezTo>
                      <a:pt x="6566" y="2464"/>
                      <a:pt x="6231" y="1657"/>
                      <a:pt x="5637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7" y="1657"/>
                      <a:pt x="222" y="2464"/>
                      <a:pt x="222" y="3306"/>
                    </a:cubicBezTo>
                    <a:cubicBezTo>
                      <a:pt x="222" y="4147"/>
                      <a:pt x="557" y="4954"/>
                      <a:pt x="1151" y="5549"/>
                    </a:cubicBezTo>
                    <a:cubicBezTo>
                      <a:pt x="1746" y="6144"/>
                      <a:pt x="2553" y="6479"/>
                      <a:pt x="339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63" name="Freeform: Shape 15362">
                <a:extLst>
                  <a:ext uri="{FF2B5EF4-FFF2-40B4-BE49-F238E27FC236}">
                    <a16:creationId xmlns:a16="http://schemas.microsoft.com/office/drawing/2014/main" id="{A9F233E1-4738-71A7-6E59-B08EC125F0B4}"/>
                  </a:ext>
                </a:extLst>
              </p:cNvPr>
              <p:cNvSpPr/>
              <p:nvPr/>
            </p:nvSpPr>
            <p:spPr>
              <a:xfrm>
                <a:off x="9234226" y="5169770"/>
                <a:ext cx="6343" cy="6345"/>
              </a:xfrm>
              <a:custGeom>
                <a:avLst/>
                <a:gdLst>
                  <a:gd name="connsiteX0" fmla="*/ 3394 w 6343"/>
                  <a:gd name="connsiteY0" fmla="*/ 6479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9"/>
                    </a:moveTo>
                    <a:cubicBezTo>
                      <a:pt x="4235" y="6479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6" y="6144"/>
                      <a:pt x="2553" y="6479"/>
                      <a:pt x="339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64" name="Freeform: Shape 15363">
                <a:extLst>
                  <a:ext uri="{FF2B5EF4-FFF2-40B4-BE49-F238E27FC236}">
                    <a16:creationId xmlns:a16="http://schemas.microsoft.com/office/drawing/2014/main" id="{69602AAA-C158-EF70-DD4C-779108878153}"/>
                  </a:ext>
                </a:extLst>
              </p:cNvPr>
              <p:cNvSpPr/>
              <p:nvPr/>
            </p:nvSpPr>
            <p:spPr>
              <a:xfrm>
                <a:off x="9237380" y="5169915"/>
                <a:ext cx="6343" cy="6345"/>
              </a:xfrm>
              <a:custGeom>
                <a:avLst/>
                <a:gdLst>
                  <a:gd name="connsiteX0" fmla="*/ 3395 w 6343"/>
                  <a:gd name="connsiteY0" fmla="*/ 6479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9"/>
                    </a:moveTo>
                    <a:cubicBezTo>
                      <a:pt x="4236" y="6479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8"/>
                      <a:pt x="4236" y="133"/>
                      <a:pt x="3395" y="133"/>
                    </a:cubicBezTo>
                    <a:cubicBezTo>
                      <a:pt x="2553" y="133"/>
                      <a:pt x="1747" y="468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3" y="6479"/>
                      <a:pt x="339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65" name="Freeform: Shape 15364">
                <a:extLst>
                  <a:ext uri="{FF2B5EF4-FFF2-40B4-BE49-F238E27FC236}">
                    <a16:creationId xmlns:a16="http://schemas.microsoft.com/office/drawing/2014/main" id="{54F69366-B9EC-4323-119E-0BF6B8164CAD}"/>
                  </a:ext>
                </a:extLst>
              </p:cNvPr>
              <p:cNvSpPr/>
              <p:nvPr/>
            </p:nvSpPr>
            <p:spPr>
              <a:xfrm>
                <a:off x="9239697" y="5169591"/>
                <a:ext cx="6343" cy="6345"/>
              </a:xfrm>
              <a:custGeom>
                <a:avLst/>
                <a:gdLst>
                  <a:gd name="connsiteX0" fmla="*/ 3395 w 6343"/>
                  <a:gd name="connsiteY0" fmla="*/ 6479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9"/>
                    </a:moveTo>
                    <a:cubicBezTo>
                      <a:pt x="4236" y="6479"/>
                      <a:pt x="5043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4" y="6479"/>
                      <a:pt x="339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66" name="Freeform: Shape 15365">
                <a:extLst>
                  <a:ext uri="{FF2B5EF4-FFF2-40B4-BE49-F238E27FC236}">
                    <a16:creationId xmlns:a16="http://schemas.microsoft.com/office/drawing/2014/main" id="{C25AB76E-5ACE-5180-F050-61A0C3D7BB6B}"/>
                  </a:ext>
                </a:extLst>
              </p:cNvPr>
              <p:cNvSpPr/>
              <p:nvPr/>
            </p:nvSpPr>
            <p:spPr>
              <a:xfrm>
                <a:off x="9243865" y="5170434"/>
                <a:ext cx="6343" cy="6345"/>
              </a:xfrm>
              <a:custGeom>
                <a:avLst/>
                <a:gdLst>
                  <a:gd name="connsiteX0" fmla="*/ 3395 w 6343"/>
                  <a:gd name="connsiteY0" fmla="*/ 6479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3 h 6345"/>
                  <a:gd name="connsiteX4" fmla="*/ 3395 w 6343"/>
                  <a:gd name="connsiteY4" fmla="*/ 133 h 6345"/>
                  <a:gd name="connsiteX5" fmla="*/ 1152 w 6343"/>
                  <a:gd name="connsiteY5" fmla="*/ 1063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9"/>
                    </a:moveTo>
                    <a:cubicBezTo>
                      <a:pt x="4236" y="6479"/>
                      <a:pt x="5043" y="6144"/>
                      <a:pt x="5638" y="5549"/>
                    </a:cubicBezTo>
                    <a:cubicBezTo>
                      <a:pt x="6232" y="4954"/>
                      <a:pt x="6567" y="4147"/>
                      <a:pt x="6567" y="3306"/>
                    </a:cubicBezTo>
                    <a:cubicBezTo>
                      <a:pt x="6567" y="2465"/>
                      <a:pt x="6232" y="1657"/>
                      <a:pt x="5638" y="1063"/>
                    </a:cubicBezTo>
                    <a:cubicBezTo>
                      <a:pt x="5043" y="468"/>
                      <a:pt x="4236" y="133"/>
                      <a:pt x="3395" y="133"/>
                    </a:cubicBezTo>
                    <a:cubicBezTo>
                      <a:pt x="2554" y="133"/>
                      <a:pt x="1747" y="468"/>
                      <a:pt x="1152" y="1063"/>
                    </a:cubicBezTo>
                    <a:cubicBezTo>
                      <a:pt x="558" y="1657"/>
                      <a:pt x="223" y="2465"/>
                      <a:pt x="223" y="3306"/>
                    </a:cubicBezTo>
                    <a:cubicBezTo>
                      <a:pt x="223" y="4147"/>
                      <a:pt x="558" y="4954"/>
                      <a:pt x="1152" y="5549"/>
                    </a:cubicBezTo>
                    <a:cubicBezTo>
                      <a:pt x="1747" y="6144"/>
                      <a:pt x="2554" y="6479"/>
                      <a:pt x="339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67" name="Freeform: Shape 15366">
                <a:extLst>
                  <a:ext uri="{FF2B5EF4-FFF2-40B4-BE49-F238E27FC236}">
                    <a16:creationId xmlns:a16="http://schemas.microsoft.com/office/drawing/2014/main" id="{650FB9BF-9D34-2566-AC3F-E4789F490C76}"/>
                  </a:ext>
                </a:extLst>
              </p:cNvPr>
              <p:cNvSpPr/>
              <p:nvPr/>
            </p:nvSpPr>
            <p:spPr>
              <a:xfrm>
                <a:off x="9244934" y="5169398"/>
                <a:ext cx="6343" cy="6345"/>
              </a:xfrm>
              <a:custGeom>
                <a:avLst/>
                <a:gdLst>
                  <a:gd name="connsiteX0" fmla="*/ 3395 w 6343"/>
                  <a:gd name="connsiteY0" fmla="*/ 6479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4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9"/>
                    </a:moveTo>
                    <a:cubicBezTo>
                      <a:pt x="4236" y="6479"/>
                      <a:pt x="5043" y="6144"/>
                      <a:pt x="5638" y="5549"/>
                    </a:cubicBezTo>
                    <a:cubicBezTo>
                      <a:pt x="6232" y="4954"/>
                      <a:pt x="6567" y="4147"/>
                      <a:pt x="6567" y="3306"/>
                    </a:cubicBezTo>
                    <a:cubicBezTo>
                      <a:pt x="6567" y="2464"/>
                      <a:pt x="6232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2" y="5549"/>
                    </a:cubicBezTo>
                    <a:cubicBezTo>
                      <a:pt x="1747" y="6144"/>
                      <a:pt x="2554" y="6479"/>
                      <a:pt x="339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68" name="Freeform: Shape 15367">
                <a:extLst>
                  <a:ext uri="{FF2B5EF4-FFF2-40B4-BE49-F238E27FC236}">
                    <a16:creationId xmlns:a16="http://schemas.microsoft.com/office/drawing/2014/main" id="{631D7758-E632-8BAB-3E0B-9F11FDCED28E}"/>
                  </a:ext>
                </a:extLst>
              </p:cNvPr>
              <p:cNvSpPr/>
              <p:nvPr/>
            </p:nvSpPr>
            <p:spPr>
              <a:xfrm>
                <a:off x="9247236" y="5169148"/>
                <a:ext cx="6343" cy="6345"/>
              </a:xfrm>
              <a:custGeom>
                <a:avLst/>
                <a:gdLst>
                  <a:gd name="connsiteX0" fmla="*/ 3395 w 6343"/>
                  <a:gd name="connsiteY0" fmla="*/ 6479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9"/>
                    </a:moveTo>
                    <a:cubicBezTo>
                      <a:pt x="4236" y="6479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7" y="6144"/>
                      <a:pt x="2554" y="6479"/>
                      <a:pt x="339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69" name="Freeform: Shape 15368">
                <a:extLst>
                  <a:ext uri="{FF2B5EF4-FFF2-40B4-BE49-F238E27FC236}">
                    <a16:creationId xmlns:a16="http://schemas.microsoft.com/office/drawing/2014/main" id="{32DE8DAF-7521-EABD-5C40-9A27340BB4A4}"/>
                  </a:ext>
                </a:extLst>
              </p:cNvPr>
              <p:cNvSpPr/>
              <p:nvPr/>
            </p:nvSpPr>
            <p:spPr>
              <a:xfrm>
                <a:off x="9249381" y="5168824"/>
                <a:ext cx="6343" cy="6345"/>
              </a:xfrm>
              <a:custGeom>
                <a:avLst/>
                <a:gdLst>
                  <a:gd name="connsiteX0" fmla="*/ 3395 w 6343"/>
                  <a:gd name="connsiteY0" fmla="*/ 6479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9"/>
                    </a:moveTo>
                    <a:cubicBezTo>
                      <a:pt x="4237" y="6479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7"/>
                      <a:pt x="4237" y="133"/>
                      <a:pt x="3395" y="133"/>
                    </a:cubicBezTo>
                    <a:cubicBezTo>
                      <a:pt x="2554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4" y="6479"/>
                      <a:pt x="339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70" name="Freeform: Shape 15369">
                <a:extLst>
                  <a:ext uri="{FF2B5EF4-FFF2-40B4-BE49-F238E27FC236}">
                    <a16:creationId xmlns:a16="http://schemas.microsoft.com/office/drawing/2014/main" id="{4F8ECDC3-C28D-D3BC-6D00-447B21CE31D3}"/>
                  </a:ext>
                </a:extLst>
              </p:cNvPr>
              <p:cNvSpPr/>
              <p:nvPr/>
            </p:nvSpPr>
            <p:spPr>
              <a:xfrm>
                <a:off x="9250660" y="5167960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7"/>
                      <a:pt x="4237" y="133"/>
                      <a:pt x="3396" y="133"/>
                    </a:cubicBezTo>
                    <a:cubicBezTo>
                      <a:pt x="2554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4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71" name="Freeform: Shape 15370">
                <a:extLst>
                  <a:ext uri="{FF2B5EF4-FFF2-40B4-BE49-F238E27FC236}">
                    <a16:creationId xmlns:a16="http://schemas.microsoft.com/office/drawing/2014/main" id="{FE5A2DA4-263E-9768-90B9-6991CE543A8D}"/>
                  </a:ext>
                </a:extLst>
              </p:cNvPr>
              <p:cNvSpPr/>
              <p:nvPr/>
            </p:nvSpPr>
            <p:spPr>
              <a:xfrm>
                <a:off x="9251639" y="5166906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72" name="Freeform: Shape 15371">
                <a:extLst>
                  <a:ext uri="{FF2B5EF4-FFF2-40B4-BE49-F238E27FC236}">
                    <a16:creationId xmlns:a16="http://schemas.microsoft.com/office/drawing/2014/main" id="{06FD4E07-D000-B6E4-62C3-FFEA57D5D26D}"/>
                  </a:ext>
                </a:extLst>
              </p:cNvPr>
              <p:cNvSpPr/>
              <p:nvPr/>
            </p:nvSpPr>
            <p:spPr>
              <a:xfrm>
                <a:off x="9253177" y="5166230"/>
                <a:ext cx="6343" cy="6345"/>
              </a:xfrm>
              <a:custGeom>
                <a:avLst/>
                <a:gdLst>
                  <a:gd name="connsiteX0" fmla="*/ 3396 w 6343"/>
                  <a:gd name="connsiteY0" fmla="*/ 6478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8"/>
                    </a:moveTo>
                    <a:cubicBezTo>
                      <a:pt x="4237" y="6478"/>
                      <a:pt x="5044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5" y="6478"/>
                      <a:pt x="339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73" name="Freeform: Shape 15372">
                <a:extLst>
                  <a:ext uri="{FF2B5EF4-FFF2-40B4-BE49-F238E27FC236}">
                    <a16:creationId xmlns:a16="http://schemas.microsoft.com/office/drawing/2014/main" id="{BEB491C7-78AB-7515-028B-CB5AEC1FFE68}"/>
                  </a:ext>
                </a:extLst>
              </p:cNvPr>
              <p:cNvSpPr/>
              <p:nvPr/>
            </p:nvSpPr>
            <p:spPr>
              <a:xfrm>
                <a:off x="9277455" y="5168601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74" name="Freeform: Shape 15373">
                <a:extLst>
                  <a:ext uri="{FF2B5EF4-FFF2-40B4-BE49-F238E27FC236}">
                    <a16:creationId xmlns:a16="http://schemas.microsoft.com/office/drawing/2014/main" id="{151CD881-8DE2-231D-7AF7-4D8928527BE6}"/>
                  </a:ext>
                </a:extLst>
              </p:cNvPr>
              <p:cNvSpPr/>
              <p:nvPr/>
            </p:nvSpPr>
            <p:spPr>
              <a:xfrm>
                <a:off x="9281786" y="5168706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5" y="4954"/>
                      <a:pt x="6570" y="4147"/>
                      <a:pt x="6570" y="3306"/>
                    </a:cubicBezTo>
                    <a:cubicBezTo>
                      <a:pt x="6570" y="2464"/>
                      <a:pt x="6235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1" y="1657"/>
                      <a:pt x="226" y="2464"/>
                      <a:pt x="226" y="3306"/>
                    </a:cubicBezTo>
                    <a:cubicBezTo>
                      <a:pt x="226" y="4147"/>
                      <a:pt x="561" y="4954"/>
                      <a:pt x="1155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75" name="Freeform: Shape 15374">
                <a:extLst>
                  <a:ext uri="{FF2B5EF4-FFF2-40B4-BE49-F238E27FC236}">
                    <a16:creationId xmlns:a16="http://schemas.microsoft.com/office/drawing/2014/main" id="{3EF80E8C-C608-94C9-6506-D7C9A708482F}"/>
                  </a:ext>
                </a:extLst>
              </p:cNvPr>
              <p:cNvSpPr/>
              <p:nvPr/>
            </p:nvSpPr>
            <p:spPr>
              <a:xfrm>
                <a:off x="9286136" y="5170505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3 h 6345"/>
                  <a:gd name="connsiteX4" fmla="*/ 3398 w 6343"/>
                  <a:gd name="connsiteY4" fmla="*/ 133 h 6345"/>
                  <a:gd name="connsiteX5" fmla="*/ 1156 w 6343"/>
                  <a:gd name="connsiteY5" fmla="*/ 1063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3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6" y="1063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76" name="Freeform: Shape 15375">
                <a:extLst>
                  <a:ext uri="{FF2B5EF4-FFF2-40B4-BE49-F238E27FC236}">
                    <a16:creationId xmlns:a16="http://schemas.microsoft.com/office/drawing/2014/main" id="{B3A74727-54D3-DC34-14F0-9A623BBD4792}"/>
                  </a:ext>
                </a:extLst>
              </p:cNvPr>
              <p:cNvSpPr/>
              <p:nvPr/>
            </p:nvSpPr>
            <p:spPr>
              <a:xfrm>
                <a:off x="9287372" y="5169911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6" y="468"/>
                      <a:pt x="4240" y="133"/>
                      <a:pt x="3398" y="133"/>
                    </a:cubicBezTo>
                    <a:cubicBezTo>
                      <a:pt x="2557" y="133"/>
                      <a:pt x="1751" y="468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77" name="Freeform: Shape 15376">
                <a:extLst>
                  <a:ext uri="{FF2B5EF4-FFF2-40B4-BE49-F238E27FC236}">
                    <a16:creationId xmlns:a16="http://schemas.microsoft.com/office/drawing/2014/main" id="{B698DE69-5B9A-6F49-C52C-0E26975AC41B}"/>
                  </a:ext>
                </a:extLst>
              </p:cNvPr>
              <p:cNvSpPr/>
              <p:nvPr/>
            </p:nvSpPr>
            <p:spPr>
              <a:xfrm>
                <a:off x="9289506" y="5170047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2"/>
                    </a:cubicBezTo>
                    <a:cubicBezTo>
                      <a:pt x="5046" y="468"/>
                      <a:pt x="4240" y="133"/>
                      <a:pt x="3399" y="133"/>
                    </a:cubicBezTo>
                    <a:cubicBezTo>
                      <a:pt x="2558" y="133"/>
                      <a:pt x="1751" y="468"/>
                      <a:pt x="1156" y="1062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78" name="Freeform: Shape 15377">
                <a:extLst>
                  <a:ext uri="{FF2B5EF4-FFF2-40B4-BE49-F238E27FC236}">
                    <a16:creationId xmlns:a16="http://schemas.microsoft.com/office/drawing/2014/main" id="{9D328EB0-641E-1D58-1295-C111DEDD5EF0}"/>
                  </a:ext>
                </a:extLst>
              </p:cNvPr>
              <p:cNvSpPr/>
              <p:nvPr/>
            </p:nvSpPr>
            <p:spPr>
              <a:xfrm>
                <a:off x="9290975" y="5169671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79" name="Freeform: Shape 15378">
                <a:extLst>
                  <a:ext uri="{FF2B5EF4-FFF2-40B4-BE49-F238E27FC236}">
                    <a16:creationId xmlns:a16="http://schemas.microsoft.com/office/drawing/2014/main" id="{CDDF06D9-5F3B-AAE6-030D-7218DC851E7F}"/>
                  </a:ext>
                </a:extLst>
              </p:cNvPr>
              <p:cNvSpPr/>
              <p:nvPr/>
            </p:nvSpPr>
            <p:spPr>
              <a:xfrm>
                <a:off x="9292302" y="5169193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80" name="Freeform: Shape 15379">
                <a:extLst>
                  <a:ext uri="{FF2B5EF4-FFF2-40B4-BE49-F238E27FC236}">
                    <a16:creationId xmlns:a16="http://schemas.microsoft.com/office/drawing/2014/main" id="{BCC9D349-CBC3-938E-CA4A-7B3223159670}"/>
                  </a:ext>
                </a:extLst>
              </p:cNvPr>
              <p:cNvSpPr/>
              <p:nvPr/>
            </p:nvSpPr>
            <p:spPr>
              <a:xfrm>
                <a:off x="9295397" y="5170198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8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6"/>
                    </a:cubicBezTo>
                    <a:cubicBezTo>
                      <a:pt x="6571" y="2465"/>
                      <a:pt x="6236" y="1657"/>
                      <a:pt x="5642" y="1062"/>
                    </a:cubicBezTo>
                    <a:cubicBezTo>
                      <a:pt x="5047" y="468"/>
                      <a:pt x="4240" y="133"/>
                      <a:pt x="3399" y="133"/>
                    </a:cubicBezTo>
                    <a:cubicBezTo>
                      <a:pt x="2558" y="133"/>
                      <a:pt x="1751" y="468"/>
                      <a:pt x="1156" y="1062"/>
                    </a:cubicBezTo>
                    <a:cubicBezTo>
                      <a:pt x="562" y="1657"/>
                      <a:pt x="228" y="2465"/>
                      <a:pt x="228" y="3306"/>
                    </a:cubicBezTo>
                    <a:cubicBezTo>
                      <a:pt x="228" y="4147"/>
                      <a:pt x="562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81" name="Freeform: Shape 15380">
                <a:extLst>
                  <a:ext uri="{FF2B5EF4-FFF2-40B4-BE49-F238E27FC236}">
                    <a16:creationId xmlns:a16="http://schemas.microsoft.com/office/drawing/2014/main" id="{7CEBB6B0-329C-BA63-EA11-E4D284461C3B}"/>
                  </a:ext>
                </a:extLst>
              </p:cNvPr>
              <p:cNvSpPr/>
              <p:nvPr/>
            </p:nvSpPr>
            <p:spPr>
              <a:xfrm>
                <a:off x="9296206" y="5169324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7 w 6343"/>
                  <a:gd name="connsiteY5" fmla="*/ 1062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4"/>
                      <a:pt x="6237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7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82" name="Freeform: Shape 15381">
                <a:extLst>
                  <a:ext uri="{FF2B5EF4-FFF2-40B4-BE49-F238E27FC236}">
                    <a16:creationId xmlns:a16="http://schemas.microsoft.com/office/drawing/2014/main" id="{D0B22CD9-E70C-B5B9-5DA2-D0520F4075DF}"/>
                  </a:ext>
                </a:extLst>
              </p:cNvPr>
              <p:cNvSpPr/>
              <p:nvPr/>
            </p:nvSpPr>
            <p:spPr>
              <a:xfrm>
                <a:off x="9307223" y="5171219"/>
                <a:ext cx="6343" cy="6345"/>
              </a:xfrm>
              <a:custGeom>
                <a:avLst/>
                <a:gdLst>
                  <a:gd name="connsiteX0" fmla="*/ 3400 w 6343"/>
                  <a:gd name="connsiteY0" fmla="*/ 6479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3 h 6345"/>
                  <a:gd name="connsiteX4" fmla="*/ 3400 w 6343"/>
                  <a:gd name="connsiteY4" fmla="*/ 133 h 6345"/>
                  <a:gd name="connsiteX5" fmla="*/ 1157 w 6343"/>
                  <a:gd name="connsiteY5" fmla="*/ 1063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9"/>
                    </a:moveTo>
                    <a:cubicBezTo>
                      <a:pt x="4241" y="6479"/>
                      <a:pt x="5048" y="6144"/>
                      <a:pt x="5643" y="5549"/>
                    </a:cubicBezTo>
                    <a:cubicBezTo>
                      <a:pt x="6237" y="4954"/>
                      <a:pt x="6572" y="4147"/>
                      <a:pt x="6572" y="3306"/>
                    </a:cubicBezTo>
                    <a:cubicBezTo>
                      <a:pt x="6572" y="2465"/>
                      <a:pt x="6237" y="1658"/>
                      <a:pt x="5643" y="1063"/>
                    </a:cubicBezTo>
                    <a:cubicBezTo>
                      <a:pt x="5048" y="468"/>
                      <a:pt x="4241" y="133"/>
                      <a:pt x="3400" y="133"/>
                    </a:cubicBezTo>
                    <a:cubicBezTo>
                      <a:pt x="2559" y="133"/>
                      <a:pt x="1752" y="468"/>
                      <a:pt x="1157" y="1063"/>
                    </a:cubicBezTo>
                    <a:cubicBezTo>
                      <a:pt x="563" y="1658"/>
                      <a:pt x="228" y="2465"/>
                      <a:pt x="228" y="3306"/>
                    </a:cubicBezTo>
                    <a:cubicBezTo>
                      <a:pt x="228" y="4147"/>
                      <a:pt x="563" y="4954"/>
                      <a:pt x="1157" y="5549"/>
                    </a:cubicBezTo>
                    <a:cubicBezTo>
                      <a:pt x="1752" y="6144"/>
                      <a:pt x="2559" y="6479"/>
                      <a:pt x="340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83" name="Freeform: Shape 15382">
                <a:extLst>
                  <a:ext uri="{FF2B5EF4-FFF2-40B4-BE49-F238E27FC236}">
                    <a16:creationId xmlns:a16="http://schemas.microsoft.com/office/drawing/2014/main" id="{9B9212A5-794A-7574-D3B0-C94B544E96D9}"/>
                  </a:ext>
                </a:extLst>
              </p:cNvPr>
              <p:cNvSpPr/>
              <p:nvPr/>
            </p:nvSpPr>
            <p:spPr>
              <a:xfrm>
                <a:off x="9309593" y="5171844"/>
                <a:ext cx="6343" cy="6345"/>
              </a:xfrm>
              <a:custGeom>
                <a:avLst/>
                <a:gdLst>
                  <a:gd name="connsiteX0" fmla="*/ 3400 w 6343"/>
                  <a:gd name="connsiteY0" fmla="*/ 6479 h 6345"/>
                  <a:gd name="connsiteX1" fmla="*/ 5643 w 6343"/>
                  <a:gd name="connsiteY1" fmla="*/ 5550 h 6345"/>
                  <a:gd name="connsiteX2" fmla="*/ 6572 w 6343"/>
                  <a:gd name="connsiteY2" fmla="*/ 3306 h 6345"/>
                  <a:gd name="connsiteX3" fmla="*/ 5643 w 6343"/>
                  <a:gd name="connsiteY3" fmla="*/ 1063 h 6345"/>
                  <a:gd name="connsiteX4" fmla="*/ 3400 w 6343"/>
                  <a:gd name="connsiteY4" fmla="*/ 133 h 6345"/>
                  <a:gd name="connsiteX5" fmla="*/ 1158 w 6343"/>
                  <a:gd name="connsiteY5" fmla="*/ 1063 h 6345"/>
                  <a:gd name="connsiteX6" fmla="*/ 229 w 6343"/>
                  <a:gd name="connsiteY6" fmla="*/ 3306 h 6345"/>
                  <a:gd name="connsiteX7" fmla="*/ 1158 w 6343"/>
                  <a:gd name="connsiteY7" fmla="*/ 5550 h 6345"/>
                  <a:gd name="connsiteX8" fmla="*/ 340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9"/>
                    </a:moveTo>
                    <a:cubicBezTo>
                      <a:pt x="4241" y="6479"/>
                      <a:pt x="5048" y="6144"/>
                      <a:pt x="5643" y="5550"/>
                    </a:cubicBezTo>
                    <a:cubicBezTo>
                      <a:pt x="6238" y="4955"/>
                      <a:pt x="6572" y="4147"/>
                      <a:pt x="6572" y="3306"/>
                    </a:cubicBezTo>
                    <a:cubicBezTo>
                      <a:pt x="6572" y="2465"/>
                      <a:pt x="6238" y="1658"/>
                      <a:pt x="5643" y="1063"/>
                    </a:cubicBezTo>
                    <a:cubicBezTo>
                      <a:pt x="5048" y="468"/>
                      <a:pt x="4241" y="133"/>
                      <a:pt x="3400" y="133"/>
                    </a:cubicBezTo>
                    <a:cubicBezTo>
                      <a:pt x="2559" y="133"/>
                      <a:pt x="1752" y="468"/>
                      <a:pt x="1158" y="1063"/>
                    </a:cubicBezTo>
                    <a:cubicBezTo>
                      <a:pt x="563" y="1658"/>
                      <a:pt x="229" y="2465"/>
                      <a:pt x="229" y="3306"/>
                    </a:cubicBezTo>
                    <a:cubicBezTo>
                      <a:pt x="229" y="4147"/>
                      <a:pt x="563" y="4955"/>
                      <a:pt x="1158" y="5550"/>
                    </a:cubicBezTo>
                    <a:cubicBezTo>
                      <a:pt x="1752" y="6144"/>
                      <a:pt x="2559" y="6479"/>
                      <a:pt x="340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84" name="Freeform: Shape 15383">
                <a:extLst>
                  <a:ext uri="{FF2B5EF4-FFF2-40B4-BE49-F238E27FC236}">
                    <a16:creationId xmlns:a16="http://schemas.microsoft.com/office/drawing/2014/main" id="{8E9DF7DF-F4F7-686D-8EDE-0F09C3E78720}"/>
                  </a:ext>
                </a:extLst>
              </p:cNvPr>
              <p:cNvSpPr/>
              <p:nvPr/>
            </p:nvSpPr>
            <p:spPr>
              <a:xfrm>
                <a:off x="9310657" y="5171306"/>
                <a:ext cx="6343" cy="6345"/>
              </a:xfrm>
              <a:custGeom>
                <a:avLst/>
                <a:gdLst>
                  <a:gd name="connsiteX0" fmla="*/ 3400 w 6343"/>
                  <a:gd name="connsiteY0" fmla="*/ 6479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3 h 6345"/>
                  <a:gd name="connsiteX4" fmla="*/ 3400 w 6343"/>
                  <a:gd name="connsiteY4" fmla="*/ 133 h 6345"/>
                  <a:gd name="connsiteX5" fmla="*/ 1158 w 6343"/>
                  <a:gd name="connsiteY5" fmla="*/ 1063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9"/>
                    </a:moveTo>
                    <a:cubicBezTo>
                      <a:pt x="4241" y="6479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5"/>
                      <a:pt x="6238" y="1658"/>
                      <a:pt x="5643" y="1063"/>
                    </a:cubicBezTo>
                    <a:cubicBezTo>
                      <a:pt x="5048" y="468"/>
                      <a:pt x="4241" y="133"/>
                      <a:pt x="3400" y="133"/>
                    </a:cubicBezTo>
                    <a:cubicBezTo>
                      <a:pt x="2559" y="133"/>
                      <a:pt x="1752" y="468"/>
                      <a:pt x="1158" y="1063"/>
                    </a:cubicBezTo>
                    <a:cubicBezTo>
                      <a:pt x="563" y="1658"/>
                      <a:pt x="229" y="2465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2" y="6144"/>
                      <a:pt x="2559" y="6479"/>
                      <a:pt x="340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85" name="Freeform: Shape 15384">
                <a:extLst>
                  <a:ext uri="{FF2B5EF4-FFF2-40B4-BE49-F238E27FC236}">
                    <a16:creationId xmlns:a16="http://schemas.microsoft.com/office/drawing/2014/main" id="{B5B359D2-ED38-67AB-04DE-7D0CCBE658AB}"/>
                  </a:ext>
                </a:extLst>
              </p:cNvPr>
              <p:cNvSpPr/>
              <p:nvPr/>
            </p:nvSpPr>
            <p:spPr>
              <a:xfrm>
                <a:off x="9345305" y="5171779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50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0 w 6343"/>
                  <a:gd name="connsiteY5" fmla="*/ 1063 h 6345"/>
                  <a:gd name="connsiteX6" fmla="*/ 231 w 6343"/>
                  <a:gd name="connsiteY6" fmla="*/ 3306 h 6345"/>
                  <a:gd name="connsiteX7" fmla="*/ 1160 w 6343"/>
                  <a:gd name="connsiteY7" fmla="*/ 5550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50"/>
                    </a:cubicBezTo>
                    <a:cubicBezTo>
                      <a:pt x="6240" y="4955"/>
                      <a:pt x="6575" y="4147"/>
                      <a:pt x="6575" y="3306"/>
                    </a:cubicBezTo>
                    <a:cubicBezTo>
                      <a:pt x="6575" y="2465"/>
                      <a:pt x="6240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0" y="1063"/>
                    </a:cubicBezTo>
                    <a:cubicBezTo>
                      <a:pt x="566" y="1658"/>
                      <a:pt x="231" y="2465"/>
                      <a:pt x="231" y="3306"/>
                    </a:cubicBezTo>
                    <a:cubicBezTo>
                      <a:pt x="231" y="4147"/>
                      <a:pt x="566" y="4955"/>
                      <a:pt x="1160" y="5550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86" name="Freeform: Shape 15385">
                <a:extLst>
                  <a:ext uri="{FF2B5EF4-FFF2-40B4-BE49-F238E27FC236}">
                    <a16:creationId xmlns:a16="http://schemas.microsoft.com/office/drawing/2014/main" id="{6508DE12-3D0E-FC2B-3AAF-A741AA9AB06E}"/>
                  </a:ext>
                </a:extLst>
              </p:cNvPr>
              <p:cNvSpPr/>
              <p:nvPr/>
            </p:nvSpPr>
            <p:spPr>
              <a:xfrm>
                <a:off x="9346888" y="5172214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50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50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50"/>
                    </a:cubicBezTo>
                    <a:cubicBezTo>
                      <a:pt x="6241" y="4955"/>
                      <a:pt x="6575" y="4148"/>
                      <a:pt x="6575" y="3306"/>
                    </a:cubicBezTo>
                    <a:cubicBezTo>
                      <a:pt x="6575" y="2465"/>
                      <a:pt x="6241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1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8"/>
                      <a:pt x="566" y="4955"/>
                      <a:pt x="1161" y="5550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87" name="Freeform: Shape 15386">
                <a:extLst>
                  <a:ext uri="{FF2B5EF4-FFF2-40B4-BE49-F238E27FC236}">
                    <a16:creationId xmlns:a16="http://schemas.microsoft.com/office/drawing/2014/main" id="{EA9F62EE-C8DE-B2D4-4781-8C4DCC520B2E}"/>
                  </a:ext>
                </a:extLst>
              </p:cNvPr>
              <p:cNvSpPr/>
              <p:nvPr/>
            </p:nvSpPr>
            <p:spPr>
              <a:xfrm>
                <a:off x="9347825" y="5171855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50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50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50"/>
                    </a:cubicBezTo>
                    <a:cubicBezTo>
                      <a:pt x="6241" y="4955"/>
                      <a:pt x="6575" y="4147"/>
                      <a:pt x="6575" y="3306"/>
                    </a:cubicBezTo>
                    <a:cubicBezTo>
                      <a:pt x="6575" y="2465"/>
                      <a:pt x="6241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1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7"/>
                      <a:pt x="566" y="4955"/>
                      <a:pt x="1161" y="5550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88" name="Freeform: Shape 15387">
                <a:extLst>
                  <a:ext uri="{FF2B5EF4-FFF2-40B4-BE49-F238E27FC236}">
                    <a16:creationId xmlns:a16="http://schemas.microsoft.com/office/drawing/2014/main" id="{6BF05225-E753-0315-FC56-1467D25E4804}"/>
                  </a:ext>
                </a:extLst>
              </p:cNvPr>
              <p:cNvSpPr/>
              <p:nvPr/>
            </p:nvSpPr>
            <p:spPr>
              <a:xfrm>
                <a:off x="9348650" y="5171360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5"/>
                      <a:pt x="6241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1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89" name="Freeform: Shape 15388">
                <a:extLst>
                  <a:ext uri="{FF2B5EF4-FFF2-40B4-BE49-F238E27FC236}">
                    <a16:creationId xmlns:a16="http://schemas.microsoft.com/office/drawing/2014/main" id="{8539E881-B223-57D3-27D2-AEB9F83ADD37}"/>
                  </a:ext>
                </a:extLst>
              </p:cNvPr>
              <p:cNvSpPr/>
              <p:nvPr/>
            </p:nvSpPr>
            <p:spPr>
              <a:xfrm>
                <a:off x="9349441" y="5170823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5"/>
                      <a:pt x="6241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1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90" name="Freeform: Shape 15389">
                <a:extLst>
                  <a:ext uri="{FF2B5EF4-FFF2-40B4-BE49-F238E27FC236}">
                    <a16:creationId xmlns:a16="http://schemas.microsoft.com/office/drawing/2014/main" id="{9B2E0867-3894-3E53-38F5-B5CD33893D67}"/>
                  </a:ext>
                </a:extLst>
              </p:cNvPr>
              <p:cNvSpPr/>
              <p:nvPr/>
            </p:nvSpPr>
            <p:spPr>
              <a:xfrm>
                <a:off x="9350528" y="5170676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5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5"/>
                      <a:pt x="6241" y="1657"/>
                      <a:pt x="5646" y="1063"/>
                    </a:cubicBezTo>
                    <a:cubicBezTo>
                      <a:pt x="5051" y="468"/>
                      <a:pt x="4245" y="133"/>
                      <a:pt x="3403" y="133"/>
                    </a:cubicBezTo>
                    <a:cubicBezTo>
                      <a:pt x="2562" y="133"/>
                      <a:pt x="1756" y="468"/>
                      <a:pt x="1161" y="1063"/>
                    </a:cubicBezTo>
                    <a:cubicBezTo>
                      <a:pt x="566" y="1657"/>
                      <a:pt x="232" y="2465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91" name="Freeform: Shape 15390">
                <a:extLst>
                  <a:ext uri="{FF2B5EF4-FFF2-40B4-BE49-F238E27FC236}">
                    <a16:creationId xmlns:a16="http://schemas.microsoft.com/office/drawing/2014/main" id="{BB0EE96E-2E3E-13AC-22A2-E59CF6CDE6B2}"/>
                  </a:ext>
                </a:extLst>
              </p:cNvPr>
              <p:cNvSpPr/>
              <p:nvPr/>
            </p:nvSpPr>
            <p:spPr>
              <a:xfrm>
                <a:off x="9352559" y="5171797"/>
                <a:ext cx="6343" cy="6345"/>
              </a:xfrm>
              <a:custGeom>
                <a:avLst/>
                <a:gdLst>
                  <a:gd name="connsiteX0" fmla="*/ 3404 w 6343"/>
                  <a:gd name="connsiteY0" fmla="*/ 6479 h 6345"/>
                  <a:gd name="connsiteX1" fmla="*/ 5646 w 6343"/>
                  <a:gd name="connsiteY1" fmla="*/ 5550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4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50 h 6345"/>
                  <a:gd name="connsiteX8" fmla="*/ 340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4" y="6479"/>
                    </a:moveTo>
                    <a:cubicBezTo>
                      <a:pt x="4245" y="6479"/>
                      <a:pt x="5051" y="6144"/>
                      <a:pt x="5646" y="5550"/>
                    </a:cubicBezTo>
                    <a:cubicBezTo>
                      <a:pt x="6241" y="4955"/>
                      <a:pt x="6575" y="4147"/>
                      <a:pt x="6575" y="3306"/>
                    </a:cubicBezTo>
                    <a:cubicBezTo>
                      <a:pt x="6575" y="2465"/>
                      <a:pt x="6241" y="1658"/>
                      <a:pt x="5646" y="1063"/>
                    </a:cubicBezTo>
                    <a:cubicBezTo>
                      <a:pt x="5051" y="468"/>
                      <a:pt x="4245" y="133"/>
                      <a:pt x="3404" y="133"/>
                    </a:cubicBezTo>
                    <a:cubicBezTo>
                      <a:pt x="2562" y="133"/>
                      <a:pt x="1756" y="468"/>
                      <a:pt x="1161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7"/>
                      <a:pt x="566" y="4955"/>
                      <a:pt x="1161" y="5550"/>
                    </a:cubicBezTo>
                    <a:cubicBezTo>
                      <a:pt x="1756" y="6144"/>
                      <a:pt x="2562" y="6479"/>
                      <a:pt x="340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92" name="Freeform: Shape 15391">
                <a:extLst>
                  <a:ext uri="{FF2B5EF4-FFF2-40B4-BE49-F238E27FC236}">
                    <a16:creationId xmlns:a16="http://schemas.microsoft.com/office/drawing/2014/main" id="{B62C4B1A-B21B-F897-F439-3CABB8BBA8C9}"/>
                  </a:ext>
                </a:extLst>
              </p:cNvPr>
              <p:cNvSpPr/>
              <p:nvPr/>
            </p:nvSpPr>
            <p:spPr>
              <a:xfrm>
                <a:off x="9321428" y="5123890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30 h 6345"/>
                  <a:gd name="connsiteX5" fmla="*/ 1158 w 6343"/>
                  <a:gd name="connsiteY5" fmla="*/ 1059 h 6345"/>
                  <a:gd name="connsiteX6" fmla="*/ 230 w 6343"/>
                  <a:gd name="connsiteY6" fmla="*/ 3302 h 6345"/>
                  <a:gd name="connsiteX7" fmla="*/ 1158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2" y="130"/>
                      <a:pt x="3401" y="130"/>
                    </a:cubicBezTo>
                    <a:cubicBezTo>
                      <a:pt x="2560" y="130"/>
                      <a:pt x="1753" y="464"/>
                      <a:pt x="1158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8" y="5546"/>
                    </a:cubicBezTo>
                    <a:cubicBezTo>
                      <a:pt x="1753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93" name="Freeform: Shape 15392">
                <a:extLst>
                  <a:ext uri="{FF2B5EF4-FFF2-40B4-BE49-F238E27FC236}">
                    <a16:creationId xmlns:a16="http://schemas.microsoft.com/office/drawing/2014/main" id="{A8533200-B1FF-9558-0483-DDFCD834BC21}"/>
                  </a:ext>
                </a:extLst>
              </p:cNvPr>
              <p:cNvSpPr/>
              <p:nvPr/>
            </p:nvSpPr>
            <p:spPr>
              <a:xfrm>
                <a:off x="9322052" y="5122547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2" y="129"/>
                      <a:pt x="3401" y="129"/>
                    </a:cubicBezTo>
                    <a:cubicBezTo>
                      <a:pt x="2560" y="129"/>
                      <a:pt x="1753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3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94" name="Freeform: Shape 15393">
                <a:extLst>
                  <a:ext uri="{FF2B5EF4-FFF2-40B4-BE49-F238E27FC236}">
                    <a16:creationId xmlns:a16="http://schemas.microsoft.com/office/drawing/2014/main" id="{CC582494-9051-B84B-1506-B581C56701E7}"/>
                  </a:ext>
                </a:extLst>
              </p:cNvPr>
              <p:cNvSpPr/>
              <p:nvPr/>
            </p:nvSpPr>
            <p:spPr>
              <a:xfrm>
                <a:off x="9323385" y="5122196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2" y="129"/>
                      <a:pt x="3401" y="129"/>
                    </a:cubicBezTo>
                    <a:cubicBezTo>
                      <a:pt x="2560" y="129"/>
                      <a:pt x="1753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3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95" name="Freeform: Shape 15394">
                <a:extLst>
                  <a:ext uri="{FF2B5EF4-FFF2-40B4-BE49-F238E27FC236}">
                    <a16:creationId xmlns:a16="http://schemas.microsoft.com/office/drawing/2014/main" id="{439DB1D4-F664-8034-C00B-E46611FA36C9}"/>
                  </a:ext>
                </a:extLst>
              </p:cNvPr>
              <p:cNvSpPr/>
              <p:nvPr/>
            </p:nvSpPr>
            <p:spPr>
              <a:xfrm>
                <a:off x="9324614" y="5121705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2" y="129"/>
                      <a:pt x="3401" y="129"/>
                    </a:cubicBezTo>
                    <a:cubicBezTo>
                      <a:pt x="2560" y="129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96" name="Freeform: Shape 15395">
                <a:extLst>
                  <a:ext uri="{FF2B5EF4-FFF2-40B4-BE49-F238E27FC236}">
                    <a16:creationId xmlns:a16="http://schemas.microsoft.com/office/drawing/2014/main" id="{09EEF77D-71E5-569D-EBC4-32F5BF7FF220}"/>
                  </a:ext>
                </a:extLst>
              </p:cNvPr>
              <p:cNvSpPr/>
              <p:nvPr/>
            </p:nvSpPr>
            <p:spPr>
              <a:xfrm>
                <a:off x="9326495" y="5122171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29"/>
                      <a:pt x="3402" y="129"/>
                    </a:cubicBezTo>
                    <a:cubicBezTo>
                      <a:pt x="2560" y="129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0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97" name="Freeform: Shape 15396">
                <a:extLst>
                  <a:ext uri="{FF2B5EF4-FFF2-40B4-BE49-F238E27FC236}">
                    <a16:creationId xmlns:a16="http://schemas.microsoft.com/office/drawing/2014/main" id="{3D05695B-8920-D815-4626-717A943D8C50}"/>
                  </a:ext>
                </a:extLst>
              </p:cNvPr>
              <p:cNvSpPr/>
              <p:nvPr/>
            </p:nvSpPr>
            <p:spPr>
              <a:xfrm>
                <a:off x="9327924" y="5122003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98" name="Freeform: Shape 15397">
                <a:extLst>
                  <a:ext uri="{FF2B5EF4-FFF2-40B4-BE49-F238E27FC236}">
                    <a16:creationId xmlns:a16="http://schemas.microsoft.com/office/drawing/2014/main" id="{FE2510ED-083F-D27D-18D0-547D586C42D6}"/>
                  </a:ext>
                </a:extLst>
              </p:cNvPr>
              <p:cNvSpPr/>
              <p:nvPr/>
            </p:nvSpPr>
            <p:spPr>
              <a:xfrm>
                <a:off x="9329418" y="5121946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99" name="Freeform: Shape 15398">
                <a:extLst>
                  <a:ext uri="{FF2B5EF4-FFF2-40B4-BE49-F238E27FC236}">
                    <a16:creationId xmlns:a16="http://schemas.microsoft.com/office/drawing/2014/main" id="{E7C63B97-4741-07F3-C57B-960151A528EC}"/>
                  </a:ext>
                </a:extLst>
              </p:cNvPr>
              <p:cNvSpPr/>
              <p:nvPr/>
            </p:nvSpPr>
            <p:spPr>
              <a:xfrm>
                <a:off x="9330742" y="5121648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1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00" name="Freeform: Shape 15399">
                <a:extLst>
                  <a:ext uri="{FF2B5EF4-FFF2-40B4-BE49-F238E27FC236}">
                    <a16:creationId xmlns:a16="http://schemas.microsoft.com/office/drawing/2014/main" id="{3BAC519F-18A3-FF12-61BD-CBE5DD449C81}"/>
                  </a:ext>
                </a:extLst>
              </p:cNvPr>
              <p:cNvSpPr/>
              <p:nvPr/>
            </p:nvSpPr>
            <p:spPr>
              <a:xfrm>
                <a:off x="9331966" y="5121207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6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6"/>
                    </a:cubicBezTo>
                    <a:cubicBezTo>
                      <a:pt x="6239" y="4951"/>
                      <a:pt x="6574" y="4143"/>
                      <a:pt x="6574" y="3302"/>
                    </a:cubicBezTo>
                    <a:cubicBezTo>
                      <a:pt x="6574" y="2461"/>
                      <a:pt x="6239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3"/>
                      <a:pt x="565" y="4951"/>
                      <a:pt x="1159" y="5546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01" name="Freeform: Shape 15400">
                <a:extLst>
                  <a:ext uri="{FF2B5EF4-FFF2-40B4-BE49-F238E27FC236}">
                    <a16:creationId xmlns:a16="http://schemas.microsoft.com/office/drawing/2014/main" id="{BCD088EA-DDF6-609B-0621-5E7C4FAFFB57}"/>
                  </a:ext>
                </a:extLst>
              </p:cNvPr>
              <p:cNvSpPr/>
              <p:nvPr/>
            </p:nvSpPr>
            <p:spPr>
              <a:xfrm>
                <a:off x="9333126" y="5120674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39" y="4951"/>
                      <a:pt x="6574" y="4143"/>
                      <a:pt x="6574" y="3302"/>
                    </a:cubicBezTo>
                    <a:cubicBezTo>
                      <a:pt x="6574" y="2461"/>
                      <a:pt x="6239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3"/>
                      <a:pt x="565" y="4951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02" name="Freeform: Shape 15401">
                <a:extLst>
                  <a:ext uri="{FF2B5EF4-FFF2-40B4-BE49-F238E27FC236}">
                    <a16:creationId xmlns:a16="http://schemas.microsoft.com/office/drawing/2014/main" id="{27D184F5-D1CC-5064-DABA-81CC80A266F5}"/>
                  </a:ext>
                </a:extLst>
              </p:cNvPr>
              <p:cNvSpPr/>
              <p:nvPr/>
            </p:nvSpPr>
            <p:spPr>
              <a:xfrm>
                <a:off x="9334030" y="5119738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1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39" y="4950"/>
                      <a:pt x="6574" y="4143"/>
                      <a:pt x="6574" y="3302"/>
                    </a:cubicBezTo>
                    <a:cubicBezTo>
                      <a:pt x="6574" y="2461"/>
                      <a:pt x="6239" y="1653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3"/>
                      <a:pt x="231" y="2461"/>
                      <a:pt x="231" y="3302"/>
                    </a:cubicBezTo>
                    <a:cubicBezTo>
                      <a:pt x="231" y="4143"/>
                      <a:pt x="565" y="4950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03" name="Freeform: Shape 15402">
                <a:extLst>
                  <a:ext uri="{FF2B5EF4-FFF2-40B4-BE49-F238E27FC236}">
                    <a16:creationId xmlns:a16="http://schemas.microsoft.com/office/drawing/2014/main" id="{FD148AE2-8977-0F69-53A7-BA9A20F30744}"/>
                  </a:ext>
                </a:extLst>
              </p:cNvPr>
              <p:cNvSpPr/>
              <p:nvPr/>
            </p:nvSpPr>
            <p:spPr>
              <a:xfrm>
                <a:off x="9334556" y="5118191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04" name="Freeform: Shape 15403">
                <a:extLst>
                  <a:ext uri="{FF2B5EF4-FFF2-40B4-BE49-F238E27FC236}">
                    <a16:creationId xmlns:a16="http://schemas.microsoft.com/office/drawing/2014/main" id="{91C98A4B-2B20-64A1-EE05-628B3B15156D}"/>
                  </a:ext>
                </a:extLst>
              </p:cNvPr>
              <p:cNvSpPr/>
              <p:nvPr/>
            </p:nvSpPr>
            <p:spPr>
              <a:xfrm>
                <a:off x="9335287" y="5116953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05" name="Freeform: Shape 15404">
                <a:extLst>
                  <a:ext uri="{FF2B5EF4-FFF2-40B4-BE49-F238E27FC236}">
                    <a16:creationId xmlns:a16="http://schemas.microsoft.com/office/drawing/2014/main" id="{06DE26F6-5CD3-912F-2E68-84AC7C9A9779}"/>
                  </a:ext>
                </a:extLst>
              </p:cNvPr>
              <p:cNvSpPr/>
              <p:nvPr/>
            </p:nvSpPr>
            <p:spPr>
              <a:xfrm>
                <a:off x="9335526" y="5114889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06" name="Freeform: Shape 15405">
                <a:extLst>
                  <a:ext uri="{FF2B5EF4-FFF2-40B4-BE49-F238E27FC236}">
                    <a16:creationId xmlns:a16="http://schemas.microsoft.com/office/drawing/2014/main" id="{6A16924F-E93B-A0F4-CAE8-36B840B43C8F}"/>
                  </a:ext>
                </a:extLst>
              </p:cNvPr>
              <p:cNvSpPr/>
              <p:nvPr/>
            </p:nvSpPr>
            <p:spPr>
              <a:xfrm>
                <a:off x="9336098" y="5113341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07" name="Freeform: Shape 15406">
                <a:extLst>
                  <a:ext uri="{FF2B5EF4-FFF2-40B4-BE49-F238E27FC236}">
                    <a16:creationId xmlns:a16="http://schemas.microsoft.com/office/drawing/2014/main" id="{46EECEC6-AD3B-6D8D-053F-5D12ED515365}"/>
                  </a:ext>
                </a:extLst>
              </p:cNvPr>
              <p:cNvSpPr/>
              <p:nvPr/>
            </p:nvSpPr>
            <p:spPr>
              <a:xfrm>
                <a:off x="9336408" y="5111325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08" name="Freeform: Shape 15407">
                <a:extLst>
                  <a:ext uri="{FF2B5EF4-FFF2-40B4-BE49-F238E27FC236}">
                    <a16:creationId xmlns:a16="http://schemas.microsoft.com/office/drawing/2014/main" id="{BA5F559C-0691-6430-CE0B-DDCCE46660DE}"/>
                  </a:ext>
                </a:extLst>
              </p:cNvPr>
              <p:cNvSpPr/>
              <p:nvPr/>
            </p:nvSpPr>
            <p:spPr>
              <a:xfrm>
                <a:off x="9337043" y="5109828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8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8"/>
                      <a:pt x="3402" y="128"/>
                    </a:cubicBezTo>
                    <a:cubicBezTo>
                      <a:pt x="2561" y="128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09" name="Freeform: Shape 15408">
                <a:extLst>
                  <a:ext uri="{FF2B5EF4-FFF2-40B4-BE49-F238E27FC236}">
                    <a16:creationId xmlns:a16="http://schemas.microsoft.com/office/drawing/2014/main" id="{4FD96129-3761-BB00-F53C-298550BA66AC}"/>
                  </a:ext>
                </a:extLst>
              </p:cNvPr>
              <p:cNvSpPr/>
              <p:nvPr/>
            </p:nvSpPr>
            <p:spPr>
              <a:xfrm>
                <a:off x="9337360" y="5107755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8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8"/>
                      <a:pt x="3402" y="128"/>
                    </a:cubicBezTo>
                    <a:cubicBezTo>
                      <a:pt x="2561" y="128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10" name="Freeform: Shape 15409">
                <a:extLst>
                  <a:ext uri="{FF2B5EF4-FFF2-40B4-BE49-F238E27FC236}">
                    <a16:creationId xmlns:a16="http://schemas.microsoft.com/office/drawing/2014/main" id="{30786AB4-B9AD-3093-8A2D-0CE824E5D8A1}"/>
                  </a:ext>
                </a:extLst>
              </p:cNvPr>
              <p:cNvSpPr/>
              <p:nvPr/>
            </p:nvSpPr>
            <p:spPr>
              <a:xfrm>
                <a:off x="9337729" y="5105732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7 h 6345"/>
                  <a:gd name="connsiteX4" fmla="*/ 3402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4" y="6474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0" y="462"/>
                      <a:pt x="4244" y="128"/>
                      <a:pt x="3402" y="128"/>
                    </a:cubicBezTo>
                    <a:cubicBezTo>
                      <a:pt x="2561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11" name="Freeform: Shape 15410">
                <a:extLst>
                  <a:ext uri="{FF2B5EF4-FFF2-40B4-BE49-F238E27FC236}">
                    <a16:creationId xmlns:a16="http://schemas.microsoft.com/office/drawing/2014/main" id="{3D6AE33C-087B-605B-17C2-5C5B63066840}"/>
                  </a:ext>
                </a:extLst>
              </p:cNvPr>
              <p:cNvSpPr/>
              <p:nvPr/>
            </p:nvSpPr>
            <p:spPr>
              <a:xfrm>
                <a:off x="9338384" y="5104182"/>
                <a:ext cx="6343" cy="6345"/>
              </a:xfrm>
              <a:custGeom>
                <a:avLst/>
                <a:gdLst>
                  <a:gd name="connsiteX0" fmla="*/ 3402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7 h 6345"/>
                  <a:gd name="connsiteX4" fmla="*/ 3402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2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3"/>
                    </a:moveTo>
                    <a:cubicBezTo>
                      <a:pt x="4244" y="6473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0" y="462"/>
                      <a:pt x="4244" y="128"/>
                      <a:pt x="3402" y="128"/>
                    </a:cubicBezTo>
                    <a:cubicBezTo>
                      <a:pt x="2561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1" y="6473"/>
                      <a:pt x="3402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12" name="Freeform: Shape 15411">
                <a:extLst>
                  <a:ext uri="{FF2B5EF4-FFF2-40B4-BE49-F238E27FC236}">
                    <a16:creationId xmlns:a16="http://schemas.microsoft.com/office/drawing/2014/main" id="{06FEAE23-D602-0A34-CE05-C6BDB7CAE69B}"/>
                  </a:ext>
                </a:extLst>
              </p:cNvPr>
              <p:cNvSpPr/>
              <p:nvPr/>
            </p:nvSpPr>
            <p:spPr>
              <a:xfrm>
                <a:off x="9338821" y="5102208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0" y="462"/>
                      <a:pt x="4244" y="128"/>
                      <a:pt x="3403" y="128"/>
                    </a:cubicBezTo>
                    <a:cubicBezTo>
                      <a:pt x="2561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1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13" name="Freeform: Shape 15412">
                <a:extLst>
                  <a:ext uri="{FF2B5EF4-FFF2-40B4-BE49-F238E27FC236}">
                    <a16:creationId xmlns:a16="http://schemas.microsoft.com/office/drawing/2014/main" id="{095082CC-600C-3710-7B18-3327FBF845CD}"/>
                  </a:ext>
                </a:extLst>
              </p:cNvPr>
              <p:cNvSpPr/>
              <p:nvPr/>
            </p:nvSpPr>
            <p:spPr>
              <a:xfrm>
                <a:off x="9339480" y="5100606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0 h 6345"/>
                  <a:gd name="connsiteX3" fmla="*/ 5645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0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0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0" y="462"/>
                      <a:pt x="4244" y="128"/>
                      <a:pt x="3403" y="128"/>
                    </a:cubicBezTo>
                    <a:cubicBezTo>
                      <a:pt x="2561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0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1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14" name="Freeform: Shape 15413">
                <a:extLst>
                  <a:ext uri="{FF2B5EF4-FFF2-40B4-BE49-F238E27FC236}">
                    <a16:creationId xmlns:a16="http://schemas.microsoft.com/office/drawing/2014/main" id="{39453FB0-AB73-0529-87CC-F322D1B802B7}"/>
                  </a:ext>
                </a:extLst>
              </p:cNvPr>
              <p:cNvSpPr/>
              <p:nvPr/>
            </p:nvSpPr>
            <p:spPr>
              <a:xfrm>
                <a:off x="9340298" y="5099271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0 h 6345"/>
                  <a:gd name="connsiteX3" fmla="*/ 5645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0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0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0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0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2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15" name="Freeform: Shape 15414">
                <a:extLst>
                  <a:ext uri="{FF2B5EF4-FFF2-40B4-BE49-F238E27FC236}">
                    <a16:creationId xmlns:a16="http://schemas.microsoft.com/office/drawing/2014/main" id="{2289BD27-959E-C0E1-F10E-A007C0E3E21E}"/>
                  </a:ext>
                </a:extLst>
              </p:cNvPr>
              <p:cNvSpPr/>
              <p:nvPr/>
            </p:nvSpPr>
            <p:spPr>
              <a:xfrm>
                <a:off x="9341522" y="5098690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0 h 6345"/>
                  <a:gd name="connsiteX3" fmla="*/ 5645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0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1" y="6139"/>
                      <a:pt x="5645" y="5544"/>
                    </a:cubicBezTo>
                    <a:cubicBezTo>
                      <a:pt x="6240" y="4949"/>
                      <a:pt x="6574" y="4142"/>
                      <a:pt x="6574" y="3300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1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0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2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16" name="Freeform: Shape 15415">
                <a:extLst>
                  <a:ext uri="{FF2B5EF4-FFF2-40B4-BE49-F238E27FC236}">
                    <a16:creationId xmlns:a16="http://schemas.microsoft.com/office/drawing/2014/main" id="{61E5F56C-C3A7-C3F4-1B19-3CB002700277}"/>
                  </a:ext>
                </a:extLst>
              </p:cNvPr>
              <p:cNvSpPr/>
              <p:nvPr/>
            </p:nvSpPr>
            <p:spPr>
              <a:xfrm>
                <a:off x="9342861" y="5098331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0 h 6345"/>
                  <a:gd name="connsiteX3" fmla="*/ 5645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0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1" y="6139"/>
                      <a:pt x="5645" y="5544"/>
                    </a:cubicBezTo>
                    <a:cubicBezTo>
                      <a:pt x="6240" y="4949"/>
                      <a:pt x="6574" y="4142"/>
                      <a:pt x="6574" y="3300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1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0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2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17" name="Freeform: Shape 15416">
                <a:extLst>
                  <a:ext uri="{FF2B5EF4-FFF2-40B4-BE49-F238E27FC236}">
                    <a16:creationId xmlns:a16="http://schemas.microsoft.com/office/drawing/2014/main" id="{5E73DFF4-2E75-D7AF-F828-D6AA0B1CDB25}"/>
                  </a:ext>
                </a:extLst>
              </p:cNvPr>
              <p:cNvSpPr/>
              <p:nvPr/>
            </p:nvSpPr>
            <p:spPr>
              <a:xfrm>
                <a:off x="9343981" y="5097549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6 w 6343"/>
                  <a:gd name="connsiteY1" fmla="*/ 5544 h 6345"/>
                  <a:gd name="connsiteX2" fmla="*/ 6574 w 6343"/>
                  <a:gd name="connsiteY2" fmla="*/ 3300 h 6345"/>
                  <a:gd name="connsiteX3" fmla="*/ 5646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0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1" y="6139"/>
                      <a:pt x="5646" y="5544"/>
                    </a:cubicBezTo>
                    <a:cubicBezTo>
                      <a:pt x="6240" y="4949"/>
                      <a:pt x="6574" y="4142"/>
                      <a:pt x="6574" y="3300"/>
                    </a:cubicBezTo>
                    <a:cubicBezTo>
                      <a:pt x="6574" y="2459"/>
                      <a:pt x="6240" y="1652"/>
                      <a:pt x="5646" y="1057"/>
                    </a:cubicBezTo>
                    <a:cubicBezTo>
                      <a:pt x="5051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6" y="1652"/>
                      <a:pt x="231" y="2459"/>
                      <a:pt x="231" y="3300"/>
                    </a:cubicBezTo>
                    <a:cubicBezTo>
                      <a:pt x="231" y="4142"/>
                      <a:pt x="566" y="4949"/>
                      <a:pt x="1160" y="5544"/>
                    </a:cubicBezTo>
                    <a:cubicBezTo>
                      <a:pt x="1755" y="6139"/>
                      <a:pt x="2562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18" name="Freeform: Shape 15417">
                <a:extLst>
                  <a:ext uri="{FF2B5EF4-FFF2-40B4-BE49-F238E27FC236}">
                    <a16:creationId xmlns:a16="http://schemas.microsoft.com/office/drawing/2014/main" id="{A2A34A40-D0FF-12BB-CF33-F9FB173A5023}"/>
                  </a:ext>
                </a:extLst>
              </p:cNvPr>
              <p:cNvSpPr/>
              <p:nvPr/>
            </p:nvSpPr>
            <p:spPr>
              <a:xfrm>
                <a:off x="9346603" y="5099750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6 w 6343"/>
                  <a:gd name="connsiteY1" fmla="*/ 5544 h 6345"/>
                  <a:gd name="connsiteX2" fmla="*/ 6575 w 6343"/>
                  <a:gd name="connsiteY2" fmla="*/ 3300 h 6345"/>
                  <a:gd name="connsiteX3" fmla="*/ 5646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2 w 6343"/>
                  <a:gd name="connsiteY6" fmla="*/ 3300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1" y="6139"/>
                      <a:pt x="5646" y="5544"/>
                    </a:cubicBezTo>
                    <a:cubicBezTo>
                      <a:pt x="6240" y="4949"/>
                      <a:pt x="6575" y="4142"/>
                      <a:pt x="6575" y="3300"/>
                    </a:cubicBezTo>
                    <a:cubicBezTo>
                      <a:pt x="6575" y="2459"/>
                      <a:pt x="6240" y="1652"/>
                      <a:pt x="5646" y="1057"/>
                    </a:cubicBezTo>
                    <a:cubicBezTo>
                      <a:pt x="5051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6" y="1652"/>
                      <a:pt x="232" y="2459"/>
                      <a:pt x="232" y="3300"/>
                    </a:cubicBezTo>
                    <a:cubicBezTo>
                      <a:pt x="232" y="4142"/>
                      <a:pt x="566" y="4949"/>
                      <a:pt x="1160" y="5544"/>
                    </a:cubicBezTo>
                    <a:cubicBezTo>
                      <a:pt x="1755" y="6139"/>
                      <a:pt x="2562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19" name="Freeform: Shape 15418">
                <a:extLst>
                  <a:ext uri="{FF2B5EF4-FFF2-40B4-BE49-F238E27FC236}">
                    <a16:creationId xmlns:a16="http://schemas.microsoft.com/office/drawing/2014/main" id="{3FCA1EEE-6069-1736-ECDB-1432E4BC0937}"/>
                  </a:ext>
                </a:extLst>
              </p:cNvPr>
              <p:cNvSpPr/>
              <p:nvPr/>
            </p:nvSpPr>
            <p:spPr>
              <a:xfrm>
                <a:off x="9388109" y="5171217"/>
                <a:ext cx="6343" cy="6345"/>
              </a:xfrm>
              <a:custGeom>
                <a:avLst/>
                <a:gdLst>
                  <a:gd name="connsiteX0" fmla="*/ 3406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6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79"/>
                    </a:moveTo>
                    <a:cubicBezTo>
                      <a:pt x="4247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7" y="133"/>
                      <a:pt x="3406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20" name="Freeform: Shape 15419">
                <a:extLst>
                  <a:ext uri="{FF2B5EF4-FFF2-40B4-BE49-F238E27FC236}">
                    <a16:creationId xmlns:a16="http://schemas.microsoft.com/office/drawing/2014/main" id="{2A6E3A45-CDBA-6477-62E9-D9E4576EBEF2}"/>
                  </a:ext>
                </a:extLst>
              </p:cNvPr>
              <p:cNvSpPr/>
              <p:nvPr/>
            </p:nvSpPr>
            <p:spPr>
              <a:xfrm>
                <a:off x="9390910" y="517142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21" name="Freeform: Shape 15420">
                <a:extLst>
                  <a:ext uri="{FF2B5EF4-FFF2-40B4-BE49-F238E27FC236}">
                    <a16:creationId xmlns:a16="http://schemas.microsoft.com/office/drawing/2014/main" id="{8FE56E63-DA61-0442-8EAF-74699A16A451}"/>
                  </a:ext>
                </a:extLst>
              </p:cNvPr>
              <p:cNvSpPr/>
              <p:nvPr/>
            </p:nvSpPr>
            <p:spPr>
              <a:xfrm>
                <a:off x="9392211" y="517237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22" name="Freeform: Shape 15421">
                <a:extLst>
                  <a:ext uri="{FF2B5EF4-FFF2-40B4-BE49-F238E27FC236}">
                    <a16:creationId xmlns:a16="http://schemas.microsoft.com/office/drawing/2014/main" id="{ED15553C-1672-EE0B-2C7E-508BF66EEB2F}"/>
                  </a:ext>
                </a:extLst>
              </p:cNvPr>
              <p:cNvSpPr/>
              <p:nvPr/>
            </p:nvSpPr>
            <p:spPr>
              <a:xfrm>
                <a:off x="9393005" y="517217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23" name="Freeform: Shape 15422">
                <a:extLst>
                  <a:ext uri="{FF2B5EF4-FFF2-40B4-BE49-F238E27FC236}">
                    <a16:creationId xmlns:a16="http://schemas.microsoft.com/office/drawing/2014/main" id="{1A609E30-E66A-5206-23CD-03BB1FA15774}"/>
                  </a:ext>
                </a:extLst>
              </p:cNvPr>
              <p:cNvSpPr/>
              <p:nvPr/>
            </p:nvSpPr>
            <p:spPr>
              <a:xfrm>
                <a:off x="9393707" y="517174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24" name="Freeform: Shape 15423">
                <a:extLst>
                  <a:ext uri="{FF2B5EF4-FFF2-40B4-BE49-F238E27FC236}">
                    <a16:creationId xmlns:a16="http://schemas.microsoft.com/office/drawing/2014/main" id="{476AE333-54D1-2E53-D3B9-26F6179B18CF}"/>
                  </a:ext>
                </a:extLst>
              </p:cNvPr>
              <p:cNvSpPr/>
              <p:nvPr/>
            </p:nvSpPr>
            <p:spPr>
              <a:xfrm>
                <a:off x="9394891" y="517250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8"/>
                      <a:pt x="570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25" name="Freeform: Shape 15424">
                <a:extLst>
                  <a:ext uri="{FF2B5EF4-FFF2-40B4-BE49-F238E27FC236}">
                    <a16:creationId xmlns:a16="http://schemas.microsoft.com/office/drawing/2014/main" id="{BA761C4D-BFA6-A0B2-93F0-63CD745716AA}"/>
                  </a:ext>
                </a:extLst>
              </p:cNvPr>
              <p:cNvSpPr/>
              <p:nvPr/>
            </p:nvSpPr>
            <p:spPr>
              <a:xfrm>
                <a:off x="9395682" y="517231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4" y="4955"/>
                      <a:pt x="6579" y="4148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8"/>
                      <a:pt x="570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26" name="Freeform: Shape 15425">
                <a:extLst>
                  <a:ext uri="{FF2B5EF4-FFF2-40B4-BE49-F238E27FC236}">
                    <a16:creationId xmlns:a16="http://schemas.microsoft.com/office/drawing/2014/main" id="{873D6F64-815E-61C2-53C8-FFA77391D93C}"/>
                  </a:ext>
                </a:extLst>
              </p:cNvPr>
              <p:cNvSpPr/>
              <p:nvPr/>
            </p:nvSpPr>
            <p:spPr>
              <a:xfrm>
                <a:off x="9396496" y="517218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9" y="4148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8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27" name="Freeform: Shape 15426">
                <a:extLst>
                  <a:ext uri="{FF2B5EF4-FFF2-40B4-BE49-F238E27FC236}">
                    <a16:creationId xmlns:a16="http://schemas.microsoft.com/office/drawing/2014/main" id="{36E569AC-8344-0B88-9D6D-D05C7F079ED3}"/>
                  </a:ext>
                </a:extLst>
              </p:cNvPr>
              <p:cNvSpPr/>
              <p:nvPr/>
            </p:nvSpPr>
            <p:spPr>
              <a:xfrm>
                <a:off x="9397353" y="517217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6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9" y="4148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28" name="Freeform: Shape 15427">
                <a:extLst>
                  <a:ext uri="{FF2B5EF4-FFF2-40B4-BE49-F238E27FC236}">
                    <a16:creationId xmlns:a16="http://schemas.microsoft.com/office/drawing/2014/main" id="{66117596-9C1B-17C6-90BB-F4FC61123C3C}"/>
                  </a:ext>
                </a:extLst>
              </p:cNvPr>
              <p:cNvSpPr/>
              <p:nvPr/>
            </p:nvSpPr>
            <p:spPr>
              <a:xfrm>
                <a:off x="9398272" y="517234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29" name="Freeform: Shape 15428">
                <a:extLst>
                  <a:ext uri="{FF2B5EF4-FFF2-40B4-BE49-F238E27FC236}">
                    <a16:creationId xmlns:a16="http://schemas.microsoft.com/office/drawing/2014/main" id="{DB57946B-B65D-9021-05A3-6AABEEF94422}"/>
                  </a:ext>
                </a:extLst>
              </p:cNvPr>
              <p:cNvSpPr/>
              <p:nvPr/>
            </p:nvSpPr>
            <p:spPr>
              <a:xfrm>
                <a:off x="9399146" y="517240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30" name="Freeform: Shape 15429">
                <a:extLst>
                  <a:ext uri="{FF2B5EF4-FFF2-40B4-BE49-F238E27FC236}">
                    <a16:creationId xmlns:a16="http://schemas.microsoft.com/office/drawing/2014/main" id="{B04DD181-1B3B-8C0C-DE6A-1855ADC8DC5D}"/>
                  </a:ext>
                </a:extLst>
              </p:cNvPr>
              <p:cNvSpPr/>
              <p:nvPr/>
            </p:nvSpPr>
            <p:spPr>
              <a:xfrm>
                <a:off x="9399954" y="517229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31" name="Freeform: Shape 15430">
                <a:extLst>
                  <a:ext uri="{FF2B5EF4-FFF2-40B4-BE49-F238E27FC236}">
                    <a16:creationId xmlns:a16="http://schemas.microsoft.com/office/drawing/2014/main" id="{66A5639F-C358-EFAE-31C8-6D51C618A711}"/>
                  </a:ext>
                </a:extLst>
              </p:cNvPr>
              <p:cNvSpPr/>
              <p:nvPr/>
            </p:nvSpPr>
            <p:spPr>
              <a:xfrm>
                <a:off x="9400804" y="517231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32" name="Freeform: Shape 15431">
                <a:extLst>
                  <a:ext uri="{FF2B5EF4-FFF2-40B4-BE49-F238E27FC236}">
                    <a16:creationId xmlns:a16="http://schemas.microsoft.com/office/drawing/2014/main" id="{F67CC6EC-41CE-7CCF-1350-0C45624BC1B9}"/>
                  </a:ext>
                </a:extLst>
              </p:cNvPr>
              <p:cNvSpPr/>
              <p:nvPr/>
            </p:nvSpPr>
            <p:spPr>
              <a:xfrm>
                <a:off x="9401611" y="517222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33" name="Freeform: Shape 15432">
                <a:extLst>
                  <a:ext uri="{FF2B5EF4-FFF2-40B4-BE49-F238E27FC236}">
                    <a16:creationId xmlns:a16="http://schemas.microsoft.com/office/drawing/2014/main" id="{BFDAB631-4F64-2812-2DDE-C7DB76C66B32}"/>
                  </a:ext>
                </a:extLst>
              </p:cNvPr>
              <p:cNvSpPr/>
              <p:nvPr/>
            </p:nvSpPr>
            <p:spPr>
              <a:xfrm>
                <a:off x="9402437" y="5172189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34" name="Freeform: Shape 15433">
                <a:extLst>
                  <a:ext uri="{FF2B5EF4-FFF2-40B4-BE49-F238E27FC236}">
                    <a16:creationId xmlns:a16="http://schemas.microsoft.com/office/drawing/2014/main" id="{5B78C8CE-CEA6-6A19-C528-0624BA587437}"/>
                  </a:ext>
                </a:extLst>
              </p:cNvPr>
              <p:cNvSpPr/>
              <p:nvPr/>
            </p:nvSpPr>
            <p:spPr>
              <a:xfrm>
                <a:off x="9403243" y="517210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35" name="Freeform: Shape 15434">
                <a:extLst>
                  <a:ext uri="{FF2B5EF4-FFF2-40B4-BE49-F238E27FC236}">
                    <a16:creationId xmlns:a16="http://schemas.microsoft.com/office/drawing/2014/main" id="{5EF1E441-A289-A0EA-8C8A-3A5762242041}"/>
                  </a:ext>
                </a:extLst>
              </p:cNvPr>
              <p:cNvSpPr/>
              <p:nvPr/>
            </p:nvSpPr>
            <p:spPr>
              <a:xfrm>
                <a:off x="9404030" y="517197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36" name="Freeform: Shape 15435">
                <a:extLst>
                  <a:ext uri="{FF2B5EF4-FFF2-40B4-BE49-F238E27FC236}">
                    <a16:creationId xmlns:a16="http://schemas.microsoft.com/office/drawing/2014/main" id="{486C26D7-CEC1-1950-5079-EA00703D3EE0}"/>
                  </a:ext>
                </a:extLst>
              </p:cNvPr>
              <p:cNvSpPr/>
              <p:nvPr/>
            </p:nvSpPr>
            <p:spPr>
              <a:xfrm>
                <a:off x="9405338" y="517345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5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5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37" name="Freeform: Shape 15436">
                <a:extLst>
                  <a:ext uri="{FF2B5EF4-FFF2-40B4-BE49-F238E27FC236}">
                    <a16:creationId xmlns:a16="http://schemas.microsoft.com/office/drawing/2014/main" id="{36AE699A-CE19-85E2-8675-590A304D52D0}"/>
                  </a:ext>
                </a:extLst>
              </p:cNvPr>
              <p:cNvSpPr/>
              <p:nvPr/>
            </p:nvSpPr>
            <p:spPr>
              <a:xfrm>
                <a:off x="9405986" y="517292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5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5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38" name="Freeform: Shape 15437">
                <a:extLst>
                  <a:ext uri="{FF2B5EF4-FFF2-40B4-BE49-F238E27FC236}">
                    <a16:creationId xmlns:a16="http://schemas.microsoft.com/office/drawing/2014/main" id="{D61278FE-CCDC-C902-081B-B64F9FF56F94}"/>
                  </a:ext>
                </a:extLst>
              </p:cNvPr>
              <p:cNvSpPr/>
              <p:nvPr/>
            </p:nvSpPr>
            <p:spPr>
              <a:xfrm>
                <a:off x="9406264" y="517119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39" name="Freeform: Shape 15438">
                <a:extLst>
                  <a:ext uri="{FF2B5EF4-FFF2-40B4-BE49-F238E27FC236}">
                    <a16:creationId xmlns:a16="http://schemas.microsoft.com/office/drawing/2014/main" id="{7E7FDDBA-149A-9B23-CBB5-57DABE0EFEA2}"/>
                  </a:ext>
                </a:extLst>
              </p:cNvPr>
              <p:cNvSpPr/>
              <p:nvPr/>
            </p:nvSpPr>
            <p:spPr>
              <a:xfrm>
                <a:off x="9392191" y="5054773"/>
                <a:ext cx="6343" cy="6345"/>
              </a:xfrm>
              <a:custGeom>
                <a:avLst/>
                <a:gdLst>
                  <a:gd name="connsiteX0" fmla="*/ 3407 w 6343"/>
                  <a:gd name="connsiteY0" fmla="*/ 6470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0"/>
                    </a:moveTo>
                    <a:cubicBezTo>
                      <a:pt x="4248" y="6470"/>
                      <a:pt x="5055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5" y="458"/>
                      <a:pt x="4248" y="124"/>
                      <a:pt x="3407" y="124"/>
                    </a:cubicBezTo>
                    <a:cubicBezTo>
                      <a:pt x="2566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6" y="6470"/>
                      <a:pt x="3407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40" name="Freeform: Shape 15439">
                <a:extLst>
                  <a:ext uri="{FF2B5EF4-FFF2-40B4-BE49-F238E27FC236}">
                    <a16:creationId xmlns:a16="http://schemas.microsoft.com/office/drawing/2014/main" id="{8C983455-7D64-C508-7F15-FD506D026267}"/>
                  </a:ext>
                </a:extLst>
              </p:cNvPr>
              <p:cNvSpPr/>
              <p:nvPr/>
            </p:nvSpPr>
            <p:spPr>
              <a:xfrm>
                <a:off x="9393096" y="5051791"/>
                <a:ext cx="6343" cy="6345"/>
              </a:xfrm>
              <a:custGeom>
                <a:avLst/>
                <a:gdLst>
                  <a:gd name="connsiteX0" fmla="*/ 3407 w 6343"/>
                  <a:gd name="connsiteY0" fmla="*/ 6469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9"/>
                    </a:moveTo>
                    <a:cubicBezTo>
                      <a:pt x="4248" y="6469"/>
                      <a:pt x="5055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5" y="458"/>
                      <a:pt x="4248" y="124"/>
                      <a:pt x="3407" y="124"/>
                    </a:cubicBezTo>
                    <a:cubicBezTo>
                      <a:pt x="2566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6" y="6469"/>
                      <a:pt x="340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41" name="Freeform: Shape 15440">
                <a:extLst>
                  <a:ext uri="{FF2B5EF4-FFF2-40B4-BE49-F238E27FC236}">
                    <a16:creationId xmlns:a16="http://schemas.microsoft.com/office/drawing/2014/main" id="{2D504083-E878-134F-218A-C7C49F21AC67}"/>
                  </a:ext>
                </a:extLst>
              </p:cNvPr>
              <p:cNvSpPr/>
              <p:nvPr/>
            </p:nvSpPr>
            <p:spPr>
              <a:xfrm>
                <a:off x="9389110" y="5024787"/>
                <a:ext cx="6343" cy="6345"/>
              </a:xfrm>
              <a:custGeom>
                <a:avLst/>
                <a:gdLst>
                  <a:gd name="connsiteX0" fmla="*/ 3406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6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6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6" y="6467"/>
                    </a:moveTo>
                    <a:cubicBezTo>
                      <a:pt x="4248" y="6467"/>
                      <a:pt x="5054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4" y="456"/>
                      <a:pt x="4248" y="122"/>
                      <a:pt x="3406" y="122"/>
                    </a:cubicBezTo>
                    <a:cubicBezTo>
                      <a:pt x="2565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5" y="6467"/>
                      <a:pt x="3406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42" name="Freeform: Shape 15441">
                <a:extLst>
                  <a:ext uri="{FF2B5EF4-FFF2-40B4-BE49-F238E27FC236}">
                    <a16:creationId xmlns:a16="http://schemas.microsoft.com/office/drawing/2014/main" id="{3A20C900-B970-0787-820A-737EB01BAD74}"/>
                  </a:ext>
                </a:extLst>
              </p:cNvPr>
              <p:cNvSpPr/>
              <p:nvPr/>
            </p:nvSpPr>
            <p:spPr>
              <a:xfrm>
                <a:off x="9390054" y="5020889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4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4" y="456"/>
                      <a:pt x="4248" y="121"/>
                      <a:pt x="3407" y="121"/>
                    </a:cubicBezTo>
                    <a:cubicBezTo>
                      <a:pt x="2565" y="121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5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43" name="Freeform: Shape 15442">
                <a:extLst>
                  <a:ext uri="{FF2B5EF4-FFF2-40B4-BE49-F238E27FC236}">
                    <a16:creationId xmlns:a16="http://schemas.microsoft.com/office/drawing/2014/main" id="{5D481A28-824C-4C80-A0EA-C77729C92059}"/>
                  </a:ext>
                </a:extLst>
              </p:cNvPr>
              <p:cNvSpPr/>
              <p:nvPr/>
            </p:nvSpPr>
            <p:spPr>
              <a:xfrm>
                <a:off x="9391845" y="5021156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1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1"/>
                      <a:pt x="3407" y="121"/>
                    </a:cubicBezTo>
                    <a:cubicBezTo>
                      <a:pt x="2566" y="121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44" name="Freeform: Shape 15443">
                <a:extLst>
                  <a:ext uri="{FF2B5EF4-FFF2-40B4-BE49-F238E27FC236}">
                    <a16:creationId xmlns:a16="http://schemas.microsoft.com/office/drawing/2014/main" id="{3FAF9646-AE23-B355-1D52-FBB5A221E464}"/>
                  </a:ext>
                </a:extLst>
              </p:cNvPr>
              <p:cNvSpPr/>
              <p:nvPr/>
            </p:nvSpPr>
            <p:spPr>
              <a:xfrm>
                <a:off x="9393630" y="5021434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4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4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5" y="6133"/>
                      <a:pt x="5649" y="5538"/>
                    </a:cubicBezTo>
                    <a:cubicBezTo>
                      <a:pt x="6244" y="4943"/>
                      <a:pt x="6578" y="4136"/>
                      <a:pt x="6578" y="3294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5" y="456"/>
                      <a:pt x="4248" y="122"/>
                      <a:pt x="3407" y="122"/>
                    </a:cubicBezTo>
                    <a:cubicBezTo>
                      <a:pt x="2566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4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6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45" name="Freeform: Shape 15444">
                <a:extLst>
                  <a:ext uri="{FF2B5EF4-FFF2-40B4-BE49-F238E27FC236}">
                    <a16:creationId xmlns:a16="http://schemas.microsoft.com/office/drawing/2014/main" id="{2A26E2C4-9647-9C8A-8ACA-1DD67F1A438E}"/>
                  </a:ext>
                </a:extLst>
              </p:cNvPr>
              <p:cNvSpPr/>
              <p:nvPr/>
            </p:nvSpPr>
            <p:spPr>
              <a:xfrm>
                <a:off x="9401393" y="5055040"/>
                <a:ext cx="6343" cy="6345"/>
              </a:xfrm>
              <a:custGeom>
                <a:avLst/>
                <a:gdLst>
                  <a:gd name="connsiteX0" fmla="*/ 3407 w 6343"/>
                  <a:gd name="connsiteY0" fmla="*/ 6470 h 6345"/>
                  <a:gd name="connsiteX1" fmla="*/ 5650 w 6343"/>
                  <a:gd name="connsiteY1" fmla="*/ 5540 h 6345"/>
                  <a:gd name="connsiteX2" fmla="*/ 6579 w 6343"/>
                  <a:gd name="connsiteY2" fmla="*/ 3297 h 6345"/>
                  <a:gd name="connsiteX3" fmla="*/ 5650 w 6343"/>
                  <a:gd name="connsiteY3" fmla="*/ 1053 h 6345"/>
                  <a:gd name="connsiteX4" fmla="*/ 3407 w 6343"/>
                  <a:gd name="connsiteY4" fmla="*/ 124 h 6345"/>
                  <a:gd name="connsiteX5" fmla="*/ 1165 w 6343"/>
                  <a:gd name="connsiteY5" fmla="*/ 1053 h 6345"/>
                  <a:gd name="connsiteX6" fmla="*/ 236 w 6343"/>
                  <a:gd name="connsiteY6" fmla="*/ 3297 h 6345"/>
                  <a:gd name="connsiteX7" fmla="*/ 1165 w 6343"/>
                  <a:gd name="connsiteY7" fmla="*/ 5540 h 6345"/>
                  <a:gd name="connsiteX8" fmla="*/ 3407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0"/>
                    </a:moveTo>
                    <a:cubicBezTo>
                      <a:pt x="4249" y="6470"/>
                      <a:pt x="5055" y="6135"/>
                      <a:pt x="5650" y="5540"/>
                    </a:cubicBezTo>
                    <a:cubicBezTo>
                      <a:pt x="6245" y="4945"/>
                      <a:pt x="6579" y="4138"/>
                      <a:pt x="6579" y="3297"/>
                    </a:cubicBezTo>
                    <a:cubicBezTo>
                      <a:pt x="6579" y="2455"/>
                      <a:pt x="6245" y="1648"/>
                      <a:pt x="5650" y="1053"/>
                    </a:cubicBezTo>
                    <a:cubicBezTo>
                      <a:pt x="5055" y="458"/>
                      <a:pt x="4249" y="124"/>
                      <a:pt x="3407" y="124"/>
                    </a:cubicBezTo>
                    <a:cubicBezTo>
                      <a:pt x="2566" y="124"/>
                      <a:pt x="1760" y="458"/>
                      <a:pt x="1165" y="1053"/>
                    </a:cubicBezTo>
                    <a:cubicBezTo>
                      <a:pt x="570" y="1648"/>
                      <a:pt x="236" y="2455"/>
                      <a:pt x="236" y="3297"/>
                    </a:cubicBezTo>
                    <a:cubicBezTo>
                      <a:pt x="236" y="4138"/>
                      <a:pt x="570" y="4945"/>
                      <a:pt x="1165" y="5540"/>
                    </a:cubicBezTo>
                    <a:cubicBezTo>
                      <a:pt x="1760" y="6135"/>
                      <a:pt x="2566" y="6470"/>
                      <a:pt x="3407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46" name="Freeform: Shape 15445">
                <a:extLst>
                  <a:ext uri="{FF2B5EF4-FFF2-40B4-BE49-F238E27FC236}">
                    <a16:creationId xmlns:a16="http://schemas.microsoft.com/office/drawing/2014/main" id="{96A5F7BC-B2C5-1379-D118-10ADE4B622A1}"/>
                  </a:ext>
                </a:extLst>
              </p:cNvPr>
              <p:cNvSpPr/>
              <p:nvPr/>
            </p:nvSpPr>
            <p:spPr>
              <a:xfrm>
                <a:off x="9403562" y="5058838"/>
                <a:ext cx="6343" cy="6345"/>
              </a:xfrm>
              <a:custGeom>
                <a:avLst/>
                <a:gdLst>
                  <a:gd name="connsiteX0" fmla="*/ 3408 w 6343"/>
                  <a:gd name="connsiteY0" fmla="*/ 6470 h 6345"/>
                  <a:gd name="connsiteX1" fmla="*/ 5650 w 6343"/>
                  <a:gd name="connsiteY1" fmla="*/ 5541 h 6345"/>
                  <a:gd name="connsiteX2" fmla="*/ 6579 w 6343"/>
                  <a:gd name="connsiteY2" fmla="*/ 3297 h 6345"/>
                  <a:gd name="connsiteX3" fmla="*/ 5650 w 6343"/>
                  <a:gd name="connsiteY3" fmla="*/ 1054 h 6345"/>
                  <a:gd name="connsiteX4" fmla="*/ 3408 w 6343"/>
                  <a:gd name="connsiteY4" fmla="*/ 124 h 6345"/>
                  <a:gd name="connsiteX5" fmla="*/ 1165 w 6343"/>
                  <a:gd name="connsiteY5" fmla="*/ 1054 h 6345"/>
                  <a:gd name="connsiteX6" fmla="*/ 236 w 6343"/>
                  <a:gd name="connsiteY6" fmla="*/ 3297 h 6345"/>
                  <a:gd name="connsiteX7" fmla="*/ 1165 w 6343"/>
                  <a:gd name="connsiteY7" fmla="*/ 5541 h 6345"/>
                  <a:gd name="connsiteX8" fmla="*/ 340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0"/>
                    </a:moveTo>
                    <a:cubicBezTo>
                      <a:pt x="4249" y="6470"/>
                      <a:pt x="5055" y="6136"/>
                      <a:pt x="5650" y="5541"/>
                    </a:cubicBezTo>
                    <a:cubicBezTo>
                      <a:pt x="6245" y="4946"/>
                      <a:pt x="6579" y="4139"/>
                      <a:pt x="6579" y="3297"/>
                    </a:cubicBezTo>
                    <a:cubicBezTo>
                      <a:pt x="6579" y="2456"/>
                      <a:pt x="6245" y="1649"/>
                      <a:pt x="5650" y="1054"/>
                    </a:cubicBezTo>
                    <a:cubicBezTo>
                      <a:pt x="5055" y="459"/>
                      <a:pt x="4249" y="124"/>
                      <a:pt x="3408" y="124"/>
                    </a:cubicBezTo>
                    <a:cubicBezTo>
                      <a:pt x="2566" y="124"/>
                      <a:pt x="1760" y="459"/>
                      <a:pt x="1165" y="1054"/>
                    </a:cubicBezTo>
                    <a:cubicBezTo>
                      <a:pt x="570" y="1649"/>
                      <a:pt x="236" y="2456"/>
                      <a:pt x="236" y="3297"/>
                    </a:cubicBezTo>
                    <a:cubicBezTo>
                      <a:pt x="236" y="4139"/>
                      <a:pt x="570" y="4946"/>
                      <a:pt x="1165" y="5541"/>
                    </a:cubicBezTo>
                    <a:cubicBezTo>
                      <a:pt x="1760" y="6136"/>
                      <a:pt x="2566" y="6470"/>
                      <a:pt x="340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47" name="Freeform: Shape 15446">
                <a:extLst>
                  <a:ext uri="{FF2B5EF4-FFF2-40B4-BE49-F238E27FC236}">
                    <a16:creationId xmlns:a16="http://schemas.microsoft.com/office/drawing/2014/main" id="{B2243B4D-E291-87E5-3D81-F880DA58DFA6}"/>
                  </a:ext>
                </a:extLst>
              </p:cNvPr>
              <p:cNvSpPr/>
              <p:nvPr/>
            </p:nvSpPr>
            <p:spPr>
              <a:xfrm>
                <a:off x="9406042" y="5064804"/>
                <a:ext cx="6343" cy="6345"/>
              </a:xfrm>
              <a:custGeom>
                <a:avLst/>
                <a:gdLst>
                  <a:gd name="connsiteX0" fmla="*/ 3408 w 6343"/>
                  <a:gd name="connsiteY0" fmla="*/ 6470 h 6345"/>
                  <a:gd name="connsiteX1" fmla="*/ 5650 w 6343"/>
                  <a:gd name="connsiteY1" fmla="*/ 5541 h 6345"/>
                  <a:gd name="connsiteX2" fmla="*/ 6579 w 6343"/>
                  <a:gd name="connsiteY2" fmla="*/ 3298 h 6345"/>
                  <a:gd name="connsiteX3" fmla="*/ 5650 w 6343"/>
                  <a:gd name="connsiteY3" fmla="*/ 1054 h 6345"/>
                  <a:gd name="connsiteX4" fmla="*/ 3408 w 6343"/>
                  <a:gd name="connsiteY4" fmla="*/ 125 h 6345"/>
                  <a:gd name="connsiteX5" fmla="*/ 1165 w 6343"/>
                  <a:gd name="connsiteY5" fmla="*/ 1054 h 6345"/>
                  <a:gd name="connsiteX6" fmla="*/ 236 w 6343"/>
                  <a:gd name="connsiteY6" fmla="*/ 3298 h 6345"/>
                  <a:gd name="connsiteX7" fmla="*/ 1165 w 6343"/>
                  <a:gd name="connsiteY7" fmla="*/ 5541 h 6345"/>
                  <a:gd name="connsiteX8" fmla="*/ 3408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0"/>
                    </a:moveTo>
                    <a:cubicBezTo>
                      <a:pt x="4249" y="6470"/>
                      <a:pt x="5056" y="6136"/>
                      <a:pt x="5650" y="5541"/>
                    </a:cubicBezTo>
                    <a:cubicBezTo>
                      <a:pt x="6245" y="4946"/>
                      <a:pt x="6579" y="4139"/>
                      <a:pt x="6579" y="3298"/>
                    </a:cubicBezTo>
                    <a:cubicBezTo>
                      <a:pt x="6579" y="2456"/>
                      <a:pt x="6245" y="1649"/>
                      <a:pt x="5650" y="1054"/>
                    </a:cubicBezTo>
                    <a:cubicBezTo>
                      <a:pt x="5056" y="459"/>
                      <a:pt x="4249" y="125"/>
                      <a:pt x="3408" y="125"/>
                    </a:cubicBezTo>
                    <a:cubicBezTo>
                      <a:pt x="2567" y="125"/>
                      <a:pt x="1760" y="459"/>
                      <a:pt x="1165" y="1054"/>
                    </a:cubicBezTo>
                    <a:cubicBezTo>
                      <a:pt x="570" y="1649"/>
                      <a:pt x="236" y="2456"/>
                      <a:pt x="236" y="3298"/>
                    </a:cubicBezTo>
                    <a:cubicBezTo>
                      <a:pt x="236" y="4139"/>
                      <a:pt x="570" y="4946"/>
                      <a:pt x="1165" y="5541"/>
                    </a:cubicBezTo>
                    <a:cubicBezTo>
                      <a:pt x="1760" y="6136"/>
                      <a:pt x="2567" y="6470"/>
                      <a:pt x="3408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48" name="Freeform: Shape 15447">
                <a:extLst>
                  <a:ext uri="{FF2B5EF4-FFF2-40B4-BE49-F238E27FC236}">
                    <a16:creationId xmlns:a16="http://schemas.microsoft.com/office/drawing/2014/main" id="{CB7B394C-3D8F-139C-42B4-12615BF41E9A}"/>
                  </a:ext>
                </a:extLst>
              </p:cNvPr>
              <p:cNvSpPr/>
              <p:nvPr/>
            </p:nvSpPr>
            <p:spPr>
              <a:xfrm>
                <a:off x="9407881" y="5067263"/>
                <a:ext cx="6343" cy="6345"/>
              </a:xfrm>
              <a:custGeom>
                <a:avLst/>
                <a:gdLst>
                  <a:gd name="connsiteX0" fmla="*/ 3408 w 6343"/>
                  <a:gd name="connsiteY0" fmla="*/ 6471 h 6345"/>
                  <a:gd name="connsiteX1" fmla="*/ 5651 w 6343"/>
                  <a:gd name="connsiteY1" fmla="*/ 5541 h 6345"/>
                  <a:gd name="connsiteX2" fmla="*/ 6580 w 6343"/>
                  <a:gd name="connsiteY2" fmla="*/ 3298 h 6345"/>
                  <a:gd name="connsiteX3" fmla="*/ 5651 w 6343"/>
                  <a:gd name="connsiteY3" fmla="*/ 1054 h 6345"/>
                  <a:gd name="connsiteX4" fmla="*/ 3408 w 6343"/>
                  <a:gd name="connsiteY4" fmla="*/ 125 h 6345"/>
                  <a:gd name="connsiteX5" fmla="*/ 1165 w 6343"/>
                  <a:gd name="connsiteY5" fmla="*/ 1054 h 6345"/>
                  <a:gd name="connsiteX6" fmla="*/ 236 w 6343"/>
                  <a:gd name="connsiteY6" fmla="*/ 3298 h 6345"/>
                  <a:gd name="connsiteX7" fmla="*/ 1165 w 6343"/>
                  <a:gd name="connsiteY7" fmla="*/ 5541 h 6345"/>
                  <a:gd name="connsiteX8" fmla="*/ 3408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1"/>
                    </a:moveTo>
                    <a:cubicBezTo>
                      <a:pt x="4249" y="6471"/>
                      <a:pt x="5056" y="6136"/>
                      <a:pt x="5651" y="5541"/>
                    </a:cubicBezTo>
                    <a:cubicBezTo>
                      <a:pt x="6245" y="4946"/>
                      <a:pt x="6580" y="4139"/>
                      <a:pt x="6580" y="3298"/>
                    </a:cubicBezTo>
                    <a:cubicBezTo>
                      <a:pt x="6580" y="2456"/>
                      <a:pt x="6245" y="1649"/>
                      <a:pt x="5651" y="1054"/>
                    </a:cubicBezTo>
                    <a:cubicBezTo>
                      <a:pt x="5056" y="459"/>
                      <a:pt x="4249" y="125"/>
                      <a:pt x="3408" y="125"/>
                    </a:cubicBezTo>
                    <a:cubicBezTo>
                      <a:pt x="2567" y="125"/>
                      <a:pt x="1760" y="459"/>
                      <a:pt x="1165" y="1054"/>
                    </a:cubicBezTo>
                    <a:cubicBezTo>
                      <a:pt x="571" y="1649"/>
                      <a:pt x="236" y="2456"/>
                      <a:pt x="236" y="3298"/>
                    </a:cubicBezTo>
                    <a:cubicBezTo>
                      <a:pt x="236" y="4139"/>
                      <a:pt x="571" y="4946"/>
                      <a:pt x="1165" y="5541"/>
                    </a:cubicBezTo>
                    <a:cubicBezTo>
                      <a:pt x="1760" y="6136"/>
                      <a:pt x="2567" y="6471"/>
                      <a:pt x="3408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49" name="Freeform: Shape 15448">
                <a:extLst>
                  <a:ext uri="{FF2B5EF4-FFF2-40B4-BE49-F238E27FC236}">
                    <a16:creationId xmlns:a16="http://schemas.microsoft.com/office/drawing/2014/main" id="{51002278-A943-E6FC-51D7-35EE549165C0}"/>
                  </a:ext>
                </a:extLst>
              </p:cNvPr>
              <p:cNvSpPr/>
              <p:nvPr/>
            </p:nvSpPr>
            <p:spPr>
              <a:xfrm>
                <a:off x="9409263" y="5066983"/>
                <a:ext cx="6343" cy="6345"/>
              </a:xfrm>
              <a:custGeom>
                <a:avLst/>
                <a:gdLst>
                  <a:gd name="connsiteX0" fmla="*/ 3408 w 6343"/>
                  <a:gd name="connsiteY0" fmla="*/ 6471 h 6345"/>
                  <a:gd name="connsiteX1" fmla="*/ 5651 w 6343"/>
                  <a:gd name="connsiteY1" fmla="*/ 5541 h 6345"/>
                  <a:gd name="connsiteX2" fmla="*/ 6580 w 6343"/>
                  <a:gd name="connsiteY2" fmla="*/ 3298 h 6345"/>
                  <a:gd name="connsiteX3" fmla="*/ 5651 w 6343"/>
                  <a:gd name="connsiteY3" fmla="*/ 1054 h 6345"/>
                  <a:gd name="connsiteX4" fmla="*/ 3408 w 6343"/>
                  <a:gd name="connsiteY4" fmla="*/ 125 h 6345"/>
                  <a:gd name="connsiteX5" fmla="*/ 1165 w 6343"/>
                  <a:gd name="connsiteY5" fmla="*/ 1054 h 6345"/>
                  <a:gd name="connsiteX6" fmla="*/ 236 w 6343"/>
                  <a:gd name="connsiteY6" fmla="*/ 3298 h 6345"/>
                  <a:gd name="connsiteX7" fmla="*/ 1165 w 6343"/>
                  <a:gd name="connsiteY7" fmla="*/ 5541 h 6345"/>
                  <a:gd name="connsiteX8" fmla="*/ 3408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1"/>
                    </a:moveTo>
                    <a:cubicBezTo>
                      <a:pt x="4249" y="6471"/>
                      <a:pt x="5056" y="6136"/>
                      <a:pt x="5651" y="5541"/>
                    </a:cubicBezTo>
                    <a:cubicBezTo>
                      <a:pt x="6245" y="4946"/>
                      <a:pt x="6580" y="4139"/>
                      <a:pt x="6580" y="3298"/>
                    </a:cubicBezTo>
                    <a:cubicBezTo>
                      <a:pt x="6580" y="2456"/>
                      <a:pt x="6245" y="1649"/>
                      <a:pt x="5651" y="1054"/>
                    </a:cubicBezTo>
                    <a:cubicBezTo>
                      <a:pt x="5056" y="459"/>
                      <a:pt x="4249" y="125"/>
                      <a:pt x="3408" y="125"/>
                    </a:cubicBezTo>
                    <a:cubicBezTo>
                      <a:pt x="2567" y="125"/>
                      <a:pt x="1760" y="459"/>
                      <a:pt x="1165" y="1054"/>
                    </a:cubicBezTo>
                    <a:cubicBezTo>
                      <a:pt x="571" y="1649"/>
                      <a:pt x="236" y="2456"/>
                      <a:pt x="236" y="3298"/>
                    </a:cubicBezTo>
                    <a:cubicBezTo>
                      <a:pt x="236" y="4139"/>
                      <a:pt x="571" y="4946"/>
                      <a:pt x="1165" y="5541"/>
                    </a:cubicBezTo>
                    <a:cubicBezTo>
                      <a:pt x="1760" y="6136"/>
                      <a:pt x="2567" y="6471"/>
                      <a:pt x="3408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50" name="Freeform: Shape 15449">
                <a:extLst>
                  <a:ext uri="{FF2B5EF4-FFF2-40B4-BE49-F238E27FC236}">
                    <a16:creationId xmlns:a16="http://schemas.microsoft.com/office/drawing/2014/main" id="{DD2581D9-B917-CFB7-2D91-45962D5D7B0F}"/>
                  </a:ext>
                </a:extLst>
              </p:cNvPr>
              <p:cNvSpPr/>
              <p:nvPr/>
            </p:nvSpPr>
            <p:spPr>
              <a:xfrm>
                <a:off x="9425523" y="5167167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51" name="Freeform: Shape 15450">
                <a:extLst>
                  <a:ext uri="{FF2B5EF4-FFF2-40B4-BE49-F238E27FC236}">
                    <a16:creationId xmlns:a16="http://schemas.microsoft.com/office/drawing/2014/main" id="{758BA933-9E1D-6A07-3B61-4755D8A346E1}"/>
                  </a:ext>
                </a:extLst>
              </p:cNvPr>
              <p:cNvSpPr/>
              <p:nvPr/>
            </p:nvSpPr>
            <p:spPr>
              <a:xfrm>
                <a:off x="9426361" y="5167473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52" name="Freeform: Shape 15451">
                <a:extLst>
                  <a:ext uri="{FF2B5EF4-FFF2-40B4-BE49-F238E27FC236}">
                    <a16:creationId xmlns:a16="http://schemas.microsoft.com/office/drawing/2014/main" id="{14E6B2DB-D386-56E8-E64F-8F01E0C0A7FA}"/>
                  </a:ext>
                </a:extLst>
              </p:cNvPr>
              <p:cNvSpPr/>
              <p:nvPr/>
            </p:nvSpPr>
            <p:spPr>
              <a:xfrm>
                <a:off x="9427381" y="5169165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1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53" name="Freeform: Shape 15452">
                <a:extLst>
                  <a:ext uri="{FF2B5EF4-FFF2-40B4-BE49-F238E27FC236}">
                    <a16:creationId xmlns:a16="http://schemas.microsoft.com/office/drawing/2014/main" id="{89C45C62-571E-30DE-AC46-8B3A9F54D22C}"/>
                  </a:ext>
                </a:extLst>
              </p:cNvPr>
              <p:cNvSpPr/>
              <p:nvPr/>
            </p:nvSpPr>
            <p:spPr>
              <a:xfrm>
                <a:off x="9428046" y="5168282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10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54" name="Freeform: Shape 15453">
                <a:extLst>
                  <a:ext uri="{FF2B5EF4-FFF2-40B4-BE49-F238E27FC236}">
                    <a16:creationId xmlns:a16="http://schemas.microsoft.com/office/drawing/2014/main" id="{E1E393A2-F6BC-6406-1140-E53E5B791F7B}"/>
                  </a:ext>
                </a:extLst>
              </p:cNvPr>
              <p:cNvSpPr/>
              <p:nvPr/>
            </p:nvSpPr>
            <p:spPr>
              <a:xfrm>
                <a:off x="9428832" y="5168304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10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55" name="Freeform: Shape 15454">
                <a:extLst>
                  <a:ext uri="{FF2B5EF4-FFF2-40B4-BE49-F238E27FC236}">
                    <a16:creationId xmlns:a16="http://schemas.microsoft.com/office/drawing/2014/main" id="{2B9B80AF-321F-EBDD-0C1F-665758571D82}"/>
                  </a:ext>
                </a:extLst>
              </p:cNvPr>
              <p:cNvSpPr/>
              <p:nvPr/>
            </p:nvSpPr>
            <p:spPr>
              <a:xfrm>
                <a:off x="9438917" y="5168009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0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56" name="Freeform: Shape 15455">
                <a:extLst>
                  <a:ext uri="{FF2B5EF4-FFF2-40B4-BE49-F238E27FC236}">
                    <a16:creationId xmlns:a16="http://schemas.microsoft.com/office/drawing/2014/main" id="{057551C8-40F5-5D90-4596-B987B49957B8}"/>
                  </a:ext>
                </a:extLst>
              </p:cNvPr>
              <p:cNvSpPr/>
              <p:nvPr/>
            </p:nvSpPr>
            <p:spPr>
              <a:xfrm>
                <a:off x="9439683" y="5167797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0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57" name="Freeform: Shape 15456">
                <a:extLst>
                  <a:ext uri="{FF2B5EF4-FFF2-40B4-BE49-F238E27FC236}">
                    <a16:creationId xmlns:a16="http://schemas.microsoft.com/office/drawing/2014/main" id="{F43F27F4-310E-232E-30A2-67C70971E413}"/>
                  </a:ext>
                </a:extLst>
              </p:cNvPr>
              <p:cNvSpPr/>
              <p:nvPr/>
            </p:nvSpPr>
            <p:spPr>
              <a:xfrm>
                <a:off x="9440452" y="5167589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1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58" name="Freeform: Shape 15457">
                <a:extLst>
                  <a:ext uri="{FF2B5EF4-FFF2-40B4-BE49-F238E27FC236}">
                    <a16:creationId xmlns:a16="http://schemas.microsoft.com/office/drawing/2014/main" id="{54C643CE-7BBF-2F92-54A5-11082D016615}"/>
                  </a:ext>
                </a:extLst>
              </p:cNvPr>
              <p:cNvSpPr/>
              <p:nvPr/>
            </p:nvSpPr>
            <p:spPr>
              <a:xfrm>
                <a:off x="9441208" y="5166780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1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59" name="Freeform: Shape 15458">
                <a:extLst>
                  <a:ext uri="{FF2B5EF4-FFF2-40B4-BE49-F238E27FC236}">
                    <a16:creationId xmlns:a16="http://schemas.microsoft.com/office/drawing/2014/main" id="{EB6BF0A0-19AF-DC66-47ED-679085E2A398}"/>
                  </a:ext>
                </a:extLst>
              </p:cNvPr>
              <p:cNvSpPr/>
              <p:nvPr/>
            </p:nvSpPr>
            <p:spPr>
              <a:xfrm>
                <a:off x="9441985" y="5166581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60" name="Freeform: Shape 15459">
                <a:extLst>
                  <a:ext uri="{FF2B5EF4-FFF2-40B4-BE49-F238E27FC236}">
                    <a16:creationId xmlns:a16="http://schemas.microsoft.com/office/drawing/2014/main" id="{34E677D8-EFB9-A0B8-4D8A-50F27B0EEA5E}"/>
                  </a:ext>
                </a:extLst>
              </p:cNvPr>
              <p:cNvSpPr/>
              <p:nvPr/>
            </p:nvSpPr>
            <p:spPr>
              <a:xfrm>
                <a:off x="9442765" y="5166387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61" name="Freeform: Shape 15460">
                <a:extLst>
                  <a:ext uri="{FF2B5EF4-FFF2-40B4-BE49-F238E27FC236}">
                    <a16:creationId xmlns:a16="http://schemas.microsoft.com/office/drawing/2014/main" id="{8CF0808F-1CFE-A627-F629-058029C446FD}"/>
                  </a:ext>
                </a:extLst>
              </p:cNvPr>
              <p:cNvSpPr/>
              <p:nvPr/>
            </p:nvSpPr>
            <p:spPr>
              <a:xfrm>
                <a:off x="9443550" y="5166743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62" name="Freeform: Shape 15461">
                <a:extLst>
                  <a:ext uri="{FF2B5EF4-FFF2-40B4-BE49-F238E27FC236}">
                    <a16:creationId xmlns:a16="http://schemas.microsoft.com/office/drawing/2014/main" id="{D9DFC330-3202-2899-3408-4D7F77443701}"/>
                  </a:ext>
                </a:extLst>
              </p:cNvPr>
              <p:cNvSpPr/>
              <p:nvPr/>
            </p:nvSpPr>
            <p:spPr>
              <a:xfrm>
                <a:off x="9444330" y="5167528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63" name="Freeform: Shape 15462">
                <a:extLst>
                  <a:ext uri="{FF2B5EF4-FFF2-40B4-BE49-F238E27FC236}">
                    <a16:creationId xmlns:a16="http://schemas.microsoft.com/office/drawing/2014/main" id="{E373FAED-E354-13EC-D023-150A093EF98C}"/>
                  </a:ext>
                </a:extLst>
              </p:cNvPr>
              <p:cNvSpPr/>
              <p:nvPr/>
            </p:nvSpPr>
            <p:spPr>
              <a:xfrm>
                <a:off x="9450537" y="5167617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64" name="Freeform: Shape 15463">
                <a:extLst>
                  <a:ext uri="{FF2B5EF4-FFF2-40B4-BE49-F238E27FC236}">
                    <a16:creationId xmlns:a16="http://schemas.microsoft.com/office/drawing/2014/main" id="{31DFF208-8B31-96C8-CF90-7EB9A43CFF37}"/>
                  </a:ext>
                </a:extLst>
              </p:cNvPr>
              <p:cNvSpPr/>
              <p:nvPr/>
            </p:nvSpPr>
            <p:spPr>
              <a:xfrm>
                <a:off x="9452254" y="5164982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3"/>
                      <a:pt x="3411" y="133"/>
                    </a:cubicBezTo>
                    <a:cubicBezTo>
                      <a:pt x="2570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65" name="Freeform: Shape 15464">
                <a:extLst>
                  <a:ext uri="{FF2B5EF4-FFF2-40B4-BE49-F238E27FC236}">
                    <a16:creationId xmlns:a16="http://schemas.microsoft.com/office/drawing/2014/main" id="{390E2642-F5DA-2961-0FB9-7E1A5D1C3A00}"/>
                  </a:ext>
                </a:extLst>
              </p:cNvPr>
              <p:cNvSpPr/>
              <p:nvPr/>
            </p:nvSpPr>
            <p:spPr>
              <a:xfrm>
                <a:off x="9453094" y="5164308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3"/>
                      <a:pt x="3412" y="133"/>
                    </a:cubicBezTo>
                    <a:cubicBezTo>
                      <a:pt x="2570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66" name="Freeform: Shape 15465">
                <a:extLst>
                  <a:ext uri="{FF2B5EF4-FFF2-40B4-BE49-F238E27FC236}">
                    <a16:creationId xmlns:a16="http://schemas.microsoft.com/office/drawing/2014/main" id="{4C7BBECE-4069-F54B-6625-18944C1439DD}"/>
                  </a:ext>
                </a:extLst>
              </p:cNvPr>
              <p:cNvSpPr/>
              <p:nvPr/>
            </p:nvSpPr>
            <p:spPr>
              <a:xfrm>
                <a:off x="9454893" y="5161829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67" name="Freeform: Shape 15466">
                <a:extLst>
                  <a:ext uri="{FF2B5EF4-FFF2-40B4-BE49-F238E27FC236}">
                    <a16:creationId xmlns:a16="http://schemas.microsoft.com/office/drawing/2014/main" id="{1B0B3B2F-8A6B-7808-19ED-FEE06FF85BE4}"/>
                  </a:ext>
                </a:extLst>
              </p:cNvPr>
              <p:cNvSpPr/>
              <p:nvPr/>
            </p:nvSpPr>
            <p:spPr>
              <a:xfrm>
                <a:off x="9455771" y="5161112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68" name="Freeform: Shape 15467">
                <a:extLst>
                  <a:ext uri="{FF2B5EF4-FFF2-40B4-BE49-F238E27FC236}">
                    <a16:creationId xmlns:a16="http://schemas.microsoft.com/office/drawing/2014/main" id="{131C290B-04DD-B544-67C9-AFC376A68F2C}"/>
                  </a:ext>
                </a:extLst>
              </p:cNvPr>
              <p:cNvSpPr/>
              <p:nvPr/>
            </p:nvSpPr>
            <p:spPr>
              <a:xfrm>
                <a:off x="9456597" y="5161064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69" name="Freeform: Shape 15468">
                <a:extLst>
                  <a:ext uri="{FF2B5EF4-FFF2-40B4-BE49-F238E27FC236}">
                    <a16:creationId xmlns:a16="http://schemas.microsoft.com/office/drawing/2014/main" id="{666D1B31-F787-324F-34E2-9FB69E86C7F5}"/>
                  </a:ext>
                </a:extLst>
              </p:cNvPr>
              <p:cNvSpPr/>
              <p:nvPr/>
            </p:nvSpPr>
            <p:spPr>
              <a:xfrm>
                <a:off x="9457370" y="5161563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70" name="Freeform: Shape 15469">
                <a:extLst>
                  <a:ext uri="{FF2B5EF4-FFF2-40B4-BE49-F238E27FC236}">
                    <a16:creationId xmlns:a16="http://schemas.microsoft.com/office/drawing/2014/main" id="{B94C641C-C9E4-5455-FBFE-39AF3E46C431}"/>
                  </a:ext>
                </a:extLst>
              </p:cNvPr>
              <p:cNvSpPr/>
              <p:nvPr/>
            </p:nvSpPr>
            <p:spPr>
              <a:xfrm>
                <a:off x="9458176" y="5161706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3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71" name="Freeform: Shape 15470">
                <a:extLst>
                  <a:ext uri="{FF2B5EF4-FFF2-40B4-BE49-F238E27FC236}">
                    <a16:creationId xmlns:a16="http://schemas.microsoft.com/office/drawing/2014/main" id="{C26505D5-8968-C287-0F64-2418E48C31CF}"/>
                  </a:ext>
                </a:extLst>
              </p:cNvPr>
              <p:cNvSpPr/>
              <p:nvPr/>
            </p:nvSpPr>
            <p:spPr>
              <a:xfrm>
                <a:off x="9459777" y="5162066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5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72" name="Freeform: Shape 15471">
                <a:extLst>
                  <a:ext uri="{FF2B5EF4-FFF2-40B4-BE49-F238E27FC236}">
                    <a16:creationId xmlns:a16="http://schemas.microsoft.com/office/drawing/2014/main" id="{F65A0CE1-467A-A1E8-F38B-84CB5D6C8FF1}"/>
                  </a:ext>
                </a:extLst>
              </p:cNvPr>
              <p:cNvSpPr/>
              <p:nvPr/>
            </p:nvSpPr>
            <p:spPr>
              <a:xfrm>
                <a:off x="9460259" y="5164807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1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6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73" name="Freeform: Shape 15472">
                <a:extLst>
                  <a:ext uri="{FF2B5EF4-FFF2-40B4-BE49-F238E27FC236}">
                    <a16:creationId xmlns:a16="http://schemas.microsoft.com/office/drawing/2014/main" id="{77543D92-90BA-F433-3338-FBBD1EEB4631}"/>
                  </a:ext>
                </a:extLst>
              </p:cNvPr>
              <p:cNvSpPr/>
              <p:nvPr/>
            </p:nvSpPr>
            <p:spPr>
              <a:xfrm>
                <a:off x="9522503" y="5052385"/>
                <a:ext cx="6343" cy="6345"/>
              </a:xfrm>
              <a:custGeom>
                <a:avLst/>
                <a:gdLst>
                  <a:gd name="connsiteX0" fmla="*/ 3417 w 6343"/>
                  <a:gd name="connsiteY0" fmla="*/ 6469 h 6345"/>
                  <a:gd name="connsiteX1" fmla="*/ 5660 w 6343"/>
                  <a:gd name="connsiteY1" fmla="*/ 5540 h 6345"/>
                  <a:gd name="connsiteX2" fmla="*/ 6589 w 6343"/>
                  <a:gd name="connsiteY2" fmla="*/ 3297 h 6345"/>
                  <a:gd name="connsiteX3" fmla="*/ 5660 w 6343"/>
                  <a:gd name="connsiteY3" fmla="*/ 1053 h 6345"/>
                  <a:gd name="connsiteX4" fmla="*/ 3417 w 6343"/>
                  <a:gd name="connsiteY4" fmla="*/ 124 h 6345"/>
                  <a:gd name="connsiteX5" fmla="*/ 1174 w 6343"/>
                  <a:gd name="connsiteY5" fmla="*/ 1053 h 6345"/>
                  <a:gd name="connsiteX6" fmla="*/ 245 w 6343"/>
                  <a:gd name="connsiteY6" fmla="*/ 3297 h 6345"/>
                  <a:gd name="connsiteX7" fmla="*/ 1174 w 6343"/>
                  <a:gd name="connsiteY7" fmla="*/ 5540 h 6345"/>
                  <a:gd name="connsiteX8" fmla="*/ 3417 w 6343"/>
                  <a:gd name="connsiteY8" fmla="*/ 646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69"/>
                    </a:moveTo>
                    <a:cubicBezTo>
                      <a:pt x="4258" y="6469"/>
                      <a:pt x="5065" y="6135"/>
                      <a:pt x="5660" y="5540"/>
                    </a:cubicBezTo>
                    <a:cubicBezTo>
                      <a:pt x="6254" y="4945"/>
                      <a:pt x="6589" y="4138"/>
                      <a:pt x="6589" y="3297"/>
                    </a:cubicBezTo>
                    <a:cubicBezTo>
                      <a:pt x="6589" y="2455"/>
                      <a:pt x="6254" y="1648"/>
                      <a:pt x="5660" y="1053"/>
                    </a:cubicBezTo>
                    <a:cubicBezTo>
                      <a:pt x="5065" y="458"/>
                      <a:pt x="4258" y="124"/>
                      <a:pt x="3417" y="124"/>
                    </a:cubicBezTo>
                    <a:cubicBezTo>
                      <a:pt x="2576" y="124"/>
                      <a:pt x="1769" y="458"/>
                      <a:pt x="1174" y="1053"/>
                    </a:cubicBezTo>
                    <a:cubicBezTo>
                      <a:pt x="580" y="1648"/>
                      <a:pt x="245" y="2455"/>
                      <a:pt x="245" y="3297"/>
                    </a:cubicBezTo>
                    <a:cubicBezTo>
                      <a:pt x="245" y="4138"/>
                      <a:pt x="580" y="4945"/>
                      <a:pt x="1174" y="5540"/>
                    </a:cubicBezTo>
                    <a:cubicBezTo>
                      <a:pt x="1769" y="6135"/>
                      <a:pt x="2576" y="6469"/>
                      <a:pt x="3417" y="6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74" name="Freeform: Shape 15473">
                <a:extLst>
                  <a:ext uri="{FF2B5EF4-FFF2-40B4-BE49-F238E27FC236}">
                    <a16:creationId xmlns:a16="http://schemas.microsoft.com/office/drawing/2014/main" id="{31F5DB9B-0CEB-4DBF-CAF1-3BA7CB163B0E}"/>
                  </a:ext>
                </a:extLst>
              </p:cNvPr>
              <p:cNvSpPr/>
              <p:nvPr/>
            </p:nvSpPr>
            <p:spPr>
              <a:xfrm>
                <a:off x="9510758" y="5157848"/>
                <a:ext cx="6343" cy="6345"/>
              </a:xfrm>
              <a:custGeom>
                <a:avLst/>
                <a:gdLst>
                  <a:gd name="connsiteX0" fmla="*/ 3416 w 6343"/>
                  <a:gd name="connsiteY0" fmla="*/ 6478 h 6345"/>
                  <a:gd name="connsiteX1" fmla="*/ 5659 w 6343"/>
                  <a:gd name="connsiteY1" fmla="*/ 5548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6 w 6343"/>
                  <a:gd name="connsiteY4" fmla="*/ 132 h 6345"/>
                  <a:gd name="connsiteX5" fmla="*/ 1173 w 6343"/>
                  <a:gd name="connsiteY5" fmla="*/ 1062 h 6345"/>
                  <a:gd name="connsiteX6" fmla="*/ 244 w 6343"/>
                  <a:gd name="connsiteY6" fmla="*/ 3305 h 6345"/>
                  <a:gd name="connsiteX7" fmla="*/ 1173 w 6343"/>
                  <a:gd name="connsiteY7" fmla="*/ 5548 h 6345"/>
                  <a:gd name="connsiteX8" fmla="*/ 341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8"/>
                    </a:moveTo>
                    <a:cubicBezTo>
                      <a:pt x="4257" y="6478"/>
                      <a:pt x="5064" y="6143"/>
                      <a:pt x="5659" y="5548"/>
                    </a:cubicBezTo>
                    <a:cubicBezTo>
                      <a:pt x="6253" y="4953"/>
                      <a:pt x="6588" y="4146"/>
                      <a:pt x="6588" y="3305"/>
                    </a:cubicBezTo>
                    <a:cubicBezTo>
                      <a:pt x="6588" y="2464"/>
                      <a:pt x="6253" y="1656"/>
                      <a:pt x="5659" y="1062"/>
                    </a:cubicBezTo>
                    <a:cubicBezTo>
                      <a:pt x="5064" y="467"/>
                      <a:pt x="4257" y="132"/>
                      <a:pt x="3416" y="132"/>
                    </a:cubicBezTo>
                    <a:cubicBezTo>
                      <a:pt x="2575" y="132"/>
                      <a:pt x="1768" y="467"/>
                      <a:pt x="1173" y="1062"/>
                    </a:cubicBezTo>
                    <a:cubicBezTo>
                      <a:pt x="579" y="1656"/>
                      <a:pt x="244" y="2464"/>
                      <a:pt x="244" y="3305"/>
                    </a:cubicBezTo>
                    <a:cubicBezTo>
                      <a:pt x="244" y="4146"/>
                      <a:pt x="579" y="4953"/>
                      <a:pt x="1173" y="5548"/>
                    </a:cubicBezTo>
                    <a:cubicBezTo>
                      <a:pt x="1768" y="6143"/>
                      <a:pt x="2575" y="6478"/>
                      <a:pt x="341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75" name="Freeform: Shape 15474">
                <a:extLst>
                  <a:ext uri="{FF2B5EF4-FFF2-40B4-BE49-F238E27FC236}">
                    <a16:creationId xmlns:a16="http://schemas.microsoft.com/office/drawing/2014/main" id="{DBE6CC34-AF9D-9495-9367-968B94E86CDD}"/>
                  </a:ext>
                </a:extLst>
              </p:cNvPr>
              <p:cNvSpPr/>
              <p:nvPr/>
            </p:nvSpPr>
            <p:spPr>
              <a:xfrm>
                <a:off x="9514681" y="5169763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76" name="Freeform: Shape 15475">
                <a:extLst>
                  <a:ext uri="{FF2B5EF4-FFF2-40B4-BE49-F238E27FC236}">
                    <a16:creationId xmlns:a16="http://schemas.microsoft.com/office/drawing/2014/main" id="{042F63F8-3DAB-DCDF-10D8-0B1412768F0D}"/>
                  </a:ext>
                </a:extLst>
              </p:cNvPr>
              <p:cNvSpPr/>
              <p:nvPr/>
            </p:nvSpPr>
            <p:spPr>
              <a:xfrm>
                <a:off x="9524001" y="5164652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6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5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77" name="Freeform: Shape 15476">
                <a:extLst>
                  <a:ext uri="{FF2B5EF4-FFF2-40B4-BE49-F238E27FC236}">
                    <a16:creationId xmlns:a16="http://schemas.microsoft.com/office/drawing/2014/main" id="{EEFB91B1-6954-29F4-AB85-46B2D7A5441E}"/>
                  </a:ext>
                </a:extLst>
              </p:cNvPr>
              <p:cNvSpPr/>
              <p:nvPr/>
            </p:nvSpPr>
            <p:spPr>
              <a:xfrm>
                <a:off x="9525530" y="5163962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78" name="Freeform: Shape 15477">
                <a:extLst>
                  <a:ext uri="{FF2B5EF4-FFF2-40B4-BE49-F238E27FC236}">
                    <a16:creationId xmlns:a16="http://schemas.microsoft.com/office/drawing/2014/main" id="{3D3BC349-F8E1-4A8F-FCD1-C528698DF5A5}"/>
                  </a:ext>
                </a:extLst>
              </p:cNvPr>
              <p:cNvSpPr/>
              <p:nvPr/>
            </p:nvSpPr>
            <p:spPr>
              <a:xfrm>
                <a:off x="9526488" y="5164207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79" name="Freeform: Shape 15478">
                <a:extLst>
                  <a:ext uri="{FF2B5EF4-FFF2-40B4-BE49-F238E27FC236}">
                    <a16:creationId xmlns:a16="http://schemas.microsoft.com/office/drawing/2014/main" id="{6C99E767-B605-5B02-4C48-D5670BCC0073}"/>
                  </a:ext>
                </a:extLst>
              </p:cNvPr>
              <p:cNvSpPr/>
              <p:nvPr/>
            </p:nvSpPr>
            <p:spPr>
              <a:xfrm>
                <a:off x="9530029" y="5163971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80" name="Freeform: Shape 15479">
                <a:extLst>
                  <a:ext uri="{FF2B5EF4-FFF2-40B4-BE49-F238E27FC236}">
                    <a16:creationId xmlns:a16="http://schemas.microsoft.com/office/drawing/2014/main" id="{C4D267EC-EE47-F8F1-F063-5B1B585B1947}"/>
                  </a:ext>
                </a:extLst>
              </p:cNvPr>
              <p:cNvSpPr/>
              <p:nvPr/>
            </p:nvSpPr>
            <p:spPr>
              <a:xfrm>
                <a:off x="9530422" y="5165104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81" name="Freeform: Shape 15480">
                <a:extLst>
                  <a:ext uri="{FF2B5EF4-FFF2-40B4-BE49-F238E27FC236}">
                    <a16:creationId xmlns:a16="http://schemas.microsoft.com/office/drawing/2014/main" id="{61B00234-530A-E53C-2370-F9C1870DA192}"/>
                  </a:ext>
                </a:extLst>
              </p:cNvPr>
              <p:cNvSpPr/>
              <p:nvPr/>
            </p:nvSpPr>
            <p:spPr>
              <a:xfrm>
                <a:off x="9530973" y="5165985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82" name="Freeform: Shape 15481">
                <a:extLst>
                  <a:ext uri="{FF2B5EF4-FFF2-40B4-BE49-F238E27FC236}">
                    <a16:creationId xmlns:a16="http://schemas.microsoft.com/office/drawing/2014/main" id="{851E215C-6694-EB63-028B-4AFBF4E8B786}"/>
                  </a:ext>
                </a:extLst>
              </p:cNvPr>
              <p:cNvSpPr/>
              <p:nvPr/>
            </p:nvSpPr>
            <p:spPr>
              <a:xfrm>
                <a:off x="9536914" y="5172263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5 w 6343"/>
                  <a:gd name="connsiteY5" fmla="*/ 1063 h 6345"/>
                  <a:gd name="connsiteX6" fmla="*/ 247 w 6343"/>
                  <a:gd name="connsiteY6" fmla="*/ 3306 h 6345"/>
                  <a:gd name="connsiteX7" fmla="*/ 1175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50"/>
                    </a:cubicBezTo>
                    <a:cubicBezTo>
                      <a:pt x="6255" y="4955"/>
                      <a:pt x="6590" y="4148"/>
                      <a:pt x="6590" y="3306"/>
                    </a:cubicBezTo>
                    <a:cubicBezTo>
                      <a:pt x="6590" y="2465"/>
                      <a:pt x="6255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5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5" y="5550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83" name="Freeform: Shape 15482">
                <a:extLst>
                  <a:ext uri="{FF2B5EF4-FFF2-40B4-BE49-F238E27FC236}">
                    <a16:creationId xmlns:a16="http://schemas.microsoft.com/office/drawing/2014/main" id="{21584567-277D-EAA7-31FC-4EC2B466626D}"/>
                  </a:ext>
                </a:extLst>
              </p:cNvPr>
              <p:cNvSpPr/>
              <p:nvPr/>
            </p:nvSpPr>
            <p:spPr>
              <a:xfrm>
                <a:off x="9537770" y="517268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84" name="Freeform: Shape 15483">
                <a:extLst>
                  <a:ext uri="{FF2B5EF4-FFF2-40B4-BE49-F238E27FC236}">
                    <a16:creationId xmlns:a16="http://schemas.microsoft.com/office/drawing/2014/main" id="{446CB606-C6DB-42AA-BFBF-78A3D3DA39DC}"/>
                  </a:ext>
                </a:extLst>
              </p:cNvPr>
              <p:cNvSpPr/>
              <p:nvPr/>
            </p:nvSpPr>
            <p:spPr>
              <a:xfrm>
                <a:off x="9538736" y="5172978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85" name="Freeform: Shape 15484">
                <a:extLst>
                  <a:ext uri="{FF2B5EF4-FFF2-40B4-BE49-F238E27FC236}">
                    <a16:creationId xmlns:a16="http://schemas.microsoft.com/office/drawing/2014/main" id="{1CEC58B7-43F3-44CA-8404-0A070A02DCF4}"/>
                  </a:ext>
                </a:extLst>
              </p:cNvPr>
              <p:cNvSpPr/>
              <p:nvPr/>
            </p:nvSpPr>
            <p:spPr>
              <a:xfrm>
                <a:off x="9539777" y="5173180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86" name="Freeform: Shape 15485">
                <a:extLst>
                  <a:ext uri="{FF2B5EF4-FFF2-40B4-BE49-F238E27FC236}">
                    <a16:creationId xmlns:a16="http://schemas.microsoft.com/office/drawing/2014/main" id="{5CA9F8E5-9758-321D-3B6F-10144B9419A6}"/>
                  </a:ext>
                </a:extLst>
              </p:cNvPr>
              <p:cNvSpPr/>
              <p:nvPr/>
            </p:nvSpPr>
            <p:spPr>
              <a:xfrm>
                <a:off x="9540894" y="517329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87" name="Freeform: Shape 15486">
                <a:extLst>
                  <a:ext uri="{FF2B5EF4-FFF2-40B4-BE49-F238E27FC236}">
                    <a16:creationId xmlns:a16="http://schemas.microsoft.com/office/drawing/2014/main" id="{39D737B3-5284-AAFD-1A3A-96AEDE256DDE}"/>
                  </a:ext>
                </a:extLst>
              </p:cNvPr>
              <p:cNvSpPr/>
              <p:nvPr/>
            </p:nvSpPr>
            <p:spPr>
              <a:xfrm>
                <a:off x="9541900" y="517356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88" name="Freeform: Shape 15487">
                <a:extLst>
                  <a:ext uri="{FF2B5EF4-FFF2-40B4-BE49-F238E27FC236}">
                    <a16:creationId xmlns:a16="http://schemas.microsoft.com/office/drawing/2014/main" id="{2E8B8F3B-4DAA-917E-AAD9-44142D8EED16}"/>
                  </a:ext>
                </a:extLst>
              </p:cNvPr>
              <p:cNvSpPr/>
              <p:nvPr/>
            </p:nvSpPr>
            <p:spPr>
              <a:xfrm>
                <a:off x="9543136" y="517355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89" name="Freeform: Shape 15488">
                <a:extLst>
                  <a:ext uri="{FF2B5EF4-FFF2-40B4-BE49-F238E27FC236}">
                    <a16:creationId xmlns:a16="http://schemas.microsoft.com/office/drawing/2014/main" id="{16C299DC-9432-10C0-A2BA-BB9A72A6D97F}"/>
                  </a:ext>
                </a:extLst>
              </p:cNvPr>
              <p:cNvSpPr/>
              <p:nvPr/>
            </p:nvSpPr>
            <p:spPr>
              <a:xfrm>
                <a:off x="9544299" y="517364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90" name="Freeform: Shape 15489">
                <a:extLst>
                  <a:ext uri="{FF2B5EF4-FFF2-40B4-BE49-F238E27FC236}">
                    <a16:creationId xmlns:a16="http://schemas.microsoft.com/office/drawing/2014/main" id="{8C33F81D-B455-BD1C-A137-06983D9AFB2D}"/>
                  </a:ext>
                </a:extLst>
              </p:cNvPr>
              <p:cNvSpPr/>
              <p:nvPr/>
            </p:nvSpPr>
            <p:spPr>
              <a:xfrm>
                <a:off x="9545581" y="517361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91" name="Freeform: Shape 15490">
                <a:extLst>
                  <a:ext uri="{FF2B5EF4-FFF2-40B4-BE49-F238E27FC236}">
                    <a16:creationId xmlns:a16="http://schemas.microsoft.com/office/drawing/2014/main" id="{6F92CCB3-001F-556E-3030-6955AE9D4E02}"/>
                  </a:ext>
                </a:extLst>
              </p:cNvPr>
              <p:cNvSpPr/>
              <p:nvPr/>
            </p:nvSpPr>
            <p:spPr>
              <a:xfrm>
                <a:off x="9546710" y="517377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0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2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92" name="Freeform: Shape 15491">
                <a:extLst>
                  <a:ext uri="{FF2B5EF4-FFF2-40B4-BE49-F238E27FC236}">
                    <a16:creationId xmlns:a16="http://schemas.microsoft.com/office/drawing/2014/main" id="{C15E9693-B48C-D966-C9BC-DD0D37B47682}"/>
                  </a:ext>
                </a:extLst>
              </p:cNvPr>
              <p:cNvSpPr/>
              <p:nvPr/>
            </p:nvSpPr>
            <p:spPr>
              <a:xfrm>
                <a:off x="9547959" y="517381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93" name="Freeform: Shape 15492">
                <a:extLst>
                  <a:ext uri="{FF2B5EF4-FFF2-40B4-BE49-F238E27FC236}">
                    <a16:creationId xmlns:a16="http://schemas.microsoft.com/office/drawing/2014/main" id="{36576F4A-8D28-3CF6-2ADA-570B7E4D110F}"/>
                  </a:ext>
                </a:extLst>
              </p:cNvPr>
              <p:cNvSpPr/>
              <p:nvPr/>
            </p:nvSpPr>
            <p:spPr>
              <a:xfrm>
                <a:off x="9549372" y="517367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94" name="Freeform: Shape 15493">
                <a:extLst>
                  <a:ext uri="{FF2B5EF4-FFF2-40B4-BE49-F238E27FC236}">
                    <a16:creationId xmlns:a16="http://schemas.microsoft.com/office/drawing/2014/main" id="{C475B485-CDFF-D648-C750-3E0ADB871523}"/>
                  </a:ext>
                </a:extLst>
              </p:cNvPr>
              <p:cNvSpPr/>
              <p:nvPr/>
            </p:nvSpPr>
            <p:spPr>
              <a:xfrm>
                <a:off x="9550709" y="517364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95" name="Freeform: Shape 15494">
                <a:extLst>
                  <a:ext uri="{FF2B5EF4-FFF2-40B4-BE49-F238E27FC236}">
                    <a16:creationId xmlns:a16="http://schemas.microsoft.com/office/drawing/2014/main" id="{4CADD43E-E25A-61F7-966E-366F5828B6E4}"/>
                  </a:ext>
                </a:extLst>
              </p:cNvPr>
              <p:cNvSpPr/>
              <p:nvPr/>
            </p:nvSpPr>
            <p:spPr>
              <a:xfrm>
                <a:off x="9551930" y="517375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96" name="Freeform: Shape 15495">
                <a:extLst>
                  <a:ext uri="{FF2B5EF4-FFF2-40B4-BE49-F238E27FC236}">
                    <a16:creationId xmlns:a16="http://schemas.microsoft.com/office/drawing/2014/main" id="{FFC1E387-23E2-15F5-9A76-06538F98D2C4}"/>
                  </a:ext>
                </a:extLst>
              </p:cNvPr>
              <p:cNvSpPr/>
              <p:nvPr/>
            </p:nvSpPr>
            <p:spPr>
              <a:xfrm>
                <a:off x="9553276" y="517374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4"/>
                      <a:pt x="3419" y="134"/>
                    </a:cubicBezTo>
                    <a:cubicBezTo>
                      <a:pt x="2578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97" name="Freeform: Shape 15496">
                <a:extLst>
                  <a:ext uri="{FF2B5EF4-FFF2-40B4-BE49-F238E27FC236}">
                    <a16:creationId xmlns:a16="http://schemas.microsoft.com/office/drawing/2014/main" id="{4A2BD7D1-9E31-D226-55F2-C6411123A2B6}"/>
                  </a:ext>
                </a:extLst>
              </p:cNvPr>
              <p:cNvSpPr/>
              <p:nvPr/>
            </p:nvSpPr>
            <p:spPr>
              <a:xfrm>
                <a:off x="9554543" y="517383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4"/>
                      <a:pt x="3420" y="134"/>
                    </a:cubicBezTo>
                    <a:cubicBezTo>
                      <a:pt x="2578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98" name="Freeform: Shape 15497">
                <a:extLst>
                  <a:ext uri="{FF2B5EF4-FFF2-40B4-BE49-F238E27FC236}">
                    <a16:creationId xmlns:a16="http://schemas.microsoft.com/office/drawing/2014/main" id="{E1F5811C-4FEC-7848-A0E5-5D7C78132199}"/>
                  </a:ext>
                </a:extLst>
              </p:cNvPr>
              <p:cNvSpPr/>
              <p:nvPr/>
            </p:nvSpPr>
            <p:spPr>
              <a:xfrm>
                <a:off x="9555814" y="517393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4"/>
                      <a:pt x="3420" y="134"/>
                    </a:cubicBezTo>
                    <a:cubicBezTo>
                      <a:pt x="2578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99" name="Freeform: Shape 15498">
                <a:extLst>
                  <a:ext uri="{FF2B5EF4-FFF2-40B4-BE49-F238E27FC236}">
                    <a16:creationId xmlns:a16="http://schemas.microsoft.com/office/drawing/2014/main" id="{BDB1068C-2A4A-DE94-7D4A-D872747A54C7}"/>
                  </a:ext>
                </a:extLst>
              </p:cNvPr>
              <p:cNvSpPr/>
              <p:nvPr/>
            </p:nvSpPr>
            <p:spPr>
              <a:xfrm>
                <a:off x="9557129" y="517400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00" name="Freeform: Shape 15499">
                <a:extLst>
                  <a:ext uri="{FF2B5EF4-FFF2-40B4-BE49-F238E27FC236}">
                    <a16:creationId xmlns:a16="http://schemas.microsoft.com/office/drawing/2014/main" id="{5E11C3CB-1149-1DA8-177F-7F363CF08CE9}"/>
                  </a:ext>
                </a:extLst>
              </p:cNvPr>
              <p:cNvSpPr/>
              <p:nvPr/>
            </p:nvSpPr>
            <p:spPr>
              <a:xfrm>
                <a:off x="9558489" y="517404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01" name="Freeform: Shape 15500">
                <a:extLst>
                  <a:ext uri="{FF2B5EF4-FFF2-40B4-BE49-F238E27FC236}">
                    <a16:creationId xmlns:a16="http://schemas.microsoft.com/office/drawing/2014/main" id="{9D920062-EBFE-7F24-95DC-019FA8737FF9}"/>
                  </a:ext>
                </a:extLst>
              </p:cNvPr>
              <p:cNvSpPr/>
              <p:nvPr/>
            </p:nvSpPr>
            <p:spPr>
              <a:xfrm>
                <a:off x="9560105" y="517383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1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02" name="Freeform: Shape 15501">
                <a:extLst>
                  <a:ext uri="{FF2B5EF4-FFF2-40B4-BE49-F238E27FC236}">
                    <a16:creationId xmlns:a16="http://schemas.microsoft.com/office/drawing/2014/main" id="{3803E71A-5201-EF02-4747-A6406E290F61}"/>
                  </a:ext>
                </a:extLst>
              </p:cNvPr>
              <p:cNvSpPr/>
              <p:nvPr/>
            </p:nvSpPr>
            <p:spPr>
              <a:xfrm>
                <a:off x="9561643" y="517372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9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03" name="Freeform: Shape 15502">
                <a:extLst>
                  <a:ext uri="{FF2B5EF4-FFF2-40B4-BE49-F238E27FC236}">
                    <a16:creationId xmlns:a16="http://schemas.microsoft.com/office/drawing/2014/main" id="{7EED4E84-1492-890E-FAA3-E08AC692CDED}"/>
                  </a:ext>
                </a:extLst>
              </p:cNvPr>
              <p:cNvSpPr/>
              <p:nvPr/>
            </p:nvSpPr>
            <p:spPr>
              <a:xfrm>
                <a:off x="9563315" y="517349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04" name="Freeform: Shape 15503">
                <a:extLst>
                  <a:ext uri="{FF2B5EF4-FFF2-40B4-BE49-F238E27FC236}">
                    <a16:creationId xmlns:a16="http://schemas.microsoft.com/office/drawing/2014/main" id="{AAB5EB0D-95DF-23C8-5295-4B4A0712D495}"/>
                  </a:ext>
                </a:extLst>
              </p:cNvPr>
              <p:cNvSpPr/>
              <p:nvPr/>
            </p:nvSpPr>
            <p:spPr>
              <a:xfrm>
                <a:off x="9565165" y="517311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05" name="Freeform: Shape 15504">
                <a:extLst>
                  <a:ext uri="{FF2B5EF4-FFF2-40B4-BE49-F238E27FC236}">
                    <a16:creationId xmlns:a16="http://schemas.microsoft.com/office/drawing/2014/main" id="{7C4FFD08-759D-4C7E-02A3-09D7A4E96726}"/>
                  </a:ext>
                </a:extLst>
              </p:cNvPr>
              <p:cNvSpPr/>
              <p:nvPr/>
            </p:nvSpPr>
            <p:spPr>
              <a:xfrm>
                <a:off x="9566679" y="517309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2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0" y="133"/>
                    </a:cubicBezTo>
                    <a:cubicBezTo>
                      <a:pt x="2579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06" name="Freeform: Shape 15505">
                <a:extLst>
                  <a:ext uri="{FF2B5EF4-FFF2-40B4-BE49-F238E27FC236}">
                    <a16:creationId xmlns:a16="http://schemas.microsoft.com/office/drawing/2014/main" id="{46678C94-B079-62F4-0ECF-94175C7334E4}"/>
                  </a:ext>
                </a:extLst>
              </p:cNvPr>
              <p:cNvSpPr/>
              <p:nvPr/>
            </p:nvSpPr>
            <p:spPr>
              <a:xfrm>
                <a:off x="9568242" y="5173041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1" y="133"/>
                    </a:cubicBezTo>
                    <a:cubicBezTo>
                      <a:pt x="2579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79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07" name="Freeform: Shape 15506">
                <a:extLst>
                  <a:ext uri="{FF2B5EF4-FFF2-40B4-BE49-F238E27FC236}">
                    <a16:creationId xmlns:a16="http://schemas.microsoft.com/office/drawing/2014/main" id="{EA127C1E-8B13-2C5D-65E0-C537F291D6AC}"/>
                  </a:ext>
                </a:extLst>
              </p:cNvPr>
              <p:cNvSpPr/>
              <p:nvPr/>
            </p:nvSpPr>
            <p:spPr>
              <a:xfrm>
                <a:off x="9569723" y="5173089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08" name="Freeform: Shape 15507">
                <a:extLst>
                  <a:ext uri="{FF2B5EF4-FFF2-40B4-BE49-F238E27FC236}">
                    <a16:creationId xmlns:a16="http://schemas.microsoft.com/office/drawing/2014/main" id="{C831C8B1-0193-13C2-314B-2BBA8C175A9C}"/>
                  </a:ext>
                </a:extLst>
              </p:cNvPr>
              <p:cNvSpPr/>
              <p:nvPr/>
            </p:nvSpPr>
            <p:spPr>
              <a:xfrm>
                <a:off x="9571207" y="5173151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09" name="Freeform: Shape 15508">
                <a:extLst>
                  <a:ext uri="{FF2B5EF4-FFF2-40B4-BE49-F238E27FC236}">
                    <a16:creationId xmlns:a16="http://schemas.microsoft.com/office/drawing/2014/main" id="{B12F1215-B96E-5333-7D64-992B4BCABB6B}"/>
                  </a:ext>
                </a:extLst>
              </p:cNvPr>
              <p:cNvSpPr/>
              <p:nvPr/>
            </p:nvSpPr>
            <p:spPr>
              <a:xfrm>
                <a:off x="9572784" y="5173144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2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4" y="1658"/>
                      <a:pt x="249" y="2465"/>
                      <a:pt x="249" y="3306"/>
                    </a:cubicBezTo>
                    <a:cubicBezTo>
                      <a:pt x="249" y="4148"/>
                      <a:pt x="584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10" name="Freeform: Shape 15509">
                <a:extLst>
                  <a:ext uri="{FF2B5EF4-FFF2-40B4-BE49-F238E27FC236}">
                    <a16:creationId xmlns:a16="http://schemas.microsoft.com/office/drawing/2014/main" id="{4DD82D47-080F-2AD9-91AE-09D58F76983A}"/>
                  </a:ext>
                </a:extLst>
              </p:cNvPr>
              <p:cNvSpPr/>
              <p:nvPr/>
            </p:nvSpPr>
            <p:spPr>
              <a:xfrm>
                <a:off x="9574499" y="5173028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50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8" y="4955"/>
                      <a:pt x="6593" y="4148"/>
                      <a:pt x="6593" y="3306"/>
                    </a:cubicBezTo>
                    <a:cubicBezTo>
                      <a:pt x="6593" y="2465"/>
                      <a:pt x="6258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11" name="Freeform: Shape 15510">
                <a:extLst>
                  <a:ext uri="{FF2B5EF4-FFF2-40B4-BE49-F238E27FC236}">
                    <a16:creationId xmlns:a16="http://schemas.microsoft.com/office/drawing/2014/main" id="{34E4A6F0-073B-BC70-232B-077AB725C1C8}"/>
                  </a:ext>
                </a:extLst>
              </p:cNvPr>
              <p:cNvSpPr/>
              <p:nvPr/>
            </p:nvSpPr>
            <p:spPr>
              <a:xfrm>
                <a:off x="9575997" y="5173133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12" name="Freeform: Shape 15511">
                <a:extLst>
                  <a:ext uri="{FF2B5EF4-FFF2-40B4-BE49-F238E27FC236}">
                    <a16:creationId xmlns:a16="http://schemas.microsoft.com/office/drawing/2014/main" id="{F091E6EE-1DC9-D9EA-EE36-ED90369E2F4C}"/>
                  </a:ext>
                </a:extLst>
              </p:cNvPr>
              <p:cNvSpPr/>
              <p:nvPr/>
            </p:nvSpPr>
            <p:spPr>
              <a:xfrm>
                <a:off x="9577723" y="5173049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13" name="Freeform: Shape 15512">
                <a:extLst>
                  <a:ext uri="{FF2B5EF4-FFF2-40B4-BE49-F238E27FC236}">
                    <a16:creationId xmlns:a16="http://schemas.microsoft.com/office/drawing/2014/main" id="{F973CAE8-6AB2-E67F-1D72-C58A8CE480D7}"/>
                  </a:ext>
                </a:extLst>
              </p:cNvPr>
              <p:cNvSpPr/>
              <p:nvPr/>
            </p:nvSpPr>
            <p:spPr>
              <a:xfrm>
                <a:off x="9579545" y="5172900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3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3" y="133"/>
                      <a:pt x="3421" y="133"/>
                    </a:cubicBezTo>
                    <a:cubicBezTo>
                      <a:pt x="2580" y="133"/>
                      <a:pt x="1774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4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14" name="Freeform: Shape 15513">
                <a:extLst>
                  <a:ext uri="{FF2B5EF4-FFF2-40B4-BE49-F238E27FC236}">
                    <a16:creationId xmlns:a16="http://schemas.microsoft.com/office/drawing/2014/main" id="{82A83871-5FEA-E757-EAD0-A8A2B0411C0E}"/>
                  </a:ext>
                </a:extLst>
              </p:cNvPr>
              <p:cNvSpPr/>
              <p:nvPr/>
            </p:nvSpPr>
            <p:spPr>
              <a:xfrm>
                <a:off x="9581101" y="5173010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3" y="133"/>
                      <a:pt x="3422" y="133"/>
                    </a:cubicBezTo>
                    <a:cubicBezTo>
                      <a:pt x="2580" y="133"/>
                      <a:pt x="1774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4" y="6145"/>
                      <a:pt x="2580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15" name="Freeform: Shape 15514">
                <a:extLst>
                  <a:ext uri="{FF2B5EF4-FFF2-40B4-BE49-F238E27FC236}">
                    <a16:creationId xmlns:a16="http://schemas.microsoft.com/office/drawing/2014/main" id="{E20BB601-B0DB-B3DF-02CD-B45089A5A287}"/>
                  </a:ext>
                </a:extLst>
              </p:cNvPr>
              <p:cNvSpPr/>
              <p:nvPr/>
            </p:nvSpPr>
            <p:spPr>
              <a:xfrm>
                <a:off x="9583118" y="5172737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16" name="Freeform: Shape 15515">
                <a:extLst>
                  <a:ext uri="{FF2B5EF4-FFF2-40B4-BE49-F238E27FC236}">
                    <a16:creationId xmlns:a16="http://schemas.microsoft.com/office/drawing/2014/main" id="{70A24D79-FB6D-A132-1EC0-A9234EA86CE8}"/>
                  </a:ext>
                </a:extLst>
              </p:cNvPr>
              <p:cNvSpPr/>
              <p:nvPr/>
            </p:nvSpPr>
            <p:spPr>
              <a:xfrm>
                <a:off x="9584638" y="5172918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3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5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5" y="1658"/>
                      <a:pt x="250" y="2465"/>
                      <a:pt x="250" y="3306"/>
                    </a:cubicBezTo>
                    <a:cubicBezTo>
                      <a:pt x="250" y="4148"/>
                      <a:pt x="585" y="4955"/>
                      <a:pt x="1179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17" name="Freeform: Shape 15516">
                <a:extLst>
                  <a:ext uri="{FF2B5EF4-FFF2-40B4-BE49-F238E27FC236}">
                    <a16:creationId xmlns:a16="http://schemas.microsoft.com/office/drawing/2014/main" id="{34C7938F-6369-223B-C806-9FD5A7FAF674}"/>
                  </a:ext>
                </a:extLst>
              </p:cNvPr>
              <p:cNvSpPr/>
              <p:nvPr/>
            </p:nvSpPr>
            <p:spPr>
              <a:xfrm>
                <a:off x="9586576" y="5172761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5" y="5550"/>
                    </a:cubicBezTo>
                    <a:cubicBezTo>
                      <a:pt x="6259" y="4955"/>
                      <a:pt x="6594" y="4148"/>
                      <a:pt x="6594" y="3306"/>
                    </a:cubicBezTo>
                    <a:cubicBezTo>
                      <a:pt x="6594" y="2465"/>
                      <a:pt x="6259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5" y="1658"/>
                      <a:pt x="250" y="2465"/>
                      <a:pt x="250" y="3306"/>
                    </a:cubicBezTo>
                    <a:cubicBezTo>
                      <a:pt x="250" y="4148"/>
                      <a:pt x="585" y="4955"/>
                      <a:pt x="1179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18" name="Freeform: Shape 15517">
                <a:extLst>
                  <a:ext uri="{FF2B5EF4-FFF2-40B4-BE49-F238E27FC236}">
                    <a16:creationId xmlns:a16="http://schemas.microsoft.com/office/drawing/2014/main" id="{FF8C9CB5-DA39-4910-8BE0-6E127CDD2E34}"/>
                  </a:ext>
                </a:extLst>
              </p:cNvPr>
              <p:cNvSpPr/>
              <p:nvPr/>
            </p:nvSpPr>
            <p:spPr>
              <a:xfrm>
                <a:off x="9588568" y="5172584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19" name="Freeform: Shape 15518">
                <a:extLst>
                  <a:ext uri="{FF2B5EF4-FFF2-40B4-BE49-F238E27FC236}">
                    <a16:creationId xmlns:a16="http://schemas.microsoft.com/office/drawing/2014/main" id="{60386CDA-5E1A-9B02-0A1B-1CCB3931F448}"/>
                  </a:ext>
                </a:extLst>
              </p:cNvPr>
              <p:cNvSpPr/>
              <p:nvPr/>
            </p:nvSpPr>
            <p:spPr>
              <a:xfrm>
                <a:off x="9589916" y="5172968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20" name="Freeform: Shape 15519">
                <a:extLst>
                  <a:ext uri="{FF2B5EF4-FFF2-40B4-BE49-F238E27FC236}">
                    <a16:creationId xmlns:a16="http://schemas.microsoft.com/office/drawing/2014/main" id="{FE3B18A1-3C3A-5F37-CDC0-BE9A4CC46D6C}"/>
                  </a:ext>
                </a:extLst>
              </p:cNvPr>
              <p:cNvSpPr/>
              <p:nvPr/>
            </p:nvSpPr>
            <p:spPr>
              <a:xfrm>
                <a:off x="9592527" y="5172327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4" y="6479"/>
                      <a:pt x="5070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4" y="133"/>
                      <a:pt x="3422" y="133"/>
                    </a:cubicBezTo>
                    <a:cubicBezTo>
                      <a:pt x="2581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5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21" name="Freeform: Shape 15520">
                <a:extLst>
                  <a:ext uri="{FF2B5EF4-FFF2-40B4-BE49-F238E27FC236}">
                    <a16:creationId xmlns:a16="http://schemas.microsoft.com/office/drawing/2014/main" id="{4CF4F374-CA7F-94F1-2ECC-013DBEDCBD74}"/>
                  </a:ext>
                </a:extLst>
              </p:cNvPr>
              <p:cNvSpPr/>
              <p:nvPr/>
            </p:nvSpPr>
            <p:spPr>
              <a:xfrm>
                <a:off x="9594117" y="5172553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22" name="Freeform: Shape 15521">
                <a:extLst>
                  <a:ext uri="{FF2B5EF4-FFF2-40B4-BE49-F238E27FC236}">
                    <a16:creationId xmlns:a16="http://schemas.microsoft.com/office/drawing/2014/main" id="{DE98DA8C-1FD0-85B2-8359-8C17B300508E}"/>
                  </a:ext>
                </a:extLst>
              </p:cNvPr>
              <p:cNvSpPr/>
              <p:nvPr/>
            </p:nvSpPr>
            <p:spPr>
              <a:xfrm>
                <a:off x="9596088" y="5172491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23" name="Freeform: Shape 15522">
                <a:extLst>
                  <a:ext uri="{FF2B5EF4-FFF2-40B4-BE49-F238E27FC236}">
                    <a16:creationId xmlns:a16="http://schemas.microsoft.com/office/drawing/2014/main" id="{A686FC72-B5DE-2D50-A2D2-64DF7A71136A}"/>
                  </a:ext>
                </a:extLst>
              </p:cNvPr>
              <p:cNvSpPr/>
              <p:nvPr/>
            </p:nvSpPr>
            <p:spPr>
              <a:xfrm>
                <a:off x="9598066" y="517244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4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6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1" y="2465"/>
                      <a:pt x="251" y="3306"/>
                    </a:cubicBezTo>
                    <a:cubicBezTo>
                      <a:pt x="251" y="4148"/>
                      <a:pt x="586" y="4955"/>
                      <a:pt x="1180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24" name="Freeform: Shape 15523">
                <a:extLst>
                  <a:ext uri="{FF2B5EF4-FFF2-40B4-BE49-F238E27FC236}">
                    <a16:creationId xmlns:a16="http://schemas.microsoft.com/office/drawing/2014/main" id="{15DF1955-F25D-FF9D-2977-358147ADFB9E}"/>
                  </a:ext>
                </a:extLst>
              </p:cNvPr>
              <p:cNvSpPr/>
              <p:nvPr/>
            </p:nvSpPr>
            <p:spPr>
              <a:xfrm>
                <a:off x="9599954" y="5172500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2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6" y="5550"/>
                    </a:cubicBezTo>
                    <a:cubicBezTo>
                      <a:pt x="6260" y="4955"/>
                      <a:pt x="6595" y="4148"/>
                      <a:pt x="6595" y="3306"/>
                    </a:cubicBezTo>
                    <a:cubicBezTo>
                      <a:pt x="6595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0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25" name="Freeform: Shape 15524">
                <a:extLst>
                  <a:ext uri="{FF2B5EF4-FFF2-40B4-BE49-F238E27FC236}">
                    <a16:creationId xmlns:a16="http://schemas.microsoft.com/office/drawing/2014/main" id="{E04746E9-43F0-5433-5FE1-45774F2D1355}"/>
                  </a:ext>
                </a:extLst>
              </p:cNvPr>
              <p:cNvSpPr/>
              <p:nvPr/>
            </p:nvSpPr>
            <p:spPr>
              <a:xfrm>
                <a:off x="9601751" y="517264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26" name="Freeform: Shape 15525">
                <a:extLst>
                  <a:ext uri="{FF2B5EF4-FFF2-40B4-BE49-F238E27FC236}">
                    <a16:creationId xmlns:a16="http://schemas.microsoft.com/office/drawing/2014/main" id="{E2915A9F-5C6F-D029-121C-16F71E28B395}"/>
                  </a:ext>
                </a:extLst>
              </p:cNvPr>
              <p:cNvSpPr/>
              <p:nvPr/>
            </p:nvSpPr>
            <p:spPr>
              <a:xfrm>
                <a:off x="9604034" y="517243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3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27" name="Freeform: Shape 15526">
                <a:extLst>
                  <a:ext uri="{FF2B5EF4-FFF2-40B4-BE49-F238E27FC236}">
                    <a16:creationId xmlns:a16="http://schemas.microsoft.com/office/drawing/2014/main" id="{2B0562E5-B4D6-5801-3423-28EC8DC60597}"/>
                  </a:ext>
                </a:extLst>
              </p:cNvPr>
              <p:cNvSpPr/>
              <p:nvPr/>
            </p:nvSpPr>
            <p:spPr>
              <a:xfrm>
                <a:off x="9605890" y="5172585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4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28" name="Freeform: Shape 15527">
                <a:extLst>
                  <a:ext uri="{FF2B5EF4-FFF2-40B4-BE49-F238E27FC236}">
                    <a16:creationId xmlns:a16="http://schemas.microsoft.com/office/drawing/2014/main" id="{86111F9F-AF80-CAB5-20E0-8C9B7AA40617}"/>
                  </a:ext>
                </a:extLst>
              </p:cNvPr>
              <p:cNvSpPr/>
              <p:nvPr/>
            </p:nvSpPr>
            <p:spPr>
              <a:xfrm>
                <a:off x="9607799" y="5172713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29" name="Freeform: Shape 15528">
                <a:extLst>
                  <a:ext uri="{FF2B5EF4-FFF2-40B4-BE49-F238E27FC236}">
                    <a16:creationId xmlns:a16="http://schemas.microsoft.com/office/drawing/2014/main" id="{0E78DA79-18C4-309B-2CF0-E6867D35D1B6}"/>
                  </a:ext>
                </a:extLst>
              </p:cNvPr>
              <p:cNvSpPr/>
              <p:nvPr/>
            </p:nvSpPr>
            <p:spPr>
              <a:xfrm>
                <a:off x="9610005" y="517264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5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8"/>
                      <a:pt x="587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30" name="Freeform: Shape 15529">
                <a:extLst>
                  <a:ext uri="{FF2B5EF4-FFF2-40B4-BE49-F238E27FC236}">
                    <a16:creationId xmlns:a16="http://schemas.microsoft.com/office/drawing/2014/main" id="{2DF402B4-C910-956F-BAA8-67229F554B87}"/>
                  </a:ext>
                </a:extLst>
              </p:cNvPr>
              <p:cNvSpPr/>
              <p:nvPr/>
            </p:nvSpPr>
            <p:spPr>
              <a:xfrm>
                <a:off x="9612170" y="517263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1" y="4955"/>
                      <a:pt x="6596" y="4148"/>
                      <a:pt x="6596" y="3306"/>
                    </a:cubicBezTo>
                    <a:cubicBezTo>
                      <a:pt x="6596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8"/>
                      <a:pt x="587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31" name="Freeform: Shape 15530">
                <a:extLst>
                  <a:ext uri="{FF2B5EF4-FFF2-40B4-BE49-F238E27FC236}">
                    <a16:creationId xmlns:a16="http://schemas.microsoft.com/office/drawing/2014/main" id="{76A68385-AF6C-DB9B-3C64-BDAD7786F420}"/>
                  </a:ext>
                </a:extLst>
              </p:cNvPr>
              <p:cNvSpPr/>
              <p:nvPr/>
            </p:nvSpPr>
            <p:spPr>
              <a:xfrm>
                <a:off x="9614636" y="5172438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32" name="Freeform: Shape 15531">
                <a:extLst>
                  <a:ext uri="{FF2B5EF4-FFF2-40B4-BE49-F238E27FC236}">
                    <a16:creationId xmlns:a16="http://schemas.microsoft.com/office/drawing/2014/main" id="{E133A032-0CDD-F0FF-435A-CB6710F84A5A}"/>
                  </a:ext>
                </a:extLst>
              </p:cNvPr>
              <p:cNvSpPr/>
              <p:nvPr/>
            </p:nvSpPr>
            <p:spPr>
              <a:xfrm>
                <a:off x="9617061" y="5172300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6" y="6479"/>
                      <a:pt x="5072" y="6145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6" y="133"/>
                      <a:pt x="3424" y="133"/>
                    </a:cubicBezTo>
                    <a:cubicBezTo>
                      <a:pt x="2583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7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33" name="Freeform: Shape 15532">
                <a:extLst>
                  <a:ext uri="{FF2B5EF4-FFF2-40B4-BE49-F238E27FC236}">
                    <a16:creationId xmlns:a16="http://schemas.microsoft.com/office/drawing/2014/main" id="{2062CEC3-54EB-AB54-6256-CA08AD7E27F9}"/>
                  </a:ext>
                </a:extLst>
              </p:cNvPr>
              <p:cNvSpPr/>
              <p:nvPr/>
            </p:nvSpPr>
            <p:spPr>
              <a:xfrm>
                <a:off x="9619594" y="5172118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4"/>
                      <a:pt x="5667" y="5550"/>
                    </a:cubicBezTo>
                    <a:cubicBezTo>
                      <a:pt x="6262" y="4955"/>
                      <a:pt x="6596" y="4147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7"/>
                      <a:pt x="587" y="4955"/>
                      <a:pt x="1182" y="5550"/>
                    </a:cubicBezTo>
                    <a:cubicBezTo>
                      <a:pt x="1777" y="6144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34" name="Freeform: Shape 15533">
                <a:extLst>
                  <a:ext uri="{FF2B5EF4-FFF2-40B4-BE49-F238E27FC236}">
                    <a16:creationId xmlns:a16="http://schemas.microsoft.com/office/drawing/2014/main" id="{0510AD53-B976-9D1F-904D-62899B99A059}"/>
                  </a:ext>
                </a:extLst>
              </p:cNvPr>
              <p:cNvSpPr/>
              <p:nvPr/>
            </p:nvSpPr>
            <p:spPr>
              <a:xfrm>
                <a:off x="9621836" y="5172169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4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7" y="6144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35" name="Freeform: Shape 15534">
                <a:extLst>
                  <a:ext uri="{FF2B5EF4-FFF2-40B4-BE49-F238E27FC236}">
                    <a16:creationId xmlns:a16="http://schemas.microsoft.com/office/drawing/2014/main" id="{2F5FAD9C-9C7B-19AA-D6E1-B0C60F6733AB}"/>
                  </a:ext>
                </a:extLst>
              </p:cNvPr>
              <p:cNvSpPr/>
              <p:nvPr/>
            </p:nvSpPr>
            <p:spPr>
              <a:xfrm>
                <a:off x="9623933" y="5172344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5"/>
                      <a:pt x="5668" y="5550"/>
                    </a:cubicBezTo>
                    <a:cubicBezTo>
                      <a:pt x="6262" y="4955"/>
                      <a:pt x="6597" y="4148"/>
                      <a:pt x="6597" y="3306"/>
                    </a:cubicBezTo>
                    <a:cubicBezTo>
                      <a:pt x="6597" y="2465"/>
                      <a:pt x="6262" y="1658"/>
                      <a:pt x="5668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2" y="1063"/>
                    </a:cubicBezTo>
                    <a:cubicBezTo>
                      <a:pt x="588" y="1658"/>
                      <a:pt x="253" y="2465"/>
                      <a:pt x="253" y="3306"/>
                    </a:cubicBezTo>
                    <a:cubicBezTo>
                      <a:pt x="253" y="4148"/>
                      <a:pt x="588" y="4955"/>
                      <a:pt x="1182" y="5550"/>
                    </a:cubicBezTo>
                    <a:cubicBezTo>
                      <a:pt x="1777" y="6145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36" name="Freeform: Shape 15535">
                <a:extLst>
                  <a:ext uri="{FF2B5EF4-FFF2-40B4-BE49-F238E27FC236}">
                    <a16:creationId xmlns:a16="http://schemas.microsoft.com/office/drawing/2014/main" id="{B10BEED5-F3AE-EA69-93D0-FD9793BB6260}"/>
                  </a:ext>
                </a:extLst>
              </p:cNvPr>
              <p:cNvSpPr/>
              <p:nvPr/>
            </p:nvSpPr>
            <p:spPr>
              <a:xfrm>
                <a:off x="9626186" y="5172439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5"/>
                      <a:pt x="5668" y="5550"/>
                    </a:cubicBezTo>
                    <a:cubicBezTo>
                      <a:pt x="6263" y="4955"/>
                      <a:pt x="6597" y="4148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8"/>
                      <a:pt x="588" y="4955"/>
                      <a:pt x="1183" y="5550"/>
                    </a:cubicBezTo>
                    <a:cubicBezTo>
                      <a:pt x="1777" y="6145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37" name="Freeform: Shape 15536">
                <a:extLst>
                  <a:ext uri="{FF2B5EF4-FFF2-40B4-BE49-F238E27FC236}">
                    <a16:creationId xmlns:a16="http://schemas.microsoft.com/office/drawing/2014/main" id="{FA0E7CF8-D6B4-B220-D18D-99A48188E576}"/>
                  </a:ext>
                </a:extLst>
              </p:cNvPr>
              <p:cNvSpPr/>
              <p:nvPr/>
            </p:nvSpPr>
            <p:spPr>
              <a:xfrm>
                <a:off x="9628596" y="5172458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5"/>
                      <a:pt x="5668" y="5550"/>
                    </a:cubicBezTo>
                    <a:cubicBezTo>
                      <a:pt x="6263" y="4955"/>
                      <a:pt x="6597" y="4148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8"/>
                      <a:pt x="588" y="4955"/>
                      <a:pt x="1183" y="5550"/>
                    </a:cubicBezTo>
                    <a:cubicBezTo>
                      <a:pt x="1777" y="6145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38" name="Freeform: Shape 15537">
                <a:extLst>
                  <a:ext uri="{FF2B5EF4-FFF2-40B4-BE49-F238E27FC236}">
                    <a16:creationId xmlns:a16="http://schemas.microsoft.com/office/drawing/2014/main" id="{4D1A4854-EDA3-79DB-75BA-AB61A49FAD1C}"/>
                  </a:ext>
                </a:extLst>
              </p:cNvPr>
              <p:cNvSpPr/>
              <p:nvPr/>
            </p:nvSpPr>
            <p:spPr>
              <a:xfrm>
                <a:off x="9631368" y="5172271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3" y="6144"/>
                      <a:pt x="5668" y="5550"/>
                    </a:cubicBezTo>
                    <a:cubicBezTo>
                      <a:pt x="6263" y="4955"/>
                      <a:pt x="6597" y="4148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3" y="468"/>
                      <a:pt x="4267" y="133"/>
                      <a:pt x="3426" y="133"/>
                    </a:cubicBezTo>
                    <a:cubicBezTo>
                      <a:pt x="2584" y="133"/>
                      <a:pt x="1778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8"/>
                      <a:pt x="588" y="4955"/>
                      <a:pt x="1183" y="5550"/>
                    </a:cubicBezTo>
                    <a:cubicBezTo>
                      <a:pt x="1778" y="6144"/>
                      <a:pt x="2584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39" name="Freeform: Shape 15538">
                <a:extLst>
                  <a:ext uri="{FF2B5EF4-FFF2-40B4-BE49-F238E27FC236}">
                    <a16:creationId xmlns:a16="http://schemas.microsoft.com/office/drawing/2014/main" id="{EAFEBE97-BAA6-E976-C8CD-8B951816F03B}"/>
                  </a:ext>
                </a:extLst>
              </p:cNvPr>
              <p:cNvSpPr/>
              <p:nvPr/>
            </p:nvSpPr>
            <p:spPr>
              <a:xfrm>
                <a:off x="9633742" y="5172374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5"/>
                      <a:pt x="5668" y="5550"/>
                    </a:cubicBezTo>
                    <a:cubicBezTo>
                      <a:pt x="6263" y="4955"/>
                      <a:pt x="6597" y="4148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8"/>
                      <a:pt x="588" y="4955"/>
                      <a:pt x="1183" y="5550"/>
                    </a:cubicBezTo>
                    <a:cubicBezTo>
                      <a:pt x="1778" y="6145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40" name="Freeform: Shape 15539">
                <a:extLst>
                  <a:ext uri="{FF2B5EF4-FFF2-40B4-BE49-F238E27FC236}">
                    <a16:creationId xmlns:a16="http://schemas.microsoft.com/office/drawing/2014/main" id="{3B12B732-D993-AB16-A78D-C91319512ABE}"/>
                  </a:ext>
                </a:extLst>
              </p:cNvPr>
              <p:cNvSpPr/>
              <p:nvPr/>
            </p:nvSpPr>
            <p:spPr>
              <a:xfrm>
                <a:off x="9636581" y="5172211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9 w 6343"/>
                  <a:gd name="connsiteY1" fmla="*/ 5550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9" y="5550"/>
                    </a:cubicBezTo>
                    <a:cubicBezTo>
                      <a:pt x="6263" y="4955"/>
                      <a:pt x="6598" y="4148"/>
                      <a:pt x="6598" y="3306"/>
                    </a:cubicBezTo>
                    <a:cubicBezTo>
                      <a:pt x="6598" y="2465"/>
                      <a:pt x="6263" y="1658"/>
                      <a:pt x="5669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3" y="1063"/>
                    </a:cubicBezTo>
                    <a:cubicBezTo>
                      <a:pt x="589" y="1658"/>
                      <a:pt x="254" y="2465"/>
                      <a:pt x="254" y="3306"/>
                    </a:cubicBezTo>
                    <a:cubicBezTo>
                      <a:pt x="254" y="4148"/>
                      <a:pt x="589" y="4955"/>
                      <a:pt x="1183" y="5550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41" name="Freeform: Shape 15540">
                <a:extLst>
                  <a:ext uri="{FF2B5EF4-FFF2-40B4-BE49-F238E27FC236}">
                    <a16:creationId xmlns:a16="http://schemas.microsoft.com/office/drawing/2014/main" id="{BBF7617D-6243-2D96-841E-737A792C196B}"/>
                  </a:ext>
                </a:extLst>
              </p:cNvPr>
              <p:cNvSpPr/>
              <p:nvPr/>
            </p:nvSpPr>
            <p:spPr>
              <a:xfrm>
                <a:off x="9639995" y="5171725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6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9" y="5549"/>
                    </a:cubicBezTo>
                    <a:cubicBezTo>
                      <a:pt x="6264" y="4955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5"/>
                      <a:pt x="1184" y="5549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42" name="Freeform: Shape 15541">
                <a:extLst>
                  <a:ext uri="{FF2B5EF4-FFF2-40B4-BE49-F238E27FC236}">
                    <a16:creationId xmlns:a16="http://schemas.microsoft.com/office/drawing/2014/main" id="{1B36CA06-A7E2-DDB5-1507-52F7C2BD65FC}"/>
                  </a:ext>
                </a:extLst>
              </p:cNvPr>
              <p:cNvSpPr/>
              <p:nvPr/>
            </p:nvSpPr>
            <p:spPr>
              <a:xfrm>
                <a:off x="9643163" y="5171436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6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8" y="6479"/>
                      <a:pt x="5074" y="6144"/>
                      <a:pt x="5669" y="5549"/>
                    </a:cubicBezTo>
                    <a:cubicBezTo>
                      <a:pt x="6264" y="4955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4" y="468"/>
                      <a:pt x="4268" y="133"/>
                      <a:pt x="3426" y="133"/>
                    </a:cubicBezTo>
                    <a:cubicBezTo>
                      <a:pt x="2585" y="133"/>
                      <a:pt x="1779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5"/>
                      <a:pt x="1184" y="5549"/>
                    </a:cubicBezTo>
                    <a:cubicBezTo>
                      <a:pt x="1779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43" name="Freeform: Shape 15542">
                <a:extLst>
                  <a:ext uri="{FF2B5EF4-FFF2-40B4-BE49-F238E27FC236}">
                    <a16:creationId xmlns:a16="http://schemas.microsoft.com/office/drawing/2014/main" id="{9A94A389-FE31-9A61-94BB-65816A529290}"/>
                  </a:ext>
                </a:extLst>
              </p:cNvPr>
              <p:cNvSpPr/>
              <p:nvPr/>
            </p:nvSpPr>
            <p:spPr>
              <a:xfrm>
                <a:off x="9645929" y="5171432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7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69" y="5549"/>
                    </a:cubicBezTo>
                    <a:cubicBezTo>
                      <a:pt x="6264" y="4955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5"/>
                      <a:pt x="1184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44" name="Freeform: Shape 15543">
                <a:extLst>
                  <a:ext uri="{FF2B5EF4-FFF2-40B4-BE49-F238E27FC236}">
                    <a16:creationId xmlns:a16="http://schemas.microsoft.com/office/drawing/2014/main" id="{D3B3B9CD-ADC7-1BF1-D427-DDAC126F5855}"/>
                  </a:ext>
                </a:extLst>
              </p:cNvPr>
              <p:cNvSpPr/>
              <p:nvPr/>
            </p:nvSpPr>
            <p:spPr>
              <a:xfrm>
                <a:off x="9648598" y="5171520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70 w 6343"/>
                  <a:gd name="connsiteY1" fmla="*/ 5549 h 6345"/>
                  <a:gd name="connsiteX2" fmla="*/ 6598 w 6343"/>
                  <a:gd name="connsiteY2" fmla="*/ 3306 h 6345"/>
                  <a:gd name="connsiteX3" fmla="*/ 5670 w 6343"/>
                  <a:gd name="connsiteY3" fmla="*/ 1063 h 6345"/>
                  <a:gd name="connsiteX4" fmla="*/ 3427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70" y="5549"/>
                    </a:cubicBezTo>
                    <a:cubicBezTo>
                      <a:pt x="6264" y="4955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70" y="1063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4" y="1063"/>
                    </a:cubicBezTo>
                    <a:cubicBezTo>
                      <a:pt x="590" y="1658"/>
                      <a:pt x="255" y="2465"/>
                      <a:pt x="255" y="3306"/>
                    </a:cubicBezTo>
                    <a:cubicBezTo>
                      <a:pt x="255" y="4147"/>
                      <a:pt x="590" y="4955"/>
                      <a:pt x="1184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45" name="Freeform: Shape 15544">
                <a:extLst>
                  <a:ext uri="{FF2B5EF4-FFF2-40B4-BE49-F238E27FC236}">
                    <a16:creationId xmlns:a16="http://schemas.microsoft.com/office/drawing/2014/main" id="{A3C8140B-0886-D4EF-6ADB-D59DC2DE5BD9}"/>
                  </a:ext>
                </a:extLst>
              </p:cNvPr>
              <p:cNvSpPr/>
              <p:nvPr/>
            </p:nvSpPr>
            <p:spPr>
              <a:xfrm>
                <a:off x="9652421" y="5170959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3 h 6345"/>
                  <a:gd name="connsiteX4" fmla="*/ 3427 w 6343"/>
                  <a:gd name="connsiteY4" fmla="*/ 133 h 6345"/>
                  <a:gd name="connsiteX5" fmla="*/ 1185 w 6343"/>
                  <a:gd name="connsiteY5" fmla="*/ 1063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5"/>
                      <a:pt x="6265" y="1658"/>
                      <a:pt x="5670" y="1063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5" y="1063"/>
                    </a:cubicBezTo>
                    <a:cubicBezTo>
                      <a:pt x="590" y="1658"/>
                      <a:pt x="256" y="2465"/>
                      <a:pt x="256" y="3306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46" name="Freeform: Shape 15545">
                <a:extLst>
                  <a:ext uri="{FF2B5EF4-FFF2-40B4-BE49-F238E27FC236}">
                    <a16:creationId xmlns:a16="http://schemas.microsoft.com/office/drawing/2014/main" id="{07ECAE83-8476-8AD8-7092-CEE0C6F1AA03}"/>
                  </a:ext>
                </a:extLst>
              </p:cNvPr>
              <p:cNvSpPr/>
              <p:nvPr/>
            </p:nvSpPr>
            <p:spPr>
              <a:xfrm>
                <a:off x="9657356" y="5169799"/>
                <a:ext cx="6343" cy="6345"/>
              </a:xfrm>
              <a:custGeom>
                <a:avLst/>
                <a:gdLst>
                  <a:gd name="connsiteX0" fmla="*/ 3428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9"/>
                    </a:moveTo>
                    <a:cubicBezTo>
                      <a:pt x="4269" y="6479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5" y="467"/>
                      <a:pt x="4269" y="133"/>
                      <a:pt x="3428" y="133"/>
                    </a:cubicBezTo>
                    <a:cubicBezTo>
                      <a:pt x="2586" y="133"/>
                      <a:pt x="1780" y="467"/>
                      <a:pt x="1185" y="1062"/>
                    </a:cubicBezTo>
                    <a:cubicBezTo>
                      <a:pt x="590" y="1657"/>
                      <a:pt x="256" y="2464"/>
                      <a:pt x="256" y="3306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6" y="6479"/>
                      <a:pt x="342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47" name="Freeform: Shape 15546">
                <a:extLst>
                  <a:ext uri="{FF2B5EF4-FFF2-40B4-BE49-F238E27FC236}">
                    <a16:creationId xmlns:a16="http://schemas.microsoft.com/office/drawing/2014/main" id="{E018905E-C2F1-0B37-7022-DA1166E3A4FE}"/>
                  </a:ext>
                </a:extLst>
              </p:cNvPr>
              <p:cNvSpPr/>
              <p:nvPr/>
            </p:nvSpPr>
            <p:spPr>
              <a:xfrm>
                <a:off x="9661420" y="5169209"/>
                <a:ext cx="6343" cy="6345"/>
              </a:xfrm>
              <a:custGeom>
                <a:avLst/>
                <a:gdLst>
                  <a:gd name="connsiteX0" fmla="*/ 3428 w 6343"/>
                  <a:gd name="connsiteY0" fmla="*/ 6479 h 6345"/>
                  <a:gd name="connsiteX1" fmla="*/ 5671 w 6343"/>
                  <a:gd name="connsiteY1" fmla="*/ 5549 h 6345"/>
                  <a:gd name="connsiteX2" fmla="*/ 6599 w 6343"/>
                  <a:gd name="connsiteY2" fmla="*/ 3306 h 6345"/>
                  <a:gd name="connsiteX3" fmla="*/ 5671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9"/>
                    </a:moveTo>
                    <a:cubicBezTo>
                      <a:pt x="4269" y="6479"/>
                      <a:pt x="5076" y="6144"/>
                      <a:pt x="5671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4"/>
                      <a:pt x="6265" y="1657"/>
                      <a:pt x="5671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5" y="1062"/>
                    </a:cubicBezTo>
                    <a:cubicBezTo>
                      <a:pt x="591" y="1657"/>
                      <a:pt x="256" y="2464"/>
                      <a:pt x="256" y="3306"/>
                    </a:cubicBezTo>
                    <a:cubicBezTo>
                      <a:pt x="256" y="4147"/>
                      <a:pt x="591" y="4954"/>
                      <a:pt x="1185" y="5549"/>
                    </a:cubicBezTo>
                    <a:cubicBezTo>
                      <a:pt x="1780" y="6144"/>
                      <a:pt x="2587" y="6479"/>
                      <a:pt x="342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48" name="Freeform: Shape 15547">
                <a:extLst>
                  <a:ext uri="{FF2B5EF4-FFF2-40B4-BE49-F238E27FC236}">
                    <a16:creationId xmlns:a16="http://schemas.microsoft.com/office/drawing/2014/main" id="{509485BA-C6DE-EC88-05AD-AA417AC8F6D4}"/>
                  </a:ext>
                </a:extLst>
              </p:cNvPr>
              <p:cNvSpPr/>
              <p:nvPr/>
            </p:nvSpPr>
            <p:spPr>
              <a:xfrm>
                <a:off x="9666185" y="5168276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6 h 6345"/>
                  <a:gd name="connsiteX3" fmla="*/ 5671 w 6343"/>
                  <a:gd name="connsiteY3" fmla="*/ 1062 h 6345"/>
                  <a:gd name="connsiteX4" fmla="*/ 3428 w 6343"/>
                  <a:gd name="connsiteY4" fmla="*/ 133 h 6345"/>
                  <a:gd name="connsiteX5" fmla="*/ 1186 w 6343"/>
                  <a:gd name="connsiteY5" fmla="*/ 1062 h 6345"/>
                  <a:gd name="connsiteX6" fmla="*/ 257 w 6343"/>
                  <a:gd name="connsiteY6" fmla="*/ 3306 h 6345"/>
                  <a:gd name="connsiteX7" fmla="*/ 1186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4"/>
                      <a:pt x="5671" y="5549"/>
                    </a:cubicBezTo>
                    <a:cubicBezTo>
                      <a:pt x="6266" y="4954"/>
                      <a:pt x="6600" y="4147"/>
                      <a:pt x="6600" y="3306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6" y="1062"/>
                    </a:cubicBezTo>
                    <a:cubicBezTo>
                      <a:pt x="591" y="1657"/>
                      <a:pt x="257" y="2464"/>
                      <a:pt x="257" y="3306"/>
                    </a:cubicBezTo>
                    <a:cubicBezTo>
                      <a:pt x="257" y="4147"/>
                      <a:pt x="591" y="4954"/>
                      <a:pt x="1186" y="5549"/>
                    </a:cubicBezTo>
                    <a:cubicBezTo>
                      <a:pt x="1780" y="6144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49" name="Freeform: Shape 15548">
                <a:extLst>
                  <a:ext uri="{FF2B5EF4-FFF2-40B4-BE49-F238E27FC236}">
                    <a16:creationId xmlns:a16="http://schemas.microsoft.com/office/drawing/2014/main" id="{5B2DC132-298E-287A-1E55-2C39763A9C3E}"/>
                  </a:ext>
                </a:extLst>
              </p:cNvPr>
              <p:cNvSpPr/>
              <p:nvPr/>
            </p:nvSpPr>
            <p:spPr>
              <a:xfrm>
                <a:off x="9685055" y="5531817"/>
                <a:ext cx="6343" cy="6345"/>
              </a:xfrm>
              <a:custGeom>
                <a:avLst/>
                <a:gdLst>
                  <a:gd name="connsiteX0" fmla="*/ 3430 w 6343"/>
                  <a:gd name="connsiteY0" fmla="*/ 6507 h 6345"/>
                  <a:gd name="connsiteX1" fmla="*/ 5672 w 6343"/>
                  <a:gd name="connsiteY1" fmla="*/ 5578 h 6345"/>
                  <a:gd name="connsiteX2" fmla="*/ 6601 w 6343"/>
                  <a:gd name="connsiteY2" fmla="*/ 3334 h 6345"/>
                  <a:gd name="connsiteX3" fmla="*/ 5672 w 6343"/>
                  <a:gd name="connsiteY3" fmla="*/ 1091 h 6345"/>
                  <a:gd name="connsiteX4" fmla="*/ 3430 w 6343"/>
                  <a:gd name="connsiteY4" fmla="*/ 162 h 6345"/>
                  <a:gd name="connsiteX5" fmla="*/ 1187 w 6343"/>
                  <a:gd name="connsiteY5" fmla="*/ 1091 h 6345"/>
                  <a:gd name="connsiteX6" fmla="*/ 258 w 6343"/>
                  <a:gd name="connsiteY6" fmla="*/ 3334 h 6345"/>
                  <a:gd name="connsiteX7" fmla="*/ 1187 w 6343"/>
                  <a:gd name="connsiteY7" fmla="*/ 5578 h 6345"/>
                  <a:gd name="connsiteX8" fmla="*/ 343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7"/>
                    </a:moveTo>
                    <a:cubicBezTo>
                      <a:pt x="4271" y="6507"/>
                      <a:pt x="5078" y="6173"/>
                      <a:pt x="5672" y="5578"/>
                    </a:cubicBezTo>
                    <a:cubicBezTo>
                      <a:pt x="6267" y="4983"/>
                      <a:pt x="6601" y="4176"/>
                      <a:pt x="6601" y="3334"/>
                    </a:cubicBezTo>
                    <a:cubicBezTo>
                      <a:pt x="6601" y="2493"/>
                      <a:pt x="6267" y="1686"/>
                      <a:pt x="5672" y="1091"/>
                    </a:cubicBezTo>
                    <a:cubicBezTo>
                      <a:pt x="5078" y="496"/>
                      <a:pt x="4271" y="162"/>
                      <a:pt x="3430" y="162"/>
                    </a:cubicBezTo>
                    <a:cubicBezTo>
                      <a:pt x="2589" y="162"/>
                      <a:pt x="1782" y="496"/>
                      <a:pt x="1187" y="1091"/>
                    </a:cubicBezTo>
                    <a:cubicBezTo>
                      <a:pt x="592" y="1686"/>
                      <a:pt x="258" y="2493"/>
                      <a:pt x="258" y="3334"/>
                    </a:cubicBezTo>
                    <a:cubicBezTo>
                      <a:pt x="258" y="4176"/>
                      <a:pt x="592" y="4983"/>
                      <a:pt x="1187" y="5578"/>
                    </a:cubicBezTo>
                    <a:cubicBezTo>
                      <a:pt x="1782" y="6173"/>
                      <a:pt x="2589" y="6507"/>
                      <a:pt x="343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50" name="Freeform: Shape 15549">
                <a:extLst>
                  <a:ext uri="{FF2B5EF4-FFF2-40B4-BE49-F238E27FC236}">
                    <a16:creationId xmlns:a16="http://schemas.microsoft.com/office/drawing/2014/main" id="{C1C8FA87-160A-A2EE-16D5-18CE2B6CCC6C}"/>
                  </a:ext>
                </a:extLst>
              </p:cNvPr>
              <p:cNvSpPr/>
              <p:nvPr/>
            </p:nvSpPr>
            <p:spPr>
              <a:xfrm>
                <a:off x="9684961" y="5534660"/>
                <a:ext cx="6343" cy="6345"/>
              </a:xfrm>
              <a:custGeom>
                <a:avLst/>
                <a:gdLst>
                  <a:gd name="connsiteX0" fmla="*/ 3430 w 6343"/>
                  <a:gd name="connsiteY0" fmla="*/ 6507 h 6345"/>
                  <a:gd name="connsiteX1" fmla="*/ 5672 w 6343"/>
                  <a:gd name="connsiteY1" fmla="*/ 5578 h 6345"/>
                  <a:gd name="connsiteX2" fmla="*/ 6601 w 6343"/>
                  <a:gd name="connsiteY2" fmla="*/ 3335 h 6345"/>
                  <a:gd name="connsiteX3" fmla="*/ 5672 w 6343"/>
                  <a:gd name="connsiteY3" fmla="*/ 1091 h 6345"/>
                  <a:gd name="connsiteX4" fmla="*/ 3430 w 6343"/>
                  <a:gd name="connsiteY4" fmla="*/ 162 h 6345"/>
                  <a:gd name="connsiteX5" fmla="*/ 1187 w 6343"/>
                  <a:gd name="connsiteY5" fmla="*/ 1091 h 6345"/>
                  <a:gd name="connsiteX6" fmla="*/ 258 w 6343"/>
                  <a:gd name="connsiteY6" fmla="*/ 3335 h 6345"/>
                  <a:gd name="connsiteX7" fmla="*/ 1187 w 6343"/>
                  <a:gd name="connsiteY7" fmla="*/ 5578 h 6345"/>
                  <a:gd name="connsiteX8" fmla="*/ 343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7"/>
                    </a:moveTo>
                    <a:cubicBezTo>
                      <a:pt x="4271" y="6507"/>
                      <a:pt x="5078" y="6173"/>
                      <a:pt x="5672" y="5578"/>
                    </a:cubicBezTo>
                    <a:cubicBezTo>
                      <a:pt x="6267" y="4983"/>
                      <a:pt x="6601" y="4176"/>
                      <a:pt x="6601" y="3335"/>
                    </a:cubicBezTo>
                    <a:cubicBezTo>
                      <a:pt x="6601" y="2493"/>
                      <a:pt x="6267" y="1686"/>
                      <a:pt x="5672" y="1091"/>
                    </a:cubicBezTo>
                    <a:cubicBezTo>
                      <a:pt x="5078" y="496"/>
                      <a:pt x="4271" y="162"/>
                      <a:pt x="3430" y="162"/>
                    </a:cubicBezTo>
                    <a:cubicBezTo>
                      <a:pt x="2589" y="162"/>
                      <a:pt x="1782" y="496"/>
                      <a:pt x="1187" y="1091"/>
                    </a:cubicBezTo>
                    <a:cubicBezTo>
                      <a:pt x="592" y="1686"/>
                      <a:pt x="258" y="2493"/>
                      <a:pt x="258" y="3335"/>
                    </a:cubicBezTo>
                    <a:cubicBezTo>
                      <a:pt x="258" y="4176"/>
                      <a:pt x="592" y="4983"/>
                      <a:pt x="1187" y="5578"/>
                    </a:cubicBezTo>
                    <a:cubicBezTo>
                      <a:pt x="1782" y="6173"/>
                      <a:pt x="2589" y="6507"/>
                      <a:pt x="343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51" name="Freeform: Shape 15550">
                <a:extLst>
                  <a:ext uri="{FF2B5EF4-FFF2-40B4-BE49-F238E27FC236}">
                    <a16:creationId xmlns:a16="http://schemas.microsoft.com/office/drawing/2014/main" id="{5A41DCEC-1109-6CFD-82A4-E912A25CC82D}"/>
                  </a:ext>
                </a:extLst>
              </p:cNvPr>
              <p:cNvSpPr/>
              <p:nvPr/>
            </p:nvSpPr>
            <p:spPr>
              <a:xfrm>
                <a:off x="9684033" y="5536693"/>
                <a:ext cx="6343" cy="6345"/>
              </a:xfrm>
              <a:custGeom>
                <a:avLst/>
                <a:gdLst>
                  <a:gd name="connsiteX0" fmla="*/ 3430 w 6343"/>
                  <a:gd name="connsiteY0" fmla="*/ 6508 h 6345"/>
                  <a:gd name="connsiteX1" fmla="*/ 5672 w 6343"/>
                  <a:gd name="connsiteY1" fmla="*/ 5578 h 6345"/>
                  <a:gd name="connsiteX2" fmla="*/ 6601 w 6343"/>
                  <a:gd name="connsiteY2" fmla="*/ 3335 h 6345"/>
                  <a:gd name="connsiteX3" fmla="*/ 5672 w 6343"/>
                  <a:gd name="connsiteY3" fmla="*/ 1091 h 6345"/>
                  <a:gd name="connsiteX4" fmla="*/ 3430 w 6343"/>
                  <a:gd name="connsiteY4" fmla="*/ 162 h 6345"/>
                  <a:gd name="connsiteX5" fmla="*/ 1187 w 6343"/>
                  <a:gd name="connsiteY5" fmla="*/ 1091 h 6345"/>
                  <a:gd name="connsiteX6" fmla="*/ 258 w 6343"/>
                  <a:gd name="connsiteY6" fmla="*/ 3335 h 6345"/>
                  <a:gd name="connsiteX7" fmla="*/ 1187 w 6343"/>
                  <a:gd name="connsiteY7" fmla="*/ 5578 h 6345"/>
                  <a:gd name="connsiteX8" fmla="*/ 343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30" y="6508"/>
                    </a:moveTo>
                    <a:cubicBezTo>
                      <a:pt x="4271" y="6508"/>
                      <a:pt x="5078" y="6173"/>
                      <a:pt x="5672" y="5578"/>
                    </a:cubicBezTo>
                    <a:cubicBezTo>
                      <a:pt x="6267" y="4983"/>
                      <a:pt x="6601" y="4176"/>
                      <a:pt x="6601" y="3335"/>
                    </a:cubicBezTo>
                    <a:cubicBezTo>
                      <a:pt x="6601" y="2493"/>
                      <a:pt x="6267" y="1686"/>
                      <a:pt x="5672" y="1091"/>
                    </a:cubicBezTo>
                    <a:cubicBezTo>
                      <a:pt x="5078" y="496"/>
                      <a:pt x="4271" y="162"/>
                      <a:pt x="3430" y="162"/>
                    </a:cubicBezTo>
                    <a:cubicBezTo>
                      <a:pt x="2589" y="162"/>
                      <a:pt x="1782" y="496"/>
                      <a:pt x="1187" y="1091"/>
                    </a:cubicBezTo>
                    <a:cubicBezTo>
                      <a:pt x="592" y="1686"/>
                      <a:pt x="258" y="2493"/>
                      <a:pt x="258" y="3335"/>
                    </a:cubicBezTo>
                    <a:cubicBezTo>
                      <a:pt x="258" y="4176"/>
                      <a:pt x="592" y="4983"/>
                      <a:pt x="1187" y="5578"/>
                    </a:cubicBezTo>
                    <a:cubicBezTo>
                      <a:pt x="1782" y="6173"/>
                      <a:pt x="2589" y="6508"/>
                      <a:pt x="343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52" name="Freeform: Shape 15551">
                <a:extLst>
                  <a:ext uri="{FF2B5EF4-FFF2-40B4-BE49-F238E27FC236}">
                    <a16:creationId xmlns:a16="http://schemas.microsoft.com/office/drawing/2014/main" id="{8E3D02DE-4683-4E04-3D1A-76CE4C37A6DD}"/>
                  </a:ext>
                </a:extLst>
              </p:cNvPr>
              <p:cNvSpPr/>
              <p:nvPr/>
            </p:nvSpPr>
            <p:spPr>
              <a:xfrm>
                <a:off x="9676158" y="5531613"/>
                <a:ext cx="6343" cy="6345"/>
              </a:xfrm>
              <a:custGeom>
                <a:avLst/>
                <a:gdLst>
                  <a:gd name="connsiteX0" fmla="*/ 3429 w 6343"/>
                  <a:gd name="connsiteY0" fmla="*/ 6507 h 6345"/>
                  <a:gd name="connsiteX1" fmla="*/ 5672 w 6343"/>
                  <a:gd name="connsiteY1" fmla="*/ 5578 h 6345"/>
                  <a:gd name="connsiteX2" fmla="*/ 6601 w 6343"/>
                  <a:gd name="connsiteY2" fmla="*/ 3334 h 6345"/>
                  <a:gd name="connsiteX3" fmla="*/ 5672 w 6343"/>
                  <a:gd name="connsiteY3" fmla="*/ 1091 h 6345"/>
                  <a:gd name="connsiteX4" fmla="*/ 3429 w 6343"/>
                  <a:gd name="connsiteY4" fmla="*/ 162 h 6345"/>
                  <a:gd name="connsiteX5" fmla="*/ 1186 w 6343"/>
                  <a:gd name="connsiteY5" fmla="*/ 1091 h 6345"/>
                  <a:gd name="connsiteX6" fmla="*/ 258 w 6343"/>
                  <a:gd name="connsiteY6" fmla="*/ 3334 h 6345"/>
                  <a:gd name="connsiteX7" fmla="*/ 1186 w 6343"/>
                  <a:gd name="connsiteY7" fmla="*/ 5578 h 6345"/>
                  <a:gd name="connsiteX8" fmla="*/ 342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07"/>
                    </a:moveTo>
                    <a:cubicBezTo>
                      <a:pt x="4270" y="6507"/>
                      <a:pt x="5077" y="6173"/>
                      <a:pt x="5672" y="5578"/>
                    </a:cubicBezTo>
                    <a:cubicBezTo>
                      <a:pt x="6266" y="4983"/>
                      <a:pt x="6601" y="4176"/>
                      <a:pt x="6601" y="3334"/>
                    </a:cubicBezTo>
                    <a:cubicBezTo>
                      <a:pt x="6601" y="2493"/>
                      <a:pt x="6266" y="1686"/>
                      <a:pt x="5672" y="1091"/>
                    </a:cubicBezTo>
                    <a:cubicBezTo>
                      <a:pt x="5077" y="496"/>
                      <a:pt x="4270" y="162"/>
                      <a:pt x="3429" y="162"/>
                    </a:cubicBezTo>
                    <a:cubicBezTo>
                      <a:pt x="2588" y="162"/>
                      <a:pt x="1781" y="496"/>
                      <a:pt x="1186" y="1091"/>
                    </a:cubicBezTo>
                    <a:cubicBezTo>
                      <a:pt x="592" y="1686"/>
                      <a:pt x="258" y="2493"/>
                      <a:pt x="258" y="3334"/>
                    </a:cubicBezTo>
                    <a:cubicBezTo>
                      <a:pt x="258" y="4176"/>
                      <a:pt x="592" y="4983"/>
                      <a:pt x="1186" y="5578"/>
                    </a:cubicBezTo>
                    <a:cubicBezTo>
                      <a:pt x="1781" y="6173"/>
                      <a:pt x="2588" y="6507"/>
                      <a:pt x="342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53" name="Freeform: Shape 15552">
                <a:extLst>
                  <a:ext uri="{FF2B5EF4-FFF2-40B4-BE49-F238E27FC236}">
                    <a16:creationId xmlns:a16="http://schemas.microsoft.com/office/drawing/2014/main" id="{18653CA4-CB54-84C4-DAFA-CFF27F2BF269}"/>
                  </a:ext>
                </a:extLst>
              </p:cNvPr>
              <p:cNvSpPr/>
              <p:nvPr/>
            </p:nvSpPr>
            <p:spPr>
              <a:xfrm>
                <a:off x="9671966" y="5530197"/>
                <a:ext cx="6343" cy="6345"/>
              </a:xfrm>
              <a:custGeom>
                <a:avLst/>
                <a:gdLst>
                  <a:gd name="connsiteX0" fmla="*/ 3429 w 6343"/>
                  <a:gd name="connsiteY0" fmla="*/ 6507 h 6345"/>
                  <a:gd name="connsiteX1" fmla="*/ 5671 w 6343"/>
                  <a:gd name="connsiteY1" fmla="*/ 5578 h 6345"/>
                  <a:gd name="connsiteX2" fmla="*/ 6600 w 6343"/>
                  <a:gd name="connsiteY2" fmla="*/ 3334 h 6345"/>
                  <a:gd name="connsiteX3" fmla="*/ 5671 w 6343"/>
                  <a:gd name="connsiteY3" fmla="*/ 1091 h 6345"/>
                  <a:gd name="connsiteX4" fmla="*/ 3429 w 6343"/>
                  <a:gd name="connsiteY4" fmla="*/ 162 h 6345"/>
                  <a:gd name="connsiteX5" fmla="*/ 1186 w 6343"/>
                  <a:gd name="connsiteY5" fmla="*/ 1091 h 6345"/>
                  <a:gd name="connsiteX6" fmla="*/ 257 w 6343"/>
                  <a:gd name="connsiteY6" fmla="*/ 3334 h 6345"/>
                  <a:gd name="connsiteX7" fmla="*/ 1186 w 6343"/>
                  <a:gd name="connsiteY7" fmla="*/ 5578 h 6345"/>
                  <a:gd name="connsiteX8" fmla="*/ 342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07"/>
                    </a:moveTo>
                    <a:cubicBezTo>
                      <a:pt x="4270" y="6507"/>
                      <a:pt x="5077" y="6173"/>
                      <a:pt x="5671" y="5578"/>
                    </a:cubicBezTo>
                    <a:cubicBezTo>
                      <a:pt x="6266" y="4983"/>
                      <a:pt x="6600" y="4176"/>
                      <a:pt x="6600" y="3334"/>
                    </a:cubicBezTo>
                    <a:cubicBezTo>
                      <a:pt x="6600" y="2493"/>
                      <a:pt x="6266" y="1686"/>
                      <a:pt x="5671" y="1091"/>
                    </a:cubicBezTo>
                    <a:cubicBezTo>
                      <a:pt x="5077" y="496"/>
                      <a:pt x="4270" y="162"/>
                      <a:pt x="3429" y="162"/>
                    </a:cubicBezTo>
                    <a:cubicBezTo>
                      <a:pt x="2588" y="162"/>
                      <a:pt x="1781" y="496"/>
                      <a:pt x="1186" y="1091"/>
                    </a:cubicBezTo>
                    <a:cubicBezTo>
                      <a:pt x="591" y="1686"/>
                      <a:pt x="257" y="2493"/>
                      <a:pt x="257" y="3334"/>
                    </a:cubicBezTo>
                    <a:cubicBezTo>
                      <a:pt x="257" y="4176"/>
                      <a:pt x="591" y="4983"/>
                      <a:pt x="1186" y="5578"/>
                    </a:cubicBezTo>
                    <a:cubicBezTo>
                      <a:pt x="1781" y="6173"/>
                      <a:pt x="2588" y="6507"/>
                      <a:pt x="342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54" name="Freeform: Shape 15553">
                <a:extLst>
                  <a:ext uri="{FF2B5EF4-FFF2-40B4-BE49-F238E27FC236}">
                    <a16:creationId xmlns:a16="http://schemas.microsoft.com/office/drawing/2014/main" id="{F23B01FF-315B-2CF1-EB30-5D7B98DB0DC5}"/>
                  </a:ext>
                </a:extLst>
              </p:cNvPr>
              <p:cNvSpPr/>
              <p:nvPr/>
            </p:nvSpPr>
            <p:spPr>
              <a:xfrm>
                <a:off x="9669428" y="5530449"/>
                <a:ext cx="6343" cy="6345"/>
              </a:xfrm>
              <a:custGeom>
                <a:avLst/>
                <a:gdLst>
                  <a:gd name="connsiteX0" fmla="*/ 3429 w 6343"/>
                  <a:gd name="connsiteY0" fmla="*/ 6507 h 6345"/>
                  <a:gd name="connsiteX1" fmla="*/ 5671 w 6343"/>
                  <a:gd name="connsiteY1" fmla="*/ 5578 h 6345"/>
                  <a:gd name="connsiteX2" fmla="*/ 6600 w 6343"/>
                  <a:gd name="connsiteY2" fmla="*/ 3334 h 6345"/>
                  <a:gd name="connsiteX3" fmla="*/ 5671 w 6343"/>
                  <a:gd name="connsiteY3" fmla="*/ 1091 h 6345"/>
                  <a:gd name="connsiteX4" fmla="*/ 3429 w 6343"/>
                  <a:gd name="connsiteY4" fmla="*/ 162 h 6345"/>
                  <a:gd name="connsiteX5" fmla="*/ 1186 w 6343"/>
                  <a:gd name="connsiteY5" fmla="*/ 1091 h 6345"/>
                  <a:gd name="connsiteX6" fmla="*/ 257 w 6343"/>
                  <a:gd name="connsiteY6" fmla="*/ 3334 h 6345"/>
                  <a:gd name="connsiteX7" fmla="*/ 1186 w 6343"/>
                  <a:gd name="connsiteY7" fmla="*/ 5578 h 6345"/>
                  <a:gd name="connsiteX8" fmla="*/ 342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507"/>
                    </a:moveTo>
                    <a:cubicBezTo>
                      <a:pt x="4270" y="6507"/>
                      <a:pt x="5076" y="6173"/>
                      <a:pt x="5671" y="5578"/>
                    </a:cubicBezTo>
                    <a:cubicBezTo>
                      <a:pt x="6266" y="4983"/>
                      <a:pt x="6600" y="4176"/>
                      <a:pt x="6600" y="3334"/>
                    </a:cubicBezTo>
                    <a:cubicBezTo>
                      <a:pt x="6600" y="2493"/>
                      <a:pt x="6266" y="1686"/>
                      <a:pt x="5671" y="1091"/>
                    </a:cubicBezTo>
                    <a:cubicBezTo>
                      <a:pt x="5076" y="496"/>
                      <a:pt x="4270" y="162"/>
                      <a:pt x="3429" y="162"/>
                    </a:cubicBezTo>
                    <a:cubicBezTo>
                      <a:pt x="2587" y="162"/>
                      <a:pt x="1781" y="496"/>
                      <a:pt x="1186" y="1091"/>
                    </a:cubicBezTo>
                    <a:cubicBezTo>
                      <a:pt x="591" y="1686"/>
                      <a:pt x="257" y="2493"/>
                      <a:pt x="257" y="3334"/>
                    </a:cubicBezTo>
                    <a:cubicBezTo>
                      <a:pt x="257" y="4176"/>
                      <a:pt x="591" y="4983"/>
                      <a:pt x="1186" y="5578"/>
                    </a:cubicBezTo>
                    <a:cubicBezTo>
                      <a:pt x="1781" y="6173"/>
                      <a:pt x="2587" y="6507"/>
                      <a:pt x="342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55" name="Freeform: Shape 15554">
                <a:extLst>
                  <a:ext uri="{FF2B5EF4-FFF2-40B4-BE49-F238E27FC236}">
                    <a16:creationId xmlns:a16="http://schemas.microsoft.com/office/drawing/2014/main" id="{602DD311-4536-D897-EFFE-98300BBD8F8E}"/>
                  </a:ext>
                </a:extLst>
              </p:cNvPr>
              <p:cNvSpPr/>
              <p:nvPr/>
            </p:nvSpPr>
            <p:spPr>
              <a:xfrm>
                <a:off x="9667186" y="5530988"/>
                <a:ext cx="6343" cy="6345"/>
              </a:xfrm>
              <a:custGeom>
                <a:avLst/>
                <a:gdLst>
                  <a:gd name="connsiteX0" fmla="*/ 3428 w 6343"/>
                  <a:gd name="connsiteY0" fmla="*/ 6507 h 6345"/>
                  <a:gd name="connsiteX1" fmla="*/ 5671 w 6343"/>
                  <a:gd name="connsiteY1" fmla="*/ 5578 h 6345"/>
                  <a:gd name="connsiteX2" fmla="*/ 6600 w 6343"/>
                  <a:gd name="connsiteY2" fmla="*/ 3334 h 6345"/>
                  <a:gd name="connsiteX3" fmla="*/ 5671 w 6343"/>
                  <a:gd name="connsiteY3" fmla="*/ 1091 h 6345"/>
                  <a:gd name="connsiteX4" fmla="*/ 3428 w 6343"/>
                  <a:gd name="connsiteY4" fmla="*/ 162 h 6345"/>
                  <a:gd name="connsiteX5" fmla="*/ 1186 w 6343"/>
                  <a:gd name="connsiteY5" fmla="*/ 1091 h 6345"/>
                  <a:gd name="connsiteX6" fmla="*/ 257 w 6343"/>
                  <a:gd name="connsiteY6" fmla="*/ 3334 h 6345"/>
                  <a:gd name="connsiteX7" fmla="*/ 1186 w 6343"/>
                  <a:gd name="connsiteY7" fmla="*/ 5578 h 6345"/>
                  <a:gd name="connsiteX8" fmla="*/ 342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7"/>
                    </a:moveTo>
                    <a:cubicBezTo>
                      <a:pt x="4269" y="6507"/>
                      <a:pt x="5076" y="6173"/>
                      <a:pt x="5671" y="5578"/>
                    </a:cubicBezTo>
                    <a:cubicBezTo>
                      <a:pt x="6266" y="4983"/>
                      <a:pt x="6600" y="4176"/>
                      <a:pt x="6600" y="3334"/>
                    </a:cubicBezTo>
                    <a:cubicBezTo>
                      <a:pt x="6600" y="2493"/>
                      <a:pt x="6266" y="1686"/>
                      <a:pt x="5671" y="1091"/>
                    </a:cubicBezTo>
                    <a:cubicBezTo>
                      <a:pt x="5076" y="496"/>
                      <a:pt x="4269" y="162"/>
                      <a:pt x="3428" y="162"/>
                    </a:cubicBezTo>
                    <a:cubicBezTo>
                      <a:pt x="2587" y="162"/>
                      <a:pt x="1781" y="496"/>
                      <a:pt x="1186" y="1091"/>
                    </a:cubicBezTo>
                    <a:cubicBezTo>
                      <a:pt x="591" y="1686"/>
                      <a:pt x="257" y="2493"/>
                      <a:pt x="257" y="3334"/>
                    </a:cubicBezTo>
                    <a:cubicBezTo>
                      <a:pt x="257" y="4176"/>
                      <a:pt x="591" y="4983"/>
                      <a:pt x="1186" y="5578"/>
                    </a:cubicBezTo>
                    <a:cubicBezTo>
                      <a:pt x="1781" y="6173"/>
                      <a:pt x="2587" y="6507"/>
                      <a:pt x="342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56" name="Freeform: Shape 15555">
                <a:extLst>
                  <a:ext uri="{FF2B5EF4-FFF2-40B4-BE49-F238E27FC236}">
                    <a16:creationId xmlns:a16="http://schemas.microsoft.com/office/drawing/2014/main" id="{69AA42E5-1917-A23B-C3CA-E750BA66F72B}"/>
                  </a:ext>
                </a:extLst>
              </p:cNvPr>
              <p:cNvSpPr/>
              <p:nvPr/>
            </p:nvSpPr>
            <p:spPr>
              <a:xfrm>
                <a:off x="9664657" y="5531197"/>
                <a:ext cx="6343" cy="6345"/>
              </a:xfrm>
              <a:custGeom>
                <a:avLst/>
                <a:gdLst>
                  <a:gd name="connsiteX0" fmla="*/ 3428 w 6343"/>
                  <a:gd name="connsiteY0" fmla="*/ 6507 h 6345"/>
                  <a:gd name="connsiteX1" fmla="*/ 5671 w 6343"/>
                  <a:gd name="connsiteY1" fmla="*/ 5578 h 6345"/>
                  <a:gd name="connsiteX2" fmla="*/ 6600 w 6343"/>
                  <a:gd name="connsiteY2" fmla="*/ 3334 h 6345"/>
                  <a:gd name="connsiteX3" fmla="*/ 5671 w 6343"/>
                  <a:gd name="connsiteY3" fmla="*/ 1091 h 6345"/>
                  <a:gd name="connsiteX4" fmla="*/ 3428 w 6343"/>
                  <a:gd name="connsiteY4" fmla="*/ 162 h 6345"/>
                  <a:gd name="connsiteX5" fmla="*/ 1186 w 6343"/>
                  <a:gd name="connsiteY5" fmla="*/ 1091 h 6345"/>
                  <a:gd name="connsiteX6" fmla="*/ 257 w 6343"/>
                  <a:gd name="connsiteY6" fmla="*/ 3334 h 6345"/>
                  <a:gd name="connsiteX7" fmla="*/ 1186 w 6343"/>
                  <a:gd name="connsiteY7" fmla="*/ 5578 h 6345"/>
                  <a:gd name="connsiteX8" fmla="*/ 342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7"/>
                    </a:moveTo>
                    <a:cubicBezTo>
                      <a:pt x="4269" y="6507"/>
                      <a:pt x="5076" y="6173"/>
                      <a:pt x="5671" y="5578"/>
                    </a:cubicBezTo>
                    <a:cubicBezTo>
                      <a:pt x="6266" y="4983"/>
                      <a:pt x="6600" y="4176"/>
                      <a:pt x="6600" y="3334"/>
                    </a:cubicBezTo>
                    <a:cubicBezTo>
                      <a:pt x="6600" y="2493"/>
                      <a:pt x="6266" y="1686"/>
                      <a:pt x="5671" y="1091"/>
                    </a:cubicBezTo>
                    <a:cubicBezTo>
                      <a:pt x="5076" y="496"/>
                      <a:pt x="4269" y="162"/>
                      <a:pt x="3428" y="162"/>
                    </a:cubicBezTo>
                    <a:cubicBezTo>
                      <a:pt x="2587" y="162"/>
                      <a:pt x="1780" y="496"/>
                      <a:pt x="1186" y="1091"/>
                    </a:cubicBezTo>
                    <a:cubicBezTo>
                      <a:pt x="591" y="1686"/>
                      <a:pt x="257" y="2493"/>
                      <a:pt x="257" y="3334"/>
                    </a:cubicBezTo>
                    <a:cubicBezTo>
                      <a:pt x="257" y="4176"/>
                      <a:pt x="591" y="4983"/>
                      <a:pt x="1186" y="5578"/>
                    </a:cubicBezTo>
                    <a:cubicBezTo>
                      <a:pt x="1780" y="6173"/>
                      <a:pt x="2587" y="6507"/>
                      <a:pt x="342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57" name="Freeform: Shape 15556">
                <a:extLst>
                  <a:ext uri="{FF2B5EF4-FFF2-40B4-BE49-F238E27FC236}">
                    <a16:creationId xmlns:a16="http://schemas.microsoft.com/office/drawing/2014/main" id="{22223ADA-226E-D4EC-499E-B7A834C6CC7F}"/>
                  </a:ext>
                </a:extLst>
              </p:cNvPr>
              <p:cNvSpPr/>
              <p:nvPr/>
            </p:nvSpPr>
            <p:spPr>
              <a:xfrm>
                <a:off x="9662011" y="5531251"/>
                <a:ext cx="6343" cy="6345"/>
              </a:xfrm>
              <a:custGeom>
                <a:avLst/>
                <a:gdLst>
                  <a:gd name="connsiteX0" fmla="*/ 3428 w 6343"/>
                  <a:gd name="connsiteY0" fmla="*/ 6507 h 6345"/>
                  <a:gd name="connsiteX1" fmla="*/ 5671 w 6343"/>
                  <a:gd name="connsiteY1" fmla="*/ 5578 h 6345"/>
                  <a:gd name="connsiteX2" fmla="*/ 6600 w 6343"/>
                  <a:gd name="connsiteY2" fmla="*/ 3334 h 6345"/>
                  <a:gd name="connsiteX3" fmla="*/ 5671 w 6343"/>
                  <a:gd name="connsiteY3" fmla="*/ 1091 h 6345"/>
                  <a:gd name="connsiteX4" fmla="*/ 3428 w 6343"/>
                  <a:gd name="connsiteY4" fmla="*/ 162 h 6345"/>
                  <a:gd name="connsiteX5" fmla="*/ 1185 w 6343"/>
                  <a:gd name="connsiteY5" fmla="*/ 1091 h 6345"/>
                  <a:gd name="connsiteX6" fmla="*/ 256 w 6343"/>
                  <a:gd name="connsiteY6" fmla="*/ 3334 h 6345"/>
                  <a:gd name="connsiteX7" fmla="*/ 1185 w 6343"/>
                  <a:gd name="connsiteY7" fmla="*/ 5578 h 6345"/>
                  <a:gd name="connsiteX8" fmla="*/ 342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7"/>
                    </a:moveTo>
                    <a:cubicBezTo>
                      <a:pt x="4269" y="6507"/>
                      <a:pt x="5076" y="6173"/>
                      <a:pt x="5671" y="5578"/>
                    </a:cubicBezTo>
                    <a:cubicBezTo>
                      <a:pt x="6265" y="4983"/>
                      <a:pt x="6600" y="4176"/>
                      <a:pt x="6600" y="3334"/>
                    </a:cubicBezTo>
                    <a:cubicBezTo>
                      <a:pt x="6600" y="2493"/>
                      <a:pt x="6265" y="1686"/>
                      <a:pt x="5671" y="1091"/>
                    </a:cubicBezTo>
                    <a:cubicBezTo>
                      <a:pt x="5076" y="496"/>
                      <a:pt x="4269" y="162"/>
                      <a:pt x="3428" y="162"/>
                    </a:cubicBezTo>
                    <a:cubicBezTo>
                      <a:pt x="2587" y="162"/>
                      <a:pt x="1780" y="496"/>
                      <a:pt x="1185" y="1091"/>
                    </a:cubicBezTo>
                    <a:cubicBezTo>
                      <a:pt x="591" y="1686"/>
                      <a:pt x="256" y="2493"/>
                      <a:pt x="256" y="3334"/>
                    </a:cubicBezTo>
                    <a:cubicBezTo>
                      <a:pt x="256" y="4176"/>
                      <a:pt x="591" y="4983"/>
                      <a:pt x="1185" y="5578"/>
                    </a:cubicBezTo>
                    <a:cubicBezTo>
                      <a:pt x="1780" y="6173"/>
                      <a:pt x="2587" y="6507"/>
                      <a:pt x="342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58" name="Freeform: Shape 15557">
                <a:extLst>
                  <a:ext uri="{FF2B5EF4-FFF2-40B4-BE49-F238E27FC236}">
                    <a16:creationId xmlns:a16="http://schemas.microsoft.com/office/drawing/2014/main" id="{D80841A6-B138-A2A8-7A0E-31A4FF4C85A9}"/>
                  </a:ext>
                </a:extLst>
              </p:cNvPr>
              <p:cNvSpPr/>
              <p:nvPr/>
            </p:nvSpPr>
            <p:spPr>
              <a:xfrm>
                <a:off x="9659373" y="5531281"/>
                <a:ext cx="6343" cy="6345"/>
              </a:xfrm>
              <a:custGeom>
                <a:avLst/>
                <a:gdLst>
                  <a:gd name="connsiteX0" fmla="*/ 3428 w 6343"/>
                  <a:gd name="connsiteY0" fmla="*/ 6507 h 6345"/>
                  <a:gd name="connsiteX1" fmla="*/ 5670 w 6343"/>
                  <a:gd name="connsiteY1" fmla="*/ 5578 h 6345"/>
                  <a:gd name="connsiteX2" fmla="*/ 6599 w 6343"/>
                  <a:gd name="connsiteY2" fmla="*/ 3334 h 6345"/>
                  <a:gd name="connsiteX3" fmla="*/ 5670 w 6343"/>
                  <a:gd name="connsiteY3" fmla="*/ 1091 h 6345"/>
                  <a:gd name="connsiteX4" fmla="*/ 3428 w 6343"/>
                  <a:gd name="connsiteY4" fmla="*/ 162 h 6345"/>
                  <a:gd name="connsiteX5" fmla="*/ 1185 w 6343"/>
                  <a:gd name="connsiteY5" fmla="*/ 1091 h 6345"/>
                  <a:gd name="connsiteX6" fmla="*/ 256 w 6343"/>
                  <a:gd name="connsiteY6" fmla="*/ 3334 h 6345"/>
                  <a:gd name="connsiteX7" fmla="*/ 1185 w 6343"/>
                  <a:gd name="connsiteY7" fmla="*/ 5578 h 6345"/>
                  <a:gd name="connsiteX8" fmla="*/ 342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7"/>
                    </a:moveTo>
                    <a:cubicBezTo>
                      <a:pt x="4269" y="6507"/>
                      <a:pt x="5076" y="6173"/>
                      <a:pt x="5670" y="5578"/>
                    </a:cubicBezTo>
                    <a:cubicBezTo>
                      <a:pt x="6265" y="4983"/>
                      <a:pt x="6599" y="4176"/>
                      <a:pt x="6599" y="3334"/>
                    </a:cubicBezTo>
                    <a:cubicBezTo>
                      <a:pt x="6599" y="2493"/>
                      <a:pt x="6265" y="1686"/>
                      <a:pt x="5670" y="1091"/>
                    </a:cubicBezTo>
                    <a:cubicBezTo>
                      <a:pt x="5076" y="496"/>
                      <a:pt x="4269" y="162"/>
                      <a:pt x="3428" y="162"/>
                    </a:cubicBezTo>
                    <a:cubicBezTo>
                      <a:pt x="2587" y="162"/>
                      <a:pt x="1780" y="496"/>
                      <a:pt x="1185" y="1091"/>
                    </a:cubicBezTo>
                    <a:cubicBezTo>
                      <a:pt x="590" y="1686"/>
                      <a:pt x="256" y="2493"/>
                      <a:pt x="256" y="3334"/>
                    </a:cubicBezTo>
                    <a:cubicBezTo>
                      <a:pt x="256" y="4176"/>
                      <a:pt x="590" y="4983"/>
                      <a:pt x="1185" y="5578"/>
                    </a:cubicBezTo>
                    <a:cubicBezTo>
                      <a:pt x="1780" y="6173"/>
                      <a:pt x="2587" y="6507"/>
                      <a:pt x="342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59" name="Freeform: Shape 15558">
                <a:extLst>
                  <a:ext uri="{FF2B5EF4-FFF2-40B4-BE49-F238E27FC236}">
                    <a16:creationId xmlns:a16="http://schemas.microsoft.com/office/drawing/2014/main" id="{9D3FFA61-0669-9D06-E8C2-3518B1B971A5}"/>
                  </a:ext>
                </a:extLst>
              </p:cNvPr>
              <p:cNvSpPr/>
              <p:nvPr/>
            </p:nvSpPr>
            <p:spPr>
              <a:xfrm>
                <a:off x="9656299" y="5530791"/>
                <a:ext cx="6343" cy="6345"/>
              </a:xfrm>
              <a:custGeom>
                <a:avLst/>
                <a:gdLst>
                  <a:gd name="connsiteX0" fmla="*/ 3428 w 6343"/>
                  <a:gd name="connsiteY0" fmla="*/ 6507 h 6345"/>
                  <a:gd name="connsiteX1" fmla="*/ 5670 w 6343"/>
                  <a:gd name="connsiteY1" fmla="*/ 5578 h 6345"/>
                  <a:gd name="connsiteX2" fmla="*/ 6599 w 6343"/>
                  <a:gd name="connsiteY2" fmla="*/ 3334 h 6345"/>
                  <a:gd name="connsiteX3" fmla="*/ 5670 w 6343"/>
                  <a:gd name="connsiteY3" fmla="*/ 1091 h 6345"/>
                  <a:gd name="connsiteX4" fmla="*/ 3428 w 6343"/>
                  <a:gd name="connsiteY4" fmla="*/ 162 h 6345"/>
                  <a:gd name="connsiteX5" fmla="*/ 1185 w 6343"/>
                  <a:gd name="connsiteY5" fmla="*/ 1091 h 6345"/>
                  <a:gd name="connsiteX6" fmla="*/ 256 w 6343"/>
                  <a:gd name="connsiteY6" fmla="*/ 3334 h 6345"/>
                  <a:gd name="connsiteX7" fmla="*/ 1185 w 6343"/>
                  <a:gd name="connsiteY7" fmla="*/ 5578 h 6345"/>
                  <a:gd name="connsiteX8" fmla="*/ 342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7"/>
                    </a:moveTo>
                    <a:cubicBezTo>
                      <a:pt x="4269" y="6507"/>
                      <a:pt x="5075" y="6173"/>
                      <a:pt x="5670" y="5578"/>
                    </a:cubicBezTo>
                    <a:cubicBezTo>
                      <a:pt x="6265" y="4983"/>
                      <a:pt x="6599" y="4176"/>
                      <a:pt x="6599" y="3334"/>
                    </a:cubicBezTo>
                    <a:cubicBezTo>
                      <a:pt x="6599" y="2493"/>
                      <a:pt x="6265" y="1686"/>
                      <a:pt x="5670" y="1091"/>
                    </a:cubicBezTo>
                    <a:cubicBezTo>
                      <a:pt x="5075" y="496"/>
                      <a:pt x="4269" y="162"/>
                      <a:pt x="3428" y="162"/>
                    </a:cubicBezTo>
                    <a:cubicBezTo>
                      <a:pt x="2586" y="162"/>
                      <a:pt x="1780" y="496"/>
                      <a:pt x="1185" y="1091"/>
                    </a:cubicBezTo>
                    <a:cubicBezTo>
                      <a:pt x="590" y="1686"/>
                      <a:pt x="256" y="2493"/>
                      <a:pt x="256" y="3334"/>
                    </a:cubicBezTo>
                    <a:cubicBezTo>
                      <a:pt x="256" y="4176"/>
                      <a:pt x="590" y="4983"/>
                      <a:pt x="1185" y="5578"/>
                    </a:cubicBezTo>
                    <a:cubicBezTo>
                      <a:pt x="1780" y="6173"/>
                      <a:pt x="2586" y="6507"/>
                      <a:pt x="342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60" name="Freeform: Shape 15559">
                <a:extLst>
                  <a:ext uri="{FF2B5EF4-FFF2-40B4-BE49-F238E27FC236}">
                    <a16:creationId xmlns:a16="http://schemas.microsoft.com/office/drawing/2014/main" id="{430A087F-D7B3-D4D4-245C-E6079D7B0C57}"/>
                  </a:ext>
                </a:extLst>
              </p:cNvPr>
              <p:cNvSpPr/>
              <p:nvPr/>
            </p:nvSpPr>
            <p:spPr>
              <a:xfrm>
                <a:off x="9653279" y="5530318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70 w 6343"/>
                  <a:gd name="connsiteY1" fmla="*/ 5578 h 6345"/>
                  <a:gd name="connsiteX2" fmla="*/ 6599 w 6343"/>
                  <a:gd name="connsiteY2" fmla="*/ 3334 h 6345"/>
                  <a:gd name="connsiteX3" fmla="*/ 5670 w 6343"/>
                  <a:gd name="connsiteY3" fmla="*/ 1091 h 6345"/>
                  <a:gd name="connsiteX4" fmla="*/ 3427 w 6343"/>
                  <a:gd name="connsiteY4" fmla="*/ 162 h 6345"/>
                  <a:gd name="connsiteX5" fmla="*/ 1185 w 6343"/>
                  <a:gd name="connsiteY5" fmla="*/ 1091 h 6345"/>
                  <a:gd name="connsiteX6" fmla="*/ 256 w 6343"/>
                  <a:gd name="connsiteY6" fmla="*/ 3334 h 6345"/>
                  <a:gd name="connsiteX7" fmla="*/ 1185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8" y="6507"/>
                      <a:pt x="5075" y="6173"/>
                      <a:pt x="5670" y="5578"/>
                    </a:cubicBezTo>
                    <a:cubicBezTo>
                      <a:pt x="6265" y="4983"/>
                      <a:pt x="6599" y="4176"/>
                      <a:pt x="6599" y="3334"/>
                    </a:cubicBezTo>
                    <a:cubicBezTo>
                      <a:pt x="6599" y="2493"/>
                      <a:pt x="6265" y="1686"/>
                      <a:pt x="5670" y="1091"/>
                    </a:cubicBezTo>
                    <a:cubicBezTo>
                      <a:pt x="5075" y="496"/>
                      <a:pt x="4268" y="162"/>
                      <a:pt x="3427" y="162"/>
                    </a:cubicBezTo>
                    <a:cubicBezTo>
                      <a:pt x="2586" y="162"/>
                      <a:pt x="1779" y="496"/>
                      <a:pt x="1185" y="1091"/>
                    </a:cubicBezTo>
                    <a:cubicBezTo>
                      <a:pt x="590" y="1686"/>
                      <a:pt x="256" y="2493"/>
                      <a:pt x="256" y="3334"/>
                    </a:cubicBezTo>
                    <a:cubicBezTo>
                      <a:pt x="256" y="4176"/>
                      <a:pt x="590" y="4983"/>
                      <a:pt x="1185" y="5578"/>
                    </a:cubicBezTo>
                    <a:cubicBezTo>
                      <a:pt x="1779" y="6173"/>
                      <a:pt x="2586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61" name="Freeform: Shape 15560">
                <a:extLst>
                  <a:ext uri="{FF2B5EF4-FFF2-40B4-BE49-F238E27FC236}">
                    <a16:creationId xmlns:a16="http://schemas.microsoft.com/office/drawing/2014/main" id="{F6296D9E-C474-E784-CD48-E4C3158DC1FE}"/>
                  </a:ext>
                </a:extLst>
              </p:cNvPr>
              <p:cNvSpPr/>
              <p:nvPr/>
            </p:nvSpPr>
            <p:spPr>
              <a:xfrm>
                <a:off x="9650711" y="5530318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70 w 6343"/>
                  <a:gd name="connsiteY1" fmla="*/ 5578 h 6345"/>
                  <a:gd name="connsiteX2" fmla="*/ 6599 w 6343"/>
                  <a:gd name="connsiteY2" fmla="*/ 3334 h 6345"/>
                  <a:gd name="connsiteX3" fmla="*/ 5670 w 6343"/>
                  <a:gd name="connsiteY3" fmla="*/ 1091 h 6345"/>
                  <a:gd name="connsiteX4" fmla="*/ 3427 w 6343"/>
                  <a:gd name="connsiteY4" fmla="*/ 162 h 6345"/>
                  <a:gd name="connsiteX5" fmla="*/ 1184 w 6343"/>
                  <a:gd name="connsiteY5" fmla="*/ 1091 h 6345"/>
                  <a:gd name="connsiteX6" fmla="*/ 256 w 6343"/>
                  <a:gd name="connsiteY6" fmla="*/ 3334 h 6345"/>
                  <a:gd name="connsiteX7" fmla="*/ 1184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8" y="6507"/>
                      <a:pt x="5075" y="6173"/>
                      <a:pt x="5670" y="5578"/>
                    </a:cubicBezTo>
                    <a:cubicBezTo>
                      <a:pt x="6264" y="4983"/>
                      <a:pt x="6599" y="4176"/>
                      <a:pt x="6599" y="3334"/>
                    </a:cubicBezTo>
                    <a:cubicBezTo>
                      <a:pt x="6599" y="2493"/>
                      <a:pt x="6264" y="1686"/>
                      <a:pt x="5670" y="1091"/>
                    </a:cubicBezTo>
                    <a:cubicBezTo>
                      <a:pt x="5075" y="496"/>
                      <a:pt x="4268" y="162"/>
                      <a:pt x="3427" y="162"/>
                    </a:cubicBezTo>
                    <a:cubicBezTo>
                      <a:pt x="2586" y="162"/>
                      <a:pt x="1779" y="496"/>
                      <a:pt x="1184" y="1091"/>
                    </a:cubicBezTo>
                    <a:cubicBezTo>
                      <a:pt x="590" y="1686"/>
                      <a:pt x="256" y="2493"/>
                      <a:pt x="256" y="3334"/>
                    </a:cubicBezTo>
                    <a:cubicBezTo>
                      <a:pt x="256" y="4176"/>
                      <a:pt x="590" y="4983"/>
                      <a:pt x="1184" y="5578"/>
                    </a:cubicBezTo>
                    <a:cubicBezTo>
                      <a:pt x="1779" y="6173"/>
                      <a:pt x="2586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62" name="Freeform: Shape 15561">
                <a:extLst>
                  <a:ext uri="{FF2B5EF4-FFF2-40B4-BE49-F238E27FC236}">
                    <a16:creationId xmlns:a16="http://schemas.microsoft.com/office/drawing/2014/main" id="{7A2DB7EA-09F7-B42D-CE4A-274D5A301AD0}"/>
                  </a:ext>
                </a:extLst>
              </p:cNvPr>
              <p:cNvSpPr/>
              <p:nvPr/>
            </p:nvSpPr>
            <p:spPr>
              <a:xfrm>
                <a:off x="9648546" y="5530755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70 w 6343"/>
                  <a:gd name="connsiteY1" fmla="*/ 5578 h 6345"/>
                  <a:gd name="connsiteX2" fmla="*/ 6598 w 6343"/>
                  <a:gd name="connsiteY2" fmla="*/ 3334 h 6345"/>
                  <a:gd name="connsiteX3" fmla="*/ 5670 w 6343"/>
                  <a:gd name="connsiteY3" fmla="*/ 1091 h 6345"/>
                  <a:gd name="connsiteX4" fmla="*/ 3427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4 h 6345"/>
                  <a:gd name="connsiteX7" fmla="*/ 1184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8" y="6507"/>
                      <a:pt x="5075" y="6173"/>
                      <a:pt x="5670" y="5578"/>
                    </a:cubicBezTo>
                    <a:cubicBezTo>
                      <a:pt x="6264" y="4983"/>
                      <a:pt x="6598" y="4176"/>
                      <a:pt x="6598" y="3334"/>
                    </a:cubicBezTo>
                    <a:cubicBezTo>
                      <a:pt x="6598" y="2493"/>
                      <a:pt x="6264" y="1686"/>
                      <a:pt x="5670" y="1091"/>
                    </a:cubicBezTo>
                    <a:cubicBezTo>
                      <a:pt x="5075" y="496"/>
                      <a:pt x="4268" y="162"/>
                      <a:pt x="3427" y="162"/>
                    </a:cubicBezTo>
                    <a:cubicBezTo>
                      <a:pt x="2586" y="162"/>
                      <a:pt x="1779" y="496"/>
                      <a:pt x="1184" y="1091"/>
                    </a:cubicBezTo>
                    <a:cubicBezTo>
                      <a:pt x="590" y="1686"/>
                      <a:pt x="255" y="2493"/>
                      <a:pt x="255" y="3334"/>
                    </a:cubicBezTo>
                    <a:cubicBezTo>
                      <a:pt x="255" y="4176"/>
                      <a:pt x="590" y="4983"/>
                      <a:pt x="1184" y="5578"/>
                    </a:cubicBezTo>
                    <a:cubicBezTo>
                      <a:pt x="1779" y="6173"/>
                      <a:pt x="2586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63" name="Freeform: Shape 15562">
                <a:extLst>
                  <a:ext uri="{FF2B5EF4-FFF2-40B4-BE49-F238E27FC236}">
                    <a16:creationId xmlns:a16="http://schemas.microsoft.com/office/drawing/2014/main" id="{E268D457-A637-5243-0C10-3C6817494CE8}"/>
                  </a:ext>
                </a:extLst>
              </p:cNvPr>
              <p:cNvSpPr/>
              <p:nvPr/>
            </p:nvSpPr>
            <p:spPr>
              <a:xfrm>
                <a:off x="9646737" y="5531589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4 h 6345"/>
                  <a:gd name="connsiteX3" fmla="*/ 5669 w 6343"/>
                  <a:gd name="connsiteY3" fmla="*/ 1091 h 6345"/>
                  <a:gd name="connsiteX4" fmla="*/ 3427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4 h 6345"/>
                  <a:gd name="connsiteX7" fmla="*/ 1184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8" y="6507"/>
                      <a:pt x="5075" y="6173"/>
                      <a:pt x="5669" y="5578"/>
                    </a:cubicBezTo>
                    <a:cubicBezTo>
                      <a:pt x="6264" y="4983"/>
                      <a:pt x="6598" y="4176"/>
                      <a:pt x="6598" y="3334"/>
                    </a:cubicBezTo>
                    <a:cubicBezTo>
                      <a:pt x="6598" y="2493"/>
                      <a:pt x="6264" y="1686"/>
                      <a:pt x="5669" y="1091"/>
                    </a:cubicBezTo>
                    <a:cubicBezTo>
                      <a:pt x="5075" y="496"/>
                      <a:pt x="4268" y="162"/>
                      <a:pt x="3427" y="162"/>
                    </a:cubicBezTo>
                    <a:cubicBezTo>
                      <a:pt x="2586" y="162"/>
                      <a:pt x="1779" y="496"/>
                      <a:pt x="1184" y="1091"/>
                    </a:cubicBezTo>
                    <a:cubicBezTo>
                      <a:pt x="589" y="1686"/>
                      <a:pt x="255" y="2493"/>
                      <a:pt x="255" y="3334"/>
                    </a:cubicBezTo>
                    <a:cubicBezTo>
                      <a:pt x="255" y="4176"/>
                      <a:pt x="589" y="4983"/>
                      <a:pt x="1184" y="5578"/>
                    </a:cubicBezTo>
                    <a:cubicBezTo>
                      <a:pt x="1779" y="6173"/>
                      <a:pt x="2586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64" name="Freeform: Shape 15563">
                <a:extLst>
                  <a:ext uri="{FF2B5EF4-FFF2-40B4-BE49-F238E27FC236}">
                    <a16:creationId xmlns:a16="http://schemas.microsoft.com/office/drawing/2014/main" id="{CFFA4D3E-BE8B-02AE-A641-176B6EEF81A4}"/>
                  </a:ext>
                </a:extLst>
              </p:cNvPr>
              <p:cNvSpPr/>
              <p:nvPr/>
            </p:nvSpPr>
            <p:spPr>
              <a:xfrm>
                <a:off x="9644848" y="5532317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4 h 6345"/>
                  <a:gd name="connsiteX3" fmla="*/ 5669 w 6343"/>
                  <a:gd name="connsiteY3" fmla="*/ 1091 h 6345"/>
                  <a:gd name="connsiteX4" fmla="*/ 3427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4 h 6345"/>
                  <a:gd name="connsiteX7" fmla="*/ 1184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8" y="6507"/>
                      <a:pt x="5075" y="6173"/>
                      <a:pt x="5669" y="5578"/>
                    </a:cubicBezTo>
                    <a:cubicBezTo>
                      <a:pt x="6264" y="4983"/>
                      <a:pt x="6598" y="4176"/>
                      <a:pt x="6598" y="3334"/>
                    </a:cubicBezTo>
                    <a:cubicBezTo>
                      <a:pt x="6598" y="2493"/>
                      <a:pt x="6264" y="1686"/>
                      <a:pt x="5669" y="1091"/>
                    </a:cubicBezTo>
                    <a:cubicBezTo>
                      <a:pt x="5075" y="496"/>
                      <a:pt x="4268" y="162"/>
                      <a:pt x="3427" y="162"/>
                    </a:cubicBezTo>
                    <a:cubicBezTo>
                      <a:pt x="2586" y="162"/>
                      <a:pt x="1779" y="496"/>
                      <a:pt x="1184" y="1091"/>
                    </a:cubicBezTo>
                    <a:cubicBezTo>
                      <a:pt x="589" y="1686"/>
                      <a:pt x="255" y="2493"/>
                      <a:pt x="255" y="3334"/>
                    </a:cubicBezTo>
                    <a:cubicBezTo>
                      <a:pt x="255" y="4176"/>
                      <a:pt x="589" y="4983"/>
                      <a:pt x="1184" y="5578"/>
                    </a:cubicBezTo>
                    <a:cubicBezTo>
                      <a:pt x="1779" y="6173"/>
                      <a:pt x="2586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65" name="Freeform: Shape 15564">
                <a:extLst>
                  <a:ext uri="{FF2B5EF4-FFF2-40B4-BE49-F238E27FC236}">
                    <a16:creationId xmlns:a16="http://schemas.microsoft.com/office/drawing/2014/main" id="{36B9F62D-E113-A43F-C84D-42DBEAAD436F}"/>
                  </a:ext>
                </a:extLst>
              </p:cNvPr>
              <p:cNvSpPr/>
              <p:nvPr/>
            </p:nvSpPr>
            <p:spPr>
              <a:xfrm>
                <a:off x="9643034" y="5533123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5 h 6345"/>
                  <a:gd name="connsiteX3" fmla="*/ 5669 w 6343"/>
                  <a:gd name="connsiteY3" fmla="*/ 1091 h 6345"/>
                  <a:gd name="connsiteX4" fmla="*/ 3426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5 h 6345"/>
                  <a:gd name="connsiteX7" fmla="*/ 1184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8" y="6507"/>
                      <a:pt x="5074" y="6173"/>
                      <a:pt x="5669" y="5578"/>
                    </a:cubicBezTo>
                    <a:cubicBezTo>
                      <a:pt x="6264" y="4983"/>
                      <a:pt x="6598" y="4176"/>
                      <a:pt x="6598" y="3335"/>
                    </a:cubicBezTo>
                    <a:cubicBezTo>
                      <a:pt x="6598" y="2493"/>
                      <a:pt x="6264" y="1686"/>
                      <a:pt x="5669" y="1091"/>
                    </a:cubicBezTo>
                    <a:cubicBezTo>
                      <a:pt x="5074" y="496"/>
                      <a:pt x="4268" y="162"/>
                      <a:pt x="3426" y="162"/>
                    </a:cubicBezTo>
                    <a:cubicBezTo>
                      <a:pt x="2585" y="162"/>
                      <a:pt x="1779" y="496"/>
                      <a:pt x="1184" y="1091"/>
                    </a:cubicBezTo>
                    <a:cubicBezTo>
                      <a:pt x="589" y="1686"/>
                      <a:pt x="255" y="2493"/>
                      <a:pt x="255" y="3335"/>
                    </a:cubicBezTo>
                    <a:cubicBezTo>
                      <a:pt x="255" y="4176"/>
                      <a:pt x="589" y="4983"/>
                      <a:pt x="1184" y="5578"/>
                    </a:cubicBezTo>
                    <a:cubicBezTo>
                      <a:pt x="1779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66" name="Freeform: Shape 15565">
                <a:extLst>
                  <a:ext uri="{FF2B5EF4-FFF2-40B4-BE49-F238E27FC236}">
                    <a16:creationId xmlns:a16="http://schemas.microsoft.com/office/drawing/2014/main" id="{D919193D-4EE5-4E12-A155-9C1C6C74DEDC}"/>
                  </a:ext>
                </a:extLst>
              </p:cNvPr>
              <p:cNvSpPr/>
              <p:nvPr/>
            </p:nvSpPr>
            <p:spPr>
              <a:xfrm>
                <a:off x="9637801" y="5529750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4 h 6345"/>
                  <a:gd name="connsiteX3" fmla="*/ 5669 w 6343"/>
                  <a:gd name="connsiteY3" fmla="*/ 1091 h 6345"/>
                  <a:gd name="connsiteX4" fmla="*/ 3426 w 6343"/>
                  <a:gd name="connsiteY4" fmla="*/ 162 h 6345"/>
                  <a:gd name="connsiteX5" fmla="*/ 1183 w 6343"/>
                  <a:gd name="connsiteY5" fmla="*/ 1091 h 6345"/>
                  <a:gd name="connsiteX6" fmla="*/ 255 w 6343"/>
                  <a:gd name="connsiteY6" fmla="*/ 3334 h 6345"/>
                  <a:gd name="connsiteX7" fmla="*/ 1183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4" y="6173"/>
                      <a:pt x="5669" y="5578"/>
                    </a:cubicBezTo>
                    <a:cubicBezTo>
                      <a:pt x="6263" y="4983"/>
                      <a:pt x="6598" y="4176"/>
                      <a:pt x="6598" y="3334"/>
                    </a:cubicBezTo>
                    <a:cubicBezTo>
                      <a:pt x="6598" y="2493"/>
                      <a:pt x="6263" y="1686"/>
                      <a:pt x="5669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3" y="1091"/>
                    </a:cubicBezTo>
                    <a:cubicBezTo>
                      <a:pt x="589" y="1686"/>
                      <a:pt x="255" y="2493"/>
                      <a:pt x="255" y="3334"/>
                    </a:cubicBezTo>
                    <a:cubicBezTo>
                      <a:pt x="255" y="4176"/>
                      <a:pt x="589" y="4983"/>
                      <a:pt x="1183" y="5578"/>
                    </a:cubicBezTo>
                    <a:cubicBezTo>
                      <a:pt x="1778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67" name="Freeform: Shape 15566">
                <a:extLst>
                  <a:ext uri="{FF2B5EF4-FFF2-40B4-BE49-F238E27FC236}">
                    <a16:creationId xmlns:a16="http://schemas.microsoft.com/office/drawing/2014/main" id="{C9B2743F-E5AD-21D1-4390-C92F98A152F6}"/>
                  </a:ext>
                </a:extLst>
              </p:cNvPr>
              <p:cNvSpPr/>
              <p:nvPr/>
            </p:nvSpPr>
            <p:spPr>
              <a:xfrm>
                <a:off x="9635361" y="5529710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9 w 6343"/>
                  <a:gd name="connsiteY1" fmla="*/ 5578 h 6345"/>
                  <a:gd name="connsiteX2" fmla="*/ 6597 w 6343"/>
                  <a:gd name="connsiteY2" fmla="*/ 3334 h 6345"/>
                  <a:gd name="connsiteX3" fmla="*/ 5669 w 6343"/>
                  <a:gd name="connsiteY3" fmla="*/ 1091 h 6345"/>
                  <a:gd name="connsiteX4" fmla="*/ 3426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4" y="6173"/>
                      <a:pt x="5669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9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8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68" name="Freeform: Shape 15567">
                <a:extLst>
                  <a:ext uri="{FF2B5EF4-FFF2-40B4-BE49-F238E27FC236}">
                    <a16:creationId xmlns:a16="http://schemas.microsoft.com/office/drawing/2014/main" id="{DF1CCEC7-96D3-C8EB-B0AB-A999B5C59085}"/>
                  </a:ext>
                </a:extLst>
              </p:cNvPr>
              <p:cNvSpPr/>
              <p:nvPr/>
            </p:nvSpPr>
            <p:spPr>
              <a:xfrm>
                <a:off x="9633042" y="5529790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6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4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8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69" name="Freeform: Shape 15568">
                <a:extLst>
                  <a:ext uri="{FF2B5EF4-FFF2-40B4-BE49-F238E27FC236}">
                    <a16:creationId xmlns:a16="http://schemas.microsoft.com/office/drawing/2014/main" id="{E969816B-51F1-BE82-6645-42AC077F3044}"/>
                  </a:ext>
                </a:extLst>
              </p:cNvPr>
              <p:cNvSpPr/>
              <p:nvPr/>
            </p:nvSpPr>
            <p:spPr>
              <a:xfrm>
                <a:off x="9630128" y="5529090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5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7" y="6507"/>
                      <a:pt x="5073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3" y="496"/>
                      <a:pt x="4267" y="162"/>
                      <a:pt x="3425" y="162"/>
                    </a:cubicBezTo>
                    <a:cubicBezTo>
                      <a:pt x="2584" y="162"/>
                      <a:pt x="1778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8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70" name="Freeform: Shape 15569">
                <a:extLst>
                  <a:ext uri="{FF2B5EF4-FFF2-40B4-BE49-F238E27FC236}">
                    <a16:creationId xmlns:a16="http://schemas.microsoft.com/office/drawing/2014/main" id="{7ADE0727-D444-E552-1FC3-D5A9253CFD63}"/>
                  </a:ext>
                </a:extLst>
              </p:cNvPr>
              <p:cNvSpPr/>
              <p:nvPr/>
            </p:nvSpPr>
            <p:spPr>
              <a:xfrm>
                <a:off x="9627529" y="5528746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5 w 6343"/>
                  <a:gd name="connsiteY4" fmla="*/ 161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3" y="496"/>
                      <a:pt x="4266" y="161"/>
                      <a:pt x="3425" y="161"/>
                    </a:cubicBezTo>
                    <a:cubicBezTo>
                      <a:pt x="2584" y="161"/>
                      <a:pt x="1777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71" name="Freeform: Shape 15570">
                <a:extLst>
                  <a:ext uri="{FF2B5EF4-FFF2-40B4-BE49-F238E27FC236}">
                    <a16:creationId xmlns:a16="http://schemas.microsoft.com/office/drawing/2014/main" id="{B5299C2D-6CBD-1473-16E0-4E9480E9CCDF}"/>
                  </a:ext>
                </a:extLst>
              </p:cNvPr>
              <p:cNvSpPr/>
              <p:nvPr/>
            </p:nvSpPr>
            <p:spPr>
              <a:xfrm>
                <a:off x="9625494" y="5529098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5 w 6343"/>
                  <a:gd name="connsiteY4" fmla="*/ 162 h 6345"/>
                  <a:gd name="connsiteX5" fmla="*/ 1182 w 6343"/>
                  <a:gd name="connsiteY5" fmla="*/ 1091 h 6345"/>
                  <a:gd name="connsiteX6" fmla="*/ 254 w 6343"/>
                  <a:gd name="connsiteY6" fmla="*/ 3334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8" y="5578"/>
                    </a:cubicBezTo>
                    <a:cubicBezTo>
                      <a:pt x="6262" y="4983"/>
                      <a:pt x="6597" y="4176"/>
                      <a:pt x="6597" y="3334"/>
                    </a:cubicBezTo>
                    <a:cubicBezTo>
                      <a:pt x="6597" y="2493"/>
                      <a:pt x="6262" y="1686"/>
                      <a:pt x="5668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2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2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72" name="Freeform: Shape 15571">
                <a:extLst>
                  <a:ext uri="{FF2B5EF4-FFF2-40B4-BE49-F238E27FC236}">
                    <a16:creationId xmlns:a16="http://schemas.microsoft.com/office/drawing/2014/main" id="{4B606C06-54E5-4289-4031-9293D3C3D228}"/>
                  </a:ext>
                </a:extLst>
              </p:cNvPr>
              <p:cNvSpPr/>
              <p:nvPr/>
            </p:nvSpPr>
            <p:spPr>
              <a:xfrm>
                <a:off x="9623536" y="5529531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6 w 6343"/>
                  <a:gd name="connsiteY2" fmla="*/ 3334 h 6345"/>
                  <a:gd name="connsiteX3" fmla="*/ 5668 w 6343"/>
                  <a:gd name="connsiteY3" fmla="*/ 1091 h 6345"/>
                  <a:gd name="connsiteX4" fmla="*/ 3425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8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8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2" y="1091"/>
                    </a:cubicBezTo>
                    <a:cubicBezTo>
                      <a:pt x="588" y="1686"/>
                      <a:pt x="253" y="2493"/>
                      <a:pt x="253" y="3334"/>
                    </a:cubicBezTo>
                    <a:cubicBezTo>
                      <a:pt x="253" y="4176"/>
                      <a:pt x="588" y="4983"/>
                      <a:pt x="1182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73" name="Freeform: Shape 15572">
                <a:extLst>
                  <a:ext uri="{FF2B5EF4-FFF2-40B4-BE49-F238E27FC236}">
                    <a16:creationId xmlns:a16="http://schemas.microsoft.com/office/drawing/2014/main" id="{35AD9FA3-856F-165F-736A-2C08ED9F9C31}"/>
                  </a:ext>
                </a:extLst>
              </p:cNvPr>
              <p:cNvSpPr/>
              <p:nvPr/>
            </p:nvSpPr>
            <p:spPr>
              <a:xfrm>
                <a:off x="9621034" y="5529222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5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74" name="Freeform: Shape 15573">
                <a:extLst>
                  <a:ext uri="{FF2B5EF4-FFF2-40B4-BE49-F238E27FC236}">
                    <a16:creationId xmlns:a16="http://schemas.microsoft.com/office/drawing/2014/main" id="{BFFFB3A7-252A-BBA1-E6B0-B6D1E0DAFF99}"/>
                  </a:ext>
                </a:extLst>
              </p:cNvPr>
              <p:cNvSpPr/>
              <p:nvPr/>
            </p:nvSpPr>
            <p:spPr>
              <a:xfrm>
                <a:off x="9618758" y="5529183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5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2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2" y="496"/>
                      <a:pt x="4266" y="162"/>
                      <a:pt x="3425" y="162"/>
                    </a:cubicBezTo>
                    <a:cubicBezTo>
                      <a:pt x="2583" y="162"/>
                      <a:pt x="1777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7" y="6173"/>
                      <a:pt x="2583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75" name="Freeform: Shape 15574">
                <a:extLst>
                  <a:ext uri="{FF2B5EF4-FFF2-40B4-BE49-F238E27FC236}">
                    <a16:creationId xmlns:a16="http://schemas.microsoft.com/office/drawing/2014/main" id="{36830A4B-A66E-0252-E39F-BD93EDEBABEB}"/>
                  </a:ext>
                </a:extLst>
              </p:cNvPr>
              <p:cNvSpPr/>
              <p:nvPr/>
            </p:nvSpPr>
            <p:spPr>
              <a:xfrm>
                <a:off x="9616562" y="5529222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6" y="6507"/>
                      <a:pt x="5072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2" y="496"/>
                      <a:pt x="4266" y="162"/>
                      <a:pt x="3424" y="162"/>
                    </a:cubicBezTo>
                    <a:cubicBezTo>
                      <a:pt x="2583" y="162"/>
                      <a:pt x="1777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7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76" name="Freeform: Shape 15575">
                <a:extLst>
                  <a:ext uri="{FF2B5EF4-FFF2-40B4-BE49-F238E27FC236}">
                    <a16:creationId xmlns:a16="http://schemas.microsoft.com/office/drawing/2014/main" id="{B960610E-9F91-7029-C486-D311B3BB614F}"/>
                  </a:ext>
                </a:extLst>
              </p:cNvPr>
              <p:cNvSpPr/>
              <p:nvPr/>
            </p:nvSpPr>
            <p:spPr>
              <a:xfrm>
                <a:off x="9614513" y="5529440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2" y="496"/>
                      <a:pt x="4265" y="162"/>
                      <a:pt x="3424" y="162"/>
                    </a:cubicBezTo>
                    <a:cubicBezTo>
                      <a:pt x="2583" y="162"/>
                      <a:pt x="1776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77" name="Freeform: Shape 15576">
                <a:extLst>
                  <a:ext uri="{FF2B5EF4-FFF2-40B4-BE49-F238E27FC236}">
                    <a16:creationId xmlns:a16="http://schemas.microsoft.com/office/drawing/2014/main" id="{F7F0CC09-748B-A67E-1143-302455A5F9E3}"/>
                  </a:ext>
                </a:extLst>
              </p:cNvPr>
              <p:cNvSpPr/>
              <p:nvPr/>
            </p:nvSpPr>
            <p:spPr>
              <a:xfrm>
                <a:off x="9612117" y="5529149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7" y="5578"/>
                    </a:cubicBezTo>
                    <a:cubicBezTo>
                      <a:pt x="6261" y="4983"/>
                      <a:pt x="6596" y="4176"/>
                      <a:pt x="6596" y="3334"/>
                    </a:cubicBezTo>
                    <a:cubicBezTo>
                      <a:pt x="6596" y="2493"/>
                      <a:pt x="6261" y="1686"/>
                      <a:pt x="5667" y="1091"/>
                    </a:cubicBezTo>
                    <a:cubicBezTo>
                      <a:pt x="5072" y="496"/>
                      <a:pt x="4265" y="162"/>
                      <a:pt x="3424" y="162"/>
                    </a:cubicBezTo>
                    <a:cubicBezTo>
                      <a:pt x="2583" y="162"/>
                      <a:pt x="1776" y="496"/>
                      <a:pt x="1181" y="1091"/>
                    </a:cubicBezTo>
                    <a:cubicBezTo>
                      <a:pt x="587" y="1686"/>
                      <a:pt x="252" y="2493"/>
                      <a:pt x="252" y="3334"/>
                    </a:cubicBezTo>
                    <a:cubicBezTo>
                      <a:pt x="252" y="4176"/>
                      <a:pt x="587" y="4983"/>
                      <a:pt x="1181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78" name="Freeform: Shape 15577">
                <a:extLst>
                  <a:ext uri="{FF2B5EF4-FFF2-40B4-BE49-F238E27FC236}">
                    <a16:creationId xmlns:a16="http://schemas.microsoft.com/office/drawing/2014/main" id="{4C142EFC-4945-7789-E351-2728A89A42BF}"/>
                  </a:ext>
                </a:extLst>
              </p:cNvPr>
              <p:cNvSpPr/>
              <p:nvPr/>
            </p:nvSpPr>
            <p:spPr>
              <a:xfrm>
                <a:off x="9609696" y="5528788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4 w 6343"/>
                  <a:gd name="connsiteY4" fmla="*/ 161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2" y="496"/>
                      <a:pt x="4265" y="161"/>
                      <a:pt x="3424" y="161"/>
                    </a:cubicBezTo>
                    <a:cubicBezTo>
                      <a:pt x="2583" y="161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79" name="Freeform: Shape 15578">
                <a:extLst>
                  <a:ext uri="{FF2B5EF4-FFF2-40B4-BE49-F238E27FC236}">
                    <a16:creationId xmlns:a16="http://schemas.microsoft.com/office/drawing/2014/main" id="{583A0104-AEA7-ADB5-F946-BB89DDAF7ADE}"/>
                  </a:ext>
                </a:extLst>
              </p:cNvPr>
              <p:cNvSpPr/>
              <p:nvPr/>
            </p:nvSpPr>
            <p:spPr>
              <a:xfrm>
                <a:off x="9607562" y="5528804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4 w 6343"/>
                  <a:gd name="connsiteY4" fmla="*/ 161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2" y="496"/>
                      <a:pt x="4265" y="161"/>
                      <a:pt x="3424" y="161"/>
                    </a:cubicBezTo>
                    <a:cubicBezTo>
                      <a:pt x="2583" y="161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80" name="Freeform: Shape 15579">
                <a:extLst>
                  <a:ext uri="{FF2B5EF4-FFF2-40B4-BE49-F238E27FC236}">
                    <a16:creationId xmlns:a16="http://schemas.microsoft.com/office/drawing/2014/main" id="{17C24289-C0F7-489F-CC8F-B9A1934D0A3F}"/>
                  </a:ext>
                </a:extLst>
              </p:cNvPr>
              <p:cNvSpPr/>
              <p:nvPr/>
            </p:nvSpPr>
            <p:spPr>
              <a:xfrm>
                <a:off x="9605571" y="5529002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4 w 6343"/>
                  <a:gd name="connsiteY4" fmla="*/ 161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1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1" y="496"/>
                      <a:pt x="4265" y="161"/>
                      <a:pt x="3424" y="161"/>
                    </a:cubicBezTo>
                    <a:cubicBezTo>
                      <a:pt x="2582" y="161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2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81" name="Freeform: Shape 15580">
                <a:extLst>
                  <a:ext uri="{FF2B5EF4-FFF2-40B4-BE49-F238E27FC236}">
                    <a16:creationId xmlns:a16="http://schemas.microsoft.com/office/drawing/2014/main" id="{33CDD6B5-6084-0271-D871-EFE1F59A29AE}"/>
                  </a:ext>
                </a:extLst>
              </p:cNvPr>
              <p:cNvSpPr/>
              <p:nvPr/>
            </p:nvSpPr>
            <p:spPr>
              <a:xfrm>
                <a:off x="9603482" y="5529034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3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1" y="496"/>
                      <a:pt x="4264" y="162"/>
                      <a:pt x="3423" y="162"/>
                    </a:cubicBezTo>
                    <a:cubicBezTo>
                      <a:pt x="2582" y="162"/>
                      <a:pt x="1775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82" name="Freeform: Shape 15581">
                <a:extLst>
                  <a:ext uri="{FF2B5EF4-FFF2-40B4-BE49-F238E27FC236}">
                    <a16:creationId xmlns:a16="http://schemas.microsoft.com/office/drawing/2014/main" id="{6EFDDF41-BD05-F791-1113-C5720CDDD54C}"/>
                  </a:ext>
                </a:extLst>
              </p:cNvPr>
              <p:cNvSpPr/>
              <p:nvPr/>
            </p:nvSpPr>
            <p:spPr>
              <a:xfrm>
                <a:off x="9601331" y="5528949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3 w 6343"/>
                  <a:gd name="connsiteY4" fmla="*/ 161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1" y="496"/>
                      <a:pt x="4264" y="161"/>
                      <a:pt x="3423" y="161"/>
                    </a:cubicBezTo>
                    <a:cubicBezTo>
                      <a:pt x="2582" y="161"/>
                      <a:pt x="1775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83" name="Freeform: Shape 15582">
                <a:extLst>
                  <a:ext uri="{FF2B5EF4-FFF2-40B4-BE49-F238E27FC236}">
                    <a16:creationId xmlns:a16="http://schemas.microsoft.com/office/drawing/2014/main" id="{8AFA3167-ECBB-9BC1-B441-259C62157AF5}"/>
                  </a:ext>
                </a:extLst>
              </p:cNvPr>
              <p:cNvSpPr/>
              <p:nvPr/>
            </p:nvSpPr>
            <p:spPr>
              <a:xfrm>
                <a:off x="9599021" y="5528593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3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6" y="5578"/>
                    </a:cubicBezTo>
                    <a:cubicBezTo>
                      <a:pt x="6260" y="4983"/>
                      <a:pt x="6595" y="4176"/>
                      <a:pt x="6595" y="3334"/>
                    </a:cubicBezTo>
                    <a:cubicBezTo>
                      <a:pt x="6595" y="2493"/>
                      <a:pt x="6260" y="1686"/>
                      <a:pt x="5666" y="1091"/>
                    </a:cubicBezTo>
                    <a:cubicBezTo>
                      <a:pt x="5071" y="496"/>
                      <a:pt x="4264" y="161"/>
                      <a:pt x="3423" y="161"/>
                    </a:cubicBezTo>
                    <a:cubicBezTo>
                      <a:pt x="2582" y="161"/>
                      <a:pt x="1775" y="496"/>
                      <a:pt x="1180" y="1091"/>
                    </a:cubicBezTo>
                    <a:cubicBezTo>
                      <a:pt x="586" y="1686"/>
                      <a:pt x="251" y="2493"/>
                      <a:pt x="251" y="3334"/>
                    </a:cubicBezTo>
                    <a:cubicBezTo>
                      <a:pt x="251" y="4176"/>
                      <a:pt x="586" y="4983"/>
                      <a:pt x="1180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84" name="Freeform: Shape 15583">
                <a:extLst>
                  <a:ext uri="{FF2B5EF4-FFF2-40B4-BE49-F238E27FC236}">
                    <a16:creationId xmlns:a16="http://schemas.microsoft.com/office/drawing/2014/main" id="{175BD5A3-472D-C3B6-08F2-E1DCF6A41CF0}"/>
                  </a:ext>
                </a:extLst>
              </p:cNvPr>
              <p:cNvSpPr/>
              <p:nvPr/>
            </p:nvSpPr>
            <p:spPr>
              <a:xfrm>
                <a:off x="9596853" y="5528421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3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1" y="496"/>
                      <a:pt x="4264" y="161"/>
                      <a:pt x="3423" y="161"/>
                    </a:cubicBezTo>
                    <a:cubicBezTo>
                      <a:pt x="2582" y="161"/>
                      <a:pt x="1775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85" name="Freeform: Shape 15584">
                <a:extLst>
                  <a:ext uri="{FF2B5EF4-FFF2-40B4-BE49-F238E27FC236}">
                    <a16:creationId xmlns:a16="http://schemas.microsoft.com/office/drawing/2014/main" id="{CF721C7B-AA1F-6EBD-5065-539D8C982B61}"/>
                  </a:ext>
                </a:extLst>
              </p:cNvPr>
              <p:cNvSpPr/>
              <p:nvPr/>
            </p:nvSpPr>
            <p:spPr>
              <a:xfrm>
                <a:off x="9594856" y="5528486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3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1" y="496"/>
                      <a:pt x="4264" y="161"/>
                      <a:pt x="3423" y="161"/>
                    </a:cubicBezTo>
                    <a:cubicBezTo>
                      <a:pt x="2582" y="161"/>
                      <a:pt x="1775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86" name="Freeform: Shape 15585">
                <a:extLst>
                  <a:ext uri="{FF2B5EF4-FFF2-40B4-BE49-F238E27FC236}">
                    <a16:creationId xmlns:a16="http://schemas.microsoft.com/office/drawing/2014/main" id="{AED729B8-BF94-308F-AFFC-3ED434B148B2}"/>
                  </a:ext>
                </a:extLst>
              </p:cNvPr>
              <p:cNvSpPr/>
              <p:nvPr/>
            </p:nvSpPr>
            <p:spPr>
              <a:xfrm>
                <a:off x="9592250" y="5527563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4" y="6507"/>
                      <a:pt x="5070" y="6172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4" y="161"/>
                      <a:pt x="3422" y="161"/>
                    </a:cubicBezTo>
                    <a:cubicBezTo>
                      <a:pt x="2581" y="161"/>
                      <a:pt x="1775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5" y="6172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87" name="Freeform: Shape 15586">
                <a:extLst>
                  <a:ext uri="{FF2B5EF4-FFF2-40B4-BE49-F238E27FC236}">
                    <a16:creationId xmlns:a16="http://schemas.microsoft.com/office/drawing/2014/main" id="{E7A05AF4-1883-6281-EBB9-F5B061CEAEB0}"/>
                  </a:ext>
                </a:extLst>
              </p:cNvPr>
              <p:cNvSpPr/>
              <p:nvPr/>
            </p:nvSpPr>
            <p:spPr>
              <a:xfrm>
                <a:off x="9590430" y="5527850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4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88" name="Freeform: Shape 15587">
                <a:extLst>
                  <a:ext uri="{FF2B5EF4-FFF2-40B4-BE49-F238E27FC236}">
                    <a16:creationId xmlns:a16="http://schemas.microsoft.com/office/drawing/2014/main" id="{E1589667-7A66-F35B-520A-5B4A417B95FD}"/>
                  </a:ext>
                </a:extLst>
              </p:cNvPr>
              <p:cNvSpPr/>
              <p:nvPr/>
            </p:nvSpPr>
            <p:spPr>
              <a:xfrm>
                <a:off x="9588421" y="5527814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4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89" name="Freeform: Shape 15588">
                <a:extLst>
                  <a:ext uri="{FF2B5EF4-FFF2-40B4-BE49-F238E27FC236}">
                    <a16:creationId xmlns:a16="http://schemas.microsoft.com/office/drawing/2014/main" id="{D932B690-7076-6980-F6C0-6BD3A8938E06}"/>
                  </a:ext>
                </a:extLst>
              </p:cNvPr>
              <p:cNvSpPr/>
              <p:nvPr/>
            </p:nvSpPr>
            <p:spPr>
              <a:xfrm>
                <a:off x="9586482" y="5527866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59" y="4983"/>
                      <a:pt x="6594" y="4176"/>
                      <a:pt x="6594" y="3334"/>
                    </a:cubicBezTo>
                    <a:cubicBezTo>
                      <a:pt x="6594" y="2493"/>
                      <a:pt x="6259" y="1686"/>
                      <a:pt x="5665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4" y="496"/>
                      <a:pt x="1179" y="1091"/>
                    </a:cubicBezTo>
                    <a:cubicBezTo>
                      <a:pt x="585" y="1686"/>
                      <a:pt x="250" y="2493"/>
                      <a:pt x="250" y="3334"/>
                    </a:cubicBezTo>
                    <a:cubicBezTo>
                      <a:pt x="250" y="4176"/>
                      <a:pt x="585" y="4983"/>
                      <a:pt x="1179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90" name="Freeform: Shape 15589">
                <a:extLst>
                  <a:ext uri="{FF2B5EF4-FFF2-40B4-BE49-F238E27FC236}">
                    <a16:creationId xmlns:a16="http://schemas.microsoft.com/office/drawing/2014/main" id="{3C6CB52F-AEB0-293B-254A-AEC6D07080DF}"/>
                  </a:ext>
                </a:extLst>
              </p:cNvPr>
              <p:cNvSpPr/>
              <p:nvPr/>
            </p:nvSpPr>
            <p:spPr>
              <a:xfrm>
                <a:off x="9584547" y="5527903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3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5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91" name="Freeform: Shape 15590">
                <a:extLst>
                  <a:ext uri="{FF2B5EF4-FFF2-40B4-BE49-F238E27FC236}">
                    <a16:creationId xmlns:a16="http://schemas.microsoft.com/office/drawing/2014/main" id="{1BD33C88-086C-9C6A-5F86-BBD24048D4D9}"/>
                  </a:ext>
                </a:extLst>
              </p:cNvPr>
              <p:cNvSpPr/>
              <p:nvPr/>
            </p:nvSpPr>
            <p:spPr>
              <a:xfrm>
                <a:off x="9582648" y="5527977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2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92" name="Freeform: Shape 15591">
                <a:extLst>
                  <a:ext uri="{FF2B5EF4-FFF2-40B4-BE49-F238E27FC236}">
                    <a16:creationId xmlns:a16="http://schemas.microsoft.com/office/drawing/2014/main" id="{FFD66CD8-1C6D-ECE5-207C-A5E7C9D0DE20}"/>
                  </a:ext>
                </a:extLst>
              </p:cNvPr>
              <p:cNvSpPr/>
              <p:nvPr/>
            </p:nvSpPr>
            <p:spPr>
              <a:xfrm>
                <a:off x="9580814" y="5528141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2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3" y="161"/>
                      <a:pt x="3422" y="161"/>
                    </a:cubicBezTo>
                    <a:cubicBezTo>
                      <a:pt x="2580" y="161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0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93" name="Freeform: Shape 15592">
                <a:extLst>
                  <a:ext uri="{FF2B5EF4-FFF2-40B4-BE49-F238E27FC236}">
                    <a16:creationId xmlns:a16="http://schemas.microsoft.com/office/drawing/2014/main" id="{21A1856B-6A47-AA3A-2F4E-4BCBFFF8DD24}"/>
                  </a:ext>
                </a:extLst>
              </p:cNvPr>
              <p:cNvSpPr/>
              <p:nvPr/>
            </p:nvSpPr>
            <p:spPr>
              <a:xfrm>
                <a:off x="9578983" y="5528291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3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3" y="161"/>
                      <a:pt x="3421" y="161"/>
                    </a:cubicBezTo>
                    <a:cubicBezTo>
                      <a:pt x="2580" y="161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94" name="Freeform: Shape 15593">
                <a:extLst>
                  <a:ext uri="{FF2B5EF4-FFF2-40B4-BE49-F238E27FC236}">
                    <a16:creationId xmlns:a16="http://schemas.microsoft.com/office/drawing/2014/main" id="{2318D103-FBC5-4C53-6A2C-C0817C59F21F}"/>
                  </a:ext>
                </a:extLst>
              </p:cNvPr>
              <p:cNvSpPr/>
              <p:nvPr/>
            </p:nvSpPr>
            <p:spPr>
              <a:xfrm>
                <a:off x="9577036" y="5528217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95" name="Freeform: Shape 15594">
                <a:extLst>
                  <a:ext uri="{FF2B5EF4-FFF2-40B4-BE49-F238E27FC236}">
                    <a16:creationId xmlns:a16="http://schemas.microsoft.com/office/drawing/2014/main" id="{23D2007E-A080-4010-5F36-D4751B7027BE}"/>
                  </a:ext>
                </a:extLst>
              </p:cNvPr>
              <p:cNvSpPr/>
              <p:nvPr/>
            </p:nvSpPr>
            <p:spPr>
              <a:xfrm>
                <a:off x="9575037" y="5528022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1 h 6345"/>
                  <a:gd name="connsiteX5" fmla="*/ 1178 w 6343"/>
                  <a:gd name="connsiteY5" fmla="*/ 1091 h 6345"/>
                  <a:gd name="connsiteX6" fmla="*/ 250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8" y="4983"/>
                      <a:pt x="6593" y="4176"/>
                      <a:pt x="6593" y="3334"/>
                    </a:cubicBezTo>
                    <a:cubicBezTo>
                      <a:pt x="6593" y="2493"/>
                      <a:pt x="6258" y="1686"/>
                      <a:pt x="5664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8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96" name="Freeform: Shape 15595">
                <a:extLst>
                  <a:ext uri="{FF2B5EF4-FFF2-40B4-BE49-F238E27FC236}">
                    <a16:creationId xmlns:a16="http://schemas.microsoft.com/office/drawing/2014/main" id="{524E61E4-3182-5426-8A09-C78A8BABCD5D}"/>
                  </a:ext>
                </a:extLst>
              </p:cNvPr>
              <p:cNvSpPr/>
              <p:nvPr/>
            </p:nvSpPr>
            <p:spPr>
              <a:xfrm>
                <a:off x="9573132" y="5527971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8" y="4983"/>
                      <a:pt x="6593" y="4176"/>
                      <a:pt x="6593" y="3334"/>
                    </a:cubicBezTo>
                    <a:cubicBezTo>
                      <a:pt x="6593" y="2493"/>
                      <a:pt x="6258" y="1686"/>
                      <a:pt x="5664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8" y="1091"/>
                    </a:cubicBezTo>
                    <a:cubicBezTo>
                      <a:pt x="584" y="1686"/>
                      <a:pt x="249" y="2493"/>
                      <a:pt x="249" y="3334"/>
                    </a:cubicBezTo>
                    <a:cubicBezTo>
                      <a:pt x="249" y="4176"/>
                      <a:pt x="584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97" name="Freeform: Shape 15596">
                <a:extLst>
                  <a:ext uri="{FF2B5EF4-FFF2-40B4-BE49-F238E27FC236}">
                    <a16:creationId xmlns:a16="http://schemas.microsoft.com/office/drawing/2014/main" id="{0C84628C-5E13-DD85-5713-D4A6FD4C0029}"/>
                  </a:ext>
                </a:extLst>
              </p:cNvPr>
              <p:cNvSpPr/>
              <p:nvPr/>
            </p:nvSpPr>
            <p:spPr>
              <a:xfrm>
                <a:off x="9571089" y="5527639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1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98" name="Freeform: Shape 15597">
                <a:extLst>
                  <a:ext uri="{FF2B5EF4-FFF2-40B4-BE49-F238E27FC236}">
                    <a16:creationId xmlns:a16="http://schemas.microsoft.com/office/drawing/2014/main" id="{CA84AE4E-F19A-5F69-4EFA-8BBE9B588E54}"/>
                  </a:ext>
                </a:extLst>
              </p:cNvPr>
              <p:cNvSpPr/>
              <p:nvPr/>
            </p:nvSpPr>
            <p:spPr>
              <a:xfrm>
                <a:off x="9569254" y="5527665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1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599" name="Freeform: Shape 15598">
                <a:extLst>
                  <a:ext uri="{FF2B5EF4-FFF2-40B4-BE49-F238E27FC236}">
                    <a16:creationId xmlns:a16="http://schemas.microsoft.com/office/drawing/2014/main" id="{344309A0-8E01-B1BF-6ECD-52388ED8A7A3}"/>
                  </a:ext>
                </a:extLst>
              </p:cNvPr>
              <p:cNvSpPr/>
              <p:nvPr/>
            </p:nvSpPr>
            <p:spPr>
              <a:xfrm>
                <a:off x="9567480" y="5527784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1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2" y="161"/>
                      <a:pt x="3421" y="161"/>
                    </a:cubicBezTo>
                    <a:cubicBezTo>
                      <a:pt x="2579" y="161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79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00" name="Freeform: Shape 15599">
                <a:extLst>
                  <a:ext uri="{FF2B5EF4-FFF2-40B4-BE49-F238E27FC236}">
                    <a16:creationId xmlns:a16="http://schemas.microsoft.com/office/drawing/2014/main" id="{F47181FB-CC8D-076A-92FF-2EF3047C3C11}"/>
                  </a:ext>
                </a:extLst>
              </p:cNvPr>
              <p:cNvSpPr/>
              <p:nvPr/>
            </p:nvSpPr>
            <p:spPr>
              <a:xfrm>
                <a:off x="9565737" y="5527944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01" name="Freeform: Shape 15600">
                <a:extLst>
                  <a:ext uri="{FF2B5EF4-FFF2-40B4-BE49-F238E27FC236}">
                    <a16:creationId xmlns:a16="http://schemas.microsoft.com/office/drawing/2014/main" id="{7482E0D4-1627-4CCD-72E2-8AC7173BBECC}"/>
                  </a:ext>
                </a:extLst>
              </p:cNvPr>
              <p:cNvSpPr/>
              <p:nvPr/>
            </p:nvSpPr>
            <p:spPr>
              <a:xfrm>
                <a:off x="9563997" y="5528091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02" name="Freeform: Shape 15601">
                <a:extLst>
                  <a:ext uri="{FF2B5EF4-FFF2-40B4-BE49-F238E27FC236}">
                    <a16:creationId xmlns:a16="http://schemas.microsoft.com/office/drawing/2014/main" id="{2ACCD889-17FC-13D9-8B9D-A53C83C2CA05}"/>
                  </a:ext>
                </a:extLst>
              </p:cNvPr>
              <p:cNvSpPr/>
              <p:nvPr/>
            </p:nvSpPr>
            <p:spPr>
              <a:xfrm>
                <a:off x="9562178" y="5528063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9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7" y="4983"/>
                      <a:pt x="6592" y="4176"/>
                      <a:pt x="6592" y="3334"/>
                    </a:cubicBezTo>
                    <a:cubicBezTo>
                      <a:pt x="6592" y="2493"/>
                      <a:pt x="6257" y="1686"/>
                      <a:pt x="5663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7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03" name="Freeform: Shape 15602">
                <a:extLst>
                  <a:ext uri="{FF2B5EF4-FFF2-40B4-BE49-F238E27FC236}">
                    <a16:creationId xmlns:a16="http://schemas.microsoft.com/office/drawing/2014/main" id="{EA90AE56-EDD4-3449-E677-19D6B92D7E98}"/>
                  </a:ext>
                </a:extLst>
              </p:cNvPr>
              <p:cNvSpPr/>
              <p:nvPr/>
            </p:nvSpPr>
            <p:spPr>
              <a:xfrm>
                <a:off x="9560444" y="5528185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7" y="4983"/>
                      <a:pt x="6592" y="4176"/>
                      <a:pt x="6592" y="3334"/>
                    </a:cubicBezTo>
                    <a:cubicBezTo>
                      <a:pt x="6592" y="2493"/>
                      <a:pt x="6257" y="1686"/>
                      <a:pt x="5663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7" y="1091"/>
                    </a:cubicBezTo>
                    <a:cubicBezTo>
                      <a:pt x="583" y="1686"/>
                      <a:pt x="248" y="2493"/>
                      <a:pt x="248" y="3334"/>
                    </a:cubicBezTo>
                    <a:cubicBezTo>
                      <a:pt x="248" y="4176"/>
                      <a:pt x="583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04" name="Freeform: Shape 15603">
                <a:extLst>
                  <a:ext uri="{FF2B5EF4-FFF2-40B4-BE49-F238E27FC236}">
                    <a16:creationId xmlns:a16="http://schemas.microsoft.com/office/drawing/2014/main" id="{BF2983D2-6A0F-E243-AA75-29B62702D6F0}"/>
                  </a:ext>
                </a:extLst>
              </p:cNvPr>
              <p:cNvSpPr/>
              <p:nvPr/>
            </p:nvSpPr>
            <p:spPr>
              <a:xfrm>
                <a:off x="9558767" y="5528403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05" name="Freeform: Shape 15604">
                <a:extLst>
                  <a:ext uri="{FF2B5EF4-FFF2-40B4-BE49-F238E27FC236}">
                    <a16:creationId xmlns:a16="http://schemas.microsoft.com/office/drawing/2014/main" id="{4674DDC6-EC56-7ADC-EBFE-67B657CFFFDC}"/>
                  </a:ext>
                </a:extLst>
              </p:cNvPr>
              <p:cNvSpPr/>
              <p:nvPr/>
            </p:nvSpPr>
            <p:spPr>
              <a:xfrm>
                <a:off x="9556986" y="5528391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06" name="Freeform: Shape 15605">
                <a:extLst>
                  <a:ext uri="{FF2B5EF4-FFF2-40B4-BE49-F238E27FC236}">
                    <a16:creationId xmlns:a16="http://schemas.microsoft.com/office/drawing/2014/main" id="{DDACE4C4-95AB-2F2F-D456-54A51DD00EF3}"/>
                  </a:ext>
                </a:extLst>
              </p:cNvPr>
              <p:cNvSpPr/>
              <p:nvPr/>
            </p:nvSpPr>
            <p:spPr>
              <a:xfrm>
                <a:off x="9555340" y="5528640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1" y="161"/>
                      <a:pt x="3420" y="161"/>
                    </a:cubicBezTo>
                    <a:cubicBezTo>
                      <a:pt x="2578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8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07" name="Freeform: Shape 15606">
                <a:extLst>
                  <a:ext uri="{FF2B5EF4-FFF2-40B4-BE49-F238E27FC236}">
                    <a16:creationId xmlns:a16="http://schemas.microsoft.com/office/drawing/2014/main" id="{10F38828-C45A-D418-5AB6-1B41C0E80480}"/>
                  </a:ext>
                </a:extLst>
              </p:cNvPr>
              <p:cNvSpPr/>
              <p:nvPr/>
            </p:nvSpPr>
            <p:spPr>
              <a:xfrm>
                <a:off x="9553592" y="5528658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1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1" y="161"/>
                      <a:pt x="3419" y="161"/>
                    </a:cubicBezTo>
                    <a:cubicBezTo>
                      <a:pt x="2578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08" name="Freeform: Shape 15607">
                <a:extLst>
                  <a:ext uri="{FF2B5EF4-FFF2-40B4-BE49-F238E27FC236}">
                    <a16:creationId xmlns:a16="http://schemas.microsoft.com/office/drawing/2014/main" id="{C1DF4386-25EA-0EFA-4595-7904B3A6E31E}"/>
                  </a:ext>
                </a:extLst>
              </p:cNvPr>
              <p:cNvSpPr/>
              <p:nvPr/>
            </p:nvSpPr>
            <p:spPr>
              <a:xfrm>
                <a:off x="9551672" y="5528278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09" name="Freeform: Shape 15608">
                <a:extLst>
                  <a:ext uri="{FF2B5EF4-FFF2-40B4-BE49-F238E27FC236}">
                    <a16:creationId xmlns:a16="http://schemas.microsoft.com/office/drawing/2014/main" id="{BC073602-DCB6-CC4F-1A2E-0C1095C028A4}"/>
                  </a:ext>
                </a:extLst>
              </p:cNvPr>
              <p:cNvSpPr/>
              <p:nvPr/>
            </p:nvSpPr>
            <p:spPr>
              <a:xfrm>
                <a:off x="9549785" y="5527938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8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6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10" name="Freeform: Shape 15609">
                <a:extLst>
                  <a:ext uri="{FF2B5EF4-FFF2-40B4-BE49-F238E27FC236}">
                    <a16:creationId xmlns:a16="http://schemas.microsoft.com/office/drawing/2014/main" id="{5E5A4C82-AA1B-48A0-BC4C-3DEF96EE1B1A}"/>
                  </a:ext>
                </a:extLst>
              </p:cNvPr>
              <p:cNvSpPr/>
              <p:nvPr/>
            </p:nvSpPr>
            <p:spPr>
              <a:xfrm>
                <a:off x="9547883" y="5527529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2"/>
                      <a:pt x="5662" y="5578"/>
                    </a:cubicBezTo>
                    <a:cubicBezTo>
                      <a:pt x="6256" y="4983"/>
                      <a:pt x="6591" y="4176"/>
                      <a:pt x="6591" y="3334"/>
                    </a:cubicBezTo>
                    <a:cubicBezTo>
                      <a:pt x="6591" y="2493"/>
                      <a:pt x="6256" y="1686"/>
                      <a:pt x="5662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2" y="1686"/>
                      <a:pt x="247" y="2493"/>
                      <a:pt x="247" y="3334"/>
                    </a:cubicBezTo>
                    <a:cubicBezTo>
                      <a:pt x="247" y="4176"/>
                      <a:pt x="582" y="4983"/>
                      <a:pt x="1176" y="5578"/>
                    </a:cubicBezTo>
                    <a:cubicBezTo>
                      <a:pt x="1771" y="6172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11" name="Freeform: Shape 15610">
                <a:extLst>
                  <a:ext uri="{FF2B5EF4-FFF2-40B4-BE49-F238E27FC236}">
                    <a16:creationId xmlns:a16="http://schemas.microsoft.com/office/drawing/2014/main" id="{EB324DFF-F51B-09FF-775F-AD72CAC78D40}"/>
                  </a:ext>
                </a:extLst>
              </p:cNvPr>
              <p:cNvSpPr/>
              <p:nvPr/>
            </p:nvSpPr>
            <p:spPr>
              <a:xfrm>
                <a:off x="9546037" y="5527216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2"/>
                      <a:pt x="5661" y="5578"/>
                    </a:cubicBezTo>
                    <a:cubicBezTo>
                      <a:pt x="6256" y="4983"/>
                      <a:pt x="6590" y="4175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5"/>
                      <a:pt x="581" y="4983"/>
                      <a:pt x="1176" y="5578"/>
                    </a:cubicBezTo>
                    <a:cubicBezTo>
                      <a:pt x="1771" y="6172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12" name="Freeform: Shape 15611">
                <a:extLst>
                  <a:ext uri="{FF2B5EF4-FFF2-40B4-BE49-F238E27FC236}">
                    <a16:creationId xmlns:a16="http://schemas.microsoft.com/office/drawing/2014/main" id="{DD51E327-0EFD-C700-4BC9-3B119DF9CB71}"/>
                  </a:ext>
                </a:extLst>
              </p:cNvPr>
              <p:cNvSpPr/>
              <p:nvPr/>
            </p:nvSpPr>
            <p:spPr>
              <a:xfrm>
                <a:off x="9544390" y="5527335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2"/>
                      <a:pt x="5661" y="5578"/>
                    </a:cubicBezTo>
                    <a:cubicBezTo>
                      <a:pt x="6256" y="4983"/>
                      <a:pt x="6590" y="4175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5"/>
                      <a:pt x="581" y="4983"/>
                      <a:pt x="1176" y="5578"/>
                    </a:cubicBezTo>
                    <a:cubicBezTo>
                      <a:pt x="1771" y="6172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13" name="Freeform: Shape 15612">
                <a:extLst>
                  <a:ext uri="{FF2B5EF4-FFF2-40B4-BE49-F238E27FC236}">
                    <a16:creationId xmlns:a16="http://schemas.microsoft.com/office/drawing/2014/main" id="{9658862D-EFCC-EC2D-A0D5-96F0EE0A5F32}"/>
                  </a:ext>
                </a:extLst>
              </p:cNvPr>
              <p:cNvSpPr/>
              <p:nvPr/>
            </p:nvSpPr>
            <p:spPr>
              <a:xfrm>
                <a:off x="9542816" y="5527609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6" y="6172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60" y="161"/>
                      <a:pt x="3419" y="161"/>
                    </a:cubicBezTo>
                    <a:cubicBezTo>
                      <a:pt x="2577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2"/>
                      <a:pt x="2577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14" name="Freeform: Shape 15613">
                <a:extLst>
                  <a:ext uri="{FF2B5EF4-FFF2-40B4-BE49-F238E27FC236}">
                    <a16:creationId xmlns:a16="http://schemas.microsoft.com/office/drawing/2014/main" id="{AF525903-18A7-0542-0825-D5C0F6C91B32}"/>
                  </a:ext>
                </a:extLst>
              </p:cNvPr>
              <p:cNvSpPr/>
              <p:nvPr/>
            </p:nvSpPr>
            <p:spPr>
              <a:xfrm>
                <a:off x="9541312" y="5528041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60" y="6507"/>
                      <a:pt x="5066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60" y="161"/>
                      <a:pt x="3418" y="161"/>
                    </a:cubicBezTo>
                    <a:cubicBezTo>
                      <a:pt x="2577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15" name="Freeform: Shape 15614">
                <a:extLst>
                  <a:ext uri="{FF2B5EF4-FFF2-40B4-BE49-F238E27FC236}">
                    <a16:creationId xmlns:a16="http://schemas.microsoft.com/office/drawing/2014/main" id="{013B2BFB-4951-8BF0-DD80-C2D9E3B965C0}"/>
                  </a:ext>
                </a:extLst>
              </p:cNvPr>
              <p:cNvSpPr/>
              <p:nvPr/>
            </p:nvSpPr>
            <p:spPr>
              <a:xfrm>
                <a:off x="9539738" y="5528295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16" name="Freeform: Shape 15615">
                <a:extLst>
                  <a:ext uri="{FF2B5EF4-FFF2-40B4-BE49-F238E27FC236}">
                    <a16:creationId xmlns:a16="http://schemas.microsoft.com/office/drawing/2014/main" id="{74EAB891-FD3B-2C20-9114-9F804DA675DD}"/>
                  </a:ext>
                </a:extLst>
              </p:cNvPr>
              <p:cNvSpPr/>
              <p:nvPr/>
            </p:nvSpPr>
            <p:spPr>
              <a:xfrm>
                <a:off x="9538052" y="5528258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17" name="Freeform: Shape 15616">
                <a:extLst>
                  <a:ext uri="{FF2B5EF4-FFF2-40B4-BE49-F238E27FC236}">
                    <a16:creationId xmlns:a16="http://schemas.microsoft.com/office/drawing/2014/main" id="{0CEBD6A0-5702-9FA8-7017-6BF369630CDD}"/>
                  </a:ext>
                </a:extLst>
              </p:cNvPr>
              <p:cNvSpPr/>
              <p:nvPr/>
            </p:nvSpPr>
            <p:spPr>
              <a:xfrm>
                <a:off x="9536392" y="5528265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7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1" y="5578"/>
                    </a:cubicBezTo>
                    <a:cubicBezTo>
                      <a:pt x="6255" y="4983"/>
                      <a:pt x="6590" y="4176"/>
                      <a:pt x="6590" y="3334"/>
                    </a:cubicBezTo>
                    <a:cubicBezTo>
                      <a:pt x="6590" y="2493"/>
                      <a:pt x="6255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5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18" name="Freeform: Shape 15617">
                <a:extLst>
                  <a:ext uri="{FF2B5EF4-FFF2-40B4-BE49-F238E27FC236}">
                    <a16:creationId xmlns:a16="http://schemas.microsoft.com/office/drawing/2014/main" id="{66603D68-07BD-ED66-4D97-CBF40EB5E1B8}"/>
                  </a:ext>
                </a:extLst>
              </p:cNvPr>
              <p:cNvSpPr/>
              <p:nvPr/>
            </p:nvSpPr>
            <p:spPr>
              <a:xfrm>
                <a:off x="9534627" y="5527978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89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1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1" y="1686"/>
                      <a:pt x="246" y="2493"/>
                      <a:pt x="246" y="3334"/>
                    </a:cubicBezTo>
                    <a:cubicBezTo>
                      <a:pt x="246" y="4176"/>
                      <a:pt x="581" y="4983"/>
                      <a:pt x="1175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19" name="Freeform: Shape 15618">
                <a:extLst>
                  <a:ext uri="{FF2B5EF4-FFF2-40B4-BE49-F238E27FC236}">
                    <a16:creationId xmlns:a16="http://schemas.microsoft.com/office/drawing/2014/main" id="{B6278F4F-36ED-0EF6-A3BC-54FAE6070B8D}"/>
                  </a:ext>
                </a:extLst>
              </p:cNvPr>
              <p:cNvSpPr/>
              <p:nvPr/>
            </p:nvSpPr>
            <p:spPr>
              <a:xfrm>
                <a:off x="9532911" y="5527791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0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20" name="Freeform: Shape 15619">
                <a:extLst>
                  <a:ext uri="{FF2B5EF4-FFF2-40B4-BE49-F238E27FC236}">
                    <a16:creationId xmlns:a16="http://schemas.microsoft.com/office/drawing/2014/main" id="{2A544F84-A108-9FAA-DB4C-6833275A4631}"/>
                  </a:ext>
                </a:extLst>
              </p:cNvPr>
              <p:cNvSpPr/>
              <p:nvPr/>
            </p:nvSpPr>
            <p:spPr>
              <a:xfrm>
                <a:off x="9531244" y="5527705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0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21" name="Freeform: Shape 15620">
                <a:extLst>
                  <a:ext uri="{FF2B5EF4-FFF2-40B4-BE49-F238E27FC236}">
                    <a16:creationId xmlns:a16="http://schemas.microsoft.com/office/drawing/2014/main" id="{E226EE96-EBDB-AD87-48AB-B0CCE3850F5D}"/>
                  </a:ext>
                </a:extLst>
              </p:cNvPr>
              <p:cNvSpPr/>
              <p:nvPr/>
            </p:nvSpPr>
            <p:spPr>
              <a:xfrm>
                <a:off x="9529747" y="5528064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5" y="6173"/>
                      <a:pt x="5660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9" y="161"/>
                      <a:pt x="3418" y="161"/>
                    </a:cubicBezTo>
                    <a:cubicBezTo>
                      <a:pt x="2576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70" y="6173"/>
                      <a:pt x="2576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22" name="Freeform: Shape 15621">
                <a:extLst>
                  <a:ext uri="{FF2B5EF4-FFF2-40B4-BE49-F238E27FC236}">
                    <a16:creationId xmlns:a16="http://schemas.microsoft.com/office/drawing/2014/main" id="{603FB778-197E-41A6-A27E-AF411A44ACF4}"/>
                  </a:ext>
                </a:extLst>
              </p:cNvPr>
              <p:cNvSpPr/>
              <p:nvPr/>
            </p:nvSpPr>
            <p:spPr>
              <a:xfrm>
                <a:off x="9528167" y="5528184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9" y="6507"/>
                      <a:pt x="5065" y="6173"/>
                      <a:pt x="5660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9" y="161"/>
                      <a:pt x="3417" y="161"/>
                    </a:cubicBezTo>
                    <a:cubicBezTo>
                      <a:pt x="2576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70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23" name="Freeform: Shape 15622">
                <a:extLst>
                  <a:ext uri="{FF2B5EF4-FFF2-40B4-BE49-F238E27FC236}">
                    <a16:creationId xmlns:a16="http://schemas.microsoft.com/office/drawing/2014/main" id="{3356365B-537B-897D-4F2A-CC1ACF2A6F7C}"/>
                  </a:ext>
                </a:extLst>
              </p:cNvPr>
              <p:cNvSpPr/>
              <p:nvPr/>
            </p:nvSpPr>
            <p:spPr>
              <a:xfrm>
                <a:off x="9526568" y="5528237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3"/>
                      <a:pt x="5660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69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24" name="Freeform: Shape 15623">
                <a:extLst>
                  <a:ext uri="{FF2B5EF4-FFF2-40B4-BE49-F238E27FC236}">
                    <a16:creationId xmlns:a16="http://schemas.microsoft.com/office/drawing/2014/main" id="{A72AFD7D-7FB9-02B7-7357-83E704D505CE}"/>
                  </a:ext>
                </a:extLst>
              </p:cNvPr>
              <p:cNvSpPr/>
              <p:nvPr/>
            </p:nvSpPr>
            <p:spPr>
              <a:xfrm>
                <a:off x="9524953" y="5528222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3"/>
                      <a:pt x="5660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69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25" name="Freeform: Shape 15624">
                <a:extLst>
                  <a:ext uri="{FF2B5EF4-FFF2-40B4-BE49-F238E27FC236}">
                    <a16:creationId xmlns:a16="http://schemas.microsoft.com/office/drawing/2014/main" id="{1C99587C-F274-5FB4-040C-548C1D158CEE}"/>
                  </a:ext>
                </a:extLst>
              </p:cNvPr>
              <p:cNvSpPr/>
              <p:nvPr/>
            </p:nvSpPr>
            <p:spPr>
              <a:xfrm>
                <a:off x="9523206" y="5527794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3"/>
                      <a:pt x="5660" y="5578"/>
                    </a:cubicBezTo>
                    <a:cubicBezTo>
                      <a:pt x="6254" y="4983"/>
                      <a:pt x="6589" y="4176"/>
                      <a:pt x="6589" y="3334"/>
                    </a:cubicBezTo>
                    <a:cubicBezTo>
                      <a:pt x="6589" y="2493"/>
                      <a:pt x="6254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80" y="1686"/>
                      <a:pt x="245" y="2493"/>
                      <a:pt x="245" y="3334"/>
                    </a:cubicBezTo>
                    <a:cubicBezTo>
                      <a:pt x="245" y="4176"/>
                      <a:pt x="580" y="4983"/>
                      <a:pt x="1174" y="5578"/>
                    </a:cubicBezTo>
                    <a:cubicBezTo>
                      <a:pt x="1769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26" name="Freeform: Shape 15625">
                <a:extLst>
                  <a:ext uri="{FF2B5EF4-FFF2-40B4-BE49-F238E27FC236}">
                    <a16:creationId xmlns:a16="http://schemas.microsoft.com/office/drawing/2014/main" id="{20262E1E-9BCF-4871-C5D8-251736899D3F}"/>
                  </a:ext>
                </a:extLst>
              </p:cNvPr>
              <p:cNvSpPr/>
              <p:nvPr/>
            </p:nvSpPr>
            <p:spPr>
              <a:xfrm>
                <a:off x="9521504" y="5527468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8 h 6345"/>
                  <a:gd name="connsiteX2" fmla="*/ 6588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60" y="5578"/>
                    </a:cubicBezTo>
                    <a:cubicBezTo>
                      <a:pt x="6254" y="4983"/>
                      <a:pt x="6588" y="4175"/>
                      <a:pt x="6588" y="3334"/>
                    </a:cubicBezTo>
                    <a:cubicBezTo>
                      <a:pt x="6588" y="2493"/>
                      <a:pt x="6254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80" y="1686"/>
                      <a:pt x="245" y="2493"/>
                      <a:pt x="245" y="3334"/>
                    </a:cubicBezTo>
                    <a:cubicBezTo>
                      <a:pt x="245" y="4175"/>
                      <a:pt x="580" y="4983"/>
                      <a:pt x="1174" y="5578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27" name="Freeform: Shape 15626">
                <a:extLst>
                  <a:ext uri="{FF2B5EF4-FFF2-40B4-BE49-F238E27FC236}">
                    <a16:creationId xmlns:a16="http://schemas.microsoft.com/office/drawing/2014/main" id="{49572638-F029-DB95-D895-43D4AE0B538C}"/>
                  </a:ext>
                </a:extLst>
              </p:cNvPr>
              <p:cNvSpPr/>
              <p:nvPr/>
            </p:nvSpPr>
            <p:spPr>
              <a:xfrm>
                <a:off x="9519792" y="5527073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59" y="5577"/>
                    </a:cubicBezTo>
                    <a:cubicBezTo>
                      <a:pt x="6254" y="4983"/>
                      <a:pt x="6588" y="4175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5"/>
                      <a:pt x="579" y="4983"/>
                      <a:pt x="1174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28" name="Freeform: Shape 15627">
                <a:extLst>
                  <a:ext uri="{FF2B5EF4-FFF2-40B4-BE49-F238E27FC236}">
                    <a16:creationId xmlns:a16="http://schemas.microsoft.com/office/drawing/2014/main" id="{A06E6723-D33A-CE04-114D-4722A3A3D6D6}"/>
                  </a:ext>
                </a:extLst>
              </p:cNvPr>
              <p:cNvSpPr/>
              <p:nvPr/>
            </p:nvSpPr>
            <p:spPr>
              <a:xfrm>
                <a:off x="9518032" y="5526492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59" y="5577"/>
                    </a:cubicBezTo>
                    <a:cubicBezTo>
                      <a:pt x="6254" y="4982"/>
                      <a:pt x="6588" y="4175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5"/>
                      <a:pt x="579" y="4982"/>
                      <a:pt x="1174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29" name="Freeform: Shape 15628">
                <a:extLst>
                  <a:ext uri="{FF2B5EF4-FFF2-40B4-BE49-F238E27FC236}">
                    <a16:creationId xmlns:a16="http://schemas.microsoft.com/office/drawing/2014/main" id="{5CD4E7DD-2123-8A0F-854D-EE60AF69C28B}"/>
                  </a:ext>
                </a:extLst>
              </p:cNvPr>
              <p:cNvSpPr/>
              <p:nvPr/>
            </p:nvSpPr>
            <p:spPr>
              <a:xfrm>
                <a:off x="9516353" y="5526130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8" y="6507"/>
                      <a:pt x="5064" y="6172"/>
                      <a:pt x="5659" y="5577"/>
                    </a:cubicBezTo>
                    <a:cubicBezTo>
                      <a:pt x="6254" y="4982"/>
                      <a:pt x="6588" y="4175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8" y="161"/>
                      <a:pt x="3416" y="161"/>
                    </a:cubicBezTo>
                    <a:cubicBezTo>
                      <a:pt x="2575" y="161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5"/>
                      <a:pt x="579" y="4982"/>
                      <a:pt x="1174" y="5577"/>
                    </a:cubicBezTo>
                    <a:cubicBezTo>
                      <a:pt x="1769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30" name="Freeform: Shape 15629">
                <a:extLst>
                  <a:ext uri="{FF2B5EF4-FFF2-40B4-BE49-F238E27FC236}">
                    <a16:creationId xmlns:a16="http://schemas.microsoft.com/office/drawing/2014/main" id="{E8F3682B-96C1-A315-50CF-D3B11FECE30D}"/>
                  </a:ext>
                </a:extLst>
              </p:cNvPr>
              <p:cNvSpPr/>
              <p:nvPr/>
            </p:nvSpPr>
            <p:spPr>
              <a:xfrm>
                <a:off x="9514770" y="5526046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2"/>
                      <a:pt x="5659" y="5577"/>
                    </a:cubicBezTo>
                    <a:cubicBezTo>
                      <a:pt x="6254" y="4982"/>
                      <a:pt x="6588" y="4175"/>
                      <a:pt x="6588" y="3334"/>
                    </a:cubicBezTo>
                    <a:cubicBezTo>
                      <a:pt x="6588" y="2493"/>
                      <a:pt x="6254" y="1685"/>
                      <a:pt x="5659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4" y="1091"/>
                    </a:cubicBezTo>
                    <a:cubicBezTo>
                      <a:pt x="579" y="1685"/>
                      <a:pt x="245" y="2493"/>
                      <a:pt x="245" y="3334"/>
                    </a:cubicBezTo>
                    <a:cubicBezTo>
                      <a:pt x="245" y="4175"/>
                      <a:pt x="579" y="4982"/>
                      <a:pt x="1174" y="5577"/>
                    </a:cubicBezTo>
                    <a:cubicBezTo>
                      <a:pt x="1768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31" name="Freeform: Shape 15630">
                <a:extLst>
                  <a:ext uri="{FF2B5EF4-FFF2-40B4-BE49-F238E27FC236}">
                    <a16:creationId xmlns:a16="http://schemas.microsoft.com/office/drawing/2014/main" id="{7A81C63C-3DB6-384D-4DB3-4038D9918930}"/>
                  </a:ext>
                </a:extLst>
              </p:cNvPr>
              <p:cNvSpPr/>
              <p:nvPr/>
            </p:nvSpPr>
            <p:spPr>
              <a:xfrm>
                <a:off x="9513191" y="5525951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2"/>
                      <a:pt x="5659" y="5577"/>
                    </a:cubicBezTo>
                    <a:cubicBezTo>
                      <a:pt x="6254" y="4982"/>
                      <a:pt x="6588" y="4175"/>
                      <a:pt x="6588" y="3334"/>
                    </a:cubicBezTo>
                    <a:cubicBezTo>
                      <a:pt x="6588" y="2493"/>
                      <a:pt x="6254" y="1685"/>
                      <a:pt x="5659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4" y="1091"/>
                    </a:cubicBezTo>
                    <a:cubicBezTo>
                      <a:pt x="579" y="1685"/>
                      <a:pt x="245" y="2493"/>
                      <a:pt x="245" y="3334"/>
                    </a:cubicBezTo>
                    <a:cubicBezTo>
                      <a:pt x="245" y="4175"/>
                      <a:pt x="579" y="4982"/>
                      <a:pt x="1174" y="5577"/>
                    </a:cubicBezTo>
                    <a:cubicBezTo>
                      <a:pt x="1768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32" name="Freeform: Shape 15631">
                <a:extLst>
                  <a:ext uri="{FF2B5EF4-FFF2-40B4-BE49-F238E27FC236}">
                    <a16:creationId xmlns:a16="http://schemas.microsoft.com/office/drawing/2014/main" id="{15696C8A-FC12-6106-9696-0F1E93F8860C}"/>
                  </a:ext>
                </a:extLst>
              </p:cNvPr>
              <p:cNvSpPr/>
              <p:nvPr/>
            </p:nvSpPr>
            <p:spPr>
              <a:xfrm>
                <a:off x="9511649" y="5525962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5 w 6343"/>
                  <a:gd name="connsiteY6" fmla="*/ 3334 h 6345"/>
                  <a:gd name="connsiteX7" fmla="*/ 1173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2"/>
                      <a:pt x="5659" y="5577"/>
                    </a:cubicBezTo>
                    <a:cubicBezTo>
                      <a:pt x="6253" y="4982"/>
                      <a:pt x="6588" y="4175"/>
                      <a:pt x="6588" y="3334"/>
                    </a:cubicBezTo>
                    <a:cubicBezTo>
                      <a:pt x="6588" y="2493"/>
                      <a:pt x="6253" y="1685"/>
                      <a:pt x="5659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3" y="1091"/>
                    </a:cubicBezTo>
                    <a:cubicBezTo>
                      <a:pt x="579" y="1685"/>
                      <a:pt x="245" y="2493"/>
                      <a:pt x="245" y="3334"/>
                    </a:cubicBezTo>
                    <a:cubicBezTo>
                      <a:pt x="245" y="4175"/>
                      <a:pt x="579" y="4982"/>
                      <a:pt x="1173" y="5577"/>
                    </a:cubicBezTo>
                    <a:cubicBezTo>
                      <a:pt x="1768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33" name="Freeform: Shape 15632">
                <a:extLst>
                  <a:ext uri="{FF2B5EF4-FFF2-40B4-BE49-F238E27FC236}">
                    <a16:creationId xmlns:a16="http://schemas.microsoft.com/office/drawing/2014/main" id="{ACDEA338-2CAF-8E76-40AE-D269CFD53F6E}"/>
                  </a:ext>
                </a:extLst>
              </p:cNvPr>
              <p:cNvSpPr/>
              <p:nvPr/>
            </p:nvSpPr>
            <p:spPr>
              <a:xfrm>
                <a:off x="9510142" y="5526079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2"/>
                      <a:pt x="5659" y="5577"/>
                    </a:cubicBezTo>
                    <a:cubicBezTo>
                      <a:pt x="6253" y="4982"/>
                      <a:pt x="6588" y="4175"/>
                      <a:pt x="6588" y="3334"/>
                    </a:cubicBezTo>
                    <a:cubicBezTo>
                      <a:pt x="6588" y="2493"/>
                      <a:pt x="6253" y="1685"/>
                      <a:pt x="5659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3" y="1091"/>
                    </a:cubicBezTo>
                    <a:cubicBezTo>
                      <a:pt x="579" y="1685"/>
                      <a:pt x="244" y="2493"/>
                      <a:pt x="244" y="3334"/>
                    </a:cubicBezTo>
                    <a:cubicBezTo>
                      <a:pt x="244" y="4175"/>
                      <a:pt x="579" y="4982"/>
                      <a:pt x="1173" y="5577"/>
                    </a:cubicBezTo>
                    <a:cubicBezTo>
                      <a:pt x="1768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34" name="Freeform: Shape 15633">
                <a:extLst>
                  <a:ext uri="{FF2B5EF4-FFF2-40B4-BE49-F238E27FC236}">
                    <a16:creationId xmlns:a16="http://schemas.microsoft.com/office/drawing/2014/main" id="{D214F5BD-4353-9C3D-B985-6A447A2347D8}"/>
                  </a:ext>
                </a:extLst>
              </p:cNvPr>
              <p:cNvSpPr/>
              <p:nvPr/>
            </p:nvSpPr>
            <p:spPr>
              <a:xfrm>
                <a:off x="9508637" y="5526187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7 h 6345"/>
                  <a:gd name="connsiteX2" fmla="*/ 6587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2"/>
                      <a:pt x="5659" y="5577"/>
                    </a:cubicBezTo>
                    <a:cubicBezTo>
                      <a:pt x="6253" y="4982"/>
                      <a:pt x="6587" y="4175"/>
                      <a:pt x="6587" y="3334"/>
                    </a:cubicBezTo>
                    <a:cubicBezTo>
                      <a:pt x="6587" y="2493"/>
                      <a:pt x="6253" y="1686"/>
                      <a:pt x="5659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3" y="1091"/>
                    </a:cubicBezTo>
                    <a:cubicBezTo>
                      <a:pt x="579" y="1686"/>
                      <a:pt x="244" y="2493"/>
                      <a:pt x="244" y="3334"/>
                    </a:cubicBezTo>
                    <a:cubicBezTo>
                      <a:pt x="244" y="4175"/>
                      <a:pt x="579" y="4982"/>
                      <a:pt x="1173" y="5577"/>
                    </a:cubicBezTo>
                    <a:cubicBezTo>
                      <a:pt x="1768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35" name="Freeform: Shape 15634">
                <a:extLst>
                  <a:ext uri="{FF2B5EF4-FFF2-40B4-BE49-F238E27FC236}">
                    <a16:creationId xmlns:a16="http://schemas.microsoft.com/office/drawing/2014/main" id="{0F6406FF-39E5-168A-B4AD-D9A7D607821C}"/>
                  </a:ext>
                </a:extLst>
              </p:cNvPr>
              <p:cNvSpPr/>
              <p:nvPr/>
            </p:nvSpPr>
            <p:spPr>
              <a:xfrm>
                <a:off x="9507180" y="5526460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8 w 6343"/>
                  <a:gd name="connsiteY1" fmla="*/ 5577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2"/>
                      <a:pt x="5658" y="5577"/>
                    </a:cubicBezTo>
                    <a:cubicBezTo>
                      <a:pt x="6253" y="4982"/>
                      <a:pt x="6587" y="4175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5"/>
                      <a:pt x="578" y="4982"/>
                      <a:pt x="1173" y="5577"/>
                    </a:cubicBezTo>
                    <a:cubicBezTo>
                      <a:pt x="1768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36" name="Freeform: Shape 15635">
                <a:extLst>
                  <a:ext uri="{FF2B5EF4-FFF2-40B4-BE49-F238E27FC236}">
                    <a16:creationId xmlns:a16="http://schemas.microsoft.com/office/drawing/2014/main" id="{1A8F4A6D-B47B-855D-0FA3-A9056DC4F361}"/>
                  </a:ext>
                </a:extLst>
              </p:cNvPr>
              <p:cNvSpPr/>
              <p:nvPr/>
            </p:nvSpPr>
            <p:spPr>
              <a:xfrm>
                <a:off x="9505676" y="5526548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8 w 6343"/>
                  <a:gd name="connsiteY1" fmla="*/ 5577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2"/>
                      <a:pt x="5658" y="5577"/>
                    </a:cubicBezTo>
                    <a:cubicBezTo>
                      <a:pt x="6253" y="4982"/>
                      <a:pt x="6587" y="4175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5"/>
                      <a:pt x="578" y="4982"/>
                      <a:pt x="1173" y="5577"/>
                    </a:cubicBezTo>
                    <a:cubicBezTo>
                      <a:pt x="1768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37" name="Freeform: Shape 15636">
                <a:extLst>
                  <a:ext uri="{FF2B5EF4-FFF2-40B4-BE49-F238E27FC236}">
                    <a16:creationId xmlns:a16="http://schemas.microsoft.com/office/drawing/2014/main" id="{2C3F877F-582C-957C-8D68-63FBED419A70}"/>
                  </a:ext>
                </a:extLst>
              </p:cNvPr>
              <p:cNvSpPr/>
              <p:nvPr/>
            </p:nvSpPr>
            <p:spPr>
              <a:xfrm>
                <a:off x="9504143" y="5526509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8 w 6343"/>
                  <a:gd name="connsiteY1" fmla="*/ 5577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3" y="6172"/>
                      <a:pt x="5658" y="5577"/>
                    </a:cubicBezTo>
                    <a:cubicBezTo>
                      <a:pt x="6253" y="4982"/>
                      <a:pt x="6587" y="4175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7" y="161"/>
                      <a:pt x="3416" y="161"/>
                    </a:cubicBezTo>
                    <a:cubicBezTo>
                      <a:pt x="2574" y="161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5"/>
                      <a:pt x="578" y="4982"/>
                      <a:pt x="1173" y="5577"/>
                    </a:cubicBezTo>
                    <a:cubicBezTo>
                      <a:pt x="1768" y="6172"/>
                      <a:pt x="2574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38" name="Freeform: Shape 15637">
                <a:extLst>
                  <a:ext uri="{FF2B5EF4-FFF2-40B4-BE49-F238E27FC236}">
                    <a16:creationId xmlns:a16="http://schemas.microsoft.com/office/drawing/2014/main" id="{99E44178-793D-0457-260A-485A794B5681}"/>
                  </a:ext>
                </a:extLst>
              </p:cNvPr>
              <p:cNvSpPr/>
              <p:nvPr/>
            </p:nvSpPr>
            <p:spPr>
              <a:xfrm>
                <a:off x="9502657" y="5526637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7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7" y="6507"/>
                      <a:pt x="5063" y="6172"/>
                      <a:pt x="5658" y="5577"/>
                    </a:cubicBezTo>
                    <a:cubicBezTo>
                      <a:pt x="6253" y="4982"/>
                      <a:pt x="6587" y="4175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7" y="161"/>
                      <a:pt x="3415" y="161"/>
                    </a:cubicBezTo>
                    <a:cubicBezTo>
                      <a:pt x="2574" y="161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5"/>
                      <a:pt x="578" y="4982"/>
                      <a:pt x="1173" y="5577"/>
                    </a:cubicBezTo>
                    <a:cubicBezTo>
                      <a:pt x="1768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39" name="Freeform: Shape 15638">
                <a:extLst>
                  <a:ext uri="{FF2B5EF4-FFF2-40B4-BE49-F238E27FC236}">
                    <a16:creationId xmlns:a16="http://schemas.microsoft.com/office/drawing/2014/main" id="{F24D686A-E2C4-D3EA-9F69-A8BCBB07BAE0}"/>
                  </a:ext>
                </a:extLst>
              </p:cNvPr>
              <p:cNvSpPr/>
              <p:nvPr/>
            </p:nvSpPr>
            <p:spPr>
              <a:xfrm>
                <a:off x="9501071" y="5526343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7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2"/>
                      <a:pt x="5658" y="5577"/>
                    </a:cubicBezTo>
                    <a:cubicBezTo>
                      <a:pt x="6253" y="4982"/>
                      <a:pt x="6587" y="4175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5"/>
                      <a:pt x="578" y="4982"/>
                      <a:pt x="1173" y="5577"/>
                    </a:cubicBezTo>
                    <a:cubicBezTo>
                      <a:pt x="1767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40" name="Freeform: Shape 15639">
                <a:extLst>
                  <a:ext uri="{FF2B5EF4-FFF2-40B4-BE49-F238E27FC236}">
                    <a16:creationId xmlns:a16="http://schemas.microsoft.com/office/drawing/2014/main" id="{59D87167-DC82-1FB1-1EF8-5FB57EE49BCF}"/>
                  </a:ext>
                </a:extLst>
              </p:cNvPr>
              <p:cNvSpPr/>
              <p:nvPr/>
            </p:nvSpPr>
            <p:spPr>
              <a:xfrm>
                <a:off x="9499533" y="5526215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7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2"/>
                      <a:pt x="5658" y="5577"/>
                    </a:cubicBezTo>
                    <a:cubicBezTo>
                      <a:pt x="6253" y="4982"/>
                      <a:pt x="6587" y="4175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5"/>
                      <a:pt x="578" y="4982"/>
                      <a:pt x="1173" y="5577"/>
                    </a:cubicBezTo>
                    <a:cubicBezTo>
                      <a:pt x="1767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41" name="Freeform: Shape 15640">
                <a:extLst>
                  <a:ext uri="{FF2B5EF4-FFF2-40B4-BE49-F238E27FC236}">
                    <a16:creationId xmlns:a16="http://schemas.microsoft.com/office/drawing/2014/main" id="{B0ECF472-9187-F08A-A664-B404903ECECB}"/>
                  </a:ext>
                </a:extLst>
              </p:cNvPr>
              <p:cNvSpPr/>
              <p:nvPr/>
            </p:nvSpPr>
            <p:spPr>
              <a:xfrm>
                <a:off x="9498013" y="5526136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7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2"/>
                      <a:pt x="5658" y="5577"/>
                    </a:cubicBezTo>
                    <a:cubicBezTo>
                      <a:pt x="6252" y="4982"/>
                      <a:pt x="6587" y="4175"/>
                      <a:pt x="6587" y="3334"/>
                    </a:cubicBezTo>
                    <a:cubicBezTo>
                      <a:pt x="6587" y="2493"/>
                      <a:pt x="6252" y="1686"/>
                      <a:pt x="5658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2" y="1091"/>
                    </a:cubicBezTo>
                    <a:cubicBezTo>
                      <a:pt x="578" y="1686"/>
                      <a:pt x="243" y="2493"/>
                      <a:pt x="243" y="3334"/>
                    </a:cubicBezTo>
                    <a:cubicBezTo>
                      <a:pt x="243" y="4175"/>
                      <a:pt x="578" y="4982"/>
                      <a:pt x="1172" y="5577"/>
                    </a:cubicBezTo>
                    <a:cubicBezTo>
                      <a:pt x="1767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42" name="Freeform: Shape 15641">
                <a:extLst>
                  <a:ext uri="{FF2B5EF4-FFF2-40B4-BE49-F238E27FC236}">
                    <a16:creationId xmlns:a16="http://schemas.microsoft.com/office/drawing/2014/main" id="{370B5EA0-A362-C304-F23C-508FAFA12EE3}"/>
                  </a:ext>
                </a:extLst>
              </p:cNvPr>
              <p:cNvSpPr/>
              <p:nvPr/>
            </p:nvSpPr>
            <p:spPr>
              <a:xfrm>
                <a:off x="9496442" y="5525811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7 h 6345"/>
                  <a:gd name="connsiteX2" fmla="*/ 6586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2"/>
                      <a:pt x="5658" y="5577"/>
                    </a:cubicBezTo>
                    <a:cubicBezTo>
                      <a:pt x="6252" y="4982"/>
                      <a:pt x="6586" y="4175"/>
                      <a:pt x="6586" y="3334"/>
                    </a:cubicBezTo>
                    <a:cubicBezTo>
                      <a:pt x="6586" y="2493"/>
                      <a:pt x="6252" y="1685"/>
                      <a:pt x="5658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2" y="1091"/>
                    </a:cubicBezTo>
                    <a:cubicBezTo>
                      <a:pt x="578" y="1685"/>
                      <a:pt x="243" y="2493"/>
                      <a:pt x="243" y="3334"/>
                    </a:cubicBezTo>
                    <a:cubicBezTo>
                      <a:pt x="243" y="4175"/>
                      <a:pt x="578" y="4982"/>
                      <a:pt x="1172" y="5577"/>
                    </a:cubicBezTo>
                    <a:cubicBezTo>
                      <a:pt x="1767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43" name="Freeform: Shape 15642">
                <a:extLst>
                  <a:ext uri="{FF2B5EF4-FFF2-40B4-BE49-F238E27FC236}">
                    <a16:creationId xmlns:a16="http://schemas.microsoft.com/office/drawing/2014/main" id="{7BB0E21B-9490-B284-3FF7-2723412CD176}"/>
                  </a:ext>
                </a:extLst>
              </p:cNvPr>
              <p:cNvSpPr/>
              <p:nvPr/>
            </p:nvSpPr>
            <p:spPr>
              <a:xfrm>
                <a:off x="9495019" y="5526127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2"/>
                      <a:pt x="5657" y="5577"/>
                    </a:cubicBezTo>
                    <a:cubicBezTo>
                      <a:pt x="6252" y="4982"/>
                      <a:pt x="6586" y="4175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5"/>
                      <a:pt x="577" y="4982"/>
                      <a:pt x="1172" y="5577"/>
                    </a:cubicBezTo>
                    <a:cubicBezTo>
                      <a:pt x="1767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44" name="Freeform: Shape 15643">
                <a:extLst>
                  <a:ext uri="{FF2B5EF4-FFF2-40B4-BE49-F238E27FC236}">
                    <a16:creationId xmlns:a16="http://schemas.microsoft.com/office/drawing/2014/main" id="{9A79F766-4149-28A3-8145-8FA9E7CF32C5}"/>
                  </a:ext>
                </a:extLst>
              </p:cNvPr>
              <p:cNvSpPr/>
              <p:nvPr/>
            </p:nvSpPr>
            <p:spPr>
              <a:xfrm>
                <a:off x="9493482" y="5525900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2"/>
                      <a:pt x="5657" y="5577"/>
                    </a:cubicBezTo>
                    <a:cubicBezTo>
                      <a:pt x="6252" y="4982"/>
                      <a:pt x="6586" y="4175"/>
                      <a:pt x="6586" y="3334"/>
                    </a:cubicBezTo>
                    <a:cubicBezTo>
                      <a:pt x="6586" y="2493"/>
                      <a:pt x="6252" y="1685"/>
                      <a:pt x="5657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2" y="1091"/>
                    </a:cubicBezTo>
                    <a:cubicBezTo>
                      <a:pt x="577" y="1685"/>
                      <a:pt x="243" y="2493"/>
                      <a:pt x="243" y="3334"/>
                    </a:cubicBezTo>
                    <a:cubicBezTo>
                      <a:pt x="243" y="4175"/>
                      <a:pt x="577" y="4982"/>
                      <a:pt x="1172" y="5577"/>
                    </a:cubicBezTo>
                    <a:cubicBezTo>
                      <a:pt x="1767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45" name="Freeform: Shape 15644">
                <a:extLst>
                  <a:ext uri="{FF2B5EF4-FFF2-40B4-BE49-F238E27FC236}">
                    <a16:creationId xmlns:a16="http://schemas.microsoft.com/office/drawing/2014/main" id="{B05E3253-C53E-9215-F19D-E6E5F5325F3F}"/>
                  </a:ext>
                </a:extLst>
              </p:cNvPr>
              <p:cNvSpPr/>
              <p:nvPr/>
            </p:nvSpPr>
            <p:spPr>
              <a:xfrm>
                <a:off x="9492010" y="5525960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2" y="6172"/>
                      <a:pt x="5657" y="5577"/>
                    </a:cubicBezTo>
                    <a:cubicBezTo>
                      <a:pt x="6252" y="4982"/>
                      <a:pt x="6586" y="4175"/>
                      <a:pt x="6586" y="3334"/>
                    </a:cubicBezTo>
                    <a:cubicBezTo>
                      <a:pt x="6586" y="2493"/>
                      <a:pt x="6252" y="1685"/>
                      <a:pt x="5657" y="1091"/>
                    </a:cubicBezTo>
                    <a:cubicBezTo>
                      <a:pt x="5062" y="496"/>
                      <a:pt x="4256" y="161"/>
                      <a:pt x="3415" y="161"/>
                    </a:cubicBezTo>
                    <a:cubicBezTo>
                      <a:pt x="2573" y="161"/>
                      <a:pt x="1767" y="496"/>
                      <a:pt x="1172" y="1091"/>
                    </a:cubicBezTo>
                    <a:cubicBezTo>
                      <a:pt x="577" y="1685"/>
                      <a:pt x="243" y="2493"/>
                      <a:pt x="243" y="3334"/>
                    </a:cubicBezTo>
                    <a:cubicBezTo>
                      <a:pt x="243" y="4175"/>
                      <a:pt x="577" y="4982"/>
                      <a:pt x="1172" y="5577"/>
                    </a:cubicBezTo>
                    <a:cubicBezTo>
                      <a:pt x="1767" y="6172"/>
                      <a:pt x="2573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46" name="Freeform: Shape 15645">
                <a:extLst>
                  <a:ext uri="{FF2B5EF4-FFF2-40B4-BE49-F238E27FC236}">
                    <a16:creationId xmlns:a16="http://schemas.microsoft.com/office/drawing/2014/main" id="{876A27AF-4DFA-847F-103F-4EE5D603E2FE}"/>
                  </a:ext>
                </a:extLst>
              </p:cNvPr>
              <p:cNvSpPr/>
              <p:nvPr/>
            </p:nvSpPr>
            <p:spPr>
              <a:xfrm>
                <a:off x="9490574" y="5526188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6" y="6507"/>
                      <a:pt x="5062" y="6172"/>
                      <a:pt x="5657" y="5577"/>
                    </a:cubicBezTo>
                    <a:cubicBezTo>
                      <a:pt x="6252" y="4982"/>
                      <a:pt x="6586" y="4175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6" y="161"/>
                      <a:pt x="3414" y="161"/>
                    </a:cubicBezTo>
                    <a:cubicBezTo>
                      <a:pt x="2573" y="161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5"/>
                      <a:pt x="577" y="4982"/>
                      <a:pt x="1172" y="5577"/>
                    </a:cubicBezTo>
                    <a:cubicBezTo>
                      <a:pt x="1767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47" name="Freeform: Shape 15646">
                <a:extLst>
                  <a:ext uri="{FF2B5EF4-FFF2-40B4-BE49-F238E27FC236}">
                    <a16:creationId xmlns:a16="http://schemas.microsoft.com/office/drawing/2014/main" id="{EFA7981C-66C7-4204-F219-2000669B5838}"/>
                  </a:ext>
                </a:extLst>
              </p:cNvPr>
              <p:cNvSpPr/>
              <p:nvPr/>
            </p:nvSpPr>
            <p:spPr>
              <a:xfrm>
                <a:off x="9489172" y="5526586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7" y="5577"/>
                    </a:cubicBezTo>
                    <a:cubicBezTo>
                      <a:pt x="6252" y="4982"/>
                      <a:pt x="6586" y="4175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5"/>
                      <a:pt x="577" y="4982"/>
                      <a:pt x="1172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48" name="Freeform: Shape 15647">
                <a:extLst>
                  <a:ext uri="{FF2B5EF4-FFF2-40B4-BE49-F238E27FC236}">
                    <a16:creationId xmlns:a16="http://schemas.microsoft.com/office/drawing/2014/main" id="{4E600DF8-22A1-249D-90DC-8A275314A131}"/>
                  </a:ext>
                </a:extLst>
              </p:cNvPr>
              <p:cNvSpPr/>
              <p:nvPr/>
            </p:nvSpPr>
            <p:spPr>
              <a:xfrm>
                <a:off x="9487656" y="5526381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7" y="5577"/>
                    </a:cubicBezTo>
                    <a:cubicBezTo>
                      <a:pt x="6252" y="4982"/>
                      <a:pt x="6586" y="4175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5"/>
                      <a:pt x="577" y="4982"/>
                      <a:pt x="1172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49" name="Freeform: Shape 15648">
                <a:extLst>
                  <a:ext uri="{FF2B5EF4-FFF2-40B4-BE49-F238E27FC236}">
                    <a16:creationId xmlns:a16="http://schemas.microsoft.com/office/drawing/2014/main" id="{D533F3A3-FCE1-BB90-5E4F-FC1BB02F9A44}"/>
                  </a:ext>
                </a:extLst>
              </p:cNvPr>
              <p:cNvSpPr/>
              <p:nvPr/>
            </p:nvSpPr>
            <p:spPr>
              <a:xfrm>
                <a:off x="9486241" y="5526701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1 w 6343"/>
                  <a:gd name="connsiteY5" fmla="*/ 1091 h 6345"/>
                  <a:gd name="connsiteX6" fmla="*/ 243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7" y="5577"/>
                    </a:cubicBezTo>
                    <a:cubicBezTo>
                      <a:pt x="6251" y="4982"/>
                      <a:pt x="6586" y="4175"/>
                      <a:pt x="6586" y="3334"/>
                    </a:cubicBezTo>
                    <a:cubicBezTo>
                      <a:pt x="6586" y="2493"/>
                      <a:pt x="6251" y="1686"/>
                      <a:pt x="5657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1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5"/>
                      <a:pt x="577" y="4982"/>
                      <a:pt x="1171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50" name="Freeform: Shape 15649">
                <a:extLst>
                  <a:ext uri="{FF2B5EF4-FFF2-40B4-BE49-F238E27FC236}">
                    <a16:creationId xmlns:a16="http://schemas.microsoft.com/office/drawing/2014/main" id="{626057BB-1BAF-A740-DC7F-CFC4182CBBBC}"/>
                  </a:ext>
                </a:extLst>
              </p:cNvPr>
              <p:cNvSpPr/>
              <p:nvPr/>
            </p:nvSpPr>
            <p:spPr>
              <a:xfrm>
                <a:off x="9484730" y="5526477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7" y="5577"/>
                    </a:cubicBezTo>
                    <a:cubicBezTo>
                      <a:pt x="6251" y="4982"/>
                      <a:pt x="6586" y="4175"/>
                      <a:pt x="6586" y="3334"/>
                    </a:cubicBezTo>
                    <a:cubicBezTo>
                      <a:pt x="6586" y="2493"/>
                      <a:pt x="6251" y="1686"/>
                      <a:pt x="5657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1" y="1091"/>
                    </a:cubicBezTo>
                    <a:cubicBezTo>
                      <a:pt x="577" y="1686"/>
                      <a:pt x="242" y="2493"/>
                      <a:pt x="242" y="3334"/>
                    </a:cubicBezTo>
                    <a:cubicBezTo>
                      <a:pt x="242" y="4175"/>
                      <a:pt x="577" y="4982"/>
                      <a:pt x="1171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51" name="Freeform: Shape 15650">
                <a:extLst>
                  <a:ext uri="{FF2B5EF4-FFF2-40B4-BE49-F238E27FC236}">
                    <a16:creationId xmlns:a16="http://schemas.microsoft.com/office/drawing/2014/main" id="{92443C67-477C-9555-BE38-3C03CD33A2AB}"/>
                  </a:ext>
                </a:extLst>
              </p:cNvPr>
              <p:cNvSpPr/>
              <p:nvPr/>
            </p:nvSpPr>
            <p:spPr>
              <a:xfrm>
                <a:off x="9483333" y="5526899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7 h 6345"/>
                  <a:gd name="connsiteX2" fmla="*/ 6585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7" y="5577"/>
                    </a:cubicBezTo>
                    <a:cubicBezTo>
                      <a:pt x="6251" y="4983"/>
                      <a:pt x="6585" y="4175"/>
                      <a:pt x="6585" y="3334"/>
                    </a:cubicBezTo>
                    <a:cubicBezTo>
                      <a:pt x="6585" y="2493"/>
                      <a:pt x="6251" y="1686"/>
                      <a:pt x="5657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1" y="1091"/>
                    </a:cubicBezTo>
                    <a:cubicBezTo>
                      <a:pt x="577" y="1686"/>
                      <a:pt x="242" y="2493"/>
                      <a:pt x="242" y="3334"/>
                    </a:cubicBezTo>
                    <a:cubicBezTo>
                      <a:pt x="242" y="4175"/>
                      <a:pt x="577" y="4983"/>
                      <a:pt x="1171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52" name="Freeform: Shape 15651">
                <a:extLst>
                  <a:ext uri="{FF2B5EF4-FFF2-40B4-BE49-F238E27FC236}">
                    <a16:creationId xmlns:a16="http://schemas.microsoft.com/office/drawing/2014/main" id="{39C81B7B-D8C7-56BF-9C01-C71BA0013960}"/>
                  </a:ext>
                </a:extLst>
              </p:cNvPr>
              <p:cNvSpPr/>
              <p:nvPr/>
            </p:nvSpPr>
            <p:spPr>
              <a:xfrm>
                <a:off x="9481798" y="5526476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4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6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5"/>
                      <a:pt x="576" y="4982"/>
                      <a:pt x="1171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53" name="Freeform: Shape 15652">
                <a:extLst>
                  <a:ext uri="{FF2B5EF4-FFF2-40B4-BE49-F238E27FC236}">
                    <a16:creationId xmlns:a16="http://schemas.microsoft.com/office/drawing/2014/main" id="{B35E5D29-82A1-6DDE-DE63-15627A57757E}"/>
                  </a:ext>
                </a:extLst>
              </p:cNvPr>
              <p:cNvSpPr/>
              <p:nvPr/>
            </p:nvSpPr>
            <p:spPr>
              <a:xfrm>
                <a:off x="9480270" y="5526043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4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6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3"/>
                      <a:pt x="6251" y="1685"/>
                      <a:pt x="5656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1" y="1091"/>
                    </a:cubicBezTo>
                    <a:cubicBezTo>
                      <a:pt x="576" y="1685"/>
                      <a:pt x="242" y="2493"/>
                      <a:pt x="242" y="3334"/>
                    </a:cubicBezTo>
                    <a:cubicBezTo>
                      <a:pt x="242" y="4175"/>
                      <a:pt x="576" y="4982"/>
                      <a:pt x="1171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54" name="Freeform: Shape 15653">
                <a:extLst>
                  <a:ext uri="{FF2B5EF4-FFF2-40B4-BE49-F238E27FC236}">
                    <a16:creationId xmlns:a16="http://schemas.microsoft.com/office/drawing/2014/main" id="{B73C7CAC-C506-3763-AB4A-2F7D6D5CE320}"/>
                  </a:ext>
                </a:extLst>
              </p:cNvPr>
              <p:cNvSpPr/>
              <p:nvPr/>
            </p:nvSpPr>
            <p:spPr>
              <a:xfrm>
                <a:off x="9478828" y="5526139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4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1" y="6172"/>
                      <a:pt x="5656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5" y="161"/>
                      <a:pt x="3414" y="161"/>
                    </a:cubicBezTo>
                    <a:cubicBezTo>
                      <a:pt x="2572" y="161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5"/>
                      <a:pt x="576" y="4982"/>
                      <a:pt x="1171" y="5577"/>
                    </a:cubicBezTo>
                    <a:cubicBezTo>
                      <a:pt x="1766" y="6172"/>
                      <a:pt x="2572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55" name="Freeform: Shape 15654">
                <a:extLst>
                  <a:ext uri="{FF2B5EF4-FFF2-40B4-BE49-F238E27FC236}">
                    <a16:creationId xmlns:a16="http://schemas.microsoft.com/office/drawing/2014/main" id="{3EA91691-2213-7286-F244-658E241FA8B3}"/>
                  </a:ext>
                </a:extLst>
              </p:cNvPr>
              <p:cNvSpPr/>
              <p:nvPr/>
            </p:nvSpPr>
            <p:spPr>
              <a:xfrm>
                <a:off x="9477395" y="5526287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5" y="6507"/>
                      <a:pt x="5061" y="6172"/>
                      <a:pt x="5656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5" y="161"/>
                      <a:pt x="3413" y="161"/>
                    </a:cubicBezTo>
                    <a:cubicBezTo>
                      <a:pt x="2572" y="161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5"/>
                      <a:pt x="576" y="4982"/>
                      <a:pt x="1171" y="5577"/>
                    </a:cubicBezTo>
                    <a:cubicBezTo>
                      <a:pt x="1766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56" name="Freeform: Shape 15655">
                <a:extLst>
                  <a:ext uri="{FF2B5EF4-FFF2-40B4-BE49-F238E27FC236}">
                    <a16:creationId xmlns:a16="http://schemas.microsoft.com/office/drawing/2014/main" id="{60BC6667-9AAB-6A35-3EDB-35FF27225C85}"/>
                  </a:ext>
                </a:extLst>
              </p:cNvPr>
              <p:cNvSpPr/>
              <p:nvPr/>
            </p:nvSpPr>
            <p:spPr>
              <a:xfrm>
                <a:off x="9475945" y="5526305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6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5"/>
                      <a:pt x="576" y="4982"/>
                      <a:pt x="1171" y="5577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57" name="Freeform: Shape 15656">
                <a:extLst>
                  <a:ext uri="{FF2B5EF4-FFF2-40B4-BE49-F238E27FC236}">
                    <a16:creationId xmlns:a16="http://schemas.microsoft.com/office/drawing/2014/main" id="{C7F031AF-AFE9-EB82-C7C9-75F2A4CE1D6A}"/>
                  </a:ext>
                </a:extLst>
              </p:cNvPr>
              <p:cNvSpPr/>
              <p:nvPr/>
            </p:nvSpPr>
            <p:spPr>
              <a:xfrm>
                <a:off x="9474528" y="5526554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6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5"/>
                      <a:pt x="576" y="4982"/>
                      <a:pt x="1171" y="5577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58" name="Freeform: Shape 15657">
                <a:extLst>
                  <a:ext uri="{FF2B5EF4-FFF2-40B4-BE49-F238E27FC236}">
                    <a16:creationId xmlns:a16="http://schemas.microsoft.com/office/drawing/2014/main" id="{858E9C50-3A12-ED51-E747-B2401BF94150}"/>
                  </a:ext>
                </a:extLst>
              </p:cNvPr>
              <p:cNvSpPr/>
              <p:nvPr/>
            </p:nvSpPr>
            <p:spPr>
              <a:xfrm>
                <a:off x="9473056" y="5526374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2 w 6343"/>
                  <a:gd name="connsiteY6" fmla="*/ 3334 h 6345"/>
                  <a:gd name="connsiteX7" fmla="*/ 1170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6" y="5577"/>
                    </a:cubicBezTo>
                    <a:cubicBezTo>
                      <a:pt x="6250" y="4982"/>
                      <a:pt x="6585" y="4175"/>
                      <a:pt x="6585" y="3334"/>
                    </a:cubicBezTo>
                    <a:cubicBezTo>
                      <a:pt x="6585" y="2493"/>
                      <a:pt x="6250" y="1686"/>
                      <a:pt x="5656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0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5"/>
                      <a:pt x="576" y="4982"/>
                      <a:pt x="1170" y="5577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59" name="Freeform: Shape 15658">
                <a:extLst>
                  <a:ext uri="{FF2B5EF4-FFF2-40B4-BE49-F238E27FC236}">
                    <a16:creationId xmlns:a16="http://schemas.microsoft.com/office/drawing/2014/main" id="{92C52A30-AF66-B182-879B-85C4ABCAF86B}"/>
                  </a:ext>
                </a:extLst>
              </p:cNvPr>
              <p:cNvSpPr/>
              <p:nvPr/>
            </p:nvSpPr>
            <p:spPr>
              <a:xfrm>
                <a:off x="9471616" y="5526426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6" y="5577"/>
                    </a:cubicBezTo>
                    <a:cubicBezTo>
                      <a:pt x="6250" y="4982"/>
                      <a:pt x="6585" y="4175"/>
                      <a:pt x="6585" y="3334"/>
                    </a:cubicBezTo>
                    <a:cubicBezTo>
                      <a:pt x="6585" y="2493"/>
                      <a:pt x="6250" y="1686"/>
                      <a:pt x="5656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0" y="1091"/>
                    </a:cubicBezTo>
                    <a:cubicBezTo>
                      <a:pt x="576" y="1686"/>
                      <a:pt x="241" y="2493"/>
                      <a:pt x="241" y="3334"/>
                    </a:cubicBezTo>
                    <a:cubicBezTo>
                      <a:pt x="241" y="4175"/>
                      <a:pt x="576" y="4982"/>
                      <a:pt x="1170" y="5577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60" name="Freeform: Shape 15659">
                <a:extLst>
                  <a:ext uri="{FF2B5EF4-FFF2-40B4-BE49-F238E27FC236}">
                    <a16:creationId xmlns:a16="http://schemas.microsoft.com/office/drawing/2014/main" id="{A5A120FF-38D3-CB70-04D4-C42C9E3039D0}"/>
                  </a:ext>
                </a:extLst>
              </p:cNvPr>
              <p:cNvSpPr/>
              <p:nvPr/>
            </p:nvSpPr>
            <p:spPr>
              <a:xfrm>
                <a:off x="9470177" y="5526468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5" y="5577"/>
                    </a:cubicBezTo>
                    <a:cubicBezTo>
                      <a:pt x="6250" y="4982"/>
                      <a:pt x="6584" y="4175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5"/>
                      <a:pt x="575" y="4982"/>
                      <a:pt x="1170" y="5577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61" name="Freeform: Shape 15660">
                <a:extLst>
                  <a:ext uri="{FF2B5EF4-FFF2-40B4-BE49-F238E27FC236}">
                    <a16:creationId xmlns:a16="http://schemas.microsoft.com/office/drawing/2014/main" id="{C9183999-5121-FAC8-38E2-BC38CF507E0D}"/>
                  </a:ext>
                </a:extLst>
              </p:cNvPr>
              <p:cNvSpPr/>
              <p:nvPr/>
            </p:nvSpPr>
            <p:spPr>
              <a:xfrm>
                <a:off x="9468751" y="5526622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5" y="5577"/>
                    </a:cubicBezTo>
                    <a:cubicBezTo>
                      <a:pt x="6250" y="4982"/>
                      <a:pt x="6584" y="4175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5"/>
                      <a:pt x="575" y="4982"/>
                      <a:pt x="1170" y="5577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62" name="Freeform: Shape 15661">
                <a:extLst>
                  <a:ext uri="{FF2B5EF4-FFF2-40B4-BE49-F238E27FC236}">
                    <a16:creationId xmlns:a16="http://schemas.microsoft.com/office/drawing/2014/main" id="{24A2ED61-3F80-0923-D23C-2241974D3173}"/>
                  </a:ext>
                </a:extLst>
              </p:cNvPr>
              <p:cNvSpPr/>
              <p:nvPr/>
            </p:nvSpPr>
            <p:spPr>
              <a:xfrm>
                <a:off x="9467353" y="5527069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5" y="5577"/>
                    </a:cubicBezTo>
                    <a:cubicBezTo>
                      <a:pt x="6250" y="4983"/>
                      <a:pt x="6584" y="4175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5"/>
                      <a:pt x="575" y="4983"/>
                      <a:pt x="1170" y="5577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63" name="Freeform: Shape 15662">
                <a:extLst>
                  <a:ext uri="{FF2B5EF4-FFF2-40B4-BE49-F238E27FC236}">
                    <a16:creationId xmlns:a16="http://schemas.microsoft.com/office/drawing/2014/main" id="{7437C628-ABC0-F367-3F35-4710D2DA4CA5}"/>
                  </a:ext>
                </a:extLst>
              </p:cNvPr>
              <p:cNvSpPr/>
              <p:nvPr/>
            </p:nvSpPr>
            <p:spPr>
              <a:xfrm>
                <a:off x="9465967" y="5527688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4" y="161"/>
                      <a:pt x="3413" y="161"/>
                    </a:cubicBezTo>
                    <a:cubicBezTo>
                      <a:pt x="2571" y="161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3"/>
                      <a:pt x="2571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64" name="Freeform: Shape 15663">
                <a:extLst>
                  <a:ext uri="{FF2B5EF4-FFF2-40B4-BE49-F238E27FC236}">
                    <a16:creationId xmlns:a16="http://schemas.microsoft.com/office/drawing/2014/main" id="{335B3BA4-6154-73FC-487C-ABD83EFE607B}"/>
                  </a:ext>
                </a:extLst>
              </p:cNvPr>
              <p:cNvSpPr/>
              <p:nvPr/>
            </p:nvSpPr>
            <p:spPr>
              <a:xfrm>
                <a:off x="9464565" y="5528178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4" y="6507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4" y="161"/>
                      <a:pt x="3412" y="161"/>
                    </a:cubicBezTo>
                    <a:cubicBezTo>
                      <a:pt x="2571" y="161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65" name="Freeform: Shape 15664">
                <a:extLst>
                  <a:ext uri="{FF2B5EF4-FFF2-40B4-BE49-F238E27FC236}">
                    <a16:creationId xmlns:a16="http://schemas.microsoft.com/office/drawing/2014/main" id="{D495A70B-2279-F6E6-9BF9-54DD5D31B665}"/>
                  </a:ext>
                </a:extLst>
              </p:cNvPr>
              <p:cNvSpPr/>
              <p:nvPr/>
            </p:nvSpPr>
            <p:spPr>
              <a:xfrm>
                <a:off x="9463128" y="5528297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66" name="Freeform: Shape 15665">
                <a:extLst>
                  <a:ext uri="{FF2B5EF4-FFF2-40B4-BE49-F238E27FC236}">
                    <a16:creationId xmlns:a16="http://schemas.microsoft.com/office/drawing/2014/main" id="{F1ED93AC-D6A3-0F55-A8D4-613C42CA18AE}"/>
                  </a:ext>
                </a:extLst>
              </p:cNvPr>
              <p:cNvSpPr/>
              <p:nvPr/>
            </p:nvSpPr>
            <p:spPr>
              <a:xfrm>
                <a:off x="9461682" y="5528287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5" y="5578"/>
                    </a:cubicBezTo>
                    <a:cubicBezTo>
                      <a:pt x="6250" y="4983"/>
                      <a:pt x="6584" y="4176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67" name="Freeform: Shape 15666">
                <a:extLst>
                  <a:ext uri="{FF2B5EF4-FFF2-40B4-BE49-F238E27FC236}">
                    <a16:creationId xmlns:a16="http://schemas.microsoft.com/office/drawing/2014/main" id="{A7AD02B8-026B-C655-2CE5-ACAAAA2B7DE7}"/>
                  </a:ext>
                </a:extLst>
              </p:cNvPr>
              <p:cNvSpPr/>
              <p:nvPr/>
            </p:nvSpPr>
            <p:spPr>
              <a:xfrm>
                <a:off x="9460236" y="5528268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1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5" y="5578"/>
                    </a:cubicBezTo>
                    <a:cubicBezTo>
                      <a:pt x="6249" y="4983"/>
                      <a:pt x="6584" y="4176"/>
                      <a:pt x="6584" y="3334"/>
                    </a:cubicBezTo>
                    <a:cubicBezTo>
                      <a:pt x="6584" y="2493"/>
                      <a:pt x="6249" y="1686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68" name="Freeform: Shape 15667">
                <a:extLst>
                  <a:ext uri="{FF2B5EF4-FFF2-40B4-BE49-F238E27FC236}">
                    <a16:creationId xmlns:a16="http://schemas.microsoft.com/office/drawing/2014/main" id="{9DED4F3E-CF0B-2348-B531-886A4B366F99}"/>
                  </a:ext>
                </a:extLst>
              </p:cNvPr>
              <p:cNvSpPr/>
              <p:nvPr/>
            </p:nvSpPr>
            <p:spPr>
              <a:xfrm>
                <a:off x="9458791" y="5528240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5" y="5578"/>
                    </a:cubicBezTo>
                    <a:cubicBezTo>
                      <a:pt x="6249" y="4983"/>
                      <a:pt x="6584" y="4176"/>
                      <a:pt x="6584" y="3334"/>
                    </a:cubicBezTo>
                    <a:cubicBezTo>
                      <a:pt x="6584" y="2493"/>
                      <a:pt x="6249" y="1686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5" y="1686"/>
                      <a:pt x="240" y="2493"/>
                      <a:pt x="240" y="3334"/>
                    </a:cubicBezTo>
                    <a:cubicBezTo>
                      <a:pt x="240" y="4176"/>
                      <a:pt x="575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69" name="Freeform: Shape 15668">
                <a:extLst>
                  <a:ext uri="{FF2B5EF4-FFF2-40B4-BE49-F238E27FC236}">
                    <a16:creationId xmlns:a16="http://schemas.microsoft.com/office/drawing/2014/main" id="{423B10D5-D14E-B7A9-B5C3-9B05F3CB5CD7}"/>
                  </a:ext>
                </a:extLst>
              </p:cNvPr>
              <p:cNvSpPr/>
              <p:nvPr/>
            </p:nvSpPr>
            <p:spPr>
              <a:xfrm>
                <a:off x="9457344" y="5528143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70" name="Freeform: Shape 15669">
                <a:extLst>
                  <a:ext uri="{FF2B5EF4-FFF2-40B4-BE49-F238E27FC236}">
                    <a16:creationId xmlns:a16="http://schemas.microsoft.com/office/drawing/2014/main" id="{385489E7-E909-EC1B-1A1C-FA01A675D392}"/>
                  </a:ext>
                </a:extLst>
              </p:cNvPr>
              <p:cNvSpPr/>
              <p:nvPr/>
            </p:nvSpPr>
            <p:spPr>
              <a:xfrm>
                <a:off x="9455908" y="5528218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71" name="Freeform: Shape 15670">
                <a:extLst>
                  <a:ext uri="{FF2B5EF4-FFF2-40B4-BE49-F238E27FC236}">
                    <a16:creationId xmlns:a16="http://schemas.microsoft.com/office/drawing/2014/main" id="{A425053D-B9C3-B330-38E3-7B640B174ABE}"/>
                  </a:ext>
                </a:extLst>
              </p:cNvPr>
              <p:cNvSpPr/>
              <p:nvPr/>
            </p:nvSpPr>
            <p:spPr>
              <a:xfrm>
                <a:off x="9454482" y="5528526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72" name="Freeform: Shape 15671">
                <a:extLst>
                  <a:ext uri="{FF2B5EF4-FFF2-40B4-BE49-F238E27FC236}">
                    <a16:creationId xmlns:a16="http://schemas.microsoft.com/office/drawing/2014/main" id="{AB532725-ADB3-97CD-B63A-48078020EBBE}"/>
                  </a:ext>
                </a:extLst>
              </p:cNvPr>
              <p:cNvSpPr/>
              <p:nvPr/>
            </p:nvSpPr>
            <p:spPr>
              <a:xfrm>
                <a:off x="9453063" y="5529129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3" y="162"/>
                      <a:pt x="3412" y="162"/>
                    </a:cubicBezTo>
                    <a:cubicBezTo>
                      <a:pt x="2570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0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73" name="Freeform: Shape 15672">
                <a:extLst>
                  <a:ext uri="{FF2B5EF4-FFF2-40B4-BE49-F238E27FC236}">
                    <a16:creationId xmlns:a16="http://schemas.microsoft.com/office/drawing/2014/main" id="{719CC5F0-2E39-5DB7-A765-8046BC12C749}"/>
                  </a:ext>
                </a:extLst>
              </p:cNvPr>
              <p:cNvSpPr/>
              <p:nvPr/>
            </p:nvSpPr>
            <p:spPr>
              <a:xfrm>
                <a:off x="9451644" y="5529964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3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3" y="162"/>
                      <a:pt x="3411" y="162"/>
                    </a:cubicBezTo>
                    <a:cubicBezTo>
                      <a:pt x="2570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74" name="Freeform: Shape 15673">
                <a:extLst>
                  <a:ext uri="{FF2B5EF4-FFF2-40B4-BE49-F238E27FC236}">
                    <a16:creationId xmlns:a16="http://schemas.microsoft.com/office/drawing/2014/main" id="{BB1B6A62-AC76-667B-DAC8-5730FE8FCC6F}"/>
                  </a:ext>
                </a:extLst>
              </p:cNvPr>
              <p:cNvSpPr/>
              <p:nvPr/>
            </p:nvSpPr>
            <p:spPr>
              <a:xfrm>
                <a:off x="9450215" y="5530731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75" name="Freeform: Shape 15674">
                <a:extLst>
                  <a:ext uri="{FF2B5EF4-FFF2-40B4-BE49-F238E27FC236}">
                    <a16:creationId xmlns:a16="http://schemas.microsoft.com/office/drawing/2014/main" id="{FD2A3566-2FFC-ADEC-22FA-08C09B84E17E}"/>
                  </a:ext>
                </a:extLst>
              </p:cNvPr>
              <p:cNvSpPr/>
              <p:nvPr/>
            </p:nvSpPr>
            <p:spPr>
              <a:xfrm>
                <a:off x="9448779" y="5531670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76" name="Freeform: Shape 15675">
                <a:extLst>
                  <a:ext uri="{FF2B5EF4-FFF2-40B4-BE49-F238E27FC236}">
                    <a16:creationId xmlns:a16="http://schemas.microsoft.com/office/drawing/2014/main" id="{89F9709F-89D1-D6A2-BE1F-46FDABE473EF}"/>
                  </a:ext>
                </a:extLst>
              </p:cNvPr>
              <p:cNvSpPr/>
              <p:nvPr/>
            </p:nvSpPr>
            <p:spPr>
              <a:xfrm>
                <a:off x="9447331" y="5532541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4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8" y="4983"/>
                      <a:pt x="6583" y="4176"/>
                      <a:pt x="6583" y="3334"/>
                    </a:cubicBezTo>
                    <a:cubicBezTo>
                      <a:pt x="6583" y="2493"/>
                      <a:pt x="6248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4" y="1686"/>
                      <a:pt x="239" y="2493"/>
                      <a:pt x="239" y="3334"/>
                    </a:cubicBezTo>
                    <a:cubicBezTo>
                      <a:pt x="239" y="4176"/>
                      <a:pt x="574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77" name="Freeform: Shape 15676">
                <a:extLst>
                  <a:ext uri="{FF2B5EF4-FFF2-40B4-BE49-F238E27FC236}">
                    <a16:creationId xmlns:a16="http://schemas.microsoft.com/office/drawing/2014/main" id="{DB2FD6F4-B594-958B-89FD-76048DF7A635}"/>
                  </a:ext>
                </a:extLst>
              </p:cNvPr>
              <p:cNvSpPr/>
              <p:nvPr/>
            </p:nvSpPr>
            <p:spPr>
              <a:xfrm>
                <a:off x="9445874" y="5533463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2 w 6343"/>
                  <a:gd name="connsiteY2" fmla="*/ 3335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4" y="1686"/>
                      <a:pt x="239" y="2493"/>
                      <a:pt x="239" y="3335"/>
                    </a:cubicBezTo>
                    <a:cubicBezTo>
                      <a:pt x="239" y="4176"/>
                      <a:pt x="574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78" name="Freeform: Shape 15677">
                <a:extLst>
                  <a:ext uri="{FF2B5EF4-FFF2-40B4-BE49-F238E27FC236}">
                    <a16:creationId xmlns:a16="http://schemas.microsoft.com/office/drawing/2014/main" id="{A16BC64D-18E5-7676-7984-FADC4BA2C946}"/>
                  </a:ext>
                </a:extLst>
              </p:cNvPr>
              <p:cNvSpPr/>
              <p:nvPr/>
            </p:nvSpPr>
            <p:spPr>
              <a:xfrm>
                <a:off x="9444404" y="5536313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79" name="Freeform: Shape 15678">
                <a:extLst>
                  <a:ext uri="{FF2B5EF4-FFF2-40B4-BE49-F238E27FC236}">
                    <a16:creationId xmlns:a16="http://schemas.microsoft.com/office/drawing/2014/main" id="{0A8736C1-19BF-79EC-8C03-E3346B4A31E4}"/>
                  </a:ext>
                </a:extLst>
              </p:cNvPr>
              <p:cNvSpPr/>
              <p:nvPr/>
            </p:nvSpPr>
            <p:spPr>
              <a:xfrm>
                <a:off x="9442923" y="5535461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80" name="Freeform: Shape 15679">
                <a:extLst>
                  <a:ext uri="{FF2B5EF4-FFF2-40B4-BE49-F238E27FC236}">
                    <a16:creationId xmlns:a16="http://schemas.microsoft.com/office/drawing/2014/main" id="{15B5D3D8-5484-7AE4-15B1-A066CD32E3D8}"/>
                  </a:ext>
                </a:extLst>
              </p:cNvPr>
              <p:cNvSpPr/>
              <p:nvPr/>
            </p:nvSpPr>
            <p:spPr>
              <a:xfrm>
                <a:off x="9441420" y="5537204"/>
                <a:ext cx="6343" cy="6345"/>
              </a:xfrm>
              <a:custGeom>
                <a:avLst/>
                <a:gdLst>
                  <a:gd name="connsiteX0" fmla="*/ 3411 w 6343"/>
                  <a:gd name="connsiteY0" fmla="*/ 6508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8"/>
                    </a:moveTo>
                    <a:cubicBezTo>
                      <a:pt x="4252" y="6508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8" y="496"/>
                      <a:pt x="4252" y="162"/>
                      <a:pt x="3411" y="162"/>
                    </a:cubicBezTo>
                    <a:cubicBezTo>
                      <a:pt x="2569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69" y="6508"/>
                      <a:pt x="341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81" name="Freeform: Shape 15680">
                <a:extLst>
                  <a:ext uri="{FF2B5EF4-FFF2-40B4-BE49-F238E27FC236}">
                    <a16:creationId xmlns:a16="http://schemas.microsoft.com/office/drawing/2014/main" id="{AB48BF9D-B366-2B48-172A-5118858169AC}"/>
                  </a:ext>
                </a:extLst>
              </p:cNvPr>
              <p:cNvSpPr/>
              <p:nvPr/>
            </p:nvSpPr>
            <p:spPr>
              <a:xfrm>
                <a:off x="9439901" y="5538695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2 h 6345"/>
                  <a:gd name="connsiteX4" fmla="*/ 3410 w 6343"/>
                  <a:gd name="connsiteY4" fmla="*/ 162 h 6345"/>
                  <a:gd name="connsiteX5" fmla="*/ 1168 w 6343"/>
                  <a:gd name="connsiteY5" fmla="*/ 1092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2" y="6508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4"/>
                      <a:pt x="6248" y="1686"/>
                      <a:pt x="5653" y="1092"/>
                    </a:cubicBezTo>
                    <a:cubicBezTo>
                      <a:pt x="5058" y="497"/>
                      <a:pt x="4252" y="162"/>
                      <a:pt x="3410" y="162"/>
                    </a:cubicBezTo>
                    <a:cubicBezTo>
                      <a:pt x="2569" y="162"/>
                      <a:pt x="1763" y="497"/>
                      <a:pt x="1168" y="1092"/>
                    </a:cubicBezTo>
                    <a:cubicBezTo>
                      <a:pt x="573" y="1686"/>
                      <a:pt x="239" y="2494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82" name="Freeform: Shape 15681">
                <a:extLst>
                  <a:ext uri="{FF2B5EF4-FFF2-40B4-BE49-F238E27FC236}">
                    <a16:creationId xmlns:a16="http://schemas.microsoft.com/office/drawing/2014/main" id="{61229CF5-3A9E-129C-8DD0-6106D4035BC8}"/>
                  </a:ext>
                </a:extLst>
              </p:cNvPr>
              <p:cNvSpPr/>
              <p:nvPr/>
            </p:nvSpPr>
            <p:spPr>
              <a:xfrm>
                <a:off x="9438379" y="5539510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2 h 6345"/>
                  <a:gd name="connsiteX4" fmla="*/ 3410 w 6343"/>
                  <a:gd name="connsiteY4" fmla="*/ 162 h 6345"/>
                  <a:gd name="connsiteX5" fmla="*/ 1168 w 6343"/>
                  <a:gd name="connsiteY5" fmla="*/ 1092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3"/>
                      <a:pt x="5653" y="5578"/>
                    </a:cubicBezTo>
                    <a:cubicBezTo>
                      <a:pt x="6248" y="4984"/>
                      <a:pt x="6582" y="4176"/>
                      <a:pt x="6582" y="3335"/>
                    </a:cubicBezTo>
                    <a:cubicBezTo>
                      <a:pt x="6582" y="2494"/>
                      <a:pt x="6248" y="1687"/>
                      <a:pt x="5653" y="1092"/>
                    </a:cubicBezTo>
                    <a:cubicBezTo>
                      <a:pt x="5058" y="497"/>
                      <a:pt x="4251" y="162"/>
                      <a:pt x="3410" y="162"/>
                    </a:cubicBezTo>
                    <a:cubicBezTo>
                      <a:pt x="2569" y="162"/>
                      <a:pt x="1762" y="497"/>
                      <a:pt x="1168" y="1092"/>
                    </a:cubicBezTo>
                    <a:cubicBezTo>
                      <a:pt x="573" y="1687"/>
                      <a:pt x="239" y="2494"/>
                      <a:pt x="239" y="3335"/>
                    </a:cubicBezTo>
                    <a:cubicBezTo>
                      <a:pt x="239" y="4176"/>
                      <a:pt x="573" y="4984"/>
                      <a:pt x="1168" y="5578"/>
                    </a:cubicBezTo>
                    <a:cubicBezTo>
                      <a:pt x="1762" y="6173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83" name="Freeform: Shape 15682">
                <a:extLst>
                  <a:ext uri="{FF2B5EF4-FFF2-40B4-BE49-F238E27FC236}">
                    <a16:creationId xmlns:a16="http://schemas.microsoft.com/office/drawing/2014/main" id="{C8FD40E2-FDF3-BC1A-AFC0-C355EB65DD2F}"/>
                  </a:ext>
                </a:extLst>
              </p:cNvPr>
              <p:cNvSpPr/>
              <p:nvPr/>
            </p:nvSpPr>
            <p:spPr>
              <a:xfrm>
                <a:off x="9436770" y="5542797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9 h 6345"/>
                  <a:gd name="connsiteX2" fmla="*/ 6582 w 6343"/>
                  <a:gd name="connsiteY2" fmla="*/ 3335 h 6345"/>
                  <a:gd name="connsiteX3" fmla="*/ 5653 w 6343"/>
                  <a:gd name="connsiteY3" fmla="*/ 1092 h 6345"/>
                  <a:gd name="connsiteX4" fmla="*/ 3410 w 6343"/>
                  <a:gd name="connsiteY4" fmla="*/ 163 h 6345"/>
                  <a:gd name="connsiteX5" fmla="*/ 1168 w 6343"/>
                  <a:gd name="connsiteY5" fmla="*/ 1092 h 6345"/>
                  <a:gd name="connsiteX6" fmla="*/ 239 w 6343"/>
                  <a:gd name="connsiteY6" fmla="*/ 3335 h 6345"/>
                  <a:gd name="connsiteX7" fmla="*/ 1168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4"/>
                      <a:pt x="5653" y="5579"/>
                    </a:cubicBezTo>
                    <a:cubicBezTo>
                      <a:pt x="6248" y="4984"/>
                      <a:pt x="6582" y="4177"/>
                      <a:pt x="6582" y="3335"/>
                    </a:cubicBezTo>
                    <a:cubicBezTo>
                      <a:pt x="6582" y="2494"/>
                      <a:pt x="6248" y="1687"/>
                      <a:pt x="5653" y="1092"/>
                    </a:cubicBezTo>
                    <a:cubicBezTo>
                      <a:pt x="5058" y="497"/>
                      <a:pt x="4251" y="163"/>
                      <a:pt x="3410" y="163"/>
                    </a:cubicBezTo>
                    <a:cubicBezTo>
                      <a:pt x="2569" y="163"/>
                      <a:pt x="1762" y="497"/>
                      <a:pt x="1168" y="1092"/>
                    </a:cubicBezTo>
                    <a:cubicBezTo>
                      <a:pt x="573" y="1687"/>
                      <a:pt x="239" y="2494"/>
                      <a:pt x="239" y="3335"/>
                    </a:cubicBezTo>
                    <a:cubicBezTo>
                      <a:pt x="239" y="4177"/>
                      <a:pt x="573" y="4984"/>
                      <a:pt x="1168" y="5579"/>
                    </a:cubicBezTo>
                    <a:cubicBezTo>
                      <a:pt x="1762" y="6174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84" name="Freeform: Shape 15683">
                <a:extLst>
                  <a:ext uri="{FF2B5EF4-FFF2-40B4-BE49-F238E27FC236}">
                    <a16:creationId xmlns:a16="http://schemas.microsoft.com/office/drawing/2014/main" id="{A98793B9-C7B6-DF15-5CB0-BF704CD5A699}"/>
                  </a:ext>
                </a:extLst>
              </p:cNvPr>
              <p:cNvSpPr/>
              <p:nvPr/>
            </p:nvSpPr>
            <p:spPr>
              <a:xfrm>
                <a:off x="9435119" y="5546135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9 h 6345"/>
                  <a:gd name="connsiteX2" fmla="*/ 6582 w 6343"/>
                  <a:gd name="connsiteY2" fmla="*/ 3336 h 6345"/>
                  <a:gd name="connsiteX3" fmla="*/ 5653 w 6343"/>
                  <a:gd name="connsiteY3" fmla="*/ 1092 h 6345"/>
                  <a:gd name="connsiteX4" fmla="*/ 3410 w 6343"/>
                  <a:gd name="connsiteY4" fmla="*/ 163 h 6345"/>
                  <a:gd name="connsiteX5" fmla="*/ 1167 w 6343"/>
                  <a:gd name="connsiteY5" fmla="*/ 1092 h 6345"/>
                  <a:gd name="connsiteX6" fmla="*/ 239 w 6343"/>
                  <a:gd name="connsiteY6" fmla="*/ 3336 h 6345"/>
                  <a:gd name="connsiteX7" fmla="*/ 1167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4"/>
                      <a:pt x="5653" y="5579"/>
                    </a:cubicBezTo>
                    <a:cubicBezTo>
                      <a:pt x="6247" y="4984"/>
                      <a:pt x="6582" y="4177"/>
                      <a:pt x="6582" y="3336"/>
                    </a:cubicBezTo>
                    <a:cubicBezTo>
                      <a:pt x="6582" y="2494"/>
                      <a:pt x="6247" y="1687"/>
                      <a:pt x="5653" y="1092"/>
                    </a:cubicBezTo>
                    <a:cubicBezTo>
                      <a:pt x="5058" y="497"/>
                      <a:pt x="4251" y="163"/>
                      <a:pt x="3410" y="163"/>
                    </a:cubicBezTo>
                    <a:cubicBezTo>
                      <a:pt x="2569" y="163"/>
                      <a:pt x="1762" y="497"/>
                      <a:pt x="1167" y="1092"/>
                    </a:cubicBezTo>
                    <a:cubicBezTo>
                      <a:pt x="573" y="1687"/>
                      <a:pt x="239" y="2494"/>
                      <a:pt x="239" y="3336"/>
                    </a:cubicBezTo>
                    <a:cubicBezTo>
                      <a:pt x="239" y="4177"/>
                      <a:pt x="573" y="4984"/>
                      <a:pt x="1167" y="5579"/>
                    </a:cubicBezTo>
                    <a:cubicBezTo>
                      <a:pt x="1762" y="6174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85" name="Freeform: Shape 15684">
                <a:extLst>
                  <a:ext uri="{FF2B5EF4-FFF2-40B4-BE49-F238E27FC236}">
                    <a16:creationId xmlns:a16="http://schemas.microsoft.com/office/drawing/2014/main" id="{75C9EEB0-AA34-A184-2CF4-954CAA815EDF}"/>
                  </a:ext>
                </a:extLst>
              </p:cNvPr>
              <p:cNvSpPr/>
              <p:nvPr/>
            </p:nvSpPr>
            <p:spPr>
              <a:xfrm>
                <a:off x="9433053" y="5558112"/>
                <a:ext cx="6343" cy="6345"/>
              </a:xfrm>
              <a:custGeom>
                <a:avLst/>
                <a:gdLst>
                  <a:gd name="connsiteX0" fmla="*/ 3410 w 6343"/>
                  <a:gd name="connsiteY0" fmla="*/ 6509 h 6345"/>
                  <a:gd name="connsiteX1" fmla="*/ 5653 w 6343"/>
                  <a:gd name="connsiteY1" fmla="*/ 5580 h 6345"/>
                  <a:gd name="connsiteX2" fmla="*/ 6581 w 6343"/>
                  <a:gd name="connsiteY2" fmla="*/ 3336 h 6345"/>
                  <a:gd name="connsiteX3" fmla="*/ 5653 w 6343"/>
                  <a:gd name="connsiteY3" fmla="*/ 1093 h 6345"/>
                  <a:gd name="connsiteX4" fmla="*/ 3410 w 6343"/>
                  <a:gd name="connsiteY4" fmla="*/ 164 h 6345"/>
                  <a:gd name="connsiteX5" fmla="*/ 1167 w 6343"/>
                  <a:gd name="connsiteY5" fmla="*/ 1093 h 6345"/>
                  <a:gd name="connsiteX6" fmla="*/ 238 w 6343"/>
                  <a:gd name="connsiteY6" fmla="*/ 3336 h 6345"/>
                  <a:gd name="connsiteX7" fmla="*/ 1167 w 6343"/>
                  <a:gd name="connsiteY7" fmla="*/ 5580 h 6345"/>
                  <a:gd name="connsiteX8" fmla="*/ 3410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9"/>
                    </a:moveTo>
                    <a:cubicBezTo>
                      <a:pt x="4251" y="6509"/>
                      <a:pt x="5058" y="6175"/>
                      <a:pt x="5653" y="5580"/>
                    </a:cubicBezTo>
                    <a:cubicBezTo>
                      <a:pt x="6247" y="4985"/>
                      <a:pt x="6581" y="4178"/>
                      <a:pt x="6581" y="3336"/>
                    </a:cubicBezTo>
                    <a:cubicBezTo>
                      <a:pt x="6581" y="2495"/>
                      <a:pt x="6247" y="1688"/>
                      <a:pt x="5653" y="1093"/>
                    </a:cubicBezTo>
                    <a:cubicBezTo>
                      <a:pt x="5058" y="498"/>
                      <a:pt x="4251" y="164"/>
                      <a:pt x="3410" y="164"/>
                    </a:cubicBezTo>
                    <a:cubicBezTo>
                      <a:pt x="2569" y="164"/>
                      <a:pt x="1762" y="498"/>
                      <a:pt x="1167" y="1093"/>
                    </a:cubicBezTo>
                    <a:cubicBezTo>
                      <a:pt x="573" y="1688"/>
                      <a:pt x="238" y="2495"/>
                      <a:pt x="238" y="3336"/>
                    </a:cubicBezTo>
                    <a:cubicBezTo>
                      <a:pt x="238" y="4178"/>
                      <a:pt x="573" y="4985"/>
                      <a:pt x="1167" y="5580"/>
                    </a:cubicBezTo>
                    <a:cubicBezTo>
                      <a:pt x="1762" y="6175"/>
                      <a:pt x="2569" y="6509"/>
                      <a:pt x="3410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86" name="Freeform: Shape 15685">
                <a:extLst>
                  <a:ext uri="{FF2B5EF4-FFF2-40B4-BE49-F238E27FC236}">
                    <a16:creationId xmlns:a16="http://schemas.microsoft.com/office/drawing/2014/main" id="{EB720E2C-517E-73D1-2DBE-F556901AF0FC}"/>
                  </a:ext>
                </a:extLst>
              </p:cNvPr>
              <p:cNvSpPr/>
              <p:nvPr/>
            </p:nvSpPr>
            <p:spPr>
              <a:xfrm>
                <a:off x="9326827" y="5604536"/>
                <a:ext cx="6343" cy="6345"/>
              </a:xfrm>
              <a:custGeom>
                <a:avLst/>
                <a:gdLst>
                  <a:gd name="connsiteX0" fmla="*/ 3402 w 6343"/>
                  <a:gd name="connsiteY0" fmla="*/ 6513 h 6345"/>
                  <a:gd name="connsiteX1" fmla="*/ 5644 w 6343"/>
                  <a:gd name="connsiteY1" fmla="*/ 5584 h 6345"/>
                  <a:gd name="connsiteX2" fmla="*/ 6573 w 6343"/>
                  <a:gd name="connsiteY2" fmla="*/ 3340 h 6345"/>
                  <a:gd name="connsiteX3" fmla="*/ 5644 w 6343"/>
                  <a:gd name="connsiteY3" fmla="*/ 1097 h 6345"/>
                  <a:gd name="connsiteX4" fmla="*/ 3402 w 6343"/>
                  <a:gd name="connsiteY4" fmla="*/ 167 h 6345"/>
                  <a:gd name="connsiteX5" fmla="*/ 1159 w 6343"/>
                  <a:gd name="connsiteY5" fmla="*/ 1097 h 6345"/>
                  <a:gd name="connsiteX6" fmla="*/ 230 w 6343"/>
                  <a:gd name="connsiteY6" fmla="*/ 3340 h 6345"/>
                  <a:gd name="connsiteX7" fmla="*/ 1159 w 6343"/>
                  <a:gd name="connsiteY7" fmla="*/ 5584 h 6345"/>
                  <a:gd name="connsiteX8" fmla="*/ 3402 w 6343"/>
                  <a:gd name="connsiteY8" fmla="*/ 651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13"/>
                    </a:moveTo>
                    <a:cubicBezTo>
                      <a:pt x="4243" y="6513"/>
                      <a:pt x="5049" y="6179"/>
                      <a:pt x="5644" y="5584"/>
                    </a:cubicBezTo>
                    <a:cubicBezTo>
                      <a:pt x="6239" y="4989"/>
                      <a:pt x="6573" y="4182"/>
                      <a:pt x="6573" y="3340"/>
                    </a:cubicBezTo>
                    <a:cubicBezTo>
                      <a:pt x="6573" y="2499"/>
                      <a:pt x="6239" y="1692"/>
                      <a:pt x="5644" y="1097"/>
                    </a:cubicBezTo>
                    <a:cubicBezTo>
                      <a:pt x="5049" y="502"/>
                      <a:pt x="4243" y="167"/>
                      <a:pt x="3402" y="167"/>
                    </a:cubicBezTo>
                    <a:cubicBezTo>
                      <a:pt x="2560" y="167"/>
                      <a:pt x="1754" y="502"/>
                      <a:pt x="1159" y="1097"/>
                    </a:cubicBezTo>
                    <a:cubicBezTo>
                      <a:pt x="564" y="1692"/>
                      <a:pt x="230" y="2499"/>
                      <a:pt x="230" y="3340"/>
                    </a:cubicBezTo>
                    <a:cubicBezTo>
                      <a:pt x="230" y="4182"/>
                      <a:pt x="564" y="4989"/>
                      <a:pt x="1159" y="5584"/>
                    </a:cubicBezTo>
                    <a:cubicBezTo>
                      <a:pt x="1754" y="6179"/>
                      <a:pt x="2560" y="6513"/>
                      <a:pt x="3402" y="65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87" name="Freeform: Shape 15686">
                <a:extLst>
                  <a:ext uri="{FF2B5EF4-FFF2-40B4-BE49-F238E27FC236}">
                    <a16:creationId xmlns:a16="http://schemas.microsoft.com/office/drawing/2014/main" id="{7B8A9F2D-F2E1-9F0C-126C-6832E6F6A465}"/>
                  </a:ext>
                </a:extLst>
              </p:cNvPr>
              <p:cNvSpPr/>
              <p:nvPr/>
            </p:nvSpPr>
            <p:spPr>
              <a:xfrm>
                <a:off x="9326559" y="5599571"/>
                <a:ext cx="6343" cy="6345"/>
              </a:xfrm>
              <a:custGeom>
                <a:avLst/>
                <a:gdLst>
                  <a:gd name="connsiteX0" fmla="*/ 3402 w 6343"/>
                  <a:gd name="connsiteY0" fmla="*/ 6512 h 6345"/>
                  <a:gd name="connsiteX1" fmla="*/ 5644 w 6343"/>
                  <a:gd name="connsiteY1" fmla="*/ 5583 h 6345"/>
                  <a:gd name="connsiteX2" fmla="*/ 6573 w 6343"/>
                  <a:gd name="connsiteY2" fmla="*/ 3340 h 6345"/>
                  <a:gd name="connsiteX3" fmla="*/ 5644 w 6343"/>
                  <a:gd name="connsiteY3" fmla="*/ 1096 h 6345"/>
                  <a:gd name="connsiteX4" fmla="*/ 3402 w 6343"/>
                  <a:gd name="connsiteY4" fmla="*/ 167 h 6345"/>
                  <a:gd name="connsiteX5" fmla="*/ 1159 w 6343"/>
                  <a:gd name="connsiteY5" fmla="*/ 1096 h 6345"/>
                  <a:gd name="connsiteX6" fmla="*/ 230 w 6343"/>
                  <a:gd name="connsiteY6" fmla="*/ 3340 h 6345"/>
                  <a:gd name="connsiteX7" fmla="*/ 1159 w 6343"/>
                  <a:gd name="connsiteY7" fmla="*/ 5583 h 6345"/>
                  <a:gd name="connsiteX8" fmla="*/ 3402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12"/>
                    </a:moveTo>
                    <a:cubicBezTo>
                      <a:pt x="4243" y="6512"/>
                      <a:pt x="5049" y="6178"/>
                      <a:pt x="5644" y="5583"/>
                    </a:cubicBezTo>
                    <a:cubicBezTo>
                      <a:pt x="6239" y="4988"/>
                      <a:pt x="6573" y="4181"/>
                      <a:pt x="6573" y="3340"/>
                    </a:cubicBezTo>
                    <a:cubicBezTo>
                      <a:pt x="6573" y="2498"/>
                      <a:pt x="6239" y="1691"/>
                      <a:pt x="5644" y="1096"/>
                    </a:cubicBezTo>
                    <a:cubicBezTo>
                      <a:pt x="5049" y="501"/>
                      <a:pt x="4243" y="167"/>
                      <a:pt x="3402" y="167"/>
                    </a:cubicBezTo>
                    <a:cubicBezTo>
                      <a:pt x="2560" y="167"/>
                      <a:pt x="1754" y="501"/>
                      <a:pt x="1159" y="1096"/>
                    </a:cubicBezTo>
                    <a:cubicBezTo>
                      <a:pt x="564" y="1691"/>
                      <a:pt x="230" y="2498"/>
                      <a:pt x="230" y="3340"/>
                    </a:cubicBezTo>
                    <a:cubicBezTo>
                      <a:pt x="230" y="4181"/>
                      <a:pt x="564" y="4988"/>
                      <a:pt x="1159" y="5583"/>
                    </a:cubicBezTo>
                    <a:cubicBezTo>
                      <a:pt x="1754" y="6178"/>
                      <a:pt x="2560" y="6512"/>
                      <a:pt x="3402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88" name="Freeform: Shape 15687">
                <a:extLst>
                  <a:ext uri="{FF2B5EF4-FFF2-40B4-BE49-F238E27FC236}">
                    <a16:creationId xmlns:a16="http://schemas.microsoft.com/office/drawing/2014/main" id="{12B837DE-48C2-5A43-06ED-CAE38C12F0B9}"/>
                  </a:ext>
                </a:extLst>
              </p:cNvPr>
              <p:cNvSpPr/>
              <p:nvPr/>
            </p:nvSpPr>
            <p:spPr>
              <a:xfrm>
                <a:off x="9327499" y="5591685"/>
                <a:ext cx="6343" cy="6345"/>
              </a:xfrm>
              <a:custGeom>
                <a:avLst/>
                <a:gdLst>
                  <a:gd name="connsiteX0" fmla="*/ 3402 w 6343"/>
                  <a:gd name="connsiteY0" fmla="*/ 6512 h 6345"/>
                  <a:gd name="connsiteX1" fmla="*/ 5644 w 6343"/>
                  <a:gd name="connsiteY1" fmla="*/ 5583 h 6345"/>
                  <a:gd name="connsiteX2" fmla="*/ 6573 w 6343"/>
                  <a:gd name="connsiteY2" fmla="*/ 3339 h 6345"/>
                  <a:gd name="connsiteX3" fmla="*/ 5644 w 6343"/>
                  <a:gd name="connsiteY3" fmla="*/ 1096 h 6345"/>
                  <a:gd name="connsiteX4" fmla="*/ 3402 w 6343"/>
                  <a:gd name="connsiteY4" fmla="*/ 166 h 6345"/>
                  <a:gd name="connsiteX5" fmla="*/ 1159 w 6343"/>
                  <a:gd name="connsiteY5" fmla="*/ 1096 h 6345"/>
                  <a:gd name="connsiteX6" fmla="*/ 230 w 6343"/>
                  <a:gd name="connsiteY6" fmla="*/ 3339 h 6345"/>
                  <a:gd name="connsiteX7" fmla="*/ 1159 w 6343"/>
                  <a:gd name="connsiteY7" fmla="*/ 5583 h 6345"/>
                  <a:gd name="connsiteX8" fmla="*/ 3402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12"/>
                    </a:moveTo>
                    <a:cubicBezTo>
                      <a:pt x="4243" y="6512"/>
                      <a:pt x="5049" y="6178"/>
                      <a:pt x="5644" y="5583"/>
                    </a:cubicBezTo>
                    <a:cubicBezTo>
                      <a:pt x="6239" y="4988"/>
                      <a:pt x="6573" y="4181"/>
                      <a:pt x="6573" y="3339"/>
                    </a:cubicBezTo>
                    <a:cubicBezTo>
                      <a:pt x="6573" y="2498"/>
                      <a:pt x="6239" y="1691"/>
                      <a:pt x="5644" y="1096"/>
                    </a:cubicBezTo>
                    <a:cubicBezTo>
                      <a:pt x="5049" y="501"/>
                      <a:pt x="4243" y="166"/>
                      <a:pt x="3402" y="166"/>
                    </a:cubicBezTo>
                    <a:cubicBezTo>
                      <a:pt x="2560" y="166"/>
                      <a:pt x="1754" y="501"/>
                      <a:pt x="1159" y="1096"/>
                    </a:cubicBezTo>
                    <a:cubicBezTo>
                      <a:pt x="564" y="1691"/>
                      <a:pt x="230" y="2498"/>
                      <a:pt x="230" y="3339"/>
                    </a:cubicBezTo>
                    <a:cubicBezTo>
                      <a:pt x="230" y="4181"/>
                      <a:pt x="564" y="4988"/>
                      <a:pt x="1159" y="5583"/>
                    </a:cubicBezTo>
                    <a:cubicBezTo>
                      <a:pt x="1754" y="6178"/>
                      <a:pt x="2560" y="6512"/>
                      <a:pt x="3402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89" name="Freeform: Shape 15688">
                <a:extLst>
                  <a:ext uri="{FF2B5EF4-FFF2-40B4-BE49-F238E27FC236}">
                    <a16:creationId xmlns:a16="http://schemas.microsoft.com/office/drawing/2014/main" id="{5E690C1D-05FC-C3D6-A49F-96C9F5CCDE52}"/>
                  </a:ext>
                </a:extLst>
              </p:cNvPr>
              <p:cNvSpPr/>
              <p:nvPr/>
            </p:nvSpPr>
            <p:spPr>
              <a:xfrm>
                <a:off x="9327115" y="5587364"/>
                <a:ext cx="6343" cy="6345"/>
              </a:xfrm>
              <a:custGeom>
                <a:avLst/>
                <a:gdLst>
                  <a:gd name="connsiteX0" fmla="*/ 3402 w 6343"/>
                  <a:gd name="connsiteY0" fmla="*/ 6512 h 6345"/>
                  <a:gd name="connsiteX1" fmla="*/ 5644 w 6343"/>
                  <a:gd name="connsiteY1" fmla="*/ 5582 h 6345"/>
                  <a:gd name="connsiteX2" fmla="*/ 6573 w 6343"/>
                  <a:gd name="connsiteY2" fmla="*/ 3339 h 6345"/>
                  <a:gd name="connsiteX3" fmla="*/ 5644 w 6343"/>
                  <a:gd name="connsiteY3" fmla="*/ 1095 h 6345"/>
                  <a:gd name="connsiteX4" fmla="*/ 3402 w 6343"/>
                  <a:gd name="connsiteY4" fmla="*/ 166 h 6345"/>
                  <a:gd name="connsiteX5" fmla="*/ 1159 w 6343"/>
                  <a:gd name="connsiteY5" fmla="*/ 1095 h 6345"/>
                  <a:gd name="connsiteX6" fmla="*/ 230 w 6343"/>
                  <a:gd name="connsiteY6" fmla="*/ 3339 h 6345"/>
                  <a:gd name="connsiteX7" fmla="*/ 1159 w 6343"/>
                  <a:gd name="connsiteY7" fmla="*/ 5582 h 6345"/>
                  <a:gd name="connsiteX8" fmla="*/ 3402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12"/>
                    </a:moveTo>
                    <a:cubicBezTo>
                      <a:pt x="4243" y="6512"/>
                      <a:pt x="5049" y="6177"/>
                      <a:pt x="5644" y="5582"/>
                    </a:cubicBezTo>
                    <a:cubicBezTo>
                      <a:pt x="6239" y="4987"/>
                      <a:pt x="6573" y="4180"/>
                      <a:pt x="6573" y="3339"/>
                    </a:cubicBezTo>
                    <a:cubicBezTo>
                      <a:pt x="6573" y="2497"/>
                      <a:pt x="6239" y="1690"/>
                      <a:pt x="5644" y="1095"/>
                    </a:cubicBezTo>
                    <a:cubicBezTo>
                      <a:pt x="5049" y="500"/>
                      <a:pt x="4243" y="166"/>
                      <a:pt x="3402" y="166"/>
                    </a:cubicBezTo>
                    <a:cubicBezTo>
                      <a:pt x="2560" y="166"/>
                      <a:pt x="1754" y="500"/>
                      <a:pt x="1159" y="1095"/>
                    </a:cubicBezTo>
                    <a:cubicBezTo>
                      <a:pt x="564" y="1690"/>
                      <a:pt x="230" y="2497"/>
                      <a:pt x="230" y="3339"/>
                    </a:cubicBezTo>
                    <a:cubicBezTo>
                      <a:pt x="230" y="4180"/>
                      <a:pt x="564" y="4987"/>
                      <a:pt x="1159" y="5582"/>
                    </a:cubicBezTo>
                    <a:cubicBezTo>
                      <a:pt x="1754" y="6177"/>
                      <a:pt x="2560" y="6512"/>
                      <a:pt x="3402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90" name="Freeform: Shape 15689">
                <a:extLst>
                  <a:ext uri="{FF2B5EF4-FFF2-40B4-BE49-F238E27FC236}">
                    <a16:creationId xmlns:a16="http://schemas.microsoft.com/office/drawing/2014/main" id="{767EE613-F3EC-9F1C-0F5A-B2AEC33D71CF}"/>
                  </a:ext>
                </a:extLst>
              </p:cNvPr>
              <p:cNvSpPr/>
              <p:nvPr/>
            </p:nvSpPr>
            <p:spPr>
              <a:xfrm>
                <a:off x="9326573" y="5583554"/>
                <a:ext cx="6343" cy="6345"/>
              </a:xfrm>
              <a:custGeom>
                <a:avLst/>
                <a:gdLst>
                  <a:gd name="connsiteX0" fmla="*/ 3402 w 6343"/>
                  <a:gd name="connsiteY0" fmla="*/ 6511 h 6345"/>
                  <a:gd name="connsiteX1" fmla="*/ 5644 w 6343"/>
                  <a:gd name="connsiteY1" fmla="*/ 5582 h 6345"/>
                  <a:gd name="connsiteX2" fmla="*/ 6573 w 6343"/>
                  <a:gd name="connsiteY2" fmla="*/ 3339 h 6345"/>
                  <a:gd name="connsiteX3" fmla="*/ 5644 w 6343"/>
                  <a:gd name="connsiteY3" fmla="*/ 1095 h 6345"/>
                  <a:gd name="connsiteX4" fmla="*/ 3402 w 6343"/>
                  <a:gd name="connsiteY4" fmla="*/ 166 h 6345"/>
                  <a:gd name="connsiteX5" fmla="*/ 1159 w 6343"/>
                  <a:gd name="connsiteY5" fmla="*/ 1095 h 6345"/>
                  <a:gd name="connsiteX6" fmla="*/ 230 w 6343"/>
                  <a:gd name="connsiteY6" fmla="*/ 3339 h 6345"/>
                  <a:gd name="connsiteX7" fmla="*/ 1159 w 6343"/>
                  <a:gd name="connsiteY7" fmla="*/ 5582 h 6345"/>
                  <a:gd name="connsiteX8" fmla="*/ 3402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11"/>
                    </a:moveTo>
                    <a:cubicBezTo>
                      <a:pt x="4243" y="6511"/>
                      <a:pt x="5049" y="6177"/>
                      <a:pt x="5644" y="5582"/>
                    </a:cubicBezTo>
                    <a:cubicBezTo>
                      <a:pt x="6239" y="4987"/>
                      <a:pt x="6573" y="4180"/>
                      <a:pt x="6573" y="3339"/>
                    </a:cubicBezTo>
                    <a:cubicBezTo>
                      <a:pt x="6573" y="2497"/>
                      <a:pt x="6239" y="1690"/>
                      <a:pt x="5644" y="1095"/>
                    </a:cubicBezTo>
                    <a:cubicBezTo>
                      <a:pt x="5049" y="500"/>
                      <a:pt x="4243" y="166"/>
                      <a:pt x="3402" y="166"/>
                    </a:cubicBezTo>
                    <a:cubicBezTo>
                      <a:pt x="2560" y="166"/>
                      <a:pt x="1754" y="500"/>
                      <a:pt x="1159" y="1095"/>
                    </a:cubicBezTo>
                    <a:cubicBezTo>
                      <a:pt x="564" y="1690"/>
                      <a:pt x="230" y="2497"/>
                      <a:pt x="230" y="3339"/>
                    </a:cubicBezTo>
                    <a:cubicBezTo>
                      <a:pt x="230" y="4180"/>
                      <a:pt x="564" y="4987"/>
                      <a:pt x="1159" y="5582"/>
                    </a:cubicBezTo>
                    <a:cubicBezTo>
                      <a:pt x="1754" y="6177"/>
                      <a:pt x="2560" y="6511"/>
                      <a:pt x="3402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91" name="Freeform: Shape 15690">
                <a:extLst>
                  <a:ext uri="{FF2B5EF4-FFF2-40B4-BE49-F238E27FC236}">
                    <a16:creationId xmlns:a16="http://schemas.microsoft.com/office/drawing/2014/main" id="{18EECF8C-E995-3CF9-3B4B-B9BABEAC185F}"/>
                  </a:ext>
                </a:extLst>
              </p:cNvPr>
              <p:cNvSpPr/>
              <p:nvPr/>
            </p:nvSpPr>
            <p:spPr>
              <a:xfrm>
                <a:off x="9325981" y="5579972"/>
                <a:ext cx="6343" cy="6345"/>
              </a:xfrm>
              <a:custGeom>
                <a:avLst/>
                <a:gdLst>
                  <a:gd name="connsiteX0" fmla="*/ 3401 w 6343"/>
                  <a:gd name="connsiteY0" fmla="*/ 6511 h 6345"/>
                  <a:gd name="connsiteX1" fmla="*/ 5644 w 6343"/>
                  <a:gd name="connsiteY1" fmla="*/ 5582 h 6345"/>
                  <a:gd name="connsiteX2" fmla="*/ 6573 w 6343"/>
                  <a:gd name="connsiteY2" fmla="*/ 3338 h 6345"/>
                  <a:gd name="connsiteX3" fmla="*/ 5644 w 6343"/>
                  <a:gd name="connsiteY3" fmla="*/ 1095 h 6345"/>
                  <a:gd name="connsiteX4" fmla="*/ 3401 w 6343"/>
                  <a:gd name="connsiteY4" fmla="*/ 166 h 6345"/>
                  <a:gd name="connsiteX5" fmla="*/ 1159 w 6343"/>
                  <a:gd name="connsiteY5" fmla="*/ 1095 h 6345"/>
                  <a:gd name="connsiteX6" fmla="*/ 230 w 6343"/>
                  <a:gd name="connsiteY6" fmla="*/ 3338 h 6345"/>
                  <a:gd name="connsiteX7" fmla="*/ 1159 w 6343"/>
                  <a:gd name="connsiteY7" fmla="*/ 5582 h 6345"/>
                  <a:gd name="connsiteX8" fmla="*/ 340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11"/>
                    </a:moveTo>
                    <a:cubicBezTo>
                      <a:pt x="4243" y="6511"/>
                      <a:pt x="5049" y="6177"/>
                      <a:pt x="5644" y="5582"/>
                    </a:cubicBezTo>
                    <a:cubicBezTo>
                      <a:pt x="6239" y="4987"/>
                      <a:pt x="6573" y="4180"/>
                      <a:pt x="6573" y="3338"/>
                    </a:cubicBezTo>
                    <a:cubicBezTo>
                      <a:pt x="6573" y="2497"/>
                      <a:pt x="6239" y="1690"/>
                      <a:pt x="5644" y="1095"/>
                    </a:cubicBezTo>
                    <a:cubicBezTo>
                      <a:pt x="5049" y="500"/>
                      <a:pt x="4243" y="166"/>
                      <a:pt x="3401" y="166"/>
                    </a:cubicBezTo>
                    <a:cubicBezTo>
                      <a:pt x="2560" y="166"/>
                      <a:pt x="1754" y="500"/>
                      <a:pt x="1159" y="1095"/>
                    </a:cubicBezTo>
                    <a:cubicBezTo>
                      <a:pt x="564" y="1690"/>
                      <a:pt x="230" y="2497"/>
                      <a:pt x="230" y="3338"/>
                    </a:cubicBezTo>
                    <a:cubicBezTo>
                      <a:pt x="230" y="4180"/>
                      <a:pt x="564" y="4987"/>
                      <a:pt x="1159" y="5582"/>
                    </a:cubicBezTo>
                    <a:cubicBezTo>
                      <a:pt x="1754" y="6177"/>
                      <a:pt x="2560" y="6511"/>
                      <a:pt x="340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92" name="Freeform: Shape 15691">
                <a:extLst>
                  <a:ext uri="{FF2B5EF4-FFF2-40B4-BE49-F238E27FC236}">
                    <a16:creationId xmlns:a16="http://schemas.microsoft.com/office/drawing/2014/main" id="{3CD8AA04-E3FE-1D69-9A00-5AE70EB3678A}"/>
                  </a:ext>
                </a:extLst>
              </p:cNvPr>
              <p:cNvSpPr/>
              <p:nvPr/>
            </p:nvSpPr>
            <p:spPr>
              <a:xfrm>
                <a:off x="9325358" y="5576562"/>
                <a:ext cx="6343" cy="6345"/>
              </a:xfrm>
              <a:custGeom>
                <a:avLst/>
                <a:gdLst>
                  <a:gd name="connsiteX0" fmla="*/ 3401 w 6343"/>
                  <a:gd name="connsiteY0" fmla="*/ 6511 h 6345"/>
                  <a:gd name="connsiteX1" fmla="*/ 5644 w 6343"/>
                  <a:gd name="connsiteY1" fmla="*/ 5581 h 6345"/>
                  <a:gd name="connsiteX2" fmla="*/ 6573 w 6343"/>
                  <a:gd name="connsiteY2" fmla="*/ 3338 h 6345"/>
                  <a:gd name="connsiteX3" fmla="*/ 5644 w 6343"/>
                  <a:gd name="connsiteY3" fmla="*/ 1095 h 6345"/>
                  <a:gd name="connsiteX4" fmla="*/ 3401 w 6343"/>
                  <a:gd name="connsiteY4" fmla="*/ 165 h 6345"/>
                  <a:gd name="connsiteX5" fmla="*/ 1159 w 6343"/>
                  <a:gd name="connsiteY5" fmla="*/ 1095 h 6345"/>
                  <a:gd name="connsiteX6" fmla="*/ 230 w 6343"/>
                  <a:gd name="connsiteY6" fmla="*/ 3338 h 6345"/>
                  <a:gd name="connsiteX7" fmla="*/ 1159 w 6343"/>
                  <a:gd name="connsiteY7" fmla="*/ 5581 h 6345"/>
                  <a:gd name="connsiteX8" fmla="*/ 3401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11"/>
                    </a:moveTo>
                    <a:cubicBezTo>
                      <a:pt x="4243" y="6511"/>
                      <a:pt x="5049" y="6176"/>
                      <a:pt x="5644" y="5581"/>
                    </a:cubicBezTo>
                    <a:cubicBezTo>
                      <a:pt x="6239" y="4986"/>
                      <a:pt x="6573" y="4179"/>
                      <a:pt x="6573" y="3338"/>
                    </a:cubicBezTo>
                    <a:cubicBezTo>
                      <a:pt x="6573" y="2497"/>
                      <a:pt x="6239" y="1689"/>
                      <a:pt x="5644" y="1095"/>
                    </a:cubicBezTo>
                    <a:cubicBezTo>
                      <a:pt x="5049" y="500"/>
                      <a:pt x="4243" y="165"/>
                      <a:pt x="3401" y="165"/>
                    </a:cubicBezTo>
                    <a:cubicBezTo>
                      <a:pt x="2560" y="165"/>
                      <a:pt x="1754" y="500"/>
                      <a:pt x="1159" y="1095"/>
                    </a:cubicBezTo>
                    <a:cubicBezTo>
                      <a:pt x="564" y="1689"/>
                      <a:pt x="230" y="2497"/>
                      <a:pt x="230" y="3338"/>
                    </a:cubicBezTo>
                    <a:cubicBezTo>
                      <a:pt x="230" y="4179"/>
                      <a:pt x="564" y="4986"/>
                      <a:pt x="1159" y="5581"/>
                    </a:cubicBezTo>
                    <a:cubicBezTo>
                      <a:pt x="1754" y="6176"/>
                      <a:pt x="2560" y="6511"/>
                      <a:pt x="3401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93" name="Freeform: Shape 15692">
                <a:extLst>
                  <a:ext uri="{FF2B5EF4-FFF2-40B4-BE49-F238E27FC236}">
                    <a16:creationId xmlns:a16="http://schemas.microsoft.com/office/drawing/2014/main" id="{C3C7E360-3D20-2501-8747-15DD6135891A}"/>
                  </a:ext>
                </a:extLst>
              </p:cNvPr>
              <p:cNvSpPr/>
              <p:nvPr/>
            </p:nvSpPr>
            <p:spPr>
              <a:xfrm>
                <a:off x="9325035" y="5572543"/>
                <a:ext cx="6343" cy="6345"/>
              </a:xfrm>
              <a:custGeom>
                <a:avLst/>
                <a:gdLst>
                  <a:gd name="connsiteX0" fmla="*/ 3401 w 6343"/>
                  <a:gd name="connsiteY0" fmla="*/ 6510 h 6345"/>
                  <a:gd name="connsiteX1" fmla="*/ 5644 w 6343"/>
                  <a:gd name="connsiteY1" fmla="*/ 5581 h 6345"/>
                  <a:gd name="connsiteX2" fmla="*/ 6573 w 6343"/>
                  <a:gd name="connsiteY2" fmla="*/ 3338 h 6345"/>
                  <a:gd name="connsiteX3" fmla="*/ 5644 w 6343"/>
                  <a:gd name="connsiteY3" fmla="*/ 1094 h 6345"/>
                  <a:gd name="connsiteX4" fmla="*/ 3401 w 6343"/>
                  <a:gd name="connsiteY4" fmla="*/ 165 h 6345"/>
                  <a:gd name="connsiteX5" fmla="*/ 1159 w 6343"/>
                  <a:gd name="connsiteY5" fmla="*/ 1094 h 6345"/>
                  <a:gd name="connsiteX6" fmla="*/ 230 w 6343"/>
                  <a:gd name="connsiteY6" fmla="*/ 3338 h 6345"/>
                  <a:gd name="connsiteX7" fmla="*/ 1159 w 6343"/>
                  <a:gd name="connsiteY7" fmla="*/ 5581 h 6345"/>
                  <a:gd name="connsiteX8" fmla="*/ 3401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10"/>
                    </a:moveTo>
                    <a:cubicBezTo>
                      <a:pt x="4243" y="6510"/>
                      <a:pt x="5049" y="6176"/>
                      <a:pt x="5644" y="5581"/>
                    </a:cubicBezTo>
                    <a:cubicBezTo>
                      <a:pt x="6239" y="4986"/>
                      <a:pt x="6573" y="4179"/>
                      <a:pt x="6573" y="3338"/>
                    </a:cubicBezTo>
                    <a:cubicBezTo>
                      <a:pt x="6573" y="2496"/>
                      <a:pt x="6239" y="1689"/>
                      <a:pt x="5644" y="1094"/>
                    </a:cubicBezTo>
                    <a:cubicBezTo>
                      <a:pt x="5049" y="499"/>
                      <a:pt x="4243" y="165"/>
                      <a:pt x="3401" y="165"/>
                    </a:cubicBezTo>
                    <a:cubicBezTo>
                      <a:pt x="2560" y="165"/>
                      <a:pt x="1754" y="499"/>
                      <a:pt x="1159" y="1094"/>
                    </a:cubicBezTo>
                    <a:cubicBezTo>
                      <a:pt x="564" y="1689"/>
                      <a:pt x="230" y="2496"/>
                      <a:pt x="230" y="3338"/>
                    </a:cubicBezTo>
                    <a:cubicBezTo>
                      <a:pt x="230" y="4179"/>
                      <a:pt x="564" y="4986"/>
                      <a:pt x="1159" y="5581"/>
                    </a:cubicBezTo>
                    <a:cubicBezTo>
                      <a:pt x="1754" y="6176"/>
                      <a:pt x="2560" y="6510"/>
                      <a:pt x="3401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94" name="Freeform: Shape 15693">
                <a:extLst>
                  <a:ext uri="{FF2B5EF4-FFF2-40B4-BE49-F238E27FC236}">
                    <a16:creationId xmlns:a16="http://schemas.microsoft.com/office/drawing/2014/main" id="{CB6A2DD4-C212-2A04-7BDC-7ACBA5A5922B}"/>
                  </a:ext>
                </a:extLst>
              </p:cNvPr>
              <p:cNvSpPr/>
              <p:nvPr/>
            </p:nvSpPr>
            <p:spPr>
              <a:xfrm>
                <a:off x="9323958" y="5570362"/>
                <a:ext cx="6343" cy="6345"/>
              </a:xfrm>
              <a:custGeom>
                <a:avLst/>
                <a:gdLst>
                  <a:gd name="connsiteX0" fmla="*/ 3401 w 6343"/>
                  <a:gd name="connsiteY0" fmla="*/ 6510 h 6345"/>
                  <a:gd name="connsiteX1" fmla="*/ 5644 w 6343"/>
                  <a:gd name="connsiteY1" fmla="*/ 5581 h 6345"/>
                  <a:gd name="connsiteX2" fmla="*/ 6573 w 6343"/>
                  <a:gd name="connsiteY2" fmla="*/ 3337 h 6345"/>
                  <a:gd name="connsiteX3" fmla="*/ 5644 w 6343"/>
                  <a:gd name="connsiteY3" fmla="*/ 1094 h 6345"/>
                  <a:gd name="connsiteX4" fmla="*/ 3401 w 6343"/>
                  <a:gd name="connsiteY4" fmla="*/ 165 h 6345"/>
                  <a:gd name="connsiteX5" fmla="*/ 1159 w 6343"/>
                  <a:gd name="connsiteY5" fmla="*/ 1094 h 6345"/>
                  <a:gd name="connsiteX6" fmla="*/ 230 w 6343"/>
                  <a:gd name="connsiteY6" fmla="*/ 3337 h 6345"/>
                  <a:gd name="connsiteX7" fmla="*/ 1159 w 6343"/>
                  <a:gd name="connsiteY7" fmla="*/ 5581 h 6345"/>
                  <a:gd name="connsiteX8" fmla="*/ 3401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10"/>
                    </a:moveTo>
                    <a:cubicBezTo>
                      <a:pt x="4242" y="6510"/>
                      <a:pt x="5049" y="6176"/>
                      <a:pt x="5644" y="5581"/>
                    </a:cubicBezTo>
                    <a:cubicBezTo>
                      <a:pt x="6239" y="4986"/>
                      <a:pt x="6573" y="4179"/>
                      <a:pt x="6573" y="3337"/>
                    </a:cubicBezTo>
                    <a:cubicBezTo>
                      <a:pt x="6573" y="2496"/>
                      <a:pt x="6239" y="1689"/>
                      <a:pt x="5644" y="1094"/>
                    </a:cubicBezTo>
                    <a:cubicBezTo>
                      <a:pt x="5049" y="499"/>
                      <a:pt x="4242" y="165"/>
                      <a:pt x="3401" y="165"/>
                    </a:cubicBezTo>
                    <a:cubicBezTo>
                      <a:pt x="2560" y="165"/>
                      <a:pt x="1753" y="499"/>
                      <a:pt x="1159" y="1094"/>
                    </a:cubicBezTo>
                    <a:cubicBezTo>
                      <a:pt x="564" y="1689"/>
                      <a:pt x="230" y="2496"/>
                      <a:pt x="230" y="3337"/>
                    </a:cubicBezTo>
                    <a:cubicBezTo>
                      <a:pt x="230" y="4179"/>
                      <a:pt x="564" y="4986"/>
                      <a:pt x="1159" y="5581"/>
                    </a:cubicBezTo>
                    <a:cubicBezTo>
                      <a:pt x="1753" y="6176"/>
                      <a:pt x="2560" y="6510"/>
                      <a:pt x="3401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95" name="Freeform: Shape 15694">
                <a:extLst>
                  <a:ext uri="{FF2B5EF4-FFF2-40B4-BE49-F238E27FC236}">
                    <a16:creationId xmlns:a16="http://schemas.microsoft.com/office/drawing/2014/main" id="{767E8B9B-C36C-D5D4-908B-A0EE54032794}"/>
                  </a:ext>
                </a:extLst>
              </p:cNvPr>
              <p:cNvSpPr/>
              <p:nvPr/>
            </p:nvSpPr>
            <p:spPr>
              <a:xfrm>
                <a:off x="9323149" y="5567625"/>
                <a:ext cx="6343" cy="6345"/>
              </a:xfrm>
              <a:custGeom>
                <a:avLst/>
                <a:gdLst>
                  <a:gd name="connsiteX0" fmla="*/ 3401 w 6343"/>
                  <a:gd name="connsiteY0" fmla="*/ 6510 h 6345"/>
                  <a:gd name="connsiteX1" fmla="*/ 5644 w 6343"/>
                  <a:gd name="connsiteY1" fmla="*/ 5581 h 6345"/>
                  <a:gd name="connsiteX2" fmla="*/ 6573 w 6343"/>
                  <a:gd name="connsiteY2" fmla="*/ 3337 h 6345"/>
                  <a:gd name="connsiteX3" fmla="*/ 5644 w 6343"/>
                  <a:gd name="connsiteY3" fmla="*/ 1094 h 6345"/>
                  <a:gd name="connsiteX4" fmla="*/ 3401 w 6343"/>
                  <a:gd name="connsiteY4" fmla="*/ 165 h 6345"/>
                  <a:gd name="connsiteX5" fmla="*/ 1159 w 6343"/>
                  <a:gd name="connsiteY5" fmla="*/ 1094 h 6345"/>
                  <a:gd name="connsiteX6" fmla="*/ 230 w 6343"/>
                  <a:gd name="connsiteY6" fmla="*/ 3337 h 6345"/>
                  <a:gd name="connsiteX7" fmla="*/ 1159 w 6343"/>
                  <a:gd name="connsiteY7" fmla="*/ 5581 h 6345"/>
                  <a:gd name="connsiteX8" fmla="*/ 3401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10"/>
                    </a:moveTo>
                    <a:cubicBezTo>
                      <a:pt x="4242" y="6510"/>
                      <a:pt x="5049" y="6176"/>
                      <a:pt x="5644" y="5581"/>
                    </a:cubicBezTo>
                    <a:cubicBezTo>
                      <a:pt x="6239" y="4986"/>
                      <a:pt x="6573" y="4179"/>
                      <a:pt x="6573" y="3337"/>
                    </a:cubicBezTo>
                    <a:cubicBezTo>
                      <a:pt x="6573" y="2496"/>
                      <a:pt x="6239" y="1689"/>
                      <a:pt x="5644" y="1094"/>
                    </a:cubicBezTo>
                    <a:cubicBezTo>
                      <a:pt x="5049" y="499"/>
                      <a:pt x="4242" y="165"/>
                      <a:pt x="3401" y="165"/>
                    </a:cubicBezTo>
                    <a:cubicBezTo>
                      <a:pt x="2560" y="165"/>
                      <a:pt x="1753" y="499"/>
                      <a:pt x="1159" y="1094"/>
                    </a:cubicBezTo>
                    <a:cubicBezTo>
                      <a:pt x="564" y="1689"/>
                      <a:pt x="230" y="2496"/>
                      <a:pt x="230" y="3337"/>
                    </a:cubicBezTo>
                    <a:cubicBezTo>
                      <a:pt x="230" y="4179"/>
                      <a:pt x="564" y="4986"/>
                      <a:pt x="1159" y="5581"/>
                    </a:cubicBezTo>
                    <a:cubicBezTo>
                      <a:pt x="1753" y="6176"/>
                      <a:pt x="2560" y="6510"/>
                      <a:pt x="3401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96" name="Freeform: Shape 15695">
                <a:extLst>
                  <a:ext uri="{FF2B5EF4-FFF2-40B4-BE49-F238E27FC236}">
                    <a16:creationId xmlns:a16="http://schemas.microsoft.com/office/drawing/2014/main" id="{F40474EC-BC0D-4E91-45D5-84059D359BB9}"/>
                  </a:ext>
                </a:extLst>
              </p:cNvPr>
              <p:cNvSpPr/>
              <p:nvPr/>
            </p:nvSpPr>
            <p:spPr>
              <a:xfrm>
                <a:off x="9322319" y="5564999"/>
                <a:ext cx="6343" cy="6345"/>
              </a:xfrm>
              <a:custGeom>
                <a:avLst/>
                <a:gdLst>
                  <a:gd name="connsiteX0" fmla="*/ 3401 w 6343"/>
                  <a:gd name="connsiteY0" fmla="*/ 6510 h 6345"/>
                  <a:gd name="connsiteX1" fmla="*/ 5644 w 6343"/>
                  <a:gd name="connsiteY1" fmla="*/ 5580 h 6345"/>
                  <a:gd name="connsiteX2" fmla="*/ 6573 w 6343"/>
                  <a:gd name="connsiteY2" fmla="*/ 3337 h 6345"/>
                  <a:gd name="connsiteX3" fmla="*/ 5644 w 6343"/>
                  <a:gd name="connsiteY3" fmla="*/ 1094 h 6345"/>
                  <a:gd name="connsiteX4" fmla="*/ 3401 w 6343"/>
                  <a:gd name="connsiteY4" fmla="*/ 164 h 6345"/>
                  <a:gd name="connsiteX5" fmla="*/ 1159 w 6343"/>
                  <a:gd name="connsiteY5" fmla="*/ 1094 h 6345"/>
                  <a:gd name="connsiteX6" fmla="*/ 230 w 6343"/>
                  <a:gd name="connsiteY6" fmla="*/ 3337 h 6345"/>
                  <a:gd name="connsiteX7" fmla="*/ 1159 w 6343"/>
                  <a:gd name="connsiteY7" fmla="*/ 5580 h 6345"/>
                  <a:gd name="connsiteX8" fmla="*/ 3401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10"/>
                    </a:moveTo>
                    <a:cubicBezTo>
                      <a:pt x="4242" y="6510"/>
                      <a:pt x="5049" y="6175"/>
                      <a:pt x="5644" y="5580"/>
                    </a:cubicBezTo>
                    <a:cubicBezTo>
                      <a:pt x="6239" y="4986"/>
                      <a:pt x="6573" y="4178"/>
                      <a:pt x="6573" y="3337"/>
                    </a:cubicBezTo>
                    <a:cubicBezTo>
                      <a:pt x="6573" y="2496"/>
                      <a:pt x="6239" y="1689"/>
                      <a:pt x="5644" y="1094"/>
                    </a:cubicBezTo>
                    <a:cubicBezTo>
                      <a:pt x="5049" y="499"/>
                      <a:pt x="4242" y="164"/>
                      <a:pt x="3401" y="164"/>
                    </a:cubicBezTo>
                    <a:cubicBezTo>
                      <a:pt x="2560" y="164"/>
                      <a:pt x="1753" y="499"/>
                      <a:pt x="1159" y="1094"/>
                    </a:cubicBezTo>
                    <a:cubicBezTo>
                      <a:pt x="564" y="1689"/>
                      <a:pt x="230" y="2496"/>
                      <a:pt x="230" y="3337"/>
                    </a:cubicBezTo>
                    <a:cubicBezTo>
                      <a:pt x="230" y="4178"/>
                      <a:pt x="564" y="4986"/>
                      <a:pt x="1159" y="5580"/>
                    </a:cubicBezTo>
                    <a:cubicBezTo>
                      <a:pt x="1753" y="6175"/>
                      <a:pt x="2560" y="6510"/>
                      <a:pt x="3401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97" name="Freeform: Shape 15696">
                <a:extLst>
                  <a:ext uri="{FF2B5EF4-FFF2-40B4-BE49-F238E27FC236}">
                    <a16:creationId xmlns:a16="http://schemas.microsoft.com/office/drawing/2014/main" id="{6EFD6284-CD7A-D2C7-FEBD-F390D24F8273}"/>
                  </a:ext>
                </a:extLst>
              </p:cNvPr>
              <p:cNvSpPr/>
              <p:nvPr/>
            </p:nvSpPr>
            <p:spPr>
              <a:xfrm>
                <a:off x="9321239" y="5562978"/>
                <a:ext cx="6343" cy="6345"/>
              </a:xfrm>
              <a:custGeom>
                <a:avLst/>
                <a:gdLst>
                  <a:gd name="connsiteX0" fmla="*/ 3401 w 6343"/>
                  <a:gd name="connsiteY0" fmla="*/ 6510 h 6345"/>
                  <a:gd name="connsiteX1" fmla="*/ 5644 w 6343"/>
                  <a:gd name="connsiteY1" fmla="*/ 5580 h 6345"/>
                  <a:gd name="connsiteX2" fmla="*/ 6573 w 6343"/>
                  <a:gd name="connsiteY2" fmla="*/ 3337 h 6345"/>
                  <a:gd name="connsiteX3" fmla="*/ 5644 w 6343"/>
                  <a:gd name="connsiteY3" fmla="*/ 1093 h 6345"/>
                  <a:gd name="connsiteX4" fmla="*/ 3401 w 6343"/>
                  <a:gd name="connsiteY4" fmla="*/ 164 h 6345"/>
                  <a:gd name="connsiteX5" fmla="*/ 1158 w 6343"/>
                  <a:gd name="connsiteY5" fmla="*/ 1093 h 6345"/>
                  <a:gd name="connsiteX6" fmla="*/ 230 w 6343"/>
                  <a:gd name="connsiteY6" fmla="*/ 3337 h 6345"/>
                  <a:gd name="connsiteX7" fmla="*/ 1158 w 6343"/>
                  <a:gd name="connsiteY7" fmla="*/ 5580 h 6345"/>
                  <a:gd name="connsiteX8" fmla="*/ 3401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10"/>
                    </a:moveTo>
                    <a:cubicBezTo>
                      <a:pt x="4242" y="6510"/>
                      <a:pt x="5049" y="6175"/>
                      <a:pt x="5644" y="5580"/>
                    </a:cubicBezTo>
                    <a:cubicBezTo>
                      <a:pt x="6238" y="4985"/>
                      <a:pt x="6573" y="4178"/>
                      <a:pt x="6573" y="3337"/>
                    </a:cubicBezTo>
                    <a:cubicBezTo>
                      <a:pt x="6573" y="2495"/>
                      <a:pt x="6238" y="1688"/>
                      <a:pt x="5644" y="1093"/>
                    </a:cubicBezTo>
                    <a:cubicBezTo>
                      <a:pt x="5049" y="498"/>
                      <a:pt x="4242" y="164"/>
                      <a:pt x="3401" y="164"/>
                    </a:cubicBezTo>
                    <a:cubicBezTo>
                      <a:pt x="2560" y="164"/>
                      <a:pt x="1753" y="498"/>
                      <a:pt x="1158" y="1093"/>
                    </a:cubicBezTo>
                    <a:cubicBezTo>
                      <a:pt x="564" y="1688"/>
                      <a:pt x="230" y="2495"/>
                      <a:pt x="230" y="3337"/>
                    </a:cubicBezTo>
                    <a:cubicBezTo>
                      <a:pt x="230" y="4178"/>
                      <a:pt x="564" y="4985"/>
                      <a:pt x="1158" y="5580"/>
                    </a:cubicBezTo>
                    <a:cubicBezTo>
                      <a:pt x="1753" y="6175"/>
                      <a:pt x="2560" y="6510"/>
                      <a:pt x="3401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98" name="Freeform: Shape 15697">
                <a:extLst>
                  <a:ext uri="{FF2B5EF4-FFF2-40B4-BE49-F238E27FC236}">
                    <a16:creationId xmlns:a16="http://schemas.microsoft.com/office/drawing/2014/main" id="{74DEB4A9-6AA0-5572-9067-E5D1A8A29A9E}"/>
                  </a:ext>
                </a:extLst>
              </p:cNvPr>
              <p:cNvSpPr/>
              <p:nvPr/>
            </p:nvSpPr>
            <p:spPr>
              <a:xfrm>
                <a:off x="9320256" y="5560790"/>
                <a:ext cx="6343" cy="6345"/>
              </a:xfrm>
              <a:custGeom>
                <a:avLst/>
                <a:gdLst>
                  <a:gd name="connsiteX0" fmla="*/ 3401 w 6343"/>
                  <a:gd name="connsiteY0" fmla="*/ 6509 h 6345"/>
                  <a:gd name="connsiteX1" fmla="*/ 5644 w 6343"/>
                  <a:gd name="connsiteY1" fmla="*/ 5580 h 6345"/>
                  <a:gd name="connsiteX2" fmla="*/ 6573 w 6343"/>
                  <a:gd name="connsiteY2" fmla="*/ 3337 h 6345"/>
                  <a:gd name="connsiteX3" fmla="*/ 5644 w 6343"/>
                  <a:gd name="connsiteY3" fmla="*/ 1093 h 6345"/>
                  <a:gd name="connsiteX4" fmla="*/ 3401 w 6343"/>
                  <a:gd name="connsiteY4" fmla="*/ 164 h 6345"/>
                  <a:gd name="connsiteX5" fmla="*/ 1158 w 6343"/>
                  <a:gd name="connsiteY5" fmla="*/ 1093 h 6345"/>
                  <a:gd name="connsiteX6" fmla="*/ 229 w 6343"/>
                  <a:gd name="connsiteY6" fmla="*/ 3337 h 6345"/>
                  <a:gd name="connsiteX7" fmla="*/ 1158 w 6343"/>
                  <a:gd name="connsiteY7" fmla="*/ 5580 h 6345"/>
                  <a:gd name="connsiteX8" fmla="*/ 340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9"/>
                    </a:moveTo>
                    <a:cubicBezTo>
                      <a:pt x="4242" y="6509"/>
                      <a:pt x="5049" y="6175"/>
                      <a:pt x="5644" y="5580"/>
                    </a:cubicBezTo>
                    <a:cubicBezTo>
                      <a:pt x="6238" y="4985"/>
                      <a:pt x="6573" y="4178"/>
                      <a:pt x="6573" y="3337"/>
                    </a:cubicBezTo>
                    <a:cubicBezTo>
                      <a:pt x="6573" y="2495"/>
                      <a:pt x="6238" y="1688"/>
                      <a:pt x="5644" y="1093"/>
                    </a:cubicBezTo>
                    <a:cubicBezTo>
                      <a:pt x="5049" y="498"/>
                      <a:pt x="4242" y="164"/>
                      <a:pt x="3401" y="164"/>
                    </a:cubicBezTo>
                    <a:cubicBezTo>
                      <a:pt x="2560" y="164"/>
                      <a:pt x="1753" y="498"/>
                      <a:pt x="1158" y="1093"/>
                    </a:cubicBezTo>
                    <a:cubicBezTo>
                      <a:pt x="564" y="1688"/>
                      <a:pt x="229" y="2495"/>
                      <a:pt x="229" y="3337"/>
                    </a:cubicBezTo>
                    <a:cubicBezTo>
                      <a:pt x="229" y="4178"/>
                      <a:pt x="564" y="4985"/>
                      <a:pt x="1158" y="5580"/>
                    </a:cubicBezTo>
                    <a:cubicBezTo>
                      <a:pt x="1753" y="6175"/>
                      <a:pt x="2560" y="6509"/>
                      <a:pt x="340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699" name="Freeform: Shape 15698">
                <a:extLst>
                  <a:ext uri="{FF2B5EF4-FFF2-40B4-BE49-F238E27FC236}">
                    <a16:creationId xmlns:a16="http://schemas.microsoft.com/office/drawing/2014/main" id="{75325755-594D-7361-2088-498EB03DECC5}"/>
                  </a:ext>
                </a:extLst>
              </p:cNvPr>
              <p:cNvSpPr/>
              <p:nvPr/>
            </p:nvSpPr>
            <p:spPr>
              <a:xfrm>
                <a:off x="9319554" y="5558052"/>
                <a:ext cx="6343" cy="6345"/>
              </a:xfrm>
              <a:custGeom>
                <a:avLst/>
                <a:gdLst>
                  <a:gd name="connsiteX0" fmla="*/ 3401 w 6343"/>
                  <a:gd name="connsiteY0" fmla="*/ 6509 h 6345"/>
                  <a:gd name="connsiteX1" fmla="*/ 5644 w 6343"/>
                  <a:gd name="connsiteY1" fmla="*/ 5580 h 6345"/>
                  <a:gd name="connsiteX2" fmla="*/ 6573 w 6343"/>
                  <a:gd name="connsiteY2" fmla="*/ 3336 h 6345"/>
                  <a:gd name="connsiteX3" fmla="*/ 5644 w 6343"/>
                  <a:gd name="connsiteY3" fmla="*/ 1093 h 6345"/>
                  <a:gd name="connsiteX4" fmla="*/ 3401 w 6343"/>
                  <a:gd name="connsiteY4" fmla="*/ 164 h 6345"/>
                  <a:gd name="connsiteX5" fmla="*/ 1158 w 6343"/>
                  <a:gd name="connsiteY5" fmla="*/ 1093 h 6345"/>
                  <a:gd name="connsiteX6" fmla="*/ 229 w 6343"/>
                  <a:gd name="connsiteY6" fmla="*/ 3336 h 6345"/>
                  <a:gd name="connsiteX7" fmla="*/ 1158 w 6343"/>
                  <a:gd name="connsiteY7" fmla="*/ 5580 h 6345"/>
                  <a:gd name="connsiteX8" fmla="*/ 340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9"/>
                    </a:moveTo>
                    <a:cubicBezTo>
                      <a:pt x="4242" y="6509"/>
                      <a:pt x="5049" y="6175"/>
                      <a:pt x="5644" y="5580"/>
                    </a:cubicBezTo>
                    <a:cubicBezTo>
                      <a:pt x="6238" y="4985"/>
                      <a:pt x="6573" y="4178"/>
                      <a:pt x="6573" y="3336"/>
                    </a:cubicBezTo>
                    <a:cubicBezTo>
                      <a:pt x="6573" y="2495"/>
                      <a:pt x="6238" y="1688"/>
                      <a:pt x="5644" y="1093"/>
                    </a:cubicBezTo>
                    <a:cubicBezTo>
                      <a:pt x="5049" y="498"/>
                      <a:pt x="4242" y="164"/>
                      <a:pt x="3401" y="164"/>
                    </a:cubicBezTo>
                    <a:cubicBezTo>
                      <a:pt x="2560" y="164"/>
                      <a:pt x="1753" y="498"/>
                      <a:pt x="1158" y="1093"/>
                    </a:cubicBezTo>
                    <a:cubicBezTo>
                      <a:pt x="564" y="1688"/>
                      <a:pt x="229" y="2495"/>
                      <a:pt x="229" y="3336"/>
                    </a:cubicBezTo>
                    <a:cubicBezTo>
                      <a:pt x="229" y="4178"/>
                      <a:pt x="564" y="4985"/>
                      <a:pt x="1158" y="5580"/>
                    </a:cubicBezTo>
                    <a:cubicBezTo>
                      <a:pt x="1753" y="6175"/>
                      <a:pt x="2560" y="6509"/>
                      <a:pt x="340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00" name="Freeform: Shape 15699">
                <a:extLst>
                  <a:ext uri="{FF2B5EF4-FFF2-40B4-BE49-F238E27FC236}">
                    <a16:creationId xmlns:a16="http://schemas.microsoft.com/office/drawing/2014/main" id="{2110D052-E748-C92C-36E7-C5FAB9EEE748}"/>
                  </a:ext>
                </a:extLst>
              </p:cNvPr>
              <p:cNvSpPr/>
              <p:nvPr/>
            </p:nvSpPr>
            <p:spPr>
              <a:xfrm>
                <a:off x="9318671" y="5555753"/>
                <a:ext cx="6343" cy="6345"/>
              </a:xfrm>
              <a:custGeom>
                <a:avLst/>
                <a:gdLst>
                  <a:gd name="connsiteX0" fmla="*/ 3401 w 6343"/>
                  <a:gd name="connsiteY0" fmla="*/ 6509 h 6345"/>
                  <a:gd name="connsiteX1" fmla="*/ 5644 w 6343"/>
                  <a:gd name="connsiteY1" fmla="*/ 5580 h 6345"/>
                  <a:gd name="connsiteX2" fmla="*/ 6572 w 6343"/>
                  <a:gd name="connsiteY2" fmla="*/ 3336 h 6345"/>
                  <a:gd name="connsiteX3" fmla="*/ 5644 w 6343"/>
                  <a:gd name="connsiteY3" fmla="*/ 1093 h 6345"/>
                  <a:gd name="connsiteX4" fmla="*/ 3401 w 6343"/>
                  <a:gd name="connsiteY4" fmla="*/ 164 h 6345"/>
                  <a:gd name="connsiteX5" fmla="*/ 1158 w 6343"/>
                  <a:gd name="connsiteY5" fmla="*/ 1093 h 6345"/>
                  <a:gd name="connsiteX6" fmla="*/ 229 w 6343"/>
                  <a:gd name="connsiteY6" fmla="*/ 3336 h 6345"/>
                  <a:gd name="connsiteX7" fmla="*/ 1158 w 6343"/>
                  <a:gd name="connsiteY7" fmla="*/ 5580 h 6345"/>
                  <a:gd name="connsiteX8" fmla="*/ 340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9"/>
                    </a:moveTo>
                    <a:cubicBezTo>
                      <a:pt x="4242" y="6509"/>
                      <a:pt x="5049" y="6175"/>
                      <a:pt x="5644" y="5580"/>
                    </a:cubicBezTo>
                    <a:cubicBezTo>
                      <a:pt x="6238" y="4985"/>
                      <a:pt x="6572" y="4178"/>
                      <a:pt x="6572" y="3336"/>
                    </a:cubicBezTo>
                    <a:cubicBezTo>
                      <a:pt x="6572" y="2495"/>
                      <a:pt x="6238" y="1688"/>
                      <a:pt x="5644" y="1093"/>
                    </a:cubicBezTo>
                    <a:cubicBezTo>
                      <a:pt x="5049" y="498"/>
                      <a:pt x="4242" y="164"/>
                      <a:pt x="3401" y="164"/>
                    </a:cubicBezTo>
                    <a:cubicBezTo>
                      <a:pt x="2560" y="164"/>
                      <a:pt x="1753" y="498"/>
                      <a:pt x="1158" y="1093"/>
                    </a:cubicBezTo>
                    <a:cubicBezTo>
                      <a:pt x="564" y="1688"/>
                      <a:pt x="229" y="2495"/>
                      <a:pt x="229" y="3336"/>
                    </a:cubicBezTo>
                    <a:cubicBezTo>
                      <a:pt x="229" y="4178"/>
                      <a:pt x="564" y="4985"/>
                      <a:pt x="1158" y="5580"/>
                    </a:cubicBezTo>
                    <a:cubicBezTo>
                      <a:pt x="1753" y="6175"/>
                      <a:pt x="2560" y="6509"/>
                      <a:pt x="340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01" name="Freeform: Shape 15700">
                <a:extLst>
                  <a:ext uri="{FF2B5EF4-FFF2-40B4-BE49-F238E27FC236}">
                    <a16:creationId xmlns:a16="http://schemas.microsoft.com/office/drawing/2014/main" id="{58446CD5-4C5A-D03A-C87C-DE133F2CF33E}"/>
                  </a:ext>
                </a:extLst>
              </p:cNvPr>
              <p:cNvSpPr/>
              <p:nvPr/>
            </p:nvSpPr>
            <p:spPr>
              <a:xfrm>
                <a:off x="9317679" y="5553725"/>
                <a:ext cx="6343" cy="6345"/>
              </a:xfrm>
              <a:custGeom>
                <a:avLst/>
                <a:gdLst>
                  <a:gd name="connsiteX0" fmla="*/ 3401 w 6343"/>
                  <a:gd name="connsiteY0" fmla="*/ 6509 h 6345"/>
                  <a:gd name="connsiteX1" fmla="*/ 5643 w 6343"/>
                  <a:gd name="connsiteY1" fmla="*/ 5580 h 6345"/>
                  <a:gd name="connsiteX2" fmla="*/ 6572 w 6343"/>
                  <a:gd name="connsiteY2" fmla="*/ 3336 h 6345"/>
                  <a:gd name="connsiteX3" fmla="*/ 5643 w 6343"/>
                  <a:gd name="connsiteY3" fmla="*/ 1093 h 6345"/>
                  <a:gd name="connsiteX4" fmla="*/ 3401 w 6343"/>
                  <a:gd name="connsiteY4" fmla="*/ 163 h 6345"/>
                  <a:gd name="connsiteX5" fmla="*/ 1158 w 6343"/>
                  <a:gd name="connsiteY5" fmla="*/ 1093 h 6345"/>
                  <a:gd name="connsiteX6" fmla="*/ 229 w 6343"/>
                  <a:gd name="connsiteY6" fmla="*/ 3336 h 6345"/>
                  <a:gd name="connsiteX7" fmla="*/ 1158 w 6343"/>
                  <a:gd name="connsiteY7" fmla="*/ 5580 h 6345"/>
                  <a:gd name="connsiteX8" fmla="*/ 340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9"/>
                    </a:moveTo>
                    <a:cubicBezTo>
                      <a:pt x="4242" y="6509"/>
                      <a:pt x="5049" y="6175"/>
                      <a:pt x="5643" y="5580"/>
                    </a:cubicBezTo>
                    <a:cubicBezTo>
                      <a:pt x="6238" y="4985"/>
                      <a:pt x="6572" y="4178"/>
                      <a:pt x="6572" y="3336"/>
                    </a:cubicBezTo>
                    <a:cubicBezTo>
                      <a:pt x="6572" y="2495"/>
                      <a:pt x="6238" y="1688"/>
                      <a:pt x="5643" y="1093"/>
                    </a:cubicBezTo>
                    <a:cubicBezTo>
                      <a:pt x="5049" y="498"/>
                      <a:pt x="4242" y="163"/>
                      <a:pt x="3401" y="163"/>
                    </a:cubicBezTo>
                    <a:cubicBezTo>
                      <a:pt x="2560" y="163"/>
                      <a:pt x="1753" y="498"/>
                      <a:pt x="1158" y="1093"/>
                    </a:cubicBezTo>
                    <a:cubicBezTo>
                      <a:pt x="563" y="1688"/>
                      <a:pt x="229" y="2495"/>
                      <a:pt x="229" y="3336"/>
                    </a:cubicBezTo>
                    <a:cubicBezTo>
                      <a:pt x="229" y="4178"/>
                      <a:pt x="563" y="4985"/>
                      <a:pt x="1158" y="5580"/>
                    </a:cubicBezTo>
                    <a:cubicBezTo>
                      <a:pt x="1753" y="6175"/>
                      <a:pt x="2560" y="6509"/>
                      <a:pt x="340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02" name="Freeform: Shape 15701">
                <a:extLst>
                  <a:ext uri="{FF2B5EF4-FFF2-40B4-BE49-F238E27FC236}">
                    <a16:creationId xmlns:a16="http://schemas.microsoft.com/office/drawing/2014/main" id="{5FDD334B-294B-55C2-0DD8-C96250C4C810}"/>
                  </a:ext>
                </a:extLst>
              </p:cNvPr>
              <p:cNvSpPr/>
              <p:nvPr/>
            </p:nvSpPr>
            <p:spPr>
              <a:xfrm>
                <a:off x="9316599" y="5551912"/>
                <a:ext cx="6343" cy="6345"/>
              </a:xfrm>
              <a:custGeom>
                <a:avLst/>
                <a:gdLst>
                  <a:gd name="connsiteX0" fmla="*/ 3401 w 6343"/>
                  <a:gd name="connsiteY0" fmla="*/ 6509 h 6345"/>
                  <a:gd name="connsiteX1" fmla="*/ 5643 w 6343"/>
                  <a:gd name="connsiteY1" fmla="*/ 5579 h 6345"/>
                  <a:gd name="connsiteX2" fmla="*/ 6572 w 6343"/>
                  <a:gd name="connsiteY2" fmla="*/ 3336 h 6345"/>
                  <a:gd name="connsiteX3" fmla="*/ 5643 w 6343"/>
                  <a:gd name="connsiteY3" fmla="*/ 1093 h 6345"/>
                  <a:gd name="connsiteX4" fmla="*/ 3401 w 6343"/>
                  <a:gd name="connsiteY4" fmla="*/ 163 h 6345"/>
                  <a:gd name="connsiteX5" fmla="*/ 1158 w 6343"/>
                  <a:gd name="connsiteY5" fmla="*/ 1093 h 6345"/>
                  <a:gd name="connsiteX6" fmla="*/ 229 w 6343"/>
                  <a:gd name="connsiteY6" fmla="*/ 3336 h 6345"/>
                  <a:gd name="connsiteX7" fmla="*/ 1158 w 6343"/>
                  <a:gd name="connsiteY7" fmla="*/ 5579 h 6345"/>
                  <a:gd name="connsiteX8" fmla="*/ 340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9"/>
                    </a:moveTo>
                    <a:cubicBezTo>
                      <a:pt x="4242" y="6509"/>
                      <a:pt x="5049" y="6174"/>
                      <a:pt x="5643" y="5579"/>
                    </a:cubicBezTo>
                    <a:cubicBezTo>
                      <a:pt x="6238" y="4984"/>
                      <a:pt x="6572" y="4177"/>
                      <a:pt x="6572" y="3336"/>
                    </a:cubicBezTo>
                    <a:cubicBezTo>
                      <a:pt x="6572" y="2495"/>
                      <a:pt x="6238" y="1688"/>
                      <a:pt x="5643" y="1093"/>
                    </a:cubicBezTo>
                    <a:cubicBezTo>
                      <a:pt x="5049" y="498"/>
                      <a:pt x="4242" y="163"/>
                      <a:pt x="3401" y="163"/>
                    </a:cubicBezTo>
                    <a:cubicBezTo>
                      <a:pt x="2560" y="163"/>
                      <a:pt x="1753" y="498"/>
                      <a:pt x="1158" y="1093"/>
                    </a:cubicBezTo>
                    <a:cubicBezTo>
                      <a:pt x="563" y="1688"/>
                      <a:pt x="229" y="2495"/>
                      <a:pt x="229" y="3336"/>
                    </a:cubicBezTo>
                    <a:cubicBezTo>
                      <a:pt x="229" y="4177"/>
                      <a:pt x="563" y="4984"/>
                      <a:pt x="1158" y="5579"/>
                    </a:cubicBezTo>
                    <a:cubicBezTo>
                      <a:pt x="1753" y="6174"/>
                      <a:pt x="2560" y="6509"/>
                      <a:pt x="340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03" name="Freeform: Shape 15702">
                <a:extLst>
                  <a:ext uri="{FF2B5EF4-FFF2-40B4-BE49-F238E27FC236}">
                    <a16:creationId xmlns:a16="http://schemas.microsoft.com/office/drawing/2014/main" id="{BAD29DE9-C712-CA6C-76DD-556C81B402BC}"/>
                  </a:ext>
                </a:extLst>
              </p:cNvPr>
              <p:cNvSpPr/>
              <p:nvPr/>
            </p:nvSpPr>
            <p:spPr>
              <a:xfrm>
                <a:off x="9315401" y="5550366"/>
                <a:ext cx="6343" cy="6345"/>
              </a:xfrm>
              <a:custGeom>
                <a:avLst/>
                <a:gdLst>
                  <a:gd name="connsiteX0" fmla="*/ 3401 w 6343"/>
                  <a:gd name="connsiteY0" fmla="*/ 6509 h 6345"/>
                  <a:gd name="connsiteX1" fmla="*/ 5643 w 6343"/>
                  <a:gd name="connsiteY1" fmla="*/ 5579 h 6345"/>
                  <a:gd name="connsiteX2" fmla="*/ 6572 w 6343"/>
                  <a:gd name="connsiteY2" fmla="*/ 3336 h 6345"/>
                  <a:gd name="connsiteX3" fmla="*/ 5643 w 6343"/>
                  <a:gd name="connsiteY3" fmla="*/ 1092 h 6345"/>
                  <a:gd name="connsiteX4" fmla="*/ 3401 w 6343"/>
                  <a:gd name="connsiteY4" fmla="*/ 163 h 6345"/>
                  <a:gd name="connsiteX5" fmla="*/ 1158 w 6343"/>
                  <a:gd name="connsiteY5" fmla="*/ 1092 h 6345"/>
                  <a:gd name="connsiteX6" fmla="*/ 229 w 6343"/>
                  <a:gd name="connsiteY6" fmla="*/ 3336 h 6345"/>
                  <a:gd name="connsiteX7" fmla="*/ 1158 w 6343"/>
                  <a:gd name="connsiteY7" fmla="*/ 5579 h 6345"/>
                  <a:gd name="connsiteX8" fmla="*/ 340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9"/>
                    </a:moveTo>
                    <a:cubicBezTo>
                      <a:pt x="4242" y="6509"/>
                      <a:pt x="5049" y="6174"/>
                      <a:pt x="5643" y="5579"/>
                    </a:cubicBezTo>
                    <a:cubicBezTo>
                      <a:pt x="6238" y="4984"/>
                      <a:pt x="6572" y="4177"/>
                      <a:pt x="6572" y="3336"/>
                    </a:cubicBezTo>
                    <a:cubicBezTo>
                      <a:pt x="6572" y="2494"/>
                      <a:pt x="6238" y="1687"/>
                      <a:pt x="5643" y="1092"/>
                    </a:cubicBezTo>
                    <a:cubicBezTo>
                      <a:pt x="5049" y="497"/>
                      <a:pt x="4242" y="163"/>
                      <a:pt x="3401" y="163"/>
                    </a:cubicBezTo>
                    <a:cubicBezTo>
                      <a:pt x="2560" y="163"/>
                      <a:pt x="1753" y="497"/>
                      <a:pt x="1158" y="1092"/>
                    </a:cubicBezTo>
                    <a:cubicBezTo>
                      <a:pt x="563" y="1687"/>
                      <a:pt x="229" y="2494"/>
                      <a:pt x="229" y="3336"/>
                    </a:cubicBezTo>
                    <a:cubicBezTo>
                      <a:pt x="229" y="4177"/>
                      <a:pt x="563" y="4984"/>
                      <a:pt x="1158" y="5579"/>
                    </a:cubicBezTo>
                    <a:cubicBezTo>
                      <a:pt x="1753" y="6174"/>
                      <a:pt x="2560" y="6509"/>
                      <a:pt x="340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04" name="Freeform: Shape 15703">
                <a:extLst>
                  <a:ext uri="{FF2B5EF4-FFF2-40B4-BE49-F238E27FC236}">
                    <a16:creationId xmlns:a16="http://schemas.microsoft.com/office/drawing/2014/main" id="{8C59A584-6812-CB40-995D-882A5C3747B6}"/>
                  </a:ext>
                </a:extLst>
              </p:cNvPr>
              <p:cNvSpPr/>
              <p:nvPr/>
            </p:nvSpPr>
            <p:spPr>
              <a:xfrm>
                <a:off x="9314244" y="5548760"/>
                <a:ext cx="6343" cy="6345"/>
              </a:xfrm>
              <a:custGeom>
                <a:avLst/>
                <a:gdLst>
                  <a:gd name="connsiteX0" fmla="*/ 3401 w 6343"/>
                  <a:gd name="connsiteY0" fmla="*/ 6508 h 6345"/>
                  <a:gd name="connsiteX1" fmla="*/ 5643 w 6343"/>
                  <a:gd name="connsiteY1" fmla="*/ 5579 h 6345"/>
                  <a:gd name="connsiteX2" fmla="*/ 6572 w 6343"/>
                  <a:gd name="connsiteY2" fmla="*/ 3336 h 6345"/>
                  <a:gd name="connsiteX3" fmla="*/ 5643 w 6343"/>
                  <a:gd name="connsiteY3" fmla="*/ 1092 h 6345"/>
                  <a:gd name="connsiteX4" fmla="*/ 3401 w 6343"/>
                  <a:gd name="connsiteY4" fmla="*/ 163 h 6345"/>
                  <a:gd name="connsiteX5" fmla="*/ 1158 w 6343"/>
                  <a:gd name="connsiteY5" fmla="*/ 1092 h 6345"/>
                  <a:gd name="connsiteX6" fmla="*/ 229 w 6343"/>
                  <a:gd name="connsiteY6" fmla="*/ 3336 h 6345"/>
                  <a:gd name="connsiteX7" fmla="*/ 1158 w 6343"/>
                  <a:gd name="connsiteY7" fmla="*/ 5579 h 6345"/>
                  <a:gd name="connsiteX8" fmla="*/ 340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8"/>
                    </a:moveTo>
                    <a:cubicBezTo>
                      <a:pt x="4242" y="6508"/>
                      <a:pt x="5048" y="6174"/>
                      <a:pt x="5643" y="5579"/>
                    </a:cubicBezTo>
                    <a:cubicBezTo>
                      <a:pt x="6238" y="4984"/>
                      <a:pt x="6572" y="4177"/>
                      <a:pt x="6572" y="3336"/>
                    </a:cubicBezTo>
                    <a:cubicBezTo>
                      <a:pt x="6572" y="2494"/>
                      <a:pt x="6238" y="1687"/>
                      <a:pt x="5643" y="1092"/>
                    </a:cubicBezTo>
                    <a:cubicBezTo>
                      <a:pt x="5048" y="497"/>
                      <a:pt x="4242" y="163"/>
                      <a:pt x="3401" y="163"/>
                    </a:cubicBezTo>
                    <a:cubicBezTo>
                      <a:pt x="2559" y="163"/>
                      <a:pt x="1753" y="497"/>
                      <a:pt x="1158" y="1092"/>
                    </a:cubicBezTo>
                    <a:cubicBezTo>
                      <a:pt x="563" y="1687"/>
                      <a:pt x="229" y="2494"/>
                      <a:pt x="229" y="3336"/>
                    </a:cubicBezTo>
                    <a:cubicBezTo>
                      <a:pt x="229" y="4177"/>
                      <a:pt x="563" y="4984"/>
                      <a:pt x="1158" y="5579"/>
                    </a:cubicBezTo>
                    <a:cubicBezTo>
                      <a:pt x="1753" y="6174"/>
                      <a:pt x="2559" y="6508"/>
                      <a:pt x="340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05" name="Freeform: Shape 15704">
                <a:extLst>
                  <a:ext uri="{FF2B5EF4-FFF2-40B4-BE49-F238E27FC236}">
                    <a16:creationId xmlns:a16="http://schemas.microsoft.com/office/drawing/2014/main" id="{3AFE37D2-5494-3236-5619-1157754084A0}"/>
                  </a:ext>
                </a:extLst>
              </p:cNvPr>
              <p:cNvSpPr/>
              <p:nvPr/>
            </p:nvSpPr>
            <p:spPr>
              <a:xfrm>
                <a:off x="9313186" y="5546989"/>
                <a:ext cx="6343" cy="6345"/>
              </a:xfrm>
              <a:custGeom>
                <a:avLst/>
                <a:gdLst>
                  <a:gd name="connsiteX0" fmla="*/ 3400 w 6343"/>
                  <a:gd name="connsiteY0" fmla="*/ 6508 h 6345"/>
                  <a:gd name="connsiteX1" fmla="*/ 5643 w 6343"/>
                  <a:gd name="connsiteY1" fmla="*/ 5579 h 6345"/>
                  <a:gd name="connsiteX2" fmla="*/ 6572 w 6343"/>
                  <a:gd name="connsiteY2" fmla="*/ 3336 h 6345"/>
                  <a:gd name="connsiteX3" fmla="*/ 5643 w 6343"/>
                  <a:gd name="connsiteY3" fmla="*/ 1092 h 6345"/>
                  <a:gd name="connsiteX4" fmla="*/ 3400 w 6343"/>
                  <a:gd name="connsiteY4" fmla="*/ 163 h 6345"/>
                  <a:gd name="connsiteX5" fmla="*/ 1158 w 6343"/>
                  <a:gd name="connsiteY5" fmla="*/ 1092 h 6345"/>
                  <a:gd name="connsiteX6" fmla="*/ 229 w 6343"/>
                  <a:gd name="connsiteY6" fmla="*/ 3336 h 6345"/>
                  <a:gd name="connsiteX7" fmla="*/ 1158 w 6343"/>
                  <a:gd name="connsiteY7" fmla="*/ 5579 h 6345"/>
                  <a:gd name="connsiteX8" fmla="*/ 340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8"/>
                    </a:moveTo>
                    <a:cubicBezTo>
                      <a:pt x="4242" y="6508"/>
                      <a:pt x="5048" y="6174"/>
                      <a:pt x="5643" y="5579"/>
                    </a:cubicBezTo>
                    <a:cubicBezTo>
                      <a:pt x="6238" y="4984"/>
                      <a:pt x="6572" y="4177"/>
                      <a:pt x="6572" y="3336"/>
                    </a:cubicBezTo>
                    <a:cubicBezTo>
                      <a:pt x="6572" y="2494"/>
                      <a:pt x="6238" y="1687"/>
                      <a:pt x="5643" y="1092"/>
                    </a:cubicBezTo>
                    <a:cubicBezTo>
                      <a:pt x="5048" y="497"/>
                      <a:pt x="4242" y="163"/>
                      <a:pt x="3400" y="163"/>
                    </a:cubicBezTo>
                    <a:cubicBezTo>
                      <a:pt x="2559" y="163"/>
                      <a:pt x="1753" y="497"/>
                      <a:pt x="1158" y="1092"/>
                    </a:cubicBezTo>
                    <a:cubicBezTo>
                      <a:pt x="563" y="1687"/>
                      <a:pt x="229" y="2494"/>
                      <a:pt x="229" y="3336"/>
                    </a:cubicBezTo>
                    <a:cubicBezTo>
                      <a:pt x="229" y="4177"/>
                      <a:pt x="563" y="4984"/>
                      <a:pt x="1158" y="5579"/>
                    </a:cubicBezTo>
                    <a:cubicBezTo>
                      <a:pt x="1753" y="6174"/>
                      <a:pt x="2559" y="6508"/>
                      <a:pt x="340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06" name="Freeform: Shape 15705">
                <a:extLst>
                  <a:ext uri="{FF2B5EF4-FFF2-40B4-BE49-F238E27FC236}">
                    <a16:creationId xmlns:a16="http://schemas.microsoft.com/office/drawing/2014/main" id="{B8346707-2A69-14B1-EADB-FE5073904BC9}"/>
                  </a:ext>
                </a:extLst>
              </p:cNvPr>
              <p:cNvSpPr/>
              <p:nvPr/>
            </p:nvSpPr>
            <p:spPr>
              <a:xfrm>
                <a:off x="9312060" y="5545376"/>
                <a:ext cx="6343" cy="6345"/>
              </a:xfrm>
              <a:custGeom>
                <a:avLst/>
                <a:gdLst>
                  <a:gd name="connsiteX0" fmla="*/ 3400 w 6343"/>
                  <a:gd name="connsiteY0" fmla="*/ 6508 h 6345"/>
                  <a:gd name="connsiteX1" fmla="*/ 5643 w 6343"/>
                  <a:gd name="connsiteY1" fmla="*/ 5579 h 6345"/>
                  <a:gd name="connsiteX2" fmla="*/ 6572 w 6343"/>
                  <a:gd name="connsiteY2" fmla="*/ 3335 h 6345"/>
                  <a:gd name="connsiteX3" fmla="*/ 5643 w 6343"/>
                  <a:gd name="connsiteY3" fmla="*/ 1092 h 6345"/>
                  <a:gd name="connsiteX4" fmla="*/ 3400 w 6343"/>
                  <a:gd name="connsiteY4" fmla="*/ 163 h 6345"/>
                  <a:gd name="connsiteX5" fmla="*/ 1158 w 6343"/>
                  <a:gd name="connsiteY5" fmla="*/ 1092 h 6345"/>
                  <a:gd name="connsiteX6" fmla="*/ 229 w 6343"/>
                  <a:gd name="connsiteY6" fmla="*/ 3335 h 6345"/>
                  <a:gd name="connsiteX7" fmla="*/ 1158 w 6343"/>
                  <a:gd name="connsiteY7" fmla="*/ 5579 h 6345"/>
                  <a:gd name="connsiteX8" fmla="*/ 340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8"/>
                    </a:moveTo>
                    <a:cubicBezTo>
                      <a:pt x="4242" y="6508"/>
                      <a:pt x="5048" y="6174"/>
                      <a:pt x="5643" y="5579"/>
                    </a:cubicBezTo>
                    <a:cubicBezTo>
                      <a:pt x="6238" y="4984"/>
                      <a:pt x="6572" y="4177"/>
                      <a:pt x="6572" y="3335"/>
                    </a:cubicBezTo>
                    <a:cubicBezTo>
                      <a:pt x="6572" y="2494"/>
                      <a:pt x="6238" y="1687"/>
                      <a:pt x="5643" y="1092"/>
                    </a:cubicBezTo>
                    <a:cubicBezTo>
                      <a:pt x="5048" y="497"/>
                      <a:pt x="4242" y="163"/>
                      <a:pt x="3400" y="163"/>
                    </a:cubicBezTo>
                    <a:cubicBezTo>
                      <a:pt x="2559" y="163"/>
                      <a:pt x="1753" y="497"/>
                      <a:pt x="1158" y="1092"/>
                    </a:cubicBezTo>
                    <a:cubicBezTo>
                      <a:pt x="563" y="1687"/>
                      <a:pt x="229" y="2494"/>
                      <a:pt x="229" y="3335"/>
                    </a:cubicBezTo>
                    <a:cubicBezTo>
                      <a:pt x="229" y="4177"/>
                      <a:pt x="563" y="4984"/>
                      <a:pt x="1158" y="5579"/>
                    </a:cubicBezTo>
                    <a:cubicBezTo>
                      <a:pt x="1753" y="6174"/>
                      <a:pt x="2559" y="6508"/>
                      <a:pt x="340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07" name="Freeform: Shape 15706">
                <a:extLst>
                  <a:ext uri="{FF2B5EF4-FFF2-40B4-BE49-F238E27FC236}">
                    <a16:creationId xmlns:a16="http://schemas.microsoft.com/office/drawing/2014/main" id="{E9ED48BE-26CB-2D06-7717-08DD7C5EA8BF}"/>
                  </a:ext>
                </a:extLst>
              </p:cNvPr>
              <p:cNvSpPr/>
              <p:nvPr/>
            </p:nvSpPr>
            <p:spPr>
              <a:xfrm>
                <a:off x="9311120" y="5543437"/>
                <a:ext cx="6343" cy="6345"/>
              </a:xfrm>
              <a:custGeom>
                <a:avLst/>
                <a:gdLst>
                  <a:gd name="connsiteX0" fmla="*/ 3400 w 6343"/>
                  <a:gd name="connsiteY0" fmla="*/ 6508 h 6345"/>
                  <a:gd name="connsiteX1" fmla="*/ 5643 w 6343"/>
                  <a:gd name="connsiteY1" fmla="*/ 5579 h 6345"/>
                  <a:gd name="connsiteX2" fmla="*/ 6572 w 6343"/>
                  <a:gd name="connsiteY2" fmla="*/ 3335 h 6345"/>
                  <a:gd name="connsiteX3" fmla="*/ 5643 w 6343"/>
                  <a:gd name="connsiteY3" fmla="*/ 1092 h 6345"/>
                  <a:gd name="connsiteX4" fmla="*/ 3400 w 6343"/>
                  <a:gd name="connsiteY4" fmla="*/ 163 h 6345"/>
                  <a:gd name="connsiteX5" fmla="*/ 1158 w 6343"/>
                  <a:gd name="connsiteY5" fmla="*/ 1092 h 6345"/>
                  <a:gd name="connsiteX6" fmla="*/ 229 w 6343"/>
                  <a:gd name="connsiteY6" fmla="*/ 3335 h 6345"/>
                  <a:gd name="connsiteX7" fmla="*/ 1158 w 6343"/>
                  <a:gd name="connsiteY7" fmla="*/ 5579 h 6345"/>
                  <a:gd name="connsiteX8" fmla="*/ 340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8"/>
                    </a:moveTo>
                    <a:cubicBezTo>
                      <a:pt x="4241" y="6508"/>
                      <a:pt x="5048" y="6174"/>
                      <a:pt x="5643" y="5579"/>
                    </a:cubicBezTo>
                    <a:cubicBezTo>
                      <a:pt x="6238" y="4984"/>
                      <a:pt x="6572" y="4177"/>
                      <a:pt x="6572" y="3335"/>
                    </a:cubicBezTo>
                    <a:cubicBezTo>
                      <a:pt x="6572" y="2494"/>
                      <a:pt x="6238" y="1687"/>
                      <a:pt x="5643" y="1092"/>
                    </a:cubicBezTo>
                    <a:cubicBezTo>
                      <a:pt x="5048" y="497"/>
                      <a:pt x="4241" y="163"/>
                      <a:pt x="3400" y="163"/>
                    </a:cubicBezTo>
                    <a:cubicBezTo>
                      <a:pt x="2559" y="163"/>
                      <a:pt x="1752" y="497"/>
                      <a:pt x="1158" y="1092"/>
                    </a:cubicBezTo>
                    <a:cubicBezTo>
                      <a:pt x="563" y="1687"/>
                      <a:pt x="229" y="2494"/>
                      <a:pt x="229" y="3335"/>
                    </a:cubicBezTo>
                    <a:cubicBezTo>
                      <a:pt x="229" y="4177"/>
                      <a:pt x="563" y="4984"/>
                      <a:pt x="1158" y="5579"/>
                    </a:cubicBezTo>
                    <a:cubicBezTo>
                      <a:pt x="1752" y="6174"/>
                      <a:pt x="2559" y="6508"/>
                      <a:pt x="340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08" name="Freeform: Shape 15707">
                <a:extLst>
                  <a:ext uri="{FF2B5EF4-FFF2-40B4-BE49-F238E27FC236}">
                    <a16:creationId xmlns:a16="http://schemas.microsoft.com/office/drawing/2014/main" id="{D5CDB71A-7F3A-4A67-601B-2A141635C7D7}"/>
                  </a:ext>
                </a:extLst>
              </p:cNvPr>
              <p:cNvSpPr/>
              <p:nvPr/>
            </p:nvSpPr>
            <p:spPr>
              <a:xfrm>
                <a:off x="9310054" y="5541763"/>
                <a:ext cx="6343" cy="6345"/>
              </a:xfrm>
              <a:custGeom>
                <a:avLst/>
                <a:gdLst>
                  <a:gd name="connsiteX0" fmla="*/ 3400 w 6343"/>
                  <a:gd name="connsiteY0" fmla="*/ 6508 h 6345"/>
                  <a:gd name="connsiteX1" fmla="*/ 5643 w 6343"/>
                  <a:gd name="connsiteY1" fmla="*/ 5579 h 6345"/>
                  <a:gd name="connsiteX2" fmla="*/ 6572 w 6343"/>
                  <a:gd name="connsiteY2" fmla="*/ 3335 h 6345"/>
                  <a:gd name="connsiteX3" fmla="*/ 5643 w 6343"/>
                  <a:gd name="connsiteY3" fmla="*/ 1092 h 6345"/>
                  <a:gd name="connsiteX4" fmla="*/ 3400 w 6343"/>
                  <a:gd name="connsiteY4" fmla="*/ 163 h 6345"/>
                  <a:gd name="connsiteX5" fmla="*/ 1158 w 6343"/>
                  <a:gd name="connsiteY5" fmla="*/ 1092 h 6345"/>
                  <a:gd name="connsiteX6" fmla="*/ 229 w 6343"/>
                  <a:gd name="connsiteY6" fmla="*/ 3335 h 6345"/>
                  <a:gd name="connsiteX7" fmla="*/ 1158 w 6343"/>
                  <a:gd name="connsiteY7" fmla="*/ 5579 h 6345"/>
                  <a:gd name="connsiteX8" fmla="*/ 340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8"/>
                    </a:moveTo>
                    <a:cubicBezTo>
                      <a:pt x="4241" y="6508"/>
                      <a:pt x="5048" y="6174"/>
                      <a:pt x="5643" y="5579"/>
                    </a:cubicBezTo>
                    <a:cubicBezTo>
                      <a:pt x="6238" y="4984"/>
                      <a:pt x="6572" y="4177"/>
                      <a:pt x="6572" y="3335"/>
                    </a:cubicBezTo>
                    <a:cubicBezTo>
                      <a:pt x="6572" y="2494"/>
                      <a:pt x="6238" y="1687"/>
                      <a:pt x="5643" y="1092"/>
                    </a:cubicBezTo>
                    <a:cubicBezTo>
                      <a:pt x="5048" y="497"/>
                      <a:pt x="4241" y="163"/>
                      <a:pt x="3400" y="163"/>
                    </a:cubicBezTo>
                    <a:cubicBezTo>
                      <a:pt x="2559" y="163"/>
                      <a:pt x="1752" y="497"/>
                      <a:pt x="1158" y="1092"/>
                    </a:cubicBezTo>
                    <a:cubicBezTo>
                      <a:pt x="563" y="1687"/>
                      <a:pt x="229" y="2494"/>
                      <a:pt x="229" y="3335"/>
                    </a:cubicBezTo>
                    <a:cubicBezTo>
                      <a:pt x="229" y="4177"/>
                      <a:pt x="563" y="4984"/>
                      <a:pt x="1158" y="5579"/>
                    </a:cubicBezTo>
                    <a:cubicBezTo>
                      <a:pt x="1752" y="6174"/>
                      <a:pt x="2559" y="6508"/>
                      <a:pt x="340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09" name="Freeform: Shape 15708">
                <a:extLst>
                  <a:ext uri="{FF2B5EF4-FFF2-40B4-BE49-F238E27FC236}">
                    <a16:creationId xmlns:a16="http://schemas.microsoft.com/office/drawing/2014/main" id="{2726C3EF-4CB8-A2D8-C72D-B12B1C92248E}"/>
                  </a:ext>
                </a:extLst>
              </p:cNvPr>
              <p:cNvSpPr/>
              <p:nvPr/>
            </p:nvSpPr>
            <p:spPr>
              <a:xfrm>
                <a:off x="9308946" y="5540191"/>
                <a:ext cx="6343" cy="6345"/>
              </a:xfrm>
              <a:custGeom>
                <a:avLst/>
                <a:gdLst>
                  <a:gd name="connsiteX0" fmla="*/ 3400 w 6343"/>
                  <a:gd name="connsiteY0" fmla="*/ 6508 h 6345"/>
                  <a:gd name="connsiteX1" fmla="*/ 5643 w 6343"/>
                  <a:gd name="connsiteY1" fmla="*/ 5579 h 6345"/>
                  <a:gd name="connsiteX2" fmla="*/ 6572 w 6343"/>
                  <a:gd name="connsiteY2" fmla="*/ 3335 h 6345"/>
                  <a:gd name="connsiteX3" fmla="*/ 5643 w 6343"/>
                  <a:gd name="connsiteY3" fmla="*/ 1092 h 6345"/>
                  <a:gd name="connsiteX4" fmla="*/ 3400 w 6343"/>
                  <a:gd name="connsiteY4" fmla="*/ 162 h 6345"/>
                  <a:gd name="connsiteX5" fmla="*/ 1158 w 6343"/>
                  <a:gd name="connsiteY5" fmla="*/ 1092 h 6345"/>
                  <a:gd name="connsiteX6" fmla="*/ 229 w 6343"/>
                  <a:gd name="connsiteY6" fmla="*/ 3335 h 6345"/>
                  <a:gd name="connsiteX7" fmla="*/ 1158 w 6343"/>
                  <a:gd name="connsiteY7" fmla="*/ 5579 h 6345"/>
                  <a:gd name="connsiteX8" fmla="*/ 340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8"/>
                    </a:moveTo>
                    <a:cubicBezTo>
                      <a:pt x="4241" y="6508"/>
                      <a:pt x="5048" y="6173"/>
                      <a:pt x="5643" y="5579"/>
                    </a:cubicBezTo>
                    <a:cubicBezTo>
                      <a:pt x="6238" y="4984"/>
                      <a:pt x="6572" y="4176"/>
                      <a:pt x="6572" y="3335"/>
                    </a:cubicBezTo>
                    <a:cubicBezTo>
                      <a:pt x="6572" y="2494"/>
                      <a:pt x="6238" y="1687"/>
                      <a:pt x="5643" y="1092"/>
                    </a:cubicBezTo>
                    <a:cubicBezTo>
                      <a:pt x="5048" y="497"/>
                      <a:pt x="4241" y="162"/>
                      <a:pt x="3400" y="162"/>
                    </a:cubicBezTo>
                    <a:cubicBezTo>
                      <a:pt x="2559" y="162"/>
                      <a:pt x="1752" y="497"/>
                      <a:pt x="1158" y="1092"/>
                    </a:cubicBezTo>
                    <a:cubicBezTo>
                      <a:pt x="563" y="1687"/>
                      <a:pt x="229" y="2494"/>
                      <a:pt x="229" y="3335"/>
                    </a:cubicBezTo>
                    <a:cubicBezTo>
                      <a:pt x="229" y="4176"/>
                      <a:pt x="563" y="4984"/>
                      <a:pt x="1158" y="5579"/>
                    </a:cubicBezTo>
                    <a:cubicBezTo>
                      <a:pt x="1752" y="6173"/>
                      <a:pt x="2559" y="6508"/>
                      <a:pt x="340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10" name="Freeform: Shape 15709">
                <a:extLst>
                  <a:ext uri="{FF2B5EF4-FFF2-40B4-BE49-F238E27FC236}">
                    <a16:creationId xmlns:a16="http://schemas.microsoft.com/office/drawing/2014/main" id="{79EFF156-27AE-83FA-D23E-0A605185335D}"/>
                  </a:ext>
                </a:extLst>
              </p:cNvPr>
              <p:cNvSpPr/>
              <p:nvPr/>
            </p:nvSpPr>
            <p:spPr>
              <a:xfrm>
                <a:off x="9307793" y="5538721"/>
                <a:ext cx="6343" cy="6345"/>
              </a:xfrm>
              <a:custGeom>
                <a:avLst/>
                <a:gdLst>
                  <a:gd name="connsiteX0" fmla="*/ 3400 w 6343"/>
                  <a:gd name="connsiteY0" fmla="*/ 6508 h 6345"/>
                  <a:gd name="connsiteX1" fmla="*/ 5643 w 6343"/>
                  <a:gd name="connsiteY1" fmla="*/ 5578 h 6345"/>
                  <a:gd name="connsiteX2" fmla="*/ 6572 w 6343"/>
                  <a:gd name="connsiteY2" fmla="*/ 3335 h 6345"/>
                  <a:gd name="connsiteX3" fmla="*/ 5643 w 6343"/>
                  <a:gd name="connsiteY3" fmla="*/ 1092 h 6345"/>
                  <a:gd name="connsiteX4" fmla="*/ 3400 w 6343"/>
                  <a:gd name="connsiteY4" fmla="*/ 162 h 6345"/>
                  <a:gd name="connsiteX5" fmla="*/ 1157 w 6343"/>
                  <a:gd name="connsiteY5" fmla="*/ 1092 h 6345"/>
                  <a:gd name="connsiteX6" fmla="*/ 228 w 6343"/>
                  <a:gd name="connsiteY6" fmla="*/ 3335 h 6345"/>
                  <a:gd name="connsiteX7" fmla="*/ 1157 w 6343"/>
                  <a:gd name="connsiteY7" fmla="*/ 5578 h 6345"/>
                  <a:gd name="connsiteX8" fmla="*/ 340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8"/>
                    </a:moveTo>
                    <a:cubicBezTo>
                      <a:pt x="4241" y="6508"/>
                      <a:pt x="5048" y="6173"/>
                      <a:pt x="5643" y="5578"/>
                    </a:cubicBezTo>
                    <a:cubicBezTo>
                      <a:pt x="6237" y="4983"/>
                      <a:pt x="6572" y="4176"/>
                      <a:pt x="6572" y="3335"/>
                    </a:cubicBezTo>
                    <a:cubicBezTo>
                      <a:pt x="6572" y="2494"/>
                      <a:pt x="6237" y="1686"/>
                      <a:pt x="5643" y="1092"/>
                    </a:cubicBezTo>
                    <a:cubicBezTo>
                      <a:pt x="5048" y="497"/>
                      <a:pt x="4241" y="162"/>
                      <a:pt x="3400" y="162"/>
                    </a:cubicBezTo>
                    <a:cubicBezTo>
                      <a:pt x="2559" y="162"/>
                      <a:pt x="1752" y="497"/>
                      <a:pt x="1157" y="1092"/>
                    </a:cubicBezTo>
                    <a:cubicBezTo>
                      <a:pt x="563" y="1686"/>
                      <a:pt x="228" y="2494"/>
                      <a:pt x="228" y="3335"/>
                    </a:cubicBezTo>
                    <a:cubicBezTo>
                      <a:pt x="228" y="4176"/>
                      <a:pt x="563" y="4983"/>
                      <a:pt x="1157" y="5578"/>
                    </a:cubicBezTo>
                    <a:cubicBezTo>
                      <a:pt x="1752" y="6173"/>
                      <a:pt x="2559" y="6508"/>
                      <a:pt x="340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11" name="Freeform: Shape 15710">
                <a:extLst>
                  <a:ext uri="{FF2B5EF4-FFF2-40B4-BE49-F238E27FC236}">
                    <a16:creationId xmlns:a16="http://schemas.microsoft.com/office/drawing/2014/main" id="{BD8D2CDD-2874-4013-FB81-18778E8F506E}"/>
                  </a:ext>
                </a:extLst>
              </p:cNvPr>
              <p:cNvSpPr/>
              <p:nvPr/>
            </p:nvSpPr>
            <p:spPr>
              <a:xfrm>
                <a:off x="9306623" y="5537299"/>
                <a:ext cx="6343" cy="6345"/>
              </a:xfrm>
              <a:custGeom>
                <a:avLst/>
                <a:gdLst>
                  <a:gd name="connsiteX0" fmla="*/ 3400 w 6343"/>
                  <a:gd name="connsiteY0" fmla="*/ 6508 h 6345"/>
                  <a:gd name="connsiteX1" fmla="*/ 5643 w 6343"/>
                  <a:gd name="connsiteY1" fmla="*/ 5578 h 6345"/>
                  <a:gd name="connsiteX2" fmla="*/ 6572 w 6343"/>
                  <a:gd name="connsiteY2" fmla="*/ 3335 h 6345"/>
                  <a:gd name="connsiteX3" fmla="*/ 5643 w 6343"/>
                  <a:gd name="connsiteY3" fmla="*/ 1091 h 6345"/>
                  <a:gd name="connsiteX4" fmla="*/ 3400 w 6343"/>
                  <a:gd name="connsiteY4" fmla="*/ 162 h 6345"/>
                  <a:gd name="connsiteX5" fmla="*/ 1157 w 6343"/>
                  <a:gd name="connsiteY5" fmla="*/ 1091 h 6345"/>
                  <a:gd name="connsiteX6" fmla="*/ 228 w 6343"/>
                  <a:gd name="connsiteY6" fmla="*/ 3335 h 6345"/>
                  <a:gd name="connsiteX7" fmla="*/ 1157 w 6343"/>
                  <a:gd name="connsiteY7" fmla="*/ 5578 h 6345"/>
                  <a:gd name="connsiteX8" fmla="*/ 340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8"/>
                    </a:moveTo>
                    <a:cubicBezTo>
                      <a:pt x="4241" y="6508"/>
                      <a:pt x="5048" y="6173"/>
                      <a:pt x="5643" y="5578"/>
                    </a:cubicBezTo>
                    <a:cubicBezTo>
                      <a:pt x="6237" y="4983"/>
                      <a:pt x="6572" y="4176"/>
                      <a:pt x="6572" y="3335"/>
                    </a:cubicBezTo>
                    <a:cubicBezTo>
                      <a:pt x="6572" y="2493"/>
                      <a:pt x="6237" y="1686"/>
                      <a:pt x="5643" y="1091"/>
                    </a:cubicBezTo>
                    <a:cubicBezTo>
                      <a:pt x="5048" y="496"/>
                      <a:pt x="4241" y="162"/>
                      <a:pt x="3400" y="162"/>
                    </a:cubicBezTo>
                    <a:cubicBezTo>
                      <a:pt x="2559" y="162"/>
                      <a:pt x="1752" y="496"/>
                      <a:pt x="1157" y="1091"/>
                    </a:cubicBezTo>
                    <a:cubicBezTo>
                      <a:pt x="563" y="1686"/>
                      <a:pt x="228" y="2493"/>
                      <a:pt x="228" y="3335"/>
                    </a:cubicBezTo>
                    <a:cubicBezTo>
                      <a:pt x="228" y="4176"/>
                      <a:pt x="563" y="4983"/>
                      <a:pt x="1157" y="5578"/>
                    </a:cubicBezTo>
                    <a:cubicBezTo>
                      <a:pt x="1752" y="6173"/>
                      <a:pt x="2559" y="6508"/>
                      <a:pt x="340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12" name="Freeform: Shape 15711">
                <a:extLst>
                  <a:ext uri="{FF2B5EF4-FFF2-40B4-BE49-F238E27FC236}">
                    <a16:creationId xmlns:a16="http://schemas.microsoft.com/office/drawing/2014/main" id="{C5D51B78-F8BD-BD37-99D2-C36CA8BBDA77}"/>
                  </a:ext>
                </a:extLst>
              </p:cNvPr>
              <p:cNvSpPr/>
              <p:nvPr/>
            </p:nvSpPr>
            <p:spPr>
              <a:xfrm>
                <a:off x="9305465" y="5535871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3 w 6343"/>
                  <a:gd name="connsiteY1" fmla="*/ 5578 h 6345"/>
                  <a:gd name="connsiteX2" fmla="*/ 6571 w 6343"/>
                  <a:gd name="connsiteY2" fmla="*/ 3335 h 6345"/>
                  <a:gd name="connsiteX3" fmla="*/ 5643 w 6343"/>
                  <a:gd name="connsiteY3" fmla="*/ 1091 h 6345"/>
                  <a:gd name="connsiteX4" fmla="*/ 3400 w 6343"/>
                  <a:gd name="connsiteY4" fmla="*/ 162 h 6345"/>
                  <a:gd name="connsiteX5" fmla="*/ 1157 w 6343"/>
                  <a:gd name="connsiteY5" fmla="*/ 1091 h 6345"/>
                  <a:gd name="connsiteX6" fmla="*/ 228 w 6343"/>
                  <a:gd name="connsiteY6" fmla="*/ 3335 h 6345"/>
                  <a:gd name="connsiteX7" fmla="*/ 1157 w 6343"/>
                  <a:gd name="connsiteY7" fmla="*/ 5578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1" y="6507"/>
                      <a:pt x="5048" y="6173"/>
                      <a:pt x="5643" y="5578"/>
                    </a:cubicBezTo>
                    <a:cubicBezTo>
                      <a:pt x="6237" y="4983"/>
                      <a:pt x="6571" y="4176"/>
                      <a:pt x="6571" y="3335"/>
                    </a:cubicBezTo>
                    <a:cubicBezTo>
                      <a:pt x="6571" y="2493"/>
                      <a:pt x="6237" y="1686"/>
                      <a:pt x="5643" y="1091"/>
                    </a:cubicBezTo>
                    <a:cubicBezTo>
                      <a:pt x="5048" y="496"/>
                      <a:pt x="4241" y="162"/>
                      <a:pt x="3400" y="162"/>
                    </a:cubicBezTo>
                    <a:cubicBezTo>
                      <a:pt x="2559" y="162"/>
                      <a:pt x="1752" y="496"/>
                      <a:pt x="1157" y="1091"/>
                    </a:cubicBezTo>
                    <a:cubicBezTo>
                      <a:pt x="562" y="1686"/>
                      <a:pt x="228" y="2493"/>
                      <a:pt x="228" y="3335"/>
                    </a:cubicBezTo>
                    <a:cubicBezTo>
                      <a:pt x="228" y="4176"/>
                      <a:pt x="562" y="4983"/>
                      <a:pt x="1157" y="5578"/>
                    </a:cubicBezTo>
                    <a:cubicBezTo>
                      <a:pt x="1752" y="6173"/>
                      <a:pt x="2559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13" name="Freeform: Shape 15712">
                <a:extLst>
                  <a:ext uri="{FF2B5EF4-FFF2-40B4-BE49-F238E27FC236}">
                    <a16:creationId xmlns:a16="http://schemas.microsoft.com/office/drawing/2014/main" id="{9191F2A1-710B-340A-1E80-67191D96C5AD}"/>
                  </a:ext>
                </a:extLst>
              </p:cNvPr>
              <p:cNvSpPr/>
              <p:nvPr/>
            </p:nvSpPr>
            <p:spPr>
              <a:xfrm>
                <a:off x="9303709" y="5535484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2 w 6343"/>
                  <a:gd name="connsiteY1" fmla="*/ 5578 h 6345"/>
                  <a:gd name="connsiteX2" fmla="*/ 6571 w 6343"/>
                  <a:gd name="connsiteY2" fmla="*/ 3335 h 6345"/>
                  <a:gd name="connsiteX3" fmla="*/ 5642 w 6343"/>
                  <a:gd name="connsiteY3" fmla="*/ 1091 h 6345"/>
                  <a:gd name="connsiteX4" fmla="*/ 3400 w 6343"/>
                  <a:gd name="connsiteY4" fmla="*/ 162 h 6345"/>
                  <a:gd name="connsiteX5" fmla="*/ 1157 w 6343"/>
                  <a:gd name="connsiteY5" fmla="*/ 1091 h 6345"/>
                  <a:gd name="connsiteX6" fmla="*/ 228 w 6343"/>
                  <a:gd name="connsiteY6" fmla="*/ 3335 h 6345"/>
                  <a:gd name="connsiteX7" fmla="*/ 1157 w 6343"/>
                  <a:gd name="connsiteY7" fmla="*/ 5578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1" y="6507"/>
                      <a:pt x="5048" y="6173"/>
                      <a:pt x="5642" y="5578"/>
                    </a:cubicBezTo>
                    <a:cubicBezTo>
                      <a:pt x="6237" y="4983"/>
                      <a:pt x="6571" y="4176"/>
                      <a:pt x="6571" y="3335"/>
                    </a:cubicBezTo>
                    <a:cubicBezTo>
                      <a:pt x="6571" y="2493"/>
                      <a:pt x="6237" y="1686"/>
                      <a:pt x="5642" y="1091"/>
                    </a:cubicBezTo>
                    <a:cubicBezTo>
                      <a:pt x="5048" y="496"/>
                      <a:pt x="4241" y="162"/>
                      <a:pt x="3400" y="162"/>
                    </a:cubicBezTo>
                    <a:cubicBezTo>
                      <a:pt x="2559" y="162"/>
                      <a:pt x="1752" y="496"/>
                      <a:pt x="1157" y="1091"/>
                    </a:cubicBezTo>
                    <a:cubicBezTo>
                      <a:pt x="562" y="1686"/>
                      <a:pt x="228" y="2493"/>
                      <a:pt x="228" y="3335"/>
                    </a:cubicBezTo>
                    <a:cubicBezTo>
                      <a:pt x="228" y="4176"/>
                      <a:pt x="562" y="4983"/>
                      <a:pt x="1157" y="5578"/>
                    </a:cubicBezTo>
                    <a:cubicBezTo>
                      <a:pt x="1752" y="6173"/>
                      <a:pt x="2559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14" name="Freeform: Shape 15713">
                <a:extLst>
                  <a:ext uri="{FF2B5EF4-FFF2-40B4-BE49-F238E27FC236}">
                    <a16:creationId xmlns:a16="http://schemas.microsoft.com/office/drawing/2014/main" id="{40592580-007A-59AC-F40F-6BC0952EEC24}"/>
                  </a:ext>
                </a:extLst>
              </p:cNvPr>
              <p:cNvSpPr/>
              <p:nvPr/>
            </p:nvSpPr>
            <p:spPr>
              <a:xfrm>
                <a:off x="9302323" y="5534460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2 w 6343"/>
                  <a:gd name="connsiteY1" fmla="*/ 5578 h 6345"/>
                  <a:gd name="connsiteX2" fmla="*/ 6571 w 6343"/>
                  <a:gd name="connsiteY2" fmla="*/ 3335 h 6345"/>
                  <a:gd name="connsiteX3" fmla="*/ 5642 w 6343"/>
                  <a:gd name="connsiteY3" fmla="*/ 1091 h 6345"/>
                  <a:gd name="connsiteX4" fmla="*/ 3400 w 6343"/>
                  <a:gd name="connsiteY4" fmla="*/ 162 h 6345"/>
                  <a:gd name="connsiteX5" fmla="*/ 1157 w 6343"/>
                  <a:gd name="connsiteY5" fmla="*/ 1091 h 6345"/>
                  <a:gd name="connsiteX6" fmla="*/ 228 w 6343"/>
                  <a:gd name="connsiteY6" fmla="*/ 3335 h 6345"/>
                  <a:gd name="connsiteX7" fmla="*/ 1157 w 6343"/>
                  <a:gd name="connsiteY7" fmla="*/ 5578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1" y="6507"/>
                      <a:pt x="5048" y="6173"/>
                      <a:pt x="5642" y="5578"/>
                    </a:cubicBezTo>
                    <a:cubicBezTo>
                      <a:pt x="6237" y="4983"/>
                      <a:pt x="6571" y="4176"/>
                      <a:pt x="6571" y="3335"/>
                    </a:cubicBezTo>
                    <a:cubicBezTo>
                      <a:pt x="6571" y="2493"/>
                      <a:pt x="6237" y="1686"/>
                      <a:pt x="5642" y="1091"/>
                    </a:cubicBezTo>
                    <a:cubicBezTo>
                      <a:pt x="5048" y="496"/>
                      <a:pt x="4241" y="162"/>
                      <a:pt x="3400" y="162"/>
                    </a:cubicBezTo>
                    <a:cubicBezTo>
                      <a:pt x="2559" y="162"/>
                      <a:pt x="1752" y="496"/>
                      <a:pt x="1157" y="1091"/>
                    </a:cubicBezTo>
                    <a:cubicBezTo>
                      <a:pt x="562" y="1686"/>
                      <a:pt x="228" y="2493"/>
                      <a:pt x="228" y="3335"/>
                    </a:cubicBezTo>
                    <a:cubicBezTo>
                      <a:pt x="228" y="4176"/>
                      <a:pt x="562" y="4983"/>
                      <a:pt x="1157" y="5578"/>
                    </a:cubicBezTo>
                    <a:cubicBezTo>
                      <a:pt x="1752" y="6173"/>
                      <a:pt x="2559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15" name="Freeform: Shape 15714">
                <a:extLst>
                  <a:ext uri="{FF2B5EF4-FFF2-40B4-BE49-F238E27FC236}">
                    <a16:creationId xmlns:a16="http://schemas.microsoft.com/office/drawing/2014/main" id="{E7F4A0E2-8340-8D25-F1A1-DDAB1B41A57C}"/>
                  </a:ext>
                </a:extLst>
              </p:cNvPr>
              <p:cNvSpPr/>
              <p:nvPr/>
            </p:nvSpPr>
            <p:spPr>
              <a:xfrm>
                <a:off x="9302314" y="5531143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2 w 6343"/>
                  <a:gd name="connsiteY1" fmla="*/ 5578 h 6345"/>
                  <a:gd name="connsiteX2" fmla="*/ 6571 w 6343"/>
                  <a:gd name="connsiteY2" fmla="*/ 3334 h 6345"/>
                  <a:gd name="connsiteX3" fmla="*/ 5642 w 6343"/>
                  <a:gd name="connsiteY3" fmla="*/ 1091 h 6345"/>
                  <a:gd name="connsiteX4" fmla="*/ 3400 w 6343"/>
                  <a:gd name="connsiteY4" fmla="*/ 162 h 6345"/>
                  <a:gd name="connsiteX5" fmla="*/ 1157 w 6343"/>
                  <a:gd name="connsiteY5" fmla="*/ 1091 h 6345"/>
                  <a:gd name="connsiteX6" fmla="*/ 228 w 6343"/>
                  <a:gd name="connsiteY6" fmla="*/ 3334 h 6345"/>
                  <a:gd name="connsiteX7" fmla="*/ 1157 w 6343"/>
                  <a:gd name="connsiteY7" fmla="*/ 5578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1" y="6507"/>
                      <a:pt x="5048" y="6173"/>
                      <a:pt x="5642" y="5578"/>
                    </a:cubicBezTo>
                    <a:cubicBezTo>
                      <a:pt x="6237" y="4983"/>
                      <a:pt x="6571" y="4176"/>
                      <a:pt x="6571" y="3334"/>
                    </a:cubicBezTo>
                    <a:cubicBezTo>
                      <a:pt x="6571" y="2493"/>
                      <a:pt x="6237" y="1686"/>
                      <a:pt x="5642" y="1091"/>
                    </a:cubicBezTo>
                    <a:cubicBezTo>
                      <a:pt x="5048" y="496"/>
                      <a:pt x="4241" y="162"/>
                      <a:pt x="3400" y="162"/>
                    </a:cubicBezTo>
                    <a:cubicBezTo>
                      <a:pt x="2559" y="162"/>
                      <a:pt x="1752" y="496"/>
                      <a:pt x="1157" y="1091"/>
                    </a:cubicBezTo>
                    <a:cubicBezTo>
                      <a:pt x="562" y="1686"/>
                      <a:pt x="228" y="2493"/>
                      <a:pt x="228" y="3334"/>
                    </a:cubicBezTo>
                    <a:cubicBezTo>
                      <a:pt x="228" y="4176"/>
                      <a:pt x="562" y="4983"/>
                      <a:pt x="1157" y="5578"/>
                    </a:cubicBezTo>
                    <a:cubicBezTo>
                      <a:pt x="1752" y="6173"/>
                      <a:pt x="2559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16" name="Freeform: Shape 15715">
                <a:extLst>
                  <a:ext uri="{FF2B5EF4-FFF2-40B4-BE49-F238E27FC236}">
                    <a16:creationId xmlns:a16="http://schemas.microsoft.com/office/drawing/2014/main" id="{62B4D989-AD66-281C-5792-37648112820A}"/>
                  </a:ext>
                </a:extLst>
              </p:cNvPr>
              <p:cNvSpPr/>
              <p:nvPr/>
            </p:nvSpPr>
            <p:spPr>
              <a:xfrm>
                <a:off x="9301114" y="5529852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2 w 6343"/>
                  <a:gd name="connsiteY1" fmla="*/ 5578 h 6345"/>
                  <a:gd name="connsiteX2" fmla="*/ 6571 w 6343"/>
                  <a:gd name="connsiteY2" fmla="*/ 3334 h 6345"/>
                  <a:gd name="connsiteX3" fmla="*/ 5642 w 6343"/>
                  <a:gd name="connsiteY3" fmla="*/ 1091 h 6345"/>
                  <a:gd name="connsiteX4" fmla="*/ 3400 w 6343"/>
                  <a:gd name="connsiteY4" fmla="*/ 162 h 6345"/>
                  <a:gd name="connsiteX5" fmla="*/ 1157 w 6343"/>
                  <a:gd name="connsiteY5" fmla="*/ 1091 h 6345"/>
                  <a:gd name="connsiteX6" fmla="*/ 228 w 6343"/>
                  <a:gd name="connsiteY6" fmla="*/ 3334 h 6345"/>
                  <a:gd name="connsiteX7" fmla="*/ 1157 w 6343"/>
                  <a:gd name="connsiteY7" fmla="*/ 5578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1" y="6507"/>
                      <a:pt x="5047" y="6173"/>
                      <a:pt x="5642" y="5578"/>
                    </a:cubicBezTo>
                    <a:cubicBezTo>
                      <a:pt x="6237" y="4983"/>
                      <a:pt x="6571" y="4176"/>
                      <a:pt x="6571" y="3334"/>
                    </a:cubicBezTo>
                    <a:cubicBezTo>
                      <a:pt x="6571" y="2493"/>
                      <a:pt x="6237" y="1686"/>
                      <a:pt x="5642" y="1091"/>
                    </a:cubicBezTo>
                    <a:cubicBezTo>
                      <a:pt x="5047" y="496"/>
                      <a:pt x="4241" y="162"/>
                      <a:pt x="3400" y="162"/>
                    </a:cubicBezTo>
                    <a:cubicBezTo>
                      <a:pt x="2558" y="162"/>
                      <a:pt x="1752" y="496"/>
                      <a:pt x="1157" y="1091"/>
                    </a:cubicBezTo>
                    <a:cubicBezTo>
                      <a:pt x="562" y="1686"/>
                      <a:pt x="228" y="2493"/>
                      <a:pt x="228" y="3334"/>
                    </a:cubicBezTo>
                    <a:cubicBezTo>
                      <a:pt x="228" y="4176"/>
                      <a:pt x="562" y="4983"/>
                      <a:pt x="1157" y="5578"/>
                    </a:cubicBezTo>
                    <a:cubicBezTo>
                      <a:pt x="1752" y="6173"/>
                      <a:pt x="2558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17" name="Freeform: Shape 15716">
                <a:extLst>
                  <a:ext uri="{FF2B5EF4-FFF2-40B4-BE49-F238E27FC236}">
                    <a16:creationId xmlns:a16="http://schemas.microsoft.com/office/drawing/2014/main" id="{17E7048A-5F2B-3387-B232-7759B78AFDE0}"/>
                  </a:ext>
                </a:extLst>
              </p:cNvPr>
              <p:cNvSpPr/>
              <p:nvPr/>
            </p:nvSpPr>
            <p:spPr>
              <a:xfrm>
                <a:off x="9299861" y="5528659"/>
                <a:ext cx="6343" cy="6345"/>
              </a:xfrm>
              <a:custGeom>
                <a:avLst/>
                <a:gdLst>
                  <a:gd name="connsiteX0" fmla="*/ 3399 w 6343"/>
                  <a:gd name="connsiteY0" fmla="*/ 6507 h 6345"/>
                  <a:gd name="connsiteX1" fmla="*/ 5642 w 6343"/>
                  <a:gd name="connsiteY1" fmla="*/ 5578 h 6345"/>
                  <a:gd name="connsiteX2" fmla="*/ 6571 w 6343"/>
                  <a:gd name="connsiteY2" fmla="*/ 3334 h 6345"/>
                  <a:gd name="connsiteX3" fmla="*/ 5642 w 6343"/>
                  <a:gd name="connsiteY3" fmla="*/ 1091 h 6345"/>
                  <a:gd name="connsiteX4" fmla="*/ 3399 w 6343"/>
                  <a:gd name="connsiteY4" fmla="*/ 161 h 6345"/>
                  <a:gd name="connsiteX5" fmla="*/ 1157 w 6343"/>
                  <a:gd name="connsiteY5" fmla="*/ 1091 h 6345"/>
                  <a:gd name="connsiteX6" fmla="*/ 228 w 6343"/>
                  <a:gd name="connsiteY6" fmla="*/ 3334 h 6345"/>
                  <a:gd name="connsiteX7" fmla="*/ 1157 w 6343"/>
                  <a:gd name="connsiteY7" fmla="*/ 5578 h 6345"/>
                  <a:gd name="connsiteX8" fmla="*/ 339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7"/>
                    </a:moveTo>
                    <a:cubicBezTo>
                      <a:pt x="4241" y="6507"/>
                      <a:pt x="5047" y="6173"/>
                      <a:pt x="5642" y="5578"/>
                    </a:cubicBezTo>
                    <a:cubicBezTo>
                      <a:pt x="6237" y="4983"/>
                      <a:pt x="6571" y="4176"/>
                      <a:pt x="6571" y="3334"/>
                    </a:cubicBezTo>
                    <a:cubicBezTo>
                      <a:pt x="6571" y="2493"/>
                      <a:pt x="6237" y="1686"/>
                      <a:pt x="5642" y="1091"/>
                    </a:cubicBezTo>
                    <a:cubicBezTo>
                      <a:pt x="5047" y="496"/>
                      <a:pt x="4241" y="161"/>
                      <a:pt x="3399" y="161"/>
                    </a:cubicBezTo>
                    <a:cubicBezTo>
                      <a:pt x="2558" y="161"/>
                      <a:pt x="1752" y="496"/>
                      <a:pt x="1157" y="1091"/>
                    </a:cubicBezTo>
                    <a:cubicBezTo>
                      <a:pt x="562" y="1686"/>
                      <a:pt x="228" y="2493"/>
                      <a:pt x="228" y="3334"/>
                    </a:cubicBezTo>
                    <a:cubicBezTo>
                      <a:pt x="228" y="4176"/>
                      <a:pt x="562" y="4983"/>
                      <a:pt x="1157" y="5578"/>
                    </a:cubicBezTo>
                    <a:cubicBezTo>
                      <a:pt x="1752" y="6173"/>
                      <a:pt x="2558" y="6507"/>
                      <a:pt x="339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18" name="Freeform: Shape 15717">
                <a:extLst>
                  <a:ext uri="{FF2B5EF4-FFF2-40B4-BE49-F238E27FC236}">
                    <a16:creationId xmlns:a16="http://schemas.microsoft.com/office/drawing/2014/main" id="{65276B86-39B1-6BE0-05DC-9EC2BD4C7B02}"/>
                  </a:ext>
                </a:extLst>
              </p:cNvPr>
              <p:cNvSpPr/>
              <p:nvPr/>
            </p:nvSpPr>
            <p:spPr>
              <a:xfrm>
                <a:off x="9297750" y="5528846"/>
                <a:ext cx="6343" cy="6345"/>
              </a:xfrm>
              <a:custGeom>
                <a:avLst/>
                <a:gdLst>
                  <a:gd name="connsiteX0" fmla="*/ 3399 w 6343"/>
                  <a:gd name="connsiteY0" fmla="*/ 6507 h 6345"/>
                  <a:gd name="connsiteX1" fmla="*/ 5642 w 6343"/>
                  <a:gd name="connsiteY1" fmla="*/ 5578 h 6345"/>
                  <a:gd name="connsiteX2" fmla="*/ 6571 w 6343"/>
                  <a:gd name="connsiteY2" fmla="*/ 3334 h 6345"/>
                  <a:gd name="connsiteX3" fmla="*/ 5642 w 6343"/>
                  <a:gd name="connsiteY3" fmla="*/ 1091 h 6345"/>
                  <a:gd name="connsiteX4" fmla="*/ 3399 w 6343"/>
                  <a:gd name="connsiteY4" fmla="*/ 161 h 6345"/>
                  <a:gd name="connsiteX5" fmla="*/ 1157 w 6343"/>
                  <a:gd name="connsiteY5" fmla="*/ 1091 h 6345"/>
                  <a:gd name="connsiteX6" fmla="*/ 228 w 6343"/>
                  <a:gd name="connsiteY6" fmla="*/ 3334 h 6345"/>
                  <a:gd name="connsiteX7" fmla="*/ 1157 w 6343"/>
                  <a:gd name="connsiteY7" fmla="*/ 5578 h 6345"/>
                  <a:gd name="connsiteX8" fmla="*/ 339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7"/>
                    </a:moveTo>
                    <a:cubicBezTo>
                      <a:pt x="4240" y="6507"/>
                      <a:pt x="5047" y="6173"/>
                      <a:pt x="5642" y="5578"/>
                    </a:cubicBezTo>
                    <a:cubicBezTo>
                      <a:pt x="6237" y="4983"/>
                      <a:pt x="6571" y="4176"/>
                      <a:pt x="6571" y="3334"/>
                    </a:cubicBezTo>
                    <a:cubicBezTo>
                      <a:pt x="6571" y="2493"/>
                      <a:pt x="6237" y="1686"/>
                      <a:pt x="5642" y="1091"/>
                    </a:cubicBezTo>
                    <a:cubicBezTo>
                      <a:pt x="5047" y="496"/>
                      <a:pt x="4240" y="161"/>
                      <a:pt x="3399" y="161"/>
                    </a:cubicBezTo>
                    <a:cubicBezTo>
                      <a:pt x="2558" y="161"/>
                      <a:pt x="1751" y="496"/>
                      <a:pt x="1157" y="1091"/>
                    </a:cubicBezTo>
                    <a:cubicBezTo>
                      <a:pt x="562" y="1686"/>
                      <a:pt x="228" y="2493"/>
                      <a:pt x="228" y="3334"/>
                    </a:cubicBezTo>
                    <a:cubicBezTo>
                      <a:pt x="228" y="4176"/>
                      <a:pt x="562" y="4983"/>
                      <a:pt x="1157" y="5578"/>
                    </a:cubicBezTo>
                    <a:cubicBezTo>
                      <a:pt x="1751" y="6173"/>
                      <a:pt x="2558" y="6507"/>
                      <a:pt x="339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19" name="Freeform: Shape 15718">
                <a:extLst>
                  <a:ext uri="{FF2B5EF4-FFF2-40B4-BE49-F238E27FC236}">
                    <a16:creationId xmlns:a16="http://schemas.microsoft.com/office/drawing/2014/main" id="{F915017E-B300-E35C-B6FF-6CCA82186897}"/>
                  </a:ext>
                </a:extLst>
              </p:cNvPr>
              <p:cNvSpPr/>
              <p:nvPr/>
            </p:nvSpPr>
            <p:spPr>
              <a:xfrm>
                <a:off x="9296313" y="5527942"/>
                <a:ext cx="6343" cy="6345"/>
              </a:xfrm>
              <a:custGeom>
                <a:avLst/>
                <a:gdLst>
                  <a:gd name="connsiteX0" fmla="*/ 3399 w 6343"/>
                  <a:gd name="connsiteY0" fmla="*/ 6507 h 6345"/>
                  <a:gd name="connsiteX1" fmla="*/ 5642 w 6343"/>
                  <a:gd name="connsiteY1" fmla="*/ 5578 h 6345"/>
                  <a:gd name="connsiteX2" fmla="*/ 6571 w 6343"/>
                  <a:gd name="connsiteY2" fmla="*/ 3334 h 6345"/>
                  <a:gd name="connsiteX3" fmla="*/ 5642 w 6343"/>
                  <a:gd name="connsiteY3" fmla="*/ 1091 h 6345"/>
                  <a:gd name="connsiteX4" fmla="*/ 3399 w 6343"/>
                  <a:gd name="connsiteY4" fmla="*/ 161 h 6345"/>
                  <a:gd name="connsiteX5" fmla="*/ 1157 w 6343"/>
                  <a:gd name="connsiteY5" fmla="*/ 1091 h 6345"/>
                  <a:gd name="connsiteX6" fmla="*/ 228 w 6343"/>
                  <a:gd name="connsiteY6" fmla="*/ 3334 h 6345"/>
                  <a:gd name="connsiteX7" fmla="*/ 1157 w 6343"/>
                  <a:gd name="connsiteY7" fmla="*/ 5578 h 6345"/>
                  <a:gd name="connsiteX8" fmla="*/ 339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7"/>
                    </a:moveTo>
                    <a:cubicBezTo>
                      <a:pt x="4240" y="6507"/>
                      <a:pt x="5047" y="6173"/>
                      <a:pt x="5642" y="5578"/>
                    </a:cubicBezTo>
                    <a:cubicBezTo>
                      <a:pt x="6237" y="4983"/>
                      <a:pt x="6571" y="4176"/>
                      <a:pt x="6571" y="3334"/>
                    </a:cubicBezTo>
                    <a:cubicBezTo>
                      <a:pt x="6571" y="2493"/>
                      <a:pt x="6237" y="1686"/>
                      <a:pt x="5642" y="1091"/>
                    </a:cubicBezTo>
                    <a:cubicBezTo>
                      <a:pt x="5047" y="496"/>
                      <a:pt x="4240" y="161"/>
                      <a:pt x="3399" y="161"/>
                    </a:cubicBezTo>
                    <a:cubicBezTo>
                      <a:pt x="2558" y="161"/>
                      <a:pt x="1751" y="496"/>
                      <a:pt x="1157" y="1091"/>
                    </a:cubicBezTo>
                    <a:cubicBezTo>
                      <a:pt x="562" y="1686"/>
                      <a:pt x="228" y="2493"/>
                      <a:pt x="228" y="3334"/>
                    </a:cubicBezTo>
                    <a:cubicBezTo>
                      <a:pt x="228" y="4176"/>
                      <a:pt x="562" y="4983"/>
                      <a:pt x="1157" y="5578"/>
                    </a:cubicBezTo>
                    <a:cubicBezTo>
                      <a:pt x="1751" y="6173"/>
                      <a:pt x="2558" y="6507"/>
                      <a:pt x="339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20" name="Freeform: Shape 15719">
                <a:extLst>
                  <a:ext uri="{FF2B5EF4-FFF2-40B4-BE49-F238E27FC236}">
                    <a16:creationId xmlns:a16="http://schemas.microsoft.com/office/drawing/2014/main" id="{FC7FD068-0757-651D-6D71-7D76FF0FE68D}"/>
                  </a:ext>
                </a:extLst>
              </p:cNvPr>
              <p:cNvSpPr/>
              <p:nvPr/>
            </p:nvSpPr>
            <p:spPr>
              <a:xfrm>
                <a:off x="9294979" y="5526876"/>
                <a:ext cx="6343" cy="6345"/>
              </a:xfrm>
              <a:custGeom>
                <a:avLst/>
                <a:gdLst>
                  <a:gd name="connsiteX0" fmla="*/ 3399 w 6343"/>
                  <a:gd name="connsiteY0" fmla="*/ 6507 h 6345"/>
                  <a:gd name="connsiteX1" fmla="*/ 5642 w 6343"/>
                  <a:gd name="connsiteY1" fmla="*/ 5577 h 6345"/>
                  <a:gd name="connsiteX2" fmla="*/ 6571 w 6343"/>
                  <a:gd name="connsiteY2" fmla="*/ 3334 h 6345"/>
                  <a:gd name="connsiteX3" fmla="*/ 5642 w 6343"/>
                  <a:gd name="connsiteY3" fmla="*/ 1091 h 6345"/>
                  <a:gd name="connsiteX4" fmla="*/ 3399 w 6343"/>
                  <a:gd name="connsiteY4" fmla="*/ 161 h 6345"/>
                  <a:gd name="connsiteX5" fmla="*/ 1156 w 6343"/>
                  <a:gd name="connsiteY5" fmla="*/ 1091 h 6345"/>
                  <a:gd name="connsiteX6" fmla="*/ 227 w 6343"/>
                  <a:gd name="connsiteY6" fmla="*/ 3334 h 6345"/>
                  <a:gd name="connsiteX7" fmla="*/ 1156 w 6343"/>
                  <a:gd name="connsiteY7" fmla="*/ 5577 h 6345"/>
                  <a:gd name="connsiteX8" fmla="*/ 339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7"/>
                    </a:moveTo>
                    <a:cubicBezTo>
                      <a:pt x="4240" y="6507"/>
                      <a:pt x="5047" y="6172"/>
                      <a:pt x="5642" y="5577"/>
                    </a:cubicBezTo>
                    <a:cubicBezTo>
                      <a:pt x="6236" y="4983"/>
                      <a:pt x="6571" y="4175"/>
                      <a:pt x="6571" y="3334"/>
                    </a:cubicBezTo>
                    <a:cubicBezTo>
                      <a:pt x="6571" y="2493"/>
                      <a:pt x="6236" y="1686"/>
                      <a:pt x="5642" y="1091"/>
                    </a:cubicBezTo>
                    <a:cubicBezTo>
                      <a:pt x="5047" y="496"/>
                      <a:pt x="4240" y="161"/>
                      <a:pt x="3399" y="161"/>
                    </a:cubicBezTo>
                    <a:cubicBezTo>
                      <a:pt x="2558" y="161"/>
                      <a:pt x="1751" y="496"/>
                      <a:pt x="1156" y="1091"/>
                    </a:cubicBezTo>
                    <a:cubicBezTo>
                      <a:pt x="562" y="1686"/>
                      <a:pt x="227" y="2493"/>
                      <a:pt x="227" y="3334"/>
                    </a:cubicBezTo>
                    <a:cubicBezTo>
                      <a:pt x="227" y="4175"/>
                      <a:pt x="562" y="4983"/>
                      <a:pt x="1156" y="5577"/>
                    </a:cubicBezTo>
                    <a:cubicBezTo>
                      <a:pt x="1751" y="6172"/>
                      <a:pt x="2558" y="6507"/>
                      <a:pt x="339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21" name="Freeform: Shape 15720">
                <a:extLst>
                  <a:ext uri="{FF2B5EF4-FFF2-40B4-BE49-F238E27FC236}">
                    <a16:creationId xmlns:a16="http://schemas.microsoft.com/office/drawing/2014/main" id="{0E093C99-11BB-6885-05E8-CB1D8759D20C}"/>
                  </a:ext>
                </a:extLst>
              </p:cNvPr>
              <p:cNvSpPr/>
              <p:nvPr/>
            </p:nvSpPr>
            <p:spPr>
              <a:xfrm>
                <a:off x="9293421" y="5526157"/>
                <a:ext cx="6343" cy="6345"/>
              </a:xfrm>
              <a:custGeom>
                <a:avLst/>
                <a:gdLst>
                  <a:gd name="connsiteX0" fmla="*/ 3399 w 6343"/>
                  <a:gd name="connsiteY0" fmla="*/ 6507 h 6345"/>
                  <a:gd name="connsiteX1" fmla="*/ 5642 w 6343"/>
                  <a:gd name="connsiteY1" fmla="*/ 5577 h 6345"/>
                  <a:gd name="connsiteX2" fmla="*/ 6570 w 6343"/>
                  <a:gd name="connsiteY2" fmla="*/ 3334 h 6345"/>
                  <a:gd name="connsiteX3" fmla="*/ 5642 w 6343"/>
                  <a:gd name="connsiteY3" fmla="*/ 1091 h 6345"/>
                  <a:gd name="connsiteX4" fmla="*/ 3399 w 6343"/>
                  <a:gd name="connsiteY4" fmla="*/ 161 h 6345"/>
                  <a:gd name="connsiteX5" fmla="*/ 1156 w 6343"/>
                  <a:gd name="connsiteY5" fmla="*/ 1091 h 6345"/>
                  <a:gd name="connsiteX6" fmla="*/ 227 w 6343"/>
                  <a:gd name="connsiteY6" fmla="*/ 3334 h 6345"/>
                  <a:gd name="connsiteX7" fmla="*/ 1156 w 6343"/>
                  <a:gd name="connsiteY7" fmla="*/ 5577 h 6345"/>
                  <a:gd name="connsiteX8" fmla="*/ 339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7"/>
                    </a:moveTo>
                    <a:cubicBezTo>
                      <a:pt x="4240" y="6507"/>
                      <a:pt x="5047" y="6172"/>
                      <a:pt x="5642" y="5577"/>
                    </a:cubicBezTo>
                    <a:cubicBezTo>
                      <a:pt x="6236" y="4982"/>
                      <a:pt x="6570" y="4175"/>
                      <a:pt x="6570" y="3334"/>
                    </a:cubicBezTo>
                    <a:cubicBezTo>
                      <a:pt x="6570" y="2493"/>
                      <a:pt x="6236" y="1686"/>
                      <a:pt x="5642" y="1091"/>
                    </a:cubicBezTo>
                    <a:cubicBezTo>
                      <a:pt x="5047" y="496"/>
                      <a:pt x="4240" y="161"/>
                      <a:pt x="3399" y="161"/>
                    </a:cubicBezTo>
                    <a:cubicBezTo>
                      <a:pt x="2558" y="161"/>
                      <a:pt x="1751" y="496"/>
                      <a:pt x="1156" y="1091"/>
                    </a:cubicBezTo>
                    <a:cubicBezTo>
                      <a:pt x="562" y="1686"/>
                      <a:pt x="227" y="2493"/>
                      <a:pt x="227" y="3334"/>
                    </a:cubicBezTo>
                    <a:cubicBezTo>
                      <a:pt x="227" y="4175"/>
                      <a:pt x="562" y="4982"/>
                      <a:pt x="1156" y="5577"/>
                    </a:cubicBezTo>
                    <a:cubicBezTo>
                      <a:pt x="1751" y="6172"/>
                      <a:pt x="2558" y="6507"/>
                      <a:pt x="339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22" name="Freeform: Shape 15721">
                <a:extLst>
                  <a:ext uri="{FF2B5EF4-FFF2-40B4-BE49-F238E27FC236}">
                    <a16:creationId xmlns:a16="http://schemas.microsoft.com/office/drawing/2014/main" id="{A6DBBB5C-4995-814C-AA26-715720AB26FF}"/>
                  </a:ext>
                </a:extLst>
              </p:cNvPr>
              <p:cNvSpPr/>
              <p:nvPr/>
            </p:nvSpPr>
            <p:spPr>
              <a:xfrm>
                <a:off x="9292033" y="5525176"/>
                <a:ext cx="6343" cy="6345"/>
              </a:xfrm>
              <a:custGeom>
                <a:avLst/>
                <a:gdLst>
                  <a:gd name="connsiteX0" fmla="*/ 3399 w 6343"/>
                  <a:gd name="connsiteY0" fmla="*/ 6507 h 6345"/>
                  <a:gd name="connsiteX1" fmla="*/ 5641 w 6343"/>
                  <a:gd name="connsiteY1" fmla="*/ 5577 h 6345"/>
                  <a:gd name="connsiteX2" fmla="*/ 6570 w 6343"/>
                  <a:gd name="connsiteY2" fmla="*/ 3334 h 6345"/>
                  <a:gd name="connsiteX3" fmla="*/ 5641 w 6343"/>
                  <a:gd name="connsiteY3" fmla="*/ 1090 h 6345"/>
                  <a:gd name="connsiteX4" fmla="*/ 3399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4 h 6345"/>
                  <a:gd name="connsiteX7" fmla="*/ 1156 w 6343"/>
                  <a:gd name="connsiteY7" fmla="*/ 5577 h 6345"/>
                  <a:gd name="connsiteX8" fmla="*/ 339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7"/>
                    </a:moveTo>
                    <a:cubicBezTo>
                      <a:pt x="4240" y="6507"/>
                      <a:pt x="5047" y="6172"/>
                      <a:pt x="5641" y="5577"/>
                    </a:cubicBezTo>
                    <a:cubicBezTo>
                      <a:pt x="6236" y="4982"/>
                      <a:pt x="6570" y="4175"/>
                      <a:pt x="6570" y="3334"/>
                    </a:cubicBezTo>
                    <a:cubicBezTo>
                      <a:pt x="6570" y="2492"/>
                      <a:pt x="6236" y="1685"/>
                      <a:pt x="5641" y="1090"/>
                    </a:cubicBezTo>
                    <a:cubicBezTo>
                      <a:pt x="5047" y="495"/>
                      <a:pt x="4240" y="161"/>
                      <a:pt x="3399" y="161"/>
                    </a:cubicBezTo>
                    <a:cubicBezTo>
                      <a:pt x="2558" y="161"/>
                      <a:pt x="1751" y="495"/>
                      <a:pt x="1156" y="1090"/>
                    </a:cubicBezTo>
                    <a:cubicBezTo>
                      <a:pt x="561" y="1685"/>
                      <a:pt x="227" y="2492"/>
                      <a:pt x="227" y="3334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1" y="6172"/>
                      <a:pt x="2558" y="6507"/>
                      <a:pt x="339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23" name="Freeform: Shape 15722">
                <a:extLst>
                  <a:ext uri="{FF2B5EF4-FFF2-40B4-BE49-F238E27FC236}">
                    <a16:creationId xmlns:a16="http://schemas.microsoft.com/office/drawing/2014/main" id="{962D11EA-DE9F-2B2E-396C-F5454EBA825D}"/>
                  </a:ext>
                </a:extLst>
              </p:cNvPr>
              <p:cNvSpPr/>
              <p:nvPr/>
            </p:nvSpPr>
            <p:spPr>
              <a:xfrm>
                <a:off x="9290383" y="5524589"/>
                <a:ext cx="6343" cy="6345"/>
              </a:xfrm>
              <a:custGeom>
                <a:avLst/>
                <a:gdLst>
                  <a:gd name="connsiteX0" fmla="*/ 3399 w 6343"/>
                  <a:gd name="connsiteY0" fmla="*/ 6507 h 6345"/>
                  <a:gd name="connsiteX1" fmla="*/ 5641 w 6343"/>
                  <a:gd name="connsiteY1" fmla="*/ 5577 h 6345"/>
                  <a:gd name="connsiteX2" fmla="*/ 6570 w 6343"/>
                  <a:gd name="connsiteY2" fmla="*/ 3334 h 6345"/>
                  <a:gd name="connsiteX3" fmla="*/ 5641 w 6343"/>
                  <a:gd name="connsiteY3" fmla="*/ 1090 h 6345"/>
                  <a:gd name="connsiteX4" fmla="*/ 3399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4 h 6345"/>
                  <a:gd name="connsiteX7" fmla="*/ 1156 w 6343"/>
                  <a:gd name="connsiteY7" fmla="*/ 5577 h 6345"/>
                  <a:gd name="connsiteX8" fmla="*/ 339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7"/>
                    </a:moveTo>
                    <a:cubicBezTo>
                      <a:pt x="4240" y="6507"/>
                      <a:pt x="5047" y="6172"/>
                      <a:pt x="5641" y="5577"/>
                    </a:cubicBezTo>
                    <a:cubicBezTo>
                      <a:pt x="6236" y="4982"/>
                      <a:pt x="6570" y="4175"/>
                      <a:pt x="6570" y="3334"/>
                    </a:cubicBezTo>
                    <a:cubicBezTo>
                      <a:pt x="6570" y="2492"/>
                      <a:pt x="6236" y="1685"/>
                      <a:pt x="5641" y="1090"/>
                    </a:cubicBezTo>
                    <a:cubicBezTo>
                      <a:pt x="5047" y="495"/>
                      <a:pt x="4240" y="161"/>
                      <a:pt x="3399" y="161"/>
                    </a:cubicBezTo>
                    <a:cubicBezTo>
                      <a:pt x="2558" y="161"/>
                      <a:pt x="1751" y="495"/>
                      <a:pt x="1156" y="1090"/>
                    </a:cubicBezTo>
                    <a:cubicBezTo>
                      <a:pt x="561" y="1685"/>
                      <a:pt x="227" y="2492"/>
                      <a:pt x="227" y="3334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1" y="6172"/>
                      <a:pt x="2558" y="6507"/>
                      <a:pt x="339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24" name="Freeform: Shape 15723">
                <a:extLst>
                  <a:ext uri="{FF2B5EF4-FFF2-40B4-BE49-F238E27FC236}">
                    <a16:creationId xmlns:a16="http://schemas.microsoft.com/office/drawing/2014/main" id="{D61F3C03-A355-27FA-34F2-6A58CB075EA4}"/>
                  </a:ext>
                </a:extLst>
              </p:cNvPr>
              <p:cNvSpPr/>
              <p:nvPr/>
            </p:nvSpPr>
            <p:spPr>
              <a:xfrm>
                <a:off x="9288598" y="5524191"/>
                <a:ext cx="6343" cy="6345"/>
              </a:xfrm>
              <a:custGeom>
                <a:avLst/>
                <a:gdLst>
                  <a:gd name="connsiteX0" fmla="*/ 3399 w 6343"/>
                  <a:gd name="connsiteY0" fmla="*/ 6507 h 6345"/>
                  <a:gd name="connsiteX1" fmla="*/ 5641 w 6343"/>
                  <a:gd name="connsiteY1" fmla="*/ 5577 h 6345"/>
                  <a:gd name="connsiteX2" fmla="*/ 6570 w 6343"/>
                  <a:gd name="connsiteY2" fmla="*/ 3334 h 6345"/>
                  <a:gd name="connsiteX3" fmla="*/ 5641 w 6343"/>
                  <a:gd name="connsiteY3" fmla="*/ 1090 h 6345"/>
                  <a:gd name="connsiteX4" fmla="*/ 3399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4 h 6345"/>
                  <a:gd name="connsiteX7" fmla="*/ 1156 w 6343"/>
                  <a:gd name="connsiteY7" fmla="*/ 5577 h 6345"/>
                  <a:gd name="connsiteX8" fmla="*/ 339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7"/>
                    </a:moveTo>
                    <a:cubicBezTo>
                      <a:pt x="4240" y="6507"/>
                      <a:pt x="5046" y="6172"/>
                      <a:pt x="5641" y="5577"/>
                    </a:cubicBezTo>
                    <a:cubicBezTo>
                      <a:pt x="6236" y="4982"/>
                      <a:pt x="6570" y="4175"/>
                      <a:pt x="6570" y="3334"/>
                    </a:cubicBezTo>
                    <a:cubicBezTo>
                      <a:pt x="6570" y="2492"/>
                      <a:pt x="6236" y="1685"/>
                      <a:pt x="5641" y="1090"/>
                    </a:cubicBezTo>
                    <a:cubicBezTo>
                      <a:pt x="5046" y="495"/>
                      <a:pt x="4240" y="161"/>
                      <a:pt x="3399" y="161"/>
                    </a:cubicBezTo>
                    <a:cubicBezTo>
                      <a:pt x="2557" y="161"/>
                      <a:pt x="1751" y="495"/>
                      <a:pt x="1156" y="1090"/>
                    </a:cubicBezTo>
                    <a:cubicBezTo>
                      <a:pt x="561" y="1685"/>
                      <a:pt x="227" y="2492"/>
                      <a:pt x="227" y="3334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1" y="6172"/>
                      <a:pt x="2557" y="6507"/>
                      <a:pt x="339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25" name="Freeform: Shape 15724">
                <a:extLst>
                  <a:ext uri="{FF2B5EF4-FFF2-40B4-BE49-F238E27FC236}">
                    <a16:creationId xmlns:a16="http://schemas.microsoft.com/office/drawing/2014/main" id="{AA4A3957-C292-9828-8330-B2D4C4A77440}"/>
                  </a:ext>
                </a:extLst>
              </p:cNvPr>
              <p:cNvSpPr/>
              <p:nvPr/>
            </p:nvSpPr>
            <p:spPr>
              <a:xfrm>
                <a:off x="9286778" y="5523829"/>
                <a:ext cx="6343" cy="6345"/>
              </a:xfrm>
              <a:custGeom>
                <a:avLst/>
                <a:gdLst>
                  <a:gd name="connsiteX0" fmla="*/ 3398 w 6343"/>
                  <a:gd name="connsiteY0" fmla="*/ 6507 h 6345"/>
                  <a:gd name="connsiteX1" fmla="*/ 5641 w 6343"/>
                  <a:gd name="connsiteY1" fmla="*/ 5577 h 6345"/>
                  <a:gd name="connsiteX2" fmla="*/ 6570 w 6343"/>
                  <a:gd name="connsiteY2" fmla="*/ 3334 h 6345"/>
                  <a:gd name="connsiteX3" fmla="*/ 5641 w 6343"/>
                  <a:gd name="connsiteY3" fmla="*/ 1090 h 6345"/>
                  <a:gd name="connsiteX4" fmla="*/ 3398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4 h 6345"/>
                  <a:gd name="connsiteX7" fmla="*/ 1156 w 6343"/>
                  <a:gd name="connsiteY7" fmla="*/ 5577 h 6345"/>
                  <a:gd name="connsiteX8" fmla="*/ 339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7"/>
                    </a:moveTo>
                    <a:cubicBezTo>
                      <a:pt x="4240" y="6507"/>
                      <a:pt x="5046" y="6172"/>
                      <a:pt x="5641" y="5577"/>
                    </a:cubicBezTo>
                    <a:cubicBezTo>
                      <a:pt x="6236" y="4982"/>
                      <a:pt x="6570" y="4175"/>
                      <a:pt x="6570" y="3334"/>
                    </a:cubicBezTo>
                    <a:cubicBezTo>
                      <a:pt x="6570" y="2492"/>
                      <a:pt x="6236" y="1685"/>
                      <a:pt x="5641" y="1090"/>
                    </a:cubicBezTo>
                    <a:cubicBezTo>
                      <a:pt x="5046" y="495"/>
                      <a:pt x="4240" y="161"/>
                      <a:pt x="3398" y="161"/>
                    </a:cubicBezTo>
                    <a:cubicBezTo>
                      <a:pt x="2557" y="161"/>
                      <a:pt x="1751" y="495"/>
                      <a:pt x="1156" y="1090"/>
                    </a:cubicBezTo>
                    <a:cubicBezTo>
                      <a:pt x="561" y="1685"/>
                      <a:pt x="227" y="2492"/>
                      <a:pt x="227" y="3334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1" y="6172"/>
                      <a:pt x="2557" y="6507"/>
                      <a:pt x="339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26" name="Freeform: Shape 15725">
                <a:extLst>
                  <a:ext uri="{FF2B5EF4-FFF2-40B4-BE49-F238E27FC236}">
                    <a16:creationId xmlns:a16="http://schemas.microsoft.com/office/drawing/2014/main" id="{CD694EF0-77B2-B4A2-7A6D-6DD6B7B2B65F}"/>
                  </a:ext>
                </a:extLst>
              </p:cNvPr>
              <p:cNvSpPr/>
              <p:nvPr/>
            </p:nvSpPr>
            <p:spPr>
              <a:xfrm>
                <a:off x="9284991" y="5523404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1 w 6343"/>
                  <a:gd name="connsiteY1" fmla="*/ 5577 h 6345"/>
                  <a:gd name="connsiteX2" fmla="*/ 6570 w 6343"/>
                  <a:gd name="connsiteY2" fmla="*/ 3334 h 6345"/>
                  <a:gd name="connsiteX3" fmla="*/ 5641 w 6343"/>
                  <a:gd name="connsiteY3" fmla="*/ 1090 h 6345"/>
                  <a:gd name="connsiteX4" fmla="*/ 3398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4 h 6345"/>
                  <a:gd name="connsiteX7" fmla="*/ 1156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39" y="6506"/>
                      <a:pt x="5046" y="6172"/>
                      <a:pt x="5641" y="5577"/>
                    </a:cubicBezTo>
                    <a:cubicBezTo>
                      <a:pt x="6236" y="4982"/>
                      <a:pt x="6570" y="4175"/>
                      <a:pt x="6570" y="3334"/>
                    </a:cubicBezTo>
                    <a:cubicBezTo>
                      <a:pt x="6570" y="2492"/>
                      <a:pt x="6236" y="1685"/>
                      <a:pt x="5641" y="1090"/>
                    </a:cubicBezTo>
                    <a:cubicBezTo>
                      <a:pt x="5046" y="495"/>
                      <a:pt x="4239" y="161"/>
                      <a:pt x="3398" y="161"/>
                    </a:cubicBezTo>
                    <a:cubicBezTo>
                      <a:pt x="2557" y="161"/>
                      <a:pt x="1750" y="495"/>
                      <a:pt x="1156" y="1090"/>
                    </a:cubicBezTo>
                    <a:cubicBezTo>
                      <a:pt x="561" y="1685"/>
                      <a:pt x="227" y="2492"/>
                      <a:pt x="227" y="3334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0" y="6172"/>
                      <a:pt x="2557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27" name="Freeform: Shape 15726">
                <a:extLst>
                  <a:ext uri="{FF2B5EF4-FFF2-40B4-BE49-F238E27FC236}">
                    <a16:creationId xmlns:a16="http://schemas.microsoft.com/office/drawing/2014/main" id="{99C9A866-57F1-E0D0-E64C-C8CF4FE55817}"/>
                  </a:ext>
                </a:extLst>
              </p:cNvPr>
              <p:cNvSpPr/>
              <p:nvPr/>
            </p:nvSpPr>
            <p:spPr>
              <a:xfrm>
                <a:off x="9283587" y="5522422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1 w 6343"/>
                  <a:gd name="connsiteY1" fmla="*/ 5577 h 6345"/>
                  <a:gd name="connsiteX2" fmla="*/ 6570 w 6343"/>
                  <a:gd name="connsiteY2" fmla="*/ 3334 h 6345"/>
                  <a:gd name="connsiteX3" fmla="*/ 5641 w 6343"/>
                  <a:gd name="connsiteY3" fmla="*/ 1090 h 6345"/>
                  <a:gd name="connsiteX4" fmla="*/ 3398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4 h 6345"/>
                  <a:gd name="connsiteX7" fmla="*/ 1156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39" y="6506"/>
                      <a:pt x="5046" y="6172"/>
                      <a:pt x="5641" y="5577"/>
                    </a:cubicBezTo>
                    <a:cubicBezTo>
                      <a:pt x="6236" y="4982"/>
                      <a:pt x="6570" y="4175"/>
                      <a:pt x="6570" y="3334"/>
                    </a:cubicBezTo>
                    <a:cubicBezTo>
                      <a:pt x="6570" y="2492"/>
                      <a:pt x="6236" y="1685"/>
                      <a:pt x="5641" y="1090"/>
                    </a:cubicBezTo>
                    <a:cubicBezTo>
                      <a:pt x="5046" y="495"/>
                      <a:pt x="4239" y="161"/>
                      <a:pt x="3398" y="161"/>
                    </a:cubicBezTo>
                    <a:cubicBezTo>
                      <a:pt x="2557" y="161"/>
                      <a:pt x="1750" y="495"/>
                      <a:pt x="1156" y="1090"/>
                    </a:cubicBezTo>
                    <a:cubicBezTo>
                      <a:pt x="561" y="1685"/>
                      <a:pt x="227" y="2492"/>
                      <a:pt x="227" y="3334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0" y="6172"/>
                      <a:pt x="2557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28" name="Freeform: Shape 15727">
                <a:extLst>
                  <a:ext uri="{FF2B5EF4-FFF2-40B4-BE49-F238E27FC236}">
                    <a16:creationId xmlns:a16="http://schemas.microsoft.com/office/drawing/2014/main" id="{17915F0E-3428-8F78-9B96-4FCB4D28021C}"/>
                  </a:ext>
                </a:extLst>
              </p:cNvPr>
              <p:cNvSpPr/>
              <p:nvPr/>
            </p:nvSpPr>
            <p:spPr>
              <a:xfrm>
                <a:off x="9282083" y="5521578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1 w 6343"/>
                  <a:gd name="connsiteY1" fmla="*/ 5577 h 6345"/>
                  <a:gd name="connsiteX2" fmla="*/ 6570 w 6343"/>
                  <a:gd name="connsiteY2" fmla="*/ 3334 h 6345"/>
                  <a:gd name="connsiteX3" fmla="*/ 5641 w 6343"/>
                  <a:gd name="connsiteY3" fmla="*/ 1090 h 6345"/>
                  <a:gd name="connsiteX4" fmla="*/ 3398 w 6343"/>
                  <a:gd name="connsiteY4" fmla="*/ 161 h 6345"/>
                  <a:gd name="connsiteX5" fmla="*/ 1155 w 6343"/>
                  <a:gd name="connsiteY5" fmla="*/ 1090 h 6345"/>
                  <a:gd name="connsiteX6" fmla="*/ 226 w 6343"/>
                  <a:gd name="connsiteY6" fmla="*/ 3334 h 6345"/>
                  <a:gd name="connsiteX7" fmla="*/ 1155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39" y="6506"/>
                      <a:pt x="5046" y="6172"/>
                      <a:pt x="5641" y="5577"/>
                    </a:cubicBezTo>
                    <a:cubicBezTo>
                      <a:pt x="6235" y="4982"/>
                      <a:pt x="6570" y="4175"/>
                      <a:pt x="6570" y="3334"/>
                    </a:cubicBezTo>
                    <a:cubicBezTo>
                      <a:pt x="6570" y="2492"/>
                      <a:pt x="6235" y="1685"/>
                      <a:pt x="5641" y="1090"/>
                    </a:cubicBezTo>
                    <a:cubicBezTo>
                      <a:pt x="5046" y="495"/>
                      <a:pt x="4239" y="161"/>
                      <a:pt x="3398" y="161"/>
                    </a:cubicBezTo>
                    <a:cubicBezTo>
                      <a:pt x="2557" y="161"/>
                      <a:pt x="1750" y="495"/>
                      <a:pt x="1155" y="1090"/>
                    </a:cubicBezTo>
                    <a:cubicBezTo>
                      <a:pt x="561" y="1685"/>
                      <a:pt x="226" y="2492"/>
                      <a:pt x="226" y="3334"/>
                    </a:cubicBezTo>
                    <a:cubicBezTo>
                      <a:pt x="226" y="4175"/>
                      <a:pt x="561" y="4982"/>
                      <a:pt x="1155" y="5577"/>
                    </a:cubicBezTo>
                    <a:cubicBezTo>
                      <a:pt x="1750" y="6172"/>
                      <a:pt x="2557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29" name="Freeform: Shape 15728">
                <a:extLst>
                  <a:ext uri="{FF2B5EF4-FFF2-40B4-BE49-F238E27FC236}">
                    <a16:creationId xmlns:a16="http://schemas.microsoft.com/office/drawing/2014/main" id="{CBA41BFD-DAB9-8E23-B6AD-A533723E90D0}"/>
                  </a:ext>
                </a:extLst>
              </p:cNvPr>
              <p:cNvSpPr/>
              <p:nvPr/>
            </p:nvSpPr>
            <p:spPr>
              <a:xfrm>
                <a:off x="9280371" y="5521019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1 w 6343"/>
                  <a:gd name="connsiteY1" fmla="*/ 5577 h 6345"/>
                  <a:gd name="connsiteX2" fmla="*/ 6569 w 6343"/>
                  <a:gd name="connsiteY2" fmla="*/ 3334 h 6345"/>
                  <a:gd name="connsiteX3" fmla="*/ 5641 w 6343"/>
                  <a:gd name="connsiteY3" fmla="*/ 1090 h 6345"/>
                  <a:gd name="connsiteX4" fmla="*/ 3398 w 6343"/>
                  <a:gd name="connsiteY4" fmla="*/ 161 h 6345"/>
                  <a:gd name="connsiteX5" fmla="*/ 1155 w 6343"/>
                  <a:gd name="connsiteY5" fmla="*/ 1090 h 6345"/>
                  <a:gd name="connsiteX6" fmla="*/ 226 w 6343"/>
                  <a:gd name="connsiteY6" fmla="*/ 3334 h 6345"/>
                  <a:gd name="connsiteX7" fmla="*/ 1155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39" y="6506"/>
                      <a:pt x="5046" y="6172"/>
                      <a:pt x="5641" y="5577"/>
                    </a:cubicBezTo>
                    <a:cubicBezTo>
                      <a:pt x="6235" y="4982"/>
                      <a:pt x="6569" y="4175"/>
                      <a:pt x="6569" y="3334"/>
                    </a:cubicBezTo>
                    <a:cubicBezTo>
                      <a:pt x="6569" y="2492"/>
                      <a:pt x="6235" y="1685"/>
                      <a:pt x="5641" y="1090"/>
                    </a:cubicBezTo>
                    <a:cubicBezTo>
                      <a:pt x="5046" y="495"/>
                      <a:pt x="4239" y="161"/>
                      <a:pt x="3398" y="161"/>
                    </a:cubicBezTo>
                    <a:cubicBezTo>
                      <a:pt x="2557" y="161"/>
                      <a:pt x="1750" y="495"/>
                      <a:pt x="1155" y="1090"/>
                    </a:cubicBezTo>
                    <a:cubicBezTo>
                      <a:pt x="561" y="1685"/>
                      <a:pt x="226" y="2492"/>
                      <a:pt x="226" y="3334"/>
                    </a:cubicBezTo>
                    <a:cubicBezTo>
                      <a:pt x="226" y="4175"/>
                      <a:pt x="561" y="4982"/>
                      <a:pt x="1155" y="5577"/>
                    </a:cubicBezTo>
                    <a:cubicBezTo>
                      <a:pt x="1750" y="6172"/>
                      <a:pt x="2557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30" name="Freeform: Shape 15729">
                <a:extLst>
                  <a:ext uri="{FF2B5EF4-FFF2-40B4-BE49-F238E27FC236}">
                    <a16:creationId xmlns:a16="http://schemas.microsoft.com/office/drawing/2014/main" id="{A275DAA0-BAB6-79B9-2DDB-193AA221A493}"/>
                  </a:ext>
                </a:extLst>
              </p:cNvPr>
              <p:cNvSpPr/>
              <p:nvPr/>
            </p:nvSpPr>
            <p:spPr>
              <a:xfrm>
                <a:off x="9278767" y="5520302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0 w 6343"/>
                  <a:gd name="connsiteY1" fmla="*/ 5577 h 6345"/>
                  <a:gd name="connsiteX2" fmla="*/ 6569 w 6343"/>
                  <a:gd name="connsiteY2" fmla="*/ 3334 h 6345"/>
                  <a:gd name="connsiteX3" fmla="*/ 5640 w 6343"/>
                  <a:gd name="connsiteY3" fmla="*/ 1090 h 6345"/>
                  <a:gd name="connsiteX4" fmla="*/ 3398 w 6343"/>
                  <a:gd name="connsiteY4" fmla="*/ 161 h 6345"/>
                  <a:gd name="connsiteX5" fmla="*/ 1155 w 6343"/>
                  <a:gd name="connsiteY5" fmla="*/ 1090 h 6345"/>
                  <a:gd name="connsiteX6" fmla="*/ 226 w 6343"/>
                  <a:gd name="connsiteY6" fmla="*/ 3334 h 6345"/>
                  <a:gd name="connsiteX7" fmla="*/ 1155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39" y="6506"/>
                      <a:pt x="5046" y="6172"/>
                      <a:pt x="5640" y="5577"/>
                    </a:cubicBezTo>
                    <a:cubicBezTo>
                      <a:pt x="6235" y="4982"/>
                      <a:pt x="6569" y="4175"/>
                      <a:pt x="6569" y="3334"/>
                    </a:cubicBezTo>
                    <a:cubicBezTo>
                      <a:pt x="6569" y="2492"/>
                      <a:pt x="6235" y="1685"/>
                      <a:pt x="5640" y="1090"/>
                    </a:cubicBezTo>
                    <a:cubicBezTo>
                      <a:pt x="5046" y="495"/>
                      <a:pt x="4239" y="161"/>
                      <a:pt x="3398" y="161"/>
                    </a:cubicBezTo>
                    <a:cubicBezTo>
                      <a:pt x="2557" y="161"/>
                      <a:pt x="1750" y="495"/>
                      <a:pt x="1155" y="1090"/>
                    </a:cubicBezTo>
                    <a:cubicBezTo>
                      <a:pt x="560" y="1685"/>
                      <a:pt x="226" y="2492"/>
                      <a:pt x="226" y="3334"/>
                    </a:cubicBezTo>
                    <a:cubicBezTo>
                      <a:pt x="226" y="4175"/>
                      <a:pt x="560" y="4982"/>
                      <a:pt x="1155" y="5577"/>
                    </a:cubicBezTo>
                    <a:cubicBezTo>
                      <a:pt x="1750" y="6172"/>
                      <a:pt x="2557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31" name="Freeform: Shape 15730">
                <a:extLst>
                  <a:ext uri="{FF2B5EF4-FFF2-40B4-BE49-F238E27FC236}">
                    <a16:creationId xmlns:a16="http://schemas.microsoft.com/office/drawing/2014/main" id="{6B7AF1D2-1233-90A1-79C2-FA0DA4164F86}"/>
                  </a:ext>
                </a:extLst>
              </p:cNvPr>
              <p:cNvSpPr/>
              <p:nvPr/>
            </p:nvSpPr>
            <p:spPr>
              <a:xfrm>
                <a:off x="9277057" y="5519718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0 w 6343"/>
                  <a:gd name="connsiteY1" fmla="*/ 5577 h 6345"/>
                  <a:gd name="connsiteX2" fmla="*/ 6569 w 6343"/>
                  <a:gd name="connsiteY2" fmla="*/ 3333 h 6345"/>
                  <a:gd name="connsiteX3" fmla="*/ 5640 w 6343"/>
                  <a:gd name="connsiteY3" fmla="*/ 1090 h 6345"/>
                  <a:gd name="connsiteX4" fmla="*/ 3398 w 6343"/>
                  <a:gd name="connsiteY4" fmla="*/ 161 h 6345"/>
                  <a:gd name="connsiteX5" fmla="*/ 1155 w 6343"/>
                  <a:gd name="connsiteY5" fmla="*/ 1090 h 6345"/>
                  <a:gd name="connsiteX6" fmla="*/ 226 w 6343"/>
                  <a:gd name="connsiteY6" fmla="*/ 3333 h 6345"/>
                  <a:gd name="connsiteX7" fmla="*/ 1155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39" y="6506"/>
                      <a:pt x="5046" y="6172"/>
                      <a:pt x="5640" y="5577"/>
                    </a:cubicBezTo>
                    <a:cubicBezTo>
                      <a:pt x="6235" y="4982"/>
                      <a:pt x="6569" y="4175"/>
                      <a:pt x="6569" y="3333"/>
                    </a:cubicBezTo>
                    <a:cubicBezTo>
                      <a:pt x="6569" y="2492"/>
                      <a:pt x="6235" y="1685"/>
                      <a:pt x="5640" y="1090"/>
                    </a:cubicBezTo>
                    <a:cubicBezTo>
                      <a:pt x="5046" y="495"/>
                      <a:pt x="4239" y="161"/>
                      <a:pt x="3398" y="161"/>
                    </a:cubicBezTo>
                    <a:cubicBezTo>
                      <a:pt x="2557" y="161"/>
                      <a:pt x="1750" y="495"/>
                      <a:pt x="1155" y="1090"/>
                    </a:cubicBezTo>
                    <a:cubicBezTo>
                      <a:pt x="560" y="1685"/>
                      <a:pt x="226" y="2492"/>
                      <a:pt x="226" y="3333"/>
                    </a:cubicBezTo>
                    <a:cubicBezTo>
                      <a:pt x="226" y="4175"/>
                      <a:pt x="560" y="4982"/>
                      <a:pt x="1155" y="5577"/>
                    </a:cubicBezTo>
                    <a:cubicBezTo>
                      <a:pt x="1750" y="6172"/>
                      <a:pt x="2557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32" name="Freeform: Shape 15731">
                <a:extLst>
                  <a:ext uri="{FF2B5EF4-FFF2-40B4-BE49-F238E27FC236}">
                    <a16:creationId xmlns:a16="http://schemas.microsoft.com/office/drawing/2014/main" id="{4913035C-B809-2DB1-1277-B378659BF968}"/>
                  </a:ext>
                </a:extLst>
              </p:cNvPr>
              <p:cNvSpPr/>
              <p:nvPr/>
            </p:nvSpPr>
            <p:spPr>
              <a:xfrm>
                <a:off x="9274912" y="5519704"/>
                <a:ext cx="6343" cy="6345"/>
              </a:xfrm>
              <a:custGeom>
                <a:avLst/>
                <a:gdLst>
                  <a:gd name="connsiteX0" fmla="*/ 3397 w 6343"/>
                  <a:gd name="connsiteY0" fmla="*/ 6506 h 6345"/>
                  <a:gd name="connsiteX1" fmla="*/ 5640 w 6343"/>
                  <a:gd name="connsiteY1" fmla="*/ 5577 h 6345"/>
                  <a:gd name="connsiteX2" fmla="*/ 6569 w 6343"/>
                  <a:gd name="connsiteY2" fmla="*/ 3333 h 6345"/>
                  <a:gd name="connsiteX3" fmla="*/ 5640 w 6343"/>
                  <a:gd name="connsiteY3" fmla="*/ 1090 h 6345"/>
                  <a:gd name="connsiteX4" fmla="*/ 3397 w 6343"/>
                  <a:gd name="connsiteY4" fmla="*/ 161 h 6345"/>
                  <a:gd name="connsiteX5" fmla="*/ 1155 w 6343"/>
                  <a:gd name="connsiteY5" fmla="*/ 1090 h 6345"/>
                  <a:gd name="connsiteX6" fmla="*/ 226 w 6343"/>
                  <a:gd name="connsiteY6" fmla="*/ 3333 h 6345"/>
                  <a:gd name="connsiteX7" fmla="*/ 1155 w 6343"/>
                  <a:gd name="connsiteY7" fmla="*/ 5577 h 6345"/>
                  <a:gd name="connsiteX8" fmla="*/ 339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6"/>
                    </a:moveTo>
                    <a:cubicBezTo>
                      <a:pt x="4239" y="6506"/>
                      <a:pt x="5045" y="6172"/>
                      <a:pt x="5640" y="5577"/>
                    </a:cubicBezTo>
                    <a:cubicBezTo>
                      <a:pt x="6235" y="4982"/>
                      <a:pt x="6569" y="4175"/>
                      <a:pt x="6569" y="3333"/>
                    </a:cubicBezTo>
                    <a:cubicBezTo>
                      <a:pt x="6569" y="2492"/>
                      <a:pt x="6235" y="1685"/>
                      <a:pt x="5640" y="1090"/>
                    </a:cubicBezTo>
                    <a:cubicBezTo>
                      <a:pt x="5045" y="495"/>
                      <a:pt x="4239" y="161"/>
                      <a:pt x="3397" y="161"/>
                    </a:cubicBezTo>
                    <a:cubicBezTo>
                      <a:pt x="2556" y="161"/>
                      <a:pt x="1750" y="495"/>
                      <a:pt x="1155" y="1090"/>
                    </a:cubicBezTo>
                    <a:cubicBezTo>
                      <a:pt x="560" y="1685"/>
                      <a:pt x="226" y="2492"/>
                      <a:pt x="226" y="3333"/>
                    </a:cubicBezTo>
                    <a:cubicBezTo>
                      <a:pt x="226" y="4175"/>
                      <a:pt x="560" y="4982"/>
                      <a:pt x="1155" y="5577"/>
                    </a:cubicBezTo>
                    <a:cubicBezTo>
                      <a:pt x="1750" y="6172"/>
                      <a:pt x="2556" y="6506"/>
                      <a:pt x="339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33" name="Freeform: Shape 15732">
                <a:extLst>
                  <a:ext uri="{FF2B5EF4-FFF2-40B4-BE49-F238E27FC236}">
                    <a16:creationId xmlns:a16="http://schemas.microsoft.com/office/drawing/2014/main" id="{82C1E4AB-93FA-8D8F-5089-D937F3B09269}"/>
                  </a:ext>
                </a:extLst>
              </p:cNvPr>
              <p:cNvSpPr/>
              <p:nvPr/>
            </p:nvSpPr>
            <p:spPr>
              <a:xfrm>
                <a:off x="9273018" y="5519334"/>
                <a:ext cx="6343" cy="6345"/>
              </a:xfrm>
              <a:custGeom>
                <a:avLst/>
                <a:gdLst>
                  <a:gd name="connsiteX0" fmla="*/ 3397 w 6343"/>
                  <a:gd name="connsiteY0" fmla="*/ 6506 h 6345"/>
                  <a:gd name="connsiteX1" fmla="*/ 5640 w 6343"/>
                  <a:gd name="connsiteY1" fmla="*/ 5577 h 6345"/>
                  <a:gd name="connsiteX2" fmla="*/ 6569 w 6343"/>
                  <a:gd name="connsiteY2" fmla="*/ 3333 h 6345"/>
                  <a:gd name="connsiteX3" fmla="*/ 5640 w 6343"/>
                  <a:gd name="connsiteY3" fmla="*/ 1090 h 6345"/>
                  <a:gd name="connsiteX4" fmla="*/ 3397 w 6343"/>
                  <a:gd name="connsiteY4" fmla="*/ 161 h 6345"/>
                  <a:gd name="connsiteX5" fmla="*/ 1155 w 6343"/>
                  <a:gd name="connsiteY5" fmla="*/ 1090 h 6345"/>
                  <a:gd name="connsiteX6" fmla="*/ 226 w 6343"/>
                  <a:gd name="connsiteY6" fmla="*/ 3333 h 6345"/>
                  <a:gd name="connsiteX7" fmla="*/ 1155 w 6343"/>
                  <a:gd name="connsiteY7" fmla="*/ 5577 h 6345"/>
                  <a:gd name="connsiteX8" fmla="*/ 339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6"/>
                    </a:moveTo>
                    <a:cubicBezTo>
                      <a:pt x="4238" y="6506"/>
                      <a:pt x="5045" y="6172"/>
                      <a:pt x="5640" y="5577"/>
                    </a:cubicBezTo>
                    <a:cubicBezTo>
                      <a:pt x="6235" y="4982"/>
                      <a:pt x="6569" y="4175"/>
                      <a:pt x="6569" y="3333"/>
                    </a:cubicBezTo>
                    <a:cubicBezTo>
                      <a:pt x="6569" y="2492"/>
                      <a:pt x="6235" y="1685"/>
                      <a:pt x="5640" y="1090"/>
                    </a:cubicBezTo>
                    <a:cubicBezTo>
                      <a:pt x="5045" y="495"/>
                      <a:pt x="4238" y="161"/>
                      <a:pt x="3397" y="161"/>
                    </a:cubicBezTo>
                    <a:cubicBezTo>
                      <a:pt x="2556" y="161"/>
                      <a:pt x="1749" y="495"/>
                      <a:pt x="1155" y="1090"/>
                    </a:cubicBezTo>
                    <a:cubicBezTo>
                      <a:pt x="560" y="1685"/>
                      <a:pt x="226" y="2492"/>
                      <a:pt x="226" y="3333"/>
                    </a:cubicBezTo>
                    <a:cubicBezTo>
                      <a:pt x="226" y="4175"/>
                      <a:pt x="560" y="4982"/>
                      <a:pt x="1155" y="5577"/>
                    </a:cubicBezTo>
                    <a:cubicBezTo>
                      <a:pt x="1749" y="6172"/>
                      <a:pt x="2556" y="6506"/>
                      <a:pt x="339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34" name="Freeform: Shape 15733">
                <a:extLst>
                  <a:ext uri="{FF2B5EF4-FFF2-40B4-BE49-F238E27FC236}">
                    <a16:creationId xmlns:a16="http://schemas.microsoft.com/office/drawing/2014/main" id="{D1E6C441-49F8-A798-BB2E-881F108A4DF0}"/>
                  </a:ext>
                </a:extLst>
              </p:cNvPr>
              <p:cNvSpPr/>
              <p:nvPr/>
            </p:nvSpPr>
            <p:spPr>
              <a:xfrm>
                <a:off x="9271048" y="5519045"/>
                <a:ext cx="6343" cy="6345"/>
              </a:xfrm>
              <a:custGeom>
                <a:avLst/>
                <a:gdLst>
                  <a:gd name="connsiteX0" fmla="*/ 3397 w 6343"/>
                  <a:gd name="connsiteY0" fmla="*/ 6506 h 6345"/>
                  <a:gd name="connsiteX1" fmla="*/ 5640 w 6343"/>
                  <a:gd name="connsiteY1" fmla="*/ 5577 h 6345"/>
                  <a:gd name="connsiteX2" fmla="*/ 6569 w 6343"/>
                  <a:gd name="connsiteY2" fmla="*/ 3333 h 6345"/>
                  <a:gd name="connsiteX3" fmla="*/ 5640 w 6343"/>
                  <a:gd name="connsiteY3" fmla="*/ 1090 h 6345"/>
                  <a:gd name="connsiteX4" fmla="*/ 3397 w 6343"/>
                  <a:gd name="connsiteY4" fmla="*/ 161 h 6345"/>
                  <a:gd name="connsiteX5" fmla="*/ 1155 w 6343"/>
                  <a:gd name="connsiteY5" fmla="*/ 1090 h 6345"/>
                  <a:gd name="connsiteX6" fmla="*/ 226 w 6343"/>
                  <a:gd name="connsiteY6" fmla="*/ 3333 h 6345"/>
                  <a:gd name="connsiteX7" fmla="*/ 1155 w 6343"/>
                  <a:gd name="connsiteY7" fmla="*/ 5577 h 6345"/>
                  <a:gd name="connsiteX8" fmla="*/ 339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6"/>
                    </a:moveTo>
                    <a:cubicBezTo>
                      <a:pt x="4238" y="6506"/>
                      <a:pt x="5045" y="6172"/>
                      <a:pt x="5640" y="5577"/>
                    </a:cubicBezTo>
                    <a:cubicBezTo>
                      <a:pt x="6235" y="4982"/>
                      <a:pt x="6569" y="4175"/>
                      <a:pt x="6569" y="3333"/>
                    </a:cubicBezTo>
                    <a:cubicBezTo>
                      <a:pt x="6569" y="2492"/>
                      <a:pt x="6235" y="1685"/>
                      <a:pt x="5640" y="1090"/>
                    </a:cubicBezTo>
                    <a:cubicBezTo>
                      <a:pt x="5045" y="495"/>
                      <a:pt x="4238" y="161"/>
                      <a:pt x="3397" y="161"/>
                    </a:cubicBezTo>
                    <a:cubicBezTo>
                      <a:pt x="2556" y="161"/>
                      <a:pt x="1749" y="495"/>
                      <a:pt x="1155" y="1090"/>
                    </a:cubicBezTo>
                    <a:cubicBezTo>
                      <a:pt x="560" y="1685"/>
                      <a:pt x="226" y="2492"/>
                      <a:pt x="226" y="3333"/>
                    </a:cubicBezTo>
                    <a:cubicBezTo>
                      <a:pt x="226" y="4175"/>
                      <a:pt x="560" y="4982"/>
                      <a:pt x="1155" y="5577"/>
                    </a:cubicBezTo>
                    <a:cubicBezTo>
                      <a:pt x="1749" y="6172"/>
                      <a:pt x="2556" y="6506"/>
                      <a:pt x="339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35" name="Freeform: Shape 15734">
                <a:extLst>
                  <a:ext uri="{FF2B5EF4-FFF2-40B4-BE49-F238E27FC236}">
                    <a16:creationId xmlns:a16="http://schemas.microsoft.com/office/drawing/2014/main" id="{47785A23-7DB8-8420-DDD3-3185EC4F6725}"/>
                  </a:ext>
                </a:extLst>
              </p:cNvPr>
              <p:cNvSpPr/>
              <p:nvPr/>
            </p:nvSpPr>
            <p:spPr>
              <a:xfrm>
                <a:off x="9268739" y="5519170"/>
                <a:ext cx="6343" cy="6345"/>
              </a:xfrm>
              <a:custGeom>
                <a:avLst/>
                <a:gdLst>
                  <a:gd name="connsiteX0" fmla="*/ 3397 w 6343"/>
                  <a:gd name="connsiteY0" fmla="*/ 6506 h 6345"/>
                  <a:gd name="connsiteX1" fmla="*/ 5640 w 6343"/>
                  <a:gd name="connsiteY1" fmla="*/ 5577 h 6345"/>
                  <a:gd name="connsiteX2" fmla="*/ 6569 w 6343"/>
                  <a:gd name="connsiteY2" fmla="*/ 3333 h 6345"/>
                  <a:gd name="connsiteX3" fmla="*/ 5640 w 6343"/>
                  <a:gd name="connsiteY3" fmla="*/ 1090 h 6345"/>
                  <a:gd name="connsiteX4" fmla="*/ 3397 w 6343"/>
                  <a:gd name="connsiteY4" fmla="*/ 161 h 6345"/>
                  <a:gd name="connsiteX5" fmla="*/ 1154 w 6343"/>
                  <a:gd name="connsiteY5" fmla="*/ 1090 h 6345"/>
                  <a:gd name="connsiteX6" fmla="*/ 225 w 6343"/>
                  <a:gd name="connsiteY6" fmla="*/ 3333 h 6345"/>
                  <a:gd name="connsiteX7" fmla="*/ 1154 w 6343"/>
                  <a:gd name="connsiteY7" fmla="*/ 5577 h 6345"/>
                  <a:gd name="connsiteX8" fmla="*/ 339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6"/>
                    </a:moveTo>
                    <a:cubicBezTo>
                      <a:pt x="4238" y="6506"/>
                      <a:pt x="5045" y="6172"/>
                      <a:pt x="5640" y="5577"/>
                    </a:cubicBezTo>
                    <a:cubicBezTo>
                      <a:pt x="6234" y="4982"/>
                      <a:pt x="6569" y="4175"/>
                      <a:pt x="6569" y="3333"/>
                    </a:cubicBezTo>
                    <a:cubicBezTo>
                      <a:pt x="6569" y="2492"/>
                      <a:pt x="6234" y="1685"/>
                      <a:pt x="5640" y="1090"/>
                    </a:cubicBezTo>
                    <a:cubicBezTo>
                      <a:pt x="5045" y="495"/>
                      <a:pt x="4238" y="161"/>
                      <a:pt x="3397" y="161"/>
                    </a:cubicBezTo>
                    <a:cubicBezTo>
                      <a:pt x="2556" y="161"/>
                      <a:pt x="1749" y="495"/>
                      <a:pt x="1154" y="1090"/>
                    </a:cubicBezTo>
                    <a:cubicBezTo>
                      <a:pt x="560" y="1685"/>
                      <a:pt x="225" y="2492"/>
                      <a:pt x="225" y="3333"/>
                    </a:cubicBezTo>
                    <a:cubicBezTo>
                      <a:pt x="225" y="4175"/>
                      <a:pt x="560" y="4982"/>
                      <a:pt x="1154" y="5577"/>
                    </a:cubicBezTo>
                    <a:cubicBezTo>
                      <a:pt x="1749" y="6172"/>
                      <a:pt x="2556" y="6506"/>
                      <a:pt x="339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36" name="Freeform: Shape 15735">
                <a:extLst>
                  <a:ext uri="{FF2B5EF4-FFF2-40B4-BE49-F238E27FC236}">
                    <a16:creationId xmlns:a16="http://schemas.microsoft.com/office/drawing/2014/main" id="{D34FDFD6-F303-E79F-E3A6-B9999DF73562}"/>
                  </a:ext>
                </a:extLst>
              </p:cNvPr>
              <p:cNvSpPr/>
              <p:nvPr/>
            </p:nvSpPr>
            <p:spPr>
              <a:xfrm>
                <a:off x="9266385" y="5519323"/>
                <a:ext cx="6343" cy="6345"/>
              </a:xfrm>
              <a:custGeom>
                <a:avLst/>
                <a:gdLst>
                  <a:gd name="connsiteX0" fmla="*/ 3397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3 h 6345"/>
                  <a:gd name="connsiteX3" fmla="*/ 5639 w 6343"/>
                  <a:gd name="connsiteY3" fmla="*/ 1090 h 6345"/>
                  <a:gd name="connsiteX4" fmla="*/ 3397 w 6343"/>
                  <a:gd name="connsiteY4" fmla="*/ 161 h 6345"/>
                  <a:gd name="connsiteX5" fmla="*/ 1154 w 6343"/>
                  <a:gd name="connsiteY5" fmla="*/ 1090 h 6345"/>
                  <a:gd name="connsiteX6" fmla="*/ 225 w 6343"/>
                  <a:gd name="connsiteY6" fmla="*/ 3333 h 6345"/>
                  <a:gd name="connsiteX7" fmla="*/ 1154 w 6343"/>
                  <a:gd name="connsiteY7" fmla="*/ 5577 h 6345"/>
                  <a:gd name="connsiteX8" fmla="*/ 339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6"/>
                    </a:moveTo>
                    <a:cubicBezTo>
                      <a:pt x="4238" y="6506"/>
                      <a:pt x="5045" y="6172"/>
                      <a:pt x="5639" y="5577"/>
                    </a:cubicBezTo>
                    <a:cubicBezTo>
                      <a:pt x="6234" y="4982"/>
                      <a:pt x="6568" y="4175"/>
                      <a:pt x="6568" y="3333"/>
                    </a:cubicBezTo>
                    <a:cubicBezTo>
                      <a:pt x="6568" y="2492"/>
                      <a:pt x="6234" y="1685"/>
                      <a:pt x="5639" y="1090"/>
                    </a:cubicBezTo>
                    <a:cubicBezTo>
                      <a:pt x="5045" y="495"/>
                      <a:pt x="4238" y="161"/>
                      <a:pt x="3397" y="161"/>
                    </a:cubicBezTo>
                    <a:cubicBezTo>
                      <a:pt x="2556" y="161"/>
                      <a:pt x="1749" y="495"/>
                      <a:pt x="1154" y="1090"/>
                    </a:cubicBezTo>
                    <a:cubicBezTo>
                      <a:pt x="559" y="1685"/>
                      <a:pt x="225" y="2492"/>
                      <a:pt x="225" y="3333"/>
                    </a:cubicBezTo>
                    <a:cubicBezTo>
                      <a:pt x="225" y="4175"/>
                      <a:pt x="559" y="4982"/>
                      <a:pt x="1154" y="5577"/>
                    </a:cubicBezTo>
                    <a:cubicBezTo>
                      <a:pt x="1749" y="6172"/>
                      <a:pt x="2556" y="6506"/>
                      <a:pt x="339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37" name="Freeform: Shape 15736">
                <a:extLst>
                  <a:ext uri="{FF2B5EF4-FFF2-40B4-BE49-F238E27FC236}">
                    <a16:creationId xmlns:a16="http://schemas.microsoft.com/office/drawing/2014/main" id="{10270412-95C6-61E6-8990-F99AD8D81D9C}"/>
                  </a:ext>
                </a:extLst>
              </p:cNvPr>
              <p:cNvSpPr/>
              <p:nvPr/>
            </p:nvSpPr>
            <p:spPr>
              <a:xfrm>
                <a:off x="9264439" y="5518935"/>
                <a:ext cx="6343" cy="6345"/>
              </a:xfrm>
              <a:custGeom>
                <a:avLst/>
                <a:gdLst>
                  <a:gd name="connsiteX0" fmla="*/ 3397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3 h 6345"/>
                  <a:gd name="connsiteX3" fmla="*/ 5639 w 6343"/>
                  <a:gd name="connsiteY3" fmla="*/ 1090 h 6345"/>
                  <a:gd name="connsiteX4" fmla="*/ 3397 w 6343"/>
                  <a:gd name="connsiteY4" fmla="*/ 161 h 6345"/>
                  <a:gd name="connsiteX5" fmla="*/ 1154 w 6343"/>
                  <a:gd name="connsiteY5" fmla="*/ 1090 h 6345"/>
                  <a:gd name="connsiteX6" fmla="*/ 225 w 6343"/>
                  <a:gd name="connsiteY6" fmla="*/ 3333 h 6345"/>
                  <a:gd name="connsiteX7" fmla="*/ 1154 w 6343"/>
                  <a:gd name="connsiteY7" fmla="*/ 5577 h 6345"/>
                  <a:gd name="connsiteX8" fmla="*/ 339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6"/>
                    </a:moveTo>
                    <a:cubicBezTo>
                      <a:pt x="4238" y="6506"/>
                      <a:pt x="5045" y="6172"/>
                      <a:pt x="5639" y="5577"/>
                    </a:cubicBezTo>
                    <a:cubicBezTo>
                      <a:pt x="6234" y="4982"/>
                      <a:pt x="6568" y="4175"/>
                      <a:pt x="6568" y="3333"/>
                    </a:cubicBezTo>
                    <a:cubicBezTo>
                      <a:pt x="6568" y="2492"/>
                      <a:pt x="6234" y="1685"/>
                      <a:pt x="5639" y="1090"/>
                    </a:cubicBezTo>
                    <a:cubicBezTo>
                      <a:pt x="5045" y="495"/>
                      <a:pt x="4238" y="161"/>
                      <a:pt x="3397" y="161"/>
                    </a:cubicBezTo>
                    <a:cubicBezTo>
                      <a:pt x="2556" y="161"/>
                      <a:pt x="1749" y="495"/>
                      <a:pt x="1154" y="1090"/>
                    </a:cubicBezTo>
                    <a:cubicBezTo>
                      <a:pt x="559" y="1685"/>
                      <a:pt x="225" y="2492"/>
                      <a:pt x="225" y="3333"/>
                    </a:cubicBezTo>
                    <a:cubicBezTo>
                      <a:pt x="225" y="4175"/>
                      <a:pt x="559" y="4982"/>
                      <a:pt x="1154" y="5577"/>
                    </a:cubicBezTo>
                    <a:cubicBezTo>
                      <a:pt x="1749" y="6172"/>
                      <a:pt x="2556" y="6506"/>
                      <a:pt x="339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38" name="Freeform: Shape 15737">
                <a:extLst>
                  <a:ext uri="{FF2B5EF4-FFF2-40B4-BE49-F238E27FC236}">
                    <a16:creationId xmlns:a16="http://schemas.microsoft.com/office/drawing/2014/main" id="{93F638D9-F95A-9CAB-2CDD-7F41DD17C108}"/>
                  </a:ext>
                </a:extLst>
              </p:cNvPr>
              <p:cNvSpPr/>
              <p:nvPr/>
            </p:nvSpPr>
            <p:spPr>
              <a:xfrm>
                <a:off x="9262605" y="5518391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3 h 6345"/>
                  <a:gd name="connsiteX3" fmla="*/ 5639 w 6343"/>
                  <a:gd name="connsiteY3" fmla="*/ 1090 h 6345"/>
                  <a:gd name="connsiteX4" fmla="*/ 3396 w 6343"/>
                  <a:gd name="connsiteY4" fmla="*/ 161 h 6345"/>
                  <a:gd name="connsiteX5" fmla="*/ 1154 w 6343"/>
                  <a:gd name="connsiteY5" fmla="*/ 1090 h 6345"/>
                  <a:gd name="connsiteX6" fmla="*/ 225 w 6343"/>
                  <a:gd name="connsiteY6" fmla="*/ 3333 h 6345"/>
                  <a:gd name="connsiteX7" fmla="*/ 1154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8" y="6506"/>
                      <a:pt x="5044" y="6172"/>
                      <a:pt x="5639" y="5577"/>
                    </a:cubicBezTo>
                    <a:cubicBezTo>
                      <a:pt x="6234" y="4982"/>
                      <a:pt x="6568" y="4175"/>
                      <a:pt x="6568" y="3333"/>
                    </a:cubicBezTo>
                    <a:cubicBezTo>
                      <a:pt x="6568" y="2492"/>
                      <a:pt x="6234" y="1685"/>
                      <a:pt x="5639" y="1090"/>
                    </a:cubicBezTo>
                    <a:cubicBezTo>
                      <a:pt x="5044" y="495"/>
                      <a:pt x="4238" y="161"/>
                      <a:pt x="3396" y="161"/>
                    </a:cubicBezTo>
                    <a:cubicBezTo>
                      <a:pt x="2555" y="161"/>
                      <a:pt x="1749" y="495"/>
                      <a:pt x="1154" y="1090"/>
                    </a:cubicBezTo>
                    <a:cubicBezTo>
                      <a:pt x="559" y="1685"/>
                      <a:pt x="225" y="2492"/>
                      <a:pt x="225" y="3333"/>
                    </a:cubicBezTo>
                    <a:cubicBezTo>
                      <a:pt x="225" y="4175"/>
                      <a:pt x="559" y="4982"/>
                      <a:pt x="1154" y="5577"/>
                    </a:cubicBezTo>
                    <a:cubicBezTo>
                      <a:pt x="1749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39" name="Freeform: Shape 15738">
                <a:extLst>
                  <a:ext uri="{FF2B5EF4-FFF2-40B4-BE49-F238E27FC236}">
                    <a16:creationId xmlns:a16="http://schemas.microsoft.com/office/drawing/2014/main" id="{D1C0C998-585D-F08B-9735-4A482F83397F}"/>
                  </a:ext>
                </a:extLst>
              </p:cNvPr>
              <p:cNvSpPr/>
              <p:nvPr/>
            </p:nvSpPr>
            <p:spPr>
              <a:xfrm>
                <a:off x="9260580" y="5518067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3 h 6345"/>
                  <a:gd name="connsiteX3" fmla="*/ 5639 w 6343"/>
                  <a:gd name="connsiteY3" fmla="*/ 1090 h 6345"/>
                  <a:gd name="connsiteX4" fmla="*/ 3396 w 6343"/>
                  <a:gd name="connsiteY4" fmla="*/ 161 h 6345"/>
                  <a:gd name="connsiteX5" fmla="*/ 1154 w 6343"/>
                  <a:gd name="connsiteY5" fmla="*/ 1090 h 6345"/>
                  <a:gd name="connsiteX6" fmla="*/ 225 w 6343"/>
                  <a:gd name="connsiteY6" fmla="*/ 3333 h 6345"/>
                  <a:gd name="connsiteX7" fmla="*/ 1154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4" y="6172"/>
                      <a:pt x="5639" y="5577"/>
                    </a:cubicBezTo>
                    <a:cubicBezTo>
                      <a:pt x="6234" y="4982"/>
                      <a:pt x="6568" y="4175"/>
                      <a:pt x="6568" y="3333"/>
                    </a:cubicBezTo>
                    <a:cubicBezTo>
                      <a:pt x="6568" y="2492"/>
                      <a:pt x="6234" y="1685"/>
                      <a:pt x="5639" y="1090"/>
                    </a:cubicBezTo>
                    <a:cubicBezTo>
                      <a:pt x="5044" y="495"/>
                      <a:pt x="4237" y="161"/>
                      <a:pt x="3396" y="161"/>
                    </a:cubicBezTo>
                    <a:cubicBezTo>
                      <a:pt x="2555" y="161"/>
                      <a:pt x="1748" y="495"/>
                      <a:pt x="1154" y="1090"/>
                    </a:cubicBezTo>
                    <a:cubicBezTo>
                      <a:pt x="559" y="1685"/>
                      <a:pt x="225" y="2492"/>
                      <a:pt x="225" y="3333"/>
                    </a:cubicBezTo>
                    <a:cubicBezTo>
                      <a:pt x="225" y="4175"/>
                      <a:pt x="559" y="4982"/>
                      <a:pt x="1154" y="5577"/>
                    </a:cubicBezTo>
                    <a:cubicBezTo>
                      <a:pt x="1748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40" name="Freeform: Shape 15739">
                <a:extLst>
                  <a:ext uri="{FF2B5EF4-FFF2-40B4-BE49-F238E27FC236}">
                    <a16:creationId xmlns:a16="http://schemas.microsoft.com/office/drawing/2014/main" id="{8B35206E-C9FF-66CF-7E8B-5234D1B8F11D}"/>
                  </a:ext>
                </a:extLst>
              </p:cNvPr>
              <p:cNvSpPr/>
              <p:nvPr/>
            </p:nvSpPr>
            <p:spPr>
              <a:xfrm>
                <a:off x="9258396" y="5517912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3 h 6345"/>
                  <a:gd name="connsiteX3" fmla="*/ 5639 w 6343"/>
                  <a:gd name="connsiteY3" fmla="*/ 1090 h 6345"/>
                  <a:gd name="connsiteX4" fmla="*/ 3396 w 6343"/>
                  <a:gd name="connsiteY4" fmla="*/ 161 h 6345"/>
                  <a:gd name="connsiteX5" fmla="*/ 1154 w 6343"/>
                  <a:gd name="connsiteY5" fmla="*/ 1090 h 6345"/>
                  <a:gd name="connsiteX6" fmla="*/ 225 w 6343"/>
                  <a:gd name="connsiteY6" fmla="*/ 3333 h 6345"/>
                  <a:gd name="connsiteX7" fmla="*/ 1154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4" y="6172"/>
                      <a:pt x="5639" y="5577"/>
                    </a:cubicBezTo>
                    <a:cubicBezTo>
                      <a:pt x="6234" y="4982"/>
                      <a:pt x="6568" y="4175"/>
                      <a:pt x="6568" y="3333"/>
                    </a:cubicBezTo>
                    <a:cubicBezTo>
                      <a:pt x="6568" y="2492"/>
                      <a:pt x="6234" y="1685"/>
                      <a:pt x="5639" y="1090"/>
                    </a:cubicBezTo>
                    <a:cubicBezTo>
                      <a:pt x="5044" y="495"/>
                      <a:pt x="4237" y="161"/>
                      <a:pt x="3396" y="161"/>
                    </a:cubicBezTo>
                    <a:cubicBezTo>
                      <a:pt x="2555" y="161"/>
                      <a:pt x="1748" y="495"/>
                      <a:pt x="1154" y="1090"/>
                    </a:cubicBezTo>
                    <a:cubicBezTo>
                      <a:pt x="559" y="1685"/>
                      <a:pt x="225" y="2492"/>
                      <a:pt x="225" y="3333"/>
                    </a:cubicBezTo>
                    <a:cubicBezTo>
                      <a:pt x="225" y="4175"/>
                      <a:pt x="559" y="4982"/>
                      <a:pt x="1154" y="5577"/>
                    </a:cubicBezTo>
                    <a:cubicBezTo>
                      <a:pt x="1748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41" name="Freeform: Shape 15740">
                <a:extLst>
                  <a:ext uri="{FF2B5EF4-FFF2-40B4-BE49-F238E27FC236}">
                    <a16:creationId xmlns:a16="http://schemas.microsoft.com/office/drawing/2014/main" id="{DC723620-54B8-687D-81B2-5D757147249A}"/>
                  </a:ext>
                </a:extLst>
              </p:cNvPr>
              <p:cNvSpPr/>
              <p:nvPr/>
            </p:nvSpPr>
            <p:spPr>
              <a:xfrm>
                <a:off x="9256285" y="5517646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3 h 6345"/>
                  <a:gd name="connsiteX3" fmla="*/ 5639 w 6343"/>
                  <a:gd name="connsiteY3" fmla="*/ 1090 h 6345"/>
                  <a:gd name="connsiteX4" fmla="*/ 3396 w 6343"/>
                  <a:gd name="connsiteY4" fmla="*/ 161 h 6345"/>
                  <a:gd name="connsiteX5" fmla="*/ 1153 w 6343"/>
                  <a:gd name="connsiteY5" fmla="*/ 1090 h 6345"/>
                  <a:gd name="connsiteX6" fmla="*/ 224 w 6343"/>
                  <a:gd name="connsiteY6" fmla="*/ 3333 h 6345"/>
                  <a:gd name="connsiteX7" fmla="*/ 1153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4" y="6172"/>
                      <a:pt x="5639" y="5577"/>
                    </a:cubicBezTo>
                    <a:cubicBezTo>
                      <a:pt x="6233" y="4982"/>
                      <a:pt x="6568" y="4175"/>
                      <a:pt x="6568" y="3333"/>
                    </a:cubicBezTo>
                    <a:cubicBezTo>
                      <a:pt x="6568" y="2492"/>
                      <a:pt x="6233" y="1685"/>
                      <a:pt x="5639" y="1090"/>
                    </a:cubicBezTo>
                    <a:cubicBezTo>
                      <a:pt x="5044" y="495"/>
                      <a:pt x="4237" y="161"/>
                      <a:pt x="3396" y="161"/>
                    </a:cubicBezTo>
                    <a:cubicBezTo>
                      <a:pt x="2555" y="161"/>
                      <a:pt x="1748" y="495"/>
                      <a:pt x="1153" y="1090"/>
                    </a:cubicBezTo>
                    <a:cubicBezTo>
                      <a:pt x="559" y="1685"/>
                      <a:pt x="224" y="2492"/>
                      <a:pt x="224" y="3333"/>
                    </a:cubicBezTo>
                    <a:cubicBezTo>
                      <a:pt x="224" y="4175"/>
                      <a:pt x="559" y="4982"/>
                      <a:pt x="1153" y="5577"/>
                    </a:cubicBezTo>
                    <a:cubicBezTo>
                      <a:pt x="1748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42" name="Freeform: Shape 15741">
                <a:extLst>
                  <a:ext uri="{FF2B5EF4-FFF2-40B4-BE49-F238E27FC236}">
                    <a16:creationId xmlns:a16="http://schemas.microsoft.com/office/drawing/2014/main" id="{03BC1482-B6D6-1DF5-7F9A-F1078F71DC1D}"/>
                  </a:ext>
                </a:extLst>
              </p:cNvPr>
              <p:cNvSpPr/>
              <p:nvPr/>
            </p:nvSpPr>
            <p:spPr>
              <a:xfrm>
                <a:off x="9253975" y="5517594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3 h 6345"/>
                  <a:gd name="connsiteX3" fmla="*/ 5638 w 6343"/>
                  <a:gd name="connsiteY3" fmla="*/ 1090 h 6345"/>
                  <a:gd name="connsiteX4" fmla="*/ 3396 w 6343"/>
                  <a:gd name="connsiteY4" fmla="*/ 161 h 6345"/>
                  <a:gd name="connsiteX5" fmla="*/ 1153 w 6343"/>
                  <a:gd name="connsiteY5" fmla="*/ 1090 h 6345"/>
                  <a:gd name="connsiteX6" fmla="*/ 224 w 6343"/>
                  <a:gd name="connsiteY6" fmla="*/ 3333 h 6345"/>
                  <a:gd name="connsiteX7" fmla="*/ 1153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4" y="6172"/>
                      <a:pt x="5638" y="5577"/>
                    </a:cubicBezTo>
                    <a:cubicBezTo>
                      <a:pt x="6233" y="4982"/>
                      <a:pt x="6567" y="4175"/>
                      <a:pt x="6567" y="3333"/>
                    </a:cubicBezTo>
                    <a:cubicBezTo>
                      <a:pt x="6567" y="2492"/>
                      <a:pt x="6233" y="1685"/>
                      <a:pt x="5638" y="1090"/>
                    </a:cubicBezTo>
                    <a:cubicBezTo>
                      <a:pt x="5044" y="495"/>
                      <a:pt x="4237" y="161"/>
                      <a:pt x="3396" y="161"/>
                    </a:cubicBezTo>
                    <a:cubicBezTo>
                      <a:pt x="2555" y="161"/>
                      <a:pt x="1748" y="495"/>
                      <a:pt x="1153" y="1090"/>
                    </a:cubicBezTo>
                    <a:cubicBezTo>
                      <a:pt x="558" y="1685"/>
                      <a:pt x="224" y="2492"/>
                      <a:pt x="224" y="3333"/>
                    </a:cubicBezTo>
                    <a:cubicBezTo>
                      <a:pt x="224" y="4175"/>
                      <a:pt x="558" y="4982"/>
                      <a:pt x="1153" y="5577"/>
                    </a:cubicBezTo>
                    <a:cubicBezTo>
                      <a:pt x="1748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43" name="Freeform: Shape 15742">
                <a:extLst>
                  <a:ext uri="{FF2B5EF4-FFF2-40B4-BE49-F238E27FC236}">
                    <a16:creationId xmlns:a16="http://schemas.microsoft.com/office/drawing/2014/main" id="{136FB6D3-0589-EA34-10BB-929B12ADDFD6}"/>
                  </a:ext>
                </a:extLst>
              </p:cNvPr>
              <p:cNvSpPr/>
              <p:nvPr/>
            </p:nvSpPr>
            <p:spPr>
              <a:xfrm>
                <a:off x="9251816" y="5517338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3 h 6345"/>
                  <a:gd name="connsiteX3" fmla="*/ 5638 w 6343"/>
                  <a:gd name="connsiteY3" fmla="*/ 1090 h 6345"/>
                  <a:gd name="connsiteX4" fmla="*/ 3396 w 6343"/>
                  <a:gd name="connsiteY4" fmla="*/ 161 h 6345"/>
                  <a:gd name="connsiteX5" fmla="*/ 1153 w 6343"/>
                  <a:gd name="connsiteY5" fmla="*/ 1090 h 6345"/>
                  <a:gd name="connsiteX6" fmla="*/ 224 w 6343"/>
                  <a:gd name="connsiteY6" fmla="*/ 3333 h 6345"/>
                  <a:gd name="connsiteX7" fmla="*/ 1153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4" y="6172"/>
                      <a:pt x="5638" y="5577"/>
                    </a:cubicBezTo>
                    <a:cubicBezTo>
                      <a:pt x="6233" y="4982"/>
                      <a:pt x="6567" y="4175"/>
                      <a:pt x="6567" y="3333"/>
                    </a:cubicBezTo>
                    <a:cubicBezTo>
                      <a:pt x="6567" y="2492"/>
                      <a:pt x="6233" y="1685"/>
                      <a:pt x="5638" y="1090"/>
                    </a:cubicBezTo>
                    <a:cubicBezTo>
                      <a:pt x="5044" y="495"/>
                      <a:pt x="4237" y="161"/>
                      <a:pt x="3396" y="161"/>
                    </a:cubicBezTo>
                    <a:cubicBezTo>
                      <a:pt x="2555" y="161"/>
                      <a:pt x="1748" y="495"/>
                      <a:pt x="1153" y="1090"/>
                    </a:cubicBezTo>
                    <a:cubicBezTo>
                      <a:pt x="558" y="1685"/>
                      <a:pt x="224" y="2492"/>
                      <a:pt x="224" y="3333"/>
                    </a:cubicBezTo>
                    <a:cubicBezTo>
                      <a:pt x="224" y="4175"/>
                      <a:pt x="558" y="4982"/>
                      <a:pt x="1153" y="5577"/>
                    </a:cubicBezTo>
                    <a:cubicBezTo>
                      <a:pt x="1748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44" name="Freeform: Shape 15743">
                <a:extLst>
                  <a:ext uri="{FF2B5EF4-FFF2-40B4-BE49-F238E27FC236}">
                    <a16:creationId xmlns:a16="http://schemas.microsoft.com/office/drawing/2014/main" id="{2E11137A-7F2E-C3C5-DF2D-DCFA11EDFB4D}"/>
                  </a:ext>
                </a:extLst>
              </p:cNvPr>
              <p:cNvSpPr/>
              <p:nvPr/>
            </p:nvSpPr>
            <p:spPr>
              <a:xfrm>
                <a:off x="9249892" y="5516790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3 h 6345"/>
                  <a:gd name="connsiteX3" fmla="*/ 5638 w 6343"/>
                  <a:gd name="connsiteY3" fmla="*/ 1090 h 6345"/>
                  <a:gd name="connsiteX4" fmla="*/ 3395 w 6343"/>
                  <a:gd name="connsiteY4" fmla="*/ 161 h 6345"/>
                  <a:gd name="connsiteX5" fmla="*/ 1153 w 6343"/>
                  <a:gd name="connsiteY5" fmla="*/ 1090 h 6345"/>
                  <a:gd name="connsiteX6" fmla="*/ 224 w 6343"/>
                  <a:gd name="connsiteY6" fmla="*/ 3333 h 6345"/>
                  <a:gd name="connsiteX7" fmla="*/ 1153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7" y="6506"/>
                      <a:pt x="5043" y="6172"/>
                      <a:pt x="5638" y="5577"/>
                    </a:cubicBezTo>
                    <a:cubicBezTo>
                      <a:pt x="6233" y="4982"/>
                      <a:pt x="6567" y="4175"/>
                      <a:pt x="6567" y="3333"/>
                    </a:cubicBezTo>
                    <a:cubicBezTo>
                      <a:pt x="6567" y="2492"/>
                      <a:pt x="6233" y="1685"/>
                      <a:pt x="5638" y="1090"/>
                    </a:cubicBezTo>
                    <a:cubicBezTo>
                      <a:pt x="5043" y="495"/>
                      <a:pt x="4237" y="161"/>
                      <a:pt x="3395" y="161"/>
                    </a:cubicBezTo>
                    <a:cubicBezTo>
                      <a:pt x="2554" y="161"/>
                      <a:pt x="1748" y="495"/>
                      <a:pt x="1153" y="1090"/>
                    </a:cubicBezTo>
                    <a:cubicBezTo>
                      <a:pt x="558" y="1685"/>
                      <a:pt x="224" y="2492"/>
                      <a:pt x="224" y="3333"/>
                    </a:cubicBezTo>
                    <a:cubicBezTo>
                      <a:pt x="224" y="4175"/>
                      <a:pt x="558" y="4982"/>
                      <a:pt x="1153" y="5577"/>
                    </a:cubicBezTo>
                    <a:cubicBezTo>
                      <a:pt x="1748" y="6172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45" name="Freeform: Shape 15744">
                <a:extLst>
                  <a:ext uri="{FF2B5EF4-FFF2-40B4-BE49-F238E27FC236}">
                    <a16:creationId xmlns:a16="http://schemas.microsoft.com/office/drawing/2014/main" id="{962B9731-5628-27F4-1D86-909372027058}"/>
                  </a:ext>
                </a:extLst>
              </p:cNvPr>
              <p:cNvSpPr/>
              <p:nvPr/>
            </p:nvSpPr>
            <p:spPr>
              <a:xfrm>
                <a:off x="9247767" y="5516454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3 h 6345"/>
                  <a:gd name="connsiteX3" fmla="*/ 5638 w 6343"/>
                  <a:gd name="connsiteY3" fmla="*/ 1090 h 6345"/>
                  <a:gd name="connsiteX4" fmla="*/ 3395 w 6343"/>
                  <a:gd name="connsiteY4" fmla="*/ 161 h 6345"/>
                  <a:gd name="connsiteX5" fmla="*/ 1153 w 6343"/>
                  <a:gd name="connsiteY5" fmla="*/ 1090 h 6345"/>
                  <a:gd name="connsiteX6" fmla="*/ 224 w 6343"/>
                  <a:gd name="connsiteY6" fmla="*/ 3333 h 6345"/>
                  <a:gd name="connsiteX7" fmla="*/ 1153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6" y="6506"/>
                      <a:pt x="5043" y="6172"/>
                      <a:pt x="5638" y="5577"/>
                    </a:cubicBezTo>
                    <a:cubicBezTo>
                      <a:pt x="6233" y="4982"/>
                      <a:pt x="6567" y="4175"/>
                      <a:pt x="6567" y="3333"/>
                    </a:cubicBezTo>
                    <a:cubicBezTo>
                      <a:pt x="6567" y="2492"/>
                      <a:pt x="6233" y="1685"/>
                      <a:pt x="5638" y="1090"/>
                    </a:cubicBezTo>
                    <a:cubicBezTo>
                      <a:pt x="5043" y="495"/>
                      <a:pt x="4236" y="161"/>
                      <a:pt x="3395" y="161"/>
                    </a:cubicBezTo>
                    <a:cubicBezTo>
                      <a:pt x="2554" y="161"/>
                      <a:pt x="1747" y="495"/>
                      <a:pt x="1153" y="1090"/>
                    </a:cubicBezTo>
                    <a:cubicBezTo>
                      <a:pt x="558" y="1685"/>
                      <a:pt x="224" y="2492"/>
                      <a:pt x="224" y="3333"/>
                    </a:cubicBezTo>
                    <a:cubicBezTo>
                      <a:pt x="224" y="4175"/>
                      <a:pt x="558" y="4982"/>
                      <a:pt x="1153" y="5577"/>
                    </a:cubicBezTo>
                    <a:cubicBezTo>
                      <a:pt x="1747" y="6172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46" name="Freeform: Shape 15745">
                <a:extLst>
                  <a:ext uri="{FF2B5EF4-FFF2-40B4-BE49-F238E27FC236}">
                    <a16:creationId xmlns:a16="http://schemas.microsoft.com/office/drawing/2014/main" id="{77E3DC0C-B0B7-CF97-6574-756E9C8431BB}"/>
                  </a:ext>
                </a:extLst>
              </p:cNvPr>
              <p:cNvSpPr/>
              <p:nvPr/>
            </p:nvSpPr>
            <p:spPr>
              <a:xfrm>
                <a:off x="9245841" y="5515874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3 h 6345"/>
                  <a:gd name="connsiteX3" fmla="*/ 5638 w 6343"/>
                  <a:gd name="connsiteY3" fmla="*/ 1090 h 6345"/>
                  <a:gd name="connsiteX4" fmla="*/ 3395 w 6343"/>
                  <a:gd name="connsiteY4" fmla="*/ 160 h 6345"/>
                  <a:gd name="connsiteX5" fmla="*/ 1153 w 6343"/>
                  <a:gd name="connsiteY5" fmla="*/ 1090 h 6345"/>
                  <a:gd name="connsiteX6" fmla="*/ 224 w 6343"/>
                  <a:gd name="connsiteY6" fmla="*/ 3333 h 6345"/>
                  <a:gd name="connsiteX7" fmla="*/ 1153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6" y="6506"/>
                      <a:pt x="5043" y="6172"/>
                      <a:pt x="5638" y="5577"/>
                    </a:cubicBezTo>
                    <a:cubicBezTo>
                      <a:pt x="6233" y="4982"/>
                      <a:pt x="6567" y="4175"/>
                      <a:pt x="6567" y="3333"/>
                    </a:cubicBezTo>
                    <a:cubicBezTo>
                      <a:pt x="6567" y="2492"/>
                      <a:pt x="6233" y="1685"/>
                      <a:pt x="5638" y="1090"/>
                    </a:cubicBezTo>
                    <a:cubicBezTo>
                      <a:pt x="5043" y="495"/>
                      <a:pt x="4236" y="160"/>
                      <a:pt x="3395" y="160"/>
                    </a:cubicBezTo>
                    <a:cubicBezTo>
                      <a:pt x="2554" y="160"/>
                      <a:pt x="1747" y="495"/>
                      <a:pt x="1153" y="1090"/>
                    </a:cubicBezTo>
                    <a:cubicBezTo>
                      <a:pt x="558" y="1685"/>
                      <a:pt x="224" y="2492"/>
                      <a:pt x="224" y="3333"/>
                    </a:cubicBezTo>
                    <a:cubicBezTo>
                      <a:pt x="224" y="4175"/>
                      <a:pt x="558" y="4982"/>
                      <a:pt x="1153" y="5577"/>
                    </a:cubicBezTo>
                    <a:cubicBezTo>
                      <a:pt x="1747" y="6172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47" name="Freeform: Shape 15746">
                <a:extLst>
                  <a:ext uri="{FF2B5EF4-FFF2-40B4-BE49-F238E27FC236}">
                    <a16:creationId xmlns:a16="http://schemas.microsoft.com/office/drawing/2014/main" id="{AA5CF157-40BE-C9A7-9F19-D944729903DE}"/>
                  </a:ext>
                </a:extLst>
              </p:cNvPr>
              <p:cNvSpPr/>
              <p:nvPr/>
            </p:nvSpPr>
            <p:spPr>
              <a:xfrm>
                <a:off x="9243102" y="5516177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3 h 6345"/>
                  <a:gd name="connsiteX3" fmla="*/ 5638 w 6343"/>
                  <a:gd name="connsiteY3" fmla="*/ 1090 h 6345"/>
                  <a:gd name="connsiteX4" fmla="*/ 3395 w 6343"/>
                  <a:gd name="connsiteY4" fmla="*/ 160 h 6345"/>
                  <a:gd name="connsiteX5" fmla="*/ 1152 w 6343"/>
                  <a:gd name="connsiteY5" fmla="*/ 1090 h 6345"/>
                  <a:gd name="connsiteX6" fmla="*/ 223 w 6343"/>
                  <a:gd name="connsiteY6" fmla="*/ 3333 h 6345"/>
                  <a:gd name="connsiteX7" fmla="*/ 1152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6" y="6506"/>
                      <a:pt x="5043" y="6172"/>
                      <a:pt x="5638" y="5577"/>
                    </a:cubicBezTo>
                    <a:cubicBezTo>
                      <a:pt x="6232" y="4982"/>
                      <a:pt x="6567" y="4175"/>
                      <a:pt x="6567" y="3333"/>
                    </a:cubicBezTo>
                    <a:cubicBezTo>
                      <a:pt x="6567" y="2492"/>
                      <a:pt x="6232" y="1685"/>
                      <a:pt x="5638" y="1090"/>
                    </a:cubicBezTo>
                    <a:cubicBezTo>
                      <a:pt x="5043" y="495"/>
                      <a:pt x="4236" y="160"/>
                      <a:pt x="3395" y="160"/>
                    </a:cubicBezTo>
                    <a:cubicBezTo>
                      <a:pt x="2554" y="160"/>
                      <a:pt x="1747" y="495"/>
                      <a:pt x="1152" y="1090"/>
                    </a:cubicBezTo>
                    <a:cubicBezTo>
                      <a:pt x="558" y="1685"/>
                      <a:pt x="223" y="2492"/>
                      <a:pt x="223" y="3333"/>
                    </a:cubicBezTo>
                    <a:cubicBezTo>
                      <a:pt x="223" y="4175"/>
                      <a:pt x="558" y="4982"/>
                      <a:pt x="1152" y="5577"/>
                    </a:cubicBezTo>
                    <a:cubicBezTo>
                      <a:pt x="1747" y="6172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48" name="Freeform: Shape 15747">
                <a:extLst>
                  <a:ext uri="{FF2B5EF4-FFF2-40B4-BE49-F238E27FC236}">
                    <a16:creationId xmlns:a16="http://schemas.microsoft.com/office/drawing/2014/main" id="{9A3ACE42-CA9B-90E5-DEB7-FAA1DA059D0C}"/>
                  </a:ext>
                </a:extLst>
              </p:cNvPr>
              <p:cNvSpPr/>
              <p:nvPr/>
            </p:nvSpPr>
            <p:spPr>
              <a:xfrm>
                <a:off x="9240760" y="5516008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7 w 6343"/>
                  <a:gd name="connsiteY1" fmla="*/ 5577 h 6345"/>
                  <a:gd name="connsiteX2" fmla="*/ 6566 w 6343"/>
                  <a:gd name="connsiteY2" fmla="*/ 3333 h 6345"/>
                  <a:gd name="connsiteX3" fmla="*/ 5637 w 6343"/>
                  <a:gd name="connsiteY3" fmla="*/ 1090 h 6345"/>
                  <a:gd name="connsiteX4" fmla="*/ 3395 w 6343"/>
                  <a:gd name="connsiteY4" fmla="*/ 160 h 6345"/>
                  <a:gd name="connsiteX5" fmla="*/ 1152 w 6343"/>
                  <a:gd name="connsiteY5" fmla="*/ 1090 h 6345"/>
                  <a:gd name="connsiteX6" fmla="*/ 223 w 6343"/>
                  <a:gd name="connsiteY6" fmla="*/ 3333 h 6345"/>
                  <a:gd name="connsiteX7" fmla="*/ 1152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6" y="6506"/>
                      <a:pt x="5043" y="6172"/>
                      <a:pt x="5637" y="5577"/>
                    </a:cubicBezTo>
                    <a:cubicBezTo>
                      <a:pt x="6232" y="4982"/>
                      <a:pt x="6566" y="4175"/>
                      <a:pt x="6566" y="3333"/>
                    </a:cubicBezTo>
                    <a:cubicBezTo>
                      <a:pt x="6566" y="2492"/>
                      <a:pt x="6232" y="1685"/>
                      <a:pt x="5637" y="1090"/>
                    </a:cubicBezTo>
                    <a:cubicBezTo>
                      <a:pt x="5043" y="495"/>
                      <a:pt x="4236" y="160"/>
                      <a:pt x="3395" y="160"/>
                    </a:cubicBezTo>
                    <a:cubicBezTo>
                      <a:pt x="2554" y="160"/>
                      <a:pt x="1747" y="495"/>
                      <a:pt x="1152" y="1090"/>
                    </a:cubicBezTo>
                    <a:cubicBezTo>
                      <a:pt x="557" y="1685"/>
                      <a:pt x="223" y="2492"/>
                      <a:pt x="223" y="3333"/>
                    </a:cubicBezTo>
                    <a:cubicBezTo>
                      <a:pt x="223" y="4175"/>
                      <a:pt x="557" y="4982"/>
                      <a:pt x="1152" y="5577"/>
                    </a:cubicBezTo>
                    <a:cubicBezTo>
                      <a:pt x="1747" y="6172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49" name="Freeform: Shape 15748">
                <a:extLst>
                  <a:ext uri="{FF2B5EF4-FFF2-40B4-BE49-F238E27FC236}">
                    <a16:creationId xmlns:a16="http://schemas.microsoft.com/office/drawing/2014/main" id="{49B90DF2-6D0D-DF95-017B-4341D274CC87}"/>
                  </a:ext>
                </a:extLst>
              </p:cNvPr>
              <p:cNvSpPr/>
              <p:nvPr/>
            </p:nvSpPr>
            <p:spPr>
              <a:xfrm>
                <a:off x="9238290" y="5515951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7 w 6343"/>
                  <a:gd name="connsiteY1" fmla="*/ 5577 h 6345"/>
                  <a:gd name="connsiteX2" fmla="*/ 6566 w 6343"/>
                  <a:gd name="connsiteY2" fmla="*/ 3333 h 6345"/>
                  <a:gd name="connsiteX3" fmla="*/ 5637 w 6343"/>
                  <a:gd name="connsiteY3" fmla="*/ 1090 h 6345"/>
                  <a:gd name="connsiteX4" fmla="*/ 3395 w 6343"/>
                  <a:gd name="connsiteY4" fmla="*/ 160 h 6345"/>
                  <a:gd name="connsiteX5" fmla="*/ 1152 w 6343"/>
                  <a:gd name="connsiteY5" fmla="*/ 1090 h 6345"/>
                  <a:gd name="connsiteX6" fmla="*/ 223 w 6343"/>
                  <a:gd name="connsiteY6" fmla="*/ 3333 h 6345"/>
                  <a:gd name="connsiteX7" fmla="*/ 1152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6" y="6506"/>
                      <a:pt x="5042" y="6172"/>
                      <a:pt x="5637" y="5577"/>
                    </a:cubicBezTo>
                    <a:cubicBezTo>
                      <a:pt x="6232" y="4982"/>
                      <a:pt x="6566" y="4175"/>
                      <a:pt x="6566" y="3333"/>
                    </a:cubicBezTo>
                    <a:cubicBezTo>
                      <a:pt x="6566" y="2492"/>
                      <a:pt x="6232" y="1685"/>
                      <a:pt x="5637" y="1090"/>
                    </a:cubicBezTo>
                    <a:cubicBezTo>
                      <a:pt x="5042" y="495"/>
                      <a:pt x="4236" y="160"/>
                      <a:pt x="3395" y="160"/>
                    </a:cubicBezTo>
                    <a:cubicBezTo>
                      <a:pt x="2553" y="160"/>
                      <a:pt x="1747" y="495"/>
                      <a:pt x="1152" y="1090"/>
                    </a:cubicBezTo>
                    <a:cubicBezTo>
                      <a:pt x="557" y="1685"/>
                      <a:pt x="223" y="2492"/>
                      <a:pt x="223" y="3333"/>
                    </a:cubicBezTo>
                    <a:cubicBezTo>
                      <a:pt x="223" y="4175"/>
                      <a:pt x="557" y="4982"/>
                      <a:pt x="1152" y="5577"/>
                    </a:cubicBezTo>
                    <a:cubicBezTo>
                      <a:pt x="1747" y="6172"/>
                      <a:pt x="2553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50" name="Freeform: Shape 15749">
                <a:extLst>
                  <a:ext uri="{FF2B5EF4-FFF2-40B4-BE49-F238E27FC236}">
                    <a16:creationId xmlns:a16="http://schemas.microsoft.com/office/drawing/2014/main" id="{5ED0DAAD-CAC8-F5C7-1743-3A53F28E1BF4}"/>
                  </a:ext>
                </a:extLst>
              </p:cNvPr>
              <p:cNvSpPr/>
              <p:nvPr/>
            </p:nvSpPr>
            <p:spPr>
              <a:xfrm>
                <a:off x="9235563" y="5516138"/>
                <a:ext cx="6343" cy="6345"/>
              </a:xfrm>
              <a:custGeom>
                <a:avLst/>
                <a:gdLst>
                  <a:gd name="connsiteX0" fmla="*/ 3394 w 6343"/>
                  <a:gd name="connsiteY0" fmla="*/ 6506 h 6345"/>
                  <a:gd name="connsiteX1" fmla="*/ 5637 w 6343"/>
                  <a:gd name="connsiteY1" fmla="*/ 5577 h 6345"/>
                  <a:gd name="connsiteX2" fmla="*/ 6566 w 6343"/>
                  <a:gd name="connsiteY2" fmla="*/ 3333 h 6345"/>
                  <a:gd name="connsiteX3" fmla="*/ 5637 w 6343"/>
                  <a:gd name="connsiteY3" fmla="*/ 1090 h 6345"/>
                  <a:gd name="connsiteX4" fmla="*/ 3394 w 6343"/>
                  <a:gd name="connsiteY4" fmla="*/ 160 h 6345"/>
                  <a:gd name="connsiteX5" fmla="*/ 1152 w 6343"/>
                  <a:gd name="connsiteY5" fmla="*/ 1090 h 6345"/>
                  <a:gd name="connsiteX6" fmla="*/ 223 w 6343"/>
                  <a:gd name="connsiteY6" fmla="*/ 3333 h 6345"/>
                  <a:gd name="connsiteX7" fmla="*/ 1152 w 6343"/>
                  <a:gd name="connsiteY7" fmla="*/ 5577 h 6345"/>
                  <a:gd name="connsiteX8" fmla="*/ 339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6"/>
                    </a:moveTo>
                    <a:cubicBezTo>
                      <a:pt x="4235" y="6506"/>
                      <a:pt x="5042" y="6172"/>
                      <a:pt x="5637" y="5577"/>
                    </a:cubicBezTo>
                    <a:cubicBezTo>
                      <a:pt x="6232" y="4982"/>
                      <a:pt x="6566" y="4175"/>
                      <a:pt x="6566" y="3333"/>
                    </a:cubicBezTo>
                    <a:cubicBezTo>
                      <a:pt x="6566" y="2492"/>
                      <a:pt x="6232" y="1685"/>
                      <a:pt x="5637" y="1090"/>
                    </a:cubicBezTo>
                    <a:cubicBezTo>
                      <a:pt x="5042" y="495"/>
                      <a:pt x="4235" y="160"/>
                      <a:pt x="3394" y="160"/>
                    </a:cubicBezTo>
                    <a:cubicBezTo>
                      <a:pt x="2553" y="160"/>
                      <a:pt x="1746" y="495"/>
                      <a:pt x="1152" y="1090"/>
                    </a:cubicBezTo>
                    <a:cubicBezTo>
                      <a:pt x="557" y="1685"/>
                      <a:pt x="223" y="2492"/>
                      <a:pt x="223" y="3333"/>
                    </a:cubicBezTo>
                    <a:cubicBezTo>
                      <a:pt x="223" y="4175"/>
                      <a:pt x="557" y="4982"/>
                      <a:pt x="1152" y="5577"/>
                    </a:cubicBezTo>
                    <a:cubicBezTo>
                      <a:pt x="1746" y="6172"/>
                      <a:pt x="2553" y="6506"/>
                      <a:pt x="339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51" name="Freeform: Shape 15750">
                <a:extLst>
                  <a:ext uri="{FF2B5EF4-FFF2-40B4-BE49-F238E27FC236}">
                    <a16:creationId xmlns:a16="http://schemas.microsoft.com/office/drawing/2014/main" id="{C000520C-745F-B53D-8C7F-246D90FE62B4}"/>
                  </a:ext>
                </a:extLst>
              </p:cNvPr>
              <p:cNvSpPr/>
              <p:nvPr/>
            </p:nvSpPr>
            <p:spPr>
              <a:xfrm>
                <a:off x="9233078" y="5516036"/>
                <a:ext cx="6343" cy="6345"/>
              </a:xfrm>
              <a:custGeom>
                <a:avLst/>
                <a:gdLst>
                  <a:gd name="connsiteX0" fmla="*/ 3394 w 6343"/>
                  <a:gd name="connsiteY0" fmla="*/ 6506 h 6345"/>
                  <a:gd name="connsiteX1" fmla="*/ 5637 w 6343"/>
                  <a:gd name="connsiteY1" fmla="*/ 5577 h 6345"/>
                  <a:gd name="connsiteX2" fmla="*/ 6566 w 6343"/>
                  <a:gd name="connsiteY2" fmla="*/ 3333 h 6345"/>
                  <a:gd name="connsiteX3" fmla="*/ 5637 w 6343"/>
                  <a:gd name="connsiteY3" fmla="*/ 1090 h 6345"/>
                  <a:gd name="connsiteX4" fmla="*/ 3394 w 6343"/>
                  <a:gd name="connsiteY4" fmla="*/ 160 h 6345"/>
                  <a:gd name="connsiteX5" fmla="*/ 1152 w 6343"/>
                  <a:gd name="connsiteY5" fmla="*/ 1090 h 6345"/>
                  <a:gd name="connsiteX6" fmla="*/ 223 w 6343"/>
                  <a:gd name="connsiteY6" fmla="*/ 3333 h 6345"/>
                  <a:gd name="connsiteX7" fmla="*/ 1152 w 6343"/>
                  <a:gd name="connsiteY7" fmla="*/ 5577 h 6345"/>
                  <a:gd name="connsiteX8" fmla="*/ 339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6"/>
                    </a:moveTo>
                    <a:cubicBezTo>
                      <a:pt x="4235" y="6506"/>
                      <a:pt x="5042" y="6172"/>
                      <a:pt x="5637" y="5577"/>
                    </a:cubicBezTo>
                    <a:cubicBezTo>
                      <a:pt x="6232" y="4982"/>
                      <a:pt x="6566" y="4175"/>
                      <a:pt x="6566" y="3333"/>
                    </a:cubicBezTo>
                    <a:cubicBezTo>
                      <a:pt x="6566" y="2492"/>
                      <a:pt x="6232" y="1685"/>
                      <a:pt x="5637" y="1090"/>
                    </a:cubicBezTo>
                    <a:cubicBezTo>
                      <a:pt x="5042" y="495"/>
                      <a:pt x="4235" y="160"/>
                      <a:pt x="3394" y="160"/>
                    </a:cubicBezTo>
                    <a:cubicBezTo>
                      <a:pt x="2553" y="160"/>
                      <a:pt x="1746" y="495"/>
                      <a:pt x="1152" y="1090"/>
                    </a:cubicBezTo>
                    <a:cubicBezTo>
                      <a:pt x="557" y="1685"/>
                      <a:pt x="223" y="2492"/>
                      <a:pt x="223" y="3333"/>
                    </a:cubicBezTo>
                    <a:cubicBezTo>
                      <a:pt x="223" y="4175"/>
                      <a:pt x="557" y="4982"/>
                      <a:pt x="1152" y="5577"/>
                    </a:cubicBezTo>
                    <a:cubicBezTo>
                      <a:pt x="1746" y="6172"/>
                      <a:pt x="2553" y="6506"/>
                      <a:pt x="339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52" name="Freeform: Shape 15751">
                <a:extLst>
                  <a:ext uri="{FF2B5EF4-FFF2-40B4-BE49-F238E27FC236}">
                    <a16:creationId xmlns:a16="http://schemas.microsoft.com/office/drawing/2014/main" id="{79E7D49C-6ECB-2EB6-8F5A-2256FB5500CA}"/>
                  </a:ext>
                </a:extLst>
              </p:cNvPr>
              <p:cNvSpPr/>
              <p:nvPr/>
            </p:nvSpPr>
            <p:spPr>
              <a:xfrm>
                <a:off x="9230963" y="5515519"/>
                <a:ext cx="6343" cy="6345"/>
              </a:xfrm>
              <a:custGeom>
                <a:avLst/>
                <a:gdLst>
                  <a:gd name="connsiteX0" fmla="*/ 3394 w 6343"/>
                  <a:gd name="connsiteY0" fmla="*/ 6506 h 6345"/>
                  <a:gd name="connsiteX1" fmla="*/ 5637 w 6343"/>
                  <a:gd name="connsiteY1" fmla="*/ 5577 h 6345"/>
                  <a:gd name="connsiteX2" fmla="*/ 6566 w 6343"/>
                  <a:gd name="connsiteY2" fmla="*/ 3333 h 6345"/>
                  <a:gd name="connsiteX3" fmla="*/ 5637 w 6343"/>
                  <a:gd name="connsiteY3" fmla="*/ 1090 h 6345"/>
                  <a:gd name="connsiteX4" fmla="*/ 3394 w 6343"/>
                  <a:gd name="connsiteY4" fmla="*/ 160 h 6345"/>
                  <a:gd name="connsiteX5" fmla="*/ 1151 w 6343"/>
                  <a:gd name="connsiteY5" fmla="*/ 1090 h 6345"/>
                  <a:gd name="connsiteX6" fmla="*/ 222 w 6343"/>
                  <a:gd name="connsiteY6" fmla="*/ 3333 h 6345"/>
                  <a:gd name="connsiteX7" fmla="*/ 1151 w 6343"/>
                  <a:gd name="connsiteY7" fmla="*/ 5577 h 6345"/>
                  <a:gd name="connsiteX8" fmla="*/ 339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6"/>
                    </a:moveTo>
                    <a:cubicBezTo>
                      <a:pt x="4235" y="6506"/>
                      <a:pt x="5042" y="6172"/>
                      <a:pt x="5637" y="5577"/>
                    </a:cubicBezTo>
                    <a:cubicBezTo>
                      <a:pt x="6231" y="4982"/>
                      <a:pt x="6566" y="4175"/>
                      <a:pt x="6566" y="3333"/>
                    </a:cubicBezTo>
                    <a:cubicBezTo>
                      <a:pt x="6566" y="2492"/>
                      <a:pt x="6231" y="1685"/>
                      <a:pt x="5637" y="1090"/>
                    </a:cubicBezTo>
                    <a:cubicBezTo>
                      <a:pt x="5042" y="495"/>
                      <a:pt x="4235" y="160"/>
                      <a:pt x="3394" y="160"/>
                    </a:cubicBezTo>
                    <a:cubicBezTo>
                      <a:pt x="2553" y="160"/>
                      <a:pt x="1746" y="495"/>
                      <a:pt x="1151" y="1090"/>
                    </a:cubicBezTo>
                    <a:cubicBezTo>
                      <a:pt x="557" y="1685"/>
                      <a:pt x="222" y="2492"/>
                      <a:pt x="222" y="3333"/>
                    </a:cubicBezTo>
                    <a:cubicBezTo>
                      <a:pt x="222" y="4175"/>
                      <a:pt x="557" y="4982"/>
                      <a:pt x="1151" y="5577"/>
                    </a:cubicBezTo>
                    <a:cubicBezTo>
                      <a:pt x="1746" y="6172"/>
                      <a:pt x="2553" y="6506"/>
                      <a:pt x="339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53" name="Freeform: Shape 15752">
                <a:extLst>
                  <a:ext uri="{FF2B5EF4-FFF2-40B4-BE49-F238E27FC236}">
                    <a16:creationId xmlns:a16="http://schemas.microsoft.com/office/drawing/2014/main" id="{5F8B76D0-D949-64C7-0F30-E1F38AD78C09}"/>
                  </a:ext>
                </a:extLst>
              </p:cNvPr>
              <p:cNvSpPr/>
              <p:nvPr/>
            </p:nvSpPr>
            <p:spPr>
              <a:xfrm>
                <a:off x="9228425" y="5515418"/>
                <a:ext cx="6343" cy="6345"/>
              </a:xfrm>
              <a:custGeom>
                <a:avLst/>
                <a:gdLst>
                  <a:gd name="connsiteX0" fmla="*/ 3394 w 6343"/>
                  <a:gd name="connsiteY0" fmla="*/ 6506 h 6345"/>
                  <a:gd name="connsiteX1" fmla="*/ 5636 w 6343"/>
                  <a:gd name="connsiteY1" fmla="*/ 5577 h 6345"/>
                  <a:gd name="connsiteX2" fmla="*/ 6565 w 6343"/>
                  <a:gd name="connsiteY2" fmla="*/ 3333 h 6345"/>
                  <a:gd name="connsiteX3" fmla="*/ 5636 w 6343"/>
                  <a:gd name="connsiteY3" fmla="*/ 1090 h 6345"/>
                  <a:gd name="connsiteX4" fmla="*/ 3394 w 6343"/>
                  <a:gd name="connsiteY4" fmla="*/ 160 h 6345"/>
                  <a:gd name="connsiteX5" fmla="*/ 1151 w 6343"/>
                  <a:gd name="connsiteY5" fmla="*/ 1090 h 6345"/>
                  <a:gd name="connsiteX6" fmla="*/ 222 w 6343"/>
                  <a:gd name="connsiteY6" fmla="*/ 3333 h 6345"/>
                  <a:gd name="connsiteX7" fmla="*/ 1151 w 6343"/>
                  <a:gd name="connsiteY7" fmla="*/ 5577 h 6345"/>
                  <a:gd name="connsiteX8" fmla="*/ 339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6"/>
                    </a:moveTo>
                    <a:cubicBezTo>
                      <a:pt x="4235" y="6506"/>
                      <a:pt x="5042" y="6172"/>
                      <a:pt x="5636" y="5577"/>
                    </a:cubicBezTo>
                    <a:cubicBezTo>
                      <a:pt x="6231" y="4982"/>
                      <a:pt x="6565" y="4175"/>
                      <a:pt x="6565" y="3333"/>
                    </a:cubicBezTo>
                    <a:cubicBezTo>
                      <a:pt x="6565" y="2492"/>
                      <a:pt x="6231" y="1685"/>
                      <a:pt x="5636" y="1090"/>
                    </a:cubicBezTo>
                    <a:cubicBezTo>
                      <a:pt x="5042" y="495"/>
                      <a:pt x="4235" y="160"/>
                      <a:pt x="3394" y="160"/>
                    </a:cubicBezTo>
                    <a:cubicBezTo>
                      <a:pt x="2553" y="160"/>
                      <a:pt x="1746" y="495"/>
                      <a:pt x="1151" y="1090"/>
                    </a:cubicBezTo>
                    <a:cubicBezTo>
                      <a:pt x="556" y="1685"/>
                      <a:pt x="222" y="2492"/>
                      <a:pt x="222" y="3333"/>
                    </a:cubicBezTo>
                    <a:cubicBezTo>
                      <a:pt x="222" y="4175"/>
                      <a:pt x="556" y="4982"/>
                      <a:pt x="1151" y="5577"/>
                    </a:cubicBezTo>
                    <a:cubicBezTo>
                      <a:pt x="1746" y="6172"/>
                      <a:pt x="2553" y="6506"/>
                      <a:pt x="339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54" name="Freeform: Shape 15753">
                <a:extLst>
                  <a:ext uri="{FF2B5EF4-FFF2-40B4-BE49-F238E27FC236}">
                    <a16:creationId xmlns:a16="http://schemas.microsoft.com/office/drawing/2014/main" id="{20CD6E03-4B99-0B58-9269-7D54957D83FA}"/>
                  </a:ext>
                </a:extLst>
              </p:cNvPr>
              <p:cNvSpPr/>
              <p:nvPr/>
            </p:nvSpPr>
            <p:spPr>
              <a:xfrm>
                <a:off x="9225752" y="5515424"/>
                <a:ext cx="6343" cy="6345"/>
              </a:xfrm>
              <a:custGeom>
                <a:avLst/>
                <a:gdLst>
                  <a:gd name="connsiteX0" fmla="*/ 3394 w 6343"/>
                  <a:gd name="connsiteY0" fmla="*/ 6506 h 6345"/>
                  <a:gd name="connsiteX1" fmla="*/ 5636 w 6343"/>
                  <a:gd name="connsiteY1" fmla="*/ 5577 h 6345"/>
                  <a:gd name="connsiteX2" fmla="*/ 6565 w 6343"/>
                  <a:gd name="connsiteY2" fmla="*/ 3333 h 6345"/>
                  <a:gd name="connsiteX3" fmla="*/ 5636 w 6343"/>
                  <a:gd name="connsiteY3" fmla="*/ 1090 h 6345"/>
                  <a:gd name="connsiteX4" fmla="*/ 3394 w 6343"/>
                  <a:gd name="connsiteY4" fmla="*/ 160 h 6345"/>
                  <a:gd name="connsiteX5" fmla="*/ 1151 w 6343"/>
                  <a:gd name="connsiteY5" fmla="*/ 1090 h 6345"/>
                  <a:gd name="connsiteX6" fmla="*/ 222 w 6343"/>
                  <a:gd name="connsiteY6" fmla="*/ 3333 h 6345"/>
                  <a:gd name="connsiteX7" fmla="*/ 1151 w 6343"/>
                  <a:gd name="connsiteY7" fmla="*/ 5577 h 6345"/>
                  <a:gd name="connsiteX8" fmla="*/ 339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6"/>
                    </a:moveTo>
                    <a:cubicBezTo>
                      <a:pt x="4235" y="6506"/>
                      <a:pt x="5041" y="6172"/>
                      <a:pt x="5636" y="5577"/>
                    </a:cubicBezTo>
                    <a:cubicBezTo>
                      <a:pt x="6231" y="4982"/>
                      <a:pt x="6565" y="4175"/>
                      <a:pt x="6565" y="3333"/>
                    </a:cubicBezTo>
                    <a:cubicBezTo>
                      <a:pt x="6565" y="2492"/>
                      <a:pt x="6231" y="1685"/>
                      <a:pt x="5636" y="1090"/>
                    </a:cubicBezTo>
                    <a:cubicBezTo>
                      <a:pt x="5041" y="495"/>
                      <a:pt x="4235" y="160"/>
                      <a:pt x="3394" y="160"/>
                    </a:cubicBezTo>
                    <a:cubicBezTo>
                      <a:pt x="2552" y="160"/>
                      <a:pt x="1746" y="495"/>
                      <a:pt x="1151" y="1090"/>
                    </a:cubicBezTo>
                    <a:cubicBezTo>
                      <a:pt x="556" y="1685"/>
                      <a:pt x="222" y="2492"/>
                      <a:pt x="222" y="3333"/>
                    </a:cubicBezTo>
                    <a:cubicBezTo>
                      <a:pt x="222" y="4175"/>
                      <a:pt x="556" y="4982"/>
                      <a:pt x="1151" y="5577"/>
                    </a:cubicBezTo>
                    <a:cubicBezTo>
                      <a:pt x="1746" y="6172"/>
                      <a:pt x="2552" y="6506"/>
                      <a:pt x="339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55" name="Freeform: Shape 15754">
                <a:extLst>
                  <a:ext uri="{FF2B5EF4-FFF2-40B4-BE49-F238E27FC236}">
                    <a16:creationId xmlns:a16="http://schemas.microsoft.com/office/drawing/2014/main" id="{E99F9649-933E-7638-E518-F98A7779B70F}"/>
                  </a:ext>
                </a:extLst>
              </p:cNvPr>
              <p:cNvSpPr/>
              <p:nvPr/>
            </p:nvSpPr>
            <p:spPr>
              <a:xfrm>
                <a:off x="9223028" y="5515448"/>
                <a:ext cx="6343" cy="6345"/>
              </a:xfrm>
              <a:custGeom>
                <a:avLst/>
                <a:gdLst>
                  <a:gd name="connsiteX0" fmla="*/ 3393 w 6343"/>
                  <a:gd name="connsiteY0" fmla="*/ 6506 h 6345"/>
                  <a:gd name="connsiteX1" fmla="*/ 5636 w 6343"/>
                  <a:gd name="connsiteY1" fmla="*/ 5577 h 6345"/>
                  <a:gd name="connsiteX2" fmla="*/ 6565 w 6343"/>
                  <a:gd name="connsiteY2" fmla="*/ 3333 h 6345"/>
                  <a:gd name="connsiteX3" fmla="*/ 5636 w 6343"/>
                  <a:gd name="connsiteY3" fmla="*/ 1090 h 6345"/>
                  <a:gd name="connsiteX4" fmla="*/ 3393 w 6343"/>
                  <a:gd name="connsiteY4" fmla="*/ 160 h 6345"/>
                  <a:gd name="connsiteX5" fmla="*/ 1151 w 6343"/>
                  <a:gd name="connsiteY5" fmla="*/ 1090 h 6345"/>
                  <a:gd name="connsiteX6" fmla="*/ 222 w 6343"/>
                  <a:gd name="connsiteY6" fmla="*/ 3333 h 6345"/>
                  <a:gd name="connsiteX7" fmla="*/ 1151 w 6343"/>
                  <a:gd name="connsiteY7" fmla="*/ 5577 h 6345"/>
                  <a:gd name="connsiteX8" fmla="*/ 339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6"/>
                    </a:moveTo>
                    <a:cubicBezTo>
                      <a:pt x="4234" y="6506"/>
                      <a:pt x="5041" y="6172"/>
                      <a:pt x="5636" y="5577"/>
                    </a:cubicBezTo>
                    <a:cubicBezTo>
                      <a:pt x="6231" y="4982"/>
                      <a:pt x="6565" y="4175"/>
                      <a:pt x="6565" y="3333"/>
                    </a:cubicBezTo>
                    <a:cubicBezTo>
                      <a:pt x="6565" y="2492"/>
                      <a:pt x="6231" y="1685"/>
                      <a:pt x="5636" y="1090"/>
                    </a:cubicBezTo>
                    <a:cubicBezTo>
                      <a:pt x="5041" y="495"/>
                      <a:pt x="4234" y="160"/>
                      <a:pt x="3393" y="160"/>
                    </a:cubicBezTo>
                    <a:cubicBezTo>
                      <a:pt x="2552" y="160"/>
                      <a:pt x="1745" y="495"/>
                      <a:pt x="1151" y="1090"/>
                    </a:cubicBezTo>
                    <a:cubicBezTo>
                      <a:pt x="556" y="1685"/>
                      <a:pt x="222" y="2492"/>
                      <a:pt x="222" y="3333"/>
                    </a:cubicBezTo>
                    <a:cubicBezTo>
                      <a:pt x="222" y="4175"/>
                      <a:pt x="556" y="4982"/>
                      <a:pt x="1151" y="5577"/>
                    </a:cubicBezTo>
                    <a:cubicBezTo>
                      <a:pt x="1745" y="6172"/>
                      <a:pt x="2552" y="6506"/>
                      <a:pt x="339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56" name="Freeform: Shape 15755">
                <a:extLst>
                  <a:ext uri="{FF2B5EF4-FFF2-40B4-BE49-F238E27FC236}">
                    <a16:creationId xmlns:a16="http://schemas.microsoft.com/office/drawing/2014/main" id="{37E46212-4DA0-5F50-1427-2EDEE82D7987}"/>
                  </a:ext>
                </a:extLst>
              </p:cNvPr>
              <p:cNvSpPr/>
              <p:nvPr/>
            </p:nvSpPr>
            <p:spPr>
              <a:xfrm>
                <a:off x="9220640" y="5515106"/>
                <a:ext cx="6343" cy="6345"/>
              </a:xfrm>
              <a:custGeom>
                <a:avLst/>
                <a:gdLst>
                  <a:gd name="connsiteX0" fmla="*/ 3393 w 6343"/>
                  <a:gd name="connsiteY0" fmla="*/ 6506 h 6345"/>
                  <a:gd name="connsiteX1" fmla="*/ 5636 w 6343"/>
                  <a:gd name="connsiteY1" fmla="*/ 5577 h 6345"/>
                  <a:gd name="connsiteX2" fmla="*/ 6565 w 6343"/>
                  <a:gd name="connsiteY2" fmla="*/ 3333 h 6345"/>
                  <a:gd name="connsiteX3" fmla="*/ 5636 w 6343"/>
                  <a:gd name="connsiteY3" fmla="*/ 1090 h 6345"/>
                  <a:gd name="connsiteX4" fmla="*/ 3393 w 6343"/>
                  <a:gd name="connsiteY4" fmla="*/ 160 h 6345"/>
                  <a:gd name="connsiteX5" fmla="*/ 1151 w 6343"/>
                  <a:gd name="connsiteY5" fmla="*/ 1090 h 6345"/>
                  <a:gd name="connsiteX6" fmla="*/ 222 w 6343"/>
                  <a:gd name="connsiteY6" fmla="*/ 3333 h 6345"/>
                  <a:gd name="connsiteX7" fmla="*/ 1151 w 6343"/>
                  <a:gd name="connsiteY7" fmla="*/ 5577 h 6345"/>
                  <a:gd name="connsiteX8" fmla="*/ 339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6"/>
                    </a:moveTo>
                    <a:cubicBezTo>
                      <a:pt x="4234" y="6506"/>
                      <a:pt x="5041" y="6172"/>
                      <a:pt x="5636" y="5577"/>
                    </a:cubicBezTo>
                    <a:cubicBezTo>
                      <a:pt x="6231" y="4982"/>
                      <a:pt x="6565" y="4175"/>
                      <a:pt x="6565" y="3333"/>
                    </a:cubicBezTo>
                    <a:cubicBezTo>
                      <a:pt x="6565" y="2492"/>
                      <a:pt x="6231" y="1685"/>
                      <a:pt x="5636" y="1090"/>
                    </a:cubicBezTo>
                    <a:cubicBezTo>
                      <a:pt x="5041" y="495"/>
                      <a:pt x="4234" y="160"/>
                      <a:pt x="3393" y="160"/>
                    </a:cubicBezTo>
                    <a:cubicBezTo>
                      <a:pt x="2552" y="160"/>
                      <a:pt x="1745" y="495"/>
                      <a:pt x="1151" y="1090"/>
                    </a:cubicBezTo>
                    <a:cubicBezTo>
                      <a:pt x="556" y="1685"/>
                      <a:pt x="222" y="2492"/>
                      <a:pt x="222" y="3333"/>
                    </a:cubicBezTo>
                    <a:cubicBezTo>
                      <a:pt x="222" y="4175"/>
                      <a:pt x="556" y="4982"/>
                      <a:pt x="1151" y="5577"/>
                    </a:cubicBezTo>
                    <a:cubicBezTo>
                      <a:pt x="1745" y="6172"/>
                      <a:pt x="2552" y="6506"/>
                      <a:pt x="339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57" name="Freeform: Shape 15756">
                <a:extLst>
                  <a:ext uri="{FF2B5EF4-FFF2-40B4-BE49-F238E27FC236}">
                    <a16:creationId xmlns:a16="http://schemas.microsoft.com/office/drawing/2014/main" id="{6D9E76D8-D7C1-1F2B-8952-DA59DAFE662A}"/>
                  </a:ext>
                </a:extLst>
              </p:cNvPr>
              <p:cNvSpPr/>
              <p:nvPr/>
            </p:nvSpPr>
            <p:spPr>
              <a:xfrm>
                <a:off x="9218031" y="5514955"/>
                <a:ext cx="6343" cy="6345"/>
              </a:xfrm>
              <a:custGeom>
                <a:avLst/>
                <a:gdLst>
                  <a:gd name="connsiteX0" fmla="*/ 3393 w 6343"/>
                  <a:gd name="connsiteY0" fmla="*/ 6506 h 6345"/>
                  <a:gd name="connsiteX1" fmla="*/ 5636 w 6343"/>
                  <a:gd name="connsiteY1" fmla="*/ 5577 h 6345"/>
                  <a:gd name="connsiteX2" fmla="*/ 6565 w 6343"/>
                  <a:gd name="connsiteY2" fmla="*/ 3333 h 6345"/>
                  <a:gd name="connsiteX3" fmla="*/ 5636 w 6343"/>
                  <a:gd name="connsiteY3" fmla="*/ 1090 h 6345"/>
                  <a:gd name="connsiteX4" fmla="*/ 3393 w 6343"/>
                  <a:gd name="connsiteY4" fmla="*/ 160 h 6345"/>
                  <a:gd name="connsiteX5" fmla="*/ 1150 w 6343"/>
                  <a:gd name="connsiteY5" fmla="*/ 1090 h 6345"/>
                  <a:gd name="connsiteX6" fmla="*/ 221 w 6343"/>
                  <a:gd name="connsiteY6" fmla="*/ 3333 h 6345"/>
                  <a:gd name="connsiteX7" fmla="*/ 1150 w 6343"/>
                  <a:gd name="connsiteY7" fmla="*/ 5577 h 6345"/>
                  <a:gd name="connsiteX8" fmla="*/ 339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6"/>
                    </a:moveTo>
                    <a:cubicBezTo>
                      <a:pt x="4234" y="6506"/>
                      <a:pt x="5041" y="6172"/>
                      <a:pt x="5636" y="5577"/>
                    </a:cubicBezTo>
                    <a:cubicBezTo>
                      <a:pt x="6230" y="4982"/>
                      <a:pt x="6565" y="4175"/>
                      <a:pt x="6565" y="3333"/>
                    </a:cubicBezTo>
                    <a:cubicBezTo>
                      <a:pt x="6565" y="2492"/>
                      <a:pt x="6230" y="1685"/>
                      <a:pt x="5636" y="1090"/>
                    </a:cubicBezTo>
                    <a:cubicBezTo>
                      <a:pt x="5041" y="495"/>
                      <a:pt x="4234" y="160"/>
                      <a:pt x="3393" y="160"/>
                    </a:cubicBezTo>
                    <a:cubicBezTo>
                      <a:pt x="2552" y="160"/>
                      <a:pt x="1745" y="495"/>
                      <a:pt x="1150" y="1090"/>
                    </a:cubicBezTo>
                    <a:cubicBezTo>
                      <a:pt x="556" y="1685"/>
                      <a:pt x="221" y="2492"/>
                      <a:pt x="221" y="3333"/>
                    </a:cubicBezTo>
                    <a:cubicBezTo>
                      <a:pt x="221" y="4175"/>
                      <a:pt x="556" y="4982"/>
                      <a:pt x="1150" y="5577"/>
                    </a:cubicBezTo>
                    <a:cubicBezTo>
                      <a:pt x="1745" y="6172"/>
                      <a:pt x="2552" y="6506"/>
                      <a:pt x="339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58" name="Freeform: Shape 15757">
                <a:extLst>
                  <a:ext uri="{FF2B5EF4-FFF2-40B4-BE49-F238E27FC236}">
                    <a16:creationId xmlns:a16="http://schemas.microsoft.com/office/drawing/2014/main" id="{B2BA6A23-9BCA-DBA0-AC71-B0F31083E063}"/>
                  </a:ext>
                </a:extLst>
              </p:cNvPr>
              <p:cNvSpPr/>
              <p:nvPr/>
            </p:nvSpPr>
            <p:spPr>
              <a:xfrm>
                <a:off x="9214893" y="5515284"/>
                <a:ext cx="6343" cy="6345"/>
              </a:xfrm>
              <a:custGeom>
                <a:avLst/>
                <a:gdLst>
                  <a:gd name="connsiteX0" fmla="*/ 3393 w 6343"/>
                  <a:gd name="connsiteY0" fmla="*/ 6506 h 6345"/>
                  <a:gd name="connsiteX1" fmla="*/ 5635 w 6343"/>
                  <a:gd name="connsiteY1" fmla="*/ 5577 h 6345"/>
                  <a:gd name="connsiteX2" fmla="*/ 6564 w 6343"/>
                  <a:gd name="connsiteY2" fmla="*/ 3333 h 6345"/>
                  <a:gd name="connsiteX3" fmla="*/ 5635 w 6343"/>
                  <a:gd name="connsiteY3" fmla="*/ 1090 h 6345"/>
                  <a:gd name="connsiteX4" fmla="*/ 3393 w 6343"/>
                  <a:gd name="connsiteY4" fmla="*/ 160 h 6345"/>
                  <a:gd name="connsiteX5" fmla="*/ 1150 w 6343"/>
                  <a:gd name="connsiteY5" fmla="*/ 1090 h 6345"/>
                  <a:gd name="connsiteX6" fmla="*/ 221 w 6343"/>
                  <a:gd name="connsiteY6" fmla="*/ 3333 h 6345"/>
                  <a:gd name="connsiteX7" fmla="*/ 1150 w 6343"/>
                  <a:gd name="connsiteY7" fmla="*/ 5577 h 6345"/>
                  <a:gd name="connsiteX8" fmla="*/ 339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6"/>
                    </a:moveTo>
                    <a:cubicBezTo>
                      <a:pt x="4234" y="6506"/>
                      <a:pt x="5041" y="6172"/>
                      <a:pt x="5635" y="5577"/>
                    </a:cubicBezTo>
                    <a:cubicBezTo>
                      <a:pt x="6230" y="4982"/>
                      <a:pt x="6564" y="4175"/>
                      <a:pt x="6564" y="3333"/>
                    </a:cubicBezTo>
                    <a:cubicBezTo>
                      <a:pt x="6564" y="2492"/>
                      <a:pt x="6230" y="1685"/>
                      <a:pt x="5635" y="1090"/>
                    </a:cubicBezTo>
                    <a:cubicBezTo>
                      <a:pt x="5041" y="495"/>
                      <a:pt x="4234" y="160"/>
                      <a:pt x="3393" y="160"/>
                    </a:cubicBezTo>
                    <a:cubicBezTo>
                      <a:pt x="2552" y="160"/>
                      <a:pt x="1745" y="495"/>
                      <a:pt x="1150" y="1090"/>
                    </a:cubicBezTo>
                    <a:cubicBezTo>
                      <a:pt x="555" y="1685"/>
                      <a:pt x="221" y="2492"/>
                      <a:pt x="221" y="3333"/>
                    </a:cubicBezTo>
                    <a:cubicBezTo>
                      <a:pt x="221" y="4175"/>
                      <a:pt x="555" y="4982"/>
                      <a:pt x="1150" y="5577"/>
                    </a:cubicBezTo>
                    <a:cubicBezTo>
                      <a:pt x="1745" y="6172"/>
                      <a:pt x="2552" y="6506"/>
                      <a:pt x="339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59" name="Freeform: Shape 15758">
                <a:extLst>
                  <a:ext uri="{FF2B5EF4-FFF2-40B4-BE49-F238E27FC236}">
                    <a16:creationId xmlns:a16="http://schemas.microsoft.com/office/drawing/2014/main" id="{A4EDA405-91BF-A152-3AAE-B77579C5DC1E}"/>
                  </a:ext>
                </a:extLst>
              </p:cNvPr>
              <p:cNvSpPr/>
              <p:nvPr/>
            </p:nvSpPr>
            <p:spPr>
              <a:xfrm>
                <a:off x="9212224" y="5515123"/>
                <a:ext cx="6343" cy="6345"/>
              </a:xfrm>
              <a:custGeom>
                <a:avLst/>
                <a:gdLst>
                  <a:gd name="connsiteX0" fmla="*/ 3393 w 6343"/>
                  <a:gd name="connsiteY0" fmla="*/ 6506 h 6345"/>
                  <a:gd name="connsiteX1" fmla="*/ 5635 w 6343"/>
                  <a:gd name="connsiteY1" fmla="*/ 5577 h 6345"/>
                  <a:gd name="connsiteX2" fmla="*/ 6564 w 6343"/>
                  <a:gd name="connsiteY2" fmla="*/ 3333 h 6345"/>
                  <a:gd name="connsiteX3" fmla="*/ 5635 w 6343"/>
                  <a:gd name="connsiteY3" fmla="*/ 1090 h 6345"/>
                  <a:gd name="connsiteX4" fmla="*/ 3393 w 6343"/>
                  <a:gd name="connsiteY4" fmla="*/ 160 h 6345"/>
                  <a:gd name="connsiteX5" fmla="*/ 1150 w 6343"/>
                  <a:gd name="connsiteY5" fmla="*/ 1090 h 6345"/>
                  <a:gd name="connsiteX6" fmla="*/ 221 w 6343"/>
                  <a:gd name="connsiteY6" fmla="*/ 3333 h 6345"/>
                  <a:gd name="connsiteX7" fmla="*/ 1150 w 6343"/>
                  <a:gd name="connsiteY7" fmla="*/ 5577 h 6345"/>
                  <a:gd name="connsiteX8" fmla="*/ 339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6"/>
                    </a:moveTo>
                    <a:cubicBezTo>
                      <a:pt x="4234" y="6506"/>
                      <a:pt x="5040" y="6172"/>
                      <a:pt x="5635" y="5577"/>
                    </a:cubicBezTo>
                    <a:cubicBezTo>
                      <a:pt x="6230" y="4982"/>
                      <a:pt x="6564" y="4175"/>
                      <a:pt x="6564" y="3333"/>
                    </a:cubicBezTo>
                    <a:cubicBezTo>
                      <a:pt x="6564" y="2492"/>
                      <a:pt x="6230" y="1685"/>
                      <a:pt x="5635" y="1090"/>
                    </a:cubicBezTo>
                    <a:cubicBezTo>
                      <a:pt x="5040" y="495"/>
                      <a:pt x="4234" y="160"/>
                      <a:pt x="3393" y="160"/>
                    </a:cubicBezTo>
                    <a:cubicBezTo>
                      <a:pt x="2551" y="160"/>
                      <a:pt x="1745" y="495"/>
                      <a:pt x="1150" y="1090"/>
                    </a:cubicBezTo>
                    <a:cubicBezTo>
                      <a:pt x="555" y="1685"/>
                      <a:pt x="221" y="2492"/>
                      <a:pt x="221" y="3333"/>
                    </a:cubicBezTo>
                    <a:cubicBezTo>
                      <a:pt x="221" y="4175"/>
                      <a:pt x="555" y="4982"/>
                      <a:pt x="1150" y="5577"/>
                    </a:cubicBezTo>
                    <a:cubicBezTo>
                      <a:pt x="1745" y="6172"/>
                      <a:pt x="2551" y="6506"/>
                      <a:pt x="339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60" name="Freeform: Shape 15759">
                <a:extLst>
                  <a:ext uri="{FF2B5EF4-FFF2-40B4-BE49-F238E27FC236}">
                    <a16:creationId xmlns:a16="http://schemas.microsoft.com/office/drawing/2014/main" id="{6D67B1CF-7D94-70D4-A547-CC62B6BBD23B}"/>
                  </a:ext>
                </a:extLst>
              </p:cNvPr>
              <p:cNvSpPr/>
              <p:nvPr/>
            </p:nvSpPr>
            <p:spPr>
              <a:xfrm>
                <a:off x="9209152" y="5515312"/>
                <a:ext cx="6343" cy="6345"/>
              </a:xfrm>
              <a:custGeom>
                <a:avLst/>
                <a:gdLst>
                  <a:gd name="connsiteX0" fmla="*/ 3392 w 6343"/>
                  <a:gd name="connsiteY0" fmla="*/ 6506 h 6345"/>
                  <a:gd name="connsiteX1" fmla="*/ 5635 w 6343"/>
                  <a:gd name="connsiteY1" fmla="*/ 5577 h 6345"/>
                  <a:gd name="connsiteX2" fmla="*/ 6564 w 6343"/>
                  <a:gd name="connsiteY2" fmla="*/ 3333 h 6345"/>
                  <a:gd name="connsiteX3" fmla="*/ 5635 w 6343"/>
                  <a:gd name="connsiteY3" fmla="*/ 1090 h 6345"/>
                  <a:gd name="connsiteX4" fmla="*/ 3392 w 6343"/>
                  <a:gd name="connsiteY4" fmla="*/ 160 h 6345"/>
                  <a:gd name="connsiteX5" fmla="*/ 1150 w 6343"/>
                  <a:gd name="connsiteY5" fmla="*/ 1090 h 6345"/>
                  <a:gd name="connsiteX6" fmla="*/ 221 w 6343"/>
                  <a:gd name="connsiteY6" fmla="*/ 3333 h 6345"/>
                  <a:gd name="connsiteX7" fmla="*/ 1150 w 6343"/>
                  <a:gd name="connsiteY7" fmla="*/ 5577 h 6345"/>
                  <a:gd name="connsiteX8" fmla="*/ 3392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6"/>
                    </a:moveTo>
                    <a:cubicBezTo>
                      <a:pt x="4233" y="6506"/>
                      <a:pt x="5040" y="6172"/>
                      <a:pt x="5635" y="5577"/>
                    </a:cubicBezTo>
                    <a:cubicBezTo>
                      <a:pt x="6230" y="4982"/>
                      <a:pt x="6564" y="4175"/>
                      <a:pt x="6564" y="3333"/>
                    </a:cubicBezTo>
                    <a:cubicBezTo>
                      <a:pt x="6564" y="2492"/>
                      <a:pt x="6230" y="1685"/>
                      <a:pt x="5635" y="1090"/>
                    </a:cubicBezTo>
                    <a:cubicBezTo>
                      <a:pt x="5040" y="495"/>
                      <a:pt x="4233" y="160"/>
                      <a:pt x="3392" y="160"/>
                    </a:cubicBezTo>
                    <a:cubicBezTo>
                      <a:pt x="2551" y="160"/>
                      <a:pt x="1744" y="495"/>
                      <a:pt x="1150" y="1090"/>
                    </a:cubicBezTo>
                    <a:cubicBezTo>
                      <a:pt x="555" y="1685"/>
                      <a:pt x="221" y="2492"/>
                      <a:pt x="221" y="3333"/>
                    </a:cubicBezTo>
                    <a:cubicBezTo>
                      <a:pt x="221" y="4175"/>
                      <a:pt x="555" y="4982"/>
                      <a:pt x="1150" y="5577"/>
                    </a:cubicBezTo>
                    <a:cubicBezTo>
                      <a:pt x="1744" y="6172"/>
                      <a:pt x="2551" y="6506"/>
                      <a:pt x="3392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61" name="Freeform: Shape 15760">
                <a:extLst>
                  <a:ext uri="{FF2B5EF4-FFF2-40B4-BE49-F238E27FC236}">
                    <a16:creationId xmlns:a16="http://schemas.microsoft.com/office/drawing/2014/main" id="{651E97E6-39E9-B7B5-EC02-402344F84AEA}"/>
                  </a:ext>
                </a:extLst>
              </p:cNvPr>
              <p:cNvSpPr/>
              <p:nvPr/>
            </p:nvSpPr>
            <p:spPr>
              <a:xfrm>
                <a:off x="9206469" y="5515100"/>
                <a:ext cx="6343" cy="6345"/>
              </a:xfrm>
              <a:custGeom>
                <a:avLst/>
                <a:gdLst>
                  <a:gd name="connsiteX0" fmla="*/ 3392 w 6343"/>
                  <a:gd name="connsiteY0" fmla="*/ 6506 h 6345"/>
                  <a:gd name="connsiteX1" fmla="*/ 5635 w 6343"/>
                  <a:gd name="connsiteY1" fmla="*/ 5577 h 6345"/>
                  <a:gd name="connsiteX2" fmla="*/ 6564 w 6343"/>
                  <a:gd name="connsiteY2" fmla="*/ 3333 h 6345"/>
                  <a:gd name="connsiteX3" fmla="*/ 5635 w 6343"/>
                  <a:gd name="connsiteY3" fmla="*/ 1090 h 6345"/>
                  <a:gd name="connsiteX4" fmla="*/ 3392 w 6343"/>
                  <a:gd name="connsiteY4" fmla="*/ 160 h 6345"/>
                  <a:gd name="connsiteX5" fmla="*/ 1149 w 6343"/>
                  <a:gd name="connsiteY5" fmla="*/ 1090 h 6345"/>
                  <a:gd name="connsiteX6" fmla="*/ 221 w 6343"/>
                  <a:gd name="connsiteY6" fmla="*/ 3333 h 6345"/>
                  <a:gd name="connsiteX7" fmla="*/ 1149 w 6343"/>
                  <a:gd name="connsiteY7" fmla="*/ 5577 h 6345"/>
                  <a:gd name="connsiteX8" fmla="*/ 3392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6"/>
                    </a:moveTo>
                    <a:cubicBezTo>
                      <a:pt x="4233" y="6506"/>
                      <a:pt x="5040" y="6172"/>
                      <a:pt x="5635" y="5577"/>
                    </a:cubicBezTo>
                    <a:cubicBezTo>
                      <a:pt x="6229" y="4982"/>
                      <a:pt x="6564" y="4175"/>
                      <a:pt x="6564" y="3333"/>
                    </a:cubicBezTo>
                    <a:cubicBezTo>
                      <a:pt x="6564" y="2492"/>
                      <a:pt x="6229" y="1685"/>
                      <a:pt x="5635" y="1090"/>
                    </a:cubicBezTo>
                    <a:cubicBezTo>
                      <a:pt x="5040" y="495"/>
                      <a:pt x="4233" y="160"/>
                      <a:pt x="3392" y="160"/>
                    </a:cubicBezTo>
                    <a:cubicBezTo>
                      <a:pt x="2551" y="160"/>
                      <a:pt x="1744" y="495"/>
                      <a:pt x="1149" y="1090"/>
                    </a:cubicBezTo>
                    <a:cubicBezTo>
                      <a:pt x="555" y="1685"/>
                      <a:pt x="221" y="2492"/>
                      <a:pt x="221" y="3333"/>
                    </a:cubicBezTo>
                    <a:cubicBezTo>
                      <a:pt x="221" y="4175"/>
                      <a:pt x="555" y="4982"/>
                      <a:pt x="1149" y="5577"/>
                    </a:cubicBezTo>
                    <a:cubicBezTo>
                      <a:pt x="1744" y="6172"/>
                      <a:pt x="2551" y="6506"/>
                      <a:pt x="3392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62" name="Freeform: Shape 15761">
                <a:extLst>
                  <a:ext uri="{FF2B5EF4-FFF2-40B4-BE49-F238E27FC236}">
                    <a16:creationId xmlns:a16="http://schemas.microsoft.com/office/drawing/2014/main" id="{C4A97B26-B59E-DA4C-8653-834C05954691}"/>
                  </a:ext>
                </a:extLst>
              </p:cNvPr>
              <p:cNvSpPr/>
              <p:nvPr/>
            </p:nvSpPr>
            <p:spPr>
              <a:xfrm>
                <a:off x="9204002" y="5514659"/>
                <a:ext cx="6343" cy="6345"/>
              </a:xfrm>
              <a:custGeom>
                <a:avLst/>
                <a:gdLst>
                  <a:gd name="connsiteX0" fmla="*/ 3392 w 6343"/>
                  <a:gd name="connsiteY0" fmla="*/ 6506 h 6345"/>
                  <a:gd name="connsiteX1" fmla="*/ 5635 w 6343"/>
                  <a:gd name="connsiteY1" fmla="*/ 5577 h 6345"/>
                  <a:gd name="connsiteX2" fmla="*/ 6563 w 6343"/>
                  <a:gd name="connsiteY2" fmla="*/ 3333 h 6345"/>
                  <a:gd name="connsiteX3" fmla="*/ 5635 w 6343"/>
                  <a:gd name="connsiteY3" fmla="*/ 1090 h 6345"/>
                  <a:gd name="connsiteX4" fmla="*/ 3392 w 6343"/>
                  <a:gd name="connsiteY4" fmla="*/ 160 h 6345"/>
                  <a:gd name="connsiteX5" fmla="*/ 1149 w 6343"/>
                  <a:gd name="connsiteY5" fmla="*/ 1090 h 6345"/>
                  <a:gd name="connsiteX6" fmla="*/ 220 w 6343"/>
                  <a:gd name="connsiteY6" fmla="*/ 3333 h 6345"/>
                  <a:gd name="connsiteX7" fmla="*/ 1149 w 6343"/>
                  <a:gd name="connsiteY7" fmla="*/ 5577 h 6345"/>
                  <a:gd name="connsiteX8" fmla="*/ 3392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6"/>
                    </a:moveTo>
                    <a:cubicBezTo>
                      <a:pt x="4233" y="6506"/>
                      <a:pt x="5040" y="6171"/>
                      <a:pt x="5635" y="5577"/>
                    </a:cubicBezTo>
                    <a:cubicBezTo>
                      <a:pt x="6229" y="4982"/>
                      <a:pt x="6563" y="4174"/>
                      <a:pt x="6563" y="3333"/>
                    </a:cubicBezTo>
                    <a:cubicBezTo>
                      <a:pt x="6563" y="2492"/>
                      <a:pt x="6229" y="1685"/>
                      <a:pt x="5635" y="1090"/>
                    </a:cubicBezTo>
                    <a:cubicBezTo>
                      <a:pt x="5040" y="495"/>
                      <a:pt x="4233" y="160"/>
                      <a:pt x="3392" y="160"/>
                    </a:cubicBezTo>
                    <a:cubicBezTo>
                      <a:pt x="2551" y="160"/>
                      <a:pt x="1744" y="495"/>
                      <a:pt x="1149" y="1090"/>
                    </a:cubicBezTo>
                    <a:cubicBezTo>
                      <a:pt x="554" y="1685"/>
                      <a:pt x="220" y="2492"/>
                      <a:pt x="220" y="3333"/>
                    </a:cubicBezTo>
                    <a:cubicBezTo>
                      <a:pt x="220" y="4174"/>
                      <a:pt x="554" y="4982"/>
                      <a:pt x="1149" y="5577"/>
                    </a:cubicBezTo>
                    <a:cubicBezTo>
                      <a:pt x="1744" y="6171"/>
                      <a:pt x="2551" y="6506"/>
                      <a:pt x="3392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63" name="Freeform: Shape 15762">
                <a:extLst>
                  <a:ext uri="{FF2B5EF4-FFF2-40B4-BE49-F238E27FC236}">
                    <a16:creationId xmlns:a16="http://schemas.microsoft.com/office/drawing/2014/main" id="{D0A9C153-B589-C600-4E0C-21FF3079F1C0}"/>
                  </a:ext>
                </a:extLst>
              </p:cNvPr>
              <p:cNvSpPr/>
              <p:nvPr/>
            </p:nvSpPr>
            <p:spPr>
              <a:xfrm>
                <a:off x="9201128" y="5514561"/>
                <a:ext cx="6343" cy="6345"/>
              </a:xfrm>
              <a:custGeom>
                <a:avLst/>
                <a:gdLst>
                  <a:gd name="connsiteX0" fmla="*/ 3392 w 6343"/>
                  <a:gd name="connsiteY0" fmla="*/ 6506 h 6345"/>
                  <a:gd name="connsiteX1" fmla="*/ 5634 w 6343"/>
                  <a:gd name="connsiteY1" fmla="*/ 5577 h 6345"/>
                  <a:gd name="connsiteX2" fmla="*/ 6563 w 6343"/>
                  <a:gd name="connsiteY2" fmla="*/ 3333 h 6345"/>
                  <a:gd name="connsiteX3" fmla="*/ 5634 w 6343"/>
                  <a:gd name="connsiteY3" fmla="*/ 1090 h 6345"/>
                  <a:gd name="connsiteX4" fmla="*/ 3392 w 6343"/>
                  <a:gd name="connsiteY4" fmla="*/ 160 h 6345"/>
                  <a:gd name="connsiteX5" fmla="*/ 1149 w 6343"/>
                  <a:gd name="connsiteY5" fmla="*/ 1090 h 6345"/>
                  <a:gd name="connsiteX6" fmla="*/ 220 w 6343"/>
                  <a:gd name="connsiteY6" fmla="*/ 3333 h 6345"/>
                  <a:gd name="connsiteX7" fmla="*/ 1149 w 6343"/>
                  <a:gd name="connsiteY7" fmla="*/ 5577 h 6345"/>
                  <a:gd name="connsiteX8" fmla="*/ 3392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506"/>
                    </a:moveTo>
                    <a:cubicBezTo>
                      <a:pt x="4233" y="6506"/>
                      <a:pt x="5040" y="6171"/>
                      <a:pt x="5634" y="5577"/>
                    </a:cubicBezTo>
                    <a:cubicBezTo>
                      <a:pt x="6229" y="4982"/>
                      <a:pt x="6563" y="4174"/>
                      <a:pt x="6563" y="3333"/>
                    </a:cubicBezTo>
                    <a:cubicBezTo>
                      <a:pt x="6563" y="2492"/>
                      <a:pt x="6229" y="1685"/>
                      <a:pt x="5634" y="1090"/>
                    </a:cubicBezTo>
                    <a:cubicBezTo>
                      <a:pt x="5040" y="495"/>
                      <a:pt x="4233" y="160"/>
                      <a:pt x="3392" y="160"/>
                    </a:cubicBezTo>
                    <a:cubicBezTo>
                      <a:pt x="2551" y="160"/>
                      <a:pt x="1744" y="495"/>
                      <a:pt x="1149" y="1090"/>
                    </a:cubicBezTo>
                    <a:cubicBezTo>
                      <a:pt x="554" y="1685"/>
                      <a:pt x="220" y="2492"/>
                      <a:pt x="220" y="3333"/>
                    </a:cubicBezTo>
                    <a:cubicBezTo>
                      <a:pt x="220" y="4174"/>
                      <a:pt x="554" y="4982"/>
                      <a:pt x="1149" y="5577"/>
                    </a:cubicBezTo>
                    <a:cubicBezTo>
                      <a:pt x="1744" y="6171"/>
                      <a:pt x="2551" y="6506"/>
                      <a:pt x="3392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64" name="Freeform: Shape 15763">
                <a:extLst>
                  <a:ext uri="{FF2B5EF4-FFF2-40B4-BE49-F238E27FC236}">
                    <a16:creationId xmlns:a16="http://schemas.microsoft.com/office/drawing/2014/main" id="{475B644F-279A-A78D-AC0A-534BE583C40E}"/>
                  </a:ext>
                </a:extLst>
              </p:cNvPr>
              <p:cNvSpPr/>
              <p:nvPr/>
            </p:nvSpPr>
            <p:spPr>
              <a:xfrm>
                <a:off x="9197253" y="5515326"/>
                <a:ext cx="6343" cy="6345"/>
              </a:xfrm>
              <a:custGeom>
                <a:avLst/>
                <a:gdLst>
                  <a:gd name="connsiteX0" fmla="*/ 3391 w 6343"/>
                  <a:gd name="connsiteY0" fmla="*/ 6506 h 6345"/>
                  <a:gd name="connsiteX1" fmla="*/ 5634 w 6343"/>
                  <a:gd name="connsiteY1" fmla="*/ 5577 h 6345"/>
                  <a:gd name="connsiteX2" fmla="*/ 6563 w 6343"/>
                  <a:gd name="connsiteY2" fmla="*/ 3333 h 6345"/>
                  <a:gd name="connsiteX3" fmla="*/ 5634 w 6343"/>
                  <a:gd name="connsiteY3" fmla="*/ 1090 h 6345"/>
                  <a:gd name="connsiteX4" fmla="*/ 3391 w 6343"/>
                  <a:gd name="connsiteY4" fmla="*/ 160 h 6345"/>
                  <a:gd name="connsiteX5" fmla="*/ 1149 w 6343"/>
                  <a:gd name="connsiteY5" fmla="*/ 1090 h 6345"/>
                  <a:gd name="connsiteX6" fmla="*/ 220 w 6343"/>
                  <a:gd name="connsiteY6" fmla="*/ 3333 h 6345"/>
                  <a:gd name="connsiteX7" fmla="*/ 1149 w 6343"/>
                  <a:gd name="connsiteY7" fmla="*/ 5577 h 6345"/>
                  <a:gd name="connsiteX8" fmla="*/ 3391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6"/>
                    </a:moveTo>
                    <a:cubicBezTo>
                      <a:pt x="4232" y="6506"/>
                      <a:pt x="5039" y="6172"/>
                      <a:pt x="5634" y="5577"/>
                    </a:cubicBezTo>
                    <a:cubicBezTo>
                      <a:pt x="6229" y="4982"/>
                      <a:pt x="6563" y="4175"/>
                      <a:pt x="6563" y="3333"/>
                    </a:cubicBezTo>
                    <a:cubicBezTo>
                      <a:pt x="6563" y="2492"/>
                      <a:pt x="6229" y="1685"/>
                      <a:pt x="5634" y="1090"/>
                    </a:cubicBezTo>
                    <a:cubicBezTo>
                      <a:pt x="5039" y="495"/>
                      <a:pt x="4232" y="160"/>
                      <a:pt x="3391" y="160"/>
                    </a:cubicBezTo>
                    <a:cubicBezTo>
                      <a:pt x="2550" y="160"/>
                      <a:pt x="1743" y="495"/>
                      <a:pt x="1149" y="1090"/>
                    </a:cubicBezTo>
                    <a:cubicBezTo>
                      <a:pt x="554" y="1685"/>
                      <a:pt x="220" y="2492"/>
                      <a:pt x="220" y="3333"/>
                    </a:cubicBezTo>
                    <a:cubicBezTo>
                      <a:pt x="220" y="4175"/>
                      <a:pt x="554" y="4982"/>
                      <a:pt x="1149" y="5577"/>
                    </a:cubicBezTo>
                    <a:cubicBezTo>
                      <a:pt x="1743" y="6172"/>
                      <a:pt x="2550" y="6506"/>
                      <a:pt x="3391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65" name="Freeform: Shape 15764">
                <a:extLst>
                  <a:ext uri="{FF2B5EF4-FFF2-40B4-BE49-F238E27FC236}">
                    <a16:creationId xmlns:a16="http://schemas.microsoft.com/office/drawing/2014/main" id="{00AFDF7B-F4ED-8DBE-6BDE-1BDA0328201D}"/>
                  </a:ext>
                </a:extLst>
              </p:cNvPr>
              <p:cNvSpPr/>
              <p:nvPr/>
            </p:nvSpPr>
            <p:spPr>
              <a:xfrm>
                <a:off x="9194177" y="5515328"/>
                <a:ext cx="6343" cy="6345"/>
              </a:xfrm>
              <a:custGeom>
                <a:avLst/>
                <a:gdLst>
                  <a:gd name="connsiteX0" fmla="*/ 3391 w 6343"/>
                  <a:gd name="connsiteY0" fmla="*/ 6506 h 6345"/>
                  <a:gd name="connsiteX1" fmla="*/ 5634 w 6343"/>
                  <a:gd name="connsiteY1" fmla="*/ 5577 h 6345"/>
                  <a:gd name="connsiteX2" fmla="*/ 6563 w 6343"/>
                  <a:gd name="connsiteY2" fmla="*/ 3333 h 6345"/>
                  <a:gd name="connsiteX3" fmla="*/ 5634 w 6343"/>
                  <a:gd name="connsiteY3" fmla="*/ 1090 h 6345"/>
                  <a:gd name="connsiteX4" fmla="*/ 3391 w 6343"/>
                  <a:gd name="connsiteY4" fmla="*/ 160 h 6345"/>
                  <a:gd name="connsiteX5" fmla="*/ 1148 w 6343"/>
                  <a:gd name="connsiteY5" fmla="*/ 1090 h 6345"/>
                  <a:gd name="connsiteX6" fmla="*/ 220 w 6343"/>
                  <a:gd name="connsiteY6" fmla="*/ 3333 h 6345"/>
                  <a:gd name="connsiteX7" fmla="*/ 1148 w 6343"/>
                  <a:gd name="connsiteY7" fmla="*/ 5577 h 6345"/>
                  <a:gd name="connsiteX8" fmla="*/ 3391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6"/>
                    </a:moveTo>
                    <a:cubicBezTo>
                      <a:pt x="4232" y="6506"/>
                      <a:pt x="5039" y="6172"/>
                      <a:pt x="5634" y="5577"/>
                    </a:cubicBezTo>
                    <a:cubicBezTo>
                      <a:pt x="6228" y="4982"/>
                      <a:pt x="6563" y="4175"/>
                      <a:pt x="6563" y="3333"/>
                    </a:cubicBezTo>
                    <a:cubicBezTo>
                      <a:pt x="6563" y="2492"/>
                      <a:pt x="6228" y="1685"/>
                      <a:pt x="5634" y="1090"/>
                    </a:cubicBezTo>
                    <a:cubicBezTo>
                      <a:pt x="5039" y="495"/>
                      <a:pt x="4232" y="160"/>
                      <a:pt x="3391" y="160"/>
                    </a:cubicBezTo>
                    <a:cubicBezTo>
                      <a:pt x="2550" y="160"/>
                      <a:pt x="1743" y="495"/>
                      <a:pt x="1148" y="1090"/>
                    </a:cubicBezTo>
                    <a:cubicBezTo>
                      <a:pt x="554" y="1685"/>
                      <a:pt x="220" y="2492"/>
                      <a:pt x="220" y="3333"/>
                    </a:cubicBezTo>
                    <a:cubicBezTo>
                      <a:pt x="220" y="4175"/>
                      <a:pt x="554" y="4982"/>
                      <a:pt x="1148" y="5577"/>
                    </a:cubicBezTo>
                    <a:cubicBezTo>
                      <a:pt x="1743" y="6172"/>
                      <a:pt x="2550" y="6506"/>
                      <a:pt x="3391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66" name="Freeform: Shape 15765">
                <a:extLst>
                  <a:ext uri="{FF2B5EF4-FFF2-40B4-BE49-F238E27FC236}">
                    <a16:creationId xmlns:a16="http://schemas.microsoft.com/office/drawing/2014/main" id="{56D66E2D-C006-96D4-D33E-F4C4780CD4E2}"/>
                  </a:ext>
                </a:extLst>
              </p:cNvPr>
              <p:cNvSpPr/>
              <p:nvPr/>
            </p:nvSpPr>
            <p:spPr>
              <a:xfrm>
                <a:off x="9191228" y="5515182"/>
                <a:ext cx="6343" cy="6345"/>
              </a:xfrm>
              <a:custGeom>
                <a:avLst/>
                <a:gdLst>
                  <a:gd name="connsiteX0" fmla="*/ 3391 w 6343"/>
                  <a:gd name="connsiteY0" fmla="*/ 6506 h 6345"/>
                  <a:gd name="connsiteX1" fmla="*/ 5633 w 6343"/>
                  <a:gd name="connsiteY1" fmla="*/ 5577 h 6345"/>
                  <a:gd name="connsiteX2" fmla="*/ 6562 w 6343"/>
                  <a:gd name="connsiteY2" fmla="*/ 3333 h 6345"/>
                  <a:gd name="connsiteX3" fmla="*/ 5633 w 6343"/>
                  <a:gd name="connsiteY3" fmla="*/ 1090 h 6345"/>
                  <a:gd name="connsiteX4" fmla="*/ 3391 w 6343"/>
                  <a:gd name="connsiteY4" fmla="*/ 160 h 6345"/>
                  <a:gd name="connsiteX5" fmla="*/ 1148 w 6343"/>
                  <a:gd name="connsiteY5" fmla="*/ 1090 h 6345"/>
                  <a:gd name="connsiteX6" fmla="*/ 219 w 6343"/>
                  <a:gd name="connsiteY6" fmla="*/ 3333 h 6345"/>
                  <a:gd name="connsiteX7" fmla="*/ 1148 w 6343"/>
                  <a:gd name="connsiteY7" fmla="*/ 5577 h 6345"/>
                  <a:gd name="connsiteX8" fmla="*/ 3391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6"/>
                    </a:moveTo>
                    <a:cubicBezTo>
                      <a:pt x="4232" y="6506"/>
                      <a:pt x="5039" y="6172"/>
                      <a:pt x="5633" y="5577"/>
                    </a:cubicBezTo>
                    <a:cubicBezTo>
                      <a:pt x="6228" y="4982"/>
                      <a:pt x="6562" y="4175"/>
                      <a:pt x="6562" y="3333"/>
                    </a:cubicBezTo>
                    <a:cubicBezTo>
                      <a:pt x="6562" y="2492"/>
                      <a:pt x="6228" y="1685"/>
                      <a:pt x="5633" y="1090"/>
                    </a:cubicBezTo>
                    <a:cubicBezTo>
                      <a:pt x="5039" y="495"/>
                      <a:pt x="4232" y="160"/>
                      <a:pt x="3391" y="160"/>
                    </a:cubicBezTo>
                    <a:cubicBezTo>
                      <a:pt x="2550" y="160"/>
                      <a:pt x="1743" y="495"/>
                      <a:pt x="1148" y="1090"/>
                    </a:cubicBezTo>
                    <a:cubicBezTo>
                      <a:pt x="553" y="1685"/>
                      <a:pt x="219" y="2492"/>
                      <a:pt x="219" y="3333"/>
                    </a:cubicBezTo>
                    <a:cubicBezTo>
                      <a:pt x="219" y="4175"/>
                      <a:pt x="553" y="4982"/>
                      <a:pt x="1148" y="5577"/>
                    </a:cubicBezTo>
                    <a:cubicBezTo>
                      <a:pt x="1743" y="6172"/>
                      <a:pt x="2550" y="6506"/>
                      <a:pt x="3391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67" name="Freeform: Shape 15766">
                <a:extLst>
                  <a:ext uri="{FF2B5EF4-FFF2-40B4-BE49-F238E27FC236}">
                    <a16:creationId xmlns:a16="http://schemas.microsoft.com/office/drawing/2014/main" id="{1FCB8373-580E-872C-C9B5-7915AB607302}"/>
                  </a:ext>
                </a:extLst>
              </p:cNvPr>
              <p:cNvSpPr/>
              <p:nvPr/>
            </p:nvSpPr>
            <p:spPr>
              <a:xfrm>
                <a:off x="9188180" y="5515087"/>
                <a:ext cx="6343" cy="6345"/>
              </a:xfrm>
              <a:custGeom>
                <a:avLst/>
                <a:gdLst>
                  <a:gd name="connsiteX0" fmla="*/ 3391 w 6343"/>
                  <a:gd name="connsiteY0" fmla="*/ 6506 h 6345"/>
                  <a:gd name="connsiteX1" fmla="*/ 5633 w 6343"/>
                  <a:gd name="connsiteY1" fmla="*/ 5577 h 6345"/>
                  <a:gd name="connsiteX2" fmla="*/ 6562 w 6343"/>
                  <a:gd name="connsiteY2" fmla="*/ 3333 h 6345"/>
                  <a:gd name="connsiteX3" fmla="*/ 5633 w 6343"/>
                  <a:gd name="connsiteY3" fmla="*/ 1090 h 6345"/>
                  <a:gd name="connsiteX4" fmla="*/ 3391 w 6343"/>
                  <a:gd name="connsiteY4" fmla="*/ 160 h 6345"/>
                  <a:gd name="connsiteX5" fmla="*/ 1148 w 6343"/>
                  <a:gd name="connsiteY5" fmla="*/ 1090 h 6345"/>
                  <a:gd name="connsiteX6" fmla="*/ 219 w 6343"/>
                  <a:gd name="connsiteY6" fmla="*/ 3333 h 6345"/>
                  <a:gd name="connsiteX7" fmla="*/ 1148 w 6343"/>
                  <a:gd name="connsiteY7" fmla="*/ 5577 h 6345"/>
                  <a:gd name="connsiteX8" fmla="*/ 3391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506"/>
                    </a:moveTo>
                    <a:cubicBezTo>
                      <a:pt x="4232" y="6506"/>
                      <a:pt x="5039" y="6172"/>
                      <a:pt x="5633" y="5577"/>
                    </a:cubicBezTo>
                    <a:cubicBezTo>
                      <a:pt x="6228" y="4982"/>
                      <a:pt x="6562" y="4175"/>
                      <a:pt x="6562" y="3333"/>
                    </a:cubicBezTo>
                    <a:cubicBezTo>
                      <a:pt x="6562" y="2492"/>
                      <a:pt x="6228" y="1685"/>
                      <a:pt x="5633" y="1090"/>
                    </a:cubicBezTo>
                    <a:cubicBezTo>
                      <a:pt x="5039" y="495"/>
                      <a:pt x="4232" y="160"/>
                      <a:pt x="3391" y="160"/>
                    </a:cubicBezTo>
                    <a:cubicBezTo>
                      <a:pt x="2550" y="160"/>
                      <a:pt x="1743" y="495"/>
                      <a:pt x="1148" y="1090"/>
                    </a:cubicBezTo>
                    <a:cubicBezTo>
                      <a:pt x="553" y="1685"/>
                      <a:pt x="219" y="2492"/>
                      <a:pt x="219" y="3333"/>
                    </a:cubicBezTo>
                    <a:cubicBezTo>
                      <a:pt x="219" y="4175"/>
                      <a:pt x="553" y="4982"/>
                      <a:pt x="1148" y="5577"/>
                    </a:cubicBezTo>
                    <a:cubicBezTo>
                      <a:pt x="1743" y="6172"/>
                      <a:pt x="2550" y="6506"/>
                      <a:pt x="3391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68" name="Freeform: Shape 15767">
                <a:extLst>
                  <a:ext uri="{FF2B5EF4-FFF2-40B4-BE49-F238E27FC236}">
                    <a16:creationId xmlns:a16="http://schemas.microsoft.com/office/drawing/2014/main" id="{4065E43D-526E-384F-3C27-5701949FB9DC}"/>
                  </a:ext>
                </a:extLst>
              </p:cNvPr>
              <p:cNvSpPr/>
              <p:nvPr/>
            </p:nvSpPr>
            <p:spPr>
              <a:xfrm>
                <a:off x="9184985" y="5515081"/>
                <a:ext cx="6343" cy="6345"/>
              </a:xfrm>
              <a:custGeom>
                <a:avLst/>
                <a:gdLst>
                  <a:gd name="connsiteX0" fmla="*/ 3390 w 6343"/>
                  <a:gd name="connsiteY0" fmla="*/ 6506 h 6345"/>
                  <a:gd name="connsiteX1" fmla="*/ 5633 w 6343"/>
                  <a:gd name="connsiteY1" fmla="*/ 5577 h 6345"/>
                  <a:gd name="connsiteX2" fmla="*/ 6562 w 6343"/>
                  <a:gd name="connsiteY2" fmla="*/ 3333 h 6345"/>
                  <a:gd name="connsiteX3" fmla="*/ 5633 w 6343"/>
                  <a:gd name="connsiteY3" fmla="*/ 1090 h 6345"/>
                  <a:gd name="connsiteX4" fmla="*/ 3390 w 6343"/>
                  <a:gd name="connsiteY4" fmla="*/ 160 h 6345"/>
                  <a:gd name="connsiteX5" fmla="*/ 1148 w 6343"/>
                  <a:gd name="connsiteY5" fmla="*/ 1090 h 6345"/>
                  <a:gd name="connsiteX6" fmla="*/ 219 w 6343"/>
                  <a:gd name="connsiteY6" fmla="*/ 3333 h 6345"/>
                  <a:gd name="connsiteX7" fmla="*/ 1148 w 6343"/>
                  <a:gd name="connsiteY7" fmla="*/ 5577 h 6345"/>
                  <a:gd name="connsiteX8" fmla="*/ 339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6"/>
                    </a:moveTo>
                    <a:cubicBezTo>
                      <a:pt x="4231" y="6506"/>
                      <a:pt x="5038" y="6172"/>
                      <a:pt x="5633" y="5577"/>
                    </a:cubicBezTo>
                    <a:cubicBezTo>
                      <a:pt x="6228" y="4982"/>
                      <a:pt x="6562" y="4175"/>
                      <a:pt x="6562" y="3333"/>
                    </a:cubicBezTo>
                    <a:cubicBezTo>
                      <a:pt x="6562" y="2492"/>
                      <a:pt x="6228" y="1685"/>
                      <a:pt x="5633" y="1090"/>
                    </a:cubicBezTo>
                    <a:cubicBezTo>
                      <a:pt x="5038" y="495"/>
                      <a:pt x="4231" y="160"/>
                      <a:pt x="3390" y="160"/>
                    </a:cubicBezTo>
                    <a:cubicBezTo>
                      <a:pt x="2549" y="160"/>
                      <a:pt x="1742" y="495"/>
                      <a:pt x="1148" y="1090"/>
                    </a:cubicBezTo>
                    <a:cubicBezTo>
                      <a:pt x="553" y="1685"/>
                      <a:pt x="219" y="2492"/>
                      <a:pt x="219" y="3333"/>
                    </a:cubicBezTo>
                    <a:cubicBezTo>
                      <a:pt x="219" y="4175"/>
                      <a:pt x="553" y="4982"/>
                      <a:pt x="1148" y="5577"/>
                    </a:cubicBezTo>
                    <a:cubicBezTo>
                      <a:pt x="1742" y="6172"/>
                      <a:pt x="2549" y="6506"/>
                      <a:pt x="339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69" name="Freeform: Shape 15768">
                <a:extLst>
                  <a:ext uri="{FF2B5EF4-FFF2-40B4-BE49-F238E27FC236}">
                    <a16:creationId xmlns:a16="http://schemas.microsoft.com/office/drawing/2014/main" id="{7AADA0AC-2DAC-3901-1F3C-5FB49FE43F20}"/>
                  </a:ext>
                </a:extLst>
              </p:cNvPr>
              <p:cNvSpPr/>
              <p:nvPr/>
            </p:nvSpPr>
            <p:spPr>
              <a:xfrm>
                <a:off x="9181688" y="5515122"/>
                <a:ext cx="6343" cy="6345"/>
              </a:xfrm>
              <a:custGeom>
                <a:avLst/>
                <a:gdLst>
                  <a:gd name="connsiteX0" fmla="*/ 3390 w 6343"/>
                  <a:gd name="connsiteY0" fmla="*/ 6506 h 6345"/>
                  <a:gd name="connsiteX1" fmla="*/ 5633 w 6343"/>
                  <a:gd name="connsiteY1" fmla="*/ 5577 h 6345"/>
                  <a:gd name="connsiteX2" fmla="*/ 6562 w 6343"/>
                  <a:gd name="connsiteY2" fmla="*/ 3333 h 6345"/>
                  <a:gd name="connsiteX3" fmla="*/ 5633 w 6343"/>
                  <a:gd name="connsiteY3" fmla="*/ 1090 h 6345"/>
                  <a:gd name="connsiteX4" fmla="*/ 3390 w 6343"/>
                  <a:gd name="connsiteY4" fmla="*/ 160 h 6345"/>
                  <a:gd name="connsiteX5" fmla="*/ 1147 w 6343"/>
                  <a:gd name="connsiteY5" fmla="*/ 1090 h 6345"/>
                  <a:gd name="connsiteX6" fmla="*/ 219 w 6343"/>
                  <a:gd name="connsiteY6" fmla="*/ 3333 h 6345"/>
                  <a:gd name="connsiteX7" fmla="*/ 1147 w 6343"/>
                  <a:gd name="connsiteY7" fmla="*/ 5577 h 6345"/>
                  <a:gd name="connsiteX8" fmla="*/ 339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6"/>
                    </a:moveTo>
                    <a:cubicBezTo>
                      <a:pt x="4231" y="6506"/>
                      <a:pt x="5038" y="6172"/>
                      <a:pt x="5633" y="5577"/>
                    </a:cubicBezTo>
                    <a:cubicBezTo>
                      <a:pt x="6227" y="4982"/>
                      <a:pt x="6562" y="4175"/>
                      <a:pt x="6562" y="3333"/>
                    </a:cubicBezTo>
                    <a:cubicBezTo>
                      <a:pt x="6562" y="2492"/>
                      <a:pt x="6227" y="1685"/>
                      <a:pt x="5633" y="1090"/>
                    </a:cubicBezTo>
                    <a:cubicBezTo>
                      <a:pt x="5038" y="495"/>
                      <a:pt x="4231" y="160"/>
                      <a:pt x="3390" y="160"/>
                    </a:cubicBezTo>
                    <a:cubicBezTo>
                      <a:pt x="2549" y="160"/>
                      <a:pt x="1742" y="495"/>
                      <a:pt x="1147" y="1090"/>
                    </a:cubicBezTo>
                    <a:cubicBezTo>
                      <a:pt x="553" y="1685"/>
                      <a:pt x="219" y="2492"/>
                      <a:pt x="219" y="3333"/>
                    </a:cubicBezTo>
                    <a:cubicBezTo>
                      <a:pt x="219" y="4175"/>
                      <a:pt x="553" y="4982"/>
                      <a:pt x="1147" y="5577"/>
                    </a:cubicBezTo>
                    <a:cubicBezTo>
                      <a:pt x="1742" y="6172"/>
                      <a:pt x="2549" y="6506"/>
                      <a:pt x="339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70" name="Freeform: Shape 15769">
                <a:extLst>
                  <a:ext uri="{FF2B5EF4-FFF2-40B4-BE49-F238E27FC236}">
                    <a16:creationId xmlns:a16="http://schemas.microsoft.com/office/drawing/2014/main" id="{CC197504-AB19-E797-BD55-0CE9CFF894FC}"/>
                  </a:ext>
                </a:extLst>
              </p:cNvPr>
              <p:cNvSpPr/>
              <p:nvPr/>
            </p:nvSpPr>
            <p:spPr>
              <a:xfrm>
                <a:off x="9178195" y="5515285"/>
                <a:ext cx="6343" cy="6345"/>
              </a:xfrm>
              <a:custGeom>
                <a:avLst/>
                <a:gdLst>
                  <a:gd name="connsiteX0" fmla="*/ 3390 w 6343"/>
                  <a:gd name="connsiteY0" fmla="*/ 6506 h 6345"/>
                  <a:gd name="connsiteX1" fmla="*/ 5632 w 6343"/>
                  <a:gd name="connsiteY1" fmla="*/ 5577 h 6345"/>
                  <a:gd name="connsiteX2" fmla="*/ 6561 w 6343"/>
                  <a:gd name="connsiteY2" fmla="*/ 3333 h 6345"/>
                  <a:gd name="connsiteX3" fmla="*/ 5632 w 6343"/>
                  <a:gd name="connsiteY3" fmla="*/ 1090 h 6345"/>
                  <a:gd name="connsiteX4" fmla="*/ 3390 w 6343"/>
                  <a:gd name="connsiteY4" fmla="*/ 160 h 6345"/>
                  <a:gd name="connsiteX5" fmla="*/ 1147 w 6343"/>
                  <a:gd name="connsiteY5" fmla="*/ 1090 h 6345"/>
                  <a:gd name="connsiteX6" fmla="*/ 218 w 6343"/>
                  <a:gd name="connsiteY6" fmla="*/ 3333 h 6345"/>
                  <a:gd name="connsiteX7" fmla="*/ 1147 w 6343"/>
                  <a:gd name="connsiteY7" fmla="*/ 5577 h 6345"/>
                  <a:gd name="connsiteX8" fmla="*/ 339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0" y="6506"/>
                    </a:moveTo>
                    <a:cubicBezTo>
                      <a:pt x="4231" y="6506"/>
                      <a:pt x="5038" y="6172"/>
                      <a:pt x="5632" y="5577"/>
                    </a:cubicBezTo>
                    <a:cubicBezTo>
                      <a:pt x="6227" y="4982"/>
                      <a:pt x="6561" y="4175"/>
                      <a:pt x="6561" y="3333"/>
                    </a:cubicBezTo>
                    <a:cubicBezTo>
                      <a:pt x="6561" y="2492"/>
                      <a:pt x="6227" y="1685"/>
                      <a:pt x="5632" y="1090"/>
                    </a:cubicBezTo>
                    <a:cubicBezTo>
                      <a:pt x="5038" y="495"/>
                      <a:pt x="4231" y="160"/>
                      <a:pt x="3390" y="160"/>
                    </a:cubicBezTo>
                    <a:cubicBezTo>
                      <a:pt x="2549" y="160"/>
                      <a:pt x="1742" y="495"/>
                      <a:pt x="1147" y="1090"/>
                    </a:cubicBezTo>
                    <a:cubicBezTo>
                      <a:pt x="552" y="1685"/>
                      <a:pt x="218" y="2492"/>
                      <a:pt x="218" y="3333"/>
                    </a:cubicBezTo>
                    <a:cubicBezTo>
                      <a:pt x="218" y="4175"/>
                      <a:pt x="552" y="4982"/>
                      <a:pt x="1147" y="5577"/>
                    </a:cubicBezTo>
                    <a:cubicBezTo>
                      <a:pt x="1742" y="6172"/>
                      <a:pt x="2549" y="6506"/>
                      <a:pt x="339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71" name="Freeform: Shape 15770">
                <a:extLst>
                  <a:ext uri="{FF2B5EF4-FFF2-40B4-BE49-F238E27FC236}">
                    <a16:creationId xmlns:a16="http://schemas.microsoft.com/office/drawing/2014/main" id="{03A8223A-CED2-3366-7323-551FB6AEC45C}"/>
                  </a:ext>
                </a:extLst>
              </p:cNvPr>
              <p:cNvSpPr/>
              <p:nvPr/>
            </p:nvSpPr>
            <p:spPr>
              <a:xfrm>
                <a:off x="9191817" y="5166900"/>
                <a:ext cx="6343" cy="6345"/>
              </a:xfrm>
              <a:custGeom>
                <a:avLst/>
                <a:gdLst>
                  <a:gd name="connsiteX0" fmla="*/ 3391 w 6343"/>
                  <a:gd name="connsiteY0" fmla="*/ 6478 h 6345"/>
                  <a:gd name="connsiteX1" fmla="*/ 5634 w 6343"/>
                  <a:gd name="connsiteY1" fmla="*/ 5549 h 6345"/>
                  <a:gd name="connsiteX2" fmla="*/ 6562 w 6343"/>
                  <a:gd name="connsiteY2" fmla="*/ 3306 h 6345"/>
                  <a:gd name="connsiteX3" fmla="*/ 5634 w 6343"/>
                  <a:gd name="connsiteY3" fmla="*/ 1062 h 6345"/>
                  <a:gd name="connsiteX4" fmla="*/ 3391 w 6343"/>
                  <a:gd name="connsiteY4" fmla="*/ 133 h 6345"/>
                  <a:gd name="connsiteX5" fmla="*/ 1148 w 6343"/>
                  <a:gd name="connsiteY5" fmla="*/ 1062 h 6345"/>
                  <a:gd name="connsiteX6" fmla="*/ 219 w 6343"/>
                  <a:gd name="connsiteY6" fmla="*/ 3306 h 6345"/>
                  <a:gd name="connsiteX7" fmla="*/ 1148 w 6343"/>
                  <a:gd name="connsiteY7" fmla="*/ 5549 h 6345"/>
                  <a:gd name="connsiteX8" fmla="*/ 339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1" y="6478"/>
                    </a:moveTo>
                    <a:cubicBezTo>
                      <a:pt x="4232" y="6478"/>
                      <a:pt x="5039" y="6144"/>
                      <a:pt x="5634" y="5549"/>
                    </a:cubicBezTo>
                    <a:cubicBezTo>
                      <a:pt x="6228" y="4954"/>
                      <a:pt x="6562" y="4147"/>
                      <a:pt x="6562" y="3306"/>
                    </a:cubicBezTo>
                    <a:cubicBezTo>
                      <a:pt x="6562" y="2464"/>
                      <a:pt x="6228" y="1657"/>
                      <a:pt x="5634" y="1062"/>
                    </a:cubicBezTo>
                    <a:cubicBezTo>
                      <a:pt x="5039" y="467"/>
                      <a:pt x="4232" y="133"/>
                      <a:pt x="3391" y="133"/>
                    </a:cubicBezTo>
                    <a:cubicBezTo>
                      <a:pt x="2550" y="133"/>
                      <a:pt x="1743" y="467"/>
                      <a:pt x="1148" y="1062"/>
                    </a:cubicBezTo>
                    <a:cubicBezTo>
                      <a:pt x="554" y="1657"/>
                      <a:pt x="219" y="2464"/>
                      <a:pt x="219" y="3306"/>
                    </a:cubicBezTo>
                    <a:cubicBezTo>
                      <a:pt x="219" y="4147"/>
                      <a:pt x="554" y="4954"/>
                      <a:pt x="1148" y="5549"/>
                    </a:cubicBezTo>
                    <a:cubicBezTo>
                      <a:pt x="1743" y="6144"/>
                      <a:pt x="2550" y="6478"/>
                      <a:pt x="339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72" name="Freeform: Shape 15771">
                <a:extLst>
                  <a:ext uri="{FF2B5EF4-FFF2-40B4-BE49-F238E27FC236}">
                    <a16:creationId xmlns:a16="http://schemas.microsoft.com/office/drawing/2014/main" id="{A08C6628-BA27-B4D9-F114-E7BE5B70D805}"/>
                  </a:ext>
                </a:extLst>
              </p:cNvPr>
              <p:cNvSpPr/>
              <p:nvPr/>
            </p:nvSpPr>
            <p:spPr>
              <a:xfrm>
                <a:off x="9200151" y="5169212"/>
                <a:ext cx="6343" cy="6345"/>
              </a:xfrm>
              <a:custGeom>
                <a:avLst/>
                <a:gdLst>
                  <a:gd name="connsiteX0" fmla="*/ 3392 w 6343"/>
                  <a:gd name="connsiteY0" fmla="*/ 6479 h 6345"/>
                  <a:gd name="connsiteX1" fmla="*/ 5634 w 6343"/>
                  <a:gd name="connsiteY1" fmla="*/ 5549 h 6345"/>
                  <a:gd name="connsiteX2" fmla="*/ 6563 w 6343"/>
                  <a:gd name="connsiteY2" fmla="*/ 3306 h 6345"/>
                  <a:gd name="connsiteX3" fmla="*/ 5634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9"/>
                    </a:moveTo>
                    <a:cubicBezTo>
                      <a:pt x="4233" y="6479"/>
                      <a:pt x="5039" y="6144"/>
                      <a:pt x="5634" y="5549"/>
                    </a:cubicBezTo>
                    <a:cubicBezTo>
                      <a:pt x="6229" y="4954"/>
                      <a:pt x="6563" y="4147"/>
                      <a:pt x="6563" y="3306"/>
                    </a:cubicBezTo>
                    <a:cubicBezTo>
                      <a:pt x="6563" y="2464"/>
                      <a:pt x="6229" y="1657"/>
                      <a:pt x="5634" y="1062"/>
                    </a:cubicBezTo>
                    <a:cubicBezTo>
                      <a:pt x="5039" y="467"/>
                      <a:pt x="4233" y="133"/>
                      <a:pt x="3392" y="133"/>
                    </a:cubicBezTo>
                    <a:cubicBezTo>
                      <a:pt x="2550" y="133"/>
                      <a:pt x="1744" y="467"/>
                      <a:pt x="1149" y="1062"/>
                    </a:cubicBezTo>
                    <a:cubicBezTo>
                      <a:pt x="554" y="1657"/>
                      <a:pt x="220" y="2464"/>
                      <a:pt x="220" y="3306"/>
                    </a:cubicBezTo>
                    <a:cubicBezTo>
                      <a:pt x="220" y="4147"/>
                      <a:pt x="554" y="4954"/>
                      <a:pt x="1149" y="5549"/>
                    </a:cubicBezTo>
                    <a:cubicBezTo>
                      <a:pt x="1744" y="6144"/>
                      <a:pt x="2550" y="6479"/>
                      <a:pt x="339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73" name="Freeform: Shape 15772">
                <a:extLst>
                  <a:ext uri="{FF2B5EF4-FFF2-40B4-BE49-F238E27FC236}">
                    <a16:creationId xmlns:a16="http://schemas.microsoft.com/office/drawing/2014/main" id="{89D0327F-8F58-86A6-7453-3692E40CFE9A}"/>
                  </a:ext>
                </a:extLst>
              </p:cNvPr>
              <p:cNvSpPr/>
              <p:nvPr/>
            </p:nvSpPr>
            <p:spPr>
              <a:xfrm>
                <a:off x="9205084" y="5169876"/>
                <a:ext cx="6343" cy="6345"/>
              </a:xfrm>
              <a:custGeom>
                <a:avLst/>
                <a:gdLst>
                  <a:gd name="connsiteX0" fmla="*/ 3392 w 6343"/>
                  <a:gd name="connsiteY0" fmla="*/ 6479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49 w 6343"/>
                  <a:gd name="connsiteY5" fmla="*/ 1062 h 6345"/>
                  <a:gd name="connsiteX6" fmla="*/ 220 w 6343"/>
                  <a:gd name="connsiteY6" fmla="*/ 3306 h 6345"/>
                  <a:gd name="connsiteX7" fmla="*/ 1149 w 6343"/>
                  <a:gd name="connsiteY7" fmla="*/ 5549 h 6345"/>
                  <a:gd name="connsiteX8" fmla="*/ 339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9"/>
                    </a:moveTo>
                    <a:cubicBezTo>
                      <a:pt x="4233" y="6479"/>
                      <a:pt x="5040" y="6144"/>
                      <a:pt x="5635" y="5549"/>
                    </a:cubicBezTo>
                    <a:cubicBezTo>
                      <a:pt x="6229" y="4954"/>
                      <a:pt x="6564" y="4147"/>
                      <a:pt x="6564" y="3306"/>
                    </a:cubicBezTo>
                    <a:cubicBezTo>
                      <a:pt x="6564" y="2464"/>
                      <a:pt x="6229" y="1657"/>
                      <a:pt x="5635" y="1062"/>
                    </a:cubicBezTo>
                    <a:cubicBezTo>
                      <a:pt x="5040" y="468"/>
                      <a:pt x="4233" y="133"/>
                      <a:pt x="3392" y="133"/>
                    </a:cubicBezTo>
                    <a:cubicBezTo>
                      <a:pt x="2551" y="133"/>
                      <a:pt x="1744" y="468"/>
                      <a:pt x="1149" y="1062"/>
                    </a:cubicBezTo>
                    <a:cubicBezTo>
                      <a:pt x="555" y="1657"/>
                      <a:pt x="220" y="2464"/>
                      <a:pt x="220" y="3306"/>
                    </a:cubicBezTo>
                    <a:cubicBezTo>
                      <a:pt x="220" y="4147"/>
                      <a:pt x="555" y="4954"/>
                      <a:pt x="1149" y="5549"/>
                    </a:cubicBezTo>
                    <a:cubicBezTo>
                      <a:pt x="1744" y="6144"/>
                      <a:pt x="2551" y="6479"/>
                      <a:pt x="339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74" name="Freeform: Shape 15773">
                <a:extLst>
                  <a:ext uri="{FF2B5EF4-FFF2-40B4-BE49-F238E27FC236}">
                    <a16:creationId xmlns:a16="http://schemas.microsoft.com/office/drawing/2014/main" id="{B53BB6E3-1B63-9FEB-3E5A-02B09C7DEC64}"/>
                  </a:ext>
                </a:extLst>
              </p:cNvPr>
              <p:cNvSpPr/>
              <p:nvPr/>
            </p:nvSpPr>
            <p:spPr>
              <a:xfrm>
                <a:off x="9208563" y="5169839"/>
                <a:ext cx="6343" cy="6345"/>
              </a:xfrm>
              <a:custGeom>
                <a:avLst/>
                <a:gdLst>
                  <a:gd name="connsiteX0" fmla="*/ 3392 w 6343"/>
                  <a:gd name="connsiteY0" fmla="*/ 6479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9"/>
                    </a:moveTo>
                    <a:cubicBezTo>
                      <a:pt x="4233" y="6479"/>
                      <a:pt x="5040" y="6144"/>
                      <a:pt x="5635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5" y="1062"/>
                    </a:cubicBezTo>
                    <a:cubicBezTo>
                      <a:pt x="5040" y="467"/>
                      <a:pt x="4233" y="133"/>
                      <a:pt x="3392" y="133"/>
                    </a:cubicBezTo>
                    <a:cubicBezTo>
                      <a:pt x="2551" y="133"/>
                      <a:pt x="1744" y="467"/>
                      <a:pt x="1150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50" y="5549"/>
                    </a:cubicBezTo>
                    <a:cubicBezTo>
                      <a:pt x="1744" y="6144"/>
                      <a:pt x="2551" y="6479"/>
                      <a:pt x="339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75" name="Freeform: Shape 15774">
                <a:extLst>
                  <a:ext uri="{FF2B5EF4-FFF2-40B4-BE49-F238E27FC236}">
                    <a16:creationId xmlns:a16="http://schemas.microsoft.com/office/drawing/2014/main" id="{C1FBDD57-4D1C-41D9-43B5-D9AEE5A9989A}"/>
                  </a:ext>
                </a:extLst>
              </p:cNvPr>
              <p:cNvSpPr/>
              <p:nvPr/>
            </p:nvSpPr>
            <p:spPr>
              <a:xfrm>
                <a:off x="9211875" y="5169755"/>
                <a:ext cx="6343" cy="6345"/>
              </a:xfrm>
              <a:custGeom>
                <a:avLst/>
                <a:gdLst>
                  <a:gd name="connsiteX0" fmla="*/ 3392 w 6343"/>
                  <a:gd name="connsiteY0" fmla="*/ 6479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2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2" y="6479"/>
                    </a:moveTo>
                    <a:cubicBezTo>
                      <a:pt x="4234" y="6479"/>
                      <a:pt x="5040" y="6144"/>
                      <a:pt x="5635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5" y="1062"/>
                    </a:cubicBezTo>
                    <a:cubicBezTo>
                      <a:pt x="5040" y="467"/>
                      <a:pt x="4234" y="133"/>
                      <a:pt x="3392" y="133"/>
                    </a:cubicBezTo>
                    <a:cubicBezTo>
                      <a:pt x="2551" y="133"/>
                      <a:pt x="1745" y="467"/>
                      <a:pt x="1150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50" y="5549"/>
                    </a:cubicBezTo>
                    <a:cubicBezTo>
                      <a:pt x="1745" y="6144"/>
                      <a:pt x="2551" y="6479"/>
                      <a:pt x="339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76" name="Freeform: Shape 15775">
                <a:extLst>
                  <a:ext uri="{FF2B5EF4-FFF2-40B4-BE49-F238E27FC236}">
                    <a16:creationId xmlns:a16="http://schemas.microsoft.com/office/drawing/2014/main" id="{0E10958C-4F98-7575-2E5F-24D1022A7EB2}"/>
                  </a:ext>
                </a:extLst>
              </p:cNvPr>
              <p:cNvSpPr/>
              <p:nvPr/>
            </p:nvSpPr>
            <p:spPr>
              <a:xfrm>
                <a:off x="9214808" y="5169507"/>
                <a:ext cx="6343" cy="6345"/>
              </a:xfrm>
              <a:custGeom>
                <a:avLst/>
                <a:gdLst>
                  <a:gd name="connsiteX0" fmla="*/ 3393 w 6343"/>
                  <a:gd name="connsiteY0" fmla="*/ 6479 h 6345"/>
                  <a:gd name="connsiteX1" fmla="*/ 5635 w 6343"/>
                  <a:gd name="connsiteY1" fmla="*/ 5549 h 6345"/>
                  <a:gd name="connsiteX2" fmla="*/ 6564 w 6343"/>
                  <a:gd name="connsiteY2" fmla="*/ 3306 h 6345"/>
                  <a:gd name="connsiteX3" fmla="*/ 5635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9"/>
                    </a:moveTo>
                    <a:cubicBezTo>
                      <a:pt x="4234" y="6479"/>
                      <a:pt x="5041" y="6144"/>
                      <a:pt x="5635" y="5549"/>
                    </a:cubicBezTo>
                    <a:cubicBezTo>
                      <a:pt x="6230" y="4954"/>
                      <a:pt x="6564" y="4147"/>
                      <a:pt x="6564" y="3306"/>
                    </a:cubicBezTo>
                    <a:cubicBezTo>
                      <a:pt x="6564" y="2464"/>
                      <a:pt x="6230" y="1657"/>
                      <a:pt x="5635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0" y="1062"/>
                    </a:cubicBezTo>
                    <a:cubicBezTo>
                      <a:pt x="555" y="1657"/>
                      <a:pt x="221" y="2464"/>
                      <a:pt x="221" y="3306"/>
                    </a:cubicBezTo>
                    <a:cubicBezTo>
                      <a:pt x="221" y="4147"/>
                      <a:pt x="555" y="4954"/>
                      <a:pt x="1150" y="5549"/>
                    </a:cubicBezTo>
                    <a:cubicBezTo>
                      <a:pt x="1745" y="6144"/>
                      <a:pt x="2552" y="6479"/>
                      <a:pt x="339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77" name="Freeform: Shape 15776">
                <a:extLst>
                  <a:ext uri="{FF2B5EF4-FFF2-40B4-BE49-F238E27FC236}">
                    <a16:creationId xmlns:a16="http://schemas.microsoft.com/office/drawing/2014/main" id="{C4AC1945-000A-95AD-C9E6-3FB4EB18F772}"/>
                  </a:ext>
                </a:extLst>
              </p:cNvPr>
              <p:cNvSpPr/>
              <p:nvPr/>
            </p:nvSpPr>
            <p:spPr>
              <a:xfrm>
                <a:off x="9218263" y="5169579"/>
                <a:ext cx="6343" cy="6345"/>
              </a:xfrm>
              <a:custGeom>
                <a:avLst/>
                <a:gdLst>
                  <a:gd name="connsiteX0" fmla="*/ 3393 w 6343"/>
                  <a:gd name="connsiteY0" fmla="*/ 6479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0 w 6343"/>
                  <a:gd name="connsiteY5" fmla="*/ 1062 h 6345"/>
                  <a:gd name="connsiteX6" fmla="*/ 221 w 6343"/>
                  <a:gd name="connsiteY6" fmla="*/ 3306 h 6345"/>
                  <a:gd name="connsiteX7" fmla="*/ 1150 w 6343"/>
                  <a:gd name="connsiteY7" fmla="*/ 5549 h 6345"/>
                  <a:gd name="connsiteX8" fmla="*/ 339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9"/>
                    </a:moveTo>
                    <a:cubicBezTo>
                      <a:pt x="4234" y="6479"/>
                      <a:pt x="5041" y="6144"/>
                      <a:pt x="5636" y="5549"/>
                    </a:cubicBezTo>
                    <a:cubicBezTo>
                      <a:pt x="6230" y="4954"/>
                      <a:pt x="6565" y="4147"/>
                      <a:pt x="6565" y="3306"/>
                    </a:cubicBezTo>
                    <a:cubicBezTo>
                      <a:pt x="6565" y="2464"/>
                      <a:pt x="6230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0" y="1062"/>
                    </a:cubicBezTo>
                    <a:cubicBezTo>
                      <a:pt x="556" y="1657"/>
                      <a:pt x="221" y="2464"/>
                      <a:pt x="221" y="3306"/>
                    </a:cubicBezTo>
                    <a:cubicBezTo>
                      <a:pt x="221" y="4147"/>
                      <a:pt x="556" y="4954"/>
                      <a:pt x="1150" y="5549"/>
                    </a:cubicBezTo>
                    <a:cubicBezTo>
                      <a:pt x="1745" y="6144"/>
                      <a:pt x="2552" y="6479"/>
                      <a:pt x="339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78" name="Freeform: Shape 15777">
                <a:extLst>
                  <a:ext uri="{FF2B5EF4-FFF2-40B4-BE49-F238E27FC236}">
                    <a16:creationId xmlns:a16="http://schemas.microsoft.com/office/drawing/2014/main" id="{C4DC9BEE-8E1A-9B7F-28FE-C1A84D098FE2}"/>
                  </a:ext>
                </a:extLst>
              </p:cNvPr>
              <p:cNvSpPr/>
              <p:nvPr/>
            </p:nvSpPr>
            <p:spPr>
              <a:xfrm>
                <a:off x="9221760" y="5169719"/>
                <a:ext cx="6343" cy="6345"/>
              </a:xfrm>
              <a:custGeom>
                <a:avLst/>
                <a:gdLst>
                  <a:gd name="connsiteX0" fmla="*/ 3393 w 6343"/>
                  <a:gd name="connsiteY0" fmla="*/ 6479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3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479"/>
                    </a:moveTo>
                    <a:cubicBezTo>
                      <a:pt x="4234" y="6479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4" y="133"/>
                      <a:pt x="3393" y="133"/>
                    </a:cubicBezTo>
                    <a:cubicBezTo>
                      <a:pt x="2552" y="133"/>
                      <a:pt x="1745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5" y="6144"/>
                      <a:pt x="2552" y="6479"/>
                      <a:pt x="339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79" name="Freeform: Shape 15778">
                <a:extLst>
                  <a:ext uri="{FF2B5EF4-FFF2-40B4-BE49-F238E27FC236}">
                    <a16:creationId xmlns:a16="http://schemas.microsoft.com/office/drawing/2014/main" id="{4F90DAF9-DB88-30E9-B047-E9DB109E250D}"/>
                  </a:ext>
                </a:extLst>
              </p:cNvPr>
              <p:cNvSpPr/>
              <p:nvPr/>
            </p:nvSpPr>
            <p:spPr>
              <a:xfrm>
                <a:off x="9224829" y="5169659"/>
                <a:ext cx="6343" cy="6345"/>
              </a:xfrm>
              <a:custGeom>
                <a:avLst/>
                <a:gdLst>
                  <a:gd name="connsiteX0" fmla="*/ 3394 w 6343"/>
                  <a:gd name="connsiteY0" fmla="*/ 6479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9"/>
                    </a:moveTo>
                    <a:cubicBezTo>
                      <a:pt x="4235" y="6479"/>
                      <a:pt x="5041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1" y="467"/>
                      <a:pt x="4235" y="133"/>
                      <a:pt x="3394" y="133"/>
                    </a:cubicBezTo>
                    <a:cubicBezTo>
                      <a:pt x="2552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2" y="6479"/>
                      <a:pt x="339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80" name="Freeform: Shape 15779">
                <a:extLst>
                  <a:ext uri="{FF2B5EF4-FFF2-40B4-BE49-F238E27FC236}">
                    <a16:creationId xmlns:a16="http://schemas.microsoft.com/office/drawing/2014/main" id="{B8D3B6FB-4F97-3F97-05D1-BA7B8D67FE49}"/>
                  </a:ext>
                </a:extLst>
              </p:cNvPr>
              <p:cNvSpPr/>
              <p:nvPr/>
            </p:nvSpPr>
            <p:spPr>
              <a:xfrm>
                <a:off x="9227942" y="5169663"/>
                <a:ext cx="6343" cy="6345"/>
              </a:xfrm>
              <a:custGeom>
                <a:avLst/>
                <a:gdLst>
                  <a:gd name="connsiteX0" fmla="*/ 3394 w 6343"/>
                  <a:gd name="connsiteY0" fmla="*/ 6479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9"/>
                    </a:moveTo>
                    <a:cubicBezTo>
                      <a:pt x="4235" y="6479"/>
                      <a:pt x="5042" y="6144"/>
                      <a:pt x="5636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4"/>
                      <a:pt x="6231" y="1657"/>
                      <a:pt x="5636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1" y="1062"/>
                    </a:cubicBezTo>
                    <a:cubicBezTo>
                      <a:pt x="556" y="1657"/>
                      <a:pt x="222" y="2464"/>
                      <a:pt x="222" y="3306"/>
                    </a:cubicBezTo>
                    <a:cubicBezTo>
                      <a:pt x="222" y="4147"/>
                      <a:pt x="556" y="4954"/>
                      <a:pt x="1151" y="5549"/>
                    </a:cubicBezTo>
                    <a:cubicBezTo>
                      <a:pt x="1746" y="6144"/>
                      <a:pt x="2553" y="6479"/>
                      <a:pt x="339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81" name="Freeform: Shape 15780">
                <a:extLst>
                  <a:ext uri="{FF2B5EF4-FFF2-40B4-BE49-F238E27FC236}">
                    <a16:creationId xmlns:a16="http://schemas.microsoft.com/office/drawing/2014/main" id="{D2C5774A-2187-AA49-4A1F-E1D55C39F374}"/>
                  </a:ext>
                </a:extLst>
              </p:cNvPr>
              <p:cNvSpPr/>
              <p:nvPr/>
            </p:nvSpPr>
            <p:spPr>
              <a:xfrm>
                <a:off x="9231774" y="5170123"/>
                <a:ext cx="6343" cy="6345"/>
              </a:xfrm>
              <a:custGeom>
                <a:avLst/>
                <a:gdLst>
                  <a:gd name="connsiteX0" fmla="*/ 3394 w 6343"/>
                  <a:gd name="connsiteY0" fmla="*/ 6479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1 w 6343"/>
                  <a:gd name="connsiteY5" fmla="*/ 1062 h 6345"/>
                  <a:gd name="connsiteX6" fmla="*/ 223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9"/>
                    </a:moveTo>
                    <a:cubicBezTo>
                      <a:pt x="4235" y="6479"/>
                      <a:pt x="5042" y="6144"/>
                      <a:pt x="5637" y="5549"/>
                    </a:cubicBezTo>
                    <a:cubicBezTo>
                      <a:pt x="6231" y="4954"/>
                      <a:pt x="6566" y="4147"/>
                      <a:pt x="6566" y="3306"/>
                    </a:cubicBezTo>
                    <a:cubicBezTo>
                      <a:pt x="6566" y="2465"/>
                      <a:pt x="6231" y="1657"/>
                      <a:pt x="5637" y="1062"/>
                    </a:cubicBezTo>
                    <a:cubicBezTo>
                      <a:pt x="5042" y="468"/>
                      <a:pt x="4235" y="133"/>
                      <a:pt x="3394" y="133"/>
                    </a:cubicBezTo>
                    <a:cubicBezTo>
                      <a:pt x="2553" y="133"/>
                      <a:pt x="1746" y="468"/>
                      <a:pt x="1151" y="1062"/>
                    </a:cubicBezTo>
                    <a:cubicBezTo>
                      <a:pt x="557" y="1657"/>
                      <a:pt x="223" y="2465"/>
                      <a:pt x="223" y="3306"/>
                    </a:cubicBezTo>
                    <a:cubicBezTo>
                      <a:pt x="223" y="4147"/>
                      <a:pt x="557" y="4954"/>
                      <a:pt x="1151" y="5549"/>
                    </a:cubicBezTo>
                    <a:cubicBezTo>
                      <a:pt x="1746" y="6144"/>
                      <a:pt x="2553" y="6479"/>
                      <a:pt x="339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82" name="Freeform: Shape 15781">
                <a:extLst>
                  <a:ext uri="{FF2B5EF4-FFF2-40B4-BE49-F238E27FC236}">
                    <a16:creationId xmlns:a16="http://schemas.microsoft.com/office/drawing/2014/main" id="{23756B8C-C61A-A4E5-27E9-6F1912A74F8D}"/>
                  </a:ext>
                </a:extLst>
              </p:cNvPr>
              <p:cNvSpPr/>
              <p:nvPr/>
            </p:nvSpPr>
            <p:spPr>
              <a:xfrm>
                <a:off x="9234090" y="5169739"/>
                <a:ext cx="6343" cy="6345"/>
              </a:xfrm>
              <a:custGeom>
                <a:avLst/>
                <a:gdLst>
                  <a:gd name="connsiteX0" fmla="*/ 3394 w 6343"/>
                  <a:gd name="connsiteY0" fmla="*/ 6479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9"/>
                    </a:moveTo>
                    <a:cubicBezTo>
                      <a:pt x="4235" y="6479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7"/>
                      <a:pt x="4235" y="133"/>
                      <a:pt x="3394" y="133"/>
                    </a:cubicBezTo>
                    <a:cubicBezTo>
                      <a:pt x="2553" y="133"/>
                      <a:pt x="1746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6" y="6144"/>
                      <a:pt x="2553" y="6479"/>
                      <a:pt x="339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83" name="Freeform: Shape 15782">
                <a:extLst>
                  <a:ext uri="{FF2B5EF4-FFF2-40B4-BE49-F238E27FC236}">
                    <a16:creationId xmlns:a16="http://schemas.microsoft.com/office/drawing/2014/main" id="{A72F113C-3D12-5E8B-161A-A28A2872A3B5}"/>
                  </a:ext>
                </a:extLst>
              </p:cNvPr>
              <p:cNvSpPr/>
              <p:nvPr/>
            </p:nvSpPr>
            <p:spPr>
              <a:xfrm>
                <a:off x="9236558" y="5169471"/>
                <a:ext cx="6343" cy="6345"/>
              </a:xfrm>
              <a:custGeom>
                <a:avLst/>
                <a:gdLst>
                  <a:gd name="connsiteX0" fmla="*/ 3394 w 6343"/>
                  <a:gd name="connsiteY0" fmla="*/ 6479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9"/>
                    </a:moveTo>
                    <a:cubicBezTo>
                      <a:pt x="4236" y="6479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7"/>
                      <a:pt x="4236" y="133"/>
                      <a:pt x="3394" y="133"/>
                    </a:cubicBezTo>
                    <a:cubicBezTo>
                      <a:pt x="2553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3" y="6479"/>
                      <a:pt x="339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84" name="Freeform: Shape 15783">
                <a:extLst>
                  <a:ext uri="{FF2B5EF4-FFF2-40B4-BE49-F238E27FC236}">
                    <a16:creationId xmlns:a16="http://schemas.microsoft.com/office/drawing/2014/main" id="{EDBF1E1C-9844-7171-7FBF-C88953A361AC}"/>
                  </a:ext>
                </a:extLst>
              </p:cNvPr>
              <p:cNvSpPr/>
              <p:nvPr/>
            </p:nvSpPr>
            <p:spPr>
              <a:xfrm>
                <a:off x="9239793" y="5169698"/>
                <a:ext cx="6343" cy="6345"/>
              </a:xfrm>
              <a:custGeom>
                <a:avLst/>
                <a:gdLst>
                  <a:gd name="connsiteX0" fmla="*/ 3395 w 6343"/>
                  <a:gd name="connsiteY0" fmla="*/ 6479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9"/>
                    </a:moveTo>
                    <a:cubicBezTo>
                      <a:pt x="4236" y="6479"/>
                      <a:pt x="5043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4" y="6479"/>
                      <a:pt x="339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85" name="Freeform: Shape 15784">
                <a:extLst>
                  <a:ext uri="{FF2B5EF4-FFF2-40B4-BE49-F238E27FC236}">
                    <a16:creationId xmlns:a16="http://schemas.microsoft.com/office/drawing/2014/main" id="{B4EC5719-73BF-A42C-E7AC-1EEEA3F4131C}"/>
                  </a:ext>
                </a:extLst>
              </p:cNvPr>
              <p:cNvSpPr/>
              <p:nvPr/>
            </p:nvSpPr>
            <p:spPr>
              <a:xfrm>
                <a:off x="9243119" y="5170022"/>
                <a:ext cx="6343" cy="6345"/>
              </a:xfrm>
              <a:custGeom>
                <a:avLst/>
                <a:gdLst>
                  <a:gd name="connsiteX0" fmla="*/ 3395 w 6343"/>
                  <a:gd name="connsiteY0" fmla="*/ 6479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9"/>
                    </a:moveTo>
                    <a:cubicBezTo>
                      <a:pt x="4236" y="6479"/>
                      <a:pt x="5043" y="6144"/>
                      <a:pt x="5638" y="5549"/>
                    </a:cubicBezTo>
                    <a:cubicBezTo>
                      <a:pt x="6232" y="4954"/>
                      <a:pt x="6567" y="4147"/>
                      <a:pt x="6567" y="3306"/>
                    </a:cubicBezTo>
                    <a:cubicBezTo>
                      <a:pt x="6567" y="2465"/>
                      <a:pt x="6232" y="1657"/>
                      <a:pt x="5638" y="1062"/>
                    </a:cubicBezTo>
                    <a:cubicBezTo>
                      <a:pt x="5043" y="468"/>
                      <a:pt x="4236" y="133"/>
                      <a:pt x="3395" y="133"/>
                    </a:cubicBezTo>
                    <a:cubicBezTo>
                      <a:pt x="2554" y="133"/>
                      <a:pt x="1747" y="468"/>
                      <a:pt x="1152" y="1062"/>
                    </a:cubicBezTo>
                    <a:cubicBezTo>
                      <a:pt x="558" y="1657"/>
                      <a:pt x="223" y="2465"/>
                      <a:pt x="223" y="3306"/>
                    </a:cubicBezTo>
                    <a:cubicBezTo>
                      <a:pt x="223" y="4147"/>
                      <a:pt x="558" y="4954"/>
                      <a:pt x="1152" y="5549"/>
                    </a:cubicBezTo>
                    <a:cubicBezTo>
                      <a:pt x="1747" y="6144"/>
                      <a:pt x="2554" y="6479"/>
                      <a:pt x="339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86" name="Freeform: Shape 15785">
                <a:extLst>
                  <a:ext uri="{FF2B5EF4-FFF2-40B4-BE49-F238E27FC236}">
                    <a16:creationId xmlns:a16="http://schemas.microsoft.com/office/drawing/2014/main" id="{4D78BD71-C06E-77F1-A964-56E5790C09CD}"/>
                  </a:ext>
                </a:extLst>
              </p:cNvPr>
              <p:cNvSpPr/>
              <p:nvPr/>
            </p:nvSpPr>
            <p:spPr>
              <a:xfrm>
                <a:off x="9245923" y="5170064"/>
                <a:ext cx="6343" cy="6345"/>
              </a:xfrm>
              <a:custGeom>
                <a:avLst/>
                <a:gdLst>
                  <a:gd name="connsiteX0" fmla="*/ 3395 w 6343"/>
                  <a:gd name="connsiteY0" fmla="*/ 6479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9"/>
                    </a:moveTo>
                    <a:cubicBezTo>
                      <a:pt x="4236" y="6479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5"/>
                      <a:pt x="6233" y="1657"/>
                      <a:pt x="5638" y="1062"/>
                    </a:cubicBezTo>
                    <a:cubicBezTo>
                      <a:pt x="5043" y="468"/>
                      <a:pt x="4236" y="133"/>
                      <a:pt x="3395" y="133"/>
                    </a:cubicBezTo>
                    <a:cubicBezTo>
                      <a:pt x="2554" y="133"/>
                      <a:pt x="1747" y="468"/>
                      <a:pt x="1153" y="1062"/>
                    </a:cubicBezTo>
                    <a:cubicBezTo>
                      <a:pt x="558" y="1657"/>
                      <a:pt x="224" y="2465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7" y="6144"/>
                      <a:pt x="2554" y="6479"/>
                      <a:pt x="339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87" name="Freeform: Shape 15786">
                <a:extLst>
                  <a:ext uri="{FF2B5EF4-FFF2-40B4-BE49-F238E27FC236}">
                    <a16:creationId xmlns:a16="http://schemas.microsoft.com/office/drawing/2014/main" id="{957E0A10-661E-B4F8-375E-F6AA23EF6D99}"/>
                  </a:ext>
                </a:extLst>
              </p:cNvPr>
              <p:cNvSpPr/>
              <p:nvPr/>
            </p:nvSpPr>
            <p:spPr>
              <a:xfrm>
                <a:off x="9248414" y="5169942"/>
                <a:ext cx="6343" cy="6345"/>
              </a:xfrm>
              <a:custGeom>
                <a:avLst/>
                <a:gdLst>
                  <a:gd name="connsiteX0" fmla="*/ 3395 w 6343"/>
                  <a:gd name="connsiteY0" fmla="*/ 6479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9"/>
                    </a:moveTo>
                    <a:cubicBezTo>
                      <a:pt x="4236" y="6479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8"/>
                      <a:pt x="4236" y="133"/>
                      <a:pt x="3395" y="133"/>
                    </a:cubicBezTo>
                    <a:cubicBezTo>
                      <a:pt x="2554" y="133"/>
                      <a:pt x="1747" y="468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7" y="6144"/>
                      <a:pt x="2554" y="6479"/>
                      <a:pt x="339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88" name="Freeform: Shape 15787">
                <a:extLst>
                  <a:ext uri="{FF2B5EF4-FFF2-40B4-BE49-F238E27FC236}">
                    <a16:creationId xmlns:a16="http://schemas.microsoft.com/office/drawing/2014/main" id="{F9B8BB28-25DC-CE3F-F66F-B617DD5E2596}"/>
                  </a:ext>
                </a:extLst>
              </p:cNvPr>
              <p:cNvSpPr/>
              <p:nvPr/>
            </p:nvSpPr>
            <p:spPr>
              <a:xfrm>
                <a:off x="9251152" y="5170009"/>
                <a:ext cx="6343" cy="6345"/>
              </a:xfrm>
              <a:custGeom>
                <a:avLst/>
                <a:gdLst>
                  <a:gd name="connsiteX0" fmla="*/ 3396 w 6343"/>
                  <a:gd name="connsiteY0" fmla="*/ 6479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9"/>
                    </a:moveTo>
                    <a:cubicBezTo>
                      <a:pt x="4237" y="6479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5"/>
                      <a:pt x="6233" y="1657"/>
                      <a:pt x="5638" y="1062"/>
                    </a:cubicBezTo>
                    <a:cubicBezTo>
                      <a:pt x="5043" y="468"/>
                      <a:pt x="4237" y="133"/>
                      <a:pt x="3396" y="133"/>
                    </a:cubicBezTo>
                    <a:cubicBezTo>
                      <a:pt x="2554" y="133"/>
                      <a:pt x="1748" y="468"/>
                      <a:pt x="1153" y="1062"/>
                    </a:cubicBezTo>
                    <a:cubicBezTo>
                      <a:pt x="558" y="1657"/>
                      <a:pt x="224" y="2465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4" y="6479"/>
                      <a:pt x="339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89" name="Freeform: Shape 15788">
                <a:extLst>
                  <a:ext uri="{FF2B5EF4-FFF2-40B4-BE49-F238E27FC236}">
                    <a16:creationId xmlns:a16="http://schemas.microsoft.com/office/drawing/2014/main" id="{A2B4AEF8-BC90-62EE-88DC-5F391AFAFA48}"/>
                  </a:ext>
                </a:extLst>
              </p:cNvPr>
              <p:cNvSpPr/>
              <p:nvPr/>
            </p:nvSpPr>
            <p:spPr>
              <a:xfrm>
                <a:off x="9254084" y="5170236"/>
                <a:ext cx="6343" cy="6345"/>
              </a:xfrm>
              <a:custGeom>
                <a:avLst/>
                <a:gdLst>
                  <a:gd name="connsiteX0" fmla="*/ 3396 w 6343"/>
                  <a:gd name="connsiteY0" fmla="*/ 6479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9"/>
                    </a:moveTo>
                    <a:cubicBezTo>
                      <a:pt x="4237" y="6479"/>
                      <a:pt x="5044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5"/>
                      <a:pt x="6233" y="1657"/>
                      <a:pt x="5638" y="1062"/>
                    </a:cubicBezTo>
                    <a:cubicBezTo>
                      <a:pt x="5044" y="468"/>
                      <a:pt x="4237" y="133"/>
                      <a:pt x="3396" y="133"/>
                    </a:cubicBezTo>
                    <a:cubicBezTo>
                      <a:pt x="2555" y="133"/>
                      <a:pt x="1748" y="468"/>
                      <a:pt x="1153" y="1062"/>
                    </a:cubicBezTo>
                    <a:cubicBezTo>
                      <a:pt x="558" y="1657"/>
                      <a:pt x="224" y="2465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5" y="6479"/>
                      <a:pt x="339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90" name="Freeform: Shape 15789">
                <a:extLst>
                  <a:ext uri="{FF2B5EF4-FFF2-40B4-BE49-F238E27FC236}">
                    <a16:creationId xmlns:a16="http://schemas.microsoft.com/office/drawing/2014/main" id="{7575AF22-E380-B9CA-CDB1-DF16FBF75F24}"/>
                  </a:ext>
                </a:extLst>
              </p:cNvPr>
              <p:cNvSpPr/>
              <p:nvPr/>
            </p:nvSpPr>
            <p:spPr>
              <a:xfrm>
                <a:off x="9257356" y="5170726"/>
                <a:ext cx="6343" cy="6345"/>
              </a:xfrm>
              <a:custGeom>
                <a:avLst/>
                <a:gdLst>
                  <a:gd name="connsiteX0" fmla="*/ 3396 w 6343"/>
                  <a:gd name="connsiteY0" fmla="*/ 6479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3 h 6345"/>
                  <a:gd name="connsiteX4" fmla="*/ 3396 w 6343"/>
                  <a:gd name="connsiteY4" fmla="*/ 133 h 6345"/>
                  <a:gd name="connsiteX5" fmla="*/ 1153 w 6343"/>
                  <a:gd name="connsiteY5" fmla="*/ 1063 h 6345"/>
                  <a:gd name="connsiteX6" fmla="*/ 225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9"/>
                    </a:moveTo>
                    <a:cubicBezTo>
                      <a:pt x="4237" y="6479"/>
                      <a:pt x="5044" y="6144"/>
                      <a:pt x="5639" y="5549"/>
                    </a:cubicBezTo>
                    <a:cubicBezTo>
                      <a:pt x="6233" y="4954"/>
                      <a:pt x="6568" y="4147"/>
                      <a:pt x="6568" y="3306"/>
                    </a:cubicBezTo>
                    <a:cubicBezTo>
                      <a:pt x="6568" y="2465"/>
                      <a:pt x="6233" y="1657"/>
                      <a:pt x="5639" y="1063"/>
                    </a:cubicBezTo>
                    <a:cubicBezTo>
                      <a:pt x="5044" y="468"/>
                      <a:pt x="4237" y="133"/>
                      <a:pt x="3396" y="133"/>
                    </a:cubicBezTo>
                    <a:cubicBezTo>
                      <a:pt x="2555" y="133"/>
                      <a:pt x="1748" y="468"/>
                      <a:pt x="1153" y="1063"/>
                    </a:cubicBezTo>
                    <a:cubicBezTo>
                      <a:pt x="559" y="1657"/>
                      <a:pt x="225" y="2465"/>
                      <a:pt x="225" y="3306"/>
                    </a:cubicBezTo>
                    <a:cubicBezTo>
                      <a:pt x="225" y="4147"/>
                      <a:pt x="559" y="4954"/>
                      <a:pt x="1153" y="5549"/>
                    </a:cubicBezTo>
                    <a:cubicBezTo>
                      <a:pt x="1748" y="6144"/>
                      <a:pt x="2555" y="6479"/>
                      <a:pt x="339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91" name="Freeform: Shape 15790">
                <a:extLst>
                  <a:ext uri="{FF2B5EF4-FFF2-40B4-BE49-F238E27FC236}">
                    <a16:creationId xmlns:a16="http://schemas.microsoft.com/office/drawing/2014/main" id="{84FAC1A1-0E9B-AF56-A49B-BC2E91A75E3F}"/>
                  </a:ext>
                </a:extLst>
              </p:cNvPr>
              <p:cNvSpPr/>
              <p:nvPr/>
            </p:nvSpPr>
            <p:spPr>
              <a:xfrm>
                <a:off x="9259816" y="5170716"/>
                <a:ext cx="6343" cy="6345"/>
              </a:xfrm>
              <a:custGeom>
                <a:avLst/>
                <a:gdLst>
                  <a:gd name="connsiteX0" fmla="*/ 3396 w 6343"/>
                  <a:gd name="connsiteY0" fmla="*/ 6479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3 h 6345"/>
                  <a:gd name="connsiteX4" fmla="*/ 3396 w 6343"/>
                  <a:gd name="connsiteY4" fmla="*/ 133 h 6345"/>
                  <a:gd name="connsiteX5" fmla="*/ 1154 w 6343"/>
                  <a:gd name="connsiteY5" fmla="*/ 1063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9"/>
                    </a:moveTo>
                    <a:cubicBezTo>
                      <a:pt x="4237" y="6479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5"/>
                      <a:pt x="6234" y="1657"/>
                      <a:pt x="5639" y="1063"/>
                    </a:cubicBezTo>
                    <a:cubicBezTo>
                      <a:pt x="5044" y="468"/>
                      <a:pt x="4237" y="133"/>
                      <a:pt x="3396" y="133"/>
                    </a:cubicBezTo>
                    <a:cubicBezTo>
                      <a:pt x="2555" y="133"/>
                      <a:pt x="1748" y="468"/>
                      <a:pt x="1154" y="1063"/>
                    </a:cubicBezTo>
                    <a:cubicBezTo>
                      <a:pt x="559" y="1657"/>
                      <a:pt x="225" y="2465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8" y="6144"/>
                      <a:pt x="2555" y="6479"/>
                      <a:pt x="339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92" name="Freeform: Shape 15791">
                <a:extLst>
                  <a:ext uri="{FF2B5EF4-FFF2-40B4-BE49-F238E27FC236}">
                    <a16:creationId xmlns:a16="http://schemas.microsoft.com/office/drawing/2014/main" id="{46AC1B56-F0DB-5807-975C-05386E030EB5}"/>
                  </a:ext>
                </a:extLst>
              </p:cNvPr>
              <p:cNvSpPr/>
              <p:nvPr/>
            </p:nvSpPr>
            <p:spPr>
              <a:xfrm>
                <a:off x="9262318" y="5170766"/>
                <a:ext cx="6343" cy="6345"/>
              </a:xfrm>
              <a:custGeom>
                <a:avLst/>
                <a:gdLst>
                  <a:gd name="connsiteX0" fmla="*/ 3396 w 6343"/>
                  <a:gd name="connsiteY0" fmla="*/ 6479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3 h 6345"/>
                  <a:gd name="connsiteX4" fmla="*/ 3396 w 6343"/>
                  <a:gd name="connsiteY4" fmla="*/ 133 h 6345"/>
                  <a:gd name="connsiteX5" fmla="*/ 1154 w 6343"/>
                  <a:gd name="connsiteY5" fmla="*/ 1063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9"/>
                    </a:moveTo>
                    <a:cubicBezTo>
                      <a:pt x="4238" y="6479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5"/>
                      <a:pt x="6234" y="1658"/>
                      <a:pt x="5639" y="1063"/>
                    </a:cubicBezTo>
                    <a:cubicBezTo>
                      <a:pt x="5044" y="468"/>
                      <a:pt x="4238" y="133"/>
                      <a:pt x="3396" y="133"/>
                    </a:cubicBezTo>
                    <a:cubicBezTo>
                      <a:pt x="2555" y="133"/>
                      <a:pt x="1749" y="468"/>
                      <a:pt x="1154" y="1063"/>
                    </a:cubicBezTo>
                    <a:cubicBezTo>
                      <a:pt x="559" y="1658"/>
                      <a:pt x="225" y="2465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5" y="6479"/>
                      <a:pt x="339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93" name="Freeform: Shape 15792">
                <a:extLst>
                  <a:ext uri="{FF2B5EF4-FFF2-40B4-BE49-F238E27FC236}">
                    <a16:creationId xmlns:a16="http://schemas.microsoft.com/office/drawing/2014/main" id="{8978D809-A9EE-4955-A5A6-BE2C135A09F9}"/>
                  </a:ext>
                </a:extLst>
              </p:cNvPr>
              <p:cNvSpPr/>
              <p:nvPr/>
            </p:nvSpPr>
            <p:spPr>
              <a:xfrm>
                <a:off x="9264218" y="5170434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3 h 6345"/>
                  <a:gd name="connsiteX4" fmla="*/ 3397 w 6343"/>
                  <a:gd name="connsiteY4" fmla="*/ 133 h 6345"/>
                  <a:gd name="connsiteX5" fmla="*/ 1154 w 6343"/>
                  <a:gd name="connsiteY5" fmla="*/ 1063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8" y="6479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5"/>
                      <a:pt x="6234" y="1657"/>
                      <a:pt x="5639" y="1063"/>
                    </a:cubicBezTo>
                    <a:cubicBezTo>
                      <a:pt x="5044" y="468"/>
                      <a:pt x="4238" y="133"/>
                      <a:pt x="3397" y="133"/>
                    </a:cubicBezTo>
                    <a:cubicBezTo>
                      <a:pt x="2556" y="133"/>
                      <a:pt x="1749" y="468"/>
                      <a:pt x="1154" y="1063"/>
                    </a:cubicBezTo>
                    <a:cubicBezTo>
                      <a:pt x="559" y="1657"/>
                      <a:pt x="225" y="2465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94" name="Freeform: Shape 15793">
                <a:extLst>
                  <a:ext uri="{FF2B5EF4-FFF2-40B4-BE49-F238E27FC236}">
                    <a16:creationId xmlns:a16="http://schemas.microsoft.com/office/drawing/2014/main" id="{36126FF4-E7F2-D6EB-2BB8-2DBE5B890919}"/>
                  </a:ext>
                </a:extLst>
              </p:cNvPr>
              <p:cNvSpPr/>
              <p:nvPr/>
            </p:nvSpPr>
            <p:spPr>
              <a:xfrm>
                <a:off x="9266312" y="5170257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8" y="6479"/>
                      <a:pt x="5045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5"/>
                      <a:pt x="6234" y="1657"/>
                      <a:pt x="5639" y="1062"/>
                    </a:cubicBezTo>
                    <a:cubicBezTo>
                      <a:pt x="5045" y="468"/>
                      <a:pt x="4238" y="133"/>
                      <a:pt x="3397" y="133"/>
                    </a:cubicBezTo>
                    <a:cubicBezTo>
                      <a:pt x="2556" y="133"/>
                      <a:pt x="1749" y="468"/>
                      <a:pt x="1154" y="1062"/>
                    </a:cubicBezTo>
                    <a:cubicBezTo>
                      <a:pt x="559" y="1657"/>
                      <a:pt x="225" y="2465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95" name="Freeform: Shape 15794">
                <a:extLst>
                  <a:ext uri="{FF2B5EF4-FFF2-40B4-BE49-F238E27FC236}">
                    <a16:creationId xmlns:a16="http://schemas.microsoft.com/office/drawing/2014/main" id="{5E4D1CFA-D542-1F49-0F55-2E279D554393}"/>
                  </a:ext>
                </a:extLst>
              </p:cNvPr>
              <p:cNvSpPr/>
              <p:nvPr/>
            </p:nvSpPr>
            <p:spPr>
              <a:xfrm>
                <a:off x="9268255" y="5169998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40 w 6343"/>
                  <a:gd name="connsiteY1" fmla="*/ 5549 h 6345"/>
                  <a:gd name="connsiteX2" fmla="*/ 6568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8" y="6479"/>
                      <a:pt x="5045" y="6144"/>
                      <a:pt x="5640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5"/>
                      <a:pt x="6234" y="1657"/>
                      <a:pt x="5640" y="1062"/>
                    </a:cubicBezTo>
                    <a:cubicBezTo>
                      <a:pt x="5045" y="468"/>
                      <a:pt x="4238" y="133"/>
                      <a:pt x="3397" y="133"/>
                    </a:cubicBezTo>
                    <a:cubicBezTo>
                      <a:pt x="2556" y="133"/>
                      <a:pt x="1749" y="468"/>
                      <a:pt x="1154" y="1062"/>
                    </a:cubicBezTo>
                    <a:cubicBezTo>
                      <a:pt x="560" y="1657"/>
                      <a:pt x="225" y="2465"/>
                      <a:pt x="225" y="3306"/>
                    </a:cubicBezTo>
                    <a:cubicBezTo>
                      <a:pt x="225" y="4147"/>
                      <a:pt x="560" y="4954"/>
                      <a:pt x="1154" y="5549"/>
                    </a:cubicBezTo>
                    <a:cubicBezTo>
                      <a:pt x="1749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96" name="Freeform: Shape 15795">
                <a:extLst>
                  <a:ext uri="{FF2B5EF4-FFF2-40B4-BE49-F238E27FC236}">
                    <a16:creationId xmlns:a16="http://schemas.microsoft.com/office/drawing/2014/main" id="{59543DAB-DCB5-F401-0D5D-92E5AE0DEC79}"/>
                  </a:ext>
                </a:extLst>
              </p:cNvPr>
              <p:cNvSpPr/>
              <p:nvPr/>
            </p:nvSpPr>
            <p:spPr>
              <a:xfrm>
                <a:off x="9269948" y="5169583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6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8" y="6479"/>
                      <a:pt x="5045" y="6144"/>
                      <a:pt x="5640" y="5549"/>
                    </a:cubicBezTo>
                    <a:cubicBezTo>
                      <a:pt x="6234" y="4954"/>
                      <a:pt x="6569" y="4147"/>
                      <a:pt x="6569" y="3306"/>
                    </a:cubicBezTo>
                    <a:cubicBezTo>
                      <a:pt x="6569" y="2464"/>
                      <a:pt x="6234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4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4" y="5549"/>
                    </a:cubicBezTo>
                    <a:cubicBezTo>
                      <a:pt x="1749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97" name="Freeform: Shape 15796">
                <a:extLst>
                  <a:ext uri="{FF2B5EF4-FFF2-40B4-BE49-F238E27FC236}">
                    <a16:creationId xmlns:a16="http://schemas.microsoft.com/office/drawing/2014/main" id="{3919B968-4AC0-C107-6320-61018CEF4310}"/>
                  </a:ext>
                </a:extLst>
              </p:cNvPr>
              <p:cNvSpPr/>
              <p:nvPr/>
            </p:nvSpPr>
            <p:spPr>
              <a:xfrm>
                <a:off x="9271446" y="5169043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8" y="6479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98" name="Freeform: Shape 15797">
                <a:extLst>
                  <a:ext uri="{FF2B5EF4-FFF2-40B4-BE49-F238E27FC236}">
                    <a16:creationId xmlns:a16="http://schemas.microsoft.com/office/drawing/2014/main" id="{7AD5EAAD-553D-5417-5437-211BA958DAAB}"/>
                  </a:ext>
                </a:extLst>
              </p:cNvPr>
              <p:cNvSpPr/>
              <p:nvPr/>
            </p:nvSpPr>
            <p:spPr>
              <a:xfrm>
                <a:off x="9274350" y="5169548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9" y="6479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9" y="133"/>
                      <a:pt x="3397" y="133"/>
                    </a:cubicBezTo>
                    <a:cubicBezTo>
                      <a:pt x="2556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799" name="Freeform: Shape 15798">
                <a:extLst>
                  <a:ext uri="{FF2B5EF4-FFF2-40B4-BE49-F238E27FC236}">
                    <a16:creationId xmlns:a16="http://schemas.microsoft.com/office/drawing/2014/main" id="{714D2901-C9FE-1456-D47F-A0DF9AAA7709}"/>
                  </a:ext>
                </a:extLst>
              </p:cNvPr>
              <p:cNvSpPr/>
              <p:nvPr/>
            </p:nvSpPr>
            <p:spPr>
              <a:xfrm>
                <a:off x="9276566" y="5169582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7"/>
                      <a:pt x="4239" y="133"/>
                      <a:pt x="3398" y="133"/>
                    </a:cubicBezTo>
                    <a:cubicBezTo>
                      <a:pt x="2556" y="133"/>
                      <a:pt x="1750" y="467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6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00" name="Freeform: Shape 15799">
                <a:extLst>
                  <a:ext uri="{FF2B5EF4-FFF2-40B4-BE49-F238E27FC236}">
                    <a16:creationId xmlns:a16="http://schemas.microsoft.com/office/drawing/2014/main" id="{491D8B75-1647-BDBE-8518-4A1E02992289}"/>
                  </a:ext>
                </a:extLst>
              </p:cNvPr>
              <p:cNvSpPr/>
              <p:nvPr/>
            </p:nvSpPr>
            <p:spPr>
              <a:xfrm>
                <a:off x="9280976" y="5169716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69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1" y="1062"/>
                    </a:cubicBezTo>
                    <a:cubicBezTo>
                      <a:pt x="5046" y="467"/>
                      <a:pt x="4239" y="133"/>
                      <a:pt x="3398" y="133"/>
                    </a:cubicBezTo>
                    <a:cubicBezTo>
                      <a:pt x="2557" y="133"/>
                      <a:pt x="1750" y="467"/>
                      <a:pt x="1155" y="1062"/>
                    </a:cubicBezTo>
                    <a:cubicBezTo>
                      <a:pt x="561" y="1657"/>
                      <a:pt x="226" y="2464"/>
                      <a:pt x="226" y="3306"/>
                    </a:cubicBezTo>
                    <a:cubicBezTo>
                      <a:pt x="226" y="4147"/>
                      <a:pt x="561" y="4954"/>
                      <a:pt x="1155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01" name="Freeform: Shape 15800">
                <a:extLst>
                  <a:ext uri="{FF2B5EF4-FFF2-40B4-BE49-F238E27FC236}">
                    <a16:creationId xmlns:a16="http://schemas.microsoft.com/office/drawing/2014/main" id="{8515E73C-F1D4-63E8-E2FE-C968CEE8AAA4}"/>
                  </a:ext>
                </a:extLst>
              </p:cNvPr>
              <p:cNvSpPr/>
              <p:nvPr/>
            </p:nvSpPr>
            <p:spPr>
              <a:xfrm>
                <a:off x="9283932" y="5170405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3 h 6345"/>
                  <a:gd name="connsiteX4" fmla="*/ 3398 w 6343"/>
                  <a:gd name="connsiteY4" fmla="*/ 133 h 6345"/>
                  <a:gd name="connsiteX5" fmla="*/ 1156 w 6343"/>
                  <a:gd name="connsiteY5" fmla="*/ 1063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3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6" y="1063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02" name="Freeform: Shape 15801">
                <a:extLst>
                  <a:ext uri="{FF2B5EF4-FFF2-40B4-BE49-F238E27FC236}">
                    <a16:creationId xmlns:a16="http://schemas.microsoft.com/office/drawing/2014/main" id="{CBA7E9CA-3947-4EB9-90DF-84DD4BB34A14}"/>
                  </a:ext>
                </a:extLst>
              </p:cNvPr>
              <p:cNvSpPr/>
              <p:nvPr/>
            </p:nvSpPr>
            <p:spPr>
              <a:xfrm>
                <a:off x="9286163" y="5170570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3 h 6345"/>
                  <a:gd name="connsiteX4" fmla="*/ 3398 w 6343"/>
                  <a:gd name="connsiteY4" fmla="*/ 133 h 6345"/>
                  <a:gd name="connsiteX5" fmla="*/ 1156 w 6343"/>
                  <a:gd name="connsiteY5" fmla="*/ 1063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3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6" y="1063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03" name="Freeform: Shape 15802">
                <a:extLst>
                  <a:ext uri="{FF2B5EF4-FFF2-40B4-BE49-F238E27FC236}">
                    <a16:creationId xmlns:a16="http://schemas.microsoft.com/office/drawing/2014/main" id="{EA85F450-FC61-6891-54EE-01A22296051C}"/>
                  </a:ext>
                </a:extLst>
              </p:cNvPr>
              <p:cNvSpPr/>
              <p:nvPr/>
            </p:nvSpPr>
            <p:spPr>
              <a:xfrm>
                <a:off x="9287961" y="5170421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3 h 6345"/>
                  <a:gd name="connsiteX4" fmla="*/ 3398 w 6343"/>
                  <a:gd name="connsiteY4" fmla="*/ 133 h 6345"/>
                  <a:gd name="connsiteX5" fmla="*/ 1156 w 6343"/>
                  <a:gd name="connsiteY5" fmla="*/ 1063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3"/>
                    </a:cubicBezTo>
                    <a:cubicBezTo>
                      <a:pt x="5046" y="468"/>
                      <a:pt x="4240" y="133"/>
                      <a:pt x="3398" y="133"/>
                    </a:cubicBezTo>
                    <a:cubicBezTo>
                      <a:pt x="2557" y="133"/>
                      <a:pt x="1751" y="468"/>
                      <a:pt x="1156" y="1063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04" name="Freeform: Shape 15803">
                <a:extLst>
                  <a:ext uri="{FF2B5EF4-FFF2-40B4-BE49-F238E27FC236}">
                    <a16:creationId xmlns:a16="http://schemas.microsoft.com/office/drawing/2014/main" id="{14A897F1-8CE4-7E83-AB97-3DE2B4DD5960}"/>
                  </a:ext>
                </a:extLst>
              </p:cNvPr>
              <p:cNvSpPr/>
              <p:nvPr/>
            </p:nvSpPr>
            <p:spPr>
              <a:xfrm>
                <a:off x="9289567" y="5170140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2"/>
                    </a:cubicBezTo>
                    <a:cubicBezTo>
                      <a:pt x="5046" y="468"/>
                      <a:pt x="4240" y="133"/>
                      <a:pt x="3399" y="133"/>
                    </a:cubicBezTo>
                    <a:cubicBezTo>
                      <a:pt x="2558" y="133"/>
                      <a:pt x="1751" y="468"/>
                      <a:pt x="1156" y="1062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05" name="Freeform: Shape 15804">
                <a:extLst>
                  <a:ext uri="{FF2B5EF4-FFF2-40B4-BE49-F238E27FC236}">
                    <a16:creationId xmlns:a16="http://schemas.microsoft.com/office/drawing/2014/main" id="{09D0AF2C-96DE-AECB-F565-F3894E926096}"/>
                  </a:ext>
                </a:extLst>
              </p:cNvPr>
              <p:cNvSpPr/>
              <p:nvPr/>
            </p:nvSpPr>
            <p:spPr>
              <a:xfrm>
                <a:off x="9291030" y="5169760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06" name="Freeform: Shape 15805">
                <a:extLst>
                  <a:ext uri="{FF2B5EF4-FFF2-40B4-BE49-F238E27FC236}">
                    <a16:creationId xmlns:a16="http://schemas.microsoft.com/office/drawing/2014/main" id="{E75C553F-B6EB-13FF-7448-504832DF8B62}"/>
                  </a:ext>
                </a:extLst>
              </p:cNvPr>
              <p:cNvSpPr/>
              <p:nvPr/>
            </p:nvSpPr>
            <p:spPr>
              <a:xfrm>
                <a:off x="9292539" y="5169432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07" name="Freeform: Shape 15806">
                <a:extLst>
                  <a:ext uri="{FF2B5EF4-FFF2-40B4-BE49-F238E27FC236}">
                    <a16:creationId xmlns:a16="http://schemas.microsoft.com/office/drawing/2014/main" id="{A4102801-9E97-D234-3BDC-A59DB6E93CD6}"/>
                  </a:ext>
                </a:extLst>
              </p:cNvPr>
              <p:cNvSpPr/>
              <p:nvPr/>
            </p:nvSpPr>
            <p:spPr>
              <a:xfrm>
                <a:off x="9307344" y="5171371"/>
                <a:ext cx="6343" cy="6345"/>
              </a:xfrm>
              <a:custGeom>
                <a:avLst/>
                <a:gdLst>
                  <a:gd name="connsiteX0" fmla="*/ 3400 w 6343"/>
                  <a:gd name="connsiteY0" fmla="*/ 6479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3 h 6345"/>
                  <a:gd name="connsiteX4" fmla="*/ 3400 w 6343"/>
                  <a:gd name="connsiteY4" fmla="*/ 133 h 6345"/>
                  <a:gd name="connsiteX5" fmla="*/ 1157 w 6343"/>
                  <a:gd name="connsiteY5" fmla="*/ 1063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40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9"/>
                    </a:moveTo>
                    <a:cubicBezTo>
                      <a:pt x="4241" y="6479"/>
                      <a:pt x="5048" y="6144"/>
                      <a:pt x="5643" y="5549"/>
                    </a:cubicBezTo>
                    <a:cubicBezTo>
                      <a:pt x="6237" y="4954"/>
                      <a:pt x="6572" y="4147"/>
                      <a:pt x="6572" y="3306"/>
                    </a:cubicBezTo>
                    <a:cubicBezTo>
                      <a:pt x="6572" y="2465"/>
                      <a:pt x="6237" y="1658"/>
                      <a:pt x="5643" y="1063"/>
                    </a:cubicBezTo>
                    <a:cubicBezTo>
                      <a:pt x="5048" y="468"/>
                      <a:pt x="4241" y="133"/>
                      <a:pt x="3400" y="133"/>
                    </a:cubicBezTo>
                    <a:cubicBezTo>
                      <a:pt x="2559" y="133"/>
                      <a:pt x="1752" y="468"/>
                      <a:pt x="1157" y="1063"/>
                    </a:cubicBezTo>
                    <a:cubicBezTo>
                      <a:pt x="563" y="1658"/>
                      <a:pt x="228" y="2465"/>
                      <a:pt x="228" y="3306"/>
                    </a:cubicBezTo>
                    <a:cubicBezTo>
                      <a:pt x="228" y="4147"/>
                      <a:pt x="563" y="4954"/>
                      <a:pt x="1157" y="5549"/>
                    </a:cubicBezTo>
                    <a:cubicBezTo>
                      <a:pt x="1752" y="6144"/>
                      <a:pt x="2559" y="6479"/>
                      <a:pt x="340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08" name="Freeform: Shape 15807">
                <a:extLst>
                  <a:ext uri="{FF2B5EF4-FFF2-40B4-BE49-F238E27FC236}">
                    <a16:creationId xmlns:a16="http://schemas.microsoft.com/office/drawing/2014/main" id="{24CD2DA9-CA7B-DC46-C1FD-B58D52907628}"/>
                  </a:ext>
                </a:extLst>
              </p:cNvPr>
              <p:cNvSpPr/>
              <p:nvPr/>
            </p:nvSpPr>
            <p:spPr>
              <a:xfrm>
                <a:off x="9309436" y="5171744"/>
                <a:ext cx="6343" cy="6345"/>
              </a:xfrm>
              <a:custGeom>
                <a:avLst/>
                <a:gdLst>
                  <a:gd name="connsiteX0" fmla="*/ 3400 w 6343"/>
                  <a:gd name="connsiteY0" fmla="*/ 6479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3 h 6345"/>
                  <a:gd name="connsiteX4" fmla="*/ 3400 w 6343"/>
                  <a:gd name="connsiteY4" fmla="*/ 133 h 6345"/>
                  <a:gd name="connsiteX5" fmla="*/ 1158 w 6343"/>
                  <a:gd name="connsiteY5" fmla="*/ 1063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9"/>
                    </a:moveTo>
                    <a:cubicBezTo>
                      <a:pt x="4241" y="6479"/>
                      <a:pt x="5048" y="6144"/>
                      <a:pt x="5643" y="5549"/>
                    </a:cubicBezTo>
                    <a:cubicBezTo>
                      <a:pt x="6238" y="4955"/>
                      <a:pt x="6572" y="4147"/>
                      <a:pt x="6572" y="3306"/>
                    </a:cubicBezTo>
                    <a:cubicBezTo>
                      <a:pt x="6572" y="2465"/>
                      <a:pt x="6238" y="1658"/>
                      <a:pt x="5643" y="1063"/>
                    </a:cubicBezTo>
                    <a:cubicBezTo>
                      <a:pt x="5048" y="468"/>
                      <a:pt x="4241" y="133"/>
                      <a:pt x="3400" y="133"/>
                    </a:cubicBezTo>
                    <a:cubicBezTo>
                      <a:pt x="2559" y="133"/>
                      <a:pt x="1752" y="468"/>
                      <a:pt x="1158" y="1063"/>
                    </a:cubicBezTo>
                    <a:cubicBezTo>
                      <a:pt x="563" y="1658"/>
                      <a:pt x="229" y="2465"/>
                      <a:pt x="229" y="3306"/>
                    </a:cubicBezTo>
                    <a:cubicBezTo>
                      <a:pt x="229" y="4147"/>
                      <a:pt x="563" y="4955"/>
                      <a:pt x="1158" y="5549"/>
                    </a:cubicBezTo>
                    <a:cubicBezTo>
                      <a:pt x="1752" y="6144"/>
                      <a:pt x="2559" y="6479"/>
                      <a:pt x="340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09" name="Freeform: Shape 15808">
                <a:extLst>
                  <a:ext uri="{FF2B5EF4-FFF2-40B4-BE49-F238E27FC236}">
                    <a16:creationId xmlns:a16="http://schemas.microsoft.com/office/drawing/2014/main" id="{CFDA3919-FE06-1ED4-611A-7195BB3DA3BB}"/>
                  </a:ext>
                </a:extLst>
              </p:cNvPr>
              <p:cNvSpPr/>
              <p:nvPr/>
            </p:nvSpPr>
            <p:spPr>
              <a:xfrm>
                <a:off x="9310498" y="5171202"/>
                <a:ext cx="6343" cy="6345"/>
              </a:xfrm>
              <a:custGeom>
                <a:avLst/>
                <a:gdLst>
                  <a:gd name="connsiteX0" fmla="*/ 3400 w 6343"/>
                  <a:gd name="connsiteY0" fmla="*/ 6479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3 h 6345"/>
                  <a:gd name="connsiteX4" fmla="*/ 3400 w 6343"/>
                  <a:gd name="connsiteY4" fmla="*/ 133 h 6345"/>
                  <a:gd name="connsiteX5" fmla="*/ 1158 w 6343"/>
                  <a:gd name="connsiteY5" fmla="*/ 1063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9"/>
                    </a:moveTo>
                    <a:cubicBezTo>
                      <a:pt x="4241" y="6479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5"/>
                      <a:pt x="6238" y="1658"/>
                      <a:pt x="5643" y="1063"/>
                    </a:cubicBezTo>
                    <a:cubicBezTo>
                      <a:pt x="5048" y="468"/>
                      <a:pt x="4241" y="133"/>
                      <a:pt x="3400" y="133"/>
                    </a:cubicBezTo>
                    <a:cubicBezTo>
                      <a:pt x="2559" y="133"/>
                      <a:pt x="1752" y="468"/>
                      <a:pt x="1158" y="1063"/>
                    </a:cubicBezTo>
                    <a:cubicBezTo>
                      <a:pt x="563" y="1658"/>
                      <a:pt x="229" y="2465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2" y="6144"/>
                      <a:pt x="2559" y="6479"/>
                      <a:pt x="340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10" name="Freeform: Shape 15809">
                <a:extLst>
                  <a:ext uri="{FF2B5EF4-FFF2-40B4-BE49-F238E27FC236}">
                    <a16:creationId xmlns:a16="http://schemas.microsoft.com/office/drawing/2014/main" id="{D16CD935-AF08-2DA8-9CB7-7CA98CD4FF5E}"/>
                  </a:ext>
                </a:extLst>
              </p:cNvPr>
              <p:cNvSpPr/>
              <p:nvPr/>
            </p:nvSpPr>
            <p:spPr>
              <a:xfrm>
                <a:off x="9311562" y="5170669"/>
                <a:ext cx="6343" cy="6345"/>
              </a:xfrm>
              <a:custGeom>
                <a:avLst/>
                <a:gdLst>
                  <a:gd name="connsiteX0" fmla="*/ 3400 w 6343"/>
                  <a:gd name="connsiteY0" fmla="*/ 6479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3 h 6345"/>
                  <a:gd name="connsiteX4" fmla="*/ 3400 w 6343"/>
                  <a:gd name="connsiteY4" fmla="*/ 133 h 6345"/>
                  <a:gd name="connsiteX5" fmla="*/ 1158 w 6343"/>
                  <a:gd name="connsiteY5" fmla="*/ 1063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9"/>
                    </a:moveTo>
                    <a:cubicBezTo>
                      <a:pt x="4241" y="6479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5"/>
                      <a:pt x="6238" y="1657"/>
                      <a:pt x="5643" y="1063"/>
                    </a:cubicBezTo>
                    <a:cubicBezTo>
                      <a:pt x="5048" y="468"/>
                      <a:pt x="4241" y="133"/>
                      <a:pt x="3400" y="133"/>
                    </a:cubicBezTo>
                    <a:cubicBezTo>
                      <a:pt x="2559" y="133"/>
                      <a:pt x="1752" y="468"/>
                      <a:pt x="1158" y="1063"/>
                    </a:cubicBezTo>
                    <a:cubicBezTo>
                      <a:pt x="563" y="1657"/>
                      <a:pt x="229" y="2465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2" y="6144"/>
                      <a:pt x="2559" y="6479"/>
                      <a:pt x="340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11" name="Freeform: Shape 15810">
                <a:extLst>
                  <a:ext uri="{FF2B5EF4-FFF2-40B4-BE49-F238E27FC236}">
                    <a16:creationId xmlns:a16="http://schemas.microsoft.com/office/drawing/2014/main" id="{08DD2B1E-3B91-FEF2-74B6-4E039FF76862}"/>
                  </a:ext>
                </a:extLst>
              </p:cNvPr>
              <p:cNvSpPr/>
              <p:nvPr/>
            </p:nvSpPr>
            <p:spPr>
              <a:xfrm>
                <a:off x="9313504" y="5170969"/>
                <a:ext cx="6343" cy="6345"/>
              </a:xfrm>
              <a:custGeom>
                <a:avLst/>
                <a:gdLst>
                  <a:gd name="connsiteX0" fmla="*/ 3401 w 6343"/>
                  <a:gd name="connsiteY0" fmla="*/ 6479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3 h 6345"/>
                  <a:gd name="connsiteX4" fmla="*/ 3401 w 6343"/>
                  <a:gd name="connsiteY4" fmla="*/ 133 h 6345"/>
                  <a:gd name="connsiteX5" fmla="*/ 1158 w 6343"/>
                  <a:gd name="connsiteY5" fmla="*/ 1063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9"/>
                    </a:moveTo>
                    <a:cubicBezTo>
                      <a:pt x="4242" y="6479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5"/>
                      <a:pt x="6238" y="1658"/>
                      <a:pt x="5643" y="1063"/>
                    </a:cubicBezTo>
                    <a:cubicBezTo>
                      <a:pt x="5048" y="468"/>
                      <a:pt x="4242" y="133"/>
                      <a:pt x="3401" y="133"/>
                    </a:cubicBezTo>
                    <a:cubicBezTo>
                      <a:pt x="2559" y="133"/>
                      <a:pt x="1753" y="468"/>
                      <a:pt x="1158" y="1063"/>
                    </a:cubicBezTo>
                    <a:cubicBezTo>
                      <a:pt x="563" y="1658"/>
                      <a:pt x="229" y="2465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59" y="6479"/>
                      <a:pt x="340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12" name="Freeform: Shape 15811">
                <a:extLst>
                  <a:ext uri="{FF2B5EF4-FFF2-40B4-BE49-F238E27FC236}">
                    <a16:creationId xmlns:a16="http://schemas.microsoft.com/office/drawing/2014/main" id="{4692FE05-920F-1B6F-E911-0F98BCE460EA}"/>
                  </a:ext>
                </a:extLst>
              </p:cNvPr>
              <p:cNvSpPr/>
              <p:nvPr/>
            </p:nvSpPr>
            <p:spPr>
              <a:xfrm>
                <a:off x="9314958" y="5170832"/>
                <a:ext cx="6343" cy="6345"/>
              </a:xfrm>
              <a:custGeom>
                <a:avLst/>
                <a:gdLst>
                  <a:gd name="connsiteX0" fmla="*/ 3401 w 6343"/>
                  <a:gd name="connsiteY0" fmla="*/ 6479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3 h 6345"/>
                  <a:gd name="connsiteX4" fmla="*/ 3401 w 6343"/>
                  <a:gd name="connsiteY4" fmla="*/ 133 h 6345"/>
                  <a:gd name="connsiteX5" fmla="*/ 1158 w 6343"/>
                  <a:gd name="connsiteY5" fmla="*/ 1063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9"/>
                    </a:moveTo>
                    <a:cubicBezTo>
                      <a:pt x="4242" y="6479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5"/>
                      <a:pt x="6238" y="1658"/>
                      <a:pt x="5643" y="1063"/>
                    </a:cubicBezTo>
                    <a:cubicBezTo>
                      <a:pt x="5048" y="468"/>
                      <a:pt x="4242" y="133"/>
                      <a:pt x="3401" y="133"/>
                    </a:cubicBezTo>
                    <a:cubicBezTo>
                      <a:pt x="2560" y="133"/>
                      <a:pt x="1753" y="468"/>
                      <a:pt x="1158" y="1063"/>
                    </a:cubicBezTo>
                    <a:cubicBezTo>
                      <a:pt x="563" y="1658"/>
                      <a:pt x="229" y="2465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60" y="6479"/>
                      <a:pt x="340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13" name="Freeform: Shape 15812">
                <a:extLst>
                  <a:ext uri="{FF2B5EF4-FFF2-40B4-BE49-F238E27FC236}">
                    <a16:creationId xmlns:a16="http://schemas.microsoft.com/office/drawing/2014/main" id="{D9DDD214-D4D4-9C39-72F3-89AD9F661A36}"/>
                  </a:ext>
                </a:extLst>
              </p:cNvPr>
              <p:cNvSpPr/>
              <p:nvPr/>
            </p:nvSpPr>
            <p:spPr>
              <a:xfrm>
                <a:off x="9316322" y="5170624"/>
                <a:ext cx="6343" cy="6345"/>
              </a:xfrm>
              <a:custGeom>
                <a:avLst/>
                <a:gdLst>
                  <a:gd name="connsiteX0" fmla="*/ 3401 w 6343"/>
                  <a:gd name="connsiteY0" fmla="*/ 6479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3 h 6345"/>
                  <a:gd name="connsiteX4" fmla="*/ 3401 w 6343"/>
                  <a:gd name="connsiteY4" fmla="*/ 133 h 6345"/>
                  <a:gd name="connsiteX5" fmla="*/ 1158 w 6343"/>
                  <a:gd name="connsiteY5" fmla="*/ 1063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9"/>
                    </a:moveTo>
                    <a:cubicBezTo>
                      <a:pt x="4242" y="6479"/>
                      <a:pt x="5049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5"/>
                      <a:pt x="6238" y="1657"/>
                      <a:pt x="5643" y="1063"/>
                    </a:cubicBezTo>
                    <a:cubicBezTo>
                      <a:pt x="5049" y="468"/>
                      <a:pt x="4242" y="133"/>
                      <a:pt x="3401" y="133"/>
                    </a:cubicBezTo>
                    <a:cubicBezTo>
                      <a:pt x="2560" y="133"/>
                      <a:pt x="1753" y="468"/>
                      <a:pt x="1158" y="1063"/>
                    </a:cubicBezTo>
                    <a:cubicBezTo>
                      <a:pt x="563" y="1657"/>
                      <a:pt x="229" y="2465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60" y="6479"/>
                      <a:pt x="340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14" name="Freeform: Shape 15813">
                <a:extLst>
                  <a:ext uri="{FF2B5EF4-FFF2-40B4-BE49-F238E27FC236}">
                    <a16:creationId xmlns:a16="http://schemas.microsoft.com/office/drawing/2014/main" id="{339B8F33-469C-EB7B-3CDA-14B98A1E4C19}"/>
                  </a:ext>
                </a:extLst>
              </p:cNvPr>
              <p:cNvSpPr/>
              <p:nvPr/>
            </p:nvSpPr>
            <p:spPr>
              <a:xfrm>
                <a:off x="9317985" y="5170723"/>
                <a:ext cx="6343" cy="6345"/>
              </a:xfrm>
              <a:custGeom>
                <a:avLst/>
                <a:gdLst>
                  <a:gd name="connsiteX0" fmla="*/ 3401 w 6343"/>
                  <a:gd name="connsiteY0" fmla="*/ 6479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3 h 6345"/>
                  <a:gd name="connsiteX4" fmla="*/ 3401 w 6343"/>
                  <a:gd name="connsiteY4" fmla="*/ 133 h 6345"/>
                  <a:gd name="connsiteX5" fmla="*/ 1158 w 6343"/>
                  <a:gd name="connsiteY5" fmla="*/ 1063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9"/>
                    </a:moveTo>
                    <a:cubicBezTo>
                      <a:pt x="4242" y="6479"/>
                      <a:pt x="5049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5"/>
                      <a:pt x="6238" y="1657"/>
                      <a:pt x="5643" y="1063"/>
                    </a:cubicBezTo>
                    <a:cubicBezTo>
                      <a:pt x="5049" y="468"/>
                      <a:pt x="4242" y="133"/>
                      <a:pt x="3401" y="133"/>
                    </a:cubicBezTo>
                    <a:cubicBezTo>
                      <a:pt x="2560" y="133"/>
                      <a:pt x="1753" y="468"/>
                      <a:pt x="1158" y="1063"/>
                    </a:cubicBezTo>
                    <a:cubicBezTo>
                      <a:pt x="563" y="1657"/>
                      <a:pt x="229" y="2465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60" y="6479"/>
                      <a:pt x="340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15" name="Freeform: Shape 15814">
                <a:extLst>
                  <a:ext uri="{FF2B5EF4-FFF2-40B4-BE49-F238E27FC236}">
                    <a16:creationId xmlns:a16="http://schemas.microsoft.com/office/drawing/2014/main" id="{83C7A112-16D0-0621-99C7-BF8DE9D2B166}"/>
                  </a:ext>
                </a:extLst>
              </p:cNvPr>
              <p:cNvSpPr/>
              <p:nvPr/>
            </p:nvSpPr>
            <p:spPr>
              <a:xfrm>
                <a:off x="9319556" y="5170752"/>
                <a:ext cx="6343" cy="6345"/>
              </a:xfrm>
              <a:custGeom>
                <a:avLst/>
                <a:gdLst>
                  <a:gd name="connsiteX0" fmla="*/ 3401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3 h 6345"/>
                  <a:gd name="connsiteX4" fmla="*/ 3401 w 6343"/>
                  <a:gd name="connsiteY4" fmla="*/ 133 h 6345"/>
                  <a:gd name="connsiteX5" fmla="*/ 1158 w 6343"/>
                  <a:gd name="connsiteY5" fmla="*/ 1063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9"/>
                    </a:moveTo>
                    <a:cubicBezTo>
                      <a:pt x="4242" y="6479"/>
                      <a:pt x="5049" y="6144"/>
                      <a:pt x="5644" y="5549"/>
                    </a:cubicBezTo>
                    <a:cubicBezTo>
                      <a:pt x="6238" y="4954"/>
                      <a:pt x="6573" y="4147"/>
                      <a:pt x="6573" y="3306"/>
                    </a:cubicBezTo>
                    <a:cubicBezTo>
                      <a:pt x="6573" y="2465"/>
                      <a:pt x="6238" y="1658"/>
                      <a:pt x="5644" y="1063"/>
                    </a:cubicBezTo>
                    <a:cubicBezTo>
                      <a:pt x="5049" y="468"/>
                      <a:pt x="4242" y="133"/>
                      <a:pt x="3401" y="133"/>
                    </a:cubicBezTo>
                    <a:cubicBezTo>
                      <a:pt x="2560" y="133"/>
                      <a:pt x="1753" y="468"/>
                      <a:pt x="1158" y="1063"/>
                    </a:cubicBezTo>
                    <a:cubicBezTo>
                      <a:pt x="564" y="1658"/>
                      <a:pt x="229" y="2465"/>
                      <a:pt x="229" y="3306"/>
                    </a:cubicBezTo>
                    <a:cubicBezTo>
                      <a:pt x="229" y="4147"/>
                      <a:pt x="564" y="4954"/>
                      <a:pt x="1158" y="5549"/>
                    </a:cubicBezTo>
                    <a:cubicBezTo>
                      <a:pt x="1753" y="6144"/>
                      <a:pt x="2560" y="6479"/>
                      <a:pt x="340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16" name="Freeform: Shape 15815">
                <a:extLst>
                  <a:ext uri="{FF2B5EF4-FFF2-40B4-BE49-F238E27FC236}">
                    <a16:creationId xmlns:a16="http://schemas.microsoft.com/office/drawing/2014/main" id="{A775AF06-CA55-398D-DB95-0E61308853ED}"/>
                  </a:ext>
                </a:extLst>
              </p:cNvPr>
              <p:cNvSpPr/>
              <p:nvPr/>
            </p:nvSpPr>
            <p:spPr>
              <a:xfrm>
                <a:off x="9321080" y="5170754"/>
                <a:ext cx="6343" cy="6345"/>
              </a:xfrm>
              <a:custGeom>
                <a:avLst/>
                <a:gdLst>
                  <a:gd name="connsiteX0" fmla="*/ 3401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3 h 6345"/>
                  <a:gd name="connsiteX4" fmla="*/ 3401 w 6343"/>
                  <a:gd name="connsiteY4" fmla="*/ 133 h 6345"/>
                  <a:gd name="connsiteX5" fmla="*/ 1158 w 6343"/>
                  <a:gd name="connsiteY5" fmla="*/ 1063 h 6345"/>
                  <a:gd name="connsiteX6" fmla="*/ 230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9"/>
                    </a:moveTo>
                    <a:cubicBezTo>
                      <a:pt x="4242" y="6479"/>
                      <a:pt x="5049" y="6144"/>
                      <a:pt x="5644" y="5549"/>
                    </a:cubicBezTo>
                    <a:cubicBezTo>
                      <a:pt x="6238" y="4954"/>
                      <a:pt x="6573" y="4147"/>
                      <a:pt x="6573" y="3306"/>
                    </a:cubicBezTo>
                    <a:cubicBezTo>
                      <a:pt x="6573" y="2465"/>
                      <a:pt x="6238" y="1658"/>
                      <a:pt x="5644" y="1063"/>
                    </a:cubicBezTo>
                    <a:cubicBezTo>
                      <a:pt x="5049" y="468"/>
                      <a:pt x="4242" y="133"/>
                      <a:pt x="3401" y="133"/>
                    </a:cubicBezTo>
                    <a:cubicBezTo>
                      <a:pt x="2560" y="133"/>
                      <a:pt x="1753" y="468"/>
                      <a:pt x="1158" y="1063"/>
                    </a:cubicBezTo>
                    <a:cubicBezTo>
                      <a:pt x="564" y="1658"/>
                      <a:pt x="230" y="2465"/>
                      <a:pt x="230" y="3306"/>
                    </a:cubicBezTo>
                    <a:cubicBezTo>
                      <a:pt x="230" y="4147"/>
                      <a:pt x="564" y="4954"/>
                      <a:pt x="1158" y="5549"/>
                    </a:cubicBezTo>
                    <a:cubicBezTo>
                      <a:pt x="1753" y="6144"/>
                      <a:pt x="2560" y="6479"/>
                      <a:pt x="340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17" name="Freeform: Shape 15816">
                <a:extLst>
                  <a:ext uri="{FF2B5EF4-FFF2-40B4-BE49-F238E27FC236}">
                    <a16:creationId xmlns:a16="http://schemas.microsoft.com/office/drawing/2014/main" id="{CEF3DDB6-D26A-86FC-7079-FFF73FF5AFD9}"/>
                  </a:ext>
                </a:extLst>
              </p:cNvPr>
              <p:cNvSpPr/>
              <p:nvPr/>
            </p:nvSpPr>
            <p:spPr>
              <a:xfrm>
                <a:off x="9322683" y="5170856"/>
                <a:ext cx="6343" cy="6345"/>
              </a:xfrm>
              <a:custGeom>
                <a:avLst/>
                <a:gdLst>
                  <a:gd name="connsiteX0" fmla="*/ 3401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3 h 6345"/>
                  <a:gd name="connsiteX4" fmla="*/ 3401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9"/>
                    </a:moveTo>
                    <a:cubicBezTo>
                      <a:pt x="4242" y="6479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8"/>
                      <a:pt x="5644" y="1063"/>
                    </a:cubicBezTo>
                    <a:cubicBezTo>
                      <a:pt x="5049" y="468"/>
                      <a:pt x="4242" y="133"/>
                      <a:pt x="3401" y="133"/>
                    </a:cubicBezTo>
                    <a:cubicBezTo>
                      <a:pt x="2560" y="133"/>
                      <a:pt x="1753" y="468"/>
                      <a:pt x="1159" y="1063"/>
                    </a:cubicBezTo>
                    <a:cubicBezTo>
                      <a:pt x="564" y="1658"/>
                      <a:pt x="230" y="2465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3" y="6144"/>
                      <a:pt x="2560" y="6479"/>
                      <a:pt x="340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18" name="Freeform: Shape 15817">
                <a:extLst>
                  <a:ext uri="{FF2B5EF4-FFF2-40B4-BE49-F238E27FC236}">
                    <a16:creationId xmlns:a16="http://schemas.microsoft.com/office/drawing/2014/main" id="{D2063FD7-EA4C-BF29-77CF-1D5637E7F103}"/>
                  </a:ext>
                </a:extLst>
              </p:cNvPr>
              <p:cNvSpPr/>
              <p:nvPr/>
            </p:nvSpPr>
            <p:spPr>
              <a:xfrm>
                <a:off x="9323903" y="5170585"/>
                <a:ext cx="6343" cy="6345"/>
              </a:xfrm>
              <a:custGeom>
                <a:avLst/>
                <a:gdLst>
                  <a:gd name="connsiteX0" fmla="*/ 3401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3 h 6345"/>
                  <a:gd name="connsiteX4" fmla="*/ 3401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9"/>
                    </a:moveTo>
                    <a:cubicBezTo>
                      <a:pt x="4242" y="6479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7"/>
                      <a:pt x="5644" y="1063"/>
                    </a:cubicBezTo>
                    <a:cubicBezTo>
                      <a:pt x="5049" y="468"/>
                      <a:pt x="4242" y="133"/>
                      <a:pt x="3401" y="133"/>
                    </a:cubicBezTo>
                    <a:cubicBezTo>
                      <a:pt x="2560" y="133"/>
                      <a:pt x="1753" y="468"/>
                      <a:pt x="1159" y="1063"/>
                    </a:cubicBezTo>
                    <a:cubicBezTo>
                      <a:pt x="564" y="1657"/>
                      <a:pt x="230" y="2465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3" y="6144"/>
                      <a:pt x="2560" y="6479"/>
                      <a:pt x="340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19" name="Freeform: Shape 15818">
                <a:extLst>
                  <a:ext uri="{FF2B5EF4-FFF2-40B4-BE49-F238E27FC236}">
                    <a16:creationId xmlns:a16="http://schemas.microsoft.com/office/drawing/2014/main" id="{43D9DBE9-C7A6-B817-DDBA-B427B53019D7}"/>
                  </a:ext>
                </a:extLst>
              </p:cNvPr>
              <p:cNvSpPr/>
              <p:nvPr/>
            </p:nvSpPr>
            <p:spPr>
              <a:xfrm>
                <a:off x="9325496" y="5170714"/>
                <a:ext cx="6343" cy="6345"/>
              </a:xfrm>
              <a:custGeom>
                <a:avLst/>
                <a:gdLst>
                  <a:gd name="connsiteX0" fmla="*/ 3401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3 h 6345"/>
                  <a:gd name="connsiteX4" fmla="*/ 3401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9"/>
                    </a:moveTo>
                    <a:cubicBezTo>
                      <a:pt x="4243" y="6479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7"/>
                      <a:pt x="5644" y="1063"/>
                    </a:cubicBezTo>
                    <a:cubicBezTo>
                      <a:pt x="5049" y="468"/>
                      <a:pt x="4243" y="133"/>
                      <a:pt x="3401" y="133"/>
                    </a:cubicBezTo>
                    <a:cubicBezTo>
                      <a:pt x="2560" y="133"/>
                      <a:pt x="1754" y="468"/>
                      <a:pt x="1159" y="1063"/>
                    </a:cubicBezTo>
                    <a:cubicBezTo>
                      <a:pt x="564" y="1657"/>
                      <a:pt x="230" y="2465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0" y="6479"/>
                      <a:pt x="340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20" name="Freeform: Shape 15819">
                <a:extLst>
                  <a:ext uri="{FF2B5EF4-FFF2-40B4-BE49-F238E27FC236}">
                    <a16:creationId xmlns:a16="http://schemas.microsoft.com/office/drawing/2014/main" id="{1E432544-17C0-6AA4-9B46-4C63818CFBC0}"/>
                  </a:ext>
                </a:extLst>
              </p:cNvPr>
              <p:cNvSpPr/>
              <p:nvPr/>
            </p:nvSpPr>
            <p:spPr>
              <a:xfrm>
                <a:off x="9327084" y="5170858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49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8"/>
                      <a:pt x="5644" y="1063"/>
                    </a:cubicBezTo>
                    <a:cubicBezTo>
                      <a:pt x="5049" y="468"/>
                      <a:pt x="4243" y="133"/>
                      <a:pt x="3402" y="133"/>
                    </a:cubicBezTo>
                    <a:cubicBezTo>
                      <a:pt x="2560" y="133"/>
                      <a:pt x="1754" y="468"/>
                      <a:pt x="1159" y="1063"/>
                    </a:cubicBezTo>
                    <a:cubicBezTo>
                      <a:pt x="564" y="1658"/>
                      <a:pt x="230" y="2465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0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21" name="Freeform: Shape 15820">
                <a:extLst>
                  <a:ext uri="{FF2B5EF4-FFF2-40B4-BE49-F238E27FC236}">
                    <a16:creationId xmlns:a16="http://schemas.microsoft.com/office/drawing/2014/main" id="{E69576BB-35EA-6343-D62C-78EFEE073D7D}"/>
                  </a:ext>
                </a:extLst>
              </p:cNvPr>
              <p:cNvSpPr/>
              <p:nvPr/>
            </p:nvSpPr>
            <p:spPr>
              <a:xfrm>
                <a:off x="9328418" y="5170753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8"/>
                      <a:pt x="5644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3"/>
                    </a:cubicBezTo>
                    <a:cubicBezTo>
                      <a:pt x="564" y="1658"/>
                      <a:pt x="230" y="2465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22" name="Freeform: Shape 15821">
                <a:extLst>
                  <a:ext uri="{FF2B5EF4-FFF2-40B4-BE49-F238E27FC236}">
                    <a16:creationId xmlns:a16="http://schemas.microsoft.com/office/drawing/2014/main" id="{E604B320-CE48-AEDC-D8C1-4277F5465652}"/>
                  </a:ext>
                </a:extLst>
              </p:cNvPr>
              <p:cNvSpPr/>
              <p:nvPr/>
            </p:nvSpPr>
            <p:spPr>
              <a:xfrm>
                <a:off x="9329831" y="5170749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7"/>
                      <a:pt x="5644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3"/>
                    </a:cubicBezTo>
                    <a:cubicBezTo>
                      <a:pt x="564" y="1657"/>
                      <a:pt x="230" y="2465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23" name="Freeform: Shape 15822">
                <a:extLst>
                  <a:ext uri="{FF2B5EF4-FFF2-40B4-BE49-F238E27FC236}">
                    <a16:creationId xmlns:a16="http://schemas.microsoft.com/office/drawing/2014/main" id="{4EDFC155-86EF-A35E-D540-F033974F67BA}"/>
                  </a:ext>
                </a:extLst>
              </p:cNvPr>
              <p:cNvSpPr/>
              <p:nvPr/>
            </p:nvSpPr>
            <p:spPr>
              <a:xfrm>
                <a:off x="9331037" y="5170536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3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7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3"/>
                    </a:cubicBezTo>
                    <a:cubicBezTo>
                      <a:pt x="565" y="1657"/>
                      <a:pt x="230" y="2465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24" name="Freeform: Shape 15823">
                <a:extLst>
                  <a:ext uri="{FF2B5EF4-FFF2-40B4-BE49-F238E27FC236}">
                    <a16:creationId xmlns:a16="http://schemas.microsoft.com/office/drawing/2014/main" id="{1242D88B-E8FD-DF6A-A788-3A108516BE80}"/>
                  </a:ext>
                </a:extLst>
              </p:cNvPr>
              <p:cNvSpPr/>
              <p:nvPr/>
            </p:nvSpPr>
            <p:spPr>
              <a:xfrm>
                <a:off x="9332563" y="5170689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5"/>
                      <a:pt x="6239" y="1657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3"/>
                    </a:cubicBezTo>
                    <a:cubicBezTo>
                      <a:pt x="565" y="1657"/>
                      <a:pt x="230" y="2465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25" name="Freeform: Shape 15824">
                <a:extLst>
                  <a:ext uri="{FF2B5EF4-FFF2-40B4-BE49-F238E27FC236}">
                    <a16:creationId xmlns:a16="http://schemas.microsoft.com/office/drawing/2014/main" id="{A744007B-7A0B-6456-CFCB-4958DE967FCE}"/>
                  </a:ext>
                </a:extLst>
              </p:cNvPr>
              <p:cNvSpPr/>
              <p:nvPr/>
            </p:nvSpPr>
            <p:spPr>
              <a:xfrm>
                <a:off x="9347096" y="5172516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50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50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5"/>
                      <a:pt x="5646" y="5550"/>
                    </a:cubicBezTo>
                    <a:cubicBezTo>
                      <a:pt x="6241" y="4955"/>
                      <a:pt x="6575" y="4148"/>
                      <a:pt x="6575" y="3306"/>
                    </a:cubicBezTo>
                    <a:cubicBezTo>
                      <a:pt x="6575" y="2465"/>
                      <a:pt x="6241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1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8"/>
                      <a:pt x="566" y="4955"/>
                      <a:pt x="1161" y="5550"/>
                    </a:cubicBezTo>
                    <a:cubicBezTo>
                      <a:pt x="1755" y="6145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26" name="Freeform: Shape 15825">
                <a:extLst>
                  <a:ext uri="{FF2B5EF4-FFF2-40B4-BE49-F238E27FC236}">
                    <a16:creationId xmlns:a16="http://schemas.microsoft.com/office/drawing/2014/main" id="{DBB48C2A-1A2D-78A4-C4F9-2BB18AF0C074}"/>
                  </a:ext>
                </a:extLst>
              </p:cNvPr>
              <p:cNvSpPr/>
              <p:nvPr/>
            </p:nvSpPr>
            <p:spPr>
              <a:xfrm>
                <a:off x="9348066" y="5172204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50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50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50"/>
                    </a:cubicBezTo>
                    <a:cubicBezTo>
                      <a:pt x="6241" y="4955"/>
                      <a:pt x="6575" y="4148"/>
                      <a:pt x="6575" y="3306"/>
                    </a:cubicBezTo>
                    <a:cubicBezTo>
                      <a:pt x="6575" y="2465"/>
                      <a:pt x="6241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1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8"/>
                      <a:pt x="566" y="4955"/>
                      <a:pt x="1161" y="5550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27" name="Freeform: Shape 15826">
                <a:extLst>
                  <a:ext uri="{FF2B5EF4-FFF2-40B4-BE49-F238E27FC236}">
                    <a16:creationId xmlns:a16="http://schemas.microsoft.com/office/drawing/2014/main" id="{543EBBEE-DC2F-3723-EE4B-27038B2F619B}"/>
                  </a:ext>
                </a:extLst>
              </p:cNvPr>
              <p:cNvSpPr/>
              <p:nvPr/>
            </p:nvSpPr>
            <p:spPr>
              <a:xfrm>
                <a:off x="9349444" y="5172422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50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50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5"/>
                      <a:pt x="5646" y="5550"/>
                    </a:cubicBezTo>
                    <a:cubicBezTo>
                      <a:pt x="6241" y="4955"/>
                      <a:pt x="6575" y="4148"/>
                      <a:pt x="6575" y="3306"/>
                    </a:cubicBezTo>
                    <a:cubicBezTo>
                      <a:pt x="6575" y="2465"/>
                      <a:pt x="6241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1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8"/>
                      <a:pt x="566" y="4955"/>
                      <a:pt x="1161" y="5550"/>
                    </a:cubicBezTo>
                    <a:cubicBezTo>
                      <a:pt x="1755" y="6145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28" name="Freeform: Shape 15827">
                <a:extLst>
                  <a:ext uri="{FF2B5EF4-FFF2-40B4-BE49-F238E27FC236}">
                    <a16:creationId xmlns:a16="http://schemas.microsoft.com/office/drawing/2014/main" id="{FE27F498-F59C-484D-4B5C-4667EAAECE2A}"/>
                  </a:ext>
                </a:extLst>
              </p:cNvPr>
              <p:cNvSpPr/>
              <p:nvPr/>
            </p:nvSpPr>
            <p:spPr>
              <a:xfrm>
                <a:off x="9349347" y="5170745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5"/>
                      <a:pt x="6241" y="1657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1" y="1063"/>
                    </a:cubicBezTo>
                    <a:cubicBezTo>
                      <a:pt x="566" y="1657"/>
                      <a:pt x="232" y="2465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29" name="Freeform: Shape 15828">
                <a:extLst>
                  <a:ext uri="{FF2B5EF4-FFF2-40B4-BE49-F238E27FC236}">
                    <a16:creationId xmlns:a16="http://schemas.microsoft.com/office/drawing/2014/main" id="{A93E485C-5845-C697-2D1B-6B8F110163B9}"/>
                  </a:ext>
                </a:extLst>
              </p:cNvPr>
              <p:cNvSpPr/>
              <p:nvPr/>
            </p:nvSpPr>
            <p:spPr>
              <a:xfrm>
                <a:off x="9350542" y="5170739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5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5"/>
                      <a:pt x="6241" y="1657"/>
                      <a:pt x="5646" y="1063"/>
                    </a:cubicBezTo>
                    <a:cubicBezTo>
                      <a:pt x="5051" y="468"/>
                      <a:pt x="4245" y="133"/>
                      <a:pt x="3403" y="133"/>
                    </a:cubicBezTo>
                    <a:cubicBezTo>
                      <a:pt x="2562" y="133"/>
                      <a:pt x="1756" y="468"/>
                      <a:pt x="1161" y="1063"/>
                    </a:cubicBezTo>
                    <a:cubicBezTo>
                      <a:pt x="566" y="1657"/>
                      <a:pt x="232" y="2465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30" name="Freeform: Shape 15829">
                <a:extLst>
                  <a:ext uri="{FF2B5EF4-FFF2-40B4-BE49-F238E27FC236}">
                    <a16:creationId xmlns:a16="http://schemas.microsoft.com/office/drawing/2014/main" id="{3519767D-6D77-3868-E509-B6FD82D133AB}"/>
                  </a:ext>
                </a:extLst>
              </p:cNvPr>
              <p:cNvSpPr/>
              <p:nvPr/>
            </p:nvSpPr>
            <p:spPr>
              <a:xfrm>
                <a:off x="9322872" y="5121530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1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2" y="129"/>
                      <a:pt x="3401" y="129"/>
                    </a:cubicBezTo>
                    <a:cubicBezTo>
                      <a:pt x="2560" y="129"/>
                      <a:pt x="1753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3" y="6141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31" name="Freeform: Shape 15830">
                <a:extLst>
                  <a:ext uri="{FF2B5EF4-FFF2-40B4-BE49-F238E27FC236}">
                    <a16:creationId xmlns:a16="http://schemas.microsoft.com/office/drawing/2014/main" id="{A606E9FE-B47E-39E1-56B3-E690C6A52D85}"/>
                  </a:ext>
                </a:extLst>
              </p:cNvPr>
              <p:cNvSpPr/>
              <p:nvPr/>
            </p:nvSpPr>
            <p:spPr>
              <a:xfrm>
                <a:off x="9324310" y="5121331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0"/>
                      <a:pt x="5644" y="5546"/>
                    </a:cubicBezTo>
                    <a:cubicBezTo>
                      <a:pt x="6239" y="4951"/>
                      <a:pt x="6573" y="4143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2" y="129"/>
                      <a:pt x="3401" y="129"/>
                    </a:cubicBezTo>
                    <a:cubicBezTo>
                      <a:pt x="2560" y="129"/>
                      <a:pt x="1753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3"/>
                      <a:pt x="564" y="4951"/>
                      <a:pt x="1159" y="5546"/>
                    </a:cubicBezTo>
                    <a:cubicBezTo>
                      <a:pt x="1753" y="6140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32" name="Freeform: Shape 15831">
                <a:extLst>
                  <a:ext uri="{FF2B5EF4-FFF2-40B4-BE49-F238E27FC236}">
                    <a16:creationId xmlns:a16="http://schemas.microsoft.com/office/drawing/2014/main" id="{F3F408A4-D907-D9F5-86EE-64AE8FB6CC6F}"/>
                  </a:ext>
                </a:extLst>
              </p:cNvPr>
              <p:cNvSpPr/>
              <p:nvPr/>
            </p:nvSpPr>
            <p:spPr>
              <a:xfrm>
                <a:off x="9325983" y="5121490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3" y="6475"/>
                      <a:pt x="5049" y="6140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29"/>
                      <a:pt x="3401" y="129"/>
                    </a:cubicBezTo>
                    <a:cubicBezTo>
                      <a:pt x="2560" y="129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0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33" name="Freeform: Shape 15832">
                <a:extLst>
                  <a:ext uri="{FF2B5EF4-FFF2-40B4-BE49-F238E27FC236}">
                    <a16:creationId xmlns:a16="http://schemas.microsoft.com/office/drawing/2014/main" id="{CDA3A4AE-69D6-846C-F1AF-C7708A0A21E2}"/>
                  </a:ext>
                </a:extLst>
              </p:cNvPr>
              <p:cNvSpPr/>
              <p:nvPr/>
            </p:nvSpPr>
            <p:spPr>
              <a:xfrm>
                <a:off x="9327516" y="5121464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6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6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49" y="6140"/>
                      <a:pt x="5644" y="5546"/>
                    </a:cubicBezTo>
                    <a:cubicBezTo>
                      <a:pt x="6239" y="4951"/>
                      <a:pt x="6573" y="4144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29"/>
                      <a:pt x="3402" y="129"/>
                    </a:cubicBezTo>
                    <a:cubicBezTo>
                      <a:pt x="2560" y="129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4"/>
                      <a:pt x="564" y="4951"/>
                      <a:pt x="1159" y="5546"/>
                    </a:cubicBezTo>
                    <a:cubicBezTo>
                      <a:pt x="1754" y="6140"/>
                      <a:pt x="2560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34" name="Freeform: Shape 15833">
                <a:extLst>
                  <a:ext uri="{FF2B5EF4-FFF2-40B4-BE49-F238E27FC236}">
                    <a16:creationId xmlns:a16="http://schemas.microsoft.com/office/drawing/2014/main" id="{5654D20F-8162-431B-2AED-DDDF61E4B92A}"/>
                  </a:ext>
                </a:extLst>
              </p:cNvPr>
              <p:cNvSpPr/>
              <p:nvPr/>
            </p:nvSpPr>
            <p:spPr>
              <a:xfrm>
                <a:off x="9328610" y="5120800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4" y="5545"/>
                    </a:cubicBezTo>
                    <a:cubicBezTo>
                      <a:pt x="6239" y="4951"/>
                      <a:pt x="6573" y="4143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3"/>
                      <a:pt x="564" y="4951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35" name="Freeform: Shape 15834">
                <a:extLst>
                  <a:ext uri="{FF2B5EF4-FFF2-40B4-BE49-F238E27FC236}">
                    <a16:creationId xmlns:a16="http://schemas.microsoft.com/office/drawing/2014/main" id="{ACC62F3D-A3B1-2FAA-EFE2-EC3A0BF40BC4}"/>
                  </a:ext>
                </a:extLst>
              </p:cNvPr>
              <p:cNvSpPr/>
              <p:nvPr/>
            </p:nvSpPr>
            <p:spPr>
              <a:xfrm>
                <a:off x="9329674" y="5120093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36" name="Freeform: Shape 15835">
                <a:extLst>
                  <a:ext uri="{FF2B5EF4-FFF2-40B4-BE49-F238E27FC236}">
                    <a16:creationId xmlns:a16="http://schemas.microsoft.com/office/drawing/2014/main" id="{52344794-9470-09C3-F222-04055FA12191}"/>
                  </a:ext>
                </a:extLst>
              </p:cNvPr>
              <p:cNvSpPr/>
              <p:nvPr/>
            </p:nvSpPr>
            <p:spPr>
              <a:xfrm>
                <a:off x="9331136" y="5119997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3 w 6343"/>
                  <a:gd name="connsiteY2" fmla="*/ 3302 h 6345"/>
                  <a:gd name="connsiteX3" fmla="*/ 5645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1"/>
                      <a:pt x="6239" y="1654"/>
                      <a:pt x="5645" y="1059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9"/>
                    </a:cubicBezTo>
                    <a:cubicBezTo>
                      <a:pt x="565" y="1654"/>
                      <a:pt x="230" y="2461"/>
                      <a:pt x="230" y="3302"/>
                    </a:cubicBezTo>
                    <a:cubicBezTo>
                      <a:pt x="230" y="4143"/>
                      <a:pt x="565" y="4950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37" name="Freeform: Shape 15836">
                <a:extLst>
                  <a:ext uri="{FF2B5EF4-FFF2-40B4-BE49-F238E27FC236}">
                    <a16:creationId xmlns:a16="http://schemas.microsoft.com/office/drawing/2014/main" id="{2A37D9B9-AD6F-687B-D1D0-3708698AB59C}"/>
                  </a:ext>
                </a:extLst>
              </p:cNvPr>
              <p:cNvSpPr/>
              <p:nvPr/>
            </p:nvSpPr>
            <p:spPr>
              <a:xfrm>
                <a:off x="9332303" y="5119457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39" y="4950"/>
                      <a:pt x="6574" y="4143"/>
                      <a:pt x="6574" y="3302"/>
                    </a:cubicBezTo>
                    <a:cubicBezTo>
                      <a:pt x="6574" y="2461"/>
                      <a:pt x="6239" y="1653"/>
                      <a:pt x="5645" y="1058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8"/>
                    </a:cubicBezTo>
                    <a:cubicBezTo>
                      <a:pt x="565" y="1653"/>
                      <a:pt x="230" y="2461"/>
                      <a:pt x="230" y="3302"/>
                    </a:cubicBezTo>
                    <a:cubicBezTo>
                      <a:pt x="230" y="4143"/>
                      <a:pt x="565" y="4950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38" name="Freeform: Shape 15837">
                <a:extLst>
                  <a:ext uri="{FF2B5EF4-FFF2-40B4-BE49-F238E27FC236}">
                    <a16:creationId xmlns:a16="http://schemas.microsoft.com/office/drawing/2014/main" id="{5AAF69FE-5A5B-DE3F-834C-AA51EDA66F44}"/>
                  </a:ext>
                </a:extLst>
              </p:cNvPr>
              <p:cNvSpPr/>
              <p:nvPr/>
            </p:nvSpPr>
            <p:spPr>
              <a:xfrm>
                <a:off x="9333279" y="5118620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1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39" y="4950"/>
                      <a:pt x="6574" y="4143"/>
                      <a:pt x="6574" y="3302"/>
                    </a:cubicBezTo>
                    <a:cubicBezTo>
                      <a:pt x="6574" y="2460"/>
                      <a:pt x="6239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39" name="Freeform: Shape 15838">
                <a:extLst>
                  <a:ext uri="{FF2B5EF4-FFF2-40B4-BE49-F238E27FC236}">
                    <a16:creationId xmlns:a16="http://schemas.microsoft.com/office/drawing/2014/main" id="{510CFB3B-59FD-DF5D-BF5B-02EDCB8C2D6C}"/>
                  </a:ext>
                </a:extLst>
              </p:cNvPr>
              <p:cNvSpPr/>
              <p:nvPr/>
            </p:nvSpPr>
            <p:spPr>
              <a:xfrm>
                <a:off x="9334485" y="5118145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40" name="Freeform: Shape 15839">
                <a:extLst>
                  <a:ext uri="{FF2B5EF4-FFF2-40B4-BE49-F238E27FC236}">
                    <a16:creationId xmlns:a16="http://schemas.microsoft.com/office/drawing/2014/main" id="{FA4D571E-A251-AA9B-568B-AD4C08183094}"/>
                  </a:ext>
                </a:extLst>
              </p:cNvPr>
              <p:cNvSpPr/>
              <p:nvPr/>
            </p:nvSpPr>
            <p:spPr>
              <a:xfrm>
                <a:off x="9335155" y="5116808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41" name="Freeform: Shape 15840">
                <a:extLst>
                  <a:ext uri="{FF2B5EF4-FFF2-40B4-BE49-F238E27FC236}">
                    <a16:creationId xmlns:a16="http://schemas.microsoft.com/office/drawing/2014/main" id="{11051EB9-1B11-1BA7-7E71-E0C83CEEA072}"/>
                  </a:ext>
                </a:extLst>
              </p:cNvPr>
              <p:cNvSpPr/>
              <p:nvPr/>
            </p:nvSpPr>
            <p:spPr>
              <a:xfrm>
                <a:off x="9335745" y="5115319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42" name="Freeform: Shape 15841">
                <a:extLst>
                  <a:ext uri="{FF2B5EF4-FFF2-40B4-BE49-F238E27FC236}">
                    <a16:creationId xmlns:a16="http://schemas.microsoft.com/office/drawing/2014/main" id="{027E5872-942A-A5DB-4FB5-510B045053E2}"/>
                  </a:ext>
                </a:extLst>
              </p:cNvPr>
              <p:cNvSpPr/>
              <p:nvPr/>
            </p:nvSpPr>
            <p:spPr>
              <a:xfrm>
                <a:off x="9336503" y="5114088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43" name="Freeform: Shape 15842">
                <a:extLst>
                  <a:ext uri="{FF2B5EF4-FFF2-40B4-BE49-F238E27FC236}">
                    <a16:creationId xmlns:a16="http://schemas.microsoft.com/office/drawing/2014/main" id="{024AE924-ABC9-CE68-AE90-4C3A7EF2DD0A}"/>
                  </a:ext>
                </a:extLst>
              </p:cNvPr>
              <p:cNvSpPr/>
              <p:nvPr/>
            </p:nvSpPr>
            <p:spPr>
              <a:xfrm>
                <a:off x="9336843" y="5112134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44" name="Freeform: Shape 15843">
                <a:extLst>
                  <a:ext uri="{FF2B5EF4-FFF2-40B4-BE49-F238E27FC236}">
                    <a16:creationId xmlns:a16="http://schemas.microsoft.com/office/drawing/2014/main" id="{A620D364-3695-7E00-5001-104AEE10889F}"/>
                  </a:ext>
                </a:extLst>
              </p:cNvPr>
              <p:cNvSpPr/>
              <p:nvPr/>
            </p:nvSpPr>
            <p:spPr>
              <a:xfrm>
                <a:off x="9337174" y="5110126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8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8"/>
                      <a:pt x="3402" y="128"/>
                    </a:cubicBezTo>
                    <a:cubicBezTo>
                      <a:pt x="2561" y="128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45" name="Freeform: Shape 15844">
                <a:extLst>
                  <a:ext uri="{FF2B5EF4-FFF2-40B4-BE49-F238E27FC236}">
                    <a16:creationId xmlns:a16="http://schemas.microsoft.com/office/drawing/2014/main" id="{EE171F0E-85BF-4834-E8AD-558A398790BA}"/>
                  </a:ext>
                </a:extLst>
              </p:cNvPr>
              <p:cNvSpPr/>
              <p:nvPr/>
            </p:nvSpPr>
            <p:spPr>
              <a:xfrm>
                <a:off x="9337584" y="5108220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8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4" y="6474"/>
                      <a:pt x="5050" y="6139"/>
                      <a:pt x="5645" y="5544"/>
                    </a:cubicBezTo>
                    <a:cubicBezTo>
                      <a:pt x="6240" y="4950"/>
                      <a:pt x="6574" y="4142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8"/>
                      <a:pt x="3402" y="128"/>
                    </a:cubicBezTo>
                    <a:cubicBezTo>
                      <a:pt x="2561" y="128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2"/>
                      <a:pt x="565" y="4950"/>
                      <a:pt x="1160" y="5544"/>
                    </a:cubicBezTo>
                    <a:cubicBezTo>
                      <a:pt x="1755" y="6139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46" name="Freeform: Shape 15845">
                <a:extLst>
                  <a:ext uri="{FF2B5EF4-FFF2-40B4-BE49-F238E27FC236}">
                    <a16:creationId xmlns:a16="http://schemas.microsoft.com/office/drawing/2014/main" id="{478039BE-A13B-DB04-8DB6-7A750C643C2A}"/>
                  </a:ext>
                </a:extLst>
              </p:cNvPr>
              <p:cNvSpPr/>
              <p:nvPr/>
            </p:nvSpPr>
            <p:spPr>
              <a:xfrm>
                <a:off x="9338044" y="5106364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7 h 6345"/>
                  <a:gd name="connsiteX4" fmla="*/ 3402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4" y="6474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0" y="462"/>
                      <a:pt x="4244" y="128"/>
                      <a:pt x="3402" y="128"/>
                    </a:cubicBezTo>
                    <a:cubicBezTo>
                      <a:pt x="2561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47" name="Freeform: Shape 15846">
                <a:extLst>
                  <a:ext uri="{FF2B5EF4-FFF2-40B4-BE49-F238E27FC236}">
                    <a16:creationId xmlns:a16="http://schemas.microsoft.com/office/drawing/2014/main" id="{994D4907-BD09-9F9B-87BB-1FFAB20646C2}"/>
                  </a:ext>
                </a:extLst>
              </p:cNvPr>
              <p:cNvSpPr/>
              <p:nvPr/>
            </p:nvSpPr>
            <p:spPr>
              <a:xfrm>
                <a:off x="9338406" y="5104297"/>
                <a:ext cx="6343" cy="6345"/>
              </a:xfrm>
              <a:custGeom>
                <a:avLst/>
                <a:gdLst>
                  <a:gd name="connsiteX0" fmla="*/ 3402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7 h 6345"/>
                  <a:gd name="connsiteX4" fmla="*/ 3402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2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3"/>
                    </a:moveTo>
                    <a:cubicBezTo>
                      <a:pt x="4244" y="6473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0" y="462"/>
                      <a:pt x="4244" y="128"/>
                      <a:pt x="3402" y="128"/>
                    </a:cubicBezTo>
                    <a:cubicBezTo>
                      <a:pt x="2561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1" y="6473"/>
                      <a:pt x="3402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48" name="Freeform: Shape 15847">
                <a:extLst>
                  <a:ext uri="{FF2B5EF4-FFF2-40B4-BE49-F238E27FC236}">
                    <a16:creationId xmlns:a16="http://schemas.microsoft.com/office/drawing/2014/main" id="{0193E0A2-42B9-B311-1891-CB91E42A3B9E}"/>
                  </a:ext>
                </a:extLst>
              </p:cNvPr>
              <p:cNvSpPr/>
              <p:nvPr/>
            </p:nvSpPr>
            <p:spPr>
              <a:xfrm>
                <a:off x="9339136" y="5102860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0" y="462"/>
                      <a:pt x="4244" y="128"/>
                      <a:pt x="3403" y="128"/>
                    </a:cubicBezTo>
                    <a:cubicBezTo>
                      <a:pt x="2561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1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49" name="Freeform: Shape 15848">
                <a:extLst>
                  <a:ext uri="{FF2B5EF4-FFF2-40B4-BE49-F238E27FC236}">
                    <a16:creationId xmlns:a16="http://schemas.microsoft.com/office/drawing/2014/main" id="{721D7D6A-A355-D6C1-4B56-AF6686A9D503}"/>
                  </a:ext>
                </a:extLst>
              </p:cNvPr>
              <p:cNvSpPr/>
              <p:nvPr/>
            </p:nvSpPr>
            <p:spPr>
              <a:xfrm>
                <a:off x="9340053" y="5101741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0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0" y="462"/>
                      <a:pt x="4244" y="128"/>
                      <a:pt x="3403" y="128"/>
                    </a:cubicBezTo>
                    <a:cubicBezTo>
                      <a:pt x="2561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1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50" name="Freeform: Shape 15849">
                <a:extLst>
                  <a:ext uri="{FF2B5EF4-FFF2-40B4-BE49-F238E27FC236}">
                    <a16:creationId xmlns:a16="http://schemas.microsoft.com/office/drawing/2014/main" id="{A233FB36-4AEC-98C0-E9C6-499635A1554B}"/>
                  </a:ext>
                </a:extLst>
              </p:cNvPr>
              <p:cNvSpPr/>
              <p:nvPr/>
            </p:nvSpPr>
            <p:spPr>
              <a:xfrm>
                <a:off x="9341092" y="5100839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0 h 6345"/>
                  <a:gd name="connsiteX3" fmla="*/ 5645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0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1" y="6139"/>
                      <a:pt x="5645" y="5544"/>
                    </a:cubicBezTo>
                    <a:cubicBezTo>
                      <a:pt x="6240" y="4949"/>
                      <a:pt x="6574" y="4142"/>
                      <a:pt x="6574" y="3300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1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0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2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51" name="Freeform: Shape 15850">
                <a:extLst>
                  <a:ext uri="{FF2B5EF4-FFF2-40B4-BE49-F238E27FC236}">
                    <a16:creationId xmlns:a16="http://schemas.microsoft.com/office/drawing/2014/main" id="{DED4869C-FBEA-3DC4-3151-94D01CE761B2}"/>
                  </a:ext>
                </a:extLst>
              </p:cNvPr>
              <p:cNvSpPr/>
              <p:nvPr/>
            </p:nvSpPr>
            <p:spPr>
              <a:xfrm>
                <a:off x="9342307" y="5100262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0 h 6345"/>
                  <a:gd name="connsiteX3" fmla="*/ 5645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0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1" y="6139"/>
                      <a:pt x="5645" y="5544"/>
                    </a:cubicBezTo>
                    <a:cubicBezTo>
                      <a:pt x="6240" y="4949"/>
                      <a:pt x="6574" y="4142"/>
                      <a:pt x="6574" y="3300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1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0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2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52" name="Freeform: Shape 15851">
                <a:extLst>
                  <a:ext uri="{FF2B5EF4-FFF2-40B4-BE49-F238E27FC236}">
                    <a16:creationId xmlns:a16="http://schemas.microsoft.com/office/drawing/2014/main" id="{C8FABE5D-68E8-551D-09C3-6549B3AC71F7}"/>
                  </a:ext>
                </a:extLst>
              </p:cNvPr>
              <p:cNvSpPr/>
              <p:nvPr/>
            </p:nvSpPr>
            <p:spPr>
              <a:xfrm>
                <a:off x="9343636" y="5099906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6 w 6343"/>
                  <a:gd name="connsiteY1" fmla="*/ 5544 h 6345"/>
                  <a:gd name="connsiteX2" fmla="*/ 6574 w 6343"/>
                  <a:gd name="connsiteY2" fmla="*/ 3300 h 6345"/>
                  <a:gd name="connsiteX3" fmla="*/ 5646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0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1" y="6139"/>
                      <a:pt x="5646" y="5544"/>
                    </a:cubicBezTo>
                    <a:cubicBezTo>
                      <a:pt x="6240" y="4949"/>
                      <a:pt x="6574" y="4142"/>
                      <a:pt x="6574" y="3300"/>
                    </a:cubicBezTo>
                    <a:cubicBezTo>
                      <a:pt x="6574" y="2459"/>
                      <a:pt x="6240" y="1652"/>
                      <a:pt x="5646" y="1057"/>
                    </a:cubicBezTo>
                    <a:cubicBezTo>
                      <a:pt x="5051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6" y="1652"/>
                      <a:pt x="231" y="2459"/>
                      <a:pt x="231" y="3300"/>
                    </a:cubicBezTo>
                    <a:cubicBezTo>
                      <a:pt x="231" y="4142"/>
                      <a:pt x="566" y="4949"/>
                      <a:pt x="1160" y="5544"/>
                    </a:cubicBezTo>
                    <a:cubicBezTo>
                      <a:pt x="1755" y="6139"/>
                      <a:pt x="2562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53" name="Freeform: Shape 15852">
                <a:extLst>
                  <a:ext uri="{FF2B5EF4-FFF2-40B4-BE49-F238E27FC236}">
                    <a16:creationId xmlns:a16="http://schemas.microsoft.com/office/drawing/2014/main" id="{5CB2F750-AF67-60EE-97AD-301F39B3A474}"/>
                  </a:ext>
                </a:extLst>
              </p:cNvPr>
              <p:cNvSpPr/>
              <p:nvPr/>
            </p:nvSpPr>
            <p:spPr>
              <a:xfrm>
                <a:off x="9344718" y="5099077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6 w 6343"/>
                  <a:gd name="connsiteY1" fmla="*/ 5544 h 6345"/>
                  <a:gd name="connsiteX2" fmla="*/ 6575 w 6343"/>
                  <a:gd name="connsiteY2" fmla="*/ 3300 h 6345"/>
                  <a:gd name="connsiteX3" fmla="*/ 5646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0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1" y="6139"/>
                      <a:pt x="5646" y="5544"/>
                    </a:cubicBezTo>
                    <a:cubicBezTo>
                      <a:pt x="6240" y="4949"/>
                      <a:pt x="6575" y="4142"/>
                      <a:pt x="6575" y="3300"/>
                    </a:cubicBezTo>
                    <a:cubicBezTo>
                      <a:pt x="6575" y="2459"/>
                      <a:pt x="6240" y="1652"/>
                      <a:pt x="5646" y="1057"/>
                    </a:cubicBezTo>
                    <a:cubicBezTo>
                      <a:pt x="5051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6" y="1652"/>
                      <a:pt x="231" y="2459"/>
                      <a:pt x="231" y="3300"/>
                    </a:cubicBezTo>
                    <a:cubicBezTo>
                      <a:pt x="231" y="4142"/>
                      <a:pt x="566" y="4949"/>
                      <a:pt x="1160" y="5544"/>
                    </a:cubicBezTo>
                    <a:cubicBezTo>
                      <a:pt x="1755" y="6139"/>
                      <a:pt x="2562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54" name="Freeform: Shape 15853">
                <a:extLst>
                  <a:ext uri="{FF2B5EF4-FFF2-40B4-BE49-F238E27FC236}">
                    <a16:creationId xmlns:a16="http://schemas.microsoft.com/office/drawing/2014/main" id="{0A95CD8C-6C41-E403-B2D5-4A0892E600F0}"/>
                  </a:ext>
                </a:extLst>
              </p:cNvPr>
              <p:cNvSpPr/>
              <p:nvPr/>
            </p:nvSpPr>
            <p:spPr>
              <a:xfrm>
                <a:off x="9392059" y="517208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50"/>
                    </a:cubicBezTo>
                    <a:cubicBezTo>
                      <a:pt x="6244" y="4955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55" name="Freeform: Shape 15854">
                <a:extLst>
                  <a:ext uri="{FF2B5EF4-FFF2-40B4-BE49-F238E27FC236}">
                    <a16:creationId xmlns:a16="http://schemas.microsoft.com/office/drawing/2014/main" id="{4D527A4D-791E-6858-BADB-1F353C4642A0}"/>
                  </a:ext>
                </a:extLst>
              </p:cNvPr>
              <p:cNvSpPr/>
              <p:nvPr/>
            </p:nvSpPr>
            <p:spPr>
              <a:xfrm>
                <a:off x="9392200" y="517032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2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2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56" name="Freeform: Shape 15855">
                <a:extLst>
                  <a:ext uri="{FF2B5EF4-FFF2-40B4-BE49-F238E27FC236}">
                    <a16:creationId xmlns:a16="http://schemas.microsoft.com/office/drawing/2014/main" id="{FE16371F-03F3-5998-E513-0483DD1908C0}"/>
                  </a:ext>
                </a:extLst>
              </p:cNvPr>
              <p:cNvSpPr/>
              <p:nvPr/>
            </p:nvSpPr>
            <p:spPr>
              <a:xfrm>
                <a:off x="9394087" y="517272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57" name="Freeform: Shape 15856">
                <a:extLst>
                  <a:ext uri="{FF2B5EF4-FFF2-40B4-BE49-F238E27FC236}">
                    <a16:creationId xmlns:a16="http://schemas.microsoft.com/office/drawing/2014/main" id="{29C362FE-1F5F-EDEB-45A5-37D288A37C7E}"/>
                  </a:ext>
                </a:extLst>
              </p:cNvPr>
              <p:cNvSpPr/>
              <p:nvPr/>
            </p:nvSpPr>
            <p:spPr>
              <a:xfrm>
                <a:off x="9394878" y="517253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8"/>
                      <a:pt x="570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58" name="Freeform: Shape 15857">
                <a:extLst>
                  <a:ext uri="{FF2B5EF4-FFF2-40B4-BE49-F238E27FC236}">
                    <a16:creationId xmlns:a16="http://schemas.microsoft.com/office/drawing/2014/main" id="{47C3EEAD-9D2D-B886-33E1-0D4BF7E7EC25}"/>
                  </a:ext>
                </a:extLst>
              </p:cNvPr>
              <p:cNvSpPr/>
              <p:nvPr/>
            </p:nvSpPr>
            <p:spPr>
              <a:xfrm>
                <a:off x="9395624" y="517222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9" y="4148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8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59" name="Freeform: Shape 15858">
                <a:extLst>
                  <a:ext uri="{FF2B5EF4-FFF2-40B4-BE49-F238E27FC236}">
                    <a16:creationId xmlns:a16="http://schemas.microsoft.com/office/drawing/2014/main" id="{23E0C337-54E0-4425-6FCF-B5438B9F0414}"/>
                  </a:ext>
                </a:extLst>
              </p:cNvPr>
              <p:cNvSpPr/>
              <p:nvPr/>
            </p:nvSpPr>
            <p:spPr>
              <a:xfrm>
                <a:off x="9396415" y="517204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60" name="Freeform: Shape 15859">
                <a:extLst>
                  <a:ext uri="{FF2B5EF4-FFF2-40B4-BE49-F238E27FC236}">
                    <a16:creationId xmlns:a16="http://schemas.microsoft.com/office/drawing/2014/main" id="{84D3EC0B-0FD2-9948-20EB-FF7D08A27FB5}"/>
                  </a:ext>
                </a:extLst>
              </p:cNvPr>
              <p:cNvSpPr/>
              <p:nvPr/>
            </p:nvSpPr>
            <p:spPr>
              <a:xfrm>
                <a:off x="9397251" y="517197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6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61" name="Freeform: Shape 15860">
                <a:extLst>
                  <a:ext uri="{FF2B5EF4-FFF2-40B4-BE49-F238E27FC236}">
                    <a16:creationId xmlns:a16="http://schemas.microsoft.com/office/drawing/2014/main" id="{0815FBDA-3E0F-5522-1580-75EF233F1739}"/>
                  </a:ext>
                </a:extLst>
              </p:cNvPr>
              <p:cNvSpPr/>
              <p:nvPr/>
            </p:nvSpPr>
            <p:spPr>
              <a:xfrm>
                <a:off x="9398149" y="517208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62" name="Freeform: Shape 15861">
                <a:extLst>
                  <a:ext uri="{FF2B5EF4-FFF2-40B4-BE49-F238E27FC236}">
                    <a16:creationId xmlns:a16="http://schemas.microsoft.com/office/drawing/2014/main" id="{1964F6D4-669C-B95C-4FAD-354BCCD9F584}"/>
                  </a:ext>
                </a:extLst>
              </p:cNvPr>
              <p:cNvSpPr/>
              <p:nvPr/>
            </p:nvSpPr>
            <p:spPr>
              <a:xfrm>
                <a:off x="9399045" y="517219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63" name="Freeform: Shape 15862">
                <a:extLst>
                  <a:ext uri="{FF2B5EF4-FFF2-40B4-BE49-F238E27FC236}">
                    <a16:creationId xmlns:a16="http://schemas.microsoft.com/office/drawing/2014/main" id="{E503F08C-D268-3DDF-7CC3-41F820D61907}"/>
                  </a:ext>
                </a:extLst>
              </p:cNvPr>
              <p:cNvSpPr/>
              <p:nvPr/>
            </p:nvSpPr>
            <p:spPr>
              <a:xfrm>
                <a:off x="9399916" y="517226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64" name="Freeform: Shape 15863">
                <a:extLst>
                  <a:ext uri="{FF2B5EF4-FFF2-40B4-BE49-F238E27FC236}">
                    <a16:creationId xmlns:a16="http://schemas.microsoft.com/office/drawing/2014/main" id="{D041BDAE-1903-F2B1-56B7-2B7B80BA9885}"/>
                  </a:ext>
                </a:extLst>
              </p:cNvPr>
              <p:cNvSpPr/>
              <p:nvPr/>
            </p:nvSpPr>
            <p:spPr>
              <a:xfrm>
                <a:off x="9400745" y="517221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65" name="Freeform: Shape 15864">
                <a:extLst>
                  <a:ext uri="{FF2B5EF4-FFF2-40B4-BE49-F238E27FC236}">
                    <a16:creationId xmlns:a16="http://schemas.microsoft.com/office/drawing/2014/main" id="{EE99E3A5-09C5-930A-7CD0-10BDBFD202F0}"/>
                  </a:ext>
                </a:extLst>
              </p:cNvPr>
              <p:cNvSpPr/>
              <p:nvPr/>
            </p:nvSpPr>
            <p:spPr>
              <a:xfrm>
                <a:off x="9401532" y="517206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66" name="Freeform: Shape 15865">
                <a:extLst>
                  <a:ext uri="{FF2B5EF4-FFF2-40B4-BE49-F238E27FC236}">
                    <a16:creationId xmlns:a16="http://schemas.microsoft.com/office/drawing/2014/main" id="{759B6064-8497-3DD9-8813-6FC9E7D5046F}"/>
                  </a:ext>
                </a:extLst>
              </p:cNvPr>
              <p:cNvSpPr/>
              <p:nvPr/>
            </p:nvSpPr>
            <p:spPr>
              <a:xfrm>
                <a:off x="9402340" y="517197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67" name="Freeform: Shape 15866">
                <a:extLst>
                  <a:ext uri="{FF2B5EF4-FFF2-40B4-BE49-F238E27FC236}">
                    <a16:creationId xmlns:a16="http://schemas.microsoft.com/office/drawing/2014/main" id="{0CFE1D65-C079-87DC-B4D2-D253F4A0D33E}"/>
                  </a:ext>
                </a:extLst>
              </p:cNvPr>
              <p:cNvSpPr/>
              <p:nvPr/>
            </p:nvSpPr>
            <p:spPr>
              <a:xfrm>
                <a:off x="9403089" y="517171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68" name="Freeform: Shape 15867">
                <a:extLst>
                  <a:ext uri="{FF2B5EF4-FFF2-40B4-BE49-F238E27FC236}">
                    <a16:creationId xmlns:a16="http://schemas.microsoft.com/office/drawing/2014/main" id="{8D9840B0-887F-CA04-EAD7-702B6E8A63AF}"/>
                  </a:ext>
                </a:extLst>
              </p:cNvPr>
              <p:cNvSpPr/>
              <p:nvPr/>
            </p:nvSpPr>
            <p:spPr>
              <a:xfrm>
                <a:off x="9403821" y="517141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69" name="Freeform: Shape 15868">
                <a:extLst>
                  <a:ext uri="{FF2B5EF4-FFF2-40B4-BE49-F238E27FC236}">
                    <a16:creationId xmlns:a16="http://schemas.microsoft.com/office/drawing/2014/main" id="{0DAA97F5-A0B9-1294-F8F0-C190BFC961D8}"/>
                  </a:ext>
                </a:extLst>
              </p:cNvPr>
              <p:cNvSpPr/>
              <p:nvPr/>
            </p:nvSpPr>
            <p:spPr>
              <a:xfrm>
                <a:off x="9404166" y="516990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4"/>
                      <a:pt x="6245" y="1657"/>
                      <a:pt x="5650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2"/>
                    </a:cubicBezTo>
                    <a:cubicBezTo>
                      <a:pt x="570" y="1657"/>
                      <a:pt x="236" y="2464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70" name="Freeform: Shape 15869">
                <a:extLst>
                  <a:ext uri="{FF2B5EF4-FFF2-40B4-BE49-F238E27FC236}">
                    <a16:creationId xmlns:a16="http://schemas.microsoft.com/office/drawing/2014/main" id="{4FB7FF75-7F84-7BF7-1165-49D70B07B373}"/>
                  </a:ext>
                </a:extLst>
              </p:cNvPr>
              <p:cNvSpPr/>
              <p:nvPr/>
            </p:nvSpPr>
            <p:spPr>
              <a:xfrm>
                <a:off x="9405128" y="5170290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2 h 6345"/>
                  <a:gd name="connsiteX4" fmla="*/ 3408 w 6343"/>
                  <a:gd name="connsiteY4" fmla="*/ 133 h 6345"/>
                  <a:gd name="connsiteX5" fmla="*/ 1165 w 6343"/>
                  <a:gd name="connsiteY5" fmla="*/ 1062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2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2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71" name="Freeform: Shape 15870">
                <a:extLst>
                  <a:ext uri="{FF2B5EF4-FFF2-40B4-BE49-F238E27FC236}">
                    <a16:creationId xmlns:a16="http://schemas.microsoft.com/office/drawing/2014/main" id="{9AB68985-1244-692D-9D4C-CEAD660015AD}"/>
                  </a:ext>
                </a:extLst>
              </p:cNvPr>
              <p:cNvSpPr/>
              <p:nvPr/>
            </p:nvSpPr>
            <p:spPr>
              <a:xfrm>
                <a:off x="9406101" y="517074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72" name="Freeform: Shape 15871">
                <a:extLst>
                  <a:ext uri="{FF2B5EF4-FFF2-40B4-BE49-F238E27FC236}">
                    <a16:creationId xmlns:a16="http://schemas.microsoft.com/office/drawing/2014/main" id="{86528AF6-94DE-FA8A-252A-0C92E8380332}"/>
                  </a:ext>
                </a:extLst>
              </p:cNvPr>
              <p:cNvSpPr/>
              <p:nvPr/>
            </p:nvSpPr>
            <p:spPr>
              <a:xfrm>
                <a:off x="9393955" y="5063061"/>
                <a:ext cx="6343" cy="6345"/>
              </a:xfrm>
              <a:custGeom>
                <a:avLst/>
                <a:gdLst>
                  <a:gd name="connsiteX0" fmla="*/ 3407 w 6343"/>
                  <a:gd name="connsiteY0" fmla="*/ 6470 h 6345"/>
                  <a:gd name="connsiteX1" fmla="*/ 5649 w 6343"/>
                  <a:gd name="connsiteY1" fmla="*/ 5541 h 6345"/>
                  <a:gd name="connsiteX2" fmla="*/ 6578 w 6343"/>
                  <a:gd name="connsiteY2" fmla="*/ 3297 h 6345"/>
                  <a:gd name="connsiteX3" fmla="*/ 5649 w 6343"/>
                  <a:gd name="connsiteY3" fmla="*/ 1054 h 6345"/>
                  <a:gd name="connsiteX4" fmla="*/ 3407 w 6343"/>
                  <a:gd name="connsiteY4" fmla="*/ 125 h 6345"/>
                  <a:gd name="connsiteX5" fmla="*/ 1164 w 6343"/>
                  <a:gd name="connsiteY5" fmla="*/ 1054 h 6345"/>
                  <a:gd name="connsiteX6" fmla="*/ 235 w 6343"/>
                  <a:gd name="connsiteY6" fmla="*/ 3297 h 6345"/>
                  <a:gd name="connsiteX7" fmla="*/ 1164 w 6343"/>
                  <a:gd name="connsiteY7" fmla="*/ 5541 h 6345"/>
                  <a:gd name="connsiteX8" fmla="*/ 3407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0"/>
                    </a:moveTo>
                    <a:cubicBezTo>
                      <a:pt x="4248" y="6470"/>
                      <a:pt x="5055" y="6136"/>
                      <a:pt x="5649" y="5541"/>
                    </a:cubicBezTo>
                    <a:cubicBezTo>
                      <a:pt x="6244" y="4946"/>
                      <a:pt x="6578" y="4139"/>
                      <a:pt x="6578" y="3297"/>
                    </a:cubicBezTo>
                    <a:cubicBezTo>
                      <a:pt x="6578" y="2456"/>
                      <a:pt x="6244" y="1649"/>
                      <a:pt x="5649" y="1054"/>
                    </a:cubicBezTo>
                    <a:cubicBezTo>
                      <a:pt x="5055" y="459"/>
                      <a:pt x="4248" y="125"/>
                      <a:pt x="3407" y="125"/>
                    </a:cubicBezTo>
                    <a:cubicBezTo>
                      <a:pt x="2566" y="125"/>
                      <a:pt x="1759" y="459"/>
                      <a:pt x="1164" y="1054"/>
                    </a:cubicBezTo>
                    <a:cubicBezTo>
                      <a:pt x="569" y="1649"/>
                      <a:pt x="235" y="2456"/>
                      <a:pt x="235" y="3297"/>
                    </a:cubicBezTo>
                    <a:cubicBezTo>
                      <a:pt x="235" y="4139"/>
                      <a:pt x="569" y="4946"/>
                      <a:pt x="1164" y="5541"/>
                    </a:cubicBezTo>
                    <a:cubicBezTo>
                      <a:pt x="1759" y="6136"/>
                      <a:pt x="2566" y="6470"/>
                      <a:pt x="3407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73" name="Freeform: Shape 15872">
                <a:extLst>
                  <a:ext uri="{FF2B5EF4-FFF2-40B4-BE49-F238E27FC236}">
                    <a16:creationId xmlns:a16="http://schemas.microsoft.com/office/drawing/2014/main" id="{86C6BBA1-ECBC-7AE9-FBFE-F335F5DFFA24}"/>
                  </a:ext>
                </a:extLst>
              </p:cNvPr>
              <p:cNvSpPr/>
              <p:nvPr/>
            </p:nvSpPr>
            <p:spPr>
              <a:xfrm>
                <a:off x="9401136" y="5069690"/>
                <a:ext cx="6343" cy="6345"/>
              </a:xfrm>
              <a:custGeom>
                <a:avLst/>
                <a:gdLst>
                  <a:gd name="connsiteX0" fmla="*/ 3407 w 6343"/>
                  <a:gd name="connsiteY0" fmla="*/ 6471 h 6345"/>
                  <a:gd name="connsiteX1" fmla="*/ 5650 w 6343"/>
                  <a:gd name="connsiteY1" fmla="*/ 5541 h 6345"/>
                  <a:gd name="connsiteX2" fmla="*/ 6579 w 6343"/>
                  <a:gd name="connsiteY2" fmla="*/ 3298 h 6345"/>
                  <a:gd name="connsiteX3" fmla="*/ 5650 w 6343"/>
                  <a:gd name="connsiteY3" fmla="*/ 1055 h 6345"/>
                  <a:gd name="connsiteX4" fmla="*/ 3407 w 6343"/>
                  <a:gd name="connsiteY4" fmla="*/ 125 h 6345"/>
                  <a:gd name="connsiteX5" fmla="*/ 1165 w 6343"/>
                  <a:gd name="connsiteY5" fmla="*/ 1055 h 6345"/>
                  <a:gd name="connsiteX6" fmla="*/ 236 w 6343"/>
                  <a:gd name="connsiteY6" fmla="*/ 3298 h 6345"/>
                  <a:gd name="connsiteX7" fmla="*/ 1165 w 6343"/>
                  <a:gd name="connsiteY7" fmla="*/ 5541 h 6345"/>
                  <a:gd name="connsiteX8" fmla="*/ 3407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1"/>
                    </a:moveTo>
                    <a:cubicBezTo>
                      <a:pt x="4249" y="6471"/>
                      <a:pt x="5055" y="6136"/>
                      <a:pt x="5650" y="5541"/>
                    </a:cubicBezTo>
                    <a:cubicBezTo>
                      <a:pt x="6245" y="4946"/>
                      <a:pt x="6579" y="4139"/>
                      <a:pt x="6579" y="3298"/>
                    </a:cubicBezTo>
                    <a:cubicBezTo>
                      <a:pt x="6579" y="2457"/>
                      <a:pt x="6245" y="1650"/>
                      <a:pt x="5650" y="1055"/>
                    </a:cubicBezTo>
                    <a:cubicBezTo>
                      <a:pt x="5055" y="460"/>
                      <a:pt x="4249" y="125"/>
                      <a:pt x="3407" y="125"/>
                    </a:cubicBezTo>
                    <a:cubicBezTo>
                      <a:pt x="2566" y="125"/>
                      <a:pt x="1760" y="460"/>
                      <a:pt x="1165" y="1055"/>
                    </a:cubicBezTo>
                    <a:cubicBezTo>
                      <a:pt x="570" y="1650"/>
                      <a:pt x="236" y="2457"/>
                      <a:pt x="236" y="3298"/>
                    </a:cubicBezTo>
                    <a:cubicBezTo>
                      <a:pt x="236" y="4139"/>
                      <a:pt x="570" y="4946"/>
                      <a:pt x="1165" y="5541"/>
                    </a:cubicBezTo>
                    <a:cubicBezTo>
                      <a:pt x="1760" y="6136"/>
                      <a:pt x="2566" y="6471"/>
                      <a:pt x="3407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74" name="Freeform: Shape 15873">
                <a:extLst>
                  <a:ext uri="{FF2B5EF4-FFF2-40B4-BE49-F238E27FC236}">
                    <a16:creationId xmlns:a16="http://schemas.microsoft.com/office/drawing/2014/main" id="{E46EDDF7-141A-1CFA-3ABA-C64F44436A00}"/>
                  </a:ext>
                </a:extLst>
              </p:cNvPr>
              <p:cNvSpPr/>
              <p:nvPr/>
            </p:nvSpPr>
            <p:spPr>
              <a:xfrm>
                <a:off x="9402711" y="5070493"/>
                <a:ext cx="6343" cy="6345"/>
              </a:xfrm>
              <a:custGeom>
                <a:avLst/>
                <a:gdLst>
                  <a:gd name="connsiteX0" fmla="*/ 3408 w 6343"/>
                  <a:gd name="connsiteY0" fmla="*/ 6471 h 6345"/>
                  <a:gd name="connsiteX1" fmla="*/ 5650 w 6343"/>
                  <a:gd name="connsiteY1" fmla="*/ 5542 h 6345"/>
                  <a:gd name="connsiteX2" fmla="*/ 6579 w 6343"/>
                  <a:gd name="connsiteY2" fmla="*/ 3298 h 6345"/>
                  <a:gd name="connsiteX3" fmla="*/ 5650 w 6343"/>
                  <a:gd name="connsiteY3" fmla="*/ 1055 h 6345"/>
                  <a:gd name="connsiteX4" fmla="*/ 3408 w 6343"/>
                  <a:gd name="connsiteY4" fmla="*/ 125 h 6345"/>
                  <a:gd name="connsiteX5" fmla="*/ 1165 w 6343"/>
                  <a:gd name="connsiteY5" fmla="*/ 1055 h 6345"/>
                  <a:gd name="connsiteX6" fmla="*/ 236 w 6343"/>
                  <a:gd name="connsiteY6" fmla="*/ 3298 h 6345"/>
                  <a:gd name="connsiteX7" fmla="*/ 1165 w 6343"/>
                  <a:gd name="connsiteY7" fmla="*/ 5542 h 6345"/>
                  <a:gd name="connsiteX8" fmla="*/ 3408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1"/>
                    </a:moveTo>
                    <a:cubicBezTo>
                      <a:pt x="4249" y="6471"/>
                      <a:pt x="5055" y="6136"/>
                      <a:pt x="5650" y="5542"/>
                    </a:cubicBezTo>
                    <a:cubicBezTo>
                      <a:pt x="6245" y="4947"/>
                      <a:pt x="6579" y="4139"/>
                      <a:pt x="6579" y="3298"/>
                    </a:cubicBezTo>
                    <a:cubicBezTo>
                      <a:pt x="6579" y="2457"/>
                      <a:pt x="6245" y="1650"/>
                      <a:pt x="5650" y="1055"/>
                    </a:cubicBezTo>
                    <a:cubicBezTo>
                      <a:pt x="5055" y="460"/>
                      <a:pt x="4249" y="125"/>
                      <a:pt x="3408" y="125"/>
                    </a:cubicBezTo>
                    <a:cubicBezTo>
                      <a:pt x="2566" y="125"/>
                      <a:pt x="1760" y="460"/>
                      <a:pt x="1165" y="1055"/>
                    </a:cubicBezTo>
                    <a:cubicBezTo>
                      <a:pt x="570" y="1650"/>
                      <a:pt x="236" y="2457"/>
                      <a:pt x="236" y="3298"/>
                    </a:cubicBezTo>
                    <a:cubicBezTo>
                      <a:pt x="236" y="4139"/>
                      <a:pt x="570" y="4947"/>
                      <a:pt x="1165" y="5542"/>
                    </a:cubicBezTo>
                    <a:cubicBezTo>
                      <a:pt x="1760" y="6136"/>
                      <a:pt x="2566" y="6471"/>
                      <a:pt x="3408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75" name="Freeform: Shape 15874">
                <a:extLst>
                  <a:ext uri="{FF2B5EF4-FFF2-40B4-BE49-F238E27FC236}">
                    <a16:creationId xmlns:a16="http://schemas.microsoft.com/office/drawing/2014/main" id="{5DCC729C-798A-2317-F10E-B82CA4AF3DFE}"/>
                  </a:ext>
                </a:extLst>
              </p:cNvPr>
              <p:cNvSpPr/>
              <p:nvPr/>
            </p:nvSpPr>
            <p:spPr>
              <a:xfrm>
                <a:off x="9404104" y="5070360"/>
                <a:ext cx="6343" cy="6345"/>
              </a:xfrm>
              <a:custGeom>
                <a:avLst/>
                <a:gdLst>
                  <a:gd name="connsiteX0" fmla="*/ 3408 w 6343"/>
                  <a:gd name="connsiteY0" fmla="*/ 6471 h 6345"/>
                  <a:gd name="connsiteX1" fmla="*/ 5650 w 6343"/>
                  <a:gd name="connsiteY1" fmla="*/ 5542 h 6345"/>
                  <a:gd name="connsiteX2" fmla="*/ 6579 w 6343"/>
                  <a:gd name="connsiteY2" fmla="*/ 3298 h 6345"/>
                  <a:gd name="connsiteX3" fmla="*/ 5650 w 6343"/>
                  <a:gd name="connsiteY3" fmla="*/ 1055 h 6345"/>
                  <a:gd name="connsiteX4" fmla="*/ 3408 w 6343"/>
                  <a:gd name="connsiteY4" fmla="*/ 125 h 6345"/>
                  <a:gd name="connsiteX5" fmla="*/ 1165 w 6343"/>
                  <a:gd name="connsiteY5" fmla="*/ 1055 h 6345"/>
                  <a:gd name="connsiteX6" fmla="*/ 236 w 6343"/>
                  <a:gd name="connsiteY6" fmla="*/ 3298 h 6345"/>
                  <a:gd name="connsiteX7" fmla="*/ 1165 w 6343"/>
                  <a:gd name="connsiteY7" fmla="*/ 5542 h 6345"/>
                  <a:gd name="connsiteX8" fmla="*/ 3408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1"/>
                    </a:moveTo>
                    <a:cubicBezTo>
                      <a:pt x="4249" y="6471"/>
                      <a:pt x="5056" y="6136"/>
                      <a:pt x="5650" y="5542"/>
                    </a:cubicBezTo>
                    <a:cubicBezTo>
                      <a:pt x="6245" y="4947"/>
                      <a:pt x="6579" y="4139"/>
                      <a:pt x="6579" y="3298"/>
                    </a:cubicBezTo>
                    <a:cubicBezTo>
                      <a:pt x="6579" y="2457"/>
                      <a:pt x="6245" y="1650"/>
                      <a:pt x="5650" y="1055"/>
                    </a:cubicBezTo>
                    <a:cubicBezTo>
                      <a:pt x="5056" y="460"/>
                      <a:pt x="4249" y="125"/>
                      <a:pt x="3408" y="125"/>
                    </a:cubicBezTo>
                    <a:cubicBezTo>
                      <a:pt x="2567" y="125"/>
                      <a:pt x="1760" y="460"/>
                      <a:pt x="1165" y="1055"/>
                    </a:cubicBezTo>
                    <a:cubicBezTo>
                      <a:pt x="570" y="1650"/>
                      <a:pt x="236" y="2457"/>
                      <a:pt x="236" y="3298"/>
                    </a:cubicBezTo>
                    <a:cubicBezTo>
                      <a:pt x="236" y="4139"/>
                      <a:pt x="570" y="4947"/>
                      <a:pt x="1165" y="5542"/>
                    </a:cubicBezTo>
                    <a:cubicBezTo>
                      <a:pt x="1760" y="6136"/>
                      <a:pt x="2567" y="6471"/>
                      <a:pt x="3408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76" name="Freeform: Shape 15875">
                <a:extLst>
                  <a:ext uri="{FF2B5EF4-FFF2-40B4-BE49-F238E27FC236}">
                    <a16:creationId xmlns:a16="http://schemas.microsoft.com/office/drawing/2014/main" id="{E8ABA66C-A108-09C0-BBCE-9146341FB1E2}"/>
                  </a:ext>
                </a:extLst>
              </p:cNvPr>
              <p:cNvSpPr/>
              <p:nvPr/>
            </p:nvSpPr>
            <p:spPr>
              <a:xfrm>
                <a:off x="9405538" y="5070473"/>
                <a:ext cx="6343" cy="6345"/>
              </a:xfrm>
              <a:custGeom>
                <a:avLst/>
                <a:gdLst>
                  <a:gd name="connsiteX0" fmla="*/ 3408 w 6343"/>
                  <a:gd name="connsiteY0" fmla="*/ 6471 h 6345"/>
                  <a:gd name="connsiteX1" fmla="*/ 5650 w 6343"/>
                  <a:gd name="connsiteY1" fmla="*/ 5542 h 6345"/>
                  <a:gd name="connsiteX2" fmla="*/ 6579 w 6343"/>
                  <a:gd name="connsiteY2" fmla="*/ 3298 h 6345"/>
                  <a:gd name="connsiteX3" fmla="*/ 5650 w 6343"/>
                  <a:gd name="connsiteY3" fmla="*/ 1055 h 6345"/>
                  <a:gd name="connsiteX4" fmla="*/ 3408 w 6343"/>
                  <a:gd name="connsiteY4" fmla="*/ 125 h 6345"/>
                  <a:gd name="connsiteX5" fmla="*/ 1165 w 6343"/>
                  <a:gd name="connsiteY5" fmla="*/ 1055 h 6345"/>
                  <a:gd name="connsiteX6" fmla="*/ 236 w 6343"/>
                  <a:gd name="connsiteY6" fmla="*/ 3298 h 6345"/>
                  <a:gd name="connsiteX7" fmla="*/ 1165 w 6343"/>
                  <a:gd name="connsiteY7" fmla="*/ 5542 h 6345"/>
                  <a:gd name="connsiteX8" fmla="*/ 3408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1"/>
                    </a:moveTo>
                    <a:cubicBezTo>
                      <a:pt x="4249" y="6471"/>
                      <a:pt x="5056" y="6136"/>
                      <a:pt x="5650" y="5542"/>
                    </a:cubicBezTo>
                    <a:cubicBezTo>
                      <a:pt x="6245" y="4947"/>
                      <a:pt x="6579" y="4139"/>
                      <a:pt x="6579" y="3298"/>
                    </a:cubicBezTo>
                    <a:cubicBezTo>
                      <a:pt x="6579" y="2457"/>
                      <a:pt x="6245" y="1650"/>
                      <a:pt x="5650" y="1055"/>
                    </a:cubicBezTo>
                    <a:cubicBezTo>
                      <a:pt x="5056" y="460"/>
                      <a:pt x="4249" y="125"/>
                      <a:pt x="3408" y="125"/>
                    </a:cubicBezTo>
                    <a:cubicBezTo>
                      <a:pt x="2567" y="125"/>
                      <a:pt x="1760" y="460"/>
                      <a:pt x="1165" y="1055"/>
                    </a:cubicBezTo>
                    <a:cubicBezTo>
                      <a:pt x="570" y="1650"/>
                      <a:pt x="236" y="2457"/>
                      <a:pt x="236" y="3298"/>
                    </a:cubicBezTo>
                    <a:cubicBezTo>
                      <a:pt x="236" y="4139"/>
                      <a:pt x="570" y="4947"/>
                      <a:pt x="1165" y="5542"/>
                    </a:cubicBezTo>
                    <a:cubicBezTo>
                      <a:pt x="1760" y="6136"/>
                      <a:pt x="2567" y="6471"/>
                      <a:pt x="3408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77" name="Freeform: Shape 15876">
                <a:extLst>
                  <a:ext uri="{FF2B5EF4-FFF2-40B4-BE49-F238E27FC236}">
                    <a16:creationId xmlns:a16="http://schemas.microsoft.com/office/drawing/2014/main" id="{F94FDF12-8953-839E-FF77-A75FE9D94832}"/>
                  </a:ext>
                </a:extLst>
              </p:cNvPr>
              <p:cNvSpPr/>
              <p:nvPr/>
            </p:nvSpPr>
            <p:spPr>
              <a:xfrm>
                <a:off x="9407118" y="5071485"/>
                <a:ext cx="6343" cy="6345"/>
              </a:xfrm>
              <a:custGeom>
                <a:avLst/>
                <a:gdLst>
                  <a:gd name="connsiteX0" fmla="*/ 3408 w 6343"/>
                  <a:gd name="connsiteY0" fmla="*/ 6471 h 6345"/>
                  <a:gd name="connsiteX1" fmla="*/ 5651 w 6343"/>
                  <a:gd name="connsiteY1" fmla="*/ 5542 h 6345"/>
                  <a:gd name="connsiteX2" fmla="*/ 6579 w 6343"/>
                  <a:gd name="connsiteY2" fmla="*/ 3298 h 6345"/>
                  <a:gd name="connsiteX3" fmla="*/ 5651 w 6343"/>
                  <a:gd name="connsiteY3" fmla="*/ 1055 h 6345"/>
                  <a:gd name="connsiteX4" fmla="*/ 3408 w 6343"/>
                  <a:gd name="connsiteY4" fmla="*/ 125 h 6345"/>
                  <a:gd name="connsiteX5" fmla="*/ 1165 w 6343"/>
                  <a:gd name="connsiteY5" fmla="*/ 1055 h 6345"/>
                  <a:gd name="connsiteX6" fmla="*/ 236 w 6343"/>
                  <a:gd name="connsiteY6" fmla="*/ 3298 h 6345"/>
                  <a:gd name="connsiteX7" fmla="*/ 1165 w 6343"/>
                  <a:gd name="connsiteY7" fmla="*/ 5542 h 6345"/>
                  <a:gd name="connsiteX8" fmla="*/ 3408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1"/>
                    </a:moveTo>
                    <a:cubicBezTo>
                      <a:pt x="4249" y="6471"/>
                      <a:pt x="5056" y="6137"/>
                      <a:pt x="5651" y="5542"/>
                    </a:cubicBezTo>
                    <a:cubicBezTo>
                      <a:pt x="6245" y="4947"/>
                      <a:pt x="6579" y="4140"/>
                      <a:pt x="6579" y="3298"/>
                    </a:cubicBezTo>
                    <a:cubicBezTo>
                      <a:pt x="6579" y="2457"/>
                      <a:pt x="6245" y="1650"/>
                      <a:pt x="5651" y="1055"/>
                    </a:cubicBezTo>
                    <a:cubicBezTo>
                      <a:pt x="5056" y="460"/>
                      <a:pt x="4249" y="125"/>
                      <a:pt x="3408" y="125"/>
                    </a:cubicBezTo>
                    <a:cubicBezTo>
                      <a:pt x="2567" y="125"/>
                      <a:pt x="1760" y="460"/>
                      <a:pt x="1165" y="1055"/>
                    </a:cubicBezTo>
                    <a:cubicBezTo>
                      <a:pt x="571" y="1650"/>
                      <a:pt x="236" y="2457"/>
                      <a:pt x="236" y="3298"/>
                    </a:cubicBezTo>
                    <a:cubicBezTo>
                      <a:pt x="236" y="4140"/>
                      <a:pt x="571" y="4947"/>
                      <a:pt x="1165" y="5542"/>
                    </a:cubicBezTo>
                    <a:cubicBezTo>
                      <a:pt x="1760" y="6137"/>
                      <a:pt x="2567" y="6471"/>
                      <a:pt x="3408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78" name="Freeform: Shape 15877">
                <a:extLst>
                  <a:ext uri="{FF2B5EF4-FFF2-40B4-BE49-F238E27FC236}">
                    <a16:creationId xmlns:a16="http://schemas.microsoft.com/office/drawing/2014/main" id="{E17E74DF-356D-7FC6-1E39-E2F71759726F}"/>
                  </a:ext>
                </a:extLst>
              </p:cNvPr>
              <p:cNvSpPr/>
              <p:nvPr/>
            </p:nvSpPr>
            <p:spPr>
              <a:xfrm>
                <a:off x="9408560" y="5071735"/>
                <a:ext cx="6343" cy="6345"/>
              </a:xfrm>
              <a:custGeom>
                <a:avLst/>
                <a:gdLst>
                  <a:gd name="connsiteX0" fmla="*/ 3408 w 6343"/>
                  <a:gd name="connsiteY0" fmla="*/ 6471 h 6345"/>
                  <a:gd name="connsiteX1" fmla="*/ 5651 w 6343"/>
                  <a:gd name="connsiteY1" fmla="*/ 5542 h 6345"/>
                  <a:gd name="connsiteX2" fmla="*/ 6580 w 6343"/>
                  <a:gd name="connsiteY2" fmla="*/ 3298 h 6345"/>
                  <a:gd name="connsiteX3" fmla="*/ 5651 w 6343"/>
                  <a:gd name="connsiteY3" fmla="*/ 1055 h 6345"/>
                  <a:gd name="connsiteX4" fmla="*/ 3408 w 6343"/>
                  <a:gd name="connsiteY4" fmla="*/ 125 h 6345"/>
                  <a:gd name="connsiteX5" fmla="*/ 1165 w 6343"/>
                  <a:gd name="connsiteY5" fmla="*/ 1055 h 6345"/>
                  <a:gd name="connsiteX6" fmla="*/ 236 w 6343"/>
                  <a:gd name="connsiteY6" fmla="*/ 3298 h 6345"/>
                  <a:gd name="connsiteX7" fmla="*/ 1165 w 6343"/>
                  <a:gd name="connsiteY7" fmla="*/ 5542 h 6345"/>
                  <a:gd name="connsiteX8" fmla="*/ 3408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1"/>
                    </a:moveTo>
                    <a:cubicBezTo>
                      <a:pt x="4249" y="6471"/>
                      <a:pt x="5056" y="6137"/>
                      <a:pt x="5651" y="5542"/>
                    </a:cubicBezTo>
                    <a:cubicBezTo>
                      <a:pt x="6245" y="4947"/>
                      <a:pt x="6580" y="4140"/>
                      <a:pt x="6580" y="3298"/>
                    </a:cubicBezTo>
                    <a:cubicBezTo>
                      <a:pt x="6580" y="2457"/>
                      <a:pt x="6245" y="1650"/>
                      <a:pt x="5651" y="1055"/>
                    </a:cubicBezTo>
                    <a:cubicBezTo>
                      <a:pt x="5056" y="460"/>
                      <a:pt x="4249" y="125"/>
                      <a:pt x="3408" y="125"/>
                    </a:cubicBezTo>
                    <a:cubicBezTo>
                      <a:pt x="2567" y="125"/>
                      <a:pt x="1760" y="460"/>
                      <a:pt x="1165" y="1055"/>
                    </a:cubicBezTo>
                    <a:cubicBezTo>
                      <a:pt x="571" y="1650"/>
                      <a:pt x="236" y="2457"/>
                      <a:pt x="236" y="3298"/>
                    </a:cubicBezTo>
                    <a:cubicBezTo>
                      <a:pt x="236" y="4140"/>
                      <a:pt x="571" y="4947"/>
                      <a:pt x="1165" y="5542"/>
                    </a:cubicBezTo>
                    <a:cubicBezTo>
                      <a:pt x="1760" y="6137"/>
                      <a:pt x="2567" y="6471"/>
                      <a:pt x="3408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79" name="Freeform: Shape 15878">
                <a:extLst>
                  <a:ext uri="{FF2B5EF4-FFF2-40B4-BE49-F238E27FC236}">
                    <a16:creationId xmlns:a16="http://schemas.microsoft.com/office/drawing/2014/main" id="{E557F34B-1DFB-C3A1-3CA9-D42B9D12B412}"/>
                  </a:ext>
                </a:extLst>
              </p:cNvPr>
              <p:cNvSpPr/>
              <p:nvPr/>
            </p:nvSpPr>
            <p:spPr>
              <a:xfrm>
                <a:off x="9410071" y="5072471"/>
                <a:ext cx="6343" cy="6345"/>
              </a:xfrm>
              <a:custGeom>
                <a:avLst/>
                <a:gdLst>
                  <a:gd name="connsiteX0" fmla="*/ 3408 w 6343"/>
                  <a:gd name="connsiteY0" fmla="*/ 6471 h 6345"/>
                  <a:gd name="connsiteX1" fmla="*/ 5651 w 6343"/>
                  <a:gd name="connsiteY1" fmla="*/ 5542 h 6345"/>
                  <a:gd name="connsiteX2" fmla="*/ 6580 w 6343"/>
                  <a:gd name="connsiteY2" fmla="*/ 3298 h 6345"/>
                  <a:gd name="connsiteX3" fmla="*/ 5651 w 6343"/>
                  <a:gd name="connsiteY3" fmla="*/ 1055 h 6345"/>
                  <a:gd name="connsiteX4" fmla="*/ 3408 w 6343"/>
                  <a:gd name="connsiteY4" fmla="*/ 126 h 6345"/>
                  <a:gd name="connsiteX5" fmla="*/ 1165 w 6343"/>
                  <a:gd name="connsiteY5" fmla="*/ 1055 h 6345"/>
                  <a:gd name="connsiteX6" fmla="*/ 237 w 6343"/>
                  <a:gd name="connsiteY6" fmla="*/ 3298 h 6345"/>
                  <a:gd name="connsiteX7" fmla="*/ 1165 w 6343"/>
                  <a:gd name="connsiteY7" fmla="*/ 5542 h 6345"/>
                  <a:gd name="connsiteX8" fmla="*/ 3408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1"/>
                    </a:moveTo>
                    <a:cubicBezTo>
                      <a:pt x="4249" y="6471"/>
                      <a:pt x="5056" y="6137"/>
                      <a:pt x="5651" y="5542"/>
                    </a:cubicBezTo>
                    <a:cubicBezTo>
                      <a:pt x="6245" y="4947"/>
                      <a:pt x="6580" y="4140"/>
                      <a:pt x="6580" y="3298"/>
                    </a:cubicBezTo>
                    <a:cubicBezTo>
                      <a:pt x="6580" y="2457"/>
                      <a:pt x="6245" y="1650"/>
                      <a:pt x="5651" y="1055"/>
                    </a:cubicBezTo>
                    <a:cubicBezTo>
                      <a:pt x="5056" y="460"/>
                      <a:pt x="4249" y="126"/>
                      <a:pt x="3408" y="126"/>
                    </a:cubicBezTo>
                    <a:cubicBezTo>
                      <a:pt x="2567" y="126"/>
                      <a:pt x="1760" y="460"/>
                      <a:pt x="1165" y="1055"/>
                    </a:cubicBezTo>
                    <a:cubicBezTo>
                      <a:pt x="571" y="1650"/>
                      <a:pt x="237" y="2457"/>
                      <a:pt x="237" y="3298"/>
                    </a:cubicBezTo>
                    <a:cubicBezTo>
                      <a:pt x="237" y="4140"/>
                      <a:pt x="571" y="4947"/>
                      <a:pt x="1165" y="5542"/>
                    </a:cubicBezTo>
                    <a:cubicBezTo>
                      <a:pt x="1760" y="6137"/>
                      <a:pt x="2567" y="6471"/>
                      <a:pt x="3408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80" name="Freeform: Shape 15879">
                <a:extLst>
                  <a:ext uri="{FF2B5EF4-FFF2-40B4-BE49-F238E27FC236}">
                    <a16:creationId xmlns:a16="http://schemas.microsoft.com/office/drawing/2014/main" id="{B2716BD4-36DC-1056-C9C0-2123C5226ED9}"/>
                  </a:ext>
                </a:extLst>
              </p:cNvPr>
              <p:cNvSpPr/>
              <p:nvPr/>
            </p:nvSpPr>
            <p:spPr>
              <a:xfrm>
                <a:off x="9425316" y="5165921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81" name="Freeform: Shape 15880">
                <a:extLst>
                  <a:ext uri="{FF2B5EF4-FFF2-40B4-BE49-F238E27FC236}">
                    <a16:creationId xmlns:a16="http://schemas.microsoft.com/office/drawing/2014/main" id="{08ED2BD5-0012-3589-0FDB-35811DE09415}"/>
                  </a:ext>
                </a:extLst>
              </p:cNvPr>
              <p:cNvSpPr/>
              <p:nvPr/>
            </p:nvSpPr>
            <p:spPr>
              <a:xfrm>
                <a:off x="9426482" y="5168487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1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82" name="Freeform: Shape 15881">
                <a:extLst>
                  <a:ext uri="{FF2B5EF4-FFF2-40B4-BE49-F238E27FC236}">
                    <a16:creationId xmlns:a16="http://schemas.microsoft.com/office/drawing/2014/main" id="{A8AF34EC-4BA3-FFDC-6E2F-7F41F86B051C}"/>
                  </a:ext>
                </a:extLst>
              </p:cNvPr>
              <p:cNvSpPr/>
              <p:nvPr/>
            </p:nvSpPr>
            <p:spPr>
              <a:xfrm>
                <a:off x="9427358" y="5169154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1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1" y="133"/>
                      <a:pt x="3409" y="133"/>
                    </a:cubicBezTo>
                    <a:cubicBezTo>
                      <a:pt x="2568" y="133"/>
                      <a:pt x="1762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2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83" name="Freeform: Shape 15882">
                <a:extLst>
                  <a:ext uri="{FF2B5EF4-FFF2-40B4-BE49-F238E27FC236}">
                    <a16:creationId xmlns:a16="http://schemas.microsoft.com/office/drawing/2014/main" id="{5F48807C-60A0-EA32-FC7F-1FA9028B78FD}"/>
                  </a:ext>
                </a:extLst>
              </p:cNvPr>
              <p:cNvSpPr/>
              <p:nvPr/>
            </p:nvSpPr>
            <p:spPr>
              <a:xfrm>
                <a:off x="9438900" y="5168118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84" name="Freeform: Shape 15883">
                <a:extLst>
                  <a:ext uri="{FF2B5EF4-FFF2-40B4-BE49-F238E27FC236}">
                    <a16:creationId xmlns:a16="http://schemas.microsoft.com/office/drawing/2014/main" id="{52A2F5C2-82A5-5AB8-E1BF-E9C3F010AE7F}"/>
                  </a:ext>
                </a:extLst>
              </p:cNvPr>
              <p:cNvSpPr/>
              <p:nvPr/>
            </p:nvSpPr>
            <p:spPr>
              <a:xfrm>
                <a:off x="9440448" y="5168180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1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85" name="Freeform: Shape 15884">
                <a:extLst>
                  <a:ext uri="{FF2B5EF4-FFF2-40B4-BE49-F238E27FC236}">
                    <a16:creationId xmlns:a16="http://schemas.microsoft.com/office/drawing/2014/main" id="{BB5916B7-7B87-58F8-A07A-0198303B90CB}"/>
                  </a:ext>
                </a:extLst>
              </p:cNvPr>
              <p:cNvSpPr/>
              <p:nvPr/>
            </p:nvSpPr>
            <p:spPr>
              <a:xfrm>
                <a:off x="9441188" y="5166835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1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86" name="Freeform: Shape 15885">
                <a:extLst>
                  <a:ext uri="{FF2B5EF4-FFF2-40B4-BE49-F238E27FC236}">
                    <a16:creationId xmlns:a16="http://schemas.microsoft.com/office/drawing/2014/main" id="{B241BC6B-37E5-1696-6746-BBA62B7967B4}"/>
                  </a:ext>
                </a:extLst>
              </p:cNvPr>
              <p:cNvSpPr/>
              <p:nvPr/>
            </p:nvSpPr>
            <p:spPr>
              <a:xfrm>
                <a:off x="9441953" y="5166036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87" name="Freeform: Shape 15886">
                <a:extLst>
                  <a:ext uri="{FF2B5EF4-FFF2-40B4-BE49-F238E27FC236}">
                    <a16:creationId xmlns:a16="http://schemas.microsoft.com/office/drawing/2014/main" id="{454BB994-FCB1-8DA3-AABC-CD272FDADF71}"/>
                  </a:ext>
                </a:extLst>
              </p:cNvPr>
              <p:cNvSpPr/>
              <p:nvPr/>
            </p:nvSpPr>
            <p:spPr>
              <a:xfrm>
                <a:off x="9442724" y="5164821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88" name="Freeform: Shape 15887">
                <a:extLst>
                  <a:ext uri="{FF2B5EF4-FFF2-40B4-BE49-F238E27FC236}">
                    <a16:creationId xmlns:a16="http://schemas.microsoft.com/office/drawing/2014/main" id="{10AE477F-A73C-B599-D12B-C343DA397C95}"/>
                  </a:ext>
                </a:extLst>
              </p:cNvPr>
              <p:cNvSpPr/>
              <p:nvPr/>
            </p:nvSpPr>
            <p:spPr>
              <a:xfrm>
                <a:off x="9443523" y="5166016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89" name="Freeform: Shape 15888">
                <a:extLst>
                  <a:ext uri="{FF2B5EF4-FFF2-40B4-BE49-F238E27FC236}">
                    <a16:creationId xmlns:a16="http://schemas.microsoft.com/office/drawing/2014/main" id="{97E278C2-BE23-758B-3E0B-151AF019E27F}"/>
                  </a:ext>
                </a:extLst>
              </p:cNvPr>
              <p:cNvSpPr/>
              <p:nvPr/>
            </p:nvSpPr>
            <p:spPr>
              <a:xfrm>
                <a:off x="9444308" y="5165592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90" name="Freeform: Shape 15889">
                <a:extLst>
                  <a:ext uri="{FF2B5EF4-FFF2-40B4-BE49-F238E27FC236}">
                    <a16:creationId xmlns:a16="http://schemas.microsoft.com/office/drawing/2014/main" id="{F31EB03E-7A75-273B-D048-70213D94B184}"/>
                  </a:ext>
                </a:extLst>
              </p:cNvPr>
              <p:cNvSpPr/>
              <p:nvPr/>
            </p:nvSpPr>
            <p:spPr>
              <a:xfrm>
                <a:off x="9445092" y="5166196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2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39" y="2464"/>
                      <a:pt x="239" y="3306"/>
                    </a:cubicBezTo>
                    <a:cubicBezTo>
                      <a:pt x="239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91" name="Freeform: Shape 15890">
                <a:extLst>
                  <a:ext uri="{FF2B5EF4-FFF2-40B4-BE49-F238E27FC236}">
                    <a16:creationId xmlns:a16="http://schemas.microsoft.com/office/drawing/2014/main" id="{D0DBD2E7-F234-A6A0-011C-51DCFDE96AAF}"/>
                  </a:ext>
                </a:extLst>
              </p:cNvPr>
              <p:cNvSpPr/>
              <p:nvPr/>
            </p:nvSpPr>
            <p:spPr>
              <a:xfrm>
                <a:off x="9448189" y="5167514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40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8" y="4954"/>
                      <a:pt x="6583" y="4147"/>
                      <a:pt x="6583" y="3306"/>
                    </a:cubicBezTo>
                    <a:cubicBezTo>
                      <a:pt x="6583" y="2464"/>
                      <a:pt x="6248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92" name="Freeform: Shape 15891">
                <a:extLst>
                  <a:ext uri="{FF2B5EF4-FFF2-40B4-BE49-F238E27FC236}">
                    <a16:creationId xmlns:a16="http://schemas.microsoft.com/office/drawing/2014/main" id="{239412B2-854C-A669-7CD9-35A075F3C9DD}"/>
                  </a:ext>
                </a:extLst>
              </p:cNvPr>
              <p:cNvSpPr/>
              <p:nvPr/>
            </p:nvSpPr>
            <p:spPr>
              <a:xfrm>
                <a:off x="9448986" y="5166939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93" name="Freeform: Shape 15892">
                <a:extLst>
                  <a:ext uri="{FF2B5EF4-FFF2-40B4-BE49-F238E27FC236}">
                    <a16:creationId xmlns:a16="http://schemas.microsoft.com/office/drawing/2014/main" id="{AEB8D7B4-F606-75C0-1A67-C6D012FE5FAF}"/>
                  </a:ext>
                </a:extLst>
              </p:cNvPr>
              <p:cNvSpPr/>
              <p:nvPr/>
            </p:nvSpPr>
            <p:spPr>
              <a:xfrm>
                <a:off x="9449817" y="5165768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94" name="Freeform: Shape 15893">
                <a:extLst>
                  <a:ext uri="{FF2B5EF4-FFF2-40B4-BE49-F238E27FC236}">
                    <a16:creationId xmlns:a16="http://schemas.microsoft.com/office/drawing/2014/main" id="{A2BE805E-7DC6-F012-7FC8-3CF8C8BBBD20}"/>
                  </a:ext>
                </a:extLst>
              </p:cNvPr>
              <p:cNvSpPr/>
              <p:nvPr/>
            </p:nvSpPr>
            <p:spPr>
              <a:xfrm>
                <a:off x="9450595" y="5165984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95" name="Freeform: Shape 15894">
                <a:extLst>
                  <a:ext uri="{FF2B5EF4-FFF2-40B4-BE49-F238E27FC236}">
                    <a16:creationId xmlns:a16="http://schemas.microsoft.com/office/drawing/2014/main" id="{5185DD17-0E91-1AAA-68CD-ED15F995AA8E}"/>
                  </a:ext>
                </a:extLst>
              </p:cNvPr>
              <p:cNvSpPr/>
              <p:nvPr/>
            </p:nvSpPr>
            <p:spPr>
              <a:xfrm>
                <a:off x="9452298" y="5163908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3"/>
                      <a:pt x="3411" y="133"/>
                    </a:cubicBezTo>
                    <a:cubicBezTo>
                      <a:pt x="2570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96" name="Freeform: Shape 15895">
                <a:extLst>
                  <a:ext uri="{FF2B5EF4-FFF2-40B4-BE49-F238E27FC236}">
                    <a16:creationId xmlns:a16="http://schemas.microsoft.com/office/drawing/2014/main" id="{420EB48E-8C7C-5889-D886-CCC01FDE5B7E}"/>
                  </a:ext>
                </a:extLst>
              </p:cNvPr>
              <p:cNvSpPr/>
              <p:nvPr/>
            </p:nvSpPr>
            <p:spPr>
              <a:xfrm>
                <a:off x="9454843" y="5162157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97" name="Freeform: Shape 15896">
                <a:extLst>
                  <a:ext uri="{FF2B5EF4-FFF2-40B4-BE49-F238E27FC236}">
                    <a16:creationId xmlns:a16="http://schemas.microsoft.com/office/drawing/2014/main" id="{A8A6034E-8DB2-6940-EFC9-E05D201AFA6C}"/>
                  </a:ext>
                </a:extLst>
              </p:cNvPr>
              <p:cNvSpPr/>
              <p:nvPr/>
            </p:nvSpPr>
            <p:spPr>
              <a:xfrm>
                <a:off x="9455755" y="5161025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98" name="Freeform: Shape 15897">
                <a:extLst>
                  <a:ext uri="{FF2B5EF4-FFF2-40B4-BE49-F238E27FC236}">
                    <a16:creationId xmlns:a16="http://schemas.microsoft.com/office/drawing/2014/main" id="{2BACEDF3-E13B-E9F8-8E0B-8D762360443D}"/>
                  </a:ext>
                </a:extLst>
              </p:cNvPr>
              <p:cNvSpPr/>
              <p:nvPr/>
            </p:nvSpPr>
            <p:spPr>
              <a:xfrm>
                <a:off x="9456675" y="5159960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99" name="Freeform: Shape 15898">
                <a:extLst>
                  <a:ext uri="{FF2B5EF4-FFF2-40B4-BE49-F238E27FC236}">
                    <a16:creationId xmlns:a16="http://schemas.microsoft.com/office/drawing/2014/main" id="{491F8FFB-317A-A111-2DD7-2445979898D8}"/>
                  </a:ext>
                </a:extLst>
              </p:cNvPr>
              <p:cNvSpPr/>
              <p:nvPr/>
            </p:nvSpPr>
            <p:spPr>
              <a:xfrm>
                <a:off x="9457486" y="5160157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00" name="Freeform: Shape 15899">
                <a:extLst>
                  <a:ext uri="{FF2B5EF4-FFF2-40B4-BE49-F238E27FC236}">
                    <a16:creationId xmlns:a16="http://schemas.microsoft.com/office/drawing/2014/main" id="{375D6055-F162-80D0-4428-5219689D73C6}"/>
                  </a:ext>
                </a:extLst>
              </p:cNvPr>
              <p:cNvSpPr/>
              <p:nvPr/>
            </p:nvSpPr>
            <p:spPr>
              <a:xfrm>
                <a:off x="9458288" y="5160420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3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5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01" name="Freeform: Shape 15900">
                <a:extLst>
                  <a:ext uri="{FF2B5EF4-FFF2-40B4-BE49-F238E27FC236}">
                    <a16:creationId xmlns:a16="http://schemas.microsoft.com/office/drawing/2014/main" id="{817A664F-46B8-DECD-728F-FA452EE27080}"/>
                  </a:ext>
                </a:extLst>
              </p:cNvPr>
              <p:cNvSpPr/>
              <p:nvPr/>
            </p:nvSpPr>
            <p:spPr>
              <a:xfrm>
                <a:off x="9459087" y="5160687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5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02" name="Freeform: Shape 15901">
                <a:extLst>
                  <a:ext uri="{FF2B5EF4-FFF2-40B4-BE49-F238E27FC236}">
                    <a16:creationId xmlns:a16="http://schemas.microsoft.com/office/drawing/2014/main" id="{092394EA-D315-60AA-297C-A71D95414798}"/>
                  </a:ext>
                </a:extLst>
              </p:cNvPr>
              <p:cNvSpPr/>
              <p:nvPr/>
            </p:nvSpPr>
            <p:spPr>
              <a:xfrm>
                <a:off x="9460368" y="5163743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1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5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1" y="2464"/>
                      <a:pt x="241" y="3305"/>
                    </a:cubicBezTo>
                    <a:cubicBezTo>
                      <a:pt x="241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03" name="Freeform: Shape 15902">
                <a:extLst>
                  <a:ext uri="{FF2B5EF4-FFF2-40B4-BE49-F238E27FC236}">
                    <a16:creationId xmlns:a16="http://schemas.microsoft.com/office/drawing/2014/main" id="{776A1CAE-28BA-2D3A-F4F1-438FB1B3B934}"/>
                  </a:ext>
                </a:extLst>
              </p:cNvPr>
              <p:cNvSpPr/>
              <p:nvPr/>
            </p:nvSpPr>
            <p:spPr>
              <a:xfrm>
                <a:off x="9460602" y="5168199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1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6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04" name="Freeform: Shape 15903">
                <a:extLst>
                  <a:ext uri="{FF2B5EF4-FFF2-40B4-BE49-F238E27FC236}">
                    <a16:creationId xmlns:a16="http://schemas.microsoft.com/office/drawing/2014/main" id="{EF48C445-BE14-0296-1C2E-5EDB27E19AF6}"/>
                  </a:ext>
                </a:extLst>
              </p:cNvPr>
              <p:cNvSpPr/>
              <p:nvPr/>
            </p:nvSpPr>
            <p:spPr>
              <a:xfrm>
                <a:off x="9462923" y="5168459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3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4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05" name="Freeform: Shape 15904">
                <a:extLst>
                  <a:ext uri="{FF2B5EF4-FFF2-40B4-BE49-F238E27FC236}">
                    <a16:creationId xmlns:a16="http://schemas.microsoft.com/office/drawing/2014/main" id="{EEBB2232-7233-8FF2-0A13-335C9EE5985B}"/>
                  </a:ext>
                </a:extLst>
              </p:cNvPr>
              <p:cNvSpPr/>
              <p:nvPr/>
            </p:nvSpPr>
            <p:spPr>
              <a:xfrm>
                <a:off x="9464376" y="5169231"/>
                <a:ext cx="6343" cy="6345"/>
              </a:xfrm>
              <a:custGeom>
                <a:avLst/>
                <a:gdLst>
                  <a:gd name="connsiteX0" fmla="*/ 3412 w 6343"/>
                  <a:gd name="connsiteY0" fmla="*/ 6479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70 w 6343"/>
                  <a:gd name="connsiteY5" fmla="*/ 1062 h 6345"/>
                  <a:gd name="connsiteX6" fmla="*/ 241 w 6343"/>
                  <a:gd name="connsiteY6" fmla="*/ 3306 h 6345"/>
                  <a:gd name="connsiteX7" fmla="*/ 1170 w 6343"/>
                  <a:gd name="connsiteY7" fmla="*/ 5549 h 6345"/>
                  <a:gd name="connsiteX8" fmla="*/ 341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9"/>
                    </a:moveTo>
                    <a:cubicBezTo>
                      <a:pt x="4254" y="6479"/>
                      <a:pt x="5060" y="6144"/>
                      <a:pt x="5655" y="5549"/>
                    </a:cubicBezTo>
                    <a:cubicBezTo>
                      <a:pt x="6250" y="4954"/>
                      <a:pt x="6584" y="4147"/>
                      <a:pt x="6584" y="3306"/>
                    </a:cubicBezTo>
                    <a:cubicBezTo>
                      <a:pt x="6584" y="2464"/>
                      <a:pt x="6250" y="1657"/>
                      <a:pt x="5655" y="1062"/>
                    </a:cubicBezTo>
                    <a:cubicBezTo>
                      <a:pt x="5060" y="467"/>
                      <a:pt x="4254" y="133"/>
                      <a:pt x="3412" y="133"/>
                    </a:cubicBezTo>
                    <a:cubicBezTo>
                      <a:pt x="2571" y="133"/>
                      <a:pt x="1765" y="467"/>
                      <a:pt x="1170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70" y="5549"/>
                    </a:cubicBezTo>
                    <a:cubicBezTo>
                      <a:pt x="1765" y="6144"/>
                      <a:pt x="2571" y="6479"/>
                      <a:pt x="341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06" name="Freeform: Shape 15905">
                <a:extLst>
                  <a:ext uri="{FF2B5EF4-FFF2-40B4-BE49-F238E27FC236}">
                    <a16:creationId xmlns:a16="http://schemas.microsoft.com/office/drawing/2014/main" id="{D5016A6E-FD10-DF76-BBE2-0341ADE103EE}"/>
                  </a:ext>
                </a:extLst>
              </p:cNvPr>
              <p:cNvSpPr/>
              <p:nvPr/>
            </p:nvSpPr>
            <p:spPr>
              <a:xfrm>
                <a:off x="9474136" y="5171689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5"/>
                      <a:pt x="6585" y="4147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5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07" name="Freeform: Shape 15906">
                <a:extLst>
                  <a:ext uri="{FF2B5EF4-FFF2-40B4-BE49-F238E27FC236}">
                    <a16:creationId xmlns:a16="http://schemas.microsoft.com/office/drawing/2014/main" id="{C3DAAA72-F726-8C75-2F0E-4E4ECAE47A7C}"/>
                  </a:ext>
                </a:extLst>
              </p:cNvPr>
              <p:cNvSpPr/>
              <p:nvPr/>
            </p:nvSpPr>
            <p:spPr>
              <a:xfrm>
                <a:off x="9507655" y="5160000"/>
                <a:ext cx="6343" cy="6345"/>
              </a:xfrm>
              <a:custGeom>
                <a:avLst/>
                <a:gdLst>
                  <a:gd name="connsiteX0" fmla="*/ 3416 w 6343"/>
                  <a:gd name="connsiteY0" fmla="*/ 6478 h 6345"/>
                  <a:gd name="connsiteX1" fmla="*/ 5658 w 6343"/>
                  <a:gd name="connsiteY1" fmla="*/ 5549 h 6345"/>
                  <a:gd name="connsiteX2" fmla="*/ 6587 w 6343"/>
                  <a:gd name="connsiteY2" fmla="*/ 3305 h 6345"/>
                  <a:gd name="connsiteX3" fmla="*/ 5658 w 6343"/>
                  <a:gd name="connsiteY3" fmla="*/ 1062 h 6345"/>
                  <a:gd name="connsiteX4" fmla="*/ 3416 w 6343"/>
                  <a:gd name="connsiteY4" fmla="*/ 132 h 6345"/>
                  <a:gd name="connsiteX5" fmla="*/ 1173 w 6343"/>
                  <a:gd name="connsiteY5" fmla="*/ 1062 h 6345"/>
                  <a:gd name="connsiteX6" fmla="*/ 244 w 6343"/>
                  <a:gd name="connsiteY6" fmla="*/ 3305 h 6345"/>
                  <a:gd name="connsiteX7" fmla="*/ 1173 w 6343"/>
                  <a:gd name="connsiteY7" fmla="*/ 5549 h 6345"/>
                  <a:gd name="connsiteX8" fmla="*/ 341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8"/>
                    </a:moveTo>
                    <a:cubicBezTo>
                      <a:pt x="4257" y="6478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5"/>
                    </a:cubicBezTo>
                    <a:cubicBezTo>
                      <a:pt x="6587" y="2464"/>
                      <a:pt x="6253" y="1657"/>
                      <a:pt x="5658" y="1062"/>
                    </a:cubicBezTo>
                    <a:cubicBezTo>
                      <a:pt x="5064" y="467"/>
                      <a:pt x="4257" y="132"/>
                      <a:pt x="3416" y="132"/>
                    </a:cubicBezTo>
                    <a:cubicBezTo>
                      <a:pt x="2575" y="132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5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8"/>
                      <a:pt x="341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08" name="Freeform: Shape 15907">
                <a:extLst>
                  <a:ext uri="{FF2B5EF4-FFF2-40B4-BE49-F238E27FC236}">
                    <a16:creationId xmlns:a16="http://schemas.microsoft.com/office/drawing/2014/main" id="{2A75137A-889C-8CE2-40C1-BD8E84EF6574}"/>
                  </a:ext>
                </a:extLst>
              </p:cNvPr>
              <p:cNvSpPr/>
              <p:nvPr/>
            </p:nvSpPr>
            <p:spPr>
              <a:xfrm>
                <a:off x="9508450" y="5160446"/>
                <a:ext cx="6343" cy="6345"/>
              </a:xfrm>
              <a:custGeom>
                <a:avLst/>
                <a:gdLst>
                  <a:gd name="connsiteX0" fmla="*/ 3416 w 6343"/>
                  <a:gd name="connsiteY0" fmla="*/ 6478 h 6345"/>
                  <a:gd name="connsiteX1" fmla="*/ 5659 w 6343"/>
                  <a:gd name="connsiteY1" fmla="*/ 5549 h 6345"/>
                  <a:gd name="connsiteX2" fmla="*/ 6587 w 6343"/>
                  <a:gd name="connsiteY2" fmla="*/ 3305 h 6345"/>
                  <a:gd name="connsiteX3" fmla="*/ 5659 w 6343"/>
                  <a:gd name="connsiteY3" fmla="*/ 1062 h 6345"/>
                  <a:gd name="connsiteX4" fmla="*/ 3416 w 6343"/>
                  <a:gd name="connsiteY4" fmla="*/ 132 h 6345"/>
                  <a:gd name="connsiteX5" fmla="*/ 1173 w 6343"/>
                  <a:gd name="connsiteY5" fmla="*/ 1062 h 6345"/>
                  <a:gd name="connsiteX6" fmla="*/ 244 w 6343"/>
                  <a:gd name="connsiteY6" fmla="*/ 3305 h 6345"/>
                  <a:gd name="connsiteX7" fmla="*/ 1173 w 6343"/>
                  <a:gd name="connsiteY7" fmla="*/ 5549 h 6345"/>
                  <a:gd name="connsiteX8" fmla="*/ 341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8"/>
                    </a:moveTo>
                    <a:cubicBezTo>
                      <a:pt x="4257" y="6478"/>
                      <a:pt x="5064" y="6144"/>
                      <a:pt x="5659" y="5549"/>
                    </a:cubicBezTo>
                    <a:cubicBezTo>
                      <a:pt x="6253" y="4954"/>
                      <a:pt x="6587" y="4147"/>
                      <a:pt x="6587" y="3305"/>
                    </a:cubicBezTo>
                    <a:cubicBezTo>
                      <a:pt x="6587" y="2464"/>
                      <a:pt x="6253" y="1657"/>
                      <a:pt x="5659" y="1062"/>
                    </a:cubicBezTo>
                    <a:cubicBezTo>
                      <a:pt x="5064" y="467"/>
                      <a:pt x="4257" y="132"/>
                      <a:pt x="3416" y="132"/>
                    </a:cubicBezTo>
                    <a:cubicBezTo>
                      <a:pt x="2575" y="132"/>
                      <a:pt x="1768" y="467"/>
                      <a:pt x="1173" y="1062"/>
                    </a:cubicBezTo>
                    <a:cubicBezTo>
                      <a:pt x="578" y="1657"/>
                      <a:pt x="244" y="2464"/>
                      <a:pt x="244" y="3305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8"/>
                      <a:pt x="341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09" name="Freeform: Shape 15908">
                <a:extLst>
                  <a:ext uri="{FF2B5EF4-FFF2-40B4-BE49-F238E27FC236}">
                    <a16:creationId xmlns:a16="http://schemas.microsoft.com/office/drawing/2014/main" id="{3CB6BEC0-31CE-40A0-2C04-41FE256B2A1E}"/>
                  </a:ext>
                </a:extLst>
              </p:cNvPr>
              <p:cNvSpPr/>
              <p:nvPr/>
            </p:nvSpPr>
            <p:spPr>
              <a:xfrm>
                <a:off x="9509822" y="5159706"/>
                <a:ext cx="6343" cy="6345"/>
              </a:xfrm>
              <a:custGeom>
                <a:avLst/>
                <a:gdLst>
                  <a:gd name="connsiteX0" fmla="*/ 3416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6 w 6343"/>
                  <a:gd name="connsiteY4" fmla="*/ 132 h 6345"/>
                  <a:gd name="connsiteX5" fmla="*/ 1173 w 6343"/>
                  <a:gd name="connsiteY5" fmla="*/ 1062 h 6345"/>
                  <a:gd name="connsiteX6" fmla="*/ 244 w 6343"/>
                  <a:gd name="connsiteY6" fmla="*/ 3305 h 6345"/>
                  <a:gd name="connsiteX7" fmla="*/ 1173 w 6343"/>
                  <a:gd name="connsiteY7" fmla="*/ 5549 h 6345"/>
                  <a:gd name="connsiteX8" fmla="*/ 341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8"/>
                    </a:moveTo>
                    <a:cubicBezTo>
                      <a:pt x="4257" y="6478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5"/>
                    </a:cubicBezTo>
                    <a:cubicBezTo>
                      <a:pt x="6588" y="2464"/>
                      <a:pt x="6253" y="1657"/>
                      <a:pt x="5659" y="1062"/>
                    </a:cubicBezTo>
                    <a:cubicBezTo>
                      <a:pt x="5064" y="467"/>
                      <a:pt x="4257" y="132"/>
                      <a:pt x="3416" y="132"/>
                    </a:cubicBezTo>
                    <a:cubicBezTo>
                      <a:pt x="2575" y="132"/>
                      <a:pt x="1768" y="467"/>
                      <a:pt x="1173" y="1062"/>
                    </a:cubicBezTo>
                    <a:cubicBezTo>
                      <a:pt x="579" y="1657"/>
                      <a:pt x="244" y="2464"/>
                      <a:pt x="244" y="3305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8"/>
                      <a:pt x="341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10" name="Freeform: Shape 15909">
                <a:extLst>
                  <a:ext uri="{FF2B5EF4-FFF2-40B4-BE49-F238E27FC236}">
                    <a16:creationId xmlns:a16="http://schemas.microsoft.com/office/drawing/2014/main" id="{62002F61-854C-8588-E61C-7D9656F9FA1B}"/>
                  </a:ext>
                </a:extLst>
              </p:cNvPr>
              <p:cNvSpPr/>
              <p:nvPr/>
            </p:nvSpPr>
            <p:spPr>
              <a:xfrm>
                <a:off x="9510653" y="5162132"/>
                <a:ext cx="6343" cy="6345"/>
              </a:xfrm>
              <a:custGeom>
                <a:avLst/>
                <a:gdLst>
                  <a:gd name="connsiteX0" fmla="*/ 3416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5 h 6345"/>
                  <a:gd name="connsiteX7" fmla="*/ 1173 w 6343"/>
                  <a:gd name="connsiteY7" fmla="*/ 5549 h 6345"/>
                  <a:gd name="connsiteX8" fmla="*/ 341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8"/>
                    </a:moveTo>
                    <a:cubicBezTo>
                      <a:pt x="4257" y="6478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5"/>
                    </a:cubicBezTo>
                    <a:cubicBezTo>
                      <a:pt x="6588" y="2464"/>
                      <a:pt x="6253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9" y="1657"/>
                      <a:pt x="244" y="2464"/>
                      <a:pt x="244" y="3305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8"/>
                      <a:pt x="341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11" name="Freeform: Shape 15910">
                <a:extLst>
                  <a:ext uri="{FF2B5EF4-FFF2-40B4-BE49-F238E27FC236}">
                    <a16:creationId xmlns:a16="http://schemas.microsoft.com/office/drawing/2014/main" id="{FD40CC51-B100-1637-FE41-A49A31C00B57}"/>
                  </a:ext>
                </a:extLst>
              </p:cNvPr>
              <p:cNvSpPr/>
              <p:nvPr/>
            </p:nvSpPr>
            <p:spPr>
              <a:xfrm>
                <a:off x="9512008" y="5161470"/>
                <a:ext cx="6343" cy="6345"/>
              </a:xfrm>
              <a:custGeom>
                <a:avLst/>
                <a:gdLst>
                  <a:gd name="connsiteX0" fmla="*/ 3416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8"/>
                    </a:moveTo>
                    <a:cubicBezTo>
                      <a:pt x="4257" y="6478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8"/>
                      <a:pt x="341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12" name="Freeform: Shape 15911">
                <a:extLst>
                  <a:ext uri="{FF2B5EF4-FFF2-40B4-BE49-F238E27FC236}">
                    <a16:creationId xmlns:a16="http://schemas.microsoft.com/office/drawing/2014/main" id="{2301A1A9-6EFC-ABE8-00E2-DAB73A459003}"/>
                  </a:ext>
                </a:extLst>
              </p:cNvPr>
              <p:cNvSpPr/>
              <p:nvPr/>
            </p:nvSpPr>
            <p:spPr>
              <a:xfrm>
                <a:off x="9512931" y="5161674"/>
                <a:ext cx="6343" cy="6345"/>
              </a:xfrm>
              <a:custGeom>
                <a:avLst/>
                <a:gdLst>
                  <a:gd name="connsiteX0" fmla="*/ 3416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8"/>
                    </a:moveTo>
                    <a:cubicBezTo>
                      <a:pt x="4257" y="6478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8"/>
                      <a:pt x="341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13" name="Freeform: Shape 15912">
                <a:extLst>
                  <a:ext uri="{FF2B5EF4-FFF2-40B4-BE49-F238E27FC236}">
                    <a16:creationId xmlns:a16="http://schemas.microsoft.com/office/drawing/2014/main" id="{39F15AB3-EC38-F4C1-34C3-62090380D0CD}"/>
                  </a:ext>
                </a:extLst>
              </p:cNvPr>
              <p:cNvSpPr/>
              <p:nvPr/>
            </p:nvSpPr>
            <p:spPr>
              <a:xfrm>
                <a:off x="9516243" y="5163238"/>
                <a:ext cx="6343" cy="6345"/>
              </a:xfrm>
              <a:custGeom>
                <a:avLst/>
                <a:gdLst>
                  <a:gd name="connsiteX0" fmla="*/ 3416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8"/>
                    </a:moveTo>
                    <a:cubicBezTo>
                      <a:pt x="4258" y="6478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3"/>
                      <a:pt x="3416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8"/>
                      <a:pt x="341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14" name="Freeform: Shape 15913">
                <a:extLst>
                  <a:ext uri="{FF2B5EF4-FFF2-40B4-BE49-F238E27FC236}">
                    <a16:creationId xmlns:a16="http://schemas.microsoft.com/office/drawing/2014/main" id="{1BE1DFD5-51D7-0F7E-3152-89A19EEEE25C}"/>
                  </a:ext>
                </a:extLst>
              </p:cNvPr>
              <p:cNvSpPr/>
              <p:nvPr/>
            </p:nvSpPr>
            <p:spPr>
              <a:xfrm>
                <a:off x="9517572" y="5162737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3"/>
                      <a:pt x="3417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15" name="Freeform: Shape 15914">
                <a:extLst>
                  <a:ext uri="{FF2B5EF4-FFF2-40B4-BE49-F238E27FC236}">
                    <a16:creationId xmlns:a16="http://schemas.microsoft.com/office/drawing/2014/main" id="{1CC282E9-DA8B-E1B0-EE26-B83F3A737ADF}"/>
                  </a:ext>
                </a:extLst>
              </p:cNvPr>
              <p:cNvSpPr/>
              <p:nvPr/>
            </p:nvSpPr>
            <p:spPr>
              <a:xfrm>
                <a:off x="9518553" y="5162874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16" name="Freeform: Shape 15915">
                <a:extLst>
                  <a:ext uri="{FF2B5EF4-FFF2-40B4-BE49-F238E27FC236}">
                    <a16:creationId xmlns:a16="http://schemas.microsoft.com/office/drawing/2014/main" id="{670399BF-20B6-4A3A-8444-DFEC387BAD01}"/>
                  </a:ext>
                </a:extLst>
              </p:cNvPr>
              <p:cNvSpPr/>
              <p:nvPr/>
            </p:nvSpPr>
            <p:spPr>
              <a:xfrm>
                <a:off x="9520974" y="5162392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5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5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17" name="Freeform: Shape 15916">
                <a:extLst>
                  <a:ext uri="{FF2B5EF4-FFF2-40B4-BE49-F238E27FC236}">
                    <a16:creationId xmlns:a16="http://schemas.microsoft.com/office/drawing/2014/main" id="{83962ED0-0C9C-172E-6275-EE74B9FD9761}"/>
                  </a:ext>
                </a:extLst>
              </p:cNvPr>
              <p:cNvSpPr/>
              <p:nvPr/>
            </p:nvSpPr>
            <p:spPr>
              <a:xfrm>
                <a:off x="9521932" y="5162605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8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5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8" y="4147"/>
                      <a:pt x="6588" y="3305"/>
                    </a:cubicBezTo>
                    <a:cubicBezTo>
                      <a:pt x="6588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5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18" name="Freeform: Shape 15917">
                <a:extLst>
                  <a:ext uri="{FF2B5EF4-FFF2-40B4-BE49-F238E27FC236}">
                    <a16:creationId xmlns:a16="http://schemas.microsoft.com/office/drawing/2014/main" id="{3DF5C935-5801-855E-662E-FFABF3F6AFBB}"/>
                  </a:ext>
                </a:extLst>
              </p:cNvPr>
              <p:cNvSpPr/>
              <p:nvPr/>
            </p:nvSpPr>
            <p:spPr>
              <a:xfrm>
                <a:off x="9524538" y="5161922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19" name="Freeform: Shape 15918">
                <a:extLst>
                  <a:ext uri="{FF2B5EF4-FFF2-40B4-BE49-F238E27FC236}">
                    <a16:creationId xmlns:a16="http://schemas.microsoft.com/office/drawing/2014/main" id="{6D44EF1C-D19F-ABE4-197E-1B691085383F}"/>
                  </a:ext>
                </a:extLst>
              </p:cNvPr>
              <p:cNvSpPr/>
              <p:nvPr/>
            </p:nvSpPr>
            <p:spPr>
              <a:xfrm>
                <a:off x="9525378" y="5162366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20" name="Freeform: Shape 15919">
                <a:extLst>
                  <a:ext uri="{FF2B5EF4-FFF2-40B4-BE49-F238E27FC236}">
                    <a16:creationId xmlns:a16="http://schemas.microsoft.com/office/drawing/2014/main" id="{A2A86AD6-DA27-FF6F-AA35-8BF494ADD901}"/>
                  </a:ext>
                </a:extLst>
              </p:cNvPr>
              <p:cNvSpPr/>
              <p:nvPr/>
            </p:nvSpPr>
            <p:spPr>
              <a:xfrm>
                <a:off x="9526662" y="5162100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21" name="Freeform: Shape 15920">
                <a:extLst>
                  <a:ext uri="{FF2B5EF4-FFF2-40B4-BE49-F238E27FC236}">
                    <a16:creationId xmlns:a16="http://schemas.microsoft.com/office/drawing/2014/main" id="{B79314BB-EBFB-0587-7BF0-F9F372D19DAF}"/>
                  </a:ext>
                </a:extLst>
              </p:cNvPr>
              <p:cNvSpPr/>
              <p:nvPr/>
            </p:nvSpPr>
            <p:spPr>
              <a:xfrm>
                <a:off x="9527405" y="5162709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22" name="Freeform: Shape 15921">
                <a:extLst>
                  <a:ext uri="{FF2B5EF4-FFF2-40B4-BE49-F238E27FC236}">
                    <a16:creationId xmlns:a16="http://schemas.microsoft.com/office/drawing/2014/main" id="{78DF4178-EB1F-AE3E-E5C2-54D818AB1618}"/>
                  </a:ext>
                </a:extLst>
              </p:cNvPr>
              <p:cNvSpPr/>
              <p:nvPr/>
            </p:nvSpPr>
            <p:spPr>
              <a:xfrm>
                <a:off x="9528566" y="5162664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23" name="Freeform: Shape 15922">
                <a:extLst>
                  <a:ext uri="{FF2B5EF4-FFF2-40B4-BE49-F238E27FC236}">
                    <a16:creationId xmlns:a16="http://schemas.microsoft.com/office/drawing/2014/main" id="{95836393-A3AB-9FA6-5E7A-D5B741EB34A1}"/>
                  </a:ext>
                </a:extLst>
              </p:cNvPr>
              <p:cNvSpPr/>
              <p:nvPr/>
            </p:nvSpPr>
            <p:spPr>
              <a:xfrm>
                <a:off x="9529468" y="5163032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24" name="Freeform: Shape 15923">
                <a:extLst>
                  <a:ext uri="{FF2B5EF4-FFF2-40B4-BE49-F238E27FC236}">
                    <a16:creationId xmlns:a16="http://schemas.microsoft.com/office/drawing/2014/main" id="{1CF47D95-D758-B176-8215-27717E91806F}"/>
                  </a:ext>
                </a:extLst>
              </p:cNvPr>
              <p:cNvSpPr/>
              <p:nvPr/>
            </p:nvSpPr>
            <p:spPr>
              <a:xfrm>
                <a:off x="9531469" y="5163487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25" name="Freeform: Shape 15924">
                <a:extLst>
                  <a:ext uri="{FF2B5EF4-FFF2-40B4-BE49-F238E27FC236}">
                    <a16:creationId xmlns:a16="http://schemas.microsoft.com/office/drawing/2014/main" id="{830E25FB-3745-03D9-3A33-BB9F65166E03}"/>
                  </a:ext>
                </a:extLst>
              </p:cNvPr>
              <p:cNvSpPr/>
              <p:nvPr/>
            </p:nvSpPr>
            <p:spPr>
              <a:xfrm>
                <a:off x="9532268" y="5164024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5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5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6" y="6144"/>
                      <a:pt x="5660" y="5549"/>
                    </a:cubicBezTo>
                    <a:cubicBezTo>
                      <a:pt x="6255" y="4954"/>
                      <a:pt x="6589" y="4147"/>
                      <a:pt x="6589" y="3305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6" y="467"/>
                      <a:pt x="4259" y="133"/>
                      <a:pt x="3418" y="133"/>
                    </a:cubicBezTo>
                    <a:cubicBezTo>
                      <a:pt x="2577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5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26" name="Freeform: Shape 15925">
                <a:extLst>
                  <a:ext uri="{FF2B5EF4-FFF2-40B4-BE49-F238E27FC236}">
                    <a16:creationId xmlns:a16="http://schemas.microsoft.com/office/drawing/2014/main" id="{D7B803AF-F0BA-0E85-D1C0-E03CB312F935}"/>
                  </a:ext>
                </a:extLst>
              </p:cNvPr>
              <p:cNvSpPr/>
              <p:nvPr/>
            </p:nvSpPr>
            <p:spPr>
              <a:xfrm>
                <a:off x="9537795" y="517261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27" name="Freeform: Shape 15926">
                <a:extLst>
                  <a:ext uri="{FF2B5EF4-FFF2-40B4-BE49-F238E27FC236}">
                    <a16:creationId xmlns:a16="http://schemas.microsoft.com/office/drawing/2014/main" id="{0A92D49F-39EF-71E5-A5B3-468E557073B3}"/>
                  </a:ext>
                </a:extLst>
              </p:cNvPr>
              <p:cNvSpPr/>
              <p:nvPr/>
            </p:nvSpPr>
            <p:spPr>
              <a:xfrm>
                <a:off x="9538611" y="517309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28" name="Freeform: Shape 15927">
                <a:extLst>
                  <a:ext uri="{FF2B5EF4-FFF2-40B4-BE49-F238E27FC236}">
                    <a16:creationId xmlns:a16="http://schemas.microsoft.com/office/drawing/2014/main" id="{72398B29-31A8-3229-94C0-F5193323DA00}"/>
                  </a:ext>
                </a:extLst>
              </p:cNvPr>
              <p:cNvSpPr/>
              <p:nvPr/>
            </p:nvSpPr>
            <p:spPr>
              <a:xfrm>
                <a:off x="9539612" y="517334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29" name="Freeform: Shape 15928">
                <a:extLst>
                  <a:ext uri="{FF2B5EF4-FFF2-40B4-BE49-F238E27FC236}">
                    <a16:creationId xmlns:a16="http://schemas.microsoft.com/office/drawing/2014/main" id="{9B41E11B-4EDA-5585-B511-EC36FF0D70DF}"/>
                  </a:ext>
                </a:extLst>
              </p:cNvPr>
              <p:cNvSpPr/>
              <p:nvPr/>
            </p:nvSpPr>
            <p:spPr>
              <a:xfrm>
                <a:off x="9540501" y="5173744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4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4"/>
                      <a:pt x="3418" y="134"/>
                    </a:cubicBezTo>
                    <a:cubicBezTo>
                      <a:pt x="2577" y="134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30" name="Freeform: Shape 15929">
                <a:extLst>
                  <a:ext uri="{FF2B5EF4-FFF2-40B4-BE49-F238E27FC236}">
                    <a16:creationId xmlns:a16="http://schemas.microsoft.com/office/drawing/2014/main" id="{FF2ED719-F818-5B65-218F-B73D0704FC96}"/>
                  </a:ext>
                </a:extLst>
              </p:cNvPr>
              <p:cNvSpPr/>
              <p:nvPr/>
            </p:nvSpPr>
            <p:spPr>
              <a:xfrm>
                <a:off x="9541880" y="517354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31" name="Freeform: Shape 15930">
                <a:extLst>
                  <a:ext uri="{FF2B5EF4-FFF2-40B4-BE49-F238E27FC236}">
                    <a16:creationId xmlns:a16="http://schemas.microsoft.com/office/drawing/2014/main" id="{4CABDB25-AACC-C543-FB87-61EB4C881C33}"/>
                  </a:ext>
                </a:extLst>
              </p:cNvPr>
              <p:cNvSpPr/>
              <p:nvPr/>
            </p:nvSpPr>
            <p:spPr>
              <a:xfrm>
                <a:off x="9543266" y="517335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32" name="Freeform: Shape 15931">
                <a:extLst>
                  <a:ext uri="{FF2B5EF4-FFF2-40B4-BE49-F238E27FC236}">
                    <a16:creationId xmlns:a16="http://schemas.microsoft.com/office/drawing/2014/main" id="{24FC074B-562C-3687-9F2B-29CFEDF61B4A}"/>
                  </a:ext>
                </a:extLst>
              </p:cNvPr>
              <p:cNvSpPr/>
              <p:nvPr/>
            </p:nvSpPr>
            <p:spPr>
              <a:xfrm>
                <a:off x="9544657" y="517317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33" name="Freeform: Shape 15932">
                <a:extLst>
                  <a:ext uri="{FF2B5EF4-FFF2-40B4-BE49-F238E27FC236}">
                    <a16:creationId xmlns:a16="http://schemas.microsoft.com/office/drawing/2014/main" id="{05D7511B-AFCD-5931-B215-58308F6C46C6}"/>
                  </a:ext>
                </a:extLst>
              </p:cNvPr>
              <p:cNvSpPr/>
              <p:nvPr/>
            </p:nvSpPr>
            <p:spPr>
              <a:xfrm>
                <a:off x="9546016" y="517305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34" name="Freeform: Shape 15933">
                <a:extLst>
                  <a:ext uri="{FF2B5EF4-FFF2-40B4-BE49-F238E27FC236}">
                    <a16:creationId xmlns:a16="http://schemas.microsoft.com/office/drawing/2014/main" id="{D844BFB1-8DAA-88D2-0D0A-6448FD1BE8F3}"/>
                  </a:ext>
                </a:extLst>
              </p:cNvPr>
              <p:cNvSpPr/>
              <p:nvPr/>
            </p:nvSpPr>
            <p:spPr>
              <a:xfrm>
                <a:off x="9547341" y="517299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0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35" name="Freeform: Shape 15934">
                <a:extLst>
                  <a:ext uri="{FF2B5EF4-FFF2-40B4-BE49-F238E27FC236}">
                    <a16:creationId xmlns:a16="http://schemas.microsoft.com/office/drawing/2014/main" id="{25AB8A4C-EDAD-1378-C9E8-3C080E653A30}"/>
                  </a:ext>
                </a:extLst>
              </p:cNvPr>
              <p:cNvSpPr/>
              <p:nvPr/>
            </p:nvSpPr>
            <p:spPr>
              <a:xfrm>
                <a:off x="9548434" y="517322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36" name="Freeform: Shape 15935">
                <a:extLst>
                  <a:ext uri="{FF2B5EF4-FFF2-40B4-BE49-F238E27FC236}">
                    <a16:creationId xmlns:a16="http://schemas.microsoft.com/office/drawing/2014/main" id="{9E299889-6988-109E-297D-84C6F6AC72D5}"/>
                  </a:ext>
                </a:extLst>
              </p:cNvPr>
              <p:cNvSpPr/>
              <p:nvPr/>
            </p:nvSpPr>
            <p:spPr>
              <a:xfrm>
                <a:off x="9549608" y="517336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37" name="Freeform: Shape 15936">
                <a:extLst>
                  <a:ext uri="{FF2B5EF4-FFF2-40B4-BE49-F238E27FC236}">
                    <a16:creationId xmlns:a16="http://schemas.microsoft.com/office/drawing/2014/main" id="{FF075C38-624B-7EB2-98DE-9C4F940DE1A3}"/>
                  </a:ext>
                </a:extLst>
              </p:cNvPr>
              <p:cNvSpPr/>
              <p:nvPr/>
            </p:nvSpPr>
            <p:spPr>
              <a:xfrm>
                <a:off x="9550625" y="517369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38" name="Freeform: Shape 15937">
                <a:extLst>
                  <a:ext uri="{FF2B5EF4-FFF2-40B4-BE49-F238E27FC236}">
                    <a16:creationId xmlns:a16="http://schemas.microsoft.com/office/drawing/2014/main" id="{A088EA55-1104-606E-AA34-B2F6B2624AD9}"/>
                  </a:ext>
                </a:extLst>
              </p:cNvPr>
              <p:cNvSpPr/>
              <p:nvPr/>
            </p:nvSpPr>
            <p:spPr>
              <a:xfrm>
                <a:off x="9551842" y="517381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39" name="Freeform: Shape 15938">
                <a:extLst>
                  <a:ext uri="{FF2B5EF4-FFF2-40B4-BE49-F238E27FC236}">
                    <a16:creationId xmlns:a16="http://schemas.microsoft.com/office/drawing/2014/main" id="{DFA8C8DB-9825-C1EB-566C-EBAD218023E6}"/>
                  </a:ext>
                </a:extLst>
              </p:cNvPr>
              <p:cNvSpPr/>
              <p:nvPr/>
            </p:nvSpPr>
            <p:spPr>
              <a:xfrm>
                <a:off x="9553264" y="517371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4"/>
                      <a:pt x="3419" y="134"/>
                    </a:cubicBezTo>
                    <a:cubicBezTo>
                      <a:pt x="2578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40" name="Freeform: Shape 15939">
                <a:extLst>
                  <a:ext uri="{FF2B5EF4-FFF2-40B4-BE49-F238E27FC236}">
                    <a16:creationId xmlns:a16="http://schemas.microsoft.com/office/drawing/2014/main" id="{674B8FD9-7405-9DCB-61CD-0423D327DB63}"/>
                  </a:ext>
                </a:extLst>
              </p:cNvPr>
              <p:cNvSpPr/>
              <p:nvPr/>
            </p:nvSpPr>
            <p:spPr>
              <a:xfrm>
                <a:off x="9554569" y="517376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4"/>
                      <a:pt x="3420" y="134"/>
                    </a:cubicBezTo>
                    <a:cubicBezTo>
                      <a:pt x="2578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41" name="Freeform: Shape 15940">
                <a:extLst>
                  <a:ext uri="{FF2B5EF4-FFF2-40B4-BE49-F238E27FC236}">
                    <a16:creationId xmlns:a16="http://schemas.microsoft.com/office/drawing/2014/main" id="{92412034-68BD-D054-9846-22D77EF1A406}"/>
                  </a:ext>
                </a:extLst>
              </p:cNvPr>
              <p:cNvSpPr/>
              <p:nvPr/>
            </p:nvSpPr>
            <p:spPr>
              <a:xfrm>
                <a:off x="9556000" y="517369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42" name="Freeform: Shape 15941">
                <a:extLst>
                  <a:ext uri="{FF2B5EF4-FFF2-40B4-BE49-F238E27FC236}">
                    <a16:creationId xmlns:a16="http://schemas.microsoft.com/office/drawing/2014/main" id="{4EFD8A0C-D66A-DAA1-C6A5-77E60817675C}"/>
                  </a:ext>
                </a:extLst>
              </p:cNvPr>
              <p:cNvSpPr/>
              <p:nvPr/>
            </p:nvSpPr>
            <p:spPr>
              <a:xfrm>
                <a:off x="9557436" y="517363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43" name="Freeform: Shape 15942">
                <a:extLst>
                  <a:ext uri="{FF2B5EF4-FFF2-40B4-BE49-F238E27FC236}">
                    <a16:creationId xmlns:a16="http://schemas.microsoft.com/office/drawing/2014/main" id="{C48A4205-0B54-D89A-4D67-12F9B0773711}"/>
                  </a:ext>
                </a:extLst>
              </p:cNvPr>
              <p:cNvSpPr/>
              <p:nvPr/>
            </p:nvSpPr>
            <p:spPr>
              <a:xfrm>
                <a:off x="9558711" y="517376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44" name="Freeform: Shape 15943">
                <a:extLst>
                  <a:ext uri="{FF2B5EF4-FFF2-40B4-BE49-F238E27FC236}">
                    <a16:creationId xmlns:a16="http://schemas.microsoft.com/office/drawing/2014/main" id="{52200DBC-77A1-B3C2-8E0D-6236EAE6DAB5}"/>
                  </a:ext>
                </a:extLst>
              </p:cNvPr>
              <p:cNvSpPr/>
              <p:nvPr/>
            </p:nvSpPr>
            <p:spPr>
              <a:xfrm>
                <a:off x="9560323" y="517356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45" name="Freeform: Shape 15944">
                <a:extLst>
                  <a:ext uri="{FF2B5EF4-FFF2-40B4-BE49-F238E27FC236}">
                    <a16:creationId xmlns:a16="http://schemas.microsoft.com/office/drawing/2014/main" id="{1C421424-04BE-F490-E29B-9BB1BF6DAB6F}"/>
                  </a:ext>
                </a:extLst>
              </p:cNvPr>
              <p:cNvSpPr/>
              <p:nvPr/>
            </p:nvSpPr>
            <p:spPr>
              <a:xfrm>
                <a:off x="9561984" y="517332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9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46" name="Freeform: Shape 15945">
                <a:extLst>
                  <a:ext uri="{FF2B5EF4-FFF2-40B4-BE49-F238E27FC236}">
                    <a16:creationId xmlns:a16="http://schemas.microsoft.com/office/drawing/2014/main" id="{F3825F07-A914-35DD-81A3-75E09147A35D}"/>
                  </a:ext>
                </a:extLst>
              </p:cNvPr>
              <p:cNvSpPr/>
              <p:nvPr/>
            </p:nvSpPr>
            <p:spPr>
              <a:xfrm>
                <a:off x="9563524" y="517324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47" name="Freeform: Shape 15946">
                <a:extLst>
                  <a:ext uri="{FF2B5EF4-FFF2-40B4-BE49-F238E27FC236}">
                    <a16:creationId xmlns:a16="http://schemas.microsoft.com/office/drawing/2014/main" id="{A95EA4CC-229C-E842-00F8-10013E6A38BD}"/>
                  </a:ext>
                </a:extLst>
              </p:cNvPr>
              <p:cNvSpPr/>
              <p:nvPr/>
            </p:nvSpPr>
            <p:spPr>
              <a:xfrm>
                <a:off x="9565241" y="517299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48" name="Freeform: Shape 15947">
                <a:extLst>
                  <a:ext uri="{FF2B5EF4-FFF2-40B4-BE49-F238E27FC236}">
                    <a16:creationId xmlns:a16="http://schemas.microsoft.com/office/drawing/2014/main" id="{92282E56-6890-AD7A-7D93-02363EA21C51}"/>
                  </a:ext>
                </a:extLst>
              </p:cNvPr>
              <p:cNvSpPr/>
              <p:nvPr/>
            </p:nvSpPr>
            <p:spPr>
              <a:xfrm>
                <a:off x="9566665" y="5173063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2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0" y="133"/>
                    </a:cubicBezTo>
                    <a:cubicBezTo>
                      <a:pt x="2579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49" name="Freeform: Shape 15948">
                <a:extLst>
                  <a:ext uri="{FF2B5EF4-FFF2-40B4-BE49-F238E27FC236}">
                    <a16:creationId xmlns:a16="http://schemas.microsoft.com/office/drawing/2014/main" id="{0885D33F-8B50-8203-0FAE-0E7DF8D69EED}"/>
                  </a:ext>
                </a:extLst>
              </p:cNvPr>
              <p:cNvSpPr/>
              <p:nvPr/>
            </p:nvSpPr>
            <p:spPr>
              <a:xfrm>
                <a:off x="9568179" y="5173060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1" y="133"/>
                    </a:cubicBezTo>
                    <a:cubicBezTo>
                      <a:pt x="2579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79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50" name="Freeform: Shape 15949">
                <a:extLst>
                  <a:ext uri="{FF2B5EF4-FFF2-40B4-BE49-F238E27FC236}">
                    <a16:creationId xmlns:a16="http://schemas.microsoft.com/office/drawing/2014/main" id="{41BA37BC-4CFA-54F9-DAEB-64467A1A4320}"/>
                  </a:ext>
                </a:extLst>
              </p:cNvPr>
              <p:cNvSpPr/>
              <p:nvPr/>
            </p:nvSpPr>
            <p:spPr>
              <a:xfrm>
                <a:off x="9569785" y="5172987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51" name="Freeform: Shape 15950">
                <a:extLst>
                  <a:ext uri="{FF2B5EF4-FFF2-40B4-BE49-F238E27FC236}">
                    <a16:creationId xmlns:a16="http://schemas.microsoft.com/office/drawing/2014/main" id="{72244040-224F-E6DB-3020-1DDD6A8626CB}"/>
                  </a:ext>
                </a:extLst>
              </p:cNvPr>
              <p:cNvSpPr/>
              <p:nvPr/>
            </p:nvSpPr>
            <p:spPr>
              <a:xfrm>
                <a:off x="9571309" y="5173013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52" name="Freeform: Shape 15951">
                <a:extLst>
                  <a:ext uri="{FF2B5EF4-FFF2-40B4-BE49-F238E27FC236}">
                    <a16:creationId xmlns:a16="http://schemas.microsoft.com/office/drawing/2014/main" id="{AEF926AE-A47D-5728-5AC1-53C5528B4EE2}"/>
                  </a:ext>
                </a:extLst>
              </p:cNvPr>
              <p:cNvSpPr/>
              <p:nvPr/>
            </p:nvSpPr>
            <p:spPr>
              <a:xfrm>
                <a:off x="9573056" y="5172846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8" y="4955"/>
                      <a:pt x="6593" y="4148"/>
                      <a:pt x="6593" y="3306"/>
                    </a:cubicBezTo>
                    <a:cubicBezTo>
                      <a:pt x="6593" y="2465"/>
                      <a:pt x="6258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4" y="1658"/>
                      <a:pt x="249" y="2465"/>
                      <a:pt x="249" y="3306"/>
                    </a:cubicBezTo>
                    <a:cubicBezTo>
                      <a:pt x="249" y="4148"/>
                      <a:pt x="584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53" name="Freeform: Shape 15952">
                <a:extLst>
                  <a:ext uri="{FF2B5EF4-FFF2-40B4-BE49-F238E27FC236}">
                    <a16:creationId xmlns:a16="http://schemas.microsoft.com/office/drawing/2014/main" id="{79DDBB39-09F0-5461-2733-95D47B2F57EE}"/>
                  </a:ext>
                </a:extLst>
              </p:cNvPr>
              <p:cNvSpPr/>
              <p:nvPr/>
            </p:nvSpPr>
            <p:spPr>
              <a:xfrm>
                <a:off x="9574722" y="5172779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50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8" y="4955"/>
                      <a:pt x="6593" y="4148"/>
                      <a:pt x="6593" y="3306"/>
                    </a:cubicBezTo>
                    <a:cubicBezTo>
                      <a:pt x="6593" y="2465"/>
                      <a:pt x="6258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54" name="Freeform: Shape 15953">
                <a:extLst>
                  <a:ext uri="{FF2B5EF4-FFF2-40B4-BE49-F238E27FC236}">
                    <a16:creationId xmlns:a16="http://schemas.microsoft.com/office/drawing/2014/main" id="{D3DC9A4E-9354-8AE3-A9A1-3AD2BA3109FE}"/>
                  </a:ext>
                </a:extLst>
              </p:cNvPr>
              <p:cNvSpPr/>
              <p:nvPr/>
            </p:nvSpPr>
            <p:spPr>
              <a:xfrm>
                <a:off x="9576305" y="5172808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55" name="Freeform: Shape 15954">
                <a:extLst>
                  <a:ext uri="{FF2B5EF4-FFF2-40B4-BE49-F238E27FC236}">
                    <a16:creationId xmlns:a16="http://schemas.microsoft.com/office/drawing/2014/main" id="{940CF077-99E3-4B80-C2A9-1C756B1179CE}"/>
                  </a:ext>
                </a:extLst>
              </p:cNvPr>
              <p:cNvSpPr/>
              <p:nvPr/>
            </p:nvSpPr>
            <p:spPr>
              <a:xfrm>
                <a:off x="9578026" y="5172732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56" name="Freeform: Shape 15955">
                <a:extLst>
                  <a:ext uri="{FF2B5EF4-FFF2-40B4-BE49-F238E27FC236}">
                    <a16:creationId xmlns:a16="http://schemas.microsoft.com/office/drawing/2014/main" id="{F0A031DA-954C-8647-F003-876FBD72D15B}"/>
                  </a:ext>
                </a:extLst>
              </p:cNvPr>
              <p:cNvSpPr/>
              <p:nvPr/>
            </p:nvSpPr>
            <p:spPr>
              <a:xfrm>
                <a:off x="9579753" y="5172672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3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3" y="133"/>
                      <a:pt x="3421" y="133"/>
                    </a:cubicBezTo>
                    <a:cubicBezTo>
                      <a:pt x="2580" y="133"/>
                      <a:pt x="1774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4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57" name="Freeform: Shape 15956">
                <a:extLst>
                  <a:ext uri="{FF2B5EF4-FFF2-40B4-BE49-F238E27FC236}">
                    <a16:creationId xmlns:a16="http://schemas.microsoft.com/office/drawing/2014/main" id="{0F6C133D-2D64-3443-7C90-F8651373F9EF}"/>
                  </a:ext>
                </a:extLst>
              </p:cNvPr>
              <p:cNvSpPr/>
              <p:nvPr/>
            </p:nvSpPr>
            <p:spPr>
              <a:xfrm>
                <a:off x="9581756" y="5172389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58" name="Freeform: Shape 15957">
                <a:extLst>
                  <a:ext uri="{FF2B5EF4-FFF2-40B4-BE49-F238E27FC236}">
                    <a16:creationId xmlns:a16="http://schemas.microsoft.com/office/drawing/2014/main" id="{925228DD-D667-A4D6-DB8A-B35C60E1289A}"/>
                  </a:ext>
                </a:extLst>
              </p:cNvPr>
              <p:cNvSpPr/>
              <p:nvPr/>
            </p:nvSpPr>
            <p:spPr>
              <a:xfrm>
                <a:off x="9583541" y="5172325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59" name="Freeform: Shape 15958">
                <a:extLst>
                  <a:ext uri="{FF2B5EF4-FFF2-40B4-BE49-F238E27FC236}">
                    <a16:creationId xmlns:a16="http://schemas.microsoft.com/office/drawing/2014/main" id="{642E21E4-98E2-A9CB-450A-63D9BF68E2DA}"/>
                  </a:ext>
                </a:extLst>
              </p:cNvPr>
              <p:cNvSpPr/>
              <p:nvPr/>
            </p:nvSpPr>
            <p:spPr>
              <a:xfrm>
                <a:off x="9585423" y="5172199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3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5" y="1658"/>
                      <a:pt x="250" y="2465"/>
                      <a:pt x="250" y="3306"/>
                    </a:cubicBezTo>
                    <a:cubicBezTo>
                      <a:pt x="250" y="4148"/>
                      <a:pt x="585" y="4955"/>
                      <a:pt x="1179" y="5550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60" name="Freeform: Shape 15959">
                <a:extLst>
                  <a:ext uri="{FF2B5EF4-FFF2-40B4-BE49-F238E27FC236}">
                    <a16:creationId xmlns:a16="http://schemas.microsoft.com/office/drawing/2014/main" id="{B54AD71B-01D1-935D-D2B1-BB11889BA340}"/>
                  </a:ext>
                </a:extLst>
              </p:cNvPr>
              <p:cNvSpPr/>
              <p:nvPr/>
            </p:nvSpPr>
            <p:spPr>
              <a:xfrm>
                <a:off x="9587312" y="5172092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1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50"/>
                    </a:cubicBezTo>
                    <a:cubicBezTo>
                      <a:pt x="6259" y="4955"/>
                      <a:pt x="6594" y="4147"/>
                      <a:pt x="6594" y="3306"/>
                    </a:cubicBezTo>
                    <a:cubicBezTo>
                      <a:pt x="6594" y="2465"/>
                      <a:pt x="6259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5"/>
                      <a:pt x="1179" y="5550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61" name="Freeform: Shape 15960">
                <a:extLst>
                  <a:ext uri="{FF2B5EF4-FFF2-40B4-BE49-F238E27FC236}">
                    <a16:creationId xmlns:a16="http://schemas.microsoft.com/office/drawing/2014/main" id="{6E2D086B-BD3F-2B72-5733-664C5611B2F9}"/>
                  </a:ext>
                </a:extLst>
              </p:cNvPr>
              <p:cNvSpPr/>
              <p:nvPr/>
            </p:nvSpPr>
            <p:spPr>
              <a:xfrm>
                <a:off x="9589023" y="5172158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50"/>
                    </a:cubicBezTo>
                    <a:cubicBezTo>
                      <a:pt x="6260" y="4955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5"/>
                      <a:pt x="1180" y="5550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62" name="Freeform: Shape 15961">
                <a:extLst>
                  <a:ext uri="{FF2B5EF4-FFF2-40B4-BE49-F238E27FC236}">
                    <a16:creationId xmlns:a16="http://schemas.microsoft.com/office/drawing/2014/main" id="{472EAB10-A136-43A3-1100-528112DED0B7}"/>
                  </a:ext>
                </a:extLst>
              </p:cNvPr>
              <p:cNvSpPr/>
              <p:nvPr/>
            </p:nvSpPr>
            <p:spPr>
              <a:xfrm>
                <a:off x="9590785" y="5172203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63" name="Freeform: Shape 15962">
                <a:extLst>
                  <a:ext uri="{FF2B5EF4-FFF2-40B4-BE49-F238E27FC236}">
                    <a16:creationId xmlns:a16="http://schemas.microsoft.com/office/drawing/2014/main" id="{6358F90E-3B0F-0365-2F87-B6545EE98040}"/>
                  </a:ext>
                </a:extLst>
              </p:cNvPr>
              <p:cNvSpPr/>
              <p:nvPr/>
            </p:nvSpPr>
            <p:spPr>
              <a:xfrm>
                <a:off x="9592505" y="5172302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4" y="6479"/>
                      <a:pt x="5070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4" y="133"/>
                      <a:pt x="3422" y="133"/>
                    </a:cubicBezTo>
                    <a:cubicBezTo>
                      <a:pt x="2581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5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64" name="Freeform: Shape 15963">
                <a:extLst>
                  <a:ext uri="{FF2B5EF4-FFF2-40B4-BE49-F238E27FC236}">
                    <a16:creationId xmlns:a16="http://schemas.microsoft.com/office/drawing/2014/main" id="{B870F796-FFA2-7764-B7F1-B5ED14EB4A47}"/>
                  </a:ext>
                </a:extLst>
              </p:cNvPr>
              <p:cNvSpPr/>
              <p:nvPr/>
            </p:nvSpPr>
            <p:spPr>
              <a:xfrm>
                <a:off x="9594230" y="517241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65" name="Freeform: Shape 15964">
                <a:extLst>
                  <a:ext uri="{FF2B5EF4-FFF2-40B4-BE49-F238E27FC236}">
                    <a16:creationId xmlns:a16="http://schemas.microsoft.com/office/drawing/2014/main" id="{DFD2250F-AF98-0337-64A5-BF7D78E8D4A5}"/>
                  </a:ext>
                </a:extLst>
              </p:cNvPr>
              <p:cNvSpPr/>
              <p:nvPr/>
            </p:nvSpPr>
            <p:spPr>
              <a:xfrm>
                <a:off x="9596147" y="5172401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66" name="Freeform: Shape 15965">
                <a:extLst>
                  <a:ext uri="{FF2B5EF4-FFF2-40B4-BE49-F238E27FC236}">
                    <a16:creationId xmlns:a16="http://schemas.microsoft.com/office/drawing/2014/main" id="{1C735A32-775F-7C70-F4C2-385BC95EFD42}"/>
                  </a:ext>
                </a:extLst>
              </p:cNvPr>
              <p:cNvSpPr/>
              <p:nvPr/>
            </p:nvSpPr>
            <p:spPr>
              <a:xfrm>
                <a:off x="9598022" y="517243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4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6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1" y="2465"/>
                      <a:pt x="251" y="3306"/>
                    </a:cubicBezTo>
                    <a:cubicBezTo>
                      <a:pt x="251" y="4148"/>
                      <a:pt x="586" y="4955"/>
                      <a:pt x="1180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67" name="Freeform: Shape 15966">
                <a:extLst>
                  <a:ext uri="{FF2B5EF4-FFF2-40B4-BE49-F238E27FC236}">
                    <a16:creationId xmlns:a16="http://schemas.microsoft.com/office/drawing/2014/main" id="{D90C49BF-727E-8297-FFB2-9CD50F5DACA2}"/>
                  </a:ext>
                </a:extLst>
              </p:cNvPr>
              <p:cNvSpPr/>
              <p:nvPr/>
            </p:nvSpPr>
            <p:spPr>
              <a:xfrm>
                <a:off x="9599808" y="5172571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2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6" y="5550"/>
                    </a:cubicBezTo>
                    <a:cubicBezTo>
                      <a:pt x="6260" y="4955"/>
                      <a:pt x="6595" y="4148"/>
                      <a:pt x="6595" y="3306"/>
                    </a:cubicBezTo>
                    <a:cubicBezTo>
                      <a:pt x="6595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0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68" name="Freeform: Shape 15967">
                <a:extLst>
                  <a:ext uri="{FF2B5EF4-FFF2-40B4-BE49-F238E27FC236}">
                    <a16:creationId xmlns:a16="http://schemas.microsoft.com/office/drawing/2014/main" id="{DAB7C5B7-DA7C-D889-BA05-62FEE59D1634}"/>
                  </a:ext>
                </a:extLst>
              </p:cNvPr>
              <p:cNvSpPr/>
              <p:nvPr/>
            </p:nvSpPr>
            <p:spPr>
              <a:xfrm>
                <a:off x="9601788" y="5172572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69" name="Freeform: Shape 15968">
                <a:extLst>
                  <a:ext uri="{FF2B5EF4-FFF2-40B4-BE49-F238E27FC236}">
                    <a16:creationId xmlns:a16="http://schemas.microsoft.com/office/drawing/2014/main" id="{CDEE716C-58FD-0DB3-72CC-1843CDCD1D48}"/>
                  </a:ext>
                </a:extLst>
              </p:cNvPr>
              <p:cNvSpPr/>
              <p:nvPr/>
            </p:nvSpPr>
            <p:spPr>
              <a:xfrm>
                <a:off x="9603965" y="517244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3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70" name="Freeform: Shape 15969">
                <a:extLst>
                  <a:ext uri="{FF2B5EF4-FFF2-40B4-BE49-F238E27FC236}">
                    <a16:creationId xmlns:a16="http://schemas.microsoft.com/office/drawing/2014/main" id="{086F157E-BA5A-1574-5031-C70B381B018C}"/>
                  </a:ext>
                </a:extLst>
              </p:cNvPr>
              <p:cNvSpPr/>
              <p:nvPr/>
            </p:nvSpPr>
            <p:spPr>
              <a:xfrm>
                <a:off x="9606006" y="5172455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4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71" name="Freeform: Shape 15970">
                <a:extLst>
                  <a:ext uri="{FF2B5EF4-FFF2-40B4-BE49-F238E27FC236}">
                    <a16:creationId xmlns:a16="http://schemas.microsoft.com/office/drawing/2014/main" id="{2735201B-21DE-2BFB-4ED5-9FE4047DCD84}"/>
                  </a:ext>
                </a:extLst>
              </p:cNvPr>
              <p:cNvSpPr/>
              <p:nvPr/>
            </p:nvSpPr>
            <p:spPr>
              <a:xfrm>
                <a:off x="9608149" y="5172410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72" name="Freeform: Shape 15971">
                <a:extLst>
                  <a:ext uri="{FF2B5EF4-FFF2-40B4-BE49-F238E27FC236}">
                    <a16:creationId xmlns:a16="http://schemas.microsoft.com/office/drawing/2014/main" id="{C8843AD5-28EC-75E0-94EE-8FBFEF9232A4}"/>
                  </a:ext>
                </a:extLst>
              </p:cNvPr>
              <p:cNvSpPr/>
              <p:nvPr/>
            </p:nvSpPr>
            <p:spPr>
              <a:xfrm>
                <a:off x="9609959" y="517263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5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73" name="Freeform: Shape 15972">
                <a:extLst>
                  <a:ext uri="{FF2B5EF4-FFF2-40B4-BE49-F238E27FC236}">
                    <a16:creationId xmlns:a16="http://schemas.microsoft.com/office/drawing/2014/main" id="{7AE85D5F-5ABE-66F1-D2AC-8537A06ED189}"/>
                  </a:ext>
                </a:extLst>
              </p:cNvPr>
              <p:cNvSpPr/>
              <p:nvPr/>
            </p:nvSpPr>
            <p:spPr>
              <a:xfrm>
                <a:off x="9611821" y="5172844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1" y="4955"/>
                      <a:pt x="6596" y="4148"/>
                      <a:pt x="6596" y="3306"/>
                    </a:cubicBezTo>
                    <a:cubicBezTo>
                      <a:pt x="6596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8"/>
                      <a:pt x="587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74" name="Freeform: Shape 15973">
                <a:extLst>
                  <a:ext uri="{FF2B5EF4-FFF2-40B4-BE49-F238E27FC236}">
                    <a16:creationId xmlns:a16="http://schemas.microsoft.com/office/drawing/2014/main" id="{C054BC28-CD76-06C4-717D-DF8F4E9CAFCE}"/>
                  </a:ext>
                </a:extLst>
              </p:cNvPr>
              <p:cNvSpPr/>
              <p:nvPr/>
            </p:nvSpPr>
            <p:spPr>
              <a:xfrm>
                <a:off x="9614079" y="5172791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75" name="Freeform: Shape 15974">
                <a:extLst>
                  <a:ext uri="{FF2B5EF4-FFF2-40B4-BE49-F238E27FC236}">
                    <a16:creationId xmlns:a16="http://schemas.microsoft.com/office/drawing/2014/main" id="{FDDE2FB0-5426-4CB2-C61F-80D5B164676A}"/>
                  </a:ext>
                </a:extLst>
              </p:cNvPr>
              <p:cNvSpPr/>
              <p:nvPr/>
            </p:nvSpPr>
            <p:spPr>
              <a:xfrm>
                <a:off x="9616392" y="517272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7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76" name="Freeform: Shape 15975">
                <a:extLst>
                  <a:ext uri="{FF2B5EF4-FFF2-40B4-BE49-F238E27FC236}">
                    <a16:creationId xmlns:a16="http://schemas.microsoft.com/office/drawing/2014/main" id="{43FD417E-BE79-AA7E-B064-3F0ABAEBAB10}"/>
                  </a:ext>
                </a:extLst>
              </p:cNvPr>
              <p:cNvSpPr/>
              <p:nvPr/>
            </p:nvSpPr>
            <p:spPr>
              <a:xfrm>
                <a:off x="9618812" y="5172617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2" y="6145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6" y="133"/>
                      <a:pt x="3425" y="133"/>
                    </a:cubicBezTo>
                    <a:cubicBezTo>
                      <a:pt x="2583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7" y="6145"/>
                      <a:pt x="2583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77" name="Freeform: Shape 15976">
                <a:extLst>
                  <a:ext uri="{FF2B5EF4-FFF2-40B4-BE49-F238E27FC236}">
                    <a16:creationId xmlns:a16="http://schemas.microsoft.com/office/drawing/2014/main" id="{A85CB8BF-BEDF-194F-8A8D-B1C5B04D391B}"/>
                  </a:ext>
                </a:extLst>
              </p:cNvPr>
              <p:cNvSpPr/>
              <p:nvPr/>
            </p:nvSpPr>
            <p:spPr>
              <a:xfrm>
                <a:off x="9621735" y="5172193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4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7" y="6144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78" name="Freeform: Shape 15977">
                <a:extLst>
                  <a:ext uri="{FF2B5EF4-FFF2-40B4-BE49-F238E27FC236}">
                    <a16:creationId xmlns:a16="http://schemas.microsoft.com/office/drawing/2014/main" id="{18582949-2C22-B791-9765-3E5EF1B30AC7}"/>
                  </a:ext>
                </a:extLst>
              </p:cNvPr>
              <p:cNvSpPr/>
              <p:nvPr/>
            </p:nvSpPr>
            <p:spPr>
              <a:xfrm>
                <a:off x="9623773" y="5172407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5"/>
                      <a:pt x="5668" y="5550"/>
                    </a:cubicBezTo>
                    <a:cubicBezTo>
                      <a:pt x="6262" y="4955"/>
                      <a:pt x="6597" y="4148"/>
                      <a:pt x="6597" y="3306"/>
                    </a:cubicBezTo>
                    <a:cubicBezTo>
                      <a:pt x="6597" y="2465"/>
                      <a:pt x="6262" y="1658"/>
                      <a:pt x="5668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2" y="1063"/>
                    </a:cubicBezTo>
                    <a:cubicBezTo>
                      <a:pt x="588" y="1658"/>
                      <a:pt x="253" y="2465"/>
                      <a:pt x="253" y="3306"/>
                    </a:cubicBezTo>
                    <a:cubicBezTo>
                      <a:pt x="253" y="4148"/>
                      <a:pt x="588" y="4955"/>
                      <a:pt x="1182" y="5550"/>
                    </a:cubicBezTo>
                    <a:cubicBezTo>
                      <a:pt x="1777" y="6145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79" name="Freeform: Shape 15978">
                <a:extLst>
                  <a:ext uri="{FF2B5EF4-FFF2-40B4-BE49-F238E27FC236}">
                    <a16:creationId xmlns:a16="http://schemas.microsoft.com/office/drawing/2014/main" id="{DE60C620-2F22-A0E0-BB5B-468BDB1BA75B}"/>
                  </a:ext>
                </a:extLst>
              </p:cNvPr>
              <p:cNvSpPr/>
              <p:nvPr/>
            </p:nvSpPr>
            <p:spPr>
              <a:xfrm>
                <a:off x="9626066" y="5172474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5"/>
                      <a:pt x="5668" y="5550"/>
                    </a:cubicBezTo>
                    <a:cubicBezTo>
                      <a:pt x="6263" y="4955"/>
                      <a:pt x="6597" y="4148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8"/>
                      <a:pt x="588" y="4955"/>
                      <a:pt x="1183" y="5550"/>
                    </a:cubicBezTo>
                    <a:cubicBezTo>
                      <a:pt x="1777" y="6145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80" name="Freeform: Shape 15979">
                <a:extLst>
                  <a:ext uri="{FF2B5EF4-FFF2-40B4-BE49-F238E27FC236}">
                    <a16:creationId xmlns:a16="http://schemas.microsoft.com/office/drawing/2014/main" id="{31702FBB-5892-E9A5-4A99-A2EF5CA043DD}"/>
                  </a:ext>
                </a:extLst>
              </p:cNvPr>
              <p:cNvSpPr/>
              <p:nvPr/>
            </p:nvSpPr>
            <p:spPr>
              <a:xfrm>
                <a:off x="9628715" y="5172334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5"/>
                      <a:pt x="5668" y="5550"/>
                    </a:cubicBezTo>
                    <a:cubicBezTo>
                      <a:pt x="6263" y="4955"/>
                      <a:pt x="6597" y="4148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8"/>
                      <a:pt x="588" y="4955"/>
                      <a:pt x="1183" y="5550"/>
                    </a:cubicBezTo>
                    <a:cubicBezTo>
                      <a:pt x="1777" y="6145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81" name="Freeform: Shape 15980">
                <a:extLst>
                  <a:ext uri="{FF2B5EF4-FFF2-40B4-BE49-F238E27FC236}">
                    <a16:creationId xmlns:a16="http://schemas.microsoft.com/office/drawing/2014/main" id="{1CC73889-B753-2374-D334-9217E4CF9F64}"/>
                  </a:ext>
                </a:extLst>
              </p:cNvPr>
              <p:cNvSpPr/>
              <p:nvPr/>
            </p:nvSpPr>
            <p:spPr>
              <a:xfrm>
                <a:off x="9631625" y="5172057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3" y="6144"/>
                      <a:pt x="5668" y="5550"/>
                    </a:cubicBezTo>
                    <a:cubicBezTo>
                      <a:pt x="6263" y="4955"/>
                      <a:pt x="6597" y="4147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3" y="468"/>
                      <a:pt x="4267" y="133"/>
                      <a:pt x="3426" y="133"/>
                    </a:cubicBezTo>
                    <a:cubicBezTo>
                      <a:pt x="2584" y="133"/>
                      <a:pt x="1778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7"/>
                      <a:pt x="588" y="4955"/>
                      <a:pt x="1183" y="5550"/>
                    </a:cubicBezTo>
                    <a:cubicBezTo>
                      <a:pt x="1778" y="6144"/>
                      <a:pt x="2584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82" name="Freeform: Shape 15981">
                <a:extLst>
                  <a:ext uri="{FF2B5EF4-FFF2-40B4-BE49-F238E27FC236}">
                    <a16:creationId xmlns:a16="http://schemas.microsoft.com/office/drawing/2014/main" id="{0AD9C98C-F818-7D28-8366-C84F56E66D89}"/>
                  </a:ext>
                </a:extLst>
              </p:cNvPr>
              <p:cNvSpPr/>
              <p:nvPr/>
            </p:nvSpPr>
            <p:spPr>
              <a:xfrm>
                <a:off x="9634293" y="5171974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8" y="5550"/>
                    </a:cubicBezTo>
                    <a:cubicBezTo>
                      <a:pt x="6263" y="4955"/>
                      <a:pt x="6597" y="4147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7"/>
                      <a:pt x="588" y="4955"/>
                      <a:pt x="1183" y="5550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83" name="Freeform: Shape 15982">
                <a:extLst>
                  <a:ext uri="{FF2B5EF4-FFF2-40B4-BE49-F238E27FC236}">
                    <a16:creationId xmlns:a16="http://schemas.microsoft.com/office/drawing/2014/main" id="{0610740B-85BE-4DB1-AB51-B3C23DBBF505}"/>
                  </a:ext>
                </a:extLst>
              </p:cNvPr>
              <p:cNvSpPr/>
              <p:nvPr/>
            </p:nvSpPr>
            <p:spPr>
              <a:xfrm>
                <a:off x="9637019" y="5171887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9 w 6343"/>
                  <a:gd name="connsiteY1" fmla="*/ 5550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9" y="5550"/>
                    </a:cubicBezTo>
                    <a:cubicBezTo>
                      <a:pt x="6263" y="4955"/>
                      <a:pt x="6598" y="4147"/>
                      <a:pt x="6598" y="3306"/>
                    </a:cubicBezTo>
                    <a:cubicBezTo>
                      <a:pt x="6598" y="2465"/>
                      <a:pt x="6263" y="1658"/>
                      <a:pt x="5669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3" y="1063"/>
                    </a:cubicBezTo>
                    <a:cubicBezTo>
                      <a:pt x="589" y="1658"/>
                      <a:pt x="254" y="2465"/>
                      <a:pt x="254" y="3306"/>
                    </a:cubicBezTo>
                    <a:cubicBezTo>
                      <a:pt x="254" y="4147"/>
                      <a:pt x="589" y="4955"/>
                      <a:pt x="1183" y="5550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84" name="Freeform: Shape 15983">
                <a:extLst>
                  <a:ext uri="{FF2B5EF4-FFF2-40B4-BE49-F238E27FC236}">
                    <a16:creationId xmlns:a16="http://schemas.microsoft.com/office/drawing/2014/main" id="{109940E6-8C94-3E0E-393B-1467FEDC566E}"/>
                  </a:ext>
                </a:extLst>
              </p:cNvPr>
              <p:cNvSpPr/>
              <p:nvPr/>
            </p:nvSpPr>
            <p:spPr>
              <a:xfrm>
                <a:off x="9639753" y="5171829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9 w 6343"/>
                  <a:gd name="connsiteY1" fmla="*/ 5550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6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50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9" y="5550"/>
                    </a:cubicBezTo>
                    <a:cubicBezTo>
                      <a:pt x="6264" y="4955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5"/>
                      <a:pt x="1184" y="5550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85" name="Freeform: Shape 15984">
                <a:extLst>
                  <a:ext uri="{FF2B5EF4-FFF2-40B4-BE49-F238E27FC236}">
                    <a16:creationId xmlns:a16="http://schemas.microsoft.com/office/drawing/2014/main" id="{320B12AE-D9E5-7EDF-955A-D9E11B66B0BF}"/>
                  </a:ext>
                </a:extLst>
              </p:cNvPr>
              <p:cNvSpPr/>
              <p:nvPr/>
            </p:nvSpPr>
            <p:spPr>
              <a:xfrm>
                <a:off x="9642598" y="5171736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6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8" y="6479"/>
                      <a:pt x="5074" y="6144"/>
                      <a:pt x="5669" y="5549"/>
                    </a:cubicBezTo>
                    <a:cubicBezTo>
                      <a:pt x="6264" y="4955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4" y="468"/>
                      <a:pt x="4268" y="133"/>
                      <a:pt x="3426" y="133"/>
                    </a:cubicBezTo>
                    <a:cubicBezTo>
                      <a:pt x="2585" y="133"/>
                      <a:pt x="1779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5"/>
                      <a:pt x="1184" y="5549"/>
                    </a:cubicBezTo>
                    <a:cubicBezTo>
                      <a:pt x="1779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86" name="Freeform: Shape 15985">
                <a:extLst>
                  <a:ext uri="{FF2B5EF4-FFF2-40B4-BE49-F238E27FC236}">
                    <a16:creationId xmlns:a16="http://schemas.microsoft.com/office/drawing/2014/main" id="{399430BC-885E-8EEA-A08D-0D8CC1FC8B6A}"/>
                  </a:ext>
                </a:extLst>
              </p:cNvPr>
              <p:cNvSpPr/>
              <p:nvPr/>
            </p:nvSpPr>
            <p:spPr>
              <a:xfrm>
                <a:off x="9645965" y="5171362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7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87" name="Freeform: Shape 15986">
                <a:extLst>
                  <a:ext uri="{FF2B5EF4-FFF2-40B4-BE49-F238E27FC236}">
                    <a16:creationId xmlns:a16="http://schemas.microsoft.com/office/drawing/2014/main" id="{8EC2C019-24BE-8347-2F3B-4E09A7F07DFD}"/>
                  </a:ext>
                </a:extLst>
              </p:cNvPr>
              <p:cNvSpPr/>
              <p:nvPr/>
            </p:nvSpPr>
            <p:spPr>
              <a:xfrm>
                <a:off x="9649498" y="5170932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3 h 6345"/>
                  <a:gd name="connsiteX4" fmla="*/ 3427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70" y="5549"/>
                    </a:cubicBezTo>
                    <a:cubicBezTo>
                      <a:pt x="6264" y="4954"/>
                      <a:pt x="6599" y="4147"/>
                      <a:pt x="6599" y="3306"/>
                    </a:cubicBezTo>
                    <a:cubicBezTo>
                      <a:pt x="6599" y="2465"/>
                      <a:pt x="6264" y="1658"/>
                      <a:pt x="5670" y="1063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4" y="1063"/>
                    </a:cubicBezTo>
                    <a:cubicBezTo>
                      <a:pt x="590" y="1658"/>
                      <a:pt x="255" y="2465"/>
                      <a:pt x="255" y="3306"/>
                    </a:cubicBezTo>
                    <a:cubicBezTo>
                      <a:pt x="255" y="4147"/>
                      <a:pt x="590" y="4954"/>
                      <a:pt x="1184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88" name="Freeform: Shape 15987">
                <a:extLst>
                  <a:ext uri="{FF2B5EF4-FFF2-40B4-BE49-F238E27FC236}">
                    <a16:creationId xmlns:a16="http://schemas.microsoft.com/office/drawing/2014/main" id="{B66C77E7-AAA7-1A8C-3210-B5D1F703A3AC}"/>
                  </a:ext>
                </a:extLst>
              </p:cNvPr>
              <p:cNvSpPr/>
              <p:nvPr/>
            </p:nvSpPr>
            <p:spPr>
              <a:xfrm>
                <a:off x="9654443" y="5169714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2 h 6345"/>
                  <a:gd name="connsiteX4" fmla="*/ 3427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5" y="467"/>
                      <a:pt x="4268" y="133"/>
                      <a:pt x="3427" y="133"/>
                    </a:cubicBezTo>
                    <a:cubicBezTo>
                      <a:pt x="2586" y="133"/>
                      <a:pt x="1780" y="467"/>
                      <a:pt x="1185" y="1062"/>
                    </a:cubicBezTo>
                    <a:cubicBezTo>
                      <a:pt x="590" y="1657"/>
                      <a:pt x="256" y="2464"/>
                      <a:pt x="256" y="3306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89" name="Freeform: Shape 15988">
                <a:extLst>
                  <a:ext uri="{FF2B5EF4-FFF2-40B4-BE49-F238E27FC236}">
                    <a16:creationId xmlns:a16="http://schemas.microsoft.com/office/drawing/2014/main" id="{E7865733-B3B4-C67B-DFCD-74E73F8E38AC}"/>
                  </a:ext>
                </a:extLst>
              </p:cNvPr>
              <p:cNvSpPr/>
              <p:nvPr/>
            </p:nvSpPr>
            <p:spPr>
              <a:xfrm>
                <a:off x="9658734" y="5168946"/>
                <a:ext cx="6343" cy="6345"/>
              </a:xfrm>
              <a:custGeom>
                <a:avLst/>
                <a:gdLst>
                  <a:gd name="connsiteX0" fmla="*/ 3428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9"/>
                    </a:moveTo>
                    <a:cubicBezTo>
                      <a:pt x="4269" y="6479"/>
                      <a:pt x="5076" y="6144"/>
                      <a:pt x="5670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4"/>
                      <a:pt x="6265" y="1657"/>
                      <a:pt x="5670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5" y="1062"/>
                    </a:cubicBezTo>
                    <a:cubicBezTo>
                      <a:pt x="590" y="1657"/>
                      <a:pt x="256" y="2464"/>
                      <a:pt x="256" y="3306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7" y="6479"/>
                      <a:pt x="342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90" name="Freeform: Shape 15989">
                <a:extLst>
                  <a:ext uri="{FF2B5EF4-FFF2-40B4-BE49-F238E27FC236}">
                    <a16:creationId xmlns:a16="http://schemas.microsoft.com/office/drawing/2014/main" id="{FA6DCF4C-0E39-9FCE-7422-1C8828FFFB5D}"/>
                  </a:ext>
                </a:extLst>
              </p:cNvPr>
              <p:cNvSpPr/>
              <p:nvPr/>
            </p:nvSpPr>
            <p:spPr>
              <a:xfrm>
                <a:off x="9661478" y="5169126"/>
                <a:ext cx="6343" cy="6345"/>
              </a:xfrm>
              <a:custGeom>
                <a:avLst/>
                <a:gdLst>
                  <a:gd name="connsiteX0" fmla="*/ 3428 w 6343"/>
                  <a:gd name="connsiteY0" fmla="*/ 6479 h 6345"/>
                  <a:gd name="connsiteX1" fmla="*/ 5671 w 6343"/>
                  <a:gd name="connsiteY1" fmla="*/ 5549 h 6345"/>
                  <a:gd name="connsiteX2" fmla="*/ 6599 w 6343"/>
                  <a:gd name="connsiteY2" fmla="*/ 3306 h 6345"/>
                  <a:gd name="connsiteX3" fmla="*/ 5671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9"/>
                    </a:moveTo>
                    <a:cubicBezTo>
                      <a:pt x="4269" y="6479"/>
                      <a:pt x="5076" y="6144"/>
                      <a:pt x="5671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4"/>
                      <a:pt x="6265" y="1657"/>
                      <a:pt x="5671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5" y="1062"/>
                    </a:cubicBezTo>
                    <a:cubicBezTo>
                      <a:pt x="591" y="1657"/>
                      <a:pt x="256" y="2464"/>
                      <a:pt x="256" y="3306"/>
                    </a:cubicBezTo>
                    <a:cubicBezTo>
                      <a:pt x="256" y="4147"/>
                      <a:pt x="591" y="4954"/>
                      <a:pt x="1185" y="5549"/>
                    </a:cubicBezTo>
                    <a:cubicBezTo>
                      <a:pt x="1780" y="6144"/>
                      <a:pt x="2587" y="6479"/>
                      <a:pt x="342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91" name="Freeform: Shape 15990">
                <a:extLst>
                  <a:ext uri="{FF2B5EF4-FFF2-40B4-BE49-F238E27FC236}">
                    <a16:creationId xmlns:a16="http://schemas.microsoft.com/office/drawing/2014/main" id="{62B9169C-3719-4AE5-8910-A873270B0BC1}"/>
                  </a:ext>
                </a:extLst>
              </p:cNvPr>
              <p:cNvSpPr/>
              <p:nvPr/>
            </p:nvSpPr>
            <p:spPr>
              <a:xfrm>
                <a:off x="9671239" y="5165361"/>
                <a:ext cx="6343" cy="6345"/>
              </a:xfrm>
              <a:custGeom>
                <a:avLst/>
                <a:gdLst>
                  <a:gd name="connsiteX0" fmla="*/ 3429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6 h 6345"/>
                  <a:gd name="connsiteX3" fmla="*/ 5671 w 6343"/>
                  <a:gd name="connsiteY3" fmla="*/ 1062 h 6345"/>
                  <a:gd name="connsiteX4" fmla="*/ 3429 w 6343"/>
                  <a:gd name="connsiteY4" fmla="*/ 133 h 6345"/>
                  <a:gd name="connsiteX5" fmla="*/ 1186 w 6343"/>
                  <a:gd name="connsiteY5" fmla="*/ 1062 h 6345"/>
                  <a:gd name="connsiteX6" fmla="*/ 257 w 6343"/>
                  <a:gd name="connsiteY6" fmla="*/ 3306 h 6345"/>
                  <a:gd name="connsiteX7" fmla="*/ 1186 w 6343"/>
                  <a:gd name="connsiteY7" fmla="*/ 5549 h 6345"/>
                  <a:gd name="connsiteX8" fmla="*/ 342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9" y="6478"/>
                    </a:moveTo>
                    <a:cubicBezTo>
                      <a:pt x="4270" y="6478"/>
                      <a:pt x="5077" y="6144"/>
                      <a:pt x="5671" y="5549"/>
                    </a:cubicBezTo>
                    <a:cubicBezTo>
                      <a:pt x="6266" y="4954"/>
                      <a:pt x="6600" y="4147"/>
                      <a:pt x="6600" y="3306"/>
                    </a:cubicBezTo>
                    <a:cubicBezTo>
                      <a:pt x="6600" y="2464"/>
                      <a:pt x="6266" y="1657"/>
                      <a:pt x="5671" y="1062"/>
                    </a:cubicBezTo>
                    <a:cubicBezTo>
                      <a:pt x="5077" y="467"/>
                      <a:pt x="4270" y="133"/>
                      <a:pt x="3429" y="133"/>
                    </a:cubicBezTo>
                    <a:cubicBezTo>
                      <a:pt x="2588" y="133"/>
                      <a:pt x="1781" y="467"/>
                      <a:pt x="1186" y="1062"/>
                    </a:cubicBezTo>
                    <a:cubicBezTo>
                      <a:pt x="591" y="1657"/>
                      <a:pt x="257" y="2464"/>
                      <a:pt x="257" y="3306"/>
                    </a:cubicBezTo>
                    <a:cubicBezTo>
                      <a:pt x="257" y="4147"/>
                      <a:pt x="591" y="4954"/>
                      <a:pt x="1186" y="5549"/>
                    </a:cubicBezTo>
                    <a:cubicBezTo>
                      <a:pt x="1781" y="6144"/>
                      <a:pt x="2588" y="6478"/>
                      <a:pt x="342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92" name="Freeform: Shape 15991">
                <a:extLst>
                  <a:ext uri="{FF2B5EF4-FFF2-40B4-BE49-F238E27FC236}">
                    <a16:creationId xmlns:a16="http://schemas.microsoft.com/office/drawing/2014/main" id="{713402AB-D63C-1B0F-C773-D7CB129AC550}"/>
                  </a:ext>
                </a:extLst>
              </p:cNvPr>
              <p:cNvSpPr/>
              <p:nvPr/>
            </p:nvSpPr>
            <p:spPr>
              <a:xfrm>
                <a:off x="9656946" y="5531430"/>
                <a:ext cx="6343" cy="6345"/>
              </a:xfrm>
              <a:custGeom>
                <a:avLst/>
                <a:gdLst>
                  <a:gd name="connsiteX0" fmla="*/ 3428 w 6343"/>
                  <a:gd name="connsiteY0" fmla="*/ 6507 h 6345"/>
                  <a:gd name="connsiteX1" fmla="*/ 5670 w 6343"/>
                  <a:gd name="connsiteY1" fmla="*/ 5578 h 6345"/>
                  <a:gd name="connsiteX2" fmla="*/ 6599 w 6343"/>
                  <a:gd name="connsiteY2" fmla="*/ 3334 h 6345"/>
                  <a:gd name="connsiteX3" fmla="*/ 5670 w 6343"/>
                  <a:gd name="connsiteY3" fmla="*/ 1091 h 6345"/>
                  <a:gd name="connsiteX4" fmla="*/ 3428 w 6343"/>
                  <a:gd name="connsiteY4" fmla="*/ 162 h 6345"/>
                  <a:gd name="connsiteX5" fmla="*/ 1185 w 6343"/>
                  <a:gd name="connsiteY5" fmla="*/ 1091 h 6345"/>
                  <a:gd name="connsiteX6" fmla="*/ 256 w 6343"/>
                  <a:gd name="connsiteY6" fmla="*/ 3334 h 6345"/>
                  <a:gd name="connsiteX7" fmla="*/ 1185 w 6343"/>
                  <a:gd name="connsiteY7" fmla="*/ 5578 h 6345"/>
                  <a:gd name="connsiteX8" fmla="*/ 342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507"/>
                    </a:moveTo>
                    <a:cubicBezTo>
                      <a:pt x="4269" y="6507"/>
                      <a:pt x="5075" y="6173"/>
                      <a:pt x="5670" y="5578"/>
                    </a:cubicBezTo>
                    <a:cubicBezTo>
                      <a:pt x="6265" y="4983"/>
                      <a:pt x="6599" y="4176"/>
                      <a:pt x="6599" y="3334"/>
                    </a:cubicBezTo>
                    <a:cubicBezTo>
                      <a:pt x="6599" y="2493"/>
                      <a:pt x="6265" y="1686"/>
                      <a:pt x="5670" y="1091"/>
                    </a:cubicBezTo>
                    <a:cubicBezTo>
                      <a:pt x="5075" y="496"/>
                      <a:pt x="4269" y="162"/>
                      <a:pt x="3428" y="162"/>
                    </a:cubicBezTo>
                    <a:cubicBezTo>
                      <a:pt x="2586" y="162"/>
                      <a:pt x="1780" y="496"/>
                      <a:pt x="1185" y="1091"/>
                    </a:cubicBezTo>
                    <a:cubicBezTo>
                      <a:pt x="590" y="1686"/>
                      <a:pt x="256" y="2493"/>
                      <a:pt x="256" y="3334"/>
                    </a:cubicBezTo>
                    <a:cubicBezTo>
                      <a:pt x="256" y="4176"/>
                      <a:pt x="590" y="4983"/>
                      <a:pt x="1185" y="5578"/>
                    </a:cubicBezTo>
                    <a:cubicBezTo>
                      <a:pt x="1780" y="6173"/>
                      <a:pt x="2586" y="6507"/>
                      <a:pt x="342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93" name="Freeform: Shape 15992">
                <a:extLst>
                  <a:ext uri="{FF2B5EF4-FFF2-40B4-BE49-F238E27FC236}">
                    <a16:creationId xmlns:a16="http://schemas.microsoft.com/office/drawing/2014/main" id="{C460E3A4-56E2-A184-1249-FEC806DE1A43}"/>
                  </a:ext>
                </a:extLst>
              </p:cNvPr>
              <p:cNvSpPr/>
              <p:nvPr/>
            </p:nvSpPr>
            <p:spPr>
              <a:xfrm>
                <a:off x="9652738" y="5535532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70 w 6343"/>
                  <a:gd name="connsiteY1" fmla="*/ 5578 h 6345"/>
                  <a:gd name="connsiteX2" fmla="*/ 6599 w 6343"/>
                  <a:gd name="connsiteY2" fmla="*/ 3335 h 6345"/>
                  <a:gd name="connsiteX3" fmla="*/ 5670 w 6343"/>
                  <a:gd name="connsiteY3" fmla="*/ 1091 h 6345"/>
                  <a:gd name="connsiteX4" fmla="*/ 3427 w 6343"/>
                  <a:gd name="connsiteY4" fmla="*/ 162 h 6345"/>
                  <a:gd name="connsiteX5" fmla="*/ 1185 w 6343"/>
                  <a:gd name="connsiteY5" fmla="*/ 1091 h 6345"/>
                  <a:gd name="connsiteX6" fmla="*/ 256 w 6343"/>
                  <a:gd name="connsiteY6" fmla="*/ 3335 h 6345"/>
                  <a:gd name="connsiteX7" fmla="*/ 1185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8" y="6507"/>
                      <a:pt x="5075" y="6173"/>
                      <a:pt x="5670" y="5578"/>
                    </a:cubicBezTo>
                    <a:cubicBezTo>
                      <a:pt x="6265" y="4983"/>
                      <a:pt x="6599" y="4176"/>
                      <a:pt x="6599" y="3335"/>
                    </a:cubicBezTo>
                    <a:cubicBezTo>
                      <a:pt x="6599" y="2493"/>
                      <a:pt x="6265" y="1686"/>
                      <a:pt x="5670" y="1091"/>
                    </a:cubicBezTo>
                    <a:cubicBezTo>
                      <a:pt x="5075" y="496"/>
                      <a:pt x="4268" y="162"/>
                      <a:pt x="3427" y="162"/>
                    </a:cubicBezTo>
                    <a:cubicBezTo>
                      <a:pt x="2586" y="162"/>
                      <a:pt x="1779" y="496"/>
                      <a:pt x="1185" y="1091"/>
                    </a:cubicBezTo>
                    <a:cubicBezTo>
                      <a:pt x="590" y="1686"/>
                      <a:pt x="256" y="2493"/>
                      <a:pt x="256" y="3335"/>
                    </a:cubicBezTo>
                    <a:cubicBezTo>
                      <a:pt x="256" y="4176"/>
                      <a:pt x="590" y="4983"/>
                      <a:pt x="1185" y="5578"/>
                    </a:cubicBezTo>
                    <a:cubicBezTo>
                      <a:pt x="1779" y="6173"/>
                      <a:pt x="2586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94" name="Freeform: Shape 15993">
                <a:extLst>
                  <a:ext uri="{FF2B5EF4-FFF2-40B4-BE49-F238E27FC236}">
                    <a16:creationId xmlns:a16="http://schemas.microsoft.com/office/drawing/2014/main" id="{2AF4148A-BB0E-FE98-30EC-A0F510B8EF1E}"/>
                  </a:ext>
                </a:extLst>
              </p:cNvPr>
              <p:cNvSpPr/>
              <p:nvPr/>
            </p:nvSpPr>
            <p:spPr>
              <a:xfrm>
                <a:off x="9645481" y="5530030"/>
                <a:ext cx="6343" cy="6345"/>
              </a:xfrm>
              <a:custGeom>
                <a:avLst/>
                <a:gdLst>
                  <a:gd name="connsiteX0" fmla="*/ 3427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4 h 6345"/>
                  <a:gd name="connsiteX3" fmla="*/ 5669 w 6343"/>
                  <a:gd name="connsiteY3" fmla="*/ 1091 h 6345"/>
                  <a:gd name="connsiteX4" fmla="*/ 3427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4 h 6345"/>
                  <a:gd name="connsiteX7" fmla="*/ 1184 w 6343"/>
                  <a:gd name="connsiteY7" fmla="*/ 5578 h 6345"/>
                  <a:gd name="connsiteX8" fmla="*/ 342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507"/>
                    </a:moveTo>
                    <a:cubicBezTo>
                      <a:pt x="4268" y="6507"/>
                      <a:pt x="5075" y="6173"/>
                      <a:pt x="5669" y="5578"/>
                    </a:cubicBezTo>
                    <a:cubicBezTo>
                      <a:pt x="6264" y="4983"/>
                      <a:pt x="6598" y="4176"/>
                      <a:pt x="6598" y="3334"/>
                    </a:cubicBezTo>
                    <a:cubicBezTo>
                      <a:pt x="6598" y="2493"/>
                      <a:pt x="6264" y="1686"/>
                      <a:pt x="5669" y="1091"/>
                    </a:cubicBezTo>
                    <a:cubicBezTo>
                      <a:pt x="5075" y="496"/>
                      <a:pt x="4268" y="162"/>
                      <a:pt x="3427" y="162"/>
                    </a:cubicBezTo>
                    <a:cubicBezTo>
                      <a:pt x="2586" y="162"/>
                      <a:pt x="1779" y="496"/>
                      <a:pt x="1184" y="1091"/>
                    </a:cubicBezTo>
                    <a:cubicBezTo>
                      <a:pt x="589" y="1686"/>
                      <a:pt x="255" y="2493"/>
                      <a:pt x="255" y="3334"/>
                    </a:cubicBezTo>
                    <a:cubicBezTo>
                      <a:pt x="255" y="4176"/>
                      <a:pt x="589" y="4983"/>
                      <a:pt x="1184" y="5578"/>
                    </a:cubicBezTo>
                    <a:cubicBezTo>
                      <a:pt x="1779" y="6173"/>
                      <a:pt x="2586" y="6507"/>
                      <a:pt x="342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95" name="Freeform: Shape 15994">
                <a:extLst>
                  <a:ext uri="{FF2B5EF4-FFF2-40B4-BE49-F238E27FC236}">
                    <a16:creationId xmlns:a16="http://schemas.microsoft.com/office/drawing/2014/main" id="{6F21AFE1-2E57-C6EB-75B1-43A90B1E6DB2}"/>
                  </a:ext>
                </a:extLst>
              </p:cNvPr>
              <p:cNvSpPr/>
              <p:nvPr/>
            </p:nvSpPr>
            <p:spPr>
              <a:xfrm>
                <a:off x="9643061" y="5530109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4 h 6345"/>
                  <a:gd name="connsiteX3" fmla="*/ 5669 w 6343"/>
                  <a:gd name="connsiteY3" fmla="*/ 1091 h 6345"/>
                  <a:gd name="connsiteX4" fmla="*/ 3426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4 h 6345"/>
                  <a:gd name="connsiteX7" fmla="*/ 1184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8" y="6507"/>
                      <a:pt x="5074" y="6173"/>
                      <a:pt x="5669" y="5578"/>
                    </a:cubicBezTo>
                    <a:cubicBezTo>
                      <a:pt x="6264" y="4983"/>
                      <a:pt x="6598" y="4176"/>
                      <a:pt x="6598" y="3334"/>
                    </a:cubicBezTo>
                    <a:cubicBezTo>
                      <a:pt x="6598" y="2493"/>
                      <a:pt x="6264" y="1686"/>
                      <a:pt x="5669" y="1091"/>
                    </a:cubicBezTo>
                    <a:cubicBezTo>
                      <a:pt x="5074" y="496"/>
                      <a:pt x="4268" y="162"/>
                      <a:pt x="3426" y="162"/>
                    </a:cubicBezTo>
                    <a:cubicBezTo>
                      <a:pt x="2585" y="162"/>
                      <a:pt x="1779" y="496"/>
                      <a:pt x="1184" y="1091"/>
                    </a:cubicBezTo>
                    <a:cubicBezTo>
                      <a:pt x="589" y="1686"/>
                      <a:pt x="255" y="2493"/>
                      <a:pt x="255" y="3334"/>
                    </a:cubicBezTo>
                    <a:cubicBezTo>
                      <a:pt x="255" y="4176"/>
                      <a:pt x="589" y="4983"/>
                      <a:pt x="1184" y="5578"/>
                    </a:cubicBezTo>
                    <a:cubicBezTo>
                      <a:pt x="1779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96" name="Freeform: Shape 15995">
                <a:extLst>
                  <a:ext uri="{FF2B5EF4-FFF2-40B4-BE49-F238E27FC236}">
                    <a16:creationId xmlns:a16="http://schemas.microsoft.com/office/drawing/2014/main" id="{2343A847-2769-6F5A-8488-8C7FA55A04D8}"/>
                  </a:ext>
                </a:extLst>
              </p:cNvPr>
              <p:cNvSpPr/>
              <p:nvPr/>
            </p:nvSpPr>
            <p:spPr>
              <a:xfrm>
                <a:off x="9640956" y="5530537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4 h 6345"/>
                  <a:gd name="connsiteX3" fmla="*/ 5669 w 6343"/>
                  <a:gd name="connsiteY3" fmla="*/ 1091 h 6345"/>
                  <a:gd name="connsiteX4" fmla="*/ 3426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4 h 6345"/>
                  <a:gd name="connsiteX7" fmla="*/ 1184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4" y="6173"/>
                      <a:pt x="5669" y="5578"/>
                    </a:cubicBezTo>
                    <a:cubicBezTo>
                      <a:pt x="6264" y="4983"/>
                      <a:pt x="6598" y="4176"/>
                      <a:pt x="6598" y="3334"/>
                    </a:cubicBezTo>
                    <a:cubicBezTo>
                      <a:pt x="6598" y="2493"/>
                      <a:pt x="6264" y="1686"/>
                      <a:pt x="5669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4" y="1091"/>
                    </a:cubicBezTo>
                    <a:cubicBezTo>
                      <a:pt x="589" y="1686"/>
                      <a:pt x="255" y="2493"/>
                      <a:pt x="255" y="3334"/>
                    </a:cubicBezTo>
                    <a:cubicBezTo>
                      <a:pt x="255" y="4176"/>
                      <a:pt x="589" y="4983"/>
                      <a:pt x="1184" y="5578"/>
                    </a:cubicBezTo>
                    <a:cubicBezTo>
                      <a:pt x="1778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97" name="Freeform: Shape 15996">
                <a:extLst>
                  <a:ext uri="{FF2B5EF4-FFF2-40B4-BE49-F238E27FC236}">
                    <a16:creationId xmlns:a16="http://schemas.microsoft.com/office/drawing/2014/main" id="{059863E3-16E9-EB37-69AD-0BC6CC1E7495}"/>
                  </a:ext>
                </a:extLst>
              </p:cNvPr>
              <p:cNvSpPr/>
              <p:nvPr/>
            </p:nvSpPr>
            <p:spPr>
              <a:xfrm>
                <a:off x="9639578" y="5531833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9 w 6343"/>
                  <a:gd name="connsiteY1" fmla="*/ 5578 h 6345"/>
                  <a:gd name="connsiteX2" fmla="*/ 6598 w 6343"/>
                  <a:gd name="connsiteY2" fmla="*/ 3334 h 6345"/>
                  <a:gd name="connsiteX3" fmla="*/ 5669 w 6343"/>
                  <a:gd name="connsiteY3" fmla="*/ 1091 h 6345"/>
                  <a:gd name="connsiteX4" fmla="*/ 3426 w 6343"/>
                  <a:gd name="connsiteY4" fmla="*/ 162 h 6345"/>
                  <a:gd name="connsiteX5" fmla="*/ 1184 w 6343"/>
                  <a:gd name="connsiteY5" fmla="*/ 1091 h 6345"/>
                  <a:gd name="connsiteX6" fmla="*/ 255 w 6343"/>
                  <a:gd name="connsiteY6" fmla="*/ 3334 h 6345"/>
                  <a:gd name="connsiteX7" fmla="*/ 1184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4" y="6173"/>
                      <a:pt x="5669" y="5578"/>
                    </a:cubicBezTo>
                    <a:cubicBezTo>
                      <a:pt x="6264" y="4983"/>
                      <a:pt x="6598" y="4176"/>
                      <a:pt x="6598" y="3334"/>
                    </a:cubicBezTo>
                    <a:cubicBezTo>
                      <a:pt x="6598" y="2493"/>
                      <a:pt x="6264" y="1686"/>
                      <a:pt x="5669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4" y="1091"/>
                    </a:cubicBezTo>
                    <a:cubicBezTo>
                      <a:pt x="589" y="1686"/>
                      <a:pt x="255" y="2493"/>
                      <a:pt x="255" y="3334"/>
                    </a:cubicBezTo>
                    <a:cubicBezTo>
                      <a:pt x="255" y="4176"/>
                      <a:pt x="589" y="4983"/>
                      <a:pt x="1184" y="5578"/>
                    </a:cubicBezTo>
                    <a:cubicBezTo>
                      <a:pt x="1778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98" name="Freeform: Shape 15997">
                <a:extLst>
                  <a:ext uri="{FF2B5EF4-FFF2-40B4-BE49-F238E27FC236}">
                    <a16:creationId xmlns:a16="http://schemas.microsoft.com/office/drawing/2014/main" id="{E576BB08-E8FF-EE10-2876-D4B7A2B22D09}"/>
                  </a:ext>
                </a:extLst>
              </p:cNvPr>
              <p:cNvSpPr/>
              <p:nvPr/>
            </p:nvSpPr>
            <p:spPr>
              <a:xfrm>
                <a:off x="9635882" y="5530269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9 w 6343"/>
                  <a:gd name="connsiteY1" fmla="*/ 5578 h 6345"/>
                  <a:gd name="connsiteX2" fmla="*/ 6597 w 6343"/>
                  <a:gd name="connsiteY2" fmla="*/ 3334 h 6345"/>
                  <a:gd name="connsiteX3" fmla="*/ 5669 w 6343"/>
                  <a:gd name="connsiteY3" fmla="*/ 1091 h 6345"/>
                  <a:gd name="connsiteX4" fmla="*/ 3426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4" y="6173"/>
                      <a:pt x="5669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9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3" y="1091"/>
                    </a:cubicBezTo>
                    <a:cubicBezTo>
                      <a:pt x="589" y="1686"/>
                      <a:pt x="254" y="2493"/>
                      <a:pt x="254" y="3334"/>
                    </a:cubicBezTo>
                    <a:cubicBezTo>
                      <a:pt x="254" y="4176"/>
                      <a:pt x="589" y="4983"/>
                      <a:pt x="1183" y="5578"/>
                    </a:cubicBezTo>
                    <a:cubicBezTo>
                      <a:pt x="1778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99" name="Freeform: Shape 15998">
                <a:extLst>
                  <a:ext uri="{FF2B5EF4-FFF2-40B4-BE49-F238E27FC236}">
                    <a16:creationId xmlns:a16="http://schemas.microsoft.com/office/drawing/2014/main" id="{1D95C615-A2BC-98C2-96BE-9C7C412EE758}"/>
                  </a:ext>
                </a:extLst>
              </p:cNvPr>
              <p:cNvSpPr/>
              <p:nvPr/>
            </p:nvSpPr>
            <p:spPr>
              <a:xfrm>
                <a:off x="9632738" y="5529327"/>
                <a:ext cx="6343" cy="6345"/>
              </a:xfrm>
              <a:custGeom>
                <a:avLst/>
                <a:gdLst>
                  <a:gd name="connsiteX0" fmla="*/ 3426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6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507"/>
                    </a:moveTo>
                    <a:cubicBezTo>
                      <a:pt x="4267" y="6507"/>
                      <a:pt x="5074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4" y="496"/>
                      <a:pt x="4267" y="162"/>
                      <a:pt x="3426" y="162"/>
                    </a:cubicBezTo>
                    <a:cubicBezTo>
                      <a:pt x="2585" y="162"/>
                      <a:pt x="1778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8" y="6173"/>
                      <a:pt x="2585" y="6507"/>
                      <a:pt x="342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00" name="Freeform: Shape 15999">
                <a:extLst>
                  <a:ext uri="{FF2B5EF4-FFF2-40B4-BE49-F238E27FC236}">
                    <a16:creationId xmlns:a16="http://schemas.microsoft.com/office/drawing/2014/main" id="{676A3C79-2E5C-5623-72F9-25BECDDAE623}"/>
                  </a:ext>
                </a:extLst>
              </p:cNvPr>
              <p:cNvSpPr/>
              <p:nvPr/>
            </p:nvSpPr>
            <p:spPr>
              <a:xfrm>
                <a:off x="9630508" y="5529487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5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7" y="6507"/>
                      <a:pt x="5073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3" y="496"/>
                      <a:pt x="4267" y="162"/>
                      <a:pt x="3425" y="162"/>
                    </a:cubicBezTo>
                    <a:cubicBezTo>
                      <a:pt x="2584" y="162"/>
                      <a:pt x="1778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8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01" name="Freeform: Shape 16000">
                <a:extLst>
                  <a:ext uri="{FF2B5EF4-FFF2-40B4-BE49-F238E27FC236}">
                    <a16:creationId xmlns:a16="http://schemas.microsoft.com/office/drawing/2014/main" id="{E570F711-A30C-866A-1161-DC8FEB599744}"/>
                  </a:ext>
                </a:extLst>
              </p:cNvPr>
              <p:cNvSpPr/>
              <p:nvPr/>
            </p:nvSpPr>
            <p:spPr>
              <a:xfrm>
                <a:off x="9628172" y="5529487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5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02" name="Freeform: Shape 16001">
                <a:extLst>
                  <a:ext uri="{FF2B5EF4-FFF2-40B4-BE49-F238E27FC236}">
                    <a16:creationId xmlns:a16="http://schemas.microsoft.com/office/drawing/2014/main" id="{7401CA63-5E78-3036-1D00-2C3323FDCF2F}"/>
                  </a:ext>
                </a:extLst>
              </p:cNvPr>
              <p:cNvSpPr/>
              <p:nvPr/>
            </p:nvSpPr>
            <p:spPr>
              <a:xfrm>
                <a:off x="9626101" y="5529801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5 w 6343"/>
                  <a:gd name="connsiteY4" fmla="*/ 162 h 6345"/>
                  <a:gd name="connsiteX5" fmla="*/ 1183 w 6343"/>
                  <a:gd name="connsiteY5" fmla="*/ 1091 h 6345"/>
                  <a:gd name="connsiteX6" fmla="*/ 254 w 6343"/>
                  <a:gd name="connsiteY6" fmla="*/ 3334 h 6345"/>
                  <a:gd name="connsiteX7" fmla="*/ 1183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8" y="5578"/>
                    </a:cubicBezTo>
                    <a:cubicBezTo>
                      <a:pt x="6263" y="4983"/>
                      <a:pt x="6597" y="4176"/>
                      <a:pt x="6597" y="3334"/>
                    </a:cubicBezTo>
                    <a:cubicBezTo>
                      <a:pt x="6597" y="2493"/>
                      <a:pt x="6263" y="1686"/>
                      <a:pt x="5668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3" y="1091"/>
                    </a:cubicBezTo>
                    <a:cubicBezTo>
                      <a:pt x="588" y="1686"/>
                      <a:pt x="254" y="2493"/>
                      <a:pt x="254" y="3334"/>
                    </a:cubicBezTo>
                    <a:cubicBezTo>
                      <a:pt x="254" y="4176"/>
                      <a:pt x="588" y="4983"/>
                      <a:pt x="1183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03" name="Freeform: Shape 16002">
                <a:extLst>
                  <a:ext uri="{FF2B5EF4-FFF2-40B4-BE49-F238E27FC236}">
                    <a16:creationId xmlns:a16="http://schemas.microsoft.com/office/drawing/2014/main" id="{07A5A19C-4D8F-9CF5-1184-416123164B8E}"/>
                  </a:ext>
                </a:extLst>
              </p:cNvPr>
              <p:cNvSpPr/>
              <p:nvPr/>
            </p:nvSpPr>
            <p:spPr>
              <a:xfrm>
                <a:off x="9623668" y="5529619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8 w 6343"/>
                  <a:gd name="connsiteY1" fmla="*/ 5578 h 6345"/>
                  <a:gd name="connsiteX2" fmla="*/ 6597 w 6343"/>
                  <a:gd name="connsiteY2" fmla="*/ 3334 h 6345"/>
                  <a:gd name="connsiteX3" fmla="*/ 5668 w 6343"/>
                  <a:gd name="connsiteY3" fmla="*/ 1091 h 6345"/>
                  <a:gd name="connsiteX4" fmla="*/ 3425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8" y="5578"/>
                    </a:cubicBezTo>
                    <a:cubicBezTo>
                      <a:pt x="6262" y="4983"/>
                      <a:pt x="6597" y="4176"/>
                      <a:pt x="6597" y="3334"/>
                    </a:cubicBezTo>
                    <a:cubicBezTo>
                      <a:pt x="6597" y="2493"/>
                      <a:pt x="6262" y="1686"/>
                      <a:pt x="5668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2" y="1091"/>
                    </a:cubicBezTo>
                    <a:cubicBezTo>
                      <a:pt x="588" y="1686"/>
                      <a:pt x="253" y="2493"/>
                      <a:pt x="253" y="3334"/>
                    </a:cubicBezTo>
                    <a:cubicBezTo>
                      <a:pt x="253" y="4176"/>
                      <a:pt x="588" y="4983"/>
                      <a:pt x="1182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04" name="Freeform: Shape 16003">
                <a:extLst>
                  <a:ext uri="{FF2B5EF4-FFF2-40B4-BE49-F238E27FC236}">
                    <a16:creationId xmlns:a16="http://schemas.microsoft.com/office/drawing/2014/main" id="{F12B9213-CFDD-6E14-9B35-702E1126ADC3}"/>
                  </a:ext>
                </a:extLst>
              </p:cNvPr>
              <p:cNvSpPr/>
              <p:nvPr/>
            </p:nvSpPr>
            <p:spPr>
              <a:xfrm>
                <a:off x="9621136" y="5529272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5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05" name="Freeform: Shape 16004">
                <a:extLst>
                  <a:ext uri="{FF2B5EF4-FFF2-40B4-BE49-F238E27FC236}">
                    <a16:creationId xmlns:a16="http://schemas.microsoft.com/office/drawing/2014/main" id="{5A64D639-D303-B572-C3D0-B1FA8EE6A1AC}"/>
                  </a:ext>
                </a:extLst>
              </p:cNvPr>
              <p:cNvSpPr/>
              <p:nvPr/>
            </p:nvSpPr>
            <p:spPr>
              <a:xfrm>
                <a:off x="9619116" y="5529580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5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2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2" y="496"/>
                      <a:pt x="4266" y="162"/>
                      <a:pt x="3425" y="162"/>
                    </a:cubicBezTo>
                    <a:cubicBezTo>
                      <a:pt x="2583" y="162"/>
                      <a:pt x="1777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7" y="6173"/>
                      <a:pt x="2583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06" name="Freeform: Shape 16005">
                <a:extLst>
                  <a:ext uri="{FF2B5EF4-FFF2-40B4-BE49-F238E27FC236}">
                    <a16:creationId xmlns:a16="http://schemas.microsoft.com/office/drawing/2014/main" id="{2B7638B2-BB1E-36AE-08F4-3DDA199152C3}"/>
                  </a:ext>
                </a:extLst>
              </p:cNvPr>
              <p:cNvSpPr/>
              <p:nvPr/>
            </p:nvSpPr>
            <p:spPr>
              <a:xfrm>
                <a:off x="9616851" y="5529532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6" y="6507"/>
                      <a:pt x="5072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2" y="496"/>
                      <a:pt x="4266" y="162"/>
                      <a:pt x="3424" y="162"/>
                    </a:cubicBezTo>
                    <a:cubicBezTo>
                      <a:pt x="2583" y="162"/>
                      <a:pt x="1777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7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07" name="Freeform: Shape 16006">
                <a:extLst>
                  <a:ext uri="{FF2B5EF4-FFF2-40B4-BE49-F238E27FC236}">
                    <a16:creationId xmlns:a16="http://schemas.microsoft.com/office/drawing/2014/main" id="{89430C43-4980-0D2D-C0F6-92D0DBE29898}"/>
                  </a:ext>
                </a:extLst>
              </p:cNvPr>
              <p:cNvSpPr/>
              <p:nvPr/>
            </p:nvSpPr>
            <p:spPr>
              <a:xfrm>
                <a:off x="9614170" y="5528880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1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2" y="496"/>
                      <a:pt x="4265" y="161"/>
                      <a:pt x="3424" y="161"/>
                    </a:cubicBezTo>
                    <a:cubicBezTo>
                      <a:pt x="2583" y="161"/>
                      <a:pt x="1776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08" name="Freeform: Shape 16007">
                <a:extLst>
                  <a:ext uri="{FF2B5EF4-FFF2-40B4-BE49-F238E27FC236}">
                    <a16:creationId xmlns:a16="http://schemas.microsoft.com/office/drawing/2014/main" id="{76E678BC-E54A-EEFF-3339-E6A9AE38CA3B}"/>
                  </a:ext>
                </a:extLst>
              </p:cNvPr>
              <p:cNvSpPr/>
              <p:nvPr/>
            </p:nvSpPr>
            <p:spPr>
              <a:xfrm>
                <a:off x="9611853" y="5528693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1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7" y="5578"/>
                    </a:cubicBezTo>
                    <a:cubicBezTo>
                      <a:pt x="6261" y="4983"/>
                      <a:pt x="6596" y="4176"/>
                      <a:pt x="6596" y="3334"/>
                    </a:cubicBezTo>
                    <a:cubicBezTo>
                      <a:pt x="6596" y="2493"/>
                      <a:pt x="6261" y="1686"/>
                      <a:pt x="5667" y="1091"/>
                    </a:cubicBezTo>
                    <a:cubicBezTo>
                      <a:pt x="5072" y="496"/>
                      <a:pt x="4265" y="161"/>
                      <a:pt x="3424" y="161"/>
                    </a:cubicBezTo>
                    <a:cubicBezTo>
                      <a:pt x="2583" y="161"/>
                      <a:pt x="1776" y="496"/>
                      <a:pt x="1181" y="1091"/>
                    </a:cubicBezTo>
                    <a:cubicBezTo>
                      <a:pt x="587" y="1686"/>
                      <a:pt x="252" y="2493"/>
                      <a:pt x="252" y="3334"/>
                    </a:cubicBezTo>
                    <a:cubicBezTo>
                      <a:pt x="252" y="4176"/>
                      <a:pt x="587" y="4983"/>
                      <a:pt x="1181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09" name="Freeform: Shape 16008">
                <a:extLst>
                  <a:ext uri="{FF2B5EF4-FFF2-40B4-BE49-F238E27FC236}">
                    <a16:creationId xmlns:a16="http://schemas.microsoft.com/office/drawing/2014/main" id="{B5659ACD-E0B6-D69F-40F8-B2E3BAA17890}"/>
                  </a:ext>
                </a:extLst>
              </p:cNvPr>
              <p:cNvSpPr/>
              <p:nvPr/>
            </p:nvSpPr>
            <p:spPr>
              <a:xfrm>
                <a:off x="9609857" y="5528930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4 w 6343"/>
                  <a:gd name="connsiteY4" fmla="*/ 161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2" y="496"/>
                      <a:pt x="4265" y="161"/>
                      <a:pt x="3424" y="161"/>
                    </a:cubicBezTo>
                    <a:cubicBezTo>
                      <a:pt x="2583" y="161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10" name="Freeform: Shape 16009">
                <a:extLst>
                  <a:ext uri="{FF2B5EF4-FFF2-40B4-BE49-F238E27FC236}">
                    <a16:creationId xmlns:a16="http://schemas.microsoft.com/office/drawing/2014/main" id="{73A0C0C1-D45A-F26C-39CF-404E3BC8F199}"/>
                  </a:ext>
                </a:extLst>
              </p:cNvPr>
              <p:cNvSpPr/>
              <p:nvPr/>
            </p:nvSpPr>
            <p:spPr>
              <a:xfrm>
                <a:off x="9607417" y="5528509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4 w 6343"/>
                  <a:gd name="connsiteY4" fmla="*/ 161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2" y="496"/>
                      <a:pt x="4265" y="161"/>
                      <a:pt x="3424" y="161"/>
                    </a:cubicBezTo>
                    <a:cubicBezTo>
                      <a:pt x="2583" y="161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11" name="Freeform: Shape 16010">
                <a:extLst>
                  <a:ext uri="{FF2B5EF4-FFF2-40B4-BE49-F238E27FC236}">
                    <a16:creationId xmlns:a16="http://schemas.microsoft.com/office/drawing/2014/main" id="{01E6915C-4927-C1BD-5DF0-048035F204CD}"/>
                  </a:ext>
                </a:extLst>
              </p:cNvPr>
              <p:cNvSpPr/>
              <p:nvPr/>
            </p:nvSpPr>
            <p:spPr>
              <a:xfrm>
                <a:off x="9605466" y="5528761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4 w 6343"/>
                  <a:gd name="connsiteY4" fmla="*/ 161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1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1" y="496"/>
                      <a:pt x="4265" y="161"/>
                      <a:pt x="3424" y="161"/>
                    </a:cubicBezTo>
                    <a:cubicBezTo>
                      <a:pt x="2582" y="161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2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12" name="Freeform: Shape 16011">
                <a:extLst>
                  <a:ext uri="{FF2B5EF4-FFF2-40B4-BE49-F238E27FC236}">
                    <a16:creationId xmlns:a16="http://schemas.microsoft.com/office/drawing/2014/main" id="{D5B9D420-BEDB-7A88-F554-AF47E4405D1E}"/>
                  </a:ext>
                </a:extLst>
              </p:cNvPr>
              <p:cNvSpPr/>
              <p:nvPr/>
            </p:nvSpPr>
            <p:spPr>
              <a:xfrm>
                <a:off x="9603517" y="5528998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3 w 6343"/>
                  <a:gd name="connsiteY4" fmla="*/ 161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1" y="496"/>
                      <a:pt x="4264" y="161"/>
                      <a:pt x="3423" y="161"/>
                    </a:cubicBezTo>
                    <a:cubicBezTo>
                      <a:pt x="2582" y="161"/>
                      <a:pt x="1775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13" name="Freeform: Shape 16012">
                <a:extLst>
                  <a:ext uri="{FF2B5EF4-FFF2-40B4-BE49-F238E27FC236}">
                    <a16:creationId xmlns:a16="http://schemas.microsoft.com/office/drawing/2014/main" id="{92A8D407-9AB9-A91D-8751-8A4BF4951F62}"/>
                  </a:ext>
                </a:extLst>
              </p:cNvPr>
              <p:cNvSpPr/>
              <p:nvPr/>
            </p:nvSpPr>
            <p:spPr>
              <a:xfrm>
                <a:off x="9601271" y="5528770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3 w 6343"/>
                  <a:gd name="connsiteY4" fmla="*/ 161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1" y="496"/>
                      <a:pt x="4264" y="161"/>
                      <a:pt x="3423" y="161"/>
                    </a:cubicBezTo>
                    <a:cubicBezTo>
                      <a:pt x="2582" y="161"/>
                      <a:pt x="1775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14" name="Freeform: Shape 16013">
                <a:extLst>
                  <a:ext uri="{FF2B5EF4-FFF2-40B4-BE49-F238E27FC236}">
                    <a16:creationId xmlns:a16="http://schemas.microsoft.com/office/drawing/2014/main" id="{CE654FB9-D100-27A2-D840-A6224D8EFAEA}"/>
                  </a:ext>
                </a:extLst>
              </p:cNvPr>
              <p:cNvSpPr/>
              <p:nvPr/>
            </p:nvSpPr>
            <p:spPr>
              <a:xfrm>
                <a:off x="9598967" y="5528423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3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6" y="5578"/>
                    </a:cubicBezTo>
                    <a:cubicBezTo>
                      <a:pt x="6260" y="4983"/>
                      <a:pt x="6595" y="4176"/>
                      <a:pt x="6595" y="3334"/>
                    </a:cubicBezTo>
                    <a:cubicBezTo>
                      <a:pt x="6595" y="2493"/>
                      <a:pt x="6260" y="1686"/>
                      <a:pt x="5666" y="1091"/>
                    </a:cubicBezTo>
                    <a:cubicBezTo>
                      <a:pt x="5071" y="496"/>
                      <a:pt x="4264" y="161"/>
                      <a:pt x="3423" y="161"/>
                    </a:cubicBezTo>
                    <a:cubicBezTo>
                      <a:pt x="2582" y="161"/>
                      <a:pt x="1775" y="496"/>
                      <a:pt x="1180" y="1091"/>
                    </a:cubicBezTo>
                    <a:cubicBezTo>
                      <a:pt x="586" y="1686"/>
                      <a:pt x="251" y="2493"/>
                      <a:pt x="251" y="3334"/>
                    </a:cubicBezTo>
                    <a:cubicBezTo>
                      <a:pt x="251" y="4176"/>
                      <a:pt x="586" y="4983"/>
                      <a:pt x="1180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15" name="Freeform: Shape 16014">
                <a:extLst>
                  <a:ext uri="{FF2B5EF4-FFF2-40B4-BE49-F238E27FC236}">
                    <a16:creationId xmlns:a16="http://schemas.microsoft.com/office/drawing/2014/main" id="{1BE5C622-E1E1-A7F4-BFB4-99BB3258ED72}"/>
                  </a:ext>
                </a:extLst>
              </p:cNvPr>
              <p:cNvSpPr/>
              <p:nvPr/>
            </p:nvSpPr>
            <p:spPr>
              <a:xfrm>
                <a:off x="9596871" y="5528359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3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1" y="496"/>
                      <a:pt x="4264" y="161"/>
                      <a:pt x="3423" y="161"/>
                    </a:cubicBezTo>
                    <a:cubicBezTo>
                      <a:pt x="2582" y="161"/>
                      <a:pt x="1775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16" name="Freeform: Shape 16015">
                <a:extLst>
                  <a:ext uri="{FF2B5EF4-FFF2-40B4-BE49-F238E27FC236}">
                    <a16:creationId xmlns:a16="http://schemas.microsoft.com/office/drawing/2014/main" id="{7A8D8CCB-3C28-022E-F6F9-F72E1E94E75D}"/>
                  </a:ext>
                </a:extLst>
              </p:cNvPr>
              <p:cNvSpPr/>
              <p:nvPr/>
            </p:nvSpPr>
            <p:spPr>
              <a:xfrm>
                <a:off x="9594911" y="5528481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3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1" y="496"/>
                      <a:pt x="4264" y="161"/>
                      <a:pt x="3423" y="161"/>
                    </a:cubicBezTo>
                    <a:cubicBezTo>
                      <a:pt x="2582" y="161"/>
                      <a:pt x="1775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17" name="Freeform: Shape 16016">
                <a:extLst>
                  <a:ext uri="{FF2B5EF4-FFF2-40B4-BE49-F238E27FC236}">
                    <a16:creationId xmlns:a16="http://schemas.microsoft.com/office/drawing/2014/main" id="{86F11D5C-E93F-A34E-3487-90262B1FE73D}"/>
                  </a:ext>
                </a:extLst>
              </p:cNvPr>
              <p:cNvSpPr/>
              <p:nvPr/>
            </p:nvSpPr>
            <p:spPr>
              <a:xfrm>
                <a:off x="9592923" y="5528536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3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4" y="161"/>
                      <a:pt x="3423" y="161"/>
                    </a:cubicBezTo>
                    <a:cubicBezTo>
                      <a:pt x="2581" y="161"/>
                      <a:pt x="1775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5" y="6173"/>
                      <a:pt x="2581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18" name="Freeform: Shape 16017">
                <a:extLst>
                  <a:ext uri="{FF2B5EF4-FFF2-40B4-BE49-F238E27FC236}">
                    <a16:creationId xmlns:a16="http://schemas.microsoft.com/office/drawing/2014/main" id="{45724768-7A5F-6BB8-1B70-EC6C4BAC5447}"/>
                  </a:ext>
                </a:extLst>
              </p:cNvPr>
              <p:cNvSpPr/>
              <p:nvPr/>
            </p:nvSpPr>
            <p:spPr>
              <a:xfrm>
                <a:off x="9590876" y="5528474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4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19" name="Freeform: Shape 16018">
                <a:extLst>
                  <a:ext uri="{FF2B5EF4-FFF2-40B4-BE49-F238E27FC236}">
                    <a16:creationId xmlns:a16="http://schemas.microsoft.com/office/drawing/2014/main" id="{7F6C5F47-6FC6-C456-74B6-143842C6464E}"/>
                  </a:ext>
                </a:extLst>
              </p:cNvPr>
              <p:cNvSpPr/>
              <p:nvPr/>
            </p:nvSpPr>
            <p:spPr>
              <a:xfrm>
                <a:off x="9588930" y="5528550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4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20" name="Freeform: Shape 16019">
                <a:extLst>
                  <a:ext uri="{FF2B5EF4-FFF2-40B4-BE49-F238E27FC236}">
                    <a16:creationId xmlns:a16="http://schemas.microsoft.com/office/drawing/2014/main" id="{919560DE-EF2B-E5E0-BA5D-98D723055C04}"/>
                  </a:ext>
                </a:extLst>
              </p:cNvPr>
              <p:cNvSpPr/>
              <p:nvPr/>
            </p:nvSpPr>
            <p:spPr>
              <a:xfrm>
                <a:off x="9586864" y="5528404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59" y="4983"/>
                      <a:pt x="6594" y="4176"/>
                      <a:pt x="6594" y="3334"/>
                    </a:cubicBezTo>
                    <a:cubicBezTo>
                      <a:pt x="6594" y="2493"/>
                      <a:pt x="6259" y="1686"/>
                      <a:pt x="5665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4" y="496"/>
                      <a:pt x="1179" y="1091"/>
                    </a:cubicBezTo>
                    <a:cubicBezTo>
                      <a:pt x="585" y="1686"/>
                      <a:pt x="250" y="2493"/>
                      <a:pt x="250" y="3334"/>
                    </a:cubicBezTo>
                    <a:cubicBezTo>
                      <a:pt x="250" y="4176"/>
                      <a:pt x="585" y="4983"/>
                      <a:pt x="1179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21" name="Freeform: Shape 16020">
                <a:extLst>
                  <a:ext uri="{FF2B5EF4-FFF2-40B4-BE49-F238E27FC236}">
                    <a16:creationId xmlns:a16="http://schemas.microsoft.com/office/drawing/2014/main" id="{A382555F-E1FF-F512-5B63-51F73F7F3DE9}"/>
                  </a:ext>
                </a:extLst>
              </p:cNvPr>
              <p:cNvSpPr/>
              <p:nvPr/>
            </p:nvSpPr>
            <p:spPr>
              <a:xfrm>
                <a:off x="9584775" y="5528191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3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5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4" y="496"/>
                      <a:pt x="1179" y="1091"/>
                    </a:cubicBezTo>
                    <a:cubicBezTo>
                      <a:pt x="585" y="1686"/>
                      <a:pt x="250" y="2493"/>
                      <a:pt x="250" y="3334"/>
                    </a:cubicBezTo>
                    <a:cubicBezTo>
                      <a:pt x="250" y="4176"/>
                      <a:pt x="585" y="4983"/>
                      <a:pt x="1179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22" name="Freeform: Shape 16021">
                <a:extLst>
                  <a:ext uri="{FF2B5EF4-FFF2-40B4-BE49-F238E27FC236}">
                    <a16:creationId xmlns:a16="http://schemas.microsoft.com/office/drawing/2014/main" id="{BC849413-591C-F093-E0E2-3F8643700423}"/>
                  </a:ext>
                </a:extLst>
              </p:cNvPr>
              <p:cNvSpPr/>
              <p:nvPr/>
            </p:nvSpPr>
            <p:spPr>
              <a:xfrm>
                <a:off x="9582785" y="5528116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2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23" name="Freeform: Shape 16022">
                <a:extLst>
                  <a:ext uri="{FF2B5EF4-FFF2-40B4-BE49-F238E27FC236}">
                    <a16:creationId xmlns:a16="http://schemas.microsoft.com/office/drawing/2014/main" id="{3D01E93C-EA0A-2C6A-A429-153963F23D8D}"/>
                  </a:ext>
                </a:extLst>
              </p:cNvPr>
              <p:cNvSpPr/>
              <p:nvPr/>
            </p:nvSpPr>
            <p:spPr>
              <a:xfrm>
                <a:off x="9580923" y="5528234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2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3" y="161"/>
                      <a:pt x="3422" y="161"/>
                    </a:cubicBezTo>
                    <a:cubicBezTo>
                      <a:pt x="2580" y="161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0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24" name="Freeform: Shape 16023">
                <a:extLst>
                  <a:ext uri="{FF2B5EF4-FFF2-40B4-BE49-F238E27FC236}">
                    <a16:creationId xmlns:a16="http://schemas.microsoft.com/office/drawing/2014/main" id="{CCD84F19-02B3-C463-D5C3-410B7A01DD48}"/>
                  </a:ext>
                </a:extLst>
              </p:cNvPr>
              <p:cNvSpPr/>
              <p:nvPr/>
            </p:nvSpPr>
            <p:spPr>
              <a:xfrm>
                <a:off x="9579184" y="5528546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3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3" y="161"/>
                      <a:pt x="3421" y="161"/>
                    </a:cubicBezTo>
                    <a:cubicBezTo>
                      <a:pt x="2580" y="161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25" name="Freeform: Shape 16024">
                <a:extLst>
                  <a:ext uri="{FF2B5EF4-FFF2-40B4-BE49-F238E27FC236}">
                    <a16:creationId xmlns:a16="http://schemas.microsoft.com/office/drawing/2014/main" id="{CCAE2B45-7AE9-DC10-3812-BB95C75026C4}"/>
                  </a:ext>
                </a:extLst>
              </p:cNvPr>
              <p:cNvSpPr/>
              <p:nvPr/>
            </p:nvSpPr>
            <p:spPr>
              <a:xfrm>
                <a:off x="9577387" y="5528741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26" name="Freeform: Shape 16025">
                <a:extLst>
                  <a:ext uri="{FF2B5EF4-FFF2-40B4-BE49-F238E27FC236}">
                    <a16:creationId xmlns:a16="http://schemas.microsoft.com/office/drawing/2014/main" id="{7F9315D7-9B02-C5FE-326C-449A63DFEDB1}"/>
                  </a:ext>
                </a:extLst>
              </p:cNvPr>
              <p:cNvSpPr/>
              <p:nvPr/>
            </p:nvSpPr>
            <p:spPr>
              <a:xfrm>
                <a:off x="9575563" y="5528870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27" name="Freeform: Shape 16026">
                <a:extLst>
                  <a:ext uri="{FF2B5EF4-FFF2-40B4-BE49-F238E27FC236}">
                    <a16:creationId xmlns:a16="http://schemas.microsoft.com/office/drawing/2014/main" id="{AA90EA9A-5369-56FF-AA77-139B3224A652}"/>
                  </a:ext>
                </a:extLst>
              </p:cNvPr>
              <p:cNvSpPr/>
              <p:nvPr/>
            </p:nvSpPr>
            <p:spPr>
              <a:xfrm>
                <a:off x="9573453" y="5528459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8" y="4983"/>
                      <a:pt x="6593" y="4176"/>
                      <a:pt x="6593" y="3334"/>
                    </a:cubicBezTo>
                    <a:cubicBezTo>
                      <a:pt x="6593" y="2493"/>
                      <a:pt x="6258" y="1686"/>
                      <a:pt x="5664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8" y="1091"/>
                    </a:cubicBezTo>
                    <a:cubicBezTo>
                      <a:pt x="584" y="1686"/>
                      <a:pt x="249" y="2493"/>
                      <a:pt x="249" y="3334"/>
                    </a:cubicBezTo>
                    <a:cubicBezTo>
                      <a:pt x="249" y="4176"/>
                      <a:pt x="584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28" name="Freeform: Shape 16027">
                <a:extLst>
                  <a:ext uri="{FF2B5EF4-FFF2-40B4-BE49-F238E27FC236}">
                    <a16:creationId xmlns:a16="http://schemas.microsoft.com/office/drawing/2014/main" id="{74703480-C09B-1535-B803-8229909CFBBF}"/>
                  </a:ext>
                </a:extLst>
              </p:cNvPr>
              <p:cNvSpPr/>
              <p:nvPr/>
            </p:nvSpPr>
            <p:spPr>
              <a:xfrm>
                <a:off x="9571325" y="5527978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1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29" name="Freeform: Shape 16028">
                <a:extLst>
                  <a:ext uri="{FF2B5EF4-FFF2-40B4-BE49-F238E27FC236}">
                    <a16:creationId xmlns:a16="http://schemas.microsoft.com/office/drawing/2014/main" id="{12A665CA-68E6-6FF7-9693-697C03C41D26}"/>
                  </a:ext>
                </a:extLst>
              </p:cNvPr>
              <p:cNvSpPr/>
              <p:nvPr/>
            </p:nvSpPr>
            <p:spPr>
              <a:xfrm>
                <a:off x="9569292" y="5527638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1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30" name="Freeform: Shape 16029">
                <a:extLst>
                  <a:ext uri="{FF2B5EF4-FFF2-40B4-BE49-F238E27FC236}">
                    <a16:creationId xmlns:a16="http://schemas.microsoft.com/office/drawing/2014/main" id="{1720ED12-EE6E-7C98-F134-7FE3D9AA19D0}"/>
                  </a:ext>
                </a:extLst>
              </p:cNvPr>
              <p:cNvSpPr/>
              <p:nvPr/>
            </p:nvSpPr>
            <p:spPr>
              <a:xfrm>
                <a:off x="9567464" y="5527656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1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2" y="161"/>
                      <a:pt x="3421" y="161"/>
                    </a:cubicBezTo>
                    <a:cubicBezTo>
                      <a:pt x="2579" y="161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79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31" name="Freeform: Shape 16030">
                <a:extLst>
                  <a:ext uri="{FF2B5EF4-FFF2-40B4-BE49-F238E27FC236}">
                    <a16:creationId xmlns:a16="http://schemas.microsoft.com/office/drawing/2014/main" id="{0ABC62EF-4C2E-2A5D-5DC5-D35D2EE5889C}"/>
                  </a:ext>
                </a:extLst>
              </p:cNvPr>
              <p:cNvSpPr/>
              <p:nvPr/>
            </p:nvSpPr>
            <p:spPr>
              <a:xfrm>
                <a:off x="9565503" y="5527392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2"/>
                      <a:pt x="5663" y="5578"/>
                    </a:cubicBezTo>
                    <a:cubicBezTo>
                      <a:pt x="6258" y="4983"/>
                      <a:pt x="6592" y="4175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5"/>
                      <a:pt x="583" y="4983"/>
                      <a:pt x="1178" y="5578"/>
                    </a:cubicBezTo>
                    <a:cubicBezTo>
                      <a:pt x="1772" y="6172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32" name="Freeform: Shape 16031">
                <a:extLst>
                  <a:ext uri="{FF2B5EF4-FFF2-40B4-BE49-F238E27FC236}">
                    <a16:creationId xmlns:a16="http://schemas.microsoft.com/office/drawing/2014/main" id="{D6180CDB-99C4-705E-0EE0-93236A6EFB2E}"/>
                  </a:ext>
                </a:extLst>
              </p:cNvPr>
              <p:cNvSpPr/>
              <p:nvPr/>
            </p:nvSpPr>
            <p:spPr>
              <a:xfrm>
                <a:off x="9563823" y="5527649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33" name="Freeform: Shape 16032">
                <a:extLst>
                  <a:ext uri="{FF2B5EF4-FFF2-40B4-BE49-F238E27FC236}">
                    <a16:creationId xmlns:a16="http://schemas.microsoft.com/office/drawing/2014/main" id="{A919C520-583D-2FD1-D70B-860AFDF78F10}"/>
                  </a:ext>
                </a:extLst>
              </p:cNvPr>
              <p:cNvSpPr/>
              <p:nvPr/>
            </p:nvSpPr>
            <p:spPr>
              <a:xfrm>
                <a:off x="9561901" y="5527411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9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2"/>
                      <a:pt x="5663" y="5578"/>
                    </a:cubicBezTo>
                    <a:cubicBezTo>
                      <a:pt x="6257" y="4983"/>
                      <a:pt x="6592" y="4175"/>
                      <a:pt x="6592" y="3334"/>
                    </a:cubicBezTo>
                    <a:cubicBezTo>
                      <a:pt x="6592" y="2493"/>
                      <a:pt x="6257" y="1686"/>
                      <a:pt x="5663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7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5"/>
                      <a:pt x="583" y="4983"/>
                      <a:pt x="1177" y="5578"/>
                    </a:cubicBezTo>
                    <a:cubicBezTo>
                      <a:pt x="1772" y="6172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34" name="Freeform: Shape 16033">
                <a:extLst>
                  <a:ext uri="{FF2B5EF4-FFF2-40B4-BE49-F238E27FC236}">
                    <a16:creationId xmlns:a16="http://schemas.microsoft.com/office/drawing/2014/main" id="{0B7A98D0-44E5-D856-CCA3-F263D9E0E172}"/>
                  </a:ext>
                </a:extLst>
              </p:cNvPr>
              <p:cNvSpPr/>
              <p:nvPr/>
            </p:nvSpPr>
            <p:spPr>
              <a:xfrm>
                <a:off x="9560253" y="5527697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7" y="4983"/>
                      <a:pt x="6592" y="4176"/>
                      <a:pt x="6592" y="3334"/>
                    </a:cubicBezTo>
                    <a:cubicBezTo>
                      <a:pt x="6592" y="2493"/>
                      <a:pt x="6257" y="1686"/>
                      <a:pt x="5663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7" y="1091"/>
                    </a:cubicBezTo>
                    <a:cubicBezTo>
                      <a:pt x="583" y="1686"/>
                      <a:pt x="248" y="2493"/>
                      <a:pt x="248" y="3334"/>
                    </a:cubicBezTo>
                    <a:cubicBezTo>
                      <a:pt x="248" y="4176"/>
                      <a:pt x="583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35" name="Freeform: Shape 16034">
                <a:extLst>
                  <a:ext uri="{FF2B5EF4-FFF2-40B4-BE49-F238E27FC236}">
                    <a16:creationId xmlns:a16="http://schemas.microsoft.com/office/drawing/2014/main" id="{06831EB0-4A08-05C6-543C-892C39067B56}"/>
                  </a:ext>
                </a:extLst>
              </p:cNvPr>
              <p:cNvSpPr/>
              <p:nvPr/>
            </p:nvSpPr>
            <p:spPr>
              <a:xfrm>
                <a:off x="9558791" y="5528350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36" name="Freeform: Shape 16035">
                <a:extLst>
                  <a:ext uri="{FF2B5EF4-FFF2-40B4-BE49-F238E27FC236}">
                    <a16:creationId xmlns:a16="http://schemas.microsoft.com/office/drawing/2014/main" id="{4711D585-0AB4-F3C2-16A4-D3E7D405FFB9}"/>
                  </a:ext>
                </a:extLst>
              </p:cNvPr>
              <p:cNvSpPr/>
              <p:nvPr/>
            </p:nvSpPr>
            <p:spPr>
              <a:xfrm>
                <a:off x="9557091" y="5528505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37" name="Freeform: Shape 16036">
                <a:extLst>
                  <a:ext uri="{FF2B5EF4-FFF2-40B4-BE49-F238E27FC236}">
                    <a16:creationId xmlns:a16="http://schemas.microsoft.com/office/drawing/2014/main" id="{3B6AE750-CA3B-6FB6-77B3-F4B0A361C8AF}"/>
                  </a:ext>
                </a:extLst>
              </p:cNvPr>
              <p:cNvSpPr/>
              <p:nvPr/>
            </p:nvSpPr>
            <p:spPr>
              <a:xfrm>
                <a:off x="9555162" y="5528159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1" y="161"/>
                      <a:pt x="3420" y="161"/>
                    </a:cubicBezTo>
                    <a:cubicBezTo>
                      <a:pt x="2578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8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38" name="Freeform: Shape 16037">
                <a:extLst>
                  <a:ext uri="{FF2B5EF4-FFF2-40B4-BE49-F238E27FC236}">
                    <a16:creationId xmlns:a16="http://schemas.microsoft.com/office/drawing/2014/main" id="{5519AE4E-84FB-A65B-7950-5C7ECF8E3E04}"/>
                  </a:ext>
                </a:extLst>
              </p:cNvPr>
              <p:cNvSpPr/>
              <p:nvPr/>
            </p:nvSpPr>
            <p:spPr>
              <a:xfrm>
                <a:off x="9553419" y="5528181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1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1" y="161"/>
                      <a:pt x="3419" y="161"/>
                    </a:cubicBezTo>
                    <a:cubicBezTo>
                      <a:pt x="2578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39" name="Freeform: Shape 16038">
                <a:extLst>
                  <a:ext uri="{FF2B5EF4-FFF2-40B4-BE49-F238E27FC236}">
                    <a16:creationId xmlns:a16="http://schemas.microsoft.com/office/drawing/2014/main" id="{76A880A8-9CDC-5BB1-46D1-A2A86D8DE4E4}"/>
                  </a:ext>
                </a:extLst>
              </p:cNvPr>
              <p:cNvSpPr/>
              <p:nvPr/>
            </p:nvSpPr>
            <p:spPr>
              <a:xfrm>
                <a:off x="9551605" y="5528025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40" name="Freeform: Shape 16039">
                <a:extLst>
                  <a:ext uri="{FF2B5EF4-FFF2-40B4-BE49-F238E27FC236}">
                    <a16:creationId xmlns:a16="http://schemas.microsoft.com/office/drawing/2014/main" id="{0F2614E4-6FE6-069A-D8DC-CD4CB47D075D}"/>
                  </a:ext>
                </a:extLst>
              </p:cNvPr>
              <p:cNvSpPr/>
              <p:nvPr/>
            </p:nvSpPr>
            <p:spPr>
              <a:xfrm>
                <a:off x="9549847" y="5527966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41" name="Freeform: Shape 16040">
                <a:extLst>
                  <a:ext uri="{FF2B5EF4-FFF2-40B4-BE49-F238E27FC236}">
                    <a16:creationId xmlns:a16="http://schemas.microsoft.com/office/drawing/2014/main" id="{215F1DAC-5CBD-E698-4937-F1CA1AE7FD3F}"/>
                  </a:ext>
                </a:extLst>
              </p:cNvPr>
              <p:cNvSpPr/>
              <p:nvPr/>
            </p:nvSpPr>
            <p:spPr>
              <a:xfrm>
                <a:off x="9548044" y="5527784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2" y="5578"/>
                    </a:cubicBezTo>
                    <a:cubicBezTo>
                      <a:pt x="6256" y="4983"/>
                      <a:pt x="6591" y="4176"/>
                      <a:pt x="6591" y="3334"/>
                    </a:cubicBezTo>
                    <a:cubicBezTo>
                      <a:pt x="6591" y="2493"/>
                      <a:pt x="6256" y="1686"/>
                      <a:pt x="5662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2" y="1686"/>
                      <a:pt x="247" y="2493"/>
                      <a:pt x="247" y="3334"/>
                    </a:cubicBezTo>
                    <a:cubicBezTo>
                      <a:pt x="247" y="4176"/>
                      <a:pt x="582" y="4983"/>
                      <a:pt x="1176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42" name="Freeform: Shape 16041">
                <a:extLst>
                  <a:ext uri="{FF2B5EF4-FFF2-40B4-BE49-F238E27FC236}">
                    <a16:creationId xmlns:a16="http://schemas.microsoft.com/office/drawing/2014/main" id="{1D1C2AE7-F09F-D0B6-31ED-A9FE8C893316}"/>
                  </a:ext>
                </a:extLst>
              </p:cNvPr>
              <p:cNvSpPr/>
              <p:nvPr/>
            </p:nvSpPr>
            <p:spPr>
              <a:xfrm>
                <a:off x="9546128" y="5527313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2"/>
                      <a:pt x="5661" y="5578"/>
                    </a:cubicBezTo>
                    <a:cubicBezTo>
                      <a:pt x="6256" y="4983"/>
                      <a:pt x="6590" y="4175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5"/>
                      <a:pt x="581" y="4983"/>
                      <a:pt x="1176" y="5578"/>
                    </a:cubicBezTo>
                    <a:cubicBezTo>
                      <a:pt x="1771" y="6172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43" name="Freeform: Shape 16042">
                <a:extLst>
                  <a:ext uri="{FF2B5EF4-FFF2-40B4-BE49-F238E27FC236}">
                    <a16:creationId xmlns:a16="http://schemas.microsoft.com/office/drawing/2014/main" id="{205A7746-4C25-726D-8A7F-C0D279A6970A}"/>
                  </a:ext>
                </a:extLst>
              </p:cNvPr>
              <p:cNvSpPr/>
              <p:nvPr/>
            </p:nvSpPr>
            <p:spPr>
              <a:xfrm>
                <a:off x="9544482" y="5527436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2"/>
                      <a:pt x="5661" y="5578"/>
                    </a:cubicBezTo>
                    <a:cubicBezTo>
                      <a:pt x="6256" y="4983"/>
                      <a:pt x="6590" y="4175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5"/>
                      <a:pt x="581" y="4983"/>
                      <a:pt x="1176" y="5578"/>
                    </a:cubicBezTo>
                    <a:cubicBezTo>
                      <a:pt x="1771" y="6172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44" name="Freeform: Shape 16043">
                <a:extLst>
                  <a:ext uri="{FF2B5EF4-FFF2-40B4-BE49-F238E27FC236}">
                    <a16:creationId xmlns:a16="http://schemas.microsoft.com/office/drawing/2014/main" id="{EE5513EA-416D-D812-46A4-11C7A3D289BC}"/>
                  </a:ext>
                </a:extLst>
              </p:cNvPr>
              <p:cNvSpPr/>
              <p:nvPr/>
            </p:nvSpPr>
            <p:spPr>
              <a:xfrm>
                <a:off x="9542814" y="5527491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6" y="6172"/>
                      <a:pt x="5661" y="5578"/>
                    </a:cubicBezTo>
                    <a:cubicBezTo>
                      <a:pt x="6256" y="4983"/>
                      <a:pt x="6590" y="4175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60" y="161"/>
                      <a:pt x="3419" y="161"/>
                    </a:cubicBezTo>
                    <a:cubicBezTo>
                      <a:pt x="2577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5"/>
                      <a:pt x="581" y="4983"/>
                      <a:pt x="1176" y="5578"/>
                    </a:cubicBezTo>
                    <a:cubicBezTo>
                      <a:pt x="1771" y="6172"/>
                      <a:pt x="2577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45" name="Freeform: Shape 16044">
                <a:extLst>
                  <a:ext uri="{FF2B5EF4-FFF2-40B4-BE49-F238E27FC236}">
                    <a16:creationId xmlns:a16="http://schemas.microsoft.com/office/drawing/2014/main" id="{612605F4-071B-6E62-71DE-ADC4DFC3101B}"/>
                  </a:ext>
                </a:extLst>
              </p:cNvPr>
              <p:cNvSpPr/>
              <p:nvPr/>
            </p:nvSpPr>
            <p:spPr>
              <a:xfrm>
                <a:off x="9541196" y="5527647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60" y="6507"/>
                      <a:pt x="5066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60" y="161"/>
                      <a:pt x="3418" y="161"/>
                    </a:cubicBezTo>
                    <a:cubicBezTo>
                      <a:pt x="2577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46" name="Freeform: Shape 16045">
                <a:extLst>
                  <a:ext uri="{FF2B5EF4-FFF2-40B4-BE49-F238E27FC236}">
                    <a16:creationId xmlns:a16="http://schemas.microsoft.com/office/drawing/2014/main" id="{56D769D3-5229-4067-433D-D18FD3DC078F}"/>
                  </a:ext>
                </a:extLst>
              </p:cNvPr>
              <p:cNvSpPr/>
              <p:nvPr/>
            </p:nvSpPr>
            <p:spPr>
              <a:xfrm>
                <a:off x="9539421" y="5527401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1" y="5578"/>
                    </a:cubicBezTo>
                    <a:cubicBezTo>
                      <a:pt x="6256" y="4983"/>
                      <a:pt x="6590" y="4175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5"/>
                      <a:pt x="581" y="4983"/>
                      <a:pt x="1176" y="5578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47" name="Freeform: Shape 16046">
                <a:extLst>
                  <a:ext uri="{FF2B5EF4-FFF2-40B4-BE49-F238E27FC236}">
                    <a16:creationId xmlns:a16="http://schemas.microsoft.com/office/drawing/2014/main" id="{B0F5C4F2-5079-AB63-5377-F8A10C244C56}"/>
                  </a:ext>
                </a:extLst>
              </p:cNvPr>
              <p:cNvSpPr/>
              <p:nvPr/>
            </p:nvSpPr>
            <p:spPr>
              <a:xfrm>
                <a:off x="9537899" y="5527756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48" name="Freeform: Shape 16047">
                <a:extLst>
                  <a:ext uri="{FF2B5EF4-FFF2-40B4-BE49-F238E27FC236}">
                    <a16:creationId xmlns:a16="http://schemas.microsoft.com/office/drawing/2014/main" id="{C9C0393C-770C-5095-A4D2-A2F87180D95E}"/>
                  </a:ext>
                </a:extLst>
              </p:cNvPr>
              <p:cNvSpPr/>
              <p:nvPr/>
            </p:nvSpPr>
            <p:spPr>
              <a:xfrm>
                <a:off x="9536111" y="5527430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1" y="5578"/>
                    </a:cubicBezTo>
                    <a:cubicBezTo>
                      <a:pt x="6255" y="4983"/>
                      <a:pt x="6590" y="4175"/>
                      <a:pt x="6590" y="3334"/>
                    </a:cubicBezTo>
                    <a:cubicBezTo>
                      <a:pt x="6590" y="2493"/>
                      <a:pt x="6255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1" y="1686"/>
                      <a:pt x="246" y="2493"/>
                      <a:pt x="246" y="3334"/>
                    </a:cubicBezTo>
                    <a:cubicBezTo>
                      <a:pt x="246" y="4175"/>
                      <a:pt x="581" y="4983"/>
                      <a:pt x="1175" y="5578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49" name="Freeform: Shape 16048">
                <a:extLst>
                  <a:ext uri="{FF2B5EF4-FFF2-40B4-BE49-F238E27FC236}">
                    <a16:creationId xmlns:a16="http://schemas.microsoft.com/office/drawing/2014/main" id="{5DBC9A1D-8F5B-5E73-43FA-AD50EAA10572}"/>
                  </a:ext>
                </a:extLst>
              </p:cNvPr>
              <p:cNvSpPr/>
              <p:nvPr/>
            </p:nvSpPr>
            <p:spPr>
              <a:xfrm>
                <a:off x="9534418" y="5527315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89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1" y="5578"/>
                    </a:cubicBezTo>
                    <a:cubicBezTo>
                      <a:pt x="6255" y="4983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1" y="1686"/>
                      <a:pt x="246" y="2493"/>
                      <a:pt x="246" y="3334"/>
                    </a:cubicBezTo>
                    <a:cubicBezTo>
                      <a:pt x="246" y="4175"/>
                      <a:pt x="581" y="4983"/>
                      <a:pt x="1175" y="5578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50" name="Freeform: Shape 16049">
                <a:extLst>
                  <a:ext uri="{FF2B5EF4-FFF2-40B4-BE49-F238E27FC236}">
                    <a16:creationId xmlns:a16="http://schemas.microsoft.com/office/drawing/2014/main" id="{25CBA09C-75E0-33B0-98FE-7A58408A6D05}"/>
                  </a:ext>
                </a:extLst>
              </p:cNvPr>
              <p:cNvSpPr/>
              <p:nvPr/>
            </p:nvSpPr>
            <p:spPr>
              <a:xfrm>
                <a:off x="9532836" y="5527470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0" y="5578"/>
                    </a:cubicBezTo>
                    <a:cubicBezTo>
                      <a:pt x="6255" y="4983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3"/>
                      <a:pt x="1175" y="5578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51" name="Freeform: Shape 16050">
                <a:extLst>
                  <a:ext uri="{FF2B5EF4-FFF2-40B4-BE49-F238E27FC236}">
                    <a16:creationId xmlns:a16="http://schemas.microsoft.com/office/drawing/2014/main" id="{CEE764CE-E533-E204-212B-E14881F9E73E}"/>
                  </a:ext>
                </a:extLst>
              </p:cNvPr>
              <p:cNvSpPr/>
              <p:nvPr/>
            </p:nvSpPr>
            <p:spPr>
              <a:xfrm>
                <a:off x="9531172" y="5527388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0" y="5578"/>
                    </a:cubicBezTo>
                    <a:cubicBezTo>
                      <a:pt x="6255" y="4983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3"/>
                      <a:pt x="1175" y="5578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52" name="Freeform: Shape 16051">
                <a:extLst>
                  <a:ext uri="{FF2B5EF4-FFF2-40B4-BE49-F238E27FC236}">
                    <a16:creationId xmlns:a16="http://schemas.microsoft.com/office/drawing/2014/main" id="{45B1D610-2374-7EC2-2672-7EA400D9943C}"/>
                  </a:ext>
                </a:extLst>
              </p:cNvPr>
              <p:cNvSpPr/>
              <p:nvPr/>
            </p:nvSpPr>
            <p:spPr>
              <a:xfrm>
                <a:off x="9529492" y="5527238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5" y="6172"/>
                      <a:pt x="5660" y="5578"/>
                    </a:cubicBezTo>
                    <a:cubicBezTo>
                      <a:pt x="6255" y="4983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9" y="161"/>
                      <a:pt x="3418" y="161"/>
                    </a:cubicBezTo>
                    <a:cubicBezTo>
                      <a:pt x="2576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3"/>
                      <a:pt x="1175" y="5578"/>
                    </a:cubicBezTo>
                    <a:cubicBezTo>
                      <a:pt x="1770" y="6172"/>
                      <a:pt x="2576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53" name="Freeform: Shape 16052">
                <a:extLst>
                  <a:ext uri="{FF2B5EF4-FFF2-40B4-BE49-F238E27FC236}">
                    <a16:creationId xmlns:a16="http://schemas.microsoft.com/office/drawing/2014/main" id="{E1C3CC00-829B-C777-31DE-D3108BA38F8F}"/>
                  </a:ext>
                </a:extLst>
              </p:cNvPr>
              <p:cNvSpPr/>
              <p:nvPr/>
            </p:nvSpPr>
            <p:spPr>
              <a:xfrm>
                <a:off x="9527735" y="5526850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9" y="6507"/>
                      <a:pt x="5065" y="6172"/>
                      <a:pt x="5660" y="5577"/>
                    </a:cubicBezTo>
                    <a:cubicBezTo>
                      <a:pt x="6255" y="4983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9" y="161"/>
                      <a:pt x="3417" y="161"/>
                    </a:cubicBezTo>
                    <a:cubicBezTo>
                      <a:pt x="2576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3"/>
                      <a:pt x="1175" y="5577"/>
                    </a:cubicBezTo>
                    <a:cubicBezTo>
                      <a:pt x="1770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54" name="Freeform: Shape 16053">
                <a:extLst>
                  <a:ext uri="{FF2B5EF4-FFF2-40B4-BE49-F238E27FC236}">
                    <a16:creationId xmlns:a16="http://schemas.microsoft.com/office/drawing/2014/main" id="{A8D74415-9F2F-662A-6935-A59912449950}"/>
                  </a:ext>
                </a:extLst>
              </p:cNvPr>
              <p:cNvSpPr/>
              <p:nvPr/>
            </p:nvSpPr>
            <p:spPr>
              <a:xfrm>
                <a:off x="9526067" y="5526676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60" y="5577"/>
                    </a:cubicBezTo>
                    <a:cubicBezTo>
                      <a:pt x="6255" y="4982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2"/>
                      <a:pt x="1175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55" name="Freeform: Shape 16054">
                <a:extLst>
                  <a:ext uri="{FF2B5EF4-FFF2-40B4-BE49-F238E27FC236}">
                    <a16:creationId xmlns:a16="http://schemas.microsoft.com/office/drawing/2014/main" id="{AC63F456-AFEF-215B-E221-B7883CB073AA}"/>
                  </a:ext>
                </a:extLst>
              </p:cNvPr>
              <p:cNvSpPr/>
              <p:nvPr/>
            </p:nvSpPr>
            <p:spPr>
              <a:xfrm>
                <a:off x="9524482" y="5526718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60" y="5577"/>
                    </a:cubicBezTo>
                    <a:cubicBezTo>
                      <a:pt x="6255" y="4982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2"/>
                      <a:pt x="1175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56" name="Freeform: Shape 16055">
                <a:extLst>
                  <a:ext uri="{FF2B5EF4-FFF2-40B4-BE49-F238E27FC236}">
                    <a16:creationId xmlns:a16="http://schemas.microsoft.com/office/drawing/2014/main" id="{62AE4972-EC45-A053-253A-A08151BB8CA8}"/>
                  </a:ext>
                </a:extLst>
              </p:cNvPr>
              <p:cNvSpPr/>
              <p:nvPr/>
            </p:nvSpPr>
            <p:spPr>
              <a:xfrm>
                <a:off x="9522899" y="5526750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60" y="5577"/>
                    </a:cubicBezTo>
                    <a:cubicBezTo>
                      <a:pt x="6254" y="4983"/>
                      <a:pt x="6589" y="4175"/>
                      <a:pt x="6589" y="3334"/>
                    </a:cubicBezTo>
                    <a:cubicBezTo>
                      <a:pt x="6589" y="2493"/>
                      <a:pt x="6254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80" y="1686"/>
                      <a:pt x="245" y="2493"/>
                      <a:pt x="245" y="3334"/>
                    </a:cubicBezTo>
                    <a:cubicBezTo>
                      <a:pt x="245" y="4175"/>
                      <a:pt x="580" y="4983"/>
                      <a:pt x="1174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57" name="Freeform: Shape 16056">
                <a:extLst>
                  <a:ext uri="{FF2B5EF4-FFF2-40B4-BE49-F238E27FC236}">
                    <a16:creationId xmlns:a16="http://schemas.microsoft.com/office/drawing/2014/main" id="{D67B3650-C366-A78C-BEF8-C0CCA6D5FB4A}"/>
                  </a:ext>
                </a:extLst>
              </p:cNvPr>
              <p:cNvSpPr/>
              <p:nvPr/>
            </p:nvSpPr>
            <p:spPr>
              <a:xfrm>
                <a:off x="9521357" y="5526884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7 h 6345"/>
                  <a:gd name="connsiteX2" fmla="*/ 6588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60" y="5577"/>
                    </a:cubicBezTo>
                    <a:cubicBezTo>
                      <a:pt x="6254" y="4983"/>
                      <a:pt x="6588" y="4175"/>
                      <a:pt x="6588" y="3334"/>
                    </a:cubicBezTo>
                    <a:cubicBezTo>
                      <a:pt x="6588" y="2493"/>
                      <a:pt x="6254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80" y="1686"/>
                      <a:pt x="245" y="2493"/>
                      <a:pt x="245" y="3334"/>
                    </a:cubicBezTo>
                    <a:cubicBezTo>
                      <a:pt x="245" y="4175"/>
                      <a:pt x="580" y="4983"/>
                      <a:pt x="1174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58" name="Freeform: Shape 16057">
                <a:extLst>
                  <a:ext uri="{FF2B5EF4-FFF2-40B4-BE49-F238E27FC236}">
                    <a16:creationId xmlns:a16="http://schemas.microsoft.com/office/drawing/2014/main" id="{165EC6C0-3ADD-030D-A810-CA183E5350CA}"/>
                  </a:ext>
                </a:extLst>
              </p:cNvPr>
              <p:cNvSpPr/>
              <p:nvPr/>
            </p:nvSpPr>
            <p:spPr>
              <a:xfrm>
                <a:off x="9519908" y="5527295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59" y="5578"/>
                    </a:cubicBezTo>
                    <a:cubicBezTo>
                      <a:pt x="6254" y="4983"/>
                      <a:pt x="6588" y="4175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5"/>
                      <a:pt x="579" y="4983"/>
                      <a:pt x="1174" y="5578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59" name="Freeform: Shape 16058">
                <a:extLst>
                  <a:ext uri="{FF2B5EF4-FFF2-40B4-BE49-F238E27FC236}">
                    <a16:creationId xmlns:a16="http://schemas.microsoft.com/office/drawing/2014/main" id="{B919CDDB-F58A-3094-9539-7144D0ABDD04}"/>
                  </a:ext>
                </a:extLst>
              </p:cNvPr>
              <p:cNvSpPr/>
              <p:nvPr/>
            </p:nvSpPr>
            <p:spPr>
              <a:xfrm>
                <a:off x="9518421" y="5527583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59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60" name="Freeform: Shape 16059">
                <a:extLst>
                  <a:ext uri="{FF2B5EF4-FFF2-40B4-BE49-F238E27FC236}">
                    <a16:creationId xmlns:a16="http://schemas.microsoft.com/office/drawing/2014/main" id="{C558B1A7-2CC8-6769-4D5A-65BB31ECC60B}"/>
                  </a:ext>
                </a:extLst>
              </p:cNvPr>
              <p:cNvSpPr/>
              <p:nvPr/>
            </p:nvSpPr>
            <p:spPr>
              <a:xfrm>
                <a:off x="9516560" y="5526654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4" y="6172"/>
                      <a:pt x="5659" y="5577"/>
                    </a:cubicBezTo>
                    <a:cubicBezTo>
                      <a:pt x="6254" y="4982"/>
                      <a:pt x="6588" y="4175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8" y="161"/>
                      <a:pt x="3417" y="161"/>
                    </a:cubicBezTo>
                    <a:cubicBezTo>
                      <a:pt x="2575" y="161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5"/>
                      <a:pt x="579" y="4982"/>
                      <a:pt x="1174" y="5577"/>
                    </a:cubicBezTo>
                    <a:cubicBezTo>
                      <a:pt x="1769" y="6172"/>
                      <a:pt x="2575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61" name="Freeform: Shape 16060">
                <a:extLst>
                  <a:ext uri="{FF2B5EF4-FFF2-40B4-BE49-F238E27FC236}">
                    <a16:creationId xmlns:a16="http://schemas.microsoft.com/office/drawing/2014/main" id="{A87CA976-845A-C24C-6D0F-C2870D3CD218}"/>
                  </a:ext>
                </a:extLst>
              </p:cNvPr>
              <p:cNvSpPr/>
              <p:nvPr/>
            </p:nvSpPr>
            <p:spPr>
              <a:xfrm>
                <a:off x="9514940" y="5526459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2"/>
                      <a:pt x="5659" y="5577"/>
                    </a:cubicBezTo>
                    <a:cubicBezTo>
                      <a:pt x="6254" y="4982"/>
                      <a:pt x="6588" y="4175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5"/>
                      <a:pt x="579" y="4982"/>
                      <a:pt x="1174" y="5577"/>
                    </a:cubicBezTo>
                    <a:cubicBezTo>
                      <a:pt x="1769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62" name="Freeform: Shape 16061">
                <a:extLst>
                  <a:ext uri="{FF2B5EF4-FFF2-40B4-BE49-F238E27FC236}">
                    <a16:creationId xmlns:a16="http://schemas.microsoft.com/office/drawing/2014/main" id="{1546B2AC-BE23-770E-D541-929AD89F63CD}"/>
                  </a:ext>
                </a:extLst>
              </p:cNvPr>
              <p:cNvSpPr/>
              <p:nvPr/>
            </p:nvSpPr>
            <p:spPr>
              <a:xfrm>
                <a:off x="9513290" y="5526138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2"/>
                      <a:pt x="5659" y="5577"/>
                    </a:cubicBezTo>
                    <a:cubicBezTo>
                      <a:pt x="6254" y="4982"/>
                      <a:pt x="6588" y="4175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5"/>
                      <a:pt x="579" y="4982"/>
                      <a:pt x="1174" y="5577"/>
                    </a:cubicBezTo>
                    <a:cubicBezTo>
                      <a:pt x="1768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63" name="Freeform: Shape 16062">
                <a:extLst>
                  <a:ext uri="{FF2B5EF4-FFF2-40B4-BE49-F238E27FC236}">
                    <a16:creationId xmlns:a16="http://schemas.microsoft.com/office/drawing/2014/main" id="{03E9CD68-AD22-1D33-2394-473183C4E886}"/>
                  </a:ext>
                </a:extLst>
              </p:cNvPr>
              <p:cNvSpPr/>
              <p:nvPr/>
            </p:nvSpPr>
            <p:spPr>
              <a:xfrm>
                <a:off x="9511748" y="5526152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5 w 6343"/>
                  <a:gd name="connsiteY6" fmla="*/ 3334 h 6345"/>
                  <a:gd name="connsiteX7" fmla="*/ 1173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2"/>
                      <a:pt x="5659" y="5577"/>
                    </a:cubicBezTo>
                    <a:cubicBezTo>
                      <a:pt x="6254" y="4982"/>
                      <a:pt x="6588" y="4175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3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5"/>
                      <a:pt x="579" y="4982"/>
                      <a:pt x="1173" y="5577"/>
                    </a:cubicBezTo>
                    <a:cubicBezTo>
                      <a:pt x="1768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64" name="Freeform: Shape 16063">
                <a:extLst>
                  <a:ext uri="{FF2B5EF4-FFF2-40B4-BE49-F238E27FC236}">
                    <a16:creationId xmlns:a16="http://schemas.microsoft.com/office/drawing/2014/main" id="{41466D0A-24A3-F42D-99B0-24D34DD9C4CF}"/>
                  </a:ext>
                </a:extLst>
              </p:cNvPr>
              <p:cNvSpPr/>
              <p:nvPr/>
            </p:nvSpPr>
            <p:spPr>
              <a:xfrm>
                <a:off x="9510224" y="5526214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2"/>
                      <a:pt x="5659" y="5577"/>
                    </a:cubicBezTo>
                    <a:cubicBezTo>
                      <a:pt x="6253" y="4982"/>
                      <a:pt x="6588" y="4175"/>
                      <a:pt x="6588" y="3334"/>
                    </a:cubicBezTo>
                    <a:cubicBezTo>
                      <a:pt x="6588" y="2493"/>
                      <a:pt x="6253" y="1686"/>
                      <a:pt x="5659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3" y="1091"/>
                    </a:cubicBezTo>
                    <a:cubicBezTo>
                      <a:pt x="579" y="1686"/>
                      <a:pt x="244" y="2493"/>
                      <a:pt x="244" y="3334"/>
                    </a:cubicBezTo>
                    <a:cubicBezTo>
                      <a:pt x="244" y="4175"/>
                      <a:pt x="579" y="4982"/>
                      <a:pt x="1173" y="5577"/>
                    </a:cubicBezTo>
                    <a:cubicBezTo>
                      <a:pt x="1768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65" name="Freeform: Shape 16064">
                <a:extLst>
                  <a:ext uri="{FF2B5EF4-FFF2-40B4-BE49-F238E27FC236}">
                    <a16:creationId xmlns:a16="http://schemas.microsoft.com/office/drawing/2014/main" id="{AE4F66F3-749E-2A23-FF1F-C98CFDF28D95}"/>
                  </a:ext>
                </a:extLst>
              </p:cNvPr>
              <p:cNvSpPr/>
              <p:nvPr/>
            </p:nvSpPr>
            <p:spPr>
              <a:xfrm>
                <a:off x="9508815" y="5526672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7 h 6345"/>
                  <a:gd name="connsiteX2" fmla="*/ 6587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2"/>
                      <a:pt x="5659" y="5577"/>
                    </a:cubicBezTo>
                    <a:cubicBezTo>
                      <a:pt x="6253" y="4982"/>
                      <a:pt x="6587" y="4175"/>
                      <a:pt x="6587" y="3334"/>
                    </a:cubicBezTo>
                    <a:cubicBezTo>
                      <a:pt x="6587" y="2493"/>
                      <a:pt x="6253" y="1686"/>
                      <a:pt x="5659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3" y="1091"/>
                    </a:cubicBezTo>
                    <a:cubicBezTo>
                      <a:pt x="579" y="1686"/>
                      <a:pt x="244" y="2493"/>
                      <a:pt x="244" y="3334"/>
                    </a:cubicBezTo>
                    <a:cubicBezTo>
                      <a:pt x="244" y="4175"/>
                      <a:pt x="579" y="4982"/>
                      <a:pt x="1173" y="5577"/>
                    </a:cubicBezTo>
                    <a:cubicBezTo>
                      <a:pt x="1768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66" name="Freeform: Shape 16065">
                <a:extLst>
                  <a:ext uri="{FF2B5EF4-FFF2-40B4-BE49-F238E27FC236}">
                    <a16:creationId xmlns:a16="http://schemas.microsoft.com/office/drawing/2014/main" id="{EC4EE8C2-06B6-B468-497C-86A50D8430C7}"/>
                  </a:ext>
                </a:extLst>
              </p:cNvPr>
              <p:cNvSpPr/>
              <p:nvPr/>
            </p:nvSpPr>
            <p:spPr>
              <a:xfrm>
                <a:off x="9507277" y="5526657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8 w 6343"/>
                  <a:gd name="connsiteY1" fmla="*/ 5577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2"/>
                      <a:pt x="5658" y="5577"/>
                    </a:cubicBezTo>
                    <a:cubicBezTo>
                      <a:pt x="6253" y="4982"/>
                      <a:pt x="6587" y="4175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5"/>
                      <a:pt x="578" y="4982"/>
                      <a:pt x="1173" y="5577"/>
                    </a:cubicBezTo>
                    <a:cubicBezTo>
                      <a:pt x="1768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67" name="Freeform: Shape 16066">
                <a:extLst>
                  <a:ext uri="{FF2B5EF4-FFF2-40B4-BE49-F238E27FC236}">
                    <a16:creationId xmlns:a16="http://schemas.microsoft.com/office/drawing/2014/main" id="{D9BFB4BA-67AA-349E-8FC9-F72116ACFE21}"/>
                  </a:ext>
                </a:extLst>
              </p:cNvPr>
              <p:cNvSpPr/>
              <p:nvPr/>
            </p:nvSpPr>
            <p:spPr>
              <a:xfrm>
                <a:off x="9505802" y="5526864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8 w 6343"/>
                  <a:gd name="connsiteY1" fmla="*/ 5577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2"/>
                      <a:pt x="5658" y="5577"/>
                    </a:cubicBezTo>
                    <a:cubicBezTo>
                      <a:pt x="6253" y="4983"/>
                      <a:pt x="6587" y="4175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5"/>
                      <a:pt x="578" y="4983"/>
                      <a:pt x="1173" y="5577"/>
                    </a:cubicBezTo>
                    <a:cubicBezTo>
                      <a:pt x="1768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68" name="Freeform: Shape 16067">
                <a:extLst>
                  <a:ext uri="{FF2B5EF4-FFF2-40B4-BE49-F238E27FC236}">
                    <a16:creationId xmlns:a16="http://schemas.microsoft.com/office/drawing/2014/main" id="{763CEBFB-FA6B-450F-7A6E-A13666B718B5}"/>
                  </a:ext>
                </a:extLst>
              </p:cNvPr>
              <p:cNvSpPr/>
              <p:nvPr/>
            </p:nvSpPr>
            <p:spPr>
              <a:xfrm>
                <a:off x="9504298" y="5526945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8 w 6343"/>
                  <a:gd name="connsiteY1" fmla="*/ 5577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3" y="6172"/>
                      <a:pt x="5658" y="5577"/>
                    </a:cubicBezTo>
                    <a:cubicBezTo>
                      <a:pt x="6253" y="4983"/>
                      <a:pt x="6587" y="4175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7" y="161"/>
                      <a:pt x="3416" y="161"/>
                    </a:cubicBezTo>
                    <a:cubicBezTo>
                      <a:pt x="2574" y="161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5"/>
                      <a:pt x="578" y="4983"/>
                      <a:pt x="1173" y="5577"/>
                    </a:cubicBezTo>
                    <a:cubicBezTo>
                      <a:pt x="1768" y="6172"/>
                      <a:pt x="2574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69" name="Freeform: Shape 16068">
                <a:extLst>
                  <a:ext uri="{FF2B5EF4-FFF2-40B4-BE49-F238E27FC236}">
                    <a16:creationId xmlns:a16="http://schemas.microsoft.com/office/drawing/2014/main" id="{8B94DF47-8D93-8B42-7C9D-FB40C6CA1AF6}"/>
                  </a:ext>
                </a:extLst>
              </p:cNvPr>
              <p:cNvSpPr/>
              <p:nvPr/>
            </p:nvSpPr>
            <p:spPr>
              <a:xfrm>
                <a:off x="9502737" y="5526783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7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7" y="6507"/>
                      <a:pt x="5063" y="6172"/>
                      <a:pt x="5658" y="5577"/>
                    </a:cubicBezTo>
                    <a:cubicBezTo>
                      <a:pt x="6253" y="4983"/>
                      <a:pt x="6587" y="4175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7" y="161"/>
                      <a:pt x="3415" y="161"/>
                    </a:cubicBezTo>
                    <a:cubicBezTo>
                      <a:pt x="2574" y="161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5"/>
                      <a:pt x="578" y="4983"/>
                      <a:pt x="1173" y="5577"/>
                    </a:cubicBezTo>
                    <a:cubicBezTo>
                      <a:pt x="1768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70" name="Freeform: Shape 16069">
                <a:extLst>
                  <a:ext uri="{FF2B5EF4-FFF2-40B4-BE49-F238E27FC236}">
                    <a16:creationId xmlns:a16="http://schemas.microsoft.com/office/drawing/2014/main" id="{6DFC2A0D-9652-6E2F-E8AA-CBBE8393324E}"/>
                  </a:ext>
                </a:extLst>
              </p:cNvPr>
              <p:cNvSpPr/>
              <p:nvPr/>
            </p:nvSpPr>
            <p:spPr>
              <a:xfrm>
                <a:off x="9501151" y="5526494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7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2"/>
                      <a:pt x="5658" y="5577"/>
                    </a:cubicBezTo>
                    <a:cubicBezTo>
                      <a:pt x="6253" y="4982"/>
                      <a:pt x="6587" y="4175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5"/>
                      <a:pt x="578" y="4982"/>
                      <a:pt x="1173" y="5577"/>
                    </a:cubicBezTo>
                    <a:cubicBezTo>
                      <a:pt x="1767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71" name="Freeform: Shape 16070">
                <a:extLst>
                  <a:ext uri="{FF2B5EF4-FFF2-40B4-BE49-F238E27FC236}">
                    <a16:creationId xmlns:a16="http://schemas.microsoft.com/office/drawing/2014/main" id="{D9E3557C-6DA9-4BBE-B6D1-F143254B10D5}"/>
                  </a:ext>
                </a:extLst>
              </p:cNvPr>
              <p:cNvSpPr/>
              <p:nvPr/>
            </p:nvSpPr>
            <p:spPr>
              <a:xfrm>
                <a:off x="9499696" y="5526721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7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2"/>
                      <a:pt x="5658" y="5577"/>
                    </a:cubicBezTo>
                    <a:cubicBezTo>
                      <a:pt x="6253" y="4982"/>
                      <a:pt x="6587" y="4175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5"/>
                      <a:pt x="578" y="4982"/>
                      <a:pt x="1173" y="5577"/>
                    </a:cubicBezTo>
                    <a:cubicBezTo>
                      <a:pt x="1767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72" name="Freeform: Shape 16071">
                <a:extLst>
                  <a:ext uri="{FF2B5EF4-FFF2-40B4-BE49-F238E27FC236}">
                    <a16:creationId xmlns:a16="http://schemas.microsoft.com/office/drawing/2014/main" id="{D5D0A126-041D-C158-9ABA-A0192D41621E}"/>
                  </a:ext>
                </a:extLst>
              </p:cNvPr>
              <p:cNvSpPr/>
              <p:nvPr/>
            </p:nvSpPr>
            <p:spPr>
              <a:xfrm>
                <a:off x="9496613" y="5526385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7 h 6345"/>
                  <a:gd name="connsiteX2" fmla="*/ 6586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2"/>
                      <a:pt x="5658" y="5577"/>
                    </a:cubicBezTo>
                    <a:cubicBezTo>
                      <a:pt x="6252" y="4982"/>
                      <a:pt x="6586" y="4175"/>
                      <a:pt x="6586" y="3334"/>
                    </a:cubicBezTo>
                    <a:cubicBezTo>
                      <a:pt x="6586" y="2493"/>
                      <a:pt x="6252" y="1686"/>
                      <a:pt x="5658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2" y="1091"/>
                    </a:cubicBezTo>
                    <a:cubicBezTo>
                      <a:pt x="578" y="1686"/>
                      <a:pt x="243" y="2493"/>
                      <a:pt x="243" y="3334"/>
                    </a:cubicBezTo>
                    <a:cubicBezTo>
                      <a:pt x="243" y="4175"/>
                      <a:pt x="578" y="4982"/>
                      <a:pt x="1172" y="5577"/>
                    </a:cubicBezTo>
                    <a:cubicBezTo>
                      <a:pt x="1767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73" name="Freeform: Shape 16072">
                <a:extLst>
                  <a:ext uri="{FF2B5EF4-FFF2-40B4-BE49-F238E27FC236}">
                    <a16:creationId xmlns:a16="http://schemas.microsoft.com/office/drawing/2014/main" id="{C3AA34B6-32DC-B442-B6DA-7E22434033ED}"/>
                  </a:ext>
                </a:extLst>
              </p:cNvPr>
              <p:cNvSpPr/>
              <p:nvPr/>
            </p:nvSpPr>
            <p:spPr>
              <a:xfrm>
                <a:off x="9495084" y="5526231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2"/>
                      <a:pt x="5657" y="5577"/>
                    </a:cubicBezTo>
                    <a:cubicBezTo>
                      <a:pt x="6252" y="4982"/>
                      <a:pt x="6586" y="4175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5"/>
                      <a:pt x="577" y="4982"/>
                      <a:pt x="1172" y="5577"/>
                    </a:cubicBezTo>
                    <a:cubicBezTo>
                      <a:pt x="1767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74" name="Freeform: Shape 16073">
                <a:extLst>
                  <a:ext uri="{FF2B5EF4-FFF2-40B4-BE49-F238E27FC236}">
                    <a16:creationId xmlns:a16="http://schemas.microsoft.com/office/drawing/2014/main" id="{CEB0DE01-8480-D856-39FF-D837C4D3B725}"/>
                  </a:ext>
                </a:extLst>
              </p:cNvPr>
              <p:cNvSpPr/>
              <p:nvPr/>
            </p:nvSpPr>
            <p:spPr>
              <a:xfrm>
                <a:off x="9493572" y="5526126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2"/>
                      <a:pt x="5657" y="5577"/>
                    </a:cubicBezTo>
                    <a:cubicBezTo>
                      <a:pt x="6252" y="4982"/>
                      <a:pt x="6586" y="4175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5"/>
                      <a:pt x="577" y="4982"/>
                      <a:pt x="1172" y="5577"/>
                    </a:cubicBezTo>
                    <a:cubicBezTo>
                      <a:pt x="1767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75" name="Freeform: Shape 16074">
                <a:extLst>
                  <a:ext uri="{FF2B5EF4-FFF2-40B4-BE49-F238E27FC236}">
                    <a16:creationId xmlns:a16="http://schemas.microsoft.com/office/drawing/2014/main" id="{77B39D4F-1C3E-DFD7-7159-85767B717946}"/>
                  </a:ext>
                </a:extLst>
              </p:cNvPr>
              <p:cNvSpPr/>
              <p:nvPr/>
            </p:nvSpPr>
            <p:spPr>
              <a:xfrm>
                <a:off x="9491990" y="5525658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0 h 6345"/>
                  <a:gd name="connsiteX4" fmla="*/ 3415 w 6343"/>
                  <a:gd name="connsiteY4" fmla="*/ 161 h 6345"/>
                  <a:gd name="connsiteX5" fmla="*/ 1172 w 6343"/>
                  <a:gd name="connsiteY5" fmla="*/ 1090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2" y="6172"/>
                      <a:pt x="5657" y="5577"/>
                    </a:cubicBezTo>
                    <a:cubicBezTo>
                      <a:pt x="6252" y="4982"/>
                      <a:pt x="6586" y="4175"/>
                      <a:pt x="6586" y="3334"/>
                    </a:cubicBezTo>
                    <a:cubicBezTo>
                      <a:pt x="6586" y="2493"/>
                      <a:pt x="6252" y="1685"/>
                      <a:pt x="5657" y="1090"/>
                    </a:cubicBezTo>
                    <a:cubicBezTo>
                      <a:pt x="5062" y="496"/>
                      <a:pt x="4256" y="161"/>
                      <a:pt x="3415" y="161"/>
                    </a:cubicBezTo>
                    <a:cubicBezTo>
                      <a:pt x="2573" y="161"/>
                      <a:pt x="1767" y="496"/>
                      <a:pt x="1172" y="1090"/>
                    </a:cubicBezTo>
                    <a:cubicBezTo>
                      <a:pt x="577" y="1685"/>
                      <a:pt x="243" y="2493"/>
                      <a:pt x="243" y="3334"/>
                    </a:cubicBezTo>
                    <a:cubicBezTo>
                      <a:pt x="243" y="4175"/>
                      <a:pt x="577" y="4982"/>
                      <a:pt x="1172" y="5577"/>
                    </a:cubicBezTo>
                    <a:cubicBezTo>
                      <a:pt x="1767" y="6172"/>
                      <a:pt x="2573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76" name="Freeform: Shape 16075">
                <a:extLst>
                  <a:ext uri="{FF2B5EF4-FFF2-40B4-BE49-F238E27FC236}">
                    <a16:creationId xmlns:a16="http://schemas.microsoft.com/office/drawing/2014/main" id="{E17832FA-F783-8F5A-60BF-628091AECDB3}"/>
                  </a:ext>
                </a:extLst>
              </p:cNvPr>
              <p:cNvSpPr/>
              <p:nvPr/>
            </p:nvSpPr>
            <p:spPr>
              <a:xfrm>
                <a:off x="9490509" y="5525651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0 h 6345"/>
                  <a:gd name="connsiteX4" fmla="*/ 3414 w 6343"/>
                  <a:gd name="connsiteY4" fmla="*/ 161 h 6345"/>
                  <a:gd name="connsiteX5" fmla="*/ 1172 w 6343"/>
                  <a:gd name="connsiteY5" fmla="*/ 1090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6" y="6507"/>
                      <a:pt x="5062" y="6172"/>
                      <a:pt x="5657" y="5577"/>
                    </a:cubicBezTo>
                    <a:cubicBezTo>
                      <a:pt x="6252" y="4982"/>
                      <a:pt x="6586" y="4175"/>
                      <a:pt x="6586" y="3334"/>
                    </a:cubicBezTo>
                    <a:cubicBezTo>
                      <a:pt x="6586" y="2493"/>
                      <a:pt x="6252" y="1685"/>
                      <a:pt x="5657" y="1090"/>
                    </a:cubicBezTo>
                    <a:cubicBezTo>
                      <a:pt x="5062" y="496"/>
                      <a:pt x="4256" y="161"/>
                      <a:pt x="3414" y="161"/>
                    </a:cubicBezTo>
                    <a:cubicBezTo>
                      <a:pt x="2573" y="161"/>
                      <a:pt x="1767" y="496"/>
                      <a:pt x="1172" y="1090"/>
                    </a:cubicBezTo>
                    <a:cubicBezTo>
                      <a:pt x="577" y="1685"/>
                      <a:pt x="243" y="2493"/>
                      <a:pt x="243" y="3334"/>
                    </a:cubicBezTo>
                    <a:cubicBezTo>
                      <a:pt x="243" y="4175"/>
                      <a:pt x="577" y="4982"/>
                      <a:pt x="1172" y="5577"/>
                    </a:cubicBezTo>
                    <a:cubicBezTo>
                      <a:pt x="1767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77" name="Freeform: Shape 16076">
                <a:extLst>
                  <a:ext uri="{FF2B5EF4-FFF2-40B4-BE49-F238E27FC236}">
                    <a16:creationId xmlns:a16="http://schemas.microsoft.com/office/drawing/2014/main" id="{6D084C95-AE39-EFCE-B023-1035DA6A3E68}"/>
                  </a:ext>
                </a:extLst>
              </p:cNvPr>
              <p:cNvSpPr/>
              <p:nvPr/>
            </p:nvSpPr>
            <p:spPr>
              <a:xfrm>
                <a:off x="9488951" y="5525221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0 h 6345"/>
                  <a:gd name="connsiteX4" fmla="*/ 3414 w 6343"/>
                  <a:gd name="connsiteY4" fmla="*/ 161 h 6345"/>
                  <a:gd name="connsiteX5" fmla="*/ 1172 w 6343"/>
                  <a:gd name="connsiteY5" fmla="*/ 1090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7" y="5577"/>
                    </a:cubicBezTo>
                    <a:cubicBezTo>
                      <a:pt x="6252" y="4982"/>
                      <a:pt x="6586" y="4175"/>
                      <a:pt x="6586" y="3334"/>
                    </a:cubicBezTo>
                    <a:cubicBezTo>
                      <a:pt x="6586" y="2492"/>
                      <a:pt x="6252" y="1685"/>
                      <a:pt x="5657" y="1090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2" y="1090"/>
                    </a:cubicBezTo>
                    <a:cubicBezTo>
                      <a:pt x="577" y="1685"/>
                      <a:pt x="243" y="2492"/>
                      <a:pt x="243" y="3334"/>
                    </a:cubicBezTo>
                    <a:cubicBezTo>
                      <a:pt x="243" y="4175"/>
                      <a:pt x="577" y="4982"/>
                      <a:pt x="1172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78" name="Freeform: Shape 16077">
                <a:extLst>
                  <a:ext uri="{FF2B5EF4-FFF2-40B4-BE49-F238E27FC236}">
                    <a16:creationId xmlns:a16="http://schemas.microsoft.com/office/drawing/2014/main" id="{F0309869-3D76-FAD1-E684-1BD047F2C927}"/>
                  </a:ext>
                </a:extLst>
              </p:cNvPr>
              <p:cNvSpPr/>
              <p:nvPr/>
            </p:nvSpPr>
            <p:spPr>
              <a:xfrm>
                <a:off x="9487411" y="5524839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0 h 6345"/>
                  <a:gd name="connsiteX4" fmla="*/ 3414 w 6343"/>
                  <a:gd name="connsiteY4" fmla="*/ 161 h 6345"/>
                  <a:gd name="connsiteX5" fmla="*/ 1172 w 6343"/>
                  <a:gd name="connsiteY5" fmla="*/ 1090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7" y="5577"/>
                    </a:cubicBezTo>
                    <a:cubicBezTo>
                      <a:pt x="6252" y="4982"/>
                      <a:pt x="6586" y="4175"/>
                      <a:pt x="6586" y="3334"/>
                    </a:cubicBezTo>
                    <a:cubicBezTo>
                      <a:pt x="6586" y="2492"/>
                      <a:pt x="6252" y="1685"/>
                      <a:pt x="5657" y="1090"/>
                    </a:cubicBezTo>
                    <a:cubicBezTo>
                      <a:pt x="5062" y="495"/>
                      <a:pt x="4255" y="161"/>
                      <a:pt x="3414" y="161"/>
                    </a:cubicBezTo>
                    <a:cubicBezTo>
                      <a:pt x="2573" y="161"/>
                      <a:pt x="1766" y="495"/>
                      <a:pt x="1172" y="1090"/>
                    </a:cubicBezTo>
                    <a:cubicBezTo>
                      <a:pt x="577" y="1685"/>
                      <a:pt x="243" y="2492"/>
                      <a:pt x="243" y="3334"/>
                    </a:cubicBezTo>
                    <a:cubicBezTo>
                      <a:pt x="243" y="4175"/>
                      <a:pt x="577" y="4982"/>
                      <a:pt x="1172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79" name="Freeform: Shape 16078">
                <a:extLst>
                  <a:ext uri="{FF2B5EF4-FFF2-40B4-BE49-F238E27FC236}">
                    <a16:creationId xmlns:a16="http://schemas.microsoft.com/office/drawing/2014/main" id="{C1D6FE17-25E1-5C7D-A7B2-A54F73988218}"/>
                  </a:ext>
                </a:extLst>
              </p:cNvPr>
              <p:cNvSpPr/>
              <p:nvPr/>
            </p:nvSpPr>
            <p:spPr>
              <a:xfrm>
                <a:off x="9485856" y="5524330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0 h 6345"/>
                  <a:gd name="connsiteX4" fmla="*/ 3414 w 6343"/>
                  <a:gd name="connsiteY4" fmla="*/ 161 h 6345"/>
                  <a:gd name="connsiteX5" fmla="*/ 1171 w 6343"/>
                  <a:gd name="connsiteY5" fmla="*/ 1090 h 6345"/>
                  <a:gd name="connsiteX6" fmla="*/ 243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7" y="5577"/>
                    </a:cubicBezTo>
                    <a:cubicBezTo>
                      <a:pt x="6251" y="4982"/>
                      <a:pt x="6586" y="4175"/>
                      <a:pt x="6586" y="3334"/>
                    </a:cubicBezTo>
                    <a:cubicBezTo>
                      <a:pt x="6586" y="2492"/>
                      <a:pt x="6251" y="1685"/>
                      <a:pt x="5657" y="1090"/>
                    </a:cubicBezTo>
                    <a:cubicBezTo>
                      <a:pt x="5062" y="495"/>
                      <a:pt x="4255" y="161"/>
                      <a:pt x="3414" y="161"/>
                    </a:cubicBezTo>
                    <a:cubicBezTo>
                      <a:pt x="2573" y="161"/>
                      <a:pt x="1766" y="495"/>
                      <a:pt x="1171" y="1090"/>
                    </a:cubicBezTo>
                    <a:cubicBezTo>
                      <a:pt x="577" y="1685"/>
                      <a:pt x="243" y="2492"/>
                      <a:pt x="243" y="3334"/>
                    </a:cubicBezTo>
                    <a:cubicBezTo>
                      <a:pt x="243" y="4175"/>
                      <a:pt x="577" y="4982"/>
                      <a:pt x="1171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80" name="Freeform: Shape 16079">
                <a:extLst>
                  <a:ext uri="{FF2B5EF4-FFF2-40B4-BE49-F238E27FC236}">
                    <a16:creationId xmlns:a16="http://schemas.microsoft.com/office/drawing/2014/main" id="{09056A1E-BF91-6AA2-E069-35C0C1B7A743}"/>
                  </a:ext>
                </a:extLst>
              </p:cNvPr>
              <p:cNvSpPr/>
              <p:nvPr/>
            </p:nvSpPr>
            <p:spPr>
              <a:xfrm>
                <a:off x="9484442" y="5524580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0 h 6345"/>
                  <a:gd name="connsiteX4" fmla="*/ 3414 w 6343"/>
                  <a:gd name="connsiteY4" fmla="*/ 161 h 6345"/>
                  <a:gd name="connsiteX5" fmla="*/ 1171 w 6343"/>
                  <a:gd name="connsiteY5" fmla="*/ 1090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7" y="5577"/>
                    </a:cubicBezTo>
                    <a:cubicBezTo>
                      <a:pt x="6251" y="4982"/>
                      <a:pt x="6586" y="4175"/>
                      <a:pt x="6586" y="3334"/>
                    </a:cubicBezTo>
                    <a:cubicBezTo>
                      <a:pt x="6586" y="2492"/>
                      <a:pt x="6251" y="1685"/>
                      <a:pt x="5657" y="1090"/>
                    </a:cubicBezTo>
                    <a:cubicBezTo>
                      <a:pt x="5062" y="495"/>
                      <a:pt x="4255" y="161"/>
                      <a:pt x="3414" y="161"/>
                    </a:cubicBezTo>
                    <a:cubicBezTo>
                      <a:pt x="2573" y="161"/>
                      <a:pt x="1766" y="495"/>
                      <a:pt x="1171" y="1090"/>
                    </a:cubicBezTo>
                    <a:cubicBezTo>
                      <a:pt x="577" y="1685"/>
                      <a:pt x="242" y="2492"/>
                      <a:pt x="242" y="3334"/>
                    </a:cubicBezTo>
                    <a:cubicBezTo>
                      <a:pt x="242" y="4175"/>
                      <a:pt x="577" y="4982"/>
                      <a:pt x="1171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81" name="Freeform: Shape 16080">
                <a:extLst>
                  <a:ext uri="{FF2B5EF4-FFF2-40B4-BE49-F238E27FC236}">
                    <a16:creationId xmlns:a16="http://schemas.microsoft.com/office/drawing/2014/main" id="{509B5799-8F4F-FECD-9E8B-9BCE8E79B88B}"/>
                  </a:ext>
                </a:extLst>
              </p:cNvPr>
              <p:cNvSpPr/>
              <p:nvPr/>
            </p:nvSpPr>
            <p:spPr>
              <a:xfrm>
                <a:off x="9482958" y="5524406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0 h 6345"/>
                  <a:gd name="connsiteX4" fmla="*/ 3414 w 6343"/>
                  <a:gd name="connsiteY4" fmla="*/ 161 h 6345"/>
                  <a:gd name="connsiteX5" fmla="*/ 1171 w 6343"/>
                  <a:gd name="connsiteY5" fmla="*/ 1090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6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2"/>
                      <a:pt x="6251" y="1685"/>
                      <a:pt x="5656" y="1090"/>
                    </a:cubicBezTo>
                    <a:cubicBezTo>
                      <a:pt x="5062" y="495"/>
                      <a:pt x="4255" y="161"/>
                      <a:pt x="3414" y="161"/>
                    </a:cubicBezTo>
                    <a:cubicBezTo>
                      <a:pt x="2573" y="161"/>
                      <a:pt x="1766" y="495"/>
                      <a:pt x="1171" y="1090"/>
                    </a:cubicBezTo>
                    <a:cubicBezTo>
                      <a:pt x="576" y="1685"/>
                      <a:pt x="242" y="2492"/>
                      <a:pt x="242" y="3334"/>
                    </a:cubicBezTo>
                    <a:cubicBezTo>
                      <a:pt x="242" y="4175"/>
                      <a:pt x="576" y="4982"/>
                      <a:pt x="1171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82" name="Freeform: Shape 16081">
                <a:extLst>
                  <a:ext uri="{FF2B5EF4-FFF2-40B4-BE49-F238E27FC236}">
                    <a16:creationId xmlns:a16="http://schemas.microsoft.com/office/drawing/2014/main" id="{E731C6A0-FA07-6233-8D65-A3013DC01CC8}"/>
                  </a:ext>
                </a:extLst>
              </p:cNvPr>
              <p:cNvSpPr/>
              <p:nvPr/>
            </p:nvSpPr>
            <p:spPr>
              <a:xfrm>
                <a:off x="9481601" y="5524995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0 h 6345"/>
                  <a:gd name="connsiteX4" fmla="*/ 3414 w 6343"/>
                  <a:gd name="connsiteY4" fmla="*/ 161 h 6345"/>
                  <a:gd name="connsiteX5" fmla="*/ 1171 w 6343"/>
                  <a:gd name="connsiteY5" fmla="*/ 1090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6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2"/>
                      <a:pt x="6251" y="1685"/>
                      <a:pt x="5656" y="1090"/>
                    </a:cubicBezTo>
                    <a:cubicBezTo>
                      <a:pt x="5062" y="495"/>
                      <a:pt x="4255" y="161"/>
                      <a:pt x="3414" y="161"/>
                    </a:cubicBezTo>
                    <a:cubicBezTo>
                      <a:pt x="2573" y="161"/>
                      <a:pt x="1766" y="495"/>
                      <a:pt x="1171" y="1090"/>
                    </a:cubicBezTo>
                    <a:cubicBezTo>
                      <a:pt x="576" y="1685"/>
                      <a:pt x="242" y="2492"/>
                      <a:pt x="242" y="3334"/>
                    </a:cubicBezTo>
                    <a:cubicBezTo>
                      <a:pt x="242" y="4175"/>
                      <a:pt x="576" y="4982"/>
                      <a:pt x="1171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83" name="Freeform: Shape 16082">
                <a:extLst>
                  <a:ext uri="{FF2B5EF4-FFF2-40B4-BE49-F238E27FC236}">
                    <a16:creationId xmlns:a16="http://schemas.microsoft.com/office/drawing/2014/main" id="{A30B4C48-4796-F848-6284-4512EE464A94}"/>
                  </a:ext>
                </a:extLst>
              </p:cNvPr>
              <p:cNvSpPr/>
              <p:nvPr/>
            </p:nvSpPr>
            <p:spPr>
              <a:xfrm>
                <a:off x="9480165" y="5525100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0 h 6345"/>
                  <a:gd name="connsiteX4" fmla="*/ 3414 w 6343"/>
                  <a:gd name="connsiteY4" fmla="*/ 161 h 6345"/>
                  <a:gd name="connsiteX5" fmla="*/ 1171 w 6343"/>
                  <a:gd name="connsiteY5" fmla="*/ 1090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6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2"/>
                      <a:pt x="6251" y="1685"/>
                      <a:pt x="5656" y="1090"/>
                    </a:cubicBezTo>
                    <a:cubicBezTo>
                      <a:pt x="5062" y="495"/>
                      <a:pt x="4255" y="161"/>
                      <a:pt x="3414" y="161"/>
                    </a:cubicBezTo>
                    <a:cubicBezTo>
                      <a:pt x="2573" y="161"/>
                      <a:pt x="1766" y="495"/>
                      <a:pt x="1171" y="1090"/>
                    </a:cubicBezTo>
                    <a:cubicBezTo>
                      <a:pt x="576" y="1685"/>
                      <a:pt x="242" y="2492"/>
                      <a:pt x="242" y="3334"/>
                    </a:cubicBezTo>
                    <a:cubicBezTo>
                      <a:pt x="242" y="4175"/>
                      <a:pt x="576" y="4982"/>
                      <a:pt x="1171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84" name="Freeform: Shape 16083">
                <a:extLst>
                  <a:ext uri="{FF2B5EF4-FFF2-40B4-BE49-F238E27FC236}">
                    <a16:creationId xmlns:a16="http://schemas.microsoft.com/office/drawing/2014/main" id="{76490505-211F-72AB-DA3B-D67E93DFF605}"/>
                  </a:ext>
                </a:extLst>
              </p:cNvPr>
              <p:cNvSpPr/>
              <p:nvPr/>
            </p:nvSpPr>
            <p:spPr>
              <a:xfrm>
                <a:off x="9478694" y="5524958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0 h 6345"/>
                  <a:gd name="connsiteX4" fmla="*/ 3414 w 6343"/>
                  <a:gd name="connsiteY4" fmla="*/ 161 h 6345"/>
                  <a:gd name="connsiteX5" fmla="*/ 1171 w 6343"/>
                  <a:gd name="connsiteY5" fmla="*/ 1090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1" y="6172"/>
                      <a:pt x="5656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2"/>
                      <a:pt x="6251" y="1685"/>
                      <a:pt x="5656" y="1090"/>
                    </a:cubicBezTo>
                    <a:cubicBezTo>
                      <a:pt x="5061" y="495"/>
                      <a:pt x="4255" y="161"/>
                      <a:pt x="3414" y="161"/>
                    </a:cubicBezTo>
                    <a:cubicBezTo>
                      <a:pt x="2572" y="161"/>
                      <a:pt x="1766" y="495"/>
                      <a:pt x="1171" y="1090"/>
                    </a:cubicBezTo>
                    <a:cubicBezTo>
                      <a:pt x="576" y="1685"/>
                      <a:pt x="242" y="2492"/>
                      <a:pt x="242" y="3334"/>
                    </a:cubicBezTo>
                    <a:cubicBezTo>
                      <a:pt x="242" y="4175"/>
                      <a:pt x="576" y="4982"/>
                      <a:pt x="1171" y="5577"/>
                    </a:cubicBezTo>
                    <a:cubicBezTo>
                      <a:pt x="1766" y="6172"/>
                      <a:pt x="2572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85" name="Freeform: Shape 16084">
                <a:extLst>
                  <a:ext uri="{FF2B5EF4-FFF2-40B4-BE49-F238E27FC236}">
                    <a16:creationId xmlns:a16="http://schemas.microsoft.com/office/drawing/2014/main" id="{0C63FF3E-FC97-CF7A-8DCC-BEDDB982C0AD}"/>
                  </a:ext>
                </a:extLst>
              </p:cNvPr>
              <p:cNvSpPr/>
              <p:nvPr/>
            </p:nvSpPr>
            <p:spPr>
              <a:xfrm>
                <a:off x="9477336" y="5525582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0 h 6345"/>
                  <a:gd name="connsiteX4" fmla="*/ 3413 w 6343"/>
                  <a:gd name="connsiteY4" fmla="*/ 161 h 6345"/>
                  <a:gd name="connsiteX5" fmla="*/ 1171 w 6343"/>
                  <a:gd name="connsiteY5" fmla="*/ 1090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5" y="6507"/>
                      <a:pt x="5061" y="6172"/>
                      <a:pt x="5656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3"/>
                      <a:pt x="6251" y="1685"/>
                      <a:pt x="5656" y="1090"/>
                    </a:cubicBezTo>
                    <a:cubicBezTo>
                      <a:pt x="5061" y="496"/>
                      <a:pt x="4255" y="161"/>
                      <a:pt x="3413" y="161"/>
                    </a:cubicBezTo>
                    <a:cubicBezTo>
                      <a:pt x="2572" y="161"/>
                      <a:pt x="1766" y="496"/>
                      <a:pt x="1171" y="1090"/>
                    </a:cubicBezTo>
                    <a:cubicBezTo>
                      <a:pt x="576" y="1685"/>
                      <a:pt x="242" y="2493"/>
                      <a:pt x="242" y="3334"/>
                    </a:cubicBezTo>
                    <a:cubicBezTo>
                      <a:pt x="242" y="4175"/>
                      <a:pt x="576" y="4982"/>
                      <a:pt x="1171" y="5577"/>
                    </a:cubicBezTo>
                    <a:cubicBezTo>
                      <a:pt x="1766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86" name="Freeform: Shape 16085">
                <a:extLst>
                  <a:ext uri="{FF2B5EF4-FFF2-40B4-BE49-F238E27FC236}">
                    <a16:creationId xmlns:a16="http://schemas.microsoft.com/office/drawing/2014/main" id="{527A755C-00A5-3AE3-D9C8-11A927DF572B}"/>
                  </a:ext>
                </a:extLst>
              </p:cNvPr>
              <p:cNvSpPr/>
              <p:nvPr/>
            </p:nvSpPr>
            <p:spPr>
              <a:xfrm>
                <a:off x="9475948" y="5526018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6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3"/>
                      <a:pt x="6251" y="1685"/>
                      <a:pt x="5656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1" y="1091"/>
                    </a:cubicBezTo>
                    <a:cubicBezTo>
                      <a:pt x="576" y="1685"/>
                      <a:pt x="242" y="2493"/>
                      <a:pt x="242" y="3334"/>
                    </a:cubicBezTo>
                    <a:cubicBezTo>
                      <a:pt x="242" y="4175"/>
                      <a:pt x="576" y="4982"/>
                      <a:pt x="1171" y="5577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87" name="Freeform: Shape 16086">
                <a:extLst>
                  <a:ext uri="{FF2B5EF4-FFF2-40B4-BE49-F238E27FC236}">
                    <a16:creationId xmlns:a16="http://schemas.microsoft.com/office/drawing/2014/main" id="{BCBA766D-6EA0-D97E-75B5-D265D00A4BFA}"/>
                  </a:ext>
                </a:extLst>
              </p:cNvPr>
              <p:cNvSpPr/>
              <p:nvPr/>
            </p:nvSpPr>
            <p:spPr>
              <a:xfrm>
                <a:off x="9474493" y="5525969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6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3"/>
                      <a:pt x="6251" y="1685"/>
                      <a:pt x="5656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1" y="1091"/>
                    </a:cubicBezTo>
                    <a:cubicBezTo>
                      <a:pt x="576" y="1685"/>
                      <a:pt x="242" y="2493"/>
                      <a:pt x="242" y="3334"/>
                    </a:cubicBezTo>
                    <a:cubicBezTo>
                      <a:pt x="242" y="4175"/>
                      <a:pt x="576" y="4982"/>
                      <a:pt x="1171" y="5577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88" name="Freeform: Shape 16087">
                <a:extLst>
                  <a:ext uri="{FF2B5EF4-FFF2-40B4-BE49-F238E27FC236}">
                    <a16:creationId xmlns:a16="http://schemas.microsoft.com/office/drawing/2014/main" id="{A5CF8EFD-9C91-6EA5-9928-93F5AECB8359}"/>
                  </a:ext>
                </a:extLst>
              </p:cNvPr>
              <p:cNvSpPr/>
              <p:nvPr/>
            </p:nvSpPr>
            <p:spPr>
              <a:xfrm>
                <a:off x="9473055" y="5526030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2 w 6343"/>
                  <a:gd name="connsiteY6" fmla="*/ 3334 h 6345"/>
                  <a:gd name="connsiteX7" fmla="*/ 1170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6" y="5577"/>
                    </a:cubicBezTo>
                    <a:cubicBezTo>
                      <a:pt x="6250" y="4982"/>
                      <a:pt x="6585" y="4175"/>
                      <a:pt x="6585" y="3334"/>
                    </a:cubicBezTo>
                    <a:cubicBezTo>
                      <a:pt x="6585" y="2493"/>
                      <a:pt x="6250" y="1685"/>
                      <a:pt x="5656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0" y="1091"/>
                    </a:cubicBezTo>
                    <a:cubicBezTo>
                      <a:pt x="576" y="1685"/>
                      <a:pt x="242" y="2493"/>
                      <a:pt x="242" y="3334"/>
                    </a:cubicBezTo>
                    <a:cubicBezTo>
                      <a:pt x="242" y="4175"/>
                      <a:pt x="576" y="4982"/>
                      <a:pt x="1170" y="5577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89" name="Freeform: Shape 16088">
                <a:extLst>
                  <a:ext uri="{FF2B5EF4-FFF2-40B4-BE49-F238E27FC236}">
                    <a16:creationId xmlns:a16="http://schemas.microsoft.com/office/drawing/2014/main" id="{02335F3C-7FE8-7C01-A2E2-435685F3192B}"/>
                  </a:ext>
                </a:extLst>
              </p:cNvPr>
              <p:cNvSpPr/>
              <p:nvPr/>
            </p:nvSpPr>
            <p:spPr>
              <a:xfrm>
                <a:off x="9471575" y="5525724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0 h 6345"/>
                  <a:gd name="connsiteX4" fmla="*/ 3413 w 6343"/>
                  <a:gd name="connsiteY4" fmla="*/ 161 h 6345"/>
                  <a:gd name="connsiteX5" fmla="*/ 1170 w 6343"/>
                  <a:gd name="connsiteY5" fmla="*/ 1090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6" y="5577"/>
                    </a:cubicBezTo>
                    <a:cubicBezTo>
                      <a:pt x="6250" y="4982"/>
                      <a:pt x="6585" y="4175"/>
                      <a:pt x="6585" y="3334"/>
                    </a:cubicBezTo>
                    <a:cubicBezTo>
                      <a:pt x="6585" y="2493"/>
                      <a:pt x="6250" y="1685"/>
                      <a:pt x="5656" y="1090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0" y="1090"/>
                    </a:cubicBezTo>
                    <a:cubicBezTo>
                      <a:pt x="576" y="1685"/>
                      <a:pt x="241" y="2493"/>
                      <a:pt x="241" y="3334"/>
                    </a:cubicBezTo>
                    <a:cubicBezTo>
                      <a:pt x="241" y="4175"/>
                      <a:pt x="576" y="4982"/>
                      <a:pt x="1170" y="5577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90" name="Freeform: Shape 16089">
                <a:extLst>
                  <a:ext uri="{FF2B5EF4-FFF2-40B4-BE49-F238E27FC236}">
                    <a16:creationId xmlns:a16="http://schemas.microsoft.com/office/drawing/2014/main" id="{DD412433-5F91-4720-2939-176ED858D5C7}"/>
                  </a:ext>
                </a:extLst>
              </p:cNvPr>
              <p:cNvSpPr/>
              <p:nvPr/>
            </p:nvSpPr>
            <p:spPr>
              <a:xfrm>
                <a:off x="9470153" y="5525886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5" y="5577"/>
                    </a:cubicBezTo>
                    <a:cubicBezTo>
                      <a:pt x="6250" y="4982"/>
                      <a:pt x="6584" y="4175"/>
                      <a:pt x="6584" y="3334"/>
                    </a:cubicBezTo>
                    <a:cubicBezTo>
                      <a:pt x="6584" y="2493"/>
                      <a:pt x="6250" y="1685"/>
                      <a:pt x="5655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0" y="1091"/>
                    </a:cubicBezTo>
                    <a:cubicBezTo>
                      <a:pt x="575" y="1685"/>
                      <a:pt x="241" y="2493"/>
                      <a:pt x="241" y="3334"/>
                    </a:cubicBezTo>
                    <a:cubicBezTo>
                      <a:pt x="241" y="4175"/>
                      <a:pt x="575" y="4982"/>
                      <a:pt x="1170" y="5577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91" name="Freeform: Shape 16090">
                <a:extLst>
                  <a:ext uri="{FF2B5EF4-FFF2-40B4-BE49-F238E27FC236}">
                    <a16:creationId xmlns:a16="http://schemas.microsoft.com/office/drawing/2014/main" id="{D492DB60-A4FA-AD6C-4859-7CBA5390D693}"/>
                  </a:ext>
                </a:extLst>
              </p:cNvPr>
              <p:cNvSpPr/>
              <p:nvPr/>
            </p:nvSpPr>
            <p:spPr>
              <a:xfrm>
                <a:off x="9468743" y="5526160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5" y="5577"/>
                    </a:cubicBezTo>
                    <a:cubicBezTo>
                      <a:pt x="6250" y="4982"/>
                      <a:pt x="6584" y="4175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5"/>
                      <a:pt x="575" y="4982"/>
                      <a:pt x="1170" y="5577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92" name="Freeform: Shape 16091">
                <a:extLst>
                  <a:ext uri="{FF2B5EF4-FFF2-40B4-BE49-F238E27FC236}">
                    <a16:creationId xmlns:a16="http://schemas.microsoft.com/office/drawing/2014/main" id="{7AE80401-C2D9-14F0-5D89-0F53E6AFB027}"/>
                  </a:ext>
                </a:extLst>
              </p:cNvPr>
              <p:cNvSpPr/>
              <p:nvPr/>
            </p:nvSpPr>
            <p:spPr>
              <a:xfrm>
                <a:off x="9467342" y="5526544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5" y="5577"/>
                    </a:cubicBezTo>
                    <a:cubicBezTo>
                      <a:pt x="6250" y="4982"/>
                      <a:pt x="6584" y="4175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5"/>
                      <a:pt x="575" y="4982"/>
                      <a:pt x="1170" y="5577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93" name="Freeform: Shape 16092">
                <a:extLst>
                  <a:ext uri="{FF2B5EF4-FFF2-40B4-BE49-F238E27FC236}">
                    <a16:creationId xmlns:a16="http://schemas.microsoft.com/office/drawing/2014/main" id="{EF2C5520-9A46-69A1-E7F9-66E8791FD9BF}"/>
                  </a:ext>
                </a:extLst>
              </p:cNvPr>
              <p:cNvSpPr/>
              <p:nvPr/>
            </p:nvSpPr>
            <p:spPr>
              <a:xfrm>
                <a:off x="9465932" y="5526861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0" y="6172"/>
                      <a:pt x="5655" y="5577"/>
                    </a:cubicBezTo>
                    <a:cubicBezTo>
                      <a:pt x="6250" y="4983"/>
                      <a:pt x="6584" y="4175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4" y="161"/>
                      <a:pt x="3413" y="161"/>
                    </a:cubicBezTo>
                    <a:cubicBezTo>
                      <a:pt x="2571" y="161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5"/>
                      <a:pt x="575" y="4983"/>
                      <a:pt x="1170" y="5577"/>
                    </a:cubicBezTo>
                    <a:cubicBezTo>
                      <a:pt x="1765" y="6172"/>
                      <a:pt x="2571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94" name="Freeform: Shape 16093">
                <a:extLst>
                  <a:ext uri="{FF2B5EF4-FFF2-40B4-BE49-F238E27FC236}">
                    <a16:creationId xmlns:a16="http://schemas.microsoft.com/office/drawing/2014/main" id="{84C451E1-FC55-C3DF-524C-15372F710ECF}"/>
                  </a:ext>
                </a:extLst>
              </p:cNvPr>
              <p:cNvSpPr/>
              <p:nvPr/>
            </p:nvSpPr>
            <p:spPr>
              <a:xfrm>
                <a:off x="9464488" y="5526809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4" y="6507"/>
                      <a:pt x="5060" y="6172"/>
                      <a:pt x="5655" y="5577"/>
                    </a:cubicBezTo>
                    <a:cubicBezTo>
                      <a:pt x="6250" y="4983"/>
                      <a:pt x="6584" y="4175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4" y="161"/>
                      <a:pt x="3412" y="161"/>
                    </a:cubicBezTo>
                    <a:cubicBezTo>
                      <a:pt x="2571" y="161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5"/>
                      <a:pt x="575" y="4983"/>
                      <a:pt x="1170" y="5577"/>
                    </a:cubicBezTo>
                    <a:cubicBezTo>
                      <a:pt x="1765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95" name="Freeform: Shape 16094">
                <a:extLst>
                  <a:ext uri="{FF2B5EF4-FFF2-40B4-BE49-F238E27FC236}">
                    <a16:creationId xmlns:a16="http://schemas.microsoft.com/office/drawing/2014/main" id="{DC6B7F0E-79B8-E05E-031B-107D7FF01C8A}"/>
                  </a:ext>
                </a:extLst>
              </p:cNvPr>
              <p:cNvSpPr/>
              <p:nvPr/>
            </p:nvSpPr>
            <p:spPr>
              <a:xfrm>
                <a:off x="9463074" y="5527108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2"/>
                      <a:pt x="5655" y="5578"/>
                    </a:cubicBezTo>
                    <a:cubicBezTo>
                      <a:pt x="6250" y="4983"/>
                      <a:pt x="6584" y="4175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5"/>
                      <a:pt x="575" y="4983"/>
                      <a:pt x="1170" y="5578"/>
                    </a:cubicBezTo>
                    <a:cubicBezTo>
                      <a:pt x="1764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96" name="Freeform: Shape 16095">
                <a:extLst>
                  <a:ext uri="{FF2B5EF4-FFF2-40B4-BE49-F238E27FC236}">
                    <a16:creationId xmlns:a16="http://schemas.microsoft.com/office/drawing/2014/main" id="{6983CE15-6E60-5928-01AD-0301F2F78CB1}"/>
                  </a:ext>
                </a:extLst>
              </p:cNvPr>
              <p:cNvSpPr/>
              <p:nvPr/>
            </p:nvSpPr>
            <p:spPr>
              <a:xfrm>
                <a:off x="9461630" y="5527038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2"/>
                      <a:pt x="5655" y="5577"/>
                    </a:cubicBezTo>
                    <a:cubicBezTo>
                      <a:pt x="6250" y="4983"/>
                      <a:pt x="6584" y="4175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5"/>
                      <a:pt x="575" y="4983"/>
                      <a:pt x="1170" y="5577"/>
                    </a:cubicBezTo>
                    <a:cubicBezTo>
                      <a:pt x="1764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97" name="Freeform: Shape 16096">
                <a:extLst>
                  <a:ext uri="{FF2B5EF4-FFF2-40B4-BE49-F238E27FC236}">
                    <a16:creationId xmlns:a16="http://schemas.microsoft.com/office/drawing/2014/main" id="{D72200B4-9F65-D77B-BBCC-C8304875CA7D}"/>
                  </a:ext>
                </a:extLst>
              </p:cNvPr>
              <p:cNvSpPr/>
              <p:nvPr/>
            </p:nvSpPr>
            <p:spPr>
              <a:xfrm>
                <a:off x="9460189" y="5526959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1 w 6343"/>
                  <a:gd name="connsiteY6" fmla="*/ 3334 h 6345"/>
                  <a:gd name="connsiteX7" fmla="*/ 1169 w 6343"/>
                  <a:gd name="connsiteY7" fmla="*/ 5577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2"/>
                      <a:pt x="5655" y="5577"/>
                    </a:cubicBezTo>
                    <a:cubicBezTo>
                      <a:pt x="6249" y="4983"/>
                      <a:pt x="6584" y="4175"/>
                      <a:pt x="6584" y="3334"/>
                    </a:cubicBezTo>
                    <a:cubicBezTo>
                      <a:pt x="6584" y="2493"/>
                      <a:pt x="6249" y="1686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5"/>
                      <a:pt x="575" y="4983"/>
                      <a:pt x="1169" y="5577"/>
                    </a:cubicBezTo>
                    <a:cubicBezTo>
                      <a:pt x="1764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98" name="Freeform: Shape 16097">
                <a:extLst>
                  <a:ext uri="{FF2B5EF4-FFF2-40B4-BE49-F238E27FC236}">
                    <a16:creationId xmlns:a16="http://schemas.microsoft.com/office/drawing/2014/main" id="{28F54EB7-C60C-234C-D5C8-AEAD39E2EF37}"/>
                  </a:ext>
                </a:extLst>
              </p:cNvPr>
              <p:cNvSpPr/>
              <p:nvPr/>
            </p:nvSpPr>
            <p:spPr>
              <a:xfrm>
                <a:off x="9458759" y="5527052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7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2"/>
                      <a:pt x="5655" y="5577"/>
                    </a:cubicBezTo>
                    <a:cubicBezTo>
                      <a:pt x="6249" y="4983"/>
                      <a:pt x="6584" y="4175"/>
                      <a:pt x="6584" y="3334"/>
                    </a:cubicBezTo>
                    <a:cubicBezTo>
                      <a:pt x="6584" y="2493"/>
                      <a:pt x="6249" y="1686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5" y="1686"/>
                      <a:pt x="240" y="2493"/>
                      <a:pt x="240" y="3334"/>
                    </a:cubicBezTo>
                    <a:cubicBezTo>
                      <a:pt x="240" y="4175"/>
                      <a:pt x="575" y="4983"/>
                      <a:pt x="1169" y="5577"/>
                    </a:cubicBezTo>
                    <a:cubicBezTo>
                      <a:pt x="1764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99" name="Freeform: Shape 16098">
                <a:extLst>
                  <a:ext uri="{FF2B5EF4-FFF2-40B4-BE49-F238E27FC236}">
                    <a16:creationId xmlns:a16="http://schemas.microsoft.com/office/drawing/2014/main" id="{15603583-2411-0049-933B-5E74A9E0CDAB}"/>
                  </a:ext>
                </a:extLst>
              </p:cNvPr>
              <p:cNvSpPr/>
              <p:nvPr/>
            </p:nvSpPr>
            <p:spPr>
              <a:xfrm>
                <a:off x="9457336" y="5527256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2"/>
                      <a:pt x="5654" y="5578"/>
                    </a:cubicBezTo>
                    <a:cubicBezTo>
                      <a:pt x="6249" y="4983"/>
                      <a:pt x="6583" y="4175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5"/>
                      <a:pt x="574" y="4983"/>
                      <a:pt x="1169" y="5578"/>
                    </a:cubicBezTo>
                    <a:cubicBezTo>
                      <a:pt x="1764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00" name="Freeform: Shape 16099">
                <a:extLst>
                  <a:ext uri="{FF2B5EF4-FFF2-40B4-BE49-F238E27FC236}">
                    <a16:creationId xmlns:a16="http://schemas.microsoft.com/office/drawing/2014/main" id="{4C2FBA25-62B3-BE41-48F6-9BAB59E2BD7C}"/>
                  </a:ext>
                </a:extLst>
              </p:cNvPr>
              <p:cNvSpPr/>
              <p:nvPr/>
            </p:nvSpPr>
            <p:spPr>
              <a:xfrm>
                <a:off x="9455920" y="5527632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01" name="Freeform: Shape 16100">
                <a:extLst>
                  <a:ext uri="{FF2B5EF4-FFF2-40B4-BE49-F238E27FC236}">
                    <a16:creationId xmlns:a16="http://schemas.microsoft.com/office/drawing/2014/main" id="{62FA9E8E-F66D-F67A-E65E-ECE93B070C3C}"/>
                  </a:ext>
                </a:extLst>
              </p:cNvPr>
              <p:cNvSpPr/>
              <p:nvPr/>
            </p:nvSpPr>
            <p:spPr>
              <a:xfrm>
                <a:off x="9454518" y="5528419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02" name="Freeform: Shape 16101">
                <a:extLst>
                  <a:ext uri="{FF2B5EF4-FFF2-40B4-BE49-F238E27FC236}">
                    <a16:creationId xmlns:a16="http://schemas.microsoft.com/office/drawing/2014/main" id="{93CD7FAE-D4A6-06CB-CA8A-DB35B160574F}"/>
                  </a:ext>
                </a:extLst>
              </p:cNvPr>
              <p:cNvSpPr/>
              <p:nvPr/>
            </p:nvSpPr>
            <p:spPr>
              <a:xfrm>
                <a:off x="9453089" y="5528718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3" y="161"/>
                      <a:pt x="3412" y="161"/>
                    </a:cubicBezTo>
                    <a:cubicBezTo>
                      <a:pt x="2570" y="161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0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03" name="Freeform: Shape 16102">
                <a:extLst>
                  <a:ext uri="{FF2B5EF4-FFF2-40B4-BE49-F238E27FC236}">
                    <a16:creationId xmlns:a16="http://schemas.microsoft.com/office/drawing/2014/main" id="{B3766C31-94E1-B9E9-1B55-54E60FE6CA76}"/>
                  </a:ext>
                </a:extLst>
              </p:cNvPr>
              <p:cNvSpPr/>
              <p:nvPr/>
            </p:nvSpPr>
            <p:spPr>
              <a:xfrm>
                <a:off x="9451664" y="5529248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3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3" y="162"/>
                      <a:pt x="3411" y="162"/>
                    </a:cubicBezTo>
                    <a:cubicBezTo>
                      <a:pt x="2570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04" name="Freeform: Shape 16103">
                <a:extLst>
                  <a:ext uri="{FF2B5EF4-FFF2-40B4-BE49-F238E27FC236}">
                    <a16:creationId xmlns:a16="http://schemas.microsoft.com/office/drawing/2014/main" id="{64BFC036-FBEF-4011-36BE-3EDFE8C00081}"/>
                  </a:ext>
                </a:extLst>
              </p:cNvPr>
              <p:cNvSpPr/>
              <p:nvPr/>
            </p:nvSpPr>
            <p:spPr>
              <a:xfrm>
                <a:off x="9450240" y="5530070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05" name="Freeform: Shape 16104">
                <a:extLst>
                  <a:ext uri="{FF2B5EF4-FFF2-40B4-BE49-F238E27FC236}">
                    <a16:creationId xmlns:a16="http://schemas.microsoft.com/office/drawing/2014/main" id="{2F28BC23-C5CA-339D-5BD6-B40E407F6559}"/>
                  </a:ext>
                </a:extLst>
              </p:cNvPr>
              <p:cNvSpPr/>
              <p:nvPr/>
            </p:nvSpPr>
            <p:spPr>
              <a:xfrm>
                <a:off x="9448794" y="5530221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06" name="Freeform: Shape 16105">
                <a:extLst>
                  <a:ext uri="{FF2B5EF4-FFF2-40B4-BE49-F238E27FC236}">
                    <a16:creationId xmlns:a16="http://schemas.microsoft.com/office/drawing/2014/main" id="{74C93102-4506-3D1A-8C74-A5F7B4044BB9}"/>
                  </a:ext>
                </a:extLst>
              </p:cNvPr>
              <p:cNvSpPr/>
              <p:nvPr/>
            </p:nvSpPr>
            <p:spPr>
              <a:xfrm>
                <a:off x="9444446" y="5533331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07" name="Freeform: Shape 16106">
                <a:extLst>
                  <a:ext uri="{FF2B5EF4-FFF2-40B4-BE49-F238E27FC236}">
                    <a16:creationId xmlns:a16="http://schemas.microsoft.com/office/drawing/2014/main" id="{5494A57E-04BE-C57F-7D52-CF1E07540A22}"/>
                  </a:ext>
                </a:extLst>
              </p:cNvPr>
              <p:cNvSpPr/>
              <p:nvPr/>
            </p:nvSpPr>
            <p:spPr>
              <a:xfrm>
                <a:off x="9442970" y="5534650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08" name="Freeform: Shape 16107">
                <a:extLst>
                  <a:ext uri="{FF2B5EF4-FFF2-40B4-BE49-F238E27FC236}">
                    <a16:creationId xmlns:a16="http://schemas.microsoft.com/office/drawing/2014/main" id="{8FD99F96-3EB5-C345-03FA-4DF936F56C9B}"/>
                  </a:ext>
                </a:extLst>
              </p:cNvPr>
              <p:cNvSpPr/>
              <p:nvPr/>
            </p:nvSpPr>
            <p:spPr>
              <a:xfrm>
                <a:off x="9439967" y="5537381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0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2" y="6508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8" y="496"/>
                      <a:pt x="4252" y="162"/>
                      <a:pt x="3410" y="162"/>
                    </a:cubicBezTo>
                    <a:cubicBezTo>
                      <a:pt x="2569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09" name="Freeform: Shape 16108">
                <a:extLst>
                  <a:ext uri="{FF2B5EF4-FFF2-40B4-BE49-F238E27FC236}">
                    <a16:creationId xmlns:a16="http://schemas.microsoft.com/office/drawing/2014/main" id="{19CFE58B-6DF6-C904-0856-8B941F564D7A}"/>
                  </a:ext>
                </a:extLst>
              </p:cNvPr>
              <p:cNvSpPr/>
              <p:nvPr/>
            </p:nvSpPr>
            <p:spPr>
              <a:xfrm>
                <a:off x="9438436" y="5538913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2 h 6345"/>
                  <a:gd name="connsiteX4" fmla="*/ 3410 w 6343"/>
                  <a:gd name="connsiteY4" fmla="*/ 162 h 6345"/>
                  <a:gd name="connsiteX5" fmla="*/ 1168 w 6343"/>
                  <a:gd name="connsiteY5" fmla="*/ 1092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4"/>
                      <a:pt x="6248" y="1687"/>
                      <a:pt x="5653" y="1092"/>
                    </a:cubicBezTo>
                    <a:cubicBezTo>
                      <a:pt x="5058" y="497"/>
                      <a:pt x="4251" y="162"/>
                      <a:pt x="3410" y="162"/>
                    </a:cubicBezTo>
                    <a:cubicBezTo>
                      <a:pt x="2569" y="162"/>
                      <a:pt x="1762" y="497"/>
                      <a:pt x="1168" y="1092"/>
                    </a:cubicBezTo>
                    <a:cubicBezTo>
                      <a:pt x="573" y="1687"/>
                      <a:pt x="239" y="2494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2" y="6173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10" name="Freeform: Shape 16109">
                <a:extLst>
                  <a:ext uri="{FF2B5EF4-FFF2-40B4-BE49-F238E27FC236}">
                    <a16:creationId xmlns:a16="http://schemas.microsoft.com/office/drawing/2014/main" id="{D179129A-4865-B29C-6EA9-6FBA74B3D3DA}"/>
                  </a:ext>
                </a:extLst>
              </p:cNvPr>
              <p:cNvSpPr/>
              <p:nvPr/>
            </p:nvSpPr>
            <p:spPr>
              <a:xfrm>
                <a:off x="9436814" y="5542780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9 h 6345"/>
                  <a:gd name="connsiteX2" fmla="*/ 6582 w 6343"/>
                  <a:gd name="connsiteY2" fmla="*/ 3335 h 6345"/>
                  <a:gd name="connsiteX3" fmla="*/ 5653 w 6343"/>
                  <a:gd name="connsiteY3" fmla="*/ 1092 h 6345"/>
                  <a:gd name="connsiteX4" fmla="*/ 3410 w 6343"/>
                  <a:gd name="connsiteY4" fmla="*/ 163 h 6345"/>
                  <a:gd name="connsiteX5" fmla="*/ 1168 w 6343"/>
                  <a:gd name="connsiteY5" fmla="*/ 1092 h 6345"/>
                  <a:gd name="connsiteX6" fmla="*/ 239 w 6343"/>
                  <a:gd name="connsiteY6" fmla="*/ 3335 h 6345"/>
                  <a:gd name="connsiteX7" fmla="*/ 1168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4"/>
                      <a:pt x="5653" y="5579"/>
                    </a:cubicBezTo>
                    <a:cubicBezTo>
                      <a:pt x="6248" y="4984"/>
                      <a:pt x="6582" y="4177"/>
                      <a:pt x="6582" y="3335"/>
                    </a:cubicBezTo>
                    <a:cubicBezTo>
                      <a:pt x="6582" y="2494"/>
                      <a:pt x="6248" y="1687"/>
                      <a:pt x="5653" y="1092"/>
                    </a:cubicBezTo>
                    <a:cubicBezTo>
                      <a:pt x="5058" y="497"/>
                      <a:pt x="4251" y="163"/>
                      <a:pt x="3410" y="163"/>
                    </a:cubicBezTo>
                    <a:cubicBezTo>
                      <a:pt x="2569" y="163"/>
                      <a:pt x="1762" y="497"/>
                      <a:pt x="1168" y="1092"/>
                    </a:cubicBezTo>
                    <a:cubicBezTo>
                      <a:pt x="573" y="1687"/>
                      <a:pt x="239" y="2494"/>
                      <a:pt x="239" y="3335"/>
                    </a:cubicBezTo>
                    <a:cubicBezTo>
                      <a:pt x="239" y="4177"/>
                      <a:pt x="573" y="4984"/>
                      <a:pt x="1168" y="5579"/>
                    </a:cubicBezTo>
                    <a:cubicBezTo>
                      <a:pt x="1762" y="6174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11" name="Freeform: Shape 16110">
                <a:extLst>
                  <a:ext uri="{FF2B5EF4-FFF2-40B4-BE49-F238E27FC236}">
                    <a16:creationId xmlns:a16="http://schemas.microsoft.com/office/drawing/2014/main" id="{07C60B5B-1729-2683-52A5-0E969057FFE1}"/>
                  </a:ext>
                </a:extLst>
              </p:cNvPr>
              <p:cNvSpPr/>
              <p:nvPr/>
            </p:nvSpPr>
            <p:spPr>
              <a:xfrm>
                <a:off x="9435209" y="5544893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9 h 6345"/>
                  <a:gd name="connsiteX2" fmla="*/ 6582 w 6343"/>
                  <a:gd name="connsiteY2" fmla="*/ 3335 h 6345"/>
                  <a:gd name="connsiteX3" fmla="*/ 5653 w 6343"/>
                  <a:gd name="connsiteY3" fmla="*/ 1092 h 6345"/>
                  <a:gd name="connsiteX4" fmla="*/ 3410 w 6343"/>
                  <a:gd name="connsiteY4" fmla="*/ 163 h 6345"/>
                  <a:gd name="connsiteX5" fmla="*/ 1167 w 6343"/>
                  <a:gd name="connsiteY5" fmla="*/ 1092 h 6345"/>
                  <a:gd name="connsiteX6" fmla="*/ 239 w 6343"/>
                  <a:gd name="connsiteY6" fmla="*/ 3335 h 6345"/>
                  <a:gd name="connsiteX7" fmla="*/ 1167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4"/>
                      <a:pt x="5653" y="5579"/>
                    </a:cubicBezTo>
                    <a:cubicBezTo>
                      <a:pt x="6247" y="4984"/>
                      <a:pt x="6582" y="4177"/>
                      <a:pt x="6582" y="3335"/>
                    </a:cubicBezTo>
                    <a:cubicBezTo>
                      <a:pt x="6582" y="2494"/>
                      <a:pt x="6247" y="1687"/>
                      <a:pt x="5653" y="1092"/>
                    </a:cubicBezTo>
                    <a:cubicBezTo>
                      <a:pt x="5058" y="497"/>
                      <a:pt x="4251" y="163"/>
                      <a:pt x="3410" y="163"/>
                    </a:cubicBezTo>
                    <a:cubicBezTo>
                      <a:pt x="2569" y="163"/>
                      <a:pt x="1762" y="497"/>
                      <a:pt x="1167" y="1092"/>
                    </a:cubicBezTo>
                    <a:cubicBezTo>
                      <a:pt x="573" y="1687"/>
                      <a:pt x="239" y="2494"/>
                      <a:pt x="239" y="3335"/>
                    </a:cubicBezTo>
                    <a:cubicBezTo>
                      <a:pt x="239" y="4177"/>
                      <a:pt x="573" y="4984"/>
                      <a:pt x="1167" y="5579"/>
                    </a:cubicBezTo>
                    <a:cubicBezTo>
                      <a:pt x="1762" y="6174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12" name="Freeform: Shape 16111">
                <a:extLst>
                  <a:ext uri="{FF2B5EF4-FFF2-40B4-BE49-F238E27FC236}">
                    <a16:creationId xmlns:a16="http://schemas.microsoft.com/office/drawing/2014/main" id="{355CA230-70CB-DC7D-DB2C-FB415791E8D6}"/>
                  </a:ext>
                </a:extLst>
              </p:cNvPr>
              <p:cNvSpPr/>
              <p:nvPr/>
            </p:nvSpPr>
            <p:spPr>
              <a:xfrm>
                <a:off x="9433530" y="5548077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9 h 6345"/>
                  <a:gd name="connsiteX2" fmla="*/ 6582 w 6343"/>
                  <a:gd name="connsiteY2" fmla="*/ 3336 h 6345"/>
                  <a:gd name="connsiteX3" fmla="*/ 5653 w 6343"/>
                  <a:gd name="connsiteY3" fmla="*/ 1092 h 6345"/>
                  <a:gd name="connsiteX4" fmla="*/ 3410 w 6343"/>
                  <a:gd name="connsiteY4" fmla="*/ 163 h 6345"/>
                  <a:gd name="connsiteX5" fmla="*/ 1167 w 6343"/>
                  <a:gd name="connsiteY5" fmla="*/ 1092 h 6345"/>
                  <a:gd name="connsiteX6" fmla="*/ 238 w 6343"/>
                  <a:gd name="connsiteY6" fmla="*/ 3336 h 6345"/>
                  <a:gd name="connsiteX7" fmla="*/ 1167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4"/>
                      <a:pt x="5653" y="5579"/>
                    </a:cubicBezTo>
                    <a:cubicBezTo>
                      <a:pt x="6247" y="4984"/>
                      <a:pt x="6582" y="4177"/>
                      <a:pt x="6582" y="3336"/>
                    </a:cubicBezTo>
                    <a:cubicBezTo>
                      <a:pt x="6582" y="2494"/>
                      <a:pt x="6247" y="1687"/>
                      <a:pt x="5653" y="1092"/>
                    </a:cubicBezTo>
                    <a:cubicBezTo>
                      <a:pt x="5058" y="497"/>
                      <a:pt x="4251" y="163"/>
                      <a:pt x="3410" y="163"/>
                    </a:cubicBezTo>
                    <a:cubicBezTo>
                      <a:pt x="2569" y="163"/>
                      <a:pt x="1762" y="497"/>
                      <a:pt x="1167" y="1092"/>
                    </a:cubicBezTo>
                    <a:cubicBezTo>
                      <a:pt x="573" y="1687"/>
                      <a:pt x="238" y="2494"/>
                      <a:pt x="238" y="3336"/>
                    </a:cubicBezTo>
                    <a:cubicBezTo>
                      <a:pt x="238" y="4177"/>
                      <a:pt x="573" y="4984"/>
                      <a:pt x="1167" y="5579"/>
                    </a:cubicBezTo>
                    <a:cubicBezTo>
                      <a:pt x="1762" y="6174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13" name="Freeform: Shape 16112">
                <a:extLst>
                  <a:ext uri="{FF2B5EF4-FFF2-40B4-BE49-F238E27FC236}">
                    <a16:creationId xmlns:a16="http://schemas.microsoft.com/office/drawing/2014/main" id="{6FE2019D-720C-B7CF-84A4-6EFE270187AD}"/>
                  </a:ext>
                </a:extLst>
              </p:cNvPr>
              <p:cNvSpPr/>
              <p:nvPr/>
            </p:nvSpPr>
            <p:spPr>
              <a:xfrm>
                <a:off x="9430331" y="5581411"/>
                <a:ext cx="6343" cy="6345"/>
              </a:xfrm>
              <a:custGeom>
                <a:avLst/>
                <a:gdLst>
                  <a:gd name="connsiteX0" fmla="*/ 3410 w 6343"/>
                  <a:gd name="connsiteY0" fmla="*/ 6511 h 6345"/>
                  <a:gd name="connsiteX1" fmla="*/ 5652 w 6343"/>
                  <a:gd name="connsiteY1" fmla="*/ 5582 h 6345"/>
                  <a:gd name="connsiteX2" fmla="*/ 6581 w 6343"/>
                  <a:gd name="connsiteY2" fmla="*/ 3338 h 6345"/>
                  <a:gd name="connsiteX3" fmla="*/ 5652 w 6343"/>
                  <a:gd name="connsiteY3" fmla="*/ 1095 h 6345"/>
                  <a:gd name="connsiteX4" fmla="*/ 3410 w 6343"/>
                  <a:gd name="connsiteY4" fmla="*/ 166 h 6345"/>
                  <a:gd name="connsiteX5" fmla="*/ 1167 w 6343"/>
                  <a:gd name="connsiteY5" fmla="*/ 1095 h 6345"/>
                  <a:gd name="connsiteX6" fmla="*/ 238 w 6343"/>
                  <a:gd name="connsiteY6" fmla="*/ 3338 h 6345"/>
                  <a:gd name="connsiteX7" fmla="*/ 1167 w 6343"/>
                  <a:gd name="connsiteY7" fmla="*/ 5582 h 6345"/>
                  <a:gd name="connsiteX8" fmla="*/ 3410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11"/>
                    </a:moveTo>
                    <a:cubicBezTo>
                      <a:pt x="4251" y="6511"/>
                      <a:pt x="5058" y="6177"/>
                      <a:pt x="5652" y="5582"/>
                    </a:cubicBezTo>
                    <a:cubicBezTo>
                      <a:pt x="6247" y="4987"/>
                      <a:pt x="6581" y="4180"/>
                      <a:pt x="6581" y="3338"/>
                    </a:cubicBezTo>
                    <a:cubicBezTo>
                      <a:pt x="6581" y="2497"/>
                      <a:pt x="6247" y="1690"/>
                      <a:pt x="5652" y="1095"/>
                    </a:cubicBezTo>
                    <a:cubicBezTo>
                      <a:pt x="5058" y="500"/>
                      <a:pt x="4251" y="166"/>
                      <a:pt x="3410" y="166"/>
                    </a:cubicBezTo>
                    <a:cubicBezTo>
                      <a:pt x="2569" y="166"/>
                      <a:pt x="1762" y="500"/>
                      <a:pt x="1167" y="1095"/>
                    </a:cubicBezTo>
                    <a:cubicBezTo>
                      <a:pt x="572" y="1690"/>
                      <a:pt x="238" y="2497"/>
                      <a:pt x="238" y="3338"/>
                    </a:cubicBezTo>
                    <a:cubicBezTo>
                      <a:pt x="238" y="4180"/>
                      <a:pt x="572" y="4987"/>
                      <a:pt x="1167" y="5582"/>
                    </a:cubicBezTo>
                    <a:cubicBezTo>
                      <a:pt x="1762" y="6177"/>
                      <a:pt x="2569" y="6511"/>
                      <a:pt x="3410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14" name="Freeform: Shape 16113">
                <a:extLst>
                  <a:ext uri="{FF2B5EF4-FFF2-40B4-BE49-F238E27FC236}">
                    <a16:creationId xmlns:a16="http://schemas.microsoft.com/office/drawing/2014/main" id="{028B02F0-1830-D39B-A05A-4C1C9A7DD479}"/>
                  </a:ext>
                </a:extLst>
              </p:cNvPr>
              <p:cNvSpPr/>
              <p:nvPr/>
            </p:nvSpPr>
            <p:spPr>
              <a:xfrm>
                <a:off x="9332322" y="5590185"/>
                <a:ext cx="6343" cy="6345"/>
              </a:xfrm>
              <a:custGeom>
                <a:avLst/>
                <a:gdLst>
                  <a:gd name="connsiteX0" fmla="*/ 3402 w 6343"/>
                  <a:gd name="connsiteY0" fmla="*/ 6512 h 6345"/>
                  <a:gd name="connsiteX1" fmla="*/ 5645 w 6343"/>
                  <a:gd name="connsiteY1" fmla="*/ 5582 h 6345"/>
                  <a:gd name="connsiteX2" fmla="*/ 6574 w 6343"/>
                  <a:gd name="connsiteY2" fmla="*/ 3339 h 6345"/>
                  <a:gd name="connsiteX3" fmla="*/ 5645 w 6343"/>
                  <a:gd name="connsiteY3" fmla="*/ 1096 h 6345"/>
                  <a:gd name="connsiteX4" fmla="*/ 3402 w 6343"/>
                  <a:gd name="connsiteY4" fmla="*/ 166 h 6345"/>
                  <a:gd name="connsiteX5" fmla="*/ 1159 w 6343"/>
                  <a:gd name="connsiteY5" fmla="*/ 1096 h 6345"/>
                  <a:gd name="connsiteX6" fmla="*/ 230 w 6343"/>
                  <a:gd name="connsiteY6" fmla="*/ 3339 h 6345"/>
                  <a:gd name="connsiteX7" fmla="*/ 1159 w 6343"/>
                  <a:gd name="connsiteY7" fmla="*/ 5582 h 6345"/>
                  <a:gd name="connsiteX8" fmla="*/ 3402 w 6343"/>
                  <a:gd name="connsiteY8" fmla="*/ 6512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12"/>
                    </a:moveTo>
                    <a:cubicBezTo>
                      <a:pt x="4243" y="6512"/>
                      <a:pt x="5050" y="6177"/>
                      <a:pt x="5645" y="5582"/>
                    </a:cubicBezTo>
                    <a:cubicBezTo>
                      <a:pt x="6239" y="4987"/>
                      <a:pt x="6574" y="4180"/>
                      <a:pt x="6574" y="3339"/>
                    </a:cubicBezTo>
                    <a:cubicBezTo>
                      <a:pt x="6574" y="2498"/>
                      <a:pt x="6239" y="1691"/>
                      <a:pt x="5645" y="1096"/>
                    </a:cubicBezTo>
                    <a:cubicBezTo>
                      <a:pt x="5050" y="501"/>
                      <a:pt x="4243" y="166"/>
                      <a:pt x="3402" y="166"/>
                    </a:cubicBezTo>
                    <a:cubicBezTo>
                      <a:pt x="2561" y="166"/>
                      <a:pt x="1754" y="501"/>
                      <a:pt x="1159" y="1096"/>
                    </a:cubicBezTo>
                    <a:cubicBezTo>
                      <a:pt x="565" y="1691"/>
                      <a:pt x="230" y="2498"/>
                      <a:pt x="230" y="3339"/>
                    </a:cubicBezTo>
                    <a:cubicBezTo>
                      <a:pt x="230" y="4180"/>
                      <a:pt x="565" y="4987"/>
                      <a:pt x="1159" y="5582"/>
                    </a:cubicBezTo>
                    <a:cubicBezTo>
                      <a:pt x="1754" y="6177"/>
                      <a:pt x="2561" y="6512"/>
                      <a:pt x="3402" y="65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15" name="Freeform: Shape 16114">
                <a:extLst>
                  <a:ext uri="{FF2B5EF4-FFF2-40B4-BE49-F238E27FC236}">
                    <a16:creationId xmlns:a16="http://schemas.microsoft.com/office/drawing/2014/main" id="{049F7A96-BA61-7D8D-A1E8-0EDAB1BE80D7}"/>
                  </a:ext>
                </a:extLst>
              </p:cNvPr>
              <p:cNvSpPr/>
              <p:nvPr/>
            </p:nvSpPr>
            <p:spPr>
              <a:xfrm>
                <a:off x="9331676" y="5586461"/>
                <a:ext cx="6343" cy="6345"/>
              </a:xfrm>
              <a:custGeom>
                <a:avLst/>
                <a:gdLst>
                  <a:gd name="connsiteX0" fmla="*/ 3402 w 6343"/>
                  <a:gd name="connsiteY0" fmla="*/ 6511 h 6345"/>
                  <a:gd name="connsiteX1" fmla="*/ 5645 w 6343"/>
                  <a:gd name="connsiteY1" fmla="*/ 5582 h 6345"/>
                  <a:gd name="connsiteX2" fmla="*/ 6573 w 6343"/>
                  <a:gd name="connsiteY2" fmla="*/ 3339 h 6345"/>
                  <a:gd name="connsiteX3" fmla="*/ 5645 w 6343"/>
                  <a:gd name="connsiteY3" fmla="*/ 1095 h 6345"/>
                  <a:gd name="connsiteX4" fmla="*/ 3402 w 6343"/>
                  <a:gd name="connsiteY4" fmla="*/ 166 h 6345"/>
                  <a:gd name="connsiteX5" fmla="*/ 1159 w 6343"/>
                  <a:gd name="connsiteY5" fmla="*/ 1095 h 6345"/>
                  <a:gd name="connsiteX6" fmla="*/ 230 w 6343"/>
                  <a:gd name="connsiteY6" fmla="*/ 3339 h 6345"/>
                  <a:gd name="connsiteX7" fmla="*/ 1159 w 6343"/>
                  <a:gd name="connsiteY7" fmla="*/ 5582 h 6345"/>
                  <a:gd name="connsiteX8" fmla="*/ 3402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11"/>
                    </a:moveTo>
                    <a:cubicBezTo>
                      <a:pt x="4243" y="6511"/>
                      <a:pt x="5050" y="6177"/>
                      <a:pt x="5645" y="5582"/>
                    </a:cubicBezTo>
                    <a:cubicBezTo>
                      <a:pt x="6239" y="4987"/>
                      <a:pt x="6573" y="4180"/>
                      <a:pt x="6573" y="3339"/>
                    </a:cubicBezTo>
                    <a:cubicBezTo>
                      <a:pt x="6573" y="2497"/>
                      <a:pt x="6239" y="1690"/>
                      <a:pt x="5645" y="1095"/>
                    </a:cubicBezTo>
                    <a:cubicBezTo>
                      <a:pt x="5050" y="500"/>
                      <a:pt x="4243" y="166"/>
                      <a:pt x="3402" y="166"/>
                    </a:cubicBezTo>
                    <a:cubicBezTo>
                      <a:pt x="2561" y="166"/>
                      <a:pt x="1754" y="500"/>
                      <a:pt x="1159" y="1095"/>
                    </a:cubicBezTo>
                    <a:cubicBezTo>
                      <a:pt x="565" y="1690"/>
                      <a:pt x="230" y="2497"/>
                      <a:pt x="230" y="3339"/>
                    </a:cubicBezTo>
                    <a:cubicBezTo>
                      <a:pt x="230" y="4180"/>
                      <a:pt x="565" y="4987"/>
                      <a:pt x="1159" y="5582"/>
                    </a:cubicBezTo>
                    <a:cubicBezTo>
                      <a:pt x="1754" y="6177"/>
                      <a:pt x="2561" y="6511"/>
                      <a:pt x="3402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16" name="Freeform: Shape 16115">
                <a:extLst>
                  <a:ext uri="{FF2B5EF4-FFF2-40B4-BE49-F238E27FC236}">
                    <a16:creationId xmlns:a16="http://schemas.microsoft.com/office/drawing/2014/main" id="{13447B03-879A-4A62-77DE-EDE1636C178A}"/>
                  </a:ext>
                </a:extLst>
              </p:cNvPr>
              <p:cNvSpPr/>
              <p:nvPr/>
            </p:nvSpPr>
            <p:spPr>
              <a:xfrm>
                <a:off x="9330851" y="5583300"/>
                <a:ext cx="6343" cy="6345"/>
              </a:xfrm>
              <a:custGeom>
                <a:avLst/>
                <a:gdLst>
                  <a:gd name="connsiteX0" fmla="*/ 3402 w 6343"/>
                  <a:gd name="connsiteY0" fmla="*/ 6511 h 6345"/>
                  <a:gd name="connsiteX1" fmla="*/ 5645 w 6343"/>
                  <a:gd name="connsiteY1" fmla="*/ 5582 h 6345"/>
                  <a:gd name="connsiteX2" fmla="*/ 6573 w 6343"/>
                  <a:gd name="connsiteY2" fmla="*/ 3338 h 6345"/>
                  <a:gd name="connsiteX3" fmla="*/ 5645 w 6343"/>
                  <a:gd name="connsiteY3" fmla="*/ 1095 h 6345"/>
                  <a:gd name="connsiteX4" fmla="*/ 3402 w 6343"/>
                  <a:gd name="connsiteY4" fmla="*/ 166 h 6345"/>
                  <a:gd name="connsiteX5" fmla="*/ 1159 w 6343"/>
                  <a:gd name="connsiteY5" fmla="*/ 1095 h 6345"/>
                  <a:gd name="connsiteX6" fmla="*/ 230 w 6343"/>
                  <a:gd name="connsiteY6" fmla="*/ 3338 h 6345"/>
                  <a:gd name="connsiteX7" fmla="*/ 1159 w 6343"/>
                  <a:gd name="connsiteY7" fmla="*/ 5582 h 6345"/>
                  <a:gd name="connsiteX8" fmla="*/ 3402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11"/>
                    </a:moveTo>
                    <a:cubicBezTo>
                      <a:pt x="4243" y="6511"/>
                      <a:pt x="5050" y="6177"/>
                      <a:pt x="5645" y="5582"/>
                    </a:cubicBezTo>
                    <a:cubicBezTo>
                      <a:pt x="6239" y="4987"/>
                      <a:pt x="6573" y="4180"/>
                      <a:pt x="6573" y="3338"/>
                    </a:cubicBezTo>
                    <a:cubicBezTo>
                      <a:pt x="6573" y="2497"/>
                      <a:pt x="6239" y="1690"/>
                      <a:pt x="5645" y="1095"/>
                    </a:cubicBezTo>
                    <a:cubicBezTo>
                      <a:pt x="5050" y="500"/>
                      <a:pt x="4243" y="166"/>
                      <a:pt x="3402" y="166"/>
                    </a:cubicBezTo>
                    <a:cubicBezTo>
                      <a:pt x="2561" y="166"/>
                      <a:pt x="1754" y="500"/>
                      <a:pt x="1159" y="1095"/>
                    </a:cubicBezTo>
                    <a:cubicBezTo>
                      <a:pt x="564" y="1690"/>
                      <a:pt x="230" y="2497"/>
                      <a:pt x="230" y="3338"/>
                    </a:cubicBezTo>
                    <a:cubicBezTo>
                      <a:pt x="230" y="4180"/>
                      <a:pt x="564" y="4987"/>
                      <a:pt x="1159" y="5582"/>
                    </a:cubicBezTo>
                    <a:cubicBezTo>
                      <a:pt x="1754" y="6177"/>
                      <a:pt x="2561" y="6511"/>
                      <a:pt x="3402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17" name="Freeform: Shape 16116">
                <a:extLst>
                  <a:ext uri="{FF2B5EF4-FFF2-40B4-BE49-F238E27FC236}">
                    <a16:creationId xmlns:a16="http://schemas.microsoft.com/office/drawing/2014/main" id="{CB9FDFD6-1956-3C7B-28B2-2EB2B78DF438}"/>
                  </a:ext>
                </a:extLst>
              </p:cNvPr>
              <p:cNvSpPr/>
              <p:nvPr/>
            </p:nvSpPr>
            <p:spPr>
              <a:xfrm>
                <a:off x="9330464" y="5579135"/>
                <a:ext cx="6343" cy="6345"/>
              </a:xfrm>
              <a:custGeom>
                <a:avLst/>
                <a:gdLst>
                  <a:gd name="connsiteX0" fmla="*/ 3402 w 6343"/>
                  <a:gd name="connsiteY0" fmla="*/ 6511 h 6345"/>
                  <a:gd name="connsiteX1" fmla="*/ 5644 w 6343"/>
                  <a:gd name="connsiteY1" fmla="*/ 5582 h 6345"/>
                  <a:gd name="connsiteX2" fmla="*/ 6573 w 6343"/>
                  <a:gd name="connsiteY2" fmla="*/ 3338 h 6345"/>
                  <a:gd name="connsiteX3" fmla="*/ 5644 w 6343"/>
                  <a:gd name="connsiteY3" fmla="*/ 1095 h 6345"/>
                  <a:gd name="connsiteX4" fmla="*/ 3402 w 6343"/>
                  <a:gd name="connsiteY4" fmla="*/ 165 h 6345"/>
                  <a:gd name="connsiteX5" fmla="*/ 1159 w 6343"/>
                  <a:gd name="connsiteY5" fmla="*/ 1095 h 6345"/>
                  <a:gd name="connsiteX6" fmla="*/ 230 w 6343"/>
                  <a:gd name="connsiteY6" fmla="*/ 3338 h 6345"/>
                  <a:gd name="connsiteX7" fmla="*/ 1159 w 6343"/>
                  <a:gd name="connsiteY7" fmla="*/ 5582 h 6345"/>
                  <a:gd name="connsiteX8" fmla="*/ 3402 w 6343"/>
                  <a:gd name="connsiteY8" fmla="*/ 651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11"/>
                    </a:moveTo>
                    <a:cubicBezTo>
                      <a:pt x="4243" y="6511"/>
                      <a:pt x="5050" y="6177"/>
                      <a:pt x="5644" y="5582"/>
                    </a:cubicBezTo>
                    <a:cubicBezTo>
                      <a:pt x="6239" y="4987"/>
                      <a:pt x="6573" y="4180"/>
                      <a:pt x="6573" y="3338"/>
                    </a:cubicBezTo>
                    <a:cubicBezTo>
                      <a:pt x="6573" y="2497"/>
                      <a:pt x="6239" y="1690"/>
                      <a:pt x="5644" y="1095"/>
                    </a:cubicBezTo>
                    <a:cubicBezTo>
                      <a:pt x="5050" y="500"/>
                      <a:pt x="4243" y="165"/>
                      <a:pt x="3402" y="165"/>
                    </a:cubicBezTo>
                    <a:cubicBezTo>
                      <a:pt x="2561" y="165"/>
                      <a:pt x="1754" y="500"/>
                      <a:pt x="1159" y="1095"/>
                    </a:cubicBezTo>
                    <a:cubicBezTo>
                      <a:pt x="564" y="1690"/>
                      <a:pt x="230" y="2497"/>
                      <a:pt x="230" y="3338"/>
                    </a:cubicBezTo>
                    <a:cubicBezTo>
                      <a:pt x="230" y="4180"/>
                      <a:pt x="564" y="4987"/>
                      <a:pt x="1159" y="5582"/>
                    </a:cubicBezTo>
                    <a:cubicBezTo>
                      <a:pt x="1754" y="6177"/>
                      <a:pt x="2561" y="6511"/>
                      <a:pt x="3402" y="65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18" name="Freeform: Shape 16117">
                <a:extLst>
                  <a:ext uri="{FF2B5EF4-FFF2-40B4-BE49-F238E27FC236}">
                    <a16:creationId xmlns:a16="http://schemas.microsoft.com/office/drawing/2014/main" id="{BEB03936-AB7A-3C9A-98A2-B595BAB5F347}"/>
                  </a:ext>
                </a:extLst>
              </p:cNvPr>
              <p:cNvSpPr/>
              <p:nvPr/>
            </p:nvSpPr>
            <p:spPr>
              <a:xfrm>
                <a:off x="9331777" y="5570909"/>
                <a:ext cx="6343" cy="6345"/>
              </a:xfrm>
              <a:custGeom>
                <a:avLst/>
                <a:gdLst>
                  <a:gd name="connsiteX0" fmla="*/ 3402 w 6343"/>
                  <a:gd name="connsiteY0" fmla="*/ 6510 h 6345"/>
                  <a:gd name="connsiteX1" fmla="*/ 5645 w 6343"/>
                  <a:gd name="connsiteY1" fmla="*/ 5581 h 6345"/>
                  <a:gd name="connsiteX2" fmla="*/ 6574 w 6343"/>
                  <a:gd name="connsiteY2" fmla="*/ 3338 h 6345"/>
                  <a:gd name="connsiteX3" fmla="*/ 5645 w 6343"/>
                  <a:gd name="connsiteY3" fmla="*/ 1094 h 6345"/>
                  <a:gd name="connsiteX4" fmla="*/ 3402 w 6343"/>
                  <a:gd name="connsiteY4" fmla="*/ 165 h 6345"/>
                  <a:gd name="connsiteX5" fmla="*/ 1159 w 6343"/>
                  <a:gd name="connsiteY5" fmla="*/ 1094 h 6345"/>
                  <a:gd name="connsiteX6" fmla="*/ 230 w 6343"/>
                  <a:gd name="connsiteY6" fmla="*/ 3338 h 6345"/>
                  <a:gd name="connsiteX7" fmla="*/ 1159 w 6343"/>
                  <a:gd name="connsiteY7" fmla="*/ 5581 h 6345"/>
                  <a:gd name="connsiteX8" fmla="*/ 3402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10"/>
                    </a:moveTo>
                    <a:cubicBezTo>
                      <a:pt x="4243" y="6510"/>
                      <a:pt x="5050" y="6176"/>
                      <a:pt x="5645" y="5581"/>
                    </a:cubicBezTo>
                    <a:cubicBezTo>
                      <a:pt x="6239" y="4986"/>
                      <a:pt x="6574" y="4179"/>
                      <a:pt x="6574" y="3338"/>
                    </a:cubicBezTo>
                    <a:cubicBezTo>
                      <a:pt x="6574" y="2496"/>
                      <a:pt x="6239" y="1689"/>
                      <a:pt x="5645" y="1094"/>
                    </a:cubicBezTo>
                    <a:cubicBezTo>
                      <a:pt x="5050" y="499"/>
                      <a:pt x="4243" y="165"/>
                      <a:pt x="3402" y="165"/>
                    </a:cubicBezTo>
                    <a:cubicBezTo>
                      <a:pt x="2561" y="165"/>
                      <a:pt x="1754" y="499"/>
                      <a:pt x="1159" y="1094"/>
                    </a:cubicBezTo>
                    <a:cubicBezTo>
                      <a:pt x="565" y="1689"/>
                      <a:pt x="230" y="2496"/>
                      <a:pt x="230" y="3338"/>
                    </a:cubicBezTo>
                    <a:cubicBezTo>
                      <a:pt x="230" y="4179"/>
                      <a:pt x="565" y="4986"/>
                      <a:pt x="1159" y="5581"/>
                    </a:cubicBezTo>
                    <a:cubicBezTo>
                      <a:pt x="1754" y="6176"/>
                      <a:pt x="2561" y="6510"/>
                      <a:pt x="3402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19" name="Freeform: Shape 16118">
                <a:extLst>
                  <a:ext uri="{FF2B5EF4-FFF2-40B4-BE49-F238E27FC236}">
                    <a16:creationId xmlns:a16="http://schemas.microsoft.com/office/drawing/2014/main" id="{79DDBE35-55B5-EFAD-0A79-05E67FE1177C}"/>
                  </a:ext>
                </a:extLst>
              </p:cNvPr>
              <p:cNvSpPr/>
              <p:nvPr/>
            </p:nvSpPr>
            <p:spPr>
              <a:xfrm>
                <a:off x="9330242" y="5569823"/>
                <a:ext cx="6343" cy="6345"/>
              </a:xfrm>
              <a:custGeom>
                <a:avLst/>
                <a:gdLst>
                  <a:gd name="connsiteX0" fmla="*/ 3402 w 6343"/>
                  <a:gd name="connsiteY0" fmla="*/ 6510 h 6345"/>
                  <a:gd name="connsiteX1" fmla="*/ 5644 w 6343"/>
                  <a:gd name="connsiteY1" fmla="*/ 5581 h 6345"/>
                  <a:gd name="connsiteX2" fmla="*/ 6573 w 6343"/>
                  <a:gd name="connsiteY2" fmla="*/ 3337 h 6345"/>
                  <a:gd name="connsiteX3" fmla="*/ 5644 w 6343"/>
                  <a:gd name="connsiteY3" fmla="*/ 1094 h 6345"/>
                  <a:gd name="connsiteX4" fmla="*/ 3402 w 6343"/>
                  <a:gd name="connsiteY4" fmla="*/ 165 h 6345"/>
                  <a:gd name="connsiteX5" fmla="*/ 1159 w 6343"/>
                  <a:gd name="connsiteY5" fmla="*/ 1094 h 6345"/>
                  <a:gd name="connsiteX6" fmla="*/ 230 w 6343"/>
                  <a:gd name="connsiteY6" fmla="*/ 3337 h 6345"/>
                  <a:gd name="connsiteX7" fmla="*/ 1159 w 6343"/>
                  <a:gd name="connsiteY7" fmla="*/ 5581 h 6345"/>
                  <a:gd name="connsiteX8" fmla="*/ 3402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10"/>
                    </a:moveTo>
                    <a:cubicBezTo>
                      <a:pt x="4243" y="6510"/>
                      <a:pt x="5050" y="6176"/>
                      <a:pt x="5644" y="5581"/>
                    </a:cubicBezTo>
                    <a:cubicBezTo>
                      <a:pt x="6239" y="4986"/>
                      <a:pt x="6573" y="4179"/>
                      <a:pt x="6573" y="3337"/>
                    </a:cubicBezTo>
                    <a:cubicBezTo>
                      <a:pt x="6573" y="2496"/>
                      <a:pt x="6239" y="1689"/>
                      <a:pt x="5644" y="1094"/>
                    </a:cubicBezTo>
                    <a:cubicBezTo>
                      <a:pt x="5050" y="499"/>
                      <a:pt x="4243" y="165"/>
                      <a:pt x="3402" y="165"/>
                    </a:cubicBezTo>
                    <a:cubicBezTo>
                      <a:pt x="2561" y="165"/>
                      <a:pt x="1754" y="499"/>
                      <a:pt x="1159" y="1094"/>
                    </a:cubicBezTo>
                    <a:cubicBezTo>
                      <a:pt x="564" y="1689"/>
                      <a:pt x="230" y="2496"/>
                      <a:pt x="230" y="3337"/>
                    </a:cubicBezTo>
                    <a:cubicBezTo>
                      <a:pt x="230" y="4179"/>
                      <a:pt x="564" y="4986"/>
                      <a:pt x="1159" y="5581"/>
                    </a:cubicBezTo>
                    <a:cubicBezTo>
                      <a:pt x="1754" y="6176"/>
                      <a:pt x="2561" y="6510"/>
                      <a:pt x="3402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20" name="Freeform: Shape 16119">
                <a:extLst>
                  <a:ext uri="{FF2B5EF4-FFF2-40B4-BE49-F238E27FC236}">
                    <a16:creationId xmlns:a16="http://schemas.microsoft.com/office/drawing/2014/main" id="{9F50B9C4-DF7A-CA6B-F508-18CB346289C5}"/>
                  </a:ext>
                </a:extLst>
              </p:cNvPr>
              <p:cNvSpPr/>
              <p:nvPr/>
            </p:nvSpPr>
            <p:spPr>
              <a:xfrm>
                <a:off x="9329463" y="5566956"/>
                <a:ext cx="6343" cy="6345"/>
              </a:xfrm>
              <a:custGeom>
                <a:avLst/>
                <a:gdLst>
                  <a:gd name="connsiteX0" fmla="*/ 3402 w 6343"/>
                  <a:gd name="connsiteY0" fmla="*/ 6510 h 6345"/>
                  <a:gd name="connsiteX1" fmla="*/ 5644 w 6343"/>
                  <a:gd name="connsiteY1" fmla="*/ 5581 h 6345"/>
                  <a:gd name="connsiteX2" fmla="*/ 6573 w 6343"/>
                  <a:gd name="connsiteY2" fmla="*/ 3337 h 6345"/>
                  <a:gd name="connsiteX3" fmla="*/ 5644 w 6343"/>
                  <a:gd name="connsiteY3" fmla="*/ 1094 h 6345"/>
                  <a:gd name="connsiteX4" fmla="*/ 3402 w 6343"/>
                  <a:gd name="connsiteY4" fmla="*/ 164 h 6345"/>
                  <a:gd name="connsiteX5" fmla="*/ 1159 w 6343"/>
                  <a:gd name="connsiteY5" fmla="*/ 1094 h 6345"/>
                  <a:gd name="connsiteX6" fmla="*/ 230 w 6343"/>
                  <a:gd name="connsiteY6" fmla="*/ 3337 h 6345"/>
                  <a:gd name="connsiteX7" fmla="*/ 1159 w 6343"/>
                  <a:gd name="connsiteY7" fmla="*/ 5581 h 6345"/>
                  <a:gd name="connsiteX8" fmla="*/ 3402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10"/>
                    </a:moveTo>
                    <a:cubicBezTo>
                      <a:pt x="4243" y="6510"/>
                      <a:pt x="5050" y="6176"/>
                      <a:pt x="5644" y="5581"/>
                    </a:cubicBezTo>
                    <a:cubicBezTo>
                      <a:pt x="6239" y="4986"/>
                      <a:pt x="6573" y="4179"/>
                      <a:pt x="6573" y="3337"/>
                    </a:cubicBezTo>
                    <a:cubicBezTo>
                      <a:pt x="6573" y="2496"/>
                      <a:pt x="6239" y="1689"/>
                      <a:pt x="5644" y="1094"/>
                    </a:cubicBezTo>
                    <a:cubicBezTo>
                      <a:pt x="5050" y="499"/>
                      <a:pt x="4243" y="164"/>
                      <a:pt x="3402" y="164"/>
                    </a:cubicBezTo>
                    <a:cubicBezTo>
                      <a:pt x="2561" y="164"/>
                      <a:pt x="1754" y="499"/>
                      <a:pt x="1159" y="1094"/>
                    </a:cubicBezTo>
                    <a:cubicBezTo>
                      <a:pt x="564" y="1689"/>
                      <a:pt x="230" y="2496"/>
                      <a:pt x="230" y="3337"/>
                    </a:cubicBezTo>
                    <a:cubicBezTo>
                      <a:pt x="230" y="4179"/>
                      <a:pt x="564" y="4986"/>
                      <a:pt x="1159" y="5581"/>
                    </a:cubicBezTo>
                    <a:cubicBezTo>
                      <a:pt x="1754" y="6176"/>
                      <a:pt x="2561" y="6510"/>
                      <a:pt x="3402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21" name="Freeform: Shape 16120">
                <a:extLst>
                  <a:ext uri="{FF2B5EF4-FFF2-40B4-BE49-F238E27FC236}">
                    <a16:creationId xmlns:a16="http://schemas.microsoft.com/office/drawing/2014/main" id="{7E336082-24C6-7135-5A36-556F63CD4A3D}"/>
                  </a:ext>
                </a:extLst>
              </p:cNvPr>
              <p:cNvSpPr/>
              <p:nvPr/>
            </p:nvSpPr>
            <p:spPr>
              <a:xfrm>
                <a:off x="9328692" y="5564144"/>
                <a:ext cx="6343" cy="6345"/>
              </a:xfrm>
              <a:custGeom>
                <a:avLst/>
                <a:gdLst>
                  <a:gd name="connsiteX0" fmla="*/ 3402 w 6343"/>
                  <a:gd name="connsiteY0" fmla="*/ 6510 h 6345"/>
                  <a:gd name="connsiteX1" fmla="*/ 5644 w 6343"/>
                  <a:gd name="connsiteY1" fmla="*/ 5580 h 6345"/>
                  <a:gd name="connsiteX2" fmla="*/ 6573 w 6343"/>
                  <a:gd name="connsiteY2" fmla="*/ 3337 h 6345"/>
                  <a:gd name="connsiteX3" fmla="*/ 5644 w 6343"/>
                  <a:gd name="connsiteY3" fmla="*/ 1094 h 6345"/>
                  <a:gd name="connsiteX4" fmla="*/ 3402 w 6343"/>
                  <a:gd name="connsiteY4" fmla="*/ 164 h 6345"/>
                  <a:gd name="connsiteX5" fmla="*/ 1159 w 6343"/>
                  <a:gd name="connsiteY5" fmla="*/ 1094 h 6345"/>
                  <a:gd name="connsiteX6" fmla="*/ 230 w 6343"/>
                  <a:gd name="connsiteY6" fmla="*/ 3337 h 6345"/>
                  <a:gd name="connsiteX7" fmla="*/ 1159 w 6343"/>
                  <a:gd name="connsiteY7" fmla="*/ 5580 h 6345"/>
                  <a:gd name="connsiteX8" fmla="*/ 3402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10"/>
                    </a:moveTo>
                    <a:cubicBezTo>
                      <a:pt x="4243" y="6510"/>
                      <a:pt x="5050" y="6175"/>
                      <a:pt x="5644" y="5580"/>
                    </a:cubicBezTo>
                    <a:cubicBezTo>
                      <a:pt x="6239" y="4985"/>
                      <a:pt x="6573" y="4178"/>
                      <a:pt x="6573" y="3337"/>
                    </a:cubicBezTo>
                    <a:cubicBezTo>
                      <a:pt x="6573" y="2496"/>
                      <a:pt x="6239" y="1688"/>
                      <a:pt x="5644" y="1094"/>
                    </a:cubicBezTo>
                    <a:cubicBezTo>
                      <a:pt x="5050" y="499"/>
                      <a:pt x="4243" y="164"/>
                      <a:pt x="3402" y="164"/>
                    </a:cubicBezTo>
                    <a:cubicBezTo>
                      <a:pt x="2561" y="164"/>
                      <a:pt x="1754" y="499"/>
                      <a:pt x="1159" y="1094"/>
                    </a:cubicBezTo>
                    <a:cubicBezTo>
                      <a:pt x="564" y="1688"/>
                      <a:pt x="230" y="2496"/>
                      <a:pt x="230" y="3337"/>
                    </a:cubicBezTo>
                    <a:cubicBezTo>
                      <a:pt x="230" y="4178"/>
                      <a:pt x="564" y="4985"/>
                      <a:pt x="1159" y="5580"/>
                    </a:cubicBezTo>
                    <a:cubicBezTo>
                      <a:pt x="1754" y="6175"/>
                      <a:pt x="2561" y="6510"/>
                      <a:pt x="3402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22" name="Freeform: Shape 16121">
                <a:extLst>
                  <a:ext uri="{FF2B5EF4-FFF2-40B4-BE49-F238E27FC236}">
                    <a16:creationId xmlns:a16="http://schemas.microsoft.com/office/drawing/2014/main" id="{18FF0EFB-BADD-AE98-903D-5C5BB20CE8E4}"/>
                  </a:ext>
                </a:extLst>
              </p:cNvPr>
              <p:cNvSpPr/>
              <p:nvPr/>
            </p:nvSpPr>
            <p:spPr>
              <a:xfrm>
                <a:off x="9327782" y="5561720"/>
                <a:ext cx="6343" cy="6345"/>
              </a:xfrm>
              <a:custGeom>
                <a:avLst/>
                <a:gdLst>
                  <a:gd name="connsiteX0" fmla="*/ 3402 w 6343"/>
                  <a:gd name="connsiteY0" fmla="*/ 6509 h 6345"/>
                  <a:gd name="connsiteX1" fmla="*/ 5644 w 6343"/>
                  <a:gd name="connsiteY1" fmla="*/ 5580 h 6345"/>
                  <a:gd name="connsiteX2" fmla="*/ 6573 w 6343"/>
                  <a:gd name="connsiteY2" fmla="*/ 3337 h 6345"/>
                  <a:gd name="connsiteX3" fmla="*/ 5644 w 6343"/>
                  <a:gd name="connsiteY3" fmla="*/ 1093 h 6345"/>
                  <a:gd name="connsiteX4" fmla="*/ 3402 w 6343"/>
                  <a:gd name="connsiteY4" fmla="*/ 164 h 6345"/>
                  <a:gd name="connsiteX5" fmla="*/ 1159 w 6343"/>
                  <a:gd name="connsiteY5" fmla="*/ 1093 h 6345"/>
                  <a:gd name="connsiteX6" fmla="*/ 230 w 6343"/>
                  <a:gd name="connsiteY6" fmla="*/ 3337 h 6345"/>
                  <a:gd name="connsiteX7" fmla="*/ 1159 w 6343"/>
                  <a:gd name="connsiteY7" fmla="*/ 5580 h 6345"/>
                  <a:gd name="connsiteX8" fmla="*/ 3402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09"/>
                    </a:moveTo>
                    <a:cubicBezTo>
                      <a:pt x="4243" y="6509"/>
                      <a:pt x="5050" y="6175"/>
                      <a:pt x="5644" y="5580"/>
                    </a:cubicBezTo>
                    <a:cubicBezTo>
                      <a:pt x="6239" y="4985"/>
                      <a:pt x="6573" y="4178"/>
                      <a:pt x="6573" y="3337"/>
                    </a:cubicBezTo>
                    <a:cubicBezTo>
                      <a:pt x="6573" y="2495"/>
                      <a:pt x="6239" y="1688"/>
                      <a:pt x="5644" y="1093"/>
                    </a:cubicBezTo>
                    <a:cubicBezTo>
                      <a:pt x="5050" y="498"/>
                      <a:pt x="4243" y="164"/>
                      <a:pt x="3402" y="164"/>
                    </a:cubicBezTo>
                    <a:cubicBezTo>
                      <a:pt x="2561" y="164"/>
                      <a:pt x="1754" y="498"/>
                      <a:pt x="1159" y="1093"/>
                    </a:cubicBezTo>
                    <a:cubicBezTo>
                      <a:pt x="564" y="1688"/>
                      <a:pt x="230" y="2495"/>
                      <a:pt x="230" y="3337"/>
                    </a:cubicBezTo>
                    <a:cubicBezTo>
                      <a:pt x="230" y="4178"/>
                      <a:pt x="564" y="4985"/>
                      <a:pt x="1159" y="5580"/>
                    </a:cubicBezTo>
                    <a:cubicBezTo>
                      <a:pt x="1754" y="6175"/>
                      <a:pt x="2561" y="6509"/>
                      <a:pt x="3402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23" name="Freeform: Shape 16122">
                <a:extLst>
                  <a:ext uri="{FF2B5EF4-FFF2-40B4-BE49-F238E27FC236}">
                    <a16:creationId xmlns:a16="http://schemas.microsoft.com/office/drawing/2014/main" id="{533F8C12-F72A-5F14-E250-10A231E5A8DB}"/>
                  </a:ext>
                </a:extLst>
              </p:cNvPr>
              <p:cNvSpPr/>
              <p:nvPr/>
            </p:nvSpPr>
            <p:spPr>
              <a:xfrm>
                <a:off x="9327019" y="5559019"/>
                <a:ext cx="6343" cy="6345"/>
              </a:xfrm>
              <a:custGeom>
                <a:avLst/>
                <a:gdLst>
                  <a:gd name="connsiteX0" fmla="*/ 3402 w 6343"/>
                  <a:gd name="connsiteY0" fmla="*/ 6509 h 6345"/>
                  <a:gd name="connsiteX1" fmla="*/ 5644 w 6343"/>
                  <a:gd name="connsiteY1" fmla="*/ 5580 h 6345"/>
                  <a:gd name="connsiteX2" fmla="*/ 6573 w 6343"/>
                  <a:gd name="connsiteY2" fmla="*/ 3337 h 6345"/>
                  <a:gd name="connsiteX3" fmla="*/ 5644 w 6343"/>
                  <a:gd name="connsiteY3" fmla="*/ 1093 h 6345"/>
                  <a:gd name="connsiteX4" fmla="*/ 3402 w 6343"/>
                  <a:gd name="connsiteY4" fmla="*/ 164 h 6345"/>
                  <a:gd name="connsiteX5" fmla="*/ 1159 w 6343"/>
                  <a:gd name="connsiteY5" fmla="*/ 1093 h 6345"/>
                  <a:gd name="connsiteX6" fmla="*/ 230 w 6343"/>
                  <a:gd name="connsiteY6" fmla="*/ 3337 h 6345"/>
                  <a:gd name="connsiteX7" fmla="*/ 1159 w 6343"/>
                  <a:gd name="connsiteY7" fmla="*/ 5580 h 6345"/>
                  <a:gd name="connsiteX8" fmla="*/ 3402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09"/>
                    </a:moveTo>
                    <a:cubicBezTo>
                      <a:pt x="4243" y="6509"/>
                      <a:pt x="5049" y="6175"/>
                      <a:pt x="5644" y="5580"/>
                    </a:cubicBezTo>
                    <a:cubicBezTo>
                      <a:pt x="6239" y="4985"/>
                      <a:pt x="6573" y="4178"/>
                      <a:pt x="6573" y="3337"/>
                    </a:cubicBezTo>
                    <a:cubicBezTo>
                      <a:pt x="6573" y="2495"/>
                      <a:pt x="6239" y="1688"/>
                      <a:pt x="5644" y="1093"/>
                    </a:cubicBezTo>
                    <a:cubicBezTo>
                      <a:pt x="5049" y="498"/>
                      <a:pt x="4243" y="164"/>
                      <a:pt x="3402" y="164"/>
                    </a:cubicBezTo>
                    <a:cubicBezTo>
                      <a:pt x="2560" y="164"/>
                      <a:pt x="1754" y="498"/>
                      <a:pt x="1159" y="1093"/>
                    </a:cubicBezTo>
                    <a:cubicBezTo>
                      <a:pt x="564" y="1688"/>
                      <a:pt x="230" y="2495"/>
                      <a:pt x="230" y="3337"/>
                    </a:cubicBezTo>
                    <a:cubicBezTo>
                      <a:pt x="230" y="4178"/>
                      <a:pt x="564" y="4985"/>
                      <a:pt x="1159" y="5580"/>
                    </a:cubicBezTo>
                    <a:cubicBezTo>
                      <a:pt x="1754" y="6175"/>
                      <a:pt x="2560" y="6509"/>
                      <a:pt x="3402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24" name="Freeform: Shape 16123">
                <a:extLst>
                  <a:ext uri="{FF2B5EF4-FFF2-40B4-BE49-F238E27FC236}">
                    <a16:creationId xmlns:a16="http://schemas.microsoft.com/office/drawing/2014/main" id="{A12C7403-7106-19C8-E396-C47EFACC7521}"/>
                  </a:ext>
                </a:extLst>
              </p:cNvPr>
              <p:cNvSpPr/>
              <p:nvPr/>
            </p:nvSpPr>
            <p:spPr>
              <a:xfrm>
                <a:off x="9327002" y="5554729"/>
                <a:ext cx="6343" cy="6345"/>
              </a:xfrm>
              <a:custGeom>
                <a:avLst/>
                <a:gdLst>
                  <a:gd name="connsiteX0" fmla="*/ 3402 w 6343"/>
                  <a:gd name="connsiteY0" fmla="*/ 6509 h 6345"/>
                  <a:gd name="connsiteX1" fmla="*/ 5644 w 6343"/>
                  <a:gd name="connsiteY1" fmla="*/ 5580 h 6345"/>
                  <a:gd name="connsiteX2" fmla="*/ 6573 w 6343"/>
                  <a:gd name="connsiteY2" fmla="*/ 3336 h 6345"/>
                  <a:gd name="connsiteX3" fmla="*/ 5644 w 6343"/>
                  <a:gd name="connsiteY3" fmla="*/ 1093 h 6345"/>
                  <a:gd name="connsiteX4" fmla="*/ 3402 w 6343"/>
                  <a:gd name="connsiteY4" fmla="*/ 164 h 6345"/>
                  <a:gd name="connsiteX5" fmla="*/ 1159 w 6343"/>
                  <a:gd name="connsiteY5" fmla="*/ 1093 h 6345"/>
                  <a:gd name="connsiteX6" fmla="*/ 230 w 6343"/>
                  <a:gd name="connsiteY6" fmla="*/ 3336 h 6345"/>
                  <a:gd name="connsiteX7" fmla="*/ 1159 w 6343"/>
                  <a:gd name="connsiteY7" fmla="*/ 5580 h 6345"/>
                  <a:gd name="connsiteX8" fmla="*/ 3402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09"/>
                    </a:moveTo>
                    <a:cubicBezTo>
                      <a:pt x="4243" y="6509"/>
                      <a:pt x="5049" y="6175"/>
                      <a:pt x="5644" y="5580"/>
                    </a:cubicBezTo>
                    <a:cubicBezTo>
                      <a:pt x="6239" y="4985"/>
                      <a:pt x="6573" y="4178"/>
                      <a:pt x="6573" y="3336"/>
                    </a:cubicBezTo>
                    <a:cubicBezTo>
                      <a:pt x="6573" y="2495"/>
                      <a:pt x="6239" y="1688"/>
                      <a:pt x="5644" y="1093"/>
                    </a:cubicBezTo>
                    <a:cubicBezTo>
                      <a:pt x="5049" y="498"/>
                      <a:pt x="4243" y="164"/>
                      <a:pt x="3402" y="164"/>
                    </a:cubicBezTo>
                    <a:cubicBezTo>
                      <a:pt x="2560" y="164"/>
                      <a:pt x="1754" y="498"/>
                      <a:pt x="1159" y="1093"/>
                    </a:cubicBezTo>
                    <a:cubicBezTo>
                      <a:pt x="564" y="1688"/>
                      <a:pt x="230" y="2495"/>
                      <a:pt x="230" y="3336"/>
                    </a:cubicBezTo>
                    <a:cubicBezTo>
                      <a:pt x="230" y="4178"/>
                      <a:pt x="564" y="4985"/>
                      <a:pt x="1159" y="5580"/>
                    </a:cubicBezTo>
                    <a:cubicBezTo>
                      <a:pt x="1754" y="6175"/>
                      <a:pt x="2560" y="6509"/>
                      <a:pt x="3402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25" name="Freeform: Shape 16124">
                <a:extLst>
                  <a:ext uri="{FF2B5EF4-FFF2-40B4-BE49-F238E27FC236}">
                    <a16:creationId xmlns:a16="http://schemas.microsoft.com/office/drawing/2014/main" id="{2022C3AE-5B76-2AED-0833-8AB4C381F882}"/>
                  </a:ext>
                </a:extLst>
              </p:cNvPr>
              <p:cNvSpPr/>
              <p:nvPr/>
            </p:nvSpPr>
            <p:spPr>
              <a:xfrm>
                <a:off x="9325730" y="5553293"/>
                <a:ext cx="6343" cy="6345"/>
              </a:xfrm>
              <a:custGeom>
                <a:avLst/>
                <a:gdLst>
                  <a:gd name="connsiteX0" fmla="*/ 3401 w 6343"/>
                  <a:gd name="connsiteY0" fmla="*/ 6509 h 6345"/>
                  <a:gd name="connsiteX1" fmla="*/ 5644 w 6343"/>
                  <a:gd name="connsiteY1" fmla="*/ 5580 h 6345"/>
                  <a:gd name="connsiteX2" fmla="*/ 6573 w 6343"/>
                  <a:gd name="connsiteY2" fmla="*/ 3336 h 6345"/>
                  <a:gd name="connsiteX3" fmla="*/ 5644 w 6343"/>
                  <a:gd name="connsiteY3" fmla="*/ 1093 h 6345"/>
                  <a:gd name="connsiteX4" fmla="*/ 3401 w 6343"/>
                  <a:gd name="connsiteY4" fmla="*/ 163 h 6345"/>
                  <a:gd name="connsiteX5" fmla="*/ 1159 w 6343"/>
                  <a:gd name="connsiteY5" fmla="*/ 1093 h 6345"/>
                  <a:gd name="connsiteX6" fmla="*/ 230 w 6343"/>
                  <a:gd name="connsiteY6" fmla="*/ 3336 h 6345"/>
                  <a:gd name="connsiteX7" fmla="*/ 1159 w 6343"/>
                  <a:gd name="connsiteY7" fmla="*/ 5580 h 6345"/>
                  <a:gd name="connsiteX8" fmla="*/ 340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9"/>
                    </a:moveTo>
                    <a:cubicBezTo>
                      <a:pt x="4243" y="6509"/>
                      <a:pt x="5049" y="6175"/>
                      <a:pt x="5644" y="5580"/>
                    </a:cubicBezTo>
                    <a:cubicBezTo>
                      <a:pt x="6239" y="4985"/>
                      <a:pt x="6573" y="4178"/>
                      <a:pt x="6573" y="3336"/>
                    </a:cubicBezTo>
                    <a:cubicBezTo>
                      <a:pt x="6573" y="2495"/>
                      <a:pt x="6239" y="1688"/>
                      <a:pt x="5644" y="1093"/>
                    </a:cubicBezTo>
                    <a:cubicBezTo>
                      <a:pt x="5049" y="498"/>
                      <a:pt x="4243" y="163"/>
                      <a:pt x="3401" y="163"/>
                    </a:cubicBezTo>
                    <a:cubicBezTo>
                      <a:pt x="2560" y="163"/>
                      <a:pt x="1754" y="498"/>
                      <a:pt x="1159" y="1093"/>
                    </a:cubicBezTo>
                    <a:cubicBezTo>
                      <a:pt x="564" y="1688"/>
                      <a:pt x="230" y="2495"/>
                      <a:pt x="230" y="3336"/>
                    </a:cubicBezTo>
                    <a:cubicBezTo>
                      <a:pt x="230" y="4178"/>
                      <a:pt x="564" y="4985"/>
                      <a:pt x="1159" y="5580"/>
                    </a:cubicBezTo>
                    <a:cubicBezTo>
                      <a:pt x="1754" y="6175"/>
                      <a:pt x="2560" y="6509"/>
                      <a:pt x="340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26" name="Freeform: Shape 16125">
                <a:extLst>
                  <a:ext uri="{FF2B5EF4-FFF2-40B4-BE49-F238E27FC236}">
                    <a16:creationId xmlns:a16="http://schemas.microsoft.com/office/drawing/2014/main" id="{5F1F1095-3E30-57DB-C471-B45757ADC4EF}"/>
                  </a:ext>
                </a:extLst>
              </p:cNvPr>
              <p:cNvSpPr/>
              <p:nvPr/>
            </p:nvSpPr>
            <p:spPr>
              <a:xfrm>
                <a:off x="9324853" y="5551033"/>
                <a:ext cx="6343" cy="6345"/>
              </a:xfrm>
              <a:custGeom>
                <a:avLst/>
                <a:gdLst>
                  <a:gd name="connsiteX0" fmla="*/ 3401 w 6343"/>
                  <a:gd name="connsiteY0" fmla="*/ 6509 h 6345"/>
                  <a:gd name="connsiteX1" fmla="*/ 5644 w 6343"/>
                  <a:gd name="connsiteY1" fmla="*/ 5579 h 6345"/>
                  <a:gd name="connsiteX2" fmla="*/ 6573 w 6343"/>
                  <a:gd name="connsiteY2" fmla="*/ 3336 h 6345"/>
                  <a:gd name="connsiteX3" fmla="*/ 5644 w 6343"/>
                  <a:gd name="connsiteY3" fmla="*/ 1092 h 6345"/>
                  <a:gd name="connsiteX4" fmla="*/ 3401 w 6343"/>
                  <a:gd name="connsiteY4" fmla="*/ 163 h 6345"/>
                  <a:gd name="connsiteX5" fmla="*/ 1159 w 6343"/>
                  <a:gd name="connsiteY5" fmla="*/ 1092 h 6345"/>
                  <a:gd name="connsiteX6" fmla="*/ 230 w 6343"/>
                  <a:gd name="connsiteY6" fmla="*/ 3336 h 6345"/>
                  <a:gd name="connsiteX7" fmla="*/ 1159 w 6343"/>
                  <a:gd name="connsiteY7" fmla="*/ 5579 h 6345"/>
                  <a:gd name="connsiteX8" fmla="*/ 3401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9"/>
                    </a:moveTo>
                    <a:cubicBezTo>
                      <a:pt x="4243" y="6509"/>
                      <a:pt x="5049" y="6174"/>
                      <a:pt x="5644" y="5579"/>
                    </a:cubicBezTo>
                    <a:cubicBezTo>
                      <a:pt x="6239" y="4984"/>
                      <a:pt x="6573" y="4177"/>
                      <a:pt x="6573" y="3336"/>
                    </a:cubicBezTo>
                    <a:cubicBezTo>
                      <a:pt x="6573" y="2495"/>
                      <a:pt x="6239" y="1687"/>
                      <a:pt x="5644" y="1092"/>
                    </a:cubicBezTo>
                    <a:cubicBezTo>
                      <a:pt x="5049" y="498"/>
                      <a:pt x="4243" y="163"/>
                      <a:pt x="3401" y="163"/>
                    </a:cubicBezTo>
                    <a:cubicBezTo>
                      <a:pt x="2560" y="163"/>
                      <a:pt x="1754" y="498"/>
                      <a:pt x="1159" y="1092"/>
                    </a:cubicBezTo>
                    <a:cubicBezTo>
                      <a:pt x="564" y="1687"/>
                      <a:pt x="230" y="2495"/>
                      <a:pt x="230" y="3336"/>
                    </a:cubicBezTo>
                    <a:cubicBezTo>
                      <a:pt x="230" y="4177"/>
                      <a:pt x="564" y="4984"/>
                      <a:pt x="1159" y="5579"/>
                    </a:cubicBezTo>
                    <a:cubicBezTo>
                      <a:pt x="1754" y="6174"/>
                      <a:pt x="2560" y="6509"/>
                      <a:pt x="3401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27" name="Freeform: Shape 16126">
                <a:extLst>
                  <a:ext uri="{FF2B5EF4-FFF2-40B4-BE49-F238E27FC236}">
                    <a16:creationId xmlns:a16="http://schemas.microsoft.com/office/drawing/2014/main" id="{6930EE6D-8461-83CD-E1EA-63535DE6BD88}"/>
                  </a:ext>
                </a:extLst>
              </p:cNvPr>
              <p:cNvSpPr/>
              <p:nvPr/>
            </p:nvSpPr>
            <p:spPr>
              <a:xfrm>
                <a:off x="9324127" y="5548500"/>
                <a:ext cx="6343" cy="6345"/>
              </a:xfrm>
              <a:custGeom>
                <a:avLst/>
                <a:gdLst>
                  <a:gd name="connsiteX0" fmla="*/ 3401 w 6343"/>
                  <a:gd name="connsiteY0" fmla="*/ 6508 h 6345"/>
                  <a:gd name="connsiteX1" fmla="*/ 5644 w 6343"/>
                  <a:gd name="connsiteY1" fmla="*/ 5579 h 6345"/>
                  <a:gd name="connsiteX2" fmla="*/ 6573 w 6343"/>
                  <a:gd name="connsiteY2" fmla="*/ 3336 h 6345"/>
                  <a:gd name="connsiteX3" fmla="*/ 5644 w 6343"/>
                  <a:gd name="connsiteY3" fmla="*/ 1092 h 6345"/>
                  <a:gd name="connsiteX4" fmla="*/ 3401 w 6343"/>
                  <a:gd name="connsiteY4" fmla="*/ 163 h 6345"/>
                  <a:gd name="connsiteX5" fmla="*/ 1159 w 6343"/>
                  <a:gd name="connsiteY5" fmla="*/ 1092 h 6345"/>
                  <a:gd name="connsiteX6" fmla="*/ 230 w 6343"/>
                  <a:gd name="connsiteY6" fmla="*/ 3336 h 6345"/>
                  <a:gd name="connsiteX7" fmla="*/ 1159 w 6343"/>
                  <a:gd name="connsiteY7" fmla="*/ 5579 h 6345"/>
                  <a:gd name="connsiteX8" fmla="*/ 340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8"/>
                    </a:moveTo>
                    <a:cubicBezTo>
                      <a:pt x="4242" y="6508"/>
                      <a:pt x="5049" y="6174"/>
                      <a:pt x="5644" y="5579"/>
                    </a:cubicBezTo>
                    <a:cubicBezTo>
                      <a:pt x="6239" y="4984"/>
                      <a:pt x="6573" y="4177"/>
                      <a:pt x="6573" y="3336"/>
                    </a:cubicBezTo>
                    <a:cubicBezTo>
                      <a:pt x="6573" y="2494"/>
                      <a:pt x="6239" y="1687"/>
                      <a:pt x="5644" y="1092"/>
                    </a:cubicBezTo>
                    <a:cubicBezTo>
                      <a:pt x="5049" y="497"/>
                      <a:pt x="4242" y="163"/>
                      <a:pt x="3401" y="163"/>
                    </a:cubicBezTo>
                    <a:cubicBezTo>
                      <a:pt x="2560" y="163"/>
                      <a:pt x="1753" y="497"/>
                      <a:pt x="1159" y="1092"/>
                    </a:cubicBezTo>
                    <a:cubicBezTo>
                      <a:pt x="564" y="1687"/>
                      <a:pt x="230" y="2494"/>
                      <a:pt x="230" y="3336"/>
                    </a:cubicBezTo>
                    <a:cubicBezTo>
                      <a:pt x="230" y="4177"/>
                      <a:pt x="564" y="4984"/>
                      <a:pt x="1159" y="5579"/>
                    </a:cubicBezTo>
                    <a:cubicBezTo>
                      <a:pt x="1753" y="6174"/>
                      <a:pt x="2560" y="6508"/>
                      <a:pt x="340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28" name="Freeform: Shape 16127">
                <a:extLst>
                  <a:ext uri="{FF2B5EF4-FFF2-40B4-BE49-F238E27FC236}">
                    <a16:creationId xmlns:a16="http://schemas.microsoft.com/office/drawing/2014/main" id="{EC38F534-57C8-6283-8FEC-5520C4FC0CE0}"/>
                  </a:ext>
                </a:extLst>
              </p:cNvPr>
              <p:cNvSpPr/>
              <p:nvPr/>
            </p:nvSpPr>
            <p:spPr>
              <a:xfrm>
                <a:off x="9323115" y="5546618"/>
                <a:ext cx="6343" cy="6345"/>
              </a:xfrm>
              <a:custGeom>
                <a:avLst/>
                <a:gdLst>
                  <a:gd name="connsiteX0" fmla="*/ 3401 w 6343"/>
                  <a:gd name="connsiteY0" fmla="*/ 6508 h 6345"/>
                  <a:gd name="connsiteX1" fmla="*/ 5644 w 6343"/>
                  <a:gd name="connsiteY1" fmla="*/ 5579 h 6345"/>
                  <a:gd name="connsiteX2" fmla="*/ 6573 w 6343"/>
                  <a:gd name="connsiteY2" fmla="*/ 3336 h 6345"/>
                  <a:gd name="connsiteX3" fmla="*/ 5644 w 6343"/>
                  <a:gd name="connsiteY3" fmla="*/ 1092 h 6345"/>
                  <a:gd name="connsiteX4" fmla="*/ 3401 w 6343"/>
                  <a:gd name="connsiteY4" fmla="*/ 163 h 6345"/>
                  <a:gd name="connsiteX5" fmla="*/ 1159 w 6343"/>
                  <a:gd name="connsiteY5" fmla="*/ 1092 h 6345"/>
                  <a:gd name="connsiteX6" fmla="*/ 230 w 6343"/>
                  <a:gd name="connsiteY6" fmla="*/ 3336 h 6345"/>
                  <a:gd name="connsiteX7" fmla="*/ 1159 w 6343"/>
                  <a:gd name="connsiteY7" fmla="*/ 5579 h 6345"/>
                  <a:gd name="connsiteX8" fmla="*/ 340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8"/>
                    </a:moveTo>
                    <a:cubicBezTo>
                      <a:pt x="4242" y="6508"/>
                      <a:pt x="5049" y="6174"/>
                      <a:pt x="5644" y="5579"/>
                    </a:cubicBezTo>
                    <a:cubicBezTo>
                      <a:pt x="6239" y="4984"/>
                      <a:pt x="6573" y="4177"/>
                      <a:pt x="6573" y="3336"/>
                    </a:cubicBezTo>
                    <a:cubicBezTo>
                      <a:pt x="6573" y="2494"/>
                      <a:pt x="6239" y="1687"/>
                      <a:pt x="5644" y="1092"/>
                    </a:cubicBezTo>
                    <a:cubicBezTo>
                      <a:pt x="5049" y="497"/>
                      <a:pt x="4242" y="163"/>
                      <a:pt x="3401" y="163"/>
                    </a:cubicBezTo>
                    <a:cubicBezTo>
                      <a:pt x="2560" y="163"/>
                      <a:pt x="1753" y="497"/>
                      <a:pt x="1159" y="1092"/>
                    </a:cubicBezTo>
                    <a:cubicBezTo>
                      <a:pt x="564" y="1687"/>
                      <a:pt x="230" y="2494"/>
                      <a:pt x="230" y="3336"/>
                    </a:cubicBezTo>
                    <a:cubicBezTo>
                      <a:pt x="230" y="4177"/>
                      <a:pt x="564" y="4984"/>
                      <a:pt x="1159" y="5579"/>
                    </a:cubicBezTo>
                    <a:cubicBezTo>
                      <a:pt x="1753" y="6174"/>
                      <a:pt x="2560" y="6508"/>
                      <a:pt x="340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29" name="Freeform: Shape 16128">
                <a:extLst>
                  <a:ext uri="{FF2B5EF4-FFF2-40B4-BE49-F238E27FC236}">
                    <a16:creationId xmlns:a16="http://schemas.microsoft.com/office/drawing/2014/main" id="{6F063D74-A9A8-CC26-3908-DB3BA4FFC01B}"/>
                  </a:ext>
                </a:extLst>
              </p:cNvPr>
              <p:cNvSpPr/>
              <p:nvPr/>
            </p:nvSpPr>
            <p:spPr>
              <a:xfrm>
                <a:off x="9322042" y="5544896"/>
                <a:ext cx="6343" cy="6345"/>
              </a:xfrm>
              <a:custGeom>
                <a:avLst/>
                <a:gdLst>
                  <a:gd name="connsiteX0" fmla="*/ 3401 w 6343"/>
                  <a:gd name="connsiteY0" fmla="*/ 6508 h 6345"/>
                  <a:gd name="connsiteX1" fmla="*/ 5644 w 6343"/>
                  <a:gd name="connsiteY1" fmla="*/ 5579 h 6345"/>
                  <a:gd name="connsiteX2" fmla="*/ 6573 w 6343"/>
                  <a:gd name="connsiteY2" fmla="*/ 3335 h 6345"/>
                  <a:gd name="connsiteX3" fmla="*/ 5644 w 6343"/>
                  <a:gd name="connsiteY3" fmla="*/ 1092 h 6345"/>
                  <a:gd name="connsiteX4" fmla="*/ 3401 w 6343"/>
                  <a:gd name="connsiteY4" fmla="*/ 163 h 6345"/>
                  <a:gd name="connsiteX5" fmla="*/ 1159 w 6343"/>
                  <a:gd name="connsiteY5" fmla="*/ 1092 h 6345"/>
                  <a:gd name="connsiteX6" fmla="*/ 230 w 6343"/>
                  <a:gd name="connsiteY6" fmla="*/ 3335 h 6345"/>
                  <a:gd name="connsiteX7" fmla="*/ 1159 w 6343"/>
                  <a:gd name="connsiteY7" fmla="*/ 5579 h 6345"/>
                  <a:gd name="connsiteX8" fmla="*/ 340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8"/>
                    </a:moveTo>
                    <a:cubicBezTo>
                      <a:pt x="4242" y="6508"/>
                      <a:pt x="5049" y="6174"/>
                      <a:pt x="5644" y="5579"/>
                    </a:cubicBezTo>
                    <a:cubicBezTo>
                      <a:pt x="6239" y="4984"/>
                      <a:pt x="6573" y="4177"/>
                      <a:pt x="6573" y="3335"/>
                    </a:cubicBezTo>
                    <a:cubicBezTo>
                      <a:pt x="6573" y="2494"/>
                      <a:pt x="6239" y="1687"/>
                      <a:pt x="5644" y="1092"/>
                    </a:cubicBezTo>
                    <a:cubicBezTo>
                      <a:pt x="5049" y="497"/>
                      <a:pt x="4242" y="163"/>
                      <a:pt x="3401" y="163"/>
                    </a:cubicBezTo>
                    <a:cubicBezTo>
                      <a:pt x="2560" y="163"/>
                      <a:pt x="1753" y="497"/>
                      <a:pt x="1159" y="1092"/>
                    </a:cubicBezTo>
                    <a:cubicBezTo>
                      <a:pt x="564" y="1687"/>
                      <a:pt x="230" y="2494"/>
                      <a:pt x="230" y="3335"/>
                    </a:cubicBezTo>
                    <a:cubicBezTo>
                      <a:pt x="230" y="4177"/>
                      <a:pt x="564" y="4984"/>
                      <a:pt x="1159" y="5579"/>
                    </a:cubicBezTo>
                    <a:cubicBezTo>
                      <a:pt x="1753" y="6174"/>
                      <a:pt x="2560" y="6508"/>
                      <a:pt x="340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30" name="Freeform: Shape 16129">
                <a:extLst>
                  <a:ext uri="{FF2B5EF4-FFF2-40B4-BE49-F238E27FC236}">
                    <a16:creationId xmlns:a16="http://schemas.microsoft.com/office/drawing/2014/main" id="{DEC50107-6D75-715A-46DE-7F9D756726D0}"/>
                  </a:ext>
                </a:extLst>
              </p:cNvPr>
              <p:cNvSpPr/>
              <p:nvPr/>
            </p:nvSpPr>
            <p:spPr>
              <a:xfrm>
                <a:off x="9320906" y="5543332"/>
                <a:ext cx="6343" cy="6345"/>
              </a:xfrm>
              <a:custGeom>
                <a:avLst/>
                <a:gdLst>
                  <a:gd name="connsiteX0" fmla="*/ 3401 w 6343"/>
                  <a:gd name="connsiteY0" fmla="*/ 6508 h 6345"/>
                  <a:gd name="connsiteX1" fmla="*/ 5644 w 6343"/>
                  <a:gd name="connsiteY1" fmla="*/ 5579 h 6345"/>
                  <a:gd name="connsiteX2" fmla="*/ 6573 w 6343"/>
                  <a:gd name="connsiteY2" fmla="*/ 3335 h 6345"/>
                  <a:gd name="connsiteX3" fmla="*/ 5644 w 6343"/>
                  <a:gd name="connsiteY3" fmla="*/ 1092 h 6345"/>
                  <a:gd name="connsiteX4" fmla="*/ 3401 w 6343"/>
                  <a:gd name="connsiteY4" fmla="*/ 163 h 6345"/>
                  <a:gd name="connsiteX5" fmla="*/ 1158 w 6343"/>
                  <a:gd name="connsiteY5" fmla="*/ 1092 h 6345"/>
                  <a:gd name="connsiteX6" fmla="*/ 230 w 6343"/>
                  <a:gd name="connsiteY6" fmla="*/ 3335 h 6345"/>
                  <a:gd name="connsiteX7" fmla="*/ 1158 w 6343"/>
                  <a:gd name="connsiteY7" fmla="*/ 5579 h 6345"/>
                  <a:gd name="connsiteX8" fmla="*/ 340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8"/>
                    </a:moveTo>
                    <a:cubicBezTo>
                      <a:pt x="4242" y="6508"/>
                      <a:pt x="5049" y="6174"/>
                      <a:pt x="5644" y="5579"/>
                    </a:cubicBezTo>
                    <a:cubicBezTo>
                      <a:pt x="6238" y="4984"/>
                      <a:pt x="6573" y="4177"/>
                      <a:pt x="6573" y="3335"/>
                    </a:cubicBezTo>
                    <a:cubicBezTo>
                      <a:pt x="6573" y="2494"/>
                      <a:pt x="6238" y="1687"/>
                      <a:pt x="5644" y="1092"/>
                    </a:cubicBezTo>
                    <a:cubicBezTo>
                      <a:pt x="5049" y="497"/>
                      <a:pt x="4242" y="163"/>
                      <a:pt x="3401" y="163"/>
                    </a:cubicBezTo>
                    <a:cubicBezTo>
                      <a:pt x="2560" y="163"/>
                      <a:pt x="1753" y="497"/>
                      <a:pt x="1158" y="1092"/>
                    </a:cubicBezTo>
                    <a:cubicBezTo>
                      <a:pt x="564" y="1687"/>
                      <a:pt x="230" y="2494"/>
                      <a:pt x="230" y="3335"/>
                    </a:cubicBezTo>
                    <a:cubicBezTo>
                      <a:pt x="230" y="4177"/>
                      <a:pt x="564" y="4984"/>
                      <a:pt x="1158" y="5579"/>
                    </a:cubicBezTo>
                    <a:cubicBezTo>
                      <a:pt x="1753" y="6174"/>
                      <a:pt x="2560" y="6508"/>
                      <a:pt x="340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31" name="Freeform: Shape 16130">
                <a:extLst>
                  <a:ext uri="{FF2B5EF4-FFF2-40B4-BE49-F238E27FC236}">
                    <a16:creationId xmlns:a16="http://schemas.microsoft.com/office/drawing/2014/main" id="{580538B0-4E3E-90D8-B5B0-60EED9EF59E6}"/>
                  </a:ext>
                </a:extLst>
              </p:cNvPr>
              <p:cNvSpPr/>
              <p:nvPr/>
            </p:nvSpPr>
            <p:spPr>
              <a:xfrm>
                <a:off x="9319758" y="5541817"/>
                <a:ext cx="6343" cy="6345"/>
              </a:xfrm>
              <a:custGeom>
                <a:avLst/>
                <a:gdLst>
                  <a:gd name="connsiteX0" fmla="*/ 3401 w 6343"/>
                  <a:gd name="connsiteY0" fmla="*/ 6508 h 6345"/>
                  <a:gd name="connsiteX1" fmla="*/ 5644 w 6343"/>
                  <a:gd name="connsiteY1" fmla="*/ 5579 h 6345"/>
                  <a:gd name="connsiteX2" fmla="*/ 6573 w 6343"/>
                  <a:gd name="connsiteY2" fmla="*/ 3335 h 6345"/>
                  <a:gd name="connsiteX3" fmla="*/ 5644 w 6343"/>
                  <a:gd name="connsiteY3" fmla="*/ 1092 h 6345"/>
                  <a:gd name="connsiteX4" fmla="*/ 3401 w 6343"/>
                  <a:gd name="connsiteY4" fmla="*/ 163 h 6345"/>
                  <a:gd name="connsiteX5" fmla="*/ 1158 w 6343"/>
                  <a:gd name="connsiteY5" fmla="*/ 1092 h 6345"/>
                  <a:gd name="connsiteX6" fmla="*/ 229 w 6343"/>
                  <a:gd name="connsiteY6" fmla="*/ 3335 h 6345"/>
                  <a:gd name="connsiteX7" fmla="*/ 1158 w 6343"/>
                  <a:gd name="connsiteY7" fmla="*/ 5579 h 6345"/>
                  <a:gd name="connsiteX8" fmla="*/ 340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8"/>
                    </a:moveTo>
                    <a:cubicBezTo>
                      <a:pt x="4242" y="6508"/>
                      <a:pt x="5049" y="6174"/>
                      <a:pt x="5644" y="5579"/>
                    </a:cubicBezTo>
                    <a:cubicBezTo>
                      <a:pt x="6238" y="4984"/>
                      <a:pt x="6573" y="4177"/>
                      <a:pt x="6573" y="3335"/>
                    </a:cubicBezTo>
                    <a:cubicBezTo>
                      <a:pt x="6573" y="2494"/>
                      <a:pt x="6238" y="1687"/>
                      <a:pt x="5644" y="1092"/>
                    </a:cubicBezTo>
                    <a:cubicBezTo>
                      <a:pt x="5049" y="497"/>
                      <a:pt x="4242" y="163"/>
                      <a:pt x="3401" y="163"/>
                    </a:cubicBezTo>
                    <a:cubicBezTo>
                      <a:pt x="2560" y="163"/>
                      <a:pt x="1753" y="497"/>
                      <a:pt x="1158" y="1092"/>
                    </a:cubicBezTo>
                    <a:cubicBezTo>
                      <a:pt x="564" y="1687"/>
                      <a:pt x="229" y="2494"/>
                      <a:pt x="229" y="3335"/>
                    </a:cubicBezTo>
                    <a:cubicBezTo>
                      <a:pt x="229" y="4177"/>
                      <a:pt x="564" y="4984"/>
                      <a:pt x="1158" y="5579"/>
                    </a:cubicBezTo>
                    <a:cubicBezTo>
                      <a:pt x="1753" y="6174"/>
                      <a:pt x="2560" y="6508"/>
                      <a:pt x="340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32" name="Freeform: Shape 16131">
                <a:extLst>
                  <a:ext uri="{FF2B5EF4-FFF2-40B4-BE49-F238E27FC236}">
                    <a16:creationId xmlns:a16="http://schemas.microsoft.com/office/drawing/2014/main" id="{D492349C-E1A0-23DC-BC26-05A2D853940B}"/>
                  </a:ext>
                </a:extLst>
              </p:cNvPr>
              <p:cNvSpPr/>
              <p:nvPr/>
            </p:nvSpPr>
            <p:spPr>
              <a:xfrm>
                <a:off x="9318979" y="5539602"/>
                <a:ext cx="6343" cy="6345"/>
              </a:xfrm>
              <a:custGeom>
                <a:avLst/>
                <a:gdLst>
                  <a:gd name="connsiteX0" fmla="*/ 3401 w 6343"/>
                  <a:gd name="connsiteY0" fmla="*/ 6508 h 6345"/>
                  <a:gd name="connsiteX1" fmla="*/ 5644 w 6343"/>
                  <a:gd name="connsiteY1" fmla="*/ 5578 h 6345"/>
                  <a:gd name="connsiteX2" fmla="*/ 6572 w 6343"/>
                  <a:gd name="connsiteY2" fmla="*/ 3335 h 6345"/>
                  <a:gd name="connsiteX3" fmla="*/ 5644 w 6343"/>
                  <a:gd name="connsiteY3" fmla="*/ 1092 h 6345"/>
                  <a:gd name="connsiteX4" fmla="*/ 3401 w 6343"/>
                  <a:gd name="connsiteY4" fmla="*/ 162 h 6345"/>
                  <a:gd name="connsiteX5" fmla="*/ 1158 w 6343"/>
                  <a:gd name="connsiteY5" fmla="*/ 1092 h 6345"/>
                  <a:gd name="connsiteX6" fmla="*/ 229 w 6343"/>
                  <a:gd name="connsiteY6" fmla="*/ 3335 h 6345"/>
                  <a:gd name="connsiteX7" fmla="*/ 1158 w 6343"/>
                  <a:gd name="connsiteY7" fmla="*/ 5578 h 6345"/>
                  <a:gd name="connsiteX8" fmla="*/ 340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8"/>
                    </a:moveTo>
                    <a:cubicBezTo>
                      <a:pt x="4242" y="6508"/>
                      <a:pt x="5049" y="6173"/>
                      <a:pt x="5644" y="5578"/>
                    </a:cubicBezTo>
                    <a:cubicBezTo>
                      <a:pt x="6238" y="4984"/>
                      <a:pt x="6572" y="4176"/>
                      <a:pt x="6572" y="3335"/>
                    </a:cubicBezTo>
                    <a:cubicBezTo>
                      <a:pt x="6572" y="2494"/>
                      <a:pt x="6238" y="1687"/>
                      <a:pt x="5644" y="1092"/>
                    </a:cubicBezTo>
                    <a:cubicBezTo>
                      <a:pt x="5049" y="497"/>
                      <a:pt x="4242" y="162"/>
                      <a:pt x="3401" y="162"/>
                    </a:cubicBezTo>
                    <a:cubicBezTo>
                      <a:pt x="2560" y="162"/>
                      <a:pt x="1753" y="497"/>
                      <a:pt x="1158" y="1092"/>
                    </a:cubicBezTo>
                    <a:cubicBezTo>
                      <a:pt x="564" y="1687"/>
                      <a:pt x="229" y="2494"/>
                      <a:pt x="229" y="3335"/>
                    </a:cubicBezTo>
                    <a:cubicBezTo>
                      <a:pt x="229" y="4176"/>
                      <a:pt x="564" y="4984"/>
                      <a:pt x="1158" y="5578"/>
                    </a:cubicBezTo>
                    <a:cubicBezTo>
                      <a:pt x="1753" y="6173"/>
                      <a:pt x="2560" y="6508"/>
                      <a:pt x="340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33" name="Freeform: Shape 16132">
                <a:extLst>
                  <a:ext uri="{FF2B5EF4-FFF2-40B4-BE49-F238E27FC236}">
                    <a16:creationId xmlns:a16="http://schemas.microsoft.com/office/drawing/2014/main" id="{54777F74-A618-B425-2E2E-5E7D8B123903}"/>
                  </a:ext>
                </a:extLst>
              </p:cNvPr>
              <p:cNvSpPr/>
              <p:nvPr/>
            </p:nvSpPr>
            <p:spPr>
              <a:xfrm>
                <a:off x="9318527" y="5536798"/>
                <a:ext cx="6343" cy="6345"/>
              </a:xfrm>
              <a:custGeom>
                <a:avLst/>
                <a:gdLst>
                  <a:gd name="connsiteX0" fmla="*/ 3401 w 6343"/>
                  <a:gd name="connsiteY0" fmla="*/ 6508 h 6345"/>
                  <a:gd name="connsiteX1" fmla="*/ 5644 w 6343"/>
                  <a:gd name="connsiteY1" fmla="*/ 5578 h 6345"/>
                  <a:gd name="connsiteX2" fmla="*/ 6572 w 6343"/>
                  <a:gd name="connsiteY2" fmla="*/ 3335 h 6345"/>
                  <a:gd name="connsiteX3" fmla="*/ 5644 w 6343"/>
                  <a:gd name="connsiteY3" fmla="*/ 1091 h 6345"/>
                  <a:gd name="connsiteX4" fmla="*/ 3401 w 6343"/>
                  <a:gd name="connsiteY4" fmla="*/ 162 h 6345"/>
                  <a:gd name="connsiteX5" fmla="*/ 1158 w 6343"/>
                  <a:gd name="connsiteY5" fmla="*/ 1091 h 6345"/>
                  <a:gd name="connsiteX6" fmla="*/ 229 w 6343"/>
                  <a:gd name="connsiteY6" fmla="*/ 3335 h 6345"/>
                  <a:gd name="connsiteX7" fmla="*/ 1158 w 6343"/>
                  <a:gd name="connsiteY7" fmla="*/ 5578 h 6345"/>
                  <a:gd name="connsiteX8" fmla="*/ 340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8"/>
                    </a:moveTo>
                    <a:cubicBezTo>
                      <a:pt x="4242" y="6508"/>
                      <a:pt x="5049" y="6173"/>
                      <a:pt x="5644" y="5578"/>
                    </a:cubicBezTo>
                    <a:cubicBezTo>
                      <a:pt x="6238" y="4983"/>
                      <a:pt x="6572" y="4176"/>
                      <a:pt x="6572" y="3335"/>
                    </a:cubicBezTo>
                    <a:cubicBezTo>
                      <a:pt x="6572" y="2493"/>
                      <a:pt x="6238" y="1686"/>
                      <a:pt x="5644" y="1091"/>
                    </a:cubicBezTo>
                    <a:cubicBezTo>
                      <a:pt x="5049" y="496"/>
                      <a:pt x="4242" y="162"/>
                      <a:pt x="3401" y="162"/>
                    </a:cubicBezTo>
                    <a:cubicBezTo>
                      <a:pt x="2560" y="162"/>
                      <a:pt x="1753" y="496"/>
                      <a:pt x="1158" y="1091"/>
                    </a:cubicBezTo>
                    <a:cubicBezTo>
                      <a:pt x="564" y="1686"/>
                      <a:pt x="229" y="2493"/>
                      <a:pt x="229" y="3335"/>
                    </a:cubicBezTo>
                    <a:cubicBezTo>
                      <a:pt x="229" y="4176"/>
                      <a:pt x="564" y="4983"/>
                      <a:pt x="1158" y="5578"/>
                    </a:cubicBezTo>
                    <a:cubicBezTo>
                      <a:pt x="1753" y="6173"/>
                      <a:pt x="2560" y="6508"/>
                      <a:pt x="340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34" name="Freeform: Shape 16133">
                <a:extLst>
                  <a:ext uri="{FF2B5EF4-FFF2-40B4-BE49-F238E27FC236}">
                    <a16:creationId xmlns:a16="http://schemas.microsoft.com/office/drawing/2014/main" id="{9A9E0D65-200C-CC13-05B1-92917E7BA085}"/>
                  </a:ext>
                </a:extLst>
              </p:cNvPr>
              <p:cNvSpPr/>
              <p:nvPr/>
            </p:nvSpPr>
            <p:spPr>
              <a:xfrm>
                <a:off x="9317125" y="5535862"/>
                <a:ext cx="6343" cy="6345"/>
              </a:xfrm>
              <a:custGeom>
                <a:avLst/>
                <a:gdLst>
                  <a:gd name="connsiteX0" fmla="*/ 3401 w 6343"/>
                  <a:gd name="connsiteY0" fmla="*/ 6507 h 6345"/>
                  <a:gd name="connsiteX1" fmla="*/ 5643 w 6343"/>
                  <a:gd name="connsiteY1" fmla="*/ 5578 h 6345"/>
                  <a:gd name="connsiteX2" fmla="*/ 6572 w 6343"/>
                  <a:gd name="connsiteY2" fmla="*/ 3335 h 6345"/>
                  <a:gd name="connsiteX3" fmla="*/ 5643 w 6343"/>
                  <a:gd name="connsiteY3" fmla="*/ 1091 h 6345"/>
                  <a:gd name="connsiteX4" fmla="*/ 3401 w 6343"/>
                  <a:gd name="connsiteY4" fmla="*/ 162 h 6345"/>
                  <a:gd name="connsiteX5" fmla="*/ 1158 w 6343"/>
                  <a:gd name="connsiteY5" fmla="*/ 1091 h 6345"/>
                  <a:gd name="connsiteX6" fmla="*/ 229 w 6343"/>
                  <a:gd name="connsiteY6" fmla="*/ 3335 h 6345"/>
                  <a:gd name="connsiteX7" fmla="*/ 1158 w 6343"/>
                  <a:gd name="connsiteY7" fmla="*/ 5578 h 6345"/>
                  <a:gd name="connsiteX8" fmla="*/ 340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7"/>
                    </a:moveTo>
                    <a:cubicBezTo>
                      <a:pt x="4242" y="6507"/>
                      <a:pt x="5049" y="6173"/>
                      <a:pt x="5643" y="5578"/>
                    </a:cubicBezTo>
                    <a:cubicBezTo>
                      <a:pt x="6238" y="4983"/>
                      <a:pt x="6572" y="4176"/>
                      <a:pt x="6572" y="3335"/>
                    </a:cubicBezTo>
                    <a:cubicBezTo>
                      <a:pt x="6572" y="2493"/>
                      <a:pt x="6238" y="1686"/>
                      <a:pt x="5643" y="1091"/>
                    </a:cubicBezTo>
                    <a:cubicBezTo>
                      <a:pt x="5049" y="496"/>
                      <a:pt x="4242" y="162"/>
                      <a:pt x="3401" y="162"/>
                    </a:cubicBezTo>
                    <a:cubicBezTo>
                      <a:pt x="2560" y="162"/>
                      <a:pt x="1753" y="496"/>
                      <a:pt x="1158" y="1091"/>
                    </a:cubicBezTo>
                    <a:cubicBezTo>
                      <a:pt x="563" y="1686"/>
                      <a:pt x="229" y="2493"/>
                      <a:pt x="229" y="3335"/>
                    </a:cubicBezTo>
                    <a:cubicBezTo>
                      <a:pt x="229" y="4176"/>
                      <a:pt x="563" y="4983"/>
                      <a:pt x="1158" y="5578"/>
                    </a:cubicBezTo>
                    <a:cubicBezTo>
                      <a:pt x="1753" y="6173"/>
                      <a:pt x="2560" y="6507"/>
                      <a:pt x="340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35" name="Freeform: Shape 16134">
                <a:extLst>
                  <a:ext uri="{FF2B5EF4-FFF2-40B4-BE49-F238E27FC236}">
                    <a16:creationId xmlns:a16="http://schemas.microsoft.com/office/drawing/2014/main" id="{D13D139C-CCD1-6ACD-9320-152FD4A79AE6}"/>
                  </a:ext>
                </a:extLst>
              </p:cNvPr>
              <p:cNvSpPr/>
              <p:nvPr/>
            </p:nvSpPr>
            <p:spPr>
              <a:xfrm>
                <a:off x="9315814" y="5534758"/>
                <a:ext cx="6343" cy="6345"/>
              </a:xfrm>
              <a:custGeom>
                <a:avLst/>
                <a:gdLst>
                  <a:gd name="connsiteX0" fmla="*/ 3401 w 6343"/>
                  <a:gd name="connsiteY0" fmla="*/ 6507 h 6345"/>
                  <a:gd name="connsiteX1" fmla="*/ 5643 w 6343"/>
                  <a:gd name="connsiteY1" fmla="*/ 5578 h 6345"/>
                  <a:gd name="connsiteX2" fmla="*/ 6572 w 6343"/>
                  <a:gd name="connsiteY2" fmla="*/ 3335 h 6345"/>
                  <a:gd name="connsiteX3" fmla="*/ 5643 w 6343"/>
                  <a:gd name="connsiteY3" fmla="*/ 1091 h 6345"/>
                  <a:gd name="connsiteX4" fmla="*/ 3401 w 6343"/>
                  <a:gd name="connsiteY4" fmla="*/ 162 h 6345"/>
                  <a:gd name="connsiteX5" fmla="*/ 1158 w 6343"/>
                  <a:gd name="connsiteY5" fmla="*/ 1091 h 6345"/>
                  <a:gd name="connsiteX6" fmla="*/ 229 w 6343"/>
                  <a:gd name="connsiteY6" fmla="*/ 3335 h 6345"/>
                  <a:gd name="connsiteX7" fmla="*/ 1158 w 6343"/>
                  <a:gd name="connsiteY7" fmla="*/ 5578 h 6345"/>
                  <a:gd name="connsiteX8" fmla="*/ 340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7"/>
                    </a:moveTo>
                    <a:cubicBezTo>
                      <a:pt x="4242" y="6507"/>
                      <a:pt x="5049" y="6173"/>
                      <a:pt x="5643" y="5578"/>
                    </a:cubicBezTo>
                    <a:cubicBezTo>
                      <a:pt x="6238" y="4983"/>
                      <a:pt x="6572" y="4176"/>
                      <a:pt x="6572" y="3335"/>
                    </a:cubicBezTo>
                    <a:cubicBezTo>
                      <a:pt x="6572" y="2493"/>
                      <a:pt x="6238" y="1686"/>
                      <a:pt x="5643" y="1091"/>
                    </a:cubicBezTo>
                    <a:cubicBezTo>
                      <a:pt x="5049" y="496"/>
                      <a:pt x="4242" y="162"/>
                      <a:pt x="3401" y="162"/>
                    </a:cubicBezTo>
                    <a:cubicBezTo>
                      <a:pt x="2560" y="162"/>
                      <a:pt x="1753" y="496"/>
                      <a:pt x="1158" y="1091"/>
                    </a:cubicBezTo>
                    <a:cubicBezTo>
                      <a:pt x="563" y="1686"/>
                      <a:pt x="229" y="2493"/>
                      <a:pt x="229" y="3335"/>
                    </a:cubicBezTo>
                    <a:cubicBezTo>
                      <a:pt x="229" y="4176"/>
                      <a:pt x="563" y="4983"/>
                      <a:pt x="1158" y="5578"/>
                    </a:cubicBezTo>
                    <a:cubicBezTo>
                      <a:pt x="1753" y="6173"/>
                      <a:pt x="2560" y="6507"/>
                      <a:pt x="340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36" name="Freeform: Shape 16135">
                <a:extLst>
                  <a:ext uri="{FF2B5EF4-FFF2-40B4-BE49-F238E27FC236}">
                    <a16:creationId xmlns:a16="http://schemas.microsoft.com/office/drawing/2014/main" id="{00346EA1-7CCE-D3D4-E150-08EBFAEC4B83}"/>
                  </a:ext>
                </a:extLst>
              </p:cNvPr>
              <p:cNvSpPr/>
              <p:nvPr/>
            </p:nvSpPr>
            <p:spPr>
              <a:xfrm>
                <a:off x="9314425" y="5533805"/>
                <a:ext cx="6343" cy="6345"/>
              </a:xfrm>
              <a:custGeom>
                <a:avLst/>
                <a:gdLst>
                  <a:gd name="connsiteX0" fmla="*/ 3401 w 6343"/>
                  <a:gd name="connsiteY0" fmla="*/ 6507 h 6345"/>
                  <a:gd name="connsiteX1" fmla="*/ 5643 w 6343"/>
                  <a:gd name="connsiteY1" fmla="*/ 5578 h 6345"/>
                  <a:gd name="connsiteX2" fmla="*/ 6572 w 6343"/>
                  <a:gd name="connsiteY2" fmla="*/ 3335 h 6345"/>
                  <a:gd name="connsiteX3" fmla="*/ 5643 w 6343"/>
                  <a:gd name="connsiteY3" fmla="*/ 1091 h 6345"/>
                  <a:gd name="connsiteX4" fmla="*/ 3401 w 6343"/>
                  <a:gd name="connsiteY4" fmla="*/ 162 h 6345"/>
                  <a:gd name="connsiteX5" fmla="*/ 1158 w 6343"/>
                  <a:gd name="connsiteY5" fmla="*/ 1091 h 6345"/>
                  <a:gd name="connsiteX6" fmla="*/ 229 w 6343"/>
                  <a:gd name="connsiteY6" fmla="*/ 3335 h 6345"/>
                  <a:gd name="connsiteX7" fmla="*/ 1158 w 6343"/>
                  <a:gd name="connsiteY7" fmla="*/ 5578 h 6345"/>
                  <a:gd name="connsiteX8" fmla="*/ 340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7"/>
                    </a:moveTo>
                    <a:cubicBezTo>
                      <a:pt x="4242" y="6507"/>
                      <a:pt x="5048" y="6173"/>
                      <a:pt x="5643" y="5578"/>
                    </a:cubicBezTo>
                    <a:cubicBezTo>
                      <a:pt x="6238" y="4983"/>
                      <a:pt x="6572" y="4176"/>
                      <a:pt x="6572" y="3335"/>
                    </a:cubicBezTo>
                    <a:cubicBezTo>
                      <a:pt x="6572" y="2493"/>
                      <a:pt x="6238" y="1686"/>
                      <a:pt x="5643" y="1091"/>
                    </a:cubicBezTo>
                    <a:cubicBezTo>
                      <a:pt x="5048" y="496"/>
                      <a:pt x="4242" y="162"/>
                      <a:pt x="3401" y="162"/>
                    </a:cubicBezTo>
                    <a:cubicBezTo>
                      <a:pt x="2559" y="162"/>
                      <a:pt x="1753" y="496"/>
                      <a:pt x="1158" y="1091"/>
                    </a:cubicBezTo>
                    <a:cubicBezTo>
                      <a:pt x="563" y="1686"/>
                      <a:pt x="229" y="2493"/>
                      <a:pt x="229" y="3335"/>
                    </a:cubicBezTo>
                    <a:cubicBezTo>
                      <a:pt x="229" y="4176"/>
                      <a:pt x="563" y="4983"/>
                      <a:pt x="1158" y="5578"/>
                    </a:cubicBezTo>
                    <a:cubicBezTo>
                      <a:pt x="1753" y="6173"/>
                      <a:pt x="2559" y="6507"/>
                      <a:pt x="340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37" name="Freeform: Shape 16136">
                <a:extLst>
                  <a:ext uri="{FF2B5EF4-FFF2-40B4-BE49-F238E27FC236}">
                    <a16:creationId xmlns:a16="http://schemas.microsoft.com/office/drawing/2014/main" id="{8C5BCA9D-8F41-41D8-9322-7CF023FAB239}"/>
                  </a:ext>
                </a:extLst>
              </p:cNvPr>
              <p:cNvSpPr/>
              <p:nvPr/>
            </p:nvSpPr>
            <p:spPr>
              <a:xfrm>
                <a:off x="9313247" y="5532476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3 w 6343"/>
                  <a:gd name="connsiteY1" fmla="*/ 5578 h 6345"/>
                  <a:gd name="connsiteX2" fmla="*/ 6572 w 6343"/>
                  <a:gd name="connsiteY2" fmla="*/ 3334 h 6345"/>
                  <a:gd name="connsiteX3" fmla="*/ 5643 w 6343"/>
                  <a:gd name="connsiteY3" fmla="*/ 1091 h 6345"/>
                  <a:gd name="connsiteX4" fmla="*/ 3400 w 6343"/>
                  <a:gd name="connsiteY4" fmla="*/ 162 h 6345"/>
                  <a:gd name="connsiteX5" fmla="*/ 1158 w 6343"/>
                  <a:gd name="connsiteY5" fmla="*/ 1091 h 6345"/>
                  <a:gd name="connsiteX6" fmla="*/ 229 w 6343"/>
                  <a:gd name="connsiteY6" fmla="*/ 3334 h 6345"/>
                  <a:gd name="connsiteX7" fmla="*/ 1158 w 6343"/>
                  <a:gd name="connsiteY7" fmla="*/ 5578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2" y="6507"/>
                      <a:pt x="5048" y="6173"/>
                      <a:pt x="5643" y="5578"/>
                    </a:cubicBezTo>
                    <a:cubicBezTo>
                      <a:pt x="6238" y="4983"/>
                      <a:pt x="6572" y="4176"/>
                      <a:pt x="6572" y="3334"/>
                    </a:cubicBezTo>
                    <a:cubicBezTo>
                      <a:pt x="6572" y="2493"/>
                      <a:pt x="6238" y="1686"/>
                      <a:pt x="5643" y="1091"/>
                    </a:cubicBezTo>
                    <a:cubicBezTo>
                      <a:pt x="5048" y="496"/>
                      <a:pt x="4242" y="162"/>
                      <a:pt x="3400" y="162"/>
                    </a:cubicBezTo>
                    <a:cubicBezTo>
                      <a:pt x="2559" y="162"/>
                      <a:pt x="1753" y="496"/>
                      <a:pt x="1158" y="1091"/>
                    </a:cubicBezTo>
                    <a:cubicBezTo>
                      <a:pt x="563" y="1686"/>
                      <a:pt x="229" y="2493"/>
                      <a:pt x="229" y="3334"/>
                    </a:cubicBezTo>
                    <a:cubicBezTo>
                      <a:pt x="229" y="4176"/>
                      <a:pt x="563" y="4983"/>
                      <a:pt x="1158" y="5578"/>
                    </a:cubicBezTo>
                    <a:cubicBezTo>
                      <a:pt x="1753" y="6173"/>
                      <a:pt x="2559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38" name="Freeform: Shape 16137">
                <a:extLst>
                  <a:ext uri="{FF2B5EF4-FFF2-40B4-BE49-F238E27FC236}">
                    <a16:creationId xmlns:a16="http://schemas.microsoft.com/office/drawing/2014/main" id="{07889F5C-AA2E-AAFB-987A-78A29FF11F76}"/>
                  </a:ext>
                </a:extLst>
              </p:cNvPr>
              <p:cNvSpPr/>
              <p:nvPr/>
            </p:nvSpPr>
            <p:spPr>
              <a:xfrm>
                <a:off x="9312197" y="5530932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3 w 6343"/>
                  <a:gd name="connsiteY1" fmla="*/ 5578 h 6345"/>
                  <a:gd name="connsiteX2" fmla="*/ 6572 w 6343"/>
                  <a:gd name="connsiteY2" fmla="*/ 3334 h 6345"/>
                  <a:gd name="connsiteX3" fmla="*/ 5643 w 6343"/>
                  <a:gd name="connsiteY3" fmla="*/ 1091 h 6345"/>
                  <a:gd name="connsiteX4" fmla="*/ 3400 w 6343"/>
                  <a:gd name="connsiteY4" fmla="*/ 162 h 6345"/>
                  <a:gd name="connsiteX5" fmla="*/ 1158 w 6343"/>
                  <a:gd name="connsiteY5" fmla="*/ 1091 h 6345"/>
                  <a:gd name="connsiteX6" fmla="*/ 229 w 6343"/>
                  <a:gd name="connsiteY6" fmla="*/ 3334 h 6345"/>
                  <a:gd name="connsiteX7" fmla="*/ 1158 w 6343"/>
                  <a:gd name="connsiteY7" fmla="*/ 5578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2" y="6507"/>
                      <a:pt x="5048" y="6173"/>
                      <a:pt x="5643" y="5578"/>
                    </a:cubicBezTo>
                    <a:cubicBezTo>
                      <a:pt x="6238" y="4983"/>
                      <a:pt x="6572" y="4176"/>
                      <a:pt x="6572" y="3334"/>
                    </a:cubicBezTo>
                    <a:cubicBezTo>
                      <a:pt x="6572" y="2493"/>
                      <a:pt x="6238" y="1686"/>
                      <a:pt x="5643" y="1091"/>
                    </a:cubicBezTo>
                    <a:cubicBezTo>
                      <a:pt x="5048" y="496"/>
                      <a:pt x="4242" y="162"/>
                      <a:pt x="3400" y="162"/>
                    </a:cubicBezTo>
                    <a:cubicBezTo>
                      <a:pt x="2559" y="162"/>
                      <a:pt x="1753" y="496"/>
                      <a:pt x="1158" y="1091"/>
                    </a:cubicBezTo>
                    <a:cubicBezTo>
                      <a:pt x="563" y="1686"/>
                      <a:pt x="229" y="2493"/>
                      <a:pt x="229" y="3334"/>
                    </a:cubicBezTo>
                    <a:cubicBezTo>
                      <a:pt x="229" y="4176"/>
                      <a:pt x="563" y="4983"/>
                      <a:pt x="1158" y="5578"/>
                    </a:cubicBezTo>
                    <a:cubicBezTo>
                      <a:pt x="1753" y="6173"/>
                      <a:pt x="2559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39" name="Freeform: Shape 16138">
                <a:extLst>
                  <a:ext uri="{FF2B5EF4-FFF2-40B4-BE49-F238E27FC236}">
                    <a16:creationId xmlns:a16="http://schemas.microsoft.com/office/drawing/2014/main" id="{C207E2F5-9273-B282-8200-2FBCBB73A0F7}"/>
                  </a:ext>
                </a:extLst>
              </p:cNvPr>
              <p:cNvSpPr/>
              <p:nvPr/>
            </p:nvSpPr>
            <p:spPr>
              <a:xfrm>
                <a:off x="9311072" y="5529540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3 w 6343"/>
                  <a:gd name="connsiteY1" fmla="*/ 5578 h 6345"/>
                  <a:gd name="connsiteX2" fmla="*/ 6572 w 6343"/>
                  <a:gd name="connsiteY2" fmla="*/ 3334 h 6345"/>
                  <a:gd name="connsiteX3" fmla="*/ 5643 w 6343"/>
                  <a:gd name="connsiteY3" fmla="*/ 1091 h 6345"/>
                  <a:gd name="connsiteX4" fmla="*/ 3400 w 6343"/>
                  <a:gd name="connsiteY4" fmla="*/ 162 h 6345"/>
                  <a:gd name="connsiteX5" fmla="*/ 1158 w 6343"/>
                  <a:gd name="connsiteY5" fmla="*/ 1091 h 6345"/>
                  <a:gd name="connsiteX6" fmla="*/ 229 w 6343"/>
                  <a:gd name="connsiteY6" fmla="*/ 3334 h 6345"/>
                  <a:gd name="connsiteX7" fmla="*/ 1158 w 6343"/>
                  <a:gd name="connsiteY7" fmla="*/ 5578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1" y="6507"/>
                      <a:pt x="5048" y="6173"/>
                      <a:pt x="5643" y="5578"/>
                    </a:cubicBezTo>
                    <a:cubicBezTo>
                      <a:pt x="6238" y="4983"/>
                      <a:pt x="6572" y="4176"/>
                      <a:pt x="6572" y="3334"/>
                    </a:cubicBezTo>
                    <a:cubicBezTo>
                      <a:pt x="6572" y="2493"/>
                      <a:pt x="6238" y="1686"/>
                      <a:pt x="5643" y="1091"/>
                    </a:cubicBezTo>
                    <a:cubicBezTo>
                      <a:pt x="5048" y="496"/>
                      <a:pt x="4241" y="162"/>
                      <a:pt x="3400" y="162"/>
                    </a:cubicBezTo>
                    <a:cubicBezTo>
                      <a:pt x="2559" y="162"/>
                      <a:pt x="1752" y="496"/>
                      <a:pt x="1158" y="1091"/>
                    </a:cubicBezTo>
                    <a:cubicBezTo>
                      <a:pt x="563" y="1686"/>
                      <a:pt x="229" y="2493"/>
                      <a:pt x="229" y="3334"/>
                    </a:cubicBezTo>
                    <a:cubicBezTo>
                      <a:pt x="229" y="4176"/>
                      <a:pt x="563" y="4983"/>
                      <a:pt x="1158" y="5578"/>
                    </a:cubicBezTo>
                    <a:cubicBezTo>
                      <a:pt x="1752" y="6173"/>
                      <a:pt x="2559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40" name="Freeform: Shape 16139">
                <a:extLst>
                  <a:ext uri="{FF2B5EF4-FFF2-40B4-BE49-F238E27FC236}">
                    <a16:creationId xmlns:a16="http://schemas.microsoft.com/office/drawing/2014/main" id="{AE9F66CA-0EF1-E028-6AF0-C2BC3A2906DB}"/>
                  </a:ext>
                </a:extLst>
              </p:cNvPr>
              <p:cNvSpPr/>
              <p:nvPr/>
            </p:nvSpPr>
            <p:spPr>
              <a:xfrm>
                <a:off x="9310139" y="5527831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3 w 6343"/>
                  <a:gd name="connsiteY1" fmla="*/ 5578 h 6345"/>
                  <a:gd name="connsiteX2" fmla="*/ 6572 w 6343"/>
                  <a:gd name="connsiteY2" fmla="*/ 3334 h 6345"/>
                  <a:gd name="connsiteX3" fmla="*/ 5643 w 6343"/>
                  <a:gd name="connsiteY3" fmla="*/ 1091 h 6345"/>
                  <a:gd name="connsiteX4" fmla="*/ 3400 w 6343"/>
                  <a:gd name="connsiteY4" fmla="*/ 161 h 6345"/>
                  <a:gd name="connsiteX5" fmla="*/ 1158 w 6343"/>
                  <a:gd name="connsiteY5" fmla="*/ 1091 h 6345"/>
                  <a:gd name="connsiteX6" fmla="*/ 229 w 6343"/>
                  <a:gd name="connsiteY6" fmla="*/ 3334 h 6345"/>
                  <a:gd name="connsiteX7" fmla="*/ 1158 w 6343"/>
                  <a:gd name="connsiteY7" fmla="*/ 5578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1" y="6507"/>
                      <a:pt x="5048" y="6173"/>
                      <a:pt x="5643" y="5578"/>
                    </a:cubicBezTo>
                    <a:cubicBezTo>
                      <a:pt x="6238" y="4983"/>
                      <a:pt x="6572" y="4176"/>
                      <a:pt x="6572" y="3334"/>
                    </a:cubicBezTo>
                    <a:cubicBezTo>
                      <a:pt x="6572" y="2493"/>
                      <a:pt x="6238" y="1686"/>
                      <a:pt x="5643" y="1091"/>
                    </a:cubicBezTo>
                    <a:cubicBezTo>
                      <a:pt x="5048" y="496"/>
                      <a:pt x="4241" y="161"/>
                      <a:pt x="3400" y="161"/>
                    </a:cubicBezTo>
                    <a:cubicBezTo>
                      <a:pt x="2559" y="161"/>
                      <a:pt x="1752" y="496"/>
                      <a:pt x="1158" y="1091"/>
                    </a:cubicBezTo>
                    <a:cubicBezTo>
                      <a:pt x="563" y="1686"/>
                      <a:pt x="229" y="2493"/>
                      <a:pt x="229" y="3334"/>
                    </a:cubicBezTo>
                    <a:cubicBezTo>
                      <a:pt x="229" y="4176"/>
                      <a:pt x="563" y="4983"/>
                      <a:pt x="1158" y="5578"/>
                    </a:cubicBezTo>
                    <a:cubicBezTo>
                      <a:pt x="1752" y="6173"/>
                      <a:pt x="2559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41" name="Freeform: Shape 16140">
                <a:extLst>
                  <a:ext uri="{FF2B5EF4-FFF2-40B4-BE49-F238E27FC236}">
                    <a16:creationId xmlns:a16="http://schemas.microsoft.com/office/drawing/2014/main" id="{F7783DB1-1F47-3C5E-9B93-8C43F858AE4B}"/>
                  </a:ext>
                </a:extLst>
              </p:cNvPr>
              <p:cNvSpPr/>
              <p:nvPr/>
            </p:nvSpPr>
            <p:spPr>
              <a:xfrm>
                <a:off x="9308102" y="5528042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3 w 6343"/>
                  <a:gd name="connsiteY1" fmla="*/ 5578 h 6345"/>
                  <a:gd name="connsiteX2" fmla="*/ 6572 w 6343"/>
                  <a:gd name="connsiteY2" fmla="*/ 3334 h 6345"/>
                  <a:gd name="connsiteX3" fmla="*/ 5643 w 6343"/>
                  <a:gd name="connsiteY3" fmla="*/ 1091 h 6345"/>
                  <a:gd name="connsiteX4" fmla="*/ 3400 w 6343"/>
                  <a:gd name="connsiteY4" fmla="*/ 161 h 6345"/>
                  <a:gd name="connsiteX5" fmla="*/ 1157 w 6343"/>
                  <a:gd name="connsiteY5" fmla="*/ 1091 h 6345"/>
                  <a:gd name="connsiteX6" fmla="*/ 229 w 6343"/>
                  <a:gd name="connsiteY6" fmla="*/ 3334 h 6345"/>
                  <a:gd name="connsiteX7" fmla="*/ 1157 w 6343"/>
                  <a:gd name="connsiteY7" fmla="*/ 5578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1" y="6507"/>
                      <a:pt x="5048" y="6173"/>
                      <a:pt x="5643" y="5578"/>
                    </a:cubicBezTo>
                    <a:cubicBezTo>
                      <a:pt x="6237" y="4983"/>
                      <a:pt x="6572" y="4176"/>
                      <a:pt x="6572" y="3334"/>
                    </a:cubicBezTo>
                    <a:cubicBezTo>
                      <a:pt x="6572" y="2493"/>
                      <a:pt x="6237" y="1686"/>
                      <a:pt x="5643" y="1091"/>
                    </a:cubicBezTo>
                    <a:cubicBezTo>
                      <a:pt x="5048" y="496"/>
                      <a:pt x="4241" y="161"/>
                      <a:pt x="3400" y="161"/>
                    </a:cubicBezTo>
                    <a:cubicBezTo>
                      <a:pt x="2559" y="161"/>
                      <a:pt x="1752" y="496"/>
                      <a:pt x="1157" y="1091"/>
                    </a:cubicBezTo>
                    <a:cubicBezTo>
                      <a:pt x="563" y="1686"/>
                      <a:pt x="229" y="2493"/>
                      <a:pt x="229" y="3334"/>
                    </a:cubicBezTo>
                    <a:cubicBezTo>
                      <a:pt x="229" y="4176"/>
                      <a:pt x="563" y="4983"/>
                      <a:pt x="1157" y="5578"/>
                    </a:cubicBezTo>
                    <a:cubicBezTo>
                      <a:pt x="1752" y="6173"/>
                      <a:pt x="2559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42" name="Freeform: Shape 16141">
                <a:extLst>
                  <a:ext uri="{FF2B5EF4-FFF2-40B4-BE49-F238E27FC236}">
                    <a16:creationId xmlns:a16="http://schemas.microsoft.com/office/drawing/2014/main" id="{16EBE846-6715-9DB0-F499-B3B4AAC54F55}"/>
                  </a:ext>
                </a:extLst>
              </p:cNvPr>
              <p:cNvSpPr/>
              <p:nvPr/>
            </p:nvSpPr>
            <p:spPr>
              <a:xfrm>
                <a:off x="9306577" y="5527356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3 w 6343"/>
                  <a:gd name="connsiteY1" fmla="*/ 5578 h 6345"/>
                  <a:gd name="connsiteX2" fmla="*/ 6572 w 6343"/>
                  <a:gd name="connsiteY2" fmla="*/ 3334 h 6345"/>
                  <a:gd name="connsiteX3" fmla="*/ 5643 w 6343"/>
                  <a:gd name="connsiteY3" fmla="*/ 1091 h 6345"/>
                  <a:gd name="connsiteX4" fmla="*/ 3400 w 6343"/>
                  <a:gd name="connsiteY4" fmla="*/ 161 h 6345"/>
                  <a:gd name="connsiteX5" fmla="*/ 1157 w 6343"/>
                  <a:gd name="connsiteY5" fmla="*/ 1091 h 6345"/>
                  <a:gd name="connsiteX6" fmla="*/ 228 w 6343"/>
                  <a:gd name="connsiteY6" fmla="*/ 3334 h 6345"/>
                  <a:gd name="connsiteX7" fmla="*/ 1157 w 6343"/>
                  <a:gd name="connsiteY7" fmla="*/ 5578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1" y="6507"/>
                      <a:pt x="5048" y="6172"/>
                      <a:pt x="5643" y="5578"/>
                    </a:cubicBezTo>
                    <a:cubicBezTo>
                      <a:pt x="6237" y="4983"/>
                      <a:pt x="6572" y="4175"/>
                      <a:pt x="6572" y="3334"/>
                    </a:cubicBezTo>
                    <a:cubicBezTo>
                      <a:pt x="6572" y="2493"/>
                      <a:pt x="6237" y="1686"/>
                      <a:pt x="5643" y="1091"/>
                    </a:cubicBezTo>
                    <a:cubicBezTo>
                      <a:pt x="5048" y="496"/>
                      <a:pt x="4241" y="161"/>
                      <a:pt x="3400" y="161"/>
                    </a:cubicBezTo>
                    <a:cubicBezTo>
                      <a:pt x="2559" y="161"/>
                      <a:pt x="1752" y="496"/>
                      <a:pt x="1157" y="1091"/>
                    </a:cubicBezTo>
                    <a:cubicBezTo>
                      <a:pt x="563" y="1686"/>
                      <a:pt x="228" y="2493"/>
                      <a:pt x="228" y="3334"/>
                    </a:cubicBezTo>
                    <a:cubicBezTo>
                      <a:pt x="228" y="4175"/>
                      <a:pt x="563" y="4983"/>
                      <a:pt x="1157" y="5578"/>
                    </a:cubicBezTo>
                    <a:cubicBezTo>
                      <a:pt x="1752" y="6172"/>
                      <a:pt x="2559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43" name="Freeform: Shape 16142">
                <a:extLst>
                  <a:ext uri="{FF2B5EF4-FFF2-40B4-BE49-F238E27FC236}">
                    <a16:creationId xmlns:a16="http://schemas.microsoft.com/office/drawing/2014/main" id="{E9BED83B-3672-FE9C-FDF5-65968D840497}"/>
                  </a:ext>
                </a:extLst>
              </p:cNvPr>
              <p:cNvSpPr/>
              <p:nvPr/>
            </p:nvSpPr>
            <p:spPr>
              <a:xfrm>
                <a:off x="9305087" y="5526609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2 w 6343"/>
                  <a:gd name="connsiteY1" fmla="*/ 5577 h 6345"/>
                  <a:gd name="connsiteX2" fmla="*/ 6571 w 6343"/>
                  <a:gd name="connsiteY2" fmla="*/ 3334 h 6345"/>
                  <a:gd name="connsiteX3" fmla="*/ 5642 w 6343"/>
                  <a:gd name="connsiteY3" fmla="*/ 1091 h 6345"/>
                  <a:gd name="connsiteX4" fmla="*/ 3400 w 6343"/>
                  <a:gd name="connsiteY4" fmla="*/ 161 h 6345"/>
                  <a:gd name="connsiteX5" fmla="*/ 1157 w 6343"/>
                  <a:gd name="connsiteY5" fmla="*/ 1091 h 6345"/>
                  <a:gd name="connsiteX6" fmla="*/ 228 w 6343"/>
                  <a:gd name="connsiteY6" fmla="*/ 3334 h 6345"/>
                  <a:gd name="connsiteX7" fmla="*/ 1157 w 6343"/>
                  <a:gd name="connsiteY7" fmla="*/ 5577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1" y="6507"/>
                      <a:pt x="5048" y="6172"/>
                      <a:pt x="5642" y="5577"/>
                    </a:cubicBezTo>
                    <a:cubicBezTo>
                      <a:pt x="6237" y="4982"/>
                      <a:pt x="6571" y="4175"/>
                      <a:pt x="6571" y="3334"/>
                    </a:cubicBezTo>
                    <a:cubicBezTo>
                      <a:pt x="6571" y="2493"/>
                      <a:pt x="6237" y="1686"/>
                      <a:pt x="5642" y="1091"/>
                    </a:cubicBezTo>
                    <a:cubicBezTo>
                      <a:pt x="5048" y="496"/>
                      <a:pt x="4241" y="161"/>
                      <a:pt x="3400" y="161"/>
                    </a:cubicBezTo>
                    <a:cubicBezTo>
                      <a:pt x="2559" y="161"/>
                      <a:pt x="1752" y="496"/>
                      <a:pt x="1157" y="1091"/>
                    </a:cubicBezTo>
                    <a:cubicBezTo>
                      <a:pt x="562" y="1686"/>
                      <a:pt x="228" y="2493"/>
                      <a:pt x="228" y="3334"/>
                    </a:cubicBezTo>
                    <a:cubicBezTo>
                      <a:pt x="228" y="4175"/>
                      <a:pt x="562" y="4982"/>
                      <a:pt x="1157" y="5577"/>
                    </a:cubicBezTo>
                    <a:cubicBezTo>
                      <a:pt x="1752" y="6172"/>
                      <a:pt x="2559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44" name="Freeform: Shape 16143">
                <a:extLst>
                  <a:ext uri="{FF2B5EF4-FFF2-40B4-BE49-F238E27FC236}">
                    <a16:creationId xmlns:a16="http://schemas.microsoft.com/office/drawing/2014/main" id="{A9A5B1E0-EA2E-F111-E1C1-7B44B3CF185C}"/>
                  </a:ext>
                </a:extLst>
              </p:cNvPr>
              <p:cNvSpPr/>
              <p:nvPr/>
            </p:nvSpPr>
            <p:spPr>
              <a:xfrm>
                <a:off x="9303663" y="5525750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2 w 6343"/>
                  <a:gd name="connsiteY1" fmla="*/ 5577 h 6345"/>
                  <a:gd name="connsiteX2" fmla="*/ 6571 w 6343"/>
                  <a:gd name="connsiteY2" fmla="*/ 3334 h 6345"/>
                  <a:gd name="connsiteX3" fmla="*/ 5642 w 6343"/>
                  <a:gd name="connsiteY3" fmla="*/ 1091 h 6345"/>
                  <a:gd name="connsiteX4" fmla="*/ 3400 w 6343"/>
                  <a:gd name="connsiteY4" fmla="*/ 161 h 6345"/>
                  <a:gd name="connsiteX5" fmla="*/ 1157 w 6343"/>
                  <a:gd name="connsiteY5" fmla="*/ 1091 h 6345"/>
                  <a:gd name="connsiteX6" fmla="*/ 228 w 6343"/>
                  <a:gd name="connsiteY6" fmla="*/ 3334 h 6345"/>
                  <a:gd name="connsiteX7" fmla="*/ 1157 w 6343"/>
                  <a:gd name="connsiteY7" fmla="*/ 5577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1" y="6507"/>
                      <a:pt x="5048" y="6172"/>
                      <a:pt x="5642" y="5577"/>
                    </a:cubicBezTo>
                    <a:cubicBezTo>
                      <a:pt x="6237" y="4982"/>
                      <a:pt x="6571" y="4175"/>
                      <a:pt x="6571" y="3334"/>
                    </a:cubicBezTo>
                    <a:cubicBezTo>
                      <a:pt x="6571" y="2493"/>
                      <a:pt x="6237" y="1685"/>
                      <a:pt x="5642" y="1091"/>
                    </a:cubicBezTo>
                    <a:cubicBezTo>
                      <a:pt x="5048" y="496"/>
                      <a:pt x="4241" y="161"/>
                      <a:pt x="3400" y="161"/>
                    </a:cubicBezTo>
                    <a:cubicBezTo>
                      <a:pt x="2559" y="161"/>
                      <a:pt x="1752" y="496"/>
                      <a:pt x="1157" y="1091"/>
                    </a:cubicBezTo>
                    <a:cubicBezTo>
                      <a:pt x="562" y="1685"/>
                      <a:pt x="228" y="2493"/>
                      <a:pt x="228" y="3334"/>
                    </a:cubicBezTo>
                    <a:cubicBezTo>
                      <a:pt x="228" y="4175"/>
                      <a:pt x="562" y="4982"/>
                      <a:pt x="1157" y="5577"/>
                    </a:cubicBezTo>
                    <a:cubicBezTo>
                      <a:pt x="1752" y="6172"/>
                      <a:pt x="2559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45" name="Freeform: Shape 16144">
                <a:extLst>
                  <a:ext uri="{FF2B5EF4-FFF2-40B4-BE49-F238E27FC236}">
                    <a16:creationId xmlns:a16="http://schemas.microsoft.com/office/drawing/2014/main" id="{014C4828-617F-D00E-2698-4F40E444047B}"/>
                  </a:ext>
                </a:extLst>
              </p:cNvPr>
              <p:cNvSpPr/>
              <p:nvPr/>
            </p:nvSpPr>
            <p:spPr>
              <a:xfrm>
                <a:off x="9302654" y="5524216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2 w 6343"/>
                  <a:gd name="connsiteY1" fmla="*/ 5577 h 6345"/>
                  <a:gd name="connsiteX2" fmla="*/ 6571 w 6343"/>
                  <a:gd name="connsiteY2" fmla="*/ 3334 h 6345"/>
                  <a:gd name="connsiteX3" fmla="*/ 5642 w 6343"/>
                  <a:gd name="connsiteY3" fmla="*/ 1090 h 6345"/>
                  <a:gd name="connsiteX4" fmla="*/ 3400 w 6343"/>
                  <a:gd name="connsiteY4" fmla="*/ 161 h 6345"/>
                  <a:gd name="connsiteX5" fmla="*/ 1157 w 6343"/>
                  <a:gd name="connsiteY5" fmla="*/ 1090 h 6345"/>
                  <a:gd name="connsiteX6" fmla="*/ 228 w 6343"/>
                  <a:gd name="connsiteY6" fmla="*/ 3334 h 6345"/>
                  <a:gd name="connsiteX7" fmla="*/ 1157 w 6343"/>
                  <a:gd name="connsiteY7" fmla="*/ 5577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1" y="6507"/>
                      <a:pt x="5048" y="6172"/>
                      <a:pt x="5642" y="5577"/>
                    </a:cubicBezTo>
                    <a:cubicBezTo>
                      <a:pt x="6237" y="4982"/>
                      <a:pt x="6571" y="4175"/>
                      <a:pt x="6571" y="3334"/>
                    </a:cubicBezTo>
                    <a:cubicBezTo>
                      <a:pt x="6571" y="2492"/>
                      <a:pt x="6237" y="1685"/>
                      <a:pt x="5642" y="1090"/>
                    </a:cubicBezTo>
                    <a:cubicBezTo>
                      <a:pt x="5048" y="495"/>
                      <a:pt x="4241" y="161"/>
                      <a:pt x="3400" y="161"/>
                    </a:cubicBezTo>
                    <a:cubicBezTo>
                      <a:pt x="2559" y="161"/>
                      <a:pt x="1752" y="495"/>
                      <a:pt x="1157" y="1090"/>
                    </a:cubicBezTo>
                    <a:cubicBezTo>
                      <a:pt x="562" y="1685"/>
                      <a:pt x="228" y="2492"/>
                      <a:pt x="228" y="3334"/>
                    </a:cubicBezTo>
                    <a:cubicBezTo>
                      <a:pt x="228" y="4175"/>
                      <a:pt x="562" y="4982"/>
                      <a:pt x="1157" y="5577"/>
                    </a:cubicBezTo>
                    <a:cubicBezTo>
                      <a:pt x="1752" y="6172"/>
                      <a:pt x="2559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46" name="Freeform: Shape 16145">
                <a:extLst>
                  <a:ext uri="{FF2B5EF4-FFF2-40B4-BE49-F238E27FC236}">
                    <a16:creationId xmlns:a16="http://schemas.microsoft.com/office/drawing/2014/main" id="{7AC4982D-22C2-1458-FD6A-8147E56CD2A4}"/>
                  </a:ext>
                </a:extLst>
              </p:cNvPr>
              <p:cNvSpPr/>
              <p:nvPr/>
            </p:nvSpPr>
            <p:spPr>
              <a:xfrm>
                <a:off x="9301404" y="5523087"/>
                <a:ext cx="6343" cy="6345"/>
              </a:xfrm>
              <a:custGeom>
                <a:avLst/>
                <a:gdLst>
                  <a:gd name="connsiteX0" fmla="*/ 3400 w 6343"/>
                  <a:gd name="connsiteY0" fmla="*/ 6506 h 6345"/>
                  <a:gd name="connsiteX1" fmla="*/ 5642 w 6343"/>
                  <a:gd name="connsiteY1" fmla="*/ 5577 h 6345"/>
                  <a:gd name="connsiteX2" fmla="*/ 6571 w 6343"/>
                  <a:gd name="connsiteY2" fmla="*/ 3334 h 6345"/>
                  <a:gd name="connsiteX3" fmla="*/ 5642 w 6343"/>
                  <a:gd name="connsiteY3" fmla="*/ 1090 h 6345"/>
                  <a:gd name="connsiteX4" fmla="*/ 3400 w 6343"/>
                  <a:gd name="connsiteY4" fmla="*/ 161 h 6345"/>
                  <a:gd name="connsiteX5" fmla="*/ 1157 w 6343"/>
                  <a:gd name="connsiteY5" fmla="*/ 1090 h 6345"/>
                  <a:gd name="connsiteX6" fmla="*/ 228 w 6343"/>
                  <a:gd name="connsiteY6" fmla="*/ 3334 h 6345"/>
                  <a:gd name="connsiteX7" fmla="*/ 1157 w 6343"/>
                  <a:gd name="connsiteY7" fmla="*/ 5577 h 6345"/>
                  <a:gd name="connsiteX8" fmla="*/ 340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6"/>
                    </a:moveTo>
                    <a:cubicBezTo>
                      <a:pt x="4241" y="6506"/>
                      <a:pt x="5047" y="6172"/>
                      <a:pt x="5642" y="5577"/>
                    </a:cubicBezTo>
                    <a:cubicBezTo>
                      <a:pt x="6237" y="4982"/>
                      <a:pt x="6571" y="4175"/>
                      <a:pt x="6571" y="3334"/>
                    </a:cubicBezTo>
                    <a:cubicBezTo>
                      <a:pt x="6571" y="2492"/>
                      <a:pt x="6237" y="1685"/>
                      <a:pt x="5642" y="1090"/>
                    </a:cubicBezTo>
                    <a:cubicBezTo>
                      <a:pt x="5047" y="495"/>
                      <a:pt x="4241" y="161"/>
                      <a:pt x="3400" y="161"/>
                    </a:cubicBezTo>
                    <a:cubicBezTo>
                      <a:pt x="2558" y="161"/>
                      <a:pt x="1752" y="495"/>
                      <a:pt x="1157" y="1090"/>
                    </a:cubicBezTo>
                    <a:cubicBezTo>
                      <a:pt x="562" y="1685"/>
                      <a:pt x="228" y="2492"/>
                      <a:pt x="228" y="3334"/>
                    </a:cubicBezTo>
                    <a:cubicBezTo>
                      <a:pt x="228" y="4175"/>
                      <a:pt x="562" y="4982"/>
                      <a:pt x="1157" y="5577"/>
                    </a:cubicBezTo>
                    <a:cubicBezTo>
                      <a:pt x="1752" y="6172"/>
                      <a:pt x="2558" y="6506"/>
                      <a:pt x="340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47" name="Freeform: Shape 16146">
                <a:extLst>
                  <a:ext uri="{FF2B5EF4-FFF2-40B4-BE49-F238E27FC236}">
                    <a16:creationId xmlns:a16="http://schemas.microsoft.com/office/drawing/2014/main" id="{8C59C020-7F52-3E27-5811-23C1227FDE6F}"/>
                  </a:ext>
                </a:extLst>
              </p:cNvPr>
              <p:cNvSpPr/>
              <p:nvPr/>
            </p:nvSpPr>
            <p:spPr>
              <a:xfrm>
                <a:off x="9300227" y="5521849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2 w 6343"/>
                  <a:gd name="connsiteY1" fmla="*/ 5577 h 6345"/>
                  <a:gd name="connsiteX2" fmla="*/ 6571 w 6343"/>
                  <a:gd name="connsiteY2" fmla="*/ 3334 h 6345"/>
                  <a:gd name="connsiteX3" fmla="*/ 5642 w 6343"/>
                  <a:gd name="connsiteY3" fmla="*/ 1090 h 6345"/>
                  <a:gd name="connsiteX4" fmla="*/ 3399 w 6343"/>
                  <a:gd name="connsiteY4" fmla="*/ 161 h 6345"/>
                  <a:gd name="connsiteX5" fmla="*/ 1157 w 6343"/>
                  <a:gd name="connsiteY5" fmla="*/ 1090 h 6345"/>
                  <a:gd name="connsiteX6" fmla="*/ 228 w 6343"/>
                  <a:gd name="connsiteY6" fmla="*/ 3334 h 6345"/>
                  <a:gd name="connsiteX7" fmla="*/ 1157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1" y="6506"/>
                      <a:pt x="5047" y="6172"/>
                      <a:pt x="5642" y="5577"/>
                    </a:cubicBezTo>
                    <a:cubicBezTo>
                      <a:pt x="6237" y="4982"/>
                      <a:pt x="6571" y="4175"/>
                      <a:pt x="6571" y="3334"/>
                    </a:cubicBezTo>
                    <a:cubicBezTo>
                      <a:pt x="6571" y="2492"/>
                      <a:pt x="6237" y="1685"/>
                      <a:pt x="5642" y="1090"/>
                    </a:cubicBezTo>
                    <a:cubicBezTo>
                      <a:pt x="5047" y="495"/>
                      <a:pt x="4241" y="161"/>
                      <a:pt x="3399" y="161"/>
                    </a:cubicBezTo>
                    <a:cubicBezTo>
                      <a:pt x="2558" y="161"/>
                      <a:pt x="1752" y="495"/>
                      <a:pt x="1157" y="1090"/>
                    </a:cubicBezTo>
                    <a:cubicBezTo>
                      <a:pt x="562" y="1685"/>
                      <a:pt x="228" y="2492"/>
                      <a:pt x="228" y="3334"/>
                    </a:cubicBezTo>
                    <a:cubicBezTo>
                      <a:pt x="228" y="4175"/>
                      <a:pt x="562" y="4982"/>
                      <a:pt x="1157" y="5577"/>
                    </a:cubicBezTo>
                    <a:cubicBezTo>
                      <a:pt x="1752" y="6172"/>
                      <a:pt x="2558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48" name="Freeform: Shape 16147">
                <a:extLst>
                  <a:ext uri="{FF2B5EF4-FFF2-40B4-BE49-F238E27FC236}">
                    <a16:creationId xmlns:a16="http://schemas.microsoft.com/office/drawing/2014/main" id="{78C42C45-DE5C-5880-46F1-0F6F3EA56FDE}"/>
                  </a:ext>
                </a:extLst>
              </p:cNvPr>
              <p:cNvSpPr/>
              <p:nvPr/>
            </p:nvSpPr>
            <p:spPr>
              <a:xfrm>
                <a:off x="9298344" y="5521719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2 w 6343"/>
                  <a:gd name="connsiteY1" fmla="*/ 5577 h 6345"/>
                  <a:gd name="connsiteX2" fmla="*/ 6571 w 6343"/>
                  <a:gd name="connsiteY2" fmla="*/ 3334 h 6345"/>
                  <a:gd name="connsiteX3" fmla="*/ 5642 w 6343"/>
                  <a:gd name="connsiteY3" fmla="*/ 1090 h 6345"/>
                  <a:gd name="connsiteX4" fmla="*/ 3399 w 6343"/>
                  <a:gd name="connsiteY4" fmla="*/ 161 h 6345"/>
                  <a:gd name="connsiteX5" fmla="*/ 1157 w 6343"/>
                  <a:gd name="connsiteY5" fmla="*/ 1090 h 6345"/>
                  <a:gd name="connsiteX6" fmla="*/ 228 w 6343"/>
                  <a:gd name="connsiteY6" fmla="*/ 3334 h 6345"/>
                  <a:gd name="connsiteX7" fmla="*/ 1157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0" y="6506"/>
                      <a:pt x="5047" y="6172"/>
                      <a:pt x="5642" y="5577"/>
                    </a:cubicBezTo>
                    <a:cubicBezTo>
                      <a:pt x="6237" y="4982"/>
                      <a:pt x="6571" y="4175"/>
                      <a:pt x="6571" y="3334"/>
                    </a:cubicBezTo>
                    <a:cubicBezTo>
                      <a:pt x="6571" y="2492"/>
                      <a:pt x="6237" y="1685"/>
                      <a:pt x="5642" y="1090"/>
                    </a:cubicBezTo>
                    <a:cubicBezTo>
                      <a:pt x="5047" y="495"/>
                      <a:pt x="4240" y="161"/>
                      <a:pt x="3399" y="161"/>
                    </a:cubicBezTo>
                    <a:cubicBezTo>
                      <a:pt x="2558" y="161"/>
                      <a:pt x="1751" y="495"/>
                      <a:pt x="1157" y="1090"/>
                    </a:cubicBezTo>
                    <a:cubicBezTo>
                      <a:pt x="562" y="1685"/>
                      <a:pt x="228" y="2492"/>
                      <a:pt x="228" y="3334"/>
                    </a:cubicBezTo>
                    <a:cubicBezTo>
                      <a:pt x="228" y="4175"/>
                      <a:pt x="562" y="4982"/>
                      <a:pt x="1157" y="5577"/>
                    </a:cubicBezTo>
                    <a:cubicBezTo>
                      <a:pt x="1751" y="6172"/>
                      <a:pt x="2558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49" name="Freeform: Shape 16148">
                <a:extLst>
                  <a:ext uri="{FF2B5EF4-FFF2-40B4-BE49-F238E27FC236}">
                    <a16:creationId xmlns:a16="http://schemas.microsoft.com/office/drawing/2014/main" id="{15B7DDA3-DE1C-65CD-0461-15B093C23C15}"/>
                  </a:ext>
                </a:extLst>
              </p:cNvPr>
              <p:cNvSpPr/>
              <p:nvPr/>
            </p:nvSpPr>
            <p:spPr>
              <a:xfrm>
                <a:off x="9296655" y="5521272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2 w 6343"/>
                  <a:gd name="connsiteY1" fmla="*/ 5577 h 6345"/>
                  <a:gd name="connsiteX2" fmla="*/ 6571 w 6343"/>
                  <a:gd name="connsiteY2" fmla="*/ 3334 h 6345"/>
                  <a:gd name="connsiteX3" fmla="*/ 5642 w 6343"/>
                  <a:gd name="connsiteY3" fmla="*/ 1090 h 6345"/>
                  <a:gd name="connsiteX4" fmla="*/ 3399 w 6343"/>
                  <a:gd name="connsiteY4" fmla="*/ 161 h 6345"/>
                  <a:gd name="connsiteX5" fmla="*/ 1157 w 6343"/>
                  <a:gd name="connsiteY5" fmla="*/ 1090 h 6345"/>
                  <a:gd name="connsiteX6" fmla="*/ 228 w 6343"/>
                  <a:gd name="connsiteY6" fmla="*/ 3334 h 6345"/>
                  <a:gd name="connsiteX7" fmla="*/ 1157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0" y="6506"/>
                      <a:pt x="5047" y="6172"/>
                      <a:pt x="5642" y="5577"/>
                    </a:cubicBezTo>
                    <a:cubicBezTo>
                      <a:pt x="6237" y="4982"/>
                      <a:pt x="6571" y="4175"/>
                      <a:pt x="6571" y="3334"/>
                    </a:cubicBezTo>
                    <a:cubicBezTo>
                      <a:pt x="6571" y="2492"/>
                      <a:pt x="6237" y="1685"/>
                      <a:pt x="5642" y="1090"/>
                    </a:cubicBezTo>
                    <a:cubicBezTo>
                      <a:pt x="5047" y="495"/>
                      <a:pt x="4240" y="161"/>
                      <a:pt x="3399" y="161"/>
                    </a:cubicBezTo>
                    <a:cubicBezTo>
                      <a:pt x="2558" y="161"/>
                      <a:pt x="1751" y="495"/>
                      <a:pt x="1157" y="1090"/>
                    </a:cubicBezTo>
                    <a:cubicBezTo>
                      <a:pt x="562" y="1685"/>
                      <a:pt x="228" y="2492"/>
                      <a:pt x="228" y="3334"/>
                    </a:cubicBezTo>
                    <a:cubicBezTo>
                      <a:pt x="228" y="4175"/>
                      <a:pt x="562" y="4982"/>
                      <a:pt x="1157" y="5577"/>
                    </a:cubicBezTo>
                    <a:cubicBezTo>
                      <a:pt x="1751" y="6172"/>
                      <a:pt x="2558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50" name="Freeform: Shape 16149">
                <a:extLst>
                  <a:ext uri="{FF2B5EF4-FFF2-40B4-BE49-F238E27FC236}">
                    <a16:creationId xmlns:a16="http://schemas.microsoft.com/office/drawing/2014/main" id="{C4C5AA55-643A-ABD2-201C-BCC9D1449ADA}"/>
                  </a:ext>
                </a:extLst>
              </p:cNvPr>
              <p:cNvSpPr/>
              <p:nvPr/>
            </p:nvSpPr>
            <p:spPr>
              <a:xfrm>
                <a:off x="9295132" y="5520562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2 w 6343"/>
                  <a:gd name="connsiteY1" fmla="*/ 5577 h 6345"/>
                  <a:gd name="connsiteX2" fmla="*/ 6571 w 6343"/>
                  <a:gd name="connsiteY2" fmla="*/ 3334 h 6345"/>
                  <a:gd name="connsiteX3" fmla="*/ 5642 w 6343"/>
                  <a:gd name="connsiteY3" fmla="*/ 1090 h 6345"/>
                  <a:gd name="connsiteX4" fmla="*/ 3399 w 6343"/>
                  <a:gd name="connsiteY4" fmla="*/ 161 h 6345"/>
                  <a:gd name="connsiteX5" fmla="*/ 1156 w 6343"/>
                  <a:gd name="connsiteY5" fmla="*/ 1090 h 6345"/>
                  <a:gd name="connsiteX6" fmla="*/ 228 w 6343"/>
                  <a:gd name="connsiteY6" fmla="*/ 3334 h 6345"/>
                  <a:gd name="connsiteX7" fmla="*/ 1156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0" y="6506"/>
                      <a:pt x="5047" y="6172"/>
                      <a:pt x="5642" y="5577"/>
                    </a:cubicBezTo>
                    <a:cubicBezTo>
                      <a:pt x="6236" y="4982"/>
                      <a:pt x="6571" y="4175"/>
                      <a:pt x="6571" y="3334"/>
                    </a:cubicBezTo>
                    <a:cubicBezTo>
                      <a:pt x="6571" y="2492"/>
                      <a:pt x="6236" y="1685"/>
                      <a:pt x="5642" y="1090"/>
                    </a:cubicBezTo>
                    <a:cubicBezTo>
                      <a:pt x="5047" y="495"/>
                      <a:pt x="4240" y="161"/>
                      <a:pt x="3399" y="161"/>
                    </a:cubicBezTo>
                    <a:cubicBezTo>
                      <a:pt x="2558" y="161"/>
                      <a:pt x="1751" y="495"/>
                      <a:pt x="1156" y="1090"/>
                    </a:cubicBezTo>
                    <a:cubicBezTo>
                      <a:pt x="562" y="1685"/>
                      <a:pt x="228" y="2492"/>
                      <a:pt x="228" y="3334"/>
                    </a:cubicBezTo>
                    <a:cubicBezTo>
                      <a:pt x="228" y="4175"/>
                      <a:pt x="562" y="4982"/>
                      <a:pt x="1156" y="5577"/>
                    </a:cubicBezTo>
                    <a:cubicBezTo>
                      <a:pt x="1751" y="6172"/>
                      <a:pt x="2558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51" name="Freeform: Shape 16150">
                <a:extLst>
                  <a:ext uri="{FF2B5EF4-FFF2-40B4-BE49-F238E27FC236}">
                    <a16:creationId xmlns:a16="http://schemas.microsoft.com/office/drawing/2014/main" id="{110396B1-33EE-4D74-D331-0CD30835FB30}"/>
                  </a:ext>
                </a:extLst>
              </p:cNvPr>
              <p:cNvSpPr/>
              <p:nvPr/>
            </p:nvSpPr>
            <p:spPr>
              <a:xfrm>
                <a:off x="9293177" y="5520492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2 w 6343"/>
                  <a:gd name="connsiteY1" fmla="*/ 5577 h 6345"/>
                  <a:gd name="connsiteX2" fmla="*/ 6570 w 6343"/>
                  <a:gd name="connsiteY2" fmla="*/ 3334 h 6345"/>
                  <a:gd name="connsiteX3" fmla="*/ 5642 w 6343"/>
                  <a:gd name="connsiteY3" fmla="*/ 1090 h 6345"/>
                  <a:gd name="connsiteX4" fmla="*/ 3399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4 h 6345"/>
                  <a:gd name="connsiteX7" fmla="*/ 1156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0" y="6506"/>
                      <a:pt x="5047" y="6172"/>
                      <a:pt x="5642" y="5577"/>
                    </a:cubicBezTo>
                    <a:cubicBezTo>
                      <a:pt x="6236" y="4982"/>
                      <a:pt x="6570" y="4175"/>
                      <a:pt x="6570" y="3334"/>
                    </a:cubicBezTo>
                    <a:cubicBezTo>
                      <a:pt x="6570" y="2492"/>
                      <a:pt x="6236" y="1685"/>
                      <a:pt x="5642" y="1090"/>
                    </a:cubicBezTo>
                    <a:cubicBezTo>
                      <a:pt x="5047" y="495"/>
                      <a:pt x="4240" y="161"/>
                      <a:pt x="3399" y="161"/>
                    </a:cubicBezTo>
                    <a:cubicBezTo>
                      <a:pt x="2558" y="161"/>
                      <a:pt x="1751" y="495"/>
                      <a:pt x="1156" y="1090"/>
                    </a:cubicBezTo>
                    <a:cubicBezTo>
                      <a:pt x="562" y="1685"/>
                      <a:pt x="227" y="2492"/>
                      <a:pt x="227" y="3334"/>
                    </a:cubicBezTo>
                    <a:cubicBezTo>
                      <a:pt x="227" y="4175"/>
                      <a:pt x="562" y="4982"/>
                      <a:pt x="1156" y="5577"/>
                    </a:cubicBezTo>
                    <a:cubicBezTo>
                      <a:pt x="1751" y="6172"/>
                      <a:pt x="2558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52" name="Freeform: Shape 16151">
                <a:extLst>
                  <a:ext uri="{FF2B5EF4-FFF2-40B4-BE49-F238E27FC236}">
                    <a16:creationId xmlns:a16="http://schemas.microsoft.com/office/drawing/2014/main" id="{C6D8BC0B-6F36-0AF4-1295-3E064CFC7C2E}"/>
                  </a:ext>
                </a:extLst>
              </p:cNvPr>
              <p:cNvSpPr/>
              <p:nvPr/>
            </p:nvSpPr>
            <p:spPr>
              <a:xfrm>
                <a:off x="9291487" y="5520008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1 w 6343"/>
                  <a:gd name="connsiteY1" fmla="*/ 5577 h 6345"/>
                  <a:gd name="connsiteX2" fmla="*/ 6570 w 6343"/>
                  <a:gd name="connsiteY2" fmla="*/ 3333 h 6345"/>
                  <a:gd name="connsiteX3" fmla="*/ 5641 w 6343"/>
                  <a:gd name="connsiteY3" fmla="*/ 1090 h 6345"/>
                  <a:gd name="connsiteX4" fmla="*/ 3399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3 h 6345"/>
                  <a:gd name="connsiteX7" fmla="*/ 1156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0" y="6506"/>
                      <a:pt x="5047" y="6172"/>
                      <a:pt x="5641" y="5577"/>
                    </a:cubicBezTo>
                    <a:cubicBezTo>
                      <a:pt x="6236" y="4982"/>
                      <a:pt x="6570" y="4175"/>
                      <a:pt x="6570" y="3333"/>
                    </a:cubicBezTo>
                    <a:cubicBezTo>
                      <a:pt x="6570" y="2492"/>
                      <a:pt x="6236" y="1685"/>
                      <a:pt x="5641" y="1090"/>
                    </a:cubicBezTo>
                    <a:cubicBezTo>
                      <a:pt x="5047" y="495"/>
                      <a:pt x="4240" y="161"/>
                      <a:pt x="3399" y="161"/>
                    </a:cubicBezTo>
                    <a:cubicBezTo>
                      <a:pt x="2558" y="161"/>
                      <a:pt x="1751" y="495"/>
                      <a:pt x="1156" y="1090"/>
                    </a:cubicBezTo>
                    <a:cubicBezTo>
                      <a:pt x="561" y="1685"/>
                      <a:pt x="227" y="2492"/>
                      <a:pt x="227" y="3333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1" y="6172"/>
                      <a:pt x="2558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53" name="Freeform: Shape 16152">
                <a:extLst>
                  <a:ext uri="{FF2B5EF4-FFF2-40B4-BE49-F238E27FC236}">
                    <a16:creationId xmlns:a16="http://schemas.microsoft.com/office/drawing/2014/main" id="{79F15324-B000-440A-64F7-C006B850B4AB}"/>
                  </a:ext>
                </a:extLst>
              </p:cNvPr>
              <p:cNvSpPr/>
              <p:nvPr/>
            </p:nvSpPr>
            <p:spPr>
              <a:xfrm>
                <a:off x="9289593" y="5519809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1 w 6343"/>
                  <a:gd name="connsiteY1" fmla="*/ 5577 h 6345"/>
                  <a:gd name="connsiteX2" fmla="*/ 6570 w 6343"/>
                  <a:gd name="connsiteY2" fmla="*/ 3333 h 6345"/>
                  <a:gd name="connsiteX3" fmla="*/ 5641 w 6343"/>
                  <a:gd name="connsiteY3" fmla="*/ 1090 h 6345"/>
                  <a:gd name="connsiteX4" fmla="*/ 3399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3 h 6345"/>
                  <a:gd name="connsiteX7" fmla="*/ 1156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0" y="6506"/>
                      <a:pt x="5046" y="6172"/>
                      <a:pt x="5641" y="5577"/>
                    </a:cubicBezTo>
                    <a:cubicBezTo>
                      <a:pt x="6236" y="4982"/>
                      <a:pt x="6570" y="4175"/>
                      <a:pt x="6570" y="3333"/>
                    </a:cubicBezTo>
                    <a:cubicBezTo>
                      <a:pt x="6570" y="2492"/>
                      <a:pt x="6236" y="1685"/>
                      <a:pt x="5641" y="1090"/>
                    </a:cubicBezTo>
                    <a:cubicBezTo>
                      <a:pt x="5046" y="495"/>
                      <a:pt x="4240" y="161"/>
                      <a:pt x="3399" y="161"/>
                    </a:cubicBezTo>
                    <a:cubicBezTo>
                      <a:pt x="2558" y="161"/>
                      <a:pt x="1751" y="495"/>
                      <a:pt x="1156" y="1090"/>
                    </a:cubicBezTo>
                    <a:cubicBezTo>
                      <a:pt x="561" y="1685"/>
                      <a:pt x="227" y="2492"/>
                      <a:pt x="227" y="3333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1" y="6172"/>
                      <a:pt x="2558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54" name="Freeform: Shape 16153">
                <a:extLst>
                  <a:ext uri="{FF2B5EF4-FFF2-40B4-BE49-F238E27FC236}">
                    <a16:creationId xmlns:a16="http://schemas.microsoft.com/office/drawing/2014/main" id="{C3B9B912-A57B-9F42-DA1B-1FEF552AA092}"/>
                  </a:ext>
                </a:extLst>
              </p:cNvPr>
              <p:cNvSpPr/>
              <p:nvPr/>
            </p:nvSpPr>
            <p:spPr>
              <a:xfrm>
                <a:off x="9288005" y="5519151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1 w 6343"/>
                  <a:gd name="connsiteY1" fmla="*/ 5577 h 6345"/>
                  <a:gd name="connsiteX2" fmla="*/ 6570 w 6343"/>
                  <a:gd name="connsiteY2" fmla="*/ 3333 h 6345"/>
                  <a:gd name="connsiteX3" fmla="*/ 5641 w 6343"/>
                  <a:gd name="connsiteY3" fmla="*/ 1090 h 6345"/>
                  <a:gd name="connsiteX4" fmla="*/ 3398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3 h 6345"/>
                  <a:gd name="connsiteX7" fmla="*/ 1156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40" y="6506"/>
                      <a:pt x="5046" y="6172"/>
                      <a:pt x="5641" y="5577"/>
                    </a:cubicBezTo>
                    <a:cubicBezTo>
                      <a:pt x="6236" y="4982"/>
                      <a:pt x="6570" y="4175"/>
                      <a:pt x="6570" y="3333"/>
                    </a:cubicBezTo>
                    <a:cubicBezTo>
                      <a:pt x="6570" y="2492"/>
                      <a:pt x="6236" y="1685"/>
                      <a:pt x="5641" y="1090"/>
                    </a:cubicBezTo>
                    <a:cubicBezTo>
                      <a:pt x="5046" y="495"/>
                      <a:pt x="4240" y="161"/>
                      <a:pt x="3398" y="161"/>
                    </a:cubicBezTo>
                    <a:cubicBezTo>
                      <a:pt x="2557" y="161"/>
                      <a:pt x="1751" y="495"/>
                      <a:pt x="1156" y="1090"/>
                    </a:cubicBezTo>
                    <a:cubicBezTo>
                      <a:pt x="561" y="1685"/>
                      <a:pt x="227" y="2492"/>
                      <a:pt x="227" y="3333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1" y="6172"/>
                      <a:pt x="2557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55" name="Freeform: Shape 16154">
                <a:extLst>
                  <a:ext uri="{FF2B5EF4-FFF2-40B4-BE49-F238E27FC236}">
                    <a16:creationId xmlns:a16="http://schemas.microsoft.com/office/drawing/2014/main" id="{1D5A6AD1-A76F-C73C-1AF0-0CC0DDAD2902}"/>
                  </a:ext>
                </a:extLst>
              </p:cNvPr>
              <p:cNvSpPr/>
              <p:nvPr/>
            </p:nvSpPr>
            <p:spPr>
              <a:xfrm>
                <a:off x="9286558" y="5518286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1 w 6343"/>
                  <a:gd name="connsiteY1" fmla="*/ 5577 h 6345"/>
                  <a:gd name="connsiteX2" fmla="*/ 6570 w 6343"/>
                  <a:gd name="connsiteY2" fmla="*/ 3333 h 6345"/>
                  <a:gd name="connsiteX3" fmla="*/ 5641 w 6343"/>
                  <a:gd name="connsiteY3" fmla="*/ 1090 h 6345"/>
                  <a:gd name="connsiteX4" fmla="*/ 3398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3 h 6345"/>
                  <a:gd name="connsiteX7" fmla="*/ 1156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39" y="6506"/>
                      <a:pt x="5046" y="6172"/>
                      <a:pt x="5641" y="5577"/>
                    </a:cubicBezTo>
                    <a:cubicBezTo>
                      <a:pt x="6236" y="4982"/>
                      <a:pt x="6570" y="4175"/>
                      <a:pt x="6570" y="3333"/>
                    </a:cubicBezTo>
                    <a:cubicBezTo>
                      <a:pt x="6570" y="2492"/>
                      <a:pt x="6236" y="1685"/>
                      <a:pt x="5641" y="1090"/>
                    </a:cubicBezTo>
                    <a:cubicBezTo>
                      <a:pt x="5046" y="495"/>
                      <a:pt x="4239" y="161"/>
                      <a:pt x="3398" y="161"/>
                    </a:cubicBezTo>
                    <a:cubicBezTo>
                      <a:pt x="2557" y="161"/>
                      <a:pt x="1751" y="495"/>
                      <a:pt x="1156" y="1090"/>
                    </a:cubicBezTo>
                    <a:cubicBezTo>
                      <a:pt x="561" y="1685"/>
                      <a:pt x="227" y="2492"/>
                      <a:pt x="227" y="3333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1" y="6172"/>
                      <a:pt x="2557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56" name="Freeform: Shape 16155">
                <a:extLst>
                  <a:ext uri="{FF2B5EF4-FFF2-40B4-BE49-F238E27FC236}">
                    <a16:creationId xmlns:a16="http://schemas.microsoft.com/office/drawing/2014/main" id="{8040B7EA-FF57-C3DF-B2AB-8A27B8A48E90}"/>
                  </a:ext>
                </a:extLst>
              </p:cNvPr>
              <p:cNvSpPr/>
              <p:nvPr/>
            </p:nvSpPr>
            <p:spPr>
              <a:xfrm>
                <a:off x="9284871" y="5517753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1 w 6343"/>
                  <a:gd name="connsiteY1" fmla="*/ 5577 h 6345"/>
                  <a:gd name="connsiteX2" fmla="*/ 6570 w 6343"/>
                  <a:gd name="connsiteY2" fmla="*/ 3333 h 6345"/>
                  <a:gd name="connsiteX3" fmla="*/ 5641 w 6343"/>
                  <a:gd name="connsiteY3" fmla="*/ 1090 h 6345"/>
                  <a:gd name="connsiteX4" fmla="*/ 3398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3 h 6345"/>
                  <a:gd name="connsiteX7" fmla="*/ 1156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39" y="6506"/>
                      <a:pt x="5046" y="6172"/>
                      <a:pt x="5641" y="5577"/>
                    </a:cubicBezTo>
                    <a:cubicBezTo>
                      <a:pt x="6236" y="4982"/>
                      <a:pt x="6570" y="4175"/>
                      <a:pt x="6570" y="3333"/>
                    </a:cubicBezTo>
                    <a:cubicBezTo>
                      <a:pt x="6570" y="2492"/>
                      <a:pt x="6236" y="1685"/>
                      <a:pt x="5641" y="1090"/>
                    </a:cubicBezTo>
                    <a:cubicBezTo>
                      <a:pt x="5046" y="495"/>
                      <a:pt x="4239" y="161"/>
                      <a:pt x="3398" y="161"/>
                    </a:cubicBezTo>
                    <a:cubicBezTo>
                      <a:pt x="2557" y="161"/>
                      <a:pt x="1750" y="495"/>
                      <a:pt x="1156" y="1090"/>
                    </a:cubicBezTo>
                    <a:cubicBezTo>
                      <a:pt x="561" y="1685"/>
                      <a:pt x="227" y="2492"/>
                      <a:pt x="227" y="3333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0" y="6172"/>
                      <a:pt x="2557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57" name="Freeform: Shape 16156">
                <a:extLst>
                  <a:ext uri="{FF2B5EF4-FFF2-40B4-BE49-F238E27FC236}">
                    <a16:creationId xmlns:a16="http://schemas.microsoft.com/office/drawing/2014/main" id="{9B8643AE-479F-E7A1-7EEA-7119589BB55B}"/>
                  </a:ext>
                </a:extLst>
              </p:cNvPr>
              <p:cNvSpPr/>
              <p:nvPr/>
            </p:nvSpPr>
            <p:spPr>
              <a:xfrm>
                <a:off x="9283114" y="5517306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1 w 6343"/>
                  <a:gd name="connsiteY1" fmla="*/ 5577 h 6345"/>
                  <a:gd name="connsiteX2" fmla="*/ 6570 w 6343"/>
                  <a:gd name="connsiteY2" fmla="*/ 3333 h 6345"/>
                  <a:gd name="connsiteX3" fmla="*/ 5641 w 6343"/>
                  <a:gd name="connsiteY3" fmla="*/ 1090 h 6345"/>
                  <a:gd name="connsiteX4" fmla="*/ 3398 w 6343"/>
                  <a:gd name="connsiteY4" fmla="*/ 161 h 6345"/>
                  <a:gd name="connsiteX5" fmla="*/ 1155 w 6343"/>
                  <a:gd name="connsiteY5" fmla="*/ 1090 h 6345"/>
                  <a:gd name="connsiteX6" fmla="*/ 227 w 6343"/>
                  <a:gd name="connsiteY6" fmla="*/ 3333 h 6345"/>
                  <a:gd name="connsiteX7" fmla="*/ 1155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39" y="6506"/>
                      <a:pt x="5046" y="6172"/>
                      <a:pt x="5641" y="5577"/>
                    </a:cubicBezTo>
                    <a:cubicBezTo>
                      <a:pt x="6235" y="4982"/>
                      <a:pt x="6570" y="4175"/>
                      <a:pt x="6570" y="3333"/>
                    </a:cubicBezTo>
                    <a:cubicBezTo>
                      <a:pt x="6570" y="2492"/>
                      <a:pt x="6235" y="1685"/>
                      <a:pt x="5641" y="1090"/>
                    </a:cubicBezTo>
                    <a:cubicBezTo>
                      <a:pt x="5046" y="495"/>
                      <a:pt x="4239" y="161"/>
                      <a:pt x="3398" y="161"/>
                    </a:cubicBezTo>
                    <a:cubicBezTo>
                      <a:pt x="2557" y="161"/>
                      <a:pt x="1750" y="495"/>
                      <a:pt x="1155" y="1090"/>
                    </a:cubicBezTo>
                    <a:cubicBezTo>
                      <a:pt x="561" y="1685"/>
                      <a:pt x="227" y="2492"/>
                      <a:pt x="227" y="3333"/>
                    </a:cubicBezTo>
                    <a:cubicBezTo>
                      <a:pt x="227" y="4175"/>
                      <a:pt x="561" y="4982"/>
                      <a:pt x="1155" y="5577"/>
                    </a:cubicBezTo>
                    <a:cubicBezTo>
                      <a:pt x="1750" y="6172"/>
                      <a:pt x="2557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58" name="Freeform: Shape 16157">
                <a:extLst>
                  <a:ext uri="{FF2B5EF4-FFF2-40B4-BE49-F238E27FC236}">
                    <a16:creationId xmlns:a16="http://schemas.microsoft.com/office/drawing/2014/main" id="{B7034A69-89FF-4798-4AD0-8EF20B069C46}"/>
                  </a:ext>
                </a:extLst>
              </p:cNvPr>
              <p:cNvSpPr/>
              <p:nvPr/>
            </p:nvSpPr>
            <p:spPr>
              <a:xfrm>
                <a:off x="9281250" y="5516992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1 w 6343"/>
                  <a:gd name="connsiteY1" fmla="*/ 5577 h 6345"/>
                  <a:gd name="connsiteX2" fmla="*/ 6570 w 6343"/>
                  <a:gd name="connsiteY2" fmla="*/ 3333 h 6345"/>
                  <a:gd name="connsiteX3" fmla="*/ 5641 w 6343"/>
                  <a:gd name="connsiteY3" fmla="*/ 1090 h 6345"/>
                  <a:gd name="connsiteX4" fmla="*/ 3398 w 6343"/>
                  <a:gd name="connsiteY4" fmla="*/ 161 h 6345"/>
                  <a:gd name="connsiteX5" fmla="*/ 1155 w 6343"/>
                  <a:gd name="connsiteY5" fmla="*/ 1090 h 6345"/>
                  <a:gd name="connsiteX6" fmla="*/ 226 w 6343"/>
                  <a:gd name="connsiteY6" fmla="*/ 3333 h 6345"/>
                  <a:gd name="connsiteX7" fmla="*/ 1155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39" y="6506"/>
                      <a:pt x="5046" y="6172"/>
                      <a:pt x="5641" y="5577"/>
                    </a:cubicBezTo>
                    <a:cubicBezTo>
                      <a:pt x="6235" y="4982"/>
                      <a:pt x="6570" y="4175"/>
                      <a:pt x="6570" y="3333"/>
                    </a:cubicBezTo>
                    <a:cubicBezTo>
                      <a:pt x="6570" y="2492"/>
                      <a:pt x="6235" y="1685"/>
                      <a:pt x="5641" y="1090"/>
                    </a:cubicBezTo>
                    <a:cubicBezTo>
                      <a:pt x="5046" y="495"/>
                      <a:pt x="4239" y="161"/>
                      <a:pt x="3398" y="161"/>
                    </a:cubicBezTo>
                    <a:cubicBezTo>
                      <a:pt x="2557" y="161"/>
                      <a:pt x="1750" y="495"/>
                      <a:pt x="1155" y="1090"/>
                    </a:cubicBezTo>
                    <a:cubicBezTo>
                      <a:pt x="561" y="1685"/>
                      <a:pt x="226" y="2492"/>
                      <a:pt x="226" y="3333"/>
                    </a:cubicBezTo>
                    <a:cubicBezTo>
                      <a:pt x="226" y="4175"/>
                      <a:pt x="561" y="4982"/>
                      <a:pt x="1155" y="5577"/>
                    </a:cubicBezTo>
                    <a:cubicBezTo>
                      <a:pt x="1750" y="6172"/>
                      <a:pt x="2557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59" name="Freeform: Shape 16158">
                <a:extLst>
                  <a:ext uri="{FF2B5EF4-FFF2-40B4-BE49-F238E27FC236}">
                    <a16:creationId xmlns:a16="http://schemas.microsoft.com/office/drawing/2014/main" id="{4BBDBD67-D488-2B33-5D0A-A58620F0F3FE}"/>
                  </a:ext>
                </a:extLst>
              </p:cNvPr>
              <p:cNvSpPr/>
              <p:nvPr/>
            </p:nvSpPr>
            <p:spPr>
              <a:xfrm>
                <a:off x="9279384" y="5516663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0 w 6343"/>
                  <a:gd name="connsiteY1" fmla="*/ 5577 h 6345"/>
                  <a:gd name="connsiteX2" fmla="*/ 6569 w 6343"/>
                  <a:gd name="connsiteY2" fmla="*/ 3333 h 6345"/>
                  <a:gd name="connsiteX3" fmla="*/ 5640 w 6343"/>
                  <a:gd name="connsiteY3" fmla="*/ 1090 h 6345"/>
                  <a:gd name="connsiteX4" fmla="*/ 3398 w 6343"/>
                  <a:gd name="connsiteY4" fmla="*/ 161 h 6345"/>
                  <a:gd name="connsiteX5" fmla="*/ 1155 w 6343"/>
                  <a:gd name="connsiteY5" fmla="*/ 1090 h 6345"/>
                  <a:gd name="connsiteX6" fmla="*/ 226 w 6343"/>
                  <a:gd name="connsiteY6" fmla="*/ 3333 h 6345"/>
                  <a:gd name="connsiteX7" fmla="*/ 1155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39" y="6506"/>
                      <a:pt x="5046" y="6172"/>
                      <a:pt x="5640" y="5577"/>
                    </a:cubicBezTo>
                    <a:cubicBezTo>
                      <a:pt x="6235" y="4982"/>
                      <a:pt x="6569" y="4175"/>
                      <a:pt x="6569" y="3333"/>
                    </a:cubicBezTo>
                    <a:cubicBezTo>
                      <a:pt x="6569" y="2492"/>
                      <a:pt x="6235" y="1685"/>
                      <a:pt x="5640" y="1090"/>
                    </a:cubicBezTo>
                    <a:cubicBezTo>
                      <a:pt x="5046" y="495"/>
                      <a:pt x="4239" y="161"/>
                      <a:pt x="3398" y="161"/>
                    </a:cubicBezTo>
                    <a:cubicBezTo>
                      <a:pt x="2557" y="161"/>
                      <a:pt x="1750" y="495"/>
                      <a:pt x="1155" y="1090"/>
                    </a:cubicBezTo>
                    <a:cubicBezTo>
                      <a:pt x="560" y="1685"/>
                      <a:pt x="226" y="2492"/>
                      <a:pt x="226" y="3333"/>
                    </a:cubicBezTo>
                    <a:cubicBezTo>
                      <a:pt x="226" y="4175"/>
                      <a:pt x="560" y="4982"/>
                      <a:pt x="1155" y="5577"/>
                    </a:cubicBezTo>
                    <a:cubicBezTo>
                      <a:pt x="1750" y="6172"/>
                      <a:pt x="2557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60" name="Freeform: Shape 16159">
                <a:extLst>
                  <a:ext uri="{FF2B5EF4-FFF2-40B4-BE49-F238E27FC236}">
                    <a16:creationId xmlns:a16="http://schemas.microsoft.com/office/drawing/2014/main" id="{21BE4861-628C-1679-6498-7485F90AA686}"/>
                  </a:ext>
                </a:extLst>
              </p:cNvPr>
              <p:cNvSpPr/>
              <p:nvPr/>
            </p:nvSpPr>
            <p:spPr>
              <a:xfrm>
                <a:off x="9277480" y="5516367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0 w 6343"/>
                  <a:gd name="connsiteY1" fmla="*/ 5577 h 6345"/>
                  <a:gd name="connsiteX2" fmla="*/ 6569 w 6343"/>
                  <a:gd name="connsiteY2" fmla="*/ 3333 h 6345"/>
                  <a:gd name="connsiteX3" fmla="*/ 5640 w 6343"/>
                  <a:gd name="connsiteY3" fmla="*/ 1090 h 6345"/>
                  <a:gd name="connsiteX4" fmla="*/ 3398 w 6343"/>
                  <a:gd name="connsiteY4" fmla="*/ 161 h 6345"/>
                  <a:gd name="connsiteX5" fmla="*/ 1155 w 6343"/>
                  <a:gd name="connsiteY5" fmla="*/ 1090 h 6345"/>
                  <a:gd name="connsiteX6" fmla="*/ 226 w 6343"/>
                  <a:gd name="connsiteY6" fmla="*/ 3333 h 6345"/>
                  <a:gd name="connsiteX7" fmla="*/ 1155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39" y="6506"/>
                      <a:pt x="5046" y="6172"/>
                      <a:pt x="5640" y="5577"/>
                    </a:cubicBezTo>
                    <a:cubicBezTo>
                      <a:pt x="6235" y="4982"/>
                      <a:pt x="6569" y="4175"/>
                      <a:pt x="6569" y="3333"/>
                    </a:cubicBezTo>
                    <a:cubicBezTo>
                      <a:pt x="6569" y="2492"/>
                      <a:pt x="6235" y="1685"/>
                      <a:pt x="5640" y="1090"/>
                    </a:cubicBezTo>
                    <a:cubicBezTo>
                      <a:pt x="5046" y="495"/>
                      <a:pt x="4239" y="161"/>
                      <a:pt x="3398" y="161"/>
                    </a:cubicBezTo>
                    <a:cubicBezTo>
                      <a:pt x="2557" y="161"/>
                      <a:pt x="1750" y="495"/>
                      <a:pt x="1155" y="1090"/>
                    </a:cubicBezTo>
                    <a:cubicBezTo>
                      <a:pt x="560" y="1685"/>
                      <a:pt x="226" y="2492"/>
                      <a:pt x="226" y="3333"/>
                    </a:cubicBezTo>
                    <a:cubicBezTo>
                      <a:pt x="226" y="4175"/>
                      <a:pt x="560" y="4982"/>
                      <a:pt x="1155" y="5577"/>
                    </a:cubicBezTo>
                    <a:cubicBezTo>
                      <a:pt x="1750" y="6172"/>
                      <a:pt x="2557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61" name="Freeform: Shape 16160">
                <a:extLst>
                  <a:ext uri="{FF2B5EF4-FFF2-40B4-BE49-F238E27FC236}">
                    <a16:creationId xmlns:a16="http://schemas.microsoft.com/office/drawing/2014/main" id="{4A3E8B40-7048-8D93-3522-E18CC2448648}"/>
                  </a:ext>
                </a:extLst>
              </p:cNvPr>
              <p:cNvSpPr/>
              <p:nvPr/>
            </p:nvSpPr>
            <p:spPr>
              <a:xfrm>
                <a:off x="9275827" y="5515721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0 w 6343"/>
                  <a:gd name="connsiteY1" fmla="*/ 5577 h 6345"/>
                  <a:gd name="connsiteX2" fmla="*/ 6569 w 6343"/>
                  <a:gd name="connsiteY2" fmla="*/ 3333 h 6345"/>
                  <a:gd name="connsiteX3" fmla="*/ 5640 w 6343"/>
                  <a:gd name="connsiteY3" fmla="*/ 1090 h 6345"/>
                  <a:gd name="connsiteX4" fmla="*/ 3398 w 6343"/>
                  <a:gd name="connsiteY4" fmla="*/ 160 h 6345"/>
                  <a:gd name="connsiteX5" fmla="*/ 1155 w 6343"/>
                  <a:gd name="connsiteY5" fmla="*/ 1090 h 6345"/>
                  <a:gd name="connsiteX6" fmla="*/ 226 w 6343"/>
                  <a:gd name="connsiteY6" fmla="*/ 3333 h 6345"/>
                  <a:gd name="connsiteX7" fmla="*/ 1155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39" y="6506"/>
                      <a:pt x="5045" y="6172"/>
                      <a:pt x="5640" y="5577"/>
                    </a:cubicBezTo>
                    <a:cubicBezTo>
                      <a:pt x="6235" y="4982"/>
                      <a:pt x="6569" y="4175"/>
                      <a:pt x="6569" y="3333"/>
                    </a:cubicBezTo>
                    <a:cubicBezTo>
                      <a:pt x="6569" y="2492"/>
                      <a:pt x="6235" y="1685"/>
                      <a:pt x="5640" y="1090"/>
                    </a:cubicBezTo>
                    <a:cubicBezTo>
                      <a:pt x="5045" y="495"/>
                      <a:pt x="4239" y="160"/>
                      <a:pt x="3398" y="160"/>
                    </a:cubicBezTo>
                    <a:cubicBezTo>
                      <a:pt x="2556" y="160"/>
                      <a:pt x="1750" y="495"/>
                      <a:pt x="1155" y="1090"/>
                    </a:cubicBezTo>
                    <a:cubicBezTo>
                      <a:pt x="560" y="1685"/>
                      <a:pt x="226" y="2492"/>
                      <a:pt x="226" y="3333"/>
                    </a:cubicBezTo>
                    <a:cubicBezTo>
                      <a:pt x="226" y="4175"/>
                      <a:pt x="560" y="4982"/>
                      <a:pt x="1155" y="5577"/>
                    </a:cubicBezTo>
                    <a:cubicBezTo>
                      <a:pt x="1750" y="6172"/>
                      <a:pt x="2556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62" name="Freeform: Shape 16161">
                <a:extLst>
                  <a:ext uri="{FF2B5EF4-FFF2-40B4-BE49-F238E27FC236}">
                    <a16:creationId xmlns:a16="http://schemas.microsoft.com/office/drawing/2014/main" id="{B5E5D3EE-B47A-A683-1186-58A0D682DF13}"/>
                  </a:ext>
                </a:extLst>
              </p:cNvPr>
              <p:cNvSpPr/>
              <p:nvPr/>
            </p:nvSpPr>
            <p:spPr>
              <a:xfrm>
                <a:off x="9273443" y="5516017"/>
                <a:ext cx="6343" cy="6345"/>
              </a:xfrm>
              <a:custGeom>
                <a:avLst/>
                <a:gdLst>
                  <a:gd name="connsiteX0" fmla="*/ 3397 w 6343"/>
                  <a:gd name="connsiteY0" fmla="*/ 6506 h 6345"/>
                  <a:gd name="connsiteX1" fmla="*/ 5640 w 6343"/>
                  <a:gd name="connsiteY1" fmla="*/ 5577 h 6345"/>
                  <a:gd name="connsiteX2" fmla="*/ 6569 w 6343"/>
                  <a:gd name="connsiteY2" fmla="*/ 3333 h 6345"/>
                  <a:gd name="connsiteX3" fmla="*/ 5640 w 6343"/>
                  <a:gd name="connsiteY3" fmla="*/ 1090 h 6345"/>
                  <a:gd name="connsiteX4" fmla="*/ 3397 w 6343"/>
                  <a:gd name="connsiteY4" fmla="*/ 160 h 6345"/>
                  <a:gd name="connsiteX5" fmla="*/ 1155 w 6343"/>
                  <a:gd name="connsiteY5" fmla="*/ 1090 h 6345"/>
                  <a:gd name="connsiteX6" fmla="*/ 226 w 6343"/>
                  <a:gd name="connsiteY6" fmla="*/ 3333 h 6345"/>
                  <a:gd name="connsiteX7" fmla="*/ 1155 w 6343"/>
                  <a:gd name="connsiteY7" fmla="*/ 5577 h 6345"/>
                  <a:gd name="connsiteX8" fmla="*/ 339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6"/>
                    </a:moveTo>
                    <a:cubicBezTo>
                      <a:pt x="4238" y="6506"/>
                      <a:pt x="5045" y="6172"/>
                      <a:pt x="5640" y="5577"/>
                    </a:cubicBezTo>
                    <a:cubicBezTo>
                      <a:pt x="6235" y="4982"/>
                      <a:pt x="6569" y="4175"/>
                      <a:pt x="6569" y="3333"/>
                    </a:cubicBezTo>
                    <a:cubicBezTo>
                      <a:pt x="6569" y="2492"/>
                      <a:pt x="6235" y="1685"/>
                      <a:pt x="5640" y="1090"/>
                    </a:cubicBezTo>
                    <a:cubicBezTo>
                      <a:pt x="5045" y="495"/>
                      <a:pt x="4238" y="160"/>
                      <a:pt x="3397" y="160"/>
                    </a:cubicBezTo>
                    <a:cubicBezTo>
                      <a:pt x="2556" y="160"/>
                      <a:pt x="1749" y="495"/>
                      <a:pt x="1155" y="1090"/>
                    </a:cubicBezTo>
                    <a:cubicBezTo>
                      <a:pt x="560" y="1685"/>
                      <a:pt x="226" y="2492"/>
                      <a:pt x="226" y="3333"/>
                    </a:cubicBezTo>
                    <a:cubicBezTo>
                      <a:pt x="226" y="4175"/>
                      <a:pt x="560" y="4982"/>
                      <a:pt x="1155" y="5577"/>
                    </a:cubicBezTo>
                    <a:cubicBezTo>
                      <a:pt x="1749" y="6172"/>
                      <a:pt x="2556" y="6506"/>
                      <a:pt x="339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63" name="Freeform: Shape 16162">
                <a:extLst>
                  <a:ext uri="{FF2B5EF4-FFF2-40B4-BE49-F238E27FC236}">
                    <a16:creationId xmlns:a16="http://schemas.microsoft.com/office/drawing/2014/main" id="{0FDC145D-47FA-A828-1095-062BCA23E322}"/>
                  </a:ext>
                </a:extLst>
              </p:cNvPr>
              <p:cNvSpPr/>
              <p:nvPr/>
            </p:nvSpPr>
            <p:spPr>
              <a:xfrm>
                <a:off x="9271307" y="5515959"/>
                <a:ext cx="6343" cy="6345"/>
              </a:xfrm>
              <a:custGeom>
                <a:avLst/>
                <a:gdLst>
                  <a:gd name="connsiteX0" fmla="*/ 3397 w 6343"/>
                  <a:gd name="connsiteY0" fmla="*/ 6506 h 6345"/>
                  <a:gd name="connsiteX1" fmla="*/ 5640 w 6343"/>
                  <a:gd name="connsiteY1" fmla="*/ 5577 h 6345"/>
                  <a:gd name="connsiteX2" fmla="*/ 6569 w 6343"/>
                  <a:gd name="connsiteY2" fmla="*/ 3333 h 6345"/>
                  <a:gd name="connsiteX3" fmla="*/ 5640 w 6343"/>
                  <a:gd name="connsiteY3" fmla="*/ 1090 h 6345"/>
                  <a:gd name="connsiteX4" fmla="*/ 3397 w 6343"/>
                  <a:gd name="connsiteY4" fmla="*/ 160 h 6345"/>
                  <a:gd name="connsiteX5" fmla="*/ 1155 w 6343"/>
                  <a:gd name="connsiteY5" fmla="*/ 1090 h 6345"/>
                  <a:gd name="connsiteX6" fmla="*/ 226 w 6343"/>
                  <a:gd name="connsiteY6" fmla="*/ 3333 h 6345"/>
                  <a:gd name="connsiteX7" fmla="*/ 1155 w 6343"/>
                  <a:gd name="connsiteY7" fmla="*/ 5577 h 6345"/>
                  <a:gd name="connsiteX8" fmla="*/ 339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6"/>
                    </a:moveTo>
                    <a:cubicBezTo>
                      <a:pt x="4238" y="6506"/>
                      <a:pt x="5045" y="6172"/>
                      <a:pt x="5640" y="5577"/>
                    </a:cubicBezTo>
                    <a:cubicBezTo>
                      <a:pt x="6235" y="4982"/>
                      <a:pt x="6569" y="4175"/>
                      <a:pt x="6569" y="3333"/>
                    </a:cubicBezTo>
                    <a:cubicBezTo>
                      <a:pt x="6569" y="2492"/>
                      <a:pt x="6235" y="1685"/>
                      <a:pt x="5640" y="1090"/>
                    </a:cubicBezTo>
                    <a:cubicBezTo>
                      <a:pt x="5045" y="495"/>
                      <a:pt x="4238" y="160"/>
                      <a:pt x="3397" y="160"/>
                    </a:cubicBezTo>
                    <a:cubicBezTo>
                      <a:pt x="2556" y="160"/>
                      <a:pt x="1749" y="495"/>
                      <a:pt x="1155" y="1090"/>
                    </a:cubicBezTo>
                    <a:cubicBezTo>
                      <a:pt x="560" y="1685"/>
                      <a:pt x="226" y="2492"/>
                      <a:pt x="226" y="3333"/>
                    </a:cubicBezTo>
                    <a:cubicBezTo>
                      <a:pt x="226" y="4175"/>
                      <a:pt x="560" y="4982"/>
                      <a:pt x="1155" y="5577"/>
                    </a:cubicBezTo>
                    <a:cubicBezTo>
                      <a:pt x="1749" y="6172"/>
                      <a:pt x="2556" y="6506"/>
                      <a:pt x="339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64" name="Freeform: Shape 16163">
                <a:extLst>
                  <a:ext uri="{FF2B5EF4-FFF2-40B4-BE49-F238E27FC236}">
                    <a16:creationId xmlns:a16="http://schemas.microsoft.com/office/drawing/2014/main" id="{59A281A2-815F-E209-9181-F6203ADC9D4D}"/>
                  </a:ext>
                </a:extLst>
              </p:cNvPr>
              <p:cNvSpPr/>
              <p:nvPr/>
            </p:nvSpPr>
            <p:spPr>
              <a:xfrm>
                <a:off x="9269017" y="5516073"/>
                <a:ext cx="6343" cy="6345"/>
              </a:xfrm>
              <a:custGeom>
                <a:avLst/>
                <a:gdLst>
                  <a:gd name="connsiteX0" fmla="*/ 3397 w 6343"/>
                  <a:gd name="connsiteY0" fmla="*/ 6506 h 6345"/>
                  <a:gd name="connsiteX1" fmla="*/ 5640 w 6343"/>
                  <a:gd name="connsiteY1" fmla="*/ 5577 h 6345"/>
                  <a:gd name="connsiteX2" fmla="*/ 6569 w 6343"/>
                  <a:gd name="connsiteY2" fmla="*/ 3333 h 6345"/>
                  <a:gd name="connsiteX3" fmla="*/ 5640 w 6343"/>
                  <a:gd name="connsiteY3" fmla="*/ 1090 h 6345"/>
                  <a:gd name="connsiteX4" fmla="*/ 3397 w 6343"/>
                  <a:gd name="connsiteY4" fmla="*/ 160 h 6345"/>
                  <a:gd name="connsiteX5" fmla="*/ 1154 w 6343"/>
                  <a:gd name="connsiteY5" fmla="*/ 1090 h 6345"/>
                  <a:gd name="connsiteX6" fmla="*/ 225 w 6343"/>
                  <a:gd name="connsiteY6" fmla="*/ 3333 h 6345"/>
                  <a:gd name="connsiteX7" fmla="*/ 1154 w 6343"/>
                  <a:gd name="connsiteY7" fmla="*/ 5577 h 6345"/>
                  <a:gd name="connsiteX8" fmla="*/ 339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6"/>
                    </a:moveTo>
                    <a:cubicBezTo>
                      <a:pt x="4238" y="6506"/>
                      <a:pt x="5045" y="6172"/>
                      <a:pt x="5640" y="5577"/>
                    </a:cubicBezTo>
                    <a:cubicBezTo>
                      <a:pt x="6234" y="4982"/>
                      <a:pt x="6569" y="4175"/>
                      <a:pt x="6569" y="3333"/>
                    </a:cubicBezTo>
                    <a:cubicBezTo>
                      <a:pt x="6569" y="2492"/>
                      <a:pt x="6234" y="1685"/>
                      <a:pt x="5640" y="1090"/>
                    </a:cubicBezTo>
                    <a:cubicBezTo>
                      <a:pt x="5045" y="495"/>
                      <a:pt x="4238" y="160"/>
                      <a:pt x="3397" y="160"/>
                    </a:cubicBezTo>
                    <a:cubicBezTo>
                      <a:pt x="2556" y="160"/>
                      <a:pt x="1749" y="495"/>
                      <a:pt x="1154" y="1090"/>
                    </a:cubicBezTo>
                    <a:cubicBezTo>
                      <a:pt x="560" y="1685"/>
                      <a:pt x="225" y="2492"/>
                      <a:pt x="225" y="3333"/>
                    </a:cubicBezTo>
                    <a:cubicBezTo>
                      <a:pt x="225" y="4175"/>
                      <a:pt x="560" y="4982"/>
                      <a:pt x="1154" y="5577"/>
                    </a:cubicBezTo>
                    <a:cubicBezTo>
                      <a:pt x="1749" y="6172"/>
                      <a:pt x="2556" y="6506"/>
                      <a:pt x="339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65" name="Freeform: Shape 16164">
                <a:extLst>
                  <a:ext uri="{FF2B5EF4-FFF2-40B4-BE49-F238E27FC236}">
                    <a16:creationId xmlns:a16="http://schemas.microsoft.com/office/drawing/2014/main" id="{4E427E8E-EC72-C1DB-2F1F-4831EB3F0FB5}"/>
                  </a:ext>
                </a:extLst>
              </p:cNvPr>
              <p:cNvSpPr/>
              <p:nvPr/>
            </p:nvSpPr>
            <p:spPr>
              <a:xfrm>
                <a:off x="9266569" y="5516354"/>
                <a:ext cx="6343" cy="6345"/>
              </a:xfrm>
              <a:custGeom>
                <a:avLst/>
                <a:gdLst>
                  <a:gd name="connsiteX0" fmla="*/ 3397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3 h 6345"/>
                  <a:gd name="connsiteX3" fmla="*/ 5639 w 6343"/>
                  <a:gd name="connsiteY3" fmla="*/ 1090 h 6345"/>
                  <a:gd name="connsiteX4" fmla="*/ 3397 w 6343"/>
                  <a:gd name="connsiteY4" fmla="*/ 161 h 6345"/>
                  <a:gd name="connsiteX5" fmla="*/ 1154 w 6343"/>
                  <a:gd name="connsiteY5" fmla="*/ 1090 h 6345"/>
                  <a:gd name="connsiteX6" fmla="*/ 225 w 6343"/>
                  <a:gd name="connsiteY6" fmla="*/ 3333 h 6345"/>
                  <a:gd name="connsiteX7" fmla="*/ 1154 w 6343"/>
                  <a:gd name="connsiteY7" fmla="*/ 5577 h 6345"/>
                  <a:gd name="connsiteX8" fmla="*/ 339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6"/>
                    </a:moveTo>
                    <a:cubicBezTo>
                      <a:pt x="4238" y="6506"/>
                      <a:pt x="5045" y="6172"/>
                      <a:pt x="5639" y="5577"/>
                    </a:cubicBezTo>
                    <a:cubicBezTo>
                      <a:pt x="6234" y="4982"/>
                      <a:pt x="6568" y="4175"/>
                      <a:pt x="6568" y="3333"/>
                    </a:cubicBezTo>
                    <a:cubicBezTo>
                      <a:pt x="6568" y="2492"/>
                      <a:pt x="6234" y="1685"/>
                      <a:pt x="5639" y="1090"/>
                    </a:cubicBezTo>
                    <a:cubicBezTo>
                      <a:pt x="5045" y="495"/>
                      <a:pt x="4238" y="161"/>
                      <a:pt x="3397" y="161"/>
                    </a:cubicBezTo>
                    <a:cubicBezTo>
                      <a:pt x="2556" y="161"/>
                      <a:pt x="1749" y="495"/>
                      <a:pt x="1154" y="1090"/>
                    </a:cubicBezTo>
                    <a:cubicBezTo>
                      <a:pt x="559" y="1685"/>
                      <a:pt x="225" y="2492"/>
                      <a:pt x="225" y="3333"/>
                    </a:cubicBezTo>
                    <a:cubicBezTo>
                      <a:pt x="225" y="4175"/>
                      <a:pt x="559" y="4982"/>
                      <a:pt x="1154" y="5577"/>
                    </a:cubicBezTo>
                    <a:cubicBezTo>
                      <a:pt x="1749" y="6172"/>
                      <a:pt x="2556" y="6506"/>
                      <a:pt x="339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66" name="Freeform: Shape 16165">
                <a:extLst>
                  <a:ext uri="{FF2B5EF4-FFF2-40B4-BE49-F238E27FC236}">
                    <a16:creationId xmlns:a16="http://schemas.microsoft.com/office/drawing/2014/main" id="{E30CDE6D-D474-06D4-4553-31361262FC33}"/>
                  </a:ext>
                </a:extLst>
              </p:cNvPr>
              <p:cNvSpPr/>
              <p:nvPr/>
            </p:nvSpPr>
            <p:spPr>
              <a:xfrm>
                <a:off x="9264640" y="5515959"/>
                <a:ext cx="6343" cy="6345"/>
              </a:xfrm>
              <a:custGeom>
                <a:avLst/>
                <a:gdLst>
                  <a:gd name="connsiteX0" fmla="*/ 3397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3 h 6345"/>
                  <a:gd name="connsiteX3" fmla="*/ 5639 w 6343"/>
                  <a:gd name="connsiteY3" fmla="*/ 1090 h 6345"/>
                  <a:gd name="connsiteX4" fmla="*/ 3397 w 6343"/>
                  <a:gd name="connsiteY4" fmla="*/ 160 h 6345"/>
                  <a:gd name="connsiteX5" fmla="*/ 1154 w 6343"/>
                  <a:gd name="connsiteY5" fmla="*/ 1090 h 6345"/>
                  <a:gd name="connsiteX6" fmla="*/ 225 w 6343"/>
                  <a:gd name="connsiteY6" fmla="*/ 3333 h 6345"/>
                  <a:gd name="connsiteX7" fmla="*/ 1154 w 6343"/>
                  <a:gd name="connsiteY7" fmla="*/ 5577 h 6345"/>
                  <a:gd name="connsiteX8" fmla="*/ 339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6"/>
                    </a:moveTo>
                    <a:cubicBezTo>
                      <a:pt x="4238" y="6506"/>
                      <a:pt x="5045" y="6172"/>
                      <a:pt x="5639" y="5577"/>
                    </a:cubicBezTo>
                    <a:cubicBezTo>
                      <a:pt x="6234" y="4982"/>
                      <a:pt x="6568" y="4175"/>
                      <a:pt x="6568" y="3333"/>
                    </a:cubicBezTo>
                    <a:cubicBezTo>
                      <a:pt x="6568" y="2492"/>
                      <a:pt x="6234" y="1685"/>
                      <a:pt x="5639" y="1090"/>
                    </a:cubicBezTo>
                    <a:cubicBezTo>
                      <a:pt x="5045" y="495"/>
                      <a:pt x="4238" y="160"/>
                      <a:pt x="3397" y="160"/>
                    </a:cubicBezTo>
                    <a:cubicBezTo>
                      <a:pt x="2556" y="160"/>
                      <a:pt x="1749" y="495"/>
                      <a:pt x="1154" y="1090"/>
                    </a:cubicBezTo>
                    <a:cubicBezTo>
                      <a:pt x="559" y="1685"/>
                      <a:pt x="225" y="2492"/>
                      <a:pt x="225" y="3333"/>
                    </a:cubicBezTo>
                    <a:cubicBezTo>
                      <a:pt x="225" y="4175"/>
                      <a:pt x="559" y="4982"/>
                      <a:pt x="1154" y="5577"/>
                    </a:cubicBezTo>
                    <a:cubicBezTo>
                      <a:pt x="1749" y="6172"/>
                      <a:pt x="2556" y="6506"/>
                      <a:pt x="339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67" name="Freeform: Shape 16166">
                <a:extLst>
                  <a:ext uri="{FF2B5EF4-FFF2-40B4-BE49-F238E27FC236}">
                    <a16:creationId xmlns:a16="http://schemas.microsoft.com/office/drawing/2014/main" id="{76F5C190-81BF-E17F-3CA7-AACB7C7DDD4C}"/>
                  </a:ext>
                </a:extLst>
              </p:cNvPr>
              <p:cNvSpPr/>
              <p:nvPr/>
            </p:nvSpPr>
            <p:spPr>
              <a:xfrm>
                <a:off x="9262100" y="5516293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3 h 6345"/>
                  <a:gd name="connsiteX3" fmla="*/ 5639 w 6343"/>
                  <a:gd name="connsiteY3" fmla="*/ 1090 h 6345"/>
                  <a:gd name="connsiteX4" fmla="*/ 3396 w 6343"/>
                  <a:gd name="connsiteY4" fmla="*/ 160 h 6345"/>
                  <a:gd name="connsiteX5" fmla="*/ 1154 w 6343"/>
                  <a:gd name="connsiteY5" fmla="*/ 1090 h 6345"/>
                  <a:gd name="connsiteX6" fmla="*/ 225 w 6343"/>
                  <a:gd name="connsiteY6" fmla="*/ 3333 h 6345"/>
                  <a:gd name="connsiteX7" fmla="*/ 1154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8" y="6506"/>
                      <a:pt x="5044" y="6172"/>
                      <a:pt x="5639" y="5577"/>
                    </a:cubicBezTo>
                    <a:cubicBezTo>
                      <a:pt x="6234" y="4982"/>
                      <a:pt x="6568" y="4175"/>
                      <a:pt x="6568" y="3333"/>
                    </a:cubicBezTo>
                    <a:cubicBezTo>
                      <a:pt x="6568" y="2492"/>
                      <a:pt x="6234" y="1685"/>
                      <a:pt x="5639" y="1090"/>
                    </a:cubicBezTo>
                    <a:cubicBezTo>
                      <a:pt x="5044" y="495"/>
                      <a:pt x="4238" y="160"/>
                      <a:pt x="3396" y="160"/>
                    </a:cubicBezTo>
                    <a:cubicBezTo>
                      <a:pt x="2555" y="160"/>
                      <a:pt x="1749" y="495"/>
                      <a:pt x="1154" y="1090"/>
                    </a:cubicBezTo>
                    <a:cubicBezTo>
                      <a:pt x="559" y="1685"/>
                      <a:pt x="225" y="2492"/>
                      <a:pt x="225" y="3333"/>
                    </a:cubicBezTo>
                    <a:cubicBezTo>
                      <a:pt x="225" y="4175"/>
                      <a:pt x="559" y="4982"/>
                      <a:pt x="1154" y="5577"/>
                    </a:cubicBezTo>
                    <a:cubicBezTo>
                      <a:pt x="1749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68" name="Freeform: Shape 16167">
                <a:extLst>
                  <a:ext uri="{FF2B5EF4-FFF2-40B4-BE49-F238E27FC236}">
                    <a16:creationId xmlns:a16="http://schemas.microsoft.com/office/drawing/2014/main" id="{0711AF2E-8915-9BCB-CEC3-35DEE54C7AF3}"/>
                  </a:ext>
                </a:extLst>
              </p:cNvPr>
              <p:cNvSpPr/>
              <p:nvPr/>
            </p:nvSpPr>
            <p:spPr>
              <a:xfrm>
                <a:off x="9260125" y="5515910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3 h 6345"/>
                  <a:gd name="connsiteX3" fmla="*/ 5639 w 6343"/>
                  <a:gd name="connsiteY3" fmla="*/ 1090 h 6345"/>
                  <a:gd name="connsiteX4" fmla="*/ 3396 w 6343"/>
                  <a:gd name="connsiteY4" fmla="*/ 160 h 6345"/>
                  <a:gd name="connsiteX5" fmla="*/ 1154 w 6343"/>
                  <a:gd name="connsiteY5" fmla="*/ 1090 h 6345"/>
                  <a:gd name="connsiteX6" fmla="*/ 225 w 6343"/>
                  <a:gd name="connsiteY6" fmla="*/ 3333 h 6345"/>
                  <a:gd name="connsiteX7" fmla="*/ 1154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4" y="6172"/>
                      <a:pt x="5639" y="5577"/>
                    </a:cubicBezTo>
                    <a:cubicBezTo>
                      <a:pt x="6234" y="4982"/>
                      <a:pt x="6568" y="4175"/>
                      <a:pt x="6568" y="3333"/>
                    </a:cubicBezTo>
                    <a:cubicBezTo>
                      <a:pt x="6568" y="2492"/>
                      <a:pt x="6234" y="1685"/>
                      <a:pt x="5639" y="1090"/>
                    </a:cubicBezTo>
                    <a:cubicBezTo>
                      <a:pt x="5044" y="495"/>
                      <a:pt x="4237" y="160"/>
                      <a:pt x="3396" y="160"/>
                    </a:cubicBezTo>
                    <a:cubicBezTo>
                      <a:pt x="2555" y="160"/>
                      <a:pt x="1748" y="495"/>
                      <a:pt x="1154" y="1090"/>
                    </a:cubicBezTo>
                    <a:cubicBezTo>
                      <a:pt x="559" y="1685"/>
                      <a:pt x="225" y="2492"/>
                      <a:pt x="225" y="3333"/>
                    </a:cubicBezTo>
                    <a:cubicBezTo>
                      <a:pt x="225" y="4175"/>
                      <a:pt x="559" y="4982"/>
                      <a:pt x="1154" y="5577"/>
                    </a:cubicBezTo>
                    <a:cubicBezTo>
                      <a:pt x="1748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69" name="Freeform: Shape 16168">
                <a:extLst>
                  <a:ext uri="{FF2B5EF4-FFF2-40B4-BE49-F238E27FC236}">
                    <a16:creationId xmlns:a16="http://schemas.microsoft.com/office/drawing/2014/main" id="{3F59CA96-F8B2-008A-399E-11FCF3ABB1DB}"/>
                  </a:ext>
                </a:extLst>
              </p:cNvPr>
              <p:cNvSpPr/>
              <p:nvPr/>
            </p:nvSpPr>
            <p:spPr>
              <a:xfrm>
                <a:off x="9257412" y="5516386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3 h 6345"/>
                  <a:gd name="connsiteX3" fmla="*/ 5639 w 6343"/>
                  <a:gd name="connsiteY3" fmla="*/ 1090 h 6345"/>
                  <a:gd name="connsiteX4" fmla="*/ 3396 w 6343"/>
                  <a:gd name="connsiteY4" fmla="*/ 161 h 6345"/>
                  <a:gd name="connsiteX5" fmla="*/ 1153 w 6343"/>
                  <a:gd name="connsiteY5" fmla="*/ 1090 h 6345"/>
                  <a:gd name="connsiteX6" fmla="*/ 225 w 6343"/>
                  <a:gd name="connsiteY6" fmla="*/ 3333 h 6345"/>
                  <a:gd name="connsiteX7" fmla="*/ 1153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4" y="6172"/>
                      <a:pt x="5639" y="5577"/>
                    </a:cubicBezTo>
                    <a:cubicBezTo>
                      <a:pt x="6233" y="4982"/>
                      <a:pt x="6568" y="4175"/>
                      <a:pt x="6568" y="3333"/>
                    </a:cubicBezTo>
                    <a:cubicBezTo>
                      <a:pt x="6568" y="2492"/>
                      <a:pt x="6233" y="1685"/>
                      <a:pt x="5639" y="1090"/>
                    </a:cubicBezTo>
                    <a:cubicBezTo>
                      <a:pt x="5044" y="495"/>
                      <a:pt x="4237" y="161"/>
                      <a:pt x="3396" y="161"/>
                    </a:cubicBezTo>
                    <a:cubicBezTo>
                      <a:pt x="2555" y="161"/>
                      <a:pt x="1748" y="495"/>
                      <a:pt x="1153" y="1090"/>
                    </a:cubicBezTo>
                    <a:cubicBezTo>
                      <a:pt x="559" y="1685"/>
                      <a:pt x="225" y="2492"/>
                      <a:pt x="225" y="3333"/>
                    </a:cubicBezTo>
                    <a:cubicBezTo>
                      <a:pt x="225" y="4175"/>
                      <a:pt x="559" y="4982"/>
                      <a:pt x="1153" y="5577"/>
                    </a:cubicBezTo>
                    <a:cubicBezTo>
                      <a:pt x="1748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70" name="Freeform: Shape 16169">
                <a:extLst>
                  <a:ext uri="{FF2B5EF4-FFF2-40B4-BE49-F238E27FC236}">
                    <a16:creationId xmlns:a16="http://schemas.microsoft.com/office/drawing/2014/main" id="{3621C4BA-AD5E-2F68-88EF-2C2F38E654D2}"/>
                  </a:ext>
                </a:extLst>
              </p:cNvPr>
              <p:cNvSpPr/>
              <p:nvPr/>
            </p:nvSpPr>
            <p:spPr>
              <a:xfrm>
                <a:off x="9254842" y="5516654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9 w 6343"/>
                  <a:gd name="connsiteY1" fmla="*/ 5577 h 6345"/>
                  <a:gd name="connsiteX2" fmla="*/ 6567 w 6343"/>
                  <a:gd name="connsiteY2" fmla="*/ 3333 h 6345"/>
                  <a:gd name="connsiteX3" fmla="*/ 5639 w 6343"/>
                  <a:gd name="connsiteY3" fmla="*/ 1090 h 6345"/>
                  <a:gd name="connsiteX4" fmla="*/ 3396 w 6343"/>
                  <a:gd name="connsiteY4" fmla="*/ 161 h 6345"/>
                  <a:gd name="connsiteX5" fmla="*/ 1153 w 6343"/>
                  <a:gd name="connsiteY5" fmla="*/ 1090 h 6345"/>
                  <a:gd name="connsiteX6" fmla="*/ 224 w 6343"/>
                  <a:gd name="connsiteY6" fmla="*/ 3333 h 6345"/>
                  <a:gd name="connsiteX7" fmla="*/ 1153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4" y="6172"/>
                      <a:pt x="5639" y="5577"/>
                    </a:cubicBezTo>
                    <a:cubicBezTo>
                      <a:pt x="6233" y="4982"/>
                      <a:pt x="6567" y="4175"/>
                      <a:pt x="6567" y="3333"/>
                    </a:cubicBezTo>
                    <a:cubicBezTo>
                      <a:pt x="6567" y="2492"/>
                      <a:pt x="6233" y="1685"/>
                      <a:pt x="5639" y="1090"/>
                    </a:cubicBezTo>
                    <a:cubicBezTo>
                      <a:pt x="5044" y="495"/>
                      <a:pt x="4237" y="161"/>
                      <a:pt x="3396" y="161"/>
                    </a:cubicBezTo>
                    <a:cubicBezTo>
                      <a:pt x="2555" y="161"/>
                      <a:pt x="1748" y="495"/>
                      <a:pt x="1153" y="1090"/>
                    </a:cubicBezTo>
                    <a:cubicBezTo>
                      <a:pt x="559" y="1685"/>
                      <a:pt x="224" y="2492"/>
                      <a:pt x="224" y="3333"/>
                    </a:cubicBezTo>
                    <a:cubicBezTo>
                      <a:pt x="224" y="4175"/>
                      <a:pt x="559" y="4982"/>
                      <a:pt x="1153" y="5577"/>
                    </a:cubicBezTo>
                    <a:cubicBezTo>
                      <a:pt x="1748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71" name="Freeform: Shape 16170">
                <a:extLst>
                  <a:ext uri="{FF2B5EF4-FFF2-40B4-BE49-F238E27FC236}">
                    <a16:creationId xmlns:a16="http://schemas.microsoft.com/office/drawing/2014/main" id="{1B2C06B7-B0AA-DF33-66F4-3991107CD82A}"/>
                  </a:ext>
                </a:extLst>
              </p:cNvPr>
              <p:cNvSpPr/>
              <p:nvPr/>
            </p:nvSpPr>
            <p:spPr>
              <a:xfrm>
                <a:off x="9253009" y="5516033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3 h 6345"/>
                  <a:gd name="connsiteX3" fmla="*/ 5638 w 6343"/>
                  <a:gd name="connsiteY3" fmla="*/ 1090 h 6345"/>
                  <a:gd name="connsiteX4" fmla="*/ 3396 w 6343"/>
                  <a:gd name="connsiteY4" fmla="*/ 160 h 6345"/>
                  <a:gd name="connsiteX5" fmla="*/ 1153 w 6343"/>
                  <a:gd name="connsiteY5" fmla="*/ 1090 h 6345"/>
                  <a:gd name="connsiteX6" fmla="*/ 224 w 6343"/>
                  <a:gd name="connsiteY6" fmla="*/ 3333 h 6345"/>
                  <a:gd name="connsiteX7" fmla="*/ 1153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4" y="6172"/>
                      <a:pt x="5638" y="5577"/>
                    </a:cubicBezTo>
                    <a:cubicBezTo>
                      <a:pt x="6233" y="4982"/>
                      <a:pt x="6567" y="4175"/>
                      <a:pt x="6567" y="3333"/>
                    </a:cubicBezTo>
                    <a:cubicBezTo>
                      <a:pt x="6567" y="2492"/>
                      <a:pt x="6233" y="1685"/>
                      <a:pt x="5638" y="1090"/>
                    </a:cubicBezTo>
                    <a:cubicBezTo>
                      <a:pt x="5044" y="495"/>
                      <a:pt x="4237" y="160"/>
                      <a:pt x="3396" y="160"/>
                    </a:cubicBezTo>
                    <a:cubicBezTo>
                      <a:pt x="2555" y="160"/>
                      <a:pt x="1748" y="495"/>
                      <a:pt x="1153" y="1090"/>
                    </a:cubicBezTo>
                    <a:cubicBezTo>
                      <a:pt x="558" y="1685"/>
                      <a:pt x="224" y="2492"/>
                      <a:pt x="224" y="3333"/>
                    </a:cubicBezTo>
                    <a:cubicBezTo>
                      <a:pt x="224" y="4175"/>
                      <a:pt x="558" y="4982"/>
                      <a:pt x="1153" y="5577"/>
                    </a:cubicBezTo>
                    <a:cubicBezTo>
                      <a:pt x="1748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72" name="Freeform: Shape 16171">
                <a:extLst>
                  <a:ext uri="{FF2B5EF4-FFF2-40B4-BE49-F238E27FC236}">
                    <a16:creationId xmlns:a16="http://schemas.microsoft.com/office/drawing/2014/main" id="{404EDCA3-E9EF-96F6-48DD-DE75C5618BCD}"/>
                  </a:ext>
                </a:extLst>
              </p:cNvPr>
              <p:cNvSpPr/>
              <p:nvPr/>
            </p:nvSpPr>
            <p:spPr>
              <a:xfrm>
                <a:off x="9251018" y="5515579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3 h 6345"/>
                  <a:gd name="connsiteX3" fmla="*/ 5638 w 6343"/>
                  <a:gd name="connsiteY3" fmla="*/ 1090 h 6345"/>
                  <a:gd name="connsiteX4" fmla="*/ 3396 w 6343"/>
                  <a:gd name="connsiteY4" fmla="*/ 160 h 6345"/>
                  <a:gd name="connsiteX5" fmla="*/ 1153 w 6343"/>
                  <a:gd name="connsiteY5" fmla="*/ 1090 h 6345"/>
                  <a:gd name="connsiteX6" fmla="*/ 224 w 6343"/>
                  <a:gd name="connsiteY6" fmla="*/ 3333 h 6345"/>
                  <a:gd name="connsiteX7" fmla="*/ 1153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3" y="6172"/>
                      <a:pt x="5638" y="5577"/>
                    </a:cubicBezTo>
                    <a:cubicBezTo>
                      <a:pt x="6233" y="4982"/>
                      <a:pt x="6567" y="4175"/>
                      <a:pt x="6567" y="3333"/>
                    </a:cubicBezTo>
                    <a:cubicBezTo>
                      <a:pt x="6567" y="2492"/>
                      <a:pt x="6233" y="1685"/>
                      <a:pt x="5638" y="1090"/>
                    </a:cubicBezTo>
                    <a:cubicBezTo>
                      <a:pt x="5043" y="495"/>
                      <a:pt x="4237" y="160"/>
                      <a:pt x="3396" y="160"/>
                    </a:cubicBezTo>
                    <a:cubicBezTo>
                      <a:pt x="2554" y="160"/>
                      <a:pt x="1748" y="495"/>
                      <a:pt x="1153" y="1090"/>
                    </a:cubicBezTo>
                    <a:cubicBezTo>
                      <a:pt x="558" y="1685"/>
                      <a:pt x="224" y="2492"/>
                      <a:pt x="224" y="3333"/>
                    </a:cubicBezTo>
                    <a:cubicBezTo>
                      <a:pt x="224" y="4175"/>
                      <a:pt x="558" y="4982"/>
                      <a:pt x="1153" y="5577"/>
                    </a:cubicBezTo>
                    <a:cubicBezTo>
                      <a:pt x="1748" y="6172"/>
                      <a:pt x="2554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73" name="Freeform: Shape 16172">
                <a:extLst>
                  <a:ext uri="{FF2B5EF4-FFF2-40B4-BE49-F238E27FC236}">
                    <a16:creationId xmlns:a16="http://schemas.microsoft.com/office/drawing/2014/main" id="{6EBC5589-186C-9F29-27DE-BBE24CA5FEC3}"/>
                  </a:ext>
                </a:extLst>
              </p:cNvPr>
              <p:cNvSpPr/>
              <p:nvPr/>
            </p:nvSpPr>
            <p:spPr>
              <a:xfrm>
                <a:off x="9248547" y="5515650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3 h 6345"/>
                  <a:gd name="connsiteX3" fmla="*/ 5638 w 6343"/>
                  <a:gd name="connsiteY3" fmla="*/ 1090 h 6345"/>
                  <a:gd name="connsiteX4" fmla="*/ 3395 w 6343"/>
                  <a:gd name="connsiteY4" fmla="*/ 160 h 6345"/>
                  <a:gd name="connsiteX5" fmla="*/ 1153 w 6343"/>
                  <a:gd name="connsiteY5" fmla="*/ 1090 h 6345"/>
                  <a:gd name="connsiteX6" fmla="*/ 224 w 6343"/>
                  <a:gd name="connsiteY6" fmla="*/ 3333 h 6345"/>
                  <a:gd name="connsiteX7" fmla="*/ 1153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6" y="6506"/>
                      <a:pt x="5043" y="6172"/>
                      <a:pt x="5638" y="5577"/>
                    </a:cubicBezTo>
                    <a:cubicBezTo>
                      <a:pt x="6233" y="4982"/>
                      <a:pt x="6567" y="4175"/>
                      <a:pt x="6567" y="3333"/>
                    </a:cubicBezTo>
                    <a:cubicBezTo>
                      <a:pt x="6567" y="2492"/>
                      <a:pt x="6233" y="1685"/>
                      <a:pt x="5638" y="1090"/>
                    </a:cubicBezTo>
                    <a:cubicBezTo>
                      <a:pt x="5043" y="495"/>
                      <a:pt x="4236" y="160"/>
                      <a:pt x="3395" y="160"/>
                    </a:cubicBezTo>
                    <a:cubicBezTo>
                      <a:pt x="2554" y="160"/>
                      <a:pt x="1748" y="495"/>
                      <a:pt x="1153" y="1090"/>
                    </a:cubicBezTo>
                    <a:cubicBezTo>
                      <a:pt x="558" y="1685"/>
                      <a:pt x="224" y="2492"/>
                      <a:pt x="224" y="3333"/>
                    </a:cubicBezTo>
                    <a:cubicBezTo>
                      <a:pt x="224" y="4175"/>
                      <a:pt x="558" y="4982"/>
                      <a:pt x="1153" y="5577"/>
                    </a:cubicBezTo>
                    <a:cubicBezTo>
                      <a:pt x="1748" y="6172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74" name="Freeform: Shape 16173">
                <a:extLst>
                  <a:ext uri="{FF2B5EF4-FFF2-40B4-BE49-F238E27FC236}">
                    <a16:creationId xmlns:a16="http://schemas.microsoft.com/office/drawing/2014/main" id="{01468621-8A64-4A32-D3A1-7E40E33A5501}"/>
                  </a:ext>
                </a:extLst>
              </p:cNvPr>
              <p:cNvSpPr/>
              <p:nvPr/>
            </p:nvSpPr>
            <p:spPr>
              <a:xfrm>
                <a:off x="9245908" y="5515878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3 h 6345"/>
                  <a:gd name="connsiteX3" fmla="*/ 5638 w 6343"/>
                  <a:gd name="connsiteY3" fmla="*/ 1090 h 6345"/>
                  <a:gd name="connsiteX4" fmla="*/ 3395 w 6343"/>
                  <a:gd name="connsiteY4" fmla="*/ 160 h 6345"/>
                  <a:gd name="connsiteX5" fmla="*/ 1153 w 6343"/>
                  <a:gd name="connsiteY5" fmla="*/ 1090 h 6345"/>
                  <a:gd name="connsiteX6" fmla="*/ 224 w 6343"/>
                  <a:gd name="connsiteY6" fmla="*/ 3333 h 6345"/>
                  <a:gd name="connsiteX7" fmla="*/ 1153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6" y="6506"/>
                      <a:pt x="5043" y="6172"/>
                      <a:pt x="5638" y="5577"/>
                    </a:cubicBezTo>
                    <a:cubicBezTo>
                      <a:pt x="6233" y="4982"/>
                      <a:pt x="6567" y="4175"/>
                      <a:pt x="6567" y="3333"/>
                    </a:cubicBezTo>
                    <a:cubicBezTo>
                      <a:pt x="6567" y="2492"/>
                      <a:pt x="6233" y="1685"/>
                      <a:pt x="5638" y="1090"/>
                    </a:cubicBezTo>
                    <a:cubicBezTo>
                      <a:pt x="5043" y="495"/>
                      <a:pt x="4236" y="160"/>
                      <a:pt x="3395" y="160"/>
                    </a:cubicBezTo>
                    <a:cubicBezTo>
                      <a:pt x="2554" y="160"/>
                      <a:pt x="1747" y="495"/>
                      <a:pt x="1153" y="1090"/>
                    </a:cubicBezTo>
                    <a:cubicBezTo>
                      <a:pt x="558" y="1685"/>
                      <a:pt x="224" y="2492"/>
                      <a:pt x="224" y="3333"/>
                    </a:cubicBezTo>
                    <a:cubicBezTo>
                      <a:pt x="224" y="4175"/>
                      <a:pt x="558" y="4982"/>
                      <a:pt x="1153" y="5577"/>
                    </a:cubicBezTo>
                    <a:cubicBezTo>
                      <a:pt x="1747" y="6172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75" name="Freeform: Shape 16174">
                <a:extLst>
                  <a:ext uri="{FF2B5EF4-FFF2-40B4-BE49-F238E27FC236}">
                    <a16:creationId xmlns:a16="http://schemas.microsoft.com/office/drawing/2014/main" id="{FDDEFECF-C3F1-0871-042A-6B38F43EFE8D}"/>
                  </a:ext>
                </a:extLst>
              </p:cNvPr>
              <p:cNvSpPr/>
              <p:nvPr/>
            </p:nvSpPr>
            <p:spPr>
              <a:xfrm>
                <a:off x="9243743" y="5515547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3 h 6345"/>
                  <a:gd name="connsiteX3" fmla="*/ 5638 w 6343"/>
                  <a:gd name="connsiteY3" fmla="*/ 1090 h 6345"/>
                  <a:gd name="connsiteX4" fmla="*/ 3395 w 6343"/>
                  <a:gd name="connsiteY4" fmla="*/ 160 h 6345"/>
                  <a:gd name="connsiteX5" fmla="*/ 1152 w 6343"/>
                  <a:gd name="connsiteY5" fmla="*/ 1090 h 6345"/>
                  <a:gd name="connsiteX6" fmla="*/ 223 w 6343"/>
                  <a:gd name="connsiteY6" fmla="*/ 3333 h 6345"/>
                  <a:gd name="connsiteX7" fmla="*/ 1152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6" y="6506"/>
                      <a:pt x="5043" y="6172"/>
                      <a:pt x="5638" y="5577"/>
                    </a:cubicBezTo>
                    <a:cubicBezTo>
                      <a:pt x="6232" y="4982"/>
                      <a:pt x="6567" y="4175"/>
                      <a:pt x="6567" y="3333"/>
                    </a:cubicBezTo>
                    <a:cubicBezTo>
                      <a:pt x="6567" y="2492"/>
                      <a:pt x="6232" y="1685"/>
                      <a:pt x="5638" y="1090"/>
                    </a:cubicBezTo>
                    <a:cubicBezTo>
                      <a:pt x="5043" y="495"/>
                      <a:pt x="4236" y="160"/>
                      <a:pt x="3395" y="160"/>
                    </a:cubicBezTo>
                    <a:cubicBezTo>
                      <a:pt x="2554" y="160"/>
                      <a:pt x="1747" y="495"/>
                      <a:pt x="1152" y="1090"/>
                    </a:cubicBezTo>
                    <a:cubicBezTo>
                      <a:pt x="558" y="1685"/>
                      <a:pt x="223" y="2492"/>
                      <a:pt x="223" y="3333"/>
                    </a:cubicBezTo>
                    <a:cubicBezTo>
                      <a:pt x="223" y="4175"/>
                      <a:pt x="558" y="4982"/>
                      <a:pt x="1152" y="5577"/>
                    </a:cubicBezTo>
                    <a:cubicBezTo>
                      <a:pt x="1747" y="6172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76" name="Freeform: Shape 16175">
                <a:extLst>
                  <a:ext uri="{FF2B5EF4-FFF2-40B4-BE49-F238E27FC236}">
                    <a16:creationId xmlns:a16="http://schemas.microsoft.com/office/drawing/2014/main" id="{90058B97-86D9-11FF-C38B-7D476393949E}"/>
                  </a:ext>
                </a:extLst>
              </p:cNvPr>
              <p:cNvSpPr/>
              <p:nvPr/>
            </p:nvSpPr>
            <p:spPr>
              <a:xfrm>
                <a:off x="9241656" y="5515109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7 w 6343"/>
                  <a:gd name="connsiteY1" fmla="*/ 5577 h 6345"/>
                  <a:gd name="connsiteX2" fmla="*/ 6566 w 6343"/>
                  <a:gd name="connsiteY2" fmla="*/ 3333 h 6345"/>
                  <a:gd name="connsiteX3" fmla="*/ 5637 w 6343"/>
                  <a:gd name="connsiteY3" fmla="*/ 1090 h 6345"/>
                  <a:gd name="connsiteX4" fmla="*/ 3395 w 6343"/>
                  <a:gd name="connsiteY4" fmla="*/ 160 h 6345"/>
                  <a:gd name="connsiteX5" fmla="*/ 1152 w 6343"/>
                  <a:gd name="connsiteY5" fmla="*/ 1090 h 6345"/>
                  <a:gd name="connsiteX6" fmla="*/ 223 w 6343"/>
                  <a:gd name="connsiteY6" fmla="*/ 3333 h 6345"/>
                  <a:gd name="connsiteX7" fmla="*/ 1152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6" y="6506"/>
                      <a:pt x="5043" y="6172"/>
                      <a:pt x="5637" y="5577"/>
                    </a:cubicBezTo>
                    <a:cubicBezTo>
                      <a:pt x="6232" y="4982"/>
                      <a:pt x="6566" y="4175"/>
                      <a:pt x="6566" y="3333"/>
                    </a:cubicBezTo>
                    <a:cubicBezTo>
                      <a:pt x="6566" y="2492"/>
                      <a:pt x="6232" y="1685"/>
                      <a:pt x="5637" y="1090"/>
                    </a:cubicBezTo>
                    <a:cubicBezTo>
                      <a:pt x="5043" y="495"/>
                      <a:pt x="4236" y="160"/>
                      <a:pt x="3395" y="160"/>
                    </a:cubicBezTo>
                    <a:cubicBezTo>
                      <a:pt x="2554" y="160"/>
                      <a:pt x="1747" y="495"/>
                      <a:pt x="1152" y="1090"/>
                    </a:cubicBezTo>
                    <a:cubicBezTo>
                      <a:pt x="557" y="1685"/>
                      <a:pt x="223" y="2492"/>
                      <a:pt x="223" y="3333"/>
                    </a:cubicBezTo>
                    <a:cubicBezTo>
                      <a:pt x="223" y="4175"/>
                      <a:pt x="557" y="4982"/>
                      <a:pt x="1152" y="5577"/>
                    </a:cubicBezTo>
                    <a:cubicBezTo>
                      <a:pt x="1747" y="6172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77" name="Freeform: Shape 16176">
                <a:extLst>
                  <a:ext uri="{FF2B5EF4-FFF2-40B4-BE49-F238E27FC236}">
                    <a16:creationId xmlns:a16="http://schemas.microsoft.com/office/drawing/2014/main" id="{35E85794-87A4-B3AF-E729-355147440CF1}"/>
                  </a:ext>
                </a:extLst>
              </p:cNvPr>
              <p:cNvSpPr/>
              <p:nvPr/>
            </p:nvSpPr>
            <p:spPr>
              <a:xfrm>
                <a:off x="9239076" y="5515182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7 w 6343"/>
                  <a:gd name="connsiteY1" fmla="*/ 5577 h 6345"/>
                  <a:gd name="connsiteX2" fmla="*/ 6566 w 6343"/>
                  <a:gd name="connsiteY2" fmla="*/ 3333 h 6345"/>
                  <a:gd name="connsiteX3" fmla="*/ 5637 w 6343"/>
                  <a:gd name="connsiteY3" fmla="*/ 1090 h 6345"/>
                  <a:gd name="connsiteX4" fmla="*/ 3395 w 6343"/>
                  <a:gd name="connsiteY4" fmla="*/ 160 h 6345"/>
                  <a:gd name="connsiteX5" fmla="*/ 1152 w 6343"/>
                  <a:gd name="connsiteY5" fmla="*/ 1090 h 6345"/>
                  <a:gd name="connsiteX6" fmla="*/ 223 w 6343"/>
                  <a:gd name="connsiteY6" fmla="*/ 3333 h 6345"/>
                  <a:gd name="connsiteX7" fmla="*/ 1152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6" y="6506"/>
                      <a:pt x="5043" y="6172"/>
                      <a:pt x="5637" y="5577"/>
                    </a:cubicBezTo>
                    <a:cubicBezTo>
                      <a:pt x="6232" y="4982"/>
                      <a:pt x="6566" y="4175"/>
                      <a:pt x="6566" y="3333"/>
                    </a:cubicBezTo>
                    <a:cubicBezTo>
                      <a:pt x="6566" y="2492"/>
                      <a:pt x="6232" y="1685"/>
                      <a:pt x="5637" y="1090"/>
                    </a:cubicBezTo>
                    <a:cubicBezTo>
                      <a:pt x="5043" y="495"/>
                      <a:pt x="4236" y="160"/>
                      <a:pt x="3395" y="160"/>
                    </a:cubicBezTo>
                    <a:cubicBezTo>
                      <a:pt x="2554" y="160"/>
                      <a:pt x="1747" y="495"/>
                      <a:pt x="1152" y="1090"/>
                    </a:cubicBezTo>
                    <a:cubicBezTo>
                      <a:pt x="557" y="1685"/>
                      <a:pt x="223" y="2492"/>
                      <a:pt x="223" y="3333"/>
                    </a:cubicBezTo>
                    <a:cubicBezTo>
                      <a:pt x="223" y="4175"/>
                      <a:pt x="557" y="4982"/>
                      <a:pt x="1152" y="5577"/>
                    </a:cubicBezTo>
                    <a:cubicBezTo>
                      <a:pt x="1747" y="6172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78" name="Freeform: Shape 16177">
                <a:extLst>
                  <a:ext uri="{FF2B5EF4-FFF2-40B4-BE49-F238E27FC236}">
                    <a16:creationId xmlns:a16="http://schemas.microsoft.com/office/drawing/2014/main" id="{F3BB6993-89C3-53AE-1DF1-ECC6D32E6610}"/>
                  </a:ext>
                </a:extLst>
              </p:cNvPr>
              <p:cNvSpPr/>
              <p:nvPr/>
            </p:nvSpPr>
            <p:spPr>
              <a:xfrm>
                <a:off x="9236364" y="5515364"/>
                <a:ext cx="6343" cy="6345"/>
              </a:xfrm>
              <a:custGeom>
                <a:avLst/>
                <a:gdLst>
                  <a:gd name="connsiteX0" fmla="*/ 3394 w 6343"/>
                  <a:gd name="connsiteY0" fmla="*/ 6506 h 6345"/>
                  <a:gd name="connsiteX1" fmla="*/ 5637 w 6343"/>
                  <a:gd name="connsiteY1" fmla="*/ 5577 h 6345"/>
                  <a:gd name="connsiteX2" fmla="*/ 6566 w 6343"/>
                  <a:gd name="connsiteY2" fmla="*/ 3333 h 6345"/>
                  <a:gd name="connsiteX3" fmla="*/ 5637 w 6343"/>
                  <a:gd name="connsiteY3" fmla="*/ 1090 h 6345"/>
                  <a:gd name="connsiteX4" fmla="*/ 3394 w 6343"/>
                  <a:gd name="connsiteY4" fmla="*/ 160 h 6345"/>
                  <a:gd name="connsiteX5" fmla="*/ 1152 w 6343"/>
                  <a:gd name="connsiteY5" fmla="*/ 1090 h 6345"/>
                  <a:gd name="connsiteX6" fmla="*/ 223 w 6343"/>
                  <a:gd name="connsiteY6" fmla="*/ 3333 h 6345"/>
                  <a:gd name="connsiteX7" fmla="*/ 1152 w 6343"/>
                  <a:gd name="connsiteY7" fmla="*/ 5577 h 6345"/>
                  <a:gd name="connsiteX8" fmla="*/ 339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6"/>
                    </a:moveTo>
                    <a:cubicBezTo>
                      <a:pt x="4236" y="6506"/>
                      <a:pt x="5042" y="6172"/>
                      <a:pt x="5637" y="5577"/>
                    </a:cubicBezTo>
                    <a:cubicBezTo>
                      <a:pt x="6232" y="4982"/>
                      <a:pt x="6566" y="4175"/>
                      <a:pt x="6566" y="3333"/>
                    </a:cubicBezTo>
                    <a:cubicBezTo>
                      <a:pt x="6566" y="2492"/>
                      <a:pt x="6232" y="1685"/>
                      <a:pt x="5637" y="1090"/>
                    </a:cubicBezTo>
                    <a:cubicBezTo>
                      <a:pt x="5042" y="495"/>
                      <a:pt x="4236" y="160"/>
                      <a:pt x="3394" y="160"/>
                    </a:cubicBezTo>
                    <a:cubicBezTo>
                      <a:pt x="2553" y="160"/>
                      <a:pt x="1747" y="495"/>
                      <a:pt x="1152" y="1090"/>
                    </a:cubicBezTo>
                    <a:cubicBezTo>
                      <a:pt x="557" y="1685"/>
                      <a:pt x="223" y="2492"/>
                      <a:pt x="223" y="3333"/>
                    </a:cubicBezTo>
                    <a:cubicBezTo>
                      <a:pt x="223" y="4175"/>
                      <a:pt x="557" y="4982"/>
                      <a:pt x="1152" y="5577"/>
                    </a:cubicBezTo>
                    <a:cubicBezTo>
                      <a:pt x="1747" y="6172"/>
                      <a:pt x="2553" y="6506"/>
                      <a:pt x="339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79" name="Freeform: Shape 16178">
                <a:extLst>
                  <a:ext uri="{FF2B5EF4-FFF2-40B4-BE49-F238E27FC236}">
                    <a16:creationId xmlns:a16="http://schemas.microsoft.com/office/drawing/2014/main" id="{716EDAD8-A44A-0379-7C9C-1EF9BE64D37B}"/>
                  </a:ext>
                </a:extLst>
              </p:cNvPr>
              <p:cNvSpPr/>
              <p:nvPr/>
            </p:nvSpPr>
            <p:spPr>
              <a:xfrm>
                <a:off x="9233890" y="5515259"/>
                <a:ext cx="6343" cy="6345"/>
              </a:xfrm>
              <a:custGeom>
                <a:avLst/>
                <a:gdLst>
                  <a:gd name="connsiteX0" fmla="*/ 3394 w 6343"/>
                  <a:gd name="connsiteY0" fmla="*/ 6506 h 6345"/>
                  <a:gd name="connsiteX1" fmla="*/ 5637 w 6343"/>
                  <a:gd name="connsiteY1" fmla="*/ 5577 h 6345"/>
                  <a:gd name="connsiteX2" fmla="*/ 6566 w 6343"/>
                  <a:gd name="connsiteY2" fmla="*/ 3333 h 6345"/>
                  <a:gd name="connsiteX3" fmla="*/ 5637 w 6343"/>
                  <a:gd name="connsiteY3" fmla="*/ 1090 h 6345"/>
                  <a:gd name="connsiteX4" fmla="*/ 3394 w 6343"/>
                  <a:gd name="connsiteY4" fmla="*/ 160 h 6345"/>
                  <a:gd name="connsiteX5" fmla="*/ 1152 w 6343"/>
                  <a:gd name="connsiteY5" fmla="*/ 1090 h 6345"/>
                  <a:gd name="connsiteX6" fmla="*/ 223 w 6343"/>
                  <a:gd name="connsiteY6" fmla="*/ 3333 h 6345"/>
                  <a:gd name="connsiteX7" fmla="*/ 1152 w 6343"/>
                  <a:gd name="connsiteY7" fmla="*/ 5577 h 6345"/>
                  <a:gd name="connsiteX8" fmla="*/ 339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6"/>
                    </a:moveTo>
                    <a:cubicBezTo>
                      <a:pt x="4235" y="6506"/>
                      <a:pt x="5042" y="6172"/>
                      <a:pt x="5637" y="5577"/>
                    </a:cubicBezTo>
                    <a:cubicBezTo>
                      <a:pt x="6232" y="4982"/>
                      <a:pt x="6566" y="4175"/>
                      <a:pt x="6566" y="3333"/>
                    </a:cubicBezTo>
                    <a:cubicBezTo>
                      <a:pt x="6566" y="2492"/>
                      <a:pt x="6232" y="1685"/>
                      <a:pt x="5637" y="1090"/>
                    </a:cubicBezTo>
                    <a:cubicBezTo>
                      <a:pt x="5042" y="495"/>
                      <a:pt x="4235" y="160"/>
                      <a:pt x="3394" y="160"/>
                    </a:cubicBezTo>
                    <a:cubicBezTo>
                      <a:pt x="2553" y="160"/>
                      <a:pt x="1746" y="495"/>
                      <a:pt x="1152" y="1090"/>
                    </a:cubicBezTo>
                    <a:cubicBezTo>
                      <a:pt x="557" y="1685"/>
                      <a:pt x="223" y="2492"/>
                      <a:pt x="223" y="3333"/>
                    </a:cubicBezTo>
                    <a:cubicBezTo>
                      <a:pt x="223" y="4175"/>
                      <a:pt x="557" y="4982"/>
                      <a:pt x="1152" y="5577"/>
                    </a:cubicBezTo>
                    <a:cubicBezTo>
                      <a:pt x="1746" y="6172"/>
                      <a:pt x="2553" y="6506"/>
                      <a:pt x="339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80" name="Freeform: Shape 16179">
                <a:extLst>
                  <a:ext uri="{FF2B5EF4-FFF2-40B4-BE49-F238E27FC236}">
                    <a16:creationId xmlns:a16="http://schemas.microsoft.com/office/drawing/2014/main" id="{5836823F-FB0E-FE2B-4B99-D2C145489EFA}"/>
                  </a:ext>
                </a:extLst>
              </p:cNvPr>
              <p:cNvSpPr/>
              <p:nvPr/>
            </p:nvSpPr>
            <p:spPr>
              <a:xfrm>
                <a:off x="9231285" y="5515262"/>
                <a:ext cx="6343" cy="6345"/>
              </a:xfrm>
              <a:custGeom>
                <a:avLst/>
                <a:gdLst>
                  <a:gd name="connsiteX0" fmla="*/ 3394 w 6343"/>
                  <a:gd name="connsiteY0" fmla="*/ 6506 h 6345"/>
                  <a:gd name="connsiteX1" fmla="*/ 5637 w 6343"/>
                  <a:gd name="connsiteY1" fmla="*/ 5577 h 6345"/>
                  <a:gd name="connsiteX2" fmla="*/ 6566 w 6343"/>
                  <a:gd name="connsiteY2" fmla="*/ 3333 h 6345"/>
                  <a:gd name="connsiteX3" fmla="*/ 5637 w 6343"/>
                  <a:gd name="connsiteY3" fmla="*/ 1090 h 6345"/>
                  <a:gd name="connsiteX4" fmla="*/ 3394 w 6343"/>
                  <a:gd name="connsiteY4" fmla="*/ 160 h 6345"/>
                  <a:gd name="connsiteX5" fmla="*/ 1151 w 6343"/>
                  <a:gd name="connsiteY5" fmla="*/ 1090 h 6345"/>
                  <a:gd name="connsiteX6" fmla="*/ 222 w 6343"/>
                  <a:gd name="connsiteY6" fmla="*/ 3333 h 6345"/>
                  <a:gd name="connsiteX7" fmla="*/ 1151 w 6343"/>
                  <a:gd name="connsiteY7" fmla="*/ 5577 h 6345"/>
                  <a:gd name="connsiteX8" fmla="*/ 339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6"/>
                    </a:moveTo>
                    <a:cubicBezTo>
                      <a:pt x="4235" y="6506"/>
                      <a:pt x="5042" y="6172"/>
                      <a:pt x="5637" y="5577"/>
                    </a:cubicBezTo>
                    <a:cubicBezTo>
                      <a:pt x="6231" y="4982"/>
                      <a:pt x="6566" y="4175"/>
                      <a:pt x="6566" y="3333"/>
                    </a:cubicBezTo>
                    <a:cubicBezTo>
                      <a:pt x="6566" y="2492"/>
                      <a:pt x="6231" y="1685"/>
                      <a:pt x="5637" y="1090"/>
                    </a:cubicBezTo>
                    <a:cubicBezTo>
                      <a:pt x="5042" y="495"/>
                      <a:pt x="4235" y="160"/>
                      <a:pt x="3394" y="160"/>
                    </a:cubicBezTo>
                    <a:cubicBezTo>
                      <a:pt x="2553" y="160"/>
                      <a:pt x="1746" y="495"/>
                      <a:pt x="1151" y="1090"/>
                    </a:cubicBezTo>
                    <a:cubicBezTo>
                      <a:pt x="557" y="1685"/>
                      <a:pt x="222" y="2492"/>
                      <a:pt x="222" y="3333"/>
                    </a:cubicBezTo>
                    <a:cubicBezTo>
                      <a:pt x="222" y="4175"/>
                      <a:pt x="557" y="4982"/>
                      <a:pt x="1151" y="5577"/>
                    </a:cubicBezTo>
                    <a:cubicBezTo>
                      <a:pt x="1746" y="6172"/>
                      <a:pt x="2553" y="6506"/>
                      <a:pt x="339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81" name="Freeform: Shape 16180">
                <a:extLst>
                  <a:ext uri="{FF2B5EF4-FFF2-40B4-BE49-F238E27FC236}">
                    <a16:creationId xmlns:a16="http://schemas.microsoft.com/office/drawing/2014/main" id="{40ABD83C-B907-140F-0E5B-C5F7B300208F}"/>
                  </a:ext>
                </a:extLst>
              </p:cNvPr>
              <p:cNvSpPr/>
              <p:nvPr/>
            </p:nvSpPr>
            <p:spPr>
              <a:xfrm>
                <a:off x="9228504" y="5515414"/>
                <a:ext cx="6343" cy="6345"/>
              </a:xfrm>
              <a:custGeom>
                <a:avLst/>
                <a:gdLst>
                  <a:gd name="connsiteX0" fmla="*/ 3394 w 6343"/>
                  <a:gd name="connsiteY0" fmla="*/ 6506 h 6345"/>
                  <a:gd name="connsiteX1" fmla="*/ 5636 w 6343"/>
                  <a:gd name="connsiteY1" fmla="*/ 5577 h 6345"/>
                  <a:gd name="connsiteX2" fmla="*/ 6565 w 6343"/>
                  <a:gd name="connsiteY2" fmla="*/ 3333 h 6345"/>
                  <a:gd name="connsiteX3" fmla="*/ 5636 w 6343"/>
                  <a:gd name="connsiteY3" fmla="*/ 1090 h 6345"/>
                  <a:gd name="connsiteX4" fmla="*/ 3394 w 6343"/>
                  <a:gd name="connsiteY4" fmla="*/ 160 h 6345"/>
                  <a:gd name="connsiteX5" fmla="*/ 1151 w 6343"/>
                  <a:gd name="connsiteY5" fmla="*/ 1090 h 6345"/>
                  <a:gd name="connsiteX6" fmla="*/ 222 w 6343"/>
                  <a:gd name="connsiteY6" fmla="*/ 3333 h 6345"/>
                  <a:gd name="connsiteX7" fmla="*/ 1151 w 6343"/>
                  <a:gd name="connsiteY7" fmla="*/ 5577 h 6345"/>
                  <a:gd name="connsiteX8" fmla="*/ 339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6"/>
                    </a:moveTo>
                    <a:cubicBezTo>
                      <a:pt x="4235" y="6506"/>
                      <a:pt x="5042" y="6172"/>
                      <a:pt x="5636" y="5577"/>
                    </a:cubicBezTo>
                    <a:cubicBezTo>
                      <a:pt x="6231" y="4982"/>
                      <a:pt x="6565" y="4175"/>
                      <a:pt x="6565" y="3333"/>
                    </a:cubicBezTo>
                    <a:cubicBezTo>
                      <a:pt x="6565" y="2492"/>
                      <a:pt x="6231" y="1685"/>
                      <a:pt x="5636" y="1090"/>
                    </a:cubicBezTo>
                    <a:cubicBezTo>
                      <a:pt x="5042" y="495"/>
                      <a:pt x="4235" y="160"/>
                      <a:pt x="3394" y="160"/>
                    </a:cubicBezTo>
                    <a:cubicBezTo>
                      <a:pt x="2553" y="160"/>
                      <a:pt x="1746" y="495"/>
                      <a:pt x="1151" y="1090"/>
                    </a:cubicBezTo>
                    <a:cubicBezTo>
                      <a:pt x="556" y="1685"/>
                      <a:pt x="222" y="2492"/>
                      <a:pt x="222" y="3333"/>
                    </a:cubicBezTo>
                    <a:cubicBezTo>
                      <a:pt x="222" y="4175"/>
                      <a:pt x="556" y="4982"/>
                      <a:pt x="1151" y="5577"/>
                    </a:cubicBezTo>
                    <a:cubicBezTo>
                      <a:pt x="1746" y="6172"/>
                      <a:pt x="2553" y="6506"/>
                      <a:pt x="339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82" name="Freeform: Shape 16181">
                <a:extLst>
                  <a:ext uri="{FF2B5EF4-FFF2-40B4-BE49-F238E27FC236}">
                    <a16:creationId xmlns:a16="http://schemas.microsoft.com/office/drawing/2014/main" id="{C5BCFB20-D8DC-8FBD-C6B4-0AD22AE4526F}"/>
                  </a:ext>
                </a:extLst>
              </p:cNvPr>
              <p:cNvSpPr/>
              <p:nvPr/>
            </p:nvSpPr>
            <p:spPr>
              <a:xfrm>
                <a:off x="9225882" y="5515369"/>
                <a:ext cx="6343" cy="6345"/>
              </a:xfrm>
              <a:custGeom>
                <a:avLst/>
                <a:gdLst>
                  <a:gd name="connsiteX0" fmla="*/ 3394 w 6343"/>
                  <a:gd name="connsiteY0" fmla="*/ 6506 h 6345"/>
                  <a:gd name="connsiteX1" fmla="*/ 5636 w 6343"/>
                  <a:gd name="connsiteY1" fmla="*/ 5577 h 6345"/>
                  <a:gd name="connsiteX2" fmla="*/ 6565 w 6343"/>
                  <a:gd name="connsiteY2" fmla="*/ 3333 h 6345"/>
                  <a:gd name="connsiteX3" fmla="*/ 5636 w 6343"/>
                  <a:gd name="connsiteY3" fmla="*/ 1090 h 6345"/>
                  <a:gd name="connsiteX4" fmla="*/ 3394 w 6343"/>
                  <a:gd name="connsiteY4" fmla="*/ 160 h 6345"/>
                  <a:gd name="connsiteX5" fmla="*/ 1151 w 6343"/>
                  <a:gd name="connsiteY5" fmla="*/ 1090 h 6345"/>
                  <a:gd name="connsiteX6" fmla="*/ 222 w 6343"/>
                  <a:gd name="connsiteY6" fmla="*/ 3333 h 6345"/>
                  <a:gd name="connsiteX7" fmla="*/ 1151 w 6343"/>
                  <a:gd name="connsiteY7" fmla="*/ 5577 h 6345"/>
                  <a:gd name="connsiteX8" fmla="*/ 3394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506"/>
                    </a:moveTo>
                    <a:cubicBezTo>
                      <a:pt x="4235" y="6506"/>
                      <a:pt x="5041" y="6172"/>
                      <a:pt x="5636" y="5577"/>
                    </a:cubicBezTo>
                    <a:cubicBezTo>
                      <a:pt x="6231" y="4982"/>
                      <a:pt x="6565" y="4175"/>
                      <a:pt x="6565" y="3333"/>
                    </a:cubicBezTo>
                    <a:cubicBezTo>
                      <a:pt x="6565" y="2492"/>
                      <a:pt x="6231" y="1685"/>
                      <a:pt x="5636" y="1090"/>
                    </a:cubicBezTo>
                    <a:cubicBezTo>
                      <a:pt x="5041" y="495"/>
                      <a:pt x="4235" y="160"/>
                      <a:pt x="3394" y="160"/>
                    </a:cubicBezTo>
                    <a:cubicBezTo>
                      <a:pt x="2552" y="160"/>
                      <a:pt x="1746" y="495"/>
                      <a:pt x="1151" y="1090"/>
                    </a:cubicBezTo>
                    <a:cubicBezTo>
                      <a:pt x="556" y="1685"/>
                      <a:pt x="222" y="2492"/>
                      <a:pt x="222" y="3333"/>
                    </a:cubicBezTo>
                    <a:cubicBezTo>
                      <a:pt x="222" y="4175"/>
                      <a:pt x="556" y="4982"/>
                      <a:pt x="1151" y="5577"/>
                    </a:cubicBezTo>
                    <a:cubicBezTo>
                      <a:pt x="1746" y="6172"/>
                      <a:pt x="2552" y="6506"/>
                      <a:pt x="3394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83" name="Freeform: Shape 16182">
                <a:extLst>
                  <a:ext uri="{FF2B5EF4-FFF2-40B4-BE49-F238E27FC236}">
                    <a16:creationId xmlns:a16="http://schemas.microsoft.com/office/drawing/2014/main" id="{994ACED3-ACDB-631B-1FDA-BA7E8908BD52}"/>
                  </a:ext>
                </a:extLst>
              </p:cNvPr>
              <p:cNvSpPr/>
              <p:nvPr/>
            </p:nvSpPr>
            <p:spPr>
              <a:xfrm>
                <a:off x="9223381" y="5515172"/>
                <a:ext cx="6343" cy="6345"/>
              </a:xfrm>
              <a:custGeom>
                <a:avLst/>
                <a:gdLst>
                  <a:gd name="connsiteX0" fmla="*/ 3393 w 6343"/>
                  <a:gd name="connsiteY0" fmla="*/ 6506 h 6345"/>
                  <a:gd name="connsiteX1" fmla="*/ 5636 w 6343"/>
                  <a:gd name="connsiteY1" fmla="*/ 5577 h 6345"/>
                  <a:gd name="connsiteX2" fmla="*/ 6565 w 6343"/>
                  <a:gd name="connsiteY2" fmla="*/ 3333 h 6345"/>
                  <a:gd name="connsiteX3" fmla="*/ 5636 w 6343"/>
                  <a:gd name="connsiteY3" fmla="*/ 1090 h 6345"/>
                  <a:gd name="connsiteX4" fmla="*/ 3393 w 6343"/>
                  <a:gd name="connsiteY4" fmla="*/ 160 h 6345"/>
                  <a:gd name="connsiteX5" fmla="*/ 1151 w 6343"/>
                  <a:gd name="connsiteY5" fmla="*/ 1090 h 6345"/>
                  <a:gd name="connsiteX6" fmla="*/ 222 w 6343"/>
                  <a:gd name="connsiteY6" fmla="*/ 3333 h 6345"/>
                  <a:gd name="connsiteX7" fmla="*/ 1151 w 6343"/>
                  <a:gd name="connsiteY7" fmla="*/ 5577 h 6345"/>
                  <a:gd name="connsiteX8" fmla="*/ 339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6"/>
                    </a:moveTo>
                    <a:cubicBezTo>
                      <a:pt x="4235" y="6506"/>
                      <a:pt x="5041" y="6172"/>
                      <a:pt x="5636" y="5577"/>
                    </a:cubicBezTo>
                    <a:cubicBezTo>
                      <a:pt x="6231" y="4982"/>
                      <a:pt x="6565" y="4175"/>
                      <a:pt x="6565" y="3333"/>
                    </a:cubicBezTo>
                    <a:cubicBezTo>
                      <a:pt x="6565" y="2492"/>
                      <a:pt x="6231" y="1685"/>
                      <a:pt x="5636" y="1090"/>
                    </a:cubicBezTo>
                    <a:cubicBezTo>
                      <a:pt x="5041" y="495"/>
                      <a:pt x="4235" y="160"/>
                      <a:pt x="3393" y="160"/>
                    </a:cubicBezTo>
                    <a:cubicBezTo>
                      <a:pt x="2552" y="160"/>
                      <a:pt x="1746" y="495"/>
                      <a:pt x="1151" y="1090"/>
                    </a:cubicBezTo>
                    <a:cubicBezTo>
                      <a:pt x="556" y="1685"/>
                      <a:pt x="222" y="2492"/>
                      <a:pt x="222" y="3333"/>
                    </a:cubicBezTo>
                    <a:cubicBezTo>
                      <a:pt x="222" y="4175"/>
                      <a:pt x="556" y="4982"/>
                      <a:pt x="1151" y="5577"/>
                    </a:cubicBezTo>
                    <a:cubicBezTo>
                      <a:pt x="1746" y="6172"/>
                      <a:pt x="2552" y="6506"/>
                      <a:pt x="339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84" name="Freeform: Shape 16183">
                <a:extLst>
                  <a:ext uri="{FF2B5EF4-FFF2-40B4-BE49-F238E27FC236}">
                    <a16:creationId xmlns:a16="http://schemas.microsoft.com/office/drawing/2014/main" id="{81648C08-335B-107B-1C1A-FBDAD63C2C8C}"/>
                  </a:ext>
                </a:extLst>
              </p:cNvPr>
              <p:cNvSpPr/>
              <p:nvPr/>
            </p:nvSpPr>
            <p:spPr>
              <a:xfrm>
                <a:off x="9220317" y="5515502"/>
                <a:ext cx="6343" cy="6345"/>
              </a:xfrm>
              <a:custGeom>
                <a:avLst/>
                <a:gdLst>
                  <a:gd name="connsiteX0" fmla="*/ 3393 w 6343"/>
                  <a:gd name="connsiteY0" fmla="*/ 6506 h 6345"/>
                  <a:gd name="connsiteX1" fmla="*/ 5636 w 6343"/>
                  <a:gd name="connsiteY1" fmla="*/ 5577 h 6345"/>
                  <a:gd name="connsiteX2" fmla="*/ 6565 w 6343"/>
                  <a:gd name="connsiteY2" fmla="*/ 3333 h 6345"/>
                  <a:gd name="connsiteX3" fmla="*/ 5636 w 6343"/>
                  <a:gd name="connsiteY3" fmla="*/ 1090 h 6345"/>
                  <a:gd name="connsiteX4" fmla="*/ 3393 w 6343"/>
                  <a:gd name="connsiteY4" fmla="*/ 160 h 6345"/>
                  <a:gd name="connsiteX5" fmla="*/ 1151 w 6343"/>
                  <a:gd name="connsiteY5" fmla="*/ 1090 h 6345"/>
                  <a:gd name="connsiteX6" fmla="*/ 222 w 6343"/>
                  <a:gd name="connsiteY6" fmla="*/ 3333 h 6345"/>
                  <a:gd name="connsiteX7" fmla="*/ 1151 w 6343"/>
                  <a:gd name="connsiteY7" fmla="*/ 5577 h 6345"/>
                  <a:gd name="connsiteX8" fmla="*/ 339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6"/>
                    </a:moveTo>
                    <a:cubicBezTo>
                      <a:pt x="4234" y="6506"/>
                      <a:pt x="5041" y="6172"/>
                      <a:pt x="5636" y="5577"/>
                    </a:cubicBezTo>
                    <a:cubicBezTo>
                      <a:pt x="6231" y="4982"/>
                      <a:pt x="6565" y="4175"/>
                      <a:pt x="6565" y="3333"/>
                    </a:cubicBezTo>
                    <a:cubicBezTo>
                      <a:pt x="6565" y="2492"/>
                      <a:pt x="6231" y="1685"/>
                      <a:pt x="5636" y="1090"/>
                    </a:cubicBezTo>
                    <a:cubicBezTo>
                      <a:pt x="5041" y="495"/>
                      <a:pt x="4234" y="160"/>
                      <a:pt x="3393" y="160"/>
                    </a:cubicBezTo>
                    <a:cubicBezTo>
                      <a:pt x="2552" y="160"/>
                      <a:pt x="1745" y="495"/>
                      <a:pt x="1151" y="1090"/>
                    </a:cubicBezTo>
                    <a:cubicBezTo>
                      <a:pt x="556" y="1685"/>
                      <a:pt x="222" y="2492"/>
                      <a:pt x="222" y="3333"/>
                    </a:cubicBezTo>
                    <a:cubicBezTo>
                      <a:pt x="222" y="4175"/>
                      <a:pt x="556" y="4982"/>
                      <a:pt x="1151" y="5577"/>
                    </a:cubicBezTo>
                    <a:cubicBezTo>
                      <a:pt x="1745" y="6172"/>
                      <a:pt x="2552" y="6506"/>
                      <a:pt x="339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85" name="Freeform: Shape 16184">
                <a:extLst>
                  <a:ext uri="{FF2B5EF4-FFF2-40B4-BE49-F238E27FC236}">
                    <a16:creationId xmlns:a16="http://schemas.microsoft.com/office/drawing/2014/main" id="{08B700FC-FCD6-F64B-A268-300C140B63D9}"/>
                  </a:ext>
                </a:extLst>
              </p:cNvPr>
              <p:cNvSpPr/>
              <p:nvPr/>
            </p:nvSpPr>
            <p:spPr>
              <a:xfrm>
                <a:off x="9217327" y="5515719"/>
                <a:ext cx="6343" cy="6345"/>
              </a:xfrm>
              <a:custGeom>
                <a:avLst/>
                <a:gdLst>
                  <a:gd name="connsiteX0" fmla="*/ 3393 w 6343"/>
                  <a:gd name="connsiteY0" fmla="*/ 6506 h 6345"/>
                  <a:gd name="connsiteX1" fmla="*/ 5636 w 6343"/>
                  <a:gd name="connsiteY1" fmla="*/ 5577 h 6345"/>
                  <a:gd name="connsiteX2" fmla="*/ 6564 w 6343"/>
                  <a:gd name="connsiteY2" fmla="*/ 3333 h 6345"/>
                  <a:gd name="connsiteX3" fmla="*/ 5636 w 6343"/>
                  <a:gd name="connsiteY3" fmla="*/ 1090 h 6345"/>
                  <a:gd name="connsiteX4" fmla="*/ 3393 w 6343"/>
                  <a:gd name="connsiteY4" fmla="*/ 160 h 6345"/>
                  <a:gd name="connsiteX5" fmla="*/ 1150 w 6343"/>
                  <a:gd name="connsiteY5" fmla="*/ 1090 h 6345"/>
                  <a:gd name="connsiteX6" fmla="*/ 221 w 6343"/>
                  <a:gd name="connsiteY6" fmla="*/ 3333 h 6345"/>
                  <a:gd name="connsiteX7" fmla="*/ 1150 w 6343"/>
                  <a:gd name="connsiteY7" fmla="*/ 5577 h 6345"/>
                  <a:gd name="connsiteX8" fmla="*/ 339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6"/>
                    </a:moveTo>
                    <a:cubicBezTo>
                      <a:pt x="4234" y="6506"/>
                      <a:pt x="5041" y="6172"/>
                      <a:pt x="5636" y="5577"/>
                    </a:cubicBezTo>
                    <a:cubicBezTo>
                      <a:pt x="6230" y="4982"/>
                      <a:pt x="6564" y="4175"/>
                      <a:pt x="6564" y="3333"/>
                    </a:cubicBezTo>
                    <a:cubicBezTo>
                      <a:pt x="6564" y="2492"/>
                      <a:pt x="6230" y="1685"/>
                      <a:pt x="5636" y="1090"/>
                    </a:cubicBezTo>
                    <a:cubicBezTo>
                      <a:pt x="5041" y="495"/>
                      <a:pt x="4234" y="160"/>
                      <a:pt x="3393" y="160"/>
                    </a:cubicBezTo>
                    <a:cubicBezTo>
                      <a:pt x="2552" y="160"/>
                      <a:pt x="1745" y="495"/>
                      <a:pt x="1150" y="1090"/>
                    </a:cubicBezTo>
                    <a:cubicBezTo>
                      <a:pt x="556" y="1685"/>
                      <a:pt x="221" y="2492"/>
                      <a:pt x="221" y="3333"/>
                    </a:cubicBezTo>
                    <a:cubicBezTo>
                      <a:pt x="221" y="4175"/>
                      <a:pt x="556" y="4982"/>
                      <a:pt x="1150" y="5577"/>
                    </a:cubicBezTo>
                    <a:cubicBezTo>
                      <a:pt x="1745" y="6172"/>
                      <a:pt x="2552" y="6506"/>
                      <a:pt x="339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86" name="Freeform: Shape 16185">
                <a:extLst>
                  <a:ext uri="{FF2B5EF4-FFF2-40B4-BE49-F238E27FC236}">
                    <a16:creationId xmlns:a16="http://schemas.microsoft.com/office/drawing/2014/main" id="{01337415-A6A1-CFCB-C486-28AE8996E21C}"/>
                  </a:ext>
                </a:extLst>
              </p:cNvPr>
              <p:cNvSpPr/>
              <p:nvPr/>
            </p:nvSpPr>
            <p:spPr>
              <a:xfrm>
                <a:off x="9214759" y="5515490"/>
                <a:ext cx="6343" cy="6345"/>
              </a:xfrm>
              <a:custGeom>
                <a:avLst/>
                <a:gdLst>
                  <a:gd name="connsiteX0" fmla="*/ 3393 w 6343"/>
                  <a:gd name="connsiteY0" fmla="*/ 6506 h 6345"/>
                  <a:gd name="connsiteX1" fmla="*/ 5635 w 6343"/>
                  <a:gd name="connsiteY1" fmla="*/ 5577 h 6345"/>
                  <a:gd name="connsiteX2" fmla="*/ 6564 w 6343"/>
                  <a:gd name="connsiteY2" fmla="*/ 3333 h 6345"/>
                  <a:gd name="connsiteX3" fmla="*/ 5635 w 6343"/>
                  <a:gd name="connsiteY3" fmla="*/ 1090 h 6345"/>
                  <a:gd name="connsiteX4" fmla="*/ 3393 w 6343"/>
                  <a:gd name="connsiteY4" fmla="*/ 160 h 6345"/>
                  <a:gd name="connsiteX5" fmla="*/ 1150 w 6343"/>
                  <a:gd name="connsiteY5" fmla="*/ 1090 h 6345"/>
                  <a:gd name="connsiteX6" fmla="*/ 221 w 6343"/>
                  <a:gd name="connsiteY6" fmla="*/ 3333 h 6345"/>
                  <a:gd name="connsiteX7" fmla="*/ 1150 w 6343"/>
                  <a:gd name="connsiteY7" fmla="*/ 5577 h 6345"/>
                  <a:gd name="connsiteX8" fmla="*/ 339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3" y="6506"/>
                    </a:moveTo>
                    <a:cubicBezTo>
                      <a:pt x="4234" y="6506"/>
                      <a:pt x="5041" y="6172"/>
                      <a:pt x="5635" y="5577"/>
                    </a:cubicBezTo>
                    <a:cubicBezTo>
                      <a:pt x="6230" y="4982"/>
                      <a:pt x="6564" y="4175"/>
                      <a:pt x="6564" y="3333"/>
                    </a:cubicBezTo>
                    <a:cubicBezTo>
                      <a:pt x="6564" y="2492"/>
                      <a:pt x="6230" y="1685"/>
                      <a:pt x="5635" y="1090"/>
                    </a:cubicBezTo>
                    <a:cubicBezTo>
                      <a:pt x="5041" y="495"/>
                      <a:pt x="4234" y="160"/>
                      <a:pt x="3393" y="160"/>
                    </a:cubicBezTo>
                    <a:cubicBezTo>
                      <a:pt x="2552" y="160"/>
                      <a:pt x="1745" y="495"/>
                      <a:pt x="1150" y="1090"/>
                    </a:cubicBezTo>
                    <a:cubicBezTo>
                      <a:pt x="555" y="1685"/>
                      <a:pt x="221" y="2492"/>
                      <a:pt x="221" y="3333"/>
                    </a:cubicBezTo>
                    <a:cubicBezTo>
                      <a:pt x="221" y="4175"/>
                      <a:pt x="555" y="4982"/>
                      <a:pt x="1150" y="5577"/>
                    </a:cubicBezTo>
                    <a:cubicBezTo>
                      <a:pt x="1745" y="6172"/>
                      <a:pt x="2552" y="6506"/>
                      <a:pt x="339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87" name="Freeform: Shape 16186">
                <a:extLst>
                  <a:ext uri="{FF2B5EF4-FFF2-40B4-BE49-F238E27FC236}">
                    <a16:creationId xmlns:a16="http://schemas.microsoft.com/office/drawing/2014/main" id="{80C60468-1340-EFEA-E46F-8925A6A63FEC}"/>
                  </a:ext>
                </a:extLst>
              </p:cNvPr>
              <p:cNvSpPr/>
              <p:nvPr/>
            </p:nvSpPr>
            <p:spPr>
              <a:xfrm>
                <a:off x="9228253" y="5171649"/>
                <a:ext cx="6343" cy="6345"/>
              </a:xfrm>
              <a:custGeom>
                <a:avLst/>
                <a:gdLst>
                  <a:gd name="connsiteX0" fmla="*/ 3394 w 6343"/>
                  <a:gd name="connsiteY0" fmla="*/ 6479 h 6345"/>
                  <a:gd name="connsiteX1" fmla="*/ 5636 w 6343"/>
                  <a:gd name="connsiteY1" fmla="*/ 5549 h 6345"/>
                  <a:gd name="connsiteX2" fmla="*/ 6565 w 6343"/>
                  <a:gd name="connsiteY2" fmla="*/ 3306 h 6345"/>
                  <a:gd name="connsiteX3" fmla="*/ 5636 w 6343"/>
                  <a:gd name="connsiteY3" fmla="*/ 1063 h 6345"/>
                  <a:gd name="connsiteX4" fmla="*/ 3394 w 6343"/>
                  <a:gd name="connsiteY4" fmla="*/ 133 h 6345"/>
                  <a:gd name="connsiteX5" fmla="*/ 1151 w 6343"/>
                  <a:gd name="connsiteY5" fmla="*/ 1063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9"/>
                    </a:moveTo>
                    <a:cubicBezTo>
                      <a:pt x="4235" y="6479"/>
                      <a:pt x="5042" y="6144"/>
                      <a:pt x="5636" y="5549"/>
                    </a:cubicBezTo>
                    <a:cubicBezTo>
                      <a:pt x="6231" y="4955"/>
                      <a:pt x="6565" y="4147"/>
                      <a:pt x="6565" y="3306"/>
                    </a:cubicBezTo>
                    <a:cubicBezTo>
                      <a:pt x="6565" y="2465"/>
                      <a:pt x="6231" y="1658"/>
                      <a:pt x="5636" y="1063"/>
                    </a:cubicBezTo>
                    <a:cubicBezTo>
                      <a:pt x="5042" y="468"/>
                      <a:pt x="4235" y="133"/>
                      <a:pt x="3394" y="133"/>
                    </a:cubicBezTo>
                    <a:cubicBezTo>
                      <a:pt x="2553" y="133"/>
                      <a:pt x="1746" y="468"/>
                      <a:pt x="1151" y="1063"/>
                    </a:cubicBezTo>
                    <a:cubicBezTo>
                      <a:pt x="556" y="1658"/>
                      <a:pt x="222" y="2465"/>
                      <a:pt x="222" y="3306"/>
                    </a:cubicBezTo>
                    <a:cubicBezTo>
                      <a:pt x="222" y="4147"/>
                      <a:pt x="556" y="4955"/>
                      <a:pt x="1151" y="5549"/>
                    </a:cubicBezTo>
                    <a:cubicBezTo>
                      <a:pt x="1746" y="6144"/>
                      <a:pt x="2553" y="6479"/>
                      <a:pt x="339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88" name="Freeform: Shape 16187">
                <a:extLst>
                  <a:ext uri="{FF2B5EF4-FFF2-40B4-BE49-F238E27FC236}">
                    <a16:creationId xmlns:a16="http://schemas.microsoft.com/office/drawing/2014/main" id="{0CAF4613-1C36-881E-E112-248EE6A88184}"/>
                  </a:ext>
                </a:extLst>
              </p:cNvPr>
              <p:cNvSpPr/>
              <p:nvPr/>
            </p:nvSpPr>
            <p:spPr>
              <a:xfrm>
                <a:off x="9229629" y="5170682"/>
                <a:ext cx="6343" cy="6345"/>
              </a:xfrm>
              <a:custGeom>
                <a:avLst/>
                <a:gdLst>
                  <a:gd name="connsiteX0" fmla="*/ 3394 w 6343"/>
                  <a:gd name="connsiteY0" fmla="*/ 6479 h 6345"/>
                  <a:gd name="connsiteX1" fmla="*/ 5637 w 6343"/>
                  <a:gd name="connsiteY1" fmla="*/ 5549 h 6345"/>
                  <a:gd name="connsiteX2" fmla="*/ 6565 w 6343"/>
                  <a:gd name="connsiteY2" fmla="*/ 3306 h 6345"/>
                  <a:gd name="connsiteX3" fmla="*/ 5637 w 6343"/>
                  <a:gd name="connsiteY3" fmla="*/ 1063 h 6345"/>
                  <a:gd name="connsiteX4" fmla="*/ 3394 w 6343"/>
                  <a:gd name="connsiteY4" fmla="*/ 133 h 6345"/>
                  <a:gd name="connsiteX5" fmla="*/ 1151 w 6343"/>
                  <a:gd name="connsiteY5" fmla="*/ 1063 h 6345"/>
                  <a:gd name="connsiteX6" fmla="*/ 222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9"/>
                    </a:moveTo>
                    <a:cubicBezTo>
                      <a:pt x="4235" y="6479"/>
                      <a:pt x="5042" y="6144"/>
                      <a:pt x="5637" y="5549"/>
                    </a:cubicBezTo>
                    <a:cubicBezTo>
                      <a:pt x="6231" y="4954"/>
                      <a:pt x="6565" y="4147"/>
                      <a:pt x="6565" y="3306"/>
                    </a:cubicBezTo>
                    <a:cubicBezTo>
                      <a:pt x="6565" y="2465"/>
                      <a:pt x="6231" y="1657"/>
                      <a:pt x="5637" y="1063"/>
                    </a:cubicBezTo>
                    <a:cubicBezTo>
                      <a:pt x="5042" y="468"/>
                      <a:pt x="4235" y="133"/>
                      <a:pt x="3394" y="133"/>
                    </a:cubicBezTo>
                    <a:cubicBezTo>
                      <a:pt x="2553" y="133"/>
                      <a:pt x="1746" y="468"/>
                      <a:pt x="1151" y="1063"/>
                    </a:cubicBezTo>
                    <a:cubicBezTo>
                      <a:pt x="557" y="1657"/>
                      <a:pt x="222" y="2465"/>
                      <a:pt x="222" y="3306"/>
                    </a:cubicBezTo>
                    <a:cubicBezTo>
                      <a:pt x="222" y="4147"/>
                      <a:pt x="557" y="4954"/>
                      <a:pt x="1151" y="5549"/>
                    </a:cubicBezTo>
                    <a:cubicBezTo>
                      <a:pt x="1746" y="6144"/>
                      <a:pt x="2553" y="6479"/>
                      <a:pt x="339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89" name="Freeform: Shape 16188">
                <a:extLst>
                  <a:ext uri="{FF2B5EF4-FFF2-40B4-BE49-F238E27FC236}">
                    <a16:creationId xmlns:a16="http://schemas.microsoft.com/office/drawing/2014/main" id="{30AC3D5E-3AE5-5E4C-6AD8-3FD411ADBF4B}"/>
                  </a:ext>
                </a:extLst>
              </p:cNvPr>
              <p:cNvSpPr/>
              <p:nvPr/>
            </p:nvSpPr>
            <p:spPr>
              <a:xfrm>
                <a:off x="9232660" y="5170689"/>
                <a:ext cx="6343" cy="6345"/>
              </a:xfrm>
              <a:custGeom>
                <a:avLst/>
                <a:gdLst>
                  <a:gd name="connsiteX0" fmla="*/ 3394 w 6343"/>
                  <a:gd name="connsiteY0" fmla="*/ 6479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3 h 6345"/>
                  <a:gd name="connsiteX4" fmla="*/ 3394 w 6343"/>
                  <a:gd name="connsiteY4" fmla="*/ 133 h 6345"/>
                  <a:gd name="connsiteX5" fmla="*/ 1151 w 6343"/>
                  <a:gd name="connsiteY5" fmla="*/ 1063 h 6345"/>
                  <a:gd name="connsiteX6" fmla="*/ 223 w 6343"/>
                  <a:gd name="connsiteY6" fmla="*/ 3306 h 6345"/>
                  <a:gd name="connsiteX7" fmla="*/ 1151 w 6343"/>
                  <a:gd name="connsiteY7" fmla="*/ 5549 h 6345"/>
                  <a:gd name="connsiteX8" fmla="*/ 339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9"/>
                    </a:moveTo>
                    <a:cubicBezTo>
                      <a:pt x="4235" y="6479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5"/>
                      <a:pt x="6232" y="1657"/>
                      <a:pt x="5637" y="1063"/>
                    </a:cubicBezTo>
                    <a:cubicBezTo>
                      <a:pt x="5042" y="468"/>
                      <a:pt x="4235" y="133"/>
                      <a:pt x="3394" y="133"/>
                    </a:cubicBezTo>
                    <a:cubicBezTo>
                      <a:pt x="2553" y="133"/>
                      <a:pt x="1746" y="468"/>
                      <a:pt x="1151" y="1063"/>
                    </a:cubicBezTo>
                    <a:cubicBezTo>
                      <a:pt x="557" y="1657"/>
                      <a:pt x="223" y="2465"/>
                      <a:pt x="223" y="3306"/>
                    </a:cubicBezTo>
                    <a:cubicBezTo>
                      <a:pt x="223" y="4147"/>
                      <a:pt x="557" y="4954"/>
                      <a:pt x="1151" y="5549"/>
                    </a:cubicBezTo>
                    <a:cubicBezTo>
                      <a:pt x="1746" y="6144"/>
                      <a:pt x="2553" y="6479"/>
                      <a:pt x="339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90" name="Freeform: Shape 16189">
                <a:extLst>
                  <a:ext uri="{FF2B5EF4-FFF2-40B4-BE49-F238E27FC236}">
                    <a16:creationId xmlns:a16="http://schemas.microsoft.com/office/drawing/2014/main" id="{7850843A-B0E9-281A-1F6F-CDD465C99298}"/>
                  </a:ext>
                </a:extLst>
              </p:cNvPr>
              <p:cNvSpPr/>
              <p:nvPr/>
            </p:nvSpPr>
            <p:spPr>
              <a:xfrm>
                <a:off x="9234911" y="5170273"/>
                <a:ext cx="6343" cy="6345"/>
              </a:xfrm>
              <a:custGeom>
                <a:avLst/>
                <a:gdLst>
                  <a:gd name="connsiteX0" fmla="*/ 3394 w 6343"/>
                  <a:gd name="connsiteY0" fmla="*/ 6479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9"/>
                    </a:moveTo>
                    <a:cubicBezTo>
                      <a:pt x="4235" y="6479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5"/>
                      <a:pt x="6232" y="1657"/>
                      <a:pt x="5637" y="1062"/>
                    </a:cubicBezTo>
                    <a:cubicBezTo>
                      <a:pt x="5042" y="468"/>
                      <a:pt x="4235" y="133"/>
                      <a:pt x="3394" y="133"/>
                    </a:cubicBezTo>
                    <a:cubicBezTo>
                      <a:pt x="2553" y="133"/>
                      <a:pt x="1746" y="468"/>
                      <a:pt x="1152" y="1062"/>
                    </a:cubicBezTo>
                    <a:cubicBezTo>
                      <a:pt x="557" y="1657"/>
                      <a:pt x="223" y="2465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6" y="6144"/>
                      <a:pt x="2553" y="6479"/>
                      <a:pt x="339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91" name="Freeform: Shape 16190">
                <a:extLst>
                  <a:ext uri="{FF2B5EF4-FFF2-40B4-BE49-F238E27FC236}">
                    <a16:creationId xmlns:a16="http://schemas.microsoft.com/office/drawing/2014/main" id="{CEAF8F0F-4010-0AA5-ADE0-63A26A3F37D4}"/>
                  </a:ext>
                </a:extLst>
              </p:cNvPr>
              <p:cNvSpPr/>
              <p:nvPr/>
            </p:nvSpPr>
            <p:spPr>
              <a:xfrm>
                <a:off x="9237005" y="5169788"/>
                <a:ext cx="6343" cy="6345"/>
              </a:xfrm>
              <a:custGeom>
                <a:avLst/>
                <a:gdLst>
                  <a:gd name="connsiteX0" fmla="*/ 3394 w 6343"/>
                  <a:gd name="connsiteY0" fmla="*/ 6479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4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4" y="6479"/>
                    </a:moveTo>
                    <a:cubicBezTo>
                      <a:pt x="4236" y="6479"/>
                      <a:pt x="5042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2" y="467"/>
                      <a:pt x="4236" y="133"/>
                      <a:pt x="3394" y="133"/>
                    </a:cubicBezTo>
                    <a:cubicBezTo>
                      <a:pt x="2553" y="133"/>
                      <a:pt x="1747" y="467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3" y="6479"/>
                      <a:pt x="339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92" name="Freeform: Shape 16191">
                <a:extLst>
                  <a:ext uri="{FF2B5EF4-FFF2-40B4-BE49-F238E27FC236}">
                    <a16:creationId xmlns:a16="http://schemas.microsoft.com/office/drawing/2014/main" id="{AFC64A4A-5DFD-C42F-7302-09DC4D0FEF10}"/>
                  </a:ext>
                </a:extLst>
              </p:cNvPr>
              <p:cNvSpPr/>
              <p:nvPr/>
            </p:nvSpPr>
            <p:spPr>
              <a:xfrm>
                <a:off x="9240170" y="5169975"/>
                <a:ext cx="6343" cy="6345"/>
              </a:xfrm>
              <a:custGeom>
                <a:avLst/>
                <a:gdLst>
                  <a:gd name="connsiteX0" fmla="*/ 3395 w 6343"/>
                  <a:gd name="connsiteY0" fmla="*/ 6479 h 6345"/>
                  <a:gd name="connsiteX1" fmla="*/ 5637 w 6343"/>
                  <a:gd name="connsiteY1" fmla="*/ 5549 h 6345"/>
                  <a:gd name="connsiteX2" fmla="*/ 6566 w 6343"/>
                  <a:gd name="connsiteY2" fmla="*/ 3306 h 6345"/>
                  <a:gd name="connsiteX3" fmla="*/ 5637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9"/>
                    </a:moveTo>
                    <a:cubicBezTo>
                      <a:pt x="4236" y="6479"/>
                      <a:pt x="5043" y="6144"/>
                      <a:pt x="5637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7" y="1062"/>
                    </a:cubicBezTo>
                    <a:cubicBezTo>
                      <a:pt x="5043" y="468"/>
                      <a:pt x="4236" y="133"/>
                      <a:pt x="3395" y="133"/>
                    </a:cubicBezTo>
                    <a:cubicBezTo>
                      <a:pt x="2554" y="133"/>
                      <a:pt x="1747" y="468"/>
                      <a:pt x="1152" y="1062"/>
                    </a:cubicBezTo>
                    <a:cubicBezTo>
                      <a:pt x="557" y="1657"/>
                      <a:pt x="223" y="2464"/>
                      <a:pt x="223" y="3306"/>
                    </a:cubicBezTo>
                    <a:cubicBezTo>
                      <a:pt x="223" y="4147"/>
                      <a:pt x="557" y="4954"/>
                      <a:pt x="1152" y="5549"/>
                    </a:cubicBezTo>
                    <a:cubicBezTo>
                      <a:pt x="1747" y="6144"/>
                      <a:pt x="2554" y="6479"/>
                      <a:pt x="339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93" name="Freeform: Shape 16192">
                <a:extLst>
                  <a:ext uri="{FF2B5EF4-FFF2-40B4-BE49-F238E27FC236}">
                    <a16:creationId xmlns:a16="http://schemas.microsoft.com/office/drawing/2014/main" id="{41841BA8-6F0A-9461-7C88-F69FAA7B63A6}"/>
                  </a:ext>
                </a:extLst>
              </p:cNvPr>
              <p:cNvSpPr/>
              <p:nvPr/>
            </p:nvSpPr>
            <p:spPr>
              <a:xfrm>
                <a:off x="9242409" y="5169633"/>
                <a:ext cx="6343" cy="6345"/>
              </a:xfrm>
              <a:custGeom>
                <a:avLst/>
                <a:gdLst>
                  <a:gd name="connsiteX0" fmla="*/ 3395 w 6343"/>
                  <a:gd name="connsiteY0" fmla="*/ 6479 h 6345"/>
                  <a:gd name="connsiteX1" fmla="*/ 5638 w 6343"/>
                  <a:gd name="connsiteY1" fmla="*/ 5549 h 6345"/>
                  <a:gd name="connsiteX2" fmla="*/ 6566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3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9"/>
                    </a:moveTo>
                    <a:cubicBezTo>
                      <a:pt x="4236" y="6479"/>
                      <a:pt x="5043" y="6144"/>
                      <a:pt x="5638" y="5549"/>
                    </a:cubicBezTo>
                    <a:cubicBezTo>
                      <a:pt x="6232" y="4954"/>
                      <a:pt x="6566" y="4147"/>
                      <a:pt x="6566" y="3306"/>
                    </a:cubicBezTo>
                    <a:cubicBezTo>
                      <a:pt x="6566" y="2464"/>
                      <a:pt x="6232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8" y="1657"/>
                      <a:pt x="223" y="2464"/>
                      <a:pt x="223" y="3306"/>
                    </a:cubicBezTo>
                    <a:cubicBezTo>
                      <a:pt x="223" y="4147"/>
                      <a:pt x="558" y="4954"/>
                      <a:pt x="1152" y="5549"/>
                    </a:cubicBezTo>
                    <a:cubicBezTo>
                      <a:pt x="1747" y="6144"/>
                      <a:pt x="2554" y="6479"/>
                      <a:pt x="339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94" name="Freeform: Shape 16193">
                <a:extLst>
                  <a:ext uri="{FF2B5EF4-FFF2-40B4-BE49-F238E27FC236}">
                    <a16:creationId xmlns:a16="http://schemas.microsoft.com/office/drawing/2014/main" id="{51D7557D-68FA-BEF4-7D9C-E4D55C7CB5B9}"/>
                  </a:ext>
                </a:extLst>
              </p:cNvPr>
              <p:cNvSpPr/>
              <p:nvPr/>
            </p:nvSpPr>
            <p:spPr>
              <a:xfrm>
                <a:off x="9245252" y="5169693"/>
                <a:ext cx="6343" cy="6345"/>
              </a:xfrm>
              <a:custGeom>
                <a:avLst/>
                <a:gdLst>
                  <a:gd name="connsiteX0" fmla="*/ 3395 w 6343"/>
                  <a:gd name="connsiteY0" fmla="*/ 6479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2 w 6343"/>
                  <a:gd name="connsiteY5" fmla="*/ 1062 h 6345"/>
                  <a:gd name="connsiteX6" fmla="*/ 224 w 6343"/>
                  <a:gd name="connsiteY6" fmla="*/ 3306 h 6345"/>
                  <a:gd name="connsiteX7" fmla="*/ 1152 w 6343"/>
                  <a:gd name="connsiteY7" fmla="*/ 5549 h 6345"/>
                  <a:gd name="connsiteX8" fmla="*/ 339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9"/>
                    </a:moveTo>
                    <a:cubicBezTo>
                      <a:pt x="4236" y="6479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2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2" y="5549"/>
                    </a:cubicBezTo>
                    <a:cubicBezTo>
                      <a:pt x="1747" y="6144"/>
                      <a:pt x="2554" y="6479"/>
                      <a:pt x="339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95" name="Freeform: Shape 16194">
                <a:extLst>
                  <a:ext uri="{FF2B5EF4-FFF2-40B4-BE49-F238E27FC236}">
                    <a16:creationId xmlns:a16="http://schemas.microsoft.com/office/drawing/2014/main" id="{3F73B237-1482-3058-AE4B-4A11C2F6B5F1}"/>
                  </a:ext>
                </a:extLst>
              </p:cNvPr>
              <p:cNvSpPr/>
              <p:nvPr/>
            </p:nvSpPr>
            <p:spPr>
              <a:xfrm>
                <a:off x="9247431" y="5169367"/>
                <a:ext cx="6343" cy="6345"/>
              </a:xfrm>
              <a:custGeom>
                <a:avLst/>
                <a:gdLst>
                  <a:gd name="connsiteX0" fmla="*/ 3395 w 6343"/>
                  <a:gd name="connsiteY0" fmla="*/ 6479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9"/>
                    </a:moveTo>
                    <a:cubicBezTo>
                      <a:pt x="4236" y="6479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7" y="6144"/>
                      <a:pt x="2554" y="6479"/>
                      <a:pt x="339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96" name="Freeform: Shape 16195">
                <a:extLst>
                  <a:ext uri="{FF2B5EF4-FFF2-40B4-BE49-F238E27FC236}">
                    <a16:creationId xmlns:a16="http://schemas.microsoft.com/office/drawing/2014/main" id="{1DF43769-E25C-9AF4-6EC6-F5B11FCB07FB}"/>
                  </a:ext>
                </a:extLst>
              </p:cNvPr>
              <p:cNvSpPr/>
              <p:nvPr/>
            </p:nvSpPr>
            <p:spPr>
              <a:xfrm>
                <a:off x="9250863" y="5169871"/>
                <a:ext cx="6343" cy="6345"/>
              </a:xfrm>
              <a:custGeom>
                <a:avLst/>
                <a:gdLst>
                  <a:gd name="connsiteX0" fmla="*/ 3396 w 6343"/>
                  <a:gd name="connsiteY0" fmla="*/ 6479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9"/>
                    </a:moveTo>
                    <a:cubicBezTo>
                      <a:pt x="4237" y="6479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8"/>
                      <a:pt x="4237" y="133"/>
                      <a:pt x="3396" y="133"/>
                    </a:cubicBezTo>
                    <a:cubicBezTo>
                      <a:pt x="2554" y="133"/>
                      <a:pt x="1748" y="468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4" y="6479"/>
                      <a:pt x="339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97" name="Freeform: Shape 16196">
                <a:extLst>
                  <a:ext uri="{FF2B5EF4-FFF2-40B4-BE49-F238E27FC236}">
                    <a16:creationId xmlns:a16="http://schemas.microsoft.com/office/drawing/2014/main" id="{82D90358-298E-5346-552C-55E5C74EB863}"/>
                  </a:ext>
                </a:extLst>
              </p:cNvPr>
              <p:cNvSpPr/>
              <p:nvPr/>
            </p:nvSpPr>
            <p:spPr>
              <a:xfrm>
                <a:off x="9252979" y="5169564"/>
                <a:ext cx="6343" cy="6345"/>
              </a:xfrm>
              <a:custGeom>
                <a:avLst/>
                <a:gdLst>
                  <a:gd name="connsiteX0" fmla="*/ 3396 w 6343"/>
                  <a:gd name="connsiteY0" fmla="*/ 6479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9"/>
                    </a:moveTo>
                    <a:cubicBezTo>
                      <a:pt x="4237" y="6479"/>
                      <a:pt x="5044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5" y="6479"/>
                      <a:pt x="339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98" name="Freeform: Shape 16197">
                <a:extLst>
                  <a:ext uri="{FF2B5EF4-FFF2-40B4-BE49-F238E27FC236}">
                    <a16:creationId xmlns:a16="http://schemas.microsoft.com/office/drawing/2014/main" id="{08AC3BCE-5845-98A7-E7D6-B944D2C1141F}"/>
                  </a:ext>
                </a:extLst>
              </p:cNvPr>
              <p:cNvSpPr/>
              <p:nvPr/>
            </p:nvSpPr>
            <p:spPr>
              <a:xfrm>
                <a:off x="9255541" y="5169575"/>
                <a:ext cx="6343" cy="6345"/>
              </a:xfrm>
              <a:custGeom>
                <a:avLst/>
                <a:gdLst>
                  <a:gd name="connsiteX0" fmla="*/ 3396 w 6343"/>
                  <a:gd name="connsiteY0" fmla="*/ 6479 h 6345"/>
                  <a:gd name="connsiteX1" fmla="*/ 5639 w 6343"/>
                  <a:gd name="connsiteY1" fmla="*/ 5549 h 6345"/>
                  <a:gd name="connsiteX2" fmla="*/ 6567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9"/>
                    </a:moveTo>
                    <a:cubicBezTo>
                      <a:pt x="4237" y="6479"/>
                      <a:pt x="5044" y="6144"/>
                      <a:pt x="5639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9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3" y="1062"/>
                    </a:cubicBezTo>
                    <a:cubicBezTo>
                      <a:pt x="559" y="1657"/>
                      <a:pt x="224" y="2464"/>
                      <a:pt x="224" y="3306"/>
                    </a:cubicBezTo>
                    <a:cubicBezTo>
                      <a:pt x="224" y="4147"/>
                      <a:pt x="559" y="4954"/>
                      <a:pt x="1153" y="5549"/>
                    </a:cubicBezTo>
                    <a:cubicBezTo>
                      <a:pt x="1748" y="6144"/>
                      <a:pt x="2555" y="6479"/>
                      <a:pt x="339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199" name="Freeform: Shape 16198">
                <a:extLst>
                  <a:ext uri="{FF2B5EF4-FFF2-40B4-BE49-F238E27FC236}">
                    <a16:creationId xmlns:a16="http://schemas.microsoft.com/office/drawing/2014/main" id="{A18B5FD9-C159-36D6-C68D-38A76FA6AC99}"/>
                  </a:ext>
                </a:extLst>
              </p:cNvPr>
              <p:cNvSpPr/>
              <p:nvPr/>
            </p:nvSpPr>
            <p:spPr>
              <a:xfrm>
                <a:off x="9258095" y="5169613"/>
                <a:ext cx="6343" cy="6345"/>
              </a:xfrm>
              <a:custGeom>
                <a:avLst/>
                <a:gdLst>
                  <a:gd name="connsiteX0" fmla="*/ 3396 w 6343"/>
                  <a:gd name="connsiteY0" fmla="*/ 6479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9"/>
                    </a:moveTo>
                    <a:cubicBezTo>
                      <a:pt x="4237" y="6479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8" y="6144"/>
                      <a:pt x="2555" y="6479"/>
                      <a:pt x="339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00" name="Freeform: Shape 16199">
                <a:extLst>
                  <a:ext uri="{FF2B5EF4-FFF2-40B4-BE49-F238E27FC236}">
                    <a16:creationId xmlns:a16="http://schemas.microsoft.com/office/drawing/2014/main" id="{1B68F45E-665F-0FE3-C747-42E94E0C5B28}"/>
                  </a:ext>
                </a:extLst>
              </p:cNvPr>
              <p:cNvSpPr/>
              <p:nvPr/>
            </p:nvSpPr>
            <p:spPr>
              <a:xfrm>
                <a:off x="9261235" y="5170079"/>
                <a:ext cx="6343" cy="6345"/>
              </a:xfrm>
              <a:custGeom>
                <a:avLst/>
                <a:gdLst>
                  <a:gd name="connsiteX0" fmla="*/ 3396 w 6343"/>
                  <a:gd name="connsiteY0" fmla="*/ 6479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9"/>
                    </a:moveTo>
                    <a:cubicBezTo>
                      <a:pt x="4237" y="6479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5"/>
                      <a:pt x="6234" y="1657"/>
                      <a:pt x="5639" y="1062"/>
                    </a:cubicBezTo>
                    <a:cubicBezTo>
                      <a:pt x="5044" y="468"/>
                      <a:pt x="4237" y="133"/>
                      <a:pt x="3396" y="133"/>
                    </a:cubicBezTo>
                    <a:cubicBezTo>
                      <a:pt x="2555" y="133"/>
                      <a:pt x="1749" y="468"/>
                      <a:pt x="1154" y="1062"/>
                    </a:cubicBezTo>
                    <a:cubicBezTo>
                      <a:pt x="559" y="1657"/>
                      <a:pt x="225" y="2465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5" y="6479"/>
                      <a:pt x="339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01" name="Freeform: Shape 16200">
                <a:extLst>
                  <a:ext uri="{FF2B5EF4-FFF2-40B4-BE49-F238E27FC236}">
                    <a16:creationId xmlns:a16="http://schemas.microsoft.com/office/drawing/2014/main" id="{2B14C5FB-C283-BD04-5429-D9CEB7F178F8}"/>
                  </a:ext>
                </a:extLst>
              </p:cNvPr>
              <p:cNvSpPr/>
              <p:nvPr/>
            </p:nvSpPr>
            <p:spPr>
              <a:xfrm>
                <a:off x="9264264" y="5170511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3 h 6345"/>
                  <a:gd name="connsiteX4" fmla="*/ 3397 w 6343"/>
                  <a:gd name="connsiteY4" fmla="*/ 133 h 6345"/>
                  <a:gd name="connsiteX5" fmla="*/ 1154 w 6343"/>
                  <a:gd name="connsiteY5" fmla="*/ 1063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8" y="6479"/>
                      <a:pt x="5045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5"/>
                      <a:pt x="6234" y="1657"/>
                      <a:pt x="5639" y="1063"/>
                    </a:cubicBezTo>
                    <a:cubicBezTo>
                      <a:pt x="5045" y="468"/>
                      <a:pt x="4238" y="133"/>
                      <a:pt x="3397" y="133"/>
                    </a:cubicBezTo>
                    <a:cubicBezTo>
                      <a:pt x="2556" y="133"/>
                      <a:pt x="1749" y="468"/>
                      <a:pt x="1154" y="1063"/>
                    </a:cubicBezTo>
                    <a:cubicBezTo>
                      <a:pt x="559" y="1657"/>
                      <a:pt x="225" y="2465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02" name="Freeform: Shape 16201">
                <a:extLst>
                  <a:ext uri="{FF2B5EF4-FFF2-40B4-BE49-F238E27FC236}">
                    <a16:creationId xmlns:a16="http://schemas.microsoft.com/office/drawing/2014/main" id="{9D120FD4-C8FC-7782-E5A3-D37657A83AC0}"/>
                  </a:ext>
                </a:extLst>
              </p:cNvPr>
              <p:cNvSpPr/>
              <p:nvPr/>
            </p:nvSpPr>
            <p:spPr>
              <a:xfrm>
                <a:off x="9266447" y="5170397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3 h 6345"/>
                  <a:gd name="connsiteX4" fmla="*/ 3397 w 6343"/>
                  <a:gd name="connsiteY4" fmla="*/ 133 h 6345"/>
                  <a:gd name="connsiteX5" fmla="*/ 1154 w 6343"/>
                  <a:gd name="connsiteY5" fmla="*/ 1063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8" y="6479"/>
                      <a:pt x="5045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5"/>
                      <a:pt x="6234" y="1657"/>
                      <a:pt x="5639" y="1063"/>
                    </a:cubicBezTo>
                    <a:cubicBezTo>
                      <a:pt x="5045" y="468"/>
                      <a:pt x="4238" y="133"/>
                      <a:pt x="3397" y="133"/>
                    </a:cubicBezTo>
                    <a:cubicBezTo>
                      <a:pt x="2556" y="133"/>
                      <a:pt x="1749" y="468"/>
                      <a:pt x="1154" y="1063"/>
                    </a:cubicBezTo>
                    <a:cubicBezTo>
                      <a:pt x="559" y="1657"/>
                      <a:pt x="225" y="2465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03" name="Freeform: Shape 16202">
                <a:extLst>
                  <a:ext uri="{FF2B5EF4-FFF2-40B4-BE49-F238E27FC236}">
                    <a16:creationId xmlns:a16="http://schemas.microsoft.com/office/drawing/2014/main" id="{3F427943-7F66-9E7D-481F-32FF06D9A154}"/>
                  </a:ext>
                </a:extLst>
              </p:cNvPr>
              <p:cNvSpPr/>
              <p:nvPr/>
            </p:nvSpPr>
            <p:spPr>
              <a:xfrm>
                <a:off x="9268868" y="5170476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3 h 6345"/>
                  <a:gd name="connsiteX4" fmla="*/ 3397 w 6343"/>
                  <a:gd name="connsiteY4" fmla="*/ 133 h 6345"/>
                  <a:gd name="connsiteX5" fmla="*/ 1154 w 6343"/>
                  <a:gd name="connsiteY5" fmla="*/ 1063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8" y="6479"/>
                      <a:pt x="5045" y="6144"/>
                      <a:pt x="5640" y="5549"/>
                    </a:cubicBezTo>
                    <a:cubicBezTo>
                      <a:pt x="6234" y="4954"/>
                      <a:pt x="6569" y="4147"/>
                      <a:pt x="6569" y="3306"/>
                    </a:cubicBezTo>
                    <a:cubicBezTo>
                      <a:pt x="6569" y="2465"/>
                      <a:pt x="6234" y="1657"/>
                      <a:pt x="5640" y="1063"/>
                    </a:cubicBezTo>
                    <a:cubicBezTo>
                      <a:pt x="5045" y="468"/>
                      <a:pt x="4238" y="133"/>
                      <a:pt x="3397" y="133"/>
                    </a:cubicBezTo>
                    <a:cubicBezTo>
                      <a:pt x="2556" y="133"/>
                      <a:pt x="1749" y="468"/>
                      <a:pt x="1154" y="1063"/>
                    </a:cubicBezTo>
                    <a:cubicBezTo>
                      <a:pt x="560" y="1657"/>
                      <a:pt x="225" y="2465"/>
                      <a:pt x="225" y="3306"/>
                    </a:cubicBezTo>
                    <a:cubicBezTo>
                      <a:pt x="225" y="4147"/>
                      <a:pt x="560" y="4954"/>
                      <a:pt x="1154" y="5549"/>
                    </a:cubicBezTo>
                    <a:cubicBezTo>
                      <a:pt x="1749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04" name="Freeform: Shape 16203">
                <a:extLst>
                  <a:ext uri="{FF2B5EF4-FFF2-40B4-BE49-F238E27FC236}">
                    <a16:creationId xmlns:a16="http://schemas.microsoft.com/office/drawing/2014/main" id="{601CD742-B841-655B-74C6-5915FC370EF8}"/>
                  </a:ext>
                </a:extLst>
              </p:cNvPr>
              <p:cNvSpPr/>
              <p:nvPr/>
            </p:nvSpPr>
            <p:spPr>
              <a:xfrm>
                <a:off x="9270893" y="5170303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8" y="6479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5"/>
                      <a:pt x="6235" y="1657"/>
                      <a:pt x="5640" y="1062"/>
                    </a:cubicBezTo>
                    <a:cubicBezTo>
                      <a:pt x="5045" y="468"/>
                      <a:pt x="4238" y="133"/>
                      <a:pt x="3397" y="133"/>
                    </a:cubicBezTo>
                    <a:cubicBezTo>
                      <a:pt x="2556" y="133"/>
                      <a:pt x="1749" y="468"/>
                      <a:pt x="1155" y="1062"/>
                    </a:cubicBezTo>
                    <a:cubicBezTo>
                      <a:pt x="560" y="1657"/>
                      <a:pt x="226" y="2465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05" name="Freeform: Shape 16204">
                <a:extLst>
                  <a:ext uri="{FF2B5EF4-FFF2-40B4-BE49-F238E27FC236}">
                    <a16:creationId xmlns:a16="http://schemas.microsoft.com/office/drawing/2014/main" id="{E688E1CF-84E4-5982-9EA7-A706E5A1C4C5}"/>
                  </a:ext>
                </a:extLst>
              </p:cNvPr>
              <p:cNvSpPr/>
              <p:nvPr/>
            </p:nvSpPr>
            <p:spPr>
              <a:xfrm>
                <a:off x="9273301" y="5170430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3 h 6345"/>
                  <a:gd name="connsiteX4" fmla="*/ 3397 w 6343"/>
                  <a:gd name="connsiteY4" fmla="*/ 133 h 6345"/>
                  <a:gd name="connsiteX5" fmla="*/ 1155 w 6343"/>
                  <a:gd name="connsiteY5" fmla="*/ 1063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8" y="6479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5"/>
                      <a:pt x="6235" y="1657"/>
                      <a:pt x="5640" y="1063"/>
                    </a:cubicBezTo>
                    <a:cubicBezTo>
                      <a:pt x="5045" y="468"/>
                      <a:pt x="4238" y="133"/>
                      <a:pt x="3397" y="133"/>
                    </a:cubicBezTo>
                    <a:cubicBezTo>
                      <a:pt x="2556" y="133"/>
                      <a:pt x="1749" y="468"/>
                      <a:pt x="1155" y="1063"/>
                    </a:cubicBezTo>
                    <a:cubicBezTo>
                      <a:pt x="560" y="1657"/>
                      <a:pt x="226" y="2465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06" name="Freeform: Shape 16205">
                <a:extLst>
                  <a:ext uri="{FF2B5EF4-FFF2-40B4-BE49-F238E27FC236}">
                    <a16:creationId xmlns:a16="http://schemas.microsoft.com/office/drawing/2014/main" id="{C16587DA-FE3F-9191-5393-4C14DB4B4569}"/>
                  </a:ext>
                </a:extLst>
              </p:cNvPr>
              <p:cNvSpPr/>
              <p:nvPr/>
            </p:nvSpPr>
            <p:spPr>
              <a:xfrm>
                <a:off x="9275122" y="5170158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9" y="6479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5"/>
                      <a:pt x="6235" y="1657"/>
                      <a:pt x="5640" y="1062"/>
                    </a:cubicBezTo>
                    <a:cubicBezTo>
                      <a:pt x="5045" y="468"/>
                      <a:pt x="4239" y="133"/>
                      <a:pt x="3397" y="133"/>
                    </a:cubicBezTo>
                    <a:cubicBezTo>
                      <a:pt x="2556" y="133"/>
                      <a:pt x="1750" y="468"/>
                      <a:pt x="1155" y="1062"/>
                    </a:cubicBezTo>
                    <a:cubicBezTo>
                      <a:pt x="560" y="1657"/>
                      <a:pt x="226" y="2465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07" name="Freeform: Shape 16206">
                <a:extLst>
                  <a:ext uri="{FF2B5EF4-FFF2-40B4-BE49-F238E27FC236}">
                    <a16:creationId xmlns:a16="http://schemas.microsoft.com/office/drawing/2014/main" id="{B62DA06B-8EE6-71F8-4184-DBDE232D208A}"/>
                  </a:ext>
                </a:extLst>
              </p:cNvPr>
              <p:cNvSpPr/>
              <p:nvPr/>
            </p:nvSpPr>
            <p:spPr>
              <a:xfrm>
                <a:off x="9277564" y="5170367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5"/>
                      <a:pt x="6235" y="1657"/>
                      <a:pt x="5640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5" y="1062"/>
                    </a:cubicBezTo>
                    <a:cubicBezTo>
                      <a:pt x="560" y="1657"/>
                      <a:pt x="226" y="2465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08" name="Freeform: Shape 16207">
                <a:extLst>
                  <a:ext uri="{FF2B5EF4-FFF2-40B4-BE49-F238E27FC236}">
                    <a16:creationId xmlns:a16="http://schemas.microsoft.com/office/drawing/2014/main" id="{330B9D49-75CB-C294-06FE-5A861DA4839B}"/>
                  </a:ext>
                </a:extLst>
              </p:cNvPr>
              <p:cNvSpPr/>
              <p:nvPr/>
            </p:nvSpPr>
            <p:spPr>
              <a:xfrm>
                <a:off x="9280092" y="5170673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69 w 6343"/>
                  <a:gd name="connsiteY2" fmla="*/ 3306 h 6345"/>
                  <a:gd name="connsiteX3" fmla="*/ 5641 w 6343"/>
                  <a:gd name="connsiteY3" fmla="*/ 1063 h 6345"/>
                  <a:gd name="connsiteX4" fmla="*/ 3398 w 6343"/>
                  <a:gd name="connsiteY4" fmla="*/ 133 h 6345"/>
                  <a:gd name="connsiteX5" fmla="*/ 1155 w 6343"/>
                  <a:gd name="connsiteY5" fmla="*/ 1063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5"/>
                      <a:pt x="6235" y="1657"/>
                      <a:pt x="5641" y="1063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5" y="1063"/>
                    </a:cubicBezTo>
                    <a:cubicBezTo>
                      <a:pt x="560" y="1657"/>
                      <a:pt x="226" y="2465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09" name="Freeform: Shape 16208">
                <a:extLst>
                  <a:ext uri="{FF2B5EF4-FFF2-40B4-BE49-F238E27FC236}">
                    <a16:creationId xmlns:a16="http://schemas.microsoft.com/office/drawing/2014/main" id="{DD819812-90A5-2F03-EDD3-AD2E4E27E10E}"/>
                  </a:ext>
                </a:extLst>
              </p:cNvPr>
              <p:cNvSpPr/>
              <p:nvPr/>
            </p:nvSpPr>
            <p:spPr>
              <a:xfrm>
                <a:off x="9282705" y="5171077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3 h 6345"/>
                  <a:gd name="connsiteX4" fmla="*/ 3398 w 6343"/>
                  <a:gd name="connsiteY4" fmla="*/ 133 h 6345"/>
                  <a:gd name="connsiteX5" fmla="*/ 1155 w 6343"/>
                  <a:gd name="connsiteY5" fmla="*/ 1063 h 6345"/>
                  <a:gd name="connsiteX6" fmla="*/ 227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5" y="4954"/>
                      <a:pt x="6570" y="4147"/>
                      <a:pt x="6570" y="3306"/>
                    </a:cubicBezTo>
                    <a:cubicBezTo>
                      <a:pt x="6570" y="2465"/>
                      <a:pt x="6235" y="1658"/>
                      <a:pt x="5641" y="1063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5" y="1063"/>
                    </a:cubicBezTo>
                    <a:cubicBezTo>
                      <a:pt x="561" y="1658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5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10" name="Freeform: Shape 16209">
                <a:extLst>
                  <a:ext uri="{FF2B5EF4-FFF2-40B4-BE49-F238E27FC236}">
                    <a16:creationId xmlns:a16="http://schemas.microsoft.com/office/drawing/2014/main" id="{C3692E9F-F239-D7F1-1766-1CCCD6FC2572}"/>
                  </a:ext>
                </a:extLst>
              </p:cNvPr>
              <p:cNvSpPr/>
              <p:nvPr/>
            </p:nvSpPr>
            <p:spPr>
              <a:xfrm>
                <a:off x="9284172" y="5170634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3 h 6345"/>
                  <a:gd name="connsiteX4" fmla="*/ 3398 w 6343"/>
                  <a:gd name="connsiteY4" fmla="*/ 133 h 6345"/>
                  <a:gd name="connsiteX5" fmla="*/ 1156 w 6343"/>
                  <a:gd name="connsiteY5" fmla="*/ 1063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3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6" y="1063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11" name="Freeform: Shape 16210">
                <a:extLst>
                  <a:ext uri="{FF2B5EF4-FFF2-40B4-BE49-F238E27FC236}">
                    <a16:creationId xmlns:a16="http://schemas.microsoft.com/office/drawing/2014/main" id="{41CF63C8-36C5-5AAE-4920-5909AFDE9FDA}"/>
                  </a:ext>
                </a:extLst>
              </p:cNvPr>
              <p:cNvSpPr/>
              <p:nvPr/>
            </p:nvSpPr>
            <p:spPr>
              <a:xfrm>
                <a:off x="9286485" y="5170865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3 h 6345"/>
                  <a:gd name="connsiteX4" fmla="*/ 3398 w 6343"/>
                  <a:gd name="connsiteY4" fmla="*/ 133 h 6345"/>
                  <a:gd name="connsiteX5" fmla="*/ 1156 w 6343"/>
                  <a:gd name="connsiteY5" fmla="*/ 1063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8"/>
                      <a:pt x="5641" y="1063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6" y="1063"/>
                    </a:cubicBezTo>
                    <a:cubicBezTo>
                      <a:pt x="561" y="1658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12" name="Freeform: Shape 16211">
                <a:extLst>
                  <a:ext uri="{FF2B5EF4-FFF2-40B4-BE49-F238E27FC236}">
                    <a16:creationId xmlns:a16="http://schemas.microsoft.com/office/drawing/2014/main" id="{F319BD82-46C9-F6F7-6003-F1DA904ABAEA}"/>
                  </a:ext>
                </a:extLst>
              </p:cNvPr>
              <p:cNvSpPr/>
              <p:nvPr/>
            </p:nvSpPr>
            <p:spPr>
              <a:xfrm>
                <a:off x="9288227" y="5170676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3 h 6345"/>
                  <a:gd name="connsiteX4" fmla="*/ 3399 w 6343"/>
                  <a:gd name="connsiteY4" fmla="*/ 133 h 6345"/>
                  <a:gd name="connsiteX5" fmla="*/ 1156 w 6343"/>
                  <a:gd name="connsiteY5" fmla="*/ 1063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3"/>
                    </a:cubicBezTo>
                    <a:cubicBezTo>
                      <a:pt x="5046" y="468"/>
                      <a:pt x="4240" y="133"/>
                      <a:pt x="3399" y="133"/>
                    </a:cubicBezTo>
                    <a:cubicBezTo>
                      <a:pt x="2557" y="133"/>
                      <a:pt x="1751" y="468"/>
                      <a:pt x="1156" y="1063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13" name="Freeform: Shape 16212">
                <a:extLst>
                  <a:ext uri="{FF2B5EF4-FFF2-40B4-BE49-F238E27FC236}">
                    <a16:creationId xmlns:a16="http://schemas.microsoft.com/office/drawing/2014/main" id="{291115F3-B13C-7C19-8BA8-811A8B678436}"/>
                  </a:ext>
                </a:extLst>
              </p:cNvPr>
              <p:cNvSpPr/>
              <p:nvPr/>
            </p:nvSpPr>
            <p:spPr>
              <a:xfrm>
                <a:off x="9289453" y="5170093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2"/>
                    </a:cubicBezTo>
                    <a:cubicBezTo>
                      <a:pt x="5046" y="468"/>
                      <a:pt x="4240" y="133"/>
                      <a:pt x="3399" y="133"/>
                    </a:cubicBezTo>
                    <a:cubicBezTo>
                      <a:pt x="2557" y="133"/>
                      <a:pt x="1751" y="468"/>
                      <a:pt x="1156" y="1062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14" name="Freeform: Shape 16213">
                <a:extLst>
                  <a:ext uri="{FF2B5EF4-FFF2-40B4-BE49-F238E27FC236}">
                    <a16:creationId xmlns:a16="http://schemas.microsoft.com/office/drawing/2014/main" id="{2DE7733D-EA14-C5F7-01F7-6F097938722A}"/>
                  </a:ext>
                </a:extLst>
              </p:cNvPr>
              <p:cNvSpPr/>
              <p:nvPr/>
            </p:nvSpPr>
            <p:spPr>
              <a:xfrm>
                <a:off x="9290912" y="5169708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15" name="Freeform: Shape 16214">
                <a:extLst>
                  <a:ext uri="{FF2B5EF4-FFF2-40B4-BE49-F238E27FC236}">
                    <a16:creationId xmlns:a16="http://schemas.microsoft.com/office/drawing/2014/main" id="{2240BC27-A463-9353-A009-B75FD6468E83}"/>
                  </a:ext>
                </a:extLst>
              </p:cNvPr>
              <p:cNvSpPr/>
              <p:nvPr/>
            </p:nvSpPr>
            <p:spPr>
              <a:xfrm>
                <a:off x="9292138" y="5169148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16" name="Freeform: Shape 16215">
                <a:extLst>
                  <a:ext uri="{FF2B5EF4-FFF2-40B4-BE49-F238E27FC236}">
                    <a16:creationId xmlns:a16="http://schemas.microsoft.com/office/drawing/2014/main" id="{C06EFD87-D538-FF78-46D1-612BEBBFFE72}"/>
                  </a:ext>
                </a:extLst>
              </p:cNvPr>
              <p:cNvSpPr/>
              <p:nvPr/>
            </p:nvSpPr>
            <p:spPr>
              <a:xfrm>
                <a:off x="9295966" y="5169211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8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2" y="5549"/>
                    </a:cubicBezTo>
                    <a:cubicBezTo>
                      <a:pt x="6236" y="4954"/>
                      <a:pt x="6571" y="4147"/>
                      <a:pt x="6571" y="3306"/>
                    </a:cubicBezTo>
                    <a:cubicBezTo>
                      <a:pt x="6571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8" y="2464"/>
                      <a:pt x="228" y="3306"/>
                    </a:cubicBezTo>
                    <a:cubicBezTo>
                      <a:pt x="228" y="4147"/>
                      <a:pt x="562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17" name="Freeform: Shape 16216">
                <a:extLst>
                  <a:ext uri="{FF2B5EF4-FFF2-40B4-BE49-F238E27FC236}">
                    <a16:creationId xmlns:a16="http://schemas.microsoft.com/office/drawing/2014/main" id="{D2FFAD04-9477-B1E6-98CF-E5AFE02111F1}"/>
                  </a:ext>
                </a:extLst>
              </p:cNvPr>
              <p:cNvSpPr/>
              <p:nvPr/>
            </p:nvSpPr>
            <p:spPr>
              <a:xfrm>
                <a:off x="9311248" y="5167343"/>
                <a:ext cx="6343" cy="6345"/>
              </a:xfrm>
              <a:custGeom>
                <a:avLst/>
                <a:gdLst>
                  <a:gd name="connsiteX0" fmla="*/ 3400 w 6343"/>
                  <a:gd name="connsiteY0" fmla="*/ 6478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0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8"/>
                    </a:moveTo>
                    <a:cubicBezTo>
                      <a:pt x="4241" y="6478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1" y="133"/>
                      <a:pt x="3400" y="133"/>
                    </a:cubicBezTo>
                    <a:cubicBezTo>
                      <a:pt x="2559" y="133"/>
                      <a:pt x="1752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2" y="6144"/>
                      <a:pt x="2559" y="6478"/>
                      <a:pt x="340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18" name="Freeform: Shape 16217">
                <a:extLst>
                  <a:ext uri="{FF2B5EF4-FFF2-40B4-BE49-F238E27FC236}">
                    <a16:creationId xmlns:a16="http://schemas.microsoft.com/office/drawing/2014/main" id="{C3C33CF3-1D4F-0F2A-20E6-5AF5F8EFC3E7}"/>
                  </a:ext>
                </a:extLst>
              </p:cNvPr>
              <p:cNvSpPr/>
              <p:nvPr/>
            </p:nvSpPr>
            <p:spPr>
              <a:xfrm>
                <a:off x="9314048" y="5168476"/>
                <a:ext cx="6343" cy="6345"/>
              </a:xfrm>
              <a:custGeom>
                <a:avLst/>
                <a:gdLst>
                  <a:gd name="connsiteX0" fmla="*/ 3401 w 6343"/>
                  <a:gd name="connsiteY0" fmla="*/ 6479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9"/>
                    </a:moveTo>
                    <a:cubicBezTo>
                      <a:pt x="4242" y="6479"/>
                      <a:pt x="5048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4"/>
                      <a:pt x="6238" y="1657"/>
                      <a:pt x="5643" y="1062"/>
                    </a:cubicBezTo>
                    <a:cubicBezTo>
                      <a:pt x="5048" y="467"/>
                      <a:pt x="4242" y="133"/>
                      <a:pt x="3401" y="133"/>
                    </a:cubicBezTo>
                    <a:cubicBezTo>
                      <a:pt x="2559" y="133"/>
                      <a:pt x="1753" y="467"/>
                      <a:pt x="1158" y="1062"/>
                    </a:cubicBezTo>
                    <a:cubicBezTo>
                      <a:pt x="563" y="1657"/>
                      <a:pt x="229" y="2464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59" y="6479"/>
                      <a:pt x="340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19" name="Freeform: Shape 16218">
                <a:extLst>
                  <a:ext uri="{FF2B5EF4-FFF2-40B4-BE49-F238E27FC236}">
                    <a16:creationId xmlns:a16="http://schemas.microsoft.com/office/drawing/2014/main" id="{B223677A-40CE-FDC7-A7B4-99D2FC944BFB}"/>
                  </a:ext>
                </a:extLst>
              </p:cNvPr>
              <p:cNvSpPr/>
              <p:nvPr/>
            </p:nvSpPr>
            <p:spPr>
              <a:xfrm>
                <a:off x="9317471" y="5170264"/>
                <a:ext cx="6343" cy="6345"/>
              </a:xfrm>
              <a:custGeom>
                <a:avLst/>
                <a:gdLst>
                  <a:gd name="connsiteX0" fmla="*/ 3401 w 6343"/>
                  <a:gd name="connsiteY0" fmla="*/ 6479 h 6345"/>
                  <a:gd name="connsiteX1" fmla="*/ 5643 w 6343"/>
                  <a:gd name="connsiteY1" fmla="*/ 5549 h 6345"/>
                  <a:gd name="connsiteX2" fmla="*/ 6572 w 6343"/>
                  <a:gd name="connsiteY2" fmla="*/ 3306 h 6345"/>
                  <a:gd name="connsiteX3" fmla="*/ 5643 w 6343"/>
                  <a:gd name="connsiteY3" fmla="*/ 1062 h 6345"/>
                  <a:gd name="connsiteX4" fmla="*/ 3401 w 6343"/>
                  <a:gd name="connsiteY4" fmla="*/ 133 h 6345"/>
                  <a:gd name="connsiteX5" fmla="*/ 1158 w 6343"/>
                  <a:gd name="connsiteY5" fmla="*/ 1062 h 6345"/>
                  <a:gd name="connsiteX6" fmla="*/ 229 w 6343"/>
                  <a:gd name="connsiteY6" fmla="*/ 3306 h 6345"/>
                  <a:gd name="connsiteX7" fmla="*/ 1158 w 6343"/>
                  <a:gd name="connsiteY7" fmla="*/ 5549 h 6345"/>
                  <a:gd name="connsiteX8" fmla="*/ 340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9"/>
                    </a:moveTo>
                    <a:cubicBezTo>
                      <a:pt x="4242" y="6479"/>
                      <a:pt x="5049" y="6144"/>
                      <a:pt x="5643" y="5549"/>
                    </a:cubicBezTo>
                    <a:cubicBezTo>
                      <a:pt x="6238" y="4954"/>
                      <a:pt x="6572" y="4147"/>
                      <a:pt x="6572" y="3306"/>
                    </a:cubicBezTo>
                    <a:cubicBezTo>
                      <a:pt x="6572" y="2465"/>
                      <a:pt x="6238" y="1657"/>
                      <a:pt x="5643" y="1062"/>
                    </a:cubicBezTo>
                    <a:cubicBezTo>
                      <a:pt x="5049" y="468"/>
                      <a:pt x="4242" y="133"/>
                      <a:pt x="3401" y="133"/>
                    </a:cubicBezTo>
                    <a:cubicBezTo>
                      <a:pt x="2560" y="133"/>
                      <a:pt x="1753" y="468"/>
                      <a:pt x="1158" y="1062"/>
                    </a:cubicBezTo>
                    <a:cubicBezTo>
                      <a:pt x="563" y="1657"/>
                      <a:pt x="229" y="2465"/>
                      <a:pt x="229" y="3306"/>
                    </a:cubicBezTo>
                    <a:cubicBezTo>
                      <a:pt x="229" y="4147"/>
                      <a:pt x="563" y="4954"/>
                      <a:pt x="1158" y="5549"/>
                    </a:cubicBezTo>
                    <a:cubicBezTo>
                      <a:pt x="1753" y="6144"/>
                      <a:pt x="2560" y="6479"/>
                      <a:pt x="340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20" name="Freeform: Shape 16219">
                <a:extLst>
                  <a:ext uri="{FF2B5EF4-FFF2-40B4-BE49-F238E27FC236}">
                    <a16:creationId xmlns:a16="http://schemas.microsoft.com/office/drawing/2014/main" id="{B0A5F715-A401-A286-F537-2AC2B85B74A9}"/>
                  </a:ext>
                </a:extLst>
              </p:cNvPr>
              <p:cNvSpPr/>
              <p:nvPr/>
            </p:nvSpPr>
            <p:spPr>
              <a:xfrm>
                <a:off x="9320569" y="5171796"/>
                <a:ext cx="6343" cy="6345"/>
              </a:xfrm>
              <a:custGeom>
                <a:avLst/>
                <a:gdLst>
                  <a:gd name="connsiteX0" fmla="*/ 3401 w 6343"/>
                  <a:gd name="connsiteY0" fmla="*/ 6479 h 6345"/>
                  <a:gd name="connsiteX1" fmla="*/ 5644 w 6343"/>
                  <a:gd name="connsiteY1" fmla="*/ 5550 h 6345"/>
                  <a:gd name="connsiteX2" fmla="*/ 6573 w 6343"/>
                  <a:gd name="connsiteY2" fmla="*/ 3306 h 6345"/>
                  <a:gd name="connsiteX3" fmla="*/ 5644 w 6343"/>
                  <a:gd name="connsiteY3" fmla="*/ 1063 h 6345"/>
                  <a:gd name="connsiteX4" fmla="*/ 3401 w 6343"/>
                  <a:gd name="connsiteY4" fmla="*/ 133 h 6345"/>
                  <a:gd name="connsiteX5" fmla="*/ 1158 w 6343"/>
                  <a:gd name="connsiteY5" fmla="*/ 1063 h 6345"/>
                  <a:gd name="connsiteX6" fmla="*/ 230 w 6343"/>
                  <a:gd name="connsiteY6" fmla="*/ 3306 h 6345"/>
                  <a:gd name="connsiteX7" fmla="*/ 1158 w 6343"/>
                  <a:gd name="connsiteY7" fmla="*/ 5550 h 6345"/>
                  <a:gd name="connsiteX8" fmla="*/ 340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9"/>
                    </a:moveTo>
                    <a:cubicBezTo>
                      <a:pt x="4242" y="6479"/>
                      <a:pt x="5049" y="6144"/>
                      <a:pt x="5644" y="5550"/>
                    </a:cubicBezTo>
                    <a:cubicBezTo>
                      <a:pt x="6238" y="4955"/>
                      <a:pt x="6573" y="4147"/>
                      <a:pt x="6573" y="3306"/>
                    </a:cubicBezTo>
                    <a:cubicBezTo>
                      <a:pt x="6573" y="2465"/>
                      <a:pt x="6238" y="1658"/>
                      <a:pt x="5644" y="1063"/>
                    </a:cubicBezTo>
                    <a:cubicBezTo>
                      <a:pt x="5049" y="468"/>
                      <a:pt x="4242" y="133"/>
                      <a:pt x="3401" y="133"/>
                    </a:cubicBezTo>
                    <a:cubicBezTo>
                      <a:pt x="2560" y="133"/>
                      <a:pt x="1753" y="468"/>
                      <a:pt x="1158" y="1063"/>
                    </a:cubicBezTo>
                    <a:cubicBezTo>
                      <a:pt x="564" y="1658"/>
                      <a:pt x="230" y="2465"/>
                      <a:pt x="230" y="3306"/>
                    </a:cubicBezTo>
                    <a:cubicBezTo>
                      <a:pt x="230" y="4147"/>
                      <a:pt x="564" y="4955"/>
                      <a:pt x="1158" y="5550"/>
                    </a:cubicBezTo>
                    <a:cubicBezTo>
                      <a:pt x="1753" y="6144"/>
                      <a:pt x="2560" y="6479"/>
                      <a:pt x="340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21" name="Freeform: Shape 16220">
                <a:extLst>
                  <a:ext uri="{FF2B5EF4-FFF2-40B4-BE49-F238E27FC236}">
                    <a16:creationId xmlns:a16="http://schemas.microsoft.com/office/drawing/2014/main" id="{6E47026F-48FC-DC3B-1328-21F42BB37BC6}"/>
                  </a:ext>
                </a:extLst>
              </p:cNvPr>
              <p:cNvSpPr/>
              <p:nvPr/>
            </p:nvSpPr>
            <p:spPr>
              <a:xfrm>
                <a:off x="9322081" y="5171799"/>
                <a:ext cx="6343" cy="6345"/>
              </a:xfrm>
              <a:custGeom>
                <a:avLst/>
                <a:gdLst>
                  <a:gd name="connsiteX0" fmla="*/ 3401 w 6343"/>
                  <a:gd name="connsiteY0" fmla="*/ 6479 h 6345"/>
                  <a:gd name="connsiteX1" fmla="*/ 5644 w 6343"/>
                  <a:gd name="connsiteY1" fmla="*/ 5550 h 6345"/>
                  <a:gd name="connsiteX2" fmla="*/ 6573 w 6343"/>
                  <a:gd name="connsiteY2" fmla="*/ 3306 h 6345"/>
                  <a:gd name="connsiteX3" fmla="*/ 5644 w 6343"/>
                  <a:gd name="connsiteY3" fmla="*/ 1063 h 6345"/>
                  <a:gd name="connsiteX4" fmla="*/ 3401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50 h 6345"/>
                  <a:gd name="connsiteX8" fmla="*/ 340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9"/>
                    </a:moveTo>
                    <a:cubicBezTo>
                      <a:pt x="4242" y="6479"/>
                      <a:pt x="5049" y="6144"/>
                      <a:pt x="5644" y="5550"/>
                    </a:cubicBezTo>
                    <a:cubicBezTo>
                      <a:pt x="6239" y="4955"/>
                      <a:pt x="6573" y="4147"/>
                      <a:pt x="6573" y="3306"/>
                    </a:cubicBezTo>
                    <a:cubicBezTo>
                      <a:pt x="6573" y="2465"/>
                      <a:pt x="6239" y="1658"/>
                      <a:pt x="5644" y="1063"/>
                    </a:cubicBezTo>
                    <a:cubicBezTo>
                      <a:pt x="5049" y="468"/>
                      <a:pt x="4242" y="133"/>
                      <a:pt x="3401" y="133"/>
                    </a:cubicBezTo>
                    <a:cubicBezTo>
                      <a:pt x="2560" y="133"/>
                      <a:pt x="1753" y="468"/>
                      <a:pt x="1159" y="1063"/>
                    </a:cubicBezTo>
                    <a:cubicBezTo>
                      <a:pt x="564" y="1658"/>
                      <a:pt x="230" y="2465"/>
                      <a:pt x="230" y="3306"/>
                    </a:cubicBezTo>
                    <a:cubicBezTo>
                      <a:pt x="230" y="4147"/>
                      <a:pt x="564" y="4955"/>
                      <a:pt x="1159" y="5550"/>
                    </a:cubicBezTo>
                    <a:cubicBezTo>
                      <a:pt x="1753" y="6144"/>
                      <a:pt x="2560" y="6479"/>
                      <a:pt x="340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22" name="Freeform: Shape 16221">
                <a:extLst>
                  <a:ext uri="{FF2B5EF4-FFF2-40B4-BE49-F238E27FC236}">
                    <a16:creationId xmlns:a16="http://schemas.microsoft.com/office/drawing/2014/main" id="{112A6D4B-767A-2E5A-C40D-2F67CF3C5377}"/>
                  </a:ext>
                </a:extLst>
              </p:cNvPr>
              <p:cNvSpPr/>
              <p:nvPr/>
            </p:nvSpPr>
            <p:spPr>
              <a:xfrm>
                <a:off x="9323882" y="5172112"/>
                <a:ext cx="6343" cy="6345"/>
              </a:xfrm>
              <a:custGeom>
                <a:avLst/>
                <a:gdLst>
                  <a:gd name="connsiteX0" fmla="*/ 3401 w 6343"/>
                  <a:gd name="connsiteY0" fmla="*/ 6479 h 6345"/>
                  <a:gd name="connsiteX1" fmla="*/ 5644 w 6343"/>
                  <a:gd name="connsiteY1" fmla="*/ 5550 h 6345"/>
                  <a:gd name="connsiteX2" fmla="*/ 6573 w 6343"/>
                  <a:gd name="connsiteY2" fmla="*/ 3306 h 6345"/>
                  <a:gd name="connsiteX3" fmla="*/ 5644 w 6343"/>
                  <a:gd name="connsiteY3" fmla="*/ 1063 h 6345"/>
                  <a:gd name="connsiteX4" fmla="*/ 3401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50 h 6345"/>
                  <a:gd name="connsiteX8" fmla="*/ 340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9"/>
                    </a:moveTo>
                    <a:cubicBezTo>
                      <a:pt x="4242" y="6479"/>
                      <a:pt x="5049" y="6144"/>
                      <a:pt x="5644" y="5550"/>
                    </a:cubicBezTo>
                    <a:cubicBezTo>
                      <a:pt x="6239" y="4955"/>
                      <a:pt x="6573" y="4147"/>
                      <a:pt x="6573" y="3306"/>
                    </a:cubicBezTo>
                    <a:cubicBezTo>
                      <a:pt x="6573" y="2465"/>
                      <a:pt x="6239" y="1658"/>
                      <a:pt x="5644" y="1063"/>
                    </a:cubicBezTo>
                    <a:cubicBezTo>
                      <a:pt x="5049" y="468"/>
                      <a:pt x="4242" y="133"/>
                      <a:pt x="3401" y="133"/>
                    </a:cubicBezTo>
                    <a:cubicBezTo>
                      <a:pt x="2560" y="133"/>
                      <a:pt x="1753" y="468"/>
                      <a:pt x="1159" y="1063"/>
                    </a:cubicBezTo>
                    <a:cubicBezTo>
                      <a:pt x="564" y="1658"/>
                      <a:pt x="230" y="2465"/>
                      <a:pt x="230" y="3306"/>
                    </a:cubicBezTo>
                    <a:cubicBezTo>
                      <a:pt x="230" y="4147"/>
                      <a:pt x="564" y="4955"/>
                      <a:pt x="1159" y="5550"/>
                    </a:cubicBezTo>
                    <a:cubicBezTo>
                      <a:pt x="1753" y="6144"/>
                      <a:pt x="2560" y="6479"/>
                      <a:pt x="340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23" name="Freeform: Shape 16222">
                <a:extLst>
                  <a:ext uri="{FF2B5EF4-FFF2-40B4-BE49-F238E27FC236}">
                    <a16:creationId xmlns:a16="http://schemas.microsoft.com/office/drawing/2014/main" id="{28241109-2A01-70E4-4DCB-1EDE3B07CF9D}"/>
                  </a:ext>
                </a:extLst>
              </p:cNvPr>
              <p:cNvSpPr/>
              <p:nvPr/>
            </p:nvSpPr>
            <p:spPr>
              <a:xfrm>
                <a:off x="9325216" y="5171974"/>
                <a:ext cx="6343" cy="6345"/>
              </a:xfrm>
              <a:custGeom>
                <a:avLst/>
                <a:gdLst>
                  <a:gd name="connsiteX0" fmla="*/ 3401 w 6343"/>
                  <a:gd name="connsiteY0" fmla="*/ 6479 h 6345"/>
                  <a:gd name="connsiteX1" fmla="*/ 5644 w 6343"/>
                  <a:gd name="connsiteY1" fmla="*/ 5550 h 6345"/>
                  <a:gd name="connsiteX2" fmla="*/ 6573 w 6343"/>
                  <a:gd name="connsiteY2" fmla="*/ 3306 h 6345"/>
                  <a:gd name="connsiteX3" fmla="*/ 5644 w 6343"/>
                  <a:gd name="connsiteY3" fmla="*/ 1063 h 6345"/>
                  <a:gd name="connsiteX4" fmla="*/ 3401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50 h 6345"/>
                  <a:gd name="connsiteX8" fmla="*/ 340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9"/>
                    </a:moveTo>
                    <a:cubicBezTo>
                      <a:pt x="4243" y="6479"/>
                      <a:pt x="5049" y="6144"/>
                      <a:pt x="5644" y="5550"/>
                    </a:cubicBezTo>
                    <a:cubicBezTo>
                      <a:pt x="6239" y="4955"/>
                      <a:pt x="6573" y="4147"/>
                      <a:pt x="6573" y="3306"/>
                    </a:cubicBezTo>
                    <a:cubicBezTo>
                      <a:pt x="6573" y="2465"/>
                      <a:pt x="6239" y="1658"/>
                      <a:pt x="5644" y="1063"/>
                    </a:cubicBezTo>
                    <a:cubicBezTo>
                      <a:pt x="5049" y="468"/>
                      <a:pt x="4243" y="133"/>
                      <a:pt x="3401" y="133"/>
                    </a:cubicBezTo>
                    <a:cubicBezTo>
                      <a:pt x="2560" y="133"/>
                      <a:pt x="1754" y="468"/>
                      <a:pt x="1159" y="1063"/>
                    </a:cubicBezTo>
                    <a:cubicBezTo>
                      <a:pt x="564" y="1658"/>
                      <a:pt x="230" y="2465"/>
                      <a:pt x="230" y="3306"/>
                    </a:cubicBezTo>
                    <a:cubicBezTo>
                      <a:pt x="230" y="4147"/>
                      <a:pt x="564" y="4955"/>
                      <a:pt x="1159" y="5550"/>
                    </a:cubicBezTo>
                    <a:cubicBezTo>
                      <a:pt x="1754" y="6144"/>
                      <a:pt x="2560" y="6479"/>
                      <a:pt x="340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24" name="Freeform: Shape 16223">
                <a:extLst>
                  <a:ext uri="{FF2B5EF4-FFF2-40B4-BE49-F238E27FC236}">
                    <a16:creationId xmlns:a16="http://schemas.microsoft.com/office/drawing/2014/main" id="{16A5EDC8-AC54-B718-29CD-9E0C64B1411C}"/>
                  </a:ext>
                </a:extLst>
              </p:cNvPr>
              <p:cNvSpPr/>
              <p:nvPr/>
            </p:nvSpPr>
            <p:spPr>
              <a:xfrm>
                <a:off x="9326340" y="5171631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49" y="6144"/>
                      <a:pt x="5644" y="5549"/>
                    </a:cubicBezTo>
                    <a:cubicBezTo>
                      <a:pt x="6239" y="4955"/>
                      <a:pt x="6573" y="4147"/>
                      <a:pt x="6573" y="3306"/>
                    </a:cubicBezTo>
                    <a:cubicBezTo>
                      <a:pt x="6573" y="2465"/>
                      <a:pt x="6239" y="1658"/>
                      <a:pt x="5644" y="1063"/>
                    </a:cubicBezTo>
                    <a:cubicBezTo>
                      <a:pt x="5049" y="468"/>
                      <a:pt x="4243" y="133"/>
                      <a:pt x="3402" y="133"/>
                    </a:cubicBezTo>
                    <a:cubicBezTo>
                      <a:pt x="2560" y="133"/>
                      <a:pt x="1754" y="468"/>
                      <a:pt x="1159" y="1063"/>
                    </a:cubicBezTo>
                    <a:cubicBezTo>
                      <a:pt x="564" y="1658"/>
                      <a:pt x="230" y="2465"/>
                      <a:pt x="230" y="3306"/>
                    </a:cubicBezTo>
                    <a:cubicBezTo>
                      <a:pt x="230" y="4147"/>
                      <a:pt x="564" y="4955"/>
                      <a:pt x="1159" y="5549"/>
                    </a:cubicBezTo>
                    <a:cubicBezTo>
                      <a:pt x="1754" y="6144"/>
                      <a:pt x="2560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25" name="Freeform: Shape 16224">
                <a:extLst>
                  <a:ext uri="{FF2B5EF4-FFF2-40B4-BE49-F238E27FC236}">
                    <a16:creationId xmlns:a16="http://schemas.microsoft.com/office/drawing/2014/main" id="{C012153B-7FBB-3004-89FA-7C5D7D0CAA87}"/>
                  </a:ext>
                </a:extLst>
              </p:cNvPr>
              <p:cNvSpPr/>
              <p:nvPr/>
            </p:nvSpPr>
            <p:spPr>
              <a:xfrm>
                <a:off x="9327669" y="5171515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49" y="6144"/>
                      <a:pt x="5644" y="5549"/>
                    </a:cubicBezTo>
                    <a:cubicBezTo>
                      <a:pt x="6239" y="4955"/>
                      <a:pt x="6573" y="4147"/>
                      <a:pt x="6573" y="3306"/>
                    </a:cubicBezTo>
                    <a:cubicBezTo>
                      <a:pt x="6573" y="2465"/>
                      <a:pt x="6239" y="1658"/>
                      <a:pt x="5644" y="1063"/>
                    </a:cubicBezTo>
                    <a:cubicBezTo>
                      <a:pt x="5049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3"/>
                    </a:cubicBezTo>
                    <a:cubicBezTo>
                      <a:pt x="564" y="1658"/>
                      <a:pt x="230" y="2465"/>
                      <a:pt x="230" y="3306"/>
                    </a:cubicBezTo>
                    <a:cubicBezTo>
                      <a:pt x="230" y="4147"/>
                      <a:pt x="564" y="4955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26" name="Freeform: Shape 16225">
                <a:extLst>
                  <a:ext uri="{FF2B5EF4-FFF2-40B4-BE49-F238E27FC236}">
                    <a16:creationId xmlns:a16="http://schemas.microsoft.com/office/drawing/2014/main" id="{26447CEC-81AD-5E96-04B1-F8FB0710EBFC}"/>
                  </a:ext>
                </a:extLst>
              </p:cNvPr>
              <p:cNvSpPr/>
              <p:nvPr/>
            </p:nvSpPr>
            <p:spPr>
              <a:xfrm>
                <a:off x="9328954" y="5171366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8"/>
                      <a:pt x="5644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3"/>
                    </a:cubicBezTo>
                    <a:cubicBezTo>
                      <a:pt x="564" y="1658"/>
                      <a:pt x="230" y="2465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27" name="Freeform: Shape 16226">
                <a:extLst>
                  <a:ext uri="{FF2B5EF4-FFF2-40B4-BE49-F238E27FC236}">
                    <a16:creationId xmlns:a16="http://schemas.microsoft.com/office/drawing/2014/main" id="{CAFB8BEA-7515-2360-19A0-B392F8F59E52}"/>
                  </a:ext>
                </a:extLst>
              </p:cNvPr>
              <p:cNvSpPr/>
              <p:nvPr/>
            </p:nvSpPr>
            <p:spPr>
              <a:xfrm>
                <a:off x="9329871" y="5170835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8"/>
                      <a:pt x="5644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3"/>
                    </a:cubicBezTo>
                    <a:cubicBezTo>
                      <a:pt x="564" y="1658"/>
                      <a:pt x="230" y="2465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28" name="Freeform: Shape 16227">
                <a:extLst>
                  <a:ext uri="{FF2B5EF4-FFF2-40B4-BE49-F238E27FC236}">
                    <a16:creationId xmlns:a16="http://schemas.microsoft.com/office/drawing/2014/main" id="{D3502C6D-780D-A3B4-2C3D-8D7B4735A620}"/>
                  </a:ext>
                </a:extLst>
              </p:cNvPr>
              <p:cNvSpPr/>
              <p:nvPr/>
            </p:nvSpPr>
            <p:spPr>
              <a:xfrm>
                <a:off x="9331598" y="5171191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3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59 w 6343"/>
                  <a:gd name="connsiteY5" fmla="*/ 1063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5"/>
                      <a:pt x="6239" y="1658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3"/>
                    </a:cubicBezTo>
                    <a:cubicBezTo>
                      <a:pt x="565" y="1658"/>
                      <a:pt x="230" y="2465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29" name="Freeform: Shape 16228">
                <a:extLst>
                  <a:ext uri="{FF2B5EF4-FFF2-40B4-BE49-F238E27FC236}">
                    <a16:creationId xmlns:a16="http://schemas.microsoft.com/office/drawing/2014/main" id="{B319084F-FCF7-2F2F-7BB6-B8E25FD37BFB}"/>
                  </a:ext>
                </a:extLst>
              </p:cNvPr>
              <p:cNvSpPr/>
              <p:nvPr/>
            </p:nvSpPr>
            <p:spPr>
              <a:xfrm>
                <a:off x="9331992" y="5170103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39" y="4954"/>
                      <a:pt x="6574" y="4147"/>
                      <a:pt x="6574" y="3306"/>
                    </a:cubicBezTo>
                    <a:cubicBezTo>
                      <a:pt x="6574" y="2465"/>
                      <a:pt x="6239" y="1657"/>
                      <a:pt x="5645" y="1062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59" y="1062"/>
                    </a:cubicBezTo>
                    <a:cubicBezTo>
                      <a:pt x="565" y="1657"/>
                      <a:pt x="230" y="2465"/>
                      <a:pt x="230" y="3306"/>
                    </a:cubicBezTo>
                    <a:cubicBezTo>
                      <a:pt x="230" y="4147"/>
                      <a:pt x="565" y="4954"/>
                      <a:pt x="1159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30" name="Freeform: Shape 16229">
                <a:extLst>
                  <a:ext uri="{FF2B5EF4-FFF2-40B4-BE49-F238E27FC236}">
                    <a16:creationId xmlns:a16="http://schemas.microsoft.com/office/drawing/2014/main" id="{CFF8597A-7B8B-3D9F-DB11-79F099323709}"/>
                  </a:ext>
                </a:extLst>
              </p:cNvPr>
              <p:cNvSpPr/>
              <p:nvPr/>
            </p:nvSpPr>
            <p:spPr>
              <a:xfrm>
                <a:off x="9334308" y="5171151"/>
                <a:ext cx="6343" cy="6345"/>
              </a:xfrm>
              <a:custGeom>
                <a:avLst/>
                <a:gdLst>
                  <a:gd name="connsiteX0" fmla="*/ 3402 w 6343"/>
                  <a:gd name="connsiteY0" fmla="*/ 6479 h 6345"/>
                  <a:gd name="connsiteX1" fmla="*/ 5645 w 6343"/>
                  <a:gd name="connsiteY1" fmla="*/ 5549 h 6345"/>
                  <a:gd name="connsiteX2" fmla="*/ 6574 w 6343"/>
                  <a:gd name="connsiteY2" fmla="*/ 3306 h 6345"/>
                  <a:gd name="connsiteX3" fmla="*/ 5645 w 6343"/>
                  <a:gd name="connsiteY3" fmla="*/ 1063 h 6345"/>
                  <a:gd name="connsiteX4" fmla="*/ 3402 w 6343"/>
                  <a:gd name="connsiteY4" fmla="*/ 133 h 6345"/>
                  <a:gd name="connsiteX5" fmla="*/ 1160 w 6343"/>
                  <a:gd name="connsiteY5" fmla="*/ 1063 h 6345"/>
                  <a:gd name="connsiteX6" fmla="*/ 231 w 6343"/>
                  <a:gd name="connsiteY6" fmla="*/ 3306 h 6345"/>
                  <a:gd name="connsiteX7" fmla="*/ 1160 w 6343"/>
                  <a:gd name="connsiteY7" fmla="*/ 5549 h 6345"/>
                  <a:gd name="connsiteX8" fmla="*/ 340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9"/>
                    </a:moveTo>
                    <a:cubicBezTo>
                      <a:pt x="4243" y="6479"/>
                      <a:pt x="5050" y="6144"/>
                      <a:pt x="5645" y="5549"/>
                    </a:cubicBezTo>
                    <a:cubicBezTo>
                      <a:pt x="6240" y="4954"/>
                      <a:pt x="6574" y="4147"/>
                      <a:pt x="6574" y="3306"/>
                    </a:cubicBezTo>
                    <a:cubicBezTo>
                      <a:pt x="6574" y="2465"/>
                      <a:pt x="6240" y="1658"/>
                      <a:pt x="5645" y="1063"/>
                    </a:cubicBezTo>
                    <a:cubicBezTo>
                      <a:pt x="5050" y="468"/>
                      <a:pt x="4243" y="133"/>
                      <a:pt x="3402" y="133"/>
                    </a:cubicBezTo>
                    <a:cubicBezTo>
                      <a:pt x="2561" y="133"/>
                      <a:pt x="1754" y="468"/>
                      <a:pt x="1160" y="1063"/>
                    </a:cubicBezTo>
                    <a:cubicBezTo>
                      <a:pt x="565" y="1658"/>
                      <a:pt x="231" y="2465"/>
                      <a:pt x="231" y="3306"/>
                    </a:cubicBezTo>
                    <a:cubicBezTo>
                      <a:pt x="231" y="4147"/>
                      <a:pt x="565" y="4954"/>
                      <a:pt x="1160" y="5549"/>
                    </a:cubicBezTo>
                    <a:cubicBezTo>
                      <a:pt x="1754" y="6144"/>
                      <a:pt x="2561" y="6479"/>
                      <a:pt x="340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31" name="Freeform: Shape 16230">
                <a:extLst>
                  <a:ext uri="{FF2B5EF4-FFF2-40B4-BE49-F238E27FC236}">
                    <a16:creationId xmlns:a16="http://schemas.microsoft.com/office/drawing/2014/main" id="{606F2B64-34D1-CA41-9D05-D3DF180EC01A}"/>
                  </a:ext>
                </a:extLst>
              </p:cNvPr>
              <p:cNvSpPr/>
              <p:nvPr/>
            </p:nvSpPr>
            <p:spPr>
              <a:xfrm>
                <a:off x="9348316" y="5171020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4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5"/>
                      <a:pt x="6241" y="1658"/>
                      <a:pt x="5646" y="1063"/>
                    </a:cubicBezTo>
                    <a:cubicBezTo>
                      <a:pt x="5051" y="468"/>
                      <a:pt x="4244" y="133"/>
                      <a:pt x="3403" y="133"/>
                    </a:cubicBezTo>
                    <a:cubicBezTo>
                      <a:pt x="2562" y="133"/>
                      <a:pt x="1755" y="468"/>
                      <a:pt x="1161" y="1063"/>
                    </a:cubicBezTo>
                    <a:cubicBezTo>
                      <a:pt x="566" y="1658"/>
                      <a:pt x="232" y="2465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5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32" name="Freeform: Shape 16231">
                <a:extLst>
                  <a:ext uri="{FF2B5EF4-FFF2-40B4-BE49-F238E27FC236}">
                    <a16:creationId xmlns:a16="http://schemas.microsoft.com/office/drawing/2014/main" id="{42EB99D2-FA30-C66C-CA46-151FE3B1F515}"/>
                  </a:ext>
                </a:extLst>
              </p:cNvPr>
              <p:cNvSpPr/>
              <p:nvPr/>
            </p:nvSpPr>
            <p:spPr>
              <a:xfrm>
                <a:off x="9350302" y="5170468"/>
                <a:ext cx="6343" cy="6345"/>
              </a:xfrm>
              <a:custGeom>
                <a:avLst/>
                <a:gdLst>
                  <a:gd name="connsiteX0" fmla="*/ 3403 w 6343"/>
                  <a:gd name="connsiteY0" fmla="*/ 6479 h 6345"/>
                  <a:gd name="connsiteX1" fmla="*/ 5646 w 6343"/>
                  <a:gd name="connsiteY1" fmla="*/ 5549 h 6345"/>
                  <a:gd name="connsiteX2" fmla="*/ 6575 w 6343"/>
                  <a:gd name="connsiteY2" fmla="*/ 3306 h 6345"/>
                  <a:gd name="connsiteX3" fmla="*/ 5646 w 6343"/>
                  <a:gd name="connsiteY3" fmla="*/ 1063 h 6345"/>
                  <a:gd name="connsiteX4" fmla="*/ 3403 w 6343"/>
                  <a:gd name="connsiteY4" fmla="*/ 133 h 6345"/>
                  <a:gd name="connsiteX5" fmla="*/ 1161 w 6343"/>
                  <a:gd name="connsiteY5" fmla="*/ 1063 h 6345"/>
                  <a:gd name="connsiteX6" fmla="*/ 232 w 6343"/>
                  <a:gd name="connsiteY6" fmla="*/ 3306 h 6345"/>
                  <a:gd name="connsiteX7" fmla="*/ 1161 w 6343"/>
                  <a:gd name="connsiteY7" fmla="*/ 5549 h 6345"/>
                  <a:gd name="connsiteX8" fmla="*/ 340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9"/>
                    </a:moveTo>
                    <a:cubicBezTo>
                      <a:pt x="4245" y="6479"/>
                      <a:pt x="5051" y="6144"/>
                      <a:pt x="5646" y="5549"/>
                    </a:cubicBezTo>
                    <a:cubicBezTo>
                      <a:pt x="6241" y="4954"/>
                      <a:pt x="6575" y="4147"/>
                      <a:pt x="6575" y="3306"/>
                    </a:cubicBezTo>
                    <a:cubicBezTo>
                      <a:pt x="6575" y="2465"/>
                      <a:pt x="6241" y="1657"/>
                      <a:pt x="5646" y="1063"/>
                    </a:cubicBezTo>
                    <a:cubicBezTo>
                      <a:pt x="5051" y="468"/>
                      <a:pt x="4245" y="133"/>
                      <a:pt x="3403" y="133"/>
                    </a:cubicBezTo>
                    <a:cubicBezTo>
                      <a:pt x="2562" y="133"/>
                      <a:pt x="1756" y="468"/>
                      <a:pt x="1161" y="1063"/>
                    </a:cubicBezTo>
                    <a:cubicBezTo>
                      <a:pt x="566" y="1657"/>
                      <a:pt x="232" y="2465"/>
                      <a:pt x="232" y="3306"/>
                    </a:cubicBezTo>
                    <a:cubicBezTo>
                      <a:pt x="232" y="4147"/>
                      <a:pt x="566" y="4954"/>
                      <a:pt x="1161" y="5549"/>
                    </a:cubicBezTo>
                    <a:cubicBezTo>
                      <a:pt x="1756" y="6144"/>
                      <a:pt x="2562" y="6479"/>
                      <a:pt x="340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33" name="Freeform: Shape 16232">
                <a:extLst>
                  <a:ext uri="{FF2B5EF4-FFF2-40B4-BE49-F238E27FC236}">
                    <a16:creationId xmlns:a16="http://schemas.microsoft.com/office/drawing/2014/main" id="{CAD0E0EB-04AE-229B-36F0-2C21928ACBA4}"/>
                  </a:ext>
                </a:extLst>
              </p:cNvPr>
              <p:cNvSpPr/>
              <p:nvPr/>
            </p:nvSpPr>
            <p:spPr>
              <a:xfrm>
                <a:off x="9341690" y="5102039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1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1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2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34" name="Freeform: Shape 16233">
                <a:extLst>
                  <a:ext uri="{FF2B5EF4-FFF2-40B4-BE49-F238E27FC236}">
                    <a16:creationId xmlns:a16="http://schemas.microsoft.com/office/drawing/2014/main" id="{477028D1-5152-056F-E123-C4E7BBC67D5C}"/>
                  </a:ext>
                </a:extLst>
              </p:cNvPr>
              <p:cNvSpPr/>
              <p:nvPr/>
            </p:nvSpPr>
            <p:spPr>
              <a:xfrm>
                <a:off x="9343037" y="5101729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5 w 6343"/>
                  <a:gd name="connsiteY1" fmla="*/ 5544 h 6345"/>
                  <a:gd name="connsiteX2" fmla="*/ 6574 w 6343"/>
                  <a:gd name="connsiteY2" fmla="*/ 3301 h 6345"/>
                  <a:gd name="connsiteX3" fmla="*/ 5645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1" y="6139"/>
                      <a:pt x="5645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59"/>
                      <a:pt x="6240" y="1652"/>
                      <a:pt x="5645" y="1057"/>
                    </a:cubicBezTo>
                    <a:cubicBezTo>
                      <a:pt x="5051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5" y="1652"/>
                      <a:pt x="231" y="2459"/>
                      <a:pt x="231" y="3301"/>
                    </a:cubicBezTo>
                    <a:cubicBezTo>
                      <a:pt x="231" y="4142"/>
                      <a:pt x="565" y="4949"/>
                      <a:pt x="1160" y="5544"/>
                    </a:cubicBezTo>
                    <a:cubicBezTo>
                      <a:pt x="1755" y="6139"/>
                      <a:pt x="2562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35" name="Freeform: Shape 16234">
                <a:extLst>
                  <a:ext uri="{FF2B5EF4-FFF2-40B4-BE49-F238E27FC236}">
                    <a16:creationId xmlns:a16="http://schemas.microsoft.com/office/drawing/2014/main" id="{349003D1-4F5F-1405-A035-F85309ABCA79}"/>
                  </a:ext>
                </a:extLst>
              </p:cNvPr>
              <p:cNvSpPr/>
              <p:nvPr/>
            </p:nvSpPr>
            <p:spPr>
              <a:xfrm>
                <a:off x="9344355" y="5101376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6 w 6343"/>
                  <a:gd name="connsiteY1" fmla="*/ 5544 h 6345"/>
                  <a:gd name="connsiteX2" fmla="*/ 6574 w 6343"/>
                  <a:gd name="connsiteY2" fmla="*/ 3301 h 6345"/>
                  <a:gd name="connsiteX3" fmla="*/ 5646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1 w 6343"/>
                  <a:gd name="connsiteY6" fmla="*/ 3301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1" y="6139"/>
                      <a:pt x="5646" y="5544"/>
                    </a:cubicBezTo>
                    <a:cubicBezTo>
                      <a:pt x="6240" y="4949"/>
                      <a:pt x="6574" y="4142"/>
                      <a:pt x="6574" y="3301"/>
                    </a:cubicBezTo>
                    <a:cubicBezTo>
                      <a:pt x="6574" y="2459"/>
                      <a:pt x="6240" y="1652"/>
                      <a:pt x="5646" y="1057"/>
                    </a:cubicBezTo>
                    <a:cubicBezTo>
                      <a:pt x="5051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6" y="1652"/>
                      <a:pt x="231" y="2459"/>
                      <a:pt x="231" y="3301"/>
                    </a:cubicBezTo>
                    <a:cubicBezTo>
                      <a:pt x="231" y="4142"/>
                      <a:pt x="566" y="4949"/>
                      <a:pt x="1160" y="5544"/>
                    </a:cubicBezTo>
                    <a:cubicBezTo>
                      <a:pt x="1755" y="6139"/>
                      <a:pt x="2562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36" name="Freeform: Shape 16235">
                <a:extLst>
                  <a:ext uri="{FF2B5EF4-FFF2-40B4-BE49-F238E27FC236}">
                    <a16:creationId xmlns:a16="http://schemas.microsoft.com/office/drawing/2014/main" id="{10F59DF0-6725-C1D0-2044-09F23DF7AD84}"/>
                  </a:ext>
                </a:extLst>
              </p:cNvPr>
              <p:cNvSpPr/>
              <p:nvPr/>
            </p:nvSpPr>
            <p:spPr>
              <a:xfrm>
                <a:off x="9346327" y="5102308"/>
                <a:ext cx="6343" cy="6345"/>
              </a:xfrm>
              <a:custGeom>
                <a:avLst/>
                <a:gdLst>
                  <a:gd name="connsiteX0" fmla="*/ 3403 w 6343"/>
                  <a:gd name="connsiteY0" fmla="*/ 6473 h 6345"/>
                  <a:gd name="connsiteX1" fmla="*/ 5646 w 6343"/>
                  <a:gd name="connsiteY1" fmla="*/ 5544 h 6345"/>
                  <a:gd name="connsiteX2" fmla="*/ 6575 w 6343"/>
                  <a:gd name="connsiteY2" fmla="*/ 3301 h 6345"/>
                  <a:gd name="connsiteX3" fmla="*/ 5646 w 6343"/>
                  <a:gd name="connsiteY3" fmla="*/ 1057 h 6345"/>
                  <a:gd name="connsiteX4" fmla="*/ 3403 w 6343"/>
                  <a:gd name="connsiteY4" fmla="*/ 128 h 6345"/>
                  <a:gd name="connsiteX5" fmla="*/ 1160 w 6343"/>
                  <a:gd name="connsiteY5" fmla="*/ 1057 h 6345"/>
                  <a:gd name="connsiteX6" fmla="*/ 232 w 6343"/>
                  <a:gd name="connsiteY6" fmla="*/ 3301 h 6345"/>
                  <a:gd name="connsiteX7" fmla="*/ 1160 w 6343"/>
                  <a:gd name="connsiteY7" fmla="*/ 5544 h 6345"/>
                  <a:gd name="connsiteX8" fmla="*/ 3403 w 6343"/>
                  <a:gd name="connsiteY8" fmla="*/ 6473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3"/>
                    </a:moveTo>
                    <a:cubicBezTo>
                      <a:pt x="4244" y="6473"/>
                      <a:pt x="5051" y="6139"/>
                      <a:pt x="5646" y="5544"/>
                    </a:cubicBezTo>
                    <a:cubicBezTo>
                      <a:pt x="6240" y="4949"/>
                      <a:pt x="6575" y="4142"/>
                      <a:pt x="6575" y="3301"/>
                    </a:cubicBezTo>
                    <a:cubicBezTo>
                      <a:pt x="6575" y="2459"/>
                      <a:pt x="6240" y="1652"/>
                      <a:pt x="5646" y="1057"/>
                    </a:cubicBezTo>
                    <a:cubicBezTo>
                      <a:pt x="5051" y="462"/>
                      <a:pt x="4244" y="128"/>
                      <a:pt x="3403" y="128"/>
                    </a:cubicBezTo>
                    <a:cubicBezTo>
                      <a:pt x="2562" y="128"/>
                      <a:pt x="1755" y="462"/>
                      <a:pt x="1160" y="1057"/>
                    </a:cubicBezTo>
                    <a:cubicBezTo>
                      <a:pt x="566" y="1652"/>
                      <a:pt x="232" y="2459"/>
                      <a:pt x="232" y="3301"/>
                    </a:cubicBezTo>
                    <a:cubicBezTo>
                      <a:pt x="232" y="4142"/>
                      <a:pt x="566" y="4949"/>
                      <a:pt x="1160" y="5544"/>
                    </a:cubicBezTo>
                    <a:cubicBezTo>
                      <a:pt x="1755" y="6139"/>
                      <a:pt x="2562" y="6473"/>
                      <a:pt x="3403" y="6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37" name="Freeform: Shape 16236">
                <a:extLst>
                  <a:ext uri="{FF2B5EF4-FFF2-40B4-BE49-F238E27FC236}">
                    <a16:creationId xmlns:a16="http://schemas.microsoft.com/office/drawing/2014/main" id="{B779F06A-4E01-A377-17BA-F41D4E94BBBC}"/>
                  </a:ext>
                </a:extLst>
              </p:cNvPr>
              <p:cNvSpPr/>
              <p:nvPr/>
            </p:nvSpPr>
            <p:spPr>
              <a:xfrm>
                <a:off x="9389635" y="517068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7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7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38" name="Freeform: Shape 16237">
                <a:extLst>
                  <a:ext uri="{FF2B5EF4-FFF2-40B4-BE49-F238E27FC236}">
                    <a16:creationId xmlns:a16="http://schemas.microsoft.com/office/drawing/2014/main" id="{49C424F0-2BB6-C15F-1D4E-E77896D44324}"/>
                  </a:ext>
                </a:extLst>
              </p:cNvPr>
              <p:cNvSpPr/>
              <p:nvPr/>
            </p:nvSpPr>
            <p:spPr>
              <a:xfrm>
                <a:off x="9391528" y="517090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39" name="Freeform: Shape 16238">
                <a:extLst>
                  <a:ext uri="{FF2B5EF4-FFF2-40B4-BE49-F238E27FC236}">
                    <a16:creationId xmlns:a16="http://schemas.microsoft.com/office/drawing/2014/main" id="{287815E4-BDD5-8F8F-3C4C-31F2FB777F13}"/>
                  </a:ext>
                </a:extLst>
              </p:cNvPr>
              <p:cNvSpPr/>
              <p:nvPr/>
            </p:nvSpPr>
            <p:spPr>
              <a:xfrm>
                <a:off x="9392423" y="517091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40" name="Freeform: Shape 16239">
                <a:extLst>
                  <a:ext uri="{FF2B5EF4-FFF2-40B4-BE49-F238E27FC236}">
                    <a16:creationId xmlns:a16="http://schemas.microsoft.com/office/drawing/2014/main" id="{6D7CC3A7-30E9-0B65-D903-79C0B90F1B52}"/>
                  </a:ext>
                </a:extLst>
              </p:cNvPr>
              <p:cNvSpPr/>
              <p:nvPr/>
            </p:nvSpPr>
            <p:spPr>
              <a:xfrm>
                <a:off x="9394231" y="517313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41" name="Freeform: Shape 16240">
                <a:extLst>
                  <a:ext uri="{FF2B5EF4-FFF2-40B4-BE49-F238E27FC236}">
                    <a16:creationId xmlns:a16="http://schemas.microsoft.com/office/drawing/2014/main" id="{DF1A7D0D-AA4A-3E5E-E72B-0CC191EB05DF}"/>
                  </a:ext>
                </a:extLst>
              </p:cNvPr>
              <p:cNvSpPr/>
              <p:nvPr/>
            </p:nvSpPr>
            <p:spPr>
              <a:xfrm>
                <a:off x="9394906" y="517266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8"/>
                      <a:pt x="570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42" name="Freeform: Shape 16241">
                <a:extLst>
                  <a:ext uri="{FF2B5EF4-FFF2-40B4-BE49-F238E27FC236}">
                    <a16:creationId xmlns:a16="http://schemas.microsoft.com/office/drawing/2014/main" id="{4295788A-4F0C-90FC-77FD-93C704F0D9F4}"/>
                  </a:ext>
                </a:extLst>
              </p:cNvPr>
              <p:cNvSpPr/>
              <p:nvPr/>
            </p:nvSpPr>
            <p:spPr>
              <a:xfrm>
                <a:off x="9395717" y="517252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4" y="4955"/>
                      <a:pt x="6579" y="4148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8"/>
                      <a:pt x="570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43" name="Freeform: Shape 16242">
                <a:extLst>
                  <a:ext uri="{FF2B5EF4-FFF2-40B4-BE49-F238E27FC236}">
                    <a16:creationId xmlns:a16="http://schemas.microsoft.com/office/drawing/2014/main" id="{B9A7BAA1-7313-9696-157F-6AC86D2F2A17}"/>
                  </a:ext>
                </a:extLst>
              </p:cNvPr>
              <p:cNvSpPr/>
              <p:nvPr/>
            </p:nvSpPr>
            <p:spPr>
              <a:xfrm>
                <a:off x="9396507" y="517234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4" y="4955"/>
                      <a:pt x="6579" y="4148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8"/>
                      <a:pt x="570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44" name="Freeform: Shape 16243">
                <a:extLst>
                  <a:ext uri="{FF2B5EF4-FFF2-40B4-BE49-F238E27FC236}">
                    <a16:creationId xmlns:a16="http://schemas.microsoft.com/office/drawing/2014/main" id="{484F8819-4B8A-3CD0-3DEB-581F1C5E1DE3}"/>
                  </a:ext>
                </a:extLst>
              </p:cNvPr>
              <p:cNvSpPr/>
              <p:nvPr/>
            </p:nvSpPr>
            <p:spPr>
              <a:xfrm>
                <a:off x="9397297" y="517216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6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9" y="4148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45" name="Freeform: Shape 16244">
                <a:extLst>
                  <a:ext uri="{FF2B5EF4-FFF2-40B4-BE49-F238E27FC236}">
                    <a16:creationId xmlns:a16="http://schemas.microsoft.com/office/drawing/2014/main" id="{9120F7EA-B85E-247C-E5DB-0FCA570FE242}"/>
                  </a:ext>
                </a:extLst>
              </p:cNvPr>
              <p:cNvSpPr/>
              <p:nvPr/>
            </p:nvSpPr>
            <p:spPr>
              <a:xfrm>
                <a:off x="9398130" y="517209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46" name="Freeform: Shape 16245">
                <a:extLst>
                  <a:ext uri="{FF2B5EF4-FFF2-40B4-BE49-F238E27FC236}">
                    <a16:creationId xmlns:a16="http://schemas.microsoft.com/office/drawing/2014/main" id="{40081466-59FE-F847-B1E5-70C9D8817E70}"/>
                  </a:ext>
                </a:extLst>
              </p:cNvPr>
              <p:cNvSpPr/>
              <p:nvPr/>
            </p:nvSpPr>
            <p:spPr>
              <a:xfrm>
                <a:off x="9398962" y="517203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47" name="Freeform: Shape 16246">
                <a:extLst>
                  <a:ext uri="{FF2B5EF4-FFF2-40B4-BE49-F238E27FC236}">
                    <a16:creationId xmlns:a16="http://schemas.microsoft.com/office/drawing/2014/main" id="{C686EB0C-E699-25BE-0323-D1CE4822A06A}"/>
                  </a:ext>
                </a:extLst>
              </p:cNvPr>
              <p:cNvSpPr/>
              <p:nvPr/>
            </p:nvSpPr>
            <p:spPr>
              <a:xfrm>
                <a:off x="9399854" y="517215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48" name="Freeform: Shape 16247">
                <a:extLst>
                  <a:ext uri="{FF2B5EF4-FFF2-40B4-BE49-F238E27FC236}">
                    <a16:creationId xmlns:a16="http://schemas.microsoft.com/office/drawing/2014/main" id="{9143DAD3-A91F-732C-0DC4-3F75AA90F71E}"/>
                  </a:ext>
                </a:extLst>
              </p:cNvPr>
              <p:cNvSpPr/>
              <p:nvPr/>
            </p:nvSpPr>
            <p:spPr>
              <a:xfrm>
                <a:off x="9400723" y="517222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49" name="Freeform: Shape 16248">
                <a:extLst>
                  <a:ext uri="{FF2B5EF4-FFF2-40B4-BE49-F238E27FC236}">
                    <a16:creationId xmlns:a16="http://schemas.microsoft.com/office/drawing/2014/main" id="{4498C2ED-8C70-7CB8-027D-2F3FFB294B47}"/>
                  </a:ext>
                </a:extLst>
              </p:cNvPr>
              <p:cNvSpPr/>
              <p:nvPr/>
            </p:nvSpPr>
            <p:spPr>
              <a:xfrm>
                <a:off x="9401570" y="517223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50" name="Freeform: Shape 16249">
                <a:extLst>
                  <a:ext uri="{FF2B5EF4-FFF2-40B4-BE49-F238E27FC236}">
                    <a16:creationId xmlns:a16="http://schemas.microsoft.com/office/drawing/2014/main" id="{AF8C1B02-6C9A-4521-30BA-59CE1C067600}"/>
                  </a:ext>
                </a:extLst>
              </p:cNvPr>
              <p:cNvSpPr/>
              <p:nvPr/>
            </p:nvSpPr>
            <p:spPr>
              <a:xfrm>
                <a:off x="9402434" y="517231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5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5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51" name="Freeform: Shape 16250">
                <a:extLst>
                  <a:ext uri="{FF2B5EF4-FFF2-40B4-BE49-F238E27FC236}">
                    <a16:creationId xmlns:a16="http://schemas.microsoft.com/office/drawing/2014/main" id="{917B242A-83B2-0748-B24E-9A911C3BB9CD}"/>
                  </a:ext>
                </a:extLst>
              </p:cNvPr>
              <p:cNvSpPr/>
              <p:nvPr/>
            </p:nvSpPr>
            <p:spPr>
              <a:xfrm>
                <a:off x="9403238" y="517223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52" name="Freeform: Shape 16251">
                <a:extLst>
                  <a:ext uri="{FF2B5EF4-FFF2-40B4-BE49-F238E27FC236}">
                    <a16:creationId xmlns:a16="http://schemas.microsoft.com/office/drawing/2014/main" id="{436DE54A-F16B-B47A-681F-7DB194AF3B89}"/>
                  </a:ext>
                </a:extLst>
              </p:cNvPr>
              <p:cNvSpPr/>
              <p:nvPr/>
            </p:nvSpPr>
            <p:spPr>
              <a:xfrm>
                <a:off x="9404042" y="517215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53" name="Freeform: Shape 16252">
                <a:extLst>
                  <a:ext uri="{FF2B5EF4-FFF2-40B4-BE49-F238E27FC236}">
                    <a16:creationId xmlns:a16="http://schemas.microsoft.com/office/drawing/2014/main" id="{14F23A83-2141-0812-2325-85740DF2CE21}"/>
                  </a:ext>
                </a:extLst>
              </p:cNvPr>
              <p:cNvSpPr/>
              <p:nvPr/>
            </p:nvSpPr>
            <p:spPr>
              <a:xfrm>
                <a:off x="9405066" y="517275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5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5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54" name="Freeform: Shape 16253">
                <a:extLst>
                  <a:ext uri="{FF2B5EF4-FFF2-40B4-BE49-F238E27FC236}">
                    <a16:creationId xmlns:a16="http://schemas.microsoft.com/office/drawing/2014/main" id="{CEB108A5-DCDE-7FE9-3DE2-F0F6AB10379B}"/>
                  </a:ext>
                </a:extLst>
              </p:cNvPr>
              <p:cNvSpPr/>
              <p:nvPr/>
            </p:nvSpPr>
            <p:spPr>
              <a:xfrm>
                <a:off x="9406081" y="517337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5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5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55" name="Freeform: Shape 16254">
                <a:extLst>
                  <a:ext uri="{FF2B5EF4-FFF2-40B4-BE49-F238E27FC236}">
                    <a16:creationId xmlns:a16="http://schemas.microsoft.com/office/drawing/2014/main" id="{B1A35FB8-123E-6555-D4C4-6326B550BF0E}"/>
                  </a:ext>
                </a:extLst>
              </p:cNvPr>
              <p:cNvSpPr/>
              <p:nvPr/>
            </p:nvSpPr>
            <p:spPr>
              <a:xfrm>
                <a:off x="9406663" y="517262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5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5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56" name="Freeform: Shape 16255">
                <a:extLst>
                  <a:ext uri="{FF2B5EF4-FFF2-40B4-BE49-F238E27FC236}">
                    <a16:creationId xmlns:a16="http://schemas.microsoft.com/office/drawing/2014/main" id="{7198F146-3FE0-66E8-C4C0-8BCE7EDF1978}"/>
                  </a:ext>
                </a:extLst>
              </p:cNvPr>
              <p:cNvSpPr/>
              <p:nvPr/>
            </p:nvSpPr>
            <p:spPr>
              <a:xfrm>
                <a:off x="9393704" y="5055078"/>
                <a:ext cx="6343" cy="6345"/>
              </a:xfrm>
              <a:custGeom>
                <a:avLst/>
                <a:gdLst>
                  <a:gd name="connsiteX0" fmla="*/ 3407 w 6343"/>
                  <a:gd name="connsiteY0" fmla="*/ 6470 h 6345"/>
                  <a:gd name="connsiteX1" fmla="*/ 5649 w 6343"/>
                  <a:gd name="connsiteY1" fmla="*/ 5540 h 6345"/>
                  <a:gd name="connsiteX2" fmla="*/ 6578 w 6343"/>
                  <a:gd name="connsiteY2" fmla="*/ 3297 h 6345"/>
                  <a:gd name="connsiteX3" fmla="*/ 5649 w 6343"/>
                  <a:gd name="connsiteY3" fmla="*/ 1053 h 6345"/>
                  <a:gd name="connsiteX4" fmla="*/ 3407 w 6343"/>
                  <a:gd name="connsiteY4" fmla="*/ 124 h 6345"/>
                  <a:gd name="connsiteX5" fmla="*/ 1164 w 6343"/>
                  <a:gd name="connsiteY5" fmla="*/ 1053 h 6345"/>
                  <a:gd name="connsiteX6" fmla="*/ 235 w 6343"/>
                  <a:gd name="connsiteY6" fmla="*/ 3297 h 6345"/>
                  <a:gd name="connsiteX7" fmla="*/ 1164 w 6343"/>
                  <a:gd name="connsiteY7" fmla="*/ 5540 h 6345"/>
                  <a:gd name="connsiteX8" fmla="*/ 3407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0"/>
                    </a:moveTo>
                    <a:cubicBezTo>
                      <a:pt x="4248" y="6470"/>
                      <a:pt x="5055" y="6135"/>
                      <a:pt x="5649" y="5540"/>
                    </a:cubicBezTo>
                    <a:cubicBezTo>
                      <a:pt x="6244" y="4945"/>
                      <a:pt x="6578" y="4138"/>
                      <a:pt x="6578" y="3297"/>
                    </a:cubicBezTo>
                    <a:cubicBezTo>
                      <a:pt x="6578" y="2455"/>
                      <a:pt x="6244" y="1648"/>
                      <a:pt x="5649" y="1053"/>
                    </a:cubicBezTo>
                    <a:cubicBezTo>
                      <a:pt x="5055" y="458"/>
                      <a:pt x="4248" y="124"/>
                      <a:pt x="3407" y="124"/>
                    </a:cubicBezTo>
                    <a:cubicBezTo>
                      <a:pt x="2566" y="124"/>
                      <a:pt x="1759" y="458"/>
                      <a:pt x="1164" y="1053"/>
                    </a:cubicBezTo>
                    <a:cubicBezTo>
                      <a:pt x="569" y="1648"/>
                      <a:pt x="235" y="2455"/>
                      <a:pt x="235" y="3297"/>
                    </a:cubicBezTo>
                    <a:cubicBezTo>
                      <a:pt x="235" y="4138"/>
                      <a:pt x="569" y="4945"/>
                      <a:pt x="1164" y="5540"/>
                    </a:cubicBezTo>
                    <a:cubicBezTo>
                      <a:pt x="1759" y="6135"/>
                      <a:pt x="2566" y="6470"/>
                      <a:pt x="3407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57" name="Freeform: Shape 16256">
                <a:extLst>
                  <a:ext uri="{FF2B5EF4-FFF2-40B4-BE49-F238E27FC236}">
                    <a16:creationId xmlns:a16="http://schemas.microsoft.com/office/drawing/2014/main" id="{1821161E-1380-3B3B-EE54-1017CF9D65B3}"/>
                  </a:ext>
                </a:extLst>
              </p:cNvPr>
              <p:cNvSpPr/>
              <p:nvPr/>
            </p:nvSpPr>
            <p:spPr>
              <a:xfrm>
                <a:off x="9389678" y="5028031"/>
                <a:ext cx="6343" cy="6345"/>
              </a:xfrm>
              <a:custGeom>
                <a:avLst/>
                <a:gdLst>
                  <a:gd name="connsiteX0" fmla="*/ 3407 w 6343"/>
                  <a:gd name="connsiteY0" fmla="*/ 6467 h 6345"/>
                  <a:gd name="connsiteX1" fmla="*/ 5649 w 6343"/>
                  <a:gd name="connsiteY1" fmla="*/ 5538 h 6345"/>
                  <a:gd name="connsiteX2" fmla="*/ 6578 w 6343"/>
                  <a:gd name="connsiteY2" fmla="*/ 3295 h 6345"/>
                  <a:gd name="connsiteX3" fmla="*/ 5649 w 6343"/>
                  <a:gd name="connsiteY3" fmla="*/ 1051 h 6345"/>
                  <a:gd name="connsiteX4" fmla="*/ 3407 w 6343"/>
                  <a:gd name="connsiteY4" fmla="*/ 122 h 6345"/>
                  <a:gd name="connsiteX5" fmla="*/ 1164 w 6343"/>
                  <a:gd name="connsiteY5" fmla="*/ 1051 h 6345"/>
                  <a:gd name="connsiteX6" fmla="*/ 235 w 6343"/>
                  <a:gd name="connsiteY6" fmla="*/ 3295 h 6345"/>
                  <a:gd name="connsiteX7" fmla="*/ 1164 w 6343"/>
                  <a:gd name="connsiteY7" fmla="*/ 5538 h 6345"/>
                  <a:gd name="connsiteX8" fmla="*/ 3407 w 6343"/>
                  <a:gd name="connsiteY8" fmla="*/ 646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67"/>
                    </a:moveTo>
                    <a:cubicBezTo>
                      <a:pt x="4248" y="6467"/>
                      <a:pt x="5054" y="6133"/>
                      <a:pt x="5649" y="5538"/>
                    </a:cubicBezTo>
                    <a:cubicBezTo>
                      <a:pt x="6244" y="4943"/>
                      <a:pt x="6578" y="4136"/>
                      <a:pt x="6578" y="3295"/>
                    </a:cubicBezTo>
                    <a:cubicBezTo>
                      <a:pt x="6578" y="2453"/>
                      <a:pt x="6244" y="1646"/>
                      <a:pt x="5649" y="1051"/>
                    </a:cubicBezTo>
                    <a:cubicBezTo>
                      <a:pt x="5054" y="456"/>
                      <a:pt x="4248" y="122"/>
                      <a:pt x="3407" y="122"/>
                    </a:cubicBezTo>
                    <a:cubicBezTo>
                      <a:pt x="2565" y="122"/>
                      <a:pt x="1759" y="456"/>
                      <a:pt x="1164" y="1051"/>
                    </a:cubicBezTo>
                    <a:cubicBezTo>
                      <a:pt x="569" y="1646"/>
                      <a:pt x="235" y="2453"/>
                      <a:pt x="235" y="3295"/>
                    </a:cubicBezTo>
                    <a:cubicBezTo>
                      <a:pt x="235" y="4136"/>
                      <a:pt x="569" y="4943"/>
                      <a:pt x="1164" y="5538"/>
                    </a:cubicBezTo>
                    <a:cubicBezTo>
                      <a:pt x="1759" y="6133"/>
                      <a:pt x="2565" y="6467"/>
                      <a:pt x="3407" y="6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58" name="Freeform: Shape 16257">
                <a:extLst>
                  <a:ext uri="{FF2B5EF4-FFF2-40B4-BE49-F238E27FC236}">
                    <a16:creationId xmlns:a16="http://schemas.microsoft.com/office/drawing/2014/main" id="{3D2D8038-D53F-1E3D-85ED-074D0EDF7A15}"/>
                  </a:ext>
                </a:extLst>
              </p:cNvPr>
              <p:cNvSpPr/>
              <p:nvPr/>
            </p:nvSpPr>
            <p:spPr>
              <a:xfrm>
                <a:off x="9399962" y="5063804"/>
                <a:ext cx="6343" cy="6345"/>
              </a:xfrm>
              <a:custGeom>
                <a:avLst/>
                <a:gdLst>
                  <a:gd name="connsiteX0" fmla="*/ 3407 w 6343"/>
                  <a:gd name="connsiteY0" fmla="*/ 6470 h 6345"/>
                  <a:gd name="connsiteX1" fmla="*/ 5650 w 6343"/>
                  <a:gd name="connsiteY1" fmla="*/ 5541 h 6345"/>
                  <a:gd name="connsiteX2" fmla="*/ 6579 w 6343"/>
                  <a:gd name="connsiteY2" fmla="*/ 3298 h 6345"/>
                  <a:gd name="connsiteX3" fmla="*/ 5650 w 6343"/>
                  <a:gd name="connsiteY3" fmla="*/ 1054 h 6345"/>
                  <a:gd name="connsiteX4" fmla="*/ 3407 w 6343"/>
                  <a:gd name="connsiteY4" fmla="*/ 125 h 6345"/>
                  <a:gd name="connsiteX5" fmla="*/ 1165 w 6343"/>
                  <a:gd name="connsiteY5" fmla="*/ 1054 h 6345"/>
                  <a:gd name="connsiteX6" fmla="*/ 236 w 6343"/>
                  <a:gd name="connsiteY6" fmla="*/ 3298 h 6345"/>
                  <a:gd name="connsiteX7" fmla="*/ 1165 w 6343"/>
                  <a:gd name="connsiteY7" fmla="*/ 5541 h 6345"/>
                  <a:gd name="connsiteX8" fmla="*/ 3407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0"/>
                    </a:moveTo>
                    <a:cubicBezTo>
                      <a:pt x="4248" y="6470"/>
                      <a:pt x="5055" y="6136"/>
                      <a:pt x="5650" y="5541"/>
                    </a:cubicBezTo>
                    <a:cubicBezTo>
                      <a:pt x="6245" y="4946"/>
                      <a:pt x="6579" y="4139"/>
                      <a:pt x="6579" y="3298"/>
                    </a:cubicBezTo>
                    <a:cubicBezTo>
                      <a:pt x="6579" y="2456"/>
                      <a:pt x="6245" y="1649"/>
                      <a:pt x="5650" y="1054"/>
                    </a:cubicBezTo>
                    <a:cubicBezTo>
                      <a:pt x="5055" y="459"/>
                      <a:pt x="4248" y="125"/>
                      <a:pt x="3407" y="125"/>
                    </a:cubicBezTo>
                    <a:cubicBezTo>
                      <a:pt x="2566" y="125"/>
                      <a:pt x="1759" y="459"/>
                      <a:pt x="1165" y="1054"/>
                    </a:cubicBezTo>
                    <a:cubicBezTo>
                      <a:pt x="570" y="1649"/>
                      <a:pt x="236" y="2456"/>
                      <a:pt x="236" y="3298"/>
                    </a:cubicBezTo>
                    <a:cubicBezTo>
                      <a:pt x="236" y="4139"/>
                      <a:pt x="570" y="4946"/>
                      <a:pt x="1165" y="5541"/>
                    </a:cubicBezTo>
                    <a:cubicBezTo>
                      <a:pt x="1759" y="6136"/>
                      <a:pt x="2566" y="6470"/>
                      <a:pt x="3407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59" name="Freeform: Shape 16258">
                <a:extLst>
                  <a:ext uri="{FF2B5EF4-FFF2-40B4-BE49-F238E27FC236}">
                    <a16:creationId xmlns:a16="http://schemas.microsoft.com/office/drawing/2014/main" id="{FA627BAC-0A61-E4AE-E6D7-8174514DD3E7}"/>
                  </a:ext>
                </a:extLst>
              </p:cNvPr>
              <p:cNvSpPr/>
              <p:nvPr/>
            </p:nvSpPr>
            <p:spPr>
              <a:xfrm>
                <a:off x="9401921" y="5066472"/>
                <a:ext cx="6343" cy="6345"/>
              </a:xfrm>
              <a:custGeom>
                <a:avLst/>
                <a:gdLst>
                  <a:gd name="connsiteX0" fmla="*/ 3407 w 6343"/>
                  <a:gd name="connsiteY0" fmla="*/ 6470 h 6345"/>
                  <a:gd name="connsiteX1" fmla="*/ 5650 w 6343"/>
                  <a:gd name="connsiteY1" fmla="*/ 5541 h 6345"/>
                  <a:gd name="connsiteX2" fmla="*/ 6579 w 6343"/>
                  <a:gd name="connsiteY2" fmla="*/ 3298 h 6345"/>
                  <a:gd name="connsiteX3" fmla="*/ 5650 w 6343"/>
                  <a:gd name="connsiteY3" fmla="*/ 1054 h 6345"/>
                  <a:gd name="connsiteX4" fmla="*/ 3407 w 6343"/>
                  <a:gd name="connsiteY4" fmla="*/ 125 h 6345"/>
                  <a:gd name="connsiteX5" fmla="*/ 1165 w 6343"/>
                  <a:gd name="connsiteY5" fmla="*/ 1054 h 6345"/>
                  <a:gd name="connsiteX6" fmla="*/ 236 w 6343"/>
                  <a:gd name="connsiteY6" fmla="*/ 3298 h 6345"/>
                  <a:gd name="connsiteX7" fmla="*/ 1165 w 6343"/>
                  <a:gd name="connsiteY7" fmla="*/ 5541 h 6345"/>
                  <a:gd name="connsiteX8" fmla="*/ 3407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0"/>
                    </a:moveTo>
                    <a:cubicBezTo>
                      <a:pt x="4249" y="6470"/>
                      <a:pt x="5055" y="6136"/>
                      <a:pt x="5650" y="5541"/>
                    </a:cubicBezTo>
                    <a:cubicBezTo>
                      <a:pt x="6245" y="4946"/>
                      <a:pt x="6579" y="4139"/>
                      <a:pt x="6579" y="3298"/>
                    </a:cubicBezTo>
                    <a:cubicBezTo>
                      <a:pt x="6579" y="2456"/>
                      <a:pt x="6245" y="1649"/>
                      <a:pt x="5650" y="1054"/>
                    </a:cubicBezTo>
                    <a:cubicBezTo>
                      <a:pt x="5055" y="459"/>
                      <a:pt x="4249" y="125"/>
                      <a:pt x="3407" y="125"/>
                    </a:cubicBezTo>
                    <a:cubicBezTo>
                      <a:pt x="2566" y="125"/>
                      <a:pt x="1760" y="459"/>
                      <a:pt x="1165" y="1054"/>
                    </a:cubicBezTo>
                    <a:cubicBezTo>
                      <a:pt x="570" y="1649"/>
                      <a:pt x="236" y="2456"/>
                      <a:pt x="236" y="3298"/>
                    </a:cubicBezTo>
                    <a:cubicBezTo>
                      <a:pt x="236" y="4139"/>
                      <a:pt x="570" y="4946"/>
                      <a:pt x="1165" y="5541"/>
                    </a:cubicBezTo>
                    <a:cubicBezTo>
                      <a:pt x="1760" y="6136"/>
                      <a:pt x="2566" y="6470"/>
                      <a:pt x="3407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60" name="Freeform: Shape 16259">
                <a:extLst>
                  <a:ext uri="{FF2B5EF4-FFF2-40B4-BE49-F238E27FC236}">
                    <a16:creationId xmlns:a16="http://schemas.microsoft.com/office/drawing/2014/main" id="{272C0C30-F12A-3371-3167-99075D69A326}"/>
                  </a:ext>
                </a:extLst>
              </p:cNvPr>
              <p:cNvSpPr/>
              <p:nvPr/>
            </p:nvSpPr>
            <p:spPr>
              <a:xfrm>
                <a:off x="9403498" y="5067215"/>
                <a:ext cx="6343" cy="6345"/>
              </a:xfrm>
              <a:custGeom>
                <a:avLst/>
                <a:gdLst>
                  <a:gd name="connsiteX0" fmla="*/ 3408 w 6343"/>
                  <a:gd name="connsiteY0" fmla="*/ 6471 h 6345"/>
                  <a:gd name="connsiteX1" fmla="*/ 5650 w 6343"/>
                  <a:gd name="connsiteY1" fmla="*/ 5541 h 6345"/>
                  <a:gd name="connsiteX2" fmla="*/ 6579 w 6343"/>
                  <a:gd name="connsiteY2" fmla="*/ 3298 h 6345"/>
                  <a:gd name="connsiteX3" fmla="*/ 5650 w 6343"/>
                  <a:gd name="connsiteY3" fmla="*/ 1054 h 6345"/>
                  <a:gd name="connsiteX4" fmla="*/ 3408 w 6343"/>
                  <a:gd name="connsiteY4" fmla="*/ 125 h 6345"/>
                  <a:gd name="connsiteX5" fmla="*/ 1165 w 6343"/>
                  <a:gd name="connsiteY5" fmla="*/ 1054 h 6345"/>
                  <a:gd name="connsiteX6" fmla="*/ 236 w 6343"/>
                  <a:gd name="connsiteY6" fmla="*/ 3298 h 6345"/>
                  <a:gd name="connsiteX7" fmla="*/ 1165 w 6343"/>
                  <a:gd name="connsiteY7" fmla="*/ 5541 h 6345"/>
                  <a:gd name="connsiteX8" fmla="*/ 3408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1"/>
                    </a:moveTo>
                    <a:cubicBezTo>
                      <a:pt x="4249" y="6471"/>
                      <a:pt x="5055" y="6136"/>
                      <a:pt x="5650" y="5541"/>
                    </a:cubicBezTo>
                    <a:cubicBezTo>
                      <a:pt x="6245" y="4946"/>
                      <a:pt x="6579" y="4139"/>
                      <a:pt x="6579" y="3298"/>
                    </a:cubicBezTo>
                    <a:cubicBezTo>
                      <a:pt x="6579" y="2456"/>
                      <a:pt x="6245" y="1649"/>
                      <a:pt x="5650" y="1054"/>
                    </a:cubicBezTo>
                    <a:cubicBezTo>
                      <a:pt x="5055" y="459"/>
                      <a:pt x="4249" y="125"/>
                      <a:pt x="3408" y="125"/>
                    </a:cubicBezTo>
                    <a:cubicBezTo>
                      <a:pt x="2566" y="125"/>
                      <a:pt x="1760" y="459"/>
                      <a:pt x="1165" y="1054"/>
                    </a:cubicBezTo>
                    <a:cubicBezTo>
                      <a:pt x="570" y="1649"/>
                      <a:pt x="236" y="2456"/>
                      <a:pt x="236" y="3298"/>
                    </a:cubicBezTo>
                    <a:cubicBezTo>
                      <a:pt x="236" y="4139"/>
                      <a:pt x="570" y="4946"/>
                      <a:pt x="1165" y="5541"/>
                    </a:cubicBezTo>
                    <a:cubicBezTo>
                      <a:pt x="1760" y="6136"/>
                      <a:pt x="2566" y="6471"/>
                      <a:pt x="3408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61" name="Freeform: Shape 16260">
                <a:extLst>
                  <a:ext uri="{FF2B5EF4-FFF2-40B4-BE49-F238E27FC236}">
                    <a16:creationId xmlns:a16="http://schemas.microsoft.com/office/drawing/2014/main" id="{FE7B496F-FD0A-338F-2404-251D219C6A3A}"/>
                  </a:ext>
                </a:extLst>
              </p:cNvPr>
              <p:cNvSpPr/>
              <p:nvPr/>
            </p:nvSpPr>
            <p:spPr>
              <a:xfrm>
                <a:off x="9421462" y="5162429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5 h 6345"/>
                  <a:gd name="connsiteX7" fmla="*/ 1166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5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7" y="2464"/>
                      <a:pt x="237" y="3305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62" name="Freeform: Shape 16261">
                <a:extLst>
                  <a:ext uri="{FF2B5EF4-FFF2-40B4-BE49-F238E27FC236}">
                    <a16:creationId xmlns:a16="http://schemas.microsoft.com/office/drawing/2014/main" id="{2136427D-C283-552C-C844-5BD95D2E4118}"/>
                  </a:ext>
                </a:extLst>
              </p:cNvPr>
              <p:cNvSpPr/>
              <p:nvPr/>
            </p:nvSpPr>
            <p:spPr>
              <a:xfrm>
                <a:off x="9422487" y="5163587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8 w 6343"/>
                  <a:gd name="connsiteY6" fmla="*/ 3305 h 6345"/>
                  <a:gd name="connsiteX7" fmla="*/ 1166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5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8" y="2464"/>
                      <a:pt x="238" y="3305"/>
                    </a:cubicBezTo>
                    <a:cubicBezTo>
                      <a:pt x="238" y="4147"/>
                      <a:pt x="572" y="4954"/>
                      <a:pt x="1166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63" name="Freeform: Shape 16262">
                <a:extLst>
                  <a:ext uri="{FF2B5EF4-FFF2-40B4-BE49-F238E27FC236}">
                    <a16:creationId xmlns:a16="http://schemas.microsoft.com/office/drawing/2014/main" id="{6ACE25F8-5446-89AF-10BE-ABCBDEEE1580}"/>
                  </a:ext>
                </a:extLst>
              </p:cNvPr>
              <p:cNvSpPr/>
              <p:nvPr/>
            </p:nvSpPr>
            <p:spPr>
              <a:xfrm>
                <a:off x="9423676" y="5165873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64" name="Freeform: Shape 16263">
                <a:extLst>
                  <a:ext uri="{FF2B5EF4-FFF2-40B4-BE49-F238E27FC236}">
                    <a16:creationId xmlns:a16="http://schemas.microsoft.com/office/drawing/2014/main" id="{B57A30B1-B585-B86A-2F85-16E79EA1655C}"/>
                  </a:ext>
                </a:extLst>
              </p:cNvPr>
              <p:cNvSpPr/>
              <p:nvPr/>
            </p:nvSpPr>
            <p:spPr>
              <a:xfrm>
                <a:off x="9424654" y="5166988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65" name="Freeform: Shape 16264">
                <a:extLst>
                  <a:ext uri="{FF2B5EF4-FFF2-40B4-BE49-F238E27FC236}">
                    <a16:creationId xmlns:a16="http://schemas.microsoft.com/office/drawing/2014/main" id="{57C573BC-1247-5043-8327-FE83EC60C50F}"/>
                  </a:ext>
                </a:extLst>
              </p:cNvPr>
              <p:cNvSpPr/>
              <p:nvPr/>
            </p:nvSpPr>
            <p:spPr>
              <a:xfrm>
                <a:off x="9425618" y="5168110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66" name="Freeform: Shape 16265">
                <a:extLst>
                  <a:ext uri="{FF2B5EF4-FFF2-40B4-BE49-F238E27FC236}">
                    <a16:creationId xmlns:a16="http://schemas.microsoft.com/office/drawing/2014/main" id="{A79B1971-6D51-2695-5F7D-DEBA1994BE0A}"/>
                  </a:ext>
                </a:extLst>
              </p:cNvPr>
              <p:cNvSpPr/>
              <p:nvPr/>
            </p:nvSpPr>
            <p:spPr>
              <a:xfrm>
                <a:off x="9438887" y="5168332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67" name="Freeform: Shape 16266">
                <a:extLst>
                  <a:ext uri="{FF2B5EF4-FFF2-40B4-BE49-F238E27FC236}">
                    <a16:creationId xmlns:a16="http://schemas.microsoft.com/office/drawing/2014/main" id="{3A273914-7DF1-FEE5-43DA-B07EE1C88D47}"/>
                  </a:ext>
                </a:extLst>
              </p:cNvPr>
              <p:cNvSpPr/>
              <p:nvPr/>
            </p:nvSpPr>
            <p:spPr>
              <a:xfrm>
                <a:off x="9439658" y="5168301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0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68" name="Freeform: Shape 16267">
                <a:extLst>
                  <a:ext uri="{FF2B5EF4-FFF2-40B4-BE49-F238E27FC236}">
                    <a16:creationId xmlns:a16="http://schemas.microsoft.com/office/drawing/2014/main" id="{261DE1A6-BF60-40A4-20A8-10E8F34B7564}"/>
                  </a:ext>
                </a:extLst>
              </p:cNvPr>
              <p:cNvSpPr/>
              <p:nvPr/>
            </p:nvSpPr>
            <p:spPr>
              <a:xfrm>
                <a:off x="9440422" y="5168035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1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69" name="Freeform: Shape 16268">
                <a:extLst>
                  <a:ext uri="{FF2B5EF4-FFF2-40B4-BE49-F238E27FC236}">
                    <a16:creationId xmlns:a16="http://schemas.microsoft.com/office/drawing/2014/main" id="{0F69C7BE-4374-8EA6-9ECA-8A11117D1114}"/>
                  </a:ext>
                </a:extLst>
              </p:cNvPr>
              <p:cNvSpPr/>
              <p:nvPr/>
            </p:nvSpPr>
            <p:spPr>
              <a:xfrm>
                <a:off x="9441168" y="5166939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1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70" name="Freeform: Shape 16269">
                <a:extLst>
                  <a:ext uri="{FF2B5EF4-FFF2-40B4-BE49-F238E27FC236}">
                    <a16:creationId xmlns:a16="http://schemas.microsoft.com/office/drawing/2014/main" id="{12E2DA16-E1F0-8AA8-2F14-0AD237B63D25}"/>
                  </a:ext>
                </a:extLst>
              </p:cNvPr>
              <p:cNvSpPr/>
              <p:nvPr/>
            </p:nvSpPr>
            <p:spPr>
              <a:xfrm>
                <a:off x="9441934" y="5166205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71" name="Freeform: Shape 16270">
                <a:extLst>
                  <a:ext uri="{FF2B5EF4-FFF2-40B4-BE49-F238E27FC236}">
                    <a16:creationId xmlns:a16="http://schemas.microsoft.com/office/drawing/2014/main" id="{37665010-915B-DADC-5AB8-0CB1F41A0242}"/>
                  </a:ext>
                </a:extLst>
              </p:cNvPr>
              <p:cNvSpPr/>
              <p:nvPr/>
            </p:nvSpPr>
            <p:spPr>
              <a:xfrm>
                <a:off x="9442720" y="5166371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72" name="Freeform: Shape 16271">
                <a:extLst>
                  <a:ext uri="{FF2B5EF4-FFF2-40B4-BE49-F238E27FC236}">
                    <a16:creationId xmlns:a16="http://schemas.microsoft.com/office/drawing/2014/main" id="{7B7E2729-2674-D63F-596E-CC2719DCA96F}"/>
                  </a:ext>
                </a:extLst>
              </p:cNvPr>
              <p:cNvSpPr/>
              <p:nvPr/>
            </p:nvSpPr>
            <p:spPr>
              <a:xfrm>
                <a:off x="9443508" y="5167140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73" name="Freeform: Shape 16272">
                <a:extLst>
                  <a:ext uri="{FF2B5EF4-FFF2-40B4-BE49-F238E27FC236}">
                    <a16:creationId xmlns:a16="http://schemas.microsoft.com/office/drawing/2014/main" id="{9E643714-3286-CDDF-1DB5-015CF1A12E30}"/>
                  </a:ext>
                </a:extLst>
              </p:cNvPr>
              <p:cNvSpPr/>
              <p:nvPr/>
            </p:nvSpPr>
            <p:spPr>
              <a:xfrm>
                <a:off x="9444286" y="5167256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74" name="Freeform: Shape 16273">
                <a:extLst>
                  <a:ext uri="{FF2B5EF4-FFF2-40B4-BE49-F238E27FC236}">
                    <a16:creationId xmlns:a16="http://schemas.microsoft.com/office/drawing/2014/main" id="{A562EDAD-76AC-31FF-EAB1-B9A79ADAEA62}"/>
                  </a:ext>
                </a:extLst>
              </p:cNvPr>
              <p:cNvSpPr/>
              <p:nvPr/>
            </p:nvSpPr>
            <p:spPr>
              <a:xfrm>
                <a:off x="9451082" y="5072022"/>
                <a:ext cx="6343" cy="6345"/>
              </a:xfrm>
              <a:custGeom>
                <a:avLst/>
                <a:gdLst>
                  <a:gd name="connsiteX0" fmla="*/ 3411 w 6343"/>
                  <a:gd name="connsiteY0" fmla="*/ 6471 h 6345"/>
                  <a:gd name="connsiteX1" fmla="*/ 5654 w 6343"/>
                  <a:gd name="connsiteY1" fmla="*/ 5542 h 6345"/>
                  <a:gd name="connsiteX2" fmla="*/ 6583 w 6343"/>
                  <a:gd name="connsiteY2" fmla="*/ 3298 h 6345"/>
                  <a:gd name="connsiteX3" fmla="*/ 5654 w 6343"/>
                  <a:gd name="connsiteY3" fmla="*/ 1055 h 6345"/>
                  <a:gd name="connsiteX4" fmla="*/ 3411 w 6343"/>
                  <a:gd name="connsiteY4" fmla="*/ 125 h 6345"/>
                  <a:gd name="connsiteX5" fmla="*/ 1169 w 6343"/>
                  <a:gd name="connsiteY5" fmla="*/ 1055 h 6345"/>
                  <a:gd name="connsiteX6" fmla="*/ 240 w 6343"/>
                  <a:gd name="connsiteY6" fmla="*/ 3298 h 6345"/>
                  <a:gd name="connsiteX7" fmla="*/ 1169 w 6343"/>
                  <a:gd name="connsiteY7" fmla="*/ 5542 h 6345"/>
                  <a:gd name="connsiteX8" fmla="*/ 3411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1"/>
                    </a:moveTo>
                    <a:cubicBezTo>
                      <a:pt x="4252" y="6471"/>
                      <a:pt x="5059" y="6137"/>
                      <a:pt x="5654" y="5542"/>
                    </a:cubicBezTo>
                    <a:cubicBezTo>
                      <a:pt x="6249" y="4947"/>
                      <a:pt x="6583" y="4140"/>
                      <a:pt x="6583" y="3298"/>
                    </a:cubicBezTo>
                    <a:cubicBezTo>
                      <a:pt x="6583" y="2457"/>
                      <a:pt x="6249" y="1650"/>
                      <a:pt x="5654" y="1055"/>
                    </a:cubicBezTo>
                    <a:cubicBezTo>
                      <a:pt x="5059" y="460"/>
                      <a:pt x="4252" y="125"/>
                      <a:pt x="3411" y="125"/>
                    </a:cubicBezTo>
                    <a:cubicBezTo>
                      <a:pt x="2570" y="125"/>
                      <a:pt x="1763" y="460"/>
                      <a:pt x="1169" y="1055"/>
                    </a:cubicBezTo>
                    <a:cubicBezTo>
                      <a:pt x="574" y="1650"/>
                      <a:pt x="240" y="2457"/>
                      <a:pt x="240" y="3298"/>
                    </a:cubicBezTo>
                    <a:cubicBezTo>
                      <a:pt x="240" y="4140"/>
                      <a:pt x="574" y="4947"/>
                      <a:pt x="1169" y="5542"/>
                    </a:cubicBezTo>
                    <a:cubicBezTo>
                      <a:pt x="1763" y="6137"/>
                      <a:pt x="2570" y="6471"/>
                      <a:pt x="3411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75" name="Freeform: Shape 16274">
                <a:extLst>
                  <a:ext uri="{FF2B5EF4-FFF2-40B4-BE49-F238E27FC236}">
                    <a16:creationId xmlns:a16="http://schemas.microsoft.com/office/drawing/2014/main" id="{33F68B03-9311-BFD3-5F72-64FBC5B4BDA6}"/>
                  </a:ext>
                </a:extLst>
              </p:cNvPr>
              <p:cNvSpPr/>
              <p:nvPr/>
            </p:nvSpPr>
            <p:spPr>
              <a:xfrm>
                <a:off x="9452467" y="5071410"/>
                <a:ext cx="6343" cy="6345"/>
              </a:xfrm>
              <a:custGeom>
                <a:avLst/>
                <a:gdLst>
                  <a:gd name="connsiteX0" fmla="*/ 3411 w 6343"/>
                  <a:gd name="connsiteY0" fmla="*/ 6471 h 6345"/>
                  <a:gd name="connsiteX1" fmla="*/ 5654 w 6343"/>
                  <a:gd name="connsiteY1" fmla="*/ 5542 h 6345"/>
                  <a:gd name="connsiteX2" fmla="*/ 6583 w 6343"/>
                  <a:gd name="connsiteY2" fmla="*/ 3298 h 6345"/>
                  <a:gd name="connsiteX3" fmla="*/ 5654 w 6343"/>
                  <a:gd name="connsiteY3" fmla="*/ 1055 h 6345"/>
                  <a:gd name="connsiteX4" fmla="*/ 3411 w 6343"/>
                  <a:gd name="connsiteY4" fmla="*/ 125 h 6345"/>
                  <a:gd name="connsiteX5" fmla="*/ 1169 w 6343"/>
                  <a:gd name="connsiteY5" fmla="*/ 1055 h 6345"/>
                  <a:gd name="connsiteX6" fmla="*/ 240 w 6343"/>
                  <a:gd name="connsiteY6" fmla="*/ 3298 h 6345"/>
                  <a:gd name="connsiteX7" fmla="*/ 1169 w 6343"/>
                  <a:gd name="connsiteY7" fmla="*/ 5542 h 6345"/>
                  <a:gd name="connsiteX8" fmla="*/ 3411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1"/>
                    </a:moveTo>
                    <a:cubicBezTo>
                      <a:pt x="4253" y="6471"/>
                      <a:pt x="5059" y="6137"/>
                      <a:pt x="5654" y="5542"/>
                    </a:cubicBezTo>
                    <a:cubicBezTo>
                      <a:pt x="6249" y="4947"/>
                      <a:pt x="6583" y="4140"/>
                      <a:pt x="6583" y="3298"/>
                    </a:cubicBezTo>
                    <a:cubicBezTo>
                      <a:pt x="6583" y="2457"/>
                      <a:pt x="6249" y="1650"/>
                      <a:pt x="5654" y="1055"/>
                    </a:cubicBezTo>
                    <a:cubicBezTo>
                      <a:pt x="5059" y="460"/>
                      <a:pt x="4253" y="125"/>
                      <a:pt x="3411" y="125"/>
                    </a:cubicBezTo>
                    <a:cubicBezTo>
                      <a:pt x="2570" y="125"/>
                      <a:pt x="1764" y="460"/>
                      <a:pt x="1169" y="1055"/>
                    </a:cubicBezTo>
                    <a:cubicBezTo>
                      <a:pt x="574" y="1650"/>
                      <a:pt x="240" y="2457"/>
                      <a:pt x="240" y="3298"/>
                    </a:cubicBezTo>
                    <a:cubicBezTo>
                      <a:pt x="240" y="4140"/>
                      <a:pt x="574" y="4947"/>
                      <a:pt x="1169" y="5542"/>
                    </a:cubicBezTo>
                    <a:cubicBezTo>
                      <a:pt x="1764" y="6137"/>
                      <a:pt x="2570" y="6471"/>
                      <a:pt x="3411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76" name="Freeform: Shape 16275">
                <a:extLst>
                  <a:ext uri="{FF2B5EF4-FFF2-40B4-BE49-F238E27FC236}">
                    <a16:creationId xmlns:a16="http://schemas.microsoft.com/office/drawing/2014/main" id="{3E8A81B6-D6AB-63F3-295B-018EAF45B282}"/>
                  </a:ext>
                </a:extLst>
              </p:cNvPr>
              <p:cNvSpPr/>
              <p:nvPr/>
            </p:nvSpPr>
            <p:spPr>
              <a:xfrm>
                <a:off x="9453781" y="5072658"/>
                <a:ext cx="6343" cy="6345"/>
              </a:xfrm>
              <a:custGeom>
                <a:avLst/>
                <a:gdLst>
                  <a:gd name="connsiteX0" fmla="*/ 3412 w 6343"/>
                  <a:gd name="connsiteY0" fmla="*/ 6471 h 6345"/>
                  <a:gd name="connsiteX1" fmla="*/ 5654 w 6343"/>
                  <a:gd name="connsiteY1" fmla="*/ 5542 h 6345"/>
                  <a:gd name="connsiteX2" fmla="*/ 6583 w 6343"/>
                  <a:gd name="connsiteY2" fmla="*/ 3298 h 6345"/>
                  <a:gd name="connsiteX3" fmla="*/ 5654 w 6343"/>
                  <a:gd name="connsiteY3" fmla="*/ 1055 h 6345"/>
                  <a:gd name="connsiteX4" fmla="*/ 3412 w 6343"/>
                  <a:gd name="connsiteY4" fmla="*/ 126 h 6345"/>
                  <a:gd name="connsiteX5" fmla="*/ 1169 w 6343"/>
                  <a:gd name="connsiteY5" fmla="*/ 1055 h 6345"/>
                  <a:gd name="connsiteX6" fmla="*/ 240 w 6343"/>
                  <a:gd name="connsiteY6" fmla="*/ 3298 h 6345"/>
                  <a:gd name="connsiteX7" fmla="*/ 1169 w 6343"/>
                  <a:gd name="connsiteY7" fmla="*/ 5542 h 6345"/>
                  <a:gd name="connsiteX8" fmla="*/ 3412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1"/>
                    </a:moveTo>
                    <a:cubicBezTo>
                      <a:pt x="4253" y="6471"/>
                      <a:pt x="5059" y="6137"/>
                      <a:pt x="5654" y="5542"/>
                    </a:cubicBezTo>
                    <a:cubicBezTo>
                      <a:pt x="6249" y="4947"/>
                      <a:pt x="6583" y="4140"/>
                      <a:pt x="6583" y="3298"/>
                    </a:cubicBezTo>
                    <a:cubicBezTo>
                      <a:pt x="6583" y="2457"/>
                      <a:pt x="6249" y="1650"/>
                      <a:pt x="5654" y="1055"/>
                    </a:cubicBezTo>
                    <a:cubicBezTo>
                      <a:pt x="5059" y="460"/>
                      <a:pt x="4253" y="126"/>
                      <a:pt x="3412" y="126"/>
                    </a:cubicBezTo>
                    <a:cubicBezTo>
                      <a:pt x="2570" y="126"/>
                      <a:pt x="1764" y="460"/>
                      <a:pt x="1169" y="1055"/>
                    </a:cubicBezTo>
                    <a:cubicBezTo>
                      <a:pt x="574" y="1650"/>
                      <a:pt x="240" y="2457"/>
                      <a:pt x="240" y="3298"/>
                    </a:cubicBezTo>
                    <a:cubicBezTo>
                      <a:pt x="240" y="4140"/>
                      <a:pt x="574" y="4947"/>
                      <a:pt x="1169" y="5542"/>
                    </a:cubicBezTo>
                    <a:cubicBezTo>
                      <a:pt x="1764" y="6137"/>
                      <a:pt x="2570" y="6471"/>
                      <a:pt x="3412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77" name="Freeform: Shape 16276">
                <a:extLst>
                  <a:ext uri="{FF2B5EF4-FFF2-40B4-BE49-F238E27FC236}">
                    <a16:creationId xmlns:a16="http://schemas.microsoft.com/office/drawing/2014/main" id="{40A7365C-641C-28B9-094E-715A02C607ED}"/>
                  </a:ext>
                </a:extLst>
              </p:cNvPr>
              <p:cNvSpPr/>
              <p:nvPr/>
            </p:nvSpPr>
            <p:spPr>
              <a:xfrm>
                <a:off x="9455074" y="5074032"/>
                <a:ext cx="6343" cy="6345"/>
              </a:xfrm>
              <a:custGeom>
                <a:avLst/>
                <a:gdLst>
                  <a:gd name="connsiteX0" fmla="*/ 3412 w 6343"/>
                  <a:gd name="connsiteY0" fmla="*/ 6471 h 6345"/>
                  <a:gd name="connsiteX1" fmla="*/ 5654 w 6343"/>
                  <a:gd name="connsiteY1" fmla="*/ 5542 h 6345"/>
                  <a:gd name="connsiteX2" fmla="*/ 6583 w 6343"/>
                  <a:gd name="connsiteY2" fmla="*/ 3298 h 6345"/>
                  <a:gd name="connsiteX3" fmla="*/ 5654 w 6343"/>
                  <a:gd name="connsiteY3" fmla="*/ 1055 h 6345"/>
                  <a:gd name="connsiteX4" fmla="*/ 3412 w 6343"/>
                  <a:gd name="connsiteY4" fmla="*/ 126 h 6345"/>
                  <a:gd name="connsiteX5" fmla="*/ 1169 w 6343"/>
                  <a:gd name="connsiteY5" fmla="*/ 1055 h 6345"/>
                  <a:gd name="connsiteX6" fmla="*/ 240 w 6343"/>
                  <a:gd name="connsiteY6" fmla="*/ 3298 h 6345"/>
                  <a:gd name="connsiteX7" fmla="*/ 1169 w 6343"/>
                  <a:gd name="connsiteY7" fmla="*/ 5542 h 6345"/>
                  <a:gd name="connsiteX8" fmla="*/ 3412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1"/>
                    </a:moveTo>
                    <a:cubicBezTo>
                      <a:pt x="4253" y="6471"/>
                      <a:pt x="5060" y="6137"/>
                      <a:pt x="5654" y="5542"/>
                    </a:cubicBezTo>
                    <a:cubicBezTo>
                      <a:pt x="6249" y="4947"/>
                      <a:pt x="6583" y="4140"/>
                      <a:pt x="6583" y="3298"/>
                    </a:cubicBezTo>
                    <a:cubicBezTo>
                      <a:pt x="6583" y="2457"/>
                      <a:pt x="6249" y="1650"/>
                      <a:pt x="5654" y="1055"/>
                    </a:cubicBezTo>
                    <a:cubicBezTo>
                      <a:pt x="5060" y="460"/>
                      <a:pt x="4253" y="126"/>
                      <a:pt x="3412" y="126"/>
                    </a:cubicBezTo>
                    <a:cubicBezTo>
                      <a:pt x="2571" y="126"/>
                      <a:pt x="1764" y="460"/>
                      <a:pt x="1169" y="1055"/>
                    </a:cubicBezTo>
                    <a:cubicBezTo>
                      <a:pt x="574" y="1650"/>
                      <a:pt x="240" y="2457"/>
                      <a:pt x="240" y="3298"/>
                    </a:cubicBezTo>
                    <a:cubicBezTo>
                      <a:pt x="240" y="4140"/>
                      <a:pt x="574" y="4947"/>
                      <a:pt x="1169" y="5542"/>
                    </a:cubicBezTo>
                    <a:cubicBezTo>
                      <a:pt x="1764" y="6137"/>
                      <a:pt x="2571" y="6471"/>
                      <a:pt x="3412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78" name="Freeform: Shape 16277">
                <a:extLst>
                  <a:ext uri="{FF2B5EF4-FFF2-40B4-BE49-F238E27FC236}">
                    <a16:creationId xmlns:a16="http://schemas.microsoft.com/office/drawing/2014/main" id="{377B8514-A1EB-DD0D-9F87-591415B8A028}"/>
                  </a:ext>
                </a:extLst>
              </p:cNvPr>
              <p:cNvSpPr/>
              <p:nvPr/>
            </p:nvSpPr>
            <p:spPr>
              <a:xfrm>
                <a:off x="9452100" y="5166774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3"/>
                      <a:pt x="3411" y="133"/>
                    </a:cubicBezTo>
                    <a:cubicBezTo>
                      <a:pt x="2570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79" name="Freeform: Shape 16278">
                <a:extLst>
                  <a:ext uri="{FF2B5EF4-FFF2-40B4-BE49-F238E27FC236}">
                    <a16:creationId xmlns:a16="http://schemas.microsoft.com/office/drawing/2014/main" id="{16A4EFD1-08EA-F2D7-8897-836012D416C7}"/>
                  </a:ext>
                </a:extLst>
              </p:cNvPr>
              <p:cNvSpPr/>
              <p:nvPr/>
            </p:nvSpPr>
            <p:spPr>
              <a:xfrm>
                <a:off x="9454553" y="5165509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80" name="Freeform: Shape 16279">
                <a:extLst>
                  <a:ext uri="{FF2B5EF4-FFF2-40B4-BE49-F238E27FC236}">
                    <a16:creationId xmlns:a16="http://schemas.microsoft.com/office/drawing/2014/main" id="{DC27D34F-92AE-647E-35C2-A3FD524F56D3}"/>
                  </a:ext>
                </a:extLst>
              </p:cNvPr>
              <p:cNvSpPr/>
              <p:nvPr/>
            </p:nvSpPr>
            <p:spPr>
              <a:xfrm>
                <a:off x="9455418" y="5164681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81" name="Freeform: Shape 16280">
                <a:extLst>
                  <a:ext uri="{FF2B5EF4-FFF2-40B4-BE49-F238E27FC236}">
                    <a16:creationId xmlns:a16="http://schemas.microsoft.com/office/drawing/2014/main" id="{DB0CB07C-489D-532F-35C0-775E35B6D825}"/>
                  </a:ext>
                </a:extLst>
              </p:cNvPr>
              <p:cNvSpPr/>
              <p:nvPr/>
            </p:nvSpPr>
            <p:spPr>
              <a:xfrm>
                <a:off x="9456304" y="5163740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82" name="Freeform: Shape 16281">
                <a:extLst>
                  <a:ext uri="{FF2B5EF4-FFF2-40B4-BE49-F238E27FC236}">
                    <a16:creationId xmlns:a16="http://schemas.microsoft.com/office/drawing/2014/main" id="{2A5C7D05-4E0A-08F3-C1DC-FD45DA2D2DC5}"/>
                  </a:ext>
                </a:extLst>
              </p:cNvPr>
              <p:cNvSpPr/>
              <p:nvPr/>
            </p:nvSpPr>
            <p:spPr>
              <a:xfrm>
                <a:off x="9457196" y="5162864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83" name="Freeform: Shape 16282">
                <a:extLst>
                  <a:ext uri="{FF2B5EF4-FFF2-40B4-BE49-F238E27FC236}">
                    <a16:creationId xmlns:a16="http://schemas.microsoft.com/office/drawing/2014/main" id="{54313494-3C6C-5589-CF08-A4E316765BA8}"/>
                  </a:ext>
                </a:extLst>
              </p:cNvPr>
              <p:cNvSpPr/>
              <p:nvPr/>
            </p:nvSpPr>
            <p:spPr>
              <a:xfrm>
                <a:off x="9458112" y="5161876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3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84" name="Freeform: Shape 16283">
                <a:extLst>
                  <a:ext uri="{FF2B5EF4-FFF2-40B4-BE49-F238E27FC236}">
                    <a16:creationId xmlns:a16="http://schemas.microsoft.com/office/drawing/2014/main" id="{32794526-8FDD-1310-1DC3-5E5BF88C4E69}"/>
                  </a:ext>
                </a:extLst>
              </p:cNvPr>
              <p:cNvSpPr/>
              <p:nvPr/>
            </p:nvSpPr>
            <p:spPr>
              <a:xfrm>
                <a:off x="9459008" y="5161191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5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85" name="Freeform: Shape 16284">
                <a:extLst>
                  <a:ext uri="{FF2B5EF4-FFF2-40B4-BE49-F238E27FC236}">
                    <a16:creationId xmlns:a16="http://schemas.microsoft.com/office/drawing/2014/main" id="{B6D1CC6E-9BFB-5E20-FB21-C66E18FFA007}"/>
                  </a:ext>
                </a:extLst>
              </p:cNvPr>
              <p:cNvSpPr/>
              <p:nvPr/>
            </p:nvSpPr>
            <p:spPr>
              <a:xfrm>
                <a:off x="9460760" y="5160373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2 h 6345"/>
                  <a:gd name="connsiteX5" fmla="*/ 1169 w 6343"/>
                  <a:gd name="connsiteY5" fmla="*/ 1062 h 6345"/>
                  <a:gd name="connsiteX6" fmla="*/ 241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5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2"/>
                      <a:pt x="3412" y="132"/>
                    </a:cubicBezTo>
                    <a:cubicBezTo>
                      <a:pt x="2571" y="132"/>
                      <a:pt x="1764" y="467"/>
                      <a:pt x="1169" y="1062"/>
                    </a:cubicBezTo>
                    <a:cubicBezTo>
                      <a:pt x="575" y="1657"/>
                      <a:pt x="241" y="2464"/>
                      <a:pt x="241" y="3305"/>
                    </a:cubicBezTo>
                    <a:cubicBezTo>
                      <a:pt x="241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86" name="Freeform: Shape 16285">
                <a:extLst>
                  <a:ext uri="{FF2B5EF4-FFF2-40B4-BE49-F238E27FC236}">
                    <a16:creationId xmlns:a16="http://schemas.microsoft.com/office/drawing/2014/main" id="{E5BC1AF0-4FF4-F8BE-0F90-1622D0C016B5}"/>
                  </a:ext>
                </a:extLst>
              </p:cNvPr>
              <p:cNvSpPr/>
              <p:nvPr/>
            </p:nvSpPr>
            <p:spPr>
              <a:xfrm>
                <a:off x="9514888" y="5165648"/>
                <a:ext cx="6343" cy="6345"/>
              </a:xfrm>
              <a:custGeom>
                <a:avLst/>
                <a:gdLst>
                  <a:gd name="connsiteX0" fmla="*/ 3416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8"/>
                    </a:moveTo>
                    <a:cubicBezTo>
                      <a:pt x="4257" y="6478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8"/>
                      <a:pt x="341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87" name="Freeform: Shape 16286">
                <a:extLst>
                  <a:ext uri="{FF2B5EF4-FFF2-40B4-BE49-F238E27FC236}">
                    <a16:creationId xmlns:a16="http://schemas.microsoft.com/office/drawing/2014/main" id="{D56C4423-4130-A3F5-32CA-D0464035E29B}"/>
                  </a:ext>
                </a:extLst>
              </p:cNvPr>
              <p:cNvSpPr/>
              <p:nvPr/>
            </p:nvSpPr>
            <p:spPr>
              <a:xfrm>
                <a:off x="9514946" y="5167388"/>
                <a:ext cx="6343" cy="6345"/>
              </a:xfrm>
              <a:custGeom>
                <a:avLst/>
                <a:gdLst>
                  <a:gd name="connsiteX0" fmla="*/ 3416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8"/>
                    </a:moveTo>
                    <a:cubicBezTo>
                      <a:pt x="4257" y="6478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8"/>
                      <a:pt x="3416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88" name="Freeform: Shape 16287">
                <a:extLst>
                  <a:ext uri="{FF2B5EF4-FFF2-40B4-BE49-F238E27FC236}">
                    <a16:creationId xmlns:a16="http://schemas.microsoft.com/office/drawing/2014/main" id="{A6BF5D8B-AA54-39B6-942E-DA63B4CA870F}"/>
                  </a:ext>
                </a:extLst>
              </p:cNvPr>
              <p:cNvSpPr/>
              <p:nvPr/>
            </p:nvSpPr>
            <p:spPr>
              <a:xfrm>
                <a:off x="9520177" y="5167307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89" name="Freeform: Shape 16288">
                <a:extLst>
                  <a:ext uri="{FF2B5EF4-FFF2-40B4-BE49-F238E27FC236}">
                    <a16:creationId xmlns:a16="http://schemas.microsoft.com/office/drawing/2014/main" id="{D1AD4E1E-D22A-FB03-2C43-ED80D3C9ADE4}"/>
                  </a:ext>
                </a:extLst>
              </p:cNvPr>
              <p:cNvSpPr/>
              <p:nvPr/>
            </p:nvSpPr>
            <p:spPr>
              <a:xfrm>
                <a:off x="9521138" y="5167468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8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90" name="Freeform: Shape 16289">
                <a:extLst>
                  <a:ext uri="{FF2B5EF4-FFF2-40B4-BE49-F238E27FC236}">
                    <a16:creationId xmlns:a16="http://schemas.microsoft.com/office/drawing/2014/main" id="{05447FEB-94E4-7CC4-E080-F56354FCB814}"/>
                  </a:ext>
                </a:extLst>
              </p:cNvPr>
              <p:cNvSpPr/>
              <p:nvPr/>
            </p:nvSpPr>
            <p:spPr>
              <a:xfrm>
                <a:off x="9522477" y="5167026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91" name="Freeform: Shape 16290">
                <a:extLst>
                  <a:ext uri="{FF2B5EF4-FFF2-40B4-BE49-F238E27FC236}">
                    <a16:creationId xmlns:a16="http://schemas.microsoft.com/office/drawing/2014/main" id="{72F2EF5A-742C-0F80-B2C2-34AE109B5331}"/>
                  </a:ext>
                </a:extLst>
              </p:cNvPr>
              <p:cNvSpPr/>
              <p:nvPr/>
            </p:nvSpPr>
            <p:spPr>
              <a:xfrm>
                <a:off x="9523349" y="5167356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5" y="2464"/>
                      <a:pt x="245" y="3306"/>
                    </a:cubicBezTo>
                    <a:cubicBezTo>
                      <a:pt x="245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92" name="Freeform: Shape 16291">
                <a:extLst>
                  <a:ext uri="{FF2B5EF4-FFF2-40B4-BE49-F238E27FC236}">
                    <a16:creationId xmlns:a16="http://schemas.microsoft.com/office/drawing/2014/main" id="{87A5A1B2-2041-E0B2-E14F-64EDEB2B660A}"/>
                  </a:ext>
                </a:extLst>
              </p:cNvPr>
              <p:cNvSpPr/>
              <p:nvPr/>
            </p:nvSpPr>
            <p:spPr>
              <a:xfrm>
                <a:off x="9524092" y="5167894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4 w 6343"/>
                  <a:gd name="connsiteY5" fmla="*/ 1062 h 6345"/>
                  <a:gd name="connsiteX6" fmla="*/ 246 w 6343"/>
                  <a:gd name="connsiteY6" fmla="*/ 3306 h 6345"/>
                  <a:gd name="connsiteX7" fmla="*/ 1174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4" y="4954"/>
                      <a:pt x="6589" y="4147"/>
                      <a:pt x="6589" y="3306"/>
                    </a:cubicBezTo>
                    <a:cubicBezTo>
                      <a:pt x="6589" y="2464"/>
                      <a:pt x="6254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4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4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93" name="Freeform: Shape 16292">
                <a:extLst>
                  <a:ext uri="{FF2B5EF4-FFF2-40B4-BE49-F238E27FC236}">
                    <a16:creationId xmlns:a16="http://schemas.microsoft.com/office/drawing/2014/main" id="{0D09FA52-981D-6CDF-068E-57756192C5B1}"/>
                  </a:ext>
                </a:extLst>
              </p:cNvPr>
              <p:cNvSpPr/>
              <p:nvPr/>
            </p:nvSpPr>
            <p:spPr>
              <a:xfrm>
                <a:off x="9525026" y="5168134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94" name="Freeform: Shape 16293">
                <a:extLst>
                  <a:ext uri="{FF2B5EF4-FFF2-40B4-BE49-F238E27FC236}">
                    <a16:creationId xmlns:a16="http://schemas.microsoft.com/office/drawing/2014/main" id="{73DA3652-52D2-7328-98E0-782A0E83AD22}"/>
                  </a:ext>
                </a:extLst>
              </p:cNvPr>
              <p:cNvSpPr/>
              <p:nvPr/>
            </p:nvSpPr>
            <p:spPr>
              <a:xfrm>
                <a:off x="9527385" y="5167886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8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8" y="133"/>
                      <a:pt x="3417" y="133"/>
                    </a:cubicBezTo>
                    <a:cubicBezTo>
                      <a:pt x="2576" y="133"/>
                      <a:pt x="1769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69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95" name="Freeform: Shape 16294">
                <a:extLst>
                  <a:ext uri="{FF2B5EF4-FFF2-40B4-BE49-F238E27FC236}">
                    <a16:creationId xmlns:a16="http://schemas.microsoft.com/office/drawing/2014/main" id="{052D0FE7-84D4-166E-EB7C-A5BCD6BFB8F9}"/>
                  </a:ext>
                </a:extLst>
              </p:cNvPr>
              <p:cNvSpPr/>
              <p:nvPr/>
            </p:nvSpPr>
            <p:spPr>
              <a:xfrm>
                <a:off x="9528588" y="5167753"/>
                <a:ext cx="6343" cy="6345"/>
              </a:xfrm>
              <a:custGeom>
                <a:avLst/>
                <a:gdLst>
                  <a:gd name="connsiteX0" fmla="*/ 3417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7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7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7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7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96" name="Freeform: Shape 16295">
                <a:extLst>
                  <a:ext uri="{FF2B5EF4-FFF2-40B4-BE49-F238E27FC236}">
                    <a16:creationId xmlns:a16="http://schemas.microsoft.com/office/drawing/2014/main" id="{536D6230-3C6A-AF07-13B3-302C550B069C}"/>
                  </a:ext>
                </a:extLst>
              </p:cNvPr>
              <p:cNvSpPr/>
              <p:nvPr/>
            </p:nvSpPr>
            <p:spPr>
              <a:xfrm>
                <a:off x="9529662" y="5167827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59" y="6478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97" name="Freeform: Shape 16296">
                <a:extLst>
                  <a:ext uri="{FF2B5EF4-FFF2-40B4-BE49-F238E27FC236}">
                    <a16:creationId xmlns:a16="http://schemas.microsoft.com/office/drawing/2014/main" id="{91744858-310C-8A66-C4BB-3F37AF670A74}"/>
                  </a:ext>
                </a:extLst>
              </p:cNvPr>
              <p:cNvSpPr/>
              <p:nvPr/>
            </p:nvSpPr>
            <p:spPr>
              <a:xfrm>
                <a:off x="9529827" y="516923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0 w 6343"/>
                  <a:gd name="connsiteY1" fmla="*/ 5549 h 6345"/>
                  <a:gd name="connsiteX2" fmla="*/ 6589 w 6343"/>
                  <a:gd name="connsiteY2" fmla="*/ 3306 h 6345"/>
                  <a:gd name="connsiteX3" fmla="*/ 5660 w 6343"/>
                  <a:gd name="connsiteY3" fmla="*/ 1062 h 6345"/>
                  <a:gd name="connsiteX4" fmla="*/ 3418 w 6343"/>
                  <a:gd name="connsiteY4" fmla="*/ 133 h 6345"/>
                  <a:gd name="connsiteX5" fmla="*/ 1175 w 6343"/>
                  <a:gd name="connsiteY5" fmla="*/ 1062 h 6345"/>
                  <a:gd name="connsiteX6" fmla="*/ 246 w 6343"/>
                  <a:gd name="connsiteY6" fmla="*/ 3306 h 6345"/>
                  <a:gd name="connsiteX7" fmla="*/ 1175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5" y="6144"/>
                      <a:pt x="5660" y="5549"/>
                    </a:cubicBezTo>
                    <a:cubicBezTo>
                      <a:pt x="6255" y="4954"/>
                      <a:pt x="6589" y="4147"/>
                      <a:pt x="6589" y="3306"/>
                    </a:cubicBezTo>
                    <a:cubicBezTo>
                      <a:pt x="6589" y="2464"/>
                      <a:pt x="6255" y="1657"/>
                      <a:pt x="5660" y="1062"/>
                    </a:cubicBezTo>
                    <a:cubicBezTo>
                      <a:pt x="5065" y="467"/>
                      <a:pt x="4259" y="133"/>
                      <a:pt x="3418" y="133"/>
                    </a:cubicBezTo>
                    <a:cubicBezTo>
                      <a:pt x="2576" y="133"/>
                      <a:pt x="1770" y="467"/>
                      <a:pt x="1175" y="1062"/>
                    </a:cubicBezTo>
                    <a:cubicBezTo>
                      <a:pt x="580" y="1657"/>
                      <a:pt x="246" y="2464"/>
                      <a:pt x="246" y="3306"/>
                    </a:cubicBezTo>
                    <a:cubicBezTo>
                      <a:pt x="246" y="4147"/>
                      <a:pt x="580" y="4954"/>
                      <a:pt x="1175" y="5549"/>
                    </a:cubicBezTo>
                    <a:cubicBezTo>
                      <a:pt x="1770" y="6144"/>
                      <a:pt x="2576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98" name="Freeform: Shape 16297">
                <a:extLst>
                  <a:ext uri="{FF2B5EF4-FFF2-40B4-BE49-F238E27FC236}">
                    <a16:creationId xmlns:a16="http://schemas.microsoft.com/office/drawing/2014/main" id="{15292820-50E6-8A6F-1D88-59F526DFBE27}"/>
                  </a:ext>
                </a:extLst>
              </p:cNvPr>
              <p:cNvSpPr/>
              <p:nvPr/>
            </p:nvSpPr>
            <p:spPr>
              <a:xfrm>
                <a:off x="9540868" y="5166975"/>
                <a:ext cx="6343" cy="6345"/>
              </a:xfrm>
              <a:custGeom>
                <a:avLst/>
                <a:gdLst>
                  <a:gd name="connsiteX0" fmla="*/ 3418 w 6343"/>
                  <a:gd name="connsiteY0" fmla="*/ 6478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2 h 6345"/>
                  <a:gd name="connsiteX4" fmla="*/ 3418 w 6343"/>
                  <a:gd name="connsiteY4" fmla="*/ 133 h 6345"/>
                  <a:gd name="connsiteX5" fmla="*/ 1176 w 6343"/>
                  <a:gd name="connsiteY5" fmla="*/ 1062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8"/>
                    </a:moveTo>
                    <a:cubicBezTo>
                      <a:pt x="4260" y="6478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4"/>
                      <a:pt x="6256" y="1657"/>
                      <a:pt x="5661" y="1062"/>
                    </a:cubicBezTo>
                    <a:cubicBezTo>
                      <a:pt x="5066" y="467"/>
                      <a:pt x="4260" y="133"/>
                      <a:pt x="3418" y="133"/>
                    </a:cubicBezTo>
                    <a:cubicBezTo>
                      <a:pt x="2577" y="133"/>
                      <a:pt x="1771" y="467"/>
                      <a:pt x="1176" y="1062"/>
                    </a:cubicBezTo>
                    <a:cubicBezTo>
                      <a:pt x="581" y="1657"/>
                      <a:pt x="247" y="2464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1" y="6144"/>
                      <a:pt x="2577" y="6478"/>
                      <a:pt x="341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299" name="Freeform: Shape 16298">
                <a:extLst>
                  <a:ext uri="{FF2B5EF4-FFF2-40B4-BE49-F238E27FC236}">
                    <a16:creationId xmlns:a16="http://schemas.microsoft.com/office/drawing/2014/main" id="{79C384FE-E036-9F3A-70F1-F5D157D56934}"/>
                  </a:ext>
                </a:extLst>
              </p:cNvPr>
              <p:cNvSpPr/>
              <p:nvPr/>
            </p:nvSpPr>
            <p:spPr>
              <a:xfrm>
                <a:off x="9537309" y="517320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00" name="Freeform: Shape 16299">
                <a:extLst>
                  <a:ext uri="{FF2B5EF4-FFF2-40B4-BE49-F238E27FC236}">
                    <a16:creationId xmlns:a16="http://schemas.microsoft.com/office/drawing/2014/main" id="{EA5A918C-3513-08F6-C159-604DD76302A3}"/>
                  </a:ext>
                </a:extLst>
              </p:cNvPr>
              <p:cNvSpPr/>
              <p:nvPr/>
            </p:nvSpPr>
            <p:spPr>
              <a:xfrm>
                <a:off x="9538452" y="517325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01" name="Freeform: Shape 16300">
                <a:extLst>
                  <a:ext uri="{FF2B5EF4-FFF2-40B4-BE49-F238E27FC236}">
                    <a16:creationId xmlns:a16="http://schemas.microsoft.com/office/drawing/2014/main" id="{254C36E0-9900-FCBC-FC63-5076CBFE34DD}"/>
                  </a:ext>
                </a:extLst>
              </p:cNvPr>
              <p:cNvSpPr/>
              <p:nvPr/>
            </p:nvSpPr>
            <p:spPr>
              <a:xfrm>
                <a:off x="9539487" y="5173460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02" name="Freeform: Shape 16301">
                <a:extLst>
                  <a:ext uri="{FF2B5EF4-FFF2-40B4-BE49-F238E27FC236}">
                    <a16:creationId xmlns:a16="http://schemas.microsoft.com/office/drawing/2014/main" id="{C951E329-1509-E9F3-6E08-3434F91FFF3A}"/>
                  </a:ext>
                </a:extLst>
              </p:cNvPr>
              <p:cNvSpPr/>
              <p:nvPr/>
            </p:nvSpPr>
            <p:spPr>
              <a:xfrm>
                <a:off x="9540411" y="5173813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4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4"/>
                      <a:pt x="3418" y="134"/>
                    </a:cubicBezTo>
                    <a:cubicBezTo>
                      <a:pt x="2577" y="134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03" name="Freeform: Shape 16302">
                <a:extLst>
                  <a:ext uri="{FF2B5EF4-FFF2-40B4-BE49-F238E27FC236}">
                    <a16:creationId xmlns:a16="http://schemas.microsoft.com/office/drawing/2014/main" id="{AACD4DEF-2136-8B82-FB30-0AFCABEEEA9D}"/>
                  </a:ext>
                </a:extLst>
              </p:cNvPr>
              <p:cNvSpPr/>
              <p:nvPr/>
            </p:nvSpPr>
            <p:spPr>
              <a:xfrm>
                <a:off x="9541748" y="5173662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04" name="Freeform: Shape 16303">
                <a:extLst>
                  <a:ext uri="{FF2B5EF4-FFF2-40B4-BE49-F238E27FC236}">
                    <a16:creationId xmlns:a16="http://schemas.microsoft.com/office/drawing/2014/main" id="{3CC66A58-31C6-33BE-5FC8-03E8FC920432}"/>
                  </a:ext>
                </a:extLst>
              </p:cNvPr>
              <p:cNvSpPr/>
              <p:nvPr/>
            </p:nvSpPr>
            <p:spPr>
              <a:xfrm>
                <a:off x="9542939" y="517370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4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4"/>
                      <a:pt x="3419" y="134"/>
                    </a:cubicBezTo>
                    <a:cubicBezTo>
                      <a:pt x="2577" y="134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05" name="Freeform: Shape 16304">
                <a:extLst>
                  <a:ext uri="{FF2B5EF4-FFF2-40B4-BE49-F238E27FC236}">
                    <a16:creationId xmlns:a16="http://schemas.microsoft.com/office/drawing/2014/main" id="{9D722722-28FA-5617-4A33-6D3DB91D69E2}"/>
                  </a:ext>
                </a:extLst>
              </p:cNvPr>
              <p:cNvSpPr/>
              <p:nvPr/>
            </p:nvSpPr>
            <p:spPr>
              <a:xfrm>
                <a:off x="9544209" y="517367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06" name="Freeform: Shape 16305">
                <a:extLst>
                  <a:ext uri="{FF2B5EF4-FFF2-40B4-BE49-F238E27FC236}">
                    <a16:creationId xmlns:a16="http://schemas.microsoft.com/office/drawing/2014/main" id="{964B9B1F-B789-6A9B-2BCA-9DE8AEDD2B94}"/>
                  </a:ext>
                </a:extLst>
              </p:cNvPr>
              <p:cNvSpPr/>
              <p:nvPr/>
            </p:nvSpPr>
            <p:spPr>
              <a:xfrm>
                <a:off x="9545445" y="517369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4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07" name="Freeform: Shape 16306">
                <a:extLst>
                  <a:ext uri="{FF2B5EF4-FFF2-40B4-BE49-F238E27FC236}">
                    <a16:creationId xmlns:a16="http://schemas.microsoft.com/office/drawing/2014/main" id="{A5955D89-9579-CDEE-A05C-355542377A2E}"/>
                  </a:ext>
                </a:extLst>
              </p:cNvPr>
              <p:cNvSpPr/>
              <p:nvPr/>
            </p:nvSpPr>
            <p:spPr>
              <a:xfrm>
                <a:off x="9546645" y="517377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0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2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08" name="Freeform: Shape 16307">
                <a:extLst>
                  <a:ext uri="{FF2B5EF4-FFF2-40B4-BE49-F238E27FC236}">
                    <a16:creationId xmlns:a16="http://schemas.microsoft.com/office/drawing/2014/main" id="{75E8B97B-A371-BB62-A421-02077A4C673A}"/>
                  </a:ext>
                </a:extLst>
              </p:cNvPr>
              <p:cNvSpPr/>
              <p:nvPr/>
            </p:nvSpPr>
            <p:spPr>
              <a:xfrm>
                <a:off x="9547810" y="517390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09" name="Freeform: Shape 16308">
                <a:extLst>
                  <a:ext uri="{FF2B5EF4-FFF2-40B4-BE49-F238E27FC236}">
                    <a16:creationId xmlns:a16="http://schemas.microsoft.com/office/drawing/2014/main" id="{C344232E-69E7-0E6C-F7A1-17E7F1C442FB}"/>
                  </a:ext>
                </a:extLst>
              </p:cNvPr>
              <p:cNvSpPr/>
              <p:nvPr/>
            </p:nvSpPr>
            <p:spPr>
              <a:xfrm>
                <a:off x="9549173" y="517381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6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10" name="Freeform: Shape 16309">
                <a:extLst>
                  <a:ext uri="{FF2B5EF4-FFF2-40B4-BE49-F238E27FC236}">
                    <a16:creationId xmlns:a16="http://schemas.microsoft.com/office/drawing/2014/main" id="{F3D55E81-D378-F382-08FE-41AF79B6220F}"/>
                  </a:ext>
                </a:extLst>
              </p:cNvPr>
              <p:cNvSpPr/>
              <p:nvPr/>
            </p:nvSpPr>
            <p:spPr>
              <a:xfrm>
                <a:off x="9550343" y="517397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11" name="Freeform: Shape 16310">
                <a:extLst>
                  <a:ext uri="{FF2B5EF4-FFF2-40B4-BE49-F238E27FC236}">
                    <a16:creationId xmlns:a16="http://schemas.microsoft.com/office/drawing/2014/main" id="{F5C33DB8-CE9F-516B-CB86-7C58B3715CF0}"/>
                  </a:ext>
                </a:extLst>
              </p:cNvPr>
              <p:cNvSpPr/>
              <p:nvPr/>
            </p:nvSpPr>
            <p:spPr>
              <a:xfrm>
                <a:off x="9551555" y="517409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12" name="Freeform: Shape 16311">
                <a:extLst>
                  <a:ext uri="{FF2B5EF4-FFF2-40B4-BE49-F238E27FC236}">
                    <a16:creationId xmlns:a16="http://schemas.microsoft.com/office/drawing/2014/main" id="{1137C3C8-1B58-BA12-F89A-DDCE987F4402}"/>
                  </a:ext>
                </a:extLst>
              </p:cNvPr>
              <p:cNvSpPr/>
              <p:nvPr/>
            </p:nvSpPr>
            <p:spPr>
              <a:xfrm>
                <a:off x="9552810" y="517417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13" name="Freeform: Shape 16312">
                <a:extLst>
                  <a:ext uri="{FF2B5EF4-FFF2-40B4-BE49-F238E27FC236}">
                    <a16:creationId xmlns:a16="http://schemas.microsoft.com/office/drawing/2014/main" id="{048D6161-A03F-0D98-F2DE-201A1F568BB5}"/>
                  </a:ext>
                </a:extLst>
              </p:cNvPr>
              <p:cNvSpPr/>
              <p:nvPr/>
            </p:nvSpPr>
            <p:spPr>
              <a:xfrm>
                <a:off x="9554108" y="517422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4"/>
                      <a:pt x="3419" y="134"/>
                    </a:cubicBezTo>
                    <a:cubicBezTo>
                      <a:pt x="2578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14" name="Freeform: Shape 16313">
                <a:extLst>
                  <a:ext uri="{FF2B5EF4-FFF2-40B4-BE49-F238E27FC236}">
                    <a16:creationId xmlns:a16="http://schemas.microsoft.com/office/drawing/2014/main" id="{F9F955EF-29FC-CB73-1029-BBDD08228BF9}"/>
                  </a:ext>
                </a:extLst>
              </p:cNvPr>
              <p:cNvSpPr/>
              <p:nvPr/>
            </p:nvSpPr>
            <p:spPr>
              <a:xfrm>
                <a:off x="9555531" y="517415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4"/>
                      <a:pt x="3420" y="134"/>
                    </a:cubicBezTo>
                    <a:cubicBezTo>
                      <a:pt x="2578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15" name="Freeform: Shape 16314">
                <a:extLst>
                  <a:ext uri="{FF2B5EF4-FFF2-40B4-BE49-F238E27FC236}">
                    <a16:creationId xmlns:a16="http://schemas.microsoft.com/office/drawing/2014/main" id="{DEF4C181-3443-66E3-4514-EC2FB93EAB23}"/>
                  </a:ext>
                </a:extLst>
              </p:cNvPr>
              <p:cNvSpPr/>
              <p:nvPr/>
            </p:nvSpPr>
            <p:spPr>
              <a:xfrm>
                <a:off x="9556919" y="517414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16" name="Freeform: Shape 16315">
                <a:extLst>
                  <a:ext uri="{FF2B5EF4-FFF2-40B4-BE49-F238E27FC236}">
                    <a16:creationId xmlns:a16="http://schemas.microsoft.com/office/drawing/2014/main" id="{A836FA98-24EA-DB8B-5CA8-A349FE782DD8}"/>
                  </a:ext>
                </a:extLst>
              </p:cNvPr>
              <p:cNvSpPr/>
              <p:nvPr/>
            </p:nvSpPr>
            <p:spPr>
              <a:xfrm>
                <a:off x="9558063" y="517440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17" name="Freeform: Shape 16316">
                <a:extLst>
                  <a:ext uri="{FF2B5EF4-FFF2-40B4-BE49-F238E27FC236}">
                    <a16:creationId xmlns:a16="http://schemas.microsoft.com/office/drawing/2014/main" id="{F65B7831-C2C9-A12A-7600-AA8573EF91D4}"/>
                  </a:ext>
                </a:extLst>
              </p:cNvPr>
              <p:cNvSpPr/>
              <p:nvPr/>
            </p:nvSpPr>
            <p:spPr>
              <a:xfrm>
                <a:off x="9559872" y="517398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1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18" name="Freeform: Shape 16317">
                <a:extLst>
                  <a:ext uri="{FF2B5EF4-FFF2-40B4-BE49-F238E27FC236}">
                    <a16:creationId xmlns:a16="http://schemas.microsoft.com/office/drawing/2014/main" id="{7D9335F4-1B0E-C62A-BC64-B6527EA34AD4}"/>
                  </a:ext>
                </a:extLst>
              </p:cNvPr>
              <p:cNvSpPr/>
              <p:nvPr/>
            </p:nvSpPr>
            <p:spPr>
              <a:xfrm>
                <a:off x="9562440" y="5172819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9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19" name="Freeform: Shape 16318">
                <a:extLst>
                  <a:ext uri="{FF2B5EF4-FFF2-40B4-BE49-F238E27FC236}">
                    <a16:creationId xmlns:a16="http://schemas.microsoft.com/office/drawing/2014/main" id="{F8FE0FA9-DA58-E72D-09CC-8CE39BFE6871}"/>
                  </a:ext>
                </a:extLst>
              </p:cNvPr>
              <p:cNvSpPr/>
              <p:nvPr/>
            </p:nvSpPr>
            <p:spPr>
              <a:xfrm>
                <a:off x="9563140" y="517358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20" name="Freeform: Shape 16319">
                <a:extLst>
                  <a:ext uri="{FF2B5EF4-FFF2-40B4-BE49-F238E27FC236}">
                    <a16:creationId xmlns:a16="http://schemas.microsoft.com/office/drawing/2014/main" id="{01DE565E-95AC-68BA-0E17-D6A806EDD10B}"/>
                  </a:ext>
                </a:extLst>
              </p:cNvPr>
              <p:cNvSpPr/>
              <p:nvPr/>
            </p:nvSpPr>
            <p:spPr>
              <a:xfrm>
                <a:off x="9564974" y="517322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21" name="Freeform: Shape 16320">
                <a:extLst>
                  <a:ext uri="{FF2B5EF4-FFF2-40B4-BE49-F238E27FC236}">
                    <a16:creationId xmlns:a16="http://schemas.microsoft.com/office/drawing/2014/main" id="{A0946706-2586-7DC7-B839-C04F46192145}"/>
                  </a:ext>
                </a:extLst>
              </p:cNvPr>
              <p:cNvSpPr/>
              <p:nvPr/>
            </p:nvSpPr>
            <p:spPr>
              <a:xfrm>
                <a:off x="9566349" y="5173334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2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0" y="133"/>
                    </a:cubicBezTo>
                    <a:cubicBezTo>
                      <a:pt x="2579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22" name="Freeform: Shape 16321">
                <a:extLst>
                  <a:ext uri="{FF2B5EF4-FFF2-40B4-BE49-F238E27FC236}">
                    <a16:creationId xmlns:a16="http://schemas.microsoft.com/office/drawing/2014/main" id="{D03A59CF-4845-9874-9D52-1498028B5EF2}"/>
                  </a:ext>
                </a:extLst>
              </p:cNvPr>
              <p:cNvSpPr/>
              <p:nvPr/>
            </p:nvSpPr>
            <p:spPr>
              <a:xfrm>
                <a:off x="9567942" y="5173250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1" y="133"/>
                    </a:cubicBezTo>
                    <a:cubicBezTo>
                      <a:pt x="2579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79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23" name="Freeform: Shape 16322">
                <a:extLst>
                  <a:ext uri="{FF2B5EF4-FFF2-40B4-BE49-F238E27FC236}">
                    <a16:creationId xmlns:a16="http://schemas.microsoft.com/office/drawing/2014/main" id="{017C7577-423C-05B4-295D-2D1F9C3E6D16}"/>
                  </a:ext>
                </a:extLst>
              </p:cNvPr>
              <p:cNvSpPr/>
              <p:nvPr/>
            </p:nvSpPr>
            <p:spPr>
              <a:xfrm>
                <a:off x="9569540" y="5173182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24" name="Freeform: Shape 16323">
                <a:extLst>
                  <a:ext uri="{FF2B5EF4-FFF2-40B4-BE49-F238E27FC236}">
                    <a16:creationId xmlns:a16="http://schemas.microsoft.com/office/drawing/2014/main" id="{098C60E7-58B6-3692-F4DB-DC1DA5DB6E13}"/>
                  </a:ext>
                </a:extLst>
              </p:cNvPr>
              <p:cNvSpPr/>
              <p:nvPr/>
            </p:nvSpPr>
            <p:spPr>
              <a:xfrm>
                <a:off x="9570970" y="5173293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25" name="Freeform: Shape 16324">
                <a:extLst>
                  <a:ext uri="{FF2B5EF4-FFF2-40B4-BE49-F238E27FC236}">
                    <a16:creationId xmlns:a16="http://schemas.microsoft.com/office/drawing/2014/main" id="{E4A36793-2225-35D8-E89B-7748F0167108}"/>
                  </a:ext>
                </a:extLst>
              </p:cNvPr>
              <p:cNvSpPr/>
              <p:nvPr/>
            </p:nvSpPr>
            <p:spPr>
              <a:xfrm>
                <a:off x="9572665" y="5173172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2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4" y="1658"/>
                      <a:pt x="249" y="2465"/>
                      <a:pt x="249" y="3306"/>
                    </a:cubicBezTo>
                    <a:cubicBezTo>
                      <a:pt x="249" y="4148"/>
                      <a:pt x="584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26" name="Freeform: Shape 16325">
                <a:extLst>
                  <a:ext uri="{FF2B5EF4-FFF2-40B4-BE49-F238E27FC236}">
                    <a16:creationId xmlns:a16="http://schemas.microsoft.com/office/drawing/2014/main" id="{B7B5F4D1-FDC9-FA7F-FD45-3A73CBD46635}"/>
                  </a:ext>
                </a:extLst>
              </p:cNvPr>
              <p:cNvSpPr/>
              <p:nvPr/>
            </p:nvSpPr>
            <p:spPr>
              <a:xfrm>
                <a:off x="9574366" y="5173067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50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8" y="4955"/>
                      <a:pt x="6593" y="4148"/>
                      <a:pt x="6593" y="3306"/>
                    </a:cubicBezTo>
                    <a:cubicBezTo>
                      <a:pt x="6593" y="2465"/>
                      <a:pt x="6258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27" name="Freeform: Shape 16326">
                <a:extLst>
                  <a:ext uri="{FF2B5EF4-FFF2-40B4-BE49-F238E27FC236}">
                    <a16:creationId xmlns:a16="http://schemas.microsoft.com/office/drawing/2014/main" id="{313F1B2E-CE00-D0D3-2431-B8C2F6515A24}"/>
                  </a:ext>
                </a:extLst>
              </p:cNvPr>
              <p:cNvSpPr/>
              <p:nvPr/>
            </p:nvSpPr>
            <p:spPr>
              <a:xfrm>
                <a:off x="9575853" y="5173181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28" name="Freeform: Shape 16327">
                <a:extLst>
                  <a:ext uri="{FF2B5EF4-FFF2-40B4-BE49-F238E27FC236}">
                    <a16:creationId xmlns:a16="http://schemas.microsoft.com/office/drawing/2014/main" id="{5C2245F5-7326-D5C0-9A78-EE541FB9D07F}"/>
                  </a:ext>
                </a:extLst>
              </p:cNvPr>
              <p:cNvSpPr/>
              <p:nvPr/>
            </p:nvSpPr>
            <p:spPr>
              <a:xfrm>
                <a:off x="9577344" y="5173308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29" name="Freeform: Shape 16328">
                <a:extLst>
                  <a:ext uri="{FF2B5EF4-FFF2-40B4-BE49-F238E27FC236}">
                    <a16:creationId xmlns:a16="http://schemas.microsoft.com/office/drawing/2014/main" id="{4C206880-CD13-3AF4-7BBF-065DFDB61990}"/>
                  </a:ext>
                </a:extLst>
              </p:cNvPr>
              <p:cNvSpPr/>
              <p:nvPr/>
            </p:nvSpPr>
            <p:spPr>
              <a:xfrm>
                <a:off x="9578971" y="5173329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3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3" y="133"/>
                      <a:pt x="3421" y="133"/>
                    </a:cubicBezTo>
                    <a:cubicBezTo>
                      <a:pt x="2580" y="133"/>
                      <a:pt x="1774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4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30" name="Freeform: Shape 16329">
                <a:extLst>
                  <a:ext uri="{FF2B5EF4-FFF2-40B4-BE49-F238E27FC236}">
                    <a16:creationId xmlns:a16="http://schemas.microsoft.com/office/drawing/2014/main" id="{637C2F5C-217E-8C4B-328F-1DEC52125232}"/>
                  </a:ext>
                </a:extLst>
              </p:cNvPr>
              <p:cNvSpPr/>
              <p:nvPr/>
            </p:nvSpPr>
            <p:spPr>
              <a:xfrm>
                <a:off x="9580290" y="5173643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3" y="133"/>
                      <a:pt x="3422" y="133"/>
                    </a:cubicBezTo>
                    <a:cubicBezTo>
                      <a:pt x="2580" y="133"/>
                      <a:pt x="1774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4" y="6145"/>
                      <a:pt x="2580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31" name="Freeform: Shape 16330">
                <a:extLst>
                  <a:ext uri="{FF2B5EF4-FFF2-40B4-BE49-F238E27FC236}">
                    <a16:creationId xmlns:a16="http://schemas.microsoft.com/office/drawing/2014/main" id="{40387F0E-93BF-96B6-413D-9B0B165BF34C}"/>
                  </a:ext>
                </a:extLst>
              </p:cNvPr>
              <p:cNvSpPr/>
              <p:nvPr/>
            </p:nvSpPr>
            <p:spPr>
              <a:xfrm>
                <a:off x="9582375" y="5173301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32" name="Freeform: Shape 16331">
                <a:extLst>
                  <a:ext uri="{FF2B5EF4-FFF2-40B4-BE49-F238E27FC236}">
                    <a16:creationId xmlns:a16="http://schemas.microsoft.com/office/drawing/2014/main" id="{9811B454-BD14-4954-8833-2143E11B6DE5}"/>
                  </a:ext>
                </a:extLst>
              </p:cNvPr>
              <p:cNvSpPr/>
              <p:nvPr/>
            </p:nvSpPr>
            <p:spPr>
              <a:xfrm>
                <a:off x="9584288" y="5173135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33" name="Freeform: Shape 16332">
                <a:extLst>
                  <a:ext uri="{FF2B5EF4-FFF2-40B4-BE49-F238E27FC236}">
                    <a16:creationId xmlns:a16="http://schemas.microsoft.com/office/drawing/2014/main" id="{3C6304A6-2B42-5497-E41B-5C17D7C4D8D1}"/>
                  </a:ext>
                </a:extLst>
              </p:cNvPr>
              <p:cNvSpPr/>
              <p:nvPr/>
            </p:nvSpPr>
            <p:spPr>
              <a:xfrm>
                <a:off x="9586072" y="5173105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5" y="5550"/>
                    </a:cubicBezTo>
                    <a:cubicBezTo>
                      <a:pt x="6259" y="4955"/>
                      <a:pt x="6594" y="4148"/>
                      <a:pt x="6594" y="3306"/>
                    </a:cubicBezTo>
                    <a:cubicBezTo>
                      <a:pt x="6594" y="2465"/>
                      <a:pt x="6259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5" y="1658"/>
                      <a:pt x="250" y="2465"/>
                      <a:pt x="250" y="3306"/>
                    </a:cubicBezTo>
                    <a:cubicBezTo>
                      <a:pt x="250" y="4148"/>
                      <a:pt x="585" y="4955"/>
                      <a:pt x="1179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34" name="Freeform: Shape 16333">
                <a:extLst>
                  <a:ext uri="{FF2B5EF4-FFF2-40B4-BE49-F238E27FC236}">
                    <a16:creationId xmlns:a16="http://schemas.microsoft.com/office/drawing/2014/main" id="{CB09FEEA-2D3D-CC08-197F-D667F04DCFE5}"/>
                  </a:ext>
                </a:extLst>
              </p:cNvPr>
              <p:cNvSpPr/>
              <p:nvPr/>
            </p:nvSpPr>
            <p:spPr>
              <a:xfrm>
                <a:off x="9587953" y="5173016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35" name="Freeform: Shape 16334">
                <a:extLst>
                  <a:ext uri="{FF2B5EF4-FFF2-40B4-BE49-F238E27FC236}">
                    <a16:creationId xmlns:a16="http://schemas.microsoft.com/office/drawing/2014/main" id="{4DEBCB07-884B-A947-0D1E-5C64D0DC160F}"/>
                  </a:ext>
                </a:extLst>
              </p:cNvPr>
              <p:cNvSpPr/>
              <p:nvPr/>
            </p:nvSpPr>
            <p:spPr>
              <a:xfrm>
                <a:off x="9589427" y="5173288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36" name="Freeform: Shape 16335">
                <a:extLst>
                  <a:ext uri="{FF2B5EF4-FFF2-40B4-BE49-F238E27FC236}">
                    <a16:creationId xmlns:a16="http://schemas.microsoft.com/office/drawing/2014/main" id="{467071B8-0BD1-7604-3BE6-876464843D4A}"/>
                  </a:ext>
                </a:extLst>
              </p:cNvPr>
              <p:cNvSpPr/>
              <p:nvPr/>
            </p:nvSpPr>
            <p:spPr>
              <a:xfrm>
                <a:off x="9591457" y="5173120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4" y="6479"/>
                      <a:pt x="5070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4" y="133"/>
                      <a:pt x="3422" y="133"/>
                    </a:cubicBezTo>
                    <a:cubicBezTo>
                      <a:pt x="2581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5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37" name="Freeform: Shape 16336">
                <a:extLst>
                  <a:ext uri="{FF2B5EF4-FFF2-40B4-BE49-F238E27FC236}">
                    <a16:creationId xmlns:a16="http://schemas.microsoft.com/office/drawing/2014/main" id="{3DC501B1-B880-F6F8-C388-6D883D772AFC}"/>
                  </a:ext>
                </a:extLst>
              </p:cNvPr>
              <p:cNvSpPr/>
              <p:nvPr/>
            </p:nvSpPr>
            <p:spPr>
              <a:xfrm>
                <a:off x="9593356" y="517308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0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4" y="133"/>
                      <a:pt x="3423" y="133"/>
                    </a:cubicBezTo>
                    <a:cubicBezTo>
                      <a:pt x="2581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5" y="6145"/>
                      <a:pt x="2581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38" name="Freeform: Shape 16337">
                <a:extLst>
                  <a:ext uri="{FF2B5EF4-FFF2-40B4-BE49-F238E27FC236}">
                    <a16:creationId xmlns:a16="http://schemas.microsoft.com/office/drawing/2014/main" id="{F27A1DAB-B48E-ECAA-E241-D2D9F98709A4}"/>
                  </a:ext>
                </a:extLst>
              </p:cNvPr>
              <p:cNvSpPr/>
              <p:nvPr/>
            </p:nvSpPr>
            <p:spPr>
              <a:xfrm>
                <a:off x="9595073" y="5173217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39" name="Freeform: Shape 16338">
                <a:extLst>
                  <a:ext uri="{FF2B5EF4-FFF2-40B4-BE49-F238E27FC236}">
                    <a16:creationId xmlns:a16="http://schemas.microsoft.com/office/drawing/2014/main" id="{AC0790D7-662F-EFD8-C85C-5BF2C5545FAA}"/>
                  </a:ext>
                </a:extLst>
              </p:cNvPr>
              <p:cNvSpPr/>
              <p:nvPr/>
            </p:nvSpPr>
            <p:spPr>
              <a:xfrm>
                <a:off x="9597217" y="5173033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4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6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40" name="Freeform: Shape 16339">
                <a:extLst>
                  <a:ext uri="{FF2B5EF4-FFF2-40B4-BE49-F238E27FC236}">
                    <a16:creationId xmlns:a16="http://schemas.microsoft.com/office/drawing/2014/main" id="{6796FF8C-2C69-6817-E072-0C9A8F2FFE85}"/>
                  </a:ext>
                </a:extLst>
              </p:cNvPr>
              <p:cNvSpPr/>
              <p:nvPr/>
            </p:nvSpPr>
            <p:spPr>
              <a:xfrm>
                <a:off x="9598803" y="5173312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6" y="5550"/>
                    </a:cubicBezTo>
                    <a:cubicBezTo>
                      <a:pt x="6260" y="4955"/>
                      <a:pt x="6595" y="4148"/>
                      <a:pt x="6595" y="3306"/>
                    </a:cubicBezTo>
                    <a:cubicBezTo>
                      <a:pt x="6595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1" y="2465"/>
                      <a:pt x="251" y="3306"/>
                    </a:cubicBezTo>
                    <a:cubicBezTo>
                      <a:pt x="251" y="4148"/>
                      <a:pt x="586" y="4955"/>
                      <a:pt x="1180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41" name="Freeform: Shape 16340">
                <a:extLst>
                  <a:ext uri="{FF2B5EF4-FFF2-40B4-BE49-F238E27FC236}">
                    <a16:creationId xmlns:a16="http://schemas.microsoft.com/office/drawing/2014/main" id="{FFE12982-A6EE-EC17-87EE-1AEC718D40ED}"/>
                  </a:ext>
                </a:extLst>
              </p:cNvPr>
              <p:cNvSpPr/>
              <p:nvPr/>
            </p:nvSpPr>
            <p:spPr>
              <a:xfrm>
                <a:off x="9600959" y="517316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42" name="Freeform: Shape 16341">
                <a:extLst>
                  <a:ext uri="{FF2B5EF4-FFF2-40B4-BE49-F238E27FC236}">
                    <a16:creationId xmlns:a16="http://schemas.microsoft.com/office/drawing/2014/main" id="{C6D2441B-C391-83A6-D864-7CD4B36ECE62}"/>
                  </a:ext>
                </a:extLst>
              </p:cNvPr>
              <p:cNvSpPr/>
              <p:nvPr/>
            </p:nvSpPr>
            <p:spPr>
              <a:xfrm>
                <a:off x="9603931" y="5172431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3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43" name="Freeform: Shape 16342">
                <a:extLst>
                  <a:ext uri="{FF2B5EF4-FFF2-40B4-BE49-F238E27FC236}">
                    <a16:creationId xmlns:a16="http://schemas.microsoft.com/office/drawing/2014/main" id="{D1A22369-6E18-36C6-51E8-BB41FEF02AAF}"/>
                  </a:ext>
                </a:extLst>
              </p:cNvPr>
              <p:cNvSpPr/>
              <p:nvPr/>
            </p:nvSpPr>
            <p:spPr>
              <a:xfrm>
                <a:off x="9605676" y="5172659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4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44" name="Freeform: Shape 16343">
                <a:extLst>
                  <a:ext uri="{FF2B5EF4-FFF2-40B4-BE49-F238E27FC236}">
                    <a16:creationId xmlns:a16="http://schemas.microsoft.com/office/drawing/2014/main" id="{3F4A646B-565E-CCBB-6E7C-2AEFFB1A7C82}"/>
                  </a:ext>
                </a:extLst>
              </p:cNvPr>
              <p:cNvSpPr/>
              <p:nvPr/>
            </p:nvSpPr>
            <p:spPr>
              <a:xfrm>
                <a:off x="9607328" y="5172975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45" name="Freeform: Shape 16344">
                <a:extLst>
                  <a:ext uri="{FF2B5EF4-FFF2-40B4-BE49-F238E27FC236}">
                    <a16:creationId xmlns:a16="http://schemas.microsoft.com/office/drawing/2014/main" id="{4D606F34-04C6-1E64-0441-30CD0B239CE0}"/>
                  </a:ext>
                </a:extLst>
              </p:cNvPr>
              <p:cNvSpPr/>
              <p:nvPr/>
            </p:nvSpPr>
            <p:spPr>
              <a:xfrm>
                <a:off x="9609416" y="5172989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46" name="Freeform: Shape 16345">
                <a:extLst>
                  <a:ext uri="{FF2B5EF4-FFF2-40B4-BE49-F238E27FC236}">
                    <a16:creationId xmlns:a16="http://schemas.microsoft.com/office/drawing/2014/main" id="{8436402D-A2B1-523D-46E2-647D7C8D4380}"/>
                  </a:ext>
                </a:extLst>
              </p:cNvPr>
              <p:cNvSpPr/>
              <p:nvPr/>
            </p:nvSpPr>
            <p:spPr>
              <a:xfrm>
                <a:off x="9611220" y="5173234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1" y="4955"/>
                      <a:pt x="6596" y="4148"/>
                      <a:pt x="6596" y="3306"/>
                    </a:cubicBezTo>
                    <a:cubicBezTo>
                      <a:pt x="6596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8"/>
                      <a:pt x="587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47" name="Freeform: Shape 16346">
                <a:extLst>
                  <a:ext uri="{FF2B5EF4-FFF2-40B4-BE49-F238E27FC236}">
                    <a16:creationId xmlns:a16="http://schemas.microsoft.com/office/drawing/2014/main" id="{DB530647-E774-6B4C-083C-B5F73A76360C}"/>
                  </a:ext>
                </a:extLst>
              </p:cNvPr>
              <p:cNvSpPr/>
              <p:nvPr/>
            </p:nvSpPr>
            <p:spPr>
              <a:xfrm>
                <a:off x="9613270" y="5173324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48" name="Freeform: Shape 16347">
                <a:extLst>
                  <a:ext uri="{FF2B5EF4-FFF2-40B4-BE49-F238E27FC236}">
                    <a16:creationId xmlns:a16="http://schemas.microsoft.com/office/drawing/2014/main" id="{1CAF92E2-2C5A-FEAB-B0D2-5E44D8557153}"/>
                  </a:ext>
                </a:extLst>
              </p:cNvPr>
              <p:cNvSpPr/>
              <p:nvPr/>
            </p:nvSpPr>
            <p:spPr>
              <a:xfrm>
                <a:off x="9615227" y="5173503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49" name="Freeform: Shape 16348">
                <a:extLst>
                  <a:ext uri="{FF2B5EF4-FFF2-40B4-BE49-F238E27FC236}">
                    <a16:creationId xmlns:a16="http://schemas.microsoft.com/office/drawing/2014/main" id="{53E0D01A-D292-77AD-A28A-C34FBDE5ECE9}"/>
                  </a:ext>
                </a:extLst>
              </p:cNvPr>
              <p:cNvSpPr/>
              <p:nvPr/>
            </p:nvSpPr>
            <p:spPr>
              <a:xfrm>
                <a:off x="9617728" y="517332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6" y="6479"/>
                      <a:pt x="5072" y="6145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6" y="133"/>
                      <a:pt x="3424" y="133"/>
                    </a:cubicBezTo>
                    <a:cubicBezTo>
                      <a:pt x="2583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7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50" name="Freeform: Shape 16349">
                <a:extLst>
                  <a:ext uri="{FF2B5EF4-FFF2-40B4-BE49-F238E27FC236}">
                    <a16:creationId xmlns:a16="http://schemas.microsoft.com/office/drawing/2014/main" id="{9E7DC2CD-7393-0983-11B8-333ACCB66F04}"/>
                  </a:ext>
                </a:extLst>
              </p:cNvPr>
              <p:cNvSpPr/>
              <p:nvPr/>
            </p:nvSpPr>
            <p:spPr>
              <a:xfrm>
                <a:off x="9620336" y="5173108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5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7" y="6145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51" name="Freeform: Shape 16350">
                <a:extLst>
                  <a:ext uri="{FF2B5EF4-FFF2-40B4-BE49-F238E27FC236}">
                    <a16:creationId xmlns:a16="http://schemas.microsoft.com/office/drawing/2014/main" id="{388BDB76-1475-F0EA-B9C0-07158390A04B}"/>
                  </a:ext>
                </a:extLst>
              </p:cNvPr>
              <p:cNvSpPr/>
              <p:nvPr/>
            </p:nvSpPr>
            <p:spPr>
              <a:xfrm>
                <a:off x="9622755" y="5173051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50 h 6345"/>
                  <a:gd name="connsiteX2" fmla="*/ 6596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5"/>
                      <a:pt x="5668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8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2" y="1063"/>
                    </a:cubicBezTo>
                    <a:cubicBezTo>
                      <a:pt x="588" y="1658"/>
                      <a:pt x="253" y="2465"/>
                      <a:pt x="253" y="3306"/>
                    </a:cubicBezTo>
                    <a:cubicBezTo>
                      <a:pt x="253" y="4148"/>
                      <a:pt x="588" y="4955"/>
                      <a:pt x="1182" y="5550"/>
                    </a:cubicBezTo>
                    <a:cubicBezTo>
                      <a:pt x="1777" y="6145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52" name="Freeform: Shape 16351">
                <a:extLst>
                  <a:ext uri="{FF2B5EF4-FFF2-40B4-BE49-F238E27FC236}">
                    <a16:creationId xmlns:a16="http://schemas.microsoft.com/office/drawing/2014/main" id="{B1EB0351-E8C9-1084-C3ED-7BA36990C63A}"/>
                  </a:ext>
                </a:extLst>
              </p:cNvPr>
              <p:cNvSpPr/>
              <p:nvPr/>
            </p:nvSpPr>
            <p:spPr>
              <a:xfrm>
                <a:off x="9625678" y="5172688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4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5"/>
                      <a:pt x="5668" y="5550"/>
                    </a:cubicBezTo>
                    <a:cubicBezTo>
                      <a:pt x="6262" y="4955"/>
                      <a:pt x="6597" y="4148"/>
                      <a:pt x="6597" y="3306"/>
                    </a:cubicBezTo>
                    <a:cubicBezTo>
                      <a:pt x="6597" y="2465"/>
                      <a:pt x="6262" y="1658"/>
                      <a:pt x="5668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2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8"/>
                      <a:pt x="588" y="4955"/>
                      <a:pt x="1182" y="5550"/>
                    </a:cubicBezTo>
                    <a:cubicBezTo>
                      <a:pt x="1777" y="6145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53" name="Freeform: Shape 16352">
                <a:extLst>
                  <a:ext uri="{FF2B5EF4-FFF2-40B4-BE49-F238E27FC236}">
                    <a16:creationId xmlns:a16="http://schemas.microsoft.com/office/drawing/2014/main" id="{06D2CEE8-212C-09FE-F3C6-123DD386EAFA}"/>
                  </a:ext>
                </a:extLst>
              </p:cNvPr>
              <p:cNvSpPr/>
              <p:nvPr/>
            </p:nvSpPr>
            <p:spPr>
              <a:xfrm>
                <a:off x="9628014" y="5172751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5"/>
                      <a:pt x="5668" y="5550"/>
                    </a:cubicBezTo>
                    <a:cubicBezTo>
                      <a:pt x="6263" y="4955"/>
                      <a:pt x="6597" y="4148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8"/>
                      <a:pt x="588" y="4955"/>
                      <a:pt x="1183" y="5550"/>
                    </a:cubicBezTo>
                    <a:cubicBezTo>
                      <a:pt x="1777" y="6145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54" name="Freeform: Shape 16353">
                <a:extLst>
                  <a:ext uri="{FF2B5EF4-FFF2-40B4-BE49-F238E27FC236}">
                    <a16:creationId xmlns:a16="http://schemas.microsoft.com/office/drawing/2014/main" id="{E7943A3A-8612-3BFC-460F-CE00FE3F170C}"/>
                  </a:ext>
                </a:extLst>
              </p:cNvPr>
              <p:cNvSpPr/>
              <p:nvPr/>
            </p:nvSpPr>
            <p:spPr>
              <a:xfrm>
                <a:off x="9630956" y="5172446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3" y="6145"/>
                      <a:pt x="5668" y="5550"/>
                    </a:cubicBezTo>
                    <a:cubicBezTo>
                      <a:pt x="6263" y="4955"/>
                      <a:pt x="6597" y="4148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3" y="468"/>
                      <a:pt x="4267" y="133"/>
                      <a:pt x="3426" y="133"/>
                    </a:cubicBezTo>
                    <a:cubicBezTo>
                      <a:pt x="2584" y="133"/>
                      <a:pt x="1778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8"/>
                      <a:pt x="588" y="4955"/>
                      <a:pt x="1183" y="5550"/>
                    </a:cubicBezTo>
                    <a:cubicBezTo>
                      <a:pt x="1778" y="6145"/>
                      <a:pt x="2584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55" name="Freeform: Shape 16354">
                <a:extLst>
                  <a:ext uri="{FF2B5EF4-FFF2-40B4-BE49-F238E27FC236}">
                    <a16:creationId xmlns:a16="http://schemas.microsoft.com/office/drawing/2014/main" id="{F2FAB131-BAF6-AEC2-560E-E8D5A3F3C1AA}"/>
                  </a:ext>
                </a:extLst>
              </p:cNvPr>
              <p:cNvSpPr/>
              <p:nvPr/>
            </p:nvSpPr>
            <p:spPr>
              <a:xfrm>
                <a:off x="9634160" y="5172012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8" y="5550"/>
                    </a:cubicBezTo>
                    <a:cubicBezTo>
                      <a:pt x="6263" y="4955"/>
                      <a:pt x="6597" y="4147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7"/>
                      <a:pt x="588" y="4955"/>
                      <a:pt x="1183" y="5550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56" name="Freeform: Shape 16355">
                <a:extLst>
                  <a:ext uri="{FF2B5EF4-FFF2-40B4-BE49-F238E27FC236}">
                    <a16:creationId xmlns:a16="http://schemas.microsoft.com/office/drawing/2014/main" id="{08328916-57C7-51B0-6E82-26E3B7968BB1}"/>
                  </a:ext>
                </a:extLst>
              </p:cNvPr>
              <p:cNvSpPr/>
              <p:nvPr/>
            </p:nvSpPr>
            <p:spPr>
              <a:xfrm>
                <a:off x="9636872" y="5171933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9 w 6343"/>
                  <a:gd name="connsiteY1" fmla="*/ 5550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9" y="5550"/>
                    </a:cubicBezTo>
                    <a:cubicBezTo>
                      <a:pt x="6263" y="4955"/>
                      <a:pt x="6598" y="4147"/>
                      <a:pt x="6598" y="3306"/>
                    </a:cubicBezTo>
                    <a:cubicBezTo>
                      <a:pt x="6598" y="2465"/>
                      <a:pt x="6263" y="1658"/>
                      <a:pt x="5669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3" y="1063"/>
                    </a:cubicBezTo>
                    <a:cubicBezTo>
                      <a:pt x="589" y="1658"/>
                      <a:pt x="254" y="2465"/>
                      <a:pt x="254" y="3306"/>
                    </a:cubicBezTo>
                    <a:cubicBezTo>
                      <a:pt x="254" y="4147"/>
                      <a:pt x="589" y="4955"/>
                      <a:pt x="1183" y="5550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57" name="Freeform: Shape 16356">
                <a:extLst>
                  <a:ext uri="{FF2B5EF4-FFF2-40B4-BE49-F238E27FC236}">
                    <a16:creationId xmlns:a16="http://schemas.microsoft.com/office/drawing/2014/main" id="{C4174D06-71CE-C3F3-A911-55DDF7C1D160}"/>
                  </a:ext>
                </a:extLst>
              </p:cNvPr>
              <p:cNvSpPr/>
              <p:nvPr/>
            </p:nvSpPr>
            <p:spPr>
              <a:xfrm>
                <a:off x="9639643" y="5171851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9 w 6343"/>
                  <a:gd name="connsiteY1" fmla="*/ 5550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6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50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9" y="5550"/>
                    </a:cubicBezTo>
                    <a:cubicBezTo>
                      <a:pt x="6264" y="4955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5"/>
                      <a:pt x="1184" y="5550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58" name="Freeform: Shape 16357">
                <a:extLst>
                  <a:ext uri="{FF2B5EF4-FFF2-40B4-BE49-F238E27FC236}">
                    <a16:creationId xmlns:a16="http://schemas.microsoft.com/office/drawing/2014/main" id="{E08345E8-D8F1-7243-C622-3A3FD52D3F08}"/>
                  </a:ext>
                </a:extLst>
              </p:cNvPr>
              <p:cNvSpPr/>
              <p:nvPr/>
            </p:nvSpPr>
            <p:spPr>
              <a:xfrm>
                <a:off x="9643184" y="5171328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6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8" y="6479"/>
                      <a:pt x="5074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4" y="468"/>
                      <a:pt x="4268" y="133"/>
                      <a:pt x="3426" y="133"/>
                    </a:cubicBezTo>
                    <a:cubicBezTo>
                      <a:pt x="2585" y="133"/>
                      <a:pt x="1779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59" name="Freeform: Shape 16358">
                <a:extLst>
                  <a:ext uri="{FF2B5EF4-FFF2-40B4-BE49-F238E27FC236}">
                    <a16:creationId xmlns:a16="http://schemas.microsoft.com/office/drawing/2014/main" id="{2C1F391C-BA9C-0E79-AB5E-72107505803A}"/>
                  </a:ext>
                </a:extLst>
              </p:cNvPr>
              <p:cNvSpPr/>
              <p:nvPr/>
            </p:nvSpPr>
            <p:spPr>
              <a:xfrm>
                <a:off x="9646688" y="5170874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7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60" name="Freeform: Shape 16359">
                <a:extLst>
                  <a:ext uri="{FF2B5EF4-FFF2-40B4-BE49-F238E27FC236}">
                    <a16:creationId xmlns:a16="http://schemas.microsoft.com/office/drawing/2014/main" id="{C146728F-0867-4042-759C-987B5F2F6714}"/>
                  </a:ext>
                </a:extLst>
              </p:cNvPr>
              <p:cNvSpPr/>
              <p:nvPr/>
            </p:nvSpPr>
            <p:spPr>
              <a:xfrm>
                <a:off x="9649181" y="5171074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3 h 6345"/>
                  <a:gd name="connsiteX4" fmla="*/ 3427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70" y="5549"/>
                    </a:cubicBezTo>
                    <a:cubicBezTo>
                      <a:pt x="6264" y="4954"/>
                      <a:pt x="6599" y="4147"/>
                      <a:pt x="6599" y="3306"/>
                    </a:cubicBezTo>
                    <a:cubicBezTo>
                      <a:pt x="6599" y="2465"/>
                      <a:pt x="6264" y="1658"/>
                      <a:pt x="5670" y="1063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4" y="1063"/>
                    </a:cubicBezTo>
                    <a:cubicBezTo>
                      <a:pt x="590" y="1658"/>
                      <a:pt x="255" y="2465"/>
                      <a:pt x="255" y="3306"/>
                    </a:cubicBezTo>
                    <a:cubicBezTo>
                      <a:pt x="255" y="4147"/>
                      <a:pt x="590" y="4954"/>
                      <a:pt x="1184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61" name="Freeform: Shape 16360">
                <a:extLst>
                  <a:ext uri="{FF2B5EF4-FFF2-40B4-BE49-F238E27FC236}">
                    <a16:creationId xmlns:a16="http://schemas.microsoft.com/office/drawing/2014/main" id="{4A6E9F64-DD2B-6287-E5F2-B894D64821C7}"/>
                  </a:ext>
                </a:extLst>
              </p:cNvPr>
              <p:cNvSpPr/>
              <p:nvPr/>
            </p:nvSpPr>
            <p:spPr>
              <a:xfrm>
                <a:off x="9653220" y="5170388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3 h 6345"/>
                  <a:gd name="connsiteX4" fmla="*/ 3427 w 6343"/>
                  <a:gd name="connsiteY4" fmla="*/ 133 h 6345"/>
                  <a:gd name="connsiteX5" fmla="*/ 1185 w 6343"/>
                  <a:gd name="connsiteY5" fmla="*/ 1063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5"/>
                      <a:pt x="6265" y="1657"/>
                      <a:pt x="5670" y="1063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5" y="1063"/>
                    </a:cubicBezTo>
                    <a:cubicBezTo>
                      <a:pt x="590" y="1657"/>
                      <a:pt x="256" y="2465"/>
                      <a:pt x="256" y="3306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62" name="Freeform: Shape 16361">
                <a:extLst>
                  <a:ext uri="{FF2B5EF4-FFF2-40B4-BE49-F238E27FC236}">
                    <a16:creationId xmlns:a16="http://schemas.microsoft.com/office/drawing/2014/main" id="{78053922-2E8A-8F3D-961A-6EE6E4752803}"/>
                  </a:ext>
                </a:extLst>
              </p:cNvPr>
              <p:cNvSpPr/>
              <p:nvPr/>
            </p:nvSpPr>
            <p:spPr>
              <a:xfrm>
                <a:off x="9656296" y="5170318"/>
                <a:ext cx="6343" cy="6345"/>
              </a:xfrm>
              <a:custGeom>
                <a:avLst/>
                <a:gdLst>
                  <a:gd name="connsiteX0" fmla="*/ 3428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9"/>
                    </a:moveTo>
                    <a:cubicBezTo>
                      <a:pt x="4269" y="6479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5"/>
                      <a:pt x="6265" y="1657"/>
                      <a:pt x="5670" y="1062"/>
                    </a:cubicBezTo>
                    <a:cubicBezTo>
                      <a:pt x="5075" y="468"/>
                      <a:pt x="4269" y="133"/>
                      <a:pt x="3428" y="133"/>
                    </a:cubicBezTo>
                    <a:cubicBezTo>
                      <a:pt x="2586" y="133"/>
                      <a:pt x="1780" y="468"/>
                      <a:pt x="1185" y="1062"/>
                    </a:cubicBezTo>
                    <a:cubicBezTo>
                      <a:pt x="590" y="1657"/>
                      <a:pt x="256" y="2465"/>
                      <a:pt x="256" y="3306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6" y="6479"/>
                      <a:pt x="342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63" name="Freeform: Shape 16362">
                <a:extLst>
                  <a:ext uri="{FF2B5EF4-FFF2-40B4-BE49-F238E27FC236}">
                    <a16:creationId xmlns:a16="http://schemas.microsoft.com/office/drawing/2014/main" id="{7FD4EEC4-FD97-93FE-319F-414B49838807}"/>
                  </a:ext>
                </a:extLst>
              </p:cNvPr>
              <p:cNvSpPr/>
              <p:nvPr/>
            </p:nvSpPr>
            <p:spPr>
              <a:xfrm>
                <a:off x="9659794" y="5170044"/>
                <a:ext cx="6343" cy="6345"/>
              </a:xfrm>
              <a:custGeom>
                <a:avLst/>
                <a:gdLst>
                  <a:gd name="connsiteX0" fmla="*/ 3428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9"/>
                    </a:moveTo>
                    <a:cubicBezTo>
                      <a:pt x="4269" y="6479"/>
                      <a:pt x="5076" y="6144"/>
                      <a:pt x="5670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5"/>
                      <a:pt x="6265" y="1657"/>
                      <a:pt x="5670" y="1062"/>
                    </a:cubicBezTo>
                    <a:cubicBezTo>
                      <a:pt x="5076" y="468"/>
                      <a:pt x="4269" y="133"/>
                      <a:pt x="3428" y="133"/>
                    </a:cubicBezTo>
                    <a:cubicBezTo>
                      <a:pt x="2587" y="133"/>
                      <a:pt x="1780" y="468"/>
                      <a:pt x="1185" y="1062"/>
                    </a:cubicBezTo>
                    <a:cubicBezTo>
                      <a:pt x="590" y="1657"/>
                      <a:pt x="256" y="2465"/>
                      <a:pt x="256" y="3306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7" y="6479"/>
                      <a:pt x="342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64" name="Freeform: Shape 16363">
                <a:extLst>
                  <a:ext uri="{FF2B5EF4-FFF2-40B4-BE49-F238E27FC236}">
                    <a16:creationId xmlns:a16="http://schemas.microsoft.com/office/drawing/2014/main" id="{6C34C414-DCA1-CAD3-C740-77F357E65FA0}"/>
                  </a:ext>
                </a:extLst>
              </p:cNvPr>
              <p:cNvSpPr/>
              <p:nvPr/>
            </p:nvSpPr>
            <p:spPr>
              <a:xfrm>
                <a:off x="9619830" y="5530456"/>
                <a:ext cx="6343" cy="6345"/>
              </a:xfrm>
              <a:custGeom>
                <a:avLst/>
                <a:gdLst>
                  <a:gd name="connsiteX0" fmla="*/ 3425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5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507"/>
                    </a:moveTo>
                    <a:cubicBezTo>
                      <a:pt x="4266" y="6507"/>
                      <a:pt x="5073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3" y="496"/>
                      <a:pt x="4266" y="162"/>
                      <a:pt x="3425" y="162"/>
                    </a:cubicBezTo>
                    <a:cubicBezTo>
                      <a:pt x="2584" y="162"/>
                      <a:pt x="1777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7" y="6173"/>
                      <a:pt x="2584" y="6507"/>
                      <a:pt x="342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65" name="Freeform: Shape 16364">
                <a:extLst>
                  <a:ext uri="{FF2B5EF4-FFF2-40B4-BE49-F238E27FC236}">
                    <a16:creationId xmlns:a16="http://schemas.microsoft.com/office/drawing/2014/main" id="{4D0BF7A7-AA6C-215C-0B41-99365BD6364D}"/>
                  </a:ext>
                </a:extLst>
              </p:cNvPr>
              <p:cNvSpPr/>
              <p:nvPr/>
            </p:nvSpPr>
            <p:spPr>
              <a:xfrm>
                <a:off x="9617600" y="5530469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6" y="6507"/>
                      <a:pt x="5072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2" y="496"/>
                      <a:pt x="4266" y="162"/>
                      <a:pt x="3424" y="162"/>
                    </a:cubicBezTo>
                    <a:cubicBezTo>
                      <a:pt x="2583" y="162"/>
                      <a:pt x="1777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7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66" name="Freeform: Shape 16365">
                <a:extLst>
                  <a:ext uri="{FF2B5EF4-FFF2-40B4-BE49-F238E27FC236}">
                    <a16:creationId xmlns:a16="http://schemas.microsoft.com/office/drawing/2014/main" id="{8BD021D2-BFA9-53BF-95CB-B74BB866FEB3}"/>
                  </a:ext>
                </a:extLst>
              </p:cNvPr>
              <p:cNvSpPr/>
              <p:nvPr/>
            </p:nvSpPr>
            <p:spPr>
              <a:xfrm>
                <a:off x="9615516" y="5530656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2 h 6345"/>
                  <a:gd name="connsiteX5" fmla="*/ 1182 w 6343"/>
                  <a:gd name="connsiteY5" fmla="*/ 1091 h 6345"/>
                  <a:gd name="connsiteX6" fmla="*/ 253 w 6343"/>
                  <a:gd name="connsiteY6" fmla="*/ 3334 h 6345"/>
                  <a:gd name="connsiteX7" fmla="*/ 1182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2" y="496"/>
                      <a:pt x="4265" y="162"/>
                      <a:pt x="3424" y="162"/>
                    </a:cubicBezTo>
                    <a:cubicBezTo>
                      <a:pt x="2583" y="162"/>
                      <a:pt x="1776" y="496"/>
                      <a:pt x="1182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2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67" name="Freeform: Shape 16366">
                <a:extLst>
                  <a:ext uri="{FF2B5EF4-FFF2-40B4-BE49-F238E27FC236}">
                    <a16:creationId xmlns:a16="http://schemas.microsoft.com/office/drawing/2014/main" id="{1C88D33D-ECA4-3B87-0618-BEF97769A122}"/>
                  </a:ext>
                </a:extLst>
              </p:cNvPr>
              <p:cNvSpPr/>
              <p:nvPr/>
            </p:nvSpPr>
            <p:spPr>
              <a:xfrm>
                <a:off x="9613194" y="5530487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6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2 h 6345"/>
                  <a:gd name="connsiteX5" fmla="*/ 1181 w 6343"/>
                  <a:gd name="connsiteY5" fmla="*/ 1091 h 6345"/>
                  <a:gd name="connsiteX6" fmla="*/ 253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7" y="5578"/>
                    </a:cubicBezTo>
                    <a:cubicBezTo>
                      <a:pt x="6262" y="4983"/>
                      <a:pt x="6596" y="4176"/>
                      <a:pt x="6596" y="3334"/>
                    </a:cubicBezTo>
                    <a:cubicBezTo>
                      <a:pt x="6596" y="2493"/>
                      <a:pt x="6262" y="1686"/>
                      <a:pt x="5667" y="1091"/>
                    </a:cubicBezTo>
                    <a:cubicBezTo>
                      <a:pt x="5072" y="496"/>
                      <a:pt x="4265" y="162"/>
                      <a:pt x="3424" y="162"/>
                    </a:cubicBezTo>
                    <a:cubicBezTo>
                      <a:pt x="2583" y="162"/>
                      <a:pt x="1776" y="496"/>
                      <a:pt x="1181" y="1091"/>
                    </a:cubicBezTo>
                    <a:cubicBezTo>
                      <a:pt x="587" y="1686"/>
                      <a:pt x="253" y="2493"/>
                      <a:pt x="253" y="3334"/>
                    </a:cubicBezTo>
                    <a:cubicBezTo>
                      <a:pt x="253" y="4176"/>
                      <a:pt x="587" y="4983"/>
                      <a:pt x="1181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68" name="Freeform: Shape 16367">
                <a:extLst>
                  <a:ext uri="{FF2B5EF4-FFF2-40B4-BE49-F238E27FC236}">
                    <a16:creationId xmlns:a16="http://schemas.microsoft.com/office/drawing/2014/main" id="{FC4243BC-669B-A1A9-E2B4-C0E6F0FA7586}"/>
                  </a:ext>
                </a:extLst>
              </p:cNvPr>
              <p:cNvSpPr/>
              <p:nvPr/>
            </p:nvSpPr>
            <p:spPr>
              <a:xfrm>
                <a:off x="9610640" y="5529956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7 w 6343"/>
                  <a:gd name="connsiteY1" fmla="*/ 5578 h 6345"/>
                  <a:gd name="connsiteX2" fmla="*/ 6595 w 6343"/>
                  <a:gd name="connsiteY2" fmla="*/ 3334 h 6345"/>
                  <a:gd name="connsiteX3" fmla="*/ 5667 w 6343"/>
                  <a:gd name="connsiteY3" fmla="*/ 1091 h 6345"/>
                  <a:gd name="connsiteX4" fmla="*/ 3424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7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7" y="1091"/>
                    </a:cubicBezTo>
                    <a:cubicBezTo>
                      <a:pt x="5072" y="496"/>
                      <a:pt x="4265" y="162"/>
                      <a:pt x="3424" y="162"/>
                    </a:cubicBezTo>
                    <a:cubicBezTo>
                      <a:pt x="2583" y="162"/>
                      <a:pt x="1776" y="496"/>
                      <a:pt x="1181" y="1091"/>
                    </a:cubicBezTo>
                    <a:cubicBezTo>
                      <a:pt x="587" y="1686"/>
                      <a:pt x="252" y="2493"/>
                      <a:pt x="252" y="3334"/>
                    </a:cubicBezTo>
                    <a:cubicBezTo>
                      <a:pt x="252" y="4176"/>
                      <a:pt x="587" y="4983"/>
                      <a:pt x="1181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69" name="Freeform: Shape 16368">
                <a:extLst>
                  <a:ext uri="{FF2B5EF4-FFF2-40B4-BE49-F238E27FC236}">
                    <a16:creationId xmlns:a16="http://schemas.microsoft.com/office/drawing/2014/main" id="{2E29FB3C-D6DA-73AB-5390-D8B11BA47D10}"/>
                  </a:ext>
                </a:extLst>
              </p:cNvPr>
              <p:cNvSpPr/>
              <p:nvPr/>
            </p:nvSpPr>
            <p:spPr>
              <a:xfrm>
                <a:off x="9608133" y="5529451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4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2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2" y="496"/>
                      <a:pt x="4265" y="162"/>
                      <a:pt x="3424" y="162"/>
                    </a:cubicBezTo>
                    <a:cubicBezTo>
                      <a:pt x="2583" y="162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3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70" name="Freeform: Shape 16369">
                <a:extLst>
                  <a:ext uri="{FF2B5EF4-FFF2-40B4-BE49-F238E27FC236}">
                    <a16:creationId xmlns:a16="http://schemas.microsoft.com/office/drawing/2014/main" id="{FA9CAA30-1EB0-EF77-BC49-FEF096DE3616}"/>
                  </a:ext>
                </a:extLst>
              </p:cNvPr>
              <p:cNvSpPr/>
              <p:nvPr/>
            </p:nvSpPr>
            <p:spPr>
              <a:xfrm>
                <a:off x="9605909" y="5529319"/>
                <a:ext cx="6343" cy="6345"/>
              </a:xfrm>
              <a:custGeom>
                <a:avLst/>
                <a:gdLst>
                  <a:gd name="connsiteX0" fmla="*/ 3424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4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507"/>
                    </a:moveTo>
                    <a:cubicBezTo>
                      <a:pt x="4265" y="6507"/>
                      <a:pt x="5071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1" y="496"/>
                      <a:pt x="4265" y="162"/>
                      <a:pt x="3424" y="162"/>
                    </a:cubicBezTo>
                    <a:cubicBezTo>
                      <a:pt x="2582" y="162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2" y="6507"/>
                      <a:pt x="342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71" name="Freeform: Shape 16370">
                <a:extLst>
                  <a:ext uri="{FF2B5EF4-FFF2-40B4-BE49-F238E27FC236}">
                    <a16:creationId xmlns:a16="http://schemas.microsoft.com/office/drawing/2014/main" id="{6B6CD7FF-F406-AEE0-533E-782D69696DBA}"/>
                  </a:ext>
                </a:extLst>
              </p:cNvPr>
              <p:cNvSpPr/>
              <p:nvPr/>
            </p:nvSpPr>
            <p:spPr>
              <a:xfrm>
                <a:off x="9603859" y="5529416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3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5" y="6507"/>
                      <a:pt x="5071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1" y="496"/>
                      <a:pt x="4265" y="162"/>
                      <a:pt x="3423" y="162"/>
                    </a:cubicBezTo>
                    <a:cubicBezTo>
                      <a:pt x="2582" y="162"/>
                      <a:pt x="1776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6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72" name="Freeform: Shape 16371">
                <a:extLst>
                  <a:ext uri="{FF2B5EF4-FFF2-40B4-BE49-F238E27FC236}">
                    <a16:creationId xmlns:a16="http://schemas.microsoft.com/office/drawing/2014/main" id="{849A233D-B23C-D13D-8588-F2C06497C9D6}"/>
                  </a:ext>
                </a:extLst>
              </p:cNvPr>
              <p:cNvSpPr/>
              <p:nvPr/>
            </p:nvSpPr>
            <p:spPr>
              <a:xfrm>
                <a:off x="9601716" y="5529348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3 w 6343"/>
                  <a:gd name="connsiteY4" fmla="*/ 162 h 6345"/>
                  <a:gd name="connsiteX5" fmla="*/ 1181 w 6343"/>
                  <a:gd name="connsiteY5" fmla="*/ 1091 h 6345"/>
                  <a:gd name="connsiteX6" fmla="*/ 252 w 6343"/>
                  <a:gd name="connsiteY6" fmla="*/ 3334 h 6345"/>
                  <a:gd name="connsiteX7" fmla="*/ 1181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6" y="5578"/>
                    </a:cubicBezTo>
                    <a:cubicBezTo>
                      <a:pt x="6261" y="4983"/>
                      <a:pt x="6595" y="4176"/>
                      <a:pt x="6595" y="3334"/>
                    </a:cubicBezTo>
                    <a:cubicBezTo>
                      <a:pt x="6595" y="2493"/>
                      <a:pt x="6261" y="1686"/>
                      <a:pt x="5666" y="1091"/>
                    </a:cubicBezTo>
                    <a:cubicBezTo>
                      <a:pt x="5071" y="496"/>
                      <a:pt x="4264" y="162"/>
                      <a:pt x="3423" y="162"/>
                    </a:cubicBezTo>
                    <a:cubicBezTo>
                      <a:pt x="2582" y="162"/>
                      <a:pt x="1775" y="496"/>
                      <a:pt x="1181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1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73" name="Freeform: Shape 16372">
                <a:extLst>
                  <a:ext uri="{FF2B5EF4-FFF2-40B4-BE49-F238E27FC236}">
                    <a16:creationId xmlns:a16="http://schemas.microsoft.com/office/drawing/2014/main" id="{F912DFBA-395A-75F2-D591-63CDC2D07CBD}"/>
                  </a:ext>
                </a:extLst>
              </p:cNvPr>
              <p:cNvSpPr/>
              <p:nvPr/>
            </p:nvSpPr>
            <p:spPr>
              <a:xfrm>
                <a:off x="9599677" y="5529411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5 w 6343"/>
                  <a:gd name="connsiteY2" fmla="*/ 3334 h 6345"/>
                  <a:gd name="connsiteX3" fmla="*/ 5666 w 6343"/>
                  <a:gd name="connsiteY3" fmla="*/ 1091 h 6345"/>
                  <a:gd name="connsiteX4" fmla="*/ 3423 w 6343"/>
                  <a:gd name="connsiteY4" fmla="*/ 162 h 6345"/>
                  <a:gd name="connsiteX5" fmla="*/ 1180 w 6343"/>
                  <a:gd name="connsiteY5" fmla="*/ 1091 h 6345"/>
                  <a:gd name="connsiteX6" fmla="*/ 252 w 6343"/>
                  <a:gd name="connsiteY6" fmla="*/ 3334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6" y="5578"/>
                    </a:cubicBezTo>
                    <a:cubicBezTo>
                      <a:pt x="6260" y="4983"/>
                      <a:pt x="6595" y="4176"/>
                      <a:pt x="6595" y="3334"/>
                    </a:cubicBezTo>
                    <a:cubicBezTo>
                      <a:pt x="6595" y="2493"/>
                      <a:pt x="6260" y="1686"/>
                      <a:pt x="5666" y="1091"/>
                    </a:cubicBezTo>
                    <a:cubicBezTo>
                      <a:pt x="5071" y="496"/>
                      <a:pt x="4264" y="162"/>
                      <a:pt x="3423" y="162"/>
                    </a:cubicBezTo>
                    <a:cubicBezTo>
                      <a:pt x="2582" y="162"/>
                      <a:pt x="1775" y="496"/>
                      <a:pt x="1180" y="1091"/>
                    </a:cubicBezTo>
                    <a:cubicBezTo>
                      <a:pt x="586" y="1686"/>
                      <a:pt x="252" y="2493"/>
                      <a:pt x="252" y="3334"/>
                    </a:cubicBezTo>
                    <a:cubicBezTo>
                      <a:pt x="252" y="4176"/>
                      <a:pt x="586" y="4983"/>
                      <a:pt x="1180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74" name="Freeform: Shape 16373">
                <a:extLst>
                  <a:ext uri="{FF2B5EF4-FFF2-40B4-BE49-F238E27FC236}">
                    <a16:creationId xmlns:a16="http://schemas.microsoft.com/office/drawing/2014/main" id="{CEF0D039-24F2-3CCE-D3E9-296F01B7A64B}"/>
                  </a:ext>
                </a:extLst>
              </p:cNvPr>
              <p:cNvSpPr/>
              <p:nvPr/>
            </p:nvSpPr>
            <p:spPr>
              <a:xfrm>
                <a:off x="9597449" y="5529159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6 w 6343"/>
                  <a:gd name="connsiteY1" fmla="*/ 5578 h 6345"/>
                  <a:gd name="connsiteX2" fmla="*/ 6594 w 6343"/>
                  <a:gd name="connsiteY2" fmla="*/ 3334 h 6345"/>
                  <a:gd name="connsiteX3" fmla="*/ 5666 w 6343"/>
                  <a:gd name="connsiteY3" fmla="*/ 1091 h 6345"/>
                  <a:gd name="connsiteX4" fmla="*/ 3423 w 6343"/>
                  <a:gd name="connsiteY4" fmla="*/ 162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6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6" y="1091"/>
                    </a:cubicBezTo>
                    <a:cubicBezTo>
                      <a:pt x="5071" y="496"/>
                      <a:pt x="4264" y="162"/>
                      <a:pt x="3423" y="162"/>
                    </a:cubicBezTo>
                    <a:cubicBezTo>
                      <a:pt x="2582" y="162"/>
                      <a:pt x="1775" y="496"/>
                      <a:pt x="1180" y="1091"/>
                    </a:cubicBezTo>
                    <a:cubicBezTo>
                      <a:pt x="586" y="1686"/>
                      <a:pt x="251" y="2493"/>
                      <a:pt x="251" y="3334"/>
                    </a:cubicBezTo>
                    <a:cubicBezTo>
                      <a:pt x="251" y="4176"/>
                      <a:pt x="586" y="4983"/>
                      <a:pt x="1180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75" name="Freeform: Shape 16374">
                <a:extLst>
                  <a:ext uri="{FF2B5EF4-FFF2-40B4-BE49-F238E27FC236}">
                    <a16:creationId xmlns:a16="http://schemas.microsoft.com/office/drawing/2014/main" id="{B0D43D1E-7A71-EAD6-093F-823BC60EF3E1}"/>
                  </a:ext>
                </a:extLst>
              </p:cNvPr>
              <p:cNvSpPr/>
              <p:nvPr/>
            </p:nvSpPr>
            <p:spPr>
              <a:xfrm>
                <a:off x="9595358" y="5529089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3 w 6343"/>
                  <a:gd name="connsiteY4" fmla="*/ 162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1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1" y="496"/>
                      <a:pt x="4264" y="162"/>
                      <a:pt x="3423" y="162"/>
                    </a:cubicBezTo>
                    <a:cubicBezTo>
                      <a:pt x="2582" y="162"/>
                      <a:pt x="1775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5" y="6173"/>
                      <a:pt x="2582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76" name="Freeform: Shape 16375">
                <a:extLst>
                  <a:ext uri="{FF2B5EF4-FFF2-40B4-BE49-F238E27FC236}">
                    <a16:creationId xmlns:a16="http://schemas.microsoft.com/office/drawing/2014/main" id="{C52656D4-C23E-AEA8-200F-3FCBC438D6E9}"/>
                  </a:ext>
                </a:extLst>
              </p:cNvPr>
              <p:cNvSpPr/>
              <p:nvPr/>
            </p:nvSpPr>
            <p:spPr>
              <a:xfrm>
                <a:off x="9593179" y="5528850"/>
                <a:ext cx="6343" cy="6345"/>
              </a:xfrm>
              <a:custGeom>
                <a:avLst/>
                <a:gdLst>
                  <a:gd name="connsiteX0" fmla="*/ 3423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3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507"/>
                    </a:moveTo>
                    <a:cubicBezTo>
                      <a:pt x="4264" y="6507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4" y="161"/>
                      <a:pt x="3423" y="161"/>
                    </a:cubicBezTo>
                    <a:cubicBezTo>
                      <a:pt x="2581" y="161"/>
                      <a:pt x="1775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5" y="6173"/>
                      <a:pt x="2581" y="6507"/>
                      <a:pt x="342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77" name="Freeform: Shape 16376">
                <a:extLst>
                  <a:ext uri="{FF2B5EF4-FFF2-40B4-BE49-F238E27FC236}">
                    <a16:creationId xmlns:a16="http://schemas.microsoft.com/office/drawing/2014/main" id="{E756CC87-B2DD-FAF2-2001-53E199FA97A9}"/>
                  </a:ext>
                </a:extLst>
              </p:cNvPr>
              <p:cNvSpPr/>
              <p:nvPr/>
            </p:nvSpPr>
            <p:spPr>
              <a:xfrm>
                <a:off x="9591102" y="5528746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5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5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78" name="Freeform: Shape 16377">
                <a:extLst>
                  <a:ext uri="{FF2B5EF4-FFF2-40B4-BE49-F238E27FC236}">
                    <a16:creationId xmlns:a16="http://schemas.microsoft.com/office/drawing/2014/main" id="{58F41C37-B759-2844-7D87-12192901DD1C}"/>
                  </a:ext>
                </a:extLst>
              </p:cNvPr>
              <p:cNvSpPr/>
              <p:nvPr/>
            </p:nvSpPr>
            <p:spPr>
              <a:xfrm>
                <a:off x="9589064" y="5528676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1 h 6345"/>
                  <a:gd name="connsiteX5" fmla="*/ 1180 w 6343"/>
                  <a:gd name="connsiteY5" fmla="*/ 1091 h 6345"/>
                  <a:gd name="connsiteX6" fmla="*/ 251 w 6343"/>
                  <a:gd name="connsiteY6" fmla="*/ 3334 h 6345"/>
                  <a:gd name="connsiteX7" fmla="*/ 1180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60" y="4983"/>
                      <a:pt x="6594" y="4176"/>
                      <a:pt x="6594" y="3334"/>
                    </a:cubicBezTo>
                    <a:cubicBezTo>
                      <a:pt x="6594" y="2493"/>
                      <a:pt x="6260" y="1686"/>
                      <a:pt x="5665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4" y="496"/>
                      <a:pt x="1180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80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79" name="Freeform: Shape 16378">
                <a:extLst>
                  <a:ext uri="{FF2B5EF4-FFF2-40B4-BE49-F238E27FC236}">
                    <a16:creationId xmlns:a16="http://schemas.microsoft.com/office/drawing/2014/main" id="{1BE6068B-88E0-8CD9-2A4B-948B1F08BD0F}"/>
                  </a:ext>
                </a:extLst>
              </p:cNvPr>
              <p:cNvSpPr/>
              <p:nvPr/>
            </p:nvSpPr>
            <p:spPr>
              <a:xfrm>
                <a:off x="9587219" y="5528896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4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1 h 6345"/>
                  <a:gd name="connsiteX5" fmla="*/ 1179 w 6343"/>
                  <a:gd name="connsiteY5" fmla="*/ 1091 h 6345"/>
                  <a:gd name="connsiteX6" fmla="*/ 251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59" y="4983"/>
                      <a:pt x="6594" y="4176"/>
                      <a:pt x="6594" y="3334"/>
                    </a:cubicBezTo>
                    <a:cubicBezTo>
                      <a:pt x="6594" y="2493"/>
                      <a:pt x="6259" y="1686"/>
                      <a:pt x="5665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4" y="496"/>
                      <a:pt x="1179" y="1091"/>
                    </a:cubicBezTo>
                    <a:cubicBezTo>
                      <a:pt x="585" y="1686"/>
                      <a:pt x="251" y="2493"/>
                      <a:pt x="251" y="3334"/>
                    </a:cubicBezTo>
                    <a:cubicBezTo>
                      <a:pt x="251" y="4176"/>
                      <a:pt x="585" y="4983"/>
                      <a:pt x="1179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80" name="Freeform: Shape 16379">
                <a:extLst>
                  <a:ext uri="{FF2B5EF4-FFF2-40B4-BE49-F238E27FC236}">
                    <a16:creationId xmlns:a16="http://schemas.microsoft.com/office/drawing/2014/main" id="{7103131D-3B25-32C7-8474-64260221C0C7}"/>
                  </a:ext>
                </a:extLst>
              </p:cNvPr>
              <p:cNvSpPr/>
              <p:nvPr/>
            </p:nvSpPr>
            <p:spPr>
              <a:xfrm>
                <a:off x="9585284" y="5528949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5 w 6343"/>
                  <a:gd name="connsiteY1" fmla="*/ 5578 h 6345"/>
                  <a:gd name="connsiteX2" fmla="*/ 6593 w 6343"/>
                  <a:gd name="connsiteY2" fmla="*/ 3334 h 6345"/>
                  <a:gd name="connsiteX3" fmla="*/ 5665 w 6343"/>
                  <a:gd name="connsiteY3" fmla="*/ 1091 h 6345"/>
                  <a:gd name="connsiteX4" fmla="*/ 3422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5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5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4" y="496"/>
                      <a:pt x="1179" y="1091"/>
                    </a:cubicBezTo>
                    <a:cubicBezTo>
                      <a:pt x="585" y="1686"/>
                      <a:pt x="250" y="2493"/>
                      <a:pt x="250" y="3334"/>
                    </a:cubicBezTo>
                    <a:cubicBezTo>
                      <a:pt x="250" y="4176"/>
                      <a:pt x="585" y="4983"/>
                      <a:pt x="1179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81" name="Freeform: Shape 16380">
                <a:extLst>
                  <a:ext uri="{FF2B5EF4-FFF2-40B4-BE49-F238E27FC236}">
                    <a16:creationId xmlns:a16="http://schemas.microsoft.com/office/drawing/2014/main" id="{62ED3ABD-BCA8-10F2-E8D1-C130415DC64E}"/>
                  </a:ext>
                </a:extLst>
              </p:cNvPr>
              <p:cNvSpPr/>
              <p:nvPr/>
            </p:nvSpPr>
            <p:spPr>
              <a:xfrm>
                <a:off x="9583142" y="5528627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2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70" y="496"/>
                      <a:pt x="4263" y="161"/>
                      <a:pt x="3422" y="161"/>
                    </a:cubicBezTo>
                    <a:cubicBezTo>
                      <a:pt x="2581" y="161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82" name="Freeform: Shape 16381">
                <a:extLst>
                  <a:ext uri="{FF2B5EF4-FFF2-40B4-BE49-F238E27FC236}">
                    <a16:creationId xmlns:a16="http://schemas.microsoft.com/office/drawing/2014/main" id="{E62FDA7F-C1DF-7BCE-E5A3-0E5B721406EF}"/>
                  </a:ext>
                </a:extLst>
              </p:cNvPr>
              <p:cNvSpPr/>
              <p:nvPr/>
            </p:nvSpPr>
            <p:spPr>
              <a:xfrm>
                <a:off x="9581219" y="5528648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2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3" y="161"/>
                      <a:pt x="3422" y="161"/>
                    </a:cubicBezTo>
                    <a:cubicBezTo>
                      <a:pt x="2580" y="161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0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83" name="Freeform: Shape 16382">
                <a:extLst>
                  <a:ext uri="{FF2B5EF4-FFF2-40B4-BE49-F238E27FC236}">
                    <a16:creationId xmlns:a16="http://schemas.microsoft.com/office/drawing/2014/main" id="{CC893441-DF4B-AA51-3278-78239283910D}"/>
                  </a:ext>
                </a:extLst>
              </p:cNvPr>
              <p:cNvSpPr/>
              <p:nvPr/>
            </p:nvSpPr>
            <p:spPr>
              <a:xfrm>
                <a:off x="9578884" y="5527930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3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3" y="161"/>
                      <a:pt x="3421" y="161"/>
                    </a:cubicBezTo>
                    <a:cubicBezTo>
                      <a:pt x="2580" y="161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84" name="Freeform: Shape 16383">
                <a:extLst>
                  <a:ext uri="{FF2B5EF4-FFF2-40B4-BE49-F238E27FC236}">
                    <a16:creationId xmlns:a16="http://schemas.microsoft.com/office/drawing/2014/main" id="{B65D82AA-761B-6289-4890-1955EB1749A9}"/>
                  </a:ext>
                </a:extLst>
              </p:cNvPr>
              <p:cNvSpPr/>
              <p:nvPr/>
            </p:nvSpPr>
            <p:spPr>
              <a:xfrm>
                <a:off x="9576976" y="5527920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85" name="Freeform: Shape 16384">
                <a:extLst>
                  <a:ext uri="{FF2B5EF4-FFF2-40B4-BE49-F238E27FC236}">
                    <a16:creationId xmlns:a16="http://schemas.microsoft.com/office/drawing/2014/main" id="{08A8BDE2-B50D-A2B3-2DA6-3A458DB466AF}"/>
                  </a:ext>
                </a:extLst>
              </p:cNvPr>
              <p:cNvSpPr/>
              <p:nvPr/>
            </p:nvSpPr>
            <p:spPr>
              <a:xfrm>
                <a:off x="9575305" y="5528312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86" name="Freeform: Shape 16385">
                <a:extLst>
                  <a:ext uri="{FF2B5EF4-FFF2-40B4-BE49-F238E27FC236}">
                    <a16:creationId xmlns:a16="http://schemas.microsoft.com/office/drawing/2014/main" id="{8B72CED5-7946-B26C-E87C-98C7D4A67D4D}"/>
                  </a:ext>
                </a:extLst>
              </p:cNvPr>
              <p:cNvSpPr/>
              <p:nvPr/>
            </p:nvSpPr>
            <p:spPr>
              <a:xfrm>
                <a:off x="9573290" y="5528065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8" y="4983"/>
                      <a:pt x="6593" y="4176"/>
                      <a:pt x="6593" y="3334"/>
                    </a:cubicBezTo>
                    <a:cubicBezTo>
                      <a:pt x="6593" y="2493"/>
                      <a:pt x="6258" y="1686"/>
                      <a:pt x="5664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8" y="1091"/>
                    </a:cubicBezTo>
                    <a:cubicBezTo>
                      <a:pt x="584" y="1686"/>
                      <a:pt x="249" y="2493"/>
                      <a:pt x="249" y="3334"/>
                    </a:cubicBezTo>
                    <a:cubicBezTo>
                      <a:pt x="249" y="4176"/>
                      <a:pt x="584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87" name="Freeform: Shape 16386">
                <a:extLst>
                  <a:ext uri="{FF2B5EF4-FFF2-40B4-BE49-F238E27FC236}">
                    <a16:creationId xmlns:a16="http://schemas.microsoft.com/office/drawing/2014/main" id="{B264D5D3-A2C6-D128-1DD2-4CB10597F89C}"/>
                  </a:ext>
                </a:extLst>
              </p:cNvPr>
              <p:cNvSpPr/>
              <p:nvPr/>
            </p:nvSpPr>
            <p:spPr>
              <a:xfrm>
                <a:off x="9571481" y="5528169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1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88" name="Freeform: Shape 16387">
                <a:extLst>
                  <a:ext uri="{FF2B5EF4-FFF2-40B4-BE49-F238E27FC236}">
                    <a16:creationId xmlns:a16="http://schemas.microsoft.com/office/drawing/2014/main" id="{DC3DE6B0-EB27-01E2-8B60-1BE4224C19CF}"/>
                  </a:ext>
                </a:extLst>
              </p:cNvPr>
              <p:cNvSpPr/>
              <p:nvPr/>
            </p:nvSpPr>
            <p:spPr>
              <a:xfrm>
                <a:off x="9569648" y="5528207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1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89" name="Freeform: Shape 16388">
                <a:extLst>
                  <a:ext uri="{FF2B5EF4-FFF2-40B4-BE49-F238E27FC236}">
                    <a16:creationId xmlns:a16="http://schemas.microsoft.com/office/drawing/2014/main" id="{BE218DDF-2C83-F8AD-94CE-A9751C620400}"/>
                  </a:ext>
                </a:extLst>
              </p:cNvPr>
              <p:cNvSpPr/>
              <p:nvPr/>
            </p:nvSpPr>
            <p:spPr>
              <a:xfrm>
                <a:off x="9568015" y="5528602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1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2" y="161"/>
                      <a:pt x="3421" y="161"/>
                    </a:cubicBezTo>
                    <a:cubicBezTo>
                      <a:pt x="2579" y="161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79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90" name="Freeform: Shape 16389">
                <a:extLst>
                  <a:ext uri="{FF2B5EF4-FFF2-40B4-BE49-F238E27FC236}">
                    <a16:creationId xmlns:a16="http://schemas.microsoft.com/office/drawing/2014/main" id="{512FE2C7-D25A-A70C-E968-392B5CB4ABBD}"/>
                  </a:ext>
                </a:extLst>
              </p:cNvPr>
              <p:cNvSpPr/>
              <p:nvPr/>
            </p:nvSpPr>
            <p:spPr>
              <a:xfrm>
                <a:off x="9566133" y="5528508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2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2" y="161"/>
                      <a:pt x="3420" y="161"/>
                    </a:cubicBezTo>
                    <a:cubicBezTo>
                      <a:pt x="2579" y="161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91" name="Freeform: Shape 16390">
                <a:extLst>
                  <a:ext uri="{FF2B5EF4-FFF2-40B4-BE49-F238E27FC236}">
                    <a16:creationId xmlns:a16="http://schemas.microsoft.com/office/drawing/2014/main" id="{0E4304CA-EC26-23C7-BC3A-E048BB931ABB}"/>
                  </a:ext>
                </a:extLst>
              </p:cNvPr>
              <p:cNvSpPr/>
              <p:nvPr/>
            </p:nvSpPr>
            <p:spPr>
              <a:xfrm>
                <a:off x="9564122" y="5528134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92" name="Freeform: Shape 16391">
                <a:extLst>
                  <a:ext uri="{FF2B5EF4-FFF2-40B4-BE49-F238E27FC236}">
                    <a16:creationId xmlns:a16="http://schemas.microsoft.com/office/drawing/2014/main" id="{90AC0431-9854-6F34-03E2-8C5BC0F32295}"/>
                  </a:ext>
                </a:extLst>
              </p:cNvPr>
              <p:cNvSpPr/>
              <p:nvPr/>
            </p:nvSpPr>
            <p:spPr>
              <a:xfrm>
                <a:off x="9562388" y="5528278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9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7" y="4983"/>
                      <a:pt x="6592" y="4176"/>
                      <a:pt x="6592" y="3334"/>
                    </a:cubicBezTo>
                    <a:cubicBezTo>
                      <a:pt x="6592" y="2493"/>
                      <a:pt x="6257" y="1686"/>
                      <a:pt x="5663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7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93" name="Freeform: Shape 16392">
                <a:extLst>
                  <a:ext uri="{FF2B5EF4-FFF2-40B4-BE49-F238E27FC236}">
                    <a16:creationId xmlns:a16="http://schemas.microsoft.com/office/drawing/2014/main" id="{6477CC94-BD10-AB31-647F-BD4CA11D2DEE}"/>
                  </a:ext>
                </a:extLst>
              </p:cNvPr>
              <p:cNvSpPr/>
              <p:nvPr/>
            </p:nvSpPr>
            <p:spPr>
              <a:xfrm>
                <a:off x="9560657" y="5528409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7" y="4983"/>
                      <a:pt x="6592" y="4176"/>
                      <a:pt x="6592" y="3334"/>
                    </a:cubicBezTo>
                    <a:cubicBezTo>
                      <a:pt x="6592" y="2493"/>
                      <a:pt x="6257" y="1686"/>
                      <a:pt x="5663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7" y="1091"/>
                    </a:cubicBezTo>
                    <a:cubicBezTo>
                      <a:pt x="583" y="1686"/>
                      <a:pt x="248" y="2493"/>
                      <a:pt x="248" y="3334"/>
                    </a:cubicBezTo>
                    <a:cubicBezTo>
                      <a:pt x="248" y="4176"/>
                      <a:pt x="583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94" name="Freeform: Shape 16393">
                <a:extLst>
                  <a:ext uri="{FF2B5EF4-FFF2-40B4-BE49-F238E27FC236}">
                    <a16:creationId xmlns:a16="http://schemas.microsoft.com/office/drawing/2014/main" id="{4DDDBEB0-A9D0-0415-BFE5-9E6E1040C97A}"/>
                  </a:ext>
                </a:extLst>
              </p:cNvPr>
              <p:cNvSpPr/>
              <p:nvPr/>
            </p:nvSpPr>
            <p:spPr>
              <a:xfrm>
                <a:off x="9558850" y="5528367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95" name="Freeform: Shape 16394">
                <a:extLst>
                  <a:ext uri="{FF2B5EF4-FFF2-40B4-BE49-F238E27FC236}">
                    <a16:creationId xmlns:a16="http://schemas.microsoft.com/office/drawing/2014/main" id="{D479F1AC-AE88-D4DF-EEC9-DCE0CAB02DCC}"/>
                  </a:ext>
                </a:extLst>
              </p:cNvPr>
              <p:cNvSpPr/>
              <p:nvPr/>
            </p:nvSpPr>
            <p:spPr>
              <a:xfrm>
                <a:off x="9557074" y="5528365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96" name="Freeform: Shape 16395">
                <a:extLst>
                  <a:ext uri="{FF2B5EF4-FFF2-40B4-BE49-F238E27FC236}">
                    <a16:creationId xmlns:a16="http://schemas.microsoft.com/office/drawing/2014/main" id="{2E7DDEC2-EA59-A4A9-2AD4-86B18246DF79}"/>
                  </a:ext>
                </a:extLst>
              </p:cNvPr>
              <p:cNvSpPr/>
              <p:nvPr/>
            </p:nvSpPr>
            <p:spPr>
              <a:xfrm>
                <a:off x="9555252" y="5528243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1" y="161"/>
                      <a:pt x="3420" y="161"/>
                    </a:cubicBezTo>
                    <a:cubicBezTo>
                      <a:pt x="2578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8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97" name="Freeform: Shape 16396">
                <a:extLst>
                  <a:ext uri="{FF2B5EF4-FFF2-40B4-BE49-F238E27FC236}">
                    <a16:creationId xmlns:a16="http://schemas.microsoft.com/office/drawing/2014/main" id="{58B7C4B6-9188-2544-977B-7ACA4379A18C}"/>
                  </a:ext>
                </a:extLst>
              </p:cNvPr>
              <p:cNvSpPr/>
              <p:nvPr/>
            </p:nvSpPr>
            <p:spPr>
              <a:xfrm>
                <a:off x="9553460" y="5528161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1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1" y="161"/>
                      <a:pt x="3419" y="161"/>
                    </a:cubicBezTo>
                    <a:cubicBezTo>
                      <a:pt x="2578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98" name="Freeform: Shape 16397">
                <a:extLst>
                  <a:ext uri="{FF2B5EF4-FFF2-40B4-BE49-F238E27FC236}">
                    <a16:creationId xmlns:a16="http://schemas.microsoft.com/office/drawing/2014/main" id="{C45FB1C9-5850-2CDB-25EE-BB1A66A5A60A}"/>
                  </a:ext>
                </a:extLst>
              </p:cNvPr>
              <p:cNvSpPr/>
              <p:nvPr/>
            </p:nvSpPr>
            <p:spPr>
              <a:xfrm>
                <a:off x="9551623" y="5527957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399" name="Freeform: Shape 16398">
                <a:extLst>
                  <a:ext uri="{FF2B5EF4-FFF2-40B4-BE49-F238E27FC236}">
                    <a16:creationId xmlns:a16="http://schemas.microsoft.com/office/drawing/2014/main" id="{B92AF921-3192-EEB3-593F-73EC859E127F}"/>
                  </a:ext>
                </a:extLst>
              </p:cNvPr>
              <p:cNvSpPr/>
              <p:nvPr/>
            </p:nvSpPr>
            <p:spPr>
              <a:xfrm>
                <a:off x="9549843" y="5527849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00" name="Freeform: Shape 16399">
                <a:extLst>
                  <a:ext uri="{FF2B5EF4-FFF2-40B4-BE49-F238E27FC236}">
                    <a16:creationId xmlns:a16="http://schemas.microsoft.com/office/drawing/2014/main" id="{D8282AE1-D18B-14A3-19B4-5EE3F31922DC}"/>
                  </a:ext>
                </a:extLst>
              </p:cNvPr>
              <p:cNvSpPr/>
              <p:nvPr/>
            </p:nvSpPr>
            <p:spPr>
              <a:xfrm>
                <a:off x="9548116" y="5527836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2" y="5578"/>
                    </a:cubicBezTo>
                    <a:cubicBezTo>
                      <a:pt x="6256" y="4983"/>
                      <a:pt x="6591" y="4176"/>
                      <a:pt x="6591" y="3334"/>
                    </a:cubicBezTo>
                    <a:cubicBezTo>
                      <a:pt x="6591" y="2493"/>
                      <a:pt x="6256" y="1686"/>
                      <a:pt x="5662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2" y="1686"/>
                      <a:pt x="247" y="2493"/>
                      <a:pt x="247" y="3334"/>
                    </a:cubicBezTo>
                    <a:cubicBezTo>
                      <a:pt x="247" y="4176"/>
                      <a:pt x="582" y="4983"/>
                      <a:pt x="1176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01" name="Freeform: Shape 16400">
                <a:extLst>
                  <a:ext uri="{FF2B5EF4-FFF2-40B4-BE49-F238E27FC236}">
                    <a16:creationId xmlns:a16="http://schemas.microsoft.com/office/drawing/2014/main" id="{CFF32F51-198E-DB1B-FAC4-E9B68818DE86}"/>
                  </a:ext>
                </a:extLst>
              </p:cNvPr>
              <p:cNvSpPr/>
              <p:nvPr/>
            </p:nvSpPr>
            <p:spPr>
              <a:xfrm>
                <a:off x="9546417" y="5527866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02" name="Freeform: Shape 16401">
                <a:extLst>
                  <a:ext uri="{FF2B5EF4-FFF2-40B4-BE49-F238E27FC236}">
                    <a16:creationId xmlns:a16="http://schemas.microsoft.com/office/drawing/2014/main" id="{461BBFEB-A521-41C8-39C4-B7CAD9B65AAD}"/>
                  </a:ext>
                </a:extLst>
              </p:cNvPr>
              <p:cNvSpPr/>
              <p:nvPr/>
            </p:nvSpPr>
            <p:spPr>
              <a:xfrm>
                <a:off x="9544745" y="5527939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03" name="Freeform: Shape 16402">
                <a:extLst>
                  <a:ext uri="{FF2B5EF4-FFF2-40B4-BE49-F238E27FC236}">
                    <a16:creationId xmlns:a16="http://schemas.microsoft.com/office/drawing/2014/main" id="{89349204-048F-6907-BD15-D6C15B008980}"/>
                  </a:ext>
                </a:extLst>
              </p:cNvPr>
              <p:cNvSpPr/>
              <p:nvPr/>
            </p:nvSpPr>
            <p:spPr>
              <a:xfrm>
                <a:off x="9543030" y="5527890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6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60" y="161"/>
                      <a:pt x="3419" y="161"/>
                    </a:cubicBezTo>
                    <a:cubicBezTo>
                      <a:pt x="2577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3"/>
                      <a:pt x="2577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04" name="Freeform: Shape 16403">
                <a:extLst>
                  <a:ext uri="{FF2B5EF4-FFF2-40B4-BE49-F238E27FC236}">
                    <a16:creationId xmlns:a16="http://schemas.microsoft.com/office/drawing/2014/main" id="{DD2E723A-A0A9-F472-6467-FB32ACF7FC25}"/>
                  </a:ext>
                </a:extLst>
              </p:cNvPr>
              <p:cNvSpPr/>
              <p:nvPr/>
            </p:nvSpPr>
            <p:spPr>
              <a:xfrm>
                <a:off x="9541274" y="5527719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60" y="6507"/>
                      <a:pt x="5066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60" y="161"/>
                      <a:pt x="3418" y="161"/>
                    </a:cubicBezTo>
                    <a:cubicBezTo>
                      <a:pt x="2577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05" name="Freeform: Shape 16404">
                <a:extLst>
                  <a:ext uri="{FF2B5EF4-FFF2-40B4-BE49-F238E27FC236}">
                    <a16:creationId xmlns:a16="http://schemas.microsoft.com/office/drawing/2014/main" id="{5AE47437-B064-39E1-CBA3-B729A2CF18D5}"/>
                  </a:ext>
                </a:extLst>
              </p:cNvPr>
              <p:cNvSpPr/>
              <p:nvPr/>
            </p:nvSpPr>
            <p:spPr>
              <a:xfrm>
                <a:off x="9539411" y="5527258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1" y="5578"/>
                    </a:cubicBezTo>
                    <a:cubicBezTo>
                      <a:pt x="6256" y="4983"/>
                      <a:pt x="6590" y="4175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5"/>
                      <a:pt x="581" y="4983"/>
                      <a:pt x="1176" y="5578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06" name="Freeform: Shape 16405">
                <a:extLst>
                  <a:ext uri="{FF2B5EF4-FFF2-40B4-BE49-F238E27FC236}">
                    <a16:creationId xmlns:a16="http://schemas.microsoft.com/office/drawing/2014/main" id="{617E78A4-B2FC-CAC4-9B0E-D2683F9042C3}"/>
                  </a:ext>
                </a:extLst>
              </p:cNvPr>
              <p:cNvSpPr/>
              <p:nvPr/>
            </p:nvSpPr>
            <p:spPr>
              <a:xfrm>
                <a:off x="9537512" y="5526672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7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7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1" y="5577"/>
                    </a:cubicBezTo>
                    <a:cubicBezTo>
                      <a:pt x="6256" y="4982"/>
                      <a:pt x="6590" y="4175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5"/>
                      <a:pt x="581" y="4982"/>
                      <a:pt x="1176" y="5577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07" name="Freeform: Shape 16406">
                <a:extLst>
                  <a:ext uri="{FF2B5EF4-FFF2-40B4-BE49-F238E27FC236}">
                    <a16:creationId xmlns:a16="http://schemas.microsoft.com/office/drawing/2014/main" id="{60A64107-2B71-3900-C0B1-296F89C185FB}"/>
                  </a:ext>
                </a:extLst>
              </p:cNvPr>
              <p:cNvSpPr/>
              <p:nvPr/>
            </p:nvSpPr>
            <p:spPr>
              <a:xfrm>
                <a:off x="9535952" y="5526906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7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7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1" y="5577"/>
                    </a:cubicBezTo>
                    <a:cubicBezTo>
                      <a:pt x="6255" y="4983"/>
                      <a:pt x="6590" y="4175"/>
                      <a:pt x="6590" y="3334"/>
                    </a:cubicBezTo>
                    <a:cubicBezTo>
                      <a:pt x="6590" y="2493"/>
                      <a:pt x="6255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1" y="1686"/>
                      <a:pt x="246" y="2493"/>
                      <a:pt x="246" y="3334"/>
                    </a:cubicBezTo>
                    <a:cubicBezTo>
                      <a:pt x="246" y="4175"/>
                      <a:pt x="581" y="4983"/>
                      <a:pt x="1175" y="5577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08" name="Freeform: Shape 16407">
                <a:extLst>
                  <a:ext uri="{FF2B5EF4-FFF2-40B4-BE49-F238E27FC236}">
                    <a16:creationId xmlns:a16="http://schemas.microsoft.com/office/drawing/2014/main" id="{14C0CF9F-9157-D878-3158-FC0C4C8DA9F5}"/>
                  </a:ext>
                </a:extLst>
              </p:cNvPr>
              <p:cNvSpPr/>
              <p:nvPr/>
            </p:nvSpPr>
            <p:spPr>
              <a:xfrm>
                <a:off x="9534264" y="5526795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7 h 6345"/>
                  <a:gd name="connsiteX2" fmla="*/ 6589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7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1" y="5577"/>
                    </a:cubicBezTo>
                    <a:cubicBezTo>
                      <a:pt x="6255" y="4983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1" y="1686"/>
                      <a:pt x="246" y="2493"/>
                      <a:pt x="246" y="3334"/>
                    </a:cubicBezTo>
                    <a:cubicBezTo>
                      <a:pt x="246" y="4175"/>
                      <a:pt x="581" y="4983"/>
                      <a:pt x="1175" y="5577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09" name="Freeform: Shape 16408">
                <a:extLst>
                  <a:ext uri="{FF2B5EF4-FFF2-40B4-BE49-F238E27FC236}">
                    <a16:creationId xmlns:a16="http://schemas.microsoft.com/office/drawing/2014/main" id="{F0A69818-2D69-248B-371C-759D2C9D9224}"/>
                  </a:ext>
                </a:extLst>
              </p:cNvPr>
              <p:cNvSpPr/>
              <p:nvPr/>
            </p:nvSpPr>
            <p:spPr>
              <a:xfrm>
                <a:off x="9532708" y="5527007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7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0" y="5577"/>
                    </a:cubicBezTo>
                    <a:cubicBezTo>
                      <a:pt x="6255" y="4983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3"/>
                      <a:pt x="1175" y="5577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10" name="Freeform: Shape 16409">
                <a:extLst>
                  <a:ext uri="{FF2B5EF4-FFF2-40B4-BE49-F238E27FC236}">
                    <a16:creationId xmlns:a16="http://schemas.microsoft.com/office/drawing/2014/main" id="{1D4A1ED9-1574-465A-B759-F16EC1F8B6D7}"/>
                  </a:ext>
                </a:extLst>
              </p:cNvPr>
              <p:cNvSpPr/>
              <p:nvPr/>
            </p:nvSpPr>
            <p:spPr>
              <a:xfrm>
                <a:off x="9531069" y="5526985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7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0" y="5577"/>
                    </a:cubicBezTo>
                    <a:cubicBezTo>
                      <a:pt x="6255" y="4983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3"/>
                      <a:pt x="1175" y="5577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11" name="Freeform: Shape 16410">
                <a:extLst>
                  <a:ext uri="{FF2B5EF4-FFF2-40B4-BE49-F238E27FC236}">
                    <a16:creationId xmlns:a16="http://schemas.microsoft.com/office/drawing/2014/main" id="{579CEE3A-8664-2D29-5F7C-D2DE531D9F5A}"/>
                  </a:ext>
                </a:extLst>
              </p:cNvPr>
              <p:cNvSpPr/>
              <p:nvPr/>
            </p:nvSpPr>
            <p:spPr>
              <a:xfrm>
                <a:off x="9529515" y="5527176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5" y="6172"/>
                      <a:pt x="5660" y="5578"/>
                    </a:cubicBezTo>
                    <a:cubicBezTo>
                      <a:pt x="6255" y="4983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9" y="161"/>
                      <a:pt x="3418" y="161"/>
                    </a:cubicBezTo>
                    <a:cubicBezTo>
                      <a:pt x="2576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3"/>
                      <a:pt x="1175" y="5578"/>
                    </a:cubicBezTo>
                    <a:cubicBezTo>
                      <a:pt x="1770" y="6172"/>
                      <a:pt x="2576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12" name="Freeform: Shape 16411">
                <a:extLst>
                  <a:ext uri="{FF2B5EF4-FFF2-40B4-BE49-F238E27FC236}">
                    <a16:creationId xmlns:a16="http://schemas.microsoft.com/office/drawing/2014/main" id="{113B8484-4740-B38A-A09D-B5F374BB0DA9}"/>
                  </a:ext>
                </a:extLst>
              </p:cNvPr>
              <p:cNvSpPr/>
              <p:nvPr/>
            </p:nvSpPr>
            <p:spPr>
              <a:xfrm>
                <a:off x="9527822" y="5526963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9" y="6507"/>
                      <a:pt x="5065" y="6172"/>
                      <a:pt x="5660" y="5577"/>
                    </a:cubicBezTo>
                    <a:cubicBezTo>
                      <a:pt x="6255" y="4983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9" y="161"/>
                      <a:pt x="3417" y="161"/>
                    </a:cubicBezTo>
                    <a:cubicBezTo>
                      <a:pt x="2576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3"/>
                      <a:pt x="1175" y="5577"/>
                    </a:cubicBezTo>
                    <a:cubicBezTo>
                      <a:pt x="1770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13" name="Freeform: Shape 16412">
                <a:extLst>
                  <a:ext uri="{FF2B5EF4-FFF2-40B4-BE49-F238E27FC236}">
                    <a16:creationId xmlns:a16="http://schemas.microsoft.com/office/drawing/2014/main" id="{6C932DA7-3DF9-0475-F7B3-517E930ABDFB}"/>
                  </a:ext>
                </a:extLst>
              </p:cNvPr>
              <p:cNvSpPr/>
              <p:nvPr/>
            </p:nvSpPr>
            <p:spPr>
              <a:xfrm>
                <a:off x="9526114" y="5526682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60" y="5577"/>
                    </a:cubicBezTo>
                    <a:cubicBezTo>
                      <a:pt x="6255" y="4982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2"/>
                      <a:pt x="1175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14" name="Freeform: Shape 16413">
                <a:extLst>
                  <a:ext uri="{FF2B5EF4-FFF2-40B4-BE49-F238E27FC236}">
                    <a16:creationId xmlns:a16="http://schemas.microsoft.com/office/drawing/2014/main" id="{587DD949-E190-393C-9409-CDFBB90797D7}"/>
                  </a:ext>
                </a:extLst>
              </p:cNvPr>
              <p:cNvSpPr/>
              <p:nvPr/>
            </p:nvSpPr>
            <p:spPr>
              <a:xfrm>
                <a:off x="9524491" y="5526615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60" y="5577"/>
                    </a:cubicBezTo>
                    <a:cubicBezTo>
                      <a:pt x="6255" y="4982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2"/>
                      <a:pt x="1175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15" name="Freeform: Shape 16414">
                <a:extLst>
                  <a:ext uri="{FF2B5EF4-FFF2-40B4-BE49-F238E27FC236}">
                    <a16:creationId xmlns:a16="http://schemas.microsoft.com/office/drawing/2014/main" id="{4AD8785D-6D7A-FC68-AED5-0301DE83E7F8}"/>
                  </a:ext>
                </a:extLst>
              </p:cNvPr>
              <p:cNvSpPr/>
              <p:nvPr/>
            </p:nvSpPr>
            <p:spPr>
              <a:xfrm>
                <a:off x="9522681" y="5525970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60" y="5577"/>
                    </a:cubicBezTo>
                    <a:cubicBezTo>
                      <a:pt x="6254" y="4982"/>
                      <a:pt x="6589" y="4175"/>
                      <a:pt x="6589" y="3334"/>
                    </a:cubicBezTo>
                    <a:cubicBezTo>
                      <a:pt x="6589" y="2493"/>
                      <a:pt x="6254" y="1685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80" y="1685"/>
                      <a:pt x="245" y="2493"/>
                      <a:pt x="245" y="3334"/>
                    </a:cubicBezTo>
                    <a:cubicBezTo>
                      <a:pt x="245" y="4175"/>
                      <a:pt x="580" y="4982"/>
                      <a:pt x="1174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16" name="Freeform: Shape 16415">
                <a:extLst>
                  <a:ext uri="{FF2B5EF4-FFF2-40B4-BE49-F238E27FC236}">
                    <a16:creationId xmlns:a16="http://schemas.microsoft.com/office/drawing/2014/main" id="{0D31AD2C-7F51-52EB-F59C-449ADF6F3BEE}"/>
                  </a:ext>
                </a:extLst>
              </p:cNvPr>
              <p:cNvSpPr/>
              <p:nvPr/>
            </p:nvSpPr>
            <p:spPr>
              <a:xfrm>
                <a:off x="9521051" y="5525822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59" y="5577"/>
                    </a:cubicBezTo>
                    <a:cubicBezTo>
                      <a:pt x="6254" y="4982"/>
                      <a:pt x="6588" y="4175"/>
                      <a:pt x="6588" y="3334"/>
                    </a:cubicBezTo>
                    <a:cubicBezTo>
                      <a:pt x="6588" y="2493"/>
                      <a:pt x="6254" y="1685"/>
                      <a:pt x="5659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79" y="1685"/>
                      <a:pt x="245" y="2493"/>
                      <a:pt x="245" y="3334"/>
                    </a:cubicBezTo>
                    <a:cubicBezTo>
                      <a:pt x="245" y="4175"/>
                      <a:pt x="579" y="4982"/>
                      <a:pt x="1174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17" name="Freeform: Shape 16416">
                <a:extLst>
                  <a:ext uri="{FF2B5EF4-FFF2-40B4-BE49-F238E27FC236}">
                    <a16:creationId xmlns:a16="http://schemas.microsoft.com/office/drawing/2014/main" id="{CCC480BB-7CD4-AACD-FC15-9A7D41F2A0C6}"/>
                  </a:ext>
                </a:extLst>
              </p:cNvPr>
              <p:cNvSpPr/>
              <p:nvPr/>
            </p:nvSpPr>
            <p:spPr>
              <a:xfrm>
                <a:off x="9519517" y="5525948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59" y="5577"/>
                    </a:cubicBezTo>
                    <a:cubicBezTo>
                      <a:pt x="6254" y="4982"/>
                      <a:pt x="6588" y="4175"/>
                      <a:pt x="6588" y="3334"/>
                    </a:cubicBezTo>
                    <a:cubicBezTo>
                      <a:pt x="6588" y="2493"/>
                      <a:pt x="6254" y="1685"/>
                      <a:pt x="5659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79" y="1685"/>
                      <a:pt x="245" y="2493"/>
                      <a:pt x="245" y="3334"/>
                    </a:cubicBezTo>
                    <a:cubicBezTo>
                      <a:pt x="245" y="4175"/>
                      <a:pt x="579" y="4982"/>
                      <a:pt x="1174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18" name="Freeform: Shape 16417">
                <a:extLst>
                  <a:ext uri="{FF2B5EF4-FFF2-40B4-BE49-F238E27FC236}">
                    <a16:creationId xmlns:a16="http://schemas.microsoft.com/office/drawing/2014/main" id="{1F2A4F1C-D14D-723A-5E0A-05C94954AFAF}"/>
                  </a:ext>
                </a:extLst>
              </p:cNvPr>
              <p:cNvSpPr/>
              <p:nvPr/>
            </p:nvSpPr>
            <p:spPr>
              <a:xfrm>
                <a:off x="9517912" y="5525835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4" y="6172"/>
                      <a:pt x="5659" y="5577"/>
                    </a:cubicBezTo>
                    <a:cubicBezTo>
                      <a:pt x="6254" y="4982"/>
                      <a:pt x="6588" y="4175"/>
                      <a:pt x="6588" y="3334"/>
                    </a:cubicBezTo>
                    <a:cubicBezTo>
                      <a:pt x="6588" y="2493"/>
                      <a:pt x="6254" y="1685"/>
                      <a:pt x="5659" y="1091"/>
                    </a:cubicBezTo>
                    <a:cubicBezTo>
                      <a:pt x="5064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79" y="1685"/>
                      <a:pt x="245" y="2493"/>
                      <a:pt x="245" y="3334"/>
                    </a:cubicBezTo>
                    <a:cubicBezTo>
                      <a:pt x="245" y="4175"/>
                      <a:pt x="579" y="4982"/>
                      <a:pt x="1174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19" name="Freeform: Shape 16418">
                <a:extLst>
                  <a:ext uri="{FF2B5EF4-FFF2-40B4-BE49-F238E27FC236}">
                    <a16:creationId xmlns:a16="http://schemas.microsoft.com/office/drawing/2014/main" id="{C7CD0A1B-413C-CD4D-FFA0-EA8D57BDE6B3}"/>
                  </a:ext>
                </a:extLst>
              </p:cNvPr>
              <p:cNvSpPr/>
              <p:nvPr/>
            </p:nvSpPr>
            <p:spPr>
              <a:xfrm>
                <a:off x="9516312" y="5525711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0 h 6345"/>
                  <a:gd name="connsiteX4" fmla="*/ 3416 w 6343"/>
                  <a:gd name="connsiteY4" fmla="*/ 161 h 6345"/>
                  <a:gd name="connsiteX5" fmla="*/ 1174 w 6343"/>
                  <a:gd name="connsiteY5" fmla="*/ 1090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8" y="6507"/>
                      <a:pt x="5064" y="6172"/>
                      <a:pt x="5659" y="5577"/>
                    </a:cubicBezTo>
                    <a:cubicBezTo>
                      <a:pt x="6254" y="4982"/>
                      <a:pt x="6588" y="4175"/>
                      <a:pt x="6588" y="3334"/>
                    </a:cubicBezTo>
                    <a:cubicBezTo>
                      <a:pt x="6588" y="2493"/>
                      <a:pt x="6254" y="1685"/>
                      <a:pt x="5659" y="1090"/>
                    </a:cubicBezTo>
                    <a:cubicBezTo>
                      <a:pt x="5064" y="496"/>
                      <a:pt x="4258" y="161"/>
                      <a:pt x="3416" y="161"/>
                    </a:cubicBezTo>
                    <a:cubicBezTo>
                      <a:pt x="2575" y="161"/>
                      <a:pt x="1769" y="496"/>
                      <a:pt x="1174" y="1090"/>
                    </a:cubicBezTo>
                    <a:cubicBezTo>
                      <a:pt x="579" y="1685"/>
                      <a:pt x="245" y="2493"/>
                      <a:pt x="245" y="3334"/>
                    </a:cubicBezTo>
                    <a:cubicBezTo>
                      <a:pt x="245" y="4175"/>
                      <a:pt x="579" y="4982"/>
                      <a:pt x="1174" y="5577"/>
                    </a:cubicBezTo>
                    <a:cubicBezTo>
                      <a:pt x="1769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20" name="Freeform: Shape 16419">
                <a:extLst>
                  <a:ext uri="{FF2B5EF4-FFF2-40B4-BE49-F238E27FC236}">
                    <a16:creationId xmlns:a16="http://schemas.microsoft.com/office/drawing/2014/main" id="{FB888D35-9ED5-1FB3-778E-84C4E5E5BA34}"/>
                  </a:ext>
                </a:extLst>
              </p:cNvPr>
              <p:cNvSpPr/>
              <p:nvPr/>
            </p:nvSpPr>
            <p:spPr>
              <a:xfrm>
                <a:off x="9514785" y="5525806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2"/>
                      <a:pt x="5659" y="5577"/>
                    </a:cubicBezTo>
                    <a:cubicBezTo>
                      <a:pt x="6254" y="4982"/>
                      <a:pt x="6588" y="4175"/>
                      <a:pt x="6588" y="3334"/>
                    </a:cubicBezTo>
                    <a:cubicBezTo>
                      <a:pt x="6588" y="2493"/>
                      <a:pt x="6254" y="1685"/>
                      <a:pt x="5659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4" y="1091"/>
                    </a:cubicBezTo>
                    <a:cubicBezTo>
                      <a:pt x="579" y="1685"/>
                      <a:pt x="245" y="2493"/>
                      <a:pt x="245" y="3334"/>
                    </a:cubicBezTo>
                    <a:cubicBezTo>
                      <a:pt x="245" y="4175"/>
                      <a:pt x="579" y="4982"/>
                      <a:pt x="1174" y="5577"/>
                    </a:cubicBezTo>
                    <a:cubicBezTo>
                      <a:pt x="1768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21" name="Freeform: Shape 16420">
                <a:extLst>
                  <a:ext uri="{FF2B5EF4-FFF2-40B4-BE49-F238E27FC236}">
                    <a16:creationId xmlns:a16="http://schemas.microsoft.com/office/drawing/2014/main" id="{7D73AAFA-C1B8-7F0A-A28F-16E2156B7760}"/>
                  </a:ext>
                </a:extLst>
              </p:cNvPr>
              <p:cNvSpPr/>
              <p:nvPr/>
            </p:nvSpPr>
            <p:spPr>
              <a:xfrm>
                <a:off x="9513226" y="5525775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2"/>
                      <a:pt x="5659" y="5577"/>
                    </a:cubicBezTo>
                    <a:cubicBezTo>
                      <a:pt x="6254" y="4982"/>
                      <a:pt x="6588" y="4175"/>
                      <a:pt x="6588" y="3334"/>
                    </a:cubicBezTo>
                    <a:cubicBezTo>
                      <a:pt x="6588" y="2493"/>
                      <a:pt x="6254" y="1685"/>
                      <a:pt x="5659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4" y="1091"/>
                    </a:cubicBezTo>
                    <a:cubicBezTo>
                      <a:pt x="579" y="1685"/>
                      <a:pt x="245" y="2493"/>
                      <a:pt x="245" y="3334"/>
                    </a:cubicBezTo>
                    <a:cubicBezTo>
                      <a:pt x="245" y="4175"/>
                      <a:pt x="579" y="4982"/>
                      <a:pt x="1174" y="5577"/>
                    </a:cubicBezTo>
                    <a:cubicBezTo>
                      <a:pt x="1768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22" name="Freeform: Shape 16421">
                <a:extLst>
                  <a:ext uri="{FF2B5EF4-FFF2-40B4-BE49-F238E27FC236}">
                    <a16:creationId xmlns:a16="http://schemas.microsoft.com/office/drawing/2014/main" id="{2FA2819D-DE98-12BC-BE36-04A6E4462915}"/>
                  </a:ext>
                </a:extLst>
              </p:cNvPr>
              <p:cNvSpPr/>
              <p:nvPr/>
            </p:nvSpPr>
            <p:spPr>
              <a:xfrm>
                <a:off x="9511737" y="5525964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5 w 6343"/>
                  <a:gd name="connsiteY6" fmla="*/ 3334 h 6345"/>
                  <a:gd name="connsiteX7" fmla="*/ 1173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2"/>
                      <a:pt x="5659" y="5577"/>
                    </a:cubicBezTo>
                    <a:cubicBezTo>
                      <a:pt x="6254" y="4982"/>
                      <a:pt x="6588" y="4175"/>
                      <a:pt x="6588" y="3334"/>
                    </a:cubicBezTo>
                    <a:cubicBezTo>
                      <a:pt x="6588" y="2493"/>
                      <a:pt x="6254" y="1685"/>
                      <a:pt x="5659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3" y="1091"/>
                    </a:cubicBezTo>
                    <a:cubicBezTo>
                      <a:pt x="579" y="1685"/>
                      <a:pt x="245" y="2493"/>
                      <a:pt x="245" y="3334"/>
                    </a:cubicBezTo>
                    <a:cubicBezTo>
                      <a:pt x="245" y="4175"/>
                      <a:pt x="579" y="4982"/>
                      <a:pt x="1173" y="5577"/>
                    </a:cubicBezTo>
                    <a:cubicBezTo>
                      <a:pt x="1768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23" name="Freeform: Shape 16422">
                <a:extLst>
                  <a:ext uri="{FF2B5EF4-FFF2-40B4-BE49-F238E27FC236}">
                    <a16:creationId xmlns:a16="http://schemas.microsoft.com/office/drawing/2014/main" id="{BB8970E0-95F5-AF7E-D803-387DC95904BF}"/>
                  </a:ext>
                </a:extLst>
              </p:cNvPr>
              <p:cNvSpPr/>
              <p:nvPr/>
            </p:nvSpPr>
            <p:spPr>
              <a:xfrm>
                <a:off x="9510215" y="5526028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2"/>
                      <a:pt x="5659" y="5577"/>
                    </a:cubicBezTo>
                    <a:cubicBezTo>
                      <a:pt x="6253" y="4982"/>
                      <a:pt x="6588" y="4175"/>
                      <a:pt x="6588" y="3334"/>
                    </a:cubicBezTo>
                    <a:cubicBezTo>
                      <a:pt x="6588" y="2493"/>
                      <a:pt x="6253" y="1685"/>
                      <a:pt x="5659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3" y="1091"/>
                    </a:cubicBezTo>
                    <a:cubicBezTo>
                      <a:pt x="579" y="1685"/>
                      <a:pt x="244" y="2493"/>
                      <a:pt x="244" y="3334"/>
                    </a:cubicBezTo>
                    <a:cubicBezTo>
                      <a:pt x="244" y="4175"/>
                      <a:pt x="579" y="4982"/>
                      <a:pt x="1173" y="5577"/>
                    </a:cubicBezTo>
                    <a:cubicBezTo>
                      <a:pt x="1768" y="6172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24" name="Freeform: Shape 16423">
                <a:extLst>
                  <a:ext uri="{FF2B5EF4-FFF2-40B4-BE49-F238E27FC236}">
                    <a16:creationId xmlns:a16="http://schemas.microsoft.com/office/drawing/2014/main" id="{E0B3A99A-B0DF-5715-6BF0-58F843E1DF66}"/>
                  </a:ext>
                </a:extLst>
              </p:cNvPr>
              <p:cNvSpPr/>
              <p:nvPr/>
            </p:nvSpPr>
            <p:spPr>
              <a:xfrm>
                <a:off x="9506498" y="5529338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6 w 6343"/>
                  <a:gd name="connsiteY4" fmla="*/ 162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8" y="5578"/>
                    </a:cubicBezTo>
                    <a:cubicBezTo>
                      <a:pt x="6253" y="4983"/>
                      <a:pt x="6587" y="4176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4" y="496"/>
                      <a:pt x="4257" y="162"/>
                      <a:pt x="3416" y="162"/>
                    </a:cubicBezTo>
                    <a:cubicBezTo>
                      <a:pt x="2575" y="162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25" name="Freeform: Shape 16424">
                <a:extLst>
                  <a:ext uri="{FF2B5EF4-FFF2-40B4-BE49-F238E27FC236}">
                    <a16:creationId xmlns:a16="http://schemas.microsoft.com/office/drawing/2014/main" id="{E48F8668-4C91-1265-7EAC-652E8533EB4B}"/>
                  </a:ext>
                </a:extLst>
              </p:cNvPr>
              <p:cNvSpPr/>
              <p:nvPr/>
            </p:nvSpPr>
            <p:spPr>
              <a:xfrm>
                <a:off x="9506184" y="5534112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5 h 6345"/>
                  <a:gd name="connsiteX3" fmla="*/ 5658 w 6343"/>
                  <a:gd name="connsiteY3" fmla="*/ 1091 h 6345"/>
                  <a:gd name="connsiteX4" fmla="*/ 3416 w 6343"/>
                  <a:gd name="connsiteY4" fmla="*/ 162 h 6345"/>
                  <a:gd name="connsiteX5" fmla="*/ 1173 w 6343"/>
                  <a:gd name="connsiteY5" fmla="*/ 1091 h 6345"/>
                  <a:gd name="connsiteX6" fmla="*/ 244 w 6343"/>
                  <a:gd name="connsiteY6" fmla="*/ 3335 h 6345"/>
                  <a:gd name="connsiteX7" fmla="*/ 1173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8" y="5578"/>
                    </a:cubicBezTo>
                    <a:cubicBezTo>
                      <a:pt x="6253" y="4983"/>
                      <a:pt x="6587" y="4176"/>
                      <a:pt x="6587" y="3335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4" y="496"/>
                      <a:pt x="4257" y="162"/>
                      <a:pt x="3416" y="162"/>
                    </a:cubicBezTo>
                    <a:cubicBezTo>
                      <a:pt x="2575" y="162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5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26" name="Freeform: Shape 16425">
                <a:extLst>
                  <a:ext uri="{FF2B5EF4-FFF2-40B4-BE49-F238E27FC236}">
                    <a16:creationId xmlns:a16="http://schemas.microsoft.com/office/drawing/2014/main" id="{400BAAE4-D965-AB5D-F25A-208FCCB0256F}"/>
                  </a:ext>
                </a:extLst>
              </p:cNvPr>
              <p:cNvSpPr/>
              <p:nvPr/>
            </p:nvSpPr>
            <p:spPr>
              <a:xfrm>
                <a:off x="9506045" y="5539818"/>
                <a:ext cx="6343" cy="6345"/>
              </a:xfrm>
              <a:custGeom>
                <a:avLst/>
                <a:gdLst>
                  <a:gd name="connsiteX0" fmla="*/ 3416 w 6343"/>
                  <a:gd name="connsiteY0" fmla="*/ 6508 h 6345"/>
                  <a:gd name="connsiteX1" fmla="*/ 5658 w 6343"/>
                  <a:gd name="connsiteY1" fmla="*/ 5579 h 6345"/>
                  <a:gd name="connsiteX2" fmla="*/ 6587 w 6343"/>
                  <a:gd name="connsiteY2" fmla="*/ 3335 h 6345"/>
                  <a:gd name="connsiteX3" fmla="*/ 5658 w 6343"/>
                  <a:gd name="connsiteY3" fmla="*/ 1092 h 6345"/>
                  <a:gd name="connsiteX4" fmla="*/ 3416 w 6343"/>
                  <a:gd name="connsiteY4" fmla="*/ 162 h 6345"/>
                  <a:gd name="connsiteX5" fmla="*/ 1173 w 6343"/>
                  <a:gd name="connsiteY5" fmla="*/ 1092 h 6345"/>
                  <a:gd name="connsiteX6" fmla="*/ 244 w 6343"/>
                  <a:gd name="connsiteY6" fmla="*/ 3335 h 6345"/>
                  <a:gd name="connsiteX7" fmla="*/ 1173 w 6343"/>
                  <a:gd name="connsiteY7" fmla="*/ 5579 h 6345"/>
                  <a:gd name="connsiteX8" fmla="*/ 341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8"/>
                    </a:moveTo>
                    <a:cubicBezTo>
                      <a:pt x="4257" y="6508"/>
                      <a:pt x="5064" y="6173"/>
                      <a:pt x="5658" y="5579"/>
                    </a:cubicBezTo>
                    <a:cubicBezTo>
                      <a:pt x="6253" y="4984"/>
                      <a:pt x="6587" y="4176"/>
                      <a:pt x="6587" y="3335"/>
                    </a:cubicBezTo>
                    <a:cubicBezTo>
                      <a:pt x="6587" y="2494"/>
                      <a:pt x="6253" y="1687"/>
                      <a:pt x="5658" y="1092"/>
                    </a:cubicBezTo>
                    <a:cubicBezTo>
                      <a:pt x="5064" y="497"/>
                      <a:pt x="4257" y="162"/>
                      <a:pt x="3416" y="162"/>
                    </a:cubicBezTo>
                    <a:cubicBezTo>
                      <a:pt x="2575" y="162"/>
                      <a:pt x="1768" y="497"/>
                      <a:pt x="1173" y="1092"/>
                    </a:cubicBezTo>
                    <a:cubicBezTo>
                      <a:pt x="578" y="1687"/>
                      <a:pt x="244" y="2494"/>
                      <a:pt x="244" y="3335"/>
                    </a:cubicBezTo>
                    <a:cubicBezTo>
                      <a:pt x="244" y="4176"/>
                      <a:pt x="578" y="4984"/>
                      <a:pt x="1173" y="5579"/>
                    </a:cubicBezTo>
                    <a:cubicBezTo>
                      <a:pt x="1768" y="6173"/>
                      <a:pt x="2575" y="6508"/>
                      <a:pt x="341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27" name="Freeform: Shape 16426">
                <a:extLst>
                  <a:ext uri="{FF2B5EF4-FFF2-40B4-BE49-F238E27FC236}">
                    <a16:creationId xmlns:a16="http://schemas.microsoft.com/office/drawing/2014/main" id="{E9DC105A-3ED1-C02F-4BE2-D23BEC58B37B}"/>
                  </a:ext>
                </a:extLst>
              </p:cNvPr>
              <p:cNvSpPr/>
              <p:nvPr/>
            </p:nvSpPr>
            <p:spPr>
              <a:xfrm>
                <a:off x="9505273" y="5543209"/>
                <a:ext cx="6343" cy="6345"/>
              </a:xfrm>
              <a:custGeom>
                <a:avLst/>
                <a:gdLst>
                  <a:gd name="connsiteX0" fmla="*/ 3416 w 6343"/>
                  <a:gd name="connsiteY0" fmla="*/ 6508 h 6345"/>
                  <a:gd name="connsiteX1" fmla="*/ 5658 w 6343"/>
                  <a:gd name="connsiteY1" fmla="*/ 5579 h 6345"/>
                  <a:gd name="connsiteX2" fmla="*/ 6587 w 6343"/>
                  <a:gd name="connsiteY2" fmla="*/ 3335 h 6345"/>
                  <a:gd name="connsiteX3" fmla="*/ 5658 w 6343"/>
                  <a:gd name="connsiteY3" fmla="*/ 1092 h 6345"/>
                  <a:gd name="connsiteX4" fmla="*/ 3416 w 6343"/>
                  <a:gd name="connsiteY4" fmla="*/ 163 h 6345"/>
                  <a:gd name="connsiteX5" fmla="*/ 1173 w 6343"/>
                  <a:gd name="connsiteY5" fmla="*/ 1092 h 6345"/>
                  <a:gd name="connsiteX6" fmla="*/ 244 w 6343"/>
                  <a:gd name="connsiteY6" fmla="*/ 3335 h 6345"/>
                  <a:gd name="connsiteX7" fmla="*/ 1173 w 6343"/>
                  <a:gd name="connsiteY7" fmla="*/ 5579 h 6345"/>
                  <a:gd name="connsiteX8" fmla="*/ 341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8"/>
                    </a:moveTo>
                    <a:cubicBezTo>
                      <a:pt x="4257" y="6508"/>
                      <a:pt x="5063" y="6174"/>
                      <a:pt x="5658" y="5579"/>
                    </a:cubicBezTo>
                    <a:cubicBezTo>
                      <a:pt x="6253" y="4984"/>
                      <a:pt x="6587" y="4177"/>
                      <a:pt x="6587" y="3335"/>
                    </a:cubicBezTo>
                    <a:cubicBezTo>
                      <a:pt x="6587" y="2494"/>
                      <a:pt x="6253" y="1687"/>
                      <a:pt x="5658" y="1092"/>
                    </a:cubicBezTo>
                    <a:cubicBezTo>
                      <a:pt x="5063" y="497"/>
                      <a:pt x="4257" y="163"/>
                      <a:pt x="3416" y="163"/>
                    </a:cubicBezTo>
                    <a:cubicBezTo>
                      <a:pt x="2575" y="163"/>
                      <a:pt x="1768" y="497"/>
                      <a:pt x="1173" y="1092"/>
                    </a:cubicBezTo>
                    <a:cubicBezTo>
                      <a:pt x="578" y="1687"/>
                      <a:pt x="244" y="2494"/>
                      <a:pt x="244" y="3335"/>
                    </a:cubicBezTo>
                    <a:cubicBezTo>
                      <a:pt x="244" y="4177"/>
                      <a:pt x="578" y="4984"/>
                      <a:pt x="1173" y="5579"/>
                    </a:cubicBezTo>
                    <a:cubicBezTo>
                      <a:pt x="1768" y="6174"/>
                      <a:pt x="2575" y="6508"/>
                      <a:pt x="341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28" name="Freeform: Shape 16427">
                <a:extLst>
                  <a:ext uri="{FF2B5EF4-FFF2-40B4-BE49-F238E27FC236}">
                    <a16:creationId xmlns:a16="http://schemas.microsoft.com/office/drawing/2014/main" id="{167AC381-808E-00E4-46CA-BC26D6C0CB20}"/>
                  </a:ext>
                </a:extLst>
              </p:cNvPr>
              <p:cNvSpPr/>
              <p:nvPr/>
            </p:nvSpPr>
            <p:spPr>
              <a:xfrm>
                <a:off x="9503964" y="5544508"/>
                <a:ext cx="6343" cy="6345"/>
              </a:xfrm>
              <a:custGeom>
                <a:avLst/>
                <a:gdLst>
                  <a:gd name="connsiteX0" fmla="*/ 3416 w 6343"/>
                  <a:gd name="connsiteY0" fmla="*/ 6508 h 6345"/>
                  <a:gd name="connsiteX1" fmla="*/ 5658 w 6343"/>
                  <a:gd name="connsiteY1" fmla="*/ 5579 h 6345"/>
                  <a:gd name="connsiteX2" fmla="*/ 6587 w 6343"/>
                  <a:gd name="connsiteY2" fmla="*/ 3335 h 6345"/>
                  <a:gd name="connsiteX3" fmla="*/ 5658 w 6343"/>
                  <a:gd name="connsiteY3" fmla="*/ 1092 h 6345"/>
                  <a:gd name="connsiteX4" fmla="*/ 3416 w 6343"/>
                  <a:gd name="connsiteY4" fmla="*/ 163 h 6345"/>
                  <a:gd name="connsiteX5" fmla="*/ 1173 w 6343"/>
                  <a:gd name="connsiteY5" fmla="*/ 1092 h 6345"/>
                  <a:gd name="connsiteX6" fmla="*/ 244 w 6343"/>
                  <a:gd name="connsiteY6" fmla="*/ 3335 h 6345"/>
                  <a:gd name="connsiteX7" fmla="*/ 1173 w 6343"/>
                  <a:gd name="connsiteY7" fmla="*/ 5579 h 6345"/>
                  <a:gd name="connsiteX8" fmla="*/ 341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8"/>
                    </a:moveTo>
                    <a:cubicBezTo>
                      <a:pt x="4257" y="6508"/>
                      <a:pt x="5063" y="6174"/>
                      <a:pt x="5658" y="5579"/>
                    </a:cubicBezTo>
                    <a:cubicBezTo>
                      <a:pt x="6253" y="4984"/>
                      <a:pt x="6587" y="4177"/>
                      <a:pt x="6587" y="3335"/>
                    </a:cubicBezTo>
                    <a:cubicBezTo>
                      <a:pt x="6587" y="2494"/>
                      <a:pt x="6253" y="1687"/>
                      <a:pt x="5658" y="1092"/>
                    </a:cubicBezTo>
                    <a:cubicBezTo>
                      <a:pt x="5063" y="497"/>
                      <a:pt x="4257" y="163"/>
                      <a:pt x="3416" y="163"/>
                    </a:cubicBezTo>
                    <a:cubicBezTo>
                      <a:pt x="2574" y="163"/>
                      <a:pt x="1768" y="497"/>
                      <a:pt x="1173" y="1092"/>
                    </a:cubicBezTo>
                    <a:cubicBezTo>
                      <a:pt x="578" y="1687"/>
                      <a:pt x="244" y="2494"/>
                      <a:pt x="244" y="3335"/>
                    </a:cubicBezTo>
                    <a:cubicBezTo>
                      <a:pt x="244" y="4177"/>
                      <a:pt x="578" y="4984"/>
                      <a:pt x="1173" y="5579"/>
                    </a:cubicBezTo>
                    <a:cubicBezTo>
                      <a:pt x="1768" y="6174"/>
                      <a:pt x="2574" y="6508"/>
                      <a:pt x="341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29" name="Freeform: Shape 16428">
                <a:extLst>
                  <a:ext uri="{FF2B5EF4-FFF2-40B4-BE49-F238E27FC236}">
                    <a16:creationId xmlns:a16="http://schemas.microsoft.com/office/drawing/2014/main" id="{4CAA62E9-AB21-BFB2-371F-C3C5B998B057}"/>
                  </a:ext>
                </a:extLst>
              </p:cNvPr>
              <p:cNvSpPr/>
              <p:nvPr/>
            </p:nvSpPr>
            <p:spPr>
              <a:xfrm>
                <a:off x="9502184" y="5543821"/>
                <a:ext cx="6343" cy="6345"/>
              </a:xfrm>
              <a:custGeom>
                <a:avLst/>
                <a:gdLst>
                  <a:gd name="connsiteX0" fmla="*/ 3415 w 6343"/>
                  <a:gd name="connsiteY0" fmla="*/ 6508 h 6345"/>
                  <a:gd name="connsiteX1" fmla="*/ 5658 w 6343"/>
                  <a:gd name="connsiteY1" fmla="*/ 5579 h 6345"/>
                  <a:gd name="connsiteX2" fmla="*/ 6587 w 6343"/>
                  <a:gd name="connsiteY2" fmla="*/ 3335 h 6345"/>
                  <a:gd name="connsiteX3" fmla="*/ 5658 w 6343"/>
                  <a:gd name="connsiteY3" fmla="*/ 1092 h 6345"/>
                  <a:gd name="connsiteX4" fmla="*/ 3415 w 6343"/>
                  <a:gd name="connsiteY4" fmla="*/ 163 h 6345"/>
                  <a:gd name="connsiteX5" fmla="*/ 1173 w 6343"/>
                  <a:gd name="connsiteY5" fmla="*/ 1092 h 6345"/>
                  <a:gd name="connsiteX6" fmla="*/ 244 w 6343"/>
                  <a:gd name="connsiteY6" fmla="*/ 3335 h 6345"/>
                  <a:gd name="connsiteX7" fmla="*/ 1173 w 6343"/>
                  <a:gd name="connsiteY7" fmla="*/ 5579 h 6345"/>
                  <a:gd name="connsiteX8" fmla="*/ 341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8"/>
                    </a:moveTo>
                    <a:cubicBezTo>
                      <a:pt x="4256" y="6508"/>
                      <a:pt x="5063" y="6174"/>
                      <a:pt x="5658" y="5579"/>
                    </a:cubicBezTo>
                    <a:cubicBezTo>
                      <a:pt x="6253" y="4984"/>
                      <a:pt x="6587" y="4177"/>
                      <a:pt x="6587" y="3335"/>
                    </a:cubicBezTo>
                    <a:cubicBezTo>
                      <a:pt x="6587" y="2494"/>
                      <a:pt x="6253" y="1687"/>
                      <a:pt x="5658" y="1092"/>
                    </a:cubicBezTo>
                    <a:cubicBezTo>
                      <a:pt x="5063" y="497"/>
                      <a:pt x="4256" y="163"/>
                      <a:pt x="3415" y="163"/>
                    </a:cubicBezTo>
                    <a:cubicBezTo>
                      <a:pt x="2574" y="163"/>
                      <a:pt x="1768" y="497"/>
                      <a:pt x="1173" y="1092"/>
                    </a:cubicBezTo>
                    <a:cubicBezTo>
                      <a:pt x="578" y="1687"/>
                      <a:pt x="244" y="2494"/>
                      <a:pt x="244" y="3335"/>
                    </a:cubicBezTo>
                    <a:cubicBezTo>
                      <a:pt x="244" y="4177"/>
                      <a:pt x="578" y="4984"/>
                      <a:pt x="1173" y="5579"/>
                    </a:cubicBezTo>
                    <a:cubicBezTo>
                      <a:pt x="1768" y="6174"/>
                      <a:pt x="2574" y="6508"/>
                      <a:pt x="341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30" name="Freeform: Shape 16429">
                <a:extLst>
                  <a:ext uri="{FF2B5EF4-FFF2-40B4-BE49-F238E27FC236}">
                    <a16:creationId xmlns:a16="http://schemas.microsoft.com/office/drawing/2014/main" id="{23D791B6-9B72-BB6E-44D1-789973371C27}"/>
                  </a:ext>
                </a:extLst>
              </p:cNvPr>
              <p:cNvSpPr/>
              <p:nvPr/>
            </p:nvSpPr>
            <p:spPr>
              <a:xfrm>
                <a:off x="9500546" y="5543705"/>
                <a:ext cx="6343" cy="6345"/>
              </a:xfrm>
              <a:custGeom>
                <a:avLst/>
                <a:gdLst>
                  <a:gd name="connsiteX0" fmla="*/ 3415 w 6343"/>
                  <a:gd name="connsiteY0" fmla="*/ 6508 h 6345"/>
                  <a:gd name="connsiteX1" fmla="*/ 5658 w 6343"/>
                  <a:gd name="connsiteY1" fmla="*/ 5579 h 6345"/>
                  <a:gd name="connsiteX2" fmla="*/ 6587 w 6343"/>
                  <a:gd name="connsiteY2" fmla="*/ 3335 h 6345"/>
                  <a:gd name="connsiteX3" fmla="*/ 5658 w 6343"/>
                  <a:gd name="connsiteY3" fmla="*/ 1092 h 6345"/>
                  <a:gd name="connsiteX4" fmla="*/ 3415 w 6343"/>
                  <a:gd name="connsiteY4" fmla="*/ 163 h 6345"/>
                  <a:gd name="connsiteX5" fmla="*/ 1173 w 6343"/>
                  <a:gd name="connsiteY5" fmla="*/ 1092 h 6345"/>
                  <a:gd name="connsiteX6" fmla="*/ 244 w 6343"/>
                  <a:gd name="connsiteY6" fmla="*/ 3335 h 6345"/>
                  <a:gd name="connsiteX7" fmla="*/ 1173 w 6343"/>
                  <a:gd name="connsiteY7" fmla="*/ 5579 h 6345"/>
                  <a:gd name="connsiteX8" fmla="*/ 341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8"/>
                    </a:moveTo>
                    <a:cubicBezTo>
                      <a:pt x="4256" y="6508"/>
                      <a:pt x="5063" y="6174"/>
                      <a:pt x="5658" y="5579"/>
                    </a:cubicBezTo>
                    <a:cubicBezTo>
                      <a:pt x="6253" y="4984"/>
                      <a:pt x="6587" y="4177"/>
                      <a:pt x="6587" y="3335"/>
                    </a:cubicBezTo>
                    <a:cubicBezTo>
                      <a:pt x="6587" y="2494"/>
                      <a:pt x="6253" y="1687"/>
                      <a:pt x="5658" y="1092"/>
                    </a:cubicBezTo>
                    <a:cubicBezTo>
                      <a:pt x="5063" y="497"/>
                      <a:pt x="4256" y="163"/>
                      <a:pt x="3415" y="163"/>
                    </a:cubicBezTo>
                    <a:cubicBezTo>
                      <a:pt x="2574" y="163"/>
                      <a:pt x="1767" y="497"/>
                      <a:pt x="1173" y="1092"/>
                    </a:cubicBezTo>
                    <a:cubicBezTo>
                      <a:pt x="578" y="1687"/>
                      <a:pt x="244" y="2494"/>
                      <a:pt x="244" y="3335"/>
                    </a:cubicBezTo>
                    <a:cubicBezTo>
                      <a:pt x="244" y="4177"/>
                      <a:pt x="578" y="4984"/>
                      <a:pt x="1173" y="5579"/>
                    </a:cubicBezTo>
                    <a:cubicBezTo>
                      <a:pt x="1767" y="6174"/>
                      <a:pt x="2574" y="6508"/>
                      <a:pt x="341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31" name="Freeform: Shape 16430">
                <a:extLst>
                  <a:ext uri="{FF2B5EF4-FFF2-40B4-BE49-F238E27FC236}">
                    <a16:creationId xmlns:a16="http://schemas.microsoft.com/office/drawing/2014/main" id="{81560C5E-08FB-6C62-4C9D-443928D74DD7}"/>
                  </a:ext>
                </a:extLst>
              </p:cNvPr>
              <p:cNvSpPr/>
              <p:nvPr/>
            </p:nvSpPr>
            <p:spPr>
              <a:xfrm>
                <a:off x="9499548" y="5546496"/>
                <a:ext cx="6343" cy="6345"/>
              </a:xfrm>
              <a:custGeom>
                <a:avLst/>
                <a:gdLst>
                  <a:gd name="connsiteX0" fmla="*/ 3415 w 6343"/>
                  <a:gd name="connsiteY0" fmla="*/ 6508 h 6345"/>
                  <a:gd name="connsiteX1" fmla="*/ 5658 w 6343"/>
                  <a:gd name="connsiteY1" fmla="*/ 5579 h 6345"/>
                  <a:gd name="connsiteX2" fmla="*/ 6587 w 6343"/>
                  <a:gd name="connsiteY2" fmla="*/ 3336 h 6345"/>
                  <a:gd name="connsiteX3" fmla="*/ 5658 w 6343"/>
                  <a:gd name="connsiteY3" fmla="*/ 1092 h 6345"/>
                  <a:gd name="connsiteX4" fmla="*/ 3415 w 6343"/>
                  <a:gd name="connsiteY4" fmla="*/ 163 h 6345"/>
                  <a:gd name="connsiteX5" fmla="*/ 1173 w 6343"/>
                  <a:gd name="connsiteY5" fmla="*/ 1092 h 6345"/>
                  <a:gd name="connsiteX6" fmla="*/ 244 w 6343"/>
                  <a:gd name="connsiteY6" fmla="*/ 3336 h 6345"/>
                  <a:gd name="connsiteX7" fmla="*/ 1173 w 6343"/>
                  <a:gd name="connsiteY7" fmla="*/ 5579 h 6345"/>
                  <a:gd name="connsiteX8" fmla="*/ 341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8"/>
                    </a:moveTo>
                    <a:cubicBezTo>
                      <a:pt x="4256" y="6508"/>
                      <a:pt x="5063" y="6174"/>
                      <a:pt x="5658" y="5579"/>
                    </a:cubicBezTo>
                    <a:cubicBezTo>
                      <a:pt x="6253" y="4984"/>
                      <a:pt x="6587" y="4177"/>
                      <a:pt x="6587" y="3336"/>
                    </a:cubicBezTo>
                    <a:cubicBezTo>
                      <a:pt x="6587" y="2494"/>
                      <a:pt x="6253" y="1687"/>
                      <a:pt x="5658" y="1092"/>
                    </a:cubicBezTo>
                    <a:cubicBezTo>
                      <a:pt x="5063" y="497"/>
                      <a:pt x="4256" y="163"/>
                      <a:pt x="3415" y="163"/>
                    </a:cubicBezTo>
                    <a:cubicBezTo>
                      <a:pt x="2574" y="163"/>
                      <a:pt x="1767" y="497"/>
                      <a:pt x="1173" y="1092"/>
                    </a:cubicBezTo>
                    <a:cubicBezTo>
                      <a:pt x="578" y="1687"/>
                      <a:pt x="244" y="2494"/>
                      <a:pt x="244" y="3336"/>
                    </a:cubicBezTo>
                    <a:cubicBezTo>
                      <a:pt x="244" y="4177"/>
                      <a:pt x="578" y="4984"/>
                      <a:pt x="1173" y="5579"/>
                    </a:cubicBezTo>
                    <a:cubicBezTo>
                      <a:pt x="1767" y="6174"/>
                      <a:pt x="2574" y="6508"/>
                      <a:pt x="341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32" name="Freeform: Shape 16431">
                <a:extLst>
                  <a:ext uri="{FF2B5EF4-FFF2-40B4-BE49-F238E27FC236}">
                    <a16:creationId xmlns:a16="http://schemas.microsoft.com/office/drawing/2014/main" id="{F1187FA4-437D-0300-11F1-1D7852F8CBAE}"/>
                  </a:ext>
                </a:extLst>
              </p:cNvPr>
              <p:cNvSpPr/>
              <p:nvPr/>
            </p:nvSpPr>
            <p:spPr>
              <a:xfrm>
                <a:off x="9497033" y="5542272"/>
                <a:ext cx="6343" cy="6345"/>
              </a:xfrm>
              <a:custGeom>
                <a:avLst/>
                <a:gdLst>
                  <a:gd name="connsiteX0" fmla="*/ 3415 w 6343"/>
                  <a:gd name="connsiteY0" fmla="*/ 6508 h 6345"/>
                  <a:gd name="connsiteX1" fmla="*/ 5658 w 6343"/>
                  <a:gd name="connsiteY1" fmla="*/ 5579 h 6345"/>
                  <a:gd name="connsiteX2" fmla="*/ 6587 w 6343"/>
                  <a:gd name="connsiteY2" fmla="*/ 3335 h 6345"/>
                  <a:gd name="connsiteX3" fmla="*/ 5658 w 6343"/>
                  <a:gd name="connsiteY3" fmla="*/ 1092 h 6345"/>
                  <a:gd name="connsiteX4" fmla="*/ 3415 w 6343"/>
                  <a:gd name="connsiteY4" fmla="*/ 163 h 6345"/>
                  <a:gd name="connsiteX5" fmla="*/ 1172 w 6343"/>
                  <a:gd name="connsiteY5" fmla="*/ 1092 h 6345"/>
                  <a:gd name="connsiteX6" fmla="*/ 243 w 6343"/>
                  <a:gd name="connsiteY6" fmla="*/ 3335 h 6345"/>
                  <a:gd name="connsiteX7" fmla="*/ 1172 w 6343"/>
                  <a:gd name="connsiteY7" fmla="*/ 5579 h 6345"/>
                  <a:gd name="connsiteX8" fmla="*/ 341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8"/>
                    </a:moveTo>
                    <a:cubicBezTo>
                      <a:pt x="4256" y="6508"/>
                      <a:pt x="5063" y="6174"/>
                      <a:pt x="5658" y="5579"/>
                    </a:cubicBezTo>
                    <a:cubicBezTo>
                      <a:pt x="6252" y="4984"/>
                      <a:pt x="6587" y="4177"/>
                      <a:pt x="6587" y="3335"/>
                    </a:cubicBezTo>
                    <a:cubicBezTo>
                      <a:pt x="6587" y="2494"/>
                      <a:pt x="6252" y="1687"/>
                      <a:pt x="5658" y="1092"/>
                    </a:cubicBezTo>
                    <a:cubicBezTo>
                      <a:pt x="5063" y="497"/>
                      <a:pt x="4256" y="163"/>
                      <a:pt x="3415" y="163"/>
                    </a:cubicBezTo>
                    <a:cubicBezTo>
                      <a:pt x="2574" y="163"/>
                      <a:pt x="1767" y="497"/>
                      <a:pt x="1172" y="1092"/>
                    </a:cubicBezTo>
                    <a:cubicBezTo>
                      <a:pt x="578" y="1687"/>
                      <a:pt x="243" y="2494"/>
                      <a:pt x="243" y="3335"/>
                    </a:cubicBezTo>
                    <a:cubicBezTo>
                      <a:pt x="243" y="4177"/>
                      <a:pt x="578" y="4984"/>
                      <a:pt x="1172" y="5579"/>
                    </a:cubicBezTo>
                    <a:cubicBezTo>
                      <a:pt x="1767" y="6174"/>
                      <a:pt x="2574" y="6508"/>
                      <a:pt x="341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33" name="Freeform: Shape 16432">
                <a:extLst>
                  <a:ext uri="{FF2B5EF4-FFF2-40B4-BE49-F238E27FC236}">
                    <a16:creationId xmlns:a16="http://schemas.microsoft.com/office/drawing/2014/main" id="{A350AB50-D4B5-7E4B-0D10-1C70C000229B}"/>
                  </a:ext>
                </a:extLst>
              </p:cNvPr>
              <p:cNvSpPr/>
              <p:nvPr/>
            </p:nvSpPr>
            <p:spPr>
              <a:xfrm>
                <a:off x="9495714" y="5543585"/>
                <a:ext cx="6343" cy="6345"/>
              </a:xfrm>
              <a:custGeom>
                <a:avLst/>
                <a:gdLst>
                  <a:gd name="connsiteX0" fmla="*/ 3415 w 6343"/>
                  <a:gd name="connsiteY0" fmla="*/ 6508 h 6345"/>
                  <a:gd name="connsiteX1" fmla="*/ 5658 w 6343"/>
                  <a:gd name="connsiteY1" fmla="*/ 5579 h 6345"/>
                  <a:gd name="connsiteX2" fmla="*/ 6586 w 6343"/>
                  <a:gd name="connsiteY2" fmla="*/ 3335 h 6345"/>
                  <a:gd name="connsiteX3" fmla="*/ 5658 w 6343"/>
                  <a:gd name="connsiteY3" fmla="*/ 1092 h 6345"/>
                  <a:gd name="connsiteX4" fmla="*/ 3415 w 6343"/>
                  <a:gd name="connsiteY4" fmla="*/ 163 h 6345"/>
                  <a:gd name="connsiteX5" fmla="*/ 1172 w 6343"/>
                  <a:gd name="connsiteY5" fmla="*/ 1092 h 6345"/>
                  <a:gd name="connsiteX6" fmla="*/ 243 w 6343"/>
                  <a:gd name="connsiteY6" fmla="*/ 3335 h 6345"/>
                  <a:gd name="connsiteX7" fmla="*/ 1172 w 6343"/>
                  <a:gd name="connsiteY7" fmla="*/ 5579 h 6345"/>
                  <a:gd name="connsiteX8" fmla="*/ 341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8"/>
                    </a:moveTo>
                    <a:cubicBezTo>
                      <a:pt x="4256" y="6508"/>
                      <a:pt x="5063" y="6174"/>
                      <a:pt x="5658" y="5579"/>
                    </a:cubicBezTo>
                    <a:cubicBezTo>
                      <a:pt x="6252" y="4984"/>
                      <a:pt x="6586" y="4177"/>
                      <a:pt x="6586" y="3335"/>
                    </a:cubicBezTo>
                    <a:cubicBezTo>
                      <a:pt x="6586" y="2494"/>
                      <a:pt x="6252" y="1687"/>
                      <a:pt x="5658" y="1092"/>
                    </a:cubicBezTo>
                    <a:cubicBezTo>
                      <a:pt x="5063" y="497"/>
                      <a:pt x="4256" y="163"/>
                      <a:pt x="3415" y="163"/>
                    </a:cubicBezTo>
                    <a:cubicBezTo>
                      <a:pt x="2574" y="163"/>
                      <a:pt x="1767" y="497"/>
                      <a:pt x="1172" y="1092"/>
                    </a:cubicBezTo>
                    <a:cubicBezTo>
                      <a:pt x="577" y="1687"/>
                      <a:pt x="243" y="2494"/>
                      <a:pt x="243" y="3335"/>
                    </a:cubicBezTo>
                    <a:cubicBezTo>
                      <a:pt x="243" y="4177"/>
                      <a:pt x="577" y="4984"/>
                      <a:pt x="1172" y="5579"/>
                    </a:cubicBezTo>
                    <a:cubicBezTo>
                      <a:pt x="1767" y="6174"/>
                      <a:pt x="2574" y="6508"/>
                      <a:pt x="341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34" name="Freeform: Shape 16433">
                <a:extLst>
                  <a:ext uri="{FF2B5EF4-FFF2-40B4-BE49-F238E27FC236}">
                    <a16:creationId xmlns:a16="http://schemas.microsoft.com/office/drawing/2014/main" id="{DB109015-6933-DD91-3342-EAEECAE4F25B}"/>
                  </a:ext>
                </a:extLst>
              </p:cNvPr>
              <p:cNvSpPr/>
              <p:nvPr/>
            </p:nvSpPr>
            <p:spPr>
              <a:xfrm>
                <a:off x="9494019" y="5543076"/>
                <a:ext cx="6343" cy="6345"/>
              </a:xfrm>
              <a:custGeom>
                <a:avLst/>
                <a:gdLst>
                  <a:gd name="connsiteX0" fmla="*/ 3415 w 6343"/>
                  <a:gd name="connsiteY0" fmla="*/ 6508 h 6345"/>
                  <a:gd name="connsiteX1" fmla="*/ 5657 w 6343"/>
                  <a:gd name="connsiteY1" fmla="*/ 5579 h 6345"/>
                  <a:gd name="connsiteX2" fmla="*/ 6586 w 6343"/>
                  <a:gd name="connsiteY2" fmla="*/ 3335 h 6345"/>
                  <a:gd name="connsiteX3" fmla="*/ 5657 w 6343"/>
                  <a:gd name="connsiteY3" fmla="*/ 1092 h 6345"/>
                  <a:gd name="connsiteX4" fmla="*/ 3415 w 6343"/>
                  <a:gd name="connsiteY4" fmla="*/ 163 h 6345"/>
                  <a:gd name="connsiteX5" fmla="*/ 1172 w 6343"/>
                  <a:gd name="connsiteY5" fmla="*/ 1092 h 6345"/>
                  <a:gd name="connsiteX6" fmla="*/ 243 w 6343"/>
                  <a:gd name="connsiteY6" fmla="*/ 3335 h 6345"/>
                  <a:gd name="connsiteX7" fmla="*/ 1172 w 6343"/>
                  <a:gd name="connsiteY7" fmla="*/ 5579 h 6345"/>
                  <a:gd name="connsiteX8" fmla="*/ 341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8"/>
                    </a:moveTo>
                    <a:cubicBezTo>
                      <a:pt x="4256" y="6508"/>
                      <a:pt x="5063" y="6174"/>
                      <a:pt x="5657" y="5579"/>
                    </a:cubicBezTo>
                    <a:cubicBezTo>
                      <a:pt x="6252" y="4984"/>
                      <a:pt x="6586" y="4177"/>
                      <a:pt x="6586" y="3335"/>
                    </a:cubicBezTo>
                    <a:cubicBezTo>
                      <a:pt x="6586" y="2494"/>
                      <a:pt x="6252" y="1687"/>
                      <a:pt x="5657" y="1092"/>
                    </a:cubicBezTo>
                    <a:cubicBezTo>
                      <a:pt x="5063" y="497"/>
                      <a:pt x="4256" y="163"/>
                      <a:pt x="3415" y="163"/>
                    </a:cubicBezTo>
                    <a:cubicBezTo>
                      <a:pt x="2574" y="163"/>
                      <a:pt x="1767" y="497"/>
                      <a:pt x="1172" y="1092"/>
                    </a:cubicBezTo>
                    <a:cubicBezTo>
                      <a:pt x="577" y="1687"/>
                      <a:pt x="243" y="2494"/>
                      <a:pt x="243" y="3335"/>
                    </a:cubicBezTo>
                    <a:cubicBezTo>
                      <a:pt x="243" y="4177"/>
                      <a:pt x="577" y="4984"/>
                      <a:pt x="1172" y="5579"/>
                    </a:cubicBezTo>
                    <a:cubicBezTo>
                      <a:pt x="1767" y="6174"/>
                      <a:pt x="2574" y="6508"/>
                      <a:pt x="341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35" name="Freeform: Shape 16434">
                <a:extLst>
                  <a:ext uri="{FF2B5EF4-FFF2-40B4-BE49-F238E27FC236}">
                    <a16:creationId xmlns:a16="http://schemas.microsoft.com/office/drawing/2014/main" id="{AAF2F125-BA32-9544-7342-81D8419D1F47}"/>
                  </a:ext>
                </a:extLst>
              </p:cNvPr>
              <p:cNvSpPr/>
              <p:nvPr/>
            </p:nvSpPr>
            <p:spPr>
              <a:xfrm>
                <a:off x="9492264" y="5542203"/>
                <a:ext cx="6343" cy="6345"/>
              </a:xfrm>
              <a:custGeom>
                <a:avLst/>
                <a:gdLst>
                  <a:gd name="connsiteX0" fmla="*/ 3415 w 6343"/>
                  <a:gd name="connsiteY0" fmla="*/ 6508 h 6345"/>
                  <a:gd name="connsiteX1" fmla="*/ 5657 w 6343"/>
                  <a:gd name="connsiteY1" fmla="*/ 5579 h 6345"/>
                  <a:gd name="connsiteX2" fmla="*/ 6586 w 6343"/>
                  <a:gd name="connsiteY2" fmla="*/ 3335 h 6345"/>
                  <a:gd name="connsiteX3" fmla="*/ 5657 w 6343"/>
                  <a:gd name="connsiteY3" fmla="*/ 1092 h 6345"/>
                  <a:gd name="connsiteX4" fmla="*/ 3415 w 6343"/>
                  <a:gd name="connsiteY4" fmla="*/ 163 h 6345"/>
                  <a:gd name="connsiteX5" fmla="*/ 1172 w 6343"/>
                  <a:gd name="connsiteY5" fmla="*/ 1092 h 6345"/>
                  <a:gd name="connsiteX6" fmla="*/ 243 w 6343"/>
                  <a:gd name="connsiteY6" fmla="*/ 3335 h 6345"/>
                  <a:gd name="connsiteX7" fmla="*/ 1172 w 6343"/>
                  <a:gd name="connsiteY7" fmla="*/ 5579 h 6345"/>
                  <a:gd name="connsiteX8" fmla="*/ 3415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8"/>
                    </a:moveTo>
                    <a:cubicBezTo>
                      <a:pt x="4256" y="6508"/>
                      <a:pt x="5062" y="6174"/>
                      <a:pt x="5657" y="5579"/>
                    </a:cubicBezTo>
                    <a:cubicBezTo>
                      <a:pt x="6252" y="4984"/>
                      <a:pt x="6586" y="4177"/>
                      <a:pt x="6586" y="3335"/>
                    </a:cubicBezTo>
                    <a:cubicBezTo>
                      <a:pt x="6586" y="2494"/>
                      <a:pt x="6252" y="1687"/>
                      <a:pt x="5657" y="1092"/>
                    </a:cubicBezTo>
                    <a:cubicBezTo>
                      <a:pt x="5062" y="497"/>
                      <a:pt x="4256" y="163"/>
                      <a:pt x="3415" y="163"/>
                    </a:cubicBezTo>
                    <a:cubicBezTo>
                      <a:pt x="2573" y="163"/>
                      <a:pt x="1767" y="497"/>
                      <a:pt x="1172" y="1092"/>
                    </a:cubicBezTo>
                    <a:cubicBezTo>
                      <a:pt x="577" y="1687"/>
                      <a:pt x="243" y="2494"/>
                      <a:pt x="243" y="3335"/>
                    </a:cubicBezTo>
                    <a:cubicBezTo>
                      <a:pt x="243" y="4177"/>
                      <a:pt x="577" y="4984"/>
                      <a:pt x="1172" y="5579"/>
                    </a:cubicBezTo>
                    <a:cubicBezTo>
                      <a:pt x="1767" y="6174"/>
                      <a:pt x="2573" y="6508"/>
                      <a:pt x="3415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36" name="Freeform: Shape 16435">
                <a:extLst>
                  <a:ext uri="{FF2B5EF4-FFF2-40B4-BE49-F238E27FC236}">
                    <a16:creationId xmlns:a16="http://schemas.microsoft.com/office/drawing/2014/main" id="{C57353EC-4283-DDB7-03D5-6E25CB90CBFE}"/>
                  </a:ext>
                </a:extLst>
              </p:cNvPr>
              <p:cNvSpPr/>
              <p:nvPr/>
            </p:nvSpPr>
            <p:spPr>
              <a:xfrm>
                <a:off x="9490161" y="5539379"/>
                <a:ext cx="6343" cy="6345"/>
              </a:xfrm>
              <a:custGeom>
                <a:avLst/>
                <a:gdLst>
                  <a:gd name="connsiteX0" fmla="*/ 3414 w 6343"/>
                  <a:gd name="connsiteY0" fmla="*/ 6508 h 6345"/>
                  <a:gd name="connsiteX1" fmla="*/ 5657 w 6343"/>
                  <a:gd name="connsiteY1" fmla="*/ 5578 h 6345"/>
                  <a:gd name="connsiteX2" fmla="*/ 6586 w 6343"/>
                  <a:gd name="connsiteY2" fmla="*/ 3335 h 6345"/>
                  <a:gd name="connsiteX3" fmla="*/ 5657 w 6343"/>
                  <a:gd name="connsiteY3" fmla="*/ 1092 h 6345"/>
                  <a:gd name="connsiteX4" fmla="*/ 3414 w 6343"/>
                  <a:gd name="connsiteY4" fmla="*/ 162 h 6345"/>
                  <a:gd name="connsiteX5" fmla="*/ 1172 w 6343"/>
                  <a:gd name="connsiteY5" fmla="*/ 1092 h 6345"/>
                  <a:gd name="connsiteX6" fmla="*/ 243 w 6343"/>
                  <a:gd name="connsiteY6" fmla="*/ 3335 h 6345"/>
                  <a:gd name="connsiteX7" fmla="*/ 1172 w 6343"/>
                  <a:gd name="connsiteY7" fmla="*/ 5578 h 6345"/>
                  <a:gd name="connsiteX8" fmla="*/ 341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8"/>
                    </a:moveTo>
                    <a:cubicBezTo>
                      <a:pt x="4256" y="6508"/>
                      <a:pt x="5062" y="6173"/>
                      <a:pt x="5657" y="5578"/>
                    </a:cubicBezTo>
                    <a:cubicBezTo>
                      <a:pt x="6252" y="4983"/>
                      <a:pt x="6586" y="4176"/>
                      <a:pt x="6586" y="3335"/>
                    </a:cubicBezTo>
                    <a:cubicBezTo>
                      <a:pt x="6586" y="2494"/>
                      <a:pt x="6252" y="1687"/>
                      <a:pt x="5657" y="1092"/>
                    </a:cubicBezTo>
                    <a:cubicBezTo>
                      <a:pt x="5062" y="497"/>
                      <a:pt x="4256" y="162"/>
                      <a:pt x="3414" y="162"/>
                    </a:cubicBezTo>
                    <a:cubicBezTo>
                      <a:pt x="2573" y="162"/>
                      <a:pt x="1767" y="497"/>
                      <a:pt x="1172" y="1092"/>
                    </a:cubicBezTo>
                    <a:cubicBezTo>
                      <a:pt x="577" y="1687"/>
                      <a:pt x="243" y="2494"/>
                      <a:pt x="243" y="3335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7" y="6173"/>
                      <a:pt x="2573" y="6508"/>
                      <a:pt x="341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37" name="Freeform: Shape 16436">
                <a:extLst>
                  <a:ext uri="{FF2B5EF4-FFF2-40B4-BE49-F238E27FC236}">
                    <a16:creationId xmlns:a16="http://schemas.microsoft.com/office/drawing/2014/main" id="{2B1425B2-5EB2-AFDA-BE9E-94BD4D200BAE}"/>
                  </a:ext>
                </a:extLst>
              </p:cNvPr>
              <p:cNvSpPr/>
              <p:nvPr/>
            </p:nvSpPr>
            <p:spPr>
              <a:xfrm>
                <a:off x="9487544" y="5533483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5 h 6345"/>
                  <a:gd name="connsiteX3" fmla="*/ 5657 w 6343"/>
                  <a:gd name="connsiteY3" fmla="*/ 1091 h 6345"/>
                  <a:gd name="connsiteX4" fmla="*/ 3414 w 6343"/>
                  <a:gd name="connsiteY4" fmla="*/ 162 h 6345"/>
                  <a:gd name="connsiteX5" fmla="*/ 1172 w 6343"/>
                  <a:gd name="connsiteY5" fmla="*/ 1091 h 6345"/>
                  <a:gd name="connsiteX6" fmla="*/ 243 w 6343"/>
                  <a:gd name="connsiteY6" fmla="*/ 3335 h 6345"/>
                  <a:gd name="connsiteX7" fmla="*/ 1172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7" y="5578"/>
                    </a:cubicBezTo>
                    <a:cubicBezTo>
                      <a:pt x="6252" y="4983"/>
                      <a:pt x="6586" y="4176"/>
                      <a:pt x="6586" y="3335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5" y="162"/>
                      <a:pt x="3414" y="162"/>
                    </a:cubicBezTo>
                    <a:cubicBezTo>
                      <a:pt x="2573" y="162"/>
                      <a:pt x="1766" y="496"/>
                      <a:pt x="1172" y="1091"/>
                    </a:cubicBezTo>
                    <a:cubicBezTo>
                      <a:pt x="577" y="1686"/>
                      <a:pt x="243" y="2493"/>
                      <a:pt x="243" y="3335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38" name="Freeform: Shape 16437">
                <a:extLst>
                  <a:ext uri="{FF2B5EF4-FFF2-40B4-BE49-F238E27FC236}">
                    <a16:creationId xmlns:a16="http://schemas.microsoft.com/office/drawing/2014/main" id="{BD860A4C-C1CC-7F89-D7E0-5A438CDC6A22}"/>
                  </a:ext>
                </a:extLst>
              </p:cNvPr>
              <p:cNvSpPr/>
              <p:nvPr/>
            </p:nvSpPr>
            <p:spPr>
              <a:xfrm>
                <a:off x="9485921" y="5532861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5 h 6345"/>
                  <a:gd name="connsiteX3" fmla="*/ 5657 w 6343"/>
                  <a:gd name="connsiteY3" fmla="*/ 1091 h 6345"/>
                  <a:gd name="connsiteX4" fmla="*/ 3414 w 6343"/>
                  <a:gd name="connsiteY4" fmla="*/ 162 h 6345"/>
                  <a:gd name="connsiteX5" fmla="*/ 1171 w 6343"/>
                  <a:gd name="connsiteY5" fmla="*/ 1091 h 6345"/>
                  <a:gd name="connsiteX6" fmla="*/ 243 w 6343"/>
                  <a:gd name="connsiteY6" fmla="*/ 3335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7" y="5578"/>
                    </a:cubicBezTo>
                    <a:cubicBezTo>
                      <a:pt x="6251" y="4983"/>
                      <a:pt x="6586" y="4176"/>
                      <a:pt x="6586" y="3335"/>
                    </a:cubicBezTo>
                    <a:cubicBezTo>
                      <a:pt x="6586" y="2493"/>
                      <a:pt x="6251" y="1686"/>
                      <a:pt x="5657" y="1091"/>
                    </a:cubicBezTo>
                    <a:cubicBezTo>
                      <a:pt x="5062" y="496"/>
                      <a:pt x="4255" y="162"/>
                      <a:pt x="3414" y="162"/>
                    </a:cubicBezTo>
                    <a:cubicBezTo>
                      <a:pt x="2573" y="162"/>
                      <a:pt x="1766" y="496"/>
                      <a:pt x="1171" y="1091"/>
                    </a:cubicBezTo>
                    <a:cubicBezTo>
                      <a:pt x="577" y="1686"/>
                      <a:pt x="243" y="2493"/>
                      <a:pt x="243" y="3335"/>
                    </a:cubicBezTo>
                    <a:cubicBezTo>
                      <a:pt x="243" y="4176"/>
                      <a:pt x="577" y="4983"/>
                      <a:pt x="1171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39" name="Freeform: Shape 16438">
                <a:extLst>
                  <a:ext uri="{FF2B5EF4-FFF2-40B4-BE49-F238E27FC236}">
                    <a16:creationId xmlns:a16="http://schemas.microsoft.com/office/drawing/2014/main" id="{BBB7F3A3-564E-DE3E-5D01-248F8DF0B122}"/>
                  </a:ext>
                </a:extLst>
              </p:cNvPr>
              <p:cNvSpPr/>
              <p:nvPr/>
            </p:nvSpPr>
            <p:spPr>
              <a:xfrm>
                <a:off x="9483273" y="5526041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7 h 6345"/>
                  <a:gd name="connsiteX2" fmla="*/ 6585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7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3"/>
                      <a:pt x="6251" y="1685"/>
                      <a:pt x="5657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1" y="1091"/>
                    </a:cubicBezTo>
                    <a:cubicBezTo>
                      <a:pt x="577" y="1685"/>
                      <a:pt x="242" y="2493"/>
                      <a:pt x="242" y="3334"/>
                    </a:cubicBezTo>
                    <a:cubicBezTo>
                      <a:pt x="242" y="4175"/>
                      <a:pt x="577" y="4982"/>
                      <a:pt x="1171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40" name="Freeform: Shape 16439">
                <a:extLst>
                  <a:ext uri="{FF2B5EF4-FFF2-40B4-BE49-F238E27FC236}">
                    <a16:creationId xmlns:a16="http://schemas.microsoft.com/office/drawing/2014/main" id="{C3B8C42A-5E9C-8ADA-9A88-6D77148F601E}"/>
                  </a:ext>
                </a:extLst>
              </p:cNvPr>
              <p:cNvSpPr/>
              <p:nvPr/>
            </p:nvSpPr>
            <p:spPr>
              <a:xfrm>
                <a:off x="9481953" y="5526924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4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6" y="5577"/>
                    </a:cubicBezTo>
                    <a:cubicBezTo>
                      <a:pt x="6251" y="4983"/>
                      <a:pt x="6585" y="4175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5"/>
                      <a:pt x="576" y="4983"/>
                      <a:pt x="1171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41" name="Freeform: Shape 16440">
                <a:extLst>
                  <a:ext uri="{FF2B5EF4-FFF2-40B4-BE49-F238E27FC236}">
                    <a16:creationId xmlns:a16="http://schemas.microsoft.com/office/drawing/2014/main" id="{7327418C-6AE3-5CEF-EEBF-2A6CD318872F}"/>
                  </a:ext>
                </a:extLst>
              </p:cNvPr>
              <p:cNvSpPr/>
              <p:nvPr/>
            </p:nvSpPr>
            <p:spPr>
              <a:xfrm>
                <a:off x="9480259" y="5525439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0 h 6345"/>
                  <a:gd name="connsiteX4" fmla="*/ 3414 w 6343"/>
                  <a:gd name="connsiteY4" fmla="*/ 161 h 6345"/>
                  <a:gd name="connsiteX5" fmla="*/ 1171 w 6343"/>
                  <a:gd name="connsiteY5" fmla="*/ 1090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6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3"/>
                      <a:pt x="6251" y="1685"/>
                      <a:pt x="5656" y="1090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1" y="1090"/>
                    </a:cubicBezTo>
                    <a:cubicBezTo>
                      <a:pt x="576" y="1685"/>
                      <a:pt x="242" y="2493"/>
                      <a:pt x="242" y="3334"/>
                    </a:cubicBezTo>
                    <a:cubicBezTo>
                      <a:pt x="242" y="4175"/>
                      <a:pt x="576" y="4982"/>
                      <a:pt x="1171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42" name="Freeform: Shape 16441">
                <a:extLst>
                  <a:ext uri="{FF2B5EF4-FFF2-40B4-BE49-F238E27FC236}">
                    <a16:creationId xmlns:a16="http://schemas.microsoft.com/office/drawing/2014/main" id="{19793C8D-A49E-55C3-EAE8-90F625519180}"/>
                  </a:ext>
                </a:extLst>
              </p:cNvPr>
              <p:cNvSpPr/>
              <p:nvPr/>
            </p:nvSpPr>
            <p:spPr>
              <a:xfrm>
                <a:off x="9478760" y="5525123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0 h 6345"/>
                  <a:gd name="connsiteX4" fmla="*/ 3414 w 6343"/>
                  <a:gd name="connsiteY4" fmla="*/ 161 h 6345"/>
                  <a:gd name="connsiteX5" fmla="*/ 1171 w 6343"/>
                  <a:gd name="connsiteY5" fmla="*/ 1090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1" y="6172"/>
                      <a:pt x="5656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2"/>
                      <a:pt x="6251" y="1685"/>
                      <a:pt x="5656" y="1090"/>
                    </a:cubicBezTo>
                    <a:cubicBezTo>
                      <a:pt x="5061" y="495"/>
                      <a:pt x="4255" y="161"/>
                      <a:pt x="3414" y="161"/>
                    </a:cubicBezTo>
                    <a:cubicBezTo>
                      <a:pt x="2572" y="161"/>
                      <a:pt x="1766" y="495"/>
                      <a:pt x="1171" y="1090"/>
                    </a:cubicBezTo>
                    <a:cubicBezTo>
                      <a:pt x="576" y="1685"/>
                      <a:pt x="242" y="2492"/>
                      <a:pt x="242" y="3334"/>
                    </a:cubicBezTo>
                    <a:cubicBezTo>
                      <a:pt x="242" y="4175"/>
                      <a:pt x="576" y="4982"/>
                      <a:pt x="1171" y="5577"/>
                    </a:cubicBezTo>
                    <a:cubicBezTo>
                      <a:pt x="1766" y="6172"/>
                      <a:pt x="2572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43" name="Freeform: Shape 16442">
                <a:extLst>
                  <a:ext uri="{FF2B5EF4-FFF2-40B4-BE49-F238E27FC236}">
                    <a16:creationId xmlns:a16="http://schemas.microsoft.com/office/drawing/2014/main" id="{A9CC8E05-3A84-7606-5FD9-2DAB95206E0D}"/>
                  </a:ext>
                </a:extLst>
              </p:cNvPr>
              <p:cNvSpPr/>
              <p:nvPr/>
            </p:nvSpPr>
            <p:spPr>
              <a:xfrm>
                <a:off x="9477426" y="5525921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5" y="6507"/>
                      <a:pt x="5061" y="6172"/>
                      <a:pt x="5656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3"/>
                      <a:pt x="6251" y="1685"/>
                      <a:pt x="5656" y="1091"/>
                    </a:cubicBezTo>
                    <a:cubicBezTo>
                      <a:pt x="5061" y="496"/>
                      <a:pt x="4255" y="161"/>
                      <a:pt x="3413" y="161"/>
                    </a:cubicBezTo>
                    <a:cubicBezTo>
                      <a:pt x="2572" y="161"/>
                      <a:pt x="1766" y="496"/>
                      <a:pt x="1171" y="1091"/>
                    </a:cubicBezTo>
                    <a:cubicBezTo>
                      <a:pt x="576" y="1685"/>
                      <a:pt x="242" y="2493"/>
                      <a:pt x="242" y="3334"/>
                    </a:cubicBezTo>
                    <a:cubicBezTo>
                      <a:pt x="242" y="4175"/>
                      <a:pt x="576" y="4982"/>
                      <a:pt x="1171" y="5577"/>
                    </a:cubicBezTo>
                    <a:cubicBezTo>
                      <a:pt x="1766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44" name="Freeform: Shape 16443">
                <a:extLst>
                  <a:ext uri="{FF2B5EF4-FFF2-40B4-BE49-F238E27FC236}">
                    <a16:creationId xmlns:a16="http://schemas.microsoft.com/office/drawing/2014/main" id="{DC916063-8411-F2F7-A349-3BE9A705AAF1}"/>
                  </a:ext>
                </a:extLst>
              </p:cNvPr>
              <p:cNvSpPr/>
              <p:nvPr/>
            </p:nvSpPr>
            <p:spPr>
              <a:xfrm>
                <a:off x="9475689" y="5523811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0 h 6345"/>
                  <a:gd name="connsiteX4" fmla="*/ 3413 w 6343"/>
                  <a:gd name="connsiteY4" fmla="*/ 161 h 6345"/>
                  <a:gd name="connsiteX5" fmla="*/ 1171 w 6343"/>
                  <a:gd name="connsiteY5" fmla="*/ 1090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6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2"/>
                      <a:pt x="6251" y="1685"/>
                      <a:pt x="5656" y="1090"/>
                    </a:cubicBezTo>
                    <a:cubicBezTo>
                      <a:pt x="5061" y="495"/>
                      <a:pt x="4254" y="161"/>
                      <a:pt x="3413" y="161"/>
                    </a:cubicBezTo>
                    <a:cubicBezTo>
                      <a:pt x="2572" y="161"/>
                      <a:pt x="1765" y="495"/>
                      <a:pt x="1171" y="1090"/>
                    </a:cubicBezTo>
                    <a:cubicBezTo>
                      <a:pt x="576" y="1685"/>
                      <a:pt x="242" y="2492"/>
                      <a:pt x="242" y="3334"/>
                    </a:cubicBezTo>
                    <a:cubicBezTo>
                      <a:pt x="242" y="4175"/>
                      <a:pt x="576" y="4982"/>
                      <a:pt x="1171" y="5577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45" name="Freeform: Shape 16444">
                <a:extLst>
                  <a:ext uri="{FF2B5EF4-FFF2-40B4-BE49-F238E27FC236}">
                    <a16:creationId xmlns:a16="http://schemas.microsoft.com/office/drawing/2014/main" id="{083E97D7-7A95-912B-0BFE-4F745EE26110}"/>
                  </a:ext>
                </a:extLst>
              </p:cNvPr>
              <p:cNvSpPr/>
              <p:nvPr/>
            </p:nvSpPr>
            <p:spPr>
              <a:xfrm>
                <a:off x="9474225" y="5523584"/>
                <a:ext cx="6343" cy="6345"/>
              </a:xfrm>
              <a:custGeom>
                <a:avLst/>
                <a:gdLst>
                  <a:gd name="connsiteX0" fmla="*/ 3413 w 6343"/>
                  <a:gd name="connsiteY0" fmla="*/ 6506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0 h 6345"/>
                  <a:gd name="connsiteX4" fmla="*/ 3413 w 6343"/>
                  <a:gd name="connsiteY4" fmla="*/ 161 h 6345"/>
                  <a:gd name="connsiteX5" fmla="*/ 1171 w 6343"/>
                  <a:gd name="connsiteY5" fmla="*/ 1090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6"/>
                    </a:moveTo>
                    <a:cubicBezTo>
                      <a:pt x="4254" y="6506"/>
                      <a:pt x="5061" y="6172"/>
                      <a:pt x="5656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2"/>
                      <a:pt x="6251" y="1685"/>
                      <a:pt x="5656" y="1090"/>
                    </a:cubicBezTo>
                    <a:cubicBezTo>
                      <a:pt x="5061" y="495"/>
                      <a:pt x="4254" y="161"/>
                      <a:pt x="3413" y="161"/>
                    </a:cubicBezTo>
                    <a:cubicBezTo>
                      <a:pt x="2572" y="161"/>
                      <a:pt x="1765" y="495"/>
                      <a:pt x="1171" y="1090"/>
                    </a:cubicBezTo>
                    <a:cubicBezTo>
                      <a:pt x="576" y="1685"/>
                      <a:pt x="242" y="2492"/>
                      <a:pt x="242" y="3334"/>
                    </a:cubicBezTo>
                    <a:cubicBezTo>
                      <a:pt x="242" y="4175"/>
                      <a:pt x="576" y="4982"/>
                      <a:pt x="1171" y="5577"/>
                    </a:cubicBezTo>
                    <a:cubicBezTo>
                      <a:pt x="1765" y="6172"/>
                      <a:pt x="2572" y="6506"/>
                      <a:pt x="341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46" name="Freeform: Shape 16445">
                <a:extLst>
                  <a:ext uri="{FF2B5EF4-FFF2-40B4-BE49-F238E27FC236}">
                    <a16:creationId xmlns:a16="http://schemas.microsoft.com/office/drawing/2014/main" id="{33DA1434-7299-2332-8A54-CA852B67F054}"/>
                  </a:ext>
                </a:extLst>
              </p:cNvPr>
              <p:cNvSpPr/>
              <p:nvPr/>
            </p:nvSpPr>
            <p:spPr>
              <a:xfrm>
                <a:off x="9472838" y="5523941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0 h 6345"/>
                  <a:gd name="connsiteX4" fmla="*/ 3413 w 6343"/>
                  <a:gd name="connsiteY4" fmla="*/ 161 h 6345"/>
                  <a:gd name="connsiteX5" fmla="*/ 1170 w 6343"/>
                  <a:gd name="connsiteY5" fmla="*/ 1090 h 6345"/>
                  <a:gd name="connsiteX6" fmla="*/ 242 w 6343"/>
                  <a:gd name="connsiteY6" fmla="*/ 3334 h 6345"/>
                  <a:gd name="connsiteX7" fmla="*/ 1170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6" y="5577"/>
                    </a:cubicBezTo>
                    <a:cubicBezTo>
                      <a:pt x="6250" y="4982"/>
                      <a:pt x="6585" y="4175"/>
                      <a:pt x="6585" y="3334"/>
                    </a:cubicBezTo>
                    <a:cubicBezTo>
                      <a:pt x="6585" y="2492"/>
                      <a:pt x="6250" y="1685"/>
                      <a:pt x="5656" y="1090"/>
                    </a:cubicBezTo>
                    <a:cubicBezTo>
                      <a:pt x="5061" y="495"/>
                      <a:pt x="4254" y="161"/>
                      <a:pt x="3413" y="161"/>
                    </a:cubicBezTo>
                    <a:cubicBezTo>
                      <a:pt x="2572" y="161"/>
                      <a:pt x="1765" y="495"/>
                      <a:pt x="1170" y="1090"/>
                    </a:cubicBezTo>
                    <a:cubicBezTo>
                      <a:pt x="576" y="1685"/>
                      <a:pt x="242" y="2492"/>
                      <a:pt x="242" y="3334"/>
                    </a:cubicBezTo>
                    <a:cubicBezTo>
                      <a:pt x="242" y="4175"/>
                      <a:pt x="576" y="4982"/>
                      <a:pt x="1170" y="5577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47" name="Freeform: Shape 16446">
                <a:extLst>
                  <a:ext uri="{FF2B5EF4-FFF2-40B4-BE49-F238E27FC236}">
                    <a16:creationId xmlns:a16="http://schemas.microsoft.com/office/drawing/2014/main" id="{41D6233C-09CB-1D25-A86C-2C657847B8F9}"/>
                  </a:ext>
                </a:extLst>
              </p:cNvPr>
              <p:cNvSpPr/>
              <p:nvPr/>
            </p:nvSpPr>
            <p:spPr>
              <a:xfrm>
                <a:off x="9471079" y="5521145"/>
                <a:ext cx="6343" cy="6345"/>
              </a:xfrm>
              <a:custGeom>
                <a:avLst/>
                <a:gdLst>
                  <a:gd name="connsiteX0" fmla="*/ 3413 w 6343"/>
                  <a:gd name="connsiteY0" fmla="*/ 6506 h 6345"/>
                  <a:gd name="connsiteX1" fmla="*/ 5656 w 6343"/>
                  <a:gd name="connsiteY1" fmla="*/ 5577 h 6345"/>
                  <a:gd name="connsiteX2" fmla="*/ 6584 w 6343"/>
                  <a:gd name="connsiteY2" fmla="*/ 3334 h 6345"/>
                  <a:gd name="connsiteX3" fmla="*/ 5656 w 6343"/>
                  <a:gd name="connsiteY3" fmla="*/ 1090 h 6345"/>
                  <a:gd name="connsiteX4" fmla="*/ 3413 w 6343"/>
                  <a:gd name="connsiteY4" fmla="*/ 161 h 6345"/>
                  <a:gd name="connsiteX5" fmla="*/ 1170 w 6343"/>
                  <a:gd name="connsiteY5" fmla="*/ 1090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3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6"/>
                    </a:moveTo>
                    <a:cubicBezTo>
                      <a:pt x="4254" y="6506"/>
                      <a:pt x="5061" y="6172"/>
                      <a:pt x="5656" y="5577"/>
                    </a:cubicBezTo>
                    <a:cubicBezTo>
                      <a:pt x="6250" y="4982"/>
                      <a:pt x="6584" y="4175"/>
                      <a:pt x="6584" y="3334"/>
                    </a:cubicBezTo>
                    <a:cubicBezTo>
                      <a:pt x="6584" y="2492"/>
                      <a:pt x="6250" y="1685"/>
                      <a:pt x="5656" y="1090"/>
                    </a:cubicBezTo>
                    <a:cubicBezTo>
                      <a:pt x="5061" y="495"/>
                      <a:pt x="4254" y="161"/>
                      <a:pt x="3413" y="161"/>
                    </a:cubicBezTo>
                    <a:cubicBezTo>
                      <a:pt x="2572" y="161"/>
                      <a:pt x="1765" y="495"/>
                      <a:pt x="1170" y="1090"/>
                    </a:cubicBezTo>
                    <a:cubicBezTo>
                      <a:pt x="576" y="1685"/>
                      <a:pt x="241" y="2492"/>
                      <a:pt x="241" y="3334"/>
                    </a:cubicBezTo>
                    <a:cubicBezTo>
                      <a:pt x="241" y="4175"/>
                      <a:pt x="576" y="4982"/>
                      <a:pt x="1170" y="5577"/>
                    </a:cubicBezTo>
                    <a:cubicBezTo>
                      <a:pt x="1765" y="6172"/>
                      <a:pt x="2572" y="6506"/>
                      <a:pt x="3413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48" name="Freeform: Shape 16447">
                <a:extLst>
                  <a:ext uri="{FF2B5EF4-FFF2-40B4-BE49-F238E27FC236}">
                    <a16:creationId xmlns:a16="http://schemas.microsoft.com/office/drawing/2014/main" id="{45E60941-F574-15FB-4D39-AEB11D51A998}"/>
                  </a:ext>
                </a:extLst>
              </p:cNvPr>
              <p:cNvSpPr/>
              <p:nvPr/>
            </p:nvSpPr>
            <p:spPr>
              <a:xfrm>
                <a:off x="9470094" y="5524985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0 h 6345"/>
                  <a:gd name="connsiteX4" fmla="*/ 3413 w 6343"/>
                  <a:gd name="connsiteY4" fmla="*/ 161 h 6345"/>
                  <a:gd name="connsiteX5" fmla="*/ 1170 w 6343"/>
                  <a:gd name="connsiteY5" fmla="*/ 1090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5" y="5577"/>
                    </a:cubicBezTo>
                    <a:cubicBezTo>
                      <a:pt x="6250" y="4982"/>
                      <a:pt x="6584" y="4175"/>
                      <a:pt x="6584" y="3334"/>
                    </a:cubicBezTo>
                    <a:cubicBezTo>
                      <a:pt x="6584" y="2492"/>
                      <a:pt x="6250" y="1685"/>
                      <a:pt x="5655" y="1090"/>
                    </a:cubicBezTo>
                    <a:cubicBezTo>
                      <a:pt x="5061" y="495"/>
                      <a:pt x="4254" y="161"/>
                      <a:pt x="3413" y="161"/>
                    </a:cubicBezTo>
                    <a:cubicBezTo>
                      <a:pt x="2572" y="161"/>
                      <a:pt x="1765" y="495"/>
                      <a:pt x="1170" y="1090"/>
                    </a:cubicBezTo>
                    <a:cubicBezTo>
                      <a:pt x="575" y="1685"/>
                      <a:pt x="241" y="2492"/>
                      <a:pt x="241" y="3334"/>
                    </a:cubicBezTo>
                    <a:cubicBezTo>
                      <a:pt x="241" y="4175"/>
                      <a:pt x="575" y="4982"/>
                      <a:pt x="1170" y="5577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49" name="Freeform: Shape 16448">
                <a:extLst>
                  <a:ext uri="{FF2B5EF4-FFF2-40B4-BE49-F238E27FC236}">
                    <a16:creationId xmlns:a16="http://schemas.microsoft.com/office/drawing/2014/main" id="{18262479-10F6-BAA3-EBF5-58D3E3008792}"/>
                  </a:ext>
                </a:extLst>
              </p:cNvPr>
              <p:cNvSpPr/>
              <p:nvPr/>
            </p:nvSpPr>
            <p:spPr>
              <a:xfrm>
                <a:off x="9467323" y="5525938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5" y="5577"/>
                    </a:cubicBezTo>
                    <a:cubicBezTo>
                      <a:pt x="6250" y="4982"/>
                      <a:pt x="6584" y="4175"/>
                      <a:pt x="6584" y="3334"/>
                    </a:cubicBezTo>
                    <a:cubicBezTo>
                      <a:pt x="6584" y="2493"/>
                      <a:pt x="6250" y="1685"/>
                      <a:pt x="5655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0" y="1091"/>
                    </a:cubicBezTo>
                    <a:cubicBezTo>
                      <a:pt x="575" y="1685"/>
                      <a:pt x="241" y="2493"/>
                      <a:pt x="241" y="3334"/>
                    </a:cubicBezTo>
                    <a:cubicBezTo>
                      <a:pt x="241" y="4175"/>
                      <a:pt x="575" y="4982"/>
                      <a:pt x="1170" y="5577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50" name="Freeform: Shape 16449">
                <a:extLst>
                  <a:ext uri="{FF2B5EF4-FFF2-40B4-BE49-F238E27FC236}">
                    <a16:creationId xmlns:a16="http://schemas.microsoft.com/office/drawing/2014/main" id="{8A4853F6-5CAB-9C88-4750-DD75D16537D4}"/>
                  </a:ext>
                </a:extLst>
              </p:cNvPr>
              <p:cNvSpPr/>
              <p:nvPr/>
            </p:nvSpPr>
            <p:spPr>
              <a:xfrm>
                <a:off x="9465955" y="5526669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0" y="6172"/>
                      <a:pt x="5655" y="5577"/>
                    </a:cubicBezTo>
                    <a:cubicBezTo>
                      <a:pt x="6250" y="4982"/>
                      <a:pt x="6584" y="4175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4" y="161"/>
                      <a:pt x="3413" y="161"/>
                    </a:cubicBezTo>
                    <a:cubicBezTo>
                      <a:pt x="2571" y="161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5"/>
                      <a:pt x="575" y="4982"/>
                      <a:pt x="1170" y="5577"/>
                    </a:cubicBezTo>
                    <a:cubicBezTo>
                      <a:pt x="1765" y="6172"/>
                      <a:pt x="2571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51" name="Freeform: Shape 16450">
                <a:extLst>
                  <a:ext uri="{FF2B5EF4-FFF2-40B4-BE49-F238E27FC236}">
                    <a16:creationId xmlns:a16="http://schemas.microsoft.com/office/drawing/2014/main" id="{CD0EFA55-E51A-0621-8E38-FA1B5130415C}"/>
                  </a:ext>
                </a:extLst>
              </p:cNvPr>
              <p:cNvSpPr/>
              <p:nvPr/>
            </p:nvSpPr>
            <p:spPr>
              <a:xfrm>
                <a:off x="9464507" y="5526559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4" y="6507"/>
                      <a:pt x="5060" y="6172"/>
                      <a:pt x="5655" y="5577"/>
                    </a:cubicBezTo>
                    <a:cubicBezTo>
                      <a:pt x="6250" y="4982"/>
                      <a:pt x="6584" y="4175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4" y="161"/>
                      <a:pt x="3412" y="161"/>
                    </a:cubicBezTo>
                    <a:cubicBezTo>
                      <a:pt x="2571" y="161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5"/>
                      <a:pt x="575" y="4982"/>
                      <a:pt x="1170" y="5577"/>
                    </a:cubicBezTo>
                    <a:cubicBezTo>
                      <a:pt x="1765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52" name="Freeform: Shape 16451">
                <a:extLst>
                  <a:ext uri="{FF2B5EF4-FFF2-40B4-BE49-F238E27FC236}">
                    <a16:creationId xmlns:a16="http://schemas.microsoft.com/office/drawing/2014/main" id="{0970E7E6-FBD1-912B-0731-8B444DFF3A01}"/>
                  </a:ext>
                </a:extLst>
              </p:cNvPr>
              <p:cNvSpPr/>
              <p:nvPr/>
            </p:nvSpPr>
            <p:spPr>
              <a:xfrm>
                <a:off x="9463104" y="5526976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2"/>
                      <a:pt x="5655" y="5577"/>
                    </a:cubicBezTo>
                    <a:cubicBezTo>
                      <a:pt x="6250" y="4983"/>
                      <a:pt x="6584" y="4175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5"/>
                      <a:pt x="575" y="4983"/>
                      <a:pt x="1170" y="5577"/>
                    </a:cubicBezTo>
                    <a:cubicBezTo>
                      <a:pt x="1764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53" name="Freeform: Shape 16452">
                <a:extLst>
                  <a:ext uri="{FF2B5EF4-FFF2-40B4-BE49-F238E27FC236}">
                    <a16:creationId xmlns:a16="http://schemas.microsoft.com/office/drawing/2014/main" id="{92FB5BCE-81EF-28BB-BD2F-F70C1A4B8296}"/>
                  </a:ext>
                </a:extLst>
              </p:cNvPr>
              <p:cNvSpPr/>
              <p:nvPr/>
            </p:nvSpPr>
            <p:spPr>
              <a:xfrm>
                <a:off x="9461670" y="5527027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2"/>
                      <a:pt x="5655" y="5577"/>
                    </a:cubicBezTo>
                    <a:cubicBezTo>
                      <a:pt x="6250" y="4983"/>
                      <a:pt x="6584" y="4175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5"/>
                      <a:pt x="575" y="4983"/>
                      <a:pt x="1170" y="5577"/>
                    </a:cubicBezTo>
                    <a:cubicBezTo>
                      <a:pt x="1764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54" name="Freeform: Shape 16453">
                <a:extLst>
                  <a:ext uri="{FF2B5EF4-FFF2-40B4-BE49-F238E27FC236}">
                    <a16:creationId xmlns:a16="http://schemas.microsoft.com/office/drawing/2014/main" id="{40F12E2E-8C32-8543-AAC7-8563EF1238BF}"/>
                  </a:ext>
                </a:extLst>
              </p:cNvPr>
              <p:cNvSpPr/>
              <p:nvPr/>
            </p:nvSpPr>
            <p:spPr>
              <a:xfrm>
                <a:off x="9460257" y="5527367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1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2"/>
                      <a:pt x="5655" y="5578"/>
                    </a:cubicBezTo>
                    <a:cubicBezTo>
                      <a:pt x="6249" y="4983"/>
                      <a:pt x="6584" y="4175"/>
                      <a:pt x="6584" y="3334"/>
                    </a:cubicBezTo>
                    <a:cubicBezTo>
                      <a:pt x="6584" y="2493"/>
                      <a:pt x="6249" y="1686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5"/>
                      <a:pt x="575" y="4983"/>
                      <a:pt x="1169" y="5578"/>
                    </a:cubicBezTo>
                    <a:cubicBezTo>
                      <a:pt x="1764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55" name="Freeform: Shape 16454">
                <a:extLst>
                  <a:ext uri="{FF2B5EF4-FFF2-40B4-BE49-F238E27FC236}">
                    <a16:creationId xmlns:a16="http://schemas.microsoft.com/office/drawing/2014/main" id="{FD03D20F-5B24-5FC5-9EF2-5B647B619311}"/>
                  </a:ext>
                </a:extLst>
              </p:cNvPr>
              <p:cNvSpPr/>
              <p:nvPr/>
            </p:nvSpPr>
            <p:spPr>
              <a:xfrm>
                <a:off x="9458832" y="5527579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2"/>
                      <a:pt x="5655" y="5578"/>
                    </a:cubicBezTo>
                    <a:cubicBezTo>
                      <a:pt x="6249" y="4983"/>
                      <a:pt x="6584" y="4176"/>
                      <a:pt x="6584" y="3334"/>
                    </a:cubicBezTo>
                    <a:cubicBezTo>
                      <a:pt x="6584" y="2493"/>
                      <a:pt x="6249" y="1686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5" y="1686"/>
                      <a:pt x="240" y="2493"/>
                      <a:pt x="240" y="3334"/>
                    </a:cubicBezTo>
                    <a:cubicBezTo>
                      <a:pt x="240" y="4176"/>
                      <a:pt x="575" y="4983"/>
                      <a:pt x="1169" y="5578"/>
                    </a:cubicBezTo>
                    <a:cubicBezTo>
                      <a:pt x="1764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56" name="Freeform: Shape 16455">
                <a:extLst>
                  <a:ext uri="{FF2B5EF4-FFF2-40B4-BE49-F238E27FC236}">
                    <a16:creationId xmlns:a16="http://schemas.microsoft.com/office/drawing/2014/main" id="{A7054611-EF24-9929-B04F-6F0186588039}"/>
                  </a:ext>
                </a:extLst>
              </p:cNvPr>
              <p:cNvSpPr/>
              <p:nvPr/>
            </p:nvSpPr>
            <p:spPr>
              <a:xfrm>
                <a:off x="9457403" y="5527723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57" name="Freeform: Shape 16456">
                <a:extLst>
                  <a:ext uri="{FF2B5EF4-FFF2-40B4-BE49-F238E27FC236}">
                    <a16:creationId xmlns:a16="http://schemas.microsoft.com/office/drawing/2014/main" id="{24BBD8CA-BAAE-BBE4-D78C-4947ED858B7F}"/>
                  </a:ext>
                </a:extLst>
              </p:cNvPr>
              <p:cNvSpPr/>
              <p:nvPr/>
            </p:nvSpPr>
            <p:spPr>
              <a:xfrm>
                <a:off x="9455984" y="5528097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58" name="Freeform: Shape 16457">
                <a:extLst>
                  <a:ext uri="{FF2B5EF4-FFF2-40B4-BE49-F238E27FC236}">
                    <a16:creationId xmlns:a16="http://schemas.microsoft.com/office/drawing/2014/main" id="{EDB6FABD-3292-5AC2-7190-80E337813433}"/>
                  </a:ext>
                </a:extLst>
              </p:cNvPr>
              <p:cNvSpPr/>
              <p:nvPr/>
            </p:nvSpPr>
            <p:spPr>
              <a:xfrm>
                <a:off x="9454571" y="5528701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59" name="Freeform: Shape 16458">
                <a:extLst>
                  <a:ext uri="{FF2B5EF4-FFF2-40B4-BE49-F238E27FC236}">
                    <a16:creationId xmlns:a16="http://schemas.microsoft.com/office/drawing/2014/main" id="{859A7298-CE6F-25FD-FD33-10A2B575BEAB}"/>
                  </a:ext>
                </a:extLst>
              </p:cNvPr>
              <p:cNvSpPr/>
              <p:nvPr/>
            </p:nvSpPr>
            <p:spPr>
              <a:xfrm>
                <a:off x="9453149" y="5529237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3" y="162"/>
                      <a:pt x="3412" y="162"/>
                    </a:cubicBezTo>
                    <a:cubicBezTo>
                      <a:pt x="2570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0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60" name="Freeform: Shape 16459">
                <a:extLst>
                  <a:ext uri="{FF2B5EF4-FFF2-40B4-BE49-F238E27FC236}">
                    <a16:creationId xmlns:a16="http://schemas.microsoft.com/office/drawing/2014/main" id="{B47A312A-2D47-42CE-29FA-89D0A5EAEB76}"/>
                  </a:ext>
                </a:extLst>
              </p:cNvPr>
              <p:cNvSpPr/>
              <p:nvPr/>
            </p:nvSpPr>
            <p:spPr>
              <a:xfrm>
                <a:off x="9451713" y="5529525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3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3" y="162"/>
                      <a:pt x="3411" y="162"/>
                    </a:cubicBezTo>
                    <a:cubicBezTo>
                      <a:pt x="2570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61" name="Freeform: Shape 16460">
                <a:extLst>
                  <a:ext uri="{FF2B5EF4-FFF2-40B4-BE49-F238E27FC236}">
                    <a16:creationId xmlns:a16="http://schemas.microsoft.com/office/drawing/2014/main" id="{15370CEE-5FBD-9268-372B-C976628F63F3}"/>
                  </a:ext>
                </a:extLst>
              </p:cNvPr>
              <p:cNvSpPr/>
              <p:nvPr/>
            </p:nvSpPr>
            <p:spPr>
              <a:xfrm>
                <a:off x="9450290" y="5530461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62" name="Freeform: Shape 16461">
                <a:extLst>
                  <a:ext uri="{FF2B5EF4-FFF2-40B4-BE49-F238E27FC236}">
                    <a16:creationId xmlns:a16="http://schemas.microsoft.com/office/drawing/2014/main" id="{658BD01F-5CCB-A0FE-CEF0-276231EE3AEC}"/>
                  </a:ext>
                </a:extLst>
              </p:cNvPr>
              <p:cNvSpPr/>
              <p:nvPr/>
            </p:nvSpPr>
            <p:spPr>
              <a:xfrm>
                <a:off x="9448846" y="5530851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63" name="Freeform: Shape 16462">
                <a:extLst>
                  <a:ext uri="{FF2B5EF4-FFF2-40B4-BE49-F238E27FC236}">
                    <a16:creationId xmlns:a16="http://schemas.microsoft.com/office/drawing/2014/main" id="{A37EC202-2412-2C9A-EC72-66445822CF69}"/>
                  </a:ext>
                </a:extLst>
              </p:cNvPr>
              <p:cNvSpPr/>
              <p:nvPr/>
            </p:nvSpPr>
            <p:spPr>
              <a:xfrm>
                <a:off x="9447396" y="5531054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40 w 6343"/>
                  <a:gd name="connsiteY6" fmla="*/ 3334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8" y="4983"/>
                      <a:pt x="6583" y="4176"/>
                      <a:pt x="6583" y="3334"/>
                    </a:cubicBezTo>
                    <a:cubicBezTo>
                      <a:pt x="6583" y="2493"/>
                      <a:pt x="6248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64" name="Freeform: Shape 16463">
                <a:extLst>
                  <a:ext uri="{FF2B5EF4-FFF2-40B4-BE49-F238E27FC236}">
                    <a16:creationId xmlns:a16="http://schemas.microsoft.com/office/drawing/2014/main" id="{4A797FAC-A5E1-5BE0-9EC7-C78246C19B02}"/>
                  </a:ext>
                </a:extLst>
              </p:cNvPr>
              <p:cNvSpPr/>
              <p:nvPr/>
            </p:nvSpPr>
            <p:spPr>
              <a:xfrm>
                <a:off x="9445948" y="5532083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4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8" y="4983"/>
                      <a:pt x="6583" y="4176"/>
                      <a:pt x="6583" y="3334"/>
                    </a:cubicBezTo>
                    <a:cubicBezTo>
                      <a:pt x="6583" y="2493"/>
                      <a:pt x="6248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4" y="1686"/>
                      <a:pt x="239" y="2493"/>
                      <a:pt x="239" y="3334"/>
                    </a:cubicBezTo>
                    <a:cubicBezTo>
                      <a:pt x="239" y="4176"/>
                      <a:pt x="574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65" name="Freeform: Shape 16464">
                <a:extLst>
                  <a:ext uri="{FF2B5EF4-FFF2-40B4-BE49-F238E27FC236}">
                    <a16:creationId xmlns:a16="http://schemas.microsoft.com/office/drawing/2014/main" id="{CEFDD5C3-005F-94D6-539B-7095C16A8D6A}"/>
                  </a:ext>
                </a:extLst>
              </p:cNvPr>
              <p:cNvSpPr/>
              <p:nvPr/>
            </p:nvSpPr>
            <p:spPr>
              <a:xfrm>
                <a:off x="9444488" y="5532686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4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4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3" y="5578"/>
                    </a:cubicBezTo>
                    <a:cubicBezTo>
                      <a:pt x="6248" y="4983"/>
                      <a:pt x="6582" y="4176"/>
                      <a:pt x="6582" y="3334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4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66" name="Freeform: Shape 16465">
                <a:extLst>
                  <a:ext uri="{FF2B5EF4-FFF2-40B4-BE49-F238E27FC236}">
                    <a16:creationId xmlns:a16="http://schemas.microsoft.com/office/drawing/2014/main" id="{9BF2C960-C841-17F8-45E8-D8AF19E5EB2B}"/>
                  </a:ext>
                </a:extLst>
              </p:cNvPr>
              <p:cNvSpPr/>
              <p:nvPr/>
            </p:nvSpPr>
            <p:spPr>
              <a:xfrm>
                <a:off x="9443018" y="5533697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67" name="Freeform: Shape 16466">
                <a:extLst>
                  <a:ext uri="{FF2B5EF4-FFF2-40B4-BE49-F238E27FC236}">
                    <a16:creationId xmlns:a16="http://schemas.microsoft.com/office/drawing/2014/main" id="{23761B77-DDBF-E843-BC0A-DE4793B5F6BF}"/>
                  </a:ext>
                </a:extLst>
              </p:cNvPr>
              <p:cNvSpPr/>
              <p:nvPr/>
            </p:nvSpPr>
            <p:spPr>
              <a:xfrm>
                <a:off x="9441528" y="5535297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8" y="496"/>
                      <a:pt x="4252" y="162"/>
                      <a:pt x="3411" y="162"/>
                    </a:cubicBezTo>
                    <a:cubicBezTo>
                      <a:pt x="2569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69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68" name="Freeform: Shape 16467">
                <a:extLst>
                  <a:ext uri="{FF2B5EF4-FFF2-40B4-BE49-F238E27FC236}">
                    <a16:creationId xmlns:a16="http://schemas.microsoft.com/office/drawing/2014/main" id="{74307785-0B4C-2E75-CD16-6841817B4D67}"/>
                  </a:ext>
                </a:extLst>
              </p:cNvPr>
              <p:cNvSpPr/>
              <p:nvPr/>
            </p:nvSpPr>
            <p:spPr>
              <a:xfrm>
                <a:off x="9440023" y="5536649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0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2" y="6508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8" y="496"/>
                      <a:pt x="4252" y="162"/>
                      <a:pt x="3410" y="162"/>
                    </a:cubicBezTo>
                    <a:cubicBezTo>
                      <a:pt x="2569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69" name="Freeform: Shape 16468">
                <a:extLst>
                  <a:ext uri="{FF2B5EF4-FFF2-40B4-BE49-F238E27FC236}">
                    <a16:creationId xmlns:a16="http://schemas.microsoft.com/office/drawing/2014/main" id="{FFCAF9B7-472C-8F75-6C7A-38CCCBEB39D9}"/>
                  </a:ext>
                </a:extLst>
              </p:cNvPr>
              <p:cNvSpPr/>
              <p:nvPr/>
            </p:nvSpPr>
            <p:spPr>
              <a:xfrm>
                <a:off x="9438513" y="5537513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0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8" y="496"/>
                      <a:pt x="4251" y="162"/>
                      <a:pt x="3410" y="162"/>
                    </a:cubicBezTo>
                    <a:cubicBezTo>
                      <a:pt x="2569" y="162"/>
                      <a:pt x="1762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2" y="6173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70" name="Freeform: Shape 16469">
                <a:extLst>
                  <a:ext uri="{FF2B5EF4-FFF2-40B4-BE49-F238E27FC236}">
                    <a16:creationId xmlns:a16="http://schemas.microsoft.com/office/drawing/2014/main" id="{028FC5C9-7F7D-EDBC-689A-EE0395361B60}"/>
                  </a:ext>
                </a:extLst>
              </p:cNvPr>
              <p:cNvSpPr/>
              <p:nvPr/>
            </p:nvSpPr>
            <p:spPr>
              <a:xfrm>
                <a:off x="9436941" y="5540040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9 h 6345"/>
                  <a:gd name="connsiteX2" fmla="*/ 6582 w 6343"/>
                  <a:gd name="connsiteY2" fmla="*/ 3335 h 6345"/>
                  <a:gd name="connsiteX3" fmla="*/ 5653 w 6343"/>
                  <a:gd name="connsiteY3" fmla="*/ 1092 h 6345"/>
                  <a:gd name="connsiteX4" fmla="*/ 3410 w 6343"/>
                  <a:gd name="connsiteY4" fmla="*/ 162 h 6345"/>
                  <a:gd name="connsiteX5" fmla="*/ 1168 w 6343"/>
                  <a:gd name="connsiteY5" fmla="*/ 1092 h 6345"/>
                  <a:gd name="connsiteX6" fmla="*/ 239 w 6343"/>
                  <a:gd name="connsiteY6" fmla="*/ 3335 h 6345"/>
                  <a:gd name="connsiteX7" fmla="*/ 1168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3"/>
                      <a:pt x="5653" y="5579"/>
                    </a:cubicBezTo>
                    <a:cubicBezTo>
                      <a:pt x="6248" y="4984"/>
                      <a:pt x="6582" y="4176"/>
                      <a:pt x="6582" y="3335"/>
                    </a:cubicBezTo>
                    <a:cubicBezTo>
                      <a:pt x="6582" y="2494"/>
                      <a:pt x="6248" y="1687"/>
                      <a:pt x="5653" y="1092"/>
                    </a:cubicBezTo>
                    <a:cubicBezTo>
                      <a:pt x="5058" y="497"/>
                      <a:pt x="4251" y="162"/>
                      <a:pt x="3410" y="162"/>
                    </a:cubicBezTo>
                    <a:cubicBezTo>
                      <a:pt x="2569" y="162"/>
                      <a:pt x="1762" y="497"/>
                      <a:pt x="1168" y="1092"/>
                    </a:cubicBezTo>
                    <a:cubicBezTo>
                      <a:pt x="573" y="1687"/>
                      <a:pt x="239" y="2494"/>
                      <a:pt x="239" y="3335"/>
                    </a:cubicBezTo>
                    <a:cubicBezTo>
                      <a:pt x="239" y="4176"/>
                      <a:pt x="573" y="4984"/>
                      <a:pt x="1168" y="5579"/>
                    </a:cubicBezTo>
                    <a:cubicBezTo>
                      <a:pt x="1762" y="6173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71" name="Freeform: Shape 16470">
                <a:extLst>
                  <a:ext uri="{FF2B5EF4-FFF2-40B4-BE49-F238E27FC236}">
                    <a16:creationId xmlns:a16="http://schemas.microsoft.com/office/drawing/2014/main" id="{C4B6CAC6-57DE-0A4F-1A63-6A34B5A9C837}"/>
                  </a:ext>
                </a:extLst>
              </p:cNvPr>
              <p:cNvSpPr/>
              <p:nvPr/>
            </p:nvSpPr>
            <p:spPr>
              <a:xfrm>
                <a:off x="9435264" y="5544586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9 h 6345"/>
                  <a:gd name="connsiteX2" fmla="*/ 6582 w 6343"/>
                  <a:gd name="connsiteY2" fmla="*/ 3335 h 6345"/>
                  <a:gd name="connsiteX3" fmla="*/ 5653 w 6343"/>
                  <a:gd name="connsiteY3" fmla="*/ 1092 h 6345"/>
                  <a:gd name="connsiteX4" fmla="*/ 3410 w 6343"/>
                  <a:gd name="connsiteY4" fmla="*/ 163 h 6345"/>
                  <a:gd name="connsiteX5" fmla="*/ 1167 w 6343"/>
                  <a:gd name="connsiteY5" fmla="*/ 1092 h 6345"/>
                  <a:gd name="connsiteX6" fmla="*/ 239 w 6343"/>
                  <a:gd name="connsiteY6" fmla="*/ 3335 h 6345"/>
                  <a:gd name="connsiteX7" fmla="*/ 1167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4"/>
                      <a:pt x="5653" y="5579"/>
                    </a:cubicBezTo>
                    <a:cubicBezTo>
                      <a:pt x="6247" y="4984"/>
                      <a:pt x="6582" y="4177"/>
                      <a:pt x="6582" y="3335"/>
                    </a:cubicBezTo>
                    <a:cubicBezTo>
                      <a:pt x="6582" y="2494"/>
                      <a:pt x="6247" y="1687"/>
                      <a:pt x="5653" y="1092"/>
                    </a:cubicBezTo>
                    <a:cubicBezTo>
                      <a:pt x="5058" y="497"/>
                      <a:pt x="4251" y="163"/>
                      <a:pt x="3410" y="163"/>
                    </a:cubicBezTo>
                    <a:cubicBezTo>
                      <a:pt x="2569" y="163"/>
                      <a:pt x="1762" y="497"/>
                      <a:pt x="1167" y="1092"/>
                    </a:cubicBezTo>
                    <a:cubicBezTo>
                      <a:pt x="573" y="1687"/>
                      <a:pt x="239" y="2494"/>
                      <a:pt x="239" y="3335"/>
                    </a:cubicBezTo>
                    <a:cubicBezTo>
                      <a:pt x="239" y="4177"/>
                      <a:pt x="573" y="4984"/>
                      <a:pt x="1167" y="5579"/>
                    </a:cubicBezTo>
                    <a:cubicBezTo>
                      <a:pt x="1762" y="6174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72" name="Freeform: Shape 16471">
                <a:extLst>
                  <a:ext uri="{FF2B5EF4-FFF2-40B4-BE49-F238E27FC236}">
                    <a16:creationId xmlns:a16="http://schemas.microsoft.com/office/drawing/2014/main" id="{F8423204-5C8B-D2C2-005A-9FE2BB4CEEB4}"/>
                  </a:ext>
                </a:extLst>
              </p:cNvPr>
              <p:cNvSpPr/>
              <p:nvPr/>
            </p:nvSpPr>
            <p:spPr>
              <a:xfrm>
                <a:off x="9433655" y="5546196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9 h 6345"/>
                  <a:gd name="connsiteX2" fmla="*/ 6582 w 6343"/>
                  <a:gd name="connsiteY2" fmla="*/ 3336 h 6345"/>
                  <a:gd name="connsiteX3" fmla="*/ 5653 w 6343"/>
                  <a:gd name="connsiteY3" fmla="*/ 1092 h 6345"/>
                  <a:gd name="connsiteX4" fmla="*/ 3410 w 6343"/>
                  <a:gd name="connsiteY4" fmla="*/ 163 h 6345"/>
                  <a:gd name="connsiteX5" fmla="*/ 1167 w 6343"/>
                  <a:gd name="connsiteY5" fmla="*/ 1092 h 6345"/>
                  <a:gd name="connsiteX6" fmla="*/ 238 w 6343"/>
                  <a:gd name="connsiteY6" fmla="*/ 3336 h 6345"/>
                  <a:gd name="connsiteX7" fmla="*/ 1167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4"/>
                      <a:pt x="5653" y="5579"/>
                    </a:cubicBezTo>
                    <a:cubicBezTo>
                      <a:pt x="6247" y="4984"/>
                      <a:pt x="6582" y="4177"/>
                      <a:pt x="6582" y="3336"/>
                    </a:cubicBezTo>
                    <a:cubicBezTo>
                      <a:pt x="6582" y="2494"/>
                      <a:pt x="6247" y="1687"/>
                      <a:pt x="5653" y="1092"/>
                    </a:cubicBezTo>
                    <a:cubicBezTo>
                      <a:pt x="5058" y="497"/>
                      <a:pt x="4251" y="163"/>
                      <a:pt x="3410" y="163"/>
                    </a:cubicBezTo>
                    <a:cubicBezTo>
                      <a:pt x="2569" y="163"/>
                      <a:pt x="1762" y="497"/>
                      <a:pt x="1167" y="1092"/>
                    </a:cubicBezTo>
                    <a:cubicBezTo>
                      <a:pt x="573" y="1687"/>
                      <a:pt x="238" y="2494"/>
                      <a:pt x="238" y="3336"/>
                    </a:cubicBezTo>
                    <a:cubicBezTo>
                      <a:pt x="238" y="4177"/>
                      <a:pt x="573" y="4984"/>
                      <a:pt x="1167" y="5579"/>
                    </a:cubicBezTo>
                    <a:cubicBezTo>
                      <a:pt x="1762" y="6174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73" name="Freeform: Shape 16472">
                <a:extLst>
                  <a:ext uri="{FF2B5EF4-FFF2-40B4-BE49-F238E27FC236}">
                    <a16:creationId xmlns:a16="http://schemas.microsoft.com/office/drawing/2014/main" id="{FC4F80A4-5418-BE91-4225-2F0974BE2DD9}"/>
                  </a:ext>
                </a:extLst>
              </p:cNvPr>
              <p:cNvSpPr/>
              <p:nvPr/>
            </p:nvSpPr>
            <p:spPr>
              <a:xfrm>
                <a:off x="9431527" y="5557999"/>
                <a:ext cx="6343" cy="6345"/>
              </a:xfrm>
              <a:custGeom>
                <a:avLst/>
                <a:gdLst>
                  <a:gd name="connsiteX0" fmla="*/ 3410 w 6343"/>
                  <a:gd name="connsiteY0" fmla="*/ 6509 h 6345"/>
                  <a:gd name="connsiteX1" fmla="*/ 5652 w 6343"/>
                  <a:gd name="connsiteY1" fmla="*/ 5580 h 6345"/>
                  <a:gd name="connsiteX2" fmla="*/ 6581 w 6343"/>
                  <a:gd name="connsiteY2" fmla="*/ 3336 h 6345"/>
                  <a:gd name="connsiteX3" fmla="*/ 5652 w 6343"/>
                  <a:gd name="connsiteY3" fmla="*/ 1093 h 6345"/>
                  <a:gd name="connsiteX4" fmla="*/ 3410 w 6343"/>
                  <a:gd name="connsiteY4" fmla="*/ 164 h 6345"/>
                  <a:gd name="connsiteX5" fmla="*/ 1167 w 6343"/>
                  <a:gd name="connsiteY5" fmla="*/ 1093 h 6345"/>
                  <a:gd name="connsiteX6" fmla="*/ 238 w 6343"/>
                  <a:gd name="connsiteY6" fmla="*/ 3336 h 6345"/>
                  <a:gd name="connsiteX7" fmla="*/ 1167 w 6343"/>
                  <a:gd name="connsiteY7" fmla="*/ 5580 h 6345"/>
                  <a:gd name="connsiteX8" fmla="*/ 3410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9"/>
                    </a:moveTo>
                    <a:cubicBezTo>
                      <a:pt x="4251" y="6509"/>
                      <a:pt x="5058" y="6175"/>
                      <a:pt x="5652" y="5580"/>
                    </a:cubicBezTo>
                    <a:cubicBezTo>
                      <a:pt x="6247" y="4985"/>
                      <a:pt x="6581" y="4178"/>
                      <a:pt x="6581" y="3336"/>
                    </a:cubicBezTo>
                    <a:cubicBezTo>
                      <a:pt x="6581" y="2495"/>
                      <a:pt x="6247" y="1688"/>
                      <a:pt x="5652" y="1093"/>
                    </a:cubicBezTo>
                    <a:cubicBezTo>
                      <a:pt x="5058" y="498"/>
                      <a:pt x="4251" y="164"/>
                      <a:pt x="3410" y="164"/>
                    </a:cubicBezTo>
                    <a:cubicBezTo>
                      <a:pt x="2569" y="164"/>
                      <a:pt x="1762" y="498"/>
                      <a:pt x="1167" y="1093"/>
                    </a:cubicBezTo>
                    <a:cubicBezTo>
                      <a:pt x="572" y="1688"/>
                      <a:pt x="238" y="2495"/>
                      <a:pt x="238" y="3336"/>
                    </a:cubicBezTo>
                    <a:cubicBezTo>
                      <a:pt x="238" y="4178"/>
                      <a:pt x="572" y="4985"/>
                      <a:pt x="1167" y="5580"/>
                    </a:cubicBezTo>
                    <a:cubicBezTo>
                      <a:pt x="1762" y="6175"/>
                      <a:pt x="2569" y="6509"/>
                      <a:pt x="3410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74" name="Freeform: Shape 16473">
                <a:extLst>
                  <a:ext uri="{FF2B5EF4-FFF2-40B4-BE49-F238E27FC236}">
                    <a16:creationId xmlns:a16="http://schemas.microsoft.com/office/drawing/2014/main" id="{C947240A-D634-AAE0-0EFE-6BB2FAF3EE7F}"/>
                  </a:ext>
                </a:extLst>
              </p:cNvPr>
              <p:cNvSpPr/>
              <p:nvPr/>
            </p:nvSpPr>
            <p:spPr>
              <a:xfrm>
                <a:off x="9430073" y="5554933"/>
                <a:ext cx="6343" cy="6345"/>
              </a:xfrm>
              <a:custGeom>
                <a:avLst/>
                <a:gdLst>
                  <a:gd name="connsiteX0" fmla="*/ 3410 w 6343"/>
                  <a:gd name="connsiteY0" fmla="*/ 6509 h 6345"/>
                  <a:gd name="connsiteX1" fmla="*/ 5652 w 6343"/>
                  <a:gd name="connsiteY1" fmla="*/ 5580 h 6345"/>
                  <a:gd name="connsiteX2" fmla="*/ 6581 w 6343"/>
                  <a:gd name="connsiteY2" fmla="*/ 3336 h 6345"/>
                  <a:gd name="connsiteX3" fmla="*/ 5652 w 6343"/>
                  <a:gd name="connsiteY3" fmla="*/ 1093 h 6345"/>
                  <a:gd name="connsiteX4" fmla="*/ 3410 w 6343"/>
                  <a:gd name="connsiteY4" fmla="*/ 164 h 6345"/>
                  <a:gd name="connsiteX5" fmla="*/ 1167 w 6343"/>
                  <a:gd name="connsiteY5" fmla="*/ 1093 h 6345"/>
                  <a:gd name="connsiteX6" fmla="*/ 238 w 6343"/>
                  <a:gd name="connsiteY6" fmla="*/ 3336 h 6345"/>
                  <a:gd name="connsiteX7" fmla="*/ 1167 w 6343"/>
                  <a:gd name="connsiteY7" fmla="*/ 5580 h 6345"/>
                  <a:gd name="connsiteX8" fmla="*/ 3410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9"/>
                    </a:moveTo>
                    <a:cubicBezTo>
                      <a:pt x="4251" y="6509"/>
                      <a:pt x="5058" y="6175"/>
                      <a:pt x="5652" y="5580"/>
                    </a:cubicBezTo>
                    <a:cubicBezTo>
                      <a:pt x="6247" y="4985"/>
                      <a:pt x="6581" y="4178"/>
                      <a:pt x="6581" y="3336"/>
                    </a:cubicBezTo>
                    <a:cubicBezTo>
                      <a:pt x="6581" y="2495"/>
                      <a:pt x="6247" y="1688"/>
                      <a:pt x="5652" y="1093"/>
                    </a:cubicBezTo>
                    <a:cubicBezTo>
                      <a:pt x="5058" y="498"/>
                      <a:pt x="4251" y="164"/>
                      <a:pt x="3410" y="164"/>
                    </a:cubicBezTo>
                    <a:cubicBezTo>
                      <a:pt x="2569" y="164"/>
                      <a:pt x="1762" y="498"/>
                      <a:pt x="1167" y="1093"/>
                    </a:cubicBezTo>
                    <a:cubicBezTo>
                      <a:pt x="572" y="1688"/>
                      <a:pt x="238" y="2495"/>
                      <a:pt x="238" y="3336"/>
                    </a:cubicBezTo>
                    <a:cubicBezTo>
                      <a:pt x="238" y="4178"/>
                      <a:pt x="572" y="4985"/>
                      <a:pt x="1167" y="5580"/>
                    </a:cubicBezTo>
                    <a:cubicBezTo>
                      <a:pt x="1762" y="6175"/>
                      <a:pt x="2569" y="6509"/>
                      <a:pt x="3410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75" name="Freeform: Shape 16474">
                <a:extLst>
                  <a:ext uri="{FF2B5EF4-FFF2-40B4-BE49-F238E27FC236}">
                    <a16:creationId xmlns:a16="http://schemas.microsoft.com/office/drawing/2014/main" id="{4B4C7A4F-DD8D-6811-96B9-1D4B162039DB}"/>
                  </a:ext>
                </a:extLst>
              </p:cNvPr>
              <p:cNvSpPr/>
              <p:nvPr/>
            </p:nvSpPr>
            <p:spPr>
              <a:xfrm>
                <a:off x="9334851" y="5568300"/>
                <a:ext cx="6343" cy="6345"/>
              </a:xfrm>
              <a:custGeom>
                <a:avLst/>
                <a:gdLst>
                  <a:gd name="connsiteX0" fmla="*/ 3402 w 6343"/>
                  <a:gd name="connsiteY0" fmla="*/ 6510 h 6345"/>
                  <a:gd name="connsiteX1" fmla="*/ 5645 w 6343"/>
                  <a:gd name="connsiteY1" fmla="*/ 5581 h 6345"/>
                  <a:gd name="connsiteX2" fmla="*/ 6574 w 6343"/>
                  <a:gd name="connsiteY2" fmla="*/ 3337 h 6345"/>
                  <a:gd name="connsiteX3" fmla="*/ 5645 w 6343"/>
                  <a:gd name="connsiteY3" fmla="*/ 1094 h 6345"/>
                  <a:gd name="connsiteX4" fmla="*/ 3402 w 6343"/>
                  <a:gd name="connsiteY4" fmla="*/ 165 h 6345"/>
                  <a:gd name="connsiteX5" fmla="*/ 1160 w 6343"/>
                  <a:gd name="connsiteY5" fmla="*/ 1094 h 6345"/>
                  <a:gd name="connsiteX6" fmla="*/ 231 w 6343"/>
                  <a:gd name="connsiteY6" fmla="*/ 3337 h 6345"/>
                  <a:gd name="connsiteX7" fmla="*/ 1160 w 6343"/>
                  <a:gd name="connsiteY7" fmla="*/ 5581 h 6345"/>
                  <a:gd name="connsiteX8" fmla="*/ 3402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10"/>
                    </a:moveTo>
                    <a:cubicBezTo>
                      <a:pt x="4243" y="6510"/>
                      <a:pt x="5050" y="6176"/>
                      <a:pt x="5645" y="5581"/>
                    </a:cubicBezTo>
                    <a:cubicBezTo>
                      <a:pt x="6240" y="4986"/>
                      <a:pt x="6574" y="4179"/>
                      <a:pt x="6574" y="3337"/>
                    </a:cubicBezTo>
                    <a:cubicBezTo>
                      <a:pt x="6574" y="2496"/>
                      <a:pt x="6240" y="1689"/>
                      <a:pt x="5645" y="1094"/>
                    </a:cubicBezTo>
                    <a:cubicBezTo>
                      <a:pt x="5050" y="499"/>
                      <a:pt x="4243" y="165"/>
                      <a:pt x="3402" y="165"/>
                    </a:cubicBezTo>
                    <a:cubicBezTo>
                      <a:pt x="2561" y="165"/>
                      <a:pt x="1754" y="499"/>
                      <a:pt x="1160" y="1094"/>
                    </a:cubicBezTo>
                    <a:cubicBezTo>
                      <a:pt x="565" y="1689"/>
                      <a:pt x="231" y="2496"/>
                      <a:pt x="231" y="3337"/>
                    </a:cubicBezTo>
                    <a:cubicBezTo>
                      <a:pt x="231" y="4179"/>
                      <a:pt x="565" y="4986"/>
                      <a:pt x="1160" y="5581"/>
                    </a:cubicBezTo>
                    <a:cubicBezTo>
                      <a:pt x="1754" y="6176"/>
                      <a:pt x="2561" y="6510"/>
                      <a:pt x="3402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76" name="Freeform: Shape 16475">
                <a:extLst>
                  <a:ext uri="{FF2B5EF4-FFF2-40B4-BE49-F238E27FC236}">
                    <a16:creationId xmlns:a16="http://schemas.microsoft.com/office/drawing/2014/main" id="{46390C31-E954-4F97-A6A8-3CAEC2A05791}"/>
                  </a:ext>
                </a:extLst>
              </p:cNvPr>
              <p:cNvSpPr/>
              <p:nvPr/>
            </p:nvSpPr>
            <p:spPr>
              <a:xfrm>
                <a:off x="9333823" y="5566018"/>
                <a:ext cx="6343" cy="6345"/>
              </a:xfrm>
              <a:custGeom>
                <a:avLst/>
                <a:gdLst>
                  <a:gd name="connsiteX0" fmla="*/ 3402 w 6343"/>
                  <a:gd name="connsiteY0" fmla="*/ 6510 h 6345"/>
                  <a:gd name="connsiteX1" fmla="*/ 5645 w 6343"/>
                  <a:gd name="connsiteY1" fmla="*/ 5581 h 6345"/>
                  <a:gd name="connsiteX2" fmla="*/ 6574 w 6343"/>
                  <a:gd name="connsiteY2" fmla="*/ 3337 h 6345"/>
                  <a:gd name="connsiteX3" fmla="*/ 5645 w 6343"/>
                  <a:gd name="connsiteY3" fmla="*/ 1094 h 6345"/>
                  <a:gd name="connsiteX4" fmla="*/ 3402 w 6343"/>
                  <a:gd name="connsiteY4" fmla="*/ 164 h 6345"/>
                  <a:gd name="connsiteX5" fmla="*/ 1159 w 6343"/>
                  <a:gd name="connsiteY5" fmla="*/ 1094 h 6345"/>
                  <a:gd name="connsiteX6" fmla="*/ 231 w 6343"/>
                  <a:gd name="connsiteY6" fmla="*/ 3337 h 6345"/>
                  <a:gd name="connsiteX7" fmla="*/ 1159 w 6343"/>
                  <a:gd name="connsiteY7" fmla="*/ 5581 h 6345"/>
                  <a:gd name="connsiteX8" fmla="*/ 3402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10"/>
                    </a:moveTo>
                    <a:cubicBezTo>
                      <a:pt x="4243" y="6510"/>
                      <a:pt x="5050" y="6176"/>
                      <a:pt x="5645" y="5581"/>
                    </a:cubicBezTo>
                    <a:cubicBezTo>
                      <a:pt x="6239" y="4986"/>
                      <a:pt x="6574" y="4179"/>
                      <a:pt x="6574" y="3337"/>
                    </a:cubicBezTo>
                    <a:cubicBezTo>
                      <a:pt x="6574" y="2496"/>
                      <a:pt x="6239" y="1689"/>
                      <a:pt x="5645" y="1094"/>
                    </a:cubicBezTo>
                    <a:cubicBezTo>
                      <a:pt x="5050" y="499"/>
                      <a:pt x="4243" y="164"/>
                      <a:pt x="3402" y="164"/>
                    </a:cubicBezTo>
                    <a:cubicBezTo>
                      <a:pt x="2561" y="164"/>
                      <a:pt x="1754" y="499"/>
                      <a:pt x="1159" y="1094"/>
                    </a:cubicBezTo>
                    <a:cubicBezTo>
                      <a:pt x="565" y="1689"/>
                      <a:pt x="231" y="2496"/>
                      <a:pt x="231" y="3337"/>
                    </a:cubicBezTo>
                    <a:cubicBezTo>
                      <a:pt x="231" y="4179"/>
                      <a:pt x="565" y="4986"/>
                      <a:pt x="1159" y="5581"/>
                    </a:cubicBezTo>
                    <a:cubicBezTo>
                      <a:pt x="1754" y="6176"/>
                      <a:pt x="2561" y="6510"/>
                      <a:pt x="3402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77" name="Freeform: Shape 16476">
                <a:extLst>
                  <a:ext uri="{FF2B5EF4-FFF2-40B4-BE49-F238E27FC236}">
                    <a16:creationId xmlns:a16="http://schemas.microsoft.com/office/drawing/2014/main" id="{EAC01CA1-43F4-9A0D-732D-49E15F6F5AD7}"/>
                  </a:ext>
                </a:extLst>
              </p:cNvPr>
              <p:cNvSpPr/>
              <p:nvPr/>
            </p:nvSpPr>
            <p:spPr>
              <a:xfrm>
                <a:off x="9333230" y="5562740"/>
                <a:ext cx="6343" cy="6345"/>
              </a:xfrm>
              <a:custGeom>
                <a:avLst/>
                <a:gdLst>
                  <a:gd name="connsiteX0" fmla="*/ 3402 w 6343"/>
                  <a:gd name="connsiteY0" fmla="*/ 6510 h 6345"/>
                  <a:gd name="connsiteX1" fmla="*/ 5645 w 6343"/>
                  <a:gd name="connsiteY1" fmla="*/ 5580 h 6345"/>
                  <a:gd name="connsiteX2" fmla="*/ 6574 w 6343"/>
                  <a:gd name="connsiteY2" fmla="*/ 3337 h 6345"/>
                  <a:gd name="connsiteX3" fmla="*/ 5645 w 6343"/>
                  <a:gd name="connsiteY3" fmla="*/ 1093 h 6345"/>
                  <a:gd name="connsiteX4" fmla="*/ 3402 w 6343"/>
                  <a:gd name="connsiteY4" fmla="*/ 164 h 6345"/>
                  <a:gd name="connsiteX5" fmla="*/ 1159 w 6343"/>
                  <a:gd name="connsiteY5" fmla="*/ 1093 h 6345"/>
                  <a:gd name="connsiteX6" fmla="*/ 231 w 6343"/>
                  <a:gd name="connsiteY6" fmla="*/ 3337 h 6345"/>
                  <a:gd name="connsiteX7" fmla="*/ 1159 w 6343"/>
                  <a:gd name="connsiteY7" fmla="*/ 5580 h 6345"/>
                  <a:gd name="connsiteX8" fmla="*/ 3402 w 6343"/>
                  <a:gd name="connsiteY8" fmla="*/ 651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10"/>
                    </a:moveTo>
                    <a:cubicBezTo>
                      <a:pt x="4243" y="6510"/>
                      <a:pt x="5050" y="6175"/>
                      <a:pt x="5645" y="5580"/>
                    </a:cubicBezTo>
                    <a:cubicBezTo>
                      <a:pt x="6239" y="4985"/>
                      <a:pt x="6574" y="4178"/>
                      <a:pt x="6574" y="3337"/>
                    </a:cubicBezTo>
                    <a:cubicBezTo>
                      <a:pt x="6574" y="2495"/>
                      <a:pt x="6239" y="1688"/>
                      <a:pt x="5645" y="1093"/>
                    </a:cubicBezTo>
                    <a:cubicBezTo>
                      <a:pt x="5050" y="498"/>
                      <a:pt x="4243" y="164"/>
                      <a:pt x="3402" y="164"/>
                    </a:cubicBezTo>
                    <a:cubicBezTo>
                      <a:pt x="2561" y="164"/>
                      <a:pt x="1754" y="498"/>
                      <a:pt x="1159" y="1093"/>
                    </a:cubicBezTo>
                    <a:cubicBezTo>
                      <a:pt x="565" y="1688"/>
                      <a:pt x="231" y="2495"/>
                      <a:pt x="231" y="3337"/>
                    </a:cubicBezTo>
                    <a:cubicBezTo>
                      <a:pt x="231" y="4178"/>
                      <a:pt x="565" y="4985"/>
                      <a:pt x="1159" y="5580"/>
                    </a:cubicBezTo>
                    <a:cubicBezTo>
                      <a:pt x="1754" y="6175"/>
                      <a:pt x="2561" y="6510"/>
                      <a:pt x="3402" y="6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78" name="Freeform: Shape 16477">
                <a:extLst>
                  <a:ext uri="{FF2B5EF4-FFF2-40B4-BE49-F238E27FC236}">
                    <a16:creationId xmlns:a16="http://schemas.microsoft.com/office/drawing/2014/main" id="{987E423D-3F54-2915-01F6-65D3397291E5}"/>
                  </a:ext>
                </a:extLst>
              </p:cNvPr>
              <p:cNvSpPr/>
              <p:nvPr/>
            </p:nvSpPr>
            <p:spPr>
              <a:xfrm>
                <a:off x="9331955" y="5561172"/>
                <a:ext cx="6343" cy="6345"/>
              </a:xfrm>
              <a:custGeom>
                <a:avLst/>
                <a:gdLst>
                  <a:gd name="connsiteX0" fmla="*/ 3402 w 6343"/>
                  <a:gd name="connsiteY0" fmla="*/ 6509 h 6345"/>
                  <a:gd name="connsiteX1" fmla="*/ 5645 w 6343"/>
                  <a:gd name="connsiteY1" fmla="*/ 5580 h 6345"/>
                  <a:gd name="connsiteX2" fmla="*/ 6574 w 6343"/>
                  <a:gd name="connsiteY2" fmla="*/ 3337 h 6345"/>
                  <a:gd name="connsiteX3" fmla="*/ 5645 w 6343"/>
                  <a:gd name="connsiteY3" fmla="*/ 1093 h 6345"/>
                  <a:gd name="connsiteX4" fmla="*/ 3402 w 6343"/>
                  <a:gd name="connsiteY4" fmla="*/ 164 h 6345"/>
                  <a:gd name="connsiteX5" fmla="*/ 1159 w 6343"/>
                  <a:gd name="connsiteY5" fmla="*/ 1093 h 6345"/>
                  <a:gd name="connsiteX6" fmla="*/ 230 w 6343"/>
                  <a:gd name="connsiteY6" fmla="*/ 3337 h 6345"/>
                  <a:gd name="connsiteX7" fmla="*/ 1159 w 6343"/>
                  <a:gd name="connsiteY7" fmla="*/ 5580 h 6345"/>
                  <a:gd name="connsiteX8" fmla="*/ 3402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09"/>
                    </a:moveTo>
                    <a:cubicBezTo>
                      <a:pt x="4243" y="6509"/>
                      <a:pt x="5050" y="6175"/>
                      <a:pt x="5645" y="5580"/>
                    </a:cubicBezTo>
                    <a:cubicBezTo>
                      <a:pt x="6239" y="4985"/>
                      <a:pt x="6574" y="4178"/>
                      <a:pt x="6574" y="3337"/>
                    </a:cubicBezTo>
                    <a:cubicBezTo>
                      <a:pt x="6574" y="2495"/>
                      <a:pt x="6239" y="1688"/>
                      <a:pt x="5645" y="1093"/>
                    </a:cubicBezTo>
                    <a:cubicBezTo>
                      <a:pt x="5050" y="498"/>
                      <a:pt x="4243" y="164"/>
                      <a:pt x="3402" y="164"/>
                    </a:cubicBezTo>
                    <a:cubicBezTo>
                      <a:pt x="2561" y="164"/>
                      <a:pt x="1754" y="498"/>
                      <a:pt x="1159" y="1093"/>
                    </a:cubicBezTo>
                    <a:cubicBezTo>
                      <a:pt x="565" y="1688"/>
                      <a:pt x="230" y="2495"/>
                      <a:pt x="230" y="3337"/>
                    </a:cubicBezTo>
                    <a:cubicBezTo>
                      <a:pt x="230" y="4178"/>
                      <a:pt x="565" y="4985"/>
                      <a:pt x="1159" y="5580"/>
                    </a:cubicBezTo>
                    <a:cubicBezTo>
                      <a:pt x="1754" y="6175"/>
                      <a:pt x="2561" y="6509"/>
                      <a:pt x="3402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79" name="Freeform: Shape 16478">
                <a:extLst>
                  <a:ext uri="{FF2B5EF4-FFF2-40B4-BE49-F238E27FC236}">
                    <a16:creationId xmlns:a16="http://schemas.microsoft.com/office/drawing/2014/main" id="{68782636-1E1A-FEAC-6A08-0E14289D3760}"/>
                  </a:ext>
                </a:extLst>
              </p:cNvPr>
              <p:cNvSpPr/>
              <p:nvPr/>
            </p:nvSpPr>
            <p:spPr>
              <a:xfrm>
                <a:off x="9331094" y="5558665"/>
                <a:ext cx="6343" cy="6345"/>
              </a:xfrm>
              <a:custGeom>
                <a:avLst/>
                <a:gdLst>
                  <a:gd name="connsiteX0" fmla="*/ 3402 w 6343"/>
                  <a:gd name="connsiteY0" fmla="*/ 6509 h 6345"/>
                  <a:gd name="connsiteX1" fmla="*/ 5645 w 6343"/>
                  <a:gd name="connsiteY1" fmla="*/ 5580 h 6345"/>
                  <a:gd name="connsiteX2" fmla="*/ 6573 w 6343"/>
                  <a:gd name="connsiteY2" fmla="*/ 3337 h 6345"/>
                  <a:gd name="connsiteX3" fmla="*/ 5645 w 6343"/>
                  <a:gd name="connsiteY3" fmla="*/ 1093 h 6345"/>
                  <a:gd name="connsiteX4" fmla="*/ 3402 w 6343"/>
                  <a:gd name="connsiteY4" fmla="*/ 164 h 6345"/>
                  <a:gd name="connsiteX5" fmla="*/ 1159 w 6343"/>
                  <a:gd name="connsiteY5" fmla="*/ 1093 h 6345"/>
                  <a:gd name="connsiteX6" fmla="*/ 230 w 6343"/>
                  <a:gd name="connsiteY6" fmla="*/ 3337 h 6345"/>
                  <a:gd name="connsiteX7" fmla="*/ 1159 w 6343"/>
                  <a:gd name="connsiteY7" fmla="*/ 5580 h 6345"/>
                  <a:gd name="connsiteX8" fmla="*/ 3402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09"/>
                    </a:moveTo>
                    <a:cubicBezTo>
                      <a:pt x="4243" y="6509"/>
                      <a:pt x="5050" y="6175"/>
                      <a:pt x="5645" y="5580"/>
                    </a:cubicBezTo>
                    <a:cubicBezTo>
                      <a:pt x="6239" y="4985"/>
                      <a:pt x="6573" y="4178"/>
                      <a:pt x="6573" y="3337"/>
                    </a:cubicBezTo>
                    <a:cubicBezTo>
                      <a:pt x="6573" y="2495"/>
                      <a:pt x="6239" y="1688"/>
                      <a:pt x="5645" y="1093"/>
                    </a:cubicBezTo>
                    <a:cubicBezTo>
                      <a:pt x="5050" y="498"/>
                      <a:pt x="4243" y="164"/>
                      <a:pt x="3402" y="164"/>
                    </a:cubicBezTo>
                    <a:cubicBezTo>
                      <a:pt x="2561" y="164"/>
                      <a:pt x="1754" y="498"/>
                      <a:pt x="1159" y="1093"/>
                    </a:cubicBezTo>
                    <a:cubicBezTo>
                      <a:pt x="565" y="1688"/>
                      <a:pt x="230" y="2495"/>
                      <a:pt x="230" y="3337"/>
                    </a:cubicBezTo>
                    <a:cubicBezTo>
                      <a:pt x="230" y="4178"/>
                      <a:pt x="565" y="4985"/>
                      <a:pt x="1159" y="5580"/>
                    </a:cubicBezTo>
                    <a:cubicBezTo>
                      <a:pt x="1754" y="6175"/>
                      <a:pt x="2561" y="6509"/>
                      <a:pt x="3402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80" name="Freeform: Shape 16479">
                <a:extLst>
                  <a:ext uri="{FF2B5EF4-FFF2-40B4-BE49-F238E27FC236}">
                    <a16:creationId xmlns:a16="http://schemas.microsoft.com/office/drawing/2014/main" id="{AC4D2844-407B-E27F-4E3D-4934E59FF3FF}"/>
                  </a:ext>
                </a:extLst>
              </p:cNvPr>
              <p:cNvSpPr/>
              <p:nvPr/>
            </p:nvSpPr>
            <p:spPr>
              <a:xfrm>
                <a:off x="9330355" y="5555939"/>
                <a:ext cx="6343" cy="6345"/>
              </a:xfrm>
              <a:custGeom>
                <a:avLst/>
                <a:gdLst>
                  <a:gd name="connsiteX0" fmla="*/ 3402 w 6343"/>
                  <a:gd name="connsiteY0" fmla="*/ 6509 h 6345"/>
                  <a:gd name="connsiteX1" fmla="*/ 5644 w 6343"/>
                  <a:gd name="connsiteY1" fmla="*/ 5580 h 6345"/>
                  <a:gd name="connsiteX2" fmla="*/ 6573 w 6343"/>
                  <a:gd name="connsiteY2" fmla="*/ 3336 h 6345"/>
                  <a:gd name="connsiteX3" fmla="*/ 5644 w 6343"/>
                  <a:gd name="connsiteY3" fmla="*/ 1093 h 6345"/>
                  <a:gd name="connsiteX4" fmla="*/ 3402 w 6343"/>
                  <a:gd name="connsiteY4" fmla="*/ 164 h 6345"/>
                  <a:gd name="connsiteX5" fmla="*/ 1159 w 6343"/>
                  <a:gd name="connsiteY5" fmla="*/ 1093 h 6345"/>
                  <a:gd name="connsiteX6" fmla="*/ 230 w 6343"/>
                  <a:gd name="connsiteY6" fmla="*/ 3336 h 6345"/>
                  <a:gd name="connsiteX7" fmla="*/ 1159 w 6343"/>
                  <a:gd name="connsiteY7" fmla="*/ 5580 h 6345"/>
                  <a:gd name="connsiteX8" fmla="*/ 3402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09"/>
                    </a:moveTo>
                    <a:cubicBezTo>
                      <a:pt x="4243" y="6509"/>
                      <a:pt x="5050" y="6175"/>
                      <a:pt x="5644" y="5580"/>
                    </a:cubicBezTo>
                    <a:cubicBezTo>
                      <a:pt x="6239" y="4985"/>
                      <a:pt x="6573" y="4178"/>
                      <a:pt x="6573" y="3336"/>
                    </a:cubicBezTo>
                    <a:cubicBezTo>
                      <a:pt x="6573" y="2495"/>
                      <a:pt x="6239" y="1688"/>
                      <a:pt x="5644" y="1093"/>
                    </a:cubicBezTo>
                    <a:cubicBezTo>
                      <a:pt x="5050" y="498"/>
                      <a:pt x="4243" y="164"/>
                      <a:pt x="3402" y="164"/>
                    </a:cubicBezTo>
                    <a:cubicBezTo>
                      <a:pt x="2561" y="164"/>
                      <a:pt x="1754" y="498"/>
                      <a:pt x="1159" y="1093"/>
                    </a:cubicBezTo>
                    <a:cubicBezTo>
                      <a:pt x="564" y="1688"/>
                      <a:pt x="230" y="2495"/>
                      <a:pt x="230" y="3336"/>
                    </a:cubicBezTo>
                    <a:cubicBezTo>
                      <a:pt x="230" y="4178"/>
                      <a:pt x="564" y="4985"/>
                      <a:pt x="1159" y="5580"/>
                    </a:cubicBezTo>
                    <a:cubicBezTo>
                      <a:pt x="1754" y="6175"/>
                      <a:pt x="2561" y="6509"/>
                      <a:pt x="3402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81" name="Freeform: Shape 16480">
                <a:extLst>
                  <a:ext uri="{FF2B5EF4-FFF2-40B4-BE49-F238E27FC236}">
                    <a16:creationId xmlns:a16="http://schemas.microsoft.com/office/drawing/2014/main" id="{750A810C-50D7-9F96-F47E-23AA118DBBFD}"/>
                  </a:ext>
                </a:extLst>
              </p:cNvPr>
              <p:cNvSpPr/>
              <p:nvPr/>
            </p:nvSpPr>
            <p:spPr>
              <a:xfrm>
                <a:off x="9329573" y="5553377"/>
                <a:ext cx="6343" cy="6345"/>
              </a:xfrm>
              <a:custGeom>
                <a:avLst/>
                <a:gdLst>
                  <a:gd name="connsiteX0" fmla="*/ 3402 w 6343"/>
                  <a:gd name="connsiteY0" fmla="*/ 6509 h 6345"/>
                  <a:gd name="connsiteX1" fmla="*/ 5644 w 6343"/>
                  <a:gd name="connsiteY1" fmla="*/ 5580 h 6345"/>
                  <a:gd name="connsiteX2" fmla="*/ 6573 w 6343"/>
                  <a:gd name="connsiteY2" fmla="*/ 3336 h 6345"/>
                  <a:gd name="connsiteX3" fmla="*/ 5644 w 6343"/>
                  <a:gd name="connsiteY3" fmla="*/ 1093 h 6345"/>
                  <a:gd name="connsiteX4" fmla="*/ 3402 w 6343"/>
                  <a:gd name="connsiteY4" fmla="*/ 163 h 6345"/>
                  <a:gd name="connsiteX5" fmla="*/ 1159 w 6343"/>
                  <a:gd name="connsiteY5" fmla="*/ 1093 h 6345"/>
                  <a:gd name="connsiteX6" fmla="*/ 230 w 6343"/>
                  <a:gd name="connsiteY6" fmla="*/ 3336 h 6345"/>
                  <a:gd name="connsiteX7" fmla="*/ 1159 w 6343"/>
                  <a:gd name="connsiteY7" fmla="*/ 5580 h 6345"/>
                  <a:gd name="connsiteX8" fmla="*/ 3402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09"/>
                    </a:moveTo>
                    <a:cubicBezTo>
                      <a:pt x="4243" y="6509"/>
                      <a:pt x="5050" y="6175"/>
                      <a:pt x="5644" y="5580"/>
                    </a:cubicBezTo>
                    <a:cubicBezTo>
                      <a:pt x="6239" y="4985"/>
                      <a:pt x="6573" y="4178"/>
                      <a:pt x="6573" y="3336"/>
                    </a:cubicBezTo>
                    <a:cubicBezTo>
                      <a:pt x="6573" y="2495"/>
                      <a:pt x="6239" y="1688"/>
                      <a:pt x="5644" y="1093"/>
                    </a:cubicBezTo>
                    <a:cubicBezTo>
                      <a:pt x="5050" y="498"/>
                      <a:pt x="4243" y="163"/>
                      <a:pt x="3402" y="163"/>
                    </a:cubicBezTo>
                    <a:cubicBezTo>
                      <a:pt x="2561" y="163"/>
                      <a:pt x="1754" y="498"/>
                      <a:pt x="1159" y="1093"/>
                    </a:cubicBezTo>
                    <a:cubicBezTo>
                      <a:pt x="564" y="1688"/>
                      <a:pt x="230" y="2495"/>
                      <a:pt x="230" y="3336"/>
                    </a:cubicBezTo>
                    <a:cubicBezTo>
                      <a:pt x="230" y="4178"/>
                      <a:pt x="564" y="4985"/>
                      <a:pt x="1159" y="5580"/>
                    </a:cubicBezTo>
                    <a:cubicBezTo>
                      <a:pt x="1754" y="6175"/>
                      <a:pt x="2561" y="6509"/>
                      <a:pt x="3402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82" name="Freeform: Shape 16481">
                <a:extLst>
                  <a:ext uri="{FF2B5EF4-FFF2-40B4-BE49-F238E27FC236}">
                    <a16:creationId xmlns:a16="http://schemas.microsoft.com/office/drawing/2014/main" id="{C2A37933-3AF4-BC36-2B25-25CC70C7604A}"/>
                  </a:ext>
                </a:extLst>
              </p:cNvPr>
              <p:cNvSpPr/>
              <p:nvPr/>
            </p:nvSpPr>
            <p:spPr>
              <a:xfrm>
                <a:off x="9328818" y="5550816"/>
                <a:ext cx="6343" cy="6345"/>
              </a:xfrm>
              <a:custGeom>
                <a:avLst/>
                <a:gdLst>
                  <a:gd name="connsiteX0" fmla="*/ 3402 w 6343"/>
                  <a:gd name="connsiteY0" fmla="*/ 6509 h 6345"/>
                  <a:gd name="connsiteX1" fmla="*/ 5644 w 6343"/>
                  <a:gd name="connsiteY1" fmla="*/ 5579 h 6345"/>
                  <a:gd name="connsiteX2" fmla="*/ 6573 w 6343"/>
                  <a:gd name="connsiteY2" fmla="*/ 3336 h 6345"/>
                  <a:gd name="connsiteX3" fmla="*/ 5644 w 6343"/>
                  <a:gd name="connsiteY3" fmla="*/ 1092 h 6345"/>
                  <a:gd name="connsiteX4" fmla="*/ 3402 w 6343"/>
                  <a:gd name="connsiteY4" fmla="*/ 163 h 6345"/>
                  <a:gd name="connsiteX5" fmla="*/ 1159 w 6343"/>
                  <a:gd name="connsiteY5" fmla="*/ 1092 h 6345"/>
                  <a:gd name="connsiteX6" fmla="*/ 230 w 6343"/>
                  <a:gd name="connsiteY6" fmla="*/ 3336 h 6345"/>
                  <a:gd name="connsiteX7" fmla="*/ 1159 w 6343"/>
                  <a:gd name="connsiteY7" fmla="*/ 5579 h 6345"/>
                  <a:gd name="connsiteX8" fmla="*/ 3402 w 6343"/>
                  <a:gd name="connsiteY8" fmla="*/ 650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09"/>
                    </a:moveTo>
                    <a:cubicBezTo>
                      <a:pt x="4243" y="6509"/>
                      <a:pt x="5050" y="6174"/>
                      <a:pt x="5644" y="5579"/>
                    </a:cubicBezTo>
                    <a:cubicBezTo>
                      <a:pt x="6239" y="4984"/>
                      <a:pt x="6573" y="4177"/>
                      <a:pt x="6573" y="3336"/>
                    </a:cubicBezTo>
                    <a:cubicBezTo>
                      <a:pt x="6573" y="2495"/>
                      <a:pt x="6239" y="1687"/>
                      <a:pt x="5644" y="1092"/>
                    </a:cubicBezTo>
                    <a:cubicBezTo>
                      <a:pt x="5050" y="498"/>
                      <a:pt x="4243" y="163"/>
                      <a:pt x="3402" y="163"/>
                    </a:cubicBezTo>
                    <a:cubicBezTo>
                      <a:pt x="2561" y="163"/>
                      <a:pt x="1754" y="498"/>
                      <a:pt x="1159" y="1092"/>
                    </a:cubicBezTo>
                    <a:cubicBezTo>
                      <a:pt x="564" y="1687"/>
                      <a:pt x="230" y="2495"/>
                      <a:pt x="230" y="3336"/>
                    </a:cubicBezTo>
                    <a:cubicBezTo>
                      <a:pt x="230" y="4177"/>
                      <a:pt x="564" y="4984"/>
                      <a:pt x="1159" y="5579"/>
                    </a:cubicBezTo>
                    <a:cubicBezTo>
                      <a:pt x="1754" y="6174"/>
                      <a:pt x="2561" y="6509"/>
                      <a:pt x="3402" y="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83" name="Freeform: Shape 16482">
                <a:extLst>
                  <a:ext uri="{FF2B5EF4-FFF2-40B4-BE49-F238E27FC236}">
                    <a16:creationId xmlns:a16="http://schemas.microsoft.com/office/drawing/2014/main" id="{2883B7E2-4739-F5E1-01E9-82FC9CC57089}"/>
                  </a:ext>
                </a:extLst>
              </p:cNvPr>
              <p:cNvSpPr/>
              <p:nvPr/>
            </p:nvSpPr>
            <p:spPr>
              <a:xfrm>
                <a:off x="9328140" y="5548146"/>
                <a:ext cx="6343" cy="6345"/>
              </a:xfrm>
              <a:custGeom>
                <a:avLst/>
                <a:gdLst>
                  <a:gd name="connsiteX0" fmla="*/ 3402 w 6343"/>
                  <a:gd name="connsiteY0" fmla="*/ 6508 h 6345"/>
                  <a:gd name="connsiteX1" fmla="*/ 5644 w 6343"/>
                  <a:gd name="connsiteY1" fmla="*/ 5579 h 6345"/>
                  <a:gd name="connsiteX2" fmla="*/ 6573 w 6343"/>
                  <a:gd name="connsiteY2" fmla="*/ 3336 h 6345"/>
                  <a:gd name="connsiteX3" fmla="*/ 5644 w 6343"/>
                  <a:gd name="connsiteY3" fmla="*/ 1092 h 6345"/>
                  <a:gd name="connsiteX4" fmla="*/ 3402 w 6343"/>
                  <a:gd name="connsiteY4" fmla="*/ 163 h 6345"/>
                  <a:gd name="connsiteX5" fmla="*/ 1159 w 6343"/>
                  <a:gd name="connsiteY5" fmla="*/ 1092 h 6345"/>
                  <a:gd name="connsiteX6" fmla="*/ 230 w 6343"/>
                  <a:gd name="connsiteY6" fmla="*/ 3336 h 6345"/>
                  <a:gd name="connsiteX7" fmla="*/ 1159 w 6343"/>
                  <a:gd name="connsiteY7" fmla="*/ 5579 h 6345"/>
                  <a:gd name="connsiteX8" fmla="*/ 340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08"/>
                    </a:moveTo>
                    <a:cubicBezTo>
                      <a:pt x="4243" y="6508"/>
                      <a:pt x="5050" y="6174"/>
                      <a:pt x="5644" y="5579"/>
                    </a:cubicBezTo>
                    <a:cubicBezTo>
                      <a:pt x="6239" y="4984"/>
                      <a:pt x="6573" y="4177"/>
                      <a:pt x="6573" y="3336"/>
                    </a:cubicBezTo>
                    <a:cubicBezTo>
                      <a:pt x="6573" y="2494"/>
                      <a:pt x="6239" y="1687"/>
                      <a:pt x="5644" y="1092"/>
                    </a:cubicBezTo>
                    <a:cubicBezTo>
                      <a:pt x="5050" y="497"/>
                      <a:pt x="4243" y="163"/>
                      <a:pt x="3402" y="163"/>
                    </a:cubicBezTo>
                    <a:cubicBezTo>
                      <a:pt x="2561" y="163"/>
                      <a:pt x="1754" y="497"/>
                      <a:pt x="1159" y="1092"/>
                    </a:cubicBezTo>
                    <a:cubicBezTo>
                      <a:pt x="564" y="1687"/>
                      <a:pt x="230" y="2494"/>
                      <a:pt x="230" y="3336"/>
                    </a:cubicBezTo>
                    <a:cubicBezTo>
                      <a:pt x="230" y="4177"/>
                      <a:pt x="564" y="4984"/>
                      <a:pt x="1159" y="5579"/>
                    </a:cubicBezTo>
                    <a:cubicBezTo>
                      <a:pt x="1754" y="6174"/>
                      <a:pt x="2561" y="6508"/>
                      <a:pt x="340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84" name="Freeform: Shape 16483">
                <a:extLst>
                  <a:ext uri="{FF2B5EF4-FFF2-40B4-BE49-F238E27FC236}">
                    <a16:creationId xmlns:a16="http://schemas.microsoft.com/office/drawing/2014/main" id="{57B7274C-634D-427F-4E73-9218DC33894B}"/>
                  </a:ext>
                </a:extLst>
              </p:cNvPr>
              <p:cNvSpPr/>
              <p:nvPr/>
            </p:nvSpPr>
            <p:spPr>
              <a:xfrm>
                <a:off x="9327541" y="5545370"/>
                <a:ext cx="6343" cy="6345"/>
              </a:xfrm>
              <a:custGeom>
                <a:avLst/>
                <a:gdLst>
                  <a:gd name="connsiteX0" fmla="*/ 3402 w 6343"/>
                  <a:gd name="connsiteY0" fmla="*/ 6508 h 6345"/>
                  <a:gd name="connsiteX1" fmla="*/ 5644 w 6343"/>
                  <a:gd name="connsiteY1" fmla="*/ 5579 h 6345"/>
                  <a:gd name="connsiteX2" fmla="*/ 6573 w 6343"/>
                  <a:gd name="connsiteY2" fmla="*/ 3335 h 6345"/>
                  <a:gd name="connsiteX3" fmla="*/ 5644 w 6343"/>
                  <a:gd name="connsiteY3" fmla="*/ 1092 h 6345"/>
                  <a:gd name="connsiteX4" fmla="*/ 3402 w 6343"/>
                  <a:gd name="connsiteY4" fmla="*/ 163 h 6345"/>
                  <a:gd name="connsiteX5" fmla="*/ 1159 w 6343"/>
                  <a:gd name="connsiteY5" fmla="*/ 1092 h 6345"/>
                  <a:gd name="connsiteX6" fmla="*/ 230 w 6343"/>
                  <a:gd name="connsiteY6" fmla="*/ 3335 h 6345"/>
                  <a:gd name="connsiteX7" fmla="*/ 1159 w 6343"/>
                  <a:gd name="connsiteY7" fmla="*/ 5579 h 6345"/>
                  <a:gd name="connsiteX8" fmla="*/ 340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08"/>
                    </a:moveTo>
                    <a:cubicBezTo>
                      <a:pt x="4243" y="6508"/>
                      <a:pt x="5049" y="6174"/>
                      <a:pt x="5644" y="5579"/>
                    </a:cubicBezTo>
                    <a:cubicBezTo>
                      <a:pt x="6239" y="4984"/>
                      <a:pt x="6573" y="4177"/>
                      <a:pt x="6573" y="3335"/>
                    </a:cubicBezTo>
                    <a:cubicBezTo>
                      <a:pt x="6573" y="2494"/>
                      <a:pt x="6239" y="1687"/>
                      <a:pt x="5644" y="1092"/>
                    </a:cubicBezTo>
                    <a:cubicBezTo>
                      <a:pt x="5049" y="497"/>
                      <a:pt x="4243" y="163"/>
                      <a:pt x="3402" y="163"/>
                    </a:cubicBezTo>
                    <a:cubicBezTo>
                      <a:pt x="2561" y="163"/>
                      <a:pt x="1754" y="497"/>
                      <a:pt x="1159" y="1092"/>
                    </a:cubicBezTo>
                    <a:cubicBezTo>
                      <a:pt x="564" y="1687"/>
                      <a:pt x="230" y="2494"/>
                      <a:pt x="230" y="3335"/>
                    </a:cubicBezTo>
                    <a:cubicBezTo>
                      <a:pt x="230" y="4177"/>
                      <a:pt x="564" y="4984"/>
                      <a:pt x="1159" y="5579"/>
                    </a:cubicBezTo>
                    <a:cubicBezTo>
                      <a:pt x="1754" y="6174"/>
                      <a:pt x="2561" y="6508"/>
                      <a:pt x="340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85" name="Freeform: Shape 16484">
                <a:extLst>
                  <a:ext uri="{FF2B5EF4-FFF2-40B4-BE49-F238E27FC236}">
                    <a16:creationId xmlns:a16="http://schemas.microsoft.com/office/drawing/2014/main" id="{11C9092A-EC4A-CE04-8E40-2ED41B4337EE}"/>
                  </a:ext>
                </a:extLst>
              </p:cNvPr>
              <p:cNvSpPr/>
              <p:nvPr/>
            </p:nvSpPr>
            <p:spPr>
              <a:xfrm>
                <a:off x="9326639" y="5543298"/>
                <a:ext cx="6343" cy="6345"/>
              </a:xfrm>
              <a:custGeom>
                <a:avLst/>
                <a:gdLst>
                  <a:gd name="connsiteX0" fmla="*/ 3402 w 6343"/>
                  <a:gd name="connsiteY0" fmla="*/ 6508 h 6345"/>
                  <a:gd name="connsiteX1" fmla="*/ 5644 w 6343"/>
                  <a:gd name="connsiteY1" fmla="*/ 5579 h 6345"/>
                  <a:gd name="connsiteX2" fmla="*/ 6573 w 6343"/>
                  <a:gd name="connsiteY2" fmla="*/ 3335 h 6345"/>
                  <a:gd name="connsiteX3" fmla="*/ 5644 w 6343"/>
                  <a:gd name="connsiteY3" fmla="*/ 1092 h 6345"/>
                  <a:gd name="connsiteX4" fmla="*/ 3402 w 6343"/>
                  <a:gd name="connsiteY4" fmla="*/ 163 h 6345"/>
                  <a:gd name="connsiteX5" fmla="*/ 1159 w 6343"/>
                  <a:gd name="connsiteY5" fmla="*/ 1092 h 6345"/>
                  <a:gd name="connsiteX6" fmla="*/ 230 w 6343"/>
                  <a:gd name="connsiteY6" fmla="*/ 3335 h 6345"/>
                  <a:gd name="connsiteX7" fmla="*/ 1159 w 6343"/>
                  <a:gd name="connsiteY7" fmla="*/ 5579 h 6345"/>
                  <a:gd name="connsiteX8" fmla="*/ 340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08"/>
                    </a:moveTo>
                    <a:cubicBezTo>
                      <a:pt x="4243" y="6508"/>
                      <a:pt x="5049" y="6174"/>
                      <a:pt x="5644" y="5579"/>
                    </a:cubicBezTo>
                    <a:cubicBezTo>
                      <a:pt x="6239" y="4984"/>
                      <a:pt x="6573" y="4177"/>
                      <a:pt x="6573" y="3335"/>
                    </a:cubicBezTo>
                    <a:cubicBezTo>
                      <a:pt x="6573" y="2494"/>
                      <a:pt x="6239" y="1687"/>
                      <a:pt x="5644" y="1092"/>
                    </a:cubicBezTo>
                    <a:cubicBezTo>
                      <a:pt x="5049" y="497"/>
                      <a:pt x="4243" y="163"/>
                      <a:pt x="3402" y="163"/>
                    </a:cubicBezTo>
                    <a:cubicBezTo>
                      <a:pt x="2560" y="163"/>
                      <a:pt x="1754" y="497"/>
                      <a:pt x="1159" y="1092"/>
                    </a:cubicBezTo>
                    <a:cubicBezTo>
                      <a:pt x="564" y="1687"/>
                      <a:pt x="230" y="2494"/>
                      <a:pt x="230" y="3335"/>
                    </a:cubicBezTo>
                    <a:cubicBezTo>
                      <a:pt x="230" y="4177"/>
                      <a:pt x="564" y="4984"/>
                      <a:pt x="1159" y="5579"/>
                    </a:cubicBezTo>
                    <a:cubicBezTo>
                      <a:pt x="1754" y="6174"/>
                      <a:pt x="2560" y="6508"/>
                      <a:pt x="340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86" name="Freeform: Shape 16485">
                <a:extLst>
                  <a:ext uri="{FF2B5EF4-FFF2-40B4-BE49-F238E27FC236}">
                    <a16:creationId xmlns:a16="http://schemas.microsoft.com/office/drawing/2014/main" id="{CDF27396-197A-5890-92FC-C27F8F573E83}"/>
                  </a:ext>
                </a:extLst>
              </p:cNvPr>
              <p:cNvSpPr/>
              <p:nvPr/>
            </p:nvSpPr>
            <p:spPr>
              <a:xfrm>
                <a:off x="9325526" y="5541709"/>
                <a:ext cx="6343" cy="6345"/>
              </a:xfrm>
              <a:custGeom>
                <a:avLst/>
                <a:gdLst>
                  <a:gd name="connsiteX0" fmla="*/ 3401 w 6343"/>
                  <a:gd name="connsiteY0" fmla="*/ 6508 h 6345"/>
                  <a:gd name="connsiteX1" fmla="*/ 5644 w 6343"/>
                  <a:gd name="connsiteY1" fmla="*/ 5579 h 6345"/>
                  <a:gd name="connsiteX2" fmla="*/ 6573 w 6343"/>
                  <a:gd name="connsiteY2" fmla="*/ 3335 h 6345"/>
                  <a:gd name="connsiteX3" fmla="*/ 5644 w 6343"/>
                  <a:gd name="connsiteY3" fmla="*/ 1092 h 6345"/>
                  <a:gd name="connsiteX4" fmla="*/ 3401 w 6343"/>
                  <a:gd name="connsiteY4" fmla="*/ 162 h 6345"/>
                  <a:gd name="connsiteX5" fmla="*/ 1159 w 6343"/>
                  <a:gd name="connsiteY5" fmla="*/ 1092 h 6345"/>
                  <a:gd name="connsiteX6" fmla="*/ 230 w 6343"/>
                  <a:gd name="connsiteY6" fmla="*/ 3335 h 6345"/>
                  <a:gd name="connsiteX7" fmla="*/ 1159 w 6343"/>
                  <a:gd name="connsiteY7" fmla="*/ 5579 h 6345"/>
                  <a:gd name="connsiteX8" fmla="*/ 340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8"/>
                    </a:moveTo>
                    <a:cubicBezTo>
                      <a:pt x="4243" y="6508"/>
                      <a:pt x="5049" y="6174"/>
                      <a:pt x="5644" y="5579"/>
                    </a:cubicBezTo>
                    <a:cubicBezTo>
                      <a:pt x="6239" y="4984"/>
                      <a:pt x="6573" y="4177"/>
                      <a:pt x="6573" y="3335"/>
                    </a:cubicBezTo>
                    <a:cubicBezTo>
                      <a:pt x="6573" y="2494"/>
                      <a:pt x="6239" y="1687"/>
                      <a:pt x="5644" y="1092"/>
                    </a:cubicBezTo>
                    <a:cubicBezTo>
                      <a:pt x="5049" y="497"/>
                      <a:pt x="4243" y="162"/>
                      <a:pt x="3401" y="162"/>
                    </a:cubicBezTo>
                    <a:cubicBezTo>
                      <a:pt x="2560" y="162"/>
                      <a:pt x="1754" y="497"/>
                      <a:pt x="1159" y="1092"/>
                    </a:cubicBezTo>
                    <a:cubicBezTo>
                      <a:pt x="564" y="1687"/>
                      <a:pt x="230" y="2494"/>
                      <a:pt x="230" y="3335"/>
                    </a:cubicBezTo>
                    <a:cubicBezTo>
                      <a:pt x="230" y="4177"/>
                      <a:pt x="564" y="4984"/>
                      <a:pt x="1159" y="5579"/>
                    </a:cubicBezTo>
                    <a:cubicBezTo>
                      <a:pt x="1754" y="6174"/>
                      <a:pt x="2560" y="6508"/>
                      <a:pt x="340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87" name="Freeform: Shape 16486">
                <a:extLst>
                  <a:ext uri="{FF2B5EF4-FFF2-40B4-BE49-F238E27FC236}">
                    <a16:creationId xmlns:a16="http://schemas.microsoft.com/office/drawing/2014/main" id="{27EC3344-F2D6-1F85-E76A-36FA19589710}"/>
                  </a:ext>
                </a:extLst>
              </p:cNvPr>
              <p:cNvSpPr/>
              <p:nvPr/>
            </p:nvSpPr>
            <p:spPr>
              <a:xfrm>
                <a:off x="9324585" y="5539794"/>
                <a:ext cx="6343" cy="6345"/>
              </a:xfrm>
              <a:custGeom>
                <a:avLst/>
                <a:gdLst>
                  <a:gd name="connsiteX0" fmla="*/ 3401 w 6343"/>
                  <a:gd name="connsiteY0" fmla="*/ 6508 h 6345"/>
                  <a:gd name="connsiteX1" fmla="*/ 5644 w 6343"/>
                  <a:gd name="connsiteY1" fmla="*/ 5579 h 6345"/>
                  <a:gd name="connsiteX2" fmla="*/ 6573 w 6343"/>
                  <a:gd name="connsiteY2" fmla="*/ 3335 h 6345"/>
                  <a:gd name="connsiteX3" fmla="*/ 5644 w 6343"/>
                  <a:gd name="connsiteY3" fmla="*/ 1092 h 6345"/>
                  <a:gd name="connsiteX4" fmla="*/ 3401 w 6343"/>
                  <a:gd name="connsiteY4" fmla="*/ 162 h 6345"/>
                  <a:gd name="connsiteX5" fmla="*/ 1159 w 6343"/>
                  <a:gd name="connsiteY5" fmla="*/ 1092 h 6345"/>
                  <a:gd name="connsiteX6" fmla="*/ 230 w 6343"/>
                  <a:gd name="connsiteY6" fmla="*/ 3335 h 6345"/>
                  <a:gd name="connsiteX7" fmla="*/ 1159 w 6343"/>
                  <a:gd name="connsiteY7" fmla="*/ 5579 h 6345"/>
                  <a:gd name="connsiteX8" fmla="*/ 340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8"/>
                    </a:moveTo>
                    <a:cubicBezTo>
                      <a:pt x="4242" y="6508"/>
                      <a:pt x="5049" y="6173"/>
                      <a:pt x="5644" y="5579"/>
                    </a:cubicBezTo>
                    <a:cubicBezTo>
                      <a:pt x="6239" y="4984"/>
                      <a:pt x="6573" y="4176"/>
                      <a:pt x="6573" y="3335"/>
                    </a:cubicBezTo>
                    <a:cubicBezTo>
                      <a:pt x="6573" y="2494"/>
                      <a:pt x="6239" y="1687"/>
                      <a:pt x="5644" y="1092"/>
                    </a:cubicBezTo>
                    <a:cubicBezTo>
                      <a:pt x="5049" y="497"/>
                      <a:pt x="4242" y="162"/>
                      <a:pt x="3401" y="162"/>
                    </a:cubicBezTo>
                    <a:cubicBezTo>
                      <a:pt x="2560" y="162"/>
                      <a:pt x="1754" y="497"/>
                      <a:pt x="1159" y="1092"/>
                    </a:cubicBezTo>
                    <a:cubicBezTo>
                      <a:pt x="564" y="1687"/>
                      <a:pt x="230" y="2494"/>
                      <a:pt x="230" y="3335"/>
                    </a:cubicBezTo>
                    <a:cubicBezTo>
                      <a:pt x="230" y="4176"/>
                      <a:pt x="564" y="4984"/>
                      <a:pt x="1159" y="5579"/>
                    </a:cubicBezTo>
                    <a:cubicBezTo>
                      <a:pt x="1754" y="6173"/>
                      <a:pt x="2560" y="6508"/>
                      <a:pt x="340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88" name="Freeform: Shape 16487">
                <a:extLst>
                  <a:ext uri="{FF2B5EF4-FFF2-40B4-BE49-F238E27FC236}">
                    <a16:creationId xmlns:a16="http://schemas.microsoft.com/office/drawing/2014/main" id="{58F34EE3-EACD-2140-19FA-9E0F76CE5CBC}"/>
                  </a:ext>
                </a:extLst>
              </p:cNvPr>
              <p:cNvSpPr/>
              <p:nvPr/>
            </p:nvSpPr>
            <p:spPr>
              <a:xfrm>
                <a:off x="9323477" y="5538251"/>
                <a:ext cx="6343" cy="6345"/>
              </a:xfrm>
              <a:custGeom>
                <a:avLst/>
                <a:gdLst>
                  <a:gd name="connsiteX0" fmla="*/ 3401 w 6343"/>
                  <a:gd name="connsiteY0" fmla="*/ 6508 h 6345"/>
                  <a:gd name="connsiteX1" fmla="*/ 5644 w 6343"/>
                  <a:gd name="connsiteY1" fmla="*/ 5578 h 6345"/>
                  <a:gd name="connsiteX2" fmla="*/ 6573 w 6343"/>
                  <a:gd name="connsiteY2" fmla="*/ 3335 h 6345"/>
                  <a:gd name="connsiteX3" fmla="*/ 5644 w 6343"/>
                  <a:gd name="connsiteY3" fmla="*/ 1091 h 6345"/>
                  <a:gd name="connsiteX4" fmla="*/ 3401 w 6343"/>
                  <a:gd name="connsiteY4" fmla="*/ 162 h 6345"/>
                  <a:gd name="connsiteX5" fmla="*/ 1159 w 6343"/>
                  <a:gd name="connsiteY5" fmla="*/ 1091 h 6345"/>
                  <a:gd name="connsiteX6" fmla="*/ 230 w 6343"/>
                  <a:gd name="connsiteY6" fmla="*/ 3335 h 6345"/>
                  <a:gd name="connsiteX7" fmla="*/ 1159 w 6343"/>
                  <a:gd name="connsiteY7" fmla="*/ 5578 h 6345"/>
                  <a:gd name="connsiteX8" fmla="*/ 340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8"/>
                    </a:moveTo>
                    <a:cubicBezTo>
                      <a:pt x="4242" y="6508"/>
                      <a:pt x="5049" y="6173"/>
                      <a:pt x="5644" y="5578"/>
                    </a:cubicBezTo>
                    <a:cubicBezTo>
                      <a:pt x="6239" y="4983"/>
                      <a:pt x="6573" y="4176"/>
                      <a:pt x="6573" y="3335"/>
                    </a:cubicBezTo>
                    <a:cubicBezTo>
                      <a:pt x="6573" y="2494"/>
                      <a:pt x="6239" y="1686"/>
                      <a:pt x="5644" y="1091"/>
                    </a:cubicBezTo>
                    <a:cubicBezTo>
                      <a:pt x="5049" y="497"/>
                      <a:pt x="4242" y="162"/>
                      <a:pt x="3401" y="162"/>
                    </a:cubicBezTo>
                    <a:cubicBezTo>
                      <a:pt x="2560" y="162"/>
                      <a:pt x="1753" y="497"/>
                      <a:pt x="1159" y="1091"/>
                    </a:cubicBezTo>
                    <a:cubicBezTo>
                      <a:pt x="564" y="1686"/>
                      <a:pt x="230" y="2494"/>
                      <a:pt x="230" y="3335"/>
                    </a:cubicBezTo>
                    <a:cubicBezTo>
                      <a:pt x="230" y="4176"/>
                      <a:pt x="564" y="4983"/>
                      <a:pt x="1159" y="5578"/>
                    </a:cubicBezTo>
                    <a:cubicBezTo>
                      <a:pt x="1753" y="6173"/>
                      <a:pt x="2560" y="6508"/>
                      <a:pt x="340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89" name="Freeform: Shape 16488">
                <a:extLst>
                  <a:ext uri="{FF2B5EF4-FFF2-40B4-BE49-F238E27FC236}">
                    <a16:creationId xmlns:a16="http://schemas.microsoft.com/office/drawing/2014/main" id="{96E16B98-C43B-DC5F-A50F-A6D0F66AE3FD}"/>
                  </a:ext>
                </a:extLst>
              </p:cNvPr>
              <p:cNvSpPr/>
              <p:nvPr/>
            </p:nvSpPr>
            <p:spPr>
              <a:xfrm>
                <a:off x="9322196" y="5537077"/>
                <a:ext cx="6343" cy="6345"/>
              </a:xfrm>
              <a:custGeom>
                <a:avLst/>
                <a:gdLst>
                  <a:gd name="connsiteX0" fmla="*/ 3401 w 6343"/>
                  <a:gd name="connsiteY0" fmla="*/ 6508 h 6345"/>
                  <a:gd name="connsiteX1" fmla="*/ 5644 w 6343"/>
                  <a:gd name="connsiteY1" fmla="*/ 5578 h 6345"/>
                  <a:gd name="connsiteX2" fmla="*/ 6573 w 6343"/>
                  <a:gd name="connsiteY2" fmla="*/ 3335 h 6345"/>
                  <a:gd name="connsiteX3" fmla="*/ 5644 w 6343"/>
                  <a:gd name="connsiteY3" fmla="*/ 1091 h 6345"/>
                  <a:gd name="connsiteX4" fmla="*/ 3401 w 6343"/>
                  <a:gd name="connsiteY4" fmla="*/ 162 h 6345"/>
                  <a:gd name="connsiteX5" fmla="*/ 1159 w 6343"/>
                  <a:gd name="connsiteY5" fmla="*/ 1091 h 6345"/>
                  <a:gd name="connsiteX6" fmla="*/ 230 w 6343"/>
                  <a:gd name="connsiteY6" fmla="*/ 3335 h 6345"/>
                  <a:gd name="connsiteX7" fmla="*/ 1159 w 6343"/>
                  <a:gd name="connsiteY7" fmla="*/ 5578 h 6345"/>
                  <a:gd name="connsiteX8" fmla="*/ 3401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8"/>
                    </a:moveTo>
                    <a:cubicBezTo>
                      <a:pt x="4242" y="6508"/>
                      <a:pt x="5049" y="6173"/>
                      <a:pt x="5644" y="5578"/>
                    </a:cubicBezTo>
                    <a:cubicBezTo>
                      <a:pt x="6239" y="4983"/>
                      <a:pt x="6573" y="4176"/>
                      <a:pt x="6573" y="3335"/>
                    </a:cubicBezTo>
                    <a:cubicBezTo>
                      <a:pt x="6573" y="2493"/>
                      <a:pt x="6239" y="1686"/>
                      <a:pt x="5644" y="1091"/>
                    </a:cubicBezTo>
                    <a:cubicBezTo>
                      <a:pt x="5049" y="496"/>
                      <a:pt x="4242" y="162"/>
                      <a:pt x="3401" y="162"/>
                    </a:cubicBezTo>
                    <a:cubicBezTo>
                      <a:pt x="2560" y="162"/>
                      <a:pt x="1753" y="496"/>
                      <a:pt x="1159" y="1091"/>
                    </a:cubicBezTo>
                    <a:cubicBezTo>
                      <a:pt x="564" y="1686"/>
                      <a:pt x="230" y="2493"/>
                      <a:pt x="230" y="3335"/>
                    </a:cubicBezTo>
                    <a:cubicBezTo>
                      <a:pt x="230" y="4176"/>
                      <a:pt x="564" y="4983"/>
                      <a:pt x="1159" y="5578"/>
                    </a:cubicBezTo>
                    <a:cubicBezTo>
                      <a:pt x="1753" y="6173"/>
                      <a:pt x="2560" y="6508"/>
                      <a:pt x="3401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90" name="Freeform: Shape 16489">
                <a:extLst>
                  <a:ext uri="{FF2B5EF4-FFF2-40B4-BE49-F238E27FC236}">
                    <a16:creationId xmlns:a16="http://schemas.microsoft.com/office/drawing/2014/main" id="{6ECC4AF7-5D60-B81A-5CA1-2AD8F8FC1F4D}"/>
                  </a:ext>
                </a:extLst>
              </p:cNvPr>
              <p:cNvSpPr/>
              <p:nvPr/>
            </p:nvSpPr>
            <p:spPr>
              <a:xfrm>
                <a:off x="9320789" y="5536163"/>
                <a:ext cx="6343" cy="6345"/>
              </a:xfrm>
              <a:custGeom>
                <a:avLst/>
                <a:gdLst>
                  <a:gd name="connsiteX0" fmla="*/ 3401 w 6343"/>
                  <a:gd name="connsiteY0" fmla="*/ 6507 h 6345"/>
                  <a:gd name="connsiteX1" fmla="*/ 5644 w 6343"/>
                  <a:gd name="connsiteY1" fmla="*/ 5578 h 6345"/>
                  <a:gd name="connsiteX2" fmla="*/ 6573 w 6343"/>
                  <a:gd name="connsiteY2" fmla="*/ 3335 h 6345"/>
                  <a:gd name="connsiteX3" fmla="*/ 5644 w 6343"/>
                  <a:gd name="connsiteY3" fmla="*/ 1091 h 6345"/>
                  <a:gd name="connsiteX4" fmla="*/ 3401 w 6343"/>
                  <a:gd name="connsiteY4" fmla="*/ 162 h 6345"/>
                  <a:gd name="connsiteX5" fmla="*/ 1158 w 6343"/>
                  <a:gd name="connsiteY5" fmla="*/ 1091 h 6345"/>
                  <a:gd name="connsiteX6" fmla="*/ 230 w 6343"/>
                  <a:gd name="connsiteY6" fmla="*/ 3335 h 6345"/>
                  <a:gd name="connsiteX7" fmla="*/ 1158 w 6343"/>
                  <a:gd name="connsiteY7" fmla="*/ 5578 h 6345"/>
                  <a:gd name="connsiteX8" fmla="*/ 340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7"/>
                    </a:moveTo>
                    <a:cubicBezTo>
                      <a:pt x="4242" y="6507"/>
                      <a:pt x="5049" y="6173"/>
                      <a:pt x="5644" y="5578"/>
                    </a:cubicBezTo>
                    <a:cubicBezTo>
                      <a:pt x="6238" y="4983"/>
                      <a:pt x="6573" y="4176"/>
                      <a:pt x="6573" y="3335"/>
                    </a:cubicBezTo>
                    <a:cubicBezTo>
                      <a:pt x="6573" y="2493"/>
                      <a:pt x="6238" y="1686"/>
                      <a:pt x="5644" y="1091"/>
                    </a:cubicBezTo>
                    <a:cubicBezTo>
                      <a:pt x="5049" y="496"/>
                      <a:pt x="4242" y="162"/>
                      <a:pt x="3401" y="162"/>
                    </a:cubicBezTo>
                    <a:cubicBezTo>
                      <a:pt x="2560" y="162"/>
                      <a:pt x="1753" y="496"/>
                      <a:pt x="1158" y="1091"/>
                    </a:cubicBezTo>
                    <a:cubicBezTo>
                      <a:pt x="564" y="1686"/>
                      <a:pt x="230" y="2493"/>
                      <a:pt x="230" y="3335"/>
                    </a:cubicBezTo>
                    <a:cubicBezTo>
                      <a:pt x="230" y="4176"/>
                      <a:pt x="564" y="4983"/>
                      <a:pt x="1158" y="5578"/>
                    </a:cubicBezTo>
                    <a:cubicBezTo>
                      <a:pt x="1753" y="6173"/>
                      <a:pt x="2560" y="6507"/>
                      <a:pt x="340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91" name="Freeform: Shape 16490">
                <a:extLst>
                  <a:ext uri="{FF2B5EF4-FFF2-40B4-BE49-F238E27FC236}">
                    <a16:creationId xmlns:a16="http://schemas.microsoft.com/office/drawing/2014/main" id="{31267238-6188-8C06-7162-B1E3F6F3000B}"/>
                  </a:ext>
                </a:extLst>
              </p:cNvPr>
              <p:cNvSpPr/>
              <p:nvPr/>
            </p:nvSpPr>
            <p:spPr>
              <a:xfrm>
                <a:off x="9319856" y="5534339"/>
                <a:ext cx="6343" cy="6345"/>
              </a:xfrm>
              <a:custGeom>
                <a:avLst/>
                <a:gdLst>
                  <a:gd name="connsiteX0" fmla="*/ 3401 w 6343"/>
                  <a:gd name="connsiteY0" fmla="*/ 6507 h 6345"/>
                  <a:gd name="connsiteX1" fmla="*/ 5644 w 6343"/>
                  <a:gd name="connsiteY1" fmla="*/ 5578 h 6345"/>
                  <a:gd name="connsiteX2" fmla="*/ 6573 w 6343"/>
                  <a:gd name="connsiteY2" fmla="*/ 3335 h 6345"/>
                  <a:gd name="connsiteX3" fmla="*/ 5644 w 6343"/>
                  <a:gd name="connsiteY3" fmla="*/ 1091 h 6345"/>
                  <a:gd name="connsiteX4" fmla="*/ 3401 w 6343"/>
                  <a:gd name="connsiteY4" fmla="*/ 162 h 6345"/>
                  <a:gd name="connsiteX5" fmla="*/ 1158 w 6343"/>
                  <a:gd name="connsiteY5" fmla="*/ 1091 h 6345"/>
                  <a:gd name="connsiteX6" fmla="*/ 229 w 6343"/>
                  <a:gd name="connsiteY6" fmla="*/ 3335 h 6345"/>
                  <a:gd name="connsiteX7" fmla="*/ 1158 w 6343"/>
                  <a:gd name="connsiteY7" fmla="*/ 5578 h 6345"/>
                  <a:gd name="connsiteX8" fmla="*/ 340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7"/>
                    </a:moveTo>
                    <a:cubicBezTo>
                      <a:pt x="4242" y="6507"/>
                      <a:pt x="5049" y="6173"/>
                      <a:pt x="5644" y="5578"/>
                    </a:cubicBezTo>
                    <a:cubicBezTo>
                      <a:pt x="6238" y="4983"/>
                      <a:pt x="6573" y="4176"/>
                      <a:pt x="6573" y="3335"/>
                    </a:cubicBezTo>
                    <a:cubicBezTo>
                      <a:pt x="6573" y="2493"/>
                      <a:pt x="6238" y="1686"/>
                      <a:pt x="5644" y="1091"/>
                    </a:cubicBezTo>
                    <a:cubicBezTo>
                      <a:pt x="5049" y="496"/>
                      <a:pt x="4242" y="162"/>
                      <a:pt x="3401" y="162"/>
                    </a:cubicBezTo>
                    <a:cubicBezTo>
                      <a:pt x="2560" y="162"/>
                      <a:pt x="1753" y="496"/>
                      <a:pt x="1158" y="1091"/>
                    </a:cubicBezTo>
                    <a:cubicBezTo>
                      <a:pt x="564" y="1686"/>
                      <a:pt x="229" y="2493"/>
                      <a:pt x="229" y="3335"/>
                    </a:cubicBezTo>
                    <a:cubicBezTo>
                      <a:pt x="229" y="4176"/>
                      <a:pt x="564" y="4983"/>
                      <a:pt x="1158" y="5578"/>
                    </a:cubicBezTo>
                    <a:cubicBezTo>
                      <a:pt x="1753" y="6173"/>
                      <a:pt x="2560" y="6507"/>
                      <a:pt x="340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92" name="Freeform: Shape 16491">
                <a:extLst>
                  <a:ext uri="{FF2B5EF4-FFF2-40B4-BE49-F238E27FC236}">
                    <a16:creationId xmlns:a16="http://schemas.microsoft.com/office/drawing/2014/main" id="{9811AEB2-2912-C7E7-9339-1E80453B8295}"/>
                  </a:ext>
                </a:extLst>
              </p:cNvPr>
              <p:cNvSpPr/>
              <p:nvPr/>
            </p:nvSpPr>
            <p:spPr>
              <a:xfrm>
                <a:off x="9318384" y="5533571"/>
                <a:ext cx="6343" cy="6345"/>
              </a:xfrm>
              <a:custGeom>
                <a:avLst/>
                <a:gdLst>
                  <a:gd name="connsiteX0" fmla="*/ 3401 w 6343"/>
                  <a:gd name="connsiteY0" fmla="*/ 6507 h 6345"/>
                  <a:gd name="connsiteX1" fmla="*/ 5644 w 6343"/>
                  <a:gd name="connsiteY1" fmla="*/ 5578 h 6345"/>
                  <a:gd name="connsiteX2" fmla="*/ 6572 w 6343"/>
                  <a:gd name="connsiteY2" fmla="*/ 3335 h 6345"/>
                  <a:gd name="connsiteX3" fmla="*/ 5644 w 6343"/>
                  <a:gd name="connsiteY3" fmla="*/ 1091 h 6345"/>
                  <a:gd name="connsiteX4" fmla="*/ 3401 w 6343"/>
                  <a:gd name="connsiteY4" fmla="*/ 162 h 6345"/>
                  <a:gd name="connsiteX5" fmla="*/ 1158 w 6343"/>
                  <a:gd name="connsiteY5" fmla="*/ 1091 h 6345"/>
                  <a:gd name="connsiteX6" fmla="*/ 229 w 6343"/>
                  <a:gd name="connsiteY6" fmla="*/ 3335 h 6345"/>
                  <a:gd name="connsiteX7" fmla="*/ 1158 w 6343"/>
                  <a:gd name="connsiteY7" fmla="*/ 5578 h 6345"/>
                  <a:gd name="connsiteX8" fmla="*/ 340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7"/>
                    </a:moveTo>
                    <a:cubicBezTo>
                      <a:pt x="4242" y="6507"/>
                      <a:pt x="5049" y="6173"/>
                      <a:pt x="5644" y="5578"/>
                    </a:cubicBezTo>
                    <a:cubicBezTo>
                      <a:pt x="6238" y="4983"/>
                      <a:pt x="6572" y="4176"/>
                      <a:pt x="6572" y="3335"/>
                    </a:cubicBezTo>
                    <a:cubicBezTo>
                      <a:pt x="6572" y="2493"/>
                      <a:pt x="6238" y="1686"/>
                      <a:pt x="5644" y="1091"/>
                    </a:cubicBezTo>
                    <a:cubicBezTo>
                      <a:pt x="5049" y="496"/>
                      <a:pt x="4242" y="162"/>
                      <a:pt x="3401" y="162"/>
                    </a:cubicBezTo>
                    <a:cubicBezTo>
                      <a:pt x="2560" y="162"/>
                      <a:pt x="1753" y="496"/>
                      <a:pt x="1158" y="1091"/>
                    </a:cubicBezTo>
                    <a:cubicBezTo>
                      <a:pt x="564" y="1686"/>
                      <a:pt x="229" y="2493"/>
                      <a:pt x="229" y="3335"/>
                    </a:cubicBezTo>
                    <a:cubicBezTo>
                      <a:pt x="229" y="4176"/>
                      <a:pt x="564" y="4983"/>
                      <a:pt x="1158" y="5578"/>
                    </a:cubicBezTo>
                    <a:cubicBezTo>
                      <a:pt x="1753" y="6173"/>
                      <a:pt x="2560" y="6507"/>
                      <a:pt x="340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93" name="Freeform: Shape 16492">
                <a:extLst>
                  <a:ext uri="{FF2B5EF4-FFF2-40B4-BE49-F238E27FC236}">
                    <a16:creationId xmlns:a16="http://schemas.microsoft.com/office/drawing/2014/main" id="{0C5CFAA2-F5C0-3A5E-0D06-C62D0551EE02}"/>
                  </a:ext>
                </a:extLst>
              </p:cNvPr>
              <p:cNvSpPr/>
              <p:nvPr/>
            </p:nvSpPr>
            <p:spPr>
              <a:xfrm>
                <a:off x="9317789" y="5531159"/>
                <a:ext cx="6343" cy="6345"/>
              </a:xfrm>
              <a:custGeom>
                <a:avLst/>
                <a:gdLst>
                  <a:gd name="connsiteX0" fmla="*/ 3401 w 6343"/>
                  <a:gd name="connsiteY0" fmla="*/ 6507 h 6345"/>
                  <a:gd name="connsiteX1" fmla="*/ 5643 w 6343"/>
                  <a:gd name="connsiteY1" fmla="*/ 5578 h 6345"/>
                  <a:gd name="connsiteX2" fmla="*/ 6572 w 6343"/>
                  <a:gd name="connsiteY2" fmla="*/ 3334 h 6345"/>
                  <a:gd name="connsiteX3" fmla="*/ 5643 w 6343"/>
                  <a:gd name="connsiteY3" fmla="*/ 1091 h 6345"/>
                  <a:gd name="connsiteX4" fmla="*/ 3401 w 6343"/>
                  <a:gd name="connsiteY4" fmla="*/ 162 h 6345"/>
                  <a:gd name="connsiteX5" fmla="*/ 1158 w 6343"/>
                  <a:gd name="connsiteY5" fmla="*/ 1091 h 6345"/>
                  <a:gd name="connsiteX6" fmla="*/ 229 w 6343"/>
                  <a:gd name="connsiteY6" fmla="*/ 3334 h 6345"/>
                  <a:gd name="connsiteX7" fmla="*/ 1158 w 6343"/>
                  <a:gd name="connsiteY7" fmla="*/ 5578 h 6345"/>
                  <a:gd name="connsiteX8" fmla="*/ 340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7"/>
                    </a:moveTo>
                    <a:cubicBezTo>
                      <a:pt x="4242" y="6507"/>
                      <a:pt x="5049" y="6173"/>
                      <a:pt x="5643" y="5578"/>
                    </a:cubicBezTo>
                    <a:cubicBezTo>
                      <a:pt x="6238" y="4983"/>
                      <a:pt x="6572" y="4176"/>
                      <a:pt x="6572" y="3334"/>
                    </a:cubicBezTo>
                    <a:cubicBezTo>
                      <a:pt x="6572" y="2493"/>
                      <a:pt x="6238" y="1686"/>
                      <a:pt x="5643" y="1091"/>
                    </a:cubicBezTo>
                    <a:cubicBezTo>
                      <a:pt x="5049" y="496"/>
                      <a:pt x="4242" y="162"/>
                      <a:pt x="3401" y="162"/>
                    </a:cubicBezTo>
                    <a:cubicBezTo>
                      <a:pt x="2560" y="162"/>
                      <a:pt x="1753" y="496"/>
                      <a:pt x="1158" y="1091"/>
                    </a:cubicBezTo>
                    <a:cubicBezTo>
                      <a:pt x="563" y="1686"/>
                      <a:pt x="229" y="2493"/>
                      <a:pt x="229" y="3334"/>
                    </a:cubicBezTo>
                    <a:cubicBezTo>
                      <a:pt x="229" y="4176"/>
                      <a:pt x="563" y="4983"/>
                      <a:pt x="1158" y="5578"/>
                    </a:cubicBezTo>
                    <a:cubicBezTo>
                      <a:pt x="1753" y="6173"/>
                      <a:pt x="2560" y="6507"/>
                      <a:pt x="340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94" name="Freeform: Shape 16493">
                <a:extLst>
                  <a:ext uri="{FF2B5EF4-FFF2-40B4-BE49-F238E27FC236}">
                    <a16:creationId xmlns:a16="http://schemas.microsoft.com/office/drawing/2014/main" id="{11C9CA81-08E7-9037-40D7-579657B88FE6}"/>
                  </a:ext>
                </a:extLst>
              </p:cNvPr>
              <p:cNvSpPr/>
              <p:nvPr/>
            </p:nvSpPr>
            <p:spPr>
              <a:xfrm>
                <a:off x="9316593" y="5529905"/>
                <a:ext cx="6343" cy="6345"/>
              </a:xfrm>
              <a:custGeom>
                <a:avLst/>
                <a:gdLst>
                  <a:gd name="connsiteX0" fmla="*/ 3401 w 6343"/>
                  <a:gd name="connsiteY0" fmla="*/ 6507 h 6345"/>
                  <a:gd name="connsiteX1" fmla="*/ 5643 w 6343"/>
                  <a:gd name="connsiteY1" fmla="*/ 5578 h 6345"/>
                  <a:gd name="connsiteX2" fmla="*/ 6572 w 6343"/>
                  <a:gd name="connsiteY2" fmla="*/ 3334 h 6345"/>
                  <a:gd name="connsiteX3" fmla="*/ 5643 w 6343"/>
                  <a:gd name="connsiteY3" fmla="*/ 1091 h 6345"/>
                  <a:gd name="connsiteX4" fmla="*/ 3401 w 6343"/>
                  <a:gd name="connsiteY4" fmla="*/ 162 h 6345"/>
                  <a:gd name="connsiteX5" fmla="*/ 1158 w 6343"/>
                  <a:gd name="connsiteY5" fmla="*/ 1091 h 6345"/>
                  <a:gd name="connsiteX6" fmla="*/ 229 w 6343"/>
                  <a:gd name="connsiteY6" fmla="*/ 3334 h 6345"/>
                  <a:gd name="connsiteX7" fmla="*/ 1158 w 6343"/>
                  <a:gd name="connsiteY7" fmla="*/ 5578 h 6345"/>
                  <a:gd name="connsiteX8" fmla="*/ 340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7"/>
                    </a:moveTo>
                    <a:cubicBezTo>
                      <a:pt x="4242" y="6507"/>
                      <a:pt x="5049" y="6173"/>
                      <a:pt x="5643" y="5578"/>
                    </a:cubicBezTo>
                    <a:cubicBezTo>
                      <a:pt x="6238" y="4983"/>
                      <a:pt x="6572" y="4176"/>
                      <a:pt x="6572" y="3334"/>
                    </a:cubicBezTo>
                    <a:cubicBezTo>
                      <a:pt x="6572" y="2493"/>
                      <a:pt x="6238" y="1686"/>
                      <a:pt x="5643" y="1091"/>
                    </a:cubicBezTo>
                    <a:cubicBezTo>
                      <a:pt x="5049" y="496"/>
                      <a:pt x="4242" y="162"/>
                      <a:pt x="3401" y="162"/>
                    </a:cubicBezTo>
                    <a:cubicBezTo>
                      <a:pt x="2560" y="162"/>
                      <a:pt x="1753" y="496"/>
                      <a:pt x="1158" y="1091"/>
                    </a:cubicBezTo>
                    <a:cubicBezTo>
                      <a:pt x="563" y="1686"/>
                      <a:pt x="229" y="2493"/>
                      <a:pt x="229" y="3334"/>
                    </a:cubicBezTo>
                    <a:cubicBezTo>
                      <a:pt x="229" y="4176"/>
                      <a:pt x="563" y="4983"/>
                      <a:pt x="1158" y="5578"/>
                    </a:cubicBezTo>
                    <a:cubicBezTo>
                      <a:pt x="1753" y="6173"/>
                      <a:pt x="2560" y="6507"/>
                      <a:pt x="340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95" name="Freeform: Shape 16494">
                <a:extLst>
                  <a:ext uri="{FF2B5EF4-FFF2-40B4-BE49-F238E27FC236}">
                    <a16:creationId xmlns:a16="http://schemas.microsoft.com/office/drawing/2014/main" id="{8CA96B08-61D8-167F-7D25-ED45D428E71E}"/>
                  </a:ext>
                </a:extLst>
              </p:cNvPr>
              <p:cNvSpPr/>
              <p:nvPr/>
            </p:nvSpPr>
            <p:spPr>
              <a:xfrm>
                <a:off x="9315091" y="5529221"/>
                <a:ext cx="6343" cy="6345"/>
              </a:xfrm>
              <a:custGeom>
                <a:avLst/>
                <a:gdLst>
                  <a:gd name="connsiteX0" fmla="*/ 3401 w 6343"/>
                  <a:gd name="connsiteY0" fmla="*/ 6507 h 6345"/>
                  <a:gd name="connsiteX1" fmla="*/ 5643 w 6343"/>
                  <a:gd name="connsiteY1" fmla="*/ 5578 h 6345"/>
                  <a:gd name="connsiteX2" fmla="*/ 6572 w 6343"/>
                  <a:gd name="connsiteY2" fmla="*/ 3334 h 6345"/>
                  <a:gd name="connsiteX3" fmla="*/ 5643 w 6343"/>
                  <a:gd name="connsiteY3" fmla="*/ 1091 h 6345"/>
                  <a:gd name="connsiteX4" fmla="*/ 3401 w 6343"/>
                  <a:gd name="connsiteY4" fmla="*/ 162 h 6345"/>
                  <a:gd name="connsiteX5" fmla="*/ 1158 w 6343"/>
                  <a:gd name="connsiteY5" fmla="*/ 1091 h 6345"/>
                  <a:gd name="connsiteX6" fmla="*/ 229 w 6343"/>
                  <a:gd name="connsiteY6" fmla="*/ 3334 h 6345"/>
                  <a:gd name="connsiteX7" fmla="*/ 1158 w 6343"/>
                  <a:gd name="connsiteY7" fmla="*/ 5578 h 6345"/>
                  <a:gd name="connsiteX8" fmla="*/ 340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7"/>
                    </a:moveTo>
                    <a:cubicBezTo>
                      <a:pt x="4242" y="6507"/>
                      <a:pt x="5049" y="6173"/>
                      <a:pt x="5643" y="5578"/>
                    </a:cubicBezTo>
                    <a:cubicBezTo>
                      <a:pt x="6238" y="4983"/>
                      <a:pt x="6572" y="4176"/>
                      <a:pt x="6572" y="3334"/>
                    </a:cubicBezTo>
                    <a:cubicBezTo>
                      <a:pt x="6572" y="2493"/>
                      <a:pt x="6238" y="1686"/>
                      <a:pt x="5643" y="1091"/>
                    </a:cubicBezTo>
                    <a:cubicBezTo>
                      <a:pt x="5049" y="496"/>
                      <a:pt x="4242" y="162"/>
                      <a:pt x="3401" y="162"/>
                    </a:cubicBezTo>
                    <a:cubicBezTo>
                      <a:pt x="2560" y="162"/>
                      <a:pt x="1753" y="496"/>
                      <a:pt x="1158" y="1091"/>
                    </a:cubicBezTo>
                    <a:cubicBezTo>
                      <a:pt x="563" y="1686"/>
                      <a:pt x="229" y="2493"/>
                      <a:pt x="229" y="3334"/>
                    </a:cubicBezTo>
                    <a:cubicBezTo>
                      <a:pt x="229" y="4176"/>
                      <a:pt x="563" y="4983"/>
                      <a:pt x="1158" y="5578"/>
                    </a:cubicBezTo>
                    <a:cubicBezTo>
                      <a:pt x="1753" y="6173"/>
                      <a:pt x="2560" y="6507"/>
                      <a:pt x="340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96" name="Freeform: Shape 16495">
                <a:extLst>
                  <a:ext uri="{FF2B5EF4-FFF2-40B4-BE49-F238E27FC236}">
                    <a16:creationId xmlns:a16="http://schemas.microsoft.com/office/drawing/2014/main" id="{67DB6F17-2D62-3170-E02E-EDBDB3418A62}"/>
                  </a:ext>
                </a:extLst>
              </p:cNvPr>
              <p:cNvSpPr/>
              <p:nvPr/>
            </p:nvSpPr>
            <p:spPr>
              <a:xfrm>
                <a:off x="9313709" y="5528319"/>
                <a:ext cx="6343" cy="6345"/>
              </a:xfrm>
              <a:custGeom>
                <a:avLst/>
                <a:gdLst>
                  <a:gd name="connsiteX0" fmla="*/ 3401 w 6343"/>
                  <a:gd name="connsiteY0" fmla="*/ 6507 h 6345"/>
                  <a:gd name="connsiteX1" fmla="*/ 5643 w 6343"/>
                  <a:gd name="connsiteY1" fmla="*/ 5578 h 6345"/>
                  <a:gd name="connsiteX2" fmla="*/ 6572 w 6343"/>
                  <a:gd name="connsiteY2" fmla="*/ 3334 h 6345"/>
                  <a:gd name="connsiteX3" fmla="*/ 5643 w 6343"/>
                  <a:gd name="connsiteY3" fmla="*/ 1091 h 6345"/>
                  <a:gd name="connsiteX4" fmla="*/ 3401 w 6343"/>
                  <a:gd name="connsiteY4" fmla="*/ 161 h 6345"/>
                  <a:gd name="connsiteX5" fmla="*/ 1158 w 6343"/>
                  <a:gd name="connsiteY5" fmla="*/ 1091 h 6345"/>
                  <a:gd name="connsiteX6" fmla="*/ 229 w 6343"/>
                  <a:gd name="connsiteY6" fmla="*/ 3334 h 6345"/>
                  <a:gd name="connsiteX7" fmla="*/ 1158 w 6343"/>
                  <a:gd name="connsiteY7" fmla="*/ 5578 h 6345"/>
                  <a:gd name="connsiteX8" fmla="*/ 340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7"/>
                    </a:moveTo>
                    <a:cubicBezTo>
                      <a:pt x="4242" y="6507"/>
                      <a:pt x="5048" y="6173"/>
                      <a:pt x="5643" y="5578"/>
                    </a:cubicBezTo>
                    <a:cubicBezTo>
                      <a:pt x="6238" y="4983"/>
                      <a:pt x="6572" y="4176"/>
                      <a:pt x="6572" y="3334"/>
                    </a:cubicBezTo>
                    <a:cubicBezTo>
                      <a:pt x="6572" y="2493"/>
                      <a:pt x="6238" y="1686"/>
                      <a:pt x="5643" y="1091"/>
                    </a:cubicBezTo>
                    <a:cubicBezTo>
                      <a:pt x="5048" y="496"/>
                      <a:pt x="4242" y="161"/>
                      <a:pt x="3401" y="161"/>
                    </a:cubicBezTo>
                    <a:cubicBezTo>
                      <a:pt x="2559" y="161"/>
                      <a:pt x="1753" y="496"/>
                      <a:pt x="1158" y="1091"/>
                    </a:cubicBezTo>
                    <a:cubicBezTo>
                      <a:pt x="563" y="1686"/>
                      <a:pt x="229" y="2493"/>
                      <a:pt x="229" y="3334"/>
                    </a:cubicBezTo>
                    <a:cubicBezTo>
                      <a:pt x="229" y="4176"/>
                      <a:pt x="563" y="4983"/>
                      <a:pt x="1158" y="5578"/>
                    </a:cubicBezTo>
                    <a:cubicBezTo>
                      <a:pt x="1753" y="6173"/>
                      <a:pt x="2559" y="6507"/>
                      <a:pt x="340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97" name="Freeform: Shape 16496">
                <a:extLst>
                  <a:ext uri="{FF2B5EF4-FFF2-40B4-BE49-F238E27FC236}">
                    <a16:creationId xmlns:a16="http://schemas.microsoft.com/office/drawing/2014/main" id="{E72AA086-9324-A014-AC36-E020225DE126}"/>
                  </a:ext>
                </a:extLst>
              </p:cNvPr>
              <p:cNvSpPr/>
              <p:nvPr/>
            </p:nvSpPr>
            <p:spPr>
              <a:xfrm>
                <a:off x="9312509" y="5527097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3 w 6343"/>
                  <a:gd name="connsiteY1" fmla="*/ 5577 h 6345"/>
                  <a:gd name="connsiteX2" fmla="*/ 6572 w 6343"/>
                  <a:gd name="connsiteY2" fmla="*/ 3334 h 6345"/>
                  <a:gd name="connsiteX3" fmla="*/ 5643 w 6343"/>
                  <a:gd name="connsiteY3" fmla="*/ 1091 h 6345"/>
                  <a:gd name="connsiteX4" fmla="*/ 3400 w 6343"/>
                  <a:gd name="connsiteY4" fmla="*/ 161 h 6345"/>
                  <a:gd name="connsiteX5" fmla="*/ 1158 w 6343"/>
                  <a:gd name="connsiteY5" fmla="*/ 1091 h 6345"/>
                  <a:gd name="connsiteX6" fmla="*/ 229 w 6343"/>
                  <a:gd name="connsiteY6" fmla="*/ 3334 h 6345"/>
                  <a:gd name="connsiteX7" fmla="*/ 1158 w 6343"/>
                  <a:gd name="connsiteY7" fmla="*/ 5577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2" y="6507"/>
                      <a:pt x="5048" y="6172"/>
                      <a:pt x="5643" y="5577"/>
                    </a:cubicBezTo>
                    <a:cubicBezTo>
                      <a:pt x="6238" y="4983"/>
                      <a:pt x="6572" y="4175"/>
                      <a:pt x="6572" y="3334"/>
                    </a:cubicBezTo>
                    <a:cubicBezTo>
                      <a:pt x="6572" y="2493"/>
                      <a:pt x="6238" y="1686"/>
                      <a:pt x="5643" y="1091"/>
                    </a:cubicBezTo>
                    <a:cubicBezTo>
                      <a:pt x="5048" y="496"/>
                      <a:pt x="4242" y="161"/>
                      <a:pt x="3400" y="161"/>
                    </a:cubicBezTo>
                    <a:cubicBezTo>
                      <a:pt x="2559" y="161"/>
                      <a:pt x="1753" y="496"/>
                      <a:pt x="1158" y="1091"/>
                    </a:cubicBezTo>
                    <a:cubicBezTo>
                      <a:pt x="563" y="1686"/>
                      <a:pt x="229" y="2493"/>
                      <a:pt x="229" y="3334"/>
                    </a:cubicBezTo>
                    <a:cubicBezTo>
                      <a:pt x="229" y="4175"/>
                      <a:pt x="563" y="4983"/>
                      <a:pt x="1158" y="5577"/>
                    </a:cubicBezTo>
                    <a:cubicBezTo>
                      <a:pt x="1753" y="6172"/>
                      <a:pt x="2559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98" name="Freeform: Shape 16497">
                <a:extLst>
                  <a:ext uri="{FF2B5EF4-FFF2-40B4-BE49-F238E27FC236}">
                    <a16:creationId xmlns:a16="http://schemas.microsoft.com/office/drawing/2014/main" id="{839815E2-DA9F-12C5-E7E5-BFE9C03974F9}"/>
                  </a:ext>
                </a:extLst>
              </p:cNvPr>
              <p:cNvSpPr/>
              <p:nvPr/>
            </p:nvSpPr>
            <p:spPr>
              <a:xfrm>
                <a:off x="9311439" y="5525661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3 w 6343"/>
                  <a:gd name="connsiteY1" fmla="*/ 5577 h 6345"/>
                  <a:gd name="connsiteX2" fmla="*/ 6572 w 6343"/>
                  <a:gd name="connsiteY2" fmla="*/ 3334 h 6345"/>
                  <a:gd name="connsiteX3" fmla="*/ 5643 w 6343"/>
                  <a:gd name="connsiteY3" fmla="*/ 1090 h 6345"/>
                  <a:gd name="connsiteX4" fmla="*/ 3400 w 6343"/>
                  <a:gd name="connsiteY4" fmla="*/ 161 h 6345"/>
                  <a:gd name="connsiteX5" fmla="*/ 1158 w 6343"/>
                  <a:gd name="connsiteY5" fmla="*/ 1090 h 6345"/>
                  <a:gd name="connsiteX6" fmla="*/ 229 w 6343"/>
                  <a:gd name="connsiteY6" fmla="*/ 3334 h 6345"/>
                  <a:gd name="connsiteX7" fmla="*/ 1158 w 6343"/>
                  <a:gd name="connsiteY7" fmla="*/ 5577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1" y="6507"/>
                      <a:pt x="5048" y="6172"/>
                      <a:pt x="5643" y="5577"/>
                    </a:cubicBezTo>
                    <a:cubicBezTo>
                      <a:pt x="6238" y="4982"/>
                      <a:pt x="6572" y="4175"/>
                      <a:pt x="6572" y="3334"/>
                    </a:cubicBezTo>
                    <a:cubicBezTo>
                      <a:pt x="6572" y="2493"/>
                      <a:pt x="6238" y="1685"/>
                      <a:pt x="5643" y="1090"/>
                    </a:cubicBezTo>
                    <a:cubicBezTo>
                      <a:pt x="5048" y="496"/>
                      <a:pt x="4241" y="161"/>
                      <a:pt x="3400" y="161"/>
                    </a:cubicBezTo>
                    <a:cubicBezTo>
                      <a:pt x="2559" y="161"/>
                      <a:pt x="1752" y="496"/>
                      <a:pt x="1158" y="1090"/>
                    </a:cubicBezTo>
                    <a:cubicBezTo>
                      <a:pt x="563" y="1685"/>
                      <a:pt x="229" y="2493"/>
                      <a:pt x="229" y="3334"/>
                    </a:cubicBezTo>
                    <a:cubicBezTo>
                      <a:pt x="229" y="4175"/>
                      <a:pt x="563" y="4982"/>
                      <a:pt x="1158" y="5577"/>
                    </a:cubicBezTo>
                    <a:cubicBezTo>
                      <a:pt x="1752" y="6172"/>
                      <a:pt x="2559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499" name="Freeform: Shape 16498">
                <a:extLst>
                  <a:ext uri="{FF2B5EF4-FFF2-40B4-BE49-F238E27FC236}">
                    <a16:creationId xmlns:a16="http://schemas.microsoft.com/office/drawing/2014/main" id="{1844AB56-30D3-B20B-4D35-26622E677B2E}"/>
                  </a:ext>
                </a:extLst>
              </p:cNvPr>
              <p:cNvSpPr/>
              <p:nvPr/>
            </p:nvSpPr>
            <p:spPr>
              <a:xfrm>
                <a:off x="9310021" y="5524841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3 w 6343"/>
                  <a:gd name="connsiteY1" fmla="*/ 5577 h 6345"/>
                  <a:gd name="connsiteX2" fmla="*/ 6572 w 6343"/>
                  <a:gd name="connsiteY2" fmla="*/ 3334 h 6345"/>
                  <a:gd name="connsiteX3" fmla="*/ 5643 w 6343"/>
                  <a:gd name="connsiteY3" fmla="*/ 1090 h 6345"/>
                  <a:gd name="connsiteX4" fmla="*/ 3400 w 6343"/>
                  <a:gd name="connsiteY4" fmla="*/ 161 h 6345"/>
                  <a:gd name="connsiteX5" fmla="*/ 1158 w 6343"/>
                  <a:gd name="connsiteY5" fmla="*/ 1090 h 6345"/>
                  <a:gd name="connsiteX6" fmla="*/ 229 w 6343"/>
                  <a:gd name="connsiteY6" fmla="*/ 3334 h 6345"/>
                  <a:gd name="connsiteX7" fmla="*/ 1158 w 6343"/>
                  <a:gd name="connsiteY7" fmla="*/ 5577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1" y="6507"/>
                      <a:pt x="5048" y="6172"/>
                      <a:pt x="5643" y="5577"/>
                    </a:cubicBezTo>
                    <a:cubicBezTo>
                      <a:pt x="6238" y="4982"/>
                      <a:pt x="6572" y="4175"/>
                      <a:pt x="6572" y="3334"/>
                    </a:cubicBezTo>
                    <a:cubicBezTo>
                      <a:pt x="6572" y="2492"/>
                      <a:pt x="6238" y="1685"/>
                      <a:pt x="5643" y="1090"/>
                    </a:cubicBezTo>
                    <a:cubicBezTo>
                      <a:pt x="5048" y="495"/>
                      <a:pt x="4241" y="161"/>
                      <a:pt x="3400" y="161"/>
                    </a:cubicBezTo>
                    <a:cubicBezTo>
                      <a:pt x="2559" y="161"/>
                      <a:pt x="1752" y="495"/>
                      <a:pt x="1158" y="1090"/>
                    </a:cubicBezTo>
                    <a:cubicBezTo>
                      <a:pt x="563" y="1685"/>
                      <a:pt x="229" y="2492"/>
                      <a:pt x="229" y="3334"/>
                    </a:cubicBezTo>
                    <a:cubicBezTo>
                      <a:pt x="229" y="4175"/>
                      <a:pt x="563" y="4982"/>
                      <a:pt x="1158" y="5577"/>
                    </a:cubicBezTo>
                    <a:cubicBezTo>
                      <a:pt x="1752" y="6172"/>
                      <a:pt x="2559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00" name="Freeform: Shape 16499">
                <a:extLst>
                  <a:ext uri="{FF2B5EF4-FFF2-40B4-BE49-F238E27FC236}">
                    <a16:creationId xmlns:a16="http://schemas.microsoft.com/office/drawing/2014/main" id="{2FD92216-D5E8-8A7C-44CE-CA399FC4448B}"/>
                  </a:ext>
                </a:extLst>
              </p:cNvPr>
              <p:cNvSpPr/>
              <p:nvPr/>
            </p:nvSpPr>
            <p:spPr>
              <a:xfrm>
                <a:off x="9307180" y="5526429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3 w 6343"/>
                  <a:gd name="connsiteY1" fmla="*/ 5577 h 6345"/>
                  <a:gd name="connsiteX2" fmla="*/ 6572 w 6343"/>
                  <a:gd name="connsiteY2" fmla="*/ 3334 h 6345"/>
                  <a:gd name="connsiteX3" fmla="*/ 5643 w 6343"/>
                  <a:gd name="connsiteY3" fmla="*/ 1091 h 6345"/>
                  <a:gd name="connsiteX4" fmla="*/ 3400 w 6343"/>
                  <a:gd name="connsiteY4" fmla="*/ 161 h 6345"/>
                  <a:gd name="connsiteX5" fmla="*/ 1157 w 6343"/>
                  <a:gd name="connsiteY5" fmla="*/ 1091 h 6345"/>
                  <a:gd name="connsiteX6" fmla="*/ 228 w 6343"/>
                  <a:gd name="connsiteY6" fmla="*/ 3334 h 6345"/>
                  <a:gd name="connsiteX7" fmla="*/ 1157 w 6343"/>
                  <a:gd name="connsiteY7" fmla="*/ 5577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1" y="6507"/>
                      <a:pt x="5048" y="6172"/>
                      <a:pt x="5643" y="5577"/>
                    </a:cubicBezTo>
                    <a:cubicBezTo>
                      <a:pt x="6237" y="4982"/>
                      <a:pt x="6572" y="4175"/>
                      <a:pt x="6572" y="3334"/>
                    </a:cubicBezTo>
                    <a:cubicBezTo>
                      <a:pt x="6572" y="2493"/>
                      <a:pt x="6237" y="1686"/>
                      <a:pt x="5643" y="1091"/>
                    </a:cubicBezTo>
                    <a:cubicBezTo>
                      <a:pt x="5048" y="496"/>
                      <a:pt x="4241" y="161"/>
                      <a:pt x="3400" y="161"/>
                    </a:cubicBezTo>
                    <a:cubicBezTo>
                      <a:pt x="2559" y="161"/>
                      <a:pt x="1752" y="496"/>
                      <a:pt x="1157" y="1091"/>
                    </a:cubicBezTo>
                    <a:cubicBezTo>
                      <a:pt x="563" y="1686"/>
                      <a:pt x="228" y="2493"/>
                      <a:pt x="228" y="3334"/>
                    </a:cubicBezTo>
                    <a:cubicBezTo>
                      <a:pt x="228" y="4175"/>
                      <a:pt x="563" y="4982"/>
                      <a:pt x="1157" y="5577"/>
                    </a:cubicBezTo>
                    <a:cubicBezTo>
                      <a:pt x="1752" y="6172"/>
                      <a:pt x="2559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01" name="Freeform: Shape 16500">
                <a:extLst>
                  <a:ext uri="{FF2B5EF4-FFF2-40B4-BE49-F238E27FC236}">
                    <a16:creationId xmlns:a16="http://schemas.microsoft.com/office/drawing/2014/main" id="{755C14DF-C556-56E1-CE31-058F0B0F7DEA}"/>
                  </a:ext>
                </a:extLst>
              </p:cNvPr>
              <p:cNvSpPr/>
              <p:nvPr/>
            </p:nvSpPr>
            <p:spPr>
              <a:xfrm>
                <a:off x="9307138" y="5523277"/>
                <a:ext cx="6343" cy="6345"/>
              </a:xfrm>
              <a:custGeom>
                <a:avLst/>
                <a:gdLst>
                  <a:gd name="connsiteX0" fmla="*/ 3400 w 6343"/>
                  <a:gd name="connsiteY0" fmla="*/ 6506 h 6345"/>
                  <a:gd name="connsiteX1" fmla="*/ 5643 w 6343"/>
                  <a:gd name="connsiteY1" fmla="*/ 5577 h 6345"/>
                  <a:gd name="connsiteX2" fmla="*/ 6572 w 6343"/>
                  <a:gd name="connsiteY2" fmla="*/ 3334 h 6345"/>
                  <a:gd name="connsiteX3" fmla="*/ 5643 w 6343"/>
                  <a:gd name="connsiteY3" fmla="*/ 1090 h 6345"/>
                  <a:gd name="connsiteX4" fmla="*/ 3400 w 6343"/>
                  <a:gd name="connsiteY4" fmla="*/ 161 h 6345"/>
                  <a:gd name="connsiteX5" fmla="*/ 1157 w 6343"/>
                  <a:gd name="connsiteY5" fmla="*/ 1090 h 6345"/>
                  <a:gd name="connsiteX6" fmla="*/ 228 w 6343"/>
                  <a:gd name="connsiteY6" fmla="*/ 3334 h 6345"/>
                  <a:gd name="connsiteX7" fmla="*/ 1157 w 6343"/>
                  <a:gd name="connsiteY7" fmla="*/ 5577 h 6345"/>
                  <a:gd name="connsiteX8" fmla="*/ 340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6"/>
                    </a:moveTo>
                    <a:cubicBezTo>
                      <a:pt x="4241" y="6506"/>
                      <a:pt x="5048" y="6172"/>
                      <a:pt x="5643" y="5577"/>
                    </a:cubicBezTo>
                    <a:cubicBezTo>
                      <a:pt x="6237" y="4982"/>
                      <a:pt x="6572" y="4175"/>
                      <a:pt x="6572" y="3334"/>
                    </a:cubicBezTo>
                    <a:cubicBezTo>
                      <a:pt x="6572" y="2492"/>
                      <a:pt x="6237" y="1685"/>
                      <a:pt x="5643" y="1090"/>
                    </a:cubicBezTo>
                    <a:cubicBezTo>
                      <a:pt x="5048" y="495"/>
                      <a:pt x="4241" y="161"/>
                      <a:pt x="3400" y="161"/>
                    </a:cubicBezTo>
                    <a:cubicBezTo>
                      <a:pt x="2559" y="161"/>
                      <a:pt x="1752" y="495"/>
                      <a:pt x="1157" y="1090"/>
                    </a:cubicBezTo>
                    <a:cubicBezTo>
                      <a:pt x="563" y="1685"/>
                      <a:pt x="228" y="2492"/>
                      <a:pt x="228" y="3334"/>
                    </a:cubicBezTo>
                    <a:cubicBezTo>
                      <a:pt x="228" y="4175"/>
                      <a:pt x="563" y="4982"/>
                      <a:pt x="1157" y="5577"/>
                    </a:cubicBezTo>
                    <a:cubicBezTo>
                      <a:pt x="1752" y="6172"/>
                      <a:pt x="2559" y="6506"/>
                      <a:pt x="340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02" name="Freeform: Shape 16501">
                <a:extLst>
                  <a:ext uri="{FF2B5EF4-FFF2-40B4-BE49-F238E27FC236}">
                    <a16:creationId xmlns:a16="http://schemas.microsoft.com/office/drawing/2014/main" id="{DAC483CF-3D94-37D4-4C0D-060679C06AA4}"/>
                  </a:ext>
                </a:extLst>
              </p:cNvPr>
              <p:cNvSpPr/>
              <p:nvPr/>
            </p:nvSpPr>
            <p:spPr>
              <a:xfrm>
                <a:off x="9302758" y="5527331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2 w 6343"/>
                  <a:gd name="connsiteY1" fmla="*/ 5578 h 6345"/>
                  <a:gd name="connsiteX2" fmla="*/ 6571 w 6343"/>
                  <a:gd name="connsiteY2" fmla="*/ 3334 h 6345"/>
                  <a:gd name="connsiteX3" fmla="*/ 5642 w 6343"/>
                  <a:gd name="connsiteY3" fmla="*/ 1091 h 6345"/>
                  <a:gd name="connsiteX4" fmla="*/ 3400 w 6343"/>
                  <a:gd name="connsiteY4" fmla="*/ 161 h 6345"/>
                  <a:gd name="connsiteX5" fmla="*/ 1157 w 6343"/>
                  <a:gd name="connsiteY5" fmla="*/ 1091 h 6345"/>
                  <a:gd name="connsiteX6" fmla="*/ 228 w 6343"/>
                  <a:gd name="connsiteY6" fmla="*/ 3334 h 6345"/>
                  <a:gd name="connsiteX7" fmla="*/ 1157 w 6343"/>
                  <a:gd name="connsiteY7" fmla="*/ 5578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1" y="6507"/>
                      <a:pt x="5048" y="6172"/>
                      <a:pt x="5642" y="5578"/>
                    </a:cubicBezTo>
                    <a:cubicBezTo>
                      <a:pt x="6237" y="4983"/>
                      <a:pt x="6571" y="4175"/>
                      <a:pt x="6571" y="3334"/>
                    </a:cubicBezTo>
                    <a:cubicBezTo>
                      <a:pt x="6571" y="2493"/>
                      <a:pt x="6237" y="1686"/>
                      <a:pt x="5642" y="1091"/>
                    </a:cubicBezTo>
                    <a:cubicBezTo>
                      <a:pt x="5048" y="496"/>
                      <a:pt x="4241" y="161"/>
                      <a:pt x="3400" y="161"/>
                    </a:cubicBezTo>
                    <a:cubicBezTo>
                      <a:pt x="2559" y="161"/>
                      <a:pt x="1752" y="496"/>
                      <a:pt x="1157" y="1091"/>
                    </a:cubicBezTo>
                    <a:cubicBezTo>
                      <a:pt x="562" y="1686"/>
                      <a:pt x="228" y="2493"/>
                      <a:pt x="228" y="3334"/>
                    </a:cubicBezTo>
                    <a:cubicBezTo>
                      <a:pt x="228" y="4175"/>
                      <a:pt x="562" y="4983"/>
                      <a:pt x="1157" y="5578"/>
                    </a:cubicBezTo>
                    <a:cubicBezTo>
                      <a:pt x="1752" y="6172"/>
                      <a:pt x="2559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03" name="Freeform: Shape 16502">
                <a:extLst>
                  <a:ext uri="{FF2B5EF4-FFF2-40B4-BE49-F238E27FC236}">
                    <a16:creationId xmlns:a16="http://schemas.microsoft.com/office/drawing/2014/main" id="{3CD7DFEB-C486-FEA6-65DE-1DA40C8A4300}"/>
                  </a:ext>
                </a:extLst>
              </p:cNvPr>
              <p:cNvSpPr/>
              <p:nvPr/>
            </p:nvSpPr>
            <p:spPr>
              <a:xfrm>
                <a:off x="9303490" y="5522948"/>
                <a:ext cx="6343" cy="6345"/>
              </a:xfrm>
              <a:custGeom>
                <a:avLst/>
                <a:gdLst>
                  <a:gd name="connsiteX0" fmla="*/ 3400 w 6343"/>
                  <a:gd name="connsiteY0" fmla="*/ 6506 h 6345"/>
                  <a:gd name="connsiteX1" fmla="*/ 5642 w 6343"/>
                  <a:gd name="connsiteY1" fmla="*/ 5577 h 6345"/>
                  <a:gd name="connsiteX2" fmla="*/ 6571 w 6343"/>
                  <a:gd name="connsiteY2" fmla="*/ 3334 h 6345"/>
                  <a:gd name="connsiteX3" fmla="*/ 5642 w 6343"/>
                  <a:gd name="connsiteY3" fmla="*/ 1090 h 6345"/>
                  <a:gd name="connsiteX4" fmla="*/ 3400 w 6343"/>
                  <a:gd name="connsiteY4" fmla="*/ 161 h 6345"/>
                  <a:gd name="connsiteX5" fmla="*/ 1157 w 6343"/>
                  <a:gd name="connsiteY5" fmla="*/ 1090 h 6345"/>
                  <a:gd name="connsiteX6" fmla="*/ 228 w 6343"/>
                  <a:gd name="connsiteY6" fmla="*/ 3334 h 6345"/>
                  <a:gd name="connsiteX7" fmla="*/ 1157 w 6343"/>
                  <a:gd name="connsiteY7" fmla="*/ 5577 h 6345"/>
                  <a:gd name="connsiteX8" fmla="*/ 340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6"/>
                    </a:moveTo>
                    <a:cubicBezTo>
                      <a:pt x="4241" y="6506"/>
                      <a:pt x="5048" y="6172"/>
                      <a:pt x="5642" y="5577"/>
                    </a:cubicBezTo>
                    <a:cubicBezTo>
                      <a:pt x="6237" y="4982"/>
                      <a:pt x="6571" y="4175"/>
                      <a:pt x="6571" y="3334"/>
                    </a:cubicBezTo>
                    <a:cubicBezTo>
                      <a:pt x="6571" y="2492"/>
                      <a:pt x="6237" y="1685"/>
                      <a:pt x="5642" y="1090"/>
                    </a:cubicBezTo>
                    <a:cubicBezTo>
                      <a:pt x="5048" y="495"/>
                      <a:pt x="4241" y="161"/>
                      <a:pt x="3400" y="161"/>
                    </a:cubicBezTo>
                    <a:cubicBezTo>
                      <a:pt x="2559" y="161"/>
                      <a:pt x="1752" y="495"/>
                      <a:pt x="1157" y="1090"/>
                    </a:cubicBezTo>
                    <a:cubicBezTo>
                      <a:pt x="562" y="1685"/>
                      <a:pt x="228" y="2492"/>
                      <a:pt x="228" y="3334"/>
                    </a:cubicBezTo>
                    <a:cubicBezTo>
                      <a:pt x="228" y="4175"/>
                      <a:pt x="562" y="4982"/>
                      <a:pt x="1157" y="5577"/>
                    </a:cubicBezTo>
                    <a:cubicBezTo>
                      <a:pt x="1752" y="6172"/>
                      <a:pt x="2559" y="6506"/>
                      <a:pt x="340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04" name="Freeform: Shape 16503">
                <a:extLst>
                  <a:ext uri="{FF2B5EF4-FFF2-40B4-BE49-F238E27FC236}">
                    <a16:creationId xmlns:a16="http://schemas.microsoft.com/office/drawing/2014/main" id="{CC9547E1-07AC-64C8-179F-3D86E852CDB8}"/>
                  </a:ext>
                </a:extLst>
              </p:cNvPr>
              <p:cNvSpPr/>
              <p:nvPr/>
            </p:nvSpPr>
            <p:spPr>
              <a:xfrm>
                <a:off x="9302974" y="5520660"/>
                <a:ext cx="6343" cy="6345"/>
              </a:xfrm>
              <a:custGeom>
                <a:avLst/>
                <a:gdLst>
                  <a:gd name="connsiteX0" fmla="*/ 3400 w 6343"/>
                  <a:gd name="connsiteY0" fmla="*/ 6506 h 6345"/>
                  <a:gd name="connsiteX1" fmla="*/ 5642 w 6343"/>
                  <a:gd name="connsiteY1" fmla="*/ 5577 h 6345"/>
                  <a:gd name="connsiteX2" fmla="*/ 6571 w 6343"/>
                  <a:gd name="connsiteY2" fmla="*/ 3334 h 6345"/>
                  <a:gd name="connsiteX3" fmla="*/ 5642 w 6343"/>
                  <a:gd name="connsiteY3" fmla="*/ 1090 h 6345"/>
                  <a:gd name="connsiteX4" fmla="*/ 3400 w 6343"/>
                  <a:gd name="connsiteY4" fmla="*/ 161 h 6345"/>
                  <a:gd name="connsiteX5" fmla="*/ 1157 w 6343"/>
                  <a:gd name="connsiteY5" fmla="*/ 1090 h 6345"/>
                  <a:gd name="connsiteX6" fmla="*/ 228 w 6343"/>
                  <a:gd name="connsiteY6" fmla="*/ 3334 h 6345"/>
                  <a:gd name="connsiteX7" fmla="*/ 1157 w 6343"/>
                  <a:gd name="connsiteY7" fmla="*/ 5577 h 6345"/>
                  <a:gd name="connsiteX8" fmla="*/ 340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6"/>
                    </a:moveTo>
                    <a:cubicBezTo>
                      <a:pt x="4241" y="6506"/>
                      <a:pt x="5048" y="6172"/>
                      <a:pt x="5642" y="5577"/>
                    </a:cubicBezTo>
                    <a:cubicBezTo>
                      <a:pt x="6237" y="4982"/>
                      <a:pt x="6571" y="4175"/>
                      <a:pt x="6571" y="3334"/>
                    </a:cubicBezTo>
                    <a:cubicBezTo>
                      <a:pt x="6571" y="2492"/>
                      <a:pt x="6237" y="1685"/>
                      <a:pt x="5642" y="1090"/>
                    </a:cubicBezTo>
                    <a:cubicBezTo>
                      <a:pt x="5048" y="495"/>
                      <a:pt x="4241" y="161"/>
                      <a:pt x="3400" y="161"/>
                    </a:cubicBezTo>
                    <a:cubicBezTo>
                      <a:pt x="2559" y="161"/>
                      <a:pt x="1752" y="495"/>
                      <a:pt x="1157" y="1090"/>
                    </a:cubicBezTo>
                    <a:cubicBezTo>
                      <a:pt x="562" y="1685"/>
                      <a:pt x="228" y="2492"/>
                      <a:pt x="228" y="3334"/>
                    </a:cubicBezTo>
                    <a:cubicBezTo>
                      <a:pt x="228" y="4175"/>
                      <a:pt x="562" y="4982"/>
                      <a:pt x="1157" y="5577"/>
                    </a:cubicBezTo>
                    <a:cubicBezTo>
                      <a:pt x="1752" y="6172"/>
                      <a:pt x="2559" y="6506"/>
                      <a:pt x="340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05" name="Freeform: Shape 16504">
                <a:extLst>
                  <a:ext uri="{FF2B5EF4-FFF2-40B4-BE49-F238E27FC236}">
                    <a16:creationId xmlns:a16="http://schemas.microsoft.com/office/drawing/2014/main" id="{B5D89B1A-09E5-7203-F050-B40963EBB435}"/>
                  </a:ext>
                </a:extLst>
              </p:cNvPr>
              <p:cNvSpPr/>
              <p:nvPr/>
            </p:nvSpPr>
            <p:spPr>
              <a:xfrm>
                <a:off x="9301650" y="5519687"/>
                <a:ext cx="6343" cy="6345"/>
              </a:xfrm>
              <a:custGeom>
                <a:avLst/>
                <a:gdLst>
                  <a:gd name="connsiteX0" fmla="*/ 3400 w 6343"/>
                  <a:gd name="connsiteY0" fmla="*/ 6506 h 6345"/>
                  <a:gd name="connsiteX1" fmla="*/ 5642 w 6343"/>
                  <a:gd name="connsiteY1" fmla="*/ 5577 h 6345"/>
                  <a:gd name="connsiteX2" fmla="*/ 6571 w 6343"/>
                  <a:gd name="connsiteY2" fmla="*/ 3333 h 6345"/>
                  <a:gd name="connsiteX3" fmla="*/ 5642 w 6343"/>
                  <a:gd name="connsiteY3" fmla="*/ 1090 h 6345"/>
                  <a:gd name="connsiteX4" fmla="*/ 3400 w 6343"/>
                  <a:gd name="connsiteY4" fmla="*/ 161 h 6345"/>
                  <a:gd name="connsiteX5" fmla="*/ 1157 w 6343"/>
                  <a:gd name="connsiteY5" fmla="*/ 1090 h 6345"/>
                  <a:gd name="connsiteX6" fmla="*/ 228 w 6343"/>
                  <a:gd name="connsiteY6" fmla="*/ 3333 h 6345"/>
                  <a:gd name="connsiteX7" fmla="*/ 1157 w 6343"/>
                  <a:gd name="connsiteY7" fmla="*/ 5577 h 6345"/>
                  <a:gd name="connsiteX8" fmla="*/ 340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6"/>
                    </a:moveTo>
                    <a:cubicBezTo>
                      <a:pt x="4241" y="6506"/>
                      <a:pt x="5047" y="6172"/>
                      <a:pt x="5642" y="5577"/>
                    </a:cubicBezTo>
                    <a:cubicBezTo>
                      <a:pt x="6237" y="4982"/>
                      <a:pt x="6571" y="4175"/>
                      <a:pt x="6571" y="3333"/>
                    </a:cubicBezTo>
                    <a:cubicBezTo>
                      <a:pt x="6571" y="2492"/>
                      <a:pt x="6237" y="1685"/>
                      <a:pt x="5642" y="1090"/>
                    </a:cubicBezTo>
                    <a:cubicBezTo>
                      <a:pt x="5047" y="495"/>
                      <a:pt x="4241" y="161"/>
                      <a:pt x="3400" y="161"/>
                    </a:cubicBezTo>
                    <a:cubicBezTo>
                      <a:pt x="2558" y="161"/>
                      <a:pt x="1752" y="495"/>
                      <a:pt x="1157" y="1090"/>
                    </a:cubicBezTo>
                    <a:cubicBezTo>
                      <a:pt x="562" y="1685"/>
                      <a:pt x="228" y="2492"/>
                      <a:pt x="228" y="3333"/>
                    </a:cubicBezTo>
                    <a:cubicBezTo>
                      <a:pt x="228" y="4175"/>
                      <a:pt x="562" y="4982"/>
                      <a:pt x="1157" y="5577"/>
                    </a:cubicBezTo>
                    <a:cubicBezTo>
                      <a:pt x="1752" y="6172"/>
                      <a:pt x="2558" y="6506"/>
                      <a:pt x="340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06" name="Freeform: Shape 16505">
                <a:extLst>
                  <a:ext uri="{FF2B5EF4-FFF2-40B4-BE49-F238E27FC236}">
                    <a16:creationId xmlns:a16="http://schemas.microsoft.com/office/drawing/2014/main" id="{4BDE8C42-7B25-247B-CC37-EF600EA68A2F}"/>
                  </a:ext>
                </a:extLst>
              </p:cNvPr>
              <p:cNvSpPr/>
              <p:nvPr/>
            </p:nvSpPr>
            <p:spPr>
              <a:xfrm>
                <a:off x="9300043" y="5519158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2 w 6343"/>
                  <a:gd name="connsiteY1" fmla="*/ 5577 h 6345"/>
                  <a:gd name="connsiteX2" fmla="*/ 6571 w 6343"/>
                  <a:gd name="connsiteY2" fmla="*/ 3333 h 6345"/>
                  <a:gd name="connsiteX3" fmla="*/ 5642 w 6343"/>
                  <a:gd name="connsiteY3" fmla="*/ 1090 h 6345"/>
                  <a:gd name="connsiteX4" fmla="*/ 3399 w 6343"/>
                  <a:gd name="connsiteY4" fmla="*/ 161 h 6345"/>
                  <a:gd name="connsiteX5" fmla="*/ 1157 w 6343"/>
                  <a:gd name="connsiteY5" fmla="*/ 1090 h 6345"/>
                  <a:gd name="connsiteX6" fmla="*/ 228 w 6343"/>
                  <a:gd name="connsiteY6" fmla="*/ 3333 h 6345"/>
                  <a:gd name="connsiteX7" fmla="*/ 1157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1" y="6506"/>
                      <a:pt x="5047" y="6172"/>
                      <a:pt x="5642" y="5577"/>
                    </a:cubicBezTo>
                    <a:cubicBezTo>
                      <a:pt x="6237" y="4982"/>
                      <a:pt x="6571" y="4175"/>
                      <a:pt x="6571" y="3333"/>
                    </a:cubicBezTo>
                    <a:cubicBezTo>
                      <a:pt x="6571" y="2492"/>
                      <a:pt x="6237" y="1685"/>
                      <a:pt x="5642" y="1090"/>
                    </a:cubicBezTo>
                    <a:cubicBezTo>
                      <a:pt x="5047" y="495"/>
                      <a:pt x="4241" y="161"/>
                      <a:pt x="3399" y="161"/>
                    </a:cubicBezTo>
                    <a:cubicBezTo>
                      <a:pt x="2558" y="161"/>
                      <a:pt x="1752" y="495"/>
                      <a:pt x="1157" y="1090"/>
                    </a:cubicBezTo>
                    <a:cubicBezTo>
                      <a:pt x="562" y="1685"/>
                      <a:pt x="228" y="2492"/>
                      <a:pt x="228" y="3333"/>
                    </a:cubicBezTo>
                    <a:cubicBezTo>
                      <a:pt x="228" y="4175"/>
                      <a:pt x="562" y="4982"/>
                      <a:pt x="1157" y="5577"/>
                    </a:cubicBezTo>
                    <a:cubicBezTo>
                      <a:pt x="1752" y="6172"/>
                      <a:pt x="2558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07" name="Freeform: Shape 16506">
                <a:extLst>
                  <a:ext uri="{FF2B5EF4-FFF2-40B4-BE49-F238E27FC236}">
                    <a16:creationId xmlns:a16="http://schemas.microsoft.com/office/drawing/2014/main" id="{EF6EEEE2-EB59-856E-154E-6D0068197F78}"/>
                  </a:ext>
                </a:extLst>
              </p:cNvPr>
              <p:cNvSpPr/>
              <p:nvPr/>
            </p:nvSpPr>
            <p:spPr>
              <a:xfrm>
                <a:off x="9298209" y="5518969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2 w 6343"/>
                  <a:gd name="connsiteY1" fmla="*/ 5577 h 6345"/>
                  <a:gd name="connsiteX2" fmla="*/ 6571 w 6343"/>
                  <a:gd name="connsiteY2" fmla="*/ 3333 h 6345"/>
                  <a:gd name="connsiteX3" fmla="*/ 5642 w 6343"/>
                  <a:gd name="connsiteY3" fmla="*/ 1090 h 6345"/>
                  <a:gd name="connsiteX4" fmla="*/ 3399 w 6343"/>
                  <a:gd name="connsiteY4" fmla="*/ 161 h 6345"/>
                  <a:gd name="connsiteX5" fmla="*/ 1157 w 6343"/>
                  <a:gd name="connsiteY5" fmla="*/ 1090 h 6345"/>
                  <a:gd name="connsiteX6" fmla="*/ 228 w 6343"/>
                  <a:gd name="connsiteY6" fmla="*/ 3333 h 6345"/>
                  <a:gd name="connsiteX7" fmla="*/ 1157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0" y="6506"/>
                      <a:pt x="5047" y="6172"/>
                      <a:pt x="5642" y="5577"/>
                    </a:cubicBezTo>
                    <a:cubicBezTo>
                      <a:pt x="6237" y="4982"/>
                      <a:pt x="6571" y="4175"/>
                      <a:pt x="6571" y="3333"/>
                    </a:cubicBezTo>
                    <a:cubicBezTo>
                      <a:pt x="6571" y="2492"/>
                      <a:pt x="6237" y="1685"/>
                      <a:pt x="5642" y="1090"/>
                    </a:cubicBezTo>
                    <a:cubicBezTo>
                      <a:pt x="5047" y="495"/>
                      <a:pt x="4240" y="161"/>
                      <a:pt x="3399" y="161"/>
                    </a:cubicBezTo>
                    <a:cubicBezTo>
                      <a:pt x="2558" y="161"/>
                      <a:pt x="1751" y="495"/>
                      <a:pt x="1157" y="1090"/>
                    </a:cubicBezTo>
                    <a:cubicBezTo>
                      <a:pt x="562" y="1685"/>
                      <a:pt x="228" y="2492"/>
                      <a:pt x="228" y="3333"/>
                    </a:cubicBezTo>
                    <a:cubicBezTo>
                      <a:pt x="228" y="4175"/>
                      <a:pt x="562" y="4982"/>
                      <a:pt x="1157" y="5577"/>
                    </a:cubicBezTo>
                    <a:cubicBezTo>
                      <a:pt x="1751" y="6172"/>
                      <a:pt x="2558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08" name="Freeform: Shape 16507">
                <a:extLst>
                  <a:ext uri="{FF2B5EF4-FFF2-40B4-BE49-F238E27FC236}">
                    <a16:creationId xmlns:a16="http://schemas.microsoft.com/office/drawing/2014/main" id="{F2CD5843-05F9-8DAD-8272-9D235A241DCC}"/>
                  </a:ext>
                </a:extLst>
              </p:cNvPr>
              <p:cNvSpPr/>
              <p:nvPr/>
            </p:nvSpPr>
            <p:spPr>
              <a:xfrm>
                <a:off x="9296700" y="5518267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2 w 6343"/>
                  <a:gd name="connsiteY1" fmla="*/ 5577 h 6345"/>
                  <a:gd name="connsiteX2" fmla="*/ 6571 w 6343"/>
                  <a:gd name="connsiteY2" fmla="*/ 3333 h 6345"/>
                  <a:gd name="connsiteX3" fmla="*/ 5642 w 6343"/>
                  <a:gd name="connsiteY3" fmla="*/ 1090 h 6345"/>
                  <a:gd name="connsiteX4" fmla="*/ 3399 w 6343"/>
                  <a:gd name="connsiteY4" fmla="*/ 161 h 6345"/>
                  <a:gd name="connsiteX5" fmla="*/ 1157 w 6343"/>
                  <a:gd name="connsiteY5" fmla="*/ 1090 h 6345"/>
                  <a:gd name="connsiteX6" fmla="*/ 228 w 6343"/>
                  <a:gd name="connsiteY6" fmla="*/ 3333 h 6345"/>
                  <a:gd name="connsiteX7" fmla="*/ 1157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0" y="6506"/>
                      <a:pt x="5047" y="6172"/>
                      <a:pt x="5642" y="5577"/>
                    </a:cubicBezTo>
                    <a:cubicBezTo>
                      <a:pt x="6237" y="4982"/>
                      <a:pt x="6571" y="4175"/>
                      <a:pt x="6571" y="3333"/>
                    </a:cubicBezTo>
                    <a:cubicBezTo>
                      <a:pt x="6571" y="2492"/>
                      <a:pt x="6237" y="1685"/>
                      <a:pt x="5642" y="1090"/>
                    </a:cubicBezTo>
                    <a:cubicBezTo>
                      <a:pt x="5047" y="495"/>
                      <a:pt x="4240" y="161"/>
                      <a:pt x="3399" y="161"/>
                    </a:cubicBezTo>
                    <a:cubicBezTo>
                      <a:pt x="2558" y="161"/>
                      <a:pt x="1751" y="495"/>
                      <a:pt x="1157" y="1090"/>
                    </a:cubicBezTo>
                    <a:cubicBezTo>
                      <a:pt x="562" y="1685"/>
                      <a:pt x="228" y="2492"/>
                      <a:pt x="228" y="3333"/>
                    </a:cubicBezTo>
                    <a:cubicBezTo>
                      <a:pt x="228" y="4175"/>
                      <a:pt x="562" y="4982"/>
                      <a:pt x="1157" y="5577"/>
                    </a:cubicBezTo>
                    <a:cubicBezTo>
                      <a:pt x="1751" y="6172"/>
                      <a:pt x="2558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09" name="Freeform: Shape 16508">
                <a:extLst>
                  <a:ext uri="{FF2B5EF4-FFF2-40B4-BE49-F238E27FC236}">
                    <a16:creationId xmlns:a16="http://schemas.microsoft.com/office/drawing/2014/main" id="{2D732448-8F68-661F-242E-DC321B289CCF}"/>
                  </a:ext>
                </a:extLst>
              </p:cNvPr>
              <p:cNvSpPr/>
              <p:nvPr/>
            </p:nvSpPr>
            <p:spPr>
              <a:xfrm>
                <a:off x="9295692" y="5516810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2 w 6343"/>
                  <a:gd name="connsiteY1" fmla="*/ 5577 h 6345"/>
                  <a:gd name="connsiteX2" fmla="*/ 6571 w 6343"/>
                  <a:gd name="connsiteY2" fmla="*/ 3333 h 6345"/>
                  <a:gd name="connsiteX3" fmla="*/ 5642 w 6343"/>
                  <a:gd name="connsiteY3" fmla="*/ 1090 h 6345"/>
                  <a:gd name="connsiteX4" fmla="*/ 3399 w 6343"/>
                  <a:gd name="connsiteY4" fmla="*/ 161 h 6345"/>
                  <a:gd name="connsiteX5" fmla="*/ 1156 w 6343"/>
                  <a:gd name="connsiteY5" fmla="*/ 1090 h 6345"/>
                  <a:gd name="connsiteX6" fmla="*/ 228 w 6343"/>
                  <a:gd name="connsiteY6" fmla="*/ 3333 h 6345"/>
                  <a:gd name="connsiteX7" fmla="*/ 1156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0" y="6506"/>
                      <a:pt x="5047" y="6172"/>
                      <a:pt x="5642" y="5577"/>
                    </a:cubicBezTo>
                    <a:cubicBezTo>
                      <a:pt x="6236" y="4982"/>
                      <a:pt x="6571" y="4175"/>
                      <a:pt x="6571" y="3333"/>
                    </a:cubicBezTo>
                    <a:cubicBezTo>
                      <a:pt x="6571" y="2492"/>
                      <a:pt x="6236" y="1685"/>
                      <a:pt x="5642" y="1090"/>
                    </a:cubicBezTo>
                    <a:cubicBezTo>
                      <a:pt x="5047" y="495"/>
                      <a:pt x="4240" y="161"/>
                      <a:pt x="3399" y="161"/>
                    </a:cubicBezTo>
                    <a:cubicBezTo>
                      <a:pt x="2558" y="161"/>
                      <a:pt x="1751" y="495"/>
                      <a:pt x="1156" y="1090"/>
                    </a:cubicBezTo>
                    <a:cubicBezTo>
                      <a:pt x="562" y="1685"/>
                      <a:pt x="228" y="2492"/>
                      <a:pt x="228" y="3333"/>
                    </a:cubicBezTo>
                    <a:cubicBezTo>
                      <a:pt x="228" y="4175"/>
                      <a:pt x="562" y="4982"/>
                      <a:pt x="1156" y="5577"/>
                    </a:cubicBezTo>
                    <a:cubicBezTo>
                      <a:pt x="1751" y="6172"/>
                      <a:pt x="2558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10" name="Freeform: Shape 16509">
                <a:extLst>
                  <a:ext uri="{FF2B5EF4-FFF2-40B4-BE49-F238E27FC236}">
                    <a16:creationId xmlns:a16="http://schemas.microsoft.com/office/drawing/2014/main" id="{26DEA2F4-490C-A3BD-14D4-8EB6E96DD097}"/>
                  </a:ext>
                </a:extLst>
              </p:cNvPr>
              <p:cNvSpPr/>
              <p:nvPr/>
            </p:nvSpPr>
            <p:spPr>
              <a:xfrm>
                <a:off x="9292789" y="5518169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2 w 6343"/>
                  <a:gd name="connsiteY1" fmla="*/ 5577 h 6345"/>
                  <a:gd name="connsiteX2" fmla="*/ 6570 w 6343"/>
                  <a:gd name="connsiteY2" fmla="*/ 3333 h 6345"/>
                  <a:gd name="connsiteX3" fmla="*/ 5642 w 6343"/>
                  <a:gd name="connsiteY3" fmla="*/ 1090 h 6345"/>
                  <a:gd name="connsiteX4" fmla="*/ 3399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3 h 6345"/>
                  <a:gd name="connsiteX7" fmla="*/ 1156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0" y="6506"/>
                      <a:pt x="5047" y="6172"/>
                      <a:pt x="5642" y="5577"/>
                    </a:cubicBezTo>
                    <a:cubicBezTo>
                      <a:pt x="6236" y="4982"/>
                      <a:pt x="6570" y="4175"/>
                      <a:pt x="6570" y="3333"/>
                    </a:cubicBezTo>
                    <a:cubicBezTo>
                      <a:pt x="6570" y="2492"/>
                      <a:pt x="6236" y="1685"/>
                      <a:pt x="5642" y="1090"/>
                    </a:cubicBezTo>
                    <a:cubicBezTo>
                      <a:pt x="5047" y="495"/>
                      <a:pt x="4240" y="161"/>
                      <a:pt x="3399" y="161"/>
                    </a:cubicBezTo>
                    <a:cubicBezTo>
                      <a:pt x="2558" y="161"/>
                      <a:pt x="1751" y="495"/>
                      <a:pt x="1156" y="1090"/>
                    </a:cubicBezTo>
                    <a:cubicBezTo>
                      <a:pt x="561" y="1685"/>
                      <a:pt x="227" y="2492"/>
                      <a:pt x="227" y="3333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1" y="6172"/>
                      <a:pt x="2558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11" name="Freeform: Shape 16510">
                <a:extLst>
                  <a:ext uri="{FF2B5EF4-FFF2-40B4-BE49-F238E27FC236}">
                    <a16:creationId xmlns:a16="http://schemas.microsoft.com/office/drawing/2014/main" id="{83ED6F07-CE7F-EB3B-F1BE-F33C509AD0C6}"/>
                  </a:ext>
                </a:extLst>
              </p:cNvPr>
              <p:cNvSpPr/>
              <p:nvPr/>
            </p:nvSpPr>
            <p:spPr>
              <a:xfrm>
                <a:off x="9290977" y="5517875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1 w 6343"/>
                  <a:gd name="connsiteY1" fmla="*/ 5577 h 6345"/>
                  <a:gd name="connsiteX2" fmla="*/ 6570 w 6343"/>
                  <a:gd name="connsiteY2" fmla="*/ 3333 h 6345"/>
                  <a:gd name="connsiteX3" fmla="*/ 5641 w 6343"/>
                  <a:gd name="connsiteY3" fmla="*/ 1090 h 6345"/>
                  <a:gd name="connsiteX4" fmla="*/ 3399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3 h 6345"/>
                  <a:gd name="connsiteX7" fmla="*/ 1156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0" y="6506"/>
                      <a:pt x="5047" y="6172"/>
                      <a:pt x="5641" y="5577"/>
                    </a:cubicBezTo>
                    <a:cubicBezTo>
                      <a:pt x="6236" y="4982"/>
                      <a:pt x="6570" y="4175"/>
                      <a:pt x="6570" y="3333"/>
                    </a:cubicBezTo>
                    <a:cubicBezTo>
                      <a:pt x="6570" y="2492"/>
                      <a:pt x="6236" y="1685"/>
                      <a:pt x="5641" y="1090"/>
                    </a:cubicBezTo>
                    <a:cubicBezTo>
                      <a:pt x="5047" y="495"/>
                      <a:pt x="4240" y="161"/>
                      <a:pt x="3399" y="161"/>
                    </a:cubicBezTo>
                    <a:cubicBezTo>
                      <a:pt x="2558" y="161"/>
                      <a:pt x="1751" y="495"/>
                      <a:pt x="1156" y="1090"/>
                    </a:cubicBezTo>
                    <a:cubicBezTo>
                      <a:pt x="561" y="1685"/>
                      <a:pt x="227" y="2492"/>
                      <a:pt x="227" y="3333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1" y="6172"/>
                      <a:pt x="2558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12" name="Freeform: Shape 16511">
                <a:extLst>
                  <a:ext uri="{FF2B5EF4-FFF2-40B4-BE49-F238E27FC236}">
                    <a16:creationId xmlns:a16="http://schemas.microsoft.com/office/drawing/2014/main" id="{EC351FF4-52ED-914D-99BB-C98687B82C4D}"/>
                  </a:ext>
                </a:extLst>
              </p:cNvPr>
              <p:cNvSpPr/>
              <p:nvPr/>
            </p:nvSpPr>
            <p:spPr>
              <a:xfrm>
                <a:off x="9288721" y="5518204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1 w 6343"/>
                  <a:gd name="connsiteY1" fmla="*/ 5577 h 6345"/>
                  <a:gd name="connsiteX2" fmla="*/ 6570 w 6343"/>
                  <a:gd name="connsiteY2" fmla="*/ 3333 h 6345"/>
                  <a:gd name="connsiteX3" fmla="*/ 5641 w 6343"/>
                  <a:gd name="connsiteY3" fmla="*/ 1090 h 6345"/>
                  <a:gd name="connsiteX4" fmla="*/ 3399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3 h 6345"/>
                  <a:gd name="connsiteX7" fmla="*/ 1156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0" y="6506"/>
                      <a:pt x="5046" y="6172"/>
                      <a:pt x="5641" y="5577"/>
                    </a:cubicBezTo>
                    <a:cubicBezTo>
                      <a:pt x="6236" y="4982"/>
                      <a:pt x="6570" y="4175"/>
                      <a:pt x="6570" y="3333"/>
                    </a:cubicBezTo>
                    <a:cubicBezTo>
                      <a:pt x="6570" y="2492"/>
                      <a:pt x="6236" y="1685"/>
                      <a:pt x="5641" y="1090"/>
                    </a:cubicBezTo>
                    <a:cubicBezTo>
                      <a:pt x="5046" y="495"/>
                      <a:pt x="4240" y="161"/>
                      <a:pt x="3399" y="161"/>
                    </a:cubicBezTo>
                    <a:cubicBezTo>
                      <a:pt x="2557" y="161"/>
                      <a:pt x="1751" y="495"/>
                      <a:pt x="1156" y="1090"/>
                    </a:cubicBezTo>
                    <a:cubicBezTo>
                      <a:pt x="561" y="1685"/>
                      <a:pt x="227" y="2492"/>
                      <a:pt x="227" y="3333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1" y="6172"/>
                      <a:pt x="2557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13" name="Freeform: Shape 16512">
                <a:extLst>
                  <a:ext uri="{FF2B5EF4-FFF2-40B4-BE49-F238E27FC236}">
                    <a16:creationId xmlns:a16="http://schemas.microsoft.com/office/drawing/2014/main" id="{A073DC6C-90C2-8D67-8638-B53E440B1B14}"/>
                  </a:ext>
                </a:extLst>
              </p:cNvPr>
              <p:cNvSpPr/>
              <p:nvPr/>
            </p:nvSpPr>
            <p:spPr>
              <a:xfrm>
                <a:off x="9286902" y="5517880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1 w 6343"/>
                  <a:gd name="connsiteY1" fmla="*/ 5577 h 6345"/>
                  <a:gd name="connsiteX2" fmla="*/ 6570 w 6343"/>
                  <a:gd name="connsiteY2" fmla="*/ 3333 h 6345"/>
                  <a:gd name="connsiteX3" fmla="*/ 5641 w 6343"/>
                  <a:gd name="connsiteY3" fmla="*/ 1090 h 6345"/>
                  <a:gd name="connsiteX4" fmla="*/ 3398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3 h 6345"/>
                  <a:gd name="connsiteX7" fmla="*/ 1156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40" y="6506"/>
                      <a:pt x="5046" y="6172"/>
                      <a:pt x="5641" y="5577"/>
                    </a:cubicBezTo>
                    <a:cubicBezTo>
                      <a:pt x="6236" y="4982"/>
                      <a:pt x="6570" y="4175"/>
                      <a:pt x="6570" y="3333"/>
                    </a:cubicBezTo>
                    <a:cubicBezTo>
                      <a:pt x="6570" y="2492"/>
                      <a:pt x="6236" y="1685"/>
                      <a:pt x="5641" y="1090"/>
                    </a:cubicBezTo>
                    <a:cubicBezTo>
                      <a:pt x="5046" y="495"/>
                      <a:pt x="4240" y="161"/>
                      <a:pt x="3398" y="161"/>
                    </a:cubicBezTo>
                    <a:cubicBezTo>
                      <a:pt x="2557" y="161"/>
                      <a:pt x="1751" y="495"/>
                      <a:pt x="1156" y="1090"/>
                    </a:cubicBezTo>
                    <a:cubicBezTo>
                      <a:pt x="561" y="1685"/>
                      <a:pt x="227" y="2492"/>
                      <a:pt x="227" y="3333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1" y="6172"/>
                      <a:pt x="2557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14" name="Freeform: Shape 16513">
                <a:extLst>
                  <a:ext uri="{FF2B5EF4-FFF2-40B4-BE49-F238E27FC236}">
                    <a16:creationId xmlns:a16="http://schemas.microsoft.com/office/drawing/2014/main" id="{1BEDB673-C471-884A-4E19-1F4B117215E4}"/>
                  </a:ext>
                </a:extLst>
              </p:cNvPr>
              <p:cNvSpPr/>
              <p:nvPr/>
            </p:nvSpPr>
            <p:spPr>
              <a:xfrm>
                <a:off x="9283486" y="5519778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1 w 6343"/>
                  <a:gd name="connsiteY1" fmla="*/ 5577 h 6345"/>
                  <a:gd name="connsiteX2" fmla="*/ 6570 w 6343"/>
                  <a:gd name="connsiteY2" fmla="*/ 3333 h 6345"/>
                  <a:gd name="connsiteX3" fmla="*/ 5641 w 6343"/>
                  <a:gd name="connsiteY3" fmla="*/ 1090 h 6345"/>
                  <a:gd name="connsiteX4" fmla="*/ 3398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3 h 6345"/>
                  <a:gd name="connsiteX7" fmla="*/ 1156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39" y="6506"/>
                      <a:pt x="5046" y="6172"/>
                      <a:pt x="5641" y="5577"/>
                    </a:cubicBezTo>
                    <a:cubicBezTo>
                      <a:pt x="6236" y="4982"/>
                      <a:pt x="6570" y="4175"/>
                      <a:pt x="6570" y="3333"/>
                    </a:cubicBezTo>
                    <a:cubicBezTo>
                      <a:pt x="6570" y="2492"/>
                      <a:pt x="6236" y="1685"/>
                      <a:pt x="5641" y="1090"/>
                    </a:cubicBezTo>
                    <a:cubicBezTo>
                      <a:pt x="5046" y="495"/>
                      <a:pt x="4239" y="161"/>
                      <a:pt x="3398" y="161"/>
                    </a:cubicBezTo>
                    <a:cubicBezTo>
                      <a:pt x="2557" y="161"/>
                      <a:pt x="1750" y="495"/>
                      <a:pt x="1156" y="1090"/>
                    </a:cubicBezTo>
                    <a:cubicBezTo>
                      <a:pt x="561" y="1685"/>
                      <a:pt x="227" y="2492"/>
                      <a:pt x="227" y="3333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0" y="6172"/>
                      <a:pt x="2557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15" name="Freeform: Shape 16514">
                <a:extLst>
                  <a:ext uri="{FF2B5EF4-FFF2-40B4-BE49-F238E27FC236}">
                    <a16:creationId xmlns:a16="http://schemas.microsoft.com/office/drawing/2014/main" id="{34CA2481-62DE-E5D3-8A71-95B519CB4958}"/>
                  </a:ext>
                </a:extLst>
              </p:cNvPr>
              <p:cNvSpPr/>
              <p:nvPr/>
            </p:nvSpPr>
            <p:spPr>
              <a:xfrm>
                <a:off x="9281230" y="5519997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1 w 6343"/>
                  <a:gd name="connsiteY1" fmla="*/ 5577 h 6345"/>
                  <a:gd name="connsiteX2" fmla="*/ 6570 w 6343"/>
                  <a:gd name="connsiteY2" fmla="*/ 3333 h 6345"/>
                  <a:gd name="connsiteX3" fmla="*/ 5641 w 6343"/>
                  <a:gd name="connsiteY3" fmla="*/ 1090 h 6345"/>
                  <a:gd name="connsiteX4" fmla="*/ 3398 w 6343"/>
                  <a:gd name="connsiteY4" fmla="*/ 161 h 6345"/>
                  <a:gd name="connsiteX5" fmla="*/ 1155 w 6343"/>
                  <a:gd name="connsiteY5" fmla="*/ 1090 h 6345"/>
                  <a:gd name="connsiteX6" fmla="*/ 226 w 6343"/>
                  <a:gd name="connsiteY6" fmla="*/ 3333 h 6345"/>
                  <a:gd name="connsiteX7" fmla="*/ 1155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39" y="6506"/>
                      <a:pt x="5046" y="6172"/>
                      <a:pt x="5641" y="5577"/>
                    </a:cubicBezTo>
                    <a:cubicBezTo>
                      <a:pt x="6235" y="4982"/>
                      <a:pt x="6570" y="4175"/>
                      <a:pt x="6570" y="3333"/>
                    </a:cubicBezTo>
                    <a:cubicBezTo>
                      <a:pt x="6570" y="2492"/>
                      <a:pt x="6235" y="1685"/>
                      <a:pt x="5641" y="1090"/>
                    </a:cubicBezTo>
                    <a:cubicBezTo>
                      <a:pt x="5046" y="495"/>
                      <a:pt x="4239" y="161"/>
                      <a:pt x="3398" y="161"/>
                    </a:cubicBezTo>
                    <a:cubicBezTo>
                      <a:pt x="2557" y="161"/>
                      <a:pt x="1750" y="495"/>
                      <a:pt x="1155" y="1090"/>
                    </a:cubicBezTo>
                    <a:cubicBezTo>
                      <a:pt x="561" y="1685"/>
                      <a:pt x="226" y="2492"/>
                      <a:pt x="226" y="3333"/>
                    </a:cubicBezTo>
                    <a:cubicBezTo>
                      <a:pt x="226" y="4175"/>
                      <a:pt x="561" y="4982"/>
                      <a:pt x="1155" y="5577"/>
                    </a:cubicBezTo>
                    <a:cubicBezTo>
                      <a:pt x="1750" y="6172"/>
                      <a:pt x="2557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16" name="Freeform: Shape 16515">
                <a:extLst>
                  <a:ext uri="{FF2B5EF4-FFF2-40B4-BE49-F238E27FC236}">
                    <a16:creationId xmlns:a16="http://schemas.microsoft.com/office/drawing/2014/main" id="{F481494D-D19F-B11F-C591-FE60848B29EF}"/>
                  </a:ext>
                </a:extLst>
              </p:cNvPr>
              <p:cNvSpPr/>
              <p:nvPr/>
            </p:nvSpPr>
            <p:spPr>
              <a:xfrm>
                <a:off x="9278436" y="5520919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0 w 6343"/>
                  <a:gd name="connsiteY1" fmla="*/ 5577 h 6345"/>
                  <a:gd name="connsiteX2" fmla="*/ 6569 w 6343"/>
                  <a:gd name="connsiteY2" fmla="*/ 3334 h 6345"/>
                  <a:gd name="connsiteX3" fmla="*/ 5640 w 6343"/>
                  <a:gd name="connsiteY3" fmla="*/ 1090 h 6345"/>
                  <a:gd name="connsiteX4" fmla="*/ 3398 w 6343"/>
                  <a:gd name="connsiteY4" fmla="*/ 161 h 6345"/>
                  <a:gd name="connsiteX5" fmla="*/ 1155 w 6343"/>
                  <a:gd name="connsiteY5" fmla="*/ 1090 h 6345"/>
                  <a:gd name="connsiteX6" fmla="*/ 226 w 6343"/>
                  <a:gd name="connsiteY6" fmla="*/ 3334 h 6345"/>
                  <a:gd name="connsiteX7" fmla="*/ 1155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39" y="6506"/>
                      <a:pt x="5046" y="6172"/>
                      <a:pt x="5640" y="5577"/>
                    </a:cubicBezTo>
                    <a:cubicBezTo>
                      <a:pt x="6235" y="4982"/>
                      <a:pt x="6569" y="4175"/>
                      <a:pt x="6569" y="3334"/>
                    </a:cubicBezTo>
                    <a:cubicBezTo>
                      <a:pt x="6569" y="2492"/>
                      <a:pt x="6235" y="1685"/>
                      <a:pt x="5640" y="1090"/>
                    </a:cubicBezTo>
                    <a:cubicBezTo>
                      <a:pt x="5046" y="495"/>
                      <a:pt x="4239" y="161"/>
                      <a:pt x="3398" y="161"/>
                    </a:cubicBezTo>
                    <a:cubicBezTo>
                      <a:pt x="2557" y="161"/>
                      <a:pt x="1750" y="495"/>
                      <a:pt x="1155" y="1090"/>
                    </a:cubicBezTo>
                    <a:cubicBezTo>
                      <a:pt x="560" y="1685"/>
                      <a:pt x="226" y="2492"/>
                      <a:pt x="226" y="3334"/>
                    </a:cubicBezTo>
                    <a:cubicBezTo>
                      <a:pt x="226" y="4175"/>
                      <a:pt x="560" y="4982"/>
                      <a:pt x="1155" y="5577"/>
                    </a:cubicBezTo>
                    <a:cubicBezTo>
                      <a:pt x="1750" y="6172"/>
                      <a:pt x="2557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17" name="Freeform: Shape 16516">
                <a:extLst>
                  <a:ext uri="{FF2B5EF4-FFF2-40B4-BE49-F238E27FC236}">
                    <a16:creationId xmlns:a16="http://schemas.microsoft.com/office/drawing/2014/main" id="{B364849C-7B47-3ECE-AE5B-A55260AA8AC9}"/>
                  </a:ext>
                </a:extLst>
              </p:cNvPr>
              <p:cNvSpPr/>
              <p:nvPr/>
            </p:nvSpPr>
            <p:spPr>
              <a:xfrm>
                <a:off x="9276514" y="5520616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0 w 6343"/>
                  <a:gd name="connsiteY1" fmla="*/ 5577 h 6345"/>
                  <a:gd name="connsiteX2" fmla="*/ 6569 w 6343"/>
                  <a:gd name="connsiteY2" fmla="*/ 3334 h 6345"/>
                  <a:gd name="connsiteX3" fmla="*/ 5640 w 6343"/>
                  <a:gd name="connsiteY3" fmla="*/ 1090 h 6345"/>
                  <a:gd name="connsiteX4" fmla="*/ 3398 w 6343"/>
                  <a:gd name="connsiteY4" fmla="*/ 161 h 6345"/>
                  <a:gd name="connsiteX5" fmla="*/ 1155 w 6343"/>
                  <a:gd name="connsiteY5" fmla="*/ 1090 h 6345"/>
                  <a:gd name="connsiteX6" fmla="*/ 226 w 6343"/>
                  <a:gd name="connsiteY6" fmla="*/ 3334 h 6345"/>
                  <a:gd name="connsiteX7" fmla="*/ 1155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39" y="6506"/>
                      <a:pt x="5045" y="6172"/>
                      <a:pt x="5640" y="5577"/>
                    </a:cubicBezTo>
                    <a:cubicBezTo>
                      <a:pt x="6235" y="4982"/>
                      <a:pt x="6569" y="4175"/>
                      <a:pt x="6569" y="3334"/>
                    </a:cubicBezTo>
                    <a:cubicBezTo>
                      <a:pt x="6569" y="2492"/>
                      <a:pt x="6235" y="1685"/>
                      <a:pt x="5640" y="1090"/>
                    </a:cubicBezTo>
                    <a:cubicBezTo>
                      <a:pt x="5045" y="495"/>
                      <a:pt x="4239" y="161"/>
                      <a:pt x="3398" y="161"/>
                    </a:cubicBezTo>
                    <a:cubicBezTo>
                      <a:pt x="2556" y="161"/>
                      <a:pt x="1750" y="495"/>
                      <a:pt x="1155" y="1090"/>
                    </a:cubicBezTo>
                    <a:cubicBezTo>
                      <a:pt x="560" y="1685"/>
                      <a:pt x="226" y="2492"/>
                      <a:pt x="226" y="3334"/>
                    </a:cubicBezTo>
                    <a:cubicBezTo>
                      <a:pt x="226" y="4175"/>
                      <a:pt x="560" y="4982"/>
                      <a:pt x="1155" y="5577"/>
                    </a:cubicBezTo>
                    <a:cubicBezTo>
                      <a:pt x="1750" y="6172"/>
                      <a:pt x="2556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18" name="Freeform: Shape 16517">
                <a:extLst>
                  <a:ext uri="{FF2B5EF4-FFF2-40B4-BE49-F238E27FC236}">
                    <a16:creationId xmlns:a16="http://schemas.microsoft.com/office/drawing/2014/main" id="{AD464C7E-32B0-2154-B2C7-24B5AAE9B7B6}"/>
                  </a:ext>
                </a:extLst>
              </p:cNvPr>
              <p:cNvSpPr/>
              <p:nvPr/>
            </p:nvSpPr>
            <p:spPr>
              <a:xfrm>
                <a:off x="9273514" y="5521731"/>
                <a:ext cx="6343" cy="6345"/>
              </a:xfrm>
              <a:custGeom>
                <a:avLst/>
                <a:gdLst>
                  <a:gd name="connsiteX0" fmla="*/ 3397 w 6343"/>
                  <a:gd name="connsiteY0" fmla="*/ 6506 h 6345"/>
                  <a:gd name="connsiteX1" fmla="*/ 5640 w 6343"/>
                  <a:gd name="connsiteY1" fmla="*/ 5577 h 6345"/>
                  <a:gd name="connsiteX2" fmla="*/ 6569 w 6343"/>
                  <a:gd name="connsiteY2" fmla="*/ 3334 h 6345"/>
                  <a:gd name="connsiteX3" fmla="*/ 5640 w 6343"/>
                  <a:gd name="connsiteY3" fmla="*/ 1090 h 6345"/>
                  <a:gd name="connsiteX4" fmla="*/ 3397 w 6343"/>
                  <a:gd name="connsiteY4" fmla="*/ 161 h 6345"/>
                  <a:gd name="connsiteX5" fmla="*/ 1155 w 6343"/>
                  <a:gd name="connsiteY5" fmla="*/ 1090 h 6345"/>
                  <a:gd name="connsiteX6" fmla="*/ 226 w 6343"/>
                  <a:gd name="connsiteY6" fmla="*/ 3334 h 6345"/>
                  <a:gd name="connsiteX7" fmla="*/ 1155 w 6343"/>
                  <a:gd name="connsiteY7" fmla="*/ 5577 h 6345"/>
                  <a:gd name="connsiteX8" fmla="*/ 339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6"/>
                    </a:moveTo>
                    <a:cubicBezTo>
                      <a:pt x="4238" y="6506"/>
                      <a:pt x="5045" y="6172"/>
                      <a:pt x="5640" y="5577"/>
                    </a:cubicBezTo>
                    <a:cubicBezTo>
                      <a:pt x="6235" y="4982"/>
                      <a:pt x="6569" y="4175"/>
                      <a:pt x="6569" y="3334"/>
                    </a:cubicBezTo>
                    <a:cubicBezTo>
                      <a:pt x="6569" y="2492"/>
                      <a:pt x="6235" y="1685"/>
                      <a:pt x="5640" y="1090"/>
                    </a:cubicBezTo>
                    <a:cubicBezTo>
                      <a:pt x="5045" y="495"/>
                      <a:pt x="4238" y="161"/>
                      <a:pt x="3397" y="161"/>
                    </a:cubicBezTo>
                    <a:cubicBezTo>
                      <a:pt x="2556" y="161"/>
                      <a:pt x="1749" y="495"/>
                      <a:pt x="1155" y="1090"/>
                    </a:cubicBezTo>
                    <a:cubicBezTo>
                      <a:pt x="560" y="1685"/>
                      <a:pt x="226" y="2492"/>
                      <a:pt x="226" y="3334"/>
                    </a:cubicBezTo>
                    <a:cubicBezTo>
                      <a:pt x="226" y="4175"/>
                      <a:pt x="560" y="4982"/>
                      <a:pt x="1155" y="5577"/>
                    </a:cubicBezTo>
                    <a:cubicBezTo>
                      <a:pt x="1749" y="6172"/>
                      <a:pt x="2556" y="6506"/>
                      <a:pt x="339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19" name="Freeform: Shape 16518">
                <a:extLst>
                  <a:ext uri="{FF2B5EF4-FFF2-40B4-BE49-F238E27FC236}">
                    <a16:creationId xmlns:a16="http://schemas.microsoft.com/office/drawing/2014/main" id="{8EB4A175-D5B3-3CCC-28E3-72B2D83CE81E}"/>
                  </a:ext>
                </a:extLst>
              </p:cNvPr>
              <p:cNvSpPr/>
              <p:nvPr/>
            </p:nvSpPr>
            <p:spPr>
              <a:xfrm>
                <a:off x="9265649" y="5529188"/>
                <a:ext cx="6343" cy="6345"/>
              </a:xfrm>
              <a:custGeom>
                <a:avLst/>
                <a:gdLst>
                  <a:gd name="connsiteX0" fmla="*/ 3397 w 6343"/>
                  <a:gd name="connsiteY0" fmla="*/ 6507 h 6345"/>
                  <a:gd name="connsiteX1" fmla="*/ 5639 w 6343"/>
                  <a:gd name="connsiteY1" fmla="*/ 5578 h 6345"/>
                  <a:gd name="connsiteX2" fmla="*/ 6568 w 6343"/>
                  <a:gd name="connsiteY2" fmla="*/ 3334 h 6345"/>
                  <a:gd name="connsiteX3" fmla="*/ 5639 w 6343"/>
                  <a:gd name="connsiteY3" fmla="*/ 1091 h 6345"/>
                  <a:gd name="connsiteX4" fmla="*/ 3397 w 6343"/>
                  <a:gd name="connsiteY4" fmla="*/ 162 h 6345"/>
                  <a:gd name="connsiteX5" fmla="*/ 1154 w 6343"/>
                  <a:gd name="connsiteY5" fmla="*/ 1091 h 6345"/>
                  <a:gd name="connsiteX6" fmla="*/ 225 w 6343"/>
                  <a:gd name="connsiteY6" fmla="*/ 3334 h 6345"/>
                  <a:gd name="connsiteX7" fmla="*/ 1154 w 6343"/>
                  <a:gd name="connsiteY7" fmla="*/ 5578 h 6345"/>
                  <a:gd name="connsiteX8" fmla="*/ 339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7"/>
                    </a:moveTo>
                    <a:cubicBezTo>
                      <a:pt x="4238" y="6507"/>
                      <a:pt x="5045" y="6173"/>
                      <a:pt x="5639" y="5578"/>
                    </a:cubicBezTo>
                    <a:cubicBezTo>
                      <a:pt x="6234" y="4983"/>
                      <a:pt x="6568" y="4176"/>
                      <a:pt x="6568" y="3334"/>
                    </a:cubicBezTo>
                    <a:cubicBezTo>
                      <a:pt x="6568" y="2493"/>
                      <a:pt x="6234" y="1686"/>
                      <a:pt x="5639" y="1091"/>
                    </a:cubicBezTo>
                    <a:cubicBezTo>
                      <a:pt x="5045" y="496"/>
                      <a:pt x="4238" y="162"/>
                      <a:pt x="3397" y="162"/>
                    </a:cubicBezTo>
                    <a:cubicBezTo>
                      <a:pt x="2556" y="162"/>
                      <a:pt x="1749" y="496"/>
                      <a:pt x="1154" y="1091"/>
                    </a:cubicBezTo>
                    <a:cubicBezTo>
                      <a:pt x="559" y="1686"/>
                      <a:pt x="225" y="2493"/>
                      <a:pt x="225" y="3334"/>
                    </a:cubicBezTo>
                    <a:cubicBezTo>
                      <a:pt x="225" y="4176"/>
                      <a:pt x="559" y="4983"/>
                      <a:pt x="1154" y="5578"/>
                    </a:cubicBezTo>
                    <a:cubicBezTo>
                      <a:pt x="1749" y="6173"/>
                      <a:pt x="2556" y="6507"/>
                      <a:pt x="339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20" name="Freeform: Shape 16519">
                <a:extLst>
                  <a:ext uri="{FF2B5EF4-FFF2-40B4-BE49-F238E27FC236}">
                    <a16:creationId xmlns:a16="http://schemas.microsoft.com/office/drawing/2014/main" id="{511A1C7A-2A4D-7C8B-57F6-70725D14EAA1}"/>
                  </a:ext>
                </a:extLst>
              </p:cNvPr>
              <p:cNvSpPr/>
              <p:nvPr/>
            </p:nvSpPr>
            <p:spPr>
              <a:xfrm>
                <a:off x="9260157" y="5524450"/>
                <a:ext cx="6343" cy="6345"/>
              </a:xfrm>
              <a:custGeom>
                <a:avLst/>
                <a:gdLst>
                  <a:gd name="connsiteX0" fmla="*/ 3396 w 6343"/>
                  <a:gd name="connsiteY0" fmla="*/ 6507 h 6345"/>
                  <a:gd name="connsiteX1" fmla="*/ 5639 w 6343"/>
                  <a:gd name="connsiteY1" fmla="*/ 5577 h 6345"/>
                  <a:gd name="connsiteX2" fmla="*/ 6568 w 6343"/>
                  <a:gd name="connsiteY2" fmla="*/ 3334 h 6345"/>
                  <a:gd name="connsiteX3" fmla="*/ 5639 w 6343"/>
                  <a:gd name="connsiteY3" fmla="*/ 1090 h 6345"/>
                  <a:gd name="connsiteX4" fmla="*/ 3396 w 6343"/>
                  <a:gd name="connsiteY4" fmla="*/ 161 h 6345"/>
                  <a:gd name="connsiteX5" fmla="*/ 1154 w 6343"/>
                  <a:gd name="connsiteY5" fmla="*/ 1090 h 6345"/>
                  <a:gd name="connsiteX6" fmla="*/ 225 w 6343"/>
                  <a:gd name="connsiteY6" fmla="*/ 3334 h 6345"/>
                  <a:gd name="connsiteX7" fmla="*/ 1154 w 6343"/>
                  <a:gd name="connsiteY7" fmla="*/ 5577 h 6345"/>
                  <a:gd name="connsiteX8" fmla="*/ 339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7"/>
                    </a:moveTo>
                    <a:cubicBezTo>
                      <a:pt x="4237" y="6507"/>
                      <a:pt x="5044" y="6172"/>
                      <a:pt x="5639" y="5577"/>
                    </a:cubicBezTo>
                    <a:cubicBezTo>
                      <a:pt x="6234" y="4982"/>
                      <a:pt x="6568" y="4175"/>
                      <a:pt x="6568" y="3334"/>
                    </a:cubicBezTo>
                    <a:cubicBezTo>
                      <a:pt x="6568" y="2492"/>
                      <a:pt x="6234" y="1685"/>
                      <a:pt x="5639" y="1090"/>
                    </a:cubicBezTo>
                    <a:cubicBezTo>
                      <a:pt x="5044" y="495"/>
                      <a:pt x="4237" y="161"/>
                      <a:pt x="3396" y="161"/>
                    </a:cubicBezTo>
                    <a:cubicBezTo>
                      <a:pt x="2555" y="161"/>
                      <a:pt x="1748" y="495"/>
                      <a:pt x="1154" y="1090"/>
                    </a:cubicBezTo>
                    <a:cubicBezTo>
                      <a:pt x="559" y="1685"/>
                      <a:pt x="225" y="2492"/>
                      <a:pt x="225" y="3334"/>
                    </a:cubicBezTo>
                    <a:cubicBezTo>
                      <a:pt x="225" y="4175"/>
                      <a:pt x="559" y="4982"/>
                      <a:pt x="1154" y="5577"/>
                    </a:cubicBezTo>
                    <a:cubicBezTo>
                      <a:pt x="1748" y="6172"/>
                      <a:pt x="2555" y="6507"/>
                      <a:pt x="339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21" name="Freeform: Shape 16520">
                <a:extLst>
                  <a:ext uri="{FF2B5EF4-FFF2-40B4-BE49-F238E27FC236}">
                    <a16:creationId xmlns:a16="http://schemas.microsoft.com/office/drawing/2014/main" id="{CA6308C2-6BBE-0488-6B1D-6B0C6DDF32AC}"/>
                  </a:ext>
                </a:extLst>
              </p:cNvPr>
              <p:cNvSpPr/>
              <p:nvPr/>
            </p:nvSpPr>
            <p:spPr>
              <a:xfrm>
                <a:off x="9262882" y="5518209"/>
                <a:ext cx="6343" cy="6345"/>
              </a:xfrm>
              <a:custGeom>
                <a:avLst/>
                <a:gdLst>
                  <a:gd name="connsiteX0" fmla="*/ 3397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3 h 6345"/>
                  <a:gd name="connsiteX3" fmla="*/ 5639 w 6343"/>
                  <a:gd name="connsiteY3" fmla="*/ 1090 h 6345"/>
                  <a:gd name="connsiteX4" fmla="*/ 3397 w 6343"/>
                  <a:gd name="connsiteY4" fmla="*/ 161 h 6345"/>
                  <a:gd name="connsiteX5" fmla="*/ 1154 w 6343"/>
                  <a:gd name="connsiteY5" fmla="*/ 1090 h 6345"/>
                  <a:gd name="connsiteX6" fmla="*/ 225 w 6343"/>
                  <a:gd name="connsiteY6" fmla="*/ 3333 h 6345"/>
                  <a:gd name="connsiteX7" fmla="*/ 1154 w 6343"/>
                  <a:gd name="connsiteY7" fmla="*/ 5577 h 6345"/>
                  <a:gd name="connsiteX8" fmla="*/ 3397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506"/>
                    </a:moveTo>
                    <a:cubicBezTo>
                      <a:pt x="4238" y="6506"/>
                      <a:pt x="5044" y="6172"/>
                      <a:pt x="5639" y="5577"/>
                    </a:cubicBezTo>
                    <a:cubicBezTo>
                      <a:pt x="6234" y="4982"/>
                      <a:pt x="6568" y="4175"/>
                      <a:pt x="6568" y="3333"/>
                    </a:cubicBezTo>
                    <a:cubicBezTo>
                      <a:pt x="6568" y="2492"/>
                      <a:pt x="6234" y="1685"/>
                      <a:pt x="5639" y="1090"/>
                    </a:cubicBezTo>
                    <a:cubicBezTo>
                      <a:pt x="5044" y="495"/>
                      <a:pt x="4238" y="161"/>
                      <a:pt x="3397" y="161"/>
                    </a:cubicBezTo>
                    <a:cubicBezTo>
                      <a:pt x="2555" y="161"/>
                      <a:pt x="1749" y="495"/>
                      <a:pt x="1154" y="1090"/>
                    </a:cubicBezTo>
                    <a:cubicBezTo>
                      <a:pt x="559" y="1685"/>
                      <a:pt x="225" y="2492"/>
                      <a:pt x="225" y="3333"/>
                    </a:cubicBezTo>
                    <a:cubicBezTo>
                      <a:pt x="225" y="4175"/>
                      <a:pt x="559" y="4982"/>
                      <a:pt x="1154" y="5577"/>
                    </a:cubicBezTo>
                    <a:cubicBezTo>
                      <a:pt x="1749" y="6172"/>
                      <a:pt x="2555" y="6506"/>
                      <a:pt x="3397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22" name="Freeform: Shape 16521">
                <a:extLst>
                  <a:ext uri="{FF2B5EF4-FFF2-40B4-BE49-F238E27FC236}">
                    <a16:creationId xmlns:a16="http://schemas.microsoft.com/office/drawing/2014/main" id="{2D8F13D0-6203-A175-B372-E49DDEFF6978}"/>
                  </a:ext>
                </a:extLst>
              </p:cNvPr>
              <p:cNvSpPr/>
              <p:nvPr/>
            </p:nvSpPr>
            <p:spPr>
              <a:xfrm>
                <a:off x="9261737" y="5516814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3 h 6345"/>
                  <a:gd name="connsiteX3" fmla="*/ 5639 w 6343"/>
                  <a:gd name="connsiteY3" fmla="*/ 1090 h 6345"/>
                  <a:gd name="connsiteX4" fmla="*/ 3396 w 6343"/>
                  <a:gd name="connsiteY4" fmla="*/ 161 h 6345"/>
                  <a:gd name="connsiteX5" fmla="*/ 1154 w 6343"/>
                  <a:gd name="connsiteY5" fmla="*/ 1090 h 6345"/>
                  <a:gd name="connsiteX6" fmla="*/ 225 w 6343"/>
                  <a:gd name="connsiteY6" fmla="*/ 3333 h 6345"/>
                  <a:gd name="connsiteX7" fmla="*/ 1154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8" y="6506"/>
                      <a:pt x="5044" y="6172"/>
                      <a:pt x="5639" y="5577"/>
                    </a:cubicBezTo>
                    <a:cubicBezTo>
                      <a:pt x="6234" y="4982"/>
                      <a:pt x="6568" y="4175"/>
                      <a:pt x="6568" y="3333"/>
                    </a:cubicBezTo>
                    <a:cubicBezTo>
                      <a:pt x="6568" y="2492"/>
                      <a:pt x="6234" y="1685"/>
                      <a:pt x="5639" y="1090"/>
                    </a:cubicBezTo>
                    <a:cubicBezTo>
                      <a:pt x="5044" y="495"/>
                      <a:pt x="4238" y="161"/>
                      <a:pt x="3396" y="161"/>
                    </a:cubicBezTo>
                    <a:cubicBezTo>
                      <a:pt x="2555" y="161"/>
                      <a:pt x="1749" y="495"/>
                      <a:pt x="1154" y="1090"/>
                    </a:cubicBezTo>
                    <a:cubicBezTo>
                      <a:pt x="559" y="1685"/>
                      <a:pt x="225" y="2492"/>
                      <a:pt x="225" y="3333"/>
                    </a:cubicBezTo>
                    <a:cubicBezTo>
                      <a:pt x="225" y="4175"/>
                      <a:pt x="559" y="4982"/>
                      <a:pt x="1154" y="5577"/>
                    </a:cubicBezTo>
                    <a:cubicBezTo>
                      <a:pt x="1749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23" name="Freeform: Shape 16522">
                <a:extLst>
                  <a:ext uri="{FF2B5EF4-FFF2-40B4-BE49-F238E27FC236}">
                    <a16:creationId xmlns:a16="http://schemas.microsoft.com/office/drawing/2014/main" id="{8F6BFED4-37CF-BCDC-37A3-6CDE42A9EC26}"/>
                  </a:ext>
                </a:extLst>
              </p:cNvPr>
              <p:cNvSpPr/>
              <p:nvPr/>
            </p:nvSpPr>
            <p:spPr>
              <a:xfrm>
                <a:off x="9259954" y="5516194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3 h 6345"/>
                  <a:gd name="connsiteX3" fmla="*/ 5639 w 6343"/>
                  <a:gd name="connsiteY3" fmla="*/ 1090 h 6345"/>
                  <a:gd name="connsiteX4" fmla="*/ 3396 w 6343"/>
                  <a:gd name="connsiteY4" fmla="*/ 160 h 6345"/>
                  <a:gd name="connsiteX5" fmla="*/ 1154 w 6343"/>
                  <a:gd name="connsiteY5" fmla="*/ 1090 h 6345"/>
                  <a:gd name="connsiteX6" fmla="*/ 225 w 6343"/>
                  <a:gd name="connsiteY6" fmla="*/ 3333 h 6345"/>
                  <a:gd name="connsiteX7" fmla="*/ 1154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4" y="6172"/>
                      <a:pt x="5639" y="5577"/>
                    </a:cubicBezTo>
                    <a:cubicBezTo>
                      <a:pt x="6234" y="4982"/>
                      <a:pt x="6568" y="4175"/>
                      <a:pt x="6568" y="3333"/>
                    </a:cubicBezTo>
                    <a:cubicBezTo>
                      <a:pt x="6568" y="2492"/>
                      <a:pt x="6234" y="1685"/>
                      <a:pt x="5639" y="1090"/>
                    </a:cubicBezTo>
                    <a:cubicBezTo>
                      <a:pt x="5044" y="495"/>
                      <a:pt x="4237" y="160"/>
                      <a:pt x="3396" y="160"/>
                    </a:cubicBezTo>
                    <a:cubicBezTo>
                      <a:pt x="2555" y="160"/>
                      <a:pt x="1748" y="495"/>
                      <a:pt x="1154" y="1090"/>
                    </a:cubicBezTo>
                    <a:cubicBezTo>
                      <a:pt x="559" y="1685"/>
                      <a:pt x="225" y="2492"/>
                      <a:pt x="225" y="3333"/>
                    </a:cubicBezTo>
                    <a:cubicBezTo>
                      <a:pt x="225" y="4175"/>
                      <a:pt x="559" y="4982"/>
                      <a:pt x="1154" y="5577"/>
                    </a:cubicBezTo>
                    <a:cubicBezTo>
                      <a:pt x="1748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24" name="Freeform: Shape 16523">
                <a:extLst>
                  <a:ext uri="{FF2B5EF4-FFF2-40B4-BE49-F238E27FC236}">
                    <a16:creationId xmlns:a16="http://schemas.microsoft.com/office/drawing/2014/main" id="{55FEA2B3-E602-2856-E11B-0891FD2C8AAC}"/>
                  </a:ext>
                </a:extLst>
              </p:cNvPr>
              <p:cNvSpPr/>
              <p:nvPr/>
            </p:nvSpPr>
            <p:spPr>
              <a:xfrm>
                <a:off x="9257826" y="5515972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9 w 6343"/>
                  <a:gd name="connsiteY1" fmla="*/ 5577 h 6345"/>
                  <a:gd name="connsiteX2" fmla="*/ 6568 w 6343"/>
                  <a:gd name="connsiteY2" fmla="*/ 3333 h 6345"/>
                  <a:gd name="connsiteX3" fmla="*/ 5639 w 6343"/>
                  <a:gd name="connsiteY3" fmla="*/ 1090 h 6345"/>
                  <a:gd name="connsiteX4" fmla="*/ 3396 w 6343"/>
                  <a:gd name="connsiteY4" fmla="*/ 160 h 6345"/>
                  <a:gd name="connsiteX5" fmla="*/ 1153 w 6343"/>
                  <a:gd name="connsiteY5" fmla="*/ 1090 h 6345"/>
                  <a:gd name="connsiteX6" fmla="*/ 225 w 6343"/>
                  <a:gd name="connsiteY6" fmla="*/ 3333 h 6345"/>
                  <a:gd name="connsiteX7" fmla="*/ 1153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4" y="6172"/>
                      <a:pt x="5639" y="5577"/>
                    </a:cubicBezTo>
                    <a:cubicBezTo>
                      <a:pt x="6233" y="4982"/>
                      <a:pt x="6568" y="4175"/>
                      <a:pt x="6568" y="3333"/>
                    </a:cubicBezTo>
                    <a:cubicBezTo>
                      <a:pt x="6568" y="2492"/>
                      <a:pt x="6233" y="1685"/>
                      <a:pt x="5639" y="1090"/>
                    </a:cubicBezTo>
                    <a:cubicBezTo>
                      <a:pt x="5044" y="495"/>
                      <a:pt x="4237" y="160"/>
                      <a:pt x="3396" y="160"/>
                    </a:cubicBezTo>
                    <a:cubicBezTo>
                      <a:pt x="2555" y="160"/>
                      <a:pt x="1748" y="495"/>
                      <a:pt x="1153" y="1090"/>
                    </a:cubicBezTo>
                    <a:cubicBezTo>
                      <a:pt x="559" y="1685"/>
                      <a:pt x="225" y="2492"/>
                      <a:pt x="225" y="3333"/>
                    </a:cubicBezTo>
                    <a:cubicBezTo>
                      <a:pt x="225" y="4175"/>
                      <a:pt x="559" y="4982"/>
                      <a:pt x="1153" y="5577"/>
                    </a:cubicBezTo>
                    <a:cubicBezTo>
                      <a:pt x="1748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25" name="Freeform: Shape 16524">
                <a:extLst>
                  <a:ext uri="{FF2B5EF4-FFF2-40B4-BE49-F238E27FC236}">
                    <a16:creationId xmlns:a16="http://schemas.microsoft.com/office/drawing/2014/main" id="{BBA63698-5C79-BC81-80B4-A438FCD75F6A}"/>
                  </a:ext>
                </a:extLst>
              </p:cNvPr>
              <p:cNvSpPr/>
              <p:nvPr/>
            </p:nvSpPr>
            <p:spPr>
              <a:xfrm>
                <a:off x="9255500" y="5515960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9 w 6343"/>
                  <a:gd name="connsiteY1" fmla="*/ 5577 h 6345"/>
                  <a:gd name="connsiteX2" fmla="*/ 6567 w 6343"/>
                  <a:gd name="connsiteY2" fmla="*/ 3333 h 6345"/>
                  <a:gd name="connsiteX3" fmla="*/ 5639 w 6343"/>
                  <a:gd name="connsiteY3" fmla="*/ 1090 h 6345"/>
                  <a:gd name="connsiteX4" fmla="*/ 3396 w 6343"/>
                  <a:gd name="connsiteY4" fmla="*/ 160 h 6345"/>
                  <a:gd name="connsiteX5" fmla="*/ 1153 w 6343"/>
                  <a:gd name="connsiteY5" fmla="*/ 1090 h 6345"/>
                  <a:gd name="connsiteX6" fmla="*/ 224 w 6343"/>
                  <a:gd name="connsiteY6" fmla="*/ 3333 h 6345"/>
                  <a:gd name="connsiteX7" fmla="*/ 1153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4" y="6172"/>
                      <a:pt x="5639" y="5577"/>
                    </a:cubicBezTo>
                    <a:cubicBezTo>
                      <a:pt x="6233" y="4982"/>
                      <a:pt x="6567" y="4175"/>
                      <a:pt x="6567" y="3333"/>
                    </a:cubicBezTo>
                    <a:cubicBezTo>
                      <a:pt x="6567" y="2492"/>
                      <a:pt x="6233" y="1685"/>
                      <a:pt x="5639" y="1090"/>
                    </a:cubicBezTo>
                    <a:cubicBezTo>
                      <a:pt x="5044" y="495"/>
                      <a:pt x="4237" y="160"/>
                      <a:pt x="3396" y="160"/>
                    </a:cubicBezTo>
                    <a:cubicBezTo>
                      <a:pt x="2555" y="160"/>
                      <a:pt x="1748" y="495"/>
                      <a:pt x="1153" y="1090"/>
                    </a:cubicBezTo>
                    <a:cubicBezTo>
                      <a:pt x="559" y="1685"/>
                      <a:pt x="224" y="2492"/>
                      <a:pt x="224" y="3333"/>
                    </a:cubicBezTo>
                    <a:cubicBezTo>
                      <a:pt x="224" y="4175"/>
                      <a:pt x="559" y="4982"/>
                      <a:pt x="1153" y="5577"/>
                    </a:cubicBezTo>
                    <a:cubicBezTo>
                      <a:pt x="1748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26" name="Freeform: Shape 16525">
                <a:extLst>
                  <a:ext uri="{FF2B5EF4-FFF2-40B4-BE49-F238E27FC236}">
                    <a16:creationId xmlns:a16="http://schemas.microsoft.com/office/drawing/2014/main" id="{E58160EB-B01B-A313-8C70-EABB37C2ED45}"/>
                  </a:ext>
                </a:extLst>
              </p:cNvPr>
              <p:cNvSpPr/>
              <p:nvPr/>
            </p:nvSpPr>
            <p:spPr>
              <a:xfrm>
                <a:off x="9253090" y="5516017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3 h 6345"/>
                  <a:gd name="connsiteX3" fmla="*/ 5638 w 6343"/>
                  <a:gd name="connsiteY3" fmla="*/ 1090 h 6345"/>
                  <a:gd name="connsiteX4" fmla="*/ 3396 w 6343"/>
                  <a:gd name="connsiteY4" fmla="*/ 160 h 6345"/>
                  <a:gd name="connsiteX5" fmla="*/ 1153 w 6343"/>
                  <a:gd name="connsiteY5" fmla="*/ 1090 h 6345"/>
                  <a:gd name="connsiteX6" fmla="*/ 224 w 6343"/>
                  <a:gd name="connsiteY6" fmla="*/ 3333 h 6345"/>
                  <a:gd name="connsiteX7" fmla="*/ 1153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4" y="6172"/>
                      <a:pt x="5638" y="5577"/>
                    </a:cubicBezTo>
                    <a:cubicBezTo>
                      <a:pt x="6233" y="4982"/>
                      <a:pt x="6567" y="4175"/>
                      <a:pt x="6567" y="3333"/>
                    </a:cubicBezTo>
                    <a:cubicBezTo>
                      <a:pt x="6567" y="2492"/>
                      <a:pt x="6233" y="1685"/>
                      <a:pt x="5638" y="1090"/>
                    </a:cubicBezTo>
                    <a:cubicBezTo>
                      <a:pt x="5044" y="495"/>
                      <a:pt x="4237" y="160"/>
                      <a:pt x="3396" y="160"/>
                    </a:cubicBezTo>
                    <a:cubicBezTo>
                      <a:pt x="2555" y="160"/>
                      <a:pt x="1748" y="495"/>
                      <a:pt x="1153" y="1090"/>
                    </a:cubicBezTo>
                    <a:cubicBezTo>
                      <a:pt x="558" y="1685"/>
                      <a:pt x="224" y="2492"/>
                      <a:pt x="224" y="3333"/>
                    </a:cubicBezTo>
                    <a:cubicBezTo>
                      <a:pt x="224" y="4175"/>
                      <a:pt x="558" y="4982"/>
                      <a:pt x="1153" y="5577"/>
                    </a:cubicBezTo>
                    <a:cubicBezTo>
                      <a:pt x="1748" y="6172"/>
                      <a:pt x="2555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27" name="Freeform: Shape 16526">
                <a:extLst>
                  <a:ext uri="{FF2B5EF4-FFF2-40B4-BE49-F238E27FC236}">
                    <a16:creationId xmlns:a16="http://schemas.microsoft.com/office/drawing/2014/main" id="{6A45EAA5-6163-6BA6-3346-75F652AD981B}"/>
                  </a:ext>
                </a:extLst>
              </p:cNvPr>
              <p:cNvSpPr/>
              <p:nvPr/>
            </p:nvSpPr>
            <p:spPr>
              <a:xfrm>
                <a:off x="9251182" y="5515469"/>
                <a:ext cx="6343" cy="6345"/>
              </a:xfrm>
              <a:custGeom>
                <a:avLst/>
                <a:gdLst>
                  <a:gd name="connsiteX0" fmla="*/ 3396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3 h 6345"/>
                  <a:gd name="connsiteX3" fmla="*/ 5638 w 6343"/>
                  <a:gd name="connsiteY3" fmla="*/ 1090 h 6345"/>
                  <a:gd name="connsiteX4" fmla="*/ 3396 w 6343"/>
                  <a:gd name="connsiteY4" fmla="*/ 160 h 6345"/>
                  <a:gd name="connsiteX5" fmla="*/ 1153 w 6343"/>
                  <a:gd name="connsiteY5" fmla="*/ 1090 h 6345"/>
                  <a:gd name="connsiteX6" fmla="*/ 224 w 6343"/>
                  <a:gd name="connsiteY6" fmla="*/ 3333 h 6345"/>
                  <a:gd name="connsiteX7" fmla="*/ 1153 w 6343"/>
                  <a:gd name="connsiteY7" fmla="*/ 5577 h 6345"/>
                  <a:gd name="connsiteX8" fmla="*/ 3396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506"/>
                    </a:moveTo>
                    <a:cubicBezTo>
                      <a:pt x="4237" y="6506"/>
                      <a:pt x="5043" y="6172"/>
                      <a:pt x="5638" y="5577"/>
                    </a:cubicBezTo>
                    <a:cubicBezTo>
                      <a:pt x="6233" y="4982"/>
                      <a:pt x="6567" y="4175"/>
                      <a:pt x="6567" y="3333"/>
                    </a:cubicBezTo>
                    <a:cubicBezTo>
                      <a:pt x="6567" y="2492"/>
                      <a:pt x="6233" y="1685"/>
                      <a:pt x="5638" y="1090"/>
                    </a:cubicBezTo>
                    <a:cubicBezTo>
                      <a:pt x="5043" y="495"/>
                      <a:pt x="4237" y="160"/>
                      <a:pt x="3396" y="160"/>
                    </a:cubicBezTo>
                    <a:cubicBezTo>
                      <a:pt x="2554" y="160"/>
                      <a:pt x="1748" y="495"/>
                      <a:pt x="1153" y="1090"/>
                    </a:cubicBezTo>
                    <a:cubicBezTo>
                      <a:pt x="558" y="1685"/>
                      <a:pt x="224" y="2492"/>
                      <a:pt x="224" y="3333"/>
                    </a:cubicBezTo>
                    <a:cubicBezTo>
                      <a:pt x="224" y="4175"/>
                      <a:pt x="558" y="4982"/>
                      <a:pt x="1153" y="5577"/>
                    </a:cubicBezTo>
                    <a:cubicBezTo>
                      <a:pt x="1748" y="6172"/>
                      <a:pt x="2554" y="6506"/>
                      <a:pt x="3396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28" name="Freeform: Shape 16527">
                <a:extLst>
                  <a:ext uri="{FF2B5EF4-FFF2-40B4-BE49-F238E27FC236}">
                    <a16:creationId xmlns:a16="http://schemas.microsoft.com/office/drawing/2014/main" id="{91FA274A-9C6E-20A5-6F89-1B150532079B}"/>
                  </a:ext>
                </a:extLst>
              </p:cNvPr>
              <p:cNvSpPr/>
              <p:nvPr/>
            </p:nvSpPr>
            <p:spPr>
              <a:xfrm>
                <a:off x="9248878" y="5515353"/>
                <a:ext cx="6343" cy="6345"/>
              </a:xfrm>
              <a:custGeom>
                <a:avLst/>
                <a:gdLst>
                  <a:gd name="connsiteX0" fmla="*/ 3395 w 6343"/>
                  <a:gd name="connsiteY0" fmla="*/ 6506 h 6345"/>
                  <a:gd name="connsiteX1" fmla="*/ 5638 w 6343"/>
                  <a:gd name="connsiteY1" fmla="*/ 5577 h 6345"/>
                  <a:gd name="connsiteX2" fmla="*/ 6567 w 6343"/>
                  <a:gd name="connsiteY2" fmla="*/ 3333 h 6345"/>
                  <a:gd name="connsiteX3" fmla="*/ 5638 w 6343"/>
                  <a:gd name="connsiteY3" fmla="*/ 1090 h 6345"/>
                  <a:gd name="connsiteX4" fmla="*/ 3395 w 6343"/>
                  <a:gd name="connsiteY4" fmla="*/ 160 h 6345"/>
                  <a:gd name="connsiteX5" fmla="*/ 1153 w 6343"/>
                  <a:gd name="connsiteY5" fmla="*/ 1090 h 6345"/>
                  <a:gd name="connsiteX6" fmla="*/ 224 w 6343"/>
                  <a:gd name="connsiteY6" fmla="*/ 3333 h 6345"/>
                  <a:gd name="connsiteX7" fmla="*/ 1153 w 6343"/>
                  <a:gd name="connsiteY7" fmla="*/ 5577 h 6345"/>
                  <a:gd name="connsiteX8" fmla="*/ 3395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506"/>
                    </a:moveTo>
                    <a:cubicBezTo>
                      <a:pt x="4237" y="6506"/>
                      <a:pt x="5043" y="6172"/>
                      <a:pt x="5638" y="5577"/>
                    </a:cubicBezTo>
                    <a:cubicBezTo>
                      <a:pt x="6233" y="4982"/>
                      <a:pt x="6567" y="4175"/>
                      <a:pt x="6567" y="3333"/>
                    </a:cubicBezTo>
                    <a:cubicBezTo>
                      <a:pt x="6567" y="2492"/>
                      <a:pt x="6233" y="1685"/>
                      <a:pt x="5638" y="1090"/>
                    </a:cubicBezTo>
                    <a:cubicBezTo>
                      <a:pt x="5043" y="495"/>
                      <a:pt x="4237" y="160"/>
                      <a:pt x="3395" y="160"/>
                    </a:cubicBezTo>
                    <a:cubicBezTo>
                      <a:pt x="2554" y="160"/>
                      <a:pt x="1748" y="495"/>
                      <a:pt x="1153" y="1090"/>
                    </a:cubicBezTo>
                    <a:cubicBezTo>
                      <a:pt x="558" y="1685"/>
                      <a:pt x="224" y="2492"/>
                      <a:pt x="224" y="3333"/>
                    </a:cubicBezTo>
                    <a:cubicBezTo>
                      <a:pt x="224" y="4175"/>
                      <a:pt x="558" y="4982"/>
                      <a:pt x="1153" y="5577"/>
                    </a:cubicBezTo>
                    <a:cubicBezTo>
                      <a:pt x="1748" y="6172"/>
                      <a:pt x="2554" y="6506"/>
                      <a:pt x="3395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29" name="Freeform: Shape 16528">
                <a:extLst>
                  <a:ext uri="{FF2B5EF4-FFF2-40B4-BE49-F238E27FC236}">
                    <a16:creationId xmlns:a16="http://schemas.microsoft.com/office/drawing/2014/main" id="{7D2399A9-6748-381B-6DB7-B23CF5088859}"/>
                  </a:ext>
                </a:extLst>
              </p:cNvPr>
              <p:cNvSpPr/>
              <p:nvPr/>
            </p:nvSpPr>
            <p:spPr>
              <a:xfrm>
                <a:off x="9247951" y="5169697"/>
                <a:ext cx="6343" cy="6345"/>
              </a:xfrm>
              <a:custGeom>
                <a:avLst/>
                <a:gdLst>
                  <a:gd name="connsiteX0" fmla="*/ 3395 w 6343"/>
                  <a:gd name="connsiteY0" fmla="*/ 6479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5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5" y="6479"/>
                    </a:moveTo>
                    <a:cubicBezTo>
                      <a:pt x="4236" y="6479"/>
                      <a:pt x="5043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3" y="467"/>
                      <a:pt x="4236" y="133"/>
                      <a:pt x="3395" y="133"/>
                    </a:cubicBezTo>
                    <a:cubicBezTo>
                      <a:pt x="2554" y="133"/>
                      <a:pt x="1747" y="467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7" y="6144"/>
                      <a:pt x="2554" y="6479"/>
                      <a:pt x="339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30" name="Freeform: Shape 16529">
                <a:extLst>
                  <a:ext uri="{FF2B5EF4-FFF2-40B4-BE49-F238E27FC236}">
                    <a16:creationId xmlns:a16="http://schemas.microsoft.com/office/drawing/2014/main" id="{A0106096-F91F-582A-5069-53599AB863AD}"/>
                  </a:ext>
                </a:extLst>
              </p:cNvPr>
              <p:cNvSpPr/>
              <p:nvPr/>
            </p:nvSpPr>
            <p:spPr>
              <a:xfrm>
                <a:off x="9252010" y="5170607"/>
                <a:ext cx="6343" cy="6345"/>
              </a:xfrm>
              <a:custGeom>
                <a:avLst/>
                <a:gdLst>
                  <a:gd name="connsiteX0" fmla="*/ 3396 w 6343"/>
                  <a:gd name="connsiteY0" fmla="*/ 6479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3 h 6345"/>
                  <a:gd name="connsiteX4" fmla="*/ 3396 w 6343"/>
                  <a:gd name="connsiteY4" fmla="*/ 133 h 6345"/>
                  <a:gd name="connsiteX5" fmla="*/ 1153 w 6343"/>
                  <a:gd name="connsiteY5" fmla="*/ 1063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9"/>
                    </a:moveTo>
                    <a:cubicBezTo>
                      <a:pt x="4237" y="6479"/>
                      <a:pt x="5044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5"/>
                      <a:pt x="6233" y="1657"/>
                      <a:pt x="5638" y="1063"/>
                    </a:cubicBezTo>
                    <a:cubicBezTo>
                      <a:pt x="5044" y="468"/>
                      <a:pt x="4237" y="133"/>
                      <a:pt x="3396" y="133"/>
                    </a:cubicBezTo>
                    <a:cubicBezTo>
                      <a:pt x="2555" y="133"/>
                      <a:pt x="1748" y="468"/>
                      <a:pt x="1153" y="1063"/>
                    </a:cubicBezTo>
                    <a:cubicBezTo>
                      <a:pt x="558" y="1657"/>
                      <a:pt x="224" y="2465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5" y="6479"/>
                      <a:pt x="339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31" name="Freeform: Shape 16530">
                <a:extLst>
                  <a:ext uri="{FF2B5EF4-FFF2-40B4-BE49-F238E27FC236}">
                    <a16:creationId xmlns:a16="http://schemas.microsoft.com/office/drawing/2014/main" id="{FDF01E39-181D-CA2C-8D85-C9AE28F6081B}"/>
                  </a:ext>
                </a:extLst>
              </p:cNvPr>
              <p:cNvSpPr/>
              <p:nvPr/>
            </p:nvSpPr>
            <p:spPr>
              <a:xfrm>
                <a:off x="9253565" y="5169945"/>
                <a:ext cx="6343" cy="6345"/>
              </a:xfrm>
              <a:custGeom>
                <a:avLst/>
                <a:gdLst>
                  <a:gd name="connsiteX0" fmla="*/ 3396 w 6343"/>
                  <a:gd name="connsiteY0" fmla="*/ 6479 h 6345"/>
                  <a:gd name="connsiteX1" fmla="*/ 5638 w 6343"/>
                  <a:gd name="connsiteY1" fmla="*/ 5549 h 6345"/>
                  <a:gd name="connsiteX2" fmla="*/ 6567 w 6343"/>
                  <a:gd name="connsiteY2" fmla="*/ 3306 h 6345"/>
                  <a:gd name="connsiteX3" fmla="*/ 5638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9"/>
                    </a:moveTo>
                    <a:cubicBezTo>
                      <a:pt x="4237" y="6479"/>
                      <a:pt x="5044" y="6144"/>
                      <a:pt x="5638" y="5549"/>
                    </a:cubicBezTo>
                    <a:cubicBezTo>
                      <a:pt x="6233" y="4954"/>
                      <a:pt x="6567" y="4147"/>
                      <a:pt x="6567" y="3306"/>
                    </a:cubicBezTo>
                    <a:cubicBezTo>
                      <a:pt x="6567" y="2464"/>
                      <a:pt x="6233" y="1657"/>
                      <a:pt x="5638" y="1062"/>
                    </a:cubicBezTo>
                    <a:cubicBezTo>
                      <a:pt x="5044" y="468"/>
                      <a:pt x="4237" y="133"/>
                      <a:pt x="3396" y="133"/>
                    </a:cubicBezTo>
                    <a:cubicBezTo>
                      <a:pt x="2555" y="133"/>
                      <a:pt x="1748" y="468"/>
                      <a:pt x="1153" y="1062"/>
                    </a:cubicBezTo>
                    <a:cubicBezTo>
                      <a:pt x="558" y="1657"/>
                      <a:pt x="224" y="2464"/>
                      <a:pt x="224" y="3306"/>
                    </a:cubicBezTo>
                    <a:cubicBezTo>
                      <a:pt x="224" y="4147"/>
                      <a:pt x="558" y="4954"/>
                      <a:pt x="1153" y="5549"/>
                    </a:cubicBezTo>
                    <a:cubicBezTo>
                      <a:pt x="1748" y="6144"/>
                      <a:pt x="2555" y="6479"/>
                      <a:pt x="339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32" name="Freeform: Shape 16531">
                <a:extLst>
                  <a:ext uri="{FF2B5EF4-FFF2-40B4-BE49-F238E27FC236}">
                    <a16:creationId xmlns:a16="http://schemas.microsoft.com/office/drawing/2014/main" id="{1E4B10FD-F806-0C98-1E84-123A1F1995AD}"/>
                  </a:ext>
                </a:extLst>
              </p:cNvPr>
              <p:cNvSpPr/>
              <p:nvPr/>
            </p:nvSpPr>
            <p:spPr>
              <a:xfrm>
                <a:off x="9256210" y="5170016"/>
                <a:ext cx="6343" cy="6345"/>
              </a:xfrm>
              <a:custGeom>
                <a:avLst/>
                <a:gdLst>
                  <a:gd name="connsiteX0" fmla="*/ 3396 w 6343"/>
                  <a:gd name="connsiteY0" fmla="*/ 6479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3 w 6343"/>
                  <a:gd name="connsiteY5" fmla="*/ 1062 h 6345"/>
                  <a:gd name="connsiteX6" fmla="*/ 224 w 6343"/>
                  <a:gd name="connsiteY6" fmla="*/ 3306 h 6345"/>
                  <a:gd name="connsiteX7" fmla="*/ 1153 w 6343"/>
                  <a:gd name="connsiteY7" fmla="*/ 5549 h 6345"/>
                  <a:gd name="connsiteX8" fmla="*/ 339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9"/>
                    </a:moveTo>
                    <a:cubicBezTo>
                      <a:pt x="4237" y="6479"/>
                      <a:pt x="5044" y="6144"/>
                      <a:pt x="5639" y="5549"/>
                    </a:cubicBezTo>
                    <a:cubicBezTo>
                      <a:pt x="6233" y="4954"/>
                      <a:pt x="6568" y="4147"/>
                      <a:pt x="6568" y="3306"/>
                    </a:cubicBezTo>
                    <a:cubicBezTo>
                      <a:pt x="6568" y="2465"/>
                      <a:pt x="6233" y="1657"/>
                      <a:pt x="5639" y="1062"/>
                    </a:cubicBezTo>
                    <a:cubicBezTo>
                      <a:pt x="5044" y="468"/>
                      <a:pt x="4237" y="133"/>
                      <a:pt x="3396" y="133"/>
                    </a:cubicBezTo>
                    <a:cubicBezTo>
                      <a:pt x="2555" y="133"/>
                      <a:pt x="1748" y="468"/>
                      <a:pt x="1153" y="1062"/>
                    </a:cubicBezTo>
                    <a:cubicBezTo>
                      <a:pt x="559" y="1657"/>
                      <a:pt x="224" y="2465"/>
                      <a:pt x="224" y="3306"/>
                    </a:cubicBezTo>
                    <a:cubicBezTo>
                      <a:pt x="224" y="4147"/>
                      <a:pt x="559" y="4954"/>
                      <a:pt x="1153" y="5549"/>
                    </a:cubicBezTo>
                    <a:cubicBezTo>
                      <a:pt x="1748" y="6144"/>
                      <a:pt x="2555" y="6479"/>
                      <a:pt x="339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33" name="Freeform: Shape 16532">
                <a:extLst>
                  <a:ext uri="{FF2B5EF4-FFF2-40B4-BE49-F238E27FC236}">
                    <a16:creationId xmlns:a16="http://schemas.microsoft.com/office/drawing/2014/main" id="{17F633E7-3717-0C46-0A31-EFDBA1FD6A72}"/>
                  </a:ext>
                </a:extLst>
              </p:cNvPr>
              <p:cNvSpPr/>
              <p:nvPr/>
            </p:nvSpPr>
            <p:spPr>
              <a:xfrm>
                <a:off x="9258452" y="5169852"/>
                <a:ext cx="6343" cy="6345"/>
              </a:xfrm>
              <a:custGeom>
                <a:avLst/>
                <a:gdLst>
                  <a:gd name="connsiteX0" fmla="*/ 3396 w 6343"/>
                  <a:gd name="connsiteY0" fmla="*/ 6479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9"/>
                    </a:moveTo>
                    <a:cubicBezTo>
                      <a:pt x="4237" y="6479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4" y="467"/>
                      <a:pt x="4237" y="133"/>
                      <a:pt x="3396" y="133"/>
                    </a:cubicBezTo>
                    <a:cubicBezTo>
                      <a:pt x="2555" y="133"/>
                      <a:pt x="1748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8" y="6144"/>
                      <a:pt x="2555" y="6479"/>
                      <a:pt x="339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34" name="Freeform: Shape 16533">
                <a:extLst>
                  <a:ext uri="{FF2B5EF4-FFF2-40B4-BE49-F238E27FC236}">
                    <a16:creationId xmlns:a16="http://schemas.microsoft.com/office/drawing/2014/main" id="{CB9DE8AD-9C1B-C9EE-BE9B-CFE1FC16DAD7}"/>
                  </a:ext>
                </a:extLst>
              </p:cNvPr>
              <p:cNvSpPr/>
              <p:nvPr/>
            </p:nvSpPr>
            <p:spPr>
              <a:xfrm>
                <a:off x="9260935" y="5169876"/>
                <a:ext cx="6343" cy="6345"/>
              </a:xfrm>
              <a:custGeom>
                <a:avLst/>
                <a:gdLst>
                  <a:gd name="connsiteX0" fmla="*/ 3396 w 6343"/>
                  <a:gd name="connsiteY0" fmla="*/ 6479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6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6" y="6479"/>
                    </a:moveTo>
                    <a:cubicBezTo>
                      <a:pt x="4237" y="6479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4" y="468"/>
                      <a:pt x="4237" y="133"/>
                      <a:pt x="3396" y="133"/>
                    </a:cubicBezTo>
                    <a:cubicBezTo>
                      <a:pt x="2555" y="133"/>
                      <a:pt x="1748" y="468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8" y="6144"/>
                      <a:pt x="2555" y="6479"/>
                      <a:pt x="339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35" name="Freeform: Shape 16534">
                <a:extLst>
                  <a:ext uri="{FF2B5EF4-FFF2-40B4-BE49-F238E27FC236}">
                    <a16:creationId xmlns:a16="http://schemas.microsoft.com/office/drawing/2014/main" id="{3366A311-FEA5-B272-27EB-4D4E42334A66}"/>
                  </a:ext>
                </a:extLst>
              </p:cNvPr>
              <p:cNvSpPr/>
              <p:nvPr/>
            </p:nvSpPr>
            <p:spPr>
              <a:xfrm>
                <a:off x="9263459" y="5169959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8" y="6479"/>
                      <a:pt x="5044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4" y="468"/>
                      <a:pt x="4238" y="133"/>
                      <a:pt x="3397" y="133"/>
                    </a:cubicBezTo>
                    <a:cubicBezTo>
                      <a:pt x="2555" y="133"/>
                      <a:pt x="1749" y="468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5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36" name="Freeform: Shape 16535">
                <a:extLst>
                  <a:ext uri="{FF2B5EF4-FFF2-40B4-BE49-F238E27FC236}">
                    <a16:creationId xmlns:a16="http://schemas.microsoft.com/office/drawing/2014/main" id="{071FCED3-E401-0305-CA2B-17CD03DBF8D7}"/>
                  </a:ext>
                </a:extLst>
              </p:cNvPr>
              <p:cNvSpPr/>
              <p:nvPr/>
            </p:nvSpPr>
            <p:spPr>
              <a:xfrm>
                <a:off x="9265878" y="5170001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8" y="6479"/>
                      <a:pt x="5045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5"/>
                      <a:pt x="6234" y="1657"/>
                      <a:pt x="5639" y="1062"/>
                    </a:cubicBezTo>
                    <a:cubicBezTo>
                      <a:pt x="5045" y="468"/>
                      <a:pt x="4238" y="133"/>
                      <a:pt x="3397" y="133"/>
                    </a:cubicBezTo>
                    <a:cubicBezTo>
                      <a:pt x="2556" y="133"/>
                      <a:pt x="1749" y="468"/>
                      <a:pt x="1154" y="1062"/>
                    </a:cubicBezTo>
                    <a:cubicBezTo>
                      <a:pt x="559" y="1657"/>
                      <a:pt x="225" y="2465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37" name="Freeform: Shape 16536">
                <a:extLst>
                  <a:ext uri="{FF2B5EF4-FFF2-40B4-BE49-F238E27FC236}">
                    <a16:creationId xmlns:a16="http://schemas.microsoft.com/office/drawing/2014/main" id="{44FEEEFF-91FB-B658-0FF1-9C5337EFEFA4}"/>
                  </a:ext>
                </a:extLst>
              </p:cNvPr>
              <p:cNvSpPr/>
              <p:nvPr/>
            </p:nvSpPr>
            <p:spPr>
              <a:xfrm>
                <a:off x="9268338" y="5170103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8" y="6479"/>
                      <a:pt x="5045" y="6144"/>
                      <a:pt x="5640" y="5549"/>
                    </a:cubicBezTo>
                    <a:cubicBezTo>
                      <a:pt x="6234" y="4954"/>
                      <a:pt x="6569" y="4147"/>
                      <a:pt x="6569" y="3306"/>
                    </a:cubicBezTo>
                    <a:cubicBezTo>
                      <a:pt x="6569" y="2465"/>
                      <a:pt x="6234" y="1657"/>
                      <a:pt x="5640" y="1062"/>
                    </a:cubicBezTo>
                    <a:cubicBezTo>
                      <a:pt x="5045" y="468"/>
                      <a:pt x="4238" y="133"/>
                      <a:pt x="3397" y="133"/>
                    </a:cubicBezTo>
                    <a:cubicBezTo>
                      <a:pt x="2556" y="133"/>
                      <a:pt x="1749" y="468"/>
                      <a:pt x="1154" y="1062"/>
                    </a:cubicBezTo>
                    <a:cubicBezTo>
                      <a:pt x="560" y="1657"/>
                      <a:pt x="225" y="2465"/>
                      <a:pt x="225" y="3306"/>
                    </a:cubicBezTo>
                    <a:cubicBezTo>
                      <a:pt x="225" y="4147"/>
                      <a:pt x="560" y="4954"/>
                      <a:pt x="1154" y="5549"/>
                    </a:cubicBezTo>
                    <a:cubicBezTo>
                      <a:pt x="1749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38" name="Freeform: Shape 16537">
                <a:extLst>
                  <a:ext uri="{FF2B5EF4-FFF2-40B4-BE49-F238E27FC236}">
                    <a16:creationId xmlns:a16="http://schemas.microsoft.com/office/drawing/2014/main" id="{35E8B33E-257B-D809-755A-2DEAB0F8A4F7}"/>
                  </a:ext>
                </a:extLst>
              </p:cNvPr>
              <p:cNvSpPr/>
              <p:nvPr/>
            </p:nvSpPr>
            <p:spPr>
              <a:xfrm>
                <a:off x="9270742" y="5170195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8" y="6479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5"/>
                      <a:pt x="6235" y="1657"/>
                      <a:pt x="5640" y="1062"/>
                    </a:cubicBezTo>
                    <a:cubicBezTo>
                      <a:pt x="5045" y="468"/>
                      <a:pt x="4238" y="133"/>
                      <a:pt x="3397" y="133"/>
                    </a:cubicBezTo>
                    <a:cubicBezTo>
                      <a:pt x="2556" y="133"/>
                      <a:pt x="1749" y="468"/>
                      <a:pt x="1155" y="1062"/>
                    </a:cubicBezTo>
                    <a:cubicBezTo>
                      <a:pt x="560" y="1657"/>
                      <a:pt x="226" y="2465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39" name="Freeform: Shape 16538">
                <a:extLst>
                  <a:ext uri="{FF2B5EF4-FFF2-40B4-BE49-F238E27FC236}">
                    <a16:creationId xmlns:a16="http://schemas.microsoft.com/office/drawing/2014/main" id="{1F4D340F-3CF6-579B-890C-192A7C47A0CB}"/>
                  </a:ext>
                </a:extLst>
              </p:cNvPr>
              <p:cNvSpPr/>
              <p:nvPr/>
            </p:nvSpPr>
            <p:spPr>
              <a:xfrm>
                <a:off x="9272946" y="5170173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8" y="6479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5"/>
                      <a:pt x="6235" y="1657"/>
                      <a:pt x="5640" y="1062"/>
                    </a:cubicBezTo>
                    <a:cubicBezTo>
                      <a:pt x="5045" y="468"/>
                      <a:pt x="4238" y="133"/>
                      <a:pt x="3397" y="133"/>
                    </a:cubicBezTo>
                    <a:cubicBezTo>
                      <a:pt x="2556" y="133"/>
                      <a:pt x="1749" y="468"/>
                      <a:pt x="1155" y="1062"/>
                    </a:cubicBezTo>
                    <a:cubicBezTo>
                      <a:pt x="560" y="1657"/>
                      <a:pt x="226" y="2465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40" name="Freeform: Shape 16539">
                <a:extLst>
                  <a:ext uri="{FF2B5EF4-FFF2-40B4-BE49-F238E27FC236}">
                    <a16:creationId xmlns:a16="http://schemas.microsoft.com/office/drawing/2014/main" id="{DBAB38DE-A824-96F5-E8F0-DEACE9A51483}"/>
                  </a:ext>
                </a:extLst>
              </p:cNvPr>
              <p:cNvSpPr/>
              <p:nvPr/>
            </p:nvSpPr>
            <p:spPr>
              <a:xfrm>
                <a:off x="9275000" y="5170069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9" y="6479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5"/>
                      <a:pt x="6235" y="1657"/>
                      <a:pt x="5640" y="1062"/>
                    </a:cubicBezTo>
                    <a:cubicBezTo>
                      <a:pt x="5045" y="468"/>
                      <a:pt x="4239" y="133"/>
                      <a:pt x="3397" y="133"/>
                    </a:cubicBezTo>
                    <a:cubicBezTo>
                      <a:pt x="2556" y="133"/>
                      <a:pt x="1750" y="468"/>
                      <a:pt x="1155" y="1062"/>
                    </a:cubicBezTo>
                    <a:cubicBezTo>
                      <a:pt x="560" y="1657"/>
                      <a:pt x="226" y="2465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41" name="Freeform: Shape 16540">
                <a:extLst>
                  <a:ext uri="{FF2B5EF4-FFF2-40B4-BE49-F238E27FC236}">
                    <a16:creationId xmlns:a16="http://schemas.microsoft.com/office/drawing/2014/main" id="{3ACC1C0D-5497-8611-FBEE-EB54D76D37F9}"/>
                  </a:ext>
                </a:extLst>
              </p:cNvPr>
              <p:cNvSpPr/>
              <p:nvPr/>
            </p:nvSpPr>
            <p:spPr>
              <a:xfrm>
                <a:off x="9276905" y="5169879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5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42" name="Freeform: Shape 16541">
                <a:extLst>
                  <a:ext uri="{FF2B5EF4-FFF2-40B4-BE49-F238E27FC236}">
                    <a16:creationId xmlns:a16="http://schemas.microsoft.com/office/drawing/2014/main" id="{18953DFA-C5C1-70C4-DC79-6B357A71EAA4}"/>
                  </a:ext>
                </a:extLst>
              </p:cNvPr>
              <p:cNvSpPr/>
              <p:nvPr/>
            </p:nvSpPr>
            <p:spPr>
              <a:xfrm>
                <a:off x="9279234" y="5170028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5"/>
                      <a:pt x="6235" y="1657"/>
                      <a:pt x="5640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5" y="1062"/>
                    </a:cubicBezTo>
                    <a:cubicBezTo>
                      <a:pt x="560" y="1657"/>
                      <a:pt x="226" y="2465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43" name="Freeform: Shape 16542">
                <a:extLst>
                  <a:ext uri="{FF2B5EF4-FFF2-40B4-BE49-F238E27FC236}">
                    <a16:creationId xmlns:a16="http://schemas.microsoft.com/office/drawing/2014/main" id="{6B6D56F6-8989-464B-36A9-6B3C4B52C9FA}"/>
                  </a:ext>
                </a:extLst>
              </p:cNvPr>
              <p:cNvSpPr/>
              <p:nvPr/>
            </p:nvSpPr>
            <p:spPr>
              <a:xfrm>
                <a:off x="9281648" y="5170273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5" y="4954"/>
                      <a:pt x="6570" y="4147"/>
                      <a:pt x="6570" y="3306"/>
                    </a:cubicBezTo>
                    <a:cubicBezTo>
                      <a:pt x="6570" y="2465"/>
                      <a:pt x="6235" y="1657"/>
                      <a:pt x="5641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5" y="1062"/>
                    </a:cubicBezTo>
                    <a:cubicBezTo>
                      <a:pt x="561" y="1657"/>
                      <a:pt x="226" y="2465"/>
                      <a:pt x="226" y="3306"/>
                    </a:cubicBezTo>
                    <a:cubicBezTo>
                      <a:pt x="226" y="4147"/>
                      <a:pt x="561" y="4954"/>
                      <a:pt x="1155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44" name="Freeform: Shape 16543">
                <a:extLst>
                  <a:ext uri="{FF2B5EF4-FFF2-40B4-BE49-F238E27FC236}">
                    <a16:creationId xmlns:a16="http://schemas.microsoft.com/office/drawing/2014/main" id="{704DF09D-5E9F-187A-71F4-A114A2FB074F}"/>
                  </a:ext>
                </a:extLst>
              </p:cNvPr>
              <p:cNvSpPr/>
              <p:nvPr/>
            </p:nvSpPr>
            <p:spPr>
              <a:xfrm>
                <a:off x="9283537" y="5170145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6" y="1062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45" name="Freeform: Shape 16544">
                <a:extLst>
                  <a:ext uri="{FF2B5EF4-FFF2-40B4-BE49-F238E27FC236}">
                    <a16:creationId xmlns:a16="http://schemas.microsoft.com/office/drawing/2014/main" id="{90725899-EB94-7A9A-5377-B09DCC0CFE06}"/>
                  </a:ext>
                </a:extLst>
              </p:cNvPr>
              <p:cNvSpPr/>
              <p:nvPr/>
            </p:nvSpPr>
            <p:spPr>
              <a:xfrm>
                <a:off x="9285701" y="5170254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6" y="1062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46" name="Freeform: Shape 16545">
                <a:extLst>
                  <a:ext uri="{FF2B5EF4-FFF2-40B4-BE49-F238E27FC236}">
                    <a16:creationId xmlns:a16="http://schemas.microsoft.com/office/drawing/2014/main" id="{E83D55B2-61CA-9890-47FA-0BED28A2CC36}"/>
                  </a:ext>
                </a:extLst>
              </p:cNvPr>
              <p:cNvSpPr/>
              <p:nvPr/>
            </p:nvSpPr>
            <p:spPr>
              <a:xfrm>
                <a:off x="9287673" y="5170238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2"/>
                    </a:cubicBezTo>
                    <a:cubicBezTo>
                      <a:pt x="5046" y="468"/>
                      <a:pt x="4240" y="133"/>
                      <a:pt x="3398" y="133"/>
                    </a:cubicBezTo>
                    <a:cubicBezTo>
                      <a:pt x="2557" y="133"/>
                      <a:pt x="1751" y="468"/>
                      <a:pt x="1156" y="1062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47" name="Freeform: Shape 16546">
                <a:extLst>
                  <a:ext uri="{FF2B5EF4-FFF2-40B4-BE49-F238E27FC236}">
                    <a16:creationId xmlns:a16="http://schemas.microsoft.com/office/drawing/2014/main" id="{F2479FFE-5DA1-4904-54CC-BB999FC93D14}"/>
                  </a:ext>
                </a:extLst>
              </p:cNvPr>
              <p:cNvSpPr/>
              <p:nvPr/>
            </p:nvSpPr>
            <p:spPr>
              <a:xfrm>
                <a:off x="9290424" y="5170871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3 h 6345"/>
                  <a:gd name="connsiteX4" fmla="*/ 3399 w 6343"/>
                  <a:gd name="connsiteY4" fmla="*/ 133 h 6345"/>
                  <a:gd name="connsiteX5" fmla="*/ 1156 w 6343"/>
                  <a:gd name="connsiteY5" fmla="*/ 1063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8"/>
                      <a:pt x="5641" y="1063"/>
                    </a:cubicBezTo>
                    <a:cubicBezTo>
                      <a:pt x="5047" y="468"/>
                      <a:pt x="4240" y="133"/>
                      <a:pt x="3399" y="133"/>
                    </a:cubicBezTo>
                    <a:cubicBezTo>
                      <a:pt x="2558" y="133"/>
                      <a:pt x="1751" y="468"/>
                      <a:pt x="1156" y="1063"/>
                    </a:cubicBezTo>
                    <a:cubicBezTo>
                      <a:pt x="561" y="1658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48" name="Freeform: Shape 16547">
                <a:extLst>
                  <a:ext uri="{FF2B5EF4-FFF2-40B4-BE49-F238E27FC236}">
                    <a16:creationId xmlns:a16="http://schemas.microsoft.com/office/drawing/2014/main" id="{0C7296E1-7323-7858-8E0E-E16F86082086}"/>
                  </a:ext>
                </a:extLst>
              </p:cNvPr>
              <p:cNvSpPr/>
              <p:nvPr/>
            </p:nvSpPr>
            <p:spPr>
              <a:xfrm>
                <a:off x="9290768" y="5169592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1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1" y="1657"/>
                      <a:pt x="227" y="2464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49" name="Freeform: Shape 16548">
                <a:extLst>
                  <a:ext uri="{FF2B5EF4-FFF2-40B4-BE49-F238E27FC236}">
                    <a16:creationId xmlns:a16="http://schemas.microsoft.com/office/drawing/2014/main" id="{BB6B5890-D726-6611-FD12-1723D7A8AD94}"/>
                  </a:ext>
                </a:extLst>
              </p:cNvPr>
              <p:cNvSpPr/>
              <p:nvPr/>
            </p:nvSpPr>
            <p:spPr>
              <a:xfrm>
                <a:off x="9293229" y="5170043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2 w 6343"/>
                  <a:gd name="connsiteY1" fmla="*/ 5549 h 6345"/>
                  <a:gd name="connsiteX2" fmla="*/ 6570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2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2" y="1062"/>
                    </a:cubicBezTo>
                    <a:cubicBezTo>
                      <a:pt x="5047" y="468"/>
                      <a:pt x="4240" y="133"/>
                      <a:pt x="3399" y="133"/>
                    </a:cubicBezTo>
                    <a:cubicBezTo>
                      <a:pt x="2558" y="133"/>
                      <a:pt x="1751" y="468"/>
                      <a:pt x="1156" y="1062"/>
                    </a:cubicBezTo>
                    <a:cubicBezTo>
                      <a:pt x="562" y="1657"/>
                      <a:pt x="227" y="2465"/>
                      <a:pt x="227" y="3306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50" name="Freeform: Shape 16549">
                <a:extLst>
                  <a:ext uri="{FF2B5EF4-FFF2-40B4-BE49-F238E27FC236}">
                    <a16:creationId xmlns:a16="http://schemas.microsoft.com/office/drawing/2014/main" id="{E607FFE6-3A96-BCEC-1733-04AAB809EFF1}"/>
                  </a:ext>
                </a:extLst>
              </p:cNvPr>
              <p:cNvSpPr/>
              <p:nvPr/>
            </p:nvSpPr>
            <p:spPr>
              <a:xfrm>
                <a:off x="9299523" y="5172204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2 w 6343"/>
                  <a:gd name="connsiteY1" fmla="*/ 5550 h 6345"/>
                  <a:gd name="connsiteX2" fmla="*/ 6571 w 6343"/>
                  <a:gd name="connsiteY2" fmla="*/ 3306 h 6345"/>
                  <a:gd name="connsiteX3" fmla="*/ 5642 w 6343"/>
                  <a:gd name="connsiteY3" fmla="*/ 1063 h 6345"/>
                  <a:gd name="connsiteX4" fmla="*/ 3399 w 6343"/>
                  <a:gd name="connsiteY4" fmla="*/ 133 h 6345"/>
                  <a:gd name="connsiteX5" fmla="*/ 1157 w 6343"/>
                  <a:gd name="connsiteY5" fmla="*/ 1063 h 6345"/>
                  <a:gd name="connsiteX6" fmla="*/ 228 w 6343"/>
                  <a:gd name="connsiteY6" fmla="*/ 3306 h 6345"/>
                  <a:gd name="connsiteX7" fmla="*/ 1157 w 6343"/>
                  <a:gd name="connsiteY7" fmla="*/ 5550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1" y="6479"/>
                      <a:pt x="5047" y="6144"/>
                      <a:pt x="5642" y="5550"/>
                    </a:cubicBezTo>
                    <a:cubicBezTo>
                      <a:pt x="6237" y="4955"/>
                      <a:pt x="6571" y="4148"/>
                      <a:pt x="6571" y="3306"/>
                    </a:cubicBezTo>
                    <a:cubicBezTo>
                      <a:pt x="6571" y="2465"/>
                      <a:pt x="6237" y="1658"/>
                      <a:pt x="5642" y="1063"/>
                    </a:cubicBezTo>
                    <a:cubicBezTo>
                      <a:pt x="5047" y="468"/>
                      <a:pt x="4241" y="133"/>
                      <a:pt x="3399" y="133"/>
                    </a:cubicBezTo>
                    <a:cubicBezTo>
                      <a:pt x="2558" y="133"/>
                      <a:pt x="1752" y="468"/>
                      <a:pt x="1157" y="1063"/>
                    </a:cubicBezTo>
                    <a:cubicBezTo>
                      <a:pt x="562" y="1658"/>
                      <a:pt x="228" y="2465"/>
                      <a:pt x="228" y="3306"/>
                    </a:cubicBezTo>
                    <a:cubicBezTo>
                      <a:pt x="228" y="4148"/>
                      <a:pt x="562" y="4955"/>
                      <a:pt x="1157" y="5550"/>
                    </a:cubicBezTo>
                    <a:cubicBezTo>
                      <a:pt x="1752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51" name="Freeform: Shape 16550">
                <a:extLst>
                  <a:ext uri="{FF2B5EF4-FFF2-40B4-BE49-F238E27FC236}">
                    <a16:creationId xmlns:a16="http://schemas.microsoft.com/office/drawing/2014/main" id="{5D581ABA-90F8-5A74-B355-90F13D7F489D}"/>
                  </a:ext>
                </a:extLst>
              </p:cNvPr>
              <p:cNvSpPr/>
              <p:nvPr/>
            </p:nvSpPr>
            <p:spPr>
              <a:xfrm>
                <a:off x="9305673" y="5144785"/>
                <a:ext cx="6343" cy="6345"/>
              </a:xfrm>
              <a:custGeom>
                <a:avLst/>
                <a:gdLst>
                  <a:gd name="connsiteX0" fmla="*/ 3400 w 6343"/>
                  <a:gd name="connsiteY0" fmla="*/ 6477 h 6345"/>
                  <a:gd name="connsiteX1" fmla="*/ 5643 w 6343"/>
                  <a:gd name="connsiteY1" fmla="*/ 5547 h 6345"/>
                  <a:gd name="connsiteX2" fmla="*/ 6571 w 6343"/>
                  <a:gd name="connsiteY2" fmla="*/ 3304 h 6345"/>
                  <a:gd name="connsiteX3" fmla="*/ 5643 w 6343"/>
                  <a:gd name="connsiteY3" fmla="*/ 1060 h 6345"/>
                  <a:gd name="connsiteX4" fmla="*/ 3400 w 6343"/>
                  <a:gd name="connsiteY4" fmla="*/ 131 h 6345"/>
                  <a:gd name="connsiteX5" fmla="*/ 1157 w 6343"/>
                  <a:gd name="connsiteY5" fmla="*/ 1060 h 6345"/>
                  <a:gd name="connsiteX6" fmla="*/ 228 w 6343"/>
                  <a:gd name="connsiteY6" fmla="*/ 3304 h 6345"/>
                  <a:gd name="connsiteX7" fmla="*/ 1157 w 6343"/>
                  <a:gd name="connsiteY7" fmla="*/ 5547 h 6345"/>
                  <a:gd name="connsiteX8" fmla="*/ 3400 w 6343"/>
                  <a:gd name="connsiteY8" fmla="*/ 647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7"/>
                    </a:moveTo>
                    <a:cubicBezTo>
                      <a:pt x="4241" y="6477"/>
                      <a:pt x="5048" y="6142"/>
                      <a:pt x="5643" y="5547"/>
                    </a:cubicBezTo>
                    <a:cubicBezTo>
                      <a:pt x="6237" y="4952"/>
                      <a:pt x="6571" y="4145"/>
                      <a:pt x="6571" y="3304"/>
                    </a:cubicBezTo>
                    <a:cubicBezTo>
                      <a:pt x="6571" y="2463"/>
                      <a:pt x="6237" y="1655"/>
                      <a:pt x="5643" y="1060"/>
                    </a:cubicBezTo>
                    <a:cubicBezTo>
                      <a:pt x="5048" y="466"/>
                      <a:pt x="4241" y="131"/>
                      <a:pt x="3400" y="131"/>
                    </a:cubicBezTo>
                    <a:cubicBezTo>
                      <a:pt x="2559" y="131"/>
                      <a:pt x="1752" y="466"/>
                      <a:pt x="1157" y="1060"/>
                    </a:cubicBezTo>
                    <a:cubicBezTo>
                      <a:pt x="563" y="1655"/>
                      <a:pt x="228" y="2463"/>
                      <a:pt x="228" y="3304"/>
                    </a:cubicBezTo>
                    <a:cubicBezTo>
                      <a:pt x="228" y="4145"/>
                      <a:pt x="563" y="4952"/>
                      <a:pt x="1157" y="5547"/>
                    </a:cubicBezTo>
                    <a:cubicBezTo>
                      <a:pt x="1752" y="6142"/>
                      <a:pt x="2559" y="6477"/>
                      <a:pt x="3400" y="64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52" name="Freeform: Shape 16551">
                <a:extLst>
                  <a:ext uri="{FF2B5EF4-FFF2-40B4-BE49-F238E27FC236}">
                    <a16:creationId xmlns:a16="http://schemas.microsoft.com/office/drawing/2014/main" id="{44F431B4-AC6F-B912-BC1D-6B88A7531DC6}"/>
                  </a:ext>
                </a:extLst>
              </p:cNvPr>
              <p:cNvSpPr/>
              <p:nvPr/>
            </p:nvSpPr>
            <p:spPr>
              <a:xfrm>
                <a:off x="9329527" y="5167382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4 w 6343"/>
                  <a:gd name="connsiteY1" fmla="*/ 5549 h 6345"/>
                  <a:gd name="connsiteX2" fmla="*/ 6573 w 6343"/>
                  <a:gd name="connsiteY2" fmla="*/ 3306 h 6345"/>
                  <a:gd name="connsiteX3" fmla="*/ 5644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4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4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53" name="Freeform: Shape 16552">
                <a:extLst>
                  <a:ext uri="{FF2B5EF4-FFF2-40B4-BE49-F238E27FC236}">
                    <a16:creationId xmlns:a16="http://schemas.microsoft.com/office/drawing/2014/main" id="{777AB7D8-5AC7-F37D-B359-FE1FA091432E}"/>
                  </a:ext>
                </a:extLst>
              </p:cNvPr>
              <p:cNvSpPr/>
              <p:nvPr/>
            </p:nvSpPr>
            <p:spPr>
              <a:xfrm>
                <a:off x="9330820" y="5167254"/>
                <a:ext cx="6343" cy="6345"/>
              </a:xfrm>
              <a:custGeom>
                <a:avLst/>
                <a:gdLst>
                  <a:gd name="connsiteX0" fmla="*/ 3402 w 6343"/>
                  <a:gd name="connsiteY0" fmla="*/ 6478 h 6345"/>
                  <a:gd name="connsiteX1" fmla="*/ 5645 w 6343"/>
                  <a:gd name="connsiteY1" fmla="*/ 5549 h 6345"/>
                  <a:gd name="connsiteX2" fmla="*/ 6573 w 6343"/>
                  <a:gd name="connsiteY2" fmla="*/ 3306 h 6345"/>
                  <a:gd name="connsiteX3" fmla="*/ 5645 w 6343"/>
                  <a:gd name="connsiteY3" fmla="*/ 1062 h 6345"/>
                  <a:gd name="connsiteX4" fmla="*/ 3402 w 6343"/>
                  <a:gd name="connsiteY4" fmla="*/ 133 h 6345"/>
                  <a:gd name="connsiteX5" fmla="*/ 1159 w 6343"/>
                  <a:gd name="connsiteY5" fmla="*/ 1062 h 6345"/>
                  <a:gd name="connsiteX6" fmla="*/ 230 w 6343"/>
                  <a:gd name="connsiteY6" fmla="*/ 3306 h 6345"/>
                  <a:gd name="connsiteX7" fmla="*/ 1159 w 6343"/>
                  <a:gd name="connsiteY7" fmla="*/ 5549 h 6345"/>
                  <a:gd name="connsiteX8" fmla="*/ 340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8"/>
                    </a:moveTo>
                    <a:cubicBezTo>
                      <a:pt x="4243" y="6478"/>
                      <a:pt x="5050" y="6144"/>
                      <a:pt x="5645" y="5549"/>
                    </a:cubicBezTo>
                    <a:cubicBezTo>
                      <a:pt x="6239" y="4954"/>
                      <a:pt x="6573" y="4147"/>
                      <a:pt x="6573" y="3306"/>
                    </a:cubicBezTo>
                    <a:cubicBezTo>
                      <a:pt x="6573" y="2464"/>
                      <a:pt x="6239" y="1657"/>
                      <a:pt x="5645" y="1062"/>
                    </a:cubicBezTo>
                    <a:cubicBezTo>
                      <a:pt x="5050" y="467"/>
                      <a:pt x="4243" y="133"/>
                      <a:pt x="3402" y="133"/>
                    </a:cubicBezTo>
                    <a:cubicBezTo>
                      <a:pt x="2561" y="133"/>
                      <a:pt x="1754" y="467"/>
                      <a:pt x="1159" y="1062"/>
                    </a:cubicBezTo>
                    <a:cubicBezTo>
                      <a:pt x="564" y="1657"/>
                      <a:pt x="230" y="2464"/>
                      <a:pt x="230" y="3306"/>
                    </a:cubicBezTo>
                    <a:cubicBezTo>
                      <a:pt x="230" y="4147"/>
                      <a:pt x="564" y="4954"/>
                      <a:pt x="1159" y="5549"/>
                    </a:cubicBezTo>
                    <a:cubicBezTo>
                      <a:pt x="1754" y="6144"/>
                      <a:pt x="2561" y="6478"/>
                      <a:pt x="340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54" name="Freeform: Shape 16553">
                <a:extLst>
                  <a:ext uri="{FF2B5EF4-FFF2-40B4-BE49-F238E27FC236}">
                    <a16:creationId xmlns:a16="http://schemas.microsoft.com/office/drawing/2014/main" id="{1B35148F-FF38-13FB-179D-BD3FA35E26D1}"/>
                  </a:ext>
                </a:extLst>
              </p:cNvPr>
              <p:cNvSpPr/>
              <p:nvPr/>
            </p:nvSpPr>
            <p:spPr>
              <a:xfrm>
                <a:off x="9315490" y="5118083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3 w 6343"/>
                  <a:gd name="connsiteY1" fmla="*/ 5545 h 6345"/>
                  <a:gd name="connsiteX2" fmla="*/ 6572 w 6343"/>
                  <a:gd name="connsiteY2" fmla="*/ 3302 h 6345"/>
                  <a:gd name="connsiteX3" fmla="*/ 5643 w 6343"/>
                  <a:gd name="connsiteY3" fmla="*/ 1058 h 6345"/>
                  <a:gd name="connsiteX4" fmla="*/ 3401 w 6343"/>
                  <a:gd name="connsiteY4" fmla="*/ 129 h 6345"/>
                  <a:gd name="connsiteX5" fmla="*/ 1158 w 6343"/>
                  <a:gd name="connsiteY5" fmla="*/ 1058 h 6345"/>
                  <a:gd name="connsiteX6" fmla="*/ 229 w 6343"/>
                  <a:gd name="connsiteY6" fmla="*/ 3302 h 6345"/>
                  <a:gd name="connsiteX7" fmla="*/ 1158 w 6343"/>
                  <a:gd name="connsiteY7" fmla="*/ 5545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0"/>
                      <a:pt x="5643" y="5545"/>
                    </a:cubicBezTo>
                    <a:cubicBezTo>
                      <a:pt x="6238" y="4950"/>
                      <a:pt x="6572" y="4143"/>
                      <a:pt x="6572" y="3302"/>
                    </a:cubicBezTo>
                    <a:cubicBezTo>
                      <a:pt x="6572" y="2460"/>
                      <a:pt x="6238" y="1653"/>
                      <a:pt x="5643" y="1058"/>
                    </a:cubicBezTo>
                    <a:cubicBezTo>
                      <a:pt x="5049" y="463"/>
                      <a:pt x="4242" y="129"/>
                      <a:pt x="3401" y="129"/>
                    </a:cubicBezTo>
                    <a:cubicBezTo>
                      <a:pt x="2560" y="129"/>
                      <a:pt x="1753" y="463"/>
                      <a:pt x="1158" y="1058"/>
                    </a:cubicBezTo>
                    <a:cubicBezTo>
                      <a:pt x="563" y="1653"/>
                      <a:pt x="229" y="2460"/>
                      <a:pt x="229" y="3302"/>
                    </a:cubicBezTo>
                    <a:cubicBezTo>
                      <a:pt x="229" y="4143"/>
                      <a:pt x="563" y="4950"/>
                      <a:pt x="1158" y="5545"/>
                    </a:cubicBezTo>
                    <a:cubicBezTo>
                      <a:pt x="1753" y="6140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55" name="Freeform: Shape 16554">
                <a:extLst>
                  <a:ext uri="{FF2B5EF4-FFF2-40B4-BE49-F238E27FC236}">
                    <a16:creationId xmlns:a16="http://schemas.microsoft.com/office/drawing/2014/main" id="{52051216-07C3-67E3-1FA1-1F14920AD459}"/>
                  </a:ext>
                </a:extLst>
              </p:cNvPr>
              <p:cNvSpPr/>
              <p:nvPr/>
            </p:nvSpPr>
            <p:spPr>
              <a:xfrm>
                <a:off x="9318030" y="5119313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3 w 6343"/>
                  <a:gd name="connsiteY1" fmla="*/ 5545 h 6345"/>
                  <a:gd name="connsiteX2" fmla="*/ 6572 w 6343"/>
                  <a:gd name="connsiteY2" fmla="*/ 3302 h 6345"/>
                  <a:gd name="connsiteX3" fmla="*/ 5643 w 6343"/>
                  <a:gd name="connsiteY3" fmla="*/ 1058 h 6345"/>
                  <a:gd name="connsiteX4" fmla="*/ 3401 w 6343"/>
                  <a:gd name="connsiteY4" fmla="*/ 129 h 6345"/>
                  <a:gd name="connsiteX5" fmla="*/ 1158 w 6343"/>
                  <a:gd name="connsiteY5" fmla="*/ 1058 h 6345"/>
                  <a:gd name="connsiteX6" fmla="*/ 229 w 6343"/>
                  <a:gd name="connsiteY6" fmla="*/ 3302 h 6345"/>
                  <a:gd name="connsiteX7" fmla="*/ 1158 w 6343"/>
                  <a:gd name="connsiteY7" fmla="*/ 5545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0"/>
                      <a:pt x="5643" y="5545"/>
                    </a:cubicBezTo>
                    <a:cubicBezTo>
                      <a:pt x="6238" y="4950"/>
                      <a:pt x="6572" y="4143"/>
                      <a:pt x="6572" y="3302"/>
                    </a:cubicBezTo>
                    <a:cubicBezTo>
                      <a:pt x="6572" y="2461"/>
                      <a:pt x="6238" y="1653"/>
                      <a:pt x="5643" y="1058"/>
                    </a:cubicBezTo>
                    <a:cubicBezTo>
                      <a:pt x="5049" y="464"/>
                      <a:pt x="4242" y="129"/>
                      <a:pt x="3401" y="129"/>
                    </a:cubicBezTo>
                    <a:cubicBezTo>
                      <a:pt x="2560" y="129"/>
                      <a:pt x="1753" y="464"/>
                      <a:pt x="1158" y="1058"/>
                    </a:cubicBezTo>
                    <a:cubicBezTo>
                      <a:pt x="563" y="1653"/>
                      <a:pt x="229" y="2461"/>
                      <a:pt x="229" y="3302"/>
                    </a:cubicBezTo>
                    <a:cubicBezTo>
                      <a:pt x="229" y="4143"/>
                      <a:pt x="563" y="4950"/>
                      <a:pt x="1158" y="5545"/>
                    </a:cubicBezTo>
                    <a:cubicBezTo>
                      <a:pt x="1753" y="6140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56" name="Freeform: Shape 16555">
                <a:extLst>
                  <a:ext uri="{FF2B5EF4-FFF2-40B4-BE49-F238E27FC236}">
                    <a16:creationId xmlns:a16="http://schemas.microsoft.com/office/drawing/2014/main" id="{623671A5-C9A1-7F37-A2DE-2678D72D2A72}"/>
                  </a:ext>
                </a:extLst>
              </p:cNvPr>
              <p:cNvSpPr/>
              <p:nvPr/>
            </p:nvSpPr>
            <p:spPr>
              <a:xfrm>
                <a:off x="9319655" y="5119313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1 w 6343"/>
                  <a:gd name="connsiteY4" fmla="*/ 129 h 6345"/>
                  <a:gd name="connsiteX5" fmla="*/ 1158 w 6343"/>
                  <a:gd name="connsiteY5" fmla="*/ 1058 h 6345"/>
                  <a:gd name="connsiteX6" fmla="*/ 229 w 6343"/>
                  <a:gd name="connsiteY6" fmla="*/ 3302 h 6345"/>
                  <a:gd name="connsiteX7" fmla="*/ 1158 w 6343"/>
                  <a:gd name="connsiteY7" fmla="*/ 5545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0"/>
                      <a:pt x="5644" y="5545"/>
                    </a:cubicBezTo>
                    <a:cubicBezTo>
                      <a:pt x="6238" y="4950"/>
                      <a:pt x="6573" y="4143"/>
                      <a:pt x="6573" y="3302"/>
                    </a:cubicBezTo>
                    <a:cubicBezTo>
                      <a:pt x="6573" y="2461"/>
                      <a:pt x="6238" y="1653"/>
                      <a:pt x="5644" y="1058"/>
                    </a:cubicBezTo>
                    <a:cubicBezTo>
                      <a:pt x="5049" y="464"/>
                      <a:pt x="4242" y="129"/>
                      <a:pt x="3401" y="129"/>
                    </a:cubicBezTo>
                    <a:cubicBezTo>
                      <a:pt x="2560" y="129"/>
                      <a:pt x="1753" y="464"/>
                      <a:pt x="1158" y="1058"/>
                    </a:cubicBezTo>
                    <a:cubicBezTo>
                      <a:pt x="564" y="1653"/>
                      <a:pt x="229" y="2461"/>
                      <a:pt x="229" y="3302"/>
                    </a:cubicBezTo>
                    <a:cubicBezTo>
                      <a:pt x="229" y="4143"/>
                      <a:pt x="564" y="4950"/>
                      <a:pt x="1158" y="5545"/>
                    </a:cubicBezTo>
                    <a:cubicBezTo>
                      <a:pt x="1753" y="6140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57" name="Freeform: Shape 16556">
                <a:extLst>
                  <a:ext uri="{FF2B5EF4-FFF2-40B4-BE49-F238E27FC236}">
                    <a16:creationId xmlns:a16="http://schemas.microsoft.com/office/drawing/2014/main" id="{55F420F8-E5E3-1D3B-E51F-069DD155C97E}"/>
                  </a:ext>
                </a:extLst>
              </p:cNvPr>
              <p:cNvSpPr/>
              <p:nvPr/>
            </p:nvSpPr>
            <p:spPr>
              <a:xfrm>
                <a:off x="9321207" y="5119229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1 w 6343"/>
                  <a:gd name="connsiteY4" fmla="*/ 129 h 6345"/>
                  <a:gd name="connsiteX5" fmla="*/ 1158 w 6343"/>
                  <a:gd name="connsiteY5" fmla="*/ 1058 h 6345"/>
                  <a:gd name="connsiteX6" fmla="*/ 230 w 6343"/>
                  <a:gd name="connsiteY6" fmla="*/ 3302 h 6345"/>
                  <a:gd name="connsiteX7" fmla="*/ 1158 w 6343"/>
                  <a:gd name="connsiteY7" fmla="*/ 5545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0"/>
                      <a:pt x="5644" y="5545"/>
                    </a:cubicBezTo>
                    <a:cubicBezTo>
                      <a:pt x="6238" y="4950"/>
                      <a:pt x="6573" y="4143"/>
                      <a:pt x="6573" y="3302"/>
                    </a:cubicBezTo>
                    <a:cubicBezTo>
                      <a:pt x="6573" y="2461"/>
                      <a:pt x="6238" y="1653"/>
                      <a:pt x="5644" y="1058"/>
                    </a:cubicBezTo>
                    <a:cubicBezTo>
                      <a:pt x="5049" y="464"/>
                      <a:pt x="4242" y="129"/>
                      <a:pt x="3401" y="129"/>
                    </a:cubicBezTo>
                    <a:cubicBezTo>
                      <a:pt x="2560" y="129"/>
                      <a:pt x="1753" y="464"/>
                      <a:pt x="1158" y="1058"/>
                    </a:cubicBezTo>
                    <a:cubicBezTo>
                      <a:pt x="564" y="1653"/>
                      <a:pt x="230" y="2461"/>
                      <a:pt x="230" y="3302"/>
                    </a:cubicBezTo>
                    <a:cubicBezTo>
                      <a:pt x="230" y="4143"/>
                      <a:pt x="564" y="4950"/>
                      <a:pt x="1158" y="5545"/>
                    </a:cubicBezTo>
                    <a:cubicBezTo>
                      <a:pt x="1753" y="6140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58" name="Freeform: Shape 16557">
                <a:extLst>
                  <a:ext uri="{FF2B5EF4-FFF2-40B4-BE49-F238E27FC236}">
                    <a16:creationId xmlns:a16="http://schemas.microsoft.com/office/drawing/2014/main" id="{ACE9BC5C-D02A-541A-6B5E-EFCD316F3815}"/>
                  </a:ext>
                </a:extLst>
              </p:cNvPr>
              <p:cNvSpPr/>
              <p:nvPr/>
            </p:nvSpPr>
            <p:spPr>
              <a:xfrm>
                <a:off x="9323905" y="5120813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0"/>
                      <a:pt x="5644" y="5545"/>
                    </a:cubicBezTo>
                    <a:cubicBezTo>
                      <a:pt x="6239" y="4951"/>
                      <a:pt x="6573" y="4143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2" y="129"/>
                      <a:pt x="3401" y="129"/>
                    </a:cubicBezTo>
                    <a:cubicBezTo>
                      <a:pt x="2560" y="129"/>
                      <a:pt x="1753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3"/>
                      <a:pt x="564" y="4951"/>
                      <a:pt x="1159" y="5545"/>
                    </a:cubicBezTo>
                    <a:cubicBezTo>
                      <a:pt x="1753" y="6140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59" name="Freeform: Shape 16558">
                <a:extLst>
                  <a:ext uri="{FF2B5EF4-FFF2-40B4-BE49-F238E27FC236}">
                    <a16:creationId xmlns:a16="http://schemas.microsoft.com/office/drawing/2014/main" id="{76DA039D-9A68-FD47-0E8C-F1DA9468C6F9}"/>
                  </a:ext>
                </a:extLst>
              </p:cNvPr>
              <p:cNvSpPr/>
              <p:nvPr/>
            </p:nvSpPr>
            <p:spPr>
              <a:xfrm>
                <a:off x="9324936" y="5120028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3" y="6475"/>
                      <a:pt x="5049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29"/>
                      <a:pt x="3401" y="129"/>
                    </a:cubicBezTo>
                    <a:cubicBezTo>
                      <a:pt x="2560" y="129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60" name="Freeform: Shape 16559">
                <a:extLst>
                  <a:ext uri="{FF2B5EF4-FFF2-40B4-BE49-F238E27FC236}">
                    <a16:creationId xmlns:a16="http://schemas.microsoft.com/office/drawing/2014/main" id="{849EBF50-2CDF-2B1A-C71D-83F9455F6FC9}"/>
                  </a:ext>
                </a:extLst>
              </p:cNvPr>
              <p:cNvSpPr/>
              <p:nvPr/>
            </p:nvSpPr>
            <p:spPr>
              <a:xfrm>
                <a:off x="9326604" y="5120181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2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49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29"/>
                      <a:pt x="3402" y="129"/>
                    </a:cubicBezTo>
                    <a:cubicBezTo>
                      <a:pt x="2560" y="129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0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61" name="Freeform: Shape 16560">
                <a:extLst>
                  <a:ext uri="{FF2B5EF4-FFF2-40B4-BE49-F238E27FC236}">
                    <a16:creationId xmlns:a16="http://schemas.microsoft.com/office/drawing/2014/main" id="{8AB249BD-557A-BA5B-FD80-3F6352B3239B}"/>
                  </a:ext>
                </a:extLst>
              </p:cNvPr>
              <p:cNvSpPr/>
              <p:nvPr/>
            </p:nvSpPr>
            <p:spPr>
              <a:xfrm>
                <a:off x="9327771" y="5119610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1"/>
                      <a:pt x="6239" y="1653"/>
                      <a:pt x="5644" y="1058"/>
                    </a:cubicBezTo>
                    <a:cubicBezTo>
                      <a:pt x="5050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8"/>
                    </a:cubicBezTo>
                    <a:cubicBezTo>
                      <a:pt x="564" y="1653"/>
                      <a:pt x="230" y="2461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62" name="Freeform: Shape 16561">
                <a:extLst>
                  <a:ext uri="{FF2B5EF4-FFF2-40B4-BE49-F238E27FC236}">
                    <a16:creationId xmlns:a16="http://schemas.microsoft.com/office/drawing/2014/main" id="{F36B07DF-88E6-B6EF-D86C-23E7AC8F8025}"/>
                  </a:ext>
                </a:extLst>
              </p:cNvPr>
              <p:cNvSpPr/>
              <p:nvPr/>
            </p:nvSpPr>
            <p:spPr>
              <a:xfrm>
                <a:off x="9328353" y="5118155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0"/>
                      <a:pt x="6239" y="1653"/>
                      <a:pt x="5644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4" y="1653"/>
                      <a:pt x="230" y="2460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63" name="Freeform: Shape 16562">
                <a:extLst>
                  <a:ext uri="{FF2B5EF4-FFF2-40B4-BE49-F238E27FC236}">
                    <a16:creationId xmlns:a16="http://schemas.microsoft.com/office/drawing/2014/main" id="{FA150373-70F8-7EFB-CF97-729C8397A820}"/>
                  </a:ext>
                </a:extLst>
              </p:cNvPr>
              <p:cNvSpPr/>
              <p:nvPr/>
            </p:nvSpPr>
            <p:spPr>
              <a:xfrm>
                <a:off x="9329305" y="5117247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0"/>
                      <a:pt x="6239" y="1653"/>
                      <a:pt x="5644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4" y="1653"/>
                      <a:pt x="230" y="2460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64" name="Freeform: Shape 16563">
                <a:extLst>
                  <a:ext uri="{FF2B5EF4-FFF2-40B4-BE49-F238E27FC236}">
                    <a16:creationId xmlns:a16="http://schemas.microsoft.com/office/drawing/2014/main" id="{7E7A647F-EA96-6247-48BF-2528DDF0FA79}"/>
                  </a:ext>
                </a:extLst>
              </p:cNvPr>
              <p:cNvSpPr/>
              <p:nvPr/>
            </p:nvSpPr>
            <p:spPr>
              <a:xfrm>
                <a:off x="9330391" y="5116544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0"/>
                      <a:pt x="6239" y="1653"/>
                      <a:pt x="5644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4" y="1653"/>
                      <a:pt x="230" y="2460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65" name="Freeform: Shape 16564">
                <a:extLst>
                  <a:ext uri="{FF2B5EF4-FFF2-40B4-BE49-F238E27FC236}">
                    <a16:creationId xmlns:a16="http://schemas.microsoft.com/office/drawing/2014/main" id="{351815B3-BD79-960F-F901-CC6191A5EAB7}"/>
                  </a:ext>
                </a:extLst>
              </p:cNvPr>
              <p:cNvSpPr/>
              <p:nvPr/>
            </p:nvSpPr>
            <p:spPr>
              <a:xfrm>
                <a:off x="9331133" y="5115297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3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0"/>
                      <a:pt x="6239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5" y="1653"/>
                      <a:pt x="230" y="2460"/>
                      <a:pt x="230" y="3302"/>
                    </a:cubicBezTo>
                    <a:cubicBezTo>
                      <a:pt x="230" y="4143"/>
                      <a:pt x="565" y="4950"/>
                      <a:pt x="1159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66" name="Freeform: Shape 16565">
                <a:extLst>
                  <a:ext uri="{FF2B5EF4-FFF2-40B4-BE49-F238E27FC236}">
                    <a16:creationId xmlns:a16="http://schemas.microsoft.com/office/drawing/2014/main" id="{EC372443-A95F-BA22-A6AD-E2EC40E70A55}"/>
                  </a:ext>
                </a:extLst>
              </p:cNvPr>
              <p:cNvSpPr/>
              <p:nvPr/>
            </p:nvSpPr>
            <p:spPr>
              <a:xfrm>
                <a:off x="9332639" y="5115259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39" y="4950"/>
                      <a:pt x="6574" y="4143"/>
                      <a:pt x="6574" y="3302"/>
                    </a:cubicBezTo>
                    <a:cubicBezTo>
                      <a:pt x="6574" y="2460"/>
                      <a:pt x="6239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5" y="1653"/>
                      <a:pt x="230" y="2460"/>
                      <a:pt x="230" y="3302"/>
                    </a:cubicBezTo>
                    <a:cubicBezTo>
                      <a:pt x="230" y="4143"/>
                      <a:pt x="565" y="4950"/>
                      <a:pt x="1159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67" name="Freeform: Shape 16566">
                <a:extLst>
                  <a:ext uri="{FF2B5EF4-FFF2-40B4-BE49-F238E27FC236}">
                    <a16:creationId xmlns:a16="http://schemas.microsoft.com/office/drawing/2014/main" id="{792EC07B-A782-E1B5-CFD6-8C63ED0A0295}"/>
                  </a:ext>
                </a:extLst>
              </p:cNvPr>
              <p:cNvSpPr/>
              <p:nvPr/>
            </p:nvSpPr>
            <p:spPr>
              <a:xfrm>
                <a:off x="9333800" y="5114677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1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39" y="4950"/>
                      <a:pt x="6574" y="4143"/>
                      <a:pt x="6574" y="3302"/>
                    </a:cubicBezTo>
                    <a:cubicBezTo>
                      <a:pt x="6574" y="2460"/>
                      <a:pt x="6239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59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68" name="Freeform: Shape 16567">
                <a:extLst>
                  <a:ext uri="{FF2B5EF4-FFF2-40B4-BE49-F238E27FC236}">
                    <a16:creationId xmlns:a16="http://schemas.microsoft.com/office/drawing/2014/main" id="{05485805-C719-3EA8-F74C-9FC7DADF45B6}"/>
                  </a:ext>
                </a:extLst>
              </p:cNvPr>
              <p:cNvSpPr/>
              <p:nvPr/>
            </p:nvSpPr>
            <p:spPr>
              <a:xfrm>
                <a:off x="9334655" y="5113596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69" name="Freeform: Shape 16568">
                <a:extLst>
                  <a:ext uri="{FF2B5EF4-FFF2-40B4-BE49-F238E27FC236}">
                    <a16:creationId xmlns:a16="http://schemas.microsoft.com/office/drawing/2014/main" id="{2CFA0273-B697-C5D5-C210-C1CD9AF8766F}"/>
                  </a:ext>
                </a:extLst>
              </p:cNvPr>
              <p:cNvSpPr/>
              <p:nvPr/>
            </p:nvSpPr>
            <p:spPr>
              <a:xfrm>
                <a:off x="9335551" y="5112570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70" name="Freeform: Shape 16569">
                <a:extLst>
                  <a:ext uri="{FF2B5EF4-FFF2-40B4-BE49-F238E27FC236}">
                    <a16:creationId xmlns:a16="http://schemas.microsoft.com/office/drawing/2014/main" id="{A1B7865B-BBB1-D731-4510-22107E32E901}"/>
                  </a:ext>
                </a:extLst>
              </p:cNvPr>
              <p:cNvSpPr/>
              <p:nvPr/>
            </p:nvSpPr>
            <p:spPr>
              <a:xfrm>
                <a:off x="9336304" y="5111294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71" name="Freeform: Shape 16570">
                <a:extLst>
                  <a:ext uri="{FF2B5EF4-FFF2-40B4-BE49-F238E27FC236}">
                    <a16:creationId xmlns:a16="http://schemas.microsoft.com/office/drawing/2014/main" id="{466357BF-AB25-D4D4-9076-2AB318CD7A81}"/>
                  </a:ext>
                </a:extLst>
              </p:cNvPr>
              <p:cNvSpPr/>
              <p:nvPr/>
            </p:nvSpPr>
            <p:spPr>
              <a:xfrm>
                <a:off x="9337516" y="5110787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2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72" name="Freeform: Shape 16571">
                <a:extLst>
                  <a:ext uri="{FF2B5EF4-FFF2-40B4-BE49-F238E27FC236}">
                    <a16:creationId xmlns:a16="http://schemas.microsoft.com/office/drawing/2014/main" id="{5234C6D5-AC33-45B5-F43A-A110B2CB5C02}"/>
                  </a:ext>
                </a:extLst>
              </p:cNvPr>
              <p:cNvSpPr/>
              <p:nvPr/>
            </p:nvSpPr>
            <p:spPr>
              <a:xfrm>
                <a:off x="9389922" y="5171334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4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4" y="468"/>
                      <a:pt x="4248" y="133"/>
                      <a:pt x="3407" y="133"/>
                    </a:cubicBezTo>
                    <a:cubicBezTo>
                      <a:pt x="2565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5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73" name="Freeform: Shape 16572">
                <a:extLst>
                  <a:ext uri="{FF2B5EF4-FFF2-40B4-BE49-F238E27FC236}">
                    <a16:creationId xmlns:a16="http://schemas.microsoft.com/office/drawing/2014/main" id="{D656EA2F-CB45-7126-E1B4-1BB639E0BEC1}"/>
                  </a:ext>
                </a:extLst>
              </p:cNvPr>
              <p:cNvSpPr/>
              <p:nvPr/>
            </p:nvSpPr>
            <p:spPr>
              <a:xfrm>
                <a:off x="9391735" y="517138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74" name="Freeform: Shape 16573">
                <a:extLst>
                  <a:ext uri="{FF2B5EF4-FFF2-40B4-BE49-F238E27FC236}">
                    <a16:creationId xmlns:a16="http://schemas.microsoft.com/office/drawing/2014/main" id="{ECAC61B5-F860-F824-CD6E-F4E6888D8191}"/>
                  </a:ext>
                </a:extLst>
              </p:cNvPr>
              <p:cNvSpPr/>
              <p:nvPr/>
            </p:nvSpPr>
            <p:spPr>
              <a:xfrm>
                <a:off x="9393923" y="517238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50 h 6345"/>
                  <a:gd name="connsiteX2" fmla="*/ 6578 w 6343"/>
                  <a:gd name="connsiteY2" fmla="*/ 3306 h 6345"/>
                  <a:gd name="connsiteX3" fmla="*/ 5649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49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49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69" y="1658"/>
                      <a:pt x="235" y="2465"/>
                      <a:pt x="235" y="3306"/>
                    </a:cubicBezTo>
                    <a:cubicBezTo>
                      <a:pt x="235" y="4148"/>
                      <a:pt x="569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75" name="Freeform: Shape 16574">
                <a:extLst>
                  <a:ext uri="{FF2B5EF4-FFF2-40B4-BE49-F238E27FC236}">
                    <a16:creationId xmlns:a16="http://schemas.microsoft.com/office/drawing/2014/main" id="{D36C88F6-C1FF-E0CE-E9C5-19841EB219C2}"/>
                  </a:ext>
                </a:extLst>
              </p:cNvPr>
              <p:cNvSpPr/>
              <p:nvPr/>
            </p:nvSpPr>
            <p:spPr>
              <a:xfrm>
                <a:off x="9394804" y="517241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8"/>
                      <a:pt x="570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76" name="Freeform: Shape 16575">
                <a:extLst>
                  <a:ext uri="{FF2B5EF4-FFF2-40B4-BE49-F238E27FC236}">
                    <a16:creationId xmlns:a16="http://schemas.microsoft.com/office/drawing/2014/main" id="{22C55512-8AEB-95C6-1330-EA4093A00F38}"/>
                  </a:ext>
                </a:extLst>
              </p:cNvPr>
              <p:cNvSpPr/>
              <p:nvPr/>
            </p:nvSpPr>
            <p:spPr>
              <a:xfrm>
                <a:off x="9395661" y="5172385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4" y="4955"/>
                      <a:pt x="6579" y="4148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8"/>
                      <a:pt x="570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77" name="Freeform: Shape 16576">
                <a:extLst>
                  <a:ext uri="{FF2B5EF4-FFF2-40B4-BE49-F238E27FC236}">
                    <a16:creationId xmlns:a16="http://schemas.microsoft.com/office/drawing/2014/main" id="{42E22B46-C169-1384-F653-1A88E77276C0}"/>
                  </a:ext>
                </a:extLst>
              </p:cNvPr>
              <p:cNvSpPr/>
              <p:nvPr/>
            </p:nvSpPr>
            <p:spPr>
              <a:xfrm>
                <a:off x="9396495" y="517230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4" y="4955"/>
                      <a:pt x="6579" y="4148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8"/>
                      <a:pt x="570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78" name="Freeform: Shape 16577">
                <a:extLst>
                  <a:ext uri="{FF2B5EF4-FFF2-40B4-BE49-F238E27FC236}">
                    <a16:creationId xmlns:a16="http://schemas.microsoft.com/office/drawing/2014/main" id="{695FCE30-A2EB-CE10-3D21-265F8E704727}"/>
                  </a:ext>
                </a:extLst>
              </p:cNvPr>
              <p:cNvSpPr/>
              <p:nvPr/>
            </p:nvSpPr>
            <p:spPr>
              <a:xfrm>
                <a:off x="9397327" y="517223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6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9" y="4148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79" name="Freeform: Shape 16578">
                <a:extLst>
                  <a:ext uri="{FF2B5EF4-FFF2-40B4-BE49-F238E27FC236}">
                    <a16:creationId xmlns:a16="http://schemas.microsoft.com/office/drawing/2014/main" id="{99E1F742-BDB1-96B2-9956-A357019B6D85}"/>
                  </a:ext>
                </a:extLst>
              </p:cNvPr>
              <p:cNvSpPr/>
              <p:nvPr/>
            </p:nvSpPr>
            <p:spPr>
              <a:xfrm>
                <a:off x="9398180" y="517222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80" name="Freeform: Shape 16579">
                <a:extLst>
                  <a:ext uri="{FF2B5EF4-FFF2-40B4-BE49-F238E27FC236}">
                    <a16:creationId xmlns:a16="http://schemas.microsoft.com/office/drawing/2014/main" id="{53AA2663-A6EF-DB96-E5C7-840124A69F42}"/>
                  </a:ext>
                </a:extLst>
              </p:cNvPr>
              <p:cNvSpPr/>
              <p:nvPr/>
            </p:nvSpPr>
            <p:spPr>
              <a:xfrm>
                <a:off x="9399031" y="517222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81" name="Freeform: Shape 16580">
                <a:extLst>
                  <a:ext uri="{FF2B5EF4-FFF2-40B4-BE49-F238E27FC236}">
                    <a16:creationId xmlns:a16="http://schemas.microsoft.com/office/drawing/2014/main" id="{05D07470-C0D0-F3D9-2494-1EBAEDCB6B0B}"/>
                  </a:ext>
                </a:extLst>
              </p:cNvPr>
              <p:cNvSpPr/>
              <p:nvPr/>
            </p:nvSpPr>
            <p:spPr>
              <a:xfrm>
                <a:off x="9399921" y="517233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82" name="Freeform: Shape 16581">
                <a:extLst>
                  <a:ext uri="{FF2B5EF4-FFF2-40B4-BE49-F238E27FC236}">
                    <a16:creationId xmlns:a16="http://schemas.microsoft.com/office/drawing/2014/main" id="{BBD3A0E0-EF7D-F5A1-E551-AE66FADD0F5C}"/>
                  </a:ext>
                </a:extLst>
              </p:cNvPr>
              <p:cNvSpPr/>
              <p:nvPr/>
            </p:nvSpPr>
            <p:spPr>
              <a:xfrm>
                <a:off x="9400768" y="5172348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83" name="Freeform: Shape 16582">
                <a:extLst>
                  <a:ext uri="{FF2B5EF4-FFF2-40B4-BE49-F238E27FC236}">
                    <a16:creationId xmlns:a16="http://schemas.microsoft.com/office/drawing/2014/main" id="{4008F30F-54DF-78C1-5E26-F6AD2AE9B133}"/>
                  </a:ext>
                </a:extLst>
              </p:cNvPr>
              <p:cNvSpPr/>
              <p:nvPr/>
            </p:nvSpPr>
            <p:spPr>
              <a:xfrm>
                <a:off x="9401496" y="517202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84" name="Freeform: Shape 16583">
                <a:extLst>
                  <a:ext uri="{FF2B5EF4-FFF2-40B4-BE49-F238E27FC236}">
                    <a16:creationId xmlns:a16="http://schemas.microsoft.com/office/drawing/2014/main" id="{EB6B8567-268A-D673-9C70-AFF0CEF2AF83}"/>
                  </a:ext>
                </a:extLst>
              </p:cNvPr>
              <p:cNvSpPr/>
              <p:nvPr/>
            </p:nvSpPr>
            <p:spPr>
              <a:xfrm>
                <a:off x="9402302" y="5171934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85" name="Freeform: Shape 16584">
                <a:extLst>
                  <a:ext uri="{FF2B5EF4-FFF2-40B4-BE49-F238E27FC236}">
                    <a16:creationId xmlns:a16="http://schemas.microsoft.com/office/drawing/2014/main" id="{30911BA9-9F0C-7040-90EF-8FC0C4EC6AEA}"/>
                  </a:ext>
                </a:extLst>
              </p:cNvPr>
              <p:cNvSpPr/>
              <p:nvPr/>
            </p:nvSpPr>
            <p:spPr>
              <a:xfrm>
                <a:off x="9403109" y="517184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86" name="Freeform: Shape 16585">
                <a:extLst>
                  <a:ext uri="{FF2B5EF4-FFF2-40B4-BE49-F238E27FC236}">
                    <a16:creationId xmlns:a16="http://schemas.microsoft.com/office/drawing/2014/main" id="{F3C68D42-A693-D863-E54E-51A2ECFBF0F5}"/>
                  </a:ext>
                </a:extLst>
              </p:cNvPr>
              <p:cNvSpPr/>
              <p:nvPr/>
            </p:nvSpPr>
            <p:spPr>
              <a:xfrm>
                <a:off x="9403952" y="5171877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87" name="Freeform: Shape 16586">
                <a:extLst>
                  <a:ext uri="{FF2B5EF4-FFF2-40B4-BE49-F238E27FC236}">
                    <a16:creationId xmlns:a16="http://schemas.microsoft.com/office/drawing/2014/main" id="{EF3AE7B1-79DC-27FD-D0A4-C429CC7AEAB9}"/>
                  </a:ext>
                </a:extLst>
              </p:cNvPr>
              <p:cNvSpPr/>
              <p:nvPr/>
            </p:nvSpPr>
            <p:spPr>
              <a:xfrm>
                <a:off x="9404336" y="5170503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7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7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88" name="Freeform: Shape 16587">
                <a:extLst>
                  <a:ext uri="{FF2B5EF4-FFF2-40B4-BE49-F238E27FC236}">
                    <a16:creationId xmlns:a16="http://schemas.microsoft.com/office/drawing/2014/main" id="{3F44832F-A0C2-83F7-A657-461396317807}"/>
                  </a:ext>
                </a:extLst>
              </p:cNvPr>
              <p:cNvSpPr/>
              <p:nvPr/>
            </p:nvSpPr>
            <p:spPr>
              <a:xfrm>
                <a:off x="9405292" y="5170881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89" name="Freeform: Shape 16588">
                <a:extLst>
                  <a:ext uri="{FF2B5EF4-FFF2-40B4-BE49-F238E27FC236}">
                    <a16:creationId xmlns:a16="http://schemas.microsoft.com/office/drawing/2014/main" id="{041862BE-0D81-8972-9FF3-E86CE5A2F4D1}"/>
                  </a:ext>
                </a:extLst>
              </p:cNvPr>
              <p:cNvSpPr/>
              <p:nvPr/>
            </p:nvSpPr>
            <p:spPr>
              <a:xfrm>
                <a:off x="9399867" y="5063313"/>
                <a:ext cx="6343" cy="6345"/>
              </a:xfrm>
              <a:custGeom>
                <a:avLst/>
                <a:gdLst>
                  <a:gd name="connsiteX0" fmla="*/ 3407 w 6343"/>
                  <a:gd name="connsiteY0" fmla="*/ 6470 h 6345"/>
                  <a:gd name="connsiteX1" fmla="*/ 5650 w 6343"/>
                  <a:gd name="connsiteY1" fmla="*/ 5541 h 6345"/>
                  <a:gd name="connsiteX2" fmla="*/ 6579 w 6343"/>
                  <a:gd name="connsiteY2" fmla="*/ 3298 h 6345"/>
                  <a:gd name="connsiteX3" fmla="*/ 5650 w 6343"/>
                  <a:gd name="connsiteY3" fmla="*/ 1054 h 6345"/>
                  <a:gd name="connsiteX4" fmla="*/ 3407 w 6343"/>
                  <a:gd name="connsiteY4" fmla="*/ 125 h 6345"/>
                  <a:gd name="connsiteX5" fmla="*/ 1165 w 6343"/>
                  <a:gd name="connsiteY5" fmla="*/ 1054 h 6345"/>
                  <a:gd name="connsiteX6" fmla="*/ 236 w 6343"/>
                  <a:gd name="connsiteY6" fmla="*/ 3298 h 6345"/>
                  <a:gd name="connsiteX7" fmla="*/ 1165 w 6343"/>
                  <a:gd name="connsiteY7" fmla="*/ 5541 h 6345"/>
                  <a:gd name="connsiteX8" fmla="*/ 3407 w 6343"/>
                  <a:gd name="connsiteY8" fmla="*/ 6470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0"/>
                    </a:moveTo>
                    <a:cubicBezTo>
                      <a:pt x="4248" y="6470"/>
                      <a:pt x="5055" y="6136"/>
                      <a:pt x="5650" y="5541"/>
                    </a:cubicBezTo>
                    <a:cubicBezTo>
                      <a:pt x="6245" y="4946"/>
                      <a:pt x="6579" y="4139"/>
                      <a:pt x="6579" y="3298"/>
                    </a:cubicBezTo>
                    <a:cubicBezTo>
                      <a:pt x="6579" y="2456"/>
                      <a:pt x="6245" y="1649"/>
                      <a:pt x="5650" y="1054"/>
                    </a:cubicBezTo>
                    <a:cubicBezTo>
                      <a:pt x="5055" y="459"/>
                      <a:pt x="4248" y="125"/>
                      <a:pt x="3407" y="125"/>
                    </a:cubicBezTo>
                    <a:cubicBezTo>
                      <a:pt x="2566" y="125"/>
                      <a:pt x="1759" y="459"/>
                      <a:pt x="1165" y="1054"/>
                    </a:cubicBezTo>
                    <a:cubicBezTo>
                      <a:pt x="570" y="1649"/>
                      <a:pt x="236" y="2456"/>
                      <a:pt x="236" y="3298"/>
                    </a:cubicBezTo>
                    <a:cubicBezTo>
                      <a:pt x="236" y="4139"/>
                      <a:pt x="570" y="4946"/>
                      <a:pt x="1165" y="5541"/>
                    </a:cubicBezTo>
                    <a:cubicBezTo>
                      <a:pt x="1759" y="6136"/>
                      <a:pt x="2566" y="6470"/>
                      <a:pt x="3407" y="6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90" name="Freeform: Shape 16589">
                <a:extLst>
                  <a:ext uri="{FF2B5EF4-FFF2-40B4-BE49-F238E27FC236}">
                    <a16:creationId xmlns:a16="http://schemas.microsoft.com/office/drawing/2014/main" id="{8CFC0C09-16C9-6174-EB8D-10A1A611140D}"/>
                  </a:ext>
                </a:extLst>
              </p:cNvPr>
              <p:cNvSpPr/>
              <p:nvPr/>
            </p:nvSpPr>
            <p:spPr>
              <a:xfrm>
                <a:off x="9420706" y="5162851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5 h 6345"/>
                  <a:gd name="connsiteX7" fmla="*/ 1166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5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7" y="2464"/>
                      <a:pt x="237" y="3305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91" name="Freeform: Shape 16590">
                <a:extLst>
                  <a:ext uri="{FF2B5EF4-FFF2-40B4-BE49-F238E27FC236}">
                    <a16:creationId xmlns:a16="http://schemas.microsoft.com/office/drawing/2014/main" id="{68A6A2BA-DB1B-444C-62DF-646627FC4928}"/>
                  </a:ext>
                </a:extLst>
              </p:cNvPr>
              <p:cNvSpPr/>
              <p:nvPr/>
            </p:nvSpPr>
            <p:spPr>
              <a:xfrm>
                <a:off x="9421572" y="5163059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5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7 w 6343"/>
                  <a:gd name="connsiteY6" fmla="*/ 3305 h 6345"/>
                  <a:gd name="connsiteX7" fmla="*/ 1166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5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6" y="1062"/>
                    </a:cubicBezTo>
                    <a:cubicBezTo>
                      <a:pt x="572" y="1657"/>
                      <a:pt x="237" y="2464"/>
                      <a:pt x="237" y="3305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92" name="Freeform: Shape 16591">
                <a:extLst>
                  <a:ext uri="{FF2B5EF4-FFF2-40B4-BE49-F238E27FC236}">
                    <a16:creationId xmlns:a16="http://schemas.microsoft.com/office/drawing/2014/main" id="{21D23FDB-6B41-DA09-82EA-759F2B031C42}"/>
                  </a:ext>
                </a:extLst>
              </p:cNvPr>
              <p:cNvSpPr/>
              <p:nvPr/>
            </p:nvSpPr>
            <p:spPr>
              <a:xfrm>
                <a:off x="9423021" y="5166781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93" name="Freeform: Shape 16592">
                <a:extLst>
                  <a:ext uri="{FF2B5EF4-FFF2-40B4-BE49-F238E27FC236}">
                    <a16:creationId xmlns:a16="http://schemas.microsoft.com/office/drawing/2014/main" id="{D629A50E-B233-1A5C-B006-45C0E9AD104D}"/>
                  </a:ext>
                </a:extLst>
              </p:cNvPr>
              <p:cNvSpPr/>
              <p:nvPr/>
            </p:nvSpPr>
            <p:spPr>
              <a:xfrm>
                <a:off x="9423981" y="5167764"/>
                <a:ext cx="6343" cy="6345"/>
              </a:xfrm>
              <a:custGeom>
                <a:avLst/>
                <a:gdLst>
                  <a:gd name="connsiteX0" fmla="*/ 3409 w 6343"/>
                  <a:gd name="connsiteY0" fmla="*/ 6478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8"/>
                    </a:moveTo>
                    <a:cubicBezTo>
                      <a:pt x="4250" y="6478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8"/>
                      <a:pt x="3409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94" name="Freeform: Shape 16593">
                <a:extLst>
                  <a:ext uri="{FF2B5EF4-FFF2-40B4-BE49-F238E27FC236}">
                    <a16:creationId xmlns:a16="http://schemas.microsoft.com/office/drawing/2014/main" id="{60000BAE-B19D-7000-4003-DDB0A6E0B61F}"/>
                  </a:ext>
                </a:extLst>
              </p:cNvPr>
              <p:cNvSpPr/>
              <p:nvPr/>
            </p:nvSpPr>
            <p:spPr>
              <a:xfrm>
                <a:off x="9425073" y="5169692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95" name="Freeform: Shape 16594">
                <a:extLst>
                  <a:ext uri="{FF2B5EF4-FFF2-40B4-BE49-F238E27FC236}">
                    <a16:creationId xmlns:a16="http://schemas.microsoft.com/office/drawing/2014/main" id="{3F630022-384B-7D59-4817-91B72067A9D7}"/>
                  </a:ext>
                </a:extLst>
              </p:cNvPr>
              <p:cNvSpPr/>
              <p:nvPr/>
            </p:nvSpPr>
            <p:spPr>
              <a:xfrm>
                <a:off x="9437329" y="5168101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96" name="Freeform: Shape 16595">
                <a:extLst>
                  <a:ext uri="{FF2B5EF4-FFF2-40B4-BE49-F238E27FC236}">
                    <a16:creationId xmlns:a16="http://schemas.microsoft.com/office/drawing/2014/main" id="{32797D76-97DA-26F2-92F0-B58F05C36619}"/>
                  </a:ext>
                </a:extLst>
              </p:cNvPr>
              <p:cNvSpPr/>
              <p:nvPr/>
            </p:nvSpPr>
            <p:spPr>
              <a:xfrm>
                <a:off x="9438040" y="5166817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97" name="Freeform: Shape 16596">
                <a:extLst>
                  <a:ext uri="{FF2B5EF4-FFF2-40B4-BE49-F238E27FC236}">
                    <a16:creationId xmlns:a16="http://schemas.microsoft.com/office/drawing/2014/main" id="{F73A240F-FA0D-2ACE-2618-5C42FE492E0A}"/>
                  </a:ext>
                </a:extLst>
              </p:cNvPr>
              <p:cNvSpPr/>
              <p:nvPr/>
            </p:nvSpPr>
            <p:spPr>
              <a:xfrm>
                <a:off x="9438787" y="5166010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98" name="Freeform: Shape 16597">
                <a:extLst>
                  <a:ext uri="{FF2B5EF4-FFF2-40B4-BE49-F238E27FC236}">
                    <a16:creationId xmlns:a16="http://schemas.microsoft.com/office/drawing/2014/main" id="{EEECEDE3-399A-575F-363B-143E4AB4F617}"/>
                  </a:ext>
                </a:extLst>
              </p:cNvPr>
              <p:cNvSpPr/>
              <p:nvPr/>
            </p:nvSpPr>
            <p:spPr>
              <a:xfrm>
                <a:off x="9439553" y="5165445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0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599" name="Freeform: Shape 16598">
                <a:extLst>
                  <a:ext uri="{FF2B5EF4-FFF2-40B4-BE49-F238E27FC236}">
                    <a16:creationId xmlns:a16="http://schemas.microsoft.com/office/drawing/2014/main" id="{0A5FE766-DBFC-86AF-F18C-111FAE69EB05}"/>
                  </a:ext>
                </a:extLst>
              </p:cNvPr>
              <p:cNvSpPr/>
              <p:nvPr/>
            </p:nvSpPr>
            <p:spPr>
              <a:xfrm>
                <a:off x="9440347" y="5165596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1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00" name="Freeform: Shape 16599">
                <a:extLst>
                  <a:ext uri="{FF2B5EF4-FFF2-40B4-BE49-F238E27FC236}">
                    <a16:creationId xmlns:a16="http://schemas.microsoft.com/office/drawing/2014/main" id="{DAE1BA88-64D4-FEBB-317F-02C535EE8035}"/>
                  </a:ext>
                </a:extLst>
              </p:cNvPr>
              <p:cNvSpPr/>
              <p:nvPr/>
            </p:nvSpPr>
            <p:spPr>
              <a:xfrm>
                <a:off x="9441134" y="5165574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1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01" name="Freeform: Shape 16600">
                <a:extLst>
                  <a:ext uri="{FF2B5EF4-FFF2-40B4-BE49-F238E27FC236}">
                    <a16:creationId xmlns:a16="http://schemas.microsoft.com/office/drawing/2014/main" id="{84AC03CE-82B7-F928-D04E-175B40B26681}"/>
                  </a:ext>
                </a:extLst>
              </p:cNvPr>
              <p:cNvSpPr/>
              <p:nvPr/>
            </p:nvSpPr>
            <p:spPr>
              <a:xfrm>
                <a:off x="9441916" y="5165200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02" name="Freeform: Shape 16601">
                <a:extLst>
                  <a:ext uri="{FF2B5EF4-FFF2-40B4-BE49-F238E27FC236}">
                    <a16:creationId xmlns:a16="http://schemas.microsoft.com/office/drawing/2014/main" id="{61237BC6-1275-7C08-7F28-596CAA492B54}"/>
                  </a:ext>
                </a:extLst>
              </p:cNvPr>
              <p:cNvSpPr/>
              <p:nvPr/>
            </p:nvSpPr>
            <p:spPr>
              <a:xfrm>
                <a:off x="9442709" y="5165425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03" name="Freeform: Shape 16602">
                <a:extLst>
                  <a:ext uri="{FF2B5EF4-FFF2-40B4-BE49-F238E27FC236}">
                    <a16:creationId xmlns:a16="http://schemas.microsoft.com/office/drawing/2014/main" id="{09C476C9-A784-4C12-B128-F7885A942402}"/>
                  </a:ext>
                </a:extLst>
              </p:cNvPr>
              <p:cNvSpPr/>
              <p:nvPr/>
            </p:nvSpPr>
            <p:spPr>
              <a:xfrm>
                <a:off x="9443507" y="5166899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04" name="Freeform: Shape 16603">
                <a:extLst>
                  <a:ext uri="{FF2B5EF4-FFF2-40B4-BE49-F238E27FC236}">
                    <a16:creationId xmlns:a16="http://schemas.microsoft.com/office/drawing/2014/main" id="{B215FBD1-3538-8607-954C-1C7106D2697A}"/>
                  </a:ext>
                </a:extLst>
              </p:cNvPr>
              <p:cNvSpPr/>
              <p:nvPr/>
            </p:nvSpPr>
            <p:spPr>
              <a:xfrm>
                <a:off x="9450959" y="5076051"/>
                <a:ext cx="6343" cy="6345"/>
              </a:xfrm>
              <a:custGeom>
                <a:avLst/>
                <a:gdLst>
                  <a:gd name="connsiteX0" fmla="*/ 3411 w 6343"/>
                  <a:gd name="connsiteY0" fmla="*/ 6471 h 6345"/>
                  <a:gd name="connsiteX1" fmla="*/ 5654 w 6343"/>
                  <a:gd name="connsiteY1" fmla="*/ 5542 h 6345"/>
                  <a:gd name="connsiteX2" fmla="*/ 6583 w 6343"/>
                  <a:gd name="connsiteY2" fmla="*/ 3299 h 6345"/>
                  <a:gd name="connsiteX3" fmla="*/ 5654 w 6343"/>
                  <a:gd name="connsiteY3" fmla="*/ 1055 h 6345"/>
                  <a:gd name="connsiteX4" fmla="*/ 3411 w 6343"/>
                  <a:gd name="connsiteY4" fmla="*/ 126 h 6345"/>
                  <a:gd name="connsiteX5" fmla="*/ 1169 w 6343"/>
                  <a:gd name="connsiteY5" fmla="*/ 1055 h 6345"/>
                  <a:gd name="connsiteX6" fmla="*/ 240 w 6343"/>
                  <a:gd name="connsiteY6" fmla="*/ 3299 h 6345"/>
                  <a:gd name="connsiteX7" fmla="*/ 1169 w 6343"/>
                  <a:gd name="connsiteY7" fmla="*/ 5542 h 6345"/>
                  <a:gd name="connsiteX8" fmla="*/ 3411 w 6343"/>
                  <a:gd name="connsiteY8" fmla="*/ 6471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1"/>
                    </a:moveTo>
                    <a:cubicBezTo>
                      <a:pt x="4252" y="6471"/>
                      <a:pt x="5059" y="6137"/>
                      <a:pt x="5654" y="5542"/>
                    </a:cubicBezTo>
                    <a:cubicBezTo>
                      <a:pt x="6249" y="4947"/>
                      <a:pt x="6583" y="4140"/>
                      <a:pt x="6583" y="3299"/>
                    </a:cubicBezTo>
                    <a:cubicBezTo>
                      <a:pt x="6583" y="2457"/>
                      <a:pt x="6249" y="1650"/>
                      <a:pt x="5654" y="1055"/>
                    </a:cubicBezTo>
                    <a:cubicBezTo>
                      <a:pt x="5059" y="460"/>
                      <a:pt x="4252" y="126"/>
                      <a:pt x="3411" y="126"/>
                    </a:cubicBezTo>
                    <a:cubicBezTo>
                      <a:pt x="2570" y="126"/>
                      <a:pt x="1763" y="460"/>
                      <a:pt x="1169" y="1055"/>
                    </a:cubicBezTo>
                    <a:cubicBezTo>
                      <a:pt x="574" y="1650"/>
                      <a:pt x="240" y="2457"/>
                      <a:pt x="240" y="3299"/>
                    </a:cubicBezTo>
                    <a:cubicBezTo>
                      <a:pt x="240" y="4140"/>
                      <a:pt x="574" y="4947"/>
                      <a:pt x="1169" y="5542"/>
                    </a:cubicBezTo>
                    <a:cubicBezTo>
                      <a:pt x="1763" y="6137"/>
                      <a:pt x="2570" y="6471"/>
                      <a:pt x="3411" y="64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05" name="Freeform: Shape 16604">
                <a:extLst>
                  <a:ext uri="{FF2B5EF4-FFF2-40B4-BE49-F238E27FC236}">
                    <a16:creationId xmlns:a16="http://schemas.microsoft.com/office/drawing/2014/main" id="{8609D5C7-2038-B936-9F55-8ACCAAE4DCF1}"/>
                  </a:ext>
                </a:extLst>
              </p:cNvPr>
              <p:cNvSpPr/>
              <p:nvPr/>
            </p:nvSpPr>
            <p:spPr>
              <a:xfrm>
                <a:off x="9452060" y="5167426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1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3"/>
                      <a:pt x="3411" y="133"/>
                    </a:cubicBezTo>
                    <a:cubicBezTo>
                      <a:pt x="2570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06" name="Freeform: Shape 16605">
                <a:extLst>
                  <a:ext uri="{FF2B5EF4-FFF2-40B4-BE49-F238E27FC236}">
                    <a16:creationId xmlns:a16="http://schemas.microsoft.com/office/drawing/2014/main" id="{D4E5A333-5B02-8135-7309-0865C0AFF31C}"/>
                  </a:ext>
                </a:extLst>
              </p:cNvPr>
              <p:cNvSpPr/>
              <p:nvPr/>
            </p:nvSpPr>
            <p:spPr>
              <a:xfrm>
                <a:off x="9454477" y="5166466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07" name="Freeform: Shape 16606">
                <a:extLst>
                  <a:ext uri="{FF2B5EF4-FFF2-40B4-BE49-F238E27FC236}">
                    <a16:creationId xmlns:a16="http://schemas.microsoft.com/office/drawing/2014/main" id="{8D3731E2-5F13-3EBF-5503-02FD29426727}"/>
                  </a:ext>
                </a:extLst>
              </p:cNvPr>
              <p:cNvSpPr/>
              <p:nvPr/>
            </p:nvSpPr>
            <p:spPr>
              <a:xfrm>
                <a:off x="9455335" y="5165644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08" name="Freeform: Shape 16607">
                <a:extLst>
                  <a:ext uri="{FF2B5EF4-FFF2-40B4-BE49-F238E27FC236}">
                    <a16:creationId xmlns:a16="http://schemas.microsoft.com/office/drawing/2014/main" id="{C5AF9508-0941-3790-8E78-D57678E67F29}"/>
                  </a:ext>
                </a:extLst>
              </p:cNvPr>
              <p:cNvSpPr/>
              <p:nvPr/>
            </p:nvSpPr>
            <p:spPr>
              <a:xfrm>
                <a:off x="9456242" y="5164415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09" name="Freeform: Shape 16608">
                <a:extLst>
                  <a:ext uri="{FF2B5EF4-FFF2-40B4-BE49-F238E27FC236}">
                    <a16:creationId xmlns:a16="http://schemas.microsoft.com/office/drawing/2014/main" id="{587F132D-4522-4712-5BC5-CDC810660502}"/>
                  </a:ext>
                </a:extLst>
              </p:cNvPr>
              <p:cNvSpPr/>
              <p:nvPr/>
            </p:nvSpPr>
            <p:spPr>
              <a:xfrm>
                <a:off x="9457083" y="5164018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5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5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10" name="Freeform: Shape 16609">
                <a:extLst>
                  <a:ext uri="{FF2B5EF4-FFF2-40B4-BE49-F238E27FC236}">
                    <a16:creationId xmlns:a16="http://schemas.microsoft.com/office/drawing/2014/main" id="{EA8CAA31-A3FB-D91E-8639-1F7726E4F9C0}"/>
                  </a:ext>
                </a:extLst>
              </p:cNvPr>
              <p:cNvSpPr/>
              <p:nvPr/>
            </p:nvSpPr>
            <p:spPr>
              <a:xfrm>
                <a:off x="9458040" y="5162565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3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11" name="Freeform: Shape 16610">
                <a:extLst>
                  <a:ext uri="{FF2B5EF4-FFF2-40B4-BE49-F238E27FC236}">
                    <a16:creationId xmlns:a16="http://schemas.microsoft.com/office/drawing/2014/main" id="{9778E041-F485-6F7C-E214-7EDE2857204F}"/>
                  </a:ext>
                </a:extLst>
              </p:cNvPr>
              <p:cNvSpPr/>
              <p:nvPr/>
            </p:nvSpPr>
            <p:spPr>
              <a:xfrm>
                <a:off x="9458878" y="5162357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5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12" name="Freeform: Shape 16611">
                <a:extLst>
                  <a:ext uri="{FF2B5EF4-FFF2-40B4-BE49-F238E27FC236}">
                    <a16:creationId xmlns:a16="http://schemas.microsoft.com/office/drawing/2014/main" id="{B7565CF7-FA70-6002-BDDD-2D48281CE4A9}"/>
                  </a:ext>
                </a:extLst>
              </p:cNvPr>
              <p:cNvSpPr/>
              <p:nvPr/>
            </p:nvSpPr>
            <p:spPr>
              <a:xfrm>
                <a:off x="9460514" y="5162369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1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5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1" y="2464"/>
                      <a:pt x="241" y="3305"/>
                    </a:cubicBezTo>
                    <a:cubicBezTo>
                      <a:pt x="241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13" name="Freeform: Shape 16612">
                <a:extLst>
                  <a:ext uri="{FF2B5EF4-FFF2-40B4-BE49-F238E27FC236}">
                    <a16:creationId xmlns:a16="http://schemas.microsoft.com/office/drawing/2014/main" id="{8D394354-E2A7-9E9E-831F-93CB3EF93229}"/>
                  </a:ext>
                </a:extLst>
              </p:cNvPr>
              <p:cNvSpPr/>
              <p:nvPr/>
            </p:nvSpPr>
            <p:spPr>
              <a:xfrm>
                <a:off x="9475061" y="5171086"/>
                <a:ext cx="6343" cy="6345"/>
              </a:xfrm>
              <a:custGeom>
                <a:avLst/>
                <a:gdLst>
                  <a:gd name="connsiteX0" fmla="*/ 3413 w 6343"/>
                  <a:gd name="connsiteY0" fmla="*/ 6479 h 6345"/>
                  <a:gd name="connsiteX1" fmla="*/ 5656 w 6343"/>
                  <a:gd name="connsiteY1" fmla="*/ 5549 h 6345"/>
                  <a:gd name="connsiteX2" fmla="*/ 6585 w 6343"/>
                  <a:gd name="connsiteY2" fmla="*/ 3306 h 6345"/>
                  <a:gd name="connsiteX3" fmla="*/ 5656 w 6343"/>
                  <a:gd name="connsiteY3" fmla="*/ 1063 h 6345"/>
                  <a:gd name="connsiteX4" fmla="*/ 3413 w 6343"/>
                  <a:gd name="connsiteY4" fmla="*/ 133 h 6345"/>
                  <a:gd name="connsiteX5" fmla="*/ 1171 w 6343"/>
                  <a:gd name="connsiteY5" fmla="*/ 1063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479"/>
                    </a:moveTo>
                    <a:cubicBezTo>
                      <a:pt x="4254" y="6479"/>
                      <a:pt x="5061" y="6144"/>
                      <a:pt x="5656" y="5549"/>
                    </a:cubicBezTo>
                    <a:cubicBezTo>
                      <a:pt x="6251" y="4954"/>
                      <a:pt x="6585" y="4147"/>
                      <a:pt x="6585" y="3306"/>
                    </a:cubicBezTo>
                    <a:cubicBezTo>
                      <a:pt x="6585" y="2465"/>
                      <a:pt x="6251" y="1658"/>
                      <a:pt x="5656" y="1063"/>
                    </a:cubicBezTo>
                    <a:cubicBezTo>
                      <a:pt x="5061" y="468"/>
                      <a:pt x="4254" y="133"/>
                      <a:pt x="3413" y="133"/>
                    </a:cubicBezTo>
                    <a:cubicBezTo>
                      <a:pt x="2572" y="133"/>
                      <a:pt x="1765" y="468"/>
                      <a:pt x="1171" y="1063"/>
                    </a:cubicBezTo>
                    <a:cubicBezTo>
                      <a:pt x="576" y="1658"/>
                      <a:pt x="242" y="2465"/>
                      <a:pt x="242" y="3306"/>
                    </a:cubicBezTo>
                    <a:cubicBezTo>
                      <a:pt x="242" y="4147"/>
                      <a:pt x="576" y="4954"/>
                      <a:pt x="1171" y="5549"/>
                    </a:cubicBezTo>
                    <a:cubicBezTo>
                      <a:pt x="1765" y="6144"/>
                      <a:pt x="2572" y="6479"/>
                      <a:pt x="341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14" name="Freeform: Shape 16613">
                <a:extLst>
                  <a:ext uri="{FF2B5EF4-FFF2-40B4-BE49-F238E27FC236}">
                    <a16:creationId xmlns:a16="http://schemas.microsoft.com/office/drawing/2014/main" id="{9D02D850-2457-0BF5-6180-FEF99C498A5B}"/>
                  </a:ext>
                </a:extLst>
              </p:cNvPr>
              <p:cNvSpPr/>
              <p:nvPr/>
            </p:nvSpPr>
            <p:spPr>
              <a:xfrm>
                <a:off x="9507484" y="5170272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8 w 6343"/>
                  <a:gd name="connsiteY1" fmla="*/ 5549 h 6345"/>
                  <a:gd name="connsiteX2" fmla="*/ 6587 w 6343"/>
                  <a:gd name="connsiteY2" fmla="*/ 3306 h 6345"/>
                  <a:gd name="connsiteX3" fmla="*/ 5658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8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8" y="1062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2"/>
                    </a:cubicBezTo>
                    <a:cubicBezTo>
                      <a:pt x="578" y="1657"/>
                      <a:pt x="244" y="2465"/>
                      <a:pt x="244" y="3306"/>
                    </a:cubicBezTo>
                    <a:cubicBezTo>
                      <a:pt x="244" y="4147"/>
                      <a:pt x="578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15" name="Freeform: Shape 16614">
                <a:extLst>
                  <a:ext uri="{FF2B5EF4-FFF2-40B4-BE49-F238E27FC236}">
                    <a16:creationId xmlns:a16="http://schemas.microsoft.com/office/drawing/2014/main" id="{47AB4385-6B56-309A-BB6D-CFFB40F3D736}"/>
                  </a:ext>
                </a:extLst>
              </p:cNvPr>
              <p:cNvSpPr/>
              <p:nvPr/>
            </p:nvSpPr>
            <p:spPr>
              <a:xfrm>
                <a:off x="9508569" y="5170030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7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7" y="4147"/>
                      <a:pt x="6587" y="3306"/>
                    </a:cubicBezTo>
                    <a:cubicBezTo>
                      <a:pt x="6587" y="2465"/>
                      <a:pt x="6253" y="1657"/>
                      <a:pt x="5659" y="1062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3" y="1062"/>
                    </a:cubicBezTo>
                    <a:cubicBezTo>
                      <a:pt x="579" y="1657"/>
                      <a:pt x="244" y="2465"/>
                      <a:pt x="244" y="3306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16" name="Freeform: Shape 16615">
                <a:extLst>
                  <a:ext uri="{FF2B5EF4-FFF2-40B4-BE49-F238E27FC236}">
                    <a16:creationId xmlns:a16="http://schemas.microsoft.com/office/drawing/2014/main" id="{EBCA087E-CFDE-C1DB-3C82-4F644042CDDF}"/>
                  </a:ext>
                </a:extLst>
              </p:cNvPr>
              <p:cNvSpPr/>
              <p:nvPr/>
            </p:nvSpPr>
            <p:spPr>
              <a:xfrm>
                <a:off x="9509908" y="5169325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4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6"/>
                    </a:cubicBezTo>
                    <a:cubicBezTo>
                      <a:pt x="6588" y="2464"/>
                      <a:pt x="6253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9" y="1657"/>
                      <a:pt x="244" y="2464"/>
                      <a:pt x="244" y="3306"/>
                    </a:cubicBezTo>
                    <a:cubicBezTo>
                      <a:pt x="244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17" name="Freeform: Shape 16616">
                <a:extLst>
                  <a:ext uri="{FF2B5EF4-FFF2-40B4-BE49-F238E27FC236}">
                    <a16:creationId xmlns:a16="http://schemas.microsoft.com/office/drawing/2014/main" id="{A744B79A-8ABF-6A9C-CD5B-1A51BCA5200E}"/>
                  </a:ext>
                </a:extLst>
              </p:cNvPr>
              <p:cNvSpPr/>
              <p:nvPr/>
            </p:nvSpPr>
            <p:spPr>
              <a:xfrm>
                <a:off x="9510839" y="5169416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3 w 6343"/>
                  <a:gd name="connsiteY5" fmla="*/ 1062 h 6345"/>
                  <a:gd name="connsiteX6" fmla="*/ 245 w 6343"/>
                  <a:gd name="connsiteY6" fmla="*/ 3306 h 6345"/>
                  <a:gd name="connsiteX7" fmla="*/ 1173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3" y="4954"/>
                      <a:pt x="6588" y="4147"/>
                      <a:pt x="6588" y="3306"/>
                    </a:cubicBezTo>
                    <a:cubicBezTo>
                      <a:pt x="6588" y="2464"/>
                      <a:pt x="6253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3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3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18" name="Freeform: Shape 16617">
                <a:extLst>
                  <a:ext uri="{FF2B5EF4-FFF2-40B4-BE49-F238E27FC236}">
                    <a16:creationId xmlns:a16="http://schemas.microsoft.com/office/drawing/2014/main" id="{632DF937-84CA-A411-FE9E-ACED3F16E228}"/>
                  </a:ext>
                </a:extLst>
              </p:cNvPr>
              <p:cNvSpPr/>
              <p:nvPr/>
            </p:nvSpPr>
            <p:spPr>
              <a:xfrm>
                <a:off x="9512110" y="5168888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19" name="Freeform: Shape 16618">
                <a:extLst>
                  <a:ext uri="{FF2B5EF4-FFF2-40B4-BE49-F238E27FC236}">
                    <a16:creationId xmlns:a16="http://schemas.microsoft.com/office/drawing/2014/main" id="{D0717C6F-97DA-A6D8-5C42-5FF9C9CB677D}"/>
                  </a:ext>
                </a:extLst>
              </p:cNvPr>
              <p:cNvSpPr/>
              <p:nvPr/>
            </p:nvSpPr>
            <p:spPr>
              <a:xfrm>
                <a:off x="9512505" y="5169981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8"/>
                      <a:pt x="4257" y="133"/>
                      <a:pt x="3416" y="133"/>
                    </a:cubicBezTo>
                    <a:cubicBezTo>
                      <a:pt x="2575" y="133"/>
                      <a:pt x="1768" y="468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20" name="Freeform: Shape 16619">
                <a:extLst>
                  <a:ext uri="{FF2B5EF4-FFF2-40B4-BE49-F238E27FC236}">
                    <a16:creationId xmlns:a16="http://schemas.microsoft.com/office/drawing/2014/main" id="{DA839AFC-41D7-0567-58D6-1631851165D8}"/>
                  </a:ext>
                </a:extLst>
              </p:cNvPr>
              <p:cNvSpPr/>
              <p:nvPr/>
            </p:nvSpPr>
            <p:spPr>
              <a:xfrm>
                <a:off x="9513611" y="5169781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21" name="Freeform: Shape 16620">
                <a:extLst>
                  <a:ext uri="{FF2B5EF4-FFF2-40B4-BE49-F238E27FC236}">
                    <a16:creationId xmlns:a16="http://schemas.microsoft.com/office/drawing/2014/main" id="{6E1CFDD6-3C1E-A6D5-962E-02D3FD7E7591}"/>
                  </a:ext>
                </a:extLst>
              </p:cNvPr>
              <p:cNvSpPr/>
              <p:nvPr/>
            </p:nvSpPr>
            <p:spPr>
              <a:xfrm>
                <a:off x="9514780" y="5169486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7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7" y="133"/>
                      <a:pt x="3416" y="133"/>
                    </a:cubicBezTo>
                    <a:cubicBezTo>
                      <a:pt x="2575" y="133"/>
                      <a:pt x="1768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8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22" name="Freeform: Shape 16621">
                <a:extLst>
                  <a:ext uri="{FF2B5EF4-FFF2-40B4-BE49-F238E27FC236}">
                    <a16:creationId xmlns:a16="http://schemas.microsoft.com/office/drawing/2014/main" id="{23F67B5E-A30B-863A-60F3-73D300580F56}"/>
                  </a:ext>
                </a:extLst>
              </p:cNvPr>
              <p:cNvSpPr/>
              <p:nvPr/>
            </p:nvSpPr>
            <p:spPr>
              <a:xfrm>
                <a:off x="9515631" y="5169766"/>
                <a:ext cx="6343" cy="6345"/>
              </a:xfrm>
              <a:custGeom>
                <a:avLst/>
                <a:gdLst>
                  <a:gd name="connsiteX0" fmla="*/ 3416 w 6343"/>
                  <a:gd name="connsiteY0" fmla="*/ 6479 h 6345"/>
                  <a:gd name="connsiteX1" fmla="*/ 5659 w 6343"/>
                  <a:gd name="connsiteY1" fmla="*/ 5549 h 6345"/>
                  <a:gd name="connsiteX2" fmla="*/ 6588 w 6343"/>
                  <a:gd name="connsiteY2" fmla="*/ 3306 h 6345"/>
                  <a:gd name="connsiteX3" fmla="*/ 5659 w 6343"/>
                  <a:gd name="connsiteY3" fmla="*/ 1062 h 6345"/>
                  <a:gd name="connsiteX4" fmla="*/ 3416 w 6343"/>
                  <a:gd name="connsiteY4" fmla="*/ 133 h 6345"/>
                  <a:gd name="connsiteX5" fmla="*/ 1174 w 6343"/>
                  <a:gd name="connsiteY5" fmla="*/ 1062 h 6345"/>
                  <a:gd name="connsiteX6" fmla="*/ 245 w 6343"/>
                  <a:gd name="connsiteY6" fmla="*/ 3306 h 6345"/>
                  <a:gd name="connsiteX7" fmla="*/ 1174 w 6343"/>
                  <a:gd name="connsiteY7" fmla="*/ 5549 h 6345"/>
                  <a:gd name="connsiteX8" fmla="*/ 341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479"/>
                    </a:moveTo>
                    <a:cubicBezTo>
                      <a:pt x="4258" y="6479"/>
                      <a:pt x="5064" y="6144"/>
                      <a:pt x="5659" y="5549"/>
                    </a:cubicBezTo>
                    <a:cubicBezTo>
                      <a:pt x="6254" y="4954"/>
                      <a:pt x="6588" y="4147"/>
                      <a:pt x="6588" y="3306"/>
                    </a:cubicBezTo>
                    <a:cubicBezTo>
                      <a:pt x="6588" y="2464"/>
                      <a:pt x="6254" y="1657"/>
                      <a:pt x="5659" y="1062"/>
                    </a:cubicBezTo>
                    <a:cubicBezTo>
                      <a:pt x="5064" y="467"/>
                      <a:pt x="4258" y="133"/>
                      <a:pt x="3416" y="133"/>
                    </a:cubicBezTo>
                    <a:cubicBezTo>
                      <a:pt x="2575" y="133"/>
                      <a:pt x="1769" y="467"/>
                      <a:pt x="1174" y="1062"/>
                    </a:cubicBezTo>
                    <a:cubicBezTo>
                      <a:pt x="579" y="1657"/>
                      <a:pt x="245" y="2464"/>
                      <a:pt x="245" y="3306"/>
                    </a:cubicBezTo>
                    <a:cubicBezTo>
                      <a:pt x="245" y="4147"/>
                      <a:pt x="579" y="4954"/>
                      <a:pt x="1174" y="5549"/>
                    </a:cubicBezTo>
                    <a:cubicBezTo>
                      <a:pt x="1769" y="6144"/>
                      <a:pt x="2575" y="6479"/>
                      <a:pt x="341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23" name="Freeform: Shape 16622">
                <a:extLst>
                  <a:ext uri="{FF2B5EF4-FFF2-40B4-BE49-F238E27FC236}">
                    <a16:creationId xmlns:a16="http://schemas.microsoft.com/office/drawing/2014/main" id="{F1D23D95-7303-573E-1D5B-81273AF1E6F5}"/>
                  </a:ext>
                </a:extLst>
              </p:cNvPr>
              <p:cNvSpPr/>
              <p:nvPr/>
            </p:nvSpPr>
            <p:spPr>
              <a:xfrm>
                <a:off x="9537708" y="517113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24" name="Freeform: Shape 16623">
                <a:extLst>
                  <a:ext uri="{FF2B5EF4-FFF2-40B4-BE49-F238E27FC236}">
                    <a16:creationId xmlns:a16="http://schemas.microsoft.com/office/drawing/2014/main" id="{01E656CE-3B8B-A56E-15E7-CF8A11F871F1}"/>
                  </a:ext>
                </a:extLst>
              </p:cNvPr>
              <p:cNvSpPr/>
              <p:nvPr/>
            </p:nvSpPr>
            <p:spPr>
              <a:xfrm>
                <a:off x="9537990" y="517231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25" name="Freeform: Shape 16624">
                <a:extLst>
                  <a:ext uri="{FF2B5EF4-FFF2-40B4-BE49-F238E27FC236}">
                    <a16:creationId xmlns:a16="http://schemas.microsoft.com/office/drawing/2014/main" id="{8F1D51C2-1AAC-9AB0-C34D-074C0CFB34D0}"/>
                  </a:ext>
                </a:extLst>
              </p:cNvPr>
              <p:cNvSpPr/>
              <p:nvPr/>
            </p:nvSpPr>
            <p:spPr>
              <a:xfrm>
                <a:off x="9538880" y="517270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26" name="Freeform: Shape 16625">
                <a:extLst>
                  <a:ext uri="{FF2B5EF4-FFF2-40B4-BE49-F238E27FC236}">
                    <a16:creationId xmlns:a16="http://schemas.microsoft.com/office/drawing/2014/main" id="{F9FEAFF2-A3C8-AF46-048C-F1C0672B4DEC}"/>
                  </a:ext>
                </a:extLst>
              </p:cNvPr>
              <p:cNvSpPr/>
              <p:nvPr/>
            </p:nvSpPr>
            <p:spPr>
              <a:xfrm>
                <a:off x="9539843" y="5173010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27" name="Freeform: Shape 16626">
                <a:extLst>
                  <a:ext uri="{FF2B5EF4-FFF2-40B4-BE49-F238E27FC236}">
                    <a16:creationId xmlns:a16="http://schemas.microsoft.com/office/drawing/2014/main" id="{6CBE87AF-33FD-1254-14E0-FEE9B269FEF5}"/>
                  </a:ext>
                </a:extLst>
              </p:cNvPr>
              <p:cNvSpPr/>
              <p:nvPr/>
            </p:nvSpPr>
            <p:spPr>
              <a:xfrm>
                <a:off x="9540657" y="5173506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8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28" name="Freeform: Shape 16627">
                <a:extLst>
                  <a:ext uri="{FF2B5EF4-FFF2-40B4-BE49-F238E27FC236}">
                    <a16:creationId xmlns:a16="http://schemas.microsoft.com/office/drawing/2014/main" id="{5AEAE812-3988-8C94-B16F-C678AC8406FE}"/>
                  </a:ext>
                </a:extLst>
              </p:cNvPr>
              <p:cNvSpPr/>
              <p:nvPr/>
            </p:nvSpPr>
            <p:spPr>
              <a:xfrm>
                <a:off x="9541842" y="517354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29" name="Freeform: Shape 16628">
                <a:extLst>
                  <a:ext uri="{FF2B5EF4-FFF2-40B4-BE49-F238E27FC236}">
                    <a16:creationId xmlns:a16="http://schemas.microsoft.com/office/drawing/2014/main" id="{95B59EE1-FA82-BB40-5880-3F4746CD0B18}"/>
                  </a:ext>
                </a:extLst>
              </p:cNvPr>
              <p:cNvSpPr/>
              <p:nvPr/>
            </p:nvSpPr>
            <p:spPr>
              <a:xfrm>
                <a:off x="9542992" y="5173642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3"/>
                      <a:pt x="3419" y="133"/>
                    </a:cubicBezTo>
                    <a:cubicBezTo>
                      <a:pt x="2577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30" name="Freeform: Shape 16629">
                <a:extLst>
                  <a:ext uri="{FF2B5EF4-FFF2-40B4-BE49-F238E27FC236}">
                    <a16:creationId xmlns:a16="http://schemas.microsoft.com/office/drawing/2014/main" id="{AFFB31A2-E46B-FD96-1B27-9675F0785B0B}"/>
                  </a:ext>
                </a:extLst>
              </p:cNvPr>
              <p:cNvSpPr/>
              <p:nvPr/>
            </p:nvSpPr>
            <p:spPr>
              <a:xfrm>
                <a:off x="9544145" y="517374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4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31" name="Freeform: Shape 16630">
                <a:extLst>
                  <a:ext uri="{FF2B5EF4-FFF2-40B4-BE49-F238E27FC236}">
                    <a16:creationId xmlns:a16="http://schemas.microsoft.com/office/drawing/2014/main" id="{95F6BF98-805A-904E-8F29-ADD2284E7760}"/>
                  </a:ext>
                </a:extLst>
              </p:cNvPr>
              <p:cNvSpPr/>
              <p:nvPr/>
            </p:nvSpPr>
            <p:spPr>
              <a:xfrm>
                <a:off x="9544996" y="5174227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4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32" name="Freeform: Shape 16631">
                <a:extLst>
                  <a:ext uri="{FF2B5EF4-FFF2-40B4-BE49-F238E27FC236}">
                    <a16:creationId xmlns:a16="http://schemas.microsoft.com/office/drawing/2014/main" id="{4C2937F1-0FBD-4592-150B-4A253A5FA563}"/>
                  </a:ext>
                </a:extLst>
              </p:cNvPr>
              <p:cNvSpPr/>
              <p:nvPr/>
            </p:nvSpPr>
            <p:spPr>
              <a:xfrm>
                <a:off x="9546612" y="517380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0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2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33" name="Freeform: Shape 16632">
                <a:extLst>
                  <a:ext uri="{FF2B5EF4-FFF2-40B4-BE49-F238E27FC236}">
                    <a16:creationId xmlns:a16="http://schemas.microsoft.com/office/drawing/2014/main" id="{5E8DCA5F-9058-0145-191D-6B3578FC7A70}"/>
                  </a:ext>
                </a:extLst>
              </p:cNvPr>
              <p:cNvSpPr/>
              <p:nvPr/>
            </p:nvSpPr>
            <p:spPr>
              <a:xfrm>
                <a:off x="9547812" y="517390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34" name="Freeform: Shape 16633">
                <a:extLst>
                  <a:ext uri="{FF2B5EF4-FFF2-40B4-BE49-F238E27FC236}">
                    <a16:creationId xmlns:a16="http://schemas.microsoft.com/office/drawing/2014/main" id="{59231A1A-626B-3C0D-D31F-89FD298FDAF3}"/>
                  </a:ext>
                </a:extLst>
              </p:cNvPr>
              <p:cNvSpPr/>
              <p:nvPr/>
            </p:nvSpPr>
            <p:spPr>
              <a:xfrm>
                <a:off x="9549209" y="5173778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6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35" name="Freeform: Shape 16634">
                <a:extLst>
                  <a:ext uri="{FF2B5EF4-FFF2-40B4-BE49-F238E27FC236}">
                    <a16:creationId xmlns:a16="http://schemas.microsoft.com/office/drawing/2014/main" id="{1AC91012-04C0-BDE7-20C3-B0E263E242E5}"/>
                  </a:ext>
                </a:extLst>
              </p:cNvPr>
              <p:cNvSpPr/>
              <p:nvPr/>
            </p:nvSpPr>
            <p:spPr>
              <a:xfrm>
                <a:off x="9550376" y="5173935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36" name="Freeform: Shape 16635">
                <a:extLst>
                  <a:ext uri="{FF2B5EF4-FFF2-40B4-BE49-F238E27FC236}">
                    <a16:creationId xmlns:a16="http://schemas.microsoft.com/office/drawing/2014/main" id="{BCACF6B6-6D39-4680-C6C4-A7EBFDD6B07C}"/>
                  </a:ext>
                </a:extLst>
              </p:cNvPr>
              <p:cNvSpPr/>
              <p:nvPr/>
            </p:nvSpPr>
            <p:spPr>
              <a:xfrm>
                <a:off x="9551506" y="517414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37" name="Freeform: Shape 16636">
                <a:extLst>
                  <a:ext uri="{FF2B5EF4-FFF2-40B4-BE49-F238E27FC236}">
                    <a16:creationId xmlns:a16="http://schemas.microsoft.com/office/drawing/2014/main" id="{3C1A9637-3B48-FDB5-F66A-5F5C06C903F9}"/>
                  </a:ext>
                </a:extLst>
              </p:cNvPr>
              <p:cNvSpPr/>
              <p:nvPr/>
            </p:nvSpPr>
            <p:spPr>
              <a:xfrm>
                <a:off x="9552876" y="517410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38" name="Freeform: Shape 16637">
                <a:extLst>
                  <a:ext uri="{FF2B5EF4-FFF2-40B4-BE49-F238E27FC236}">
                    <a16:creationId xmlns:a16="http://schemas.microsoft.com/office/drawing/2014/main" id="{15EDC6B0-6B5A-BD80-3356-919BAFD061C4}"/>
                  </a:ext>
                </a:extLst>
              </p:cNvPr>
              <p:cNvSpPr/>
              <p:nvPr/>
            </p:nvSpPr>
            <p:spPr>
              <a:xfrm>
                <a:off x="9554130" y="5174203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4"/>
                      <a:pt x="3419" y="134"/>
                    </a:cubicBezTo>
                    <a:cubicBezTo>
                      <a:pt x="2578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39" name="Freeform: Shape 16638">
                <a:extLst>
                  <a:ext uri="{FF2B5EF4-FFF2-40B4-BE49-F238E27FC236}">
                    <a16:creationId xmlns:a16="http://schemas.microsoft.com/office/drawing/2014/main" id="{C6E38B0F-B627-E9C9-6892-218921029DFE}"/>
                  </a:ext>
                </a:extLst>
              </p:cNvPr>
              <p:cNvSpPr/>
              <p:nvPr/>
            </p:nvSpPr>
            <p:spPr>
              <a:xfrm>
                <a:off x="9555589" y="517409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4"/>
                      <a:pt x="3420" y="134"/>
                    </a:cubicBezTo>
                    <a:cubicBezTo>
                      <a:pt x="2578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40" name="Freeform: Shape 16639">
                <a:extLst>
                  <a:ext uri="{FF2B5EF4-FFF2-40B4-BE49-F238E27FC236}">
                    <a16:creationId xmlns:a16="http://schemas.microsoft.com/office/drawing/2014/main" id="{4BD1844F-904D-332C-9E20-FE5BACE34D78}"/>
                  </a:ext>
                </a:extLst>
              </p:cNvPr>
              <p:cNvSpPr/>
              <p:nvPr/>
            </p:nvSpPr>
            <p:spPr>
              <a:xfrm>
                <a:off x="9557134" y="517391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41" name="Freeform: Shape 16640">
                <a:extLst>
                  <a:ext uri="{FF2B5EF4-FFF2-40B4-BE49-F238E27FC236}">
                    <a16:creationId xmlns:a16="http://schemas.microsoft.com/office/drawing/2014/main" id="{97D3166A-56A5-08BA-01B8-101FD01FB3A8}"/>
                  </a:ext>
                </a:extLst>
              </p:cNvPr>
              <p:cNvSpPr/>
              <p:nvPr/>
            </p:nvSpPr>
            <p:spPr>
              <a:xfrm>
                <a:off x="9558522" y="517392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42" name="Freeform: Shape 16641">
                <a:extLst>
                  <a:ext uri="{FF2B5EF4-FFF2-40B4-BE49-F238E27FC236}">
                    <a16:creationId xmlns:a16="http://schemas.microsoft.com/office/drawing/2014/main" id="{0A3B1952-42AB-0F86-B636-BD80B9B70803}"/>
                  </a:ext>
                </a:extLst>
              </p:cNvPr>
              <p:cNvSpPr/>
              <p:nvPr/>
            </p:nvSpPr>
            <p:spPr>
              <a:xfrm>
                <a:off x="9560284" y="517356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43" name="Freeform: Shape 16642">
                <a:extLst>
                  <a:ext uri="{FF2B5EF4-FFF2-40B4-BE49-F238E27FC236}">
                    <a16:creationId xmlns:a16="http://schemas.microsoft.com/office/drawing/2014/main" id="{C9E2DE47-9F38-B378-483B-912768BE3DC6}"/>
                  </a:ext>
                </a:extLst>
              </p:cNvPr>
              <p:cNvSpPr/>
              <p:nvPr/>
            </p:nvSpPr>
            <p:spPr>
              <a:xfrm>
                <a:off x="9561766" y="517351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9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44" name="Freeform: Shape 16643">
                <a:extLst>
                  <a:ext uri="{FF2B5EF4-FFF2-40B4-BE49-F238E27FC236}">
                    <a16:creationId xmlns:a16="http://schemas.microsoft.com/office/drawing/2014/main" id="{4535C018-EC32-4843-ED2B-3523AD730FA1}"/>
                  </a:ext>
                </a:extLst>
              </p:cNvPr>
              <p:cNvSpPr/>
              <p:nvPr/>
            </p:nvSpPr>
            <p:spPr>
              <a:xfrm>
                <a:off x="9563336" y="517339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45" name="Freeform: Shape 16644">
                <a:extLst>
                  <a:ext uri="{FF2B5EF4-FFF2-40B4-BE49-F238E27FC236}">
                    <a16:creationId xmlns:a16="http://schemas.microsoft.com/office/drawing/2014/main" id="{E6172469-494F-3C2D-D156-7748CE5E7C19}"/>
                  </a:ext>
                </a:extLst>
              </p:cNvPr>
              <p:cNvSpPr/>
              <p:nvPr/>
            </p:nvSpPr>
            <p:spPr>
              <a:xfrm>
                <a:off x="9564953" y="517324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46" name="Freeform: Shape 16645">
                <a:extLst>
                  <a:ext uri="{FF2B5EF4-FFF2-40B4-BE49-F238E27FC236}">
                    <a16:creationId xmlns:a16="http://schemas.microsoft.com/office/drawing/2014/main" id="{E3C32743-5C26-BC7C-1647-D928997002B4}"/>
                  </a:ext>
                </a:extLst>
              </p:cNvPr>
              <p:cNvSpPr/>
              <p:nvPr/>
            </p:nvSpPr>
            <p:spPr>
              <a:xfrm>
                <a:off x="9566535" y="5173151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2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0" y="133"/>
                    </a:cubicBezTo>
                    <a:cubicBezTo>
                      <a:pt x="2579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47" name="Freeform: Shape 16646">
                <a:extLst>
                  <a:ext uri="{FF2B5EF4-FFF2-40B4-BE49-F238E27FC236}">
                    <a16:creationId xmlns:a16="http://schemas.microsoft.com/office/drawing/2014/main" id="{F19A2BC0-56A3-1704-8F04-6A2E54D07B09}"/>
                  </a:ext>
                </a:extLst>
              </p:cNvPr>
              <p:cNvSpPr/>
              <p:nvPr/>
            </p:nvSpPr>
            <p:spPr>
              <a:xfrm>
                <a:off x="9567995" y="5173199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1" y="133"/>
                    </a:cubicBezTo>
                    <a:cubicBezTo>
                      <a:pt x="2579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79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48" name="Freeform: Shape 16647">
                <a:extLst>
                  <a:ext uri="{FF2B5EF4-FFF2-40B4-BE49-F238E27FC236}">
                    <a16:creationId xmlns:a16="http://schemas.microsoft.com/office/drawing/2014/main" id="{A06E45F9-98F5-FC97-1DB0-18D79B10CF5D}"/>
                  </a:ext>
                </a:extLst>
              </p:cNvPr>
              <p:cNvSpPr/>
              <p:nvPr/>
            </p:nvSpPr>
            <p:spPr>
              <a:xfrm>
                <a:off x="9569501" y="5173219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49" name="Freeform: Shape 16648">
                <a:extLst>
                  <a:ext uri="{FF2B5EF4-FFF2-40B4-BE49-F238E27FC236}">
                    <a16:creationId xmlns:a16="http://schemas.microsoft.com/office/drawing/2014/main" id="{FA3A34F6-ADB6-31FE-64B5-9B1EA75F4C42}"/>
                  </a:ext>
                </a:extLst>
              </p:cNvPr>
              <p:cNvSpPr/>
              <p:nvPr/>
            </p:nvSpPr>
            <p:spPr>
              <a:xfrm>
                <a:off x="9571227" y="5173049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50" name="Freeform: Shape 16649">
                <a:extLst>
                  <a:ext uri="{FF2B5EF4-FFF2-40B4-BE49-F238E27FC236}">
                    <a16:creationId xmlns:a16="http://schemas.microsoft.com/office/drawing/2014/main" id="{A2266B63-C72E-7708-12D8-F96F27E87D19}"/>
                  </a:ext>
                </a:extLst>
              </p:cNvPr>
              <p:cNvSpPr/>
              <p:nvPr/>
            </p:nvSpPr>
            <p:spPr>
              <a:xfrm>
                <a:off x="9572700" y="5173139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2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4" y="1658"/>
                      <a:pt x="249" y="2465"/>
                      <a:pt x="249" y="3306"/>
                    </a:cubicBezTo>
                    <a:cubicBezTo>
                      <a:pt x="249" y="4148"/>
                      <a:pt x="584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51" name="Freeform: Shape 16650">
                <a:extLst>
                  <a:ext uri="{FF2B5EF4-FFF2-40B4-BE49-F238E27FC236}">
                    <a16:creationId xmlns:a16="http://schemas.microsoft.com/office/drawing/2014/main" id="{71AD8CCE-0436-74B1-DD08-9968B561075B}"/>
                  </a:ext>
                </a:extLst>
              </p:cNvPr>
              <p:cNvSpPr/>
              <p:nvPr/>
            </p:nvSpPr>
            <p:spPr>
              <a:xfrm>
                <a:off x="9574568" y="5172880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50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8" y="4955"/>
                      <a:pt x="6593" y="4148"/>
                      <a:pt x="6593" y="3306"/>
                    </a:cubicBezTo>
                    <a:cubicBezTo>
                      <a:pt x="6593" y="2465"/>
                      <a:pt x="6258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52" name="Freeform: Shape 16651">
                <a:extLst>
                  <a:ext uri="{FF2B5EF4-FFF2-40B4-BE49-F238E27FC236}">
                    <a16:creationId xmlns:a16="http://schemas.microsoft.com/office/drawing/2014/main" id="{1C5FD2F0-C657-1CB9-6D2B-697DE6556F0A}"/>
                  </a:ext>
                </a:extLst>
              </p:cNvPr>
              <p:cNvSpPr/>
              <p:nvPr/>
            </p:nvSpPr>
            <p:spPr>
              <a:xfrm>
                <a:off x="9576138" y="5172920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53" name="Freeform: Shape 16652">
                <a:extLst>
                  <a:ext uri="{FF2B5EF4-FFF2-40B4-BE49-F238E27FC236}">
                    <a16:creationId xmlns:a16="http://schemas.microsoft.com/office/drawing/2014/main" id="{CAEA7156-FC2D-C815-D9F9-9E324DB4A779}"/>
                  </a:ext>
                </a:extLst>
              </p:cNvPr>
              <p:cNvSpPr/>
              <p:nvPr/>
            </p:nvSpPr>
            <p:spPr>
              <a:xfrm>
                <a:off x="9578063" y="5172656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54" name="Freeform: Shape 16653">
                <a:extLst>
                  <a:ext uri="{FF2B5EF4-FFF2-40B4-BE49-F238E27FC236}">
                    <a16:creationId xmlns:a16="http://schemas.microsoft.com/office/drawing/2014/main" id="{DC4A1157-9325-6C61-4506-E088F7FC76CC}"/>
                  </a:ext>
                </a:extLst>
              </p:cNvPr>
              <p:cNvSpPr/>
              <p:nvPr/>
            </p:nvSpPr>
            <p:spPr>
              <a:xfrm>
                <a:off x="9579776" y="5172608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3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3" y="133"/>
                      <a:pt x="3421" y="133"/>
                    </a:cubicBezTo>
                    <a:cubicBezTo>
                      <a:pt x="2580" y="133"/>
                      <a:pt x="1774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4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55" name="Freeform: Shape 16654">
                <a:extLst>
                  <a:ext uri="{FF2B5EF4-FFF2-40B4-BE49-F238E27FC236}">
                    <a16:creationId xmlns:a16="http://schemas.microsoft.com/office/drawing/2014/main" id="{ECF67981-E949-C853-8BB7-8E1BDEF74876}"/>
                  </a:ext>
                </a:extLst>
              </p:cNvPr>
              <p:cNvSpPr/>
              <p:nvPr/>
            </p:nvSpPr>
            <p:spPr>
              <a:xfrm>
                <a:off x="9581184" y="5172852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3" y="133"/>
                      <a:pt x="3422" y="133"/>
                    </a:cubicBezTo>
                    <a:cubicBezTo>
                      <a:pt x="2580" y="133"/>
                      <a:pt x="1774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4" y="6145"/>
                      <a:pt x="2580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56" name="Freeform: Shape 16655">
                <a:extLst>
                  <a:ext uri="{FF2B5EF4-FFF2-40B4-BE49-F238E27FC236}">
                    <a16:creationId xmlns:a16="http://schemas.microsoft.com/office/drawing/2014/main" id="{3B8FB313-F9C8-8C4C-ED29-EDC9779D613E}"/>
                  </a:ext>
                </a:extLst>
              </p:cNvPr>
              <p:cNvSpPr/>
              <p:nvPr/>
            </p:nvSpPr>
            <p:spPr>
              <a:xfrm>
                <a:off x="9582996" y="5172758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57" name="Freeform: Shape 16656">
                <a:extLst>
                  <a:ext uri="{FF2B5EF4-FFF2-40B4-BE49-F238E27FC236}">
                    <a16:creationId xmlns:a16="http://schemas.microsoft.com/office/drawing/2014/main" id="{AED22A11-6821-A735-2AC8-FFD0D119A3E4}"/>
                  </a:ext>
                </a:extLst>
              </p:cNvPr>
              <p:cNvSpPr/>
              <p:nvPr/>
            </p:nvSpPr>
            <p:spPr>
              <a:xfrm>
                <a:off x="9584545" y="5172914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3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5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58" name="Freeform: Shape 16657">
                <a:extLst>
                  <a:ext uri="{FF2B5EF4-FFF2-40B4-BE49-F238E27FC236}">
                    <a16:creationId xmlns:a16="http://schemas.microsoft.com/office/drawing/2014/main" id="{06C8F559-BFCE-6EF2-9277-A27A7572A935}"/>
                  </a:ext>
                </a:extLst>
              </p:cNvPr>
              <p:cNvSpPr/>
              <p:nvPr/>
            </p:nvSpPr>
            <p:spPr>
              <a:xfrm>
                <a:off x="9586187" y="5173008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5" y="5550"/>
                    </a:cubicBezTo>
                    <a:cubicBezTo>
                      <a:pt x="6259" y="4955"/>
                      <a:pt x="6594" y="4148"/>
                      <a:pt x="6594" y="3306"/>
                    </a:cubicBezTo>
                    <a:cubicBezTo>
                      <a:pt x="6594" y="2465"/>
                      <a:pt x="6259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5" y="1658"/>
                      <a:pt x="250" y="2465"/>
                      <a:pt x="250" y="3306"/>
                    </a:cubicBezTo>
                    <a:cubicBezTo>
                      <a:pt x="250" y="4148"/>
                      <a:pt x="585" y="4955"/>
                      <a:pt x="1179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59" name="Freeform: Shape 16658">
                <a:extLst>
                  <a:ext uri="{FF2B5EF4-FFF2-40B4-BE49-F238E27FC236}">
                    <a16:creationId xmlns:a16="http://schemas.microsoft.com/office/drawing/2014/main" id="{6E9461ED-501E-74BA-943A-6F5286D5578A}"/>
                  </a:ext>
                </a:extLst>
              </p:cNvPr>
              <p:cNvSpPr/>
              <p:nvPr/>
            </p:nvSpPr>
            <p:spPr>
              <a:xfrm>
                <a:off x="9588196" y="5172812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60" name="Freeform: Shape 16659">
                <a:extLst>
                  <a:ext uri="{FF2B5EF4-FFF2-40B4-BE49-F238E27FC236}">
                    <a16:creationId xmlns:a16="http://schemas.microsoft.com/office/drawing/2014/main" id="{E13CA425-AA49-EF04-C268-3B4AE6E7F6ED}"/>
                  </a:ext>
                </a:extLst>
              </p:cNvPr>
              <p:cNvSpPr/>
              <p:nvPr/>
            </p:nvSpPr>
            <p:spPr>
              <a:xfrm>
                <a:off x="9590121" y="5172711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61" name="Freeform: Shape 16660">
                <a:extLst>
                  <a:ext uri="{FF2B5EF4-FFF2-40B4-BE49-F238E27FC236}">
                    <a16:creationId xmlns:a16="http://schemas.microsoft.com/office/drawing/2014/main" id="{4ED8B4E4-0E76-E2CB-BD73-E68052B5FCA4}"/>
                  </a:ext>
                </a:extLst>
              </p:cNvPr>
              <p:cNvSpPr/>
              <p:nvPr/>
            </p:nvSpPr>
            <p:spPr>
              <a:xfrm>
                <a:off x="9592008" y="5172668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4" y="6479"/>
                      <a:pt x="5070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4" y="133"/>
                      <a:pt x="3422" y="133"/>
                    </a:cubicBezTo>
                    <a:cubicBezTo>
                      <a:pt x="2581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5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62" name="Freeform: Shape 16661">
                <a:extLst>
                  <a:ext uri="{FF2B5EF4-FFF2-40B4-BE49-F238E27FC236}">
                    <a16:creationId xmlns:a16="http://schemas.microsoft.com/office/drawing/2014/main" id="{EE807A62-7A70-CE39-6CC2-C7BE6F646337}"/>
                  </a:ext>
                </a:extLst>
              </p:cNvPr>
              <p:cNvSpPr/>
              <p:nvPr/>
            </p:nvSpPr>
            <p:spPr>
              <a:xfrm>
                <a:off x="9594268" y="517234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63" name="Freeform: Shape 16662">
                <a:extLst>
                  <a:ext uri="{FF2B5EF4-FFF2-40B4-BE49-F238E27FC236}">
                    <a16:creationId xmlns:a16="http://schemas.microsoft.com/office/drawing/2014/main" id="{AC0C9114-3DED-50F4-B0D5-8F5C8570690F}"/>
                  </a:ext>
                </a:extLst>
              </p:cNvPr>
              <p:cNvSpPr/>
              <p:nvPr/>
            </p:nvSpPr>
            <p:spPr>
              <a:xfrm>
                <a:off x="9596122" y="5172377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5" y="5550"/>
                    </a:cubicBezTo>
                    <a:cubicBezTo>
                      <a:pt x="6260" y="4955"/>
                      <a:pt x="6594" y="4148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80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64" name="Freeform: Shape 16663">
                <a:extLst>
                  <a:ext uri="{FF2B5EF4-FFF2-40B4-BE49-F238E27FC236}">
                    <a16:creationId xmlns:a16="http://schemas.microsoft.com/office/drawing/2014/main" id="{4F6895A7-C7C7-CEE1-1748-99C2593A512A}"/>
                  </a:ext>
                </a:extLst>
              </p:cNvPr>
              <p:cNvSpPr/>
              <p:nvPr/>
            </p:nvSpPr>
            <p:spPr>
              <a:xfrm>
                <a:off x="9598306" y="5172171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50"/>
                    </a:cubicBezTo>
                    <a:cubicBezTo>
                      <a:pt x="6260" y="4955"/>
                      <a:pt x="6595" y="4148"/>
                      <a:pt x="6595" y="3306"/>
                    </a:cubicBezTo>
                    <a:cubicBezTo>
                      <a:pt x="6595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1" y="2465"/>
                      <a:pt x="251" y="3306"/>
                    </a:cubicBezTo>
                    <a:cubicBezTo>
                      <a:pt x="251" y="4148"/>
                      <a:pt x="586" y="4955"/>
                      <a:pt x="1180" y="5550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65" name="Freeform: Shape 16664">
                <a:extLst>
                  <a:ext uri="{FF2B5EF4-FFF2-40B4-BE49-F238E27FC236}">
                    <a16:creationId xmlns:a16="http://schemas.microsoft.com/office/drawing/2014/main" id="{EE160215-1A55-7687-D04C-6B10D171F53C}"/>
                  </a:ext>
                </a:extLst>
              </p:cNvPr>
              <p:cNvSpPr/>
              <p:nvPr/>
            </p:nvSpPr>
            <p:spPr>
              <a:xfrm>
                <a:off x="9600359" y="5172097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2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50"/>
                    </a:cubicBezTo>
                    <a:cubicBezTo>
                      <a:pt x="6260" y="4955"/>
                      <a:pt x="6595" y="4147"/>
                      <a:pt x="6595" y="3306"/>
                    </a:cubicBezTo>
                    <a:cubicBezTo>
                      <a:pt x="6595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5"/>
                      <a:pt x="1180" y="5550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66" name="Freeform: Shape 16665">
                <a:extLst>
                  <a:ext uri="{FF2B5EF4-FFF2-40B4-BE49-F238E27FC236}">
                    <a16:creationId xmlns:a16="http://schemas.microsoft.com/office/drawing/2014/main" id="{EF8C66DD-2FD2-B7C0-8217-6B9728A02A41}"/>
                  </a:ext>
                </a:extLst>
              </p:cNvPr>
              <p:cNvSpPr/>
              <p:nvPr/>
            </p:nvSpPr>
            <p:spPr>
              <a:xfrm>
                <a:off x="9601667" y="5172622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67" name="Freeform: Shape 16666">
                <a:extLst>
                  <a:ext uri="{FF2B5EF4-FFF2-40B4-BE49-F238E27FC236}">
                    <a16:creationId xmlns:a16="http://schemas.microsoft.com/office/drawing/2014/main" id="{8A772CD3-1CA1-0EE4-5A32-B6B5823812C8}"/>
                  </a:ext>
                </a:extLst>
              </p:cNvPr>
              <p:cNvSpPr/>
              <p:nvPr/>
            </p:nvSpPr>
            <p:spPr>
              <a:xfrm>
                <a:off x="9604012" y="517236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3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68" name="Freeform: Shape 16667">
                <a:extLst>
                  <a:ext uri="{FF2B5EF4-FFF2-40B4-BE49-F238E27FC236}">
                    <a16:creationId xmlns:a16="http://schemas.microsoft.com/office/drawing/2014/main" id="{791AF9D7-8533-E388-BB8E-56B99E2E3E47}"/>
                  </a:ext>
                </a:extLst>
              </p:cNvPr>
              <p:cNvSpPr/>
              <p:nvPr/>
            </p:nvSpPr>
            <p:spPr>
              <a:xfrm>
                <a:off x="9605560" y="5172746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4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69" name="Freeform: Shape 16668">
                <a:extLst>
                  <a:ext uri="{FF2B5EF4-FFF2-40B4-BE49-F238E27FC236}">
                    <a16:creationId xmlns:a16="http://schemas.microsoft.com/office/drawing/2014/main" id="{A331C91D-BF2B-6857-E375-5A581569F93F}"/>
                  </a:ext>
                </a:extLst>
              </p:cNvPr>
              <p:cNvSpPr/>
              <p:nvPr/>
            </p:nvSpPr>
            <p:spPr>
              <a:xfrm>
                <a:off x="9607491" y="5172854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70" name="Freeform: Shape 16669">
                <a:extLst>
                  <a:ext uri="{FF2B5EF4-FFF2-40B4-BE49-F238E27FC236}">
                    <a16:creationId xmlns:a16="http://schemas.microsoft.com/office/drawing/2014/main" id="{FA625CE9-B11E-92E8-E452-1E1002A5E350}"/>
                  </a:ext>
                </a:extLst>
              </p:cNvPr>
              <p:cNvSpPr/>
              <p:nvPr/>
            </p:nvSpPr>
            <p:spPr>
              <a:xfrm>
                <a:off x="9610287" y="5172351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5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8"/>
                      <a:pt x="587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71" name="Freeform: Shape 16670">
                <a:extLst>
                  <a:ext uri="{FF2B5EF4-FFF2-40B4-BE49-F238E27FC236}">
                    <a16:creationId xmlns:a16="http://schemas.microsoft.com/office/drawing/2014/main" id="{94E4706F-A34B-C85E-E977-A5D2F057C1A2}"/>
                  </a:ext>
                </a:extLst>
              </p:cNvPr>
              <p:cNvSpPr/>
              <p:nvPr/>
            </p:nvSpPr>
            <p:spPr>
              <a:xfrm>
                <a:off x="9612423" y="5172365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3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5"/>
                      <a:pt x="5667" y="5550"/>
                    </a:cubicBezTo>
                    <a:cubicBezTo>
                      <a:pt x="6261" y="4955"/>
                      <a:pt x="6596" y="4148"/>
                      <a:pt x="6596" y="3306"/>
                    </a:cubicBezTo>
                    <a:cubicBezTo>
                      <a:pt x="6596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1" y="5550"/>
                    </a:cubicBezTo>
                    <a:cubicBezTo>
                      <a:pt x="1776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72" name="Freeform: Shape 16671">
                <a:extLst>
                  <a:ext uri="{FF2B5EF4-FFF2-40B4-BE49-F238E27FC236}">
                    <a16:creationId xmlns:a16="http://schemas.microsoft.com/office/drawing/2014/main" id="{72D648A7-A43C-015C-0179-1541A7353EE2}"/>
                  </a:ext>
                </a:extLst>
              </p:cNvPr>
              <p:cNvSpPr/>
              <p:nvPr/>
            </p:nvSpPr>
            <p:spPr>
              <a:xfrm>
                <a:off x="9614854" y="5172193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73" name="Freeform: Shape 16672">
                <a:extLst>
                  <a:ext uri="{FF2B5EF4-FFF2-40B4-BE49-F238E27FC236}">
                    <a16:creationId xmlns:a16="http://schemas.microsoft.com/office/drawing/2014/main" id="{43BCA6A5-D7B9-1BA3-5953-3E7129F74FB7}"/>
                  </a:ext>
                </a:extLst>
              </p:cNvPr>
              <p:cNvSpPr/>
              <p:nvPr/>
            </p:nvSpPr>
            <p:spPr>
              <a:xfrm>
                <a:off x="9616664" y="5172490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6" y="6479"/>
                      <a:pt x="5072" y="6145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6" y="133"/>
                      <a:pt x="3424" y="133"/>
                    </a:cubicBezTo>
                    <a:cubicBezTo>
                      <a:pt x="2583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7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74" name="Freeform: Shape 16673">
                <a:extLst>
                  <a:ext uri="{FF2B5EF4-FFF2-40B4-BE49-F238E27FC236}">
                    <a16:creationId xmlns:a16="http://schemas.microsoft.com/office/drawing/2014/main" id="{9E9B3E44-56EF-D947-CF71-80C1589A6A8F}"/>
                  </a:ext>
                </a:extLst>
              </p:cNvPr>
              <p:cNvSpPr/>
              <p:nvPr/>
            </p:nvSpPr>
            <p:spPr>
              <a:xfrm>
                <a:off x="9619206" y="5172298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2" y="6145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6" y="133"/>
                      <a:pt x="3425" y="133"/>
                    </a:cubicBezTo>
                    <a:cubicBezTo>
                      <a:pt x="2583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7" y="6145"/>
                      <a:pt x="2583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75" name="Freeform: Shape 16674">
                <a:extLst>
                  <a:ext uri="{FF2B5EF4-FFF2-40B4-BE49-F238E27FC236}">
                    <a16:creationId xmlns:a16="http://schemas.microsoft.com/office/drawing/2014/main" id="{653DEEF3-32A1-8067-E298-052832B17A79}"/>
                  </a:ext>
                </a:extLst>
              </p:cNvPr>
              <p:cNvSpPr/>
              <p:nvPr/>
            </p:nvSpPr>
            <p:spPr>
              <a:xfrm>
                <a:off x="9621757" y="5172132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4"/>
                      <a:pt x="5667" y="5550"/>
                    </a:cubicBezTo>
                    <a:cubicBezTo>
                      <a:pt x="6262" y="4955"/>
                      <a:pt x="6596" y="4147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7"/>
                      <a:pt x="587" y="4955"/>
                      <a:pt x="1182" y="5550"/>
                    </a:cubicBezTo>
                    <a:cubicBezTo>
                      <a:pt x="1777" y="6144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76" name="Freeform: Shape 16675">
                <a:extLst>
                  <a:ext uri="{FF2B5EF4-FFF2-40B4-BE49-F238E27FC236}">
                    <a16:creationId xmlns:a16="http://schemas.microsoft.com/office/drawing/2014/main" id="{3E8A3229-D59F-181C-0E27-F12E81A37E94}"/>
                  </a:ext>
                </a:extLst>
              </p:cNvPr>
              <p:cNvSpPr/>
              <p:nvPr/>
            </p:nvSpPr>
            <p:spPr>
              <a:xfrm>
                <a:off x="9624170" y="5172093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4"/>
                      <a:pt x="5668" y="5550"/>
                    </a:cubicBezTo>
                    <a:cubicBezTo>
                      <a:pt x="6262" y="4955"/>
                      <a:pt x="6597" y="4147"/>
                      <a:pt x="6597" y="3306"/>
                    </a:cubicBezTo>
                    <a:cubicBezTo>
                      <a:pt x="6597" y="2465"/>
                      <a:pt x="6262" y="1658"/>
                      <a:pt x="5668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2" y="1063"/>
                    </a:cubicBezTo>
                    <a:cubicBezTo>
                      <a:pt x="588" y="1658"/>
                      <a:pt x="253" y="2465"/>
                      <a:pt x="253" y="3306"/>
                    </a:cubicBezTo>
                    <a:cubicBezTo>
                      <a:pt x="253" y="4147"/>
                      <a:pt x="588" y="4955"/>
                      <a:pt x="1182" y="5550"/>
                    </a:cubicBezTo>
                    <a:cubicBezTo>
                      <a:pt x="1777" y="6144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77" name="Freeform: Shape 16676">
                <a:extLst>
                  <a:ext uri="{FF2B5EF4-FFF2-40B4-BE49-F238E27FC236}">
                    <a16:creationId xmlns:a16="http://schemas.microsoft.com/office/drawing/2014/main" id="{75CA9C6D-9285-301C-B827-C01233E74095}"/>
                  </a:ext>
                </a:extLst>
              </p:cNvPr>
              <p:cNvSpPr/>
              <p:nvPr/>
            </p:nvSpPr>
            <p:spPr>
              <a:xfrm>
                <a:off x="9626638" y="5172046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4"/>
                      <a:pt x="5668" y="5550"/>
                    </a:cubicBezTo>
                    <a:cubicBezTo>
                      <a:pt x="6263" y="4955"/>
                      <a:pt x="6597" y="4147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7"/>
                      <a:pt x="588" y="4955"/>
                      <a:pt x="1183" y="5550"/>
                    </a:cubicBezTo>
                    <a:cubicBezTo>
                      <a:pt x="1777" y="6144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78" name="Freeform: Shape 16677">
                <a:extLst>
                  <a:ext uri="{FF2B5EF4-FFF2-40B4-BE49-F238E27FC236}">
                    <a16:creationId xmlns:a16="http://schemas.microsoft.com/office/drawing/2014/main" id="{76F65CAA-ADC2-F275-6B45-028E23E52D39}"/>
                  </a:ext>
                </a:extLst>
              </p:cNvPr>
              <p:cNvSpPr/>
              <p:nvPr/>
            </p:nvSpPr>
            <p:spPr>
              <a:xfrm>
                <a:off x="9628917" y="5172155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4"/>
                      <a:pt x="5668" y="5550"/>
                    </a:cubicBezTo>
                    <a:cubicBezTo>
                      <a:pt x="6263" y="4955"/>
                      <a:pt x="6597" y="4147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7"/>
                      <a:pt x="588" y="4955"/>
                      <a:pt x="1183" y="5550"/>
                    </a:cubicBezTo>
                    <a:cubicBezTo>
                      <a:pt x="1777" y="6144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79" name="Freeform: Shape 16678">
                <a:extLst>
                  <a:ext uri="{FF2B5EF4-FFF2-40B4-BE49-F238E27FC236}">
                    <a16:creationId xmlns:a16="http://schemas.microsoft.com/office/drawing/2014/main" id="{038F5DAF-76A4-7D80-0EA1-A64D53CE644D}"/>
                  </a:ext>
                </a:extLst>
              </p:cNvPr>
              <p:cNvSpPr/>
              <p:nvPr/>
            </p:nvSpPr>
            <p:spPr>
              <a:xfrm>
                <a:off x="9631151" y="5172320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3" y="6145"/>
                      <a:pt x="5668" y="5550"/>
                    </a:cubicBezTo>
                    <a:cubicBezTo>
                      <a:pt x="6263" y="4955"/>
                      <a:pt x="6597" y="4148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3" y="468"/>
                      <a:pt x="4267" y="133"/>
                      <a:pt x="3426" y="133"/>
                    </a:cubicBezTo>
                    <a:cubicBezTo>
                      <a:pt x="2584" y="133"/>
                      <a:pt x="1778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8"/>
                      <a:pt x="588" y="4955"/>
                      <a:pt x="1183" y="5550"/>
                    </a:cubicBezTo>
                    <a:cubicBezTo>
                      <a:pt x="1778" y="6145"/>
                      <a:pt x="2584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80" name="Freeform: Shape 16679">
                <a:extLst>
                  <a:ext uri="{FF2B5EF4-FFF2-40B4-BE49-F238E27FC236}">
                    <a16:creationId xmlns:a16="http://schemas.microsoft.com/office/drawing/2014/main" id="{B946DD2B-6E1E-92AC-4AA5-5F5DC4E1C84D}"/>
                  </a:ext>
                </a:extLst>
              </p:cNvPr>
              <p:cNvSpPr/>
              <p:nvPr/>
            </p:nvSpPr>
            <p:spPr>
              <a:xfrm>
                <a:off x="9633140" y="5172667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5"/>
                      <a:pt x="5668" y="5550"/>
                    </a:cubicBezTo>
                    <a:cubicBezTo>
                      <a:pt x="6263" y="4955"/>
                      <a:pt x="6597" y="4148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8"/>
                      <a:pt x="588" y="4955"/>
                      <a:pt x="1183" y="5550"/>
                    </a:cubicBezTo>
                    <a:cubicBezTo>
                      <a:pt x="1778" y="6145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81" name="Freeform: Shape 16680">
                <a:extLst>
                  <a:ext uri="{FF2B5EF4-FFF2-40B4-BE49-F238E27FC236}">
                    <a16:creationId xmlns:a16="http://schemas.microsoft.com/office/drawing/2014/main" id="{D6C8BD3C-C03C-1F51-4E69-F14009219D05}"/>
                  </a:ext>
                </a:extLst>
              </p:cNvPr>
              <p:cNvSpPr/>
              <p:nvPr/>
            </p:nvSpPr>
            <p:spPr>
              <a:xfrm>
                <a:off x="9633280" y="5174209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6 w 6343"/>
                  <a:gd name="connsiteY4" fmla="*/ 134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50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5"/>
                      <a:pt x="5668" y="5550"/>
                    </a:cubicBezTo>
                    <a:cubicBezTo>
                      <a:pt x="6263" y="4955"/>
                      <a:pt x="6597" y="4148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4" y="468"/>
                      <a:pt x="4267" y="134"/>
                      <a:pt x="3426" y="134"/>
                    </a:cubicBezTo>
                    <a:cubicBezTo>
                      <a:pt x="2585" y="134"/>
                      <a:pt x="1778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8"/>
                      <a:pt x="588" y="4955"/>
                      <a:pt x="1183" y="5550"/>
                    </a:cubicBezTo>
                    <a:cubicBezTo>
                      <a:pt x="1778" y="6145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82" name="Freeform: Shape 16681">
                <a:extLst>
                  <a:ext uri="{FF2B5EF4-FFF2-40B4-BE49-F238E27FC236}">
                    <a16:creationId xmlns:a16="http://schemas.microsoft.com/office/drawing/2014/main" id="{ABB68951-3A19-D072-5880-C80FC64CDCDA}"/>
                  </a:ext>
                </a:extLst>
              </p:cNvPr>
              <p:cNvSpPr/>
              <p:nvPr/>
            </p:nvSpPr>
            <p:spPr>
              <a:xfrm>
                <a:off x="9640947" y="5171035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6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83" name="Freeform: Shape 16682">
                <a:extLst>
                  <a:ext uri="{FF2B5EF4-FFF2-40B4-BE49-F238E27FC236}">
                    <a16:creationId xmlns:a16="http://schemas.microsoft.com/office/drawing/2014/main" id="{5D08E4C6-C2DD-E578-388E-DE3EE8F8637E}"/>
                  </a:ext>
                </a:extLst>
              </p:cNvPr>
              <p:cNvSpPr/>
              <p:nvPr/>
            </p:nvSpPr>
            <p:spPr>
              <a:xfrm>
                <a:off x="9643564" y="5171093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7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4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4" y="468"/>
                      <a:pt x="4268" y="133"/>
                      <a:pt x="3427" y="133"/>
                    </a:cubicBezTo>
                    <a:cubicBezTo>
                      <a:pt x="2585" y="133"/>
                      <a:pt x="1779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5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84" name="Freeform: Shape 16683">
                <a:extLst>
                  <a:ext uri="{FF2B5EF4-FFF2-40B4-BE49-F238E27FC236}">
                    <a16:creationId xmlns:a16="http://schemas.microsoft.com/office/drawing/2014/main" id="{5D68653F-EAB1-EB67-99A4-A9D174B810DF}"/>
                  </a:ext>
                </a:extLst>
              </p:cNvPr>
              <p:cNvSpPr/>
              <p:nvPr/>
            </p:nvSpPr>
            <p:spPr>
              <a:xfrm>
                <a:off x="9646492" y="5170994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7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85" name="Freeform: Shape 16684">
                <a:extLst>
                  <a:ext uri="{FF2B5EF4-FFF2-40B4-BE49-F238E27FC236}">
                    <a16:creationId xmlns:a16="http://schemas.microsoft.com/office/drawing/2014/main" id="{568BD90E-CF39-1459-A2BD-A835F307B02E}"/>
                  </a:ext>
                </a:extLst>
              </p:cNvPr>
              <p:cNvSpPr/>
              <p:nvPr/>
            </p:nvSpPr>
            <p:spPr>
              <a:xfrm>
                <a:off x="9648818" y="5171292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70 w 6343"/>
                  <a:gd name="connsiteY1" fmla="*/ 5549 h 6345"/>
                  <a:gd name="connsiteX2" fmla="*/ 6598 w 6343"/>
                  <a:gd name="connsiteY2" fmla="*/ 3306 h 6345"/>
                  <a:gd name="connsiteX3" fmla="*/ 5670 w 6343"/>
                  <a:gd name="connsiteY3" fmla="*/ 1063 h 6345"/>
                  <a:gd name="connsiteX4" fmla="*/ 3427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70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70" y="1063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4" y="1063"/>
                    </a:cubicBezTo>
                    <a:cubicBezTo>
                      <a:pt x="590" y="1658"/>
                      <a:pt x="255" y="2465"/>
                      <a:pt x="255" y="3306"/>
                    </a:cubicBezTo>
                    <a:cubicBezTo>
                      <a:pt x="255" y="4147"/>
                      <a:pt x="590" y="4954"/>
                      <a:pt x="1184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86" name="Freeform: Shape 16685">
                <a:extLst>
                  <a:ext uri="{FF2B5EF4-FFF2-40B4-BE49-F238E27FC236}">
                    <a16:creationId xmlns:a16="http://schemas.microsoft.com/office/drawing/2014/main" id="{874A1F68-7EAD-999F-A9E3-7BD584E332BA}"/>
                  </a:ext>
                </a:extLst>
              </p:cNvPr>
              <p:cNvSpPr/>
              <p:nvPr/>
            </p:nvSpPr>
            <p:spPr>
              <a:xfrm>
                <a:off x="9653342" y="5170316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2 h 6345"/>
                  <a:gd name="connsiteX4" fmla="*/ 3427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5"/>
                      <a:pt x="6265" y="1657"/>
                      <a:pt x="5670" y="1062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5" y="1062"/>
                    </a:cubicBezTo>
                    <a:cubicBezTo>
                      <a:pt x="590" y="1657"/>
                      <a:pt x="256" y="2465"/>
                      <a:pt x="256" y="3306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87" name="Freeform: Shape 16686">
                <a:extLst>
                  <a:ext uri="{FF2B5EF4-FFF2-40B4-BE49-F238E27FC236}">
                    <a16:creationId xmlns:a16="http://schemas.microsoft.com/office/drawing/2014/main" id="{2697468B-2EAF-A988-7B1B-9DBCABED7553}"/>
                  </a:ext>
                </a:extLst>
              </p:cNvPr>
              <p:cNvSpPr/>
              <p:nvPr/>
            </p:nvSpPr>
            <p:spPr>
              <a:xfrm>
                <a:off x="9656657" y="5170108"/>
                <a:ext cx="6343" cy="6345"/>
              </a:xfrm>
              <a:custGeom>
                <a:avLst/>
                <a:gdLst>
                  <a:gd name="connsiteX0" fmla="*/ 3428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9"/>
                    </a:moveTo>
                    <a:cubicBezTo>
                      <a:pt x="4269" y="6479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5"/>
                      <a:pt x="6265" y="1657"/>
                      <a:pt x="5670" y="1062"/>
                    </a:cubicBezTo>
                    <a:cubicBezTo>
                      <a:pt x="5075" y="468"/>
                      <a:pt x="4269" y="133"/>
                      <a:pt x="3428" y="133"/>
                    </a:cubicBezTo>
                    <a:cubicBezTo>
                      <a:pt x="2586" y="133"/>
                      <a:pt x="1780" y="468"/>
                      <a:pt x="1185" y="1062"/>
                    </a:cubicBezTo>
                    <a:cubicBezTo>
                      <a:pt x="590" y="1657"/>
                      <a:pt x="256" y="2465"/>
                      <a:pt x="256" y="3306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6" y="6479"/>
                      <a:pt x="342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88" name="Freeform: Shape 16687">
                <a:extLst>
                  <a:ext uri="{FF2B5EF4-FFF2-40B4-BE49-F238E27FC236}">
                    <a16:creationId xmlns:a16="http://schemas.microsoft.com/office/drawing/2014/main" id="{128E5B5F-F1E1-8CC2-30A3-97BE30895597}"/>
                  </a:ext>
                </a:extLst>
              </p:cNvPr>
              <p:cNvSpPr/>
              <p:nvPr/>
            </p:nvSpPr>
            <p:spPr>
              <a:xfrm>
                <a:off x="9663321" y="5168015"/>
                <a:ext cx="6343" cy="6345"/>
              </a:xfrm>
              <a:custGeom>
                <a:avLst/>
                <a:gdLst>
                  <a:gd name="connsiteX0" fmla="*/ 3428 w 6343"/>
                  <a:gd name="connsiteY0" fmla="*/ 6478 h 6345"/>
                  <a:gd name="connsiteX1" fmla="*/ 5671 w 6343"/>
                  <a:gd name="connsiteY1" fmla="*/ 5549 h 6345"/>
                  <a:gd name="connsiteX2" fmla="*/ 6600 w 6343"/>
                  <a:gd name="connsiteY2" fmla="*/ 3306 h 6345"/>
                  <a:gd name="connsiteX3" fmla="*/ 5671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7 w 6343"/>
                  <a:gd name="connsiteY6" fmla="*/ 3306 h 6345"/>
                  <a:gd name="connsiteX7" fmla="*/ 1185 w 6343"/>
                  <a:gd name="connsiteY7" fmla="*/ 5549 h 6345"/>
                  <a:gd name="connsiteX8" fmla="*/ 3428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8"/>
                    </a:moveTo>
                    <a:cubicBezTo>
                      <a:pt x="4269" y="6478"/>
                      <a:pt x="5076" y="6144"/>
                      <a:pt x="5671" y="5549"/>
                    </a:cubicBezTo>
                    <a:cubicBezTo>
                      <a:pt x="6265" y="4954"/>
                      <a:pt x="6600" y="4147"/>
                      <a:pt x="6600" y="3306"/>
                    </a:cubicBezTo>
                    <a:cubicBezTo>
                      <a:pt x="6600" y="2464"/>
                      <a:pt x="6265" y="1657"/>
                      <a:pt x="5671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5" y="1062"/>
                    </a:cubicBezTo>
                    <a:cubicBezTo>
                      <a:pt x="591" y="1657"/>
                      <a:pt x="257" y="2464"/>
                      <a:pt x="257" y="3306"/>
                    </a:cubicBezTo>
                    <a:cubicBezTo>
                      <a:pt x="257" y="4147"/>
                      <a:pt x="591" y="4954"/>
                      <a:pt x="1185" y="5549"/>
                    </a:cubicBezTo>
                    <a:cubicBezTo>
                      <a:pt x="1780" y="6144"/>
                      <a:pt x="2587" y="6478"/>
                      <a:pt x="3428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89" name="Freeform: Shape 16688">
                <a:extLst>
                  <a:ext uri="{FF2B5EF4-FFF2-40B4-BE49-F238E27FC236}">
                    <a16:creationId xmlns:a16="http://schemas.microsoft.com/office/drawing/2014/main" id="{F41FBE8C-AC45-A837-F287-6BD470AD0E2B}"/>
                  </a:ext>
                </a:extLst>
              </p:cNvPr>
              <p:cNvSpPr/>
              <p:nvPr/>
            </p:nvSpPr>
            <p:spPr>
              <a:xfrm>
                <a:off x="9583673" y="5529525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2 w 6343"/>
                  <a:gd name="connsiteY4" fmla="*/ 162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70" y="496"/>
                      <a:pt x="4263" y="162"/>
                      <a:pt x="3422" y="162"/>
                    </a:cubicBezTo>
                    <a:cubicBezTo>
                      <a:pt x="2581" y="162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90" name="Freeform: Shape 16689">
                <a:extLst>
                  <a:ext uri="{FF2B5EF4-FFF2-40B4-BE49-F238E27FC236}">
                    <a16:creationId xmlns:a16="http://schemas.microsoft.com/office/drawing/2014/main" id="{BEC4C474-988C-3DB5-C799-B46B69388ADC}"/>
                  </a:ext>
                </a:extLst>
              </p:cNvPr>
              <p:cNvSpPr/>
              <p:nvPr/>
            </p:nvSpPr>
            <p:spPr>
              <a:xfrm>
                <a:off x="9581748" y="5529556"/>
                <a:ext cx="6343" cy="6345"/>
              </a:xfrm>
              <a:custGeom>
                <a:avLst/>
                <a:gdLst>
                  <a:gd name="connsiteX0" fmla="*/ 3422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2 w 6343"/>
                  <a:gd name="connsiteY4" fmla="*/ 162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507"/>
                    </a:moveTo>
                    <a:cubicBezTo>
                      <a:pt x="4263" y="6507"/>
                      <a:pt x="5070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70" y="496"/>
                      <a:pt x="4263" y="162"/>
                      <a:pt x="3422" y="162"/>
                    </a:cubicBezTo>
                    <a:cubicBezTo>
                      <a:pt x="2581" y="162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1" y="6507"/>
                      <a:pt x="342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91" name="Freeform: Shape 16690">
                <a:extLst>
                  <a:ext uri="{FF2B5EF4-FFF2-40B4-BE49-F238E27FC236}">
                    <a16:creationId xmlns:a16="http://schemas.microsoft.com/office/drawing/2014/main" id="{DB063E8C-8318-092A-20AD-35747ACA6E62}"/>
                  </a:ext>
                </a:extLst>
              </p:cNvPr>
              <p:cNvSpPr/>
              <p:nvPr/>
            </p:nvSpPr>
            <p:spPr>
              <a:xfrm>
                <a:off x="9579769" y="5529470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2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3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3" y="162"/>
                      <a:pt x="3421" y="162"/>
                    </a:cubicBezTo>
                    <a:cubicBezTo>
                      <a:pt x="2580" y="162"/>
                      <a:pt x="1774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4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92" name="Freeform: Shape 16691">
                <a:extLst>
                  <a:ext uri="{FF2B5EF4-FFF2-40B4-BE49-F238E27FC236}">
                    <a16:creationId xmlns:a16="http://schemas.microsoft.com/office/drawing/2014/main" id="{E60AC811-76CF-B0C2-65FF-94097325F937}"/>
                  </a:ext>
                </a:extLst>
              </p:cNvPr>
              <p:cNvSpPr/>
              <p:nvPr/>
            </p:nvSpPr>
            <p:spPr>
              <a:xfrm>
                <a:off x="9577854" y="5529471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2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2" y="162"/>
                      <a:pt x="3421" y="162"/>
                    </a:cubicBezTo>
                    <a:cubicBezTo>
                      <a:pt x="2580" y="162"/>
                      <a:pt x="1773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93" name="Freeform: Shape 16692">
                <a:extLst>
                  <a:ext uri="{FF2B5EF4-FFF2-40B4-BE49-F238E27FC236}">
                    <a16:creationId xmlns:a16="http://schemas.microsoft.com/office/drawing/2014/main" id="{D6C42892-BCF4-6BE8-C0BC-CD16EAFD9B73}"/>
                  </a:ext>
                </a:extLst>
              </p:cNvPr>
              <p:cNvSpPr/>
              <p:nvPr/>
            </p:nvSpPr>
            <p:spPr>
              <a:xfrm>
                <a:off x="9575569" y="5528785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1 h 6345"/>
                  <a:gd name="connsiteX5" fmla="*/ 1179 w 6343"/>
                  <a:gd name="connsiteY5" fmla="*/ 1091 h 6345"/>
                  <a:gd name="connsiteX6" fmla="*/ 250 w 6343"/>
                  <a:gd name="connsiteY6" fmla="*/ 3334 h 6345"/>
                  <a:gd name="connsiteX7" fmla="*/ 1179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9" y="4983"/>
                      <a:pt x="6593" y="4176"/>
                      <a:pt x="6593" y="3334"/>
                    </a:cubicBezTo>
                    <a:cubicBezTo>
                      <a:pt x="6593" y="2493"/>
                      <a:pt x="6259" y="1686"/>
                      <a:pt x="5664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9" y="1091"/>
                    </a:cubicBezTo>
                    <a:cubicBezTo>
                      <a:pt x="584" y="1686"/>
                      <a:pt x="250" y="2493"/>
                      <a:pt x="250" y="3334"/>
                    </a:cubicBezTo>
                    <a:cubicBezTo>
                      <a:pt x="250" y="4176"/>
                      <a:pt x="584" y="4983"/>
                      <a:pt x="1179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94" name="Freeform: Shape 16693">
                <a:extLst>
                  <a:ext uri="{FF2B5EF4-FFF2-40B4-BE49-F238E27FC236}">
                    <a16:creationId xmlns:a16="http://schemas.microsoft.com/office/drawing/2014/main" id="{18C3FA86-98F6-8C21-6427-73CD1351E463}"/>
                  </a:ext>
                </a:extLst>
              </p:cNvPr>
              <p:cNvSpPr/>
              <p:nvPr/>
            </p:nvSpPr>
            <p:spPr>
              <a:xfrm>
                <a:off x="9573727" y="5528859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3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8" y="4983"/>
                      <a:pt x="6593" y="4176"/>
                      <a:pt x="6593" y="3334"/>
                    </a:cubicBezTo>
                    <a:cubicBezTo>
                      <a:pt x="6593" y="2493"/>
                      <a:pt x="6258" y="1686"/>
                      <a:pt x="5664" y="1091"/>
                    </a:cubicBezTo>
                    <a:cubicBezTo>
                      <a:pt x="5069" y="496"/>
                      <a:pt x="4262" y="161"/>
                      <a:pt x="3421" y="161"/>
                    </a:cubicBezTo>
                    <a:cubicBezTo>
                      <a:pt x="2580" y="161"/>
                      <a:pt x="1773" y="496"/>
                      <a:pt x="1178" y="1091"/>
                    </a:cubicBezTo>
                    <a:cubicBezTo>
                      <a:pt x="584" y="1686"/>
                      <a:pt x="249" y="2493"/>
                      <a:pt x="249" y="3334"/>
                    </a:cubicBezTo>
                    <a:cubicBezTo>
                      <a:pt x="249" y="4176"/>
                      <a:pt x="584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95" name="Freeform: Shape 16694">
                <a:extLst>
                  <a:ext uri="{FF2B5EF4-FFF2-40B4-BE49-F238E27FC236}">
                    <a16:creationId xmlns:a16="http://schemas.microsoft.com/office/drawing/2014/main" id="{FC80B068-B328-1A5F-1063-B437648C51DC}"/>
                  </a:ext>
                </a:extLst>
              </p:cNvPr>
              <p:cNvSpPr/>
              <p:nvPr/>
            </p:nvSpPr>
            <p:spPr>
              <a:xfrm>
                <a:off x="9571973" y="5529075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4 w 6343"/>
                  <a:gd name="connsiteY1" fmla="*/ 5578 h 6345"/>
                  <a:gd name="connsiteX2" fmla="*/ 6592 w 6343"/>
                  <a:gd name="connsiteY2" fmla="*/ 3334 h 6345"/>
                  <a:gd name="connsiteX3" fmla="*/ 5664 w 6343"/>
                  <a:gd name="connsiteY3" fmla="*/ 1091 h 6345"/>
                  <a:gd name="connsiteX4" fmla="*/ 3421 w 6343"/>
                  <a:gd name="connsiteY4" fmla="*/ 162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4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4" y="1091"/>
                    </a:cubicBezTo>
                    <a:cubicBezTo>
                      <a:pt x="5069" y="496"/>
                      <a:pt x="4262" y="162"/>
                      <a:pt x="3421" y="162"/>
                    </a:cubicBezTo>
                    <a:cubicBezTo>
                      <a:pt x="2580" y="162"/>
                      <a:pt x="1773" y="496"/>
                      <a:pt x="1178" y="1091"/>
                    </a:cubicBezTo>
                    <a:cubicBezTo>
                      <a:pt x="584" y="1686"/>
                      <a:pt x="249" y="2493"/>
                      <a:pt x="249" y="3334"/>
                    </a:cubicBezTo>
                    <a:cubicBezTo>
                      <a:pt x="249" y="4176"/>
                      <a:pt x="584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96" name="Freeform: Shape 16695">
                <a:extLst>
                  <a:ext uri="{FF2B5EF4-FFF2-40B4-BE49-F238E27FC236}">
                    <a16:creationId xmlns:a16="http://schemas.microsoft.com/office/drawing/2014/main" id="{8C9EB179-6906-E15D-DCC8-CB5904E3DA95}"/>
                  </a:ext>
                </a:extLst>
              </p:cNvPr>
              <p:cNvSpPr/>
              <p:nvPr/>
            </p:nvSpPr>
            <p:spPr>
              <a:xfrm>
                <a:off x="9570249" y="5529331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1 w 6343"/>
                  <a:gd name="connsiteY4" fmla="*/ 162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9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9" y="496"/>
                      <a:pt x="4262" y="162"/>
                      <a:pt x="3421" y="162"/>
                    </a:cubicBezTo>
                    <a:cubicBezTo>
                      <a:pt x="2580" y="162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80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97" name="Freeform: Shape 16696">
                <a:extLst>
                  <a:ext uri="{FF2B5EF4-FFF2-40B4-BE49-F238E27FC236}">
                    <a16:creationId xmlns:a16="http://schemas.microsoft.com/office/drawing/2014/main" id="{CDA45485-852D-FC0F-F177-37B4D6158972}"/>
                  </a:ext>
                </a:extLst>
              </p:cNvPr>
              <p:cNvSpPr/>
              <p:nvPr/>
            </p:nvSpPr>
            <p:spPr>
              <a:xfrm>
                <a:off x="9568251" y="5529050"/>
                <a:ext cx="6343" cy="6345"/>
              </a:xfrm>
              <a:custGeom>
                <a:avLst/>
                <a:gdLst>
                  <a:gd name="connsiteX0" fmla="*/ 3421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1 w 6343"/>
                  <a:gd name="connsiteY4" fmla="*/ 162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507"/>
                    </a:moveTo>
                    <a:cubicBezTo>
                      <a:pt x="4262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2" y="162"/>
                      <a:pt x="3421" y="162"/>
                    </a:cubicBezTo>
                    <a:cubicBezTo>
                      <a:pt x="2579" y="162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79" y="6507"/>
                      <a:pt x="342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98" name="Freeform: Shape 16697">
                <a:extLst>
                  <a:ext uri="{FF2B5EF4-FFF2-40B4-BE49-F238E27FC236}">
                    <a16:creationId xmlns:a16="http://schemas.microsoft.com/office/drawing/2014/main" id="{DC4A0E10-1531-0D74-F5BC-2D51C6D07878}"/>
                  </a:ext>
                </a:extLst>
              </p:cNvPr>
              <p:cNvSpPr/>
              <p:nvPr/>
            </p:nvSpPr>
            <p:spPr>
              <a:xfrm>
                <a:off x="9566151" y="5528543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1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2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2" y="161"/>
                      <a:pt x="3420" y="161"/>
                    </a:cubicBezTo>
                    <a:cubicBezTo>
                      <a:pt x="2579" y="161"/>
                      <a:pt x="1773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3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699" name="Freeform: Shape 16698">
                <a:extLst>
                  <a:ext uri="{FF2B5EF4-FFF2-40B4-BE49-F238E27FC236}">
                    <a16:creationId xmlns:a16="http://schemas.microsoft.com/office/drawing/2014/main" id="{4570DDE3-E6D0-4215-0787-5668CD197FFC}"/>
                  </a:ext>
                </a:extLst>
              </p:cNvPr>
              <p:cNvSpPr/>
              <p:nvPr/>
            </p:nvSpPr>
            <p:spPr>
              <a:xfrm>
                <a:off x="9564630" y="5529128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2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1" y="162"/>
                      <a:pt x="3420" y="162"/>
                    </a:cubicBezTo>
                    <a:cubicBezTo>
                      <a:pt x="2579" y="162"/>
                      <a:pt x="1772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00" name="Freeform: Shape 16699">
                <a:extLst>
                  <a:ext uri="{FF2B5EF4-FFF2-40B4-BE49-F238E27FC236}">
                    <a16:creationId xmlns:a16="http://schemas.microsoft.com/office/drawing/2014/main" id="{609A7A8D-0B7B-91C5-2169-09FE237EF035}"/>
                  </a:ext>
                </a:extLst>
              </p:cNvPr>
              <p:cNvSpPr/>
              <p:nvPr/>
            </p:nvSpPr>
            <p:spPr>
              <a:xfrm>
                <a:off x="9562919" y="5529332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2 h 6345"/>
                  <a:gd name="connsiteX5" fmla="*/ 1178 w 6343"/>
                  <a:gd name="connsiteY5" fmla="*/ 1091 h 6345"/>
                  <a:gd name="connsiteX6" fmla="*/ 249 w 6343"/>
                  <a:gd name="connsiteY6" fmla="*/ 3334 h 6345"/>
                  <a:gd name="connsiteX7" fmla="*/ 1178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8" y="4983"/>
                      <a:pt x="6592" y="4176"/>
                      <a:pt x="6592" y="3334"/>
                    </a:cubicBezTo>
                    <a:cubicBezTo>
                      <a:pt x="6592" y="2493"/>
                      <a:pt x="6258" y="1686"/>
                      <a:pt x="5663" y="1091"/>
                    </a:cubicBezTo>
                    <a:cubicBezTo>
                      <a:pt x="5068" y="496"/>
                      <a:pt x="4261" y="162"/>
                      <a:pt x="3420" y="162"/>
                    </a:cubicBezTo>
                    <a:cubicBezTo>
                      <a:pt x="2579" y="162"/>
                      <a:pt x="1772" y="496"/>
                      <a:pt x="1178" y="1091"/>
                    </a:cubicBezTo>
                    <a:cubicBezTo>
                      <a:pt x="583" y="1686"/>
                      <a:pt x="249" y="2493"/>
                      <a:pt x="249" y="3334"/>
                    </a:cubicBezTo>
                    <a:cubicBezTo>
                      <a:pt x="249" y="4176"/>
                      <a:pt x="583" y="4983"/>
                      <a:pt x="1178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01" name="Freeform: Shape 16700">
                <a:extLst>
                  <a:ext uri="{FF2B5EF4-FFF2-40B4-BE49-F238E27FC236}">
                    <a16:creationId xmlns:a16="http://schemas.microsoft.com/office/drawing/2014/main" id="{5AEC3A41-12FF-53F8-160C-2ADB19F258ED}"/>
                  </a:ext>
                </a:extLst>
              </p:cNvPr>
              <p:cNvSpPr/>
              <p:nvPr/>
            </p:nvSpPr>
            <p:spPr>
              <a:xfrm>
                <a:off x="9560973" y="5529046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3 w 6343"/>
                  <a:gd name="connsiteY1" fmla="*/ 5578 h 6345"/>
                  <a:gd name="connsiteX2" fmla="*/ 6592 w 6343"/>
                  <a:gd name="connsiteY2" fmla="*/ 3334 h 6345"/>
                  <a:gd name="connsiteX3" fmla="*/ 5663 w 6343"/>
                  <a:gd name="connsiteY3" fmla="*/ 1091 h 6345"/>
                  <a:gd name="connsiteX4" fmla="*/ 3420 w 6343"/>
                  <a:gd name="connsiteY4" fmla="*/ 162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3" y="5578"/>
                    </a:cubicBezTo>
                    <a:cubicBezTo>
                      <a:pt x="6257" y="4983"/>
                      <a:pt x="6592" y="4176"/>
                      <a:pt x="6592" y="3334"/>
                    </a:cubicBezTo>
                    <a:cubicBezTo>
                      <a:pt x="6592" y="2493"/>
                      <a:pt x="6257" y="1686"/>
                      <a:pt x="5663" y="1091"/>
                    </a:cubicBezTo>
                    <a:cubicBezTo>
                      <a:pt x="5068" y="496"/>
                      <a:pt x="4261" y="162"/>
                      <a:pt x="3420" y="162"/>
                    </a:cubicBezTo>
                    <a:cubicBezTo>
                      <a:pt x="2579" y="162"/>
                      <a:pt x="1772" y="496"/>
                      <a:pt x="1177" y="1091"/>
                    </a:cubicBezTo>
                    <a:cubicBezTo>
                      <a:pt x="583" y="1686"/>
                      <a:pt x="248" y="2493"/>
                      <a:pt x="248" y="3334"/>
                    </a:cubicBezTo>
                    <a:cubicBezTo>
                      <a:pt x="248" y="4176"/>
                      <a:pt x="583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02" name="Freeform: Shape 16701">
                <a:extLst>
                  <a:ext uri="{FF2B5EF4-FFF2-40B4-BE49-F238E27FC236}">
                    <a16:creationId xmlns:a16="http://schemas.microsoft.com/office/drawing/2014/main" id="{E1957674-F0DA-BEB1-1A80-7106B0EB89DD}"/>
                  </a:ext>
                </a:extLst>
              </p:cNvPr>
              <p:cNvSpPr/>
              <p:nvPr/>
            </p:nvSpPr>
            <p:spPr>
              <a:xfrm>
                <a:off x="9558931" y="5528532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03" name="Freeform: Shape 16702">
                <a:extLst>
                  <a:ext uri="{FF2B5EF4-FFF2-40B4-BE49-F238E27FC236}">
                    <a16:creationId xmlns:a16="http://schemas.microsoft.com/office/drawing/2014/main" id="{A98260A0-4922-840F-DD0F-9DA5026319D0}"/>
                  </a:ext>
                </a:extLst>
              </p:cNvPr>
              <p:cNvSpPr/>
              <p:nvPr/>
            </p:nvSpPr>
            <p:spPr>
              <a:xfrm>
                <a:off x="9557079" y="5528376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8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8" y="496"/>
                      <a:pt x="4261" y="161"/>
                      <a:pt x="3420" y="161"/>
                    </a:cubicBezTo>
                    <a:cubicBezTo>
                      <a:pt x="2579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9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04" name="Freeform: Shape 16703">
                <a:extLst>
                  <a:ext uri="{FF2B5EF4-FFF2-40B4-BE49-F238E27FC236}">
                    <a16:creationId xmlns:a16="http://schemas.microsoft.com/office/drawing/2014/main" id="{2AB02D6B-1C85-D3C3-8D03-66B21F590C72}"/>
                  </a:ext>
                </a:extLst>
              </p:cNvPr>
              <p:cNvSpPr/>
              <p:nvPr/>
            </p:nvSpPr>
            <p:spPr>
              <a:xfrm>
                <a:off x="9555082" y="5527884"/>
                <a:ext cx="6343" cy="6345"/>
              </a:xfrm>
              <a:custGeom>
                <a:avLst/>
                <a:gdLst>
                  <a:gd name="connsiteX0" fmla="*/ 3420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20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2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507"/>
                    </a:moveTo>
                    <a:cubicBezTo>
                      <a:pt x="4261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1" y="161"/>
                      <a:pt x="3420" y="161"/>
                    </a:cubicBezTo>
                    <a:cubicBezTo>
                      <a:pt x="2578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8" y="6507"/>
                      <a:pt x="342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05" name="Freeform: Shape 16704">
                <a:extLst>
                  <a:ext uri="{FF2B5EF4-FFF2-40B4-BE49-F238E27FC236}">
                    <a16:creationId xmlns:a16="http://schemas.microsoft.com/office/drawing/2014/main" id="{B28F08A5-6A25-57F7-7CA6-F854B9E215CB}"/>
                  </a:ext>
                </a:extLst>
              </p:cNvPr>
              <p:cNvSpPr/>
              <p:nvPr/>
            </p:nvSpPr>
            <p:spPr>
              <a:xfrm>
                <a:off x="9553445" y="5528129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1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1" y="161"/>
                      <a:pt x="3419" y="161"/>
                    </a:cubicBezTo>
                    <a:cubicBezTo>
                      <a:pt x="2578" y="161"/>
                      <a:pt x="1772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2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06" name="Freeform: Shape 16705">
                <a:extLst>
                  <a:ext uri="{FF2B5EF4-FFF2-40B4-BE49-F238E27FC236}">
                    <a16:creationId xmlns:a16="http://schemas.microsoft.com/office/drawing/2014/main" id="{4FF910D2-6A9D-FA38-B8C7-57047C3E79EC}"/>
                  </a:ext>
                </a:extLst>
              </p:cNvPr>
              <p:cNvSpPr/>
              <p:nvPr/>
            </p:nvSpPr>
            <p:spPr>
              <a:xfrm>
                <a:off x="9551538" y="5527770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07" name="Freeform: Shape 16706">
                <a:extLst>
                  <a:ext uri="{FF2B5EF4-FFF2-40B4-BE49-F238E27FC236}">
                    <a16:creationId xmlns:a16="http://schemas.microsoft.com/office/drawing/2014/main" id="{31A6614D-4435-9B1E-817C-6C890FD802E1}"/>
                  </a:ext>
                </a:extLst>
              </p:cNvPr>
              <p:cNvSpPr/>
              <p:nvPr/>
            </p:nvSpPr>
            <p:spPr>
              <a:xfrm>
                <a:off x="9549664" y="5527451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8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2"/>
                      <a:pt x="5662" y="5578"/>
                    </a:cubicBezTo>
                    <a:cubicBezTo>
                      <a:pt x="6256" y="4983"/>
                      <a:pt x="6591" y="4175"/>
                      <a:pt x="6591" y="3334"/>
                    </a:cubicBezTo>
                    <a:cubicBezTo>
                      <a:pt x="6591" y="2493"/>
                      <a:pt x="6256" y="1686"/>
                      <a:pt x="5662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5"/>
                      <a:pt x="582" y="4983"/>
                      <a:pt x="1176" y="5578"/>
                    </a:cubicBezTo>
                    <a:cubicBezTo>
                      <a:pt x="1771" y="6172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08" name="Freeform: Shape 16707">
                <a:extLst>
                  <a:ext uri="{FF2B5EF4-FFF2-40B4-BE49-F238E27FC236}">
                    <a16:creationId xmlns:a16="http://schemas.microsoft.com/office/drawing/2014/main" id="{1788A9F5-89BA-911F-6BD3-EADE73A6DF5E}"/>
                  </a:ext>
                </a:extLst>
              </p:cNvPr>
              <p:cNvSpPr/>
              <p:nvPr/>
            </p:nvSpPr>
            <p:spPr>
              <a:xfrm>
                <a:off x="9547917" y="5527388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2"/>
                      <a:pt x="5662" y="5578"/>
                    </a:cubicBezTo>
                    <a:cubicBezTo>
                      <a:pt x="6256" y="4983"/>
                      <a:pt x="6591" y="4175"/>
                      <a:pt x="6591" y="3334"/>
                    </a:cubicBezTo>
                    <a:cubicBezTo>
                      <a:pt x="6591" y="2493"/>
                      <a:pt x="6256" y="1686"/>
                      <a:pt x="5662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2" y="1686"/>
                      <a:pt x="247" y="2493"/>
                      <a:pt x="247" y="3334"/>
                    </a:cubicBezTo>
                    <a:cubicBezTo>
                      <a:pt x="247" y="4175"/>
                      <a:pt x="582" y="4983"/>
                      <a:pt x="1176" y="5578"/>
                    </a:cubicBezTo>
                    <a:cubicBezTo>
                      <a:pt x="1771" y="6172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09" name="Freeform: Shape 16708">
                <a:extLst>
                  <a:ext uri="{FF2B5EF4-FFF2-40B4-BE49-F238E27FC236}">
                    <a16:creationId xmlns:a16="http://schemas.microsoft.com/office/drawing/2014/main" id="{5BAEF57E-24C3-7275-5B0C-95418102358B}"/>
                  </a:ext>
                </a:extLst>
              </p:cNvPr>
              <p:cNvSpPr/>
              <p:nvPr/>
            </p:nvSpPr>
            <p:spPr>
              <a:xfrm>
                <a:off x="9546129" y="5527204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2"/>
                      <a:pt x="5661" y="5578"/>
                    </a:cubicBezTo>
                    <a:cubicBezTo>
                      <a:pt x="6256" y="4983"/>
                      <a:pt x="6590" y="4175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5"/>
                      <a:pt x="581" y="4983"/>
                      <a:pt x="1176" y="5578"/>
                    </a:cubicBezTo>
                    <a:cubicBezTo>
                      <a:pt x="1771" y="6172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10" name="Freeform: Shape 16709">
                <a:extLst>
                  <a:ext uri="{FF2B5EF4-FFF2-40B4-BE49-F238E27FC236}">
                    <a16:creationId xmlns:a16="http://schemas.microsoft.com/office/drawing/2014/main" id="{C0B64BBA-7937-4589-2E5F-5B18A898B61F}"/>
                  </a:ext>
                </a:extLst>
              </p:cNvPr>
              <p:cNvSpPr/>
              <p:nvPr/>
            </p:nvSpPr>
            <p:spPr>
              <a:xfrm>
                <a:off x="9544533" y="5527443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2"/>
                      <a:pt x="5661" y="5578"/>
                    </a:cubicBezTo>
                    <a:cubicBezTo>
                      <a:pt x="6256" y="4983"/>
                      <a:pt x="6590" y="4175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5"/>
                      <a:pt x="581" y="4983"/>
                      <a:pt x="1176" y="5578"/>
                    </a:cubicBezTo>
                    <a:cubicBezTo>
                      <a:pt x="1771" y="6172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11" name="Freeform: Shape 16710">
                <a:extLst>
                  <a:ext uri="{FF2B5EF4-FFF2-40B4-BE49-F238E27FC236}">
                    <a16:creationId xmlns:a16="http://schemas.microsoft.com/office/drawing/2014/main" id="{E818441B-88EE-EC75-EA6D-7C935C5EAE01}"/>
                  </a:ext>
                </a:extLst>
              </p:cNvPr>
              <p:cNvSpPr/>
              <p:nvPr/>
            </p:nvSpPr>
            <p:spPr>
              <a:xfrm>
                <a:off x="9542915" y="5527616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6" y="6172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60" y="161"/>
                      <a:pt x="3419" y="161"/>
                    </a:cubicBezTo>
                    <a:cubicBezTo>
                      <a:pt x="2577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2"/>
                      <a:pt x="2577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12" name="Freeform: Shape 16711">
                <a:extLst>
                  <a:ext uri="{FF2B5EF4-FFF2-40B4-BE49-F238E27FC236}">
                    <a16:creationId xmlns:a16="http://schemas.microsoft.com/office/drawing/2014/main" id="{CDA29C9C-7C37-F5C0-48A9-8AEFB258ACCC}"/>
                  </a:ext>
                </a:extLst>
              </p:cNvPr>
              <p:cNvSpPr/>
              <p:nvPr/>
            </p:nvSpPr>
            <p:spPr>
              <a:xfrm>
                <a:off x="9541344" y="5527888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60" y="6507"/>
                      <a:pt x="5066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60" y="161"/>
                      <a:pt x="3418" y="161"/>
                    </a:cubicBezTo>
                    <a:cubicBezTo>
                      <a:pt x="2577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13" name="Freeform: Shape 16712">
                <a:extLst>
                  <a:ext uri="{FF2B5EF4-FFF2-40B4-BE49-F238E27FC236}">
                    <a16:creationId xmlns:a16="http://schemas.microsoft.com/office/drawing/2014/main" id="{4DA2BD45-AF70-4504-8EBB-66871CA7FFDC}"/>
                  </a:ext>
                </a:extLst>
              </p:cNvPr>
              <p:cNvSpPr/>
              <p:nvPr/>
            </p:nvSpPr>
            <p:spPr>
              <a:xfrm>
                <a:off x="9539773" y="5528149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14" name="Freeform: Shape 16713">
                <a:extLst>
                  <a:ext uri="{FF2B5EF4-FFF2-40B4-BE49-F238E27FC236}">
                    <a16:creationId xmlns:a16="http://schemas.microsoft.com/office/drawing/2014/main" id="{C1BE6E1F-3E98-8A85-E26D-03A7016B9882}"/>
                  </a:ext>
                </a:extLst>
              </p:cNvPr>
              <p:cNvSpPr/>
              <p:nvPr/>
            </p:nvSpPr>
            <p:spPr>
              <a:xfrm>
                <a:off x="9537917" y="5527685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15" name="Freeform: Shape 16714">
                <a:extLst>
                  <a:ext uri="{FF2B5EF4-FFF2-40B4-BE49-F238E27FC236}">
                    <a16:creationId xmlns:a16="http://schemas.microsoft.com/office/drawing/2014/main" id="{53333DC0-D051-D09F-7D2F-4F34BA746489}"/>
                  </a:ext>
                </a:extLst>
              </p:cNvPr>
              <p:cNvSpPr/>
              <p:nvPr/>
            </p:nvSpPr>
            <p:spPr>
              <a:xfrm>
                <a:off x="9536005" y="5527040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7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7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1" y="5577"/>
                    </a:cubicBezTo>
                    <a:cubicBezTo>
                      <a:pt x="6255" y="4983"/>
                      <a:pt x="6590" y="4175"/>
                      <a:pt x="6590" y="3334"/>
                    </a:cubicBezTo>
                    <a:cubicBezTo>
                      <a:pt x="6590" y="2493"/>
                      <a:pt x="6255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1" y="1686"/>
                      <a:pt x="246" y="2493"/>
                      <a:pt x="246" y="3334"/>
                    </a:cubicBezTo>
                    <a:cubicBezTo>
                      <a:pt x="246" y="4175"/>
                      <a:pt x="581" y="4983"/>
                      <a:pt x="1175" y="5577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16" name="Freeform: Shape 16715">
                <a:extLst>
                  <a:ext uri="{FF2B5EF4-FFF2-40B4-BE49-F238E27FC236}">
                    <a16:creationId xmlns:a16="http://schemas.microsoft.com/office/drawing/2014/main" id="{7D32A5FE-6A26-4D27-90AA-94E30A6F0633}"/>
                  </a:ext>
                </a:extLst>
              </p:cNvPr>
              <p:cNvSpPr/>
              <p:nvPr/>
            </p:nvSpPr>
            <p:spPr>
              <a:xfrm>
                <a:off x="9534681" y="5527875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89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3"/>
                      <a:pt x="5661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1" y="1686"/>
                      <a:pt x="246" y="2493"/>
                      <a:pt x="246" y="3334"/>
                    </a:cubicBezTo>
                    <a:cubicBezTo>
                      <a:pt x="246" y="4176"/>
                      <a:pt x="581" y="4983"/>
                      <a:pt x="1175" y="5578"/>
                    </a:cubicBezTo>
                    <a:cubicBezTo>
                      <a:pt x="1770" y="6173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17" name="Freeform: Shape 16716">
                <a:extLst>
                  <a:ext uri="{FF2B5EF4-FFF2-40B4-BE49-F238E27FC236}">
                    <a16:creationId xmlns:a16="http://schemas.microsoft.com/office/drawing/2014/main" id="{26D31F7D-739A-05FE-8FA4-3435FC26E22F}"/>
                  </a:ext>
                </a:extLst>
              </p:cNvPr>
              <p:cNvSpPr/>
              <p:nvPr/>
            </p:nvSpPr>
            <p:spPr>
              <a:xfrm>
                <a:off x="9532908" y="5527538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0" y="5578"/>
                    </a:cubicBezTo>
                    <a:cubicBezTo>
                      <a:pt x="6255" y="4983"/>
                      <a:pt x="6589" y="4176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6"/>
                      <a:pt x="580" y="4983"/>
                      <a:pt x="1175" y="5578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18" name="Freeform: Shape 16717">
                <a:extLst>
                  <a:ext uri="{FF2B5EF4-FFF2-40B4-BE49-F238E27FC236}">
                    <a16:creationId xmlns:a16="http://schemas.microsoft.com/office/drawing/2014/main" id="{3A525CAC-D5F7-06B9-E8DC-A7D54074D6F8}"/>
                  </a:ext>
                </a:extLst>
              </p:cNvPr>
              <p:cNvSpPr/>
              <p:nvPr/>
            </p:nvSpPr>
            <p:spPr>
              <a:xfrm>
                <a:off x="9531041" y="5526910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7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0" y="5577"/>
                    </a:cubicBezTo>
                    <a:cubicBezTo>
                      <a:pt x="6255" y="4983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3"/>
                      <a:pt x="1175" y="5577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19" name="Freeform: Shape 16718">
                <a:extLst>
                  <a:ext uri="{FF2B5EF4-FFF2-40B4-BE49-F238E27FC236}">
                    <a16:creationId xmlns:a16="http://schemas.microsoft.com/office/drawing/2014/main" id="{C9D22F0D-29AC-4F5D-08A9-7D5DAF7EB2A7}"/>
                  </a:ext>
                </a:extLst>
              </p:cNvPr>
              <p:cNvSpPr/>
              <p:nvPr/>
            </p:nvSpPr>
            <p:spPr>
              <a:xfrm>
                <a:off x="9529306" y="5526602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7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5" y="6172"/>
                      <a:pt x="5660" y="5577"/>
                    </a:cubicBezTo>
                    <a:cubicBezTo>
                      <a:pt x="6255" y="4982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9" y="161"/>
                      <a:pt x="3418" y="161"/>
                    </a:cubicBezTo>
                    <a:cubicBezTo>
                      <a:pt x="2576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2"/>
                      <a:pt x="1175" y="5577"/>
                    </a:cubicBezTo>
                    <a:cubicBezTo>
                      <a:pt x="1770" y="6172"/>
                      <a:pt x="2576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20" name="Freeform: Shape 16719">
                <a:extLst>
                  <a:ext uri="{FF2B5EF4-FFF2-40B4-BE49-F238E27FC236}">
                    <a16:creationId xmlns:a16="http://schemas.microsoft.com/office/drawing/2014/main" id="{AB2405D2-710E-74B4-9BA5-560FBAFB20FE}"/>
                  </a:ext>
                </a:extLst>
              </p:cNvPr>
              <p:cNvSpPr/>
              <p:nvPr/>
            </p:nvSpPr>
            <p:spPr>
              <a:xfrm>
                <a:off x="9527777" y="5526840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9" y="6507"/>
                      <a:pt x="5065" y="6172"/>
                      <a:pt x="5660" y="5577"/>
                    </a:cubicBezTo>
                    <a:cubicBezTo>
                      <a:pt x="6255" y="4983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9" y="161"/>
                      <a:pt x="3417" y="161"/>
                    </a:cubicBezTo>
                    <a:cubicBezTo>
                      <a:pt x="2576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3"/>
                      <a:pt x="1175" y="5577"/>
                    </a:cubicBezTo>
                    <a:cubicBezTo>
                      <a:pt x="1770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21" name="Freeform: Shape 16720">
                <a:extLst>
                  <a:ext uri="{FF2B5EF4-FFF2-40B4-BE49-F238E27FC236}">
                    <a16:creationId xmlns:a16="http://schemas.microsoft.com/office/drawing/2014/main" id="{A7DFFE35-8F2D-E54C-B809-CB150BD4D3C2}"/>
                  </a:ext>
                </a:extLst>
              </p:cNvPr>
              <p:cNvSpPr/>
              <p:nvPr/>
            </p:nvSpPr>
            <p:spPr>
              <a:xfrm>
                <a:off x="9526132" y="5526732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60" y="5577"/>
                    </a:cubicBezTo>
                    <a:cubicBezTo>
                      <a:pt x="6255" y="4982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2"/>
                      <a:pt x="1175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22" name="Freeform: Shape 16721">
                <a:extLst>
                  <a:ext uri="{FF2B5EF4-FFF2-40B4-BE49-F238E27FC236}">
                    <a16:creationId xmlns:a16="http://schemas.microsoft.com/office/drawing/2014/main" id="{CBE53C2C-5E3A-CEF9-E1AC-908A4B3B2D4D}"/>
                  </a:ext>
                </a:extLst>
              </p:cNvPr>
              <p:cNvSpPr/>
              <p:nvPr/>
            </p:nvSpPr>
            <p:spPr>
              <a:xfrm>
                <a:off x="9524626" y="5527005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60" y="5577"/>
                    </a:cubicBezTo>
                    <a:cubicBezTo>
                      <a:pt x="6255" y="4983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3"/>
                      <a:pt x="1175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23" name="Freeform: Shape 16722">
                <a:extLst>
                  <a:ext uri="{FF2B5EF4-FFF2-40B4-BE49-F238E27FC236}">
                    <a16:creationId xmlns:a16="http://schemas.microsoft.com/office/drawing/2014/main" id="{24D5025A-10A1-3DEB-EC01-35001EEB1A1B}"/>
                  </a:ext>
                </a:extLst>
              </p:cNvPr>
              <p:cNvSpPr/>
              <p:nvPr/>
            </p:nvSpPr>
            <p:spPr>
              <a:xfrm>
                <a:off x="9522987" y="5526876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60" y="5577"/>
                    </a:cubicBezTo>
                    <a:cubicBezTo>
                      <a:pt x="6254" y="4983"/>
                      <a:pt x="6589" y="4175"/>
                      <a:pt x="6589" y="3334"/>
                    </a:cubicBezTo>
                    <a:cubicBezTo>
                      <a:pt x="6589" y="2493"/>
                      <a:pt x="6254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80" y="1686"/>
                      <a:pt x="245" y="2493"/>
                      <a:pt x="245" y="3334"/>
                    </a:cubicBezTo>
                    <a:cubicBezTo>
                      <a:pt x="245" y="4175"/>
                      <a:pt x="580" y="4983"/>
                      <a:pt x="1174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24" name="Freeform: Shape 16723">
                <a:extLst>
                  <a:ext uri="{FF2B5EF4-FFF2-40B4-BE49-F238E27FC236}">
                    <a16:creationId xmlns:a16="http://schemas.microsoft.com/office/drawing/2014/main" id="{AC3018E1-F951-84C0-743A-B9FC65025304}"/>
                  </a:ext>
                </a:extLst>
              </p:cNvPr>
              <p:cNvSpPr/>
              <p:nvPr/>
            </p:nvSpPr>
            <p:spPr>
              <a:xfrm>
                <a:off x="9521408" y="5526903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7 h 6345"/>
                  <a:gd name="connsiteX2" fmla="*/ 6588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60" y="5577"/>
                    </a:cubicBezTo>
                    <a:cubicBezTo>
                      <a:pt x="6254" y="4983"/>
                      <a:pt x="6588" y="4175"/>
                      <a:pt x="6588" y="3334"/>
                    </a:cubicBezTo>
                    <a:cubicBezTo>
                      <a:pt x="6588" y="2493"/>
                      <a:pt x="6254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80" y="1686"/>
                      <a:pt x="245" y="2493"/>
                      <a:pt x="245" y="3334"/>
                    </a:cubicBezTo>
                    <a:cubicBezTo>
                      <a:pt x="245" y="4175"/>
                      <a:pt x="580" y="4983"/>
                      <a:pt x="1174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25" name="Freeform: Shape 16724">
                <a:extLst>
                  <a:ext uri="{FF2B5EF4-FFF2-40B4-BE49-F238E27FC236}">
                    <a16:creationId xmlns:a16="http://schemas.microsoft.com/office/drawing/2014/main" id="{602FD306-8949-2F76-7011-48BB4AC74432}"/>
                  </a:ext>
                </a:extLst>
              </p:cNvPr>
              <p:cNvSpPr/>
              <p:nvPr/>
            </p:nvSpPr>
            <p:spPr>
              <a:xfrm>
                <a:off x="9519832" y="5526921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59" y="5577"/>
                    </a:cubicBezTo>
                    <a:cubicBezTo>
                      <a:pt x="6254" y="4983"/>
                      <a:pt x="6588" y="4175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5"/>
                      <a:pt x="579" y="4983"/>
                      <a:pt x="1174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26" name="Freeform: Shape 16725">
                <a:extLst>
                  <a:ext uri="{FF2B5EF4-FFF2-40B4-BE49-F238E27FC236}">
                    <a16:creationId xmlns:a16="http://schemas.microsoft.com/office/drawing/2014/main" id="{0AAEFE22-BE6A-96E2-62E6-C5939C45173C}"/>
                  </a:ext>
                </a:extLst>
              </p:cNvPr>
              <p:cNvSpPr/>
              <p:nvPr/>
            </p:nvSpPr>
            <p:spPr>
              <a:xfrm>
                <a:off x="9518187" y="5526701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7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59" y="5577"/>
                    </a:cubicBezTo>
                    <a:cubicBezTo>
                      <a:pt x="6254" y="4982"/>
                      <a:pt x="6588" y="4175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5"/>
                      <a:pt x="579" y="4982"/>
                      <a:pt x="1174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27" name="Freeform: Shape 16726">
                <a:extLst>
                  <a:ext uri="{FF2B5EF4-FFF2-40B4-BE49-F238E27FC236}">
                    <a16:creationId xmlns:a16="http://schemas.microsoft.com/office/drawing/2014/main" id="{E4182F85-2811-1201-C65D-41DC68CEC48D}"/>
                  </a:ext>
                </a:extLst>
              </p:cNvPr>
              <p:cNvSpPr/>
              <p:nvPr/>
            </p:nvSpPr>
            <p:spPr>
              <a:xfrm>
                <a:off x="9516758" y="5527150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4" y="6172"/>
                      <a:pt x="5659" y="5578"/>
                    </a:cubicBezTo>
                    <a:cubicBezTo>
                      <a:pt x="6254" y="4983"/>
                      <a:pt x="6588" y="4175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8" y="161"/>
                      <a:pt x="3417" y="161"/>
                    </a:cubicBezTo>
                    <a:cubicBezTo>
                      <a:pt x="2575" y="161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5"/>
                      <a:pt x="579" y="4983"/>
                      <a:pt x="1174" y="5578"/>
                    </a:cubicBezTo>
                    <a:cubicBezTo>
                      <a:pt x="1769" y="6172"/>
                      <a:pt x="2575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28" name="Freeform: Shape 16727">
                <a:extLst>
                  <a:ext uri="{FF2B5EF4-FFF2-40B4-BE49-F238E27FC236}">
                    <a16:creationId xmlns:a16="http://schemas.microsoft.com/office/drawing/2014/main" id="{7A04F658-2E9F-1EA8-52D6-9A44FA4A7D60}"/>
                  </a:ext>
                </a:extLst>
              </p:cNvPr>
              <p:cNvSpPr/>
              <p:nvPr/>
            </p:nvSpPr>
            <p:spPr>
              <a:xfrm>
                <a:off x="9515602" y="5528497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8" y="6507"/>
                      <a:pt x="5064" y="6173"/>
                      <a:pt x="5659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8" y="161"/>
                      <a:pt x="3416" y="161"/>
                    </a:cubicBezTo>
                    <a:cubicBezTo>
                      <a:pt x="2575" y="161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9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29" name="Freeform: Shape 16728">
                <a:extLst>
                  <a:ext uri="{FF2B5EF4-FFF2-40B4-BE49-F238E27FC236}">
                    <a16:creationId xmlns:a16="http://schemas.microsoft.com/office/drawing/2014/main" id="{86B71A0D-8944-77C3-2AF6-6E2CAEFA5598}"/>
                  </a:ext>
                </a:extLst>
              </p:cNvPr>
              <p:cNvSpPr/>
              <p:nvPr/>
            </p:nvSpPr>
            <p:spPr>
              <a:xfrm>
                <a:off x="9514567" y="5530294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2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9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7" y="162"/>
                      <a:pt x="3416" y="162"/>
                    </a:cubicBezTo>
                    <a:cubicBezTo>
                      <a:pt x="2575" y="162"/>
                      <a:pt x="1768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30" name="Freeform: Shape 16729">
                <a:extLst>
                  <a:ext uri="{FF2B5EF4-FFF2-40B4-BE49-F238E27FC236}">
                    <a16:creationId xmlns:a16="http://schemas.microsoft.com/office/drawing/2014/main" id="{4EA5063A-C620-6028-9B2F-93724827662A}"/>
                  </a:ext>
                </a:extLst>
              </p:cNvPr>
              <p:cNvSpPr/>
              <p:nvPr/>
            </p:nvSpPr>
            <p:spPr>
              <a:xfrm>
                <a:off x="9513645" y="5532543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2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9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7" y="162"/>
                      <a:pt x="3416" y="162"/>
                    </a:cubicBezTo>
                    <a:cubicBezTo>
                      <a:pt x="2575" y="162"/>
                      <a:pt x="1768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31" name="Freeform: Shape 16730">
                <a:extLst>
                  <a:ext uri="{FF2B5EF4-FFF2-40B4-BE49-F238E27FC236}">
                    <a16:creationId xmlns:a16="http://schemas.microsoft.com/office/drawing/2014/main" id="{0A9FE82A-2FCF-CF63-7F45-9D55CFAF059D}"/>
                  </a:ext>
                </a:extLst>
              </p:cNvPr>
              <p:cNvSpPr/>
              <p:nvPr/>
            </p:nvSpPr>
            <p:spPr>
              <a:xfrm>
                <a:off x="9513975" y="5539294"/>
                <a:ext cx="6343" cy="6345"/>
              </a:xfrm>
              <a:custGeom>
                <a:avLst/>
                <a:gdLst>
                  <a:gd name="connsiteX0" fmla="*/ 3416 w 6343"/>
                  <a:gd name="connsiteY0" fmla="*/ 6508 h 6345"/>
                  <a:gd name="connsiteX1" fmla="*/ 5659 w 6343"/>
                  <a:gd name="connsiteY1" fmla="*/ 5578 h 6345"/>
                  <a:gd name="connsiteX2" fmla="*/ 6588 w 6343"/>
                  <a:gd name="connsiteY2" fmla="*/ 3335 h 6345"/>
                  <a:gd name="connsiteX3" fmla="*/ 5659 w 6343"/>
                  <a:gd name="connsiteY3" fmla="*/ 1092 h 6345"/>
                  <a:gd name="connsiteX4" fmla="*/ 3416 w 6343"/>
                  <a:gd name="connsiteY4" fmla="*/ 162 h 6345"/>
                  <a:gd name="connsiteX5" fmla="*/ 1174 w 6343"/>
                  <a:gd name="connsiteY5" fmla="*/ 1092 h 6345"/>
                  <a:gd name="connsiteX6" fmla="*/ 245 w 6343"/>
                  <a:gd name="connsiteY6" fmla="*/ 3335 h 6345"/>
                  <a:gd name="connsiteX7" fmla="*/ 1174 w 6343"/>
                  <a:gd name="connsiteY7" fmla="*/ 5578 h 6345"/>
                  <a:gd name="connsiteX8" fmla="*/ 341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8"/>
                    </a:moveTo>
                    <a:cubicBezTo>
                      <a:pt x="4257" y="6508"/>
                      <a:pt x="5064" y="6173"/>
                      <a:pt x="5659" y="5578"/>
                    </a:cubicBezTo>
                    <a:cubicBezTo>
                      <a:pt x="6254" y="4983"/>
                      <a:pt x="6588" y="4176"/>
                      <a:pt x="6588" y="3335"/>
                    </a:cubicBezTo>
                    <a:cubicBezTo>
                      <a:pt x="6588" y="2494"/>
                      <a:pt x="6254" y="1687"/>
                      <a:pt x="5659" y="1092"/>
                    </a:cubicBezTo>
                    <a:cubicBezTo>
                      <a:pt x="5064" y="497"/>
                      <a:pt x="4257" y="162"/>
                      <a:pt x="3416" y="162"/>
                    </a:cubicBezTo>
                    <a:cubicBezTo>
                      <a:pt x="2575" y="162"/>
                      <a:pt x="1768" y="497"/>
                      <a:pt x="1174" y="1092"/>
                    </a:cubicBezTo>
                    <a:cubicBezTo>
                      <a:pt x="579" y="1687"/>
                      <a:pt x="245" y="2494"/>
                      <a:pt x="245" y="3335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8" y="6173"/>
                      <a:pt x="2575" y="6508"/>
                      <a:pt x="341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32" name="Freeform: Shape 16731">
                <a:extLst>
                  <a:ext uri="{FF2B5EF4-FFF2-40B4-BE49-F238E27FC236}">
                    <a16:creationId xmlns:a16="http://schemas.microsoft.com/office/drawing/2014/main" id="{6D834D7D-A242-D98D-0369-BDB7D9DB039F}"/>
                  </a:ext>
                </a:extLst>
              </p:cNvPr>
              <p:cNvSpPr/>
              <p:nvPr/>
            </p:nvSpPr>
            <p:spPr>
              <a:xfrm>
                <a:off x="9513086" y="5541945"/>
                <a:ext cx="6343" cy="6345"/>
              </a:xfrm>
              <a:custGeom>
                <a:avLst/>
                <a:gdLst>
                  <a:gd name="connsiteX0" fmla="*/ 3416 w 6343"/>
                  <a:gd name="connsiteY0" fmla="*/ 6508 h 6345"/>
                  <a:gd name="connsiteX1" fmla="*/ 5659 w 6343"/>
                  <a:gd name="connsiteY1" fmla="*/ 5579 h 6345"/>
                  <a:gd name="connsiteX2" fmla="*/ 6588 w 6343"/>
                  <a:gd name="connsiteY2" fmla="*/ 3335 h 6345"/>
                  <a:gd name="connsiteX3" fmla="*/ 5659 w 6343"/>
                  <a:gd name="connsiteY3" fmla="*/ 1092 h 6345"/>
                  <a:gd name="connsiteX4" fmla="*/ 3416 w 6343"/>
                  <a:gd name="connsiteY4" fmla="*/ 163 h 6345"/>
                  <a:gd name="connsiteX5" fmla="*/ 1174 w 6343"/>
                  <a:gd name="connsiteY5" fmla="*/ 1092 h 6345"/>
                  <a:gd name="connsiteX6" fmla="*/ 245 w 6343"/>
                  <a:gd name="connsiteY6" fmla="*/ 3335 h 6345"/>
                  <a:gd name="connsiteX7" fmla="*/ 1174 w 6343"/>
                  <a:gd name="connsiteY7" fmla="*/ 5579 h 6345"/>
                  <a:gd name="connsiteX8" fmla="*/ 341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8"/>
                    </a:moveTo>
                    <a:cubicBezTo>
                      <a:pt x="4257" y="6508"/>
                      <a:pt x="5064" y="6174"/>
                      <a:pt x="5659" y="5579"/>
                    </a:cubicBezTo>
                    <a:cubicBezTo>
                      <a:pt x="6254" y="4984"/>
                      <a:pt x="6588" y="4177"/>
                      <a:pt x="6588" y="3335"/>
                    </a:cubicBezTo>
                    <a:cubicBezTo>
                      <a:pt x="6588" y="2494"/>
                      <a:pt x="6254" y="1687"/>
                      <a:pt x="5659" y="1092"/>
                    </a:cubicBezTo>
                    <a:cubicBezTo>
                      <a:pt x="5064" y="497"/>
                      <a:pt x="4257" y="163"/>
                      <a:pt x="3416" y="163"/>
                    </a:cubicBezTo>
                    <a:cubicBezTo>
                      <a:pt x="2575" y="163"/>
                      <a:pt x="1768" y="497"/>
                      <a:pt x="1174" y="1092"/>
                    </a:cubicBezTo>
                    <a:cubicBezTo>
                      <a:pt x="579" y="1687"/>
                      <a:pt x="245" y="2494"/>
                      <a:pt x="245" y="3335"/>
                    </a:cubicBezTo>
                    <a:cubicBezTo>
                      <a:pt x="245" y="4177"/>
                      <a:pt x="579" y="4984"/>
                      <a:pt x="1174" y="5579"/>
                    </a:cubicBezTo>
                    <a:cubicBezTo>
                      <a:pt x="1768" y="6174"/>
                      <a:pt x="2575" y="6508"/>
                      <a:pt x="341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33" name="Freeform: Shape 16732">
                <a:extLst>
                  <a:ext uri="{FF2B5EF4-FFF2-40B4-BE49-F238E27FC236}">
                    <a16:creationId xmlns:a16="http://schemas.microsoft.com/office/drawing/2014/main" id="{769E117C-49D7-85CD-0D9D-A24916F318D2}"/>
                  </a:ext>
                </a:extLst>
              </p:cNvPr>
              <p:cNvSpPr/>
              <p:nvPr/>
            </p:nvSpPr>
            <p:spPr>
              <a:xfrm>
                <a:off x="9511734" y="5542992"/>
                <a:ext cx="6343" cy="6345"/>
              </a:xfrm>
              <a:custGeom>
                <a:avLst/>
                <a:gdLst>
                  <a:gd name="connsiteX0" fmla="*/ 3416 w 6343"/>
                  <a:gd name="connsiteY0" fmla="*/ 6508 h 6345"/>
                  <a:gd name="connsiteX1" fmla="*/ 5659 w 6343"/>
                  <a:gd name="connsiteY1" fmla="*/ 5579 h 6345"/>
                  <a:gd name="connsiteX2" fmla="*/ 6588 w 6343"/>
                  <a:gd name="connsiteY2" fmla="*/ 3335 h 6345"/>
                  <a:gd name="connsiteX3" fmla="*/ 5659 w 6343"/>
                  <a:gd name="connsiteY3" fmla="*/ 1092 h 6345"/>
                  <a:gd name="connsiteX4" fmla="*/ 3416 w 6343"/>
                  <a:gd name="connsiteY4" fmla="*/ 163 h 6345"/>
                  <a:gd name="connsiteX5" fmla="*/ 1173 w 6343"/>
                  <a:gd name="connsiteY5" fmla="*/ 1092 h 6345"/>
                  <a:gd name="connsiteX6" fmla="*/ 245 w 6343"/>
                  <a:gd name="connsiteY6" fmla="*/ 3335 h 6345"/>
                  <a:gd name="connsiteX7" fmla="*/ 1173 w 6343"/>
                  <a:gd name="connsiteY7" fmla="*/ 5579 h 6345"/>
                  <a:gd name="connsiteX8" fmla="*/ 341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8"/>
                    </a:moveTo>
                    <a:cubicBezTo>
                      <a:pt x="4257" y="6508"/>
                      <a:pt x="5064" y="6174"/>
                      <a:pt x="5659" y="5579"/>
                    </a:cubicBezTo>
                    <a:cubicBezTo>
                      <a:pt x="6254" y="4984"/>
                      <a:pt x="6588" y="4177"/>
                      <a:pt x="6588" y="3335"/>
                    </a:cubicBezTo>
                    <a:cubicBezTo>
                      <a:pt x="6588" y="2494"/>
                      <a:pt x="6254" y="1687"/>
                      <a:pt x="5659" y="1092"/>
                    </a:cubicBezTo>
                    <a:cubicBezTo>
                      <a:pt x="5064" y="497"/>
                      <a:pt x="4257" y="163"/>
                      <a:pt x="3416" y="163"/>
                    </a:cubicBezTo>
                    <a:cubicBezTo>
                      <a:pt x="2575" y="163"/>
                      <a:pt x="1768" y="497"/>
                      <a:pt x="1173" y="1092"/>
                    </a:cubicBezTo>
                    <a:cubicBezTo>
                      <a:pt x="579" y="1687"/>
                      <a:pt x="245" y="2494"/>
                      <a:pt x="245" y="3335"/>
                    </a:cubicBezTo>
                    <a:cubicBezTo>
                      <a:pt x="245" y="4177"/>
                      <a:pt x="579" y="4984"/>
                      <a:pt x="1173" y="5579"/>
                    </a:cubicBezTo>
                    <a:cubicBezTo>
                      <a:pt x="1768" y="6174"/>
                      <a:pt x="2575" y="6508"/>
                      <a:pt x="341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34" name="Freeform: Shape 16733">
                <a:extLst>
                  <a:ext uri="{FF2B5EF4-FFF2-40B4-BE49-F238E27FC236}">
                    <a16:creationId xmlns:a16="http://schemas.microsoft.com/office/drawing/2014/main" id="{00506FC9-CEFA-4800-5CF7-D2066DDFD99B}"/>
                  </a:ext>
                </a:extLst>
              </p:cNvPr>
              <p:cNvSpPr/>
              <p:nvPr/>
            </p:nvSpPr>
            <p:spPr>
              <a:xfrm>
                <a:off x="9510054" y="5542827"/>
                <a:ext cx="6343" cy="6345"/>
              </a:xfrm>
              <a:custGeom>
                <a:avLst/>
                <a:gdLst>
                  <a:gd name="connsiteX0" fmla="*/ 3416 w 6343"/>
                  <a:gd name="connsiteY0" fmla="*/ 6508 h 6345"/>
                  <a:gd name="connsiteX1" fmla="*/ 5659 w 6343"/>
                  <a:gd name="connsiteY1" fmla="*/ 5579 h 6345"/>
                  <a:gd name="connsiteX2" fmla="*/ 6588 w 6343"/>
                  <a:gd name="connsiteY2" fmla="*/ 3335 h 6345"/>
                  <a:gd name="connsiteX3" fmla="*/ 5659 w 6343"/>
                  <a:gd name="connsiteY3" fmla="*/ 1092 h 6345"/>
                  <a:gd name="connsiteX4" fmla="*/ 3416 w 6343"/>
                  <a:gd name="connsiteY4" fmla="*/ 163 h 6345"/>
                  <a:gd name="connsiteX5" fmla="*/ 1173 w 6343"/>
                  <a:gd name="connsiteY5" fmla="*/ 1092 h 6345"/>
                  <a:gd name="connsiteX6" fmla="*/ 244 w 6343"/>
                  <a:gd name="connsiteY6" fmla="*/ 3335 h 6345"/>
                  <a:gd name="connsiteX7" fmla="*/ 1173 w 6343"/>
                  <a:gd name="connsiteY7" fmla="*/ 5579 h 6345"/>
                  <a:gd name="connsiteX8" fmla="*/ 341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8"/>
                    </a:moveTo>
                    <a:cubicBezTo>
                      <a:pt x="4257" y="6508"/>
                      <a:pt x="5064" y="6174"/>
                      <a:pt x="5659" y="5579"/>
                    </a:cubicBezTo>
                    <a:cubicBezTo>
                      <a:pt x="6253" y="4984"/>
                      <a:pt x="6588" y="4177"/>
                      <a:pt x="6588" y="3335"/>
                    </a:cubicBezTo>
                    <a:cubicBezTo>
                      <a:pt x="6588" y="2494"/>
                      <a:pt x="6253" y="1687"/>
                      <a:pt x="5659" y="1092"/>
                    </a:cubicBezTo>
                    <a:cubicBezTo>
                      <a:pt x="5064" y="497"/>
                      <a:pt x="4257" y="163"/>
                      <a:pt x="3416" y="163"/>
                    </a:cubicBezTo>
                    <a:cubicBezTo>
                      <a:pt x="2575" y="163"/>
                      <a:pt x="1768" y="497"/>
                      <a:pt x="1173" y="1092"/>
                    </a:cubicBezTo>
                    <a:cubicBezTo>
                      <a:pt x="579" y="1687"/>
                      <a:pt x="244" y="2494"/>
                      <a:pt x="244" y="3335"/>
                    </a:cubicBezTo>
                    <a:cubicBezTo>
                      <a:pt x="244" y="4177"/>
                      <a:pt x="579" y="4984"/>
                      <a:pt x="1173" y="5579"/>
                    </a:cubicBezTo>
                    <a:cubicBezTo>
                      <a:pt x="1768" y="6174"/>
                      <a:pt x="2575" y="6508"/>
                      <a:pt x="341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35" name="Freeform: Shape 16734">
                <a:extLst>
                  <a:ext uri="{FF2B5EF4-FFF2-40B4-BE49-F238E27FC236}">
                    <a16:creationId xmlns:a16="http://schemas.microsoft.com/office/drawing/2014/main" id="{A8C3E7AC-D066-04B2-35B4-FA7EC28AF3F4}"/>
                  </a:ext>
                </a:extLst>
              </p:cNvPr>
              <p:cNvSpPr/>
              <p:nvPr/>
            </p:nvSpPr>
            <p:spPr>
              <a:xfrm>
                <a:off x="9508084" y="5541503"/>
                <a:ext cx="6343" cy="6345"/>
              </a:xfrm>
              <a:custGeom>
                <a:avLst/>
                <a:gdLst>
                  <a:gd name="connsiteX0" fmla="*/ 3416 w 6343"/>
                  <a:gd name="connsiteY0" fmla="*/ 6508 h 6345"/>
                  <a:gd name="connsiteX1" fmla="*/ 5658 w 6343"/>
                  <a:gd name="connsiteY1" fmla="*/ 5579 h 6345"/>
                  <a:gd name="connsiteX2" fmla="*/ 6587 w 6343"/>
                  <a:gd name="connsiteY2" fmla="*/ 3335 h 6345"/>
                  <a:gd name="connsiteX3" fmla="*/ 5658 w 6343"/>
                  <a:gd name="connsiteY3" fmla="*/ 1092 h 6345"/>
                  <a:gd name="connsiteX4" fmla="*/ 3416 w 6343"/>
                  <a:gd name="connsiteY4" fmla="*/ 162 h 6345"/>
                  <a:gd name="connsiteX5" fmla="*/ 1173 w 6343"/>
                  <a:gd name="connsiteY5" fmla="*/ 1092 h 6345"/>
                  <a:gd name="connsiteX6" fmla="*/ 244 w 6343"/>
                  <a:gd name="connsiteY6" fmla="*/ 3335 h 6345"/>
                  <a:gd name="connsiteX7" fmla="*/ 1173 w 6343"/>
                  <a:gd name="connsiteY7" fmla="*/ 5579 h 6345"/>
                  <a:gd name="connsiteX8" fmla="*/ 341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8"/>
                    </a:moveTo>
                    <a:cubicBezTo>
                      <a:pt x="4257" y="6508"/>
                      <a:pt x="5064" y="6174"/>
                      <a:pt x="5658" y="5579"/>
                    </a:cubicBezTo>
                    <a:cubicBezTo>
                      <a:pt x="6253" y="4984"/>
                      <a:pt x="6587" y="4177"/>
                      <a:pt x="6587" y="3335"/>
                    </a:cubicBezTo>
                    <a:cubicBezTo>
                      <a:pt x="6587" y="2494"/>
                      <a:pt x="6253" y="1687"/>
                      <a:pt x="5658" y="1092"/>
                    </a:cubicBezTo>
                    <a:cubicBezTo>
                      <a:pt x="5064" y="497"/>
                      <a:pt x="4257" y="162"/>
                      <a:pt x="3416" y="162"/>
                    </a:cubicBezTo>
                    <a:cubicBezTo>
                      <a:pt x="2575" y="162"/>
                      <a:pt x="1768" y="497"/>
                      <a:pt x="1173" y="1092"/>
                    </a:cubicBezTo>
                    <a:cubicBezTo>
                      <a:pt x="578" y="1687"/>
                      <a:pt x="244" y="2494"/>
                      <a:pt x="244" y="3335"/>
                    </a:cubicBezTo>
                    <a:cubicBezTo>
                      <a:pt x="244" y="4177"/>
                      <a:pt x="578" y="4984"/>
                      <a:pt x="1173" y="5579"/>
                    </a:cubicBezTo>
                    <a:cubicBezTo>
                      <a:pt x="1768" y="6174"/>
                      <a:pt x="2575" y="6508"/>
                      <a:pt x="341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36" name="Freeform: Shape 16735">
                <a:extLst>
                  <a:ext uri="{FF2B5EF4-FFF2-40B4-BE49-F238E27FC236}">
                    <a16:creationId xmlns:a16="http://schemas.microsoft.com/office/drawing/2014/main" id="{B4447C93-2AB4-DBEE-0BF3-4862819AEDE6}"/>
                  </a:ext>
                </a:extLst>
              </p:cNvPr>
              <p:cNvSpPr/>
              <p:nvPr/>
            </p:nvSpPr>
            <p:spPr>
              <a:xfrm>
                <a:off x="9505527" y="5537749"/>
                <a:ext cx="6343" cy="6345"/>
              </a:xfrm>
              <a:custGeom>
                <a:avLst/>
                <a:gdLst>
                  <a:gd name="connsiteX0" fmla="*/ 3416 w 6343"/>
                  <a:gd name="connsiteY0" fmla="*/ 6508 h 6345"/>
                  <a:gd name="connsiteX1" fmla="*/ 5658 w 6343"/>
                  <a:gd name="connsiteY1" fmla="*/ 5578 h 6345"/>
                  <a:gd name="connsiteX2" fmla="*/ 6587 w 6343"/>
                  <a:gd name="connsiteY2" fmla="*/ 3335 h 6345"/>
                  <a:gd name="connsiteX3" fmla="*/ 5658 w 6343"/>
                  <a:gd name="connsiteY3" fmla="*/ 1091 h 6345"/>
                  <a:gd name="connsiteX4" fmla="*/ 3416 w 6343"/>
                  <a:gd name="connsiteY4" fmla="*/ 162 h 6345"/>
                  <a:gd name="connsiteX5" fmla="*/ 1173 w 6343"/>
                  <a:gd name="connsiteY5" fmla="*/ 1091 h 6345"/>
                  <a:gd name="connsiteX6" fmla="*/ 244 w 6343"/>
                  <a:gd name="connsiteY6" fmla="*/ 3335 h 6345"/>
                  <a:gd name="connsiteX7" fmla="*/ 1173 w 6343"/>
                  <a:gd name="connsiteY7" fmla="*/ 5578 h 6345"/>
                  <a:gd name="connsiteX8" fmla="*/ 341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8"/>
                    </a:moveTo>
                    <a:cubicBezTo>
                      <a:pt x="4257" y="6508"/>
                      <a:pt x="5064" y="6173"/>
                      <a:pt x="5658" y="5578"/>
                    </a:cubicBezTo>
                    <a:cubicBezTo>
                      <a:pt x="6253" y="4983"/>
                      <a:pt x="6587" y="4176"/>
                      <a:pt x="6587" y="3335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4" y="496"/>
                      <a:pt x="4257" y="162"/>
                      <a:pt x="3416" y="162"/>
                    </a:cubicBezTo>
                    <a:cubicBezTo>
                      <a:pt x="2575" y="162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5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8" y="6173"/>
                      <a:pt x="2575" y="6508"/>
                      <a:pt x="341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37" name="Freeform: Shape 16736">
                <a:extLst>
                  <a:ext uri="{FF2B5EF4-FFF2-40B4-BE49-F238E27FC236}">
                    <a16:creationId xmlns:a16="http://schemas.microsoft.com/office/drawing/2014/main" id="{9185A65D-1C28-673F-0F37-A367F5FFDFC7}"/>
                  </a:ext>
                </a:extLst>
              </p:cNvPr>
              <p:cNvSpPr/>
              <p:nvPr/>
            </p:nvSpPr>
            <p:spPr>
              <a:xfrm>
                <a:off x="9503384" y="5535471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5 h 6345"/>
                  <a:gd name="connsiteX3" fmla="*/ 5658 w 6343"/>
                  <a:gd name="connsiteY3" fmla="*/ 1091 h 6345"/>
                  <a:gd name="connsiteX4" fmla="*/ 3415 w 6343"/>
                  <a:gd name="connsiteY4" fmla="*/ 162 h 6345"/>
                  <a:gd name="connsiteX5" fmla="*/ 1173 w 6343"/>
                  <a:gd name="connsiteY5" fmla="*/ 1091 h 6345"/>
                  <a:gd name="connsiteX6" fmla="*/ 244 w 6343"/>
                  <a:gd name="connsiteY6" fmla="*/ 3335 h 6345"/>
                  <a:gd name="connsiteX7" fmla="*/ 1173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7" y="6507"/>
                      <a:pt x="5063" y="6173"/>
                      <a:pt x="5658" y="5578"/>
                    </a:cubicBezTo>
                    <a:cubicBezTo>
                      <a:pt x="6253" y="4983"/>
                      <a:pt x="6587" y="4176"/>
                      <a:pt x="6587" y="3335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7" y="162"/>
                      <a:pt x="3415" y="162"/>
                    </a:cubicBezTo>
                    <a:cubicBezTo>
                      <a:pt x="2574" y="162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5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8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38" name="Freeform: Shape 16737">
                <a:extLst>
                  <a:ext uri="{FF2B5EF4-FFF2-40B4-BE49-F238E27FC236}">
                    <a16:creationId xmlns:a16="http://schemas.microsoft.com/office/drawing/2014/main" id="{3F25F04B-37F0-EA56-DD0F-159D888A599B}"/>
                  </a:ext>
                </a:extLst>
              </p:cNvPr>
              <p:cNvSpPr/>
              <p:nvPr/>
            </p:nvSpPr>
            <p:spPr>
              <a:xfrm>
                <a:off x="9501121" y="5532541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2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8" y="5578"/>
                    </a:cubicBezTo>
                    <a:cubicBezTo>
                      <a:pt x="6253" y="4983"/>
                      <a:pt x="6587" y="4176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6" y="162"/>
                      <a:pt x="3415" y="162"/>
                    </a:cubicBezTo>
                    <a:cubicBezTo>
                      <a:pt x="2574" y="162"/>
                      <a:pt x="1767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39" name="Freeform: Shape 16738">
                <a:extLst>
                  <a:ext uri="{FF2B5EF4-FFF2-40B4-BE49-F238E27FC236}">
                    <a16:creationId xmlns:a16="http://schemas.microsoft.com/office/drawing/2014/main" id="{018FF401-E376-B9CC-E8E7-69E2A04EFC5E}"/>
                  </a:ext>
                </a:extLst>
              </p:cNvPr>
              <p:cNvSpPr/>
              <p:nvPr/>
            </p:nvSpPr>
            <p:spPr>
              <a:xfrm>
                <a:off x="9499457" y="5532018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2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8" y="5578"/>
                    </a:cubicBezTo>
                    <a:cubicBezTo>
                      <a:pt x="6253" y="4983"/>
                      <a:pt x="6587" y="4176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6" y="162"/>
                      <a:pt x="3415" y="162"/>
                    </a:cubicBezTo>
                    <a:cubicBezTo>
                      <a:pt x="2574" y="162"/>
                      <a:pt x="1767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40" name="Freeform: Shape 16739">
                <a:extLst>
                  <a:ext uri="{FF2B5EF4-FFF2-40B4-BE49-F238E27FC236}">
                    <a16:creationId xmlns:a16="http://schemas.microsoft.com/office/drawing/2014/main" id="{332CA870-EE29-5368-A503-10596211F7A5}"/>
                  </a:ext>
                </a:extLst>
              </p:cNvPr>
              <p:cNvSpPr/>
              <p:nvPr/>
            </p:nvSpPr>
            <p:spPr>
              <a:xfrm>
                <a:off x="9497515" y="5530211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2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8" y="5578"/>
                    </a:cubicBezTo>
                    <a:cubicBezTo>
                      <a:pt x="6252" y="4983"/>
                      <a:pt x="6587" y="4176"/>
                      <a:pt x="6587" y="3334"/>
                    </a:cubicBezTo>
                    <a:cubicBezTo>
                      <a:pt x="6587" y="2493"/>
                      <a:pt x="6252" y="1686"/>
                      <a:pt x="5658" y="1091"/>
                    </a:cubicBezTo>
                    <a:cubicBezTo>
                      <a:pt x="5063" y="496"/>
                      <a:pt x="4256" y="162"/>
                      <a:pt x="3415" y="162"/>
                    </a:cubicBezTo>
                    <a:cubicBezTo>
                      <a:pt x="2574" y="162"/>
                      <a:pt x="1767" y="496"/>
                      <a:pt x="1172" y="1091"/>
                    </a:cubicBezTo>
                    <a:cubicBezTo>
                      <a:pt x="578" y="1686"/>
                      <a:pt x="243" y="2493"/>
                      <a:pt x="243" y="3334"/>
                    </a:cubicBezTo>
                    <a:cubicBezTo>
                      <a:pt x="243" y="4176"/>
                      <a:pt x="578" y="4983"/>
                      <a:pt x="1172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41" name="Freeform: Shape 16740">
                <a:extLst>
                  <a:ext uri="{FF2B5EF4-FFF2-40B4-BE49-F238E27FC236}">
                    <a16:creationId xmlns:a16="http://schemas.microsoft.com/office/drawing/2014/main" id="{66BADB3E-E0F2-1807-9872-C9EE595939F8}"/>
                  </a:ext>
                </a:extLst>
              </p:cNvPr>
              <p:cNvSpPr/>
              <p:nvPr/>
            </p:nvSpPr>
            <p:spPr>
              <a:xfrm>
                <a:off x="9495939" y="5529954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8 h 6345"/>
                  <a:gd name="connsiteX2" fmla="*/ 6586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2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8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8" y="1091"/>
                    </a:cubicBezTo>
                    <a:cubicBezTo>
                      <a:pt x="5063" y="496"/>
                      <a:pt x="4256" y="162"/>
                      <a:pt x="3415" y="162"/>
                    </a:cubicBezTo>
                    <a:cubicBezTo>
                      <a:pt x="2574" y="162"/>
                      <a:pt x="1767" y="496"/>
                      <a:pt x="1172" y="1091"/>
                    </a:cubicBezTo>
                    <a:cubicBezTo>
                      <a:pt x="578" y="1686"/>
                      <a:pt x="243" y="2493"/>
                      <a:pt x="243" y="3334"/>
                    </a:cubicBezTo>
                    <a:cubicBezTo>
                      <a:pt x="243" y="4176"/>
                      <a:pt x="578" y="4983"/>
                      <a:pt x="1172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42" name="Freeform: Shape 16741">
                <a:extLst>
                  <a:ext uri="{FF2B5EF4-FFF2-40B4-BE49-F238E27FC236}">
                    <a16:creationId xmlns:a16="http://schemas.microsoft.com/office/drawing/2014/main" id="{E4377863-73BD-FD3E-FDB3-8CD4D932E71E}"/>
                  </a:ext>
                </a:extLst>
              </p:cNvPr>
              <p:cNvSpPr/>
              <p:nvPr/>
            </p:nvSpPr>
            <p:spPr>
              <a:xfrm>
                <a:off x="9494331" y="5529512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5 w 6343"/>
                  <a:gd name="connsiteY4" fmla="*/ 162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7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3" y="496"/>
                      <a:pt x="4256" y="162"/>
                      <a:pt x="3415" y="162"/>
                    </a:cubicBezTo>
                    <a:cubicBezTo>
                      <a:pt x="2574" y="162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43" name="Freeform: Shape 16742">
                <a:extLst>
                  <a:ext uri="{FF2B5EF4-FFF2-40B4-BE49-F238E27FC236}">
                    <a16:creationId xmlns:a16="http://schemas.microsoft.com/office/drawing/2014/main" id="{D80F3EFB-E21C-7D92-D4F7-0D723B83B930}"/>
                  </a:ext>
                </a:extLst>
              </p:cNvPr>
              <p:cNvSpPr/>
              <p:nvPr/>
            </p:nvSpPr>
            <p:spPr>
              <a:xfrm>
                <a:off x="9492671" y="5528769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3"/>
                      <a:pt x="5657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7" y="6173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44" name="Freeform: Shape 16743">
                <a:extLst>
                  <a:ext uri="{FF2B5EF4-FFF2-40B4-BE49-F238E27FC236}">
                    <a16:creationId xmlns:a16="http://schemas.microsoft.com/office/drawing/2014/main" id="{D4F82B68-DCFA-4D25-F8B1-5DDCB7B3540C}"/>
                  </a:ext>
                </a:extLst>
              </p:cNvPr>
              <p:cNvSpPr/>
              <p:nvPr/>
            </p:nvSpPr>
            <p:spPr>
              <a:xfrm>
                <a:off x="9491079" y="5528305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2" y="6173"/>
                      <a:pt x="5657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6" y="161"/>
                      <a:pt x="3415" y="161"/>
                    </a:cubicBezTo>
                    <a:cubicBezTo>
                      <a:pt x="2573" y="161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7" y="6173"/>
                      <a:pt x="2573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45" name="Freeform: Shape 16744">
                <a:extLst>
                  <a:ext uri="{FF2B5EF4-FFF2-40B4-BE49-F238E27FC236}">
                    <a16:creationId xmlns:a16="http://schemas.microsoft.com/office/drawing/2014/main" id="{A6E32B5C-BD3D-81F8-7BE9-7BF6081D63A0}"/>
                  </a:ext>
                </a:extLst>
              </p:cNvPr>
              <p:cNvSpPr/>
              <p:nvPr/>
            </p:nvSpPr>
            <p:spPr>
              <a:xfrm>
                <a:off x="9489529" y="5528005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7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7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46" name="Freeform: Shape 16745">
                <a:extLst>
                  <a:ext uri="{FF2B5EF4-FFF2-40B4-BE49-F238E27FC236}">
                    <a16:creationId xmlns:a16="http://schemas.microsoft.com/office/drawing/2014/main" id="{A80CD4A5-238B-E6B4-E184-FF396CF97BB9}"/>
                  </a:ext>
                </a:extLst>
              </p:cNvPr>
              <p:cNvSpPr/>
              <p:nvPr/>
            </p:nvSpPr>
            <p:spPr>
              <a:xfrm>
                <a:off x="9487995" y="5527753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7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47" name="Freeform: Shape 16746">
                <a:extLst>
                  <a:ext uri="{FF2B5EF4-FFF2-40B4-BE49-F238E27FC236}">
                    <a16:creationId xmlns:a16="http://schemas.microsoft.com/office/drawing/2014/main" id="{519D2825-8D08-8380-8493-A90AEC7A52A1}"/>
                  </a:ext>
                </a:extLst>
              </p:cNvPr>
              <p:cNvSpPr/>
              <p:nvPr/>
            </p:nvSpPr>
            <p:spPr>
              <a:xfrm>
                <a:off x="9486477" y="5527550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7" y="5578"/>
                    </a:cubicBezTo>
                    <a:cubicBezTo>
                      <a:pt x="6252" y="4983"/>
                      <a:pt x="6586" y="4176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6"/>
                      <a:pt x="577" y="4983"/>
                      <a:pt x="1172" y="5578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48" name="Freeform: Shape 16747">
                <a:extLst>
                  <a:ext uri="{FF2B5EF4-FFF2-40B4-BE49-F238E27FC236}">
                    <a16:creationId xmlns:a16="http://schemas.microsoft.com/office/drawing/2014/main" id="{4BB63DD6-458D-9559-5F4D-01DA66DD3E83}"/>
                  </a:ext>
                </a:extLst>
              </p:cNvPr>
              <p:cNvSpPr/>
              <p:nvPr/>
            </p:nvSpPr>
            <p:spPr>
              <a:xfrm>
                <a:off x="9485267" y="5529089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7" y="5578"/>
                    </a:cubicBezTo>
                    <a:cubicBezTo>
                      <a:pt x="6251" y="4983"/>
                      <a:pt x="6586" y="4176"/>
                      <a:pt x="6586" y="3334"/>
                    </a:cubicBezTo>
                    <a:cubicBezTo>
                      <a:pt x="6586" y="2493"/>
                      <a:pt x="6251" y="1686"/>
                      <a:pt x="5657" y="1091"/>
                    </a:cubicBezTo>
                    <a:cubicBezTo>
                      <a:pt x="5062" y="496"/>
                      <a:pt x="4255" y="162"/>
                      <a:pt x="3414" y="162"/>
                    </a:cubicBezTo>
                    <a:cubicBezTo>
                      <a:pt x="2573" y="162"/>
                      <a:pt x="1766" y="496"/>
                      <a:pt x="1171" y="1091"/>
                    </a:cubicBezTo>
                    <a:cubicBezTo>
                      <a:pt x="577" y="1686"/>
                      <a:pt x="242" y="2493"/>
                      <a:pt x="242" y="3334"/>
                    </a:cubicBezTo>
                    <a:cubicBezTo>
                      <a:pt x="242" y="4176"/>
                      <a:pt x="577" y="4983"/>
                      <a:pt x="1171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49" name="Freeform: Shape 16748">
                <a:extLst>
                  <a:ext uri="{FF2B5EF4-FFF2-40B4-BE49-F238E27FC236}">
                    <a16:creationId xmlns:a16="http://schemas.microsoft.com/office/drawing/2014/main" id="{DEDFDEA3-A551-FA2A-6CFC-5E6C0BFAAB88}"/>
                  </a:ext>
                </a:extLst>
              </p:cNvPr>
              <p:cNvSpPr/>
              <p:nvPr/>
            </p:nvSpPr>
            <p:spPr>
              <a:xfrm>
                <a:off x="9483843" y="5529452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8 h 6345"/>
                  <a:gd name="connsiteX2" fmla="*/ 6585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7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7" y="1091"/>
                    </a:cubicBezTo>
                    <a:cubicBezTo>
                      <a:pt x="5062" y="496"/>
                      <a:pt x="4255" y="162"/>
                      <a:pt x="3414" y="162"/>
                    </a:cubicBezTo>
                    <a:cubicBezTo>
                      <a:pt x="2573" y="162"/>
                      <a:pt x="1766" y="496"/>
                      <a:pt x="1171" y="1091"/>
                    </a:cubicBezTo>
                    <a:cubicBezTo>
                      <a:pt x="577" y="1686"/>
                      <a:pt x="242" y="2493"/>
                      <a:pt x="242" y="3334"/>
                    </a:cubicBezTo>
                    <a:cubicBezTo>
                      <a:pt x="242" y="4176"/>
                      <a:pt x="577" y="4983"/>
                      <a:pt x="1171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50" name="Freeform: Shape 16749">
                <a:extLst>
                  <a:ext uri="{FF2B5EF4-FFF2-40B4-BE49-F238E27FC236}">
                    <a16:creationId xmlns:a16="http://schemas.microsoft.com/office/drawing/2014/main" id="{B6166A3F-4284-0EC3-AD1B-D2DC4B57FCA5}"/>
                  </a:ext>
                </a:extLst>
              </p:cNvPr>
              <p:cNvSpPr/>
              <p:nvPr/>
            </p:nvSpPr>
            <p:spPr>
              <a:xfrm>
                <a:off x="9482493" y="5530275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4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2" y="496"/>
                      <a:pt x="4255" y="162"/>
                      <a:pt x="3414" y="162"/>
                    </a:cubicBezTo>
                    <a:cubicBezTo>
                      <a:pt x="2573" y="162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51" name="Freeform: Shape 16750">
                <a:extLst>
                  <a:ext uri="{FF2B5EF4-FFF2-40B4-BE49-F238E27FC236}">
                    <a16:creationId xmlns:a16="http://schemas.microsoft.com/office/drawing/2014/main" id="{02F8AEBB-6B7A-350D-2357-AE618D9F7596}"/>
                  </a:ext>
                </a:extLst>
              </p:cNvPr>
              <p:cNvSpPr/>
              <p:nvPr/>
            </p:nvSpPr>
            <p:spPr>
              <a:xfrm>
                <a:off x="9481614" y="5534196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5 h 6345"/>
                  <a:gd name="connsiteX3" fmla="*/ 5656 w 6343"/>
                  <a:gd name="connsiteY3" fmla="*/ 1091 h 6345"/>
                  <a:gd name="connsiteX4" fmla="*/ 3414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5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3"/>
                      <a:pt x="5656" y="5578"/>
                    </a:cubicBezTo>
                    <a:cubicBezTo>
                      <a:pt x="6251" y="4983"/>
                      <a:pt x="6585" y="4176"/>
                      <a:pt x="6585" y="3335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2" y="496"/>
                      <a:pt x="4255" y="162"/>
                      <a:pt x="3414" y="162"/>
                    </a:cubicBezTo>
                    <a:cubicBezTo>
                      <a:pt x="2573" y="162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5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52" name="Freeform: Shape 16751">
                <a:extLst>
                  <a:ext uri="{FF2B5EF4-FFF2-40B4-BE49-F238E27FC236}">
                    <a16:creationId xmlns:a16="http://schemas.microsoft.com/office/drawing/2014/main" id="{EF0801B4-6340-A79E-FE12-F37CA454B9CF}"/>
                  </a:ext>
                </a:extLst>
              </p:cNvPr>
              <p:cNvSpPr/>
              <p:nvPr/>
            </p:nvSpPr>
            <p:spPr>
              <a:xfrm>
                <a:off x="9479713" y="5531546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4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5" y="162"/>
                      <a:pt x="3414" y="162"/>
                    </a:cubicBezTo>
                    <a:cubicBezTo>
                      <a:pt x="2572" y="162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2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53" name="Freeform: Shape 16752">
                <a:extLst>
                  <a:ext uri="{FF2B5EF4-FFF2-40B4-BE49-F238E27FC236}">
                    <a16:creationId xmlns:a16="http://schemas.microsoft.com/office/drawing/2014/main" id="{C6AB754E-54BB-CFFE-E52C-652D82F55C96}"/>
                  </a:ext>
                </a:extLst>
              </p:cNvPr>
              <p:cNvSpPr/>
              <p:nvPr/>
            </p:nvSpPr>
            <p:spPr>
              <a:xfrm>
                <a:off x="9479566" y="5540974"/>
                <a:ext cx="6343" cy="6345"/>
              </a:xfrm>
              <a:custGeom>
                <a:avLst/>
                <a:gdLst>
                  <a:gd name="connsiteX0" fmla="*/ 3414 w 6343"/>
                  <a:gd name="connsiteY0" fmla="*/ 6508 h 6345"/>
                  <a:gd name="connsiteX1" fmla="*/ 5656 w 6343"/>
                  <a:gd name="connsiteY1" fmla="*/ 5579 h 6345"/>
                  <a:gd name="connsiteX2" fmla="*/ 6585 w 6343"/>
                  <a:gd name="connsiteY2" fmla="*/ 3335 h 6345"/>
                  <a:gd name="connsiteX3" fmla="*/ 5656 w 6343"/>
                  <a:gd name="connsiteY3" fmla="*/ 1092 h 6345"/>
                  <a:gd name="connsiteX4" fmla="*/ 3414 w 6343"/>
                  <a:gd name="connsiteY4" fmla="*/ 162 h 6345"/>
                  <a:gd name="connsiteX5" fmla="*/ 1171 w 6343"/>
                  <a:gd name="connsiteY5" fmla="*/ 1092 h 6345"/>
                  <a:gd name="connsiteX6" fmla="*/ 242 w 6343"/>
                  <a:gd name="connsiteY6" fmla="*/ 3335 h 6345"/>
                  <a:gd name="connsiteX7" fmla="*/ 1171 w 6343"/>
                  <a:gd name="connsiteY7" fmla="*/ 5579 h 6345"/>
                  <a:gd name="connsiteX8" fmla="*/ 3414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8"/>
                    </a:moveTo>
                    <a:cubicBezTo>
                      <a:pt x="4255" y="6508"/>
                      <a:pt x="5061" y="6174"/>
                      <a:pt x="5656" y="5579"/>
                    </a:cubicBezTo>
                    <a:cubicBezTo>
                      <a:pt x="6251" y="4984"/>
                      <a:pt x="6585" y="4177"/>
                      <a:pt x="6585" y="3335"/>
                    </a:cubicBezTo>
                    <a:cubicBezTo>
                      <a:pt x="6585" y="2494"/>
                      <a:pt x="6251" y="1687"/>
                      <a:pt x="5656" y="1092"/>
                    </a:cubicBezTo>
                    <a:cubicBezTo>
                      <a:pt x="5061" y="497"/>
                      <a:pt x="4255" y="162"/>
                      <a:pt x="3414" y="162"/>
                    </a:cubicBezTo>
                    <a:cubicBezTo>
                      <a:pt x="2572" y="162"/>
                      <a:pt x="1766" y="497"/>
                      <a:pt x="1171" y="1092"/>
                    </a:cubicBezTo>
                    <a:cubicBezTo>
                      <a:pt x="576" y="1687"/>
                      <a:pt x="242" y="2494"/>
                      <a:pt x="242" y="3335"/>
                    </a:cubicBezTo>
                    <a:cubicBezTo>
                      <a:pt x="242" y="4177"/>
                      <a:pt x="576" y="4984"/>
                      <a:pt x="1171" y="5579"/>
                    </a:cubicBezTo>
                    <a:cubicBezTo>
                      <a:pt x="1766" y="6174"/>
                      <a:pt x="2572" y="6508"/>
                      <a:pt x="3414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54" name="Freeform: Shape 16753">
                <a:extLst>
                  <a:ext uri="{FF2B5EF4-FFF2-40B4-BE49-F238E27FC236}">
                    <a16:creationId xmlns:a16="http://schemas.microsoft.com/office/drawing/2014/main" id="{85D29662-B245-741F-9E03-0508D00C501D}"/>
                  </a:ext>
                </a:extLst>
              </p:cNvPr>
              <p:cNvSpPr/>
              <p:nvPr/>
            </p:nvSpPr>
            <p:spPr>
              <a:xfrm>
                <a:off x="9478290" y="5542948"/>
                <a:ext cx="6343" cy="6345"/>
              </a:xfrm>
              <a:custGeom>
                <a:avLst/>
                <a:gdLst>
                  <a:gd name="connsiteX0" fmla="*/ 3413 w 6343"/>
                  <a:gd name="connsiteY0" fmla="*/ 6508 h 6345"/>
                  <a:gd name="connsiteX1" fmla="*/ 5656 w 6343"/>
                  <a:gd name="connsiteY1" fmla="*/ 5579 h 6345"/>
                  <a:gd name="connsiteX2" fmla="*/ 6585 w 6343"/>
                  <a:gd name="connsiteY2" fmla="*/ 3335 h 6345"/>
                  <a:gd name="connsiteX3" fmla="*/ 5656 w 6343"/>
                  <a:gd name="connsiteY3" fmla="*/ 1092 h 6345"/>
                  <a:gd name="connsiteX4" fmla="*/ 3413 w 6343"/>
                  <a:gd name="connsiteY4" fmla="*/ 163 h 6345"/>
                  <a:gd name="connsiteX5" fmla="*/ 1171 w 6343"/>
                  <a:gd name="connsiteY5" fmla="*/ 1092 h 6345"/>
                  <a:gd name="connsiteX6" fmla="*/ 242 w 6343"/>
                  <a:gd name="connsiteY6" fmla="*/ 3335 h 6345"/>
                  <a:gd name="connsiteX7" fmla="*/ 1171 w 6343"/>
                  <a:gd name="connsiteY7" fmla="*/ 5579 h 6345"/>
                  <a:gd name="connsiteX8" fmla="*/ 341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8"/>
                    </a:moveTo>
                    <a:cubicBezTo>
                      <a:pt x="4255" y="6508"/>
                      <a:pt x="5061" y="6174"/>
                      <a:pt x="5656" y="5579"/>
                    </a:cubicBezTo>
                    <a:cubicBezTo>
                      <a:pt x="6251" y="4984"/>
                      <a:pt x="6585" y="4177"/>
                      <a:pt x="6585" y="3335"/>
                    </a:cubicBezTo>
                    <a:cubicBezTo>
                      <a:pt x="6585" y="2494"/>
                      <a:pt x="6251" y="1687"/>
                      <a:pt x="5656" y="1092"/>
                    </a:cubicBezTo>
                    <a:cubicBezTo>
                      <a:pt x="5061" y="497"/>
                      <a:pt x="4255" y="163"/>
                      <a:pt x="3413" y="163"/>
                    </a:cubicBezTo>
                    <a:cubicBezTo>
                      <a:pt x="2572" y="163"/>
                      <a:pt x="1766" y="497"/>
                      <a:pt x="1171" y="1092"/>
                    </a:cubicBezTo>
                    <a:cubicBezTo>
                      <a:pt x="576" y="1687"/>
                      <a:pt x="242" y="2494"/>
                      <a:pt x="242" y="3335"/>
                    </a:cubicBezTo>
                    <a:cubicBezTo>
                      <a:pt x="242" y="4177"/>
                      <a:pt x="576" y="4984"/>
                      <a:pt x="1171" y="5579"/>
                    </a:cubicBezTo>
                    <a:cubicBezTo>
                      <a:pt x="1766" y="6174"/>
                      <a:pt x="2572" y="6508"/>
                      <a:pt x="341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55" name="Freeform: Shape 16754">
                <a:extLst>
                  <a:ext uri="{FF2B5EF4-FFF2-40B4-BE49-F238E27FC236}">
                    <a16:creationId xmlns:a16="http://schemas.microsoft.com/office/drawing/2014/main" id="{5D03DE78-5E8C-EF07-831F-386BB4DA3D73}"/>
                  </a:ext>
                </a:extLst>
              </p:cNvPr>
              <p:cNvSpPr/>
              <p:nvPr/>
            </p:nvSpPr>
            <p:spPr>
              <a:xfrm>
                <a:off x="9476442" y="5540682"/>
                <a:ext cx="6343" cy="6345"/>
              </a:xfrm>
              <a:custGeom>
                <a:avLst/>
                <a:gdLst>
                  <a:gd name="connsiteX0" fmla="*/ 3413 w 6343"/>
                  <a:gd name="connsiteY0" fmla="*/ 6508 h 6345"/>
                  <a:gd name="connsiteX1" fmla="*/ 5656 w 6343"/>
                  <a:gd name="connsiteY1" fmla="*/ 5579 h 6345"/>
                  <a:gd name="connsiteX2" fmla="*/ 6585 w 6343"/>
                  <a:gd name="connsiteY2" fmla="*/ 3335 h 6345"/>
                  <a:gd name="connsiteX3" fmla="*/ 5656 w 6343"/>
                  <a:gd name="connsiteY3" fmla="*/ 1092 h 6345"/>
                  <a:gd name="connsiteX4" fmla="*/ 3413 w 6343"/>
                  <a:gd name="connsiteY4" fmla="*/ 162 h 6345"/>
                  <a:gd name="connsiteX5" fmla="*/ 1171 w 6343"/>
                  <a:gd name="connsiteY5" fmla="*/ 1092 h 6345"/>
                  <a:gd name="connsiteX6" fmla="*/ 242 w 6343"/>
                  <a:gd name="connsiteY6" fmla="*/ 3335 h 6345"/>
                  <a:gd name="connsiteX7" fmla="*/ 1171 w 6343"/>
                  <a:gd name="connsiteY7" fmla="*/ 5579 h 6345"/>
                  <a:gd name="connsiteX8" fmla="*/ 3413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8"/>
                    </a:moveTo>
                    <a:cubicBezTo>
                      <a:pt x="4254" y="6508"/>
                      <a:pt x="5061" y="6174"/>
                      <a:pt x="5656" y="5579"/>
                    </a:cubicBezTo>
                    <a:cubicBezTo>
                      <a:pt x="6251" y="4984"/>
                      <a:pt x="6585" y="4177"/>
                      <a:pt x="6585" y="3335"/>
                    </a:cubicBezTo>
                    <a:cubicBezTo>
                      <a:pt x="6585" y="2494"/>
                      <a:pt x="6251" y="1687"/>
                      <a:pt x="5656" y="1092"/>
                    </a:cubicBezTo>
                    <a:cubicBezTo>
                      <a:pt x="5061" y="497"/>
                      <a:pt x="4254" y="162"/>
                      <a:pt x="3413" y="162"/>
                    </a:cubicBezTo>
                    <a:cubicBezTo>
                      <a:pt x="2572" y="162"/>
                      <a:pt x="1765" y="497"/>
                      <a:pt x="1171" y="1092"/>
                    </a:cubicBezTo>
                    <a:cubicBezTo>
                      <a:pt x="576" y="1687"/>
                      <a:pt x="242" y="2494"/>
                      <a:pt x="242" y="3335"/>
                    </a:cubicBezTo>
                    <a:cubicBezTo>
                      <a:pt x="242" y="4177"/>
                      <a:pt x="576" y="4984"/>
                      <a:pt x="1171" y="5579"/>
                    </a:cubicBezTo>
                    <a:cubicBezTo>
                      <a:pt x="1765" y="6174"/>
                      <a:pt x="2572" y="6508"/>
                      <a:pt x="3413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56" name="Freeform: Shape 16755">
                <a:extLst>
                  <a:ext uri="{FF2B5EF4-FFF2-40B4-BE49-F238E27FC236}">
                    <a16:creationId xmlns:a16="http://schemas.microsoft.com/office/drawing/2014/main" id="{E6CFC2E0-D5F8-368A-B9B8-17A6D4B8ED0C}"/>
                  </a:ext>
                </a:extLst>
              </p:cNvPr>
              <p:cNvSpPr/>
              <p:nvPr/>
            </p:nvSpPr>
            <p:spPr>
              <a:xfrm>
                <a:off x="9473628" y="5530342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0 w 6343"/>
                  <a:gd name="connsiteY5" fmla="*/ 1091 h 6345"/>
                  <a:gd name="connsiteX6" fmla="*/ 242 w 6343"/>
                  <a:gd name="connsiteY6" fmla="*/ 3334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0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57" name="Freeform: Shape 16756">
                <a:extLst>
                  <a:ext uri="{FF2B5EF4-FFF2-40B4-BE49-F238E27FC236}">
                    <a16:creationId xmlns:a16="http://schemas.microsoft.com/office/drawing/2014/main" id="{54C79313-4AFE-7166-F211-B7A771BDB1CF}"/>
                  </a:ext>
                </a:extLst>
              </p:cNvPr>
              <p:cNvSpPr/>
              <p:nvPr/>
            </p:nvSpPr>
            <p:spPr>
              <a:xfrm>
                <a:off x="9471702" y="5526454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6" y="5577"/>
                    </a:cubicBezTo>
                    <a:cubicBezTo>
                      <a:pt x="6250" y="4982"/>
                      <a:pt x="6585" y="4175"/>
                      <a:pt x="6585" y="3334"/>
                    </a:cubicBezTo>
                    <a:cubicBezTo>
                      <a:pt x="6585" y="2493"/>
                      <a:pt x="6250" y="1686"/>
                      <a:pt x="5656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0" y="1091"/>
                    </a:cubicBezTo>
                    <a:cubicBezTo>
                      <a:pt x="576" y="1686"/>
                      <a:pt x="241" y="2493"/>
                      <a:pt x="241" y="3334"/>
                    </a:cubicBezTo>
                    <a:cubicBezTo>
                      <a:pt x="241" y="4175"/>
                      <a:pt x="576" y="4982"/>
                      <a:pt x="1170" y="5577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58" name="Freeform: Shape 16757">
                <a:extLst>
                  <a:ext uri="{FF2B5EF4-FFF2-40B4-BE49-F238E27FC236}">
                    <a16:creationId xmlns:a16="http://schemas.microsoft.com/office/drawing/2014/main" id="{319AA911-664E-7E99-7983-095418B7142A}"/>
                  </a:ext>
                </a:extLst>
              </p:cNvPr>
              <p:cNvSpPr/>
              <p:nvPr/>
            </p:nvSpPr>
            <p:spPr>
              <a:xfrm>
                <a:off x="9465876" y="5525815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0" y="6172"/>
                      <a:pt x="5655" y="5577"/>
                    </a:cubicBezTo>
                    <a:cubicBezTo>
                      <a:pt x="6250" y="4982"/>
                      <a:pt x="6584" y="4175"/>
                      <a:pt x="6584" y="3334"/>
                    </a:cubicBezTo>
                    <a:cubicBezTo>
                      <a:pt x="6584" y="2493"/>
                      <a:pt x="6250" y="1685"/>
                      <a:pt x="5655" y="1091"/>
                    </a:cubicBezTo>
                    <a:cubicBezTo>
                      <a:pt x="5060" y="496"/>
                      <a:pt x="4254" y="161"/>
                      <a:pt x="3413" y="161"/>
                    </a:cubicBezTo>
                    <a:cubicBezTo>
                      <a:pt x="2571" y="161"/>
                      <a:pt x="1765" y="496"/>
                      <a:pt x="1170" y="1091"/>
                    </a:cubicBezTo>
                    <a:cubicBezTo>
                      <a:pt x="575" y="1685"/>
                      <a:pt x="241" y="2493"/>
                      <a:pt x="241" y="3334"/>
                    </a:cubicBezTo>
                    <a:cubicBezTo>
                      <a:pt x="241" y="4175"/>
                      <a:pt x="575" y="4982"/>
                      <a:pt x="1170" y="5577"/>
                    </a:cubicBezTo>
                    <a:cubicBezTo>
                      <a:pt x="1765" y="6172"/>
                      <a:pt x="2571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59" name="Freeform: Shape 16758">
                <a:extLst>
                  <a:ext uri="{FF2B5EF4-FFF2-40B4-BE49-F238E27FC236}">
                    <a16:creationId xmlns:a16="http://schemas.microsoft.com/office/drawing/2014/main" id="{348BAACF-5720-40B6-5A97-DCC2DA40E404}"/>
                  </a:ext>
                </a:extLst>
              </p:cNvPr>
              <p:cNvSpPr/>
              <p:nvPr/>
            </p:nvSpPr>
            <p:spPr>
              <a:xfrm>
                <a:off x="9464449" y="5525884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4" y="6507"/>
                      <a:pt x="5060" y="6172"/>
                      <a:pt x="5655" y="5577"/>
                    </a:cubicBezTo>
                    <a:cubicBezTo>
                      <a:pt x="6250" y="4982"/>
                      <a:pt x="6584" y="4175"/>
                      <a:pt x="6584" y="3334"/>
                    </a:cubicBezTo>
                    <a:cubicBezTo>
                      <a:pt x="6584" y="2493"/>
                      <a:pt x="6250" y="1685"/>
                      <a:pt x="5655" y="1091"/>
                    </a:cubicBezTo>
                    <a:cubicBezTo>
                      <a:pt x="5060" y="496"/>
                      <a:pt x="4254" y="161"/>
                      <a:pt x="3412" y="161"/>
                    </a:cubicBezTo>
                    <a:cubicBezTo>
                      <a:pt x="2571" y="161"/>
                      <a:pt x="1765" y="496"/>
                      <a:pt x="1170" y="1091"/>
                    </a:cubicBezTo>
                    <a:cubicBezTo>
                      <a:pt x="575" y="1685"/>
                      <a:pt x="241" y="2493"/>
                      <a:pt x="241" y="3334"/>
                    </a:cubicBezTo>
                    <a:cubicBezTo>
                      <a:pt x="241" y="4175"/>
                      <a:pt x="575" y="4982"/>
                      <a:pt x="1170" y="5577"/>
                    </a:cubicBezTo>
                    <a:cubicBezTo>
                      <a:pt x="1765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60" name="Freeform: Shape 16759">
                <a:extLst>
                  <a:ext uri="{FF2B5EF4-FFF2-40B4-BE49-F238E27FC236}">
                    <a16:creationId xmlns:a16="http://schemas.microsoft.com/office/drawing/2014/main" id="{864FB521-CF67-987F-3B98-B68C417716D8}"/>
                  </a:ext>
                </a:extLst>
              </p:cNvPr>
              <p:cNvSpPr/>
              <p:nvPr/>
            </p:nvSpPr>
            <p:spPr>
              <a:xfrm>
                <a:off x="9463026" y="5526002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2"/>
                      <a:pt x="5655" y="5577"/>
                    </a:cubicBezTo>
                    <a:cubicBezTo>
                      <a:pt x="6250" y="4982"/>
                      <a:pt x="6584" y="4175"/>
                      <a:pt x="6584" y="3334"/>
                    </a:cubicBezTo>
                    <a:cubicBezTo>
                      <a:pt x="6584" y="2493"/>
                      <a:pt x="6250" y="1685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70" y="1091"/>
                    </a:cubicBezTo>
                    <a:cubicBezTo>
                      <a:pt x="575" y="1685"/>
                      <a:pt x="241" y="2493"/>
                      <a:pt x="241" y="3334"/>
                    </a:cubicBezTo>
                    <a:cubicBezTo>
                      <a:pt x="241" y="4175"/>
                      <a:pt x="575" y="4982"/>
                      <a:pt x="1170" y="5577"/>
                    </a:cubicBezTo>
                    <a:cubicBezTo>
                      <a:pt x="1764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61" name="Freeform: Shape 16760">
                <a:extLst>
                  <a:ext uri="{FF2B5EF4-FFF2-40B4-BE49-F238E27FC236}">
                    <a16:creationId xmlns:a16="http://schemas.microsoft.com/office/drawing/2014/main" id="{29C68524-F777-AD36-9C16-DCD5B76964E3}"/>
                  </a:ext>
                </a:extLst>
              </p:cNvPr>
              <p:cNvSpPr/>
              <p:nvPr/>
            </p:nvSpPr>
            <p:spPr>
              <a:xfrm>
                <a:off x="9461594" y="5525994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2"/>
                      <a:pt x="5655" y="5577"/>
                    </a:cubicBezTo>
                    <a:cubicBezTo>
                      <a:pt x="6250" y="4982"/>
                      <a:pt x="6584" y="4175"/>
                      <a:pt x="6584" y="3334"/>
                    </a:cubicBezTo>
                    <a:cubicBezTo>
                      <a:pt x="6584" y="2493"/>
                      <a:pt x="6250" y="1685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70" y="1091"/>
                    </a:cubicBezTo>
                    <a:cubicBezTo>
                      <a:pt x="575" y="1685"/>
                      <a:pt x="241" y="2493"/>
                      <a:pt x="241" y="3334"/>
                    </a:cubicBezTo>
                    <a:cubicBezTo>
                      <a:pt x="241" y="4175"/>
                      <a:pt x="575" y="4982"/>
                      <a:pt x="1170" y="5577"/>
                    </a:cubicBezTo>
                    <a:cubicBezTo>
                      <a:pt x="1764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62" name="Freeform: Shape 16761">
                <a:extLst>
                  <a:ext uri="{FF2B5EF4-FFF2-40B4-BE49-F238E27FC236}">
                    <a16:creationId xmlns:a16="http://schemas.microsoft.com/office/drawing/2014/main" id="{C2A9BC28-4FC5-1B13-EBCA-701E57D5FAFF}"/>
                  </a:ext>
                </a:extLst>
              </p:cNvPr>
              <p:cNvSpPr/>
              <p:nvPr/>
            </p:nvSpPr>
            <p:spPr>
              <a:xfrm>
                <a:off x="9460183" y="5526273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1 w 6343"/>
                  <a:gd name="connsiteY6" fmla="*/ 3334 h 6345"/>
                  <a:gd name="connsiteX7" fmla="*/ 1169 w 6343"/>
                  <a:gd name="connsiteY7" fmla="*/ 5577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2"/>
                      <a:pt x="5655" y="5577"/>
                    </a:cubicBezTo>
                    <a:cubicBezTo>
                      <a:pt x="6249" y="4982"/>
                      <a:pt x="6584" y="4175"/>
                      <a:pt x="6584" y="3334"/>
                    </a:cubicBezTo>
                    <a:cubicBezTo>
                      <a:pt x="6584" y="2493"/>
                      <a:pt x="6249" y="1686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5"/>
                      <a:pt x="575" y="4982"/>
                      <a:pt x="1169" y="5577"/>
                    </a:cubicBezTo>
                    <a:cubicBezTo>
                      <a:pt x="1764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63" name="Freeform: Shape 16762">
                <a:extLst>
                  <a:ext uri="{FF2B5EF4-FFF2-40B4-BE49-F238E27FC236}">
                    <a16:creationId xmlns:a16="http://schemas.microsoft.com/office/drawing/2014/main" id="{2368975E-FB9D-F3DB-A71C-E606AE48C85A}"/>
                  </a:ext>
                </a:extLst>
              </p:cNvPr>
              <p:cNvSpPr/>
              <p:nvPr/>
            </p:nvSpPr>
            <p:spPr>
              <a:xfrm>
                <a:off x="9458780" y="5526721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7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2"/>
                      <a:pt x="5655" y="5577"/>
                    </a:cubicBezTo>
                    <a:cubicBezTo>
                      <a:pt x="6249" y="4982"/>
                      <a:pt x="6584" y="4175"/>
                      <a:pt x="6584" y="3334"/>
                    </a:cubicBezTo>
                    <a:cubicBezTo>
                      <a:pt x="6584" y="2493"/>
                      <a:pt x="6249" y="1686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5" y="1686"/>
                      <a:pt x="240" y="2493"/>
                      <a:pt x="240" y="3334"/>
                    </a:cubicBezTo>
                    <a:cubicBezTo>
                      <a:pt x="240" y="4175"/>
                      <a:pt x="575" y="4982"/>
                      <a:pt x="1169" y="5577"/>
                    </a:cubicBezTo>
                    <a:cubicBezTo>
                      <a:pt x="1764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64" name="Freeform: Shape 16763">
                <a:extLst>
                  <a:ext uri="{FF2B5EF4-FFF2-40B4-BE49-F238E27FC236}">
                    <a16:creationId xmlns:a16="http://schemas.microsoft.com/office/drawing/2014/main" id="{20EBB0FA-AFBC-61B5-3B3A-343F427DC34B}"/>
                  </a:ext>
                </a:extLst>
              </p:cNvPr>
              <p:cNvSpPr/>
              <p:nvPr/>
            </p:nvSpPr>
            <p:spPr>
              <a:xfrm>
                <a:off x="9457365" y="5527041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7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7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2"/>
                      <a:pt x="5654" y="5577"/>
                    </a:cubicBezTo>
                    <a:cubicBezTo>
                      <a:pt x="6249" y="4983"/>
                      <a:pt x="6583" y="4175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5"/>
                      <a:pt x="574" y="4983"/>
                      <a:pt x="1169" y="5577"/>
                    </a:cubicBezTo>
                    <a:cubicBezTo>
                      <a:pt x="1764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65" name="Freeform: Shape 16764">
                <a:extLst>
                  <a:ext uri="{FF2B5EF4-FFF2-40B4-BE49-F238E27FC236}">
                    <a16:creationId xmlns:a16="http://schemas.microsoft.com/office/drawing/2014/main" id="{5FD85A65-5C4B-4546-F1D2-47FCB830EF89}"/>
                  </a:ext>
                </a:extLst>
              </p:cNvPr>
              <p:cNvSpPr/>
              <p:nvPr/>
            </p:nvSpPr>
            <p:spPr>
              <a:xfrm>
                <a:off x="9455950" y="5527413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2"/>
                      <a:pt x="5654" y="5578"/>
                    </a:cubicBezTo>
                    <a:cubicBezTo>
                      <a:pt x="6249" y="4983"/>
                      <a:pt x="6583" y="4175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5"/>
                      <a:pt x="574" y="4983"/>
                      <a:pt x="1169" y="5578"/>
                    </a:cubicBezTo>
                    <a:cubicBezTo>
                      <a:pt x="1764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66" name="Freeform: Shape 16765">
                <a:extLst>
                  <a:ext uri="{FF2B5EF4-FFF2-40B4-BE49-F238E27FC236}">
                    <a16:creationId xmlns:a16="http://schemas.microsoft.com/office/drawing/2014/main" id="{124821A5-FBA5-4425-1063-33A40FA84935}"/>
                  </a:ext>
                </a:extLst>
              </p:cNvPr>
              <p:cNvSpPr/>
              <p:nvPr/>
            </p:nvSpPr>
            <p:spPr>
              <a:xfrm>
                <a:off x="9454526" y="5527657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67" name="Freeform: Shape 16766">
                <a:extLst>
                  <a:ext uri="{FF2B5EF4-FFF2-40B4-BE49-F238E27FC236}">
                    <a16:creationId xmlns:a16="http://schemas.microsoft.com/office/drawing/2014/main" id="{490BC1D6-F06D-FFFF-272A-C59DC9702F0F}"/>
                  </a:ext>
                </a:extLst>
              </p:cNvPr>
              <p:cNvSpPr/>
              <p:nvPr/>
            </p:nvSpPr>
            <p:spPr>
              <a:xfrm>
                <a:off x="9453095" y="5527774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3" y="161"/>
                      <a:pt x="3412" y="161"/>
                    </a:cubicBezTo>
                    <a:cubicBezTo>
                      <a:pt x="2570" y="161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0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68" name="Freeform: Shape 16767">
                <a:extLst>
                  <a:ext uri="{FF2B5EF4-FFF2-40B4-BE49-F238E27FC236}">
                    <a16:creationId xmlns:a16="http://schemas.microsoft.com/office/drawing/2014/main" id="{6FB0E325-1F4A-E13B-BD87-130D43B3CEC3}"/>
                  </a:ext>
                </a:extLst>
              </p:cNvPr>
              <p:cNvSpPr/>
              <p:nvPr/>
            </p:nvSpPr>
            <p:spPr>
              <a:xfrm>
                <a:off x="9451682" y="5528535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3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3" y="161"/>
                      <a:pt x="3411" y="161"/>
                    </a:cubicBezTo>
                    <a:cubicBezTo>
                      <a:pt x="2570" y="161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69" name="Freeform: Shape 16768">
                <a:extLst>
                  <a:ext uri="{FF2B5EF4-FFF2-40B4-BE49-F238E27FC236}">
                    <a16:creationId xmlns:a16="http://schemas.microsoft.com/office/drawing/2014/main" id="{6591AFEA-0D93-48B1-CB8A-EB98452B4B91}"/>
                  </a:ext>
                </a:extLst>
              </p:cNvPr>
              <p:cNvSpPr/>
              <p:nvPr/>
            </p:nvSpPr>
            <p:spPr>
              <a:xfrm>
                <a:off x="9450261" y="5529286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70" name="Freeform: Shape 16769">
                <a:extLst>
                  <a:ext uri="{FF2B5EF4-FFF2-40B4-BE49-F238E27FC236}">
                    <a16:creationId xmlns:a16="http://schemas.microsoft.com/office/drawing/2014/main" id="{CD92E40C-1D95-0912-C532-926C572E8B60}"/>
                  </a:ext>
                </a:extLst>
              </p:cNvPr>
              <p:cNvSpPr/>
              <p:nvPr/>
            </p:nvSpPr>
            <p:spPr>
              <a:xfrm>
                <a:off x="9448831" y="5530029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71" name="Freeform: Shape 16770">
                <a:extLst>
                  <a:ext uri="{FF2B5EF4-FFF2-40B4-BE49-F238E27FC236}">
                    <a16:creationId xmlns:a16="http://schemas.microsoft.com/office/drawing/2014/main" id="{D4234BA4-DC12-8DDE-CB26-5581F72F9F36}"/>
                  </a:ext>
                </a:extLst>
              </p:cNvPr>
              <p:cNvSpPr/>
              <p:nvPr/>
            </p:nvSpPr>
            <p:spPr>
              <a:xfrm>
                <a:off x="9447398" y="5531238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40 w 6343"/>
                  <a:gd name="connsiteY6" fmla="*/ 3334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8" y="4983"/>
                      <a:pt x="6583" y="4176"/>
                      <a:pt x="6583" y="3334"/>
                    </a:cubicBezTo>
                    <a:cubicBezTo>
                      <a:pt x="6583" y="2493"/>
                      <a:pt x="6248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72" name="Freeform: Shape 16771">
                <a:extLst>
                  <a:ext uri="{FF2B5EF4-FFF2-40B4-BE49-F238E27FC236}">
                    <a16:creationId xmlns:a16="http://schemas.microsoft.com/office/drawing/2014/main" id="{DFF2F1AB-A094-FB17-B1E6-33E1133EE40A}"/>
                  </a:ext>
                </a:extLst>
              </p:cNvPr>
              <p:cNvSpPr/>
              <p:nvPr/>
            </p:nvSpPr>
            <p:spPr>
              <a:xfrm>
                <a:off x="9445946" y="5531726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4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8" y="4983"/>
                      <a:pt x="6583" y="4176"/>
                      <a:pt x="6583" y="3334"/>
                    </a:cubicBezTo>
                    <a:cubicBezTo>
                      <a:pt x="6583" y="2493"/>
                      <a:pt x="6248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4" y="1686"/>
                      <a:pt x="239" y="2493"/>
                      <a:pt x="239" y="3334"/>
                    </a:cubicBezTo>
                    <a:cubicBezTo>
                      <a:pt x="239" y="4176"/>
                      <a:pt x="574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73" name="Freeform: Shape 16772">
                <a:extLst>
                  <a:ext uri="{FF2B5EF4-FFF2-40B4-BE49-F238E27FC236}">
                    <a16:creationId xmlns:a16="http://schemas.microsoft.com/office/drawing/2014/main" id="{076B7FC0-0308-FB28-B9C0-904C52670FA9}"/>
                  </a:ext>
                </a:extLst>
              </p:cNvPr>
              <p:cNvSpPr/>
              <p:nvPr/>
            </p:nvSpPr>
            <p:spPr>
              <a:xfrm>
                <a:off x="9444488" y="5532917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74" name="Freeform: Shape 16773">
                <a:extLst>
                  <a:ext uri="{FF2B5EF4-FFF2-40B4-BE49-F238E27FC236}">
                    <a16:creationId xmlns:a16="http://schemas.microsoft.com/office/drawing/2014/main" id="{E60D8105-F90A-D10F-1BEC-E8FCB1B792CE}"/>
                  </a:ext>
                </a:extLst>
              </p:cNvPr>
              <p:cNvSpPr/>
              <p:nvPr/>
            </p:nvSpPr>
            <p:spPr>
              <a:xfrm>
                <a:off x="9443019" y="5533565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75" name="Freeform: Shape 16774">
                <a:extLst>
                  <a:ext uri="{FF2B5EF4-FFF2-40B4-BE49-F238E27FC236}">
                    <a16:creationId xmlns:a16="http://schemas.microsoft.com/office/drawing/2014/main" id="{D70049ED-A678-4FE0-38A3-CFA095212396}"/>
                  </a:ext>
                </a:extLst>
              </p:cNvPr>
              <p:cNvSpPr/>
              <p:nvPr/>
            </p:nvSpPr>
            <p:spPr>
              <a:xfrm>
                <a:off x="9441543" y="5534086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8" y="496"/>
                      <a:pt x="4252" y="162"/>
                      <a:pt x="3411" y="162"/>
                    </a:cubicBezTo>
                    <a:cubicBezTo>
                      <a:pt x="2569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69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76" name="Freeform: Shape 16775">
                <a:extLst>
                  <a:ext uri="{FF2B5EF4-FFF2-40B4-BE49-F238E27FC236}">
                    <a16:creationId xmlns:a16="http://schemas.microsoft.com/office/drawing/2014/main" id="{3E531FBF-6B3C-85DC-6982-34032CD4A77B}"/>
                  </a:ext>
                </a:extLst>
              </p:cNvPr>
              <p:cNvSpPr/>
              <p:nvPr/>
            </p:nvSpPr>
            <p:spPr>
              <a:xfrm>
                <a:off x="9440053" y="5535012"/>
                <a:ext cx="6343" cy="6345"/>
              </a:xfrm>
              <a:custGeom>
                <a:avLst/>
                <a:gdLst>
                  <a:gd name="connsiteX0" fmla="*/ 3410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0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7"/>
                    </a:moveTo>
                    <a:cubicBezTo>
                      <a:pt x="4252" y="6507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8" y="496"/>
                      <a:pt x="4252" y="162"/>
                      <a:pt x="3410" y="162"/>
                    </a:cubicBezTo>
                    <a:cubicBezTo>
                      <a:pt x="2569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69" y="6507"/>
                      <a:pt x="341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77" name="Freeform: Shape 16776">
                <a:extLst>
                  <a:ext uri="{FF2B5EF4-FFF2-40B4-BE49-F238E27FC236}">
                    <a16:creationId xmlns:a16="http://schemas.microsoft.com/office/drawing/2014/main" id="{3920AA69-B5FA-AA06-2ABB-AAAB0ADDF2AB}"/>
                  </a:ext>
                </a:extLst>
              </p:cNvPr>
              <p:cNvSpPr/>
              <p:nvPr/>
            </p:nvSpPr>
            <p:spPr>
              <a:xfrm>
                <a:off x="9438544" y="5536226"/>
                <a:ext cx="6343" cy="6345"/>
              </a:xfrm>
              <a:custGeom>
                <a:avLst/>
                <a:gdLst>
                  <a:gd name="connsiteX0" fmla="*/ 3410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0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7"/>
                    </a:moveTo>
                    <a:cubicBezTo>
                      <a:pt x="4251" y="6507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8" y="496"/>
                      <a:pt x="4251" y="162"/>
                      <a:pt x="3410" y="162"/>
                    </a:cubicBezTo>
                    <a:cubicBezTo>
                      <a:pt x="2569" y="162"/>
                      <a:pt x="1762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2" y="6173"/>
                      <a:pt x="2569" y="6507"/>
                      <a:pt x="341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78" name="Freeform: Shape 16777">
                <a:extLst>
                  <a:ext uri="{FF2B5EF4-FFF2-40B4-BE49-F238E27FC236}">
                    <a16:creationId xmlns:a16="http://schemas.microsoft.com/office/drawing/2014/main" id="{5CBD192D-C99E-C616-9C71-8A497174BC22}"/>
                  </a:ext>
                </a:extLst>
              </p:cNvPr>
              <p:cNvSpPr/>
              <p:nvPr/>
            </p:nvSpPr>
            <p:spPr>
              <a:xfrm>
                <a:off x="9437008" y="5537845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0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8" y="496"/>
                      <a:pt x="4251" y="162"/>
                      <a:pt x="3410" y="162"/>
                    </a:cubicBezTo>
                    <a:cubicBezTo>
                      <a:pt x="2569" y="162"/>
                      <a:pt x="1762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2" y="6173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79" name="Freeform: Shape 16778">
                <a:extLst>
                  <a:ext uri="{FF2B5EF4-FFF2-40B4-BE49-F238E27FC236}">
                    <a16:creationId xmlns:a16="http://schemas.microsoft.com/office/drawing/2014/main" id="{A75F0EE9-6D56-1FE1-94C2-5E9E8AF9FF06}"/>
                  </a:ext>
                </a:extLst>
              </p:cNvPr>
              <p:cNvSpPr/>
              <p:nvPr/>
            </p:nvSpPr>
            <p:spPr>
              <a:xfrm>
                <a:off x="9435417" y="5540402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9 h 6345"/>
                  <a:gd name="connsiteX2" fmla="*/ 6582 w 6343"/>
                  <a:gd name="connsiteY2" fmla="*/ 3335 h 6345"/>
                  <a:gd name="connsiteX3" fmla="*/ 5653 w 6343"/>
                  <a:gd name="connsiteY3" fmla="*/ 1092 h 6345"/>
                  <a:gd name="connsiteX4" fmla="*/ 3410 w 6343"/>
                  <a:gd name="connsiteY4" fmla="*/ 162 h 6345"/>
                  <a:gd name="connsiteX5" fmla="*/ 1167 w 6343"/>
                  <a:gd name="connsiteY5" fmla="*/ 1092 h 6345"/>
                  <a:gd name="connsiteX6" fmla="*/ 239 w 6343"/>
                  <a:gd name="connsiteY6" fmla="*/ 3335 h 6345"/>
                  <a:gd name="connsiteX7" fmla="*/ 1167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4"/>
                      <a:pt x="5653" y="5579"/>
                    </a:cubicBezTo>
                    <a:cubicBezTo>
                      <a:pt x="6247" y="4984"/>
                      <a:pt x="6582" y="4177"/>
                      <a:pt x="6582" y="3335"/>
                    </a:cubicBezTo>
                    <a:cubicBezTo>
                      <a:pt x="6582" y="2494"/>
                      <a:pt x="6247" y="1687"/>
                      <a:pt x="5653" y="1092"/>
                    </a:cubicBezTo>
                    <a:cubicBezTo>
                      <a:pt x="5058" y="497"/>
                      <a:pt x="4251" y="162"/>
                      <a:pt x="3410" y="162"/>
                    </a:cubicBezTo>
                    <a:cubicBezTo>
                      <a:pt x="2569" y="162"/>
                      <a:pt x="1762" y="497"/>
                      <a:pt x="1167" y="1092"/>
                    </a:cubicBezTo>
                    <a:cubicBezTo>
                      <a:pt x="573" y="1687"/>
                      <a:pt x="239" y="2494"/>
                      <a:pt x="239" y="3335"/>
                    </a:cubicBezTo>
                    <a:cubicBezTo>
                      <a:pt x="239" y="4177"/>
                      <a:pt x="573" y="4984"/>
                      <a:pt x="1167" y="5579"/>
                    </a:cubicBezTo>
                    <a:cubicBezTo>
                      <a:pt x="1762" y="6174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80" name="Freeform: Shape 16779">
                <a:extLst>
                  <a:ext uri="{FF2B5EF4-FFF2-40B4-BE49-F238E27FC236}">
                    <a16:creationId xmlns:a16="http://schemas.microsoft.com/office/drawing/2014/main" id="{8B70B90D-C1A2-1344-0DB7-CF4D8B60F700}"/>
                  </a:ext>
                </a:extLst>
              </p:cNvPr>
              <p:cNvSpPr/>
              <p:nvPr/>
            </p:nvSpPr>
            <p:spPr>
              <a:xfrm>
                <a:off x="9433853" y="5541586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9 h 6345"/>
                  <a:gd name="connsiteX2" fmla="*/ 6582 w 6343"/>
                  <a:gd name="connsiteY2" fmla="*/ 3335 h 6345"/>
                  <a:gd name="connsiteX3" fmla="*/ 5653 w 6343"/>
                  <a:gd name="connsiteY3" fmla="*/ 1092 h 6345"/>
                  <a:gd name="connsiteX4" fmla="*/ 3410 w 6343"/>
                  <a:gd name="connsiteY4" fmla="*/ 162 h 6345"/>
                  <a:gd name="connsiteX5" fmla="*/ 1167 w 6343"/>
                  <a:gd name="connsiteY5" fmla="*/ 1092 h 6345"/>
                  <a:gd name="connsiteX6" fmla="*/ 238 w 6343"/>
                  <a:gd name="connsiteY6" fmla="*/ 3335 h 6345"/>
                  <a:gd name="connsiteX7" fmla="*/ 1167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4"/>
                      <a:pt x="5653" y="5579"/>
                    </a:cubicBezTo>
                    <a:cubicBezTo>
                      <a:pt x="6247" y="4984"/>
                      <a:pt x="6582" y="4177"/>
                      <a:pt x="6582" y="3335"/>
                    </a:cubicBezTo>
                    <a:cubicBezTo>
                      <a:pt x="6582" y="2494"/>
                      <a:pt x="6247" y="1687"/>
                      <a:pt x="5653" y="1092"/>
                    </a:cubicBezTo>
                    <a:cubicBezTo>
                      <a:pt x="5058" y="497"/>
                      <a:pt x="4251" y="162"/>
                      <a:pt x="3410" y="162"/>
                    </a:cubicBezTo>
                    <a:cubicBezTo>
                      <a:pt x="2569" y="162"/>
                      <a:pt x="1762" y="497"/>
                      <a:pt x="1167" y="1092"/>
                    </a:cubicBezTo>
                    <a:cubicBezTo>
                      <a:pt x="573" y="1687"/>
                      <a:pt x="238" y="2494"/>
                      <a:pt x="238" y="3335"/>
                    </a:cubicBezTo>
                    <a:cubicBezTo>
                      <a:pt x="238" y="4177"/>
                      <a:pt x="573" y="4984"/>
                      <a:pt x="1167" y="5579"/>
                    </a:cubicBezTo>
                    <a:cubicBezTo>
                      <a:pt x="1762" y="6174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81" name="Freeform: Shape 16780">
                <a:extLst>
                  <a:ext uri="{FF2B5EF4-FFF2-40B4-BE49-F238E27FC236}">
                    <a16:creationId xmlns:a16="http://schemas.microsoft.com/office/drawing/2014/main" id="{07DE4ECB-762D-CA6D-F72E-3B10D89F4A3D}"/>
                  </a:ext>
                </a:extLst>
              </p:cNvPr>
              <p:cNvSpPr/>
              <p:nvPr/>
            </p:nvSpPr>
            <p:spPr>
              <a:xfrm>
                <a:off x="9432209" y="5544063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2 w 6343"/>
                  <a:gd name="connsiteY1" fmla="*/ 5579 h 6345"/>
                  <a:gd name="connsiteX2" fmla="*/ 6581 w 6343"/>
                  <a:gd name="connsiteY2" fmla="*/ 3335 h 6345"/>
                  <a:gd name="connsiteX3" fmla="*/ 5652 w 6343"/>
                  <a:gd name="connsiteY3" fmla="*/ 1092 h 6345"/>
                  <a:gd name="connsiteX4" fmla="*/ 3410 w 6343"/>
                  <a:gd name="connsiteY4" fmla="*/ 163 h 6345"/>
                  <a:gd name="connsiteX5" fmla="*/ 1167 w 6343"/>
                  <a:gd name="connsiteY5" fmla="*/ 1092 h 6345"/>
                  <a:gd name="connsiteX6" fmla="*/ 238 w 6343"/>
                  <a:gd name="connsiteY6" fmla="*/ 3335 h 6345"/>
                  <a:gd name="connsiteX7" fmla="*/ 1167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4"/>
                      <a:pt x="5652" y="5579"/>
                    </a:cubicBezTo>
                    <a:cubicBezTo>
                      <a:pt x="6247" y="4984"/>
                      <a:pt x="6581" y="4177"/>
                      <a:pt x="6581" y="3335"/>
                    </a:cubicBezTo>
                    <a:cubicBezTo>
                      <a:pt x="6581" y="2494"/>
                      <a:pt x="6247" y="1687"/>
                      <a:pt x="5652" y="1092"/>
                    </a:cubicBezTo>
                    <a:cubicBezTo>
                      <a:pt x="5058" y="497"/>
                      <a:pt x="4251" y="163"/>
                      <a:pt x="3410" y="163"/>
                    </a:cubicBezTo>
                    <a:cubicBezTo>
                      <a:pt x="2569" y="163"/>
                      <a:pt x="1762" y="497"/>
                      <a:pt x="1167" y="1092"/>
                    </a:cubicBezTo>
                    <a:cubicBezTo>
                      <a:pt x="572" y="1687"/>
                      <a:pt x="238" y="2494"/>
                      <a:pt x="238" y="3335"/>
                    </a:cubicBezTo>
                    <a:cubicBezTo>
                      <a:pt x="238" y="4177"/>
                      <a:pt x="572" y="4984"/>
                      <a:pt x="1167" y="5579"/>
                    </a:cubicBezTo>
                    <a:cubicBezTo>
                      <a:pt x="1762" y="6174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82" name="Freeform: Shape 16781">
                <a:extLst>
                  <a:ext uri="{FF2B5EF4-FFF2-40B4-BE49-F238E27FC236}">
                    <a16:creationId xmlns:a16="http://schemas.microsoft.com/office/drawing/2014/main" id="{D436F687-E139-2EFB-2AA1-271E2441ED64}"/>
                  </a:ext>
                </a:extLst>
              </p:cNvPr>
              <p:cNvSpPr/>
              <p:nvPr/>
            </p:nvSpPr>
            <p:spPr>
              <a:xfrm>
                <a:off x="9430519" y="5546825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2 w 6343"/>
                  <a:gd name="connsiteY1" fmla="*/ 5579 h 6345"/>
                  <a:gd name="connsiteX2" fmla="*/ 6581 w 6343"/>
                  <a:gd name="connsiteY2" fmla="*/ 3336 h 6345"/>
                  <a:gd name="connsiteX3" fmla="*/ 5652 w 6343"/>
                  <a:gd name="connsiteY3" fmla="*/ 1092 h 6345"/>
                  <a:gd name="connsiteX4" fmla="*/ 3410 w 6343"/>
                  <a:gd name="connsiteY4" fmla="*/ 163 h 6345"/>
                  <a:gd name="connsiteX5" fmla="*/ 1167 w 6343"/>
                  <a:gd name="connsiteY5" fmla="*/ 1092 h 6345"/>
                  <a:gd name="connsiteX6" fmla="*/ 238 w 6343"/>
                  <a:gd name="connsiteY6" fmla="*/ 3336 h 6345"/>
                  <a:gd name="connsiteX7" fmla="*/ 1167 w 6343"/>
                  <a:gd name="connsiteY7" fmla="*/ 5579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4"/>
                      <a:pt x="5652" y="5579"/>
                    </a:cubicBezTo>
                    <a:cubicBezTo>
                      <a:pt x="6247" y="4984"/>
                      <a:pt x="6581" y="4177"/>
                      <a:pt x="6581" y="3336"/>
                    </a:cubicBezTo>
                    <a:cubicBezTo>
                      <a:pt x="6581" y="2494"/>
                      <a:pt x="6247" y="1687"/>
                      <a:pt x="5652" y="1092"/>
                    </a:cubicBezTo>
                    <a:cubicBezTo>
                      <a:pt x="5058" y="497"/>
                      <a:pt x="4251" y="163"/>
                      <a:pt x="3410" y="163"/>
                    </a:cubicBezTo>
                    <a:cubicBezTo>
                      <a:pt x="2569" y="163"/>
                      <a:pt x="1762" y="497"/>
                      <a:pt x="1167" y="1092"/>
                    </a:cubicBezTo>
                    <a:cubicBezTo>
                      <a:pt x="572" y="1687"/>
                      <a:pt x="238" y="2494"/>
                      <a:pt x="238" y="3336"/>
                    </a:cubicBezTo>
                    <a:cubicBezTo>
                      <a:pt x="238" y="4177"/>
                      <a:pt x="572" y="4984"/>
                      <a:pt x="1167" y="5579"/>
                    </a:cubicBezTo>
                    <a:cubicBezTo>
                      <a:pt x="1762" y="6174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83" name="Freeform: Shape 16782">
                <a:extLst>
                  <a:ext uri="{FF2B5EF4-FFF2-40B4-BE49-F238E27FC236}">
                    <a16:creationId xmlns:a16="http://schemas.microsoft.com/office/drawing/2014/main" id="{0ABB1D60-9C95-914F-59C7-BDA1A10B2C54}"/>
                  </a:ext>
                </a:extLst>
              </p:cNvPr>
              <p:cNvSpPr/>
              <p:nvPr/>
            </p:nvSpPr>
            <p:spPr>
              <a:xfrm>
                <a:off x="9331923" y="5543922"/>
                <a:ext cx="6343" cy="6345"/>
              </a:xfrm>
              <a:custGeom>
                <a:avLst/>
                <a:gdLst>
                  <a:gd name="connsiteX0" fmla="*/ 3402 w 6343"/>
                  <a:gd name="connsiteY0" fmla="*/ 6508 h 6345"/>
                  <a:gd name="connsiteX1" fmla="*/ 5645 w 6343"/>
                  <a:gd name="connsiteY1" fmla="*/ 5579 h 6345"/>
                  <a:gd name="connsiteX2" fmla="*/ 6574 w 6343"/>
                  <a:gd name="connsiteY2" fmla="*/ 3335 h 6345"/>
                  <a:gd name="connsiteX3" fmla="*/ 5645 w 6343"/>
                  <a:gd name="connsiteY3" fmla="*/ 1092 h 6345"/>
                  <a:gd name="connsiteX4" fmla="*/ 3402 w 6343"/>
                  <a:gd name="connsiteY4" fmla="*/ 163 h 6345"/>
                  <a:gd name="connsiteX5" fmla="*/ 1159 w 6343"/>
                  <a:gd name="connsiteY5" fmla="*/ 1092 h 6345"/>
                  <a:gd name="connsiteX6" fmla="*/ 230 w 6343"/>
                  <a:gd name="connsiteY6" fmla="*/ 3335 h 6345"/>
                  <a:gd name="connsiteX7" fmla="*/ 1159 w 6343"/>
                  <a:gd name="connsiteY7" fmla="*/ 5579 h 6345"/>
                  <a:gd name="connsiteX8" fmla="*/ 340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08"/>
                    </a:moveTo>
                    <a:cubicBezTo>
                      <a:pt x="4243" y="6508"/>
                      <a:pt x="5050" y="6174"/>
                      <a:pt x="5645" y="5579"/>
                    </a:cubicBezTo>
                    <a:cubicBezTo>
                      <a:pt x="6239" y="4984"/>
                      <a:pt x="6574" y="4177"/>
                      <a:pt x="6574" y="3335"/>
                    </a:cubicBezTo>
                    <a:cubicBezTo>
                      <a:pt x="6574" y="2494"/>
                      <a:pt x="6239" y="1687"/>
                      <a:pt x="5645" y="1092"/>
                    </a:cubicBezTo>
                    <a:cubicBezTo>
                      <a:pt x="5050" y="497"/>
                      <a:pt x="4243" y="163"/>
                      <a:pt x="3402" y="163"/>
                    </a:cubicBezTo>
                    <a:cubicBezTo>
                      <a:pt x="2561" y="163"/>
                      <a:pt x="1754" y="497"/>
                      <a:pt x="1159" y="1092"/>
                    </a:cubicBezTo>
                    <a:cubicBezTo>
                      <a:pt x="565" y="1687"/>
                      <a:pt x="230" y="2494"/>
                      <a:pt x="230" y="3335"/>
                    </a:cubicBezTo>
                    <a:cubicBezTo>
                      <a:pt x="230" y="4177"/>
                      <a:pt x="565" y="4984"/>
                      <a:pt x="1159" y="5579"/>
                    </a:cubicBezTo>
                    <a:cubicBezTo>
                      <a:pt x="1754" y="6174"/>
                      <a:pt x="2561" y="6508"/>
                      <a:pt x="340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84" name="Freeform: Shape 16783">
                <a:extLst>
                  <a:ext uri="{FF2B5EF4-FFF2-40B4-BE49-F238E27FC236}">
                    <a16:creationId xmlns:a16="http://schemas.microsoft.com/office/drawing/2014/main" id="{54A18A7E-6B04-E820-C408-D25BE4290ED3}"/>
                  </a:ext>
                </a:extLst>
              </p:cNvPr>
              <p:cNvSpPr/>
              <p:nvPr/>
            </p:nvSpPr>
            <p:spPr>
              <a:xfrm>
                <a:off x="9331033" y="5541825"/>
                <a:ext cx="6343" cy="6345"/>
              </a:xfrm>
              <a:custGeom>
                <a:avLst/>
                <a:gdLst>
                  <a:gd name="connsiteX0" fmla="*/ 3402 w 6343"/>
                  <a:gd name="connsiteY0" fmla="*/ 6508 h 6345"/>
                  <a:gd name="connsiteX1" fmla="*/ 5645 w 6343"/>
                  <a:gd name="connsiteY1" fmla="*/ 5579 h 6345"/>
                  <a:gd name="connsiteX2" fmla="*/ 6573 w 6343"/>
                  <a:gd name="connsiteY2" fmla="*/ 3335 h 6345"/>
                  <a:gd name="connsiteX3" fmla="*/ 5645 w 6343"/>
                  <a:gd name="connsiteY3" fmla="*/ 1092 h 6345"/>
                  <a:gd name="connsiteX4" fmla="*/ 3402 w 6343"/>
                  <a:gd name="connsiteY4" fmla="*/ 163 h 6345"/>
                  <a:gd name="connsiteX5" fmla="*/ 1159 w 6343"/>
                  <a:gd name="connsiteY5" fmla="*/ 1092 h 6345"/>
                  <a:gd name="connsiteX6" fmla="*/ 230 w 6343"/>
                  <a:gd name="connsiteY6" fmla="*/ 3335 h 6345"/>
                  <a:gd name="connsiteX7" fmla="*/ 1159 w 6343"/>
                  <a:gd name="connsiteY7" fmla="*/ 5579 h 6345"/>
                  <a:gd name="connsiteX8" fmla="*/ 340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08"/>
                    </a:moveTo>
                    <a:cubicBezTo>
                      <a:pt x="4243" y="6508"/>
                      <a:pt x="5050" y="6174"/>
                      <a:pt x="5645" y="5579"/>
                    </a:cubicBezTo>
                    <a:cubicBezTo>
                      <a:pt x="6239" y="4984"/>
                      <a:pt x="6573" y="4177"/>
                      <a:pt x="6573" y="3335"/>
                    </a:cubicBezTo>
                    <a:cubicBezTo>
                      <a:pt x="6573" y="2494"/>
                      <a:pt x="6239" y="1687"/>
                      <a:pt x="5645" y="1092"/>
                    </a:cubicBezTo>
                    <a:cubicBezTo>
                      <a:pt x="5050" y="497"/>
                      <a:pt x="4243" y="163"/>
                      <a:pt x="3402" y="163"/>
                    </a:cubicBezTo>
                    <a:cubicBezTo>
                      <a:pt x="2561" y="163"/>
                      <a:pt x="1754" y="497"/>
                      <a:pt x="1159" y="1092"/>
                    </a:cubicBezTo>
                    <a:cubicBezTo>
                      <a:pt x="565" y="1687"/>
                      <a:pt x="230" y="2494"/>
                      <a:pt x="230" y="3335"/>
                    </a:cubicBezTo>
                    <a:cubicBezTo>
                      <a:pt x="230" y="4177"/>
                      <a:pt x="565" y="4984"/>
                      <a:pt x="1159" y="5579"/>
                    </a:cubicBezTo>
                    <a:cubicBezTo>
                      <a:pt x="1754" y="6174"/>
                      <a:pt x="2561" y="6508"/>
                      <a:pt x="340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85" name="Freeform: Shape 16784">
                <a:extLst>
                  <a:ext uri="{FF2B5EF4-FFF2-40B4-BE49-F238E27FC236}">
                    <a16:creationId xmlns:a16="http://schemas.microsoft.com/office/drawing/2014/main" id="{6DF280EE-9D0A-CD80-35E1-659BF97887AB}"/>
                  </a:ext>
                </a:extLst>
              </p:cNvPr>
              <p:cNvSpPr/>
              <p:nvPr/>
            </p:nvSpPr>
            <p:spPr>
              <a:xfrm>
                <a:off x="9329790" y="5540533"/>
                <a:ext cx="6343" cy="6345"/>
              </a:xfrm>
              <a:custGeom>
                <a:avLst/>
                <a:gdLst>
                  <a:gd name="connsiteX0" fmla="*/ 3402 w 6343"/>
                  <a:gd name="connsiteY0" fmla="*/ 6508 h 6345"/>
                  <a:gd name="connsiteX1" fmla="*/ 5644 w 6343"/>
                  <a:gd name="connsiteY1" fmla="*/ 5579 h 6345"/>
                  <a:gd name="connsiteX2" fmla="*/ 6573 w 6343"/>
                  <a:gd name="connsiteY2" fmla="*/ 3335 h 6345"/>
                  <a:gd name="connsiteX3" fmla="*/ 5644 w 6343"/>
                  <a:gd name="connsiteY3" fmla="*/ 1092 h 6345"/>
                  <a:gd name="connsiteX4" fmla="*/ 3402 w 6343"/>
                  <a:gd name="connsiteY4" fmla="*/ 162 h 6345"/>
                  <a:gd name="connsiteX5" fmla="*/ 1159 w 6343"/>
                  <a:gd name="connsiteY5" fmla="*/ 1092 h 6345"/>
                  <a:gd name="connsiteX6" fmla="*/ 230 w 6343"/>
                  <a:gd name="connsiteY6" fmla="*/ 3335 h 6345"/>
                  <a:gd name="connsiteX7" fmla="*/ 1159 w 6343"/>
                  <a:gd name="connsiteY7" fmla="*/ 5579 h 6345"/>
                  <a:gd name="connsiteX8" fmla="*/ 340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08"/>
                    </a:moveTo>
                    <a:cubicBezTo>
                      <a:pt x="4243" y="6508"/>
                      <a:pt x="5050" y="6174"/>
                      <a:pt x="5644" y="5579"/>
                    </a:cubicBezTo>
                    <a:cubicBezTo>
                      <a:pt x="6239" y="4984"/>
                      <a:pt x="6573" y="4177"/>
                      <a:pt x="6573" y="3335"/>
                    </a:cubicBezTo>
                    <a:cubicBezTo>
                      <a:pt x="6573" y="2494"/>
                      <a:pt x="6239" y="1687"/>
                      <a:pt x="5644" y="1092"/>
                    </a:cubicBezTo>
                    <a:cubicBezTo>
                      <a:pt x="5050" y="497"/>
                      <a:pt x="4243" y="162"/>
                      <a:pt x="3402" y="162"/>
                    </a:cubicBezTo>
                    <a:cubicBezTo>
                      <a:pt x="2561" y="162"/>
                      <a:pt x="1754" y="497"/>
                      <a:pt x="1159" y="1092"/>
                    </a:cubicBezTo>
                    <a:cubicBezTo>
                      <a:pt x="564" y="1687"/>
                      <a:pt x="230" y="2494"/>
                      <a:pt x="230" y="3335"/>
                    </a:cubicBezTo>
                    <a:cubicBezTo>
                      <a:pt x="230" y="4177"/>
                      <a:pt x="564" y="4984"/>
                      <a:pt x="1159" y="5579"/>
                    </a:cubicBezTo>
                    <a:cubicBezTo>
                      <a:pt x="1754" y="6174"/>
                      <a:pt x="2561" y="6508"/>
                      <a:pt x="340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86" name="Freeform: Shape 16785">
                <a:extLst>
                  <a:ext uri="{FF2B5EF4-FFF2-40B4-BE49-F238E27FC236}">
                    <a16:creationId xmlns:a16="http://schemas.microsoft.com/office/drawing/2014/main" id="{AE07A8B3-DB01-F4D5-858C-CD441BBF244D}"/>
                  </a:ext>
                </a:extLst>
              </p:cNvPr>
              <p:cNvSpPr/>
              <p:nvPr/>
            </p:nvSpPr>
            <p:spPr>
              <a:xfrm>
                <a:off x="9328838" y="5538646"/>
                <a:ext cx="6343" cy="6345"/>
              </a:xfrm>
              <a:custGeom>
                <a:avLst/>
                <a:gdLst>
                  <a:gd name="connsiteX0" fmla="*/ 3402 w 6343"/>
                  <a:gd name="connsiteY0" fmla="*/ 6508 h 6345"/>
                  <a:gd name="connsiteX1" fmla="*/ 5644 w 6343"/>
                  <a:gd name="connsiteY1" fmla="*/ 5578 h 6345"/>
                  <a:gd name="connsiteX2" fmla="*/ 6573 w 6343"/>
                  <a:gd name="connsiteY2" fmla="*/ 3335 h 6345"/>
                  <a:gd name="connsiteX3" fmla="*/ 5644 w 6343"/>
                  <a:gd name="connsiteY3" fmla="*/ 1092 h 6345"/>
                  <a:gd name="connsiteX4" fmla="*/ 3402 w 6343"/>
                  <a:gd name="connsiteY4" fmla="*/ 162 h 6345"/>
                  <a:gd name="connsiteX5" fmla="*/ 1159 w 6343"/>
                  <a:gd name="connsiteY5" fmla="*/ 1092 h 6345"/>
                  <a:gd name="connsiteX6" fmla="*/ 230 w 6343"/>
                  <a:gd name="connsiteY6" fmla="*/ 3335 h 6345"/>
                  <a:gd name="connsiteX7" fmla="*/ 1159 w 6343"/>
                  <a:gd name="connsiteY7" fmla="*/ 5578 h 6345"/>
                  <a:gd name="connsiteX8" fmla="*/ 340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08"/>
                    </a:moveTo>
                    <a:cubicBezTo>
                      <a:pt x="4243" y="6508"/>
                      <a:pt x="5050" y="6173"/>
                      <a:pt x="5644" y="5578"/>
                    </a:cubicBezTo>
                    <a:cubicBezTo>
                      <a:pt x="6239" y="4983"/>
                      <a:pt x="6573" y="4176"/>
                      <a:pt x="6573" y="3335"/>
                    </a:cubicBezTo>
                    <a:cubicBezTo>
                      <a:pt x="6573" y="2494"/>
                      <a:pt x="6239" y="1686"/>
                      <a:pt x="5644" y="1092"/>
                    </a:cubicBezTo>
                    <a:cubicBezTo>
                      <a:pt x="5050" y="497"/>
                      <a:pt x="4243" y="162"/>
                      <a:pt x="3402" y="162"/>
                    </a:cubicBezTo>
                    <a:cubicBezTo>
                      <a:pt x="2561" y="162"/>
                      <a:pt x="1754" y="497"/>
                      <a:pt x="1159" y="1092"/>
                    </a:cubicBezTo>
                    <a:cubicBezTo>
                      <a:pt x="564" y="1686"/>
                      <a:pt x="230" y="2494"/>
                      <a:pt x="230" y="3335"/>
                    </a:cubicBezTo>
                    <a:cubicBezTo>
                      <a:pt x="230" y="4176"/>
                      <a:pt x="564" y="4983"/>
                      <a:pt x="1159" y="5578"/>
                    </a:cubicBezTo>
                    <a:cubicBezTo>
                      <a:pt x="1754" y="6173"/>
                      <a:pt x="2561" y="6508"/>
                      <a:pt x="340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87" name="Freeform: Shape 16786">
                <a:extLst>
                  <a:ext uri="{FF2B5EF4-FFF2-40B4-BE49-F238E27FC236}">
                    <a16:creationId xmlns:a16="http://schemas.microsoft.com/office/drawing/2014/main" id="{099F7A21-5647-C69A-B47D-F5762254EAB2}"/>
                  </a:ext>
                </a:extLst>
              </p:cNvPr>
              <p:cNvSpPr/>
              <p:nvPr/>
            </p:nvSpPr>
            <p:spPr>
              <a:xfrm>
                <a:off x="9327647" y="5537291"/>
                <a:ext cx="6343" cy="6345"/>
              </a:xfrm>
              <a:custGeom>
                <a:avLst/>
                <a:gdLst>
                  <a:gd name="connsiteX0" fmla="*/ 3402 w 6343"/>
                  <a:gd name="connsiteY0" fmla="*/ 6508 h 6345"/>
                  <a:gd name="connsiteX1" fmla="*/ 5644 w 6343"/>
                  <a:gd name="connsiteY1" fmla="*/ 5578 h 6345"/>
                  <a:gd name="connsiteX2" fmla="*/ 6573 w 6343"/>
                  <a:gd name="connsiteY2" fmla="*/ 3335 h 6345"/>
                  <a:gd name="connsiteX3" fmla="*/ 5644 w 6343"/>
                  <a:gd name="connsiteY3" fmla="*/ 1091 h 6345"/>
                  <a:gd name="connsiteX4" fmla="*/ 3402 w 6343"/>
                  <a:gd name="connsiteY4" fmla="*/ 162 h 6345"/>
                  <a:gd name="connsiteX5" fmla="*/ 1159 w 6343"/>
                  <a:gd name="connsiteY5" fmla="*/ 1091 h 6345"/>
                  <a:gd name="connsiteX6" fmla="*/ 230 w 6343"/>
                  <a:gd name="connsiteY6" fmla="*/ 3335 h 6345"/>
                  <a:gd name="connsiteX7" fmla="*/ 1159 w 6343"/>
                  <a:gd name="connsiteY7" fmla="*/ 5578 h 6345"/>
                  <a:gd name="connsiteX8" fmla="*/ 3402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08"/>
                    </a:moveTo>
                    <a:cubicBezTo>
                      <a:pt x="4243" y="6508"/>
                      <a:pt x="5049" y="6173"/>
                      <a:pt x="5644" y="5578"/>
                    </a:cubicBezTo>
                    <a:cubicBezTo>
                      <a:pt x="6239" y="4983"/>
                      <a:pt x="6573" y="4176"/>
                      <a:pt x="6573" y="3335"/>
                    </a:cubicBezTo>
                    <a:cubicBezTo>
                      <a:pt x="6573" y="2493"/>
                      <a:pt x="6239" y="1686"/>
                      <a:pt x="5644" y="1091"/>
                    </a:cubicBezTo>
                    <a:cubicBezTo>
                      <a:pt x="5049" y="496"/>
                      <a:pt x="4243" y="162"/>
                      <a:pt x="3402" y="162"/>
                    </a:cubicBezTo>
                    <a:cubicBezTo>
                      <a:pt x="2561" y="162"/>
                      <a:pt x="1754" y="496"/>
                      <a:pt x="1159" y="1091"/>
                    </a:cubicBezTo>
                    <a:cubicBezTo>
                      <a:pt x="564" y="1686"/>
                      <a:pt x="230" y="2493"/>
                      <a:pt x="230" y="3335"/>
                    </a:cubicBezTo>
                    <a:cubicBezTo>
                      <a:pt x="230" y="4176"/>
                      <a:pt x="564" y="4983"/>
                      <a:pt x="1159" y="5578"/>
                    </a:cubicBezTo>
                    <a:cubicBezTo>
                      <a:pt x="1754" y="6173"/>
                      <a:pt x="2561" y="6508"/>
                      <a:pt x="3402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88" name="Freeform: Shape 16787">
                <a:extLst>
                  <a:ext uri="{FF2B5EF4-FFF2-40B4-BE49-F238E27FC236}">
                    <a16:creationId xmlns:a16="http://schemas.microsoft.com/office/drawing/2014/main" id="{17B1E8CB-91D5-B24D-26AF-B57D39B00F28}"/>
                  </a:ext>
                </a:extLst>
              </p:cNvPr>
              <p:cNvSpPr/>
              <p:nvPr/>
            </p:nvSpPr>
            <p:spPr>
              <a:xfrm>
                <a:off x="9326443" y="5535984"/>
                <a:ext cx="6343" cy="6345"/>
              </a:xfrm>
              <a:custGeom>
                <a:avLst/>
                <a:gdLst>
                  <a:gd name="connsiteX0" fmla="*/ 3402 w 6343"/>
                  <a:gd name="connsiteY0" fmla="*/ 6507 h 6345"/>
                  <a:gd name="connsiteX1" fmla="*/ 5644 w 6343"/>
                  <a:gd name="connsiteY1" fmla="*/ 5578 h 6345"/>
                  <a:gd name="connsiteX2" fmla="*/ 6573 w 6343"/>
                  <a:gd name="connsiteY2" fmla="*/ 3335 h 6345"/>
                  <a:gd name="connsiteX3" fmla="*/ 5644 w 6343"/>
                  <a:gd name="connsiteY3" fmla="*/ 1091 h 6345"/>
                  <a:gd name="connsiteX4" fmla="*/ 3402 w 6343"/>
                  <a:gd name="connsiteY4" fmla="*/ 162 h 6345"/>
                  <a:gd name="connsiteX5" fmla="*/ 1159 w 6343"/>
                  <a:gd name="connsiteY5" fmla="*/ 1091 h 6345"/>
                  <a:gd name="connsiteX6" fmla="*/ 230 w 6343"/>
                  <a:gd name="connsiteY6" fmla="*/ 3335 h 6345"/>
                  <a:gd name="connsiteX7" fmla="*/ 1159 w 6343"/>
                  <a:gd name="connsiteY7" fmla="*/ 5578 h 6345"/>
                  <a:gd name="connsiteX8" fmla="*/ 340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507"/>
                    </a:moveTo>
                    <a:cubicBezTo>
                      <a:pt x="4243" y="6507"/>
                      <a:pt x="5049" y="6173"/>
                      <a:pt x="5644" y="5578"/>
                    </a:cubicBezTo>
                    <a:cubicBezTo>
                      <a:pt x="6239" y="4983"/>
                      <a:pt x="6573" y="4176"/>
                      <a:pt x="6573" y="3335"/>
                    </a:cubicBezTo>
                    <a:cubicBezTo>
                      <a:pt x="6573" y="2493"/>
                      <a:pt x="6239" y="1686"/>
                      <a:pt x="5644" y="1091"/>
                    </a:cubicBezTo>
                    <a:cubicBezTo>
                      <a:pt x="5049" y="496"/>
                      <a:pt x="4243" y="162"/>
                      <a:pt x="3402" y="162"/>
                    </a:cubicBezTo>
                    <a:cubicBezTo>
                      <a:pt x="2560" y="162"/>
                      <a:pt x="1754" y="496"/>
                      <a:pt x="1159" y="1091"/>
                    </a:cubicBezTo>
                    <a:cubicBezTo>
                      <a:pt x="564" y="1686"/>
                      <a:pt x="230" y="2493"/>
                      <a:pt x="230" y="3335"/>
                    </a:cubicBezTo>
                    <a:cubicBezTo>
                      <a:pt x="230" y="4176"/>
                      <a:pt x="564" y="4983"/>
                      <a:pt x="1159" y="5578"/>
                    </a:cubicBezTo>
                    <a:cubicBezTo>
                      <a:pt x="1754" y="6173"/>
                      <a:pt x="2560" y="6507"/>
                      <a:pt x="340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89" name="Freeform: Shape 16788">
                <a:extLst>
                  <a:ext uri="{FF2B5EF4-FFF2-40B4-BE49-F238E27FC236}">
                    <a16:creationId xmlns:a16="http://schemas.microsoft.com/office/drawing/2014/main" id="{092CED12-7810-D627-5F93-CD27ADA59DFB}"/>
                  </a:ext>
                </a:extLst>
              </p:cNvPr>
              <p:cNvSpPr/>
              <p:nvPr/>
            </p:nvSpPr>
            <p:spPr>
              <a:xfrm>
                <a:off x="9325145" y="5534884"/>
                <a:ext cx="6343" cy="6345"/>
              </a:xfrm>
              <a:custGeom>
                <a:avLst/>
                <a:gdLst>
                  <a:gd name="connsiteX0" fmla="*/ 3401 w 6343"/>
                  <a:gd name="connsiteY0" fmla="*/ 6507 h 6345"/>
                  <a:gd name="connsiteX1" fmla="*/ 5644 w 6343"/>
                  <a:gd name="connsiteY1" fmla="*/ 5578 h 6345"/>
                  <a:gd name="connsiteX2" fmla="*/ 6573 w 6343"/>
                  <a:gd name="connsiteY2" fmla="*/ 3335 h 6345"/>
                  <a:gd name="connsiteX3" fmla="*/ 5644 w 6343"/>
                  <a:gd name="connsiteY3" fmla="*/ 1091 h 6345"/>
                  <a:gd name="connsiteX4" fmla="*/ 3401 w 6343"/>
                  <a:gd name="connsiteY4" fmla="*/ 162 h 6345"/>
                  <a:gd name="connsiteX5" fmla="*/ 1159 w 6343"/>
                  <a:gd name="connsiteY5" fmla="*/ 1091 h 6345"/>
                  <a:gd name="connsiteX6" fmla="*/ 230 w 6343"/>
                  <a:gd name="connsiteY6" fmla="*/ 3335 h 6345"/>
                  <a:gd name="connsiteX7" fmla="*/ 1159 w 6343"/>
                  <a:gd name="connsiteY7" fmla="*/ 5578 h 6345"/>
                  <a:gd name="connsiteX8" fmla="*/ 340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7"/>
                    </a:moveTo>
                    <a:cubicBezTo>
                      <a:pt x="4243" y="6507"/>
                      <a:pt x="5049" y="6173"/>
                      <a:pt x="5644" y="5578"/>
                    </a:cubicBezTo>
                    <a:cubicBezTo>
                      <a:pt x="6239" y="4983"/>
                      <a:pt x="6573" y="4176"/>
                      <a:pt x="6573" y="3335"/>
                    </a:cubicBezTo>
                    <a:cubicBezTo>
                      <a:pt x="6573" y="2493"/>
                      <a:pt x="6239" y="1686"/>
                      <a:pt x="5644" y="1091"/>
                    </a:cubicBezTo>
                    <a:cubicBezTo>
                      <a:pt x="5049" y="496"/>
                      <a:pt x="4243" y="162"/>
                      <a:pt x="3401" y="162"/>
                    </a:cubicBezTo>
                    <a:cubicBezTo>
                      <a:pt x="2560" y="162"/>
                      <a:pt x="1754" y="496"/>
                      <a:pt x="1159" y="1091"/>
                    </a:cubicBezTo>
                    <a:cubicBezTo>
                      <a:pt x="564" y="1686"/>
                      <a:pt x="230" y="2493"/>
                      <a:pt x="230" y="3335"/>
                    </a:cubicBezTo>
                    <a:cubicBezTo>
                      <a:pt x="230" y="4176"/>
                      <a:pt x="564" y="4983"/>
                      <a:pt x="1159" y="5578"/>
                    </a:cubicBezTo>
                    <a:cubicBezTo>
                      <a:pt x="1754" y="6173"/>
                      <a:pt x="2560" y="6507"/>
                      <a:pt x="340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90" name="Freeform: Shape 16789">
                <a:extLst>
                  <a:ext uri="{FF2B5EF4-FFF2-40B4-BE49-F238E27FC236}">
                    <a16:creationId xmlns:a16="http://schemas.microsoft.com/office/drawing/2014/main" id="{45B0DFDE-8270-2EB5-E150-8D2CA9928696}"/>
                  </a:ext>
                </a:extLst>
              </p:cNvPr>
              <p:cNvSpPr/>
              <p:nvPr/>
            </p:nvSpPr>
            <p:spPr>
              <a:xfrm>
                <a:off x="9324522" y="5532453"/>
                <a:ext cx="6343" cy="6345"/>
              </a:xfrm>
              <a:custGeom>
                <a:avLst/>
                <a:gdLst>
                  <a:gd name="connsiteX0" fmla="*/ 3401 w 6343"/>
                  <a:gd name="connsiteY0" fmla="*/ 6507 h 6345"/>
                  <a:gd name="connsiteX1" fmla="*/ 5644 w 6343"/>
                  <a:gd name="connsiteY1" fmla="*/ 5578 h 6345"/>
                  <a:gd name="connsiteX2" fmla="*/ 6573 w 6343"/>
                  <a:gd name="connsiteY2" fmla="*/ 3334 h 6345"/>
                  <a:gd name="connsiteX3" fmla="*/ 5644 w 6343"/>
                  <a:gd name="connsiteY3" fmla="*/ 1091 h 6345"/>
                  <a:gd name="connsiteX4" fmla="*/ 3401 w 6343"/>
                  <a:gd name="connsiteY4" fmla="*/ 162 h 6345"/>
                  <a:gd name="connsiteX5" fmla="*/ 1159 w 6343"/>
                  <a:gd name="connsiteY5" fmla="*/ 1091 h 6345"/>
                  <a:gd name="connsiteX6" fmla="*/ 230 w 6343"/>
                  <a:gd name="connsiteY6" fmla="*/ 3334 h 6345"/>
                  <a:gd name="connsiteX7" fmla="*/ 1159 w 6343"/>
                  <a:gd name="connsiteY7" fmla="*/ 5578 h 6345"/>
                  <a:gd name="connsiteX8" fmla="*/ 340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7"/>
                    </a:moveTo>
                    <a:cubicBezTo>
                      <a:pt x="4242" y="6507"/>
                      <a:pt x="5049" y="6173"/>
                      <a:pt x="5644" y="5578"/>
                    </a:cubicBezTo>
                    <a:cubicBezTo>
                      <a:pt x="6239" y="4983"/>
                      <a:pt x="6573" y="4176"/>
                      <a:pt x="6573" y="3334"/>
                    </a:cubicBezTo>
                    <a:cubicBezTo>
                      <a:pt x="6573" y="2493"/>
                      <a:pt x="6239" y="1686"/>
                      <a:pt x="5644" y="1091"/>
                    </a:cubicBezTo>
                    <a:cubicBezTo>
                      <a:pt x="5049" y="496"/>
                      <a:pt x="4242" y="162"/>
                      <a:pt x="3401" y="162"/>
                    </a:cubicBezTo>
                    <a:cubicBezTo>
                      <a:pt x="2560" y="162"/>
                      <a:pt x="1753" y="496"/>
                      <a:pt x="1159" y="1091"/>
                    </a:cubicBezTo>
                    <a:cubicBezTo>
                      <a:pt x="564" y="1686"/>
                      <a:pt x="230" y="2493"/>
                      <a:pt x="230" y="3334"/>
                    </a:cubicBezTo>
                    <a:cubicBezTo>
                      <a:pt x="230" y="4176"/>
                      <a:pt x="564" y="4983"/>
                      <a:pt x="1159" y="5578"/>
                    </a:cubicBezTo>
                    <a:cubicBezTo>
                      <a:pt x="1753" y="6173"/>
                      <a:pt x="2560" y="6507"/>
                      <a:pt x="340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91" name="Freeform: Shape 16790">
                <a:extLst>
                  <a:ext uri="{FF2B5EF4-FFF2-40B4-BE49-F238E27FC236}">
                    <a16:creationId xmlns:a16="http://schemas.microsoft.com/office/drawing/2014/main" id="{EB32AB3B-A8DB-C5A4-1A86-AFF125D9E511}"/>
                  </a:ext>
                </a:extLst>
              </p:cNvPr>
              <p:cNvSpPr/>
              <p:nvPr/>
            </p:nvSpPr>
            <p:spPr>
              <a:xfrm>
                <a:off x="9322091" y="5533613"/>
                <a:ext cx="6343" cy="6345"/>
              </a:xfrm>
              <a:custGeom>
                <a:avLst/>
                <a:gdLst>
                  <a:gd name="connsiteX0" fmla="*/ 3401 w 6343"/>
                  <a:gd name="connsiteY0" fmla="*/ 6507 h 6345"/>
                  <a:gd name="connsiteX1" fmla="*/ 5644 w 6343"/>
                  <a:gd name="connsiteY1" fmla="*/ 5578 h 6345"/>
                  <a:gd name="connsiteX2" fmla="*/ 6573 w 6343"/>
                  <a:gd name="connsiteY2" fmla="*/ 3335 h 6345"/>
                  <a:gd name="connsiteX3" fmla="*/ 5644 w 6343"/>
                  <a:gd name="connsiteY3" fmla="*/ 1091 h 6345"/>
                  <a:gd name="connsiteX4" fmla="*/ 3401 w 6343"/>
                  <a:gd name="connsiteY4" fmla="*/ 162 h 6345"/>
                  <a:gd name="connsiteX5" fmla="*/ 1159 w 6343"/>
                  <a:gd name="connsiteY5" fmla="*/ 1091 h 6345"/>
                  <a:gd name="connsiteX6" fmla="*/ 230 w 6343"/>
                  <a:gd name="connsiteY6" fmla="*/ 3335 h 6345"/>
                  <a:gd name="connsiteX7" fmla="*/ 1159 w 6343"/>
                  <a:gd name="connsiteY7" fmla="*/ 5578 h 6345"/>
                  <a:gd name="connsiteX8" fmla="*/ 340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7"/>
                    </a:moveTo>
                    <a:cubicBezTo>
                      <a:pt x="4242" y="6507"/>
                      <a:pt x="5049" y="6173"/>
                      <a:pt x="5644" y="5578"/>
                    </a:cubicBezTo>
                    <a:cubicBezTo>
                      <a:pt x="6239" y="4983"/>
                      <a:pt x="6573" y="4176"/>
                      <a:pt x="6573" y="3335"/>
                    </a:cubicBezTo>
                    <a:cubicBezTo>
                      <a:pt x="6573" y="2493"/>
                      <a:pt x="6239" y="1686"/>
                      <a:pt x="5644" y="1091"/>
                    </a:cubicBezTo>
                    <a:cubicBezTo>
                      <a:pt x="5049" y="496"/>
                      <a:pt x="4242" y="162"/>
                      <a:pt x="3401" y="162"/>
                    </a:cubicBezTo>
                    <a:cubicBezTo>
                      <a:pt x="2560" y="162"/>
                      <a:pt x="1753" y="496"/>
                      <a:pt x="1159" y="1091"/>
                    </a:cubicBezTo>
                    <a:cubicBezTo>
                      <a:pt x="564" y="1686"/>
                      <a:pt x="230" y="2493"/>
                      <a:pt x="230" y="3335"/>
                    </a:cubicBezTo>
                    <a:cubicBezTo>
                      <a:pt x="230" y="4176"/>
                      <a:pt x="564" y="4983"/>
                      <a:pt x="1159" y="5578"/>
                    </a:cubicBezTo>
                    <a:cubicBezTo>
                      <a:pt x="1753" y="6173"/>
                      <a:pt x="2560" y="6507"/>
                      <a:pt x="340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92" name="Freeform: Shape 16791">
                <a:extLst>
                  <a:ext uri="{FF2B5EF4-FFF2-40B4-BE49-F238E27FC236}">
                    <a16:creationId xmlns:a16="http://schemas.microsoft.com/office/drawing/2014/main" id="{727ECFDA-3A48-71C0-3F45-BC6F573EFEE3}"/>
                  </a:ext>
                </a:extLst>
              </p:cNvPr>
              <p:cNvSpPr/>
              <p:nvPr/>
            </p:nvSpPr>
            <p:spPr>
              <a:xfrm>
                <a:off x="9321879" y="5530437"/>
                <a:ext cx="6343" cy="6345"/>
              </a:xfrm>
              <a:custGeom>
                <a:avLst/>
                <a:gdLst>
                  <a:gd name="connsiteX0" fmla="*/ 3401 w 6343"/>
                  <a:gd name="connsiteY0" fmla="*/ 6507 h 6345"/>
                  <a:gd name="connsiteX1" fmla="*/ 5644 w 6343"/>
                  <a:gd name="connsiteY1" fmla="*/ 5578 h 6345"/>
                  <a:gd name="connsiteX2" fmla="*/ 6573 w 6343"/>
                  <a:gd name="connsiteY2" fmla="*/ 3334 h 6345"/>
                  <a:gd name="connsiteX3" fmla="*/ 5644 w 6343"/>
                  <a:gd name="connsiteY3" fmla="*/ 1091 h 6345"/>
                  <a:gd name="connsiteX4" fmla="*/ 3401 w 6343"/>
                  <a:gd name="connsiteY4" fmla="*/ 162 h 6345"/>
                  <a:gd name="connsiteX5" fmla="*/ 1159 w 6343"/>
                  <a:gd name="connsiteY5" fmla="*/ 1091 h 6345"/>
                  <a:gd name="connsiteX6" fmla="*/ 230 w 6343"/>
                  <a:gd name="connsiteY6" fmla="*/ 3334 h 6345"/>
                  <a:gd name="connsiteX7" fmla="*/ 1159 w 6343"/>
                  <a:gd name="connsiteY7" fmla="*/ 5578 h 6345"/>
                  <a:gd name="connsiteX8" fmla="*/ 340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7"/>
                    </a:moveTo>
                    <a:cubicBezTo>
                      <a:pt x="4242" y="6507"/>
                      <a:pt x="5049" y="6173"/>
                      <a:pt x="5644" y="5578"/>
                    </a:cubicBezTo>
                    <a:cubicBezTo>
                      <a:pt x="6239" y="4983"/>
                      <a:pt x="6573" y="4176"/>
                      <a:pt x="6573" y="3334"/>
                    </a:cubicBezTo>
                    <a:cubicBezTo>
                      <a:pt x="6573" y="2493"/>
                      <a:pt x="6239" y="1686"/>
                      <a:pt x="5644" y="1091"/>
                    </a:cubicBezTo>
                    <a:cubicBezTo>
                      <a:pt x="5049" y="496"/>
                      <a:pt x="4242" y="162"/>
                      <a:pt x="3401" y="162"/>
                    </a:cubicBezTo>
                    <a:cubicBezTo>
                      <a:pt x="2560" y="162"/>
                      <a:pt x="1753" y="496"/>
                      <a:pt x="1159" y="1091"/>
                    </a:cubicBezTo>
                    <a:cubicBezTo>
                      <a:pt x="564" y="1686"/>
                      <a:pt x="230" y="2493"/>
                      <a:pt x="230" y="3334"/>
                    </a:cubicBezTo>
                    <a:cubicBezTo>
                      <a:pt x="230" y="4176"/>
                      <a:pt x="564" y="4983"/>
                      <a:pt x="1159" y="5578"/>
                    </a:cubicBezTo>
                    <a:cubicBezTo>
                      <a:pt x="1753" y="6173"/>
                      <a:pt x="2560" y="6507"/>
                      <a:pt x="340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93" name="Freeform: Shape 16792">
                <a:extLst>
                  <a:ext uri="{FF2B5EF4-FFF2-40B4-BE49-F238E27FC236}">
                    <a16:creationId xmlns:a16="http://schemas.microsoft.com/office/drawing/2014/main" id="{BD418AE2-D517-32B4-FFA9-D31535F6079C}"/>
                  </a:ext>
                </a:extLst>
              </p:cNvPr>
              <p:cNvSpPr/>
              <p:nvPr/>
            </p:nvSpPr>
            <p:spPr>
              <a:xfrm>
                <a:off x="9319879" y="5530730"/>
                <a:ext cx="6343" cy="6345"/>
              </a:xfrm>
              <a:custGeom>
                <a:avLst/>
                <a:gdLst>
                  <a:gd name="connsiteX0" fmla="*/ 3401 w 6343"/>
                  <a:gd name="connsiteY0" fmla="*/ 6507 h 6345"/>
                  <a:gd name="connsiteX1" fmla="*/ 5644 w 6343"/>
                  <a:gd name="connsiteY1" fmla="*/ 5578 h 6345"/>
                  <a:gd name="connsiteX2" fmla="*/ 6573 w 6343"/>
                  <a:gd name="connsiteY2" fmla="*/ 3334 h 6345"/>
                  <a:gd name="connsiteX3" fmla="*/ 5644 w 6343"/>
                  <a:gd name="connsiteY3" fmla="*/ 1091 h 6345"/>
                  <a:gd name="connsiteX4" fmla="*/ 3401 w 6343"/>
                  <a:gd name="connsiteY4" fmla="*/ 162 h 6345"/>
                  <a:gd name="connsiteX5" fmla="*/ 1158 w 6343"/>
                  <a:gd name="connsiteY5" fmla="*/ 1091 h 6345"/>
                  <a:gd name="connsiteX6" fmla="*/ 229 w 6343"/>
                  <a:gd name="connsiteY6" fmla="*/ 3334 h 6345"/>
                  <a:gd name="connsiteX7" fmla="*/ 1158 w 6343"/>
                  <a:gd name="connsiteY7" fmla="*/ 5578 h 6345"/>
                  <a:gd name="connsiteX8" fmla="*/ 340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7"/>
                    </a:moveTo>
                    <a:cubicBezTo>
                      <a:pt x="4242" y="6507"/>
                      <a:pt x="5049" y="6173"/>
                      <a:pt x="5644" y="5578"/>
                    </a:cubicBezTo>
                    <a:cubicBezTo>
                      <a:pt x="6238" y="4983"/>
                      <a:pt x="6573" y="4176"/>
                      <a:pt x="6573" y="3334"/>
                    </a:cubicBezTo>
                    <a:cubicBezTo>
                      <a:pt x="6573" y="2493"/>
                      <a:pt x="6238" y="1686"/>
                      <a:pt x="5644" y="1091"/>
                    </a:cubicBezTo>
                    <a:cubicBezTo>
                      <a:pt x="5049" y="496"/>
                      <a:pt x="4242" y="162"/>
                      <a:pt x="3401" y="162"/>
                    </a:cubicBezTo>
                    <a:cubicBezTo>
                      <a:pt x="2560" y="162"/>
                      <a:pt x="1753" y="496"/>
                      <a:pt x="1158" y="1091"/>
                    </a:cubicBezTo>
                    <a:cubicBezTo>
                      <a:pt x="564" y="1686"/>
                      <a:pt x="229" y="2493"/>
                      <a:pt x="229" y="3334"/>
                    </a:cubicBezTo>
                    <a:cubicBezTo>
                      <a:pt x="229" y="4176"/>
                      <a:pt x="564" y="4983"/>
                      <a:pt x="1158" y="5578"/>
                    </a:cubicBezTo>
                    <a:cubicBezTo>
                      <a:pt x="1753" y="6173"/>
                      <a:pt x="2560" y="6507"/>
                      <a:pt x="340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94" name="Freeform: Shape 16793">
                <a:extLst>
                  <a:ext uri="{FF2B5EF4-FFF2-40B4-BE49-F238E27FC236}">
                    <a16:creationId xmlns:a16="http://schemas.microsoft.com/office/drawing/2014/main" id="{492A8B12-2932-1DEB-74C9-8D98F1810A63}"/>
                  </a:ext>
                </a:extLst>
              </p:cNvPr>
              <p:cNvSpPr/>
              <p:nvPr/>
            </p:nvSpPr>
            <p:spPr>
              <a:xfrm>
                <a:off x="9318932" y="5529020"/>
                <a:ext cx="6343" cy="6345"/>
              </a:xfrm>
              <a:custGeom>
                <a:avLst/>
                <a:gdLst>
                  <a:gd name="connsiteX0" fmla="*/ 3401 w 6343"/>
                  <a:gd name="connsiteY0" fmla="*/ 6507 h 6345"/>
                  <a:gd name="connsiteX1" fmla="*/ 5644 w 6343"/>
                  <a:gd name="connsiteY1" fmla="*/ 5578 h 6345"/>
                  <a:gd name="connsiteX2" fmla="*/ 6572 w 6343"/>
                  <a:gd name="connsiteY2" fmla="*/ 3334 h 6345"/>
                  <a:gd name="connsiteX3" fmla="*/ 5644 w 6343"/>
                  <a:gd name="connsiteY3" fmla="*/ 1091 h 6345"/>
                  <a:gd name="connsiteX4" fmla="*/ 3401 w 6343"/>
                  <a:gd name="connsiteY4" fmla="*/ 161 h 6345"/>
                  <a:gd name="connsiteX5" fmla="*/ 1158 w 6343"/>
                  <a:gd name="connsiteY5" fmla="*/ 1091 h 6345"/>
                  <a:gd name="connsiteX6" fmla="*/ 229 w 6343"/>
                  <a:gd name="connsiteY6" fmla="*/ 3334 h 6345"/>
                  <a:gd name="connsiteX7" fmla="*/ 1158 w 6343"/>
                  <a:gd name="connsiteY7" fmla="*/ 5578 h 6345"/>
                  <a:gd name="connsiteX8" fmla="*/ 340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7"/>
                    </a:moveTo>
                    <a:cubicBezTo>
                      <a:pt x="4242" y="6507"/>
                      <a:pt x="5049" y="6173"/>
                      <a:pt x="5644" y="5578"/>
                    </a:cubicBezTo>
                    <a:cubicBezTo>
                      <a:pt x="6238" y="4983"/>
                      <a:pt x="6572" y="4176"/>
                      <a:pt x="6572" y="3334"/>
                    </a:cubicBezTo>
                    <a:cubicBezTo>
                      <a:pt x="6572" y="2493"/>
                      <a:pt x="6238" y="1686"/>
                      <a:pt x="5644" y="1091"/>
                    </a:cubicBezTo>
                    <a:cubicBezTo>
                      <a:pt x="5049" y="496"/>
                      <a:pt x="4242" y="161"/>
                      <a:pt x="3401" y="161"/>
                    </a:cubicBezTo>
                    <a:cubicBezTo>
                      <a:pt x="2560" y="161"/>
                      <a:pt x="1753" y="496"/>
                      <a:pt x="1158" y="1091"/>
                    </a:cubicBezTo>
                    <a:cubicBezTo>
                      <a:pt x="564" y="1686"/>
                      <a:pt x="229" y="2493"/>
                      <a:pt x="229" y="3334"/>
                    </a:cubicBezTo>
                    <a:cubicBezTo>
                      <a:pt x="229" y="4176"/>
                      <a:pt x="564" y="4983"/>
                      <a:pt x="1158" y="5578"/>
                    </a:cubicBezTo>
                    <a:cubicBezTo>
                      <a:pt x="1753" y="6173"/>
                      <a:pt x="2560" y="6507"/>
                      <a:pt x="340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95" name="Freeform: Shape 16794">
                <a:extLst>
                  <a:ext uri="{FF2B5EF4-FFF2-40B4-BE49-F238E27FC236}">
                    <a16:creationId xmlns:a16="http://schemas.microsoft.com/office/drawing/2014/main" id="{186CCDD5-53BF-78A8-A56C-40A09BF96465}"/>
                  </a:ext>
                </a:extLst>
              </p:cNvPr>
              <p:cNvSpPr/>
              <p:nvPr/>
            </p:nvSpPr>
            <p:spPr>
              <a:xfrm>
                <a:off x="9317662" y="5527933"/>
                <a:ext cx="6343" cy="6345"/>
              </a:xfrm>
              <a:custGeom>
                <a:avLst/>
                <a:gdLst>
                  <a:gd name="connsiteX0" fmla="*/ 3401 w 6343"/>
                  <a:gd name="connsiteY0" fmla="*/ 6507 h 6345"/>
                  <a:gd name="connsiteX1" fmla="*/ 5643 w 6343"/>
                  <a:gd name="connsiteY1" fmla="*/ 5578 h 6345"/>
                  <a:gd name="connsiteX2" fmla="*/ 6572 w 6343"/>
                  <a:gd name="connsiteY2" fmla="*/ 3334 h 6345"/>
                  <a:gd name="connsiteX3" fmla="*/ 5643 w 6343"/>
                  <a:gd name="connsiteY3" fmla="*/ 1091 h 6345"/>
                  <a:gd name="connsiteX4" fmla="*/ 3401 w 6343"/>
                  <a:gd name="connsiteY4" fmla="*/ 161 h 6345"/>
                  <a:gd name="connsiteX5" fmla="*/ 1158 w 6343"/>
                  <a:gd name="connsiteY5" fmla="*/ 1091 h 6345"/>
                  <a:gd name="connsiteX6" fmla="*/ 229 w 6343"/>
                  <a:gd name="connsiteY6" fmla="*/ 3334 h 6345"/>
                  <a:gd name="connsiteX7" fmla="*/ 1158 w 6343"/>
                  <a:gd name="connsiteY7" fmla="*/ 5578 h 6345"/>
                  <a:gd name="connsiteX8" fmla="*/ 340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7"/>
                    </a:moveTo>
                    <a:cubicBezTo>
                      <a:pt x="4242" y="6507"/>
                      <a:pt x="5049" y="6173"/>
                      <a:pt x="5643" y="5578"/>
                    </a:cubicBezTo>
                    <a:cubicBezTo>
                      <a:pt x="6238" y="4983"/>
                      <a:pt x="6572" y="4176"/>
                      <a:pt x="6572" y="3334"/>
                    </a:cubicBezTo>
                    <a:cubicBezTo>
                      <a:pt x="6572" y="2493"/>
                      <a:pt x="6238" y="1686"/>
                      <a:pt x="5643" y="1091"/>
                    </a:cubicBezTo>
                    <a:cubicBezTo>
                      <a:pt x="5049" y="496"/>
                      <a:pt x="4242" y="161"/>
                      <a:pt x="3401" y="161"/>
                    </a:cubicBezTo>
                    <a:cubicBezTo>
                      <a:pt x="2560" y="161"/>
                      <a:pt x="1753" y="496"/>
                      <a:pt x="1158" y="1091"/>
                    </a:cubicBezTo>
                    <a:cubicBezTo>
                      <a:pt x="563" y="1686"/>
                      <a:pt x="229" y="2493"/>
                      <a:pt x="229" y="3334"/>
                    </a:cubicBezTo>
                    <a:cubicBezTo>
                      <a:pt x="229" y="4176"/>
                      <a:pt x="563" y="4983"/>
                      <a:pt x="1158" y="5578"/>
                    </a:cubicBezTo>
                    <a:cubicBezTo>
                      <a:pt x="1753" y="6173"/>
                      <a:pt x="2560" y="6507"/>
                      <a:pt x="340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96" name="Freeform: Shape 16795">
                <a:extLst>
                  <a:ext uri="{FF2B5EF4-FFF2-40B4-BE49-F238E27FC236}">
                    <a16:creationId xmlns:a16="http://schemas.microsoft.com/office/drawing/2014/main" id="{B2F3515E-5675-51BD-6306-36214A6947BB}"/>
                  </a:ext>
                </a:extLst>
              </p:cNvPr>
              <p:cNvSpPr/>
              <p:nvPr/>
            </p:nvSpPr>
            <p:spPr>
              <a:xfrm>
                <a:off x="9316401" y="5526839"/>
                <a:ext cx="6343" cy="6345"/>
              </a:xfrm>
              <a:custGeom>
                <a:avLst/>
                <a:gdLst>
                  <a:gd name="connsiteX0" fmla="*/ 3401 w 6343"/>
                  <a:gd name="connsiteY0" fmla="*/ 6507 h 6345"/>
                  <a:gd name="connsiteX1" fmla="*/ 5643 w 6343"/>
                  <a:gd name="connsiteY1" fmla="*/ 5577 h 6345"/>
                  <a:gd name="connsiteX2" fmla="*/ 6572 w 6343"/>
                  <a:gd name="connsiteY2" fmla="*/ 3334 h 6345"/>
                  <a:gd name="connsiteX3" fmla="*/ 5643 w 6343"/>
                  <a:gd name="connsiteY3" fmla="*/ 1091 h 6345"/>
                  <a:gd name="connsiteX4" fmla="*/ 3401 w 6343"/>
                  <a:gd name="connsiteY4" fmla="*/ 161 h 6345"/>
                  <a:gd name="connsiteX5" fmla="*/ 1158 w 6343"/>
                  <a:gd name="connsiteY5" fmla="*/ 1091 h 6345"/>
                  <a:gd name="connsiteX6" fmla="*/ 229 w 6343"/>
                  <a:gd name="connsiteY6" fmla="*/ 3334 h 6345"/>
                  <a:gd name="connsiteX7" fmla="*/ 1158 w 6343"/>
                  <a:gd name="connsiteY7" fmla="*/ 5577 h 6345"/>
                  <a:gd name="connsiteX8" fmla="*/ 340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7"/>
                    </a:moveTo>
                    <a:cubicBezTo>
                      <a:pt x="4242" y="6507"/>
                      <a:pt x="5049" y="6172"/>
                      <a:pt x="5643" y="5577"/>
                    </a:cubicBezTo>
                    <a:cubicBezTo>
                      <a:pt x="6238" y="4983"/>
                      <a:pt x="6572" y="4175"/>
                      <a:pt x="6572" y="3334"/>
                    </a:cubicBezTo>
                    <a:cubicBezTo>
                      <a:pt x="6572" y="2493"/>
                      <a:pt x="6238" y="1686"/>
                      <a:pt x="5643" y="1091"/>
                    </a:cubicBezTo>
                    <a:cubicBezTo>
                      <a:pt x="5049" y="496"/>
                      <a:pt x="4242" y="161"/>
                      <a:pt x="3401" y="161"/>
                    </a:cubicBezTo>
                    <a:cubicBezTo>
                      <a:pt x="2560" y="161"/>
                      <a:pt x="1753" y="496"/>
                      <a:pt x="1158" y="1091"/>
                    </a:cubicBezTo>
                    <a:cubicBezTo>
                      <a:pt x="563" y="1686"/>
                      <a:pt x="229" y="2493"/>
                      <a:pt x="229" y="3334"/>
                    </a:cubicBezTo>
                    <a:cubicBezTo>
                      <a:pt x="229" y="4175"/>
                      <a:pt x="563" y="4983"/>
                      <a:pt x="1158" y="5577"/>
                    </a:cubicBezTo>
                    <a:cubicBezTo>
                      <a:pt x="1753" y="6172"/>
                      <a:pt x="2560" y="6507"/>
                      <a:pt x="340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97" name="Freeform: Shape 16796">
                <a:extLst>
                  <a:ext uri="{FF2B5EF4-FFF2-40B4-BE49-F238E27FC236}">
                    <a16:creationId xmlns:a16="http://schemas.microsoft.com/office/drawing/2014/main" id="{995B6DC8-5FD9-D976-580F-6D9EDB25984F}"/>
                  </a:ext>
                </a:extLst>
              </p:cNvPr>
              <p:cNvSpPr/>
              <p:nvPr/>
            </p:nvSpPr>
            <p:spPr>
              <a:xfrm>
                <a:off x="9314947" y="5526101"/>
                <a:ext cx="6343" cy="6345"/>
              </a:xfrm>
              <a:custGeom>
                <a:avLst/>
                <a:gdLst>
                  <a:gd name="connsiteX0" fmla="*/ 3401 w 6343"/>
                  <a:gd name="connsiteY0" fmla="*/ 6507 h 6345"/>
                  <a:gd name="connsiteX1" fmla="*/ 5643 w 6343"/>
                  <a:gd name="connsiteY1" fmla="*/ 5577 h 6345"/>
                  <a:gd name="connsiteX2" fmla="*/ 6572 w 6343"/>
                  <a:gd name="connsiteY2" fmla="*/ 3334 h 6345"/>
                  <a:gd name="connsiteX3" fmla="*/ 5643 w 6343"/>
                  <a:gd name="connsiteY3" fmla="*/ 1091 h 6345"/>
                  <a:gd name="connsiteX4" fmla="*/ 3401 w 6343"/>
                  <a:gd name="connsiteY4" fmla="*/ 161 h 6345"/>
                  <a:gd name="connsiteX5" fmla="*/ 1158 w 6343"/>
                  <a:gd name="connsiteY5" fmla="*/ 1091 h 6345"/>
                  <a:gd name="connsiteX6" fmla="*/ 229 w 6343"/>
                  <a:gd name="connsiteY6" fmla="*/ 3334 h 6345"/>
                  <a:gd name="connsiteX7" fmla="*/ 1158 w 6343"/>
                  <a:gd name="connsiteY7" fmla="*/ 5577 h 6345"/>
                  <a:gd name="connsiteX8" fmla="*/ 340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507"/>
                    </a:moveTo>
                    <a:cubicBezTo>
                      <a:pt x="4242" y="6507"/>
                      <a:pt x="5048" y="6172"/>
                      <a:pt x="5643" y="5577"/>
                    </a:cubicBezTo>
                    <a:cubicBezTo>
                      <a:pt x="6238" y="4982"/>
                      <a:pt x="6572" y="4175"/>
                      <a:pt x="6572" y="3334"/>
                    </a:cubicBezTo>
                    <a:cubicBezTo>
                      <a:pt x="6572" y="2493"/>
                      <a:pt x="6238" y="1686"/>
                      <a:pt x="5643" y="1091"/>
                    </a:cubicBezTo>
                    <a:cubicBezTo>
                      <a:pt x="5048" y="496"/>
                      <a:pt x="4242" y="161"/>
                      <a:pt x="3401" y="161"/>
                    </a:cubicBezTo>
                    <a:cubicBezTo>
                      <a:pt x="2560" y="161"/>
                      <a:pt x="1753" y="496"/>
                      <a:pt x="1158" y="1091"/>
                    </a:cubicBezTo>
                    <a:cubicBezTo>
                      <a:pt x="563" y="1686"/>
                      <a:pt x="229" y="2493"/>
                      <a:pt x="229" y="3334"/>
                    </a:cubicBezTo>
                    <a:cubicBezTo>
                      <a:pt x="229" y="4175"/>
                      <a:pt x="563" y="4982"/>
                      <a:pt x="1158" y="5577"/>
                    </a:cubicBezTo>
                    <a:cubicBezTo>
                      <a:pt x="1753" y="6172"/>
                      <a:pt x="2560" y="6507"/>
                      <a:pt x="340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98" name="Freeform: Shape 16797">
                <a:extLst>
                  <a:ext uri="{FF2B5EF4-FFF2-40B4-BE49-F238E27FC236}">
                    <a16:creationId xmlns:a16="http://schemas.microsoft.com/office/drawing/2014/main" id="{6FD2815D-57FD-9BFD-03B9-F944B63F3226}"/>
                  </a:ext>
                </a:extLst>
              </p:cNvPr>
              <p:cNvSpPr/>
              <p:nvPr/>
            </p:nvSpPr>
            <p:spPr>
              <a:xfrm>
                <a:off x="9313233" y="5525818"/>
                <a:ext cx="6343" cy="6345"/>
              </a:xfrm>
              <a:custGeom>
                <a:avLst/>
                <a:gdLst>
                  <a:gd name="connsiteX0" fmla="*/ 3400 w 6343"/>
                  <a:gd name="connsiteY0" fmla="*/ 6507 h 6345"/>
                  <a:gd name="connsiteX1" fmla="*/ 5643 w 6343"/>
                  <a:gd name="connsiteY1" fmla="*/ 5577 h 6345"/>
                  <a:gd name="connsiteX2" fmla="*/ 6572 w 6343"/>
                  <a:gd name="connsiteY2" fmla="*/ 3334 h 6345"/>
                  <a:gd name="connsiteX3" fmla="*/ 5643 w 6343"/>
                  <a:gd name="connsiteY3" fmla="*/ 1091 h 6345"/>
                  <a:gd name="connsiteX4" fmla="*/ 3400 w 6343"/>
                  <a:gd name="connsiteY4" fmla="*/ 161 h 6345"/>
                  <a:gd name="connsiteX5" fmla="*/ 1158 w 6343"/>
                  <a:gd name="connsiteY5" fmla="*/ 1091 h 6345"/>
                  <a:gd name="connsiteX6" fmla="*/ 229 w 6343"/>
                  <a:gd name="connsiteY6" fmla="*/ 3334 h 6345"/>
                  <a:gd name="connsiteX7" fmla="*/ 1158 w 6343"/>
                  <a:gd name="connsiteY7" fmla="*/ 5577 h 6345"/>
                  <a:gd name="connsiteX8" fmla="*/ 340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7"/>
                    </a:moveTo>
                    <a:cubicBezTo>
                      <a:pt x="4242" y="6507"/>
                      <a:pt x="5048" y="6172"/>
                      <a:pt x="5643" y="5577"/>
                    </a:cubicBezTo>
                    <a:cubicBezTo>
                      <a:pt x="6238" y="4982"/>
                      <a:pt x="6572" y="4175"/>
                      <a:pt x="6572" y="3334"/>
                    </a:cubicBezTo>
                    <a:cubicBezTo>
                      <a:pt x="6572" y="2493"/>
                      <a:pt x="6238" y="1685"/>
                      <a:pt x="5643" y="1091"/>
                    </a:cubicBezTo>
                    <a:cubicBezTo>
                      <a:pt x="5048" y="496"/>
                      <a:pt x="4242" y="161"/>
                      <a:pt x="3400" y="161"/>
                    </a:cubicBezTo>
                    <a:cubicBezTo>
                      <a:pt x="2559" y="161"/>
                      <a:pt x="1753" y="496"/>
                      <a:pt x="1158" y="1091"/>
                    </a:cubicBezTo>
                    <a:cubicBezTo>
                      <a:pt x="563" y="1685"/>
                      <a:pt x="229" y="2493"/>
                      <a:pt x="229" y="3334"/>
                    </a:cubicBezTo>
                    <a:cubicBezTo>
                      <a:pt x="229" y="4175"/>
                      <a:pt x="563" y="4982"/>
                      <a:pt x="1158" y="5577"/>
                    </a:cubicBezTo>
                    <a:cubicBezTo>
                      <a:pt x="1753" y="6172"/>
                      <a:pt x="2559" y="6507"/>
                      <a:pt x="340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799" name="Freeform: Shape 16798">
                <a:extLst>
                  <a:ext uri="{FF2B5EF4-FFF2-40B4-BE49-F238E27FC236}">
                    <a16:creationId xmlns:a16="http://schemas.microsoft.com/office/drawing/2014/main" id="{36F5F0CF-76E0-90E0-CC6E-3C3C9132E271}"/>
                  </a:ext>
                </a:extLst>
              </p:cNvPr>
              <p:cNvSpPr/>
              <p:nvPr/>
            </p:nvSpPr>
            <p:spPr>
              <a:xfrm>
                <a:off x="9312818" y="5523261"/>
                <a:ext cx="6343" cy="6345"/>
              </a:xfrm>
              <a:custGeom>
                <a:avLst/>
                <a:gdLst>
                  <a:gd name="connsiteX0" fmla="*/ 3400 w 6343"/>
                  <a:gd name="connsiteY0" fmla="*/ 6506 h 6345"/>
                  <a:gd name="connsiteX1" fmla="*/ 5643 w 6343"/>
                  <a:gd name="connsiteY1" fmla="*/ 5577 h 6345"/>
                  <a:gd name="connsiteX2" fmla="*/ 6572 w 6343"/>
                  <a:gd name="connsiteY2" fmla="*/ 3334 h 6345"/>
                  <a:gd name="connsiteX3" fmla="*/ 5643 w 6343"/>
                  <a:gd name="connsiteY3" fmla="*/ 1090 h 6345"/>
                  <a:gd name="connsiteX4" fmla="*/ 3400 w 6343"/>
                  <a:gd name="connsiteY4" fmla="*/ 161 h 6345"/>
                  <a:gd name="connsiteX5" fmla="*/ 1158 w 6343"/>
                  <a:gd name="connsiteY5" fmla="*/ 1090 h 6345"/>
                  <a:gd name="connsiteX6" fmla="*/ 229 w 6343"/>
                  <a:gd name="connsiteY6" fmla="*/ 3334 h 6345"/>
                  <a:gd name="connsiteX7" fmla="*/ 1158 w 6343"/>
                  <a:gd name="connsiteY7" fmla="*/ 5577 h 6345"/>
                  <a:gd name="connsiteX8" fmla="*/ 340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6"/>
                    </a:moveTo>
                    <a:cubicBezTo>
                      <a:pt x="4242" y="6506"/>
                      <a:pt x="5048" y="6172"/>
                      <a:pt x="5643" y="5577"/>
                    </a:cubicBezTo>
                    <a:cubicBezTo>
                      <a:pt x="6238" y="4982"/>
                      <a:pt x="6572" y="4175"/>
                      <a:pt x="6572" y="3334"/>
                    </a:cubicBezTo>
                    <a:cubicBezTo>
                      <a:pt x="6572" y="2492"/>
                      <a:pt x="6238" y="1685"/>
                      <a:pt x="5643" y="1090"/>
                    </a:cubicBezTo>
                    <a:cubicBezTo>
                      <a:pt x="5048" y="495"/>
                      <a:pt x="4242" y="161"/>
                      <a:pt x="3400" y="161"/>
                    </a:cubicBezTo>
                    <a:cubicBezTo>
                      <a:pt x="2559" y="161"/>
                      <a:pt x="1753" y="495"/>
                      <a:pt x="1158" y="1090"/>
                    </a:cubicBezTo>
                    <a:cubicBezTo>
                      <a:pt x="563" y="1685"/>
                      <a:pt x="229" y="2492"/>
                      <a:pt x="229" y="3334"/>
                    </a:cubicBezTo>
                    <a:cubicBezTo>
                      <a:pt x="229" y="4175"/>
                      <a:pt x="563" y="4982"/>
                      <a:pt x="1158" y="5577"/>
                    </a:cubicBezTo>
                    <a:cubicBezTo>
                      <a:pt x="1753" y="6172"/>
                      <a:pt x="2559" y="6506"/>
                      <a:pt x="340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00" name="Freeform: Shape 16799">
                <a:extLst>
                  <a:ext uri="{FF2B5EF4-FFF2-40B4-BE49-F238E27FC236}">
                    <a16:creationId xmlns:a16="http://schemas.microsoft.com/office/drawing/2014/main" id="{E7EEAE66-B832-3953-7133-E515663B5E70}"/>
                  </a:ext>
                </a:extLst>
              </p:cNvPr>
              <p:cNvSpPr/>
              <p:nvPr/>
            </p:nvSpPr>
            <p:spPr>
              <a:xfrm>
                <a:off x="9311384" y="5522500"/>
                <a:ext cx="6343" cy="6345"/>
              </a:xfrm>
              <a:custGeom>
                <a:avLst/>
                <a:gdLst>
                  <a:gd name="connsiteX0" fmla="*/ 3400 w 6343"/>
                  <a:gd name="connsiteY0" fmla="*/ 6506 h 6345"/>
                  <a:gd name="connsiteX1" fmla="*/ 5643 w 6343"/>
                  <a:gd name="connsiteY1" fmla="*/ 5577 h 6345"/>
                  <a:gd name="connsiteX2" fmla="*/ 6572 w 6343"/>
                  <a:gd name="connsiteY2" fmla="*/ 3334 h 6345"/>
                  <a:gd name="connsiteX3" fmla="*/ 5643 w 6343"/>
                  <a:gd name="connsiteY3" fmla="*/ 1090 h 6345"/>
                  <a:gd name="connsiteX4" fmla="*/ 3400 w 6343"/>
                  <a:gd name="connsiteY4" fmla="*/ 161 h 6345"/>
                  <a:gd name="connsiteX5" fmla="*/ 1158 w 6343"/>
                  <a:gd name="connsiteY5" fmla="*/ 1090 h 6345"/>
                  <a:gd name="connsiteX6" fmla="*/ 229 w 6343"/>
                  <a:gd name="connsiteY6" fmla="*/ 3334 h 6345"/>
                  <a:gd name="connsiteX7" fmla="*/ 1158 w 6343"/>
                  <a:gd name="connsiteY7" fmla="*/ 5577 h 6345"/>
                  <a:gd name="connsiteX8" fmla="*/ 340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6"/>
                    </a:moveTo>
                    <a:cubicBezTo>
                      <a:pt x="4241" y="6506"/>
                      <a:pt x="5048" y="6172"/>
                      <a:pt x="5643" y="5577"/>
                    </a:cubicBezTo>
                    <a:cubicBezTo>
                      <a:pt x="6238" y="4982"/>
                      <a:pt x="6572" y="4175"/>
                      <a:pt x="6572" y="3334"/>
                    </a:cubicBezTo>
                    <a:cubicBezTo>
                      <a:pt x="6572" y="2492"/>
                      <a:pt x="6238" y="1685"/>
                      <a:pt x="5643" y="1090"/>
                    </a:cubicBezTo>
                    <a:cubicBezTo>
                      <a:pt x="5048" y="495"/>
                      <a:pt x="4241" y="161"/>
                      <a:pt x="3400" y="161"/>
                    </a:cubicBezTo>
                    <a:cubicBezTo>
                      <a:pt x="2559" y="161"/>
                      <a:pt x="1752" y="495"/>
                      <a:pt x="1158" y="1090"/>
                    </a:cubicBezTo>
                    <a:cubicBezTo>
                      <a:pt x="563" y="1685"/>
                      <a:pt x="229" y="2492"/>
                      <a:pt x="229" y="3334"/>
                    </a:cubicBezTo>
                    <a:cubicBezTo>
                      <a:pt x="229" y="4175"/>
                      <a:pt x="563" y="4982"/>
                      <a:pt x="1158" y="5577"/>
                    </a:cubicBezTo>
                    <a:cubicBezTo>
                      <a:pt x="1752" y="6172"/>
                      <a:pt x="2559" y="6506"/>
                      <a:pt x="340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01" name="Freeform: Shape 16800">
                <a:extLst>
                  <a:ext uri="{FF2B5EF4-FFF2-40B4-BE49-F238E27FC236}">
                    <a16:creationId xmlns:a16="http://schemas.microsoft.com/office/drawing/2014/main" id="{628E9CCF-F7D1-6996-5E65-9CA1DD010E81}"/>
                  </a:ext>
                </a:extLst>
              </p:cNvPr>
              <p:cNvSpPr/>
              <p:nvPr/>
            </p:nvSpPr>
            <p:spPr>
              <a:xfrm>
                <a:off x="9309985" y="5521679"/>
                <a:ext cx="6343" cy="6345"/>
              </a:xfrm>
              <a:custGeom>
                <a:avLst/>
                <a:gdLst>
                  <a:gd name="connsiteX0" fmla="*/ 3400 w 6343"/>
                  <a:gd name="connsiteY0" fmla="*/ 6506 h 6345"/>
                  <a:gd name="connsiteX1" fmla="*/ 5643 w 6343"/>
                  <a:gd name="connsiteY1" fmla="*/ 5577 h 6345"/>
                  <a:gd name="connsiteX2" fmla="*/ 6572 w 6343"/>
                  <a:gd name="connsiteY2" fmla="*/ 3334 h 6345"/>
                  <a:gd name="connsiteX3" fmla="*/ 5643 w 6343"/>
                  <a:gd name="connsiteY3" fmla="*/ 1090 h 6345"/>
                  <a:gd name="connsiteX4" fmla="*/ 3400 w 6343"/>
                  <a:gd name="connsiteY4" fmla="*/ 161 h 6345"/>
                  <a:gd name="connsiteX5" fmla="*/ 1158 w 6343"/>
                  <a:gd name="connsiteY5" fmla="*/ 1090 h 6345"/>
                  <a:gd name="connsiteX6" fmla="*/ 229 w 6343"/>
                  <a:gd name="connsiteY6" fmla="*/ 3334 h 6345"/>
                  <a:gd name="connsiteX7" fmla="*/ 1158 w 6343"/>
                  <a:gd name="connsiteY7" fmla="*/ 5577 h 6345"/>
                  <a:gd name="connsiteX8" fmla="*/ 340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6"/>
                    </a:moveTo>
                    <a:cubicBezTo>
                      <a:pt x="4241" y="6506"/>
                      <a:pt x="5048" y="6172"/>
                      <a:pt x="5643" y="5577"/>
                    </a:cubicBezTo>
                    <a:cubicBezTo>
                      <a:pt x="6238" y="4982"/>
                      <a:pt x="6572" y="4175"/>
                      <a:pt x="6572" y="3334"/>
                    </a:cubicBezTo>
                    <a:cubicBezTo>
                      <a:pt x="6572" y="2492"/>
                      <a:pt x="6238" y="1685"/>
                      <a:pt x="5643" y="1090"/>
                    </a:cubicBezTo>
                    <a:cubicBezTo>
                      <a:pt x="5048" y="495"/>
                      <a:pt x="4241" y="161"/>
                      <a:pt x="3400" y="161"/>
                    </a:cubicBezTo>
                    <a:cubicBezTo>
                      <a:pt x="2559" y="161"/>
                      <a:pt x="1752" y="495"/>
                      <a:pt x="1158" y="1090"/>
                    </a:cubicBezTo>
                    <a:cubicBezTo>
                      <a:pt x="563" y="1685"/>
                      <a:pt x="229" y="2492"/>
                      <a:pt x="229" y="3334"/>
                    </a:cubicBezTo>
                    <a:cubicBezTo>
                      <a:pt x="229" y="4175"/>
                      <a:pt x="563" y="4982"/>
                      <a:pt x="1158" y="5577"/>
                    </a:cubicBezTo>
                    <a:cubicBezTo>
                      <a:pt x="1752" y="6172"/>
                      <a:pt x="2559" y="6506"/>
                      <a:pt x="340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02" name="Freeform: Shape 16801">
                <a:extLst>
                  <a:ext uri="{FF2B5EF4-FFF2-40B4-BE49-F238E27FC236}">
                    <a16:creationId xmlns:a16="http://schemas.microsoft.com/office/drawing/2014/main" id="{1650C8B0-B3DA-B560-C53E-2CA2953E7DA6}"/>
                  </a:ext>
                </a:extLst>
              </p:cNvPr>
              <p:cNvSpPr/>
              <p:nvPr/>
            </p:nvSpPr>
            <p:spPr>
              <a:xfrm>
                <a:off x="9308622" y="5520799"/>
                <a:ext cx="6343" cy="6345"/>
              </a:xfrm>
              <a:custGeom>
                <a:avLst/>
                <a:gdLst>
                  <a:gd name="connsiteX0" fmla="*/ 3400 w 6343"/>
                  <a:gd name="connsiteY0" fmla="*/ 6506 h 6345"/>
                  <a:gd name="connsiteX1" fmla="*/ 5643 w 6343"/>
                  <a:gd name="connsiteY1" fmla="*/ 5577 h 6345"/>
                  <a:gd name="connsiteX2" fmla="*/ 6572 w 6343"/>
                  <a:gd name="connsiteY2" fmla="*/ 3334 h 6345"/>
                  <a:gd name="connsiteX3" fmla="*/ 5643 w 6343"/>
                  <a:gd name="connsiteY3" fmla="*/ 1090 h 6345"/>
                  <a:gd name="connsiteX4" fmla="*/ 3400 w 6343"/>
                  <a:gd name="connsiteY4" fmla="*/ 161 h 6345"/>
                  <a:gd name="connsiteX5" fmla="*/ 1157 w 6343"/>
                  <a:gd name="connsiteY5" fmla="*/ 1090 h 6345"/>
                  <a:gd name="connsiteX6" fmla="*/ 229 w 6343"/>
                  <a:gd name="connsiteY6" fmla="*/ 3334 h 6345"/>
                  <a:gd name="connsiteX7" fmla="*/ 1157 w 6343"/>
                  <a:gd name="connsiteY7" fmla="*/ 5577 h 6345"/>
                  <a:gd name="connsiteX8" fmla="*/ 340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6"/>
                    </a:moveTo>
                    <a:cubicBezTo>
                      <a:pt x="4241" y="6506"/>
                      <a:pt x="5048" y="6172"/>
                      <a:pt x="5643" y="5577"/>
                    </a:cubicBezTo>
                    <a:cubicBezTo>
                      <a:pt x="6237" y="4982"/>
                      <a:pt x="6572" y="4175"/>
                      <a:pt x="6572" y="3334"/>
                    </a:cubicBezTo>
                    <a:cubicBezTo>
                      <a:pt x="6572" y="2492"/>
                      <a:pt x="6237" y="1685"/>
                      <a:pt x="5643" y="1090"/>
                    </a:cubicBezTo>
                    <a:cubicBezTo>
                      <a:pt x="5048" y="495"/>
                      <a:pt x="4241" y="161"/>
                      <a:pt x="3400" y="161"/>
                    </a:cubicBezTo>
                    <a:cubicBezTo>
                      <a:pt x="2559" y="161"/>
                      <a:pt x="1752" y="495"/>
                      <a:pt x="1157" y="1090"/>
                    </a:cubicBezTo>
                    <a:cubicBezTo>
                      <a:pt x="563" y="1685"/>
                      <a:pt x="229" y="2492"/>
                      <a:pt x="229" y="3334"/>
                    </a:cubicBezTo>
                    <a:cubicBezTo>
                      <a:pt x="229" y="4175"/>
                      <a:pt x="563" y="4982"/>
                      <a:pt x="1157" y="5577"/>
                    </a:cubicBezTo>
                    <a:cubicBezTo>
                      <a:pt x="1752" y="6172"/>
                      <a:pt x="2559" y="6506"/>
                      <a:pt x="340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03" name="Freeform: Shape 16802">
                <a:extLst>
                  <a:ext uri="{FF2B5EF4-FFF2-40B4-BE49-F238E27FC236}">
                    <a16:creationId xmlns:a16="http://schemas.microsoft.com/office/drawing/2014/main" id="{10AF113E-DA9F-CEA6-3586-93CF373BA964}"/>
                  </a:ext>
                </a:extLst>
              </p:cNvPr>
              <p:cNvSpPr/>
              <p:nvPr/>
            </p:nvSpPr>
            <p:spPr>
              <a:xfrm>
                <a:off x="9307141" y="5520114"/>
                <a:ext cx="6343" cy="6345"/>
              </a:xfrm>
              <a:custGeom>
                <a:avLst/>
                <a:gdLst>
                  <a:gd name="connsiteX0" fmla="*/ 3400 w 6343"/>
                  <a:gd name="connsiteY0" fmla="*/ 6506 h 6345"/>
                  <a:gd name="connsiteX1" fmla="*/ 5643 w 6343"/>
                  <a:gd name="connsiteY1" fmla="*/ 5577 h 6345"/>
                  <a:gd name="connsiteX2" fmla="*/ 6572 w 6343"/>
                  <a:gd name="connsiteY2" fmla="*/ 3334 h 6345"/>
                  <a:gd name="connsiteX3" fmla="*/ 5643 w 6343"/>
                  <a:gd name="connsiteY3" fmla="*/ 1090 h 6345"/>
                  <a:gd name="connsiteX4" fmla="*/ 3400 w 6343"/>
                  <a:gd name="connsiteY4" fmla="*/ 161 h 6345"/>
                  <a:gd name="connsiteX5" fmla="*/ 1157 w 6343"/>
                  <a:gd name="connsiteY5" fmla="*/ 1090 h 6345"/>
                  <a:gd name="connsiteX6" fmla="*/ 228 w 6343"/>
                  <a:gd name="connsiteY6" fmla="*/ 3334 h 6345"/>
                  <a:gd name="connsiteX7" fmla="*/ 1157 w 6343"/>
                  <a:gd name="connsiteY7" fmla="*/ 5577 h 6345"/>
                  <a:gd name="connsiteX8" fmla="*/ 340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6"/>
                    </a:moveTo>
                    <a:cubicBezTo>
                      <a:pt x="4241" y="6506"/>
                      <a:pt x="5048" y="6172"/>
                      <a:pt x="5643" y="5577"/>
                    </a:cubicBezTo>
                    <a:cubicBezTo>
                      <a:pt x="6237" y="4982"/>
                      <a:pt x="6572" y="4175"/>
                      <a:pt x="6572" y="3334"/>
                    </a:cubicBezTo>
                    <a:cubicBezTo>
                      <a:pt x="6572" y="2492"/>
                      <a:pt x="6237" y="1685"/>
                      <a:pt x="5643" y="1090"/>
                    </a:cubicBezTo>
                    <a:cubicBezTo>
                      <a:pt x="5048" y="495"/>
                      <a:pt x="4241" y="161"/>
                      <a:pt x="3400" y="161"/>
                    </a:cubicBezTo>
                    <a:cubicBezTo>
                      <a:pt x="2559" y="161"/>
                      <a:pt x="1752" y="495"/>
                      <a:pt x="1157" y="1090"/>
                    </a:cubicBezTo>
                    <a:cubicBezTo>
                      <a:pt x="563" y="1685"/>
                      <a:pt x="228" y="2492"/>
                      <a:pt x="228" y="3334"/>
                    </a:cubicBezTo>
                    <a:cubicBezTo>
                      <a:pt x="228" y="4175"/>
                      <a:pt x="563" y="4982"/>
                      <a:pt x="1157" y="5577"/>
                    </a:cubicBezTo>
                    <a:cubicBezTo>
                      <a:pt x="1752" y="6172"/>
                      <a:pt x="2559" y="6506"/>
                      <a:pt x="340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04" name="Freeform: Shape 16803">
                <a:extLst>
                  <a:ext uri="{FF2B5EF4-FFF2-40B4-BE49-F238E27FC236}">
                    <a16:creationId xmlns:a16="http://schemas.microsoft.com/office/drawing/2014/main" id="{1A79C011-6CBC-4B2C-4541-C7C6B87E13B7}"/>
                  </a:ext>
                </a:extLst>
              </p:cNvPr>
              <p:cNvSpPr/>
              <p:nvPr/>
            </p:nvSpPr>
            <p:spPr>
              <a:xfrm>
                <a:off x="9305601" y="5519519"/>
                <a:ext cx="6343" cy="6345"/>
              </a:xfrm>
              <a:custGeom>
                <a:avLst/>
                <a:gdLst>
                  <a:gd name="connsiteX0" fmla="*/ 3400 w 6343"/>
                  <a:gd name="connsiteY0" fmla="*/ 6506 h 6345"/>
                  <a:gd name="connsiteX1" fmla="*/ 5643 w 6343"/>
                  <a:gd name="connsiteY1" fmla="*/ 5577 h 6345"/>
                  <a:gd name="connsiteX2" fmla="*/ 6571 w 6343"/>
                  <a:gd name="connsiteY2" fmla="*/ 3333 h 6345"/>
                  <a:gd name="connsiteX3" fmla="*/ 5643 w 6343"/>
                  <a:gd name="connsiteY3" fmla="*/ 1090 h 6345"/>
                  <a:gd name="connsiteX4" fmla="*/ 3400 w 6343"/>
                  <a:gd name="connsiteY4" fmla="*/ 161 h 6345"/>
                  <a:gd name="connsiteX5" fmla="*/ 1157 w 6343"/>
                  <a:gd name="connsiteY5" fmla="*/ 1090 h 6345"/>
                  <a:gd name="connsiteX6" fmla="*/ 228 w 6343"/>
                  <a:gd name="connsiteY6" fmla="*/ 3333 h 6345"/>
                  <a:gd name="connsiteX7" fmla="*/ 1157 w 6343"/>
                  <a:gd name="connsiteY7" fmla="*/ 5577 h 6345"/>
                  <a:gd name="connsiteX8" fmla="*/ 340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6"/>
                    </a:moveTo>
                    <a:cubicBezTo>
                      <a:pt x="4241" y="6506"/>
                      <a:pt x="5048" y="6172"/>
                      <a:pt x="5643" y="5577"/>
                    </a:cubicBezTo>
                    <a:cubicBezTo>
                      <a:pt x="6237" y="4982"/>
                      <a:pt x="6571" y="4175"/>
                      <a:pt x="6571" y="3333"/>
                    </a:cubicBezTo>
                    <a:cubicBezTo>
                      <a:pt x="6571" y="2492"/>
                      <a:pt x="6237" y="1685"/>
                      <a:pt x="5643" y="1090"/>
                    </a:cubicBezTo>
                    <a:cubicBezTo>
                      <a:pt x="5048" y="495"/>
                      <a:pt x="4241" y="161"/>
                      <a:pt x="3400" y="161"/>
                    </a:cubicBezTo>
                    <a:cubicBezTo>
                      <a:pt x="2559" y="161"/>
                      <a:pt x="1752" y="495"/>
                      <a:pt x="1157" y="1090"/>
                    </a:cubicBezTo>
                    <a:cubicBezTo>
                      <a:pt x="563" y="1685"/>
                      <a:pt x="228" y="2492"/>
                      <a:pt x="228" y="3333"/>
                    </a:cubicBezTo>
                    <a:cubicBezTo>
                      <a:pt x="228" y="4175"/>
                      <a:pt x="563" y="4982"/>
                      <a:pt x="1157" y="5577"/>
                    </a:cubicBezTo>
                    <a:cubicBezTo>
                      <a:pt x="1752" y="6172"/>
                      <a:pt x="2559" y="6506"/>
                      <a:pt x="340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05" name="Freeform: Shape 16804">
                <a:extLst>
                  <a:ext uri="{FF2B5EF4-FFF2-40B4-BE49-F238E27FC236}">
                    <a16:creationId xmlns:a16="http://schemas.microsoft.com/office/drawing/2014/main" id="{FAD3CEB9-9BEE-DF6C-47DE-1586D22C46C9}"/>
                  </a:ext>
                </a:extLst>
              </p:cNvPr>
              <p:cNvSpPr/>
              <p:nvPr/>
            </p:nvSpPr>
            <p:spPr>
              <a:xfrm>
                <a:off x="9303906" y="5519166"/>
                <a:ext cx="6343" cy="6345"/>
              </a:xfrm>
              <a:custGeom>
                <a:avLst/>
                <a:gdLst>
                  <a:gd name="connsiteX0" fmla="*/ 3400 w 6343"/>
                  <a:gd name="connsiteY0" fmla="*/ 6506 h 6345"/>
                  <a:gd name="connsiteX1" fmla="*/ 5642 w 6343"/>
                  <a:gd name="connsiteY1" fmla="*/ 5577 h 6345"/>
                  <a:gd name="connsiteX2" fmla="*/ 6571 w 6343"/>
                  <a:gd name="connsiteY2" fmla="*/ 3333 h 6345"/>
                  <a:gd name="connsiteX3" fmla="*/ 5642 w 6343"/>
                  <a:gd name="connsiteY3" fmla="*/ 1090 h 6345"/>
                  <a:gd name="connsiteX4" fmla="*/ 3400 w 6343"/>
                  <a:gd name="connsiteY4" fmla="*/ 161 h 6345"/>
                  <a:gd name="connsiteX5" fmla="*/ 1157 w 6343"/>
                  <a:gd name="connsiteY5" fmla="*/ 1090 h 6345"/>
                  <a:gd name="connsiteX6" fmla="*/ 228 w 6343"/>
                  <a:gd name="connsiteY6" fmla="*/ 3333 h 6345"/>
                  <a:gd name="connsiteX7" fmla="*/ 1157 w 6343"/>
                  <a:gd name="connsiteY7" fmla="*/ 5577 h 6345"/>
                  <a:gd name="connsiteX8" fmla="*/ 340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6"/>
                    </a:moveTo>
                    <a:cubicBezTo>
                      <a:pt x="4241" y="6506"/>
                      <a:pt x="5048" y="6172"/>
                      <a:pt x="5642" y="5577"/>
                    </a:cubicBezTo>
                    <a:cubicBezTo>
                      <a:pt x="6237" y="4982"/>
                      <a:pt x="6571" y="4175"/>
                      <a:pt x="6571" y="3333"/>
                    </a:cubicBezTo>
                    <a:cubicBezTo>
                      <a:pt x="6571" y="2492"/>
                      <a:pt x="6237" y="1685"/>
                      <a:pt x="5642" y="1090"/>
                    </a:cubicBezTo>
                    <a:cubicBezTo>
                      <a:pt x="5048" y="495"/>
                      <a:pt x="4241" y="161"/>
                      <a:pt x="3400" y="161"/>
                    </a:cubicBezTo>
                    <a:cubicBezTo>
                      <a:pt x="2559" y="161"/>
                      <a:pt x="1752" y="495"/>
                      <a:pt x="1157" y="1090"/>
                    </a:cubicBezTo>
                    <a:cubicBezTo>
                      <a:pt x="562" y="1685"/>
                      <a:pt x="228" y="2492"/>
                      <a:pt x="228" y="3333"/>
                    </a:cubicBezTo>
                    <a:cubicBezTo>
                      <a:pt x="228" y="4175"/>
                      <a:pt x="562" y="4982"/>
                      <a:pt x="1157" y="5577"/>
                    </a:cubicBezTo>
                    <a:cubicBezTo>
                      <a:pt x="1752" y="6172"/>
                      <a:pt x="2559" y="6506"/>
                      <a:pt x="340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06" name="Freeform: Shape 16805">
                <a:extLst>
                  <a:ext uri="{FF2B5EF4-FFF2-40B4-BE49-F238E27FC236}">
                    <a16:creationId xmlns:a16="http://schemas.microsoft.com/office/drawing/2014/main" id="{3FB0BDA7-230F-D15A-89DD-AA2613363DDF}"/>
                  </a:ext>
                </a:extLst>
              </p:cNvPr>
              <p:cNvSpPr/>
              <p:nvPr/>
            </p:nvSpPr>
            <p:spPr>
              <a:xfrm>
                <a:off x="9303162" y="5517298"/>
                <a:ext cx="6343" cy="6345"/>
              </a:xfrm>
              <a:custGeom>
                <a:avLst/>
                <a:gdLst>
                  <a:gd name="connsiteX0" fmla="*/ 3400 w 6343"/>
                  <a:gd name="connsiteY0" fmla="*/ 6506 h 6345"/>
                  <a:gd name="connsiteX1" fmla="*/ 5642 w 6343"/>
                  <a:gd name="connsiteY1" fmla="*/ 5577 h 6345"/>
                  <a:gd name="connsiteX2" fmla="*/ 6571 w 6343"/>
                  <a:gd name="connsiteY2" fmla="*/ 3333 h 6345"/>
                  <a:gd name="connsiteX3" fmla="*/ 5642 w 6343"/>
                  <a:gd name="connsiteY3" fmla="*/ 1090 h 6345"/>
                  <a:gd name="connsiteX4" fmla="*/ 3400 w 6343"/>
                  <a:gd name="connsiteY4" fmla="*/ 161 h 6345"/>
                  <a:gd name="connsiteX5" fmla="*/ 1157 w 6343"/>
                  <a:gd name="connsiteY5" fmla="*/ 1090 h 6345"/>
                  <a:gd name="connsiteX6" fmla="*/ 228 w 6343"/>
                  <a:gd name="connsiteY6" fmla="*/ 3333 h 6345"/>
                  <a:gd name="connsiteX7" fmla="*/ 1157 w 6343"/>
                  <a:gd name="connsiteY7" fmla="*/ 5577 h 6345"/>
                  <a:gd name="connsiteX8" fmla="*/ 340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6"/>
                    </a:moveTo>
                    <a:cubicBezTo>
                      <a:pt x="4241" y="6506"/>
                      <a:pt x="5048" y="6172"/>
                      <a:pt x="5642" y="5577"/>
                    </a:cubicBezTo>
                    <a:cubicBezTo>
                      <a:pt x="6237" y="4982"/>
                      <a:pt x="6571" y="4175"/>
                      <a:pt x="6571" y="3333"/>
                    </a:cubicBezTo>
                    <a:cubicBezTo>
                      <a:pt x="6571" y="2492"/>
                      <a:pt x="6237" y="1685"/>
                      <a:pt x="5642" y="1090"/>
                    </a:cubicBezTo>
                    <a:cubicBezTo>
                      <a:pt x="5048" y="495"/>
                      <a:pt x="4241" y="161"/>
                      <a:pt x="3400" y="161"/>
                    </a:cubicBezTo>
                    <a:cubicBezTo>
                      <a:pt x="2559" y="161"/>
                      <a:pt x="1752" y="495"/>
                      <a:pt x="1157" y="1090"/>
                    </a:cubicBezTo>
                    <a:cubicBezTo>
                      <a:pt x="562" y="1685"/>
                      <a:pt x="228" y="2492"/>
                      <a:pt x="228" y="3333"/>
                    </a:cubicBezTo>
                    <a:cubicBezTo>
                      <a:pt x="228" y="4175"/>
                      <a:pt x="562" y="4982"/>
                      <a:pt x="1157" y="5577"/>
                    </a:cubicBezTo>
                    <a:cubicBezTo>
                      <a:pt x="1752" y="6172"/>
                      <a:pt x="2559" y="6506"/>
                      <a:pt x="340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07" name="Freeform: Shape 16806">
                <a:extLst>
                  <a:ext uri="{FF2B5EF4-FFF2-40B4-BE49-F238E27FC236}">
                    <a16:creationId xmlns:a16="http://schemas.microsoft.com/office/drawing/2014/main" id="{B5850160-2921-83D4-DA3D-C8090A1EECA5}"/>
                  </a:ext>
                </a:extLst>
              </p:cNvPr>
              <p:cNvSpPr/>
              <p:nvPr/>
            </p:nvSpPr>
            <p:spPr>
              <a:xfrm>
                <a:off x="9301123" y="5517475"/>
                <a:ext cx="6343" cy="6345"/>
              </a:xfrm>
              <a:custGeom>
                <a:avLst/>
                <a:gdLst>
                  <a:gd name="connsiteX0" fmla="*/ 3400 w 6343"/>
                  <a:gd name="connsiteY0" fmla="*/ 6506 h 6345"/>
                  <a:gd name="connsiteX1" fmla="*/ 5642 w 6343"/>
                  <a:gd name="connsiteY1" fmla="*/ 5577 h 6345"/>
                  <a:gd name="connsiteX2" fmla="*/ 6571 w 6343"/>
                  <a:gd name="connsiteY2" fmla="*/ 3333 h 6345"/>
                  <a:gd name="connsiteX3" fmla="*/ 5642 w 6343"/>
                  <a:gd name="connsiteY3" fmla="*/ 1090 h 6345"/>
                  <a:gd name="connsiteX4" fmla="*/ 3400 w 6343"/>
                  <a:gd name="connsiteY4" fmla="*/ 161 h 6345"/>
                  <a:gd name="connsiteX5" fmla="*/ 1157 w 6343"/>
                  <a:gd name="connsiteY5" fmla="*/ 1090 h 6345"/>
                  <a:gd name="connsiteX6" fmla="*/ 228 w 6343"/>
                  <a:gd name="connsiteY6" fmla="*/ 3333 h 6345"/>
                  <a:gd name="connsiteX7" fmla="*/ 1157 w 6343"/>
                  <a:gd name="connsiteY7" fmla="*/ 5577 h 6345"/>
                  <a:gd name="connsiteX8" fmla="*/ 3400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506"/>
                    </a:moveTo>
                    <a:cubicBezTo>
                      <a:pt x="4241" y="6506"/>
                      <a:pt x="5047" y="6172"/>
                      <a:pt x="5642" y="5577"/>
                    </a:cubicBezTo>
                    <a:cubicBezTo>
                      <a:pt x="6237" y="4982"/>
                      <a:pt x="6571" y="4175"/>
                      <a:pt x="6571" y="3333"/>
                    </a:cubicBezTo>
                    <a:cubicBezTo>
                      <a:pt x="6571" y="2492"/>
                      <a:pt x="6237" y="1685"/>
                      <a:pt x="5642" y="1090"/>
                    </a:cubicBezTo>
                    <a:cubicBezTo>
                      <a:pt x="5047" y="495"/>
                      <a:pt x="4241" y="161"/>
                      <a:pt x="3400" y="161"/>
                    </a:cubicBezTo>
                    <a:cubicBezTo>
                      <a:pt x="2558" y="161"/>
                      <a:pt x="1752" y="495"/>
                      <a:pt x="1157" y="1090"/>
                    </a:cubicBezTo>
                    <a:cubicBezTo>
                      <a:pt x="562" y="1685"/>
                      <a:pt x="228" y="2492"/>
                      <a:pt x="228" y="3333"/>
                    </a:cubicBezTo>
                    <a:cubicBezTo>
                      <a:pt x="228" y="4175"/>
                      <a:pt x="562" y="4982"/>
                      <a:pt x="1157" y="5577"/>
                    </a:cubicBezTo>
                    <a:cubicBezTo>
                      <a:pt x="1752" y="6172"/>
                      <a:pt x="2558" y="6506"/>
                      <a:pt x="3400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08" name="Freeform: Shape 16807">
                <a:extLst>
                  <a:ext uri="{FF2B5EF4-FFF2-40B4-BE49-F238E27FC236}">
                    <a16:creationId xmlns:a16="http://schemas.microsoft.com/office/drawing/2014/main" id="{13846FF3-E9A6-F2EE-EA86-C11BC9F81C2F}"/>
                  </a:ext>
                </a:extLst>
              </p:cNvPr>
              <p:cNvSpPr/>
              <p:nvPr/>
            </p:nvSpPr>
            <p:spPr>
              <a:xfrm>
                <a:off x="9298624" y="5518331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2 w 6343"/>
                  <a:gd name="connsiteY1" fmla="*/ 5577 h 6345"/>
                  <a:gd name="connsiteX2" fmla="*/ 6571 w 6343"/>
                  <a:gd name="connsiteY2" fmla="*/ 3333 h 6345"/>
                  <a:gd name="connsiteX3" fmla="*/ 5642 w 6343"/>
                  <a:gd name="connsiteY3" fmla="*/ 1090 h 6345"/>
                  <a:gd name="connsiteX4" fmla="*/ 3399 w 6343"/>
                  <a:gd name="connsiteY4" fmla="*/ 161 h 6345"/>
                  <a:gd name="connsiteX5" fmla="*/ 1157 w 6343"/>
                  <a:gd name="connsiteY5" fmla="*/ 1090 h 6345"/>
                  <a:gd name="connsiteX6" fmla="*/ 228 w 6343"/>
                  <a:gd name="connsiteY6" fmla="*/ 3333 h 6345"/>
                  <a:gd name="connsiteX7" fmla="*/ 1157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0" y="6506"/>
                      <a:pt x="5047" y="6172"/>
                      <a:pt x="5642" y="5577"/>
                    </a:cubicBezTo>
                    <a:cubicBezTo>
                      <a:pt x="6237" y="4982"/>
                      <a:pt x="6571" y="4175"/>
                      <a:pt x="6571" y="3333"/>
                    </a:cubicBezTo>
                    <a:cubicBezTo>
                      <a:pt x="6571" y="2492"/>
                      <a:pt x="6237" y="1685"/>
                      <a:pt x="5642" y="1090"/>
                    </a:cubicBezTo>
                    <a:cubicBezTo>
                      <a:pt x="5047" y="495"/>
                      <a:pt x="4240" y="161"/>
                      <a:pt x="3399" y="161"/>
                    </a:cubicBezTo>
                    <a:cubicBezTo>
                      <a:pt x="2558" y="161"/>
                      <a:pt x="1751" y="495"/>
                      <a:pt x="1157" y="1090"/>
                    </a:cubicBezTo>
                    <a:cubicBezTo>
                      <a:pt x="562" y="1685"/>
                      <a:pt x="228" y="2492"/>
                      <a:pt x="228" y="3333"/>
                    </a:cubicBezTo>
                    <a:cubicBezTo>
                      <a:pt x="228" y="4175"/>
                      <a:pt x="562" y="4982"/>
                      <a:pt x="1157" y="5577"/>
                    </a:cubicBezTo>
                    <a:cubicBezTo>
                      <a:pt x="1751" y="6172"/>
                      <a:pt x="2558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09" name="Freeform: Shape 16808">
                <a:extLst>
                  <a:ext uri="{FF2B5EF4-FFF2-40B4-BE49-F238E27FC236}">
                    <a16:creationId xmlns:a16="http://schemas.microsoft.com/office/drawing/2014/main" id="{B68CAB33-A403-6647-E3BF-CFC55BC1091E}"/>
                  </a:ext>
                </a:extLst>
              </p:cNvPr>
              <p:cNvSpPr/>
              <p:nvPr/>
            </p:nvSpPr>
            <p:spPr>
              <a:xfrm>
                <a:off x="9296925" y="5517927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2 w 6343"/>
                  <a:gd name="connsiteY1" fmla="*/ 5577 h 6345"/>
                  <a:gd name="connsiteX2" fmla="*/ 6571 w 6343"/>
                  <a:gd name="connsiteY2" fmla="*/ 3333 h 6345"/>
                  <a:gd name="connsiteX3" fmla="*/ 5642 w 6343"/>
                  <a:gd name="connsiteY3" fmla="*/ 1090 h 6345"/>
                  <a:gd name="connsiteX4" fmla="*/ 3399 w 6343"/>
                  <a:gd name="connsiteY4" fmla="*/ 161 h 6345"/>
                  <a:gd name="connsiteX5" fmla="*/ 1157 w 6343"/>
                  <a:gd name="connsiteY5" fmla="*/ 1090 h 6345"/>
                  <a:gd name="connsiteX6" fmla="*/ 228 w 6343"/>
                  <a:gd name="connsiteY6" fmla="*/ 3333 h 6345"/>
                  <a:gd name="connsiteX7" fmla="*/ 1157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0" y="6506"/>
                      <a:pt x="5047" y="6172"/>
                      <a:pt x="5642" y="5577"/>
                    </a:cubicBezTo>
                    <a:cubicBezTo>
                      <a:pt x="6237" y="4982"/>
                      <a:pt x="6571" y="4175"/>
                      <a:pt x="6571" y="3333"/>
                    </a:cubicBezTo>
                    <a:cubicBezTo>
                      <a:pt x="6571" y="2492"/>
                      <a:pt x="6237" y="1685"/>
                      <a:pt x="5642" y="1090"/>
                    </a:cubicBezTo>
                    <a:cubicBezTo>
                      <a:pt x="5047" y="495"/>
                      <a:pt x="4240" y="161"/>
                      <a:pt x="3399" y="161"/>
                    </a:cubicBezTo>
                    <a:cubicBezTo>
                      <a:pt x="2558" y="161"/>
                      <a:pt x="1751" y="495"/>
                      <a:pt x="1157" y="1090"/>
                    </a:cubicBezTo>
                    <a:cubicBezTo>
                      <a:pt x="562" y="1685"/>
                      <a:pt x="228" y="2492"/>
                      <a:pt x="228" y="3333"/>
                    </a:cubicBezTo>
                    <a:cubicBezTo>
                      <a:pt x="228" y="4175"/>
                      <a:pt x="562" y="4982"/>
                      <a:pt x="1157" y="5577"/>
                    </a:cubicBezTo>
                    <a:cubicBezTo>
                      <a:pt x="1751" y="6172"/>
                      <a:pt x="2558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10" name="Freeform: Shape 16809">
                <a:extLst>
                  <a:ext uri="{FF2B5EF4-FFF2-40B4-BE49-F238E27FC236}">
                    <a16:creationId xmlns:a16="http://schemas.microsoft.com/office/drawing/2014/main" id="{1EC7AEDA-E1BD-CAB5-43F6-EC2775A97F32}"/>
                  </a:ext>
                </a:extLst>
              </p:cNvPr>
              <p:cNvSpPr/>
              <p:nvPr/>
            </p:nvSpPr>
            <p:spPr>
              <a:xfrm>
                <a:off x="9294500" y="5518595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2 w 6343"/>
                  <a:gd name="connsiteY1" fmla="*/ 5577 h 6345"/>
                  <a:gd name="connsiteX2" fmla="*/ 6571 w 6343"/>
                  <a:gd name="connsiteY2" fmla="*/ 3333 h 6345"/>
                  <a:gd name="connsiteX3" fmla="*/ 5642 w 6343"/>
                  <a:gd name="connsiteY3" fmla="*/ 1090 h 6345"/>
                  <a:gd name="connsiteX4" fmla="*/ 3399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3 h 6345"/>
                  <a:gd name="connsiteX7" fmla="*/ 1156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0" y="6506"/>
                      <a:pt x="5047" y="6172"/>
                      <a:pt x="5642" y="5577"/>
                    </a:cubicBezTo>
                    <a:cubicBezTo>
                      <a:pt x="6236" y="4982"/>
                      <a:pt x="6571" y="4175"/>
                      <a:pt x="6571" y="3333"/>
                    </a:cubicBezTo>
                    <a:cubicBezTo>
                      <a:pt x="6571" y="2492"/>
                      <a:pt x="6236" y="1685"/>
                      <a:pt x="5642" y="1090"/>
                    </a:cubicBezTo>
                    <a:cubicBezTo>
                      <a:pt x="5047" y="495"/>
                      <a:pt x="4240" y="161"/>
                      <a:pt x="3399" y="161"/>
                    </a:cubicBezTo>
                    <a:cubicBezTo>
                      <a:pt x="2558" y="161"/>
                      <a:pt x="1751" y="495"/>
                      <a:pt x="1156" y="1090"/>
                    </a:cubicBezTo>
                    <a:cubicBezTo>
                      <a:pt x="562" y="1685"/>
                      <a:pt x="227" y="2492"/>
                      <a:pt x="227" y="3333"/>
                    </a:cubicBezTo>
                    <a:cubicBezTo>
                      <a:pt x="227" y="4175"/>
                      <a:pt x="562" y="4982"/>
                      <a:pt x="1156" y="5577"/>
                    </a:cubicBezTo>
                    <a:cubicBezTo>
                      <a:pt x="1751" y="6172"/>
                      <a:pt x="2558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11" name="Freeform: Shape 16810">
                <a:extLst>
                  <a:ext uri="{FF2B5EF4-FFF2-40B4-BE49-F238E27FC236}">
                    <a16:creationId xmlns:a16="http://schemas.microsoft.com/office/drawing/2014/main" id="{0043EAD5-D29B-F7AD-2255-E9D4E75C007D}"/>
                  </a:ext>
                </a:extLst>
              </p:cNvPr>
              <p:cNvSpPr/>
              <p:nvPr/>
            </p:nvSpPr>
            <p:spPr>
              <a:xfrm>
                <a:off x="9292827" y="5518113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2 w 6343"/>
                  <a:gd name="connsiteY1" fmla="*/ 5577 h 6345"/>
                  <a:gd name="connsiteX2" fmla="*/ 6570 w 6343"/>
                  <a:gd name="connsiteY2" fmla="*/ 3333 h 6345"/>
                  <a:gd name="connsiteX3" fmla="*/ 5642 w 6343"/>
                  <a:gd name="connsiteY3" fmla="*/ 1090 h 6345"/>
                  <a:gd name="connsiteX4" fmla="*/ 3399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3 h 6345"/>
                  <a:gd name="connsiteX7" fmla="*/ 1156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0" y="6506"/>
                      <a:pt x="5047" y="6172"/>
                      <a:pt x="5642" y="5577"/>
                    </a:cubicBezTo>
                    <a:cubicBezTo>
                      <a:pt x="6236" y="4982"/>
                      <a:pt x="6570" y="4175"/>
                      <a:pt x="6570" y="3333"/>
                    </a:cubicBezTo>
                    <a:cubicBezTo>
                      <a:pt x="6570" y="2492"/>
                      <a:pt x="6236" y="1685"/>
                      <a:pt x="5642" y="1090"/>
                    </a:cubicBezTo>
                    <a:cubicBezTo>
                      <a:pt x="5047" y="495"/>
                      <a:pt x="4240" y="161"/>
                      <a:pt x="3399" y="161"/>
                    </a:cubicBezTo>
                    <a:cubicBezTo>
                      <a:pt x="2558" y="161"/>
                      <a:pt x="1751" y="495"/>
                      <a:pt x="1156" y="1090"/>
                    </a:cubicBezTo>
                    <a:cubicBezTo>
                      <a:pt x="561" y="1685"/>
                      <a:pt x="227" y="2492"/>
                      <a:pt x="227" y="3333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1" y="6172"/>
                      <a:pt x="2558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12" name="Freeform: Shape 16811">
                <a:extLst>
                  <a:ext uri="{FF2B5EF4-FFF2-40B4-BE49-F238E27FC236}">
                    <a16:creationId xmlns:a16="http://schemas.microsoft.com/office/drawing/2014/main" id="{5184FA07-018F-29D1-C01D-FC07F03E075A}"/>
                  </a:ext>
                </a:extLst>
              </p:cNvPr>
              <p:cNvSpPr/>
              <p:nvPr/>
            </p:nvSpPr>
            <p:spPr>
              <a:xfrm>
                <a:off x="9291287" y="5517423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1 w 6343"/>
                  <a:gd name="connsiteY1" fmla="*/ 5577 h 6345"/>
                  <a:gd name="connsiteX2" fmla="*/ 6570 w 6343"/>
                  <a:gd name="connsiteY2" fmla="*/ 3333 h 6345"/>
                  <a:gd name="connsiteX3" fmla="*/ 5641 w 6343"/>
                  <a:gd name="connsiteY3" fmla="*/ 1090 h 6345"/>
                  <a:gd name="connsiteX4" fmla="*/ 3399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3 h 6345"/>
                  <a:gd name="connsiteX7" fmla="*/ 1156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0" y="6506"/>
                      <a:pt x="5047" y="6172"/>
                      <a:pt x="5641" y="5577"/>
                    </a:cubicBezTo>
                    <a:cubicBezTo>
                      <a:pt x="6236" y="4982"/>
                      <a:pt x="6570" y="4175"/>
                      <a:pt x="6570" y="3333"/>
                    </a:cubicBezTo>
                    <a:cubicBezTo>
                      <a:pt x="6570" y="2492"/>
                      <a:pt x="6236" y="1685"/>
                      <a:pt x="5641" y="1090"/>
                    </a:cubicBezTo>
                    <a:cubicBezTo>
                      <a:pt x="5047" y="495"/>
                      <a:pt x="4240" y="161"/>
                      <a:pt x="3399" y="161"/>
                    </a:cubicBezTo>
                    <a:cubicBezTo>
                      <a:pt x="2558" y="161"/>
                      <a:pt x="1751" y="495"/>
                      <a:pt x="1156" y="1090"/>
                    </a:cubicBezTo>
                    <a:cubicBezTo>
                      <a:pt x="561" y="1685"/>
                      <a:pt x="227" y="2492"/>
                      <a:pt x="227" y="3333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1" y="6172"/>
                      <a:pt x="2558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13" name="Freeform: Shape 16812">
                <a:extLst>
                  <a:ext uri="{FF2B5EF4-FFF2-40B4-BE49-F238E27FC236}">
                    <a16:creationId xmlns:a16="http://schemas.microsoft.com/office/drawing/2014/main" id="{209BD603-55C9-D0A2-EB66-9ACD388D41C3}"/>
                  </a:ext>
                </a:extLst>
              </p:cNvPr>
              <p:cNvSpPr/>
              <p:nvPr/>
            </p:nvSpPr>
            <p:spPr>
              <a:xfrm>
                <a:off x="9289311" y="5517355"/>
                <a:ext cx="6343" cy="6345"/>
              </a:xfrm>
              <a:custGeom>
                <a:avLst/>
                <a:gdLst>
                  <a:gd name="connsiteX0" fmla="*/ 3399 w 6343"/>
                  <a:gd name="connsiteY0" fmla="*/ 6506 h 6345"/>
                  <a:gd name="connsiteX1" fmla="*/ 5641 w 6343"/>
                  <a:gd name="connsiteY1" fmla="*/ 5577 h 6345"/>
                  <a:gd name="connsiteX2" fmla="*/ 6570 w 6343"/>
                  <a:gd name="connsiteY2" fmla="*/ 3333 h 6345"/>
                  <a:gd name="connsiteX3" fmla="*/ 5641 w 6343"/>
                  <a:gd name="connsiteY3" fmla="*/ 1090 h 6345"/>
                  <a:gd name="connsiteX4" fmla="*/ 3399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3 h 6345"/>
                  <a:gd name="connsiteX7" fmla="*/ 1156 w 6343"/>
                  <a:gd name="connsiteY7" fmla="*/ 5577 h 6345"/>
                  <a:gd name="connsiteX8" fmla="*/ 3399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506"/>
                    </a:moveTo>
                    <a:cubicBezTo>
                      <a:pt x="4240" y="6506"/>
                      <a:pt x="5046" y="6172"/>
                      <a:pt x="5641" y="5577"/>
                    </a:cubicBezTo>
                    <a:cubicBezTo>
                      <a:pt x="6236" y="4982"/>
                      <a:pt x="6570" y="4175"/>
                      <a:pt x="6570" y="3333"/>
                    </a:cubicBezTo>
                    <a:cubicBezTo>
                      <a:pt x="6570" y="2492"/>
                      <a:pt x="6236" y="1685"/>
                      <a:pt x="5641" y="1090"/>
                    </a:cubicBezTo>
                    <a:cubicBezTo>
                      <a:pt x="5046" y="495"/>
                      <a:pt x="4240" y="161"/>
                      <a:pt x="3399" y="161"/>
                    </a:cubicBezTo>
                    <a:cubicBezTo>
                      <a:pt x="2557" y="161"/>
                      <a:pt x="1751" y="495"/>
                      <a:pt x="1156" y="1090"/>
                    </a:cubicBezTo>
                    <a:cubicBezTo>
                      <a:pt x="561" y="1685"/>
                      <a:pt x="227" y="2492"/>
                      <a:pt x="227" y="3333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1" y="6172"/>
                      <a:pt x="2557" y="6506"/>
                      <a:pt x="3399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14" name="Freeform: Shape 16813">
                <a:extLst>
                  <a:ext uri="{FF2B5EF4-FFF2-40B4-BE49-F238E27FC236}">
                    <a16:creationId xmlns:a16="http://schemas.microsoft.com/office/drawing/2014/main" id="{37387815-5842-184F-D53F-E08296F64FD8}"/>
                  </a:ext>
                </a:extLst>
              </p:cNvPr>
              <p:cNvSpPr/>
              <p:nvPr/>
            </p:nvSpPr>
            <p:spPr>
              <a:xfrm>
                <a:off x="9287228" y="5517417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1 w 6343"/>
                  <a:gd name="connsiteY1" fmla="*/ 5577 h 6345"/>
                  <a:gd name="connsiteX2" fmla="*/ 6570 w 6343"/>
                  <a:gd name="connsiteY2" fmla="*/ 3333 h 6345"/>
                  <a:gd name="connsiteX3" fmla="*/ 5641 w 6343"/>
                  <a:gd name="connsiteY3" fmla="*/ 1090 h 6345"/>
                  <a:gd name="connsiteX4" fmla="*/ 3398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3 h 6345"/>
                  <a:gd name="connsiteX7" fmla="*/ 1156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40" y="6506"/>
                      <a:pt x="5046" y="6172"/>
                      <a:pt x="5641" y="5577"/>
                    </a:cubicBezTo>
                    <a:cubicBezTo>
                      <a:pt x="6236" y="4982"/>
                      <a:pt x="6570" y="4175"/>
                      <a:pt x="6570" y="3333"/>
                    </a:cubicBezTo>
                    <a:cubicBezTo>
                      <a:pt x="6570" y="2492"/>
                      <a:pt x="6236" y="1685"/>
                      <a:pt x="5641" y="1090"/>
                    </a:cubicBezTo>
                    <a:cubicBezTo>
                      <a:pt x="5046" y="495"/>
                      <a:pt x="4240" y="161"/>
                      <a:pt x="3398" y="161"/>
                    </a:cubicBezTo>
                    <a:cubicBezTo>
                      <a:pt x="2557" y="161"/>
                      <a:pt x="1751" y="495"/>
                      <a:pt x="1156" y="1090"/>
                    </a:cubicBezTo>
                    <a:cubicBezTo>
                      <a:pt x="561" y="1685"/>
                      <a:pt x="227" y="2492"/>
                      <a:pt x="227" y="3333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1" y="6172"/>
                      <a:pt x="2557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15" name="Freeform: Shape 16814">
                <a:extLst>
                  <a:ext uri="{FF2B5EF4-FFF2-40B4-BE49-F238E27FC236}">
                    <a16:creationId xmlns:a16="http://schemas.microsoft.com/office/drawing/2014/main" id="{9517AE3B-EECD-8AC0-8BC3-1EBE9866CFFD}"/>
                  </a:ext>
                </a:extLst>
              </p:cNvPr>
              <p:cNvSpPr/>
              <p:nvPr/>
            </p:nvSpPr>
            <p:spPr>
              <a:xfrm>
                <a:off x="9285034" y="5517607"/>
                <a:ext cx="6343" cy="6345"/>
              </a:xfrm>
              <a:custGeom>
                <a:avLst/>
                <a:gdLst>
                  <a:gd name="connsiteX0" fmla="*/ 3398 w 6343"/>
                  <a:gd name="connsiteY0" fmla="*/ 6506 h 6345"/>
                  <a:gd name="connsiteX1" fmla="*/ 5641 w 6343"/>
                  <a:gd name="connsiteY1" fmla="*/ 5577 h 6345"/>
                  <a:gd name="connsiteX2" fmla="*/ 6570 w 6343"/>
                  <a:gd name="connsiteY2" fmla="*/ 3333 h 6345"/>
                  <a:gd name="connsiteX3" fmla="*/ 5641 w 6343"/>
                  <a:gd name="connsiteY3" fmla="*/ 1090 h 6345"/>
                  <a:gd name="connsiteX4" fmla="*/ 3398 w 6343"/>
                  <a:gd name="connsiteY4" fmla="*/ 161 h 6345"/>
                  <a:gd name="connsiteX5" fmla="*/ 1156 w 6343"/>
                  <a:gd name="connsiteY5" fmla="*/ 1090 h 6345"/>
                  <a:gd name="connsiteX6" fmla="*/ 227 w 6343"/>
                  <a:gd name="connsiteY6" fmla="*/ 3333 h 6345"/>
                  <a:gd name="connsiteX7" fmla="*/ 1156 w 6343"/>
                  <a:gd name="connsiteY7" fmla="*/ 5577 h 6345"/>
                  <a:gd name="connsiteX8" fmla="*/ 3398 w 6343"/>
                  <a:gd name="connsiteY8" fmla="*/ 650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506"/>
                    </a:moveTo>
                    <a:cubicBezTo>
                      <a:pt x="4239" y="6506"/>
                      <a:pt x="5046" y="6172"/>
                      <a:pt x="5641" y="5577"/>
                    </a:cubicBezTo>
                    <a:cubicBezTo>
                      <a:pt x="6236" y="4982"/>
                      <a:pt x="6570" y="4175"/>
                      <a:pt x="6570" y="3333"/>
                    </a:cubicBezTo>
                    <a:cubicBezTo>
                      <a:pt x="6570" y="2492"/>
                      <a:pt x="6236" y="1685"/>
                      <a:pt x="5641" y="1090"/>
                    </a:cubicBezTo>
                    <a:cubicBezTo>
                      <a:pt x="5046" y="495"/>
                      <a:pt x="4239" y="161"/>
                      <a:pt x="3398" y="161"/>
                    </a:cubicBezTo>
                    <a:cubicBezTo>
                      <a:pt x="2557" y="161"/>
                      <a:pt x="1750" y="495"/>
                      <a:pt x="1156" y="1090"/>
                    </a:cubicBezTo>
                    <a:cubicBezTo>
                      <a:pt x="561" y="1685"/>
                      <a:pt x="227" y="2492"/>
                      <a:pt x="227" y="3333"/>
                    </a:cubicBezTo>
                    <a:cubicBezTo>
                      <a:pt x="227" y="4175"/>
                      <a:pt x="561" y="4982"/>
                      <a:pt x="1156" y="5577"/>
                    </a:cubicBezTo>
                    <a:cubicBezTo>
                      <a:pt x="1750" y="6172"/>
                      <a:pt x="2557" y="6506"/>
                      <a:pt x="3398" y="65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16" name="Freeform: Shape 16815">
                <a:extLst>
                  <a:ext uri="{FF2B5EF4-FFF2-40B4-BE49-F238E27FC236}">
                    <a16:creationId xmlns:a16="http://schemas.microsoft.com/office/drawing/2014/main" id="{CB620FA0-FB2E-8D03-C837-1849C21215E4}"/>
                  </a:ext>
                </a:extLst>
              </p:cNvPr>
              <p:cNvSpPr/>
              <p:nvPr/>
            </p:nvSpPr>
            <p:spPr>
              <a:xfrm>
                <a:off x="9266626" y="5168897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39 w 6343"/>
                  <a:gd name="connsiteY1" fmla="*/ 5549 h 6345"/>
                  <a:gd name="connsiteX2" fmla="*/ 6568 w 6343"/>
                  <a:gd name="connsiteY2" fmla="*/ 3306 h 6345"/>
                  <a:gd name="connsiteX3" fmla="*/ 5639 w 6343"/>
                  <a:gd name="connsiteY3" fmla="*/ 1062 h 6345"/>
                  <a:gd name="connsiteX4" fmla="*/ 3397 w 6343"/>
                  <a:gd name="connsiteY4" fmla="*/ 133 h 6345"/>
                  <a:gd name="connsiteX5" fmla="*/ 1154 w 6343"/>
                  <a:gd name="connsiteY5" fmla="*/ 1062 h 6345"/>
                  <a:gd name="connsiteX6" fmla="*/ 225 w 6343"/>
                  <a:gd name="connsiteY6" fmla="*/ 3306 h 6345"/>
                  <a:gd name="connsiteX7" fmla="*/ 1154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8" y="6479"/>
                      <a:pt x="5045" y="6144"/>
                      <a:pt x="5639" y="5549"/>
                    </a:cubicBezTo>
                    <a:cubicBezTo>
                      <a:pt x="6234" y="4954"/>
                      <a:pt x="6568" y="4147"/>
                      <a:pt x="6568" y="3306"/>
                    </a:cubicBezTo>
                    <a:cubicBezTo>
                      <a:pt x="6568" y="2464"/>
                      <a:pt x="6234" y="1657"/>
                      <a:pt x="5639" y="1062"/>
                    </a:cubicBezTo>
                    <a:cubicBezTo>
                      <a:pt x="5045" y="467"/>
                      <a:pt x="4238" y="133"/>
                      <a:pt x="3397" y="133"/>
                    </a:cubicBezTo>
                    <a:cubicBezTo>
                      <a:pt x="2556" y="133"/>
                      <a:pt x="1749" y="467"/>
                      <a:pt x="1154" y="1062"/>
                    </a:cubicBezTo>
                    <a:cubicBezTo>
                      <a:pt x="559" y="1657"/>
                      <a:pt x="225" y="2464"/>
                      <a:pt x="225" y="3306"/>
                    </a:cubicBezTo>
                    <a:cubicBezTo>
                      <a:pt x="225" y="4147"/>
                      <a:pt x="559" y="4954"/>
                      <a:pt x="1154" y="5549"/>
                    </a:cubicBezTo>
                    <a:cubicBezTo>
                      <a:pt x="1749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17" name="Freeform: Shape 16816">
                <a:extLst>
                  <a:ext uri="{FF2B5EF4-FFF2-40B4-BE49-F238E27FC236}">
                    <a16:creationId xmlns:a16="http://schemas.microsoft.com/office/drawing/2014/main" id="{2353CDE2-6D13-C195-B583-EEB69E5E0E14}"/>
                  </a:ext>
                </a:extLst>
              </p:cNvPr>
              <p:cNvSpPr/>
              <p:nvPr/>
            </p:nvSpPr>
            <p:spPr>
              <a:xfrm>
                <a:off x="9272232" y="5171258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3 h 6345"/>
                  <a:gd name="connsiteX4" fmla="*/ 3397 w 6343"/>
                  <a:gd name="connsiteY4" fmla="*/ 133 h 6345"/>
                  <a:gd name="connsiteX5" fmla="*/ 1155 w 6343"/>
                  <a:gd name="connsiteY5" fmla="*/ 1063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8" y="6479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5"/>
                      <a:pt x="6235" y="1658"/>
                      <a:pt x="5640" y="1063"/>
                    </a:cubicBezTo>
                    <a:cubicBezTo>
                      <a:pt x="5045" y="468"/>
                      <a:pt x="4238" y="133"/>
                      <a:pt x="3397" y="133"/>
                    </a:cubicBezTo>
                    <a:cubicBezTo>
                      <a:pt x="2556" y="133"/>
                      <a:pt x="1749" y="468"/>
                      <a:pt x="1155" y="1063"/>
                    </a:cubicBezTo>
                    <a:cubicBezTo>
                      <a:pt x="560" y="1658"/>
                      <a:pt x="226" y="2465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18" name="Freeform: Shape 16817">
                <a:extLst>
                  <a:ext uri="{FF2B5EF4-FFF2-40B4-BE49-F238E27FC236}">
                    <a16:creationId xmlns:a16="http://schemas.microsoft.com/office/drawing/2014/main" id="{096F7AA0-C06E-6FC6-E60E-DB9767C63165}"/>
                  </a:ext>
                </a:extLst>
              </p:cNvPr>
              <p:cNvSpPr/>
              <p:nvPr/>
            </p:nvSpPr>
            <p:spPr>
              <a:xfrm>
                <a:off x="9273656" y="5170686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3 h 6345"/>
                  <a:gd name="connsiteX4" fmla="*/ 3397 w 6343"/>
                  <a:gd name="connsiteY4" fmla="*/ 133 h 6345"/>
                  <a:gd name="connsiteX5" fmla="*/ 1155 w 6343"/>
                  <a:gd name="connsiteY5" fmla="*/ 1063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8" y="6479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5"/>
                      <a:pt x="6235" y="1657"/>
                      <a:pt x="5640" y="1063"/>
                    </a:cubicBezTo>
                    <a:cubicBezTo>
                      <a:pt x="5045" y="468"/>
                      <a:pt x="4238" y="133"/>
                      <a:pt x="3397" y="133"/>
                    </a:cubicBezTo>
                    <a:cubicBezTo>
                      <a:pt x="2556" y="133"/>
                      <a:pt x="1749" y="468"/>
                      <a:pt x="1155" y="1063"/>
                    </a:cubicBezTo>
                    <a:cubicBezTo>
                      <a:pt x="560" y="1657"/>
                      <a:pt x="226" y="2465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49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19" name="Freeform: Shape 16818">
                <a:extLst>
                  <a:ext uri="{FF2B5EF4-FFF2-40B4-BE49-F238E27FC236}">
                    <a16:creationId xmlns:a16="http://schemas.microsoft.com/office/drawing/2014/main" id="{2276E219-18B3-65C6-665D-E792A41FC3FF}"/>
                  </a:ext>
                </a:extLst>
              </p:cNvPr>
              <p:cNvSpPr/>
              <p:nvPr/>
            </p:nvSpPr>
            <p:spPr>
              <a:xfrm>
                <a:off x="9275317" y="5170301"/>
                <a:ext cx="6343" cy="6345"/>
              </a:xfrm>
              <a:custGeom>
                <a:avLst/>
                <a:gdLst>
                  <a:gd name="connsiteX0" fmla="*/ 3397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7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7" y="6479"/>
                    </a:moveTo>
                    <a:cubicBezTo>
                      <a:pt x="4239" y="6479"/>
                      <a:pt x="5045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5"/>
                      <a:pt x="6235" y="1657"/>
                      <a:pt x="5640" y="1062"/>
                    </a:cubicBezTo>
                    <a:cubicBezTo>
                      <a:pt x="5045" y="468"/>
                      <a:pt x="4239" y="133"/>
                      <a:pt x="3397" y="133"/>
                    </a:cubicBezTo>
                    <a:cubicBezTo>
                      <a:pt x="2556" y="133"/>
                      <a:pt x="1750" y="468"/>
                      <a:pt x="1155" y="1062"/>
                    </a:cubicBezTo>
                    <a:cubicBezTo>
                      <a:pt x="560" y="1657"/>
                      <a:pt x="226" y="2465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6" y="6479"/>
                      <a:pt x="339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20" name="Freeform: Shape 16819">
                <a:extLst>
                  <a:ext uri="{FF2B5EF4-FFF2-40B4-BE49-F238E27FC236}">
                    <a16:creationId xmlns:a16="http://schemas.microsoft.com/office/drawing/2014/main" id="{DA34E203-6616-B4BA-8080-254E43DB4760}"/>
                  </a:ext>
                </a:extLst>
              </p:cNvPr>
              <p:cNvSpPr/>
              <p:nvPr/>
            </p:nvSpPr>
            <p:spPr>
              <a:xfrm>
                <a:off x="9277118" y="5170036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5"/>
                      <a:pt x="6235" y="1657"/>
                      <a:pt x="5640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5" y="1062"/>
                    </a:cubicBezTo>
                    <a:cubicBezTo>
                      <a:pt x="560" y="1657"/>
                      <a:pt x="226" y="2465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21" name="Freeform: Shape 16820">
                <a:extLst>
                  <a:ext uri="{FF2B5EF4-FFF2-40B4-BE49-F238E27FC236}">
                    <a16:creationId xmlns:a16="http://schemas.microsoft.com/office/drawing/2014/main" id="{13B1453D-C6F3-EFCA-072E-EEEEEABD5BEF}"/>
                  </a:ext>
                </a:extLst>
              </p:cNvPr>
              <p:cNvSpPr/>
              <p:nvPr/>
            </p:nvSpPr>
            <p:spPr>
              <a:xfrm>
                <a:off x="9279010" y="5169860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0 w 6343"/>
                  <a:gd name="connsiteY1" fmla="*/ 5549 h 6345"/>
                  <a:gd name="connsiteX2" fmla="*/ 6569 w 6343"/>
                  <a:gd name="connsiteY2" fmla="*/ 3306 h 6345"/>
                  <a:gd name="connsiteX3" fmla="*/ 5640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0" y="5549"/>
                    </a:cubicBezTo>
                    <a:cubicBezTo>
                      <a:pt x="6235" y="4954"/>
                      <a:pt x="6569" y="4147"/>
                      <a:pt x="6569" y="3306"/>
                    </a:cubicBezTo>
                    <a:cubicBezTo>
                      <a:pt x="6569" y="2464"/>
                      <a:pt x="6235" y="1657"/>
                      <a:pt x="5640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5" y="1062"/>
                    </a:cubicBezTo>
                    <a:cubicBezTo>
                      <a:pt x="560" y="1657"/>
                      <a:pt x="226" y="2464"/>
                      <a:pt x="226" y="3306"/>
                    </a:cubicBezTo>
                    <a:cubicBezTo>
                      <a:pt x="226" y="4147"/>
                      <a:pt x="560" y="4954"/>
                      <a:pt x="1155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22" name="Freeform: Shape 16821">
                <a:extLst>
                  <a:ext uri="{FF2B5EF4-FFF2-40B4-BE49-F238E27FC236}">
                    <a16:creationId xmlns:a16="http://schemas.microsoft.com/office/drawing/2014/main" id="{28E37C02-5A53-C2E9-EF0D-7E378FDADA8D}"/>
                  </a:ext>
                </a:extLst>
              </p:cNvPr>
              <p:cNvSpPr/>
              <p:nvPr/>
            </p:nvSpPr>
            <p:spPr>
              <a:xfrm>
                <a:off x="9281225" y="5169951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5 w 6343"/>
                  <a:gd name="connsiteY5" fmla="*/ 1062 h 6345"/>
                  <a:gd name="connsiteX6" fmla="*/ 226 w 6343"/>
                  <a:gd name="connsiteY6" fmla="*/ 3306 h 6345"/>
                  <a:gd name="connsiteX7" fmla="*/ 1155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5" y="4954"/>
                      <a:pt x="6570" y="4147"/>
                      <a:pt x="6570" y="3306"/>
                    </a:cubicBezTo>
                    <a:cubicBezTo>
                      <a:pt x="6570" y="2464"/>
                      <a:pt x="6235" y="1657"/>
                      <a:pt x="5641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5" y="1062"/>
                    </a:cubicBezTo>
                    <a:cubicBezTo>
                      <a:pt x="561" y="1657"/>
                      <a:pt x="226" y="2464"/>
                      <a:pt x="226" y="3306"/>
                    </a:cubicBezTo>
                    <a:cubicBezTo>
                      <a:pt x="226" y="4147"/>
                      <a:pt x="561" y="4954"/>
                      <a:pt x="1155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23" name="Freeform: Shape 16822">
                <a:extLst>
                  <a:ext uri="{FF2B5EF4-FFF2-40B4-BE49-F238E27FC236}">
                    <a16:creationId xmlns:a16="http://schemas.microsoft.com/office/drawing/2014/main" id="{2DC49B99-FA9E-304D-B1A9-B34BF3592B68}"/>
                  </a:ext>
                </a:extLst>
              </p:cNvPr>
              <p:cNvSpPr/>
              <p:nvPr/>
            </p:nvSpPr>
            <p:spPr>
              <a:xfrm>
                <a:off x="9283526" y="5170136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6" y="1062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24" name="Freeform: Shape 16823">
                <a:extLst>
                  <a:ext uri="{FF2B5EF4-FFF2-40B4-BE49-F238E27FC236}">
                    <a16:creationId xmlns:a16="http://schemas.microsoft.com/office/drawing/2014/main" id="{919253EB-867C-5F16-83CD-40517096BE60}"/>
                  </a:ext>
                </a:extLst>
              </p:cNvPr>
              <p:cNvSpPr/>
              <p:nvPr/>
            </p:nvSpPr>
            <p:spPr>
              <a:xfrm>
                <a:off x="9285680" y="5170237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8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39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2"/>
                    </a:cubicBezTo>
                    <a:cubicBezTo>
                      <a:pt x="5046" y="468"/>
                      <a:pt x="4239" y="133"/>
                      <a:pt x="3398" y="133"/>
                    </a:cubicBezTo>
                    <a:cubicBezTo>
                      <a:pt x="2557" y="133"/>
                      <a:pt x="1750" y="468"/>
                      <a:pt x="1156" y="1062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0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25" name="Freeform: Shape 16824">
                <a:extLst>
                  <a:ext uri="{FF2B5EF4-FFF2-40B4-BE49-F238E27FC236}">
                    <a16:creationId xmlns:a16="http://schemas.microsoft.com/office/drawing/2014/main" id="{3342DCF3-EED1-B746-CA16-6DE249F2E9BD}"/>
                  </a:ext>
                </a:extLst>
              </p:cNvPr>
              <p:cNvSpPr/>
              <p:nvPr/>
            </p:nvSpPr>
            <p:spPr>
              <a:xfrm>
                <a:off x="9287965" y="5170469"/>
                <a:ext cx="6343" cy="6345"/>
              </a:xfrm>
              <a:custGeom>
                <a:avLst/>
                <a:gdLst>
                  <a:gd name="connsiteX0" fmla="*/ 3398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3 h 6345"/>
                  <a:gd name="connsiteX4" fmla="*/ 3398 w 6343"/>
                  <a:gd name="connsiteY4" fmla="*/ 133 h 6345"/>
                  <a:gd name="connsiteX5" fmla="*/ 1156 w 6343"/>
                  <a:gd name="connsiteY5" fmla="*/ 1063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8" y="6479"/>
                    </a:moveTo>
                    <a:cubicBezTo>
                      <a:pt x="4240" y="6479"/>
                      <a:pt x="5046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3"/>
                    </a:cubicBezTo>
                    <a:cubicBezTo>
                      <a:pt x="5046" y="468"/>
                      <a:pt x="4240" y="133"/>
                      <a:pt x="3398" y="133"/>
                    </a:cubicBezTo>
                    <a:cubicBezTo>
                      <a:pt x="2557" y="133"/>
                      <a:pt x="1751" y="468"/>
                      <a:pt x="1156" y="1063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7" y="6479"/>
                      <a:pt x="339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26" name="Freeform: Shape 16825">
                <a:extLst>
                  <a:ext uri="{FF2B5EF4-FFF2-40B4-BE49-F238E27FC236}">
                    <a16:creationId xmlns:a16="http://schemas.microsoft.com/office/drawing/2014/main" id="{6D8CA88B-A9DE-DB1F-D7CD-4282E72E5BB0}"/>
                  </a:ext>
                </a:extLst>
              </p:cNvPr>
              <p:cNvSpPr/>
              <p:nvPr/>
            </p:nvSpPr>
            <p:spPr>
              <a:xfrm>
                <a:off x="9289919" y="5170466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3 h 6345"/>
                  <a:gd name="connsiteX4" fmla="*/ 3399 w 6343"/>
                  <a:gd name="connsiteY4" fmla="*/ 133 h 6345"/>
                  <a:gd name="connsiteX5" fmla="*/ 1156 w 6343"/>
                  <a:gd name="connsiteY5" fmla="*/ 1063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3"/>
                    </a:cubicBezTo>
                    <a:cubicBezTo>
                      <a:pt x="5047" y="468"/>
                      <a:pt x="4240" y="133"/>
                      <a:pt x="3399" y="133"/>
                    </a:cubicBezTo>
                    <a:cubicBezTo>
                      <a:pt x="2558" y="133"/>
                      <a:pt x="1751" y="468"/>
                      <a:pt x="1156" y="1063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27" name="Freeform: Shape 16826">
                <a:extLst>
                  <a:ext uri="{FF2B5EF4-FFF2-40B4-BE49-F238E27FC236}">
                    <a16:creationId xmlns:a16="http://schemas.microsoft.com/office/drawing/2014/main" id="{610D933E-F632-A2DC-C436-B29BB4D4AFAB}"/>
                  </a:ext>
                </a:extLst>
              </p:cNvPr>
              <p:cNvSpPr/>
              <p:nvPr/>
            </p:nvSpPr>
            <p:spPr>
              <a:xfrm>
                <a:off x="9291411" y="5170113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1 w 6343"/>
                  <a:gd name="connsiteY1" fmla="*/ 5549 h 6345"/>
                  <a:gd name="connsiteX2" fmla="*/ 6570 w 6343"/>
                  <a:gd name="connsiteY2" fmla="*/ 3306 h 6345"/>
                  <a:gd name="connsiteX3" fmla="*/ 5641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1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5"/>
                      <a:pt x="6236" y="1657"/>
                      <a:pt x="5641" y="1062"/>
                    </a:cubicBezTo>
                    <a:cubicBezTo>
                      <a:pt x="5047" y="468"/>
                      <a:pt x="4240" y="133"/>
                      <a:pt x="3399" y="133"/>
                    </a:cubicBezTo>
                    <a:cubicBezTo>
                      <a:pt x="2558" y="133"/>
                      <a:pt x="1751" y="468"/>
                      <a:pt x="1156" y="1062"/>
                    </a:cubicBezTo>
                    <a:cubicBezTo>
                      <a:pt x="561" y="1657"/>
                      <a:pt x="227" y="2465"/>
                      <a:pt x="227" y="3306"/>
                    </a:cubicBezTo>
                    <a:cubicBezTo>
                      <a:pt x="227" y="4147"/>
                      <a:pt x="561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28" name="Freeform: Shape 16827">
                <a:extLst>
                  <a:ext uri="{FF2B5EF4-FFF2-40B4-BE49-F238E27FC236}">
                    <a16:creationId xmlns:a16="http://schemas.microsoft.com/office/drawing/2014/main" id="{C2BA3B4E-7CF5-0010-A02E-046E7024DC1E}"/>
                  </a:ext>
                </a:extLst>
              </p:cNvPr>
              <p:cNvSpPr/>
              <p:nvPr/>
            </p:nvSpPr>
            <p:spPr>
              <a:xfrm>
                <a:off x="9292855" y="5169736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2 w 6343"/>
                  <a:gd name="connsiteY1" fmla="*/ 5549 h 6345"/>
                  <a:gd name="connsiteX2" fmla="*/ 6570 w 6343"/>
                  <a:gd name="connsiteY2" fmla="*/ 3306 h 6345"/>
                  <a:gd name="connsiteX3" fmla="*/ 5642 w 6343"/>
                  <a:gd name="connsiteY3" fmla="*/ 1062 h 6345"/>
                  <a:gd name="connsiteX4" fmla="*/ 3399 w 6343"/>
                  <a:gd name="connsiteY4" fmla="*/ 133 h 6345"/>
                  <a:gd name="connsiteX5" fmla="*/ 1156 w 6343"/>
                  <a:gd name="connsiteY5" fmla="*/ 1062 h 6345"/>
                  <a:gd name="connsiteX6" fmla="*/ 227 w 6343"/>
                  <a:gd name="connsiteY6" fmla="*/ 3306 h 6345"/>
                  <a:gd name="connsiteX7" fmla="*/ 1156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2" y="5549"/>
                    </a:cubicBezTo>
                    <a:cubicBezTo>
                      <a:pt x="6236" y="4954"/>
                      <a:pt x="6570" y="4147"/>
                      <a:pt x="6570" y="3306"/>
                    </a:cubicBezTo>
                    <a:cubicBezTo>
                      <a:pt x="6570" y="2464"/>
                      <a:pt x="6236" y="1657"/>
                      <a:pt x="5642" y="1062"/>
                    </a:cubicBezTo>
                    <a:cubicBezTo>
                      <a:pt x="5047" y="467"/>
                      <a:pt x="4240" y="133"/>
                      <a:pt x="3399" y="133"/>
                    </a:cubicBezTo>
                    <a:cubicBezTo>
                      <a:pt x="2558" y="133"/>
                      <a:pt x="1751" y="467"/>
                      <a:pt x="1156" y="1062"/>
                    </a:cubicBezTo>
                    <a:cubicBezTo>
                      <a:pt x="562" y="1657"/>
                      <a:pt x="227" y="2464"/>
                      <a:pt x="227" y="3306"/>
                    </a:cubicBezTo>
                    <a:cubicBezTo>
                      <a:pt x="227" y="4147"/>
                      <a:pt x="562" y="4954"/>
                      <a:pt x="1156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29" name="Freeform: Shape 16828">
                <a:extLst>
                  <a:ext uri="{FF2B5EF4-FFF2-40B4-BE49-F238E27FC236}">
                    <a16:creationId xmlns:a16="http://schemas.microsoft.com/office/drawing/2014/main" id="{9DD23771-27DC-E424-BEFB-446AB48D2F6E}"/>
                  </a:ext>
                </a:extLst>
              </p:cNvPr>
              <p:cNvSpPr/>
              <p:nvPr/>
            </p:nvSpPr>
            <p:spPr>
              <a:xfrm>
                <a:off x="9298126" y="5171028"/>
                <a:ext cx="6343" cy="6345"/>
              </a:xfrm>
              <a:custGeom>
                <a:avLst/>
                <a:gdLst>
                  <a:gd name="connsiteX0" fmla="*/ 3399 w 6343"/>
                  <a:gd name="connsiteY0" fmla="*/ 6479 h 6345"/>
                  <a:gd name="connsiteX1" fmla="*/ 5642 w 6343"/>
                  <a:gd name="connsiteY1" fmla="*/ 5549 h 6345"/>
                  <a:gd name="connsiteX2" fmla="*/ 6571 w 6343"/>
                  <a:gd name="connsiteY2" fmla="*/ 3306 h 6345"/>
                  <a:gd name="connsiteX3" fmla="*/ 5642 w 6343"/>
                  <a:gd name="connsiteY3" fmla="*/ 1063 h 6345"/>
                  <a:gd name="connsiteX4" fmla="*/ 3399 w 6343"/>
                  <a:gd name="connsiteY4" fmla="*/ 133 h 6345"/>
                  <a:gd name="connsiteX5" fmla="*/ 1157 w 6343"/>
                  <a:gd name="connsiteY5" fmla="*/ 1063 h 6345"/>
                  <a:gd name="connsiteX6" fmla="*/ 228 w 6343"/>
                  <a:gd name="connsiteY6" fmla="*/ 3306 h 6345"/>
                  <a:gd name="connsiteX7" fmla="*/ 1157 w 6343"/>
                  <a:gd name="connsiteY7" fmla="*/ 5549 h 6345"/>
                  <a:gd name="connsiteX8" fmla="*/ 339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399" y="6479"/>
                    </a:moveTo>
                    <a:cubicBezTo>
                      <a:pt x="4240" y="6479"/>
                      <a:pt x="5047" y="6144"/>
                      <a:pt x="5642" y="5549"/>
                    </a:cubicBezTo>
                    <a:cubicBezTo>
                      <a:pt x="6237" y="4954"/>
                      <a:pt x="6571" y="4147"/>
                      <a:pt x="6571" y="3306"/>
                    </a:cubicBezTo>
                    <a:cubicBezTo>
                      <a:pt x="6571" y="2465"/>
                      <a:pt x="6237" y="1658"/>
                      <a:pt x="5642" y="1063"/>
                    </a:cubicBezTo>
                    <a:cubicBezTo>
                      <a:pt x="5047" y="468"/>
                      <a:pt x="4240" y="133"/>
                      <a:pt x="3399" y="133"/>
                    </a:cubicBezTo>
                    <a:cubicBezTo>
                      <a:pt x="2558" y="133"/>
                      <a:pt x="1751" y="468"/>
                      <a:pt x="1157" y="1063"/>
                    </a:cubicBezTo>
                    <a:cubicBezTo>
                      <a:pt x="562" y="1658"/>
                      <a:pt x="228" y="2465"/>
                      <a:pt x="228" y="3306"/>
                    </a:cubicBezTo>
                    <a:cubicBezTo>
                      <a:pt x="228" y="4147"/>
                      <a:pt x="562" y="4954"/>
                      <a:pt x="1157" y="5549"/>
                    </a:cubicBezTo>
                    <a:cubicBezTo>
                      <a:pt x="1751" y="6144"/>
                      <a:pt x="2558" y="6479"/>
                      <a:pt x="339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30" name="Freeform: Shape 16829">
                <a:extLst>
                  <a:ext uri="{FF2B5EF4-FFF2-40B4-BE49-F238E27FC236}">
                    <a16:creationId xmlns:a16="http://schemas.microsoft.com/office/drawing/2014/main" id="{337AFF73-D930-0727-0014-958EB45EA3A0}"/>
                  </a:ext>
                </a:extLst>
              </p:cNvPr>
              <p:cNvSpPr/>
              <p:nvPr/>
            </p:nvSpPr>
            <p:spPr>
              <a:xfrm>
                <a:off x="9307619" y="5173163"/>
                <a:ext cx="6343" cy="6345"/>
              </a:xfrm>
              <a:custGeom>
                <a:avLst/>
                <a:gdLst>
                  <a:gd name="connsiteX0" fmla="*/ 3400 w 6343"/>
                  <a:gd name="connsiteY0" fmla="*/ 6479 h 6345"/>
                  <a:gd name="connsiteX1" fmla="*/ 5643 w 6343"/>
                  <a:gd name="connsiteY1" fmla="*/ 5550 h 6345"/>
                  <a:gd name="connsiteX2" fmla="*/ 6572 w 6343"/>
                  <a:gd name="connsiteY2" fmla="*/ 3306 h 6345"/>
                  <a:gd name="connsiteX3" fmla="*/ 5643 w 6343"/>
                  <a:gd name="connsiteY3" fmla="*/ 1063 h 6345"/>
                  <a:gd name="connsiteX4" fmla="*/ 3400 w 6343"/>
                  <a:gd name="connsiteY4" fmla="*/ 133 h 6345"/>
                  <a:gd name="connsiteX5" fmla="*/ 1157 w 6343"/>
                  <a:gd name="connsiteY5" fmla="*/ 1063 h 6345"/>
                  <a:gd name="connsiteX6" fmla="*/ 228 w 6343"/>
                  <a:gd name="connsiteY6" fmla="*/ 3306 h 6345"/>
                  <a:gd name="connsiteX7" fmla="*/ 1157 w 6343"/>
                  <a:gd name="connsiteY7" fmla="*/ 5550 h 6345"/>
                  <a:gd name="connsiteX8" fmla="*/ 340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9"/>
                    </a:moveTo>
                    <a:cubicBezTo>
                      <a:pt x="4241" y="6479"/>
                      <a:pt x="5048" y="6145"/>
                      <a:pt x="5643" y="5550"/>
                    </a:cubicBezTo>
                    <a:cubicBezTo>
                      <a:pt x="6237" y="4955"/>
                      <a:pt x="6572" y="4148"/>
                      <a:pt x="6572" y="3306"/>
                    </a:cubicBezTo>
                    <a:cubicBezTo>
                      <a:pt x="6572" y="2465"/>
                      <a:pt x="6237" y="1658"/>
                      <a:pt x="5643" y="1063"/>
                    </a:cubicBezTo>
                    <a:cubicBezTo>
                      <a:pt x="5048" y="468"/>
                      <a:pt x="4241" y="133"/>
                      <a:pt x="3400" y="133"/>
                    </a:cubicBezTo>
                    <a:cubicBezTo>
                      <a:pt x="2559" y="133"/>
                      <a:pt x="1752" y="468"/>
                      <a:pt x="1157" y="1063"/>
                    </a:cubicBezTo>
                    <a:cubicBezTo>
                      <a:pt x="563" y="1658"/>
                      <a:pt x="228" y="2465"/>
                      <a:pt x="228" y="3306"/>
                    </a:cubicBezTo>
                    <a:cubicBezTo>
                      <a:pt x="228" y="4148"/>
                      <a:pt x="563" y="4955"/>
                      <a:pt x="1157" y="5550"/>
                    </a:cubicBezTo>
                    <a:cubicBezTo>
                      <a:pt x="1752" y="6145"/>
                      <a:pt x="2559" y="6479"/>
                      <a:pt x="340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31" name="Freeform: Shape 16830">
                <a:extLst>
                  <a:ext uri="{FF2B5EF4-FFF2-40B4-BE49-F238E27FC236}">
                    <a16:creationId xmlns:a16="http://schemas.microsoft.com/office/drawing/2014/main" id="{343B41FC-391A-B7B0-F870-50C6A2205615}"/>
                  </a:ext>
                </a:extLst>
              </p:cNvPr>
              <p:cNvSpPr/>
              <p:nvPr/>
            </p:nvSpPr>
            <p:spPr>
              <a:xfrm>
                <a:off x="9308100" y="5172090"/>
                <a:ext cx="6343" cy="6345"/>
              </a:xfrm>
              <a:custGeom>
                <a:avLst/>
                <a:gdLst>
                  <a:gd name="connsiteX0" fmla="*/ 3400 w 6343"/>
                  <a:gd name="connsiteY0" fmla="*/ 6479 h 6345"/>
                  <a:gd name="connsiteX1" fmla="*/ 5643 w 6343"/>
                  <a:gd name="connsiteY1" fmla="*/ 5550 h 6345"/>
                  <a:gd name="connsiteX2" fmla="*/ 6572 w 6343"/>
                  <a:gd name="connsiteY2" fmla="*/ 3306 h 6345"/>
                  <a:gd name="connsiteX3" fmla="*/ 5643 w 6343"/>
                  <a:gd name="connsiteY3" fmla="*/ 1063 h 6345"/>
                  <a:gd name="connsiteX4" fmla="*/ 3400 w 6343"/>
                  <a:gd name="connsiteY4" fmla="*/ 133 h 6345"/>
                  <a:gd name="connsiteX5" fmla="*/ 1157 w 6343"/>
                  <a:gd name="connsiteY5" fmla="*/ 1063 h 6345"/>
                  <a:gd name="connsiteX6" fmla="*/ 229 w 6343"/>
                  <a:gd name="connsiteY6" fmla="*/ 3306 h 6345"/>
                  <a:gd name="connsiteX7" fmla="*/ 1157 w 6343"/>
                  <a:gd name="connsiteY7" fmla="*/ 5550 h 6345"/>
                  <a:gd name="connsiteX8" fmla="*/ 340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0" y="6479"/>
                    </a:moveTo>
                    <a:cubicBezTo>
                      <a:pt x="4241" y="6479"/>
                      <a:pt x="5048" y="6144"/>
                      <a:pt x="5643" y="5550"/>
                    </a:cubicBezTo>
                    <a:cubicBezTo>
                      <a:pt x="6237" y="4955"/>
                      <a:pt x="6572" y="4147"/>
                      <a:pt x="6572" y="3306"/>
                    </a:cubicBezTo>
                    <a:cubicBezTo>
                      <a:pt x="6572" y="2465"/>
                      <a:pt x="6237" y="1658"/>
                      <a:pt x="5643" y="1063"/>
                    </a:cubicBezTo>
                    <a:cubicBezTo>
                      <a:pt x="5048" y="468"/>
                      <a:pt x="4241" y="133"/>
                      <a:pt x="3400" y="133"/>
                    </a:cubicBezTo>
                    <a:cubicBezTo>
                      <a:pt x="2559" y="133"/>
                      <a:pt x="1752" y="468"/>
                      <a:pt x="1157" y="1063"/>
                    </a:cubicBezTo>
                    <a:cubicBezTo>
                      <a:pt x="563" y="1658"/>
                      <a:pt x="229" y="2465"/>
                      <a:pt x="229" y="3306"/>
                    </a:cubicBezTo>
                    <a:cubicBezTo>
                      <a:pt x="229" y="4147"/>
                      <a:pt x="563" y="4955"/>
                      <a:pt x="1157" y="5550"/>
                    </a:cubicBezTo>
                    <a:cubicBezTo>
                      <a:pt x="1752" y="6144"/>
                      <a:pt x="2559" y="6479"/>
                      <a:pt x="340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32" name="Freeform: Shape 16831">
                <a:extLst>
                  <a:ext uri="{FF2B5EF4-FFF2-40B4-BE49-F238E27FC236}">
                    <a16:creationId xmlns:a16="http://schemas.microsoft.com/office/drawing/2014/main" id="{1FF0FA3D-E6E5-8063-7D2A-DAE2A7EAC1BD}"/>
                  </a:ext>
                </a:extLst>
              </p:cNvPr>
              <p:cNvSpPr/>
              <p:nvPr/>
            </p:nvSpPr>
            <p:spPr>
              <a:xfrm>
                <a:off x="9315309" y="5117835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3 w 6343"/>
                  <a:gd name="connsiteY1" fmla="*/ 5545 h 6345"/>
                  <a:gd name="connsiteX2" fmla="*/ 6572 w 6343"/>
                  <a:gd name="connsiteY2" fmla="*/ 3302 h 6345"/>
                  <a:gd name="connsiteX3" fmla="*/ 5643 w 6343"/>
                  <a:gd name="connsiteY3" fmla="*/ 1058 h 6345"/>
                  <a:gd name="connsiteX4" fmla="*/ 3401 w 6343"/>
                  <a:gd name="connsiteY4" fmla="*/ 129 h 6345"/>
                  <a:gd name="connsiteX5" fmla="*/ 1158 w 6343"/>
                  <a:gd name="connsiteY5" fmla="*/ 1058 h 6345"/>
                  <a:gd name="connsiteX6" fmla="*/ 229 w 6343"/>
                  <a:gd name="connsiteY6" fmla="*/ 3302 h 6345"/>
                  <a:gd name="connsiteX7" fmla="*/ 1158 w 6343"/>
                  <a:gd name="connsiteY7" fmla="*/ 5545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0"/>
                      <a:pt x="5643" y="5545"/>
                    </a:cubicBezTo>
                    <a:cubicBezTo>
                      <a:pt x="6238" y="4950"/>
                      <a:pt x="6572" y="4143"/>
                      <a:pt x="6572" y="3302"/>
                    </a:cubicBezTo>
                    <a:cubicBezTo>
                      <a:pt x="6572" y="2460"/>
                      <a:pt x="6238" y="1653"/>
                      <a:pt x="5643" y="1058"/>
                    </a:cubicBezTo>
                    <a:cubicBezTo>
                      <a:pt x="5049" y="463"/>
                      <a:pt x="4242" y="129"/>
                      <a:pt x="3401" y="129"/>
                    </a:cubicBezTo>
                    <a:cubicBezTo>
                      <a:pt x="2560" y="129"/>
                      <a:pt x="1753" y="463"/>
                      <a:pt x="1158" y="1058"/>
                    </a:cubicBezTo>
                    <a:cubicBezTo>
                      <a:pt x="563" y="1653"/>
                      <a:pt x="229" y="2460"/>
                      <a:pt x="229" y="3302"/>
                    </a:cubicBezTo>
                    <a:cubicBezTo>
                      <a:pt x="229" y="4143"/>
                      <a:pt x="563" y="4950"/>
                      <a:pt x="1158" y="5545"/>
                    </a:cubicBezTo>
                    <a:cubicBezTo>
                      <a:pt x="1753" y="6140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33" name="Freeform: Shape 16832">
                <a:extLst>
                  <a:ext uri="{FF2B5EF4-FFF2-40B4-BE49-F238E27FC236}">
                    <a16:creationId xmlns:a16="http://schemas.microsoft.com/office/drawing/2014/main" id="{4B85D883-1D4B-763C-FA30-454A96FABED7}"/>
                  </a:ext>
                </a:extLst>
              </p:cNvPr>
              <p:cNvSpPr/>
              <p:nvPr/>
            </p:nvSpPr>
            <p:spPr>
              <a:xfrm>
                <a:off x="9317253" y="5118237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3 w 6343"/>
                  <a:gd name="connsiteY1" fmla="*/ 5545 h 6345"/>
                  <a:gd name="connsiteX2" fmla="*/ 6572 w 6343"/>
                  <a:gd name="connsiteY2" fmla="*/ 3302 h 6345"/>
                  <a:gd name="connsiteX3" fmla="*/ 5643 w 6343"/>
                  <a:gd name="connsiteY3" fmla="*/ 1058 h 6345"/>
                  <a:gd name="connsiteX4" fmla="*/ 3401 w 6343"/>
                  <a:gd name="connsiteY4" fmla="*/ 129 h 6345"/>
                  <a:gd name="connsiteX5" fmla="*/ 1158 w 6343"/>
                  <a:gd name="connsiteY5" fmla="*/ 1058 h 6345"/>
                  <a:gd name="connsiteX6" fmla="*/ 229 w 6343"/>
                  <a:gd name="connsiteY6" fmla="*/ 3302 h 6345"/>
                  <a:gd name="connsiteX7" fmla="*/ 1158 w 6343"/>
                  <a:gd name="connsiteY7" fmla="*/ 5545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0"/>
                      <a:pt x="5643" y="5545"/>
                    </a:cubicBezTo>
                    <a:cubicBezTo>
                      <a:pt x="6238" y="4950"/>
                      <a:pt x="6572" y="4143"/>
                      <a:pt x="6572" y="3302"/>
                    </a:cubicBezTo>
                    <a:cubicBezTo>
                      <a:pt x="6572" y="2460"/>
                      <a:pt x="6238" y="1653"/>
                      <a:pt x="5643" y="1058"/>
                    </a:cubicBezTo>
                    <a:cubicBezTo>
                      <a:pt x="5049" y="463"/>
                      <a:pt x="4242" y="129"/>
                      <a:pt x="3401" y="129"/>
                    </a:cubicBezTo>
                    <a:cubicBezTo>
                      <a:pt x="2560" y="129"/>
                      <a:pt x="1753" y="463"/>
                      <a:pt x="1158" y="1058"/>
                    </a:cubicBezTo>
                    <a:cubicBezTo>
                      <a:pt x="563" y="1653"/>
                      <a:pt x="229" y="2460"/>
                      <a:pt x="229" y="3302"/>
                    </a:cubicBezTo>
                    <a:cubicBezTo>
                      <a:pt x="229" y="4143"/>
                      <a:pt x="563" y="4950"/>
                      <a:pt x="1158" y="5545"/>
                    </a:cubicBezTo>
                    <a:cubicBezTo>
                      <a:pt x="1753" y="6140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34" name="Freeform: Shape 16833">
                <a:extLst>
                  <a:ext uri="{FF2B5EF4-FFF2-40B4-BE49-F238E27FC236}">
                    <a16:creationId xmlns:a16="http://schemas.microsoft.com/office/drawing/2014/main" id="{DD0873B3-8CF8-3862-6138-1ED5B786557C}"/>
                  </a:ext>
                </a:extLst>
              </p:cNvPr>
              <p:cNvSpPr/>
              <p:nvPr/>
            </p:nvSpPr>
            <p:spPr>
              <a:xfrm>
                <a:off x="9319563" y="5119184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1 w 6343"/>
                  <a:gd name="connsiteY4" fmla="*/ 129 h 6345"/>
                  <a:gd name="connsiteX5" fmla="*/ 1158 w 6343"/>
                  <a:gd name="connsiteY5" fmla="*/ 1058 h 6345"/>
                  <a:gd name="connsiteX6" fmla="*/ 229 w 6343"/>
                  <a:gd name="connsiteY6" fmla="*/ 3302 h 6345"/>
                  <a:gd name="connsiteX7" fmla="*/ 1158 w 6343"/>
                  <a:gd name="connsiteY7" fmla="*/ 5545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0"/>
                      <a:pt x="5644" y="5545"/>
                    </a:cubicBezTo>
                    <a:cubicBezTo>
                      <a:pt x="6238" y="4950"/>
                      <a:pt x="6573" y="4143"/>
                      <a:pt x="6573" y="3302"/>
                    </a:cubicBezTo>
                    <a:cubicBezTo>
                      <a:pt x="6573" y="2460"/>
                      <a:pt x="6238" y="1653"/>
                      <a:pt x="5644" y="1058"/>
                    </a:cubicBezTo>
                    <a:cubicBezTo>
                      <a:pt x="5049" y="464"/>
                      <a:pt x="4242" y="129"/>
                      <a:pt x="3401" y="129"/>
                    </a:cubicBezTo>
                    <a:cubicBezTo>
                      <a:pt x="2560" y="129"/>
                      <a:pt x="1753" y="464"/>
                      <a:pt x="1158" y="1058"/>
                    </a:cubicBezTo>
                    <a:cubicBezTo>
                      <a:pt x="564" y="1653"/>
                      <a:pt x="229" y="2460"/>
                      <a:pt x="229" y="3302"/>
                    </a:cubicBezTo>
                    <a:cubicBezTo>
                      <a:pt x="229" y="4143"/>
                      <a:pt x="564" y="4950"/>
                      <a:pt x="1158" y="5545"/>
                    </a:cubicBezTo>
                    <a:cubicBezTo>
                      <a:pt x="1753" y="6140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35" name="Freeform: Shape 16834">
                <a:extLst>
                  <a:ext uri="{FF2B5EF4-FFF2-40B4-BE49-F238E27FC236}">
                    <a16:creationId xmlns:a16="http://schemas.microsoft.com/office/drawing/2014/main" id="{F081D5E4-6EA1-1426-1AA9-C58C98548F71}"/>
                  </a:ext>
                </a:extLst>
              </p:cNvPr>
              <p:cNvSpPr/>
              <p:nvPr/>
            </p:nvSpPr>
            <p:spPr>
              <a:xfrm>
                <a:off x="9321044" y="5118998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1 w 6343"/>
                  <a:gd name="connsiteY4" fmla="*/ 129 h 6345"/>
                  <a:gd name="connsiteX5" fmla="*/ 1158 w 6343"/>
                  <a:gd name="connsiteY5" fmla="*/ 1058 h 6345"/>
                  <a:gd name="connsiteX6" fmla="*/ 230 w 6343"/>
                  <a:gd name="connsiteY6" fmla="*/ 3302 h 6345"/>
                  <a:gd name="connsiteX7" fmla="*/ 1158 w 6343"/>
                  <a:gd name="connsiteY7" fmla="*/ 5545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0"/>
                      <a:pt x="5644" y="5545"/>
                    </a:cubicBezTo>
                    <a:cubicBezTo>
                      <a:pt x="6238" y="4950"/>
                      <a:pt x="6573" y="4143"/>
                      <a:pt x="6573" y="3302"/>
                    </a:cubicBezTo>
                    <a:cubicBezTo>
                      <a:pt x="6573" y="2460"/>
                      <a:pt x="6238" y="1653"/>
                      <a:pt x="5644" y="1058"/>
                    </a:cubicBezTo>
                    <a:cubicBezTo>
                      <a:pt x="5049" y="463"/>
                      <a:pt x="4242" y="129"/>
                      <a:pt x="3401" y="129"/>
                    </a:cubicBezTo>
                    <a:cubicBezTo>
                      <a:pt x="2560" y="129"/>
                      <a:pt x="1753" y="463"/>
                      <a:pt x="1158" y="1058"/>
                    </a:cubicBezTo>
                    <a:cubicBezTo>
                      <a:pt x="564" y="1653"/>
                      <a:pt x="230" y="2460"/>
                      <a:pt x="230" y="3302"/>
                    </a:cubicBezTo>
                    <a:cubicBezTo>
                      <a:pt x="230" y="4143"/>
                      <a:pt x="564" y="4950"/>
                      <a:pt x="1158" y="5545"/>
                    </a:cubicBezTo>
                    <a:cubicBezTo>
                      <a:pt x="1753" y="6140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36" name="Freeform: Shape 16835">
                <a:extLst>
                  <a:ext uri="{FF2B5EF4-FFF2-40B4-BE49-F238E27FC236}">
                    <a16:creationId xmlns:a16="http://schemas.microsoft.com/office/drawing/2014/main" id="{B410643C-422D-04AC-43AD-705A37E7916D}"/>
                  </a:ext>
                </a:extLst>
              </p:cNvPr>
              <p:cNvSpPr/>
              <p:nvPr/>
            </p:nvSpPr>
            <p:spPr>
              <a:xfrm>
                <a:off x="9323127" y="5119693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2" y="6475"/>
                      <a:pt x="5049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1"/>
                      <a:pt x="6239" y="1653"/>
                      <a:pt x="5644" y="1059"/>
                    </a:cubicBezTo>
                    <a:cubicBezTo>
                      <a:pt x="5049" y="464"/>
                      <a:pt x="4242" y="129"/>
                      <a:pt x="3401" y="129"/>
                    </a:cubicBezTo>
                    <a:cubicBezTo>
                      <a:pt x="2560" y="129"/>
                      <a:pt x="1753" y="464"/>
                      <a:pt x="1159" y="1059"/>
                    </a:cubicBezTo>
                    <a:cubicBezTo>
                      <a:pt x="564" y="1653"/>
                      <a:pt x="230" y="2461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3" y="6140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37" name="Freeform: Shape 16836">
                <a:extLst>
                  <a:ext uri="{FF2B5EF4-FFF2-40B4-BE49-F238E27FC236}">
                    <a16:creationId xmlns:a16="http://schemas.microsoft.com/office/drawing/2014/main" id="{6B865F55-3555-409A-8574-6903D81035B3}"/>
                  </a:ext>
                </a:extLst>
              </p:cNvPr>
              <p:cNvSpPr/>
              <p:nvPr/>
            </p:nvSpPr>
            <p:spPr>
              <a:xfrm>
                <a:off x="9325030" y="5120165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9 h 6345"/>
                  <a:gd name="connsiteX4" fmla="*/ 3401 w 6343"/>
                  <a:gd name="connsiteY4" fmla="*/ 129 h 6345"/>
                  <a:gd name="connsiteX5" fmla="*/ 1159 w 6343"/>
                  <a:gd name="connsiteY5" fmla="*/ 1059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3" y="6475"/>
                      <a:pt x="5049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1"/>
                      <a:pt x="6239" y="1654"/>
                      <a:pt x="5644" y="1059"/>
                    </a:cubicBezTo>
                    <a:cubicBezTo>
                      <a:pt x="5049" y="464"/>
                      <a:pt x="4243" y="129"/>
                      <a:pt x="3401" y="129"/>
                    </a:cubicBezTo>
                    <a:cubicBezTo>
                      <a:pt x="2560" y="129"/>
                      <a:pt x="1754" y="464"/>
                      <a:pt x="1159" y="1059"/>
                    </a:cubicBezTo>
                    <a:cubicBezTo>
                      <a:pt x="564" y="1654"/>
                      <a:pt x="230" y="2461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38" name="Freeform: Shape 16837">
                <a:extLst>
                  <a:ext uri="{FF2B5EF4-FFF2-40B4-BE49-F238E27FC236}">
                    <a16:creationId xmlns:a16="http://schemas.microsoft.com/office/drawing/2014/main" id="{B587E619-5765-72EE-2CB7-8D4E9022F4D3}"/>
                  </a:ext>
                </a:extLst>
              </p:cNvPr>
              <p:cNvSpPr/>
              <p:nvPr/>
            </p:nvSpPr>
            <p:spPr>
              <a:xfrm>
                <a:off x="9326066" y="5119387"/>
                <a:ext cx="6343" cy="6345"/>
              </a:xfrm>
              <a:custGeom>
                <a:avLst/>
                <a:gdLst>
                  <a:gd name="connsiteX0" fmla="*/ 3401 w 6343"/>
                  <a:gd name="connsiteY0" fmla="*/ 6475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1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1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1" y="6475"/>
                    </a:moveTo>
                    <a:cubicBezTo>
                      <a:pt x="4243" y="6475"/>
                      <a:pt x="5049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1"/>
                      <a:pt x="6239" y="1653"/>
                      <a:pt x="5644" y="1058"/>
                    </a:cubicBezTo>
                    <a:cubicBezTo>
                      <a:pt x="5049" y="464"/>
                      <a:pt x="4243" y="129"/>
                      <a:pt x="3401" y="129"/>
                    </a:cubicBezTo>
                    <a:cubicBezTo>
                      <a:pt x="2560" y="129"/>
                      <a:pt x="1754" y="464"/>
                      <a:pt x="1159" y="1058"/>
                    </a:cubicBezTo>
                    <a:cubicBezTo>
                      <a:pt x="564" y="1653"/>
                      <a:pt x="230" y="2461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0" y="6475"/>
                      <a:pt x="3401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39" name="Freeform: Shape 16838">
                <a:extLst>
                  <a:ext uri="{FF2B5EF4-FFF2-40B4-BE49-F238E27FC236}">
                    <a16:creationId xmlns:a16="http://schemas.microsoft.com/office/drawing/2014/main" id="{D83E3A9F-9D2D-54F6-8185-4D5425185740}"/>
                  </a:ext>
                </a:extLst>
              </p:cNvPr>
              <p:cNvSpPr/>
              <p:nvPr/>
            </p:nvSpPr>
            <p:spPr>
              <a:xfrm>
                <a:off x="9327629" y="5119398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49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1"/>
                      <a:pt x="6239" y="1653"/>
                      <a:pt x="5644" y="1058"/>
                    </a:cubicBezTo>
                    <a:cubicBezTo>
                      <a:pt x="5049" y="464"/>
                      <a:pt x="4243" y="129"/>
                      <a:pt x="3402" y="129"/>
                    </a:cubicBezTo>
                    <a:cubicBezTo>
                      <a:pt x="2561" y="129"/>
                      <a:pt x="1754" y="464"/>
                      <a:pt x="1159" y="1058"/>
                    </a:cubicBezTo>
                    <a:cubicBezTo>
                      <a:pt x="564" y="1653"/>
                      <a:pt x="230" y="2461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40" name="Freeform: Shape 16839">
                <a:extLst>
                  <a:ext uri="{FF2B5EF4-FFF2-40B4-BE49-F238E27FC236}">
                    <a16:creationId xmlns:a16="http://schemas.microsoft.com/office/drawing/2014/main" id="{AB33925B-723B-B93B-D8F7-1E8AF0F63D4B}"/>
                  </a:ext>
                </a:extLst>
              </p:cNvPr>
              <p:cNvSpPr/>
              <p:nvPr/>
            </p:nvSpPr>
            <p:spPr>
              <a:xfrm>
                <a:off x="9328379" y="5118193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0"/>
                      <a:pt x="6239" y="1653"/>
                      <a:pt x="5644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4" y="1653"/>
                      <a:pt x="230" y="2460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41" name="Freeform: Shape 16840">
                <a:extLst>
                  <a:ext uri="{FF2B5EF4-FFF2-40B4-BE49-F238E27FC236}">
                    <a16:creationId xmlns:a16="http://schemas.microsoft.com/office/drawing/2014/main" id="{C57E895D-0728-F4D1-40CF-8BE562D69638}"/>
                  </a:ext>
                </a:extLst>
              </p:cNvPr>
              <p:cNvSpPr/>
              <p:nvPr/>
            </p:nvSpPr>
            <p:spPr>
              <a:xfrm>
                <a:off x="9329940" y="5118224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4 w 6343"/>
                  <a:gd name="connsiteY1" fmla="*/ 5545 h 6345"/>
                  <a:gd name="connsiteX2" fmla="*/ 6573 w 6343"/>
                  <a:gd name="connsiteY2" fmla="*/ 3302 h 6345"/>
                  <a:gd name="connsiteX3" fmla="*/ 5644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4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0"/>
                      <a:pt x="6239" y="1653"/>
                      <a:pt x="5644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4" y="1653"/>
                      <a:pt x="230" y="2460"/>
                      <a:pt x="230" y="3302"/>
                    </a:cubicBezTo>
                    <a:cubicBezTo>
                      <a:pt x="230" y="4143"/>
                      <a:pt x="564" y="4950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42" name="Freeform: Shape 16841">
                <a:extLst>
                  <a:ext uri="{FF2B5EF4-FFF2-40B4-BE49-F238E27FC236}">
                    <a16:creationId xmlns:a16="http://schemas.microsoft.com/office/drawing/2014/main" id="{A587EE11-EA2B-CEF3-7A68-3B32FC0BD876}"/>
                  </a:ext>
                </a:extLst>
              </p:cNvPr>
              <p:cNvSpPr/>
              <p:nvPr/>
            </p:nvSpPr>
            <p:spPr>
              <a:xfrm>
                <a:off x="9331211" y="5117822"/>
                <a:ext cx="6343" cy="6345"/>
              </a:xfrm>
              <a:custGeom>
                <a:avLst/>
                <a:gdLst>
                  <a:gd name="connsiteX0" fmla="*/ 3402 w 6343"/>
                  <a:gd name="connsiteY0" fmla="*/ 6475 h 6345"/>
                  <a:gd name="connsiteX1" fmla="*/ 5645 w 6343"/>
                  <a:gd name="connsiteY1" fmla="*/ 5545 h 6345"/>
                  <a:gd name="connsiteX2" fmla="*/ 6573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5"/>
                    </a:moveTo>
                    <a:cubicBezTo>
                      <a:pt x="4243" y="6475"/>
                      <a:pt x="5050" y="6140"/>
                      <a:pt x="5645" y="5545"/>
                    </a:cubicBezTo>
                    <a:cubicBezTo>
                      <a:pt x="6239" y="4950"/>
                      <a:pt x="6573" y="4143"/>
                      <a:pt x="6573" y="3302"/>
                    </a:cubicBezTo>
                    <a:cubicBezTo>
                      <a:pt x="6573" y="2460"/>
                      <a:pt x="6239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5" y="1653"/>
                      <a:pt x="230" y="2460"/>
                      <a:pt x="230" y="3302"/>
                    </a:cubicBezTo>
                    <a:cubicBezTo>
                      <a:pt x="230" y="4143"/>
                      <a:pt x="565" y="4950"/>
                      <a:pt x="1159" y="5545"/>
                    </a:cubicBezTo>
                    <a:cubicBezTo>
                      <a:pt x="1754" y="6140"/>
                      <a:pt x="2561" y="6475"/>
                      <a:pt x="340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43" name="Freeform: Shape 16842">
                <a:extLst>
                  <a:ext uri="{FF2B5EF4-FFF2-40B4-BE49-F238E27FC236}">
                    <a16:creationId xmlns:a16="http://schemas.microsoft.com/office/drawing/2014/main" id="{2F0B4C3A-58A0-5BFB-2317-81439DCF65EE}"/>
                  </a:ext>
                </a:extLst>
              </p:cNvPr>
              <p:cNvSpPr/>
              <p:nvPr/>
            </p:nvSpPr>
            <p:spPr>
              <a:xfrm>
                <a:off x="9332042" y="5116733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0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39" y="4950"/>
                      <a:pt x="6574" y="4143"/>
                      <a:pt x="6574" y="3302"/>
                    </a:cubicBezTo>
                    <a:cubicBezTo>
                      <a:pt x="6574" y="2460"/>
                      <a:pt x="6239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5" y="1653"/>
                      <a:pt x="230" y="2460"/>
                      <a:pt x="230" y="3302"/>
                    </a:cubicBezTo>
                    <a:cubicBezTo>
                      <a:pt x="230" y="4143"/>
                      <a:pt x="565" y="4950"/>
                      <a:pt x="1159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44" name="Freeform: Shape 16843">
                <a:extLst>
                  <a:ext uri="{FF2B5EF4-FFF2-40B4-BE49-F238E27FC236}">
                    <a16:creationId xmlns:a16="http://schemas.microsoft.com/office/drawing/2014/main" id="{A7F313C8-B0AF-60F8-6C37-167C8C110BDB}"/>
                  </a:ext>
                </a:extLst>
              </p:cNvPr>
              <p:cNvSpPr/>
              <p:nvPr/>
            </p:nvSpPr>
            <p:spPr>
              <a:xfrm>
                <a:off x="9333755" y="5117045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59 w 6343"/>
                  <a:gd name="connsiteY5" fmla="*/ 1058 h 6345"/>
                  <a:gd name="connsiteX6" fmla="*/ 231 w 6343"/>
                  <a:gd name="connsiteY6" fmla="*/ 3302 h 6345"/>
                  <a:gd name="connsiteX7" fmla="*/ 1159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39" y="4950"/>
                      <a:pt x="6574" y="4143"/>
                      <a:pt x="6574" y="3302"/>
                    </a:cubicBezTo>
                    <a:cubicBezTo>
                      <a:pt x="6574" y="2460"/>
                      <a:pt x="6239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59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59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45" name="Freeform: Shape 16844">
                <a:extLst>
                  <a:ext uri="{FF2B5EF4-FFF2-40B4-BE49-F238E27FC236}">
                    <a16:creationId xmlns:a16="http://schemas.microsoft.com/office/drawing/2014/main" id="{89216F58-D18D-E56C-6531-3F15DD0380BF}"/>
                  </a:ext>
                </a:extLst>
              </p:cNvPr>
              <p:cNvSpPr/>
              <p:nvPr/>
            </p:nvSpPr>
            <p:spPr>
              <a:xfrm>
                <a:off x="9334657" y="5116068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46" name="Freeform: Shape 16845">
                <a:extLst>
                  <a:ext uri="{FF2B5EF4-FFF2-40B4-BE49-F238E27FC236}">
                    <a16:creationId xmlns:a16="http://schemas.microsoft.com/office/drawing/2014/main" id="{95378D04-D6FF-71E1-BC8E-F85C18C351AA}"/>
                  </a:ext>
                </a:extLst>
              </p:cNvPr>
              <p:cNvSpPr/>
              <p:nvPr/>
            </p:nvSpPr>
            <p:spPr>
              <a:xfrm>
                <a:off x="9335476" y="5114946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47" name="Freeform: Shape 16846">
                <a:extLst>
                  <a:ext uri="{FF2B5EF4-FFF2-40B4-BE49-F238E27FC236}">
                    <a16:creationId xmlns:a16="http://schemas.microsoft.com/office/drawing/2014/main" id="{E0EFC779-4105-7E25-C2F8-9E992521DCF1}"/>
                  </a:ext>
                </a:extLst>
              </p:cNvPr>
              <p:cNvSpPr/>
              <p:nvPr/>
            </p:nvSpPr>
            <p:spPr>
              <a:xfrm>
                <a:off x="9336636" y="5114382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2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2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2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4" y="463"/>
                      <a:pt x="1160" y="1058"/>
                    </a:cubicBezTo>
                    <a:cubicBezTo>
                      <a:pt x="565" y="1653"/>
                      <a:pt x="231" y="2460"/>
                      <a:pt x="231" y="3302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4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48" name="Freeform: Shape 16847">
                <a:extLst>
                  <a:ext uri="{FF2B5EF4-FFF2-40B4-BE49-F238E27FC236}">
                    <a16:creationId xmlns:a16="http://schemas.microsoft.com/office/drawing/2014/main" id="{4652840A-17F8-38B9-8E00-D6C5885B1FF4}"/>
                  </a:ext>
                </a:extLst>
              </p:cNvPr>
              <p:cNvSpPr/>
              <p:nvPr/>
            </p:nvSpPr>
            <p:spPr>
              <a:xfrm>
                <a:off x="9337291" y="5112964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3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3" y="129"/>
                      <a:pt x="3402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49" name="Freeform: Shape 16848">
                <a:extLst>
                  <a:ext uri="{FF2B5EF4-FFF2-40B4-BE49-F238E27FC236}">
                    <a16:creationId xmlns:a16="http://schemas.microsoft.com/office/drawing/2014/main" id="{22941918-12B7-F46F-1A95-D1589645508D}"/>
                  </a:ext>
                </a:extLst>
              </p:cNvPr>
              <p:cNvSpPr/>
              <p:nvPr/>
            </p:nvSpPr>
            <p:spPr>
              <a:xfrm>
                <a:off x="9338315" y="5112158"/>
                <a:ext cx="6343" cy="6345"/>
              </a:xfrm>
              <a:custGeom>
                <a:avLst/>
                <a:gdLst>
                  <a:gd name="connsiteX0" fmla="*/ 3402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2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2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2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2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2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50" name="Freeform: Shape 16849">
                <a:extLst>
                  <a:ext uri="{FF2B5EF4-FFF2-40B4-BE49-F238E27FC236}">
                    <a16:creationId xmlns:a16="http://schemas.microsoft.com/office/drawing/2014/main" id="{B10F644D-289D-767F-E620-78A7BD9EBD60}"/>
                  </a:ext>
                </a:extLst>
              </p:cNvPr>
              <p:cNvSpPr/>
              <p:nvPr/>
            </p:nvSpPr>
            <p:spPr>
              <a:xfrm>
                <a:off x="9339461" y="5111561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3 w 6343"/>
                  <a:gd name="connsiteY4" fmla="*/ 129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9"/>
                      <a:pt x="3403" y="129"/>
                    </a:cubicBezTo>
                    <a:cubicBezTo>
                      <a:pt x="2561" y="129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51" name="Freeform: Shape 16850">
                <a:extLst>
                  <a:ext uri="{FF2B5EF4-FFF2-40B4-BE49-F238E27FC236}">
                    <a16:creationId xmlns:a16="http://schemas.microsoft.com/office/drawing/2014/main" id="{2FAC36CD-3EF5-1058-94F0-5F070124143B}"/>
                  </a:ext>
                </a:extLst>
              </p:cNvPr>
              <p:cNvSpPr/>
              <p:nvPr/>
            </p:nvSpPr>
            <p:spPr>
              <a:xfrm>
                <a:off x="9340119" y="5110102"/>
                <a:ext cx="6343" cy="6345"/>
              </a:xfrm>
              <a:custGeom>
                <a:avLst/>
                <a:gdLst>
                  <a:gd name="connsiteX0" fmla="*/ 3403 w 6343"/>
                  <a:gd name="connsiteY0" fmla="*/ 6474 h 6345"/>
                  <a:gd name="connsiteX1" fmla="*/ 5645 w 6343"/>
                  <a:gd name="connsiteY1" fmla="*/ 5545 h 6345"/>
                  <a:gd name="connsiteX2" fmla="*/ 6574 w 6343"/>
                  <a:gd name="connsiteY2" fmla="*/ 3301 h 6345"/>
                  <a:gd name="connsiteX3" fmla="*/ 5645 w 6343"/>
                  <a:gd name="connsiteY3" fmla="*/ 1058 h 6345"/>
                  <a:gd name="connsiteX4" fmla="*/ 3403 w 6343"/>
                  <a:gd name="connsiteY4" fmla="*/ 128 h 6345"/>
                  <a:gd name="connsiteX5" fmla="*/ 1160 w 6343"/>
                  <a:gd name="connsiteY5" fmla="*/ 1058 h 6345"/>
                  <a:gd name="connsiteX6" fmla="*/ 231 w 6343"/>
                  <a:gd name="connsiteY6" fmla="*/ 3301 h 6345"/>
                  <a:gd name="connsiteX7" fmla="*/ 1160 w 6343"/>
                  <a:gd name="connsiteY7" fmla="*/ 5545 h 6345"/>
                  <a:gd name="connsiteX8" fmla="*/ 3403 w 6343"/>
                  <a:gd name="connsiteY8" fmla="*/ 6474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3" y="6474"/>
                    </a:moveTo>
                    <a:cubicBezTo>
                      <a:pt x="4244" y="6474"/>
                      <a:pt x="5050" y="6140"/>
                      <a:pt x="5645" y="5545"/>
                    </a:cubicBezTo>
                    <a:cubicBezTo>
                      <a:pt x="6240" y="4950"/>
                      <a:pt x="6574" y="4143"/>
                      <a:pt x="6574" y="3301"/>
                    </a:cubicBezTo>
                    <a:cubicBezTo>
                      <a:pt x="6574" y="2460"/>
                      <a:pt x="6240" y="1653"/>
                      <a:pt x="5645" y="1058"/>
                    </a:cubicBezTo>
                    <a:cubicBezTo>
                      <a:pt x="5050" y="463"/>
                      <a:pt x="4244" y="128"/>
                      <a:pt x="3403" y="128"/>
                    </a:cubicBezTo>
                    <a:cubicBezTo>
                      <a:pt x="2561" y="128"/>
                      <a:pt x="1755" y="463"/>
                      <a:pt x="1160" y="1058"/>
                    </a:cubicBezTo>
                    <a:cubicBezTo>
                      <a:pt x="565" y="1653"/>
                      <a:pt x="231" y="2460"/>
                      <a:pt x="231" y="3301"/>
                    </a:cubicBezTo>
                    <a:cubicBezTo>
                      <a:pt x="231" y="4143"/>
                      <a:pt x="565" y="4950"/>
                      <a:pt x="1160" y="5545"/>
                    </a:cubicBezTo>
                    <a:cubicBezTo>
                      <a:pt x="1755" y="6140"/>
                      <a:pt x="2561" y="6474"/>
                      <a:pt x="3403" y="6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52" name="Freeform: Shape 16851">
                <a:extLst>
                  <a:ext uri="{FF2B5EF4-FFF2-40B4-BE49-F238E27FC236}">
                    <a16:creationId xmlns:a16="http://schemas.microsoft.com/office/drawing/2014/main" id="{3496806C-0F78-746A-3270-95EF26FC7ABC}"/>
                  </a:ext>
                </a:extLst>
              </p:cNvPr>
              <p:cNvSpPr/>
              <p:nvPr/>
            </p:nvSpPr>
            <p:spPr>
              <a:xfrm>
                <a:off x="9391450" y="5168599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49 w 6343"/>
                  <a:gd name="connsiteY1" fmla="*/ 5549 h 6345"/>
                  <a:gd name="connsiteX2" fmla="*/ 6578 w 6343"/>
                  <a:gd name="connsiteY2" fmla="*/ 3306 h 6345"/>
                  <a:gd name="connsiteX3" fmla="*/ 5649 w 6343"/>
                  <a:gd name="connsiteY3" fmla="*/ 1062 h 6345"/>
                  <a:gd name="connsiteX4" fmla="*/ 3407 w 6343"/>
                  <a:gd name="connsiteY4" fmla="*/ 133 h 6345"/>
                  <a:gd name="connsiteX5" fmla="*/ 1164 w 6343"/>
                  <a:gd name="connsiteY5" fmla="*/ 1062 h 6345"/>
                  <a:gd name="connsiteX6" fmla="*/ 235 w 6343"/>
                  <a:gd name="connsiteY6" fmla="*/ 3306 h 6345"/>
                  <a:gd name="connsiteX7" fmla="*/ 1164 w 6343"/>
                  <a:gd name="connsiteY7" fmla="*/ 5549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49" y="5549"/>
                    </a:cubicBezTo>
                    <a:cubicBezTo>
                      <a:pt x="6244" y="4954"/>
                      <a:pt x="6578" y="4147"/>
                      <a:pt x="6578" y="3306"/>
                    </a:cubicBezTo>
                    <a:cubicBezTo>
                      <a:pt x="6578" y="2464"/>
                      <a:pt x="6244" y="1657"/>
                      <a:pt x="5649" y="1062"/>
                    </a:cubicBezTo>
                    <a:cubicBezTo>
                      <a:pt x="5055" y="467"/>
                      <a:pt x="4248" y="133"/>
                      <a:pt x="3407" y="133"/>
                    </a:cubicBezTo>
                    <a:cubicBezTo>
                      <a:pt x="2566" y="133"/>
                      <a:pt x="1759" y="467"/>
                      <a:pt x="1164" y="1062"/>
                    </a:cubicBezTo>
                    <a:cubicBezTo>
                      <a:pt x="569" y="1657"/>
                      <a:pt x="235" y="2464"/>
                      <a:pt x="235" y="3306"/>
                    </a:cubicBezTo>
                    <a:cubicBezTo>
                      <a:pt x="235" y="4147"/>
                      <a:pt x="569" y="4954"/>
                      <a:pt x="1164" y="5549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53" name="Freeform: Shape 16852">
                <a:extLst>
                  <a:ext uri="{FF2B5EF4-FFF2-40B4-BE49-F238E27FC236}">
                    <a16:creationId xmlns:a16="http://schemas.microsoft.com/office/drawing/2014/main" id="{FC93DEBC-39F0-43A5-6B36-509C89537428}"/>
                  </a:ext>
                </a:extLst>
              </p:cNvPr>
              <p:cNvSpPr/>
              <p:nvPr/>
            </p:nvSpPr>
            <p:spPr>
              <a:xfrm>
                <a:off x="9394426" y="517360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8"/>
                      <a:pt x="570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54" name="Freeform: Shape 16853">
                <a:extLst>
                  <a:ext uri="{FF2B5EF4-FFF2-40B4-BE49-F238E27FC236}">
                    <a16:creationId xmlns:a16="http://schemas.microsoft.com/office/drawing/2014/main" id="{FA76E7E2-A6DD-4ADC-DD6D-90F1D210AEC4}"/>
                  </a:ext>
                </a:extLst>
              </p:cNvPr>
              <p:cNvSpPr/>
              <p:nvPr/>
            </p:nvSpPr>
            <p:spPr>
              <a:xfrm>
                <a:off x="9394833" y="517248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8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4" y="4955"/>
                      <a:pt x="6578" y="4148"/>
                      <a:pt x="6578" y="3306"/>
                    </a:cubicBezTo>
                    <a:cubicBezTo>
                      <a:pt x="6578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8"/>
                      <a:pt x="570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55" name="Freeform: Shape 16854">
                <a:extLst>
                  <a:ext uri="{FF2B5EF4-FFF2-40B4-BE49-F238E27FC236}">
                    <a16:creationId xmlns:a16="http://schemas.microsoft.com/office/drawing/2014/main" id="{99B2D449-BD4F-E020-2200-EFA287FDB89B}"/>
                  </a:ext>
                </a:extLst>
              </p:cNvPr>
              <p:cNvSpPr/>
              <p:nvPr/>
            </p:nvSpPr>
            <p:spPr>
              <a:xfrm>
                <a:off x="9395666" y="5172397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4" y="4955"/>
                      <a:pt x="6579" y="4148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8"/>
                      <a:pt x="570" y="4955"/>
                      <a:pt x="1164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56" name="Freeform: Shape 16855">
                <a:extLst>
                  <a:ext uri="{FF2B5EF4-FFF2-40B4-BE49-F238E27FC236}">
                    <a16:creationId xmlns:a16="http://schemas.microsoft.com/office/drawing/2014/main" id="{245CD9F2-862E-CCC7-E166-30C57F133B58}"/>
                  </a:ext>
                </a:extLst>
              </p:cNvPr>
              <p:cNvSpPr/>
              <p:nvPr/>
            </p:nvSpPr>
            <p:spPr>
              <a:xfrm>
                <a:off x="9396392" y="517204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5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5" y="2465"/>
                      <a:pt x="235" y="3306"/>
                    </a:cubicBezTo>
                    <a:cubicBezTo>
                      <a:pt x="235" y="4147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57" name="Freeform: Shape 16856">
                <a:extLst>
                  <a:ext uri="{FF2B5EF4-FFF2-40B4-BE49-F238E27FC236}">
                    <a16:creationId xmlns:a16="http://schemas.microsoft.com/office/drawing/2014/main" id="{24A5ED75-302D-DEB6-5451-B43FD3AD186D}"/>
                  </a:ext>
                </a:extLst>
              </p:cNvPr>
              <p:cNvSpPr/>
              <p:nvPr/>
            </p:nvSpPr>
            <p:spPr>
              <a:xfrm>
                <a:off x="9397225" y="5171973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4 w 6343"/>
                  <a:gd name="connsiteY5" fmla="*/ 1063 h 6345"/>
                  <a:gd name="connsiteX6" fmla="*/ 236 w 6343"/>
                  <a:gd name="connsiteY6" fmla="*/ 3306 h 6345"/>
                  <a:gd name="connsiteX7" fmla="*/ 1164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4" y="4955"/>
                      <a:pt x="6579" y="4147"/>
                      <a:pt x="6579" y="3306"/>
                    </a:cubicBezTo>
                    <a:cubicBezTo>
                      <a:pt x="6579" y="2465"/>
                      <a:pt x="6244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4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4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58" name="Freeform: Shape 16857">
                <a:extLst>
                  <a:ext uri="{FF2B5EF4-FFF2-40B4-BE49-F238E27FC236}">
                    <a16:creationId xmlns:a16="http://schemas.microsoft.com/office/drawing/2014/main" id="{C7EF53D9-4034-9D41-AD9F-642BA44CB7D7}"/>
                  </a:ext>
                </a:extLst>
              </p:cNvPr>
              <p:cNvSpPr/>
              <p:nvPr/>
            </p:nvSpPr>
            <p:spPr>
              <a:xfrm>
                <a:off x="9398099" y="5172016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59" name="Freeform: Shape 16858">
                <a:extLst>
                  <a:ext uri="{FF2B5EF4-FFF2-40B4-BE49-F238E27FC236}">
                    <a16:creationId xmlns:a16="http://schemas.microsoft.com/office/drawing/2014/main" id="{91A12507-6C98-22C0-C6C2-EA4C69F0CBFF}"/>
                  </a:ext>
                </a:extLst>
              </p:cNvPr>
              <p:cNvSpPr/>
              <p:nvPr/>
            </p:nvSpPr>
            <p:spPr>
              <a:xfrm>
                <a:off x="9399074" y="517234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5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59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60" name="Freeform: Shape 16859">
                <a:extLst>
                  <a:ext uri="{FF2B5EF4-FFF2-40B4-BE49-F238E27FC236}">
                    <a16:creationId xmlns:a16="http://schemas.microsoft.com/office/drawing/2014/main" id="{AA2934A5-B7DB-3540-FCC6-88C652A50F13}"/>
                  </a:ext>
                </a:extLst>
              </p:cNvPr>
              <p:cNvSpPr/>
              <p:nvPr/>
            </p:nvSpPr>
            <p:spPr>
              <a:xfrm>
                <a:off x="9399841" y="5172120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59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59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61" name="Freeform: Shape 16860">
                <a:extLst>
                  <a:ext uri="{FF2B5EF4-FFF2-40B4-BE49-F238E27FC236}">
                    <a16:creationId xmlns:a16="http://schemas.microsoft.com/office/drawing/2014/main" id="{97029609-5A71-098D-0CBC-DB8A9FF54E80}"/>
                  </a:ext>
                </a:extLst>
              </p:cNvPr>
              <p:cNvSpPr/>
              <p:nvPr/>
            </p:nvSpPr>
            <p:spPr>
              <a:xfrm>
                <a:off x="9400709" y="5172181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8" y="6479"/>
                      <a:pt x="5055" y="6144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8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62" name="Freeform: Shape 16861">
                <a:extLst>
                  <a:ext uri="{FF2B5EF4-FFF2-40B4-BE49-F238E27FC236}">
                    <a16:creationId xmlns:a16="http://schemas.microsoft.com/office/drawing/2014/main" id="{3B7FDF39-D846-5C9A-42BC-37F957EE8681}"/>
                  </a:ext>
                </a:extLst>
              </p:cNvPr>
              <p:cNvSpPr/>
              <p:nvPr/>
            </p:nvSpPr>
            <p:spPr>
              <a:xfrm>
                <a:off x="9401690" y="5172582"/>
                <a:ext cx="6343" cy="6345"/>
              </a:xfrm>
              <a:custGeom>
                <a:avLst/>
                <a:gdLst>
                  <a:gd name="connsiteX0" fmla="*/ 3407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7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7" y="6479"/>
                    </a:moveTo>
                    <a:cubicBezTo>
                      <a:pt x="4249" y="6479"/>
                      <a:pt x="5055" y="6145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7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5"/>
                      <a:pt x="2566" y="6479"/>
                      <a:pt x="340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63" name="Freeform: Shape 16862">
                <a:extLst>
                  <a:ext uri="{FF2B5EF4-FFF2-40B4-BE49-F238E27FC236}">
                    <a16:creationId xmlns:a16="http://schemas.microsoft.com/office/drawing/2014/main" id="{240AB5A5-C390-B543-0DDC-6468FA3BD7C2}"/>
                  </a:ext>
                </a:extLst>
              </p:cNvPr>
              <p:cNvSpPr/>
              <p:nvPr/>
            </p:nvSpPr>
            <p:spPr>
              <a:xfrm>
                <a:off x="9402436" y="5172322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5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5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64" name="Freeform: Shape 16863">
                <a:extLst>
                  <a:ext uri="{FF2B5EF4-FFF2-40B4-BE49-F238E27FC236}">
                    <a16:creationId xmlns:a16="http://schemas.microsoft.com/office/drawing/2014/main" id="{B39068D0-DFD8-CA24-4998-B9A51D316EA0}"/>
                  </a:ext>
                </a:extLst>
              </p:cNvPr>
              <p:cNvSpPr/>
              <p:nvPr/>
            </p:nvSpPr>
            <p:spPr>
              <a:xfrm>
                <a:off x="9403221" y="5172178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5" y="6144"/>
                      <a:pt x="5650" y="5550"/>
                    </a:cubicBezTo>
                    <a:cubicBezTo>
                      <a:pt x="6245" y="4955"/>
                      <a:pt x="6579" y="4148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5" y="468"/>
                      <a:pt x="4249" y="133"/>
                      <a:pt x="3408" y="133"/>
                    </a:cubicBezTo>
                    <a:cubicBezTo>
                      <a:pt x="2566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8"/>
                      <a:pt x="570" y="4955"/>
                      <a:pt x="1165" y="5550"/>
                    </a:cubicBezTo>
                    <a:cubicBezTo>
                      <a:pt x="1760" y="6144"/>
                      <a:pt x="2566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65" name="Freeform: Shape 16864">
                <a:extLst>
                  <a:ext uri="{FF2B5EF4-FFF2-40B4-BE49-F238E27FC236}">
                    <a16:creationId xmlns:a16="http://schemas.microsoft.com/office/drawing/2014/main" id="{ABFC7C21-0CEE-507C-755A-F951E36622A3}"/>
                  </a:ext>
                </a:extLst>
              </p:cNvPr>
              <p:cNvSpPr/>
              <p:nvPr/>
            </p:nvSpPr>
            <p:spPr>
              <a:xfrm>
                <a:off x="9404024" y="5172095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50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50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50"/>
                    </a:cubicBezTo>
                    <a:cubicBezTo>
                      <a:pt x="6245" y="4955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5"/>
                      <a:pt x="1165" y="5550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66" name="Freeform: Shape 16865">
                <a:extLst>
                  <a:ext uri="{FF2B5EF4-FFF2-40B4-BE49-F238E27FC236}">
                    <a16:creationId xmlns:a16="http://schemas.microsoft.com/office/drawing/2014/main" id="{17BEE169-05D0-C8FE-E296-440D02101917}"/>
                  </a:ext>
                </a:extLst>
              </p:cNvPr>
              <p:cNvSpPr/>
              <p:nvPr/>
            </p:nvSpPr>
            <p:spPr>
              <a:xfrm>
                <a:off x="9404519" y="5171066"/>
                <a:ext cx="6343" cy="6345"/>
              </a:xfrm>
              <a:custGeom>
                <a:avLst/>
                <a:gdLst>
                  <a:gd name="connsiteX0" fmla="*/ 3408 w 6343"/>
                  <a:gd name="connsiteY0" fmla="*/ 6479 h 6345"/>
                  <a:gd name="connsiteX1" fmla="*/ 5650 w 6343"/>
                  <a:gd name="connsiteY1" fmla="*/ 5549 h 6345"/>
                  <a:gd name="connsiteX2" fmla="*/ 6579 w 6343"/>
                  <a:gd name="connsiteY2" fmla="*/ 3306 h 6345"/>
                  <a:gd name="connsiteX3" fmla="*/ 5650 w 6343"/>
                  <a:gd name="connsiteY3" fmla="*/ 1063 h 6345"/>
                  <a:gd name="connsiteX4" fmla="*/ 3408 w 6343"/>
                  <a:gd name="connsiteY4" fmla="*/ 133 h 6345"/>
                  <a:gd name="connsiteX5" fmla="*/ 1165 w 6343"/>
                  <a:gd name="connsiteY5" fmla="*/ 1063 h 6345"/>
                  <a:gd name="connsiteX6" fmla="*/ 236 w 6343"/>
                  <a:gd name="connsiteY6" fmla="*/ 3306 h 6345"/>
                  <a:gd name="connsiteX7" fmla="*/ 1165 w 6343"/>
                  <a:gd name="connsiteY7" fmla="*/ 5549 h 6345"/>
                  <a:gd name="connsiteX8" fmla="*/ 340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8" y="6479"/>
                    </a:moveTo>
                    <a:cubicBezTo>
                      <a:pt x="4249" y="6479"/>
                      <a:pt x="5056" y="6144"/>
                      <a:pt x="5650" y="5549"/>
                    </a:cubicBezTo>
                    <a:cubicBezTo>
                      <a:pt x="6245" y="4954"/>
                      <a:pt x="6579" y="4147"/>
                      <a:pt x="6579" y="3306"/>
                    </a:cubicBezTo>
                    <a:cubicBezTo>
                      <a:pt x="6579" y="2465"/>
                      <a:pt x="6245" y="1658"/>
                      <a:pt x="5650" y="1063"/>
                    </a:cubicBezTo>
                    <a:cubicBezTo>
                      <a:pt x="5056" y="468"/>
                      <a:pt x="4249" y="133"/>
                      <a:pt x="3408" y="133"/>
                    </a:cubicBezTo>
                    <a:cubicBezTo>
                      <a:pt x="2567" y="133"/>
                      <a:pt x="1760" y="468"/>
                      <a:pt x="1165" y="1063"/>
                    </a:cubicBezTo>
                    <a:cubicBezTo>
                      <a:pt x="570" y="1658"/>
                      <a:pt x="236" y="2465"/>
                      <a:pt x="236" y="3306"/>
                    </a:cubicBezTo>
                    <a:cubicBezTo>
                      <a:pt x="236" y="4147"/>
                      <a:pt x="570" y="4954"/>
                      <a:pt x="1165" y="5549"/>
                    </a:cubicBezTo>
                    <a:cubicBezTo>
                      <a:pt x="1760" y="6144"/>
                      <a:pt x="2567" y="6479"/>
                      <a:pt x="340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67" name="Freeform: Shape 16866">
                <a:extLst>
                  <a:ext uri="{FF2B5EF4-FFF2-40B4-BE49-F238E27FC236}">
                    <a16:creationId xmlns:a16="http://schemas.microsoft.com/office/drawing/2014/main" id="{70F2E744-DCDA-BA86-9872-745EDE6B0929}"/>
                  </a:ext>
                </a:extLst>
              </p:cNvPr>
              <p:cNvSpPr/>
              <p:nvPr/>
            </p:nvSpPr>
            <p:spPr>
              <a:xfrm>
                <a:off x="9418189" y="5170690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1 w 6343"/>
                  <a:gd name="connsiteY1" fmla="*/ 5549 h 6345"/>
                  <a:gd name="connsiteX2" fmla="*/ 6580 w 6343"/>
                  <a:gd name="connsiteY2" fmla="*/ 3306 h 6345"/>
                  <a:gd name="connsiteX3" fmla="*/ 5651 w 6343"/>
                  <a:gd name="connsiteY3" fmla="*/ 1063 h 6345"/>
                  <a:gd name="connsiteX4" fmla="*/ 3409 w 6343"/>
                  <a:gd name="connsiteY4" fmla="*/ 133 h 6345"/>
                  <a:gd name="connsiteX5" fmla="*/ 1166 w 6343"/>
                  <a:gd name="connsiteY5" fmla="*/ 1063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1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1" y="1063"/>
                    </a:cubicBezTo>
                    <a:cubicBezTo>
                      <a:pt x="5057" y="468"/>
                      <a:pt x="4250" y="133"/>
                      <a:pt x="3409" y="133"/>
                    </a:cubicBezTo>
                    <a:cubicBezTo>
                      <a:pt x="2568" y="133"/>
                      <a:pt x="1761" y="468"/>
                      <a:pt x="1166" y="1063"/>
                    </a:cubicBezTo>
                    <a:cubicBezTo>
                      <a:pt x="571" y="1657"/>
                      <a:pt x="237" y="2465"/>
                      <a:pt x="237" y="3306"/>
                    </a:cubicBezTo>
                    <a:cubicBezTo>
                      <a:pt x="237" y="4147"/>
                      <a:pt x="571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68" name="Freeform: Shape 16867">
                <a:extLst>
                  <a:ext uri="{FF2B5EF4-FFF2-40B4-BE49-F238E27FC236}">
                    <a16:creationId xmlns:a16="http://schemas.microsoft.com/office/drawing/2014/main" id="{6273770C-8AC3-10E0-E507-EB22CD8E4FD6}"/>
                  </a:ext>
                </a:extLst>
              </p:cNvPr>
              <p:cNvSpPr/>
              <p:nvPr/>
            </p:nvSpPr>
            <p:spPr>
              <a:xfrm>
                <a:off x="9419750" y="5170609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0 w 6343"/>
                  <a:gd name="connsiteY2" fmla="*/ 3306 h 6345"/>
                  <a:gd name="connsiteX3" fmla="*/ 5652 w 6343"/>
                  <a:gd name="connsiteY3" fmla="*/ 1063 h 6345"/>
                  <a:gd name="connsiteX4" fmla="*/ 3409 w 6343"/>
                  <a:gd name="connsiteY4" fmla="*/ 133 h 6345"/>
                  <a:gd name="connsiteX5" fmla="*/ 1166 w 6343"/>
                  <a:gd name="connsiteY5" fmla="*/ 1063 h 6345"/>
                  <a:gd name="connsiteX6" fmla="*/ 237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0" y="4147"/>
                      <a:pt x="6580" y="3306"/>
                    </a:cubicBezTo>
                    <a:cubicBezTo>
                      <a:pt x="6580" y="2465"/>
                      <a:pt x="6246" y="1657"/>
                      <a:pt x="5652" y="1063"/>
                    </a:cubicBezTo>
                    <a:cubicBezTo>
                      <a:pt x="5057" y="468"/>
                      <a:pt x="4250" y="133"/>
                      <a:pt x="3409" y="133"/>
                    </a:cubicBezTo>
                    <a:cubicBezTo>
                      <a:pt x="2568" y="133"/>
                      <a:pt x="1761" y="468"/>
                      <a:pt x="1166" y="1063"/>
                    </a:cubicBezTo>
                    <a:cubicBezTo>
                      <a:pt x="572" y="1657"/>
                      <a:pt x="237" y="2465"/>
                      <a:pt x="237" y="3306"/>
                    </a:cubicBezTo>
                    <a:cubicBezTo>
                      <a:pt x="237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69" name="Freeform: Shape 16868">
                <a:extLst>
                  <a:ext uri="{FF2B5EF4-FFF2-40B4-BE49-F238E27FC236}">
                    <a16:creationId xmlns:a16="http://schemas.microsoft.com/office/drawing/2014/main" id="{44765B63-8A3D-87A4-39AC-228DD1E74FB9}"/>
                  </a:ext>
                </a:extLst>
              </p:cNvPr>
              <p:cNvSpPr/>
              <p:nvPr/>
            </p:nvSpPr>
            <p:spPr>
              <a:xfrm>
                <a:off x="9422014" y="5170118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8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6"/>
                    </a:cubicBezTo>
                    <a:cubicBezTo>
                      <a:pt x="6581" y="2465"/>
                      <a:pt x="6246" y="1657"/>
                      <a:pt x="5652" y="1062"/>
                    </a:cubicBezTo>
                    <a:cubicBezTo>
                      <a:pt x="5057" y="468"/>
                      <a:pt x="4250" y="133"/>
                      <a:pt x="3409" y="133"/>
                    </a:cubicBezTo>
                    <a:cubicBezTo>
                      <a:pt x="2568" y="133"/>
                      <a:pt x="1761" y="468"/>
                      <a:pt x="1166" y="1062"/>
                    </a:cubicBezTo>
                    <a:cubicBezTo>
                      <a:pt x="572" y="1657"/>
                      <a:pt x="238" y="2465"/>
                      <a:pt x="238" y="3306"/>
                    </a:cubicBezTo>
                    <a:cubicBezTo>
                      <a:pt x="238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70" name="Freeform: Shape 16869">
                <a:extLst>
                  <a:ext uri="{FF2B5EF4-FFF2-40B4-BE49-F238E27FC236}">
                    <a16:creationId xmlns:a16="http://schemas.microsoft.com/office/drawing/2014/main" id="{217FF4CF-69D0-7A15-0A67-ADFF7D0FCD32}"/>
                  </a:ext>
                </a:extLst>
              </p:cNvPr>
              <p:cNvSpPr/>
              <p:nvPr/>
            </p:nvSpPr>
            <p:spPr>
              <a:xfrm>
                <a:off x="9422764" y="5169926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6 w 6343"/>
                  <a:gd name="connsiteY5" fmla="*/ 1062 h 6345"/>
                  <a:gd name="connsiteX6" fmla="*/ 238 w 6343"/>
                  <a:gd name="connsiteY6" fmla="*/ 3306 h 6345"/>
                  <a:gd name="connsiteX7" fmla="*/ 1166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6" y="4954"/>
                      <a:pt x="6581" y="4147"/>
                      <a:pt x="6581" y="3306"/>
                    </a:cubicBezTo>
                    <a:cubicBezTo>
                      <a:pt x="6581" y="2464"/>
                      <a:pt x="6246" y="1657"/>
                      <a:pt x="5652" y="1062"/>
                    </a:cubicBezTo>
                    <a:cubicBezTo>
                      <a:pt x="5057" y="468"/>
                      <a:pt x="4250" y="133"/>
                      <a:pt x="3409" y="133"/>
                    </a:cubicBezTo>
                    <a:cubicBezTo>
                      <a:pt x="2568" y="133"/>
                      <a:pt x="1761" y="468"/>
                      <a:pt x="1166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6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71" name="Freeform: Shape 16870">
                <a:extLst>
                  <a:ext uri="{FF2B5EF4-FFF2-40B4-BE49-F238E27FC236}">
                    <a16:creationId xmlns:a16="http://schemas.microsoft.com/office/drawing/2014/main" id="{2D8BE636-4EB8-1599-7812-FEA82F68BE4C}"/>
                  </a:ext>
                </a:extLst>
              </p:cNvPr>
              <p:cNvSpPr/>
              <p:nvPr/>
            </p:nvSpPr>
            <p:spPr>
              <a:xfrm>
                <a:off x="9423496" y="5169621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72" name="Freeform: Shape 16871">
                <a:extLst>
                  <a:ext uri="{FF2B5EF4-FFF2-40B4-BE49-F238E27FC236}">
                    <a16:creationId xmlns:a16="http://schemas.microsoft.com/office/drawing/2014/main" id="{EC426D47-706F-7216-DE2C-F4DE7C0A7C7D}"/>
                  </a:ext>
                </a:extLst>
              </p:cNvPr>
              <p:cNvSpPr/>
              <p:nvPr/>
            </p:nvSpPr>
            <p:spPr>
              <a:xfrm>
                <a:off x="9425788" y="5169258"/>
                <a:ext cx="6343" cy="6345"/>
              </a:xfrm>
              <a:custGeom>
                <a:avLst/>
                <a:gdLst>
                  <a:gd name="connsiteX0" fmla="*/ 3409 w 6343"/>
                  <a:gd name="connsiteY0" fmla="*/ 6479 h 6345"/>
                  <a:gd name="connsiteX1" fmla="*/ 5652 w 6343"/>
                  <a:gd name="connsiteY1" fmla="*/ 5549 h 6345"/>
                  <a:gd name="connsiteX2" fmla="*/ 6581 w 6343"/>
                  <a:gd name="connsiteY2" fmla="*/ 3306 h 6345"/>
                  <a:gd name="connsiteX3" fmla="*/ 5652 w 6343"/>
                  <a:gd name="connsiteY3" fmla="*/ 1062 h 6345"/>
                  <a:gd name="connsiteX4" fmla="*/ 3409 w 6343"/>
                  <a:gd name="connsiteY4" fmla="*/ 133 h 6345"/>
                  <a:gd name="connsiteX5" fmla="*/ 1167 w 6343"/>
                  <a:gd name="connsiteY5" fmla="*/ 1062 h 6345"/>
                  <a:gd name="connsiteX6" fmla="*/ 238 w 6343"/>
                  <a:gd name="connsiteY6" fmla="*/ 3306 h 6345"/>
                  <a:gd name="connsiteX7" fmla="*/ 1167 w 6343"/>
                  <a:gd name="connsiteY7" fmla="*/ 5549 h 6345"/>
                  <a:gd name="connsiteX8" fmla="*/ 340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09" y="6479"/>
                    </a:moveTo>
                    <a:cubicBezTo>
                      <a:pt x="4250" y="6479"/>
                      <a:pt x="5057" y="6144"/>
                      <a:pt x="5652" y="5549"/>
                    </a:cubicBezTo>
                    <a:cubicBezTo>
                      <a:pt x="6247" y="4954"/>
                      <a:pt x="6581" y="4147"/>
                      <a:pt x="6581" y="3306"/>
                    </a:cubicBezTo>
                    <a:cubicBezTo>
                      <a:pt x="6581" y="2464"/>
                      <a:pt x="6247" y="1657"/>
                      <a:pt x="5652" y="1062"/>
                    </a:cubicBezTo>
                    <a:cubicBezTo>
                      <a:pt x="5057" y="467"/>
                      <a:pt x="4250" y="133"/>
                      <a:pt x="3409" y="133"/>
                    </a:cubicBezTo>
                    <a:cubicBezTo>
                      <a:pt x="2568" y="133"/>
                      <a:pt x="1761" y="467"/>
                      <a:pt x="1167" y="1062"/>
                    </a:cubicBezTo>
                    <a:cubicBezTo>
                      <a:pt x="572" y="1657"/>
                      <a:pt x="238" y="2464"/>
                      <a:pt x="238" y="3306"/>
                    </a:cubicBezTo>
                    <a:cubicBezTo>
                      <a:pt x="238" y="4147"/>
                      <a:pt x="572" y="4954"/>
                      <a:pt x="1167" y="5549"/>
                    </a:cubicBezTo>
                    <a:cubicBezTo>
                      <a:pt x="1761" y="6144"/>
                      <a:pt x="2568" y="6479"/>
                      <a:pt x="340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73" name="Freeform: Shape 16872">
                <a:extLst>
                  <a:ext uri="{FF2B5EF4-FFF2-40B4-BE49-F238E27FC236}">
                    <a16:creationId xmlns:a16="http://schemas.microsoft.com/office/drawing/2014/main" id="{10A398B7-7FEA-7241-8596-5E62E0BF1723}"/>
                  </a:ext>
                </a:extLst>
              </p:cNvPr>
              <p:cNvSpPr/>
              <p:nvPr/>
            </p:nvSpPr>
            <p:spPr>
              <a:xfrm>
                <a:off x="9435003" y="5168110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7 w 6343"/>
                  <a:gd name="connsiteY5" fmla="*/ 1062 h 6345"/>
                  <a:gd name="connsiteX6" fmla="*/ 239 w 6343"/>
                  <a:gd name="connsiteY6" fmla="*/ 3306 h 6345"/>
                  <a:gd name="connsiteX7" fmla="*/ 1167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7" y="4954"/>
                      <a:pt x="6582" y="4147"/>
                      <a:pt x="6582" y="3306"/>
                    </a:cubicBezTo>
                    <a:cubicBezTo>
                      <a:pt x="6582" y="2464"/>
                      <a:pt x="6247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7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7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74" name="Freeform: Shape 16873">
                <a:extLst>
                  <a:ext uri="{FF2B5EF4-FFF2-40B4-BE49-F238E27FC236}">
                    <a16:creationId xmlns:a16="http://schemas.microsoft.com/office/drawing/2014/main" id="{EAC3DD36-EE8A-B3E1-1F2C-0A7FE456089D}"/>
                  </a:ext>
                </a:extLst>
              </p:cNvPr>
              <p:cNvSpPr/>
              <p:nvPr/>
            </p:nvSpPr>
            <p:spPr>
              <a:xfrm>
                <a:off x="9435708" y="5167057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75" name="Freeform: Shape 16874">
                <a:extLst>
                  <a:ext uri="{FF2B5EF4-FFF2-40B4-BE49-F238E27FC236}">
                    <a16:creationId xmlns:a16="http://schemas.microsoft.com/office/drawing/2014/main" id="{D4850748-CCA2-1DB2-43BA-1CA869B0314B}"/>
                  </a:ext>
                </a:extLst>
              </p:cNvPr>
              <p:cNvSpPr/>
              <p:nvPr/>
            </p:nvSpPr>
            <p:spPr>
              <a:xfrm>
                <a:off x="9436444" y="5166302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76" name="Freeform: Shape 16875">
                <a:extLst>
                  <a:ext uri="{FF2B5EF4-FFF2-40B4-BE49-F238E27FC236}">
                    <a16:creationId xmlns:a16="http://schemas.microsoft.com/office/drawing/2014/main" id="{6F2D75B1-F824-1235-C906-0EACBB24FA5A}"/>
                  </a:ext>
                </a:extLst>
              </p:cNvPr>
              <p:cNvSpPr/>
              <p:nvPr/>
            </p:nvSpPr>
            <p:spPr>
              <a:xfrm>
                <a:off x="9437155" y="5164964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77" name="Freeform: Shape 16876">
                <a:extLst>
                  <a:ext uri="{FF2B5EF4-FFF2-40B4-BE49-F238E27FC236}">
                    <a16:creationId xmlns:a16="http://schemas.microsoft.com/office/drawing/2014/main" id="{D8FF836F-00CC-5B84-3498-3F5AFA570307}"/>
                  </a:ext>
                </a:extLst>
              </p:cNvPr>
              <p:cNvSpPr/>
              <p:nvPr/>
            </p:nvSpPr>
            <p:spPr>
              <a:xfrm>
                <a:off x="9437938" y="5164745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78" name="Freeform: Shape 16877">
                <a:extLst>
                  <a:ext uri="{FF2B5EF4-FFF2-40B4-BE49-F238E27FC236}">
                    <a16:creationId xmlns:a16="http://schemas.microsoft.com/office/drawing/2014/main" id="{E0DB06D7-876F-E7B1-CFDE-8C04F8A6D6E2}"/>
                  </a:ext>
                </a:extLst>
              </p:cNvPr>
              <p:cNvSpPr/>
              <p:nvPr/>
            </p:nvSpPr>
            <p:spPr>
              <a:xfrm>
                <a:off x="9438701" y="5164003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1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1" y="133"/>
                      <a:pt x="3410" y="133"/>
                    </a:cubicBezTo>
                    <a:cubicBezTo>
                      <a:pt x="2569" y="133"/>
                      <a:pt x="1762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2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79" name="Freeform: Shape 16878">
                <a:extLst>
                  <a:ext uri="{FF2B5EF4-FFF2-40B4-BE49-F238E27FC236}">
                    <a16:creationId xmlns:a16="http://schemas.microsoft.com/office/drawing/2014/main" id="{EA50CAF4-FCEC-A21B-F335-11D53FC9E4BC}"/>
                  </a:ext>
                </a:extLst>
              </p:cNvPr>
              <p:cNvSpPr/>
              <p:nvPr/>
            </p:nvSpPr>
            <p:spPr>
              <a:xfrm>
                <a:off x="9439479" y="5163442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0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80" name="Freeform: Shape 16879">
                <a:extLst>
                  <a:ext uri="{FF2B5EF4-FFF2-40B4-BE49-F238E27FC236}">
                    <a16:creationId xmlns:a16="http://schemas.microsoft.com/office/drawing/2014/main" id="{6F371906-5706-E548-CBF9-C07819E11CB9}"/>
                  </a:ext>
                </a:extLst>
              </p:cNvPr>
              <p:cNvSpPr/>
              <p:nvPr/>
            </p:nvSpPr>
            <p:spPr>
              <a:xfrm>
                <a:off x="9440281" y="5163473"/>
                <a:ext cx="6343" cy="6345"/>
              </a:xfrm>
              <a:custGeom>
                <a:avLst/>
                <a:gdLst>
                  <a:gd name="connsiteX0" fmla="*/ 3410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0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0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0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0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81" name="Freeform: Shape 16880">
                <a:extLst>
                  <a:ext uri="{FF2B5EF4-FFF2-40B4-BE49-F238E27FC236}">
                    <a16:creationId xmlns:a16="http://schemas.microsoft.com/office/drawing/2014/main" id="{2668395A-FB3E-1484-14BC-692A6207742E}"/>
                  </a:ext>
                </a:extLst>
              </p:cNvPr>
              <p:cNvSpPr/>
              <p:nvPr/>
            </p:nvSpPr>
            <p:spPr>
              <a:xfrm>
                <a:off x="9441094" y="5163921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8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8" y="467"/>
                      <a:pt x="4252" y="133"/>
                      <a:pt x="3411" y="133"/>
                    </a:cubicBezTo>
                    <a:cubicBezTo>
                      <a:pt x="2569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69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82" name="Freeform: Shape 16881">
                <a:extLst>
                  <a:ext uri="{FF2B5EF4-FFF2-40B4-BE49-F238E27FC236}">
                    <a16:creationId xmlns:a16="http://schemas.microsoft.com/office/drawing/2014/main" id="{82B6A3EF-32D6-F5F0-5C77-499FFC9B18D5}"/>
                  </a:ext>
                </a:extLst>
              </p:cNvPr>
              <p:cNvSpPr/>
              <p:nvPr/>
            </p:nvSpPr>
            <p:spPr>
              <a:xfrm>
                <a:off x="9441906" y="5164667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83" name="Freeform: Shape 16882">
                <a:extLst>
                  <a:ext uri="{FF2B5EF4-FFF2-40B4-BE49-F238E27FC236}">
                    <a16:creationId xmlns:a16="http://schemas.microsoft.com/office/drawing/2014/main" id="{DC671D15-DCEB-B40E-1D7D-09E81E00C892}"/>
                  </a:ext>
                </a:extLst>
              </p:cNvPr>
              <p:cNvSpPr/>
              <p:nvPr/>
            </p:nvSpPr>
            <p:spPr>
              <a:xfrm>
                <a:off x="9442692" y="5164067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5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5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5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5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84" name="Freeform: Shape 16883">
                <a:extLst>
                  <a:ext uri="{FF2B5EF4-FFF2-40B4-BE49-F238E27FC236}">
                    <a16:creationId xmlns:a16="http://schemas.microsoft.com/office/drawing/2014/main" id="{C21ADBE0-0211-D678-5BAA-EAE174941EEB}"/>
                  </a:ext>
                </a:extLst>
              </p:cNvPr>
              <p:cNvSpPr/>
              <p:nvPr/>
            </p:nvSpPr>
            <p:spPr>
              <a:xfrm>
                <a:off x="9443505" y="5166706"/>
                <a:ext cx="6343" cy="6345"/>
              </a:xfrm>
              <a:custGeom>
                <a:avLst/>
                <a:gdLst>
                  <a:gd name="connsiteX0" fmla="*/ 3411 w 6343"/>
                  <a:gd name="connsiteY0" fmla="*/ 6478 h 6345"/>
                  <a:gd name="connsiteX1" fmla="*/ 5653 w 6343"/>
                  <a:gd name="connsiteY1" fmla="*/ 5549 h 6345"/>
                  <a:gd name="connsiteX2" fmla="*/ 6582 w 6343"/>
                  <a:gd name="connsiteY2" fmla="*/ 3306 h 6345"/>
                  <a:gd name="connsiteX3" fmla="*/ 5653 w 6343"/>
                  <a:gd name="connsiteY3" fmla="*/ 1062 h 6345"/>
                  <a:gd name="connsiteX4" fmla="*/ 3411 w 6343"/>
                  <a:gd name="connsiteY4" fmla="*/ 133 h 6345"/>
                  <a:gd name="connsiteX5" fmla="*/ 1168 w 6343"/>
                  <a:gd name="connsiteY5" fmla="*/ 1062 h 6345"/>
                  <a:gd name="connsiteX6" fmla="*/ 239 w 6343"/>
                  <a:gd name="connsiteY6" fmla="*/ 3306 h 6345"/>
                  <a:gd name="connsiteX7" fmla="*/ 1168 w 6343"/>
                  <a:gd name="connsiteY7" fmla="*/ 5549 h 6345"/>
                  <a:gd name="connsiteX8" fmla="*/ 3411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8"/>
                    </a:moveTo>
                    <a:cubicBezTo>
                      <a:pt x="4252" y="6478"/>
                      <a:pt x="5059" y="6144"/>
                      <a:pt x="5653" y="5549"/>
                    </a:cubicBezTo>
                    <a:cubicBezTo>
                      <a:pt x="6248" y="4954"/>
                      <a:pt x="6582" y="4147"/>
                      <a:pt x="6582" y="3306"/>
                    </a:cubicBezTo>
                    <a:cubicBezTo>
                      <a:pt x="6582" y="2464"/>
                      <a:pt x="6248" y="1657"/>
                      <a:pt x="5653" y="1062"/>
                    </a:cubicBezTo>
                    <a:cubicBezTo>
                      <a:pt x="5059" y="467"/>
                      <a:pt x="4252" y="133"/>
                      <a:pt x="3411" y="133"/>
                    </a:cubicBezTo>
                    <a:cubicBezTo>
                      <a:pt x="2570" y="133"/>
                      <a:pt x="1763" y="467"/>
                      <a:pt x="1168" y="1062"/>
                    </a:cubicBezTo>
                    <a:cubicBezTo>
                      <a:pt x="573" y="1657"/>
                      <a:pt x="239" y="2464"/>
                      <a:pt x="239" y="3306"/>
                    </a:cubicBezTo>
                    <a:cubicBezTo>
                      <a:pt x="239" y="4147"/>
                      <a:pt x="573" y="4954"/>
                      <a:pt x="1168" y="5549"/>
                    </a:cubicBezTo>
                    <a:cubicBezTo>
                      <a:pt x="1763" y="6144"/>
                      <a:pt x="2570" y="6478"/>
                      <a:pt x="3411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85" name="Freeform: Shape 16884">
                <a:extLst>
                  <a:ext uri="{FF2B5EF4-FFF2-40B4-BE49-F238E27FC236}">
                    <a16:creationId xmlns:a16="http://schemas.microsoft.com/office/drawing/2014/main" id="{9047CFBC-2CC1-113A-F3E2-CBD01D47C8B7}"/>
                  </a:ext>
                </a:extLst>
              </p:cNvPr>
              <p:cNvSpPr/>
              <p:nvPr/>
            </p:nvSpPr>
            <p:spPr>
              <a:xfrm>
                <a:off x="9451300" y="5130614"/>
                <a:ext cx="6343" cy="6345"/>
              </a:xfrm>
              <a:custGeom>
                <a:avLst/>
                <a:gdLst>
                  <a:gd name="connsiteX0" fmla="*/ 3411 w 6343"/>
                  <a:gd name="connsiteY0" fmla="*/ 6476 h 6345"/>
                  <a:gd name="connsiteX1" fmla="*/ 5654 w 6343"/>
                  <a:gd name="connsiteY1" fmla="*/ 5546 h 6345"/>
                  <a:gd name="connsiteX2" fmla="*/ 6583 w 6343"/>
                  <a:gd name="connsiteY2" fmla="*/ 3303 h 6345"/>
                  <a:gd name="connsiteX3" fmla="*/ 5654 w 6343"/>
                  <a:gd name="connsiteY3" fmla="*/ 1059 h 6345"/>
                  <a:gd name="connsiteX4" fmla="*/ 3411 w 6343"/>
                  <a:gd name="connsiteY4" fmla="*/ 130 h 6345"/>
                  <a:gd name="connsiteX5" fmla="*/ 1169 w 6343"/>
                  <a:gd name="connsiteY5" fmla="*/ 1059 h 6345"/>
                  <a:gd name="connsiteX6" fmla="*/ 240 w 6343"/>
                  <a:gd name="connsiteY6" fmla="*/ 3303 h 6345"/>
                  <a:gd name="connsiteX7" fmla="*/ 1169 w 6343"/>
                  <a:gd name="connsiteY7" fmla="*/ 5546 h 6345"/>
                  <a:gd name="connsiteX8" fmla="*/ 3411 w 6343"/>
                  <a:gd name="connsiteY8" fmla="*/ 6476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476"/>
                    </a:moveTo>
                    <a:cubicBezTo>
                      <a:pt x="4252" y="6476"/>
                      <a:pt x="5059" y="6141"/>
                      <a:pt x="5654" y="5546"/>
                    </a:cubicBezTo>
                    <a:cubicBezTo>
                      <a:pt x="6249" y="4951"/>
                      <a:pt x="6583" y="4144"/>
                      <a:pt x="6583" y="3303"/>
                    </a:cubicBezTo>
                    <a:cubicBezTo>
                      <a:pt x="6583" y="2461"/>
                      <a:pt x="6249" y="1654"/>
                      <a:pt x="5654" y="1059"/>
                    </a:cubicBezTo>
                    <a:cubicBezTo>
                      <a:pt x="5059" y="464"/>
                      <a:pt x="4252" y="130"/>
                      <a:pt x="3411" y="130"/>
                    </a:cubicBezTo>
                    <a:cubicBezTo>
                      <a:pt x="2570" y="130"/>
                      <a:pt x="1763" y="464"/>
                      <a:pt x="1169" y="1059"/>
                    </a:cubicBezTo>
                    <a:cubicBezTo>
                      <a:pt x="574" y="1654"/>
                      <a:pt x="240" y="2461"/>
                      <a:pt x="240" y="3303"/>
                    </a:cubicBezTo>
                    <a:cubicBezTo>
                      <a:pt x="240" y="4144"/>
                      <a:pt x="574" y="4951"/>
                      <a:pt x="1169" y="5546"/>
                    </a:cubicBezTo>
                    <a:cubicBezTo>
                      <a:pt x="1763" y="6141"/>
                      <a:pt x="2570" y="6476"/>
                      <a:pt x="3411" y="6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86" name="Freeform: Shape 16885">
                <a:extLst>
                  <a:ext uri="{FF2B5EF4-FFF2-40B4-BE49-F238E27FC236}">
                    <a16:creationId xmlns:a16="http://schemas.microsoft.com/office/drawing/2014/main" id="{835A40A1-A8AE-DB92-4503-75F8281E514F}"/>
                  </a:ext>
                </a:extLst>
              </p:cNvPr>
              <p:cNvSpPr/>
              <p:nvPr/>
            </p:nvSpPr>
            <p:spPr>
              <a:xfrm>
                <a:off x="9453375" y="5129419"/>
                <a:ext cx="6343" cy="6345"/>
              </a:xfrm>
              <a:custGeom>
                <a:avLst/>
                <a:gdLst>
                  <a:gd name="connsiteX0" fmla="*/ 3412 w 6343"/>
                  <a:gd name="connsiteY0" fmla="*/ 6475 h 6345"/>
                  <a:gd name="connsiteX1" fmla="*/ 5654 w 6343"/>
                  <a:gd name="connsiteY1" fmla="*/ 5546 h 6345"/>
                  <a:gd name="connsiteX2" fmla="*/ 6583 w 6343"/>
                  <a:gd name="connsiteY2" fmla="*/ 3303 h 6345"/>
                  <a:gd name="connsiteX3" fmla="*/ 5654 w 6343"/>
                  <a:gd name="connsiteY3" fmla="*/ 1059 h 6345"/>
                  <a:gd name="connsiteX4" fmla="*/ 3412 w 6343"/>
                  <a:gd name="connsiteY4" fmla="*/ 130 h 6345"/>
                  <a:gd name="connsiteX5" fmla="*/ 1169 w 6343"/>
                  <a:gd name="connsiteY5" fmla="*/ 1059 h 6345"/>
                  <a:gd name="connsiteX6" fmla="*/ 240 w 6343"/>
                  <a:gd name="connsiteY6" fmla="*/ 3303 h 6345"/>
                  <a:gd name="connsiteX7" fmla="*/ 1169 w 6343"/>
                  <a:gd name="connsiteY7" fmla="*/ 5546 h 6345"/>
                  <a:gd name="connsiteX8" fmla="*/ 3412 w 6343"/>
                  <a:gd name="connsiteY8" fmla="*/ 6475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5"/>
                    </a:moveTo>
                    <a:cubicBezTo>
                      <a:pt x="4253" y="6475"/>
                      <a:pt x="5059" y="6141"/>
                      <a:pt x="5654" y="5546"/>
                    </a:cubicBezTo>
                    <a:cubicBezTo>
                      <a:pt x="6249" y="4951"/>
                      <a:pt x="6583" y="4144"/>
                      <a:pt x="6583" y="3303"/>
                    </a:cubicBezTo>
                    <a:cubicBezTo>
                      <a:pt x="6583" y="2461"/>
                      <a:pt x="6249" y="1654"/>
                      <a:pt x="5654" y="1059"/>
                    </a:cubicBezTo>
                    <a:cubicBezTo>
                      <a:pt x="5059" y="464"/>
                      <a:pt x="4253" y="130"/>
                      <a:pt x="3412" y="130"/>
                    </a:cubicBezTo>
                    <a:cubicBezTo>
                      <a:pt x="2570" y="130"/>
                      <a:pt x="1764" y="464"/>
                      <a:pt x="1169" y="1059"/>
                    </a:cubicBezTo>
                    <a:cubicBezTo>
                      <a:pt x="574" y="1654"/>
                      <a:pt x="240" y="2461"/>
                      <a:pt x="240" y="3303"/>
                    </a:cubicBezTo>
                    <a:cubicBezTo>
                      <a:pt x="240" y="4144"/>
                      <a:pt x="574" y="4951"/>
                      <a:pt x="1169" y="5546"/>
                    </a:cubicBezTo>
                    <a:cubicBezTo>
                      <a:pt x="1764" y="6141"/>
                      <a:pt x="2570" y="6475"/>
                      <a:pt x="3412" y="6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87" name="Freeform: Shape 16886">
                <a:extLst>
                  <a:ext uri="{FF2B5EF4-FFF2-40B4-BE49-F238E27FC236}">
                    <a16:creationId xmlns:a16="http://schemas.microsoft.com/office/drawing/2014/main" id="{FBFC576E-75E5-09F5-EAAD-6CEFA05063DF}"/>
                  </a:ext>
                </a:extLst>
              </p:cNvPr>
              <p:cNvSpPr/>
              <p:nvPr/>
            </p:nvSpPr>
            <p:spPr>
              <a:xfrm>
                <a:off x="9454375" y="5167745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59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59" y="467"/>
                      <a:pt x="4253" y="133"/>
                      <a:pt x="3412" y="133"/>
                    </a:cubicBezTo>
                    <a:cubicBezTo>
                      <a:pt x="2570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0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88" name="Freeform: Shape 16887">
                <a:extLst>
                  <a:ext uri="{FF2B5EF4-FFF2-40B4-BE49-F238E27FC236}">
                    <a16:creationId xmlns:a16="http://schemas.microsoft.com/office/drawing/2014/main" id="{A4A5DA38-CCA7-7A78-8F1B-7EE704CBF107}"/>
                  </a:ext>
                </a:extLst>
              </p:cNvPr>
              <p:cNvSpPr/>
              <p:nvPr/>
            </p:nvSpPr>
            <p:spPr>
              <a:xfrm>
                <a:off x="9455350" y="5165465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89" name="Freeform: Shape 16888">
                <a:extLst>
                  <a:ext uri="{FF2B5EF4-FFF2-40B4-BE49-F238E27FC236}">
                    <a16:creationId xmlns:a16="http://schemas.microsoft.com/office/drawing/2014/main" id="{33E9334E-EAB3-401B-C871-0F0A33917EE7}"/>
                  </a:ext>
                </a:extLst>
              </p:cNvPr>
              <p:cNvSpPr/>
              <p:nvPr/>
            </p:nvSpPr>
            <p:spPr>
              <a:xfrm>
                <a:off x="9456972" y="5165141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4 w 6343"/>
                  <a:gd name="connsiteY1" fmla="*/ 5549 h 6345"/>
                  <a:gd name="connsiteX2" fmla="*/ 6583 w 6343"/>
                  <a:gd name="connsiteY2" fmla="*/ 3306 h 6345"/>
                  <a:gd name="connsiteX3" fmla="*/ 5654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4" y="5549"/>
                    </a:cubicBezTo>
                    <a:cubicBezTo>
                      <a:pt x="6249" y="4954"/>
                      <a:pt x="6583" y="4147"/>
                      <a:pt x="6583" y="3306"/>
                    </a:cubicBezTo>
                    <a:cubicBezTo>
                      <a:pt x="6583" y="2464"/>
                      <a:pt x="6249" y="1657"/>
                      <a:pt x="5654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4" y="1657"/>
                      <a:pt x="240" y="2464"/>
                      <a:pt x="240" y="3306"/>
                    </a:cubicBezTo>
                    <a:cubicBezTo>
                      <a:pt x="240" y="4147"/>
                      <a:pt x="574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90" name="Freeform: Shape 16889">
                <a:extLst>
                  <a:ext uri="{FF2B5EF4-FFF2-40B4-BE49-F238E27FC236}">
                    <a16:creationId xmlns:a16="http://schemas.microsoft.com/office/drawing/2014/main" id="{77C1BA0A-F9D2-3228-DDD9-407D30EEF83A}"/>
                  </a:ext>
                </a:extLst>
              </p:cNvPr>
              <p:cNvSpPr/>
              <p:nvPr/>
            </p:nvSpPr>
            <p:spPr>
              <a:xfrm>
                <a:off x="9457866" y="5164226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3 w 6343"/>
                  <a:gd name="connsiteY2" fmla="*/ 3305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0 w 6343"/>
                  <a:gd name="connsiteY6" fmla="*/ 3305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3" y="4147"/>
                      <a:pt x="6583" y="3305"/>
                    </a:cubicBezTo>
                    <a:cubicBezTo>
                      <a:pt x="6583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0" y="2464"/>
                      <a:pt x="240" y="3305"/>
                    </a:cubicBezTo>
                    <a:cubicBezTo>
                      <a:pt x="240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91" name="Freeform: Shape 16890">
                <a:extLst>
                  <a:ext uri="{FF2B5EF4-FFF2-40B4-BE49-F238E27FC236}">
                    <a16:creationId xmlns:a16="http://schemas.microsoft.com/office/drawing/2014/main" id="{7E2BECA5-3A0E-67C5-D5A3-813DC733F241}"/>
                  </a:ext>
                </a:extLst>
              </p:cNvPr>
              <p:cNvSpPr/>
              <p:nvPr/>
            </p:nvSpPr>
            <p:spPr>
              <a:xfrm>
                <a:off x="9460101" y="5165722"/>
                <a:ext cx="6343" cy="6345"/>
              </a:xfrm>
              <a:custGeom>
                <a:avLst/>
                <a:gdLst>
                  <a:gd name="connsiteX0" fmla="*/ 3412 w 6343"/>
                  <a:gd name="connsiteY0" fmla="*/ 6478 h 6345"/>
                  <a:gd name="connsiteX1" fmla="*/ 5655 w 6343"/>
                  <a:gd name="connsiteY1" fmla="*/ 5549 h 6345"/>
                  <a:gd name="connsiteX2" fmla="*/ 6584 w 6343"/>
                  <a:gd name="connsiteY2" fmla="*/ 3306 h 6345"/>
                  <a:gd name="connsiteX3" fmla="*/ 5655 w 6343"/>
                  <a:gd name="connsiteY3" fmla="*/ 1062 h 6345"/>
                  <a:gd name="connsiteX4" fmla="*/ 3412 w 6343"/>
                  <a:gd name="connsiteY4" fmla="*/ 133 h 6345"/>
                  <a:gd name="connsiteX5" fmla="*/ 1169 w 6343"/>
                  <a:gd name="connsiteY5" fmla="*/ 1062 h 6345"/>
                  <a:gd name="connsiteX6" fmla="*/ 241 w 6343"/>
                  <a:gd name="connsiteY6" fmla="*/ 3306 h 6345"/>
                  <a:gd name="connsiteX7" fmla="*/ 1169 w 6343"/>
                  <a:gd name="connsiteY7" fmla="*/ 5549 h 6345"/>
                  <a:gd name="connsiteX8" fmla="*/ 3412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478"/>
                    </a:moveTo>
                    <a:cubicBezTo>
                      <a:pt x="4253" y="6478"/>
                      <a:pt x="5060" y="6144"/>
                      <a:pt x="5655" y="5549"/>
                    </a:cubicBezTo>
                    <a:cubicBezTo>
                      <a:pt x="6249" y="4954"/>
                      <a:pt x="6584" y="4147"/>
                      <a:pt x="6584" y="3306"/>
                    </a:cubicBezTo>
                    <a:cubicBezTo>
                      <a:pt x="6584" y="2464"/>
                      <a:pt x="6249" y="1657"/>
                      <a:pt x="5655" y="1062"/>
                    </a:cubicBezTo>
                    <a:cubicBezTo>
                      <a:pt x="5060" y="467"/>
                      <a:pt x="4253" y="133"/>
                      <a:pt x="3412" y="133"/>
                    </a:cubicBezTo>
                    <a:cubicBezTo>
                      <a:pt x="2571" y="133"/>
                      <a:pt x="1764" y="467"/>
                      <a:pt x="1169" y="1062"/>
                    </a:cubicBezTo>
                    <a:cubicBezTo>
                      <a:pt x="575" y="1657"/>
                      <a:pt x="241" y="2464"/>
                      <a:pt x="241" y="3306"/>
                    </a:cubicBezTo>
                    <a:cubicBezTo>
                      <a:pt x="241" y="4147"/>
                      <a:pt x="575" y="4954"/>
                      <a:pt x="1169" y="5549"/>
                    </a:cubicBezTo>
                    <a:cubicBezTo>
                      <a:pt x="1764" y="6144"/>
                      <a:pt x="2571" y="6478"/>
                      <a:pt x="3412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92" name="Freeform: Shape 16891">
                <a:extLst>
                  <a:ext uri="{FF2B5EF4-FFF2-40B4-BE49-F238E27FC236}">
                    <a16:creationId xmlns:a16="http://schemas.microsoft.com/office/drawing/2014/main" id="{A1F7824D-28A0-2AE2-E29C-30F8C853CC9B}"/>
                  </a:ext>
                </a:extLst>
              </p:cNvPr>
              <p:cNvSpPr/>
              <p:nvPr/>
            </p:nvSpPr>
            <p:spPr>
              <a:xfrm>
                <a:off x="9484691" y="5166394"/>
                <a:ext cx="6343" cy="6345"/>
              </a:xfrm>
              <a:custGeom>
                <a:avLst/>
                <a:gdLst>
                  <a:gd name="connsiteX0" fmla="*/ 3414 w 6343"/>
                  <a:gd name="connsiteY0" fmla="*/ 6478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2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8"/>
                    </a:moveTo>
                    <a:cubicBezTo>
                      <a:pt x="4255" y="6478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2" y="2464"/>
                      <a:pt x="242" y="3306"/>
                    </a:cubicBezTo>
                    <a:cubicBezTo>
                      <a:pt x="242" y="4147"/>
                      <a:pt x="577" y="4954"/>
                      <a:pt x="1171" y="5549"/>
                    </a:cubicBezTo>
                    <a:cubicBezTo>
                      <a:pt x="1766" y="6144"/>
                      <a:pt x="2573" y="6478"/>
                      <a:pt x="341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93" name="Freeform: Shape 16892">
                <a:extLst>
                  <a:ext uri="{FF2B5EF4-FFF2-40B4-BE49-F238E27FC236}">
                    <a16:creationId xmlns:a16="http://schemas.microsoft.com/office/drawing/2014/main" id="{EF263999-A59E-0233-6797-EC07B358A64E}"/>
                  </a:ext>
                </a:extLst>
              </p:cNvPr>
              <p:cNvSpPr/>
              <p:nvPr/>
            </p:nvSpPr>
            <p:spPr>
              <a:xfrm>
                <a:off x="9485510" y="5166532"/>
                <a:ext cx="6343" cy="6345"/>
              </a:xfrm>
              <a:custGeom>
                <a:avLst/>
                <a:gdLst>
                  <a:gd name="connsiteX0" fmla="*/ 3414 w 6343"/>
                  <a:gd name="connsiteY0" fmla="*/ 6478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1 w 6343"/>
                  <a:gd name="connsiteY5" fmla="*/ 1062 h 6345"/>
                  <a:gd name="connsiteX6" fmla="*/ 243 w 6343"/>
                  <a:gd name="connsiteY6" fmla="*/ 3306 h 6345"/>
                  <a:gd name="connsiteX7" fmla="*/ 1171 w 6343"/>
                  <a:gd name="connsiteY7" fmla="*/ 5549 h 6345"/>
                  <a:gd name="connsiteX8" fmla="*/ 341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8"/>
                    </a:moveTo>
                    <a:cubicBezTo>
                      <a:pt x="4255" y="6478"/>
                      <a:pt x="5062" y="6144"/>
                      <a:pt x="5657" y="5549"/>
                    </a:cubicBezTo>
                    <a:cubicBezTo>
                      <a:pt x="6251" y="4954"/>
                      <a:pt x="6586" y="4147"/>
                      <a:pt x="6586" y="3306"/>
                    </a:cubicBezTo>
                    <a:cubicBezTo>
                      <a:pt x="6586" y="2464"/>
                      <a:pt x="6251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1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1" y="5549"/>
                    </a:cubicBezTo>
                    <a:cubicBezTo>
                      <a:pt x="1766" y="6144"/>
                      <a:pt x="2573" y="6478"/>
                      <a:pt x="341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94" name="Freeform: Shape 16893">
                <a:extLst>
                  <a:ext uri="{FF2B5EF4-FFF2-40B4-BE49-F238E27FC236}">
                    <a16:creationId xmlns:a16="http://schemas.microsoft.com/office/drawing/2014/main" id="{8CDA78B1-EEFC-6DA0-3AC8-88F5B1B8D7A4}"/>
                  </a:ext>
                </a:extLst>
              </p:cNvPr>
              <p:cNvSpPr/>
              <p:nvPr/>
            </p:nvSpPr>
            <p:spPr>
              <a:xfrm>
                <a:off x="9486420" y="5166396"/>
                <a:ext cx="6343" cy="6345"/>
              </a:xfrm>
              <a:custGeom>
                <a:avLst/>
                <a:gdLst>
                  <a:gd name="connsiteX0" fmla="*/ 3414 w 6343"/>
                  <a:gd name="connsiteY0" fmla="*/ 6478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8"/>
                    </a:moveTo>
                    <a:cubicBezTo>
                      <a:pt x="4255" y="6478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8"/>
                      <a:pt x="341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95" name="Freeform: Shape 16894">
                <a:extLst>
                  <a:ext uri="{FF2B5EF4-FFF2-40B4-BE49-F238E27FC236}">
                    <a16:creationId xmlns:a16="http://schemas.microsoft.com/office/drawing/2014/main" id="{28B731A1-7515-249B-30BF-1ACFCF15C911}"/>
                  </a:ext>
                </a:extLst>
              </p:cNvPr>
              <p:cNvSpPr/>
              <p:nvPr/>
            </p:nvSpPr>
            <p:spPr>
              <a:xfrm>
                <a:off x="9486788" y="5167882"/>
                <a:ext cx="6343" cy="6345"/>
              </a:xfrm>
              <a:custGeom>
                <a:avLst/>
                <a:gdLst>
                  <a:gd name="connsiteX0" fmla="*/ 3414 w 6343"/>
                  <a:gd name="connsiteY0" fmla="*/ 6478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8"/>
                    </a:moveTo>
                    <a:cubicBezTo>
                      <a:pt x="4255" y="6478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8"/>
                      <a:pt x="3414" y="64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96" name="Freeform: Shape 16895">
                <a:extLst>
                  <a:ext uri="{FF2B5EF4-FFF2-40B4-BE49-F238E27FC236}">
                    <a16:creationId xmlns:a16="http://schemas.microsoft.com/office/drawing/2014/main" id="{DFC04398-9B88-2A57-4537-3D7985794C54}"/>
                  </a:ext>
                </a:extLst>
              </p:cNvPr>
              <p:cNvSpPr/>
              <p:nvPr/>
            </p:nvSpPr>
            <p:spPr>
              <a:xfrm>
                <a:off x="9487274" y="5168980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4"/>
                      <a:pt x="6252" y="1657"/>
                      <a:pt x="5657" y="1062"/>
                    </a:cubicBezTo>
                    <a:cubicBezTo>
                      <a:pt x="5062" y="467"/>
                      <a:pt x="4255" y="133"/>
                      <a:pt x="3414" y="133"/>
                    </a:cubicBezTo>
                    <a:cubicBezTo>
                      <a:pt x="2573" y="133"/>
                      <a:pt x="1766" y="467"/>
                      <a:pt x="1172" y="1062"/>
                    </a:cubicBezTo>
                    <a:cubicBezTo>
                      <a:pt x="577" y="1657"/>
                      <a:pt x="243" y="2464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97" name="Freeform: Shape 16896">
                <a:extLst>
                  <a:ext uri="{FF2B5EF4-FFF2-40B4-BE49-F238E27FC236}">
                    <a16:creationId xmlns:a16="http://schemas.microsoft.com/office/drawing/2014/main" id="{E3D75201-5C0B-D7A2-48EA-938AFC830D1C}"/>
                  </a:ext>
                </a:extLst>
              </p:cNvPr>
              <p:cNvSpPr/>
              <p:nvPr/>
            </p:nvSpPr>
            <p:spPr>
              <a:xfrm>
                <a:off x="9487651" y="5170355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2 h 6345"/>
                  <a:gd name="connsiteX4" fmla="*/ 3414 w 6343"/>
                  <a:gd name="connsiteY4" fmla="*/ 133 h 6345"/>
                  <a:gd name="connsiteX5" fmla="*/ 1172 w 6343"/>
                  <a:gd name="connsiteY5" fmla="*/ 1062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5"/>
                      <a:pt x="6252" y="1657"/>
                      <a:pt x="5657" y="1062"/>
                    </a:cubicBezTo>
                    <a:cubicBezTo>
                      <a:pt x="5062" y="468"/>
                      <a:pt x="4255" y="133"/>
                      <a:pt x="3414" y="133"/>
                    </a:cubicBezTo>
                    <a:cubicBezTo>
                      <a:pt x="2573" y="133"/>
                      <a:pt x="1766" y="468"/>
                      <a:pt x="1172" y="1062"/>
                    </a:cubicBezTo>
                    <a:cubicBezTo>
                      <a:pt x="577" y="1657"/>
                      <a:pt x="243" y="2465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98" name="Freeform: Shape 16897">
                <a:extLst>
                  <a:ext uri="{FF2B5EF4-FFF2-40B4-BE49-F238E27FC236}">
                    <a16:creationId xmlns:a16="http://schemas.microsoft.com/office/drawing/2014/main" id="{8B671F88-F9CA-5B44-20A6-B3A3A925CAF2}"/>
                  </a:ext>
                </a:extLst>
              </p:cNvPr>
              <p:cNvSpPr/>
              <p:nvPr/>
            </p:nvSpPr>
            <p:spPr>
              <a:xfrm>
                <a:off x="9488349" y="5170790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3 h 6345"/>
                  <a:gd name="connsiteX4" fmla="*/ 3414 w 6343"/>
                  <a:gd name="connsiteY4" fmla="*/ 133 h 6345"/>
                  <a:gd name="connsiteX5" fmla="*/ 1172 w 6343"/>
                  <a:gd name="connsiteY5" fmla="*/ 1063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5"/>
                      <a:pt x="6252" y="1658"/>
                      <a:pt x="5657" y="1063"/>
                    </a:cubicBezTo>
                    <a:cubicBezTo>
                      <a:pt x="5062" y="468"/>
                      <a:pt x="4255" y="133"/>
                      <a:pt x="3414" y="133"/>
                    </a:cubicBezTo>
                    <a:cubicBezTo>
                      <a:pt x="2573" y="133"/>
                      <a:pt x="1766" y="468"/>
                      <a:pt x="1172" y="1063"/>
                    </a:cubicBezTo>
                    <a:cubicBezTo>
                      <a:pt x="577" y="1658"/>
                      <a:pt x="243" y="2465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899" name="Freeform: Shape 16898">
                <a:extLst>
                  <a:ext uri="{FF2B5EF4-FFF2-40B4-BE49-F238E27FC236}">
                    <a16:creationId xmlns:a16="http://schemas.microsoft.com/office/drawing/2014/main" id="{84A605A6-7726-404F-28BE-93B92AC1088B}"/>
                  </a:ext>
                </a:extLst>
              </p:cNvPr>
              <p:cNvSpPr/>
              <p:nvPr/>
            </p:nvSpPr>
            <p:spPr>
              <a:xfrm>
                <a:off x="9488883" y="5171670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3 h 6345"/>
                  <a:gd name="connsiteX4" fmla="*/ 3414 w 6343"/>
                  <a:gd name="connsiteY4" fmla="*/ 133 h 6345"/>
                  <a:gd name="connsiteX5" fmla="*/ 1172 w 6343"/>
                  <a:gd name="connsiteY5" fmla="*/ 1063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5" y="6479"/>
                      <a:pt x="5062" y="6144"/>
                      <a:pt x="5657" y="5549"/>
                    </a:cubicBezTo>
                    <a:cubicBezTo>
                      <a:pt x="6252" y="4955"/>
                      <a:pt x="6586" y="4147"/>
                      <a:pt x="6586" y="3306"/>
                    </a:cubicBezTo>
                    <a:cubicBezTo>
                      <a:pt x="6586" y="2465"/>
                      <a:pt x="6252" y="1658"/>
                      <a:pt x="5657" y="1063"/>
                    </a:cubicBezTo>
                    <a:cubicBezTo>
                      <a:pt x="5062" y="468"/>
                      <a:pt x="4255" y="133"/>
                      <a:pt x="3414" y="133"/>
                    </a:cubicBezTo>
                    <a:cubicBezTo>
                      <a:pt x="2573" y="133"/>
                      <a:pt x="1766" y="468"/>
                      <a:pt x="1172" y="1063"/>
                    </a:cubicBezTo>
                    <a:cubicBezTo>
                      <a:pt x="577" y="1658"/>
                      <a:pt x="243" y="2465"/>
                      <a:pt x="243" y="3306"/>
                    </a:cubicBezTo>
                    <a:cubicBezTo>
                      <a:pt x="243" y="4147"/>
                      <a:pt x="577" y="4955"/>
                      <a:pt x="1172" y="5549"/>
                    </a:cubicBezTo>
                    <a:cubicBezTo>
                      <a:pt x="1766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00" name="Freeform: Shape 16899">
                <a:extLst>
                  <a:ext uri="{FF2B5EF4-FFF2-40B4-BE49-F238E27FC236}">
                    <a16:creationId xmlns:a16="http://schemas.microsoft.com/office/drawing/2014/main" id="{071C39E1-9105-65B5-6AB1-72B9782B0BC8}"/>
                  </a:ext>
                </a:extLst>
              </p:cNvPr>
              <p:cNvSpPr/>
              <p:nvPr/>
            </p:nvSpPr>
            <p:spPr>
              <a:xfrm>
                <a:off x="9489919" y="5171173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3 h 6345"/>
                  <a:gd name="connsiteX4" fmla="*/ 3414 w 6343"/>
                  <a:gd name="connsiteY4" fmla="*/ 133 h 6345"/>
                  <a:gd name="connsiteX5" fmla="*/ 1172 w 6343"/>
                  <a:gd name="connsiteY5" fmla="*/ 1063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5"/>
                      <a:pt x="6252" y="1658"/>
                      <a:pt x="5657" y="1063"/>
                    </a:cubicBezTo>
                    <a:cubicBezTo>
                      <a:pt x="5062" y="468"/>
                      <a:pt x="4256" y="133"/>
                      <a:pt x="3414" y="133"/>
                    </a:cubicBezTo>
                    <a:cubicBezTo>
                      <a:pt x="2573" y="133"/>
                      <a:pt x="1767" y="468"/>
                      <a:pt x="1172" y="1063"/>
                    </a:cubicBezTo>
                    <a:cubicBezTo>
                      <a:pt x="577" y="1658"/>
                      <a:pt x="243" y="2465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01" name="Freeform: Shape 16900">
                <a:extLst>
                  <a:ext uri="{FF2B5EF4-FFF2-40B4-BE49-F238E27FC236}">
                    <a16:creationId xmlns:a16="http://schemas.microsoft.com/office/drawing/2014/main" id="{891299E3-0CE4-957E-3CD5-351EDB49F5DE}"/>
                  </a:ext>
                </a:extLst>
              </p:cNvPr>
              <p:cNvSpPr/>
              <p:nvPr/>
            </p:nvSpPr>
            <p:spPr>
              <a:xfrm>
                <a:off x="9490755" y="5171235"/>
                <a:ext cx="6343" cy="6345"/>
              </a:xfrm>
              <a:custGeom>
                <a:avLst/>
                <a:gdLst>
                  <a:gd name="connsiteX0" fmla="*/ 3414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3 h 6345"/>
                  <a:gd name="connsiteX4" fmla="*/ 3414 w 6343"/>
                  <a:gd name="connsiteY4" fmla="*/ 133 h 6345"/>
                  <a:gd name="connsiteX5" fmla="*/ 1172 w 6343"/>
                  <a:gd name="connsiteY5" fmla="*/ 1063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5"/>
                      <a:pt x="6252" y="1658"/>
                      <a:pt x="5657" y="1063"/>
                    </a:cubicBezTo>
                    <a:cubicBezTo>
                      <a:pt x="5062" y="468"/>
                      <a:pt x="4256" y="133"/>
                      <a:pt x="3414" y="133"/>
                    </a:cubicBezTo>
                    <a:cubicBezTo>
                      <a:pt x="2573" y="133"/>
                      <a:pt x="1767" y="468"/>
                      <a:pt x="1172" y="1063"/>
                    </a:cubicBezTo>
                    <a:cubicBezTo>
                      <a:pt x="577" y="1658"/>
                      <a:pt x="243" y="2465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02" name="Freeform: Shape 16901">
                <a:extLst>
                  <a:ext uri="{FF2B5EF4-FFF2-40B4-BE49-F238E27FC236}">
                    <a16:creationId xmlns:a16="http://schemas.microsoft.com/office/drawing/2014/main" id="{DA24D079-88DA-6C94-9E14-DDB9D7804871}"/>
                  </a:ext>
                </a:extLst>
              </p:cNvPr>
              <p:cNvSpPr/>
              <p:nvPr/>
            </p:nvSpPr>
            <p:spPr>
              <a:xfrm>
                <a:off x="9491443" y="5171687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3 h 6345"/>
                  <a:gd name="connsiteX4" fmla="*/ 3415 w 6343"/>
                  <a:gd name="connsiteY4" fmla="*/ 133 h 6345"/>
                  <a:gd name="connsiteX5" fmla="*/ 1172 w 6343"/>
                  <a:gd name="connsiteY5" fmla="*/ 1063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5"/>
                      <a:pt x="6586" y="4147"/>
                      <a:pt x="6586" y="3306"/>
                    </a:cubicBezTo>
                    <a:cubicBezTo>
                      <a:pt x="6586" y="2465"/>
                      <a:pt x="6252" y="1658"/>
                      <a:pt x="5657" y="1063"/>
                    </a:cubicBezTo>
                    <a:cubicBezTo>
                      <a:pt x="5062" y="468"/>
                      <a:pt x="4256" y="133"/>
                      <a:pt x="3415" y="133"/>
                    </a:cubicBezTo>
                    <a:cubicBezTo>
                      <a:pt x="2573" y="133"/>
                      <a:pt x="1767" y="468"/>
                      <a:pt x="1172" y="1063"/>
                    </a:cubicBezTo>
                    <a:cubicBezTo>
                      <a:pt x="577" y="1658"/>
                      <a:pt x="243" y="2465"/>
                      <a:pt x="243" y="3306"/>
                    </a:cubicBezTo>
                    <a:cubicBezTo>
                      <a:pt x="243" y="4147"/>
                      <a:pt x="577" y="4955"/>
                      <a:pt x="1172" y="5549"/>
                    </a:cubicBezTo>
                    <a:cubicBezTo>
                      <a:pt x="1767" y="6144"/>
                      <a:pt x="2573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03" name="Freeform: Shape 16902">
                <a:extLst>
                  <a:ext uri="{FF2B5EF4-FFF2-40B4-BE49-F238E27FC236}">
                    <a16:creationId xmlns:a16="http://schemas.microsoft.com/office/drawing/2014/main" id="{315FBF95-9927-F800-1EE5-8F3AA9C09581}"/>
                  </a:ext>
                </a:extLst>
              </p:cNvPr>
              <p:cNvSpPr/>
              <p:nvPr/>
            </p:nvSpPr>
            <p:spPr>
              <a:xfrm>
                <a:off x="9492429" y="5171375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3 h 6345"/>
                  <a:gd name="connsiteX4" fmla="*/ 3415 w 6343"/>
                  <a:gd name="connsiteY4" fmla="*/ 133 h 6345"/>
                  <a:gd name="connsiteX5" fmla="*/ 1172 w 6343"/>
                  <a:gd name="connsiteY5" fmla="*/ 1063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2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5"/>
                      <a:pt x="6252" y="1658"/>
                      <a:pt x="5657" y="1063"/>
                    </a:cubicBezTo>
                    <a:cubicBezTo>
                      <a:pt x="5062" y="468"/>
                      <a:pt x="4256" y="133"/>
                      <a:pt x="3415" y="133"/>
                    </a:cubicBezTo>
                    <a:cubicBezTo>
                      <a:pt x="2573" y="133"/>
                      <a:pt x="1767" y="468"/>
                      <a:pt x="1172" y="1063"/>
                    </a:cubicBezTo>
                    <a:cubicBezTo>
                      <a:pt x="577" y="1658"/>
                      <a:pt x="243" y="2465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3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04" name="Freeform: Shape 16903">
                <a:extLst>
                  <a:ext uri="{FF2B5EF4-FFF2-40B4-BE49-F238E27FC236}">
                    <a16:creationId xmlns:a16="http://schemas.microsoft.com/office/drawing/2014/main" id="{47EBAA0D-840E-C1E8-9237-7D1F104462F3}"/>
                  </a:ext>
                </a:extLst>
              </p:cNvPr>
              <p:cNvSpPr/>
              <p:nvPr/>
            </p:nvSpPr>
            <p:spPr>
              <a:xfrm>
                <a:off x="9493573" y="5170690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3 h 6345"/>
                  <a:gd name="connsiteX4" fmla="*/ 3415 w 6343"/>
                  <a:gd name="connsiteY4" fmla="*/ 133 h 6345"/>
                  <a:gd name="connsiteX5" fmla="*/ 1172 w 6343"/>
                  <a:gd name="connsiteY5" fmla="*/ 1063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5"/>
                      <a:pt x="6252" y="1657"/>
                      <a:pt x="5657" y="1063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2" y="1063"/>
                    </a:cubicBezTo>
                    <a:cubicBezTo>
                      <a:pt x="577" y="1657"/>
                      <a:pt x="243" y="2465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05" name="Freeform: Shape 16904">
                <a:extLst>
                  <a:ext uri="{FF2B5EF4-FFF2-40B4-BE49-F238E27FC236}">
                    <a16:creationId xmlns:a16="http://schemas.microsoft.com/office/drawing/2014/main" id="{9CE16BC3-9614-4A6C-A719-902CCFCE339F}"/>
                  </a:ext>
                </a:extLst>
              </p:cNvPr>
              <p:cNvSpPr/>
              <p:nvPr/>
            </p:nvSpPr>
            <p:spPr>
              <a:xfrm>
                <a:off x="9494395" y="5170830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3 h 6345"/>
                  <a:gd name="connsiteX4" fmla="*/ 3415 w 6343"/>
                  <a:gd name="connsiteY4" fmla="*/ 133 h 6345"/>
                  <a:gd name="connsiteX5" fmla="*/ 1172 w 6343"/>
                  <a:gd name="connsiteY5" fmla="*/ 1063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5"/>
                      <a:pt x="6252" y="1658"/>
                      <a:pt x="5657" y="1063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2" y="1063"/>
                    </a:cubicBezTo>
                    <a:cubicBezTo>
                      <a:pt x="577" y="1658"/>
                      <a:pt x="243" y="2465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06" name="Freeform: Shape 16905">
                <a:extLst>
                  <a:ext uri="{FF2B5EF4-FFF2-40B4-BE49-F238E27FC236}">
                    <a16:creationId xmlns:a16="http://schemas.microsoft.com/office/drawing/2014/main" id="{0C62588A-2444-072D-6FE7-4026E61F32F5}"/>
                  </a:ext>
                </a:extLst>
              </p:cNvPr>
              <p:cNvSpPr/>
              <p:nvPr/>
            </p:nvSpPr>
            <p:spPr>
              <a:xfrm>
                <a:off x="9495420" y="5170487"/>
                <a:ext cx="6343" cy="6345"/>
              </a:xfrm>
              <a:custGeom>
                <a:avLst/>
                <a:gdLst>
                  <a:gd name="connsiteX0" fmla="*/ 3415 w 6343"/>
                  <a:gd name="connsiteY0" fmla="*/ 6479 h 6345"/>
                  <a:gd name="connsiteX1" fmla="*/ 5657 w 6343"/>
                  <a:gd name="connsiteY1" fmla="*/ 5549 h 6345"/>
                  <a:gd name="connsiteX2" fmla="*/ 6586 w 6343"/>
                  <a:gd name="connsiteY2" fmla="*/ 3306 h 6345"/>
                  <a:gd name="connsiteX3" fmla="*/ 5657 w 6343"/>
                  <a:gd name="connsiteY3" fmla="*/ 1063 h 6345"/>
                  <a:gd name="connsiteX4" fmla="*/ 3415 w 6343"/>
                  <a:gd name="connsiteY4" fmla="*/ 133 h 6345"/>
                  <a:gd name="connsiteX5" fmla="*/ 1172 w 6343"/>
                  <a:gd name="connsiteY5" fmla="*/ 1063 h 6345"/>
                  <a:gd name="connsiteX6" fmla="*/ 243 w 6343"/>
                  <a:gd name="connsiteY6" fmla="*/ 3306 h 6345"/>
                  <a:gd name="connsiteX7" fmla="*/ 1172 w 6343"/>
                  <a:gd name="connsiteY7" fmla="*/ 5549 h 6345"/>
                  <a:gd name="connsiteX8" fmla="*/ 341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479"/>
                    </a:moveTo>
                    <a:cubicBezTo>
                      <a:pt x="4256" y="6479"/>
                      <a:pt x="5063" y="6144"/>
                      <a:pt x="5657" y="5549"/>
                    </a:cubicBezTo>
                    <a:cubicBezTo>
                      <a:pt x="6252" y="4954"/>
                      <a:pt x="6586" y="4147"/>
                      <a:pt x="6586" y="3306"/>
                    </a:cubicBezTo>
                    <a:cubicBezTo>
                      <a:pt x="6586" y="2465"/>
                      <a:pt x="6252" y="1657"/>
                      <a:pt x="5657" y="1063"/>
                    </a:cubicBezTo>
                    <a:cubicBezTo>
                      <a:pt x="5063" y="468"/>
                      <a:pt x="4256" y="133"/>
                      <a:pt x="3415" y="133"/>
                    </a:cubicBezTo>
                    <a:cubicBezTo>
                      <a:pt x="2574" y="133"/>
                      <a:pt x="1767" y="468"/>
                      <a:pt x="1172" y="1063"/>
                    </a:cubicBezTo>
                    <a:cubicBezTo>
                      <a:pt x="577" y="1657"/>
                      <a:pt x="243" y="2465"/>
                      <a:pt x="243" y="3306"/>
                    </a:cubicBezTo>
                    <a:cubicBezTo>
                      <a:pt x="243" y="4147"/>
                      <a:pt x="577" y="4954"/>
                      <a:pt x="1172" y="5549"/>
                    </a:cubicBezTo>
                    <a:cubicBezTo>
                      <a:pt x="1767" y="6144"/>
                      <a:pt x="2574" y="6479"/>
                      <a:pt x="341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07" name="Freeform: Shape 16906">
                <a:extLst>
                  <a:ext uri="{FF2B5EF4-FFF2-40B4-BE49-F238E27FC236}">
                    <a16:creationId xmlns:a16="http://schemas.microsoft.com/office/drawing/2014/main" id="{91504CE9-16A8-2263-092B-A720638763BC}"/>
                  </a:ext>
                </a:extLst>
              </p:cNvPr>
              <p:cNvSpPr/>
              <p:nvPr/>
            </p:nvSpPr>
            <p:spPr>
              <a:xfrm>
                <a:off x="9537804" y="517100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49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49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4"/>
                      <a:pt x="5661" y="5549"/>
                    </a:cubicBezTo>
                    <a:cubicBezTo>
                      <a:pt x="6256" y="4954"/>
                      <a:pt x="6590" y="4147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7"/>
                      <a:pt x="581" y="4954"/>
                      <a:pt x="1176" y="5549"/>
                    </a:cubicBezTo>
                    <a:cubicBezTo>
                      <a:pt x="1770" y="6144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08" name="Freeform: Shape 16907">
                <a:extLst>
                  <a:ext uri="{FF2B5EF4-FFF2-40B4-BE49-F238E27FC236}">
                    <a16:creationId xmlns:a16="http://schemas.microsoft.com/office/drawing/2014/main" id="{F488F772-5411-66FF-4170-4637CA1BB1B3}"/>
                  </a:ext>
                </a:extLst>
              </p:cNvPr>
              <p:cNvSpPr/>
              <p:nvPr/>
            </p:nvSpPr>
            <p:spPr>
              <a:xfrm>
                <a:off x="9536870" y="5173771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4 h 6345"/>
                  <a:gd name="connsiteX5" fmla="*/ 1175 w 6343"/>
                  <a:gd name="connsiteY5" fmla="*/ 1063 h 6345"/>
                  <a:gd name="connsiteX6" fmla="*/ 247 w 6343"/>
                  <a:gd name="connsiteY6" fmla="*/ 3306 h 6345"/>
                  <a:gd name="connsiteX7" fmla="*/ 1175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5" y="4955"/>
                      <a:pt x="6590" y="4148"/>
                      <a:pt x="6590" y="3306"/>
                    </a:cubicBezTo>
                    <a:cubicBezTo>
                      <a:pt x="6590" y="2465"/>
                      <a:pt x="6255" y="1658"/>
                      <a:pt x="5661" y="1063"/>
                    </a:cubicBezTo>
                    <a:cubicBezTo>
                      <a:pt x="5066" y="468"/>
                      <a:pt x="4259" y="134"/>
                      <a:pt x="3418" y="134"/>
                    </a:cubicBezTo>
                    <a:cubicBezTo>
                      <a:pt x="2577" y="134"/>
                      <a:pt x="1770" y="468"/>
                      <a:pt x="1175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5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09" name="Freeform: Shape 16908">
                <a:extLst>
                  <a:ext uri="{FF2B5EF4-FFF2-40B4-BE49-F238E27FC236}">
                    <a16:creationId xmlns:a16="http://schemas.microsoft.com/office/drawing/2014/main" id="{D56F7E67-BD81-07C5-8C27-BC64F77275B2}"/>
                  </a:ext>
                </a:extLst>
              </p:cNvPr>
              <p:cNvSpPr/>
              <p:nvPr/>
            </p:nvSpPr>
            <p:spPr>
              <a:xfrm>
                <a:off x="9538365" y="5173367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10" name="Freeform: Shape 16909">
                <a:extLst>
                  <a:ext uri="{FF2B5EF4-FFF2-40B4-BE49-F238E27FC236}">
                    <a16:creationId xmlns:a16="http://schemas.microsoft.com/office/drawing/2014/main" id="{23852C04-4DEE-F2FE-1D1B-049FD8CA6F46}"/>
                  </a:ext>
                </a:extLst>
              </p:cNvPr>
              <p:cNvSpPr/>
              <p:nvPr/>
            </p:nvSpPr>
            <p:spPr>
              <a:xfrm>
                <a:off x="9539468" y="5173485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59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59" y="133"/>
                      <a:pt x="3418" y="133"/>
                    </a:cubicBezTo>
                    <a:cubicBezTo>
                      <a:pt x="2577" y="133"/>
                      <a:pt x="1770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0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11" name="Freeform: Shape 16910">
                <a:extLst>
                  <a:ext uri="{FF2B5EF4-FFF2-40B4-BE49-F238E27FC236}">
                    <a16:creationId xmlns:a16="http://schemas.microsoft.com/office/drawing/2014/main" id="{2F051FC3-A867-223A-73AE-740103486C6C}"/>
                  </a:ext>
                </a:extLst>
              </p:cNvPr>
              <p:cNvSpPr/>
              <p:nvPr/>
            </p:nvSpPr>
            <p:spPr>
              <a:xfrm>
                <a:off x="9540462" y="5173749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4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4"/>
                      <a:pt x="3418" y="134"/>
                    </a:cubicBezTo>
                    <a:cubicBezTo>
                      <a:pt x="2577" y="134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12" name="Freeform: Shape 16911">
                <a:extLst>
                  <a:ext uri="{FF2B5EF4-FFF2-40B4-BE49-F238E27FC236}">
                    <a16:creationId xmlns:a16="http://schemas.microsoft.com/office/drawing/2014/main" id="{DC847015-4567-DB3C-448D-246C89ED71AE}"/>
                  </a:ext>
                </a:extLst>
              </p:cNvPr>
              <p:cNvSpPr/>
              <p:nvPr/>
            </p:nvSpPr>
            <p:spPr>
              <a:xfrm>
                <a:off x="9541272" y="5174250"/>
                <a:ext cx="6343" cy="6345"/>
              </a:xfrm>
              <a:custGeom>
                <a:avLst/>
                <a:gdLst>
                  <a:gd name="connsiteX0" fmla="*/ 3418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8 w 6343"/>
                  <a:gd name="connsiteY4" fmla="*/ 134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4"/>
                      <a:pt x="3418" y="134"/>
                    </a:cubicBezTo>
                    <a:cubicBezTo>
                      <a:pt x="2577" y="134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13" name="Freeform: Shape 16912">
                <a:extLst>
                  <a:ext uri="{FF2B5EF4-FFF2-40B4-BE49-F238E27FC236}">
                    <a16:creationId xmlns:a16="http://schemas.microsoft.com/office/drawing/2014/main" id="{7EFCF63D-E180-D2FB-AD77-4EA0429E8C93}"/>
                  </a:ext>
                </a:extLst>
              </p:cNvPr>
              <p:cNvSpPr/>
              <p:nvPr/>
            </p:nvSpPr>
            <p:spPr>
              <a:xfrm>
                <a:off x="9542639" y="517407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4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6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6" y="468"/>
                      <a:pt x="4260" y="134"/>
                      <a:pt x="3419" y="134"/>
                    </a:cubicBezTo>
                    <a:cubicBezTo>
                      <a:pt x="2577" y="134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7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14" name="Freeform: Shape 16913">
                <a:extLst>
                  <a:ext uri="{FF2B5EF4-FFF2-40B4-BE49-F238E27FC236}">
                    <a16:creationId xmlns:a16="http://schemas.microsoft.com/office/drawing/2014/main" id="{D6E10E8E-41A3-529A-307A-49AFACB5281B}"/>
                  </a:ext>
                </a:extLst>
              </p:cNvPr>
              <p:cNvSpPr/>
              <p:nvPr/>
            </p:nvSpPr>
            <p:spPr>
              <a:xfrm>
                <a:off x="9544199" y="517368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15" name="Freeform: Shape 16914">
                <a:extLst>
                  <a:ext uri="{FF2B5EF4-FFF2-40B4-BE49-F238E27FC236}">
                    <a16:creationId xmlns:a16="http://schemas.microsoft.com/office/drawing/2014/main" id="{1903CE39-3612-1FDF-A984-E60EE65D5237}"/>
                  </a:ext>
                </a:extLst>
              </p:cNvPr>
              <p:cNvSpPr/>
              <p:nvPr/>
            </p:nvSpPr>
            <p:spPr>
              <a:xfrm>
                <a:off x="9545351" y="5173804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1 w 6343"/>
                  <a:gd name="connsiteY1" fmla="*/ 5550 h 6345"/>
                  <a:gd name="connsiteX2" fmla="*/ 6590 w 6343"/>
                  <a:gd name="connsiteY2" fmla="*/ 3306 h 6345"/>
                  <a:gd name="connsiteX3" fmla="*/ 5661 w 6343"/>
                  <a:gd name="connsiteY3" fmla="*/ 1063 h 6345"/>
                  <a:gd name="connsiteX4" fmla="*/ 3419 w 6343"/>
                  <a:gd name="connsiteY4" fmla="*/ 134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1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1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6" y="1063"/>
                    </a:cubicBezTo>
                    <a:cubicBezTo>
                      <a:pt x="581" y="1658"/>
                      <a:pt x="247" y="2465"/>
                      <a:pt x="247" y="3306"/>
                    </a:cubicBezTo>
                    <a:cubicBezTo>
                      <a:pt x="247" y="4148"/>
                      <a:pt x="581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16" name="Freeform: Shape 16915">
                <a:extLst>
                  <a:ext uri="{FF2B5EF4-FFF2-40B4-BE49-F238E27FC236}">
                    <a16:creationId xmlns:a16="http://schemas.microsoft.com/office/drawing/2014/main" id="{7FDD2DFD-3D8C-F2FF-D7FE-EB471962C36B}"/>
                  </a:ext>
                </a:extLst>
              </p:cNvPr>
              <p:cNvSpPr/>
              <p:nvPr/>
            </p:nvSpPr>
            <p:spPr>
              <a:xfrm>
                <a:off x="9546621" y="5173799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0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4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0" y="4148"/>
                      <a:pt x="6590" y="3306"/>
                    </a:cubicBezTo>
                    <a:cubicBezTo>
                      <a:pt x="6590" y="2465"/>
                      <a:pt x="6256" y="1658"/>
                      <a:pt x="5662" y="1063"/>
                    </a:cubicBezTo>
                    <a:cubicBezTo>
                      <a:pt x="5067" y="468"/>
                      <a:pt x="4260" y="134"/>
                      <a:pt x="3419" y="134"/>
                    </a:cubicBezTo>
                    <a:cubicBezTo>
                      <a:pt x="2578" y="134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17" name="Freeform: Shape 16916">
                <a:extLst>
                  <a:ext uri="{FF2B5EF4-FFF2-40B4-BE49-F238E27FC236}">
                    <a16:creationId xmlns:a16="http://schemas.microsoft.com/office/drawing/2014/main" id="{4B31A97B-41C4-D2B7-DAC5-EFC0BE0450AE}"/>
                  </a:ext>
                </a:extLst>
              </p:cNvPr>
              <p:cNvSpPr/>
              <p:nvPr/>
            </p:nvSpPr>
            <p:spPr>
              <a:xfrm>
                <a:off x="9548009" y="517367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7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7" y="2465"/>
                      <a:pt x="247" y="3306"/>
                    </a:cubicBezTo>
                    <a:cubicBezTo>
                      <a:pt x="247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18" name="Freeform: Shape 16917">
                <a:extLst>
                  <a:ext uri="{FF2B5EF4-FFF2-40B4-BE49-F238E27FC236}">
                    <a16:creationId xmlns:a16="http://schemas.microsoft.com/office/drawing/2014/main" id="{B1E3184E-C53D-805C-F62D-A3F22BB62E82}"/>
                  </a:ext>
                </a:extLst>
              </p:cNvPr>
              <p:cNvSpPr/>
              <p:nvPr/>
            </p:nvSpPr>
            <p:spPr>
              <a:xfrm>
                <a:off x="9549364" y="5173601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6 w 6343"/>
                  <a:gd name="connsiteY5" fmla="*/ 1063 h 6345"/>
                  <a:gd name="connsiteX6" fmla="*/ 248 w 6343"/>
                  <a:gd name="connsiteY6" fmla="*/ 3306 h 6345"/>
                  <a:gd name="connsiteX7" fmla="*/ 1176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6" y="4955"/>
                      <a:pt x="6591" y="4148"/>
                      <a:pt x="6591" y="3306"/>
                    </a:cubicBezTo>
                    <a:cubicBezTo>
                      <a:pt x="6591" y="2465"/>
                      <a:pt x="6256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6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6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19" name="Freeform: Shape 16918">
                <a:extLst>
                  <a:ext uri="{FF2B5EF4-FFF2-40B4-BE49-F238E27FC236}">
                    <a16:creationId xmlns:a16="http://schemas.microsoft.com/office/drawing/2014/main" id="{77F6BF2B-5182-C3F7-DDC4-160647C7505D}"/>
                  </a:ext>
                </a:extLst>
              </p:cNvPr>
              <p:cNvSpPr/>
              <p:nvPr/>
            </p:nvSpPr>
            <p:spPr>
              <a:xfrm>
                <a:off x="9550645" y="517363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20" name="Freeform: Shape 16919">
                <a:extLst>
                  <a:ext uri="{FF2B5EF4-FFF2-40B4-BE49-F238E27FC236}">
                    <a16:creationId xmlns:a16="http://schemas.microsoft.com/office/drawing/2014/main" id="{49AE8C10-8F72-2E67-78D9-B30903F5740E}"/>
                  </a:ext>
                </a:extLst>
              </p:cNvPr>
              <p:cNvSpPr/>
              <p:nvPr/>
            </p:nvSpPr>
            <p:spPr>
              <a:xfrm>
                <a:off x="9552048" y="5173540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0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0" y="133"/>
                      <a:pt x="3419" y="133"/>
                    </a:cubicBezTo>
                    <a:cubicBezTo>
                      <a:pt x="2578" y="133"/>
                      <a:pt x="1771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1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21" name="Freeform: Shape 16920">
                <a:extLst>
                  <a:ext uri="{FF2B5EF4-FFF2-40B4-BE49-F238E27FC236}">
                    <a16:creationId xmlns:a16="http://schemas.microsoft.com/office/drawing/2014/main" id="{D4BB2B3F-E480-EAB0-F784-A28DDA37CD48}"/>
                  </a:ext>
                </a:extLst>
              </p:cNvPr>
              <p:cNvSpPr/>
              <p:nvPr/>
            </p:nvSpPr>
            <p:spPr>
              <a:xfrm>
                <a:off x="9553298" y="5173636"/>
                <a:ext cx="6343" cy="6345"/>
              </a:xfrm>
              <a:custGeom>
                <a:avLst/>
                <a:gdLst>
                  <a:gd name="connsiteX0" fmla="*/ 3419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19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19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19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19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22" name="Freeform: Shape 16921">
                <a:extLst>
                  <a:ext uri="{FF2B5EF4-FFF2-40B4-BE49-F238E27FC236}">
                    <a16:creationId xmlns:a16="http://schemas.microsoft.com/office/drawing/2014/main" id="{BFB84B02-5E4C-37B0-63AF-F1ABDBE845AB}"/>
                  </a:ext>
                </a:extLst>
              </p:cNvPr>
              <p:cNvSpPr/>
              <p:nvPr/>
            </p:nvSpPr>
            <p:spPr>
              <a:xfrm>
                <a:off x="9554631" y="517365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8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8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23" name="Freeform: Shape 16922">
                <a:extLst>
                  <a:ext uri="{FF2B5EF4-FFF2-40B4-BE49-F238E27FC236}">
                    <a16:creationId xmlns:a16="http://schemas.microsoft.com/office/drawing/2014/main" id="{D7A9D60F-1DAB-91B7-CA5A-F33145716CF4}"/>
                  </a:ext>
                </a:extLst>
              </p:cNvPr>
              <p:cNvSpPr/>
              <p:nvPr/>
            </p:nvSpPr>
            <p:spPr>
              <a:xfrm>
                <a:off x="9556007" y="517364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7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7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24" name="Freeform: Shape 16923">
                <a:extLst>
                  <a:ext uri="{FF2B5EF4-FFF2-40B4-BE49-F238E27FC236}">
                    <a16:creationId xmlns:a16="http://schemas.microsoft.com/office/drawing/2014/main" id="{A0568168-A2CC-1C74-5B86-067039D37640}"/>
                  </a:ext>
                </a:extLst>
              </p:cNvPr>
              <p:cNvSpPr/>
              <p:nvPr/>
            </p:nvSpPr>
            <p:spPr>
              <a:xfrm>
                <a:off x="9557267" y="5173776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25" name="Freeform: Shape 16924">
                <a:extLst>
                  <a:ext uri="{FF2B5EF4-FFF2-40B4-BE49-F238E27FC236}">
                    <a16:creationId xmlns:a16="http://schemas.microsoft.com/office/drawing/2014/main" id="{BADCB435-83CD-1674-4A49-ADD9235C397E}"/>
                  </a:ext>
                </a:extLst>
              </p:cNvPr>
              <p:cNvSpPr/>
              <p:nvPr/>
            </p:nvSpPr>
            <p:spPr>
              <a:xfrm>
                <a:off x="9558732" y="5173705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2 w 6343"/>
                  <a:gd name="connsiteY1" fmla="*/ 5550 h 6345"/>
                  <a:gd name="connsiteX2" fmla="*/ 6591 w 6343"/>
                  <a:gd name="connsiteY2" fmla="*/ 3306 h 6345"/>
                  <a:gd name="connsiteX3" fmla="*/ 5662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2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2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2" y="1658"/>
                      <a:pt x="248" y="2465"/>
                      <a:pt x="248" y="3306"/>
                    </a:cubicBezTo>
                    <a:cubicBezTo>
                      <a:pt x="248" y="4148"/>
                      <a:pt x="582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26" name="Freeform: Shape 16925">
                <a:extLst>
                  <a:ext uri="{FF2B5EF4-FFF2-40B4-BE49-F238E27FC236}">
                    <a16:creationId xmlns:a16="http://schemas.microsoft.com/office/drawing/2014/main" id="{3DF31ED0-1789-3FA0-3FBD-B9C209733864}"/>
                  </a:ext>
                </a:extLst>
              </p:cNvPr>
              <p:cNvSpPr/>
              <p:nvPr/>
            </p:nvSpPr>
            <p:spPr>
              <a:xfrm>
                <a:off x="9559998" y="5173858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1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7 w 6343"/>
                  <a:gd name="connsiteY5" fmla="*/ 1063 h 6345"/>
                  <a:gd name="connsiteX6" fmla="*/ 248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1" y="4148"/>
                      <a:pt x="6591" y="3306"/>
                    </a:cubicBezTo>
                    <a:cubicBezTo>
                      <a:pt x="6591" y="2465"/>
                      <a:pt x="6257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7" y="1063"/>
                    </a:cubicBezTo>
                    <a:cubicBezTo>
                      <a:pt x="583" y="1658"/>
                      <a:pt x="248" y="2465"/>
                      <a:pt x="248" y="3306"/>
                    </a:cubicBezTo>
                    <a:cubicBezTo>
                      <a:pt x="248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27" name="Freeform: Shape 16926">
                <a:extLst>
                  <a:ext uri="{FF2B5EF4-FFF2-40B4-BE49-F238E27FC236}">
                    <a16:creationId xmlns:a16="http://schemas.microsoft.com/office/drawing/2014/main" id="{9FDE5C40-C064-A7E5-8496-21F414D0CD4B}"/>
                  </a:ext>
                </a:extLst>
              </p:cNvPr>
              <p:cNvSpPr/>
              <p:nvPr/>
            </p:nvSpPr>
            <p:spPr>
              <a:xfrm>
                <a:off x="9561759" y="517351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7 w 6343"/>
                  <a:gd name="connsiteY5" fmla="*/ 1063 h 6345"/>
                  <a:gd name="connsiteX6" fmla="*/ 249 w 6343"/>
                  <a:gd name="connsiteY6" fmla="*/ 3306 h 6345"/>
                  <a:gd name="connsiteX7" fmla="*/ 1177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7" y="4955"/>
                      <a:pt x="6592" y="4148"/>
                      <a:pt x="6592" y="3306"/>
                    </a:cubicBezTo>
                    <a:cubicBezTo>
                      <a:pt x="6592" y="2465"/>
                      <a:pt x="6257" y="1658"/>
                      <a:pt x="5663" y="1063"/>
                    </a:cubicBezTo>
                    <a:cubicBezTo>
                      <a:pt x="5068" y="468"/>
                      <a:pt x="4261" y="133"/>
                      <a:pt x="3420" y="133"/>
                    </a:cubicBezTo>
                    <a:cubicBezTo>
                      <a:pt x="2579" y="133"/>
                      <a:pt x="1772" y="468"/>
                      <a:pt x="1177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7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28" name="Freeform: Shape 16927">
                <a:extLst>
                  <a:ext uri="{FF2B5EF4-FFF2-40B4-BE49-F238E27FC236}">
                    <a16:creationId xmlns:a16="http://schemas.microsoft.com/office/drawing/2014/main" id="{484462B0-E75F-5BA4-0C2B-CE2CD4C30D12}"/>
                  </a:ext>
                </a:extLst>
              </p:cNvPr>
              <p:cNvSpPr/>
              <p:nvPr/>
            </p:nvSpPr>
            <p:spPr>
              <a:xfrm>
                <a:off x="9562951" y="5173780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29" name="Freeform: Shape 16928">
                <a:extLst>
                  <a:ext uri="{FF2B5EF4-FFF2-40B4-BE49-F238E27FC236}">
                    <a16:creationId xmlns:a16="http://schemas.microsoft.com/office/drawing/2014/main" id="{75699C84-33D3-3E39-B11F-88B6057B5CE7}"/>
                  </a:ext>
                </a:extLst>
              </p:cNvPr>
              <p:cNvSpPr/>
              <p:nvPr/>
            </p:nvSpPr>
            <p:spPr>
              <a:xfrm>
                <a:off x="9564268" y="5173927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4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1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1" y="134"/>
                      <a:pt x="3420" y="134"/>
                    </a:cubicBezTo>
                    <a:cubicBezTo>
                      <a:pt x="2579" y="134"/>
                      <a:pt x="1772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2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30" name="Freeform: Shape 16929">
                <a:extLst>
                  <a:ext uri="{FF2B5EF4-FFF2-40B4-BE49-F238E27FC236}">
                    <a16:creationId xmlns:a16="http://schemas.microsoft.com/office/drawing/2014/main" id="{94C147CD-08D4-C236-1F7F-DCFA3C7ADD25}"/>
                  </a:ext>
                </a:extLst>
              </p:cNvPr>
              <p:cNvSpPr/>
              <p:nvPr/>
            </p:nvSpPr>
            <p:spPr>
              <a:xfrm>
                <a:off x="9566048" y="5173632"/>
                <a:ext cx="6343" cy="6345"/>
              </a:xfrm>
              <a:custGeom>
                <a:avLst/>
                <a:gdLst>
                  <a:gd name="connsiteX0" fmla="*/ 3420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0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0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0" y="6479"/>
                    </a:moveTo>
                    <a:cubicBezTo>
                      <a:pt x="4262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0" y="133"/>
                    </a:cubicBezTo>
                    <a:cubicBezTo>
                      <a:pt x="2579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79" y="6479"/>
                      <a:pt x="3420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31" name="Freeform: Shape 16930">
                <a:extLst>
                  <a:ext uri="{FF2B5EF4-FFF2-40B4-BE49-F238E27FC236}">
                    <a16:creationId xmlns:a16="http://schemas.microsoft.com/office/drawing/2014/main" id="{07F22AC4-4CDD-B957-7A10-9AF2E7340A6A}"/>
                  </a:ext>
                </a:extLst>
              </p:cNvPr>
              <p:cNvSpPr/>
              <p:nvPr/>
            </p:nvSpPr>
            <p:spPr>
              <a:xfrm>
                <a:off x="9567709" y="5173477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8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8" y="468"/>
                      <a:pt x="4262" y="133"/>
                      <a:pt x="3421" y="133"/>
                    </a:cubicBezTo>
                    <a:cubicBezTo>
                      <a:pt x="2579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79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32" name="Freeform: Shape 16931">
                <a:extLst>
                  <a:ext uri="{FF2B5EF4-FFF2-40B4-BE49-F238E27FC236}">
                    <a16:creationId xmlns:a16="http://schemas.microsoft.com/office/drawing/2014/main" id="{F7033085-DF62-60E7-7783-9BCA57B325C1}"/>
                  </a:ext>
                </a:extLst>
              </p:cNvPr>
              <p:cNvSpPr/>
              <p:nvPr/>
            </p:nvSpPr>
            <p:spPr>
              <a:xfrm>
                <a:off x="9569632" y="5173093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33" name="Freeform: Shape 16932">
                <a:extLst>
                  <a:ext uri="{FF2B5EF4-FFF2-40B4-BE49-F238E27FC236}">
                    <a16:creationId xmlns:a16="http://schemas.microsoft.com/office/drawing/2014/main" id="{B3C18A9D-484D-CB6A-5379-6BB4E0895310}"/>
                  </a:ext>
                </a:extLst>
              </p:cNvPr>
              <p:cNvSpPr/>
              <p:nvPr/>
            </p:nvSpPr>
            <p:spPr>
              <a:xfrm>
                <a:off x="9571308" y="5172972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3 w 6343"/>
                  <a:gd name="connsiteY1" fmla="*/ 5550 h 6345"/>
                  <a:gd name="connsiteX2" fmla="*/ 6592 w 6343"/>
                  <a:gd name="connsiteY2" fmla="*/ 3306 h 6345"/>
                  <a:gd name="connsiteX3" fmla="*/ 5663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3" y="5550"/>
                    </a:cubicBezTo>
                    <a:cubicBezTo>
                      <a:pt x="6258" y="4955"/>
                      <a:pt x="6592" y="4148"/>
                      <a:pt x="6592" y="3306"/>
                    </a:cubicBezTo>
                    <a:cubicBezTo>
                      <a:pt x="6592" y="2465"/>
                      <a:pt x="6258" y="1658"/>
                      <a:pt x="5663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3" y="1658"/>
                      <a:pt x="249" y="2465"/>
                      <a:pt x="249" y="3306"/>
                    </a:cubicBezTo>
                    <a:cubicBezTo>
                      <a:pt x="249" y="4148"/>
                      <a:pt x="583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34" name="Freeform: Shape 16933">
                <a:extLst>
                  <a:ext uri="{FF2B5EF4-FFF2-40B4-BE49-F238E27FC236}">
                    <a16:creationId xmlns:a16="http://schemas.microsoft.com/office/drawing/2014/main" id="{1CD7D2A1-6C33-512E-FA38-302535CD623D}"/>
                  </a:ext>
                </a:extLst>
              </p:cNvPr>
              <p:cNvSpPr/>
              <p:nvPr/>
            </p:nvSpPr>
            <p:spPr>
              <a:xfrm>
                <a:off x="9572861" y="5172987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49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8" y="4955"/>
                      <a:pt x="6593" y="4148"/>
                      <a:pt x="6593" y="3306"/>
                    </a:cubicBezTo>
                    <a:cubicBezTo>
                      <a:pt x="6593" y="2465"/>
                      <a:pt x="6258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4" y="1658"/>
                      <a:pt x="249" y="2465"/>
                      <a:pt x="249" y="3306"/>
                    </a:cubicBezTo>
                    <a:cubicBezTo>
                      <a:pt x="249" y="4148"/>
                      <a:pt x="584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35" name="Freeform: Shape 16934">
                <a:extLst>
                  <a:ext uri="{FF2B5EF4-FFF2-40B4-BE49-F238E27FC236}">
                    <a16:creationId xmlns:a16="http://schemas.microsoft.com/office/drawing/2014/main" id="{9DF78E29-B2DA-6256-6D6F-C589C5B5C068}"/>
                  </a:ext>
                </a:extLst>
              </p:cNvPr>
              <p:cNvSpPr/>
              <p:nvPr/>
            </p:nvSpPr>
            <p:spPr>
              <a:xfrm>
                <a:off x="9575152" y="5172337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8 w 6343"/>
                  <a:gd name="connsiteY5" fmla="*/ 1063 h 6345"/>
                  <a:gd name="connsiteX6" fmla="*/ 250 w 6343"/>
                  <a:gd name="connsiteY6" fmla="*/ 3306 h 6345"/>
                  <a:gd name="connsiteX7" fmla="*/ 1178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8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8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36" name="Freeform: Shape 16935">
                <a:extLst>
                  <a:ext uri="{FF2B5EF4-FFF2-40B4-BE49-F238E27FC236}">
                    <a16:creationId xmlns:a16="http://schemas.microsoft.com/office/drawing/2014/main" id="{6736E199-2CF6-EFE6-8430-F535FA4D7A99}"/>
                  </a:ext>
                </a:extLst>
              </p:cNvPr>
              <p:cNvSpPr/>
              <p:nvPr/>
            </p:nvSpPr>
            <p:spPr>
              <a:xfrm>
                <a:off x="9576805" y="5172306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3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3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37" name="Freeform: Shape 16936">
                <a:extLst>
                  <a:ext uri="{FF2B5EF4-FFF2-40B4-BE49-F238E27FC236}">
                    <a16:creationId xmlns:a16="http://schemas.microsoft.com/office/drawing/2014/main" id="{D90C7FB2-B106-6572-7F62-251BE5579709}"/>
                  </a:ext>
                </a:extLst>
              </p:cNvPr>
              <p:cNvSpPr/>
              <p:nvPr/>
            </p:nvSpPr>
            <p:spPr>
              <a:xfrm>
                <a:off x="9578421" y="5172331"/>
                <a:ext cx="6343" cy="6345"/>
              </a:xfrm>
              <a:custGeom>
                <a:avLst/>
                <a:gdLst>
                  <a:gd name="connsiteX0" fmla="*/ 3421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1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1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1" y="6479"/>
                    </a:moveTo>
                    <a:cubicBezTo>
                      <a:pt x="4262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2" y="133"/>
                      <a:pt x="3421" y="133"/>
                    </a:cubicBezTo>
                    <a:cubicBezTo>
                      <a:pt x="2580" y="133"/>
                      <a:pt x="1774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4" y="6145"/>
                      <a:pt x="2580" y="6479"/>
                      <a:pt x="3421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38" name="Freeform: Shape 16937">
                <a:extLst>
                  <a:ext uri="{FF2B5EF4-FFF2-40B4-BE49-F238E27FC236}">
                    <a16:creationId xmlns:a16="http://schemas.microsoft.com/office/drawing/2014/main" id="{27F7B108-A51F-BBCF-47F5-35DF4FBCF91E}"/>
                  </a:ext>
                </a:extLst>
              </p:cNvPr>
              <p:cNvSpPr/>
              <p:nvPr/>
            </p:nvSpPr>
            <p:spPr>
              <a:xfrm>
                <a:off x="9579909" y="5172489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69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69" y="468"/>
                      <a:pt x="4263" y="133"/>
                      <a:pt x="3422" y="133"/>
                    </a:cubicBezTo>
                    <a:cubicBezTo>
                      <a:pt x="2580" y="133"/>
                      <a:pt x="1774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4" y="6145"/>
                      <a:pt x="2580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39" name="Freeform: Shape 16938">
                <a:extLst>
                  <a:ext uri="{FF2B5EF4-FFF2-40B4-BE49-F238E27FC236}">
                    <a16:creationId xmlns:a16="http://schemas.microsoft.com/office/drawing/2014/main" id="{E16FE23F-B0D5-7027-E162-A71A2D248565}"/>
                  </a:ext>
                </a:extLst>
              </p:cNvPr>
              <p:cNvSpPr/>
              <p:nvPr/>
            </p:nvSpPr>
            <p:spPr>
              <a:xfrm>
                <a:off x="9581577" y="5172505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40" name="Freeform: Shape 16939">
                <a:extLst>
                  <a:ext uri="{FF2B5EF4-FFF2-40B4-BE49-F238E27FC236}">
                    <a16:creationId xmlns:a16="http://schemas.microsoft.com/office/drawing/2014/main" id="{838F7CD3-3DD0-67B0-2352-2219D3BAAE5B}"/>
                  </a:ext>
                </a:extLst>
              </p:cNvPr>
              <p:cNvSpPr/>
              <p:nvPr/>
            </p:nvSpPr>
            <p:spPr>
              <a:xfrm>
                <a:off x="9583294" y="5172498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4 w 6343"/>
                  <a:gd name="connsiteY1" fmla="*/ 5550 h 6345"/>
                  <a:gd name="connsiteX2" fmla="*/ 6593 w 6343"/>
                  <a:gd name="connsiteY2" fmla="*/ 3306 h 6345"/>
                  <a:gd name="connsiteX3" fmla="*/ 5664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4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4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4" y="1658"/>
                      <a:pt x="250" y="2465"/>
                      <a:pt x="250" y="3306"/>
                    </a:cubicBezTo>
                    <a:cubicBezTo>
                      <a:pt x="250" y="4148"/>
                      <a:pt x="584" y="4955"/>
                      <a:pt x="1179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41" name="Freeform: Shape 16940">
                <a:extLst>
                  <a:ext uri="{FF2B5EF4-FFF2-40B4-BE49-F238E27FC236}">
                    <a16:creationId xmlns:a16="http://schemas.microsoft.com/office/drawing/2014/main" id="{C5C85178-411F-B8C1-70F5-07782B3CE9CE}"/>
                  </a:ext>
                </a:extLst>
              </p:cNvPr>
              <p:cNvSpPr/>
              <p:nvPr/>
            </p:nvSpPr>
            <p:spPr>
              <a:xfrm>
                <a:off x="9585105" y="5172431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3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0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5"/>
                      <a:pt x="5665" y="5550"/>
                    </a:cubicBezTo>
                    <a:cubicBezTo>
                      <a:pt x="6259" y="4955"/>
                      <a:pt x="6593" y="4148"/>
                      <a:pt x="6593" y="3306"/>
                    </a:cubicBezTo>
                    <a:cubicBezTo>
                      <a:pt x="6593" y="2465"/>
                      <a:pt x="6259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5" y="1658"/>
                      <a:pt x="250" y="2465"/>
                      <a:pt x="250" y="3306"/>
                    </a:cubicBezTo>
                    <a:cubicBezTo>
                      <a:pt x="250" y="4148"/>
                      <a:pt x="585" y="4955"/>
                      <a:pt x="1179" y="5550"/>
                    </a:cubicBezTo>
                    <a:cubicBezTo>
                      <a:pt x="1774" y="6145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42" name="Freeform: Shape 16941">
                <a:extLst>
                  <a:ext uri="{FF2B5EF4-FFF2-40B4-BE49-F238E27FC236}">
                    <a16:creationId xmlns:a16="http://schemas.microsoft.com/office/drawing/2014/main" id="{794D4783-8F14-B7C2-1019-63B579C719DB}"/>
                  </a:ext>
                </a:extLst>
              </p:cNvPr>
              <p:cNvSpPr/>
              <p:nvPr/>
            </p:nvSpPr>
            <p:spPr>
              <a:xfrm>
                <a:off x="9587056" y="5172267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79 w 6343"/>
                  <a:gd name="connsiteY5" fmla="*/ 1063 h 6345"/>
                  <a:gd name="connsiteX6" fmla="*/ 251 w 6343"/>
                  <a:gd name="connsiteY6" fmla="*/ 3306 h 6345"/>
                  <a:gd name="connsiteX7" fmla="*/ 1179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50"/>
                    </a:cubicBezTo>
                    <a:cubicBezTo>
                      <a:pt x="6259" y="4955"/>
                      <a:pt x="6594" y="4148"/>
                      <a:pt x="6594" y="3306"/>
                    </a:cubicBezTo>
                    <a:cubicBezTo>
                      <a:pt x="6594" y="2465"/>
                      <a:pt x="6259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79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8"/>
                      <a:pt x="585" y="4955"/>
                      <a:pt x="1179" y="5550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43" name="Freeform: Shape 16942">
                <a:extLst>
                  <a:ext uri="{FF2B5EF4-FFF2-40B4-BE49-F238E27FC236}">
                    <a16:creationId xmlns:a16="http://schemas.microsoft.com/office/drawing/2014/main" id="{819F8F11-4352-B8E2-1BFF-5715FAB6B237}"/>
                  </a:ext>
                </a:extLst>
              </p:cNvPr>
              <p:cNvSpPr/>
              <p:nvPr/>
            </p:nvSpPr>
            <p:spPr>
              <a:xfrm>
                <a:off x="9589060" y="5172084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3" y="6479"/>
                      <a:pt x="5070" y="6144"/>
                      <a:pt x="5665" y="5550"/>
                    </a:cubicBezTo>
                    <a:cubicBezTo>
                      <a:pt x="6260" y="4955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3" y="133"/>
                      <a:pt x="3422" y="133"/>
                    </a:cubicBezTo>
                    <a:cubicBezTo>
                      <a:pt x="2581" y="133"/>
                      <a:pt x="1774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5"/>
                      <a:pt x="1180" y="5550"/>
                    </a:cubicBezTo>
                    <a:cubicBezTo>
                      <a:pt x="1774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44" name="Freeform: Shape 16943">
                <a:extLst>
                  <a:ext uri="{FF2B5EF4-FFF2-40B4-BE49-F238E27FC236}">
                    <a16:creationId xmlns:a16="http://schemas.microsoft.com/office/drawing/2014/main" id="{8D55B0EB-5350-BF07-A67B-243B522FFBCF}"/>
                  </a:ext>
                </a:extLst>
              </p:cNvPr>
              <p:cNvSpPr/>
              <p:nvPr/>
            </p:nvSpPr>
            <p:spPr>
              <a:xfrm>
                <a:off x="9591162" y="5171846"/>
                <a:ext cx="6343" cy="6345"/>
              </a:xfrm>
              <a:custGeom>
                <a:avLst/>
                <a:gdLst>
                  <a:gd name="connsiteX0" fmla="*/ 3422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2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2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2" y="6479"/>
                    </a:moveTo>
                    <a:cubicBezTo>
                      <a:pt x="4264" y="6479"/>
                      <a:pt x="5070" y="6144"/>
                      <a:pt x="5665" y="5550"/>
                    </a:cubicBezTo>
                    <a:cubicBezTo>
                      <a:pt x="6260" y="4955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4" y="133"/>
                      <a:pt x="3422" y="133"/>
                    </a:cubicBezTo>
                    <a:cubicBezTo>
                      <a:pt x="2581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5"/>
                      <a:pt x="1180" y="5550"/>
                    </a:cubicBezTo>
                    <a:cubicBezTo>
                      <a:pt x="1775" y="6144"/>
                      <a:pt x="2581" y="6479"/>
                      <a:pt x="3422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45" name="Freeform: Shape 16944">
                <a:extLst>
                  <a:ext uri="{FF2B5EF4-FFF2-40B4-BE49-F238E27FC236}">
                    <a16:creationId xmlns:a16="http://schemas.microsoft.com/office/drawing/2014/main" id="{4232B5A8-6CDB-7FD8-4FE7-D87D31BA91BE}"/>
                  </a:ext>
                </a:extLst>
              </p:cNvPr>
              <p:cNvSpPr/>
              <p:nvPr/>
            </p:nvSpPr>
            <p:spPr>
              <a:xfrm>
                <a:off x="9593408" y="5171518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49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49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0" y="6144"/>
                      <a:pt x="5665" y="5549"/>
                    </a:cubicBezTo>
                    <a:cubicBezTo>
                      <a:pt x="6260" y="4955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0" y="468"/>
                      <a:pt x="4264" y="133"/>
                      <a:pt x="3423" y="133"/>
                    </a:cubicBezTo>
                    <a:cubicBezTo>
                      <a:pt x="2581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5"/>
                      <a:pt x="1180" y="5549"/>
                    </a:cubicBezTo>
                    <a:cubicBezTo>
                      <a:pt x="1775" y="6144"/>
                      <a:pt x="2581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46" name="Freeform: Shape 16945">
                <a:extLst>
                  <a:ext uri="{FF2B5EF4-FFF2-40B4-BE49-F238E27FC236}">
                    <a16:creationId xmlns:a16="http://schemas.microsoft.com/office/drawing/2014/main" id="{024F5922-DD60-6D99-0070-F4626DA97BA8}"/>
                  </a:ext>
                </a:extLst>
              </p:cNvPr>
              <p:cNvSpPr/>
              <p:nvPr/>
            </p:nvSpPr>
            <p:spPr>
              <a:xfrm>
                <a:off x="9594841" y="517187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50"/>
                    </a:cubicBezTo>
                    <a:cubicBezTo>
                      <a:pt x="6260" y="4955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5"/>
                      <a:pt x="1180" y="5550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47" name="Freeform: Shape 16946">
                <a:extLst>
                  <a:ext uri="{FF2B5EF4-FFF2-40B4-BE49-F238E27FC236}">
                    <a16:creationId xmlns:a16="http://schemas.microsoft.com/office/drawing/2014/main" id="{C73833FD-EEAD-73AD-E6B6-9A3A19D17454}"/>
                  </a:ext>
                </a:extLst>
              </p:cNvPr>
              <p:cNvSpPr/>
              <p:nvPr/>
            </p:nvSpPr>
            <p:spPr>
              <a:xfrm>
                <a:off x="9596643" y="5171960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5 w 6343"/>
                  <a:gd name="connsiteY1" fmla="*/ 5550 h 6345"/>
                  <a:gd name="connsiteX2" fmla="*/ 6594 w 6343"/>
                  <a:gd name="connsiteY2" fmla="*/ 3306 h 6345"/>
                  <a:gd name="connsiteX3" fmla="*/ 5665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5" y="5550"/>
                    </a:cubicBezTo>
                    <a:cubicBezTo>
                      <a:pt x="6260" y="4955"/>
                      <a:pt x="6594" y="4147"/>
                      <a:pt x="6594" y="3306"/>
                    </a:cubicBezTo>
                    <a:cubicBezTo>
                      <a:pt x="6594" y="2465"/>
                      <a:pt x="6260" y="1658"/>
                      <a:pt x="5665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5" y="1658"/>
                      <a:pt x="251" y="2465"/>
                      <a:pt x="251" y="3306"/>
                    </a:cubicBezTo>
                    <a:cubicBezTo>
                      <a:pt x="251" y="4147"/>
                      <a:pt x="585" y="4955"/>
                      <a:pt x="1180" y="5550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48" name="Freeform: Shape 16947">
                <a:extLst>
                  <a:ext uri="{FF2B5EF4-FFF2-40B4-BE49-F238E27FC236}">
                    <a16:creationId xmlns:a16="http://schemas.microsoft.com/office/drawing/2014/main" id="{3C3C9DE5-2CD1-6308-5EEA-BA04CC23A3EA}"/>
                  </a:ext>
                </a:extLst>
              </p:cNvPr>
              <p:cNvSpPr/>
              <p:nvPr/>
            </p:nvSpPr>
            <p:spPr>
              <a:xfrm>
                <a:off x="9598727" y="5171839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1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4"/>
                      <a:pt x="5666" y="5550"/>
                    </a:cubicBezTo>
                    <a:cubicBezTo>
                      <a:pt x="6260" y="4955"/>
                      <a:pt x="6595" y="4147"/>
                      <a:pt x="6595" y="3306"/>
                    </a:cubicBezTo>
                    <a:cubicBezTo>
                      <a:pt x="6595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1" y="2465"/>
                      <a:pt x="251" y="3306"/>
                    </a:cubicBezTo>
                    <a:cubicBezTo>
                      <a:pt x="251" y="4147"/>
                      <a:pt x="586" y="4955"/>
                      <a:pt x="1180" y="5550"/>
                    </a:cubicBezTo>
                    <a:cubicBezTo>
                      <a:pt x="1775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49" name="Freeform: Shape 16948">
                <a:extLst>
                  <a:ext uri="{FF2B5EF4-FFF2-40B4-BE49-F238E27FC236}">
                    <a16:creationId xmlns:a16="http://schemas.microsoft.com/office/drawing/2014/main" id="{3C9BF908-7FB0-1228-F06E-69221CA27B66}"/>
                  </a:ext>
                </a:extLst>
              </p:cNvPr>
              <p:cNvSpPr/>
              <p:nvPr/>
            </p:nvSpPr>
            <p:spPr>
              <a:xfrm>
                <a:off x="9600029" y="5172354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0 w 6343"/>
                  <a:gd name="connsiteY5" fmla="*/ 1063 h 6345"/>
                  <a:gd name="connsiteX6" fmla="*/ 252 w 6343"/>
                  <a:gd name="connsiteY6" fmla="*/ 3306 h 6345"/>
                  <a:gd name="connsiteX7" fmla="*/ 1180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6" y="5550"/>
                    </a:cubicBezTo>
                    <a:cubicBezTo>
                      <a:pt x="6260" y="4955"/>
                      <a:pt x="6595" y="4148"/>
                      <a:pt x="6595" y="3306"/>
                    </a:cubicBezTo>
                    <a:cubicBezTo>
                      <a:pt x="6595" y="2465"/>
                      <a:pt x="6260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0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0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50" name="Freeform: Shape 16949">
                <a:extLst>
                  <a:ext uri="{FF2B5EF4-FFF2-40B4-BE49-F238E27FC236}">
                    <a16:creationId xmlns:a16="http://schemas.microsoft.com/office/drawing/2014/main" id="{FA657932-16B2-0B9A-539C-82FB9EBC40C0}"/>
                  </a:ext>
                </a:extLst>
              </p:cNvPr>
              <p:cNvSpPr/>
              <p:nvPr/>
            </p:nvSpPr>
            <p:spPr>
              <a:xfrm>
                <a:off x="9601704" y="5172593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4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4" y="133"/>
                      <a:pt x="3423" y="133"/>
                    </a:cubicBezTo>
                    <a:cubicBezTo>
                      <a:pt x="2582" y="133"/>
                      <a:pt x="1775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5" y="6145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51" name="Freeform: Shape 16950">
                <a:extLst>
                  <a:ext uri="{FF2B5EF4-FFF2-40B4-BE49-F238E27FC236}">
                    <a16:creationId xmlns:a16="http://schemas.microsoft.com/office/drawing/2014/main" id="{A1E25E28-8926-4BCD-54B2-1F7C3C6F59AB}"/>
                  </a:ext>
                </a:extLst>
              </p:cNvPr>
              <p:cNvSpPr/>
              <p:nvPr/>
            </p:nvSpPr>
            <p:spPr>
              <a:xfrm>
                <a:off x="9604177" y="5172243"/>
                <a:ext cx="6343" cy="6345"/>
              </a:xfrm>
              <a:custGeom>
                <a:avLst/>
                <a:gdLst>
                  <a:gd name="connsiteX0" fmla="*/ 3423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3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3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3" y="6479"/>
                    </a:moveTo>
                    <a:cubicBezTo>
                      <a:pt x="4265" y="6479"/>
                      <a:pt x="5071" y="6144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3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4"/>
                      <a:pt x="2582" y="6479"/>
                      <a:pt x="3423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52" name="Freeform: Shape 16951">
                <a:extLst>
                  <a:ext uri="{FF2B5EF4-FFF2-40B4-BE49-F238E27FC236}">
                    <a16:creationId xmlns:a16="http://schemas.microsoft.com/office/drawing/2014/main" id="{3A582AF2-3874-6DD9-7CEA-D850F0F1D9B7}"/>
                  </a:ext>
                </a:extLst>
              </p:cNvPr>
              <p:cNvSpPr/>
              <p:nvPr/>
            </p:nvSpPr>
            <p:spPr>
              <a:xfrm>
                <a:off x="9605861" y="5172520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1" y="6145"/>
                      <a:pt x="5666" y="5550"/>
                    </a:cubicBezTo>
                    <a:cubicBezTo>
                      <a:pt x="6261" y="4955"/>
                      <a:pt x="6595" y="4148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1" y="468"/>
                      <a:pt x="4265" y="133"/>
                      <a:pt x="3424" y="133"/>
                    </a:cubicBezTo>
                    <a:cubicBezTo>
                      <a:pt x="2582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8"/>
                      <a:pt x="586" y="4955"/>
                      <a:pt x="1181" y="5550"/>
                    </a:cubicBezTo>
                    <a:cubicBezTo>
                      <a:pt x="1776" y="6145"/>
                      <a:pt x="2582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53" name="Freeform: Shape 16952">
                <a:extLst>
                  <a:ext uri="{FF2B5EF4-FFF2-40B4-BE49-F238E27FC236}">
                    <a16:creationId xmlns:a16="http://schemas.microsoft.com/office/drawing/2014/main" id="{FAD53CB0-FB3B-1322-5F3C-77EC0529FF67}"/>
                  </a:ext>
                </a:extLst>
              </p:cNvPr>
              <p:cNvSpPr/>
              <p:nvPr/>
            </p:nvSpPr>
            <p:spPr>
              <a:xfrm>
                <a:off x="9608587" y="5172041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6 w 6343"/>
                  <a:gd name="connsiteY1" fmla="*/ 5550 h 6345"/>
                  <a:gd name="connsiteX2" fmla="*/ 6595 w 6343"/>
                  <a:gd name="connsiteY2" fmla="*/ 3306 h 6345"/>
                  <a:gd name="connsiteX3" fmla="*/ 5666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6" y="5550"/>
                    </a:cubicBezTo>
                    <a:cubicBezTo>
                      <a:pt x="6261" y="4955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6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6" y="1658"/>
                      <a:pt x="252" y="2465"/>
                      <a:pt x="252" y="3306"/>
                    </a:cubicBezTo>
                    <a:cubicBezTo>
                      <a:pt x="252" y="4147"/>
                      <a:pt x="586" y="4955"/>
                      <a:pt x="1181" y="5550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54" name="Freeform: Shape 16953">
                <a:extLst>
                  <a:ext uri="{FF2B5EF4-FFF2-40B4-BE49-F238E27FC236}">
                    <a16:creationId xmlns:a16="http://schemas.microsoft.com/office/drawing/2014/main" id="{2C8F5D39-427A-B041-6C26-75C3BC8B24FB}"/>
                  </a:ext>
                </a:extLst>
              </p:cNvPr>
              <p:cNvSpPr/>
              <p:nvPr/>
            </p:nvSpPr>
            <p:spPr>
              <a:xfrm>
                <a:off x="9610613" y="5172113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5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2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50"/>
                    </a:cubicBezTo>
                    <a:cubicBezTo>
                      <a:pt x="6261" y="4955"/>
                      <a:pt x="6595" y="4147"/>
                      <a:pt x="6595" y="3306"/>
                    </a:cubicBezTo>
                    <a:cubicBezTo>
                      <a:pt x="6595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2" y="2465"/>
                      <a:pt x="252" y="3306"/>
                    </a:cubicBezTo>
                    <a:cubicBezTo>
                      <a:pt x="252" y="4147"/>
                      <a:pt x="587" y="4955"/>
                      <a:pt x="1181" y="5550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55" name="Freeform: Shape 16954">
                <a:extLst>
                  <a:ext uri="{FF2B5EF4-FFF2-40B4-BE49-F238E27FC236}">
                    <a16:creationId xmlns:a16="http://schemas.microsoft.com/office/drawing/2014/main" id="{4285FE5F-EC02-AEE3-54C8-B4F715118C40}"/>
                  </a:ext>
                </a:extLst>
              </p:cNvPr>
              <p:cNvSpPr/>
              <p:nvPr/>
            </p:nvSpPr>
            <p:spPr>
              <a:xfrm>
                <a:off x="9613025" y="5171929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1 w 6343"/>
                  <a:gd name="connsiteY5" fmla="*/ 1063 h 6345"/>
                  <a:gd name="connsiteX6" fmla="*/ 253 w 6343"/>
                  <a:gd name="connsiteY6" fmla="*/ 3306 h 6345"/>
                  <a:gd name="connsiteX7" fmla="*/ 1181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50"/>
                    </a:cubicBezTo>
                    <a:cubicBezTo>
                      <a:pt x="6261" y="4955"/>
                      <a:pt x="6596" y="4147"/>
                      <a:pt x="6596" y="3306"/>
                    </a:cubicBezTo>
                    <a:cubicBezTo>
                      <a:pt x="6596" y="2465"/>
                      <a:pt x="6261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1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7"/>
                      <a:pt x="587" y="4955"/>
                      <a:pt x="1181" y="5550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56" name="Freeform: Shape 16955">
                <a:extLst>
                  <a:ext uri="{FF2B5EF4-FFF2-40B4-BE49-F238E27FC236}">
                    <a16:creationId xmlns:a16="http://schemas.microsoft.com/office/drawing/2014/main" id="{2A9B54B1-3C30-9E4C-A4BD-D6E220B8FDD2}"/>
                  </a:ext>
                </a:extLst>
              </p:cNvPr>
              <p:cNvSpPr/>
              <p:nvPr/>
            </p:nvSpPr>
            <p:spPr>
              <a:xfrm>
                <a:off x="9615015" y="5172078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5" y="6479"/>
                      <a:pt x="5072" y="6144"/>
                      <a:pt x="5667" y="5550"/>
                    </a:cubicBezTo>
                    <a:cubicBezTo>
                      <a:pt x="6262" y="4955"/>
                      <a:pt x="6596" y="4147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5" y="133"/>
                      <a:pt x="3424" y="133"/>
                    </a:cubicBezTo>
                    <a:cubicBezTo>
                      <a:pt x="2583" y="133"/>
                      <a:pt x="1776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7"/>
                      <a:pt x="587" y="4955"/>
                      <a:pt x="1182" y="5550"/>
                    </a:cubicBezTo>
                    <a:cubicBezTo>
                      <a:pt x="1776" y="6144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57" name="Freeform: Shape 16956">
                <a:extLst>
                  <a:ext uri="{FF2B5EF4-FFF2-40B4-BE49-F238E27FC236}">
                    <a16:creationId xmlns:a16="http://schemas.microsoft.com/office/drawing/2014/main" id="{77FF60B4-A54C-B822-E9B9-EE418B6D5B4C}"/>
                  </a:ext>
                </a:extLst>
              </p:cNvPr>
              <p:cNvSpPr/>
              <p:nvPr/>
            </p:nvSpPr>
            <p:spPr>
              <a:xfrm>
                <a:off x="9616865" y="5172349"/>
                <a:ext cx="6343" cy="6345"/>
              </a:xfrm>
              <a:custGeom>
                <a:avLst/>
                <a:gdLst>
                  <a:gd name="connsiteX0" fmla="*/ 3424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4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4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4" y="6479"/>
                    </a:moveTo>
                    <a:cubicBezTo>
                      <a:pt x="4266" y="6479"/>
                      <a:pt x="5072" y="6145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6" y="133"/>
                      <a:pt x="3424" y="133"/>
                    </a:cubicBezTo>
                    <a:cubicBezTo>
                      <a:pt x="2583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7" y="6145"/>
                      <a:pt x="2583" y="6479"/>
                      <a:pt x="3424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58" name="Freeform: Shape 16957">
                <a:extLst>
                  <a:ext uri="{FF2B5EF4-FFF2-40B4-BE49-F238E27FC236}">
                    <a16:creationId xmlns:a16="http://schemas.microsoft.com/office/drawing/2014/main" id="{96427E89-85E4-DD83-10E8-1AD4A6CF52FB}"/>
                  </a:ext>
                </a:extLst>
              </p:cNvPr>
              <p:cNvSpPr/>
              <p:nvPr/>
            </p:nvSpPr>
            <p:spPr>
              <a:xfrm>
                <a:off x="9618960" y="5172469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2" y="6145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2" y="468"/>
                      <a:pt x="4266" y="133"/>
                      <a:pt x="3425" y="133"/>
                    </a:cubicBezTo>
                    <a:cubicBezTo>
                      <a:pt x="2583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7" y="6145"/>
                      <a:pt x="2583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59" name="Freeform: Shape 16958">
                <a:extLst>
                  <a:ext uri="{FF2B5EF4-FFF2-40B4-BE49-F238E27FC236}">
                    <a16:creationId xmlns:a16="http://schemas.microsoft.com/office/drawing/2014/main" id="{FFD9FF92-173E-A900-5D09-B08E7F3AC84A}"/>
                  </a:ext>
                </a:extLst>
              </p:cNvPr>
              <p:cNvSpPr/>
              <p:nvPr/>
            </p:nvSpPr>
            <p:spPr>
              <a:xfrm>
                <a:off x="9621447" y="5172345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7 w 6343"/>
                  <a:gd name="connsiteY1" fmla="*/ 5550 h 6345"/>
                  <a:gd name="connsiteX2" fmla="*/ 6596 w 6343"/>
                  <a:gd name="connsiteY2" fmla="*/ 3306 h 6345"/>
                  <a:gd name="connsiteX3" fmla="*/ 5667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5"/>
                      <a:pt x="5667" y="5550"/>
                    </a:cubicBezTo>
                    <a:cubicBezTo>
                      <a:pt x="6262" y="4955"/>
                      <a:pt x="6596" y="4148"/>
                      <a:pt x="6596" y="3306"/>
                    </a:cubicBezTo>
                    <a:cubicBezTo>
                      <a:pt x="6596" y="2465"/>
                      <a:pt x="6262" y="1658"/>
                      <a:pt x="5667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2" y="1063"/>
                    </a:cubicBezTo>
                    <a:cubicBezTo>
                      <a:pt x="587" y="1658"/>
                      <a:pt x="253" y="2465"/>
                      <a:pt x="253" y="3306"/>
                    </a:cubicBezTo>
                    <a:cubicBezTo>
                      <a:pt x="253" y="4148"/>
                      <a:pt x="587" y="4955"/>
                      <a:pt x="1182" y="5550"/>
                    </a:cubicBezTo>
                    <a:cubicBezTo>
                      <a:pt x="1777" y="6145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60" name="Freeform: Shape 16959">
                <a:extLst>
                  <a:ext uri="{FF2B5EF4-FFF2-40B4-BE49-F238E27FC236}">
                    <a16:creationId xmlns:a16="http://schemas.microsoft.com/office/drawing/2014/main" id="{A97BFEDB-85C4-8076-5EA0-5241E5D9AC9D}"/>
                  </a:ext>
                </a:extLst>
              </p:cNvPr>
              <p:cNvSpPr/>
              <p:nvPr/>
            </p:nvSpPr>
            <p:spPr>
              <a:xfrm>
                <a:off x="9624332" y="5171983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50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2 w 6343"/>
                  <a:gd name="connsiteY5" fmla="*/ 1063 h 6345"/>
                  <a:gd name="connsiteX6" fmla="*/ 253 w 6343"/>
                  <a:gd name="connsiteY6" fmla="*/ 3306 h 6345"/>
                  <a:gd name="connsiteX7" fmla="*/ 1182 w 6343"/>
                  <a:gd name="connsiteY7" fmla="*/ 5550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4"/>
                      <a:pt x="5668" y="5550"/>
                    </a:cubicBezTo>
                    <a:cubicBezTo>
                      <a:pt x="6262" y="4955"/>
                      <a:pt x="6597" y="4147"/>
                      <a:pt x="6597" y="3306"/>
                    </a:cubicBezTo>
                    <a:cubicBezTo>
                      <a:pt x="6597" y="2465"/>
                      <a:pt x="6262" y="1658"/>
                      <a:pt x="5668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2" y="1063"/>
                    </a:cubicBezTo>
                    <a:cubicBezTo>
                      <a:pt x="588" y="1658"/>
                      <a:pt x="253" y="2465"/>
                      <a:pt x="253" y="3306"/>
                    </a:cubicBezTo>
                    <a:cubicBezTo>
                      <a:pt x="253" y="4147"/>
                      <a:pt x="588" y="4955"/>
                      <a:pt x="1182" y="5550"/>
                    </a:cubicBezTo>
                    <a:cubicBezTo>
                      <a:pt x="1777" y="6144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61" name="Freeform: Shape 16960">
                <a:extLst>
                  <a:ext uri="{FF2B5EF4-FFF2-40B4-BE49-F238E27FC236}">
                    <a16:creationId xmlns:a16="http://schemas.microsoft.com/office/drawing/2014/main" id="{2FDA5EF1-3EB2-BF38-0A8E-89DC7EC66CF7}"/>
                  </a:ext>
                </a:extLst>
              </p:cNvPr>
              <p:cNvSpPr/>
              <p:nvPr/>
            </p:nvSpPr>
            <p:spPr>
              <a:xfrm>
                <a:off x="9627277" y="5171618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49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49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6" y="6479"/>
                      <a:pt x="5073" y="6144"/>
                      <a:pt x="5668" y="5549"/>
                    </a:cubicBezTo>
                    <a:cubicBezTo>
                      <a:pt x="6263" y="4955"/>
                      <a:pt x="6597" y="4147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3" y="468"/>
                      <a:pt x="4266" y="133"/>
                      <a:pt x="3425" y="133"/>
                    </a:cubicBezTo>
                    <a:cubicBezTo>
                      <a:pt x="2584" y="133"/>
                      <a:pt x="1777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7"/>
                      <a:pt x="588" y="4955"/>
                      <a:pt x="1183" y="5549"/>
                    </a:cubicBezTo>
                    <a:cubicBezTo>
                      <a:pt x="1777" y="6144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62" name="Freeform: Shape 16961">
                <a:extLst>
                  <a:ext uri="{FF2B5EF4-FFF2-40B4-BE49-F238E27FC236}">
                    <a16:creationId xmlns:a16="http://schemas.microsoft.com/office/drawing/2014/main" id="{37D9E9A2-3B45-EB56-2BA8-39ADB877A83B}"/>
                  </a:ext>
                </a:extLst>
              </p:cNvPr>
              <p:cNvSpPr/>
              <p:nvPr/>
            </p:nvSpPr>
            <p:spPr>
              <a:xfrm>
                <a:off x="9629595" y="5171707"/>
                <a:ext cx="6343" cy="6345"/>
              </a:xfrm>
              <a:custGeom>
                <a:avLst/>
                <a:gdLst>
                  <a:gd name="connsiteX0" fmla="*/ 3425 w 6343"/>
                  <a:gd name="connsiteY0" fmla="*/ 6479 h 6345"/>
                  <a:gd name="connsiteX1" fmla="*/ 5668 w 6343"/>
                  <a:gd name="connsiteY1" fmla="*/ 5549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5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49 h 6345"/>
                  <a:gd name="connsiteX8" fmla="*/ 3425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5" y="6479"/>
                    </a:moveTo>
                    <a:cubicBezTo>
                      <a:pt x="4267" y="6479"/>
                      <a:pt x="5073" y="6144"/>
                      <a:pt x="5668" y="5549"/>
                    </a:cubicBezTo>
                    <a:cubicBezTo>
                      <a:pt x="6263" y="4955"/>
                      <a:pt x="6597" y="4147"/>
                      <a:pt x="6597" y="3306"/>
                    </a:cubicBezTo>
                    <a:cubicBezTo>
                      <a:pt x="6597" y="2465"/>
                      <a:pt x="6263" y="1658"/>
                      <a:pt x="5668" y="1063"/>
                    </a:cubicBezTo>
                    <a:cubicBezTo>
                      <a:pt x="5073" y="468"/>
                      <a:pt x="4267" y="133"/>
                      <a:pt x="3425" y="133"/>
                    </a:cubicBezTo>
                    <a:cubicBezTo>
                      <a:pt x="2584" y="133"/>
                      <a:pt x="1778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7"/>
                      <a:pt x="588" y="4955"/>
                      <a:pt x="1183" y="5549"/>
                    </a:cubicBezTo>
                    <a:cubicBezTo>
                      <a:pt x="1778" y="6144"/>
                      <a:pt x="2584" y="6479"/>
                      <a:pt x="3425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63" name="Freeform: Shape 16962">
                <a:extLst>
                  <a:ext uri="{FF2B5EF4-FFF2-40B4-BE49-F238E27FC236}">
                    <a16:creationId xmlns:a16="http://schemas.microsoft.com/office/drawing/2014/main" id="{80A3EFFB-5E93-82BC-2000-BA8D938EFDAC}"/>
                  </a:ext>
                </a:extLst>
              </p:cNvPr>
              <p:cNvSpPr/>
              <p:nvPr/>
            </p:nvSpPr>
            <p:spPr>
              <a:xfrm>
                <a:off x="9633940" y="5170504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8 w 6343"/>
                  <a:gd name="connsiteY1" fmla="*/ 5549 h 6345"/>
                  <a:gd name="connsiteX2" fmla="*/ 6597 w 6343"/>
                  <a:gd name="connsiteY2" fmla="*/ 3306 h 6345"/>
                  <a:gd name="connsiteX3" fmla="*/ 5668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49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8" y="5549"/>
                    </a:cubicBezTo>
                    <a:cubicBezTo>
                      <a:pt x="6263" y="4954"/>
                      <a:pt x="6597" y="4147"/>
                      <a:pt x="6597" y="3306"/>
                    </a:cubicBezTo>
                    <a:cubicBezTo>
                      <a:pt x="6597" y="2465"/>
                      <a:pt x="6263" y="1657"/>
                      <a:pt x="5668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3" y="1063"/>
                    </a:cubicBezTo>
                    <a:cubicBezTo>
                      <a:pt x="588" y="1657"/>
                      <a:pt x="254" y="2465"/>
                      <a:pt x="254" y="3306"/>
                    </a:cubicBezTo>
                    <a:cubicBezTo>
                      <a:pt x="254" y="4147"/>
                      <a:pt x="588" y="4954"/>
                      <a:pt x="1183" y="5549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64" name="Freeform: Shape 16963">
                <a:extLst>
                  <a:ext uri="{FF2B5EF4-FFF2-40B4-BE49-F238E27FC236}">
                    <a16:creationId xmlns:a16="http://schemas.microsoft.com/office/drawing/2014/main" id="{E3E5B031-5BCF-CC0B-4F45-8FD5C924086E}"/>
                  </a:ext>
                </a:extLst>
              </p:cNvPr>
              <p:cNvSpPr/>
              <p:nvPr/>
            </p:nvSpPr>
            <p:spPr>
              <a:xfrm>
                <a:off x="9635287" y="5171288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9 w 6343"/>
                  <a:gd name="connsiteY1" fmla="*/ 5549 h 6345"/>
                  <a:gd name="connsiteX2" fmla="*/ 6597 w 6343"/>
                  <a:gd name="connsiteY2" fmla="*/ 3306 h 6345"/>
                  <a:gd name="connsiteX3" fmla="*/ 5669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4 w 6343"/>
                  <a:gd name="connsiteY6" fmla="*/ 3306 h 6345"/>
                  <a:gd name="connsiteX7" fmla="*/ 1183 w 6343"/>
                  <a:gd name="connsiteY7" fmla="*/ 5549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9" y="5549"/>
                    </a:cubicBezTo>
                    <a:cubicBezTo>
                      <a:pt x="6263" y="4954"/>
                      <a:pt x="6597" y="4147"/>
                      <a:pt x="6597" y="3306"/>
                    </a:cubicBezTo>
                    <a:cubicBezTo>
                      <a:pt x="6597" y="2465"/>
                      <a:pt x="6263" y="1658"/>
                      <a:pt x="5669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3" y="1063"/>
                    </a:cubicBezTo>
                    <a:cubicBezTo>
                      <a:pt x="588" y="1658"/>
                      <a:pt x="254" y="2465"/>
                      <a:pt x="254" y="3306"/>
                    </a:cubicBezTo>
                    <a:cubicBezTo>
                      <a:pt x="254" y="4147"/>
                      <a:pt x="588" y="4954"/>
                      <a:pt x="1183" y="5549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65" name="Freeform: Shape 16964">
                <a:extLst>
                  <a:ext uri="{FF2B5EF4-FFF2-40B4-BE49-F238E27FC236}">
                    <a16:creationId xmlns:a16="http://schemas.microsoft.com/office/drawing/2014/main" id="{09EB8527-1997-C88C-EC47-899EBAF5F8E6}"/>
                  </a:ext>
                </a:extLst>
              </p:cNvPr>
              <p:cNvSpPr/>
              <p:nvPr/>
            </p:nvSpPr>
            <p:spPr>
              <a:xfrm>
                <a:off x="9637924" y="5171266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6 w 6343"/>
                  <a:gd name="connsiteY4" fmla="*/ 133 h 6345"/>
                  <a:gd name="connsiteX5" fmla="*/ 1183 w 6343"/>
                  <a:gd name="connsiteY5" fmla="*/ 1063 h 6345"/>
                  <a:gd name="connsiteX6" fmla="*/ 255 w 6343"/>
                  <a:gd name="connsiteY6" fmla="*/ 3306 h 6345"/>
                  <a:gd name="connsiteX7" fmla="*/ 1183 w 6343"/>
                  <a:gd name="connsiteY7" fmla="*/ 5549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9" y="5549"/>
                    </a:cubicBezTo>
                    <a:cubicBezTo>
                      <a:pt x="6263" y="4954"/>
                      <a:pt x="6598" y="4147"/>
                      <a:pt x="6598" y="3306"/>
                    </a:cubicBezTo>
                    <a:cubicBezTo>
                      <a:pt x="6598" y="2465"/>
                      <a:pt x="6263" y="1658"/>
                      <a:pt x="5669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3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4"/>
                      <a:pt x="1183" y="5549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66" name="Freeform: Shape 16965">
                <a:extLst>
                  <a:ext uri="{FF2B5EF4-FFF2-40B4-BE49-F238E27FC236}">
                    <a16:creationId xmlns:a16="http://schemas.microsoft.com/office/drawing/2014/main" id="{8125DB93-04AA-4363-13FD-9C9E23DC07AB}"/>
                  </a:ext>
                </a:extLst>
              </p:cNvPr>
              <p:cNvSpPr/>
              <p:nvPr/>
            </p:nvSpPr>
            <p:spPr>
              <a:xfrm>
                <a:off x="9640568" y="5171272"/>
                <a:ext cx="6343" cy="6345"/>
              </a:xfrm>
              <a:custGeom>
                <a:avLst/>
                <a:gdLst>
                  <a:gd name="connsiteX0" fmla="*/ 3426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6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6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6" y="6479"/>
                    </a:moveTo>
                    <a:cubicBezTo>
                      <a:pt x="4267" y="6479"/>
                      <a:pt x="5074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4" y="468"/>
                      <a:pt x="4267" y="133"/>
                      <a:pt x="3426" y="133"/>
                    </a:cubicBezTo>
                    <a:cubicBezTo>
                      <a:pt x="2585" y="133"/>
                      <a:pt x="1778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8" y="6144"/>
                      <a:pt x="2585" y="6479"/>
                      <a:pt x="3426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67" name="Freeform: Shape 16966">
                <a:extLst>
                  <a:ext uri="{FF2B5EF4-FFF2-40B4-BE49-F238E27FC236}">
                    <a16:creationId xmlns:a16="http://schemas.microsoft.com/office/drawing/2014/main" id="{F1C154FC-5D24-ACD1-C6B6-BCC1F9A2D881}"/>
                  </a:ext>
                </a:extLst>
              </p:cNvPr>
              <p:cNvSpPr/>
              <p:nvPr/>
            </p:nvSpPr>
            <p:spPr>
              <a:xfrm>
                <a:off x="9643620" y="5171059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7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4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4" y="468"/>
                      <a:pt x="4268" y="133"/>
                      <a:pt x="3427" y="133"/>
                    </a:cubicBezTo>
                    <a:cubicBezTo>
                      <a:pt x="2585" y="133"/>
                      <a:pt x="1779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5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68" name="Freeform: Shape 16967">
                <a:extLst>
                  <a:ext uri="{FF2B5EF4-FFF2-40B4-BE49-F238E27FC236}">
                    <a16:creationId xmlns:a16="http://schemas.microsoft.com/office/drawing/2014/main" id="{54295DB3-FACB-FBFB-1F6C-E74452209697}"/>
                  </a:ext>
                </a:extLst>
              </p:cNvPr>
              <p:cNvSpPr/>
              <p:nvPr/>
            </p:nvSpPr>
            <p:spPr>
              <a:xfrm>
                <a:off x="9646430" y="5171031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69 w 6343"/>
                  <a:gd name="connsiteY1" fmla="*/ 5549 h 6345"/>
                  <a:gd name="connsiteX2" fmla="*/ 6598 w 6343"/>
                  <a:gd name="connsiteY2" fmla="*/ 3306 h 6345"/>
                  <a:gd name="connsiteX3" fmla="*/ 5669 w 6343"/>
                  <a:gd name="connsiteY3" fmla="*/ 1063 h 6345"/>
                  <a:gd name="connsiteX4" fmla="*/ 3427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69" y="5549"/>
                    </a:cubicBezTo>
                    <a:cubicBezTo>
                      <a:pt x="6264" y="4954"/>
                      <a:pt x="6598" y="4147"/>
                      <a:pt x="6598" y="3306"/>
                    </a:cubicBezTo>
                    <a:cubicBezTo>
                      <a:pt x="6598" y="2465"/>
                      <a:pt x="6264" y="1658"/>
                      <a:pt x="5669" y="1063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4" y="1063"/>
                    </a:cubicBezTo>
                    <a:cubicBezTo>
                      <a:pt x="589" y="1658"/>
                      <a:pt x="255" y="2465"/>
                      <a:pt x="255" y="3306"/>
                    </a:cubicBezTo>
                    <a:cubicBezTo>
                      <a:pt x="255" y="4147"/>
                      <a:pt x="589" y="4954"/>
                      <a:pt x="1184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69" name="Freeform: Shape 16968">
                <a:extLst>
                  <a:ext uri="{FF2B5EF4-FFF2-40B4-BE49-F238E27FC236}">
                    <a16:creationId xmlns:a16="http://schemas.microsoft.com/office/drawing/2014/main" id="{E68A4992-98C7-F530-9DE7-2F16538847F2}"/>
                  </a:ext>
                </a:extLst>
              </p:cNvPr>
              <p:cNvSpPr/>
              <p:nvPr/>
            </p:nvSpPr>
            <p:spPr>
              <a:xfrm>
                <a:off x="9649299" y="5171003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3 h 6345"/>
                  <a:gd name="connsiteX4" fmla="*/ 3427 w 6343"/>
                  <a:gd name="connsiteY4" fmla="*/ 133 h 6345"/>
                  <a:gd name="connsiteX5" fmla="*/ 1184 w 6343"/>
                  <a:gd name="connsiteY5" fmla="*/ 1063 h 6345"/>
                  <a:gd name="connsiteX6" fmla="*/ 255 w 6343"/>
                  <a:gd name="connsiteY6" fmla="*/ 3306 h 6345"/>
                  <a:gd name="connsiteX7" fmla="*/ 1184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70" y="5549"/>
                    </a:cubicBezTo>
                    <a:cubicBezTo>
                      <a:pt x="6264" y="4954"/>
                      <a:pt x="6599" y="4147"/>
                      <a:pt x="6599" y="3306"/>
                    </a:cubicBezTo>
                    <a:cubicBezTo>
                      <a:pt x="6599" y="2465"/>
                      <a:pt x="6264" y="1658"/>
                      <a:pt x="5670" y="1063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4" y="1063"/>
                    </a:cubicBezTo>
                    <a:cubicBezTo>
                      <a:pt x="590" y="1658"/>
                      <a:pt x="255" y="2465"/>
                      <a:pt x="255" y="3306"/>
                    </a:cubicBezTo>
                    <a:cubicBezTo>
                      <a:pt x="255" y="4147"/>
                      <a:pt x="590" y="4954"/>
                      <a:pt x="1184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70" name="Freeform: Shape 16969">
                <a:extLst>
                  <a:ext uri="{FF2B5EF4-FFF2-40B4-BE49-F238E27FC236}">
                    <a16:creationId xmlns:a16="http://schemas.microsoft.com/office/drawing/2014/main" id="{EE8CA5FB-6F47-1578-4537-BB9F983ACE3A}"/>
                  </a:ext>
                </a:extLst>
              </p:cNvPr>
              <p:cNvSpPr/>
              <p:nvPr/>
            </p:nvSpPr>
            <p:spPr>
              <a:xfrm>
                <a:off x="9653188" y="5170407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3 h 6345"/>
                  <a:gd name="connsiteX4" fmla="*/ 3427 w 6343"/>
                  <a:gd name="connsiteY4" fmla="*/ 133 h 6345"/>
                  <a:gd name="connsiteX5" fmla="*/ 1185 w 6343"/>
                  <a:gd name="connsiteY5" fmla="*/ 1063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8" y="6479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5"/>
                      <a:pt x="6265" y="1657"/>
                      <a:pt x="5670" y="1063"/>
                    </a:cubicBezTo>
                    <a:cubicBezTo>
                      <a:pt x="5075" y="468"/>
                      <a:pt x="4268" y="133"/>
                      <a:pt x="3427" y="133"/>
                    </a:cubicBezTo>
                    <a:cubicBezTo>
                      <a:pt x="2586" y="133"/>
                      <a:pt x="1779" y="468"/>
                      <a:pt x="1185" y="1063"/>
                    </a:cubicBezTo>
                    <a:cubicBezTo>
                      <a:pt x="590" y="1657"/>
                      <a:pt x="256" y="2465"/>
                      <a:pt x="256" y="3306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79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71" name="Freeform: Shape 16970">
                <a:extLst>
                  <a:ext uri="{FF2B5EF4-FFF2-40B4-BE49-F238E27FC236}">
                    <a16:creationId xmlns:a16="http://schemas.microsoft.com/office/drawing/2014/main" id="{B5247883-36CB-ADD5-C641-7F984BDA1EB5}"/>
                  </a:ext>
                </a:extLst>
              </p:cNvPr>
              <p:cNvSpPr/>
              <p:nvPr/>
            </p:nvSpPr>
            <p:spPr>
              <a:xfrm>
                <a:off x="9655720" y="5170654"/>
                <a:ext cx="6343" cy="6345"/>
              </a:xfrm>
              <a:custGeom>
                <a:avLst/>
                <a:gdLst>
                  <a:gd name="connsiteX0" fmla="*/ 3427 w 6343"/>
                  <a:gd name="connsiteY0" fmla="*/ 6479 h 6345"/>
                  <a:gd name="connsiteX1" fmla="*/ 5670 w 6343"/>
                  <a:gd name="connsiteY1" fmla="*/ 5549 h 6345"/>
                  <a:gd name="connsiteX2" fmla="*/ 6599 w 6343"/>
                  <a:gd name="connsiteY2" fmla="*/ 3306 h 6345"/>
                  <a:gd name="connsiteX3" fmla="*/ 5670 w 6343"/>
                  <a:gd name="connsiteY3" fmla="*/ 1063 h 6345"/>
                  <a:gd name="connsiteX4" fmla="*/ 3427 w 6343"/>
                  <a:gd name="connsiteY4" fmla="*/ 133 h 6345"/>
                  <a:gd name="connsiteX5" fmla="*/ 1185 w 6343"/>
                  <a:gd name="connsiteY5" fmla="*/ 1063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7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7" y="6479"/>
                    </a:moveTo>
                    <a:cubicBezTo>
                      <a:pt x="4269" y="6479"/>
                      <a:pt x="5075" y="6144"/>
                      <a:pt x="5670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5"/>
                      <a:pt x="6265" y="1657"/>
                      <a:pt x="5670" y="1063"/>
                    </a:cubicBezTo>
                    <a:cubicBezTo>
                      <a:pt x="5075" y="468"/>
                      <a:pt x="4269" y="133"/>
                      <a:pt x="3427" y="133"/>
                    </a:cubicBezTo>
                    <a:cubicBezTo>
                      <a:pt x="2586" y="133"/>
                      <a:pt x="1780" y="468"/>
                      <a:pt x="1185" y="1063"/>
                    </a:cubicBezTo>
                    <a:cubicBezTo>
                      <a:pt x="590" y="1657"/>
                      <a:pt x="256" y="2465"/>
                      <a:pt x="256" y="3306"/>
                    </a:cubicBezTo>
                    <a:cubicBezTo>
                      <a:pt x="256" y="4147"/>
                      <a:pt x="590" y="4954"/>
                      <a:pt x="1185" y="5549"/>
                    </a:cubicBezTo>
                    <a:cubicBezTo>
                      <a:pt x="1780" y="6144"/>
                      <a:pt x="2586" y="6479"/>
                      <a:pt x="3427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72" name="Freeform: Shape 16971">
                <a:extLst>
                  <a:ext uri="{FF2B5EF4-FFF2-40B4-BE49-F238E27FC236}">
                    <a16:creationId xmlns:a16="http://schemas.microsoft.com/office/drawing/2014/main" id="{B29A434C-C878-DE37-5B7C-4B519C963E85}"/>
                  </a:ext>
                </a:extLst>
              </p:cNvPr>
              <p:cNvSpPr/>
              <p:nvPr/>
            </p:nvSpPr>
            <p:spPr>
              <a:xfrm>
                <a:off x="9661417" y="5169110"/>
                <a:ext cx="6343" cy="6345"/>
              </a:xfrm>
              <a:custGeom>
                <a:avLst/>
                <a:gdLst>
                  <a:gd name="connsiteX0" fmla="*/ 3428 w 6343"/>
                  <a:gd name="connsiteY0" fmla="*/ 6479 h 6345"/>
                  <a:gd name="connsiteX1" fmla="*/ 5671 w 6343"/>
                  <a:gd name="connsiteY1" fmla="*/ 5549 h 6345"/>
                  <a:gd name="connsiteX2" fmla="*/ 6599 w 6343"/>
                  <a:gd name="connsiteY2" fmla="*/ 3306 h 6345"/>
                  <a:gd name="connsiteX3" fmla="*/ 5671 w 6343"/>
                  <a:gd name="connsiteY3" fmla="*/ 1062 h 6345"/>
                  <a:gd name="connsiteX4" fmla="*/ 3428 w 6343"/>
                  <a:gd name="connsiteY4" fmla="*/ 133 h 6345"/>
                  <a:gd name="connsiteX5" fmla="*/ 1185 w 6343"/>
                  <a:gd name="connsiteY5" fmla="*/ 1062 h 6345"/>
                  <a:gd name="connsiteX6" fmla="*/ 256 w 6343"/>
                  <a:gd name="connsiteY6" fmla="*/ 3306 h 6345"/>
                  <a:gd name="connsiteX7" fmla="*/ 1185 w 6343"/>
                  <a:gd name="connsiteY7" fmla="*/ 5549 h 6345"/>
                  <a:gd name="connsiteX8" fmla="*/ 3428 w 6343"/>
                  <a:gd name="connsiteY8" fmla="*/ 6479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28" y="6479"/>
                    </a:moveTo>
                    <a:cubicBezTo>
                      <a:pt x="4269" y="6479"/>
                      <a:pt x="5076" y="6144"/>
                      <a:pt x="5671" y="5549"/>
                    </a:cubicBezTo>
                    <a:cubicBezTo>
                      <a:pt x="6265" y="4954"/>
                      <a:pt x="6599" y="4147"/>
                      <a:pt x="6599" y="3306"/>
                    </a:cubicBezTo>
                    <a:cubicBezTo>
                      <a:pt x="6599" y="2464"/>
                      <a:pt x="6265" y="1657"/>
                      <a:pt x="5671" y="1062"/>
                    </a:cubicBezTo>
                    <a:cubicBezTo>
                      <a:pt x="5076" y="467"/>
                      <a:pt x="4269" y="133"/>
                      <a:pt x="3428" y="133"/>
                    </a:cubicBezTo>
                    <a:cubicBezTo>
                      <a:pt x="2587" y="133"/>
                      <a:pt x="1780" y="467"/>
                      <a:pt x="1185" y="1062"/>
                    </a:cubicBezTo>
                    <a:cubicBezTo>
                      <a:pt x="591" y="1657"/>
                      <a:pt x="256" y="2464"/>
                      <a:pt x="256" y="3306"/>
                    </a:cubicBezTo>
                    <a:cubicBezTo>
                      <a:pt x="256" y="4147"/>
                      <a:pt x="591" y="4954"/>
                      <a:pt x="1185" y="5549"/>
                    </a:cubicBezTo>
                    <a:cubicBezTo>
                      <a:pt x="1780" y="6144"/>
                      <a:pt x="2587" y="6479"/>
                      <a:pt x="3428" y="64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73" name="Freeform: Shape 16972">
                <a:extLst>
                  <a:ext uri="{FF2B5EF4-FFF2-40B4-BE49-F238E27FC236}">
                    <a16:creationId xmlns:a16="http://schemas.microsoft.com/office/drawing/2014/main" id="{25BF9BD2-3E9D-F997-69CE-3A308E2FDB9D}"/>
                  </a:ext>
                </a:extLst>
              </p:cNvPr>
              <p:cNvSpPr/>
              <p:nvPr/>
            </p:nvSpPr>
            <p:spPr>
              <a:xfrm>
                <a:off x="9549862" y="5527890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7 w 6343"/>
                  <a:gd name="connsiteY5" fmla="*/ 1091 h 6345"/>
                  <a:gd name="connsiteX6" fmla="*/ 248 w 6343"/>
                  <a:gd name="connsiteY6" fmla="*/ 3334 h 6345"/>
                  <a:gd name="connsiteX7" fmla="*/ 1177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2" y="5578"/>
                    </a:cubicBezTo>
                    <a:cubicBezTo>
                      <a:pt x="6257" y="4983"/>
                      <a:pt x="6591" y="4176"/>
                      <a:pt x="6591" y="3334"/>
                    </a:cubicBezTo>
                    <a:cubicBezTo>
                      <a:pt x="6591" y="2493"/>
                      <a:pt x="6257" y="1686"/>
                      <a:pt x="5662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7" y="1091"/>
                    </a:cubicBezTo>
                    <a:cubicBezTo>
                      <a:pt x="582" y="1686"/>
                      <a:pt x="248" y="2493"/>
                      <a:pt x="248" y="3334"/>
                    </a:cubicBezTo>
                    <a:cubicBezTo>
                      <a:pt x="248" y="4176"/>
                      <a:pt x="582" y="4983"/>
                      <a:pt x="1177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74" name="Freeform: Shape 16973">
                <a:extLst>
                  <a:ext uri="{FF2B5EF4-FFF2-40B4-BE49-F238E27FC236}">
                    <a16:creationId xmlns:a16="http://schemas.microsoft.com/office/drawing/2014/main" id="{D0C2DFF9-C7FA-AFAD-E29D-0693F1D55635}"/>
                  </a:ext>
                </a:extLst>
              </p:cNvPr>
              <p:cNvSpPr/>
              <p:nvPr/>
            </p:nvSpPr>
            <p:spPr>
              <a:xfrm>
                <a:off x="9548020" y="5527619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2 w 6343"/>
                  <a:gd name="connsiteY1" fmla="*/ 5578 h 6345"/>
                  <a:gd name="connsiteX2" fmla="*/ 6591 w 6343"/>
                  <a:gd name="connsiteY2" fmla="*/ 3334 h 6345"/>
                  <a:gd name="connsiteX3" fmla="*/ 5662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2"/>
                      <a:pt x="5662" y="5578"/>
                    </a:cubicBezTo>
                    <a:cubicBezTo>
                      <a:pt x="6256" y="4983"/>
                      <a:pt x="6591" y="4176"/>
                      <a:pt x="6591" y="3334"/>
                    </a:cubicBezTo>
                    <a:cubicBezTo>
                      <a:pt x="6591" y="2493"/>
                      <a:pt x="6256" y="1686"/>
                      <a:pt x="5662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2" y="1686"/>
                      <a:pt x="247" y="2493"/>
                      <a:pt x="247" y="3334"/>
                    </a:cubicBezTo>
                    <a:cubicBezTo>
                      <a:pt x="247" y="4176"/>
                      <a:pt x="582" y="4983"/>
                      <a:pt x="1176" y="5578"/>
                    </a:cubicBezTo>
                    <a:cubicBezTo>
                      <a:pt x="1771" y="6172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75" name="Freeform: Shape 16974">
                <a:extLst>
                  <a:ext uri="{FF2B5EF4-FFF2-40B4-BE49-F238E27FC236}">
                    <a16:creationId xmlns:a16="http://schemas.microsoft.com/office/drawing/2014/main" id="{A9EE63EF-B7EC-9502-D363-F4C43FBCB0E7}"/>
                  </a:ext>
                </a:extLst>
              </p:cNvPr>
              <p:cNvSpPr/>
              <p:nvPr/>
            </p:nvSpPr>
            <p:spPr>
              <a:xfrm>
                <a:off x="9546350" y="5527712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76" name="Freeform: Shape 16975">
                <a:extLst>
                  <a:ext uri="{FF2B5EF4-FFF2-40B4-BE49-F238E27FC236}">
                    <a16:creationId xmlns:a16="http://schemas.microsoft.com/office/drawing/2014/main" id="{6BB15A8A-BED6-75A7-252F-AD25A7315620}"/>
                  </a:ext>
                </a:extLst>
              </p:cNvPr>
              <p:cNvSpPr/>
              <p:nvPr/>
            </p:nvSpPr>
            <p:spPr>
              <a:xfrm>
                <a:off x="9544706" y="5527847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7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7" y="496"/>
                      <a:pt x="4260" y="161"/>
                      <a:pt x="3419" y="161"/>
                    </a:cubicBezTo>
                    <a:cubicBezTo>
                      <a:pt x="2578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3"/>
                      <a:pt x="2578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77" name="Freeform: Shape 16976">
                <a:extLst>
                  <a:ext uri="{FF2B5EF4-FFF2-40B4-BE49-F238E27FC236}">
                    <a16:creationId xmlns:a16="http://schemas.microsoft.com/office/drawing/2014/main" id="{2372D03F-79A3-217D-9A4B-C5A0832AB3AB}"/>
                  </a:ext>
                </a:extLst>
              </p:cNvPr>
              <p:cNvSpPr/>
              <p:nvPr/>
            </p:nvSpPr>
            <p:spPr>
              <a:xfrm>
                <a:off x="9542973" y="5527754"/>
                <a:ext cx="6343" cy="6345"/>
              </a:xfrm>
              <a:custGeom>
                <a:avLst/>
                <a:gdLst>
                  <a:gd name="connsiteX0" fmla="*/ 3419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9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9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9" y="6507"/>
                    </a:moveTo>
                    <a:cubicBezTo>
                      <a:pt x="4260" y="6507"/>
                      <a:pt x="5066" y="6173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60" y="161"/>
                      <a:pt x="3419" y="161"/>
                    </a:cubicBezTo>
                    <a:cubicBezTo>
                      <a:pt x="2577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3"/>
                      <a:pt x="2577" y="6507"/>
                      <a:pt x="3419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78" name="Freeform: Shape 16977">
                <a:extLst>
                  <a:ext uri="{FF2B5EF4-FFF2-40B4-BE49-F238E27FC236}">
                    <a16:creationId xmlns:a16="http://schemas.microsoft.com/office/drawing/2014/main" id="{C965967F-CD73-3B39-F03C-9CDFBEDA1E4C}"/>
                  </a:ext>
                </a:extLst>
              </p:cNvPr>
              <p:cNvSpPr/>
              <p:nvPr/>
            </p:nvSpPr>
            <p:spPr>
              <a:xfrm>
                <a:off x="9541222" y="5527594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60" y="6507"/>
                      <a:pt x="5066" y="6172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60" y="161"/>
                      <a:pt x="3418" y="161"/>
                    </a:cubicBezTo>
                    <a:cubicBezTo>
                      <a:pt x="2577" y="161"/>
                      <a:pt x="1771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1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79" name="Freeform: Shape 16978">
                <a:extLst>
                  <a:ext uri="{FF2B5EF4-FFF2-40B4-BE49-F238E27FC236}">
                    <a16:creationId xmlns:a16="http://schemas.microsoft.com/office/drawing/2014/main" id="{B67661A0-8E58-291D-0C67-DB4BB71F1A5D}"/>
                  </a:ext>
                </a:extLst>
              </p:cNvPr>
              <p:cNvSpPr/>
              <p:nvPr/>
            </p:nvSpPr>
            <p:spPr>
              <a:xfrm>
                <a:off x="9539521" y="5527530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1" y="5578"/>
                    </a:cubicBezTo>
                    <a:cubicBezTo>
                      <a:pt x="6256" y="4983"/>
                      <a:pt x="6590" y="4176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6"/>
                      <a:pt x="581" y="4983"/>
                      <a:pt x="1176" y="5578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80" name="Freeform: Shape 16979">
                <a:extLst>
                  <a:ext uri="{FF2B5EF4-FFF2-40B4-BE49-F238E27FC236}">
                    <a16:creationId xmlns:a16="http://schemas.microsoft.com/office/drawing/2014/main" id="{168F70FC-2AAF-82A5-E837-1B53B7C776C3}"/>
                  </a:ext>
                </a:extLst>
              </p:cNvPr>
              <p:cNvSpPr/>
              <p:nvPr/>
            </p:nvSpPr>
            <p:spPr>
              <a:xfrm>
                <a:off x="9537716" y="5527181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6 w 6343"/>
                  <a:gd name="connsiteY5" fmla="*/ 1091 h 6345"/>
                  <a:gd name="connsiteX6" fmla="*/ 247 w 6343"/>
                  <a:gd name="connsiteY6" fmla="*/ 3334 h 6345"/>
                  <a:gd name="connsiteX7" fmla="*/ 1176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1" y="5578"/>
                    </a:cubicBezTo>
                    <a:cubicBezTo>
                      <a:pt x="6256" y="4983"/>
                      <a:pt x="6590" y="4175"/>
                      <a:pt x="6590" y="3334"/>
                    </a:cubicBezTo>
                    <a:cubicBezTo>
                      <a:pt x="6590" y="2493"/>
                      <a:pt x="6256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6" y="1091"/>
                    </a:cubicBezTo>
                    <a:cubicBezTo>
                      <a:pt x="581" y="1686"/>
                      <a:pt x="247" y="2493"/>
                      <a:pt x="247" y="3334"/>
                    </a:cubicBezTo>
                    <a:cubicBezTo>
                      <a:pt x="247" y="4175"/>
                      <a:pt x="581" y="4983"/>
                      <a:pt x="1176" y="5578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81" name="Freeform: Shape 16980">
                <a:extLst>
                  <a:ext uri="{FF2B5EF4-FFF2-40B4-BE49-F238E27FC236}">
                    <a16:creationId xmlns:a16="http://schemas.microsoft.com/office/drawing/2014/main" id="{92485D1B-51B3-5258-1D6F-7426C8BE0EA4}"/>
                  </a:ext>
                </a:extLst>
              </p:cNvPr>
              <p:cNvSpPr/>
              <p:nvPr/>
            </p:nvSpPr>
            <p:spPr>
              <a:xfrm>
                <a:off x="9536047" y="5527147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90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1" y="5578"/>
                    </a:cubicBezTo>
                    <a:cubicBezTo>
                      <a:pt x="6255" y="4983"/>
                      <a:pt x="6590" y="4175"/>
                      <a:pt x="6590" y="3334"/>
                    </a:cubicBezTo>
                    <a:cubicBezTo>
                      <a:pt x="6590" y="2493"/>
                      <a:pt x="6255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1" y="1686"/>
                      <a:pt x="246" y="2493"/>
                      <a:pt x="246" y="3334"/>
                    </a:cubicBezTo>
                    <a:cubicBezTo>
                      <a:pt x="246" y="4175"/>
                      <a:pt x="581" y="4983"/>
                      <a:pt x="1175" y="5578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82" name="Freeform: Shape 16981">
                <a:extLst>
                  <a:ext uri="{FF2B5EF4-FFF2-40B4-BE49-F238E27FC236}">
                    <a16:creationId xmlns:a16="http://schemas.microsoft.com/office/drawing/2014/main" id="{69C1FF38-AA0A-A1B0-0608-E49F0D492376}"/>
                  </a:ext>
                </a:extLst>
              </p:cNvPr>
              <p:cNvSpPr/>
              <p:nvPr/>
            </p:nvSpPr>
            <p:spPr>
              <a:xfrm>
                <a:off x="9534425" y="5527212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1 w 6343"/>
                  <a:gd name="connsiteY1" fmla="*/ 5578 h 6345"/>
                  <a:gd name="connsiteX2" fmla="*/ 6589 w 6343"/>
                  <a:gd name="connsiteY2" fmla="*/ 3334 h 6345"/>
                  <a:gd name="connsiteX3" fmla="*/ 5661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1" y="5578"/>
                    </a:cubicBezTo>
                    <a:cubicBezTo>
                      <a:pt x="6255" y="4983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1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1" y="1686"/>
                      <a:pt x="246" y="2493"/>
                      <a:pt x="246" y="3334"/>
                    </a:cubicBezTo>
                    <a:cubicBezTo>
                      <a:pt x="246" y="4175"/>
                      <a:pt x="581" y="4983"/>
                      <a:pt x="1175" y="5578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83" name="Freeform: Shape 16982">
                <a:extLst>
                  <a:ext uri="{FF2B5EF4-FFF2-40B4-BE49-F238E27FC236}">
                    <a16:creationId xmlns:a16="http://schemas.microsoft.com/office/drawing/2014/main" id="{7DE9D0DD-85CE-7489-6A81-580F60984AE7}"/>
                  </a:ext>
                </a:extLst>
              </p:cNvPr>
              <p:cNvSpPr/>
              <p:nvPr/>
            </p:nvSpPr>
            <p:spPr>
              <a:xfrm>
                <a:off x="9532805" y="5527265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0" y="5578"/>
                    </a:cubicBezTo>
                    <a:cubicBezTo>
                      <a:pt x="6255" y="4983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3"/>
                      <a:pt x="1175" y="5578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84" name="Freeform: Shape 16983">
                <a:extLst>
                  <a:ext uri="{FF2B5EF4-FFF2-40B4-BE49-F238E27FC236}">
                    <a16:creationId xmlns:a16="http://schemas.microsoft.com/office/drawing/2014/main" id="{6D5790FB-398F-8559-55D8-3F696917FA24}"/>
                  </a:ext>
                </a:extLst>
              </p:cNvPr>
              <p:cNvSpPr/>
              <p:nvPr/>
            </p:nvSpPr>
            <p:spPr>
              <a:xfrm>
                <a:off x="9531250" y="5527473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6" y="6172"/>
                      <a:pt x="5660" y="5578"/>
                    </a:cubicBezTo>
                    <a:cubicBezTo>
                      <a:pt x="6255" y="4983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6" y="496"/>
                      <a:pt x="4259" y="161"/>
                      <a:pt x="3418" y="161"/>
                    </a:cubicBezTo>
                    <a:cubicBezTo>
                      <a:pt x="2577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3"/>
                      <a:pt x="1175" y="5578"/>
                    </a:cubicBezTo>
                    <a:cubicBezTo>
                      <a:pt x="1770" y="6172"/>
                      <a:pt x="2577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85" name="Freeform: Shape 16984">
                <a:extLst>
                  <a:ext uri="{FF2B5EF4-FFF2-40B4-BE49-F238E27FC236}">
                    <a16:creationId xmlns:a16="http://schemas.microsoft.com/office/drawing/2014/main" id="{6D5103B5-3CDB-51FC-B01A-E2D23046ECC1}"/>
                  </a:ext>
                </a:extLst>
              </p:cNvPr>
              <p:cNvSpPr/>
              <p:nvPr/>
            </p:nvSpPr>
            <p:spPr>
              <a:xfrm>
                <a:off x="9529312" y="5526620"/>
                <a:ext cx="6343" cy="6345"/>
              </a:xfrm>
              <a:custGeom>
                <a:avLst/>
                <a:gdLst>
                  <a:gd name="connsiteX0" fmla="*/ 3418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8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7 h 6345"/>
                  <a:gd name="connsiteX8" fmla="*/ 3418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8" y="6507"/>
                    </a:moveTo>
                    <a:cubicBezTo>
                      <a:pt x="4259" y="6507"/>
                      <a:pt x="5065" y="6172"/>
                      <a:pt x="5660" y="5577"/>
                    </a:cubicBezTo>
                    <a:cubicBezTo>
                      <a:pt x="6255" y="4982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9" y="161"/>
                      <a:pt x="3418" y="161"/>
                    </a:cubicBezTo>
                    <a:cubicBezTo>
                      <a:pt x="2576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2"/>
                      <a:pt x="1175" y="5577"/>
                    </a:cubicBezTo>
                    <a:cubicBezTo>
                      <a:pt x="1770" y="6172"/>
                      <a:pt x="2576" y="6507"/>
                      <a:pt x="3418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86" name="Freeform: Shape 16985">
                <a:extLst>
                  <a:ext uri="{FF2B5EF4-FFF2-40B4-BE49-F238E27FC236}">
                    <a16:creationId xmlns:a16="http://schemas.microsoft.com/office/drawing/2014/main" id="{DD0F3B3C-7637-09E1-E856-02181FBD1B8C}"/>
                  </a:ext>
                </a:extLst>
              </p:cNvPr>
              <p:cNvSpPr/>
              <p:nvPr/>
            </p:nvSpPr>
            <p:spPr>
              <a:xfrm>
                <a:off x="9527685" y="5526583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60" y="5577"/>
                    </a:cubicBezTo>
                    <a:cubicBezTo>
                      <a:pt x="6255" y="4982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70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2"/>
                      <a:pt x="1175" y="5577"/>
                    </a:cubicBezTo>
                    <a:cubicBezTo>
                      <a:pt x="1770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87" name="Freeform: Shape 16986">
                <a:extLst>
                  <a:ext uri="{FF2B5EF4-FFF2-40B4-BE49-F238E27FC236}">
                    <a16:creationId xmlns:a16="http://schemas.microsoft.com/office/drawing/2014/main" id="{0CF2E4A6-00BC-0492-0145-84BEF89C3988}"/>
                  </a:ext>
                </a:extLst>
              </p:cNvPr>
              <p:cNvSpPr/>
              <p:nvPr/>
            </p:nvSpPr>
            <p:spPr>
              <a:xfrm>
                <a:off x="9526277" y="5527145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8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5 w 6343"/>
                  <a:gd name="connsiteY5" fmla="*/ 1091 h 6345"/>
                  <a:gd name="connsiteX6" fmla="*/ 246 w 6343"/>
                  <a:gd name="connsiteY6" fmla="*/ 3334 h 6345"/>
                  <a:gd name="connsiteX7" fmla="*/ 1175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60" y="5578"/>
                    </a:cubicBezTo>
                    <a:cubicBezTo>
                      <a:pt x="6255" y="4983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5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3"/>
                      <a:pt x="1175" y="5578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88" name="Freeform: Shape 16987">
                <a:extLst>
                  <a:ext uri="{FF2B5EF4-FFF2-40B4-BE49-F238E27FC236}">
                    <a16:creationId xmlns:a16="http://schemas.microsoft.com/office/drawing/2014/main" id="{96E4E6AC-23B5-4AD8-E0A1-81CEB482B326}"/>
                  </a:ext>
                </a:extLst>
              </p:cNvPr>
              <p:cNvSpPr/>
              <p:nvPr/>
            </p:nvSpPr>
            <p:spPr>
              <a:xfrm>
                <a:off x="9524386" y="5526309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6 w 6343"/>
                  <a:gd name="connsiteY6" fmla="*/ 3334 h 6345"/>
                  <a:gd name="connsiteX7" fmla="*/ 1174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60" y="5577"/>
                    </a:cubicBezTo>
                    <a:cubicBezTo>
                      <a:pt x="6255" y="4982"/>
                      <a:pt x="6589" y="4175"/>
                      <a:pt x="6589" y="3334"/>
                    </a:cubicBezTo>
                    <a:cubicBezTo>
                      <a:pt x="6589" y="2493"/>
                      <a:pt x="6255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80" y="1686"/>
                      <a:pt x="246" y="2493"/>
                      <a:pt x="246" y="3334"/>
                    </a:cubicBezTo>
                    <a:cubicBezTo>
                      <a:pt x="246" y="4175"/>
                      <a:pt x="580" y="4982"/>
                      <a:pt x="1174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89" name="Freeform: Shape 16988">
                <a:extLst>
                  <a:ext uri="{FF2B5EF4-FFF2-40B4-BE49-F238E27FC236}">
                    <a16:creationId xmlns:a16="http://schemas.microsoft.com/office/drawing/2014/main" id="{9A202FA1-0D36-091D-C602-860FACA91E68}"/>
                  </a:ext>
                </a:extLst>
              </p:cNvPr>
              <p:cNvSpPr/>
              <p:nvPr/>
            </p:nvSpPr>
            <p:spPr>
              <a:xfrm>
                <a:off x="9522884" y="5526573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7 h 6345"/>
                  <a:gd name="connsiteX2" fmla="*/ 6589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7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60" y="5577"/>
                    </a:cubicBezTo>
                    <a:cubicBezTo>
                      <a:pt x="6254" y="4982"/>
                      <a:pt x="6589" y="4175"/>
                      <a:pt x="6589" y="3334"/>
                    </a:cubicBezTo>
                    <a:cubicBezTo>
                      <a:pt x="6589" y="2493"/>
                      <a:pt x="6254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80" y="1686"/>
                      <a:pt x="245" y="2493"/>
                      <a:pt x="245" y="3334"/>
                    </a:cubicBezTo>
                    <a:cubicBezTo>
                      <a:pt x="245" y="4175"/>
                      <a:pt x="580" y="4982"/>
                      <a:pt x="1174" y="5577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90" name="Freeform: Shape 16989">
                <a:extLst>
                  <a:ext uri="{FF2B5EF4-FFF2-40B4-BE49-F238E27FC236}">
                    <a16:creationId xmlns:a16="http://schemas.microsoft.com/office/drawing/2014/main" id="{173F9DA0-F661-3223-DEF5-5121585BBE06}"/>
                  </a:ext>
                </a:extLst>
              </p:cNvPr>
              <p:cNvSpPr/>
              <p:nvPr/>
            </p:nvSpPr>
            <p:spPr>
              <a:xfrm>
                <a:off x="9521586" y="5527441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60 w 6343"/>
                  <a:gd name="connsiteY1" fmla="*/ 5578 h 6345"/>
                  <a:gd name="connsiteX2" fmla="*/ 6588 w 6343"/>
                  <a:gd name="connsiteY2" fmla="*/ 3334 h 6345"/>
                  <a:gd name="connsiteX3" fmla="*/ 5660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2"/>
                      <a:pt x="5660" y="5578"/>
                    </a:cubicBezTo>
                    <a:cubicBezTo>
                      <a:pt x="6254" y="4983"/>
                      <a:pt x="6588" y="4175"/>
                      <a:pt x="6588" y="3334"/>
                    </a:cubicBezTo>
                    <a:cubicBezTo>
                      <a:pt x="6588" y="2493"/>
                      <a:pt x="6254" y="1686"/>
                      <a:pt x="5660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80" y="1686"/>
                      <a:pt x="245" y="2493"/>
                      <a:pt x="245" y="3334"/>
                    </a:cubicBezTo>
                    <a:cubicBezTo>
                      <a:pt x="245" y="4175"/>
                      <a:pt x="580" y="4983"/>
                      <a:pt x="1174" y="5578"/>
                    </a:cubicBezTo>
                    <a:cubicBezTo>
                      <a:pt x="1769" y="6172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91" name="Freeform: Shape 16990">
                <a:extLst>
                  <a:ext uri="{FF2B5EF4-FFF2-40B4-BE49-F238E27FC236}">
                    <a16:creationId xmlns:a16="http://schemas.microsoft.com/office/drawing/2014/main" id="{1AC41D48-AE59-9D0F-A817-93C2A0739B10}"/>
                  </a:ext>
                </a:extLst>
              </p:cNvPr>
              <p:cNvSpPr/>
              <p:nvPr/>
            </p:nvSpPr>
            <p:spPr>
              <a:xfrm>
                <a:off x="9520170" y="5527967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3"/>
                      <a:pt x="5659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9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92" name="Freeform: Shape 16991">
                <a:extLst>
                  <a:ext uri="{FF2B5EF4-FFF2-40B4-BE49-F238E27FC236}">
                    <a16:creationId xmlns:a16="http://schemas.microsoft.com/office/drawing/2014/main" id="{784599B5-FF5D-C6D2-424F-37F7642A90FE}"/>
                  </a:ext>
                </a:extLst>
              </p:cNvPr>
              <p:cNvSpPr/>
              <p:nvPr/>
            </p:nvSpPr>
            <p:spPr>
              <a:xfrm>
                <a:off x="9518858" y="5528820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1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5" y="6173"/>
                      <a:pt x="5659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5" y="496"/>
                      <a:pt x="4258" y="161"/>
                      <a:pt x="3417" y="161"/>
                    </a:cubicBezTo>
                    <a:cubicBezTo>
                      <a:pt x="2576" y="161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9" y="6173"/>
                      <a:pt x="2576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93" name="Freeform: Shape 16992">
                <a:extLst>
                  <a:ext uri="{FF2B5EF4-FFF2-40B4-BE49-F238E27FC236}">
                    <a16:creationId xmlns:a16="http://schemas.microsoft.com/office/drawing/2014/main" id="{B4F81241-C30F-122A-13B2-3BAEAD13AB6D}"/>
                  </a:ext>
                </a:extLst>
              </p:cNvPr>
              <p:cNvSpPr/>
              <p:nvPr/>
            </p:nvSpPr>
            <p:spPr>
              <a:xfrm>
                <a:off x="9517800" y="5530509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4 h 6345"/>
                  <a:gd name="connsiteX3" fmla="*/ 5659 w 6343"/>
                  <a:gd name="connsiteY3" fmla="*/ 1091 h 6345"/>
                  <a:gd name="connsiteX4" fmla="*/ 3417 w 6343"/>
                  <a:gd name="connsiteY4" fmla="*/ 162 h 6345"/>
                  <a:gd name="connsiteX5" fmla="*/ 1174 w 6343"/>
                  <a:gd name="connsiteY5" fmla="*/ 1091 h 6345"/>
                  <a:gd name="connsiteX6" fmla="*/ 245 w 6343"/>
                  <a:gd name="connsiteY6" fmla="*/ 3334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4" y="6173"/>
                      <a:pt x="5659" y="5578"/>
                    </a:cubicBezTo>
                    <a:cubicBezTo>
                      <a:pt x="6254" y="4983"/>
                      <a:pt x="6588" y="4176"/>
                      <a:pt x="6588" y="3334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8" y="162"/>
                      <a:pt x="3417" y="162"/>
                    </a:cubicBezTo>
                    <a:cubicBezTo>
                      <a:pt x="2575" y="162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4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9" y="6173"/>
                      <a:pt x="2575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94" name="Freeform: Shape 16993">
                <a:extLst>
                  <a:ext uri="{FF2B5EF4-FFF2-40B4-BE49-F238E27FC236}">
                    <a16:creationId xmlns:a16="http://schemas.microsoft.com/office/drawing/2014/main" id="{0DF86B7F-A59E-27A0-5F40-80018A2B5E8C}"/>
                  </a:ext>
                </a:extLst>
              </p:cNvPr>
              <p:cNvSpPr/>
              <p:nvPr/>
            </p:nvSpPr>
            <p:spPr>
              <a:xfrm>
                <a:off x="9517065" y="5533319"/>
                <a:ext cx="6343" cy="6345"/>
              </a:xfrm>
              <a:custGeom>
                <a:avLst/>
                <a:gdLst>
                  <a:gd name="connsiteX0" fmla="*/ 3417 w 6343"/>
                  <a:gd name="connsiteY0" fmla="*/ 6507 h 6345"/>
                  <a:gd name="connsiteX1" fmla="*/ 5659 w 6343"/>
                  <a:gd name="connsiteY1" fmla="*/ 5578 h 6345"/>
                  <a:gd name="connsiteX2" fmla="*/ 6588 w 6343"/>
                  <a:gd name="connsiteY2" fmla="*/ 3335 h 6345"/>
                  <a:gd name="connsiteX3" fmla="*/ 5659 w 6343"/>
                  <a:gd name="connsiteY3" fmla="*/ 1091 h 6345"/>
                  <a:gd name="connsiteX4" fmla="*/ 3417 w 6343"/>
                  <a:gd name="connsiteY4" fmla="*/ 162 h 6345"/>
                  <a:gd name="connsiteX5" fmla="*/ 1174 w 6343"/>
                  <a:gd name="connsiteY5" fmla="*/ 1091 h 6345"/>
                  <a:gd name="connsiteX6" fmla="*/ 245 w 6343"/>
                  <a:gd name="connsiteY6" fmla="*/ 3335 h 6345"/>
                  <a:gd name="connsiteX7" fmla="*/ 1174 w 6343"/>
                  <a:gd name="connsiteY7" fmla="*/ 5578 h 6345"/>
                  <a:gd name="connsiteX8" fmla="*/ 3417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7"/>
                    </a:moveTo>
                    <a:cubicBezTo>
                      <a:pt x="4258" y="6507"/>
                      <a:pt x="5064" y="6173"/>
                      <a:pt x="5659" y="5578"/>
                    </a:cubicBezTo>
                    <a:cubicBezTo>
                      <a:pt x="6254" y="4983"/>
                      <a:pt x="6588" y="4176"/>
                      <a:pt x="6588" y="3335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8" y="162"/>
                      <a:pt x="3417" y="162"/>
                    </a:cubicBezTo>
                    <a:cubicBezTo>
                      <a:pt x="2575" y="162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5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9" y="6173"/>
                      <a:pt x="2575" y="6507"/>
                      <a:pt x="3417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95" name="Freeform: Shape 16994">
                <a:extLst>
                  <a:ext uri="{FF2B5EF4-FFF2-40B4-BE49-F238E27FC236}">
                    <a16:creationId xmlns:a16="http://schemas.microsoft.com/office/drawing/2014/main" id="{F54CEC76-B534-EA8F-6579-DECD8B141994}"/>
                  </a:ext>
                </a:extLst>
              </p:cNvPr>
              <p:cNvSpPr/>
              <p:nvPr/>
            </p:nvSpPr>
            <p:spPr>
              <a:xfrm>
                <a:off x="9516650" y="5537313"/>
                <a:ext cx="6343" cy="6345"/>
              </a:xfrm>
              <a:custGeom>
                <a:avLst/>
                <a:gdLst>
                  <a:gd name="connsiteX0" fmla="*/ 3417 w 6343"/>
                  <a:gd name="connsiteY0" fmla="*/ 6508 h 6345"/>
                  <a:gd name="connsiteX1" fmla="*/ 5659 w 6343"/>
                  <a:gd name="connsiteY1" fmla="*/ 5578 h 6345"/>
                  <a:gd name="connsiteX2" fmla="*/ 6588 w 6343"/>
                  <a:gd name="connsiteY2" fmla="*/ 3335 h 6345"/>
                  <a:gd name="connsiteX3" fmla="*/ 5659 w 6343"/>
                  <a:gd name="connsiteY3" fmla="*/ 1091 h 6345"/>
                  <a:gd name="connsiteX4" fmla="*/ 3417 w 6343"/>
                  <a:gd name="connsiteY4" fmla="*/ 162 h 6345"/>
                  <a:gd name="connsiteX5" fmla="*/ 1174 w 6343"/>
                  <a:gd name="connsiteY5" fmla="*/ 1091 h 6345"/>
                  <a:gd name="connsiteX6" fmla="*/ 245 w 6343"/>
                  <a:gd name="connsiteY6" fmla="*/ 3335 h 6345"/>
                  <a:gd name="connsiteX7" fmla="*/ 1174 w 6343"/>
                  <a:gd name="connsiteY7" fmla="*/ 5578 h 6345"/>
                  <a:gd name="connsiteX8" fmla="*/ 3417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7" y="6508"/>
                    </a:moveTo>
                    <a:cubicBezTo>
                      <a:pt x="4258" y="6508"/>
                      <a:pt x="5064" y="6173"/>
                      <a:pt x="5659" y="5578"/>
                    </a:cubicBezTo>
                    <a:cubicBezTo>
                      <a:pt x="6254" y="4983"/>
                      <a:pt x="6588" y="4176"/>
                      <a:pt x="6588" y="3335"/>
                    </a:cubicBezTo>
                    <a:cubicBezTo>
                      <a:pt x="6588" y="2493"/>
                      <a:pt x="6254" y="1686"/>
                      <a:pt x="5659" y="1091"/>
                    </a:cubicBezTo>
                    <a:cubicBezTo>
                      <a:pt x="5064" y="496"/>
                      <a:pt x="4258" y="162"/>
                      <a:pt x="3417" y="162"/>
                    </a:cubicBezTo>
                    <a:cubicBezTo>
                      <a:pt x="2575" y="162"/>
                      <a:pt x="1769" y="496"/>
                      <a:pt x="1174" y="1091"/>
                    </a:cubicBezTo>
                    <a:cubicBezTo>
                      <a:pt x="579" y="1686"/>
                      <a:pt x="245" y="2493"/>
                      <a:pt x="245" y="3335"/>
                    </a:cubicBezTo>
                    <a:cubicBezTo>
                      <a:pt x="245" y="4176"/>
                      <a:pt x="579" y="4983"/>
                      <a:pt x="1174" y="5578"/>
                    </a:cubicBezTo>
                    <a:cubicBezTo>
                      <a:pt x="1769" y="6173"/>
                      <a:pt x="2575" y="6508"/>
                      <a:pt x="3417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96" name="Freeform: Shape 16995">
                <a:extLst>
                  <a:ext uri="{FF2B5EF4-FFF2-40B4-BE49-F238E27FC236}">
                    <a16:creationId xmlns:a16="http://schemas.microsoft.com/office/drawing/2014/main" id="{E01D1B38-219F-ECA7-4C86-C92875AA4E3D}"/>
                  </a:ext>
                </a:extLst>
              </p:cNvPr>
              <p:cNvSpPr/>
              <p:nvPr/>
            </p:nvSpPr>
            <p:spPr>
              <a:xfrm>
                <a:off x="9515697" y="5539617"/>
                <a:ext cx="6343" cy="6345"/>
              </a:xfrm>
              <a:custGeom>
                <a:avLst/>
                <a:gdLst>
                  <a:gd name="connsiteX0" fmla="*/ 3416 w 6343"/>
                  <a:gd name="connsiteY0" fmla="*/ 6508 h 6345"/>
                  <a:gd name="connsiteX1" fmla="*/ 5659 w 6343"/>
                  <a:gd name="connsiteY1" fmla="*/ 5578 h 6345"/>
                  <a:gd name="connsiteX2" fmla="*/ 6588 w 6343"/>
                  <a:gd name="connsiteY2" fmla="*/ 3335 h 6345"/>
                  <a:gd name="connsiteX3" fmla="*/ 5659 w 6343"/>
                  <a:gd name="connsiteY3" fmla="*/ 1092 h 6345"/>
                  <a:gd name="connsiteX4" fmla="*/ 3416 w 6343"/>
                  <a:gd name="connsiteY4" fmla="*/ 162 h 6345"/>
                  <a:gd name="connsiteX5" fmla="*/ 1174 w 6343"/>
                  <a:gd name="connsiteY5" fmla="*/ 1092 h 6345"/>
                  <a:gd name="connsiteX6" fmla="*/ 245 w 6343"/>
                  <a:gd name="connsiteY6" fmla="*/ 3335 h 6345"/>
                  <a:gd name="connsiteX7" fmla="*/ 1174 w 6343"/>
                  <a:gd name="connsiteY7" fmla="*/ 5578 h 6345"/>
                  <a:gd name="connsiteX8" fmla="*/ 341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8"/>
                    </a:moveTo>
                    <a:cubicBezTo>
                      <a:pt x="4258" y="6508"/>
                      <a:pt x="5064" y="6173"/>
                      <a:pt x="5659" y="5578"/>
                    </a:cubicBezTo>
                    <a:cubicBezTo>
                      <a:pt x="6254" y="4984"/>
                      <a:pt x="6588" y="4176"/>
                      <a:pt x="6588" y="3335"/>
                    </a:cubicBezTo>
                    <a:cubicBezTo>
                      <a:pt x="6588" y="2494"/>
                      <a:pt x="6254" y="1687"/>
                      <a:pt x="5659" y="1092"/>
                    </a:cubicBezTo>
                    <a:cubicBezTo>
                      <a:pt x="5064" y="497"/>
                      <a:pt x="4258" y="162"/>
                      <a:pt x="3416" y="162"/>
                    </a:cubicBezTo>
                    <a:cubicBezTo>
                      <a:pt x="2575" y="162"/>
                      <a:pt x="1769" y="497"/>
                      <a:pt x="1174" y="1092"/>
                    </a:cubicBezTo>
                    <a:cubicBezTo>
                      <a:pt x="579" y="1687"/>
                      <a:pt x="245" y="2494"/>
                      <a:pt x="245" y="3335"/>
                    </a:cubicBezTo>
                    <a:cubicBezTo>
                      <a:pt x="245" y="4176"/>
                      <a:pt x="579" y="4984"/>
                      <a:pt x="1174" y="5578"/>
                    </a:cubicBezTo>
                    <a:cubicBezTo>
                      <a:pt x="1769" y="6173"/>
                      <a:pt x="2575" y="6508"/>
                      <a:pt x="341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97" name="Freeform: Shape 16996">
                <a:extLst>
                  <a:ext uri="{FF2B5EF4-FFF2-40B4-BE49-F238E27FC236}">
                    <a16:creationId xmlns:a16="http://schemas.microsoft.com/office/drawing/2014/main" id="{C61848CA-9553-F105-6775-F86CB9B3F39C}"/>
                  </a:ext>
                </a:extLst>
              </p:cNvPr>
              <p:cNvSpPr/>
              <p:nvPr/>
            </p:nvSpPr>
            <p:spPr>
              <a:xfrm>
                <a:off x="9511580" y="5536505"/>
                <a:ext cx="6343" cy="6345"/>
              </a:xfrm>
              <a:custGeom>
                <a:avLst/>
                <a:gdLst>
                  <a:gd name="connsiteX0" fmla="*/ 3416 w 6343"/>
                  <a:gd name="connsiteY0" fmla="*/ 6508 h 6345"/>
                  <a:gd name="connsiteX1" fmla="*/ 5659 w 6343"/>
                  <a:gd name="connsiteY1" fmla="*/ 5578 h 6345"/>
                  <a:gd name="connsiteX2" fmla="*/ 6588 w 6343"/>
                  <a:gd name="connsiteY2" fmla="*/ 3335 h 6345"/>
                  <a:gd name="connsiteX3" fmla="*/ 5659 w 6343"/>
                  <a:gd name="connsiteY3" fmla="*/ 1091 h 6345"/>
                  <a:gd name="connsiteX4" fmla="*/ 3416 w 6343"/>
                  <a:gd name="connsiteY4" fmla="*/ 162 h 6345"/>
                  <a:gd name="connsiteX5" fmla="*/ 1173 w 6343"/>
                  <a:gd name="connsiteY5" fmla="*/ 1091 h 6345"/>
                  <a:gd name="connsiteX6" fmla="*/ 245 w 6343"/>
                  <a:gd name="connsiteY6" fmla="*/ 3335 h 6345"/>
                  <a:gd name="connsiteX7" fmla="*/ 1173 w 6343"/>
                  <a:gd name="connsiteY7" fmla="*/ 5578 h 6345"/>
                  <a:gd name="connsiteX8" fmla="*/ 3416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8"/>
                    </a:moveTo>
                    <a:cubicBezTo>
                      <a:pt x="4257" y="6508"/>
                      <a:pt x="5064" y="6173"/>
                      <a:pt x="5659" y="5578"/>
                    </a:cubicBezTo>
                    <a:cubicBezTo>
                      <a:pt x="6253" y="4983"/>
                      <a:pt x="6588" y="4176"/>
                      <a:pt x="6588" y="3335"/>
                    </a:cubicBezTo>
                    <a:cubicBezTo>
                      <a:pt x="6588" y="2493"/>
                      <a:pt x="6253" y="1686"/>
                      <a:pt x="5659" y="1091"/>
                    </a:cubicBezTo>
                    <a:cubicBezTo>
                      <a:pt x="5064" y="496"/>
                      <a:pt x="4257" y="162"/>
                      <a:pt x="3416" y="162"/>
                    </a:cubicBezTo>
                    <a:cubicBezTo>
                      <a:pt x="2575" y="162"/>
                      <a:pt x="1768" y="496"/>
                      <a:pt x="1173" y="1091"/>
                    </a:cubicBezTo>
                    <a:cubicBezTo>
                      <a:pt x="579" y="1686"/>
                      <a:pt x="245" y="2493"/>
                      <a:pt x="245" y="3335"/>
                    </a:cubicBezTo>
                    <a:cubicBezTo>
                      <a:pt x="245" y="4176"/>
                      <a:pt x="579" y="4983"/>
                      <a:pt x="1173" y="5578"/>
                    </a:cubicBezTo>
                    <a:cubicBezTo>
                      <a:pt x="1768" y="6173"/>
                      <a:pt x="2575" y="6508"/>
                      <a:pt x="3416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98" name="Freeform: Shape 16997">
                <a:extLst>
                  <a:ext uri="{FF2B5EF4-FFF2-40B4-BE49-F238E27FC236}">
                    <a16:creationId xmlns:a16="http://schemas.microsoft.com/office/drawing/2014/main" id="{F6A4F4FE-F897-AEFD-83C3-681591C57781}"/>
                  </a:ext>
                </a:extLst>
              </p:cNvPr>
              <p:cNvSpPr/>
              <p:nvPr/>
            </p:nvSpPr>
            <p:spPr>
              <a:xfrm>
                <a:off x="9508480" y="5530951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9 w 6343"/>
                  <a:gd name="connsiteY1" fmla="*/ 5578 h 6345"/>
                  <a:gd name="connsiteX2" fmla="*/ 6587 w 6343"/>
                  <a:gd name="connsiteY2" fmla="*/ 3334 h 6345"/>
                  <a:gd name="connsiteX3" fmla="*/ 5659 w 6343"/>
                  <a:gd name="connsiteY3" fmla="*/ 1091 h 6345"/>
                  <a:gd name="connsiteX4" fmla="*/ 3416 w 6343"/>
                  <a:gd name="connsiteY4" fmla="*/ 162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9" y="5578"/>
                    </a:cubicBezTo>
                    <a:cubicBezTo>
                      <a:pt x="6253" y="4983"/>
                      <a:pt x="6587" y="4176"/>
                      <a:pt x="6587" y="3334"/>
                    </a:cubicBezTo>
                    <a:cubicBezTo>
                      <a:pt x="6587" y="2493"/>
                      <a:pt x="6253" y="1686"/>
                      <a:pt x="5659" y="1091"/>
                    </a:cubicBezTo>
                    <a:cubicBezTo>
                      <a:pt x="5064" y="496"/>
                      <a:pt x="4257" y="162"/>
                      <a:pt x="3416" y="162"/>
                    </a:cubicBezTo>
                    <a:cubicBezTo>
                      <a:pt x="2575" y="162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999" name="Freeform: Shape 16998">
                <a:extLst>
                  <a:ext uri="{FF2B5EF4-FFF2-40B4-BE49-F238E27FC236}">
                    <a16:creationId xmlns:a16="http://schemas.microsoft.com/office/drawing/2014/main" id="{FABF9C5D-EA3A-1CFD-9C26-8A116D6BE4F8}"/>
                  </a:ext>
                </a:extLst>
              </p:cNvPr>
              <p:cNvSpPr/>
              <p:nvPr/>
            </p:nvSpPr>
            <p:spPr>
              <a:xfrm>
                <a:off x="9506336" y="5528723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4" y="6173"/>
                      <a:pt x="5658" y="5578"/>
                    </a:cubicBezTo>
                    <a:cubicBezTo>
                      <a:pt x="6253" y="4983"/>
                      <a:pt x="6587" y="4176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4" y="496"/>
                      <a:pt x="4257" y="161"/>
                      <a:pt x="3416" y="161"/>
                    </a:cubicBezTo>
                    <a:cubicBezTo>
                      <a:pt x="2575" y="161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6"/>
                      <a:pt x="578" y="4983"/>
                      <a:pt x="1173" y="5578"/>
                    </a:cubicBezTo>
                    <a:cubicBezTo>
                      <a:pt x="1768" y="6173"/>
                      <a:pt x="2575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00" name="Freeform: Shape 16999">
                <a:extLst>
                  <a:ext uri="{FF2B5EF4-FFF2-40B4-BE49-F238E27FC236}">
                    <a16:creationId xmlns:a16="http://schemas.microsoft.com/office/drawing/2014/main" id="{2CB682FC-7A90-E224-4B2B-700ADB1BC038}"/>
                  </a:ext>
                </a:extLst>
              </p:cNvPr>
              <p:cNvSpPr/>
              <p:nvPr/>
            </p:nvSpPr>
            <p:spPr>
              <a:xfrm>
                <a:off x="9504456" y="5527390"/>
                <a:ext cx="6343" cy="6345"/>
              </a:xfrm>
              <a:custGeom>
                <a:avLst/>
                <a:gdLst>
                  <a:gd name="connsiteX0" fmla="*/ 3416 w 6343"/>
                  <a:gd name="connsiteY0" fmla="*/ 6507 h 6345"/>
                  <a:gd name="connsiteX1" fmla="*/ 5658 w 6343"/>
                  <a:gd name="connsiteY1" fmla="*/ 5578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6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8 h 6345"/>
                  <a:gd name="connsiteX8" fmla="*/ 3416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6" y="6507"/>
                    </a:moveTo>
                    <a:cubicBezTo>
                      <a:pt x="4257" y="6507"/>
                      <a:pt x="5063" y="6172"/>
                      <a:pt x="5658" y="5578"/>
                    </a:cubicBezTo>
                    <a:cubicBezTo>
                      <a:pt x="6253" y="4983"/>
                      <a:pt x="6587" y="4175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7" y="161"/>
                      <a:pt x="3416" y="161"/>
                    </a:cubicBezTo>
                    <a:cubicBezTo>
                      <a:pt x="2574" y="161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5"/>
                      <a:pt x="578" y="4983"/>
                      <a:pt x="1173" y="5578"/>
                    </a:cubicBezTo>
                    <a:cubicBezTo>
                      <a:pt x="1768" y="6172"/>
                      <a:pt x="2574" y="6507"/>
                      <a:pt x="3416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01" name="Freeform: Shape 17000">
                <a:extLst>
                  <a:ext uri="{FF2B5EF4-FFF2-40B4-BE49-F238E27FC236}">
                    <a16:creationId xmlns:a16="http://schemas.microsoft.com/office/drawing/2014/main" id="{D729E24F-7D63-EC45-4BCD-16FEB6CF39EA}"/>
                  </a:ext>
                </a:extLst>
              </p:cNvPr>
              <p:cNvSpPr/>
              <p:nvPr/>
            </p:nvSpPr>
            <p:spPr>
              <a:xfrm>
                <a:off x="9502637" y="5526214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7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7" y="6507"/>
                      <a:pt x="5063" y="6172"/>
                      <a:pt x="5658" y="5577"/>
                    </a:cubicBezTo>
                    <a:cubicBezTo>
                      <a:pt x="6253" y="4982"/>
                      <a:pt x="6587" y="4175"/>
                      <a:pt x="6587" y="3334"/>
                    </a:cubicBezTo>
                    <a:cubicBezTo>
                      <a:pt x="6587" y="2493"/>
                      <a:pt x="6253" y="1686"/>
                      <a:pt x="5658" y="1091"/>
                    </a:cubicBezTo>
                    <a:cubicBezTo>
                      <a:pt x="5063" y="496"/>
                      <a:pt x="4257" y="161"/>
                      <a:pt x="3415" y="161"/>
                    </a:cubicBezTo>
                    <a:cubicBezTo>
                      <a:pt x="2574" y="161"/>
                      <a:pt x="1768" y="496"/>
                      <a:pt x="1173" y="1091"/>
                    </a:cubicBezTo>
                    <a:cubicBezTo>
                      <a:pt x="578" y="1686"/>
                      <a:pt x="244" y="2493"/>
                      <a:pt x="244" y="3334"/>
                    </a:cubicBezTo>
                    <a:cubicBezTo>
                      <a:pt x="244" y="4175"/>
                      <a:pt x="578" y="4982"/>
                      <a:pt x="1173" y="5577"/>
                    </a:cubicBezTo>
                    <a:cubicBezTo>
                      <a:pt x="1768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02" name="Freeform: Shape 17001">
                <a:extLst>
                  <a:ext uri="{FF2B5EF4-FFF2-40B4-BE49-F238E27FC236}">
                    <a16:creationId xmlns:a16="http://schemas.microsoft.com/office/drawing/2014/main" id="{8CDE6A0C-E3B7-8E3B-C3C7-95F0A1E33E76}"/>
                  </a:ext>
                </a:extLst>
              </p:cNvPr>
              <p:cNvSpPr/>
              <p:nvPr/>
            </p:nvSpPr>
            <p:spPr>
              <a:xfrm>
                <a:off x="9501016" y="5525767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7 h 6345"/>
                  <a:gd name="connsiteX2" fmla="*/ 6587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1 h 6345"/>
                  <a:gd name="connsiteX5" fmla="*/ 1173 w 6343"/>
                  <a:gd name="connsiteY5" fmla="*/ 1091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2"/>
                      <a:pt x="5658" y="5577"/>
                    </a:cubicBezTo>
                    <a:cubicBezTo>
                      <a:pt x="6253" y="4982"/>
                      <a:pt x="6587" y="4175"/>
                      <a:pt x="6587" y="3334"/>
                    </a:cubicBezTo>
                    <a:cubicBezTo>
                      <a:pt x="6587" y="2493"/>
                      <a:pt x="6253" y="1685"/>
                      <a:pt x="5658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3" y="1091"/>
                    </a:cubicBezTo>
                    <a:cubicBezTo>
                      <a:pt x="578" y="1685"/>
                      <a:pt x="244" y="2493"/>
                      <a:pt x="244" y="3334"/>
                    </a:cubicBezTo>
                    <a:cubicBezTo>
                      <a:pt x="244" y="4175"/>
                      <a:pt x="578" y="4982"/>
                      <a:pt x="1173" y="5577"/>
                    </a:cubicBezTo>
                    <a:cubicBezTo>
                      <a:pt x="1767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03" name="Freeform: Shape 17002">
                <a:extLst>
                  <a:ext uri="{FF2B5EF4-FFF2-40B4-BE49-F238E27FC236}">
                    <a16:creationId xmlns:a16="http://schemas.microsoft.com/office/drawing/2014/main" id="{51672B08-443F-95A8-576C-C66F15448D54}"/>
                  </a:ext>
                </a:extLst>
              </p:cNvPr>
              <p:cNvSpPr/>
              <p:nvPr/>
            </p:nvSpPr>
            <p:spPr>
              <a:xfrm>
                <a:off x="9499471" y="5525595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7 h 6345"/>
                  <a:gd name="connsiteX2" fmla="*/ 6587 w 6343"/>
                  <a:gd name="connsiteY2" fmla="*/ 3334 h 6345"/>
                  <a:gd name="connsiteX3" fmla="*/ 5658 w 6343"/>
                  <a:gd name="connsiteY3" fmla="*/ 1090 h 6345"/>
                  <a:gd name="connsiteX4" fmla="*/ 3415 w 6343"/>
                  <a:gd name="connsiteY4" fmla="*/ 161 h 6345"/>
                  <a:gd name="connsiteX5" fmla="*/ 1173 w 6343"/>
                  <a:gd name="connsiteY5" fmla="*/ 1090 h 6345"/>
                  <a:gd name="connsiteX6" fmla="*/ 244 w 6343"/>
                  <a:gd name="connsiteY6" fmla="*/ 3334 h 6345"/>
                  <a:gd name="connsiteX7" fmla="*/ 1173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2"/>
                      <a:pt x="5658" y="5577"/>
                    </a:cubicBezTo>
                    <a:cubicBezTo>
                      <a:pt x="6253" y="4982"/>
                      <a:pt x="6587" y="4175"/>
                      <a:pt x="6587" y="3334"/>
                    </a:cubicBezTo>
                    <a:cubicBezTo>
                      <a:pt x="6587" y="2493"/>
                      <a:pt x="6253" y="1685"/>
                      <a:pt x="5658" y="1090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3" y="1090"/>
                    </a:cubicBezTo>
                    <a:cubicBezTo>
                      <a:pt x="578" y="1685"/>
                      <a:pt x="244" y="2493"/>
                      <a:pt x="244" y="3334"/>
                    </a:cubicBezTo>
                    <a:cubicBezTo>
                      <a:pt x="244" y="4175"/>
                      <a:pt x="578" y="4982"/>
                      <a:pt x="1173" y="5577"/>
                    </a:cubicBezTo>
                    <a:cubicBezTo>
                      <a:pt x="1767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04" name="Freeform: Shape 17003">
                <a:extLst>
                  <a:ext uri="{FF2B5EF4-FFF2-40B4-BE49-F238E27FC236}">
                    <a16:creationId xmlns:a16="http://schemas.microsoft.com/office/drawing/2014/main" id="{2349F1B7-1842-C9ED-F61A-5FB51DB78C0A}"/>
                  </a:ext>
                </a:extLst>
              </p:cNvPr>
              <p:cNvSpPr/>
              <p:nvPr/>
            </p:nvSpPr>
            <p:spPr>
              <a:xfrm>
                <a:off x="9497930" y="5525413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7 h 6345"/>
                  <a:gd name="connsiteX2" fmla="*/ 6587 w 6343"/>
                  <a:gd name="connsiteY2" fmla="*/ 3334 h 6345"/>
                  <a:gd name="connsiteX3" fmla="*/ 5658 w 6343"/>
                  <a:gd name="connsiteY3" fmla="*/ 1090 h 6345"/>
                  <a:gd name="connsiteX4" fmla="*/ 3415 w 6343"/>
                  <a:gd name="connsiteY4" fmla="*/ 161 h 6345"/>
                  <a:gd name="connsiteX5" fmla="*/ 1172 w 6343"/>
                  <a:gd name="connsiteY5" fmla="*/ 1090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2"/>
                      <a:pt x="5658" y="5577"/>
                    </a:cubicBezTo>
                    <a:cubicBezTo>
                      <a:pt x="6252" y="4982"/>
                      <a:pt x="6587" y="4175"/>
                      <a:pt x="6587" y="3334"/>
                    </a:cubicBezTo>
                    <a:cubicBezTo>
                      <a:pt x="6587" y="2493"/>
                      <a:pt x="6252" y="1685"/>
                      <a:pt x="5658" y="1090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2" y="1090"/>
                    </a:cubicBezTo>
                    <a:cubicBezTo>
                      <a:pt x="578" y="1685"/>
                      <a:pt x="243" y="2493"/>
                      <a:pt x="243" y="3334"/>
                    </a:cubicBezTo>
                    <a:cubicBezTo>
                      <a:pt x="243" y="4175"/>
                      <a:pt x="578" y="4982"/>
                      <a:pt x="1172" y="5577"/>
                    </a:cubicBezTo>
                    <a:cubicBezTo>
                      <a:pt x="1767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05" name="Freeform: Shape 17004">
                <a:extLst>
                  <a:ext uri="{FF2B5EF4-FFF2-40B4-BE49-F238E27FC236}">
                    <a16:creationId xmlns:a16="http://schemas.microsoft.com/office/drawing/2014/main" id="{3C3D849F-2ED9-1D24-B26B-AF887E7EE494}"/>
                  </a:ext>
                </a:extLst>
              </p:cNvPr>
              <p:cNvSpPr/>
              <p:nvPr/>
            </p:nvSpPr>
            <p:spPr>
              <a:xfrm>
                <a:off x="9496510" y="5525738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8 w 6343"/>
                  <a:gd name="connsiteY1" fmla="*/ 5577 h 6345"/>
                  <a:gd name="connsiteX2" fmla="*/ 6586 w 6343"/>
                  <a:gd name="connsiteY2" fmla="*/ 3334 h 6345"/>
                  <a:gd name="connsiteX3" fmla="*/ 5658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2"/>
                      <a:pt x="5658" y="5577"/>
                    </a:cubicBezTo>
                    <a:cubicBezTo>
                      <a:pt x="6252" y="4982"/>
                      <a:pt x="6586" y="4175"/>
                      <a:pt x="6586" y="3334"/>
                    </a:cubicBezTo>
                    <a:cubicBezTo>
                      <a:pt x="6586" y="2493"/>
                      <a:pt x="6252" y="1685"/>
                      <a:pt x="5658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2" y="1091"/>
                    </a:cubicBezTo>
                    <a:cubicBezTo>
                      <a:pt x="578" y="1685"/>
                      <a:pt x="243" y="2493"/>
                      <a:pt x="243" y="3334"/>
                    </a:cubicBezTo>
                    <a:cubicBezTo>
                      <a:pt x="243" y="4175"/>
                      <a:pt x="578" y="4982"/>
                      <a:pt x="1172" y="5577"/>
                    </a:cubicBezTo>
                    <a:cubicBezTo>
                      <a:pt x="1767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06" name="Freeform: Shape 17005">
                <a:extLst>
                  <a:ext uri="{FF2B5EF4-FFF2-40B4-BE49-F238E27FC236}">
                    <a16:creationId xmlns:a16="http://schemas.microsoft.com/office/drawing/2014/main" id="{7B1D2DEF-90F4-E0C5-4EF0-983EB6A7B674}"/>
                  </a:ext>
                </a:extLst>
              </p:cNvPr>
              <p:cNvSpPr/>
              <p:nvPr/>
            </p:nvSpPr>
            <p:spPr>
              <a:xfrm>
                <a:off x="9495088" y="5526053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2"/>
                      <a:pt x="5657" y="5577"/>
                    </a:cubicBezTo>
                    <a:cubicBezTo>
                      <a:pt x="6252" y="4982"/>
                      <a:pt x="6586" y="4175"/>
                      <a:pt x="6586" y="3334"/>
                    </a:cubicBezTo>
                    <a:cubicBezTo>
                      <a:pt x="6586" y="2493"/>
                      <a:pt x="6252" y="1685"/>
                      <a:pt x="5657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2" y="1091"/>
                    </a:cubicBezTo>
                    <a:cubicBezTo>
                      <a:pt x="577" y="1685"/>
                      <a:pt x="243" y="2493"/>
                      <a:pt x="243" y="3334"/>
                    </a:cubicBezTo>
                    <a:cubicBezTo>
                      <a:pt x="243" y="4175"/>
                      <a:pt x="577" y="4982"/>
                      <a:pt x="1172" y="5577"/>
                    </a:cubicBezTo>
                    <a:cubicBezTo>
                      <a:pt x="1767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07" name="Freeform: Shape 17006">
                <a:extLst>
                  <a:ext uri="{FF2B5EF4-FFF2-40B4-BE49-F238E27FC236}">
                    <a16:creationId xmlns:a16="http://schemas.microsoft.com/office/drawing/2014/main" id="{D94D91EB-BF23-B586-B4E9-41553B77FC2D}"/>
                  </a:ext>
                </a:extLst>
              </p:cNvPr>
              <p:cNvSpPr/>
              <p:nvPr/>
            </p:nvSpPr>
            <p:spPr>
              <a:xfrm>
                <a:off x="9493712" y="5526590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3" y="6172"/>
                      <a:pt x="5657" y="5577"/>
                    </a:cubicBezTo>
                    <a:cubicBezTo>
                      <a:pt x="6252" y="4982"/>
                      <a:pt x="6586" y="4175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3" y="496"/>
                      <a:pt x="4256" y="161"/>
                      <a:pt x="3415" y="161"/>
                    </a:cubicBezTo>
                    <a:cubicBezTo>
                      <a:pt x="2574" y="161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5"/>
                      <a:pt x="577" y="4982"/>
                      <a:pt x="1172" y="5577"/>
                    </a:cubicBezTo>
                    <a:cubicBezTo>
                      <a:pt x="1767" y="6172"/>
                      <a:pt x="2574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08" name="Freeform: Shape 17007">
                <a:extLst>
                  <a:ext uri="{FF2B5EF4-FFF2-40B4-BE49-F238E27FC236}">
                    <a16:creationId xmlns:a16="http://schemas.microsoft.com/office/drawing/2014/main" id="{D50AB7F8-E026-1FD4-54DF-E5E77EDD7044}"/>
                  </a:ext>
                </a:extLst>
              </p:cNvPr>
              <p:cNvSpPr/>
              <p:nvPr/>
            </p:nvSpPr>
            <p:spPr>
              <a:xfrm>
                <a:off x="9492285" y="5526889"/>
                <a:ext cx="6343" cy="6345"/>
              </a:xfrm>
              <a:custGeom>
                <a:avLst/>
                <a:gdLst>
                  <a:gd name="connsiteX0" fmla="*/ 3415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5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5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5" y="6507"/>
                    </a:moveTo>
                    <a:cubicBezTo>
                      <a:pt x="4256" y="6507"/>
                      <a:pt x="5062" y="6172"/>
                      <a:pt x="5657" y="5577"/>
                    </a:cubicBezTo>
                    <a:cubicBezTo>
                      <a:pt x="6252" y="4983"/>
                      <a:pt x="6586" y="4175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6" y="161"/>
                      <a:pt x="3415" y="161"/>
                    </a:cubicBezTo>
                    <a:cubicBezTo>
                      <a:pt x="2573" y="161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5"/>
                      <a:pt x="577" y="4983"/>
                      <a:pt x="1172" y="5577"/>
                    </a:cubicBezTo>
                    <a:cubicBezTo>
                      <a:pt x="1767" y="6172"/>
                      <a:pt x="2573" y="6507"/>
                      <a:pt x="3415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09" name="Freeform: Shape 17008">
                <a:extLst>
                  <a:ext uri="{FF2B5EF4-FFF2-40B4-BE49-F238E27FC236}">
                    <a16:creationId xmlns:a16="http://schemas.microsoft.com/office/drawing/2014/main" id="{C4C07CC5-E753-F2B3-EA3A-C4998F3A2381}"/>
                  </a:ext>
                </a:extLst>
              </p:cNvPr>
              <p:cNvSpPr/>
              <p:nvPr/>
            </p:nvSpPr>
            <p:spPr>
              <a:xfrm>
                <a:off x="9490878" y="5527294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6" y="6507"/>
                      <a:pt x="5062" y="6172"/>
                      <a:pt x="5657" y="5578"/>
                    </a:cubicBezTo>
                    <a:cubicBezTo>
                      <a:pt x="6252" y="4983"/>
                      <a:pt x="6586" y="4175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6" y="161"/>
                      <a:pt x="3414" y="161"/>
                    </a:cubicBezTo>
                    <a:cubicBezTo>
                      <a:pt x="2573" y="161"/>
                      <a:pt x="1767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5"/>
                      <a:pt x="577" y="4983"/>
                      <a:pt x="1172" y="5578"/>
                    </a:cubicBezTo>
                    <a:cubicBezTo>
                      <a:pt x="1767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10" name="Freeform: Shape 17009">
                <a:extLst>
                  <a:ext uri="{FF2B5EF4-FFF2-40B4-BE49-F238E27FC236}">
                    <a16:creationId xmlns:a16="http://schemas.microsoft.com/office/drawing/2014/main" id="{FC4A6157-967D-EDEC-67D0-811169174BD9}"/>
                  </a:ext>
                </a:extLst>
              </p:cNvPr>
              <p:cNvSpPr/>
              <p:nvPr/>
            </p:nvSpPr>
            <p:spPr>
              <a:xfrm>
                <a:off x="9489357" y="5527113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8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7" y="5578"/>
                    </a:cubicBezTo>
                    <a:cubicBezTo>
                      <a:pt x="6252" y="4983"/>
                      <a:pt x="6586" y="4175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5"/>
                      <a:pt x="577" y="4983"/>
                      <a:pt x="1172" y="5578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11" name="Freeform: Shape 17010">
                <a:extLst>
                  <a:ext uri="{FF2B5EF4-FFF2-40B4-BE49-F238E27FC236}">
                    <a16:creationId xmlns:a16="http://schemas.microsoft.com/office/drawing/2014/main" id="{2C35DC15-FBBE-F015-FF9E-EFFF3F042BF4}"/>
                  </a:ext>
                </a:extLst>
              </p:cNvPr>
              <p:cNvSpPr/>
              <p:nvPr/>
            </p:nvSpPr>
            <p:spPr>
              <a:xfrm>
                <a:off x="9487851" y="5526980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2 w 6343"/>
                  <a:gd name="connsiteY5" fmla="*/ 1091 h 6345"/>
                  <a:gd name="connsiteX6" fmla="*/ 243 w 6343"/>
                  <a:gd name="connsiteY6" fmla="*/ 3334 h 6345"/>
                  <a:gd name="connsiteX7" fmla="*/ 1172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7" y="5577"/>
                    </a:cubicBezTo>
                    <a:cubicBezTo>
                      <a:pt x="6252" y="4983"/>
                      <a:pt x="6586" y="4175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2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5"/>
                      <a:pt x="577" y="4983"/>
                      <a:pt x="1172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12" name="Freeform: Shape 17011">
                <a:extLst>
                  <a:ext uri="{FF2B5EF4-FFF2-40B4-BE49-F238E27FC236}">
                    <a16:creationId xmlns:a16="http://schemas.microsoft.com/office/drawing/2014/main" id="{05B0A08E-5B6C-9950-8631-107F00E3D7EA}"/>
                  </a:ext>
                </a:extLst>
              </p:cNvPr>
              <p:cNvSpPr/>
              <p:nvPr/>
            </p:nvSpPr>
            <p:spPr>
              <a:xfrm>
                <a:off x="9486286" y="5526489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1 w 6343"/>
                  <a:gd name="connsiteY5" fmla="*/ 1091 h 6345"/>
                  <a:gd name="connsiteX6" fmla="*/ 243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7" y="5577"/>
                    </a:cubicBezTo>
                    <a:cubicBezTo>
                      <a:pt x="6252" y="4982"/>
                      <a:pt x="6586" y="4175"/>
                      <a:pt x="6586" y="3334"/>
                    </a:cubicBezTo>
                    <a:cubicBezTo>
                      <a:pt x="6586" y="2493"/>
                      <a:pt x="6252" y="1686"/>
                      <a:pt x="5657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1" y="1091"/>
                    </a:cubicBezTo>
                    <a:cubicBezTo>
                      <a:pt x="577" y="1686"/>
                      <a:pt x="243" y="2493"/>
                      <a:pt x="243" y="3334"/>
                    </a:cubicBezTo>
                    <a:cubicBezTo>
                      <a:pt x="243" y="4175"/>
                      <a:pt x="577" y="4982"/>
                      <a:pt x="1171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13" name="Freeform: Shape 17012">
                <a:extLst>
                  <a:ext uri="{FF2B5EF4-FFF2-40B4-BE49-F238E27FC236}">
                    <a16:creationId xmlns:a16="http://schemas.microsoft.com/office/drawing/2014/main" id="{6B6FD9DB-CE87-3500-E7AC-07A0F0D2C78F}"/>
                  </a:ext>
                </a:extLst>
              </p:cNvPr>
              <p:cNvSpPr/>
              <p:nvPr/>
            </p:nvSpPr>
            <p:spPr>
              <a:xfrm>
                <a:off x="9484819" y="5526510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7 h 6345"/>
                  <a:gd name="connsiteX2" fmla="*/ 6586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7" y="5577"/>
                    </a:cubicBezTo>
                    <a:cubicBezTo>
                      <a:pt x="6251" y="4982"/>
                      <a:pt x="6586" y="4175"/>
                      <a:pt x="6586" y="3334"/>
                    </a:cubicBezTo>
                    <a:cubicBezTo>
                      <a:pt x="6586" y="2493"/>
                      <a:pt x="6251" y="1686"/>
                      <a:pt x="5657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1" y="1091"/>
                    </a:cubicBezTo>
                    <a:cubicBezTo>
                      <a:pt x="577" y="1686"/>
                      <a:pt x="242" y="2493"/>
                      <a:pt x="242" y="3334"/>
                    </a:cubicBezTo>
                    <a:cubicBezTo>
                      <a:pt x="242" y="4175"/>
                      <a:pt x="577" y="4982"/>
                      <a:pt x="1171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14" name="Freeform: Shape 17013">
                <a:extLst>
                  <a:ext uri="{FF2B5EF4-FFF2-40B4-BE49-F238E27FC236}">
                    <a16:creationId xmlns:a16="http://schemas.microsoft.com/office/drawing/2014/main" id="{539F4B32-FF16-F27D-D3B3-CF4069AAEECA}"/>
                  </a:ext>
                </a:extLst>
              </p:cNvPr>
              <p:cNvSpPr/>
              <p:nvPr/>
            </p:nvSpPr>
            <p:spPr>
              <a:xfrm>
                <a:off x="9483334" y="5526406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7 w 6343"/>
                  <a:gd name="connsiteY1" fmla="*/ 5577 h 6345"/>
                  <a:gd name="connsiteX2" fmla="*/ 6585 w 6343"/>
                  <a:gd name="connsiteY2" fmla="*/ 3334 h 6345"/>
                  <a:gd name="connsiteX3" fmla="*/ 5657 w 6343"/>
                  <a:gd name="connsiteY3" fmla="*/ 1091 h 6345"/>
                  <a:gd name="connsiteX4" fmla="*/ 3414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7" y="5577"/>
                    </a:cubicBezTo>
                    <a:cubicBezTo>
                      <a:pt x="6251" y="4982"/>
                      <a:pt x="6585" y="4175"/>
                      <a:pt x="6585" y="3334"/>
                    </a:cubicBezTo>
                    <a:cubicBezTo>
                      <a:pt x="6585" y="2493"/>
                      <a:pt x="6251" y="1686"/>
                      <a:pt x="5657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1" y="1091"/>
                    </a:cubicBezTo>
                    <a:cubicBezTo>
                      <a:pt x="577" y="1686"/>
                      <a:pt x="242" y="2493"/>
                      <a:pt x="242" y="3334"/>
                    </a:cubicBezTo>
                    <a:cubicBezTo>
                      <a:pt x="242" y="4175"/>
                      <a:pt x="577" y="4982"/>
                      <a:pt x="1171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15" name="Freeform: Shape 17014">
                <a:extLst>
                  <a:ext uri="{FF2B5EF4-FFF2-40B4-BE49-F238E27FC236}">
                    <a16:creationId xmlns:a16="http://schemas.microsoft.com/office/drawing/2014/main" id="{BCA28300-B1A2-4B36-CEC9-876366098E23}"/>
                  </a:ext>
                </a:extLst>
              </p:cNvPr>
              <p:cNvSpPr/>
              <p:nvPr/>
            </p:nvSpPr>
            <p:spPr>
              <a:xfrm>
                <a:off x="9481954" y="5526931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7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4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7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6" y="5577"/>
                    </a:cubicBezTo>
                    <a:cubicBezTo>
                      <a:pt x="6251" y="4983"/>
                      <a:pt x="6585" y="4175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5"/>
                      <a:pt x="576" y="4983"/>
                      <a:pt x="1171" y="5577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16" name="Freeform: Shape 17015">
                <a:extLst>
                  <a:ext uri="{FF2B5EF4-FFF2-40B4-BE49-F238E27FC236}">
                    <a16:creationId xmlns:a16="http://schemas.microsoft.com/office/drawing/2014/main" id="{AA433C57-41D6-1B46-D9D5-19141EAB037C}"/>
                  </a:ext>
                </a:extLst>
              </p:cNvPr>
              <p:cNvSpPr/>
              <p:nvPr/>
            </p:nvSpPr>
            <p:spPr>
              <a:xfrm>
                <a:off x="9480597" y="5527623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4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2" y="6172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2" y="496"/>
                      <a:pt x="4255" y="161"/>
                      <a:pt x="3414" y="161"/>
                    </a:cubicBezTo>
                    <a:cubicBezTo>
                      <a:pt x="2573" y="161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2"/>
                      <a:pt x="2573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17" name="Freeform: Shape 17016">
                <a:extLst>
                  <a:ext uri="{FF2B5EF4-FFF2-40B4-BE49-F238E27FC236}">
                    <a16:creationId xmlns:a16="http://schemas.microsoft.com/office/drawing/2014/main" id="{8292A1C5-1013-51CA-6916-FAADDA697D24}"/>
                  </a:ext>
                </a:extLst>
              </p:cNvPr>
              <p:cNvSpPr/>
              <p:nvPr/>
            </p:nvSpPr>
            <p:spPr>
              <a:xfrm>
                <a:off x="9479206" y="5528131"/>
                <a:ext cx="6343" cy="6345"/>
              </a:xfrm>
              <a:custGeom>
                <a:avLst/>
                <a:gdLst>
                  <a:gd name="connsiteX0" fmla="*/ 3414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4 w 6343"/>
                  <a:gd name="connsiteY4" fmla="*/ 161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4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4" y="6507"/>
                    </a:moveTo>
                    <a:cubicBezTo>
                      <a:pt x="4255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5" y="161"/>
                      <a:pt x="3414" y="161"/>
                    </a:cubicBezTo>
                    <a:cubicBezTo>
                      <a:pt x="2572" y="161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2" y="6507"/>
                      <a:pt x="3414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18" name="Freeform: Shape 17017">
                <a:extLst>
                  <a:ext uri="{FF2B5EF4-FFF2-40B4-BE49-F238E27FC236}">
                    <a16:creationId xmlns:a16="http://schemas.microsoft.com/office/drawing/2014/main" id="{5EC46FE8-EB08-ACFB-012D-42E0AAF5E2B0}"/>
                  </a:ext>
                </a:extLst>
              </p:cNvPr>
              <p:cNvSpPr/>
              <p:nvPr/>
            </p:nvSpPr>
            <p:spPr>
              <a:xfrm>
                <a:off x="9477985" y="5529855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5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5" y="162"/>
                      <a:pt x="3413" y="162"/>
                    </a:cubicBezTo>
                    <a:cubicBezTo>
                      <a:pt x="2572" y="162"/>
                      <a:pt x="1766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6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19" name="Freeform: Shape 17018">
                <a:extLst>
                  <a:ext uri="{FF2B5EF4-FFF2-40B4-BE49-F238E27FC236}">
                    <a16:creationId xmlns:a16="http://schemas.microsoft.com/office/drawing/2014/main" id="{1DF5DF9B-D6DD-3F99-9A20-9FA67D6DF9D3}"/>
                  </a:ext>
                </a:extLst>
              </p:cNvPr>
              <p:cNvSpPr/>
              <p:nvPr/>
            </p:nvSpPr>
            <p:spPr>
              <a:xfrm>
                <a:off x="9476577" y="5530348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20" name="Freeform: Shape 17019">
                <a:extLst>
                  <a:ext uri="{FF2B5EF4-FFF2-40B4-BE49-F238E27FC236}">
                    <a16:creationId xmlns:a16="http://schemas.microsoft.com/office/drawing/2014/main" id="{7558B239-CF64-0B61-C447-848838667491}"/>
                  </a:ext>
                </a:extLst>
              </p:cNvPr>
              <p:cNvSpPr/>
              <p:nvPr/>
            </p:nvSpPr>
            <p:spPr>
              <a:xfrm>
                <a:off x="9475135" y="5530600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1 w 6343"/>
                  <a:gd name="connsiteY5" fmla="*/ 1091 h 6345"/>
                  <a:gd name="connsiteX6" fmla="*/ 242 w 6343"/>
                  <a:gd name="connsiteY6" fmla="*/ 3334 h 6345"/>
                  <a:gd name="connsiteX7" fmla="*/ 1171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1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1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21" name="Freeform: Shape 17020">
                <a:extLst>
                  <a:ext uri="{FF2B5EF4-FFF2-40B4-BE49-F238E27FC236}">
                    <a16:creationId xmlns:a16="http://schemas.microsoft.com/office/drawing/2014/main" id="{D27D09D8-1C7A-3067-ABD4-099A7919A4EE}"/>
                  </a:ext>
                </a:extLst>
              </p:cNvPr>
              <p:cNvSpPr/>
              <p:nvPr/>
            </p:nvSpPr>
            <p:spPr>
              <a:xfrm>
                <a:off x="9473683" y="5530784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0 w 6343"/>
                  <a:gd name="connsiteY5" fmla="*/ 1091 h 6345"/>
                  <a:gd name="connsiteX6" fmla="*/ 242 w 6343"/>
                  <a:gd name="connsiteY6" fmla="*/ 3334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1" y="4983"/>
                      <a:pt x="6585" y="4176"/>
                      <a:pt x="6585" y="3334"/>
                    </a:cubicBezTo>
                    <a:cubicBezTo>
                      <a:pt x="6585" y="2493"/>
                      <a:pt x="6251" y="1686"/>
                      <a:pt x="5656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0" y="1091"/>
                    </a:cubicBezTo>
                    <a:cubicBezTo>
                      <a:pt x="576" y="1686"/>
                      <a:pt x="242" y="2493"/>
                      <a:pt x="242" y="3334"/>
                    </a:cubicBezTo>
                    <a:cubicBezTo>
                      <a:pt x="242" y="4176"/>
                      <a:pt x="576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22" name="Freeform: Shape 17021">
                <a:extLst>
                  <a:ext uri="{FF2B5EF4-FFF2-40B4-BE49-F238E27FC236}">
                    <a16:creationId xmlns:a16="http://schemas.microsoft.com/office/drawing/2014/main" id="{01CE0BB9-D1E8-F7C5-CB68-B3F89465F8AD}"/>
                  </a:ext>
                </a:extLst>
              </p:cNvPr>
              <p:cNvSpPr/>
              <p:nvPr/>
            </p:nvSpPr>
            <p:spPr>
              <a:xfrm>
                <a:off x="9472476" y="5533063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5 w 6343"/>
                  <a:gd name="connsiteY2" fmla="*/ 3335 h 6345"/>
                  <a:gd name="connsiteX3" fmla="*/ 5656 w 6343"/>
                  <a:gd name="connsiteY3" fmla="*/ 1091 h 6345"/>
                  <a:gd name="connsiteX4" fmla="*/ 3413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5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0" y="4983"/>
                      <a:pt x="6585" y="4176"/>
                      <a:pt x="6585" y="3335"/>
                    </a:cubicBezTo>
                    <a:cubicBezTo>
                      <a:pt x="6585" y="2493"/>
                      <a:pt x="6250" y="1686"/>
                      <a:pt x="5656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0" y="1091"/>
                    </a:cubicBezTo>
                    <a:cubicBezTo>
                      <a:pt x="576" y="1686"/>
                      <a:pt x="241" y="2493"/>
                      <a:pt x="241" y="3335"/>
                    </a:cubicBezTo>
                    <a:cubicBezTo>
                      <a:pt x="241" y="4176"/>
                      <a:pt x="576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23" name="Freeform: Shape 17022">
                <a:extLst>
                  <a:ext uri="{FF2B5EF4-FFF2-40B4-BE49-F238E27FC236}">
                    <a16:creationId xmlns:a16="http://schemas.microsoft.com/office/drawing/2014/main" id="{235D9469-8B4A-E1B4-8B41-9DB2FC684758}"/>
                  </a:ext>
                </a:extLst>
              </p:cNvPr>
              <p:cNvSpPr/>
              <p:nvPr/>
            </p:nvSpPr>
            <p:spPr>
              <a:xfrm>
                <a:off x="9470516" y="5528788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6 w 6343"/>
                  <a:gd name="connsiteY1" fmla="*/ 5578 h 6345"/>
                  <a:gd name="connsiteX2" fmla="*/ 6584 w 6343"/>
                  <a:gd name="connsiteY2" fmla="*/ 3334 h 6345"/>
                  <a:gd name="connsiteX3" fmla="*/ 5656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6" y="5578"/>
                    </a:cubicBezTo>
                    <a:cubicBezTo>
                      <a:pt x="6250" y="4983"/>
                      <a:pt x="6584" y="4176"/>
                      <a:pt x="6584" y="3334"/>
                    </a:cubicBezTo>
                    <a:cubicBezTo>
                      <a:pt x="6584" y="2493"/>
                      <a:pt x="6250" y="1686"/>
                      <a:pt x="5656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0" y="1091"/>
                    </a:cubicBezTo>
                    <a:cubicBezTo>
                      <a:pt x="576" y="1686"/>
                      <a:pt x="241" y="2493"/>
                      <a:pt x="241" y="3334"/>
                    </a:cubicBezTo>
                    <a:cubicBezTo>
                      <a:pt x="241" y="4176"/>
                      <a:pt x="576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24" name="Freeform: Shape 17023">
                <a:extLst>
                  <a:ext uri="{FF2B5EF4-FFF2-40B4-BE49-F238E27FC236}">
                    <a16:creationId xmlns:a16="http://schemas.microsoft.com/office/drawing/2014/main" id="{F374B480-959B-F70D-D2D2-AB38B52CC0D9}"/>
                  </a:ext>
                </a:extLst>
              </p:cNvPr>
              <p:cNvSpPr/>
              <p:nvPr/>
            </p:nvSpPr>
            <p:spPr>
              <a:xfrm>
                <a:off x="9469088" y="5529061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3 w 6343"/>
                  <a:gd name="connsiteY4" fmla="*/ 162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3"/>
                      <a:pt x="5655" y="5578"/>
                    </a:cubicBezTo>
                    <a:cubicBezTo>
                      <a:pt x="6250" y="4983"/>
                      <a:pt x="6584" y="4176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1" y="496"/>
                      <a:pt x="4254" y="162"/>
                      <a:pt x="3413" y="162"/>
                    </a:cubicBezTo>
                    <a:cubicBezTo>
                      <a:pt x="2572" y="162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3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25" name="Freeform: Shape 17024">
                <a:extLst>
                  <a:ext uri="{FF2B5EF4-FFF2-40B4-BE49-F238E27FC236}">
                    <a16:creationId xmlns:a16="http://schemas.microsoft.com/office/drawing/2014/main" id="{194BBFBE-B9BF-B3B5-E0EC-ED835863AE4E}"/>
                  </a:ext>
                </a:extLst>
              </p:cNvPr>
              <p:cNvSpPr/>
              <p:nvPr/>
            </p:nvSpPr>
            <p:spPr>
              <a:xfrm>
                <a:off x="9467478" y="5527510"/>
                <a:ext cx="6343" cy="6345"/>
              </a:xfrm>
              <a:custGeom>
                <a:avLst/>
                <a:gdLst>
                  <a:gd name="connsiteX0" fmla="*/ 3413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3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8 h 6345"/>
                  <a:gd name="connsiteX8" fmla="*/ 3413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3" y="6507"/>
                    </a:moveTo>
                    <a:cubicBezTo>
                      <a:pt x="4254" y="6507"/>
                      <a:pt x="5061" y="6172"/>
                      <a:pt x="5655" y="5578"/>
                    </a:cubicBezTo>
                    <a:cubicBezTo>
                      <a:pt x="6250" y="4983"/>
                      <a:pt x="6584" y="4176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1" y="496"/>
                      <a:pt x="4254" y="161"/>
                      <a:pt x="3413" y="161"/>
                    </a:cubicBezTo>
                    <a:cubicBezTo>
                      <a:pt x="2572" y="161"/>
                      <a:pt x="1765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6"/>
                      <a:pt x="575" y="4983"/>
                      <a:pt x="1170" y="5578"/>
                    </a:cubicBezTo>
                    <a:cubicBezTo>
                      <a:pt x="1765" y="6172"/>
                      <a:pt x="2572" y="6507"/>
                      <a:pt x="3413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26" name="Freeform: Shape 17025">
                <a:extLst>
                  <a:ext uri="{FF2B5EF4-FFF2-40B4-BE49-F238E27FC236}">
                    <a16:creationId xmlns:a16="http://schemas.microsoft.com/office/drawing/2014/main" id="{B03F81E9-8ECA-4C81-C34A-F52A6DA35A03}"/>
                  </a:ext>
                </a:extLst>
              </p:cNvPr>
              <p:cNvSpPr/>
              <p:nvPr/>
            </p:nvSpPr>
            <p:spPr>
              <a:xfrm>
                <a:off x="9464455" y="5525959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4" y="6507"/>
                      <a:pt x="5060" y="6172"/>
                      <a:pt x="5655" y="5577"/>
                    </a:cubicBezTo>
                    <a:cubicBezTo>
                      <a:pt x="6250" y="4982"/>
                      <a:pt x="6584" y="4175"/>
                      <a:pt x="6584" y="3334"/>
                    </a:cubicBezTo>
                    <a:cubicBezTo>
                      <a:pt x="6584" y="2493"/>
                      <a:pt x="6250" y="1685"/>
                      <a:pt x="5655" y="1091"/>
                    </a:cubicBezTo>
                    <a:cubicBezTo>
                      <a:pt x="5060" y="496"/>
                      <a:pt x="4254" y="161"/>
                      <a:pt x="3412" y="161"/>
                    </a:cubicBezTo>
                    <a:cubicBezTo>
                      <a:pt x="2571" y="161"/>
                      <a:pt x="1765" y="496"/>
                      <a:pt x="1170" y="1091"/>
                    </a:cubicBezTo>
                    <a:cubicBezTo>
                      <a:pt x="575" y="1685"/>
                      <a:pt x="241" y="2493"/>
                      <a:pt x="241" y="3334"/>
                    </a:cubicBezTo>
                    <a:cubicBezTo>
                      <a:pt x="241" y="4175"/>
                      <a:pt x="575" y="4982"/>
                      <a:pt x="1170" y="5577"/>
                    </a:cubicBezTo>
                    <a:cubicBezTo>
                      <a:pt x="1765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27" name="Freeform: Shape 17026">
                <a:extLst>
                  <a:ext uri="{FF2B5EF4-FFF2-40B4-BE49-F238E27FC236}">
                    <a16:creationId xmlns:a16="http://schemas.microsoft.com/office/drawing/2014/main" id="{FB8FD2CE-E9D5-7C3D-3B09-9DC7F8B5CC4C}"/>
                  </a:ext>
                </a:extLst>
              </p:cNvPr>
              <p:cNvSpPr/>
              <p:nvPr/>
            </p:nvSpPr>
            <p:spPr>
              <a:xfrm>
                <a:off x="9463046" y="5526254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2"/>
                      <a:pt x="5655" y="5577"/>
                    </a:cubicBezTo>
                    <a:cubicBezTo>
                      <a:pt x="6250" y="4982"/>
                      <a:pt x="6584" y="4175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5"/>
                      <a:pt x="575" y="4982"/>
                      <a:pt x="1170" y="5577"/>
                    </a:cubicBezTo>
                    <a:cubicBezTo>
                      <a:pt x="1764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28" name="Freeform: Shape 17027">
                <a:extLst>
                  <a:ext uri="{FF2B5EF4-FFF2-40B4-BE49-F238E27FC236}">
                    <a16:creationId xmlns:a16="http://schemas.microsoft.com/office/drawing/2014/main" id="{59EFAE02-DFFD-B434-01C9-A401BAB38BF8}"/>
                  </a:ext>
                </a:extLst>
              </p:cNvPr>
              <p:cNvSpPr/>
              <p:nvPr/>
            </p:nvSpPr>
            <p:spPr>
              <a:xfrm>
                <a:off x="9461617" y="5526306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70 w 6343"/>
                  <a:gd name="connsiteY5" fmla="*/ 1091 h 6345"/>
                  <a:gd name="connsiteX6" fmla="*/ 241 w 6343"/>
                  <a:gd name="connsiteY6" fmla="*/ 3334 h 6345"/>
                  <a:gd name="connsiteX7" fmla="*/ 1170 w 6343"/>
                  <a:gd name="connsiteY7" fmla="*/ 5577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2"/>
                      <a:pt x="5655" y="5577"/>
                    </a:cubicBezTo>
                    <a:cubicBezTo>
                      <a:pt x="6250" y="4982"/>
                      <a:pt x="6584" y="4175"/>
                      <a:pt x="6584" y="3334"/>
                    </a:cubicBezTo>
                    <a:cubicBezTo>
                      <a:pt x="6584" y="2493"/>
                      <a:pt x="6250" y="1686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70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5"/>
                      <a:pt x="575" y="4982"/>
                      <a:pt x="1170" y="5577"/>
                    </a:cubicBezTo>
                    <a:cubicBezTo>
                      <a:pt x="1764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29" name="Freeform: Shape 17028">
                <a:extLst>
                  <a:ext uri="{FF2B5EF4-FFF2-40B4-BE49-F238E27FC236}">
                    <a16:creationId xmlns:a16="http://schemas.microsoft.com/office/drawing/2014/main" id="{8624D303-1D16-64A9-778C-391058AF4849}"/>
                  </a:ext>
                </a:extLst>
              </p:cNvPr>
              <p:cNvSpPr/>
              <p:nvPr/>
            </p:nvSpPr>
            <p:spPr>
              <a:xfrm>
                <a:off x="9460236" y="5527053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7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1 w 6343"/>
                  <a:gd name="connsiteY6" fmla="*/ 3334 h 6345"/>
                  <a:gd name="connsiteX7" fmla="*/ 1169 w 6343"/>
                  <a:gd name="connsiteY7" fmla="*/ 5577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2"/>
                      <a:pt x="5655" y="5577"/>
                    </a:cubicBezTo>
                    <a:cubicBezTo>
                      <a:pt x="6249" y="4983"/>
                      <a:pt x="6584" y="4175"/>
                      <a:pt x="6584" y="3334"/>
                    </a:cubicBezTo>
                    <a:cubicBezTo>
                      <a:pt x="6584" y="2493"/>
                      <a:pt x="6249" y="1686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5" y="1686"/>
                      <a:pt x="241" y="2493"/>
                      <a:pt x="241" y="3334"/>
                    </a:cubicBezTo>
                    <a:cubicBezTo>
                      <a:pt x="241" y="4175"/>
                      <a:pt x="575" y="4983"/>
                      <a:pt x="1169" y="5577"/>
                    </a:cubicBezTo>
                    <a:cubicBezTo>
                      <a:pt x="1764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30" name="Freeform: Shape 17029">
                <a:extLst>
                  <a:ext uri="{FF2B5EF4-FFF2-40B4-BE49-F238E27FC236}">
                    <a16:creationId xmlns:a16="http://schemas.microsoft.com/office/drawing/2014/main" id="{C23F0CDE-0623-670A-CBB1-E7230F934908}"/>
                  </a:ext>
                </a:extLst>
              </p:cNvPr>
              <p:cNvSpPr/>
              <p:nvPr/>
            </p:nvSpPr>
            <p:spPr>
              <a:xfrm>
                <a:off x="9458831" y="5527557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5 w 6343"/>
                  <a:gd name="connsiteY1" fmla="*/ 5578 h 6345"/>
                  <a:gd name="connsiteX2" fmla="*/ 6584 w 6343"/>
                  <a:gd name="connsiteY2" fmla="*/ 3334 h 6345"/>
                  <a:gd name="connsiteX3" fmla="*/ 5655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2"/>
                      <a:pt x="5655" y="5578"/>
                    </a:cubicBezTo>
                    <a:cubicBezTo>
                      <a:pt x="6249" y="4983"/>
                      <a:pt x="6584" y="4176"/>
                      <a:pt x="6584" y="3334"/>
                    </a:cubicBezTo>
                    <a:cubicBezTo>
                      <a:pt x="6584" y="2493"/>
                      <a:pt x="6249" y="1686"/>
                      <a:pt x="5655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5" y="1686"/>
                      <a:pt x="240" y="2493"/>
                      <a:pt x="240" y="3334"/>
                    </a:cubicBezTo>
                    <a:cubicBezTo>
                      <a:pt x="240" y="4176"/>
                      <a:pt x="575" y="4983"/>
                      <a:pt x="1169" y="5578"/>
                    </a:cubicBezTo>
                    <a:cubicBezTo>
                      <a:pt x="1764" y="6172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31" name="Freeform: Shape 17030">
                <a:extLst>
                  <a:ext uri="{FF2B5EF4-FFF2-40B4-BE49-F238E27FC236}">
                    <a16:creationId xmlns:a16="http://schemas.microsoft.com/office/drawing/2014/main" id="{28727C4E-A7C6-5574-BA1E-D92247D0F2CB}"/>
                  </a:ext>
                </a:extLst>
              </p:cNvPr>
              <p:cNvSpPr/>
              <p:nvPr/>
            </p:nvSpPr>
            <p:spPr>
              <a:xfrm>
                <a:off x="9457424" y="5528111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32" name="Freeform: Shape 17031">
                <a:extLst>
                  <a:ext uri="{FF2B5EF4-FFF2-40B4-BE49-F238E27FC236}">
                    <a16:creationId xmlns:a16="http://schemas.microsoft.com/office/drawing/2014/main" id="{4E4DCC51-396B-866D-5B53-593741E9206C}"/>
                  </a:ext>
                </a:extLst>
              </p:cNvPr>
              <p:cNvSpPr/>
              <p:nvPr/>
            </p:nvSpPr>
            <p:spPr>
              <a:xfrm>
                <a:off x="9456017" y="5528774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1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60" y="496"/>
                      <a:pt x="4253" y="161"/>
                      <a:pt x="3412" y="161"/>
                    </a:cubicBezTo>
                    <a:cubicBezTo>
                      <a:pt x="2571" y="161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33" name="Freeform: Shape 17032">
                <a:extLst>
                  <a:ext uri="{FF2B5EF4-FFF2-40B4-BE49-F238E27FC236}">
                    <a16:creationId xmlns:a16="http://schemas.microsoft.com/office/drawing/2014/main" id="{F59137E8-7AC6-915E-0D32-B41A6F8FB5EE}"/>
                  </a:ext>
                </a:extLst>
              </p:cNvPr>
              <p:cNvSpPr/>
              <p:nvPr/>
            </p:nvSpPr>
            <p:spPr>
              <a:xfrm>
                <a:off x="9454605" y="5529487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60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60" y="496"/>
                      <a:pt x="4253" y="162"/>
                      <a:pt x="3412" y="162"/>
                    </a:cubicBezTo>
                    <a:cubicBezTo>
                      <a:pt x="2571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1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34" name="Freeform: Shape 17033">
                <a:extLst>
                  <a:ext uri="{FF2B5EF4-FFF2-40B4-BE49-F238E27FC236}">
                    <a16:creationId xmlns:a16="http://schemas.microsoft.com/office/drawing/2014/main" id="{CFFD42E9-F9B7-D40E-FE05-4B4CC083F749}"/>
                  </a:ext>
                </a:extLst>
              </p:cNvPr>
              <p:cNvSpPr/>
              <p:nvPr/>
            </p:nvSpPr>
            <p:spPr>
              <a:xfrm>
                <a:off x="9453169" y="5529781"/>
                <a:ext cx="6343" cy="6345"/>
              </a:xfrm>
              <a:custGeom>
                <a:avLst/>
                <a:gdLst>
                  <a:gd name="connsiteX0" fmla="*/ 3412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2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2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2" y="6507"/>
                    </a:moveTo>
                    <a:cubicBezTo>
                      <a:pt x="4253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3" y="162"/>
                      <a:pt x="3412" y="162"/>
                    </a:cubicBezTo>
                    <a:cubicBezTo>
                      <a:pt x="2570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0" y="6507"/>
                      <a:pt x="3412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35" name="Freeform: Shape 17034">
                <a:extLst>
                  <a:ext uri="{FF2B5EF4-FFF2-40B4-BE49-F238E27FC236}">
                    <a16:creationId xmlns:a16="http://schemas.microsoft.com/office/drawing/2014/main" id="{FC593530-029A-26E7-23A9-C1A94DEB65F7}"/>
                  </a:ext>
                </a:extLst>
              </p:cNvPr>
              <p:cNvSpPr/>
              <p:nvPr/>
            </p:nvSpPr>
            <p:spPr>
              <a:xfrm>
                <a:off x="9451724" y="5529889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3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3" y="162"/>
                      <a:pt x="3411" y="162"/>
                    </a:cubicBezTo>
                    <a:cubicBezTo>
                      <a:pt x="2570" y="162"/>
                      <a:pt x="1764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4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36" name="Freeform: Shape 17035">
                <a:extLst>
                  <a:ext uri="{FF2B5EF4-FFF2-40B4-BE49-F238E27FC236}">
                    <a16:creationId xmlns:a16="http://schemas.microsoft.com/office/drawing/2014/main" id="{43429D6A-166D-DB06-53B5-D08D221A4D94}"/>
                  </a:ext>
                </a:extLst>
              </p:cNvPr>
              <p:cNvSpPr/>
              <p:nvPr/>
            </p:nvSpPr>
            <p:spPr>
              <a:xfrm>
                <a:off x="9450276" y="5529871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37" name="Freeform: Shape 17036">
                <a:extLst>
                  <a:ext uri="{FF2B5EF4-FFF2-40B4-BE49-F238E27FC236}">
                    <a16:creationId xmlns:a16="http://schemas.microsoft.com/office/drawing/2014/main" id="{72E4483B-5A56-EDAB-4DFA-4AA4F1220B64}"/>
                  </a:ext>
                </a:extLst>
              </p:cNvPr>
              <p:cNvSpPr/>
              <p:nvPr/>
            </p:nvSpPr>
            <p:spPr>
              <a:xfrm>
                <a:off x="9448834" y="5530197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9 w 6343"/>
                  <a:gd name="connsiteY5" fmla="*/ 1091 h 6345"/>
                  <a:gd name="connsiteX6" fmla="*/ 240 w 6343"/>
                  <a:gd name="connsiteY6" fmla="*/ 3334 h 6345"/>
                  <a:gd name="connsiteX7" fmla="*/ 1169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9" y="4983"/>
                      <a:pt x="6583" y="4176"/>
                      <a:pt x="6583" y="3334"/>
                    </a:cubicBezTo>
                    <a:cubicBezTo>
                      <a:pt x="6583" y="2493"/>
                      <a:pt x="6249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9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9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38" name="Freeform: Shape 17037">
                <a:extLst>
                  <a:ext uri="{FF2B5EF4-FFF2-40B4-BE49-F238E27FC236}">
                    <a16:creationId xmlns:a16="http://schemas.microsoft.com/office/drawing/2014/main" id="{444CC8FD-D081-3968-F486-BA6C41E1BA65}"/>
                  </a:ext>
                </a:extLst>
              </p:cNvPr>
              <p:cNvSpPr/>
              <p:nvPr/>
            </p:nvSpPr>
            <p:spPr>
              <a:xfrm>
                <a:off x="9447393" y="5530808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40 w 6343"/>
                  <a:gd name="connsiteY6" fmla="*/ 3334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8" y="4983"/>
                      <a:pt x="6583" y="4176"/>
                      <a:pt x="6583" y="3334"/>
                    </a:cubicBezTo>
                    <a:cubicBezTo>
                      <a:pt x="6583" y="2493"/>
                      <a:pt x="6248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4" y="1686"/>
                      <a:pt x="240" y="2493"/>
                      <a:pt x="240" y="3334"/>
                    </a:cubicBezTo>
                    <a:cubicBezTo>
                      <a:pt x="240" y="4176"/>
                      <a:pt x="574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39" name="Freeform: Shape 17038">
                <a:extLst>
                  <a:ext uri="{FF2B5EF4-FFF2-40B4-BE49-F238E27FC236}">
                    <a16:creationId xmlns:a16="http://schemas.microsoft.com/office/drawing/2014/main" id="{E233410D-477D-A98E-758A-B72A9CD61834}"/>
                  </a:ext>
                </a:extLst>
              </p:cNvPr>
              <p:cNvSpPr/>
              <p:nvPr/>
            </p:nvSpPr>
            <p:spPr>
              <a:xfrm>
                <a:off x="9445945" y="5531528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4 w 6343"/>
                  <a:gd name="connsiteY1" fmla="*/ 5578 h 6345"/>
                  <a:gd name="connsiteX2" fmla="*/ 6583 w 6343"/>
                  <a:gd name="connsiteY2" fmla="*/ 3334 h 6345"/>
                  <a:gd name="connsiteX3" fmla="*/ 5654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4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4" y="5578"/>
                    </a:cubicBezTo>
                    <a:cubicBezTo>
                      <a:pt x="6248" y="4983"/>
                      <a:pt x="6583" y="4176"/>
                      <a:pt x="6583" y="3334"/>
                    </a:cubicBezTo>
                    <a:cubicBezTo>
                      <a:pt x="6583" y="2493"/>
                      <a:pt x="6248" y="1686"/>
                      <a:pt x="5654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4" y="1686"/>
                      <a:pt x="239" y="2493"/>
                      <a:pt x="239" y="3334"/>
                    </a:cubicBezTo>
                    <a:cubicBezTo>
                      <a:pt x="239" y="4176"/>
                      <a:pt x="574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40" name="Freeform: Shape 17039">
                <a:extLst>
                  <a:ext uri="{FF2B5EF4-FFF2-40B4-BE49-F238E27FC236}">
                    <a16:creationId xmlns:a16="http://schemas.microsoft.com/office/drawing/2014/main" id="{47F890F1-0B6E-8C72-F6E2-8E6083B5DCA0}"/>
                  </a:ext>
                </a:extLst>
              </p:cNvPr>
              <p:cNvSpPr/>
              <p:nvPr/>
            </p:nvSpPr>
            <p:spPr>
              <a:xfrm>
                <a:off x="9444488" y="5532180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4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4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3" y="5578"/>
                    </a:cubicBezTo>
                    <a:cubicBezTo>
                      <a:pt x="6248" y="4983"/>
                      <a:pt x="6582" y="4176"/>
                      <a:pt x="6582" y="3334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4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41" name="Freeform: Shape 17040">
                <a:extLst>
                  <a:ext uri="{FF2B5EF4-FFF2-40B4-BE49-F238E27FC236}">
                    <a16:creationId xmlns:a16="http://schemas.microsoft.com/office/drawing/2014/main" id="{D295CFD9-8599-E8E3-3908-F78BBE27F20B}"/>
                  </a:ext>
                </a:extLst>
              </p:cNvPr>
              <p:cNvSpPr/>
              <p:nvPr/>
            </p:nvSpPr>
            <p:spPr>
              <a:xfrm>
                <a:off x="9443022" y="5533000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9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9" y="496"/>
                      <a:pt x="4252" y="162"/>
                      <a:pt x="3411" y="162"/>
                    </a:cubicBezTo>
                    <a:cubicBezTo>
                      <a:pt x="2570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70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42" name="Freeform: Shape 17041">
                <a:extLst>
                  <a:ext uri="{FF2B5EF4-FFF2-40B4-BE49-F238E27FC236}">
                    <a16:creationId xmlns:a16="http://schemas.microsoft.com/office/drawing/2014/main" id="{848298EF-C311-9F69-434D-CBD7EE95B295}"/>
                  </a:ext>
                </a:extLst>
              </p:cNvPr>
              <p:cNvSpPr/>
              <p:nvPr/>
            </p:nvSpPr>
            <p:spPr>
              <a:xfrm>
                <a:off x="9441546" y="5533810"/>
                <a:ext cx="6343" cy="6345"/>
              </a:xfrm>
              <a:custGeom>
                <a:avLst/>
                <a:gdLst>
                  <a:gd name="connsiteX0" fmla="*/ 3411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1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1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1" y="6507"/>
                    </a:moveTo>
                    <a:cubicBezTo>
                      <a:pt x="4252" y="6507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8" y="496"/>
                      <a:pt x="4252" y="162"/>
                      <a:pt x="3411" y="162"/>
                    </a:cubicBezTo>
                    <a:cubicBezTo>
                      <a:pt x="2569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69" y="6507"/>
                      <a:pt x="3411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43" name="Freeform: Shape 17042">
                <a:extLst>
                  <a:ext uri="{FF2B5EF4-FFF2-40B4-BE49-F238E27FC236}">
                    <a16:creationId xmlns:a16="http://schemas.microsoft.com/office/drawing/2014/main" id="{D54B91BB-18A1-B84A-77DC-77C455EB7A5D}"/>
                  </a:ext>
                </a:extLst>
              </p:cNvPr>
              <p:cNvSpPr/>
              <p:nvPr/>
            </p:nvSpPr>
            <p:spPr>
              <a:xfrm>
                <a:off x="9440061" y="5534553"/>
                <a:ext cx="6343" cy="6345"/>
              </a:xfrm>
              <a:custGeom>
                <a:avLst/>
                <a:gdLst>
                  <a:gd name="connsiteX0" fmla="*/ 3410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0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7"/>
                    </a:moveTo>
                    <a:cubicBezTo>
                      <a:pt x="4252" y="6507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8" y="496"/>
                      <a:pt x="4252" y="162"/>
                      <a:pt x="3410" y="162"/>
                    </a:cubicBezTo>
                    <a:cubicBezTo>
                      <a:pt x="2569" y="162"/>
                      <a:pt x="1763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3" y="6173"/>
                      <a:pt x="2569" y="6507"/>
                      <a:pt x="341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44" name="Freeform: Shape 17043">
                <a:extLst>
                  <a:ext uri="{FF2B5EF4-FFF2-40B4-BE49-F238E27FC236}">
                    <a16:creationId xmlns:a16="http://schemas.microsoft.com/office/drawing/2014/main" id="{84055473-9D62-70C1-CDCF-059D1715D1F9}"/>
                  </a:ext>
                </a:extLst>
              </p:cNvPr>
              <p:cNvSpPr/>
              <p:nvPr/>
            </p:nvSpPr>
            <p:spPr>
              <a:xfrm>
                <a:off x="9438567" y="5535287"/>
                <a:ext cx="6343" cy="6345"/>
              </a:xfrm>
              <a:custGeom>
                <a:avLst/>
                <a:gdLst>
                  <a:gd name="connsiteX0" fmla="*/ 3410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0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7"/>
                    </a:moveTo>
                    <a:cubicBezTo>
                      <a:pt x="4251" y="6507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8" y="496"/>
                      <a:pt x="4251" y="162"/>
                      <a:pt x="3410" y="162"/>
                    </a:cubicBezTo>
                    <a:cubicBezTo>
                      <a:pt x="2569" y="162"/>
                      <a:pt x="1762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2" y="6173"/>
                      <a:pt x="2569" y="6507"/>
                      <a:pt x="341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45" name="Freeform: Shape 17044">
                <a:extLst>
                  <a:ext uri="{FF2B5EF4-FFF2-40B4-BE49-F238E27FC236}">
                    <a16:creationId xmlns:a16="http://schemas.microsoft.com/office/drawing/2014/main" id="{9819B656-258A-64F3-347E-7304A7A8C15C}"/>
                  </a:ext>
                </a:extLst>
              </p:cNvPr>
              <p:cNvSpPr/>
              <p:nvPr/>
            </p:nvSpPr>
            <p:spPr>
              <a:xfrm>
                <a:off x="9437055" y="5536305"/>
                <a:ext cx="6343" cy="6345"/>
              </a:xfrm>
              <a:custGeom>
                <a:avLst/>
                <a:gdLst>
                  <a:gd name="connsiteX0" fmla="*/ 3410 w 6343"/>
                  <a:gd name="connsiteY0" fmla="*/ 6507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0 w 6343"/>
                  <a:gd name="connsiteY4" fmla="*/ 162 h 6345"/>
                  <a:gd name="connsiteX5" fmla="*/ 1168 w 6343"/>
                  <a:gd name="connsiteY5" fmla="*/ 1091 h 6345"/>
                  <a:gd name="connsiteX6" fmla="*/ 239 w 6343"/>
                  <a:gd name="connsiteY6" fmla="*/ 3335 h 6345"/>
                  <a:gd name="connsiteX7" fmla="*/ 1168 w 6343"/>
                  <a:gd name="connsiteY7" fmla="*/ 5578 h 6345"/>
                  <a:gd name="connsiteX8" fmla="*/ 3410 w 6343"/>
                  <a:gd name="connsiteY8" fmla="*/ 6507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7"/>
                    </a:moveTo>
                    <a:cubicBezTo>
                      <a:pt x="4251" y="6507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8" y="496"/>
                      <a:pt x="4251" y="162"/>
                      <a:pt x="3410" y="162"/>
                    </a:cubicBezTo>
                    <a:cubicBezTo>
                      <a:pt x="2569" y="162"/>
                      <a:pt x="1762" y="496"/>
                      <a:pt x="1168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8" y="5578"/>
                    </a:cubicBezTo>
                    <a:cubicBezTo>
                      <a:pt x="1762" y="6173"/>
                      <a:pt x="2569" y="6507"/>
                      <a:pt x="3410" y="65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46" name="Freeform: Shape 17045">
                <a:extLst>
                  <a:ext uri="{FF2B5EF4-FFF2-40B4-BE49-F238E27FC236}">
                    <a16:creationId xmlns:a16="http://schemas.microsoft.com/office/drawing/2014/main" id="{D592DAE2-8295-C358-EB1B-356AD2119B96}"/>
                  </a:ext>
                </a:extLst>
              </p:cNvPr>
              <p:cNvSpPr/>
              <p:nvPr/>
            </p:nvSpPr>
            <p:spPr>
              <a:xfrm>
                <a:off x="9435537" y="5537137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0 w 6343"/>
                  <a:gd name="connsiteY4" fmla="*/ 162 h 6345"/>
                  <a:gd name="connsiteX5" fmla="*/ 1167 w 6343"/>
                  <a:gd name="connsiteY5" fmla="*/ 1091 h 6345"/>
                  <a:gd name="connsiteX6" fmla="*/ 239 w 6343"/>
                  <a:gd name="connsiteY6" fmla="*/ 3335 h 6345"/>
                  <a:gd name="connsiteX7" fmla="*/ 1167 w 6343"/>
                  <a:gd name="connsiteY7" fmla="*/ 5578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3"/>
                      <a:pt x="5653" y="5578"/>
                    </a:cubicBezTo>
                    <a:cubicBezTo>
                      <a:pt x="6248" y="4983"/>
                      <a:pt x="6582" y="4176"/>
                      <a:pt x="6582" y="3335"/>
                    </a:cubicBezTo>
                    <a:cubicBezTo>
                      <a:pt x="6582" y="2493"/>
                      <a:pt x="6248" y="1686"/>
                      <a:pt x="5653" y="1091"/>
                    </a:cubicBezTo>
                    <a:cubicBezTo>
                      <a:pt x="5058" y="496"/>
                      <a:pt x="4251" y="162"/>
                      <a:pt x="3410" y="162"/>
                    </a:cubicBezTo>
                    <a:cubicBezTo>
                      <a:pt x="2569" y="162"/>
                      <a:pt x="1762" y="496"/>
                      <a:pt x="1167" y="1091"/>
                    </a:cubicBezTo>
                    <a:cubicBezTo>
                      <a:pt x="573" y="1686"/>
                      <a:pt x="239" y="2493"/>
                      <a:pt x="239" y="3335"/>
                    </a:cubicBezTo>
                    <a:cubicBezTo>
                      <a:pt x="239" y="4176"/>
                      <a:pt x="573" y="4983"/>
                      <a:pt x="1167" y="5578"/>
                    </a:cubicBezTo>
                    <a:cubicBezTo>
                      <a:pt x="1762" y="6173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47" name="Freeform: Shape 17046">
                <a:extLst>
                  <a:ext uri="{FF2B5EF4-FFF2-40B4-BE49-F238E27FC236}">
                    <a16:creationId xmlns:a16="http://schemas.microsoft.com/office/drawing/2014/main" id="{815F214C-0A88-78A7-0934-7AF09C1D26D4}"/>
                  </a:ext>
                </a:extLst>
              </p:cNvPr>
              <p:cNvSpPr/>
              <p:nvPr/>
            </p:nvSpPr>
            <p:spPr>
              <a:xfrm>
                <a:off x="9433993" y="5538312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8 h 6345"/>
                  <a:gd name="connsiteX2" fmla="*/ 6582 w 6343"/>
                  <a:gd name="connsiteY2" fmla="*/ 3335 h 6345"/>
                  <a:gd name="connsiteX3" fmla="*/ 5653 w 6343"/>
                  <a:gd name="connsiteY3" fmla="*/ 1091 h 6345"/>
                  <a:gd name="connsiteX4" fmla="*/ 3410 w 6343"/>
                  <a:gd name="connsiteY4" fmla="*/ 162 h 6345"/>
                  <a:gd name="connsiteX5" fmla="*/ 1167 w 6343"/>
                  <a:gd name="connsiteY5" fmla="*/ 1091 h 6345"/>
                  <a:gd name="connsiteX6" fmla="*/ 238 w 6343"/>
                  <a:gd name="connsiteY6" fmla="*/ 3335 h 6345"/>
                  <a:gd name="connsiteX7" fmla="*/ 1167 w 6343"/>
                  <a:gd name="connsiteY7" fmla="*/ 5578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3"/>
                      <a:pt x="5653" y="5578"/>
                    </a:cubicBezTo>
                    <a:cubicBezTo>
                      <a:pt x="6247" y="4983"/>
                      <a:pt x="6582" y="4176"/>
                      <a:pt x="6582" y="3335"/>
                    </a:cubicBezTo>
                    <a:cubicBezTo>
                      <a:pt x="6582" y="2494"/>
                      <a:pt x="6247" y="1686"/>
                      <a:pt x="5653" y="1091"/>
                    </a:cubicBezTo>
                    <a:cubicBezTo>
                      <a:pt x="5058" y="497"/>
                      <a:pt x="4251" y="162"/>
                      <a:pt x="3410" y="162"/>
                    </a:cubicBezTo>
                    <a:cubicBezTo>
                      <a:pt x="2569" y="162"/>
                      <a:pt x="1762" y="497"/>
                      <a:pt x="1167" y="1091"/>
                    </a:cubicBezTo>
                    <a:cubicBezTo>
                      <a:pt x="573" y="1686"/>
                      <a:pt x="238" y="2494"/>
                      <a:pt x="238" y="3335"/>
                    </a:cubicBezTo>
                    <a:cubicBezTo>
                      <a:pt x="238" y="4176"/>
                      <a:pt x="573" y="4983"/>
                      <a:pt x="1167" y="5578"/>
                    </a:cubicBezTo>
                    <a:cubicBezTo>
                      <a:pt x="1762" y="6173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048" name="Freeform: Shape 17047">
                <a:extLst>
                  <a:ext uri="{FF2B5EF4-FFF2-40B4-BE49-F238E27FC236}">
                    <a16:creationId xmlns:a16="http://schemas.microsoft.com/office/drawing/2014/main" id="{43BB0774-A1E8-20B0-17FE-4BE8FE9FEB14}"/>
                  </a:ext>
                </a:extLst>
              </p:cNvPr>
              <p:cNvSpPr/>
              <p:nvPr/>
            </p:nvSpPr>
            <p:spPr>
              <a:xfrm>
                <a:off x="9432451" y="5539125"/>
                <a:ext cx="6343" cy="6345"/>
              </a:xfrm>
              <a:custGeom>
                <a:avLst/>
                <a:gdLst>
                  <a:gd name="connsiteX0" fmla="*/ 3410 w 6343"/>
                  <a:gd name="connsiteY0" fmla="*/ 6508 h 6345"/>
                  <a:gd name="connsiteX1" fmla="*/ 5653 w 6343"/>
                  <a:gd name="connsiteY1" fmla="*/ 5578 h 6345"/>
                  <a:gd name="connsiteX2" fmla="*/ 6581 w 6343"/>
                  <a:gd name="connsiteY2" fmla="*/ 3335 h 6345"/>
                  <a:gd name="connsiteX3" fmla="*/ 5653 w 6343"/>
                  <a:gd name="connsiteY3" fmla="*/ 1092 h 6345"/>
                  <a:gd name="connsiteX4" fmla="*/ 3410 w 6343"/>
                  <a:gd name="connsiteY4" fmla="*/ 162 h 6345"/>
                  <a:gd name="connsiteX5" fmla="*/ 1167 w 6343"/>
                  <a:gd name="connsiteY5" fmla="*/ 1092 h 6345"/>
                  <a:gd name="connsiteX6" fmla="*/ 238 w 6343"/>
                  <a:gd name="connsiteY6" fmla="*/ 3335 h 6345"/>
                  <a:gd name="connsiteX7" fmla="*/ 1167 w 6343"/>
                  <a:gd name="connsiteY7" fmla="*/ 5578 h 6345"/>
                  <a:gd name="connsiteX8" fmla="*/ 3410 w 6343"/>
                  <a:gd name="connsiteY8" fmla="*/ 6508 h 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43" h="6345">
                    <a:moveTo>
                      <a:pt x="3410" y="6508"/>
                    </a:moveTo>
                    <a:cubicBezTo>
                      <a:pt x="4251" y="6508"/>
                      <a:pt x="5058" y="6173"/>
                      <a:pt x="5653" y="5578"/>
                    </a:cubicBezTo>
                    <a:cubicBezTo>
                      <a:pt x="6247" y="4983"/>
                      <a:pt x="6581" y="4176"/>
                      <a:pt x="6581" y="3335"/>
                    </a:cubicBezTo>
                    <a:cubicBezTo>
                      <a:pt x="6581" y="2494"/>
                      <a:pt x="6247" y="1687"/>
                      <a:pt x="5653" y="1092"/>
                    </a:cubicBezTo>
                    <a:cubicBezTo>
                      <a:pt x="5058" y="497"/>
                      <a:pt x="4251" y="162"/>
                      <a:pt x="3410" y="162"/>
                    </a:cubicBezTo>
                    <a:cubicBezTo>
                      <a:pt x="2569" y="162"/>
                      <a:pt x="1762" y="497"/>
                      <a:pt x="1167" y="1092"/>
                    </a:cubicBezTo>
                    <a:cubicBezTo>
                      <a:pt x="573" y="1687"/>
                      <a:pt x="238" y="2494"/>
                      <a:pt x="238" y="3335"/>
                    </a:cubicBezTo>
                    <a:cubicBezTo>
                      <a:pt x="238" y="4176"/>
                      <a:pt x="573" y="4983"/>
                      <a:pt x="1167" y="5578"/>
                    </a:cubicBezTo>
                    <a:cubicBezTo>
                      <a:pt x="1762" y="6173"/>
                      <a:pt x="2569" y="6508"/>
                      <a:pt x="3410" y="65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86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0137774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crosswalk in a city&#10;&#10;Description automatically generated">
            <a:extLst>
              <a:ext uri="{FF2B5EF4-FFF2-40B4-BE49-F238E27FC236}">
                <a16:creationId xmlns:a16="http://schemas.microsoft.com/office/drawing/2014/main" id="{D76DB24A-03DE-EDD8-F3F3-DDD37705DE6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16080" y="548680"/>
            <a:ext cx="5040560" cy="2826684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AD27BD81-0D23-093E-35BD-3BEF2026668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3411" b="4204"/>
          <a:stretch/>
        </p:blipFill>
        <p:spPr>
          <a:xfrm>
            <a:off x="1055440" y="3375364"/>
            <a:ext cx="5040560" cy="3096344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E26E8E20-1375-6B76-3D52-247744285074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13411" b="4204"/>
          <a:stretch/>
        </p:blipFill>
        <p:spPr>
          <a:xfrm>
            <a:off x="6816080" y="3375364"/>
            <a:ext cx="5040560" cy="3096344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E8004892-B362-3398-0AB1-3A0F48C96321}"/>
              </a:ext>
            </a:extLst>
          </p:cNvPr>
          <p:cNvSpPr txBox="1"/>
          <p:nvPr/>
        </p:nvSpPr>
        <p:spPr>
          <a:xfrm>
            <a:off x="1350874" y="4572396"/>
            <a:ext cx="1154346" cy="338554"/>
          </a:xfrm>
          <a:prstGeom prst="rect">
            <a:avLst/>
          </a:prstGeom>
          <a:solidFill>
            <a:schemeClr val="bg1"/>
          </a:solidFill>
        </p:spPr>
        <p:txBody>
          <a:bodyPr wrap="none" lIns="36000" rIns="36000" rtlCol="0">
            <a:spAutoFit/>
          </a:bodyPr>
          <a:lstStyle>
            <a:defPPr>
              <a:defRPr lang="en-SE"/>
            </a:defPPr>
            <a:lvl1pPr>
              <a:defRPr/>
            </a:lvl1pPr>
          </a:lstStyle>
          <a:p>
            <a:r>
              <a:rPr lang="en-US" sz="1600" dirty="0"/>
              <a:t>Rear vehicle</a:t>
            </a:r>
            <a:endParaRPr lang="en-SE" sz="160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0A057F3-14E0-9FD1-1E92-8D19E0D8D159}"/>
              </a:ext>
            </a:extLst>
          </p:cNvPr>
          <p:cNvSpPr txBox="1"/>
          <p:nvPr/>
        </p:nvSpPr>
        <p:spPr>
          <a:xfrm>
            <a:off x="4659453" y="4046819"/>
            <a:ext cx="1069514" cy="338554"/>
          </a:xfrm>
          <a:prstGeom prst="rect">
            <a:avLst/>
          </a:prstGeom>
          <a:solidFill>
            <a:schemeClr val="bg1"/>
          </a:solidFill>
        </p:spPr>
        <p:txBody>
          <a:bodyPr wrap="none" lIns="36000" rIns="36000" rtlCol="0">
            <a:spAutoFit/>
          </a:bodyPr>
          <a:lstStyle>
            <a:defPPr>
              <a:defRPr lang="en-SE"/>
            </a:defPPr>
            <a:lvl1pPr>
              <a:defRPr/>
            </a:lvl1pPr>
          </a:lstStyle>
          <a:p>
            <a:r>
              <a:rPr lang="en-US" sz="1600" dirty="0"/>
              <a:t>Ego vehicle</a:t>
            </a:r>
            <a:endParaRPr lang="en-SE" sz="1600" dirty="0"/>
          </a:p>
        </p:txBody>
      </p:sp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A0A32BB7-8EB6-6EA5-CFE0-2AC1D27D6476}"/>
              </a:ext>
            </a:extLst>
          </p:cNvPr>
          <p:cNvCxnSpPr>
            <a:cxnSpLocks/>
            <a:stCxn id="83" idx="1"/>
          </p:cNvCxnSpPr>
          <p:nvPr/>
        </p:nvCxnSpPr>
        <p:spPr>
          <a:xfrm flipH="1" flipV="1">
            <a:off x="4079776" y="4813095"/>
            <a:ext cx="579677" cy="649289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2B4A7E1F-7125-BD85-A441-4A49885EC82B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505220" y="4741673"/>
            <a:ext cx="710460" cy="15389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D24E58AD-8454-C850-A107-44FCE2FA416B}"/>
              </a:ext>
            </a:extLst>
          </p:cNvPr>
          <p:cNvSpPr txBox="1"/>
          <p:nvPr/>
        </p:nvSpPr>
        <p:spPr>
          <a:xfrm>
            <a:off x="10272464" y="3717032"/>
            <a:ext cx="507822" cy="338554"/>
          </a:xfrm>
          <a:prstGeom prst="rect">
            <a:avLst/>
          </a:prstGeom>
          <a:solidFill>
            <a:schemeClr val="bg1"/>
          </a:solidFill>
        </p:spPr>
        <p:txBody>
          <a:bodyPr wrap="none" lIns="36000" rIns="36000" rtlCol="0">
            <a:spAutoFit/>
          </a:bodyPr>
          <a:lstStyle>
            <a:defPPr>
              <a:defRPr lang="en-SE"/>
            </a:defPPr>
            <a:lvl1pPr>
              <a:defRPr/>
            </a:lvl1pPr>
          </a:lstStyle>
          <a:p>
            <a:r>
              <a:rPr lang="en-US" sz="1600" dirty="0"/>
              <a:t>Tram</a:t>
            </a:r>
            <a:endParaRPr lang="en-SE" sz="1600" dirty="0"/>
          </a:p>
        </p:txBody>
      </p: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15FBBAA7-2E7C-04B1-77FD-24DC5F157BCB}"/>
              </a:ext>
            </a:extLst>
          </p:cNvPr>
          <p:cNvCxnSpPr>
            <a:cxnSpLocks/>
            <a:stCxn id="18" idx="1"/>
          </p:cNvCxnSpPr>
          <p:nvPr/>
        </p:nvCxnSpPr>
        <p:spPr>
          <a:xfrm flipH="1">
            <a:off x="9696400" y="3886309"/>
            <a:ext cx="576064" cy="200055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11A59C50-AF22-F6B7-9B1B-DEBC840420E2}"/>
              </a:ext>
            </a:extLst>
          </p:cNvPr>
          <p:cNvSpPr txBox="1"/>
          <p:nvPr/>
        </p:nvSpPr>
        <p:spPr>
          <a:xfrm>
            <a:off x="6960096" y="5517232"/>
            <a:ext cx="1450260" cy="338554"/>
          </a:xfrm>
          <a:prstGeom prst="rect">
            <a:avLst/>
          </a:prstGeom>
          <a:solidFill>
            <a:schemeClr val="bg1"/>
          </a:solidFill>
        </p:spPr>
        <p:txBody>
          <a:bodyPr wrap="none" lIns="36000" rIns="36000" rtlCol="0">
            <a:spAutoFit/>
          </a:bodyPr>
          <a:lstStyle>
            <a:defPPr>
              <a:defRPr lang="en-SE"/>
            </a:defPPr>
            <a:lvl1pPr>
              <a:defRPr/>
            </a:lvl1pPr>
          </a:lstStyle>
          <a:p>
            <a:r>
              <a:rPr lang="en-US" sz="1600" dirty="0"/>
              <a:t>Parked vehicles</a:t>
            </a:r>
            <a:endParaRPr lang="en-SE" sz="1600" dirty="0"/>
          </a:p>
        </p:txBody>
      </p: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650E4A73-1833-E971-6837-77CFD4D02D89}"/>
              </a:ext>
            </a:extLst>
          </p:cNvPr>
          <p:cNvCxnSpPr>
            <a:cxnSpLocks/>
          </p:cNvCxnSpPr>
          <p:nvPr/>
        </p:nvCxnSpPr>
        <p:spPr>
          <a:xfrm flipV="1">
            <a:off x="8328248" y="4869160"/>
            <a:ext cx="648072" cy="648072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573C82AC-5AAB-C269-1F62-295CEA403867}"/>
              </a:ext>
            </a:extLst>
          </p:cNvPr>
          <p:cNvCxnSpPr>
            <a:cxnSpLocks/>
          </p:cNvCxnSpPr>
          <p:nvPr/>
        </p:nvCxnSpPr>
        <p:spPr>
          <a:xfrm flipV="1">
            <a:off x="8184232" y="4923536"/>
            <a:ext cx="288032" cy="593696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B284BE0B-2903-FF56-8B89-1C6BAC62BFD9}"/>
              </a:ext>
            </a:extLst>
          </p:cNvPr>
          <p:cNvCxnSpPr>
            <a:cxnSpLocks/>
            <a:stCxn id="34" idx="2"/>
          </p:cNvCxnSpPr>
          <p:nvPr/>
        </p:nvCxnSpPr>
        <p:spPr>
          <a:xfrm>
            <a:off x="8078222" y="3906818"/>
            <a:ext cx="826090" cy="327976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39" name="Straight Arrow Connector 38">
            <a:extLst>
              <a:ext uri="{FF2B5EF4-FFF2-40B4-BE49-F238E27FC236}">
                <a16:creationId xmlns:a16="http://schemas.microsoft.com/office/drawing/2014/main" id="{8720D3B8-4E02-DCFD-2D30-36BF9DA3F2B4}"/>
              </a:ext>
            </a:extLst>
          </p:cNvPr>
          <p:cNvCxnSpPr>
            <a:cxnSpLocks/>
            <a:stCxn id="34" idx="2"/>
          </p:cNvCxnSpPr>
          <p:nvPr/>
        </p:nvCxnSpPr>
        <p:spPr>
          <a:xfrm>
            <a:off x="8078222" y="3906818"/>
            <a:ext cx="1258138" cy="636631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B7C21130-A8CE-D28C-B2B3-F5B4008C70E5}"/>
              </a:ext>
            </a:extLst>
          </p:cNvPr>
          <p:cNvCxnSpPr>
            <a:cxnSpLocks/>
            <a:stCxn id="34" idx="2"/>
          </p:cNvCxnSpPr>
          <p:nvPr/>
        </p:nvCxnSpPr>
        <p:spPr>
          <a:xfrm>
            <a:off x="8078222" y="3906818"/>
            <a:ext cx="898098" cy="625175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51" name="Straight Arrow Connector 50">
            <a:extLst>
              <a:ext uri="{FF2B5EF4-FFF2-40B4-BE49-F238E27FC236}">
                <a16:creationId xmlns:a16="http://schemas.microsoft.com/office/drawing/2014/main" id="{3AFE1C80-9AC5-6270-0BFC-3953EA5912B9}"/>
              </a:ext>
            </a:extLst>
          </p:cNvPr>
          <p:cNvCxnSpPr>
            <a:cxnSpLocks/>
            <a:stCxn id="34" idx="2"/>
          </p:cNvCxnSpPr>
          <p:nvPr/>
        </p:nvCxnSpPr>
        <p:spPr>
          <a:xfrm>
            <a:off x="8078222" y="3906818"/>
            <a:ext cx="505194" cy="588126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37E0C072-9483-B2EC-0133-CD073A5563D2}"/>
              </a:ext>
            </a:extLst>
          </p:cNvPr>
          <p:cNvSpPr txBox="1"/>
          <p:nvPr/>
        </p:nvSpPr>
        <p:spPr>
          <a:xfrm>
            <a:off x="7348764" y="3568264"/>
            <a:ext cx="1458916" cy="338554"/>
          </a:xfrm>
          <a:prstGeom prst="rect">
            <a:avLst/>
          </a:prstGeom>
          <a:solidFill>
            <a:schemeClr val="bg1"/>
          </a:solidFill>
        </p:spPr>
        <p:txBody>
          <a:bodyPr wrap="none" lIns="36000" rIns="36000" rtlCol="0">
            <a:spAutoFit/>
          </a:bodyPr>
          <a:lstStyle>
            <a:defPPr>
              <a:defRPr lang="en-SE"/>
            </a:defPPr>
            <a:lvl1pPr>
              <a:defRPr/>
            </a:lvl1pPr>
          </a:lstStyle>
          <a:p>
            <a:r>
              <a:rPr lang="en-US" sz="1600" dirty="0"/>
              <a:t>Driving vehicles</a:t>
            </a:r>
            <a:endParaRPr lang="en-SE" sz="1600" dirty="0"/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CB398F8B-7590-6744-77D2-EA361B6F021C}"/>
              </a:ext>
            </a:extLst>
          </p:cNvPr>
          <p:cNvSpPr txBox="1"/>
          <p:nvPr/>
        </p:nvSpPr>
        <p:spPr>
          <a:xfrm>
            <a:off x="4659453" y="5293107"/>
            <a:ext cx="1209040" cy="338554"/>
          </a:xfrm>
          <a:prstGeom prst="rect">
            <a:avLst/>
          </a:prstGeom>
          <a:solidFill>
            <a:schemeClr val="bg1"/>
          </a:solidFill>
        </p:spPr>
        <p:txBody>
          <a:bodyPr wrap="none" lIns="36000" rIns="36000" rtlCol="0">
            <a:spAutoFit/>
          </a:bodyPr>
          <a:lstStyle>
            <a:defPPr>
              <a:defRPr lang="en-SE"/>
            </a:defPPr>
            <a:lvl1pPr>
              <a:defRPr/>
            </a:lvl1pPr>
          </a:lstStyle>
          <a:p>
            <a:r>
              <a:rPr lang="en-US" sz="1600" dirty="0"/>
              <a:t>Front vehicle</a:t>
            </a:r>
            <a:endParaRPr lang="en-SE" sz="1600" dirty="0"/>
          </a:p>
        </p:txBody>
      </p:sp>
      <p:cxnSp>
        <p:nvCxnSpPr>
          <p:cNvPr id="86" name="Straight Arrow Connector 85">
            <a:extLst>
              <a:ext uri="{FF2B5EF4-FFF2-40B4-BE49-F238E27FC236}">
                <a16:creationId xmlns:a16="http://schemas.microsoft.com/office/drawing/2014/main" id="{771D28FB-58D3-1CB9-8600-462F132B6713}"/>
              </a:ext>
            </a:extLst>
          </p:cNvPr>
          <p:cNvCxnSpPr>
            <a:cxnSpLocks/>
            <a:stCxn id="7" idx="1"/>
          </p:cNvCxnSpPr>
          <p:nvPr/>
        </p:nvCxnSpPr>
        <p:spPr>
          <a:xfrm flipH="1">
            <a:off x="3647728" y="4216096"/>
            <a:ext cx="1011725" cy="492933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90" name="TextBox 89">
            <a:extLst>
              <a:ext uri="{FF2B5EF4-FFF2-40B4-BE49-F238E27FC236}">
                <a16:creationId xmlns:a16="http://schemas.microsoft.com/office/drawing/2014/main" id="{F8855969-C4D2-AFFE-1EE5-530869B85508}"/>
              </a:ext>
            </a:extLst>
          </p:cNvPr>
          <p:cNvSpPr txBox="1"/>
          <p:nvPr/>
        </p:nvSpPr>
        <p:spPr>
          <a:xfrm>
            <a:off x="10086283" y="4271030"/>
            <a:ext cx="1192497" cy="338554"/>
          </a:xfrm>
          <a:prstGeom prst="rect">
            <a:avLst/>
          </a:prstGeom>
          <a:solidFill>
            <a:schemeClr val="bg1"/>
          </a:solidFill>
        </p:spPr>
        <p:txBody>
          <a:bodyPr wrap="square" lIns="36000" rIns="36000" rtlCol="0">
            <a:spAutoFit/>
          </a:bodyPr>
          <a:lstStyle>
            <a:defPPr>
              <a:defRPr lang="en-SE"/>
            </a:defPPr>
            <a:lvl1pPr>
              <a:defRPr/>
            </a:lvl1pPr>
          </a:lstStyle>
          <a:p>
            <a:r>
              <a:rPr lang="en-US" sz="1600" dirty="0"/>
              <a:t>Ego vehicle</a:t>
            </a:r>
            <a:endParaRPr lang="en-SE" sz="1600" dirty="0"/>
          </a:p>
        </p:txBody>
      </p:sp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B9E09971-9078-BC77-D0F6-92A68E416131}"/>
              </a:ext>
            </a:extLst>
          </p:cNvPr>
          <p:cNvCxnSpPr>
            <a:cxnSpLocks/>
            <a:stCxn id="90" idx="1"/>
          </p:cNvCxnSpPr>
          <p:nvPr/>
        </p:nvCxnSpPr>
        <p:spPr>
          <a:xfrm flipH="1" flipV="1">
            <a:off x="9573466" y="4365104"/>
            <a:ext cx="512817" cy="75203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pic>
        <p:nvPicPr>
          <p:cNvPr id="10" name="Picture 9" descr="A car driving on a street&#10;&#10;Description automatically generated">
            <a:extLst>
              <a:ext uri="{FF2B5EF4-FFF2-40B4-BE49-F238E27FC236}">
                <a16:creationId xmlns:a16="http://schemas.microsoft.com/office/drawing/2014/main" id="{C8A4AB7C-CFCE-DF77-2BB4-DF4F6AFD707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5440" y="548680"/>
            <a:ext cx="5040560" cy="2826684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105945504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crosswalk in a city&#10;&#10;Description automatically generated">
            <a:extLst>
              <a:ext uri="{FF2B5EF4-FFF2-40B4-BE49-F238E27FC236}">
                <a16:creationId xmlns:a16="http://schemas.microsoft.com/office/drawing/2014/main" id="{D76DB24A-03DE-EDD8-F3F3-DDD37705DE6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50"/>
          <a:stretch/>
        </p:blipFill>
        <p:spPr>
          <a:xfrm>
            <a:off x="6816080" y="548680"/>
            <a:ext cx="5040560" cy="2808312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AD27BD81-0D23-093E-35BD-3BEF2026668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5561" t="-3991" r="24981" b="-3991"/>
          <a:stretch/>
        </p:blipFill>
        <p:spPr>
          <a:xfrm rot="16200000">
            <a:off x="2027549" y="2403258"/>
            <a:ext cx="3096346" cy="5040558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E26E8E20-1375-6B76-3D52-247744285074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13411" b="4204"/>
          <a:stretch/>
        </p:blipFill>
        <p:spPr>
          <a:xfrm>
            <a:off x="6816080" y="3375364"/>
            <a:ext cx="5040560" cy="3096344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E8004892-B362-3398-0AB1-3A0F48C96321}"/>
              </a:ext>
            </a:extLst>
          </p:cNvPr>
          <p:cNvSpPr txBox="1"/>
          <p:nvPr/>
        </p:nvSpPr>
        <p:spPr>
          <a:xfrm>
            <a:off x="1199456" y="5701898"/>
            <a:ext cx="1288742" cy="307777"/>
          </a:xfrm>
          <a:prstGeom prst="rect">
            <a:avLst/>
          </a:prstGeom>
          <a:solidFill>
            <a:schemeClr val="bg1"/>
          </a:solidFill>
        </p:spPr>
        <p:txBody>
          <a:bodyPr wrap="square" lIns="36000" rIns="36000" rtlCol="0">
            <a:spAutoFit/>
          </a:bodyPr>
          <a:lstStyle>
            <a:defPPr>
              <a:defRPr lang="en-SE"/>
            </a:defPPr>
            <a:lvl1pPr>
              <a:defRPr/>
            </a:lvl1pPr>
          </a:lstStyle>
          <a:p>
            <a:r>
              <a:rPr lang="en-US" sz="1400" dirty="0"/>
              <a:t>Rear vehicle</a:t>
            </a:r>
            <a:endParaRPr lang="en-SE" sz="140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0A057F3-14E0-9FD1-1E92-8D19E0D8D159}"/>
              </a:ext>
            </a:extLst>
          </p:cNvPr>
          <p:cNvSpPr txBox="1"/>
          <p:nvPr/>
        </p:nvSpPr>
        <p:spPr>
          <a:xfrm>
            <a:off x="4903503" y="5147900"/>
            <a:ext cx="1192497" cy="307777"/>
          </a:xfrm>
          <a:prstGeom prst="rect">
            <a:avLst/>
          </a:prstGeom>
          <a:solidFill>
            <a:schemeClr val="bg1"/>
          </a:solidFill>
        </p:spPr>
        <p:txBody>
          <a:bodyPr wrap="square" lIns="36000" rIns="36000" rtlCol="0">
            <a:spAutoFit/>
          </a:bodyPr>
          <a:lstStyle>
            <a:defPPr>
              <a:defRPr lang="en-SE"/>
            </a:defPPr>
            <a:lvl1pPr>
              <a:defRPr/>
            </a:lvl1pPr>
          </a:lstStyle>
          <a:p>
            <a:r>
              <a:rPr lang="en-US" sz="1400" dirty="0"/>
              <a:t>Ego vehicle</a:t>
            </a:r>
            <a:endParaRPr lang="en-SE" sz="1400" dirty="0"/>
          </a:p>
        </p:txBody>
      </p:sp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A0A32BB7-8EB6-6EA5-CFE0-2AC1D27D6476}"/>
              </a:ext>
            </a:extLst>
          </p:cNvPr>
          <p:cNvCxnSpPr>
            <a:cxnSpLocks/>
          </p:cNvCxnSpPr>
          <p:nvPr/>
        </p:nvCxnSpPr>
        <p:spPr>
          <a:xfrm flipH="1">
            <a:off x="3719736" y="3861048"/>
            <a:ext cx="748127" cy="426429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2B4A7E1F-7125-BD85-A441-4A49885EC82B}"/>
              </a:ext>
            </a:extLst>
          </p:cNvPr>
          <p:cNvCxnSpPr>
            <a:cxnSpLocks/>
          </p:cNvCxnSpPr>
          <p:nvPr/>
        </p:nvCxnSpPr>
        <p:spPr>
          <a:xfrm flipV="1">
            <a:off x="2527903" y="5332566"/>
            <a:ext cx="975809" cy="553998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D24E58AD-8454-C850-A107-44FCE2FA416B}"/>
              </a:ext>
            </a:extLst>
          </p:cNvPr>
          <p:cNvSpPr txBox="1"/>
          <p:nvPr/>
        </p:nvSpPr>
        <p:spPr>
          <a:xfrm>
            <a:off x="10272464" y="3717032"/>
            <a:ext cx="455244" cy="307777"/>
          </a:xfrm>
          <a:prstGeom prst="rect">
            <a:avLst/>
          </a:prstGeom>
          <a:solidFill>
            <a:schemeClr val="bg1"/>
          </a:solidFill>
        </p:spPr>
        <p:txBody>
          <a:bodyPr wrap="none" lIns="36000" rIns="36000" rtlCol="0">
            <a:spAutoFit/>
          </a:bodyPr>
          <a:lstStyle>
            <a:defPPr>
              <a:defRPr lang="en-SE"/>
            </a:defPPr>
            <a:lvl1pPr>
              <a:defRPr/>
            </a:lvl1pPr>
          </a:lstStyle>
          <a:p>
            <a:r>
              <a:rPr lang="en-US" sz="1400" dirty="0"/>
              <a:t>Tram</a:t>
            </a:r>
            <a:endParaRPr lang="en-SE" sz="1400" dirty="0"/>
          </a:p>
        </p:txBody>
      </p: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15FBBAA7-2E7C-04B1-77FD-24DC5F157BCB}"/>
              </a:ext>
            </a:extLst>
          </p:cNvPr>
          <p:cNvCxnSpPr>
            <a:cxnSpLocks/>
          </p:cNvCxnSpPr>
          <p:nvPr/>
        </p:nvCxnSpPr>
        <p:spPr>
          <a:xfrm flipH="1">
            <a:off x="9696400" y="3937596"/>
            <a:ext cx="554084" cy="148768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11A59C50-AF22-F6B7-9B1B-DEBC840420E2}"/>
              </a:ext>
            </a:extLst>
          </p:cNvPr>
          <p:cNvSpPr txBox="1"/>
          <p:nvPr/>
        </p:nvSpPr>
        <p:spPr>
          <a:xfrm>
            <a:off x="6960096" y="5517232"/>
            <a:ext cx="1282137" cy="307777"/>
          </a:xfrm>
          <a:prstGeom prst="rect">
            <a:avLst/>
          </a:prstGeom>
          <a:solidFill>
            <a:schemeClr val="bg1"/>
          </a:solidFill>
        </p:spPr>
        <p:txBody>
          <a:bodyPr wrap="none" lIns="36000" rIns="36000" rtlCol="0">
            <a:spAutoFit/>
          </a:bodyPr>
          <a:lstStyle>
            <a:defPPr>
              <a:defRPr lang="en-SE"/>
            </a:defPPr>
            <a:lvl1pPr>
              <a:defRPr/>
            </a:lvl1pPr>
          </a:lstStyle>
          <a:p>
            <a:r>
              <a:rPr lang="en-US" sz="1400" dirty="0"/>
              <a:t>Parked vehicles</a:t>
            </a:r>
            <a:endParaRPr lang="en-SE" sz="1400" dirty="0"/>
          </a:p>
        </p:txBody>
      </p: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650E4A73-1833-E971-6837-77CFD4D02D89}"/>
              </a:ext>
            </a:extLst>
          </p:cNvPr>
          <p:cNvCxnSpPr>
            <a:cxnSpLocks/>
          </p:cNvCxnSpPr>
          <p:nvPr/>
        </p:nvCxnSpPr>
        <p:spPr>
          <a:xfrm flipV="1">
            <a:off x="8328248" y="4869160"/>
            <a:ext cx="648072" cy="648072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573C82AC-5AAB-C269-1F62-295CEA403867}"/>
              </a:ext>
            </a:extLst>
          </p:cNvPr>
          <p:cNvCxnSpPr>
            <a:cxnSpLocks/>
          </p:cNvCxnSpPr>
          <p:nvPr/>
        </p:nvCxnSpPr>
        <p:spPr>
          <a:xfrm flipV="1">
            <a:off x="8184232" y="4923536"/>
            <a:ext cx="288032" cy="593696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B284BE0B-2903-FF56-8B89-1C6BAC62BFD9}"/>
              </a:ext>
            </a:extLst>
          </p:cNvPr>
          <p:cNvCxnSpPr>
            <a:cxnSpLocks/>
          </p:cNvCxnSpPr>
          <p:nvPr/>
        </p:nvCxnSpPr>
        <p:spPr>
          <a:xfrm>
            <a:off x="8184232" y="3944512"/>
            <a:ext cx="720080" cy="290282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39" name="Straight Arrow Connector 38">
            <a:extLst>
              <a:ext uri="{FF2B5EF4-FFF2-40B4-BE49-F238E27FC236}">
                <a16:creationId xmlns:a16="http://schemas.microsoft.com/office/drawing/2014/main" id="{8720D3B8-4E02-DCFD-2D30-36BF9DA3F2B4}"/>
              </a:ext>
            </a:extLst>
          </p:cNvPr>
          <p:cNvCxnSpPr>
            <a:cxnSpLocks/>
          </p:cNvCxnSpPr>
          <p:nvPr/>
        </p:nvCxnSpPr>
        <p:spPr>
          <a:xfrm>
            <a:off x="8192814" y="3950688"/>
            <a:ext cx="1143546" cy="592761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B7C21130-A8CE-D28C-B2B3-F5B4008C70E5}"/>
              </a:ext>
            </a:extLst>
          </p:cNvPr>
          <p:cNvCxnSpPr>
            <a:cxnSpLocks/>
          </p:cNvCxnSpPr>
          <p:nvPr/>
        </p:nvCxnSpPr>
        <p:spPr>
          <a:xfrm>
            <a:off x="8184232" y="3950688"/>
            <a:ext cx="792088" cy="581305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51" name="Straight Arrow Connector 50">
            <a:extLst>
              <a:ext uri="{FF2B5EF4-FFF2-40B4-BE49-F238E27FC236}">
                <a16:creationId xmlns:a16="http://schemas.microsoft.com/office/drawing/2014/main" id="{3AFE1C80-9AC5-6270-0BFC-3953EA5912B9}"/>
              </a:ext>
            </a:extLst>
          </p:cNvPr>
          <p:cNvCxnSpPr>
            <a:cxnSpLocks/>
          </p:cNvCxnSpPr>
          <p:nvPr/>
        </p:nvCxnSpPr>
        <p:spPr>
          <a:xfrm>
            <a:off x="8184232" y="3950688"/>
            <a:ext cx="399184" cy="544256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37E0C072-9483-B2EC-0133-CD073A5563D2}"/>
              </a:ext>
            </a:extLst>
          </p:cNvPr>
          <p:cNvSpPr txBox="1"/>
          <p:nvPr/>
        </p:nvSpPr>
        <p:spPr>
          <a:xfrm>
            <a:off x="7348764" y="3568264"/>
            <a:ext cx="1286049" cy="307777"/>
          </a:xfrm>
          <a:prstGeom prst="rect">
            <a:avLst/>
          </a:prstGeom>
          <a:solidFill>
            <a:schemeClr val="bg1"/>
          </a:solidFill>
        </p:spPr>
        <p:txBody>
          <a:bodyPr wrap="none" lIns="36000" rIns="36000" rtlCol="0">
            <a:spAutoFit/>
          </a:bodyPr>
          <a:lstStyle>
            <a:defPPr>
              <a:defRPr lang="en-SE"/>
            </a:defPPr>
            <a:lvl1pPr>
              <a:defRPr/>
            </a:lvl1pPr>
          </a:lstStyle>
          <a:p>
            <a:r>
              <a:rPr lang="en-US" sz="1400" dirty="0"/>
              <a:t>Driving vehicles</a:t>
            </a:r>
            <a:endParaRPr lang="en-SE" sz="1400" dirty="0"/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CB398F8B-7590-6744-77D2-EA361B6F021C}"/>
              </a:ext>
            </a:extLst>
          </p:cNvPr>
          <p:cNvSpPr txBox="1"/>
          <p:nvPr/>
        </p:nvSpPr>
        <p:spPr>
          <a:xfrm>
            <a:off x="4492603" y="3646754"/>
            <a:ext cx="1349271" cy="307777"/>
          </a:xfrm>
          <a:prstGeom prst="rect">
            <a:avLst/>
          </a:prstGeom>
          <a:solidFill>
            <a:schemeClr val="bg1"/>
          </a:solidFill>
        </p:spPr>
        <p:txBody>
          <a:bodyPr wrap="square" lIns="36000" rIns="36000" rtlCol="0">
            <a:spAutoFit/>
          </a:bodyPr>
          <a:lstStyle>
            <a:defPPr>
              <a:defRPr lang="en-SE"/>
            </a:defPPr>
            <a:lvl1pPr>
              <a:defRPr/>
            </a:lvl1pPr>
          </a:lstStyle>
          <a:p>
            <a:r>
              <a:rPr lang="en-US" sz="1400" dirty="0"/>
              <a:t>Front vehicle</a:t>
            </a:r>
            <a:endParaRPr lang="en-SE" sz="1400" dirty="0"/>
          </a:p>
        </p:txBody>
      </p:sp>
      <p:cxnSp>
        <p:nvCxnSpPr>
          <p:cNvPr id="86" name="Straight Arrow Connector 85">
            <a:extLst>
              <a:ext uri="{FF2B5EF4-FFF2-40B4-BE49-F238E27FC236}">
                <a16:creationId xmlns:a16="http://schemas.microsoft.com/office/drawing/2014/main" id="{771D28FB-58D3-1CB9-8600-462F132B6713}"/>
              </a:ext>
            </a:extLst>
          </p:cNvPr>
          <p:cNvCxnSpPr>
            <a:cxnSpLocks/>
          </p:cNvCxnSpPr>
          <p:nvPr/>
        </p:nvCxnSpPr>
        <p:spPr>
          <a:xfrm flipH="1" flipV="1">
            <a:off x="3719736" y="5005126"/>
            <a:ext cx="1166151" cy="368090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90" name="TextBox 89">
            <a:extLst>
              <a:ext uri="{FF2B5EF4-FFF2-40B4-BE49-F238E27FC236}">
                <a16:creationId xmlns:a16="http://schemas.microsoft.com/office/drawing/2014/main" id="{F8855969-C4D2-AFFE-1EE5-530869B85508}"/>
              </a:ext>
            </a:extLst>
          </p:cNvPr>
          <p:cNvSpPr txBox="1"/>
          <p:nvPr/>
        </p:nvSpPr>
        <p:spPr>
          <a:xfrm>
            <a:off x="10086283" y="4271030"/>
            <a:ext cx="1192497" cy="307777"/>
          </a:xfrm>
          <a:prstGeom prst="rect">
            <a:avLst/>
          </a:prstGeom>
          <a:solidFill>
            <a:schemeClr val="bg1"/>
          </a:solidFill>
        </p:spPr>
        <p:txBody>
          <a:bodyPr wrap="square" lIns="36000" rIns="36000" rtlCol="0">
            <a:spAutoFit/>
          </a:bodyPr>
          <a:lstStyle>
            <a:defPPr>
              <a:defRPr lang="en-SE"/>
            </a:defPPr>
            <a:lvl1pPr>
              <a:defRPr/>
            </a:lvl1pPr>
          </a:lstStyle>
          <a:p>
            <a:r>
              <a:rPr lang="en-US" sz="1400" dirty="0"/>
              <a:t>Ego vehicle</a:t>
            </a:r>
            <a:endParaRPr lang="en-SE" sz="1400" dirty="0"/>
          </a:p>
        </p:txBody>
      </p:sp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B9E09971-9078-BC77-D0F6-92A68E416131}"/>
              </a:ext>
            </a:extLst>
          </p:cNvPr>
          <p:cNvCxnSpPr>
            <a:cxnSpLocks/>
          </p:cNvCxnSpPr>
          <p:nvPr/>
        </p:nvCxnSpPr>
        <p:spPr>
          <a:xfrm flipH="1" flipV="1">
            <a:off x="9573466" y="4365104"/>
            <a:ext cx="512817" cy="72008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pic>
        <p:nvPicPr>
          <p:cNvPr id="8" name="Picture 7" descr="A car driving on a street&#10;&#10;Description automatically generated">
            <a:extLst>
              <a:ext uri="{FF2B5EF4-FFF2-40B4-BE49-F238E27FC236}">
                <a16:creationId xmlns:a16="http://schemas.microsoft.com/office/drawing/2014/main" id="{CC963AF5-E630-4864-547B-AE8D4880984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5440" y="548680"/>
            <a:ext cx="5040560" cy="2826684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392550802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white and orange object with blue and yellow spots&#10;&#10;Description automatically generated with medium confidence">
            <a:extLst>
              <a:ext uri="{FF2B5EF4-FFF2-40B4-BE49-F238E27FC236}">
                <a16:creationId xmlns:a16="http://schemas.microsoft.com/office/drawing/2014/main" id="{F069F2A8-46B0-C19F-A8E3-AD1EEC59341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75921" y="1268760"/>
            <a:ext cx="2880319" cy="1440160"/>
          </a:xfrm>
          <a:prstGeom prst="rect">
            <a:avLst/>
          </a:prstGeom>
        </p:spPr>
      </p:pic>
      <p:pic>
        <p:nvPicPr>
          <p:cNvPr id="5" name="Picture 4" descr="A blurry image of a building&#10;&#10;Description automatically generated">
            <a:extLst>
              <a:ext uri="{FF2B5EF4-FFF2-40B4-BE49-F238E27FC236}">
                <a16:creationId xmlns:a16="http://schemas.microsoft.com/office/drawing/2014/main" id="{A1FC5A41-A5AD-9EE5-D855-81969658A4F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75920" y="2780928"/>
            <a:ext cx="2880319" cy="1440160"/>
          </a:xfrm>
          <a:prstGeom prst="rect">
            <a:avLst/>
          </a:prstGeom>
        </p:spPr>
      </p:pic>
      <p:pic>
        <p:nvPicPr>
          <p:cNvPr id="9" name="Picture 8" descr="A black and white image of a building&#10;&#10;Description automatically generated">
            <a:extLst>
              <a:ext uri="{FF2B5EF4-FFF2-40B4-BE49-F238E27FC236}">
                <a16:creationId xmlns:a16="http://schemas.microsoft.com/office/drawing/2014/main" id="{51C494AF-03C2-10C8-E46C-9D68BDF3A1A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23592" y="1268760"/>
            <a:ext cx="2880319" cy="1440160"/>
          </a:xfrm>
          <a:prstGeom prst="rect">
            <a:avLst/>
          </a:prstGeom>
        </p:spPr>
      </p:pic>
      <p:pic>
        <p:nvPicPr>
          <p:cNvPr id="11" name="Picture 10" descr="A white circle with black spots&#10;&#10;Description automatically generated">
            <a:extLst>
              <a:ext uri="{FF2B5EF4-FFF2-40B4-BE49-F238E27FC236}">
                <a16:creationId xmlns:a16="http://schemas.microsoft.com/office/drawing/2014/main" id="{D27B87FB-178E-D5E5-C344-8C5FDA844E7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23592" y="2780928"/>
            <a:ext cx="2880319" cy="14401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6409652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aphic 2">
            <a:extLst>
              <a:ext uri="{FF2B5EF4-FFF2-40B4-BE49-F238E27FC236}">
                <a16:creationId xmlns:a16="http://schemas.microsoft.com/office/drawing/2014/main" id="{741229C9-0832-DCBA-C6CE-FA9D6F0E458B}"/>
              </a:ext>
            </a:extLst>
          </p:cNvPr>
          <p:cNvGrpSpPr/>
          <p:nvPr/>
        </p:nvGrpSpPr>
        <p:grpSpPr>
          <a:xfrm>
            <a:off x="1199456" y="548680"/>
            <a:ext cx="4967897" cy="2453144"/>
            <a:chOff x="3577804" y="2315354"/>
            <a:chExt cx="4967897" cy="2453144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5806E0D3-61ED-44AE-ECB3-FB9AE510226B}"/>
                </a:ext>
              </a:extLst>
            </p:cNvPr>
            <p:cNvSpPr/>
            <p:nvPr/>
          </p:nvSpPr>
          <p:spPr>
            <a:xfrm>
              <a:off x="3902551" y="2315354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8F2DCB1E-3664-6576-DA6C-28E19B15D88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flipV="1">
              <a:off x="3902551" y="2315354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4F4CC4D9-29B3-1446-FD8A-A1F77FAEB6E9}"/>
                </a:ext>
              </a:extLst>
            </p:cNvPr>
            <p:cNvSpPr/>
            <p:nvPr/>
          </p:nvSpPr>
          <p:spPr>
            <a:xfrm>
              <a:off x="5361865" y="3404199"/>
              <a:ext cx="225111" cy="89014"/>
            </a:xfrm>
            <a:custGeom>
              <a:avLst/>
              <a:gdLst>
                <a:gd name="connsiteX0" fmla="*/ 225112 w 225111"/>
                <a:gd name="connsiteY0" fmla="*/ 1864 h 89014"/>
                <a:gd name="connsiteX1" fmla="*/ 224388 w 225111"/>
                <a:gd name="connsiteY1" fmla="*/ 89015 h 89014"/>
                <a:gd name="connsiteX2" fmla="*/ 0 w 225111"/>
                <a:gd name="connsiteY2" fmla="*/ 87150 h 89014"/>
                <a:gd name="connsiteX3" fmla="*/ 724 w 225111"/>
                <a:gd name="connsiteY3" fmla="*/ 0 h 89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5111" h="89014">
                  <a:moveTo>
                    <a:pt x="225112" y="1864"/>
                  </a:moveTo>
                  <a:lnTo>
                    <a:pt x="224388" y="89015"/>
                  </a:lnTo>
                  <a:lnTo>
                    <a:pt x="0" y="8715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DDF0FE32-0BA9-A899-0629-6AB7543B4293}"/>
                </a:ext>
              </a:extLst>
            </p:cNvPr>
            <p:cNvSpPr/>
            <p:nvPr/>
          </p:nvSpPr>
          <p:spPr>
            <a:xfrm>
              <a:off x="5499134" y="3405340"/>
              <a:ext cx="87480" cy="87150"/>
            </a:xfrm>
            <a:custGeom>
              <a:avLst/>
              <a:gdLst>
                <a:gd name="connsiteX0" fmla="*/ 87480 w 87480"/>
                <a:gd name="connsiteY0" fmla="*/ 44299 h 87150"/>
                <a:gd name="connsiteX1" fmla="*/ 0 w 87480"/>
                <a:gd name="connsiteY1" fmla="*/ 87150 h 87150"/>
                <a:gd name="connsiteX2" fmla="*/ 724 w 87480"/>
                <a:gd name="connsiteY2" fmla="*/ 0 h 8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80" h="87150">
                  <a:moveTo>
                    <a:pt x="87480" y="44299"/>
                  </a:moveTo>
                  <a:lnTo>
                    <a:pt x="0" y="8715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1" name="Graphic 2">
              <a:extLst>
                <a:ext uri="{FF2B5EF4-FFF2-40B4-BE49-F238E27FC236}">
                  <a16:creationId xmlns:a16="http://schemas.microsoft.com/office/drawing/2014/main" id="{59942C5C-0D17-DEE0-64BF-4EA9D496CD34}"/>
                </a:ext>
              </a:extLst>
            </p:cNvPr>
            <p:cNvGrpSpPr/>
            <p:nvPr/>
          </p:nvGrpSpPr>
          <p:grpSpPr>
            <a:xfrm>
              <a:off x="3791269" y="4581427"/>
              <a:ext cx="4754431" cy="187070"/>
              <a:chOff x="3791269" y="4581427"/>
              <a:chExt cx="4754431" cy="187070"/>
            </a:xfrm>
            <a:solidFill>
              <a:srgbClr val="000000"/>
            </a:solidFill>
          </p:grpSpPr>
          <p:grpSp>
            <p:nvGrpSpPr>
              <p:cNvPr id="12" name="Graphic 2">
                <a:extLst>
                  <a:ext uri="{FF2B5EF4-FFF2-40B4-BE49-F238E27FC236}">
                    <a16:creationId xmlns:a16="http://schemas.microsoft.com/office/drawing/2014/main" id="{EEEE5D0F-997D-EB01-5C9C-7A7C62D08725}"/>
                  </a:ext>
                </a:extLst>
              </p:cNvPr>
              <p:cNvGrpSpPr/>
              <p:nvPr/>
            </p:nvGrpSpPr>
            <p:grpSpPr>
              <a:xfrm>
                <a:off x="3791269" y="4581427"/>
                <a:ext cx="223926" cy="187070"/>
                <a:chOff x="3791269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AB074144-EEB0-02F6-B458-A8E28FA198A3}"/>
                    </a:ext>
                  </a:extLst>
                </p:cNvPr>
                <p:cNvSpPr/>
                <p:nvPr/>
              </p:nvSpPr>
              <p:spPr>
                <a:xfrm>
                  <a:off x="3902551" y="4581427"/>
                  <a:ext cx="12686" cy="44417"/>
                </a:xfrm>
                <a:custGeom>
                  <a:avLst/>
                  <a:gdLst>
                    <a:gd name="connsiteX0" fmla="*/ 58 w 12686"/>
                    <a:gd name="connsiteY0" fmla="*/ 264 h 44417"/>
                    <a:gd name="connsiteX1" fmla="*/ 58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58" y="264"/>
                      </a:moveTo>
                      <a:lnTo>
                        <a:pt x="58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4" name="Graphic 2">
                  <a:extLst>
                    <a:ext uri="{FF2B5EF4-FFF2-40B4-BE49-F238E27FC236}">
                      <a16:creationId xmlns:a16="http://schemas.microsoft.com/office/drawing/2014/main" id="{780BAE00-A91B-5EA8-62AE-4A36E174CAE0}"/>
                    </a:ext>
                  </a:extLst>
                </p:cNvPr>
                <p:cNvGrpSpPr/>
                <p:nvPr/>
              </p:nvGrpSpPr>
              <p:grpSpPr>
                <a:xfrm>
                  <a:off x="3791269" y="4672504"/>
                  <a:ext cx="223926" cy="95994"/>
                  <a:chOff x="3791269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5" name="Freeform: Shape 14">
                    <a:extLst>
                      <a:ext uri="{FF2B5EF4-FFF2-40B4-BE49-F238E27FC236}">
                        <a16:creationId xmlns:a16="http://schemas.microsoft.com/office/drawing/2014/main" id="{93D225B9-0906-37A9-CD1B-83017167B839}"/>
                      </a:ext>
                    </a:extLst>
                  </p:cNvPr>
                  <p:cNvSpPr/>
                  <p:nvPr/>
                </p:nvSpPr>
                <p:spPr>
                  <a:xfrm flipV="1">
                    <a:off x="3791269" y="4674169"/>
                    <a:ext cx="59843" cy="94328"/>
                  </a:xfrm>
                  <a:custGeom>
                    <a:avLst/>
                    <a:gdLst>
                      <a:gd name="connsiteX0" fmla="*/ 1953 w 59843"/>
                      <a:gd name="connsiteY0" fmla="*/ 92316 h 94328"/>
                      <a:gd name="connsiteX1" fmla="*/ 51072 w 59843"/>
                      <a:gd name="connsiteY1" fmla="*/ 92316 h 94328"/>
                      <a:gd name="connsiteX2" fmla="*/ 51072 w 59843"/>
                      <a:gd name="connsiteY2" fmla="*/ 81767 h 94328"/>
                      <a:gd name="connsiteX3" fmla="*/ 13410 w 59843"/>
                      <a:gd name="connsiteY3" fmla="*/ 81767 h 94328"/>
                      <a:gd name="connsiteX4" fmla="*/ 13410 w 59843"/>
                      <a:gd name="connsiteY4" fmla="*/ 59102 h 94328"/>
                      <a:gd name="connsiteX5" fmla="*/ 18841 w 59843"/>
                      <a:gd name="connsiteY5" fmla="*/ 60490 h 94328"/>
                      <a:gd name="connsiteX6" fmla="*/ 24312 w 59843"/>
                      <a:gd name="connsiteY6" fmla="*/ 60946 h 94328"/>
                      <a:gd name="connsiteX7" fmla="*/ 48832 w 59843"/>
                      <a:gd name="connsiteY7" fmla="*/ 52459 h 94328"/>
                      <a:gd name="connsiteX8" fmla="*/ 57891 w 59843"/>
                      <a:gd name="connsiteY8" fmla="*/ 29476 h 94328"/>
                      <a:gd name="connsiteX9" fmla="*/ 48594 w 59843"/>
                      <a:gd name="connsiteY9" fmla="*/ 6256 h 94328"/>
                      <a:gd name="connsiteX10" fmla="*/ 22389 w 59843"/>
                      <a:gd name="connsiteY10" fmla="*/ -2013 h 94328"/>
                      <a:gd name="connsiteX11" fmla="*/ 10516 w 59843"/>
                      <a:gd name="connsiteY11" fmla="*/ -1021 h 94328"/>
                      <a:gd name="connsiteX12" fmla="*/ -1952 w 59843"/>
                      <a:gd name="connsiteY12" fmla="*/ 1953 h 94328"/>
                      <a:gd name="connsiteX13" fmla="*/ -1952 w 59843"/>
                      <a:gd name="connsiteY13" fmla="*/ 14545 h 94328"/>
                      <a:gd name="connsiteX14" fmla="*/ 9564 w 59843"/>
                      <a:gd name="connsiteY14" fmla="*/ 10024 h 94328"/>
                      <a:gd name="connsiteX15" fmla="*/ 22132 w 59843"/>
                      <a:gd name="connsiteY15" fmla="*/ 8537 h 94328"/>
                      <a:gd name="connsiteX16" fmla="*/ 39100 w 59843"/>
                      <a:gd name="connsiteY16" fmla="*/ 14168 h 94328"/>
                      <a:gd name="connsiteX17" fmla="*/ 45363 w 59843"/>
                      <a:gd name="connsiteY17" fmla="*/ 29476 h 94328"/>
                      <a:gd name="connsiteX18" fmla="*/ 39100 w 59843"/>
                      <a:gd name="connsiteY18" fmla="*/ 44765 h 94328"/>
                      <a:gd name="connsiteX19" fmla="*/ 22132 w 59843"/>
                      <a:gd name="connsiteY19" fmla="*/ 50416 h 94328"/>
                      <a:gd name="connsiteX20" fmla="*/ 12121 w 59843"/>
                      <a:gd name="connsiteY20" fmla="*/ 49306 h 94328"/>
                      <a:gd name="connsiteX21" fmla="*/ 1953 w 59843"/>
                      <a:gd name="connsiteY21" fmla="*/ 45836 h 94328"/>
                      <a:gd name="connsiteX22" fmla="*/ 1953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53" y="92316"/>
                        </a:moveTo>
                        <a:lnTo>
                          <a:pt x="51072" y="92316"/>
                        </a:lnTo>
                        <a:lnTo>
                          <a:pt x="51072" y="81767"/>
                        </a:lnTo>
                        <a:lnTo>
                          <a:pt x="13410" y="81767"/>
                        </a:lnTo>
                        <a:lnTo>
                          <a:pt x="13410" y="59102"/>
                        </a:lnTo>
                        <a:cubicBezTo>
                          <a:pt x="15220" y="59723"/>
                          <a:pt x="17031" y="60186"/>
                          <a:pt x="18841" y="60490"/>
                        </a:cubicBezTo>
                        <a:cubicBezTo>
                          <a:pt x="20665" y="60794"/>
                          <a:pt x="22488" y="60946"/>
                          <a:pt x="24312" y="60946"/>
                        </a:cubicBezTo>
                        <a:cubicBezTo>
                          <a:pt x="34633" y="60946"/>
                          <a:pt x="42806" y="58117"/>
                          <a:pt x="48832" y="52459"/>
                        </a:cubicBezTo>
                        <a:cubicBezTo>
                          <a:pt x="54871" y="46801"/>
                          <a:pt x="57891" y="39140"/>
                          <a:pt x="57891" y="29476"/>
                        </a:cubicBezTo>
                        <a:cubicBezTo>
                          <a:pt x="57891" y="19522"/>
                          <a:pt x="54792" y="11782"/>
                          <a:pt x="48594" y="6256"/>
                        </a:cubicBezTo>
                        <a:cubicBezTo>
                          <a:pt x="42397" y="744"/>
                          <a:pt x="33662" y="-2013"/>
                          <a:pt x="22389" y="-2013"/>
                        </a:cubicBezTo>
                        <a:cubicBezTo>
                          <a:pt x="18504" y="-2013"/>
                          <a:pt x="14546" y="-1682"/>
                          <a:pt x="10516" y="-1021"/>
                        </a:cubicBezTo>
                        <a:cubicBezTo>
                          <a:pt x="6499" y="-360"/>
                          <a:pt x="2343" y="631"/>
                          <a:pt x="-1952" y="1953"/>
                        </a:cubicBezTo>
                        <a:lnTo>
                          <a:pt x="-1952" y="14545"/>
                        </a:lnTo>
                        <a:cubicBezTo>
                          <a:pt x="1761" y="12522"/>
                          <a:pt x="5600" y="11015"/>
                          <a:pt x="9564" y="10024"/>
                        </a:cubicBezTo>
                        <a:cubicBezTo>
                          <a:pt x="13529" y="9032"/>
                          <a:pt x="17718" y="8537"/>
                          <a:pt x="22132" y="8537"/>
                        </a:cubicBezTo>
                        <a:cubicBezTo>
                          <a:pt x="29281" y="8537"/>
                          <a:pt x="34937" y="10414"/>
                          <a:pt x="39100" y="14168"/>
                        </a:cubicBezTo>
                        <a:cubicBezTo>
                          <a:pt x="43275" y="17923"/>
                          <a:pt x="45363" y="23025"/>
                          <a:pt x="45363" y="29476"/>
                        </a:cubicBezTo>
                        <a:cubicBezTo>
                          <a:pt x="45363" y="35914"/>
                          <a:pt x="43275" y="41011"/>
                          <a:pt x="39100" y="44765"/>
                        </a:cubicBezTo>
                        <a:cubicBezTo>
                          <a:pt x="34937" y="48533"/>
                          <a:pt x="29281" y="50416"/>
                          <a:pt x="22132" y="50416"/>
                        </a:cubicBezTo>
                        <a:cubicBezTo>
                          <a:pt x="18788" y="50416"/>
                          <a:pt x="15452" y="50046"/>
                          <a:pt x="12121" y="49306"/>
                        </a:cubicBezTo>
                        <a:cubicBezTo>
                          <a:pt x="8805" y="48566"/>
                          <a:pt x="5415" y="47409"/>
                          <a:pt x="1953" y="45836"/>
                        </a:cubicBezTo>
                        <a:lnTo>
                          <a:pt x="1953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6" name="Freeform: Shape 15">
                    <a:extLst>
                      <a:ext uri="{FF2B5EF4-FFF2-40B4-BE49-F238E27FC236}">
                        <a16:creationId xmlns:a16="http://schemas.microsoft.com/office/drawing/2014/main" id="{0B4872DE-E565-1D86-A29C-0EFE88AB7FE9}"/>
                      </a:ext>
                    </a:extLst>
                  </p:cNvPr>
                  <p:cNvSpPr/>
                  <p:nvPr/>
                </p:nvSpPr>
                <p:spPr>
                  <a:xfrm flipV="1">
                    <a:off x="3870556" y="4672504"/>
                    <a:ext cx="63926" cy="95994"/>
                  </a:xfrm>
                  <a:custGeom>
                    <a:avLst/>
                    <a:gdLst>
                      <a:gd name="connsiteX0" fmla="*/ 29977 w 63926"/>
                      <a:gd name="connsiteY0" fmla="*/ 84025 h 95994"/>
                      <a:gd name="connsiteX1" fmla="*/ 15447 w 63926"/>
                      <a:gd name="connsiteY1" fmla="*/ 74507 h 95994"/>
                      <a:gd name="connsiteX2" fmla="*/ 10590 w 63926"/>
                      <a:gd name="connsiteY2" fmla="*/ 45913 h 95994"/>
                      <a:gd name="connsiteX3" fmla="*/ 15447 w 63926"/>
                      <a:gd name="connsiteY3" fmla="*/ 17378 h 95994"/>
                      <a:gd name="connsiteX4" fmla="*/ 29977 w 63926"/>
                      <a:gd name="connsiteY4" fmla="*/ 7860 h 95994"/>
                      <a:gd name="connsiteX5" fmla="*/ 44566 w 63926"/>
                      <a:gd name="connsiteY5" fmla="*/ 17378 h 95994"/>
                      <a:gd name="connsiteX6" fmla="*/ 49442 w 63926"/>
                      <a:gd name="connsiteY6" fmla="*/ 45913 h 95994"/>
                      <a:gd name="connsiteX7" fmla="*/ 44566 w 63926"/>
                      <a:gd name="connsiteY7" fmla="*/ 74507 h 95994"/>
                      <a:gd name="connsiteX8" fmla="*/ 29977 w 63926"/>
                      <a:gd name="connsiteY8" fmla="*/ 84025 h 95994"/>
                      <a:gd name="connsiteX9" fmla="*/ 29977 w 63926"/>
                      <a:gd name="connsiteY9" fmla="*/ 93939 h 95994"/>
                      <a:gd name="connsiteX10" fmla="*/ 53743 w 63926"/>
                      <a:gd name="connsiteY10" fmla="*/ 81625 h 95994"/>
                      <a:gd name="connsiteX11" fmla="*/ 61950 w 63926"/>
                      <a:gd name="connsiteY11" fmla="*/ 45913 h 95994"/>
                      <a:gd name="connsiteX12" fmla="*/ 53743 w 63926"/>
                      <a:gd name="connsiteY12" fmla="*/ 10240 h 95994"/>
                      <a:gd name="connsiteX13" fmla="*/ 29977 w 63926"/>
                      <a:gd name="connsiteY13" fmla="*/ -2055 h 95994"/>
                      <a:gd name="connsiteX14" fmla="*/ 6229 w 63926"/>
                      <a:gd name="connsiteY14" fmla="*/ 10240 h 95994"/>
                      <a:gd name="connsiteX15" fmla="*/ -1977 w 63926"/>
                      <a:gd name="connsiteY15" fmla="*/ 45913 h 95994"/>
                      <a:gd name="connsiteX16" fmla="*/ 6229 w 63926"/>
                      <a:gd name="connsiteY16" fmla="*/ 81625 h 95994"/>
                      <a:gd name="connsiteX17" fmla="*/ 2997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77" y="84025"/>
                        </a:moveTo>
                        <a:cubicBezTo>
                          <a:pt x="23541" y="84025"/>
                          <a:pt x="18698" y="80852"/>
                          <a:pt x="15447" y="74507"/>
                        </a:cubicBezTo>
                        <a:cubicBezTo>
                          <a:pt x="12209" y="68174"/>
                          <a:pt x="10590" y="58643"/>
                          <a:pt x="10590" y="45913"/>
                        </a:cubicBezTo>
                        <a:cubicBezTo>
                          <a:pt x="10590" y="33235"/>
                          <a:pt x="12209" y="23724"/>
                          <a:pt x="15447" y="17378"/>
                        </a:cubicBezTo>
                        <a:cubicBezTo>
                          <a:pt x="18698" y="11033"/>
                          <a:pt x="23541" y="7860"/>
                          <a:pt x="29977" y="7860"/>
                        </a:cubicBezTo>
                        <a:cubicBezTo>
                          <a:pt x="36465" y="7860"/>
                          <a:pt x="41328" y="11033"/>
                          <a:pt x="44566" y="17378"/>
                        </a:cubicBezTo>
                        <a:cubicBezTo>
                          <a:pt x="47817" y="23724"/>
                          <a:pt x="49442" y="33235"/>
                          <a:pt x="49442" y="45913"/>
                        </a:cubicBezTo>
                        <a:cubicBezTo>
                          <a:pt x="49442" y="58643"/>
                          <a:pt x="47817" y="68174"/>
                          <a:pt x="44566" y="74507"/>
                        </a:cubicBezTo>
                        <a:cubicBezTo>
                          <a:pt x="41328" y="80852"/>
                          <a:pt x="36465" y="84025"/>
                          <a:pt x="29977" y="84025"/>
                        </a:cubicBezTo>
                        <a:close/>
                        <a:moveTo>
                          <a:pt x="29977" y="93939"/>
                        </a:moveTo>
                        <a:cubicBezTo>
                          <a:pt x="40350" y="93939"/>
                          <a:pt x="48272" y="89835"/>
                          <a:pt x="53743" y="81625"/>
                        </a:cubicBezTo>
                        <a:cubicBezTo>
                          <a:pt x="59214" y="73429"/>
                          <a:pt x="61950" y="61525"/>
                          <a:pt x="61950" y="45913"/>
                        </a:cubicBezTo>
                        <a:cubicBezTo>
                          <a:pt x="61950" y="30340"/>
                          <a:pt x="59214" y="18449"/>
                          <a:pt x="53743" y="10240"/>
                        </a:cubicBezTo>
                        <a:cubicBezTo>
                          <a:pt x="48272" y="2043"/>
                          <a:pt x="40350" y="-2055"/>
                          <a:pt x="29977" y="-2055"/>
                        </a:cubicBezTo>
                        <a:cubicBezTo>
                          <a:pt x="19616" y="-2055"/>
                          <a:pt x="11700" y="2043"/>
                          <a:pt x="6229" y="10240"/>
                        </a:cubicBezTo>
                        <a:cubicBezTo>
                          <a:pt x="759" y="18449"/>
                          <a:pt x="-1977" y="30340"/>
                          <a:pt x="-1977" y="45913"/>
                        </a:cubicBezTo>
                        <a:cubicBezTo>
                          <a:pt x="-1977" y="61525"/>
                          <a:pt x="759" y="73429"/>
                          <a:pt x="6229" y="81625"/>
                        </a:cubicBezTo>
                        <a:cubicBezTo>
                          <a:pt x="11700" y="89835"/>
                          <a:pt x="19616" y="93939"/>
                          <a:pt x="2997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" name="Freeform: Shape 16">
                    <a:extLst>
                      <a:ext uri="{FF2B5EF4-FFF2-40B4-BE49-F238E27FC236}">
                        <a16:creationId xmlns:a16="http://schemas.microsoft.com/office/drawing/2014/main" id="{B8DB9756-ADCF-2291-8BA7-85BBAD49E6FB}"/>
                      </a:ext>
                    </a:extLst>
                  </p:cNvPr>
                  <p:cNvSpPr/>
                  <p:nvPr/>
                </p:nvSpPr>
                <p:spPr>
                  <a:xfrm flipV="1">
                    <a:off x="3951269" y="4672504"/>
                    <a:ext cx="63926" cy="95994"/>
                  </a:xfrm>
                  <a:custGeom>
                    <a:avLst/>
                    <a:gdLst>
                      <a:gd name="connsiteX0" fmla="*/ 29983 w 63926"/>
                      <a:gd name="connsiteY0" fmla="*/ 84025 h 95994"/>
                      <a:gd name="connsiteX1" fmla="*/ 15453 w 63926"/>
                      <a:gd name="connsiteY1" fmla="*/ 74507 h 95994"/>
                      <a:gd name="connsiteX2" fmla="*/ 10597 w 63926"/>
                      <a:gd name="connsiteY2" fmla="*/ 45913 h 95994"/>
                      <a:gd name="connsiteX3" fmla="*/ 15453 w 63926"/>
                      <a:gd name="connsiteY3" fmla="*/ 17378 h 95994"/>
                      <a:gd name="connsiteX4" fmla="*/ 29983 w 63926"/>
                      <a:gd name="connsiteY4" fmla="*/ 7860 h 95994"/>
                      <a:gd name="connsiteX5" fmla="*/ 44572 w 63926"/>
                      <a:gd name="connsiteY5" fmla="*/ 17378 h 95994"/>
                      <a:gd name="connsiteX6" fmla="*/ 49448 w 63926"/>
                      <a:gd name="connsiteY6" fmla="*/ 45913 h 95994"/>
                      <a:gd name="connsiteX7" fmla="*/ 44572 w 63926"/>
                      <a:gd name="connsiteY7" fmla="*/ 74507 h 95994"/>
                      <a:gd name="connsiteX8" fmla="*/ 29983 w 63926"/>
                      <a:gd name="connsiteY8" fmla="*/ 84025 h 95994"/>
                      <a:gd name="connsiteX9" fmla="*/ 29983 w 63926"/>
                      <a:gd name="connsiteY9" fmla="*/ 93939 h 95994"/>
                      <a:gd name="connsiteX10" fmla="*/ 53750 w 63926"/>
                      <a:gd name="connsiteY10" fmla="*/ 81625 h 95994"/>
                      <a:gd name="connsiteX11" fmla="*/ 61956 w 63926"/>
                      <a:gd name="connsiteY11" fmla="*/ 45913 h 95994"/>
                      <a:gd name="connsiteX12" fmla="*/ 53750 w 63926"/>
                      <a:gd name="connsiteY12" fmla="*/ 10240 h 95994"/>
                      <a:gd name="connsiteX13" fmla="*/ 29983 w 63926"/>
                      <a:gd name="connsiteY13" fmla="*/ -2055 h 95994"/>
                      <a:gd name="connsiteX14" fmla="*/ 6236 w 63926"/>
                      <a:gd name="connsiteY14" fmla="*/ 10240 h 95994"/>
                      <a:gd name="connsiteX15" fmla="*/ -1971 w 63926"/>
                      <a:gd name="connsiteY15" fmla="*/ 45913 h 95994"/>
                      <a:gd name="connsiteX16" fmla="*/ 6236 w 63926"/>
                      <a:gd name="connsiteY16" fmla="*/ 81625 h 95994"/>
                      <a:gd name="connsiteX17" fmla="*/ 29983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83" y="84025"/>
                        </a:moveTo>
                        <a:cubicBezTo>
                          <a:pt x="23547" y="84025"/>
                          <a:pt x="18704" y="80852"/>
                          <a:pt x="15453" y="74507"/>
                        </a:cubicBezTo>
                        <a:cubicBezTo>
                          <a:pt x="12216" y="68174"/>
                          <a:pt x="10597" y="58643"/>
                          <a:pt x="10597" y="45913"/>
                        </a:cubicBezTo>
                        <a:cubicBezTo>
                          <a:pt x="10597" y="33235"/>
                          <a:pt x="12216" y="23724"/>
                          <a:pt x="15453" y="17378"/>
                        </a:cubicBezTo>
                        <a:cubicBezTo>
                          <a:pt x="18704" y="11033"/>
                          <a:pt x="23547" y="7860"/>
                          <a:pt x="29983" y="7860"/>
                        </a:cubicBezTo>
                        <a:cubicBezTo>
                          <a:pt x="36471" y="7860"/>
                          <a:pt x="41334" y="11033"/>
                          <a:pt x="44572" y="17378"/>
                        </a:cubicBezTo>
                        <a:cubicBezTo>
                          <a:pt x="47823" y="23724"/>
                          <a:pt x="49448" y="33235"/>
                          <a:pt x="49448" y="45913"/>
                        </a:cubicBezTo>
                        <a:cubicBezTo>
                          <a:pt x="49448" y="58643"/>
                          <a:pt x="47823" y="68174"/>
                          <a:pt x="44572" y="74507"/>
                        </a:cubicBezTo>
                        <a:cubicBezTo>
                          <a:pt x="41334" y="80852"/>
                          <a:pt x="36471" y="84025"/>
                          <a:pt x="29983" y="84025"/>
                        </a:cubicBezTo>
                        <a:close/>
                        <a:moveTo>
                          <a:pt x="29983" y="93939"/>
                        </a:moveTo>
                        <a:cubicBezTo>
                          <a:pt x="40357" y="93939"/>
                          <a:pt x="48279" y="89835"/>
                          <a:pt x="53750" y="81625"/>
                        </a:cubicBezTo>
                        <a:cubicBezTo>
                          <a:pt x="59221" y="73429"/>
                          <a:pt x="61956" y="61525"/>
                          <a:pt x="61956" y="45913"/>
                        </a:cubicBezTo>
                        <a:cubicBezTo>
                          <a:pt x="61956" y="30340"/>
                          <a:pt x="59221" y="18449"/>
                          <a:pt x="53750" y="10240"/>
                        </a:cubicBezTo>
                        <a:cubicBezTo>
                          <a:pt x="48279" y="2043"/>
                          <a:pt x="40357" y="-2055"/>
                          <a:pt x="29983" y="-2055"/>
                        </a:cubicBezTo>
                        <a:cubicBezTo>
                          <a:pt x="19622" y="-2055"/>
                          <a:pt x="11707" y="2043"/>
                          <a:pt x="6236" y="10240"/>
                        </a:cubicBezTo>
                        <a:cubicBezTo>
                          <a:pt x="765" y="18449"/>
                          <a:pt x="-1971" y="30340"/>
                          <a:pt x="-1971" y="45913"/>
                        </a:cubicBezTo>
                        <a:cubicBezTo>
                          <a:pt x="-1971" y="61525"/>
                          <a:pt x="765" y="73429"/>
                          <a:pt x="6236" y="81625"/>
                        </a:cubicBezTo>
                        <a:cubicBezTo>
                          <a:pt x="11707" y="89835"/>
                          <a:pt x="19622" y="93939"/>
                          <a:pt x="29983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8" name="Graphic 2">
                <a:extLst>
                  <a:ext uri="{FF2B5EF4-FFF2-40B4-BE49-F238E27FC236}">
                    <a16:creationId xmlns:a16="http://schemas.microsoft.com/office/drawing/2014/main" id="{50C19972-8FCA-0553-FBB9-29F037AEC67A}"/>
                  </a:ext>
                </a:extLst>
              </p:cNvPr>
              <p:cNvGrpSpPr/>
              <p:nvPr/>
            </p:nvGrpSpPr>
            <p:grpSpPr>
              <a:xfrm>
                <a:off x="4697370" y="4581427"/>
                <a:ext cx="223926" cy="187070"/>
                <a:chOff x="4697370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80DF8C82-9484-05C0-A708-73D54D8EA8EA}"/>
                    </a:ext>
                  </a:extLst>
                </p:cNvPr>
                <p:cNvSpPr/>
                <p:nvPr/>
              </p:nvSpPr>
              <p:spPr>
                <a:xfrm>
                  <a:off x="4808652" y="4581427"/>
                  <a:ext cx="12686" cy="44417"/>
                </a:xfrm>
                <a:custGeom>
                  <a:avLst/>
                  <a:gdLst>
                    <a:gd name="connsiteX0" fmla="*/ 129 w 12686"/>
                    <a:gd name="connsiteY0" fmla="*/ 264 h 44417"/>
                    <a:gd name="connsiteX1" fmla="*/ 129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29" y="264"/>
                      </a:moveTo>
                      <a:lnTo>
                        <a:pt x="129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0" name="Graphic 2">
                  <a:extLst>
                    <a:ext uri="{FF2B5EF4-FFF2-40B4-BE49-F238E27FC236}">
                      <a16:creationId xmlns:a16="http://schemas.microsoft.com/office/drawing/2014/main" id="{31205B37-D485-12B9-352E-903B1B5D8B01}"/>
                    </a:ext>
                  </a:extLst>
                </p:cNvPr>
                <p:cNvGrpSpPr/>
                <p:nvPr/>
              </p:nvGrpSpPr>
              <p:grpSpPr>
                <a:xfrm>
                  <a:off x="4697370" y="4672504"/>
                  <a:ext cx="223926" cy="95994"/>
                  <a:chOff x="4697370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1" name="Freeform: Shape 20">
                    <a:extLst>
                      <a:ext uri="{FF2B5EF4-FFF2-40B4-BE49-F238E27FC236}">
                        <a16:creationId xmlns:a16="http://schemas.microsoft.com/office/drawing/2014/main" id="{B581F1B7-5D97-2DBB-9619-EC97B231C6D4}"/>
                      </a:ext>
                    </a:extLst>
                  </p:cNvPr>
                  <p:cNvSpPr/>
                  <p:nvPr/>
                </p:nvSpPr>
                <p:spPr>
                  <a:xfrm flipV="1">
                    <a:off x="4697370" y="4674169"/>
                    <a:ext cx="59843" cy="94328"/>
                  </a:xfrm>
                  <a:custGeom>
                    <a:avLst/>
                    <a:gdLst>
                      <a:gd name="connsiteX0" fmla="*/ 2024 w 59843"/>
                      <a:gd name="connsiteY0" fmla="*/ 92316 h 94328"/>
                      <a:gd name="connsiteX1" fmla="*/ 51144 w 59843"/>
                      <a:gd name="connsiteY1" fmla="*/ 92316 h 94328"/>
                      <a:gd name="connsiteX2" fmla="*/ 51144 w 59843"/>
                      <a:gd name="connsiteY2" fmla="*/ 81767 h 94328"/>
                      <a:gd name="connsiteX3" fmla="*/ 13481 w 59843"/>
                      <a:gd name="connsiteY3" fmla="*/ 81767 h 94328"/>
                      <a:gd name="connsiteX4" fmla="*/ 13481 w 59843"/>
                      <a:gd name="connsiteY4" fmla="*/ 59102 h 94328"/>
                      <a:gd name="connsiteX5" fmla="*/ 18913 w 59843"/>
                      <a:gd name="connsiteY5" fmla="*/ 60490 h 94328"/>
                      <a:gd name="connsiteX6" fmla="*/ 24384 w 59843"/>
                      <a:gd name="connsiteY6" fmla="*/ 60946 h 94328"/>
                      <a:gd name="connsiteX7" fmla="*/ 48904 w 59843"/>
                      <a:gd name="connsiteY7" fmla="*/ 52459 h 94328"/>
                      <a:gd name="connsiteX8" fmla="*/ 57962 w 59843"/>
                      <a:gd name="connsiteY8" fmla="*/ 29476 h 94328"/>
                      <a:gd name="connsiteX9" fmla="*/ 48666 w 59843"/>
                      <a:gd name="connsiteY9" fmla="*/ 6256 h 94328"/>
                      <a:gd name="connsiteX10" fmla="*/ 22461 w 59843"/>
                      <a:gd name="connsiteY10" fmla="*/ -2013 h 94328"/>
                      <a:gd name="connsiteX11" fmla="*/ 10587 w 59843"/>
                      <a:gd name="connsiteY11" fmla="*/ -1021 h 94328"/>
                      <a:gd name="connsiteX12" fmla="*/ -1881 w 59843"/>
                      <a:gd name="connsiteY12" fmla="*/ 1953 h 94328"/>
                      <a:gd name="connsiteX13" fmla="*/ -1881 w 59843"/>
                      <a:gd name="connsiteY13" fmla="*/ 14545 h 94328"/>
                      <a:gd name="connsiteX14" fmla="*/ 9636 w 59843"/>
                      <a:gd name="connsiteY14" fmla="*/ 10024 h 94328"/>
                      <a:gd name="connsiteX15" fmla="*/ 22203 w 59843"/>
                      <a:gd name="connsiteY15" fmla="*/ 8537 h 94328"/>
                      <a:gd name="connsiteX16" fmla="*/ 39171 w 59843"/>
                      <a:gd name="connsiteY16" fmla="*/ 14168 h 94328"/>
                      <a:gd name="connsiteX17" fmla="*/ 45435 w 59843"/>
                      <a:gd name="connsiteY17" fmla="*/ 29476 h 94328"/>
                      <a:gd name="connsiteX18" fmla="*/ 39171 w 59843"/>
                      <a:gd name="connsiteY18" fmla="*/ 44765 h 94328"/>
                      <a:gd name="connsiteX19" fmla="*/ 22203 w 59843"/>
                      <a:gd name="connsiteY19" fmla="*/ 50416 h 94328"/>
                      <a:gd name="connsiteX20" fmla="*/ 12193 w 59843"/>
                      <a:gd name="connsiteY20" fmla="*/ 49306 h 94328"/>
                      <a:gd name="connsiteX21" fmla="*/ 2024 w 59843"/>
                      <a:gd name="connsiteY21" fmla="*/ 45836 h 94328"/>
                      <a:gd name="connsiteX22" fmla="*/ 2024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24" y="92316"/>
                        </a:moveTo>
                        <a:lnTo>
                          <a:pt x="51144" y="92316"/>
                        </a:lnTo>
                        <a:lnTo>
                          <a:pt x="51144" y="81767"/>
                        </a:lnTo>
                        <a:lnTo>
                          <a:pt x="13481" y="81767"/>
                        </a:lnTo>
                        <a:lnTo>
                          <a:pt x="13481" y="59102"/>
                        </a:lnTo>
                        <a:cubicBezTo>
                          <a:pt x="15292" y="59723"/>
                          <a:pt x="17102" y="60186"/>
                          <a:pt x="18913" y="60490"/>
                        </a:cubicBezTo>
                        <a:cubicBezTo>
                          <a:pt x="20736" y="60794"/>
                          <a:pt x="22560" y="60946"/>
                          <a:pt x="24384" y="60946"/>
                        </a:cubicBezTo>
                        <a:cubicBezTo>
                          <a:pt x="34704" y="60946"/>
                          <a:pt x="42878" y="58117"/>
                          <a:pt x="48904" y="52459"/>
                        </a:cubicBezTo>
                        <a:cubicBezTo>
                          <a:pt x="54943" y="46801"/>
                          <a:pt x="57962" y="39140"/>
                          <a:pt x="57962" y="29476"/>
                        </a:cubicBezTo>
                        <a:cubicBezTo>
                          <a:pt x="57962" y="19522"/>
                          <a:pt x="54864" y="11782"/>
                          <a:pt x="48666" y="6256"/>
                        </a:cubicBezTo>
                        <a:cubicBezTo>
                          <a:pt x="42468" y="744"/>
                          <a:pt x="33733" y="-2013"/>
                          <a:pt x="22461" y="-2013"/>
                        </a:cubicBezTo>
                        <a:cubicBezTo>
                          <a:pt x="18576" y="-2013"/>
                          <a:pt x="14618" y="-1682"/>
                          <a:pt x="10587" y="-1021"/>
                        </a:cubicBezTo>
                        <a:cubicBezTo>
                          <a:pt x="6570" y="-360"/>
                          <a:pt x="2414" y="631"/>
                          <a:pt x="-1881" y="1953"/>
                        </a:cubicBezTo>
                        <a:lnTo>
                          <a:pt x="-1881" y="14545"/>
                        </a:lnTo>
                        <a:cubicBezTo>
                          <a:pt x="1832" y="12522"/>
                          <a:pt x="5671" y="11015"/>
                          <a:pt x="9636" y="10024"/>
                        </a:cubicBezTo>
                        <a:cubicBezTo>
                          <a:pt x="13600" y="9032"/>
                          <a:pt x="17789" y="8537"/>
                          <a:pt x="22203" y="8537"/>
                        </a:cubicBezTo>
                        <a:cubicBezTo>
                          <a:pt x="29352" y="8537"/>
                          <a:pt x="35008" y="10414"/>
                          <a:pt x="39171" y="14168"/>
                        </a:cubicBezTo>
                        <a:cubicBezTo>
                          <a:pt x="43347" y="17923"/>
                          <a:pt x="45435" y="23025"/>
                          <a:pt x="45435" y="29476"/>
                        </a:cubicBezTo>
                        <a:cubicBezTo>
                          <a:pt x="45435" y="35914"/>
                          <a:pt x="43347" y="41011"/>
                          <a:pt x="39171" y="44765"/>
                        </a:cubicBezTo>
                        <a:cubicBezTo>
                          <a:pt x="35008" y="48533"/>
                          <a:pt x="29352" y="50416"/>
                          <a:pt x="22203" y="50416"/>
                        </a:cubicBezTo>
                        <a:cubicBezTo>
                          <a:pt x="18860" y="50416"/>
                          <a:pt x="15523" y="50046"/>
                          <a:pt x="12193" y="49306"/>
                        </a:cubicBezTo>
                        <a:cubicBezTo>
                          <a:pt x="8876" y="48566"/>
                          <a:pt x="5486" y="47409"/>
                          <a:pt x="2024" y="45836"/>
                        </a:cubicBezTo>
                        <a:lnTo>
                          <a:pt x="2024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" name="Freeform: Shape 21">
                    <a:extLst>
                      <a:ext uri="{FF2B5EF4-FFF2-40B4-BE49-F238E27FC236}">
                        <a16:creationId xmlns:a16="http://schemas.microsoft.com/office/drawing/2014/main" id="{8B1AB3BE-FF82-0463-7441-3FA9A0B2BF74}"/>
                      </a:ext>
                    </a:extLst>
                  </p:cNvPr>
                  <p:cNvSpPr/>
                  <p:nvPr/>
                </p:nvSpPr>
                <p:spPr>
                  <a:xfrm flipV="1">
                    <a:off x="4777588" y="4672504"/>
                    <a:ext cx="58713" cy="94189"/>
                  </a:xfrm>
                  <a:custGeom>
                    <a:avLst/>
                    <a:gdLst>
                      <a:gd name="connsiteX0" fmla="*/ 13224 w 58713"/>
                      <a:gd name="connsiteY0" fmla="*/ 8429 h 94189"/>
                      <a:gd name="connsiteX1" fmla="*/ 56892 w 58713"/>
                      <a:gd name="connsiteY1" fmla="*/ 8429 h 94189"/>
                      <a:gd name="connsiteX2" fmla="*/ 56892 w 58713"/>
                      <a:gd name="connsiteY2" fmla="*/ -2100 h 94189"/>
                      <a:gd name="connsiteX3" fmla="*/ -1821 w 58713"/>
                      <a:gd name="connsiteY3" fmla="*/ -2100 h 94189"/>
                      <a:gd name="connsiteX4" fmla="*/ -1821 w 58713"/>
                      <a:gd name="connsiteY4" fmla="*/ 8429 h 94189"/>
                      <a:gd name="connsiteX5" fmla="*/ 17585 w 58713"/>
                      <a:gd name="connsiteY5" fmla="*/ 28219 h 94189"/>
                      <a:gd name="connsiteX6" fmla="*/ 33046 w 58713"/>
                      <a:gd name="connsiteY6" fmla="*/ 44261 h 94189"/>
                      <a:gd name="connsiteX7" fmla="*/ 41431 w 58713"/>
                      <a:gd name="connsiteY7" fmla="*/ 55683 h 94189"/>
                      <a:gd name="connsiteX8" fmla="*/ 43829 w 58713"/>
                      <a:gd name="connsiteY8" fmla="*/ 64883 h 94189"/>
                      <a:gd name="connsiteX9" fmla="*/ 38656 w 58713"/>
                      <a:gd name="connsiteY9" fmla="*/ 76900 h 94189"/>
                      <a:gd name="connsiteX10" fmla="*/ 25177 w 58713"/>
                      <a:gd name="connsiteY10" fmla="*/ 81560 h 94189"/>
                      <a:gd name="connsiteX11" fmla="*/ 12748 w 58713"/>
                      <a:gd name="connsiteY11" fmla="*/ 79518 h 94189"/>
                      <a:gd name="connsiteX12" fmla="*/ -1207 w 58713"/>
                      <a:gd name="connsiteY12" fmla="*/ 73311 h 94189"/>
                      <a:gd name="connsiteX13" fmla="*/ -1207 w 58713"/>
                      <a:gd name="connsiteY13" fmla="*/ 85962 h 94189"/>
                      <a:gd name="connsiteX14" fmla="*/ 12907 w 58713"/>
                      <a:gd name="connsiteY14" fmla="*/ 90543 h 94189"/>
                      <a:gd name="connsiteX15" fmla="*/ 24939 w 58713"/>
                      <a:gd name="connsiteY15" fmla="*/ 92089 h 94189"/>
                      <a:gd name="connsiteX16" fmla="*/ 47853 w 58713"/>
                      <a:gd name="connsiteY16" fmla="*/ 84891 h 94189"/>
                      <a:gd name="connsiteX17" fmla="*/ 56397 w 58713"/>
                      <a:gd name="connsiteY17" fmla="*/ 65696 h 94189"/>
                      <a:gd name="connsiteX18" fmla="*/ 54256 w 58713"/>
                      <a:gd name="connsiteY18" fmla="*/ 54870 h 94189"/>
                      <a:gd name="connsiteX19" fmla="*/ 46486 w 58713"/>
                      <a:gd name="connsiteY19" fmla="*/ 42833 h 94189"/>
                      <a:gd name="connsiteX20" fmla="*/ 36634 w 58713"/>
                      <a:gd name="connsiteY20" fmla="*/ 32443 h 94189"/>
                      <a:gd name="connsiteX21" fmla="*/ 13224 w 58713"/>
                      <a:gd name="connsiteY21" fmla="*/ 8429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224" y="8429"/>
                        </a:moveTo>
                        <a:lnTo>
                          <a:pt x="56892" y="8429"/>
                        </a:lnTo>
                        <a:lnTo>
                          <a:pt x="56892" y="-2100"/>
                        </a:lnTo>
                        <a:lnTo>
                          <a:pt x="-1821" y="-2100"/>
                        </a:lnTo>
                        <a:lnTo>
                          <a:pt x="-1821" y="8429"/>
                        </a:lnTo>
                        <a:cubicBezTo>
                          <a:pt x="2923" y="13347"/>
                          <a:pt x="9392" y="19943"/>
                          <a:pt x="17585" y="28219"/>
                        </a:cubicBezTo>
                        <a:cubicBezTo>
                          <a:pt x="25791" y="36508"/>
                          <a:pt x="30945" y="41855"/>
                          <a:pt x="33046" y="44261"/>
                        </a:cubicBezTo>
                        <a:cubicBezTo>
                          <a:pt x="37050" y="48756"/>
                          <a:pt x="39845" y="52563"/>
                          <a:pt x="41431" y="55683"/>
                        </a:cubicBezTo>
                        <a:cubicBezTo>
                          <a:pt x="43030" y="58802"/>
                          <a:pt x="43829" y="61869"/>
                          <a:pt x="43829" y="64883"/>
                        </a:cubicBezTo>
                        <a:cubicBezTo>
                          <a:pt x="43829" y="69801"/>
                          <a:pt x="42105" y="73807"/>
                          <a:pt x="38656" y="76900"/>
                        </a:cubicBezTo>
                        <a:cubicBezTo>
                          <a:pt x="35207" y="80007"/>
                          <a:pt x="30714" y="81560"/>
                          <a:pt x="25177" y="81560"/>
                        </a:cubicBezTo>
                        <a:cubicBezTo>
                          <a:pt x="21252" y="81560"/>
                          <a:pt x="17109" y="80879"/>
                          <a:pt x="12748" y="79518"/>
                        </a:cubicBezTo>
                        <a:cubicBezTo>
                          <a:pt x="8401" y="78156"/>
                          <a:pt x="3749" y="76087"/>
                          <a:pt x="-1207" y="73311"/>
                        </a:cubicBezTo>
                        <a:lnTo>
                          <a:pt x="-1207" y="85962"/>
                        </a:lnTo>
                        <a:cubicBezTo>
                          <a:pt x="3828" y="87985"/>
                          <a:pt x="8533" y="89512"/>
                          <a:pt x="12907" y="90543"/>
                        </a:cubicBezTo>
                        <a:cubicBezTo>
                          <a:pt x="17294" y="91574"/>
                          <a:pt x="21305" y="92089"/>
                          <a:pt x="24939" y="92089"/>
                        </a:cubicBezTo>
                        <a:cubicBezTo>
                          <a:pt x="34520" y="92089"/>
                          <a:pt x="42158" y="89690"/>
                          <a:pt x="47853" y="84891"/>
                        </a:cubicBezTo>
                        <a:cubicBezTo>
                          <a:pt x="53549" y="80106"/>
                          <a:pt x="56397" y="73708"/>
                          <a:pt x="56397" y="65696"/>
                        </a:cubicBezTo>
                        <a:cubicBezTo>
                          <a:pt x="56397" y="61889"/>
                          <a:pt x="55683" y="58280"/>
                          <a:pt x="54256" y="54870"/>
                        </a:cubicBezTo>
                        <a:cubicBezTo>
                          <a:pt x="52842" y="51472"/>
                          <a:pt x="50252" y="47460"/>
                          <a:pt x="46486" y="42833"/>
                        </a:cubicBezTo>
                        <a:cubicBezTo>
                          <a:pt x="45455" y="41630"/>
                          <a:pt x="42171" y="38167"/>
                          <a:pt x="36634" y="32443"/>
                        </a:cubicBezTo>
                        <a:cubicBezTo>
                          <a:pt x="31110" y="26718"/>
                          <a:pt x="23307" y="18714"/>
                          <a:pt x="13224" y="84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3" name="Freeform: Shape 22">
                    <a:extLst>
                      <a:ext uri="{FF2B5EF4-FFF2-40B4-BE49-F238E27FC236}">
                        <a16:creationId xmlns:a16="http://schemas.microsoft.com/office/drawing/2014/main" id="{023E38B5-C5C7-0A7E-3930-F07FE6D3696A}"/>
                      </a:ext>
                    </a:extLst>
                  </p:cNvPr>
                  <p:cNvSpPr/>
                  <p:nvPr/>
                </p:nvSpPr>
                <p:spPr>
                  <a:xfrm flipV="1">
                    <a:off x="4857370" y="4672504"/>
                    <a:ext cx="63926" cy="95994"/>
                  </a:xfrm>
                  <a:custGeom>
                    <a:avLst/>
                    <a:gdLst>
                      <a:gd name="connsiteX0" fmla="*/ 30054 w 63926"/>
                      <a:gd name="connsiteY0" fmla="*/ 84025 h 95994"/>
                      <a:gd name="connsiteX1" fmla="*/ 15525 w 63926"/>
                      <a:gd name="connsiteY1" fmla="*/ 74507 h 95994"/>
                      <a:gd name="connsiteX2" fmla="*/ 10668 w 63926"/>
                      <a:gd name="connsiteY2" fmla="*/ 45913 h 95994"/>
                      <a:gd name="connsiteX3" fmla="*/ 15525 w 63926"/>
                      <a:gd name="connsiteY3" fmla="*/ 17378 h 95994"/>
                      <a:gd name="connsiteX4" fmla="*/ 30054 w 63926"/>
                      <a:gd name="connsiteY4" fmla="*/ 7860 h 95994"/>
                      <a:gd name="connsiteX5" fmla="*/ 44643 w 63926"/>
                      <a:gd name="connsiteY5" fmla="*/ 17378 h 95994"/>
                      <a:gd name="connsiteX6" fmla="*/ 49520 w 63926"/>
                      <a:gd name="connsiteY6" fmla="*/ 45913 h 95994"/>
                      <a:gd name="connsiteX7" fmla="*/ 44643 w 63926"/>
                      <a:gd name="connsiteY7" fmla="*/ 74507 h 95994"/>
                      <a:gd name="connsiteX8" fmla="*/ 30054 w 63926"/>
                      <a:gd name="connsiteY8" fmla="*/ 84025 h 95994"/>
                      <a:gd name="connsiteX9" fmla="*/ 30054 w 63926"/>
                      <a:gd name="connsiteY9" fmla="*/ 93939 h 95994"/>
                      <a:gd name="connsiteX10" fmla="*/ 53821 w 63926"/>
                      <a:gd name="connsiteY10" fmla="*/ 81625 h 95994"/>
                      <a:gd name="connsiteX11" fmla="*/ 62028 w 63926"/>
                      <a:gd name="connsiteY11" fmla="*/ 45913 h 95994"/>
                      <a:gd name="connsiteX12" fmla="*/ 53821 w 63926"/>
                      <a:gd name="connsiteY12" fmla="*/ 10240 h 95994"/>
                      <a:gd name="connsiteX13" fmla="*/ 30054 w 63926"/>
                      <a:gd name="connsiteY13" fmla="*/ -2055 h 95994"/>
                      <a:gd name="connsiteX14" fmla="*/ 6307 w 63926"/>
                      <a:gd name="connsiteY14" fmla="*/ 10240 h 95994"/>
                      <a:gd name="connsiteX15" fmla="*/ -1899 w 63926"/>
                      <a:gd name="connsiteY15" fmla="*/ 45913 h 95994"/>
                      <a:gd name="connsiteX16" fmla="*/ 6307 w 63926"/>
                      <a:gd name="connsiteY16" fmla="*/ 81625 h 95994"/>
                      <a:gd name="connsiteX17" fmla="*/ 3005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54" y="84025"/>
                        </a:moveTo>
                        <a:cubicBezTo>
                          <a:pt x="23619" y="84025"/>
                          <a:pt x="18775" y="80852"/>
                          <a:pt x="15525" y="74507"/>
                        </a:cubicBezTo>
                        <a:cubicBezTo>
                          <a:pt x="12287" y="68174"/>
                          <a:pt x="10668" y="58643"/>
                          <a:pt x="10668" y="45913"/>
                        </a:cubicBezTo>
                        <a:cubicBezTo>
                          <a:pt x="10668" y="33235"/>
                          <a:pt x="12287" y="23724"/>
                          <a:pt x="15525" y="17378"/>
                        </a:cubicBezTo>
                        <a:cubicBezTo>
                          <a:pt x="18775" y="11033"/>
                          <a:pt x="23619" y="7860"/>
                          <a:pt x="30054" y="7860"/>
                        </a:cubicBezTo>
                        <a:cubicBezTo>
                          <a:pt x="36543" y="7860"/>
                          <a:pt x="41406" y="11033"/>
                          <a:pt x="44643" y="17378"/>
                        </a:cubicBezTo>
                        <a:cubicBezTo>
                          <a:pt x="47894" y="23724"/>
                          <a:pt x="49520" y="33235"/>
                          <a:pt x="49520" y="45913"/>
                        </a:cubicBezTo>
                        <a:cubicBezTo>
                          <a:pt x="49520" y="58643"/>
                          <a:pt x="47894" y="68174"/>
                          <a:pt x="44643" y="74507"/>
                        </a:cubicBezTo>
                        <a:cubicBezTo>
                          <a:pt x="41406" y="80852"/>
                          <a:pt x="36543" y="84025"/>
                          <a:pt x="30054" y="84025"/>
                        </a:cubicBezTo>
                        <a:close/>
                        <a:moveTo>
                          <a:pt x="30054" y="93939"/>
                        </a:moveTo>
                        <a:cubicBezTo>
                          <a:pt x="40428" y="93939"/>
                          <a:pt x="48350" y="89835"/>
                          <a:pt x="53821" y="81625"/>
                        </a:cubicBezTo>
                        <a:cubicBezTo>
                          <a:pt x="59292" y="73429"/>
                          <a:pt x="62028" y="61525"/>
                          <a:pt x="62028" y="45913"/>
                        </a:cubicBezTo>
                        <a:cubicBezTo>
                          <a:pt x="62028" y="30340"/>
                          <a:pt x="59292" y="18449"/>
                          <a:pt x="53821" y="10240"/>
                        </a:cubicBezTo>
                        <a:cubicBezTo>
                          <a:pt x="48350" y="2043"/>
                          <a:pt x="40428" y="-2055"/>
                          <a:pt x="30054" y="-2055"/>
                        </a:cubicBezTo>
                        <a:cubicBezTo>
                          <a:pt x="19694" y="-2055"/>
                          <a:pt x="11778" y="2043"/>
                          <a:pt x="6307" y="10240"/>
                        </a:cubicBezTo>
                        <a:cubicBezTo>
                          <a:pt x="836" y="18449"/>
                          <a:pt x="-1899" y="30340"/>
                          <a:pt x="-1899" y="45913"/>
                        </a:cubicBezTo>
                        <a:cubicBezTo>
                          <a:pt x="-1899" y="61525"/>
                          <a:pt x="836" y="73429"/>
                          <a:pt x="6307" y="81625"/>
                        </a:cubicBezTo>
                        <a:cubicBezTo>
                          <a:pt x="11778" y="89835"/>
                          <a:pt x="19694" y="93939"/>
                          <a:pt x="3005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4" name="Graphic 2">
                <a:extLst>
                  <a:ext uri="{FF2B5EF4-FFF2-40B4-BE49-F238E27FC236}">
                    <a16:creationId xmlns:a16="http://schemas.microsoft.com/office/drawing/2014/main" id="{D4E6AD71-DB3A-3060-B741-8C6922B6CFA1}"/>
                  </a:ext>
                </a:extLst>
              </p:cNvPr>
              <p:cNvGrpSpPr/>
              <p:nvPr/>
            </p:nvGrpSpPr>
            <p:grpSpPr>
              <a:xfrm>
                <a:off x="5603471" y="4581427"/>
                <a:ext cx="223926" cy="187070"/>
                <a:chOff x="5603471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EACEED66-1A76-77D7-BD92-E0D8A816B2A0}"/>
                    </a:ext>
                  </a:extLst>
                </p:cNvPr>
                <p:cNvSpPr/>
                <p:nvPr/>
              </p:nvSpPr>
              <p:spPr>
                <a:xfrm>
                  <a:off x="5714753" y="4581427"/>
                  <a:ext cx="12686" cy="44417"/>
                </a:xfrm>
                <a:custGeom>
                  <a:avLst/>
                  <a:gdLst>
                    <a:gd name="connsiteX0" fmla="*/ 200 w 12686"/>
                    <a:gd name="connsiteY0" fmla="*/ 264 h 44417"/>
                    <a:gd name="connsiteX1" fmla="*/ 200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00" y="264"/>
                      </a:moveTo>
                      <a:lnTo>
                        <a:pt x="200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6" name="Graphic 2">
                  <a:extLst>
                    <a:ext uri="{FF2B5EF4-FFF2-40B4-BE49-F238E27FC236}">
                      <a16:creationId xmlns:a16="http://schemas.microsoft.com/office/drawing/2014/main" id="{AA935766-09E3-9BD7-9E0E-023818BC3C28}"/>
                    </a:ext>
                  </a:extLst>
                </p:cNvPr>
                <p:cNvGrpSpPr/>
                <p:nvPr/>
              </p:nvGrpSpPr>
              <p:grpSpPr>
                <a:xfrm>
                  <a:off x="5603471" y="4672504"/>
                  <a:ext cx="223926" cy="95994"/>
                  <a:chOff x="5603471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7" name="Freeform: Shape 26">
                    <a:extLst>
                      <a:ext uri="{FF2B5EF4-FFF2-40B4-BE49-F238E27FC236}">
                        <a16:creationId xmlns:a16="http://schemas.microsoft.com/office/drawing/2014/main" id="{8E18C42F-7CE7-77EF-9AD8-31E91328A2FE}"/>
                      </a:ext>
                    </a:extLst>
                  </p:cNvPr>
                  <p:cNvSpPr/>
                  <p:nvPr/>
                </p:nvSpPr>
                <p:spPr>
                  <a:xfrm flipV="1">
                    <a:off x="5603471" y="4674169"/>
                    <a:ext cx="59843" cy="94328"/>
                  </a:xfrm>
                  <a:custGeom>
                    <a:avLst/>
                    <a:gdLst>
                      <a:gd name="connsiteX0" fmla="*/ 2096 w 59843"/>
                      <a:gd name="connsiteY0" fmla="*/ 92316 h 94328"/>
                      <a:gd name="connsiteX1" fmla="*/ 51215 w 59843"/>
                      <a:gd name="connsiteY1" fmla="*/ 92316 h 94328"/>
                      <a:gd name="connsiteX2" fmla="*/ 51215 w 59843"/>
                      <a:gd name="connsiteY2" fmla="*/ 81767 h 94328"/>
                      <a:gd name="connsiteX3" fmla="*/ 13553 w 59843"/>
                      <a:gd name="connsiteY3" fmla="*/ 81767 h 94328"/>
                      <a:gd name="connsiteX4" fmla="*/ 13553 w 59843"/>
                      <a:gd name="connsiteY4" fmla="*/ 59102 h 94328"/>
                      <a:gd name="connsiteX5" fmla="*/ 18984 w 59843"/>
                      <a:gd name="connsiteY5" fmla="*/ 60490 h 94328"/>
                      <a:gd name="connsiteX6" fmla="*/ 24455 w 59843"/>
                      <a:gd name="connsiteY6" fmla="*/ 60946 h 94328"/>
                      <a:gd name="connsiteX7" fmla="*/ 48975 w 59843"/>
                      <a:gd name="connsiteY7" fmla="*/ 52459 h 94328"/>
                      <a:gd name="connsiteX8" fmla="*/ 58034 w 59843"/>
                      <a:gd name="connsiteY8" fmla="*/ 29476 h 94328"/>
                      <a:gd name="connsiteX9" fmla="*/ 48737 w 59843"/>
                      <a:gd name="connsiteY9" fmla="*/ 6256 h 94328"/>
                      <a:gd name="connsiteX10" fmla="*/ 22532 w 59843"/>
                      <a:gd name="connsiteY10" fmla="*/ -2013 h 94328"/>
                      <a:gd name="connsiteX11" fmla="*/ 10659 w 59843"/>
                      <a:gd name="connsiteY11" fmla="*/ -1021 h 94328"/>
                      <a:gd name="connsiteX12" fmla="*/ -1809 w 59843"/>
                      <a:gd name="connsiteY12" fmla="*/ 1953 h 94328"/>
                      <a:gd name="connsiteX13" fmla="*/ -1809 w 59843"/>
                      <a:gd name="connsiteY13" fmla="*/ 14545 h 94328"/>
                      <a:gd name="connsiteX14" fmla="*/ 9707 w 59843"/>
                      <a:gd name="connsiteY14" fmla="*/ 10024 h 94328"/>
                      <a:gd name="connsiteX15" fmla="*/ 22275 w 59843"/>
                      <a:gd name="connsiteY15" fmla="*/ 8537 h 94328"/>
                      <a:gd name="connsiteX16" fmla="*/ 39242 w 59843"/>
                      <a:gd name="connsiteY16" fmla="*/ 14168 h 94328"/>
                      <a:gd name="connsiteX17" fmla="*/ 45506 w 59843"/>
                      <a:gd name="connsiteY17" fmla="*/ 29476 h 94328"/>
                      <a:gd name="connsiteX18" fmla="*/ 39242 w 59843"/>
                      <a:gd name="connsiteY18" fmla="*/ 44765 h 94328"/>
                      <a:gd name="connsiteX19" fmla="*/ 22275 w 59843"/>
                      <a:gd name="connsiteY19" fmla="*/ 50416 h 94328"/>
                      <a:gd name="connsiteX20" fmla="*/ 12264 w 59843"/>
                      <a:gd name="connsiteY20" fmla="*/ 49306 h 94328"/>
                      <a:gd name="connsiteX21" fmla="*/ 2096 w 59843"/>
                      <a:gd name="connsiteY21" fmla="*/ 45836 h 94328"/>
                      <a:gd name="connsiteX22" fmla="*/ 2096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96" y="92316"/>
                        </a:moveTo>
                        <a:lnTo>
                          <a:pt x="51215" y="92316"/>
                        </a:lnTo>
                        <a:lnTo>
                          <a:pt x="51215" y="81767"/>
                        </a:lnTo>
                        <a:lnTo>
                          <a:pt x="13553" y="81767"/>
                        </a:lnTo>
                        <a:lnTo>
                          <a:pt x="13553" y="59102"/>
                        </a:lnTo>
                        <a:cubicBezTo>
                          <a:pt x="15363" y="59723"/>
                          <a:pt x="17174" y="60186"/>
                          <a:pt x="18984" y="60490"/>
                        </a:cubicBezTo>
                        <a:cubicBezTo>
                          <a:pt x="20808" y="60794"/>
                          <a:pt x="22631" y="60946"/>
                          <a:pt x="24455" y="60946"/>
                        </a:cubicBezTo>
                        <a:cubicBezTo>
                          <a:pt x="34776" y="60946"/>
                          <a:pt x="42949" y="58117"/>
                          <a:pt x="48975" y="52459"/>
                        </a:cubicBezTo>
                        <a:cubicBezTo>
                          <a:pt x="55014" y="46801"/>
                          <a:pt x="58034" y="39140"/>
                          <a:pt x="58034" y="29476"/>
                        </a:cubicBezTo>
                        <a:cubicBezTo>
                          <a:pt x="58034" y="19522"/>
                          <a:pt x="54935" y="11782"/>
                          <a:pt x="48737" y="6256"/>
                        </a:cubicBezTo>
                        <a:cubicBezTo>
                          <a:pt x="42539" y="744"/>
                          <a:pt x="33804" y="-2013"/>
                          <a:pt x="22532" y="-2013"/>
                        </a:cubicBezTo>
                        <a:cubicBezTo>
                          <a:pt x="18647" y="-2013"/>
                          <a:pt x="14689" y="-1682"/>
                          <a:pt x="10659" y="-1021"/>
                        </a:cubicBezTo>
                        <a:cubicBezTo>
                          <a:pt x="6641" y="-360"/>
                          <a:pt x="2485" y="631"/>
                          <a:pt x="-1809" y="1953"/>
                        </a:cubicBezTo>
                        <a:lnTo>
                          <a:pt x="-1809" y="14545"/>
                        </a:lnTo>
                        <a:cubicBezTo>
                          <a:pt x="1904" y="12522"/>
                          <a:pt x="5743" y="11015"/>
                          <a:pt x="9707" y="10024"/>
                        </a:cubicBezTo>
                        <a:cubicBezTo>
                          <a:pt x="13672" y="9032"/>
                          <a:pt x="17861" y="8537"/>
                          <a:pt x="22275" y="8537"/>
                        </a:cubicBezTo>
                        <a:cubicBezTo>
                          <a:pt x="29424" y="8537"/>
                          <a:pt x="35080" y="10414"/>
                          <a:pt x="39242" y="14168"/>
                        </a:cubicBezTo>
                        <a:cubicBezTo>
                          <a:pt x="43418" y="17923"/>
                          <a:pt x="45506" y="23025"/>
                          <a:pt x="45506" y="29476"/>
                        </a:cubicBezTo>
                        <a:cubicBezTo>
                          <a:pt x="45506" y="35914"/>
                          <a:pt x="43418" y="41011"/>
                          <a:pt x="39242" y="44765"/>
                        </a:cubicBezTo>
                        <a:cubicBezTo>
                          <a:pt x="35080" y="48533"/>
                          <a:pt x="29424" y="50416"/>
                          <a:pt x="22275" y="50416"/>
                        </a:cubicBezTo>
                        <a:cubicBezTo>
                          <a:pt x="18931" y="50416"/>
                          <a:pt x="15594" y="50046"/>
                          <a:pt x="12264" y="49306"/>
                        </a:cubicBezTo>
                        <a:cubicBezTo>
                          <a:pt x="8947" y="48566"/>
                          <a:pt x="5558" y="47409"/>
                          <a:pt x="2096" y="45836"/>
                        </a:cubicBezTo>
                        <a:lnTo>
                          <a:pt x="2096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8" name="Freeform: Shape 27">
                    <a:extLst>
                      <a:ext uri="{FF2B5EF4-FFF2-40B4-BE49-F238E27FC236}">
                        <a16:creationId xmlns:a16="http://schemas.microsoft.com/office/drawing/2014/main" id="{5A24F18E-CAF6-52B8-BF05-E59DCBDFE579}"/>
                      </a:ext>
                    </a:extLst>
                  </p:cNvPr>
                  <p:cNvSpPr/>
                  <p:nvPr/>
                </p:nvSpPr>
                <p:spPr>
                  <a:xfrm flipV="1">
                    <a:off x="5680597" y="4674169"/>
                    <a:ext cx="67395" cy="92524"/>
                  </a:xfrm>
                  <a:custGeom>
                    <a:avLst/>
                    <a:gdLst>
                      <a:gd name="connsiteX0" fmla="*/ 39933 w 67395"/>
                      <a:gd name="connsiteY0" fmla="*/ 79560 h 92524"/>
                      <a:gd name="connsiteX1" fmla="*/ 8336 w 67395"/>
                      <a:gd name="connsiteY1" fmla="*/ 30165 h 92524"/>
                      <a:gd name="connsiteX2" fmla="*/ 39933 w 67395"/>
                      <a:gd name="connsiteY2" fmla="*/ 30165 h 92524"/>
                      <a:gd name="connsiteX3" fmla="*/ 39933 w 67395"/>
                      <a:gd name="connsiteY3" fmla="*/ 79560 h 92524"/>
                      <a:gd name="connsiteX4" fmla="*/ 36643 w 67395"/>
                      <a:gd name="connsiteY4" fmla="*/ 90466 h 92524"/>
                      <a:gd name="connsiteX5" fmla="*/ 52381 w 67395"/>
                      <a:gd name="connsiteY5" fmla="*/ 90466 h 92524"/>
                      <a:gd name="connsiteX6" fmla="*/ 52381 w 67395"/>
                      <a:gd name="connsiteY6" fmla="*/ 30165 h 92524"/>
                      <a:gd name="connsiteX7" fmla="*/ 65583 w 67395"/>
                      <a:gd name="connsiteY7" fmla="*/ 30165 h 92524"/>
                      <a:gd name="connsiteX8" fmla="*/ 65583 w 67395"/>
                      <a:gd name="connsiteY8" fmla="*/ 19754 h 92524"/>
                      <a:gd name="connsiteX9" fmla="*/ 52381 w 67395"/>
                      <a:gd name="connsiteY9" fmla="*/ 19754 h 92524"/>
                      <a:gd name="connsiteX10" fmla="*/ 52381 w 67395"/>
                      <a:gd name="connsiteY10" fmla="*/ -2058 h 92524"/>
                      <a:gd name="connsiteX11" fmla="*/ 39933 w 67395"/>
                      <a:gd name="connsiteY11" fmla="*/ -2058 h 92524"/>
                      <a:gd name="connsiteX12" fmla="*/ 39933 w 67395"/>
                      <a:gd name="connsiteY12" fmla="*/ 19754 h 92524"/>
                      <a:gd name="connsiteX13" fmla="*/ -1813 w 67395"/>
                      <a:gd name="connsiteY13" fmla="*/ 19754 h 92524"/>
                      <a:gd name="connsiteX14" fmla="*/ -1813 w 67395"/>
                      <a:gd name="connsiteY14" fmla="*/ 31830 h 92524"/>
                      <a:gd name="connsiteX15" fmla="*/ 36643 w 67395"/>
                      <a:gd name="connsiteY15" fmla="*/ 9046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933" y="79560"/>
                        </a:moveTo>
                        <a:lnTo>
                          <a:pt x="8336" y="30165"/>
                        </a:lnTo>
                        <a:lnTo>
                          <a:pt x="39933" y="30165"/>
                        </a:lnTo>
                        <a:lnTo>
                          <a:pt x="39933" y="79560"/>
                        </a:lnTo>
                        <a:close/>
                        <a:moveTo>
                          <a:pt x="36643" y="90466"/>
                        </a:moveTo>
                        <a:lnTo>
                          <a:pt x="52381" y="90466"/>
                        </a:lnTo>
                        <a:lnTo>
                          <a:pt x="52381" y="30165"/>
                        </a:lnTo>
                        <a:lnTo>
                          <a:pt x="65583" y="30165"/>
                        </a:lnTo>
                        <a:lnTo>
                          <a:pt x="65583" y="19754"/>
                        </a:lnTo>
                        <a:lnTo>
                          <a:pt x="52381" y="19754"/>
                        </a:lnTo>
                        <a:lnTo>
                          <a:pt x="52381" y="-2058"/>
                        </a:lnTo>
                        <a:lnTo>
                          <a:pt x="39933" y="-2058"/>
                        </a:lnTo>
                        <a:lnTo>
                          <a:pt x="39933" y="19754"/>
                        </a:lnTo>
                        <a:lnTo>
                          <a:pt x="-1813" y="19754"/>
                        </a:lnTo>
                        <a:lnTo>
                          <a:pt x="-1813" y="31830"/>
                        </a:lnTo>
                        <a:lnTo>
                          <a:pt x="36643" y="904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9" name="Freeform: Shape 28">
                    <a:extLst>
                      <a:ext uri="{FF2B5EF4-FFF2-40B4-BE49-F238E27FC236}">
                        <a16:creationId xmlns:a16="http://schemas.microsoft.com/office/drawing/2014/main" id="{70B1E9CC-8A4F-DA9C-D177-02C9E4429AE5}"/>
                      </a:ext>
                    </a:extLst>
                  </p:cNvPr>
                  <p:cNvSpPr/>
                  <p:nvPr/>
                </p:nvSpPr>
                <p:spPr>
                  <a:xfrm flipV="1">
                    <a:off x="5763471" y="4672504"/>
                    <a:ext cx="63926" cy="95994"/>
                  </a:xfrm>
                  <a:custGeom>
                    <a:avLst/>
                    <a:gdLst>
                      <a:gd name="connsiteX0" fmla="*/ 30126 w 63926"/>
                      <a:gd name="connsiteY0" fmla="*/ 84025 h 95994"/>
                      <a:gd name="connsiteX1" fmla="*/ 15596 w 63926"/>
                      <a:gd name="connsiteY1" fmla="*/ 74507 h 95994"/>
                      <a:gd name="connsiteX2" fmla="*/ 10740 w 63926"/>
                      <a:gd name="connsiteY2" fmla="*/ 45913 h 95994"/>
                      <a:gd name="connsiteX3" fmla="*/ 15596 w 63926"/>
                      <a:gd name="connsiteY3" fmla="*/ 17378 h 95994"/>
                      <a:gd name="connsiteX4" fmla="*/ 30126 w 63926"/>
                      <a:gd name="connsiteY4" fmla="*/ 7860 h 95994"/>
                      <a:gd name="connsiteX5" fmla="*/ 44715 w 63926"/>
                      <a:gd name="connsiteY5" fmla="*/ 17378 h 95994"/>
                      <a:gd name="connsiteX6" fmla="*/ 49591 w 63926"/>
                      <a:gd name="connsiteY6" fmla="*/ 45913 h 95994"/>
                      <a:gd name="connsiteX7" fmla="*/ 44715 w 63926"/>
                      <a:gd name="connsiteY7" fmla="*/ 74507 h 95994"/>
                      <a:gd name="connsiteX8" fmla="*/ 30126 w 63926"/>
                      <a:gd name="connsiteY8" fmla="*/ 84025 h 95994"/>
                      <a:gd name="connsiteX9" fmla="*/ 30126 w 63926"/>
                      <a:gd name="connsiteY9" fmla="*/ 93939 h 95994"/>
                      <a:gd name="connsiteX10" fmla="*/ 53893 w 63926"/>
                      <a:gd name="connsiteY10" fmla="*/ 81625 h 95994"/>
                      <a:gd name="connsiteX11" fmla="*/ 62099 w 63926"/>
                      <a:gd name="connsiteY11" fmla="*/ 45913 h 95994"/>
                      <a:gd name="connsiteX12" fmla="*/ 53893 w 63926"/>
                      <a:gd name="connsiteY12" fmla="*/ 10240 h 95994"/>
                      <a:gd name="connsiteX13" fmla="*/ 30126 w 63926"/>
                      <a:gd name="connsiteY13" fmla="*/ -2055 h 95994"/>
                      <a:gd name="connsiteX14" fmla="*/ 6379 w 63926"/>
                      <a:gd name="connsiteY14" fmla="*/ 10240 h 95994"/>
                      <a:gd name="connsiteX15" fmla="*/ -1828 w 63926"/>
                      <a:gd name="connsiteY15" fmla="*/ 45913 h 95994"/>
                      <a:gd name="connsiteX16" fmla="*/ 6379 w 63926"/>
                      <a:gd name="connsiteY16" fmla="*/ 81625 h 95994"/>
                      <a:gd name="connsiteX17" fmla="*/ 30126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26" y="84025"/>
                        </a:moveTo>
                        <a:cubicBezTo>
                          <a:pt x="23690" y="84025"/>
                          <a:pt x="18847" y="80852"/>
                          <a:pt x="15596" y="74507"/>
                        </a:cubicBezTo>
                        <a:cubicBezTo>
                          <a:pt x="12358" y="68174"/>
                          <a:pt x="10740" y="58643"/>
                          <a:pt x="10740" y="45913"/>
                        </a:cubicBezTo>
                        <a:cubicBezTo>
                          <a:pt x="10740" y="33235"/>
                          <a:pt x="12358" y="23724"/>
                          <a:pt x="15596" y="17378"/>
                        </a:cubicBezTo>
                        <a:cubicBezTo>
                          <a:pt x="18847" y="11033"/>
                          <a:pt x="23690" y="7860"/>
                          <a:pt x="30126" y="7860"/>
                        </a:cubicBezTo>
                        <a:cubicBezTo>
                          <a:pt x="36614" y="7860"/>
                          <a:pt x="41477" y="11033"/>
                          <a:pt x="44715" y="17378"/>
                        </a:cubicBezTo>
                        <a:cubicBezTo>
                          <a:pt x="47966" y="23724"/>
                          <a:pt x="49591" y="33235"/>
                          <a:pt x="49591" y="45913"/>
                        </a:cubicBezTo>
                        <a:cubicBezTo>
                          <a:pt x="49591" y="58643"/>
                          <a:pt x="47966" y="68174"/>
                          <a:pt x="44715" y="74507"/>
                        </a:cubicBezTo>
                        <a:cubicBezTo>
                          <a:pt x="41477" y="80852"/>
                          <a:pt x="36614" y="84025"/>
                          <a:pt x="30126" y="84025"/>
                        </a:cubicBezTo>
                        <a:close/>
                        <a:moveTo>
                          <a:pt x="30126" y="93939"/>
                        </a:moveTo>
                        <a:cubicBezTo>
                          <a:pt x="40499" y="93939"/>
                          <a:pt x="48422" y="89835"/>
                          <a:pt x="53893" y="81625"/>
                        </a:cubicBezTo>
                        <a:cubicBezTo>
                          <a:pt x="59364" y="73429"/>
                          <a:pt x="62099" y="61525"/>
                          <a:pt x="62099" y="45913"/>
                        </a:cubicBezTo>
                        <a:cubicBezTo>
                          <a:pt x="62099" y="30340"/>
                          <a:pt x="59364" y="18449"/>
                          <a:pt x="53893" y="10240"/>
                        </a:cubicBezTo>
                        <a:cubicBezTo>
                          <a:pt x="48422" y="2043"/>
                          <a:pt x="40499" y="-2055"/>
                          <a:pt x="30126" y="-2055"/>
                        </a:cubicBezTo>
                        <a:cubicBezTo>
                          <a:pt x="19765" y="-2055"/>
                          <a:pt x="11850" y="2043"/>
                          <a:pt x="6379" y="10240"/>
                        </a:cubicBezTo>
                        <a:cubicBezTo>
                          <a:pt x="908" y="18449"/>
                          <a:pt x="-1828" y="30340"/>
                          <a:pt x="-1828" y="45913"/>
                        </a:cubicBezTo>
                        <a:cubicBezTo>
                          <a:pt x="-1828" y="61525"/>
                          <a:pt x="908" y="73429"/>
                          <a:pt x="6379" y="81625"/>
                        </a:cubicBezTo>
                        <a:cubicBezTo>
                          <a:pt x="11850" y="89835"/>
                          <a:pt x="19765" y="93939"/>
                          <a:pt x="30126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0" name="Graphic 2">
                <a:extLst>
                  <a:ext uri="{FF2B5EF4-FFF2-40B4-BE49-F238E27FC236}">
                    <a16:creationId xmlns:a16="http://schemas.microsoft.com/office/drawing/2014/main" id="{A764F370-9BDA-9B58-3E36-9835343F12BC}"/>
                  </a:ext>
                </a:extLst>
              </p:cNvPr>
              <p:cNvGrpSpPr/>
              <p:nvPr/>
            </p:nvGrpSpPr>
            <p:grpSpPr>
              <a:xfrm>
                <a:off x="6509572" y="4581427"/>
                <a:ext cx="223926" cy="187070"/>
                <a:chOff x="6509572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1E6BEE69-C2CA-418B-DA6F-923C488ADC6D}"/>
                    </a:ext>
                  </a:extLst>
                </p:cNvPr>
                <p:cNvSpPr/>
                <p:nvPr/>
              </p:nvSpPr>
              <p:spPr>
                <a:xfrm>
                  <a:off x="6620854" y="4581427"/>
                  <a:ext cx="12686" cy="44417"/>
                </a:xfrm>
                <a:custGeom>
                  <a:avLst/>
                  <a:gdLst>
                    <a:gd name="connsiteX0" fmla="*/ 272 w 12686"/>
                    <a:gd name="connsiteY0" fmla="*/ 264 h 44417"/>
                    <a:gd name="connsiteX1" fmla="*/ 272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72" y="264"/>
                      </a:moveTo>
                      <a:lnTo>
                        <a:pt x="272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2" name="Graphic 2">
                  <a:extLst>
                    <a:ext uri="{FF2B5EF4-FFF2-40B4-BE49-F238E27FC236}">
                      <a16:creationId xmlns:a16="http://schemas.microsoft.com/office/drawing/2014/main" id="{E323259C-6B0C-974A-4B5A-D900969DB048}"/>
                    </a:ext>
                  </a:extLst>
                </p:cNvPr>
                <p:cNvGrpSpPr/>
                <p:nvPr/>
              </p:nvGrpSpPr>
              <p:grpSpPr>
                <a:xfrm>
                  <a:off x="6509572" y="4672504"/>
                  <a:ext cx="223926" cy="95994"/>
                  <a:chOff x="6509572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33" name="Freeform: Shape 32">
                    <a:extLst>
                      <a:ext uri="{FF2B5EF4-FFF2-40B4-BE49-F238E27FC236}">
                        <a16:creationId xmlns:a16="http://schemas.microsoft.com/office/drawing/2014/main" id="{59E914A4-54AC-5295-22FA-5ABDA3A6A31E}"/>
                      </a:ext>
                    </a:extLst>
                  </p:cNvPr>
                  <p:cNvSpPr/>
                  <p:nvPr/>
                </p:nvSpPr>
                <p:spPr>
                  <a:xfrm flipV="1">
                    <a:off x="6509572" y="4674169"/>
                    <a:ext cx="59843" cy="94328"/>
                  </a:xfrm>
                  <a:custGeom>
                    <a:avLst/>
                    <a:gdLst>
                      <a:gd name="connsiteX0" fmla="*/ 2167 w 59843"/>
                      <a:gd name="connsiteY0" fmla="*/ 92316 h 94328"/>
                      <a:gd name="connsiteX1" fmla="*/ 51286 w 59843"/>
                      <a:gd name="connsiteY1" fmla="*/ 92316 h 94328"/>
                      <a:gd name="connsiteX2" fmla="*/ 51286 w 59843"/>
                      <a:gd name="connsiteY2" fmla="*/ 81767 h 94328"/>
                      <a:gd name="connsiteX3" fmla="*/ 13624 w 59843"/>
                      <a:gd name="connsiteY3" fmla="*/ 81767 h 94328"/>
                      <a:gd name="connsiteX4" fmla="*/ 13624 w 59843"/>
                      <a:gd name="connsiteY4" fmla="*/ 59102 h 94328"/>
                      <a:gd name="connsiteX5" fmla="*/ 19055 w 59843"/>
                      <a:gd name="connsiteY5" fmla="*/ 60490 h 94328"/>
                      <a:gd name="connsiteX6" fmla="*/ 24526 w 59843"/>
                      <a:gd name="connsiteY6" fmla="*/ 60946 h 94328"/>
                      <a:gd name="connsiteX7" fmla="*/ 49047 w 59843"/>
                      <a:gd name="connsiteY7" fmla="*/ 52459 h 94328"/>
                      <a:gd name="connsiteX8" fmla="*/ 58105 w 59843"/>
                      <a:gd name="connsiteY8" fmla="*/ 29476 h 94328"/>
                      <a:gd name="connsiteX9" fmla="*/ 48809 w 59843"/>
                      <a:gd name="connsiteY9" fmla="*/ 6256 h 94328"/>
                      <a:gd name="connsiteX10" fmla="*/ 22604 w 59843"/>
                      <a:gd name="connsiteY10" fmla="*/ -2013 h 94328"/>
                      <a:gd name="connsiteX11" fmla="*/ 10730 w 59843"/>
                      <a:gd name="connsiteY11" fmla="*/ -1021 h 94328"/>
                      <a:gd name="connsiteX12" fmla="*/ -1738 w 59843"/>
                      <a:gd name="connsiteY12" fmla="*/ 1953 h 94328"/>
                      <a:gd name="connsiteX13" fmla="*/ -1738 w 59843"/>
                      <a:gd name="connsiteY13" fmla="*/ 14545 h 94328"/>
                      <a:gd name="connsiteX14" fmla="*/ 9779 w 59843"/>
                      <a:gd name="connsiteY14" fmla="*/ 10024 h 94328"/>
                      <a:gd name="connsiteX15" fmla="*/ 22346 w 59843"/>
                      <a:gd name="connsiteY15" fmla="*/ 8537 h 94328"/>
                      <a:gd name="connsiteX16" fmla="*/ 39314 w 59843"/>
                      <a:gd name="connsiteY16" fmla="*/ 14168 h 94328"/>
                      <a:gd name="connsiteX17" fmla="*/ 45578 w 59843"/>
                      <a:gd name="connsiteY17" fmla="*/ 29476 h 94328"/>
                      <a:gd name="connsiteX18" fmla="*/ 39314 w 59843"/>
                      <a:gd name="connsiteY18" fmla="*/ 44765 h 94328"/>
                      <a:gd name="connsiteX19" fmla="*/ 22346 w 59843"/>
                      <a:gd name="connsiteY19" fmla="*/ 50416 h 94328"/>
                      <a:gd name="connsiteX20" fmla="*/ 12336 w 59843"/>
                      <a:gd name="connsiteY20" fmla="*/ 49306 h 94328"/>
                      <a:gd name="connsiteX21" fmla="*/ 2167 w 59843"/>
                      <a:gd name="connsiteY21" fmla="*/ 45836 h 94328"/>
                      <a:gd name="connsiteX22" fmla="*/ 2167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67" y="92316"/>
                        </a:moveTo>
                        <a:lnTo>
                          <a:pt x="51286" y="92316"/>
                        </a:lnTo>
                        <a:lnTo>
                          <a:pt x="51286" y="81767"/>
                        </a:lnTo>
                        <a:lnTo>
                          <a:pt x="13624" y="81767"/>
                        </a:lnTo>
                        <a:lnTo>
                          <a:pt x="13624" y="59102"/>
                        </a:lnTo>
                        <a:cubicBezTo>
                          <a:pt x="15435" y="59723"/>
                          <a:pt x="17245" y="60186"/>
                          <a:pt x="19055" y="60490"/>
                        </a:cubicBezTo>
                        <a:cubicBezTo>
                          <a:pt x="20879" y="60794"/>
                          <a:pt x="22703" y="60946"/>
                          <a:pt x="24526" y="60946"/>
                        </a:cubicBezTo>
                        <a:cubicBezTo>
                          <a:pt x="34847" y="60946"/>
                          <a:pt x="43021" y="58117"/>
                          <a:pt x="49047" y="52459"/>
                        </a:cubicBezTo>
                        <a:cubicBezTo>
                          <a:pt x="55086" y="46801"/>
                          <a:pt x="58105" y="39140"/>
                          <a:pt x="58105" y="29476"/>
                        </a:cubicBezTo>
                        <a:cubicBezTo>
                          <a:pt x="58105" y="19522"/>
                          <a:pt x="55006" y="11782"/>
                          <a:pt x="48809" y="6256"/>
                        </a:cubicBezTo>
                        <a:cubicBezTo>
                          <a:pt x="42611" y="744"/>
                          <a:pt x="33876" y="-2013"/>
                          <a:pt x="22604" y="-2013"/>
                        </a:cubicBezTo>
                        <a:cubicBezTo>
                          <a:pt x="18718" y="-2013"/>
                          <a:pt x="14761" y="-1682"/>
                          <a:pt x="10730" y="-1021"/>
                        </a:cubicBezTo>
                        <a:cubicBezTo>
                          <a:pt x="6713" y="-360"/>
                          <a:pt x="2557" y="631"/>
                          <a:pt x="-1738" y="1953"/>
                        </a:cubicBezTo>
                        <a:lnTo>
                          <a:pt x="-1738" y="14545"/>
                        </a:lnTo>
                        <a:cubicBezTo>
                          <a:pt x="1975" y="12522"/>
                          <a:pt x="5814" y="11015"/>
                          <a:pt x="9779" y="10024"/>
                        </a:cubicBezTo>
                        <a:cubicBezTo>
                          <a:pt x="13743" y="9032"/>
                          <a:pt x="17932" y="8537"/>
                          <a:pt x="22346" y="8537"/>
                        </a:cubicBezTo>
                        <a:cubicBezTo>
                          <a:pt x="29495" y="8537"/>
                          <a:pt x="35151" y="10414"/>
                          <a:pt x="39314" y="14168"/>
                        </a:cubicBezTo>
                        <a:cubicBezTo>
                          <a:pt x="43490" y="17923"/>
                          <a:pt x="45578" y="23025"/>
                          <a:pt x="45578" y="29476"/>
                        </a:cubicBezTo>
                        <a:cubicBezTo>
                          <a:pt x="45578" y="35914"/>
                          <a:pt x="43490" y="41011"/>
                          <a:pt x="39314" y="44765"/>
                        </a:cubicBezTo>
                        <a:cubicBezTo>
                          <a:pt x="35151" y="48533"/>
                          <a:pt x="29495" y="50416"/>
                          <a:pt x="22346" y="50416"/>
                        </a:cubicBezTo>
                        <a:cubicBezTo>
                          <a:pt x="19003" y="50416"/>
                          <a:pt x="15666" y="50046"/>
                          <a:pt x="12336" y="49306"/>
                        </a:cubicBezTo>
                        <a:cubicBezTo>
                          <a:pt x="9019" y="48566"/>
                          <a:pt x="5629" y="47409"/>
                          <a:pt x="2167" y="45836"/>
                        </a:cubicBezTo>
                        <a:lnTo>
                          <a:pt x="2167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4" name="Freeform: Shape 33">
                    <a:extLst>
                      <a:ext uri="{FF2B5EF4-FFF2-40B4-BE49-F238E27FC236}">
                        <a16:creationId xmlns:a16="http://schemas.microsoft.com/office/drawing/2014/main" id="{E3B2BFCF-2024-B5E9-EAD7-83809DF8A8EF}"/>
                      </a:ext>
                    </a:extLst>
                  </p:cNvPr>
                  <p:cNvSpPr/>
                  <p:nvPr/>
                </p:nvSpPr>
                <p:spPr>
                  <a:xfrm flipV="1">
                    <a:off x="6589354" y="4672504"/>
                    <a:ext cx="63867" cy="95994"/>
                  </a:xfrm>
                  <a:custGeom>
                    <a:avLst/>
                    <a:gdLst>
                      <a:gd name="connsiteX0" fmla="*/ 31238 w 63867"/>
                      <a:gd name="connsiteY0" fmla="*/ 50989 h 95994"/>
                      <a:gd name="connsiteX1" fmla="*/ 17878 w 63867"/>
                      <a:gd name="connsiteY1" fmla="*/ 45219 h 95994"/>
                      <a:gd name="connsiteX2" fmla="*/ 12962 w 63867"/>
                      <a:gd name="connsiteY2" fmla="*/ 29434 h 95994"/>
                      <a:gd name="connsiteX3" fmla="*/ 17878 w 63867"/>
                      <a:gd name="connsiteY3" fmla="*/ 13650 h 95994"/>
                      <a:gd name="connsiteX4" fmla="*/ 31238 w 63867"/>
                      <a:gd name="connsiteY4" fmla="*/ 7860 h 95994"/>
                      <a:gd name="connsiteX5" fmla="*/ 44578 w 63867"/>
                      <a:gd name="connsiteY5" fmla="*/ 13650 h 95994"/>
                      <a:gd name="connsiteX6" fmla="*/ 49494 w 63867"/>
                      <a:gd name="connsiteY6" fmla="*/ 29434 h 95994"/>
                      <a:gd name="connsiteX7" fmla="*/ 44578 w 63867"/>
                      <a:gd name="connsiteY7" fmla="*/ 45219 h 95994"/>
                      <a:gd name="connsiteX8" fmla="*/ 31238 w 63867"/>
                      <a:gd name="connsiteY8" fmla="*/ 50989 h 95994"/>
                      <a:gd name="connsiteX9" fmla="*/ 56075 w 63867"/>
                      <a:gd name="connsiteY9" fmla="*/ 90231 h 95994"/>
                      <a:gd name="connsiteX10" fmla="*/ 56075 w 63867"/>
                      <a:gd name="connsiteY10" fmla="*/ 78829 h 95994"/>
                      <a:gd name="connsiteX11" fmla="*/ 46560 w 63867"/>
                      <a:gd name="connsiteY11" fmla="*/ 82220 h 95994"/>
                      <a:gd name="connsiteX12" fmla="*/ 37046 w 63867"/>
                      <a:gd name="connsiteY12" fmla="*/ 83410 h 95994"/>
                      <a:gd name="connsiteX13" fmla="*/ 18115 w 63867"/>
                      <a:gd name="connsiteY13" fmla="*/ 75042 h 95994"/>
                      <a:gd name="connsiteX14" fmla="*/ 10662 w 63867"/>
                      <a:gd name="connsiteY14" fmla="*/ 49760 h 95994"/>
                      <a:gd name="connsiteX15" fmla="*/ 19820 w 63867"/>
                      <a:gd name="connsiteY15" fmla="*/ 58028 h 95994"/>
                      <a:gd name="connsiteX16" fmla="*/ 31971 w 63867"/>
                      <a:gd name="connsiteY16" fmla="*/ 60904 h 95994"/>
                      <a:gd name="connsiteX17" fmla="*/ 53994 w 63867"/>
                      <a:gd name="connsiteY17" fmla="*/ 52436 h 95994"/>
                      <a:gd name="connsiteX18" fmla="*/ 62081 w 63867"/>
                      <a:gd name="connsiteY18" fmla="*/ 29434 h 95994"/>
                      <a:gd name="connsiteX19" fmla="*/ 53657 w 63867"/>
                      <a:gd name="connsiteY19" fmla="*/ 6551 h 95994"/>
                      <a:gd name="connsiteX20" fmla="*/ 31238 w 63867"/>
                      <a:gd name="connsiteY20" fmla="*/ -2055 h 95994"/>
                      <a:gd name="connsiteX21" fmla="*/ 6698 w 63867"/>
                      <a:gd name="connsiteY21" fmla="*/ 10240 h 95994"/>
                      <a:gd name="connsiteX22" fmla="*/ -1786 w 63867"/>
                      <a:gd name="connsiteY22" fmla="*/ 45913 h 95994"/>
                      <a:gd name="connsiteX23" fmla="*/ 8621 w 63867"/>
                      <a:gd name="connsiteY23" fmla="*/ 80892 h 95994"/>
                      <a:gd name="connsiteX24" fmla="*/ 36550 w 63867"/>
                      <a:gd name="connsiteY24" fmla="*/ 93939 h 95994"/>
                      <a:gd name="connsiteX25" fmla="*/ 46065 w 63867"/>
                      <a:gd name="connsiteY25" fmla="*/ 93007 h 95994"/>
                      <a:gd name="connsiteX26" fmla="*/ 56075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238" y="50989"/>
                        </a:moveTo>
                        <a:cubicBezTo>
                          <a:pt x="25621" y="50989"/>
                          <a:pt x="21168" y="49065"/>
                          <a:pt x="17878" y="45219"/>
                        </a:cubicBezTo>
                        <a:cubicBezTo>
                          <a:pt x="14600" y="41385"/>
                          <a:pt x="12962" y="36123"/>
                          <a:pt x="12962" y="29434"/>
                        </a:cubicBezTo>
                        <a:cubicBezTo>
                          <a:pt x="12962" y="22785"/>
                          <a:pt x="14600" y="17524"/>
                          <a:pt x="17878" y="13650"/>
                        </a:cubicBezTo>
                        <a:cubicBezTo>
                          <a:pt x="21168" y="9790"/>
                          <a:pt x="25621" y="7860"/>
                          <a:pt x="31238" y="7860"/>
                        </a:cubicBezTo>
                        <a:cubicBezTo>
                          <a:pt x="36854" y="7860"/>
                          <a:pt x="41301" y="9790"/>
                          <a:pt x="44578" y="13650"/>
                        </a:cubicBezTo>
                        <a:cubicBezTo>
                          <a:pt x="47855" y="17524"/>
                          <a:pt x="49494" y="22785"/>
                          <a:pt x="49494" y="29434"/>
                        </a:cubicBezTo>
                        <a:cubicBezTo>
                          <a:pt x="49494" y="36123"/>
                          <a:pt x="47855" y="41385"/>
                          <a:pt x="44578" y="45219"/>
                        </a:cubicBezTo>
                        <a:cubicBezTo>
                          <a:pt x="41301" y="49065"/>
                          <a:pt x="36854" y="50989"/>
                          <a:pt x="31238" y="50989"/>
                        </a:cubicBezTo>
                        <a:close/>
                        <a:moveTo>
                          <a:pt x="56075" y="90231"/>
                        </a:moveTo>
                        <a:lnTo>
                          <a:pt x="56075" y="78829"/>
                        </a:lnTo>
                        <a:cubicBezTo>
                          <a:pt x="52930" y="80310"/>
                          <a:pt x="49758" y="81440"/>
                          <a:pt x="46560" y="82220"/>
                        </a:cubicBezTo>
                        <a:cubicBezTo>
                          <a:pt x="43362" y="83013"/>
                          <a:pt x="40191" y="83410"/>
                          <a:pt x="37046" y="83410"/>
                        </a:cubicBezTo>
                        <a:cubicBezTo>
                          <a:pt x="28786" y="83410"/>
                          <a:pt x="22476" y="80621"/>
                          <a:pt x="18115" y="75042"/>
                        </a:cubicBezTo>
                        <a:cubicBezTo>
                          <a:pt x="13768" y="69463"/>
                          <a:pt x="11283" y="61036"/>
                          <a:pt x="10662" y="49760"/>
                        </a:cubicBezTo>
                        <a:cubicBezTo>
                          <a:pt x="13094" y="53355"/>
                          <a:pt x="16146" y="56112"/>
                          <a:pt x="19820" y="58028"/>
                        </a:cubicBezTo>
                        <a:cubicBezTo>
                          <a:pt x="23507" y="59945"/>
                          <a:pt x="27557" y="60904"/>
                          <a:pt x="31971" y="60904"/>
                        </a:cubicBezTo>
                        <a:cubicBezTo>
                          <a:pt x="41261" y="60904"/>
                          <a:pt x="48602" y="58081"/>
                          <a:pt x="53994" y="52436"/>
                        </a:cubicBezTo>
                        <a:cubicBezTo>
                          <a:pt x="59385" y="46805"/>
                          <a:pt x="62081" y="39138"/>
                          <a:pt x="62081" y="29434"/>
                        </a:cubicBezTo>
                        <a:cubicBezTo>
                          <a:pt x="62081" y="19929"/>
                          <a:pt x="59273" y="12302"/>
                          <a:pt x="53657" y="6551"/>
                        </a:cubicBezTo>
                        <a:cubicBezTo>
                          <a:pt x="48040" y="814"/>
                          <a:pt x="40567" y="-2055"/>
                          <a:pt x="31238" y="-2055"/>
                        </a:cubicBezTo>
                        <a:cubicBezTo>
                          <a:pt x="20534" y="-2055"/>
                          <a:pt x="12354" y="2043"/>
                          <a:pt x="6698" y="10240"/>
                        </a:cubicBezTo>
                        <a:cubicBezTo>
                          <a:pt x="1042" y="18449"/>
                          <a:pt x="-1786" y="30340"/>
                          <a:pt x="-1786" y="45913"/>
                        </a:cubicBezTo>
                        <a:cubicBezTo>
                          <a:pt x="-1786" y="60534"/>
                          <a:pt x="1683" y="72193"/>
                          <a:pt x="8621" y="80892"/>
                        </a:cubicBezTo>
                        <a:cubicBezTo>
                          <a:pt x="15558" y="89590"/>
                          <a:pt x="24868" y="93939"/>
                          <a:pt x="36550" y="93939"/>
                        </a:cubicBezTo>
                        <a:cubicBezTo>
                          <a:pt x="39695" y="93939"/>
                          <a:pt x="42867" y="93629"/>
                          <a:pt x="46065" y="93007"/>
                        </a:cubicBezTo>
                        <a:cubicBezTo>
                          <a:pt x="49263" y="92386"/>
                          <a:pt x="52599" y="91461"/>
                          <a:pt x="56075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5" name="Freeform: Shape 34">
                    <a:extLst>
                      <a:ext uri="{FF2B5EF4-FFF2-40B4-BE49-F238E27FC236}">
                        <a16:creationId xmlns:a16="http://schemas.microsoft.com/office/drawing/2014/main" id="{D693AC48-2FF1-22A3-166D-A3D3A4544B16}"/>
                      </a:ext>
                    </a:extLst>
                  </p:cNvPr>
                  <p:cNvSpPr/>
                  <p:nvPr/>
                </p:nvSpPr>
                <p:spPr>
                  <a:xfrm flipV="1">
                    <a:off x="6669572" y="4672504"/>
                    <a:ext cx="63926" cy="95994"/>
                  </a:xfrm>
                  <a:custGeom>
                    <a:avLst/>
                    <a:gdLst>
                      <a:gd name="connsiteX0" fmla="*/ 30197 w 63926"/>
                      <a:gd name="connsiteY0" fmla="*/ 84025 h 95994"/>
                      <a:gd name="connsiteX1" fmla="*/ 15667 w 63926"/>
                      <a:gd name="connsiteY1" fmla="*/ 74507 h 95994"/>
                      <a:gd name="connsiteX2" fmla="*/ 10811 w 63926"/>
                      <a:gd name="connsiteY2" fmla="*/ 45913 h 95994"/>
                      <a:gd name="connsiteX3" fmla="*/ 15667 w 63926"/>
                      <a:gd name="connsiteY3" fmla="*/ 17378 h 95994"/>
                      <a:gd name="connsiteX4" fmla="*/ 30197 w 63926"/>
                      <a:gd name="connsiteY4" fmla="*/ 7860 h 95994"/>
                      <a:gd name="connsiteX5" fmla="*/ 44786 w 63926"/>
                      <a:gd name="connsiteY5" fmla="*/ 17378 h 95994"/>
                      <a:gd name="connsiteX6" fmla="*/ 49663 w 63926"/>
                      <a:gd name="connsiteY6" fmla="*/ 45913 h 95994"/>
                      <a:gd name="connsiteX7" fmla="*/ 44786 w 63926"/>
                      <a:gd name="connsiteY7" fmla="*/ 74507 h 95994"/>
                      <a:gd name="connsiteX8" fmla="*/ 30197 w 63926"/>
                      <a:gd name="connsiteY8" fmla="*/ 84025 h 95994"/>
                      <a:gd name="connsiteX9" fmla="*/ 30197 w 63926"/>
                      <a:gd name="connsiteY9" fmla="*/ 93939 h 95994"/>
                      <a:gd name="connsiteX10" fmla="*/ 53964 w 63926"/>
                      <a:gd name="connsiteY10" fmla="*/ 81625 h 95994"/>
                      <a:gd name="connsiteX11" fmla="*/ 62170 w 63926"/>
                      <a:gd name="connsiteY11" fmla="*/ 45913 h 95994"/>
                      <a:gd name="connsiteX12" fmla="*/ 53964 w 63926"/>
                      <a:gd name="connsiteY12" fmla="*/ 10240 h 95994"/>
                      <a:gd name="connsiteX13" fmla="*/ 30197 w 63926"/>
                      <a:gd name="connsiteY13" fmla="*/ -2055 h 95994"/>
                      <a:gd name="connsiteX14" fmla="*/ 6450 w 63926"/>
                      <a:gd name="connsiteY14" fmla="*/ 10240 h 95994"/>
                      <a:gd name="connsiteX15" fmla="*/ -1756 w 63926"/>
                      <a:gd name="connsiteY15" fmla="*/ 45913 h 95994"/>
                      <a:gd name="connsiteX16" fmla="*/ 6450 w 63926"/>
                      <a:gd name="connsiteY16" fmla="*/ 81625 h 95994"/>
                      <a:gd name="connsiteX17" fmla="*/ 3019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97" y="84025"/>
                        </a:moveTo>
                        <a:cubicBezTo>
                          <a:pt x="23762" y="84025"/>
                          <a:pt x="18918" y="80852"/>
                          <a:pt x="15667" y="74507"/>
                        </a:cubicBezTo>
                        <a:cubicBezTo>
                          <a:pt x="12430" y="68174"/>
                          <a:pt x="10811" y="58643"/>
                          <a:pt x="10811" y="45913"/>
                        </a:cubicBezTo>
                        <a:cubicBezTo>
                          <a:pt x="10811" y="33235"/>
                          <a:pt x="12430" y="23724"/>
                          <a:pt x="15667" y="17378"/>
                        </a:cubicBezTo>
                        <a:cubicBezTo>
                          <a:pt x="18918" y="11033"/>
                          <a:pt x="23762" y="7860"/>
                          <a:pt x="30197" y="7860"/>
                        </a:cubicBezTo>
                        <a:cubicBezTo>
                          <a:pt x="36686" y="7860"/>
                          <a:pt x="41549" y="11033"/>
                          <a:pt x="44786" y="17378"/>
                        </a:cubicBezTo>
                        <a:cubicBezTo>
                          <a:pt x="48037" y="23724"/>
                          <a:pt x="49663" y="33235"/>
                          <a:pt x="49663" y="45913"/>
                        </a:cubicBezTo>
                        <a:cubicBezTo>
                          <a:pt x="49663" y="58643"/>
                          <a:pt x="48037" y="68174"/>
                          <a:pt x="44786" y="74507"/>
                        </a:cubicBezTo>
                        <a:cubicBezTo>
                          <a:pt x="41549" y="80852"/>
                          <a:pt x="36686" y="84025"/>
                          <a:pt x="30197" y="84025"/>
                        </a:cubicBezTo>
                        <a:close/>
                        <a:moveTo>
                          <a:pt x="30197" y="93939"/>
                        </a:moveTo>
                        <a:cubicBezTo>
                          <a:pt x="40571" y="93939"/>
                          <a:pt x="48493" y="89835"/>
                          <a:pt x="53964" y="81625"/>
                        </a:cubicBezTo>
                        <a:cubicBezTo>
                          <a:pt x="59435" y="73429"/>
                          <a:pt x="62170" y="61525"/>
                          <a:pt x="62170" y="45913"/>
                        </a:cubicBezTo>
                        <a:cubicBezTo>
                          <a:pt x="62170" y="30340"/>
                          <a:pt x="59435" y="18449"/>
                          <a:pt x="53964" y="10240"/>
                        </a:cubicBezTo>
                        <a:cubicBezTo>
                          <a:pt x="48493" y="2043"/>
                          <a:pt x="40571" y="-2055"/>
                          <a:pt x="30197" y="-2055"/>
                        </a:cubicBezTo>
                        <a:cubicBezTo>
                          <a:pt x="19837" y="-2055"/>
                          <a:pt x="11921" y="2043"/>
                          <a:pt x="6450" y="10240"/>
                        </a:cubicBezTo>
                        <a:cubicBezTo>
                          <a:pt x="979" y="18449"/>
                          <a:pt x="-1756" y="30340"/>
                          <a:pt x="-1756" y="45913"/>
                        </a:cubicBezTo>
                        <a:cubicBezTo>
                          <a:pt x="-1756" y="61525"/>
                          <a:pt x="979" y="73429"/>
                          <a:pt x="6450" y="81625"/>
                        </a:cubicBezTo>
                        <a:cubicBezTo>
                          <a:pt x="11921" y="89835"/>
                          <a:pt x="19837" y="93939"/>
                          <a:pt x="3019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6" name="Graphic 2">
                <a:extLst>
                  <a:ext uri="{FF2B5EF4-FFF2-40B4-BE49-F238E27FC236}">
                    <a16:creationId xmlns:a16="http://schemas.microsoft.com/office/drawing/2014/main" id="{313D5000-5CD9-953F-3917-7FF1A7CD98E9}"/>
                  </a:ext>
                </a:extLst>
              </p:cNvPr>
              <p:cNvGrpSpPr/>
              <p:nvPr/>
            </p:nvGrpSpPr>
            <p:grpSpPr>
              <a:xfrm>
                <a:off x="7415673" y="4581427"/>
                <a:ext cx="223926" cy="187070"/>
                <a:chOff x="7415673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ABA79655-4599-CD96-9311-9B045A611236}"/>
                    </a:ext>
                  </a:extLst>
                </p:cNvPr>
                <p:cNvSpPr/>
                <p:nvPr/>
              </p:nvSpPr>
              <p:spPr>
                <a:xfrm>
                  <a:off x="7526955" y="4581427"/>
                  <a:ext cx="12686" cy="44417"/>
                </a:xfrm>
                <a:custGeom>
                  <a:avLst/>
                  <a:gdLst>
                    <a:gd name="connsiteX0" fmla="*/ 343 w 12686"/>
                    <a:gd name="connsiteY0" fmla="*/ 264 h 44417"/>
                    <a:gd name="connsiteX1" fmla="*/ 343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43" y="264"/>
                      </a:moveTo>
                      <a:lnTo>
                        <a:pt x="343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8" name="Graphic 2">
                  <a:extLst>
                    <a:ext uri="{FF2B5EF4-FFF2-40B4-BE49-F238E27FC236}">
                      <a16:creationId xmlns:a16="http://schemas.microsoft.com/office/drawing/2014/main" id="{AC2522CF-B771-6487-EAE8-52980E0A7D52}"/>
                    </a:ext>
                  </a:extLst>
                </p:cNvPr>
                <p:cNvGrpSpPr/>
                <p:nvPr/>
              </p:nvGrpSpPr>
              <p:grpSpPr>
                <a:xfrm>
                  <a:off x="7415673" y="4672504"/>
                  <a:ext cx="223926" cy="95994"/>
                  <a:chOff x="7415673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39" name="Freeform: Shape 38">
                    <a:extLst>
                      <a:ext uri="{FF2B5EF4-FFF2-40B4-BE49-F238E27FC236}">
                        <a16:creationId xmlns:a16="http://schemas.microsoft.com/office/drawing/2014/main" id="{751386F5-B950-01CF-F3F7-B20ACC773762}"/>
                      </a:ext>
                    </a:extLst>
                  </p:cNvPr>
                  <p:cNvSpPr/>
                  <p:nvPr/>
                </p:nvSpPr>
                <p:spPr>
                  <a:xfrm flipV="1">
                    <a:off x="7415673" y="4674169"/>
                    <a:ext cx="59843" cy="94328"/>
                  </a:xfrm>
                  <a:custGeom>
                    <a:avLst/>
                    <a:gdLst>
                      <a:gd name="connsiteX0" fmla="*/ 2238 w 59843"/>
                      <a:gd name="connsiteY0" fmla="*/ 92316 h 94328"/>
                      <a:gd name="connsiteX1" fmla="*/ 51358 w 59843"/>
                      <a:gd name="connsiteY1" fmla="*/ 92316 h 94328"/>
                      <a:gd name="connsiteX2" fmla="*/ 51358 w 59843"/>
                      <a:gd name="connsiteY2" fmla="*/ 81767 h 94328"/>
                      <a:gd name="connsiteX3" fmla="*/ 13696 w 59843"/>
                      <a:gd name="connsiteY3" fmla="*/ 81767 h 94328"/>
                      <a:gd name="connsiteX4" fmla="*/ 13696 w 59843"/>
                      <a:gd name="connsiteY4" fmla="*/ 59102 h 94328"/>
                      <a:gd name="connsiteX5" fmla="*/ 19127 w 59843"/>
                      <a:gd name="connsiteY5" fmla="*/ 60490 h 94328"/>
                      <a:gd name="connsiteX6" fmla="*/ 24598 w 59843"/>
                      <a:gd name="connsiteY6" fmla="*/ 60946 h 94328"/>
                      <a:gd name="connsiteX7" fmla="*/ 49118 w 59843"/>
                      <a:gd name="connsiteY7" fmla="*/ 52459 h 94328"/>
                      <a:gd name="connsiteX8" fmla="*/ 58177 w 59843"/>
                      <a:gd name="connsiteY8" fmla="*/ 29476 h 94328"/>
                      <a:gd name="connsiteX9" fmla="*/ 48880 w 59843"/>
                      <a:gd name="connsiteY9" fmla="*/ 6256 h 94328"/>
                      <a:gd name="connsiteX10" fmla="*/ 22675 w 59843"/>
                      <a:gd name="connsiteY10" fmla="*/ -2013 h 94328"/>
                      <a:gd name="connsiteX11" fmla="*/ 10802 w 59843"/>
                      <a:gd name="connsiteY11" fmla="*/ -1021 h 94328"/>
                      <a:gd name="connsiteX12" fmla="*/ -1667 w 59843"/>
                      <a:gd name="connsiteY12" fmla="*/ 1953 h 94328"/>
                      <a:gd name="connsiteX13" fmla="*/ -1667 w 59843"/>
                      <a:gd name="connsiteY13" fmla="*/ 14545 h 94328"/>
                      <a:gd name="connsiteX14" fmla="*/ 9850 w 59843"/>
                      <a:gd name="connsiteY14" fmla="*/ 10024 h 94328"/>
                      <a:gd name="connsiteX15" fmla="*/ 22417 w 59843"/>
                      <a:gd name="connsiteY15" fmla="*/ 8537 h 94328"/>
                      <a:gd name="connsiteX16" fmla="*/ 39385 w 59843"/>
                      <a:gd name="connsiteY16" fmla="*/ 14168 h 94328"/>
                      <a:gd name="connsiteX17" fmla="*/ 45649 w 59843"/>
                      <a:gd name="connsiteY17" fmla="*/ 29476 h 94328"/>
                      <a:gd name="connsiteX18" fmla="*/ 39385 w 59843"/>
                      <a:gd name="connsiteY18" fmla="*/ 44765 h 94328"/>
                      <a:gd name="connsiteX19" fmla="*/ 22417 w 59843"/>
                      <a:gd name="connsiteY19" fmla="*/ 50416 h 94328"/>
                      <a:gd name="connsiteX20" fmla="*/ 12407 w 59843"/>
                      <a:gd name="connsiteY20" fmla="*/ 49306 h 94328"/>
                      <a:gd name="connsiteX21" fmla="*/ 2238 w 59843"/>
                      <a:gd name="connsiteY21" fmla="*/ 45836 h 94328"/>
                      <a:gd name="connsiteX22" fmla="*/ 2238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38" y="92316"/>
                        </a:moveTo>
                        <a:lnTo>
                          <a:pt x="51358" y="92316"/>
                        </a:lnTo>
                        <a:lnTo>
                          <a:pt x="51358" y="81767"/>
                        </a:lnTo>
                        <a:lnTo>
                          <a:pt x="13696" y="81767"/>
                        </a:lnTo>
                        <a:lnTo>
                          <a:pt x="13696" y="59102"/>
                        </a:lnTo>
                        <a:cubicBezTo>
                          <a:pt x="15506" y="59723"/>
                          <a:pt x="17316" y="60186"/>
                          <a:pt x="19127" y="60490"/>
                        </a:cubicBezTo>
                        <a:cubicBezTo>
                          <a:pt x="20951" y="60794"/>
                          <a:pt x="22774" y="60946"/>
                          <a:pt x="24598" y="60946"/>
                        </a:cubicBezTo>
                        <a:cubicBezTo>
                          <a:pt x="34919" y="60946"/>
                          <a:pt x="43092" y="58117"/>
                          <a:pt x="49118" y="52459"/>
                        </a:cubicBezTo>
                        <a:cubicBezTo>
                          <a:pt x="55157" y="46801"/>
                          <a:pt x="58177" y="39140"/>
                          <a:pt x="58177" y="29476"/>
                        </a:cubicBezTo>
                        <a:cubicBezTo>
                          <a:pt x="58177" y="19522"/>
                          <a:pt x="55078" y="11782"/>
                          <a:pt x="48880" y="6256"/>
                        </a:cubicBezTo>
                        <a:cubicBezTo>
                          <a:pt x="42682" y="744"/>
                          <a:pt x="33947" y="-2013"/>
                          <a:pt x="22675" y="-2013"/>
                        </a:cubicBezTo>
                        <a:cubicBezTo>
                          <a:pt x="18790" y="-2013"/>
                          <a:pt x="14832" y="-1682"/>
                          <a:pt x="10802" y="-1021"/>
                        </a:cubicBezTo>
                        <a:cubicBezTo>
                          <a:pt x="6784" y="-360"/>
                          <a:pt x="2628" y="631"/>
                          <a:pt x="-1667" y="1953"/>
                        </a:cubicBezTo>
                        <a:lnTo>
                          <a:pt x="-1667" y="14545"/>
                        </a:lnTo>
                        <a:cubicBezTo>
                          <a:pt x="2047" y="12522"/>
                          <a:pt x="5886" y="11015"/>
                          <a:pt x="9850" y="10024"/>
                        </a:cubicBezTo>
                        <a:cubicBezTo>
                          <a:pt x="13815" y="9032"/>
                          <a:pt x="18004" y="8537"/>
                          <a:pt x="22417" y="8537"/>
                        </a:cubicBezTo>
                        <a:cubicBezTo>
                          <a:pt x="29567" y="8537"/>
                          <a:pt x="35223" y="10414"/>
                          <a:pt x="39385" y="14168"/>
                        </a:cubicBezTo>
                        <a:cubicBezTo>
                          <a:pt x="43561" y="17923"/>
                          <a:pt x="45649" y="23025"/>
                          <a:pt x="45649" y="29476"/>
                        </a:cubicBezTo>
                        <a:cubicBezTo>
                          <a:pt x="45649" y="35914"/>
                          <a:pt x="43561" y="41011"/>
                          <a:pt x="39385" y="44765"/>
                        </a:cubicBezTo>
                        <a:cubicBezTo>
                          <a:pt x="35223" y="48533"/>
                          <a:pt x="29567" y="50416"/>
                          <a:pt x="22417" y="50416"/>
                        </a:cubicBezTo>
                        <a:cubicBezTo>
                          <a:pt x="19074" y="50416"/>
                          <a:pt x="15737" y="50046"/>
                          <a:pt x="12407" y="49306"/>
                        </a:cubicBezTo>
                        <a:cubicBezTo>
                          <a:pt x="9090" y="48566"/>
                          <a:pt x="5701" y="47409"/>
                          <a:pt x="2238" y="45836"/>
                        </a:cubicBezTo>
                        <a:lnTo>
                          <a:pt x="2238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0" name="Freeform: Shape 39">
                    <a:extLst>
                      <a:ext uri="{FF2B5EF4-FFF2-40B4-BE49-F238E27FC236}">
                        <a16:creationId xmlns:a16="http://schemas.microsoft.com/office/drawing/2014/main" id="{114B6C6B-0160-064A-EC3E-4CBCAFA72F56}"/>
                      </a:ext>
                    </a:extLst>
                  </p:cNvPr>
                  <p:cNvSpPr/>
                  <p:nvPr/>
                </p:nvSpPr>
                <p:spPr>
                  <a:xfrm flipV="1">
                    <a:off x="7495197" y="4672504"/>
                    <a:ext cx="63431" cy="95994"/>
                  </a:xfrm>
                  <a:custGeom>
                    <a:avLst/>
                    <a:gdLst>
                      <a:gd name="connsiteX0" fmla="*/ 30025 w 63431"/>
                      <a:gd name="connsiteY0" fmla="*/ 43692 h 95994"/>
                      <a:gd name="connsiteX1" fmla="*/ 15991 w 63431"/>
                      <a:gd name="connsiteY1" fmla="*/ 38913 h 95994"/>
                      <a:gd name="connsiteX2" fmla="*/ 10896 w 63431"/>
                      <a:gd name="connsiteY2" fmla="*/ 25786 h 95994"/>
                      <a:gd name="connsiteX3" fmla="*/ 15991 w 63431"/>
                      <a:gd name="connsiteY3" fmla="*/ 12639 h 95994"/>
                      <a:gd name="connsiteX4" fmla="*/ 30025 w 63431"/>
                      <a:gd name="connsiteY4" fmla="*/ 7860 h 95994"/>
                      <a:gd name="connsiteX5" fmla="*/ 44079 w 63431"/>
                      <a:gd name="connsiteY5" fmla="*/ 12659 h 95994"/>
                      <a:gd name="connsiteX6" fmla="*/ 49233 w 63431"/>
                      <a:gd name="connsiteY6" fmla="*/ 25786 h 95994"/>
                      <a:gd name="connsiteX7" fmla="*/ 44118 w 63431"/>
                      <a:gd name="connsiteY7" fmla="*/ 38913 h 95994"/>
                      <a:gd name="connsiteX8" fmla="*/ 30025 w 63431"/>
                      <a:gd name="connsiteY8" fmla="*/ 43692 h 95994"/>
                      <a:gd name="connsiteX9" fmla="*/ 17517 w 63431"/>
                      <a:gd name="connsiteY9" fmla="*/ 49006 h 95994"/>
                      <a:gd name="connsiteX10" fmla="*/ 4970 w 63431"/>
                      <a:gd name="connsiteY10" fmla="*/ 56502 h 95994"/>
                      <a:gd name="connsiteX11" fmla="*/ 490 w 63431"/>
                      <a:gd name="connsiteY11" fmla="*/ 69966 h 95994"/>
                      <a:gd name="connsiteX12" fmla="*/ 8379 w 63431"/>
                      <a:gd name="connsiteY12" fmla="*/ 87495 h 95994"/>
                      <a:gd name="connsiteX13" fmla="*/ 30025 w 63431"/>
                      <a:gd name="connsiteY13" fmla="*/ 93939 h 95994"/>
                      <a:gd name="connsiteX14" fmla="*/ 51710 w 63431"/>
                      <a:gd name="connsiteY14" fmla="*/ 87495 h 95994"/>
                      <a:gd name="connsiteX15" fmla="*/ 59580 w 63431"/>
                      <a:gd name="connsiteY15" fmla="*/ 69966 h 95994"/>
                      <a:gd name="connsiteX16" fmla="*/ 55080 w 63431"/>
                      <a:gd name="connsiteY16" fmla="*/ 56502 h 95994"/>
                      <a:gd name="connsiteX17" fmla="*/ 42612 w 63431"/>
                      <a:gd name="connsiteY17" fmla="*/ 49006 h 95994"/>
                      <a:gd name="connsiteX18" fmla="*/ 56686 w 63431"/>
                      <a:gd name="connsiteY18" fmla="*/ 40757 h 95994"/>
                      <a:gd name="connsiteX19" fmla="*/ 61740 w 63431"/>
                      <a:gd name="connsiteY19" fmla="*/ 25786 h 95994"/>
                      <a:gd name="connsiteX20" fmla="*/ 53534 w 63431"/>
                      <a:gd name="connsiteY20" fmla="*/ 5124 h 95994"/>
                      <a:gd name="connsiteX21" fmla="*/ 30025 w 63431"/>
                      <a:gd name="connsiteY21" fmla="*/ -2055 h 95994"/>
                      <a:gd name="connsiteX22" fmla="*/ 6516 w 63431"/>
                      <a:gd name="connsiteY22" fmla="*/ 5124 h 95994"/>
                      <a:gd name="connsiteX23" fmla="*/ -1691 w 63431"/>
                      <a:gd name="connsiteY23" fmla="*/ 25786 h 95994"/>
                      <a:gd name="connsiteX24" fmla="*/ 3384 w 63431"/>
                      <a:gd name="connsiteY24" fmla="*/ 40757 h 95994"/>
                      <a:gd name="connsiteX25" fmla="*/ 17517 w 63431"/>
                      <a:gd name="connsiteY25" fmla="*/ 49006 h 95994"/>
                      <a:gd name="connsiteX26" fmla="*/ 12938 w 63431"/>
                      <a:gd name="connsiteY26" fmla="*/ 68776 h 95994"/>
                      <a:gd name="connsiteX27" fmla="*/ 17418 w 63431"/>
                      <a:gd name="connsiteY27" fmla="*/ 57572 h 95994"/>
                      <a:gd name="connsiteX28" fmla="*/ 30025 w 63431"/>
                      <a:gd name="connsiteY28" fmla="*/ 53547 h 95994"/>
                      <a:gd name="connsiteX29" fmla="*/ 42632 w 63431"/>
                      <a:gd name="connsiteY29" fmla="*/ 57572 h 95994"/>
                      <a:gd name="connsiteX30" fmla="*/ 47191 w 63431"/>
                      <a:gd name="connsiteY30" fmla="*/ 68776 h 95994"/>
                      <a:gd name="connsiteX31" fmla="*/ 42632 w 63431"/>
                      <a:gd name="connsiteY31" fmla="*/ 79999 h 95994"/>
                      <a:gd name="connsiteX32" fmla="*/ 30025 w 63431"/>
                      <a:gd name="connsiteY32" fmla="*/ 84025 h 95994"/>
                      <a:gd name="connsiteX33" fmla="*/ 17418 w 63431"/>
                      <a:gd name="connsiteY33" fmla="*/ 79999 h 95994"/>
                      <a:gd name="connsiteX34" fmla="*/ 12938 w 63431"/>
                      <a:gd name="connsiteY34" fmla="*/ 6877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30025" y="43692"/>
                        </a:moveTo>
                        <a:cubicBezTo>
                          <a:pt x="24078" y="43692"/>
                          <a:pt x="19400" y="42099"/>
                          <a:pt x="15991" y="38913"/>
                        </a:cubicBezTo>
                        <a:cubicBezTo>
                          <a:pt x="12595" y="35727"/>
                          <a:pt x="10896" y="31351"/>
                          <a:pt x="10896" y="25786"/>
                        </a:cubicBezTo>
                        <a:cubicBezTo>
                          <a:pt x="10896" y="20207"/>
                          <a:pt x="12595" y="15825"/>
                          <a:pt x="15991" y="12639"/>
                        </a:cubicBezTo>
                        <a:cubicBezTo>
                          <a:pt x="19400" y="9453"/>
                          <a:pt x="24078" y="7860"/>
                          <a:pt x="30025" y="7860"/>
                        </a:cubicBezTo>
                        <a:cubicBezTo>
                          <a:pt x="35972" y="7860"/>
                          <a:pt x="40656" y="9460"/>
                          <a:pt x="44079" y="12659"/>
                        </a:cubicBezTo>
                        <a:cubicBezTo>
                          <a:pt x="47515" y="15871"/>
                          <a:pt x="49233" y="20247"/>
                          <a:pt x="49233" y="25786"/>
                        </a:cubicBezTo>
                        <a:cubicBezTo>
                          <a:pt x="49233" y="31351"/>
                          <a:pt x="47528" y="35727"/>
                          <a:pt x="44118" y="38913"/>
                        </a:cubicBezTo>
                        <a:cubicBezTo>
                          <a:pt x="40722" y="42099"/>
                          <a:pt x="36024" y="43692"/>
                          <a:pt x="30025" y="43692"/>
                        </a:cubicBezTo>
                        <a:close/>
                        <a:moveTo>
                          <a:pt x="17517" y="49006"/>
                        </a:moveTo>
                        <a:cubicBezTo>
                          <a:pt x="12152" y="50328"/>
                          <a:pt x="7969" y="52826"/>
                          <a:pt x="4970" y="56502"/>
                        </a:cubicBezTo>
                        <a:cubicBezTo>
                          <a:pt x="1983" y="60190"/>
                          <a:pt x="490" y="64678"/>
                          <a:pt x="490" y="69966"/>
                        </a:cubicBezTo>
                        <a:cubicBezTo>
                          <a:pt x="490" y="77355"/>
                          <a:pt x="3119" y="83199"/>
                          <a:pt x="8379" y="87495"/>
                        </a:cubicBezTo>
                        <a:cubicBezTo>
                          <a:pt x="13652" y="91791"/>
                          <a:pt x="20867" y="93939"/>
                          <a:pt x="30025" y="93939"/>
                        </a:cubicBezTo>
                        <a:cubicBezTo>
                          <a:pt x="39236" y="93939"/>
                          <a:pt x="46464" y="91791"/>
                          <a:pt x="51710" y="87495"/>
                        </a:cubicBezTo>
                        <a:cubicBezTo>
                          <a:pt x="56957" y="83199"/>
                          <a:pt x="59580" y="77355"/>
                          <a:pt x="59580" y="69966"/>
                        </a:cubicBezTo>
                        <a:cubicBezTo>
                          <a:pt x="59580" y="64678"/>
                          <a:pt x="58080" y="60190"/>
                          <a:pt x="55080" y="56502"/>
                        </a:cubicBezTo>
                        <a:cubicBezTo>
                          <a:pt x="52094" y="52826"/>
                          <a:pt x="47938" y="50328"/>
                          <a:pt x="42612" y="49006"/>
                        </a:cubicBezTo>
                        <a:cubicBezTo>
                          <a:pt x="48638" y="47605"/>
                          <a:pt x="53329" y="44855"/>
                          <a:pt x="56686" y="40757"/>
                        </a:cubicBezTo>
                        <a:cubicBezTo>
                          <a:pt x="60056" y="36672"/>
                          <a:pt x="61740" y="31682"/>
                          <a:pt x="61740" y="25786"/>
                        </a:cubicBezTo>
                        <a:cubicBezTo>
                          <a:pt x="61740" y="16810"/>
                          <a:pt x="59005" y="9922"/>
                          <a:pt x="53534" y="5124"/>
                        </a:cubicBezTo>
                        <a:cubicBezTo>
                          <a:pt x="48063" y="338"/>
                          <a:pt x="40227" y="-2055"/>
                          <a:pt x="30025" y="-2055"/>
                        </a:cubicBezTo>
                        <a:cubicBezTo>
                          <a:pt x="19836" y="-2055"/>
                          <a:pt x="12000" y="338"/>
                          <a:pt x="6516" y="5124"/>
                        </a:cubicBezTo>
                        <a:cubicBezTo>
                          <a:pt x="1045" y="9922"/>
                          <a:pt x="-1691" y="16810"/>
                          <a:pt x="-1691" y="25786"/>
                        </a:cubicBezTo>
                        <a:cubicBezTo>
                          <a:pt x="-1691" y="31682"/>
                          <a:pt x="1" y="36672"/>
                          <a:pt x="3384" y="40757"/>
                        </a:cubicBezTo>
                        <a:cubicBezTo>
                          <a:pt x="6780" y="44855"/>
                          <a:pt x="11491" y="47605"/>
                          <a:pt x="17517" y="49006"/>
                        </a:cubicBezTo>
                        <a:close/>
                        <a:moveTo>
                          <a:pt x="12938" y="68776"/>
                        </a:moveTo>
                        <a:cubicBezTo>
                          <a:pt x="12938" y="63990"/>
                          <a:pt x="14431" y="60256"/>
                          <a:pt x="17418" y="57572"/>
                        </a:cubicBezTo>
                        <a:cubicBezTo>
                          <a:pt x="20418" y="54889"/>
                          <a:pt x="24620" y="53547"/>
                          <a:pt x="30025" y="53547"/>
                        </a:cubicBezTo>
                        <a:cubicBezTo>
                          <a:pt x="35403" y="53547"/>
                          <a:pt x="39606" y="54889"/>
                          <a:pt x="42632" y="57572"/>
                        </a:cubicBezTo>
                        <a:cubicBezTo>
                          <a:pt x="45671" y="60256"/>
                          <a:pt x="47191" y="63990"/>
                          <a:pt x="47191" y="68776"/>
                        </a:cubicBezTo>
                        <a:cubicBezTo>
                          <a:pt x="47191" y="73575"/>
                          <a:pt x="45671" y="77316"/>
                          <a:pt x="42632" y="79999"/>
                        </a:cubicBezTo>
                        <a:cubicBezTo>
                          <a:pt x="39606" y="82683"/>
                          <a:pt x="35403" y="84025"/>
                          <a:pt x="30025" y="84025"/>
                        </a:cubicBezTo>
                        <a:cubicBezTo>
                          <a:pt x="24620" y="84025"/>
                          <a:pt x="20418" y="82683"/>
                          <a:pt x="17418" y="79999"/>
                        </a:cubicBezTo>
                        <a:cubicBezTo>
                          <a:pt x="14431" y="77316"/>
                          <a:pt x="12938" y="73575"/>
                          <a:pt x="12938" y="687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" name="Freeform: Shape 40">
                    <a:extLst>
                      <a:ext uri="{FF2B5EF4-FFF2-40B4-BE49-F238E27FC236}">
                        <a16:creationId xmlns:a16="http://schemas.microsoft.com/office/drawing/2014/main" id="{5C800BDE-B22E-1063-D902-66DE2635DEF7}"/>
                      </a:ext>
                    </a:extLst>
                  </p:cNvPr>
                  <p:cNvSpPr/>
                  <p:nvPr/>
                </p:nvSpPr>
                <p:spPr>
                  <a:xfrm flipV="1">
                    <a:off x="7575673" y="4672504"/>
                    <a:ext cx="63926" cy="95994"/>
                  </a:xfrm>
                  <a:custGeom>
                    <a:avLst/>
                    <a:gdLst>
                      <a:gd name="connsiteX0" fmla="*/ 30269 w 63926"/>
                      <a:gd name="connsiteY0" fmla="*/ 84025 h 95994"/>
                      <a:gd name="connsiteX1" fmla="*/ 15739 w 63926"/>
                      <a:gd name="connsiteY1" fmla="*/ 74507 h 95994"/>
                      <a:gd name="connsiteX2" fmla="*/ 10882 w 63926"/>
                      <a:gd name="connsiteY2" fmla="*/ 45913 h 95994"/>
                      <a:gd name="connsiteX3" fmla="*/ 15739 w 63926"/>
                      <a:gd name="connsiteY3" fmla="*/ 17378 h 95994"/>
                      <a:gd name="connsiteX4" fmla="*/ 30269 w 63926"/>
                      <a:gd name="connsiteY4" fmla="*/ 7860 h 95994"/>
                      <a:gd name="connsiteX5" fmla="*/ 44858 w 63926"/>
                      <a:gd name="connsiteY5" fmla="*/ 17378 h 95994"/>
                      <a:gd name="connsiteX6" fmla="*/ 49734 w 63926"/>
                      <a:gd name="connsiteY6" fmla="*/ 45913 h 95994"/>
                      <a:gd name="connsiteX7" fmla="*/ 44858 w 63926"/>
                      <a:gd name="connsiteY7" fmla="*/ 74507 h 95994"/>
                      <a:gd name="connsiteX8" fmla="*/ 30269 w 63926"/>
                      <a:gd name="connsiteY8" fmla="*/ 84025 h 95994"/>
                      <a:gd name="connsiteX9" fmla="*/ 30269 w 63926"/>
                      <a:gd name="connsiteY9" fmla="*/ 93939 h 95994"/>
                      <a:gd name="connsiteX10" fmla="*/ 54035 w 63926"/>
                      <a:gd name="connsiteY10" fmla="*/ 81625 h 95994"/>
                      <a:gd name="connsiteX11" fmla="*/ 62242 w 63926"/>
                      <a:gd name="connsiteY11" fmla="*/ 45913 h 95994"/>
                      <a:gd name="connsiteX12" fmla="*/ 54035 w 63926"/>
                      <a:gd name="connsiteY12" fmla="*/ 10240 h 95994"/>
                      <a:gd name="connsiteX13" fmla="*/ 30269 w 63926"/>
                      <a:gd name="connsiteY13" fmla="*/ -2055 h 95994"/>
                      <a:gd name="connsiteX14" fmla="*/ 6522 w 63926"/>
                      <a:gd name="connsiteY14" fmla="*/ 10240 h 95994"/>
                      <a:gd name="connsiteX15" fmla="*/ -1685 w 63926"/>
                      <a:gd name="connsiteY15" fmla="*/ 45913 h 95994"/>
                      <a:gd name="connsiteX16" fmla="*/ 6522 w 63926"/>
                      <a:gd name="connsiteY16" fmla="*/ 81625 h 95994"/>
                      <a:gd name="connsiteX17" fmla="*/ 30269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69" y="84025"/>
                        </a:moveTo>
                        <a:cubicBezTo>
                          <a:pt x="23833" y="84025"/>
                          <a:pt x="18990" y="80852"/>
                          <a:pt x="15739" y="74507"/>
                        </a:cubicBezTo>
                        <a:cubicBezTo>
                          <a:pt x="12501" y="68174"/>
                          <a:pt x="10882" y="58643"/>
                          <a:pt x="10882" y="45913"/>
                        </a:cubicBezTo>
                        <a:cubicBezTo>
                          <a:pt x="10882" y="33235"/>
                          <a:pt x="12501" y="23724"/>
                          <a:pt x="15739" y="17378"/>
                        </a:cubicBezTo>
                        <a:cubicBezTo>
                          <a:pt x="18990" y="11033"/>
                          <a:pt x="23833" y="7860"/>
                          <a:pt x="30269" y="7860"/>
                        </a:cubicBezTo>
                        <a:cubicBezTo>
                          <a:pt x="36757" y="7860"/>
                          <a:pt x="41620" y="11033"/>
                          <a:pt x="44858" y="17378"/>
                        </a:cubicBezTo>
                        <a:cubicBezTo>
                          <a:pt x="48109" y="23724"/>
                          <a:pt x="49734" y="33235"/>
                          <a:pt x="49734" y="45913"/>
                        </a:cubicBezTo>
                        <a:cubicBezTo>
                          <a:pt x="49734" y="58643"/>
                          <a:pt x="48109" y="68174"/>
                          <a:pt x="44858" y="74507"/>
                        </a:cubicBezTo>
                        <a:cubicBezTo>
                          <a:pt x="41620" y="80852"/>
                          <a:pt x="36757" y="84025"/>
                          <a:pt x="30269" y="84025"/>
                        </a:cubicBezTo>
                        <a:close/>
                        <a:moveTo>
                          <a:pt x="30269" y="93939"/>
                        </a:moveTo>
                        <a:cubicBezTo>
                          <a:pt x="40642" y="93939"/>
                          <a:pt x="48565" y="89835"/>
                          <a:pt x="54035" y="81625"/>
                        </a:cubicBezTo>
                        <a:cubicBezTo>
                          <a:pt x="59506" y="73429"/>
                          <a:pt x="62242" y="61525"/>
                          <a:pt x="62242" y="45913"/>
                        </a:cubicBezTo>
                        <a:cubicBezTo>
                          <a:pt x="62242" y="30340"/>
                          <a:pt x="59506" y="18449"/>
                          <a:pt x="54035" y="10240"/>
                        </a:cubicBezTo>
                        <a:cubicBezTo>
                          <a:pt x="48565" y="2043"/>
                          <a:pt x="40642" y="-2055"/>
                          <a:pt x="30269" y="-2055"/>
                        </a:cubicBezTo>
                        <a:cubicBezTo>
                          <a:pt x="19908" y="-2055"/>
                          <a:pt x="11992" y="2043"/>
                          <a:pt x="6522" y="10240"/>
                        </a:cubicBezTo>
                        <a:cubicBezTo>
                          <a:pt x="1051" y="18449"/>
                          <a:pt x="-1685" y="30340"/>
                          <a:pt x="-1685" y="45913"/>
                        </a:cubicBezTo>
                        <a:cubicBezTo>
                          <a:pt x="-1685" y="61525"/>
                          <a:pt x="1051" y="73429"/>
                          <a:pt x="6522" y="81625"/>
                        </a:cubicBezTo>
                        <a:cubicBezTo>
                          <a:pt x="11992" y="89835"/>
                          <a:pt x="19908" y="93939"/>
                          <a:pt x="30269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2" name="Graphic 2">
                <a:extLst>
                  <a:ext uri="{FF2B5EF4-FFF2-40B4-BE49-F238E27FC236}">
                    <a16:creationId xmlns:a16="http://schemas.microsoft.com/office/drawing/2014/main" id="{C5566D7E-5C1A-3C3A-A397-8CE75A6618EB}"/>
                  </a:ext>
                </a:extLst>
              </p:cNvPr>
              <p:cNvGrpSpPr/>
              <p:nvPr/>
            </p:nvGrpSpPr>
            <p:grpSpPr>
              <a:xfrm>
                <a:off x="8320842" y="4581427"/>
                <a:ext cx="224858" cy="187070"/>
                <a:chOff x="8320842" y="4581427"/>
                <a:chExt cx="224858" cy="187070"/>
              </a:xfrm>
              <a:solidFill>
                <a:srgbClr val="000000"/>
              </a:solidFill>
            </p:grpSpPr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47CD8539-46DB-BA0C-BA0C-EB27B26894AA}"/>
                    </a:ext>
                  </a:extLst>
                </p:cNvPr>
                <p:cNvSpPr/>
                <p:nvPr/>
              </p:nvSpPr>
              <p:spPr>
                <a:xfrm>
                  <a:off x="8433056" y="4581427"/>
                  <a:ext cx="12686" cy="44417"/>
                </a:xfrm>
                <a:custGeom>
                  <a:avLst/>
                  <a:gdLst>
                    <a:gd name="connsiteX0" fmla="*/ 415 w 12686"/>
                    <a:gd name="connsiteY0" fmla="*/ 264 h 44417"/>
                    <a:gd name="connsiteX1" fmla="*/ 415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415" y="264"/>
                      </a:moveTo>
                      <a:lnTo>
                        <a:pt x="415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4" name="Graphic 2">
                  <a:extLst>
                    <a:ext uri="{FF2B5EF4-FFF2-40B4-BE49-F238E27FC236}">
                      <a16:creationId xmlns:a16="http://schemas.microsoft.com/office/drawing/2014/main" id="{B75315BB-AF4B-C7A5-9B62-C947CDDD6A4F}"/>
                    </a:ext>
                  </a:extLst>
                </p:cNvPr>
                <p:cNvGrpSpPr/>
                <p:nvPr/>
              </p:nvGrpSpPr>
              <p:grpSpPr>
                <a:xfrm>
                  <a:off x="8320842" y="4672504"/>
                  <a:ext cx="224858" cy="95994"/>
                  <a:chOff x="8320842" y="4672504"/>
                  <a:chExt cx="224858" cy="95994"/>
                </a:xfrm>
                <a:solidFill>
                  <a:srgbClr val="000000"/>
                </a:solidFill>
              </p:grpSpPr>
              <p:sp>
                <p:nvSpPr>
                  <p:cNvPr id="45" name="Freeform: Shape 44">
                    <a:extLst>
                      <a:ext uri="{FF2B5EF4-FFF2-40B4-BE49-F238E27FC236}">
                        <a16:creationId xmlns:a16="http://schemas.microsoft.com/office/drawing/2014/main" id="{9881BA1D-E071-27C0-15D3-14049BFD3924}"/>
                      </a:ext>
                    </a:extLst>
                  </p:cNvPr>
                  <p:cNvSpPr/>
                  <p:nvPr/>
                </p:nvSpPr>
                <p:spPr>
                  <a:xfrm flipV="1">
                    <a:off x="8320842" y="4672504"/>
                    <a:ext cx="63867" cy="95994"/>
                  </a:xfrm>
                  <a:custGeom>
                    <a:avLst/>
                    <a:gdLst>
                      <a:gd name="connsiteX0" fmla="*/ 31374 w 63867"/>
                      <a:gd name="connsiteY0" fmla="*/ 50989 h 95994"/>
                      <a:gd name="connsiteX1" fmla="*/ 18014 w 63867"/>
                      <a:gd name="connsiteY1" fmla="*/ 45219 h 95994"/>
                      <a:gd name="connsiteX2" fmla="*/ 13098 w 63867"/>
                      <a:gd name="connsiteY2" fmla="*/ 29434 h 95994"/>
                      <a:gd name="connsiteX3" fmla="*/ 18014 w 63867"/>
                      <a:gd name="connsiteY3" fmla="*/ 13650 h 95994"/>
                      <a:gd name="connsiteX4" fmla="*/ 31374 w 63867"/>
                      <a:gd name="connsiteY4" fmla="*/ 7860 h 95994"/>
                      <a:gd name="connsiteX5" fmla="*/ 44715 w 63867"/>
                      <a:gd name="connsiteY5" fmla="*/ 13650 h 95994"/>
                      <a:gd name="connsiteX6" fmla="*/ 49630 w 63867"/>
                      <a:gd name="connsiteY6" fmla="*/ 29434 h 95994"/>
                      <a:gd name="connsiteX7" fmla="*/ 44715 w 63867"/>
                      <a:gd name="connsiteY7" fmla="*/ 45219 h 95994"/>
                      <a:gd name="connsiteX8" fmla="*/ 31374 w 63867"/>
                      <a:gd name="connsiteY8" fmla="*/ 50989 h 95994"/>
                      <a:gd name="connsiteX9" fmla="*/ 56211 w 63867"/>
                      <a:gd name="connsiteY9" fmla="*/ 90231 h 95994"/>
                      <a:gd name="connsiteX10" fmla="*/ 56211 w 63867"/>
                      <a:gd name="connsiteY10" fmla="*/ 78829 h 95994"/>
                      <a:gd name="connsiteX11" fmla="*/ 46697 w 63867"/>
                      <a:gd name="connsiteY11" fmla="*/ 82220 h 95994"/>
                      <a:gd name="connsiteX12" fmla="*/ 37182 w 63867"/>
                      <a:gd name="connsiteY12" fmla="*/ 83410 h 95994"/>
                      <a:gd name="connsiteX13" fmla="*/ 18252 w 63867"/>
                      <a:gd name="connsiteY13" fmla="*/ 75042 h 95994"/>
                      <a:gd name="connsiteX14" fmla="*/ 10799 w 63867"/>
                      <a:gd name="connsiteY14" fmla="*/ 49760 h 95994"/>
                      <a:gd name="connsiteX15" fmla="*/ 19957 w 63867"/>
                      <a:gd name="connsiteY15" fmla="*/ 58028 h 95994"/>
                      <a:gd name="connsiteX16" fmla="*/ 32108 w 63867"/>
                      <a:gd name="connsiteY16" fmla="*/ 60904 h 95994"/>
                      <a:gd name="connsiteX17" fmla="*/ 54130 w 63867"/>
                      <a:gd name="connsiteY17" fmla="*/ 52436 h 95994"/>
                      <a:gd name="connsiteX18" fmla="*/ 62218 w 63867"/>
                      <a:gd name="connsiteY18" fmla="*/ 29434 h 95994"/>
                      <a:gd name="connsiteX19" fmla="*/ 53793 w 63867"/>
                      <a:gd name="connsiteY19" fmla="*/ 6551 h 95994"/>
                      <a:gd name="connsiteX20" fmla="*/ 31374 w 63867"/>
                      <a:gd name="connsiteY20" fmla="*/ -2055 h 95994"/>
                      <a:gd name="connsiteX21" fmla="*/ 6834 w 63867"/>
                      <a:gd name="connsiteY21" fmla="*/ 10240 h 95994"/>
                      <a:gd name="connsiteX22" fmla="*/ -1650 w 63867"/>
                      <a:gd name="connsiteY22" fmla="*/ 45913 h 95994"/>
                      <a:gd name="connsiteX23" fmla="*/ 8757 w 63867"/>
                      <a:gd name="connsiteY23" fmla="*/ 80892 h 95994"/>
                      <a:gd name="connsiteX24" fmla="*/ 36687 w 63867"/>
                      <a:gd name="connsiteY24" fmla="*/ 93939 h 95994"/>
                      <a:gd name="connsiteX25" fmla="*/ 46201 w 63867"/>
                      <a:gd name="connsiteY25" fmla="*/ 93007 h 95994"/>
                      <a:gd name="connsiteX26" fmla="*/ 56211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374" y="50989"/>
                        </a:moveTo>
                        <a:cubicBezTo>
                          <a:pt x="25758" y="50989"/>
                          <a:pt x="21305" y="49065"/>
                          <a:pt x="18014" y="45219"/>
                        </a:cubicBezTo>
                        <a:cubicBezTo>
                          <a:pt x="14737" y="41385"/>
                          <a:pt x="13098" y="36123"/>
                          <a:pt x="13098" y="29434"/>
                        </a:cubicBezTo>
                        <a:cubicBezTo>
                          <a:pt x="13098" y="22785"/>
                          <a:pt x="14737" y="17524"/>
                          <a:pt x="18014" y="13650"/>
                        </a:cubicBezTo>
                        <a:cubicBezTo>
                          <a:pt x="21305" y="9790"/>
                          <a:pt x="25758" y="7860"/>
                          <a:pt x="31374" y="7860"/>
                        </a:cubicBezTo>
                        <a:cubicBezTo>
                          <a:pt x="36991" y="7860"/>
                          <a:pt x="41437" y="9790"/>
                          <a:pt x="44715" y="13650"/>
                        </a:cubicBezTo>
                        <a:cubicBezTo>
                          <a:pt x="47992" y="17524"/>
                          <a:pt x="49630" y="22785"/>
                          <a:pt x="49630" y="29434"/>
                        </a:cubicBezTo>
                        <a:cubicBezTo>
                          <a:pt x="49630" y="36123"/>
                          <a:pt x="47992" y="41385"/>
                          <a:pt x="44715" y="45219"/>
                        </a:cubicBezTo>
                        <a:cubicBezTo>
                          <a:pt x="41437" y="49065"/>
                          <a:pt x="36991" y="50989"/>
                          <a:pt x="31374" y="50989"/>
                        </a:cubicBezTo>
                        <a:close/>
                        <a:moveTo>
                          <a:pt x="56211" y="90231"/>
                        </a:moveTo>
                        <a:lnTo>
                          <a:pt x="56211" y="78829"/>
                        </a:lnTo>
                        <a:cubicBezTo>
                          <a:pt x="53066" y="80310"/>
                          <a:pt x="49895" y="81440"/>
                          <a:pt x="46697" y="82220"/>
                        </a:cubicBezTo>
                        <a:cubicBezTo>
                          <a:pt x="43499" y="83013"/>
                          <a:pt x="40327" y="83410"/>
                          <a:pt x="37182" y="83410"/>
                        </a:cubicBezTo>
                        <a:cubicBezTo>
                          <a:pt x="28923" y="83410"/>
                          <a:pt x="22613" y="80621"/>
                          <a:pt x="18252" y="75042"/>
                        </a:cubicBezTo>
                        <a:cubicBezTo>
                          <a:pt x="13904" y="69463"/>
                          <a:pt x="11420" y="61036"/>
                          <a:pt x="10799" y="49760"/>
                        </a:cubicBezTo>
                        <a:cubicBezTo>
                          <a:pt x="13230" y="53355"/>
                          <a:pt x="16283" y="56112"/>
                          <a:pt x="19957" y="58028"/>
                        </a:cubicBezTo>
                        <a:cubicBezTo>
                          <a:pt x="23644" y="59945"/>
                          <a:pt x="27694" y="60904"/>
                          <a:pt x="32108" y="60904"/>
                        </a:cubicBezTo>
                        <a:cubicBezTo>
                          <a:pt x="41398" y="60904"/>
                          <a:pt x="48738" y="58081"/>
                          <a:pt x="54130" y="52436"/>
                        </a:cubicBezTo>
                        <a:cubicBezTo>
                          <a:pt x="59522" y="46805"/>
                          <a:pt x="62218" y="39138"/>
                          <a:pt x="62218" y="29434"/>
                        </a:cubicBezTo>
                        <a:cubicBezTo>
                          <a:pt x="62218" y="19929"/>
                          <a:pt x="59409" y="12302"/>
                          <a:pt x="53793" y="6551"/>
                        </a:cubicBezTo>
                        <a:cubicBezTo>
                          <a:pt x="48177" y="814"/>
                          <a:pt x="40704" y="-2055"/>
                          <a:pt x="31374" y="-2055"/>
                        </a:cubicBezTo>
                        <a:cubicBezTo>
                          <a:pt x="20670" y="-2055"/>
                          <a:pt x="12490" y="2043"/>
                          <a:pt x="6834" y="10240"/>
                        </a:cubicBezTo>
                        <a:cubicBezTo>
                          <a:pt x="1178" y="18449"/>
                          <a:pt x="-1650" y="30340"/>
                          <a:pt x="-1650" y="45913"/>
                        </a:cubicBezTo>
                        <a:cubicBezTo>
                          <a:pt x="-1650" y="60534"/>
                          <a:pt x="1819" y="72193"/>
                          <a:pt x="8757" y="80892"/>
                        </a:cubicBezTo>
                        <a:cubicBezTo>
                          <a:pt x="15695" y="89590"/>
                          <a:pt x="25005" y="93939"/>
                          <a:pt x="36687" y="93939"/>
                        </a:cubicBezTo>
                        <a:cubicBezTo>
                          <a:pt x="39832" y="93939"/>
                          <a:pt x="43003" y="93629"/>
                          <a:pt x="46201" y="93007"/>
                        </a:cubicBezTo>
                        <a:cubicBezTo>
                          <a:pt x="49399" y="92386"/>
                          <a:pt x="52736" y="91461"/>
                          <a:pt x="56211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468077B2-7E7F-7F9F-1DA1-47BEA18F82BD}"/>
                      </a:ext>
                    </a:extLst>
                  </p:cNvPr>
                  <p:cNvSpPr/>
                  <p:nvPr/>
                </p:nvSpPr>
                <p:spPr>
                  <a:xfrm flipV="1">
                    <a:off x="8401060" y="4672504"/>
                    <a:ext cx="63926" cy="95994"/>
                  </a:xfrm>
                  <a:custGeom>
                    <a:avLst/>
                    <a:gdLst>
                      <a:gd name="connsiteX0" fmla="*/ 30334 w 63926"/>
                      <a:gd name="connsiteY0" fmla="*/ 84025 h 95994"/>
                      <a:gd name="connsiteX1" fmla="*/ 15804 w 63926"/>
                      <a:gd name="connsiteY1" fmla="*/ 74507 h 95994"/>
                      <a:gd name="connsiteX2" fmla="*/ 10948 w 63926"/>
                      <a:gd name="connsiteY2" fmla="*/ 45913 h 95994"/>
                      <a:gd name="connsiteX3" fmla="*/ 15804 w 63926"/>
                      <a:gd name="connsiteY3" fmla="*/ 17378 h 95994"/>
                      <a:gd name="connsiteX4" fmla="*/ 30334 w 63926"/>
                      <a:gd name="connsiteY4" fmla="*/ 7860 h 95994"/>
                      <a:gd name="connsiteX5" fmla="*/ 44923 w 63926"/>
                      <a:gd name="connsiteY5" fmla="*/ 17378 h 95994"/>
                      <a:gd name="connsiteX6" fmla="*/ 49799 w 63926"/>
                      <a:gd name="connsiteY6" fmla="*/ 45913 h 95994"/>
                      <a:gd name="connsiteX7" fmla="*/ 44923 w 63926"/>
                      <a:gd name="connsiteY7" fmla="*/ 74507 h 95994"/>
                      <a:gd name="connsiteX8" fmla="*/ 30334 w 63926"/>
                      <a:gd name="connsiteY8" fmla="*/ 84025 h 95994"/>
                      <a:gd name="connsiteX9" fmla="*/ 30334 w 63926"/>
                      <a:gd name="connsiteY9" fmla="*/ 93939 h 95994"/>
                      <a:gd name="connsiteX10" fmla="*/ 54101 w 63926"/>
                      <a:gd name="connsiteY10" fmla="*/ 81625 h 95994"/>
                      <a:gd name="connsiteX11" fmla="*/ 62307 w 63926"/>
                      <a:gd name="connsiteY11" fmla="*/ 45913 h 95994"/>
                      <a:gd name="connsiteX12" fmla="*/ 54101 w 63926"/>
                      <a:gd name="connsiteY12" fmla="*/ 10240 h 95994"/>
                      <a:gd name="connsiteX13" fmla="*/ 30334 w 63926"/>
                      <a:gd name="connsiteY13" fmla="*/ -2055 h 95994"/>
                      <a:gd name="connsiteX14" fmla="*/ 6587 w 63926"/>
                      <a:gd name="connsiteY14" fmla="*/ 10240 h 95994"/>
                      <a:gd name="connsiteX15" fmla="*/ -1620 w 63926"/>
                      <a:gd name="connsiteY15" fmla="*/ 45913 h 95994"/>
                      <a:gd name="connsiteX16" fmla="*/ 6587 w 63926"/>
                      <a:gd name="connsiteY16" fmla="*/ 81625 h 95994"/>
                      <a:gd name="connsiteX17" fmla="*/ 3033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34" y="84025"/>
                        </a:moveTo>
                        <a:cubicBezTo>
                          <a:pt x="23898" y="84025"/>
                          <a:pt x="19055" y="80852"/>
                          <a:pt x="15804" y="74507"/>
                        </a:cubicBezTo>
                        <a:cubicBezTo>
                          <a:pt x="12566" y="68174"/>
                          <a:pt x="10948" y="58643"/>
                          <a:pt x="10948" y="45913"/>
                        </a:cubicBezTo>
                        <a:cubicBezTo>
                          <a:pt x="10948" y="33235"/>
                          <a:pt x="12566" y="23724"/>
                          <a:pt x="15804" y="17378"/>
                        </a:cubicBezTo>
                        <a:cubicBezTo>
                          <a:pt x="19055" y="11033"/>
                          <a:pt x="23898" y="7860"/>
                          <a:pt x="30334" y="7860"/>
                        </a:cubicBezTo>
                        <a:cubicBezTo>
                          <a:pt x="36822" y="7860"/>
                          <a:pt x="41685" y="11033"/>
                          <a:pt x="44923" y="17378"/>
                        </a:cubicBezTo>
                        <a:cubicBezTo>
                          <a:pt x="48174" y="23724"/>
                          <a:pt x="49799" y="33235"/>
                          <a:pt x="49799" y="45913"/>
                        </a:cubicBezTo>
                        <a:cubicBezTo>
                          <a:pt x="49799" y="58643"/>
                          <a:pt x="48174" y="68174"/>
                          <a:pt x="44923" y="74507"/>
                        </a:cubicBezTo>
                        <a:cubicBezTo>
                          <a:pt x="41685" y="80852"/>
                          <a:pt x="36822" y="84025"/>
                          <a:pt x="30334" y="84025"/>
                        </a:cubicBezTo>
                        <a:close/>
                        <a:moveTo>
                          <a:pt x="30334" y="93939"/>
                        </a:moveTo>
                        <a:cubicBezTo>
                          <a:pt x="40707" y="93939"/>
                          <a:pt x="48630" y="89835"/>
                          <a:pt x="54101" y="81625"/>
                        </a:cubicBezTo>
                        <a:cubicBezTo>
                          <a:pt x="59571" y="73429"/>
                          <a:pt x="62307" y="61525"/>
                          <a:pt x="62307" y="45913"/>
                        </a:cubicBezTo>
                        <a:cubicBezTo>
                          <a:pt x="62307" y="30340"/>
                          <a:pt x="59571" y="18449"/>
                          <a:pt x="54101" y="10240"/>
                        </a:cubicBezTo>
                        <a:cubicBezTo>
                          <a:pt x="48630" y="2043"/>
                          <a:pt x="40707" y="-2055"/>
                          <a:pt x="30334" y="-2055"/>
                        </a:cubicBezTo>
                        <a:cubicBezTo>
                          <a:pt x="19973" y="-2055"/>
                          <a:pt x="12058" y="2043"/>
                          <a:pt x="6587" y="10240"/>
                        </a:cubicBezTo>
                        <a:cubicBezTo>
                          <a:pt x="1116" y="18449"/>
                          <a:pt x="-1620" y="30340"/>
                          <a:pt x="-1620" y="45913"/>
                        </a:cubicBezTo>
                        <a:cubicBezTo>
                          <a:pt x="-1620" y="61525"/>
                          <a:pt x="1116" y="73429"/>
                          <a:pt x="6587" y="81625"/>
                        </a:cubicBezTo>
                        <a:cubicBezTo>
                          <a:pt x="12058" y="89835"/>
                          <a:pt x="19973" y="93939"/>
                          <a:pt x="3033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9CA0A018-3F0B-137F-19C0-1DDA59DFB2FA}"/>
                      </a:ext>
                    </a:extLst>
                  </p:cNvPr>
                  <p:cNvSpPr/>
                  <p:nvPr/>
                </p:nvSpPr>
                <p:spPr>
                  <a:xfrm flipV="1">
                    <a:off x="8481774" y="4672504"/>
                    <a:ext cx="63926" cy="95994"/>
                  </a:xfrm>
                  <a:custGeom>
                    <a:avLst/>
                    <a:gdLst>
                      <a:gd name="connsiteX0" fmla="*/ 30340 w 63926"/>
                      <a:gd name="connsiteY0" fmla="*/ 84025 h 95994"/>
                      <a:gd name="connsiteX1" fmla="*/ 15810 w 63926"/>
                      <a:gd name="connsiteY1" fmla="*/ 74507 h 95994"/>
                      <a:gd name="connsiteX2" fmla="*/ 10954 w 63926"/>
                      <a:gd name="connsiteY2" fmla="*/ 45913 h 95994"/>
                      <a:gd name="connsiteX3" fmla="*/ 15810 w 63926"/>
                      <a:gd name="connsiteY3" fmla="*/ 17378 h 95994"/>
                      <a:gd name="connsiteX4" fmla="*/ 30340 w 63926"/>
                      <a:gd name="connsiteY4" fmla="*/ 7860 h 95994"/>
                      <a:gd name="connsiteX5" fmla="*/ 44929 w 63926"/>
                      <a:gd name="connsiteY5" fmla="*/ 17378 h 95994"/>
                      <a:gd name="connsiteX6" fmla="*/ 49805 w 63926"/>
                      <a:gd name="connsiteY6" fmla="*/ 45913 h 95994"/>
                      <a:gd name="connsiteX7" fmla="*/ 44929 w 63926"/>
                      <a:gd name="connsiteY7" fmla="*/ 74507 h 95994"/>
                      <a:gd name="connsiteX8" fmla="*/ 30340 w 63926"/>
                      <a:gd name="connsiteY8" fmla="*/ 84025 h 95994"/>
                      <a:gd name="connsiteX9" fmla="*/ 30340 w 63926"/>
                      <a:gd name="connsiteY9" fmla="*/ 93939 h 95994"/>
                      <a:gd name="connsiteX10" fmla="*/ 54107 w 63926"/>
                      <a:gd name="connsiteY10" fmla="*/ 81625 h 95994"/>
                      <a:gd name="connsiteX11" fmla="*/ 62313 w 63926"/>
                      <a:gd name="connsiteY11" fmla="*/ 45913 h 95994"/>
                      <a:gd name="connsiteX12" fmla="*/ 54107 w 63926"/>
                      <a:gd name="connsiteY12" fmla="*/ 10240 h 95994"/>
                      <a:gd name="connsiteX13" fmla="*/ 30340 w 63926"/>
                      <a:gd name="connsiteY13" fmla="*/ -2055 h 95994"/>
                      <a:gd name="connsiteX14" fmla="*/ 6593 w 63926"/>
                      <a:gd name="connsiteY14" fmla="*/ 10240 h 95994"/>
                      <a:gd name="connsiteX15" fmla="*/ -1613 w 63926"/>
                      <a:gd name="connsiteY15" fmla="*/ 45913 h 95994"/>
                      <a:gd name="connsiteX16" fmla="*/ 6593 w 63926"/>
                      <a:gd name="connsiteY16" fmla="*/ 81625 h 95994"/>
                      <a:gd name="connsiteX17" fmla="*/ 30340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40" y="84025"/>
                        </a:moveTo>
                        <a:cubicBezTo>
                          <a:pt x="23904" y="84025"/>
                          <a:pt x="19061" y="80852"/>
                          <a:pt x="15810" y="74507"/>
                        </a:cubicBezTo>
                        <a:cubicBezTo>
                          <a:pt x="12573" y="68174"/>
                          <a:pt x="10954" y="58643"/>
                          <a:pt x="10954" y="45913"/>
                        </a:cubicBezTo>
                        <a:cubicBezTo>
                          <a:pt x="10954" y="33235"/>
                          <a:pt x="12573" y="23724"/>
                          <a:pt x="15810" y="17378"/>
                        </a:cubicBezTo>
                        <a:cubicBezTo>
                          <a:pt x="19061" y="11033"/>
                          <a:pt x="23904" y="7860"/>
                          <a:pt x="30340" y="7860"/>
                        </a:cubicBezTo>
                        <a:cubicBezTo>
                          <a:pt x="36828" y="7860"/>
                          <a:pt x="41692" y="11033"/>
                          <a:pt x="44929" y="17378"/>
                        </a:cubicBezTo>
                        <a:cubicBezTo>
                          <a:pt x="48180" y="23724"/>
                          <a:pt x="49805" y="33235"/>
                          <a:pt x="49805" y="45913"/>
                        </a:cubicBezTo>
                        <a:cubicBezTo>
                          <a:pt x="49805" y="58643"/>
                          <a:pt x="48180" y="68174"/>
                          <a:pt x="44929" y="74507"/>
                        </a:cubicBezTo>
                        <a:cubicBezTo>
                          <a:pt x="41692" y="80852"/>
                          <a:pt x="36828" y="84025"/>
                          <a:pt x="30340" y="84025"/>
                        </a:cubicBezTo>
                        <a:close/>
                        <a:moveTo>
                          <a:pt x="30340" y="93939"/>
                        </a:moveTo>
                        <a:cubicBezTo>
                          <a:pt x="40714" y="93939"/>
                          <a:pt x="48636" y="89835"/>
                          <a:pt x="54107" y="81625"/>
                        </a:cubicBezTo>
                        <a:cubicBezTo>
                          <a:pt x="59578" y="73429"/>
                          <a:pt x="62313" y="61525"/>
                          <a:pt x="62313" y="45913"/>
                        </a:cubicBezTo>
                        <a:cubicBezTo>
                          <a:pt x="62313" y="30340"/>
                          <a:pt x="59578" y="18449"/>
                          <a:pt x="54107" y="10240"/>
                        </a:cubicBezTo>
                        <a:cubicBezTo>
                          <a:pt x="48636" y="2043"/>
                          <a:pt x="40714" y="-2055"/>
                          <a:pt x="30340" y="-2055"/>
                        </a:cubicBezTo>
                        <a:cubicBezTo>
                          <a:pt x="19980" y="-2055"/>
                          <a:pt x="12064" y="2043"/>
                          <a:pt x="6593" y="10240"/>
                        </a:cubicBezTo>
                        <a:cubicBezTo>
                          <a:pt x="1122" y="18449"/>
                          <a:pt x="-1613" y="30340"/>
                          <a:pt x="-1613" y="45913"/>
                        </a:cubicBezTo>
                        <a:cubicBezTo>
                          <a:pt x="-1613" y="61525"/>
                          <a:pt x="1122" y="73429"/>
                          <a:pt x="6593" y="81625"/>
                        </a:cubicBezTo>
                        <a:cubicBezTo>
                          <a:pt x="12064" y="89835"/>
                          <a:pt x="19980" y="93939"/>
                          <a:pt x="30340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48" name="Graphic 2">
              <a:extLst>
                <a:ext uri="{FF2B5EF4-FFF2-40B4-BE49-F238E27FC236}">
                  <a16:creationId xmlns:a16="http://schemas.microsoft.com/office/drawing/2014/main" id="{D1EDCE0B-46A0-D235-E48D-FDBCD09D3597}"/>
                </a:ext>
              </a:extLst>
            </p:cNvPr>
            <p:cNvGrpSpPr/>
            <p:nvPr/>
          </p:nvGrpSpPr>
          <p:grpSpPr>
            <a:xfrm>
              <a:off x="3577804" y="2495987"/>
              <a:ext cx="324747" cy="1908852"/>
              <a:chOff x="3577804" y="2495987"/>
              <a:chExt cx="324747" cy="1908852"/>
            </a:xfrm>
            <a:solidFill>
              <a:srgbClr val="000000"/>
            </a:solidFill>
          </p:grpSpPr>
          <p:grpSp>
            <p:nvGrpSpPr>
              <p:cNvPr id="49" name="Graphic 2">
                <a:extLst>
                  <a:ext uri="{FF2B5EF4-FFF2-40B4-BE49-F238E27FC236}">
                    <a16:creationId xmlns:a16="http://schemas.microsoft.com/office/drawing/2014/main" id="{435AC43A-133C-E8EE-E5A7-9B54A8546FAC}"/>
                  </a:ext>
                </a:extLst>
              </p:cNvPr>
              <p:cNvGrpSpPr/>
              <p:nvPr/>
            </p:nvGrpSpPr>
            <p:grpSpPr>
              <a:xfrm>
                <a:off x="3577804" y="4308845"/>
                <a:ext cx="324747" cy="95994"/>
                <a:chOff x="3577804" y="4308845"/>
                <a:chExt cx="324747" cy="95994"/>
              </a:xfrm>
              <a:solidFill>
                <a:srgbClr val="000000"/>
              </a:solidFill>
            </p:grpSpPr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FEB0D223-70F6-024A-2A00-07292F1EE2E8}"/>
                    </a:ext>
                  </a:extLst>
                </p:cNvPr>
                <p:cNvSpPr/>
                <p:nvPr/>
              </p:nvSpPr>
              <p:spPr>
                <a:xfrm>
                  <a:off x="3858149" y="4354820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46 h 12690"/>
                    <a:gd name="connsiteX1" fmla="*/ 58 w 44401"/>
                    <a:gd name="connsiteY1" fmla="*/ 246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46"/>
                      </a:moveTo>
                      <a:lnTo>
                        <a:pt x="58" y="246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1" name="Graphic 2">
                  <a:extLst>
                    <a:ext uri="{FF2B5EF4-FFF2-40B4-BE49-F238E27FC236}">
                      <a16:creationId xmlns:a16="http://schemas.microsoft.com/office/drawing/2014/main" id="{297EA566-418B-93E9-6CD6-20B35896557B}"/>
                    </a:ext>
                  </a:extLst>
                </p:cNvPr>
                <p:cNvGrpSpPr/>
                <p:nvPr/>
              </p:nvGrpSpPr>
              <p:grpSpPr>
                <a:xfrm>
                  <a:off x="3577804" y="4308845"/>
                  <a:ext cx="227514" cy="95994"/>
                  <a:chOff x="3577804" y="4308845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6D094EBC-1CF1-848B-2AFA-C99BEA979E29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4310511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31 h 92524"/>
                      <a:gd name="connsiteX1" fmla="*/ 8171 w 67395"/>
                      <a:gd name="connsiteY1" fmla="*/ 30136 h 92524"/>
                      <a:gd name="connsiteX2" fmla="*/ 39767 w 67395"/>
                      <a:gd name="connsiteY2" fmla="*/ 30136 h 92524"/>
                      <a:gd name="connsiteX3" fmla="*/ 39767 w 67395"/>
                      <a:gd name="connsiteY3" fmla="*/ 79531 h 92524"/>
                      <a:gd name="connsiteX4" fmla="*/ 36477 w 67395"/>
                      <a:gd name="connsiteY4" fmla="*/ 90437 h 92524"/>
                      <a:gd name="connsiteX5" fmla="*/ 52216 w 67395"/>
                      <a:gd name="connsiteY5" fmla="*/ 90437 h 92524"/>
                      <a:gd name="connsiteX6" fmla="*/ 52216 w 67395"/>
                      <a:gd name="connsiteY6" fmla="*/ 30136 h 92524"/>
                      <a:gd name="connsiteX7" fmla="*/ 65417 w 67395"/>
                      <a:gd name="connsiteY7" fmla="*/ 30136 h 92524"/>
                      <a:gd name="connsiteX8" fmla="*/ 65417 w 67395"/>
                      <a:gd name="connsiteY8" fmla="*/ 19725 h 92524"/>
                      <a:gd name="connsiteX9" fmla="*/ 52216 w 67395"/>
                      <a:gd name="connsiteY9" fmla="*/ 19725 h 92524"/>
                      <a:gd name="connsiteX10" fmla="*/ 52216 w 67395"/>
                      <a:gd name="connsiteY10" fmla="*/ -2087 h 92524"/>
                      <a:gd name="connsiteX11" fmla="*/ 39767 w 67395"/>
                      <a:gd name="connsiteY11" fmla="*/ -2087 h 92524"/>
                      <a:gd name="connsiteX12" fmla="*/ 39767 w 67395"/>
                      <a:gd name="connsiteY12" fmla="*/ 19725 h 92524"/>
                      <a:gd name="connsiteX13" fmla="*/ -1978 w 67395"/>
                      <a:gd name="connsiteY13" fmla="*/ 19725 h 92524"/>
                      <a:gd name="connsiteX14" fmla="*/ -1978 w 67395"/>
                      <a:gd name="connsiteY14" fmla="*/ 31802 h 92524"/>
                      <a:gd name="connsiteX15" fmla="*/ 36477 w 67395"/>
                      <a:gd name="connsiteY15" fmla="*/ 90437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31"/>
                        </a:moveTo>
                        <a:lnTo>
                          <a:pt x="8171" y="30136"/>
                        </a:lnTo>
                        <a:lnTo>
                          <a:pt x="39767" y="30136"/>
                        </a:lnTo>
                        <a:lnTo>
                          <a:pt x="39767" y="79531"/>
                        </a:lnTo>
                        <a:close/>
                        <a:moveTo>
                          <a:pt x="36477" y="90437"/>
                        </a:moveTo>
                        <a:lnTo>
                          <a:pt x="52216" y="90437"/>
                        </a:lnTo>
                        <a:lnTo>
                          <a:pt x="52216" y="30136"/>
                        </a:lnTo>
                        <a:lnTo>
                          <a:pt x="65417" y="30136"/>
                        </a:lnTo>
                        <a:lnTo>
                          <a:pt x="65417" y="19725"/>
                        </a:lnTo>
                        <a:lnTo>
                          <a:pt x="52216" y="19725"/>
                        </a:lnTo>
                        <a:lnTo>
                          <a:pt x="52216" y="-2087"/>
                        </a:lnTo>
                        <a:lnTo>
                          <a:pt x="39767" y="-2087"/>
                        </a:lnTo>
                        <a:lnTo>
                          <a:pt x="39767" y="19725"/>
                        </a:lnTo>
                        <a:lnTo>
                          <a:pt x="-1978" y="19725"/>
                        </a:lnTo>
                        <a:lnTo>
                          <a:pt x="-1978" y="31802"/>
                        </a:lnTo>
                        <a:lnTo>
                          <a:pt x="36477" y="904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2BF80FD7-BE15-1BA5-EB21-E2DC97E45E89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916" y="4308845"/>
                    <a:ext cx="63431" cy="95994"/>
                  </a:xfrm>
                  <a:custGeom>
                    <a:avLst/>
                    <a:gdLst>
                      <a:gd name="connsiteX0" fmla="*/ 29723 w 63431"/>
                      <a:gd name="connsiteY0" fmla="*/ 43663 h 95994"/>
                      <a:gd name="connsiteX1" fmla="*/ 15688 w 63431"/>
                      <a:gd name="connsiteY1" fmla="*/ 38884 h 95994"/>
                      <a:gd name="connsiteX2" fmla="*/ 10594 w 63431"/>
                      <a:gd name="connsiteY2" fmla="*/ 25757 h 95994"/>
                      <a:gd name="connsiteX3" fmla="*/ 15688 w 63431"/>
                      <a:gd name="connsiteY3" fmla="*/ 12610 h 95994"/>
                      <a:gd name="connsiteX4" fmla="*/ 29723 w 63431"/>
                      <a:gd name="connsiteY4" fmla="*/ 7831 h 95994"/>
                      <a:gd name="connsiteX5" fmla="*/ 43777 w 63431"/>
                      <a:gd name="connsiteY5" fmla="*/ 12630 h 95994"/>
                      <a:gd name="connsiteX6" fmla="*/ 48930 w 63431"/>
                      <a:gd name="connsiteY6" fmla="*/ 25757 h 95994"/>
                      <a:gd name="connsiteX7" fmla="*/ 43816 w 63431"/>
                      <a:gd name="connsiteY7" fmla="*/ 38884 h 95994"/>
                      <a:gd name="connsiteX8" fmla="*/ 29723 w 63431"/>
                      <a:gd name="connsiteY8" fmla="*/ 43663 h 95994"/>
                      <a:gd name="connsiteX9" fmla="*/ 17215 w 63431"/>
                      <a:gd name="connsiteY9" fmla="*/ 48977 h 95994"/>
                      <a:gd name="connsiteX10" fmla="*/ 4667 w 63431"/>
                      <a:gd name="connsiteY10" fmla="*/ 56473 h 95994"/>
                      <a:gd name="connsiteX11" fmla="*/ 187 w 63431"/>
                      <a:gd name="connsiteY11" fmla="*/ 69937 h 95994"/>
                      <a:gd name="connsiteX12" fmla="*/ 8077 w 63431"/>
                      <a:gd name="connsiteY12" fmla="*/ 87466 h 95994"/>
                      <a:gd name="connsiteX13" fmla="*/ 29723 w 63431"/>
                      <a:gd name="connsiteY13" fmla="*/ 93911 h 95994"/>
                      <a:gd name="connsiteX14" fmla="*/ 51408 w 63431"/>
                      <a:gd name="connsiteY14" fmla="*/ 87466 h 95994"/>
                      <a:gd name="connsiteX15" fmla="*/ 59278 w 63431"/>
                      <a:gd name="connsiteY15" fmla="*/ 69937 h 95994"/>
                      <a:gd name="connsiteX16" fmla="*/ 54778 w 63431"/>
                      <a:gd name="connsiteY16" fmla="*/ 56473 h 95994"/>
                      <a:gd name="connsiteX17" fmla="*/ 42310 w 63431"/>
                      <a:gd name="connsiteY17" fmla="*/ 48977 h 95994"/>
                      <a:gd name="connsiteX18" fmla="*/ 56384 w 63431"/>
                      <a:gd name="connsiteY18" fmla="*/ 40728 h 95994"/>
                      <a:gd name="connsiteX19" fmla="*/ 61438 w 63431"/>
                      <a:gd name="connsiteY19" fmla="*/ 25757 h 95994"/>
                      <a:gd name="connsiteX20" fmla="*/ 53232 w 63431"/>
                      <a:gd name="connsiteY20" fmla="*/ 5095 h 95994"/>
                      <a:gd name="connsiteX21" fmla="*/ 29723 w 63431"/>
                      <a:gd name="connsiteY21" fmla="*/ -2083 h 95994"/>
                      <a:gd name="connsiteX22" fmla="*/ 6213 w 63431"/>
                      <a:gd name="connsiteY22" fmla="*/ 5095 h 95994"/>
                      <a:gd name="connsiteX23" fmla="*/ -1993 w 63431"/>
                      <a:gd name="connsiteY23" fmla="*/ 25757 h 95994"/>
                      <a:gd name="connsiteX24" fmla="*/ 3082 w 63431"/>
                      <a:gd name="connsiteY24" fmla="*/ 40728 h 95994"/>
                      <a:gd name="connsiteX25" fmla="*/ 17215 w 63431"/>
                      <a:gd name="connsiteY25" fmla="*/ 48977 h 95994"/>
                      <a:gd name="connsiteX26" fmla="*/ 12636 w 63431"/>
                      <a:gd name="connsiteY26" fmla="*/ 68747 h 95994"/>
                      <a:gd name="connsiteX27" fmla="*/ 17116 w 63431"/>
                      <a:gd name="connsiteY27" fmla="*/ 57544 h 95994"/>
                      <a:gd name="connsiteX28" fmla="*/ 29723 w 63431"/>
                      <a:gd name="connsiteY28" fmla="*/ 53518 h 95994"/>
                      <a:gd name="connsiteX29" fmla="*/ 42330 w 63431"/>
                      <a:gd name="connsiteY29" fmla="*/ 57544 h 95994"/>
                      <a:gd name="connsiteX30" fmla="*/ 46889 w 63431"/>
                      <a:gd name="connsiteY30" fmla="*/ 68747 h 95994"/>
                      <a:gd name="connsiteX31" fmla="*/ 42330 w 63431"/>
                      <a:gd name="connsiteY31" fmla="*/ 79971 h 95994"/>
                      <a:gd name="connsiteX32" fmla="*/ 29723 w 63431"/>
                      <a:gd name="connsiteY32" fmla="*/ 83996 h 95994"/>
                      <a:gd name="connsiteX33" fmla="*/ 17116 w 63431"/>
                      <a:gd name="connsiteY33" fmla="*/ 79971 h 95994"/>
                      <a:gd name="connsiteX34" fmla="*/ 12636 w 63431"/>
                      <a:gd name="connsiteY34" fmla="*/ 68747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29723" y="43663"/>
                        </a:moveTo>
                        <a:cubicBezTo>
                          <a:pt x="23776" y="43663"/>
                          <a:pt x="19098" y="42070"/>
                          <a:pt x="15688" y="38884"/>
                        </a:cubicBezTo>
                        <a:cubicBezTo>
                          <a:pt x="12292" y="35698"/>
                          <a:pt x="10594" y="31323"/>
                          <a:pt x="10594" y="25757"/>
                        </a:cubicBezTo>
                        <a:cubicBezTo>
                          <a:pt x="10594" y="20178"/>
                          <a:pt x="12292" y="15796"/>
                          <a:pt x="15688" y="12610"/>
                        </a:cubicBezTo>
                        <a:cubicBezTo>
                          <a:pt x="19098" y="9424"/>
                          <a:pt x="23776" y="7831"/>
                          <a:pt x="29723" y="7831"/>
                        </a:cubicBezTo>
                        <a:cubicBezTo>
                          <a:pt x="35669" y="7831"/>
                          <a:pt x="40354" y="9431"/>
                          <a:pt x="43777" y="12630"/>
                        </a:cubicBezTo>
                        <a:cubicBezTo>
                          <a:pt x="47212" y="15842"/>
                          <a:pt x="48930" y="20218"/>
                          <a:pt x="48930" y="25757"/>
                        </a:cubicBezTo>
                        <a:cubicBezTo>
                          <a:pt x="48930" y="31323"/>
                          <a:pt x="47226" y="35698"/>
                          <a:pt x="43816" y="38884"/>
                        </a:cubicBezTo>
                        <a:cubicBezTo>
                          <a:pt x="40420" y="42070"/>
                          <a:pt x="35722" y="43663"/>
                          <a:pt x="29723" y="43663"/>
                        </a:cubicBezTo>
                        <a:close/>
                        <a:moveTo>
                          <a:pt x="17215" y="48977"/>
                        </a:moveTo>
                        <a:cubicBezTo>
                          <a:pt x="11850" y="50299"/>
                          <a:pt x="7667" y="52798"/>
                          <a:pt x="4667" y="56473"/>
                        </a:cubicBezTo>
                        <a:cubicBezTo>
                          <a:pt x="1681" y="60161"/>
                          <a:pt x="187" y="64649"/>
                          <a:pt x="187" y="69937"/>
                        </a:cubicBezTo>
                        <a:cubicBezTo>
                          <a:pt x="187" y="77327"/>
                          <a:pt x="2817" y="83170"/>
                          <a:pt x="8077" y="87466"/>
                        </a:cubicBezTo>
                        <a:cubicBezTo>
                          <a:pt x="13349" y="91763"/>
                          <a:pt x="20565" y="93911"/>
                          <a:pt x="29723" y="93911"/>
                        </a:cubicBezTo>
                        <a:cubicBezTo>
                          <a:pt x="38933" y="93911"/>
                          <a:pt x="46162" y="91763"/>
                          <a:pt x="51408" y="87466"/>
                        </a:cubicBezTo>
                        <a:cubicBezTo>
                          <a:pt x="56654" y="83170"/>
                          <a:pt x="59278" y="77327"/>
                          <a:pt x="59278" y="69937"/>
                        </a:cubicBezTo>
                        <a:cubicBezTo>
                          <a:pt x="59278" y="64649"/>
                          <a:pt x="57778" y="60161"/>
                          <a:pt x="54778" y="56473"/>
                        </a:cubicBezTo>
                        <a:cubicBezTo>
                          <a:pt x="51791" y="52798"/>
                          <a:pt x="47635" y="50299"/>
                          <a:pt x="42310" y="48977"/>
                        </a:cubicBezTo>
                        <a:cubicBezTo>
                          <a:pt x="48336" y="47576"/>
                          <a:pt x="53027" y="44826"/>
                          <a:pt x="56384" y="40728"/>
                        </a:cubicBezTo>
                        <a:cubicBezTo>
                          <a:pt x="59753" y="36643"/>
                          <a:pt x="61438" y="31653"/>
                          <a:pt x="61438" y="25757"/>
                        </a:cubicBezTo>
                        <a:cubicBezTo>
                          <a:pt x="61438" y="16781"/>
                          <a:pt x="58703" y="9894"/>
                          <a:pt x="53232" y="5095"/>
                        </a:cubicBezTo>
                        <a:cubicBezTo>
                          <a:pt x="47761" y="309"/>
                          <a:pt x="39924" y="-2083"/>
                          <a:pt x="29723" y="-2083"/>
                        </a:cubicBezTo>
                        <a:cubicBezTo>
                          <a:pt x="19534" y="-2083"/>
                          <a:pt x="11698" y="309"/>
                          <a:pt x="6213" y="5095"/>
                        </a:cubicBezTo>
                        <a:cubicBezTo>
                          <a:pt x="743" y="9894"/>
                          <a:pt x="-1993" y="16781"/>
                          <a:pt x="-1993" y="25757"/>
                        </a:cubicBezTo>
                        <a:cubicBezTo>
                          <a:pt x="-1993" y="31653"/>
                          <a:pt x="-301" y="36643"/>
                          <a:pt x="3082" y="40728"/>
                        </a:cubicBezTo>
                        <a:cubicBezTo>
                          <a:pt x="6478" y="44826"/>
                          <a:pt x="11189" y="47576"/>
                          <a:pt x="17215" y="48977"/>
                        </a:cubicBezTo>
                        <a:close/>
                        <a:moveTo>
                          <a:pt x="12636" y="68747"/>
                        </a:moveTo>
                        <a:cubicBezTo>
                          <a:pt x="12636" y="63962"/>
                          <a:pt x="14129" y="60227"/>
                          <a:pt x="17116" y="57544"/>
                        </a:cubicBezTo>
                        <a:cubicBezTo>
                          <a:pt x="20115" y="54860"/>
                          <a:pt x="24318" y="53518"/>
                          <a:pt x="29723" y="53518"/>
                        </a:cubicBezTo>
                        <a:cubicBezTo>
                          <a:pt x="35101" y="53518"/>
                          <a:pt x="39303" y="54860"/>
                          <a:pt x="42330" y="57544"/>
                        </a:cubicBezTo>
                        <a:cubicBezTo>
                          <a:pt x="45369" y="60227"/>
                          <a:pt x="46889" y="63962"/>
                          <a:pt x="46889" y="68747"/>
                        </a:cubicBezTo>
                        <a:cubicBezTo>
                          <a:pt x="46889" y="73546"/>
                          <a:pt x="45369" y="77287"/>
                          <a:pt x="42330" y="79971"/>
                        </a:cubicBezTo>
                        <a:cubicBezTo>
                          <a:pt x="39303" y="82654"/>
                          <a:pt x="35101" y="83996"/>
                          <a:pt x="29723" y="83996"/>
                        </a:cubicBezTo>
                        <a:cubicBezTo>
                          <a:pt x="24318" y="83996"/>
                          <a:pt x="20115" y="82654"/>
                          <a:pt x="17116" y="79971"/>
                        </a:cubicBezTo>
                        <a:cubicBezTo>
                          <a:pt x="14129" y="77287"/>
                          <a:pt x="12636" y="73546"/>
                          <a:pt x="12636" y="6874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407372C0-A6FF-AC21-5A15-DA74178230C6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308845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96 h 95994"/>
                      <a:gd name="connsiteX1" fmla="*/ 15437 w 63926"/>
                      <a:gd name="connsiteY1" fmla="*/ 74478 h 95994"/>
                      <a:gd name="connsiteX2" fmla="*/ 10580 w 63926"/>
                      <a:gd name="connsiteY2" fmla="*/ 45884 h 95994"/>
                      <a:gd name="connsiteX3" fmla="*/ 15437 w 63926"/>
                      <a:gd name="connsiteY3" fmla="*/ 17349 h 95994"/>
                      <a:gd name="connsiteX4" fmla="*/ 29966 w 63926"/>
                      <a:gd name="connsiteY4" fmla="*/ 7831 h 95994"/>
                      <a:gd name="connsiteX5" fmla="*/ 44556 w 63926"/>
                      <a:gd name="connsiteY5" fmla="*/ 17349 h 95994"/>
                      <a:gd name="connsiteX6" fmla="*/ 49432 w 63926"/>
                      <a:gd name="connsiteY6" fmla="*/ 45884 h 95994"/>
                      <a:gd name="connsiteX7" fmla="*/ 44556 w 63926"/>
                      <a:gd name="connsiteY7" fmla="*/ 74478 h 95994"/>
                      <a:gd name="connsiteX8" fmla="*/ 29966 w 63926"/>
                      <a:gd name="connsiteY8" fmla="*/ 83996 h 95994"/>
                      <a:gd name="connsiteX9" fmla="*/ 29966 w 63926"/>
                      <a:gd name="connsiteY9" fmla="*/ 93911 h 95994"/>
                      <a:gd name="connsiteX10" fmla="*/ 53733 w 63926"/>
                      <a:gd name="connsiteY10" fmla="*/ 81597 h 95994"/>
                      <a:gd name="connsiteX11" fmla="*/ 61940 w 63926"/>
                      <a:gd name="connsiteY11" fmla="*/ 45884 h 95994"/>
                      <a:gd name="connsiteX12" fmla="*/ 53733 w 63926"/>
                      <a:gd name="connsiteY12" fmla="*/ 10211 h 95994"/>
                      <a:gd name="connsiteX13" fmla="*/ 29966 w 63926"/>
                      <a:gd name="connsiteY13" fmla="*/ -2083 h 95994"/>
                      <a:gd name="connsiteX14" fmla="*/ 6219 w 63926"/>
                      <a:gd name="connsiteY14" fmla="*/ 10211 h 95994"/>
                      <a:gd name="connsiteX15" fmla="*/ -1987 w 63926"/>
                      <a:gd name="connsiteY15" fmla="*/ 45884 h 95994"/>
                      <a:gd name="connsiteX16" fmla="*/ 6219 w 63926"/>
                      <a:gd name="connsiteY16" fmla="*/ 81597 h 95994"/>
                      <a:gd name="connsiteX17" fmla="*/ 29966 w 63926"/>
                      <a:gd name="connsiteY17" fmla="*/ 9391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96"/>
                        </a:moveTo>
                        <a:cubicBezTo>
                          <a:pt x="23531" y="83996"/>
                          <a:pt x="18688" y="80823"/>
                          <a:pt x="15437" y="74478"/>
                        </a:cubicBezTo>
                        <a:cubicBezTo>
                          <a:pt x="12199" y="68146"/>
                          <a:pt x="10580" y="58614"/>
                          <a:pt x="10580" y="45884"/>
                        </a:cubicBezTo>
                        <a:cubicBezTo>
                          <a:pt x="10580" y="33206"/>
                          <a:pt x="12199" y="23695"/>
                          <a:pt x="15437" y="17349"/>
                        </a:cubicBezTo>
                        <a:cubicBezTo>
                          <a:pt x="18688" y="11004"/>
                          <a:pt x="23531" y="7831"/>
                          <a:pt x="29966" y="7831"/>
                        </a:cubicBezTo>
                        <a:cubicBezTo>
                          <a:pt x="36455" y="7831"/>
                          <a:pt x="41318" y="11004"/>
                          <a:pt x="44556" y="17349"/>
                        </a:cubicBezTo>
                        <a:cubicBezTo>
                          <a:pt x="47806" y="23695"/>
                          <a:pt x="49432" y="33206"/>
                          <a:pt x="49432" y="45884"/>
                        </a:cubicBezTo>
                        <a:cubicBezTo>
                          <a:pt x="49432" y="58614"/>
                          <a:pt x="47806" y="68146"/>
                          <a:pt x="44556" y="74478"/>
                        </a:cubicBezTo>
                        <a:cubicBezTo>
                          <a:pt x="41318" y="80823"/>
                          <a:pt x="36455" y="83996"/>
                          <a:pt x="29966" y="83996"/>
                        </a:cubicBezTo>
                        <a:close/>
                        <a:moveTo>
                          <a:pt x="29966" y="93911"/>
                        </a:moveTo>
                        <a:cubicBezTo>
                          <a:pt x="40340" y="93911"/>
                          <a:pt x="48262" y="89806"/>
                          <a:pt x="53733" y="81597"/>
                        </a:cubicBezTo>
                        <a:cubicBezTo>
                          <a:pt x="59204" y="73401"/>
                          <a:pt x="61940" y="61496"/>
                          <a:pt x="61940" y="45884"/>
                        </a:cubicBezTo>
                        <a:cubicBezTo>
                          <a:pt x="61940" y="30311"/>
                          <a:pt x="59204" y="18420"/>
                          <a:pt x="53733" y="10211"/>
                        </a:cubicBezTo>
                        <a:cubicBezTo>
                          <a:pt x="48262" y="2015"/>
                          <a:pt x="40340" y="-2083"/>
                          <a:pt x="29966" y="-2083"/>
                        </a:cubicBezTo>
                        <a:cubicBezTo>
                          <a:pt x="19606" y="-2083"/>
                          <a:pt x="11690" y="2015"/>
                          <a:pt x="6219" y="10211"/>
                        </a:cubicBezTo>
                        <a:cubicBezTo>
                          <a:pt x="748" y="18420"/>
                          <a:pt x="-1987" y="30311"/>
                          <a:pt x="-1987" y="45884"/>
                        </a:cubicBezTo>
                        <a:cubicBezTo>
                          <a:pt x="-1987" y="61496"/>
                          <a:pt x="748" y="73401"/>
                          <a:pt x="6219" y="81597"/>
                        </a:cubicBezTo>
                        <a:cubicBezTo>
                          <a:pt x="11690" y="89806"/>
                          <a:pt x="19606" y="93911"/>
                          <a:pt x="29966" y="9391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5" name="Graphic 2">
                <a:extLst>
                  <a:ext uri="{FF2B5EF4-FFF2-40B4-BE49-F238E27FC236}">
                    <a16:creationId xmlns:a16="http://schemas.microsoft.com/office/drawing/2014/main" id="{6A420EF0-528B-1BDE-E626-56DFAAABC3C3}"/>
                  </a:ext>
                </a:extLst>
              </p:cNvPr>
              <p:cNvGrpSpPr/>
              <p:nvPr/>
            </p:nvGrpSpPr>
            <p:grpSpPr>
              <a:xfrm>
                <a:off x="3577804" y="3855631"/>
                <a:ext cx="324747" cy="95994"/>
                <a:chOff x="3577804" y="3855631"/>
                <a:chExt cx="324747" cy="95994"/>
              </a:xfrm>
              <a:solidFill>
                <a:srgbClr val="000000"/>
              </a:solidFill>
            </p:grpSpPr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79C45160-F788-8E06-E303-08FC4EC5D20C}"/>
                    </a:ext>
                  </a:extLst>
                </p:cNvPr>
                <p:cNvSpPr/>
                <p:nvPr/>
              </p:nvSpPr>
              <p:spPr>
                <a:xfrm>
                  <a:off x="3858149" y="3901605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10 h 12690"/>
                    <a:gd name="connsiteX1" fmla="*/ 58 w 44401"/>
                    <a:gd name="connsiteY1" fmla="*/ 21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10"/>
                      </a:moveTo>
                      <a:lnTo>
                        <a:pt x="58" y="210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7" name="Graphic 2">
                  <a:extLst>
                    <a:ext uri="{FF2B5EF4-FFF2-40B4-BE49-F238E27FC236}">
                      <a16:creationId xmlns:a16="http://schemas.microsoft.com/office/drawing/2014/main" id="{A0FF09BF-0440-58D1-6F41-2CD3C69DCAFD}"/>
                    </a:ext>
                  </a:extLst>
                </p:cNvPr>
                <p:cNvGrpSpPr/>
                <p:nvPr/>
              </p:nvGrpSpPr>
              <p:grpSpPr>
                <a:xfrm>
                  <a:off x="3577804" y="3855631"/>
                  <a:ext cx="227514" cy="95994"/>
                  <a:chOff x="3577804" y="3855631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58" name="Freeform: Shape 57">
                    <a:extLst>
                      <a:ext uri="{FF2B5EF4-FFF2-40B4-BE49-F238E27FC236}">
                        <a16:creationId xmlns:a16="http://schemas.microsoft.com/office/drawing/2014/main" id="{41016254-2413-7B85-DD4A-22BA45366094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3857296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495 h 92524"/>
                      <a:gd name="connsiteX1" fmla="*/ 8171 w 67395"/>
                      <a:gd name="connsiteY1" fmla="*/ 30100 h 92524"/>
                      <a:gd name="connsiteX2" fmla="*/ 39767 w 67395"/>
                      <a:gd name="connsiteY2" fmla="*/ 30100 h 92524"/>
                      <a:gd name="connsiteX3" fmla="*/ 39767 w 67395"/>
                      <a:gd name="connsiteY3" fmla="*/ 79495 h 92524"/>
                      <a:gd name="connsiteX4" fmla="*/ 36477 w 67395"/>
                      <a:gd name="connsiteY4" fmla="*/ 90401 h 92524"/>
                      <a:gd name="connsiteX5" fmla="*/ 52216 w 67395"/>
                      <a:gd name="connsiteY5" fmla="*/ 90401 h 92524"/>
                      <a:gd name="connsiteX6" fmla="*/ 52216 w 67395"/>
                      <a:gd name="connsiteY6" fmla="*/ 30100 h 92524"/>
                      <a:gd name="connsiteX7" fmla="*/ 65417 w 67395"/>
                      <a:gd name="connsiteY7" fmla="*/ 30100 h 92524"/>
                      <a:gd name="connsiteX8" fmla="*/ 65417 w 67395"/>
                      <a:gd name="connsiteY8" fmla="*/ 19690 h 92524"/>
                      <a:gd name="connsiteX9" fmla="*/ 52216 w 67395"/>
                      <a:gd name="connsiteY9" fmla="*/ 19690 h 92524"/>
                      <a:gd name="connsiteX10" fmla="*/ 52216 w 67395"/>
                      <a:gd name="connsiteY10" fmla="*/ -2123 h 92524"/>
                      <a:gd name="connsiteX11" fmla="*/ 39767 w 67395"/>
                      <a:gd name="connsiteY11" fmla="*/ -2123 h 92524"/>
                      <a:gd name="connsiteX12" fmla="*/ 39767 w 67395"/>
                      <a:gd name="connsiteY12" fmla="*/ 19690 h 92524"/>
                      <a:gd name="connsiteX13" fmla="*/ -1978 w 67395"/>
                      <a:gd name="connsiteY13" fmla="*/ 19690 h 92524"/>
                      <a:gd name="connsiteX14" fmla="*/ -1978 w 67395"/>
                      <a:gd name="connsiteY14" fmla="*/ 31766 h 92524"/>
                      <a:gd name="connsiteX15" fmla="*/ 36477 w 67395"/>
                      <a:gd name="connsiteY15" fmla="*/ 90401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495"/>
                        </a:moveTo>
                        <a:lnTo>
                          <a:pt x="8171" y="30100"/>
                        </a:lnTo>
                        <a:lnTo>
                          <a:pt x="39767" y="30100"/>
                        </a:lnTo>
                        <a:lnTo>
                          <a:pt x="39767" y="79495"/>
                        </a:lnTo>
                        <a:close/>
                        <a:moveTo>
                          <a:pt x="36477" y="90401"/>
                        </a:moveTo>
                        <a:lnTo>
                          <a:pt x="52216" y="90401"/>
                        </a:lnTo>
                        <a:lnTo>
                          <a:pt x="52216" y="30100"/>
                        </a:lnTo>
                        <a:lnTo>
                          <a:pt x="65417" y="30100"/>
                        </a:lnTo>
                        <a:lnTo>
                          <a:pt x="65417" y="19690"/>
                        </a:lnTo>
                        <a:lnTo>
                          <a:pt x="52216" y="19690"/>
                        </a:lnTo>
                        <a:lnTo>
                          <a:pt x="52216" y="-2123"/>
                        </a:lnTo>
                        <a:lnTo>
                          <a:pt x="39767" y="-2123"/>
                        </a:lnTo>
                        <a:lnTo>
                          <a:pt x="39767" y="19690"/>
                        </a:lnTo>
                        <a:lnTo>
                          <a:pt x="-1978" y="19690"/>
                        </a:lnTo>
                        <a:lnTo>
                          <a:pt x="-1978" y="31766"/>
                        </a:lnTo>
                        <a:lnTo>
                          <a:pt x="36477" y="904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418708B8-E20F-CE95-CFAC-3F962035D6F4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301" y="3855631"/>
                    <a:ext cx="63807" cy="95994"/>
                  </a:xfrm>
                  <a:custGeom>
                    <a:avLst/>
                    <a:gdLst>
                      <a:gd name="connsiteX0" fmla="*/ 3975 w 63807"/>
                      <a:gd name="connsiteY0" fmla="*/ 1609 h 95994"/>
                      <a:gd name="connsiteX1" fmla="*/ 3975 w 63807"/>
                      <a:gd name="connsiteY1" fmla="*/ 13011 h 95994"/>
                      <a:gd name="connsiteX2" fmla="*/ 13510 w 63807"/>
                      <a:gd name="connsiteY2" fmla="*/ 9600 h 95994"/>
                      <a:gd name="connsiteX3" fmla="*/ 23005 w 63807"/>
                      <a:gd name="connsiteY3" fmla="*/ 8430 h 95994"/>
                      <a:gd name="connsiteX4" fmla="*/ 41915 w 63807"/>
                      <a:gd name="connsiteY4" fmla="*/ 16759 h 95994"/>
                      <a:gd name="connsiteX5" fmla="*/ 49388 w 63807"/>
                      <a:gd name="connsiteY5" fmla="*/ 42081 h 95994"/>
                      <a:gd name="connsiteX6" fmla="*/ 40270 w 63807"/>
                      <a:gd name="connsiteY6" fmla="*/ 33891 h 95994"/>
                      <a:gd name="connsiteX7" fmla="*/ 28079 w 63807"/>
                      <a:gd name="connsiteY7" fmla="*/ 31036 h 95994"/>
                      <a:gd name="connsiteX8" fmla="*/ 6116 w 63807"/>
                      <a:gd name="connsiteY8" fmla="*/ 39424 h 95994"/>
                      <a:gd name="connsiteX9" fmla="*/ -1971 w 63807"/>
                      <a:gd name="connsiteY9" fmla="*/ 62406 h 95994"/>
                      <a:gd name="connsiteX10" fmla="*/ 6453 w 63807"/>
                      <a:gd name="connsiteY10" fmla="*/ 85249 h 95994"/>
                      <a:gd name="connsiteX11" fmla="*/ 28872 w 63807"/>
                      <a:gd name="connsiteY11" fmla="*/ 93875 h 95994"/>
                      <a:gd name="connsiteX12" fmla="*/ 53372 w 63807"/>
                      <a:gd name="connsiteY12" fmla="*/ 81561 h 95994"/>
                      <a:gd name="connsiteX13" fmla="*/ 61836 w 63807"/>
                      <a:gd name="connsiteY13" fmla="*/ 45848 h 95994"/>
                      <a:gd name="connsiteX14" fmla="*/ 51449 w 63807"/>
                      <a:gd name="connsiteY14" fmla="*/ 10929 h 95994"/>
                      <a:gd name="connsiteX15" fmla="*/ 23560 w 63807"/>
                      <a:gd name="connsiteY15" fmla="*/ -2119 h 95994"/>
                      <a:gd name="connsiteX16" fmla="*/ 14005 w 63807"/>
                      <a:gd name="connsiteY16" fmla="*/ -1187 h 95994"/>
                      <a:gd name="connsiteX17" fmla="*/ 3975 w 63807"/>
                      <a:gd name="connsiteY17" fmla="*/ 1609 h 95994"/>
                      <a:gd name="connsiteX18" fmla="*/ 28872 w 63807"/>
                      <a:gd name="connsiteY18" fmla="*/ 40831 h 95994"/>
                      <a:gd name="connsiteX19" fmla="*/ 42212 w 63807"/>
                      <a:gd name="connsiteY19" fmla="*/ 46582 h 95994"/>
                      <a:gd name="connsiteX20" fmla="*/ 47148 w 63807"/>
                      <a:gd name="connsiteY20" fmla="*/ 62406 h 95994"/>
                      <a:gd name="connsiteX21" fmla="*/ 42212 w 63807"/>
                      <a:gd name="connsiteY21" fmla="*/ 78170 h 95994"/>
                      <a:gd name="connsiteX22" fmla="*/ 28872 w 63807"/>
                      <a:gd name="connsiteY22" fmla="*/ 83960 h 95994"/>
                      <a:gd name="connsiteX23" fmla="*/ 15532 w 63807"/>
                      <a:gd name="connsiteY23" fmla="*/ 78170 h 95994"/>
                      <a:gd name="connsiteX24" fmla="*/ 10616 w 63807"/>
                      <a:gd name="connsiteY24" fmla="*/ 62406 h 95994"/>
                      <a:gd name="connsiteX25" fmla="*/ 15532 w 63807"/>
                      <a:gd name="connsiteY25" fmla="*/ 46582 h 95994"/>
                      <a:gd name="connsiteX26" fmla="*/ 28872 w 63807"/>
                      <a:gd name="connsiteY26" fmla="*/ 408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3975" y="1609"/>
                        </a:moveTo>
                        <a:lnTo>
                          <a:pt x="3975" y="13011"/>
                        </a:lnTo>
                        <a:cubicBezTo>
                          <a:pt x="7120" y="11517"/>
                          <a:pt x="10298" y="10380"/>
                          <a:pt x="13510" y="9600"/>
                        </a:cubicBezTo>
                        <a:cubicBezTo>
                          <a:pt x="16734" y="8820"/>
                          <a:pt x="19899" y="8430"/>
                          <a:pt x="23005" y="8430"/>
                        </a:cubicBezTo>
                        <a:cubicBezTo>
                          <a:pt x="31264" y="8430"/>
                          <a:pt x="37567" y="11206"/>
                          <a:pt x="41915" y="16759"/>
                        </a:cubicBezTo>
                        <a:cubicBezTo>
                          <a:pt x="46276" y="22311"/>
                          <a:pt x="48767" y="30751"/>
                          <a:pt x="49388" y="42081"/>
                        </a:cubicBezTo>
                        <a:cubicBezTo>
                          <a:pt x="46996" y="38525"/>
                          <a:pt x="43957" y="35795"/>
                          <a:pt x="40270" y="33891"/>
                        </a:cubicBezTo>
                        <a:cubicBezTo>
                          <a:pt x="36596" y="31987"/>
                          <a:pt x="32532" y="31036"/>
                          <a:pt x="28079" y="31036"/>
                        </a:cubicBezTo>
                        <a:cubicBezTo>
                          <a:pt x="18829" y="31036"/>
                          <a:pt x="11508" y="33832"/>
                          <a:pt x="6116" y="39424"/>
                        </a:cubicBezTo>
                        <a:cubicBezTo>
                          <a:pt x="724" y="45029"/>
                          <a:pt x="-1971" y="52689"/>
                          <a:pt x="-1971" y="62406"/>
                        </a:cubicBezTo>
                        <a:cubicBezTo>
                          <a:pt x="-1971" y="71897"/>
                          <a:pt x="837" y="79512"/>
                          <a:pt x="6453" y="85249"/>
                        </a:cubicBezTo>
                        <a:cubicBezTo>
                          <a:pt x="12069" y="91000"/>
                          <a:pt x="19542" y="93875"/>
                          <a:pt x="28872" y="93875"/>
                        </a:cubicBezTo>
                        <a:cubicBezTo>
                          <a:pt x="39576" y="93875"/>
                          <a:pt x="47743" y="89770"/>
                          <a:pt x="53372" y="81561"/>
                        </a:cubicBezTo>
                        <a:cubicBezTo>
                          <a:pt x="59015" y="73365"/>
                          <a:pt x="61836" y="61461"/>
                          <a:pt x="61836" y="45848"/>
                        </a:cubicBezTo>
                        <a:cubicBezTo>
                          <a:pt x="61836" y="31267"/>
                          <a:pt x="58374" y="19627"/>
                          <a:pt x="51449" y="10929"/>
                        </a:cubicBezTo>
                        <a:cubicBezTo>
                          <a:pt x="44538" y="2230"/>
                          <a:pt x="35241" y="-2119"/>
                          <a:pt x="23560" y="-2119"/>
                        </a:cubicBezTo>
                        <a:cubicBezTo>
                          <a:pt x="20414" y="-2119"/>
                          <a:pt x="17230" y="-1808"/>
                          <a:pt x="14005" y="-1187"/>
                        </a:cubicBezTo>
                        <a:cubicBezTo>
                          <a:pt x="10794" y="-566"/>
                          <a:pt x="7451" y="366"/>
                          <a:pt x="3975" y="1609"/>
                        </a:cubicBezTo>
                        <a:close/>
                        <a:moveTo>
                          <a:pt x="28872" y="40831"/>
                        </a:moveTo>
                        <a:cubicBezTo>
                          <a:pt x="34488" y="40831"/>
                          <a:pt x="38935" y="42748"/>
                          <a:pt x="42212" y="46582"/>
                        </a:cubicBezTo>
                        <a:cubicBezTo>
                          <a:pt x="45503" y="50429"/>
                          <a:pt x="47148" y="55703"/>
                          <a:pt x="47148" y="62406"/>
                        </a:cubicBezTo>
                        <a:cubicBezTo>
                          <a:pt x="47148" y="69055"/>
                          <a:pt x="45503" y="74310"/>
                          <a:pt x="42212" y="78170"/>
                        </a:cubicBezTo>
                        <a:cubicBezTo>
                          <a:pt x="38935" y="82030"/>
                          <a:pt x="34488" y="83960"/>
                          <a:pt x="28872" y="83960"/>
                        </a:cubicBezTo>
                        <a:cubicBezTo>
                          <a:pt x="23256" y="83960"/>
                          <a:pt x="18809" y="82030"/>
                          <a:pt x="15532" y="78170"/>
                        </a:cubicBezTo>
                        <a:cubicBezTo>
                          <a:pt x="12254" y="74310"/>
                          <a:pt x="10616" y="69055"/>
                          <a:pt x="10616" y="62406"/>
                        </a:cubicBezTo>
                        <a:cubicBezTo>
                          <a:pt x="10616" y="55703"/>
                          <a:pt x="12254" y="50429"/>
                          <a:pt x="15532" y="46582"/>
                        </a:cubicBezTo>
                        <a:cubicBezTo>
                          <a:pt x="18809" y="42748"/>
                          <a:pt x="23256" y="40831"/>
                          <a:pt x="28872" y="408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0" name="Freeform: Shape 59">
                    <a:extLst>
                      <a:ext uri="{FF2B5EF4-FFF2-40B4-BE49-F238E27FC236}">
                        <a16:creationId xmlns:a16="http://schemas.microsoft.com/office/drawing/2014/main" id="{9E085A34-909C-88CB-5AF6-ECBCC2A9787A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855631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60 h 95994"/>
                      <a:gd name="connsiteX1" fmla="*/ 15437 w 63926"/>
                      <a:gd name="connsiteY1" fmla="*/ 74442 h 95994"/>
                      <a:gd name="connsiteX2" fmla="*/ 10580 w 63926"/>
                      <a:gd name="connsiteY2" fmla="*/ 45848 h 95994"/>
                      <a:gd name="connsiteX3" fmla="*/ 15437 w 63926"/>
                      <a:gd name="connsiteY3" fmla="*/ 17314 h 95994"/>
                      <a:gd name="connsiteX4" fmla="*/ 29966 w 63926"/>
                      <a:gd name="connsiteY4" fmla="*/ 7796 h 95994"/>
                      <a:gd name="connsiteX5" fmla="*/ 44556 w 63926"/>
                      <a:gd name="connsiteY5" fmla="*/ 17314 h 95994"/>
                      <a:gd name="connsiteX6" fmla="*/ 49432 w 63926"/>
                      <a:gd name="connsiteY6" fmla="*/ 45848 h 95994"/>
                      <a:gd name="connsiteX7" fmla="*/ 44556 w 63926"/>
                      <a:gd name="connsiteY7" fmla="*/ 74442 h 95994"/>
                      <a:gd name="connsiteX8" fmla="*/ 29966 w 63926"/>
                      <a:gd name="connsiteY8" fmla="*/ 83960 h 95994"/>
                      <a:gd name="connsiteX9" fmla="*/ 29966 w 63926"/>
                      <a:gd name="connsiteY9" fmla="*/ 93875 h 95994"/>
                      <a:gd name="connsiteX10" fmla="*/ 53733 w 63926"/>
                      <a:gd name="connsiteY10" fmla="*/ 81561 h 95994"/>
                      <a:gd name="connsiteX11" fmla="*/ 61940 w 63926"/>
                      <a:gd name="connsiteY11" fmla="*/ 45848 h 95994"/>
                      <a:gd name="connsiteX12" fmla="*/ 53733 w 63926"/>
                      <a:gd name="connsiteY12" fmla="*/ 10175 h 95994"/>
                      <a:gd name="connsiteX13" fmla="*/ 29966 w 63926"/>
                      <a:gd name="connsiteY13" fmla="*/ -2119 h 95994"/>
                      <a:gd name="connsiteX14" fmla="*/ 6219 w 63926"/>
                      <a:gd name="connsiteY14" fmla="*/ 10175 h 95994"/>
                      <a:gd name="connsiteX15" fmla="*/ -1987 w 63926"/>
                      <a:gd name="connsiteY15" fmla="*/ 45848 h 95994"/>
                      <a:gd name="connsiteX16" fmla="*/ 6219 w 63926"/>
                      <a:gd name="connsiteY16" fmla="*/ 81561 h 95994"/>
                      <a:gd name="connsiteX17" fmla="*/ 29966 w 63926"/>
                      <a:gd name="connsiteY17" fmla="*/ 9387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60"/>
                        </a:moveTo>
                        <a:cubicBezTo>
                          <a:pt x="23531" y="83960"/>
                          <a:pt x="18688" y="80788"/>
                          <a:pt x="15437" y="74442"/>
                        </a:cubicBezTo>
                        <a:cubicBezTo>
                          <a:pt x="12199" y="68110"/>
                          <a:pt x="10580" y="58579"/>
                          <a:pt x="10580" y="45848"/>
                        </a:cubicBezTo>
                        <a:cubicBezTo>
                          <a:pt x="10580" y="33171"/>
                          <a:pt x="12199" y="23659"/>
                          <a:pt x="15437" y="17314"/>
                        </a:cubicBezTo>
                        <a:cubicBezTo>
                          <a:pt x="18688" y="10968"/>
                          <a:pt x="23531" y="7796"/>
                          <a:pt x="29966" y="7796"/>
                        </a:cubicBezTo>
                        <a:cubicBezTo>
                          <a:pt x="36455" y="7796"/>
                          <a:pt x="41318" y="10968"/>
                          <a:pt x="44556" y="17314"/>
                        </a:cubicBezTo>
                        <a:cubicBezTo>
                          <a:pt x="47806" y="23659"/>
                          <a:pt x="49432" y="33171"/>
                          <a:pt x="49432" y="45848"/>
                        </a:cubicBezTo>
                        <a:cubicBezTo>
                          <a:pt x="49432" y="58579"/>
                          <a:pt x="47806" y="68110"/>
                          <a:pt x="44556" y="74442"/>
                        </a:cubicBezTo>
                        <a:cubicBezTo>
                          <a:pt x="41318" y="80788"/>
                          <a:pt x="36455" y="83960"/>
                          <a:pt x="29966" y="83960"/>
                        </a:cubicBezTo>
                        <a:close/>
                        <a:moveTo>
                          <a:pt x="29966" y="93875"/>
                        </a:moveTo>
                        <a:cubicBezTo>
                          <a:pt x="40340" y="93875"/>
                          <a:pt x="48262" y="89770"/>
                          <a:pt x="53733" y="81561"/>
                        </a:cubicBezTo>
                        <a:cubicBezTo>
                          <a:pt x="59204" y="73365"/>
                          <a:pt x="61940" y="61461"/>
                          <a:pt x="61940" y="45848"/>
                        </a:cubicBezTo>
                        <a:cubicBezTo>
                          <a:pt x="61940" y="30276"/>
                          <a:pt x="59204" y="18385"/>
                          <a:pt x="53733" y="10175"/>
                        </a:cubicBezTo>
                        <a:cubicBezTo>
                          <a:pt x="48262" y="1979"/>
                          <a:pt x="40340" y="-2119"/>
                          <a:pt x="29966" y="-2119"/>
                        </a:cubicBezTo>
                        <a:cubicBezTo>
                          <a:pt x="19606" y="-2119"/>
                          <a:pt x="11690" y="1979"/>
                          <a:pt x="6219" y="10175"/>
                        </a:cubicBezTo>
                        <a:cubicBezTo>
                          <a:pt x="748" y="18385"/>
                          <a:pt x="-1987" y="30276"/>
                          <a:pt x="-1987" y="45848"/>
                        </a:cubicBezTo>
                        <a:cubicBezTo>
                          <a:pt x="-1987" y="61461"/>
                          <a:pt x="748" y="73365"/>
                          <a:pt x="6219" y="81561"/>
                        </a:cubicBezTo>
                        <a:cubicBezTo>
                          <a:pt x="11690" y="89770"/>
                          <a:pt x="19606" y="93875"/>
                          <a:pt x="29966" y="9387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61" name="Graphic 2">
                <a:extLst>
                  <a:ext uri="{FF2B5EF4-FFF2-40B4-BE49-F238E27FC236}">
                    <a16:creationId xmlns:a16="http://schemas.microsoft.com/office/drawing/2014/main" id="{C9FB3656-D5DE-A417-3F0F-5EE09352132E}"/>
                  </a:ext>
                </a:extLst>
              </p:cNvPr>
              <p:cNvGrpSpPr/>
              <p:nvPr/>
            </p:nvGrpSpPr>
            <p:grpSpPr>
              <a:xfrm>
                <a:off x="3581391" y="3402416"/>
                <a:ext cx="321159" cy="95994"/>
                <a:chOff x="3581391" y="3402416"/>
                <a:chExt cx="321159" cy="95994"/>
              </a:xfrm>
              <a:solidFill>
                <a:srgbClr val="000000"/>
              </a:solidFill>
            </p:grpSpPr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66C0BAC0-7A93-91DD-B41A-DAF3DCB21994}"/>
                    </a:ext>
                  </a:extLst>
                </p:cNvPr>
                <p:cNvSpPr/>
                <p:nvPr/>
              </p:nvSpPr>
              <p:spPr>
                <a:xfrm>
                  <a:off x="3858149" y="344839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75 h 12690"/>
                    <a:gd name="connsiteX1" fmla="*/ 58 w 44401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63" name="Graphic 2">
                  <a:extLst>
                    <a:ext uri="{FF2B5EF4-FFF2-40B4-BE49-F238E27FC236}">
                      <a16:creationId xmlns:a16="http://schemas.microsoft.com/office/drawing/2014/main" id="{60725A07-87D5-A3FB-7FB1-242D08E21F3B}"/>
                    </a:ext>
                  </a:extLst>
                </p:cNvPr>
                <p:cNvGrpSpPr/>
                <p:nvPr/>
              </p:nvGrpSpPr>
              <p:grpSpPr>
                <a:xfrm>
                  <a:off x="3581391" y="3402416"/>
                  <a:ext cx="223926" cy="95994"/>
                  <a:chOff x="3581391" y="3402416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64" name="Freeform: Shape 63">
                    <a:extLst>
                      <a:ext uri="{FF2B5EF4-FFF2-40B4-BE49-F238E27FC236}">
                        <a16:creationId xmlns:a16="http://schemas.microsoft.com/office/drawing/2014/main" id="{0669547B-6FF0-FA3B-6AD5-445A060A9C18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340408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16 h 94328"/>
                      <a:gd name="connsiteX1" fmla="*/ 51056 w 59843"/>
                      <a:gd name="connsiteY1" fmla="*/ 92216 h 94328"/>
                      <a:gd name="connsiteX2" fmla="*/ 51056 w 59843"/>
                      <a:gd name="connsiteY2" fmla="*/ 81667 h 94328"/>
                      <a:gd name="connsiteX3" fmla="*/ 13393 w 59843"/>
                      <a:gd name="connsiteY3" fmla="*/ 81667 h 94328"/>
                      <a:gd name="connsiteX4" fmla="*/ 13393 w 59843"/>
                      <a:gd name="connsiteY4" fmla="*/ 59002 h 94328"/>
                      <a:gd name="connsiteX5" fmla="*/ 18825 w 59843"/>
                      <a:gd name="connsiteY5" fmla="*/ 60390 h 94328"/>
                      <a:gd name="connsiteX6" fmla="*/ 24296 w 59843"/>
                      <a:gd name="connsiteY6" fmla="*/ 60846 h 94328"/>
                      <a:gd name="connsiteX7" fmla="*/ 48816 w 59843"/>
                      <a:gd name="connsiteY7" fmla="*/ 52359 h 94328"/>
                      <a:gd name="connsiteX8" fmla="*/ 57874 w 59843"/>
                      <a:gd name="connsiteY8" fmla="*/ 29376 h 94328"/>
                      <a:gd name="connsiteX9" fmla="*/ 48578 w 59843"/>
                      <a:gd name="connsiteY9" fmla="*/ 6156 h 94328"/>
                      <a:gd name="connsiteX10" fmla="*/ 22373 w 59843"/>
                      <a:gd name="connsiteY10" fmla="*/ -2113 h 94328"/>
                      <a:gd name="connsiteX11" fmla="*/ 10499 w 59843"/>
                      <a:gd name="connsiteY11" fmla="*/ -1121 h 94328"/>
                      <a:gd name="connsiteX12" fmla="*/ -1969 w 59843"/>
                      <a:gd name="connsiteY12" fmla="*/ 1853 h 94328"/>
                      <a:gd name="connsiteX13" fmla="*/ -1969 w 59843"/>
                      <a:gd name="connsiteY13" fmla="*/ 14445 h 94328"/>
                      <a:gd name="connsiteX14" fmla="*/ 9548 w 59843"/>
                      <a:gd name="connsiteY14" fmla="*/ 9924 h 94328"/>
                      <a:gd name="connsiteX15" fmla="*/ 22115 w 59843"/>
                      <a:gd name="connsiteY15" fmla="*/ 8437 h 94328"/>
                      <a:gd name="connsiteX16" fmla="*/ 39083 w 59843"/>
                      <a:gd name="connsiteY16" fmla="*/ 14068 h 94328"/>
                      <a:gd name="connsiteX17" fmla="*/ 45347 w 59843"/>
                      <a:gd name="connsiteY17" fmla="*/ 29376 h 94328"/>
                      <a:gd name="connsiteX18" fmla="*/ 39083 w 59843"/>
                      <a:gd name="connsiteY18" fmla="*/ 44665 h 94328"/>
                      <a:gd name="connsiteX19" fmla="*/ 22115 w 59843"/>
                      <a:gd name="connsiteY19" fmla="*/ 50316 h 94328"/>
                      <a:gd name="connsiteX20" fmla="*/ 12105 w 59843"/>
                      <a:gd name="connsiteY20" fmla="*/ 49206 h 94328"/>
                      <a:gd name="connsiteX21" fmla="*/ 1936 w 59843"/>
                      <a:gd name="connsiteY21" fmla="*/ 45736 h 94328"/>
                      <a:gd name="connsiteX22" fmla="*/ 1936 w 59843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16"/>
                        </a:moveTo>
                        <a:lnTo>
                          <a:pt x="51056" y="92216"/>
                        </a:lnTo>
                        <a:lnTo>
                          <a:pt x="51056" y="81667"/>
                        </a:lnTo>
                        <a:lnTo>
                          <a:pt x="13393" y="81667"/>
                        </a:lnTo>
                        <a:lnTo>
                          <a:pt x="13393" y="59002"/>
                        </a:lnTo>
                        <a:cubicBezTo>
                          <a:pt x="15204" y="59623"/>
                          <a:pt x="17014" y="60086"/>
                          <a:pt x="18825" y="60390"/>
                        </a:cubicBezTo>
                        <a:cubicBezTo>
                          <a:pt x="20648" y="60694"/>
                          <a:pt x="22472" y="60846"/>
                          <a:pt x="24296" y="60846"/>
                        </a:cubicBezTo>
                        <a:cubicBezTo>
                          <a:pt x="34616" y="60846"/>
                          <a:pt x="42790" y="58017"/>
                          <a:pt x="48816" y="52359"/>
                        </a:cubicBezTo>
                        <a:cubicBezTo>
                          <a:pt x="54855" y="46701"/>
                          <a:pt x="57874" y="39040"/>
                          <a:pt x="57874" y="29376"/>
                        </a:cubicBezTo>
                        <a:cubicBezTo>
                          <a:pt x="57874" y="19422"/>
                          <a:pt x="54776" y="11682"/>
                          <a:pt x="48578" y="6156"/>
                        </a:cubicBezTo>
                        <a:cubicBezTo>
                          <a:pt x="42380" y="644"/>
                          <a:pt x="33645" y="-2113"/>
                          <a:pt x="22373" y="-2113"/>
                        </a:cubicBezTo>
                        <a:cubicBezTo>
                          <a:pt x="18488" y="-2113"/>
                          <a:pt x="14530" y="-1782"/>
                          <a:pt x="10499" y="-1121"/>
                        </a:cubicBezTo>
                        <a:cubicBezTo>
                          <a:pt x="6482" y="-460"/>
                          <a:pt x="2326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5" y="12422"/>
                          <a:pt x="5583" y="10915"/>
                          <a:pt x="9548" y="9924"/>
                        </a:cubicBezTo>
                        <a:cubicBezTo>
                          <a:pt x="13512" y="8932"/>
                          <a:pt x="17701" y="8437"/>
                          <a:pt x="22115" y="8437"/>
                        </a:cubicBezTo>
                        <a:cubicBezTo>
                          <a:pt x="29264" y="8437"/>
                          <a:pt x="34920" y="10314"/>
                          <a:pt x="39083" y="14068"/>
                        </a:cubicBezTo>
                        <a:cubicBezTo>
                          <a:pt x="43259" y="17822"/>
                          <a:pt x="45347" y="22925"/>
                          <a:pt x="45347" y="29376"/>
                        </a:cubicBezTo>
                        <a:cubicBezTo>
                          <a:pt x="45347" y="35814"/>
                          <a:pt x="43259" y="40910"/>
                          <a:pt x="39083" y="44665"/>
                        </a:cubicBezTo>
                        <a:cubicBezTo>
                          <a:pt x="34920" y="48432"/>
                          <a:pt x="29264" y="50316"/>
                          <a:pt x="22115" y="50316"/>
                        </a:cubicBezTo>
                        <a:cubicBezTo>
                          <a:pt x="18772" y="50316"/>
                          <a:pt x="15435" y="49946"/>
                          <a:pt x="12105" y="49206"/>
                        </a:cubicBezTo>
                        <a:cubicBezTo>
                          <a:pt x="8788" y="48465"/>
                          <a:pt x="5398" y="47309"/>
                          <a:pt x="1936" y="45736"/>
                        </a:cubicBezTo>
                        <a:lnTo>
                          <a:pt x="1936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5" name="Freeform: Shape 64">
                    <a:extLst>
                      <a:ext uri="{FF2B5EF4-FFF2-40B4-BE49-F238E27FC236}">
                        <a16:creationId xmlns:a16="http://schemas.microsoft.com/office/drawing/2014/main" id="{7E16B891-8BD1-2835-C77A-4C6C325A9A08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678" y="3402416"/>
                    <a:ext cx="63926" cy="95994"/>
                  </a:xfrm>
                  <a:custGeom>
                    <a:avLst/>
                    <a:gdLst>
                      <a:gd name="connsiteX0" fmla="*/ 29960 w 63926"/>
                      <a:gd name="connsiteY0" fmla="*/ 83925 h 95994"/>
                      <a:gd name="connsiteX1" fmla="*/ 15430 w 63926"/>
                      <a:gd name="connsiteY1" fmla="*/ 74407 h 95994"/>
                      <a:gd name="connsiteX2" fmla="*/ 10574 w 63926"/>
                      <a:gd name="connsiteY2" fmla="*/ 45813 h 95994"/>
                      <a:gd name="connsiteX3" fmla="*/ 15430 w 63926"/>
                      <a:gd name="connsiteY3" fmla="*/ 17278 h 95994"/>
                      <a:gd name="connsiteX4" fmla="*/ 29960 w 63926"/>
                      <a:gd name="connsiteY4" fmla="*/ 7760 h 95994"/>
                      <a:gd name="connsiteX5" fmla="*/ 44549 w 63926"/>
                      <a:gd name="connsiteY5" fmla="*/ 17278 h 95994"/>
                      <a:gd name="connsiteX6" fmla="*/ 49425 w 63926"/>
                      <a:gd name="connsiteY6" fmla="*/ 45813 h 95994"/>
                      <a:gd name="connsiteX7" fmla="*/ 44549 w 63926"/>
                      <a:gd name="connsiteY7" fmla="*/ 74407 h 95994"/>
                      <a:gd name="connsiteX8" fmla="*/ 29960 w 63926"/>
                      <a:gd name="connsiteY8" fmla="*/ 83925 h 95994"/>
                      <a:gd name="connsiteX9" fmla="*/ 29960 w 63926"/>
                      <a:gd name="connsiteY9" fmla="*/ 93839 h 95994"/>
                      <a:gd name="connsiteX10" fmla="*/ 53727 w 63926"/>
                      <a:gd name="connsiteY10" fmla="*/ 81525 h 95994"/>
                      <a:gd name="connsiteX11" fmla="*/ 61933 w 63926"/>
                      <a:gd name="connsiteY11" fmla="*/ 45813 h 95994"/>
                      <a:gd name="connsiteX12" fmla="*/ 53727 w 63926"/>
                      <a:gd name="connsiteY12" fmla="*/ 10139 h 95994"/>
                      <a:gd name="connsiteX13" fmla="*/ 29960 w 63926"/>
                      <a:gd name="connsiteY13" fmla="*/ -2155 h 95994"/>
                      <a:gd name="connsiteX14" fmla="*/ 6213 w 63926"/>
                      <a:gd name="connsiteY14" fmla="*/ 10139 h 95994"/>
                      <a:gd name="connsiteX15" fmla="*/ -1993 w 63926"/>
                      <a:gd name="connsiteY15" fmla="*/ 45813 h 95994"/>
                      <a:gd name="connsiteX16" fmla="*/ 6213 w 63926"/>
                      <a:gd name="connsiteY16" fmla="*/ 81525 h 95994"/>
                      <a:gd name="connsiteX17" fmla="*/ 29960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0" y="83925"/>
                        </a:moveTo>
                        <a:cubicBezTo>
                          <a:pt x="23524" y="83925"/>
                          <a:pt x="18681" y="80752"/>
                          <a:pt x="15430" y="74407"/>
                        </a:cubicBezTo>
                        <a:cubicBezTo>
                          <a:pt x="12193" y="68074"/>
                          <a:pt x="10574" y="58543"/>
                          <a:pt x="10574" y="45813"/>
                        </a:cubicBezTo>
                        <a:cubicBezTo>
                          <a:pt x="10574" y="33135"/>
                          <a:pt x="12193" y="23623"/>
                          <a:pt x="15430" y="17278"/>
                        </a:cubicBezTo>
                        <a:cubicBezTo>
                          <a:pt x="18681" y="10933"/>
                          <a:pt x="23524" y="7760"/>
                          <a:pt x="29960" y="7760"/>
                        </a:cubicBezTo>
                        <a:cubicBezTo>
                          <a:pt x="36448" y="7760"/>
                          <a:pt x="41312" y="10933"/>
                          <a:pt x="44549" y="17278"/>
                        </a:cubicBezTo>
                        <a:cubicBezTo>
                          <a:pt x="47800" y="23623"/>
                          <a:pt x="49425" y="33135"/>
                          <a:pt x="49425" y="45813"/>
                        </a:cubicBezTo>
                        <a:cubicBezTo>
                          <a:pt x="49425" y="58543"/>
                          <a:pt x="47800" y="68074"/>
                          <a:pt x="44549" y="74407"/>
                        </a:cubicBezTo>
                        <a:cubicBezTo>
                          <a:pt x="41312" y="80752"/>
                          <a:pt x="36448" y="83925"/>
                          <a:pt x="29960" y="83925"/>
                        </a:cubicBezTo>
                        <a:close/>
                        <a:moveTo>
                          <a:pt x="29960" y="93839"/>
                        </a:moveTo>
                        <a:cubicBezTo>
                          <a:pt x="40334" y="93839"/>
                          <a:pt x="48256" y="89735"/>
                          <a:pt x="53727" y="81525"/>
                        </a:cubicBezTo>
                        <a:cubicBezTo>
                          <a:pt x="59198" y="73329"/>
                          <a:pt x="61933" y="61425"/>
                          <a:pt x="61933" y="45813"/>
                        </a:cubicBezTo>
                        <a:cubicBezTo>
                          <a:pt x="61933" y="30240"/>
                          <a:pt x="59198" y="18349"/>
                          <a:pt x="53727" y="10139"/>
                        </a:cubicBezTo>
                        <a:cubicBezTo>
                          <a:pt x="48256" y="1943"/>
                          <a:pt x="40334" y="-2155"/>
                          <a:pt x="29960" y="-2155"/>
                        </a:cubicBezTo>
                        <a:cubicBezTo>
                          <a:pt x="19600" y="-2155"/>
                          <a:pt x="11684" y="1943"/>
                          <a:pt x="6213" y="10139"/>
                        </a:cubicBezTo>
                        <a:cubicBezTo>
                          <a:pt x="742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2" y="73329"/>
                          <a:pt x="6213" y="81525"/>
                        </a:cubicBezTo>
                        <a:cubicBezTo>
                          <a:pt x="11684" y="89735"/>
                          <a:pt x="19600" y="93839"/>
                          <a:pt x="29960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6" name="Freeform: Shape 65">
                    <a:extLst>
                      <a:ext uri="{FF2B5EF4-FFF2-40B4-BE49-F238E27FC236}">
                        <a16:creationId xmlns:a16="http://schemas.microsoft.com/office/drawing/2014/main" id="{1F83E1A1-57B9-0FEF-692B-01CB0FC75CC8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402416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25 h 95994"/>
                      <a:gd name="connsiteX1" fmla="*/ 15437 w 63926"/>
                      <a:gd name="connsiteY1" fmla="*/ 74407 h 95994"/>
                      <a:gd name="connsiteX2" fmla="*/ 10580 w 63926"/>
                      <a:gd name="connsiteY2" fmla="*/ 45813 h 95994"/>
                      <a:gd name="connsiteX3" fmla="*/ 15437 w 63926"/>
                      <a:gd name="connsiteY3" fmla="*/ 17278 h 95994"/>
                      <a:gd name="connsiteX4" fmla="*/ 29966 w 63926"/>
                      <a:gd name="connsiteY4" fmla="*/ 7760 h 95994"/>
                      <a:gd name="connsiteX5" fmla="*/ 44556 w 63926"/>
                      <a:gd name="connsiteY5" fmla="*/ 17278 h 95994"/>
                      <a:gd name="connsiteX6" fmla="*/ 49432 w 63926"/>
                      <a:gd name="connsiteY6" fmla="*/ 45813 h 95994"/>
                      <a:gd name="connsiteX7" fmla="*/ 44556 w 63926"/>
                      <a:gd name="connsiteY7" fmla="*/ 74407 h 95994"/>
                      <a:gd name="connsiteX8" fmla="*/ 29966 w 63926"/>
                      <a:gd name="connsiteY8" fmla="*/ 83925 h 95994"/>
                      <a:gd name="connsiteX9" fmla="*/ 29966 w 63926"/>
                      <a:gd name="connsiteY9" fmla="*/ 93839 h 95994"/>
                      <a:gd name="connsiteX10" fmla="*/ 53733 w 63926"/>
                      <a:gd name="connsiteY10" fmla="*/ 81525 h 95994"/>
                      <a:gd name="connsiteX11" fmla="*/ 61940 w 63926"/>
                      <a:gd name="connsiteY11" fmla="*/ 45813 h 95994"/>
                      <a:gd name="connsiteX12" fmla="*/ 53733 w 63926"/>
                      <a:gd name="connsiteY12" fmla="*/ 10139 h 95994"/>
                      <a:gd name="connsiteX13" fmla="*/ 29966 w 63926"/>
                      <a:gd name="connsiteY13" fmla="*/ -2155 h 95994"/>
                      <a:gd name="connsiteX14" fmla="*/ 6219 w 63926"/>
                      <a:gd name="connsiteY14" fmla="*/ 10139 h 95994"/>
                      <a:gd name="connsiteX15" fmla="*/ -1987 w 63926"/>
                      <a:gd name="connsiteY15" fmla="*/ 45813 h 95994"/>
                      <a:gd name="connsiteX16" fmla="*/ 6219 w 63926"/>
                      <a:gd name="connsiteY16" fmla="*/ 81525 h 95994"/>
                      <a:gd name="connsiteX17" fmla="*/ 29966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25"/>
                        </a:moveTo>
                        <a:cubicBezTo>
                          <a:pt x="23531" y="83925"/>
                          <a:pt x="18688" y="80752"/>
                          <a:pt x="15437" y="74407"/>
                        </a:cubicBezTo>
                        <a:cubicBezTo>
                          <a:pt x="12199" y="68074"/>
                          <a:pt x="10580" y="58543"/>
                          <a:pt x="10580" y="45813"/>
                        </a:cubicBezTo>
                        <a:cubicBezTo>
                          <a:pt x="10580" y="33135"/>
                          <a:pt x="12199" y="23623"/>
                          <a:pt x="15437" y="17278"/>
                        </a:cubicBezTo>
                        <a:cubicBezTo>
                          <a:pt x="18688" y="10933"/>
                          <a:pt x="23531" y="7760"/>
                          <a:pt x="29966" y="7760"/>
                        </a:cubicBezTo>
                        <a:cubicBezTo>
                          <a:pt x="36455" y="7760"/>
                          <a:pt x="41318" y="10933"/>
                          <a:pt x="44556" y="17278"/>
                        </a:cubicBezTo>
                        <a:cubicBezTo>
                          <a:pt x="47806" y="23623"/>
                          <a:pt x="49432" y="33135"/>
                          <a:pt x="49432" y="45813"/>
                        </a:cubicBezTo>
                        <a:cubicBezTo>
                          <a:pt x="49432" y="58543"/>
                          <a:pt x="47806" y="68074"/>
                          <a:pt x="44556" y="74407"/>
                        </a:cubicBezTo>
                        <a:cubicBezTo>
                          <a:pt x="41318" y="80752"/>
                          <a:pt x="36455" y="83925"/>
                          <a:pt x="29966" y="83925"/>
                        </a:cubicBezTo>
                        <a:close/>
                        <a:moveTo>
                          <a:pt x="29966" y="93839"/>
                        </a:moveTo>
                        <a:cubicBezTo>
                          <a:pt x="40340" y="93839"/>
                          <a:pt x="48262" y="89735"/>
                          <a:pt x="53733" y="81525"/>
                        </a:cubicBezTo>
                        <a:cubicBezTo>
                          <a:pt x="59204" y="73329"/>
                          <a:pt x="61940" y="61425"/>
                          <a:pt x="61940" y="45813"/>
                        </a:cubicBezTo>
                        <a:cubicBezTo>
                          <a:pt x="61940" y="30240"/>
                          <a:pt x="59204" y="18349"/>
                          <a:pt x="53733" y="10139"/>
                        </a:cubicBezTo>
                        <a:cubicBezTo>
                          <a:pt x="48262" y="1943"/>
                          <a:pt x="40340" y="-2155"/>
                          <a:pt x="29966" y="-2155"/>
                        </a:cubicBezTo>
                        <a:cubicBezTo>
                          <a:pt x="19606" y="-2155"/>
                          <a:pt x="11690" y="1943"/>
                          <a:pt x="6219" y="10139"/>
                        </a:cubicBezTo>
                        <a:cubicBezTo>
                          <a:pt x="748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48" y="73329"/>
                          <a:pt x="6219" y="81525"/>
                        </a:cubicBezTo>
                        <a:cubicBezTo>
                          <a:pt x="11690" y="89735"/>
                          <a:pt x="19606" y="93839"/>
                          <a:pt x="29966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67" name="Graphic 2">
                <a:extLst>
                  <a:ext uri="{FF2B5EF4-FFF2-40B4-BE49-F238E27FC236}">
                    <a16:creationId xmlns:a16="http://schemas.microsoft.com/office/drawing/2014/main" id="{A3E00C81-AC95-B7E5-9B74-A7C4C0557052}"/>
                  </a:ext>
                </a:extLst>
              </p:cNvPr>
              <p:cNvGrpSpPr/>
              <p:nvPr/>
            </p:nvGrpSpPr>
            <p:grpSpPr>
              <a:xfrm>
                <a:off x="3581391" y="2949201"/>
                <a:ext cx="321159" cy="95994"/>
                <a:chOff x="3581391" y="2949201"/>
                <a:chExt cx="321159" cy="95994"/>
              </a:xfrm>
              <a:solidFill>
                <a:srgbClr val="000000"/>
              </a:solidFill>
            </p:grpSpPr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A9215DAF-62BD-CE3F-5720-1282AB06B061}"/>
                    </a:ext>
                  </a:extLst>
                </p:cNvPr>
                <p:cNvSpPr/>
                <p:nvPr/>
              </p:nvSpPr>
              <p:spPr>
                <a:xfrm>
                  <a:off x="3858149" y="2995176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39 h 12690"/>
                    <a:gd name="connsiteX1" fmla="*/ 58 w 44401"/>
                    <a:gd name="connsiteY1" fmla="*/ 13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39"/>
                      </a:moveTo>
                      <a:lnTo>
                        <a:pt x="58" y="139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69" name="Graphic 2">
                  <a:extLst>
                    <a:ext uri="{FF2B5EF4-FFF2-40B4-BE49-F238E27FC236}">
                      <a16:creationId xmlns:a16="http://schemas.microsoft.com/office/drawing/2014/main" id="{D8A4B016-3D18-4AB2-660B-54A7114BDC87}"/>
                    </a:ext>
                  </a:extLst>
                </p:cNvPr>
                <p:cNvGrpSpPr/>
                <p:nvPr/>
              </p:nvGrpSpPr>
              <p:grpSpPr>
                <a:xfrm>
                  <a:off x="3581391" y="2949201"/>
                  <a:ext cx="223926" cy="95994"/>
                  <a:chOff x="3581391" y="2949201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70" name="Freeform: Shape 69">
                    <a:extLst>
                      <a:ext uri="{FF2B5EF4-FFF2-40B4-BE49-F238E27FC236}">
                        <a16:creationId xmlns:a16="http://schemas.microsoft.com/office/drawing/2014/main" id="{90FE6110-F651-C6EC-5262-C821B389CA40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950867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80 h 94328"/>
                      <a:gd name="connsiteX1" fmla="*/ 51056 w 59843"/>
                      <a:gd name="connsiteY1" fmla="*/ 92180 h 94328"/>
                      <a:gd name="connsiteX2" fmla="*/ 51056 w 59843"/>
                      <a:gd name="connsiteY2" fmla="*/ 81631 h 94328"/>
                      <a:gd name="connsiteX3" fmla="*/ 13393 w 59843"/>
                      <a:gd name="connsiteY3" fmla="*/ 81631 h 94328"/>
                      <a:gd name="connsiteX4" fmla="*/ 13393 w 59843"/>
                      <a:gd name="connsiteY4" fmla="*/ 58966 h 94328"/>
                      <a:gd name="connsiteX5" fmla="*/ 18825 w 59843"/>
                      <a:gd name="connsiteY5" fmla="*/ 60354 h 94328"/>
                      <a:gd name="connsiteX6" fmla="*/ 24296 w 59843"/>
                      <a:gd name="connsiteY6" fmla="*/ 60810 h 94328"/>
                      <a:gd name="connsiteX7" fmla="*/ 48816 w 59843"/>
                      <a:gd name="connsiteY7" fmla="*/ 52323 h 94328"/>
                      <a:gd name="connsiteX8" fmla="*/ 57874 w 59843"/>
                      <a:gd name="connsiteY8" fmla="*/ 29341 h 94328"/>
                      <a:gd name="connsiteX9" fmla="*/ 48578 w 59843"/>
                      <a:gd name="connsiteY9" fmla="*/ 6120 h 94328"/>
                      <a:gd name="connsiteX10" fmla="*/ 22373 w 59843"/>
                      <a:gd name="connsiteY10" fmla="*/ -2148 h 94328"/>
                      <a:gd name="connsiteX11" fmla="*/ 10499 w 59843"/>
                      <a:gd name="connsiteY11" fmla="*/ -1157 h 94328"/>
                      <a:gd name="connsiteX12" fmla="*/ -1969 w 59843"/>
                      <a:gd name="connsiteY12" fmla="*/ 1817 h 94328"/>
                      <a:gd name="connsiteX13" fmla="*/ -1969 w 59843"/>
                      <a:gd name="connsiteY13" fmla="*/ 14409 h 94328"/>
                      <a:gd name="connsiteX14" fmla="*/ 9548 w 59843"/>
                      <a:gd name="connsiteY14" fmla="*/ 9888 h 94328"/>
                      <a:gd name="connsiteX15" fmla="*/ 22115 w 59843"/>
                      <a:gd name="connsiteY15" fmla="*/ 8401 h 94328"/>
                      <a:gd name="connsiteX16" fmla="*/ 39083 w 59843"/>
                      <a:gd name="connsiteY16" fmla="*/ 14032 h 94328"/>
                      <a:gd name="connsiteX17" fmla="*/ 45347 w 59843"/>
                      <a:gd name="connsiteY17" fmla="*/ 29341 h 94328"/>
                      <a:gd name="connsiteX18" fmla="*/ 39083 w 59843"/>
                      <a:gd name="connsiteY18" fmla="*/ 44629 h 94328"/>
                      <a:gd name="connsiteX19" fmla="*/ 22115 w 59843"/>
                      <a:gd name="connsiteY19" fmla="*/ 50281 h 94328"/>
                      <a:gd name="connsiteX20" fmla="*/ 12105 w 59843"/>
                      <a:gd name="connsiteY20" fmla="*/ 49170 h 94328"/>
                      <a:gd name="connsiteX21" fmla="*/ 1936 w 59843"/>
                      <a:gd name="connsiteY21" fmla="*/ 45700 h 94328"/>
                      <a:gd name="connsiteX22" fmla="*/ 1936 w 59843"/>
                      <a:gd name="connsiteY22" fmla="*/ 9218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80"/>
                        </a:moveTo>
                        <a:lnTo>
                          <a:pt x="51056" y="92180"/>
                        </a:lnTo>
                        <a:lnTo>
                          <a:pt x="51056" y="81631"/>
                        </a:lnTo>
                        <a:lnTo>
                          <a:pt x="13393" y="81631"/>
                        </a:lnTo>
                        <a:lnTo>
                          <a:pt x="13393" y="58966"/>
                        </a:lnTo>
                        <a:cubicBezTo>
                          <a:pt x="15204" y="59587"/>
                          <a:pt x="17014" y="60050"/>
                          <a:pt x="18825" y="60354"/>
                        </a:cubicBezTo>
                        <a:cubicBezTo>
                          <a:pt x="20648" y="60658"/>
                          <a:pt x="22472" y="60810"/>
                          <a:pt x="24296" y="60810"/>
                        </a:cubicBezTo>
                        <a:cubicBezTo>
                          <a:pt x="34616" y="60810"/>
                          <a:pt x="42790" y="57981"/>
                          <a:pt x="48816" y="52323"/>
                        </a:cubicBezTo>
                        <a:cubicBezTo>
                          <a:pt x="54855" y="46665"/>
                          <a:pt x="57874" y="39004"/>
                          <a:pt x="57874" y="29341"/>
                        </a:cubicBezTo>
                        <a:cubicBezTo>
                          <a:pt x="57874" y="19386"/>
                          <a:pt x="54776" y="11646"/>
                          <a:pt x="48578" y="6120"/>
                        </a:cubicBezTo>
                        <a:cubicBezTo>
                          <a:pt x="42380" y="608"/>
                          <a:pt x="33645" y="-2148"/>
                          <a:pt x="22373" y="-2148"/>
                        </a:cubicBezTo>
                        <a:cubicBezTo>
                          <a:pt x="18488" y="-2148"/>
                          <a:pt x="14530" y="-1818"/>
                          <a:pt x="10499" y="-1157"/>
                        </a:cubicBezTo>
                        <a:cubicBezTo>
                          <a:pt x="6482" y="-496"/>
                          <a:pt x="2326" y="495"/>
                          <a:pt x="-1969" y="1817"/>
                        </a:cubicBezTo>
                        <a:lnTo>
                          <a:pt x="-1969" y="14409"/>
                        </a:lnTo>
                        <a:cubicBezTo>
                          <a:pt x="1745" y="12387"/>
                          <a:pt x="5583" y="10879"/>
                          <a:pt x="9548" y="9888"/>
                        </a:cubicBezTo>
                        <a:cubicBezTo>
                          <a:pt x="13512" y="8897"/>
                          <a:pt x="17701" y="8401"/>
                          <a:pt x="22115" y="8401"/>
                        </a:cubicBezTo>
                        <a:cubicBezTo>
                          <a:pt x="29264" y="8401"/>
                          <a:pt x="34920" y="10278"/>
                          <a:pt x="39083" y="14032"/>
                        </a:cubicBezTo>
                        <a:cubicBezTo>
                          <a:pt x="43259" y="17787"/>
                          <a:pt x="45347" y="22889"/>
                          <a:pt x="45347" y="29341"/>
                        </a:cubicBezTo>
                        <a:cubicBezTo>
                          <a:pt x="45347" y="35779"/>
                          <a:pt x="43259" y="40875"/>
                          <a:pt x="39083" y="44629"/>
                        </a:cubicBezTo>
                        <a:cubicBezTo>
                          <a:pt x="34920" y="48397"/>
                          <a:pt x="29264" y="50281"/>
                          <a:pt x="22115" y="50281"/>
                        </a:cubicBezTo>
                        <a:cubicBezTo>
                          <a:pt x="18772" y="50281"/>
                          <a:pt x="15435" y="49910"/>
                          <a:pt x="12105" y="49170"/>
                        </a:cubicBezTo>
                        <a:cubicBezTo>
                          <a:pt x="8788" y="48430"/>
                          <a:pt x="5398" y="47273"/>
                          <a:pt x="1936" y="45700"/>
                        </a:cubicBezTo>
                        <a:lnTo>
                          <a:pt x="1936" y="9218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1" name="Freeform: Shape 70">
                    <a:extLst>
                      <a:ext uri="{FF2B5EF4-FFF2-40B4-BE49-F238E27FC236}">
                        <a16:creationId xmlns:a16="http://schemas.microsoft.com/office/drawing/2014/main" id="{B4087B74-9FB8-170A-66CB-51C56384D50C}"/>
                      </a:ext>
                    </a:extLst>
                  </p:cNvPr>
                  <p:cNvSpPr/>
                  <p:nvPr/>
                </p:nvSpPr>
                <p:spPr>
                  <a:xfrm flipV="1">
                    <a:off x="3666248" y="2950867"/>
                    <a:ext cx="55066" cy="92524"/>
                  </a:xfrm>
                  <a:custGeom>
                    <a:avLst/>
                    <a:gdLst>
                      <a:gd name="connsiteX0" fmla="*/ -247 w 55066"/>
                      <a:gd name="connsiteY0" fmla="*/ 8335 h 92524"/>
                      <a:gd name="connsiteX1" fmla="*/ 20190 w 55066"/>
                      <a:gd name="connsiteY1" fmla="*/ 8335 h 92524"/>
                      <a:gd name="connsiteX2" fmla="*/ 20190 w 55066"/>
                      <a:gd name="connsiteY2" fmla="*/ 78928 h 92524"/>
                      <a:gd name="connsiteX3" fmla="*/ -2051 w 55066"/>
                      <a:gd name="connsiteY3" fmla="*/ 74466 h 92524"/>
                      <a:gd name="connsiteX4" fmla="*/ -2051 w 55066"/>
                      <a:gd name="connsiteY4" fmla="*/ 85868 h 92524"/>
                      <a:gd name="connsiteX5" fmla="*/ 20071 w 55066"/>
                      <a:gd name="connsiteY5" fmla="*/ 90330 h 92524"/>
                      <a:gd name="connsiteX6" fmla="*/ 32579 w 55066"/>
                      <a:gd name="connsiteY6" fmla="*/ 90330 h 92524"/>
                      <a:gd name="connsiteX7" fmla="*/ 32579 w 55066"/>
                      <a:gd name="connsiteY7" fmla="*/ 8335 h 92524"/>
                      <a:gd name="connsiteX8" fmla="*/ 53015 w 55066"/>
                      <a:gd name="connsiteY8" fmla="*/ 8335 h 92524"/>
                      <a:gd name="connsiteX9" fmla="*/ 53015 w 55066"/>
                      <a:gd name="connsiteY9" fmla="*/ -2194 h 92524"/>
                      <a:gd name="connsiteX10" fmla="*/ -247 w 55066"/>
                      <a:gd name="connsiteY10" fmla="*/ -2194 h 92524"/>
                      <a:gd name="connsiteX11" fmla="*/ -247 w 55066"/>
                      <a:gd name="connsiteY11" fmla="*/ 833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247" y="8335"/>
                        </a:moveTo>
                        <a:lnTo>
                          <a:pt x="20190" y="8335"/>
                        </a:lnTo>
                        <a:lnTo>
                          <a:pt x="20190" y="78928"/>
                        </a:lnTo>
                        <a:lnTo>
                          <a:pt x="-2051" y="74466"/>
                        </a:lnTo>
                        <a:lnTo>
                          <a:pt x="-2051" y="85868"/>
                        </a:lnTo>
                        <a:lnTo>
                          <a:pt x="20071" y="90330"/>
                        </a:lnTo>
                        <a:lnTo>
                          <a:pt x="32579" y="90330"/>
                        </a:lnTo>
                        <a:lnTo>
                          <a:pt x="32579" y="8335"/>
                        </a:lnTo>
                        <a:lnTo>
                          <a:pt x="53015" y="8335"/>
                        </a:lnTo>
                        <a:lnTo>
                          <a:pt x="53015" y="-2194"/>
                        </a:lnTo>
                        <a:lnTo>
                          <a:pt x="-247" y="-2194"/>
                        </a:lnTo>
                        <a:lnTo>
                          <a:pt x="-247" y="83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2" name="Freeform: Shape 71">
                    <a:extLst>
                      <a:ext uri="{FF2B5EF4-FFF2-40B4-BE49-F238E27FC236}">
                        <a16:creationId xmlns:a16="http://schemas.microsoft.com/office/drawing/2014/main" id="{3CA9C731-265E-9DBC-88E4-6635954AE4EC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949201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89 h 95994"/>
                      <a:gd name="connsiteX1" fmla="*/ 15437 w 63926"/>
                      <a:gd name="connsiteY1" fmla="*/ 74371 h 95994"/>
                      <a:gd name="connsiteX2" fmla="*/ 10580 w 63926"/>
                      <a:gd name="connsiteY2" fmla="*/ 45777 h 95994"/>
                      <a:gd name="connsiteX3" fmla="*/ 15437 w 63926"/>
                      <a:gd name="connsiteY3" fmla="*/ 17242 h 95994"/>
                      <a:gd name="connsiteX4" fmla="*/ 29966 w 63926"/>
                      <a:gd name="connsiteY4" fmla="*/ 7724 h 95994"/>
                      <a:gd name="connsiteX5" fmla="*/ 44556 w 63926"/>
                      <a:gd name="connsiteY5" fmla="*/ 17242 h 95994"/>
                      <a:gd name="connsiteX6" fmla="*/ 49432 w 63926"/>
                      <a:gd name="connsiteY6" fmla="*/ 45777 h 95994"/>
                      <a:gd name="connsiteX7" fmla="*/ 44556 w 63926"/>
                      <a:gd name="connsiteY7" fmla="*/ 74371 h 95994"/>
                      <a:gd name="connsiteX8" fmla="*/ 29966 w 63926"/>
                      <a:gd name="connsiteY8" fmla="*/ 83889 h 95994"/>
                      <a:gd name="connsiteX9" fmla="*/ 29966 w 63926"/>
                      <a:gd name="connsiteY9" fmla="*/ 93804 h 95994"/>
                      <a:gd name="connsiteX10" fmla="*/ 53733 w 63926"/>
                      <a:gd name="connsiteY10" fmla="*/ 81490 h 95994"/>
                      <a:gd name="connsiteX11" fmla="*/ 61940 w 63926"/>
                      <a:gd name="connsiteY11" fmla="*/ 45777 h 95994"/>
                      <a:gd name="connsiteX12" fmla="*/ 53733 w 63926"/>
                      <a:gd name="connsiteY12" fmla="*/ 10104 h 95994"/>
                      <a:gd name="connsiteX13" fmla="*/ 29966 w 63926"/>
                      <a:gd name="connsiteY13" fmla="*/ -2191 h 95994"/>
                      <a:gd name="connsiteX14" fmla="*/ 6219 w 63926"/>
                      <a:gd name="connsiteY14" fmla="*/ 10104 h 95994"/>
                      <a:gd name="connsiteX15" fmla="*/ -1987 w 63926"/>
                      <a:gd name="connsiteY15" fmla="*/ 45777 h 95994"/>
                      <a:gd name="connsiteX16" fmla="*/ 6219 w 63926"/>
                      <a:gd name="connsiteY16" fmla="*/ 81490 h 95994"/>
                      <a:gd name="connsiteX17" fmla="*/ 29966 w 63926"/>
                      <a:gd name="connsiteY17" fmla="*/ 9380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89"/>
                        </a:moveTo>
                        <a:cubicBezTo>
                          <a:pt x="23531" y="83889"/>
                          <a:pt x="18688" y="80716"/>
                          <a:pt x="15437" y="74371"/>
                        </a:cubicBezTo>
                        <a:cubicBezTo>
                          <a:pt x="12199" y="68039"/>
                          <a:pt x="10580" y="58507"/>
                          <a:pt x="10580" y="45777"/>
                        </a:cubicBezTo>
                        <a:cubicBezTo>
                          <a:pt x="10580" y="33099"/>
                          <a:pt x="12199" y="23588"/>
                          <a:pt x="15437" y="17242"/>
                        </a:cubicBezTo>
                        <a:cubicBezTo>
                          <a:pt x="18688" y="10897"/>
                          <a:pt x="23531" y="7724"/>
                          <a:pt x="29966" y="7724"/>
                        </a:cubicBezTo>
                        <a:cubicBezTo>
                          <a:pt x="36455" y="7724"/>
                          <a:pt x="41318" y="10897"/>
                          <a:pt x="44556" y="17242"/>
                        </a:cubicBezTo>
                        <a:cubicBezTo>
                          <a:pt x="47806" y="23588"/>
                          <a:pt x="49432" y="33099"/>
                          <a:pt x="49432" y="45777"/>
                        </a:cubicBezTo>
                        <a:cubicBezTo>
                          <a:pt x="49432" y="58507"/>
                          <a:pt x="47806" y="68039"/>
                          <a:pt x="44556" y="74371"/>
                        </a:cubicBezTo>
                        <a:cubicBezTo>
                          <a:pt x="41318" y="80716"/>
                          <a:pt x="36455" y="83889"/>
                          <a:pt x="29966" y="83889"/>
                        </a:cubicBezTo>
                        <a:close/>
                        <a:moveTo>
                          <a:pt x="29966" y="93804"/>
                        </a:moveTo>
                        <a:cubicBezTo>
                          <a:pt x="40340" y="93804"/>
                          <a:pt x="48262" y="89699"/>
                          <a:pt x="53733" y="81490"/>
                        </a:cubicBezTo>
                        <a:cubicBezTo>
                          <a:pt x="59204" y="73293"/>
                          <a:pt x="61940" y="61389"/>
                          <a:pt x="61940" y="45777"/>
                        </a:cubicBezTo>
                        <a:cubicBezTo>
                          <a:pt x="61940" y="30204"/>
                          <a:pt x="59204" y="18313"/>
                          <a:pt x="53733" y="10104"/>
                        </a:cubicBezTo>
                        <a:cubicBezTo>
                          <a:pt x="48262" y="1908"/>
                          <a:pt x="40340" y="-2191"/>
                          <a:pt x="29966" y="-2191"/>
                        </a:cubicBezTo>
                        <a:cubicBezTo>
                          <a:pt x="19606" y="-2191"/>
                          <a:pt x="11690" y="1908"/>
                          <a:pt x="6219" y="10104"/>
                        </a:cubicBezTo>
                        <a:cubicBezTo>
                          <a:pt x="748" y="18313"/>
                          <a:pt x="-1987" y="30204"/>
                          <a:pt x="-1987" y="45777"/>
                        </a:cubicBezTo>
                        <a:cubicBezTo>
                          <a:pt x="-1987" y="61389"/>
                          <a:pt x="748" y="73293"/>
                          <a:pt x="6219" y="81490"/>
                        </a:cubicBezTo>
                        <a:cubicBezTo>
                          <a:pt x="11690" y="89699"/>
                          <a:pt x="19606" y="93804"/>
                          <a:pt x="29966" y="9380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73" name="Graphic 2">
                <a:extLst>
                  <a:ext uri="{FF2B5EF4-FFF2-40B4-BE49-F238E27FC236}">
                    <a16:creationId xmlns:a16="http://schemas.microsoft.com/office/drawing/2014/main" id="{F6A838C5-DAB3-72A6-0D42-5D2C0D208269}"/>
                  </a:ext>
                </a:extLst>
              </p:cNvPr>
              <p:cNvGrpSpPr/>
              <p:nvPr/>
            </p:nvGrpSpPr>
            <p:grpSpPr>
              <a:xfrm>
                <a:off x="3581391" y="2495987"/>
                <a:ext cx="321159" cy="95994"/>
                <a:chOff x="3581391" y="2495987"/>
                <a:chExt cx="321159" cy="95994"/>
              </a:xfrm>
              <a:solidFill>
                <a:srgbClr val="000000"/>
              </a:solidFill>
            </p:grpSpPr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63CD8F0D-A116-B794-C36F-BC28E88C8F8E}"/>
                    </a:ext>
                  </a:extLst>
                </p:cNvPr>
                <p:cNvSpPr/>
                <p:nvPr/>
              </p:nvSpPr>
              <p:spPr>
                <a:xfrm>
                  <a:off x="3858149" y="254196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03 h 12690"/>
                    <a:gd name="connsiteX1" fmla="*/ 58 w 44401"/>
                    <a:gd name="connsiteY1" fmla="*/ 103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03"/>
                      </a:moveTo>
                      <a:lnTo>
                        <a:pt x="58" y="103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75" name="Graphic 2">
                  <a:extLst>
                    <a:ext uri="{FF2B5EF4-FFF2-40B4-BE49-F238E27FC236}">
                      <a16:creationId xmlns:a16="http://schemas.microsoft.com/office/drawing/2014/main" id="{433D1E50-A24F-3CD6-E395-A72548C2396F}"/>
                    </a:ext>
                  </a:extLst>
                </p:cNvPr>
                <p:cNvGrpSpPr/>
                <p:nvPr/>
              </p:nvGrpSpPr>
              <p:grpSpPr>
                <a:xfrm>
                  <a:off x="3581391" y="2495987"/>
                  <a:ext cx="223926" cy="95994"/>
                  <a:chOff x="3581391" y="2495987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76" name="Freeform: Shape 75">
                    <a:extLst>
                      <a:ext uri="{FF2B5EF4-FFF2-40B4-BE49-F238E27FC236}">
                        <a16:creationId xmlns:a16="http://schemas.microsoft.com/office/drawing/2014/main" id="{C34C589E-8AB6-7CCA-9853-70ADF2D43CC3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49765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44 h 94328"/>
                      <a:gd name="connsiteX1" fmla="*/ 51056 w 59843"/>
                      <a:gd name="connsiteY1" fmla="*/ 92144 h 94328"/>
                      <a:gd name="connsiteX2" fmla="*/ 51056 w 59843"/>
                      <a:gd name="connsiteY2" fmla="*/ 81595 h 94328"/>
                      <a:gd name="connsiteX3" fmla="*/ 13393 w 59843"/>
                      <a:gd name="connsiteY3" fmla="*/ 81595 h 94328"/>
                      <a:gd name="connsiteX4" fmla="*/ 13393 w 59843"/>
                      <a:gd name="connsiteY4" fmla="*/ 58930 h 94328"/>
                      <a:gd name="connsiteX5" fmla="*/ 18825 w 59843"/>
                      <a:gd name="connsiteY5" fmla="*/ 60318 h 94328"/>
                      <a:gd name="connsiteX6" fmla="*/ 24296 w 59843"/>
                      <a:gd name="connsiteY6" fmla="*/ 60774 h 94328"/>
                      <a:gd name="connsiteX7" fmla="*/ 48816 w 59843"/>
                      <a:gd name="connsiteY7" fmla="*/ 52287 h 94328"/>
                      <a:gd name="connsiteX8" fmla="*/ 57874 w 59843"/>
                      <a:gd name="connsiteY8" fmla="*/ 29305 h 94328"/>
                      <a:gd name="connsiteX9" fmla="*/ 48578 w 59843"/>
                      <a:gd name="connsiteY9" fmla="*/ 6085 h 94328"/>
                      <a:gd name="connsiteX10" fmla="*/ 22373 w 59843"/>
                      <a:gd name="connsiteY10" fmla="*/ -2184 h 94328"/>
                      <a:gd name="connsiteX11" fmla="*/ 10499 w 59843"/>
                      <a:gd name="connsiteY11" fmla="*/ -1193 h 94328"/>
                      <a:gd name="connsiteX12" fmla="*/ -1969 w 59843"/>
                      <a:gd name="connsiteY12" fmla="*/ 1782 h 94328"/>
                      <a:gd name="connsiteX13" fmla="*/ -1969 w 59843"/>
                      <a:gd name="connsiteY13" fmla="*/ 14373 h 94328"/>
                      <a:gd name="connsiteX14" fmla="*/ 9548 w 59843"/>
                      <a:gd name="connsiteY14" fmla="*/ 9852 h 94328"/>
                      <a:gd name="connsiteX15" fmla="*/ 22115 w 59843"/>
                      <a:gd name="connsiteY15" fmla="*/ 8365 h 94328"/>
                      <a:gd name="connsiteX16" fmla="*/ 39083 w 59843"/>
                      <a:gd name="connsiteY16" fmla="*/ 13997 h 94328"/>
                      <a:gd name="connsiteX17" fmla="*/ 45347 w 59843"/>
                      <a:gd name="connsiteY17" fmla="*/ 29305 h 94328"/>
                      <a:gd name="connsiteX18" fmla="*/ 39083 w 59843"/>
                      <a:gd name="connsiteY18" fmla="*/ 44593 h 94328"/>
                      <a:gd name="connsiteX19" fmla="*/ 22115 w 59843"/>
                      <a:gd name="connsiteY19" fmla="*/ 50245 h 94328"/>
                      <a:gd name="connsiteX20" fmla="*/ 12105 w 59843"/>
                      <a:gd name="connsiteY20" fmla="*/ 49134 h 94328"/>
                      <a:gd name="connsiteX21" fmla="*/ 1936 w 59843"/>
                      <a:gd name="connsiteY21" fmla="*/ 45664 h 94328"/>
                      <a:gd name="connsiteX22" fmla="*/ 1936 w 59843"/>
                      <a:gd name="connsiteY22" fmla="*/ 92144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44"/>
                        </a:moveTo>
                        <a:lnTo>
                          <a:pt x="51056" y="92144"/>
                        </a:lnTo>
                        <a:lnTo>
                          <a:pt x="51056" y="81595"/>
                        </a:lnTo>
                        <a:lnTo>
                          <a:pt x="13393" y="81595"/>
                        </a:lnTo>
                        <a:lnTo>
                          <a:pt x="13393" y="58930"/>
                        </a:lnTo>
                        <a:cubicBezTo>
                          <a:pt x="15204" y="59551"/>
                          <a:pt x="17014" y="60014"/>
                          <a:pt x="18825" y="60318"/>
                        </a:cubicBezTo>
                        <a:cubicBezTo>
                          <a:pt x="20648" y="60622"/>
                          <a:pt x="22472" y="60774"/>
                          <a:pt x="24296" y="60774"/>
                        </a:cubicBezTo>
                        <a:cubicBezTo>
                          <a:pt x="34616" y="60774"/>
                          <a:pt x="42790" y="57945"/>
                          <a:pt x="48816" y="52287"/>
                        </a:cubicBezTo>
                        <a:cubicBezTo>
                          <a:pt x="54855" y="46629"/>
                          <a:pt x="57874" y="38968"/>
                          <a:pt x="57874" y="29305"/>
                        </a:cubicBezTo>
                        <a:cubicBezTo>
                          <a:pt x="57874" y="19351"/>
                          <a:pt x="54776" y="11610"/>
                          <a:pt x="48578" y="6085"/>
                        </a:cubicBezTo>
                        <a:cubicBezTo>
                          <a:pt x="42380" y="572"/>
                          <a:pt x="33645" y="-2184"/>
                          <a:pt x="22373" y="-2184"/>
                        </a:cubicBezTo>
                        <a:cubicBezTo>
                          <a:pt x="18488" y="-2184"/>
                          <a:pt x="14530" y="-1854"/>
                          <a:pt x="10499" y="-1193"/>
                        </a:cubicBezTo>
                        <a:cubicBezTo>
                          <a:pt x="6482" y="-532"/>
                          <a:pt x="2326" y="460"/>
                          <a:pt x="-1969" y="1782"/>
                        </a:cubicBezTo>
                        <a:lnTo>
                          <a:pt x="-1969" y="14373"/>
                        </a:lnTo>
                        <a:cubicBezTo>
                          <a:pt x="1745" y="12351"/>
                          <a:pt x="5583" y="10844"/>
                          <a:pt x="9548" y="9852"/>
                        </a:cubicBezTo>
                        <a:cubicBezTo>
                          <a:pt x="13512" y="8861"/>
                          <a:pt x="17701" y="8365"/>
                          <a:pt x="22115" y="8365"/>
                        </a:cubicBezTo>
                        <a:cubicBezTo>
                          <a:pt x="29264" y="8365"/>
                          <a:pt x="34920" y="10242"/>
                          <a:pt x="39083" y="13997"/>
                        </a:cubicBezTo>
                        <a:cubicBezTo>
                          <a:pt x="43259" y="17751"/>
                          <a:pt x="45347" y="22854"/>
                          <a:pt x="45347" y="29305"/>
                        </a:cubicBezTo>
                        <a:cubicBezTo>
                          <a:pt x="45347" y="35743"/>
                          <a:pt x="43259" y="40839"/>
                          <a:pt x="39083" y="44593"/>
                        </a:cubicBezTo>
                        <a:cubicBezTo>
                          <a:pt x="34920" y="48361"/>
                          <a:pt x="29264" y="50245"/>
                          <a:pt x="22115" y="50245"/>
                        </a:cubicBezTo>
                        <a:cubicBezTo>
                          <a:pt x="18772" y="50245"/>
                          <a:pt x="15435" y="49875"/>
                          <a:pt x="12105" y="49134"/>
                        </a:cubicBezTo>
                        <a:cubicBezTo>
                          <a:pt x="8788" y="48394"/>
                          <a:pt x="5398" y="47237"/>
                          <a:pt x="1936" y="45664"/>
                        </a:cubicBezTo>
                        <a:lnTo>
                          <a:pt x="1936" y="9214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7" name="Freeform: Shape 76">
                    <a:extLst>
                      <a:ext uri="{FF2B5EF4-FFF2-40B4-BE49-F238E27FC236}">
                        <a16:creationId xmlns:a16="http://schemas.microsoft.com/office/drawing/2014/main" id="{B7FDA7EC-B04A-F227-8292-69DF5D0ACBA9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609" y="2495987"/>
                    <a:ext cx="58713" cy="94189"/>
                  </a:xfrm>
                  <a:custGeom>
                    <a:avLst/>
                    <a:gdLst>
                      <a:gd name="connsiteX0" fmla="*/ 13136 w 58713"/>
                      <a:gd name="connsiteY0" fmla="*/ 8258 h 94189"/>
                      <a:gd name="connsiteX1" fmla="*/ 56804 w 58713"/>
                      <a:gd name="connsiteY1" fmla="*/ 8258 h 94189"/>
                      <a:gd name="connsiteX2" fmla="*/ 56804 w 58713"/>
                      <a:gd name="connsiteY2" fmla="*/ -2272 h 94189"/>
                      <a:gd name="connsiteX3" fmla="*/ -1909 w 58713"/>
                      <a:gd name="connsiteY3" fmla="*/ -2272 h 94189"/>
                      <a:gd name="connsiteX4" fmla="*/ -1909 w 58713"/>
                      <a:gd name="connsiteY4" fmla="*/ 8258 h 94189"/>
                      <a:gd name="connsiteX5" fmla="*/ 17497 w 58713"/>
                      <a:gd name="connsiteY5" fmla="*/ 28047 h 94189"/>
                      <a:gd name="connsiteX6" fmla="*/ 32958 w 58713"/>
                      <a:gd name="connsiteY6" fmla="*/ 44089 h 94189"/>
                      <a:gd name="connsiteX7" fmla="*/ 41343 w 58713"/>
                      <a:gd name="connsiteY7" fmla="*/ 55511 h 94189"/>
                      <a:gd name="connsiteX8" fmla="*/ 43742 w 58713"/>
                      <a:gd name="connsiteY8" fmla="*/ 64712 h 94189"/>
                      <a:gd name="connsiteX9" fmla="*/ 38568 w 58713"/>
                      <a:gd name="connsiteY9" fmla="*/ 76729 h 94189"/>
                      <a:gd name="connsiteX10" fmla="*/ 25089 w 58713"/>
                      <a:gd name="connsiteY10" fmla="*/ 81388 h 94189"/>
                      <a:gd name="connsiteX11" fmla="*/ 12660 w 58713"/>
                      <a:gd name="connsiteY11" fmla="*/ 79346 h 94189"/>
                      <a:gd name="connsiteX12" fmla="*/ -1295 w 58713"/>
                      <a:gd name="connsiteY12" fmla="*/ 73139 h 94189"/>
                      <a:gd name="connsiteX13" fmla="*/ -1295 w 58713"/>
                      <a:gd name="connsiteY13" fmla="*/ 85791 h 94189"/>
                      <a:gd name="connsiteX14" fmla="*/ 12819 w 58713"/>
                      <a:gd name="connsiteY14" fmla="*/ 90371 h 94189"/>
                      <a:gd name="connsiteX15" fmla="*/ 24851 w 58713"/>
                      <a:gd name="connsiteY15" fmla="*/ 91918 h 94189"/>
                      <a:gd name="connsiteX16" fmla="*/ 47765 w 58713"/>
                      <a:gd name="connsiteY16" fmla="*/ 84720 h 94189"/>
                      <a:gd name="connsiteX17" fmla="*/ 56309 w 58713"/>
                      <a:gd name="connsiteY17" fmla="*/ 65525 h 94189"/>
                      <a:gd name="connsiteX18" fmla="*/ 54168 w 58713"/>
                      <a:gd name="connsiteY18" fmla="*/ 54698 h 94189"/>
                      <a:gd name="connsiteX19" fmla="*/ 46398 w 58713"/>
                      <a:gd name="connsiteY19" fmla="*/ 42662 h 94189"/>
                      <a:gd name="connsiteX20" fmla="*/ 36546 w 58713"/>
                      <a:gd name="connsiteY20" fmla="*/ 32271 h 94189"/>
                      <a:gd name="connsiteX21" fmla="*/ 13136 w 58713"/>
                      <a:gd name="connsiteY21" fmla="*/ 8258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36" y="8258"/>
                        </a:moveTo>
                        <a:lnTo>
                          <a:pt x="56804" y="8258"/>
                        </a:lnTo>
                        <a:lnTo>
                          <a:pt x="56804" y="-2272"/>
                        </a:lnTo>
                        <a:lnTo>
                          <a:pt x="-1909" y="-2272"/>
                        </a:lnTo>
                        <a:lnTo>
                          <a:pt x="-1909" y="8258"/>
                        </a:lnTo>
                        <a:cubicBezTo>
                          <a:pt x="2835" y="13175"/>
                          <a:pt x="9304" y="19772"/>
                          <a:pt x="17497" y="28047"/>
                        </a:cubicBezTo>
                        <a:cubicBezTo>
                          <a:pt x="25703" y="36336"/>
                          <a:pt x="30857" y="41683"/>
                          <a:pt x="32958" y="44089"/>
                        </a:cubicBezTo>
                        <a:cubicBezTo>
                          <a:pt x="36962" y="48584"/>
                          <a:pt x="39757" y="52391"/>
                          <a:pt x="41343" y="55511"/>
                        </a:cubicBezTo>
                        <a:cubicBezTo>
                          <a:pt x="42942" y="58631"/>
                          <a:pt x="43742" y="61698"/>
                          <a:pt x="43742" y="64712"/>
                        </a:cubicBezTo>
                        <a:cubicBezTo>
                          <a:pt x="43742" y="69630"/>
                          <a:pt x="42017" y="73635"/>
                          <a:pt x="38568" y="76729"/>
                        </a:cubicBezTo>
                        <a:cubicBezTo>
                          <a:pt x="35119" y="79835"/>
                          <a:pt x="30626" y="81388"/>
                          <a:pt x="25089" y="81388"/>
                        </a:cubicBezTo>
                        <a:cubicBezTo>
                          <a:pt x="21164" y="81388"/>
                          <a:pt x="17021" y="80708"/>
                          <a:pt x="12660" y="79346"/>
                        </a:cubicBezTo>
                        <a:cubicBezTo>
                          <a:pt x="8313" y="77984"/>
                          <a:pt x="3661" y="75916"/>
                          <a:pt x="-1295" y="73139"/>
                        </a:cubicBezTo>
                        <a:lnTo>
                          <a:pt x="-1295" y="85791"/>
                        </a:lnTo>
                        <a:cubicBezTo>
                          <a:pt x="3740" y="87813"/>
                          <a:pt x="8445" y="89340"/>
                          <a:pt x="12819" y="90371"/>
                        </a:cubicBezTo>
                        <a:cubicBezTo>
                          <a:pt x="17206" y="91402"/>
                          <a:pt x="21217" y="91918"/>
                          <a:pt x="24851" y="91918"/>
                        </a:cubicBezTo>
                        <a:cubicBezTo>
                          <a:pt x="34432" y="91918"/>
                          <a:pt x="42070" y="89519"/>
                          <a:pt x="47765" y="84720"/>
                        </a:cubicBezTo>
                        <a:cubicBezTo>
                          <a:pt x="53461" y="79934"/>
                          <a:pt x="56309" y="73536"/>
                          <a:pt x="56309" y="65525"/>
                        </a:cubicBezTo>
                        <a:cubicBezTo>
                          <a:pt x="56309" y="61718"/>
                          <a:pt x="55595" y="58109"/>
                          <a:pt x="54168" y="54698"/>
                        </a:cubicBezTo>
                        <a:cubicBezTo>
                          <a:pt x="52754" y="51301"/>
                          <a:pt x="50164" y="47289"/>
                          <a:pt x="46398" y="42662"/>
                        </a:cubicBezTo>
                        <a:cubicBezTo>
                          <a:pt x="45367" y="41459"/>
                          <a:pt x="42083" y="37995"/>
                          <a:pt x="36546" y="32271"/>
                        </a:cubicBezTo>
                        <a:cubicBezTo>
                          <a:pt x="31022" y="26547"/>
                          <a:pt x="23219" y="18542"/>
                          <a:pt x="13136" y="82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8" name="Freeform: Shape 77">
                    <a:extLst>
                      <a:ext uri="{FF2B5EF4-FFF2-40B4-BE49-F238E27FC236}">
                        <a16:creationId xmlns:a16="http://schemas.microsoft.com/office/drawing/2014/main" id="{52674093-2DAD-6520-C0D9-D990E585A461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495987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53 h 95994"/>
                      <a:gd name="connsiteX1" fmla="*/ 15437 w 63926"/>
                      <a:gd name="connsiteY1" fmla="*/ 74335 h 95994"/>
                      <a:gd name="connsiteX2" fmla="*/ 10580 w 63926"/>
                      <a:gd name="connsiteY2" fmla="*/ 45741 h 95994"/>
                      <a:gd name="connsiteX3" fmla="*/ 15437 w 63926"/>
                      <a:gd name="connsiteY3" fmla="*/ 17207 h 95994"/>
                      <a:gd name="connsiteX4" fmla="*/ 29966 w 63926"/>
                      <a:gd name="connsiteY4" fmla="*/ 7688 h 95994"/>
                      <a:gd name="connsiteX5" fmla="*/ 44556 w 63926"/>
                      <a:gd name="connsiteY5" fmla="*/ 17207 h 95994"/>
                      <a:gd name="connsiteX6" fmla="*/ 49432 w 63926"/>
                      <a:gd name="connsiteY6" fmla="*/ 45741 h 95994"/>
                      <a:gd name="connsiteX7" fmla="*/ 44556 w 63926"/>
                      <a:gd name="connsiteY7" fmla="*/ 74335 h 95994"/>
                      <a:gd name="connsiteX8" fmla="*/ 29966 w 63926"/>
                      <a:gd name="connsiteY8" fmla="*/ 83853 h 95994"/>
                      <a:gd name="connsiteX9" fmla="*/ 29966 w 63926"/>
                      <a:gd name="connsiteY9" fmla="*/ 93768 h 95994"/>
                      <a:gd name="connsiteX10" fmla="*/ 53733 w 63926"/>
                      <a:gd name="connsiteY10" fmla="*/ 81454 h 95994"/>
                      <a:gd name="connsiteX11" fmla="*/ 61940 w 63926"/>
                      <a:gd name="connsiteY11" fmla="*/ 45741 h 95994"/>
                      <a:gd name="connsiteX12" fmla="*/ 53733 w 63926"/>
                      <a:gd name="connsiteY12" fmla="*/ 10068 h 95994"/>
                      <a:gd name="connsiteX13" fmla="*/ 29966 w 63926"/>
                      <a:gd name="connsiteY13" fmla="*/ -2226 h 95994"/>
                      <a:gd name="connsiteX14" fmla="*/ 6219 w 63926"/>
                      <a:gd name="connsiteY14" fmla="*/ 10068 h 95994"/>
                      <a:gd name="connsiteX15" fmla="*/ -1987 w 63926"/>
                      <a:gd name="connsiteY15" fmla="*/ 45741 h 95994"/>
                      <a:gd name="connsiteX16" fmla="*/ 6219 w 63926"/>
                      <a:gd name="connsiteY16" fmla="*/ 81454 h 95994"/>
                      <a:gd name="connsiteX17" fmla="*/ 29966 w 63926"/>
                      <a:gd name="connsiteY17" fmla="*/ 9376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53"/>
                        </a:moveTo>
                        <a:cubicBezTo>
                          <a:pt x="23531" y="83853"/>
                          <a:pt x="18688" y="80681"/>
                          <a:pt x="15437" y="74335"/>
                        </a:cubicBezTo>
                        <a:cubicBezTo>
                          <a:pt x="12199" y="68003"/>
                          <a:pt x="10580" y="58472"/>
                          <a:pt x="10580" y="45741"/>
                        </a:cubicBezTo>
                        <a:cubicBezTo>
                          <a:pt x="10580" y="33064"/>
                          <a:pt x="12199" y="23552"/>
                          <a:pt x="15437" y="17207"/>
                        </a:cubicBezTo>
                        <a:cubicBezTo>
                          <a:pt x="18688" y="10861"/>
                          <a:pt x="23531" y="7688"/>
                          <a:pt x="29966" y="7688"/>
                        </a:cubicBezTo>
                        <a:cubicBezTo>
                          <a:pt x="36455" y="7688"/>
                          <a:pt x="41318" y="10861"/>
                          <a:pt x="44556" y="17207"/>
                        </a:cubicBezTo>
                        <a:cubicBezTo>
                          <a:pt x="47806" y="23552"/>
                          <a:pt x="49432" y="33064"/>
                          <a:pt x="49432" y="45741"/>
                        </a:cubicBezTo>
                        <a:cubicBezTo>
                          <a:pt x="49432" y="58472"/>
                          <a:pt x="47806" y="68003"/>
                          <a:pt x="44556" y="74335"/>
                        </a:cubicBezTo>
                        <a:cubicBezTo>
                          <a:pt x="41318" y="80681"/>
                          <a:pt x="36455" y="83853"/>
                          <a:pt x="29966" y="83853"/>
                        </a:cubicBezTo>
                        <a:close/>
                        <a:moveTo>
                          <a:pt x="29966" y="93768"/>
                        </a:moveTo>
                        <a:cubicBezTo>
                          <a:pt x="40340" y="93768"/>
                          <a:pt x="48262" y="89663"/>
                          <a:pt x="53733" y="81454"/>
                        </a:cubicBezTo>
                        <a:cubicBezTo>
                          <a:pt x="59204" y="73258"/>
                          <a:pt x="61940" y="61353"/>
                          <a:pt x="61940" y="45741"/>
                        </a:cubicBezTo>
                        <a:cubicBezTo>
                          <a:pt x="61940" y="30168"/>
                          <a:pt x="59204" y="18277"/>
                          <a:pt x="53733" y="10068"/>
                        </a:cubicBezTo>
                        <a:cubicBezTo>
                          <a:pt x="48262" y="1872"/>
                          <a:pt x="40340" y="-2226"/>
                          <a:pt x="29966" y="-2226"/>
                        </a:cubicBezTo>
                        <a:cubicBezTo>
                          <a:pt x="19606" y="-2226"/>
                          <a:pt x="11690" y="1872"/>
                          <a:pt x="6219" y="10068"/>
                        </a:cubicBezTo>
                        <a:cubicBezTo>
                          <a:pt x="748" y="18277"/>
                          <a:pt x="-1987" y="30168"/>
                          <a:pt x="-1987" y="45741"/>
                        </a:cubicBezTo>
                        <a:cubicBezTo>
                          <a:pt x="-1987" y="61353"/>
                          <a:pt x="748" y="73258"/>
                          <a:pt x="6219" y="81454"/>
                        </a:cubicBezTo>
                        <a:cubicBezTo>
                          <a:pt x="11690" y="89663"/>
                          <a:pt x="19606" y="93768"/>
                          <a:pt x="29966" y="9376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5595025C-060F-FEFB-32DB-B0C952014E7B}"/>
                </a:ext>
              </a:extLst>
            </p:cNvPr>
            <p:cNvSpPr/>
            <p:nvPr/>
          </p:nvSpPr>
          <p:spPr>
            <a:xfrm>
              <a:off x="3902551" y="2315354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CC5569E-74BA-FB80-DBCF-37FAD296BC37}"/>
                </a:ext>
              </a:extLst>
            </p:cNvPr>
            <p:cNvSpPr/>
            <p:nvPr/>
          </p:nvSpPr>
          <p:spPr>
            <a:xfrm>
              <a:off x="8433056" y="2315354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3CC16462-E519-E464-7EA5-0CAAA40ABC77}"/>
                </a:ext>
              </a:extLst>
            </p:cNvPr>
            <p:cNvSpPr/>
            <p:nvPr/>
          </p:nvSpPr>
          <p:spPr>
            <a:xfrm>
              <a:off x="3902551" y="4581427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3CAF86F-FBBE-66AB-03E6-48A216F93617}"/>
                </a:ext>
              </a:extLst>
            </p:cNvPr>
            <p:cNvSpPr/>
            <p:nvPr/>
          </p:nvSpPr>
          <p:spPr>
            <a:xfrm>
              <a:off x="3902551" y="2315354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87" name="Graphic 83">
            <a:extLst>
              <a:ext uri="{FF2B5EF4-FFF2-40B4-BE49-F238E27FC236}">
                <a16:creationId xmlns:a16="http://schemas.microsoft.com/office/drawing/2014/main" id="{43E24F85-839E-91E0-8D56-007BC73925FA}"/>
              </a:ext>
            </a:extLst>
          </p:cNvPr>
          <p:cNvGrpSpPr/>
          <p:nvPr/>
        </p:nvGrpSpPr>
        <p:grpSpPr>
          <a:xfrm>
            <a:off x="1199456" y="3439169"/>
            <a:ext cx="4967897" cy="2453144"/>
            <a:chOff x="3577804" y="2315354"/>
            <a:chExt cx="4967897" cy="2453144"/>
          </a:xfrm>
        </p:grpSpPr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13F39B0B-17DF-CC76-4DB5-B13094018DCA}"/>
                </a:ext>
              </a:extLst>
            </p:cNvPr>
            <p:cNvSpPr/>
            <p:nvPr/>
          </p:nvSpPr>
          <p:spPr>
            <a:xfrm>
              <a:off x="3902551" y="2315354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89" name="Picture 88">
              <a:extLst>
                <a:ext uri="{FF2B5EF4-FFF2-40B4-BE49-F238E27FC236}">
                  <a16:creationId xmlns:a16="http://schemas.microsoft.com/office/drawing/2014/main" id="{1E493067-0519-AD2C-25CE-0C6AEE1723E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V="1">
              <a:off x="3902551" y="2315354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51D4A12-E08F-7AEF-6C04-2B40B831B992}"/>
                </a:ext>
              </a:extLst>
            </p:cNvPr>
            <p:cNvSpPr/>
            <p:nvPr/>
          </p:nvSpPr>
          <p:spPr>
            <a:xfrm>
              <a:off x="6064924" y="3422199"/>
              <a:ext cx="228287" cy="97736"/>
            </a:xfrm>
            <a:custGeom>
              <a:avLst/>
              <a:gdLst>
                <a:gd name="connsiteX0" fmla="*/ 228288 w 228287"/>
                <a:gd name="connsiteY0" fmla="*/ 10682 h 97736"/>
                <a:gd name="connsiteX1" fmla="*/ 224142 w 228287"/>
                <a:gd name="connsiteY1" fmla="*/ 97737 h 97736"/>
                <a:gd name="connsiteX2" fmla="*/ 0 w 228287"/>
                <a:gd name="connsiteY2" fmla="*/ 87054 h 97736"/>
                <a:gd name="connsiteX3" fmla="*/ 4146 w 228287"/>
                <a:gd name="connsiteY3" fmla="*/ 0 h 97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287" h="97736">
                  <a:moveTo>
                    <a:pt x="228288" y="10682"/>
                  </a:moveTo>
                  <a:lnTo>
                    <a:pt x="224142" y="97737"/>
                  </a:lnTo>
                  <a:lnTo>
                    <a:pt x="0" y="87054"/>
                  </a:lnTo>
                  <a:lnTo>
                    <a:pt x="4146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79F4B8E-3B81-05D1-2D15-C7EA9AFB434F}"/>
                </a:ext>
              </a:extLst>
            </p:cNvPr>
            <p:cNvSpPr/>
            <p:nvPr/>
          </p:nvSpPr>
          <p:spPr>
            <a:xfrm>
              <a:off x="6202043" y="3428734"/>
              <a:ext cx="89095" cy="87054"/>
            </a:xfrm>
            <a:custGeom>
              <a:avLst/>
              <a:gdLst>
                <a:gd name="connsiteX0" fmla="*/ 89096 w 89095"/>
                <a:gd name="connsiteY0" fmla="*/ 47675 h 87054"/>
                <a:gd name="connsiteX1" fmla="*/ 0 w 89095"/>
                <a:gd name="connsiteY1" fmla="*/ 87054 h 87054"/>
                <a:gd name="connsiteX2" fmla="*/ 4146 w 89095"/>
                <a:gd name="connsiteY2" fmla="*/ 0 h 87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095" h="87054">
                  <a:moveTo>
                    <a:pt x="89096" y="47675"/>
                  </a:moveTo>
                  <a:lnTo>
                    <a:pt x="0" y="87054"/>
                  </a:lnTo>
                  <a:lnTo>
                    <a:pt x="4146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92" name="Graphic 83">
              <a:extLst>
                <a:ext uri="{FF2B5EF4-FFF2-40B4-BE49-F238E27FC236}">
                  <a16:creationId xmlns:a16="http://schemas.microsoft.com/office/drawing/2014/main" id="{DA6E3F4E-B1B8-8CF1-9DC1-CDAAE46D672C}"/>
                </a:ext>
              </a:extLst>
            </p:cNvPr>
            <p:cNvGrpSpPr/>
            <p:nvPr/>
          </p:nvGrpSpPr>
          <p:grpSpPr>
            <a:xfrm>
              <a:off x="3791269" y="4581427"/>
              <a:ext cx="4754431" cy="187070"/>
              <a:chOff x="3791269" y="4581427"/>
              <a:chExt cx="4754431" cy="187070"/>
            </a:xfrm>
            <a:solidFill>
              <a:srgbClr val="000000"/>
            </a:solidFill>
          </p:grpSpPr>
          <p:grpSp>
            <p:nvGrpSpPr>
              <p:cNvPr id="93" name="Graphic 83">
                <a:extLst>
                  <a:ext uri="{FF2B5EF4-FFF2-40B4-BE49-F238E27FC236}">
                    <a16:creationId xmlns:a16="http://schemas.microsoft.com/office/drawing/2014/main" id="{C956BFF3-710F-0C14-E1A4-61CD85B91A89}"/>
                  </a:ext>
                </a:extLst>
              </p:cNvPr>
              <p:cNvGrpSpPr/>
              <p:nvPr/>
            </p:nvGrpSpPr>
            <p:grpSpPr>
              <a:xfrm>
                <a:off x="3791269" y="4581427"/>
                <a:ext cx="223926" cy="187070"/>
                <a:chOff x="3791269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521CE793-FE3D-00AB-1729-3FA7A61929C6}"/>
                    </a:ext>
                  </a:extLst>
                </p:cNvPr>
                <p:cNvSpPr/>
                <p:nvPr/>
              </p:nvSpPr>
              <p:spPr>
                <a:xfrm>
                  <a:off x="3902551" y="4581427"/>
                  <a:ext cx="12686" cy="44417"/>
                </a:xfrm>
                <a:custGeom>
                  <a:avLst/>
                  <a:gdLst>
                    <a:gd name="connsiteX0" fmla="*/ 58 w 12686"/>
                    <a:gd name="connsiteY0" fmla="*/ 264 h 44417"/>
                    <a:gd name="connsiteX1" fmla="*/ 58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58" y="264"/>
                      </a:moveTo>
                      <a:lnTo>
                        <a:pt x="58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95" name="Graphic 83">
                  <a:extLst>
                    <a:ext uri="{FF2B5EF4-FFF2-40B4-BE49-F238E27FC236}">
                      <a16:creationId xmlns:a16="http://schemas.microsoft.com/office/drawing/2014/main" id="{1D1A8A6D-7F90-801D-9648-3FB098D92BCA}"/>
                    </a:ext>
                  </a:extLst>
                </p:cNvPr>
                <p:cNvGrpSpPr/>
                <p:nvPr/>
              </p:nvGrpSpPr>
              <p:grpSpPr>
                <a:xfrm>
                  <a:off x="3791269" y="4672504"/>
                  <a:ext cx="223926" cy="95994"/>
                  <a:chOff x="3791269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96" name="Freeform: Shape 95">
                    <a:extLst>
                      <a:ext uri="{FF2B5EF4-FFF2-40B4-BE49-F238E27FC236}">
                        <a16:creationId xmlns:a16="http://schemas.microsoft.com/office/drawing/2014/main" id="{E9AA978E-7CEE-16A5-9F10-7036E0CE98AE}"/>
                      </a:ext>
                    </a:extLst>
                  </p:cNvPr>
                  <p:cNvSpPr/>
                  <p:nvPr/>
                </p:nvSpPr>
                <p:spPr>
                  <a:xfrm flipV="1">
                    <a:off x="3791269" y="4674169"/>
                    <a:ext cx="59843" cy="94328"/>
                  </a:xfrm>
                  <a:custGeom>
                    <a:avLst/>
                    <a:gdLst>
                      <a:gd name="connsiteX0" fmla="*/ 1953 w 59843"/>
                      <a:gd name="connsiteY0" fmla="*/ 92316 h 94328"/>
                      <a:gd name="connsiteX1" fmla="*/ 51072 w 59843"/>
                      <a:gd name="connsiteY1" fmla="*/ 92316 h 94328"/>
                      <a:gd name="connsiteX2" fmla="*/ 51072 w 59843"/>
                      <a:gd name="connsiteY2" fmla="*/ 81767 h 94328"/>
                      <a:gd name="connsiteX3" fmla="*/ 13410 w 59843"/>
                      <a:gd name="connsiteY3" fmla="*/ 81767 h 94328"/>
                      <a:gd name="connsiteX4" fmla="*/ 13410 w 59843"/>
                      <a:gd name="connsiteY4" fmla="*/ 59102 h 94328"/>
                      <a:gd name="connsiteX5" fmla="*/ 18841 w 59843"/>
                      <a:gd name="connsiteY5" fmla="*/ 60490 h 94328"/>
                      <a:gd name="connsiteX6" fmla="*/ 24312 w 59843"/>
                      <a:gd name="connsiteY6" fmla="*/ 60946 h 94328"/>
                      <a:gd name="connsiteX7" fmla="*/ 48832 w 59843"/>
                      <a:gd name="connsiteY7" fmla="*/ 52459 h 94328"/>
                      <a:gd name="connsiteX8" fmla="*/ 57891 w 59843"/>
                      <a:gd name="connsiteY8" fmla="*/ 29476 h 94328"/>
                      <a:gd name="connsiteX9" fmla="*/ 48594 w 59843"/>
                      <a:gd name="connsiteY9" fmla="*/ 6256 h 94328"/>
                      <a:gd name="connsiteX10" fmla="*/ 22389 w 59843"/>
                      <a:gd name="connsiteY10" fmla="*/ -2013 h 94328"/>
                      <a:gd name="connsiteX11" fmla="*/ 10516 w 59843"/>
                      <a:gd name="connsiteY11" fmla="*/ -1021 h 94328"/>
                      <a:gd name="connsiteX12" fmla="*/ -1952 w 59843"/>
                      <a:gd name="connsiteY12" fmla="*/ 1953 h 94328"/>
                      <a:gd name="connsiteX13" fmla="*/ -1952 w 59843"/>
                      <a:gd name="connsiteY13" fmla="*/ 14545 h 94328"/>
                      <a:gd name="connsiteX14" fmla="*/ 9564 w 59843"/>
                      <a:gd name="connsiteY14" fmla="*/ 10024 h 94328"/>
                      <a:gd name="connsiteX15" fmla="*/ 22132 w 59843"/>
                      <a:gd name="connsiteY15" fmla="*/ 8537 h 94328"/>
                      <a:gd name="connsiteX16" fmla="*/ 39100 w 59843"/>
                      <a:gd name="connsiteY16" fmla="*/ 14168 h 94328"/>
                      <a:gd name="connsiteX17" fmla="*/ 45363 w 59843"/>
                      <a:gd name="connsiteY17" fmla="*/ 29476 h 94328"/>
                      <a:gd name="connsiteX18" fmla="*/ 39100 w 59843"/>
                      <a:gd name="connsiteY18" fmla="*/ 44765 h 94328"/>
                      <a:gd name="connsiteX19" fmla="*/ 22132 w 59843"/>
                      <a:gd name="connsiteY19" fmla="*/ 50416 h 94328"/>
                      <a:gd name="connsiteX20" fmla="*/ 12121 w 59843"/>
                      <a:gd name="connsiteY20" fmla="*/ 49306 h 94328"/>
                      <a:gd name="connsiteX21" fmla="*/ 1953 w 59843"/>
                      <a:gd name="connsiteY21" fmla="*/ 45836 h 94328"/>
                      <a:gd name="connsiteX22" fmla="*/ 1953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53" y="92316"/>
                        </a:moveTo>
                        <a:lnTo>
                          <a:pt x="51072" y="92316"/>
                        </a:lnTo>
                        <a:lnTo>
                          <a:pt x="51072" y="81767"/>
                        </a:lnTo>
                        <a:lnTo>
                          <a:pt x="13410" y="81767"/>
                        </a:lnTo>
                        <a:lnTo>
                          <a:pt x="13410" y="59102"/>
                        </a:lnTo>
                        <a:cubicBezTo>
                          <a:pt x="15220" y="59723"/>
                          <a:pt x="17031" y="60186"/>
                          <a:pt x="18841" y="60490"/>
                        </a:cubicBezTo>
                        <a:cubicBezTo>
                          <a:pt x="20665" y="60794"/>
                          <a:pt x="22488" y="60946"/>
                          <a:pt x="24312" y="60946"/>
                        </a:cubicBezTo>
                        <a:cubicBezTo>
                          <a:pt x="34633" y="60946"/>
                          <a:pt x="42806" y="58117"/>
                          <a:pt x="48832" y="52459"/>
                        </a:cubicBezTo>
                        <a:cubicBezTo>
                          <a:pt x="54871" y="46801"/>
                          <a:pt x="57891" y="39140"/>
                          <a:pt x="57891" y="29476"/>
                        </a:cubicBezTo>
                        <a:cubicBezTo>
                          <a:pt x="57891" y="19522"/>
                          <a:pt x="54792" y="11782"/>
                          <a:pt x="48594" y="6256"/>
                        </a:cubicBezTo>
                        <a:cubicBezTo>
                          <a:pt x="42397" y="744"/>
                          <a:pt x="33662" y="-2013"/>
                          <a:pt x="22389" y="-2013"/>
                        </a:cubicBezTo>
                        <a:cubicBezTo>
                          <a:pt x="18504" y="-2013"/>
                          <a:pt x="14546" y="-1682"/>
                          <a:pt x="10516" y="-1021"/>
                        </a:cubicBezTo>
                        <a:cubicBezTo>
                          <a:pt x="6499" y="-360"/>
                          <a:pt x="2343" y="631"/>
                          <a:pt x="-1952" y="1953"/>
                        </a:cubicBezTo>
                        <a:lnTo>
                          <a:pt x="-1952" y="14545"/>
                        </a:lnTo>
                        <a:cubicBezTo>
                          <a:pt x="1761" y="12522"/>
                          <a:pt x="5600" y="11015"/>
                          <a:pt x="9564" y="10024"/>
                        </a:cubicBezTo>
                        <a:cubicBezTo>
                          <a:pt x="13529" y="9032"/>
                          <a:pt x="17718" y="8537"/>
                          <a:pt x="22132" y="8537"/>
                        </a:cubicBezTo>
                        <a:cubicBezTo>
                          <a:pt x="29281" y="8537"/>
                          <a:pt x="34937" y="10414"/>
                          <a:pt x="39100" y="14168"/>
                        </a:cubicBezTo>
                        <a:cubicBezTo>
                          <a:pt x="43275" y="17923"/>
                          <a:pt x="45363" y="23025"/>
                          <a:pt x="45363" y="29476"/>
                        </a:cubicBezTo>
                        <a:cubicBezTo>
                          <a:pt x="45363" y="35914"/>
                          <a:pt x="43275" y="41011"/>
                          <a:pt x="39100" y="44765"/>
                        </a:cubicBezTo>
                        <a:cubicBezTo>
                          <a:pt x="34937" y="48533"/>
                          <a:pt x="29281" y="50416"/>
                          <a:pt x="22132" y="50416"/>
                        </a:cubicBezTo>
                        <a:cubicBezTo>
                          <a:pt x="18788" y="50416"/>
                          <a:pt x="15452" y="50046"/>
                          <a:pt x="12121" y="49306"/>
                        </a:cubicBezTo>
                        <a:cubicBezTo>
                          <a:pt x="8805" y="48566"/>
                          <a:pt x="5415" y="47409"/>
                          <a:pt x="1953" y="45836"/>
                        </a:cubicBezTo>
                        <a:lnTo>
                          <a:pt x="1953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7" name="Freeform: Shape 96">
                    <a:extLst>
                      <a:ext uri="{FF2B5EF4-FFF2-40B4-BE49-F238E27FC236}">
                        <a16:creationId xmlns:a16="http://schemas.microsoft.com/office/drawing/2014/main" id="{28FA6400-3D5D-DFFF-B876-D064FEE45A2D}"/>
                      </a:ext>
                    </a:extLst>
                  </p:cNvPr>
                  <p:cNvSpPr/>
                  <p:nvPr/>
                </p:nvSpPr>
                <p:spPr>
                  <a:xfrm flipV="1">
                    <a:off x="3870556" y="4672504"/>
                    <a:ext cx="63926" cy="95994"/>
                  </a:xfrm>
                  <a:custGeom>
                    <a:avLst/>
                    <a:gdLst>
                      <a:gd name="connsiteX0" fmla="*/ 29977 w 63926"/>
                      <a:gd name="connsiteY0" fmla="*/ 84025 h 95994"/>
                      <a:gd name="connsiteX1" fmla="*/ 15447 w 63926"/>
                      <a:gd name="connsiteY1" fmla="*/ 74507 h 95994"/>
                      <a:gd name="connsiteX2" fmla="*/ 10590 w 63926"/>
                      <a:gd name="connsiteY2" fmla="*/ 45913 h 95994"/>
                      <a:gd name="connsiteX3" fmla="*/ 15447 w 63926"/>
                      <a:gd name="connsiteY3" fmla="*/ 17378 h 95994"/>
                      <a:gd name="connsiteX4" fmla="*/ 29977 w 63926"/>
                      <a:gd name="connsiteY4" fmla="*/ 7860 h 95994"/>
                      <a:gd name="connsiteX5" fmla="*/ 44566 w 63926"/>
                      <a:gd name="connsiteY5" fmla="*/ 17378 h 95994"/>
                      <a:gd name="connsiteX6" fmla="*/ 49442 w 63926"/>
                      <a:gd name="connsiteY6" fmla="*/ 45913 h 95994"/>
                      <a:gd name="connsiteX7" fmla="*/ 44566 w 63926"/>
                      <a:gd name="connsiteY7" fmla="*/ 74507 h 95994"/>
                      <a:gd name="connsiteX8" fmla="*/ 29977 w 63926"/>
                      <a:gd name="connsiteY8" fmla="*/ 84025 h 95994"/>
                      <a:gd name="connsiteX9" fmla="*/ 29977 w 63926"/>
                      <a:gd name="connsiteY9" fmla="*/ 93939 h 95994"/>
                      <a:gd name="connsiteX10" fmla="*/ 53743 w 63926"/>
                      <a:gd name="connsiteY10" fmla="*/ 81625 h 95994"/>
                      <a:gd name="connsiteX11" fmla="*/ 61950 w 63926"/>
                      <a:gd name="connsiteY11" fmla="*/ 45913 h 95994"/>
                      <a:gd name="connsiteX12" fmla="*/ 53743 w 63926"/>
                      <a:gd name="connsiteY12" fmla="*/ 10240 h 95994"/>
                      <a:gd name="connsiteX13" fmla="*/ 29977 w 63926"/>
                      <a:gd name="connsiteY13" fmla="*/ -2055 h 95994"/>
                      <a:gd name="connsiteX14" fmla="*/ 6229 w 63926"/>
                      <a:gd name="connsiteY14" fmla="*/ 10240 h 95994"/>
                      <a:gd name="connsiteX15" fmla="*/ -1977 w 63926"/>
                      <a:gd name="connsiteY15" fmla="*/ 45913 h 95994"/>
                      <a:gd name="connsiteX16" fmla="*/ 6229 w 63926"/>
                      <a:gd name="connsiteY16" fmla="*/ 81625 h 95994"/>
                      <a:gd name="connsiteX17" fmla="*/ 2997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77" y="84025"/>
                        </a:moveTo>
                        <a:cubicBezTo>
                          <a:pt x="23541" y="84025"/>
                          <a:pt x="18698" y="80852"/>
                          <a:pt x="15447" y="74507"/>
                        </a:cubicBezTo>
                        <a:cubicBezTo>
                          <a:pt x="12209" y="68174"/>
                          <a:pt x="10590" y="58643"/>
                          <a:pt x="10590" y="45913"/>
                        </a:cubicBezTo>
                        <a:cubicBezTo>
                          <a:pt x="10590" y="33235"/>
                          <a:pt x="12209" y="23724"/>
                          <a:pt x="15447" y="17378"/>
                        </a:cubicBezTo>
                        <a:cubicBezTo>
                          <a:pt x="18698" y="11033"/>
                          <a:pt x="23541" y="7860"/>
                          <a:pt x="29977" y="7860"/>
                        </a:cubicBezTo>
                        <a:cubicBezTo>
                          <a:pt x="36465" y="7860"/>
                          <a:pt x="41328" y="11033"/>
                          <a:pt x="44566" y="17378"/>
                        </a:cubicBezTo>
                        <a:cubicBezTo>
                          <a:pt x="47817" y="23724"/>
                          <a:pt x="49442" y="33235"/>
                          <a:pt x="49442" y="45913"/>
                        </a:cubicBezTo>
                        <a:cubicBezTo>
                          <a:pt x="49442" y="58643"/>
                          <a:pt x="47817" y="68174"/>
                          <a:pt x="44566" y="74507"/>
                        </a:cubicBezTo>
                        <a:cubicBezTo>
                          <a:pt x="41328" y="80852"/>
                          <a:pt x="36465" y="84025"/>
                          <a:pt x="29977" y="84025"/>
                        </a:cubicBezTo>
                        <a:close/>
                        <a:moveTo>
                          <a:pt x="29977" y="93939"/>
                        </a:moveTo>
                        <a:cubicBezTo>
                          <a:pt x="40350" y="93939"/>
                          <a:pt x="48272" y="89835"/>
                          <a:pt x="53743" y="81625"/>
                        </a:cubicBezTo>
                        <a:cubicBezTo>
                          <a:pt x="59214" y="73429"/>
                          <a:pt x="61950" y="61525"/>
                          <a:pt x="61950" y="45913"/>
                        </a:cubicBezTo>
                        <a:cubicBezTo>
                          <a:pt x="61950" y="30340"/>
                          <a:pt x="59214" y="18449"/>
                          <a:pt x="53743" y="10240"/>
                        </a:cubicBezTo>
                        <a:cubicBezTo>
                          <a:pt x="48272" y="2043"/>
                          <a:pt x="40350" y="-2055"/>
                          <a:pt x="29977" y="-2055"/>
                        </a:cubicBezTo>
                        <a:cubicBezTo>
                          <a:pt x="19616" y="-2055"/>
                          <a:pt x="11700" y="2043"/>
                          <a:pt x="6229" y="10240"/>
                        </a:cubicBezTo>
                        <a:cubicBezTo>
                          <a:pt x="759" y="18449"/>
                          <a:pt x="-1977" y="30340"/>
                          <a:pt x="-1977" y="45913"/>
                        </a:cubicBezTo>
                        <a:cubicBezTo>
                          <a:pt x="-1977" y="61525"/>
                          <a:pt x="759" y="73429"/>
                          <a:pt x="6229" y="81625"/>
                        </a:cubicBezTo>
                        <a:cubicBezTo>
                          <a:pt x="11700" y="89835"/>
                          <a:pt x="19616" y="93939"/>
                          <a:pt x="2997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8" name="Freeform: Shape 97">
                    <a:extLst>
                      <a:ext uri="{FF2B5EF4-FFF2-40B4-BE49-F238E27FC236}">
                        <a16:creationId xmlns:a16="http://schemas.microsoft.com/office/drawing/2014/main" id="{EDF66D5D-D743-80A9-F88A-108F6AE4D49E}"/>
                      </a:ext>
                    </a:extLst>
                  </p:cNvPr>
                  <p:cNvSpPr/>
                  <p:nvPr/>
                </p:nvSpPr>
                <p:spPr>
                  <a:xfrm flipV="1">
                    <a:off x="3951269" y="4672504"/>
                    <a:ext cx="63926" cy="95994"/>
                  </a:xfrm>
                  <a:custGeom>
                    <a:avLst/>
                    <a:gdLst>
                      <a:gd name="connsiteX0" fmla="*/ 29983 w 63926"/>
                      <a:gd name="connsiteY0" fmla="*/ 84025 h 95994"/>
                      <a:gd name="connsiteX1" fmla="*/ 15453 w 63926"/>
                      <a:gd name="connsiteY1" fmla="*/ 74507 h 95994"/>
                      <a:gd name="connsiteX2" fmla="*/ 10597 w 63926"/>
                      <a:gd name="connsiteY2" fmla="*/ 45913 h 95994"/>
                      <a:gd name="connsiteX3" fmla="*/ 15453 w 63926"/>
                      <a:gd name="connsiteY3" fmla="*/ 17378 h 95994"/>
                      <a:gd name="connsiteX4" fmla="*/ 29983 w 63926"/>
                      <a:gd name="connsiteY4" fmla="*/ 7860 h 95994"/>
                      <a:gd name="connsiteX5" fmla="*/ 44572 w 63926"/>
                      <a:gd name="connsiteY5" fmla="*/ 17378 h 95994"/>
                      <a:gd name="connsiteX6" fmla="*/ 49448 w 63926"/>
                      <a:gd name="connsiteY6" fmla="*/ 45913 h 95994"/>
                      <a:gd name="connsiteX7" fmla="*/ 44572 w 63926"/>
                      <a:gd name="connsiteY7" fmla="*/ 74507 h 95994"/>
                      <a:gd name="connsiteX8" fmla="*/ 29983 w 63926"/>
                      <a:gd name="connsiteY8" fmla="*/ 84025 h 95994"/>
                      <a:gd name="connsiteX9" fmla="*/ 29983 w 63926"/>
                      <a:gd name="connsiteY9" fmla="*/ 93939 h 95994"/>
                      <a:gd name="connsiteX10" fmla="*/ 53750 w 63926"/>
                      <a:gd name="connsiteY10" fmla="*/ 81625 h 95994"/>
                      <a:gd name="connsiteX11" fmla="*/ 61956 w 63926"/>
                      <a:gd name="connsiteY11" fmla="*/ 45913 h 95994"/>
                      <a:gd name="connsiteX12" fmla="*/ 53750 w 63926"/>
                      <a:gd name="connsiteY12" fmla="*/ 10240 h 95994"/>
                      <a:gd name="connsiteX13" fmla="*/ 29983 w 63926"/>
                      <a:gd name="connsiteY13" fmla="*/ -2055 h 95994"/>
                      <a:gd name="connsiteX14" fmla="*/ 6236 w 63926"/>
                      <a:gd name="connsiteY14" fmla="*/ 10240 h 95994"/>
                      <a:gd name="connsiteX15" fmla="*/ -1971 w 63926"/>
                      <a:gd name="connsiteY15" fmla="*/ 45913 h 95994"/>
                      <a:gd name="connsiteX16" fmla="*/ 6236 w 63926"/>
                      <a:gd name="connsiteY16" fmla="*/ 81625 h 95994"/>
                      <a:gd name="connsiteX17" fmla="*/ 29983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83" y="84025"/>
                        </a:moveTo>
                        <a:cubicBezTo>
                          <a:pt x="23547" y="84025"/>
                          <a:pt x="18704" y="80852"/>
                          <a:pt x="15453" y="74507"/>
                        </a:cubicBezTo>
                        <a:cubicBezTo>
                          <a:pt x="12216" y="68174"/>
                          <a:pt x="10597" y="58643"/>
                          <a:pt x="10597" y="45913"/>
                        </a:cubicBezTo>
                        <a:cubicBezTo>
                          <a:pt x="10597" y="33235"/>
                          <a:pt x="12216" y="23724"/>
                          <a:pt x="15453" y="17378"/>
                        </a:cubicBezTo>
                        <a:cubicBezTo>
                          <a:pt x="18704" y="11033"/>
                          <a:pt x="23547" y="7860"/>
                          <a:pt x="29983" y="7860"/>
                        </a:cubicBezTo>
                        <a:cubicBezTo>
                          <a:pt x="36471" y="7860"/>
                          <a:pt x="41334" y="11033"/>
                          <a:pt x="44572" y="17378"/>
                        </a:cubicBezTo>
                        <a:cubicBezTo>
                          <a:pt x="47823" y="23724"/>
                          <a:pt x="49448" y="33235"/>
                          <a:pt x="49448" y="45913"/>
                        </a:cubicBezTo>
                        <a:cubicBezTo>
                          <a:pt x="49448" y="58643"/>
                          <a:pt x="47823" y="68174"/>
                          <a:pt x="44572" y="74507"/>
                        </a:cubicBezTo>
                        <a:cubicBezTo>
                          <a:pt x="41334" y="80852"/>
                          <a:pt x="36471" y="84025"/>
                          <a:pt x="29983" y="84025"/>
                        </a:cubicBezTo>
                        <a:close/>
                        <a:moveTo>
                          <a:pt x="29983" y="93939"/>
                        </a:moveTo>
                        <a:cubicBezTo>
                          <a:pt x="40357" y="93939"/>
                          <a:pt x="48279" y="89835"/>
                          <a:pt x="53750" y="81625"/>
                        </a:cubicBezTo>
                        <a:cubicBezTo>
                          <a:pt x="59221" y="73429"/>
                          <a:pt x="61956" y="61525"/>
                          <a:pt x="61956" y="45913"/>
                        </a:cubicBezTo>
                        <a:cubicBezTo>
                          <a:pt x="61956" y="30340"/>
                          <a:pt x="59221" y="18449"/>
                          <a:pt x="53750" y="10240"/>
                        </a:cubicBezTo>
                        <a:cubicBezTo>
                          <a:pt x="48279" y="2043"/>
                          <a:pt x="40357" y="-2055"/>
                          <a:pt x="29983" y="-2055"/>
                        </a:cubicBezTo>
                        <a:cubicBezTo>
                          <a:pt x="19622" y="-2055"/>
                          <a:pt x="11707" y="2043"/>
                          <a:pt x="6236" y="10240"/>
                        </a:cubicBezTo>
                        <a:cubicBezTo>
                          <a:pt x="765" y="18449"/>
                          <a:pt x="-1971" y="30340"/>
                          <a:pt x="-1971" y="45913"/>
                        </a:cubicBezTo>
                        <a:cubicBezTo>
                          <a:pt x="-1971" y="61525"/>
                          <a:pt x="765" y="73429"/>
                          <a:pt x="6236" y="81625"/>
                        </a:cubicBezTo>
                        <a:cubicBezTo>
                          <a:pt x="11707" y="89835"/>
                          <a:pt x="19622" y="93939"/>
                          <a:pt x="29983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99" name="Graphic 83">
                <a:extLst>
                  <a:ext uri="{FF2B5EF4-FFF2-40B4-BE49-F238E27FC236}">
                    <a16:creationId xmlns:a16="http://schemas.microsoft.com/office/drawing/2014/main" id="{E097F79B-EFE6-DC02-D0D7-C1D3CABE3794}"/>
                  </a:ext>
                </a:extLst>
              </p:cNvPr>
              <p:cNvGrpSpPr/>
              <p:nvPr/>
            </p:nvGrpSpPr>
            <p:grpSpPr>
              <a:xfrm>
                <a:off x="4697370" y="4581427"/>
                <a:ext cx="223926" cy="187070"/>
                <a:chOff x="4697370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3CF4B63B-38B2-275E-10A2-8D5BF02951CB}"/>
                    </a:ext>
                  </a:extLst>
                </p:cNvPr>
                <p:cNvSpPr/>
                <p:nvPr/>
              </p:nvSpPr>
              <p:spPr>
                <a:xfrm>
                  <a:off x="4808652" y="4581427"/>
                  <a:ext cx="12686" cy="44417"/>
                </a:xfrm>
                <a:custGeom>
                  <a:avLst/>
                  <a:gdLst>
                    <a:gd name="connsiteX0" fmla="*/ 129 w 12686"/>
                    <a:gd name="connsiteY0" fmla="*/ 264 h 44417"/>
                    <a:gd name="connsiteX1" fmla="*/ 129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29" y="264"/>
                      </a:moveTo>
                      <a:lnTo>
                        <a:pt x="129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01" name="Graphic 83">
                  <a:extLst>
                    <a:ext uri="{FF2B5EF4-FFF2-40B4-BE49-F238E27FC236}">
                      <a16:creationId xmlns:a16="http://schemas.microsoft.com/office/drawing/2014/main" id="{3DDD4CA0-EF53-E8A2-7AB8-0E040E30C6F8}"/>
                    </a:ext>
                  </a:extLst>
                </p:cNvPr>
                <p:cNvGrpSpPr/>
                <p:nvPr/>
              </p:nvGrpSpPr>
              <p:grpSpPr>
                <a:xfrm>
                  <a:off x="4697370" y="4672504"/>
                  <a:ext cx="223926" cy="95994"/>
                  <a:chOff x="4697370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02" name="Freeform: Shape 101">
                    <a:extLst>
                      <a:ext uri="{FF2B5EF4-FFF2-40B4-BE49-F238E27FC236}">
                        <a16:creationId xmlns:a16="http://schemas.microsoft.com/office/drawing/2014/main" id="{4A9B2624-2C85-FFA5-352D-C15DA3531ACD}"/>
                      </a:ext>
                    </a:extLst>
                  </p:cNvPr>
                  <p:cNvSpPr/>
                  <p:nvPr/>
                </p:nvSpPr>
                <p:spPr>
                  <a:xfrm flipV="1">
                    <a:off x="4697370" y="4674169"/>
                    <a:ext cx="59843" cy="94328"/>
                  </a:xfrm>
                  <a:custGeom>
                    <a:avLst/>
                    <a:gdLst>
                      <a:gd name="connsiteX0" fmla="*/ 2024 w 59843"/>
                      <a:gd name="connsiteY0" fmla="*/ 92316 h 94328"/>
                      <a:gd name="connsiteX1" fmla="*/ 51144 w 59843"/>
                      <a:gd name="connsiteY1" fmla="*/ 92316 h 94328"/>
                      <a:gd name="connsiteX2" fmla="*/ 51144 w 59843"/>
                      <a:gd name="connsiteY2" fmla="*/ 81767 h 94328"/>
                      <a:gd name="connsiteX3" fmla="*/ 13481 w 59843"/>
                      <a:gd name="connsiteY3" fmla="*/ 81767 h 94328"/>
                      <a:gd name="connsiteX4" fmla="*/ 13481 w 59843"/>
                      <a:gd name="connsiteY4" fmla="*/ 59102 h 94328"/>
                      <a:gd name="connsiteX5" fmla="*/ 18913 w 59843"/>
                      <a:gd name="connsiteY5" fmla="*/ 60490 h 94328"/>
                      <a:gd name="connsiteX6" fmla="*/ 24384 w 59843"/>
                      <a:gd name="connsiteY6" fmla="*/ 60946 h 94328"/>
                      <a:gd name="connsiteX7" fmla="*/ 48904 w 59843"/>
                      <a:gd name="connsiteY7" fmla="*/ 52459 h 94328"/>
                      <a:gd name="connsiteX8" fmla="*/ 57962 w 59843"/>
                      <a:gd name="connsiteY8" fmla="*/ 29476 h 94328"/>
                      <a:gd name="connsiteX9" fmla="*/ 48666 w 59843"/>
                      <a:gd name="connsiteY9" fmla="*/ 6256 h 94328"/>
                      <a:gd name="connsiteX10" fmla="*/ 22461 w 59843"/>
                      <a:gd name="connsiteY10" fmla="*/ -2013 h 94328"/>
                      <a:gd name="connsiteX11" fmla="*/ 10587 w 59843"/>
                      <a:gd name="connsiteY11" fmla="*/ -1021 h 94328"/>
                      <a:gd name="connsiteX12" fmla="*/ -1881 w 59843"/>
                      <a:gd name="connsiteY12" fmla="*/ 1953 h 94328"/>
                      <a:gd name="connsiteX13" fmla="*/ -1881 w 59843"/>
                      <a:gd name="connsiteY13" fmla="*/ 14545 h 94328"/>
                      <a:gd name="connsiteX14" fmla="*/ 9636 w 59843"/>
                      <a:gd name="connsiteY14" fmla="*/ 10024 h 94328"/>
                      <a:gd name="connsiteX15" fmla="*/ 22203 w 59843"/>
                      <a:gd name="connsiteY15" fmla="*/ 8537 h 94328"/>
                      <a:gd name="connsiteX16" fmla="*/ 39171 w 59843"/>
                      <a:gd name="connsiteY16" fmla="*/ 14168 h 94328"/>
                      <a:gd name="connsiteX17" fmla="*/ 45435 w 59843"/>
                      <a:gd name="connsiteY17" fmla="*/ 29476 h 94328"/>
                      <a:gd name="connsiteX18" fmla="*/ 39171 w 59843"/>
                      <a:gd name="connsiteY18" fmla="*/ 44765 h 94328"/>
                      <a:gd name="connsiteX19" fmla="*/ 22203 w 59843"/>
                      <a:gd name="connsiteY19" fmla="*/ 50416 h 94328"/>
                      <a:gd name="connsiteX20" fmla="*/ 12193 w 59843"/>
                      <a:gd name="connsiteY20" fmla="*/ 49306 h 94328"/>
                      <a:gd name="connsiteX21" fmla="*/ 2024 w 59843"/>
                      <a:gd name="connsiteY21" fmla="*/ 45836 h 94328"/>
                      <a:gd name="connsiteX22" fmla="*/ 2024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24" y="92316"/>
                        </a:moveTo>
                        <a:lnTo>
                          <a:pt x="51144" y="92316"/>
                        </a:lnTo>
                        <a:lnTo>
                          <a:pt x="51144" y="81767"/>
                        </a:lnTo>
                        <a:lnTo>
                          <a:pt x="13481" y="81767"/>
                        </a:lnTo>
                        <a:lnTo>
                          <a:pt x="13481" y="59102"/>
                        </a:lnTo>
                        <a:cubicBezTo>
                          <a:pt x="15292" y="59723"/>
                          <a:pt x="17102" y="60186"/>
                          <a:pt x="18913" y="60490"/>
                        </a:cubicBezTo>
                        <a:cubicBezTo>
                          <a:pt x="20736" y="60794"/>
                          <a:pt x="22560" y="60946"/>
                          <a:pt x="24384" y="60946"/>
                        </a:cubicBezTo>
                        <a:cubicBezTo>
                          <a:pt x="34704" y="60946"/>
                          <a:pt x="42878" y="58117"/>
                          <a:pt x="48904" y="52459"/>
                        </a:cubicBezTo>
                        <a:cubicBezTo>
                          <a:pt x="54943" y="46801"/>
                          <a:pt x="57962" y="39140"/>
                          <a:pt x="57962" y="29476"/>
                        </a:cubicBezTo>
                        <a:cubicBezTo>
                          <a:pt x="57962" y="19522"/>
                          <a:pt x="54864" y="11782"/>
                          <a:pt x="48666" y="6256"/>
                        </a:cubicBezTo>
                        <a:cubicBezTo>
                          <a:pt x="42468" y="744"/>
                          <a:pt x="33733" y="-2013"/>
                          <a:pt x="22461" y="-2013"/>
                        </a:cubicBezTo>
                        <a:cubicBezTo>
                          <a:pt x="18576" y="-2013"/>
                          <a:pt x="14618" y="-1682"/>
                          <a:pt x="10587" y="-1021"/>
                        </a:cubicBezTo>
                        <a:cubicBezTo>
                          <a:pt x="6570" y="-360"/>
                          <a:pt x="2414" y="631"/>
                          <a:pt x="-1881" y="1953"/>
                        </a:cubicBezTo>
                        <a:lnTo>
                          <a:pt x="-1881" y="14545"/>
                        </a:lnTo>
                        <a:cubicBezTo>
                          <a:pt x="1832" y="12522"/>
                          <a:pt x="5671" y="11015"/>
                          <a:pt x="9636" y="10024"/>
                        </a:cubicBezTo>
                        <a:cubicBezTo>
                          <a:pt x="13600" y="9032"/>
                          <a:pt x="17789" y="8537"/>
                          <a:pt x="22203" y="8537"/>
                        </a:cubicBezTo>
                        <a:cubicBezTo>
                          <a:pt x="29352" y="8537"/>
                          <a:pt x="35008" y="10414"/>
                          <a:pt x="39171" y="14168"/>
                        </a:cubicBezTo>
                        <a:cubicBezTo>
                          <a:pt x="43347" y="17923"/>
                          <a:pt x="45435" y="23025"/>
                          <a:pt x="45435" y="29476"/>
                        </a:cubicBezTo>
                        <a:cubicBezTo>
                          <a:pt x="45435" y="35914"/>
                          <a:pt x="43347" y="41011"/>
                          <a:pt x="39171" y="44765"/>
                        </a:cubicBezTo>
                        <a:cubicBezTo>
                          <a:pt x="35008" y="48533"/>
                          <a:pt x="29352" y="50416"/>
                          <a:pt x="22203" y="50416"/>
                        </a:cubicBezTo>
                        <a:cubicBezTo>
                          <a:pt x="18860" y="50416"/>
                          <a:pt x="15523" y="50046"/>
                          <a:pt x="12193" y="49306"/>
                        </a:cubicBezTo>
                        <a:cubicBezTo>
                          <a:pt x="8876" y="48566"/>
                          <a:pt x="5486" y="47409"/>
                          <a:pt x="2024" y="45836"/>
                        </a:cubicBezTo>
                        <a:lnTo>
                          <a:pt x="2024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03" name="Freeform: Shape 102">
                    <a:extLst>
                      <a:ext uri="{FF2B5EF4-FFF2-40B4-BE49-F238E27FC236}">
                        <a16:creationId xmlns:a16="http://schemas.microsoft.com/office/drawing/2014/main" id="{AEBCF70C-F623-8B75-F7F3-5D82B96D2410}"/>
                      </a:ext>
                    </a:extLst>
                  </p:cNvPr>
                  <p:cNvSpPr/>
                  <p:nvPr/>
                </p:nvSpPr>
                <p:spPr>
                  <a:xfrm flipV="1">
                    <a:off x="4777588" y="4672504"/>
                    <a:ext cx="58713" cy="94189"/>
                  </a:xfrm>
                  <a:custGeom>
                    <a:avLst/>
                    <a:gdLst>
                      <a:gd name="connsiteX0" fmla="*/ 13224 w 58713"/>
                      <a:gd name="connsiteY0" fmla="*/ 8429 h 94189"/>
                      <a:gd name="connsiteX1" fmla="*/ 56892 w 58713"/>
                      <a:gd name="connsiteY1" fmla="*/ 8429 h 94189"/>
                      <a:gd name="connsiteX2" fmla="*/ 56892 w 58713"/>
                      <a:gd name="connsiteY2" fmla="*/ -2100 h 94189"/>
                      <a:gd name="connsiteX3" fmla="*/ -1821 w 58713"/>
                      <a:gd name="connsiteY3" fmla="*/ -2100 h 94189"/>
                      <a:gd name="connsiteX4" fmla="*/ -1821 w 58713"/>
                      <a:gd name="connsiteY4" fmla="*/ 8429 h 94189"/>
                      <a:gd name="connsiteX5" fmla="*/ 17585 w 58713"/>
                      <a:gd name="connsiteY5" fmla="*/ 28219 h 94189"/>
                      <a:gd name="connsiteX6" fmla="*/ 33046 w 58713"/>
                      <a:gd name="connsiteY6" fmla="*/ 44261 h 94189"/>
                      <a:gd name="connsiteX7" fmla="*/ 41431 w 58713"/>
                      <a:gd name="connsiteY7" fmla="*/ 55683 h 94189"/>
                      <a:gd name="connsiteX8" fmla="*/ 43829 w 58713"/>
                      <a:gd name="connsiteY8" fmla="*/ 64883 h 94189"/>
                      <a:gd name="connsiteX9" fmla="*/ 38656 w 58713"/>
                      <a:gd name="connsiteY9" fmla="*/ 76900 h 94189"/>
                      <a:gd name="connsiteX10" fmla="*/ 25177 w 58713"/>
                      <a:gd name="connsiteY10" fmla="*/ 81560 h 94189"/>
                      <a:gd name="connsiteX11" fmla="*/ 12748 w 58713"/>
                      <a:gd name="connsiteY11" fmla="*/ 79518 h 94189"/>
                      <a:gd name="connsiteX12" fmla="*/ -1207 w 58713"/>
                      <a:gd name="connsiteY12" fmla="*/ 73311 h 94189"/>
                      <a:gd name="connsiteX13" fmla="*/ -1207 w 58713"/>
                      <a:gd name="connsiteY13" fmla="*/ 85962 h 94189"/>
                      <a:gd name="connsiteX14" fmla="*/ 12907 w 58713"/>
                      <a:gd name="connsiteY14" fmla="*/ 90543 h 94189"/>
                      <a:gd name="connsiteX15" fmla="*/ 24939 w 58713"/>
                      <a:gd name="connsiteY15" fmla="*/ 92089 h 94189"/>
                      <a:gd name="connsiteX16" fmla="*/ 47853 w 58713"/>
                      <a:gd name="connsiteY16" fmla="*/ 84891 h 94189"/>
                      <a:gd name="connsiteX17" fmla="*/ 56397 w 58713"/>
                      <a:gd name="connsiteY17" fmla="*/ 65696 h 94189"/>
                      <a:gd name="connsiteX18" fmla="*/ 54256 w 58713"/>
                      <a:gd name="connsiteY18" fmla="*/ 54870 h 94189"/>
                      <a:gd name="connsiteX19" fmla="*/ 46486 w 58713"/>
                      <a:gd name="connsiteY19" fmla="*/ 42833 h 94189"/>
                      <a:gd name="connsiteX20" fmla="*/ 36634 w 58713"/>
                      <a:gd name="connsiteY20" fmla="*/ 32443 h 94189"/>
                      <a:gd name="connsiteX21" fmla="*/ 13224 w 58713"/>
                      <a:gd name="connsiteY21" fmla="*/ 8429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224" y="8429"/>
                        </a:moveTo>
                        <a:lnTo>
                          <a:pt x="56892" y="8429"/>
                        </a:lnTo>
                        <a:lnTo>
                          <a:pt x="56892" y="-2100"/>
                        </a:lnTo>
                        <a:lnTo>
                          <a:pt x="-1821" y="-2100"/>
                        </a:lnTo>
                        <a:lnTo>
                          <a:pt x="-1821" y="8429"/>
                        </a:lnTo>
                        <a:cubicBezTo>
                          <a:pt x="2923" y="13347"/>
                          <a:pt x="9392" y="19943"/>
                          <a:pt x="17585" y="28219"/>
                        </a:cubicBezTo>
                        <a:cubicBezTo>
                          <a:pt x="25791" y="36508"/>
                          <a:pt x="30945" y="41855"/>
                          <a:pt x="33046" y="44261"/>
                        </a:cubicBezTo>
                        <a:cubicBezTo>
                          <a:pt x="37050" y="48756"/>
                          <a:pt x="39845" y="52563"/>
                          <a:pt x="41431" y="55683"/>
                        </a:cubicBezTo>
                        <a:cubicBezTo>
                          <a:pt x="43030" y="58802"/>
                          <a:pt x="43829" y="61869"/>
                          <a:pt x="43829" y="64883"/>
                        </a:cubicBezTo>
                        <a:cubicBezTo>
                          <a:pt x="43829" y="69801"/>
                          <a:pt x="42105" y="73807"/>
                          <a:pt x="38656" y="76900"/>
                        </a:cubicBezTo>
                        <a:cubicBezTo>
                          <a:pt x="35207" y="80007"/>
                          <a:pt x="30714" y="81560"/>
                          <a:pt x="25177" y="81560"/>
                        </a:cubicBezTo>
                        <a:cubicBezTo>
                          <a:pt x="21252" y="81560"/>
                          <a:pt x="17109" y="80879"/>
                          <a:pt x="12748" y="79518"/>
                        </a:cubicBezTo>
                        <a:cubicBezTo>
                          <a:pt x="8401" y="78156"/>
                          <a:pt x="3749" y="76087"/>
                          <a:pt x="-1207" y="73311"/>
                        </a:cubicBezTo>
                        <a:lnTo>
                          <a:pt x="-1207" y="85962"/>
                        </a:lnTo>
                        <a:cubicBezTo>
                          <a:pt x="3828" y="87985"/>
                          <a:pt x="8533" y="89512"/>
                          <a:pt x="12907" y="90543"/>
                        </a:cubicBezTo>
                        <a:cubicBezTo>
                          <a:pt x="17294" y="91574"/>
                          <a:pt x="21305" y="92089"/>
                          <a:pt x="24939" y="92089"/>
                        </a:cubicBezTo>
                        <a:cubicBezTo>
                          <a:pt x="34520" y="92089"/>
                          <a:pt x="42158" y="89690"/>
                          <a:pt x="47853" y="84891"/>
                        </a:cubicBezTo>
                        <a:cubicBezTo>
                          <a:pt x="53549" y="80106"/>
                          <a:pt x="56397" y="73708"/>
                          <a:pt x="56397" y="65696"/>
                        </a:cubicBezTo>
                        <a:cubicBezTo>
                          <a:pt x="56397" y="61889"/>
                          <a:pt x="55683" y="58280"/>
                          <a:pt x="54256" y="54870"/>
                        </a:cubicBezTo>
                        <a:cubicBezTo>
                          <a:pt x="52842" y="51472"/>
                          <a:pt x="50252" y="47460"/>
                          <a:pt x="46486" y="42833"/>
                        </a:cubicBezTo>
                        <a:cubicBezTo>
                          <a:pt x="45455" y="41630"/>
                          <a:pt x="42171" y="38167"/>
                          <a:pt x="36634" y="32443"/>
                        </a:cubicBezTo>
                        <a:cubicBezTo>
                          <a:pt x="31110" y="26718"/>
                          <a:pt x="23307" y="18714"/>
                          <a:pt x="13224" y="84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04" name="Freeform: Shape 103">
                    <a:extLst>
                      <a:ext uri="{FF2B5EF4-FFF2-40B4-BE49-F238E27FC236}">
                        <a16:creationId xmlns:a16="http://schemas.microsoft.com/office/drawing/2014/main" id="{CAB93713-1D06-5E22-C4DD-485A6CDBD3A4}"/>
                      </a:ext>
                    </a:extLst>
                  </p:cNvPr>
                  <p:cNvSpPr/>
                  <p:nvPr/>
                </p:nvSpPr>
                <p:spPr>
                  <a:xfrm flipV="1">
                    <a:off x="4857370" y="4672504"/>
                    <a:ext cx="63926" cy="95994"/>
                  </a:xfrm>
                  <a:custGeom>
                    <a:avLst/>
                    <a:gdLst>
                      <a:gd name="connsiteX0" fmla="*/ 30054 w 63926"/>
                      <a:gd name="connsiteY0" fmla="*/ 84025 h 95994"/>
                      <a:gd name="connsiteX1" fmla="*/ 15525 w 63926"/>
                      <a:gd name="connsiteY1" fmla="*/ 74507 h 95994"/>
                      <a:gd name="connsiteX2" fmla="*/ 10668 w 63926"/>
                      <a:gd name="connsiteY2" fmla="*/ 45913 h 95994"/>
                      <a:gd name="connsiteX3" fmla="*/ 15525 w 63926"/>
                      <a:gd name="connsiteY3" fmla="*/ 17378 h 95994"/>
                      <a:gd name="connsiteX4" fmla="*/ 30054 w 63926"/>
                      <a:gd name="connsiteY4" fmla="*/ 7860 h 95994"/>
                      <a:gd name="connsiteX5" fmla="*/ 44643 w 63926"/>
                      <a:gd name="connsiteY5" fmla="*/ 17378 h 95994"/>
                      <a:gd name="connsiteX6" fmla="*/ 49520 w 63926"/>
                      <a:gd name="connsiteY6" fmla="*/ 45913 h 95994"/>
                      <a:gd name="connsiteX7" fmla="*/ 44643 w 63926"/>
                      <a:gd name="connsiteY7" fmla="*/ 74507 h 95994"/>
                      <a:gd name="connsiteX8" fmla="*/ 30054 w 63926"/>
                      <a:gd name="connsiteY8" fmla="*/ 84025 h 95994"/>
                      <a:gd name="connsiteX9" fmla="*/ 30054 w 63926"/>
                      <a:gd name="connsiteY9" fmla="*/ 93939 h 95994"/>
                      <a:gd name="connsiteX10" fmla="*/ 53821 w 63926"/>
                      <a:gd name="connsiteY10" fmla="*/ 81625 h 95994"/>
                      <a:gd name="connsiteX11" fmla="*/ 62028 w 63926"/>
                      <a:gd name="connsiteY11" fmla="*/ 45913 h 95994"/>
                      <a:gd name="connsiteX12" fmla="*/ 53821 w 63926"/>
                      <a:gd name="connsiteY12" fmla="*/ 10240 h 95994"/>
                      <a:gd name="connsiteX13" fmla="*/ 30054 w 63926"/>
                      <a:gd name="connsiteY13" fmla="*/ -2055 h 95994"/>
                      <a:gd name="connsiteX14" fmla="*/ 6307 w 63926"/>
                      <a:gd name="connsiteY14" fmla="*/ 10240 h 95994"/>
                      <a:gd name="connsiteX15" fmla="*/ -1899 w 63926"/>
                      <a:gd name="connsiteY15" fmla="*/ 45913 h 95994"/>
                      <a:gd name="connsiteX16" fmla="*/ 6307 w 63926"/>
                      <a:gd name="connsiteY16" fmla="*/ 81625 h 95994"/>
                      <a:gd name="connsiteX17" fmla="*/ 3005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54" y="84025"/>
                        </a:moveTo>
                        <a:cubicBezTo>
                          <a:pt x="23619" y="84025"/>
                          <a:pt x="18775" y="80852"/>
                          <a:pt x="15525" y="74507"/>
                        </a:cubicBezTo>
                        <a:cubicBezTo>
                          <a:pt x="12287" y="68174"/>
                          <a:pt x="10668" y="58643"/>
                          <a:pt x="10668" y="45913"/>
                        </a:cubicBezTo>
                        <a:cubicBezTo>
                          <a:pt x="10668" y="33235"/>
                          <a:pt x="12287" y="23724"/>
                          <a:pt x="15525" y="17378"/>
                        </a:cubicBezTo>
                        <a:cubicBezTo>
                          <a:pt x="18775" y="11033"/>
                          <a:pt x="23619" y="7860"/>
                          <a:pt x="30054" y="7860"/>
                        </a:cubicBezTo>
                        <a:cubicBezTo>
                          <a:pt x="36543" y="7860"/>
                          <a:pt x="41406" y="11033"/>
                          <a:pt x="44643" y="17378"/>
                        </a:cubicBezTo>
                        <a:cubicBezTo>
                          <a:pt x="47894" y="23724"/>
                          <a:pt x="49520" y="33235"/>
                          <a:pt x="49520" y="45913"/>
                        </a:cubicBezTo>
                        <a:cubicBezTo>
                          <a:pt x="49520" y="58643"/>
                          <a:pt x="47894" y="68174"/>
                          <a:pt x="44643" y="74507"/>
                        </a:cubicBezTo>
                        <a:cubicBezTo>
                          <a:pt x="41406" y="80852"/>
                          <a:pt x="36543" y="84025"/>
                          <a:pt x="30054" y="84025"/>
                        </a:cubicBezTo>
                        <a:close/>
                        <a:moveTo>
                          <a:pt x="30054" y="93939"/>
                        </a:moveTo>
                        <a:cubicBezTo>
                          <a:pt x="40428" y="93939"/>
                          <a:pt x="48350" y="89835"/>
                          <a:pt x="53821" y="81625"/>
                        </a:cubicBezTo>
                        <a:cubicBezTo>
                          <a:pt x="59292" y="73429"/>
                          <a:pt x="62028" y="61525"/>
                          <a:pt x="62028" y="45913"/>
                        </a:cubicBezTo>
                        <a:cubicBezTo>
                          <a:pt x="62028" y="30340"/>
                          <a:pt x="59292" y="18449"/>
                          <a:pt x="53821" y="10240"/>
                        </a:cubicBezTo>
                        <a:cubicBezTo>
                          <a:pt x="48350" y="2043"/>
                          <a:pt x="40428" y="-2055"/>
                          <a:pt x="30054" y="-2055"/>
                        </a:cubicBezTo>
                        <a:cubicBezTo>
                          <a:pt x="19694" y="-2055"/>
                          <a:pt x="11778" y="2043"/>
                          <a:pt x="6307" y="10240"/>
                        </a:cubicBezTo>
                        <a:cubicBezTo>
                          <a:pt x="836" y="18449"/>
                          <a:pt x="-1899" y="30340"/>
                          <a:pt x="-1899" y="45913"/>
                        </a:cubicBezTo>
                        <a:cubicBezTo>
                          <a:pt x="-1899" y="61525"/>
                          <a:pt x="836" y="73429"/>
                          <a:pt x="6307" y="81625"/>
                        </a:cubicBezTo>
                        <a:cubicBezTo>
                          <a:pt x="11778" y="89835"/>
                          <a:pt x="19694" y="93939"/>
                          <a:pt x="3005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05" name="Graphic 83">
                <a:extLst>
                  <a:ext uri="{FF2B5EF4-FFF2-40B4-BE49-F238E27FC236}">
                    <a16:creationId xmlns:a16="http://schemas.microsoft.com/office/drawing/2014/main" id="{14E4A651-5DDB-27D2-E71C-94121CE3301D}"/>
                  </a:ext>
                </a:extLst>
              </p:cNvPr>
              <p:cNvGrpSpPr/>
              <p:nvPr/>
            </p:nvGrpSpPr>
            <p:grpSpPr>
              <a:xfrm>
                <a:off x="5603471" y="4581427"/>
                <a:ext cx="223926" cy="187070"/>
                <a:chOff x="5603471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F3C62FDE-1736-1D41-9E09-CD72F94EE61C}"/>
                    </a:ext>
                  </a:extLst>
                </p:cNvPr>
                <p:cNvSpPr/>
                <p:nvPr/>
              </p:nvSpPr>
              <p:spPr>
                <a:xfrm>
                  <a:off x="5714753" y="4581427"/>
                  <a:ext cx="12686" cy="44417"/>
                </a:xfrm>
                <a:custGeom>
                  <a:avLst/>
                  <a:gdLst>
                    <a:gd name="connsiteX0" fmla="*/ 200 w 12686"/>
                    <a:gd name="connsiteY0" fmla="*/ 264 h 44417"/>
                    <a:gd name="connsiteX1" fmla="*/ 200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00" y="264"/>
                      </a:moveTo>
                      <a:lnTo>
                        <a:pt x="200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07" name="Graphic 83">
                  <a:extLst>
                    <a:ext uri="{FF2B5EF4-FFF2-40B4-BE49-F238E27FC236}">
                      <a16:creationId xmlns:a16="http://schemas.microsoft.com/office/drawing/2014/main" id="{FE462295-B389-D345-E90D-18F7C7C90D2B}"/>
                    </a:ext>
                  </a:extLst>
                </p:cNvPr>
                <p:cNvGrpSpPr/>
                <p:nvPr/>
              </p:nvGrpSpPr>
              <p:grpSpPr>
                <a:xfrm>
                  <a:off x="5603471" y="4672504"/>
                  <a:ext cx="223926" cy="95994"/>
                  <a:chOff x="5603471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08" name="Freeform: Shape 107">
                    <a:extLst>
                      <a:ext uri="{FF2B5EF4-FFF2-40B4-BE49-F238E27FC236}">
                        <a16:creationId xmlns:a16="http://schemas.microsoft.com/office/drawing/2014/main" id="{EB4E20CE-1762-6C42-7E63-6F5663F9553D}"/>
                      </a:ext>
                    </a:extLst>
                  </p:cNvPr>
                  <p:cNvSpPr/>
                  <p:nvPr/>
                </p:nvSpPr>
                <p:spPr>
                  <a:xfrm flipV="1">
                    <a:off x="5603471" y="4674169"/>
                    <a:ext cx="59843" cy="94328"/>
                  </a:xfrm>
                  <a:custGeom>
                    <a:avLst/>
                    <a:gdLst>
                      <a:gd name="connsiteX0" fmla="*/ 2096 w 59843"/>
                      <a:gd name="connsiteY0" fmla="*/ 92316 h 94328"/>
                      <a:gd name="connsiteX1" fmla="*/ 51215 w 59843"/>
                      <a:gd name="connsiteY1" fmla="*/ 92316 h 94328"/>
                      <a:gd name="connsiteX2" fmla="*/ 51215 w 59843"/>
                      <a:gd name="connsiteY2" fmla="*/ 81767 h 94328"/>
                      <a:gd name="connsiteX3" fmla="*/ 13553 w 59843"/>
                      <a:gd name="connsiteY3" fmla="*/ 81767 h 94328"/>
                      <a:gd name="connsiteX4" fmla="*/ 13553 w 59843"/>
                      <a:gd name="connsiteY4" fmla="*/ 59102 h 94328"/>
                      <a:gd name="connsiteX5" fmla="*/ 18984 w 59843"/>
                      <a:gd name="connsiteY5" fmla="*/ 60490 h 94328"/>
                      <a:gd name="connsiteX6" fmla="*/ 24455 w 59843"/>
                      <a:gd name="connsiteY6" fmla="*/ 60946 h 94328"/>
                      <a:gd name="connsiteX7" fmla="*/ 48975 w 59843"/>
                      <a:gd name="connsiteY7" fmla="*/ 52459 h 94328"/>
                      <a:gd name="connsiteX8" fmla="*/ 58034 w 59843"/>
                      <a:gd name="connsiteY8" fmla="*/ 29476 h 94328"/>
                      <a:gd name="connsiteX9" fmla="*/ 48737 w 59843"/>
                      <a:gd name="connsiteY9" fmla="*/ 6256 h 94328"/>
                      <a:gd name="connsiteX10" fmla="*/ 22532 w 59843"/>
                      <a:gd name="connsiteY10" fmla="*/ -2013 h 94328"/>
                      <a:gd name="connsiteX11" fmla="*/ 10659 w 59843"/>
                      <a:gd name="connsiteY11" fmla="*/ -1021 h 94328"/>
                      <a:gd name="connsiteX12" fmla="*/ -1809 w 59843"/>
                      <a:gd name="connsiteY12" fmla="*/ 1953 h 94328"/>
                      <a:gd name="connsiteX13" fmla="*/ -1809 w 59843"/>
                      <a:gd name="connsiteY13" fmla="*/ 14545 h 94328"/>
                      <a:gd name="connsiteX14" fmla="*/ 9707 w 59843"/>
                      <a:gd name="connsiteY14" fmla="*/ 10024 h 94328"/>
                      <a:gd name="connsiteX15" fmla="*/ 22275 w 59843"/>
                      <a:gd name="connsiteY15" fmla="*/ 8537 h 94328"/>
                      <a:gd name="connsiteX16" fmla="*/ 39242 w 59843"/>
                      <a:gd name="connsiteY16" fmla="*/ 14168 h 94328"/>
                      <a:gd name="connsiteX17" fmla="*/ 45506 w 59843"/>
                      <a:gd name="connsiteY17" fmla="*/ 29476 h 94328"/>
                      <a:gd name="connsiteX18" fmla="*/ 39242 w 59843"/>
                      <a:gd name="connsiteY18" fmla="*/ 44765 h 94328"/>
                      <a:gd name="connsiteX19" fmla="*/ 22275 w 59843"/>
                      <a:gd name="connsiteY19" fmla="*/ 50416 h 94328"/>
                      <a:gd name="connsiteX20" fmla="*/ 12264 w 59843"/>
                      <a:gd name="connsiteY20" fmla="*/ 49306 h 94328"/>
                      <a:gd name="connsiteX21" fmla="*/ 2096 w 59843"/>
                      <a:gd name="connsiteY21" fmla="*/ 45836 h 94328"/>
                      <a:gd name="connsiteX22" fmla="*/ 2096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96" y="92316"/>
                        </a:moveTo>
                        <a:lnTo>
                          <a:pt x="51215" y="92316"/>
                        </a:lnTo>
                        <a:lnTo>
                          <a:pt x="51215" y="81767"/>
                        </a:lnTo>
                        <a:lnTo>
                          <a:pt x="13553" y="81767"/>
                        </a:lnTo>
                        <a:lnTo>
                          <a:pt x="13553" y="59102"/>
                        </a:lnTo>
                        <a:cubicBezTo>
                          <a:pt x="15363" y="59723"/>
                          <a:pt x="17174" y="60186"/>
                          <a:pt x="18984" y="60490"/>
                        </a:cubicBezTo>
                        <a:cubicBezTo>
                          <a:pt x="20808" y="60794"/>
                          <a:pt x="22631" y="60946"/>
                          <a:pt x="24455" y="60946"/>
                        </a:cubicBezTo>
                        <a:cubicBezTo>
                          <a:pt x="34776" y="60946"/>
                          <a:pt x="42949" y="58117"/>
                          <a:pt x="48975" y="52459"/>
                        </a:cubicBezTo>
                        <a:cubicBezTo>
                          <a:pt x="55014" y="46801"/>
                          <a:pt x="58034" y="39140"/>
                          <a:pt x="58034" y="29476"/>
                        </a:cubicBezTo>
                        <a:cubicBezTo>
                          <a:pt x="58034" y="19522"/>
                          <a:pt x="54935" y="11782"/>
                          <a:pt x="48737" y="6256"/>
                        </a:cubicBezTo>
                        <a:cubicBezTo>
                          <a:pt x="42539" y="744"/>
                          <a:pt x="33804" y="-2013"/>
                          <a:pt x="22532" y="-2013"/>
                        </a:cubicBezTo>
                        <a:cubicBezTo>
                          <a:pt x="18647" y="-2013"/>
                          <a:pt x="14689" y="-1682"/>
                          <a:pt x="10659" y="-1021"/>
                        </a:cubicBezTo>
                        <a:cubicBezTo>
                          <a:pt x="6641" y="-360"/>
                          <a:pt x="2485" y="631"/>
                          <a:pt x="-1809" y="1953"/>
                        </a:cubicBezTo>
                        <a:lnTo>
                          <a:pt x="-1809" y="14545"/>
                        </a:lnTo>
                        <a:cubicBezTo>
                          <a:pt x="1904" y="12522"/>
                          <a:pt x="5743" y="11015"/>
                          <a:pt x="9707" y="10024"/>
                        </a:cubicBezTo>
                        <a:cubicBezTo>
                          <a:pt x="13672" y="9032"/>
                          <a:pt x="17861" y="8537"/>
                          <a:pt x="22275" y="8537"/>
                        </a:cubicBezTo>
                        <a:cubicBezTo>
                          <a:pt x="29424" y="8537"/>
                          <a:pt x="35080" y="10414"/>
                          <a:pt x="39242" y="14168"/>
                        </a:cubicBezTo>
                        <a:cubicBezTo>
                          <a:pt x="43418" y="17923"/>
                          <a:pt x="45506" y="23025"/>
                          <a:pt x="45506" y="29476"/>
                        </a:cubicBezTo>
                        <a:cubicBezTo>
                          <a:pt x="45506" y="35914"/>
                          <a:pt x="43418" y="41011"/>
                          <a:pt x="39242" y="44765"/>
                        </a:cubicBezTo>
                        <a:cubicBezTo>
                          <a:pt x="35080" y="48533"/>
                          <a:pt x="29424" y="50416"/>
                          <a:pt x="22275" y="50416"/>
                        </a:cubicBezTo>
                        <a:cubicBezTo>
                          <a:pt x="18931" y="50416"/>
                          <a:pt x="15594" y="50046"/>
                          <a:pt x="12264" y="49306"/>
                        </a:cubicBezTo>
                        <a:cubicBezTo>
                          <a:pt x="8947" y="48566"/>
                          <a:pt x="5558" y="47409"/>
                          <a:pt x="2096" y="45836"/>
                        </a:cubicBezTo>
                        <a:lnTo>
                          <a:pt x="2096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09" name="Freeform: Shape 108">
                    <a:extLst>
                      <a:ext uri="{FF2B5EF4-FFF2-40B4-BE49-F238E27FC236}">
                        <a16:creationId xmlns:a16="http://schemas.microsoft.com/office/drawing/2014/main" id="{D5E7BF57-593F-423F-A430-56E354833002}"/>
                      </a:ext>
                    </a:extLst>
                  </p:cNvPr>
                  <p:cNvSpPr/>
                  <p:nvPr/>
                </p:nvSpPr>
                <p:spPr>
                  <a:xfrm flipV="1">
                    <a:off x="5680597" y="4674169"/>
                    <a:ext cx="67395" cy="92524"/>
                  </a:xfrm>
                  <a:custGeom>
                    <a:avLst/>
                    <a:gdLst>
                      <a:gd name="connsiteX0" fmla="*/ 39933 w 67395"/>
                      <a:gd name="connsiteY0" fmla="*/ 79560 h 92524"/>
                      <a:gd name="connsiteX1" fmla="*/ 8336 w 67395"/>
                      <a:gd name="connsiteY1" fmla="*/ 30165 h 92524"/>
                      <a:gd name="connsiteX2" fmla="*/ 39933 w 67395"/>
                      <a:gd name="connsiteY2" fmla="*/ 30165 h 92524"/>
                      <a:gd name="connsiteX3" fmla="*/ 39933 w 67395"/>
                      <a:gd name="connsiteY3" fmla="*/ 79560 h 92524"/>
                      <a:gd name="connsiteX4" fmla="*/ 36643 w 67395"/>
                      <a:gd name="connsiteY4" fmla="*/ 90466 h 92524"/>
                      <a:gd name="connsiteX5" fmla="*/ 52381 w 67395"/>
                      <a:gd name="connsiteY5" fmla="*/ 90466 h 92524"/>
                      <a:gd name="connsiteX6" fmla="*/ 52381 w 67395"/>
                      <a:gd name="connsiteY6" fmla="*/ 30165 h 92524"/>
                      <a:gd name="connsiteX7" fmla="*/ 65583 w 67395"/>
                      <a:gd name="connsiteY7" fmla="*/ 30165 h 92524"/>
                      <a:gd name="connsiteX8" fmla="*/ 65583 w 67395"/>
                      <a:gd name="connsiteY8" fmla="*/ 19754 h 92524"/>
                      <a:gd name="connsiteX9" fmla="*/ 52381 w 67395"/>
                      <a:gd name="connsiteY9" fmla="*/ 19754 h 92524"/>
                      <a:gd name="connsiteX10" fmla="*/ 52381 w 67395"/>
                      <a:gd name="connsiteY10" fmla="*/ -2058 h 92524"/>
                      <a:gd name="connsiteX11" fmla="*/ 39933 w 67395"/>
                      <a:gd name="connsiteY11" fmla="*/ -2058 h 92524"/>
                      <a:gd name="connsiteX12" fmla="*/ 39933 w 67395"/>
                      <a:gd name="connsiteY12" fmla="*/ 19754 h 92524"/>
                      <a:gd name="connsiteX13" fmla="*/ -1813 w 67395"/>
                      <a:gd name="connsiteY13" fmla="*/ 19754 h 92524"/>
                      <a:gd name="connsiteX14" fmla="*/ -1813 w 67395"/>
                      <a:gd name="connsiteY14" fmla="*/ 31830 h 92524"/>
                      <a:gd name="connsiteX15" fmla="*/ 36643 w 67395"/>
                      <a:gd name="connsiteY15" fmla="*/ 9046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933" y="79560"/>
                        </a:moveTo>
                        <a:lnTo>
                          <a:pt x="8336" y="30165"/>
                        </a:lnTo>
                        <a:lnTo>
                          <a:pt x="39933" y="30165"/>
                        </a:lnTo>
                        <a:lnTo>
                          <a:pt x="39933" y="79560"/>
                        </a:lnTo>
                        <a:close/>
                        <a:moveTo>
                          <a:pt x="36643" y="90466"/>
                        </a:moveTo>
                        <a:lnTo>
                          <a:pt x="52381" y="90466"/>
                        </a:lnTo>
                        <a:lnTo>
                          <a:pt x="52381" y="30165"/>
                        </a:lnTo>
                        <a:lnTo>
                          <a:pt x="65583" y="30165"/>
                        </a:lnTo>
                        <a:lnTo>
                          <a:pt x="65583" y="19754"/>
                        </a:lnTo>
                        <a:lnTo>
                          <a:pt x="52381" y="19754"/>
                        </a:lnTo>
                        <a:lnTo>
                          <a:pt x="52381" y="-2058"/>
                        </a:lnTo>
                        <a:lnTo>
                          <a:pt x="39933" y="-2058"/>
                        </a:lnTo>
                        <a:lnTo>
                          <a:pt x="39933" y="19754"/>
                        </a:lnTo>
                        <a:lnTo>
                          <a:pt x="-1813" y="19754"/>
                        </a:lnTo>
                        <a:lnTo>
                          <a:pt x="-1813" y="31830"/>
                        </a:lnTo>
                        <a:lnTo>
                          <a:pt x="36643" y="904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10" name="Freeform: Shape 109">
                    <a:extLst>
                      <a:ext uri="{FF2B5EF4-FFF2-40B4-BE49-F238E27FC236}">
                        <a16:creationId xmlns:a16="http://schemas.microsoft.com/office/drawing/2014/main" id="{42FFE009-C764-C6A4-A28E-B3EC1766F961}"/>
                      </a:ext>
                    </a:extLst>
                  </p:cNvPr>
                  <p:cNvSpPr/>
                  <p:nvPr/>
                </p:nvSpPr>
                <p:spPr>
                  <a:xfrm flipV="1">
                    <a:off x="5763471" y="4672504"/>
                    <a:ext cx="63926" cy="95994"/>
                  </a:xfrm>
                  <a:custGeom>
                    <a:avLst/>
                    <a:gdLst>
                      <a:gd name="connsiteX0" fmla="*/ 30126 w 63926"/>
                      <a:gd name="connsiteY0" fmla="*/ 84025 h 95994"/>
                      <a:gd name="connsiteX1" fmla="*/ 15596 w 63926"/>
                      <a:gd name="connsiteY1" fmla="*/ 74507 h 95994"/>
                      <a:gd name="connsiteX2" fmla="*/ 10740 w 63926"/>
                      <a:gd name="connsiteY2" fmla="*/ 45913 h 95994"/>
                      <a:gd name="connsiteX3" fmla="*/ 15596 w 63926"/>
                      <a:gd name="connsiteY3" fmla="*/ 17378 h 95994"/>
                      <a:gd name="connsiteX4" fmla="*/ 30126 w 63926"/>
                      <a:gd name="connsiteY4" fmla="*/ 7860 h 95994"/>
                      <a:gd name="connsiteX5" fmla="*/ 44715 w 63926"/>
                      <a:gd name="connsiteY5" fmla="*/ 17378 h 95994"/>
                      <a:gd name="connsiteX6" fmla="*/ 49591 w 63926"/>
                      <a:gd name="connsiteY6" fmla="*/ 45913 h 95994"/>
                      <a:gd name="connsiteX7" fmla="*/ 44715 w 63926"/>
                      <a:gd name="connsiteY7" fmla="*/ 74507 h 95994"/>
                      <a:gd name="connsiteX8" fmla="*/ 30126 w 63926"/>
                      <a:gd name="connsiteY8" fmla="*/ 84025 h 95994"/>
                      <a:gd name="connsiteX9" fmla="*/ 30126 w 63926"/>
                      <a:gd name="connsiteY9" fmla="*/ 93939 h 95994"/>
                      <a:gd name="connsiteX10" fmla="*/ 53893 w 63926"/>
                      <a:gd name="connsiteY10" fmla="*/ 81625 h 95994"/>
                      <a:gd name="connsiteX11" fmla="*/ 62099 w 63926"/>
                      <a:gd name="connsiteY11" fmla="*/ 45913 h 95994"/>
                      <a:gd name="connsiteX12" fmla="*/ 53893 w 63926"/>
                      <a:gd name="connsiteY12" fmla="*/ 10240 h 95994"/>
                      <a:gd name="connsiteX13" fmla="*/ 30126 w 63926"/>
                      <a:gd name="connsiteY13" fmla="*/ -2055 h 95994"/>
                      <a:gd name="connsiteX14" fmla="*/ 6379 w 63926"/>
                      <a:gd name="connsiteY14" fmla="*/ 10240 h 95994"/>
                      <a:gd name="connsiteX15" fmla="*/ -1828 w 63926"/>
                      <a:gd name="connsiteY15" fmla="*/ 45913 h 95994"/>
                      <a:gd name="connsiteX16" fmla="*/ 6379 w 63926"/>
                      <a:gd name="connsiteY16" fmla="*/ 81625 h 95994"/>
                      <a:gd name="connsiteX17" fmla="*/ 30126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26" y="84025"/>
                        </a:moveTo>
                        <a:cubicBezTo>
                          <a:pt x="23690" y="84025"/>
                          <a:pt x="18847" y="80852"/>
                          <a:pt x="15596" y="74507"/>
                        </a:cubicBezTo>
                        <a:cubicBezTo>
                          <a:pt x="12358" y="68174"/>
                          <a:pt x="10740" y="58643"/>
                          <a:pt x="10740" y="45913"/>
                        </a:cubicBezTo>
                        <a:cubicBezTo>
                          <a:pt x="10740" y="33235"/>
                          <a:pt x="12358" y="23724"/>
                          <a:pt x="15596" y="17378"/>
                        </a:cubicBezTo>
                        <a:cubicBezTo>
                          <a:pt x="18847" y="11033"/>
                          <a:pt x="23690" y="7860"/>
                          <a:pt x="30126" y="7860"/>
                        </a:cubicBezTo>
                        <a:cubicBezTo>
                          <a:pt x="36614" y="7860"/>
                          <a:pt x="41477" y="11033"/>
                          <a:pt x="44715" y="17378"/>
                        </a:cubicBezTo>
                        <a:cubicBezTo>
                          <a:pt x="47966" y="23724"/>
                          <a:pt x="49591" y="33235"/>
                          <a:pt x="49591" y="45913"/>
                        </a:cubicBezTo>
                        <a:cubicBezTo>
                          <a:pt x="49591" y="58643"/>
                          <a:pt x="47966" y="68174"/>
                          <a:pt x="44715" y="74507"/>
                        </a:cubicBezTo>
                        <a:cubicBezTo>
                          <a:pt x="41477" y="80852"/>
                          <a:pt x="36614" y="84025"/>
                          <a:pt x="30126" y="84025"/>
                        </a:cubicBezTo>
                        <a:close/>
                        <a:moveTo>
                          <a:pt x="30126" y="93939"/>
                        </a:moveTo>
                        <a:cubicBezTo>
                          <a:pt x="40499" y="93939"/>
                          <a:pt x="48422" y="89835"/>
                          <a:pt x="53893" y="81625"/>
                        </a:cubicBezTo>
                        <a:cubicBezTo>
                          <a:pt x="59364" y="73429"/>
                          <a:pt x="62099" y="61525"/>
                          <a:pt x="62099" y="45913"/>
                        </a:cubicBezTo>
                        <a:cubicBezTo>
                          <a:pt x="62099" y="30340"/>
                          <a:pt x="59364" y="18449"/>
                          <a:pt x="53893" y="10240"/>
                        </a:cubicBezTo>
                        <a:cubicBezTo>
                          <a:pt x="48422" y="2043"/>
                          <a:pt x="40499" y="-2055"/>
                          <a:pt x="30126" y="-2055"/>
                        </a:cubicBezTo>
                        <a:cubicBezTo>
                          <a:pt x="19765" y="-2055"/>
                          <a:pt x="11850" y="2043"/>
                          <a:pt x="6379" y="10240"/>
                        </a:cubicBezTo>
                        <a:cubicBezTo>
                          <a:pt x="908" y="18449"/>
                          <a:pt x="-1828" y="30340"/>
                          <a:pt x="-1828" y="45913"/>
                        </a:cubicBezTo>
                        <a:cubicBezTo>
                          <a:pt x="-1828" y="61525"/>
                          <a:pt x="908" y="73429"/>
                          <a:pt x="6379" y="81625"/>
                        </a:cubicBezTo>
                        <a:cubicBezTo>
                          <a:pt x="11850" y="89835"/>
                          <a:pt x="19765" y="93939"/>
                          <a:pt x="30126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11" name="Graphic 83">
                <a:extLst>
                  <a:ext uri="{FF2B5EF4-FFF2-40B4-BE49-F238E27FC236}">
                    <a16:creationId xmlns:a16="http://schemas.microsoft.com/office/drawing/2014/main" id="{EDAE0746-CFF8-7DA5-DDF8-AF8BC840E3D9}"/>
                  </a:ext>
                </a:extLst>
              </p:cNvPr>
              <p:cNvGrpSpPr/>
              <p:nvPr/>
            </p:nvGrpSpPr>
            <p:grpSpPr>
              <a:xfrm>
                <a:off x="6509572" y="4581427"/>
                <a:ext cx="223926" cy="187070"/>
                <a:chOff x="6509572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911F76F9-B76F-FFD7-778F-7EDD0C4D4D04}"/>
                    </a:ext>
                  </a:extLst>
                </p:cNvPr>
                <p:cNvSpPr/>
                <p:nvPr/>
              </p:nvSpPr>
              <p:spPr>
                <a:xfrm>
                  <a:off x="6620854" y="4581427"/>
                  <a:ext cx="12686" cy="44417"/>
                </a:xfrm>
                <a:custGeom>
                  <a:avLst/>
                  <a:gdLst>
                    <a:gd name="connsiteX0" fmla="*/ 272 w 12686"/>
                    <a:gd name="connsiteY0" fmla="*/ 264 h 44417"/>
                    <a:gd name="connsiteX1" fmla="*/ 272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72" y="264"/>
                      </a:moveTo>
                      <a:lnTo>
                        <a:pt x="272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13" name="Graphic 83">
                  <a:extLst>
                    <a:ext uri="{FF2B5EF4-FFF2-40B4-BE49-F238E27FC236}">
                      <a16:creationId xmlns:a16="http://schemas.microsoft.com/office/drawing/2014/main" id="{1AB58511-0C33-4F3E-1E99-B1E92148BFFF}"/>
                    </a:ext>
                  </a:extLst>
                </p:cNvPr>
                <p:cNvGrpSpPr/>
                <p:nvPr/>
              </p:nvGrpSpPr>
              <p:grpSpPr>
                <a:xfrm>
                  <a:off x="6509572" y="4672504"/>
                  <a:ext cx="223926" cy="95994"/>
                  <a:chOff x="6509572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14" name="Freeform: Shape 113">
                    <a:extLst>
                      <a:ext uri="{FF2B5EF4-FFF2-40B4-BE49-F238E27FC236}">
                        <a16:creationId xmlns:a16="http://schemas.microsoft.com/office/drawing/2014/main" id="{8A25AEBF-E5E3-641E-7D47-6B086305FB34}"/>
                      </a:ext>
                    </a:extLst>
                  </p:cNvPr>
                  <p:cNvSpPr/>
                  <p:nvPr/>
                </p:nvSpPr>
                <p:spPr>
                  <a:xfrm flipV="1">
                    <a:off x="6509572" y="4674169"/>
                    <a:ext cx="59843" cy="94328"/>
                  </a:xfrm>
                  <a:custGeom>
                    <a:avLst/>
                    <a:gdLst>
                      <a:gd name="connsiteX0" fmla="*/ 2167 w 59843"/>
                      <a:gd name="connsiteY0" fmla="*/ 92316 h 94328"/>
                      <a:gd name="connsiteX1" fmla="*/ 51286 w 59843"/>
                      <a:gd name="connsiteY1" fmla="*/ 92316 h 94328"/>
                      <a:gd name="connsiteX2" fmla="*/ 51286 w 59843"/>
                      <a:gd name="connsiteY2" fmla="*/ 81767 h 94328"/>
                      <a:gd name="connsiteX3" fmla="*/ 13624 w 59843"/>
                      <a:gd name="connsiteY3" fmla="*/ 81767 h 94328"/>
                      <a:gd name="connsiteX4" fmla="*/ 13624 w 59843"/>
                      <a:gd name="connsiteY4" fmla="*/ 59102 h 94328"/>
                      <a:gd name="connsiteX5" fmla="*/ 19055 w 59843"/>
                      <a:gd name="connsiteY5" fmla="*/ 60490 h 94328"/>
                      <a:gd name="connsiteX6" fmla="*/ 24526 w 59843"/>
                      <a:gd name="connsiteY6" fmla="*/ 60946 h 94328"/>
                      <a:gd name="connsiteX7" fmla="*/ 49047 w 59843"/>
                      <a:gd name="connsiteY7" fmla="*/ 52459 h 94328"/>
                      <a:gd name="connsiteX8" fmla="*/ 58105 w 59843"/>
                      <a:gd name="connsiteY8" fmla="*/ 29476 h 94328"/>
                      <a:gd name="connsiteX9" fmla="*/ 48809 w 59843"/>
                      <a:gd name="connsiteY9" fmla="*/ 6256 h 94328"/>
                      <a:gd name="connsiteX10" fmla="*/ 22604 w 59843"/>
                      <a:gd name="connsiteY10" fmla="*/ -2013 h 94328"/>
                      <a:gd name="connsiteX11" fmla="*/ 10730 w 59843"/>
                      <a:gd name="connsiteY11" fmla="*/ -1021 h 94328"/>
                      <a:gd name="connsiteX12" fmla="*/ -1738 w 59843"/>
                      <a:gd name="connsiteY12" fmla="*/ 1953 h 94328"/>
                      <a:gd name="connsiteX13" fmla="*/ -1738 w 59843"/>
                      <a:gd name="connsiteY13" fmla="*/ 14545 h 94328"/>
                      <a:gd name="connsiteX14" fmla="*/ 9779 w 59843"/>
                      <a:gd name="connsiteY14" fmla="*/ 10024 h 94328"/>
                      <a:gd name="connsiteX15" fmla="*/ 22346 w 59843"/>
                      <a:gd name="connsiteY15" fmla="*/ 8537 h 94328"/>
                      <a:gd name="connsiteX16" fmla="*/ 39314 w 59843"/>
                      <a:gd name="connsiteY16" fmla="*/ 14168 h 94328"/>
                      <a:gd name="connsiteX17" fmla="*/ 45578 w 59843"/>
                      <a:gd name="connsiteY17" fmla="*/ 29476 h 94328"/>
                      <a:gd name="connsiteX18" fmla="*/ 39314 w 59843"/>
                      <a:gd name="connsiteY18" fmla="*/ 44765 h 94328"/>
                      <a:gd name="connsiteX19" fmla="*/ 22346 w 59843"/>
                      <a:gd name="connsiteY19" fmla="*/ 50416 h 94328"/>
                      <a:gd name="connsiteX20" fmla="*/ 12336 w 59843"/>
                      <a:gd name="connsiteY20" fmla="*/ 49306 h 94328"/>
                      <a:gd name="connsiteX21" fmla="*/ 2167 w 59843"/>
                      <a:gd name="connsiteY21" fmla="*/ 45836 h 94328"/>
                      <a:gd name="connsiteX22" fmla="*/ 2167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67" y="92316"/>
                        </a:moveTo>
                        <a:lnTo>
                          <a:pt x="51286" y="92316"/>
                        </a:lnTo>
                        <a:lnTo>
                          <a:pt x="51286" y="81767"/>
                        </a:lnTo>
                        <a:lnTo>
                          <a:pt x="13624" y="81767"/>
                        </a:lnTo>
                        <a:lnTo>
                          <a:pt x="13624" y="59102"/>
                        </a:lnTo>
                        <a:cubicBezTo>
                          <a:pt x="15435" y="59723"/>
                          <a:pt x="17245" y="60186"/>
                          <a:pt x="19055" y="60490"/>
                        </a:cubicBezTo>
                        <a:cubicBezTo>
                          <a:pt x="20879" y="60794"/>
                          <a:pt x="22703" y="60946"/>
                          <a:pt x="24526" y="60946"/>
                        </a:cubicBezTo>
                        <a:cubicBezTo>
                          <a:pt x="34847" y="60946"/>
                          <a:pt x="43021" y="58117"/>
                          <a:pt x="49047" y="52459"/>
                        </a:cubicBezTo>
                        <a:cubicBezTo>
                          <a:pt x="55086" y="46801"/>
                          <a:pt x="58105" y="39140"/>
                          <a:pt x="58105" y="29476"/>
                        </a:cubicBezTo>
                        <a:cubicBezTo>
                          <a:pt x="58105" y="19522"/>
                          <a:pt x="55006" y="11782"/>
                          <a:pt x="48809" y="6256"/>
                        </a:cubicBezTo>
                        <a:cubicBezTo>
                          <a:pt x="42611" y="744"/>
                          <a:pt x="33876" y="-2013"/>
                          <a:pt x="22604" y="-2013"/>
                        </a:cubicBezTo>
                        <a:cubicBezTo>
                          <a:pt x="18718" y="-2013"/>
                          <a:pt x="14761" y="-1682"/>
                          <a:pt x="10730" y="-1021"/>
                        </a:cubicBezTo>
                        <a:cubicBezTo>
                          <a:pt x="6713" y="-360"/>
                          <a:pt x="2557" y="631"/>
                          <a:pt x="-1738" y="1953"/>
                        </a:cubicBezTo>
                        <a:lnTo>
                          <a:pt x="-1738" y="14545"/>
                        </a:lnTo>
                        <a:cubicBezTo>
                          <a:pt x="1975" y="12522"/>
                          <a:pt x="5814" y="11015"/>
                          <a:pt x="9779" y="10024"/>
                        </a:cubicBezTo>
                        <a:cubicBezTo>
                          <a:pt x="13743" y="9032"/>
                          <a:pt x="17932" y="8537"/>
                          <a:pt x="22346" y="8537"/>
                        </a:cubicBezTo>
                        <a:cubicBezTo>
                          <a:pt x="29495" y="8537"/>
                          <a:pt x="35151" y="10414"/>
                          <a:pt x="39314" y="14168"/>
                        </a:cubicBezTo>
                        <a:cubicBezTo>
                          <a:pt x="43490" y="17923"/>
                          <a:pt x="45578" y="23025"/>
                          <a:pt x="45578" y="29476"/>
                        </a:cubicBezTo>
                        <a:cubicBezTo>
                          <a:pt x="45578" y="35914"/>
                          <a:pt x="43490" y="41011"/>
                          <a:pt x="39314" y="44765"/>
                        </a:cubicBezTo>
                        <a:cubicBezTo>
                          <a:pt x="35151" y="48533"/>
                          <a:pt x="29495" y="50416"/>
                          <a:pt x="22346" y="50416"/>
                        </a:cubicBezTo>
                        <a:cubicBezTo>
                          <a:pt x="19003" y="50416"/>
                          <a:pt x="15666" y="50046"/>
                          <a:pt x="12336" y="49306"/>
                        </a:cubicBezTo>
                        <a:cubicBezTo>
                          <a:pt x="9019" y="48566"/>
                          <a:pt x="5629" y="47409"/>
                          <a:pt x="2167" y="45836"/>
                        </a:cubicBezTo>
                        <a:lnTo>
                          <a:pt x="2167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15" name="Freeform: Shape 114">
                    <a:extLst>
                      <a:ext uri="{FF2B5EF4-FFF2-40B4-BE49-F238E27FC236}">
                        <a16:creationId xmlns:a16="http://schemas.microsoft.com/office/drawing/2014/main" id="{D03B27EC-9685-54B5-FDFF-C548331F6B80}"/>
                      </a:ext>
                    </a:extLst>
                  </p:cNvPr>
                  <p:cNvSpPr/>
                  <p:nvPr/>
                </p:nvSpPr>
                <p:spPr>
                  <a:xfrm flipV="1">
                    <a:off x="6589354" y="4672504"/>
                    <a:ext cx="63867" cy="95994"/>
                  </a:xfrm>
                  <a:custGeom>
                    <a:avLst/>
                    <a:gdLst>
                      <a:gd name="connsiteX0" fmla="*/ 31238 w 63867"/>
                      <a:gd name="connsiteY0" fmla="*/ 50989 h 95994"/>
                      <a:gd name="connsiteX1" fmla="*/ 17878 w 63867"/>
                      <a:gd name="connsiteY1" fmla="*/ 45219 h 95994"/>
                      <a:gd name="connsiteX2" fmla="*/ 12962 w 63867"/>
                      <a:gd name="connsiteY2" fmla="*/ 29434 h 95994"/>
                      <a:gd name="connsiteX3" fmla="*/ 17878 w 63867"/>
                      <a:gd name="connsiteY3" fmla="*/ 13650 h 95994"/>
                      <a:gd name="connsiteX4" fmla="*/ 31238 w 63867"/>
                      <a:gd name="connsiteY4" fmla="*/ 7860 h 95994"/>
                      <a:gd name="connsiteX5" fmla="*/ 44578 w 63867"/>
                      <a:gd name="connsiteY5" fmla="*/ 13650 h 95994"/>
                      <a:gd name="connsiteX6" fmla="*/ 49494 w 63867"/>
                      <a:gd name="connsiteY6" fmla="*/ 29434 h 95994"/>
                      <a:gd name="connsiteX7" fmla="*/ 44578 w 63867"/>
                      <a:gd name="connsiteY7" fmla="*/ 45219 h 95994"/>
                      <a:gd name="connsiteX8" fmla="*/ 31238 w 63867"/>
                      <a:gd name="connsiteY8" fmla="*/ 50989 h 95994"/>
                      <a:gd name="connsiteX9" fmla="*/ 56075 w 63867"/>
                      <a:gd name="connsiteY9" fmla="*/ 90231 h 95994"/>
                      <a:gd name="connsiteX10" fmla="*/ 56075 w 63867"/>
                      <a:gd name="connsiteY10" fmla="*/ 78829 h 95994"/>
                      <a:gd name="connsiteX11" fmla="*/ 46560 w 63867"/>
                      <a:gd name="connsiteY11" fmla="*/ 82220 h 95994"/>
                      <a:gd name="connsiteX12" fmla="*/ 37046 w 63867"/>
                      <a:gd name="connsiteY12" fmla="*/ 83410 h 95994"/>
                      <a:gd name="connsiteX13" fmla="*/ 18115 w 63867"/>
                      <a:gd name="connsiteY13" fmla="*/ 75042 h 95994"/>
                      <a:gd name="connsiteX14" fmla="*/ 10662 w 63867"/>
                      <a:gd name="connsiteY14" fmla="*/ 49760 h 95994"/>
                      <a:gd name="connsiteX15" fmla="*/ 19820 w 63867"/>
                      <a:gd name="connsiteY15" fmla="*/ 58028 h 95994"/>
                      <a:gd name="connsiteX16" fmla="*/ 31971 w 63867"/>
                      <a:gd name="connsiteY16" fmla="*/ 60904 h 95994"/>
                      <a:gd name="connsiteX17" fmla="*/ 53994 w 63867"/>
                      <a:gd name="connsiteY17" fmla="*/ 52436 h 95994"/>
                      <a:gd name="connsiteX18" fmla="*/ 62081 w 63867"/>
                      <a:gd name="connsiteY18" fmla="*/ 29434 h 95994"/>
                      <a:gd name="connsiteX19" fmla="*/ 53657 w 63867"/>
                      <a:gd name="connsiteY19" fmla="*/ 6551 h 95994"/>
                      <a:gd name="connsiteX20" fmla="*/ 31238 w 63867"/>
                      <a:gd name="connsiteY20" fmla="*/ -2055 h 95994"/>
                      <a:gd name="connsiteX21" fmla="*/ 6698 w 63867"/>
                      <a:gd name="connsiteY21" fmla="*/ 10240 h 95994"/>
                      <a:gd name="connsiteX22" fmla="*/ -1786 w 63867"/>
                      <a:gd name="connsiteY22" fmla="*/ 45913 h 95994"/>
                      <a:gd name="connsiteX23" fmla="*/ 8621 w 63867"/>
                      <a:gd name="connsiteY23" fmla="*/ 80892 h 95994"/>
                      <a:gd name="connsiteX24" fmla="*/ 36550 w 63867"/>
                      <a:gd name="connsiteY24" fmla="*/ 93939 h 95994"/>
                      <a:gd name="connsiteX25" fmla="*/ 46065 w 63867"/>
                      <a:gd name="connsiteY25" fmla="*/ 93007 h 95994"/>
                      <a:gd name="connsiteX26" fmla="*/ 56075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238" y="50989"/>
                        </a:moveTo>
                        <a:cubicBezTo>
                          <a:pt x="25621" y="50989"/>
                          <a:pt x="21168" y="49065"/>
                          <a:pt x="17878" y="45219"/>
                        </a:cubicBezTo>
                        <a:cubicBezTo>
                          <a:pt x="14600" y="41385"/>
                          <a:pt x="12962" y="36123"/>
                          <a:pt x="12962" y="29434"/>
                        </a:cubicBezTo>
                        <a:cubicBezTo>
                          <a:pt x="12962" y="22785"/>
                          <a:pt x="14600" y="17524"/>
                          <a:pt x="17878" y="13650"/>
                        </a:cubicBezTo>
                        <a:cubicBezTo>
                          <a:pt x="21168" y="9790"/>
                          <a:pt x="25621" y="7860"/>
                          <a:pt x="31238" y="7860"/>
                        </a:cubicBezTo>
                        <a:cubicBezTo>
                          <a:pt x="36854" y="7860"/>
                          <a:pt x="41301" y="9790"/>
                          <a:pt x="44578" y="13650"/>
                        </a:cubicBezTo>
                        <a:cubicBezTo>
                          <a:pt x="47855" y="17524"/>
                          <a:pt x="49494" y="22785"/>
                          <a:pt x="49494" y="29434"/>
                        </a:cubicBezTo>
                        <a:cubicBezTo>
                          <a:pt x="49494" y="36123"/>
                          <a:pt x="47855" y="41385"/>
                          <a:pt x="44578" y="45219"/>
                        </a:cubicBezTo>
                        <a:cubicBezTo>
                          <a:pt x="41301" y="49065"/>
                          <a:pt x="36854" y="50989"/>
                          <a:pt x="31238" y="50989"/>
                        </a:cubicBezTo>
                        <a:close/>
                        <a:moveTo>
                          <a:pt x="56075" y="90231"/>
                        </a:moveTo>
                        <a:lnTo>
                          <a:pt x="56075" y="78829"/>
                        </a:lnTo>
                        <a:cubicBezTo>
                          <a:pt x="52930" y="80310"/>
                          <a:pt x="49758" y="81440"/>
                          <a:pt x="46560" y="82220"/>
                        </a:cubicBezTo>
                        <a:cubicBezTo>
                          <a:pt x="43362" y="83013"/>
                          <a:pt x="40191" y="83410"/>
                          <a:pt x="37046" y="83410"/>
                        </a:cubicBezTo>
                        <a:cubicBezTo>
                          <a:pt x="28786" y="83410"/>
                          <a:pt x="22476" y="80621"/>
                          <a:pt x="18115" y="75042"/>
                        </a:cubicBezTo>
                        <a:cubicBezTo>
                          <a:pt x="13768" y="69463"/>
                          <a:pt x="11283" y="61036"/>
                          <a:pt x="10662" y="49760"/>
                        </a:cubicBezTo>
                        <a:cubicBezTo>
                          <a:pt x="13094" y="53355"/>
                          <a:pt x="16146" y="56112"/>
                          <a:pt x="19820" y="58028"/>
                        </a:cubicBezTo>
                        <a:cubicBezTo>
                          <a:pt x="23507" y="59945"/>
                          <a:pt x="27557" y="60904"/>
                          <a:pt x="31971" y="60904"/>
                        </a:cubicBezTo>
                        <a:cubicBezTo>
                          <a:pt x="41261" y="60904"/>
                          <a:pt x="48602" y="58081"/>
                          <a:pt x="53994" y="52436"/>
                        </a:cubicBezTo>
                        <a:cubicBezTo>
                          <a:pt x="59385" y="46805"/>
                          <a:pt x="62081" y="39138"/>
                          <a:pt x="62081" y="29434"/>
                        </a:cubicBezTo>
                        <a:cubicBezTo>
                          <a:pt x="62081" y="19929"/>
                          <a:pt x="59273" y="12302"/>
                          <a:pt x="53657" y="6551"/>
                        </a:cubicBezTo>
                        <a:cubicBezTo>
                          <a:pt x="48040" y="814"/>
                          <a:pt x="40567" y="-2055"/>
                          <a:pt x="31238" y="-2055"/>
                        </a:cubicBezTo>
                        <a:cubicBezTo>
                          <a:pt x="20534" y="-2055"/>
                          <a:pt x="12354" y="2043"/>
                          <a:pt x="6698" y="10240"/>
                        </a:cubicBezTo>
                        <a:cubicBezTo>
                          <a:pt x="1042" y="18449"/>
                          <a:pt x="-1786" y="30340"/>
                          <a:pt x="-1786" y="45913"/>
                        </a:cubicBezTo>
                        <a:cubicBezTo>
                          <a:pt x="-1786" y="60534"/>
                          <a:pt x="1683" y="72193"/>
                          <a:pt x="8621" y="80892"/>
                        </a:cubicBezTo>
                        <a:cubicBezTo>
                          <a:pt x="15558" y="89590"/>
                          <a:pt x="24868" y="93939"/>
                          <a:pt x="36550" y="93939"/>
                        </a:cubicBezTo>
                        <a:cubicBezTo>
                          <a:pt x="39695" y="93939"/>
                          <a:pt x="42867" y="93629"/>
                          <a:pt x="46065" y="93007"/>
                        </a:cubicBezTo>
                        <a:cubicBezTo>
                          <a:pt x="49263" y="92386"/>
                          <a:pt x="52599" y="91461"/>
                          <a:pt x="56075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16" name="Freeform: Shape 115">
                    <a:extLst>
                      <a:ext uri="{FF2B5EF4-FFF2-40B4-BE49-F238E27FC236}">
                        <a16:creationId xmlns:a16="http://schemas.microsoft.com/office/drawing/2014/main" id="{BC171FC5-D746-77AA-9970-72DB71B6F141}"/>
                      </a:ext>
                    </a:extLst>
                  </p:cNvPr>
                  <p:cNvSpPr/>
                  <p:nvPr/>
                </p:nvSpPr>
                <p:spPr>
                  <a:xfrm flipV="1">
                    <a:off x="6669572" y="4672504"/>
                    <a:ext cx="63926" cy="95994"/>
                  </a:xfrm>
                  <a:custGeom>
                    <a:avLst/>
                    <a:gdLst>
                      <a:gd name="connsiteX0" fmla="*/ 30197 w 63926"/>
                      <a:gd name="connsiteY0" fmla="*/ 84025 h 95994"/>
                      <a:gd name="connsiteX1" fmla="*/ 15667 w 63926"/>
                      <a:gd name="connsiteY1" fmla="*/ 74507 h 95994"/>
                      <a:gd name="connsiteX2" fmla="*/ 10811 w 63926"/>
                      <a:gd name="connsiteY2" fmla="*/ 45913 h 95994"/>
                      <a:gd name="connsiteX3" fmla="*/ 15667 w 63926"/>
                      <a:gd name="connsiteY3" fmla="*/ 17378 h 95994"/>
                      <a:gd name="connsiteX4" fmla="*/ 30197 w 63926"/>
                      <a:gd name="connsiteY4" fmla="*/ 7860 h 95994"/>
                      <a:gd name="connsiteX5" fmla="*/ 44786 w 63926"/>
                      <a:gd name="connsiteY5" fmla="*/ 17378 h 95994"/>
                      <a:gd name="connsiteX6" fmla="*/ 49663 w 63926"/>
                      <a:gd name="connsiteY6" fmla="*/ 45913 h 95994"/>
                      <a:gd name="connsiteX7" fmla="*/ 44786 w 63926"/>
                      <a:gd name="connsiteY7" fmla="*/ 74507 h 95994"/>
                      <a:gd name="connsiteX8" fmla="*/ 30197 w 63926"/>
                      <a:gd name="connsiteY8" fmla="*/ 84025 h 95994"/>
                      <a:gd name="connsiteX9" fmla="*/ 30197 w 63926"/>
                      <a:gd name="connsiteY9" fmla="*/ 93939 h 95994"/>
                      <a:gd name="connsiteX10" fmla="*/ 53964 w 63926"/>
                      <a:gd name="connsiteY10" fmla="*/ 81625 h 95994"/>
                      <a:gd name="connsiteX11" fmla="*/ 62170 w 63926"/>
                      <a:gd name="connsiteY11" fmla="*/ 45913 h 95994"/>
                      <a:gd name="connsiteX12" fmla="*/ 53964 w 63926"/>
                      <a:gd name="connsiteY12" fmla="*/ 10240 h 95994"/>
                      <a:gd name="connsiteX13" fmla="*/ 30197 w 63926"/>
                      <a:gd name="connsiteY13" fmla="*/ -2055 h 95994"/>
                      <a:gd name="connsiteX14" fmla="*/ 6450 w 63926"/>
                      <a:gd name="connsiteY14" fmla="*/ 10240 h 95994"/>
                      <a:gd name="connsiteX15" fmla="*/ -1756 w 63926"/>
                      <a:gd name="connsiteY15" fmla="*/ 45913 h 95994"/>
                      <a:gd name="connsiteX16" fmla="*/ 6450 w 63926"/>
                      <a:gd name="connsiteY16" fmla="*/ 81625 h 95994"/>
                      <a:gd name="connsiteX17" fmla="*/ 3019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97" y="84025"/>
                        </a:moveTo>
                        <a:cubicBezTo>
                          <a:pt x="23762" y="84025"/>
                          <a:pt x="18918" y="80852"/>
                          <a:pt x="15667" y="74507"/>
                        </a:cubicBezTo>
                        <a:cubicBezTo>
                          <a:pt x="12430" y="68174"/>
                          <a:pt x="10811" y="58643"/>
                          <a:pt x="10811" y="45913"/>
                        </a:cubicBezTo>
                        <a:cubicBezTo>
                          <a:pt x="10811" y="33235"/>
                          <a:pt x="12430" y="23724"/>
                          <a:pt x="15667" y="17378"/>
                        </a:cubicBezTo>
                        <a:cubicBezTo>
                          <a:pt x="18918" y="11033"/>
                          <a:pt x="23762" y="7860"/>
                          <a:pt x="30197" y="7860"/>
                        </a:cubicBezTo>
                        <a:cubicBezTo>
                          <a:pt x="36686" y="7860"/>
                          <a:pt x="41549" y="11033"/>
                          <a:pt x="44786" y="17378"/>
                        </a:cubicBezTo>
                        <a:cubicBezTo>
                          <a:pt x="48037" y="23724"/>
                          <a:pt x="49663" y="33235"/>
                          <a:pt x="49663" y="45913"/>
                        </a:cubicBezTo>
                        <a:cubicBezTo>
                          <a:pt x="49663" y="58643"/>
                          <a:pt x="48037" y="68174"/>
                          <a:pt x="44786" y="74507"/>
                        </a:cubicBezTo>
                        <a:cubicBezTo>
                          <a:pt x="41549" y="80852"/>
                          <a:pt x="36686" y="84025"/>
                          <a:pt x="30197" y="84025"/>
                        </a:cubicBezTo>
                        <a:close/>
                        <a:moveTo>
                          <a:pt x="30197" y="93939"/>
                        </a:moveTo>
                        <a:cubicBezTo>
                          <a:pt x="40571" y="93939"/>
                          <a:pt x="48493" y="89835"/>
                          <a:pt x="53964" y="81625"/>
                        </a:cubicBezTo>
                        <a:cubicBezTo>
                          <a:pt x="59435" y="73429"/>
                          <a:pt x="62170" y="61525"/>
                          <a:pt x="62170" y="45913"/>
                        </a:cubicBezTo>
                        <a:cubicBezTo>
                          <a:pt x="62170" y="30340"/>
                          <a:pt x="59435" y="18449"/>
                          <a:pt x="53964" y="10240"/>
                        </a:cubicBezTo>
                        <a:cubicBezTo>
                          <a:pt x="48493" y="2043"/>
                          <a:pt x="40571" y="-2055"/>
                          <a:pt x="30197" y="-2055"/>
                        </a:cubicBezTo>
                        <a:cubicBezTo>
                          <a:pt x="19837" y="-2055"/>
                          <a:pt x="11921" y="2043"/>
                          <a:pt x="6450" y="10240"/>
                        </a:cubicBezTo>
                        <a:cubicBezTo>
                          <a:pt x="979" y="18449"/>
                          <a:pt x="-1756" y="30340"/>
                          <a:pt x="-1756" y="45913"/>
                        </a:cubicBezTo>
                        <a:cubicBezTo>
                          <a:pt x="-1756" y="61525"/>
                          <a:pt x="979" y="73429"/>
                          <a:pt x="6450" y="81625"/>
                        </a:cubicBezTo>
                        <a:cubicBezTo>
                          <a:pt x="11921" y="89835"/>
                          <a:pt x="19837" y="93939"/>
                          <a:pt x="3019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17" name="Graphic 83">
                <a:extLst>
                  <a:ext uri="{FF2B5EF4-FFF2-40B4-BE49-F238E27FC236}">
                    <a16:creationId xmlns:a16="http://schemas.microsoft.com/office/drawing/2014/main" id="{CC78065A-AC83-342B-B032-E0B890481807}"/>
                  </a:ext>
                </a:extLst>
              </p:cNvPr>
              <p:cNvGrpSpPr/>
              <p:nvPr/>
            </p:nvGrpSpPr>
            <p:grpSpPr>
              <a:xfrm>
                <a:off x="7415673" y="4581427"/>
                <a:ext cx="223926" cy="187070"/>
                <a:chOff x="7415673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50DC6442-18AA-C343-698A-F18DDA7BD4EC}"/>
                    </a:ext>
                  </a:extLst>
                </p:cNvPr>
                <p:cNvSpPr/>
                <p:nvPr/>
              </p:nvSpPr>
              <p:spPr>
                <a:xfrm>
                  <a:off x="7526955" y="4581427"/>
                  <a:ext cx="12686" cy="44417"/>
                </a:xfrm>
                <a:custGeom>
                  <a:avLst/>
                  <a:gdLst>
                    <a:gd name="connsiteX0" fmla="*/ 343 w 12686"/>
                    <a:gd name="connsiteY0" fmla="*/ 264 h 44417"/>
                    <a:gd name="connsiteX1" fmla="*/ 343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43" y="264"/>
                      </a:moveTo>
                      <a:lnTo>
                        <a:pt x="343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19" name="Graphic 83">
                  <a:extLst>
                    <a:ext uri="{FF2B5EF4-FFF2-40B4-BE49-F238E27FC236}">
                      <a16:creationId xmlns:a16="http://schemas.microsoft.com/office/drawing/2014/main" id="{DD52D826-9FEF-2F31-E8B9-E4D778E78B05}"/>
                    </a:ext>
                  </a:extLst>
                </p:cNvPr>
                <p:cNvGrpSpPr/>
                <p:nvPr/>
              </p:nvGrpSpPr>
              <p:grpSpPr>
                <a:xfrm>
                  <a:off x="7415673" y="4672504"/>
                  <a:ext cx="223926" cy="95994"/>
                  <a:chOff x="7415673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20" name="Freeform: Shape 119">
                    <a:extLst>
                      <a:ext uri="{FF2B5EF4-FFF2-40B4-BE49-F238E27FC236}">
                        <a16:creationId xmlns:a16="http://schemas.microsoft.com/office/drawing/2014/main" id="{12DB0C73-B562-F75E-BD49-71692302ECF0}"/>
                      </a:ext>
                    </a:extLst>
                  </p:cNvPr>
                  <p:cNvSpPr/>
                  <p:nvPr/>
                </p:nvSpPr>
                <p:spPr>
                  <a:xfrm flipV="1">
                    <a:off x="7415673" y="4674169"/>
                    <a:ext cx="59843" cy="94328"/>
                  </a:xfrm>
                  <a:custGeom>
                    <a:avLst/>
                    <a:gdLst>
                      <a:gd name="connsiteX0" fmla="*/ 2238 w 59843"/>
                      <a:gd name="connsiteY0" fmla="*/ 92316 h 94328"/>
                      <a:gd name="connsiteX1" fmla="*/ 51358 w 59843"/>
                      <a:gd name="connsiteY1" fmla="*/ 92316 h 94328"/>
                      <a:gd name="connsiteX2" fmla="*/ 51358 w 59843"/>
                      <a:gd name="connsiteY2" fmla="*/ 81767 h 94328"/>
                      <a:gd name="connsiteX3" fmla="*/ 13696 w 59843"/>
                      <a:gd name="connsiteY3" fmla="*/ 81767 h 94328"/>
                      <a:gd name="connsiteX4" fmla="*/ 13696 w 59843"/>
                      <a:gd name="connsiteY4" fmla="*/ 59102 h 94328"/>
                      <a:gd name="connsiteX5" fmla="*/ 19127 w 59843"/>
                      <a:gd name="connsiteY5" fmla="*/ 60490 h 94328"/>
                      <a:gd name="connsiteX6" fmla="*/ 24598 w 59843"/>
                      <a:gd name="connsiteY6" fmla="*/ 60946 h 94328"/>
                      <a:gd name="connsiteX7" fmla="*/ 49118 w 59843"/>
                      <a:gd name="connsiteY7" fmla="*/ 52459 h 94328"/>
                      <a:gd name="connsiteX8" fmla="*/ 58177 w 59843"/>
                      <a:gd name="connsiteY8" fmla="*/ 29476 h 94328"/>
                      <a:gd name="connsiteX9" fmla="*/ 48880 w 59843"/>
                      <a:gd name="connsiteY9" fmla="*/ 6256 h 94328"/>
                      <a:gd name="connsiteX10" fmla="*/ 22675 w 59843"/>
                      <a:gd name="connsiteY10" fmla="*/ -2013 h 94328"/>
                      <a:gd name="connsiteX11" fmla="*/ 10802 w 59843"/>
                      <a:gd name="connsiteY11" fmla="*/ -1021 h 94328"/>
                      <a:gd name="connsiteX12" fmla="*/ -1667 w 59843"/>
                      <a:gd name="connsiteY12" fmla="*/ 1953 h 94328"/>
                      <a:gd name="connsiteX13" fmla="*/ -1667 w 59843"/>
                      <a:gd name="connsiteY13" fmla="*/ 14545 h 94328"/>
                      <a:gd name="connsiteX14" fmla="*/ 9850 w 59843"/>
                      <a:gd name="connsiteY14" fmla="*/ 10024 h 94328"/>
                      <a:gd name="connsiteX15" fmla="*/ 22417 w 59843"/>
                      <a:gd name="connsiteY15" fmla="*/ 8537 h 94328"/>
                      <a:gd name="connsiteX16" fmla="*/ 39385 w 59843"/>
                      <a:gd name="connsiteY16" fmla="*/ 14168 h 94328"/>
                      <a:gd name="connsiteX17" fmla="*/ 45649 w 59843"/>
                      <a:gd name="connsiteY17" fmla="*/ 29476 h 94328"/>
                      <a:gd name="connsiteX18" fmla="*/ 39385 w 59843"/>
                      <a:gd name="connsiteY18" fmla="*/ 44765 h 94328"/>
                      <a:gd name="connsiteX19" fmla="*/ 22417 w 59843"/>
                      <a:gd name="connsiteY19" fmla="*/ 50416 h 94328"/>
                      <a:gd name="connsiteX20" fmla="*/ 12407 w 59843"/>
                      <a:gd name="connsiteY20" fmla="*/ 49306 h 94328"/>
                      <a:gd name="connsiteX21" fmla="*/ 2238 w 59843"/>
                      <a:gd name="connsiteY21" fmla="*/ 45836 h 94328"/>
                      <a:gd name="connsiteX22" fmla="*/ 2238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38" y="92316"/>
                        </a:moveTo>
                        <a:lnTo>
                          <a:pt x="51358" y="92316"/>
                        </a:lnTo>
                        <a:lnTo>
                          <a:pt x="51358" y="81767"/>
                        </a:lnTo>
                        <a:lnTo>
                          <a:pt x="13696" y="81767"/>
                        </a:lnTo>
                        <a:lnTo>
                          <a:pt x="13696" y="59102"/>
                        </a:lnTo>
                        <a:cubicBezTo>
                          <a:pt x="15506" y="59723"/>
                          <a:pt x="17316" y="60186"/>
                          <a:pt x="19127" y="60490"/>
                        </a:cubicBezTo>
                        <a:cubicBezTo>
                          <a:pt x="20951" y="60794"/>
                          <a:pt x="22774" y="60946"/>
                          <a:pt x="24598" y="60946"/>
                        </a:cubicBezTo>
                        <a:cubicBezTo>
                          <a:pt x="34919" y="60946"/>
                          <a:pt x="43092" y="58117"/>
                          <a:pt x="49118" y="52459"/>
                        </a:cubicBezTo>
                        <a:cubicBezTo>
                          <a:pt x="55157" y="46801"/>
                          <a:pt x="58177" y="39140"/>
                          <a:pt x="58177" y="29476"/>
                        </a:cubicBezTo>
                        <a:cubicBezTo>
                          <a:pt x="58177" y="19522"/>
                          <a:pt x="55078" y="11782"/>
                          <a:pt x="48880" y="6256"/>
                        </a:cubicBezTo>
                        <a:cubicBezTo>
                          <a:pt x="42682" y="744"/>
                          <a:pt x="33947" y="-2013"/>
                          <a:pt x="22675" y="-2013"/>
                        </a:cubicBezTo>
                        <a:cubicBezTo>
                          <a:pt x="18790" y="-2013"/>
                          <a:pt x="14832" y="-1682"/>
                          <a:pt x="10802" y="-1021"/>
                        </a:cubicBezTo>
                        <a:cubicBezTo>
                          <a:pt x="6784" y="-360"/>
                          <a:pt x="2628" y="631"/>
                          <a:pt x="-1667" y="1953"/>
                        </a:cubicBezTo>
                        <a:lnTo>
                          <a:pt x="-1667" y="14545"/>
                        </a:lnTo>
                        <a:cubicBezTo>
                          <a:pt x="2047" y="12522"/>
                          <a:pt x="5886" y="11015"/>
                          <a:pt x="9850" y="10024"/>
                        </a:cubicBezTo>
                        <a:cubicBezTo>
                          <a:pt x="13815" y="9032"/>
                          <a:pt x="18004" y="8537"/>
                          <a:pt x="22417" y="8537"/>
                        </a:cubicBezTo>
                        <a:cubicBezTo>
                          <a:pt x="29567" y="8537"/>
                          <a:pt x="35223" y="10414"/>
                          <a:pt x="39385" y="14168"/>
                        </a:cubicBezTo>
                        <a:cubicBezTo>
                          <a:pt x="43561" y="17923"/>
                          <a:pt x="45649" y="23025"/>
                          <a:pt x="45649" y="29476"/>
                        </a:cubicBezTo>
                        <a:cubicBezTo>
                          <a:pt x="45649" y="35914"/>
                          <a:pt x="43561" y="41011"/>
                          <a:pt x="39385" y="44765"/>
                        </a:cubicBezTo>
                        <a:cubicBezTo>
                          <a:pt x="35223" y="48533"/>
                          <a:pt x="29567" y="50416"/>
                          <a:pt x="22417" y="50416"/>
                        </a:cubicBezTo>
                        <a:cubicBezTo>
                          <a:pt x="19074" y="50416"/>
                          <a:pt x="15737" y="50046"/>
                          <a:pt x="12407" y="49306"/>
                        </a:cubicBezTo>
                        <a:cubicBezTo>
                          <a:pt x="9090" y="48566"/>
                          <a:pt x="5701" y="47409"/>
                          <a:pt x="2238" y="45836"/>
                        </a:cubicBezTo>
                        <a:lnTo>
                          <a:pt x="2238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21" name="Freeform: Shape 120">
                    <a:extLst>
                      <a:ext uri="{FF2B5EF4-FFF2-40B4-BE49-F238E27FC236}">
                        <a16:creationId xmlns:a16="http://schemas.microsoft.com/office/drawing/2014/main" id="{0902CA3E-2FAE-3D49-4F0F-681BA869A7FB}"/>
                      </a:ext>
                    </a:extLst>
                  </p:cNvPr>
                  <p:cNvSpPr/>
                  <p:nvPr/>
                </p:nvSpPr>
                <p:spPr>
                  <a:xfrm flipV="1">
                    <a:off x="7495197" y="4672504"/>
                    <a:ext cx="63431" cy="95994"/>
                  </a:xfrm>
                  <a:custGeom>
                    <a:avLst/>
                    <a:gdLst>
                      <a:gd name="connsiteX0" fmla="*/ 30025 w 63431"/>
                      <a:gd name="connsiteY0" fmla="*/ 43692 h 95994"/>
                      <a:gd name="connsiteX1" fmla="*/ 15991 w 63431"/>
                      <a:gd name="connsiteY1" fmla="*/ 38913 h 95994"/>
                      <a:gd name="connsiteX2" fmla="*/ 10896 w 63431"/>
                      <a:gd name="connsiteY2" fmla="*/ 25786 h 95994"/>
                      <a:gd name="connsiteX3" fmla="*/ 15991 w 63431"/>
                      <a:gd name="connsiteY3" fmla="*/ 12639 h 95994"/>
                      <a:gd name="connsiteX4" fmla="*/ 30025 w 63431"/>
                      <a:gd name="connsiteY4" fmla="*/ 7860 h 95994"/>
                      <a:gd name="connsiteX5" fmla="*/ 44079 w 63431"/>
                      <a:gd name="connsiteY5" fmla="*/ 12659 h 95994"/>
                      <a:gd name="connsiteX6" fmla="*/ 49233 w 63431"/>
                      <a:gd name="connsiteY6" fmla="*/ 25786 h 95994"/>
                      <a:gd name="connsiteX7" fmla="*/ 44118 w 63431"/>
                      <a:gd name="connsiteY7" fmla="*/ 38913 h 95994"/>
                      <a:gd name="connsiteX8" fmla="*/ 30025 w 63431"/>
                      <a:gd name="connsiteY8" fmla="*/ 43692 h 95994"/>
                      <a:gd name="connsiteX9" fmla="*/ 17517 w 63431"/>
                      <a:gd name="connsiteY9" fmla="*/ 49006 h 95994"/>
                      <a:gd name="connsiteX10" fmla="*/ 4970 w 63431"/>
                      <a:gd name="connsiteY10" fmla="*/ 56502 h 95994"/>
                      <a:gd name="connsiteX11" fmla="*/ 490 w 63431"/>
                      <a:gd name="connsiteY11" fmla="*/ 69966 h 95994"/>
                      <a:gd name="connsiteX12" fmla="*/ 8379 w 63431"/>
                      <a:gd name="connsiteY12" fmla="*/ 87495 h 95994"/>
                      <a:gd name="connsiteX13" fmla="*/ 30025 w 63431"/>
                      <a:gd name="connsiteY13" fmla="*/ 93939 h 95994"/>
                      <a:gd name="connsiteX14" fmla="*/ 51710 w 63431"/>
                      <a:gd name="connsiteY14" fmla="*/ 87495 h 95994"/>
                      <a:gd name="connsiteX15" fmla="*/ 59580 w 63431"/>
                      <a:gd name="connsiteY15" fmla="*/ 69966 h 95994"/>
                      <a:gd name="connsiteX16" fmla="*/ 55080 w 63431"/>
                      <a:gd name="connsiteY16" fmla="*/ 56502 h 95994"/>
                      <a:gd name="connsiteX17" fmla="*/ 42612 w 63431"/>
                      <a:gd name="connsiteY17" fmla="*/ 49006 h 95994"/>
                      <a:gd name="connsiteX18" fmla="*/ 56686 w 63431"/>
                      <a:gd name="connsiteY18" fmla="*/ 40757 h 95994"/>
                      <a:gd name="connsiteX19" fmla="*/ 61740 w 63431"/>
                      <a:gd name="connsiteY19" fmla="*/ 25786 h 95994"/>
                      <a:gd name="connsiteX20" fmla="*/ 53534 w 63431"/>
                      <a:gd name="connsiteY20" fmla="*/ 5124 h 95994"/>
                      <a:gd name="connsiteX21" fmla="*/ 30025 w 63431"/>
                      <a:gd name="connsiteY21" fmla="*/ -2055 h 95994"/>
                      <a:gd name="connsiteX22" fmla="*/ 6516 w 63431"/>
                      <a:gd name="connsiteY22" fmla="*/ 5124 h 95994"/>
                      <a:gd name="connsiteX23" fmla="*/ -1691 w 63431"/>
                      <a:gd name="connsiteY23" fmla="*/ 25786 h 95994"/>
                      <a:gd name="connsiteX24" fmla="*/ 3384 w 63431"/>
                      <a:gd name="connsiteY24" fmla="*/ 40757 h 95994"/>
                      <a:gd name="connsiteX25" fmla="*/ 17517 w 63431"/>
                      <a:gd name="connsiteY25" fmla="*/ 49006 h 95994"/>
                      <a:gd name="connsiteX26" fmla="*/ 12938 w 63431"/>
                      <a:gd name="connsiteY26" fmla="*/ 68776 h 95994"/>
                      <a:gd name="connsiteX27" fmla="*/ 17418 w 63431"/>
                      <a:gd name="connsiteY27" fmla="*/ 57572 h 95994"/>
                      <a:gd name="connsiteX28" fmla="*/ 30025 w 63431"/>
                      <a:gd name="connsiteY28" fmla="*/ 53547 h 95994"/>
                      <a:gd name="connsiteX29" fmla="*/ 42632 w 63431"/>
                      <a:gd name="connsiteY29" fmla="*/ 57572 h 95994"/>
                      <a:gd name="connsiteX30" fmla="*/ 47191 w 63431"/>
                      <a:gd name="connsiteY30" fmla="*/ 68776 h 95994"/>
                      <a:gd name="connsiteX31" fmla="*/ 42632 w 63431"/>
                      <a:gd name="connsiteY31" fmla="*/ 79999 h 95994"/>
                      <a:gd name="connsiteX32" fmla="*/ 30025 w 63431"/>
                      <a:gd name="connsiteY32" fmla="*/ 84025 h 95994"/>
                      <a:gd name="connsiteX33" fmla="*/ 17418 w 63431"/>
                      <a:gd name="connsiteY33" fmla="*/ 79999 h 95994"/>
                      <a:gd name="connsiteX34" fmla="*/ 12938 w 63431"/>
                      <a:gd name="connsiteY34" fmla="*/ 6877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30025" y="43692"/>
                        </a:moveTo>
                        <a:cubicBezTo>
                          <a:pt x="24078" y="43692"/>
                          <a:pt x="19400" y="42099"/>
                          <a:pt x="15991" y="38913"/>
                        </a:cubicBezTo>
                        <a:cubicBezTo>
                          <a:pt x="12595" y="35727"/>
                          <a:pt x="10896" y="31351"/>
                          <a:pt x="10896" y="25786"/>
                        </a:cubicBezTo>
                        <a:cubicBezTo>
                          <a:pt x="10896" y="20207"/>
                          <a:pt x="12595" y="15825"/>
                          <a:pt x="15991" y="12639"/>
                        </a:cubicBezTo>
                        <a:cubicBezTo>
                          <a:pt x="19400" y="9453"/>
                          <a:pt x="24078" y="7860"/>
                          <a:pt x="30025" y="7860"/>
                        </a:cubicBezTo>
                        <a:cubicBezTo>
                          <a:pt x="35972" y="7860"/>
                          <a:pt x="40656" y="9460"/>
                          <a:pt x="44079" y="12659"/>
                        </a:cubicBezTo>
                        <a:cubicBezTo>
                          <a:pt x="47515" y="15871"/>
                          <a:pt x="49233" y="20247"/>
                          <a:pt x="49233" y="25786"/>
                        </a:cubicBezTo>
                        <a:cubicBezTo>
                          <a:pt x="49233" y="31351"/>
                          <a:pt x="47528" y="35727"/>
                          <a:pt x="44118" y="38913"/>
                        </a:cubicBezTo>
                        <a:cubicBezTo>
                          <a:pt x="40722" y="42099"/>
                          <a:pt x="36024" y="43692"/>
                          <a:pt x="30025" y="43692"/>
                        </a:cubicBezTo>
                        <a:close/>
                        <a:moveTo>
                          <a:pt x="17517" y="49006"/>
                        </a:moveTo>
                        <a:cubicBezTo>
                          <a:pt x="12152" y="50328"/>
                          <a:pt x="7969" y="52826"/>
                          <a:pt x="4970" y="56502"/>
                        </a:cubicBezTo>
                        <a:cubicBezTo>
                          <a:pt x="1983" y="60190"/>
                          <a:pt x="490" y="64678"/>
                          <a:pt x="490" y="69966"/>
                        </a:cubicBezTo>
                        <a:cubicBezTo>
                          <a:pt x="490" y="77355"/>
                          <a:pt x="3119" y="83199"/>
                          <a:pt x="8379" y="87495"/>
                        </a:cubicBezTo>
                        <a:cubicBezTo>
                          <a:pt x="13652" y="91791"/>
                          <a:pt x="20867" y="93939"/>
                          <a:pt x="30025" y="93939"/>
                        </a:cubicBezTo>
                        <a:cubicBezTo>
                          <a:pt x="39236" y="93939"/>
                          <a:pt x="46464" y="91791"/>
                          <a:pt x="51710" y="87495"/>
                        </a:cubicBezTo>
                        <a:cubicBezTo>
                          <a:pt x="56957" y="83199"/>
                          <a:pt x="59580" y="77355"/>
                          <a:pt x="59580" y="69966"/>
                        </a:cubicBezTo>
                        <a:cubicBezTo>
                          <a:pt x="59580" y="64678"/>
                          <a:pt x="58080" y="60190"/>
                          <a:pt x="55080" y="56502"/>
                        </a:cubicBezTo>
                        <a:cubicBezTo>
                          <a:pt x="52094" y="52826"/>
                          <a:pt x="47938" y="50328"/>
                          <a:pt x="42612" y="49006"/>
                        </a:cubicBezTo>
                        <a:cubicBezTo>
                          <a:pt x="48638" y="47605"/>
                          <a:pt x="53329" y="44855"/>
                          <a:pt x="56686" y="40757"/>
                        </a:cubicBezTo>
                        <a:cubicBezTo>
                          <a:pt x="60056" y="36672"/>
                          <a:pt x="61740" y="31682"/>
                          <a:pt x="61740" y="25786"/>
                        </a:cubicBezTo>
                        <a:cubicBezTo>
                          <a:pt x="61740" y="16810"/>
                          <a:pt x="59005" y="9922"/>
                          <a:pt x="53534" y="5124"/>
                        </a:cubicBezTo>
                        <a:cubicBezTo>
                          <a:pt x="48063" y="338"/>
                          <a:pt x="40227" y="-2055"/>
                          <a:pt x="30025" y="-2055"/>
                        </a:cubicBezTo>
                        <a:cubicBezTo>
                          <a:pt x="19836" y="-2055"/>
                          <a:pt x="12000" y="338"/>
                          <a:pt x="6516" y="5124"/>
                        </a:cubicBezTo>
                        <a:cubicBezTo>
                          <a:pt x="1045" y="9922"/>
                          <a:pt x="-1691" y="16810"/>
                          <a:pt x="-1691" y="25786"/>
                        </a:cubicBezTo>
                        <a:cubicBezTo>
                          <a:pt x="-1691" y="31682"/>
                          <a:pt x="1" y="36672"/>
                          <a:pt x="3384" y="40757"/>
                        </a:cubicBezTo>
                        <a:cubicBezTo>
                          <a:pt x="6780" y="44855"/>
                          <a:pt x="11491" y="47605"/>
                          <a:pt x="17517" y="49006"/>
                        </a:cubicBezTo>
                        <a:close/>
                        <a:moveTo>
                          <a:pt x="12938" y="68776"/>
                        </a:moveTo>
                        <a:cubicBezTo>
                          <a:pt x="12938" y="63990"/>
                          <a:pt x="14431" y="60256"/>
                          <a:pt x="17418" y="57572"/>
                        </a:cubicBezTo>
                        <a:cubicBezTo>
                          <a:pt x="20418" y="54889"/>
                          <a:pt x="24620" y="53547"/>
                          <a:pt x="30025" y="53547"/>
                        </a:cubicBezTo>
                        <a:cubicBezTo>
                          <a:pt x="35403" y="53547"/>
                          <a:pt x="39606" y="54889"/>
                          <a:pt x="42632" y="57572"/>
                        </a:cubicBezTo>
                        <a:cubicBezTo>
                          <a:pt x="45671" y="60256"/>
                          <a:pt x="47191" y="63990"/>
                          <a:pt x="47191" y="68776"/>
                        </a:cubicBezTo>
                        <a:cubicBezTo>
                          <a:pt x="47191" y="73575"/>
                          <a:pt x="45671" y="77316"/>
                          <a:pt x="42632" y="79999"/>
                        </a:cubicBezTo>
                        <a:cubicBezTo>
                          <a:pt x="39606" y="82683"/>
                          <a:pt x="35403" y="84025"/>
                          <a:pt x="30025" y="84025"/>
                        </a:cubicBezTo>
                        <a:cubicBezTo>
                          <a:pt x="24620" y="84025"/>
                          <a:pt x="20418" y="82683"/>
                          <a:pt x="17418" y="79999"/>
                        </a:cubicBezTo>
                        <a:cubicBezTo>
                          <a:pt x="14431" y="77316"/>
                          <a:pt x="12938" y="73575"/>
                          <a:pt x="12938" y="687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22" name="Freeform: Shape 121">
                    <a:extLst>
                      <a:ext uri="{FF2B5EF4-FFF2-40B4-BE49-F238E27FC236}">
                        <a16:creationId xmlns:a16="http://schemas.microsoft.com/office/drawing/2014/main" id="{B968E0AB-50D1-DED5-CDF7-3A14290CFB0C}"/>
                      </a:ext>
                    </a:extLst>
                  </p:cNvPr>
                  <p:cNvSpPr/>
                  <p:nvPr/>
                </p:nvSpPr>
                <p:spPr>
                  <a:xfrm flipV="1">
                    <a:off x="7575673" y="4672504"/>
                    <a:ext cx="63926" cy="95994"/>
                  </a:xfrm>
                  <a:custGeom>
                    <a:avLst/>
                    <a:gdLst>
                      <a:gd name="connsiteX0" fmla="*/ 30269 w 63926"/>
                      <a:gd name="connsiteY0" fmla="*/ 84025 h 95994"/>
                      <a:gd name="connsiteX1" fmla="*/ 15739 w 63926"/>
                      <a:gd name="connsiteY1" fmla="*/ 74507 h 95994"/>
                      <a:gd name="connsiteX2" fmla="*/ 10882 w 63926"/>
                      <a:gd name="connsiteY2" fmla="*/ 45913 h 95994"/>
                      <a:gd name="connsiteX3" fmla="*/ 15739 w 63926"/>
                      <a:gd name="connsiteY3" fmla="*/ 17378 h 95994"/>
                      <a:gd name="connsiteX4" fmla="*/ 30269 w 63926"/>
                      <a:gd name="connsiteY4" fmla="*/ 7860 h 95994"/>
                      <a:gd name="connsiteX5" fmla="*/ 44858 w 63926"/>
                      <a:gd name="connsiteY5" fmla="*/ 17378 h 95994"/>
                      <a:gd name="connsiteX6" fmla="*/ 49734 w 63926"/>
                      <a:gd name="connsiteY6" fmla="*/ 45913 h 95994"/>
                      <a:gd name="connsiteX7" fmla="*/ 44858 w 63926"/>
                      <a:gd name="connsiteY7" fmla="*/ 74507 h 95994"/>
                      <a:gd name="connsiteX8" fmla="*/ 30269 w 63926"/>
                      <a:gd name="connsiteY8" fmla="*/ 84025 h 95994"/>
                      <a:gd name="connsiteX9" fmla="*/ 30269 w 63926"/>
                      <a:gd name="connsiteY9" fmla="*/ 93939 h 95994"/>
                      <a:gd name="connsiteX10" fmla="*/ 54035 w 63926"/>
                      <a:gd name="connsiteY10" fmla="*/ 81625 h 95994"/>
                      <a:gd name="connsiteX11" fmla="*/ 62242 w 63926"/>
                      <a:gd name="connsiteY11" fmla="*/ 45913 h 95994"/>
                      <a:gd name="connsiteX12" fmla="*/ 54035 w 63926"/>
                      <a:gd name="connsiteY12" fmla="*/ 10240 h 95994"/>
                      <a:gd name="connsiteX13" fmla="*/ 30269 w 63926"/>
                      <a:gd name="connsiteY13" fmla="*/ -2055 h 95994"/>
                      <a:gd name="connsiteX14" fmla="*/ 6522 w 63926"/>
                      <a:gd name="connsiteY14" fmla="*/ 10240 h 95994"/>
                      <a:gd name="connsiteX15" fmla="*/ -1685 w 63926"/>
                      <a:gd name="connsiteY15" fmla="*/ 45913 h 95994"/>
                      <a:gd name="connsiteX16" fmla="*/ 6522 w 63926"/>
                      <a:gd name="connsiteY16" fmla="*/ 81625 h 95994"/>
                      <a:gd name="connsiteX17" fmla="*/ 30269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69" y="84025"/>
                        </a:moveTo>
                        <a:cubicBezTo>
                          <a:pt x="23833" y="84025"/>
                          <a:pt x="18990" y="80852"/>
                          <a:pt x="15739" y="74507"/>
                        </a:cubicBezTo>
                        <a:cubicBezTo>
                          <a:pt x="12501" y="68174"/>
                          <a:pt x="10882" y="58643"/>
                          <a:pt x="10882" y="45913"/>
                        </a:cubicBezTo>
                        <a:cubicBezTo>
                          <a:pt x="10882" y="33235"/>
                          <a:pt x="12501" y="23724"/>
                          <a:pt x="15739" y="17378"/>
                        </a:cubicBezTo>
                        <a:cubicBezTo>
                          <a:pt x="18990" y="11033"/>
                          <a:pt x="23833" y="7860"/>
                          <a:pt x="30269" y="7860"/>
                        </a:cubicBezTo>
                        <a:cubicBezTo>
                          <a:pt x="36757" y="7860"/>
                          <a:pt x="41620" y="11033"/>
                          <a:pt x="44858" y="17378"/>
                        </a:cubicBezTo>
                        <a:cubicBezTo>
                          <a:pt x="48109" y="23724"/>
                          <a:pt x="49734" y="33235"/>
                          <a:pt x="49734" y="45913"/>
                        </a:cubicBezTo>
                        <a:cubicBezTo>
                          <a:pt x="49734" y="58643"/>
                          <a:pt x="48109" y="68174"/>
                          <a:pt x="44858" y="74507"/>
                        </a:cubicBezTo>
                        <a:cubicBezTo>
                          <a:pt x="41620" y="80852"/>
                          <a:pt x="36757" y="84025"/>
                          <a:pt x="30269" y="84025"/>
                        </a:cubicBezTo>
                        <a:close/>
                        <a:moveTo>
                          <a:pt x="30269" y="93939"/>
                        </a:moveTo>
                        <a:cubicBezTo>
                          <a:pt x="40642" y="93939"/>
                          <a:pt x="48565" y="89835"/>
                          <a:pt x="54035" y="81625"/>
                        </a:cubicBezTo>
                        <a:cubicBezTo>
                          <a:pt x="59506" y="73429"/>
                          <a:pt x="62242" y="61525"/>
                          <a:pt x="62242" y="45913"/>
                        </a:cubicBezTo>
                        <a:cubicBezTo>
                          <a:pt x="62242" y="30340"/>
                          <a:pt x="59506" y="18449"/>
                          <a:pt x="54035" y="10240"/>
                        </a:cubicBezTo>
                        <a:cubicBezTo>
                          <a:pt x="48565" y="2043"/>
                          <a:pt x="40642" y="-2055"/>
                          <a:pt x="30269" y="-2055"/>
                        </a:cubicBezTo>
                        <a:cubicBezTo>
                          <a:pt x="19908" y="-2055"/>
                          <a:pt x="11992" y="2043"/>
                          <a:pt x="6522" y="10240"/>
                        </a:cubicBezTo>
                        <a:cubicBezTo>
                          <a:pt x="1051" y="18449"/>
                          <a:pt x="-1685" y="30340"/>
                          <a:pt x="-1685" y="45913"/>
                        </a:cubicBezTo>
                        <a:cubicBezTo>
                          <a:pt x="-1685" y="61525"/>
                          <a:pt x="1051" y="73429"/>
                          <a:pt x="6522" y="81625"/>
                        </a:cubicBezTo>
                        <a:cubicBezTo>
                          <a:pt x="11992" y="89835"/>
                          <a:pt x="19908" y="93939"/>
                          <a:pt x="30269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23" name="Graphic 83">
                <a:extLst>
                  <a:ext uri="{FF2B5EF4-FFF2-40B4-BE49-F238E27FC236}">
                    <a16:creationId xmlns:a16="http://schemas.microsoft.com/office/drawing/2014/main" id="{7B18E9CE-2A74-F0CA-F6D2-BFBB0AF38B5F}"/>
                  </a:ext>
                </a:extLst>
              </p:cNvPr>
              <p:cNvGrpSpPr/>
              <p:nvPr/>
            </p:nvGrpSpPr>
            <p:grpSpPr>
              <a:xfrm>
                <a:off x="8320842" y="4581427"/>
                <a:ext cx="224858" cy="187070"/>
                <a:chOff x="8320842" y="4581427"/>
                <a:chExt cx="224858" cy="187070"/>
              </a:xfrm>
              <a:solidFill>
                <a:srgbClr val="000000"/>
              </a:solidFill>
            </p:grpSpPr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7B1EAA71-7FAE-3B74-F4E8-55DED84583E7}"/>
                    </a:ext>
                  </a:extLst>
                </p:cNvPr>
                <p:cNvSpPr/>
                <p:nvPr/>
              </p:nvSpPr>
              <p:spPr>
                <a:xfrm>
                  <a:off x="8433056" y="4581427"/>
                  <a:ext cx="12686" cy="44417"/>
                </a:xfrm>
                <a:custGeom>
                  <a:avLst/>
                  <a:gdLst>
                    <a:gd name="connsiteX0" fmla="*/ 415 w 12686"/>
                    <a:gd name="connsiteY0" fmla="*/ 264 h 44417"/>
                    <a:gd name="connsiteX1" fmla="*/ 415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415" y="264"/>
                      </a:moveTo>
                      <a:lnTo>
                        <a:pt x="415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25" name="Graphic 83">
                  <a:extLst>
                    <a:ext uri="{FF2B5EF4-FFF2-40B4-BE49-F238E27FC236}">
                      <a16:creationId xmlns:a16="http://schemas.microsoft.com/office/drawing/2014/main" id="{08F576EA-9C3A-5718-D28A-88204E2E0DAD}"/>
                    </a:ext>
                  </a:extLst>
                </p:cNvPr>
                <p:cNvGrpSpPr/>
                <p:nvPr/>
              </p:nvGrpSpPr>
              <p:grpSpPr>
                <a:xfrm>
                  <a:off x="8320842" y="4672504"/>
                  <a:ext cx="224858" cy="95994"/>
                  <a:chOff x="8320842" y="4672504"/>
                  <a:chExt cx="224858" cy="95994"/>
                </a:xfrm>
                <a:solidFill>
                  <a:srgbClr val="000000"/>
                </a:solidFill>
              </p:grpSpPr>
              <p:sp>
                <p:nvSpPr>
                  <p:cNvPr id="126" name="Freeform: Shape 125">
                    <a:extLst>
                      <a:ext uri="{FF2B5EF4-FFF2-40B4-BE49-F238E27FC236}">
                        <a16:creationId xmlns:a16="http://schemas.microsoft.com/office/drawing/2014/main" id="{F6F40766-9408-2672-C667-79A9E3D02636}"/>
                      </a:ext>
                    </a:extLst>
                  </p:cNvPr>
                  <p:cNvSpPr/>
                  <p:nvPr/>
                </p:nvSpPr>
                <p:spPr>
                  <a:xfrm flipV="1">
                    <a:off x="8320842" y="4672504"/>
                    <a:ext cx="63867" cy="95994"/>
                  </a:xfrm>
                  <a:custGeom>
                    <a:avLst/>
                    <a:gdLst>
                      <a:gd name="connsiteX0" fmla="*/ 31374 w 63867"/>
                      <a:gd name="connsiteY0" fmla="*/ 50989 h 95994"/>
                      <a:gd name="connsiteX1" fmla="*/ 18014 w 63867"/>
                      <a:gd name="connsiteY1" fmla="*/ 45219 h 95994"/>
                      <a:gd name="connsiteX2" fmla="*/ 13098 w 63867"/>
                      <a:gd name="connsiteY2" fmla="*/ 29434 h 95994"/>
                      <a:gd name="connsiteX3" fmla="*/ 18014 w 63867"/>
                      <a:gd name="connsiteY3" fmla="*/ 13650 h 95994"/>
                      <a:gd name="connsiteX4" fmla="*/ 31374 w 63867"/>
                      <a:gd name="connsiteY4" fmla="*/ 7860 h 95994"/>
                      <a:gd name="connsiteX5" fmla="*/ 44715 w 63867"/>
                      <a:gd name="connsiteY5" fmla="*/ 13650 h 95994"/>
                      <a:gd name="connsiteX6" fmla="*/ 49630 w 63867"/>
                      <a:gd name="connsiteY6" fmla="*/ 29434 h 95994"/>
                      <a:gd name="connsiteX7" fmla="*/ 44715 w 63867"/>
                      <a:gd name="connsiteY7" fmla="*/ 45219 h 95994"/>
                      <a:gd name="connsiteX8" fmla="*/ 31374 w 63867"/>
                      <a:gd name="connsiteY8" fmla="*/ 50989 h 95994"/>
                      <a:gd name="connsiteX9" fmla="*/ 56211 w 63867"/>
                      <a:gd name="connsiteY9" fmla="*/ 90231 h 95994"/>
                      <a:gd name="connsiteX10" fmla="*/ 56211 w 63867"/>
                      <a:gd name="connsiteY10" fmla="*/ 78829 h 95994"/>
                      <a:gd name="connsiteX11" fmla="*/ 46697 w 63867"/>
                      <a:gd name="connsiteY11" fmla="*/ 82220 h 95994"/>
                      <a:gd name="connsiteX12" fmla="*/ 37182 w 63867"/>
                      <a:gd name="connsiteY12" fmla="*/ 83410 h 95994"/>
                      <a:gd name="connsiteX13" fmla="*/ 18252 w 63867"/>
                      <a:gd name="connsiteY13" fmla="*/ 75042 h 95994"/>
                      <a:gd name="connsiteX14" fmla="*/ 10799 w 63867"/>
                      <a:gd name="connsiteY14" fmla="*/ 49760 h 95994"/>
                      <a:gd name="connsiteX15" fmla="*/ 19957 w 63867"/>
                      <a:gd name="connsiteY15" fmla="*/ 58028 h 95994"/>
                      <a:gd name="connsiteX16" fmla="*/ 32108 w 63867"/>
                      <a:gd name="connsiteY16" fmla="*/ 60904 h 95994"/>
                      <a:gd name="connsiteX17" fmla="*/ 54130 w 63867"/>
                      <a:gd name="connsiteY17" fmla="*/ 52436 h 95994"/>
                      <a:gd name="connsiteX18" fmla="*/ 62218 w 63867"/>
                      <a:gd name="connsiteY18" fmla="*/ 29434 h 95994"/>
                      <a:gd name="connsiteX19" fmla="*/ 53793 w 63867"/>
                      <a:gd name="connsiteY19" fmla="*/ 6551 h 95994"/>
                      <a:gd name="connsiteX20" fmla="*/ 31374 w 63867"/>
                      <a:gd name="connsiteY20" fmla="*/ -2055 h 95994"/>
                      <a:gd name="connsiteX21" fmla="*/ 6834 w 63867"/>
                      <a:gd name="connsiteY21" fmla="*/ 10240 h 95994"/>
                      <a:gd name="connsiteX22" fmla="*/ -1650 w 63867"/>
                      <a:gd name="connsiteY22" fmla="*/ 45913 h 95994"/>
                      <a:gd name="connsiteX23" fmla="*/ 8757 w 63867"/>
                      <a:gd name="connsiteY23" fmla="*/ 80892 h 95994"/>
                      <a:gd name="connsiteX24" fmla="*/ 36687 w 63867"/>
                      <a:gd name="connsiteY24" fmla="*/ 93939 h 95994"/>
                      <a:gd name="connsiteX25" fmla="*/ 46201 w 63867"/>
                      <a:gd name="connsiteY25" fmla="*/ 93007 h 95994"/>
                      <a:gd name="connsiteX26" fmla="*/ 56211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374" y="50989"/>
                        </a:moveTo>
                        <a:cubicBezTo>
                          <a:pt x="25758" y="50989"/>
                          <a:pt x="21305" y="49065"/>
                          <a:pt x="18014" y="45219"/>
                        </a:cubicBezTo>
                        <a:cubicBezTo>
                          <a:pt x="14737" y="41385"/>
                          <a:pt x="13098" y="36123"/>
                          <a:pt x="13098" y="29434"/>
                        </a:cubicBezTo>
                        <a:cubicBezTo>
                          <a:pt x="13098" y="22785"/>
                          <a:pt x="14737" y="17524"/>
                          <a:pt x="18014" y="13650"/>
                        </a:cubicBezTo>
                        <a:cubicBezTo>
                          <a:pt x="21305" y="9790"/>
                          <a:pt x="25758" y="7860"/>
                          <a:pt x="31374" y="7860"/>
                        </a:cubicBezTo>
                        <a:cubicBezTo>
                          <a:pt x="36991" y="7860"/>
                          <a:pt x="41437" y="9790"/>
                          <a:pt x="44715" y="13650"/>
                        </a:cubicBezTo>
                        <a:cubicBezTo>
                          <a:pt x="47992" y="17524"/>
                          <a:pt x="49630" y="22785"/>
                          <a:pt x="49630" y="29434"/>
                        </a:cubicBezTo>
                        <a:cubicBezTo>
                          <a:pt x="49630" y="36123"/>
                          <a:pt x="47992" y="41385"/>
                          <a:pt x="44715" y="45219"/>
                        </a:cubicBezTo>
                        <a:cubicBezTo>
                          <a:pt x="41437" y="49065"/>
                          <a:pt x="36991" y="50989"/>
                          <a:pt x="31374" y="50989"/>
                        </a:cubicBezTo>
                        <a:close/>
                        <a:moveTo>
                          <a:pt x="56211" y="90231"/>
                        </a:moveTo>
                        <a:lnTo>
                          <a:pt x="56211" y="78829"/>
                        </a:lnTo>
                        <a:cubicBezTo>
                          <a:pt x="53066" y="80310"/>
                          <a:pt x="49895" y="81440"/>
                          <a:pt x="46697" y="82220"/>
                        </a:cubicBezTo>
                        <a:cubicBezTo>
                          <a:pt x="43499" y="83013"/>
                          <a:pt x="40327" y="83410"/>
                          <a:pt x="37182" y="83410"/>
                        </a:cubicBezTo>
                        <a:cubicBezTo>
                          <a:pt x="28923" y="83410"/>
                          <a:pt x="22613" y="80621"/>
                          <a:pt x="18252" y="75042"/>
                        </a:cubicBezTo>
                        <a:cubicBezTo>
                          <a:pt x="13904" y="69463"/>
                          <a:pt x="11420" y="61036"/>
                          <a:pt x="10799" y="49760"/>
                        </a:cubicBezTo>
                        <a:cubicBezTo>
                          <a:pt x="13230" y="53355"/>
                          <a:pt x="16283" y="56112"/>
                          <a:pt x="19957" y="58028"/>
                        </a:cubicBezTo>
                        <a:cubicBezTo>
                          <a:pt x="23644" y="59945"/>
                          <a:pt x="27694" y="60904"/>
                          <a:pt x="32108" y="60904"/>
                        </a:cubicBezTo>
                        <a:cubicBezTo>
                          <a:pt x="41398" y="60904"/>
                          <a:pt x="48738" y="58081"/>
                          <a:pt x="54130" y="52436"/>
                        </a:cubicBezTo>
                        <a:cubicBezTo>
                          <a:pt x="59522" y="46805"/>
                          <a:pt x="62218" y="39138"/>
                          <a:pt x="62218" y="29434"/>
                        </a:cubicBezTo>
                        <a:cubicBezTo>
                          <a:pt x="62218" y="19929"/>
                          <a:pt x="59409" y="12302"/>
                          <a:pt x="53793" y="6551"/>
                        </a:cubicBezTo>
                        <a:cubicBezTo>
                          <a:pt x="48177" y="814"/>
                          <a:pt x="40704" y="-2055"/>
                          <a:pt x="31374" y="-2055"/>
                        </a:cubicBezTo>
                        <a:cubicBezTo>
                          <a:pt x="20670" y="-2055"/>
                          <a:pt x="12490" y="2043"/>
                          <a:pt x="6834" y="10240"/>
                        </a:cubicBezTo>
                        <a:cubicBezTo>
                          <a:pt x="1178" y="18449"/>
                          <a:pt x="-1650" y="30340"/>
                          <a:pt x="-1650" y="45913"/>
                        </a:cubicBezTo>
                        <a:cubicBezTo>
                          <a:pt x="-1650" y="60534"/>
                          <a:pt x="1819" y="72193"/>
                          <a:pt x="8757" y="80892"/>
                        </a:cubicBezTo>
                        <a:cubicBezTo>
                          <a:pt x="15695" y="89590"/>
                          <a:pt x="25005" y="93939"/>
                          <a:pt x="36687" y="93939"/>
                        </a:cubicBezTo>
                        <a:cubicBezTo>
                          <a:pt x="39832" y="93939"/>
                          <a:pt x="43003" y="93629"/>
                          <a:pt x="46201" y="93007"/>
                        </a:cubicBezTo>
                        <a:cubicBezTo>
                          <a:pt x="49399" y="92386"/>
                          <a:pt x="52736" y="91461"/>
                          <a:pt x="56211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27" name="Freeform: Shape 126">
                    <a:extLst>
                      <a:ext uri="{FF2B5EF4-FFF2-40B4-BE49-F238E27FC236}">
                        <a16:creationId xmlns:a16="http://schemas.microsoft.com/office/drawing/2014/main" id="{9699BDE4-A9C3-0A6C-EA8E-6CBC93EDD8D5}"/>
                      </a:ext>
                    </a:extLst>
                  </p:cNvPr>
                  <p:cNvSpPr/>
                  <p:nvPr/>
                </p:nvSpPr>
                <p:spPr>
                  <a:xfrm flipV="1">
                    <a:off x="8401060" y="4672504"/>
                    <a:ext cx="63926" cy="95994"/>
                  </a:xfrm>
                  <a:custGeom>
                    <a:avLst/>
                    <a:gdLst>
                      <a:gd name="connsiteX0" fmla="*/ 30334 w 63926"/>
                      <a:gd name="connsiteY0" fmla="*/ 84025 h 95994"/>
                      <a:gd name="connsiteX1" fmla="*/ 15804 w 63926"/>
                      <a:gd name="connsiteY1" fmla="*/ 74507 h 95994"/>
                      <a:gd name="connsiteX2" fmla="*/ 10948 w 63926"/>
                      <a:gd name="connsiteY2" fmla="*/ 45913 h 95994"/>
                      <a:gd name="connsiteX3" fmla="*/ 15804 w 63926"/>
                      <a:gd name="connsiteY3" fmla="*/ 17378 h 95994"/>
                      <a:gd name="connsiteX4" fmla="*/ 30334 w 63926"/>
                      <a:gd name="connsiteY4" fmla="*/ 7860 h 95994"/>
                      <a:gd name="connsiteX5" fmla="*/ 44923 w 63926"/>
                      <a:gd name="connsiteY5" fmla="*/ 17378 h 95994"/>
                      <a:gd name="connsiteX6" fmla="*/ 49799 w 63926"/>
                      <a:gd name="connsiteY6" fmla="*/ 45913 h 95994"/>
                      <a:gd name="connsiteX7" fmla="*/ 44923 w 63926"/>
                      <a:gd name="connsiteY7" fmla="*/ 74507 h 95994"/>
                      <a:gd name="connsiteX8" fmla="*/ 30334 w 63926"/>
                      <a:gd name="connsiteY8" fmla="*/ 84025 h 95994"/>
                      <a:gd name="connsiteX9" fmla="*/ 30334 w 63926"/>
                      <a:gd name="connsiteY9" fmla="*/ 93939 h 95994"/>
                      <a:gd name="connsiteX10" fmla="*/ 54101 w 63926"/>
                      <a:gd name="connsiteY10" fmla="*/ 81625 h 95994"/>
                      <a:gd name="connsiteX11" fmla="*/ 62307 w 63926"/>
                      <a:gd name="connsiteY11" fmla="*/ 45913 h 95994"/>
                      <a:gd name="connsiteX12" fmla="*/ 54101 w 63926"/>
                      <a:gd name="connsiteY12" fmla="*/ 10240 h 95994"/>
                      <a:gd name="connsiteX13" fmla="*/ 30334 w 63926"/>
                      <a:gd name="connsiteY13" fmla="*/ -2055 h 95994"/>
                      <a:gd name="connsiteX14" fmla="*/ 6587 w 63926"/>
                      <a:gd name="connsiteY14" fmla="*/ 10240 h 95994"/>
                      <a:gd name="connsiteX15" fmla="*/ -1620 w 63926"/>
                      <a:gd name="connsiteY15" fmla="*/ 45913 h 95994"/>
                      <a:gd name="connsiteX16" fmla="*/ 6587 w 63926"/>
                      <a:gd name="connsiteY16" fmla="*/ 81625 h 95994"/>
                      <a:gd name="connsiteX17" fmla="*/ 3033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34" y="84025"/>
                        </a:moveTo>
                        <a:cubicBezTo>
                          <a:pt x="23898" y="84025"/>
                          <a:pt x="19055" y="80852"/>
                          <a:pt x="15804" y="74507"/>
                        </a:cubicBezTo>
                        <a:cubicBezTo>
                          <a:pt x="12566" y="68174"/>
                          <a:pt x="10948" y="58643"/>
                          <a:pt x="10948" y="45913"/>
                        </a:cubicBezTo>
                        <a:cubicBezTo>
                          <a:pt x="10948" y="33235"/>
                          <a:pt x="12566" y="23724"/>
                          <a:pt x="15804" y="17378"/>
                        </a:cubicBezTo>
                        <a:cubicBezTo>
                          <a:pt x="19055" y="11033"/>
                          <a:pt x="23898" y="7860"/>
                          <a:pt x="30334" y="7860"/>
                        </a:cubicBezTo>
                        <a:cubicBezTo>
                          <a:pt x="36822" y="7860"/>
                          <a:pt x="41685" y="11033"/>
                          <a:pt x="44923" y="17378"/>
                        </a:cubicBezTo>
                        <a:cubicBezTo>
                          <a:pt x="48174" y="23724"/>
                          <a:pt x="49799" y="33235"/>
                          <a:pt x="49799" y="45913"/>
                        </a:cubicBezTo>
                        <a:cubicBezTo>
                          <a:pt x="49799" y="58643"/>
                          <a:pt x="48174" y="68174"/>
                          <a:pt x="44923" y="74507"/>
                        </a:cubicBezTo>
                        <a:cubicBezTo>
                          <a:pt x="41685" y="80852"/>
                          <a:pt x="36822" y="84025"/>
                          <a:pt x="30334" y="84025"/>
                        </a:cubicBezTo>
                        <a:close/>
                        <a:moveTo>
                          <a:pt x="30334" y="93939"/>
                        </a:moveTo>
                        <a:cubicBezTo>
                          <a:pt x="40707" y="93939"/>
                          <a:pt x="48630" y="89835"/>
                          <a:pt x="54101" y="81625"/>
                        </a:cubicBezTo>
                        <a:cubicBezTo>
                          <a:pt x="59571" y="73429"/>
                          <a:pt x="62307" y="61525"/>
                          <a:pt x="62307" y="45913"/>
                        </a:cubicBezTo>
                        <a:cubicBezTo>
                          <a:pt x="62307" y="30340"/>
                          <a:pt x="59571" y="18449"/>
                          <a:pt x="54101" y="10240"/>
                        </a:cubicBezTo>
                        <a:cubicBezTo>
                          <a:pt x="48630" y="2043"/>
                          <a:pt x="40707" y="-2055"/>
                          <a:pt x="30334" y="-2055"/>
                        </a:cubicBezTo>
                        <a:cubicBezTo>
                          <a:pt x="19973" y="-2055"/>
                          <a:pt x="12058" y="2043"/>
                          <a:pt x="6587" y="10240"/>
                        </a:cubicBezTo>
                        <a:cubicBezTo>
                          <a:pt x="1116" y="18449"/>
                          <a:pt x="-1620" y="30340"/>
                          <a:pt x="-1620" y="45913"/>
                        </a:cubicBezTo>
                        <a:cubicBezTo>
                          <a:pt x="-1620" y="61525"/>
                          <a:pt x="1116" y="73429"/>
                          <a:pt x="6587" y="81625"/>
                        </a:cubicBezTo>
                        <a:cubicBezTo>
                          <a:pt x="12058" y="89835"/>
                          <a:pt x="19973" y="93939"/>
                          <a:pt x="3033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28" name="Freeform: Shape 127">
                    <a:extLst>
                      <a:ext uri="{FF2B5EF4-FFF2-40B4-BE49-F238E27FC236}">
                        <a16:creationId xmlns:a16="http://schemas.microsoft.com/office/drawing/2014/main" id="{9DE5FC17-F534-5CAB-E358-681C7C63DCF4}"/>
                      </a:ext>
                    </a:extLst>
                  </p:cNvPr>
                  <p:cNvSpPr/>
                  <p:nvPr/>
                </p:nvSpPr>
                <p:spPr>
                  <a:xfrm flipV="1">
                    <a:off x="8481774" y="4672504"/>
                    <a:ext cx="63926" cy="95994"/>
                  </a:xfrm>
                  <a:custGeom>
                    <a:avLst/>
                    <a:gdLst>
                      <a:gd name="connsiteX0" fmla="*/ 30340 w 63926"/>
                      <a:gd name="connsiteY0" fmla="*/ 84025 h 95994"/>
                      <a:gd name="connsiteX1" fmla="*/ 15810 w 63926"/>
                      <a:gd name="connsiteY1" fmla="*/ 74507 h 95994"/>
                      <a:gd name="connsiteX2" fmla="*/ 10954 w 63926"/>
                      <a:gd name="connsiteY2" fmla="*/ 45913 h 95994"/>
                      <a:gd name="connsiteX3" fmla="*/ 15810 w 63926"/>
                      <a:gd name="connsiteY3" fmla="*/ 17378 h 95994"/>
                      <a:gd name="connsiteX4" fmla="*/ 30340 w 63926"/>
                      <a:gd name="connsiteY4" fmla="*/ 7860 h 95994"/>
                      <a:gd name="connsiteX5" fmla="*/ 44929 w 63926"/>
                      <a:gd name="connsiteY5" fmla="*/ 17378 h 95994"/>
                      <a:gd name="connsiteX6" fmla="*/ 49805 w 63926"/>
                      <a:gd name="connsiteY6" fmla="*/ 45913 h 95994"/>
                      <a:gd name="connsiteX7" fmla="*/ 44929 w 63926"/>
                      <a:gd name="connsiteY7" fmla="*/ 74507 h 95994"/>
                      <a:gd name="connsiteX8" fmla="*/ 30340 w 63926"/>
                      <a:gd name="connsiteY8" fmla="*/ 84025 h 95994"/>
                      <a:gd name="connsiteX9" fmla="*/ 30340 w 63926"/>
                      <a:gd name="connsiteY9" fmla="*/ 93939 h 95994"/>
                      <a:gd name="connsiteX10" fmla="*/ 54107 w 63926"/>
                      <a:gd name="connsiteY10" fmla="*/ 81625 h 95994"/>
                      <a:gd name="connsiteX11" fmla="*/ 62313 w 63926"/>
                      <a:gd name="connsiteY11" fmla="*/ 45913 h 95994"/>
                      <a:gd name="connsiteX12" fmla="*/ 54107 w 63926"/>
                      <a:gd name="connsiteY12" fmla="*/ 10240 h 95994"/>
                      <a:gd name="connsiteX13" fmla="*/ 30340 w 63926"/>
                      <a:gd name="connsiteY13" fmla="*/ -2055 h 95994"/>
                      <a:gd name="connsiteX14" fmla="*/ 6593 w 63926"/>
                      <a:gd name="connsiteY14" fmla="*/ 10240 h 95994"/>
                      <a:gd name="connsiteX15" fmla="*/ -1613 w 63926"/>
                      <a:gd name="connsiteY15" fmla="*/ 45913 h 95994"/>
                      <a:gd name="connsiteX16" fmla="*/ 6593 w 63926"/>
                      <a:gd name="connsiteY16" fmla="*/ 81625 h 95994"/>
                      <a:gd name="connsiteX17" fmla="*/ 30340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40" y="84025"/>
                        </a:moveTo>
                        <a:cubicBezTo>
                          <a:pt x="23904" y="84025"/>
                          <a:pt x="19061" y="80852"/>
                          <a:pt x="15810" y="74507"/>
                        </a:cubicBezTo>
                        <a:cubicBezTo>
                          <a:pt x="12573" y="68174"/>
                          <a:pt x="10954" y="58643"/>
                          <a:pt x="10954" y="45913"/>
                        </a:cubicBezTo>
                        <a:cubicBezTo>
                          <a:pt x="10954" y="33235"/>
                          <a:pt x="12573" y="23724"/>
                          <a:pt x="15810" y="17378"/>
                        </a:cubicBezTo>
                        <a:cubicBezTo>
                          <a:pt x="19061" y="11033"/>
                          <a:pt x="23904" y="7860"/>
                          <a:pt x="30340" y="7860"/>
                        </a:cubicBezTo>
                        <a:cubicBezTo>
                          <a:pt x="36828" y="7860"/>
                          <a:pt x="41692" y="11033"/>
                          <a:pt x="44929" y="17378"/>
                        </a:cubicBezTo>
                        <a:cubicBezTo>
                          <a:pt x="48180" y="23724"/>
                          <a:pt x="49805" y="33235"/>
                          <a:pt x="49805" y="45913"/>
                        </a:cubicBezTo>
                        <a:cubicBezTo>
                          <a:pt x="49805" y="58643"/>
                          <a:pt x="48180" y="68174"/>
                          <a:pt x="44929" y="74507"/>
                        </a:cubicBezTo>
                        <a:cubicBezTo>
                          <a:pt x="41692" y="80852"/>
                          <a:pt x="36828" y="84025"/>
                          <a:pt x="30340" y="84025"/>
                        </a:cubicBezTo>
                        <a:close/>
                        <a:moveTo>
                          <a:pt x="30340" y="93939"/>
                        </a:moveTo>
                        <a:cubicBezTo>
                          <a:pt x="40714" y="93939"/>
                          <a:pt x="48636" y="89835"/>
                          <a:pt x="54107" y="81625"/>
                        </a:cubicBezTo>
                        <a:cubicBezTo>
                          <a:pt x="59578" y="73429"/>
                          <a:pt x="62313" y="61525"/>
                          <a:pt x="62313" y="45913"/>
                        </a:cubicBezTo>
                        <a:cubicBezTo>
                          <a:pt x="62313" y="30340"/>
                          <a:pt x="59578" y="18449"/>
                          <a:pt x="54107" y="10240"/>
                        </a:cubicBezTo>
                        <a:cubicBezTo>
                          <a:pt x="48636" y="2043"/>
                          <a:pt x="40714" y="-2055"/>
                          <a:pt x="30340" y="-2055"/>
                        </a:cubicBezTo>
                        <a:cubicBezTo>
                          <a:pt x="19980" y="-2055"/>
                          <a:pt x="12064" y="2043"/>
                          <a:pt x="6593" y="10240"/>
                        </a:cubicBezTo>
                        <a:cubicBezTo>
                          <a:pt x="1122" y="18449"/>
                          <a:pt x="-1613" y="30340"/>
                          <a:pt x="-1613" y="45913"/>
                        </a:cubicBezTo>
                        <a:cubicBezTo>
                          <a:pt x="-1613" y="61525"/>
                          <a:pt x="1122" y="73429"/>
                          <a:pt x="6593" y="81625"/>
                        </a:cubicBezTo>
                        <a:cubicBezTo>
                          <a:pt x="12064" y="89835"/>
                          <a:pt x="19980" y="93939"/>
                          <a:pt x="30340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129" name="Graphic 83">
              <a:extLst>
                <a:ext uri="{FF2B5EF4-FFF2-40B4-BE49-F238E27FC236}">
                  <a16:creationId xmlns:a16="http://schemas.microsoft.com/office/drawing/2014/main" id="{25792404-AA32-822B-70FE-C3C1524AF4BC}"/>
                </a:ext>
              </a:extLst>
            </p:cNvPr>
            <p:cNvGrpSpPr/>
            <p:nvPr/>
          </p:nvGrpSpPr>
          <p:grpSpPr>
            <a:xfrm>
              <a:off x="3577804" y="2495987"/>
              <a:ext cx="324747" cy="1908852"/>
              <a:chOff x="3577804" y="2495987"/>
              <a:chExt cx="324747" cy="1908852"/>
            </a:xfrm>
            <a:solidFill>
              <a:srgbClr val="000000"/>
            </a:solidFill>
          </p:grpSpPr>
          <p:grpSp>
            <p:nvGrpSpPr>
              <p:cNvPr id="130" name="Graphic 83">
                <a:extLst>
                  <a:ext uri="{FF2B5EF4-FFF2-40B4-BE49-F238E27FC236}">
                    <a16:creationId xmlns:a16="http://schemas.microsoft.com/office/drawing/2014/main" id="{11945746-9B95-3E66-FF32-5D57E98B0149}"/>
                  </a:ext>
                </a:extLst>
              </p:cNvPr>
              <p:cNvGrpSpPr/>
              <p:nvPr/>
            </p:nvGrpSpPr>
            <p:grpSpPr>
              <a:xfrm>
                <a:off x="3577804" y="4308845"/>
                <a:ext cx="324747" cy="95994"/>
                <a:chOff x="3577804" y="4308845"/>
                <a:chExt cx="324747" cy="95994"/>
              </a:xfrm>
              <a:solidFill>
                <a:srgbClr val="000000"/>
              </a:solidFill>
            </p:grpSpPr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50ACC707-033E-842C-7EC3-89B1FE13159A}"/>
                    </a:ext>
                  </a:extLst>
                </p:cNvPr>
                <p:cNvSpPr/>
                <p:nvPr/>
              </p:nvSpPr>
              <p:spPr>
                <a:xfrm>
                  <a:off x="3858149" y="4354820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46 h 12690"/>
                    <a:gd name="connsiteX1" fmla="*/ 58 w 44401"/>
                    <a:gd name="connsiteY1" fmla="*/ 246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46"/>
                      </a:moveTo>
                      <a:lnTo>
                        <a:pt x="58" y="246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32" name="Graphic 83">
                  <a:extLst>
                    <a:ext uri="{FF2B5EF4-FFF2-40B4-BE49-F238E27FC236}">
                      <a16:creationId xmlns:a16="http://schemas.microsoft.com/office/drawing/2014/main" id="{B804F514-E580-6878-8415-E74E08625DE8}"/>
                    </a:ext>
                  </a:extLst>
                </p:cNvPr>
                <p:cNvGrpSpPr/>
                <p:nvPr/>
              </p:nvGrpSpPr>
              <p:grpSpPr>
                <a:xfrm>
                  <a:off x="3577804" y="4308845"/>
                  <a:ext cx="227514" cy="95994"/>
                  <a:chOff x="3577804" y="4308845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133" name="Freeform: Shape 132">
                    <a:extLst>
                      <a:ext uri="{FF2B5EF4-FFF2-40B4-BE49-F238E27FC236}">
                        <a16:creationId xmlns:a16="http://schemas.microsoft.com/office/drawing/2014/main" id="{7744C160-13EC-9DD8-7706-BC29481F1830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4310511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31 h 92524"/>
                      <a:gd name="connsiteX1" fmla="*/ 8171 w 67395"/>
                      <a:gd name="connsiteY1" fmla="*/ 30136 h 92524"/>
                      <a:gd name="connsiteX2" fmla="*/ 39767 w 67395"/>
                      <a:gd name="connsiteY2" fmla="*/ 30136 h 92524"/>
                      <a:gd name="connsiteX3" fmla="*/ 39767 w 67395"/>
                      <a:gd name="connsiteY3" fmla="*/ 79531 h 92524"/>
                      <a:gd name="connsiteX4" fmla="*/ 36477 w 67395"/>
                      <a:gd name="connsiteY4" fmla="*/ 90437 h 92524"/>
                      <a:gd name="connsiteX5" fmla="*/ 52216 w 67395"/>
                      <a:gd name="connsiteY5" fmla="*/ 90437 h 92524"/>
                      <a:gd name="connsiteX6" fmla="*/ 52216 w 67395"/>
                      <a:gd name="connsiteY6" fmla="*/ 30136 h 92524"/>
                      <a:gd name="connsiteX7" fmla="*/ 65417 w 67395"/>
                      <a:gd name="connsiteY7" fmla="*/ 30136 h 92524"/>
                      <a:gd name="connsiteX8" fmla="*/ 65417 w 67395"/>
                      <a:gd name="connsiteY8" fmla="*/ 19725 h 92524"/>
                      <a:gd name="connsiteX9" fmla="*/ 52216 w 67395"/>
                      <a:gd name="connsiteY9" fmla="*/ 19725 h 92524"/>
                      <a:gd name="connsiteX10" fmla="*/ 52216 w 67395"/>
                      <a:gd name="connsiteY10" fmla="*/ -2087 h 92524"/>
                      <a:gd name="connsiteX11" fmla="*/ 39767 w 67395"/>
                      <a:gd name="connsiteY11" fmla="*/ -2087 h 92524"/>
                      <a:gd name="connsiteX12" fmla="*/ 39767 w 67395"/>
                      <a:gd name="connsiteY12" fmla="*/ 19725 h 92524"/>
                      <a:gd name="connsiteX13" fmla="*/ -1978 w 67395"/>
                      <a:gd name="connsiteY13" fmla="*/ 19725 h 92524"/>
                      <a:gd name="connsiteX14" fmla="*/ -1978 w 67395"/>
                      <a:gd name="connsiteY14" fmla="*/ 31802 h 92524"/>
                      <a:gd name="connsiteX15" fmla="*/ 36477 w 67395"/>
                      <a:gd name="connsiteY15" fmla="*/ 90437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31"/>
                        </a:moveTo>
                        <a:lnTo>
                          <a:pt x="8171" y="30136"/>
                        </a:lnTo>
                        <a:lnTo>
                          <a:pt x="39767" y="30136"/>
                        </a:lnTo>
                        <a:lnTo>
                          <a:pt x="39767" y="79531"/>
                        </a:lnTo>
                        <a:close/>
                        <a:moveTo>
                          <a:pt x="36477" y="90437"/>
                        </a:moveTo>
                        <a:lnTo>
                          <a:pt x="52216" y="90437"/>
                        </a:lnTo>
                        <a:lnTo>
                          <a:pt x="52216" y="30136"/>
                        </a:lnTo>
                        <a:lnTo>
                          <a:pt x="65417" y="30136"/>
                        </a:lnTo>
                        <a:lnTo>
                          <a:pt x="65417" y="19725"/>
                        </a:lnTo>
                        <a:lnTo>
                          <a:pt x="52216" y="19725"/>
                        </a:lnTo>
                        <a:lnTo>
                          <a:pt x="52216" y="-2087"/>
                        </a:lnTo>
                        <a:lnTo>
                          <a:pt x="39767" y="-2087"/>
                        </a:lnTo>
                        <a:lnTo>
                          <a:pt x="39767" y="19725"/>
                        </a:lnTo>
                        <a:lnTo>
                          <a:pt x="-1978" y="19725"/>
                        </a:lnTo>
                        <a:lnTo>
                          <a:pt x="-1978" y="31802"/>
                        </a:lnTo>
                        <a:lnTo>
                          <a:pt x="36477" y="904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34" name="Freeform: Shape 133">
                    <a:extLst>
                      <a:ext uri="{FF2B5EF4-FFF2-40B4-BE49-F238E27FC236}">
                        <a16:creationId xmlns:a16="http://schemas.microsoft.com/office/drawing/2014/main" id="{8832EC77-4A8F-64C2-70BE-2A65748E2BC5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916" y="4308845"/>
                    <a:ext cx="63431" cy="95994"/>
                  </a:xfrm>
                  <a:custGeom>
                    <a:avLst/>
                    <a:gdLst>
                      <a:gd name="connsiteX0" fmla="*/ 29723 w 63431"/>
                      <a:gd name="connsiteY0" fmla="*/ 43663 h 95994"/>
                      <a:gd name="connsiteX1" fmla="*/ 15688 w 63431"/>
                      <a:gd name="connsiteY1" fmla="*/ 38884 h 95994"/>
                      <a:gd name="connsiteX2" fmla="*/ 10594 w 63431"/>
                      <a:gd name="connsiteY2" fmla="*/ 25757 h 95994"/>
                      <a:gd name="connsiteX3" fmla="*/ 15688 w 63431"/>
                      <a:gd name="connsiteY3" fmla="*/ 12610 h 95994"/>
                      <a:gd name="connsiteX4" fmla="*/ 29723 w 63431"/>
                      <a:gd name="connsiteY4" fmla="*/ 7831 h 95994"/>
                      <a:gd name="connsiteX5" fmla="*/ 43777 w 63431"/>
                      <a:gd name="connsiteY5" fmla="*/ 12630 h 95994"/>
                      <a:gd name="connsiteX6" fmla="*/ 48930 w 63431"/>
                      <a:gd name="connsiteY6" fmla="*/ 25757 h 95994"/>
                      <a:gd name="connsiteX7" fmla="*/ 43816 w 63431"/>
                      <a:gd name="connsiteY7" fmla="*/ 38884 h 95994"/>
                      <a:gd name="connsiteX8" fmla="*/ 29723 w 63431"/>
                      <a:gd name="connsiteY8" fmla="*/ 43663 h 95994"/>
                      <a:gd name="connsiteX9" fmla="*/ 17215 w 63431"/>
                      <a:gd name="connsiteY9" fmla="*/ 48977 h 95994"/>
                      <a:gd name="connsiteX10" fmla="*/ 4667 w 63431"/>
                      <a:gd name="connsiteY10" fmla="*/ 56473 h 95994"/>
                      <a:gd name="connsiteX11" fmla="*/ 187 w 63431"/>
                      <a:gd name="connsiteY11" fmla="*/ 69937 h 95994"/>
                      <a:gd name="connsiteX12" fmla="*/ 8077 w 63431"/>
                      <a:gd name="connsiteY12" fmla="*/ 87466 h 95994"/>
                      <a:gd name="connsiteX13" fmla="*/ 29723 w 63431"/>
                      <a:gd name="connsiteY13" fmla="*/ 93911 h 95994"/>
                      <a:gd name="connsiteX14" fmla="*/ 51408 w 63431"/>
                      <a:gd name="connsiteY14" fmla="*/ 87466 h 95994"/>
                      <a:gd name="connsiteX15" fmla="*/ 59278 w 63431"/>
                      <a:gd name="connsiteY15" fmla="*/ 69937 h 95994"/>
                      <a:gd name="connsiteX16" fmla="*/ 54778 w 63431"/>
                      <a:gd name="connsiteY16" fmla="*/ 56473 h 95994"/>
                      <a:gd name="connsiteX17" fmla="*/ 42310 w 63431"/>
                      <a:gd name="connsiteY17" fmla="*/ 48977 h 95994"/>
                      <a:gd name="connsiteX18" fmla="*/ 56384 w 63431"/>
                      <a:gd name="connsiteY18" fmla="*/ 40728 h 95994"/>
                      <a:gd name="connsiteX19" fmla="*/ 61438 w 63431"/>
                      <a:gd name="connsiteY19" fmla="*/ 25757 h 95994"/>
                      <a:gd name="connsiteX20" fmla="*/ 53232 w 63431"/>
                      <a:gd name="connsiteY20" fmla="*/ 5095 h 95994"/>
                      <a:gd name="connsiteX21" fmla="*/ 29723 w 63431"/>
                      <a:gd name="connsiteY21" fmla="*/ -2083 h 95994"/>
                      <a:gd name="connsiteX22" fmla="*/ 6213 w 63431"/>
                      <a:gd name="connsiteY22" fmla="*/ 5095 h 95994"/>
                      <a:gd name="connsiteX23" fmla="*/ -1993 w 63431"/>
                      <a:gd name="connsiteY23" fmla="*/ 25757 h 95994"/>
                      <a:gd name="connsiteX24" fmla="*/ 3082 w 63431"/>
                      <a:gd name="connsiteY24" fmla="*/ 40728 h 95994"/>
                      <a:gd name="connsiteX25" fmla="*/ 17215 w 63431"/>
                      <a:gd name="connsiteY25" fmla="*/ 48977 h 95994"/>
                      <a:gd name="connsiteX26" fmla="*/ 12636 w 63431"/>
                      <a:gd name="connsiteY26" fmla="*/ 68747 h 95994"/>
                      <a:gd name="connsiteX27" fmla="*/ 17116 w 63431"/>
                      <a:gd name="connsiteY27" fmla="*/ 57544 h 95994"/>
                      <a:gd name="connsiteX28" fmla="*/ 29723 w 63431"/>
                      <a:gd name="connsiteY28" fmla="*/ 53518 h 95994"/>
                      <a:gd name="connsiteX29" fmla="*/ 42330 w 63431"/>
                      <a:gd name="connsiteY29" fmla="*/ 57544 h 95994"/>
                      <a:gd name="connsiteX30" fmla="*/ 46889 w 63431"/>
                      <a:gd name="connsiteY30" fmla="*/ 68747 h 95994"/>
                      <a:gd name="connsiteX31" fmla="*/ 42330 w 63431"/>
                      <a:gd name="connsiteY31" fmla="*/ 79971 h 95994"/>
                      <a:gd name="connsiteX32" fmla="*/ 29723 w 63431"/>
                      <a:gd name="connsiteY32" fmla="*/ 83996 h 95994"/>
                      <a:gd name="connsiteX33" fmla="*/ 17116 w 63431"/>
                      <a:gd name="connsiteY33" fmla="*/ 79971 h 95994"/>
                      <a:gd name="connsiteX34" fmla="*/ 12636 w 63431"/>
                      <a:gd name="connsiteY34" fmla="*/ 68747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29723" y="43663"/>
                        </a:moveTo>
                        <a:cubicBezTo>
                          <a:pt x="23776" y="43663"/>
                          <a:pt x="19098" y="42070"/>
                          <a:pt x="15688" y="38884"/>
                        </a:cubicBezTo>
                        <a:cubicBezTo>
                          <a:pt x="12292" y="35698"/>
                          <a:pt x="10594" y="31323"/>
                          <a:pt x="10594" y="25757"/>
                        </a:cubicBezTo>
                        <a:cubicBezTo>
                          <a:pt x="10594" y="20178"/>
                          <a:pt x="12292" y="15796"/>
                          <a:pt x="15688" y="12610"/>
                        </a:cubicBezTo>
                        <a:cubicBezTo>
                          <a:pt x="19098" y="9424"/>
                          <a:pt x="23776" y="7831"/>
                          <a:pt x="29723" y="7831"/>
                        </a:cubicBezTo>
                        <a:cubicBezTo>
                          <a:pt x="35669" y="7831"/>
                          <a:pt x="40354" y="9431"/>
                          <a:pt x="43777" y="12630"/>
                        </a:cubicBezTo>
                        <a:cubicBezTo>
                          <a:pt x="47212" y="15842"/>
                          <a:pt x="48930" y="20218"/>
                          <a:pt x="48930" y="25757"/>
                        </a:cubicBezTo>
                        <a:cubicBezTo>
                          <a:pt x="48930" y="31323"/>
                          <a:pt x="47226" y="35698"/>
                          <a:pt x="43816" y="38884"/>
                        </a:cubicBezTo>
                        <a:cubicBezTo>
                          <a:pt x="40420" y="42070"/>
                          <a:pt x="35722" y="43663"/>
                          <a:pt x="29723" y="43663"/>
                        </a:cubicBezTo>
                        <a:close/>
                        <a:moveTo>
                          <a:pt x="17215" y="48977"/>
                        </a:moveTo>
                        <a:cubicBezTo>
                          <a:pt x="11850" y="50299"/>
                          <a:pt x="7667" y="52798"/>
                          <a:pt x="4667" y="56473"/>
                        </a:cubicBezTo>
                        <a:cubicBezTo>
                          <a:pt x="1681" y="60161"/>
                          <a:pt x="187" y="64649"/>
                          <a:pt x="187" y="69937"/>
                        </a:cubicBezTo>
                        <a:cubicBezTo>
                          <a:pt x="187" y="77327"/>
                          <a:pt x="2817" y="83170"/>
                          <a:pt x="8077" y="87466"/>
                        </a:cubicBezTo>
                        <a:cubicBezTo>
                          <a:pt x="13349" y="91763"/>
                          <a:pt x="20565" y="93911"/>
                          <a:pt x="29723" y="93911"/>
                        </a:cubicBezTo>
                        <a:cubicBezTo>
                          <a:pt x="38933" y="93911"/>
                          <a:pt x="46162" y="91763"/>
                          <a:pt x="51408" y="87466"/>
                        </a:cubicBezTo>
                        <a:cubicBezTo>
                          <a:pt x="56654" y="83170"/>
                          <a:pt x="59278" y="77327"/>
                          <a:pt x="59278" y="69937"/>
                        </a:cubicBezTo>
                        <a:cubicBezTo>
                          <a:pt x="59278" y="64649"/>
                          <a:pt x="57778" y="60161"/>
                          <a:pt x="54778" y="56473"/>
                        </a:cubicBezTo>
                        <a:cubicBezTo>
                          <a:pt x="51791" y="52798"/>
                          <a:pt x="47635" y="50299"/>
                          <a:pt x="42310" y="48977"/>
                        </a:cubicBezTo>
                        <a:cubicBezTo>
                          <a:pt x="48336" y="47576"/>
                          <a:pt x="53027" y="44826"/>
                          <a:pt x="56384" y="40728"/>
                        </a:cubicBezTo>
                        <a:cubicBezTo>
                          <a:pt x="59753" y="36643"/>
                          <a:pt x="61438" y="31653"/>
                          <a:pt x="61438" y="25757"/>
                        </a:cubicBezTo>
                        <a:cubicBezTo>
                          <a:pt x="61438" y="16781"/>
                          <a:pt x="58703" y="9894"/>
                          <a:pt x="53232" y="5095"/>
                        </a:cubicBezTo>
                        <a:cubicBezTo>
                          <a:pt x="47761" y="309"/>
                          <a:pt x="39924" y="-2083"/>
                          <a:pt x="29723" y="-2083"/>
                        </a:cubicBezTo>
                        <a:cubicBezTo>
                          <a:pt x="19534" y="-2083"/>
                          <a:pt x="11698" y="309"/>
                          <a:pt x="6213" y="5095"/>
                        </a:cubicBezTo>
                        <a:cubicBezTo>
                          <a:pt x="743" y="9894"/>
                          <a:pt x="-1993" y="16781"/>
                          <a:pt x="-1993" y="25757"/>
                        </a:cubicBezTo>
                        <a:cubicBezTo>
                          <a:pt x="-1993" y="31653"/>
                          <a:pt x="-301" y="36643"/>
                          <a:pt x="3082" y="40728"/>
                        </a:cubicBezTo>
                        <a:cubicBezTo>
                          <a:pt x="6478" y="44826"/>
                          <a:pt x="11189" y="47576"/>
                          <a:pt x="17215" y="48977"/>
                        </a:cubicBezTo>
                        <a:close/>
                        <a:moveTo>
                          <a:pt x="12636" y="68747"/>
                        </a:moveTo>
                        <a:cubicBezTo>
                          <a:pt x="12636" y="63962"/>
                          <a:pt x="14129" y="60227"/>
                          <a:pt x="17116" y="57544"/>
                        </a:cubicBezTo>
                        <a:cubicBezTo>
                          <a:pt x="20115" y="54860"/>
                          <a:pt x="24318" y="53518"/>
                          <a:pt x="29723" y="53518"/>
                        </a:cubicBezTo>
                        <a:cubicBezTo>
                          <a:pt x="35101" y="53518"/>
                          <a:pt x="39303" y="54860"/>
                          <a:pt x="42330" y="57544"/>
                        </a:cubicBezTo>
                        <a:cubicBezTo>
                          <a:pt x="45369" y="60227"/>
                          <a:pt x="46889" y="63962"/>
                          <a:pt x="46889" y="68747"/>
                        </a:cubicBezTo>
                        <a:cubicBezTo>
                          <a:pt x="46889" y="73546"/>
                          <a:pt x="45369" y="77287"/>
                          <a:pt x="42330" y="79971"/>
                        </a:cubicBezTo>
                        <a:cubicBezTo>
                          <a:pt x="39303" y="82654"/>
                          <a:pt x="35101" y="83996"/>
                          <a:pt x="29723" y="83996"/>
                        </a:cubicBezTo>
                        <a:cubicBezTo>
                          <a:pt x="24318" y="83996"/>
                          <a:pt x="20115" y="82654"/>
                          <a:pt x="17116" y="79971"/>
                        </a:cubicBezTo>
                        <a:cubicBezTo>
                          <a:pt x="14129" y="77287"/>
                          <a:pt x="12636" y="73546"/>
                          <a:pt x="12636" y="6874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35" name="Freeform: Shape 134">
                    <a:extLst>
                      <a:ext uri="{FF2B5EF4-FFF2-40B4-BE49-F238E27FC236}">
                        <a16:creationId xmlns:a16="http://schemas.microsoft.com/office/drawing/2014/main" id="{20D58624-B91B-AC65-B31F-152FA4CA3E81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308845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96 h 95994"/>
                      <a:gd name="connsiteX1" fmla="*/ 15437 w 63926"/>
                      <a:gd name="connsiteY1" fmla="*/ 74478 h 95994"/>
                      <a:gd name="connsiteX2" fmla="*/ 10580 w 63926"/>
                      <a:gd name="connsiteY2" fmla="*/ 45884 h 95994"/>
                      <a:gd name="connsiteX3" fmla="*/ 15437 w 63926"/>
                      <a:gd name="connsiteY3" fmla="*/ 17349 h 95994"/>
                      <a:gd name="connsiteX4" fmla="*/ 29966 w 63926"/>
                      <a:gd name="connsiteY4" fmla="*/ 7831 h 95994"/>
                      <a:gd name="connsiteX5" fmla="*/ 44556 w 63926"/>
                      <a:gd name="connsiteY5" fmla="*/ 17349 h 95994"/>
                      <a:gd name="connsiteX6" fmla="*/ 49432 w 63926"/>
                      <a:gd name="connsiteY6" fmla="*/ 45884 h 95994"/>
                      <a:gd name="connsiteX7" fmla="*/ 44556 w 63926"/>
                      <a:gd name="connsiteY7" fmla="*/ 74478 h 95994"/>
                      <a:gd name="connsiteX8" fmla="*/ 29966 w 63926"/>
                      <a:gd name="connsiteY8" fmla="*/ 83996 h 95994"/>
                      <a:gd name="connsiteX9" fmla="*/ 29966 w 63926"/>
                      <a:gd name="connsiteY9" fmla="*/ 93911 h 95994"/>
                      <a:gd name="connsiteX10" fmla="*/ 53733 w 63926"/>
                      <a:gd name="connsiteY10" fmla="*/ 81597 h 95994"/>
                      <a:gd name="connsiteX11" fmla="*/ 61940 w 63926"/>
                      <a:gd name="connsiteY11" fmla="*/ 45884 h 95994"/>
                      <a:gd name="connsiteX12" fmla="*/ 53733 w 63926"/>
                      <a:gd name="connsiteY12" fmla="*/ 10211 h 95994"/>
                      <a:gd name="connsiteX13" fmla="*/ 29966 w 63926"/>
                      <a:gd name="connsiteY13" fmla="*/ -2083 h 95994"/>
                      <a:gd name="connsiteX14" fmla="*/ 6219 w 63926"/>
                      <a:gd name="connsiteY14" fmla="*/ 10211 h 95994"/>
                      <a:gd name="connsiteX15" fmla="*/ -1987 w 63926"/>
                      <a:gd name="connsiteY15" fmla="*/ 45884 h 95994"/>
                      <a:gd name="connsiteX16" fmla="*/ 6219 w 63926"/>
                      <a:gd name="connsiteY16" fmla="*/ 81597 h 95994"/>
                      <a:gd name="connsiteX17" fmla="*/ 29966 w 63926"/>
                      <a:gd name="connsiteY17" fmla="*/ 9391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96"/>
                        </a:moveTo>
                        <a:cubicBezTo>
                          <a:pt x="23531" y="83996"/>
                          <a:pt x="18688" y="80823"/>
                          <a:pt x="15437" y="74478"/>
                        </a:cubicBezTo>
                        <a:cubicBezTo>
                          <a:pt x="12199" y="68146"/>
                          <a:pt x="10580" y="58614"/>
                          <a:pt x="10580" y="45884"/>
                        </a:cubicBezTo>
                        <a:cubicBezTo>
                          <a:pt x="10580" y="33206"/>
                          <a:pt x="12199" y="23695"/>
                          <a:pt x="15437" y="17349"/>
                        </a:cubicBezTo>
                        <a:cubicBezTo>
                          <a:pt x="18688" y="11004"/>
                          <a:pt x="23531" y="7831"/>
                          <a:pt x="29966" y="7831"/>
                        </a:cubicBezTo>
                        <a:cubicBezTo>
                          <a:pt x="36455" y="7831"/>
                          <a:pt x="41318" y="11004"/>
                          <a:pt x="44556" y="17349"/>
                        </a:cubicBezTo>
                        <a:cubicBezTo>
                          <a:pt x="47806" y="23695"/>
                          <a:pt x="49432" y="33206"/>
                          <a:pt x="49432" y="45884"/>
                        </a:cubicBezTo>
                        <a:cubicBezTo>
                          <a:pt x="49432" y="58614"/>
                          <a:pt x="47806" y="68146"/>
                          <a:pt x="44556" y="74478"/>
                        </a:cubicBezTo>
                        <a:cubicBezTo>
                          <a:pt x="41318" y="80823"/>
                          <a:pt x="36455" y="83996"/>
                          <a:pt x="29966" y="83996"/>
                        </a:cubicBezTo>
                        <a:close/>
                        <a:moveTo>
                          <a:pt x="29966" y="93911"/>
                        </a:moveTo>
                        <a:cubicBezTo>
                          <a:pt x="40340" y="93911"/>
                          <a:pt x="48262" y="89806"/>
                          <a:pt x="53733" y="81597"/>
                        </a:cubicBezTo>
                        <a:cubicBezTo>
                          <a:pt x="59204" y="73401"/>
                          <a:pt x="61940" y="61496"/>
                          <a:pt x="61940" y="45884"/>
                        </a:cubicBezTo>
                        <a:cubicBezTo>
                          <a:pt x="61940" y="30311"/>
                          <a:pt x="59204" y="18420"/>
                          <a:pt x="53733" y="10211"/>
                        </a:cubicBezTo>
                        <a:cubicBezTo>
                          <a:pt x="48262" y="2015"/>
                          <a:pt x="40340" y="-2083"/>
                          <a:pt x="29966" y="-2083"/>
                        </a:cubicBezTo>
                        <a:cubicBezTo>
                          <a:pt x="19606" y="-2083"/>
                          <a:pt x="11690" y="2015"/>
                          <a:pt x="6219" y="10211"/>
                        </a:cubicBezTo>
                        <a:cubicBezTo>
                          <a:pt x="748" y="18420"/>
                          <a:pt x="-1987" y="30311"/>
                          <a:pt x="-1987" y="45884"/>
                        </a:cubicBezTo>
                        <a:cubicBezTo>
                          <a:pt x="-1987" y="61496"/>
                          <a:pt x="748" y="73401"/>
                          <a:pt x="6219" y="81597"/>
                        </a:cubicBezTo>
                        <a:cubicBezTo>
                          <a:pt x="11690" y="89806"/>
                          <a:pt x="19606" y="93911"/>
                          <a:pt x="29966" y="9391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36" name="Graphic 83">
                <a:extLst>
                  <a:ext uri="{FF2B5EF4-FFF2-40B4-BE49-F238E27FC236}">
                    <a16:creationId xmlns:a16="http://schemas.microsoft.com/office/drawing/2014/main" id="{E97B360E-0E76-DE0E-95CC-601146FED9C3}"/>
                  </a:ext>
                </a:extLst>
              </p:cNvPr>
              <p:cNvGrpSpPr/>
              <p:nvPr/>
            </p:nvGrpSpPr>
            <p:grpSpPr>
              <a:xfrm>
                <a:off x="3577804" y="3855631"/>
                <a:ext cx="324747" cy="95994"/>
                <a:chOff x="3577804" y="3855631"/>
                <a:chExt cx="324747" cy="95994"/>
              </a:xfrm>
              <a:solidFill>
                <a:srgbClr val="000000"/>
              </a:solidFill>
            </p:grpSpPr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BE16F04D-0E3C-72F8-F42B-9A799BB44E94}"/>
                    </a:ext>
                  </a:extLst>
                </p:cNvPr>
                <p:cNvSpPr/>
                <p:nvPr/>
              </p:nvSpPr>
              <p:spPr>
                <a:xfrm>
                  <a:off x="3858149" y="3901605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10 h 12690"/>
                    <a:gd name="connsiteX1" fmla="*/ 58 w 44401"/>
                    <a:gd name="connsiteY1" fmla="*/ 21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10"/>
                      </a:moveTo>
                      <a:lnTo>
                        <a:pt x="58" y="210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38" name="Graphic 83">
                  <a:extLst>
                    <a:ext uri="{FF2B5EF4-FFF2-40B4-BE49-F238E27FC236}">
                      <a16:creationId xmlns:a16="http://schemas.microsoft.com/office/drawing/2014/main" id="{A57A60F6-D40D-66FB-CBF8-323008682630}"/>
                    </a:ext>
                  </a:extLst>
                </p:cNvPr>
                <p:cNvGrpSpPr/>
                <p:nvPr/>
              </p:nvGrpSpPr>
              <p:grpSpPr>
                <a:xfrm>
                  <a:off x="3577804" y="3855631"/>
                  <a:ext cx="227514" cy="95994"/>
                  <a:chOff x="3577804" y="3855631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139" name="Freeform: Shape 138">
                    <a:extLst>
                      <a:ext uri="{FF2B5EF4-FFF2-40B4-BE49-F238E27FC236}">
                        <a16:creationId xmlns:a16="http://schemas.microsoft.com/office/drawing/2014/main" id="{93B3170B-8E2A-5968-582D-507D7068E3AE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3857296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495 h 92524"/>
                      <a:gd name="connsiteX1" fmla="*/ 8171 w 67395"/>
                      <a:gd name="connsiteY1" fmla="*/ 30100 h 92524"/>
                      <a:gd name="connsiteX2" fmla="*/ 39767 w 67395"/>
                      <a:gd name="connsiteY2" fmla="*/ 30100 h 92524"/>
                      <a:gd name="connsiteX3" fmla="*/ 39767 w 67395"/>
                      <a:gd name="connsiteY3" fmla="*/ 79495 h 92524"/>
                      <a:gd name="connsiteX4" fmla="*/ 36477 w 67395"/>
                      <a:gd name="connsiteY4" fmla="*/ 90401 h 92524"/>
                      <a:gd name="connsiteX5" fmla="*/ 52216 w 67395"/>
                      <a:gd name="connsiteY5" fmla="*/ 90401 h 92524"/>
                      <a:gd name="connsiteX6" fmla="*/ 52216 w 67395"/>
                      <a:gd name="connsiteY6" fmla="*/ 30100 h 92524"/>
                      <a:gd name="connsiteX7" fmla="*/ 65417 w 67395"/>
                      <a:gd name="connsiteY7" fmla="*/ 30100 h 92524"/>
                      <a:gd name="connsiteX8" fmla="*/ 65417 w 67395"/>
                      <a:gd name="connsiteY8" fmla="*/ 19690 h 92524"/>
                      <a:gd name="connsiteX9" fmla="*/ 52216 w 67395"/>
                      <a:gd name="connsiteY9" fmla="*/ 19690 h 92524"/>
                      <a:gd name="connsiteX10" fmla="*/ 52216 w 67395"/>
                      <a:gd name="connsiteY10" fmla="*/ -2123 h 92524"/>
                      <a:gd name="connsiteX11" fmla="*/ 39767 w 67395"/>
                      <a:gd name="connsiteY11" fmla="*/ -2123 h 92524"/>
                      <a:gd name="connsiteX12" fmla="*/ 39767 w 67395"/>
                      <a:gd name="connsiteY12" fmla="*/ 19690 h 92524"/>
                      <a:gd name="connsiteX13" fmla="*/ -1978 w 67395"/>
                      <a:gd name="connsiteY13" fmla="*/ 19690 h 92524"/>
                      <a:gd name="connsiteX14" fmla="*/ -1978 w 67395"/>
                      <a:gd name="connsiteY14" fmla="*/ 31766 h 92524"/>
                      <a:gd name="connsiteX15" fmla="*/ 36477 w 67395"/>
                      <a:gd name="connsiteY15" fmla="*/ 90401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495"/>
                        </a:moveTo>
                        <a:lnTo>
                          <a:pt x="8171" y="30100"/>
                        </a:lnTo>
                        <a:lnTo>
                          <a:pt x="39767" y="30100"/>
                        </a:lnTo>
                        <a:lnTo>
                          <a:pt x="39767" y="79495"/>
                        </a:lnTo>
                        <a:close/>
                        <a:moveTo>
                          <a:pt x="36477" y="90401"/>
                        </a:moveTo>
                        <a:lnTo>
                          <a:pt x="52216" y="90401"/>
                        </a:lnTo>
                        <a:lnTo>
                          <a:pt x="52216" y="30100"/>
                        </a:lnTo>
                        <a:lnTo>
                          <a:pt x="65417" y="30100"/>
                        </a:lnTo>
                        <a:lnTo>
                          <a:pt x="65417" y="19690"/>
                        </a:lnTo>
                        <a:lnTo>
                          <a:pt x="52216" y="19690"/>
                        </a:lnTo>
                        <a:lnTo>
                          <a:pt x="52216" y="-2123"/>
                        </a:lnTo>
                        <a:lnTo>
                          <a:pt x="39767" y="-2123"/>
                        </a:lnTo>
                        <a:lnTo>
                          <a:pt x="39767" y="19690"/>
                        </a:lnTo>
                        <a:lnTo>
                          <a:pt x="-1978" y="19690"/>
                        </a:lnTo>
                        <a:lnTo>
                          <a:pt x="-1978" y="31766"/>
                        </a:lnTo>
                        <a:lnTo>
                          <a:pt x="36477" y="904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0" name="Freeform: Shape 139">
                    <a:extLst>
                      <a:ext uri="{FF2B5EF4-FFF2-40B4-BE49-F238E27FC236}">
                        <a16:creationId xmlns:a16="http://schemas.microsoft.com/office/drawing/2014/main" id="{767088F0-6E26-00C9-C295-74BE3E5990B2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301" y="3855631"/>
                    <a:ext cx="63807" cy="95994"/>
                  </a:xfrm>
                  <a:custGeom>
                    <a:avLst/>
                    <a:gdLst>
                      <a:gd name="connsiteX0" fmla="*/ 3975 w 63807"/>
                      <a:gd name="connsiteY0" fmla="*/ 1609 h 95994"/>
                      <a:gd name="connsiteX1" fmla="*/ 3975 w 63807"/>
                      <a:gd name="connsiteY1" fmla="*/ 13011 h 95994"/>
                      <a:gd name="connsiteX2" fmla="*/ 13510 w 63807"/>
                      <a:gd name="connsiteY2" fmla="*/ 9600 h 95994"/>
                      <a:gd name="connsiteX3" fmla="*/ 23005 w 63807"/>
                      <a:gd name="connsiteY3" fmla="*/ 8430 h 95994"/>
                      <a:gd name="connsiteX4" fmla="*/ 41915 w 63807"/>
                      <a:gd name="connsiteY4" fmla="*/ 16759 h 95994"/>
                      <a:gd name="connsiteX5" fmla="*/ 49388 w 63807"/>
                      <a:gd name="connsiteY5" fmla="*/ 42081 h 95994"/>
                      <a:gd name="connsiteX6" fmla="*/ 40270 w 63807"/>
                      <a:gd name="connsiteY6" fmla="*/ 33891 h 95994"/>
                      <a:gd name="connsiteX7" fmla="*/ 28079 w 63807"/>
                      <a:gd name="connsiteY7" fmla="*/ 31036 h 95994"/>
                      <a:gd name="connsiteX8" fmla="*/ 6116 w 63807"/>
                      <a:gd name="connsiteY8" fmla="*/ 39424 h 95994"/>
                      <a:gd name="connsiteX9" fmla="*/ -1971 w 63807"/>
                      <a:gd name="connsiteY9" fmla="*/ 62406 h 95994"/>
                      <a:gd name="connsiteX10" fmla="*/ 6453 w 63807"/>
                      <a:gd name="connsiteY10" fmla="*/ 85249 h 95994"/>
                      <a:gd name="connsiteX11" fmla="*/ 28872 w 63807"/>
                      <a:gd name="connsiteY11" fmla="*/ 93875 h 95994"/>
                      <a:gd name="connsiteX12" fmla="*/ 53372 w 63807"/>
                      <a:gd name="connsiteY12" fmla="*/ 81561 h 95994"/>
                      <a:gd name="connsiteX13" fmla="*/ 61836 w 63807"/>
                      <a:gd name="connsiteY13" fmla="*/ 45848 h 95994"/>
                      <a:gd name="connsiteX14" fmla="*/ 51449 w 63807"/>
                      <a:gd name="connsiteY14" fmla="*/ 10929 h 95994"/>
                      <a:gd name="connsiteX15" fmla="*/ 23560 w 63807"/>
                      <a:gd name="connsiteY15" fmla="*/ -2119 h 95994"/>
                      <a:gd name="connsiteX16" fmla="*/ 14005 w 63807"/>
                      <a:gd name="connsiteY16" fmla="*/ -1187 h 95994"/>
                      <a:gd name="connsiteX17" fmla="*/ 3975 w 63807"/>
                      <a:gd name="connsiteY17" fmla="*/ 1609 h 95994"/>
                      <a:gd name="connsiteX18" fmla="*/ 28872 w 63807"/>
                      <a:gd name="connsiteY18" fmla="*/ 40831 h 95994"/>
                      <a:gd name="connsiteX19" fmla="*/ 42212 w 63807"/>
                      <a:gd name="connsiteY19" fmla="*/ 46582 h 95994"/>
                      <a:gd name="connsiteX20" fmla="*/ 47148 w 63807"/>
                      <a:gd name="connsiteY20" fmla="*/ 62406 h 95994"/>
                      <a:gd name="connsiteX21" fmla="*/ 42212 w 63807"/>
                      <a:gd name="connsiteY21" fmla="*/ 78170 h 95994"/>
                      <a:gd name="connsiteX22" fmla="*/ 28872 w 63807"/>
                      <a:gd name="connsiteY22" fmla="*/ 83960 h 95994"/>
                      <a:gd name="connsiteX23" fmla="*/ 15532 w 63807"/>
                      <a:gd name="connsiteY23" fmla="*/ 78170 h 95994"/>
                      <a:gd name="connsiteX24" fmla="*/ 10616 w 63807"/>
                      <a:gd name="connsiteY24" fmla="*/ 62406 h 95994"/>
                      <a:gd name="connsiteX25" fmla="*/ 15532 w 63807"/>
                      <a:gd name="connsiteY25" fmla="*/ 46582 h 95994"/>
                      <a:gd name="connsiteX26" fmla="*/ 28872 w 63807"/>
                      <a:gd name="connsiteY26" fmla="*/ 408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3975" y="1609"/>
                        </a:moveTo>
                        <a:lnTo>
                          <a:pt x="3975" y="13011"/>
                        </a:lnTo>
                        <a:cubicBezTo>
                          <a:pt x="7120" y="11517"/>
                          <a:pt x="10298" y="10380"/>
                          <a:pt x="13510" y="9600"/>
                        </a:cubicBezTo>
                        <a:cubicBezTo>
                          <a:pt x="16734" y="8820"/>
                          <a:pt x="19899" y="8430"/>
                          <a:pt x="23005" y="8430"/>
                        </a:cubicBezTo>
                        <a:cubicBezTo>
                          <a:pt x="31264" y="8430"/>
                          <a:pt x="37567" y="11206"/>
                          <a:pt x="41915" y="16759"/>
                        </a:cubicBezTo>
                        <a:cubicBezTo>
                          <a:pt x="46276" y="22311"/>
                          <a:pt x="48767" y="30751"/>
                          <a:pt x="49388" y="42081"/>
                        </a:cubicBezTo>
                        <a:cubicBezTo>
                          <a:pt x="46996" y="38525"/>
                          <a:pt x="43957" y="35795"/>
                          <a:pt x="40270" y="33891"/>
                        </a:cubicBezTo>
                        <a:cubicBezTo>
                          <a:pt x="36596" y="31987"/>
                          <a:pt x="32532" y="31036"/>
                          <a:pt x="28079" y="31036"/>
                        </a:cubicBezTo>
                        <a:cubicBezTo>
                          <a:pt x="18829" y="31036"/>
                          <a:pt x="11508" y="33832"/>
                          <a:pt x="6116" y="39424"/>
                        </a:cubicBezTo>
                        <a:cubicBezTo>
                          <a:pt x="724" y="45029"/>
                          <a:pt x="-1971" y="52689"/>
                          <a:pt x="-1971" y="62406"/>
                        </a:cubicBezTo>
                        <a:cubicBezTo>
                          <a:pt x="-1971" y="71897"/>
                          <a:pt x="837" y="79512"/>
                          <a:pt x="6453" y="85249"/>
                        </a:cubicBezTo>
                        <a:cubicBezTo>
                          <a:pt x="12069" y="91000"/>
                          <a:pt x="19542" y="93875"/>
                          <a:pt x="28872" y="93875"/>
                        </a:cubicBezTo>
                        <a:cubicBezTo>
                          <a:pt x="39576" y="93875"/>
                          <a:pt x="47743" y="89770"/>
                          <a:pt x="53372" y="81561"/>
                        </a:cubicBezTo>
                        <a:cubicBezTo>
                          <a:pt x="59015" y="73365"/>
                          <a:pt x="61836" y="61461"/>
                          <a:pt x="61836" y="45848"/>
                        </a:cubicBezTo>
                        <a:cubicBezTo>
                          <a:pt x="61836" y="31267"/>
                          <a:pt x="58374" y="19627"/>
                          <a:pt x="51449" y="10929"/>
                        </a:cubicBezTo>
                        <a:cubicBezTo>
                          <a:pt x="44538" y="2230"/>
                          <a:pt x="35241" y="-2119"/>
                          <a:pt x="23560" y="-2119"/>
                        </a:cubicBezTo>
                        <a:cubicBezTo>
                          <a:pt x="20414" y="-2119"/>
                          <a:pt x="17230" y="-1808"/>
                          <a:pt x="14005" y="-1187"/>
                        </a:cubicBezTo>
                        <a:cubicBezTo>
                          <a:pt x="10794" y="-566"/>
                          <a:pt x="7451" y="366"/>
                          <a:pt x="3975" y="1609"/>
                        </a:cubicBezTo>
                        <a:close/>
                        <a:moveTo>
                          <a:pt x="28872" y="40831"/>
                        </a:moveTo>
                        <a:cubicBezTo>
                          <a:pt x="34488" y="40831"/>
                          <a:pt x="38935" y="42748"/>
                          <a:pt x="42212" y="46582"/>
                        </a:cubicBezTo>
                        <a:cubicBezTo>
                          <a:pt x="45503" y="50429"/>
                          <a:pt x="47148" y="55703"/>
                          <a:pt x="47148" y="62406"/>
                        </a:cubicBezTo>
                        <a:cubicBezTo>
                          <a:pt x="47148" y="69055"/>
                          <a:pt x="45503" y="74310"/>
                          <a:pt x="42212" y="78170"/>
                        </a:cubicBezTo>
                        <a:cubicBezTo>
                          <a:pt x="38935" y="82030"/>
                          <a:pt x="34488" y="83960"/>
                          <a:pt x="28872" y="83960"/>
                        </a:cubicBezTo>
                        <a:cubicBezTo>
                          <a:pt x="23256" y="83960"/>
                          <a:pt x="18809" y="82030"/>
                          <a:pt x="15532" y="78170"/>
                        </a:cubicBezTo>
                        <a:cubicBezTo>
                          <a:pt x="12254" y="74310"/>
                          <a:pt x="10616" y="69055"/>
                          <a:pt x="10616" y="62406"/>
                        </a:cubicBezTo>
                        <a:cubicBezTo>
                          <a:pt x="10616" y="55703"/>
                          <a:pt x="12254" y="50429"/>
                          <a:pt x="15532" y="46582"/>
                        </a:cubicBezTo>
                        <a:cubicBezTo>
                          <a:pt x="18809" y="42748"/>
                          <a:pt x="23256" y="40831"/>
                          <a:pt x="28872" y="408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1" name="Freeform: Shape 140">
                    <a:extLst>
                      <a:ext uri="{FF2B5EF4-FFF2-40B4-BE49-F238E27FC236}">
                        <a16:creationId xmlns:a16="http://schemas.microsoft.com/office/drawing/2014/main" id="{D6338346-C138-969A-81EE-E2A947D76992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855631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60 h 95994"/>
                      <a:gd name="connsiteX1" fmla="*/ 15437 w 63926"/>
                      <a:gd name="connsiteY1" fmla="*/ 74442 h 95994"/>
                      <a:gd name="connsiteX2" fmla="*/ 10580 w 63926"/>
                      <a:gd name="connsiteY2" fmla="*/ 45848 h 95994"/>
                      <a:gd name="connsiteX3" fmla="*/ 15437 w 63926"/>
                      <a:gd name="connsiteY3" fmla="*/ 17314 h 95994"/>
                      <a:gd name="connsiteX4" fmla="*/ 29966 w 63926"/>
                      <a:gd name="connsiteY4" fmla="*/ 7796 h 95994"/>
                      <a:gd name="connsiteX5" fmla="*/ 44556 w 63926"/>
                      <a:gd name="connsiteY5" fmla="*/ 17314 h 95994"/>
                      <a:gd name="connsiteX6" fmla="*/ 49432 w 63926"/>
                      <a:gd name="connsiteY6" fmla="*/ 45848 h 95994"/>
                      <a:gd name="connsiteX7" fmla="*/ 44556 w 63926"/>
                      <a:gd name="connsiteY7" fmla="*/ 74442 h 95994"/>
                      <a:gd name="connsiteX8" fmla="*/ 29966 w 63926"/>
                      <a:gd name="connsiteY8" fmla="*/ 83960 h 95994"/>
                      <a:gd name="connsiteX9" fmla="*/ 29966 w 63926"/>
                      <a:gd name="connsiteY9" fmla="*/ 93875 h 95994"/>
                      <a:gd name="connsiteX10" fmla="*/ 53733 w 63926"/>
                      <a:gd name="connsiteY10" fmla="*/ 81561 h 95994"/>
                      <a:gd name="connsiteX11" fmla="*/ 61940 w 63926"/>
                      <a:gd name="connsiteY11" fmla="*/ 45848 h 95994"/>
                      <a:gd name="connsiteX12" fmla="*/ 53733 w 63926"/>
                      <a:gd name="connsiteY12" fmla="*/ 10175 h 95994"/>
                      <a:gd name="connsiteX13" fmla="*/ 29966 w 63926"/>
                      <a:gd name="connsiteY13" fmla="*/ -2119 h 95994"/>
                      <a:gd name="connsiteX14" fmla="*/ 6219 w 63926"/>
                      <a:gd name="connsiteY14" fmla="*/ 10175 h 95994"/>
                      <a:gd name="connsiteX15" fmla="*/ -1987 w 63926"/>
                      <a:gd name="connsiteY15" fmla="*/ 45848 h 95994"/>
                      <a:gd name="connsiteX16" fmla="*/ 6219 w 63926"/>
                      <a:gd name="connsiteY16" fmla="*/ 81561 h 95994"/>
                      <a:gd name="connsiteX17" fmla="*/ 29966 w 63926"/>
                      <a:gd name="connsiteY17" fmla="*/ 9387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60"/>
                        </a:moveTo>
                        <a:cubicBezTo>
                          <a:pt x="23531" y="83960"/>
                          <a:pt x="18688" y="80788"/>
                          <a:pt x="15437" y="74442"/>
                        </a:cubicBezTo>
                        <a:cubicBezTo>
                          <a:pt x="12199" y="68110"/>
                          <a:pt x="10580" y="58579"/>
                          <a:pt x="10580" y="45848"/>
                        </a:cubicBezTo>
                        <a:cubicBezTo>
                          <a:pt x="10580" y="33171"/>
                          <a:pt x="12199" y="23659"/>
                          <a:pt x="15437" y="17314"/>
                        </a:cubicBezTo>
                        <a:cubicBezTo>
                          <a:pt x="18688" y="10968"/>
                          <a:pt x="23531" y="7796"/>
                          <a:pt x="29966" y="7796"/>
                        </a:cubicBezTo>
                        <a:cubicBezTo>
                          <a:pt x="36455" y="7796"/>
                          <a:pt x="41318" y="10968"/>
                          <a:pt x="44556" y="17314"/>
                        </a:cubicBezTo>
                        <a:cubicBezTo>
                          <a:pt x="47806" y="23659"/>
                          <a:pt x="49432" y="33171"/>
                          <a:pt x="49432" y="45848"/>
                        </a:cubicBezTo>
                        <a:cubicBezTo>
                          <a:pt x="49432" y="58579"/>
                          <a:pt x="47806" y="68110"/>
                          <a:pt x="44556" y="74442"/>
                        </a:cubicBezTo>
                        <a:cubicBezTo>
                          <a:pt x="41318" y="80788"/>
                          <a:pt x="36455" y="83960"/>
                          <a:pt x="29966" y="83960"/>
                        </a:cubicBezTo>
                        <a:close/>
                        <a:moveTo>
                          <a:pt x="29966" y="93875"/>
                        </a:moveTo>
                        <a:cubicBezTo>
                          <a:pt x="40340" y="93875"/>
                          <a:pt x="48262" y="89770"/>
                          <a:pt x="53733" y="81561"/>
                        </a:cubicBezTo>
                        <a:cubicBezTo>
                          <a:pt x="59204" y="73365"/>
                          <a:pt x="61940" y="61461"/>
                          <a:pt x="61940" y="45848"/>
                        </a:cubicBezTo>
                        <a:cubicBezTo>
                          <a:pt x="61940" y="30276"/>
                          <a:pt x="59204" y="18385"/>
                          <a:pt x="53733" y="10175"/>
                        </a:cubicBezTo>
                        <a:cubicBezTo>
                          <a:pt x="48262" y="1979"/>
                          <a:pt x="40340" y="-2119"/>
                          <a:pt x="29966" y="-2119"/>
                        </a:cubicBezTo>
                        <a:cubicBezTo>
                          <a:pt x="19606" y="-2119"/>
                          <a:pt x="11690" y="1979"/>
                          <a:pt x="6219" y="10175"/>
                        </a:cubicBezTo>
                        <a:cubicBezTo>
                          <a:pt x="748" y="18385"/>
                          <a:pt x="-1987" y="30276"/>
                          <a:pt x="-1987" y="45848"/>
                        </a:cubicBezTo>
                        <a:cubicBezTo>
                          <a:pt x="-1987" y="61461"/>
                          <a:pt x="748" y="73365"/>
                          <a:pt x="6219" y="81561"/>
                        </a:cubicBezTo>
                        <a:cubicBezTo>
                          <a:pt x="11690" y="89770"/>
                          <a:pt x="19606" y="93875"/>
                          <a:pt x="29966" y="9387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42" name="Graphic 83">
                <a:extLst>
                  <a:ext uri="{FF2B5EF4-FFF2-40B4-BE49-F238E27FC236}">
                    <a16:creationId xmlns:a16="http://schemas.microsoft.com/office/drawing/2014/main" id="{27FCD85E-C764-81EE-F520-B2BF8E247B5B}"/>
                  </a:ext>
                </a:extLst>
              </p:cNvPr>
              <p:cNvGrpSpPr/>
              <p:nvPr/>
            </p:nvGrpSpPr>
            <p:grpSpPr>
              <a:xfrm>
                <a:off x="3581391" y="3402416"/>
                <a:ext cx="321159" cy="95994"/>
                <a:chOff x="3581391" y="3402416"/>
                <a:chExt cx="321159" cy="95994"/>
              </a:xfrm>
              <a:solidFill>
                <a:srgbClr val="000000"/>
              </a:solidFill>
            </p:grpSpPr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3A9F8453-C64F-3949-583E-A36C04D68FAC}"/>
                    </a:ext>
                  </a:extLst>
                </p:cNvPr>
                <p:cNvSpPr/>
                <p:nvPr/>
              </p:nvSpPr>
              <p:spPr>
                <a:xfrm>
                  <a:off x="3858149" y="344839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75 h 12690"/>
                    <a:gd name="connsiteX1" fmla="*/ 58 w 44401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44" name="Graphic 83">
                  <a:extLst>
                    <a:ext uri="{FF2B5EF4-FFF2-40B4-BE49-F238E27FC236}">
                      <a16:creationId xmlns:a16="http://schemas.microsoft.com/office/drawing/2014/main" id="{CC1E251D-925C-C130-F603-06B841ED98D8}"/>
                    </a:ext>
                  </a:extLst>
                </p:cNvPr>
                <p:cNvGrpSpPr/>
                <p:nvPr/>
              </p:nvGrpSpPr>
              <p:grpSpPr>
                <a:xfrm>
                  <a:off x="3581391" y="3402416"/>
                  <a:ext cx="223926" cy="95994"/>
                  <a:chOff x="3581391" y="3402416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45" name="Freeform: Shape 144">
                    <a:extLst>
                      <a:ext uri="{FF2B5EF4-FFF2-40B4-BE49-F238E27FC236}">
                        <a16:creationId xmlns:a16="http://schemas.microsoft.com/office/drawing/2014/main" id="{29E73EBB-7590-00BA-EDAF-C0A3C457BCA3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340408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16 h 94328"/>
                      <a:gd name="connsiteX1" fmla="*/ 51056 w 59843"/>
                      <a:gd name="connsiteY1" fmla="*/ 92216 h 94328"/>
                      <a:gd name="connsiteX2" fmla="*/ 51056 w 59843"/>
                      <a:gd name="connsiteY2" fmla="*/ 81667 h 94328"/>
                      <a:gd name="connsiteX3" fmla="*/ 13393 w 59843"/>
                      <a:gd name="connsiteY3" fmla="*/ 81667 h 94328"/>
                      <a:gd name="connsiteX4" fmla="*/ 13393 w 59843"/>
                      <a:gd name="connsiteY4" fmla="*/ 59002 h 94328"/>
                      <a:gd name="connsiteX5" fmla="*/ 18825 w 59843"/>
                      <a:gd name="connsiteY5" fmla="*/ 60390 h 94328"/>
                      <a:gd name="connsiteX6" fmla="*/ 24296 w 59843"/>
                      <a:gd name="connsiteY6" fmla="*/ 60846 h 94328"/>
                      <a:gd name="connsiteX7" fmla="*/ 48816 w 59843"/>
                      <a:gd name="connsiteY7" fmla="*/ 52359 h 94328"/>
                      <a:gd name="connsiteX8" fmla="*/ 57874 w 59843"/>
                      <a:gd name="connsiteY8" fmla="*/ 29376 h 94328"/>
                      <a:gd name="connsiteX9" fmla="*/ 48578 w 59843"/>
                      <a:gd name="connsiteY9" fmla="*/ 6156 h 94328"/>
                      <a:gd name="connsiteX10" fmla="*/ 22373 w 59843"/>
                      <a:gd name="connsiteY10" fmla="*/ -2113 h 94328"/>
                      <a:gd name="connsiteX11" fmla="*/ 10499 w 59843"/>
                      <a:gd name="connsiteY11" fmla="*/ -1121 h 94328"/>
                      <a:gd name="connsiteX12" fmla="*/ -1969 w 59843"/>
                      <a:gd name="connsiteY12" fmla="*/ 1853 h 94328"/>
                      <a:gd name="connsiteX13" fmla="*/ -1969 w 59843"/>
                      <a:gd name="connsiteY13" fmla="*/ 14445 h 94328"/>
                      <a:gd name="connsiteX14" fmla="*/ 9548 w 59843"/>
                      <a:gd name="connsiteY14" fmla="*/ 9924 h 94328"/>
                      <a:gd name="connsiteX15" fmla="*/ 22115 w 59843"/>
                      <a:gd name="connsiteY15" fmla="*/ 8437 h 94328"/>
                      <a:gd name="connsiteX16" fmla="*/ 39083 w 59843"/>
                      <a:gd name="connsiteY16" fmla="*/ 14068 h 94328"/>
                      <a:gd name="connsiteX17" fmla="*/ 45347 w 59843"/>
                      <a:gd name="connsiteY17" fmla="*/ 29376 h 94328"/>
                      <a:gd name="connsiteX18" fmla="*/ 39083 w 59843"/>
                      <a:gd name="connsiteY18" fmla="*/ 44665 h 94328"/>
                      <a:gd name="connsiteX19" fmla="*/ 22115 w 59843"/>
                      <a:gd name="connsiteY19" fmla="*/ 50316 h 94328"/>
                      <a:gd name="connsiteX20" fmla="*/ 12105 w 59843"/>
                      <a:gd name="connsiteY20" fmla="*/ 49206 h 94328"/>
                      <a:gd name="connsiteX21" fmla="*/ 1936 w 59843"/>
                      <a:gd name="connsiteY21" fmla="*/ 45736 h 94328"/>
                      <a:gd name="connsiteX22" fmla="*/ 1936 w 59843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16"/>
                        </a:moveTo>
                        <a:lnTo>
                          <a:pt x="51056" y="92216"/>
                        </a:lnTo>
                        <a:lnTo>
                          <a:pt x="51056" y="81667"/>
                        </a:lnTo>
                        <a:lnTo>
                          <a:pt x="13393" y="81667"/>
                        </a:lnTo>
                        <a:lnTo>
                          <a:pt x="13393" y="59002"/>
                        </a:lnTo>
                        <a:cubicBezTo>
                          <a:pt x="15204" y="59623"/>
                          <a:pt x="17014" y="60086"/>
                          <a:pt x="18825" y="60390"/>
                        </a:cubicBezTo>
                        <a:cubicBezTo>
                          <a:pt x="20648" y="60694"/>
                          <a:pt x="22472" y="60846"/>
                          <a:pt x="24296" y="60846"/>
                        </a:cubicBezTo>
                        <a:cubicBezTo>
                          <a:pt x="34616" y="60846"/>
                          <a:pt x="42790" y="58017"/>
                          <a:pt x="48816" y="52359"/>
                        </a:cubicBezTo>
                        <a:cubicBezTo>
                          <a:pt x="54855" y="46701"/>
                          <a:pt x="57874" y="39040"/>
                          <a:pt x="57874" y="29376"/>
                        </a:cubicBezTo>
                        <a:cubicBezTo>
                          <a:pt x="57874" y="19422"/>
                          <a:pt x="54776" y="11682"/>
                          <a:pt x="48578" y="6156"/>
                        </a:cubicBezTo>
                        <a:cubicBezTo>
                          <a:pt x="42380" y="644"/>
                          <a:pt x="33645" y="-2113"/>
                          <a:pt x="22373" y="-2113"/>
                        </a:cubicBezTo>
                        <a:cubicBezTo>
                          <a:pt x="18488" y="-2113"/>
                          <a:pt x="14530" y="-1782"/>
                          <a:pt x="10499" y="-1121"/>
                        </a:cubicBezTo>
                        <a:cubicBezTo>
                          <a:pt x="6482" y="-460"/>
                          <a:pt x="2326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5" y="12422"/>
                          <a:pt x="5583" y="10915"/>
                          <a:pt x="9548" y="9924"/>
                        </a:cubicBezTo>
                        <a:cubicBezTo>
                          <a:pt x="13512" y="8932"/>
                          <a:pt x="17701" y="8437"/>
                          <a:pt x="22115" y="8437"/>
                        </a:cubicBezTo>
                        <a:cubicBezTo>
                          <a:pt x="29264" y="8437"/>
                          <a:pt x="34920" y="10314"/>
                          <a:pt x="39083" y="14068"/>
                        </a:cubicBezTo>
                        <a:cubicBezTo>
                          <a:pt x="43259" y="17822"/>
                          <a:pt x="45347" y="22925"/>
                          <a:pt x="45347" y="29376"/>
                        </a:cubicBezTo>
                        <a:cubicBezTo>
                          <a:pt x="45347" y="35814"/>
                          <a:pt x="43259" y="40910"/>
                          <a:pt x="39083" y="44665"/>
                        </a:cubicBezTo>
                        <a:cubicBezTo>
                          <a:pt x="34920" y="48432"/>
                          <a:pt x="29264" y="50316"/>
                          <a:pt x="22115" y="50316"/>
                        </a:cubicBezTo>
                        <a:cubicBezTo>
                          <a:pt x="18772" y="50316"/>
                          <a:pt x="15435" y="49946"/>
                          <a:pt x="12105" y="49206"/>
                        </a:cubicBezTo>
                        <a:cubicBezTo>
                          <a:pt x="8788" y="48465"/>
                          <a:pt x="5398" y="47309"/>
                          <a:pt x="1936" y="45736"/>
                        </a:cubicBezTo>
                        <a:lnTo>
                          <a:pt x="1936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6" name="Freeform: Shape 145">
                    <a:extLst>
                      <a:ext uri="{FF2B5EF4-FFF2-40B4-BE49-F238E27FC236}">
                        <a16:creationId xmlns:a16="http://schemas.microsoft.com/office/drawing/2014/main" id="{77286755-28BD-F746-C108-77505694C233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678" y="3402416"/>
                    <a:ext cx="63926" cy="95994"/>
                  </a:xfrm>
                  <a:custGeom>
                    <a:avLst/>
                    <a:gdLst>
                      <a:gd name="connsiteX0" fmla="*/ 29960 w 63926"/>
                      <a:gd name="connsiteY0" fmla="*/ 83925 h 95994"/>
                      <a:gd name="connsiteX1" fmla="*/ 15430 w 63926"/>
                      <a:gd name="connsiteY1" fmla="*/ 74407 h 95994"/>
                      <a:gd name="connsiteX2" fmla="*/ 10574 w 63926"/>
                      <a:gd name="connsiteY2" fmla="*/ 45813 h 95994"/>
                      <a:gd name="connsiteX3" fmla="*/ 15430 w 63926"/>
                      <a:gd name="connsiteY3" fmla="*/ 17278 h 95994"/>
                      <a:gd name="connsiteX4" fmla="*/ 29960 w 63926"/>
                      <a:gd name="connsiteY4" fmla="*/ 7760 h 95994"/>
                      <a:gd name="connsiteX5" fmla="*/ 44549 w 63926"/>
                      <a:gd name="connsiteY5" fmla="*/ 17278 h 95994"/>
                      <a:gd name="connsiteX6" fmla="*/ 49425 w 63926"/>
                      <a:gd name="connsiteY6" fmla="*/ 45813 h 95994"/>
                      <a:gd name="connsiteX7" fmla="*/ 44549 w 63926"/>
                      <a:gd name="connsiteY7" fmla="*/ 74407 h 95994"/>
                      <a:gd name="connsiteX8" fmla="*/ 29960 w 63926"/>
                      <a:gd name="connsiteY8" fmla="*/ 83925 h 95994"/>
                      <a:gd name="connsiteX9" fmla="*/ 29960 w 63926"/>
                      <a:gd name="connsiteY9" fmla="*/ 93839 h 95994"/>
                      <a:gd name="connsiteX10" fmla="*/ 53727 w 63926"/>
                      <a:gd name="connsiteY10" fmla="*/ 81525 h 95994"/>
                      <a:gd name="connsiteX11" fmla="*/ 61933 w 63926"/>
                      <a:gd name="connsiteY11" fmla="*/ 45813 h 95994"/>
                      <a:gd name="connsiteX12" fmla="*/ 53727 w 63926"/>
                      <a:gd name="connsiteY12" fmla="*/ 10139 h 95994"/>
                      <a:gd name="connsiteX13" fmla="*/ 29960 w 63926"/>
                      <a:gd name="connsiteY13" fmla="*/ -2155 h 95994"/>
                      <a:gd name="connsiteX14" fmla="*/ 6213 w 63926"/>
                      <a:gd name="connsiteY14" fmla="*/ 10139 h 95994"/>
                      <a:gd name="connsiteX15" fmla="*/ -1993 w 63926"/>
                      <a:gd name="connsiteY15" fmla="*/ 45813 h 95994"/>
                      <a:gd name="connsiteX16" fmla="*/ 6213 w 63926"/>
                      <a:gd name="connsiteY16" fmla="*/ 81525 h 95994"/>
                      <a:gd name="connsiteX17" fmla="*/ 29960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0" y="83925"/>
                        </a:moveTo>
                        <a:cubicBezTo>
                          <a:pt x="23524" y="83925"/>
                          <a:pt x="18681" y="80752"/>
                          <a:pt x="15430" y="74407"/>
                        </a:cubicBezTo>
                        <a:cubicBezTo>
                          <a:pt x="12193" y="68074"/>
                          <a:pt x="10574" y="58543"/>
                          <a:pt x="10574" y="45813"/>
                        </a:cubicBezTo>
                        <a:cubicBezTo>
                          <a:pt x="10574" y="33135"/>
                          <a:pt x="12193" y="23623"/>
                          <a:pt x="15430" y="17278"/>
                        </a:cubicBezTo>
                        <a:cubicBezTo>
                          <a:pt x="18681" y="10933"/>
                          <a:pt x="23524" y="7760"/>
                          <a:pt x="29960" y="7760"/>
                        </a:cubicBezTo>
                        <a:cubicBezTo>
                          <a:pt x="36448" y="7760"/>
                          <a:pt x="41312" y="10933"/>
                          <a:pt x="44549" y="17278"/>
                        </a:cubicBezTo>
                        <a:cubicBezTo>
                          <a:pt x="47800" y="23623"/>
                          <a:pt x="49425" y="33135"/>
                          <a:pt x="49425" y="45813"/>
                        </a:cubicBezTo>
                        <a:cubicBezTo>
                          <a:pt x="49425" y="58543"/>
                          <a:pt x="47800" y="68074"/>
                          <a:pt x="44549" y="74407"/>
                        </a:cubicBezTo>
                        <a:cubicBezTo>
                          <a:pt x="41312" y="80752"/>
                          <a:pt x="36448" y="83925"/>
                          <a:pt x="29960" y="83925"/>
                        </a:cubicBezTo>
                        <a:close/>
                        <a:moveTo>
                          <a:pt x="29960" y="93839"/>
                        </a:moveTo>
                        <a:cubicBezTo>
                          <a:pt x="40334" y="93839"/>
                          <a:pt x="48256" y="89735"/>
                          <a:pt x="53727" y="81525"/>
                        </a:cubicBezTo>
                        <a:cubicBezTo>
                          <a:pt x="59198" y="73329"/>
                          <a:pt x="61933" y="61425"/>
                          <a:pt x="61933" y="45813"/>
                        </a:cubicBezTo>
                        <a:cubicBezTo>
                          <a:pt x="61933" y="30240"/>
                          <a:pt x="59198" y="18349"/>
                          <a:pt x="53727" y="10139"/>
                        </a:cubicBezTo>
                        <a:cubicBezTo>
                          <a:pt x="48256" y="1943"/>
                          <a:pt x="40334" y="-2155"/>
                          <a:pt x="29960" y="-2155"/>
                        </a:cubicBezTo>
                        <a:cubicBezTo>
                          <a:pt x="19600" y="-2155"/>
                          <a:pt x="11684" y="1943"/>
                          <a:pt x="6213" y="10139"/>
                        </a:cubicBezTo>
                        <a:cubicBezTo>
                          <a:pt x="742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2" y="73329"/>
                          <a:pt x="6213" y="81525"/>
                        </a:cubicBezTo>
                        <a:cubicBezTo>
                          <a:pt x="11684" y="89735"/>
                          <a:pt x="19600" y="93839"/>
                          <a:pt x="29960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7" name="Freeform: Shape 146">
                    <a:extLst>
                      <a:ext uri="{FF2B5EF4-FFF2-40B4-BE49-F238E27FC236}">
                        <a16:creationId xmlns:a16="http://schemas.microsoft.com/office/drawing/2014/main" id="{C271C957-11C6-FA83-FD7C-E40EA19572AB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402416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25 h 95994"/>
                      <a:gd name="connsiteX1" fmla="*/ 15437 w 63926"/>
                      <a:gd name="connsiteY1" fmla="*/ 74407 h 95994"/>
                      <a:gd name="connsiteX2" fmla="*/ 10580 w 63926"/>
                      <a:gd name="connsiteY2" fmla="*/ 45813 h 95994"/>
                      <a:gd name="connsiteX3" fmla="*/ 15437 w 63926"/>
                      <a:gd name="connsiteY3" fmla="*/ 17278 h 95994"/>
                      <a:gd name="connsiteX4" fmla="*/ 29966 w 63926"/>
                      <a:gd name="connsiteY4" fmla="*/ 7760 h 95994"/>
                      <a:gd name="connsiteX5" fmla="*/ 44556 w 63926"/>
                      <a:gd name="connsiteY5" fmla="*/ 17278 h 95994"/>
                      <a:gd name="connsiteX6" fmla="*/ 49432 w 63926"/>
                      <a:gd name="connsiteY6" fmla="*/ 45813 h 95994"/>
                      <a:gd name="connsiteX7" fmla="*/ 44556 w 63926"/>
                      <a:gd name="connsiteY7" fmla="*/ 74407 h 95994"/>
                      <a:gd name="connsiteX8" fmla="*/ 29966 w 63926"/>
                      <a:gd name="connsiteY8" fmla="*/ 83925 h 95994"/>
                      <a:gd name="connsiteX9" fmla="*/ 29966 w 63926"/>
                      <a:gd name="connsiteY9" fmla="*/ 93839 h 95994"/>
                      <a:gd name="connsiteX10" fmla="*/ 53733 w 63926"/>
                      <a:gd name="connsiteY10" fmla="*/ 81525 h 95994"/>
                      <a:gd name="connsiteX11" fmla="*/ 61940 w 63926"/>
                      <a:gd name="connsiteY11" fmla="*/ 45813 h 95994"/>
                      <a:gd name="connsiteX12" fmla="*/ 53733 w 63926"/>
                      <a:gd name="connsiteY12" fmla="*/ 10139 h 95994"/>
                      <a:gd name="connsiteX13" fmla="*/ 29966 w 63926"/>
                      <a:gd name="connsiteY13" fmla="*/ -2155 h 95994"/>
                      <a:gd name="connsiteX14" fmla="*/ 6219 w 63926"/>
                      <a:gd name="connsiteY14" fmla="*/ 10139 h 95994"/>
                      <a:gd name="connsiteX15" fmla="*/ -1987 w 63926"/>
                      <a:gd name="connsiteY15" fmla="*/ 45813 h 95994"/>
                      <a:gd name="connsiteX16" fmla="*/ 6219 w 63926"/>
                      <a:gd name="connsiteY16" fmla="*/ 81525 h 95994"/>
                      <a:gd name="connsiteX17" fmla="*/ 29966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25"/>
                        </a:moveTo>
                        <a:cubicBezTo>
                          <a:pt x="23531" y="83925"/>
                          <a:pt x="18688" y="80752"/>
                          <a:pt x="15437" y="74407"/>
                        </a:cubicBezTo>
                        <a:cubicBezTo>
                          <a:pt x="12199" y="68074"/>
                          <a:pt x="10580" y="58543"/>
                          <a:pt x="10580" y="45813"/>
                        </a:cubicBezTo>
                        <a:cubicBezTo>
                          <a:pt x="10580" y="33135"/>
                          <a:pt x="12199" y="23623"/>
                          <a:pt x="15437" y="17278"/>
                        </a:cubicBezTo>
                        <a:cubicBezTo>
                          <a:pt x="18688" y="10933"/>
                          <a:pt x="23531" y="7760"/>
                          <a:pt x="29966" y="7760"/>
                        </a:cubicBezTo>
                        <a:cubicBezTo>
                          <a:pt x="36455" y="7760"/>
                          <a:pt x="41318" y="10933"/>
                          <a:pt x="44556" y="17278"/>
                        </a:cubicBezTo>
                        <a:cubicBezTo>
                          <a:pt x="47806" y="23623"/>
                          <a:pt x="49432" y="33135"/>
                          <a:pt x="49432" y="45813"/>
                        </a:cubicBezTo>
                        <a:cubicBezTo>
                          <a:pt x="49432" y="58543"/>
                          <a:pt x="47806" y="68074"/>
                          <a:pt x="44556" y="74407"/>
                        </a:cubicBezTo>
                        <a:cubicBezTo>
                          <a:pt x="41318" y="80752"/>
                          <a:pt x="36455" y="83925"/>
                          <a:pt x="29966" y="83925"/>
                        </a:cubicBezTo>
                        <a:close/>
                        <a:moveTo>
                          <a:pt x="29966" y="93839"/>
                        </a:moveTo>
                        <a:cubicBezTo>
                          <a:pt x="40340" y="93839"/>
                          <a:pt x="48262" y="89735"/>
                          <a:pt x="53733" y="81525"/>
                        </a:cubicBezTo>
                        <a:cubicBezTo>
                          <a:pt x="59204" y="73329"/>
                          <a:pt x="61940" y="61425"/>
                          <a:pt x="61940" y="45813"/>
                        </a:cubicBezTo>
                        <a:cubicBezTo>
                          <a:pt x="61940" y="30240"/>
                          <a:pt x="59204" y="18349"/>
                          <a:pt x="53733" y="10139"/>
                        </a:cubicBezTo>
                        <a:cubicBezTo>
                          <a:pt x="48262" y="1943"/>
                          <a:pt x="40340" y="-2155"/>
                          <a:pt x="29966" y="-2155"/>
                        </a:cubicBezTo>
                        <a:cubicBezTo>
                          <a:pt x="19606" y="-2155"/>
                          <a:pt x="11690" y="1943"/>
                          <a:pt x="6219" y="10139"/>
                        </a:cubicBezTo>
                        <a:cubicBezTo>
                          <a:pt x="748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48" y="73329"/>
                          <a:pt x="6219" y="81525"/>
                        </a:cubicBezTo>
                        <a:cubicBezTo>
                          <a:pt x="11690" y="89735"/>
                          <a:pt x="19606" y="93839"/>
                          <a:pt x="29966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48" name="Graphic 83">
                <a:extLst>
                  <a:ext uri="{FF2B5EF4-FFF2-40B4-BE49-F238E27FC236}">
                    <a16:creationId xmlns:a16="http://schemas.microsoft.com/office/drawing/2014/main" id="{BB289AC0-614B-56C5-8222-AF47B116BD3F}"/>
                  </a:ext>
                </a:extLst>
              </p:cNvPr>
              <p:cNvGrpSpPr/>
              <p:nvPr/>
            </p:nvGrpSpPr>
            <p:grpSpPr>
              <a:xfrm>
                <a:off x="3581391" y="2949201"/>
                <a:ext cx="321159" cy="95994"/>
                <a:chOff x="3581391" y="2949201"/>
                <a:chExt cx="321159" cy="95994"/>
              </a:xfrm>
              <a:solidFill>
                <a:srgbClr val="000000"/>
              </a:solidFill>
            </p:grpSpPr>
            <p:sp>
              <p:nvSpPr>
                <p:cNvPr id="149" name="Freeform: Shape 148">
                  <a:extLst>
                    <a:ext uri="{FF2B5EF4-FFF2-40B4-BE49-F238E27FC236}">
                      <a16:creationId xmlns:a16="http://schemas.microsoft.com/office/drawing/2014/main" id="{AF0DEB44-ABB1-F055-FBB8-E511DE98557E}"/>
                    </a:ext>
                  </a:extLst>
                </p:cNvPr>
                <p:cNvSpPr/>
                <p:nvPr/>
              </p:nvSpPr>
              <p:spPr>
                <a:xfrm>
                  <a:off x="3858149" y="2995176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39 h 12690"/>
                    <a:gd name="connsiteX1" fmla="*/ 58 w 44401"/>
                    <a:gd name="connsiteY1" fmla="*/ 13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39"/>
                      </a:moveTo>
                      <a:lnTo>
                        <a:pt x="58" y="139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50" name="Graphic 83">
                  <a:extLst>
                    <a:ext uri="{FF2B5EF4-FFF2-40B4-BE49-F238E27FC236}">
                      <a16:creationId xmlns:a16="http://schemas.microsoft.com/office/drawing/2014/main" id="{3D6FC9AF-DCD2-56BF-0B94-8EF5C8ECC839}"/>
                    </a:ext>
                  </a:extLst>
                </p:cNvPr>
                <p:cNvGrpSpPr/>
                <p:nvPr/>
              </p:nvGrpSpPr>
              <p:grpSpPr>
                <a:xfrm>
                  <a:off x="3581391" y="2949201"/>
                  <a:ext cx="223926" cy="95994"/>
                  <a:chOff x="3581391" y="2949201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51" name="Freeform: Shape 150">
                    <a:extLst>
                      <a:ext uri="{FF2B5EF4-FFF2-40B4-BE49-F238E27FC236}">
                        <a16:creationId xmlns:a16="http://schemas.microsoft.com/office/drawing/2014/main" id="{9898B0AE-1429-B3DD-B563-D379C6BE07D4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950867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80 h 94328"/>
                      <a:gd name="connsiteX1" fmla="*/ 51056 w 59843"/>
                      <a:gd name="connsiteY1" fmla="*/ 92180 h 94328"/>
                      <a:gd name="connsiteX2" fmla="*/ 51056 w 59843"/>
                      <a:gd name="connsiteY2" fmla="*/ 81631 h 94328"/>
                      <a:gd name="connsiteX3" fmla="*/ 13393 w 59843"/>
                      <a:gd name="connsiteY3" fmla="*/ 81631 h 94328"/>
                      <a:gd name="connsiteX4" fmla="*/ 13393 w 59843"/>
                      <a:gd name="connsiteY4" fmla="*/ 58966 h 94328"/>
                      <a:gd name="connsiteX5" fmla="*/ 18825 w 59843"/>
                      <a:gd name="connsiteY5" fmla="*/ 60354 h 94328"/>
                      <a:gd name="connsiteX6" fmla="*/ 24296 w 59843"/>
                      <a:gd name="connsiteY6" fmla="*/ 60810 h 94328"/>
                      <a:gd name="connsiteX7" fmla="*/ 48816 w 59843"/>
                      <a:gd name="connsiteY7" fmla="*/ 52323 h 94328"/>
                      <a:gd name="connsiteX8" fmla="*/ 57874 w 59843"/>
                      <a:gd name="connsiteY8" fmla="*/ 29341 h 94328"/>
                      <a:gd name="connsiteX9" fmla="*/ 48578 w 59843"/>
                      <a:gd name="connsiteY9" fmla="*/ 6120 h 94328"/>
                      <a:gd name="connsiteX10" fmla="*/ 22373 w 59843"/>
                      <a:gd name="connsiteY10" fmla="*/ -2148 h 94328"/>
                      <a:gd name="connsiteX11" fmla="*/ 10499 w 59843"/>
                      <a:gd name="connsiteY11" fmla="*/ -1157 h 94328"/>
                      <a:gd name="connsiteX12" fmla="*/ -1969 w 59843"/>
                      <a:gd name="connsiteY12" fmla="*/ 1817 h 94328"/>
                      <a:gd name="connsiteX13" fmla="*/ -1969 w 59843"/>
                      <a:gd name="connsiteY13" fmla="*/ 14409 h 94328"/>
                      <a:gd name="connsiteX14" fmla="*/ 9548 w 59843"/>
                      <a:gd name="connsiteY14" fmla="*/ 9888 h 94328"/>
                      <a:gd name="connsiteX15" fmla="*/ 22115 w 59843"/>
                      <a:gd name="connsiteY15" fmla="*/ 8401 h 94328"/>
                      <a:gd name="connsiteX16" fmla="*/ 39083 w 59843"/>
                      <a:gd name="connsiteY16" fmla="*/ 14032 h 94328"/>
                      <a:gd name="connsiteX17" fmla="*/ 45347 w 59843"/>
                      <a:gd name="connsiteY17" fmla="*/ 29341 h 94328"/>
                      <a:gd name="connsiteX18" fmla="*/ 39083 w 59843"/>
                      <a:gd name="connsiteY18" fmla="*/ 44629 h 94328"/>
                      <a:gd name="connsiteX19" fmla="*/ 22115 w 59843"/>
                      <a:gd name="connsiteY19" fmla="*/ 50281 h 94328"/>
                      <a:gd name="connsiteX20" fmla="*/ 12105 w 59843"/>
                      <a:gd name="connsiteY20" fmla="*/ 49170 h 94328"/>
                      <a:gd name="connsiteX21" fmla="*/ 1936 w 59843"/>
                      <a:gd name="connsiteY21" fmla="*/ 45700 h 94328"/>
                      <a:gd name="connsiteX22" fmla="*/ 1936 w 59843"/>
                      <a:gd name="connsiteY22" fmla="*/ 9218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80"/>
                        </a:moveTo>
                        <a:lnTo>
                          <a:pt x="51056" y="92180"/>
                        </a:lnTo>
                        <a:lnTo>
                          <a:pt x="51056" y="81631"/>
                        </a:lnTo>
                        <a:lnTo>
                          <a:pt x="13393" y="81631"/>
                        </a:lnTo>
                        <a:lnTo>
                          <a:pt x="13393" y="58966"/>
                        </a:lnTo>
                        <a:cubicBezTo>
                          <a:pt x="15204" y="59587"/>
                          <a:pt x="17014" y="60050"/>
                          <a:pt x="18825" y="60354"/>
                        </a:cubicBezTo>
                        <a:cubicBezTo>
                          <a:pt x="20648" y="60658"/>
                          <a:pt x="22472" y="60810"/>
                          <a:pt x="24296" y="60810"/>
                        </a:cubicBezTo>
                        <a:cubicBezTo>
                          <a:pt x="34616" y="60810"/>
                          <a:pt x="42790" y="57981"/>
                          <a:pt x="48816" y="52323"/>
                        </a:cubicBezTo>
                        <a:cubicBezTo>
                          <a:pt x="54855" y="46665"/>
                          <a:pt x="57874" y="39004"/>
                          <a:pt x="57874" y="29341"/>
                        </a:cubicBezTo>
                        <a:cubicBezTo>
                          <a:pt x="57874" y="19386"/>
                          <a:pt x="54776" y="11646"/>
                          <a:pt x="48578" y="6120"/>
                        </a:cubicBezTo>
                        <a:cubicBezTo>
                          <a:pt x="42380" y="608"/>
                          <a:pt x="33645" y="-2148"/>
                          <a:pt x="22373" y="-2148"/>
                        </a:cubicBezTo>
                        <a:cubicBezTo>
                          <a:pt x="18488" y="-2148"/>
                          <a:pt x="14530" y="-1818"/>
                          <a:pt x="10499" y="-1157"/>
                        </a:cubicBezTo>
                        <a:cubicBezTo>
                          <a:pt x="6482" y="-496"/>
                          <a:pt x="2326" y="495"/>
                          <a:pt x="-1969" y="1817"/>
                        </a:cubicBezTo>
                        <a:lnTo>
                          <a:pt x="-1969" y="14409"/>
                        </a:lnTo>
                        <a:cubicBezTo>
                          <a:pt x="1745" y="12387"/>
                          <a:pt x="5583" y="10879"/>
                          <a:pt x="9548" y="9888"/>
                        </a:cubicBezTo>
                        <a:cubicBezTo>
                          <a:pt x="13512" y="8897"/>
                          <a:pt x="17701" y="8401"/>
                          <a:pt x="22115" y="8401"/>
                        </a:cubicBezTo>
                        <a:cubicBezTo>
                          <a:pt x="29264" y="8401"/>
                          <a:pt x="34920" y="10278"/>
                          <a:pt x="39083" y="14032"/>
                        </a:cubicBezTo>
                        <a:cubicBezTo>
                          <a:pt x="43259" y="17787"/>
                          <a:pt x="45347" y="22889"/>
                          <a:pt x="45347" y="29341"/>
                        </a:cubicBezTo>
                        <a:cubicBezTo>
                          <a:pt x="45347" y="35779"/>
                          <a:pt x="43259" y="40875"/>
                          <a:pt x="39083" y="44629"/>
                        </a:cubicBezTo>
                        <a:cubicBezTo>
                          <a:pt x="34920" y="48397"/>
                          <a:pt x="29264" y="50281"/>
                          <a:pt x="22115" y="50281"/>
                        </a:cubicBezTo>
                        <a:cubicBezTo>
                          <a:pt x="18772" y="50281"/>
                          <a:pt x="15435" y="49910"/>
                          <a:pt x="12105" y="49170"/>
                        </a:cubicBezTo>
                        <a:cubicBezTo>
                          <a:pt x="8788" y="48430"/>
                          <a:pt x="5398" y="47273"/>
                          <a:pt x="1936" y="45700"/>
                        </a:cubicBezTo>
                        <a:lnTo>
                          <a:pt x="1936" y="9218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2" name="Freeform: Shape 151">
                    <a:extLst>
                      <a:ext uri="{FF2B5EF4-FFF2-40B4-BE49-F238E27FC236}">
                        <a16:creationId xmlns:a16="http://schemas.microsoft.com/office/drawing/2014/main" id="{C6A6478F-27D4-14A0-3603-E5F17EA1D4D6}"/>
                      </a:ext>
                    </a:extLst>
                  </p:cNvPr>
                  <p:cNvSpPr/>
                  <p:nvPr/>
                </p:nvSpPr>
                <p:spPr>
                  <a:xfrm flipV="1">
                    <a:off x="3666248" y="2950867"/>
                    <a:ext cx="55066" cy="92524"/>
                  </a:xfrm>
                  <a:custGeom>
                    <a:avLst/>
                    <a:gdLst>
                      <a:gd name="connsiteX0" fmla="*/ -247 w 55066"/>
                      <a:gd name="connsiteY0" fmla="*/ 8335 h 92524"/>
                      <a:gd name="connsiteX1" fmla="*/ 20190 w 55066"/>
                      <a:gd name="connsiteY1" fmla="*/ 8335 h 92524"/>
                      <a:gd name="connsiteX2" fmla="*/ 20190 w 55066"/>
                      <a:gd name="connsiteY2" fmla="*/ 78928 h 92524"/>
                      <a:gd name="connsiteX3" fmla="*/ -2051 w 55066"/>
                      <a:gd name="connsiteY3" fmla="*/ 74466 h 92524"/>
                      <a:gd name="connsiteX4" fmla="*/ -2051 w 55066"/>
                      <a:gd name="connsiteY4" fmla="*/ 85868 h 92524"/>
                      <a:gd name="connsiteX5" fmla="*/ 20071 w 55066"/>
                      <a:gd name="connsiteY5" fmla="*/ 90330 h 92524"/>
                      <a:gd name="connsiteX6" fmla="*/ 32579 w 55066"/>
                      <a:gd name="connsiteY6" fmla="*/ 90330 h 92524"/>
                      <a:gd name="connsiteX7" fmla="*/ 32579 w 55066"/>
                      <a:gd name="connsiteY7" fmla="*/ 8335 h 92524"/>
                      <a:gd name="connsiteX8" fmla="*/ 53015 w 55066"/>
                      <a:gd name="connsiteY8" fmla="*/ 8335 h 92524"/>
                      <a:gd name="connsiteX9" fmla="*/ 53015 w 55066"/>
                      <a:gd name="connsiteY9" fmla="*/ -2194 h 92524"/>
                      <a:gd name="connsiteX10" fmla="*/ -247 w 55066"/>
                      <a:gd name="connsiteY10" fmla="*/ -2194 h 92524"/>
                      <a:gd name="connsiteX11" fmla="*/ -247 w 55066"/>
                      <a:gd name="connsiteY11" fmla="*/ 833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247" y="8335"/>
                        </a:moveTo>
                        <a:lnTo>
                          <a:pt x="20190" y="8335"/>
                        </a:lnTo>
                        <a:lnTo>
                          <a:pt x="20190" y="78928"/>
                        </a:lnTo>
                        <a:lnTo>
                          <a:pt x="-2051" y="74466"/>
                        </a:lnTo>
                        <a:lnTo>
                          <a:pt x="-2051" y="85868"/>
                        </a:lnTo>
                        <a:lnTo>
                          <a:pt x="20071" y="90330"/>
                        </a:lnTo>
                        <a:lnTo>
                          <a:pt x="32579" y="90330"/>
                        </a:lnTo>
                        <a:lnTo>
                          <a:pt x="32579" y="8335"/>
                        </a:lnTo>
                        <a:lnTo>
                          <a:pt x="53015" y="8335"/>
                        </a:lnTo>
                        <a:lnTo>
                          <a:pt x="53015" y="-2194"/>
                        </a:lnTo>
                        <a:lnTo>
                          <a:pt x="-247" y="-2194"/>
                        </a:lnTo>
                        <a:lnTo>
                          <a:pt x="-247" y="83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3" name="Freeform: Shape 152">
                    <a:extLst>
                      <a:ext uri="{FF2B5EF4-FFF2-40B4-BE49-F238E27FC236}">
                        <a16:creationId xmlns:a16="http://schemas.microsoft.com/office/drawing/2014/main" id="{C94D2422-CDB4-6A6E-01B4-27FC63B40B3C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949201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89 h 95994"/>
                      <a:gd name="connsiteX1" fmla="*/ 15437 w 63926"/>
                      <a:gd name="connsiteY1" fmla="*/ 74371 h 95994"/>
                      <a:gd name="connsiteX2" fmla="*/ 10580 w 63926"/>
                      <a:gd name="connsiteY2" fmla="*/ 45777 h 95994"/>
                      <a:gd name="connsiteX3" fmla="*/ 15437 w 63926"/>
                      <a:gd name="connsiteY3" fmla="*/ 17242 h 95994"/>
                      <a:gd name="connsiteX4" fmla="*/ 29966 w 63926"/>
                      <a:gd name="connsiteY4" fmla="*/ 7724 h 95994"/>
                      <a:gd name="connsiteX5" fmla="*/ 44556 w 63926"/>
                      <a:gd name="connsiteY5" fmla="*/ 17242 h 95994"/>
                      <a:gd name="connsiteX6" fmla="*/ 49432 w 63926"/>
                      <a:gd name="connsiteY6" fmla="*/ 45777 h 95994"/>
                      <a:gd name="connsiteX7" fmla="*/ 44556 w 63926"/>
                      <a:gd name="connsiteY7" fmla="*/ 74371 h 95994"/>
                      <a:gd name="connsiteX8" fmla="*/ 29966 w 63926"/>
                      <a:gd name="connsiteY8" fmla="*/ 83889 h 95994"/>
                      <a:gd name="connsiteX9" fmla="*/ 29966 w 63926"/>
                      <a:gd name="connsiteY9" fmla="*/ 93804 h 95994"/>
                      <a:gd name="connsiteX10" fmla="*/ 53733 w 63926"/>
                      <a:gd name="connsiteY10" fmla="*/ 81490 h 95994"/>
                      <a:gd name="connsiteX11" fmla="*/ 61940 w 63926"/>
                      <a:gd name="connsiteY11" fmla="*/ 45777 h 95994"/>
                      <a:gd name="connsiteX12" fmla="*/ 53733 w 63926"/>
                      <a:gd name="connsiteY12" fmla="*/ 10104 h 95994"/>
                      <a:gd name="connsiteX13" fmla="*/ 29966 w 63926"/>
                      <a:gd name="connsiteY13" fmla="*/ -2191 h 95994"/>
                      <a:gd name="connsiteX14" fmla="*/ 6219 w 63926"/>
                      <a:gd name="connsiteY14" fmla="*/ 10104 h 95994"/>
                      <a:gd name="connsiteX15" fmla="*/ -1987 w 63926"/>
                      <a:gd name="connsiteY15" fmla="*/ 45777 h 95994"/>
                      <a:gd name="connsiteX16" fmla="*/ 6219 w 63926"/>
                      <a:gd name="connsiteY16" fmla="*/ 81490 h 95994"/>
                      <a:gd name="connsiteX17" fmla="*/ 29966 w 63926"/>
                      <a:gd name="connsiteY17" fmla="*/ 9380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89"/>
                        </a:moveTo>
                        <a:cubicBezTo>
                          <a:pt x="23531" y="83889"/>
                          <a:pt x="18688" y="80716"/>
                          <a:pt x="15437" y="74371"/>
                        </a:cubicBezTo>
                        <a:cubicBezTo>
                          <a:pt x="12199" y="68039"/>
                          <a:pt x="10580" y="58507"/>
                          <a:pt x="10580" y="45777"/>
                        </a:cubicBezTo>
                        <a:cubicBezTo>
                          <a:pt x="10580" y="33099"/>
                          <a:pt x="12199" y="23588"/>
                          <a:pt x="15437" y="17242"/>
                        </a:cubicBezTo>
                        <a:cubicBezTo>
                          <a:pt x="18688" y="10897"/>
                          <a:pt x="23531" y="7724"/>
                          <a:pt x="29966" y="7724"/>
                        </a:cubicBezTo>
                        <a:cubicBezTo>
                          <a:pt x="36455" y="7724"/>
                          <a:pt x="41318" y="10897"/>
                          <a:pt x="44556" y="17242"/>
                        </a:cubicBezTo>
                        <a:cubicBezTo>
                          <a:pt x="47806" y="23588"/>
                          <a:pt x="49432" y="33099"/>
                          <a:pt x="49432" y="45777"/>
                        </a:cubicBezTo>
                        <a:cubicBezTo>
                          <a:pt x="49432" y="58507"/>
                          <a:pt x="47806" y="68039"/>
                          <a:pt x="44556" y="74371"/>
                        </a:cubicBezTo>
                        <a:cubicBezTo>
                          <a:pt x="41318" y="80716"/>
                          <a:pt x="36455" y="83889"/>
                          <a:pt x="29966" y="83889"/>
                        </a:cubicBezTo>
                        <a:close/>
                        <a:moveTo>
                          <a:pt x="29966" y="93804"/>
                        </a:moveTo>
                        <a:cubicBezTo>
                          <a:pt x="40340" y="93804"/>
                          <a:pt x="48262" y="89699"/>
                          <a:pt x="53733" y="81490"/>
                        </a:cubicBezTo>
                        <a:cubicBezTo>
                          <a:pt x="59204" y="73293"/>
                          <a:pt x="61940" y="61389"/>
                          <a:pt x="61940" y="45777"/>
                        </a:cubicBezTo>
                        <a:cubicBezTo>
                          <a:pt x="61940" y="30204"/>
                          <a:pt x="59204" y="18313"/>
                          <a:pt x="53733" y="10104"/>
                        </a:cubicBezTo>
                        <a:cubicBezTo>
                          <a:pt x="48262" y="1908"/>
                          <a:pt x="40340" y="-2191"/>
                          <a:pt x="29966" y="-2191"/>
                        </a:cubicBezTo>
                        <a:cubicBezTo>
                          <a:pt x="19606" y="-2191"/>
                          <a:pt x="11690" y="1908"/>
                          <a:pt x="6219" y="10104"/>
                        </a:cubicBezTo>
                        <a:cubicBezTo>
                          <a:pt x="748" y="18313"/>
                          <a:pt x="-1987" y="30204"/>
                          <a:pt x="-1987" y="45777"/>
                        </a:cubicBezTo>
                        <a:cubicBezTo>
                          <a:pt x="-1987" y="61389"/>
                          <a:pt x="748" y="73293"/>
                          <a:pt x="6219" y="81490"/>
                        </a:cubicBezTo>
                        <a:cubicBezTo>
                          <a:pt x="11690" y="89699"/>
                          <a:pt x="19606" y="93804"/>
                          <a:pt x="29966" y="9380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54" name="Graphic 83">
                <a:extLst>
                  <a:ext uri="{FF2B5EF4-FFF2-40B4-BE49-F238E27FC236}">
                    <a16:creationId xmlns:a16="http://schemas.microsoft.com/office/drawing/2014/main" id="{98F4239D-23A0-C30F-D280-92E21A6F55B2}"/>
                  </a:ext>
                </a:extLst>
              </p:cNvPr>
              <p:cNvGrpSpPr/>
              <p:nvPr/>
            </p:nvGrpSpPr>
            <p:grpSpPr>
              <a:xfrm>
                <a:off x="3581391" y="2495987"/>
                <a:ext cx="321159" cy="95994"/>
                <a:chOff x="3581391" y="2495987"/>
                <a:chExt cx="321159" cy="95994"/>
              </a:xfrm>
              <a:solidFill>
                <a:srgbClr val="000000"/>
              </a:solidFill>
            </p:grpSpPr>
            <p:sp>
              <p:nvSpPr>
                <p:cNvPr id="155" name="Freeform: Shape 154">
                  <a:extLst>
                    <a:ext uri="{FF2B5EF4-FFF2-40B4-BE49-F238E27FC236}">
                      <a16:creationId xmlns:a16="http://schemas.microsoft.com/office/drawing/2014/main" id="{7DE1B8F1-25D8-3968-1B27-A1644AB8C3F4}"/>
                    </a:ext>
                  </a:extLst>
                </p:cNvPr>
                <p:cNvSpPr/>
                <p:nvPr/>
              </p:nvSpPr>
              <p:spPr>
                <a:xfrm>
                  <a:off x="3858149" y="254196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03 h 12690"/>
                    <a:gd name="connsiteX1" fmla="*/ 58 w 44401"/>
                    <a:gd name="connsiteY1" fmla="*/ 103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03"/>
                      </a:moveTo>
                      <a:lnTo>
                        <a:pt x="58" y="103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56" name="Graphic 83">
                  <a:extLst>
                    <a:ext uri="{FF2B5EF4-FFF2-40B4-BE49-F238E27FC236}">
                      <a16:creationId xmlns:a16="http://schemas.microsoft.com/office/drawing/2014/main" id="{EC796A0A-8211-BBAF-0D2C-03534A4F135E}"/>
                    </a:ext>
                  </a:extLst>
                </p:cNvPr>
                <p:cNvGrpSpPr/>
                <p:nvPr/>
              </p:nvGrpSpPr>
              <p:grpSpPr>
                <a:xfrm>
                  <a:off x="3581391" y="2495987"/>
                  <a:ext cx="223926" cy="95994"/>
                  <a:chOff x="3581391" y="2495987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57" name="Freeform: Shape 156">
                    <a:extLst>
                      <a:ext uri="{FF2B5EF4-FFF2-40B4-BE49-F238E27FC236}">
                        <a16:creationId xmlns:a16="http://schemas.microsoft.com/office/drawing/2014/main" id="{B7BC9E23-2A15-3536-08B9-1D2ADD0FD406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49765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44 h 94328"/>
                      <a:gd name="connsiteX1" fmla="*/ 51056 w 59843"/>
                      <a:gd name="connsiteY1" fmla="*/ 92144 h 94328"/>
                      <a:gd name="connsiteX2" fmla="*/ 51056 w 59843"/>
                      <a:gd name="connsiteY2" fmla="*/ 81595 h 94328"/>
                      <a:gd name="connsiteX3" fmla="*/ 13393 w 59843"/>
                      <a:gd name="connsiteY3" fmla="*/ 81595 h 94328"/>
                      <a:gd name="connsiteX4" fmla="*/ 13393 w 59843"/>
                      <a:gd name="connsiteY4" fmla="*/ 58930 h 94328"/>
                      <a:gd name="connsiteX5" fmla="*/ 18825 w 59843"/>
                      <a:gd name="connsiteY5" fmla="*/ 60318 h 94328"/>
                      <a:gd name="connsiteX6" fmla="*/ 24296 w 59843"/>
                      <a:gd name="connsiteY6" fmla="*/ 60774 h 94328"/>
                      <a:gd name="connsiteX7" fmla="*/ 48816 w 59843"/>
                      <a:gd name="connsiteY7" fmla="*/ 52287 h 94328"/>
                      <a:gd name="connsiteX8" fmla="*/ 57874 w 59843"/>
                      <a:gd name="connsiteY8" fmla="*/ 29305 h 94328"/>
                      <a:gd name="connsiteX9" fmla="*/ 48578 w 59843"/>
                      <a:gd name="connsiteY9" fmla="*/ 6085 h 94328"/>
                      <a:gd name="connsiteX10" fmla="*/ 22373 w 59843"/>
                      <a:gd name="connsiteY10" fmla="*/ -2184 h 94328"/>
                      <a:gd name="connsiteX11" fmla="*/ 10499 w 59843"/>
                      <a:gd name="connsiteY11" fmla="*/ -1193 h 94328"/>
                      <a:gd name="connsiteX12" fmla="*/ -1969 w 59843"/>
                      <a:gd name="connsiteY12" fmla="*/ 1782 h 94328"/>
                      <a:gd name="connsiteX13" fmla="*/ -1969 w 59843"/>
                      <a:gd name="connsiteY13" fmla="*/ 14373 h 94328"/>
                      <a:gd name="connsiteX14" fmla="*/ 9548 w 59843"/>
                      <a:gd name="connsiteY14" fmla="*/ 9852 h 94328"/>
                      <a:gd name="connsiteX15" fmla="*/ 22115 w 59843"/>
                      <a:gd name="connsiteY15" fmla="*/ 8365 h 94328"/>
                      <a:gd name="connsiteX16" fmla="*/ 39083 w 59843"/>
                      <a:gd name="connsiteY16" fmla="*/ 13997 h 94328"/>
                      <a:gd name="connsiteX17" fmla="*/ 45347 w 59843"/>
                      <a:gd name="connsiteY17" fmla="*/ 29305 h 94328"/>
                      <a:gd name="connsiteX18" fmla="*/ 39083 w 59843"/>
                      <a:gd name="connsiteY18" fmla="*/ 44593 h 94328"/>
                      <a:gd name="connsiteX19" fmla="*/ 22115 w 59843"/>
                      <a:gd name="connsiteY19" fmla="*/ 50245 h 94328"/>
                      <a:gd name="connsiteX20" fmla="*/ 12105 w 59843"/>
                      <a:gd name="connsiteY20" fmla="*/ 49134 h 94328"/>
                      <a:gd name="connsiteX21" fmla="*/ 1936 w 59843"/>
                      <a:gd name="connsiteY21" fmla="*/ 45664 h 94328"/>
                      <a:gd name="connsiteX22" fmla="*/ 1936 w 59843"/>
                      <a:gd name="connsiteY22" fmla="*/ 92144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44"/>
                        </a:moveTo>
                        <a:lnTo>
                          <a:pt x="51056" y="92144"/>
                        </a:lnTo>
                        <a:lnTo>
                          <a:pt x="51056" y="81595"/>
                        </a:lnTo>
                        <a:lnTo>
                          <a:pt x="13393" y="81595"/>
                        </a:lnTo>
                        <a:lnTo>
                          <a:pt x="13393" y="58930"/>
                        </a:lnTo>
                        <a:cubicBezTo>
                          <a:pt x="15204" y="59551"/>
                          <a:pt x="17014" y="60014"/>
                          <a:pt x="18825" y="60318"/>
                        </a:cubicBezTo>
                        <a:cubicBezTo>
                          <a:pt x="20648" y="60622"/>
                          <a:pt x="22472" y="60774"/>
                          <a:pt x="24296" y="60774"/>
                        </a:cubicBezTo>
                        <a:cubicBezTo>
                          <a:pt x="34616" y="60774"/>
                          <a:pt x="42790" y="57945"/>
                          <a:pt x="48816" y="52287"/>
                        </a:cubicBezTo>
                        <a:cubicBezTo>
                          <a:pt x="54855" y="46629"/>
                          <a:pt x="57874" y="38968"/>
                          <a:pt x="57874" y="29305"/>
                        </a:cubicBezTo>
                        <a:cubicBezTo>
                          <a:pt x="57874" y="19351"/>
                          <a:pt x="54776" y="11610"/>
                          <a:pt x="48578" y="6085"/>
                        </a:cubicBezTo>
                        <a:cubicBezTo>
                          <a:pt x="42380" y="572"/>
                          <a:pt x="33645" y="-2184"/>
                          <a:pt x="22373" y="-2184"/>
                        </a:cubicBezTo>
                        <a:cubicBezTo>
                          <a:pt x="18488" y="-2184"/>
                          <a:pt x="14530" y="-1854"/>
                          <a:pt x="10499" y="-1193"/>
                        </a:cubicBezTo>
                        <a:cubicBezTo>
                          <a:pt x="6482" y="-532"/>
                          <a:pt x="2326" y="460"/>
                          <a:pt x="-1969" y="1782"/>
                        </a:cubicBezTo>
                        <a:lnTo>
                          <a:pt x="-1969" y="14373"/>
                        </a:lnTo>
                        <a:cubicBezTo>
                          <a:pt x="1745" y="12351"/>
                          <a:pt x="5583" y="10844"/>
                          <a:pt x="9548" y="9852"/>
                        </a:cubicBezTo>
                        <a:cubicBezTo>
                          <a:pt x="13512" y="8861"/>
                          <a:pt x="17701" y="8365"/>
                          <a:pt x="22115" y="8365"/>
                        </a:cubicBezTo>
                        <a:cubicBezTo>
                          <a:pt x="29264" y="8365"/>
                          <a:pt x="34920" y="10242"/>
                          <a:pt x="39083" y="13997"/>
                        </a:cubicBezTo>
                        <a:cubicBezTo>
                          <a:pt x="43259" y="17751"/>
                          <a:pt x="45347" y="22854"/>
                          <a:pt x="45347" y="29305"/>
                        </a:cubicBezTo>
                        <a:cubicBezTo>
                          <a:pt x="45347" y="35743"/>
                          <a:pt x="43259" y="40839"/>
                          <a:pt x="39083" y="44593"/>
                        </a:cubicBezTo>
                        <a:cubicBezTo>
                          <a:pt x="34920" y="48361"/>
                          <a:pt x="29264" y="50245"/>
                          <a:pt x="22115" y="50245"/>
                        </a:cubicBezTo>
                        <a:cubicBezTo>
                          <a:pt x="18772" y="50245"/>
                          <a:pt x="15435" y="49875"/>
                          <a:pt x="12105" y="49134"/>
                        </a:cubicBezTo>
                        <a:cubicBezTo>
                          <a:pt x="8788" y="48394"/>
                          <a:pt x="5398" y="47237"/>
                          <a:pt x="1936" y="45664"/>
                        </a:cubicBezTo>
                        <a:lnTo>
                          <a:pt x="1936" y="9214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8" name="Freeform: Shape 157">
                    <a:extLst>
                      <a:ext uri="{FF2B5EF4-FFF2-40B4-BE49-F238E27FC236}">
                        <a16:creationId xmlns:a16="http://schemas.microsoft.com/office/drawing/2014/main" id="{3D628961-DD47-70FD-2CA8-06E3EB91A7A1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609" y="2495987"/>
                    <a:ext cx="58713" cy="94189"/>
                  </a:xfrm>
                  <a:custGeom>
                    <a:avLst/>
                    <a:gdLst>
                      <a:gd name="connsiteX0" fmla="*/ 13136 w 58713"/>
                      <a:gd name="connsiteY0" fmla="*/ 8258 h 94189"/>
                      <a:gd name="connsiteX1" fmla="*/ 56804 w 58713"/>
                      <a:gd name="connsiteY1" fmla="*/ 8258 h 94189"/>
                      <a:gd name="connsiteX2" fmla="*/ 56804 w 58713"/>
                      <a:gd name="connsiteY2" fmla="*/ -2272 h 94189"/>
                      <a:gd name="connsiteX3" fmla="*/ -1909 w 58713"/>
                      <a:gd name="connsiteY3" fmla="*/ -2272 h 94189"/>
                      <a:gd name="connsiteX4" fmla="*/ -1909 w 58713"/>
                      <a:gd name="connsiteY4" fmla="*/ 8258 h 94189"/>
                      <a:gd name="connsiteX5" fmla="*/ 17497 w 58713"/>
                      <a:gd name="connsiteY5" fmla="*/ 28047 h 94189"/>
                      <a:gd name="connsiteX6" fmla="*/ 32958 w 58713"/>
                      <a:gd name="connsiteY6" fmla="*/ 44089 h 94189"/>
                      <a:gd name="connsiteX7" fmla="*/ 41343 w 58713"/>
                      <a:gd name="connsiteY7" fmla="*/ 55511 h 94189"/>
                      <a:gd name="connsiteX8" fmla="*/ 43742 w 58713"/>
                      <a:gd name="connsiteY8" fmla="*/ 64712 h 94189"/>
                      <a:gd name="connsiteX9" fmla="*/ 38568 w 58713"/>
                      <a:gd name="connsiteY9" fmla="*/ 76729 h 94189"/>
                      <a:gd name="connsiteX10" fmla="*/ 25089 w 58713"/>
                      <a:gd name="connsiteY10" fmla="*/ 81388 h 94189"/>
                      <a:gd name="connsiteX11" fmla="*/ 12660 w 58713"/>
                      <a:gd name="connsiteY11" fmla="*/ 79346 h 94189"/>
                      <a:gd name="connsiteX12" fmla="*/ -1295 w 58713"/>
                      <a:gd name="connsiteY12" fmla="*/ 73139 h 94189"/>
                      <a:gd name="connsiteX13" fmla="*/ -1295 w 58713"/>
                      <a:gd name="connsiteY13" fmla="*/ 85791 h 94189"/>
                      <a:gd name="connsiteX14" fmla="*/ 12819 w 58713"/>
                      <a:gd name="connsiteY14" fmla="*/ 90371 h 94189"/>
                      <a:gd name="connsiteX15" fmla="*/ 24851 w 58713"/>
                      <a:gd name="connsiteY15" fmla="*/ 91918 h 94189"/>
                      <a:gd name="connsiteX16" fmla="*/ 47765 w 58713"/>
                      <a:gd name="connsiteY16" fmla="*/ 84720 h 94189"/>
                      <a:gd name="connsiteX17" fmla="*/ 56309 w 58713"/>
                      <a:gd name="connsiteY17" fmla="*/ 65525 h 94189"/>
                      <a:gd name="connsiteX18" fmla="*/ 54168 w 58713"/>
                      <a:gd name="connsiteY18" fmla="*/ 54698 h 94189"/>
                      <a:gd name="connsiteX19" fmla="*/ 46398 w 58713"/>
                      <a:gd name="connsiteY19" fmla="*/ 42662 h 94189"/>
                      <a:gd name="connsiteX20" fmla="*/ 36546 w 58713"/>
                      <a:gd name="connsiteY20" fmla="*/ 32271 h 94189"/>
                      <a:gd name="connsiteX21" fmla="*/ 13136 w 58713"/>
                      <a:gd name="connsiteY21" fmla="*/ 8258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36" y="8258"/>
                        </a:moveTo>
                        <a:lnTo>
                          <a:pt x="56804" y="8258"/>
                        </a:lnTo>
                        <a:lnTo>
                          <a:pt x="56804" y="-2272"/>
                        </a:lnTo>
                        <a:lnTo>
                          <a:pt x="-1909" y="-2272"/>
                        </a:lnTo>
                        <a:lnTo>
                          <a:pt x="-1909" y="8258"/>
                        </a:lnTo>
                        <a:cubicBezTo>
                          <a:pt x="2835" y="13175"/>
                          <a:pt x="9304" y="19772"/>
                          <a:pt x="17497" y="28047"/>
                        </a:cubicBezTo>
                        <a:cubicBezTo>
                          <a:pt x="25703" y="36336"/>
                          <a:pt x="30857" y="41683"/>
                          <a:pt x="32958" y="44089"/>
                        </a:cubicBezTo>
                        <a:cubicBezTo>
                          <a:pt x="36962" y="48584"/>
                          <a:pt x="39757" y="52391"/>
                          <a:pt x="41343" y="55511"/>
                        </a:cubicBezTo>
                        <a:cubicBezTo>
                          <a:pt x="42942" y="58631"/>
                          <a:pt x="43742" y="61698"/>
                          <a:pt x="43742" y="64712"/>
                        </a:cubicBezTo>
                        <a:cubicBezTo>
                          <a:pt x="43742" y="69630"/>
                          <a:pt x="42017" y="73635"/>
                          <a:pt x="38568" y="76729"/>
                        </a:cubicBezTo>
                        <a:cubicBezTo>
                          <a:pt x="35119" y="79835"/>
                          <a:pt x="30626" y="81388"/>
                          <a:pt x="25089" y="81388"/>
                        </a:cubicBezTo>
                        <a:cubicBezTo>
                          <a:pt x="21164" y="81388"/>
                          <a:pt x="17021" y="80708"/>
                          <a:pt x="12660" y="79346"/>
                        </a:cubicBezTo>
                        <a:cubicBezTo>
                          <a:pt x="8313" y="77984"/>
                          <a:pt x="3661" y="75916"/>
                          <a:pt x="-1295" y="73139"/>
                        </a:cubicBezTo>
                        <a:lnTo>
                          <a:pt x="-1295" y="85791"/>
                        </a:lnTo>
                        <a:cubicBezTo>
                          <a:pt x="3740" y="87813"/>
                          <a:pt x="8445" y="89340"/>
                          <a:pt x="12819" y="90371"/>
                        </a:cubicBezTo>
                        <a:cubicBezTo>
                          <a:pt x="17206" y="91402"/>
                          <a:pt x="21217" y="91918"/>
                          <a:pt x="24851" y="91918"/>
                        </a:cubicBezTo>
                        <a:cubicBezTo>
                          <a:pt x="34432" y="91918"/>
                          <a:pt x="42070" y="89519"/>
                          <a:pt x="47765" y="84720"/>
                        </a:cubicBezTo>
                        <a:cubicBezTo>
                          <a:pt x="53461" y="79934"/>
                          <a:pt x="56309" y="73536"/>
                          <a:pt x="56309" y="65525"/>
                        </a:cubicBezTo>
                        <a:cubicBezTo>
                          <a:pt x="56309" y="61718"/>
                          <a:pt x="55595" y="58109"/>
                          <a:pt x="54168" y="54698"/>
                        </a:cubicBezTo>
                        <a:cubicBezTo>
                          <a:pt x="52754" y="51301"/>
                          <a:pt x="50164" y="47289"/>
                          <a:pt x="46398" y="42662"/>
                        </a:cubicBezTo>
                        <a:cubicBezTo>
                          <a:pt x="45367" y="41459"/>
                          <a:pt x="42083" y="37995"/>
                          <a:pt x="36546" y="32271"/>
                        </a:cubicBezTo>
                        <a:cubicBezTo>
                          <a:pt x="31022" y="26547"/>
                          <a:pt x="23219" y="18542"/>
                          <a:pt x="13136" y="82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9" name="Freeform: Shape 158">
                    <a:extLst>
                      <a:ext uri="{FF2B5EF4-FFF2-40B4-BE49-F238E27FC236}">
                        <a16:creationId xmlns:a16="http://schemas.microsoft.com/office/drawing/2014/main" id="{89A779F2-1E14-54EB-FC7A-9B948A8FAFC4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495987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53 h 95994"/>
                      <a:gd name="connsiteX1" fmla="*/ 15437 w 63926"/>
                      <a:gd name="connsiteY1" fmla="*/ 74335 h 95994"/>
                      <a:gd name="connsiteX2" fmla="*/ 10580 w 63926"/>
                      <a:gd name="connsiteY2" fmla="*/ 45741 h 95994"/>
                      <a:gd name="connsiteX3" fmla="*/ 15437 w 63926"/>
                      <a:gd name="connsiteY3" fmla="*/ 17207 h 95994"/>
                      <a:gd name="connsiteX4" fmla="*/ 29966 w 63926"/>
                      <a:gd name="connsiteY4" fmla="*/ 7688 h 95994"/>
                      <a:gd name="connsiteX5" fmla="*/ 44556 w 63926"/>
                      <a:gd name="connsiteY5" fmla="*/ 17207 h 95994"/>
                      <a:gd name="connsiteX6" fmla="*/ 49432 w 63926"/>
                      <a:gd name="connsiteY6" fmla="*/ 45741 h 95994"/>
                      <a:gd name="connsiteX7" fmla="*/ 44556 w 63926"/>
                      <a:gd name="connsiteY7" fmla="*/ 74335 h 95994"/>
                      <a:gd name="connsiteX8" fmla="*/ 29966 w 63926"/>
                      <a:gd name="connsiteY8" fmla="*/ 83853 h 95994"/>
                      <a:gd name="connsiteX9" fmla="*/ 29966 w 63926"/>
                      <a:gd name="connsiteY9" fmla="*/ 93768 h 95994"/>
                      <a:gd name="connsiteX10" fmla="*/ 53733 w 63926"/>
                      <a:gd name="connsiteY10" fmla="*/ 81454 h 95994"/>
                      <a:gd name="connsiteX11" fmla="*/ 61940 w 63926"/>
                      <a:gd name="connsiteY11" fmla="*/ 45741 h 95994"/>
                      <a:gd name="connsiteX12" fmla="*/ 53733 w 63926"/>
                      <a:gd name="connsiteY12" fmla="*/ 10068 h 95994"/>
                      <a:gd name="connsiteX13" fmla="*/ 29966 w 63926"/>
                      <a:gd name="connsiteY13" fmla="*/ -2226 h 95994"/>
                      <a:gd name="connsiteX14" fmla="*/ 6219 w 63926"/>
                      <a:gd name="connsiteY14" fmla="*/ 10068 h 95994"/>
                      <a:gd name="connsiteX15" fmla="*/ -1987 w 63926"/>
                      <a:gd name="connsiteY15" fmla="*/ 45741 h 95994"/>
                      <a:gd name="connsiteX16" fmla="*/ 6219 w 63926"/>
                      <a:gd name="connsiteY16" fmla="*/ 81454 h 95994"/>
                      <a:gd name="connsiteX17" fmla="*/ 29966 w 63926"/>
                      <a:gd name="connsiteY17" fmla="*/ 9376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53"/>
                        </a:moveTo>
                        <a:cubicBezTo>
                          <a:pt x="23531" y="83853"/>
                          <a:pt x="18688" y="80681"/>
                          <a:pt x="15437" y="74335"/>
                        </a:cubicBezTo>
                        <a:cubicBezTo>
                          <a:pt x="12199" y="68003"/>
                          <a:pt x="10580" y="58472"/>
                          <a:pt x="10580" y="45741"/>
                        </a:cubicBezTo>
                        <a:cubicBezTo>
                          <a:pt x="10580" y="33064"/>
                          <a:pt x="12199" y="23552"/>
                          <a:pt x="15437" y="17207"/>
                        </a:cubicBezTo>
                        <a:cubicBezTo>
                          <a:pt x="18688" y="10861"/>
                          <a:pt x="23531" y="7688"/>
                          <a:pt x="29966" y="7688"/>
                        </a:cubicBezTo>
                        <a:cubicBezTo>
                          <a:pt x="36455" y="7688"/>
                          <a:pt x="41318" y="10861"/>
                          <a:pt x="44556" y="17207"/>
                        </a:cubicBezTo>
                        <a:cubicBezTo>
                          <a:pt x="47806" y="23552"/>
                          <a:pt x="49432" y="33064"/>
                          <a:pt x="49432" y="45741"/>
                        </a:cubicBezTo>
                        <a:cubicBezTo>
                          <a:pt x="49432" y="58472"/>
                          <a:pt x="47806" y="68003"/>
                          <a:pt x="44556" y="74335"/>
                        </a:cubicBezTo>
                        <a:cubicBezTo>
                          <a:pt x="41318" y="80681"/>
                          <a:pt x="36455" y="83853"/>
                          <a:pt x="29966" y="83853"/>
                        </a:cubicBezTo>
                        <a:close/>
                        <a:moveTo>
                          <a:pt x="29966" y="93768"/>
                        </a:moveTo>
                        <a:cubicBezTo>
                          <a:pt x="40340" y="93768"/>
                          <a:pt x="48262" y="89663"/>
                          <a:pt x="53733" y="81454"/>
                        </a:cubicBezTo>
                        <a:cubicBezTo>
                          <a:pt x="59204" y="73258"/>
                          <a:pt x="61940" y="61353"/>
                          <a:pt x="61940" y="45741"/>
                        </a:cubicBezTo>
                        <a:cubicBezTo>
                          <a:pt x="61940" y="30168"/>
                          <a:pt x="59204" y="18277"/>
                          <a:pt x="53733" y="10068"/>
                        </a:cubicBezTo>
                        <a:cubicBezTo>
                          <a:pt x="48262" y="1872"/>
                          <a:pt x="40340" y="-2226"/>
                          <a:pt x="29966" y="-2226"/>
                        </a:cubicBezTo>
                        <a:cubicBezTo>
                          <a:pt x="19606" y="-2226"/>
                          <a:pt x="11690" y="1872"/>
                          <a:pt x="6219" y="10068"/>
                        </a:cubicBezTo>
                        <a:cubicBezTo>
                          <a:pt x="748" y="18277"/>
                          <a:pt x="-1987" y="30168"/>
                          <a:pt x="-1987" y="45741"/>
                        </a:cubicBezTo>
                        <a:cubicBezTo>
                          <a:pt x="-1987" y="61353"/>
                          <a:pt x="748" y="73258"/>
                          <a:pt x="6219" y="81454"/>
                        </a:cubicBezTo>
                        <a:cubicBezTo>
                          <a:pt x="11690" y="89663"/>
                          <a:pt x="19606" y="93768"/>
                          <a:pt x="29966" y="9376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853D642-B5B4-F618-98B2-3936C196C83B}"/>
                </a:ext>
              </a:extLst>
            </p:cNvPr>
            <p:cNvSpPr/>
            <p:nvPr/>
          </p:nvSpPr>
          <p:spPr>
            <a:xfrm>
              <a:off x="3902551" y="2315354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A6D8DCD-7B79-7418-6061-D5BD59FD29C0}"/>
                </a:ext>
              </a:extLst>
            </p:cNvPr>
            <p:cNvSpPr/>
            <p:nvPr/>
          </p:nvSpPr>
          <p:spPr>
            <a:xfrm>
              <a:off x="8433056" y="2315354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A4BEDF2-3344-2915-E54F-DBB1F17B0881}"/>
                </a:ext>
              </a:extLst>
            </p:cNvPr>
            <p:cNvSpPr/>
            <p:nvPr/>
          </p:nvSpPr>
          <p:spPr>
            <a:xfrm>
              <a:off x="3902551" y="4581427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AEEE7A3-21BB-6E4B-2D89-0ECB1FD34E48}"/>
                </a:ext>
              </a:extLst>
            </p:cNvPr>
            <p:cNvSpPr/>
            <p:nvPr/>
          </p:nvSpPr>
          <p:spPr>
            <a:xfrm>
              <a:off x="3902551" y="2315354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168" name="Graphic 164">
            <a:extLst>
              <a:ext uri="{FF2B5EF4-FFF2-40B4-BE49-F238E27FC236}">
                <a16:creationId xmlns:a16="http://schemas.microsoft.com/office/drawing/2014/main" id="{9160D2CF-C97A-219D-CE94-B10EFE65FBD0}"/>
              </a:ext>
            </a:extLst>
          </p:cNvPr>
          <p:cNvGrpSpPr/>
          <p:nvPr/>
        </p:nvGrpSpPr>
        <p:grpSpPr>
          <a:xfrm>
            <a:off x="6423087" y="552949"/>
            <a:ext cx="4967896" cy="2453143"/>
            <a:chOff x="3577804" y="2315354"/>
            <a:chExt cx="4967896" cy="2453143"/>
          </a:xfrm>
        </p:grpSpPr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508C1AA5-7DED-378F-0740-A3BBF4E1D570}"/>
                </a:ext>
              </a:extLst>
            </p:cNvPr>
            <p:cNvSpPr/>
            <p:nvPr/>
          </p:nvSpPr>
          <p:spPr>
            <a:xfrm>
              <a:off x="3902551" y="2315354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170" name="Picture 169">
              <a:extLst>
                <a:ext uri="{FF2B5EF4-FFF2-40B4-BE49-F238E27FC236}">
                  <a16:creationId xmlns:a16="http://schemas.microsoft.com/office/drawing/2014/main" id="{572B3AAB-63BB-B334-60DA-686D19FD141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flipV="1">
              <a:off x="3902551" y="2315354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FCCE38B5-99D1-02D3-337D-43A2B24146A8}"/>
                </a:ext>
              </a:extLst>
            </p:cNvPr>
            <p:cNvSpPr/>
            <p:nvPr/>
          </p:nvSpPr>
          <p:spPr>
            <a:xfrm>
              <a:off x="5356588" y="3402642"/>
              <a:ext cx="225236" cy="89343"/>
            </a:xfrm>
            <a:custGeom>
              <a:avLst/>
              <a:gdLst>
                <a:gd name="connsiteX0" fmla="*/ 225237 w 225236"/>
                <a:gd name="connsiteY0" fmla="*/ 2194 h 89343"/>
                <a:gd name="connsiteX1" fmla="*/ 224385 w 225236"/>
                <a:gd name="connsiteY1" fmla="*/ 89343 h 89343"/>
                <a:gd name="connsiteX2" fmla="*/ 0 w 225236"/>
                <a:gd name="connsiteY2" fmla="*/ 87149 h 89343"/>
                <a:gd name="connsiteX3" fmla="*/ 852 w 225236"/>
                <a:gd name="connsiteY3" fmla="*/ 0 h 8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5236" h="89343">
                  <a:moveTo>
                    <a:pt x="225237" y="2194"/>
                  </a:moveTo>
                  <a:lnTo>
                    <a:pt x="224385" y="89343"/>
                  </a:lnTo>
                  <a:lnTo>
                    <a:pt x="0" y="87149"/>
                  </a:lnTo>
                  <a:lnTo>
                    <a:pt x="852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C82E869-10CF-67D3-A51F-2A8147524547}"/>
                </a:ext>
              </a:extLst>
            </p:cNvPr>
            <p:cNvSpPr/>
            <p:nvPr/>
          </p:nvSpPr>
          <p:spPr>
            <a:xfrm>
              <a:off x="5493855" y="3403984"/>
              <a:ext cx="87543" cy="87149"/>
            </a:xfrm>
            <a:custGeom>
              <a:avLst/>
              <a:gdLst>
                <a:gd name="connsiteX0" fmla="*/ 87543 w 87543"/>
                <a:gd name="connsiteY0" fmla="*/ 44426 h 87149"/>
                <a:gd name="connsiteX1" fmla="*/ 0 w 87543"/>
                <a:gd name="connsiteY1" fmla="*/ 87149 h 87149"/>
                <a:gd name="connsiteX2" fmla="*/ 852 w 87543"/>
                <a:gd name="connsiteY2" fmla="*/ 0 h 8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543" h="87149">
                  <a:moveTo>
                    <a:pt x="87543" y="44426"/>
                  </a:moveTo>
                  <a:lnTo>
                    <a:pt x="0" y="87149"/>
                  </a:lnTo>
                  <a:lnTo>
                    <a:pt x="852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73" name="Graphic 164">
              <a:extLst>
                <a:ext uri="{FF2B5EF4-FFF2-40B4-BE49-F238E27FC236}">
                  <a16:creationId xmlns:a16="http://schemas.microsoft.com/office/drawing/2014/main" id="{654BD90A-395A-F57A-A548-92D9180C21DF}"/>
                </a:ext>
              </a:extLst>
            </p:cNvPr>
            <p:cNvGrpSpPr/>
            <p:nvPr/>
          </p:nvGrpSpPr>
          <p:grpSpPr>
            <a:xfrm>
              <a:off x="3791269" y="4581427"/>
              <a:ext cx="4754431" cy="187070"/>
              <a:chOff x="3791269" y="4581427"/>
              <a:chExt cx="4754431" cy="187070"/>
            </a:xfrm>
            <a:solidFill>
              <a:srgbClr val="000000"/>
            </a:solidFill>
          </p:grpSpPr>
          <p:grpSp>
            <p:nvGrpSpPr>
              <p:cNvPr id="174" name="Graphic 164">
                <a:extLst>
                  <a:ext uri="{FF2B5EF4-FFF2-40B4-BE49-F238E27FC236}">
                    <a16:creationId xmlns:a16="http://schemas.microsoft.com/office/drawing/2014/main" id="{B55E48BB-B3BF-B7DC-D88C-E56985751CDD}"/>
                  </a:ext>
                </a:extLst>
              </p:cNvPr>
              <p:cNvGrpSpPr/>
              <p:nvPr/>
            </p:nvGrpSpPr>
            <p:grpSpPr>
              <a:xfrm>
                <a:off x="3791269" y="4581427"/>
                <a:ext cx="223926" cy="187070"/>
                <a:chOff x="3791269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13D3B3A9-3C55-7677-345A-ABBE8A7265DA}"/>
                    </a:ext>
                  </a:extLst>
                </p:cNvPr>
                <p:cNvSpPr/>
                <p:nvPr/>
              </p:nvSpPr>
              <p:spPr>
                <a:xfrm>
                  <a:off x="3902551" y="4581427"/>
                  <a:ext cx="12686" cy="44417"/>
                </a:xfrm>
                <a:custGeom>
                  <a:avLst/>
                  <a:gdLst>
                    <a:gd name="connsiteX0" fmla="*/ 58 w 12686"/>
                    <a:gd name="connsiteY0" fmla="*/ 264 h 44417"/>
                    <a:gd name="connsiteX1" fmla="*/ 58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58" y="264"/>
                      </a:moveTo>
                      <a:lnTo>
                        <a:pt x="58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76" name="Graphic 164">
                  <a:extLst>
                    <a:ext uri="{FF2B5EF4-FFF2-40B4-BE49-F238E27FC236}">
                      <a16:creationId xmlns:a16="http://schemas.microsoft.com/office/drawing/2014/main" id="{43E5B148-6C04-C55C-1390-C843C3350B27}"/>
                    </a:ext>
                  </a:extLst>
                </p:cNvPr>
                <p:cNvGrpSpPr/>
                <p:nvPr/>
              </p:nvGrpSpPr>
              <p:grpSpPr>
                <a:xfrm>
                  <a:off x="3791269" y="4672504"/>
                  <a:ext cx="223926" cy="95994"/>
                  <a:chOff x="3791269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77" name="Freeform: Shape 176">
                    <a:extLst>
                      <a:ext uri="{FF2B5EF4-FFF2-40B4-BE49-F238E27FC236}">
                        <a16:creationId xmlns:a16="http://schemas.microsoft.com/office/drawing/2014/main" id="{44B46A90-A5D0-3F10-3C67-1C191E5BAEEC}"/>
                      </a:ext>
                    </a:extLst>
                  </p:cNvPr>
                  <p:cNvSpPr/>
                  <p:nvPr/>
                </p:nvSpPr>
                <p:spPr>
                  <a:xfrm flipV="1">
                    <a:off x="3791269" y="4674169"/>
                    <a:ext cx="59843" cy="94328"/>
                  </a:xfrm>
                  <a:custGeom>
                    <a:avLst/>
                    <a:gdLst>
                      <a:gd name="connsiteX0" fmla="*/ 1953 w 59843"/>
                      <a:gd name="connsiteY0" fmla="*/ 92316 h 94328"/>
                      <a:gd name="connsiteX1" fmla="*/ 51072 w 59843"/>
                      <a:gd name="connsiteY1" fmla="*/ 92316 h 94328"/>
                      <a:gd name="connsiteX2" fmla="*/ 51072 w 59843"/>
                      <a:gd name="connsiteY2" fmla="*/ 81767 h 94328"/>
                      <a:gd name="connsiteX3" fmla="*/ 13410 w 59843"/>
                      <a:gd name="connsiteY3" fmla="*/ 81767 h 94328"/>
                      <a:gd name="connsiteX4" fmla="*/ 13410 w 59843"/>
                      <a:gd name="connsiteY4" fmla="*/ 59102 h 94328"/>
                      <a:gd name="connsiteX5" fmla="*/ 18841 w 59843"/>
                      <a:gd name="connsiteY5" fmla="*/ 60490 h 94328"/>
                      <a:gd name="connsiteX6" fmla="*/ 24312 w 59843"/>
                      <a:gd name="connsiteY6" fmla="*/ 60946 h 94328"/>
                      <a:gd name="connsiteX7" fmla="*/ 48832 w 59843"/>
                      <a:gd name="connsiteY7" fmla="*/ 52459 h 94328"/>
                      <a:gd name="connsiteX8" fmla="*/ 57891 w 59843"/>
                      <a:gd name="connsiteY8" fmla="*/ 29476 h 94328"/>
                      <a:gd name="connsiteX9" fmla="*/ 48594 w 59843"/>
                      <a:gd name="connsiteY9" fmla="*/ 6256 h 94328"/>
                      <a:gd name="connsiteX10" fmla="*/ 22389 w 59843"/>
                      <a:gd name="connsiteY10" fmla="*/ -2013 h 94328"/>
                      <a:gd name="connsiteX11" fmla="*/ 10516 w 59843"/>
                      <a:gd name="connsiteY11" fmla="*/ -1021 h 94328"/>
                      <a:gd name="connsiteX12" fmla="*/ -1952 w 59843"/>
                      <a:gd name="connsiteY12" fmla="*/ 1953 h 94328"/>
                      <a:gd name="connsiteX13" fmla="*/ -1952 w 59843"/>
                      <a:gd name="connsiteY13" fmla="*/ 14545 h 94328"/>
                      <a:gd name="connsiteX14" fmla="*/ 9564 w 59843"/>
                      <a:gd name="connsiteY14" fmla="*/ 10024 h 94328"/>
                      <a:gd name="connsiteX15" fmla="*/ 22132 w 59843"/>
                      <a:gd name="connsiteY15" fmla="*/ 8537 h 94328"/>
                      <a:gd name="connsiteX16" fmla="*/ 39100 w 59843"/>
                      <a:gd name="connsiteY16" fmla="*/ 14168 h 94328"/>
                      <a:gd name="connsiteX17" fmla="*/ 45363 w 59843"/>
                      <a:gd name="connsiteY17" fmla="*/ 29476 h 94328"/>
                      <a:gd name="connsiteX18" fmla="*/ 39100 w 59843"/>
                      <a:gd name="connsiteY18" fmla="*/ 44765 h 94328"/>
                      <a:gd name="connsiteX19" fmla="*/ 22132 w 59843"/>
                      <a:gd name="connsiteY19" fmla="*/ 50416 h 94328"/>
                      <a:gd name="connsiteX20" fmla="*/ 12121 w 59843"/>
                      <a:gd name="connsiteY20" fmla="*/ 49306 h 94328"/>
                      <a:gd name="connsiteX21" fmla="*/ 1953 w 59843"/>
                      <a:gd name="connsiteY21" fmla="*/ 45836 h 94328"/>
                      <a:gd name="connsiteX22" fmla="*/ 1953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53" y="92316"/>
                        </a:moveTo>
                        <a:lnTo>
                          <a:pt x="51072" y="92316"/>
                        </a:lnTo>
                        <a:lnTo>
                          <a:pt x="51072" y="81767"/>
                        </a:lnTo>
                        <a:lnTo>
                          <a:pt x="13410" y="81767"/>
                        </a:lnTo>
                        <a:lnTo>
                          <a:pt x="13410" y="59102"/>
                        </a:lnTo>
                        <a:cubicBezTo>
                          <a:pt x="15220" y="59723"/>
                          <a:pt x="17031" y="60186"/>
                          <a:pt x="18841" y="60490"/>
                        </a:cubicBezTo>
                        <a:cubicBezTo>
                          <a:pt x="20665" y="60794"/>
                          <a:pt x="22488" y="60946"/>
                          <a:pt x="24312" y="60946"/>
                        </a:cubicBezTo>
                        <a:cubicBezTo>
                          <a:pt x="34633" y="60946"/>
                          <a:pt x="42806" y="58117"/>
                          <a:pt x="48832" y="52459"/>
                        </a:cubicBezTo>
                        <a:cubicBezTo>
                          <a:pt x="54871" y="46801"/>
                          <a:pt x="57891" y="39140"/>
                          <a:pt x="57891" y="29476"/>
                        </a:cubicBezTo>
                        <a:cubicBezTo>
                          <a:pt x="57891" y="19522"/>
                          <a:pt x="54792" y="11782"/>
                          <a:pt x="48594" y="6256"/>
                        </a:cubicBezTo>
                        <a:cubicBezTo>
                          <a:pt x="42397" y="744"/>
                          <a:pt x="33662" y="-2013"/>
                          <a:pt x="22389" y="-2013"/>
                        </a:cubicBezTo>
                        <a:cubicBezTo>
                          <a:pt x="18504" y="-2013"/>
                          <a:pt x="14546" y="-1682"/>
                          <a:pt x="10516" y="-1021"/>
                        </a:cubicBezTo>
                        <a:cubicBezTo>
                          <a:pt x="6499" y="-360"/>
                          <a:pt x="2343" y="631"/>
                          <a:pt x="-1952" y="1953"/>
                        </a:cubicBezTo>
                        <a:lnTo>
                          <a:pt x="-1952" y="14545"/>
                        </a:lnTo>
                        <a:cubicBezTo>
                          <a:pt x="1761" y="12522"/>
                          <a:pt x="5600" y="11015"/>
                          <a:pt x="9564" y="10024"/>
                        </a:cubicBezTo>
                        <a:cubicBezTo>
                          <a:pt x="13529" y="9032"/>
                          <a:pt x="17718" y="8537"/>
                          <a:pt x="22132" y="8537"/>
                        </a:cubicBezTo>
                        <a:cubicBezTo>
                          <a:pt x="29281" y="8537"/>
                          <a:pt x="34937" y="10414"/>
                          <a:pt x="39100" y="14168"/>
                        </a:cubicBezTo>
                        <a:cubicBezTo>
                          <a:pt x="43275" y="17923"/>
                          <a:pt x="45363" y="23025"/>
                          <a:pt x="45363" y="29476"/>
                        </a:cubicBezTo>
                        <a:cubicBezTo>
                          <a:pt x="45363" y="35914"/>
                          <a:pt x="43275" y="41011"/>
                          <a:pt x="39100" y="44765"/>
                        </a:cubicBezTo>
                        <a:cubicBezTo>
                          <a:pt x="34937" y="48533"/>
                          <a:pt x="29281" y="50416"/>
                          <a:pt x="22132" y="50416"/>
                        </a:cubicBezTo>
                        <a:cubicBezTo>
                          <a:pt x="18788" y="50416"/>
                          <a:pt x="15452" y="50046"/>
                          <a:pt x="12121" y="49306"/>
                        </a:cubicBezTo>
                        <a:cubicBezTo>
                          <a:pt x="8805" y="48566"/>
                          <a:pt x="5415" y="47409"/>
                          <a:pt x="1953" y="45836"/>
                        </a:cubicBezTo>
                        <a:lnTo>
                          <a:pt x="1953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8" name="Freeform: Shape 177">
                    <a:extLst>
                      <a:ext uri="{FF2B5EF4-FFF2-40B4-BE49-F238E27FC236}">
                        <a16:creationId xmlns:a16="http://schemas.microsoft.com/office/drawing/2014/main" id="{35302C5E-F5E2-3D2D-696C-4C3A5082A6B2}"/>
                      </a:ext>
                    </a:extLst>
                  </p:cNvPr>
                  <p:cNvSpPr/>
                  <p:nvPr/>
                </p:nvSpPr>
                <p:spPr>
                  <a:xfrm flipV="1">
                    <a:off x="3870556" y="4672504"/>
                    <a:ext cx="63926" cy="95994"/>
                  </a:xfrm>
                  <a:custGeom>
                    <a:avLst/>
                    <a:gdLst>
                      <a:gd name="connsiteX0" fmla="*/ 29977 w 63926"/>
                      <a:gd name="connsiteY0" fmla="*/ 84025 h 95994"/>
                      <a:gd name="connsiteX1" fmla="*/ 15447 w 63926"/>
                      <a:gd name="connsiteY1" fmla="*/ 74507 h 95994"/>
                      <a:gd name="connsiteX2" fmla="*/ 10590 w 63926"/>
                      <a:gd name="connsiteY2" fmla="*/ 45913 h 95994"/>
                      <a:gd name="connsiteX3" fmla="*/ 15447 w 63926"/>
                      <a:gd name="connsiteY3" fmla="*/ 17378 h 95994"/>
                      <a:gd name="connsiteX4" fmla="*/ 29977 w 63926"/>
                      <a:gd name="connsiteY4" fmla="*/ 7860 h 95994"/>
                      <a:gd name="connsiteX5" fmla="*/ 44566 w 63926"/>
                      <a:gd name="connsiteY5" fmla="*/ 17378 h 95994"/>
                      <a:gd name="connsiteX6" fmla="*/ 49442 w 63926"/>
                      <a:gd name="connsiteY6" fmla="*/ 45913 h 95994"/>
                      <a:gd name="connsiteX7" fmla="*/ 44566 w 63926"/>
                      <a:gd name="connsiteY7" fmla="*/ 74507 h 95994"/>
                      <a:gd name="connsiteX8" fmla="*/ 29977 w 63926"/>
                      <a:gd name="connsiteY8" fmla="*/ 84025 h 95994"/>
                      <a:gd name="connsiteX9" fmla="*/ 29977 w 63926"/>
                      <a:gd name="connsiteY9" fmla="*/ 93939 h 95994"/>
                      <a:gd name="connsiteX10" fmla="*/ 53743 w 63926"/>
                      <a:gd name="connsiteY10" fmla="*/ 81625 h 95994"/>
                      <a:gd name="connsiteX11" fmla="*/ 61950 w 63926"/>
                      <a:gd name="connsiteY11" fmla="*/ 45913 h 95994"/>
                      <a:gd name="connsiteX12" fmla="*/ 53743 w 63926"/>
                      <a:gd name="connsiteY12" fmla="*/ 10240 h 95994"/>
                      <a:gd name="connsiteX13" fmla="*/ 29977 w 63926"/>
                      <a:gd name="connsiteY13" fmla="*/ -2055 h 95994"/>
                      <a:gd name="connsiteX14" fmla="*/ 6229 w 63926"/>
                      <a:gd name="connsiteY14" fmla="*/ 10240 h 95994"/>
                      <a:gd name="connsiteX15" fmla="*/ -1977 w 63926"/>
                      <a:gd name="connsiteY15" fmla="*/ 45913 h 95994"/>
                      <a:gd name="connsiteX16" fmla="*/ 6229 w 63926"/>
                      <a:gd name="connsiteY16" fmla="*/ 81625 h 95994"/>
                      <a:gd name="connsiteX17" fmla="*/ 2997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77" y="84025"/>
                        </a:moveTo>
                        <a:cubicBezTo>
                          <a:pt x="23541" y="84025"/>
                          <a:pt x="18698" y="80852"/>
                          <a:pt x="15447" y="74507"/>
                        </a:cubicBezTo>
                        <a:cubicBezTo>
                          <a:pt x="12209" y="68174"/>
                          <a:pt x="10590" y="58643"/>
                          <a:pt x="10590" y="45913"/>
                        </a:cubicBezTo>
                        <a:cubicBezTo>
                          <a:pt x="10590" y="33235"/>
                          <a:pt x="12209" y="23724"/>
                          <a:pt x="15447" y="17378"/>
                        </a:cubicBezTo>
                        <a:cubicBezTo>
                          <a:pt x="18698" y="11033"/>
                          <a:pt x="23541" y="7860"/>
                          <a:pt x="29977" y="7860"/>
                        </a:cubicBezTo>
                        <a:cubicBezTo>
                          <a:pt x="36465" y="7860"/>
                          <a:pt x="41328" y="11033"/>
                          <a:pt x="44566" y="17378"/>
                        </a:cubicBezTo>
                        <a:cubicBezTo>
                          <a:pt x="47817" y="23724"/>
                          <a:pt x="49442" y="33235"/>
                          <a:pt x="49442" y="45913"/>
                        </a:cubicBezTo>
                        <a:cubicBezTo>
                          <a:pt x="49442" y="58643"/>
                          <a:pt x="47817" y="68174"/>
                          <a:pt x="44566" y="74507"/>
                        </a:cubicBezTo>
                        <a:cubicBezTo>
                          <a:pt x="41328" y="80852"/>
                          <a:pt x="36465" y="84025"/>
                          <a:pt x="29977" y="84025"/>
                        </a:cubicBezTo>
                        <a:close/>
                        <a:moveTo>
                          <a:pt x="29977" y="93939"/>
                        </a:moveTo>
                        <a:cubicBezTo>
                          <a:pt x="40350" y="93939"/>
                          <a:pt x="48272" y="89835"/>
                          <a:pt x="53743" y="81625"/>
                        </a:cubicBezTo>
                        <a:cubicBezTo>
                          <a:pt x="59214" y="73429"/>
                          <a:pt x="61950" y="61525"/>
                          <a:pt x="61950" y="45913"/>
                        </a:cubicBezTo>
                        <a:cubicBezTo>
                          <a:pt x="61950" y="30340"/>
                          <a:pt x="59214" y="18449"/>
                          <a:pt x="53743" y="10240"/>
                        </a:cubicBezTo>
                        <a:cubicBezTo>
                          <a:pt x="48272" y="2043"/>
                          <a:pt x="40350" y="-2055"/>
                          <a:pt x="29977" y="-2055"/>
                        </a:cubicBezTo>
                        <a:cubicBezTo>
                          <a:pt x="19616" y="-2055"/>
                          <a:pt x="11700" y="2043"/>
                          <a:pt x="6229" y="10240"/>
                        </a:cubicBezTo>
                        <a:cubicBezTo>
                          <a:pt x="759" y="18449"/>
                          <a:pt x="-1977" y="30340"/>
                          <a:pt x="-1977" y="45913"/>
                        </a:cubicBezTo>
                        <a:cubicBezTo>
                          <a:pt x="-1977" y="61525"/>
                          <a:pt x="759" y="73429"/>
                          <a:pt x="6229" y="81625"/>
                        </a:cubicBezTo>
                        <a:cubicBezTo>
                          <a:pt x="11700" y="89835"/>
                          <a:pt x="19616" y="93939"/>
                          <a:pt x="2997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9" name="Freeform: Shape 178">
                    <a:extLst>
                      <a:ext uri="{FF2B5EF4-FFF2-40B4-BE49-F238E27FC236}">
                        <a16:creationId xmlns:a16="http://schemas.microsoft.com/office/drawing/2014/main" id="{B2F9E57F-1A00-2D93-C072-825A073ED8BF}"/>
                      </a:ext>
                    </a:extLst>
                  </p:cNvPr>
                  <p:cNvSpPr/>
                  <p:nvPr/>
                </p:nvSpPr>
                <p:spPr>
                  <a:xfrm flipV="1">
                    <a:off x="3951269" y="4672504"/>
                    <a:ext cx="63926" cy="95994"/>
                  </a:xfrm>
                  <a:custGeom>
                    <a:avLst/>
                    <a:gdLst>
                      <a:gd name="connsiteX0" fmla="*/ 29983 w 63926"/>
                      <a:gd name="connsiteY0" fmla="*/ 84025 h 95994"/>
                      <a:gd name="connsiteX1" fmla="*/ 15453 w 63926"/>
                      <a:gd name="connsiteY1" fmla="*/ 74507 h 95994"/>
                      <a:gd name="connsiteX2" fmla="*/ 10597 w 63926"/>
                      <a:gd name="connsiteY2" fmla="*/ 45913 h 95994"/>
                      <a:gd name="connsiteX3" fmla="*/ 15453 w 63926"/>
                      <a:gd name="connsiteY3" fmla="*/ 17378 h 95994"/>
                      <a:gd name="connsiteX4" fmla="*/ 29983 w 63926"/>
                      <a:gd name="connsiteY4" fmla="*/ 7860 h 95994"/>
                      <a:gd name="connsiteX5" fmla="*/ 44572 w 63926"/>
                      <a:gd name="connsiteY5" fmla="*/ 17378 h 95994"/>
                      <a:gd name="connsiteX6" fmla="*/ 49448 w 63926"/>
                      <a:gd name="connsiteY6" fmla="*/ 45913 h 95994"/>
                      <a:gd name="connsiteX7" fmla="*/ 44572 w 63926"/>
                      <a:gd name="connsiteY7" fmla="*/ 74507 h 95994"/>
                      <a:gd name="connsiteX8" fmla="*/ 29983 w 63926"/>
                      <a:gd name="connsiteY8" fmla="*/ 84025 h 95994"/>
                      <a:gd name="connsiteX9" fmla="*/ 29983 w 63926"/>
                      <a:gd name="connsiteY9" fmla="*/ 93939 h 95994"/>
                      <a:gd name="connsiteX10" fmla="*/ 53750 w 63926"/>
                      <a:gd name="connsiteY10" fmla="*/ 81625 h 95994"/>
                      <a:gd name="connsiteX11" fmla="*/ 61956 w 63926"/>
                      <a:gd name="connsiteY11" fmla="*/ 45913 h 95994"/>
                      <a:gd name="connsiteX12" fmla="*/ 53750 w 63926"/>
                      <a:gd name="connsiteY12" fmla="*/ 10240 h 95994"/>
                      <a:gd name="connsiteX13" fmla="*/ 29983 w 63926"/>
                      <a:gd name="connsiteY13" fmla="*/ -2055 h 95994"/>
                      <a:gd name="connsiteX14" fmla="*/ 6236 w 63926"/>
                      <a:gd name="connsiteY14" fmla="*/ 10240 h 95994"/>
                      <a:gd name="connsiteX15" fmla="*/ -1971 w 63926"/>
                      <a:gd name="connsiteY15" fmla="*/ 45913 h 95994"/>
                      <a:gd name="connsiteX16" fmla="*/ 6236 w 63926"/>
                      <a:gd name="connsiteY16" fmla="*/ 81625 h 95994"/>
                      <a:gd name="connsiteX17" fmla="*/ 29983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83" y="84025"/>
                        </a:moveTo>
                        <a:cubicBezTo>
                          <a:pt x="23547" y="84025"/>
                          <a:pt x="18704" y="80852"/>
                          <a:pt x="15453" y="74507"/>
                        </a:cubicBezTo>
                        <a:cubicBezTo>
                          <a:pt x="12216" y="68174"/>
                          <a:pt x="10597" y="58643"/>
                          <a:pt x="10597" y="45913"/>
                        </a:cubicBezTo>
                        <a:cubicBezTo>
                          <a:pt x="10597" y="33235"/>
                          <a:pt x="12216" y="23724"/>
                          <a:pt x="15453" y="17378"/>
                        </a:cubicBezTo>
                        <a:cubicBezTo>
                          <a:pt x="18704" y="11033"/>
                          <a:pt x="23547" y="7860"/>
                          <a:pt x="29983" y="7860"/>
                        </a:cubicBezTo>
                        <a:cubicBezTo>
                          <a:pt x="36471" y="7860"/>
                          <a:pt x="41334" y="11033"/>
                          <a:pt x="44572" y="17378"/>
                        </a:cubicBezTo>
                        <a:cubicBezTo>
                          <a:pt x="47823" y="23724"/>
                          <a:pt x="49448" y="33235"/>
                          <a:pt x="49448" y="45913"/>
                        </a:cubicBezTo>
                        <a:cubicBezTo>
                          <a:pt x="49448" y="58643"/>
                          <a:pt x="47823" y="68174"/>
                          <a:pt x="44572" y="74507"/>
                        </a:cubicBezTo>
                        <a:cubicBezTo>
                          <a:pt x="41334" y="80852"/>
                          <a:pt x="36471" y="84025"/>
                          <a:pt x="29983" y="84025"/>
                        </a:cubicBezTo>
                        <a:close/>
                        <a:moveTo>
                          <a:pt x="29983" y="93939"/>
                        </a:moveTo>
                        <a:cubicBezTo>
                          <a:pt x="40357" y="93939"/>
                          <a:pt x="48279" y="89835"/>
                          <a:pt x="53750" y="81625"/>
                        </a:cubicBezTo>
                        <a:cubicBezTo>
                          <a:pt x="59221" y="73429"/>
                          <a:pt x="61956" y="61525"/>
                          <a:pt x="61956" y="45913"/>
                        </a:cubicBezTo>
                        <a:cubicBezTo>
                          <a:pt x="61956" y="30340"/>
                          <a:pt x="59221" y="18449"/>
                          <a:pt x="53750" y="10240"/>
                        </a:cubicBezTo>
                        <a:cubicBezTo>
                          <a:pt x="48279" y="2043"/>
                          <a:pt x="40357" y="-2055"/>
                          <a:pt x="29983" y="-2055"/>
                        </a:cubicBezTo>
                        <a:cubicBezTo>
                          <a:pt x="19622" y="-2055"/>
                          <a:pt x="11707" y="2043"/>
                          <a:pt x="6236" y="10240"/>
                        </a:cubicBezTo>
                        <a:cubicBezTo>
                          <a:pt x="765" y="18449"/>
                          <a:pt x="-1971" y="30340"/>
                          <a:pt x="-1971" y="45913"/>
                        </a:cubicBezTo>
                        <a:cubicBezTo>
                          <a:pt x="-1971" y="61525"/>
                          <a:pt x="765" y="73429"/>
                          <a:pt x="6236" y="81625"/>
                        </a:cubicBezTo>
                        <a:cubicBezTo>
                          <a:pt x="11707" y="89835"/>
                          <a:pt x="19622" y="93939"/>
                          <a:pt x="29983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80" name="Graphic 164">
                <a:extLst>
                  <a:ext uri="{FF2B5EF4-FFF2-40B4-BE49-F238E27FC236}">
                    <a16:creationId xmlns:a16="http://schemas.microsoft.com/office/drawing/2014/main" id="{2B4CDC7E-AC54-C65A-0678-8722B0F37519}"/>
                  </a:ext>
                </a:extLst>
              </p:cNvPr>
              <p:cNvGrpSpPr/>
              <p:nvPr/>
            </p:nvGrpSpPr>
            <p:grpSpPr>
              <a:xfrm>
                <a:off x="4697370" y="4581427"/>
                <a:ext cx="223926" cy="187070"/>
                <a:chOff x="4697370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181" name="Freeform: Shape 180">
                  <a:extLst>
                    <a:ext uri="{FF2B5EF4-FFF2-40B4-BE49-F238E27FC236}">
                      <a16:creationId xmlns:a16="http://schemas.microsoft.com/office/drawing/2014/main" id="{1924A11D-F08E-DE19-42B8-9AAD8FFBA0C8}"/>
                    </a:ext>
                  </a:extLst>
                </p:cNvPr>
                <p:cNvSpPr/>
                <p:nvPr/>
              </p:nvSpPr>
              <p:spPr>
                <a:xfrm>
                  <a:off x="4808652" y="4581427"/>
                  <a:ext cx="12686" cy="44417"/>
                </a:xfrm>
                <a:custGeom>
                  <a:avLst/>
                  <a:gdLst>
                    <a:gd name="connsiteX0" fmla="*/ 129 w 12686"/>
                    <a:gd name="connsiteY0" fmla="*/ 264 h 44417"/>
                    <a:gd name="connsiteX1" fmla="*/ 129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29" y="264"/>
                      </a:moveTo>
                      <a:lnTo>
                        <a:pt x="129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82" name="Graphic 164">
                  <a:extLst>
                    <a:ext uri="{FF2B5EF4-FFF2-40B4-BE49-F238E27FC236}">
                      <a16:creationId xmlns:a16="http://schemas.microsoft.com/office/drawing/2014/main" id="{CAE73EF5-840A-D37C-FA3C-BB0076EAF996}"/>
                    </a:ext>
                  </a:extLst>
                </p:cNvPr>
                <p:cNvGrpSpPr/>
                <p:nvPr/>
              </p:nvGrpSpPr>
              <p:grpSpPr>
                <a:xfrm>
                  <a:off x="4697370" y="4672504"/>
                  <a:ext cx="223926" cy="95994"/>
                  <a:chOff x="4697370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83" name="Freeform: Shape 182">
                    <a:extLst>
                      <a:ext uri="{FF2B5EF4-FFF2-40B4-BE49-F238E27FC236}">
                        <a16:creationId xmlns:a16="http://schemas.microsoft.com/office/drawing/2014/main" id="{17049160-C078-68CF-D9A4-D05276F46C20}"/>
                      </a:ext>
                    </a:extLst>
                  </p:cNvPr>
                  <p:cNvSpPr/>
                  <p:nvPr/>
                </p:nvSpPr>
                <p:spPr>
                  <a:xfrm flipV="1">
                    <a:off x="4697370" y="4674169"/>
                    <a:ext cx="59843" cy="94328"/>
                  </a:xfrm>
                  <a:custGeom>
                    <a:avLst/>
                    <a:gdLst>
                      <a:gd name="connsiteX0" fmla="*/ 2024 w 59843"/>
                      <a:gd name="connsiteY0" fmla="*/ 92316 h 94328"/>
                      <a:gd name="connsiteX1" fmla="*/ 51144 w 59843"/>
                      <a:gd name="connsiteY1" fmla="*/ 92316 h 94328"/>
                      <a:gd name="connsiteX2" fmla="*/ 51144 w 59843"/>
                      <a:gd name="connsiteY2" fmla="*/ 81767 h 94328"/>
                      <a:gd name="connsiteX3" fmla="*/ 13481 w 59843"/>
                      <a:gd name="connsiteY3" fmla="*/ 81767 h 94328"/>
                      <a:gd name="connsiteX4" fmla="*/ 13481 w 59843"/>
                      <a:gd name="connsiteY4" fmla="*/ 59102 h 94328"/>
                      <a:gd name="connsiteX5" fmla="*/ 18913 w 59843"/>
                      <a:gd name="connsiteY5" fmla="*/ 60490 h 94328"/>
                      <a:gd name="connsiteX6" fmla="*/ 24384 w 59843"/>
                      <a:gd name="connsiteY6" fmla="*/ 60946 h 94328"/>
                      <a:gd name="connsiteX7" fmla="*/ 48904 w 59843"/>
                      <a:gd name="connsiteY7" fmla="*/ 52459 h 94328"/>
                      <a:gd name="connsiteX8" fmla="*/ 57962 w 59843"/>
                      <a:gd name="connsiteY8" fmla="*/ 29476 h 94328"/>
                      <a:gd name="connsiteX9" fmla="*/ 48666 w 59843"/>
                      <a:gd name="connsiteY9" fmla="*/ 6256 h 94328"/>
                      <a:gd name="connsiteX10" fmla="*/ 22461 w 59843"/>
                      <a:gd name="connsiteY10" fmla="*/ -2013 h 94328"/>
                      <a:gd name="connsiteX11" fmla="*/ 10587 w 59843"/>
                      <a:gd name="connsiteY11" fmla="*/ -1021 h 94328"/>
                      <a:gd name="connsiteX12" fmla="*/ -1881 w 59843"/>
                      <a:gd name="connsiteY12" fmla="*/ 1953 h 94328"/>
                      <a:gd name="connsiteX13" fmla="*/ -1881 w 59843"/>
                      <a:gd name="connsiteY13" fmla="*/ 14545 h 94328"/>
                      <a:gd name="connsiteX14" fmla="*/ 9636 w 59843"/>
                      <a:gd name="connsiteY14" fmla="*/ 10024 h 94328"/>
                      <a:gd name="connsiteX15" fmla="*/ 22203 w 59843"/>
                      <a:gd name="connsiteY15" fmla="*/ 8537 h 94328"/>
                      <a:gd name="connsiteX16" fmla="*/ 39171 w 59843"/>
                      <a:gd name="connsiteY16" fmla="*/ 14168 h 94328"/>
                      <a:gd name="connsiteX17" fmla="*/ 45435 w 59843"/>
                      <a:gd name="connsiteY17" fmla="*/ 29476 h 94328"/>
                      <a:gd name="connsiteX18" fmla="*/ 39171 w 59843"/>
                      <a:gd name="connsiteY18" fmla="*/ 44765 h 94328"/>
                      <a:gd name="connsiteX19" fmla="*/ 22203 w 59843"/>
                      <a:gd name="connsiteY19" fmla="*/ 50416 h 94328"/>
                      <a:gd name="connsiteX20" fmla="*/ 12193 w 59843"/>
                      <a:gd name="connsiteY20" fmla="*/ 49306 h 94328"/>
                      <a:gd name="connsiteX21" fmla="*/ 2024 w 59843"/>
                      <a:gd name="connsiteY21" fmla="*/ 45836 h 94328"/>
                      <a:gd name="connsiteX22" fmla="*/ 2024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24" y="92316"/>
                        </a:moveTo>
                        <a:lnTo>
                          <a:pt x="51144" y="92316"/>
                        </a:lnTo>
                        <a:lnTo>
                          <a:pt x="51144" y="81767"/>
                        </a:lnTo>
                        <a:lnTo>
                          <a:pt x="13481" y="81767"/>
                        </a:lnTo>
                        <a:lnTo>
                          <a:pt x="13481" y="59102"/>
                        </a:lnTo>
                        <a:cubicBezTo>
                          <a:pt x="15292" y="59723"/>
                          <a:pt x="17102" y="60186"/>
                          <a:pt x="18913" y="60490"/>
                        </a:cubicBezTo>
                        <a:cubicBezTo>
                          <a:pt x="20736" y="60794"/>
                          <a:pt x="22560" y="60946"/>
                          <a:pt x="24384" y="60946"/>
                        </a:cubicBezTo>
                        <a:cubicBezTo>
                          <a:pt x="34704" y="60946"/>
                          <a:pt x="42878" y="58117"/>
                          <a:pt x="48904" y="52459"/>
                        </a:cubicBezTo>
                        <a:cubicBezTo>
                          <a:pt x="54943" y="46801"/>
                          <a:pt x="57962" y="39140"/>
                          <a:pt x="57962" y="29476"/>
                        </a:cubicBezTo>
                        <a:cubicBezTo>
                          <a:pt x="57962" y="19522"/>
                          <a:pt x="54864" y="11782"/>
                          <a:pt x="48666" y="6256"/>
                        </a:cubicBezTo>
                        <a:cubicBezTo>
                          <a:pt x="42468" y="744"/>
                          <a:pt x="33733" y="-2013"/>
                          <a:pt x="22461" y="-2013"/>
                        </a:cubicBezTo>
                        <a:cubicBezTo>
                          <a:pt x="18576" y="-2013"/>
                          <a:pt x="14618" y="-1682"/>
                          <a:pt x="10587" y="-1021"/>
                        </a:cubicBezTo>
                        <a:cubicBezTo>
                          <a:pt x="6570" y="-360"/>
                          <a:pt x="2414" y="631"/>
                          <a:pt x="-1881" y="1953"/>
                        </a:cubicBezTo>
                        <a:lnTo>
                          <a:pt x="-1881" y="14545"/>
                        </a:lnTo>
                        <a:cubicBezTo>
                          <a:pt x="1832" y="12522"/>
                          <a:pt x="5671" y="11015"/>
                          <a:pt x="9636" y="10024"/>
                        </a:cubicBezTo>
                        <a:cubicBezTo>
                          <a:pt x="13600" y="9032"/>
                          <a:pt x="17789" y="8537"/>
                          <a:pt x="22203" y="8537"/>
                        </a:cubicBezTo>
                        <a:cubicBezTo>
                          <a:pt x="29352" y="8537"/>
                          <a:pt x="35008" y="10414"/>
                          <a:pt x="39171" y="14168"/>
                        </a:cubicBezTo>
                        <a:cubicBezTo>
                          <a:pt x="43347" y="17923"/>
                          <a:pt x="45435" y="23025"/>
                          <a:pt x="45435" y="29476"/>
                        </a:cubicBezTo>
                        <a:cubicBezTo>
                          <a:pt x="45435" y="35914"/>
                          <a:pt x="43347" y="41011"/>
                          <a:pt x="39171" y="44765"/>
                        </a:cubicBezTo>
                        <a:cubicBezTo>
                          <a:pt x="35008" y="48533"/>
                          <a:pt x="29352" y="50416"/>
                          <a:pt x="22203" y="50416"/>
                        </a:cubicBezTo>
                        <a:cubicBezTo>
                          <a:pt x="18860" y="50416"/>
                          <a:pt x="15523" y="50046"/>
                          <a:pt x="12193" y="49306"/>
                        </a:cubicBezTo>
                        <a:cubicBezTo>
                          <a:pt x="8876" y="48566"/>
                          <a:pt x="5486" y="47409"/>
                          <a:pt x="2024" y="45836"/>
                        </a:cubicBezTo>
                        <a:lnTo>
                          <a:pt x="2024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84" name="Freeform: Shape 183">
                    <a:extLst>
                      <a:ext uri="{FF2B5EF4-FFF2-40B4-BE49-F238E27FC236}">
                        <a16:creationId xmlns:a16="http://schemas.microsoft.com/office/drawing/2014/main" id="{72612E34-FB75-7DCD-09DA-936F97CF19FD}"/>
                      </a:ext>
                    </a:extLst>
                  </p:cNvPr>
                  <p:cNvSpPr/>
                  <p:nvPr/>
                </p:nvSpPr>
                <p:spPr>
                  <a:xfrm flipV="1">
                    <a:off x="4777588" y="4672504"/>
                    <a:ext cx="58713" cy="94189"/>
                  </a:xfrm>
                  <a:custGeom>
                    <a:avLst/>
                    <a:gdLst>
                      <a:gd name="connsiteX0" fmla="*/ 13224 w 58713"/>
                      <a:gd name="connsiteY0" fmla="*/ 8429 h 94189"/>
                      <a:gd name="connsiteX1" fmla="*/ 56892 w 58713"/>
                      <a:gd name="connsiteY1" fmla="*/ 8429 h 94189"/>
                      <a:gd name="connsiteX2" fmla="*/ 56892 w 58713"/>
                      <a:gd name="connsiteY2" fmla="*/ -2100 h 94189"/>
                      <a:gd name="connsiteX3" fmla="*/ -1821 w 58713"/>
                      <a:gd name="connsiteY3" fmla="*/ -2100 h 94189"/>
                      <a:gd name="connsiteX4" fmla="*/ -1821 w 58713"/>
                      <a:gd name="connsiteY4" fmla="*/ 8429 h 94189"/>
                      <a:gd name="connsiteX5" fmla="*/ 17585 w 58713"/>
                      <a:gd name="connsiteY5" fmla="*/ 28219 h 94189"/>
                      <a:gd name="connsiteX6" fmla="*/ 33046 w 58713"/>
                      <a:gd name="connsiteY6" fmla="*/ 44261 h 94189"/>
                      <a:gd name="connsiteX7" fmla="*/ 41431 w 58713"/>
                      <a:gd name="connsiteY7" fmla="*/ 55683 h 94189"/>
                      <a:gd name="connsiteX8" fmla="*/ 43829 w 58713"/>
                      <a:gd name="connsiteY8" fmla="*/ 64883 h 94189"/>
                      <a:gd name="connsiteX9" fmla="*/ 38656 w 58713"/>
                      <a:gd name="connsiteY9" fmla="*/ 76900 h 94189"/>
                      <a:gd name="connsiteX10" fmla="*/ 25177 w 58713"/>
                      <a:gd name="connsiteY10" fmla="*/ 81560 h 94189"/>
                      <a:gd name="connsiteX11" fmla="*/ 12748 w 58713"/>
                      <a:gd name="connsiteY11" fmla="*/ 79518 h 94189"/>
                      <a:gd name="connsiteX12" fmla="*/ -1207 w 58713"/>
                      <a:gd name="connsiteY12" fmla="*/ 73311 h 94189"/>
                      <a:gd name="connsiteX13" fmla="*/ -1207 w 58713"/>
                      <a:gd name="connsiteY13" fmla="*/ 85962 h 94189"/>
                      <a:gd name="connsiteX14" fmla="*/ 12907 w 58713"/>
                      <a:gd name="connsiteY14" fmla="*/ 90543 h 94189"/>
                      <a:gd name="connsiteX15" fmla="*/ 24939 w 58713"/>
                      <a:gd name="connsiteY15" fmla="*/ 92089 h 94189"/>
                      <a:gd name="connsiteX16" fmla="*/ 47853 w 58713"/>
                      <a:gd name="connsiteY16" fmla="*/ 84891 h 94189"/>
                      <a:gd name="connsiteX17" fmla="*/ 56397 w 58713"/>
                      <a:gd name="connsiteY17" fmla="*/ 65696 h 94189"/>
                      <a:gd name="connsiteX18" fmla="*/ 54256 w 58713"/>
                      <a:gd name="connsiteY18" fmla="*/ 54870 h 94189"/>
                      <a:gd name="connsiteX19" fmla="*/ 46486 w 58713"/>
                      <a:gd name="connsiteY19" fmla="*/ 42833 h 94189"/>
                      <a:gd name="connsiteX20" fmla="*/ 36634 w 58713"/>
                      <a:gd name="connsiteY20" fmla="*/ 32443 h 94189"/>
                      <a:gd name="connsiteX21" fmla="*/ 13224 w 58713"/>
                      <a:gd name="connsiteY21" fmla="*/ 8429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224" y="8429"/>
                        </a:moveTo>
                        <a:lnTo>
                          <a:pt x="56892" y="8429"/>
                        </a:lnTo>
                        <a:lnTo>
                          <a:pt x="56892" y="-2100"/>
                        </a:lnTo>
                        <a:lnTo>
                          <a:pt x="-1821" y="-2100"/>
                        </a:lnTo>
                        <a:lnTo>
                          <a:pt x="-1821" y="8429"/>
                        </a:lnTo>
                        <a:cubicBezTo>
                          <a:pt x="2923" y="13347"/>
                          <a:pt x="9392" y="19943"/>
                          <a:pt x="17585" y="28219"/>
                        </a:cubicBezTo>
                        <a:cubicBezTo>
                          <a:pt x="25791" y="36508"/>
                          <a:pt x="30945" y="41855"/>
                          <a:pt x="33046" y="44261"/>
                        </a:cubicBezTo>
                        <a:cubicBezTo>
                          <a:pt x="37050" y="48756"/>
                          <a:pt x="39845" y="52563"/>
                          <a:pt x="41431" y="55683"/>
                        </a:cubicBezTo>
                        <a:cubicBezTo>
                          <a:pt x="43030" y="58802"/>
                          <a:pt x="43829" y="61869"/>
                          <a:pt x="43829" y="64883"/>
                        </a:cubicBezTo>
                        <a:cubicBezTo>
                          <a:pt x="43829" y="69801"/>
                          <a:pt x="42105" y="73807"/>
                          <a:pt x="38656" y="76900"/>
                        </a:cubicBezTo>
                        <a:cubicBezTo>
                          <a:pt x="35207" y="80007"/>
                          <a:pt x="30714" y="81560"/>
                          <a:pt x="25177" y="81560"/>
                        </a:cubicBezTo>
                        <a:cubicBezTo>
                          <a:pt x="21252" y="81560"/>
                          <a:pt x="17109" y="80879"/>
                          <a:pt x="12748" y="79518"/>
                        </a:cubicBezTo>
                        <a:cubicBezTo>
                          <a:pt x="8401" y="78156"/>
                          <a:pt x="3749" y="76087"/>
                          <a:pt x="-1207" y="73311"/>
                        </a:cubicBezTo>
                        <a:lnTo>
                          <a:pt x="-1207" y="85962"/>
                        </a:lnTo>
                        <a:cubicBezTo>
                          <a:pt x="3828" y="87985"/>
                          <a:pt x="8533" y="89512"/>
                          <a:pt x="12907" y="90543"/>
                        </a:cubicBezTo>
                        <a:cubicBezTo>
                          <a:pt x="17294" y="91574"/>
                          <a:pt x="21305" y="92089"/>
                          <a:pt x="24939" y="92089"/>
                        </a:cubicBezTo>
                        <a:cubicBezTo>
                          <a:pt x="34520" y="92089"/>
                          <a:pt x="42158" y="89690"/>
                          <a:pt x="47853" y="84891"/>
                        </a:cubicBezTo>
                        <a:cubicBezTo>
                          <a:pt x="53549" y="80106"/>
                          <a:pt x="56397" y="73708"/>
                          <a:pt x="56397" y="65696"/>
                        </a:cubicBezTo>
                        <a:cubicBezTo>
                          <a:pt x="56397" y="61889"/>
                          <a:pt x="55683" y="58280"/>
                          <a:pt x="54256" y="54870"/>
                        </a:cubicBezTo>
                        <a:cubicBezTo>
                          <a:pt x="52842" y="51472"/>
                          <a:pt x="50252" y="47460"/>
                          <a:pt x="46486" y="42833"/>
                        </a:cubicBezTo>
                        <a:cubicBezTo>
                          <a:pt x="45455" y="41630"/>
                          <a:pt x="42171" y="38167"/>
                          <a:pt x="36634" y="32443"/>
                        </a:cubicBezTo>
                        <a:cubicBezTo>
                          <a:pt x="31110" y="26718"/>
                          <a:pt x="23307" y="18714"/>
                          <a:pt x="13224" y="84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85" name="Freeform: Shape 184">
                    <a:extLst>
                      <a:ext uri="{FF2B5EF4-FFF2-40B4-BE49-F238E27FC236}">
                        <a16:creationId xmlns:a16="http://schemas.microsoft.com/office/drawing/2014/main" id="{5784D4B9-E54E-E4DD-81FB-247919B5264D}"/>
                      </a:ext>
                    </a:extLst>
                  </p:cNvPr>
                  <p:cNvSpPr/>
                  <p:nvPr/>
                </p:nvSpPr>
                <p:spPr>
                  <a:xfrm flipV="1">
                    <a:off x="4857370" y="4672504"/>
                    <a:ext cx="63926" cy="95994"/>
                  </a:xfrm>
                  <a:custGeom>
                    <a:avLst/>
                    <a:gdLst>
                      <a:gd name="connsiteX0" fmla="*/ 30054 w 63926"/>
                      <a:gd name="connsiteY0" fmla="*/ 84025 h 95994"/>
                      <a:gd name="connsiteX1" fmla="*/ 15525 w 63926"/>
                      <a:gd name="connsiteY1" fmla="*/ 74507 h 95994"/>
                      <a:gd name="connsiteX2" fmla="*/ 10668 w 63926"/>
                      <a:gd name="connsiteY2" fmla="*/ 45913 h 95994"/>
                      <a:gd name="connsiteX3" fmla="*/ 15525 w 63926"/>
                      <a:gd name="connsiteY3" fmla="*/ 17378 h 95994"/>
                      <a:gd name="connsiteX4" fmla="*/ 30054 w 63926"/>
                      <a:gd name="connsiteY4" fmla="*/ 7860 h 95994"/>
                      <a:gd name="connsiteX5" fmla="*/ 44643 w 63926"/>
                      <a:gd name="connsiteY5" fmla="*/ 17378 h 95994"/>
                      <a:gd name="connsiteX6" fmla="*/ 49520 w 63926"/>
                      <a:gd name="connsiteY6" fmla="*/ 45913 h 95994"/>
                      <a:gd name="connsiteX7" fmla="*/ 44643 w 63926"/>
                      <a:gd name="connsiteY7" fmla="*/ 74507 h 95994"/>
                      <a:gd name="connsiteX8" fmla="*/ 30054 w 63926"/>
                      <a:gd name="connsiteY8" fmla="*/ 84025 h 95994"/>
                      <a:gd name="connsiteX9" fmla="*/ 30054 w 63926"/>
                      <a:gd name="connsiteY9" fmla="*/ 93939 h 95994"/>
                      <a:gd name="connsiteX10" fmla="*/ 53821 w 63926"/>
                      <a:gd name="connsiteY10" fmla="*/ 81625 h 95994"/>
                      <a:gd name="connsiteX11" fmla="*/ 62028 w 63926"/>
                      <a:gd name="connsiteY11" fmla="*/ 45913 h 95994"/>
                      <a:gd name="connsiteX12" fmla="*/ 53821 w 63926"/>
                      <a:gd name="connsiteY12" fmla="*/ 10240 h 95994"/>
                      <a:gd name="connsiteX13" fmla="*/ 30054 w 63926"/>
                      <a:gd name="connsiteY13" fmla="*/ -2055 h 95994"/>
                      <a:gd name="connsiteX14" fmla="*/ 6307 w 63926"/>
                      <a:gd name="connsiteY14" fmla="*/ 10240 h 95994"/>
                      <a:gd name="connsiteX15" fmla="*/ -1899 w 63926"/>
                      <a:gd name="connsiteY15" fmla="*/ 45913 h 95994"/>
                      <a:gd name="connsiteX16" fmla="*/ 6307 w 63926"/>
                      <a:gd name="connsiteY16" fmla="*/ 81625 h 95994"/>
                      <a:gd name="connsiteX17" fmla="*/ 3005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54" y="84025"/>
                        </a:moveTo>
                        <a:cubicBezTo>
                          <a:pt x="23619" y="84025"/>
                          <a:pt x="18775" y="80852"/>
                          <a:pt x="15525" y="74507"/>
                        </a:cubicBezTo>
                        <a:cubicBezTo>
                          <a:pt x="12287" y="68174"/>
                          <a:pt x="10668" y="58643"/>
                          <a:pt x="10668" y="45913"/>
                        </a:cubicBezTo>
                        <a:cubicBezTo>
                          <a:pt x="10668" y="33235"/>
                          <a:pt x="12287" y="23724"/>
                          <a:pt x="15525" y="17378"/>
                        </a:cubicBezTo>
                        <a:cubicBezTo>
                          <a:pt x="18775" y="11033"/>
                          <a:pt x="23619" y="7860"/>
                          <a:pt x="30054" y="7860"/>
                        </a:cubicBezTo>
                        <a:cubicBezTo>
                          <a:pt x="36543" y="7860"/>
                          <a:pt x="41406" y="11033"/>
                          <a:pt x="44643" y="17378"/>
                        </a:cubicBezTo>
                        <a:cubicBezTo>
                          <a:pt x="47894" y="23724"/>
                          <a:pt x="49520" y="33235"/>
                          <a:pt x="49520" y="45913"/>
                        </a:cubicBezTo>
                        <a:cubicBezTo>
                          <a:pt x="49520" y="58643"/>
                          <a:pt x="47894" y="68174"/>
                          <a:pt x="44643" y="74507"/>
                        </a:cubicBezTo>
                        <a:cubicBezTo>
                          <a:pt x="41406" y="80852"/>
                          <a:pt x="36543" y="84025"/>
                          <a:pt x="30054" y="84025"/>
                        </a:cubicBezTo>
                        <a:close/>
                        <a:moveTo>
                          <a:pt x="30054" y="93939"/>
                        </a:moveTo>
                        <a:cubicBezTo>
                          <a:pt x="40428" y="93939"/>
                          <a:pt x="48350" y="89835"/>
                          <a:pt x="53821" y="81625"/>
                        </a:cubicBezTo>
                        <a:cubicBezTo>
                          <a:pt x="59292" y="73429"/>
                          <a:pt x="62028" y="61525"/>
                          <a:pt x="62028" y="45913"/>
                        </a:cubicBezTo>
                        <a:cubicBezTo>
                          <a:pt x="62028" y="30340"/>
                          <a:pt x="59292" y="18449"/>
                          <a:pt x="53821" y="10240"/>
                        </a:cubicBezTo>
                        <a:cubicBezTo>
                          <a:pt x="48350" y="2043"/>
                          <a:pt x="40428" y="-2055"/>
                          <a:pt x="30054" y="-2055"/>
                        </a:cubicBezTo>
                        <a:cubicBezTo>
                          <a:pt x="19694" y="-2055"/>
                          <a:pt x="11778" y="2043"/>
                          <a:pt x="6307" y="10240"/>
                        </a:cubicBezTo>
                        <a:cubicBezTo>
                          <a:pt x="836" y="18449"/>
                          <a:pt x="-1899" y="30340"/>
                          <a:pt x="-1899" y="45913"/>
                        </a:cubicBezTo>
                        <a:cubicBezTo>
                          <a:pt x="-1899" y="61525"/>
                          <a:pt x="836" y="73429"/>
                          <a:pt x="6307" y="81625"/>
                        </a:cubicBezTo>
                        <a:cubicBezTo>
                          <a:pt x="11778" y="89835"/>
                          <a:pt x="19694" y="93939"/>
                          <a:pt x="3005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86" name="Graphic 164">
                <a:extLst>
                  <a:ext uri="{FF2B5EF4-FFF2-40B4-BE49-F238E27FC236}">
                    <a16:creationId xmlns:a16="http://schemas.microsoft.com/office/drawing/2014/main" id="{E97C5D80-9AA4-69C6-E10A-C0F08B31DE89}"/>
                  </a:ext>
                </a:extLst>
              </p:cNvPr>
              <p:cNvGrpSpPr/>
              <p:nvPr/>
            </p:nvGrpSpPr>
            <p:grpSpPr>
              <a:xfrm>
                <a:off x="5603471" y="4581427"/>
                <a:ext cx="223926" cy="187070"/>
                <a:chOff x="5603471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187" name="Freeform: Shape 186">
                  <a:extLst>
                    <a:ext uri="{FF2B5EF4-FFF2-40B4-BE49-F238E27FC236}">
                      <a16:creationId xmlns:a16="http://schemas.microsoft.com/office/drawing/2014/main" id="{B215BD4D-414D-201A-63F8-7B07B65FCF1E}"/>
                    </a:ext>
                  </a:extLst>
                </p:cNvPr>
                <p:cNvSpPr/>
                <p:nvPr/>
              </p:nvSpPr>
              <p:spPr>
                <a:xfrm>
                  <a:off x="5714753" y="4581427"/>
                  <a:ext cx="12686" cy="44417"/>
                </a:xfrm>
                <a:custGeom>
                  <a:avLst/>
                  <a:gdLst>
                    <a:gd name="connsiteX0" fmla="*/ 200 w 12686"/>
                    <a:gd name="connsiteY0" fmla="*/ 264 h 44417"/>
                    <a:gd name="connsiteX1" fmla="*/ 200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00" y="264"/>
                      </a:moveTo>
                      <a:lnTo>
                        <a:pt x="200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88" name="Graphic 164">
                  <a:extLst>
                    <a:ext uri="{FF2B5EF4-FFF2-40B4-BE49-F238E27FC236}">
                      <a16:creationId xmlns:a16="http://schemas.microsoft.com/office/drawing/2014/main" id="{EE853137-B0DD-EB3D-5D36-9E37AA1A0030}"/>
                    </a:ext>
                  </a:extLst>
                </p:cNvPr>
                <p:cNvGrpSpPr/>
                <p:nvPr/>
              </p:nvGrpSpPr>
              <p:grpSpPr>
                <a:xfrm>
                  <a:off x="5603471" y="4672504"/>
                  <a:ext cx="223926" cy="95994"/>
                  <a:chOff x="5603471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89" name="Freeform: Shape 188">
                    <a:extLst>
                      <a:ext uri="{FF2B5EF4-FFF2-40B4-BE49-F238E27FC236}">
                        <a16:creationId xmlns:a16="http://schemas.microsoft.com/office/drawing/2014/main" id="{C62F741A-77C1-091A-1797-4113F733B26E}"/>
                      </a:ext>
                    </a:extLst>
                  </p:cNvPr>
                  <p:cNvSpPr/>
                  <p:nvPr/>
                </p:nvSpPr>
                <p:spPr>
                  <a:xfrm flipV="1">
                    <a:off x="5603471" y="4674169"/>
                    <a:ext cx="59843" cy="94328"/>
                  </a:xfrm>
                  <a:custGeom>
                    <a:avLst/>
                    <a:gdLst>
                      <a:gd name="connsiteX0" fmla="*/ 2096 w 59843"/>
                      <a:gd name="connsiteY0" fmla="*/ 92316 h 94328"/>
                      <a:gd name="connsiteX1" fmla="*/ 51215 w 59843"/>
                      <a:gd name="connsiteY1" fmla="*/ 92316 h 94328"/>
                      <a:gd name="connsiteX2" fmla="*/ 51215 w 59843"/>
                      <a:gd name="connsiteY2" fmla="*/ 81767 h 94328"/>
                      <a:gd name="connsiteX3" fmla="*/ 13553 w 59843"/>
                      <a:gd name="connsiteY3" fmla="*/ 81767 h 94328"/>
                      <a:gd name="connsiteX4" fmla="*/ 13553 w 59843"/>
                      <a:gd name="connsiteY4" fmla="*/ 59102 h 94328"/>
                      <a:gd name="connsiteX5" fmla="*/ 18984 w 59843"/>
                      <a:gd name="connsiteY5" fmla="*/ 60490 h 94328"/>
                      <a:gd name="connsiteX6" fmla="*/ 24455 w 59843"/>
                      <a:gd name="connsiteY6" fmla="*/ 60946 h 94328"/>
                      <a:gd name="connsiteX7" fmla="*/ 48975 w 59843"/>
                      <a:gd name="connsiteY7" fmla="*/ 52459 h 94328"/>
                      <a:gd name="connsiteX8" fmla="*/ 58034 w 59843"/>
                      <a:gd name="connsiteY8" fmla="*/ 29476 h 94328"/>
                      <a:gd name="connsiteX9" fmla="*/ 48737 w 59843"/>
                      <a:gd name="connsiteY9" fmla="*/ 6256 h 94328"/>
                      <a:gd name="connsiteX10" fmla="*/ 22532 w 59843"/>
                      <a:gd name="connsiteY10" fmla="*/ -2013 h 94328"/>
                      <a:gd name="connsiteX11" fmla="*/ 10659 w 59843"/>
                      <a:gd name="connsiteY11" fmla="*/ -1021 h 94328"/>
                      <a:gd name="connsiteX12" fmla="*/ -1809 w 59843"/>
                      <a:gd name="connsiteY12" fmla="*/ 1953 h 94328"/>
                      <a:gd name="connsiteX13" fmla="*/ -1809 w 59843"/>
                      <a:gd name="connsiteY13" fmla="*/ 14545 h 94328"/>
                      <a:gd name="connsiteX14" fmla="*/ 9707 w 59843"/>
                      <a:gd name="connsiteY14" fmla="*/ 10024 h 94328"/>
                      <a:gd name="connsiteX15" fmla="*/ 22275 w 59843"/>
                      <a:gd name="connsiteY15" fmla="*/ 8537 h 94328"/>
                      <a:gd name="connsiteX16" fmla="*/ 39242 w 59843"/>
                      <a:gd name="connsiteY16" fmla="*/ 14168 h 94328"/>
                      <a:gd name="connsiteX17" fmla="*/ 45506 w 59843"/>
                      <a:gd name="connsiteY17" fmla="*/ 29476 h 94328"/>
                      <a:gd name="connsiteX18" fmla="*/ 39242 w 59843"/>
                      <a:gd name="connsiteY18" fmla="*/ 44765 h 94328"/>
                      <a:gd name="connsiteX19" fmla="*/ 22275 w 59843"/>
                      <a:gd name="connsiteY19" fmla="*/ 50416 h 94328"/>
                      <a:gd name="connsiteX20" fmla="*/ 12264 w 59843"/>
                      <a:gd name="connsiteY20" fmla="*/ 49306 h 94328"/>
                      <a:gd name="connsiteX21" fmla="*/ 2096 w 59843"/>
                      <a:gd name="connsiteY21" fmla="*/ 45836 h 94328"/>
                      <a:gd name="connsiteX22" fmla="*/ 2096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96" y="92316"/>
                        </a:moveTo>
                        <a:lnTo>
                          <a:pt x="51215" y="92316"/>
                        </a:lnTo>
                        <a:lnTo>
                          <a:pt x="51215" y="81767"/>
                        </a:lnTo>
                        <a:lnTo>
                          <a:pt x="13553" y="81767"/>
                        </a:lnTo>
                        <a:lnTo>
                          <a:pt x="13553" y="59102"/>
                        </a:lnTo>
                        <a:cubicBezTo>
                          <a:pt x="15363" y="59723"/>
                          <a:pt x="17174" y="60186"/>
                          <a:pt x="18984" y="60490"/>
                        </a:cubicBezTo>
                        <a:cubicBezTo>
                          <a:pt x="20808" y="60794"/>
                          <a:pt x="22631" y="60946"/>
                          <a:pt x="24455" y="60946"/>
                        </a:cubicBezTo>
                        <a:cubicBezTo>
                          <a:pt x="34776" y="60946"/>
                          <a:pt x="42949" y="58117"/>
                          <a:pt x="48975" y="52459"/>
                        </a:cubicBezTo>
                        <a:cubicBezTo>
                          <a:pt x="55014" y="46801"/>
                          <a:pt x="58034" y="39140"/>
                          <a:pt x="58034" y="29476"/>
                        </a:cubicBezTo>
                        <a:cubicBezTo>
                          <a:pt x="58034" y="19522"/>
                          <a:pt x="54935" y="11782"/>
                          <a:pt x="48737" y="6256"/>
                        </a:cubicBezTo>
                        <a:cubicBezTo>
                          <a:pt x="42539" y="744"/>
                          <a:pt x="33804" y="-2013"/>
                          <a:pt x="22532" y="-2013"/>
                        </a:cubicBezTo>
                        <a:cubicBezTo>
                          <a:pt x="18647" y="-2013"/>
                          <a:pt x="14689" y="-1682"/>
                          <a:pt x="10659" y="-1021"/>
                        </a:cubicBezTo>
                        <a:cubicBezTo>
                          <a:pt x="6641" y="-360"/>
                          <a:pt x="2485" y="631"/>
                          <a:pt x="-1809" y="1953"/>
                        </a:cubicBezTo>
                        <a:lnTo>
                          <a:pt x="-1809" y="14545"/>
                        </a:lnTo>
                        <a:cubicBezTo>
                          <a:pt x="1904" y="12522"/>
                          <a:pt x="5743" y="11015"/>
                          <a:pt x="9707" y="10024"/>
                        </a:cubicBezTo>
                        <a:cubicBezTo>
                          <a:pt x="13672" y="9032"/>
                          <a:pt x="17861" y="8537"/>
                          <a:pt x="22275" y="8537"/>
                        </a:cubicBezTo>
                        <a:cubicBezTo>
                          <a:pt x="29424" y="8537"/>
                          <a:pt x="35080" y="10414"/>
                          <a:pt x="39242" y="14168"/>
                        </a:cubicBezTo>
                        <a:cubicBezTo>
                          <a:pt x="43418" y="17923"/>
                          <a:pt x="45506" y="23025"/>
                          <a:pt x="45506" y="29476"/>
                        </a:cubicBezTo>
                        <a:cubicBezTo>
                          <a:pt x="45506" y="35914"/>
                          <a:pt x="43418" y="41011"/>
                          <a:pt x="39242" y="44765"/>
                        </a:cubicBezTo>
                        <a:cubicBezTo>
                          <a:pt x="35080" y="48533"/>
                          <a:pt x="29424" y="50416"/>
                          <a:pt x="22275" y="50416"/>
                        </a:cubicBezTo>
                        <a:cubicBezTo>
                          <a:pt x="18931" y="50416"/>
                          <a:pt x="15594" y="50046"/>
                          <a:pt x="12264" y="49306"/>
                        </a:cubicBezTo>
                        <a:cubicBezTo>
                          <a:pt x="8947" y="48566"/>
                          <a:pt x="5558" y="47409"/>
                          <a:pt x="2096" y="45836"/>
                        </a:cubicBezTo>
                        <a:lnTo>
                          <a:pt x="2096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0" name="Freeform: Shape 189">
                    <a:extLst>
                      <a:ext uri="{FF2B5EF4-FFF2-40B4-BE49-F238E27FC236}">
                        <a16:creationId xmlns:a16="http://schemas.microsoft.com/office/drawing/2014/main" id="{85C292C5-727C-C8C9-B5FB-4C7500CD0FE5}"/>
                      </a:ext>
                    </a:extLst>
                  </p:cNvPr>
                  <p:cNvSpPr/>
                  <p:nvPr/>
                </p:nvSpPr>
                <p:spPr>
                  <a:xfrm flipV="1">
                    <a:off x="5680597" y="4674169"/>
                    <a:ext cx="67395" cy="92524"/>
                  </a:xfrm>
                  <a:custGeom>
                    <a:avLst/>
                    <a:gdLst>
                      <a:gd name="connsiteX0" fmla="*/ 39933 w 67395"/>
                      <a:gd name="connsiteY0" fmla="*/ 79560 h 92524"/>
                      <a:gd name="connsiteX1" fmla="*/ 8336 w 67395"/>
                      <a:gd name="connsiteY1" fmla="*/ 30165 h 92524"/>
                      <a:gd name="connsiteX2" fmla="*/ 39933 w 67395"/>
                      <a:gd name="connsiteY2" fmla="*/ 30165 h 92524"/>
                      <a:gd name="connsiteX3" fmla="*/ 39933 w 67395"/>
                      <a:gd name="connsiteY3" fmla="*/ 79560 h 92524"/>
                      <a:gd name="connsiteX4" fmla="*/ 36643 w 67395"/>
                      <a:gd name="connsiteY4" fmla="*/ 90466 h 92524"/>
                      <a:gd name="connsiteX5" fmla="*/ 52381 w 67395"/>
                      <a:gd name="connsiteY5" fmla="*/ 90466 h 92524"/>
                      <a:gd name="connsiteX6" fmla="*/ 52381 w 67395"/>
                      <a:gd name="connsiteY6" fmla="*/ 30165 h 92524"/>
                      <a:gd name="connsiteX7" fmla="*/ 65583 w 67395"/>
                      <a:gd name="connsiteY7" fmla="*/ 30165 h 92524"/>
                      <a:gd name="connsiteX8" fmla="*/ 65583 w 67395"/>
                      <a:gd name="connsiteY8" fmla="*/ 19754 h 92524"/>
                      <a:gd name="connsiteX9" fmla="*/ 52381 w 67395"/>
                      <a:gd name="connsiteY9" fmla="*/ 19754 h 92524"/>
                      <a:gd name="connsiteX10" fmla="*/ 52381 w 67395"/>
                      <a:gd name="connsiteY10" fmla="*/ -2058 h 92524"/>
                      <a:gd name="connsiteX11" fmla="*/ 39933 w 67395"/>
                      <a:gd name="connsiteY11" fmla="*/ -2058 h 92524"/>
                      <a:gd name="connsiteX12" fmla="*/ 39933 w 67395"/>
                      <a:gd name="connsiteY12" fmla="*/ 19754 h 92524"/>
                      <a:gd name="connsiteX13" fmla="*/ -1813 w 67395"/>
                      <a:gd name="connsiteY13" fmla="*/ 19754 h 92524"/>
                      <a:gd name="connsiteX14" fmla="*/ -1813 w 67395"/>
                      <a:gd name="connsiteY14" fmla="*/ 31830 h 92524"/>
                      <a:gd name="connsiteX15" fmla="*/ 36643 w 67395"/>
                      <a:gd name="connsiteY15" fmla="*/ 9046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933" y="79560"/>
                        </a:moveTo>
                        <a:lnTo>
                          <a:pt x="8336" y="30165"/>
                        </a:lnTo>
                        <a:lnTo>
                          <a:pt x="39933" y="30165"/>
                        </a:lnTo>
                        <a:lnTo>
                          <a:pt x="39933" y="79560"/>
                        </a:lnTo>
                        <a:close/>
                        <a:moveTo>
                          <a:pt x="36643" y="90466"/>
                        </a:moveTo>
                        <a:lnTo>
                          <a:pt x="52381" y="90466"/>
                        </a:lnTo>
                        <a:lnTo>
                          <a:pt x="52381" y="30165"/>
                        </a:lnTo>
                        <a:lnTo>
                          <a:pt x="65583" y="30165"/>
                        </a:lnTo>
                        <a:lnTo>
                          <a:pt x="65583" y="19754"/>
                        </a:lnTo>
                        <a:lnTo>
                          <a:pt x="52381" y="19754"/>
                        </a:lnTo>
                        <a:lnTo>
                          <a:pt x="52381" y="-2058"/>
                        </a:lnTo>
                        <a:lnTo>
                          <a:pt x="39933" y="-2058"/>
                        </a:lnTo>
                        <a:lnTo>
                          <a:pt x="39933" y="19754"/>
                        </a:lnTo>
                        <a:lnTo>
                          <a:pt x="-1813" y="19754"/>
                        </a:lnTo>
                        <a:lnTo>
                          <a:pt x="-1813" y="31830"/>
                        </a:lnTo>
                        <a:lnTo>
                          <a:pt x="36643" y="904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1" name="Freeform: Shape 190">
                    <a:extLst>
                      <a:ext uri="{FF2B5EF4-FFF2-40B4-BE49-F238E27FC236}">
                        <a16:creationId xmlns:a16="http://schemas.microsoft.com/office/drawing/2014/main" id="{D9C6BB40-F7E4-CEEC-EAC1-50607DF4B253}"/>
                      </a:ext>
                    </a:extLst>
                  </p:cNvPr>
                  <p:cNvSpPr/>
                  <p:nvPr/>
                </p:nvSpPr>
                <p:spPr>
                  <a:xfrm flipV="1">
                    <a:off x="5763471" y="4672504"/>
                    <a:ext cx="63926" cy="95994"/>
                  </a:xfrm>
                  <a:custGeom>
                    <a:avLst/>
                    <a:gdLst>
                      <a:gd name="connsiteX0" fmla="*/ 30126 w 63926"/>
                      <a:gd name="connsiteY0" fmla="*/ 84025 h 95994"/>
                      <a:gd name="connsiteX1" fmla="*/ 15596 w 63926"/>
                      <a:gd name="connsiteY1" fmla="*/ 74507 h 95994"/>
                      <a:gd name="connsiteX2" fmla="*/ 10740 w 63926"/>
                      <a:gd name="connsiteY2" fmla="*/ 45913 h 95994"/>
                      <a:gd name="connsiteX3" fmla="*/ 15596 w 63926"/>
                      <a:gd name="connsiteY3" fmla="*/ 17378 h 95994"/>
                      <a:gd name="connsiteX4" fmla="*/ 30126 w 63926"/>
                      <a:gd name="connsiteY4" fmla="*/ 7860 h 95994"/>
                      <a:gd name="connsiteX5" fmla="*/ 44715 w 63926"/>
                      <a:gd name="connsiteY5" fmla="*/ 17378 h 95994"/>
                      <a:gd name="connsiteX6" fmla="*/ 49591 w 63926"/>
                      <a:gd name="connsiteY6" fmla="*/ 45913 h 95994"/>
                      <a:gd name="connsiteX7" fmla="*/ 44715 w 63926"/>
                      <a:gd name="connsiteY7" fmla="*/ 74507 h 95994"/>
                      <a:gd name="connsiteX8" fmla="*/ 30126 w 63926"/>
                      <a:gd name="connsiteY8" fmla="*/ 84025 h 95994"/>
                      <a:gd name="connsiteX9" fmla="*/ 30126 w 63926"/>
                      <a:gd name="connsiteY9" fmla="*/ 93939 h 95994"/>
                      <a:gd name="connsiteX10" fmla="*/ 53893 w 63926"/>
                      <a:gd name="connsiteY10" fmla="*/ 81625 h 95994"/>
                      <a:gd name="connsiteX11" fmla="*/ 62099 w 63926"/>
                      <a:gd name="connsiteY11" fmla="*/ 45913 h 95994"/>
                      <a:gd name="connsiteX12" fmla="*/ 53893 w 63926"/>
                      <a:gd name="connsiteY12" fmla="*/ 10240 h 95994"/>
                      <a:gd name="connsiteX13" fmla="*/ 30126 w 63926"/>
                      <a:gd name="connsiteY13" fmla="*/ -2055 h 95994"/>
                      <a:gd name="connsiteX14" fmla="*/ 6379 w 63926"/>
                      <a:gd name="connsiteY14" fmla="*/ 10240 h 95994"/>
                      <a:gd name="connsiteX15" fmla="*/ -1828 w 63926"/>
                      <a:gd name="connsiteY15" fmla="*/ 45913 h 95994"/>
                      <a:gd name="connsiteX16" fmla="*/ 6379 w 63926"/>
                      <a:gd name="connsiteY16" fmla="*/ 81625 h 95994"/>
                      <a:gd name="connsiteX17" fmla="*/ 30126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26" y="84025"/>
                        </a:moveTo>
                        <a:cubicBezTo>
                          <a:pt x="23690" y="84025"/>
                          <a:pt x="18847" y="80852"/>
                          <a:pt x="15596" y="74507"/>
                        </a:cubicBezTo>
                        <a:cubicBezTo>
                          <a:pt x="12358" y="68174"/>
                          <a:pt x="10740" y="58643"/>
                          <a:pt x="10740" y="45913"/>
                        </a:cubicBezTo>
                        <a:cubicBezTo>
                          <a:pt x="10740" y="33235"/>
                          <a:pt x="12358" y="23724"/>
                          <a:pt x="15596" y="17378"/>
                        </a:cubicBezTo>
                        <a:cubicBezTo>
                          <a:pt x="18847" y="11033"/>
                          <a:pt x="23690" y="7860"/>
                          <a:pt x="30126" y="7860"/>
                        </a:cubicBezTo>
                        <a:cubicBezTo>
                          <a:pt x="36614" y="7860"/>
                          <a:pt x="41477" y="11033"/>
                          <a:pt x="44715" y="17378"/>
                        </a:cubicBezTo>
                        <a:cubicBezTo>
                          <a:pt x="47966" y="23724"/>
                          <a:pt x="49591" y="33235"/>
                          <a:pt x="49591" y="45913"/>
                        </a:cubicBezTo>
                        <a:cubicBezTo>
                          <a:pt x="49591" y="58643"/>
                          <a:pt x="47966" y="68174"/>
                          <a:pt x="44715" y="74507"/>
                        </a:cubicBezTo>
                        <a:cubicBezTo>
                          <a:pt x="41477" y="80852"/>
                          <a:pt x="36614" y="84025"/>
                          <a:pt x="30126" y="84025"/>
                        </a:cubicBezTo>
                        <a:close/>
                        <a:moveTo>
                          <a:pt x="30126" y="93939"/>
                        </a:moveTo>
                        <a:cubicBezTo>
                          <a:pt x="40499" y="93939"/>
                          <a:pt x="48422" y="89835"/>
                          <a:pt x="53893" y="81625"/>
                        </a:cubicBezTo>
                        <a:cubicBezTo>
                          <a:pt x="59364" y="73429"/>
                          <a:pt x="62099" y="61525"/>
                          <a:pt x="62099" y="45913"/>
                        </a:cubicBezTo>
                        <a:cubicBezTo>
                          <a:pt x="62099" y="30340"/>
                          <a:pt x="59364" y="18449"/>
                          <a:pt x="53893" y="10240"/>
                        </a:cubicBezTo>
                        <a:cubicBezTo>
                          <a:pt x="48422" y="2043"/>
                          <a:pt x="40499" y="-2055"/>
                          <a:pt x="30126" y="-2055"/>
                        </a:cubicBezTo>
                        <a:cubicBezTo>
                          <a:pt x="19765" y="-2055"/>
                          <a:pt x="11850" y="2043"/>
                          <a:pt x="6379" y="10240"/>
                        </a:cubicBezTo>
                        <a:cubicBezTo>
                          <a:pt x="908" y="18449"/>
                          <a:pt x="-1828" y="30340"/>
                          <a:pt x="-1828" y="45913"/>
                        </a:cubicBezTo>
                        <a:cubicBezTo>
                          <a:pt x="-1828" y="61525"/>
                          <a:pt x="908" y="73429"/>
                          <a:pt x="6379" y="81625"/>
                        </a:cubicBezTo>
                        <a:cubicBezTo>
                          <a:pt x="11850" y="89835"/>
                          <a:pt x="19765" y="93939"/>
                          <a:pt x="30126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92" name="Graphic 164">
                <a:extLst>
                  <a:ext uri="{FF2B5EF4-FFF2-40B4-BE49-F238E27FC236}">
                    <a16:creationId xmlns:a16="http://schemas.microsoft.com/office/drawing/2014/main" id="{80802786-B109-489A-6889-9B13DEA834BC}"/>
                  </a:ext>
                </a:extLst>
              </p:cNvPr>
              <p:cNvGrpSpPr/>
              <p:nvPr/>
            </p:nvGrpSpPr>
            <p:grpSpPr>
              <a:xfrm>
                <a:off x="6509572" y="4581427"/>
                <a:ext cx="223926" cy="187070"/>
                <a:chOff x="6509572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193" name="Freeform: Shape 192">
                  <a:extLst>
                    <a:ext uri="{FF2B5EF4-FFF2-40B4-BE49-F238E27FC236}">
                      <a16:creationId xmlns:a16="http://schemas.microsoft.com/office/drawing/2014/main" id="{470B633F-C3EC-A3DE-A7C7-6A52EAE7D9FF}"/>
                    </a:ext>
                  </a:extLst>
                </p:cNvPr>
                <p:cNvSpPr/>
                <p:nvPr/>
              </p:nvSpPr>
              <p:spPr>
                <a:xfrm>
                  <a:off x="6620854" y="4581427"/>
                  <a:ext cx="12686" cy="44417"/>
                </a:xfrm>
                <a:custGeom>
                  <a:avLst/>
                  <a:gdLst>
                    <a:gd name="connsiteX0" fmla="*/ 272 w 12686"/>
                    <a:gd name="connsiteY0" fmla="*/ 264 h 44417"/>
                    <a:gd name="connsiteX1" fmla="*/ 272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72" y="264"/>
                      </a:moveTo>
                      <a:lnTo>
                        <a:pt x="272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94" name="Graphic 164">
                  <a:extLst>
                    <a:ext uri="{FF2B5EF4-FFF2-40B4-BE49-F238E27FC236}">
                      <a16:creationId xmlns:a16="http://schemas.microsoft.com/office/drawing/2014/main" id="{2A030EBD-421F-3551-4446-FD8BAEA18EB1}"/>
                    </a:ext>
                  </a:extLst>
                </p:cNvPr>
                <p:cNvGrpSpPr/>
                <p:nvPr/>
              </p:nvGrpSpPr>
              <p:grpSpPr>
                <a:xfrm>
                  <a:off x="6509572" y="4672504"/>
                  <a:ext cx="223926" cy="95994"/>
                  <a:chOff x="6509572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95" name="Freeform: Shape 194">
                    <a:extLst>
                      <a:ext uri="{FF2B5EF4-FFF2-40B4-BE49-F238E27FC236}">
                        <a16:creationId xmlns:a16="http://schemas.microsoft.com/office/drawing/2014/main" id="{78295BD9-7767-7BC4-A85E-07C04E8B26AB}"/>
                      </a:ext>
                    </a:extLst>
                  </p:cNvPr>
                  <p:cNvSpPr/>
                  <p:nvPr/>
                </p:nvSpPr>
                <p:spPr>
                  <a:xfrm flipV="1">
                    <a:off x="6509572" y="4674169"/>
                    <a:ext cx="59843" cy="94328"/>
                  </a:xfrm>
                  <a:custGeom>
                    <a:avLst/>
                    <a:gdLst>
                      <a:gd name="connsiteX0" fmla="*/ 2167 w 59843"/>
                      <a:gd name="connsiteY0" fmla="*/ 92316 h 94328"/>
                      <a:gd name="connsiteX1" fmla="*/ 51286 w 59843"/>
                      <a:gd name="connsiteY1" fmla="*/ 92316 h 94328"/>
                      <a:gd name="connsiteX2" fmla="*/ 51286 w 59843"/>
                      <a:gd name="connsiteY2" fmla="*/ 81767 h 94328"/>
                      <a:gd name="connsiteX3" fmla="*/ 13624 w 59843"/>
                      <a:gd name="connsiteY3" fmla="*/ 81767 h 94328"/>
                      <a:gd name="connsiteX4" fmla="*/ 13624 w 59843"/>
                      <a:gd name="connsiteY4" fmla="*/ 59102 h 94328"/>
                      <a:gd name="connsiteX5" fmla="*/ 19055 w 59843"/>
                      <a:gd name="connsiteY5" fmla="*/ 60490 h 94328"/>
                      <a:gd name="connsiteX6" fmla="*/ 24526 w 59843"/>
                      <a:gd name="connsiteY6" fmla="*/ 60946 h 94328"/>
                      <a:gd name="connsiteX7" fmla="*/ 49047 w 59843"/>
                      <a:gd name="connsiteY7" fmla="*/ 52459 h 94328"/>
                      <a:gd name="connsiteX8" fmla="*/ 58105 w 59843"/>
                      <a:gd name="connsiteY8" fmla="*/ 29476 h 94328"/>
                      <a:gd name="connsiteX9" fmla="*/ 48809 w 59843"/>
                      <a:gd name="connsiteY9" fmla="*/ 6256 h 94328"/>
                      <a:gd name="connsiteX10" fmla="*/ 22604 w 59843"/>
                      <a:gd name="connsiteY10" fmla="*/ -2013 h 94328"/>
                      <a:gd name="connsiteX11" fmla="*/ 10730 w 59843"/>
                      <a:gd name="connsiteY11" fmla="*/ -1021 h 94328"/>
                      <a:gd name="connsiteX12" fmla="*/ -1738 w 59843"/>
                      <a:gd name="connsiteY12" fmla="*/ 1953 h 94328"/>
                      <a:gd name="connsiteX13" fmla="*/ -1738 w 59843"/>
                      <a:gd name="connsiteY13" fmla="*/ 14545 h 94328"/>
                      <a:gd name="connsiteX14" fmla="*/ 9779 w 59843"/>
                      <a:gd name="connsiteY14" fmla="*/ 10024 h 94328"/>
                      <a:gd name="connsiteX15" fmla="*/ 22346 w 59843"/>
                      <a:gd name="connsiteY15" fmla="*/ 8537 h 94328"/>
                      <a:gd name="connsiteX16" fmla="*/ 39314 w 59843"/>
                      <a:gd name="connsiteY16" fmla="*/ 14168 h 94328"/>
                      <a:gd name="connsiteX17" fmla="*/ 45578 w 59843"/>
                      <a:gd name="connsiteY17" fmla="*/ 29476 h 94328"/>
                      <a:gd name="connsiteX18" fmla="*/ 39314 w 59843"/>
                      <a:gd name="connsiteY18" fmla="*/ 44765 h 94328"/>
                      <a:gd name="connsiteX19" fmla="*/ 22346 w 59843"/>
                      <a:gd name="connsiteY19" fmla="*/ 50416 h 94328"/>
                      <a:gd name="connsiteX20" fmla="*/ 12336 w 59843"/>
                      <a:gd name="connsiteY20" fmla="*/ 49306 h 94328"/>
                      <a:gd name="connsiteX21" fmla="*/ 2167 w 59843"/>
                      <a:gd name="connsiteY21" fmla="*/ 45836 h 94328"/>
                      <a:gd name="connsiteX22" fmla="*/ 2167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67" y="92316"/>
                        </a:moveTo>
                        <a:lnTo>
                          <a:pt x="51286" y="92316"/>
                        </a:lnTo>
                        <a:lnTo>
                          <a:pt x="51286" y="81767"/>
                        </a:lnTo>
                        <a:lnTo>
                          <a:pt x="13624" y="81767"/>
                        </a:lnTo>
                        <a:lnTo>
                          <a:pt x="13624" y="59102"/>
                        </a:lnTo>
                        <a:cubicBezTo>
                          <a:pt x="15435" y="59723"/>
                          <a:pt x="17245" y="60186"/>
                          <a:pt x="19055" y="60490"/>
                        </a:cubicBezTo>
                        <a:cubicBezTo>
                          <a:pt x="20879" y="60794"/>
                          <a:pt x="22703" y="60946"/>
                          <a:pt x="24526" y="60946"/>
                        </a:cubicBezTo>
                        <a:cubicBezTo>
                          <a:pt x="34847" y="60946"/>
                          <a:pt x="43021" y="58117"/>
                          <a:pt x="49047" y="52459"/>
                        </a:cubicBezTo>
                        <a:cubicBezTo>
                          <a:pt x="55086" y="46801"/>
                          <a:pt x="58105" y="39140"/>
                          <a:pt x="58105" y="29476"/>
                        </a:cubicBezTo>
                        <a:cubicBezTo>
                          <a:pt x="58105" y="19522"/>
                          <a:pt x="55006" y="11782"/>
                          <a:pt x="48809" y="6256"/>
                        </a:cubicBezTo>
                        <a:cubicBezTo>
                          <a:pt x="42611" y="744"/>
                          <a:pt x="33876" y="-2013"/>
                          <a:pt x="22604" y="-2013"/>
                        </a:cubicBezTo>
                        <a:cubicBezTo>
                          <a:pt x="18718" y="-2013"/>
                          <a:pt x="14761" y="-1682"/>
                          <a:pt x="10730" y="-1021"/>
                        </a:cubicBezTo>
                        <a:cubicBezTo>
                          <a:pt x="6713" y="-360"/>
                          <a:pt x="2557" y="631"/>
                          <a:pt x="-1738" y="1953"/>
                        </a:cubicBezTo>
                        <a:lnTo>
                          <a:pt x="-1738" y="14545"/>
                        </a:lnTo>
                        <a:cubicBezTo>
                          <a:pt x="1975" y="12522"/>
                          <a:pt x="5814" y="11015"/>
                          <a:pt x="9779" y="10024"/>
                        </a:cubicBezTo>
                        <a:cubicBezTo>
                          <a:pt x="13743" y="9032"/>
                          <a:pt x="17932" y="8537"/>
                          <a:pt x="22346" y="8537"/>
                        </a:cubicBezTo>
                        <a:cubicBezTo>
                          <a:pt x="29495" y="8537"/>
                          <a:pt x="35151" y="10414"/>
                          <a:pt x="39314" y="14168"/>
                        </a:cubicBezTo>
                        <a:cubicBezTo>
                          <a:pt x="43490" y="17923"/>
                          <a:pt x="45578" y="23025"/>
                          <a:pt x="45578" y="29476"/>
                        </a:cubicBezTo>
                        <a:cubicBezTo>
                          <a:pt x="45578" y="35914"/>
                          <a:pt x="43490" y="41011"/>
                          <a:pt x="39314" y="44765"/>
                        </a:cubicBezTo>
                        <a:cubicBezTo>
                          <a:pt x="35151" y="48533"/>
                          <a:pt x="29495" y="50416"/>
                          <a:pt x="22346" y="50416"/>
                        </a:cubicBezTo>
                        <a:cubicBezTo>
                          <a:pt x="19003" y="50416"/>
                          <a:pt x="15666" y="50046"/>
                          <a:pt x="12336" y="49306"/>
                        </a:cubicBezTo>
                        <a:cubicBezTo>
                          <a:pt x="9019" y="48566"/>
                          <a:pt x="5629" y="47409"/>
                          <a:pt x="2167" y="45836"/>
                        </a:cubicBezTo>
                        <a:lnTo>
                          <a:pt x="2167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6" name="Freeform: Shape 195">
                    <a:extLst>
                      <a:ext uri="{FF2B5EF4-FFF2-40B4-BE49-F238E27FC236}">
                        <a16:creationId xmlns:a16="http://schemas.microsoft.com/office/drawing/2014/main" id="{610C9E9B-6792-BFFB-5637-3E72C7A6A3E8}"/>
                      </a:ext>
                    </a:extLst>
                  </p:cNvPr>
                  <p:cNvSpPr/>
                  <p:nvPr/>
                </p:nvSpPr>
                <p:spPr>
                  <a:xfrm flipV="1">
                    <a:off x="6589354" y="4672504"/>
                    <a:ext cx="63867" cy="95994"/>
                  </a:xfrm>
                  <a:custGeom>
                    <a:avLst/>
                    <a:gdLst>
                      <a:gd name="connsiteX0" fmla="*/ 31238 w 63867"/>
                      <a:gd name="connsiteY0" fmla="*/ 50989 h 95994"/>
                      <a:gd name="connsiteX1" fmla="*/ 17878 w 63867"/>
                      <a:gd name="connsiteY1" fmla="*/ 45219 h 95994"/>
                      <a:gd name="connsiteX2" fmla="*/ 12962 w 63867"/>
                      <a:gd name="connsiteY2" fmla="*/ 29434 h 95994"/>
                      <a:gd name="connsiteX3" fmla="*/ 17878 w 63867"/>
                      <a:gd name="connsiteY3" fmla="*/ 13650 h 95994"/>
                      <a:gd name="connsiteX4" fmla="*/ 31238 w 63867"/>
                      <a:gd name="connsiteY4" fmla="*/ 7860 h 95994"/>
                      <a:gd name="connsiteX5" fmla="*/ 44578 w 63867"/>
                      <a:gd name="connsiteY5" fmla="*/ 13650 h 95994"/>
                      <a:gd name="connsiteX6" fmla="*/ 49494 w 63867"/>
                      <a:gd name="connsiteY6" fmla="*/ 29434 h 95994"/>
                      <a:gd name="connsiteX7" fmla="*/ 44578 w 63867"/>
                      <a:gd name="connsiteY7" fmla="*/ 45219 h 95994"/>
                      <a:gd name="connsiteX8" fmla="*/ 31238 w 63867"/>
                      <a:gd name="connsiteY8" fmla="*/ 50989 h 95994"/>
                      <a:gd name="connsiteX9" fmla="*/ 56075 w 63867"/>
                      <a:gd name="connsiteY9" fmla="*/ 90231 h 95994"/>
                      <a:gd name="connsiteX10" fmla="*/ 56075 w 63867"/>
                      <a:gd name="connsiteY10" fmla="*/ 78829 h 95994"/>
                      <a:gd name="connsiteX11" fmla="*/ 46560 w 63867"/>
                      <a:gd name="connsiteY11" fmla="*/ 82220 h 95994"/>
                      <a:gd name="connsiteX12" fmla="*/ 37046 w 63867"/>
                      <a:gd name="connsiteY12" fmla="*/ 83410 h 95994"/>
                      <a:gd name="connsiteX13" fmla="*/ 18115 w 63867"/>
                      <a:gd name="connsiteY13" fmla="*/ 75042 h 95994"/>
                      <a:gd name="connsiteX14" fmla="*/ 10662 w 63867"/>
                      <a:gd name="connsiteY14" fmla="*/ 49760 h 95994"/>
                      <a:gd name="connsiteX15" fmla="*/ 19820 w 63867"/>
                      <a:gd name="connsiteY15" fmla="*/ 58028 h 95994"/>
                      <a:gd name="connsiteX16" fmla="*/ 31971 w 63867"/>
                      <a:gd name="connsiteY16" fmla="*/ 60904 h 95994"/>
                      <a:gd name="connsiteX17" fmla="*/ 53994 w 63867"/>
                      <a:gd name="connsiteY17" fmla="*/ 52436 h 95994"/>
                      <a:gd name="connsiteX18" fmla="*/ 62081 w 63867"/>
                      <a:gd name="connsiteY18" fmla="*/ 29434 h 95994"/>
                      <a:gd name="connsiteX19" fmla="*/ 53657 w 63867"/>
                      <a:gd name="connsiteY19" fmla="*/ 6551 h 95994"/>
                      <a:gd name="connsiteX20" fmla="*/ 31238 w 63867"/>
                      <a:gd name="connsiteY20" fmla="*/ -2055 h 95994"/>
                      <a:gd name="connsiteX21" fmla="*/ 6698 w 63867"/>
                      <a:gd name="connsiteY21" fmla="*/ 10240 h 95994"/>
                      <a:gd name="connsiteX22" fmla="*/ -1786 w 63867"/>
                      <a:gd name="connsiteY22" fmla="*/ 45913 h 95994"/>
                      <a:gd name="connsiteX23" fmla="*/ 8621 w 63867"/>
                      <a:gd name="connsiteY23" fmla="*/ 80892 h 95994"/>
                      <a:gd name="connsiteX24" fmla="*/ 36550 w 63867"/>
                      <a:gd name="connsiteY24" fmla="*/ 93939 h 95994"/>
                      <a:gd name="connsiteX25" fmla="*/ 46065 w 63867"/>
                      <a:gd name="connsiteY25" fmla="*/ 93007 h 95994"/>
                      <a:gd name="connsiteX26" fmla="*/ 56075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238" y="50989"/>
                        </a:moveTo>
                        <a:cubicBezTo>
                          <a:pt x="25621" y="50989"/>
                          <a:pt x="21168" y="49065"/>
                          <a:pt x="17878" y="45219"/>
                        </a:cubicBezTo>
                        <a:cubicBezTo>
                          <a:pt x="14600" y="41385"/>
                          <a:pt x="12962" y="36123"/>
                          <a:pt x="12962" y="29434"/>
                        </a:cubicBezTo>
                        <a:cubicBezTo>
                          <a:pt x="12962" y="22785"/>
                          <a:pt x="14600" y="17524"/>
                          <a:pt x="17878" y="13650"/>
                        </a:cubicBezTo>
                        <a:cubicBezTo>
                          <a:pt x="21168" y="9790"/>
                          <a:pt x="25621" y="7860"/>
                          <a:pt x="31238" y="7860"/>
                        </a:cubicBezTo>
                        <a:cubicBezTo>
                          <a:pt x="36854" y="7860"/>
                          <a:pt x="41301" y="9790"/>
                          <a:pt x="44578" y="13650"/>
                        </a:cubicBezTo>
                        <a:cubicBezTo>
                          <a:pt x="47855" y="17524"/>
                          <a:pt x="49494" y="22785"/>
                          <a:pt x="49494" y="29434"/>
                        </a:cubicBezTo>
                        <a:cubicBezTo>
                          <a:pt x="49494" y="36123"/>
                          <a:pt x="47855" y="41385"/>
                          <a:pt x="44578" y="45219"/>
                        </a:cubicBezTo>
                        <a:cubicBezTo>
                          <a:pt x="41301" y="49065"/>
                          <a:pt x="36854" y="50989"/>
                          <a:pt x="31238" y="50989"/>
                        </a:cubicBezTo>
                        <a:close/>
                        <a:moveTo>
                          <a:pt x="56075" y="90231"/>
                        </a:moveTo>
                        <a:lnTo>
                          <a:pt x="56075" y="78829"/>
                        </a:lnTo>
                        <a:cubicBezTo>
                          <a:pt x="52930" y="80310"/>
                          <a:pt x="49758" y="81440"/>
                          <a:pt x="46560" y="82220"/>
                        </a:cubicBezTo>
                        <a:cubicBezTo>
                          <a:pt x="43362" y="83013"/>
                          <a:pt x="40191" y="83410"/>
                          <a:pt x="37046" y="83410"/>
                        </a:cubicBezTo>
                        <a:cubicBezTo>
                          <a:pt x="28786" y="83410"/>
                          <a:pt x="22476" y="80621"/>
                          <a:pt x="18115" y="75042"/>
                        </a:cubicBezTo>
                        <a:cubicBezTo>
                          <a:pt x="13768" y="69463"/>
                          <a:pt x="11283" y="61036"/>
                          <a:pt x="10662" y="49760"/>
                        </a:cubicBezTo>
                        <a:cubicBezTo>
                          <a:pt x="13094" y="53355"/>
                          <a:pt x="16146" y="56112"/>
                          <a:pt x="19820" y="58028"/>
                        </a:cubicBezTo>
                        <a:cubicBezTo>
                          <a:pt x="23507" y="59945"/>
                          <a:pt x="27557" y="60904"/>
                          <a:pt x="31971" y="60904"/>
                        </a:cubicBezTo>
                        <a:cubicBezTo>
                          <a:pt x="41261" y="60904"/>
                          <a:pt x="48602" y="58081"/>
                          <a:pt x="53994" y="52436"/>
                        </a:cubicBezTo>
                        <a:cubicBezTo>
                          <a:pt x="59385" y="46805"/>
                          <a:pt x="62081" y="39138"/>
                          <a:pt x="62081" y="29434"/>
                        </a:cubicBezTo>
                        <a:cubicBezTo>
                          <a:pt x="62081" y="19929"/>
                          <a:pt x="59273" y="12302"/>
                          <a:pt x="53657" y="6551"/>
                        </a:cubicBezTo>
                        <a:cubicBezTo>
                          <a:pt x="48040" y="814"/>
                          <a:pt x="40567" y="-2055"/>
                          <a:pt x="31238" y="-2055"/>
                        </a:cubicBezTo>
                        <a:cubicBezTo>
                          <a:pt x="20534" y="-2055"/>
                          <a:pt x="12354" y="2043"/>
                          <a:pt x="6698" y="10240"/>
                        </a:cubicBezTo>
                        <a:cubicBezTo>
                          <a:pt x="1042" y="18449"/>
                          <a:pt x="-1786" y="30340"/>
                          <a:pt x="-1786" y="45913"/>
                        </a:cubicBezTo>
                        <a:cubicBezTo>
                          <a:pt x="-1786" y="60534"/>
                          <a:pt x="1683" y="72193"/>
                          <a:pt x="8621" y="80892"/>
                        </a:cubicBezTo>
                        <a:cubicBezTo>
                          <a:pt x="15558" y="89590"/>
                          <a:pt x="24868" y="93939"/>
                          <a:pt x="36550" y="93939"/>
                        </a:cubicBezTo>
                        <a:cubicBezTo>
                          <a:pt x="39695" y="93939"/>
                          <a:pt x="42867" y="93629"/>
                          <a:pt x="46065" y="93007"/>
                        </a:cubicBezTo>
                        <a:cubicBezTo>
                          <a:pt x="49263" y="92386"/>
                          <a:pt x="52599" y="91461"/>
                          <a:pt x="56075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7" name="Freeform: Shape 196">
                    <a:extLst>
                      <a:ext uri="{FF2B5EF4-FFF2-40B4-BE49-F238E27FC236}">
                        <a16:creationId xmlns:a16="http://schemas.microsoft.com/office/drawing/2014/main" id="{83415464-F049-0B9F-CF45-BE3BA1D35238}"/>
                      </a:ext>
                    </a:extLst>
                  </p:cNvPr>
                  <p:cNvSpPr/>
                  <p:nvPr/>
                </p:nvSpPr>
                <p:spPr>
                  <a:xfrm flipV="1">
                    <a:off x="6669572" y="4672504"/>
                    <a:ext cx="63926" cy="95994"/>
                  </a:xfrm>
                  <a:custGeom>
                    <a:avLst/>
                    <a:gdLst>
                      <a:gd name="connsiteX0" fmla="*/ 30197 w 63926"/>
                      <a:gd name="connsiteY0" fmla="*/ 84025 h 95994"/>
                      <a:gd name="connsiteX1" fmla="*/ 15667 w 63926"/>
                      <a:gd name="connsiteY1" fmla="*/ 74507 h 95994"/>
                      <a:gd name="connsiteX2" fmla="*/ 10811 w 63926"/>
                      <a:gd name="connsiteY2" fmla="*/ 45913 h 95994"/>
                      <a:gd name="connsiteX3" fmla="*/ 15667 w 63926"/>
                      <a:gd name="connsiteY3" fmla="*/ 17378 h 95994"/>
                      <a:gd name="connsiteX4" fmla="*/ 30197 w 63926"/>
                      <a:gd name="connsiteY4" fmla="*/ 7860 h 95994"/>
                      <a:gd name="connsiteX5" fmla="*/ 44786 w 63926"/>
                      <a:gd name="connsiteY5" fmla="*/ 17378 h 95994"/>
                      <a:gd name="connsiteX6" fmla="*/ 49663 w 63926"/>
                      <a:gd name="connsiteY6" fmla="*/ 45913 h 95994"/>
                      <a:gd name="connsiteX7" fmla="*/ 44786 w 63926"/>
                      <a:gd name="connsiteY7" fmla="*/ 74507 h 95994"/>
                      <a:gd name="connsiteX8" fmla="*/ 30197 w 63926"/>
                      <a:gd name="connsiteY8" fmla="*/ 84025 h 95994"/>
                      <a:gd name="connsiteX9" fmla="*/ 30197 w 63926"/>
                      <a:gd name="connsiteY9" fmla="*/ 93939 h 95994"/>
                      <a:gd name="connsiteX10" fmla="*/ 53964 w 63926"/>
                      <a:gd name="connsiteY10" fmla="*/ 81625 h 95994"/>
                      <a:gd name="connsiteX11" fmla="*/ 62170 w 63926"/>
                      <a:gd name="connsiteY11" fmla="*/ 45913 h 95994"/>
                      <a:gd name="connsiteX12" fmla="*/ 53964 w 63926"/>
                      <a:gd name="connsiteY12" fmla="*/ 10240 h 95994"/>
                      <a:gd name="connsiteX13" fmla="*/ 30197 w 63926"/>
                      <a:gd name="connsiteY13" fmla="*/ -2055 h 95994"/>
                      <a:gd name="connsiteX14" fmla="*/ 6450 w 63926"/>
                      <a:gd name="connsiteY14" fmla="*/ 10240 h 95994"/>
                      <a:gd name="connsiteX15" fmla="*/ -1756 w 63926"/>
                      <a:gd name="connsiteY15" fmla="*/ 45913 h 95994"/>
                      <a:gd name="connsiteX16" fmla="*/ 6450 w 63926"/>
                      <a:gd name="connsiteY16" fmla="*/ 81625 h 95994"/>
                      <a:gd name="connsiteX17" fmla="*/ 3019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97" y="84025"/>
                        </a:moveTo>
                        <a:cubicBezTo>
                          <a:pt x="23762" y="84025"/>
                          <a:pt x="18918" y="80852"/>
                          <a:pt x="15667" y="74507"/>
                        </a:cubicBezTo>
                        <a:cubicBezTo>
                          <a:pt x="12430" y="68174"/>
                          <a:pt x="10811" y="58643"/>
                          <a:pt x="10811" y="45913"/>
                        </a:cubicBezTo>
                        <a:cubicBezTo>
                          <a:pt x="10811" y="33235"/>
                          <a:pt x="12430" y="23724"/>
                          <a:pt x="15667" y="17378"/>
                        </a:cubicBezTo>
                        <a:cubicBezTo>
                          <a:pt x="18918" y="11033"/>
                          <a:pt x="23762" y="7860"/>
                          <a:pt x="30197" y="7860"/>
                        </a:cubicBezTo>
                        <a:cubicBezTo>
                          <a:pt x="36686" y="7860"/>
                          <a:pt x="41549" y="11033"/>
                          <a:pt x="44786" y="17378"/>
                        </a:cubicBezTo>
                        <a:cubicBezTo>
                          <a:pt x="48037" y="23724"/>
                          <a:pt x="49663" y="33235"/>
                          <a:pt x="49663" y="45913"/>
                        </a:cubicBezTo>
                        <a:cubicBezTo>
                          <a:pt x="49663" y="58643"/>
                          <a:pt x="48037" y="68174"/>
                          <a:pt x="44786" y="74507"/>
                        </a:cubicBezTo>
                        <a:cubicBezTo>
                          <a:pt x="41549" y="80852"/>
                          <a:pt x="36686" y="84025"/>
                          <a:pt x="30197" y="84025"/>
                        </a:cubicBezTo>
                        <a:close/>
                        <a:moveTo>
                          <a:pt x="30197" y="93939"/>
                        </a:moveTo>
                        <a:cubicBezTo>
                          <a:pt x="40571" y="93939"/>
                          <a:pt x="48493" y="89835"/>
                          <a:pt x="53964" y="81625"/>
                        </a:cubicBezTo>
                        <a:cubicBezTo>
                          <a:pt x="59435" y="73429"/>
                          <a:pt x="62170" y="61525"/>
                          <a:pt x="62170" y="45913"/>
                        </a:cubicBezTo>
                        <a:cubicBezTo>
                          <a:pt x="62170" y="30340"/>
                          <a:pt x="59435" y="18449"/>
                          <a:pt x="53964" y="10240"/>
                        </a:cubicBezTo>
                        <a:cubicBezTo>
                          <a:pt x="48493" y="2043"/>
                          <a:pt x="40571" y="-2055"/>
                          <a:pt x="30197" y="-2055"/>
                        </a:cubicBezTo>
                        <a:cubicBezTo>
                          <a:pt x="19837" y="-2055"/>
                          <a:pt x="11921" y="2043"/>
                          <a:pt x="6450" y="10240"/>
                        </a:cubicBezTo>
                        <a:cubicBezTo>
                          <a:pt x="979" y="18449"/>
                          <a:pt x="-1756" y="30340"/>
                          <a:pt x="-1756" y="45913"/>
                        </a:cubicBezTo>
                        <a:cubicBezTo>
                          <a:pt x="-1756" y="61525"/>
                          <a:pt x="979" y="73429"/>
                          <a:pt x="6450" y="81625"/>
                        </a:cubicBezTo>
                        <a:cubicBezTo>
                          <a:pt x="11921" y="89835"/>
                          <a:pt x="19837" y="93939"/>
                          <a:pt x="3019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98" name="Graphic 164">
                <a:extLst>
                  <a:ext uri="{FF2B5EF4-FFF2-40B4-BE49-F238E27FC236}">
                    <a16:creationId xmlns:a16="http://schemas.microsoft.com/office/drawing/2014/main" id="{2CC9C8AB-0E84-ADF0-C558-4AE20C988DA0}"/>
                  </a:ext>
                </a:extLst>
              </p:cNvPr>
              <p:cNvGrpSpPr/>
              <p:nvPr/>
            </p:nvGrpSpPr>
            <p:grpSpPr>
              <a:xfrm>
                <a:off x="7415673" y="4581427"/>
                <a:ext cx="223926" cy="187070"/>
                <a:chOff x="7415673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199" name="Freeform: Shape 198">
                  <a:extLst>
                    <a:ext uri="{FF2B5EF4-FFF2-40B4-BE49-F238E27FC236}">
                      <a16:creationId xmlns:a16="http://schemas.microsoft.com/office/drawing/2014/main" id="{88F1A0C4-DC06-8527-0281-0240ADD95C69}"/>
                    </a:ext>
                  </a:extLst>
                </p:cNvPr>
                <p:cNvSpPr/>
                <p:nvPr/>
              </p:nvSpPr>
              <p:spPr>
                <a:xfrm>
                  <a:off x="7526955" y="4581427"/>
                  <a:ext cx="12686" cy="44417"/>
                </a:xfrm>
                <a:custGeom>
                  <a:avLst/>
                  <a:gdLst>
                    <a:gd name="connsiteX0" fmla="*/ 343 w 12686"/>
                    <a:gd name="connsiteY0" fmla="*/ 264 h 44417"/>
                    <a:gd name="connsiteX1" fmla="*/ 343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43" y="264"/>
                      </a:moveTo>
                      <a:lnTo>
                        <a:pt x="343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00" name="Graphic 164">
                  <a:extLst>
                    <a:ext uri="{FF2B5EF4-FFF2-40B4-BE49-F238E27FC236}">
                      <a16:creationId xmlns:a16="http://schemas.microsoft.com/office/drawing/2014/main" id="{B7DCA86A-0BDB-FF90-7531-05B5AC3D93A9}"/>
                    </a:ext>
                  </a:extLst>
                </p:cNvPr>
                <p:cNvGrpSpPr/>
                <p:nvPr/>
              </p:nvGrpSpPr>
              <p:grpSpPr>
                <a:xfrm>
                  <a:off x="7415673" y="4672504"/>
                  <a:ext cx="223926" cy="95994"/>
                  <a:chOff x="7415673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01" name="Freeform: Shape 200">
                    <a:extLst>
                      <a:ext uri="{FF2B5EF4-FFF2-40B4-BE49-F238E27FC236}">
                        <a16:creationId xmlns:a16="http://schemas.microsoft.com/office/drawing/2014/main" id="{F4C5E161-3DE2-2D5F-7878-60BCE331BED9}"/>
                      </a:ext>
                    </a:extLst>
                  </p:cNvPr>
                  <p:cNvSpPr/>
                  <p:nvPr/>
                </p:nvSpPr>
                <p:spPr>
                  <a:xfrm flipV="1">
                    <a:off x="7415673" y="4674169"/>
                    <a:ext cx="59843" cy="94328"/>
                  </a:xfrm>
                  <a:custGeom>
                    <a:avLst/>
                    <a:gdLst>
                      <a:gd name="connsiteX0" fmla="*/ 2238 w 59843"/>
                      <a:gd name="connsiteY0" fmla="*/ 92316 h 94328"/>
                      <a:gd name="connsiteX1" fmla="*/ 51358 w 59843"/>
                      <a:gd name="connsiteY1" fmla="*/ 92316 h 94328"/>
                      <a:gd name="connsiteX2" fmla="*/ 51358 w 59843"/>
                      <a:gd name="connsiteY2" fmla="*/ 81767 h 94328"/>
                      <a:gd name="connsiteX3" fmla="*/ 13696 w 59843"/>
                      <a:gd name="connsiteY3" fmla="*/ 81767 h 94328"/>
                      <a:gd name="connsiteX4" fmla="*/ 13696 w 59843"/>
                      <a:gd name="connsiteY4" fmla="*/ 59102 h 94328"/>
                      <a:gd name="connsiteX5" fmla="*/ 19127 w 59843"/>
                      <a:gd name="connsiteY5" fmla="*/ 60490 h 94328"/>
                      <a:gd name="connsiteX6" fmla="*/ 24598 w 59843"/>
                      <a:gd name="connsiteY6" fmla="*/ 60946 h 94328"/>
                      <a:gd name="connsiteX7" fmla="*/ 49118 w 59843"/>
                      <a:gd name="connsiteY7" fmla="*/ 52459 h 94328"/>
                      <a:gd name="connsiteX8" fmla="*/ 58177 w 59843"/>
                      <a:gd name="connsiteY8" fmla="*/ 29476 h 94328"/>
                      <a:gd name="connsiteX9" fmla="*/ 48880 w 59843"/>
                      <a:gd name="connsiteY9" fmla="*/ 6256 h 94328"/>
                      <a:gd name="connsiteX10" fmla="*/ 22675 w 59843"/>
                      <a:gd name="connsiteY10" fmla="*/ -2013 h 94328"/>
                      <a:gd name="connsiteX11" fmla="*/ 10802 w 59843"/>
                      <a:gd name="connsiteY11" fmla="*/ -1021 h 94328"/>
                      <a:gd name="connsiteX12" fmla="*/ -1667 w 59843"/>
                      <a:gd name="connsiteY12" fmla="*/ 1953 h 94328"/>
                      <a:gd name="connsiteX13" fmla="*/ -1667 w 59843"/>
                      <a:gd name="connsiteY13" fmla="*/ 14545 h 94328"/>
                      <a:gd name="connsiteX14" fmla="*/ 9850 w 59843"/>
                      <a:gd name="connsiteY14" fmla="*/ 10024 h 94328"/>
                      <a:gd name="connsiteX15" fmla="*/ 22417 w 59843"/>
                      <a:gd name="connsiteY15" fmla="*/ 8537 h 94328"/>
                      <a:gd name="connsiteX16" fmla="*/ 39385 w 59843"/>
                      <a:gd name="connsiteY16" fmla="*/ 14168 h 94328"/>
                      <a:gd name="connsiteX17" fmla="*/ 45649 w 59843"/>
                      <a:gd name="connsiteY17" fmla="*/ 29476 h 94328"/>
                      <a:gd name="connsiteX18" fmla="*/ 39385 w 59843"/>
                      <a:gd name="connsiteY18" fmla="*/ 44765 h 94328"/>
                      <a:gd name="connsiteX19" fmla="*/ 22417 w 59843"/>
                      <a:gd name="connsiteY19" fmla="*/ 50416 h 94328"/>
                      <a:gd name="connsiteX20" fmla="*/ 12407 w 59843"/>
                      <a:gd name="connsiteY20" fmla="*/ 49306 h 94328"/>
                      <a:gd name="connsiteX21" fmla="*/ 2238 w 59843"/>
                      <a:gd name="connsiteY21" fmla="*/ 45836 h 94328"/>
                      <a:gd name="connsiteX22" fmla="*/ 2238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38" y="92316"/>
                        </a:moveTo>
                        <a:lnTo>
                          <a:pt x="51358" y="92316"/>
                        </a:lnTo>
                        <a:lnTo>
                          <a:pt x="51358" y="81767"/>
                        </a:lnTo>
                        <a:lnTo>
                          <a:pt x="13696" y="81767"/>
                        </a:lnTo>
                        <a:lnTo>
                          <a:pt x="13696" y="59102"/>
                        </a:lnTo>
                        <a:cubicBezTo>
                          <a:pt x="15506" y="59723"/>
                          <a:pt x="17316" y="60186"/>
                          <a:pt x="19127" y="60490"/>
                        </a:cubicBezTo>
                        <a:cubicBezTo>
                          <a:pt x="20951" y="60794"/>
                          <a:pt x="22774" y="60946"/>
                          <a:pt x="24598" y="60946"/>
                        </a:cubicBezTo>
                        <a:cubicBezTo>
                          <a:pt x="34919" y="60946"/>
                          <a:pt x="43092" y="58117"/>
                          <a:pt x="49118" y="52459"/>
                        </a:cubicBezTo>
                        <a:cubicBezTo>
                          <a:pt x="55157" y="46801"/>
                          <a:pt x="58177" y="39140"/>
                          <a:pt x="58177" y="29476"/>
                        </a:cubicBezTo>
                        <a:cubicBezTo>
                          <a:pt x="58177" y="19522"/>
                          <a:pt x="55078" y="11782"/>
                          <a:pt x="48880" y="6256"/>
                        </a:cubicBezTo>
                        <a:cubicBezTo>
                          <a:pt x="42682" y="744"/>
                          <a:pt x="33947" y="-2013"/>
                          <a:pt x="22675" y="-2013"/>
                        </a:cubicBezTo>
                        <a:cubicBezTo>
                          <a:pt x="18790" y="-2013"/>
                          <a:pt x="14832" y="-1682"/>
                          <a:pt x="10802" y="-1021"/>
                        </a:cubicBezTo>
                        <a:cubicBezTo>
                          <a:pt x="6784" y="-360"/>
                          <a:pt x="2628" y="631"/>
                          <a:pt x="-1667" y="1953"/>
                        </a:cubicBezTo>
                        <a:lnTo>
                          <a:pt x="-1667" y="14545"/>
                        </a:lnTo>
                        <a:cubicBezTo>
                          <a:pt x="2047" y="12522"/>
                          <a:pt x="5886" y="11015"/>
                          <a:pt x="9850" y="10024"/>
                        </a:cubicBezTo>
                        <a:cubicBezTo>
                          <a:pt x="13815" y="9032"/>
                          <a:pt x="18004" y="8537"/>
                          <a:pt x="22417" y="8537"/>
                        </a:cubicBezTo>
                        <a:cubicBezTo>
                          <a:pt x="29567" y="8537"/>
                          <a:pt x="35223" y="10414"/>
                          <a:pt x="39385" y="14168"/>
                        </a:cubicBezTo>
                        <a:cubicBezTo>
                          <a:pt x="43561" y="17923"/>
                          <a:pt x="45649" y="23025"/>
                          <a:pt x="45649" y="29476"/>
                        </a:cubicBezTo>
                        <a:cubicBezTo>
                          <a:pt x="45649" y="35914"/>
                          <a:pt x="43561" y="41011"/>
                          <a:pt x="39385" y="44765"/>
                        </a:cubicBezTo>
                        <a:cubicBezTo>
                          <a:pt x="35223" y="48533"/>
                          <a:pt x="29567" y="50416"/>
                          <a:pt x="22417" y="50416"/>
                        </a:cubicBezTo>
                        <a:cubicBezTo>
                          <a:pt x="19074" y="50416"/>
                          <a:pt x="15737" y="50046"/>
                          <a:pt x="12407" y="49306"/>
                        </a:cubicBezTo>
                        <a:cubicBezTo>
                          <a:pt x="9090" y="48566"/>
                          <a:pt x="5701" y="47409"/>
                          <a:pt x="2238" y="45836"/>
                        </a:cubicBezTo>
                        <a:lnTo>
                          <a:pt x="2238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2" name="Freeform: Shape 201">
                    <a:extLst>
                      <a:ext uri="{FF2B5EF4-FFF2-40B4-BE49-F238E27FC236}">
                        <a16:creationId xmlns:a16="http://schemas.microsoft.com/office/drawing/2014/main" id="{D9AEC8D3-39DE-F708-D9A0-E3B34770004C}"/>
                      </a:ext>
                    </a:extLst>
                  </p:cNvPr>
                  <p:cNvSpPr/>
                  <p:nvPr/>
                </p:nvSpPr>
                <p:spPr>
                  <a:xfrm flipV="1">
                    <a:off x="7495197" y="4672504"/>
                    <a:ext cx="63431" cy="95994"/>
                  </a:xfrm>
                  <a:custGeom>
                    <a:avLst/>
                    <a:gdLst>
                      <a:gd name="connsiteX0" fmla="*/ 30025 w 63431"/>
                      <a:gd name="connsiteY0" fmla="*/ 43692 h 95994"/>
                      <a:gd name="connsiteX1" fmla="*/ 15991 w 63431"/>
                      <a:gd name="connsiteY1" fmla="*/ 38913 h 95994"/>
                      <a:gd name="connsiteX2" fmla="*/ 10896 w 63431"/>
                      <a:gd name="connsiteY2" fmla="*/ 25786 h 95994"/>
                      <a:gd name="connsiteX3" fmla="*/ 15991 w 63431"/>
                      <a:gd name="connsiteY3" fmla="*/ 12639 h 95994"/>
                      <a:gd name="connsiteX4" fmla="*/ 30025 w 63431"/>
                      <a:gd name="connsiteY4" fmla="*/ 7860 h 95994"/>
                      <a:gd name="connsiteX5" fmla="*/ 44079 w 63431"/>
                      <a:gd name="connsiteY5" fmla="*/ 12659 h 95994"/>
                      <a:gd name="connsiteX6" fmla="*/ 49233 w 63431"/>
                      <a:gd name="connsiteY6" fmla="*/ 25786 h 95994"/>
                      <a:gd name="connsiteX7" fmla="*/ 44118 w 63431"/>
                      <a:gd name="connsiteY7" fmla="*/ 38913 h 95994"/>
                      <a:gd name="connsiteX8" fmla="*/ 30025 w 63431"/>
                      <a:gd name="connsiteY8" fmla="*/ 43692 h 95994"/>
                      <a:gd name="connsiteX9" fmla="*/ 17517 w 63431"/>
                      <a:gd name="connsiteY9" fmla="*/ 49006 h 95994"/>
                      <a:gd name="connsiteX10" fmla="*/ 4970 w 63431"/>
                      <a:gd name="connsiteY10" fmla="*/ 56502 h 95994"/>
                      <a:gd name="connsiteX11" fmla="*/ 490 w 63431"/>
                      <a:gd name="connsiteY11" fmla="*/ 69966 h 95994"/>
                      <a:gd name="connsiteX12" fmla="*/ 8379 w 63431"/>
                      <a:gd name="connsiteY12" fmla="*/ 87495 h 95994"/>
                      <a:gd name="connsiteX13" fmla="*/ 30025 w 63431"/>
                      <a:gd name="connsiteY13" fmla="*/ 93939 h 95994"/>
                      <a:gd name="connsiteX14" fmla="*/ 51710 w 63431"/>
                      <a:gd name="connsiteY14" fmla="*/ 87495 h 95994"/>
                      <a:gd name="connsiteX15" fmla="*/ 59580 w 63431"/>
                      <a:gd name="connsiteY15" fmla="*/ 69966 h 95994"/>
                      <a:gd name="connsiteX16" fmla="*/ 55080 w 63431"/>
                      <a:gd name="connsiteY16" fmla="*/ 56502 h 95994"/>
                      <a:gd name="connsiteX17" fmla="*/ 42612 w 63431"/>
                      <a:gd name="connsiteY17" fmla="*/ 49006 h 95994"/>
                      <a:gd name="connsiteX18" fmla="*/ 56686 w 63431"/>
                      <a:gd name="connsiteY18" fmla="*/ 40757 h 95994"/>
                      <a:gd name="connsiteX19" fmla="*/ 61740 w 63431"/>
                      <a:gd name="connsiteY19" fmla="*/ 25786 h 95994"/>
                      <a:gd name="connsiteX20" fmla="*/ 53534 w 63431"/>
                      <a:gd name="connsiteY20" fmla="*/ 5124 h 95994"/>
                      <a:gd name="connsiteX21" fmla="*/ 30025 w 63431"/>
                      <a:gd name="connsiteY21" fmla="*/ -2055 h 95994"/>
                      <a:gd name="connsiteX22" fmla="*/ 6516 w 63431"/>
                      <a:gd name="connsiteY22" fmla="*/ 5124 h 95994"/>
                      <a:gd name="connsiteX23" fmla="*/ -1691 w 63431"/>
                      <a:gd name="connsiteY23" fmla="*/ 25786 h 95994"/>
                      <a:gd name="connsiteX24" fmla="*/ 3384 w 63431"/>
                      <a:gd name="connsiteY24" fmla="*/ 40757 h 95994"/>
                      <a:gd name="connsiteX25" fmla="*/ 17517 w 63431"/>
                      <a:gd name="connsiteY25" fmla="*/ 49006 h 95994"/>
                      <a:gd name="connsiteX26" fmla="*/ 12938 w 63431"/>
                      <a:gd name="connsiteY26" fmla="*/ 68776 h 95994"/>
                      <a:gd name="connsiteX27" fmla="*/ 17418 w 63431"/>
                      <a:gd name="connsiteY27" fmla="*/ 57572 h 95994"/>
                      <a:gd name="connsiteX28" fmla="*/ 30025 w 63431"/>
                      <a:gd name="connsiteY28" fmla="*/ 53547 h 95994"/>
                      <a:gd name="connsiteX29" fmla="*/ 42632 w 63431"/>
                      <a:gd name="connsiteY29" fmla="*/ 57572 h 95994"/>
                      <a:gd name="connsiteX30" fmla="*/ 47191 w 63431"/>
                      <a:gd name="connsiteY30" fmla="*/ 68776 h 95994"/>
                      <a:gd name="connsiteX31" fmla="*/ 42632 w 63431"/>
                      <a:gd name="connsiteY31" fmla="*/ 79999 h 95994"/>
                      <a:gd name="connsiteX32" fmla="*/ 30025 w 63431"/>
                      <a:gd name="connsiteY32" fmla="*/ 84025 h 95994"/>
                      <a:gd name="connsiteX33" fmla="*/ 17418 w 63431"/>
                      <a:gd name="connsiteY33" fmla="*/ 79999 h 95994"/>
                      <a:gd name="connsiteX34" fmla="*/ 12938 w 63431"/>
                      <a:gd name="connsiteY34" fmla="*/ 6877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30025" y="43692"/>
                        </a:moveTo>
                        <a:cubicBezTo>
                          <a:pt x="24078" y="43692"/>
                          <a:pt x="19400" y="42099"/>
                          <a:pt x="15991" y="38913"/>
                        </a:cubicBezTo>
                        <a:cubicBezTo>
                          <a:pt x="12595" y="35727"/>
                          <a:pt x="10896" y="31351"/>
                          <a:pt x="10896" y="25786"/>
                        </a:cubicBezTo>
                        <a:cubicBezTo>
                          <a:pt x="10896" y="20207"/>
                          <a:pt x="12595" y="15825"/>
                          <a:pt x="15991" y="12639"/>
                        </a:cubicBezTo>
                        <a:cubicBezTo>
                          <a:pt x="19400" y="9453"/>
                          <a:pt x="24078" y="7860"/>
                          <a:pt x="30025" y="7860"/>
                        </a:cubicBezTo>
                        <a:cubicBezTo>
                          <a:pt x="35972" y="7860"/>
                          <a:pt x="40656" y="9460"/>
                          <a:pt x="44079" y="12659"/>
                        </a:cubicBezTo>
                        <a:cubicBezTo>
                          <a:pt x="47515" y="15871"/>
                          <a:pt x="49233" y="20247"/>
                          <a:pt x="49233" y="25786"/>
                        </a:cubicBezTo>
                        <a:cubicBezTo>
                          <a:pt x="49233" y="31351"/>
                          <a:pt x="47528" y="35727"/>
                          <a:pt x="44118" y="38913"/>
                        </a:cubicBezTo>
                        <a:cubicBezTo>
                          <a:pt x="40722" y="42099"/>
                          <a:pt x="36024" y="43692"/>
                          <a:pt x="30025" y="43692"/>
                        </a:cubicBezTo>
                        <a:close/>
                        <a:moveTo>
                          <a:pt x="17517" y="49006"/>
                        </a:moveTo>
                        <a:cubicBezTo>
                          <a:pt x="12152" y="50328"/>
                          <a:pt x="7969" y="52826"/>
                          <a:pt x="4970" y="56502"/>
                        </a:cubicBezTo>
                        <a:cubicBezTo>
                          <a:pt x="1983" y="60190"/>
                          <a:pt x="490" y="64678"/>
                          <a:pt x="490" y="69966"/>
                        </a:cubicBezTo>
                        <a:cubicBezTo>
                          <a:pt x="490" y="77355"/>
                          <a:pt x="3119" y="83199"/>
                          <a:pt x="8379" y="87495"/>
                        </a:cubicBezTo>
                        <a:cubicBezTo>
                          <a:pt x="13652" y="91791"/>
                          <a:pt x="20867" y="93939"/>
                          <a:pt x="30025" y="93939"/>
                        </a:cubicBezTo>
                        <a:cubicBezTo>
                          <a:pt x="39236" y="93939"/>
                          <a:pt x="46464" y="91791"/>
                          <a:pt x="51710" y="87495"/>
                        </a:cubicBezTo>
                        <a:cubicBezTo>
                          <a:pt x="56957" y="83199"/>
                          <a:pt x="59580" y="77355"/>
                          <a:pt x="59580" y="69966"/>
                        </a:cubicBezTo>
                        <a:cubicBezTo>
                          <a:pt x="59580" y="64678"/>
                          <a:pt x="58080" y="60190"/>
                          <a:pt x="55080" y="56502"/>
                        </a:cubicBezTo>
                        <a:cubicBezTo>
                          <a:pt x="52094" y="52826"/>
                          <a:pt x="47938" y="50328"/>
                          <a:pt x="42612" y="49006"/>
                        </a:cubicBezTo>
                        <a:cubicBezTo>
                          <a:pt x="48638" y="47605"/>
                          <a:pt x="53329" y="44855"/>
                          <a:pt x="56686" y="40757"/>
                        </a:cubicBezTo>
                        <a:cubicBezTo>
                          <a:pt x="60056" y="36672"/>
                          <a:pt x="61740" y="31682"/>
                          <a:pt x="61740" y="25786"/>
                        </a:cubicBezTo>
                        <a:cubicBezTo>
                          <a:pt x="61740" y="16810"/>
                          <a:pt x="59005" y="9922"/>
                          <a:pt x="53534" y="5124"/>
                        </a:cubicBezTo>
                        <a:cubicBezTo>
                          <a:pt x="48063" y="338"/>
                          <a:pt x="40227" y="-2055"/>
                          <a:pt x="30025" y="-2055"/>
                        </a:cubicBezTo>
                        <a:cubicBezTo>
                          <a:pt x="19836" y="-2055"/>
                          <a:pt x="12000" y="338"/>
                          <a:pt x="6516" y="5124"/>
                        </a:cubicBezTo>
                        <a:cubicBezTo>
                          <a:pt x="1045" y="9922"/>
                          <a:pt x="-1691" y="16810"/>
                          <a:pt x="-1691" y="25786"/>
                        </a:cubicBezTo>
                        <a:cubicBezTo>
                          <a:pt x="-1691" y="31682"/>
                          <a:pt x="1" y="36672"/>
                          <a:pt x="3384" y="40757"/>
                        </a:cubicBezTo>
                        <a:cubicBezTo>
                          <a:pt x="6780" y="44855"/>
                          <a:pt x="11491" y="47605"/>
                          <a:pt x="17517" y="49006"/>
                        </a:cubicBezTo>
                        <a:close/>
                        <a:moveTo>
                          <a:pt x="12938" y="68776"/>
                        </a:moveTo>
                        <a:cubicBezTo>
                          <a:pt x="12938" y="63990"/>
                          <a:pt x="14431" y="60256"/>
                          <a:pt x="17418" y="57572"/>
                        </a:cubicBezTo>
                        <a:cubicBezTo>
                          <a:pt x="20418" y="54889"/>
                          <a:pt x="24620" y="53547"/>
                          <a:pt x="30025" y="53547"/>
                        </a:cubicBezTo>
                        <a:cubicBezTo>
                          <a:pt x="35403" y="53547"/>
                          <a:pt x="39606" y="54889"/>
                          <a:pt x="42632" y="57572"/>
                        </a:cubicBezTo>
                        <a:cubicBezTo>
                          <a:pt x="45671" y="60256"/>
                          <a:pt x="47191" y="63990"/>
                          <a:pt x="47191" y="68776"/>
                        </a:cubicBezTo>
                        <a:cubicBezTo>
                          <a:pt x="47191" y="73575"/>
                          <a:pt x="45671" y="77316"/>
                          <a:pt x="42632" y="79999"/>
                        </a:cubicBezTo>
                        <a:cubicBezTo>
                          <a:pt x="39606" y="82683"/>
                          <a:pt x="35403" y="84025"/>
                          <a:pt x="30025" y="84025"/>
                        </a:cubicBezTo>
                        <a:cubicBezTo>
                          <a:pt x="24620" y="84025"/>
                          <a:pt x="20418" y="82683"/>
                          <a:pt x="17418" y="79999"/>
                        </a:cubicBezTo>
                        <a:cubicBezTo>
                          <a:pt x="14431" y="77316"/>
                          <a:pt x="12938" y="73575"/>
                          <a:pt x="12938" y="687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3" name="Freeform: Shape 202">
                    <a:extLst>
                      <a:ext uri="{FF2B5EF4-FFF2-40B4-BE49-F238E27FC236}">
                        <a16:creationId xmlns:a16="http://schemas.microsoft.com/office/drawing/2014/main" id="{16208FBF-8078-DA6A-F804-5EAA588853E8}"/>
                      </a:ext>
                    </a:extLst>
                  </p:cNvPr>
                  <p:cNvSpPr/>
                  <p:nvPr/>
                </p:nvSpPr>
                <p:spPr>
                  <a:xfrm flipV="1">
                    <a:off x="7575673" y="4672504"/>
                    <a:ext cx="63926" cy="95994"/>
                  </a:xfrm>
                  <a:custGeom>
                    <a:avLst/>
                    <a:gdLst>
                      <a:gd name="connsiteX0" fmla="*/ 30269 w 63926"/>
                      <a:gd name="connsiteY0" fmla="*/ 84025 h 95994"/>
                      <a:gd name="connsiteX1" fmla="*/ 15739 w 63926"/>
                      <a:gd name="connsiteY1" fmla="*/ 74507 h 95994"/>
                      <a:gd name="connsiteX2" fmla="*/ 10882 w 63926"/>
                      <a:gd name="connsiteY2" fmla="*/ 45913 h 95994"/>
                      <a:gd name="connsiteX3" fmla="*/ 15739 w 63926"/>
                      <a:gd name="connsiteY3" fmla="*/ 17378 h 95994"/>
                      <a:gd name="connsiteX4" fmla="*/ 30269 w 63926"/>
                      <a:gd name="connsiteY4" fmla="*/ 7860 h 95994"/>
                      <a:gd name="connsiteX5" fmla="*/ 44858 w 63926"/>
                      <a:gd name="connsiteY5" fmla="*/ 17378 h 95994"/>
                      <a:gd name="connsiteX6" fmla="*/ 49734 w 63926"/>
                      <a:gd name="connsiteY6" fmla="*/ 45913 h 95994"/>
                      <a:gd name="connsiteX7" fmla="*/ 44858 w 63926"/>
                      <a:gd name="connsiteY7" fmla="*/ 74507 h 95994"/>
                      <a:gd name="connsiteX8" fmla="*/ 30269 w 63926"/>
                      <a:gd name="connsiteY8" fmla="*/ 84025 h 95994"/>
                      <a:gd name="connsiteX9" fmla="*/ 30269 w 63926"/>
                      <a:gd name="connsiteY9" fmla="*/ 93939 h 95994"/>
                      <a:gd name="connsiteX10" fmla="*/ 54035 w 63926"/>
                      <a:gd name="connsiteY10" fmla="*/ 81625 h 95994"/>
                      <a:gd name="connsiteX11" fmla="*/ 62242 w 63926"/>
                      <a:gd name="connsiteY11" fmla="*/ 45913 h 95994"/>
                      <a:gd name="connsiteX12" fmla="*/ 54035 w 63926"/>
                      <a:gd name="connsiteY12" fmla="*/ 10240 h 95994"/>
                      <a:gd name="connsiteX13" fmla="*/ 30269 w 63926"/>
                      <a:gd name="connsiteY13" fmla="*/ -2055 h 95994"/>
                      <a:gd name="connsiteX14" fmla="*/ 6522 w 63926"/>
                      <a:gd name="connsiteY14" fmla="*/ 10240 h 95994"/>
                      <a:gd name="connsiteX15" fmla="*/ -1685 w 63926"/>
                      <a:gd name="connsiteY15" fmla="*/ 45913 h 95994"/>
                      <a:gd name="connsiteX16" fmla="*/ 6522 w 63926"/>
                      <a:gd name="connsiteY16" fmla="*/ 81625 h 95994"/>
                      <a:gd name="connsiteX17" fmla="*/ 30269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69" y="84025"/>
                        </a:moveTo>
                        <a:cubicBezTo>
                          <a:pt x="23833" y="84025"/>
                          <a:pt x="18990" y="80852"/>
                          <a:pt x="15739" y="74507"/>
                        </a:cubicBezTo>
                        <a:cubicBezTo>
                          <a:pt x="12501" y="68174"/>
                          <a:pt x="10882" y="58643"/>
                          <a:pt x="10882" y="45913"/>
                        </a:cubicBezTo>
                        <a:cubicBezTo>
                          <a:pt x="10882" y="33235"/>
                          <a:pt x="12501" y="23724"/>
                          <a:pt x="15739" y="17378"/>
                        </a:cubicBezTo>
                        <a:cubicBezTo>
                          <a:pt x="18990" y="11033"/>
                          <a:pt x="23833" y="7860"/>
                          <a:pt x="30269" y="7860"/>
                        </a:cubicBezTo>
                        <a:cubicBezTo>
                          <a:pt x="36757" y="7860"/>
                          <a:pt x="41620" y="11033"/>
                          <a:pt x="44858" y="17378"/>
                        </a:cubicBezTo>
                        <a:cubicBezTo>
                          <a:pt x="48109" y="23724"/>
                          <a:pt x="49734" y="33235"/>
                          <a:pt x="49734" y="45913"/>
                        </a:cubicBezTo>
                        <a:cubicBezTo>
                          <a:pt x="49734" y="58643"/>
                          <a:pt x="48109" y="68174"/>
                          <a:pt x="44858" y="74507"/>
                        </a:cubicBezTo>
                        <a:cubicBezTo>
                          <a:pt x="41620" y="80852"/>
                          <a:pt x="36757" y="84025"/>
                          <a:pt x="30269" y="84025"/>
                        </a:cubicBezTo>
                        <a:close/>
                        <a:moveTo>
                          <a:pt x="30269" y="93939"/>
                        </a:moveTo>
                        <a:cubicBezTo>
                          <a:pt x="40642" y="93939"/>
                          <a:pt x="48565" y="89835"/>
                          <a:pt x="54035" y="81625"/>
                        </a:cubicBezTo>
                        <a:cubicBezTo>
                          <a:pt x="59506" y="73429"/>
                          <a:pt x="62242" y="61525"/>
                          <a:pt x="62242" y="45913"/>
                        </a:cubicBezTo>
                        <a:cubicBezTo>
                          <a:pt x="62242" y="30340"/>
                          <a:pt x="59506" y="18449"/>
                          <a:pt x="54035" y="10240"/>
                        </a:cubicBezTo>
                        <a:cubicBezTo>
                          <a:pt x="48565" y="2043"/>
                          <a:pt x="40642" y="-2055"/>
                          <a:pt x="30269" y="-2055"/>
                        </a:cubicBezTo>
                        <a:cubicBezTo>
                          <a:pt x="19908" y="-2055"/>
                          <a:pt x="11992" y="2043"/>
                          <a:pt x="6522" y="10240"/>
                        </a:cubicBezTo>
                        <a:cubicBezTo>
                          <a:pt x="1051" y="18449"/>
                          <a:pt x="-1685" y="30340"/>
                          <a:pt x="-1685" y="45913"/>
                        </a:cubicBezTo>
                        <a:cubicBezTo>
                          <a:pt x="-1685" y="61525"/>
                          <a:pt x="1051" y="73429"/>
                          <a:pt x="6522" y="81625"/>
                        </a:cubicBezTo>
                        <a:cubicBezTo>
                          <a:pt x="11992" y="89835"/>
                          <a:pt x="19908" y="93939"/>
                          <a:pt x="30269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04" name="Graphic 164">
                <a:extLst>
                  <a:ext uri="{FF2B5EF4-FFF2-40B4-BE49-F238E27FC236}">
                    <a16:creationId xmlns:a16="http://schemas.microsoft.com/office/drawing/2014/main" id="{B08E7C3E-5A63-F5DA-294A-D22ED9A2874C}"/>
                  </a:ext>
                </a:extLst>
              </p:cNvPr>
              <p:cNvGrpSpPr/>
              <p:nvPr/>
            </p:nvGrpSpPr>
            <p:grpSpPr>
              <a:xfrm>
                <a:off x="8320842" y="4581427"/>
                <a:ext cx="224858" cy="187070"/>
                <a:chOff x="8320842" y="4581427"/>
                <a:chExt cx="224858" cy="187070"/>
              </a:xfrm>
              <a:solidFill>
                <a:srgbClr val="000000"/>
              </a:solidFill>
            </p:grpSpPr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C05FBEAB-9EC1-9206-267B-A6C3497E6CCC}"/>
                    </a:ext>
                  </a:extLst>
                </p:cNvPr>
                <p:cNvSpPr/>
                <p:nvPr/>
              </p:nvSpPr>
              <p:spPr>
                <a:xfrm>
                  <a:off x="8433056" y="4581427"/>
                  <a:ext cx="12686" cy="44417"/>
                </a:xfrm>
                <a:custGeom>
                  <a:avLst/>
                  <a:gdLst>
                    <a:gd name="connsiteX0" fmla="*/ 415 w 12686"/>
                    <a:gd name="connsiteY0" fmla="*/ 264 h 44417"/>
                    <a:gd name="connsiteX1" fmla="*/ 415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415" y="264"/>
                      </a:moveTo>
                      <a:lnTo>
                        <a:pt x="415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06" name="Graphic 164">
                  <a:extLst>
                    <a:ext uri="{FF2B5EF4-FFF2-40B4-BE49-F238E27FC236}">
                      <a16:creationId xmlns:a16="http://schemas.microsoft.com/office/drawing/2014/main" id="{05040DFD-73EE-EE5D-879E-B9C7BC425187}"/>
                    </a:ext>
                  </a:extLst>
                </p:cNvPr>
                <p:cNvGrpSpPr/>
                <p:nvPr/>
              </p:nvGrpSpPr>
              <p:grpSpPr>
                <a:xfrm>
                  <a:off x="8320842" y="4672504"/>
                  <a:ext cx="224858" cy="95994"/>
                  <a:chOff x="8320842" y="4672504"/>
                  <a:chExt cx="224858" cy="95994"/>
                </a:xfrm>
                <a:solidFill>
                  <a:srgbClr val="000000"/>
                </a:solidFill>
              </p:grpSpPr>
              <p:sp>
                <p:nvSpPr>
                  <p:cNvPr id="207" name="Freeform: Shape 206">
                    <a:extLst>
                      <a:ext uri="{FF2B5EF4-FFF2-40B4-BE49-F238E27FC236}">
                        <a16:creationId xmlns:a16="http://schemas.microsoft.com/office/drawing/2014/main" id="{E3B7E501-9F70-CF6C-62EE-674AC91794E8}"/>
                      </a:ext>
                    </a:extLst>
                  </p:cNvPr>
                  <p:cNvSpPr/>
                  <p:nvPr/>
                </p:nvSpPr>
                <p:spPr>
                  <a:xfrm flipV="1">
                    <a:off x="8320842" y="4672504"/>
                    <a:ext cx="63867" cy="95994"/>
                  </a:xfrm>
                  <a:custGeom>
                    <a:avLst/>
                    <a:gdLst>
                      <a:gd name="connsiteX0" fmla="*/ 31374 w 63867"/>
                      <a:gd name="connsiteY0" fmla="*/ 50989 h 95994"/>
                      <a:gd name="connsiteX1" fmla="*/ 18014 w 63867"/>
                      <a:gd name="connsiteY1" fmla="*/ 45219 h 95994"/>
                      <a:gd name="connsiteX2" fmla="*/ 13098 w 63867"/>
                      <a:gd name="connsiteY2" fmla="*/ 29434 h 95994"/>
                      <a:gd name="connsiteX3" fmla="*/ 18014 w 63867"/>
                      <a:gd name="connsiteY3" fmla="*/ 13650 h 95994"/>
                      <a:gd name="connsiteX4" fmla="*/ 31374 w 63867"/>
                      <a:gd name="connsiteY4" fmla="*/ 7860 h 95994"/>
                      <a:gd name="connsiteX5" fmla="*/ 44715 w 63867"/>
                      <a:gd name="connsiteY5" fmla="*/ 13650 h 95994"/>
                      <a:gd name="connsiteX6" fmla="*/ 49630 w 63867"/>
                      <a:gd name="connsiteY6" fmla="*/ 29434 h 95994"/>
                      <a:gd name="connsiteX7" fmla="*/ 44715 w 63867"/>
                      <a:gd name="connsiteY7" fmla="*/ 45219 h 95994"/>
                      <a:gd name="connsiteX8" fmla="*/ 31374 w 63867"/>
                      <a:gd name="connsiteY8" fmla="*/ 50989 h 95994"/>
                      <a:gd name="connsiteX9" fmla="*/ 56211 w 63867"/>
                      <a:gd name="connsiteY9" fmla="*/ 90231 h 95994"/>
                      <a:gd name="connsiteX10" fmla="*/ 56211 w 63867"/>
                      <a:gd name="connsiteY10" fmla="*/ 78829 h 95994"/>
                      <a:gd name="connsiteX11" fmla="*/ 46697 w 63867"/>
                      <a:gd name="connsiteY11" fmla="*/ 82220 h 95994"/>
                      <a:gd name="connsiteX12" fmla="*/ 37182 w 63867"/>
                      <a:gd name="connsiteY12" fmla="*/ 83410 h 95994"/>
                      <a:gd name="connsiteX13" fmla="*/ 18252 w 63867"/>
                      <a:gd name="connsiteY13" fmla="*/ 75042 h 95994"/>
                      <a:gd name="connsiteX14" fmla="*/ 10799 w 63867"/>
                      <a:gd name="connsiteY14" fmla="*/ 49760 h 95994"/>
                      <a:gd name="connsiteX15" fmla="*/ 19957 w 63867"/>
                      <a:gd name="connsiteY15" fmla="*/ 58028 h 95994"/>
                      <a:gd name="connsiteX16" fmla="*/ 32108 w 63867"/>
                      <a:gd name="connsiteY16" fmla="*/ 60904 h 95994"/>
                      <a:gd name="connsiteX17" fmla="*/ 54130 w 63867"/>
                      <a:gd name="connsiteY17" fmla="*/ 52436 h 95994"/>
                      <a:gd name="connsiteX18" fmla="*/ 62218 w 63867"/>
                      <a:gd name="connsiteY18" fmla="*/ 29434 h 95994"/>
                      <a:gd name="connsiteX19" fmla="*/ 53793 w 63867"/>
                      <a:gd name="connsiteY19" fmla="*/ 6551 h 95994"/>
                      <a:gd name="connsiteX20" fmla="*/ 31374 w 63867"/>
                      <a:gd name="connsiteY20" fmla="*/ -2055 h 95994"/>
                      <a:gd name="connsiteX21" fmla="*/ 6834 w 63867"/>
                      <a:gd name="connsiteY21" fmla="*/ 10240 h 95994"/>
                      <a:gd name="connsiteX22" fmla="*/ -1650 w 63867"/>
                      <a:gd name="connsiteY22" fmla="*/ 45913 h 95994"/>
                      <a:gd name="connsiteX23" fmla="*/ 8757 w 63867"/>
                      <a:gd name="connsiteY23" fmla="*/ 80892 h 95994"/>
                      <a:gd name="connsiteX24" fmla="*/ 36687 w 63867"/>
                      <a:gd name="connsiteY24" fmla="*/ 93939 h 95994"/>
                      <a:gd name="connsiteX25" fmla="*/ 46201 w 63867"/>
                      <a:gd name="connsiteY25" fmla="*/ 93007 h 95994"/>
                      <a:gd name="connsiteX26" fmla="*/ 56211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374" y="50989"/>
                        </a:moveTo>
                        <a:cubicBezTo>
                          <a:pt x="25758" y="50989"/>
                          <a:pt x="21305" y="49065"/>
                          <a:pt x="18014" y="45219"/>
                        </a:cubicBezTo>
                        <a:cubicBezTo>
                          <a:pt x="14737" y="41385"/>
                          <a:pt x="13098" y="36123"/>
                          <a:pt x="13098" y="29434"/>
                        </a:cubicBezTo>
                        <a:cubicBezTo>
                          <a:pt x="13098" y="22785"/>
                          <a:pt x="14737" y="17524"/>
                          <a:pt x="18014" y="13650"/>
                        </a:cubicBezTo>
                        <a:cubicBezTo>
                          <a:pt x="21305" y="9790"/>
                          <a:pt x="25758" y="7860"/>
                          <a:pt x="31374" y="7860"/>
                        </a:cubicBezTo>
                        <a:cubicBezTo>
                          <a:pt x="36991" y="7860"/>
                          <a:pt x="41437" y="9790"/>
                          <a:pt x="44715" y="13650"/>
                        </a:cubicBezTo>
                        <a:cubicBezTo>
                          <a:pt x="47992" y="17524"/>
                          <a:pt x="49630" y="22785"/>
                          <a:pt x="49630" y="29434"/>
                        </a:cubicBezTo>
                        <a:cubicBezTo>
                          <a:pt x="49630" y="36123"/>
                          <a:pt x="47992" y="41385"/>
                          <a:pt x="44715" y="45219"/>
                        </a:cubicBezTo>
                        <a:cubicBezTo>
                          <a:pt x="41437" y="49065"/>
                          <a:pt x="36991" y="50989"/>
                          <a:pt x="31374" y="50989"/>
                        </a:cubicBezTo>
                        <a:close/>
                        <a:moveTo>
                          <a:pt x="56211" y="90231"/>
                        </a:moveTo>
                        <a:lnTo>
                          <a:pt x="56211" y="78829"/>
                        </a:lnTo>
                        <a:cubicBezTo>
                          <a:pt x="53066" y="80310"/>
                          <a:pt x="49895" y="81440"/>
                          <a:pt x="46697" y="82220"/>
                        </a:cubicBezTo>
                        <a:cubicBezTo>
                          <a:pt x="43499" y="83013"/>
                          <a:pt x="40327" y="83410"/>
                          <a:pt x="37182" y="83410"/>
                        </a:cubicBezTo>
                        <a:cubicBezTo>
                          <a:pt x="28923" y="83410"/>
                          <a:pt x="22613" y="80621"/>
                          <a:pt x="18252" y="75042"/>
                        </a:cubicBezTo>
                        <a:cubicBezTo>
                          <a:pt x="13904" y="69463"/>
                          <a:pt x="11420" y="61036"/>
                          <a:pt x="10799" y="49760"/>
                        </a:cubicBezTo>
                        <a:cubicBezTo>
                          <a:pt x="13230" y="53355"/>
                          <a:pt x="16283" y="56112"/>
                          <a:pt x="19957" y="58028"/>
                        </a:cubicBezTo>
                        <a:cubicBezTo>
                          <a:pt x="23644" y="59945"/>
                          <a:pt x="27694" y="60904"/>
                          <a:pt x="32108" y="60904"/>
                        </a:cubicBezTo>
                        <a:cubicBezTo>
                          <a:pt x="41398" y="60904"/>
                          <a:pt x="48738" y="58081"/>
                          <a:pt x="54130" y="52436"/>
                        </a:cubicBezTo>
                        <a:cubicBezTo>
                          <a:pt x="59522" y="46805"/>
                          <a:pt x="62218" y="39138"/>
                          <a:pt x="62218" y="29434"/>
                        </a:cubicBezTo>
                        <a:cubicBezTo>
                          <a:pt x="62218" y="19929"/>
                          <a:pt x="59409" y="12302"/>
                          <a:pt x="53793" y="6551"/>
                        </a:cubicBezTo>
                        <a:cubicBezTo>
                          <a:pt x="48177" y="814"/>
                          <a:pt x="40704" y="-2055"/>
                          <a:pt x="31374" y="-2055"/>
                        </a:cubicBezTo>
                        <a:cubicBezTo>
                          <a:pt x="20670" y="-2055"/>
                          <a:pt x="12490" y="2043"/>
                          <a:pt x="6834" y="10240"/>
                        </a:cubicBezTo>
                        <a:cubicBezTo>
                          <a:pt x="1178" y="18449"/>
                          <a:pt x="-1650" y="30340"/>
                          <a:pt x="-1650" y="45913"/>
                        </a:cubicBezTo>
                        <a:cubicBezTo>
                          <a:pt x="-1650" y="60534"/>
                          <a:pt x="1819" y="72193"/>
                          <a:pt x="8757" y="80892"/>
                        </a:cubicBezTo>
                        <a:cubicBezTo>
                          <a:pt x="15695" y="89590"/>
                          <a:pt x="25005" y="93939"/>
                          <a:pt x="36687" y="93939"/>
                        </a:cubicBezTo>
                        <a:cubicBezTo>
                          <a:pt x="39832" y="93939"/>
                          <a:pt x="43003" y="93629"/>
                          <a:pt x="46201" y="93007"/>
                        </a:cubicBezTo>
                        <a:cubicBezTo>
                          <a:pt x="49399" y="92386"/>
                          <a:pt x="52736" y="91461"/>
                          <a:pt x="56211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8" name="Freeform: Shape 207">
                    <a:extLst>
                      <a:ext uri="{FF2B5EF4-FFF2-40B4-BE49-F238E27FC236}">
                        <a16:creationId xmlns:a16="http://schemas.microsoft.com/office/drawing/2014/main" id="{9C044491-45D7-275A-AFC7-E9816520CD90}"/>
                      </a:ext>
                    </a:extLst>
                  </p:cNvPr>
                  <p:cNvSpPr/>
                  <p:nvPr/>
                </p:nvSpPr>
                <p:spPr>
                  <a:xfrm flipV="1">
                    <a:off x="8401060" y="4672504"/>
                    <a:ext cx="63926" cy="95994"/>
                  </a:xfrm>
                  <a:custGeom>
                    <a:avLst/>
                    <a:gdLst>
                      <a:gd name="connsiteX0" fmla="*/ 30334 w 63926"/>
                      <a:gd name="connsiteY0" fmla="*/ 84025 h 95994"/>
                      <a:gd name="connsiteX1" fmla="*/ 15804 w 63926"/>
                      <a:gd name="connsiteY1" fmla="*/ 74507 h 95994"/>
                      <a:gd name="connsiteX2" fmla="*/ 10948 w 63926"/>
                      <a:gd name="connsiteY2" fmla="*/ 45913 h 95994"/>
                      <a:gd name="connsiteX3" fmla="*/ 15804 w 63926"/>
                      <a:gd name="connsiteY3" fmla="*/ 17378 h 95994"/>
                      <a:gd name="connsiteX4" fmla="*/ 30334 w 63926"/>
                      <a:gd name="connsiteY4" fmla="*/ 7860 h 95994"/>
                      <a:gd name="connsiteX5" fmla="*/ 44923 w 63926"/>
                      <a:gd name="connsiteY5" fmla="*/ 17378 h 95994"/>
                      <a:gd name="connsiteX6" fmla="*/ 49799 w 63926"/>
                      <a:gd name="connsiteY6" fmla="*/ 45913 h 95994"/>
                      <a:gd name="connsiteX7" fmla="*/ 44923 w 63926"/>
                      <a:gd name="connsiteY7" fmla="*/ 74507 h 95994"/>
                      <a:gd name="connsiteX8" fmla="*/ 30334 w 63926"/>
                      <a:gd name="connsiteY8" fmla="*/ 84025 h 95994"/>
                      <a:gd name="connsiteX9" fmla="*/ 30334 w 63926"/>
                      <a:gd name="connsiteY9" fmla="*/ 93939 h 95994"/>
                      <a:gd name="connsiteX10" fmla="*/ 54101 w 63926"/>
                      <a:gd name="connsiteY10" fmla="*/ 81625 h 95994"/>
                      <a:gd name="connsiteX11" fmla="*/ 62307 w 63926"/>
                      <a:gd name="connsiteY11" fmla="*/ 45913 h 95994"/>
                      <a:gd name="connsiteX12" fmla="*/ 54101 w 63926"/>
                      <a:gd name="connsiteY12" fmla="*/ 10240 h 95994"/>
                      <a:gd name="connsiteX13" fmla="*/ 30334 w 63926"/>
                      <a:gd name="connsiteY13" fmla="*/ -2055 h 95994"/>
                      <a:gd name="connsiteX14" fmla="*/ 6587 w 63926"/>
                      <a:gd name="connsiteY14" fmla="*/ 10240 h 95994"/>
                      <a:gd name="connsiteX15" fmla="*/ -1620 w 63926"/>
                      <a:gd name="connsiteY15" fmla="*/ 45913 h 95994"/>
                      <a:gd name="connsiteX16" fmla="*/ 6587 w 63926"/>
                      <a:gd name="connsiteY16" fmla="*/ 81625 h 95994"/>
                      <a:gd name="connsiteX17" fmla="*/ 3033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34" y="84025"/>
                        </a:moveTo>
                        <a:cubicBezTo>
                          <a:pt x="23898" y="84025"/>
                          <a:pt x="19055" y="80852"/>
                          <a:pt x="15804" y="74507"/>
                        </a:cubicBezTo>
                        <a:cubicBezTo>
                          <a:pt x="12566" y="68174"/>
                          <a:pt x="10948" y="58643"/>
                          <a:pt x="10948" y="45913"/>
                        </a:cubicBezTo>
                        <a:cubicBezTo>
                          <a:pt x="10948" y="33235"/>
                          <a:pt x="12566" y="23724"/>
                          <a:pt x="15804" y="17378"/>
                        </a:cubicBezTo>
                        <a:cubicBezTo>
                          <a:pt x="19055" y="11033"/>
                          <a:pt x="23898" y="7860"/>
                          <a:pt x="30334" y="7860"/>
                        </a:cubicBezTo>
                        <a:cubicBezTo>
                          <a:pt x="36822" y="7860"/>
                          <a:pt x="41685" y="11033"/>
                          <a:pt x="44923" y="17378"/>
                        </a:cubicBezTo>
                        <a:cubicBezTo>
                          <a:pt x="48174" y="23724"/>
                          <a:pt x="49799" y="33235"/>
                          <a:pt x="49799" y="45913"/>
                        </a:cubicBezTo>
                        <a:cubicBezTo>
                          <a:pt x="49799" y="58643"/>
                          <a:pt x="48174" y="68174"/>
                          <a:pt x="44923" y="74507"/>
                        </a:cubicBezTo>
                        <a:cubicBezTo>
                          <a:pt x="41685" y="80852"/>
                          <a:pt x="36822" y="84025"/>
                          <a:pt x="30334" y="84025"/>
                        </a:cubicBezTo>
                        <a:close/>
                        <a:moveTo>
                          <a:pt x="30334" y="93939"/>
                        </a:moveTo>
                        <a:cubicBezTo>
                          <a:pt x="40707" y="93939"/>
                          <a:pt x="48630" y="89835"/>
                          <a:pt x="54101" y="81625"/>
                        </a:cubicBezTo>
                        <a:cubicBezTo>
                          <a:pt x="59571" y="73429"/>
                          <a:pt x="62307" y="61525"/>
                          <a:pt x="62307" y="45913"/>
                        </a:cubicBezTo>
                        <a:cubicBezTo>
                          <a:pt x="62307" y="30340"/>
                          <a:pt x="59571" y="18449"/>
                          <a:pt x="54101" y="10240"/>
                        </a:cubicBezTo>
                        <a:cubicBezTo>
                          <a:pt x="48630" y="2043"/>
                          <a:pt x="40707" y="-2055"/>
                          <a:pt x="30334" y="-2055"/>
                        </a:cubicBezTo>
                        <a:cubicBezTo>
                          <a:pt x="19973" y="-2055"/>
                          <a:pt x="12058" y="2043"/>
                          <a:pt x="6587" y="10240"/>
                        </a:cubicBezTo>
                        <a:cubicBezTo>
                          <a:pt x="1116" y="18449"/>
                          <a:pt x="-1620" y="30340"/>
                          <a:pt x="-1620" y="45913"/>
                        </a:cubicBezTo>
                        <a:cubicBezTo>
                          <a:pt x="-1620" y="61525"/>
                          <a:pt x="1116" y="73429"/>
                          <a:pt x="6587" y="81625"/>
                        </a:cubicBezTo>
                        <a:cubicBezTo>
                          <a:pt x="12058" y="89835"/>
                          <a:pt x="19973" y="93939"/>
                          <a:pt x="3033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9" name="Freeform: Shape 208">
                    <a:extLst>
                      <a:ext uri="{FF2B5EF4-FFF2-40B4-BE49-F238E27FC236}">
                        <a16:creationId xmlns:a16="http://schemas.microsoft.com/office/drawing/2014/main" id="{2E5FB39A-2563-0E9E-FB04-8F317105AFF6}"/>
                      </a:ext>
                    </a:extLst>
                  </p:cNvPr>
                  <p:cNvSpPr/>
                  <p:nvPr/>
                </p:nvSpPr>
                <p:spPr>
                  <a:xfrm flipV="1">
                    <a:off x="8481774" y="4672504"/>
                    <a:ext cx="63926" cy="95994"/>
                  </a:xfrm>
                  <a:custGeom>
                    <a:avLst/>
                    <a:gdLst>
                      <a:gd name="connsiteX0" fmla="*/ 30340 w 63926"/>
                      <a:gd name="connsiteY0" fmla="*/ 84025 h 95994"/>
                      <a:gd name="connsiteX1" fmla="*/ 15810 w 63926"/>
                      <a:gd name="connsiteY1" fmla="*/ 74507 h 95994"/>
                      <a:gd name="connsiteX2" fmla="*/ 10954 w 63926"/>
                      <a:gd name="connsiteY2" fmla="*/ 45913 h 95994"/>
                      <a:gd name="connsiteX3" fmla="*/ 15810 w 63926"/>
                      <a:gd name="connsiteY3" fmla="*/ 17378 h 95994"/>
                      <a:gd name="connsiteX4" fmla="*/ 30340 w 63926"/>
                      <a:gd name="connsiteY4" fmla="*/ 7860 h 95994"/>
                      <a:gd name="connsiteX5" fmla="*/ 44929 w 63926"/>
                      <a:gd name="connsiteY5" fmla="*/ 17378 h 95994"/>
                      <a:gd name="connsiteX6" fmla="*/ 49805 w 63926"/>
                      <a:gd name="connsiteY6" fmla="*/ 45913 h 95994"/>
                      <a:gd name="connsiteX7" fmla="*/ 44929 w 63926"/>
                      <a:gd name="connsiteY7" fmla="*/ 74507 h 95994"/>
                      <a:gd name="connsiteX8" fmla="*/ 30340 w 63926"/>
                      <a:gd name="connsiteY8" fmla="*/ 84025 h 95994"/>
                      <a:gd name="connsiteX9" fmla="*/ 30340 w 63926"/>
                      <a:gd name="connsiteY9" fmla="*/ 93939 h 95994"/>
                      <a:gd name="connsiteX10" fmla="*/ 54107 w 63926"/>
                      <a:gd name="connsiteY10" fmla="*/ 81625 h 95994"/>
                      <a:gd name="connsiteX11" fmla="*/ 62313 w 63926"/>
                      <a:gd name="connsiteY11" fmla="*/ 45913 h 95994"/>
                      <a:gd name="connsiteX12" fmla="*/ 54107 w 63926"/>
                      <a:gd name="connsiteY12" fmla="*/ 10240 h 95994"/>
                      <a:gd name="connsiteX13" fmla="*/ 30340 w 63926"/>
                      <a:gd name="connsiteY13" fmla="*/ -2055 h 95994"/>
                      <a:gd name="connsiteX14" fmla="*/ 6593 w 63926"/>
                      <a:gd name="connsiteY14" fmla="*/ 10240 h 95994"/>
                      <a:gd name="connsiteX15" fmla="*/ -1613 w 63926"/>
                      <a:gd name="connsiteY15" fmla="*/ 45913 h 95994"/>
                      <a:gd name="connsiteX16" fmla="*/ 6593 w 63926"/>
                      <a:gd name="connsiteY16" fmla="*/ 81625 h 95994"/>
                      <a:gd name="connsiteX17" fmla="*/ 30340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40" y="84025"/>
                        </a:moveTo>
                        <a:cubicBezTo>
                          <a:pt x="23904" y="84025"/>
                          <a:pt x="19061" y="80852"/>
                          <a:pt x="15810" y="74507"/>
                        </a:cubicBezTo>
                        <a:cubicBezTo>
                          <a:pt x="12573" y="68174"/>
                          <a:pt x="10954" y="58643"/>
                          <a:pt x="10954" y="45913"/>
                        </a:cubicBezTo>
                        <a:cubicBezTo>
                          <a:pt x="10954" y="33235"/>
                          <a:pt x="12573" y="23724"/>
                          <a:pt x="15810" y="17378"/>
                        </a:cubicBezTo>
                        <a:cubicBezTo>
                          <a:pt x="19061" y="11033"/>
                          <a:pt x="23904" y="7860"/>
                          <a:pt x="30340" y="7860"/>
                        </a:cubicBezTo>
                        <a:cubicBezTo>
                          <a:pt x="36828" y="7860"/>
                          <a:pt x="41692" y="11033"/>
                          <a:pt x="44929" y="17378"/>
                        </a:cubicBezTo>
                        <a:cubicBezTo>
                          <a:pt x="48180" y="23724"/>
                          <a:pt x="49805" y="33235"/>
                          <a:pt x="49805" y="45913"/>
                        </a:cubicBezTo>
                        <a:cubicBezTo>
                          <a:pt x="49805" y="58643"/>
                          <a:pt x="48180" y="68174"/>
                          <a:pt x="44929" y="74507"/>
                        </a:cubicBezTo>
                        <a:cubicBezTo>
                          <a:pt x="41692" y="80852"/>
                          <a:pt x="36828" y="84025"/>
                          <a:pt x="30340" y="84025"/>
                        </a:cubicBezTo>
                        <a:close/>
                        <a:moveTo>
                          <a:pt x="30340" y="93939"/>
                        </a:moveTo>
                        <a:cubicBezTo>
                          <a:pt x="40714" y="93939"/>
                          <a:pt x="48636" y="89835"/>
                          <a:pt x="54107" y="81625"/>
                        </a:cubicBezTo>
                        <a:cubicBezTo>
                          <a:pt x="59578" y="73429"/>
                          <a:pt x="62313" y="61525"/>
                          <a:pt x="62313" y="45913"/>
                        </a:cubicBezTo>
                        <a:cubicBezTo>
                          <a:pt x="62313" y="30340"/>
                          <a:pt x="59578" y="18449"/>
                          <a:pt x="54107" y="10240"/>
                        </a:cubicBezTo>
                        <a:cubicBezTo>
                          <a:pt x="48636" y="2043"/>
                          <a:pt x="40714" y="-2055"/>
                          <a:pt x="30340" y="-2055"/>
                        </a:cubicBezTo>
                        <a:cubicBezTo>
                          <a:pt x="19980" y="-2055"/>
                          <a:pt x="12064" y="2043"/>
                          <a:pt x="6593" y="10240"/>
                        </a:cubicBezTo>
                        <a:cubicBezTo>
                          <a:pt x="1122" y="18449"/>
                          <a:pt x="-1613" y="30340"/>
                          <a:pt x="-1613" y="45913"/>
                        </a:cubicBezTo>
                        <a:cubicBezTo>
                          <a:pt x="-1613" y="61525"/>
                          <a:pt x="1122" y="73429"/>
                          <a:pt x="6593" y="81625"/>
                        </a:cubicBezTo>
                        <a:cubicBezTo>
                          <a:pt x="12064" y="89835"/>
                          <a:pt x="19980" y="93939"/>
                          <a:pt x="30340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210" name="Graphic 164">
              <a:extLst>
                <a:ext uri="{FF2B5EF4-FFF2-40B4-BE49-F238E27FC236}">
                  <a16:creationId xmlns:a16="http://schemas.microsoft.com/office/drawing/2014/main" id="{F22DF2C3-7BC4-D416-5B6D-7C65006B5BAB}"/>
                </a:ext>
              </a:extLst>
            </p:cNvPr>
            <p:cNvGrpSpPr/>
            <p:nvPr/>
          </p:nvGrpSpPr>
          <p:grpSpPr>
            <a:xfrm>
              <a:off x="3577804" y="2495987"/>
              <a:ext cx="324747" cy="1908852"/>
              <a:chOff x="3577804" y="2495987"/>
              <a:chExt cx="324747" cy="1908852"/>
            </a:xfrm>
            <a:solidFill>
              <a:srgbClr val="000000"/>
            </a:solidFill>
          </p:grpSpPr>
          <p:grpSp>
            <p:nvGrpSpPr>
              <p:cNvPr id="211" name="Graphic 164">
                <a:extLst>
                  <a:ext uri="{FF2B5EF4-FFF2-40B4-BE49-F238E27FC236}">
                    <a16:creationId xmlns:a16="http://schemas.microsoft.com/office/drawing/2014/main" id="{ED129A4C-FDCB-CBA5-5C9A-D4437B6D463B}"/>
                  </a:ext>
                </a:extLst>
              </p:cNvPr>
              <p:cNvGrpSpPr/>
              <p:nvPr/>
            </p:nvGrpSpPr>
            <p:grpSpPr>
              <a:xfrm>
                <a:off x="3577804" y="4308845"/>
                <a:ext cx="324747" cy="95994"/>
                <a:chOff x="3577804" y="4308845"/>
                <a:chExt cx="324747" cy="95994"/>
              </a:xfrm>
              <a:solidFill>
                <a:srgbClr val="000000"/>
              </a:solidFill>
            </p:grpSpPr>
            <p:sp>
              <p:nvSpPr>
                <p:cNvPr id="212" name="Freeform: Shape 211">
                  <a:extLst>
                    <a:ext uri="{FF2B5EF4-FFF2-40B4-BE49-F238E27FC236}">
                      <a16:creationId xmlns:a16="http://schemas.microsoft.com/office/drawing/2014/main" id="{2C77B81C-009A-2A71-C7E1-9B67F2B98FB7}"/>
                    </a:ext>
                  </a:extLst>
                </p:cNvPr>
                <p:cNvSpPr/>
                <p:nvPr/>
              </p:nvSpPr>
              <p:spPr>
                <a:xfrm>
                  <a:off x="3858149" y="4354820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46 h 12690"/>
                    <a:gd name="connsiteX1" fmla="*/ 58 w 44401"/>
                    <a:gd name="connsiteY1" fmla="*/ 246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46"/>
                      </a:moveTo>
                      <a:lnTo>
                        <a:pt x="58" y="246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13" name="Graphic 164">
                  <a:extLst>
                    <a:ext uri="{FF2B5EF4-FFF2-40B4-BE49-F238E27FC236}">
                      <a16:creationId xmlns:a16="http://schemas.microsoft.com/office/drawing/2014/main" id="{EB439292-2AA0-4DF8-76B0-5769894846E1}"/>
                    </a:ext>
                  </a:extLst>
                </p:cNvPr>
                <p:cNvGrpSpPr/>
                <p:nvPr/>
              </p:nvGrpSpPr>
              <p:grpSpPr>
                <a:xfrm>
                  <a:off x="3577804" y="4308845"/>
                  <a:ext cx="227514" cy="95994"/>
                  <a:chOff x="3577804" y="4308845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214" name="Freeform: Shape 213">
                    <a:extLst>
                      <a:ext uri="{FF2B5EF4-FFF2-40B4-BE49-F238E27FC236}">
                        <a16:creationId xmlns:a16="http://schemas.microsoft.com/office/drawing/2014/main" id="{CD4BBD33-B57B-AF82-94C1-805EDA45CCC4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4310511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31 h 92524"/>
                      <a:gd name="connsiteX1" fmla="*/ 8171 w 67395"/>
                      <a:gd name="connsiteY1" fmla="*/ 30136 h 92524"/>
                      <a:gd name="connsiteX2" fmla="*/ 39767 w 67395"/>
                      <a:gd name="connsiteY2" fmla="*/ 30136 h 92524"/>
                      <a:gd name="connsiteX3" fmla="*/ 39767 w 67395"/>
                      <a:gd name="connsiteY3" fmla="*/ 79531 h 92524"/>
                      <a:gd name="connsiteX4" fmla="*/ 36477 w 67395"/>
                      <a:gd name="connsiteY4" fmla="*/ 90437 h 92524"/>
                      <a:gd name="connsiteX5" fmla="*/ 52216 w 67395"/>
                      <a:gd name="connsiteY5" fmla="*/ 90437 h 92524"/>
                      <a:gd name="connsiteX6" fmla="*/ 52216 w 67395"/>
                      <a:gd name="connsiteY6" fmla="*/ 30136 h 92524"/>
                      <a:gd name="connsiteX7" fmla="*/ 65417 w 67395"/>
                      <a:gd name="connsiteY7" fmla="*/ 30136 h 92524"/>
                      <a:gd name="connsiteX8" fmla="*/ 65417 w 67395"/>
                      <a:gd name="connsiteY8" fmla="*/ 19725 h 92524"/>
                      <a:gd name="connsiteX9" fmla="*/ 52216 w 67395"/>
                      <a:gd name="connsiteY9" fmla="*/ 19725 h 92524"/>
                      <a:gd name="connsiteX10" fmla="*/ 52216 w 67395"/>
                      <a:gd name="connsiteY10" fmla="*/ -2087 h 92524"/>
                      <a:gd name="connsiteX11" fmla="*/ 39767 w 67395"/>
                      <a:gd name="connsiteY11" fmla="*/ -2087 h 92524"/>
                      <a:gd name="connsiteX12" fmla="*/ 39767 w 67395"/>
                      <a:gd name="connsiteY12" fmla="*/ 19725 h 92524"/>
                      <a:gd name="connsiteX13" fmla="*/ -1978 w 67395"/>
                      <a:gd name="connsiteY13" fmla="*/ 19725 h 92524"/>
                      <a:gd name="connsiteX14" fmla="*/ -1978 w 67395"/>
                      <a:gd name="connsiteY14" fmla="*/ 31802 h 92524"/>
                      <a:gd name="connsiteX15" fmla="*/ 36477 w 67395"/>
                      <a:gd name="connsiteY15" fmla="*/ 90437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31"/>
                        </a:moveTo>
                        <a:lnTo>
                          <a:pt x="8171" y="30136"/>
                        </a:lnTo>
                        <a:lnTo>
                          <a:pt x="39767" y="30136"/>
                        </a:lnTo>
                        <a:lnTo>
                          <a:pt x="39767" y="79531"/>
                        </a:lnTo>
                        <a:close/>
                        <a:moveTo>
                          <a:pt x="36477" y="90437"/>
                        </a:moveTo>
                        <a:lnTo>
                          <a:pt x="52216" y="90437"/>
                        </a:lnTo>
                        <a:lnTo>
                          <a:pt x="52216" y="30136"/>
                        </a:lnTo>
                        <a:lnTo>
                          <a:pt x="65417" y="30136"/>
                        </a:lnTo>
                        <a:lnTo>
                          <a:pt x="65417" y="19725"/>
                        </a:lnTo>
                        <a:lnTo>
                          <a:pt x="52216" y="19725"/>
                        </a:lnTo>
                        <a:lnTo>
                          <a:pt x="52216" y="-2087"/>
                        </a:lnTo>
                        <a:lnTo>
                          <a:pt x="39767" y="-2087"/>
                        </a:lnTo>
                        <a:lnTo>
                          <a:pt x="39767" y="19725"/>
                        </a:lnTo>
                        <a:lnTo>
                          <a:pt x="-1978" y="19725"/>
                        </a:lnTo>
                        <a:lnTo>
                          <a:pt x="-1978" y="31802"/>
                        </a:lnTo>
                        <a:lnTo>
                          <a:pt x="36477" y="904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15" name="Freeform: Shape 214">
                    <a:extLst>
                      <a:ext uri="{FF2B5EF4-FFF2-40B4-BE49-F238E27FC236}">
                        <a16:creationId xmlns:a16="http://schemas.microsoft.com/office/drawing/2014/main" id="{4030E7EC-5CEA-FA51-DE70-0A9BA89346D8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916" y="4308845"/>
                    <a:ext cx="63431" cy="95994"/>
                  </a:xfrm>
                  <a:custGeom>
                    <a:avLst/>
                    <a:gdLst>
                      <a:gd name="connsiteX0" fmla="*/ 29723 w 63431"/>
                      <a:gd name="connsiteY0" fmla="*/ 43663 h 95994"/>
                      <a:gd name="connsiteX1" fmla="*/ 15688 w 63431"/>
                      <a:gd name="connsiteY1" fmla="*/ 38884 h 95994"/>
                      <a:gd name="connsiteX2" fmla="*/ 10594 w 63431"/>
                      <a:gd name="connsiteY2" fmla="*/ 25757 h 95994"/>
                      <a:gd name="connsiteX3" fmla="*/ 15688 w 63431"/>
                      <a:gd name="connsiteY3" fmla="*/ 12610 h 95994"/>
                      <a:gd name="connsiteX4" fmla="*/ 29723 w 63431"/>
                      <a:gd name="connsiteY4" fmla="*/ 7831 h 95994"/>
                      <a:gd name="connsiteX5" fmla="*/ 43777 w 63431"/>
                      <a:gd name="connsiteY5" fmla="*/ 12630 h 95994"/>
                      <a:gd name="connsiteX6" fmla="*/ 48930 w 63431"/>
                      <a:gd name="connsiteY6" fmla="*/ 25757 h 95994"/>
                      <a:gd name="connsiteX7" fmla="*/ 43816 w 63431"/>
                      <a:gd name="connsiteY7" fmla="*/ 38884 h 95994"/>
                      <a:gd name="connsiteX8" fmla="*/ 29723 w 63431"/>
                      <a:gd name="connsiteY8" fmla="*/ 43663 h 95994"/>
                      <a:gd name="connsiteX9" fmla="*/ 17215 w 63431"/>
                      <a:gd name="connsiteY9" fmla="*/ 48977 h 95994"/>
                      <a:gd name="connsiteX10" fmla="*/ 4667 w 63431"/>
                      <a:gd name="connsiteY10" fmla="*/ 56473 h 95994"/>
                      <a:gd name="connsiteX11" fmla="*/ 187 w 63431"/>
                      <a:gd name="connsiteY11" fmla="*/ 69937 h 95994"/>
                      <a:gd name="connsiteX12" fmla="*/ 8077 w 63431"/>
                      <a:gd name="connsiteY12" fmla="*/ 87466 h 95994"/>
                      <a:gd name="connsiteX13" fmla="*/ 29723 w 63431"/>
                      <a:gd name="connsiteY13" fmla="*/ 93911 h 95994"/>
                      <a:gd name="connsiteX14" fmla="*/ 51408 w 63431"/>
                      <a:gd name="connsiteY14" fmla="*/ 87466 h 95994"/>
                      <a:gd name="connsiteX15" fmla="*/ 59278 w 63431"/>
                      <a:gd name="connsiteY15" fmla="*/ 69937 h 95994"/>
                      <a:gd name="connsiteX16" fmla="*/ 54778 w 63431"/>
                      <a:gd name="connsiteY16" fmla="*/ 56473 h 95994"/>
                      <a:gd name="connsiteX17" fmla="*/ 42310 w 63431"/>
                      <a:gd name="connsiteY17" fmla="*/ 48977 h 95994"/>
                      <a:gd name="connsiteX18" fmla="*/ 56384 w 63431"/>
                      <a:gd name="connsiteY18" fmla="*/ 40728 h 95994"/>
                      <a:gd name="connsiteX19" fmla="*/ 61438 w 63431"/>
                      <a:gd name="connsiteY19" fmla="*/ 25757 h 95994"/>
                      <a:gd name="connsiteX20" fmla="*/ 53232 w 63431"/>
                      <a:gd name="connsiteY20" fmla="*/ 5095 h 95994"/>
                      <a:gd name="connsiteX21" fmla="*/ 29723 w 63431"/>
                      <a:gd name="connsiteY21" fmla="*/ -2083 h 95994"/>
                      <a:gd name="connsiteX22" fmla="*/ 6213 w 63431"/>
                      <a:gd name="connsiteY22" fmla="*/ 5095 h 95994"/>
                      <a:gd name="connsiteX23" fmla="*/ -1993 w 63431"/>
                      <a:gd name="connsiteY23" fmla="*/ 25757 h 95994"/>
                      <a:gd name="connsiteX24" fmla="*/ 3082 w 63431"/>
                      <a:gd name="connsiteY24" fmla="*/ 40728 h 95994"/>
                      <a:gd name="connsiteX25" fmla="*/ 17215 w 63431"/>
                      <a:gd name="connsiteY25" fmla="*/ 48977 h 95994"/>
                      <a:gd name="connsiteX26" fmla="*/ 12636 w 63431"/>
                      <a:gd name="connsiteY26" fmla="*/ 68747 h 95994"/>
                      <a:gd name="connsiteX27" fmla="*/ 17116 w 63431"/>
                      <a:gd name="connsiteY27" fmla="*/ 57544 h 95994"/>
                      <a:gd name="connsiteX28" fmla="*/ 29723 w 63431"/>
                      <a:gd name="connsiteY28" fmla="*/ 53518 h 95994"/>
                      <a:gd name="connsiteX29" fmla="*/ 42330 w 63431"/>
                      <a:gd name="connsiteY29" fmla="*/ 57544 h 95994"/>
                      <a:gd name="connsiteX30" fmla="*/ 46889 w 63431"/>
                      <a:gd name="connsiteY30" fmla="*/ 68747 h 95994"/>
                      <a:gd name="connsiteX31" fmla="*/ 42330 w 63431"/>
                      <a:gd name="connsiteY31" fmla="*/ 79971 h 95994"/>
                      <a:gd name="connsiteX32" fmla="*/ 29723 w 63431"/>
                      <a:gd name="connsiteY32" fmla="*/ 83996 h 95994"/>
                      <a:gd name="connsiteX33" fmla="*/ 17116 w 63431"/>
                      <a:gd name="connsiteY33" fmla="*/ 79971 h 95994"/>
                      <a:gd name="connsiteX34" fmla="*/ 12636 w 63431"/>
                      <a:gd name="connsiteY34" fmla="*/ 68747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29723" y="43663"/>
                        </a:moveTo>
                        <a:cubicBezTo>
                          <a:pt x="23776" y="43663"/>
                          <a:pt x="19098" y="42070"/>
                          <a:pt x="15688" y="38884"/>
                        </a:cubicBezTo>
                        <a:cubicBezTo>
                          <a:pt x="12292" y="35698"/>
                          <a:pt x="10594" y="31323"/>
                          <a:pt x="10594" y="25757"/>
                        </a:cubicBezTo>
                        <a:cubicBezTo>
                          <a:pt x="10594" y="20178"/>
                          <a:pt x="12292" y="15796"/>
                          <a:pt x="15688" y="12610"/>
                        </a:cubicBezTo>
                        <a:cubicBezTo>
                          <a:pt x="19098" y="9424"/>
                          <a:pt x="23776" y="7831"/>
                          <a:pt x="29723" y="7831"/>
                        </a:cubicBezTo>
                        <a:cubicBezTo>
                          <a:pt x="35669" y="7831"/>
                          <a:pt x="40354" y="9431"/>
                          <a:pt x="43777" y="12630"/>
                        </a:cubicBezTo>
                        <a:cubicBezTo>
                          <a:pt x="47212" y="15842"/>
                          <a:pt x="48930" y="20218"/>
                          <a:pt x="48930" y="25757"/>
                        </a:cubicBezTo>
                        <a:cubicBezTo>
                          <a:pt x="48930" y="31323"/>
                          <a:pt x="47226" y="35698"/>
                          <a:pt x="43816" y="38884"/>
                        </a:cubicBezTo>
                        <a:cubicBezTo>
                          <a:pt x="40420" y="42070"/>
                          <a:pt x="35722" y="43663"/>
                          <a:pt x="29723" y="43663"/>
                        </a:cubicBezTo>
                        <a:close/>
                        <a:moveTo>
                          <a:pt x="17215" y="48977"/>
                        </a:moveTo>
                        <a:cubicBezTo>
                          <a:pt x="11850" y="50299"/>
                          <a:pt x="7667" y="52798"/>
                          <a:pt x="4667" y="56473"/>
                        </a:cubicBezTo>
                        <a:cubicBezTo>
                          <a:pt x="1681" y="60161"/>
                          <a:pt x="187" y="64649"/>
                          <a:pt x="187" y="69937"/>
                        </a:cubicBezTo>
                        <a:cubicBezTo>
                          <a:pt x="187" y="77327"/>
                          <a:pt x="2817" y="83170"/>
                          <a:pt x="8077" y="87466"/>
                        </a:cubicBezTo>
                        <a:cubicBezTo>
                          <a:pt x="13349" y="91763"/>
                          <a:pt x="20565" y="93911"/>
                          <a:pt x="29723" y="93911"/>
                        </a:cubicBezTo>
                        <a:cubicBezTo>
                          <a:pt x="38933" y="93911"/>
                          <a:pt x="46162" y="91763"/>
                          <a:pt x="51408" y="87466"/>
                        </a:cubicBezTo>
                        <a:cubicBezTo>
                          <a:pt x="56654" y="83170"/>
                          <a:pt x="59278" y="77327"/>
                          <a:pt x="59278" y="69937"/>
                        </a:cubicBezTo>
                        <a:cubicBezTo>
                          <a:pt x="59278" y="64649"/>
                          <a:pt x="57778" y="60161"/>
                          <a:pt x="54778" y="56473"/>
                        </a:cubicBezTo>
                        <a:cubicBezTo>
                          <a:pt x="51791" y="52798"/>
                          <a:pt x="47635" y="50299"/>
                          <a:pt x="42310" y="48977"/>
                        </a:cubicBezTo>
                        <a:cubicBezTo>
                          <a:pt x="48336" y="47576"/>
                          <a:pt x="53027" y="44826"/>
                          <a:pt x="56384" y="40728"/>
                        </a:cubicBezTo>
                        <a:cubicBezTo>
                          <a:pt x="59753" y="36643"/>
                          <a:pt x="61438" y="31653"/>
                          <a:pt x="61438" y="25757"/>
                        </a:cubicBezTo>
                        <a:cubicBezTo>
                          <a:pt x="61438" y="16781"/>
                          <a:pt x="58703" y="9894"/>
                          <a:pt x="53232" y="5095"/>
                        </a:cubicBezTo>
                        <a:cubicBezTo>
                          <a:pt x="47761" y="309"/>
                          <a:pt x="39924" y="-2083"/>
                          <a:pt x="29723" y="-2083"/>
                        </a:cubicBezTo>
                        <a:cubicBezTo>
                          <a:pt x="19534" y="-2083"/>
                          <a:pt x="11698" y="309"/>
                          <a:pt x="6213" y="5095"/>
                        </a:cubicBezTo>
                        <a:cubicBezTo>
                          <a:pt x="743" y="9894"/>
                          <a:pt x="-1993" y="16781"/>
                          <a:pt x="-1993" y="25757"/>
                        </a:cubicBezTo>
                        <a:cubicBezTo>
                          <a:pt x="-1993" y="31653"/>
                          <a:pt x="-301" y="36643"/>
                          <a:pt x="3082" y="40728"/>
                        </a:cubicBezTo>
                        <a:cubicBezTo>
                          <a:pt x="6478" y="44826"/>
                          <a:pt x="11189" y="47576"/>
                          <a:pt x="17215" y="48977"/>
                        </a:cubicBezTo>
                        <a:close/>
                        <a:moveTo>
                          <a:pt x="12636" y="68747"/>
                        </a:moveTo>
                        <a:cubicBezTo>
                          <a:pt x="12636" y="63962"/>
                          <a:pt x="14129" y="60227"/>
                          <a:pt x="17116" y="57544"/>
                        </a:cubicBezTo>
                        <a:cubicBezTo>
                          <a:pt x="20115" y="54860"/>
                          <a:pt x="24318" y="53518"/>
                          <a:pt x="29723" y="53518"/>
                        </a:cubicBezTo>
                        <a:cubicBezTo>
                          <a:pt x="35101" y="53518"/>
                          <a:pt x="39303" y="54860"/>
                          <a:pt x="42330" y="57544"/>
                        </a:cubicBezTo>
                        <a:cubicBezTo>
                          <a:pt x="45369" y="60227"/>
                          <a:pt x="46889" y="63962"/>
                          <a:pt x="46889" y="68747"/>
                        </a:cubicBezTo>
                        <a:cubicBezTo>
                          <a:pt x="46889" y="73546"/>
                          <a:pt x="45369" y="77287"/>
                          <a:pt x="42330" y="79971"/>
                        </a:cubicBezTo>
                        <a:cubicBezTo>
                          <a:pt x="39303" y="82654"/>
                          <a:pt x="35101" y="83996"/>
                          <a:pt x="29723" y="83996"/>
                        </a:cubicBezTo>
                        <a:cubicBezTo>
                          <a:pt x="24318" y="83996"/>
                          <a:pt x="20115" y="82654"/>
                          <a:pt x="17116" y="79971"/>
                        </a:cubicBezTo>
                        <a:cubicBezTo>
                          <a:pt x="14129" y="77287"/>
                          <a:pt x="12636" y="73546"/>
                          <a:pt x="12636" y="6874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16" name="Freeform: Shape 215">
                    <a:extLst>
                      <a:ext uri="{FF2B5EF4-FFF2-40B4-BE49-F238E27FC236}">
                        <a16:creationId xmlns:a16="http://schemas.microsoft.com/office/drawing/2014/main" id="{E81C3D45-EA91-82D7-C1D9-350D7DC81DB8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308845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96 h 95994"/>
                      <a:gd name="connsiteX1" fmla="*/ 15437 w 63926"/>
                      <a:gd name="connsiteY1" fmla="*/ 74478 h 95994"/>
                      <a:gd name="connsiteX2" fmla="*/ 10580 w 63926"/>
                      <a:gd name="connsiteY2" fmla="*/ 45884 h 95994"/>
                      <a:gd name="connsiteX3" fmla="*/ 15437 w 63926"/>
                      <a:gd name="connsiteY3" fmla="*/ 17349 h 95994"/>
                      <a:gd name="connsiteX4" fmla="*/ 29966 w 63926"/>
                      <a:gd name="connsiteY4" fmla="*/ 7831 h 95994"/>
                      <a:gd name="connsiteX5" fmla="*/ 44556 w 63926"/>
                      <a:gd name="connsiteY5" fmla="*/ 17349 h 95994"/>
                      <a:gd name="connsiteX6" fmla="*/ 49432 w 63926"/>
                      <a:gd name="connsiteY6" fmla="*/ 45884 h 95994"/>
                      <a:gd name="connsiteX7" fmla="*/ 44556 w 63926"/>
                      <a:gd name="connsiteY7" fmla="*/ 74478 h 95994"/>
                      <a:gd name="connsiteX8" fmla="*/ 29966 w 63926"/>
                      <a:gd name="connsiteY8" fmla="*/ 83996 h 95994"/>
                      <a:gd name="connsiteX9" fmla="*/ 29966 w 63926"/>
                      <a:gd name="connsiteY9" fmla="*/ 93911 h 95994"/>
                      <a:gd name="connsiteX10" fmla="*/ 53733 w 63926"/>
                      <a:gd name="connsiteY10" fmla="*/ 81597 h 95994"/>
                      <a:gd name="connsiteX11" fmla="*/ 61940 w 63926"/>
                      <a:gd name="connsiteY11" fmla="*/ 45884 h 95994"/>
                      <a:gd name="connsiteX12" fmla="*/ 53733 w 63926"/>
                      <a:gd name="connsiteY12" fmla="*/ 10211 h 95994"/>
                      <a:gd name="connsiteX13" fmla="*/ 29966 w 63926"/>
                      <a:gd name="connsiteY13" fmla="*/ -2083 h 95994"/>
                      <a:gd name="connsiteX14" fmla="*/ 6219 w 63926"/>
                      <a:gd name="connsiteY14" fmla="*/ 10211 h 95994"/>
                      <a:gd name="connsiteX15" fmla="*/ -1987 w 63926"/>
                      <a:gd name="connsiteY15" fmla="*/ 45884 h 95994"/>
                      <a:gd name="connsiteX16" fmla="*/ 6219 w 63926"/>
                      <a:gd name="connsiteY16" fmla="*/ 81597 h 95994"/>
                      <a:gd name="connsiteX17" fmla="*/ 29966 w 63926"/>
                      <a:gd name="connsiteY17" fmla="*/ 9391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96"/>
                        </a:moveTo>
                        <a:cubicBezTo>
                          <a:pt x="23531" y="83996"/>
                          <a:pt x="18688" y="80823"/>
                          <a:pt x="15437" y="74478"/>
                        </a:cubicBezTo>
                        <a:cubicBezTo>
                          <a:pt x="12199" y="68146"/>
                          <a:pt x="10580" y="58614"/>
                          <a:pt x="10580" y="45884"/>
                        </a:cubicBezTo>
                        <a:cubicBezTo>
                          <a:pt x="10580" y="33206"/>
                          <a:pt x="12199" y="23695"/>
                          <a:pt x="15437" y="17349"/>
                        </a:cubicBezTo>
                        <a:cubicBezTo>
                          <a:pt x="18688" y="11004"/>
                          <a:pt x="23531" y="7831"/>
                          <a:pt x="29966" y="7831"/>
                        </a:cubicBezTo>
                        <a:cubicBezTo>
                          <a:pt x="36455" y="7831"/>
                          <a:pt x="41318" y="11004"/>
                          <a:pt x="44556" y="17349"/>
                        </a:cubicBezTo>
                        <a:cubicBezTo>
                          <a:pt x="47806" y="23695"/>
                          <a:pt x="49432" y="33206"/>
                          <a:pt x="49432" y="45884"/>
                        </a:cubicBezTo>
                        <a:cubicBezTo>
                          <a:pt x="49432" y="58614"/>
                          <a:pt x="47806" y="68146"/>
                          <a:pt x="44556" y="74478"/>
                        </a:cubicBezTo>
                        <a:cubicBezTo>
                          <a:pt x="41318" y="80823"/>
                          <a:pt x="36455" y="83996"/>
                          <a:pt x="29966" y="83996"/>
                        </a:cubicBezTo>
                        <a:close/>
                        <a:moveTo>
                          <a:pt x="29966" y="93911"/>
                        </a:moveTo>
                        <a:cubicBezTo>
                          <a:pt x="40340" y="93911"/>
                          <a:pt x="48262" y="89806"/>
                          <a:pt x="53733" y="81597"/>
                        </a:cubicBezTo>
                        <a:cubicBezTo>
                          <a:pt x="59204" y="73401"/>
                          <a:pt x="61940" y="61496"/>
                          <a:pt x="61940" y="45884"/>
                        </a:cubicBezTo>
                        <a:cubicBezTo>
                          <a:pt x="61940" y="30311"/>
                          <a:pt x="59204" y="18420"/>
                          <a:pt x="53733" y="10211"/>
                        </a:cubicBezTo>
                        <a:cubicBezTo>
                          <a:pt x="48262" y="2015"/>
                          <a:pt x="40340" y="-2083"/>
                          <a:pt x="29966" y="-2083"/>
                        </a:cubicBezTo>
                        <a:cubicBezTo>
                          <a:pt x="19606" y="-2083"/>
                          <a:pt x="11690" y="2015"/>
                          <a:pt x="6219" y="10211"/>
                        </a:cubicBezTo>
                        <a:cubicBezTo>
                          <a:pt x="748" y="18420"/>
                          <a:pt x="-1987" y="30311"/>
                          <a:pt x="-1987" y="45884"/>
                        </a:cubicBezTo>
                        <a:cubicBezTo>
                          <a:pt x="-1987" y="61496"/>
                          <a:pt x="748" y="73401"/>
                          <a:pt x="6219" y="81597"/>
                        </a:cubicBezTo>
                        <a:cubicBezTo>
                          <a:pt x="11690" y="89806"/>
                          <a:pt x="19606" y="93911"/>
                          <a:pt x="29966" y="9391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17" name="Graphic 164">
                <a:extLst>
                  <a:ext uri="{FF2B5EF4-FFF2-40B4-BE49-F238E27FC236}">
                    <a16:creationId xmlns:a16="http://schemas.microsoft.com/office/drawing/2014/main" id="{21628794-8449-0F7D-581E-7FC65944ED9C}"/>
                  </a:ext>
                </a:extLst>
              </p:cNvPr>
              <p:cNvGrpSpPr/>
              <p:nvPr/>
            </p:nvGrpSpPr>
            <p:grpSpPr>
              <a:xfrm>
                <a:off x="3577804" y="3855631"/>
                <a:ext cx="324747" cy="95994"/>
                <a:chOff x="3577804" y="3855631"/>
                <a:chExt cx="324747" cy="95994"/>
              </a:xfrm>
              <a:solidFill>
                <a:srgbClr val="000000"/>
              </a:solidFill>
            </p:grpSpPr>
            <p:sp>
              <p:nvSpPr>
                <p:cNvPr id="218" name="Freeform: Shape 217">
                  <a:extLst>
                    <a:ext uri="{FF2B5EF4-FFF2-40B4-BE49-F238E27FC236}">
                      <a16:creationId xmlns:a16="http://schemas.microsoft.com/office/drawing/2014/main" id="{4E5E71A7-76E5-B04B-0468-EF6284AFF0B0}"/>
                    </a:ext>
                  </a:extLst>
                </p:cNvPr>
                <p:cNvSpPr/>
                <p:nvPr/>
              </p:nvSpPr>
              <p:spPr>
                <a:xfrm>
                  <a:off x="3858149" y="3901605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10 h 12690"/>
                    <a:gd name="connsiteX1" fmla="*/ 58 w 44401"/>
                    <a:gd name="connsiteY1" fmla="*/ 21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10"/>
                      </a:moveTo>
                      <a:lnTo>
                        <a:pt x="58" y="210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19" name="Graphic 164">
                  <a:extLst>
                    <a:ext uri="{FF2B5EF4-FFF2-40B4-BE49-F238E27FC236}">
                      <a16:creationId xmlns:a16="http://schemas.microsoft.com/office/drawing/2014/main" id="{98CA5BD6-CCD3-2C40-B76B-E4DC4EA13C03}"/>
                    </a:ext>
                  </a:extLst>
                </p:cNvPr>
                <p:cNvGrpSpPr/>
                <p:nvPr/>
              </p:nvGrpSpPr>
              <p:grpSpPr>
                <a:xfrm>
                  <a:off x="3577804" y="3855631"/>
                  <a:ext cx="227514" cy="95994"/>
                  <a:chOff x="3577804" y="3855631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220" name="Freeform: Shape 219">
                    <a:extLst>
                      <a:ext uri="{FF2B5EF4-FFF2-40B4-BE49-F238E27FC236}">
                        <a16:creationId xmlns:a16="http://schemas.microsoft.com/office/drawing/2014/main" id="{8B306C73-5A45-2BB0-2F10-F050A017C70E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3857296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495 h 92524"/>
                      <a:gd name="connsiteX1" fmla="*/ 8171 w 67395"/>
                      <a:gd name="connsiteY1" fmla="*/ 30100 h 92524"/>
                      <a:gd name="connsiteX2" fmla="*/ 39767 w 67395"/>
                      <a:gd name="connsiteY2" fmla="*/ 30100 h 92524"/>
                      <a:gd name="connsiteX3" fmla="*/ 39767 w 67395"/>
                      <a:gd name="connsiteY3" fmla="*/ 79495 h 92524"/>
                      <a:gd name="connsiteX4" fmla="*/ 36477 w 67395"/>
                      <a:gd name="connsiteY4" fmla="*/ 90401 h 92524"/>
                      <a:gd name="connsiteX5" fmla="*/ 52216 w 67395"/>
                      <a:gd name="connsiteY5" fmla="*/ 90401 h 92524"/>
                      <a:gd name="connsiteX6" fmla="*/ 52216 w 67395"/>
                      <a:gd name="connsiteY6" fmla="*/ 30100 h 92524"/>
                      <a:gd name="connsiteX7" fmla="*/ 65417 w 67395"/>
                      <a:gd name="connsiteY7" fmla="*/ 30100 h 92524"/>
                      <a:gd name="connsiteX8" fmla="*/ 65417 w 67395"/>
                      <a:gd name="connsiteY8" fmla="*/ 19690 h 92524"/>
                      <a:gd name="connsiteX9" fmla="*/ 52216 w 67395"/>
                      <a:gd name="connsiteY9" fmla="*/ 19690 h 92524"/>
                      <a:gd name="connsiteX10" fmla="*/ 52216 w 67395"/>
                      <a:gd name="connsiteY10" fmla="*/ -2123 h 92524"/>
                      <a:gd name="connsiteX11" fmla="*/ 39767 w 67395"/>
                      <a:gd name="connsiteY11" fmla="*/ -2123 h 92524"/>
                      <a:gd name="connsiteX12" fmla="*/ 39767 w 67395"/>
                      <a:gd name="connsiteY12" fmla="*/ 19690 h 92524"/>
                      <a:gd name="connsiteX13" fmla="*/ -1978 w 67395"/>
                      <a:gd name="connsiteY13" fmla="*/ 19690 h 92524"/>
                      <a:gd name="connsiteX14" fmla="*/ -1978 w 67395"/>
                      <a:gd name="connsiteY14" fmla="*/ 31766 h 92524"/>
                      <a:gd name="connsiteX15" fmla="*/ 36477 w 67395"/>
                      <a:gd name="connsiteY15" fmla="*/ 90401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495"/>
                        </a:moveTo>
                        <a:lnTo>
                          <a:pt x="8171" y="30100"/>
                        </a:lnTo>
                        <a:lnTo>
                          <a:pt x="39767" y="30100"/>
                        </a:lnTo>
                        <a:lnTo>
                          <a:pt x="39767" y="79495"/>
                        </a:lnTo>
                        <a:close/>
                        <a:moveTo>
                          <a:pt x="36477" y="90401"/>
                        </a:moveTo>
                        <a:lnTo>
                          <a:pt x="52216" y="90401"/>
                        </a:lnTo>
                        <a:lnTo>
                          <a:pt x="52216" y="30100"/>
                        </a:lnTo>
                        <a:lnTo>
                          <a:pt x="65417" y="30100"/>
                        </a:lnTo>
                        <a:lnTo>
                          <a:pt x="65417" y="19690"/>
                        </a:lnTo>
                        <a:lnTo>
                          <a:pt x="52216" y="19690"/>
                        </a:lnTo>
                        <a:lnTo>
                          <a:pt x="52216" y="-2123"/>
                        </a:lnTo>
                        <a:lnTo>
                          <a:pt x="39767" y="-2123"/>
                        </a:lnTo>
                        <a:lnTo>
                          <a:pt x="39767" y="19690"/>
                        </a:lnTo>
                        <a:lnTo>
                          <a:pt x="-1978" y="19690"/>
                        </a:lnTo>
                        <a:lnTo>
                          <a:pt x="-1978" y="31766"/>
                        </a:lnTo>
                        <a:lnTo>
                          <a:pt x="36477" y="904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1" name="Freeform: Shape 220">
                    <a:extLst>
                      <a:ext uri="{FF2B5EF4-FFF2-40B4-BE49-F238E27FC236}">
                        <a16:creationId xmlns:a16="http://schemas.microsoft.com/office/drawing/2014/main" id="{072B164A-2536-7254-6545-351745DBD4AC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301" y="3855631"/>
                    <a:ext cx="63807" cy="95994"/>
                  </a:xfrm>
                  <a:custGeom>
                    <a:avLst/>
                    <a:gdLst>
                      <a:gd name="connsiteX0" fmla="*/ 3975 w 63807"/>
                      <a:gd name="connsiteY0" fmla="*/ 1609 h 95994"/>
                      <a:gd name="connsiteX1" fmla="*/ 3975 w 63807"/>
                      <a:gd name="connsiteY1" fmla="*/ 13011 h 95994"/>
                      <a:gd name="connsiteX2" fmla="*/ 13510 w 63807"/>
                      <a:gd name="connsiteY2" fmla="*/ 9600 h 95994"/>
                      <a:gd name="connsiteX3" fmla="*/ 23005 w 63807"/>
                      <a:gd name="connsiteY3" fmla="*/ 8430 h 95994"/>
                      <a:gd name="connsiteX4" fmla="*/ 41915 w 63807"/>
                      <a:gd name="connsiteY4" fmla="*/ 16759 h 95994"/>
                      <a:gd name="connsiteX5" fmla="*/ 49388 w 63807"/>
                      <a:gd name="connsiteY5" fmla="*/ 42081 h 95994"/>
                      <a:gd name="connsiteX6" fmla="*/ 40270 w 63807"/>
                      <a:gd name="connsiteY6" fmla="*/ 33891 h 95994"/>
                      <a:gd name="connsiteX7" fmla="*/ 28079 w 63807"/>
                      <a:gd name="connsiteY7" fmla="*/ 31036 h 95994"/>
                      <a:gd name="connsiteX8" fmla="*/ 6116 w 63807"/>
                      <a:gd name="connsiteY8" fmla="*/ 39424 h 95994"/>
                      <a:gd name="connsiteX9" fmla="*/ -1971 w 63807"/>
                      <a:gd name="connsiteY9" fmla="*/ 62406 h 95994"/>
                      <a:gd name="connsiteX10" fmla="*/ 6453 w 63807"/>
                      <a:gd name="connsiteY10" fmla="*/ 85249 h 95994"/>
                      <a:gd name="connsiteX11" fmla="*/ 28872 w 63807"/>
                      <a:gd name="connsiteY11" fmla="*/ 93875 h 95994"/>
                      <a:gd name="connsiteX12" fmla="*/ 53372 w 63807"/>
                      <a:gd name="connsiteY12" fmla="*/ 81561 h 95994"/>
                      <a:gd name="connsiteX13" fmla="*/ 61836 w 63807"/>
                      <a:gd name="connsiteY13" fmla="*/ 45848 h 95994"/>
                      <a:gd name="connsiteX14" fmla="*/ 51449 w 63807"/>
                      <a:gd name="connsiteY14" fmla="*/ 10929 h 95994"/>
                      <a:gd name="connsiteX15" fmla="*/ 23560 w 63807"/>
                      <a:gd name="connsiteY15" fmla="*/ -2119 h 95994"/>
                      <a:gd name="connsiteX16" fmla="*/ 14005 w 63807"/>
                      <a:gd name="connsiteY16" fmla="*/ -1187 h 95994"/>
                      <a:gd name="connsiteX17" fmla="*/ 3975 w 63807"/>
                      <a:gd name="connsiteY17" fmla="*/ 1609 h 95994"/>
                      <a:gd name="connsiteX18" fmla="*/ 28872 w 63807"/>
                      <a:gd name="connsiteY18" fmla="*/ 40831 h 95994"/>
                      <a:gd name="connsiteX19" fmla="*/ 42212 w 63807"/>
                      <a:gd name="connsiteY19" fmla="*/ 46582 h 95994"/>
                      <a:gd name="connsiteX20" fmla="*/ 47148 w 63807"/>
                      <a:gd name="connsiteY20" fmla="*/ 62406 h 95994"/>
                      <a:gd name="connsiteX21" fmla="*/ 42212 w 63807"/>
                      <a:gd name="connsiteY21" fmla="*/ 78170 h 95994"/>
                      <a:gd name="connsiteX22" fmla="*/ 28872 w 63807"/>
                      <a:gd name="connsiteY22" fmla="*/ 83960 h 95994"/>
                      <a:gd name="connsiteX23" fmla="*/ 15532 w 63807"/>
                      <a:gd name="connsiteY23" fmla="*/ 78170 h 95994"/>
                      <a:gd name="connsiteX24" fmla="*/ 10616 w 63807"/>
                      <a:gd name="connsiteY24" fmla="*/ 62406 h 95994"/>
                      <a:gd name="connsiteX25" fmla="*/ 15532 w 63807"/>
                      <a:gd name="connsiteY25" fmla="*/ 46582 h 95994"/>
                      <a:gd name="connsiteX26" fmla="*/ 28872 w 63807"/>
                      <a:gd name="connsiteY26" fmla="*/ 408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3975" y="1609"/>
                        </a:moveTo>
                        <a:lnTo>
                          <a:pt x="3975" y="13011"/>
                        </a:lnTo>
                        <a:cubicBezTo>
                          <a:pt x="7120" y="11517"/>
                          <a:pt x="10298" y="10380"/>
                          <a:pt x="13510" y="9600"/>
                        </a:cubicBezTo>
                        <a:cubicBezTo>
                          <a:pt x="16734" y="8820"/>
                          <a:pt x="19899" y="8430"/>
                          <a:pt x="23005" y="8430"/>
                        </a:cubicBezTo>
                        <a:cubicBezTo>
                          <a:pt x="31264" y="8430"/>
                          <a:pt x="37567" y="11206"/>
                          <a:pt x="41915" y="16759"/>
                        </a:cubicBezTo>
                        <a:cubicBezTo>
                          <a:pt x="46276" y="22311"/>
                          <a:pt x="48767" y="30751"/>
                          <a:pt x="49388" y="42081"/>
                        </a:cubicBezTo>
                        <a:cubicBezTo>
                          <a:pt x="46996" y="38525"/>
                          <a:pt x="43957" y="35795"/>
                          <a:pt x="40270" y="33891"/>
                        </a:cubicBezTo>
                        <a:cubicBezTo>
                          <a:pt x="36596" y="31987"/>
                          <a:pt x="32532" y="31036"/>
                          <a:pt x="28079" y="31036"/>
                        </a:cubicBezTo>
                        <a:cubicBezTo>
                          <a:pt x="18829" y="31036"/>
                          <a:pt x="11508" y="33832"/>
                          <a:pt x="6116" y="39424"/>
                        </a:cubicBezTo>
                        <a:cubicBezTo>
                          <a:pt x="724" y="45029"/>
                          <a:pt x="-1971" y="52689"/>
                          <a:pt x="-1971" y="62406"/>
                        </a:cubicBezTo>
                        <a:cubicBezTo>
                          <a:pt x="-1971" y="71897"/>
                          <a:pt x="837" y="79512"/>
                          <a:pt x="6453" y="85249"/>
                        </a:cubicBezTo>
                        <a:cubicBezTo>
                          <a:pt x="12069" y="91000"/>
                          <a:pt x="19542" y="93875"/>
                          <a:pt x="28872" y="93875"/>
                        </a:cubicBezTo>
                        <a:cubicBezTo>
                          <a:pt x="39576" y="93875"/>
                          <a:pt x="47743" y="89770"/>
                          <a:pt x="53372" y="81561"/>
                        </a:cubicBezTo>
                        <a:cubicBezTo>
                          <a:pt x="59015" y="73365"/>
                          <a:pt x="61836" y="61461"/>
                          <a:pt x="61836" y="45848"/>
                        </a:cubicBezTo>
                        <a:cubicBezTo>
                          <a:pt x="61836" y="31267"/>
                          <a:pt x="58374" y="19627"/>
                          <a:pt x="51449" y="10929"/>
                        </a:cubicBezTo>
                        <a:cubicBezTo>
                          <a:pt x="44538" y="2230"/>
                          <a:pt x="35241" y="-2119"/>
                          <a:pt x="23560" y="-2119"/>
                        </a:cubicBezTo>
                        <a:cubicBezTo>
                          <a:pt x="20414" y="-2119"/>
                          <a:pt x="17230" y="-1808"/>
                          <a:pt x="14005" y="-1187"/>
                        </a:cubicBezTo>
                        <a:cubicBezTo>
                          <a:pt x="10794" y="-566"/>
                          <a:pt x="7451" y="366"/>
                          <a:pt x="3975" y="1609"/>
                        </a:cubicBezTo>
                        <a:close/>
                        <a:moveTo>
                          <a:pt x="28872" y="40831"/>
                        </a:moveTo>
                        <a:cubicBezTo>
                          <a:pt x="34488" y="40831"/>
                          <a:pt x="38935" y="42748"/>
                          <a:pt x="42212" y="46582"/>
                        </a:cubicBezTo>
                        <a:cubicBezTo>
                          <a:pt x="45503" y="50429"/>
                          <a:pt x="47148" y="55703"/>
                          <a:pt x="47148" y="62406"/>
                        </a:cubicBezTo>
                        <a:cubicBezTo>
                          <a:pt x="47148" y="69055"/>
                          <a:pt x="45503" y="74310"/>
                          <a:pt x="42212" y="78170"/>
                        </a:cubicBezTo>
                        <a:cubicBezTo>
                          <a:pt x="38935" y="82030"/>
                          <a:pt x="34488" y="83960"/>
                          <a:pt x="28872" y="83960"/>
                        </a:cubicBezTo>
                        <a:cubicBezTo>
                          <a:pt x="23256" y="83960"/>
                          <a:pt x="18809" y="82030"/>
                          <a:pt x="15532" y="78170"/>
                        </a:cubicBezTo>
                        <a:cubicBezTo>
                          <a:pt x="12254" y="74310"/>
                          <a:pt x="10616" y="69055"/>
                          <a:pt x="10616" y="62406"/>
                        </a:cubicBezTo>
                        <a:cubicBezTo>
                          <a:pt x="10616" y="55703"/>
                          <a:pt x="12254" y="50429"/>
                          <a:pt x="15532" y="46582"/>
                        </a:cubicBezTo>
                        <a:cubicBezTo>
                          <a:pt x="18809" y="42748"/>
                          <a:pt x="23256" y="40831"/>
                          <a:pt x="28872" y="408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2" name="Freeform: Shape 221">
                    <a:extLst>
                      <a:ext uri="{FF2B5EF4-FFF2-40B4-BE49-F238E27FC236}">
                        <a16:creationId xmlns:a16="http://schemas.microsoft.com/office/drawing/2014/main" id="{C7924A29-80BB-31B6-C717-1BF50641DFE1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855631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60 h 95994"/>
                      <a:gd name="connsiteX1" fmla="*/ 15437 w 63926"/>
                      <a:gd name="connsiteY1" fmla="*/ 74442 h 95994"/>
                      <a:gd name="connsiteX2" fmla="*/ 10580 w 63926"/>
                      <a:gd name="connsiteY2" fmla="*/ 45848 h 95994"/>
                      <a:gd name="connsiteX3" fmla="*/ 15437 w 63926"/>
                      <a:gd name="connsiteY3" fmla="*/ 17314 h 95994"/>
                      <a:gd name="connsiteX4" fmla="*/ 29966 w 63926"/>
                      <a:gd name="connsiteY4" fmla="*/ 7796 h 95994"/>
                      <a:gd name="connsiteX5" fmla="*/ 44556 w 63926"/>
                      <a:gd name="connsiteY5" fmla="*/ 17314 h 95994"/>
                      <a:gd name="connsiteX6" fmla="*/ 49432 w 63926"/>
                      <a:gd name="connsiteY6" fmla="*/ 45848 h 95994"/>
                      <a:gd name="connsiteX7" fmla="*/ 44556 w 63926"/>
                      <a:gd name="connsiteY7" fmla="*/ 74442 h 95994"/>
                      <a:gd name="connsiteX8" fmla="*/ 29966 w 63926"/>
                      <a:gd name="connsiteY8" fmla="*/ 83960 h 95994"/>
                      <a:gd name="connsiteX9" fmla="*/ 29966 w 63926"/>
                      <a:gd name="connsiteY9" fmla="*/ 93875 h 95994"/>
                      <a:gd name="connsiteX10" fmla="*/ 53733 w 63926"/>
                      <a:gd name="connsiteY10" fmla="*/ 81561 h 95994"/>
                      <a:gd name="connsiteX11" fmla="*/ 61940 w 63926"/>
                      <a:gd name="connsiteY11" fmla="*/ 45848 h 95994"/>
                      <a:gd name="connsiteX12" fmla="*/ 53733 w 63926"/>
                      <a:gd name="connsiteY12" fmla="*/ 10175 h 95994"/>
                      <a:gd name="connsiteX13" fmla="*/ 29966 w 63926"/>
                      <a:gd name="connsiteY13" fmla="*/ -2119 h 95994"/>
                      <a:gd name="connsiteX14" fmla="*/ 6219 w 63926"/>
                      <a:gd name="connsiteY14" fmla="*/ 10175 h 95994"/>
                      <a:gd name="connsiteX15" fmla="*/ -1987 w 63926"/>
                      <a:gd name="connsiteY15" fmla="*/ 45848 h 95994"/>
                      <a:gd name="connsiteX16" fmla="*/ 6219 w 63926"/>
                      <a:gd name="connsiteY16" fmla="*/ 81561 h 95994"/>
                      <a:gd name="connsiteX17" fmla="*/ 29966 w 63926"/>
                      <a:gd name="connsiteY17" fmla="*/ 9387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60"/>
                        </a:moveTo>
                        <a:cubicBezTo>
                          <a:pt x="23531" y="83960"/>
                          <a:pt x="18688" y="80788"/>
                          <a:pt x="15437" y="74442"/>
                        </a:cubicBezTo>
                        <a:cubicBezTo>
                          <a:pt x="12199" y="68110"/>
                          <a:pt x="10580" y="58579"/>
                          <a:pt x="10580" y="45848"/>
                        </a:cubicBezTo>
                        <a:cubicBezTo>
                          <a:pt x="10580" y="33171"/>
                          <a:pt x="12199" y="23659"/>
                          <a:pt x="15437" y="17314"/>
                        </a:cubicBezTo>
                        <a:cubicBezTo>
                          <a:pt x="18688" y="10968"/>
                          <a:pt x="23531" y="7796"/>
                          <a:pt x="29966" y="7796"/>
                        </a:cubicBezTo>
                        <a:cubicBezTo>
                          <a:pt x="36455" y="7796"/>
                          <a:pt x="41318" y="10968"/>
                          <a:pt x="44556" y="17314"/>
                        </a:cubicBezTo>
                        <a:cubicBezTo>
                          <a:pt x="47806" y="23659"/>
                          <a:pt x="49432" y="33171"/>
                          <a:pt x="49432" y="45848"/>
                        </a:cubicBezTo>
                        <a:cubicBezTo>
                          <a:pt x="49432" y="58579"/>
                          <a:pt x="47806" y="68110"/>
                          <a:pt x="44556" y="74442"/>
                        </a:cubicBezTo>
                        <a:cubicBezTo>
                          <a:pt x="41318" y="80788"/>
                          <a:pt x="36455" y="83960"/>
                          <a:pt x="29966" y="83960"/>
                        </a:cubicBezTo>
                        <a:close/>
                        <a:moveTo>
                          <a:pt x="29966" y="93875"/>
                        </a:moveTo>
                        <a:cubicBezTo>
                          <a:pt x="40340" y="93875"/>
                          <a:pt x="48262" y="89770"/>
                          <a:pt x="53733" y="81561"/>
                        </a:cubicBezTo>
                        <a:cubicBezTo>
                          <a:pt x="59204" y="73365"/>
                          <a:pt x="61940" y="61461"/>
                          <a:pt x="61940" y="45848"/>
                        </a:cubicBezTo>
                        <a:cubicBezTo>
                          <a:pt x="61940" y="30276"/>
                          <a:pt x="59204" y="18385"/>
                          <a:pt x="53733" y="10175"/>
                        </a:cubicBezTo>
                        <a:cubicBezTo>
                          <a:pt x="48262" y="1979"/>
                          <a:pt x="40340" y="-2119"/>
                          <a:pt x="29966" y="-2119"/>
                        </a:cubicBezTo>
                        <a:cubicBezTo>
                          <a:pt x="19606" y="-2119"/>
                          <a:pt x="11690" y="1979"/>
                          <a:pt x="6219" y="10175"/>
                        </a:cubicBezTo>
                        <a:cubicBezTo>
                          <a:pt x="748" y="18385"/>
                          <a:pt x="-1987" y="30276"/>
                          <a:pt x="-1987" y="45848"/>
                        </a:cubicBezTo>
                        <a:cubicBezTo>
                          <a:pt x="-1987" y="61461"/>
                          <a:pt x="748" y="73365"/>
                          <a:pt x="6219" y="81561"/>
                        </a:cubicBezTo>
                        <a:cubicBezTo>
                          <a:pt x="11690" y="89770"/>
                          <a:pt x="19606" y="93875"/>
                          <a:pt x="29966" y="9387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23" name="Graphic 164">
                <a:extLst>
                  <a:ext uri="{FF2B5EF4-FFF2-40B4-BE49-F238E27FC236}">
                    <a16:creationId xmlns:a16="http://schemas.microsoft.com/office/drawing/2014/main" id="{0AC8919B-946C-D397-2451-9C80A3ECF51E}"/>
                  </a:ext>
                </a:extLst>
              </p:cNvPr>
              <p:cNvGrpSpPr/>
              <p:nvPr/>
            </p:nvGrpSpPr>
            <p:grpSpPr>
              <a:xfrm>
                <a:off x="3581391" y="3402416"/>
                <a:ext cx="321159" cy="95994"/>
                <a:chOff x="3581391" y="3402416"/>
                <a:chExt cx="321159" cy="95994"/>
              </a:xfrm>
              <a:solidFill>
                <a:srgbClr val="000000"/>
              </a:solidFill>
            </p:grpSpPr>
            <p:sp>
              <p:nvSpPr>
                <p:cNvPr id="224" name="Freeform: Shape 223">
                  <a:extLst>
                    <a:ext uri="{FF2B5EF4-FFF2-40B4-BE49-F238E27FC236}">
                      <a16:creationId xmlns:a16="http://schemas.microsoft.com/office/drawing/2014/main" id="{C10381A3-FB3C-46F2-4241-9877A335533A}"/>
                    </a:ext>
                  </a:extLst>
                </p:cNvPr>
                <p:cNvSpPr/>
                <p:nvPr/>
              </p:nvSpPr>
              <p:spPr>
                <a:xfrm>
                  <a:off x="3858149" y="344839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75 h 12690"/>
                    <a:gd name="connsiteX1" fmla="*/ 58 w 44401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25" name="Graphic 164">
                  <a:extLst>
                    <a:ext uri="{FF2B5EF4-FFF2-40B4-BE49-F238E27FC236}">
                      <a16:creationId xmlns:a16="http://schemas.microsoft.com/office/drawing/2014/main" id="{77EE6E1C-C632-E6E5-D6F4-7B83B378051A}"/>
                    </a:ext>
                  </a:extLst>
                </p:cNvPr>
                <p:cNvGrpSpPr/>
                <p:nvPr/>
              </p:nvGrpSpPr>
              <p:grpSpPr>
                <a:xfrm>
                  <a:off x="3581391" y="3402416"/>
                  <a:ext cx="223926" cy="95994"/>
                  <a:chOff x="3581391" y="3402416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26" name="Freeform: Shape 225">
                    <a:extLst>
                      <a:ext uri="{FF2B5EF4-FFF2-40B4-BE49-F238E27FC236}">
                        <a16:creationId xmlns:a16="http://schemas.microsoft.com/office/drawing/2014/main" id="{5D570CAA-E138-3237-6094-C26ED6B6083F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340408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16 h 94328"/>
                      <a:gd name="connsiteX1" fmla="*/ 51056 w 59843"/>
                      <a:gd name="connsiteY1" fmla="*/ 92216 h 94328"/>
                      <a:gd name="connsiteX2" fmla="*/ 51056 w 59843"/>
                      <a:gd name="connsiteY2" fmla="*/ 81667 h 94328"/>
                      <a:gd name="connsiteX3" fmla="*/ 13393 w 59843"/>
                      <a:gd name="connsiteY3" fmla="*/ 81667 h 94328"/>
                      <a:gd name="connsiteX4" fmla="*/ 13393 w 59843"/>
                      <a:gd name="connsiteY4" fmla="*/ 59002 h 94328"/>
                      <a:gd name="connsiteX5" fmla="*/ 18825 w 59843"/>
                      <a:gd name="connsiteY5" fmla="*/ 60390 h 94328"/>
                      <a:gd name="connsiteX6" fmla="*/ 24296 w 59843"/>
                      <a:gd name="connsiteY6" fmla="*/ 60846 h 94328"/>
                      <a:gd name="connsiteX7" fmla="*/ 48816 w 59843"/>
                      <a:gd name="connsiteY7" fmla="*/ 52359 h 94328"/>
                      <a:gd name="connsiteX8" fmla="*/ 57874 w 59843"/>
                      <a:gd name="connsiteY8" fmla="*/ 29376 h 94328"/>
                      <a:gd name="connsiteX9" fmla="*/ 48578 w 59843"/>
                      <a:gd name="connsiteY9" fmla="*/ 6156 h 94328"/>
                      <a:gd name="connsiteX10" fmla="*/ 22373 w 59843"/>
                      <a:gd name="connsiteY10" fmla="*/ -2113 h 94328"/>
                      <a:gd name="connsiteX11" fmla="*/ 10499 w 59843"/>
                      <a:gd name="connsiteY11" fmla="*/ -1121 h 94328"/>
                      <a:gd name="connsiteX12" fmla="*/ -1969 w 59843"/>
                      <a:gd name="connsiteY12" fmla="*/ 1853 h 94328"/>
                      <a:gd name="connsiteX13" fmla="*/ -1969 w 59843"/>
                      <a:gd name="connsiteY13" fmla="*/ 14445 h 94328"/>
                      <a:gd name="connsiteX14" fmla="*/ 9548 w 59843"/>
                      <a:gd name="connsiteY14" fmla="*/ 9924 h 94328"/>
                      <a:gd name="connsiteX15" fmla="*/ 22115 w 59843"/>
                      <a:gd name="connsiteY15" fmla="*/ 8437 h 94328"/>
                      <a:gd name="connsiteX16" fmla="*/ 39083 w 59843"/>
                      <a:gd name="connsiteY16" fmla="*/ 14068 h 94328"/>
                      <a:gd name="connsiteX17" fmla="*/ 45347 w 59843"/>
                      <a:gd name="connsiteY17" fmla="*/ 29376 h 94328"/>
                      <a:gd name="connsiteX18" fmla="*/ 39083 w 59843"/>
                      <a:gd name="connsiteY18" fmla="*/ 44665 h 94328"/>
                      <a:gd name="connsiteX19" fmla="*/ 22115 w 59843"/>
                      <a:gd name="connsiteY19" fmla="*/ 50316 h 94328"/>
                      <a:gd name="connsiteX20" fmla="*/ 12105 w 59843"/>
                      <a:gd name="connsiteY20" fmla="*/ 49206 h 94328"/>
                      <a:gd name="connsiteX21" fmla="*/ 1936 w 59843"/>
                      <a:gd name="connsiteY21" fmla="*/ 45736 h 94328"/>
                      <a:gd name="connsiteX22" fmla="*/ 1936 w 59843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16"/>
                        </a:moveTo>
                        <a:lnTo>
                          <a:pt x="51056" y="92216"/>
                        </a:lnTo>
                        <a:lnTo>
                          <a:pt x="51056" y="81667"/>
                        </a:lnTo>
                        <a:lnTo>
                          <a:pt x="13393" y="81667"/>
                        </a:lnTo>
                        <a:lnTo>
                          <a:pt x="13393" y="59002"/>
                        </a:lnTo>
                        <a:cubicBezTo>
                          <a:pt x="15204" y="59623"/>
                          <a:pt x="17014" y="60086"/>
                          <a:pt x="18825" y="60390"/>
                        </a:cubicBezTo>
                        <a:cubicBezTo>
                          <a:pt x="20648" y="60694"/>
                          <a:pt x="22472" y="60846"/>
                          <a:pt x="24296" y="60846"/>
                        </a:cubicBezTo>
                        <a:cubicBezTo>
                          <a:pt x="34616" y="60846"/>
                          <a:pt x="42790" y="58017"/>
                          <a:pt x="48816" y="52359"/>
                        </a:cubicBezTo>
                        <a:cubicBezTo>
                          <a:pt x="54855" y="46701"/>
                          <a:pt x="57874" y="39040"/>
                          <a:pt x="57874" y="29376"/>
                        </a:cubicBezTo>
                        <a:cubicBezTo>
                          <a:pt x="57874" y="19422"/>
                          <a:pt x="54776" y="11682"/>
                          <a:pt x="48578" y="6156"/>
                        </a:cubicBezTo>
                        <a:cubicBezTo>
                          <a:pt x="42380" y="644"/>
                          <a:pt x="33645" y="-2113"/>
                          <a:pt x="22373" y="-2113"/>
                        </a:cubicBezTo>
                        <a:cubicBezTo>
                          <a:pt x="18488" y="-2113"/>
                          <a:pt x="14530" y="-1782"/>
                          <a:pt x="10499" y="-1121"/>
                        </a:cubicBezTo>
                        <a:cubicBezTo>
                          <a:pt x="6482" y="-460"/>
                          <a:pt x="2326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5" y="12422"/>
                          <a:pt x="5583" y="10915"/>
                          <a:pt x="9548" y="9924"/>
                        </a:cubicBezTo>
                        <a:cubicBezTo>
                          <a:pt x="13512" y="8932"/>
                          <a:pt x="17701" y="8437"/>
                          <a:pt x="22115" y="8437"/>
                        </a:cubicBezTo>
                        <a:cubicBezTo>
                          <a:pt x="29264" y="8437"/>
                          <a:pt x="34920" y="10314"/>
                          <a:pt x="39083" y="14068"/>
                        </a:cubicBezTo>
                        <a:cubicBezTo>
                          <a:pt x="43259" y="17822"/>
                          <a:pt x="45347" y="22925"/>
                          <a:pt x="45347" y="29376"/>
                        </a:cubicBezTo>
                        <a:cubicBezTo>
                          <a:pt x="45347" y="35814"/>
                          <a:pt x="43259" y="40910"/>
                          <a:pt x="39083" y="44665"/>
                        </a:cubicBezTo>
                        <a:cubicBezTo>
                          <a:pt x="34920" y="48432"/>
                          <a:pt x="29264" y="50316"/>
                          <a:pt x="22115" y="50316"/>
                        </a:cubicBezTo>
                        <a:cubicBezTo>
                          <a:pt x="18772" y="50316"/>
                          <a:pt x="15435" y="49946"/>
                          <a:pt x="12105" y="49206"/>
                        </a:cubicBezTo>
                        <a:cubicBezTo>
                          <a:pt x="8788" y="48465"/>
                          <a:pt x="5398" y="47309"/>
                          <a:pt x="1936" y="45736"/>
                        </a:cubicBezTo>
                        <a:lnTo>
                          <a:pt x="1936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7" name="Freeform: Shape 226">
                    <a:extLst>
                      <a:ext uri="{FF2B5EF4-FFF2-40B4-BE49-F238E27FC236}">
                        <a16:creationId xmlns:a16="http://schemas.microsoft.com/office/drawing/2014/main" id="{425CC431-8F7C-8F10-F865-2A485B2A38D5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678" y="3402416"/>
                    <a:ext cx="63926" cy="95994"/>
                  </a:xfrm>
                  <a:custGeom>
                    <a:avLst/>
                    <a:gdLst>
                      <a:gd name="connsiteX0" fmla="*/ 29960 w 63926"/>
                      <a:gd name="connsiteY0" fmla="*/ 83925 h 95994"/>
                      <a:gd name="connsiteX1" fmla="*/ 15430 w 63926"/>
                      <a:gd name="connsiteY1" fmla="*/ 74407 h 95994"/>
                      <a:gd name="connsiteX2" fmla="*/ 10574 w 63926"/>
                      <a:gd name="connsiteY2" fmla="*/ 45813 h 95994"/>
                      <a:gd name="connsiteX3" fmla="*/ 15430 w 63926"/>
                      <a:gd name="connsiteY3" fmla="*/ 17278 h 95994"/>
                      <a:gd name="connsiteX4" fmla="*/ 29960 w 63926"/>
                      <a:gd name="connsiteY4" fmla="*/ 7760 h 95994"/>
                      <a:gd name="connsiteX5" fmla="*/ 44549 w 63926"/>
                      <a:gd name="connsiteY5" fmla="*/ 17278 h 95994"/>
                      <a:gd name="connsiteX6" fmla="*/ 49425 w 63926"/>
                      <a:gd name="connsiteY6" fmla="*/ 45813 h 95994"/>
                      <a:gd name="connsiteX7" fmla="*/ 44549 w 63926"/>
                      <a:gd name="connsiteY7" fmla="*/ 74407 h 95994"/>
                      <a:gd name="connsiteX8" fmla="*/ 29960 w 63926"/>
                      <a:gd name="connsiteY8" fmla="*/ 83925 h 95994"/>
                      <a:gd name="connsiteX9" fmla="*/ 29960 w 63926"/>
                      <a:gd name="connsiteY9" fmla="*/ 93839 h 95994"/>
                      <a:gd name="connsiteX10" fmla="*/ 53727 w 63926"/>
                      <a:gd name="connsiteY10" fmla="*/ 81525 h 95994"/>
                      <a:gd name="connsiteX11" fmla="*/ 61933 w 63926"/>
                      <a:gd name="connsiteY11" fmla="*/ 45813 h 95994"/>
                      <a:gd name="connsiteX12" fmla="*/ 53727 w 63926"/>
                      <a:gd name="connsiteY12" fmla="*/ 10139 h 95994"/>
                      <a:gd name="connsiteX13" fmla="*/ 29960 w 63926"/>
                      <a:gd name="connsiteY13" fmla="*/ -2155 h 95994"/>
                      <a:gd name="connsiteX14" fmla="*/ 6213 w 63926"/>
                      <a:gd name="connsiteY14" fmla="*/ 10139 h 95994"/>
                      <a:gd name="connsiteX15" fmla="*/ -1993 w 63926"/>
                      <a:gd name="connsiteY15" fmla="*/ 45813 h 95994"/>
                      <a:gd name="connsiteX16" fmla="*/ 6213 w 63926"/>
                      <a:gd name="connsiteY16" fmla="*/ 81525 h 95994"/>
                      <a:gd name="connsiteX17" fmla="*/ 29960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0" y="83925"/>
                        </a:moveTo>
                        <a:cubicBezTo>
                          <a:pt x="23524" y="83925"/>
                          <a:pt x="18681" y="80752"/>
                          <a:pt x="15430" y="74407"/>
                        </a:cubicBezTo>
                        <a:cubicBezTo>
                          <a:pt x="12193" y="68074"/>
                          <a:pt x="10574" y="58543"/>
                          <a:pt x="10574" y="45813"/>
                        </a:cubicBezTo>
                        <a:cubicBezTo>
                          <a:pt x="10574" y="33135"/>
                          <a:pt x="12193" y="23623"/>
                          <a:pt x="15430" y="17278"/>
                        </a:cubicBezTo>
                        <a:cubicBezTo>
                          <a:pt x="18681" y="10933"/>
                          <a:pt x="23524" y="7760"/>
                          <a:pt x="29960" y="7760"/>
                        </a:cubicBezTo>
                        <a:cubicBezTo>
                          <a:pt x="36448" y="7760"/>
                          <a:pt x="41312" y="10933"/>
                          <a:pt x="44549" y="17278"/>
                        </a:cubicBezTo>
                        <a:cubicBezTo>
                          <a:pt x="47800" y="23623"/>
                          <a:pt x="49425" y="33135"/>
                          <a:pt x="49425" y="45813"/>
                        </a:cubicBezTo>
                        <a:cubicBezTo>
                          <a:pt x="49425" y="58543"/>
                          <a:pt x="47800" y="68074"/>
                          <a:pt x="44549" y="74407"/>
                        </a:cubicBezTo>
                        <a:cubicBezTo>
                          <a:pt x="41312" y="80752"/>
                          <a:pt x="36448" y="83925"/>
                          <a:pt x="29960" y="83925"/>
                        </a:cubicBezTo>
                        <a:close/>
                        <a:moveTo>
                          <a:pt x="29960" y="93839"/>
                        </a:moveTo>
                        <a:cubicBezTo>
                          <a:pt x="40334" y="93839"/>
                          <a:pt x="48256" y="89735"/>
                          <a:pt x="53727" y="81525"/>
                        </a:cubicBezTo>
                        <a:cubicBezTo>
                          <a:pt x="59198" y="73329"/>
                          <a:pt x="61933" y="61425"/>
                          <a:pt x="61933" y="45813"/>
                        </a:cubicBezTo>
                        <a:cubicBezTo>
                          <a:pt x="61933" y="30240"/>
                          <a:pt x="59198" y="18349"/>
                          <a:pt x="53727" y="10139"/>
                        </a:cubicBezTo>
                        <a:cubicBezTo>
                          <a:pt x="48256" y="1943"/>
                          <a:pt x="40334" y="-2155"/>
                          <a:pt x="29960" y="-2155"/>
                        </a:cubicBezTo>
                        <a:cubicBezTo>
                          <a:pt x="19600" y="-2155"/>
                          <a:pt x="11684" y="1943"/>
                          <a:pt x="6213" y="10139"/>
                        </a:cubicBezTo>
                        <a:cubicBezTo>
                          <a:pt x="742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2" y="73329"/>
                          <a:pt x="6213" y="81525"/>
                        </a:cubicBezTo>
                        <a:cubicBezTo>
                          <a:pt x="11684" y="89735"/>
                          <a:pt x="19600" y="93839"/>
                          <a:pt x="29960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8" name="Freeform: Shape 227">
                    <a:extLst>
                      <a:ext uri="{FF2B5EF4-FFF2-40B4-BE49-F238E27FC236}">
                        <a16:creationId xmlns:a16="http://schemas.microsoft.com/office/drawing/2014/main" id="{55CCE1AB-968B-FD3A-AE98-823ED02A76E4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402416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25 h 95994"/>
                      <a:gd name="connsiteX1" fmla="*/ 15437 w 63926"/>
                      <a:gd name="connsiteY1" fmla="*/ 74407 h 95994"/>
                      <a:gd name="connsiteX2" fmla="*/ 10580 w 63926"/>
                      <a:gd name="connsiteY2" fmla="*/ 45813 h 95994"/>
                      <a:gd name="connsiteX3" fmla="*/ 15437 w 63926"/>
                      <a:gd name="connsiteY3" fmla="*/ 17278 h 95994"/>
                      <a:gd name="connsiteX4" fmla="*/ 29966 w 63926"/>
                      <a:gd name="connsiteY4" fmla="*/ 7760 h 95994"/>
                      <a:gd name="connsiteX5" fmla="*/ 44556 w 63926"/>
                      <a:gd name="connsiteY5" fmla="*/ 17278 h 95994"/>
                      <a:gd name="connsiteX6" fmla="*/ 49432 w 63926"/>
                      <a:gd name="connsiteY6" fmla="*/ 45813 h 95994"/>
                      <a:gd name="connsiteX7" fmla="*/ 44556 w 63926"/>
                      <a:gd name="connsiteY7" fmla="*/ 74407 h 95994"/>
                      <a:gd name="connsiteX8" fmla="*/ 29966 w 63926"/>
                      <a:gd name="connsiteY8" fmla="*/ 83925 h 95994"/>
                      <a:gd name="connsiteX9" fmla="*/ 29966 w 63926"/>
                      <a:gd name="connsiteY9" fmla="*/ 93839 h 95994"/>
                      <a:gd name="connsiteX10" fmla="*/ 53733 w 63926"/>
                      <a:gd name="connsiteY10" fmla="*/ 81525 h 95994"/>
                      <a:gd name="connsiteX11" fmla="*/ 61940 w 63926"/>
                      <a:gd name="connsiteY11" fmla="*/ 45813 h 95994"/>
                      <a:gd name="connsiteX12" fmla="*/ 53733 w 63926"/>
                      <a:gd name="connsiteY12" fmla="*/ 10139 h 95994"/>
                      <a:gd name="connsiteX13" fmla="*/ 29966 w 63926"/>
                      <a:gd name="connsiteY13" fmla="*/ -2155 h 95994"/>
                      <a:gd name="connsiteX14" fmla="*/ 6219 w 63926"/>
                      <a:gd name="connsiteY14" fmla="*/ 10139 h 95994"/>
                      <a:gd name="connsiteX15" fmla="*/ -1987 w 63926"/>
                      <a:gd name="connsiteY15" fmla="*/ 45813 h 95994"/>
                      <a:gd name="connsiteX16" fmla="*/ 6219 w 63926"/>
                      <a:gd name="connsiteY16" fmla="*/ 81525 h 95994"/>
                      <a:gd name="connsiteX17" fmla="*/ 29966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25"/>
                        </a:moveTo>
                        <a:cubicBezTo>
                          <a:pt x="23531" y="83925"/>
                          <a:pt x="18688" y="80752"/>
                          <a:pt x="15437" y="74407"/>
                        </a:cubicBezTo>
                        <a:cubicBezTo>
                          <a:pt x="12199" y="68074"/>
                          <a:pt x="10580" y="58543"/>
                          <a:pt x="10580" y="45813"/>
                        </a:cubicBezTo>
                        <a:cubicBezTo>
                          <a:pt x="10580" y="33135"/>
                          <a:pt x="12199" y="23623"/>
                          <a:pt x="15437" y="17278"/>
                        </a:cubicBezTo>
                        <a:cubicBezTo>
                          <a:pt x="18688" y="10933"/>
                          <a:pt x="23531" y="7760"/>
                          <a:pt x="29966" y="7760"/>
                        </a:cubicBezTo>
                        <a:cubicBezTo>
                          <a:pt x="36455" y="7760"/>
                          <a:pt x="41318" y="10933"/>
                          <a:pt x="44556" y="17278"/>
                        </a:cubicBezTo>
                        <a:cubicBezTo>
                          <a:pt x="47806" y="23623"/>
                          <a:pt x="49432" y="33135"/>
                          <a:pt x="49432" y="45813"/>
                        </a:cubicBezTo>
                        <a:cubicBezTo>
                          <a:pt x="49432" y="58543"/>
                          <a:pt x="47806" y="68074"/>
                          <a:pt x="44556" y="74407"/>
                        </a:cubicBezTo>
                        <a:cubicBezTo>
                          <a:pt x="41318" y="80752"/>
                          <a:pt x="36455" y="83925"/>
                          <a:pt x="29966" y="83925"/>
                        </a:cubicBezTo>
                        <a:close/>
                        <a:moveTo>
                          <a:pt x="29966" y="93839"/>
                        </a:moveTo>
                        <a:cubicBezTo>
                          <a:pt x="40340" y="93839"/>
                          <a:pt x="48262" y="89735"/>
                          <a:pt x="53733" y="81525"/>
                        </a:cubicBezTo>
                        <a:cubicBezTo>
                          <a:pt x="59204" y="73329"/>
                          <a:pt x="61940" y="61425"/>
                          <a:pt x="61940" y="45813"/>
                        </a:cubicBezTo>
                        <a:cubicBezTo>
                          <a:pt x="61940" y="30240"/>
                          <a:pt x="59204" y="18349"/>
                          <a:pt x="53733" y="10139"/>
                        </a:cubicBezTo>
                        <a:cubicBezTo>
                          <a:pt x="48262" y="1943"/>
                          <a:pt x="40340" y="-2155"/>
                          <a:pt x="29966" y="-2155"/>
                        </a:cubicBezTo>
                        <a:cubicBezTo>
                          <a:pt x="19606" y="-2155"/>
                          <a:pt x="11690" y="1943"/>
                          <a:pt x="6219" y="10139"/>
                        </a:cubicBezTo>
                        <a:cubicBezTo>
                          <a:pt x="748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48" y="73329"/>
                          <a:pt x="6219" y="81525"/>
                        </a:cubicBezTo>
                        <a:cubicBezTo>
                          <a:pt x="11690" y="89735"/>
                          <a:pt x="19606" y="93839"/>
                          <a:pt x="29966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29" name="Graphic 164">
                <a:extLst>
                  <a:ext uri="{FF2B5EF4-FFF2-40B4-BE49-F238E27FC236}">
                    <a16:creationId xmlns:a16="http://schemas.microsoft.com/office/drawing/2014/main" id="{37ED1365-7998-702C-EA24-5110DC5B04EF}"/>
                  </a:ext>
                </a:extLst>
              </p:cNvPr>
              <p:cNvGrpSpPr/>
              <p:nvPr/>
            </p:nvGrpSpPr>
            <p:grpSpPr>
              <a:xfrm>
                <a:off x="3581391" y="2949201"/>
                <a:ext cx="321159" cy="95994"/>
                <a:chOff x="3581391" y="2949201"/>
                <a:chExt cx="321159" cy="95994"/>
              </a:xfrm>
              <a:solidFill>
                <a:srgbClr val="000000"/>
              </a:solidFill>
            </p:grpSpPr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4CA9E683-FD0A-31E0-C541-ABD5B8DCB23D}"/>
                    </a:ext>
                  </a:extLst>
                </p:cNvPr>
                <p:cNvSpPr/>
                <p:nvPr/>
              </p:nvSpPr>
              <p:spPr>
                <a:xfrm>
                  <a:off x="3858149" y="2995176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39 h 12690"/>
                    <a:gd name="connsiteX1" fmla="*/ 58 w 44401"/>
                    <a:gd name="connsiteY1" fmla="*/ 13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39"/>
                      </a:moveTo>
                      <a:lnTo>
                        <a:pt x="58" y="139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31" name="Graphic 164">
                  <a:extLst>
                    <a:ext uri="{FF2B5EF4-FFF2-40B4-BE49-F238E27FC236}">
                      <a16:creationId xmlns:a16="http://schemas.microsoft.com/office/drawing/2014/main" id="{72970B9F-8614-478D-C458-E0A21E9F21AB}"/>
                    </a:ext>
                  </a:extLst>
                </p:cNvPr>
                <p:cNvGrpSpPr/>
                <p:nvPr/>
              </p:nvGrpSpPr>
              <p:grpSpPr>
                <a:xfrm>
                  <a:off x="3581391" y="2949201"/>
                  <a:ext cx="223926" cy="95994"/>
                  <a:chOff x="3581391" y="2949201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32" name="Freeform: Shape 231">
                    <a:extLst>
                      <a:ext uri="{FF2B5EF4-FFF2-40B4-BE49-F238E27FC236}">
                        <a16:creationId xmlns:a16="http://schemas.microsoft.com/office/drawing/2014/main" id="{1E708D35-A933-C240-2C56-8239AAEF29A1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950867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80 h 94328"/>
                      <a:gd name="connsiteX1" fmla="*/ 51056 w 59843"/>
                      <a:gd name="connsiteY1" fmla="*/ 92180 h 94328"/>
                      <a:gd name="connsiteX2" fmla="*/ 51056 w 59843"/>
                      <a:gd name="connsiteY2" fmla="*/ 81631 h 94328"/>
                      <a:gd name="connsiteX3" fmla="*/ 13393 w 59843"/>
                      <a:gd name="connsiteY3" fmla="*/ 81631 h 94328"/>
                      <a:gd name="connsiteX4" fmla="*/ 13393 w 59843"/>
                      <a:gd name="connsiteY4" fmla="*/ 58966 h 94328"/>
                      <a:gd name="connsiteX5" fmla="*/ 18825 w 59843"/>
                      <a:gd name="connsiteY5" fmla="*/ 60354 h 94328"/>
                      <a:gd name="connsiteX6" fmla="*/ 24296 w 59843"/>
                      <a:gd name="connsiteY6" fmla="*/ 60810 h 94328"/>
                      <a:gd name="connsiteX7" fmla="*/ 48816 w 59843"/>
                      <a:gd name="connsiteY7" fmla="*/ 52323 h 94328"/>
                      <a:gd name="connsiteX8" fmla="*/ 57874 w 59843"/>
                      <a:gd name="connsiteY8" fmla="*/ 29341 h 94328"/>
                      <a:gd name="connsiteX9" fmla="*/ 48578 w 59843"/>
                      <a:gd name="connsiteY9" fmla="*/ 6120 h 94328"/>
                      <a:gd name="connsiteX10" fmla="*/ 22373 w 59843"/>
                      <a:gd name="connsiteY10" fmla="*/ -2148 h 94328"/>
                      <a:gd name="connsiteX11" fmla="*/ 10499 w 59843"/>
                      <a:gd name="connsiteY11" fmla="*/ -1157 h 94328"/>
                      <a:gd name="connsiteX12" fmla="*/ -1969 w 59843"/>
                      <a:gd name="connsiteY12" fmla="*/ 1817 h 94328"/>
                      <a:gd name="connsiteX13" fmla="*/ -1969 w 59843"/>
                      <a:gd name="connsiteY13" fmla="*/ 14409 h 94328"/>
                      <a:gd name="connsiteX14" fmla="*/ 9548 w 59843"/>
                      <a:gd name="connsiteY14" fmla="*/ 9888 h 94328"/>
                      <a:gd name="connsiteX15" fmla="*/ 22115 w 59843"/>
                      <a:gd name="connsiteY15" fmla="*/ 8401 h 94328"/>
                      <a:gd name="connsiteX16" fmla="*/ 39083 w 59843"/>
                      <a:gd name="connsiteY16" fmla="*/ 14032 h 94328"/>
                      <a:gd name="connsiteX17" fmla="*/ 45347 w 59843"/>
                      <a:gd name="connsiteY17" fmla="*/ 29341 h 94328"/>
                      <a:gd name="connsiteX18" fmla="*/ 39083 w 59843"/>
                      <a:gd name="connsiteY18" fmla="*/ 44629 h 94328"/>
                      <a:gd name="connsiteX19" fmla="*/ 22115 w 59843"/>
                      <a:gd name="connsiteY19" fmla="*/ 50281 h 94328"/>
                      <a:gd name="connsiteX20" fmla="*/ 12105 w 59843"/>
                      <a:gd name="connsiteY20" fmla="*/ 49170 h 94328"/>
                      <a:gd name="connsiteX21" fmla="*/ 1936 w 59843"/>
                      <a:gd name="connsiteY21" fmla="*/ 45700 h 94328"/>
                      <a:gd name="connsiteX22" fmla="*/ 1936 w 59843"/>
                      <a:gd name="connsiteY22" fmla="*/ 9218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80"/>
                        </a:moveTo>
                        <a:lnTo>
                          <a:pt x="51056" y="92180"/>
                        </a:lnTo>
                        <a:lnTo>
                          <a:pt x="51056" y="81631"/>
                        </a:lnTo>
                        <a:lnTo>
                          <a:pt x="13393" y="81631"/>
                        </a:lnTo>
                        <a:lnTo>
                          <a:pt x="13393" y="58966"/>
                        </a:lnTo>
                        <a:cubicBezTo>
                          <a:pt x="15204" y="59587"/>
                          <a:pt x="17014" y="60050"/>
                          <a:pt x="18825" y="60354"/>
                        </a:cubicBezTo>
                        <a:cubicBezTo>
                          <a:pt x="20648" y="60658"/>
                          <a:pt x="22472" y="60810"/>
                          <a:pt x="24296" y="60810"/>
                        </a:cubicBezTo>
                        <a:cubicBezTo>
                          <a:pt x="34616" y="60810"/>
                          <a:pt x="42790" y="57981"/>
                          <a:pt x="48816" y="52323"/>
                        </a:cubicBezTo>
                        <a:cubicBezTo>
                          <a:pt x="54855" y="46665"/>
                          <a:pt x="57874" y="39004"/>
                          <a:pt x="57874" y="29341"/>
                        </a:cubicBezTo>
                        <a:cubicBezTo>
                          <a:pt x="57874" y="19386"/>
                          <a:pt x="54776" y="11646"/>
                          <a:pt x="48578" y="6120"/>
                        </a:cubicBezTo>
                        <a:cubicBezTo>
                          <a:pt x="42380" y="608"/>
                          <a:pt x="33645" y="-2148"/>
                          <a:pt x="22373" y="-2148"/>
                        </a:cubicBezTo>
                        <a:cubicBezTo>
                          <a:pt x="18488" y="-2148"/>
                          <a:pt x="14530" y="-1818"/>
                          <a:pt x="10499" y="-1157"/>
                        </a:cubicBezTo>
                        <a:cubicBezTo>
                          <a:pt x="6482" y="-496"/>
                          <a:pt x="2326" y="495"/>
                          <a:pt x="-1969" y="1817"/>
                        </a:cubicBezTo>
                        <a:lnTo>
                          <a:pt x="-1969" y="14409"/>
                        </a:lnTo>
                        <a:cubicBezTo>
                          <a:pt x="1745" y="12387"/>
                          <a:pt x="5583" y="10879"/>
                          <a:pt x="9548" y="9888"/>
                        </a:cubicBezTo>
                        <a:cubicBezTo>
                          <a:pt x="13512" y="8897"/>
                          <a:pt x="17701" y="8401"/>
                          <a:pt x="22115" y="8401"/>
                        </a:cubicBezTo>
                        <a:cubicBezTo>
                          <a:pt x="29264" y="8401"/>
                          <a:pt x="34920" y="10278"/>
                          <a:pt x="39083" y="14032"/>
                        </a:cubicBezTo>
                        <a:cubicBezTo>
                          <a:pt x="43259" y="17787"/>
                          <a:pt x="45347" y="22889"/>
                          <a:pt x="45347" y="29341"/>
                        </a:cubicBezTo>
                        <a:cubicBezTo>
                          <a:pt x="45347" y="35779"/>
                          <a:pt x="43259" y="40875"/>
                          <a:pt x="39083" y="44629"/>
                        </a:cubicBezTo>
                        <a:cubicBezTo>
                          <a:pt x="34920" y="48397"/>
                          <a:pt x="29264" y="50281"/>
                          <a:pt x="22115" y="50281"/>
                        </a:cubicBezTo>
                        <a:cubicBezTo>
                          <a:pt x="18772" y="50281"/>
                          <a:pt x="15435" y="49910"/>
                          <a:pt x="12105" y="49170"/>
                        </a:cubicBezTo>
                        <a:cubicBezTo>
                          <a:pt x="8788" y="48430"/>
                          <a:pt x="5398" y="47273"/>
                          <a:pt x="1936" y="45700"/>
                        </a:cubicBezTo>
                        <a:lnTo>
                          <a:pt x="1936" y="9218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33" name="Freeform: Shape 232">
                    <a:extLst>
                      <a:ext uri="{FF2B5EF4-FFF2-40B4-BE49-F238E27FC236}">
                        <a16:creationId xmlns:a16="http://schemas.microsoft.com/office/drawing/2014/main" id="{3918169C-CFF9-75AF-8CC2-494764BF12EB}"/>
                      </a:ext>
                    </a:extLst>
                  </p:cNvPr>
                  <p:cNvSpPr/>
                  <p:nvPr/>
                </p:nvSpPr>
                <p:spPr>
                  <a:xfrm flipV="1">
                    <a:off x="3666248" y="2950867"/>
                    <a:ext cx="55066" cy="92524"/>
                  </a:xfrm>
                  <a:custGeom>
                    <a:avLst/>
                    <a:gdLst>
                      <a:gd name="connsiteX0" fmla="*/ -247 w 55066"/>
                      <a:gd name="connsiteY0" fmla="*/ 8335 h 92524"/>
                      <a:gd name="connsiteX1" fmla="*/ 20190 w 55066"/>
                      <a:gd name="connsiteY1" fmla="*/ 8335 h 92524"/>
                      <a:gd name="connsiteX2" fmla="*/ 20190 w 55066"/>
                      <a:gd name="connsiteY2" fmla="*/ 78928 h 92524"/>
                      <a:gd name="connsiteX3" fmla="*/ -2051 w 55066"/>
                      <a:gd name="connsiteY3" fmla="*/ 74466 h 92524"/>
                      <a:gd name="connsiteX4" fmla="*/ -2051 w 55066"/>
                      <a:gd name="connsiteY4" fmla="*/ 85868 h 92524"/>
                      <a:gd name="connsiteX5" fmla="*/ 20071 w 55066"/>
                      <a:gd name="connsiteY5" fmla="*/ 90330 h 92524"/>
                      <a:gd name="connsiteX6" fmla="*/ 32579 w 55066"/>
                      <a:gd name="connsiteY6" fmla="*/ 90330 h 92524"/>
                      <a:gd name="connsiteX7" fmla="*/ 32579 w 55066"/>
                      <a:gd name="connsiteY7" fmla="*/ 8335 h 92524"/>
                      <a:gd name="connsiteX8" fmla="*/ 53015 w 55066"/>
                      <a:gd name="connsiteY8" fmla="*/ 8335 h 92524"/>
                      <a:gd name="connsiteX9" fmla="*/ 53015 w 55066"/>
                      <a:gd name="connsiteY9" fmla="*/ -2194 h 92524"/>
                      <a:gd name="connsiteX10" fmla="*/ -247 w 55066"/>
                      <a:gd name="connsiteY10" fmla="*/ -2194 h 92524"/>
                      <a:gd name="connsiteX11" fmla="*/ -247 w 55066"/>
                      <a:gd name="connsiteY11" fmla="*/ 833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247" y="8335"/>
                        </a:moveTo>
                        <a:lnTo>
                          <a:pt x="20190" y="8335"/>
                        </a:lnTo>
                        <a:lnTo>
                          <a:pt x="20190" y="78928"/>
                        </a:lnTo>
                        <a:lnTo>
                          <a:pt x="-2051" y="74466"/>
                        </a:lnTo>
                        <a:lnTo>
                          <a:pt x="-2051" y="85868"/>
                        </a:lnTo>
                        <a:lnTo>
                          <a:pt x="20071" y="90330"/>
                        </a:lnTo>
                        <a:lnTo>
                          <a:pt x="32579" y="90330"/>
                        </a:lnTo>
                        <a:lnTo>
                          <a:pt x="32579" y="8335"/>
                        </a:lnTo>
                        <a:lnTo>
                          <a:pt x="53015" y="8335"/>
                        </a:lnTo>
                        <a:lnTo>
                          <a:pt x="53015" y="-2194"/>
                        </a:lnTo>
                        <a:lnTo>
                          <a:pt x="-247" y="-2194"/>
                        </a:lnTo>
                        <a:lnTo>
                          <a:pt x="-247" y="83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34" name="Freeform: Shape 233">
                    <a:extLst>
                      <a:ext uri="{FF2B5EF4-FFF2-40B4-BE49-F238E27FC236}">
                        <a16:creationId xmlns:a16="http://schemas.microsoft.com/office/drawing/2014/main" id="{916D0376-4295-4E3E-5342-0AF1D021A825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949201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89 h 95994"/>
                      <a:gd name="connsiteX1" fmla="*/ 15437 w 63926"/>
                      <a:gd name="connsiteY1" fmla="*/ 74371 h 95994"/>
                      <a:gd name="connsiteX2" fmla="*/ 10580 w 63926"/>
                      <a:gd name="connsiteY2" fmla="*/ 45777 h 95994"/>
                      <a:gd name="connsiteX3" fmla="*/ 15437 w 63926"/>
                      <a:gd name="connsiteY3" fmla="*/ 17242 h 95994"/>
                      <a:gd name="connsiteX4" fmla="*/ 29966 w 63926"/>
                      <a:gd name="connsiteY4" fmla="*/ 7724 h 95994"/>
                      <a:gd name="connsiteX5" fmla="*/ 44556 w 63926"/>
                      <a:gd name="connsiteY5" fmla="*/ 17242 h 95994"/>
                      <a:gd name="connsiteX6" fmla="*/ 49432 w 63926"/>
                      <a:gd name="connsiteY6" fmla="*/ 45777 h 95994"/>
                      <a:gd name="connsiteX7" fmla="*/ 44556 w 63926"/>
                      <a:gd name="connsiteY7" fmla="*/ 74371 h 95994"/>
                      <a:gd name="connsiteX8" fmla="*/ 29966 w 63926"/>
                      <a:gd name="connsiteY8" fmla="*/ 83889 h 95994"/>
                      <a:gd name="connsiteX9" fmla="*/ 29966 w 63926"/>
                      <a:gd name="connsiteY9" fmla="*/ 93804 h 95994"/>
                      <a:gd name="connsiteX10" fmla="*/ 53733 w 63926"/>
                      <a:gd name="connsiteY10" fmla="*/ 81490 h 95994"/>
                      <a:gd name="connsiteX11" fmla="*/ 61940 w 63926"/>
                      <a:gd name="connsiteY11" fmla="*/ 45777 h 95994"/>
                      <a:gd name="connsiteX12" fmla="*/ 53733 w 63926"/>
                      <a:gd name="connsiteY12" fmla="*/ 10104 h 95994"/>
                      <a:gd name="connsiteX13" fmla="*/ 29966 w 63926"/>
                      <a:gd name="connsiteY13" fmla="*/ -2191 h 95994"/>
                      <a:gd name="connsiteX14" fmla="*/ 6219 w 63926"/>
                      <a:gd name="connsiteY14" fmla="*/ 10104 h 95994"/>
                      <a:gd name="connsiteX15" fmla="*/ -1987 w 63926"/>
                      <a:gd name="connsiteY15" fmla="*/ 45777 h 95994"/>
                      <a:gd name="connsiteX16" fmla="*/ 6219 w 63926"/>
                      <a:gd name="connsiteY16" fmla="*/ 81490 h 95994"/>
                      <a:gd name="connsiteX17" fmla="*/ 29966 w 63926"/>
                      <a:gd name="connsiteY17" fmla="*/ 9380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89"/>
                        </a:moveTo>
                        <a:cubicBezTo>
                          <a:pt x="23531" y="83889"/>
                          <a:pt x="18688" y="80716"/>
                          <a:pt x="15437" y="74371"/>
                        </a:cubicBezTo>
                        <a:cubicBezTo>
                          <a:pt x="12199" y="68039"/>
                          <a:pt x="10580" y="58507"/>
                          <a:pt x="10580" y="45777"/>
                        </a:cubicBezTo>
                        <a:cubicBezTo>
                          <a:pt x="10580" y="33099"/>
                          <a:pt x="12199" y="23588"/>
                          <a:pt x="15437" y="17242"/>
                        </a:cubicBezTo>
                        <a:cubicBezTo>
                          <a:pt x="18688" y="10897"/>
                          <a:pt x="23531" y="7724"/>
                          <a:pt x="29966" y="7724"/>
                        </a:cubicBezTo>
                        <a:cubicBezTo>
                          <a:pt x="36455" y="7724"/>
                          <a:pt x="41318" y="10897"/>
                          <a:pt x="44556" y="17242"/>
                        </a:cubicBezTo>
                        <a:cubicBezTo>
                          <a:pt x="47806" y="23588"/>
                          <a:pt x="49432" y="33099"/>
                          <a:pt x="49432" y="45777"/>
                        </a:cubicBezTo>
                        <a:cubicBezTo>
                          <a:pt x="49432" y="58507"/>
                          <a:pt x="47806" y="68039"/>
                          <a:pt x="44556" y="74371"/>
                        </a:cubicBezTo>
                        <a:cubicBezTo>
                          <a:pt x="41318" y="80716"/>
                          <a:pt x="36455" y="83889"/>
                          <a:pt x="29966" y="83889"/>
                        </a:cubicBezTo>
                        <a:close/>
                        <a:moveTo>
                          <a:pt x="29966" y="93804"/>
                        </a:moveTo>
                        <a:cubicBezTo>
                          <a:pt x="40340" y="93804"/>
                          <a:pt x="48262" y="89699"/>
                          <a:pt x="53733" y="81490"/>
                        </a:cubicBezTo>
                        <a:cubicBezTo>
                          <a:pt x="59204" y="73293"/>
                          <a:pt x="61940" y="61389"/>
                          <a:pt x="61940" y="45777"/>
                        </a:cubicBezTo>
                        <a:cubicBezTo>
                          <a:pt x="61940" y="30204"/>
                          <a:pt x="59204" y="18313"/>
                          <a:pt x="53733" y="10104"/>
                        </a:cubicBezTo>
                        <a:cubicBezTo>
                          <a:pt x="48262" y="1908"/>
                          <a:pt x="40340" y="-2191"/>
                          <a:pt x="29966" y="-2191"/>
                        </a:cubicBezTo>
                        <a:cubicBezTo>
                          <a:pt x="19606" y="-2191"/>
                          <a:pt x="11690" y="1908"/>
                          <a:pt x="6219" y="10104"/>
                        </a:cubicBezTo>
                        <a:cubicBezTo>
                          <a:pt x="748" y="18313"/>
                          <a:pt x="-1987" y="30204"/>
                          <a:pt x="-1987" y="45777"/>
                        </a:cubicBezTo>
                        <a:cubicBezTo>
                          <a:pt x="-1987" y="61389"/>
                          <a:pt x="748" y="73293"/>
                          <a:pt x="6219" y="81490"/>
                        </a:cubicBezTo>
                        <a:cubicBezTo>
                          <a:pt x="11690" y="89699"/>
                          <a:pt x="19606" y="93804"/>
                          <a:pt x="29966" y="9380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35" name="Graphic 164">
                <a:extLst>
                  <a:ext uri="{FF2B5EF4-FFF2-40B4-BE49-F238E27FC236}">
                    <a16:creationId xmlns:a16="http://schemas.microsoft.com/office/drawing/2014/main" id="{0B47DD89-E126-770D-79BB-2B31A4412C3A}"/>
                  </a:ext>
                </a:extLst>
              </p:cNvPr>
              <p:cNvGrpSpPr/>
              <p:nvPr/>
            </p:nvGrpSpPr>
            <p:grpSpPr>
              <a:xfrm>
                <a:off x="3581391" y="2495987"/>
                <a:ext cx="321159" cy="95994"/>
                <a:chOff x="3581391" y="2495987"/>
                <a:chExt cx="321159" cy="95994"/>
              </a:xfrm>
              <a:solidFill>
                <a:srgbClr val="000000"/>
              </a:solidFill>
            </p:grpSpPr>
            <p:sp>
              <p:nvSpPr>
                <p:cNvPr id="236" name="Freeform: Shape 235">
                  <a:extLst>
                    <a:ext uri="{FF2B5EF4-FFF2-40B4-BE49-F238E27FC236}">
                      <a16:creationId xmlns:a16="http://schemas.microsoft.com/office/drawing/2014/main" id="{93B7F7CD-5D42-233D-5B2F-08FEC3C17B80}"/>
                    </a:ext>
                  </a:extLst>
                </p:cNvPr>
                <p:cNvSpPr/>
                <p:nvPr/>
              </p:nvSpPr>
              <p:spPr>
                <a:xfrm>
                  <a:off x="3858149" y="254196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03 h 12690"/>
                    <a:gd name="connsiteX1" fmla="*/ 58 w 44401"/>
                    <a:gd name="connsiteY1" fmla="*/ 103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03"/>
                      </a:moveTo>
                      <a:lnTo>
                        <a:pt x="58" y="103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37" name="Graphic 164">
                  <a:extLst>
                    <a:ext uri="{FF2B5EF4-FFF2-40B4-BE49-F238E27FC236}">
                      <a16:creationId xmlns:a16="http://schemas.microsoft.com/office/drawing/2014/main" id="{0C0C0AC9-1745-B465-BA46-C4901DECC6AF}"/>
                    </a:ext>
                  </a:extLst>
                </p:cNvPr>
                <p:cNvGrpSpPr/>
                <p:nvPr/>
              </p:nvGrpSpPr>
              <p:grpSpPr>
                <a:xfrm>
                  <a:off x="3581391" y="2495987"/>
                  <a:ext cx="223926" cy="95994"/>
                  <a:chOff x="3581391" y="2495987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38" name="Freeform: Shape 237">
                    <a:extLst>
                      <a:ext uri="{FF2B5EF4-FFF2-40B4-BE49-F238E27FC236}">
                        <a16:creationId xmlns:a16="http://schemas.microsoft.com/office/drawing/2014/main" id="{2513C1BC-D0A2-FAA6-0D0E-444AB1D249E0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49765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44 h 94328"/>
                      <a:gd name="connsiteX1" fmla="*/ 51056 w 59843"/>
                      <a:gd name="connsiteY1" fmla="*/ 92144 h 94328"/>
                      <a:gd name="connsiteX2" fmla="*/ 51056 w 59843"/>
                      <a:gd name="connsiteY2" fmla="*/ 81595 h 94328"/>
                      <a:gd name="connsiteX3" fmla="*/ 13393 w 59843"/>
                      <a:gd name="connsiteY3" fmla="*/ 81595 h 94328"/>
                      <a:gd name="connsiteX4" fmla="*/ 13393 w 59843"/>
                      <a:gd name="connsiteY4" fmla="*/ 58930 h 94328"/>
                      <a:gd name="connsiteX5" fmla="*/ 18825 w 59843"/>
                      <a:gd name="connsiteY5" fmla="*/ 60318 h 94328"/>
                      <a:gd name="connsiteX6" fmla="*/ 24296 w 59843"/>
                      <a:gd name="connsiteY6" fmla="*/ 60774 h 94328"/>
                      <a:gd name="connsiteX7" fmla="*/ 48816 w 59843"/>
                      <a:gd name="connsiteY7" fmla="*/ 52287 h 94328"/>
                      <a:gd name="connsiteX8" fmla="*/ 57874 w 59843"/>
                      <a:gd name="connsiteY8" fmla="*/ 29305 h 94328"/>
                      <a:gd name="connsiteX9" fmla="*/ 48578 w 59843"/>
                      <a:gd name="connsiteY9" fmla="*/ 6085 h 94328"/>
                      <a:gd name="connsiteX10" fmla="*/ 22373 w 59843"/>
                      <a:gd name="connsiteY10" fmla="*/ -2184 h 94328"/>
                      <a:gd name="connsiteX11" fmla="*/ 10499 w 59843"/>
                      <a:gd name="connsiteY11" fmla="*/ -1193 h 94328"/>
                      <a:gd name="connsiteX12" fmla="*/ -1969 w 59843"/>
                      <a:gd name="connsiteY12" fmla="*/ 1782 h 94328"/>
                      <a:gd name="connsiteX13" fmla="*/ -1969 w 59843"/>
                      <a:gd name="connsiteY13" fmla="*/ 14373 h 94328"/>
                      <a:gd name="connsiteX14" fmla="*/ 9548 w 59843"/>
                      <a:gd name="connsiteY14" fmla="*/ 9852 h 94328"/>
                      <a:gd name="connsiteX15" fmla="*/ 22115 w 59843"/>
                      <a:gd name="connsiteY15" fmla="*/ 8365 h 94328"/>
                      <a:gd name="connsiteX16" fmla="*/ 39083 w 59843"/>
                      <a:gd name="connsiteY16" fmla="*/ 13997 h 94328"/>
                      <a:gd name="connsiteX17" fmla="*/ 45347 w 59843"/>
                      <a:gd name="connsiteY17" fmla="*/ 29305 h 94328"/>
                      <a:gd name="connsiteX18" fmla="*/ 39083 w 59843"/>
                      <a:gd name="connsiteY18" fmla="*/ 44593 h 94328"/>
                      <a:gd name="connsiteX19" fmla="*/ 22115 w 59843"/>
                      <a:gd name="connsiteY19" fmla="*/ 50245 h 94328"/>
                      <a:gd name="connsiteX20" fmla="*/ 12105 w 59843"/>
                      <a:gd name="connsiteY20" fmla="*/ 49134 h 94328"/>
                      <a:gd name="connsiteX21" fmla="*/ 1936 w 59843"/>
                      <a:gd name="connsiteY21" fmla="*/ 45664 h 94328"/>
                      <a:gd name="connsiteX22" fmla="*/ 1936 w 59843"/>
                      <a:gd name="connsiteY22" fmla="*/ 92144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44"/>
                        </a:moveTo>
                        <a:lnTo>
                          <a:pt x="51056" y="92144"/>
                        </a:lnTo>
                        <a:lnTo>
                          <a:pt x="51056" y="81595"/>
                        </a:lnTo>
                        <a:lnTo>
                          <a:pt x="13393" y="81595"/>
                        </a:lnTo>
                        <a:lnTo>
                          <a:pt x="13393" y="58930"/>
                        </a:lnTo>
                        <a:cubicBezTo>
                          <a:pt x="15204" y="59551"/>
                          <a:pt x="17014" y="60014"/>
                          <a:pt x="18825" y="60318"/>
                        </a:cubicBezTo>
                        <a:cubicBezTo>
                          <a:pt x="20648" y="60622"/>
                          <a:pt x="22472" y="60774"/>
                          <a:pt x="24296" y="60774"/>
                        </a:cubicBezTo>
                        <a:cubicBezTo>
                          <a:pt x="34616" y="60774"/>
                          <a:pt x="42790" y="57945"/>
                          <a:pt x="48816" y="52287"/>
                        </a:cubicBezTo>
                        <a:cubicBezTo>
                          <a:pt x="54855" y="46629"/>
                          <a:pt x="57874" y="38968"/>
                          <a:pt x="57874" y="29305"/>
                        </a:cubicBezTo>
                        <a:cubicBezTo>
                          <a:pt x="57874" y="19351"/>
                          <a:pt x="54776" y="11610"/>
                          <a:pt x="48578" y="6085"/>
                        </a:cubicBezTo>
                        <a:cubicBezTo>
                          <a:pt x="42380" y="572"/>
                          <a:pt x="33645" y="-2184"/>
                          <a:pt x="22373" y="-2184"/>
                        </a:cubicBezTo>
                        <a:cubicBezTo>
                          <a:pt x="18488" y="-2184"/>
                          <a:pt x="14530" y="-1854"/>
                          <a:pt x="10499" y="-1193"/>
                        </a:cubicBezTo>
                        <a:cubicBezTo>
                          <a:pt x="6482" y="-532"/>
                          <a:pt x="2326" y="460"/>
                          <a:pt x="-1969" y="1782"/>
                        </a:cubicBezTo>
                        <a:lnTo>
                          <a:pt x="-1969" y="14373"/>
                        </a:lnTo>
                        <a:cubicBezTo>
                          <a:pt x="1745" y="12351"/>
                          <a:pt x="5583" y="10844"/>
                          <a:pt x="9548" y="9852"/>
                        </a:cubicBezTo>
                        <a:cubicBezTo>
                          <a:pt x="13512" y="8861"/>
                          <a:pt x="17701" y="8365"/>
                          <a:pt x="22115" y="8365"/>
                        </a:cubicBezTo>
                        <a:cubicBezTo>
                          <a:pt x="29264" y="8365"/>
                          <a:pt x="34920" y="10242"/>
                          <a:pt x="39083" y="13997"/>
                        </a:cubicBezTo>
                        <a:cubicBezTo>
                          <a:pt x="43259" y="17751"/>
                          <a:pt x="45347" y="22854"/>
                          <a:pt x="45347" y="29305"/>
                        </a:cubicBezTo>
                        <a:cubicBezTo>
                          <a:pt x="45347" y="35743"/>
                          <a:pt x="43259" y="40839"/>
                          <a:pt x="39083" y="44593"/>
                        </a:cubicBezTo>
                        <a:cubicBezTo>
                          <a:pt x="34920" y="48361"/>
                          <a:pt x="29264" y="50245"/>
                          <a:pt x="22115" y="50245"/>
                        </a:cubicBezTo>
                        <a:cubicBezTo>
                          <a:pt x="18772" y="50245"/>
                          <a:pt x="15435" y="49875"/>
                          <a:pt x="12105" y="49134"/>
                        </a:cubicBezTo>
                        <a:cubicBezTo>
                          <a:pt x="8788" y="48394"/>
                          <a:pt x="5398" y="47237"/>
                          <a:pt x="1936" y="45664"/>
                        </a:cubicBezTo>
                        <a:lnTo>
                          <a:pt x="1936" y="9214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39" name="Freeform: Shape 238">
                    <a:extLst>
                      <a:ext uri="{FF2B5EF4-FFF2-40B4-BE49-F238E27FC236}">
                        <a16:creationId xmlns:a16="http://schemas.microsoft.com/office/drawing/2014/main" id="{293434FE-BA10-EA4A-4988-14DDEFA6967A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609" y="2495987"/>
                    <a:ext cx="58713" cy="94189"/>
                  </a:xfrm>
                  <a:custGeom>
                    <a:avLst/>
                    <a:gdLst>
                      <a:gd name="connsiteX0" fmla="*/ 13136 w 58713"/>
                      <a:gd name="connsiteY0" fmla="*/ 8258 h 94189"/>
                      <a:gd name="connsiteX1" fmla="*/ 56804 w 58713"/>
                      <a:gd name="connsiteY1" fmla="*/ 8258 h 94189"/>
                      <a:gd name="connsiteX2" fmla="*/ 56804 w 58713"/>
                      <a:gd name="connsiteY2" fmla="*/ -2272 h 94189"/>
                      <a:gd name="connsiteX3" fmla="*/ -1909 w 58713"/>
                      <a:gd name="connsiteY3" fmla="*/ -2272 h 94189"/>
                      <a:gd name="connsiteX4" fmla="*/ -1909 w 58713"/>
                      <a:gd name="connsiteY4" fmla="*/ 8258 h 94189"/>
                      <a:gd name="connsiteX5" fmla="*/ 17497 w 58713"/>
                      <a:gd name="connsiteY5" fmla="*/ 28047 h 94189"/>
                      <a:gd name="connsiteX6" fmla="*/ 32958 w 58713"/>
                      <a:gd name="connsiteY6" fmla="*/ 44089 h 94189"/>
                      <a:gd name="connsiteX7" fmla="*/ 41343 w 58713"/>
                      <a:gd name="connsiteY7" fmla="*/ 55511 h 94189"/>
                      <a:gd name="connsiteX8" fmla="*/ 43742 w 58713"/>
                      <a:gd name="connsiteY8" fmla="*/ 64712 h 94189"/>
                      <a:gd name="connsiteX9" fmla="*/ 38568 w 58713"/>
                      <a:gd name="connsiteY9" fmla="*/ 76729 h 94189"/>
                      <a:gd name="connsiteX10" fmla="*/ 25089 w 58713"/>
                      <a:gd name="connsiteY10" fmla="*/ 81388 h 94189"/>
                      <a:gd name="connsiteX11" fmla="*/ 12660 w 58713"/>
                      <a:gd name="connsiteY11" fmla="*/ 79346 h 94189"/>
                      <a:gd name="connsiteX12" fmla="*/ -1295 w 58713"/>
                      <a:gd name="connsiteY12" fmla="*/ 73139 h 94189"/>
                      <a:gd name="connsiteX13" fmla="*/ -1295 w 58713"/>
                      <a:gd name="connsiteY13" fmla="*/ 85791 h 94189"/>
                      <a:gd name="connsiteX14" fmla="*/ 12819 w 58713"/>
                      <a:gd name="connsiteY14" fmla="*/ 90371 h 94189"/>
                      <a:gd name="connsiteX15" fmla="*/ 24851 w 58713"/>
                      <a:gd name="connsiteY15" fmla="*/ 91918 h 94189"/>
                      <a:gd name="connsiteX16" fmla="*/ 47765 w 58713"/>
                      <a:gd name="connsiteY16" fmla="*/ 84720 h 94189"/>
                      <a:gd name="connsiteX17" fmla="*/ 56309 w 58713"/>
                      <a:gd name="connsiteY17" fmla="*/ 65525 h 94189"/>
                      <a:gd name="connsiteX18" fmla="*/ 54168 w 58713"/>
                      <a:gd name="connsiteY18" fmla="*/ 54698 h 94189"/>
                      <a:gd name="connsiteX19" fmla="*/ 46398 w 58713"/>
                      <a:gd name="connsiteY19" fmla="*/ 42662 h 94189"/>
                      <a:gd name="connsiteX20" fmla="*/ 36546 w 58713"/>
                      <a:gd name="connsiteY20" fmla="*/ 32271 h 94189"/>
                      <a:gd name="connsiteX21" fmla="*/ 13136 w 58713"/>
                      <a:gd name="connsiteY21" fmla="*/ 8258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36" y="8258"/>
                        </a:moveTo>
                        <a:lnTo>
                          <a:pt x="56804" y="8258"/>
                        </a:lnTo>
                        <a:lnTo>
                          <a:pt x="56804" y="-2272"/>
                        </a:lnTo>
                        <a:lnTo>
                          <a:pt x="-1909" y="-2272"/>
                        </a:lnTo>
                        <a:lnTo>
                          <a:pt x="-1909" y="8258"/>
                        </a:lnTo>
                        <a:cubicBezTo>
                          <a:pt x="2835" y="13175"/>
                          <a:pt x="9304" y="19772"/>
                          <a:pt x="17497" y="28047"/>
                        </a:cubicBezTo>
                        <a:cubicBezTo>
                          <a:pt x="25703" y="36336"/>
                          <a:pt x="30857" y="41683"/>
                          <a:pt x="32958" y="44089"/>
                        </a:cubicBezTo>
                        <a:cubicBezTo>
                          <a:pt x="36962" y="48584"/>
                          <a:pt x="39757" y="52391"/>
                          <a:pt x="41343" y="55511"/>
                        </a:cubicBezTo>
                        <a:cubicBezTo>
                          <a:pt x="42942" y="58631"/>
                          <a:pt x="43742" y="61698"/>
                          <a:pt x="43742" y="64712"/>
                        </a:cubicBezTo>
                        <a:cubicBezTo>
                          <a:pt x="43742" y="69630"/>
                          <a:pt x="42017" y="73635"/>
                          <a:pt x="38568" y="76729"/>
                        </a:cubicBezTo>
                        <a:cubicBezTo>
                          <a:pt x="35119" y="79835"/>
                          <a:pt x="30626" y="81388"/>
                          <a:pt x="25089" y="81388"/>
                        </a:cubicBezTo>
                        <a:cubicBezTo>
                          <a:pt x="21164" y="81388"/>
                          <a:pt x="17021" y="80708"/>
                          <a:pt x="12660" y="79346"/>
                        </a:cubicBezTo>
                        <a:cubicBezTo>
                          <a:pt x="8313" y="77984"/>
                          <a:pt x="3661" y="75916"/>
                          <a:pt x="-1295" y="73139"/>
                        </a:cubicBezTo>
                        <a:lnTo>
                          <a:pt x="-1295" y="85791"/>
                        </a:lnTo>
                        <a:cubicBezTo>
                          <a:pt x="3740" y="87813"/>
                          <a:pt x="8445" y="89340"/>
                          <a:pt x="12819" y="90371"/>
                        </a:cubicBezTo>
                        <a:cubicBezTo>
                          <a:pt x="17206" y="91402"/>
                          <a:pt x="21217" y="91918"/>
                          <a:pt x="24851" y="91918"/>
                        </a:cubicBezTo>
                        <a:cubicBezTo>
                          <a:pt x="34432" y="91918"/>
                          <a:pt x="42070" y="89519"/>
                          <a:pt x="47765" y="84720"/>
                        </a:cubicBezTo>
                        <a:cubicBezTo>
                          <a:pt x="53461" y="79934"/>
                          <a:pt x="56309" y="73536"/>
                          <a:pt x="56309" y="65525"/>
                        </a:cubicBezTo>
                        <a:cubicBezTo>
                          <a:pt x="56309" y="61718"/>
                          <a:pt x="55595" y="58109"/>
                          <a:pt x="54168" y="54698"/>
                        </a:cubicBezTo>
                        <a:cubicBezTo>
                          <a:pt x="52754" y="51301"/>
                          <a:pt x="50164" y="47289"/>
                          <a:pt x="46398" y="42662"/>
                        </a:cubicBezTo>
                        <a:cubicBezTo>
                          <a:pt x="45367" y="41459"/>
                          <a:pt x="42083" y="37995"/>
                          <a:pt x="36546" y="32271"/>
                        </a:cubicBezTo>
                        <a:cubicBezTo>
                          <a:pt x="31022" y="26547"/>
                          <a:pt x="23219" y="18542"/>
                          <a:pt x="13136" y="82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40" name="Freeform: Shape 239">
                    <a:extLst>
                      <a:ext uri="{FF2B5EF4-FFF2-40B4-BE49-F238E27FC236}">
                        <a16:creationId xmlns:a16="http://schemas.microsoft.com/office/drawing/2014/main" id="{29CB4628-9546-9247-41CD-508D184EE0D0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495987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53 h 95994"/>
                      <a:gd name="connsiteX1" fmla="*/ 15437 w 63926"/>
                      <a:gd name="connsiteY1" fmla="*/ 74335 h 95994"/>
                      <a:gd name="connsiteX2" fmla="*/ 10580 w 63926"/>
                      <a:gd name="connsiteY2" fmla="*/ 45741 h 95994"/>
                      <a:gd name="connsiteX3" fmla="*/ 15437 w 63926"/>
                      <a:gd name="connsiteY3" fmla="*/ 17207 h 95994"/>
                      <a:gd name="connsiteX4" fmla="*/ 29966 w 63926"/>
                      <a:gd name="connsiteY4" fmla="*/ 7688 h 95994"/>
                      <a:gd name="connsiteX5" fmla="*/ 44556 w 63926"/>
                      <a:gd name="connsiteY5" fmla="*/ 17207 h 95994"/>
                      <a:gd name="connsiteX6" fmla="*/ 49432 w 63926"/>
                      <a:gd name="connsiteY6" fmla="*/ 45741 h 95994"/>
                      <a:gd name="connsiteX7" fmla="*/ 44556 w 63926"/>
                      <a:gd name="connsiteY7" fmla="*/ 74335 h 95994"/>
                      <a:gd name="connsiteX8" fmla="*/ 29966 w 63926"/>
                      <a:gd name="connsiteY8" fmla="*/ 83853 h 95994"/>
                      <a:gd name="connsiteX9" fmla="*/ 29966 w 63926"/>
                      <a:gd name="connsiteY9" fmla="*/ 93768 h 95994"/>
                      <a:gd name="connsiteX10" fmla="*/ 53733 w 63926"/>
                      <a:gd name="connsiteY10" fmla="*/ 81454 h 95994"/>
                      <a:gd name="connsiteX11" fmla="*/ 61940 w 63926"/>
                      <a:gd name="connsiteY11" fmla="*/ 45741 h 95994"/>
                      <a:gd name="connsiteX12" fmla="*/ 53733 w 63926"/>
                      <a:gd name="connsiteY12" fmla="*/ 10068 h 95994"/>
                      <a:gd name="connsiteX13" fmla="*/ 29966 w 63926"/>
                      <a:gd name="connsiteY13" fmla="*/ -2226 h 95994"/>
                      <a:gd name="connsiteX14" fmla="*/ 6219 w 63926"/>
                      <a:gd name="connsiteY14" fmla="*/ 10068 h 95994"/>
                      <a:gd name="connsiteX15" fmla="*/ -1987 w 63926"/>
                      <a:gd name="connsiteY15" fmla="*/ 45741 h 95994"/>
                      <a:gd name="connsiteX16" fmla="*/ 6219 w 63926"/>
                      <a:gd name="connsiteY16" fmla="*/ 81454 h 95994"/>
                      <a:gd name="connsiteX17" fmla="*/ 29966 w 63926"/>
                      <a:gd name="connsiteY17" fmla="*/ 9376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53"/>
                        </a:moveTo>
                        <a:cubicBezTo>
                          <a:pt x="23531" y="83853"/>
                          <a:pt x="18688" y="80681"/>
                          <a:pt x="15437" y="74335"/>
                        </a:cubicBezTo>
                        <a:cubicBezTo>
                          <a:pt x="12199" y="68003"/>
                          <a:pt x="10580" y="58472"/>
                          <a:pt x="10580" y="45741"/>
                        </a:cubicBezTo>
                        <a:cubicBezTo>
                          <a:pt x="10580" y="33064"/>
                          <a:pt x="12199" y="23552"/>
                          <a:pt x="15437" y="17207"/>
                        </a:cubicBezTo>
                        <a:cubicBezTo>
                          <a:pt x="18688" y="10861"/>
                          <a:pt x="23531" y="7688"/>
                          <a:pt x="29966" y="7688"/>
                        </a:cubicBezTo>
                        <a:cubicBezTo>
                          <a:pt x="36455" y="7688"/>
                          <a:pt x="41318" y="10861"/>
                          <a:pt x="44556" y="17207"/>
                        </a:cubicBezTo>
                        <a:cubicBezTo>
                          <a:pt x="47806" y="23552"/>
                          <a:pt x="49432" y="33064"/>
                          <a:pt x="49432" y="45741"/>
                        </a:cubicBezTo>
                        <a:cubicBezTo>
                          <a:pt x="49432" y="58472"/>
                          <a:pt x="47806" y="68003"/>
                          <a:pt x="44556" y="74335"/>
                        </a:cubicBezTo>
                        <a:cubicBezTo>
                          <a:pt x="41318" y="80681"/>
                          <a:pt x="36455" y="83853"/>
                          <a:pt x="29966" y="83853"/>
                        </a:cubicBezTo>
                        <a:close/>
                        <a:moveTo>
                          <a:pt x="29966" y="93768"/>
                        </a:moveTo>
                        <a:cubicBezTo>
                          <a:pt x="40340" y="93768"/>
                          <a:pt x="48262" y="89663"/>
                          <a:pt x="53733" y="81454"/>
                        </a:cubicBezTo>
                        <a:cubicBezTo>
                          <a:pt x="59204" y="73258"/>
                          <a:pt x="61940" y="61353"/>
                          <a:pt x="61940" y="45741"/>
                        </a:cubicBezTo>
                        <a:cubicBezTo>
                          <a:pt x="61940" y="30168"/>
                          <a:pt x="59204" y="18277"/>
                          <a:pt x="53733" y="10068"/>
                        </a:cubicBezTo>
                        <a:cubicBezTo>
                          <a:pt x="48262" y="1872"/>
                          <a:pt x="40340" y="-2226"/>
                          <a:pt x="29966" y="-2226"/>
                        </a:cubicBezTo>
                        <a:cubicBezTo>
                          <a:pt x="19606" y="-2226"/>
                          <a:pt x="11690" y="1872"/>
                          <a:pt x="6219" y="10068"/>
                        </a:cubicBezTo>
                        <a:cubicBezTo>
                          <a:pt x="748" y="18277"/>
                          <a:pt x="-1987" y="30168"/>
                          <a:pt x="-1987" y="45741"/>
                        </a:cubicBezTo>
                        <a:cubicBezTo>
                          <a:pt x="-1987" y="61353"/>
                          <a:pt x="748" y="73258"/>
                          <a:pt x="6219" y="81454"/>
                        </a:cubicBezTo>
                        <a:cubicBezTo>
                          <a:pt x="11690" y="89663"/>
                          <a:pt x="19606" y="93768"/>
                          <a:pt x="29966" y="9376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DCB7DA6B-CF83-2034-D5DC-CF0612FE2035}"/>
                </a:ext>
              </a:extLst>
            </p:cNvPr>
            <p:cNvSpPr/>
            <p:nvPr/>
          </p:nvSpPr>
          <p:spPr>
            <a:xfrm>
              <a:off x="3902551" y="2315354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35D5883-780A-D7D3-F8A6-B32D57F923C5}"/>
                </a:ext>
              </a:extLst>
            </p:cNvPr>
            <p:cNvSpPr/>
            <p:nvPr/>
          </p:nvSpPr>
          <p:spPr>
            <a:xfrm>
              <a:off x="8433056" y="2315354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A0848C60-7F7C-4F1A-0D31-9800A0997DC3}"/>
                </a:ext>
              </a:extLst>
            </p:cNvPr>
            <p:cNvSpPr/>
            <p:nvPr/>
          </p:nvSpPr>
          <p:spPr>
            <a:xfrm>
              <a:off x="3902551" y="4581427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0F89AC6-5838-9087-EE8A-5C984CB8331D}"/>
                </a:ext>
              </a:extLst>
            </p:cNvPr>
            <p:cNvSpPr/>
            <p:nvPr/>
          </p:nvSpPr>
          <p:spPr>
            <a:xfrm>
              <a:off x="3902551" y="2315354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249" name="Graphic 245">
            <a:extLst>
              <a:ext uri="{FF2B5EF4-FFF2-40B4-BE49-F238E27FC236}">
                <a16:creationId xmlns:a16="http://schemas.microsoft.com/office/drawing/2014/main" id="{AA0C1D43-FA8C-FDAB-9B5E-924EB277CC57}"/>
              </a:ext>
            </a:extLst>
          </p:cNvPr>
          <p:cNvGrpSpPr/>
          <p:nvPr/>
        </p:nvGrpSpPr>
        <p:grpSpPr>
          <a:xfrm>
            <a:off x="6423087" y="3437364"/>
            <a:ext cx="4967897" cy="2453144"/>
            <a:chOff x="3577804" y="2315354"/>
            <a:chExt cx="4967897" cy="2453144"/>
          </a:xfrm>
        </p:grpSpPr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F5017945-09F6-73BE-D451-E62A7BC23DB3}"/>
                </a:ext>
              </a:extLst>
            </p:cNvPr>
            <p:cNvSpPr/>
            <p:nvPr/>
          </p:nvSpPr>
          <p:spPr>
            <a:xfrm>
              <a:off x="3902551" y="2315354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251" name="Picture 250">
              <a:extLst>
                <a:ext uri="{FF2B5EF4-FFF2-40B4-BE49-F238E27FC236}">
                  <a16:creationId xmlns:a16="http://schemas.microsoft.com/office/drawing/2014/main" id="{6ECF62DF-33D0-769E-2358-7A136405D66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flipV="1">
              <a:off x="3902551" y="2315354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A49BEE3D-3B14-B610-09EF-E32D194977E7}"/>
                </a:ext>
              </a:extLst>
            </p:cNvPr>
            <p:cNvSpPr/>
            <p:nvPr/>
          </p:nvSpPr>
          <p:spPr>
            <a:xfrm>
              <a:off x="5529785" y="3412968"/>
              <a:ext cx="228954" cy="99680"/>
            </a:xfrm>
            <a:custGeom>
              <a:avLst/>
              <a:gdLst>
                <a:gd name="connsiteX0" fmla="*/ 228954 w 228954"/>
                <a:gd name="connsiteY0" fmla="*/ 12666 h 99680"/>
                <a:gd name="connsiteX1" fmla="*/ 224038 w 228954"/>
                <a:gd name="connsiteY1" fmla="*/ 99681 h 99680"/>
                <a:gd name="connsiteX2" fmla="*/ 0 w 228954"/>
                <a:gd name="connsiteY2" fmla="*/ 87014 h 99680"/>
                <a:gd name="connsiteX3" fmla="*/ 4916 w 228954"/>
                <a:gd name="connsiteY3" fmla="*/ 0 h 9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954" h="99680">
                  <a:moveTo>
                    <a:pt x="228954" y="12666"/>
                  </a:moveTo>
                  <a:lnTo>
                    <a:pt x="224038" y="99681"/>
                  </a:lnTo>
                  <a:lnTo>
                    <a:pt x="0" y="87014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4405A6-FFAC-BE94-FB14-80BF545204C8}"/>
                </a:ext>
              </a:extLst>
            </p:cNvPr>
            <p:cNvSpPr/>
            <p:nvPr/>
          </p:nvSpPr>
          <p:spPr>
            <a:xfrm>
              <a:off x="5666840" y="3420716"/>
              <a:ext cx="89440" cy="87014"/>
            </a:xfrm>
            <a:custGeom>
              <a:avLst/>
              <a:gdLst>
                <a:gd name="connsiteX0" fmla="*/ 89441 w 89440"/>
                <a:gd name="connsiteY0" fmla="*/ 48425 h 87014"/>
                <a:gd name="connsiteX1" fmla="*/ 0 w 89440"/>
                <a:gd name="connsiteY1" fmla="*/ 87014 h 87014"/>
                <a:gd name="connsiteX2" fmla="*/ 4916 w 89440"/>
                <a:gd name="connsiteY2" fmla="*/ 0 h 87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440" h="87014">
                  <a:moveTo>
                    <a:pt x="89441" y="48425"/>
                  </a:moveTo>
                  <a:lnTo>
                    <a:pt x="0" y="87014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254" name="Graphic 245">
              <a:extLst>
                <a:ext uri="{FF2B5EF4-FFF2-40B4-BE49-F238E27FC236}">
                  <a16:creationId xmlns:a16="http://schemas.microsoft.com/office/drawing/2014/main" id="{CEAB2636-A540-7B27-E7D6-A2F7794AA584}"/>
                </a:ext>
              </a:extLst>
            </p:cNvPr>
            <p:cNvGrpSpPr/>
            <p:nvPr/>
          </p:nvGrpSpPr>
          <p:grpSpPr>
            <a:xfrm>
              <a:off x="3791269" y="4581427"/>
              <a:ext cx="4754431" cy="187070"/>
              <a:chOff x="3791269" y="4581427"/>
              <a:chExt cx="4754431" cy="187070"/>
            </a:xfrm>
            <a:solidFill>
              <a:srgbClr val="000000"/>
            </a:solidFill>
          </p:grpSpPr>
          <p:grpSp>
            <p:nvGrpSpPr>
              <p:cNvPr id="255" name="Graphic 245">
                <a:extLst>
                  <a:ext uri="{FF2B5EF4-FFF2-40B4-BE49-F238E27FC236}">
                    <a16:creationId xmlns:a16="http://schemas.microsoft.com/office/drawing/2014/main" id="{D7D9CD5F-FBB9-705C-F695-65294C9FC9E8}"/>
                  </a:ext>
                </a:extLst>
              </p:cNvPr>
              <p:cNvGrpSpPr/>
              <p:nvPr/>
            </p:nvGrpSpPr>
            <p:grpSpPr>
              <a:xfrm>
                <a:off x="3791269" y="4581427"/>
                <a:ext cx="223926" cy="187070"/>
                <a:chOff x="3791269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256" name="Freeform: Shape 255">
                  <a:extLst>
                    <a:ext uri="{FF2B5EF4-FFF2-40B4-BE49-F238E27FC236}">
                      <a16:creationId xmlns:a16="http://schemas.microsoft.com/office/drawing/2014/main" id="{FBF62F6A-53B6-18F1-4027-6D629600F6FE}"/>
                    </a:ext>
                  </a:extLst>
                </p:cNvPr>
                <p:cNvSpPr/>
                <p:nvPr/>
              </p:nvSpPr>
              <p:spPr>
                <a:xfrm>
                  <a:off x="3902551" y="4581427"/>
                  <a:ext cx="12686" cy="44417"/>
                </a:xfrm>
                <a:custGeom>
                  <a:avLst/>
                  <a:gdLst>
                    <a:gd name="connsiteX0" fmla="*/ 58 w 12686"/>
                    <a:gd name="connsiteY0" fmla="*/ 264 h 44417"/>
                    <a:gd name="connsiteX1" fmla="*/ 58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58" y="264"/>
                      </a:moveTo>
                      <a:lnTo>
                        <a:pt x="58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57" name="Graphic 245">
                  <a:extLst>
                    <a:ext uri="{FF2B5EF4-FFF2-40B4-BE49-F238E27FC236}">
                      <a16:creationId xmlns:a16="http://schemas.microsoft.com/office/drawing/2014/main" id="{3FB63893-560F-1E80-B620-78FF20FDE7BB}"/>
                    </a:ext>
                  </a:extLst>
                </p:cNvPr>
                <p:cNvGrpSpPr/>
                <p:nvPr/>
              </p:nvGrpSpPr>
              <p:grpSpPr>
                <a:xfrm>
                  <a:off x="3791269" y="4672504"/>
                  <a:ext cx="223926" cy="95994"/>
                  <a:chOff x="3791269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58" name="Freeform: Shape 257">
                    <a:extLst>
                      <a:ext uri="{FF2B5EF4-FFF2-40B4-BE49-F238E27FC236}">
                        <a16:creationId xmlns:a16="http://schemas.microsoft.com/office/drawing/2014/main" id="{421B8325-F9B5-0E35-6E23-706D67810BFA}"/>
                      </a:ext>
                    </a:extLst>
                  </p:cNvPr>
                  <p:cNvSpPr/>
                  <p:nvPr/>
                </p:nvSpPr>
                <p:spPr>
                  <a:xfrm flipV="1">
                    <a:off x="3791269" y="4674169"/>
                    <a:ext cx="59843" cy="94328"/>
                  </a:xfrm>
                  <a:custGeom>
                    <a:avLst/>
                    <a:gdLst>
                      <a:gd name="connsiteX0" fmla="*/ 1953 w 59843"/>
                      <a:gd name="connsiteY0" fmla="*/ 92316 h 94328"/>
                      <a:gd name="connsiteX1" fmla="*/ 51072 w 59843"/>
                      <a:gd name="connsiteY1" fmla="*/ 92316 h 94328"/>
                      <a:gd name="connsiteX2" fmla="*/ 51072 w 59843"/>
                      <a:gd name="connsiteY2" fmla="*/ 81767 h 94328"/>
                      <a:gd name="connsiteX3" fmla="*/ 13410 w 59843"/>
                      <a:gd name="connsiteY3" fmla="*/ 81767 h 94328"/>
                      <a:gd name="connsiteX4" fmla="*/ 13410 w 59843"/>
                      <a:gd name="connsiteY4" fmla="*/ 59102 h 94328"/>
                      <a:gd name="connsiteX5" fmla="*/ 18841 w 59843"/>
                      <a:gd name="connsiteY5" fmla="*/ 60490 h 94328"/>
                      <a:gd name="connsiteX6" fmla="*/ 24312 w 59843"/>
                      <a:gd name="connsiteY6" fmla="*/ 60946 h 94328"/>
                      <a:gd name="connsiteX7" fmla="*/ 48832 w 59843"/>
                      <a:gd name="connsiteY7" fmla="*/ 52459 h 94328"/>
                      <a:gd name="connsiteX8" fmla="*/ 57891 w 59843"/>
                      <a:gd name="connsiteY8" fmla="*/ 29476 h 94328"/>
                      <a:gd name="connsiteX9" fmla="*/ 48594 w 59843"/>
                      <a:gd name="connsiteY9" fmla="*/ 6256 h 94328"/>
                      <a:gd name="connsiteX10" fmla="*/ 22389 w 59843"/>
                      <a:gd name="connsiteY10" fmla="*/ -2013 h 94328"/>
                      <a:gd name="connsiteX11" fmla="*/ 10516 w 59843"/>
                      <a:gd name="connsiteY11" fmla="*/ -1021 h 94328"/>
                      <a:gd name="connsiteX12" fmla="*/ -1952 w 59843"/>
                      <a:gd name="connsiteY12" fmla="*/ 1953 h 94328"/>
                      <a:gd name="connsiteX13" fmla="*/ -1952 w 59843"/>
                      <a:gd name="connsiteY13" fmla="*/ 14545 h 94328"/>
                      <a:gd name="connsiteX14" fmla="*/ 9564 w 59843"/>
                      <a:gd name="connsiteY14" fmla="*/ 10024 h 94328"/>
                      <a:gd name="connsiteX15" fmla="*/ 22132 w 59843"/>
                      <a:gd name="connsiteY15" fmla="*/ 8537 h 94328"/>
                      <a:gd name="connsiteX16" fmla="*/ 39100 w 59843"/>
                      <a:gd name="connsiteY16" fmla="*/ 14168 h 94328"/>
                      <a:gd name="connsiteX17" fmla="*/ 45363 w 59843"/>
                      <a:gd name="connsiteY17" fmla="*/ 29476 h 94328"/>
                      <a:gd name="connsiteX18" fmla="*/ 39100 w 59843"/>
                      <a:gd name="connsiteY18" fmla="*/ 44765 h 94328"/>
                      <a:gd name="connsiteX19" fmla="*/ 22132 w 59843"/>
                      <a:gd name="connsiteY19" fmla="*/ 50416 h 94328"/>
                      <a:gd name="connsiteX20" fmla="*/ 12121 w 59843"/>
                      <a:gd name="connsiteY20" fmla="*/ 49306 h 94328"/>
                      <a:gd name="connsiteX21" fmla="*/ 1953 w 59843"/>
                      <a:gd name="connsiteY21" fmla="*/ 45836 h 94328"/>
                      <a:gd name="connsiteX22" fmla="*/ 1953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53" y="92316"/>
                        </a:moveTo>
                        <a:lnTo>
                          <a:pt x="51072" y="92316"/>
                        </a:lnTo>
                        <a:lnTo>
                          <a:pt x="51072" y="81767"/>
                        </a:lnTo>
                        <a:lnTo>
                          <a:pt x="13410" y="81767"/>
                        </a:lnTo>
                        <a:lnTo>
                          <a:pt x="13410" y="59102"/>
                        </a:lnTo>
                        <a:cubicBezTo>
                          <a:pt x="15220" y="59723"/>
                          <a:pt x="17031" y="60186"/>
                          <a:pt x="18841" y="60490"/>
                        </a:cubicBezTo>
                        <a:cubicBezTo>
                          <a:pt x="20665" y="60794"/>
                          <a:pt x="22488" y="60946"/>
                          <a:pt x="24312" y="60946"/>
                        </a:cubicBezTo>
                        <a:cubicBezTo>
                          <a:pt x="34633" y="60946"/>
                          <a:pt x="42806" y="58117"/>
                          <a:pt x="48832" y="52459"/>
                        </a:cubicBezTo>
                        <a:cubicBezTo>
                          <a:pt x="54871" y="46801"/>
                          <a:pt x="57891" y="39140"/>
                          <a:pt x="57891" y="29476"/>
                        </a:cubicBezTo>
                        <a:cubicBezTo>
                          <a:pt x="57891" y="19522"/>
                          <a:pt x="54792" y="11782"/>
                          <a:pt x="48594" y="6256"/>
                        </a:cubicBezTo>
                        <a:cubicBezTo>
                          <a:pt x="42397" y="744"/>
                          <a:pt x="33662" y="-2013"/>
                          <a:pt x="22389" y="-2013"/>
                        </a:cubicBezTo>
                        <a:cubicBezTo>
                          <a:pt x="18504" y="-2013"/>
                          <a:pt x="14546" y="-1682"/>
                          <a:pt x="10516" y="-1021"/>
                        </a:cubicBezTo>
                        <a:cubicBezTo>
                          <a:pt x="6499" y="-360"/>
                          <a:pt x="2343" y="631"/>
                          <a:pt x="-1952" y="1953"/>
                        </a:cubicBezTo>
                        <a:lnTo>
                          <a:pt x="-1952" y="14545"/>
                        </a:lnTo>
                        <a:cubicBezTo>
                          <a:pt x="1761" y="12522"/>
                          <a:pt x="5600" y="11015"/>
                          <a:pt x="9564" y="10024"/>
                        </a:cubicBezTo>
                        <a:cubicBezTo>
                          <a:pt x="13529" y="9032"/>
                          <a:pt x="17718" y="8537"/>
                          <a:pt x="22132" y="8537"/>
                        </a:cubicBezTo>
                        <a:cubicBezTo>
                          <a:pt x="29281" y="8537"/>
                          <a:pt x="34937" y="10414"/>
                          <a:pt x="39100" y="14168"/>
                        </a:cubicBezTo>
                        <a:cubicBezTo>
                          <a:pt x="43275" y="17923"/>
                          <a:pt x="45363" y="23025"/>
                          <a:pt x="45363" y="29476"/>
                        </a:cubicBezTo>
                        <a:cubicBezTo>
                          <a:pt x="45363" y="35914"/>
                          <a:pt x="43275" y="41011"/>
                          <a:pt x="39100" y="44765"/>
                        </a:cubicBezTo>
                        <a:cubicBezTo>
                          <a:pt x="34937" y="48533"/>
                          <a:pt x="29281" y="50416"/>
                          <a:pt x="22132" y="50416"/>
                        </a:cubicBezTo>
                        <a:cubicBezTo>
                          <a:pt x="18788" y="50416"/>
                          <a:pt x="15452" y="50046"/>
                          <a:pt x="12121" y="49306"/>
                        </a:cubicBezTo>
                        <a:cubicBezTo>
                          <a:pt x="8805" y="48566"/>
                          <a:pt x="5415" y="47409"/>
                          <a:pt x="1953" y="45836"/>
                        </a:cubicBezTo>
                        <a:lnTo>
                          <a:pt x="1953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9" name="Freeform: Shape 258">
                    <a:extLst>
                      <a:ext uri="{FF2B5EF4-FFF2-40B4-BE49-F238E27FC236}">
                        <a16:creationId xmlns:a16="http://schemas.microsoft.com/office/drawing/2014/main" id="{61BBCF81-CD29-ADE8-C78A-C5F360276F3E}"/>
                      </a:ext>
                    </a:extLst>
                  </p:cNvPr>
                  <p:cNvSpPr/>
                  <p:nvPr/>
                </p:nvSpPr>
                <p:spPr>
                  <a:xfrm flipV="1">
                    <a:off x="3870556" y="4672504"/>
                    <a:ext cx="63926" cy="95994"/>
                  </a:xfrm>
                  <a:custGeom>
                    <a:avLst/>
                    <a:gdLst>
                      <a:gd name="connsiteX0" fmla="*/ 29977 w 63926"/>
                      <a:gd name="connsiteY0" fmla="*/ 84025 h 95994"/>
                      <a:gd name="connsiteX1" fmla="*/ 15447 w 63926"/>
                      <a:gd name="connsiteY1" fmla="*/ 74507 h 95994"/>
                      <a:gd name="connsiteX2" fmla="*/ 10590 w 63926"/>
                      <a:gd name="connsiteY2" fmla="*/ 45913 h 95994"/>
                      <a:gd name="connsiteX3" fmla="*/ 15447 w 63926"/>
                      <a:gd name="connsiteY3" fmla="*/ 17378 h 95994"/>
                      <a:gd name="connsiteX4" fmla="*/ 29977 w 63926"/>
                      <a:gd name="connsiteY4" fmla="*/ 7860 h 95994"/>
                      <a:gd name="connsiteX5" fmla="*/ 44566 w 63926"/>
                      <a:gd name="connsiteY5" fmla="*/ 17378 h 95994"/>
                      <a:gd name="connsiteX6" fmla="*/ 49442 w 63926"/>
                      <a:gd name="connsiteY6" fmla="*/ 45913 h 95994"/>
                      <a:gd name="connsiteX7" fmla="*/ 44566 w 63926"/>
                      <a:gd name="connsiteY7" fmla="*/ 74507 h 95994"/>
                      <a:gd name="connsiteX8" fmla="*/ 29977 w 63926"/>
                      <a:gd name="connsiteY8" fmla="*/ 84025 h 95994"/>
                      <a:gd name="connsiteX9" fmla="*/ 29977 w 63926"/>
                      <a:gd name="connsiteY9" fmla="*/ 93939 h 95994"/>
                      <a:gd name="connsiteX10" fmla="*/ 53743 w 63926"/>
                      <a:gd name="connsiteY10" fmla="*/ 81625 h 95994"/>
                      <a:gd name="connsiteX11" fmla="*/ 61950 w 63926"/>
                      <a:gd name="connsiteY11" fmla="*/ 45913 h 95994"/>
                      <a:gd name="connsiteX12" fmla="*/ 53743 w 63926"/>
                      <a:gd name="connsiteY12" fmla="*/ 10240 h 95994"/>
                      <a:gd name="connsiteX13" fmla="*/ 29977 w 63926"/>
                      <a:gd name="connsiteY13" fmla="*/ -2055 h 95994"/>
                      <a:gd name="connsiteX14" fmla="*/ 6229 w 63926"/>
                      <a:gd name="connsiteY14" fmla="*/ 10240 h 95994"/>
                      <a:gd name="connsiteX15" fmla="*/ -1977 w 63926"/>
                      <a:gd name="connsiteY15" fmla="*/ 45913 h 95994"/>
                      <a:gd name="connsiteX16" fmla="*/ 6229 w 63926"/>
                      <a:gd name="connsiteY16" fmla="*/ 81625 h 95994"/>
                      <a:gd name="connsiteX17" fmla="*/ 2997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77" y="84025"/>
                        </a:moveTo>
                        <a:cubicBezTo>
                          <a:pt x="23541" y="84025"/>
                          <a:pt x="18698" y="80852"/>
                          <a:pt x="15447" y="74507"/>
                        </a:cubicBezTo>
                        <a:cubicBezTo>
                          <a:pt x="12209" y="68174"/>
                          <a:pt x="10590" y="58643"/>
                          <a:pt x="10590" y="45913"/>
                        </a:cubicBezTo>
                        <a:cubicBezTo>
                          <a:pt x="10590" y="33235"/>
                          <a:pt x="12209" y="23724"/>
                          <a:pt x="15447" y="17378"/>
                        </a:cubicBezTo>
                        <a:cubicBezTo>
                          <a:pt x="18698" y="11033"/>
                          <a:pt x="23541" y="7860"/>
                          <a:pt x="29977" y="7860"/>
                        </a:cubicBezTo>
                        <a:cubicBezTo>
                          <a:pt x="36465" y="7860"/>
                          <a:pt x="41328" y="11033"/>
                          <a:pt x="44566" y="17378"/>
                        </a:cubicBezTo>
                        <a:cubicBezTo>
                          <a:pt x="47817" y="23724"/>
                          <a:pt x="49442" y="33235"/>
                          <a:pt x="49442" y="45913"/>
                        </a:cubicBezTo>
                        <a:cubicBezTo>
                          <a:pt x="49442" y="58643"/>
                          <a:pt x="47817" y="68174"/>
                          <a:pt x="44566" y="74507"/>
                        </a:cubicBezTo>
                        <a:cubicBezTo>
                          <a:pt x="41328" y="80852"/>
                          <a:pt x="36465" y="84025"/>
                          <a:pt x="29977" y="84025"/>
                        </a:cubicBezTo>
                        <a:close/>
                        <a:moveTo>
                          <a:pt x="29977" y="93939"/>
                        </a:moveTo>
                        <a:cubicBezTo>
                          <a:pt x="40350" y="93939"/>
                          <a:pt x="48272" y="89835"/>
                          <a:pt x="53743" y="81625"/>
                        </a:cubicBezTo>
                        <a:cubicBezTo>
                          <a:pt x="59214" y="73429"/>
                          <a:pt x="61950" y="61525"/>
                          <a:pt x="61950" y="45913"/>
                        </a:cubicBezTo>
                        <a:cubicBezTo>
                          <a:pt x="61950" y="30340"/>
                          <a:pt x="59214" y="18449"/>
                          <a:pt x="53743" y="10240"/>
                        </a:cubicBezTo>
                        <a:cubicBezTo>
                          <a:pt x="48272" y="2043"/>
                          <a:pt x="40350" y="-2055"/>
                          <a:pt x="29977" y="-2055"/>
                        </a:cubicBezTo>
                        <a:cubicBezTo>
                          <a:pt x="19616" y="-2055"/>
                          <a:pt x="11700" y="2043"/>
                          <a:pt x="6229" y="10240"/>
                        </a:cubicBezTo>
                        <a:cubicBezTo>
                          <a:pt x="759" y="18449"/>
                          <a:pt x="-1977" y="30340"/>
                          <a:pt x="-1977" y="45913"/>
                        </a:cubicBezTo>
                        <a:cubicBezTo>
                          <a:pt x="-1977" y="61525"/>
                          <a:pt x="759" y="73429"/>
                          <a:pt x="6229" y="81625"/>
                        </a:cubicBezTo>
                        <a:cubicBezTo>
                          <a:pt x="11700" y="89835"/>
                          <a:pt x="19616" y="93939"/>
                          <a:pt x="2997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60" name="Freeform: Shape 259">
                    <a:extLst>
                      <a:ext uri="{FF2B5EF4-FFF2-40B4-BE49-F238E27FC236}">
                        <a16:creationId xmlns:a16="http://schemas.microsoft.com/office/drawing/2014/main" id="{26C6A8DA-F19B-56BE-18D1-5727927F6C36}"/>
                      </a:ext>
                    </a:extLst>
                  </p:cNvPr>
                  <p:cNvSpPr/>
                  <p:nvPr/>
                </p:nvSpPr>
                <p:spPr>
                  <a:xfrm flipV="1">
                    <a:off x="3951269" y="4672504"/>
                    <a:ext cx="63926" cy="95994"/>
                  </a:xfrm>
                  <a:custGeom>
                    <a:avLst/>
                    <a:gdLst>
                      <a:gd name="connsiteX0" fmla="*/ 29983 w 63926"/>
                      <a:gd name="connsiteY0" fmla="*/ 84025 h 95994"/>
                      <a:gd name="connsiteX1" fmla="*/ 15453 w 63926"/>
                      <a:gd name="connsiteY1" fmla="*/ 74507 h 95994"/>
                      <a:gd name="connsiteX2" fmla="*/ 10597 w 63926"/>
                      <a:gd name="connsiteY2" fmla="*/ 45913 h 95994"/>
                      <a:gd name="connsiteX3" fmla="*/ 15453 w 63926"/>
                      <a:gd name="connsiteY3" fmla="*/ 17378 h 95994"/>
                      <a:gd name="connsiteX4" fmla="*/ 29983 w 63926"/>
                      <a:gd name="connsiteY4" fmla="*/ 7860 h 95994"/>
                      <a:gd name="connsiteX5" fmla="*/ 44572 w 63926"/>
                      <a:gd name="connsiteY5" fmla="*/ 17378 h 95994"/>
                      <a:gd name="connsiteX6" fmla="*/ 49448 w 63926"/>
                      <a:gd name="connsiteY6" fmla="*/ 45913 h 95994"/>
                      <a:gd name="connsiteX7" fmla="*/ 44572 w 63926"/>
                      <a:gd name="connsiteY7" fmla="*/ 74507 h 95994"/>
                      <a:gd name="connsiteX8" fmla="*/ 29983 w 63926"/>
                      <a:gd name="connsiteY8" fmla="*/ 84025 h 95994"/>
                      <a:gd name="connsiteX9" fmla="*/ 29983 w 63926"/>
                      <a:gd name="connsiteY9" fmla="*/ 93939 h 95994"/>
                      <a:gd name="connsiteX10" fmla="*/ 53750 w 63926"/>
                      <a:gd name="connsiteY10" fmla="*/ 81625 h 95994"/>
                      <a:gd name="connsiteX11" fmla="*/ 61956 w 63926"/>
                      <a:gd name="connsiteY11" fmla="*/ 45913 h 95994"/>
                      <a:gd name="connsiteX12" fmla="*/ 53750 w 63926"/>
                      <a:gd name="connsiteY12" fmla="*/ 10240 h 95994"/>
                      <a:gd name="connsiteX13" fmla="*/ 29983 w 63926"/>
                      <a:gd name="connsiteY13" fmla="*/ -2055 h 95994"/>
                      <a:gd name="connsiteX14" fmla="*/ 6236 w 63926"/>
                      <a:gd name="connsiteY14" fmla="*/ 10240 h 95994"/>
                      <a:gd name="connsiteX15" fmla="*/ -1971 w 63926"/>
                      <a:gd name="connsiteY15" fmla="*/ 45913 h 95994"/>
                      <a:gd name="connsiteX16" fmla="*/ 6236 w 63926"/>
                      <a:gd name="connsiteY16" fmla="*/ 81625 h 95994"/>
                      <a:gd name="connsiteX17" fmla="*/ 29983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83" y="84025"/>
                        </a:moveTo>
                        <a:cubicBezTo>
                          <a:pt x="23547" y="84025"/>
                          <a:pt x="18704" y="80852"/>
                          <a:pt x="15453" y="74507"/>
                        </a:cubicBezTo>
                        <a:cubicBezTo>
                          <a:pt x="12216" y="68174"/>
                          <a:pt x="10597" y="58643"/>
                          <a:pt x="10597" y="45913"/>
                        </a:cubicBezTo>
                        <a:cubicBezTo>
                          <a:pt x="10597" y="33235"/>
                          <a:pt x="12216" y="23724"/>
                          <a:pt x="15453" y="17378"/>
                        </a:cubicBezTo>
                        <a:cubicBezTo>
                          <a:pt x="18704" y="11033"/>
                          <a:pt x="23547" y="7860"/>
                          <a:pt x="29983" y="7860"/>
                        </a:cubicBezTo>
                        <a:cubicBezTo>
                          <a:pt x="36471" y="7860"/>
                          <a:pt x="41334" y="11033"/>
                          <a:pt x="44572" y="17378"/>
                        </a:cubicBezTo>
                        <a:cubicBezTo>
                          <a:pt x="47823" y="23724"/>
                          <a:pt x="49448" y="33235"/>
                          <a:pt x="49448" y="45913"/>
                        </a:cubicBezTo>
                        <a:cubicBezTo>
                          <a:pt x="49448" y="58643"/>
                          <a:pt x="47823" y="68174"/>
                          <a:pt x="44572" y="74507"/>
                        </a:cubicBezTo>
                        <a:cubicBezTo>
                          <a:pt x="41334" y="80852"/>
                          <a:pt x="36471" y="84025"/>
                          <a:pt x="29983" y="84025"/>
                        </a:cubicBezTo>
                        <a:close/>
                        <a:moveTo>
                          <a:pt x="29983" y="93939"/>
                        </a:moveTo>
                        <a:cubicBezTo>
                          <a:pt x="40357" y="93939"/>
                          <a:pt x="48279" y="89835"/>
                          <a:pt x="53750" y="81625"/>
                        </a:cubicBezTo>
                        <a:cubicBezTo>
                          <a:pt x="59221" y="73429"/>
                          <a:pt x="61956" y="61525"/>
                          <a:pt x="61956" y="45913"/>
                        </a:cubicBezTo>
                        <a:cubicBezTo>
                          <a:pt x="61956" y="30340"/>
                          <a:pt x="59221" y="18449"/>
                          <a:pt x="53750" y="10240"/>
                        </a:cubicBezTo>
                        <a:cubicBezTo>
                          <a:pt x="48279" y="2043"/>
                          <a:pt x="40357" y="-2055"/>
                          <a:pt x="29983" y="-2055"/>
                        </a:cubicBezTo>
                        <a:cubicBezTo>
                          <a:pt x="19622" y="-2055"/>
                          <a:pt x="11707" y="2043"/>
                          <a:pt x="6236" y="10240"/>
                        </a:cubicBezTo>
                        <a:cubicBezTo>
                          <a:pt x="765" y="18449"/>
                          <a:pt x="-1971" y="30340"/>
                          <a:pt x="-1971" y="45913"/>
                        </a:cubicBezTo>
                        <a:cubicBezTo>
                          <a:pt x="-1971" y="61525"/>
                          <a:pt x="765" y="73429"/>
                          <a:pt x="6236" y="81625"/>
                        </a:cubicBezTo>
                        <a:cubicBezTo>
                          <a:pt x="11707" y="89835"/>
                          <a:pt x="19622" y="93939"/>
                          <a:pt x="29983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61" name="Graphic 245">
                <a:extLst>
                  <a:ext uri="{FF2B5EF4-FFF2-40B4-BE49-F238E27FC236}">
                    <a16:creationId xmlns:a16="http://schemas.microsoft.com/office/drawing/2014/main" id="{67BB53E4-B14A-AA6F-6D52-C84D5E867A05}"/>
                  </a:ext>
                </a:extLst>
              </p:cNvPr>
              <p:cNvGrpSpPr/>
              <p:nvPr/>
            </p:nvGrpSpPr>
            <p:grpSpPr>
              <a:xfrm>
                <a:off x="4697370" y="4581427"/>
                <a:ext cx="223926" cy="187070"/>
                <a:chOff x="4697370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262" name="Freeform: Shape 261">
                  <a:extLst>
                    <a:ext uri="{FF2B5EF4-FFF2-40B4-BE49-F238E27FC236}">
                      <a16:creationId xmlns:a16="http://schemas.microsoft.com/office/drawing/2014/main" id="{B7E72F31-DFF5-E2C1-6330-9DF2BE673293}"/>
                    </a:ext>
                  </a:extLst>
                </p:cNvPr>
                <p:cNvSpPr/>
                <p:nvPr/>
              </p:nvSpPr>
              <p:spPr>
                <a:xfrm>
                  <a:off x="4808652" y="4581427"/>
                  <a:ext cx="12686" cy="44417"/>
                </a:xfrm>
                <a:custGeom>
                  <a:avLst/>
                  <a:gdLst>
                    <a:gd name="connsiteX0" fmla="*/ 129 w 12686"/>
                    <a:gd name="connsiteY0" fmla="*/ 264 h 44417"/>
                    <a:gd name="connsiteX1" fmla="*/ 129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29" y="264"/>
                      </a:moveTo>
                      <a:lnTo>
                        <a:pt x="129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63" name="Graphic 245">
                  <a:extLst>
                    <a:ext uri="{FF2B5EF4-FFF2-40B4-BE49-F238E27FC236}">
                      <a16:creationId xmlns:a16="http://schemas.microsoft.com/office/drawing/2014/main" id="{B8656BC5-7409-BCE3-EFCA-76CF5758BD18}"/>
                    </a:ext>
                  </a:extLst>
                </p:cNvPr>
                <p:cNvGrpSpPr/>
                <p:nvPr/>
              </p:nvGrpSpPr>
              <p:grpSpPr>
                <a:xfrm>
                  <a:off x="4697370" y="4672504"/>
                  <a:ext cx="223926" cy="95994"/>
                  <a:chOff x="4697370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64" name="Freeform: Shape 263">
                    <a:extLst>
                      <a:ext uri="{FF2B5EF4-FFF2-40B4-BE49-F238E27FC236}">
                        <a16:creationId xmlns:a16="http://schemas.microsoft.com/office/drawing/2014/main" id="{23CF4AC5-6E7E-A0BD-1EB1-4096F22BF239}"/>
                      </a:ext>
                    </a:extLst>
                  </p:cNvPr>
                  <p:cNvSpPr/>
                  <p:nvPr/>
                </p:nvSpPr>
                <p:spPr>
                  <a:xfrm flipV="1">
                    <a:off x="4697370" y="4674169"/>
                    <a:ext cx="59843" cy="94328"/>
                  </a:xfrm>
                  <a:custGeom>
                    <a:avLst/>
                    <a:gdLst>
                      <a:gd name="connsiteX0" fmla="*/ 2024 w 59843"/>
                      <a:gd name="connsiteY0" fmla="*/ 92316 h 94328"/>
                      <a:gd name="connsiteX1" fmla="*/ 51144 w 59843"/>
                      <a:gd name="connsiteY1" fmla="*/ 92316 h 94328"/>
                      <a:gd name="connsiteX2" fmla="*/ 51144 w 59843"/>
                      <a:gd name="connsiteY2" fmla="*/ 81767 h 94328"/>
                      <a:gd name="connsiteX3" fmla="*/ 13481 w 59843"/>
                      <a:gd name="connsiteY3" fmla="*/ 81767 h 94328"/>
                      <a:gd name="connsiteX4" fmla="*/ 13481 w 59843"/>
                      <a:gd name="connsiteY4" fmla="*/ 59102 h 94328"/>
                      <a:gd name="connsiteX5" fmla="*/ 18913 w 59843"/>
                      <a:gd name="connsiteY5" fmla="*/ 60490 h 94328"/>
                      <a:gd name="connsiteX6" fmla="*/ 24384 w 59843"/>
                      <a:gd name="connsiteY6" fmla="*/ 60946 h 94328"/>
                      <a:gd name="connsiteX7" fmla="*/ 48904 w 59843"/>
                      <a:gd name="connsiteY7" fmla="*/ 52459 h 94328"/>
                      <a:gd name="connsiteX8" fmla="*/ 57962 w 59843"/>
                      <a:gd name="connsiteY8" fmla="*/ 29476 h 94328"/>
                      <a:gd name="connsiteX9" fmla="*/ 48666 w 59843"/>
                      <a:gd name="connsiteY9" fmla="*/ 6256 h 94328"/>
                      <a:gd name="connsiteX10" fmla="*/ 22461 w 59843"/>
                      <a:gd name="connsiteY10" fmla="*/ -2013 h 94328"/>
                      <a:gd name="connsiteX11" fmla="*/ 10587 w 59843"/>
                      <a:gd name="connsiteY11" fmla="*/ -1021 h 94328"/>
                      <a:gd name="connsiteX12" fmla="*/ -1881 w 59843"/>
                      <a:gd name="connsiteY12" fmla="*/ 1953 h 94328"/>
                      <a:gd name="connsiteX13" fmla="*/ -1881 w 59843"/>
                      <a:gd name="connsiteY13" fmla="*/ 14545 h 94328"/>
                      <a:gd name="connsiteX14" fmla="*/ 9636 w 59843"/>
                      <a:gd name="connsiteY14" fmla="*/ 10024 h 94328"/>
                      <a:gd name="connsiteX15" fmla="*/ 22203 w 59843"/>
                      <a:gd name="connsiteY15" fmla="*/ 8537 h 94328"/>
                      <a:gd name="connsiteX16" fmla="*/ 39171 w 59843"/>
                      <a:gd name="connsiteY16" fmla="*/ 14168 h 94328"/>
                      <a:gd name="connsiteX17" fmla="*/ 45435 w 59843"/>
                      <a:gd name="connsiteY17" fmla="*/ 29476 h 94328"/>
                      <a:gd name="connsiteX18" fmla="*/ 39171 w 59843"/>
                      <a:gd name="connsiteY18" fmla="*/ 44765 h 94328"/>
                      <a:gd name="connsiteX19" fmla="*/ 22203 w 59843"/>
                      <a:gd name="connsiteY19" fmla="*/ 50416 h 94328"/>
                      <a:gd name="connsiteX20" fmla="*/ 12193 w 59843"/>
                      <a:gd name="connsiteY20" fmla="*/ 49306 h 94328"/>
                      <a:gd name="connsiteX21" fmla="*/ 2024 w 59843"/>
                      <a:gd name="connsiteY21" fmla="*/ 45836 h 94328"/>
                      <a:gd name="connsiteX22" fmla="*/ 2024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24" y="92316"/>
                        </a:moveTo>
                        <a:lnTo>
                          <a:pt x="51144" y="92316"/>
                        </a:lnTo>
                        <a:lnTo>
                          <a:pt x="51144" y="81767"/>
                        </a:lnTo>
                        <a:lnTo>
                          <a:pt x="13481" y="81767"/>
                        </a:lnTo>
                        <a:lnTo>
                          <a:pt x="13481" y="59102"/>
                        </a:lnTo>
                        <a:cubicBezTo>
                          <a:pt x="15292" y="59723"/>
                          <a:pt x="17102" y="60186"/>
                          <a:pt x="18913" y="60490"/>
                        </a:cubicBezTo>
                        <a:cubicBezTo>
                          <a:pt x="20736" y="60794"/>
                          <a:pt x="22560" y="60946"/>
                          <a:pt x="24384" y="60946"/>
                        </a:cubicBezTo>
                        <a:cubicBezTo>
                          <a:pt x="34704" y="60946"/>
                          <a:pt x="42878" y="58117"/>
                          <a:pt x="48904" y="52459"/>
                        </a:cubicBezTo>
                        <a:cubicBezTo>
                          <a:pt x="54943" y="46801"/>
                          <a:pt x="57962" y="39140"/>
                          <a:pt x="57962" y="29476"/>
                        </a:cubicBezTo>
                        <a:cubicBezTo>
                          <a:pt x="57962" y="19522"/>
                          <a:pt x="54864" y="11782"/>
                          <a:pt x="48666" y="6256"/>
                        </a:cubicBezTo>
                        <a:cubicBezTo>
                          <a:pt x="42468" y="744"/>
                          <a:pt x="33733" y="-2013"/>
                          <a:pt x="22461" y="-2013"/>
                        </a:cubicBezTo>
                        <a:cubicBezTo>
                          <a:pt x="18576" y="-2013"/>
                          <a:pt x="14618" y="-1682"/>
                          <a:pt x="10587" y="-1021"/>
                        </a:cubicBezTo>
                        <a:cubicBezTo>
                          <a:pt x="6570" y="-360"/>
                          <a:pt x="2414" y="631"/>
                          <a:pt x="-1881" y="1953"/>
                        </a:cubicBezTo>
                        <a:lnTo>
                          <a:pt x="-1881" y="14545"/>
                        </a:lnTo>
                        <a:cubicBezTo>
                          <a:pt x="1832" y="12522"/>
                          <a:pt x="5671" y="11015"/>
                          <a:pt x="9636" y="10024"/>
                        </a:cubicBezTo>
                        <a:cubicBezTo>
                          <a:pt x="13600" y="9032"/>
                          <a:pt x="17789" y="8537"/>
                          <a:pt x="22203" y="8537"/>
                        </a:cubicBezTo>
                        <a:cubicBezTo>
                          <a:pt x="29352" y="8537"/>
                          <a:pt x="35008" y="10414"/>
                          <a:pt x="39171" y="14168"/>
                        </a:cubicBezTo>
                        <a:cubicBezTo>
                          <a:pt x="43347" y="17923"/>
                          <a:pt x="45435" y="23025"/>
                          <a:pt x="45435" y="29476"/>
                        </a:cubicBezTo>
                        <a:cubicBezTo>
                          <a:pt x="45435" y="35914"/>
                          <a:pt x="43347" y="41011"/>
                          <a:pt x="39171" y="44765"/>
                        </a:cubicBezTo>
                        <a:cubicBezTo>
                          <a:pt x="35008" y="48533"/>
                          <a:pt x="29352" y="50416"/>
                          <a:pt x="22203" y="50416"/>
                        </a:cubicBezTo>
                        <a:cubicBezTo>
                          <a:pt x="18860" y="50416"/>
                          <a:pt x="15523" y="50046"/>
                          <a:pt x="12193" y="49306"/>
                        </a:cubicBezTo>
                        <a:cubicBezTo>
                          <a:pt x="8876" y="48566"/>
                          <a:pt x="5486" y="47409"/>
                          <a:pt x="2024" y="45836"/>
                        </a:cubicBezTo>
                        <a:lnTo>
                          <a:pt x="2024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65" name="Freeform: Shape 264">
                    <a:extLst>
                      <a:ext uri="{FF2B5EF4-FFF2-40B4-BE49-F238E27FC236}">
                        <a16:creationId xmlns:a16="http://schemas.microsoft.com/office/drawing/2014/main" id="{A54C7BC4-6425-3224-6428-6A56F470E155}"/>
                      </a:ext>
                    </a:extLst>
                  </p:cNvPr>
                  <p:cNvSpPr/>
                  <p:nvPr/>
                </p:nvSpPr>
                <p:spPr>
                  <a:xfrm flipV="1">
                    <a:off x="4777588" y="4672504"/>
                    <a:ext cx="58713" cy="94189"/>
                  </a:xfrm>
                  <a:custGeom>
                    <a:avLst/>
                    <a:gdLst>
                      <a:gd name="connsiteX0" fmla="*/ 13224 w 58713"/>
                      <a:gd name="connsiteY0" fmla="*/ 8429 h 94189"/>
                      <a:gd name="connsiteX1" fmla="*/ 56892 w 58713"/>
                      <a:gd name="connsiteY1" fmla="*/ 8429 h 94189"/>
                      <a:gd name="connsiteX2" fmla="*/ 56892 w 58713"/>
                      <a:gd name="connsiteY2" fmla="*/ -2100 h 94189"/>
                      <a:gd name="connsiteX3" fmla="*/ -1821 w 58713"/>
                      <a:gd name="connsiteY3" fmla="*/ -2100 h 94189"/>
                      <a:gd name="connsiteX4" fmla="*/ -1821 w 58713"/>
                      <a:gd name="connsiteY4" fmla="*/ 8429 h 94189"/>
                      <a:gd name="connsiteX5" fmla="*/ 17585 w 58713"/>
                      <a:gd name="connsiteY5" fmla="*/ 28219 h 94189"/>
                      <a:gd name="connsiteX6" fmla="*/ 33046 w 58713"/>
                      <a:gd name="connsiteY6" fmla="*/ 44261 h 94189"/>
                      <a:gd name="connsiteX7" fmla="*/ 41431 w 58713"/>
                      <a:gd name="connsiteY7" fmla="*/ 55683 h 94189"/>
                      <a:gd name="connsiteX8" fmla="*/ 43829 w 58713"/>
                      <a:gd name="connsiteY8" fmla="*/ 64883 h 94189"/>
                      <a:gd name="connsiteX9" fmla="*/ 38656 w 58713"/>
                      <a:gd name="connsiteY9" fmla="*/ 76900 h 94189"/>
                      <a:gd name="connsiteX10" fmla="*/ 25177 w 58713"/>
                      <a:gd name="connsiteY10" fmla="*/ 81560 h 94189"/>
                      <a:gd name="connsiteX11" fmla="*/ 12748 w 58713"/>
                      <a:gd name="connsiteY11" fmla="*/ 79518 h 94189"/>
                      <a:gd name="connsiteX12" fmla="*/ -1207 w 58713"/>
                      <a:gd name="connsiteY12" fmla="*/ 73311 h 94189"/>
                      <a:gd name="connsiteX13" fmla="*/ -1207 w 58713"/>
                      <a:gd name="connsiteY13" fmla="*/ 85962 h 94189"/>
                      <a:gd name="connsiteX14" fmla="*/ 12907 w 58713"/>
                      <a:gd name="connsiteY14" fmla="*/ 90543 h 94189"/>
                      <a:gd name="connsiteX15" fmla="*/ 24939 w 58713"/>
                      <a:gd name="connsiteY15" fmla="*/ 92089 h 94189"/>
                      <a:gd name="connsiteX16" fmla="*/ 47853 w 58713"/>
                      <a:gd name="connsiteY16" fmla="*/ 84891 h 94189"/>
                      <a:gd name="connsiteX17" fmla="*/ 56397 w 58713"/>
                      <a:gd name="connsiteY17" fmla="*/ 65696 h 94189"/>
                      <a:gd name="connsiteX18" fmla="*/ 54256 w 58713"/>
                      <a:gd name="connsiteY18" fmla="*/ 54870 h 94189"/>
                      <a:gd name="connsiteX19" fmla="*/ 46486 w 58713"/>
                      <a:gd name="connsiteY19" fmla="*/ 42833 h 94189"/>
                      <a:gd name="connsiteX20" fmla="*/ 36634 w 58713"/>
                      <a:gd name="connsiteY20" fmla="*/ 32443 h 94189"/>
                      <a:gd name="connsiteX21" fmla="*/ 13224 w 58713"/>
                      <a:gd name="connsiteY21" fmla="*/ 8429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224" y="8429"/>
                        </a:moveTo>
                        <a:lnTo>
                          <a:pt x="56892" y="8429"/>
                        </a:lnTo>
                        <a:lnTo>
                          <a:pt x="56892" y="-2100"/>
                        </a:lnTo>
                        <a:lnTo>
                          <a:pt x="-1821" y="-2100"/>
                        </a:lnTo>
                        <a:lnTo>
                          <a:pt x="-1821" y="8429"/>
                        </a:lnTo>
                        <a:cubicBezTo>
                          <a:pt x="2923" y="13347"/>
                          <a:pt x="9392" y="19943"/>
                          <a:pt x="17585" y="28219"/>
                        </a:cubicBezTo>
                        <a:cubicBezTo>
                          <a:pt x="25791" y="36508"/>
                          <a:pt x="30945" y="41855"/>
                          <a:pt x="33046" y="44261"/>
                        </a:cubicBezTo>
                        <a:cubicBezTo>
                          <a:pt x="37050" y="48756"/>
                          <a:pt x="39845" y="52563"/>
                          <a:pt x="41431" y="55683"/>
                        </a:cubicBezTo>
                        <a:cubicBezTo>
                          <a:pt x="43030" y="58802"/>
                          <a:pt x="43829" y="61869"/>
                          <a:pt x="43829" y="64883"/>
                        </a:cubicBezTo>
                        <a:cubicBezTo>
                          <a:pt x="43829" y="69801"/>
                          <a:pt x="42105" y="73807"/>
                          <a:pt x="38656" y="76900"/>
                        </a:cubicBezTo>
                        <a:cubicBezTo>
                          <a:pt x="35207" y="80007"/>
                          <a:pt x="30714" y="81560"/>
                          <a:pt x="25177" y="81560"/>
                        </a:cubicBezTo>
                        <a:cubicBezTo>
                          <a:pt x="21252" y="81560"/>
                          <a:pt x="17109" y="80879"/>
                          <a:pt x="12748" y="79518"/>
                        </a:cubicBezTo>
                        <a:cubicBezTo>
                          <a:pt x="8401" y="78156"/>
                          <a:pt x="3749" y="76087"/>
                          <a:pt x="-1207" y="73311"/>
                        </a:cubicBezTo>
                        <a:lnTo>
                          <a:pt x="-1207" y="85962"/>
                        </a:lnTo>
                        <a:cubicBezTo>
                          <a:pt x="3828" y="87985"/>
                          <a:pt x="8533" y="89512"/>
                          <a:pt x="12907" y="90543"/>
                        </a:cubicBezTo>
                        <a:cubicBezTo>
                          <a:pt x="17294" y="91574"/>
                          <a:pt x="21305" y="92089"/>
                          <a:pt x="24939" y="92089"/>
                        </a:cubicBezTo>
                        <a:cubicBezTo>
                          <a:pt x="34520" y="92089"/>
                          <a:pt x="42158" y="89690"/>
                          <a:pt x="47853" y="84891"/>
                        </a:cubicBezTo>
                        <a:cubicBezTo>
                          <a:pt x="53549" y="80106"/>
                          <a:pt x="56397" y="73708"/>
                          <a:pt x="56397" y="65696"/>
                        </a:cubicBezTo>
                        <a:cubicBezTo>
                          <a:pt x="56397" y="61889"/>
                          <a:pt x="55683" y="58280"/>
                          <a:pt x="54256" y="54870"/>
                        </a:cubicBezTo>
                        <a:cubicBezTo>
                          <a:pt x="52842" y="51472"/>
                          <a:pt x="50252" y="47460"/>
                          <a:pt x="46486" y="42833"/>
                        </a:cubicBezTo>
                        <a:cubicBezTo>
                          <a:pt x="45455" y="41630"/>
                          <a:pt x="42171" y="38167"/>
                          <a:pt x="36634" y="32443"/>
                        </a:cubicBezTo>
                        <a:cubicBezTo>
                          <a:pt x="31110" y="26718"/>
                          <a:pt x="23307" y="18714"/>
                          <a:pt x="13224" y="84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66" name="Freeform: Shape 265">
                    <a:extLst>
                      <a:ext uri="{FF2B5EF4-FFF2-40B4-BE49-F238E27FC236}">
                        <a16:creationId xmlns:a16="http://schemas.microsoft.com/office/drawing/2014/main" id="{8C24CB98-43FC-D356-107D-748BBC2F2611}"/>
                      </a:ext>
                    </a:extLst>
                  </p:cNvPr>
                  <p:cNvSpPr/>
                  <p:nvPr/>
                </p:nvSpPr>
                <p:spPr>
                  <a:xfrm flipV="1">
                    <a:off x="4857370" y="4672504"/>
                    <a:ext cx="63926" cy="95994"/>
                  </a:xfrm>
                  <a:custGeom>
                    <a:avLst/>
                    <a:gdLst>
                      <a:gd name="connsiteX0" fmla="*/ 30054 w 63926"/>
                      <a:gd name="connsiteY0" fmla="*/ 84025 h 95994"/>
                      <a:gd name="connsiteX1" fmla="*/ 15525 w 63926"/>
                      <a:gd name="connsiteY1" fmla="*/ 74507 h 95994"/>
                      <a:gd name="connsiteX2" fmla="*/ 10668 w 63926"/>
                      <a:gd name="connsiteY2" fmla="*/ 45913 h 95994"/>
                      <a:gd name="connsiteX3" fmla="*/ 15525 w 63926"/>
                      <a:gd name="connsiteY3" fmla="*/ 17378 h 95994"/>
                      <a:gd name="connsiteX4" fmla="*/ 30054 w 63926"/>
                      <a:gd name="connsiteY4" fmla="*/ 7860 h 95994"/>
                      <a:gd name="connsiteX5" fmla="*/ 44643 w 63926"/>
                      <a:gd name="connsiteY5" fmla="*/ 17378 h 95994"/>
                      <a:gd name="connsiteX6" fmla="*/ 49520 w 63926"/>
                      <a:gd name="connsiteY6" fmla="*/ 45913 h 95994"/>
                      <a:gd name="connsiteX7" fmla="*/ 44643 w 63926"/>
                      <a:gd name="connsiteY7" fmla="*/ 74507 h 95994"/>
                      <a:gd name="connsiteX8" fmla="*/ 30054 w 63926"/>
                      <a:gd name="connsiteY8" fmla="*/ 84025 h 95994"/>
                      <a:gd name="connsiteX9" fmla="*/ 30054 w 63926"/>
                      <a:gd name="connsiteY9" fmla="*/ 93939 h 95994"/>
                      <a:gd name="connsiteX10" fmla="*/ 53821 w 63926"/>
                      <a:gd name="connsiteY10" fmla="*/ 81625 h 95994"/>
                      <a:gd name="connsiteX11" fmla="*/ 62028 w 63926"/>
                      <a:gd name="connsiteY11" fmla="*/ 45913 h 95994"/>
                      <a:gd name="connsiteX12" fmla="*/ 53821 w 63926"/>
                      <a:gd name="connsiteY12" fmla="*/ 10240 h 95994"/>
                      <a:gd name="connsiteX13" fmla="*/ 30054 w 63926"/>
                      <a:gd name="connsiteY13" fmla="*/ -2055 h 95994"/>
                      <a:gd name="connsiteX14" fmla="*/ 6307 w 63926"/>
                      <a:gd name="connsiteY14" fmla="*/ 10240 h 95994"/>
                      <a:gd name="connsiteX15" fmla="*/ -1899 w 63926"/>
                      <a:gd name="connsiteY15" fmla="*/ 45913 h 95994"/>
                      <a:gd name="connsiteX16" fmla="*/ 6307 w 63926"/>
                      <a:gd name="connsiteY16" fmla="*/ 81625 h 95994"/>
                      <a:gd name="connsiteX17" fmla="*/ 3005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54" y="84025"/>
                        </a:moveTo>
                        <a:cubicBezTo>
                          <a:pt x="23619" y="84025"/>
                          <a:pt x="18775" y="80852"/>
                          <a:pt x="15525" y="74507"/>
                        </a:cubicBezTo>
                        <a:cubicBezTo>
                          <a:pt x="12287" y="68174"/>
                          <a:pt x="10668" y="58643"/>
                          <a:pt x="10668" y="45913"/>
                        </a:cubicBezTo>
                        <a:cubicBezTo>
                          <a:pt x="10668" y="33235"/>
                          <a:pt x="12287" y="23724"/>
                          <a:pt x="15525" y="17378"/>
                        </a:cubicBezTo>
                        <a:cubicBezTo>
                          <a:pt x="18775" y="11033"/>
                          <a:pt x="23619" y="7860"/>
                          <a:pt x="30054" y="7860"/>
                        </a:cubicBezTo>
                        <a:cubicBezTo>
                          <a:pt x="36543" y="7860"/>
                          <a:pt x="41406" y="11033"/>
                          <a:pt x="44643" y="17378"/>
                        </a:cubicBezTo>
                        <a:cubicBezTo>
                          <a:pt x="47894" y="23724"/>
                          <a:pt x="49520" y="33235"/>
                          <a:pt x="49520" y="45913"/>
                        </a:cubicBezTo>
                        <a:cubicBezTo>
                          <a:pt x="49520" y="58643"/>
                          <a:pt x="47894" y="68174"/>
                          <a:pt x="44643" y="74507"/>
                        </a:cubicBezTo>
                        <a:cubicBezTo>
                          <a:pt x="41406" y="80852"/>
                          <a:pt x="36543" y="84025"/>
                          <a:pt x="30054" y="84025"/>
                        </a:cubicBezTo>
                        <a:close/>
                        <a:moveTo>
                          <a:pt x="30054" y="93939"/>
                        </a:moveTo>
                        <a:cubicBezTo>
                          <a:pt x="40428" y="93939"/>
                          <a:pt x="48350" y="89835"/>
                          <a:pt x="53821" y="81625"/>
                        </a:cubicBezTo>
                        <a:cubicBezTo>
                          <a:pt x="59292" y="73429"/>
                          <a:pt x="62028" y="61525"/>
                          <a:pt x="62028" y="45913"/>
                        </a:cubicBezTo>
                        <a:cubicBezTo>
                          <a:pt x="62028" y="30340"/>
                          <a:pt x="59292" y="18449"/>
                          <a:pt x="53821" y="10240"/>
                        </a:cubicBezTo>
                        <a:cubicBezTo>
                          <a:pt x="48350" y="2043"/>
                          <a:pt x="40428" y="-2055"/>
                          <a:pt x="30054" y="-2055"/>
                        </a:cubicBezTo>
                        <a:cubicBezTo>
                          <a:pt x="19694" y="-2055"/>
                          <a:pt x="11778" y="2043"/>
                          <a:pt x="6307" y="10240"/>
                        </a:cubicBezTo>
                        <a:cubicBezTo>
                          <a:pt x="836" y="18449"/>
                          <a:pt x="-1899" y="30340"/>
                          <a:pt x="-1899" y="45913"/>
                        </a:cubicBezTo>
                        <a:cubicBezTo>
                          <a:pt x="-1899" y="61525"/>
                          <a:pt x="836" y="73429"/>
                          <a:pt x="6307" y="81625"/>
                        </a:cubicBezTo>
                        <a:cubicBezTo>
                          <a:pt x="11778" y="89835"/>
                          <a:pt x="19694" y="93939"/>
                          <a:pt x="3005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67" name="Graphic 245">
                <a:extLst>
                  <a:ext uri="{FF2B5EF4-FFF2-40B4-BE49-F238E27FC236}">
                    <a16:creationId xmlns:a16="http://schemas.microsoft.com/office/drawing/2014/main" id="{89B4A70D-D0F2-EFF8-9ACA-86A5A6449975}"/>
                  </a:ext>
                </a:extLst>
              </p:cNvPr>
              <p:cNvGrpSpPr/>
              <p:nvPr/>
            </p:nvGrpSpPr>
            <p:grpSpPr>
              <a:xfrm>
                <a:off x="5603471" y="4581427"/>
                <a:ext cx="223926" cy="187070"/>
                <a:chOff x="5603471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268" name="Freeform: Shape 267">
                  <a:extLst>
                    <a:ext uri="{FF2B5EF4-FFF2-40B4-BE49-F238E27FC236}">
                      <a16:creationId xmlns:a16="http://schemas.microsoft.com/office/drawing/2014/main" id="{7FCD20F2-B6AA-A712-A158-2A5C0BD6D9FA}"/>
                    </a:ext>
                  </a:extLst>
                </p:cNvPr>
                <p:cNvSpPr/>
                <p:nvPr/>
              </p:nvSpPr>
              <p:spPr>
                <a:xfrm>
                  <a:off x="5714753" y="4581427"/>
                  <a:ext cx="12686" cy="44417"/>
                </a:xfrm>
                <a:custGeom>
                  <a:avLst/>
                  <a:gdLst>
                    <a:gd name="connsiteX0" fmla="*/ 200 w 12686"/>
                    <a:gd name="connsiteY0" fmla="*/ 264 h 44417"/>
                    <a:gd name="connsiteX1" fmla="*/ 200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00" y="264"/>
                      </a:moveTo>
                      <a:lnTo>
                        <a:pt x="200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69" name="Graphic 245">
                  <a:extLst>
                    <a:ext uri="{FF2B5EF4-FFF2-40B4-BE49-F238E27FC236}">
                      <a16:creationId xmlns:a16="http://schemas.microsoft.com/office/drawing/2014/main" id="{7E45B59E-EA3C-3300-D77C-72308517C7D6}"/>
                    </a:ext>
                  </a:extLst>
                </p:cNvPr>
                <p:cNvGrpSpPr/>
                <p:nvPr/>
              </p:nvGrpSpPr>
              <p:grpSpPr>
                <a:xfrm>
                  <a:off x="5603471" y="4672504"/>
                  <a:ext cx="223926" cy="95994"/>
                  <a:chOff x="5603471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70" name="Freeform: Shape 269">
                    <a:extLst>
                      <a:ext uri="{FF2B5EF4-FFF2-40B4-BE49-F238E27FC236}">
                        <a16:creationId xmlns:a16="http://schemas.microsoft.com/office/drawing/2014/main" id="{04F56DB8-0988-C74F-3338-E62759EF48C5}"/>
                      </a:ext>
                    </a:extLst>
                  </p:cNvPr>
                  <p:cNvSpPr/>
                  <p:nvPr/>
                </p:nvSpPr>
                <p:spPr>
                  <a:xfrm flipV="1">
                    <a:off x="5603471" y="4674169"/>
                    <a:ext cx="59843" cy="94328"/>
                  </a:xfrm>
                  <a:custGeom>
                    <a:avLst/>
                    <a:gdLst>
                      <a:gd name="connsiteX0" fmla="*/ 2096 w 59843"/>
                      <a:gd name="connsiteY0" fmla="*/ 92316 h 94328"/>
                      <a:gd name="connsiteX1" fmla="*/ 51215 w 59843"/>
                      <a:gd name="connsiteY1" fmla="*/ 92316 h 94328"/>
                      <a:gd name="connsiteX2" fmla="*/ 51215 w 59843"/>
                      <a:gd name="connsiteY2" fmla="*/ 81767 h 94328"/>
                      <a:gd name="connsiteX3" fmla="*/ 13553 w 59843"/>
                      <a:gd name="connsiteY3" fmla="*/ 81767 h 94328"/>
                      <a:gd name="connsiteX4" fmla="*/ 13553 w 59843"/>
                      <a:gd name="connsiteY4" fmla="*/ 59102 h 94328"/>
                      <a:gd name="connsiteX5" fmla="*/ 18984 w 59843"/>
                      <a:gd name="connsiteY5" fmla="*/ 60490 h 94328"/>
                      <a:gd name="connsiteX6" fmla="*/ 24455 w 59843"/>
                      <a:gd name="connsiteY6" fmla="*/ 60946 h 94328"/>
                      <a:gd name="connsiteX7" fmla="*/ 48975 w 59843"/>
                      <a:gd name="connsiteY7" fmla="*/ 52459 h 94328"/>
                      <a:gd name="connsiteX8" fmla="*/ 58034 w 59843"/>
                      <a:gd name="connsiteY8" fmla="*/ 29476 h 94328"/>
                      <a:gd name="connsiteX9" fmla="*/ 48737 w 59843"/>
                      <a:gd name="connsiteY9" fmla="*/ 6256 h 94328"/>
                      <a:gd name="connsiteX10" fmla="*/ 22532 w 59843"/>
                      <a:gd name="connsiteY10" fmla="*/ -2013 h 94328"/>
                      <a:gd name="connsiteX11" fmla="*/ 10659 w 59843"/>
                      <a:gd name="connsiteY11" fmla="*/ -1021 h 94328"/>
                      <a:gd name="connsiteX12" fmla="*/ -1809 w 59843"/>
                      <a:gd name="connsiteY12" fmla="*/ 1953 h 94328"/>
                      <a:gd name="connsiteX13" fmla="*/ -1809 w 59843"/>
                      <a:gd name="connsiteY13" fmla="*/ 14545 h 94328"/>
                      <a:gd name="connsiteX14" fmla="*/ 9707 w 59843"/>
                      <a:gd name="connsiteY14" fmla="*/ 10024 h 94328"/>
                      <a:gd name="connsiteX15" fmla="*/ 22275 w 59843"/>
                      <a:gd name="connsiteY15" fmla="*/ 8537 h 94328"/>
                      <a:gd name="connsiteX16" fmla="*/ 39242 w 59843"/>
                      <a:gd name="connsiteY16" fmla="*/ 14168 h 94328"/>
                      <a:gd name="connsiteX17" fmla="*/ 45506 w 59843"/>
                      <a:gd name="connsiteY17" fmla="*/ 29476 h 94328"/>
                      <a:gd name="connsiteX18" fmla="*/ 39242 w 59843"/>
                      <a:gd name="connsiteY18" fmla="*/ 44765 h 94328"/>
                      <a:gd name="connsiteX19" fmla="*/ 22275 w 59843"/>
                      <a:gd name="connsiteY19" fmla="*/ 50416 h 94328"/>
                      <a:gd name="connsiteX20" fmla="*/ 12264 w 59843"/>
                      <a:gd name="connsiteY20" fmla="*/ 49306 h 94328"/>
                      <a:gd name="connsiteX21" fmla="*/ 2096 w 59843"/>
                      <a:gd name="connsiteY21" fmla="*/ 45836 h 94328"/>
                      <a:gd name="connsiteX22" fmla="*/ 2096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96" y="92316"/>
                        </a:moveTo>
                        <a:lnTo>
                          <a:pt x="51215" y="92316"/>
                        </a:lnTo>
                        <a:lnTo>
                          <a:pt x="51215" y="81767"/>
                        </a:lnTo>
                        <a:lnTo>
                          <a:pt x="13553" y="81767"/>
                        </a:lnTo>
                        <a:lnTo>
                          <a:pt x="13553" y="59102"/>
                        </a:lnTo>
                        <a:cubicBezTo>
                          <a:pt x="15363" y="59723"/>
                          <a:pt x="17174" y="60186"/>
                          <a:pt x="18984" y="60490"/>
                        </a:cubicBezTo>
                        <a:cubicBezTo>
                          <a:pt x="20808" y="60794"/>
                          <a:pt x="22631" y="60946"/>
                          <a:pt x="24455" y="60946"/>
                        </a:cubicBezTo>
                        <a:cubicBezTo>
                          <a:pt x="34776" y="60946"/>
                          <a:pt x="42949" y="58117"/>
                          <a:pt x="48975" y="52459"/>
                        </a:cubicBezTo>
                        <a:cubicBezTo>
                          <a:pt x="55014" y="46801"/>
                          <a:pt x="58034" y="39140"/>
                          <a:pt x="58034" y="29476"/>
                        </a:cubicBezTo>
                        <a:cubicBezTo>
                          <a:pt x="58034" y="19522"/>
                          <a:pt x="54935" y="11782"/>
                          <a:pt x="48737" y="6256"/>
                        </a:cubicBezTo>
                        <a:cubicBezTo>
                          <a:pt x="42539" y="744"/>
                          <a:pt x="33804" y="-2013"/>
                          <a:pt x="22532" y="-2013"/>
                        </a:cubicBezTo>
                        <a:cubicBezTo>
                          <a:pt x="18647" y="-2013"/>
                          <a:pt x="14689" y="-1682"/>
                          <a:pt x="10659" y="-1021"/>
                        </a:cubicBezTo>
                        <a:cubicBezTo>
                          <a:pt x="6641" y="-360"/>
                          <a:pt x="2485" y="631"/>
                          <a:pt x="-1809" y="1953"/>
                        </a:cubicBezTo>
                        <a:lnTo>
                          <a:pt x="-1809" y="14545"/>
                        </a:lnTo>
                        <a:cubicBezTo>
                          <a:pt x="1904" y="12522"/>
                          <a:pt x="5743" y="11015"/>
                          <a:pt x="9707" y="10024"/>
                        </a:cubicBezTo>
                        <a:cubicBezTo>
                          <a:pt x="13672" y="9032"/>
                          <a:pt x="17861" y="8537"/>
                          <a:pt x="22275" y="8537"/>
                        </a:cubicBezTo>
                        <a:cubicBezTo>
                          <a:pt x="29424" y="8537"/>
                          <a:pt x="35080" y="10414"/>
                          <a:pt x="39242" y="14168"/>
                        </a:cubicBezTo>
                        <a:cubicBezTo>
                          <a:pt x="43418" y="17923"/>
                          <a:pt x="45506" y="23025"/>
                          <a:pt x="45506" y="29476"/>
                        </a:cubicBezTo>
                        <a:cubicBezTo>
                          <a:pt x="45506" y="35914"/>
                          <a:pt x="43418" y="41011"/>
                          <a:pt x="39242" y="44765"/>
                        </a:cubicBezTo>
                        <a:cubicBezTo>
                          <a:pt x="35080" y="48533"/>
                          <a:pt x="29424" y="50416"/>
                          <a:pt x="22275" y="50416"/>
                        </a:cubicBezTo>
                        <a:cubicBezTo>
                          <a:pt x="18931" y="50416"/>
                          <a:pt x="15594" y="50046"/>
                          <a:pt x="12264" y="49306"/>
                        </a:cubicBezTo>
                        <a:cubicBezTo>
                          <a:pt x="8947" y="48566"/>
                          <a:pt x="5558" y="47409"/>
                          <a:pt x="2096" y="45836"/>
                        </a:cubicBezTo>
                        <a:lnTo>
                          <a:pt x="2096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71" name="Freeform: Shape 270">
                    <a:extLst>
                      <a:ext uri="{FF2B5EF4-FFF2-40B4-BE49-F238E27FC236}">
                        <a16:creationId xmlns:a16="http://schemas.microsoft.com/office/drawing/2014/main" id="{115DE9B6-567D-4EBE-C9EE-B31F451D421D}"/>
                      </a:ext>
                    </a:extLst>
                  </p:cNvPr>
                  <p:cNvSpPr/>
                  <p:nvPr/>
                </p:nvSpPr>
                <p:spPr>
                  <a:xfrm flipV="1">
                    <a:off x="5680597" y="4674169"/>
                    <a:ext cx="67395" cy="92524"/>
                  </a:xfrm>
                  <a:custGeom>
                    <a:avLst/>
                    <a:gdLst>
                      <a:gd name="connsiteX0" fmla="*/ 39933 w 67395"/>
                      <a:gd name="connsiteY0" fmla="*/ 79560 h 92524"/>
                      <a:gd name="connsiteX1" fmla="*/ 8336 w 67395"/>
                      <a:gd name="connsiteY1" fmla="*/ 30165 h 92524"/>
                      <a:gd name="connsiteX2" fmla="*/ 39933 w 67395"/>
                      <a:gd name="connsiteY2" fmla="*/ 30165 h 92524"/>
                      <a:gd name="connsiteX3" fmla="*/ 39933 w 67395"/>
                      <a:gd name="connsiteY3" fmla="*/ 79560 h 92524"/>
                      <a:gd name="connsiteX4" fmla="*/ 36643 w 67395"/>
                      <a:gd name="connsiteY4" fmla="*/ 90466 h 92524"/>
                      <a:gd name="connsiteX5" fmla="*/ 52381 w 67395"/>
                      <a:gd name="connsiteY5" fmla="*/ 90466 h 92524"/>
                      <a:gd name="connsiteX6" fmla="*/ 52381 w 67395"/>
                      <a:gd name="connsiteY6" fmla="*/ 30165 h 92524"/>
                      <a:gd name="connsiteX7" fmla="*/ 65583 w 67395"/>
                      <a:gd name="connsiteY7" fmla="*/ 30165 h 92524"/>
                      <a:gd name="connsiteX8" fmla="*/ 65583 w 67395"/>
                      <a:gd name="connsiteY8" fmla="*/ 19754 h 92524"/>
                      <a:gd name="connsiteX9" fmla="*/ 52381 w 67395"/>
                      <a:gd name="connsiteY9" fmla="*/ 19754 h 92524"/>
                      <a:gd name="connsiteX10" fmla="*/ 52381 w 67395"/>
                      <a:gd name="connsiteY10" fmla="*/ -2058 h 92524"/>
                      <a:gd name="connsiteX11" fmla="*/ 39933 w 67395"/>
                      <a:gd name="connsiteY11" fmla="*/ -2058 h 92524"/>
                      <a:gd name="connsiteX12" fmla="*/ 39933 w 67395"/>
                      <a:gd name="connsiteY12" fmla="*/ 19754 h 92524"/>
                      <a:gd name="connsiteX13" fmla="*/ -1813 w 67395"/>
                      <a:gd name="connsiteY13" fmla="*/ 19754 h 92524"/>
                      <a:gd name="connsiteX14" fmla="*/ -1813 w 67395"/>
                      <a:gd name="connsiteY14" fmla="*/ 31830 h 92524"/>
                      <a:gd name="connsiteX15" fmla="*/ 36643 w 67395"/>
                      <a:gd name="connsiteY15" fmla="*/ 9046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933" y="79560"/>
                        </a:moveTo>
                        <a:lnTo>
                          <a:pt x="8336" y="30165"/>
                        </a:lnTo>
                        <a:lnTo>
                          <a:pt x="39933" y="30165"/>
                        </a:lnTo>
                        <a:lnTo>
                          <a:pt x="39933" y="79560"/>
                        </a:lnTo>
                        <a:close/>
                        <a:moveTo>
                          <a:pt x="36643" y="90466"/>
                        </a:moveTo>
                        <a:lnTo>
                          <a:pt x="52381" y="90466"/>
                        </a:lnTo>
                        <a:lnTo>
                          <a:pt x="52381" y="30165"/>
                        </a:lnTo>
                        <a:lnTo>
                          <a:pt x="65583" y="30165"/>
                        </a:lnTo>
                        <a:lnTo>
                          <a:pt x="65583" y="19754"/>
                        </a:lnTo>
                        <a:lnTo>
                          <a:pt x="52381" y="19754"/>
                        </a:lnTo>
                        <a:lnTo>
                          <a:pt x="52381" y="-2058"/>
                        </a:lnTo>
                        <a:lnTo>
                          <a:pt x="39933" y="-2058"/>
                        </a:lnTo>
                        <a:lnTo>
                          <a:pt x="39933" y="19754"/>
                        </a:lnTo>
                        <a:lnTo>
                          <a:pt x="-1813" y="19754"/>
                        </a:lnTo>
                        <a:lnTo>
                          <a:pt x="-1813" y="31830"/>
                        </a:lnTo>
                        <a:lnTo>
                          <a:pt x="36643" y="904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72" name="Freeform: Shape 271">
                    <a:extLst>
                      <a:ext uri="{FF2B5EF4-FFF2-40B4-BE49-F238E27FC236}">
                        <a16:creationId xmlns:a16="http://schemas.microsoft.com/office/drawing/2014/main" id="{155F0832-1D16-F056-8B58-59847CB0DDD4}"/>
                      </a:ext>
                    </a:extLst>
                  </p:cNvPr>
                  <p:cNvSpPr/>
                  <p:nvPr/>
                </p:nvSpPr>
                <p:spPr>
                  <a:xfrm flipV="1">
                    <a:off x="5763471" y="4672504"/>
                    <a:ext cx="63926" cy="95994"/>
                  </a:xfrm>
                  <a:custGeom>
                    <a:avLst/>
                    <a:gdLst>
                      <a:gd name="connsiteX0" fmla="*/ 30126 w 63926"/>
                      <a:gd name="connsiteY0" fmla="*/ 84025 h 95994"/>
                      <a:gd name="connsiteX1" fmla="*/ 15596 w 63926"/>
                      <a:gd name="connsiteY1" fmla="*/ 74507 h 95994"/>
                      <a:gd name="connsiteX2" fmla="*/ 10740 w 63926"/>
                      <a:gd name="connsiteY2" fmla="*/ 45913 h 95994"/>
                      <a:gd name="connsiteX3" fmla="*/ 15596 w 63926"/>
                      <a:gd name="connsiteY3" fmla="*/ 17378 h 95994"/>
                      <a:gd name="connsiteX4" fmla="*/ 30126 w 63926"/>
                      <a:gd name="connsiteY4" fmla="*/ 7860 h 95994"/>
                      <a:gd name="connsiteX5" fmla="*/ 44715 w 63926"/>
                      <a:gd name="connsiteY5" fmla="*/ 17378 h 95994"/>
                      <a:gd name="connsiteX6" fmla="*/ 49591 w 63926"/>
                      <a:gd name="connsiteY6" fmla="*/ 45913 h 95994"/>
                      <a:gd name="connsiteX7" fmla="*/ 44715 w 63926"/>
                      <a:gd name="connsiteY7" fmla="*/ 74507 h 95994"/>
                      <a:gd name="connsiteX8" fmla="*/ 30126 w 63926"/>
                      <a:gd name="connsiteY8" fmla="*/ 84025 h 95994"/>
                      <a:gd name="connsiteX9" fmla="*/ 30126 w 63926"/>
                      <a:gd name="connsiteY9" fmla="*/ 93939 h 95994"/>
                      <a:gd name="connsiteX10" fmla="*/ 53893 w 63926"/>
                      <a:gd name="connsiteY10" fmla="*/ 81625 h 95994"/>
                      <a:gd name="connsiteX11" fmla="*/ 62099 w 63926"/>
                      <a:gd name="connsiteY11" fmla="*/ 45913 h 95994"/>
                      <a:gd name="connsiteX12" fmla="*/ 53893 w 63926"/>
                      <a:gd name="connsiteY12" fmla="*/ 10240 h 95994"/>
                      <a:gd name="connsiteX13" fmla="*/ 30126 w 63926"/>
                      <a:gd name="connsiteY13" fmla="*/ -2055 h 95994"/>
                      <a:gd name="connsiteX14" fmla="*/ 6379 w 63926"/>
                      <a:gd name="connsiteY14" fmla="*/ 10240 h 95994"/>
                      <a:gd name="connsiteX15" fmla="*/ -1828 w 63926"/>
                      <a:gd name="connsiteY15" fmla="*/ 45913 h 95994"/>
                      <a:gd name="connsiteX16" fmla="*/ 6379 w 63926"/>
                      <a:gd name="connsiteY16" fmla="*/ 81625 h 95994"/>
                      <a:gd name="connsiteX17" fmla="*/ 30126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26" y="84025"/>
                        </a:moveTo>
                        <a:cubicBezTo>
                          <a:pt x="23690" y="84025"/>
                          <a:pt x="18847" y="80852"/>
                          <a:pt x="15596" y="74507"/>
                        </a:cubicBezTo>
                        <a:cubicBezTo>
                          <a:pt x="12358" y="68174"/>
                          <a:pt x="10740" y="58643"/>
                          <a:pt x="10740" y="45913"/>
                        </a:cubicBezTo>
                        <a:cubicBezTo>
                          <a:pt x="10740" y="33235"/>
                          <a:pt x="12358" y="23724"/>
                          <a:pt x="15596" y="17378"/>
                        </a:cubicBezTo>
                        <a:cubicBezTo>
                          <a:pt x="18847" y="11033"/>
                          <a:pt x="23690" y="7860"/>
                          <a:pt x="30126" y="7860"/>
                        </a:cubicBezTo>
                        <a:cubicBezTo>
                          <a:pt x="36614" y="7860"/>
                          <a:pt x="41477" y="11033"/>
                          <a:pt x="44715" y="17378"/>
                        </a:cubicBezTo>
                        <a:cubicBezTo>
                          <a:pt x="47966" y="23724"/>
                          <a:pt x="49591" y="33235"/>
                          <a:pt x="49591" y="45913"/>
                        </a:cubicBezTo>
                        <a:cubicBezTo>
                          <a:pt x="49591" y="58643"/>
                          <a:pt x="47966" y="68174"/>
                          <a:pt x="44715" y="74507"/>
                        </a:cubicBezTo>
                        <a:cubicBezTo>
                          <a:pt x="41477" y="80852"/>
                          <a:pt x="36614" y="84025"/>
                          <a:pt x="30126" y="84025"/>
                        </a:cubicBezTo>
                        <a:close/>
                        <a:moveTo>
                          <a:pt x="30126" y="93939"/>
                        </a:moveTo>
                        <a:cubicBezTo>
                          <a:pt x="40499" y="93939"/>
                          <a:pt x="48422" y="89835"/>
                          <a:pt x="53893" y="81625"/>
                        </a:cubicBezTo>
                        <a:cubicBezTo>
                          <a:pt x="59364" y="73429"/>
                          <a:pt x="62099" y="61525"/>
                          <a:pt x="62099" y="45913"/>
                        </a:cubicBezTo>
                        <a:cubicBezTo>
                          <a:pt x="62099" y="30340"/>
                          <a:pt x="59364" y="18449"/>
                          <a:pt x="53893" y="10240"/>
                        </a:cubicBezTo>
                        <a:cubicBezTo>
                          <a:pt x="48422" y="2043"/>
                          <a:pt x="40499" y="-2055"/>
                          <a:pt x="30126" y="-2055"/>
                        </a:cubicBezTo>
                        <a:cubicBezTo>
                          <a:pt x="19765" y="-2055"/>
                          <a:pt x="11850" y="2043"/>
                          <a:pt x="6379" y="10240"/>
                        </a:cubicBezTo>
                        <a:cubicBezTo>
                          <a:pt x="908" y="18449"/>
                          <a:pt x="-1828" y="30340"/>
                          <a:pt x="-1828" y="45913"/>
                        </a:cubicBezTo>
                        <a:cubicBezTo>
                          <a:pt x="-1828" y="61525"/>
                          <a:pt x="908" y="73429"/>
                          <a:pt x="6379" y="81625"/>
                        </a:cubicBezTo>
                        <a:cubicBezTo>
                          <a:pt x="11850" y="89835"/>
                          <a:pt x="19765" y="93939"/>
                          <a:pt x="30126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73" name="Graphic 245">
                <a:extLst>
                  <a:ext uri="{FF2B5EF4-FFF2-40B4-BE49-F238E27FC236}">
                    <a16:creationId xmlns:a16="http://schemas.microsoft.com/office/drawing/2014/main" id="{2EB4C599-499F-DFA3-D424-20C7600DB0F8}"/>
                  </a:ext>
                </a:extLst>
              </p:cNvPr>
              <p:cNvGrpSpPr/>
              <p:nvPr/>
            </p:nvGrpSpPr>
            <p:grpSpPr>
              <a:xfrm>
                <a:off x="6509572" y="4581427"/>
                <a:ext cx="223926" cy="187070"/>
                <a:chOff x="6509572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274" name="Freeform: Shape 273">
                  <a:extLst>
                    <a:ext uri="{FF2B5EF4-FFF2-40B4-BE49-F238E27FC236}">
                      <a16:creationId xmlns:a16="http://schemas.microsoft.com/office/drawing/2014/main" id="{D1E94BEA-5FFB-87CA-609E-6A2CA04383E2}"/>
                    </a:ext>
                  </a:extLst>
                </p:cNvPr>
                <p:cNvSpPr/>
                <p:nvPr/>
              </p:nvSpPr>
              <p:spPr>
                <a:xfrm>
                  <a:off x="6620854" y="4581427"/>
                  <a:ext cx="12686" cy="44417"/>
                </a:xfrm>
                <a:custGeom>
                  <a:avLst/>
                  <a:gdLst>
                    <a:gd name="connsiteX0" fmla="*/ 272 w 12686"/>
                    <a:gd name="connsiteY0" fmla="*/ 264 h 44417"/>
                    <a:gd name="connsiteX1" fmla="*/ 272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72" y="264"/>
                      </a:moveTo>
                      <a:lnTo>
                        <a:pt x="272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75" name="Graphic 245">
                  <a:extLst>
                    <a:ext uri="{FF2B5EF4-FFF2-40B4-BE49-F238E27FC236}">
                      <a16:creationId xmlns:a16="http://schemas.microsoft.com/office/drawing/2014/main" id="{8DE1B37D-D6B9-A988-E488-32B04A6C38AC}"/>
                    </a:ext>
                  </a:extLst>
                </p:cNvPr>
                <p:cNvGrpSpPr/>
                <p:nvPr/>
              </p:nvGrpSpPr>
              <p:grpSpPr>
                <a:xfrm>
                  <a:off x="6509572" y="4672504"/>
                  <a:ext cx="223926" cy="95994"/>
                  <a:chOff x="6509572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76" name="Freeform: Shape 275">
                    <a:extLst>
                      <a:ext uri="{FF2B5EF4-FFF2-40B4-BE49-F238E27FC236}">
                        <a16:creationId xmlns:a16="http://schemas.microsoft.com/office/drawing/2014/main" id="{0C5C7FE5-212C-F428-CE66-C6BD3D953DFF}"/>
                      </a:ext>
                    </a:extLst>
                  </p:cNvPr>
                  <p:cNvSpPr/>
                  <p:nvPr/>
                </p:nvSpPr>
                <p:spPr>
                  <a:xfrm flipV="1">
                    <a:off x="6509572" y="4674169"/>
                    <a:ext cx="59843" cy="94328"/>
                  </a:xfrm>
                  <a:custGeom>
                    <a:avLst/>
                    <a:gdLst>
                      <a:gd name="connsiteX0" fmla="*/ 2167 w 59843"/>
                      <a:gd name="connsiteY0" fmla="*/ 92316 h 94328"/>
                      <a:gd name="connsiteX1" fmla="*/ 51286 w 59843"/>
                      <a:gd name="connsiteY1" fmla="*/ 92316 h 94328"/>
                      <a:gd name="connsiteX2" fmla="*/ 51286 w 59843"/>
                      <a:gd name="connsiteY2" fmla="*/ 81767 h 94328"/>
                      <a:gd name="connsiteX3" fmla="*/ 13624 w 59843"/>
                      <a:gd name="connsiteY3" fmla="*/ 81767 h 94328"/>
                      <a:gd name="connsiteX4" fmla="*/ 13624 w 59843"/>
                      <a:gd name="connsiteY4" fmla="*/ 59102 h 94328"/>
                      <a:gd name="connsiteX5" fmla="*/ 19055 w 59843"/>
                      <a:gd name="connsiteY5" fmla="*/ 60490 h 94328"/>
                      <a:gd name="connsiteX6" fmla="*/ 24526 w 59843"/>
                      <a:gd name="connsiteY6" fmla="*/ 60946 h 94328"/>
                      <a:gd name="connsiteX7" fmla="*/ 49047 w 59843"/>
                      <a:gd name="connsiteY7" fmla="*/ 52459 h 94328"/>
                      <a:gd name="connsiteX8" fmla="*/ 58105 w 59843"/>
                      <a:gd name="connsiteY8" fmla="*/ 29476 h 94328"/>
                      <a:gd name="connsiteX9" fmla="*/ 48809 w 59843"/>
                      <a:gd name="connsiteY9" fmla="*/ 6256 h 94328"/>
                      <a:gd name="connsiteX10" fmla="*/ 22604 w 59843"/>
                      <a:gd name="connsiteY10" fmla="*/ -2013 h 94328"/>
                      <a:gd name="connsiteX11" fmla="*/ 10730 w 59843"/>
                      <a:gd name="connsiteY11" fmla="*/ -1021 h 94328"/>
                      <a:gd name="connsiteX12" fmla="*/ -1738 w 59843"/>
                      <a:gd name="connsiteY12" fmla="*/ 1953 h 94328"/>
                      <a:gd name="connsiteX13" fmla="*/ -1738 w 59843"/>
                      <a:gd name="connsiteY13" fmla="*/ 14545 h 94328"/>
                      <a:gd name="connsiteX14" fmla="*/ 9779 w 59843"/>
                      <a:gd name="connsiteY14" fmla="*/ 10024 h 94328"/>
                      <a:gd name="connsiteX15" fmla="*/ 22346 w 59843"/>
                      <a:gd name="connsiteY15" fmla="*/ 8537 h 94328"/>
                      <a:gd name="connsiteX16" fmla="*/ 39314 w 59843"/>
                      <a:gd name="connsiteY16" fmla="*/ 14168 h 94328"/>
                      <a:gd name="connsiteX17" fmla="*/ 45578 w 59843"/>
                      <a:gd name="connsiteY17" fmla="*/ 29476 h 94328"/>
                      <a:gd name="connsiteX18" fmla="*/ 39314 w 59843"/>
                      <a:gd name="connsiteY18" fmla="*/ 44765 h 94328"/>
                      <a:gd name="connsiteX19" fmla="*/ 22346 w 59843"/>
                      <a:gd name="connsiteY19" fmla="*/ 50416 h 94328"/>
                      <a:gd name="connsiteX20" fmla="*/ 12336 w 59843"/>
                      <a:gd name="connsiteY20" fmla="*/ 49306 h 94328"/>
                      <a:gd name="connsiteX21" fmla="*/ 2167 w 59843"/>
                      <a:gd name="connsiteY21" fmla="*/ 45836 h 94328"/>
                      <a:gd name="connsiteX22" fmla="*/ 2167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67" y="92316"/>
                        </a:moveTo>
                        <a:lnTo>
                          <a:pt x="51286" y="92316"/>
                        </a:lnTo>
                        <a:lnTo>
                          <a:pt x="51286" y="81767"/>
                        </a:lnTo>
                        <a:lnTo>
                          <a:pt x="13624" y="81767"/>
                        </a:lnTo>
                        <a:lnTo>
                          <a:pt x="13624" y="59102"/>
                        </a:lnTo>
                        <a:cubicBezTo>
                          <a:pt x="15435" y="59723"/>
                          <a:pt x="17245" y="60186"/>
                          <a:pt x="19055" y="60490"/>
                        </a:cubicBezTo>
                        <a:cubicBezTo>
                          <a:pt x="20879" y="60794"/>
                          <a:pt x="22703" y="60946"/>
                          <a:pt x="24526" y="60946"/>
                        </a:cubicBezTo>
                        <a:cubicBezTo>
                          <a:pt x="34847" y="60946"/>
                          <a:pt x="43021" y="58117"/>
                          <a:pt x="49047" y="52459"/>
                        </a:cubicBezTo>
                        <a:cubicBezTo>
                          <a:pt x="55086" y="46801"/>
                          <a:pt x="58105" y="39140"/>
                          <a:pt x="58105" y="29476"/>
                        </a:cubicBezTo>
                        <a:cubicBezTo>
                          <a:pt x="58105" y="19522"/>
                          <a:pt x="55006" y="11782"/>
                          <a:pt x="48809" y="6256"/>
                        </a:cubicBezTo>
                        <a:cubicBezTo>
                          <a:pt x="42611" y="744"/>
                          <a:pt x="33876" y="-2013"/>
                          <a:pt x="22604" y="-2013"/>
                        </a:cubicBezTo>
                        <a:cubicBezTo>
                          <a:pt x="18718" y="-2013"/>
                          <a:pt x="14761" y="-1682"/>
                          <a:pt x="10730" y="-1021"/>
                        </a:cubicBezTo>
                        <a:cubicBezTo>
                          <a:pt x="6713" y="-360"/>
                          <a:pt x="2557" y="631"/>
                          <a:pt x="-1738" y="1953"/>
                        </a:cubicBezTo>
                        <a:lnTo>
                          <a:pt x="-1738" y="14545"/>
                        </a:lnTo>
                        <a:cubicBezTo>
                          <a:pt x="1975" y="12522"/>
                          <a:pt x="5814" y="11015"/>
                          <a:pt x="9779" y="10024"/>
                        </a:cubicBezTo>
                        <a:cubicBezTo>
                          <a:pt x="13743" y="9032"/>
                          <a:pt x="17932" y="8537"/>
                          <a:pt x="22346" y="8537"/>
                        </a:cubicBezTo>
                        <a:cubicBezTo>
                          <a:pt x="29495" y="8537"/>
                          <a:pt x="35151" y="10414"/>
                          <a:pt x="39314" y="14168"/>
                        </a:cubicBezTo>
                        <a:cubicBezTo>
                          <a:pt x="43490" y="17923"/>
                          <a:pt x="45578" y="23025"/>
                          <a:pt x="45578" y="29476"/>
                        </a:cubicBezTo>
                        <a:cubicBezTo>
                          <a:pt x="45578" y="35914"/>
                          <a:pt x="43490" y="41011"/>
                          <a:pt x="39314" y="44765"/>
                        </a:cubicBezTo>
                        <a:cubicBezTo>
                          <a:pt x="35151" y="48533"/>
                          <a:pt x="29495" y="50416"/>
                          <a:pt x="22346" y="50416"/>
                        </a:cubicBezTo>
                        <a:cubicBezTo>
                          <a:pt x="19003" y="50416"/>
                          <a:pt x="15666" y="50046"/>
                          <a:pt x="12336" y="49306"/>
                        </a:cubicBezTo>
                        <a:cubicBezTo>
                          <a:pt x="9019" y="48566"/>
                          <a:pt x="5629" y="47409"/>
                          <a:pt x="2167" y="45836"/>
                        </a:cubicBezTo>
                        <a:lnTo>
                          <a:pt x="2167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77" name="Freeform: Shape 276">
                    <a:extLst>
                      <a:ext uri="{FF2B5EF4-FFF2-40B4-BE49-F238E27FC236}">
                        <a16:creationId xmlns:a16="http://schemas.microsoft.com/office/drawing/2014/main" id="{FDEF62B4-B525-E0BC-BE18-DA1CA008AA35}"/>
                      </a:ext>
                    </a:extLst>
                  </p:cNvPr>
                  <p:cNvSpPr/>
                  <p:nvPr/>
                </p:nvSpPr>
                <p:spPr>
                  <a:xfrm flipV="1">
                    <a:off x="6589354" y="4672504"/>
                    <a:ext cx="63867" cy="95994"/>
                  </a:xfrm>
                  <a:custGeom>
                    <a:avLst/>
                    <a:gdLst>
                      <a:gd name="connsiteX0" fmla="*/ 31238 w 63867"/>
                      <a:gd name="connsiteY0" fmla="*/ 50989 h 95994"/>
                      <a:gd name="connsiteX1" fmla="*/ 17878 w 63867"/>
                      <a:gd name="connsiteY1" fmla="*/ 45219 h 95994"/>
                      <a:gd name="connsiteX2" fmla="*/ 12962 w 63867"/>
                      <a:gd name="connsiteY2" fmla="*/ 29434 h 95994"/>
                      <a:gd name="connsiteX3" fmla="*/ 17878 w 63867"/>
                      <a:gd name="connsiteY3" fmla="*/ 13650 h 95994"/>
                      <a:gd name="connsiteX4" fmla="*/ 31238 w 63867"/>
                      <a:gd name="connsiteY4" fmla="*/ 7860 h 95994"/>
                      <a:gd name="connsiteX5" fmla="*/ 44578 w 63867"/>
                      <a:gd name="connsiteY5" fmla="*/ 13650 h 95994"/>
                      <a:gd name="connsiteX6" fmla="*/ 49494 w 63867"/>
                      <a:gd name="connsiteY6" fmla="*/ 29434 h 95994"/>
                      <a:gd name="connsiteX7" fmla="*/ 44578 w 63867"/>
                      <a:gd name="connsiteY7" fmla="*/ 45219 h 95994"/>
                      <a:gd name="connsiteX8" fmla="*/ 31238 w 63867"/>
                      <a:gd name="connsiteY8" fmla="*/ 50989 h 95994"/>
                      <a:gd name="connsiteX9" fmla="*/ 56075 w 63867"/>
                      <a:gd name="connsiteY9" fmla="*/ 90231 h 95994"/>
                      <a:gd name="connsiteX10" fmla="*/ 56075 w 63867"/>
                      <a:gd name="connsiteY10" fmla="*/ 78829 h 95994"/>
                      <a:gd name="connsiteX11" fmla="*/ 46560 w 63867"/>
                      <a:gd name="connsiteY11" fmla="*/ 82220 h 95994"/>
                      <a:gd name="connsiteX12" fmla="*/ 37046 w 63867"/>
                      <a:gd name="connsiteY12" fmla="*/ 83410 h 95994"/>
                      <a:gd name="connsiteX13" fmla="*/ 18115 w 63867"/>
                      <a:gd name="connsiteY13" fmla="*/ 75042 h 95994"/>
                      <a:gd name="connsiteX14" fmla="*/ 10662 w 63867"/>
                      <a:gd name="connsiteY14" fmla="*/ 49760 h 95994"/>
                      <a:gd name="connsiteX15" fmla="*/ 19820 w 63867"/>
                      <a:gd name="connsiteY15" fmla="*/ 58028 h 95994"/>
                      <a:gd name="connsiteX16" fmla="*/ 31971 w 63867"/>
                      <a:gd name="connsiteY16" fmla="*/ 60904 h 95994"/>
                      <a:gd name="connsiteX17" fmla="*/ 53994 w 63867"/>
                      <a:gd name="connsiteY17" fmla="*/ 52436 h 95994"/>
                      <a:gd name="connsiteX18" fmla="*/ 62081 w 63867"/>
                      <a:gd name="connsiteY18" fmla="*/ 29434 h 95994"/>
                      <a:gd name="connsiteX19" fmla="*/ 53657 w 63867"/>
                      <a:gd name="connsiteY19" fmla="*/ 6551 h 95994"/>
                      <a:gd name="connsiteX20" fmla="*/ 31238 w 63867"/>
                      <a:gd name="connsiteY20" fmla="*/ -2055 h 95994"/>
                      <a:gd name="connsiteX21" fmla="*/ 6698 w 63867"/>
                      <a:gd name="connsiteY21" fmla="*/ 10240 h 95994"/>
                      <a:gd name="connsiteX22" fmla="*/ -1786 w 63867"/>
                      <a:gd name="connsiteY22" fmla="*/ 45913 h 95994"/>
                      <a:gd name="connsiteX23" fmla="*/ 8621 w 63867"/>
                      <a:gd name="connsiteY23" fmla="*/ 80892 h 95994"/>
                      <a:gd name="connsiteX24" fmla="*/ 36550 w 63867"/>
                      <a:gd name="connsiteY24" fmla="*/ 93939 h 95994"/>
                      <a:gd name="connsiteX25" fmla="*/ 46065 w 63867"/>
                      <a:gd name="connsiteY25" fmla="*/ 93007 h 95994"/>
                      <a:gd name="connsiteX26" fmla="*/ 56075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238" y="50989"/>
                        </a:moveTo>
                        <a:cubicBezTo>
                          <a:pt x="25621" y="50989"/>
                          <a:pt x="21168" y="49065"/>
                          <a:pt x="17878" y="45219"/>
                        </a:cubicBezTo>
                        <a:cubicBezTo>
                          <a:pt x="14600" y="41385"/>
                          <a:pt x="12962" y="36123"/>
                          <a:pt x="12962" y="29434"/>
                        </a:cubicBezTo>
                        <a:cubicBezTo>
                          <a:pt x="12962" y="22785"/>
                          <a:pt x="14600" y="17524"/>
                          <a:pt x="17878" y="13650"/>
                        </a:cubicBezTo>
                        <a:cubicBezTo>
                          <a:pt x="21168" y="9790"/>
                          <a:pt x="25621" y="7860"/>
                          <a:pt x="31238" y="7860"/>
                        </a:cubicBezTo>
                        <a:cubicBezTo>
                          <a:pt x="36854" y="7860"/>
                          <a:pt x="41301" y="9790"/>
                          <a:pt x="44578" y="13650"/>
                        </a:cubicBezTo>
                        <a:cubicBezTo>
                          <a:pt x="47855" y="17524"/>
                          <a:pt x="49494" y="22785"/>
                          <a:pt x="49494" y="29434"/>
                        </a:cubicBezTo>
                        <a:cubicBezTo>
                          <a:pt x="49494" y="36123"/>
                          <a:pt x="47855" y="41385"/>
                          <a:pt x="44578" y="45219"/>
                        </a:cubicBezTo>
                        <a:cubicBezTo>
                          <a:pt x="41301" y="49065"/>
                          <a:pt x="36854" y="50989"/>
                          <a:pt x="31238" y="50989"/>
                        </a:cubicBezTo>
                        <a:close/>
                        <a:moveTo>
                          <a:pt x="56075" y="90231"/>
                        </a:moveTo>
                        <a:lnTo>
                          <a:pt x="56075" y="78829"/>
                        </a:lnTo>
                        <a:cubicBezTo>
                          <a:pt x="52930" y="80310"/>
                          <a:pt x="49758" y="81440"/>
                          <a:pt x="46560" y="82220"/>
                        </a:cubicBezTo>
                        <a:cubicBezTo>
                          <a:pt x="43362" y="83013"/>
                          <a:pt x="40191" y="83410"/>
                          <a:pt x="37046" y="83410"/>
                        </a:cubicBezTo>
                        <a:cubicBezTo>
                          <a:pt x="28786" y="83410"/>
                          <a:pt x="22476" y="80621"/>
                          <a:pt x="18115" y="75042"/>
                        </a:cubicBezTo>
                        <a:cubicBezTo>
                          <a:pt x="13768" y="69463"/>
                          <a:pt x="11283" y="61036"/>
                          <a:pt x="10662" y="49760"/>
                        </a:cubicBezTo>
                        <a:cubicBezTo>
                          <a:pt x="13094" y="53355"/>
                          <a:pt x="16146" y="56112"/>
                          <a:pt x="19820" y="58028"/>
                        </a:cubicBezTo>
                        <a:cubicBezTo>
                          <a:pt x="23507" y="59945"/>
                          <a:pt x="27557" y="60904"/>
                          <a:pt x="31971" y="60904"/>
                        </a:cubicBezTo>
                        <a:cubicBezTo>
                          <a:pt x="41261" y="60904"/>
                          <a:pt x="48602" y="58081"/>
                          <a:pt x="53994" y="52436"/>
                        </a:cubicBezTo>
                        <a:cubicBezTo>
                          <a:pt x="59385" y="46805"/>
                          <a:pt x="62081" y="39138"/>
                          <a:pt x="62081" y="29434"/>
                        </a:cubicBezTo>
                        <a:cubicBezTo>
                          <a:pt x="62081" y="19929"/>
                          <a:pt x="59273" y="12302"/>
                          <a:pt x="53657" y="6551"/>
                        </a:cubicBezTo>
                        <a:cubicBezTo>
                          <a:pt x="48040" y="814"/>
                          <a:pt x="40567" y="-2055"/>
                          <a:pt x="31238" y="-2055"/>
                        </a:cubicBezTo>
                        <a:cubicBezTo>
                          <a:pt x="20534" y="-2055"/>
                          <a:pt x="12354" y="2043"/>
                          <a:pt x="6698" y="10240"/>
                        </a:cubicBezTo>
                        <a:cubicBezTo>
                          <a:pt x="1042" y="18449"/>
                          <a:pt x="-1786" y="30340"/>
                          <a:pt x="-1786" y="45913"/>
                        </a:cubicBezTo>
                        <a:cubicBezTo>
                          <a:pt x="-1786" y="60534"/>
                          <a:pt x="1683" y="72193"/>
                          <a:pt x="8621" y="80892"/>
                        </a:cubicBezTo>
                        <a:cubicBezTo>
                          <a:pt x="15558" y="89590"/>
                          <a:pt x="24868" y="93939"/>
                          <a:pt x="36550" y="93939"/>
                        </a:cubicBezTo>
                        <a:cubicBezTo>
                          <a:pt x="39695" y="93939"/>
                          <a:pt x="42867" y="93629"/>
                          <a:pt x="46065" y="93007"/>
                        </a:cubicBezTo>
                        <a:cubicBezTo>
                          <a:pt x="49263" y="92386"/>
                          <a:pt x="52599" y="91461"/>
                          <a:pt x="56075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78" name="Freeform: Shape 277">
                    <a:extLst>
                      <a:ext uri="{FF2B5EF4-FFF2-40B4-BE49-F238E27FC236}">
                        <a16:creationId xmlns:a16="http://schemas.microsoft.com/office/drawing/2014/main" id="{7108505B-6A0E-78A2-493A-4662E3C0A652}"/>
                      </a:ext>
                    </a:extLst>
                  </p:cNvPr>
                  <p:cNvSpPr/>
                  <p:nvPr/>
                </p:nvSpPr>
                <p:spPr>
                  <a:xfrm flipV="1">
                    <a:off x="6669572" y="4672504"/>
                    <a:ext cx="63926" cy="95994"/>
                  </a:xfrm>
                  <a:custGeom>
                    <a:avLst/>
                    <a:gdLst>
                      <a:gd name="connsiteX0" fmla="*/ 30197 w 63926"/>
                      <a:gd name="connsiteY0" fmla="*/ 84025 h 95994"/>
                      <a:gd name="connsiteX1" fmla="*/ 15667 w 63926"/>
                      <a:gd name="connsiteY1" fmla="*/ 74507 h 95994"/>
                      <a:gd name="connsiteX2" fmla="*/ 10811 w 63926"/>
                      <a:gd name="connsiteY2" fmla="*/ 45913 h 95994"/>
                      <a:gd name="connsiteX3" fmla="*/ 15667 w 63926"/>
                      <a:gd name="connsiteY3" fmla="*/ 17378 h 95994"/>
                      <a:gd name="connsiteX4" fmla="*/ 30197 w 63926"/>
                      <a:gd name="connsiteY4" fmla="*/ 7860 h 95994"/>
                      <a:gd name="connsiteX5" fmla="*/ 44786 w 63926"/>
                      <a:gd name="connsiteY5" fmla="*/ 17378 h 95994"/>
                      <a:gd name="connsiteX6" fmla="*/ 49663 w 63926"/>
                      <a:gd name="connsiteY6" fmla="*/ 45913 h 95994"/>
                      <a:gd name="connsiteX7" fmla="*/ 44786 w 63926"/>
                      <a:gd name="connsiteY7" fmla="*/ 74507 h 95994"/>
                      <a:gd name="connsiteX8" fmla="*/ 30197 w 63926"/>
                      <a:gd name="connsiteY8" fmla="*/ 84025 h 95994"/>
                      <a:gd name="connsiteX9" fmla="*/ 30197 w 63926"/>
                      <a:gd name="connsiteY9" fmla="*/ 93939 h 95994"/>
                      <a:gd name="connsiteX10" fmla="*/ 53964 w 63926"/>
                      <a:gd name="connsiteY10" fmla="*/ 81625 h 95994"/>
                      <a:gd name="connsiteX11" fmla="*/ 62170 w 63926"/>
                      <a:gd name="connsiteY11" fmla="*/ 45913 h 95994"/>
                      <a:gd name="connsiteX12" fmla="*/ 53964 w 63926"/>
                      <a:gd name="connsiteY12" fmla="*/ 10240 h 95994"/>
                      <a:gd name="connsiteX13" fmla="*/ 30197 w 63926"/>
                      <a:gd name="connsiteY13" fmla="*/ -2055 h 95994"/>
                      <a:gd name="connsiteX14" fmla="*/ 6450 w 63926"/>
                      <a:gd name="connsiteY14" fmla="*/ 10240 h 95994"/>
                      <a:gd name="connsiteX15" fmla="*/ -1756 w 63926"/>
                      <a:gd name="connsiteY15" fmla="*/ 45913 h 95994"/>
                      <a:gd name="connsiteX16" fmla="*/ 6450 w 63926"/>
                      <a:gd name="connsiteY16" fmla="*/ 81625 h 95994"/>
                      <a:gd name="connsiteX17" fmla="*/ 3019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97" y="84025"/>
                        </a:moveTo>
                        <a:cubicBezTo>
                          <a:pt x="23762" y="84025"/>
                          <a:pt x="18918" y="80852"/>
                          <a:pt x="15667" y="74507"/>
                        </a:cubicBezTo>
                        <a:cubicBezTo>
                          <a:pt x="12430" y="68174"/>
                          <a:pt x="10811" y="58643"/>
                          <a:pt x="10811" y="45913"/>
                        </a:cubicBezTo>
                        <a:cubicBezTo>
                          <a:pt x="10811" y="33235"/>
                          <a:pt x="12430" y="23724"/>
                          <a:pt x="15667" y="17378"/>
                        </a:cubicBezTo>
                        <a:cubicBezTo>
                          <a:pt x="18918" y="11033"/>
                          <a:pt x="23762" y="7860"/>
                          <a:pt x="30197" y="7860"/>
                        </a:cubicBezTo>
                        <a:cubicBezTo>
                          <a:pt x="36686" y="7860"/>
                          <a:pt x="41549" y="11033"/>
                          <a:pt x="44786" y="17378"/>
                        </a:cubicBezTo>
                        <a:cubicBezTo>
                          <a:pt x="48037" y="23724"/>
                          <a:pt x="49663" y="33235"/>
                          <a:pt x="49663" y="45913"/>
                        </a:cubicBezTo>
                        <a:cubicBezTo>
                          <a:pt x="49663" y="58643"/>
                          <a:pt x="48037" y="68174"/>
                          <a:pt x="44786" y="74507"/>
                        </a:cubicBezTo>
                        <a:cubicBezTo>
                          <a:pt x="41549" y="80852"/>
                          <a:pt x="36686" y="84025"/>
                          <a:pt x="30197" y="84025"/>
                        </a:cubicBezTo>
                        <a:close/>
                        <a:moveTo>
                          <a:pt x="30197" y="93939"/>
                        </a:moveTo>
                        <a:cubicBezTo>
                          <a:pt x="40571" y="93939"/>
                          <a:pt x="48493" y="89835"/>
                          <a:pt x="53964" y="81625"/>
                        </a:cubicBezTo>
                        <a:cubicBezTo>
                          <a:pt x="59435" y="73429"/>
                          <a:pt x="62170" y="61525"/>
                          <a:pt x="62170" y="45913"/>
                        </a:cubicBezTo>
                        <a:cubicBezTo>
                          <a:pt x="62170" y="30340"/>
                          <a:pt x="59435" y="18449"/>
                          <a:pt x="53964" y="10240"/>
                        </a:cubicBezTo>
                        <a:cubicBezTo>
                          <a:pt x="48493" y="2043"/>
                          <a:pt x="40571" y="-2055"/>
                          <a:pt x="30197" y="-2055"/>
                        </a:cubicBezTo>
                        <a:cubicBezTo>
                          <a:pt x="19837" y="-2055"/>
                          <a:pt x="11921" y="2043"/>
                          <a:pt x="6450" y="10240"/>
                        </a:cubicBezTo>
                        <a:cubicBezTo>
                          <a:pt x="979" y="18449"/>
                          <a:pt x="-1756" y="30340"/>
                          <a:pt x="-1756" y="45913"/>
                        </a:cubicBezTo>
                        <a:cubicBezTo>
                          <a:pt x="-1756" y="61525"/>
                          <a:pt x="979" y="73429"/>
                          <a:pt x="6450" y="81625"/>
                        </a:cubicBezTo>
                        <a:cubicBezTo>
                          <a:pt x="11921" y="89835"/>
                          <a:pt x="19837" y="93939"/>
                          <a:pt x="3019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79" name="Graphic 245">
                <a:extLst>
                  <a:ext uri="{FF2B5EF4-FFF2-40B4-BE49-F238E27FC236}">
                    <a16:creationId xmlns:a16="http://schemas.microsoft.com/office/drawing/2014/main" id="{7DD73E5F-BEE3-962D-F5AD-5B676B177A38}"/>
                  </a:ext>
                </a:extLst>
              </p:cNvPr>
              <p:cNvGrpSpPr/>
              <p:nvPr/>
            </p:nvGrpSpPr>
            <p:grpSpPr>
              <a:xfrm>
                <a:off x="7415673" y="4581427"/>
                <a:ext cx="223926" cy="187070"/>
                <a:chOff x="7415673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0754DA1E-93EF-483E-6455-A473037C44BC}"/>
                    </a:ext>
                  </a:extLst>
                </p:cNvPr>
                <p:cNvSpPr/>
                <p:nvPr/>
              </p:nvSpPr>
              <p:spPr>
                <a:xfrm>
                  <a:off x="7526955" y="4581427"/>
                  <a:ext cx="12686" cy="44417"/>
                </a:xfrm>
                <a:custGeom>
                  <a:avLst/>
                  <a:gdLst>
                    <a:gd name="connsiteX0" fmla="*/ 343 w 12686"/>
                    <a:gd name="connsiteY0" fmla="*/ 264 h 44417"/>
                    <a:gd name="connsiteX1" fmla="*/ 343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43" y="264"/>
                      </a:moveTo>
                      <a:lnTo>
                        <a:pt x="343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81" name="Graphic 245">
                  <a:extLst>
                    <a:ext uri="{FF2B5EF4-FFF2-40B4-BE49-F238E27FC236}">
                      <a16:creationId xmlns:a16="http://schemas.microsoft.com/office/drawing/2014/main" id="{E1A0DBB2-8D4C-60ED-280C-CF7F751B03DE}"/>
                    </a:ext>
                  </a:extLst>
                </p:cNvPr>
                <p:cNvGrpSpPr/>
                <p:nvPr/>
              </p:nvGrpSpPr>
              <p:grpSpPr>
                <a:xfrm>
                  <a:off x="7415673" y="4672504"/>
                  <a:ext cx="223926" cy="95994"/>
                  <a:chOff x="7415673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82" name="Freeform: Shape 281">
                    <a:extLst>
                      <a:ext uri="{FF2B5EF4-FFF2-40B4-BE49-F238E27FC236}">
                        <a16:creationId xmlns:a16="http://schemas.microsoft.com/office/drawing/2014/main" id="{87104290-1ABD-001B-04D0-3B458521A080}"/>
                      </a:ext>
                    </a:extLst>
                  </p:cNvPr>
                  <p:cNvSpPr/>
                  <p:nvPr/>
                </p:nvSpPr>
                <p:spPr>
                  <a:xfrm flipV="1">
                    <a:off x="7415673" y="4674169"/>
                    <a:ext cx="59843" cy="94328"/>
                  </a:xfrm>
                  <a:custGeom>
                    <a:avLst/>
                    <a:gdLst>
                      <a:gd name="connsiteX0" fmla="*/ 2238 w 59843"/>
                      <a:gd name="connsiteY0" fmla="*/ 92316 h 94328"/>
                      <a:gd name="connsiteX1" fmla="*/ 51358 w 59843"/>
                      <a:gd name="connsiteY1" fmla="*/ 92316 h 94328"/>
                      <a:gd name="connsiteX2" fmla="*/ 51358 w 59843"/>
                      <a:gd name="connsiteY2" fmla="*/ 81767 h 94328"/>
                      <a:gd name="connsiteX3" fmla="*/ 13696 w 59843"/>
                      <a:gd name="connsiteY3" fmla="*/ 81767 h 94328"/>
                      <a:gd name="connsiteX4" fmla="*/ 13696 w 59843"/>
                      <a:gd name="connsiteY4" fmla="*/ 59102 h 94328"/>
                      <a:gd name="connsiteX5" fmla="*/ 19127 w 59843"/>
                      <a:gd name="connsiteY5" fmla="*/ 60490 h 94328"/>
                      <a:gd name="connsiteX6" fmla="*/ 24598 w 59843"/>
                      <a:gd name="connsiteY6" fmla="*/ 60946 h 94328"/>
                      <a:gd name="connsiteX7" fmla="*/ 49118 w 59843"/>
                      <a:gd name="connsiteY7" fmla="*/ 52459 h 94328"/>
                      <a:gd name="connsiteX8" fmla="*/ 58177 w 59843"/>
                      <a:gd name="connsiteY8" fmla="*/ 29476 h 94328"/>
                      <a:gd name="connsiteX9" fmla="*/ 48880 w 59843"/>
                      <a:gd name="connsiteY9" fmla="*/ 6256 h 94328"/>
                      <a:gd name="connsiteX10" fmla="*/ 22675 w 59843"/>
                      <a:gd name="connsiteY10" fmla="*/ -2013 h 94328"/>
                      <a:gd name="connsiteX11" fmla="*/ 10802 w 59843"/>
                      <a:gd name="connsiteY11" fmla="*/ -1021 h 94328"/>
                      <a:gd name="connsiteX12" fmla="*/ -1667 w 59843"/>
                      <a:gd name="connsiteY12" fmla="*/ 1953 h 94328"/>
                      <a:gd name="connsiteX13" fmla="*/ -1667 w 59843"/>
                      <a:gd name="connsiteY13" fmla="*/ 14545 h 94328"/>
                      <a:gd name="connsiteX14" fmla="*/ 9850 w 59843"/>
                      <a:gd name="connsiteY14" fmla="*/ 10024 h 94328"/>
                      <a:gd name="connsiteX15" fmla="*/ 22417 w 59843"/>
                      <a:gd name="connsiteY15" fmla="*/ 8537 h 94328"/>
                      <a:gd name="connsiteX16" fmla="*/ 39385 w 59843"/>
                      <a:gd name="connsiteY16" fmla="*/ 14168 h 94328"/>
                      <a:gd name="connsiteX17" fmla="*/ 45649 w 59843"/>
                      <a:gd name="connsiteY17" fmla="*/ 29476 h 94328"/>
                      <a:gd name="connsiteX18" fmla="*/ 39385 w 59843"/>
                      <a:gd name="connsiteY18" fmla="*/ 44765 h 94328"/>
                      <a:gd name="connsiteX19" fmla="*/ 22417 w 59843"/>
                      <a:gd name="connsiteY19" fmla="*/ 50416 h 94328"/>
                      <a:gd name="connsiteX20" fmla="*/ 12407 w 59843"/>
                      <a:gd name="connsiteY20" fmla="*/ 49306 h 94328"/>
                      <a:gd name="connsiteX21" fmla="*/ 2238 w 59843"/>
                      <a:gd name="connsiteY21" fmla="*/ 45836 h 94328"/>
                      <a:gd name="connsiteX22" fmla="*/ 2238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38" y="92316"/>
                        </a:moveTo>
                        <a:lnTo>
                          <a:pt x="51358" y="92316"/>
                        </a:lnTo>
                        <a:lnTo>
                          <a:pt x="51358" y="81767"/>
                        </a:lnTo>
                        <a:lnTo>
                          <a:pt x="13696" y="81767"/>
                        </a:lnTo>
                        <a:lnTo>
                          <a:pt x="13696" y="59102"/>
                        </a:lnTo>
                        <a:cubicBezTo>
                          <a:pt x="15506" y="59723"/>
                          <a:pt x="17316" y="60186"/>
                          <a:pt x="19127" y="60490"/>
                        </a:cubicBezTo>
                        <a:cubicBezTo>
                          <a:pt x="20951" y="60794"/>
                          <a:pt x="22774" y="60946"/>
                          <a:pt x="24598" y="60946"/>
                        </a:cubicBezTo>
                        <a:cubicBezTo>
                          <a:pt x="34919" y="60946"/>
                          <a:pt x="43092" y="58117"/>
                          <a:pt x="49118" y="52459"/>
                        </a:cubicBezTo>
                        <a:cubicBezTo>
                          <a:pt x="55157" y="46801"/>
                          <a:pt x="58177" y="39140"/>
                          <a:pt x="58177" y="29476"/>
                        </a:cubicBezTo>
                        <a:cubicBezTo>
                          <a:pt x="58177" y="19522"/>
                          <a:pt x="55078" y="11782"/>
                          <a:pt x="48880" y="6256"/>
                        </a:cubicBezTo>
                        <a:cubicBezTo>
                          <a:pt x="42682" y="744"/>
                          <a:pt x="33947" y="-2013"/>
                          <a:pt x="22675" y="-2013"/>
                        </a:cubicBezTo>
                        <a:cubicBezTo>
                          <a:pt x="18790" y="-2013"/>
                          <a:pt x="14832" y="-1682"/>
                          <a:pt x="10802" y="-1021"/>
                        </a:cubicBezTo>
                        <a:cubicBezTo>
                          <a:pt x="6784" y="-360"/>
                          <a:pt x="2628" y="631"/>
                          <a:pt x="-1667" y="1953"/>
                        </a:cubicBezTo>
                        <a:lnTo>
                          <a:pt x="-1667" y="14545"/>
                        </a:lnTo>
                        <a:cubicBezTo>
                          <a:pt x="2047" y="12522"/>
                          <a:pt x="5886" y="11015"/>
                          <a:pt x="9850" y="10024"/>
                        </a:cubicBezTo>
                        <a:cubicBezTo>
                          <a:pt x="13815" y="9032"/>
                          <a:pt x="18004" y="8537"/>
                          <a:pt x="22417" y="8537"/>
                        </a:cubicBezTo>
                        <a:cubicBezTo>
                          <a:pt x="29567" y="8537"/>
                          <a:pt x="35223" y="10414"/>
                          <a:pt x="39385" y="14168"/>
                        </a:cubicBezTo>
                        <a:cubicBezTo>
                          <a:pt x="43561" y="17923"/>
                          <a:pt x="45649" y="23025"/>
                          <a:pt x="45649" y="29476"/>
                        </a:cubicBezTo>
                        <a:cubicBezTo>
                          <a:pt x="45649" y="35914"/>
                          <a:pt x="43561" y="41011"/>
                          <a:pt x="39385" y="44765"/>
                        </a:cubicBezTo>
                        <a:cubicBezTo>
                          <a:pt x="35223" y="48533"/>
                          <a:pt x="29567" y="50416"/>
                          <a:pt x="22417" y="50416"/>
                        </a:cubicBezTo>
                        <a:cubicBezTo>
                          <a:pt x="19074" y="50416"/>
                          <a:pt x="15737" y="50046"/>
                          <a:pt x="12407" y="49306"/>
                        </a:cubicBezTo>
                        <a:cubicBezTo>
                          <a:pt x="9090" y="48566"/>
                          <a:pt x="5701" y="47409"/>
                          <a:pt x="2238" y="45836"/>
                        </a:cubicBezTo>
                        <a:lnTo>
                          <a:pt x="2238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83" name="Freeform: Shape 282">
                    <a:extLst>
                      <a:ext uri="{FF2B5EF4-FFF2-40B4-BE49-F238E27FC236}">
                        <a16:creationId xmlns:a16="http://schemas.microsoft.com/office/drawing/2014/main" id="{D742A4A7-DF8B-D1FE-9199-FE79AB596E80}"/>
                      </a:ext>
                    </a:extLst>
                  </p:cNvPr>
                  <p:cNvSpPr/>
                  <p:nvPr/>
                </p:nvSpPr>
                <p:spPr>
                  <a:xfrm flipV="1">
                    <a:off x="7495197" y="4672504"/>
                    <a:ext cx="63431" cy="95994"/>
                  </a:xfrm>
                  <a:custGeom>
                    <a:avLst/>
                    <a:gdLst>
                      <a:gd name="connsiteX0" fmla="*/ 30025 w 63431"/>
                      <a:gd name="connsiteY0" fmla="*/ 43692 h 95994"/>
                      <a:gd name="connsiteX1" fmla="*/ 15991 w 63431"/>
                      <a:gd name="connsiteY1" fmla="*/ 38913 h 95994"/>
                      <a:gd name="connsiteX2" fmla="*/ 10896 w 63431"/>
                      <a:gd name="connsiteY2" fmla="*/ 25786 h 95994"/>
                      <a:gd name="connsiteX3" fmla="*/ 15991 w 63431"/>
                      <a:gd name="connsiteY3" fmla="*/ 12639 h 95994"/>
                      <a:gd name="connsiteX4" fmla="*/ 30025 w 63431"/>
                      <a:gd name="connsiteY4" fmla="*/ 7860 h 95994"/>
                      <a:gd name="connsiteX5" fmla="*/ 44079 w 63431"/>
                      <a:gd name="connsiteY5" fmla="*/ 12659 h 95994"/>
                      <a:gd name="connsiteX6" fmla="*/ 49233 w 63431"/>
                      <a:gd name="connsiteY6" fmla="*/ 25786 h 95994"/>
                      <a:gd name="connsiteX7" fmla="*/ 44118 w 63431"/>
                      <a:gd name="connsiteY7" fmla="*/ 38913 h 95994"/>
                      <a:gd name="connsiteX8" fmla="*/ 30025 w 63431"/>
                      <a:gd name="connsiteY8" fmla="*/ 43692 h 95994"/>
                      <a:gd name="connsiteX9" fmla="*/ 17517 w 63431"/>
                      <a:gd name="connsiteY9" fmla="*/ 49006 h 95994"/>
                      <a:gd name="connsiteX10" fmla="*/ 4970 w 63431"/>
                      <a:gd name="connsiteY10" fmla="*/ 56502 h 95994"/>
                      <a:gd name="connsiteX11" fmla="*/ 490 w 63431"/>
                      <a:gd name="connsiteY11" fmla="*/ 69966 h 95994"/>
                      <a:gd name="connsiteX12" fmla="*/ 8379 w 63431"/>
                      <a:gd name="connsiteY12" fmla="*/ 87495 h 95994"/>
                      <a:gd name="connsiteX13" fmla="*/ 30025 w 63431"/>
                      <a:gd name="connsiteY13" fmla="*/ 93939 h 95994"/>
                      <a:gd name="connsiteX14" fmla="*/ 51710 w 63431"/>
                      <a:gd name="connsiteY14" fmla="*/ 87495 h 95994"/>
                      <a:gd name="connsiteX15" fmla="*/ 59580 w 63431"/>
                      <a:gd name="connsiteY15" fmla="*/ 69966 h 95994"/>
                      <a:gd name="connsiteX16" fmla="*/ 55080 w 63431"/>
                      <a:gd name="connsiteY16" fmla="*/ 56502 h 95994"/>
                      <a:gd name="connsiteX17" fmla="*/ 42612 w 63431"/>
                      <a:gd name="connsiteY17" fmla="*/ 49006 h 95994"/>
                      <a:gd name="connsiteX18" fmla="*/ 56686 w 63431"/>
                      <a:gd name="connsiteY18" fmla="*/ 40757 h 95994"/>
                      <a:gd name="connsiteX19" fmla="*/ 61740 w 63431"/>
                      <a:gd name="connsiteY19" fmla="*/ 25786 h 95994"/>
                      <a:gd name="connsiteX20" fmla="*/ 53534 w 63431"/>
                      <a:gd name="connsiteY20" fmla="*/ 5124 h 95994"/>
                      <a:gd name="connsiteX21" fmla="*/ 30025 w 63431"/>
                      <a:gd name="connsiteY21" fmla="*/ -2055 h 95994"/>
                      <a:gd name="connsiteX22" fmla="*/ 6516 w 63431"/>
                      <a:gd name="connsiteY22" fmla="*/ 5124 h 95994"/>
                      <a:gd name="connsiteX23" fmla="*/ -1691 w 63431"/>
                      <a:gd name="connsiteY23" fmla="*/ 25786 h 95994"/>
                      <a:gd name="connsiteX24" fmla="*/ 3384 w 63431"/>
                      <a:gd name="connsiteY24" fmla="*/ 40757 h 95994"/>
                      <a:gd name="connsiteX25" fmla="*/ 17517 w 63431"/>
                      <a:gd name="connsiteY25" fmla="*/ 49006 h 95994"/>
                      <a:gd name="connsiteX26" fmla="*/ 12938 w 63431"/>
                      <a:gd name="connsiteY26" fmla="*/ 68776 h 95994"/>
                      <a:gd name="connsiteX27" fmla="*/ 17418 w 63431"/>
                      <a:gd name="connsiteY27" fmla="*/ 57572 h 95994"/>
                      <a:gd name="connsiteX28" fmla="*/ 30025 w 63431"/>
                      <a:gd name="connsiteY28" fmla="*/ 53547 h 95994"/>
                      <a:gd name="connsiteX29" fmla="*/ 42632 w 63431"/>
                      <a:gd name="connsiteY29" fmla="*/ 57572 h 95994"/>
                      <a:gd name="connsiteX30" fmla="*/ 47191 w 63431"/>
                      <a:gd name="connsiteY30" fmla="*/ 68776 h 95994"/>
                      <a:gd name="connsiteX31" fmla="*/ 42632 w 63431"/>
                      <a:gd name="connsiteY31" fmla="*/ 79999 h 95994"/>
                      <a:gd name="connsiteX32" fmla="*/ 30025 w 63431"/>
                      <a:gd name="connsiteY32" fmla="*/ 84025 h 95994"/>
                      <a:gd name="connsiteX33" fmla="*/ 17418 w 63431"/>
                      <a:gd name="connsiteY33" fmla="*/ 79999 h 95994"/>
                      <a:gd name="connsiteX34" fmla="*/ 12938 w 63431"/>
                      <a:gd name="connsiteY34" fmla="*/ 6877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30025" y="43692"/>
                        </a:moveTo>
                        <a:cubicBezTo>
                          <a:pt x="24078" y="43692"/>
                          <a:pt x="19400" y="42099"/>
                          <a:pt x="15991" y="38913"/>
                        </a:cubicBezTo>
                        <a:cubicBezTo>
                          <a:pt x="12595" y="35727"/>
                          <a:pt x="10896" y="31351"/>
                          <a:pt x="10896" y="25786"/>
                        </a:cubicBezTo>
                        <a:cubicBezTo>
                          <a:pt x="10896" y="20207"/>
                          <a:pt x="12595" y="15825"/>
                          <a:pt x="15991" y="12639"/>
                        </a:cubicBezTo>
                        <a:cubicBezTo>
                          <a:pt x="19400" y="9453"/>
                          <a:pt x="24078" y="7860"/>
                          <a:pt x="30025" y="7860"/>
                        </a:cubicBezTo>
                        <a:cubicBezTo>
                          <a:pt x="35972" y="7860"/>
                          <a:pt x="40656" y="9460"/>
                          <a:pt x="44079" y="12659"/>
                        </a:cubicBezTo>
                        <a:cubicBezTo>
                          <a:pt x="47515" y="15871"/>
                          <a:pt x="49233" y="20247"/>
                          <a:pt x="49233" y="25786"/>
                        </a:cubicBezTo>
                        <a:cubicBezTo>
                          <a:pt x="49233" y="31351"/>
                          <a:pt x="47528" y="35727"/>
                          <a:pt x="44118" y="38913"/>
                        </a:cubicBezTo>
                        <a:cubicBezTo>
                          <a:pt x="40722" y="42099"/>
                          <a:pt x="36024" y="43692"/>
                          <a:pt x="30025" y="43692"/>
                        </a:cubicBezTo>
                        <a:close/>
                        <a:moveTo>
                          <a:pt x="17517" y="49006"/>
                        </a:moveTo>
                        <a:cubicBezTo>
                          <a:pt x="12152" y="50328"/>
                          <a:pt x="7969" y="52826"/>
                          <a:pt x="4970" y="56502"/>
                        </a:cubicBezTo>
                        <a:cubicBezTo>
                          <a:pt x="1983" y="60190"/>
                          <a:pt x="490" y="64678"/>
                          <a:pt x="490" y="69966"/>
                        </a:cubicBezTo>
                        <a:cubicBezTo>
                          <a:pt x="490" y="77355"/>
                          <a:pt x="3119" y="83199"/>
                          <a:pt x="8379" y="87495"/>
                        </a:cubicBezTo>
                        <a:cubicBezTo>
                          <a:pt x="13652" y="91791"/>
                          <a:pt x="20867" y="93939"/>
                          <a:pt x="30025" y="93939"/>
                        </a:cubicBezTo>
                        <a:cubicBezTo>
                          <a:pt x="39236" y="93939"/>
                          <a:pt x="46464" y="91791"/>
                          <a:pt x="51710" y="87495"/>
                        </a:cubicBezTo>
                        <a:cubicBezTo>
                          <a:pt x="56957" y="83199"/>
                          <a:pt x="59580" y="77355"/>
                          <a:pt x="59580" y="69966"/>
                        </a:cubicBezTo>
                        <a:cubicBezTo>
                          <a:pt x="59580" y="64678"/>
                          <a:pt x="58080" y="60190"/>
                          <a:pt x="55080" y="56502"/>
                        </a:cubicBezTo>
                        <a:cubicBezTo>
                          <a:pt x="52094" y="52826"/>
                          <a:pt x="47938" y="50328"/>
                          <a:pt x="42612" y="49006"/>
                        </a:cubicBezTo>
                        <a:cubicBezTo>
                          <a:pt x="48638" y="47605"/>
                          <a:pt x="53329" y="44855"/>
                          <a:pt x="56686" y="40757"/>
                        </a:cubicBezTo>
                        <a:cubicBezTo>
                          <a:pt x="60056" y="36672"/>
                          <a:pt x="61740" y="31682"/>
                          <a:pt x="61740" y="25786"/>
                        </a:cubicBezTo>
                        <a:cubicBezTo>
                          <a:pt x="61740" y="16810"/>
                          <a:pt x="59005" y="9922"/>
                          <a:pt x="53534" y="5124"/>
                        </a:cubicBezTo>
                        <a:cubicBezTo>
                          <a:pt x="48063" y="338"/>
                          <a:pt x="40227" y="-2055"/>
                          <a:pt x="30025" y="-2055"/>
                        </a:cubicBezTo>
                        <a:cubicBezTo>
                          <a:pt x="19836" y="-2055"/>
                          <a:pt x="12000" y="338"/>
                          <a:pt x="6516" y="5124"/>
                        </a:cubicBezTo>
                        <a:cubicBezTo>
                          <a:pt x="1045" y="9922"/>
                          <a:pt x="-1691" y="16810"/>
                          <a:pt x="-1691" y="25786"/>
                        </a:cubicBezTo>
                        <a:cubicBezTo>
                          <a:pt x="-1691" y="31682"/>
                          <a:pt x="1" y="36672"/>
                          <a:pt x="3384" y="40757"/>
                        </a:cubicBezTo>
                        <a:cubicBezTo>
                          <a:pt x="6780" y="44855"/>
                          <a:pt x="11491" y="47605"/>
                          <a:pt x="17517" y="49006"/>
                        </a:cubicBezTo>
                        <a:close/>
                        <a:moveTo>
                          <a:pt x="12938" y="68776"/>
                        </a:moveTo>
                        <a:cubicBezTo>
                          <a:pt x="12938" y="63990"/>
                          <a:pt x="14431" y="60256"/>
                          <a:pt x="17418" y="57572"/>
                        </a:cubicBezTo>
                        <a:cubicBezTo>
                          <a:pt x="20418" y="54889"/>
                          <a:pt x="24620" y="53547"/>
                          <a:pt x="30025" y="53547"/>
                        </a:cubicBezTo>
                        <a:cubicBezTo>
                          <a:pt x="35403" y="53547"/>
                          <a:pt x="39606" y="54889"/>
                          <a:pt x="42632" y="57572"/>
                        </a:cubicBezTo>
                        <a:cubicBezTo>
                          <a:pt x="45671" y="60256"/>
                          <a:pt x="47191" y="63990"/>
                          <a:pt x="47191" y="68776"/>
                        </a:cubicBezTo>
                        <a:cubicBezTo>
                          <a:pt x="47191" y="73575"/>
                          <a:pt x="45671" y="77316"/>
                          <a:pt x="42632" y="79999"/>
                        </a:cubicBezTo>
                        <a:cubicBezTo>
                          <a:pt x="39606" y="82683"/>
                          <a:pt x="35403" y="84025"/>
                          <a:pt x="30025" y="84025"/>
                        </a:cubicBezTo>
                        <a:cubicBezTo>
                          <a:pt x="24620" y="84025"/>
                          <a:pt x="20418" y="82683"/>
                          <a:pt x="17418" y="79999"/>
                        </a:cubicBezTo>
                        <a:cubicBezTo>
                          <a:pt x="14431" y="77316"/>
                          <a:pt x="12938" y="73575"/>
                          <a:pt x="12938" y="687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84" name="Freeform: Shape 283">
                    <a:extLst>
                      <a:ext uri="{FF2B5EF4-FFF2-40B4-BE49-F238E27FC236}">
                        <a16:creationId xmlns:a16="http://schemas.microsoft.com/office/drawing/2014/main" id="{4FB285A1-B064-C143-493F-7EA8CCF2B05F}"/>
                      </a:ext>
                    </a:extLst>
                  </p:cNvPr>
                  <p:cNvSpPr/>
                  <p:nvPr/>
                </p:nvSpPr>
                <p:spPr>
                  <a:xfrm flipV="1">
                    <a:off x="7575673" y="4672504"/>
                    <a:ext cx="63926" cy="95994"/>
                  </a:xfrm>
                  <a:custGeom>
                    <a:avLst/>
                    <a:gdLst>
                      <a:gd name="connsiteX0" fmla="*/ 30269 w 63926"/>
                      <a:gd name="connsiteY0" fmla="*/ 84025 h 95994"/>
                      <a:gd name="connsiteX1" fmla="*/ 15739 w 63926"/>
                      <a:gd name="connsiteY1" fmla="*/ 74507 h 95994"/>
                      <a:gd name="connsiteX2" fmla="*/ 10882 w 63926"/>
                      <a:gd name="connsiteY2" fmla="*/ 45913 h 95994"/>
                      <a:gd name="connsiteX3" fmla="*/ 15739 w 63926"/>
                      <a:gd name="connsiteY3" fmla="*/ 17378 h 95994"/>
                      <a:gd name="connsiteX4" fmla="*/ 30269 w 63926"/>
                      <a:gd name="connsiteY4" fmla="*/ 7860 h 95994"/>
                      <a:gd name="connsiteX5" fmla="*/ 44858 w 63926"/>
                      <a:gd name="connsiteY5" fmla="*/ 17378 h 95994"/>
                      <a:gd name="connsiteX6" fmla="*/ 49734 w 63926"/>
                      <a:gd name="connsiteY6" fmla="*/ 45913 h 95994"/>
                      <a:gd name="connsiteX7" fmla="*/ 44858 w 63926"/>
                      <a:gd name="connsiteY7" fmla="*/ 74507 h 95994"/>
                      <a:gd name="connsiteX8" fmla="*/ 30269 w 63926"/>
                      <a:gd name="connsiteY8" fmla="*/ 84025 h 95994"/>
                      <a:gd name="connsiteX9" fmla="*/ 30269 w 63926"/>
                      <a:gd name="connsiteY9" fmla="*/ 93939 h 95994"/>
                      <a:gd name="connsiteX10" fmla="*/ 54035 w 63926"/>
                      <a:gd name="connsiteY10" fmla="*/ 81625 h 95994"/>
                      <a:gd name="connsiteX11" fmla="*/ 62242 w 63926"/>
                      <a:gd name="connsiteY11" fmla="*/ 45913 h 95994"/>
                      <a:gd name="connsiteX12" fmla="*/ 54035 w 63926"/>
                      <a:gd name="connsiteY12" fmla="*/ 10240 h 95994"/>
                      <a:gd name="connsiteX13" fmla="*/ 30269 w 63926"/>
                      <a:gd name="connsiteY13" fmla="*/ -2055 h 95994"/>
                      <a:gd name="connsiteX14" fmla="*/ 6522 w 63926"/>
                      <a:gd name="connsiteY14" fmla="*/ 10240 h 95994"/>
                      <a:gd name="connsiteX15" fmla="*/ -1685 w 63926"/>
                      <a:gd name="connsiteY15" fmla="*/ 45913 h 95994"/>
                      <a:gd name="connsiteX16" fmla="*/ 6522 w 63926"/>
                      <a:gd name="connsiteY16" fmla="*/ 81625 h 95994"/>
                      <a:gd name="connsiteX17" fmla="*/ 30269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69" y="84025"/>
                        </a:moveTo>
                        <a:cubicBezTo>
                          <a:pt x="23833" y="84025"/>
                          <a:pt x="18990" y="80852"/>
                          <a:pt x="15739" y="74507"/>
                        </a:cubicBezTo>
                        <a:cubicBezTo>
                          <a:pt x="12501" y="68174"/>
                          <a:pt x="10882" y="58643"/>
                          <a:pt x="10882" y="45913"/>
                        </a:cubicBezTo>
                        <a:cubicBezTo>
                          <a:pt x="10882" y="33235"/>
                          <a:pt x="12501" y="23724"/>
                          <a:pt x="15739" y="17378"/>
                        </a:cubicBezTo>
                        <a:cubicBezTo>
                          <a:pt x="18990" y="11033"/>
                          <a:pt x="23833" y="7860"/>
                          <a:pt x="30269" y="7860"/>
                        </a:cubicBezTo>
                        <a:cubicBezTo>
                          <a:pt x="36757" y="7860"/>
                          <a:pt x="41620" y="11033"/>
                          <a:pt x="44858" y="17378"/>
                        </a:cubicBezTo>
                        <a:cubicBezTo>
                          <a:pt x="48109" y="23724"/>
                          <a:pt x="49734" y="33235"/>
                          <a:pt x="49734" y="45913"/>
                        </a:cubicBezTo>
                        <a:cubicBezTo>
                          <a:pt x="49734" y="58643"/>
                          <a:pt x="48109" y="68174"/>
                          <a:pt x="44858" y="74507"/>
                        </a:cubicBezTo>
                        <a:cubicBezTo>
                          <a:pt x="41620" y="80852"/>
                          <a:pt x="36757" y="84025"/>
                          <a:pt x="30269" y="84025"/>
                        </a:cubicBezTo>
                        <a:close/>
                        <a:moveTo>
                          <a:pt x="30269" y="93939"/>
                        </a:moveTo>
                        <a:cubicBezTo>
                          <a:pt x="40642" y="93939"/>
                          <a:pt x="48565" y="89835"/>
                          <a:pt x="54035" y="81625"/>
                        </a:cubicBezTo>
                        <a:cubicBezTo>
                          <a:pt x="59506" y="73429"/>
                          <a:pt x="62242" y="61525"/>
                          <a:pt x="62242" y="45913"/>
                        </a:cubicBezTo>
                        <a:cubicBezTo>
                          <a:pt x="62242" y="30340"/>
                          <a:pt x="59506" y="18449"/>
                          <a:pt x="54035" y="10240"/>
                        </a:cubicBezTo>
                        <a:cubicBezTo>
                          <a:pt x="48565" y="2043"/>
                          <a:pt x="40642" y="-2055"/>
                          <a:pt x="30269" y="-2055"/>
                        </a:cubicBezTo>
                        <a:cubicBezTo>
                          <a:pt x="19908" y="-2055"/>
                          <a:pt x="11992" y="2043"/>
                          <a:pt x="6522" y="10240"/>
                        </a:cubicBezTo>
                        <a:cubicBezTo>
                          <a:pt x="1051" y="18449"/>
                          <a:pt x="-1685" y="30340"/>
                          <a:pt x="-1685" y="45913"/>
                        </a:cubicBezTo>
                        <a:cubicBezTo>
                          <a:pt x="-1685" y="61525"/>
                          <a:pt x="1051" y="73429"/>
                          <a:pt x="6522" y="81625"/>
                        </a:cubicBezTo>
                        <a:cubicBezTo>
                          <a:pt x="11992" y="89835"/>
                          <a:pt x="19908" y="93939"/>
                          <a:pt x="30269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85" name="Graphic 245">
                <a:extLst>
                  <a:ext uri="{FF2B5EF4-FFF2-40B4-BE49-F238E27FC236}">
                    <a16:creationId xmlns:a16="http://schemas.microsoft.com/office/drawing/2014/main" id="{540A1528-920D-1F24-1194-F292CCDA597C}"/>
                  </a:ext>
                </a:extLst>
              </p:cNvPr>
              <p:cNvGrpSpPr/>
              <p:nvPr/>
            </p:nvGrpSpPr>
            <p:grpSpPr>
              <a:xfrm>
                <a:off x="8320842" y="4581427"/>
                <a:ext cx="224858" cy="187070"/>
                <a:chOff x="8320842" y="4581427"/>
                <a:chExt cx="224858" cy="187070"/>
              </a:xfrm>
              <a:solidFill>
                <a:srgbClr val="000000"/>
              </a:solidFill>
            </p:grpSpPr>
            <p:sp>
              <p:nvSpPr>
                <p:cNvPr id="286" name="Freeform: Shape 285">
                  <a:extLst>
                    <a:ext uri="{FF2B5EF4-FFF2-40B4-BE49-F238E27FC236}">
                      <a16:creationId xmlns:a16="http://schemas.microsoft.com/office/drawing/2014/main" id="{A8332F6B-F3DD-4A9D-34C4-FA0DB0CB6C87}"/>
                    </a:ext>
                  </a:extLst>
                </p:cNvPr>
                <p:cNvSpPr/>
                <p:nvPr/>
              </p:nvSpPr>
              <p:spPr>
                <a:xfrm>
                  <a:off x="8433056" y="4581427"/>
                  <a:ext cx="12686" cy="44417"/>
                </a:xfrm>
                <a:custGeom>
                  <a:avLst/>
                  <a:gdLst>
                    <a:gd name="connsiteX0" fmla="*/ 415 w 12686"/>
                    <a:gd name="connsiteY0" fmla="*/ 264 h 44417"/>
                    <a:gd name="connsiteX1" fmla="*/ 415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415" y="264"/>
                      </a:moveTo>
                      <a:lnTo>
                        <a:pt x="415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87" name="Graphic 245">
                  <a:extLst>
                    <a:ext uri="{FF2B5EF4-FFF2-40B4-BE49-F238E27FC236}">
                      <a16:creationId xmlns:a16="http://schemas.microsoft.com/office/drawing/2014/main" id="{CE9D1B2A-EEC5-196A-F1E3-3BED6D5BDEAF}"/>
                    </a:ext>
                  </a:extLst>
                </p:cNvPr>
                <p:cNvGrpSpPr/>
                <p:nvPr/>
              </p:nvGrpSpPr>
              <p:grpSpPr>
                <a:xfrm>
                  <a:off x="8320842" y="4672504"/>
                  <a:ext cx="224858" cy="95994"/>
                  <a:chOff x="8320842" y="4672504"/>
                  <a:chExt cx="224858" cy="95994"/>
                </a:xfrm>
                <a:solidFill>
                  <a:srgbClr val="000000"/>
                </a:solidFill>
              </p:grpSpPr>
              <p:sp>
                <p:nvSpPr>
                  <p:cNvPr id="288" name="Freeform: Shape 287">
                    <a:extLst>
                      <a:ext uri="{FF2B5EF4-FFF2-40B4-BE49-F238E27FC236}">
                        <a16:creationId xmlns:a16="http://schemas.microsoft.com/office/drawing/2014/main" id="{55040DD5-D472-B8B8-1B71-E39FC03088D0}"/>
                      </a:ext>
                    </a:extLst>
                  </p:cNvPr>
                  <p:cNvSpPr/>
                  <p:nvPr/>
                </p:nvSpPr>
                <p:spPr>
                  <a:xfrm flipV="1">
                    <a:off x="8320842" y="4672504"/>
                    <a:ext cx="63867" cy="95994"/>
                  </a:xfrm>
                  <a:custGeom>
                    <a:avLst/>
                    <a:gdLst>
                      <a:gd name="connsiteX0" fmla="*/ 31374 w 63867"/>
                      <a:gd name="connsiteY0" fmla="*/ 50989 h 95994"/>
                      <a:gd name="connsiteX1" fmla="*/ 18014 w 63867"/>
                      <a:gd name="connsiteY1" fmla="*/ 45219 h 95994"/>
                      <a:gd name="connsiteX2" fmla="*/ 13098 w 63867"/>
                      <a:gd name="connsiteY2" fmla="*/ 29434 h 95994"/>
                      <a:gd name="connsiteX3" fmla="*/ 18014 w 63867"/>
                      <a:gd name="connsiteY3" fmla="*/ 13650 h 95994"/>
                      <a:gd name="connsiteX4" fmla="*/ 31374 w 63867"/>
                      <a:gd name="connsiteY4" fmla="*/ 7860 h 95994"/>
                      <a:gd name="connsiteX5" fmla="*/ 44715 w 63867"/>
                      <a:gd name="connsiteY5" fmla="*/ 13650 h 95994"/>
                      <a:gd name="connsiteX6" fmla="*/ 49630 w 63867"/>
                      <a:gd name="connsiteY6" fmla="*/ 29434 h 95994"/>
                      <a:gd name="connsiteX7" fmla="*/ 44715 w 63867"/>
                      <a:gd name="connsiteY7" fmla="*/ 45219 h 95994"/>
                      <a:gd name="connsiteX8" fmla="*/ 31374 w 63867"/>
                      <a:gd name="connsiteY8" fmla="*/ 50989 h 95994"/>
                      <a:gd name="connsiteX9" fmla="*/ 56211 w 63867"/>
                      <a:gd name="connsiteY9" fmla="*/ 90231 h 95994"/>
                      <a:gd name="connsiteX10" fmla="*/ 56211 w 63867"/>
                      <a:gd name="connsiteY10" fmla="*/ 78829 h 95994"/>
                      <a:gd name="connsiteX11" fmla="*/ 46697 w 63867"/>
                      <a:gd name="connsiteY11" fmla="*/ 82220 h 95994"/>
                      <a:gd name="connsiteX12" fmla="*/ 37182 w 63867"/>
                      <a:gd name="connsiteY12" fmla="*/ 83410 h 95994"/>
                      <a:gd name="connsiteX13" fmla="*/ 18252 w 63867"/>
                      <a:gd name="connsiteY13" fmla="*/ 75042 h 95994"/>
                      <a:gd name="connsiteX14" fmla="*/ 10799 w 63867"/>
                      <a:gd name="connsiteY14" fmla="*/ 49760 h 95994"/>
                      <a:gd name="connsiteX15" fmla="*/ 19957 w 63867"/>
                      <a:gd name="connsiteY15" fmla="*/ 58028 h 95994"/>
                      <a:gd name="connsiteX16" fmla="*/ 32108 w 63867"/>
                      <a:gd name="connsiteY16" fmla="*/ 60904 h 95994"/>
                      <a:gd name="connsiteX17" fmla="*/ 54130 w 63867"/>
                      <a:gd name="connsiteY17" fmla="*/ 52436 h 95994"/>
                      <a:gd name="connsiteX18" fmla="*/ 62218 w 63867"/>
                      <a:gd name="connsiteY18" fmla="*/ 29434 h 95994"/>
                      <a:gd name="connsiteX19" fmla="*/ 53793 w 63867"/>
                      <a:gd name="connsiteY19" fmla="*/ 6551 h 95994"/>
                      <a:gd name="connsiteX20" fmla="*/ 31374 w 63867"/>
                      <a:gd name="connsiteY20" fmla="*/ -2055 h 95994"/>
                      <a:gd name="connsiteX21" fmla="*/ 6834 w 63867"/>
                      <a:gd name="connsiteY21" fmla="*/ 10240 h 95994"/>
                      <a:gd name="connsiteX22" fmla="*/ -1650 w 63867"/>
                      <a:gd name="connsiteY22" fmla="*/ 45913 h 95994"/>
                      <a:gd name="connsiteX23" fmla="*/ 8757 w 63867"/>
                      <a:gd name="connsiteY23" fmla="*/ 80892 h 95994"/>
                      <a:gd name="connsiteX24" fmla="*/ 36687 w 63867"/>
                      <a:gd name="connsiteY24" fmla="*/ 93939 h 95994"/>
                      <a:gd name="connsiteX25" fmla="*/ 46201 w 63867"/>
                      <a:gd name="connsiteY25" fmla="*/ 93007 h 95994"/>
                      <a:gd name="connsiteX26" fmla="*/ 56211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374" y="50989"/>
                        </a:moveTo>
                        <a:cubicBezTo>
                          <a:pt x="25758" y="50989"/>
                          <a:pt x="21305" y="49065"/>
                          <a:pt x="18014" y="45219"/>
                        </a:cubicBezTo>
                        <a:cubicBezTo>
                          <a:pt x="14737" y="41385"/>
                          <a:pt x="13098" y="36123"/>
                          <a:pt x="13098" y="29434"/>
                        </a:cubicBezTo>
                        <a:cubicBezTo>
                          <a:pt x="13098" y="22785"/>
                          <a:pt x="14737" y="17524"/>
                          <a:pt x="18014" y="13650"/>
                        </a:cubicBezTo>
                        <a:cubicBezTo>
                          <a:pt x="21305" y="9790"/>
                          <a:pt x="25758" y="7860"/>
                          <a:pt x="31374" y="7860"/>
                        </a:cubicBezTo>
                        <a:cubicBezTo>
                          <a:pt x="36991" y="7860"/>
                          <a:pt x="41437" y="9790"/>
                          <a:pt x="44715" y="13650"/>
                        </a:cubicBezTo>
                        <a:cubicBezTo>
                          <a:pt x="47992" y="17524"/>
                          <a:pt x="49630" y="22785"/>
                          <a:pt x="49630" y="29434"/>
                        </a:cubicBezTo>
                        <a:cubicBezTo>
                          <a:pt x="49630" y="36123"/>
                          <a:pt x="47992" y="41385"/>
                          <a:pt x="44715" y="45219"/>
                        </a:cubicBezTo>
                        <a:cubicBezTo>
                          <a:pt x="41437" y="49065"/>
                          <a:pt x="36991" y="50989"/>
                          <a:pt x="31374" y="50989"/>
                        </a:cubicBezTo>
                        <a:close/>
                        <a:moveTo>
                          <a:pt x="56211" y="90231"/>
                        </a:moveTo>
                        <a:lnTo>
                          <a:pt x="56211" y="78829"/>
                        </a:lnTo>
                        <a:cubicBezTo>
                          <a:pt x="53066" y="80310"/>
                          <a:pt x="49895" y="81440"/>
                          <a:pt x="46697" y="82220"/>
                        </a:cubicBezTo>
                        <a:cubicBezTo>
                          <a:pt x="43499" y="83013"/>
                          <a:pt x="40327" y="83410"/>
                          <a:pt x="37182" y="83410"/>
                        </a:cubicBezTo>
                        <a:cubicBezTo>
                          <a:pt x="28923" y="83410"/>
                          <a:pt x="22613" y="80621"/>
                          <a:pt x="18252" y="75042"/>
                        </a:cubicBezTo>
                        <a:cubicBezTo>
                          <a:pt x="13904" y="69463"/>
                          <a:pt x="11420" y="61036"/>
                          <a:pt x="10799" y="49760"/>
                        </a:cubicBezTo>
                        <a:cubicBezTo>
                          <a:pt x="13230" y="53355"/>
                          <a:pt x="16283" y="56112"/>
                          <a:pt x="19957" y="58028"/>
                        </a:cubicBezTo>
                        <a:cubicBezTo>
                          <a:pt x="23644" y="59945"/>
                          <a:pt x="27694" y="60904"/>
                          <a:pt x="32108" y="60904"/>
                        </a:cubicBezTo>
                        <a:cubicBezTo>
                          <a:pt x="41398" y="60904"/>
                          <a:pt x="48738" y="58081"/>
                          <a:pt x="54130" y="52436"/>
                        </a:cubicBezTo>
                        <a:cubicBezTo>
                          <a:pt x="59522" y="46805"/>
                          <a:pt x="62218" y="39138"/>
                          <a:pt x="62218" y="29434"/>
                        </a:cubicBezTo>
                        <a:cubicBezTo>
                          <a:pt x="62218" y="19929"/>
                          <a:pt x="59409" y="12302"/>
                          <a:pt x="53793" y="6551"/>
                        </a:cubicBezTo>
                        <a:cubicBezTo>
                          <a:pt x="48177" y="814"/>
                          <a:pt x="40704" y="-2055"/>
                          <a:pt x="31374" y="-2055"/>
                        </a:cubicBezTo>
                        <a:cubicBezTo>
                          <a:pt x="20670" y="-2055"/>
                          <a:pt x="12490" y="2043"/>
                          <a:pt x="6834" y="10240"/>
                        </a:cubicBezTo>
                        <a:cubicBezTo>
                          <a:pt x="1178" y="18449"/>
                          <a:pt x="-1650" y="30340"/>
                          <a:pt x="-1650" y="45913"/>
                        </a:cubicBezTo>
                        <a:cubicBezTo>
                          <a:pt x="-1650" y="60534"/>
                          <a:pt x="1819" y="72193"/>
                          <a:pt x="8757" y="80892"/>
                        </a:cubicBezTo>
                        <a:cubicBezTo>
                          <a:pt x="15695" y="89590"/>
                          <a:pt x="25005" y="93939"/>
                          <a:pt x="36687" y="93939"/>
                        </a:cubicBezTo>
                        <a:cubicBezTo>
                          <a:pt x="39832" y="93939"/>
                          <a:pt x="43003" y="93629"/>
                          <a:pt x="46201" y="93007"/>
                        </a:cubicBezTo>
                        <a:cubicBezTo>
                          <a:pt x="49399" y="92386"/>
                          <a:pt x="52736" y="91461"/>
                          <a:pt x="56211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89" name="Freeform: Shape 288">
                    <a:extLst>
                      <a:ext uri="{FF2B5EF4-FFF2-40B4-BE49-F238E27FC236}">
                        <a16:creationId xmlns:a16="http://schemas.microsoft.com/office/drawing/2014/main" id="{B02F5150-6C7D-DBE1-62E4-4385809D568A}"/>
                      </a:ext>
                    </a:extLst>
                  </p:cNvPr>
                  <p:cNvSpPr/>
                  <p:nvPr/>
                </p:nvSpPr>
                <p:spPr>
                  <a:xfrm flipV="1">
                    <a:off x="8401060" y="4672504"/>
                    <a:ext cx="63926" cy="95994"/>
                  </a:xfrm>
                  <a:custGeom>
                    <a:avLst/>
                    <a:gdLst>
                      <a:gd name="connsiteX0" fmla="*/ 30334 w 63926"/>
                      <a:gd name="connsiteY0" fmla="*/ 84025 h 95994"/>
                      <a:gd name="connsiteX1" fmla="*/ 15804 w 63926"/>
                      <a:gd name="connsiteY1" fmla="*/ 74507 h 95994"/>
                      <a:gd name="connsiteX2" fmla="*/ 10948 w 63926"/>
                      <a:gd name="connsiteY2" fmla="*/ 45913 h 95994"/>
                      <a:gd name="connsiteX3" fmla="*/ 15804 w 63926"/>
                      <a:gd name="connsiteY3" fmla="*/ 17378 h 95994"/>
                      <a:gd name="connsiteX4" fmla="*/ 30334 w 63926"/>
                      <a:gd name="connsiteY4" fmla="*/ 7860 h 95994"/>
                      <a:gd name="connsiteX5" fmla="*/ 44923 w 63926"/>
                      <a:gd name="connsiteY5" fmla="*/ 17378 h 95994"/>
                      <a:gd name="connsiteX6" fmla="*/ 49799 w 63926"/>
                      <a:gd name="connsiteY6" fmla="*/ 45913 h 95994"/>
                      <a:gd name="connsiteX7" fmla="*/ 44923 w 63926"/>
                      <a:gd name="connsiteY7" fmla="*/ 74507 h 95994"/>
                      <a:gd name="connsiteX8" fmla="*/ 30334 w 63926"/>
                      <a:gd name="connsiteY8" fmla="*/ 84025 h 95994"/>
                      <a:gd name="connsiteX9" fmla="*/ 30334 w 63926"/>
                      <a:gd name="connsiteY9" fmla="*/ 93939 h 95994"/>
                      <a:gd name="connsiteX10" fmla="*/ 54101 w 63926"/>
                      <a:gd name="connsiteY10" fmla="*/ 81625 h 95994"/>
                      <a:gd name="connsiteX11" fmla="*/ 62307 w 63926"/>
                      <a:gd name="connsiteY11" fmla="*/ 45913 h 95994"/>
                      <a:gd name="connsiteX12" fmla="*/ 54101 w 63926"/>
                      <a:gd name="connsiteY12" fmla="*/ 10240 h 95994"/>
                      <a:gd name="connsiteX13" fmla="*/ 30334 w 63926"/>
                      <a:gd name="connsiteY13" fmla="*/ -2055 h 95994"/>
                      <a:gd name="connsiteX14" fmla="*/ 6587 w 63926"/>
                      <a:gd name="connsiteY14" fmla="*/ 10240 h 95994"/>
                      <a:gd name="connsiteX15" fmla="*/ -1620 w 63926"/>
                      <a:gd name="connsiteY15" fmla="*/ 45913 h 95994"/>
                      <a:gd name="connsiteX16" fmla="*/ 6587 w 63926"/>
                      <a:gd name="connsiteY16" fmla="*/ 81625 h 95994"/>
                      <a:gd name="connsiteX17" fmla="*/ 3033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34" y="84025"/>
                        </a:moveTo>
                        <a:cubicBezTo>
                          <a:pt x="23898" y="84025"/>
                          <a:pt x="19055" y="80852"/>
                          <a:pt x="15804" y="74507"/>
                        </a:cubicBezTo>
                        <a:cubicBezTo>
                          <a:pt x="12566" y="68174"/>
                          <a:pt x="10948" y="58643"/>
                          <a:pt x="10948" y="45913"/>
                        </a:cubicBezTo>
                        <a:cubicBezTo>
                          <a:pt x="10948" y="33235"/>
                          <a:pt x="12566" y="23724"/>
                          <a:pt x="15804" y="17378"/>
                        </a:cubicBezTo>
                        <a:cubicBezTo>
                          <a:pt x="19055" y="11033"/>
                          <a:pt x="23898" y="7860"/>
                          <a:pt x="30334" y="7860"/>
                        </a:cubicBezTo>
                        <a:cubicBezTo>
                          <a:pt x="36822" y="7860"/>
                          <a:pt x="41685" y="11033"/>
                          <a:pt x="44923" y="17378"/>
                        </a:cubicBezTo>
                        <a:cubicBezTo>
                          <a:pt x="48174" y="23724"/>
                          <a:pt x="49799" y="33235"/>
                          <a:pt x="49799" y="45913"/>
                        </a:cubicBezTo>
                        <a:cubicBezTo>
                          <a:pt x="49799" y="58643"/>
                          <a:pt x="48174" y="68174"/>
                          <a:pt x="44923" y="74507"/>
                        </a:cubicBezTo>
                        <a:cubicBezTo>
                          <a:pt x="41685" y="80852"/>
                          <a:pt x="36822" y="84025"/>
                          <a:pt x="30334" y="84025"/>
                        </a:cubicBezTo>
                        <a:close/>
                        <a:moveTo>
                          <a:pt x="30334" y="93939"/>
                        </a:moveTo>
                        <a:cubicBezTo>
                          <a:pt x="40707" y="93939"/>
                          <a:pt x="48630" y="89835"/>
                          <a:pt x="54101" y="81625"/>
                        </a:cubicBezTo>
                        <a:cubicBezTo>
                          <a:pt x="59571" y="73429"/>
                          <a:pt x="62307" y="61525"/>
                          <a:pt x="62307" y="45913"/>
                        </a:cubicBezTo>
                        <a:cubicBezTo>
                          <a:pt x="62307" y="30340"/>
                          <a:pt x="59571" y="18449"/>
                          <a:pt x="54101" y="10240"/>
                        </a:cubicBezTo>
                        <a:cubicBezTo>
                          <a:pt x="48630" y="2043"/>
                          <a:pt x="40707" y="-2055"/>
                          <a:pt x="30334" y="-2055"/>
                        </a:cubicBezTo>
                        <a:cubicBezTo>
                          <a:pt x="19973" y="-2055"/>
                          <a:pt x="12058" y="2043"/>
                          <a:pt x="6587" y="10240"/>
                        </a:cubicBezTo>
                        <a:cubicBezTo>
                          <a:pt x="1116" y="18449"/>
                          <a:pt x="-1620" y="30340"/>
                          <a:pt x="-1620" y="45913"/>
                        </a:cubicBezTo>
                        <a:cubicBezTo>
                          <a:pt x="-1620" y="61525"/>
                          <a:pt x="1116" y="73429"/>
                          <a:pt x="6587" y="81625"/>
                        </a:cubicBezTo>
                        <a:cubicBezTo>
                          <a:pt x="12058" y="89835"/>
                          <a:pt x="19973" y="93939"/>
                          <a:pt x="3033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90" name="Freeform: Shape 289">
                    <a:extLst>
                      <a:ext uri="{FF2B5EF4-FFF2-40B4-BE49-F238E27FC236}">
                        <a16:creationId xmlns:a16="http://schemas.microsoft.com/office/drawing/2014/main" id="{6969CC7B-ED6E-2A46-349C-DD79C49B1497}"/>
                      </a:ext>
                    </a:extLst>
                  </p:cNvPr>
                  <p:cNvSpPr/>
                  <p:nvPr/>
                </p:nvSpPr>
                <p:spPr>
                  <a:xfrm flipV="1">
                    <a:off x="8481774" y="4672504"/>
                    <a:ext cx="63926" cy="95994"/>
                  </a:xfrm>
                  <a:custGeom>
                    <a:avLst/>
                    <a:gdLst>
                      <a:gd name="connsiteX0" fmla="*/ 30340 w 63926"/>
                      <a:gd name="connsiteY0" fmla="*/ 84025 h 95994"/>
                      <a:gd name="connsiteX1" fmla="*/ 15810 w 63926"/>
                      <a:gd name="connsiteY1" fmla="*/ 74507 h 95994"/>
                      <a:gd name="connsiteX2" fmla="*/ 10954 w 63926"/>
                      <a:gd name="connsiteY2" fmla="*/ 45913 h 95994"/>
                      <a:gd name="connsiteX3" fmla="*/ 15810 w 63926"/>
                      <a:gd name="connsiteY3" fmla="*/ 17378 h 95994"/>
                      <a:gd name="connsiteX4" fmla="*/ 30340 w 63926"/>
                      <a:gd name="connsiteY4" fmla="*/ 7860 h 95994"/>
                      <a:gd name="connsiteX5" fmla="*/ 44929 w 63926"/>
                      <a:gd name="connsiteY5" fmla="*/ 17378 h 95994"/>
                      <a:gd name="connsiteX6" fmla="*/ 49805 w 63926"/>
                      <a:gd name="connsiteY6" fmla="*/ 45913 h 95994"/>
                      <a:gd name="connsiteX7" fmla="*/ 44929 w 63926"/>
                      <a:gd name="connsiteY7" fmla="*/ 74507 h 95994"/>
                      <a:gd name="connsiteX8" fmla="*/ 30340 w 63926"/>
                      <a:gd name="connsiteY8" fmla="*/ 84025 h 95994"/>
                      <a:gd name="connsiteX9" fmla="*/ 30340 w 63926"/>
                      <a:gd name="connsiteY9" fmla="*/ 93939 h 95994"/>
                      <a:gd name="connsiteX10" fmla="*/ 54107 w 63926"/>
                      <a:gd name="connsiteY10" fmla="*/ 81625 h 95994"/>
                      <a:gd name="connsiteX11" fmla="*/ 62313 w 63926"/>
                      <a:gd name="connsiteY11" fmla="*/ 45913 h 95994"/>
                      <a:gd name="connsiteX12" fmla="*/ 54107 w 63926"/>
                      <a:gd name="connsiteY12" fmla="*/ 10240 h 95994"/>
                      <a:gd name="connsiteX13" fmla="*/ 30340 w 63926"/>
                      <a:gd name="connsiteY13" fmla="*/ -2055 h 95994"/>
                      <a:gd name="connsiteX14" fmla="*/ 6593 w 63926"/>
                      <a:gd name="connsiteY14" fmla="*/ 10240 h 95994"/>
                      <a:gd name="connsiteX15" fmla="*/ -1613 w 63926"/>
                      <a:gd name="connsiteY15" fmla="*/ 45913 h 95994"/>
                      <a:gd name="connsiteX16" fmla="*/ 6593 w 63926"/>
                      <a:gd name="connsiteY16" fmla="*/ 81625 h 95994"/>
                      <a:gd name="connsiteX17" fmla="*/ 30340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40" y="84025"/>
                        </a:moveTo>
                        <a:cubicBezTo>
                          <a:pt x="23904" y="84025"/>
                          <a:pt x="19061" y="80852"/>
                          <a:pt x="15810" y="74507"/>
                        </a:cubicBezTo>
                        <a:cubicBezTo>
                          <a:pt x="12573" y="68174"/>
                          <a:pt x="10954" y="58643"/>
                          <a:pt x="10954" y="45913"/>
                        </a:cubicBezTo>
                        <a:cubicBezTo>
                          <a:pt x="10954" y="33235"/>
                          <a:pt x="12573" y="23724"/>
                          <a:pt x="15810" y="17378"/>
                        </a:cubicBezTo>
                        <a:cubicBezTo>
                          <a:pt x="19061" y="11033"/>
                          <a:pt x="23904" y="7860"/>
                          <a:pt x="30340" y="7860"/>
                        </a:cubicBezTo>
                        <a:cubicBezTo>
                          <a:pt x="36828" y="7860"/>
                          <a:pt x="41692" y="11033"/>
                          <a:pt x="44929" y="17378"/>
                        </a:cubicBezTo>
                        <a:cubicBezTo>
                          <a:pt x="48180" y="23724"/>
                          <a:pt x="49805" y="33235"/>
                          <a:pt x="49805" y="45913"/>
                        </a:cubicBezTo>
                        <a:cubicBezTo>
                          <a:pt x="49805" y="58643"/>
                          <a:pt x="48180" y="68174"/>
                          <a:pt x="44929" y="74507"/>
                        </a:cubicBezTo>
                        <a:cubicBezTo>
                          <a:pt x="41692" y="80852"/>
                          <a:pt x="36828" y="84025"/>
                          <a:pt x="30340" y="84025"/>
                        </a:cubicBezTo>
                        <a:close/>
                        <a:moveTo>
                          <a:pt x="30340" y="93939"/>
                        </a:moveTo>
                        <a:cubicBezTo>
                          <a:pt x="40714" y="93939"/>
                          <a:pt x="48636" y="89835"/>
                          <a:pt x="54107" y="81625"/>
                        </a:cubicBezTo>
                        <a:cubicBezTo>
                          <a:pt x="59578" y="73429"/>
                          <a:pt x="62313" y="61525"/>
                          <a:pt x="62313" y="45913"/>
                        </a:cubicBezTo>
                        <a:cubicBezTo>
                          <a:pt x="62313" y="30340"/>
                          <a:pt x="59578" y="18449"/>
                          <a:pt x="54107" y="10240"/>
                        </a:cubicBezTo>
                        <a:cubicBezTo>
                          <a:pt x="48636" y="2043"/>
                          <a:pt x="40714" y="-2055"/>
                          <a:pt x="30340" y="-2055"/>
                        </a:cubicBezTo>
                        <a:cubicBezTo>
                          <a:pt x="19980" y="-2055"/>
                          <a:pt x="12064" y="2043"/>
                          <a:pt x="6593" y="10240"/>
                        </a:cubicBezTo>
                        <a:cubicBezTo>
                          <a:pt x="1122" y="18449"/>
                          <a:pt x="-1613" y="30340"/>
                          <a:pt x="-1613" y="45913"/>
                        </a:cubicBezTo>
                        <a:cubicBezTo>
                          <a:pt x="-1613" y="61525"/>
                          <a:pt x="1122" y="73429"/>
                          <a:pt x="6593" y="81625"/>
                        </a:cubicBezTo>
                        <a:cubicBezTo>
                          <a:pt x="12064" y="89835"/>
                          <a:pt x="19980" y="93939"/>
                          <a:pt x="30340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291" name="Graphic 245">
              <a:extLst>
                <a:ext uri="{FF2B5EF4-FFF2-40B4-BE49-F238E27FC236}">
                  <a16:creationId xmlns:a16="http://schemas.microsoft.com/office/drawing/2014/main" id="{94608A6D-EA60-88E8-E21B-255D8ACF8FE1}"/>
                </a:ext>
              </a:extLst>
            </p:cNvPr>
            <p:cNvGrpSpPr/>
            <p:nvPr/>
          </p:nvGrpSpPr>
          <p:grpSpPr>
            <a:xfrm>
              <a:off x="3577804" y="2495987"/>
              <a:ext cx="324747" cy="1908852"/>
              <a:chOff x="3577804" y="2495987"/>
              <a:chExt cx="324747" cy="1908852"/>
            </a:xfrm>
            <a:solidFill>
              <a:srgbClr val="000000"/>
            </a:solidFill>
          </p:grpSpPr>
          <p:grpSp>
            <p:nvGrpSpPr>
              <p:cNvPr id="292" name="Graphic 245">
                <a:extLst>
                  <a:ext uri="{FF2B5EF4-FFF2-40B4-BE49-F238E27FC236}">
                    <a16:creationId xmlns:a16="http://schemas.microsoft.com/office/drawing/2014/main" id="{78BFD157-A2AF-2343-4338-6CCA9E6C9B64}"/>
                  </a:ext>
                </a:extLst>
              </p:cNvPr>
              <p:cNvGrpSpPr/>
              <p:nvPr/>
            </p:nvGrpSpPr>
            <p:grpSpPr>
              <a:xfrm>
                <a:off x="3577804" y="4308845"/>
                <a:ext cx="324747" cy="95994"/>
                <a:chOff x="3577804" y="4308845"/>
                <a:chExt cx="324747" cy="95994"/>
              </a:xfrm>
              <a:solidFill>
                <a:srgbClr val="000000"/>
              </a:solidFill>
            </p:grpSpPr>
            <p:sp>
              <p:nvSpPr>
                <p:cNvPr id="293" name="Freeform: Shape 292">
                  <a:extLst>
                    <a:ext uri="{FF2B5EF4-FFF2-40B4-BE49-F238E27FC236}">
                      <a16:creationId xmlns:a16="http://schemas.microsoft.com/office/drawing/2014/main" id="{E328AC09-AFFB-B8A8-9029-F401203637E9}"/>
                    </a:ext>
                  </a:extLst>
                </p:cNvPr>
                <p:cNvSpPr/>
                <p:nvPr/>
              </p:nvSpPr>
              <p:spPr>
                <a:xfrm>
                  <a:off x="3858149" y="4354820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46 h 12690"/>
                    <a:gd name="connsiteX1" fmla="*/ 58 w 44401"/>
                    <a:gd name="connsiteY1" fmla="*/ 246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46"/>
                      </a:moveTo>
                      <a:lnTo>
                        <a:pt x="58" y="246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94" name="Graphic 245">
                  <a:extLst>
                    <a:ext uri="{FF2B5EF4-FFF2-40B4-BE49-F238E27FC236}">
                      <a16:creationId xmlns:a16="http://schemas.microsoft.com/office/drawing/2014/main" id="{838E5064-264B-A1DB-978D-67F56F580DD4}"/>
                    </a:ext>
                  </a:extLst>
                </p:cNvPr>
                <p:cNvGrpSpPr/>
                <p:nvPr/>
              </p:nvGrpSpPr>
              <p:grpSpPr>
                <a:xfrm>
                  <a:off x="3577804" y="4308845"/>
                  <a:ext cx="227514" cy="95994"/>
                  <a:chOff x="3577804" y="4308845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295" name="Freeform: Shape 294">
                    <a:extLst>
                      <a:ext uri="{FF2B5EF4-FFF2-40B4-BE49-F238E27FC236}">
                        <a16:creationId xmlns:a16="http://schemas.microsoft.com/office/drawing/2014/main" id="{46C39A76-1857-186C-FF4F-8DAFB6566D2E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4310511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31 h 92524"/>
                      <a:gd name="connsiteX1" fmla="*/ 8171 w 67395"/>
                      <a:gd name="connsiteY1" fmla="*/ 30136 h 92524"/>
                      <a:gd name="connsiteX2" fmla="*/ 39767 w 67395"/>
                      <a:gd name="connsiteY2" fmla="*/ 30136 h 92524"/>
                      <a:gd name="connsiteX3" fmla="*/ 39767 w 67395"/>
                      <a:gd name="connsiteY3" fmla="*/ 79531 h 92524"/>
                      <a:gd name="connsiteX4" fmla="*/ 36477 w 67395"/>
                      <a:gd name="connsiteY4" fmla="*/ 90437 h 92524"/>
                      <a:gd name="connsiteX5" fmla="*/ 52216 w 67395"/>
                      <a:gd name="connsiteY5" fmla="*/ 90437 h 92524"/>
                      <a:gd name="connsiteX6" fmla="*/ 52216 w 67395"/>
                      <a:gd name="connsiteY6" fmla="*/ 30136 h 92524"/>
                      <a:gd name="connsiteX7" fmla="*/ 65417 w 67395"/>
                      <a:gd name="connsiteY7" fmla="*/ 30136 h 92524"/>
                      <a:gd name="connsiteX8" fmla="*/ 65417 w 67395"/>
                      <a:gd name="connsiteY8" fmla="*/ 19725 h 92524"/>
                      <a:gd name="connsiteX9" fmla="*/ 52216 w 67395"/>
                      <a:gd name="connsiteY9" fmla="*/ 19725 h 92524"/>
                      <a:gd name="connsiteX10" fmla="*/ 52216 w 67395"/>
                      <a:gd name="connsiteY10" fmla="*/ -2087 h 92524"/>
                      <a:gd name="connsiteX11" fmla="*/ 39767 w 67395"/>
                      <a:gd name="connsiteY11" fmla="*/ -2087 h 92524"/>
                      <a:gd name="connsiteX12" fmla="*/ 39767 w 67395"/>
                      <a:gd name="connsiteY12" fmla="*/ 19725 h 92524"/>
                      <a:gd name="connsiteX13" fmla="*/ -1978 w 67395"/>
                      <a:gd name="connsiteY13" fmla="*/ 19725 h 92524"/>
                      <a:gd name="connsiteX14" fmla="*/ -1978 w 67395"/>
                      <a:gd name="connsiteY14" fmla="*/ 31802 h 92524"/>
                      <a:gd name="connsiteX15" fmla="*/ 36477 w 67395"/>
                      <a:gd name="connsiteY15" fmla="*/ 90437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31"/>
                        </a:moveTo>
                        <a:lnTo>
                          <a:pt x="8171" y="30136"/>
                        </a:lnTo>
                        <a:lnTo>
                          <a:pt x="39767" y="30136"/>
                        </a:lnTo>
                        <a:lnTo>
                          <a:pt x="39767" y="79531"/>
                        </a:lnTo>
                        <a:close/>
                        <a:moveTo>
                          <a:pt x="36477" y="90437"/>
                        </a:moveTo>
                        <a:lnTo>
                          <a:pt x="52216" y="90437"/>
                        </a:lnTo>
                        <a:lnTo>
                          <a:pt x="52216" y="30136"/>
                        </a:lnTo>
                        <a:lnTo>
                          <a:pt x="65417" y="30136"/>
                        </a:lnTo>
                        <a:lnTo>
                          <a:pt x="65417" y="19725"/>
                        </a:lnTo>
                        <a:lnTo>
                          <a:pt x="52216" y="19725"/>
                        </a:lnTo>
                        <a:lnTo>
                          <a:pt x="52216" y="-2087"/>
                        </a:lnTo>
                        <a:lnTo>
                          <a:pt x="39767" y="-2087"/>
                        </a:lnTo>
                        <a:lnTo>
                          <a:pt x="39767" y="19725"/>
                        </a:lnTo>
                        <a:lnTo>
                          <a:pt x="-1978" y="19725"/>
                        </a:lnTo>
                        <a:lnTo>
                          <a:pt x="-1978" y="31802"/>
                        </a:lnTo>
                        <a:lnTo>
                          <a:pt x="36477" y="904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96" name="Freeform: Shape 295">
                    <a:extLst>
                      <a:ext uri="{FF2B5EF4-FFF2-40B4-BE49-F238E27FC236}">
                        <a16:creationId xmlns:a16="http://schemas.microsoft.com/office/drawing/2014/main" id="{4817E5EA-A378-B281-9992-A10A819B2247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916" y="4308845"/>
                    <a:ext cx="63431" cy="95994"/>
                  </a:xfrm>
                  <a:custGeom>
                    <a:avLst/>
                    <a:gdLst>
                      <a:gd name="connsiteX0" fmla="*/ 29723 w 63431"/>
                      <a:gd name="connsiteY0" fmla="*/ 43663 h 95994"/>
                      <a:gd name="connsiteX1" fmla="*/ 15688 w 63431"/>
                      <a:gd name="connsiteY1" fmla="*/ 38884 h 95994"/>
                      <a:gd name="connsiteX2" fmla="*/ 10594 w 63431"/>
                      <a:gd name="connsiteY2" fmla="*/ 25757 h 95994"/>
                      <a:gd name="connsiteX3" fmla="*/ 15688 w 63431"/>
                      <a:gd name="connsiteY3" fmla="*/ 12610 h 95994"/>
                      <a:gd name="connsiteX4" fmla="*/ 29723 w 63431"/>
                      <a:gd name="connsiteY4" fmla="*/ 7831 h 95994"/>
                      <a:gd name="connsiteX5" fmla="*/ 43777 w 63431"/>
                      <a:gd name="connsiteY5" fmla="*/ 12630 h 95994"/>
                      <a:gd name="connsiteX6" fmla="*/ 48930 w 63431"/>
                      <a:gd name="connsiteY6" fmla="*/ 25757 h 95994"/>
                      <a:gd name="connsiteX7" fmla="*/ 43816 w 63431"/>
                      <a:gd name="connsiteY7" fmla="*/ 38884 h 95994"/>
                      <a:gd name="connsiteX8" fmla="*/ 29723 w 63431"/>
                      <a:gd name="connsiteY8" fmla="*/ 43663 h 95994"/>
                      <a:gd name="connsiteX9" fmla="*/ 17215 w 63431"/>
                      <a:gd name="connsiteY9" fmla="*/ 48977 h 95994"/>
                      <a:gd name="connsiteX10" fmla="*/ 4667 w 63431"/>
                      <a:gd name="connsiteY10" fmla="*/ 56473 h 95994"/>
                      <a:gd name="connsiteX11" fmla="*/ 187 w 63431"/>
                      <a:gd name="connsiteY11" fmla="*/ 69937 h 95994"/>
                      <a:gd name="connsiteX12" fmla="*/ 8077 w 63431"/>
                      <a:gd name="connsiteY12" fmla="*/ 87466 h 95994"/>
                      <a:gd name="connsiteX13" fmla="*/ 29723 w 63431"/>
                      <a:gd name="connsiteY13" fmla="*/ 93911 h 95994"/>
                      <a:gd name="connsiteX14" fmla="*/ 51408 w 63431"/>
                      <a:gd name="connsiteY14" fmla="*/ 87466 h 95994"/>
                      <a:gd name="connsiteX15" fmla="*/ 59278 w 63431"/>
                      <a:gd name="connsiteY15" fmla="*/ 69937 h 95994"/>
                      <a:gd name="connsiteX16" fmla="*/ 54778 w 63431"/>
                      <a:gd name="connsiteY16" fmla="*/ 56473 h 95994"/>
                      <a:gd name="connsiteX17" fmla="*/ 42310 w 63431"/>
                      <a:gd name="connsiteY17" fmla="*/ 48977 h 95994"/>
                      <a:gd name="connsiteX18" fmla="*/ 56384 w 63431"/>
                      <a:gd name="connsiteY18" fmla="*/ 40728 h 95994"/>
                      <a:gd name="connsiteX19" fmla="*/ 61438 w 63431"/>
                      <a:gd name="connsiteY19" fmla="*/ 25757 h 95994"/>
                      <a:gd name="connsiteX20" fmla="*/ 53232 w 63431"/>
                      <a:gd name="connsiteY20" fmla="*/ 5095 h 95994"/>
                      <a:gd name="connsiteX21" fmla="*/ 29723 w 63431"/>
                      <a:gd name="connsiteY21" fmla="*/ -2083 h 95994"/>
                      <a:gd name="connsiteX22" fmla="*/ 6213 w 63431"/>
                      <a:gd name="connsiteY22" fmla="*/ 5095 h 95994"/>
                      <a:gd name="connsiteX23" fmla="*/ -1993 w 63431"/>
                      <a:gd name="connsiteY23" fmla="*/ 25757 h 95994"/>
                      <a:gd name="connsiteX24" fmla="*/ 3082 w 63431"/>
                      <a:gd name="connsiteY24" fmla="*/ 40728 h 95994"/>
                      <a:gd name="connsiteX25" fmla="*/ 17215 w 63431"/>
                      <a:gd name="connsiteY25" fmla="*/ 48977 h 95994"/>
                      <a:gd name="connsiteX26" fmla="*/ 12636 w 63431"/>
                      <a:gd name="connsiteY26" fmla="*/ 68747 h 95994"/>
                      <a:gd name="connsiteX27" fmla="*/ 17116 w 63431"/>
                      <a:gd name="connsiteY27" fmla="*/ 57544 h 95994"/>
                      <a:gd name="connsiteX28" fmla="*/ 29723 w 63431"/>
                      <a:gd name="connsiteY28" fmla="*/ 53518 h 95994"/>
                      <a:gd name="connsiteX29" fmla="*/ 42330 w 63431"/>
                      <a:gd name="connsiteY29" fmla="*/ 57544 h 95994"/>
                      <a:gd name="connsiteX30" fmla="*/ 46889 w 63431"/>
                      <a:gd name="connsiteY30" fmla="*/ 68747 h 95994"/>
                      <a:gd name="connsiteX31" fmla="*/ 42330 w 63431"/>
                      <a:gd name="connsiteY31" fmla="*/ 79971 h 95994"/>
                      <a:gd name="connsiteX32" fmla="*/ 29723 w 63431"/>
                      <a:gd name="connsiteY32" fmla="*/ 83996 h 95994"/>
                      <a:gd name="connsiteX33" fmla="*/ 17116 w 63431"/>
                      <a:gd name="connsiteY33" fmla="*/ 79971 h 95994"/>
                      <a:gd name="connsiteX34" fmla="*/ 12636 w 63431"/>
                      <a:gd name="connsiteY34" fmla="*/ 68747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29723" y="43663"/>
                        </a:moveTo>
                        <a:cubicBezTo>
                          <a:pt x="23776" y="43663"/>
                          <a:pt x="19098" y="42070"/>
                          <a:pt x="15688" y="38884"/>
                        </a:cubicBezTo>
                        <a:cubicBezTo>
                          <a:pt x="12292" y="35698"/>
                          <a:pt x="10594" y="31323"/>
                          <a:pt x="10594" y="25757"/>
                        </a:cubicBezTo>
                        <a:cubicBezTo>
                          <a:pt x="10594" y="20178"/>
                          <a:pt x="12292" y="15796"/>
                          <a:pt x="15688" y="12610"/>
                        </a:cubicBezTo>
                        <a:cubicBezTo>
                          <a:pt x="19098" y="9424"/>
                          <a:pt x="23776" y="7831"/>
                          <a:pt x="29723" y="7831"/>
                        </a:cubicBezTo>
                        <a:cubicBezTo>
                          <a:pt x="35669" y="7831"/>
                          <a:pt x="40354" y="9431"/>
                          <a:pt x="43777" y="12630"/>
                        </a:cubicBezTo>
                        <a:cubicBezTo>
                          <a:pt x="47212" y="15842"/>
                          <a:pt x="48930" y="20218"/>
                          <a:pt x="48930" y="25757"/>
                        </a:cubicBezTo>
                        <a:cubicBezTo>
                          <a:pt x="48930" y="31323"/>
                          <a:pt x="47226" y="35698"/>
                          <a:pt x="43816" y="38884"/>
                        </a:cubicBezTo>
                        <a:cubicBezTo>
                          <a:pt x="40420" y="42070"/>
                          <a:pt x="35722" y="43663"/>
                          <a:pt x="29723" y="43663"/>
                        </a:cubicBezTo>
                        <a:close/>
                        <a:moveTo>
                          <a:pt x="17215" y="48977"/>
                        </a:moveTo>
                        <a:cubicBezTo>
                          <a:pt x="11850" y="50299"/>
                          <a:pt x="7667" y="52798"/>
                          <a:pt x="4667" y="56473"/>
                        </a:cubicBezTo>
                        <a:cubicBezTo>
                          <a:pt x="1681" y="60161"/>
                          <a:pt x="187" y="64649"/>
                          <a:pt x="187" y="69937"/>
                        </a:cubicBezTo>
                        <a:cubicBezTo>
                          <a:pt x="187" y="77327"/>
                          <a:pt x="2817" y="83170"/>
                          <a:pt x="8077" y="87466"/>
                        </a:cubicBezTo>
                        <a:cubicBezTo>
                          <a:pt x="13349" y="91763"/>
                          <a:pt x="20565" y="93911"/>
                          <a:pt x="29723" y="93911"/>
                        </a:cubicBezTo>
                        <a:cubicBezTo>
                          <a:pt x="38933" y="93911"/>
                          <a:pt x="46162" y="91763"/>
                          <a:pt x="51408" y="87466"/>
                        </a:cubicBezTo>
                        <a:cubicBezTo>
                          <a:pt x="56654" y="83170"/>
                          <a:pt x="59278" y="77327"/>
                          <a:pt x="59278" y="69937"/>
                        </a:cubicBezTo>
                        <a:cubicBezTo>
                          <a:pt x="59278" y="64649"/>
                          <a:pt x="57778" y="60161"/>
                          <a:pt x="54778" y="56473"/>
                        </a:cubicBezTo>
                        <a:cubicBezTo>
                          <a:pt x="51791" y="52798"/>
                          <a:pt x="47635" y="50299"/>
                          <a:pt x="42310" y="48977"/>
                        </a:cubicBezTo>
                        <a:cubicBezTo>
                          <a:pt x="48336" y="47576"/>
                          <a:pt x="53027" y="44826"/>
                          <a:pt x="56384" y="40728"/>
                        </a:cubicBezTo>
                        <a:cubicBezTo>
                          <a:pt x="59753" y="36643"/>
                          <a:pt x="61438" y="31653"/>
                          <a:pt x="61438" y="25757"/>
                        </a:cubicBezTo>
                        <a:cubicBezTo>
                          <a:pt x="61438" y="16781"/>
                          <a:pt x="58703" y="9894"/>
                          <a:pt x="53232" y="5095"/>
                        </a:cubicBezTo>
                        <a:cubicBezTo>
                          <a:pt x="47761" y="309"/>
                          <a:pt x="39924" y="-2083"/>
                          <a:pt x="29723" y="-2083"/>
                        </a:cubicBezTo>
                        <a:cubicBezTo>
                          <a:pt x="19534" y="-2083"/>
                          <a:pt x="11698" y="309"/>
                          <a:pt x="6213" y="5095"/>
                        </a:cubicBezTo>
                        <a:cubicBezTo>
                          <a:pt x="743" y="9894"/>
                          <a:pt x="-1993" y="16781"/>
                          <a:pt x="-1993" y="25757"/>
                        </a:cubicBezTo>
                        <a:cubicBezTo>
                          <a:pt x="-1993" y="31653"/>
                          <a:pt x="-301" y="36643"/>
                          <a:pt x="3082" y="40728"/>
                        </a:cubicBezTo>
                        <a:cubicBezTo>
                          <a:pt x="6478" y="44826"/>
                          <a:pt x="11189" y="47576"/>
                          <a:pt x="17215" y="48977"/>
                        </a:cubicBezTo>
                        <a:close/>
                        <a:moveTo>
                          <a:pt x="12636" y="68747"/>
                        </a:moveTo>
                        <a:cubicBezTo>
                          <a:pt x="12636" y="63962"/>
                          <a:pt x="14129" y="60227"/>
                          <a:pt x="17116" y="57544"/>
                        </a:cubicBezTo>
                        <a:cubicBezTo>
                          <a:pt x="20115" y="54860"/>
                          <a:pt x="24318" y="53518"/>
                          <a:pt x="29723" y="53518"/>
                        </a:cubicBezTo>
                        <a:cubicBezTo>
                          <a:pt x="35101" y="53518"/>
                          <a:pt x="39303" y="54860"/>
                          <a:pt x="42330" y="57544"/>
                        </a:cubicBezTo>
                        <a:cubicBezTo>
                          <a:pt x="45369" y="60227"/>
                          <a:pt x="46889" y="63962"/>
                          <a:pt x="46889" y="68747"/>
                        </a:cubicBezTo>
                        <a:cubicBezTo>
                          <a:pt x="46889" y="73546"/>
                          <a:pt x="45369" y="77287"/>
                          <a:pt x="42330" y="79971"/>
                        </a:cubicBezTo>
                        <a:cubicBezTo>
                          <a:pt x="39303" y="82654"/>
                          <a:pt x="35101" y="83996"/>
                          <a:pt x="29723" y="83996"/>
                        </a:cubicBezTo>
                        <a:cubicBezTo>
                          <a:pt x="24318" y="83996"/>
                          <a:pt x="20115" y="82654"/>
                          <a:pt x="17116" y="79971"/>
                        </a:cubicBezTo>
                        <a:cubicBezTo>
                          <a:pt x="14129" y="77287"/>
                          <a:pt x="12636" y="73546"/>
                          <a:pt x="12636" y="6874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97" name="Freeform: Shape 296">
                    <a:extLst>
                      <a:ext uri="{FF2B5EF4-FFF2-40B4-BE49-F238E27FC236}">
                        <a16:creationId xmlns:a16="http://schemas.microsoft.com/office/drawing/2014/main" id="{E2B84718-9618-C88E-6C1A-8E3E3F6338A6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308845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96 h 95994"/>
                      <a:gd name="connsiteX1" fmla="*/ 15437 w 63926"/>
                      <a:gd name="connsiteY1" fmla="*/ 74478 h 95994"/>
                      <a:gd name="connsiteX2" fmla="*/ 10580 w 63926"/>
                      <a:gd name="connsiteY2" fmla="*/ 45884 h 95994"/>
                      <a:gd name="connsiteX3" fmla="*/ 15437 w 63926"/>
                      <a:gd name="connsiteY3" fmla="*/ 17349 h 95994"/>
                      <a:gd name="connsiteX4" fmla="*/ 29966 w 63926"/>
                      <a:gd name="connsiteY4" fmla="*/ 7831 h 95994"/>
                      <a:gd name="connsiteX5" fmla="*/ 44556 w 63926"/>
                      <a:gd name="connsiteY5" fmla="*/ 17349 h 95994"/>
                      <a:gd name="connsiteX6" fmla="*/ 49432 w 63926"/>
                      <a:gd name="connsiteY6" fmla="*/ 45884 h 95994"/>
                      <a:gd name="connsiteX7" fmla="*/ 44556 w 63926"/>
                      <a:gd name="connsiteY7" fmla="*/ 74478 h 95994"/>
                      <a:gd name="connsiteX8" fmla="*/ 29966 w 63926"/>
                      <a:gd name="connsiteY8" fmla="*/ 83996 h 95994"/>
                      <a:gd name="connsiteX9" fmla="*/ 29966 w 63926"/>
                      <a:gd name="connsiteY9" fmla="*/ 93911 h 95994"/>
                      <a:gd name="connsiteX10" fmla="*/ 53733 w 63926"/>
                      <a:gd name="connsiteY10" fmla="*/ 81597 h 95994"/>
                      <a:gd name="connsiteX11" fmla="*/ 61940 w 63926"/>
                      <a:gd name="connsiteY11" fmla="*/ 45884 h 95994"/>
                      <a:gd name="connsiteX12" fmla="*/ 53733 w 63926"/>
                      <a:gd name="connsiteY12" fmla="*/ 10211 h 95994"/>
                      <a:gd name="connsiteX13" fmla="*/ 29966 w 63926"/>
                      <a:gd name="connsiteY13" fmla="*/ -2083 h 95994"/>
                      <a:gd name="connsiteX14" fmla="*/ 6219 w 63926"/>
                      <a:gd name="connsiteY14" fmla="*/ 10211 h 95994"/>
                      <a:gd name="connsiteX15" fmla="*/ -1987 w 63926"/>
                      <a:gd name="connsiteY15" fmla="*/ 45884 h 95994"/>
                      <a:gd name="connsiteX16" fmla="*/ 6219 w 63926"/>
                      <a:gd name="connsiteY16" fmla="*/ 81597 h 95994"/>
                      <a:gd name="connsiteX17" fmla="*/ 29966 w 63926"/>
                      <a:gd name="connsiteY17" fmla="*/ 9391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96"/>
                        </a:moveTo>
                        <a:cubicBezTo>
                          <a:pt x="23531" y="83996"/>
                          <a:pt x="18688" y="80823"/>
                          <a:pt x="15437" y="74478"/>
                        </a:cubicBezTo>
                        <a:cubicBezTo>
                          <a:pt x="12199" y="68146"/>
                          <a:pt x="10580" y="58614"/>
                          <a:pt x="10580" y="45884"/>
                        </a:cubicBezTo>
                        <a:cubicBezTo>
                          <a:pt x="10580" y="33206"/>
                          <a:pt x="12199" y="23695"/>
                          <a:pt x="15437" y="17349"/>
                        </a:cubicBezTo>
                        <a:cubicBezTo>
                          <a:pt x="18688" y="11004"/>
                          <a:pt x="23531" y="7831"/>
                          <a:pt x="29966" y="7831"/>
                        </a:cubicBezTo>
                        <a:cubicBezTo>
                          <a:pt x="36455" y="7831"/>
                          <a:pt x="41318" y="11004"/>
                          <a:pt x="44556" y="17349"/>
                        </a:cubicBezTo>
                        <a:cubicBezTo>
                          <a:pt x="47806" y="23695"/>
                          <a:pt x="49432" y="33206"/>
                          <a:pt x="49432" y="45884"/>
                        </a:cubicBezTo>
                        <a:cubicBezTo>
                          <a:pt x="49432" y="58614"/>
                          <a:pt x="47806" y="68146"/>
                          <a:pt x="44556" y="74478"/>
                        </a:cubicBezTo>
                        <a:cubicBezTo>
                          <a:pt x="41318" y="80823"/>
                          <a:pt x="36455" y="83996"/>
                          <a:pt x="29966" y="83996"/>
                        </a:cubicBezTo>
                        <a:close/>
                        <a:moveTo>
                          <a:pt x="29966" y="93911"/>
                        </a:moveTo>
                        <a:cubicBezTo>
                          <a:pt x="40340" y="93911"/>
                          <a:pt x="48262" y="89806"/>
                          <a:pt x="53733" y="81597"/>
                        </a:cubicBezTo>
                        <a:cubicBezTo>
                          <a:pt x="59204" y="73401"/>
                          <a:pt x="61940" y="61496"/>
                          <a:pt x="61940" y="45884"/>
                        </a:cubicBezTo>
                        <a:cubicBezTo>
                          <a:pt x="61940" y="30311"/>
                          <a:pt x="59204" y="18420"/>
                          <a:pt x="53733" y="10211"/>
                        </a:cubicBezTo>
                        <a:cubicBezTo>
                          <a:pt x="48262" y="2015"/>
                          <a:pt x="40340" y="-2083"/>
                          <a:pt x="29966" y="-2083"/>
                        </a:cubicBezTo>
                        <a:cubicBezTo>
                          <a:pt x="19606" y="-2083"/>
                          <a:pt x="11690" y="2015"/>
                          <a:pt x="6219" y="10211"/>
                        </a:cubicBezTo>
                        <a:cubicBezTo>
                          <a:pt x="748" y="18420"/>
                          <a:pt x="-1987" y="30311"/>
                          <a:pt x="-1987" y="45884"/>
                        </a:cubicBezTo>
                        <a:cubicBezTo>
                          <a:pt x="-1987" y="61496"/>
                          <a:pt x="748" y="73401"/>
                          <a:pt x="6219" y="81597"/>
                        </a:cubicBezTo>
                        <a:cubicBezTo>
                          <a:pt x="11690" y="89806"/>
                          <a:pt x="19606" y="93911"/>
                          <a:pt x="29966" y="9391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98" name="Graphic 245">
                <a:extLst>
                  <a:ext uri="{FF2B5EF4-FFF2-40B4-BE49-F238E27FC236}">
                    <a16:creationId xmlns:a16="http://schemas.microsoft.com/office/drawing/2014/main" id="{6DF7A610-F697-D69A-F48E-3649DDC3A48B}"/>
                  </a:ext>
                </a:extLst>
              </p:cNvPr>
              <p:cNvGrpSpPr/>
              <p:nvPr/>
            </p:nvGrpSpPr>
            <p:grpSpPr>
              <a:xfrm>
                <a:off x="3577804" y="3855631"/>
                <a:ext cx="324747" cy="95994"/>
                <a:chOff x="3577804" y="3855631"/>
                <a:chExt cx="324747" cy="95994"/>
              </a:xfrm>
              <a:solidFill>
                <a:srgbClr val="000000"/>
              </a:solidFill>
            </p:grpSpPr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A486447A-4A7B-BF2A-E948-475EB2D0236C}"/>
                    </a:ext>
                  </a:extLst>
                </p:cNvPr>
                <p:cNvSpPr/>
                <p:nvPr/>
              </p:nvSpPr>
              <p:spPr>
                <a:xfrm>
                  <a:off x="3858149" y="3901605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10 h 12690"/>
                    <a:gd name="connsiteX1" fmla="*/ 58 w 44401"/>
                    <a:gd name="connsiteY1" fmla="*/ 21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10"/>
                      </a:moveTo>
                      <a:lnTo>
                        <a:pt x="58" y="210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00" name="Graphic 245">
                  <a:extLst>
                    <a:ext uri="{FF2B5EF4-FFF2-40B4-BE49-F238E27FC236}">
                      <a16:creationId xmlns:a16="http://schemas.microsoft.com/office/drawing/2014/main" id="{0DBA8080-3195-E197-9A33-6DB6BC371172}"/>
                    </a:ext>
                  </a:extLst>
                </p:cNvPr>
                <p:cNvGrpSpPr/>
                <p:nvPr/>
              </p:nvGrpSpPr>
              <p:grpSpPr>
                <a:xfrm>
                  <a:off x="3577804" y="3855631"/>
                  <a:ext cx="227514" cy="95994"/>
                  <a:chOff x="3577804" y="3855631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301" name="Freeform: Shape 300">
                    <a:extLst>
                      <a:ext uri="{FF2B5EF4-FFF2-40B4-BE49-F238E27FC236}">
                        <a16:creationId xmlns:a16="http://schemas.microsoft.com/office/drawing/2014/main" id="{1863173F-BF61-37A0-9772-2AA624061FBB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3857296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495 h 92524"/>
                      <a:gd name="connsiteX1" fmla="*/ 8171 w 67395"/>
                      <a:gd name="connsiteY1" fmla="*/ 30100 h 92524"/>
                      <a:gd name="connsiteX2" fmla="*/ 39767 w 67395"/>
                      <a:gd name="connsiteY2" fmla="*/ 30100 h 92524"/>
                      <a:gd name="connsiteX3" fmla="*/ 39767 w 67395"/>
                      <a:gd name="connsiteY3" fmla="*/ 79495 h 92524"/>
                      <a:gd name="connsiteX4" fmla="*/ 36477 w 67395"/>
                      <a:gd name="connsiteY4" fmla="*/ 90401 h 92524"/>
                      <a:gd name="connsiteX5" fmla="*/ 52216 w 67395"/>
                      <a:gd name="connsiteY5" fmla="*/ 90401 h 92524"/>
                      <a:gd name="connsiteX6" fmla="*/ 52216 w 67395"/>
                      <a:gd name="connsiteY6" fmla="*/ 30100 h 92524"/>
                      <a:gd name="connsiteX7" fmla="*/ 65417 w 67395"/>
                      <a:gd name="connsiteY7" fmla="*/ 30100 h 92524"/>
                      <a:gd name="connsiteX8" fmla="*/ 65417 w 67395"/>
                      <a:gd name="connsiteY8" fmla="*/ 19690 h 92524"/>
                      <a:gd name="connsiteX9" fmla="*/ 52216 w 67395"/>
                      <a:gd name="connsiteY9" fmla="*/ 19690 h 92524"/>
                      <a:gd name="connsiteX10" fmla="*/ 52216 w 67395"/>
                      <a:gd name="connsiteY10" fmla="*/ -2123 h 92524"/>
                      <a:gd name="connsiteX11" fmla="*/ 39767 w 67395"/>
                      <a:gd name="connsiteY11" fmla="*/ -2123 h 92524"/>
                      <a:gd name="connsiteX12" fmla="*/ 39767 w 67395"/>
                      <a:gd name="connsiteY12" fmla="*/ 19690 h 92524"/>
                      <a:gd name="connsiteX13" fmla="*/ -1978 w 67395"/>
                      <a:gd name="connsiteY13" fmla="*/ 19690 h 92524"/>
                      <a:gd name="connsiteX14" fmla="*/ -1978 w 67395"/>
                      <a:gd name="connsiteY14" fmla="*/ 31766 h 92524"/>
                      <a:gd name="connsiteX15" fmla="*/ 36477 w 67395"/>
                      <a:gd name="connsiteY15" fmla="*/ 90401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495"/>
                        </a:moveTo>
                        <a:lnTo>
                          <a:pt x="8171" y="30100"/>
                        </a:lnTo>
                        <a:lnTo>
                          <a:pt x="39767" y="30100"/>
                        </a:lnTo>
                        <a:lnTo>
                          <a:pt x="39767" y="79495"/>
                        </a:lnTo>
                        <a:close/>
                        <a:moveTo>
                          <a:pt x="36477" y="90401"/>
                        </a:moveTo>
                        <a:lnTo>
                          <a:pt x="52216" y="90401"/>
                        </a:lnTo>
                        <a:lnTo>
                          <a:pt x="52216" y="30100"/>
                        </a:lnTo>
                        <a:lnTo>
                          <a:pt x="65417" y="30100"/>
                        </a:lnTo>
                        <a:lnTo>
                          <a:pt x="65417" y="19690"/>
                        </a:lnTo>
                        <a:lnTo>
                          <a:pt x="52216" y="19690"/>
                        </a:lnTo>
                        <a:lnTo>
                          <a:pt x="52216" y="-2123"/>
                        </a:lnTo>
                        <a:lnTo>
                          <a:pt x="39767" y="-2123"/>
                        </a:lnTo>
                        <a:lnTo>
                          <a:pt x="39767" y="19690"/>
                        </a:lnTo>
                        <a:lnTo>
                          <a:pt x="-1978" y="19690"/>
                        </a:lnTo>
                        <a:lnTo>
                          <a:pt x="-1978" y="31766"/>
                        </a:lnTo>
                        <a:lnTo>
                          <a:pt x="36477" y="904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02" name="Freeform: Shape 301">
                    <a:extLst>
                      <a:ext uri="{FF2B5EF4-FFF2-40B4-BE49-F238E27FC236}">
                        <a16:creationId xmlns:a16="http://schemas.microsoft.com/office/drawing/2014/main" id="{15AC72BE-EB47-26B0-51BE-AB2E8F754E23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301" y="3855631"/>
                    <a:ext cx="63807" cy="95994"/>
                  </a:xfrm>
                  <a:custGeom>
                    <a:avLst/>
                    <a:gdLst>
                      <a:gd name="connsiteX0" fmla="*/ 3975 w 63807"/>
                      <a:gd name="connsiteY0" fmla="*/ 1609 h 95994"/>
                      <a:gd name="connsiteX1" fmla="*/ 3975 w 63807"/>
                      <a:gd name="connsiteY1" fmla="*/ 13011 h 95994"/>
                      <a:gd name="connsiteX2" fmla="*/ 13510 w 63807"/>
                      <a:gd name="connsiteY2" fmla="*/ 9600 h 95994"/>
                      <a:gd name="connsiteX3" fmla="*/ 23005 w 63807"/>
                      <a:gd name="connsiteY3" fmla="*/ 8430 h 95994"/>
                      <a:gd name="connsiteX4" fmla="*/ 41915 w 63807"/>
                      <a:gd name="connsiteY4" fmla="*/ 16759 h 95994"/>
                      <a:gd name="connsiteX5" fmla="*/ 49388 w 63807"/>
                      <a:gd name="connsiteY5" fmla="*/ 42081 h 95994"/>
                      <a:gd name="connsiteX6" fmla="*/ 40270 w 63807"/>
                      <a:gd name="connsiteY6" fmla="*/ 33891 h 95994"/>
                      <a:gd name="connsiteX7" fmla="*/ 28079 w 63807"/>
                      <a:gd name="connsiteY7" fmla="*/ 31036 h 95994"/>
                      <a:gd name="connsiteX8" fmla="*/ 6116 w 63807"/>
                      <a:gd name="connsiteY8" fmla="*/ 39424 h 95994"/>
                      <a:gd name="connsiteX9" fmla="*/ -1971 w 63807"/>
                      <a:gd name="connsiteY9" fmla="*/ 62406 h 95994"/>
                      <a:gd name="connsiteX10" fmla="*/ 6453 w 63807"/>
                      <a:gd name="connsiteY10" fmla="*/ 85249 h 95994"/>
                      <a:gd name="connsiteX11" fmla="*/ 28872 w 63807"/>
                      <a:gd name="connsiteY11" fmla="*/ 93875 h 95994"/>
                      <a:gd name="connsiteX12" fmla="*/ 53372 w 63807"/>
                      <a:gd name="connsiteY12" fmla="*/ 81561 h 95994"/>
                      <a:gd name="connsiteX13" fmla="*/ 61836 w 63807"/>
                      <a:gd name="connsiteY13" fmla="*/ 45848 h 95994"/>
                      <a:gd name="connsiteX14" fmla="*/ 51449 w 63807"/>
                      <a:gd name="connsiteY14" fmla="*/ 10929 h 95994"/>
                      <a:gd name="connsiteX15" fmla="*/ 23560 w 63807"/>
                      <a:gd name="connsiteY15" fmla="*/ -2119 h 95994"/>
                      <a:gd name="connsiteX16" fmla="*/ 14005 w 63807"/>
                      <a:gd name="connsiteY16" fmla="*/ -1187 h 95994"/>
                      <a:gd name="connsiteX17" fmla="*/ 3975 w 63807"/>
                      <a:gd name="connsiteY17" fmla="*/ 1609 h 95994"/>
                      <a:gd name="connsiteX18" fmla="*/ 28872 w 63807"/>
                      <a:gd name="connsiteY18" fmla="*/ 40831 h 95994"/>
                      <a:gd name="connsiteX19" fmla="*/ 42212 w 63807"/>
                      <a:gd name="connsiteY19" fmla="*/ 46582 h 95994"/>
                      <a:gd name="connsiteX20" fmla="*/ 47148 w 63807"/>
                      <a:gd name="connsiteY20" fmla="*/ 62406 h 95994"/>
                      <a:gd name="connsiteX21" fmla="*/ 42212 w 63807"/>
                      <a:gd name="connsiteY21" fmla="*/ 78170 h 95994"/>
                      <a:gd name="connsiteX22" fmla="*/ 28872 w 63807"/>
                      <a:gd name="connsiteY22" fmla="*/ 83960 h 95994"/>
                      <a:gd name="connsiteX23" fmla="*/ 15532 w 63807"/>
                      <a:gd name="connsiteY23" fmla="*/ 78170 h 95994"/>
                      <a:gd name="connsiteX24" fmla="*/ 10616 w 63807"/>
                      <a:gd name="connsiteY24" fmla="*/ 62406 h 95994"/>
                      <a:gd name="connsiteX25" fmla="*/ 15532 w 63807"/>
                      <a:gd name="connsiteY25" fmla="*/ 46582 h 95994"/>
                      <a:gd name="connsiteX26" fmla="*/ 28872 w 63807"/>
                      <a:gd name="connsiteY26" fmla="*/ 408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3975" y="1609"/>
                        </a:moveTo>
                        <a:lnTo>
                          <a:pt x="3975" y="13011"/>
                        </a:lnTo>
                        <a:cubicBezTo>
                          <a:pt x="7120" y="11517"/>
                          <a:pt x="10298" y="10380"/>
                          <a:pt x="13510" y="9600"/>
                        </a:cubicBezTo>
                        <a:cubicBezTo>
                          <a:pt x="16734" y="8820"/>
                          <a:pt x="19899" y="8430"/>
                          <a:pt x="23005" y="8430"/>
                        </a:cubicBezTo>
                        <a:cubicBezTo>
                          <a:pt x="31264" y="8430"/>
                          <a:pt x="37567" y="11206"/>
                          <a:pt x="41915" y="16759"/>
                        </a:cubicBezTo>
                        <a:cubicBezTo>
                          <a:pt x="46276" y="22311"/>
                          <a:pt x="48767" y="30751"/>
                          <a:pt x="49388" y="42081"/>
                        </a:cubicBezTo>
                        <a:cubicBezTo>
                          <a:pt x="46996" y="38525"/>
                          <a:pt x="43957" y="35795"/>
                          <a:pt x="40270" y="33891"/>
                        </a:cubicBezTo>
                        <a:cubicBezTo>
                          <a:pt x="36596" y="31987"/>
                          <a:pt x="32532" y="31036"/>
                          <a:pt x="28079" y="31036"/>
                        </a:cubicBezTo>
                        <a:cubicBezTo>
                          <a:pt x="18829" y="31036"/>
                          <a:pt x="11508" y="33832"/>
                          <a:pt x="6116" y="39424"/>
                        </a:cubicBezTo>
                        <a:cubicBezTo>
                          <a:pt x="724" y="45029"/>
                          <a:pt x="-1971" y="52689"/>
                          <a:pt x="-1971" y="62406"/>
                        </a:cubicBezTo>
                        <a:cubicBezTo>
                          <a:pt x="-1971" y="71897"/>
                          <a:pt x="837" y="79512"/>
                          <a:pt x="6453" y="85249"/>
                        </a:cubicBezTo>
                        <a:cubicBezTo>
                          <a:pt x="12069" y="91000"/>
                          <a:pt x="19542" y="93875"/>
                          <a:pt x="28872" y="93875"/>
                        </a:cubicBezTo>
                        <a:cubicBezTo>
                          <a:pt x="39576" y="93875"/>
                          <a:pt x="47743" y="89770"/>
                          <a:pt x="53372" y="81561"/>
                        </a:cubicBezTo>
                        <a:cubicBezTo>
                          <a:pt x="59015" y="73365"/>
                          <a:pt x="61836" y="61461"/>
                          <a:pt x="61836" y="45848"/>
                        </a:cubicBezTo>
                        <a:cubicBezTo>
                          <a:pt x="61836" y="31267"/>
                          <a:pt x="58374" y="19627"/>
                          <a:pt x="51449" y="10929"/>
                        </a:cubicBezTo>
                        <a:cubicBezTo>
                          <a:pt x="44538" y="2230"/>
                          <a:pt x="35241" y="-2119"/>
                          <a:pt x="23560" y="-2119"/>
                        </a:cubicBezTo>
                        <a:cubicBezTo>
                          <a:pt x="20414" y="-2119"/>
                          <a:pt x="17230" y="-1808"/>
                          <a:pt x="14005" y="-1187"/>
                        </a:cubicBezTo>
                        <a:cubicBezTo>
                          <a:pt x="10794" y="-566"/>
                          <a:pt x="7451" y="366"/>
                          <a:pt x="3975" y="1609"/>
                        </a:cubicBezTo>
                        <a:close/>
                        <a:moveTo>
                          <a:pt x="28872" y="40831"/>
                        </a:moveTo>
                        <a:cubicBezTo>
                          <a:pt x="34488" y="40831"/>
                          <a:pt x="38935" y="42748"/>
                          <a:pt x="42212" y="46582"/>
                        </a:cubicBezTo>
                        <a:cubicBezTo>
                          <a:pt x="45503" y="50429"/>
                          <a:pt x="47148" y="55703"/>
                          <a:pt x="47148" y="62406"/>
                        </a:cubicBezTo>
                        <a:cubicBezTo>
                          <a:pt x="47148" y="69055"/>
                          <a:pt x="45503" y="74310"/>
                          <a:pt x="42212" y="78170"/>
                        </a:cubicBezTo>
                        <a:cubicBezTo>
                          <a:pt x="38935" y="82030"/>
                          <a:pt x="34488" y="83960"/>
                          <a:pt x="28872" y="83960"/>
                        </a:cubicBezTo>
                        <a:cubicBezTo>
                          <a:pt x="23256" y="83960"/>
                          <a:pt x="18809" y="82030"/>
                          <a:pt x="15532" y="78170"/>
                        </a:cubicBezTo>
                        <a:cubicBezTo>
                          <a:pt x="12254" y="74310"/>
                          <a:pt x="10616" y="69055"/>
                          <a:pt x="10616" y="62406"/>
                        </a:cubicBezTo>
                        <a:cubicBezTo>
                          <a:pt x="10616" y="55703"/>
                          <a:pt x="12254" y="50429"/>
                          <a:pt x="15532" y="46582"/>
                        </a:cubicBezTo>
                        <a:cubicBezTo>
                          <a:pt x="18809" y="42748"/>
                          <a:pt x="23256" y="40831"/>
                          <a:pt x="28872" y="408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03" name="Freeform: Shape 302">
                    <a:extLst>
                      <a:ext uri="{FF2B5EF4-FFF2-40B4-BE49-F238E27FC236}">
                        <a16:creationId xmlns:a16="http://schemas.microsoft.com/office/drawing/2014/main" id="{277DA7C3-13C7-0EAF-9A12-B51043CE02E4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855631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60 h 95994"/>
                      <a:gd name="connsiteX1" fmla="*/ 15437 w 63926"/>
                      <a:gd name="connsiteY1" fmla="*/ 74442 h 95994"/>
                      <a:gd name="connsiteX2" fmla="*/ 10580 w 63926"/>
                      <a:gd name="connsiteY2" fmla="*/ 45848 h 95994"/>
                      <a:gd name="connsiteX3" fmla="*/ 15437 w 63926"/>
                      <a:gd name="connsiteY3" fmla="*/ 17314 h 95994"/>
                      <a:gd name="connsiteX4" fmla="*/ 29966 w 63926"/>
                      <a:gd name="connsiteY4" fmla="*/ 7796 h 95994"/>
                      <a:gd name="connsiteX5" fmla="*/ 44556 w 63926"/>
                      <a:gd name="connsiteY5" fmla="*/ 17314 h 95994"/>
                      <a:gd name="connsiteX6" fmla="*/ 49432 w 63926"/>
                      <a:gd name="connsiteY6" fmla="*/ 45848 h 95994"/>
                      <a:gd name="connsiteX7" fmla="*/ 44556 w 63926"/>
                      <a:gd name="connsiteY7" fmla="*/ 74442 h 95994"/>
                      <a:gd name="connsiteX8" fmla="*/ 29966 w 63926"/>
                      <a:gd name="connsiteY8" fmla="*/ 83960 h 95994"/>
                      <a:gd name="connsiteX9" fmla="*/ 29966 w 63926"/>
                      <a:gd name="connsiteY9" fmla="*/ 93875 h 95994"/>
                      <a:gd name="connsiteX10" fmla="*/ 53733 w 63926"/>
                      <a:gd name="connsiteY10" fmla="*/ 81561 h 95994"/>
                      <a:gd name="connsiteX11" fmla="*/ 61940 w 63926"/>
                      <a:gd name="connsiteY11" fmla="*/ 45848 h 95994"/>
                      <a:gd name="connsiteX12" fmla="*/ 53733 w 63926"/>
                      <a:gd name="connsiteY12" fmla="*/ 10175 h 95994"/>
                      <a:gd name="connsiteX13" fmla="*/ 29966 w 63926"/>
                      <a:gd name="connsiteY13" fmla="*/ -2119 h 95994"/>
                      <a:gd name="connsiteX14" fmla="*/ 6219 w 63926"/>
                      <a:gd name="connsiteY14" fmla="*/ 10175 h 95994"/>
                      <a:gd name="connsiteX15" fmla="*/ -1987 w 63926"/>
                      <a:gd name="connsiteY15" fmla="*/ 45848 h 95994"/>
                      <a:gd name="connsiteX16" fmla="*/ 6219 w 63926"/>
                      <a:gd name="connsiteY16" fmla="*/ 81561 h 95994"/>
                      <a:gd name="connsiteX17" fmla="*/ 29966 w 63926"/>
                      <a:gd name="connsiteY17" fmla="*/ 9387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60"/>
                        </a:moveTo>
                        <a:cubicBezTo>
                          <a:pt x="23531" y="83960"/>
                          <a:pt x="18688" y="80788"/>
                          <a:pt x="15437" y="74442"/>
                        </a:cubicBezTo>
                        <a:cubicBezTo>
                          <a:pt x="12199" y="68110"/>
                          <a:pt x="10580" y="58579"/>
                          <a:pt x="10580" y="45848"/>
                        </a:cubicBezTo>
                        <a:cubicBezTo>
                          <a:pt x="10580" y="33171"/>
                          <a:pt x="12199" y="23659"/>
                          <a:pt x="15437" y="17314"/>
                        </a:cubicBezTo>
                        <a:cubicBezTo>
                          <a:pt x="18688" y="10968"/>
                          <a:pt x="23531" y="7796"/>
                          <a:pt x="29966" y="7796"/>
                        </a:cubicBezTo>
                        <a:cubicBezTo>
                          <a:pt x="36455" y="7796"/>
                          <a:pt x="41318" y="10968"/>
                          <a:pt x="44556" y="17314"/>
                        </a:cubicBezTo>
                        <a:cubicBezTo>
                          <a:pt x="47806" y="23659"/>
                          <a:pt x="49432" y="33171"/>
                          <a:pt x="49432" y="45848"/>
                        </a:cubicBezTo>
                        <a:cubicBezTo>
                          <a:pt x="49432" y="58579"/>
                          <a:pt x="47806" y="68110"/>
                          <a:pt x="44556" y="74442"/>
                        </a:cubicBezTo>
                        <a:cubicBezTo>
                          <a:pt x="41318" y="80788"/>
                          <a:pt x="36455" y="83960"/>
                          <a:pt x="29966" y="83960"/>
                        </a:cubicBezTo>
                        <a:close/>
                        <a:moveTo>
                          <a:pt x="29966" y="93875"/>
                        </a:moveTo>
                        <a:cubicBezTo>
                          <a:pt x="40340" y="93875"/>
                          <a:pt x="48262" y="89770"/>
                          <a:pt x="53733" y="81561"/>
                        </a:cubicBezTo>
                        <a:cubicBezTo>
                          <a:pt x="59204" y="73365"/>
                          <a:pt x="61940" y="61461"/>
                          <a:pt x="61940" y="45848"/>
                        </a:cubicBezTo>
                        <a:cubicBezTo>
                          <a:pt x="61940" y="30276"/>
                          <a:pt x="59204" y="18385"/>
                          <a:pt x="53733" y="10175"/>
                        </a:cubicBezTo>
                        <a:cubicBezTo>
                          <a:pt x="48262" y="1979"/>
                          <a:pt x="40340" y="-2119"/>
                          <a:pt x="29966" y="-2119"/>
                        </a:cubicBezTo>
                        <a:cubicBezTo>
                          <a:pt x="19606" y="-2119"/>
                          <a:pt x="11690" y="1979"/>
                          <a:pt x="6219" y="10175"/>
                        </a:cubicBezTo>
                        <a:cubicBezTo>
                          <a:pt x="748" y="18385"/>
                          <a:pt x="-1987" y="30276"/>
                          <a:pt x="-1987" y="45848"/>
                        </a:cubicBezTo>
                        <a:cubicBezTo>
                          <a:pt x="-1987" y="61461"/>
                          <a:pt x="748" y="73365"/>
                          <a:pt x="6219" y="81561"/>
                        </a:cubicBezTo>
                        <a:cubicBezTo>
                          <a:pt x="11690" y="89770"/>
                          <a:pt x="19606" y="93875"/>
                          <a:pt x="29966" y="9387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04" name="Graphic 245">
                <a:extLst>
                  <a:ext uri="{FF2B5EF4-FFF2-40B4-BE49-F238E27FC236}">
                    <a16:creationId xmlns:a16="http://schemas.microsoft.com/office/drawing/2014/main" id="{8088CEB4-7262-1FAE-1BAB-35AC7D263693}"/>
                  </a:ext>
                </a:extLst>
              </p:cNvPr>
              <p:cNvGrpSpPr/>
              <p:nvPr/>
            </p:nvGrpSpPr>
            <p:grpSpPr>
              <a:xfrm>
                <a:off x="3581391" y="3402416"/>
                <a:ext cx="321159" cy="95994"/>
                <a:chOff x="3581391" y="3402416"/>
                <a:chExt cx="321159" cy="95994"/>
              </a:xfrm>
              <a:solidFill>
                <a:srgbClr val="000000"/>
              </a:solidFill>
            </p:grpSpPr>
            <p:sp>
              <p:nvSpPr>
                <p:cNvPr id="305" name="Freeform: Shape 304">
                  <a:extLst>
                    <a:ext uri="{FF2B5EF4-FFF2-40B4-BE49-F238E27FC236}">
                      <a16:creationId xmlns:a16="http://schemas.microsoft.com/office/drawing/2014/main" id="{8438C863-BA82-FCB4-7108-54218502DA38}"/>
                    </a:ext>
                  </a:extLst>
                </p:cNvPr>
                <p:cNvSpPr/>
                <p:nvPr/>
              </p:nvSpPr>
              <p:spPr>
                <a:xfrm>
                  <a:off x="3858149" y="344839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75 h 12690"/>
                    <a:gd name="connsiteX1" fmla="*/ 58 w 44401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06" name="Graphic 245">
                  <a:extLst>
                    <a:ext uri="{FF2B5EF4-FFF2-40B4-BE49-F238E27FC236}">
                      <a16:creationId xmlns:a16="http://schemas.microsoft.com/office/drawing/2014/main" id="{2CA7E49F-E5FC-2ED4-ADEB-A262EA34E48A}"/>
                    </a:ext>
                  </a:extLst>
                </p:cNvPr>
                <p:cNvGrpSpPr/>
                <p:nvPr/>
              </p:nvGrpSpPr>
              <p:grpSpPr>
                <a:xfrm>
                  <a:off x="3581391" y="3402416"/>
                  <a:ext cx="223926" cy="95994"/>
                  <a:chOff x="3581391" y="3402416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307" name="Freeform: Shape 306">
                    <a:extLst>
                      <a:ext uri="{FF2B5EF4-FFF2-40B4-BE49-F238E27FC236}">
                        <a16:creationId xmlns:a16="http://schemas.microsoft.com/office/drawing/2014/main" id="{9D9085EA-CDC6-E5F6-F0C3-951DF8F04239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340408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16 h 94328"/>
                      <a:gd name="connsiteX1" fmla="*/ 51056 w 59843"/>
                      <a:gd name="connsiteY1" fmla="*/ 92216 h 94328"/>
                      <a:gd name="connsiteX2" fmla="*/ 51056 w 59843"/>
                      <a:gd name="connsiteY2" fmla="*/ 81667 h 94328"/>
                      <a:gd name="connsiteX3" fmla="*/ 13393 w 59843"/>
                      <a:gd name="connsiteY3" fmla="*/ 81667 h 94328"/>
                      <a:gd name="connsiteX4" fmla="*/ 13393 w 59843"/>
                      <a:gd name="connsiteY4" fmla="*/ 59002 h 94328"/>
                      <a:gd name="connsiteX5" fmla="*/ 18825 w 59843"/>
                      <a:gd name="connsiteY5" fmla="*/ 60390 h 94328"/>
                      <a:gd name="connsiteX6" fmla="*/ 24296 w 59843"/>
                      <a:gd name="connsiteY6" fmla="*/ 60846 h 94328"/>
                      <a:gd name="connsiteX7" fmla="*/ 48816 w 59843"/>
                      <a:gd name="connsiteY7" fmla="*/ 52359 h 94328"/>
                      <a:gd name="connsiteX8" fmla="*/ 57874 w 59843"/>
                      <a:gd name="connsiteY8" fmla="*/ 29376 h 94328"/>
                      <a:gd name="connsiteX9" fmla="*/ 48578 w 59843"/>
                      <a:gd name="connsiteY9" fmla="*/ 6156 h 94328"/>
                      <a:gd name="connsiteX10" fmla="*/ 22373 w 59843"/>
                      <a:gd name="connsiteY10" fmla="*/ -2113 h 94328"/>
                      <a:gd name="connsiteX11" fmla="*/ 10499 w 59843"/>
                      <a:gd name="connsiteY11" fmla="*/ -1121 h 94328"/>
                      <a:gd name="connsiteX12" fmla="*/ -1969 w 59843"/>
                      <a:gd name="connsiteY12" fmla="*/ 1853 h 94328"/>
                      <a:gd name="connsiteX13" fmla="*/ -1969 w 59843"/>
                      <a:gd name="connsiteY13" fmla="*/ 14445 h 94328"/>
                      <a:gd name="connsiteX14" fmla="*/ 9548 w 59843"/>
                      <a:gd name="connsiteY14" fmla="*/ 9924 h 94328"/>
                      <a:gd name="connsiteX15" fmla="*/ 22115 w 59843"/>
                      <a:gd name="connsiteY15" fmla="*/ 8437 h 94328"/>
                      <a:gd name="connsiteX16" fmla="*/ 39083 w 59843"/>
                      <a:gd name="connsiteY16" fmla="*/ 14068 h 94328"/>
                      <a:gd name="connsiteX17" fmla="*/ 45347 w 59843"/>
                      <a:gd name="connsiteY17" fmla="*/ 29376 h 94328"/>
                      <a:gd name="connsiteX18" fmla="*/ 39083 w 59843"/>
                      <a:gd name="connsiteY18" fmla="*/ 44665 h 94328"/>
                      <a:gd name="connsiteX19" fmla="*/ 22115 w 59843"/>
                      <a:gd name="connsiteY19" fmla="*/ 50316 h 94328"/>
                      <a:gd name="connsiteX20" fmla="*/ 12105 w 59843"/>
                      <a:gd name="connsiteY20" fmla="*/ 49206 h 94328"/>
                      <a:gd name="connsiteX21" fmla="*/ 1936 w 59843"/>
                      <a:gd name="connsiteY21" fmla="*/ 45736 h 94328"/>
                      <a:gd name="connsiteX22" fmla="*/ 1936 w 59843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16"/>
                        </a:moveTo>
                        <a:lnTo>
                          <a:pt x="51056" y="92216"/>
                        </a:lnTo>
                        <a:lnTo>
                          <a:pt x="51056" y="81667"/>
                        </a:lnTo>
                        <a:lnTo>
                          <a:pt x="13393" y="81667"/>
                        </a:lnTo>
                        <a:lnTo>
                          <a:pt x="13393" y="59002"/>
                        </a:lnTo>
                        <a:cubicBezTo>
                          <a:pt x="15204" y="59623"/>
                          <a:pt x="17014" y="60086"/>
                          <a:pt x="18825" y="60390"/>
                        </a:cubicBezTo>
                        <a:cubicBezTo>
                          <a:pt x="20648" y="60694"/>
                          <a:pt x="22472" y="60846"/>
                          <a:pt x="24296" y="60846"/>
                        </a:cubicBezTo>
                        <a:cubicBezTo>
                          <a:pt x="34616" y="60846"/>
                          <a:pt x="42790" y="58017"/>
                          <a:pt x="48816" y="52359"/>
                        </a:cubicBezTo>
                        <a:cubicBezTo>
                          <a:pt x="54855" y="46701"/>
                          <a:pt x="57874" y="39040"/>
                          <a:pt x="57874" y="29376"/>
                        </a:cubicBezTo>
                        <a:cubicBezTo>
                          <a:pt x="57874" y="19422"/>
                          <a:pt x="54776" y="11682"/>
                          <a:pt x="48578" y="6156"/>
                        </a:cubicBezTo>
                        <a:cubicBezTo>
                          <a:pt x="42380" y="644"/>
                          <a:pt x="33645" y="-2113"/>
                          <a:pt x="22373" y="-2113"/>
                        </a:cubicBezTo>
                        <a:cubicBezTo>
                          <a:pt x="18488" y="-2113"/>
                          <a:pt x="14530" y="-1782"/>
                          <a:pt x="10499" y="-1121"/>
                        </a:cubicBezTo>
                        <a:cubicBezTo>
                          <a:pt x="6482" y="-460"/>
                          <a:pt x="2326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5" y="12422"/>
                          <a:pt x="5583" y="10915"/>
                          <a:pt x="9548" y="9924"/>
                        </a:cubicBezTo>
                        <a:cubicBezTo>
                          <a:pt x="13512" y="8932"/>
                          <a:pt x="17701" y="8437"/>
                          <a:pt x="22115" y="8437"/>
                        </a:cubicBezTo>
                        <a:cubicBezTo>
                          <a:pt x="29264" y="8437"/>
                          <a:pt x="34920" y="10314"/>
                          <a:pt x="39083" y="14068"/>
                        </a:cubicBezTo>
                        <a:cubicBezTo>
                          <a:pt x="43259" y="17822"/>
                          <a:pt x="45347" y="22925"/>
                          <a:pt x="45347" y="29376"/>
                        </a:cubicBezTo>
                        <a:cubicBezTo>
                          <a:pt x="45347" y="35814"/>
                          <a:pt x="43259" y="40910"/>
                          <a:pt x="39083" y="44665"/>
                        </a:cubicBezTo>
                        <a:cubicBezTo>
                          <a:pt x="34920" y="48432"/>
                          <a:pt x="29264" y="50316"/>
                          <a:pt x="22115" y="50316"/>
                        </a:cubicBezTo>
                        <a:cubicBezTo>
                          <a:pt x="18772" y="50316"/>
                          <a:pt x="15435" y="49946"/>
                          <a:pt x="12105" y="49206"/>
                        </a:cubicBezTo>
                        <a:cubicBezTo>
                          <a:pt x="8788" y="48465"/>
                          <a:pt x="5398" y="47309"/>
                          <a:pt x="1936" y="45736"/>
                        </a:cubicBezTo>
                        <a:lnTo>
                          <a:pt x="1936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08" name="Freeform: Shape 307">
                    <a:extLst>
                      <a:ext uri="{FF2B5EF4-FFF2-40B4-BE49-F238E27FC236}">
                        <a16:creationId xmlns:a16="http://schemas.microsoft.com/office/drawing/2014/main" id="{ABE1B8D8-5EF4-B00E-EA67-3C77FDB28DA5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678" y="3402416"/>
                    <a:ext cx="63926" cy="95994"/>
                  </a:xfrm>
                  <a:custGeom>
                    <a:avLst/>
                    <a:gdLst>
                      <a:gd name="connsiteX0" fmla="*/ 29960 w 63926"/>
                      <a:gd name="connsiteY0" fmla="*/ 83925 h 95994"/>
                      <a:gd name="connsiteX1" fmla="*/ 15430 w 63926"/>
                      <a:gd name="connsiteY1" fmla="*/ 74407 h 95994"/>
                      <a:gd name="connsiteX2" fmla="*/ 10574 w 63926"/>
                      <a:gd name="connsiteY2" fmla="*/ 45813 h 95994"/>
                      <a:gd name="connsiteX3" fmla="*/ 15430 w 63926"/>
                      <a:gd name="connsiteY3" fmla="*/ 17278 h 95994"/>
                      <a:gd name="connsiteX4" fmla="*/ 29960 w 63926"/>
                      <a:gd name="connsiteY4" fmla="*/ 7760 h 95994"/>
                      <a:gd name="connsiteX5" fmla="*/ 44549 w 63926"/>
                      <a:gd name="connsiteY5" fmla="*/ 17278 h 95994"/>
                      <a:gd name="connsiteX6" fmla="*/ 49425 w 63926"/>
                      <a:gd name="connsiteY6" fmla="*/ 45813 h 95994"/>
                      <a:gd name="connsiteX7" fmla="*/ 44549 w 63926"/>
                      <a:gd name="connsiteY7" fmla="*/ 74407 h 95994"/>
                      <a:gd name="connsiteX8" fmla="*/ 29960 w 63926"/>
                      <a:gd name="connsiteY8" fmla="*/ 83925 h 95994"/>
                      <a:gd name="connsiteX9" fmla="*/ 29960 w 63926"/>
                      <a:gd name="connsiteY9" fmla="*/ 93839 h 95994"/>
                      <a:gd name="connsiteX10" fmla="*/ 53727 w 63926"/>
                      <a:gd name="connsiteY10" fmla="*/ 81525 h 95994"/>
                      <a:gd name="connsiteX11" fmla="*/ 61933 w 63926"/>
                      <a:gd name="connsiteY11" fmla="*/ 45813 h 95994"/>
                      <a:gd name="connsiteX12" fmla="*/ 53727 w 63926"/>
                      <a:gd name="connsiteY12" fmla="*/ 10139 h 95994"/>
                      <a:gd name="connsiteX13" fmla="*/ 29960 w 63926"/>
                      <a:gd name="connsiteY13" fmla="*/ -2155 h 95994"/>
                      <a:gd name="connsiteX14" fmla="*/ 6213 w 63926"/>
                      <a:gd name="connsiteY14" fmla="*/ 10139 h 95994"/>
                      <a:gd name="connsiteX15" fmla="*/ -1993 w 63926"/>
                      <a:gd name="connsiteY15" fmla="*/ 45813 h 95994"/>
                      <a:gd name="connsiteX16" fmla="*/ 6213 w 63926"/>
                      <a:gd name="connsiteY16" fmla="*/ 81525 h 95994"/>
                      <a:gd name="connsiteX17" fmla="*/ 29960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0" y="83925"/>
                        </a:moveTo>
                        <a:cubicBezTo>
                          <a:pt x="23524" y="83925"/>
                          <a:pt x="18681" y="80752"/>
                          <a:pt x="15430" y="74407"/>
                        </a:cubicBezTo>
                        <a:cubicBezTo>
                          <a:pt x="12193" y="68074"/>
                          <a:pt x="10574" y="58543"/>
                          <a:pt x="10574" y="45813"/>
                        </a:cubicBezTo>
                        <a:cubicBezTo>
                          <a:pt x="10574" y="33135"/>
                          <a:pt x="12193" y="23623"/>
                          <a:pt x="15430" y="17278"/>
                        </a:cubicBezTo>
                        <a:cubicBezTo>
                          <a:pt x="18681" y="10933"/>
                          <a:pt x="23524" y="7760"/>
                          <a:pt x="29960" y="7760"/>
                        </a:cubicBezTo>
                        <a:cubicBezTo>
                          <a:pt x="36448" y="7760"/>
                          <a:pt x="41312" y="10933"/>
                          <a:pt x="44549" y="17278"/>
                        </a:cubicBezTo>
                        <a:cubicBezTo>
                          <a:pt x="47800" y="23623"/>
                          <a:pt x="49425" y="33135"/>
                          <a:pt x="49425" y="45813"/>
                        </a:cubicBezTo>
                        <a:cubicBezTo>
                          <a:pt x="49425" y="58543"/>
                          <a:pt x="47800" y="68074"/>
                          <a:pt x="44549" y="74407"/>
                        </a:cubicBezTo>
                        <a:cubicBezTo>
                          <a:pt x="41312" y="80752"/>
                          <a:pt x="36448" y="83925"/>
                          <a:pt x="29960" y="83925"/>
                        </a:cubicBezTo>
                        <a:close/>
                        <a:moveTo>
                          <a:pt x="29960" y="93839"/>
                        </a:moveTo>
                        <a:cubicBezTo>
                          <a:pt x="40334" y="93839"/>
                          <a:pt x="48256" y="89735"/>
                          <a:pt x="53727" y="81525"/>
                        </a:cubicBezTo>
                        <a:cubicBezTo>
                          <a:pt x="59198" y="73329"/>
                          <a:pt x="61933" y="61425"/>
                          <a:pt x="61933" y="45813"/>
                        </a:cubicBezTo>
                        <a:cubicBezTo>
                          <a:pt x="61933" y="30240"/>
                          <a:pt x="59198" y="18349"/>
                          <a:pt x="53727" y="10139"/>
                        </a:cubicBezTo>
                        <a:cubicBezTo>
                          <a:pt x="48256" y="1943"/>
                          <a:pt x="40334" y="-2155"/>
                          <a:pt x="29960" y="-2155"/>
                        </a:cubicBezTo>
                        <a:cubicBezTo>
                          <a:pt x="19600" y="-2155"/>
                          <a:pt x="11684" y="1943"/>
                          <a:pt x="6213" y="10139"/>
                        </a:cubicBezTo>
                        <a:cubicBezTo>
                          <a:pt x="742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2" y="73329"/>
                          <a:pt x="6213" y="81525"/>
                        </a:cubicBezTo>
                        <a:cubicBezTo>
                          <a:pt x="11684" y="89735"/>
                          <a:pt x="19600" y="93839"/>
                          <a:pt x="29960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09" name="Freeform: Shape 308">
                    <a:extLst>
                      <a:ext uri="{FF2B5EF4-FFF2-40B4-BE49-F238E27FC236}">
                        <a16:creationId xmlns:a16="http://schemas.microsoft.com/office/drawing/2014/main" id="{01DF34FA-A9F4-417F-1006-E1AF8119FAAD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402416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25 h 95994"/>
                      <a:gd name="connsiteX1" fmla="*/ 15437 w 63926"/>
                      <a:gd name="connsiteY1" fmla="*/ 74407 h 95994"/>
                      <a:gd name="connsiteX2" fmla="*/ 10580 w 63926"/>
                      <a:gd name="connsiteY2" fmla="*/ 45813 h 95994"/>
                      <a:gd name="connsiteX3" fmla="*/ 15437 w 63926"/>
                      <a:gd name="connsiteY3" fmla="*/ 17278 h 95994"/>
                      <a:gd name="connsiteX4" fmla="*/ 29966 w 63926"/>
                      <a:gd name="connsiteY4" fmla="*/ 7760 h 95994"/>
                      <a:gd name="connsiteX5" fmla="*/ 44556 w 63926"/>
                      <a:gd name="connsiteY5" fmla="*/ 17278 h 95994"/>
                      <a:gd name="connsiteX6" fmla="*/ 49432 w 63926"/>
                      <a:gd name="connsiteY6" fmla="*/ 45813 h 95994"/>
                      <a:gd name="connsiteX7" fmla="*/ 44556 w 63926"/>
                      <a:gd name="connsiteY7" fmla="*/ 74407 h 95994"/>
                      <a:gd name="connsiteX8" fmla="*/ 29966 w 63926"/>
                      <a:gd name="connsiteY8" fmla="*/ 83925 h 95994"/>
                      <a:gd name="connsiteX9" fmla="*/ 29966 w 63926"/>
                      <a:gd name="connsiteY9" fmla="*/ 93839 h 95994"/>
                      <a:gd name="connsiteX10" fmla="*/ 53733 w 63926"/>
                      <a:gd name="connsiteY10" fmla="*/ 81525 h 95994"/>
                      <a:gd name="connsiteX11" fmla="*/ 61940 w 63926"/>
                      <a:gd name="connsiteY11" fmla="*/ 45813 h 95994"/>
                      <a:gd name="connsiteX12" fmla="*/ 53733 w 63926"/>
                      <a:gd name="connsiteY12" fmla="*/ 10139 h 95994"/>
                      <a:gd name="connsiteX13" fmla="*/ 29966 w 63926"/>
                      <a:gd name="connsiteY13" fmla="*/ -2155 h 95994"/>
                      <a:gd name="connsiteX14" fmla="*/ 6219 w 63926"/>
                      <a:gd name="connsiteY14" fmla="*/ 10139 h 95994"/>
                      <a:gd name="connsiteX15" fmla="*/ -1987 w 63926"/>
                      <a:gd name="connsiteY15" fmla="*/ 45813 h 95994"/>
                      <a:gd name="connsiteX16" fmla="*/ 6219 w 63926"/>
                      <a:gd name="connsiteY16" fmla="*/ 81525 h 95994"/>
                      <a:gd name="connsiteX17" fmla="*/ 29966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25"/>
                        </a:moveTo>
                        <a:cubicBezTo>
                          <a:pt x="23531" y="83925"/>
                          <a:pt x="18688" y="80752"/>
                          <a:pt x="15437" y="74407"/>
                        </a:cubicBezTo>
                        <a:cubicBezTo>
                          <a:pt x="12199" y="68074"/>
                          <a:pt x="10580" y="58543"/>
                          <a:pt x="10580" y="45813"/>
                        </a:cubicBezTo>
                        <a:cubicBezTo>
                          <a:pt x="10580" y="33135"/>
                          <a:pt x="12199" y="23623"/>
                          <a:pt x="15437" y="17278"/>
                        </a:cubicBezTo>
                        <a:cubicBezTo>
                          <a:pt x="18688" y="10933"/>
                          <a:pt x="23531" y="7760"/>
                          <a:pt x="29966" y="7760"/>
                        </a:cubicBezTo>
                        <a:cubicBezTo>
                          <a:pt x="36455" y="7760"/>
                          <a:pt x="41318" y="10933"/>
                          <a:pt x="44556" y="17278"/>
                        </a:cubicBezTo>
                        <a:cubicBezTo>
                          <a:pt x="47806" y="23623"/>
                          <a:pt x="49432" y="33135"/>
                          <a:pt x="49432" y="45813"/>
                        </a:cubicBezTo>
                        <a:cubicBezTo>
                          <a:pt x="49432" y="58543"/>
                          <a:pt x="47806" y="68074"/>
                          <a:pt x="44556" y="74407"/>
                        </a:cubicBezTo>
                        <a:cubicBezTo>
                          <a:pt x="41318" y="80752"/>
                          <a:pt x="36455" y="83925"/>
                          <a:pt x="29966" y="83925"/>
                        </a:cubicBezTo>
                        <a:close/>
                        <a:moveTo>
                          <a:pt x="29966" y="93839"/>
                        </a:moveTo>
                        <a:cubicBezTo>
                          <a:pt x="40340" y="93839"/>
                          <a:pt x="48262" y="89735"/>
                          <a:pt x="53733" y="81525"/>
                        </a:cubicBezTo>
                        <a:cubicBezTo>
                          <a:pt x="59204" y="73329"/>
                          <a:pt x="61940" y="61425"/>
                          <a:pt x="61940" y="45813"/>
                        </a:cubicBezTo>
                        <a:cubicBezTo>
                          <a:pt x="61940" y="30240"/>
                          <a:pt x="59204" y="18349"/>
                          <a:pt x="53733" y="10139"/>
                        </a:cubicBezTo>
                        <a:cubicBezTo>
                          <a:pt x="48262" y="1943"/>
                          <a:pt x="40340" y="-2155"/>
                          <a:pt x="29966" y="-2155"/>
                        </a:cubicBezTo>
                        <a:cubicBezTo>
                          <a:pt x="19606" y="-2155"/>
                          <a:pt x="11690" y="1943"/>
                          <a:pt x="6219" y="10139"/>
                        </a:cubicBezTo>
                        <a:cubicBezTo>
                          <a:pt x="748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48" y="73329"/>
                          <a:pt x="6219" y="81525"/>
                        </a:cubicBezTo>
                        <a:cubicBezTo>
                          <a:pt x="11690" y="89735"/>
                          <a:pt x="19606" y="93839"/>
                          <a:pt x="29966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10" name="Graphic 245">
                <a:extLst>
                  <a:ext uri="{FF2B5EF4-FFF2-40B4-BE49-F238E27FC236}">
                    <a16:creationId xmlns:a16="http://schemas.microsoft.com/office/drawing/2014/main" id="{CC8592D9-0EEF-104D-46BB-35946753C926}"/>
                  </a:ext>
                </a:extLst>
              </p:cNvPr>
              <p:cNvGrpSpPr/>
              <p:nvPr/>
            </p:nvGrpSpPr>
            <p:grpSpPr>
              <a:xfrm>
                <a:off x="3581391" y="2949201"/>
                <a:ext cx="321159" cy="95994"/>
                <a:chOff x="3581391" y="2949201"/>
                <a:chExt cx="321159" cy="95994"/>
              </a:xfrm>
              <a:solidFill>
                <a:srgbClr val="000000"/>
              </a:solidFill>
            </p:grpSpPr>
            <p:sp>
              <p:nvSpPr>
                <p:cNvPr id="311" name="Freeform: Shape 310">
                  <a:extLst>
                    <a:ext uri="{FF2B5EF4-FFF2-40B4-BE49-F238E27FC236}">
                      <a16:creationId xmlns:a16="http://schemas.microsoft.com/office/drawing/2014/main" id="{5E034F97-A8D0-B6A6-AE33-F19C8ACBB899}"/>
                    </a:ext>
                  </a:extLst>
                </p:cNvPr>
                <p:cNvSpPr/>
                <p:nvPr/>
              </p:nvSpPr>
              <p:spPr>
                <a:xfrm>
                  <a:off x="3858149" y="2995176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39 h 12690"/>
                    <a:gd name="connsiteX1" fmla="*/ 58 w 44401"/>
                    <a:gd name="connsiteY1" fmla="*/ 13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39"/>
                      </a:moveTo>
                      <a:lnTo>
                        <a:pt x="58" y="139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12" name="Graphic 245">
                  <a:extLst>
                    <a:ext uri="{FF2B5EF4-FFF2-40B4-BE49-F238E27FC236}">
                      <a16:creationId xmlns:a16="http://schemas.microsoft.com/office/drawing/2014/main" id="{B0F5DBA1-ED20-E737-AC2A-568E34F2CAFF}"/>
                    </a:ext>
                  </a:extLst>
                </p:cNvPr>
                <p:cNvGrpSpPr/>
                <p:nvPr/>
              </p:nvGrpSpPr>
              <p:grpSpPr>
                <a:xfrm>
                  <a:off x="3581391" y="2949201"/>
                  <a:ext cx="223926" cy="95994"/>
                  <a:chOff x="3581391" y="2949201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313" name="Freeform: Shape 312">
                    <a:extLst>
                      <a:ext uri="{FF2B5EF4-FFF2-40B4-BE49-F238E27FC236}">
                        <a16:creationId xmlns:a16="http://schemas.microsoft.com/office/drawing/2014/main" id="{9C1F376D-850A-97B4-A061-299F0F3CA005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950867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80 h 94328"/>
                      <a:gd name="connsiteX1" fmla="*/ 51056 w 59843"/>
                      <a:gd name="connsiteY1" fmla="*/ 92180 h 94328"/>
                      <a:gd name="connsiteX2" fmla="*/ 51056 w 59843"/>
                      <a:gd name="connsiteY2" fmla="*/ 81631 h 94328"/>
                      <a:gd name="connsiteX3" fmla="*/ 13393 w 59843"/>
                      <a:gd name="connsiteY3" fmla="*/ 81631 h 94328"/>
                      <a:gd name="connsiteX4" fmla="*/ 13393 w 59843"/>
                      <a:gd name="connsiteY4" fmla="*/ 58966 h 94328"/>
                      <a:gd name="connsiteX5" fmla="*/ 18825 w 59843"/>
                      <a:gd name="connsiteY5" fmla="*/ 60354 h 94328"/>
                      <a:gd name="connsiteX6" fmla="*/ 24296 w 59843"/>
                      <a:gd name="connsiteY6" fmla="*/ 60810 h 94328"/>
                      <a:gd name="connsiteX7" fmla="*/ 48816 w 59843"/>
                      <a:gd name="connsiteY7" fmla="*/ 52323 h 94328"/>
                      <a:gd name="connsiteX8" fmla="*/ 57874 w 59843"/>
                      <a:gd name="connsiteY8" fmla="*/ 29341 h 94328"/>
                      <a:gd name="connsiteX9" fmla="*/ 48578 w 59843"/>
                      <a:gd name="connsiteY9" fmla="*/ 6120 h 94328"/>
                      <a:gd name="connsiteX10" fmla="*/ 22373 w 59843"/>
                      <a:gd name="connsiteY10" fmla="*/ -2148 h 94328"/>
                      <a:gd name="connsiteX11" fmla="*/ 10499 w 59843"/>
                      <a:gd name="connsiteY11" fmla="*/ -1157 h 94328"/>
                      <a:gd name="connsiteX12" fmla="*/ -1969 w 59843"/>
                      <a:gd name="connsiteY12" fmla="*/ 1817 h 94328"/>
                      <a:gd name="connsiteX13" fmla="*/ -1969 w 59843"/>
                      <a:gd name="connsiteY13" fmla="*/ 14409 h 94328"/>
                      <a:gd name="connsiteX14" fmla="*/ 9548 w 59843"/>
                      <a:gd name="connsiteY14" fmla="*/ 9888 h 94328"/>
                      <a:gd name="connsiteX15" fmla="*/ 22115 w 59843"/>
                      <a:gd name="connsiteY15" fmla="*/ 8401 h 94328"/>
                      <a:gd name="connsiteX16" fmla="*/ 39083 w 59843"/>
                      <a:gd name="connsiteY16" fmla="*/ 14032 h 94328"/>
                      <a:gd name="connsiteX17" fmla="*/ 45347 w 59843"/>
                      <a:gd name="connsiteY17" fmla="*/ 29341 h 94328"/>
                      <a:gd name="connsiteX18" fmla="*/ 39083 w 59843"/>
                      <a:gd name="connsiteY18" fmla="*/ 44629 h 94328"/>
                      <a:gd name="connsiteX19" fmla="*/ 22115 w 59843"/>
                      <a:gd name="connsiteY19" fmla="*/ 50281 h 94328"/>
                      <a:gd name="connsiteX20" fmla="*/ 12105 w 59843"/>
                      <a:gd name="connsiteY20" fmla="*/ 49170 h 94328"/>
                      <a:gd name="connsiteX21" fmla="*/ 1936 w 59843"/>
                      <a:gd name="connsiteY21" fmla="*/ 45700 h 94328"/>
                      <a:gd name="connsiteX22" fmla="*/ 1936 w 59843"/>
                      <a:gd name="connsiteY22" fmla="*/ 9218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80"/>
                        </a:moveTo>
                        <a:lnTo>
                          <a:pt x="51056" y="92180"/>
                        </a:lnTo>
                        <a:lnTo>
                          <a:pt x="51056" y="81631"/>
                        </a:lnTo>
                        <a:lnTo>
                          <a:pt x="13393" y="81631"/>
                        </a:lnTo>
                        <a:lnTo>
                          <a:pt x="13393" y="58966"/>
                        </a:lnTo>
                        <a:cubicBezTo>
                          <a:pt x="15204" y="59587"/>
                          <a:pt x="17014" y="60050"/>
                          <a:pt x="18825" y="60354"/>
                        </a:cubicBezTo>
                        <a:cubicBezTo>
                          <a:pt x="20648" y="60658"/>
                          <a:pt x="22472" y="60810"/>
                          <a:pt x="24296" y="60810"/>
                        </a:cubicBezTo>
                        <a:cubicBezTo>
                          <a:pt x="34616" y="60810"/>
                          <a:pt x="42790" y="57981"/>
                          <a:pt x="48816" y="52323"/>
                        </a:cubicBezTo>
                        <a:cubicBezTo>
                          <a:pt x="54855" y="46665"/>
                          <a:pt x="57874" y="39004"/>
                          <a:pt x="57874" y="29341"/>
                        </a:cubicBezTo>
                        <a:cubicBezTo>
                          <a:pt x="57874" y="19386"/>
                          <a:pt x="54776" y="11646"/>
                          <a:pt x="48578" y="6120"/>
                        </a:cubicBezTo>
                        <a:cubicBezTo>
                          <a:pt x="42380" y="608"/>
                          <a:pt x="33645" y="-2148"/>
                          <a:pt x="22373" y="-2148"/>
                        </a:cubicBezTo>
                        <a:cubicBezTo>
                          <a:pt x="18488" y="-2148"/>
                          <a:pt x="14530" y="-1818"/>
                          <a:pt x="10499" y="-1157"/>
                        </a:cubicBezTo>
                        <a:cubicBezTo>
                          <a:pt x="6482" y="-496"/>
                          <a:pt x="2326" y="495"/>
                          <a:pt x="-1969" y="1817"/>
                        </a:cubicBezTo>
                        <a:lnTo>
                          <a:pt x="-1969" y="14409"/>
                        </a:lnTo>
                        <a:cubicBezTo>
                          <a:pt x="1745" y="12387"/>
                          <a:pt x="5583" y="10879"/>
                          <a:pt x="9548" y="9888"/>
                        </a:cubicBezTo>
                        <a:cubicBezTo>
                          <a:pt x="13512" y="8897"/>
                          <a:pt x="17701" y="8401"/>
                          <a:pt x="22115" y="8401"/>
                        </a:cubicBezTo>
                        <a:cubicBezTo>
                          <a:pt x="29264" y="8401"/>
                          <a:pt x="34920" y="10278"/>
                          <a:pt x="39083" y="14032"/>
                        </a:cubicBezTo>
                        <a:cubicBezTo>
                          <a:pt x="43259" y="17787"/>
                          <a:pt x="45347" y="22889"/>
                          <a:pt x="45347" y="29341"/>
                        </a:cubicBezTo>
                        <a:cubicBezTo>
                          <a:pt x="45347" y="35779"/>
                          <a:pt x="43259" y="40875"/>
                          <a:pt x="39083" y="44629"/>
                        </a:cubicBezTo>
                        <a:cubicBezTo>
                          <a:pt x="34920" y="48397"/>
                          <a:pt x="29264" y="50281"/>
                          <a:pt x="22115" y="50281"/>
                        </a:cubicBezTo>
                        <a:cubicBezTo>
                          <a:pt x="18772" y="50281"/>
                          <a:pt x="15435" y="49910"/>
                          <a:pt x="12105" y="49170"/>
                        </a:cubicBezTo>
                        <a:cubicBezTo>
                          <a:pt x="8788" y="48430"/>
                          <a:pt x="5398" y="47273"/>
                          <a:pt x="1936" y="45700"/>
                        </a:cubicBezTo>
                        <a:lnTo>
                          <a:pt x="1936" y="9218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14" name="Freeform: Shape 313">
                    <a:extLst>
                      <a:ext uri="{FF2B5EF4-FFF2-40B4-BE49-F238E27FC236}">
                        <a16:creationId xmlns:a16="http://schemas.microsoft.com/office/drawing/2014/main" id="{AFB428FF-7A38-B218-FEF8-E044F1DBC658}"/>
                      </a:ext>
                    </a:extLst>
                  </p:cNvPr>
                  <p:cNvSpPr/>
                  <p:nvPr/>
                </p:nvSpPr>
                <p:spPr>
                  <a:xfrm flipV="1">
                    <a:off x="3666248" y="2950867"/>
                    <a:ext cx="55066" cy="92524"/>
                  </a:xfrm>
                  <a:custGeom>
                    <a:avLst/>
                    <a:gdLst>
                      <a:gd name="connsiteX0" fmla="*/ -247 w 55066"/>
                      <a:gd name="connsiteY0" fmla="*/ 8335 h 92524"/>
                      <a:gd name="connsiteX1" fmla="*/ 20190 w 55066"/>
                      <a:gd name="connsiteY1" fmla="*/ 8335 h 92524"/>
                      <a:gd name="connsiteX2" fmla="*/ 20190 w 55066"/>
                      <a:gd name="connsiteY2" fmla="*/ 78928 h 92524"/>
                      <a:gd name="connsiteX3" fmla="*/ -2051 w 55066"/>
                      <a:gd name="connsiteY3" fmla="*/ 74466 h 92524"/>
                      <a:gd name="connsiteX4" fmla="*/ -2051 w 55066"/>
                      <a:gd name="connsiteY4" fmla="*/ 85868 h 92524"/>
                      <a:gd name="connsiteX5" fmla="*/ 20071 w 55066"/>
                      <a:gd name="connsiteY5" fmla="*/ 90330 h 92524"/>
                      <a:gd name="connsiteX6" fmla="*/ 32579 w 55066"/>
                      <a:gd name="connsiteY6" fmla="*/ 90330 h 92524"/>
                      <a:gd name="connsiteX7" fmla="*/ 32579 w 55066"/>
                      <a:gd name="connsiteY7" fmla="*/ 8335 h 92524"/>
                      <a:gd name="connsiteX8" fmla="*/ 53015 w 55066"/>
                      <a:gd name="connsiteY8" fmla="*/ 8335 h 92524"/>
                      <a:gd name="connsiteX9" fmla="*/ 53015 w 55066"/>
                      <a:gd name="connsiteY9" fmla="*/ -2194 h 92524"/>
                      <a:gd name="connsiteX10" fmla="*/ -247 w 55066"/>
                      <a:gd name="connsiteY10" fmla="*/ -2194 h 92524"/>
                      <a:gd name="connsiteX11" fmla="*/ -247 w 55066"/>
                      <a:gd name="connsiteY11" fmla="*/ 833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247" y="8335"/>
                        </a:moveTo>
                        <a:lnTo>
                          <a:pt x="20190" y="8335"/>
                        </a:lnTo>
                        <a:lnTo>
                          <a:pt x="20190" y="78928"/>
                        </a:lnTo>
                        <a:lnTo>
                          <a:pt x="-2051" y="74466"/>
                        </a:lnTo>
                        <a:lnTo>
                          <a:pt x="-2051" y="85868"/>
                        </a:lnTo>
                        <a:lnTo>
                          <a:pt x="20071" y="90330"/>
                        </a:lnTo>
                        <a:lnTo>
                          <a:pt x="32579" y="90330"/>
                        </a:lnTo>
                        <a:lnTo>
                          <a:pt x="32579" y="8335"/>
                        </a:lnTo>
                        <a:lnTo>
                          <a:pt x="53015" y="8335"/>
                        </a:lnTo>
                        <a:lnTo>
                          <a:pt x="53015" y="-2194"/>
                        </a:lnTo>
                        <a:lnTo>
                          <a:pt x="-247" y="-2194"/>
                        </a:lnTo>
                        <a:lnTo>
                          <a:pt x="-247" y="83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15" name="Freeform: Shape 314">
                    <a:extLst>
                      <a:ext uri="{FF2B5EF4-FFF2-40B4-BE49-F238E27FC236}">
                        <a16:creationId xmlns:a16="http://schemas.microsoft.com/office/drawing/2014/main" id="{75A76B62-BCDA-6665-18EC-7D74D1BDE0A0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949201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89 h 95994"/>
                      <a:gd name="connsiteX1" fmla="*/ 15437 w 63926"/>
                      <a:gd name="connsiteY1" fmla="*/ 74371 h 95994"/>
                      <a:gd name="connsiteX2" fmla="*/ 10580 w 63926"/>
                      <a:gd name="connsiteY2" fmla="*/ 45777 h 95994"/>
                      <a:gd name="connsiteX3" fmla="*/ 15437 w 63926"/>
                      <a:gd name="connsiteY3" fmla="*/ 17242 h 95994"/>
                      <a:gd name="connsiteX4" fmla="*/ 29966 w 63926"/>
                      <a:gd name="connsiteY4" fmla="*/ 7724 h 95994"/>
                      <a:gd name="connsiteX5" fmla="*/ 44556 w 63926"/>
                      <a:gd name="connsiteY5" fmla="*/ 17242 h 95994"/>
                      <a:gd name="connsiteX6" fmla="*/ 49432 w 63926"/>
                      <a:gd name="connsiteY6" fmla="*/ 45777 h 95994"/>
                      <a:gd name="connsiteX7" fmla="*/ 44556 w 63926"/>
                      <a:gd name="connsiteY7" fmla="*/ 74371 h 95994"/>
                      <a:gd name="connsiteX8" fmla="*/ 29966 w 63926"/>
                      <a:gd name="connsiteY8" fmla="*/ 83889 h 95994"/>
                      <a:gd name="connsiteX9" fmla="*/ 29966 w 63926"/>
                      <a:gd name="connsiteY9" fmla="*/ 93804 h 95994"/>
                      <a:gd name="connsiteX10" fmla="*/ 53733 w 63926"/>
                      <a:gd name="connsiteY10" fmla="*/ 81490 h 95994"/>
                      <a:gd name="connsiteX11" fmla="*/ 61940 w 63926"/>
                      <a:gd name="connsiteY11" fmla="*/ 45777 h 95994"/>
                      <a:gd name="connsiteX12" fmla="*/ 53733 w 63926"/>
                      <a:gd name="connsiteY12" fmla="*/ 10104 h 95994"/>
                      <a:gd name="connsiteX13" fmla="*/ 29966 w 63926"/>
                      <a:gd name="connsiteY13" fmla="*/ -2191 h 95994"/>
                      <a:gd name="connsiteX14" fmla="*/ 6219 w 63926"/>
                      <a:gd name="connsiteY14" fmla="*/ 10104 h 95994"/>
                      <a:gd name="connsiteX15" fmla="*/ -1987 w 63926"/>
                      <a:gd name="connsiteY15" fmla="*/ 45777 h 95994"/>
                      <a:gd name="connsiteX16" fmla="*/ 6219 w 63926"/>
                      <a:gd name="connsiteY16" fmla="*/ 81490 h 95994"/>
                      <a:gd name="connsiteX17" fmla="*/ 29966 w 63926"/>
                      <a:gd name="connsiteY17" fmla="*/ 9380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89"/>
                        </a:moveTo>
                        <a:cubicBezTo>
                          <a:pt x="23531" y="83889"/>
                          <a:pt x="18688" y="80716"/>
                          <a:pt x="15437" y="74371"/>
                        </a:cubicBezTo>
                        <a:cubicBezTo>
                          <a:pt x="12199" y="68039"/>
                          <a:pt x="10580" y="58507"/>
                          <a:pt x="10580" y="45777"/>
                        </a:cubicBezTo>
                        <a:cubicBezTo>
                          <a:pt x="10580" y="33099"/>
                          <a:pt x="12199" y="23588"/>
                          <a:pt x="15437" y="17242"/>
                        </a:cubicBezTo>
                        <a:cubicBezTo>
                          <a:pt x="18688" y="10897"/>
                          <a:pt x="23531" y="7724"/>
                          <a:pt x="29966" y="7724"/>
                        </a:cubicBezTo>
                        <a:cubicBezTo>
                          <a:pt x="36455" y="7724"/>
                          <a:pt x="41318" y="10897"/>
                          <a:pt x="44556" y="17242"/>
                        </a:cubicBezTo>
                        <a:cubicBezTo>
                          <a:pt x="47806" y="23588"/>
                          <a:pt x="49432" y="33099"/>
                          <a:pt x="49432" y="45777"/>
                        </a:cubicBezTo>
                        <a:cubicBezTo>
                          <a:pt x="49432" y="58507"/>
                          <a:pt x="47806" y="68039"/>
                          <a:pt x="44556" y="74371"/>
                        </a:cubicBezTo>
                        <a:cubicBezTo>
                          <a:pt x="41318" y="80716"/>
                          <a:pt x="36455" y="83889"/>
                          <a:pt x="29966" y="83889"/>
                        </a:cubicBezTo>
                        <a:close/>
                        <a:moveTo>
                          <a:pt x="29966" y="93804"/>
                        </a:moveTo>
                        <a:cubicBezTo>
                          <a:pt x="40340" y="93804"/>
                          <a:pt x="48262" y="89699"/>
                          <a:pt x="53733" y="81490"/>
                        </a:cubicBezTo>
                        <a:cubicBezTo>
                          <a:pt x="59204" y="73293"/>
                          <a:pt x="61940" y="61389"/>
                          <a:pt x="61940" y="45777"/>
                        </a:cubicBezTo>
                        <a:cubicBezTo>
                          <a:pt x="61940" y="30204"/>
                          <a:pt x="59204" y="18313"/>
                          <a:pt x="53733" y="10104"/>
                        </a:cubicBezTo>
                        <a:cubicBezTo>
                          <a:pt x="48262" y="1908"/>
                          <a:pt x="40340" y="-2191"/>
                          <a:pt x="29966" y="-2191"/>
                        </a:cubicBezTo>
                        <a:cubicBezTo>
                          <a:pt x="19606" y="-2191"/>
                          <a:pt x="11690" y="1908"/>
                          <a:pt x="6219" y="10104"/>
                        </a:cubicBezTo>
                        <a:cubicBezTo>
                          <a:pt x="748" y="18313"/>
                          <a:pt x="-1987" y="30204"/>
                          <a:pt x="-1987" y="45777"/>
                        </a:cubicBezTo>
                        <a:cubicBezTo>
                          <a:pt x="-1987" y="61389"/>
                          <a:pt x="748" y="73293"/>
                          <a:pt x="6219" y="81490"/>
                        </a:cubicBezTo>
                        <a:cubicBezTo>
                          <a:pt x="11690" y="89699"/>
                          <a:pt x="19606" y="93804"/>
                          <a:pt x="29966" y="9380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16" name="Graphic 245">
                <a:extLst>
                  <a:ext uri="{FF2B5EF4-FFF2-40B4-BE49-F238E27FC236}">
                    <a16:creationId xmlns:a16="http://schemas.microsoft.com/office/drawing/2014/main" id="{7ED157AE-7B7D-AB7D-9C24-0D17860538EB}"/>
                  </a:ext>
                </a:extLst>
              </p:cNvPr>
              <p:cNvGrpSpPr/>
              <p:nvPr/>
            </p:nvGrpSpPr>
            <p:grpSpPr>
              <a:xfrm>
                <a:off x="3581391" y="2495987"/>
                <a:ext cx="321159" cy="95994"/>
                <a:chOff x="3581391" y="2495987"/>
                <a:chExt cx="321159" cy="95994"/>
              </a:xfrm>
              <a:solidFill>
                <a:srgbClr val="000000"/>
              </a:solidFill>
            </p:grpSpPr>
            <p:sp>
              <p:nvSpPr>
                <p:cNvPr id="317" name="Freeform: Shape 316">
                  <a:extLst>
                    <a:ext uri="{FF2B5EF4-FFF2-40B4-BE49-F238E27FC236}">
                      <a16:creationId xmlns:a16="http://schemas.microsoft.com/office/drawing/2014/main" id="{1500A56D-5A58-AC29-2D26-EB88452E835F}"/>
                    </a:ext>
                  </a:extLst>
                </p:cNvPr>
                <p:cNvSpPr/>
                <p:nvPr/>
              </p:nvSpPr>
              <p:spPr>
                <a:xfrm>
                  <a:off x="3858149" y="254196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03 h 12690"/>
                    <a:gd name="connsiteX1" fmla="*/ 58 w 44401"/>
                    <a:gd name="connsiteY1" fmla="*/ 103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03"/>
                      </a:moveTo>
                      <a:lnTo>
                        <a:pt x="58" y="103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18" name="Graphic 245">
                  <a:extLst>
                    <a:ext uri="{FF2B5EF4-FFF2-40B4-BE49-F238E27FC236}">
                      <a16:creationId xmlns:a16="http://schemas.microsoft.com/office/drawing/2014/main" id="{DB91A257-9C64-C0C8-7E71-8C27219C67CF}"/>
                    </a:ext>
                  </a:extLst>
                </p:cNvPr>
                <p:cNvGrpSpPr/>
                <p:nvPr/>
              </p:nvGrpSpPr>
              <p:grpSpPr>
                <a:xfrm>
                  <a:off x="3581391" y="2495987"/>
                  <a:ext cx="223926" cy="95994"/>
                  <a:chOff x="3581391" y="2495987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319" name="Freeform: Shape 318">
                    <a:extLst>
                      <a:ext uri="{FF2B5EF4-FFF2-40B4-BE49-F238E27FC236}">
                        <a16:creationId xmlns:a16="http://schemas.microsoft.com/office/drawing/2014/main" id="{987FBBA1-6D3F-EF32-37A4-A49F0ACEFFDB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49765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44 h 94328"/>
                      <a:gd name="connsiteX1" fmla="*/ 51056 w 59843"/>
                      <a:gd name="connsiteY1" fmla="*/ 92144 h 94328"/>
                      <a:gd name="connsiteX2" fmla="*/ 51056 w 59843"/>
                      <a:gd name="connsiteY2" fmla="*/ 81595 h 94328"/>
                      <a:gd name="connsiteX3" fmla="*/ 13393 w 59843"/>
                      <a:gd name="connsiteY3" fmla="*/ 81595 h 94328"/>
                      <a:gd name="connsiteX4" fmla="*/ 13393 w 59843"/>
                      <a:gd name="connsiteY4" fmla="*/ 58930 h 94328"/>
                      <a:gd name="connsiteX5" fmla="*/ 18825 w 59843"/>
                      <a:gd name="connsiteY5" fmla="*/ 60318 h 94328"/>
                      <a:gd name="connsiteX6" fmla="*/ 24296 w 59843"/>
                      <a:gd name="connsiteY6" fmla="*/ 60774 h 94328"/>
                      <a:gd name="connsiteX7" fmla="*/ 48816 w 59843"/>
                      <a:gd name="connsiteY7" fmla="*/ 52287 h 94328"/>
                      <a:gd name="connsiteX8" fmla="*/ 57874 w 59843"/>
                      <a:gd name="connsiteY8" fmla="*/ 29305 h 94328"/>
                      <a:gd name="connsiteX9" fmla="*/ 48578 w 59843"/>
                      <a:gd name="connsiteY9" fmla="*/ 6085 h 94328"/>
                      <a:gd name="connsiteX10" fmla="*/ 22373 w 59843"/>
                      <a:gd name="connsiteY10" fmla="*/ -2184 h 94328"/>
                      <a:gd name="connsiteX11" fmla="*/ 10499 w 59843"/>
                      <a:gd name="connsiteY11" fmla="*/ -1193 h 94328"/>
                      <a:gd name="connsiteX12" fmla="*/ -1969 w 59843"/>
                      <a:gd name="connsiteY12" fmla="*/ 1782 h 94328"/>
                      <a:gd name="connsiteX13" fmla="*/ -1969 w 59843"/>
                      <a:gd name="connsiteY13" fmla="*/ 14373 h 94328"/>
                      <a:gd name="connsiteX14" fmla="*/ 9548 w 59843"/>
                      <a:gd name="connsiteY14" fmla="*/ 9852 h 94328"/>
                      <a:gd name="connsiteX15" fmla="*/ 22115 w 59843"/>
                      <a:gd name="connsiteY15" fmla="*/ 8365 h 94328"/>
                      <a:gd name="connsiteX16" fmla="*/ 39083 w 59843"/>
                      <a:gd name="connsiteY16" fmla="*/ 13997 h 94328"/>
                      <a:gd name="connsiteX17" fmla="*/ 45347 w 59843"/>
                      <a:gd name="connsiteY17" fmla="*/ 29305 h 94328"/>
                      <a:gd name="connsiteX18" fmla="*/ 39083 w 59843"/>
                      <a:gd name="connsiteY18" fmla="*/ 44593 h 94328"/>
                      <a:gd name="connsiteX19" fmla="*/ 22115 w 59843"/>
                      <a:gd name="connsiteY19" fmla="*/ 50245 h 94328"/>
                      <a:gd name="connsiteX20" fmla="*/ 12105 w 59843"/>
                      <a:gd name="connsiteY20" fmla="*/ 49134 h 94328"/>
                      <a:gd name="connsiteX21" fmla="*/ 1936 w 59843"/>
                      <a:gd name="connsiteY21" fmla="*/ 45664 h 94328"/>
                      <a:gd name="connsiteX22" fmla="*/ 1936 w 59843"/>
                      <a:gd name="connsiteY22" fmla="*/ 92144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44"/>
                        </a:moveTo>
                        <a:lnTo>
                          <a:pt x="51056" y="92144"/>
                        </a:lnTo>
                        <a:lnTo>
                          <a:pt x="51056" y="81595"/>
                        </a:lnTo>
                        <a:lnTo>
                          <a:pt x="13393" y="81595"/>
                        </a:lnTo>
                        <a:lnTo>
                          <a:pt x="13393" y="58930"/>
                        </a:lnTo>
                        <a:cubicBezTo>
                          <a:pt x="15204" y="59551"/>
                          <a:pt x="17014" y="60014"/>
                          <a:pt x="18825" y="60318"/>
                        </a:cubicBezTo>
                        <a:cubicBezTo>
                          <a:pt x="20648" y="60622"/>
                          <a:pt x="22472" y="60774"/>
                          <a:pt x="24296" y="60774"/>
                        </a:cubicBezTo>
                        <a:cubicBezTo>
                          <a:pt x="34616" y="60774"/>
                          <a:pt x="42790" y="57945"/>
                          <a:pt x="48816" y="52287"/>
                        </a:cubicBezTo>
                        <a:cubicBezTo>
                          <a:pt x="54855" y="46629"/>
                          <a:pt x="57874" y="38968"/>
                          <a:pt x="57874" y="29305"/>
                        </a:cubicBezTo>
                        <a:cubicBezTo>
                          <a:pt x="57874" y="19351"/>
                          <a:pt x="54776" y="11610"/>
                          <a:pt x="48578" y="6085"/>
                        </a:cubicBezTo>
                        <a:cubicBezTo>
                          <a:pt x="42380" y="572"/>
                          <a:pt x="33645" y="-2184"/>
                          <a:pt x="22373" y="-2184"/>
                        </a:cubicBezTo>
                        <a:cubicBezTo>
                          <a:pt x="18488" y="-2184"/>
                          <a:pt x="14530" y="-1854"/>
                          <a:pt x="10499" y="-1193"/>
                        </a:cubicBezTo>
                        <a:cubicBezTo>
                          <a:pt x="6482" y="-532"/>
                          <a:pt x="2326" y="460"/>
                          <a:pt x="-1969" y="1782"/>
                        </a:cubicBezTo>
                        <a:lnTo>
                          <a:pt x="-1969" y="14373"/>
                        </a:lnTo>
                        <a:cubicBezTo>
                          <a:pt x="1745" y="12351"/>
                          <a:pt x="5583" y="10844"/>
                          <a:pt x="9548" y="9852"/>
                        </a:cubicBezTo>
                        <a:cubicBezTo>
                          <a:pt x="13512" y="8861"/>
                          <a:pt x="17701" y="8365"/>
                          <a:pt x="22115" y="8365"/>
                        </a:cubicBezTo>
                        <a:cubicBezTo>
                          <a:pt x="29264" y="8365"/>
                          <a:pt x="34920" y="10242"/>
                          <a:pt x="39083" y="13997"/>
                        </a:cubicBezTo>
                        <a:cubicBezTo>
                          <a:pt x="43259" y="17751"/>
                          <a:pt x="45347" y="22854"/>
                          <a:pt x="45347" y="29305"/>
                        </a:cubicBezTo>
                        <a:cubicBezTo>
                          <a:pt x="45347" y="35743"/>
                          <a:pt x="43259" y="40839"/>
                          <a:pt x="39083" y="44593"/>
                        </a:cubicBezTo>
                        <a:cubicBezTo>
                          <a:pt x="34920" y="48361"/>
                          <a:pt x="29264" y="50245"/>
                          <a:pt x="22115" y="50245"/>
                        </a:cubicBezTo>
                        <a:cubicBezTo>
                          <a:pt x="18772" y="50245"/>
                          <a:pt x="15435" y="49875"/>
                          <a:pt x="12105" y="49134"/>
                        </a:cubicBezTo>
                        <a:cubicBezTo>
                          <a:pt x="8788" y="48394"/>
                          <a:pt x="5398" y="47237"/>
                          <a:pt x="1936" y="45664"/>
                        </a:cubicBezTo>
                        <a:lnTo>
                          <a:pt x="1936" y="9214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20" name="Freeform: Shape 319">
                    <a:extLst>
                      <a:ext uri="{FF2B5EF4-FFF2-40B4-BE49-F238E27FC236}">
                        <a16:creationId xmlns:a16="http://schemas.microsoft.com/office/drawing/2014/main" id="{45DC17B2-CDBB-3D29-9C13-7174D60CA512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609" y="2495987"/>
                    <a:ext cx="58713" cy="94189"/>
                  </a:xfrm>
                  <a:custGeom>
                    <a:avLst/>
                    <a:gdLst>
                      <a:gd name="connsiteX0" fmla="*/ 13136 w 58713"/>
                      <a:gd name="connsiteY0" fmla="*/ 8258 h 94189"/>
                      <a:gd name="connsiteX1" fmla="*/ 56804 w 58713"/>
                      <a:gd name="connsiteY1" fmla="*/ 8258 h 94189"/>
                      <a:gd name="connsiteX2" fmla="*/ 56804 w 58713"/>
                      <a:gd name="connsiteY2" fmla="*/ -2272 h 94189"/>
                      <a:gd name="connsiteX3" fmla="*/ -1909 w 58713"/>
                      <a:gd name="connsiteY3" fmla="*/ -2272 h 94189"/>
                      <a:gd name="connsiteX4" fmla="*/ -1909 w 58713"/>
                      <a:gd name="connsiteY4" fmla="*/ 8258 h 94189"/>
                      <a:gd name="connsiteX5" fmla="*/ 17497 w 58713"/>
                      <a:gd name="connsiteY5" fmla="*/ 28047 h 94189"/>
                      <a:gd name="connsiteX6" fmla="*/ 32958 w 58713"/>
                      <a:gd name="connsiteY6" fmla="*/ 44089 h 94189"/>
                      <a:gd name="connsiteX7" fmla="*/ 41343 w 58713"/>
                      <a:gd name="connsiteY7" fmla="*/ 55511 h 94189"/>
                      <a:gd name="connsiteX8" fmla="*/ 43742 w 58713"/>
                      <a:gd name="connsiteY8" fmla="*/ 64712 h 94189"/>
                      <a:gd name="connsiteX9" fmla="*/ 38568 w 58713"/>
                      <a:gd name="connsiteY9" fmla="*/ 76729 h 94189"/>
                      <a:gd name="connsiteX10" fmla="*/ 25089 w 58713"/>
                      <a:gd name="connsiteY10" fmla="*/ 81388 h 94189"/>
                      <a:gd name="connsiteX11" fmla="*/ 12660 w 58713"/>
                      <a:gd name="connsiteY11" fmla="*/ 79346 h 94189"/>
                      <a:gd name="connsiteX12" fmla="*/ -1295 w 58713"/>
                      <a:gd name="connsiteY12" fmla="*/ 73139 h 94189"/>
                      <a:gd name="connsiteX13" fmla="*/ -1295 w 58713"/>
                      <a:gd name="connsiteY13" fmla="*/ 85791 h 94189"/>
                      <a:gd name="connsiteX14" fmla="*/ 12819 w 58713"/>
                      <a:gd name="connsiteY14" fmla="*/ 90371 h 94189"/>
                      <a:gd name="connsiteX15" fmla="*/ 24851 w 58713"/>
                      <a:gd name="connsiteY15" fmla="*/ 91918 h 94189"/>
                      <a:gd name="connsiteX16" fmla="*/ 47765 w 58713"/>
                      <a:gd name="connsiteY16" fmla="*/ 84720 h 94189"/>
                      <a:gd name="connsiteX17" fmla="*/ 56309 w 58713"/>
                      <a:gd name="connsiteY17" fmla="*/ 65525 h 94189"/>
                      <a:gd name="connsiteX18" fmla="*/ 54168 w 58713"/>
                      <a:gd name="connsiteY18" fmla="*/ 54698 h 94189"/>
                      <a:gd name="connsiteX19" fmla="*/ 46398 w 58713"/>
                      <a:gd name="connsiteY19" fmla="*/ 42662 h 94189"/>
                      <a:gd name="connsiteX20" fmla="*/ 36546 w 58713"/>
                      <a:gd name="connsiteY20" fmla="*/ 32271 h 94189"/>
                      <a:gd name="connsiteX21" fmla="*/ 13136 w 58713"/>
                      <a:gd name="connsiteY21" fmla="*/ 8258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36" y="8258"/>
                        </a:moveTo>
                        <a:lnTo>
                          <a:pt x="56804" y="8258"/>
                        </a:lnTo>
                        <a:lnTo>
                          <a:pt x="56804" y="-2272"/>
                        </a:lnTo>
                        <a:lnTo>
                          <a:pt x="-1909" y="-2272"/>
                        </a:lnTo>
                        <a:lnTo>
                          <a:pt x="-1909" y="8258"/>
                        </a:lnTo>
                        <a:cubicBezTo>
                          <a:pt x="2835" y="13175"/>
                          <a:pt x="9304" y="19772"/>
                          <a:pt x="17497" y="28047"/>
                        </a:cubicBezTo>
                        <a:cubicBezTo>
                          <a:pt x="25703" y="36336"/>
                          <a:pt x="30857" y="41683"/>
                          <a:pt x="32958" y="44089"/>
                        </a:cubicBezTo>
                        <a:cubicBezTo>
                          <a:pt x="36962" y="48584"/>
                          <a:pt x="39757" y="52391"/>
                          <a:pt x="41343" y="55511"/>
                        </a:cubicBezTo>
                        <a:cubicBezTo>
                          <a:pt x="42942" y="58631"/>
                          <a:pt x="43742" y="61698"/>
                          <a:pt x="43742" y="64712"/>
                        </a:cubicBezTo>
                        <a:cubicBezTo>
                          <a:pt x="43742" y="69630"/>
                          <a:pt x="42017" y="73635"/>
                          <a:pt x="38568" y="76729"/>
                        </a:cubicBezTo>
                        <a:cubicBezTo>
                          <a:pt x="35119" y="79835"/>
                          <a:pt x="30626" y="81388"/>
                          <a:pt x="25089" y="81388"/>
                        </a:cubicBezTo>
                        <a:cubicBezTo>
                          <a:pt x="21164" y="81388"/>
                          <a:pt x="17021" y="80708"/>
                          <a:pt x="12660" y="79346"/>
                        </a:cubicBezTo>
                        <a:cubicBezTo>
                          <a:pt x="8313" y="77984"/>
                          <a:pt x="3661" y="75916"/>
                          <a:pt x="-1295" y="73139"/>
                        </a:cubicBezTo>
                        <a:lnTo>
                          <a:pt x="-1295" y="85791"/>
                        </a:lnTo>
                        <a:cubicBezTo>
                          <a:pt x="3740" y="87813"/>
                          <a:pt x="8445" y="89340"/>
                          <a:pt x="12819" y="90371"/>
                        </a:cubicBezTo>
                        <a:cubicBezTo>
                          <a:pt x="17206" y="91402"/>
                          <a:pt x="21217" y="91918"/>
                          <a:pt x="24851" y="91918"/>
                        </a:cubicBezTo>
                        <a:cubicBezTo>
                          <a:pt x="34432" y="91918"/>
                          <a:pt x="42070" y="89519"/>
                          <a:pt x="47765" y="84720"/>
                        </a:cubicBezTo>
                        <a:cubicBezTo>
                          <a:pt x="53461" y="79934"/>
                          <a:pt x="56309" y="73536"/>
                          <a:pt x="56309" y="65525"/>
                        </a:cubicBezTo>
                        <a:cubicBezTo>
                          <a:pt x="56309" y="61718"/>
                          <a:pt x="55595" y="58109"/>
                          <a:pt x="54168" y="54698"/>
                        </a:cubicBezTo>
                        <a:cubicBezTo>
                          <a:pt x="52754" y="51301"/>
                          <a:pt x="50164" y="47289"/>
                          <a:pt x="46398" y="42662"/>
                        </a:cubicBezTo>
                        <a:cubicBezTo>
                          <a:pt x="45367" y="41459"/>
                          <a:pt x="42083" y="37995"/>
                          <a:pt x="36546" y="32271"/>
                        </a:cubicBezTo>
                        <a:cubicBezTo>
                          <a:pt x="31022" y="26547"/>
                          <a:pt x="23219" y="18542"/>
                          <a:pt x="13136" y="82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21" name="Freeform: Shape 320">
                    <a:extLst>
                      <a:ext uri="{FF2B5EF4-FFF2-40B4-BE49-F238E27FC236}">
                        <a16:creationId xmlns:a16="http://schemas.microsoft.com/office/drawing/2014/main" id="{C63A5B39-E126-0975-4AAB-04325180AEA3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495987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53 h 95994"/>
                      <a:gd name="connsiteX1" fmla="*/ 15437 w 63926"/>
                      <a:gd name="connsiteY1" fmla="*/ 74335 h 95994"/>
                      <a:gd name="connsiteX2" fmla="*/ 10580 w 63926"/>
                      <a:gd name="connsiteY2" fmla="*/ 45741 h 95994"/>
                      <a:gd name="connsiteX3" fmla="*/ 15437 w 63926"/>
                      <a:gd name="connsiteY3" fmla="*/ 17207 h 95994"/>
                      <a:gd name="connsiteX4" fmla="*/ 29966 w 63926"/>
                      <a:gd name="connsiteY4" fmla="*/ 7688 h 95994"/>
                      <a:gd name="connsiteX5" fmla="*/ 44556 w 63926"/>
                      <a:gd name="connsiteY5" fmla="*/ 17207 h 95994"/>
                      <a:gd name="connsiteX6" fmla="*/ 49432 w 63926"/>
                      <a:gd name="connsiteY6" fmla="*/ 45741 h 95994"/>
                      <a:gd name="connsiteX7" fmla="*/ 44556 w 63926"/>
                      <a:gd name="connsiteY7" fmla="*/ 74335 h 95994"/>
                      <a:gd name="connsiteX8" fmla="*/ 29966 w 63926"/>
                      <a:gd name="connsiteY8" fmla="*/ 83853 h 95994"/>
                      <a:gd name="connsiteX9" fmla="*/ 29966 w 63926"/>
                      <a:gd name="connsiteY9" fmla="*/ 93768 h 95994"/>
                      <a:gd name="connsiteX10" fmla="*/ 53733 w 63926"/>
                      <a:gd name="connsiteY10" fmla="*/ 81454 h 95994"/>
                      <a:gd name="connsiteX11" fmla="*/ 61940 w 63926"/>
                      <a:gd name="connsiteY11" fmla="*/ 45741 h 95994"/>
                      <a:gd name="connsiteX12" fmla="*/ 53733 w 63926"/>
                      <a:gd name="connsiteY12" fmla="*/ 10068 h 95994"/>
                      <a:gd name="connsiteX13" fmla="*/ 29966 w 63926"/>
                      <a:gd name="connsiteY13" fmla="*/ -2226 h 95994"/>
                      <a:gd name="connsiteX14" fmla="*/ 6219 w 63926"/>
                      <a:gd name="connsiteY14" fmla="*/ 10068 h 95994"/>
                      <a:gd name="connsiteX15" fmla="*/ -1987 w 63926"/>
                      <a:gd name="connsiteY15" fmla="*/ 45741 h 95994"/>
                      <a:gd name="connsiteX16" fmla="*/ 6219 w 63926"/>
                      <a:gd name="connsiteY16" fmla="*/ 81454 h 95994"/>
                      <a:gd name="connsiteX17" fmla="*/ 29966 w 63926"/>
                      <a:gd name="connsiteY17" fmla="*/ 9376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53"/>
                        </a:moveTo>
                        <a:cubicBezTo>
                          <a:pt x="23531" y="83853"/>
                          <a:pt x="18688" y="80681"/>
                          <a:pt x="15437" y="74335"/>
                        </a:cubicBezTo>
                        <a:cubicBezTo>
                          <a:pt x="12199" y="68003"/>
                          <a:pt x="10580" y="58472"/>
                          <a:pt x="10580" y="45741"/>
                        </a:cubicBezTo>
                        <a:cubicBezTo>
                          <a:pt x="10580" y="33064"/>
                          <a:pt x="12199" y="23552"/>
                          <a:pt x="15437" y="17207"/>
                        </a:cubicBezTo>
                        <a:cubicBezTo>
                          <a:pt x="18688" y="10861"/>
                          <a:pt x="23531" y="7688"/>
                          <a:pt x="29966" y="7688"/>
                        </a:cubicBezTo>
                        <a:cubicBezTo>
                          <a:pt x="36455" y="7688"/>
                          <a:pt x="41318" y="10861"/>
                          <a:pt x="44556" y="17207"/>
                        </a:cubicBezTo>
                        <a:cubicBezTo>
                          <a:pt x="47806" y="23552"/>
                          <a:pt x="49432" y="33064"/>
                          <a:pt x="49432" y="45741"/>
                        </a:cubicBezTo>
                        <a:cubicBezTo>
                          <a:pt x="49432" y="58472"/>
                          <a:pt x="47806" y="68003"/>
                          <a:pt x="44556" y="74335"/>
                        </a:cubicBezTo>
                        <a:cubicBezTo>
                          <a:pt x="41318" y="80681"/>
                          <a:pt x="36455" y="83853"/>
                          <a:pt x="29966" y="83853"/>
                        </a:cubicBezTo>
                        <a:close/>
                        <a:moveTo>
                          <a:pt x="29966" y="93768"/>
                        </a:moveTo>
                        <a:cubicBezTo>
                          <a:pt x="40340" y="93768"/>
                          <a:pt x="48262" y="89663"/>
                          <a:pt x="53733" y="81454"/>
                        </a:cubicBezTo>
                        <a:cubicBezTo>
                          <a:pt x="59204" y="73258"/>
                          <a:pt x="61940" y="61353"/>
                          <a:pt x="61940" y="45741"/>
                        </a:cubicBezTo>
                        <a:cubicBezTo>
                          <a:pt x="61940" y="30168"/>
                          <a:pt x="59204" y="18277"/>
                          <a:pt x="53733" y="10068"/>
                        </a:cubicBezTo>
                        <a:cubicBezTo>
                          <a:pt x="48262" y="1872"/>
                          <a:pt x="40340" y="-2226"/>
                          <a:pt x="29966" y="-2226"/>
                        </a:cubicBezTo>
                        <a:cubicBezTo>
                          <a:pt x="19606" y="-2226"/>
                          <a:pt x="11690" y="1872"/>
                          <a:pt x="6219" y="10068"/>
                        </a:cubicBezTo>
                        <a:cubicBezTo>
                          <a:pt x="748" y="18277"/>
                          <a:pt x="-1987" y="30168"/>
                          <a:pt x="-1987" y="45741"/>
                        </a:cubicBezTo>
                        <a:cubicBezTo>
                          <a:pt x="-1987" y="61353"/>
                          <a:pt x="748" y="73258"/>
                          <a:pt x="6219" y="81454"/>
                        </a:cubicBezTo>
                        <a:cubicBezTo>
                          <a:pt x="11690" y="89663"/>
                          <a:pt x="19606" y="93768"/>
                          <a:pt x="29966" y="9376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62E4EB87-F4B9-B736-CA98-223558C347FF}"/>
                </a:ext>
              </a:extLst>
            </p:cNvPr>
            <p:cNvSpPr/>
            <p:nvPr/>
          </p:nvSpPr>
          <p:spPr>
            <a:xfrm>
              <a:off x="3902551" y="2315354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6E33BFBD-90AE-8CAA-4A69-0B1F65ABC9D4}"/>
                </a:ext>
              </a:extLst>
            </p:cNvPr>
            <p:cNvSpPr/>
            <p:nvPr/>
          </p:nvSpPr>
          <p:spPr>
            <a:xfrm>
              <a:off x="8433056" y="2315354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C70C245D-3894-C440-E5A7-43C62A301D4B}"/>
                </a:ext>
              </a:extLst>
            </p:cNvPr>
            <p:cNvSpPr/>
            <p:nvPr/>
          </p:nvSpPr>
          <p:spPr>
            <a:xfrm>
              <a:off x="3902551" y="4581427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271E7F7-BF7F-A409-0645-DD84B87568A6}"/>
                </a:ext>
              </a:extLst>
            </p:cNvPr>
            <p:cNvSpPr/>
            <p:nvPr/>
          </p:nvSpPr>
          <p:spPr>
            <a:xfrm>
              <a:off x="3902551" y="2315354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</p:spTree>
    <p:extLst>
      <p:ext uri="{BB962C8B-B14F-4D97-AF65-F5344CB8AC3E}">
        <p14:creationId xmlns:p14="http://schemas.microsoft.com/office/powerpoint/2010/main" val="338483799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3A3B2FB1-CE53-0C66-4EA0-125628D4FA44}"/>
              </a:ext>
            </a:extLst>
          </p:cNvPr>
          <p:cNvGrpSpPr/>
          <p:nvPr/>
        </p:nvGrpSpPr>
        <p:grpSpPr>
          <a:xfrm>
            <a:off x="1199456" y="876884"/>
            <a:ext cx="4867938" cy="2310490"/>
            <a:chOff x="1199456" y="548680"/>
            <a:chExt cx="4867938" cy="2310490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5806E0D3-61ED-44AE-ECB3-FB9AE510226B}"/>
                </a:ext>
              </a:extLst>
            </p:cNvPr>
            <p:cNvSpPr/>
            <p:nvPr/>
          </p:nvSpPr>
          <p:spPr>
            <a:xfrm>
              <a:off x="1524203" y="548680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8F2DCB1E-3664-6576-DA6C-28E19B15D88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flipV="1">
              <a:off x="1524203" y="548680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4F4CC4D9-29B3-1446-FD8A-A1F77FAEB6E9}"/>
                </a:ext>
              </a:extLst>
            </p:cNvPr>
            <p:cNvSpPr/>
            <p:nvPr/>
          </p:nvSpPr>
          <p:spPr>
            <a:xfrm>
              <a:off x="2983517" y="1637525"/>
              <a:ext cx="225111" cy="89014"/>
            </a:xfrm>
            <a:custGeom>
              <a:avLst/>
              <a:gdLst>
                <a:gd name="connsiteX0" fmla="*/ 225112 w 225111"/>
                <a:gd name="connsiteY0" fmla="*/ 1864 h 89014"/>
                <a:gd name="connsiteX1" fmla="*/ 224388 w 225111"/>
                <a:gd name="connsiteY1" fmla="*/ 89015 h 89014"/>
                <a:gd name="connsiteX2" fmla="*/ 0 w 225111"/>
                <a:gd name="connsiteY2" fmla="*/ 87150 h 89014"/>
                <a:gd name="connsiteX3" fmla="*/ 724 w 225111"/>
                <a:gd name="connsiteY3" fmla="*/ 0 h 89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5111" h="89014">
                  <a:moveTo>
                    <a:pt x="225112" y="1864"/>
                  </a:moveTo>
                  <a:lnTo>
                    <a:pt x="224388" y="89015"/>
                  </a:lnTo>
                  <a:lnTo>
                    <a:pt x="0" y="8715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DDF0FE32-0BA9-A899-0629-6AB7543B4293}"/>
                </a:ext>
              </a:extLst>
            </p:cNvPr>
            <p:cNvSpPr/>
            <p:nvPr/>
          </p:nvSpPr>
          <p:spPr>
            <a:xfrm>
              <a:off x="3120786" y="1638666"/>
              <a:ext cx="87480" cy="87150"/>
            </a:xfrm>
            <a:custGeom>
              <a:avLst/>
              <a:gdLst>
                <a:gd name="connsiteX0" fmla="*/ 87480 w 87480"/>
                <a:gd name="connsiteY0" fmla="*/ 44299 h 87150"/>
                <a:gd name="connsiteX1" fmla="*/ 0 w 87480"/>
                <a:gd name="connsiteY1" fmla="*/ 87150 h 87150"/>
                <a:gd name="connsiteX2" fmla="*/ 724 w 87480"/>
                <a:gd name="connsiteY2" fmla="*/ 0 h 8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80" h="87150">
                  <a:moveTo>
                    <a:pt x="87480" y="44299"/>
                  </a:moveTo>
                  <a:lnTo>
                    <a:pt x="0" y="8715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AB074144-EEB0-02F6-B458-A8E28FA198A3}"/>
                </a:ext>
              </a:extLst>
            </p:cNvPr>
            <p:cNvSpPr/>
            <p:nvPr/>
          </p:nvSpPr>
          <p:spPr>
            <a:xfrm>
              <a:off x="1524203" y="2814753"/>
              <a:ext cx="12686" cy="44417"/>
            </a:xfrm>
            <a:custGeom>
              <a:avLst/>
              <a:gdLst>
                <a:gd name="connsiteX0" fmla="*/ 58 w 12686"/>
                <a:gd name="connsiteY0" fmla="*/ 264 h 44417"/>
                <a:gd name="connsiteX1" fmla="*/ 58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58" y="264"/>
                  </a:moveTo>
                  <a:lnTo>
                    <a:pt x="58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0DF8C82-9484-05C0-A708-73D54D8EA8EA}"/>
                </a:ext>
              </a:extLst>
            </p:cNvPr>
            <p:cNvSpPr/>
            <p:nvPr/>
          </p:nvSpPr>
          <p:spPr>
            <a:xfrm>
              <a:off x="2430304" y="2814753"/>
              <a:ext cx="12686" cy="44417"/>
            </a:xfrm>
            <a:custGeom>
              <a:avLst/>
              <a:gdLst>
                <a:gd name="connsiteX0" fmla="*/ 129 w 12686"/>
                <a:gd name="connsiteY0" fmla="*/ 264 h 44417"/>
                <a:gd name="connsiteX1" fmla="*/ 129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129" y="264"/>
                  </a:moveTo>
                  <a:lnTo>
                    <a:pt x="129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ACEED66-1A76-77D7-BD92-E0D8A816B2A0}"/>
                </a:ext>
              </a:extLst>
            </p:cNvPr>
            <p:cNvSpPr/>
            <p:nvPr/>
          </p:nvSpPr>
          <p:spPr>
            <a:xfrm>
              <a:off x="3336405" y="2814753"/>
              <a:ext cx="12686" cy="44417"/>
            </a:xfrm>
            <a:custGeom>
              <a:avLst/>
              <a:gdLst>
                <a:gd name="connsiteX0" fmla="*/ 200 w 12686"/>
                <a:gd name="connsiteY0" fmla="*/ 264 h 44417"/>
                <a:gd name="connsiteX1" fmla="*/ 200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200" y="264"/>
                  </a:moveTo>
                  <a:lnTo>
                    <a:pt x="200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1E6BEE69-C2CA-418B-DA6F-923C488ADC6D}"/>
                </a:ext>
              </a:extLst>
            </p:cNvPr>
            <p:cNvSpPr/>
            <p:nvPr/>
          </p:nvSpPr>
          <p:spPr>
            <a:xfrm>
              <a:off x="4242506" y="2814753"/>
              <a:ext cx="12686" cy="44417"/>
            </a:xfrm>
            <a:custGeom>
              <a:avLst/>
              <a:gdLst>
                <a:gd name="connsiteX0" fmla="*/ 272 w 12686"/>
                <a:gd name="connsiteY0" fmla="*/ 264 h 44417"/>
                <a:gd name="connsiteX1" fmla="*/ 272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272" y="264"/>
                  </a:moveTo>
                  <a:lnTo>
                    <a:pt x="272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BA79655-4599-CD96-9311-9B045A611236}"/>
                </a:ext>
              </a:extLst>
            </p:cNvPr>
            <p:cNvSpPr/>
            <p:nvPr/>
          </p:nvSpPr>
          <p:spPr>
            <a:xfrm>
              <a:off x="5148607" y="2814753"/>
              <a:ext cx="12686" cy="44417"/>
            </a:xfrm>
            <a:custGeom>
              <a:avLst/>
              <a:gdLst>
                <a:gd name="connsiteX0" fmla="*/ 343 w 12686"/>
                <a:gd name="connsiteY0" fmla="*/ 264 h 44417"/>
                <a:gd name="connsiteX1" fmla="*/ 343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343" y="264"/>
                  </a:moveTo>
                  <a:lnTo>
                    <a:pt x="343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47CD8539-46DB-BA0C-BA0C-EB27B26894AA}"/>
                </a:ext>
              </a:extLst>
            </p:cNvPr>
            <p:cNvSpPr/>
            <p:nvPr/>
          </p:nvSpPr>
          <p:spPr>
            <a:xfrm>
              <a:off x="6054708" y="2814753"/>
              <a:ext cx="12686" cy="44417"/>
            </a:xfrm>
            <a:custGeom>
              <a:avLst/>
              <a:gdLst>
                <a:gd name="connsiteX0" fmla="*/ 415 w 12686"/>
                <a:gd name="connsiteY0" fmla="*/ 264 h 44417"/>
                <a:gd name="connsiteX1" fmla="*/ 415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415" y="264"/>
                  </a:moveTo>
                  <a:lnTo>
                    <a:pt x="415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48" name="Graphic 2">
              <a:extLst>
                <a:ext uri="{FF2B5EF4-FFF2-40B4-BE49-F238E27FC236}">
                  <a16:creationId xmlns:a16="http://schemas.microsoft.com/office/drawing/2014/main" id="{D1EDCE0B-46A0-D235-E48D-FDBCD09D3597}"/>
                </a:ext>
              </a:extLst>
            </p:cNvPr>
            <p:cNvGrpSpPr/>
            <p:nvPr/>
          </p:nvGrpSpPr>
          <p:grpSpPr>
            <a:xfrm>
              <a:off x="1199456" y="729313"/>
              <a:ext cx="324747" cy="1908852"/>
              <a:chOff x="3577804" y="2495987"/>
              <a:chExt cx="324747" cy="1908852"/>
            </a:xfrm>
            <a:solidFill>
              <a:srgbClr val="000000"/>
            </a:solidFill>
          </p:grpSpPr>
          <p:grpSp>
            <p:nvGrpSpPr>
              <p:cNvPr id="49" name="Graphic 2">
                <a:extLst>
                  <a:ext uri="{FF2B5EF4-FFF2-40B4-BE49-F238E27FC236}">
                    <a16:creationId xmlns:a16="http://schemas.microsoft.com/office/drawing/2014/main" id="{435AC43A-133C-E8EE-E5A7-9B54A8546FAC}"/>
                  </a:ext>
                </a:extLst>
              </p:cNvPr>
              <p:cNvGrpSpPr/>
              <p:nvPr/>
            </p:nvGrpSpPr>
            <p:grpSpPr>
              <a:xfrm>
                <a:off x="3577804" y="4308845"/>
                <a:ext cx="324747" cy="95994"/>
                <a:chOff x="3577804" y="4308845"/>
                <a:chExt cx="324747" cy="95994"/>
              </a:xfrm>
              <a:solidFill>
                <a:srgbClr val="000000"/>
              </a:solidFill>
            </p:grpSpPr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FEB0D223-70F6-024A-2A00-07292F1EE2E8}"/>
                    </a:ext>
                  </a:extLst>
                </p:cNvPr>
                <p:cNvSpPr/>
                <p:nvPr/>
              </p:nvSpPr>
              <p:spPr>
                <a:xfrm>
                  <a:off x="3858149" y="4354820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46 h 12690"/>
                    <a:gd name="connsiteX1" fmla="*/ 58 w 44401"/>
                    <a:gd name="connsiteY1" fmla="*/ 246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46"/>
                      </a:moveTo>
                      <a:lnTo>
                        <a:pt x="58" y="246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1" name="Graphic 2">
                  <a:extLst>
                    <a:ext uri="{FF2B5EF4-FFF2-40B4-BE49-F238E27FC236}">
                      <a16:creationId xmlns:a16="http://schemas.microsoft.com/office/drawing/2014/main" id="{297EA566-418B-93E9-6CD6-20B35896557B}"/>
                    </a:ext>
                  </a:extLst>
                </p:cNvPr>
                <p:cNvGrpSpPr/>
                <p:nvPr/>
              </p:nvGrpSpPr>
              <p:grpSpPr>
                <a:xfrm>
                  <a:off x="3577804" y="4308845"/>
                  <a:ext cx="227514" cy="95994"/>
                  <a:chOff x="3577804" y="4308845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6D094EBC-1CF1-848B-2AFA-C99BEA979E29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4310511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31 h 92524"/>
                      <a:gd name="connsiteX1" fmla="*/ 8171 w 67395"/>
                      <a:gd name="connsiteY1" fmla="*/ 30136 h 92524"/>
                      <a:gd name="connsiteX2" fmla="*/ 39767 w 67395"/>
                      <a:gd name="connsiteY2" fmla="*/ 30136 h 92524"/>
                      <a:gd name="connsiteX3" fmla="*/ 39767 w 67395"/>
                      <a:gd name="connsiteY3" fmla="*/ 79531 h 92524"/>
                      <a:gd name="connsiteX4" fmla="*/ 36477 w 67395"/>
                      <a:gd name="connsiteY4" fmla="*/ 90437 h 92524"/>
                      <a:gd name="connsiteX5" fmla="*/ 52216 w 67395"/>
                      <a:gd name="connsiteY5" fmla="*/ 90437 h 92524"/>
                      <a:gd name="connsiteX6" fmla="*/ 52216 w 67395"/>
                      <a:gd name="connsiteY6" fmla="*/ 30136 h 92524"/>
                      <a:gd name="connsiteX7" fmla="*/ 65417 w 67395"/>
                      <a:gd name="connsiteY7" fmla="*/ 30136 h 92524"/>
                      <a:gd name="connsiteX8" fmla="*/ 65417 w 67395"/>
                      <a:gd name="connsiteY8" fmla="*/ 19725 h 92524"/>
                      <a:gd name="connsiteX9" fmla="*/ 52216 w 67395"/>
                      <a:gd name="connsiteY9" fmla="*/ 19725 h 92524"/>
                      <a:gd name="connsiteX10" fmla="*/ 52216 w 67395"/>
                      <a:gd name="connsiteY10" fmla="*/ -2087 h 92524"/>
                      <a:gd name="connsiteX11" fmla="*/ 39767 w 67395"/>
                      <a:gd name="connsiteY11" fmla="*/ -2087 h 92524"/>
                      <a:gd name="connsiteX12" fmla="*/ 39767 w 67395"/>
                      <a:gd name="connsiteY12" fmla="*/ 19725 h 92524"/>
                      <a:gd name="connsiteX13" fmla="*/ -1978 w 67395"/>
                      <a:gd name="connsiteY13" fmla="*/ 19725 h 92524"/>
                      <a:gd name="connsiteX14" fmla="*/ -1978 w 67395"/>
                      <a:gd name="connsiteY14" fmla="*/ 31802 h 92524"/>
                      <a:gd name="connsiteX15" fmla="*/ 36477 w 67395"/>
                      <a:gd name="connsiteY15" fmla="*/ 90437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31"/>
                        </a:moveTo>
                        <a:lnTo>
                          <a:pt x="8171" y="30136"/>
                        </a:lnTo>
                        <a:lnTo>
                          <a:pt x="39767" y="30136"/>
                        </a:lnTo>
                        <a:lnTo>
                          <a:pt x="39767" y="79531"/>
                        </a:lnTo>
                        <a:close/>
                        <a:moveTo>
                          <a:pt x="36477" y="90437"/>
                        </a:moveTo>
                        <a:lnTo>
                          <a:pt x="52216" y="90437"/>
                        </a:lnTo>
                        <a:lnTo>
                          <a:pt x="52216" y="30136"/>
                        </a:lnTo>
                        <a:lnTo>
                          <a:pt x="65417" y="30136"/>
                        </a:lnTo>
                        <a:lnTo>
                          <a:pt x="65417" y="19725"/>
                        </a:lnTo>
                        <a:lnTo>
                          <a:pt x="52216" y="19725"/>
                        </a:lnTo>
                        <a:lnTo>
                          <a:pt x="52216" y="-2087"/>
                        </a:lnTo>
                        <a:lnTo>
                          <a:pt x="39767" y="-2087"/>
                        </a:lnTo>
                        <a:lnTo>
                          <a:pt x="39767" y="19725"/>
                        </a:lnTo>
                        <a:lnTo>
                          <a:pt x="-1978" y="19725"/>
                        </a:lnTo>
                        <a:lnTo>
                          <a:pt x="-1978" y="31802"/>
                        </a:lnTo>
                        <a:lnTo>
                          <a:pt x="36477" y="904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2BF80FD7-BE15-1BA5-EB21-E2DC97E45E89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916" y="4308845"/>
                    <a:ext cx="63431" cy="95994"/>
                  </a:xfrm>
                  <a:custGeom>
                    <a:avLst/>
                    <a:gdLst>
                      <a:gd name="connsiteX0" fmla="*/ 29723 w 63431"/>
                      <a:gd name="connsiteY0" fmla="*/ 43663 h 95994"/>
                      <a:gd name="connsiteX1" fmla="*/ 15688 w 63431"/>
                      <a:gd name="connsiteY1" fmla="*/ 38884 h 95994"/>
                      <a:gd name="connsiteX2" fmla="*/ 10594 w 63431"/>
                      <a:gd name="connsiteY2" fmla="*/ 25757 h 95994"/>
                      <a:gd name="connsiteX3" fmla="*/ 15688 w 63431"/>
                      <a:gd name="connsiteY3" fmla="*/ 12610 h 95994"/>
                      <a:gd name="connsiteX4" fmla="*/ 29723 w 63431"/>
                      <a:gd name="connsiteY4" fmla="*/ 7831 h 95994"/>
                      <a:gd name="connsiteX5" fmla="*/ 43777 w 63431"/>
                      <a:gd name="connsiteY5" fmla="*/ 12630 h 95994"/>
                      <a:gd name="connsiteX6" fmla="*/ 48930 w 63431"/>
                      <a:gd name="connsiteY6" fmla="*/ 25757 h 95994"/>
                      <a:gd name="connsiteX7" fmla="*/ 43816 w 63431"/>
                      <a:gd name="connsiteY7" fmla="*/ 38884 h 95994"/>
                      <a:gd name="connsiteX8" fmla="*/ 29723 w 63431"/>
                      <a:gd name="connsiteY8" fmla="*/ 43663 h 95994"/>
                      <a:gd name="connsiteX9" fmla="*/ 17215 w 63431"/>
                      <a:gd name="connsiteY9" fmla="*/ 48977 h 95994"/>
                      <a:gd name="connsiteX10" fmla="*/ 4667 w 63431"/>
                      <a:gd name="connsiteY10" fmla="*/ 56473 h 95994"/>
                      <a:gd name="connsiteX11" fmla="*/ 187 w 63431"/>
                      <a:gd name="connsiteY11" fmla="*/ 69937 h 95994"/>
                      <a:gd name="connsiteX12" fmla="*/ 8077 w 63431"/>
                      <a:gd name="connsiteY12" fmla="*/ 87466 h 95994"/>
                      <a:gd name="connsiteX13" fmla="*/ 29723 w 63431"/>
                      <a:gd name="connsiteY13" fmla="*/ 93911 h 95994"/>
                      <a:gd name="connsiteX14" fmla="*/ 51408 w 63431"/>
                      <a:gd name="connsiteY14" fmla="*/ 87466 h 95994"/>
                      <a:gd name="connsiteX15" fmla="*/ 59278 w 63431"/>
                      <a:gd name="connsiteY15" fmla="*/ 69937 h 95994"/>
                      <a:gd name="connsiteX16" fmla="*/ 54778 w 63431"/>
                      <a:gd name="connsiteY16" fmla="*/ 56473 h 95994"/>
                      <a:gd name="connsiteX17" fmla="*/ 42310 w 63431"/>
                      <a:gd name="connsiteY17" fmla="*/ 48977 h 95994"/>
                      <a:gd name="connsiteX18" fmla="*/ 56384 w 63431"/>
                      <a:gd name="connsiteY18" fmla="*/ 40728 h 95994"/>
                      <a:gd name="connsiteX19" fmla="*/ 61438 w 63431"/>
                      <a:gd name="connsiteY19" fmla="*/ 25757 h 95994"/>
                      <a:gd name="connsiteX20" fmla="*/ 53232 w 63431"/>
                      <a:gd name="connsiteY20" fmla="*/ 5095 h 95994"/>
                      <a:gd name="connsiteX21" fmla="*/ 29723 w 63431"/>
                      <a:gd name="connsiteY21" fmla="*/ -2083 h 95994"/>
                      <a:gd name="connsiteX22" fmla="*/ 6213 w 63431"/>
                      <a:gd name="connsiteY22" fmla="*/ 5095 h 95994"/>
                      <a:gd name="connsiteX23" fmla="*/ -1993 w 63431"/>
                      <a:gd name="connsiteY23" fmla="*/ 25757 h 95994"/>
                      <a:gd name="connsiteX24" fmla="*/ 3082 w 63431"/>
                      <a:gd name="connsiteY24" fmla="*/ 40728 h 95994"/>
                      <a:gd name="connsiteX25" fmla="*/ 17215 w 63431"/>
                      <a:gd name="connsiteY25" fmla="*/ 48977 h 95994"/>
                      <a:gd name="connsiteX26" fmla="*/ 12636 w 63431"/>
                      <a:gd name="connsiteY26" fmla="*/ 68747 h 95994"/>
                      <a:gd name="connsiteX27" fmla="*/ 17116 w 63431"/>
                      <a:gd name="connsiteY27" fmla="*/ 57544 h 95994"/>
                      <a:gd name="connsiteX28" fmla="*/ 29723 w 63431"/>
                      <a:gd name="connsiteY28" fmla="*/ 53518 h 95994"/>
                      <a:gd name="connsiteX29" fmla="*/ 42330 w 63431"/>
                      <a:gd name="connsiteY29" fmla="*/ 57544 h 95994"/>
                      <a:gd name="connsiteX30" fmla="*/ 46889 w 63431"/>
                      <a:gd name="connsiteY30" fmla="*/ 68747 h 95994"/>
                      <a:gd name="connsiteX31" fmla="*/ 42330 w 63431"/>
                      <a:gd name="connsiteY31" fmla="*/ 79971 h 95994"/>
                      <a:gd name="connsiteX32" fmla="*/ 29723 w 63431"/>
                      <a:gd name="connsiteY32" fmla="*/ 83996 h 95994"/>
                      <a:gd name="connsiteX33" fmla="*/ 17116 w 63431"/>
                      <a:gd name="connsiteY33" fmla="*/ 79971 h 95994"/>
                      <a:gd name="connsiteX34" fmla="*/ 12636 w 63431"/>
                      <a:gd name="connsiteY34" fmla="*/ 68747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29723" y="43663"/>
                        </a:moveTo>
                        <a:cubicBezTo>
                          <a:pt x="23776" y="43663"/>
                          <a:pt x="19098" y="42070"/>
                          <a:pt x="15688" y="38884"/>
                        </a:cubicBezTo>
                        <a:cubicBezTo>
                          <a:pt x="12292" y="35698"/>
                          <a:pt x="10594" y="31323"/>
                          <a:pt x="10594" y="25757"/>
                        </a:cubicBezTo>
                        <a:cubicBezTo>
                          <a:pt x="10594" y="20178"/>
                          <a:pt x="12292" y="15796"/>
                          <a:pt x="15688" y="12610"/>
                        </a:cubicBezTo>
                        <a:cubicBezTo>
                          <a:pt x="19098" y="9424"/>
                          <a:pt x="23776" y="7831"/>
                          <a:pt x="29723" y="7831"/>
                        </a:cubicBezTo>
                        <a:cubicBezTo>
                          <a:pt x="35669" y="7831"/>
                          <a:pt x="40354" y="9431"/>
                          <a:pt x="43777" y="12630"/>
                        </a:cubicBezTo>
                        <a:cubicBezTo>
                          <a:pt x="47212" y="15842"/>
                          <a:pt x="48930" y="20218"/>
                          <a:pt x="48930" y="25757"/>
                        </a:cubicBezTo>
                        <a:cubicBezTo>
                          <a:pt x="48930" y="31323"/>
                          <a:pt x="47226" y="35698"/>
                          <a:pt x="43816" y="38884"/>
                        </a:cubicBezTo>
                        <a:cubicBezTo>
                          <a:pt x="40420" y="42070"/>
                          <a:pt x="35722" y="43663"/>
                          <a:pt x="29723" y="43663"/>
                        </a:cubicBezTo>
                        <a:close/>
                        <a:moveTo>
                          <a:pt x="17215" y="48977"/>
                        </a:moveTo>
                        <a:cubicBezTo>
                          <a:pt x="11850" y="50299"/>
                          <a:pt x="7667" y="52798"/>
                          <a:pt x="4667" y="56473"/>
                        </a:cubicBezTo>
                        <a:cubicBezTo>
                          <a:pt x="1681" y="60161"/>
                          <a:pt x="187" y="64649"/>
                          <a:pt x="187" y="69937"/>
                        </a:cubicBezTo>
                        <a:cubicBezTo>
                          <a:pt x="187" y="77327"/>
                          <a:pt x="2817" y="83170"/>
                          <a:pt x="8077" y="87466"/>
                        </a:cubicBezTo>
                        <a:cubicBezTo>
                          <a:pt x="13349" y="91763"/>
                          <a:pt x="20565" y="93911"/>
                          <a:pt x="29723" y="93911"/>
                        </a:cubicBezTo>
                        <a:cubicBezTo>
                          <a:pt x="38933" y="93911"/>
                          <a:pt x="46162" y="91763"/>
                          <a:pt x="51408" y="87466"/>
                        </a:cubicBezTo>
                        <a:cubicBezTo>
                          <a:pt x="56654" y="83170"/>
                          <a:pt x="59278" y="77327"/>
                          <a:pt x="59278" y="69937"/>
                        </a:cubicBezTo>
                        <a:cubicBezTo>
                          <a:pt x="59278" y="64649"/>
                          <a:pt x="57778" y="60161"/>
                          <a:pt x="54778" y="56473"/>
                        </a:cubicBezTo>
                        <a:cubicBezTo>
                          <a:pt x="51791" y="52798"/>
                          <a:pt x="47635" y="50299"/>
                          <a:pt x="42310" y="48977"/>
                        </a:cubicBezTo>
                        <a:cubicBezTo>
                          <a:pt x="48336" y="47576"/>
                          <a:pt x="53027" y="44826"/>
                          <a:pt x="56384" y="40728"/>
                        </a:cubicBezTo>
                        <a:cubicBezTo>
                          <a:pt x="59753" y="36643"/>
                          <a:pt x="61438" y="31653"/>
                          <a:pt x="61438" y="25757"/>
                        </a:cubicBezTo>
                        <a:cubicBezTo>
                          <a:pt x="61438" y="16781"/>
                          <a:pt x="58703" y="9894"/>
                          <a:pt x="53232" y="5095"/>
                        </a:cubicBezTo>
                        <a:cubicBezTo>
                          <a:pt x="47761" y="309"/>
                          <a:pt x="39924" y="-2083"/>
                          <a:pt x="29723" y="-2083"/>
                        </a:cubicBezTo>
                        <a:cubicBezTo>
                          <a:pt x="19534" y="-2083"/>
                          <a:pt x="11698" y="309"/>
                          <a:pt x="6213" y="5095"/>
                        </a:cubicBezTo>
                        <a:cubicBezTo>
                          <a:pt x="743" y="9894"/>
                          <a:pt x="-1993" y="16781"/>
                          <a:pt x="-1993" y="25757"/>
                        </a:cubicBezTo>
                        <a:cubicBezTo>
                          <a:pt x="-1993" y="31653"/>
                          <a:pt x="-301" y="36643"/>
                          <a:pt x="3082" y="40728"/>
                        </a:cubicBezTo>
                        <a:cubicBezTo>
                          <a:pt x="6478" y="44826"/>
                          <a:pt x="11189" y="47576"/>
                          <a:pt x="17215" y="48977"/>
                        </a:cubicBezTo>
                        <a:close/>
                        <a:moveTo>
                          <a:pt x="12636" y="68747"/>
                        </a:moveTo>
                        <a:cubicBezTo>
                          <a:pt x="12636" y="63962"/>
                          <a:pt x="14129" y="60227"/>
                          <a:pt x="17116" y="57544"/>
                        </a:cubicBezTo>
                        <a:cubicBezTo>
                          <a:pt x="20115" y="54860"/>
                          <a:pt x="24318" y="53518"/>
                          <a:pt x="29723" y="53518"/>
                        </a:cubicBezTo>
                        <a:cubicBezTo>
                          <a:pt x="35101" y="53518"/>
                          <a:pt x="39303" y="54860"/>
                          <a:pt x="42330" y="57544"/>
                        </a:cubicBezTo>
                        <a:cubicBezTo>
                          <a:pt x="45369" y="60227"/>
                          <a:pt x="46889" y="63962"/>
                          <a:pt x="46889" y="68747"/>
                        </a:cubicBezTo>
                        <a:cubicBezTo>
                          <a:pt x="46889" y="73546"/>
                          <a:pt x="45369" y="77287"/>
                          <a:pt x="42330" y="79971"/>
                        </a:cubicBezTo>
                        <a:cubicBezTo>
                          <a:pt x="39303" y="82654"/>
                          <a:pt x="35101" y="83996"/>
                          <a:pt x="29723" y="83996"/>
                        </a:cubicBezTo>
                        <a:cubicBezTo>
                          <a:pt x="24318" y="83996"/>
                          <a:pt x="20115" y="82654"/>
                          <a:pt x="17116" y="79971"/>
                        </a:cubicBezTo>
                        <a:cubicBezTo>
                          <a:pt x="14129" y="77287"/>
                          <a:pt x="12636" y="73546"/>
                          <a:pt x="12636" y="6874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407372C0-A6FF-AC21-5A15-DA74178230C6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308845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96 h 95994"/>
                      <a:gd name="connsiteX1" fmla="*/ 15437 w 63926"/>
                      <a:gd name="connsiteY1" fmla="*/ 74478 h 95994"/>
                      <a:gd name="connsiteX2" fmla="*/ 10580 w 63926"/>
                      <a:gd name="connsiteY2" fmla="*/ 45884 h 95994"/>
                      <a:gd name="connsiteX3" fmla="*/ 15437 w 63926"/>
                      <a:gd name="connsiteY3" fmla="*/ 17349 h 95994"/>
                      <a:gd name="connsiteX4" fmla="*/ 29966 w 63926"/>
                      <a:gd name="connsiteY4" fmla="*/ 7831 h 95994"/>
                      <a:gd name="connsiteX5" fmla="*/ 44556 w 63926"/>
                      <a:gd name="connsiteY5" fmla="*/ 17349 h 95994"/>
                      <a:gd name="connsiteX6" fmla="*/ 49432 w 63926"/>
                      <a:gd name="connsiteY6" fmla="*/ 45884 h 95994"/>
                      <a:gd name="connsiteX7" fmla="*/ 44556 w 63926"/>
                      <a:gd name="connsiteY7" fmla="*/ 74478 h 95994"/>
                      <a:gd name="connsiteX8" fmla="*/ 29966 w 63926"/>
                      <a:gd name="connsiteY8" fmla="*/ 83996 h 95994"/>
                      <a:gd name="connsiteX9" fmla="*/ 29966 w 63926"/>
                      <a:gd name="connsiteY9" fmla="*/ 93911 h 95994"/>
                      <a:gd name="connsiteX10" fmla="*/ 53733 w 63926"/>
                      <a:gd name="connsiteY10" fmla="*/ 81597 h 95994"/>
                      <a:gd name="connsiteX11" fmla="*/ 61940 w 63926"/>
                      <a:gd name="connsiteY11" fmla="*/ 45884 h 95994"/>
                      <a:gd name="connsiteX12" fmla="*/ 53733 w 63926"/>
                      <a:gd name="connsiteY12" fmla="*/ 10211 h 95994"/>
                      <a:gd name="connsiteX13" fmla="*/ 29966 w 63926"/>
                      <a:gd name="connsiteY13" fmla="*/ -2083 h 95994"/>
                      <a:gd name="connsiteX14" fmla="*/ 6219 w 63926"/>
                      <a:gd name="connsiteY14" fmla="*/ 10211 h 95994"/>
                      <a:gd name="connsiteX15" fmla="*/ -1987 w 63926"/>
                      <a:gd name="connsiteY15" fmla="*/ 45884 h 95994"/>
                      <a:gd name="connsiteX16" fmla="*/ 6219 w 63926"/>
                      <a:gd name="connsiteY16" fmla="*/ 81597 h 95994"/>
                      <a:gd name="connsiteX17" fmla="*/ 29966 w 63926"/>
                      <a:gd name="connsiteY17" fmla="*/ 9391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96"/>
                        </a:moveTo>
                        <a:cubicBezTo>
                          <a:pt x="23531" y="83996"/>
                          <a:pt x="18688" y="80823"/>
                          <a:pt x="15437" y="74478"/>
                        </a:cubicBezTo>
                        <a:cubicBezTo>
                          <a:pt x="12199" y="68146"/>
                          <a:pt x="10580" y="58614"/>
                          <a:pt x="10580" y="45884"/>
                        </a:cubicBezTo>
                        <a:cubicBezTo>
                          <a:pt x="10580" y="33206"/>
                          <a:pt x="12199" y="23695"/>
                          <a:pt x="15437" y="17349"/>
                        </a:cubicBezTo>
                        <a:cubicBezTo>
                          <a:pt x="18688" y="11004"/>
                          <a:pt x="23531" y="7831"/>
                          <a:pt x="29966" y="7831"/>
                        </a:cubicBezTo>
                        <a:cubicBezTo>
                          <a:pt x="36455" y="7831"/>
                          <a:pt x="41318" y="11004"/>
                          <a:pt x="44556" y="17349"/>
                        </a:cubicBezTo>
                        <a:cubicBezTo>
                          <a:pt x="47806" y="23695"/>
                          <a:pt x="49432" y="33206"/>
                          <a:pt x="49432" y="45884"/>
                        </a:cubicBezTo>
                        <a:cubicBezTo>
                          <a:pt x="49432" y="58614"/>
                          <a:pt x="47806" y="68146"/>
                          <a:pt x="44556" y="74478"/>
                        </a:cubicBezTo>
                        <a:cubicBezTo>
                          <a:pt x="41318" y="80823"/>
                          <a:pt x="36455" y="83996"/>
                          <a:pt x="29966" y="83996"/>
                        </a:cubicBezTo>
                        <a:close/>
                        <a:moveTo>
                          <a:pt x="29966" y="93911"/>
                        </a:moveTo>
                        <a:cubicBezTo>
                          <a:pt x="40340" y="93911"/>
                          <a:pt x="48262" y="89806"/>
                          <a:pt x="53733" y="81597"/>
                        </a:cubicBezTo>
                        <a:cubicBezTo>
                          <a:pt x="59204" y="73401"/>
                          <a:pt x="61940" y="61496"/>
                          <a:pt x="61940" y="45884"/>
                        </a:cubicBezTo>
                        <a:cubicBezTo>
                          <a:pt x="61940" y="30311"/>
                          <a:pt x="59204" y="18420"/>
                          <a:pt x="53733" y="10211"/>
                        </a:cubicBezTo>
                        <a:cubicBezTo>
                          <a:pt x="48262" y="2015"/>
                          <a:pt x="40340" y="-2083"/>
                          <a:pt x="29966" y="-2083"/>
                        </a:cubicBezTo>
                        <a:cubicBezTo>
                          <a:pt x="19606" y="-2083"/>
                          <a:pt x="11690" y="2015"/>
                          <a:pt x="6219" y="10211"/>
                        </a:cubicBezTo>
                        <a:cubicBezTo>
                          <a:pt x="748" y="18420"/>
                          <a:pt x="-1987" y="30311"/>
                          <a:pt x="-1987" y="45884"/>
                        </a:cubicBezTo>
                        <a:cubicBezTo>
                          <a:pt x="-1987" y="61496"/>
                          <a:pt x="748" y="73401"/>
                          <a:pt x="6219" y="81597"/>
                        </a:cubicBezTo>
                        <a:cubicBezTo>
                          <a:pt x="11690" y="89806"/>
                          <a:pt x="19606" y="93911"/>
                          <a:pt x="29966" y="9391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5" name="Graphic 2">
                <a:extLst>
                  <a:ext uri="{FF2B5EF4-FFF2-40B4-BE49-F238E27FC236}">
                    <a16:creationId xmlns:a16="http://schemas.microsoft.com/office/drawing/2014/main" id="{6A420EF0-528B-1BDE-E626-56DFAAABC3C3}"/>
                  </a:ext>
                </a:extLst>
              </p:cNvPr>
              <p:cNvGrpSpPr/>
              <p:nvPr/>
            </p:nvGrpSpPr>
            <p:grpSpPr>
              <a:xfrm>
                <a:off x="3577804" y="3855631"/>
                <a:ext cx="324747" cy="95994"/>
                <a:chOff x="3577804" y="3855631"/>
                <a:chExt cx="324747" cy="95994"/>
              </a:xfrm>
              <a:solidFill>
                <a:srgbClr val="000000"/>
              </a:solidFill>
            </p:grpSpPr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79C45160-F788-8E06-E303-08FC4EC5D20C}"/>
                    </a:ext>
                  </a:extLst>
                </p:cNvPr>
                <p:cNvSpPr/>
                <p:nvPr/>
              </p:nvSpPr>
              <p:spPr>
                <a:xfrm>
                  <a:off x="3858149" y="3901605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10 h 12690"/>
                    <a:gd name="connsiteX1" fmla="*/ 58 w 44401"/>
                    <a:gd name="connsiteY1" fmla="*/ 21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10"/>
                      </a:moveTo>
                      <a:lnTo>
                        <a:pt x="58" y="210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7" name="Graphic 2">
                  <a:extLst>
                    <a:ext uri="{FF2B5EF4-FFF2-40B4-BE49-F238E27FC236}">
                      <a16:creationId xmlns:a16="http://schemas.microsoft.com/office/drawing/2014/main" id="{A0FF09BF-0440-58D1-6F41-2CD3C69DCAFD}"/>
                    </a:ext>
                  </a:extLst>
                </p:cNvPr>
                <p:cNvGrpSpPr/>
                <p:nvPr/>
              </p:nvGrpSpPr>
              <p:grpSpPr>
                <a:xfrm>
                  <a:off x="3577804" y="3855631"/>
                  <a:ext cx="227514" cy="95994"/>
                  <a:chOff x="3577804" y="3855631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58" name="Freeform: Shape 57">
                    <a:extLst>
                      <a:ext uri="{FF2B5EF4-FFF2-40B4-BE49-F238E27FC236}">
                        <a16:creationId xmlns:a16="http://schemas.microsoft.com/office/drawing/2014/main" id="{41016254-2413-7B85-DD4A-22BA45366094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3857296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495 h 92524"/>
                      <a:gd name="connsiteX1" fmla="*/ 8171 w 67395"/>
                      <a:gd name="connsiteY1" fmla="*/ 30100 h 92524"/>
                      <a:gd name="connsiteX2" fmla="*/ 39767 w 67395"/>
                      <a:gd name="connsiteY2" fmla="*/ 30100 h 92524"/>
                      <a:gd name="connsiteX3" fmla="*/ 39767 w 67395"/>
                      <a:gd name="connsiteY3" fmla="*/ 79495 h 92524"/>
                      <a:gd name="connsiteX4" fmla="*/ 36477 w 67395"/>
                      <a:gd name="connsiteY4" fmla="*/ 90401 h 92524"/>
                      <a:gd name="connsiteX5" fmla="*/ 52216 w 67395"/>
                      <a:gd name="connsiteY5" fmla="*/ 90401 h 92524"/>
                      <a:gd name="connsiteX6" fmla="*/ 52216 w 67395"/>
                      <a:gd name="connsiteY6" fmla="*/ 30100 h 92524"/>
                      <a:gd name="connsiteX7" fmla="*/ 65417 w 67395"/>
                      <a:gd name="connsiteY7" fmla="*/ 30100 h 92524"/>
                      <a:gd name="connsiteX8" fmla="*/ 65417 w 67395"/>
                      <a:gd name="connsiteY8" fmla="*/ 19690 h 92524"/>
                      <a:gd name="connsiteX9" fmla="*/ 52216 w 67395"/>
                      <a:gd name="connsiteY9" fmla="*/ 19690 h 92524"/>
                      <a:gd name="connsiteX10" fmla="*/ 52216 w 67395"/>
                      <a:gd name="connsiteY10" fmla="*/ -2123 h 92524"/>
                      <a:gd name="connsiteX11" fmla="*/ 39767 w 67395"/>
                      <a:gd name="connsiteY11" fmla="*/ -2123 h 92524"/>
                      <a:gd name="connsiteX12" fmla="*/ 39767 w 67395"/>
                      <a:gd name="connsiteY12" fmla="*/ 19690 h 92524"/>
                      <a:gd name="connsiteX13" fmla="*/ -1978 w 67395"/>
                      <a:gd name="connsiteY13" fmla="*/ 19690 h 92524"/>
                      <a:gd name="connsiteX14" fmla="*/ -1978 w 67395"/>
                      <a:gd name="connsiteY14" fmla="*/ 31766 h 92524"/>
                      <a:gd name="connsiteX15" fmla="*/ 36477 w 67395"/>
                      <a:gd name="connsiteY15" fmla="*/ 90401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495"/>
                        </a:moveTo>
                        <a:lnTo>
                          <a:pt x="8171" y="30100"/>
                        </a:lnTo>
                        <a:lnTo>
                          <a:pt x="39767" y="30100"/>
                        </a:lnTo>
                        <a:lnTo>
                          <a:pt x="39767" y="79495"/>
                        </a:lnTo>
                        <a:close/>
                        <a:moveTo>
                          <a:pt x="36477" y="90401"/>
                        </a:moveTo>
                        <a:lnTo>
                          <a:pt x="52216" y="90401"/>
                        </a:lnTo>
                        <a:lnTo>
                          <a:pt x="52216" y="30100"/>
                        </a:lnTo>
                        <a:lnTo>
                          <a:pt x="65417" y="30100"/>
                        </a:lnTo>
                        <a:lnTo>
                          <a:pt x="65417" y="19690"/>
                        </a:lnTo>
                        <a:lnTo>
                          <a:pt x="52216" y="19690"/>
                        </a:lnTo>
                        <a:lnTo>
                          <a:pt x="52216" y="-2123"/>
                        </a:lnTo>
                        <a:lnTo>
                          <a:pt x="39767" y="-2123"/>
                        </a:lnTo>
                        <a:lnTo>
                          <a:pt x="39767" y="19690"/>
                        </a:lnTo>
                        <a:lnTo>
                          <a:pt x="-1978" y="19690"/>
                        </a:lnTo>
                        <a:lnTo>
                          <a:pt x="-1978" y="31766"/>
                        </a:lnTo>
                        <a:lnTo>
                          <a:pt x="36477" y="904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418708B8-E20F-CE95-CFAC-3F962035D6F4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301" y="3855631"/>
                    <a:ext cx="63807" cy="95994"/>
                  </a:xfrm>
                  <a:custGeom>
                    <a:avLst/>
                    <a:gdLst>
                      <a:gd name="connsiteX0" fmla="*/ 3975 w 63807"/>
                      <a:gd name="connsiteY0" fmla="*/ 1609 h 95994"/>
                      <a:gd name="connsiteX1" fmla="*/ 3975 w 63807"/>
                      <a:gd name="connsiteY1" fmla="*/ 13011 h 95994"/>
                      <a:gd name="connsiteX2" fmla="*/ 13510 w 63807"/>
                      <a:gd name="connsiteY2" fmla="*/ 9600 h 95994"/>
                      <a:gd name="connsiteX3" fmla="*/ 23005 w 63807"/>
                      <a:gd name="connsiteY3" fmla="*/ 8430 h 95994"/>
                      <a:gd name="connsiteX4" fmla="*/ 41915 w 63807"/>
                      <a:gd name="connsiteY4" fmla="*/ 16759 h 95994"/>
                      <a:gd name="connsiteX5" fmla="*/ 49388 w 63807"/>
                      <a:gd name="connsiteY5" fmla="*/ 42081 h 95994"/>
                      <a:gd name="connsiteX6" fmla="*/ 40270 w 63807"/>
                      <a:gd name="connsiteY6" fmla="*/ 33891 h 95994"/>
                      <a:gd name="connsiteX7" fmla="*/ 28079 w 63807"/>
                      <a:gd name="connsiteY7" fmla="*/ 31036 h 95994"/>
                      <a:gd name="connsiteX8" fmla="*/ 6116 w 63807"/>
                      <a:gd name="connsiteY8" fmla="*/ 39424 h 95994"/>
                      <a:gd name="connsiteX9" fmla="*/ -1971 w 63807"/>
                      <a:gd name="connsiteY9" fmla="*/ 62406 h 95994"/>
                      <a:gd name="connsiteX10" fmla="*/ 6453 w 63807"/>
                      <a:gd name="connsiteY10" fmla="*/ 85249 h 95994"/>
                      <a:gd name="connsiteX11" fmla="*/ 28872 w 63807"/>
                      <a:gd name="connsiteY11" fmla="*/ 93875 h 95994"/>
                      <a:gd name="connsiteX12" fmla="*/ 53372 w 63807"/>
                      <a:gd name="connsiteY12" fmla="*/ 81561 h 95994"/>
                      <a:gd name="connsiteX13" fmla="*/ 61836 w 63807"/>
                      <a:gd name="connsiteY13" fmla="*/ 45848 h 95994"/>
                      <a:gd name="connsiteX14" fmla="*/ 51449 w 63807"/>
                      <a:gd name="connsiteY14" fmla="*/ 10929 h 95994"/>
                      <a:gd name="connsiteX15" fmla="*/ 23560 w 63807"/>
                      <a:gd name="connsiteY15" fmla="*/ -2119 h 95994"/>
                      <a:gd name="connsiteX16" fmla="*/ 14005 w 63807"/>
                      <a:gd name="connsiteY16" fmla="*/ -1187 h 95994"/>
                      <a:gd name="connsiteX17" fmla="*/ 3975 w 63807"/>
                      <a:gd name="connsiteY17" fmla="*/ 1609 h 95994"/>
                      <a:gd name="connsiteX18" fmla="*/ 28872 w 63807"/>
                      <a:gd name="connsiteY18" fmla="*/ 40831 h 95994"/>
                      <a:gd name="connsiteX19" fmla="*/ 42212 w 63807"/>
                      <a:gd name="connsiteY19" fmla="*/ 46582 h 95994"/>
                      <a:gd name="connsiteX20" fmla="*/ 47148 w 63807"/>
                      <a:gd name="connsiteY20" fmla="*/ 62406 h 95994"/>
                      <a:gd name="connsiteX21" fmla="*/ 42212 w 63807"/>
                      <a:gd name="connsiteY21" fmla="*/ 78170 h 95994"/>
                      <a:gd name="connsiteX22" fmla="*/ 28872 w 63807"/>
                      <a:gd name="connsiteY22" fmla="*/ 83960 h 95994"/>
                      <a:gd name="connsiteX23" fmla="*/ 15532 w 63807"/>
                      <a:gd name="connsiteY23" fmla="*/ 78170 h 95994"/>
                      <a:gd name="connsiteX24" fmla="*/ 10616 w 63807"/>
                      <a:gd name="connsiteY24" fmla="*/ 62406 h 95994"/>
                      <a:gd name="connsiteX25" fmla="*/ 15532 w 63807"/>
                      <a:gd name="connsiteY25" fmla="*/ 46582 h 95994"/>
                      <a:gd name="connsiteX26" fmla="*/ 28872 w 63807"/>
                      <a:gd name="connsiteY26" fmla="*/ 408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3975" y="1609"/>
                        </a:moveTo>
                        <a:lnTo>
                          <a:pt x="3975" y="13011"/>
                        </a:lnTo>
                        <a:cubicBezTo>
                          <a:pt x="7120" y="11517"/>
                          <a:pt x="10298" y="10380"/>
                          <a:pt x="13510" y="9600"/>
                        </a:cubicBezTo>
                        <a:cubicBezTo>
                          <a:pt x="16734" y="8820"/>
                          <a:pt x="19899" y="8430"/>
                          <a:pt x="23005" y="8430"/>
                        </a:cubicBezTo>
                        <a:cubicBezTo>
                          <a:pt x="31264" y="8430"/>
                          <a:pt x="37567" y="11206"/>
                          <a:pt x="41915" y="16759"/>
                        </a:cubicBezTo>
                        <a:cubicBezTo>
                          <a:pt x="46276" y="22311"/>
                          <a:pt x="48767" y="30751"/>
                          <a:pt x="49388" y="42081"/>
                        </a:cubicBezTo>
                        <a:cubicBezTo>
                          <a:pt x="46996" y="38525"/>
                          <a:pt x="43957" y="35795"/>
                          <a:pt x="40270" y="33891"/>
                        </a:cubicBezTo>
                        <a:cubicBezTo>
                          <a:pt x="36596" y="31987"/>
                          <a:pt x="32532" y="31036"/>
                          <a:pt x="28079" y="31036"/>
                        </a:cubicBezTo>
                        <a:cubicBezTo>
                          <a:pt x="18829" y="31036"/>
                          <a:pt x="11508" y="33832"/>
                          <a:pt x="6116" y="39424"/>
                        </a:cubicBezTo>
                        <a:cubicBezTo>
                          <a:pt x="724" y="45029"/>
                          <a:pt x="-1971" y="52689"/>
                          <a:pt x="-1971" y="62406"/>
                        </a:cubicBezTo>
                        <a:cubicBezTo>
                          <a:pt x="-1971" y="71897"/>
                          <a:pt x="837" y="79512"/>
                          <a:pt x="6453" y="85249"/>
                        </a:cubicBezTo>
                        <a:cubicBezTo>
                          <a:pt x="12069" y="91000"/>
                          <a:pt x="19542" y="93875"/>
                          <a:pt x="28872" y="93875"/>
                        </a:cubicBezTo>
                        <a:cubicBezTo>
                          <a:pt x="39576" y="93875"/>
                          <a:pt x="47743" y="89770"/>
                          <a:pt x="53372" y="81561"/>
                        </a:cubicBezTo>
                        <a:cubicBezTo>
                          <a:pt x="59015" y="73365"/>
                          <a:pt x="61836" y="61461"/>
                          <a:pt x="61836" y="45848"/>
                        </a:cubicBezTo>
                        <a:cubicBezTo>
                          <a:pt x="61836" y="31267"/>
                          <a:pt x="58374" y="19627"/>
                          <a:pt x="51449" y="10929"/>
                        </a:cubicBezTo>
                        <a:cubicBezTo>
                          <a:pt x="44538" y="2230"/>
                          <a:pt x="35241" y="-2119"/>
                          <a:pt x="23560" y="-2119"/>
                        </a:cubicBezTo>
                        <a:cubicBezTo>
                          <a:pt x="20414" y="-2119"/>
                          <a:pt x="17230" y="-1808"/>
                          <a:pt x="14005" y="-1187"/>
                        </a:cubicBezTo>
                        <a:cubicBezTo>
                          <a:pt x="10794" y="-566"/>
                          <a:pt x="7451" y="366"/>
                          <a:pt x="3975" y="1609"/>
                        </a:cubicBezTo>
                        <a:close/>
                        <a:moveTo>
                          <a:pt x="28872" y="40831"/>
                        </a:moveTo>
                        <a:cubicBezTo>
                          <a:pt x="34488" y="40831"/>
                          <a:pt x="38935" y="42748"/>
                          <a:pt x="42212" y="46582"/>
                        </a:cubicBezTo>
                        <a:cubicBezTo>
                          <a:pt x="45503" y="50429"/>
                          <a:pt x="47148" y="55703"/>
                          <a:pt x="47148" y="62406"/>
                        </a:cubicBezTo>
                        <a:cubicBezTo>
                          <a:pt x="47148" y="69055"/>
                          <a:pt x="45503" y="74310"/>
                          <a:pt x="42212" y="78170"/>
                        </a:cubicBezTo>
                        <a:cubicBezTo>
                          <a:pt x="38935" y="82030"/>
                          <a:pt x="34488" y="83960"/>
                          <a:pt x="28872" y="83960"/>
                        </a:cubicBezTo>
                        <a:cubicBezTo>
                          <a:pt x="23256" y="83960"/>
                          <a:pt x="18809" y="82030"/>
                          <a:pt x="15532" y="78170"/>
                        </a:cubicBezTo>
                        <a:cubicBezTo>
                          <a:pt x="12254" y="74310"/>
                          <a:pt x="10616" y="69055"/>
                          <a:pt x="10616" y="62406"/>
                        </a:cubicBezTo>
                        <a:cubicBezTo>
                          <a:pt x="10616" y="55703"/>
                          <a:pt x="12254" y="50429"/>
                          <a:pt x="15532" y="46582"/>
                        </a:cubicBezTo>
                        <a:cubicBezTo>
                          <a:pt x="18809" y="42748"/>
                          <a:pt x="23256" y="40831"/>
                          <a:pt x="28872" y="408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0" name="Freeform: Shape 59">
                    <a:extLst>
                      <a:ext uri="{FF2B5EF4-FFF2-40B4-BE49-F238E27FC236}">
                        <a16:creationId xmlns:a16="http://schemas.microsoft.com/office/drawing/2014/main" id="{9E085A34-909C-88CB-5AF6-ECBCC2A9787A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855631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60 h 95994"/>
                      <a:gd name="connsiteX1" fmla="*/ 15437 w 63926"/>
                      <a:gd name="connsiteY1" fmla="*/ 74442 h 95994"/>
                      <a:gd name="connsiteX2" fmla="*/ 10580 w 63926"/>
                      <a:gd name="connsiteY2" fmla="*/ 45848 h 95994"/>
                      <a:gd name="connsiteX3" fmla="*/ 15437 w 63926"/>
                      <a:gd name="connsiteY3" fmla="*/ 17314 h 95994"/>
                      <a:gd name="connsiteX4" fmla="*/ 29966 w 63926"/>
                      <a:gd name="connsiteY4" fmla="*/ 7796 h 95994"/>
                      <a:gd name="connsiteX5" fmla="*/ 44556 w 63926"/>
                      <a:gd name="connsiteY5" fmla="*/ 17314 h 95994"/>
                      <a:gd name="connsiteX6" fmla="*/ 49432 w 63926"/>
                      <a:gd name="connsiteY6" fmla="*/ 45848 h 95994"/>
                      <a:gd name="connsiteX7" fmla="*/ 44556 w 63926"/>
                      <a:gd name="connsiteY7" fmla="*/ 74442 h 95994"/>
                      <a:gd name="connsiteX8" fmla="*/ 29966 w 63926"/>
                      <a:gd name="connsiteY8" fmla="*/ 83960 h 95994"/>
                      <a:gd name="connsiteX9" fmla="*/ 29966 w 63926"/>
                      <a:gd name="connsiteY9" fmla="*/ 93875 h 95994"/>
                      <a:gd name="connsiteX10" fmla="*/ 53733 w 63926"/>
                      <a:gd name="connsiteY10" fmla="*/ 81561 h 95994"/>
                      <a:gd name="connsiteX11" fmla="*/ 61940 w 63926"/>
                      <a:gd name="connsiteY11" fmla="*/ 45848 h 95994"/>
                      <a:gd name="connsiteX12" fmla="*/ 53733 w 63926"/>
                      <a:gd name="connsiteY12" fmla="*/ 10175 h 95994"/>
                      <a:gd name="connsiteX13" fmla="*/ 29966 w 63926"/>
                      <a:gd name="connsiteY13" fmla="*/ -2119 h 95994"/>
                      <a:gd name="connsiteX14" fmla="*/ 6219 w 63926"/>
                      <a:gd name="connsiteY14" fmla="*/ 10175 h 95994"/>
                      <a:gd name="connsiteX15" fmla="*/ -1987 w 63926"/>
                      <a:gd name="connsiteY15" fmla="*/ 45848 h 95994"/>
                      <a:gd name="connsiteX16" fmla="*/ 6219 w 63926"/>
                      <a:gd name="connsiteY16" fmla="*/ 81561 h 95994"/>
                      <a:gd name="connsiteX17" fmla="*/ 29966 w 63926"/>
                      <a:gd name="connsiteY17" fmla="*/ 9387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60"/>
                        </a:moveTo>
                        <a:cubicBezTo>
                          <a:pt x="23531" y="83960"/>
                          <a:pt x="18688" y="80788"/>
                          <a:pt x="15437" y="74442"/>
                        </a:cubicBezTo>
                        <a:cubicBezTo>
                          <a:pt x="12199" y="68110"/>
                          <a:pt x="10580" y="58579"/>
                          <a:pt x="10580" y="45848"/>
                        </a:cubicBezTo>
                        <a:cubicBezTo>
                          <a:pt x="10580" y="33171"/>
                          <a:pt x="12199" y="23659"/>
                          <a:pt x="15437" y="17314"/>
                        </a:cubicBezTo>
                        <a:cubicBezTo>
                          <a:pt x="18688" y="10968"/>
                          <a:pt x="23531" y="7796"/>
                          <a:pt x="29966" y="7796"/>
                        </a:cubicBezTo>
                        <a:cubicBezTo>
                          <a:pt x="36455" y="7796"/>
                          <a:pt x="41318" y="10968"/>
                          <a:pt x="44556" y="17314"/>
                        </a:cubicBezTo>
                        <a:cubicBezTo>
                          <a:pt x="47806" y="23659"/>
                          <a:pt x="49432" y="33171"/>
                          <a:pt x="49432" y="45848"/>
                        </a:cubicBezTo>
                        <a:cubicBezTo>
                          <a:pt x="49432" y="58579"/>
                          <a:pt x="47806" y="68110"/>
                          <a:pt x="44556" y="74442"/>
                        </a:cubicBezTo>
                        <a:cubicBezTo>
                          <a:pt x="41318" y="80788"/>
                          <a:pt x="36455" y="83960"/>
                          <a:pt x="29966" y="83960"/>
                        </a:cubicBezTo>
                        <a:close/>
                        <a:moveTo>
                          <a:pt x="29966" y="93875"/>
                        </a:moveTo>
                        <a:cubicBezTo>
                          <a:pt x="40340" y="93875"/>
                          <a:pt x="48262" y="89770"/>
                          <a:pt x="53733" y="81561"/>
                        </a:cubicBezTo>
                        <a:cubicBezTo>
                          <a:pt x="59204" y="73365"/>
                          <a:pt x="61940" y="61461"/>
                          <a:pt x="61940" y="45848"/>
                        </a:cubicBezTo>
                        <a:cubicBezTo>
                          <a:pt x="61940" y="30276"/>
                          <a:pt x="59204" y="18385"/>
                          <a:pt x="53733" y="10175"/>
                        </a:cubicBezTo>
                        <a:cubicBezTo>
                          <a:pt x="48262" y="1979"/>
                          <a:pt x="40340" y="-2119"/>
                          <a:pt x="29966" y="-2119"/>
                        </a:cubicBezTo>
                        <a:cubicBezTo>
                          <a:pt x="19606" y="-2119"/>
                          <a:pt x="11690" y="1979"/>
                          <a:pt x="6219" y="10175"/>
                        </a:cubicBezTo>
                        <a:cubicBezTo>
                          <a:pt x="748" y="18385"/>
                          <a:pt x="-1987" y="30276"/>
                          <a:pt x="-1987" y="45848"/>
                        </a:cubicBezTo>
                        <a:cubicBezTo>
                          <a:pt x="-1987" y="61461"/>
                          <a:pt x="748" y="73365"/>
                          <a:pt x="6219" y="81561"/>
                        </a:cubicBezTo>
                        <a:cubicBezTo>
                          <a:pt x="11690" y="89770"/>
                          <a:pt x="19606" y="93875"/>
                          <a:pt x="29966" y="9387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61" name="Graphic 2">
                <a:extLst>
                  <a:ext uri="{FF2B5EF4-FFF2-40B4-BE49-F238E27FC236}">
                    <a16:creationId xmlns:a16="http://schemas.microsoft.com/office/drawing/2014/main" id="{C9FB3656-D5DE-A417-3F0F-5EE09352132E}"/>
                  </a:ext>
                </a:extLst>
              </p:cNvPr>
              <p:cNvGrpSpPr/>
              <p:nvPr/>
            </p:nvGrpSpPr>
            <p:grpSpPr>
              <a:xfrm>
                <a:off x="3581391" y="3402416"/>
                <a:ext cx="321159" cy="95994"/>
                <a:chOff x="3581391" y="3402416"/>
                <a:chExt cx="321159" cy="95994"/>
              </a:xfrm>
              <a:solidFill>
                <a:srgbClr val="000000"/>
              </a:solidFill>
            </p:grpSpPr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66C0BAC0-7A93-91DD-B41A-DAF3DCB21994}"/>
                    </a:ext>
                  </a:extLst>
                </p:cNvPr>
                <p:cNvSpPr/>
                <p:nvPr/>
              </p:nvSpPr>
              <p:spPr>
                <a:xfrm>
                  <a:off x="3858149" y="344839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75 h 12690"/>
                    <a:gd name="connsiteX1" fmla="*/ 58 w 44401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63" name="Graphic 2">
                  <a:extLst>
                    <a:ext uri="{FF2B5EF4-FFF2-40B4-BE49-F238E27FC236}">
                      <a16:creationId xmlns:a16="http://schemas.microsoft.com/office/drawing/2014/main" id="{60725A07-87D5-A3FB-7FB1-242D08E21F3B}"/>
                    </a:ext>
                  </a:extLst>
                </p:cNvPr>
                <p:cNvGrpSpPr/>
                <p:nvPr/>
              </p:nvGrpSpPr>
              <p:grpSpPr>
                <a:xfrm>
                  <a:off x="3581391" y="3402416"/>
                  <a:ext cx="223926" cy="95994"/>
                  <a:chOff x="3581391" y="3402416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64" name="Freeform: Shape 63">
                    <a:extLst>
                      <a:ext uri="{FF2B5EF4-FFF2-40B4-BE49-F238E27FC236}">
                        <a16:creationId xmlns:a16="http://schemas.microsoft.com/office/drawing/2014/main" id="{0669547B-6FF0-FA3B-6AD5-445A060A9C18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340408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16 h 94328"/>
                      <a:gd name="connsiteX1" fmla="*/ 51056 w 59843"/>
                      <a:gd name="connsiteY1" fmla="*/ 92216 h 94328"/>
                      <a:gd name="connsiteX2" fmla="*/ 51056 w 59843"/>
                      <a:gd name="connsiteY2" fmla="*/ 81667 h 94328"/>
                      <a:gd name="connsiteX3" fmla="*/ 13393 w 59843"/>
                      <a:gd name="connsiteY3" fmla="*/ 81667 h 94328"/>
                      <a:gd name="connsiteX4" fmla="*/ 13393 w 59843"/>
                      <a:gd name="connsiteY4" fmla="*/ 59002 h 94328"/>
                      <a:gd name="connsiteX5" fmla="*/ 18825 w 59843"/>
                      <a:gd name="connsiteY5" fmla="*/ 60390 h 94328"/>
                      <a:gd name="connsiteX6" fmla="*/ 24296 w 59843"/>
                      <a:gd name="connsiteY6" fmla="*/ 60846 h 94328"/>
                      <a:gd name="connsiteX7" fmla="*/ 48816 w 59843"/>
                      <a:gd name="connsiteY7" fmla="*/ 52359 h 94328"/>
                      <a:gd name="connsiteX8" fmla="*/ 57874 w 59843"/>
                      <a:gd name="connsiteY8" fmla="*/ 29376 h 94328"/>
                      <a:gd name="connsiteX9" fmla="*/ 48578 w 59843"/>
                      <a:gd name="connsiteY9" fmla="*/ 6156 h 94328"/>
                      <a:gd name="connsiteX10" fmla="*/ 22373 w 59843"/>
                      <a:gd name="connsiteY10" fmla="*/ -2113 h 94328"/>
                      <a:gd name="connsiteX11" fmla="*/ 10499 w 59843"/>
                      <a:gd name="connsiteY11" fmla="*/ -1121 h 94328"/>
                      <a:gd name="connsiteX12" fmla="*/ -1969 w 59843"/>
                      <a:gd name="connsiteY12" fmla="*/ 1853 h 94328"/>
                      <a:gd name="connsiteX13" fmla="*/ -1969 w 59843"/>
                      <a:gd name="connsiteY13" fmla="*/ 14445 h 94328"/>
                      <a:gd name="connsiteX14" fmla="*/ 9548 w 59843"/>
                      <a:gd name="connsiteY14" fmla="*/ 9924 h 94328"/>
                      <a:gd name="connsiteX15" fmla="*/ 22115 w 59843"/>
                      <a:gd name="connsiteY15" fmla="*/ 8437 h 94328"/>
                      <a:gd name="connsiteX16" fmla="*/ 39083 w 59843"/>
                      <a:gd name="connsiteY16" fmla="*/ 14068 h 94328"/>
                      <a:gd name="connsiteX17" fmla="*/ 45347 w 59843"/>
                      <a:gd name="connsiteY17" fmla="*/ 29376 h 94328"/>
                      <a:gd name="connsiteX18" fmla="*/ 39083 w 59843"/>
                      <a:gd name="connsiteY18" fmla="*/ 44665 h 94328"/>
                      <a:gd name="connsiteX19" fmla="*/ 22115 w 59843"/>
                      <a:gd name="connsiteY19" fmla="*/ 50316 h 94328"/>
                      <a:gd name="connsiteX20" fmla="*/ 12105 w 59843"/>
                      <a:gd name="connsiteY20" fmla="*/ 49206 h 94328"/>
                      <a:gd name="connsiteX21" fmla="*/ 1936 w 59843"/>
                      <a:gd name="connsiteY21" fmla="*/ 45736 h 94328"/>
                      <a:gd name="connsiteX22" fmla="*/ 1936 w 59843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16"/>
                        </a:moveTo>
                        <a:lnTo>
                          <a:pt x="51056" y="92216"/>
                        </a:lnTo>
                        <a:lnTo>
                          <a:pt x="51056" y="81667"/>
                        </a:lnTo>
                        <a:lnTo>
                          <a:pt x="13393" y="81667"/>
                        </a:lnTo>
                        <a:lnTo>
                          <a:pt x="13393" y="59002"/>
                        </a:lnTo>
                        <a:cubicBezTo>
                          <a:pt x="15204" y="59623"/>
                          <a:pt x="17014" y="60086"/>
                          <a:pt x="18825" y="60390"/>
                        </a:cubicBezTo>
                        <a:cubicBezTo>
                          <a:pt x="20648" y="60694"/>
                          <a:pt x="22472" y="60846"/>
                          <a:pt x="24296" y="60846"/>
                        </a:cubicBezTo>
                        <a:cubicBezTo>
                          <a:pt x="34616" y="60846"/>
                          <a:pt x="42790" y="58017"/>
                          <a:pt x="48816" y="52359"/>
                        </a:cubicBezTo>
                        <a:cubicBezTo>
                          <a:pt x="54855" y="46701"/>
                          <a:pt x="57874" y="39040"/>
                          <a:pt x="57874" y="29376"/>
                        </a:cubicBezTo>
                        <a:cubicBezTo>
                          <a:pt x="57874" y="19422"/>
                          <a:pt x="54776" y="11682"/>
                          <a:pt x="48578" y="6156"/>
                        </a:cubicBezTo>
                        <a:cubicBezTo>
                          <a:pt x="42380" y="644"/>
                          <a:pt x="33645" y="-2113"/>
                          <a:pt x="22373" y="-2113"/>
                        </a:cubicBezTo>
                        <a:cubicBezTo>
                          <a:pt x="18488" y="-2113"/>
                          <a:pt x="14530" y="-1782"/>
                          <a:pt x="10499" y="-1121"/>
                        </a:cubicBezTo>
                        <a:cubicBezTo>
                          <a:pt x="6482" y="-460"/>
                          <a:pt x="2326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5" y="12422"/>
                          <a:pt x="5583" y="10915"/>
                          <a:pt x="9548" y="9924"/>
                        </a:cubicBezTo>
                        <a:cubicBezTo>
                          <a:pt x="13512" y="8932"/>
                          <a:pt x="17701" y="8437"/>
                          <a:pt x="22115" y="8437"/>
                        </a:cubicBezTo>
                        <a:cubicBezTo>
                          <a:pt x="29264" y="8437"/>
                          <a:pt x="34920" y="10314"/>
                          <a:pt x="39083" y="14068"/>
                        </a:cubicBezTo>
                        <a:cubicBezTo>
                          <a:pt x="43259" y="17822"/>
                          <a:pt x="45347" y="22925"/>
                          <a:pt x="45347" y="29376"/>
                        </a:cubicBezTo>
                        <a:cubicBezTo>
                          <a:pt x="45347" y="35814"/>
                          <a:pt x="43259" y="40910"/>
                          <a:pt x="39083" y="44665"/>
                        </a:cubicBezTo>
                        <a:cubicBezTo>
                          <a:pt x="34920" y="48432"/>
                          <a:pt x="29264" y="50316"/>
                          <a:pt x="22115" y="50316"/>
                        </a:cubicBezTo>
                        <a:cubicBezTo>
                          <a:pt x="18772" y="50316"/>
                          <a:pt x="15435" y="49946"/>
                          <a:pt x="12105" y="49206"/>
                        </a:cubicBezTo>
                        <a:cubicBezTo>
                          <a:pt x="8788" y="48465"/>
                          <a:pt x="5398" y="47309"/>
                          <a:pt x="1936" y="45736"/>
                        </a:cubicBezTo>
                        <a:lnTo>
                          <a:pt x="1936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5" name="Freeform: Shape 64">
                    <a:extLst>
                      <a:ext uri="{FF2B5EF4-FFF2-40B4-BE49-F238E27FC236}">
                        <a16:creationId xmlns:a16="http://schemas.microsoft.com/office/drawing/2014/main" id="{7E16B891-8BD1-2835-C77A-4C6C325A9A08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678" y="3402416"/>
                    <a:ext cx="63926" cy="95994"/>
                  </a:xfrm>
                  <a:custGeom>
                    <a:avLst/>
                    <a:gdLst>
                      <a:gd name="connsiteX0" fmla="*/ 29960 w 63926"/>
                      <a:gd name="connsiteY0" fmla="*/ 83925 h 95994"/>
                      <a:gd name="connsiteX1" fmla="*/ 15430 w 63926"/>
                      <a:gd name="connsiteY1" fmla="*/ 74407 h 95994"/>
                      <a:gd name="connsiteX2" fmla="*/ 10574 w 63926"/>
                      <a:gd name="connsiteY2" fmla="*/ 45813 h 95994"/>
                      <a:gd name="connsiteX3" fmla="*/ 15430 w 63926"/>
                      <a:gd name="connsiteY3" fmla="*/ 17278 h 95994"/>
                      <a:gd name="connsiteX4" fmla="*/ 29960 w 63926"/>
                      <a:gd name="connsiteY4" fmla="*/ 7760 h 95994"/>
                      <a:gd name="connsiteX5" fmla="*/ 44549 w 63926"/>
                      <a:gd name="connsiteY5" fmla="*/ 17278 h 95994"/>
                      <a:gd name="connsiteX6" fmla="*/ 49425 w 63926"/>
                      <a:gd name="connsiteY6" fmla="*/ 45813 h 95994"/>
                      <a:gd name="connsiteX7" fmla="*/ 44549 w 63926"/>
                      <a:gd name="connsiteY7" fmla="*/ 74407 h 95994"/>
                      <a:gd name="connsiteX8" fmla="*/ 29960 w 63926"/>
                      <a:gd name="connsiteY8" fmla="*/ 83925 h 95994"/>
                      <a:gd name="connsiteX9" fmla="*/ 29960 w 63926"/>
                      <a:gd name="connsiteY9" fmla="*/ 93839 h 95994"/>
                      <a:gd name="connsiteX10" fmla="*/ 53727 w 63926"/>
                      <a:gd name="connsiteY10" fmla="*/ 81525 h 95994"/>
                      <a:gd name="connsiteX11" fmla="*/ 61933 w 63926"/>
                      <a:gd name="connsiteY11" fmla="*/ 45813 h 95994"/>
                      <a:gd name="connsiteX12" fmla="*/ 53727 w 63926"/>
                      <a:gd name="connsiteY12" fmla="*/ 10139 h 95994"/>
                      <a:gd name="connsiteX13" fmla="*/ 29960 w 63926"/>
                      <a:gd name="connsiteY13" fmla="*/ -2155 h 95994"/>
                      <a:gd name="connsiteX14" fmla="*/ 6213 w 63926"/>
                      <a:gd name="connsiteY14" fmla="*/ 10139 h 95994"/>
                      <a:gd name="connsiteX15" fmla="*/ -1993 w 63926"/>
                      <a:gd name="connsiteY15" fmla="*/ 45813 h 95994"/>
                      <a:gd name="connsiteX16" fmla="*/ 6213 w 63926"/>
                      <a:gd name="connsiteY16" fmla="*/ 81525 h 95994"/>
                      <a:gd name="connsiteX17" fmla="*/ 29960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0" y="83925"/>
                        </a:moveTo>
                        <a:cubicBezTo>
                          <a:pt x="23524" y="83925"/>
                          <a:pt x="18681" y="80752"/>
                          <a:pt x="15430" y="74407"/>
                        </a:cubicBezTo>
                        <a:cubicBezTo>
                          <a:pt x="12193" y="68074"/>
                          <a:pt x="10574" y="58543"/>
                          <a:pt x="10574" y="45813"/>
                        </a:cubicBezTo>
                        <a:cubicBezTo>
                          <a:pt x="10574" y="33135"/>
                          <a:pt x="12193" y="23623"/>
                          <a:pt x="15430" y="17278"/>
                        </a:cubicBezTo>
                        <a:cubicBezTo>
                          <a:pt x="18681" y="10933"/>
                          <a:pt x="23524" y="7760"/>
                          <a:pt x="29960" y="7760"/>
                        </a:cubicBezTo>
                        <a:cubicBezTo>
                          <a:pt x="36448" y="7760"/>
                          <a:pt x="41312" y="10933"/>
                          <a:pt x="44549" y="17278"/>
                        </a:cubicBezTo>
                        <a:cubicBezTo>
                          <a:pt x="47800" y="23623"/>
                          <a:pt x="49425" y="33135"/>
                          <a:pt x="49425" y="45813"/>
                        </a:cubicBezTo>
                        <a:cubicBezTo>
                          <a:pt x="49425" y="58543"/>
                          <a:pt x="47800" y="68074"/>
                          <a:pt x="44549" y="74407"/>
                        </a:cubicBezTo>
                        <a:cubicBezTo>
                          <a:pt x="41312" y="80752"/>
                          <a:pt x="36448" y="83925"/>
                          <a:pt x="29960" y="83925"/>
                        </a:cubicBezTo>
                        <a:close/>
                        <a:moveTo>
                          <a:pt x="29960" y="93839"/>
                        </a:moveTo>
                        <a:cubicBezTo>
                          <a:pt x="40334" y="93839"/>
                          <a:pt x="48256" y="89735"/>
                          <a:pt x="53727" y="81525"/>
                        </a:cubicBezTo>
                        <a:cubicBezTo>
                          <a:pt x="59198" y="73329"/>
                          <a:pt x="61933" y="61425"/>
                          <a:pt x="61933" y="45813"/>
                        </a:cubicBezTo>
                        <a:cubicBezTo>
                          <a:pt x="61933" y="30240"/>
                          <a:pt x="59198" y="18349"/>
                          <a:pt x="53727" y="10139"/>
                        </a:cubicBezTo>
                        <a:cubicBezTo>
                          <a:pt x="48256" y="1943"/>
                          <a:pt x="40334" y="-2155"/>
                          <a:pt x="29960" y="-2155"/>
                        </a:cubicBezTo>
                        <a:cubicBezTo>
                          <a:pt x="19600" y="-2155"/>
                          <a:pt x="11684" y="1943"/>
                          <a:pt x="6213" y="10139"/>
                        </a:cubicBezTo>
                        <a:cubicBezTo>
                          <a:pt x="742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2" y="73329"/>
                          <a:pt x="6213" y="81525"/>
                        </a:cubicBezTo>
                        <a:cubicBezTo>
                          <a:pt x="11684" y="89735"/>
                          <a:pt x="19600" y="93839"/>
                          <a:pt x="29960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6" name="Freeform: Shape 65">
                    <a:extLst>
                      <a:ext uri="{FF2B5EF4-FFF2-40B4-BE49-F238E27FC236}">
                        <a16:creationId xmlns:a16="http://schemas.microsoft.com/office/drawing/2014/main" id="{1F83E1A1-57B9-0FEF-692B-01CB0FC75CC8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402416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25 h 95994"/>
                      <a:gd name="connsiteX1" fmla="*/ 15437 w 63926"/>
                      <a:gd name="connsiteY1" fmla="*/ 74407 h 95994"/>
                      <a:gd name="connsiteX2" fmla="*/ 10580 w 63926"/>
                      <a:gd name="connsiteY2" fmla="*/ 45813 h 95994"/>
                      <a:gd name="connsiteX3" fmla="*/ 15437 w 63926"/>
                      <a:gd name="connsiteY3" fmla="*/ 17278 h 95994"/>
                      <a:gd name="connsiteX4" fmla="*/ 29966 w 63926"/>
                      <a:gd name="connsiteY4" fmla="*/ 7760 h 95994"/>
                      <a:gd name="connsiteX5" fmla="*/ 44556 w 63926"/>
                      <a:gd name="connsiteY5" fmla="*/ 17278 h 95994"/>
                      <a:gd name="connsiteX6" fmla="*/ 49432 w 63926"/>
                      <a:gd name="connsiteY6" fmla="*/ 45813 h 95994"/>
                      <a:gd name="connsiteX7" fmla="*/ 44556 w 63926"/>
                      <a:gd name="connsiteY7" fmla="*/ 74407 h 95994"/>
                      <a:gd name="connsiteX8" fmla="*/ 29966 w 63926"/>
                      <a:gd name="connsiteY8" fmla="*/ 83925 h 95994"/>
                      <a:gd name="connsiteX9" fmla="*/ 29966 w 63926"/>
                      <a:gd name="connsiteY9" fmla="*/ 93839 h 95994"/>
                      <a:gd name="connsiteX10" fmla="*/ 53733 w 63926"/>
                      <a:gd name="connsiteY10" fmla="*/ 81525 h 95994"/>
                      <a:gd name="connsiteX11" fmla="*/ 61940 w 63926"/>
                      <a:gd name="connsiteY11" fmla="*/ 45813 h 95994"/>
                      <a:gd name="connsiteX12" fmla="*/ 53733 w 63926"/>
                      <a:gd name="connsiteY12" fmla="*/ 10139 h 95994"/>
                      <a:gd name="connsiteX13" fmla="*/ 29966 w 63926"/>
                      <a:gd name="connsiteY13" fmla="*/ -2155 h 95994"/>
                      <a:gd name="connsiteX14" fmla="*/ 6219 w 63926"/>
                      <a:gd name="connsiteY14" fmla="*/ 10139 h 95994"/>
                      <a:gd name="connsiteX15" fmla="*/ -1987 w 63926"/>
                      <a:gd name="connsiteY15" fmla="*/ 45813 h 95994"/>
                      <a:gd name="connsiteX16" fmla="*/ 6219 w 63926"/>
                      <a:gd name="connsiteY16" fmla="*/ 81525 h 95994"/>
                      <a:gd name="connsiteX17" fmla="*/ 29966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25"/>
                        </a:moveTo>
                        <a:cubicBezTo>
                          <a:pt x="23531" y="83925"/>
                          <a:pt x="18688" y="80752"/>
                          <a:pt x="15437" y="74407"/>
                        </a:cubicBezTo>
                        <a:cubicBezTo>
                          <a:pt x="12199" y="68074"/>
                          <a:pt x="10580" y="58543"/>
                          <a:pt x="10580" y="45813"/>
                        </a:cubicBezTo>
                        <a:cubicBezTo>
                          <a:pt x="10580" y="33135"/>
                          <a:pt x="12199" y="23623"/>
                          <a:pt x="15437" y="17278"/>
                        </a:cubicBezTo>
                        <a:cubicBezTo>
                          <a:pt x="18688" y="10933"/>
                          <a:pt x="23531" y="7760"/>
                          <a:pt x="29966" y="7760"/>
                        </a:cubicBezTo>
                        <a:cubicBezTo>
                          <a:pt x="36455" y="7760"/>
                          <a:pt x="41318" y="10933"/>
                          <a:pt x="44556" y="17278"/>
                        </a:cubicBezTo>
                        <a:cubicBezTo>
                          <a:pt x="47806" y="23623"/>
                          <a:pt x="49432" y="33135"/>
                          <a:pt x="49432" y="45813"/>
                        </a:cubicBezTo>
                        <a:cubicBezTo>
                          <a:pt x="49432" y="58543"/>
                          <a:pt x="47806" y="68074"/>
                          <a:pt x="44556" y="74407"/>
                        </a:cubicBezTo>
                        <a:cubicBezTo>
                          <a:pt x="41318" y="80752"/>
                          <a:pt x="36455" y="83925"/>
                          <a:pt x="29966" y="83925"/>
                        </a:cubicBezTo>
                        <a:close/>
                        <a:moveTo>
                          <a:pt x="29966" y="93839"/>
                        </a:moveTo>
                        <a:cubicBezTo>
                          <a:pt x="40340" y="93839"/>
                          <a:pt x="48262" y="89735"/>
                          <a:pt x="53733" y="81525"/>
                        </a:cubicBezTo>
                        <a:cubicBezTo>
                          <a:pt x="59204" y="73329"/>
                          <a:pt x="61940" y="61425"/>
                          <a:pt x="61940" y="45813"/>
                        </a:cubicBezTo>
                        <a:cubicBezTo>
                          <a:pt x="61940" y="30240"/>
                          <a:pt x="59204" y="18349"/>
                          <a:pt x="53733" y="10139"/>
                        </a:cubicBezTo>
                        <a:cubicBezTo>
                          <a:pt x="48262" y="1943"/>
                          <a:pt x="40340" y="-2155"/>
                          <a:pt x="29966" y="-2155"/>
                        </a:cubicBezTo>
                        <a:cubicBezTo>
                          <a:pt x="19606" y="-2155"/>
                          <a:pt x="11690" y="1943"/>
                          <a:pt x="6219" y="10139"/>
                        </a:cubicBezTo>
                        <a:cubicBezTo>
                          <a:pt x="748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48" y="73329"/>
                          <a:pt x="6219" y="81525"/>
                        </a:cubicBezTo>
                        <a:cubicBezTo>
                          <a:pt x="11690" y="89735"/>
                          <a:pt x="19606" y="93839"/>
                          <a:pt x="29966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67" name="Graphic 2">
                <a:extLst>
                  <a:ext uri="{FF2B5EF4-FFF2-40B4-BE49-F238E27FC236}">
                    <a16:creationId xmlns:a16="http://schemas.microsoft.com/office/drawing/2014/main" id="{A3E00C81-AC95-B7E5-9B74-A7C4C0557052}"/>
                  </a:ext>
                </a:extLst>
              </p:cNvPr>
              <p:cNvGrpSpPr/>
              <p:nvPr/>
            </p:nvGrpSpPr>
            <p:grpSpPr>
              <a:xfrm>
                <a:off x="3581391" y="2949201"/>
                <a:ext cx="321159" cy="95994"/>
                <a:chOff x="3581391" y="2949201"/>
                <a:chExt cx="321159" cy="95994"/>
              </a:xfrm>
              <a:solidFill>
                <a:srgbClr val="000000"/>
              </a:solidFill>
            </p:grpSpPr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A9215DAF-62BD-CE3F-5720-1282AB06B061}"/>
                    </a:ext>
                  </a:extLst>
                </p:cNvPr>
                <p:cNvSpPr/>
                <p:nvPr/>
              </p:nvSpPr>
              <p:spPr>
                <a:xfrm>
                  <a:off x="3858149" y="2995176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39 h 12690"/>
                    <a:gd name="connsiteX1" fmla="*/ 58 w 44401"/>
                    <a:gd name="connsiteY1" fmla="*/ 13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39"/>
                      </a:moveTo>
                      <a:lnTo>
                        <a:pt x="58" y="139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69" name="Graphic 2">
                  <a:extLst>
                    <a:ext uri="{FF2B5EF4-FFF2-40B4-BE49-F238E27FC236}">
                      <a16:creationId xmlns:a16="http://schemas.microsoft.com/office/drawing/2014/main" id="{D8A4B016-3D18-4AB2-660B-54A7114BDC87}"/>
                    </a:ext>
                  </a:extLst>
                </p:cNvPr>
                <p:cNvGrpSpPr/>
                <p:nvPr/>
              </p:nvGrpSpPr>
              <p:grpSpPr>
                <a:xfrm>
                  <a:off x="3581391" y="2949201"/>
                  <a:ext cx="223926" cy="95994"/>
                  <a:chOff x="3581391" y="2949201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70" name="Freeform: Shape 69">
                    <a:extLst>
                      <a:ext uri="{FF2B5EF4-FFF2-40B4-BE49-F238E27FC236}">
                        <a16:creationId xmlns:a16="http://schemas.microsoft.com/office/drawing/2014/main" id="{90FE6110-F651-C6EC-5262-C821B389CA40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950867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80 h 94328"/>
                      <a:gd name="connsiteX1" fmla="*/ 51056 w 59843"/>
                      <a:gd name="connsiteY1" fmla="*/ 92180 h 94328"/>
                      <a:gd name="connsiteX2" fmla="*/ 51056 w 59843"/>
                      <a:gd name="connsiteY2" fmla="*/ 81631 h 94328"/>
                      <a:gd name="connsiteX3" fmla="*/ 13393 w 59843"/>
                      <a:gd name="connsiteY3" fmla="*/ 81631 h 94328"/>
                      <a:gd name="connsiteX4" fmla="*/ 13393 w 59843"/>
                      <a:gd name="connsiteY4" fmla="*/ 58966 h 94328"/>
                      <a:gd name="connsiteX5" fmla="*/ 18825 w 59843"/>
                      <a:gd name="connsiteY5" fmla="*/ 60354 h 94328"/>
                      <a:gd name="connsiteX6" fmla="*/ 24296 w 59843"/>
                      <a:gd name="connsiteY6" fmla="*/ 60810 h 94328"/>
                      <a:gd name="connsiteX7" fmla="*/ 48816 w 59843"/>
                      <a:gd name="connsiteY7" fmla="*/ 52323 h 94328"/>
                      <a:gd name="connsiteX8" fmla="*/ 57874 w 59843"/>
                      <a:gd name="connsiteY8" fmla="*/ 29341 h 94328"/>
                      <a:gd name="connsiteX9" fmla="*/ 48578 w 59843"/>
                      <a:gd name="connsiteY9" fmla="*/ 6120 h 94328"/>
                      <a:gd name="connsiteX10" fmla="*/ 22373 w 59843"/>
                      <a:gd name="connsiteY10" fmla="*/ -2148 h 94328"/>
                      <a:gd name="connsiteX11" fmla="*/ 10499 w 59843"/>
                      <a:gd name="connsiteY11" fmla="*/ -1157 h 94328"/>
                      <a:gd name="connsiteX12" fmla="*/ -1969 w 59843"/>
                      <a:gd name="connsiteY12" fmla="*/ 1817 h 94328"/>
                      <a:gd name="connsiteX13" fmla="*/ -1969 w 59843"/>
                      <a:gd name="connsiteY13" fmla="*/ 14409 h 94328"/>
                      <a:gd name="connsiteX14" fmla="*/ 9548 w 59843"/>
                      <a:gd name="connsiteY14" fmla="*/ 9888 h 94328"/>
                      <a:gd name="connsiteX15" fmla="*/ 22115 w 59843"/>
                      <a:gd name="connsiteY15" fmla="*/ 8401 h 94328"/>
                      <a:gd name="connsiteX16" fmla="*/ 39083 w 59843"/>
                      <a:gd name="connsiteY16" fmla="*/ 14032 h 94328"/>
                      <a:gd name="connsiteX17" fmla="*/ 45347 w 59843"/>
                      <a:gd name="connsiteY17" fmla="*/ 29341 h 94328"/>
                      <a:gd name="connsiteX18" fmla="*/ 39083 w 59843"/>
                      <a:gd name="connsiteY18" fmla="*/ 44629 h 94328"/>
                      <a:gd name="connsiteX19" fmla="*/ 22115 w 59843"/>
                      <a:gd name="connsiteY19" fmla="*/ 50281 h 94328"/>
                      <a:gd name="connsiteX20" fmla="*/ 12105 w 59843"/>
                      <a:gd name="connsiteY20" fmla="*/ 49170 h 94328"/>
                      <a:gd name="connsiteX21" fmla="*/ 1936 w 59843"/>
                      <a:gd name="connsiteY21" fmla="*/ 45700 h 94328"/>
                      <a:gd name="connsiteX22" fmla="*/ 1936 w 59843"/>
                      <a:gd name="connsiteY22" fmla="*/ 9218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80"/>
                        </a:moveTo>
                        <a:lnTo>
                          <a:pt x="51056" y="92180"/>
                        </a:lnTo>
                        <a:lnTo>
                          <a:pt x="51056" y="81631"/>
                        </a:lnTo>
                        <a:lnTo>
                          <a:pt x="13393" y="81631"/>
                        </a:lnTo>
                        <a:lnTo>
                          <a:pt x="13393" y="58966"/>
                        </a:lnTo>
                        <a:cubicBezTo>
                          <a:pt x="15204" y="59587"/>
                          <a:pt x="17014" y="60050"/>
                          <a:pt x="18825" y="60354"/>
                        </a:cubicBezTo>
                        <a:cubicBezTo>
                          <a:pt x="20648" y="60658"/>
                          <a:pt x="22472" y="60810"/>
                          <a:pt x="24296" y="60810"/>
                        </a:cubicBezTo>
                        <a:cubicBezTo>
                          <a:pt x="34616" y="60810"/>
                          <a:pt x="42790" y="57981"/>
                          <a:pt x="48816" y="52323"/>
                        </a:cubicBezTo>
                        <a:cubicBezTo>
                          <a:pt x="54855" y="46665"/>
                          <a:pt x="57874" y="39004"/>
                          <a:pt x="57874" y="29341"/>
                        </a:cubicBezTo>
                        <a:cubicBezTo>
                          <a:pt x="57874" y="19386"/>
                          <a:pt x="54776" y="11646"/>
                          <a:pt x="48578" y="6120"/>
                        </a:cubicBezTo>
                        <a:cubicBezTo>
                          <a:pt x="42380" y="608"/>
                          <a:pt x="33645" y="-2148"/>
                          <a:pt x="22373" y="-2148"/>
                        </a:cubicBezTo>
                        <a:cubicBezTo>
                          <a:pt x="18488" y="-2148"/>
                          <a:pt x="14530" y="-1818"/>
                          <a:pt x="10499" y="-1157"/>
                        </a:cubicBezTo>
                        <a:cubicBezTo>
                          <a:pt x="6482" y="-496"/>
                          <a:pt x="2326" y="495"/>
                          <a:pt x="-1969" y="1817"/>
                        </a:cubicBezTo>
                        <a:lnTo>
                          <a:pt x="-1969" y="14409"/>
                        </a:lnTo>
                        <a:cubicBezTo>
                          <a:pt x="1745" y="12387"/>
                          <a:pt x="5583" y="10879"/>
                          <a:pt x="9548" y="9888"/>
                        </a:cubicBezTo>
                        <a:cubicBezTo>
                          <a:pt x="13512" y="8897"/>
                          <a:pt x="17701" y="8401"/>
                          <a:pt x="22115" y="8401"/>
                        </a:cubicBezTo>
                        <a:cubicBezTo>
                          <a:pt x="29264" y="8401"/>
                          <a:pt x="34920" y="10278"/>
                          <a:pt x="39083" y="14032"/>
                        </a:cubicBezTo>
                        <a:cubicBezTo>
                          <a:pt x="43259" y="17787"/>
                          <a:pt x="45347" y="22889"/>
                          <a:pt x="45347" y="29341"/>
                        </a:cubicBezTo>
                        <a:cubicBezTo>
                          <a:pt x="45347" y="35779"/>
                          <a:pt x="43259" y="40875"/>
                          <a:pt x="39083" y="44629"/>
                        </a:cubicBezTo>
                        <a:cubicBezTo>
                          <a:pt x="34920" y="48397"/>
                          <a:pt x="29264" y="50281"/>
                          <a:pt x="22115" y="50281"/>
                        </a:cubicBezTo>
                        <a:cubicBezTo>
                          <a:pt x="18772" y="50281"/>
                          <a:pt x="15435" y="49910"/>
                          <a:pt x="12105" y="49170"/>
                        </a:cubicBezTo>
                        <a:cubicBezTo>
                          <a:pt x="8788" y="48430"/>
                          <a:pt x="5398" y="47273"/>
                          <a:pt x="1936" y="45700"/>
                        </a:cubicBezTo>
                        <a:lnTo>
                          <a:pt x="1936" y="9218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1" name="Freeform: Shape 70">
                    <a:extLst>
                      <a:ext uri="{FF2B5EF4-FFF2-40B4-BE49-F238E27FC236}">
                        <a16:creationId xmlns:a16="http://schemas.microsoft.com/office/drawing/2014/main" id="{B4087B74-9FB8-170A-66CB-51C56384D50C}"/>
                      </a:ext>
                    </a:extLst>
                  </p:cNvPr>
                  <p:cNvSpPr/>
                  <p:nvPr/>
                </p:nvSpPr>
                <p:spPr>
                  <a:xfrm flipV="1">
                    <a:off x="3666248" y="2950867"/>
                    <a:ext cx="55066" cy="92524"/>
                  </a:xfrm>
                  <a:custGeom>
                    <a:avLst/>
                    <a:gdLst>
                      <a:gd name="connsiteX0" fmla="*/ -247 w 55066"/>
                      <a:gd name="connsiteY0" fmla="*/ 8335 h 92524"/>
                      <a:gd name="connsiteX1" fmla="*/ 20190 w 55066"/>
                      <a:gd name="connsiteY1" fmla="*/ 8335 h 92524"/>
                      <a:gd name="connsiteX2" fmla="*/ 20190 w 55066"/>
                      <a:gd name="connsiteY2" fmla="*/ 78928 h 92524"/>
                      <a:gd name="connsiteX3" fmla="*/ -2051 w 55066"/>
                      <a:gd name="connsiteY3" fmla="*/ 74466 h 92524"/>
                      <a:gd name="connsiteX4" fmla="*/ -2051 w 55066"/>
                      <a:gd name="connsiteY4" fmla="*/ 85868 h 92524"/>
                      <a:gd name="connsiteX5" fmla="*/ 20071 w 55066"/>
                      <a:gd name="connsiteY5" fmla="*/ 90330 h 92524"/>
                      <a:gd name="connsiteX6" fmla="*/ 32579 w 55066"/>
                      <a:gd name="connsiteY6" fmla="*/ 90330 h 92524"/>
                      <a:gd name="connsiteX7" fmla="*/ 32579 w 55066"/>
                      <a:gd name="connsiteY7" fmla="*/ 8335 h 92524"/>
                      <a:gd name="connsiteX8" fmla="*/ 53015 w 55066"/>
                      <a:gd name="connsiteY8" fmla="*/ 8335 h 92524"/>
                      <a:gd name="connsiteX9" fmla="*/ 53015 w 55066"/>
                      <a:gd name="connsiteY9" fmla="*/ -2194 h 92524"/>
                      <a:gd name="connsiteX10" fmla="*/ -247 w 55066"/>
                      <a:gd name="connsiteY10" fmla="*/ -2194 h 92524"/>
                      <a:gd name="connsiteX11" fmla="*/ -247 w 55066"/>
                      <a:gd name="connsiteY11" fmla="*/ 833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247" y="8335"/>
                        </a:moveTo>
                        <a:lnTo>
                          <a:pt x="20190" y="8335"/>
                        </a:lnTo>
                        <a:lnTo>
                          <a:pt x="20190" y="78928"/>
                        </a:lnTo>
                        <a:lnTo>
                          <a:pt x="-2051" y="74466"/>
                        </a:lnTo>
                        <a:lnTo>
                          <a:pt x="-2051" y="85868"/>
                        </a:lnTo>
                        <a:lnTo>
                          <a:pt x="20071" y="90330"/>
                        </a:lnTo>
                        <a:lnTo>
                          <a:pt x="32579" y="90330"/>
                        </a:lnTo>
                        <a:lnTo>
                          <a:pt x="32579" y="8335"/>
                        </a:lnTo>
                        <a:lnTo>
                          <a:pt x="53015" y="8335"/>
                        </a:lnTo>
                        <a:lnTo>
                          <a:pt x="53015" y="-2194"/>
                        </a:lnTo>
                        <a:lnTo>
                          <a:pt x="-247" y="-2194"/>
                        </a:lnTo>
                        <a:lnTo>
                          <a:pt x="-247" y="83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2" name="Freeform: Shape 71">
                    <a:extLst>
                      <a:ext uri="{FF2B5EF4-FFF2-40B4-BE49-F238E27FC236}">
                        <a16:creationId xmlns:a16="http://schemas.microsoft.com/office/drawing/2014/main" id="{3CA9C731-265E-9DBC-88E4-6635954AE4EC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949201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89 h 95994"/>
                      <a:gd name="connsiteX1" fmla="*/ 15437 w 63926"/>
                      <a:gd name="connsiteY1" fmla="*/ 74371 h 95994"/>
                      <a:gd name="connsiteX2" fmla="*/ 10580 w 63926"/>
                      <a:gd name="connsiteY2" fmla="*/ 45777 h 95994"/>
                      <a:gd name="connsiteX3" fmla="*/ 15437 w 63926"/>
                      <a:gd name="connsiteY3" fmla="*/ 17242 h 95994"/>
                      <a:gd name="connsiteX4" fmla="*/ 29966 w 63926"/>
                      <a:gd name="connsiteY4" fmla="*/ 7724 h 95994"/>
                      <a:gd name="connsiteX5" fmla="*/ 44556 w 63926"/>
                      <a:gd name="connsiteY5" fmla="*/ 17242 h 95994"/>
                      <a:gd name="connsiteX6" fmla="*/ 49432 w 63926"/>
                      <a:gd name="connsiteY6" fmla="*/ 45777 h 95994"/>
                      <a:gd name="connsiteX7" fmla="*/ 44556 w 63926"/>
                      <a:gd name="connsiteY7" fmla="*/ 74371 h 95994"/>
                      <a:gd name="connsiteX8" fmla="*/ 29966 w 63926"/>
                      <a:gd name="connsiteY8" fmla="*/ 83889 h 95994"/>
                      <a:gd name="connsiteX9" fmla="*/ 29966 w 63926"/>
                      <a:gd name="connsiteY9" fmla="*/ 93804 h 95994"/>
                      <a:gd name="connsiteX10" fmla="*/ 53733 w 63926"/>
                      <a:gd name="connsiteY10" fmla="*/ 81490 h 95994"/>
                      <a:gd name="connsiteX11" fmla="*/ 61940 w 63926"/>
                      <a:gd name="connsiteY11" fmla="*/ 45777 h 95994"/>
                      <a:gd name="connsiteX12" fmla="*/ 53733 w 63926"/>
                      <a:gd name="connsiteY12" fmla="*/ 10104 h 95994"/>
                      <a:gd name="connsiteX13" fmla="*/ 29966 w 63926"/>
                      <a:gd name="connsiteY13" fmla="*/ -2191 h 95994"/>
                      <a:gd name="connsiteX14" fmla="*/ 6219 w 63926"/>
                      <a:gd name="connsiteY14" fmla="*/ 10104 h 95994"/>
                      <a:gd name="connsiteX15" fmla="*/ -1987 w 63926"/>
                      <a:gd name="connsiteY15" fmla="*/ 45777 h 95994"/>
                      <a:gd name="connsiteX16" fmla="*/ 6219 w 63926"/>
                      <a:gd name="connsiteY16" fmla="*/ 81490 h 95994"/>
                      <a:gd name="connsiteX17" fmla="*/ 29966 w 63926"/>
                      <a:gd name="connsiteY17" fmla="*/ 9380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89"/>
                        </a:moveTo>
                        <a:cubicBezTo>
                          <a:pt x="23531" y="83889"/>
                          <a:pt x="18688" y="80716"/>
                          <a:pt x="15437" y="74371"/>
                        </a:cubicBezTo>
                        <a:cubicBezTo>
                          <a:pt x="12199" y="68039"/>
                          <a:pt x="10580" y="58507"/>
                          <a:pt x="10580" y="45777"/>
                        </a:cubicBezTo>
                        <a:cubicBezTo>
                          <a:pt x="10580" y="33099"/>
                          <a:pt x="12199" y="23588"/>
                          <a:pt x="15437" y="17242"/>
                        </a:cubicBezTo>
                        <a:cubicBezTo>
                          <a:pt x="18688" y="10897"/>
                          <a:pt x="23531" y="7724"/>
                          <a:pt x="29966" y="7724"/>
                        </a:cubicBezTo>
                        <a:cubicBezTo>
                          <a:pt x="36455" y="7724"/>
                          <a:pt x="41318" y="10897"/>
                          <a:pt x="44556" y="17242"/>
                        </a:cubicBezTo>
                        <a:cubicBezTo>
                          <a:pt x="47806" y="23588"/>
                          <a:pt x="49432" y="33099"/>
                          <a:pt x="49432" y="45777"/>
                        </a:cubicBezTo>
                        <a:cubicBezTo>
                          <a:pt x="49432" y="58507"/>
                          <a:pt x="47806" y="68039"/>
                          <a:pt x="44556" y="74371"/>
                        </a:cubicBezTo>
                        <a:cubicBezTo>
                          <a:pt x="41318" y="80716"/>
                          <a:pt x="36455" y="83889"/>
                          <a:pt x="29966" y="83889"/>
                        </a:cubicBezTo>
                        <a:close/>
                        <a:moveTo>
                          <a:pt x="29966" y="93804"/>
                        </a:moveTo>
                        <a:cubicBezTo>
                          <a:pt x="40340" y="93804"/>
                          <a:pt x="48262" y="89699"/>
                          <a:pt x="53733" y="81490"/>
                        </a:cubicBezTo>
                        <a:cubicBezTo>
                          <a:pt x="59204" y="73293"/>
                          <a:pt x="61940" y="61389"/>
                          <a:pt x="61940" y="45777"/>
                        </a:cubicBezTo>
                        <a:cubicBezTo>
                          <a:pt x="61940" y="30204"/>
                          <a:pt x="59204" y="18313"/>
                          <a:pt x="53733" y="10104"/>
                        </a:cubicBezTo>
                        <a:cubicBezTo>
                          <a:pt x="48262" y="1908"/>
                          <a:pt x="40340" y="-2191"/>
                          <a:pt x="29966" y="-2191"/>
                        </a:cubicBezTo>
                        <a:cubicBezTo>
                          <a:pt x="19606" y="-2191"/>
                          <a:pt x="11690" y="1908"/>
                          <a:pt x="6219" y="10104"/>
                        </a:cubicBezTo>
                        <a:cubicBezTo>
                          <a:pt x="748" y="18313"/>
                          <a:pt x="-1987" y="30204"/>
                          <a:pt x="-1987" y="45777"/>
                        </a:cubicBezTo>
                        <a:cubicBezTo>
                          <a:pt x="-1987" y="61389"/>
                          <a:pt x="748" y="73293"/>
                          <a:pt x="6219" y="81490"/>
                        </a:cubicBezTo>
                        <a:cubicBezTo>
                          <a:pt x="11690" y="89699"/>
                          <a:pt x="19606" y="93804"/>
                          <a:pt x="29966" y="9380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73" name="Graphic 2">
                <a:extLst>
                  <a:ext uri="{FF2B5EF4-FFF2-40B4-BE49-F238E27FC236}">
                    <a16:creationId xmlns:a16="http://schemas.microsoft.com/office/drawing/2014/main" id="{F6A838C5-DAB3-72A6-0D42-5D2C0D208269}"/>
                  </a:ext>
                </a:extLst>
              </p:cNvPr>
              <p:cNvGrpSpPr/>
              <p:nvPr/>
            </p:nvGrpSpPr>
            <p:grpSpPr>
              <a:xfrm>
                <a:off x="3581391" y="2495987"/>
                <a:ext cx="321159" cy="95994"/>
                <a:chOff x="3581391" y="2495987"/>
                <a:chExt cx="321159" cy="95994"/>
              </a:xfrm>
              <a:solidFill>
                <a:srgbClr val="000000"/>
              </a:solidFill>
            </p:grpSpPr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63CD8F0D-A116-B794-C36F-BC28E88C8F8E}"/>
                    </a:ext>
                  </a:extLst>
                </p:cNvPr>
                <p:cNvSpPr/>
                <p:nvPr/>
              </p:nvSpPr>
              <p:spPr>
                <a:xfrm>
                  <a:off x="3858149" y="254196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03 h 12690"/>
                    <a:gd name="connsiteX1" fmla="*/ 58 w 44401"/>
                    <a:gd name="connsiteY1" fmla="*/ 103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03"/>
                      </a:moveTo>
                      <a:lnTo>
                        <a:pt x="58" y="103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75" name="Graphic 2">
                  <a:extLst>
                    <a:ext uri="{FF2B5EF4-FFF2-40B4-BE49-F238E27FC236}">
                      <a16:creationId xmlns:a16="http://schemas.microsoft.com/office/drawing/2014/main" id="{433D1E50-A24F-3CD6-E395-A72548C2396F}"/>
                    </a:ext>
                  </a:extLst>
                </p:cNvPr>
                <p:cNvGrpSpPr/>
                <p:nvPr/>
              </p:nvGrpSpPr>
              <p:grpSpPr>
                <a:xfrm>
                  <a:off x="3581391" y="2495987"/>
                  <a:ext cx="223926" cy="95994"/>
                  <a:chOff x="3581391" y="2495987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76" name="Freeform: Shape 75">
                    <a:extLst>
                      <a:ext uri="{FF2B5EF4-FFF2-40B4-BE49-F238E27FC236}">
                        <a16:creationId xmlns:a16="http://schemas.microsoft.com/office/drawing/2014/main" id="{C34C589E-8AB6-7CCA-9853-70ADF2D43CC3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49765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44 h 94328"/>
                      <a:gd name="connsiteX1" fmla="*/ 51056 w 59843"/>
                      <a:gd name="connsiteY1" fmla="*/ 92144 h 94328"/>
                      <a:gd name="connsiteX2" fmla="*/ 51056 w 59843"/>
                      <a:gd name="connsiteY2" fmla="*/ 81595 h 94328"/>
                      <a:gd name="connsiteX3" fmla="*/ 13393 w 59843"/>
                      <a:gd name="connsiteY3" fmla="*/ 81595 h 94328"/>
                      <a:gd name="connsiteX4" fmla="*/ 13393 w 59843"/>
                      <a:gd name="connsiteY4" fmla="*/ 58930 h 94328"/>
                      <a:gd name="connsiteX5" fmla="*/ 18825 w 59843"/>
                      <a:gd name="connsiteY5" fmla="*/ 60318 h 94328"/>
                      <a:gd name="connsiteX6" fmla="*/ 24296 w 59843"/>
                      <a:gd name="connsiteY6" fmla="*/ 60774 h 94328"/>
                      <a:gd name="connsiteX7" fmla="*/ 48816 w 59843"/>
                      <a:gd name="connsiteY7" fmla="*/ 52287 h 94328"/>
                      <a:gd name="connsiteX8" fmla="*/ 57874 w 59843"/>
                      <a:gd name="connsiteY8" fmla="*/ 29305 h 94328"/>
                      <a:gd name="connsiteX9" fmla="*/ 48578 w 59843"/>
                      <a:gd name="connsiteY9" fmla="*/ 6085 h 94328"/>
                      <a:gd name="connsiteX10" fmla="*/ 22373 w 59843"/>
                      <a:gd name="connsiteY10" fmla="*/ -2184 h 94328"/>
                      <a:gd name="connsiteX11" fmla="*/ 10499 w 59843"/>
                      <a:gd name="connsiteY11" fmla="*/ -1193 h 94328"/>
                      <a:gd name="connsiteX12" fmla="*/ -1969 w 59843"/>
                      <a:gd name="connsiteY12" fmla="*/ 1782 h 94328"/>
                      <a:gd name="connsiteX13" fmla="*/ -1969 w 59843"/>
                      <a:gd name="connsiteY13" fmla="*/ 14373 h 94328"/>
                      <a:gd name="connsiteX14" fmla="*/ 9548 w 59843"/>
                      <a:gd name="connsiteY14" fmla="*/ 9852 h 94328"/>
                      <a:gd name="connsiteX15" fmla="*/ 22115 w 59843"/>
                      <a:gd name="connsiteY15" fmla="*/ 8365 h 94328"/>
                      <a:gd name="connsiteX16" fmla="*/ 39083 w 59843"/>
                      <a:gd name="connsiteY16" fmla="*/ 13997 h 94328"/>
                      <a:gd name="connsiteX17" fmla="*/ 45347 w 59843"/>
                      <a:gd name="connsiteY17" fmla="*/ 29305 h 94328"/>
                      <a:gd name="connsiteX18" fmla="*/ 39083 w 59843"/>
                      <a:gd name="connsiteY18" fmla="*/ 44593 h 94328"/>
                      <a:gd name="connsiteX19" fmla="*/ 22115 w 59843"/>
                      <a:gd name="connsiteY19" fmla="*/ 50245 h 94328"/>
                      <a:gd name="connsiteX20" fmla="*/ 12105 w 59843"/>
                      <a:gd name="connsiteY20" fmla="*/ 49134 h 94328"/>
                      <a:gd name="connsiteX21" fmla="*/ 1936 w 59843"/>
                      <a:gd name="connsiteY21" fmla="*/ 45664 h 94328"/>
                      <a:gd name="connsiteX22" fmla="*/ 1936 w 59843"/>
                      <a:gd name="connsiteY22" fmla="*/ 92144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44"/>
                        </a:moveTo>
                        <a:lnTo>
                          <a:pt x="51056" y="92144"/>
                        </a:lnTo>
                        <a:lnTo>
                          <a:pt x="51056" y="81595"/>
                        </a:lnTo>
                        <a:lnTo>
                          <a:pt x="13393" y="81595"/>
                        </a:lnTo>
                        <a:lnTo>
                          <a:pt x="13393" y="58930"/>
                        </a:lnTo>
                        <a:cubicBezTo>
                          <a:pt x="15204" y="59551"/>
                          <a:pt x="17014" y="60014"/>
                          <a:pt x="18825" y="60318"/>
                        </a:cubicBezTo>
                        <a:cubicBezTo>
                          <a:pt x="20648" y="60622"/>
                          <a:pt x="22472" y="60774"/>
                          <a:pt x="24296" y="60774"/>
                        </a:cubicBezTo>
                        <a:cubicBezTo>
                          <a:pt x="34616" y="60774"/>
                          <a:pt x="42790" y="57945"/>
                          <a:pt x="48816" y="52287"/>
                        </a:cubicBezTo>
                        <a:cubicBezTo>
                          <a:pt x="54855" y="46629"/>
                          <a:pt x="57874" y="38968"/>
                          <a:pt x="57874" y="29305"/>
                        </a:cubicBezTo>
                        <a:cubicBezTo>
                          <a:pt x="57874" y="19351"/>
                          <a:pt x="54776" y="11610"/>
                          <a:pt x="48578" y="6085"/>
                        </a:cubicBezTo>
                        <a:cubicBezTo>
                          <a:pt x="42380" y="572"/>
                          <a:pt x="33645" y="-2184"/>
                          <a:pt x="22373" y="-2184"/>
                        </a:cubicBezTo>
                        <a:cubicBezTo>
                          <a:pt x="18488" y="-2184"/>
                          <a:pt x="14530" y="-1854"/>
                          <a:pt x="10499" y="-1193"/>
                        </a:cubicBezTo>
                        <a:cubicBezTo>
                          <a:pt x="6482" y="-532"/>
                          <a:pt x="2326" y="460"/>
                          <a:pt x="-1969" y="1782"/>
                        </a:cubicBezTo>
                        <a:lnTo>
                          <a:pt x="-1969" y="14373"/>
                        </a:lnTo>
                        <a:cubicBezTo>
                          <a:pt x="1745" y="12351"/>
                          <a:pt x="5583" y="10844"/>
                          <a:pt x="9548" y="9852"/>
                        </a:cubicBezTo>
                        <a:cubicBezTo>
                          <a:pt x="13512" y="8861"/>
                          <a:pt x="17701" y="8365"/>
                          <a:pt x="22115" y="8365"/>
                        </a:cubicBezTo>
                        <a:cubicBezTo>
                          <a:pt x="29264" y="8365"/>
                          <a:pt x="34920" y="10242"/>
                          <a:pt x="39083" y="13997"/>
                        </a:cubicBezTo>
                        <a:cubicBezTo>
                          <a:pt x="43259" y="17751"/>
                          <a:pt x="45347" y="22854"/>
                          <a:pt x="45347" y="29305"/>
                        </a:cubicBezTo>
                        <a:cubicBezTo>
                          <a:pt x="45347" y="35743"/>
                          <a:pt x="43259" y="40839"/>
                          <a:pt x="39083" y="44593"/>
                        </a:cubicBezTo>
                        <a:cubicBezTo>
                          <a:pt x="34920" y="48361"/>
                          <a:pt x="29264" y="50245"/>
                          <a:pt x="22115" y="50245"/>
                        </a:cubicBezTo>
                        <a:cubicBezTo>
                          <a:pt x="18772" y="50245"/>
                          <a:pt x="15435" y="49875"/>
                          <a:pt x="12105" y="49134"/>
                        </a:cubicBezTo>
                        <a:cubicBezTo>
                          <a:pt x="8788" y="48394"/>
                          <a:pt x="5398" y="47237"/>
                          <a:pt x="1936" y="45664"/>
                        </a:cubicBezTo>
                        <a:lnTo>
                          <a:pt x="1936" y="9214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7" name="Freeform: Shape 76">
                    <a:extLst>
                      <a:ext uri="{FF2B5EF4-FFF2-40B4-BE49-F238E27FC236}">
                        <a16:creationId xmlns:a16="http://schemas.microsoft.com/office/drawing/2014/main" id="{B7FDA7EC-B04A-F227-8292-69DF5D0ACBA9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609" y="2495987"/>
                    <a:ext cx="58713" cy="94189"/>
                  </a:xfrm>
                  <a:custGeom>
                    <a:avLst/>
                    <a:gdLst>
                      <a:gd name="connsiteX0" fmla="*/ 13136 w 58713"/>
                      <a:gd name="connsiteY0" fmla="*/ 8258 h 94189"/>
                      <a:gd name="connsiteX1" fmla="*/ 56804 w 58713"/>
                      <a:gd name="connsiteY1" fmla="*/ 8258 h 94189"/>
                      <a:gd name="connsiteX2" fmla="*/ 56804 w 58713"/>
                      <a:gd name="connsiteY2" fmla="*/ -2272 h 94189"/>
                      <a:gd name="connsiteX3" fmla="*/ -1909 w 58713"/>
                      <a:gd name="connsiteY3" fmla="*/ -2272 h 94189"/>
                      <a:gd name="connsiteX4" fmla="*/ -1909 w 58713"/>
                      <a:gd name="connsiteY4" fmla="*/ 8258 h 94189"/>
                      <a:gd name="connsiteX5" fmla="*/ 17497 w 58713"/>
                      <a:gd name="connsiteY5" fmla="*/ 28047 h 94189"/>
                      <a:gd name="connsiteX6" fmla="*/ 32958 w 58713"/>
                      <a:gd name="connsiteY6" fmla="*/ 44089 h 94189"/>
                      <a:gd name="connsiteX7" fmla="*/ 41343 w 58713"/>
                      <a:gd name="connsiteY7" fmla="*/ 55511 h 94189"/>
                      <a:gd name="connsiteX8" fmla="*/ 43742 w 58713"/>
                      <a:gd name="connsiteY8" fmla="*/ 64712 h 94189"/>
                      <a:gd name="connsiteX9" fmla="*/ 38568 w 58713"/>
                      <a:gd name="connsiteY9" fmla="*/ 76729 h 94189"/>
                      <a:gd name="connsiteX10" fmla="*/ 25089 w 58713"/>
                      <a:gd name="connsiteY10" fmla="*/ 81388 h 94189"/>
                      <a:gd name="connsiteX11" fmla="*/ 12660 w 58713"/>
                      <a:gd name="connsiteY11" fmla="*/ 79346 h 94189"/>
                      <a:gd name="connsiteX12" fmla="*/ -1295 w 58713"/>
                      <a:gd name="connsiteY12" fmla="*/ 73139 h 94189"/>
                      <a:gd name="connsiteX13" fmla="*/ -1295 w 58713"/>
                      <a:gd name="connsiteY13" fmla="*/ 85791 h 94189"/>
                      <a:gd name="connsiteX14" fmla="*/ 12819 w 58713"/>
                      <a:gd name="connsiteY14" fmla="*/ 90371 h 94189"/>
                      <a:gd name="connsiteX15" fmla="*/ 24851 w 58713"/>
                      <a:gd name="connsiteY15" fmla="*/ 91918 h 94189"/>
                      <a:gd name="connsiteX16" fmla="*/ 47765 w 58713"/>
                      <a:gd name="connsiteY16" fmla="*/ 84720 h 94189"/>
                      <a:gd name="connsiteX17" fmla="*/ 56309 w 58713"/>
                      <a:gd name="connsiteY17" fmla="*/ 65525 h 94189"/>
                      <a:gd name="connsiteX18" fmla="*/ 54168 w 58713"/>
                      <a:gd name="connsiteY18" fmla="*/ 54698 h 94189"/>
                      <a:gd name="connsiteX19" fmla="*/ 46398 w 58713"/>
                      <a:gd name="connsiteY19" fmla="*/ 42662 h 94189"/>
                      <a:gd name="connsiteX20" fmla="*/ 36546 w 58713"/>
                      <a:gd name="connsiteY20" fmla="*/ 32271 h 94189"/>
                      <a:gd name="connsiteX21" fmla="*/ 13136 w 58713"/>
                      <a:gd name="connsiteY21" fmla="*/ 8258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36" y="8258"/>
                        </a:moveTo>
                        <a:lnTo>
                          <a:pt x="56804" y="8258"/>
                        </a:lnTo>
                        <a:lnTo>
                          <a:pt x="56804" y="-2272"/>
                        </a:lnTo>
                        <a:lnTo>
                          <a:pt x="-1909" y="-2272"/>
                        </a:lnTo>
                        <a:lnTo>
                          <a:pt x="-1909" y="8258"/>
                        </a:lnTo>
                        <a:cubicBezTo>
                          <a:pt x="2835" y="13175"/>
                          <a:pt x="9304" y="19772"/>
                          <a:pt x="17497" y="28047"/>
                        </a:cubicBezTo>
                        <a:cubicBezTo>
                          <a:pt x="25703" y="36336"/>
                          <a:pt x="30857" y="41683"/>
                          <a:pt x="32958" y="44089"/>
                        </a:cubicBezTo>
                        <a:cubicBezTo>
                          <a:pt x="36962" y="48584"/>
                          <a:pt x="39757" y="52391"/>
                          <a:pt x="41343" y="55511"/>
                        </a:cubicBezTo>
                        <a:cubicBezTo>
                          <a:pt x="42942" y="58631"/>
                          <a:pt x="43742" y="61698"/>
                          <a:pt x="43742" y="64712"/>
                        </a:cubicBezTo>
                        <a:cubicBezTo>
                          <a:pt x="43742" y="69630"/>
                          <a:pt x="42017" y="73635"/>
                          <a:pt x="38568" y="76729"/>
                        </a:cubicBezTo>
                        <a:cubicBezTo>
                          <a:pt x="35119" y="79835"/>
                          <a:pt x="30626" y="81388"/>
                          <a:pt x="25089" y="81388"/>
                        </a:cubicBezTo>
                        <a:cubicBezTo>
                          <a:pt x="21164" y="81388"/>
                          <a:pt x="17021" y="80708"/>
                          <a:pt x="12660" y="79346"/>
                        </a:cubicBezTo>
                        <a:cubicBezTo>
                          <a:pt x="8313" y="77984"/>
                          <a:pt x="3661" y="75916"/>
                          <a:pt x="-1295" y="73139"/>
                        </a:cubicBezTo>
                        <a:lnTo>
                          <a:pt x="-1295" y="85791"/>
                        </a:lnTo>
                        <a:cubicBezTo>
                          <a:pt x="3740" y="87813"/>
                          <a:pt x="8445" y="89340"/>
                          <a:pt x="12819" y="90371"/>
                        </a:cubicBezTo>
                        <a:cubicBezTo>
                          <a:pt x="17206" y="91402"/>
                          <a:pt x="21217" y="91918"/>
                          <a:pt x="24851" y="91918"/>
                        </a:cubicBezTo>
                        <a:cubicBezTo>
                          <a:pt x="34432" y="91918"/>
                          <a:pt x="42070" y="89519"/>
                          <a:pt x="47765" y="84720"/>
                        </a:cubicBezTo>
                        <a:cubicBezTo>
                          <a:pt x="53461" y="79934"/>
                          <a:pt x="56309" y="73536"/>
                          <a:pt x="56309" y="65525"/>
                        </a:cubicBezTo>
                        <a:cubicBezTo>
                          <a:pt x="56309" y="61718"/>
                          <a:pt x="55595" y="58109"/>
                          <a:pt x="54168" y="54698"/>
                        </a:cubicBezTo>
                        <a:cubicBezTo>
                          <a:pt x="52754" y="51301"/>
                          <a:pt x="50164" y="47289"/>
                          <a:pt x="46398" y="42662"/>
                        </a:cubicBezTo>
                        <a:cubicBezTo>
                          <a:pt x="45367" y="41459"/>
                          <a:pt x="42083" y="37995"/>
                          <a:pt x="36546" y="32271"/>
                        </a:cubicBezTo>
                        <a:cubicBezTo>
                          <a:pt x="31022" y="26547"/>
                          <a:pt x="23219" y="18542"/>
                          <a:pt x="13136" y="82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8" name="Freeform: Shape 77">
                    <a:extLst>
                      <a:ext uri="{FF2B5EF4-FFF2-40B4-BE49-F238E27FC236}">
                        <a16:creationId xmlns:a16="http://schemas.microsoft.com/office/drawing/2014/main" id="{52674093-2DAD-6520-C0D9-D990E585A461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495987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53 h 95994"/>
                      <a:gd name="connsiteX1" fmla="*/ 15437 w 63926"/>
                      <a:gd name="connsiteY1" fmla="*/ 74335 h 95994"/>
                      <a:gd name="connsiteX2" fmla="*/ 10580 w 63926"/>
                      <a:gd name="connsiteY2" fmla="*/ 45741 h 95994"/>
                      <a:gd name="connsiteX3" fmla="*/ 15437 w 63926"/>
                      <a:gd name="connsiteY3" fmla="*/ 17207 h 95994"/>
                      <a:gd name="connsiteX4" fmla="*/ 29966 w 63926"/>
                      <a:gd name="connsiteY4" fmla="*/ 7688 h 95994"/>
                      <a:gd name="connsiteX5" fmla="*/ 44556 w 63926"/>
                      <a:gd name="connsiteY5" fmla="*/ 17207 h 95994"/>
                      <a:gd name="connsiteX6" fmla="*/ 49432 w 63926"/>
                      <a:gd name="connsiteY6" fmla="*/ 45741 h 95994"/>
                      <a:gd name="connsiteX7" fmla="*/ 44556 w 63926"/>
                      <a:gd name="connsiteY7" fmla="*/ 74335 h 95994"/>
                      <a:gd name="connsiteX8" fmla="*/ 29966 w 63926"/>
                      <a:gd name="connsiteY8" fmla="*/ 83853 h 95994"/>
                      <a:gd name="connsiteX9" fmla="*/ 29966 w 63926"/>
                      <a:gd name="connsiteY9" fmla="*/ 93768 h 95994"/>
                      <a:gd name="connsiteX10" fmla="*/ 53733 w 63926"/>
                      <a:gd name="connsiteY10" fmla="*/ 81454 h 95994"/>
                      <a:gd name="connsiteX11" fmla="*/ 61940 w 63926"/>
                      <a:gd name="connsiteY11" fmla="*/ 45741 h 95994"/>
                      <a:gd name="connsiteX12" fmla="*/ 53733 w 63926"/>
                      <a:gd name="connsiteY12" fmla="*/ 10068 h 95994"/>
                      <a:gd name="connsiteX13" fmla="*/ 29966 w 63926"/>
                      <a:gd name="connsiteY13" fmla="*/ -2226 h 95994"/>
                      <a:gd name="connsiteX14" fmla="*/ 6219 w 63926"/>
                      <a:gd name="connsiteY14" fmla="*/ 10068 h 95994"/>
                      <a:gd name="connsiteX15" fmla="*/ -1987 w 63926"/>
                      <a:gd name="connsiteY15" fmla="*/ 45741 h 95994"/>
                      <a:gd name="connsiteX16" fmla="*/ 6219 w 63926"/>
                      <a:gd name="connsiteY16" fmla="*/ 81454 h 95994"/>
                      <a:gd name="connsiteX17" fmla="*/ 29966 w 63926"/>
                      <a:gd name="connsiteY17" fmla="*/ 9376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53"/>
                        </a:moveTo>
                        <a:cubicBezTo>
                          <a:pt x="23531" y="83853"/>
                          <a:pt x="18688" y="80681"/>
                          <a:pt x="15437" y="74335"/>
                        </a:cubicBezTo>
                        <a:cubicBezTo>
                          <a:pt x="12199" y="68003"/>
                          <a:pt x="10580" y="58472"/>
                          <a:pt x="10580" y="45741"/>
                        </a:cubicBezTo>
                        <a:cubicBezTo>
                          <a:pt x="10580" y="33064"/>
                          <a:pt x="12199" y="23552"/>
                          <a:pt x="15437" y="17207"/>
                        </a:cubicBezTo>
                        <a:cubicBezTo>
                          <a:pt x="18688" y="10861"/>
                          <a:pt x="23531" y="7688"/>
                          <a:pt x="29966" y="7688"/>
                        </a:cubicBezTo>
                        <a:cubicBezTo>
                          <a:pt x="36455" y="7688"/>
                          <a:pt x="41318" y="10861"/>
                          <a:pt x="44556" y="17207"/>
                        </a:cubicBezTo>
                        <a:cubicBezTo>
                          <a:pt x="47806" y="23552"/>
                          <a:pt x="49432" y="33064"/>
                          <a:pt x="49432" y="45741"/>
                        </a:cubicBezTo>
                        <a:cubicBezTo>
                          <a:pt x="49432" y="58472"/>
                          <a:pt x="47806" y="68003"/>
                          <a:pt x="44556" y="74335"/>
                        </a:cubicBezTo>
                        <a:cubicBezTo>
                          <a:pt x="41318" y="80681"/>
                          <a:pt x="36455" y="83853"/>
                          <a:pt x="29966" y="83853"/>
                        </a:cubicBezTo>
                        <a:close/>
                        <a:moveTo>
                          <a:pt x="29966" y="93768"/>
                        </a:moveTo>
                        <a:cubicBezTo>
                          <a:pt x="40340" y="93768"/>
                          <a:pt x="48262" y="89663"/>
                          <a:pt x="53733" y="81454"/>
                        </a:cubicBezTo>
                        <a:cubicBezTo>
                          <a:pt x="59204" y="73258"/>
                          <a:pt x="61940" y="61353"/>
                          <a:pt x="61940" y="45741"/>
                        </a:cubicBezTo>
                        <a:cubicBezTo>
                          <a:pt x="61940" y="30168"/>
                          <a:pt x="59204" y="18277"/>
                          <a:pt x="53733" y="10068"/>
                        </a:cubicBezTo>
                        <a:cubicBezTo>
                          <a:pt x="48262" y="1872"/>
                          <a:pt x="40340" y="-2226"/>
                          <a:pt x="29966" y="-2226"/>
                        </a:cubicBezTo>
                        <a:cubicBezTo>
                          <a:pt x="19606" y="-2226"/>
                          <a:pt x="11690" y="1872"/>
                          <a:pt x="6219" y="10068"/>
                        </a:cubicBezTo>
                        <a:cubicBezTo>
                          <a:pt x="748" y="18277"/>
                          <a:pt x="-1987" y="30168"/>
                          <a:pt x="-1987" y="45741"/>
                        </a:cubicBezTo>
                        <a:cubicBezTo>
                          <a:pt x="-1987" y="61353"/>
                          <a:pt x="748" y="73258"/>
                          <a:pt x="6219" y="81454"/>
                        </a:cubicBezTo>
                        <a:cubicBezTo>
                          <a:pt x="11690" y="89663"/>
                          <a:pt x="19606" y="93768"/>
                          <a:pt x="29966" y="9376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5595025C-060F-FEFB-32DB-B0C952014E7B}"/>
                </a:ext>
              </a:extLst>
            </p:cNvPr>
            <p:cNvSpPr/>
            <p:nvPr/>
          </p:nvSpPr>
          <p:spPr>
            <a:xfrm>
              <a:off x="1524203" y="548680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CC5569E-74BA-FB80-DBCF-37FAD296BC37}"/>
                </a:ext>
              </a:extLst>
            </p:cNvPr>
            <p:cNvSpPr/>
            <p:nvPr/>
          </p:nvSpPr>
          <p:spPr>
            <a:xfrm>
              <a:off x="6054708" y="548680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3CC16462-E519-E464-7EA5-0CAAA40ABC77}"/>
                </a:ext>
              </a:extLst>
            </p:cNvPr>
            <p:cNvSpPr/>
            <p:nvPr/>
          </p:nvSpPr>
          <p:spPr>
            <a:xfrm>
              <a:off x="1524203" y="2814753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3CAF86F-FBBE-66AB-03E6-48A216F93617}"/>
                </a:ext>
              </a:extLst>
            </p:cNvPr>
            <p:cNvSpPr/>
            <p:nvPr/>
          </p:nvSpPr>
          <p:spPr>
            <a:xfrm>
              <a:off x="1524203" y="548680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87" name="Graphic 83">
            <a:extLst>
              <a:ext uri="{FF2B5EF4-FFF2-40B4-BE49-F238E27FC236}">
                <a16:creationId xmlns:a16="http://schemas.microsoft.com/office/drawing/2014/main" id="{43E24F85-839E-91E0-8D56-007BC73925FA}"/>
              </a:ext>
            </a:extLst>
          </p:cNvPr>
          <p:cNvGrpSpPr/>
          <p:nvPr/>
        </p:nvGrpSpPr>
        <p:grpSpPr>
          <a:xfrm>
            <a:off x="1199456" y="3439169"/>
            <a:ext cx="4967897" cy="2453144"/>
            <a:chOff x="3577804" y="2315354"/>
            <a:chExt cx="4967897" cy="2453144"/>
          </a:xfrm>
        </p:grpSpPr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13F39B0B-17DF-CC76-4DB5-B13094018DCA}"/>
                </a:ext>
              </a:extLst>
            </p:cNvPr>
            <p:cNvSpPr/>
            <p:nvPr/>
          </p:nvSpPr>
          <p:spPr>
            <a:xfrm>
              <a:off x="3902551" y="2315354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89" name="Picture 88">
              <a:extLst>
                <a:ext uri="{FF2B5EF4-FFF2-40B4-BE49-F238E27FC236}">
                  <a16:creationId xmlns:a16="http://schemas.microsoft.com/office/drawing/2014/main" id="{1E493067-0519-AD2C-25CE-0C6AEE1723E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V="1">
              <a:off x="3902551" y="2315354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51D4A12-E08F-7AEF-6C04-2B40B831B992}"/>
                </a:ext>
              </a:extLst>
            </p:cNvPr>
            <p:cNvSpPr/>
            <p:nvPr/>
          </p:nvSpPr>
          <p:spPr>
            <a:xfrm>
              <a:off x="6064924" y="3422199"/>
              <a:ext cx="228287" cy="97736"/>
            </a:xfrm>
            <a:custGeom>
              <a:avLst/>
              <a:gdLst>
                <a:gd name="connsiteX0" fmla="*/ 228288 w 228287"/>
                <a:gd name="connsiteY0" fmla="*/ 10682 h 97736"/>
                <a:gd name="connsiteX1" fmla="*/ 224142 w 228287"/>
                <a:gd name="connsiteY1" fmla="*/ 97737 h 97736"/>
                <a:gd name="connsiteX2" fmla="*/ 0 w 228287"/>
                <a:gd name="connsiteY2" fmla="*/ 87054 h 97736"/>
                <a:gd name="connsiteX3" fmla="*/ 4146 w 228287"/>
                <a:gd name="connsiteY3" fmla="*/ 0 h 97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287" h="97736">
                  <a:moveTo>
                    <a:pt x="228288" y="10682"/>
                  </a:moveTo>
                  <a:lnTo>
                    <a:pt x="224142" y="97737"/>
                  </a:lnTo>
                  <a:lnTo>
                    <a:pt x="0" y="87054"/>
                  </a:lnTo>
                  <a:lnTo>
                    <a:pt x="4146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79F4B8E-3B81-05D1-2D15-C7EA9AFB434F}"/>
                </a:ext>
              </a:extLst>
            </p:cNvPr>
            <p:cNvSpPr/>
            <p:nvPr/>
          </p:nvSpPr>
          <p:spPr>
            <a:xfrm>
              <a:off x="6202043" y="3428734"/>
              <a:ext cx="89095" cy="87054"/>
            </a:xfrm>
            <a:custGeom>
              <a:avLst/>
              <a:gdLst>
                <a:gd name="connsiteX0" fmla="*/ 89096 w 89095"/>
                <a:gd name="connsiteY0" fmla="*/ 47675 h 87054"/>
                <a:gd name="connsiteX1" fmla="*/ 0 w 89095"/>
                <a:gd name="connsiteY1" fmla="*/ 87054 h 87054"/>
                <a:gd name="connsiteX2" fmla="*/ 4146 w 89095"/>
                <a:gd name="connsiteY2" fmla="*/ 0 h 87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095" h="87054">
                  <a:moveTo>
                    <a:pt x="89096" y="47675"/>
                  </a:moveTo>
                  <a:lnTo>
                    <a:pt x="0" y="87054"/>
                  </a:lnTo>
                  <a:lnTo>
                    <a:pt x="4146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92" name="Graphic 83">
              <a:extLst>
                <a:ext uri="{FF2B5EF4-FFF2-40B4-BE49-F238E27FC236}">
                  <a16:creationId xmlns:a16="http://schemas.microsoft.com/office/drawing/2014/main" id="{DA6E3F4E-B1B8-8CF1-9DC1-CDAAE46D672C}"/>
                </a:ext>
              </a:extLst>
            </p:cNvPr>
            <p:cNvGrpSpPr/>
            <p:nvPr/>
          </p:nvGrpSpPr>
          <p:grpSpPr>
            <a:xfrm>
              <a:off x="3791269" y="4581427"/>
              <a:ext cx="4754431" cy="187070"/>
              <a:chOff x="3791269" y="4581427"/>
              <a:chExt cx="4754431" cy="187070"/>
            </a:xfrm>
            <a:solidFill>
              <a:srgbClr val="000000"/>
            </a:solidFill>
          </p:grpSpPr>
          <p:grpSp>
            <p:nvGrpSpPr>
              <p:cNvPr id="93" name="Graphic 83">
                <a:extLst>
                  <a:ext uri="{FF2B5EF4-FFF2-40B4-BE49-F238E27FC236}">
                    <a16:creationId xmlns:a16="http://schemas.microsoft.com/office/drawing/2014/main" id="{C956BFF3-710F-0C14-E1A4-61CD85B91A89}"/>
                  </a:ext>
                </a:extLst>
              </p:cNvPr>
              <p:cNvGrpSpPr/>
              <p:nvPr/>
            </p:nvGrpSpPr>
            <p:grpSpPr>
              <a:xfrm>
                <a:off x="3791269" y="4581427"/>
                <a:ext cx="223926" cy="187070"/>
                <a:chOff x="3791269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521CE793-FE3D-00AB-1729-3FA7A61929C6}"/>
                    </a:ext>
                  </a:extLst>
                </p:cNvPr>
                <p:cNvSpPr/>
                <p:nvPr/>
              </p:nvSpPr>
              <p:spPr>
                <a:xfrm>
                  <a:off x="3902551" y="4581427"/>
                  <a:ext cx="12686" cy="44417"/>
                </a:xfrm>
                <a:custGeom>
                  <a:avLst/>
                  <a:gdLst>
                    <a:gd name="connsiteX0" fmla="*/ 58 w 12686"/>
                    <a:gd name="connsiteY0" fmla="*/ 264 h 44417"/>
                    <a:gd name="connsiteX1" fmla="*/ 58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58" y="264"/>
                      </a:moveTo>
                      <a:lnTo>
                        <a:pt x="58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95" name="Graphic 83">
                  <a:extLst>
                    <a:ext uri="{FF2B5EF4-FFF2-40B4-BE49-F238E27FC236}">
                      <a16:creationId xmlns:a16="http://schemas.microsoft.com/office/drawing/2014/main" id="{1D1A8A6D-7F90-801D-9648-3FB098D92BCA}"/>
                    </a:ext>
                  </a:extLst>
                </p:cNvPr>
                <p:cNvGrpSpPr/>
                <p:nvPr/>
              </p:nvGrpSpPr>
              <p:grpSpPr>
                <a:xfrm>
                  <a:off x="3791269" y="4672504"/>
                  <a:ext cx="223926" cy="95994"/>
                  <a:chOff x="3791269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96" name="Freeform: Shape 95">
                    <a:extLst>
                      <a:ext uri="{FF2B5EF4-FFF2-40B4-BE49-F238E27FC236}">
                        <a16:creationId xmlns:a16="http://schemas.microsoft.com/office/drawing/2014/main" id="{E9AA978E-7CEE-16A5-9F10-7036E0CE98AE}"/>
                      </a:ext>
                    </a:extLst>
                  </p:cNvPr>
                  <p:cNvSpPr/>
                  <p:nvPr/>
                </p:nvSpPr>
                <p:spPr>
                  <a:xfrm flipV="1">
                    <a:off x="3791269" y="4674169"/>
                    <a:ext cx="59843" cy="94328"/>
                  </a:xfrm>
                  <a:custGeom>
                    <a:avLst/>
                    <a:gdLst>
                      <a:gd name="connsiteX0" fmla="*/ 1953 w 59843"/>
                      <a:gd name="connsiteY0" fmla="*/ 92316 h 94328"/>
                      <a:gd name="connsiteX1" fmla="*/ 51072 w 59843"/>
                      <a:gd name="connsiteY1" fmla="*/ 92316 h 94328"/>
                      <a:gd name="connsiteX2" fmla="*/ 51072 w 59843"/>
                      <a:gd name="connsiteY2" fmla="*/ 81767 h 94328"/>
                      <a:gd name="connsiteX3" fmla="*/ 13410 w 59843"/>
                      <a:gd name="connsiteY3" fmla="*/ 81767 h 94328"/>
                      <a:gd name="connsiteX4" fmla="*/ 13410 w 59843"/>
                      <a:gd name="connsiteY4" fmla="*/ 59102 h 94328"/>
                      <a:gd name="connsiteX5" fmla="*/ 18841 w 59843"/>
                      <a:gd name="connsiteY5" fmla="*/ 60490 h 94328"/>
                      <a:gd name="connsiteX6" fmla="*/ 24312 w 59843"/>
                      <a:gd name="connsiteY6" fmla="*/ 60946 h 94328"/>
                      <a:gd name="connsiteX7" fmla="*/ 48832 w 59843"/>
                      <a:gd name="connsiteY7" fmla="*/ 52459 h 94328"/>
                      <a:gd name="connsiteX8" fmla="*/ 57891 w 59843"/>
                      <a:gd name="connsiteY8" fmla="*/ 29476 h 94328"/>
                      <a:gd name="connsiteX9" fmla="*/ 48594 w 59843"/>
                      <a:gd name="connsiteY9" fmla="*/ 6256 h 94328"/>
                      <a:gd name="connsiteX10" fmla="*/ 22389 w 59843"/>
                      <a:gd name="connsiteY10" fmla="*/ -2013 h 94328"/>
                      <a:gd name="connsiteX11" fmla="*/ 10516 w 59843"/>
                      <a:gd name="connsiteY11" fmla="*/ -1021 h 94328"/>
                      <a:gd name="connsiteX12" fmla="*/ -1952 w 59843"/>
                      <a:gd name="connsiteY12" fmla="*/ 1953 h 94328"/>
                      <a:gd name="connsiteX13" fmla="*/ -1952 w 59843"/>
                      <a:gd name="connsiteY13" fmla="*/ 14545 h 94328"/>
                      <a:gd name="connsiteX14" fmla="*/ 9564 w 59843"/>
                      <a:gd name="connsiteY14" fmla="*/ 10024 h 94328"/>
                      <a:gd name="connsiteX15" fmla="*/ 22132 w 59843"/>
                      <a:gd name="connsiteY15" fmla="*/ 8537 h 94328"/>
                      <a:gd name="connsiteX16" fmla="*/ 39100 w 59843"/>
                      <a:gd name="connsiteY16" fmla="*/ 14168 h 94328"/>
                      <a:gd name="connsiteX17" fmla="*/ 45363 w 59843"/>
                      <a:gd name="connsiteY17" fmla="*/ 29476 h 94328"/>
                      <a:gd name="connsiteX18" fmla="*/ 39100 w 59843"/>
                      <a:gd name="connsiteY18" fmla="*/ 44765 h 94328"/>
                      <a:gd name="connsiteX19" fmla="*/ 22132 w 59843"/>
                      <a:gd name="connsiteY19" fmla="*/ 50416 h 94328"/>
                      <a:gd name="connsiteX20" fmla="*/ 12121 w 59843"/>
                      <a:gd name="connsiteY20" fmla="*/ 49306 h 94328"/>
                      <a:gd name="connsiteX21" fmla="*/ 1953 w 59843"/>
                      <a:gd name="connsiteY21" fmla="*/ 45836 h 94328"/>
                      <a:gd name="connsiteX22" fmla="*/ 1953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53" y="92316"/>
                        </a:moveTo>
                        <a:lnTo>
                          <a:pt x="51072" y="92316"/>
                        </a:lnTo>
                        <a:lnTo>
                          <a:pt x="51072" y="81767"/>
                        </a:lnTo>
                        <a:lnTo>
                          <a:pt x="13410" y="81767"/>
                        </a:lnTo>
                        <a:lnTo>
                          <a:pt x="13410" y="59102"/>
                        </a:lnTo>
                        <a:cubicBezTo>
                          <a:pt x="15220" y="59723"/>
                          <a:pt x="17031" y="60186"/>
                          <a:pt x="18841" y="60490"/>
                        </a:cubicBezTo>
                        <a:cubicBezTo>
                          <a:pt x="20665" y="60794"/>
                          <a:pt x="22488" y="60946"/>
                          <a:pt x="24312" y="60946"/>
                        </a:cubicBezTo>
                        <a:cubicBezTo>
                          <a:pt x="34633" y="60946"/>
                          <a:pt x="42806" y="58117"/>
                          <a:pt x="48832" y="52459"/>
                        </a:cubicBezTo>
                        <a:cubicBezTo>
                          <a:pt x="54871" y="46801"/>
                          <a:pt x="57891" y="39140"/>
                          <a:pt x="57891" y="29476"/>
                        </a:cubicBezTo>
                        <a:cubicBezTo>
                          <a:pt x="57891" y="19522"/>
                          <a:pt x="54792" y="11782"/>
                          <a:pt x="48594" y="6256"/>
                        </a:cubicBezTo>
                        <a:cubicBezTo>
                          <a:pt x="42397" y="744"/>
                          <a:pt x="33662" y="-2013"/>
                          <a:pt x="22389" y="-2013"/>
                        </a:cubicBezTo>
                        <a:cubicBezTo>
                          <a:pt x="18504" y="-2013"/>
                          <a:pt x="14546" y="-1682"/>
                          <a:pt x="10516" y="-1021"/>
                        </a:cubicBezTo>
                        <a:cubicBezTo>
                          <a:pt x="6499" y="-360"/>
                          <a:pt x="2343" y="631"/>
                          <a:pt x="-1952" y="1953"/>
                        </a:cubicBezTo>
                        <a:lnTo>
                          <a:pt x="-1952" y="14545"/>
                        </a:lnTo>
                        <a:cubicBezTo>
                          <a:pt x="1761" y="12522"/>
                          <a:pt x="5600" y="11015"/>
                          <a:pt x="9564" y="10024"/>
                        </a:cubicBezTo>
                        <a:cubicBezTo>
                          <a:pt x="13529" y="9032"/>
                          <a:pt x="17718" y="8537"/>
                          <a:pt x="22132" y="8537"/>
                        </a:cubicBezTo>
                        <a:cubicBezTo>
                          <a:pt x="29281" y="8537"/>
                          <a:pt x="34937" y="10414"/>
                          <a:pt x="39100" y="14168"/>
                        </a:cubicBezTo>
                        <a:cubicBezTo>
                          <a:pt x="43275" y="17923"/>
                          <a:pt x="45363" y="23025"/>
                          <a:pt x="45363" y="29476"/>
                        </a:cubicBezTo>
                        <a:cubicBezTo>
                          <a:pt x="45363" y="35914"/>
                          <a:pt x="43275" y="41011"/>
                          <a:pt x="39100" y="44765"/>
                        </a:cubicBezTo>
                        <a:cubicBezTo>
                          <a:pt x="34937" y="48533"/>
                          <a:pt x="29281" y="50416"/>
                          <a:pt x="22132" y="50416"/>
                        </a:cubicBezTo>
                        <a:cubicBezTo>
                          <a:pt x="18788" y="50416"/>
                          <a:pt x="15452" y="50046"/>
                          <a:pt x="12121" y="49306"/>
                        </a:cubicBezTo>
                        <a:cubicBezTo>
                          <a:pt x="8805" y="48566"/>
                          <a:pt x="5415" y="47409"/>
                          <a:pt x="1953" y="45836"/>
                        </a:cubicBezTo>
                        <a:lnTo>
                          <a:pt x="1953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7" name="Freeform: Shape 96">
                    <a:extLst>
                      <a:ext uri="{FF2B5EF4-FFF2-40B4-BE49-F238E27FC236}">
                        <a16:creationId xmlns:a16="http://schemas.microsoft.com/office/drawing/2014/main" id="{28FA6400-3D5D-DFFF-B876-D064FEE45A2D}"/>
                      </a:ext>
                    </a:extLst>
                  </p:cNvPr>
                  <p:cNvSpPr/>
                  <p:nvPr/>
                </p:nvSpPr>
                <p:spPr>
                  <a:xfrm flipV="1">
                    <a:off x="3870556" y="4672504"/>
                    <a:ext cx="63926" cy="95994"/>
                  </a:xfrm>
                  <a:custGeom>
                    <a:avLst/>
                    <a:gdLst>
                      <a:gd name="connsiteX0" fmla="*/ 29977 w 63926"/>
                      <a:gd name="connsiteY0" fmla="*/ 84025 h 95994"/>
                      <a:gd name="connsiteX1" fmla="*/ 15447 w 63926"/>
                      <a:gd name="connsiteY1" fmla="*/ 74507 h 95994"/>
                      <a:gd name="connsiteX2" fmla="*/ 10590 w 63926"/>
                      <a:gd name="connsiteY2" fmla="*/ 45913 h 95994"/>
                      <a:gd name="connsiteX3" fmla="*/ 15447 w 63926"/>
                      <a:gd name="connsiteY3" fmla="*/ 17378 h 95994"/>
                      <a:gd name="connsiteX4" fmla="*/ 29977 w 63926"/>
                      <a:gd name="connsiteY4" fmla="*/ 7860 h 95994"/>
                      <a:gd name="connsiteX5" fmla="*/ 44566 w 63926"/>
                      <a:gd name="connsiteY5" fmla="*/ 17378 h 95994"/>
                      <a:gd name="connsiteX6" fmla="*/ 49442 w 63926"/>
                      <a:gd name="connsiteY6" fmla="*/ 45913 h 95994"/>
                      <a:gd name="connsiteX7" fmla="*/ 44566 w 63926"/>
                      <a:gd name="connsiteY7" fmla="*/ 74507 h 95994"/>
                      <a:gd name="connsiteX8" fmla="*/ 29977 w 63926"/>
                      <a:gd name="connsiteY8" fmla="*/ 84025 h 95994"/>
                      <a:gd name="connsiteX9" fmla="*/ 29977 w 63926"/>
                      <a:gd name="connsiteY9" fmla="*/ 93939 h 95994"/>
                      <a:gd name="connsiteX10" fmla="*/ 53743 w 63926"/>
                      <a:gd name="connsiteY10" fmla="*/ 81625 h 95994"/>
                      <a:gd name="connsiteX11" fmla="*/ 61950 w 63926"/>
                      <a:gd name="connsiteY11" fmla="*/ 45913 h 95994"/>
                      <a:gd name="connsiteX12" fmla="*/ 53743 w 63926"/>
                      <a:gd name="connsiteY12" fmla="*/ 10240 h 95994"/>
                      <a:gd name="connsiteX13" fmla="*/ 29977 w 63926"/>
                      <a:gd name="connsiteY13" fmla="*/ -2055 h 95994"/>
                      <a:gd name="connsiteX14" fmla="*/ 6229 w 63926"/>
                      <a:gd name="connsiteY14" fmla="*/ 10240 h 95994"/>
                      <a:gd name="connsiteX15" fmla="*/ -1977 w 63926"/>
                      <a:gd name="connsiteY15" fmla="*/ 45913 h 95994"/>
                      <a:gd name="connsiteX16" fmla="*/ 6229 w 63926"/>
                      <a:gd name="connsiteY16" fmla="*/ 81625 h 95994"/>
                      <a:gd name="connsiteX17" fmla="*/ 2997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77" y="84025"/>
                        </a:moveTo>
                        <a:cubicBezTo>
                          <a:pt x="23541" y="84025"/>
                          <a:pt x="18698" y="80852"/>
                          <a:pt x="15447" y="74507"/>
                        </a:cubicBezTo>
                        <a:cubicBezTo>
                          <a:pt x="12209" y="68174"/>
                          <a:pt x="10590" y="58643"/>
                          <a:pt x="10590" y="45913"/>
                        </a:cubicBezTo>
                        <a:cubicBezTo>
                          <a:pt x="10590" y="33235"/>
                          <a:pt x="12209" y="23724"/>
                          <a:pt x="15447" y="17378"/>
                        </a:cubicBezTo>
                        <a:cubicBezTo>
                          <a:pt x="18698" y="11033"/>
                          <a:pt x="23541" y="7860"/>
                          <a:pt x="29977" y="7860"/>
                        </a:cubicBezTo>
                        <a:cubicBezTo>
                          <a:pt x="36465" y="7860"/>
                          <a:pt x="41328" y="11033"/>
                          <a:pt x="44566" y="17378"/>
                        </a:cubicBezTo>
                        <a:cubicBezTo>
                          <a:pt x="47817" y="23724"/>
                          <a:pt x="49442" y="33235"/>
                          <a:pt x="49442" y="45913"/>
                        </a:cubicBezTo>
                        <a:cubicBezTo>
                          <a:pt x="49442" y="58643"/>
                          <a:pt x="47817" y="68174"/>
                          <a:pt x="44566" y="74507"/>
                        </a:cubicBezTo>
                        <a:cubicBezTo>
                          <a:pt x="41328" y="80852"/>
                          <a:pt x="36465" y="84025"/>
                          <a:pt x="29977" y="84025"/>
                        </a:cubicBezTo>
                        <a:close/>
                        <a:moveTo>
                          <a:pt x="29977" y="93939"/>
                        </a:moveTo>
                        <a:cubicBezTo>
                          <a:pt x="40350" y="93939"/>
                          <a:pt x="48272" y="89835"/>
                          <a:pt x="53743" y="81625"/>
                        </a:cubicBezTo>
                        <a:cubicBezTo>
                          <a:pt x="59214" y="73429"/>
                          <a:pt x="61950" y="61525"/>
                          <a:pt x="61950" y="45913"/>
                        </a:cubicBezTo>
                        <a:cubicBezTo>
                          <a:pt x="61950" y="30340"/>
                          <a:pt x="59214" y="18449"/>
                          <a:pt x="53743" y="10240"/>
                        </a:cubicBezTo>
                        <a:cubicBezTo>
                          <a:pt x="48272" y="2043"/>
                          <a:pt x="40350" y="-2055"/>
                          <a:pt x="29977" y="-2055"/>
                        </a:cubicBezTo>
                        <a:cubicBezTo>
                          <a:pt x="19616" y="-2055"/>
                          <a:pt x="11700" y="2043"/>
                          <a:pt x="6229" y="10240"/>
                        </a:cubicBezTo>
                        <a:cubicBezTo>
                          <a:pt x="759" y="18449"/>
                          <a:pt x="-1977" y="30340"/>
                          <a:pt x="-1977" y="45913"/>
                        </a:cubicBezTo>
                        <a:cubicBezTo>
                          <a:pt x="-1977" y="61525"/>
                          <a:pt x="759" y="73429"/>
                          <a:pt x="6229" y="81625"/>
                        </a:cubicBezTo>
                        <a:cubicBezTo>
                          <a:pt x="11700" y="89835"/>
                          <a:pt x="19616" y="93939"/>
                          <a:pt x="2997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8" name="Freeform: Shape 97">
                    <a:extLst>
                      <a:ext uri="{FF2B5EF4-FFF2-40B4-BE49-F238E27FC236}">
                        <a16:creationId xmlns:a16="http://schemas.microsoft.com/office/drawing/2014/main" id="{EDF66D5D-D743-80A9-F88A-108F6AE4D49E}"/>
                      </a:ext>
                    </a:extLst>
                  </p:cNvPr>
                  <p:cNvSpPr/>
                  <p:nvPr/>
                </p:nvSpPr>
                <p:spPr>
                  <a:xfrm flipV="1">
                    <a:off x="3951269" y="4672504"/>
                    <a:ext cx="63926" cy="95994"/>
                  </a:xfrm>
                  <a:custGeom>
                    <a:avLst/>
                    <a:gdLst>
                      <a:gd name="connsiteX0" fmla="*/ 29983 w 63926"/>
                      <a:gd name="connsiteY0" fmla="*/ 84025 h 95994"/>
                      <a:gd name="connsiteX1" fmla="*/ 15453 w 63926"/>
                      <a:gd name="connsiteY1" fmla="*/ 74507 h 95994"/>
                      <a:gd name="connsiteX2" fmla="*/ 10597 w 63926"/>
                      <a:gd name="connsiteY2" fmla="*/ 45913 h 95994"/>
                      <a:gd name="connsiteX3" fmla="*/ 15453 w 63926"/>
                      <a:gd name="connsiteY3" fmla="*/ 17378 h 95994"/>
                      <a:gd name="connsiteX4" fmla="*/ 29983 w 63926"/>
                      <a:gd name="connsiteY4" fmla="*/ 7860 h 95994"/>
                      <a:gd name="connsiteX5" fmla="*/ 44572 w 63926"/>
                      <a:gd name="connsiteY5" fmla="*/ 17378 h 95994"/>
                      <a:gd name="connsiteX6" fmla="*/ 49448 w 63926"/>
                      <a:gd name="connsiteY6" fmla="*/ 45913 h 95994"/>
                      <a:gd name="connsiteX7" fmla="*/ 44572 w 63926"/>
                      <a:gd name="connsiteY7" fmla="*/ 74507 h 95994"/>
                      <a:gd name="connsiteX8" fmla="*/ 29983 w 63926"/>
                      <a:gd name="connsiteY8" fmla="*/ 84025 h 95994"/>
                      <a:gd name="connsiteX9" fmla="*/ 29983 w 63926"/>
                      <a:gd name="connsiteY9" fmla="*/ 93939 h 95994"/>
                      <a:gd name="connsiteX10" fmla="*/ 53750 w 63926"/>
                      <a:gd name="connsiteY10" fmla="*/ 81625 h 95994"/>
                      <a:gd name="connsiteX11" fmla="*/ 61956 w 63926"/>
                      <a:gd name="connsiteY11" fmla="*/ 45913 h 95994"/>
                      <a:gd name="connsiteX12" fmla="*/ 53750 w 63926"/>
                      <a:gd name="connsiteY12" fmla="*/ 10240 h 95994"/>
                      <a:gd name="connsiteX13" fmla="*/ 29983 w 63926"/>
                      <a:gd name="connsiteY13" fmla="*/ -2055 h 95994"/>
                      <a:gd name="connsiteX14" fmla="*/ 6236 w 63926"/>
                      <a:gd name="connsiteY14" fmla="*/ 10240 h 95994"/>
                      <a:gd name="connsiteX15" fmla="*/ -1971 w 63926"/>
                      <a:gd name="connsiteY15" fmla="*/ 45913 h 95994"/>
                      <a:gd name="connsiteX16" fmla="*/ 6236 w 63926"/>
                      <a:gd name="connsiteY16" fmla="*/ 81625 h 95994"/>
                      <a:gd name="connsiteX17" fmla="*/ 29983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83" y="84025"/>
                        </a:moveTo>
                        <a:cubicBezTo>
                          <a:pt x="23547" y="84025"/>
                          <a:pt x="18704" y="80852"/>
                          <a:pt x="15453" y="74507"/>
                        </a:cubicBezTo>
                        <a:cubicBezTo>
                          <a:pt x="12216" y="68174"/>
                          <a:pt x="10597" y="58643"/>
                          <a:pt x="10597" y="45913"/>
                        </a:cubicBezTo>
                        <a:cubicBezTo>
                          <a:pt x="10597" y="33235"/>
                          <a:pt x="12216" y="23724"/>
                          <a:pt x="15453" y="17378"/>
                        </a:cubicBezTo>
                        <a:cubicBezTo>
                          <a:pt x="18704" y="11033"/>
                          <a:pt x="23547" y="7860"/>
                          <a:pt x="29983" y="7860"/>
                        </a:cubicBezTo>
                        <a:cubicBezTo>
                          <a:pt x="36471" y="7860"/>
                          <a:pt x="41334" y="11033"/>
                          <a:pt x="44572" y="17378"/>
                        </a:cubicBezTo>
                        <a:cubicBezTo>
                          <a:pt x="47823" y="23724"/>
                          <a:pt x="49448" y="33235"/>
                          <a:pt x="49448" y="45913"/>
                        </a:cubicBezTo>
                        <a:cubicBezTo>
                          <a:pt x="49448" y="58643"/>
                          <a:pt x="47823" y="68174"/>
                          <a:pt x="44572" y="74507"/>
                        </a:cubicBezTo>
                        <a:cubicBezTo>
                          <a:pt x="41334" y="80852"/>
                          <a:pt x="36471" y="84025"/>
                          <a:pt x="29983" y="84025"/>
                        </a:cubicBezTo>
                        <a:close/>
                        <a:moveTo>
                          <a:pt x="29983" y="93939"/>
                        </a:moveTo>
                        <a:cubicBezTo>
                          <a:pt x="40357" y="93939"/>
                          <a:pt x="48279" y="89835"/>
                          <a:pt x="53750" y="81625"/>
                        </a:cubicBezTo>
                        <a:cubicBezTo>
                          <a:pt x="59221" y="73429"/>
                          <a:pt x="61956" y="61525"/>
                          <a:pt x="61956" y="45913"/>
                        </a:cubicBezTo>
                        <a:cubicBezTo>
                          <a:pt x="61956" y="30340"/>
                          <a:pt x="59221" y="18449"/>
                          <a:pt x="53750" y="10240"/>
                        </a:cubicBezTo>
                        <a:cubicBezTo>
                          <a:pt x="48279" y="2043"/>
                          <a:pt x="40357" y="-2055"/>
                          <a:pt x="29983" y="-2055"/>
                        </a:cubicBezTo>
                        <a:cubicBezTo>
                          <a:pt x="19622" y="-2055"/>
                          <a:pt x="11707" y="2043"/>
                          <a:pt x="6236" y="10240"/>
                        </a:cubicBezTo>
                        <a:cubicBezTo>
                          <a:pt x="765" y="18449"/>
                          <a:pt x="-1971" y="30340"/>
                          <a:pt x="-1971" y="45913"/>
                        </a:cubicBezTo>
                        <a:cubicBezTo>
                          <a:pt x="-1971" y="61525"/>
                          <a:pt x="765" y="73429"/>
                          <a:pt x="6236" y="81625"/>
                        </a:cubicBezTo>
                        <a:cubicBezTo>
                          <a:pt x="11707" y="89835"/>
                          <a:pt x="19622" y="93939"/>
                          <a:pt x="29983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99" name="Graphic 83">
                <a:extLst>
                  <a:ext uri="{FF2B5EF4-FFF2-40B4-BE49-F238E27FC236}">
                    <a16:creationId xmlns:a16="http://schemas.microsoft.com/office/drawing/2014/main" id="{E097F79B-EFE6-DC02-D0D7-C1D3CABE3794}"/>
                  </a:ext>
                </a:extLst>
              </p:cNvPr>
              <p:cNvGrpSpPr/>
              <p:nvPr/>
            </p:nvGrpSpPr>
            <p:grpSpPr>
              <a:xfrm>
                <a:off x="4697370" y="4581427"/>
                <a:ext cx="223926" cy="187070"/>
                <a:chOff x="4697370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3CF4B63B-38B2-275E-10A2-8D5BF02951CB}"/>
                    </a:ext>
                  </a:extLst>
                </p:cNvPr>
                <p:cNvSpPr/>
                <p:nvPr/>
              </p:nvSpPr>
              <p:spPr>
                <a:xfrm>
                  <a:off x="4808652" y="4581427"/>
                  <a:ext cx="12686" cy="44417"/>
                </a:xfrm>
                <a:custGeom>
                  <a:avLst/>
                  <a:gdLst>
                    <a:gd name="connsiteX0" fmla="*/ 129 w 12686"/>
                    <a:gd name="connsiteY0" fmla="*/ 264 h 44417"/>
                    <a:gd name="connsiteX1" fmla="*/ 129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29" y="264"/>
                      </a:moveTo>
                      <a:lnTo>
                        <a:pt x="129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01" name="Graphic 83">
                  <a:extLst>
                    <a:ext uri="{FF2B5EF4-FFF2-40B4-BE49-F238E27FC236}">
                      <a16:creationId xmlns:a16="http://schemas.microsoft.com/office/drawing/2014/main" id="{3DDD4CA0-EF53-E8A2-7AB8-0E040E30C6F8}"/>
                    </a:ext>
                  </a:extLst>
                </p:cNvPr>
                <p:cNvGrpSpPr/>
                <p:nvPr/>
              </p:nvGrpSpPr>
              <p:grpSpPr>
                <a:xfrm>
                  <a:off x="4697370" y="4672504"/>
                  <a:ext cx="223926" cy="95994"/>
                  <a:chOff x="4697370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02" name="Freeform: Shape 101">
                    <a:extLst>
                      <a:ext uri="{FF2B5EF4-FFF2-40B4-BE49-F238E27FC236}">
                        <a16:creationId xmlns:a16="http://schemas.microsoft.com/office/drawing/2014/main" id="{4A9B2624-2C85-FFA5-352D-C15DA3531ACD}"/>
                      </a:ext>
                    </a:extLst>
                  </p:cNvPr>
                  <p:cNvSpPr/>
                  <p:nvPr/>
                </p:nvSpPr>
                <p:spPr>
                  <a:xfrm flipV="1">
                    <a:off x="4697370" y="4674169"/>
                    <a:ext cx="59843" cy="94328"/>
                  </a:xfrm>
                  <a:custGeom>
                    <a:avLst/>
                    <a:gdLst>
                      <a:gd name="connsiteX0" fmla="*/ 2024 w 59843"/>
                      <a:gd name="connsiteY0" fmla="*/ 92316 h 94328"/>
                      <a:gd name="connsiteX1" fmla="*/ 51144 w 59843"/>
                      <a:gd name="connsiteY1" fmla="*/ 92316 h 94328"/>
                      <a:gd name="connsiteX2" fmla="*/ 51144 w 59843"/>
                      <a:gd name="connsiteY2" fmla="*/ 81767 h 94328"/>
                      <a:gd name="connsiteX3" fmla="*/ 13481 w 59843"/>
                      <a:gd name="connsiteY3" fmla="*/ 81767 h 94328"/>
                      <a:gd name="connsiteX4" fmla="*/ 13481 w 59843"/>
                      <a:gd name="connsiteY4" fmla="*/ 59102 h 94328"/>
                      <a:gd name="connsiteX5" fmla="*/ 18913 w 59843"/>
                      <a:gd name="connsiteY5" fmla="*/ 60490 h 94328"/>
                      <a:gd name="connsiteX6" fmla="*/ 24384 w 59843"/>
                      <a:gd name="connsiteY6" fmla="*/ 60946 h 94328"/>
                      <a:gd name="connsiteX7" fmla="*/ 48904 w 59843"/>
                      <a:gd name="connsiteY7" fmla="*/ 52459 h 94328"/>
                      <a:gd name="connsiteX8" fmla="*/ 57962 w 59843"/>
                      <a:gd name="connsiteY8" fmla="*/ 29476 h 94328"/>
                      <a:gd name="connsiteX9" fmla="*/ 48666 w 59843"/>
                      <a:gd name="connsiteY9" fmla="*/ 6256 h 94328"/>
                      <a:gd name="connsiteX10" fmla="*/ 22461 w 59843"/>
                      <a:gd name="connsiteY10" fmla="*/ -2013 h 94328"/>
                      <a:gd name="connsiteX11" fmla="*/ 10587 w 59843"/>
                      <a:gd name="connsiteY11" fmla="*/ -1021 h 94328"/>
                      <a:gd name="connsiteX12" fmla="*/ -1881 w 59843"/>
                      <a:gd name="connsiteY12" fmla="*/ 1953 h 94328"/>
                      <a:gd name="connsiteX13" fmla="*/ -1881 w 59843"/>
                      <a:gd name="connsiteY13" fmla="*/ 14545 h 94328"/>
                      <a:gd name="connsiteX14" fmla="*/ 9636 w 59843"/>
                      <a:gd name="connsiteY14" fmla="*/ 10024 h 94328"/>
                      <a:gd name="connsiteX15" fmla="*/ 22203 w 59843"/>
                      <a:gd name="connsiteY15" fmla="*/ 8537 h 94328"/>
                      <a:gd name="connsiteX16" fmla="*/ 39171 w 59843"/>
                      <a:gd name="connsiteY16" fmla="*/ 14168 h 94328"/>
                      <a:gd name="connsiteX17" fmla="*/ 45435 w 59843"/>
                      <a:gd name="connsiteY17" fmla="*/ 29476 h 94328"/>
                      <a:gd name="connsiteX18" fmla="*/ 39171 w 59843"/>
                      <a:gd name="connsiteY18" fmla="*/ 44765 h 94328"/>
                      <a:gd name="connsiteX19" fmla="*/ 22203 w 59843"/>
                      <a:gd name="connsiteY19" fmla="*/ 50416 h 94328"/>
                      <a:gd name="connsiteX20" fmla="*/ 12193 w 59843"/>
                      <a:gd name="connsiteY20" fmla="*/ 49306 h 94328"/>
                      <a:gd name="connsiteX21" fmla="*/ 2024 w 59843"/>
                      <a:gd name="connsiteY21" fmla="*/ 45836 h 94328"/>
                      <a:gd name="connsiteX22" fmla="*/ 2024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24" y="92316"/>
                        </a:moveTo>
                        <a:lnTo>
                          <a:pt x="51144" y="92316"/>
                        </a:lnTo>
                        <a:lnTo>
                          <a:pt x="51144" y="81767"/>
                        </a:lnTo>
                        <a:lnTo>
                          <a:pt x="13481" y="81767"/>
                        </a:lnTo>
                        <a:lnTo>
                          <a:pt x="13481" y="59102"/>
                        </a:lnTo>
                        <a:cubicBezTo>
                          <a:pt x="15292" y="59723"/>
                          <a:pt x="17102" y="60186"/>
                          <a:pt x="18913" y="60490"/>
                        </a:cubicBezTo>
                        <a:cubicBezTo>
                          <a:pt x="20736" y="60794"/>
                          <a:pt x="22560" y="60946"/>
                          <a:pt x="24384" y="60946"/>
                        </a:cubicBezTo>
                        <a:cubicBezTo>
                          <a:pt x="34704" y="60946"/>
                          <a:pt x="42878" y="58117"/>
                          <a:pt x="48904" y="52459"/>
                        </a:cubicBezTo>
                        <a:cubicBezTo>
                          <a:pt x="54943" y="46801"/>
                          <a:pt x="57962" y="39140"/>
                          <a:pt x="57962" y="29476"/>
                        </a:cubicBezTo>
                        <a:cubicBezTo>
                          <a:pt x="57962" y="19522"/>
                          <a:pt x="54864" y="11782"/>
                          <a:pt x="48666" y="6256"/>
                        </a:cubicBezTo>
                        <a:cubicBezTo>
                          <a:pt x="42468" y="744"/>
                          <a:pt x="33733" y="-2013"/>
                          <a:pt x="22461" y="-2013"/>
                        </a:cubicBezTo>
                        <a:cubicBezTo>
                          <a:pt x="18576" y="-2013"/>
                          <a:pt x="14618" y="-1682"/>
                          <a:pt x="10587" y="-1021"/>
                        </a:cubicBezTo>
                        <a:cubicBezTo>
                          <a:pt x="6570" y="-360"/>
                          <a:pt x="2414" y="631"/>
                          <a:pt x="-1881" y="1953"/>
                        </a:cubicBezTo>
                        <a:lnTo>
                          <a:pt x="-1881" y="14545"/>
                        </a:lnTo>
                        <a:cubicBezTo>
                          <a:pt x="1832" y="12522"/>
                          <a:pt x="5671" y="11015"/>
                          <a:pt x="9636" y="10024"/>
                        </a:cubicBezTo>
                        <a:cubicBezTo>
                          <a:pt x="13600" y="9032"/>
                          <a:pt x="17789" y="8537"/>
                          <a:pt x="22203" y="8537"/>
                        </a:cubicBezTo>
                        <a:cubicBezTo>
                          <a:pt x="29352" y="8537"/>
                          <a:pt x="35008" y="10414"/>
                          <a:pt x="39171" y="14168"/>
                        </a:cubicBezTo>
                        <a:cubicBezTo>
                          <a:pt x="43347" y="17923"/>
                          <a:pt x="45435" y="23025"/>
                          <a:pt x="45435" y="29476"/>
                        </a:cubicBezTo>
                        <a:cubicBezTo>
                          <a:pt x="45435" y="35914"/>
                          <a:pt x="43347" y="41011"/>
                          <a:pt x="39171" y="44765"/>
                        </a:cubicBezTo>
                        <a:cubicBezTo>
                          <a:pt x="35008" y="48533"/>
                          <a:pt x="29352" y="50416"/>
                          <a:pt x="22203" y="50416"/>
                        </a:cubicBezTo>
                        <a:cubicBezTo>
                          <a:pt x="18860" y="50416"/>
                          <a:pt x="15523" y="50046"/>
                          <a:pt x="12193" y="49306"/>
                        </a:cubicBezTo>
                        <a:cubicBezTo>
                          <a:pt x="8876" y="48566"/>
                          <a:pt x="5486" y="47409"/>
                          <a:pt x="2024" y="45836"/>
                        </a:cubicBezTo>
                        <a:lnTo>
                          <a:pt x="2024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03" name="Freeform: Shape 102">
                    <a:extLst>
                      <a:ext uri="{FF2B5EF4-FFF2-40B4-BE49-F238E27FC236}">
                        <a16:creationId xmlns:a16="http://schemas.microsoft.com/office/drawing/2014/main" id="{AEBCF70C-F623-8B75-F7F3-5D82B96D2410}"/>
                      </a:ext>
                    </a:extLst>
                  </p:cNvPr>
                  <p:cNvSpPr/>
                  <p:nvPr/>
                </p:nvSpPr>
                <p:spPr>
                  <a:xfrm flipV="1">
                    <a:off x="4777588" y="4672504"/>
                    <a:ext cx="58713" cy="94189"/>
                  </a:xfrm>
                  <a:custGeom>
                    <a:avLst/>
                    <a:gdLst>
                      <a:gd name="connsiteX0" fmla="*/ 13224 w 58713"/>
                      <a:gd name="connsiteY0" fmla="*/ 8429 h 94189"/>
                      <a:gd name="connsiteX1" fmla="*/ 56892 w 58713"/>
                      <a:gd name="connsiteY1" fmla="*/ 8429 h 94189"/>
                      <a:gd name="connsiteX2" fmla="*/ 56892 w 58713"/>
                      <a:gd name="connsiteY2" fmla="*/ -2100 h 94189"/>
                      <a:gd name="connsiteX3" fmla="*/ -1821 w 58713"/>
                      <a:gd name="connsiteY3" fmla="*/ -2100 h 94189"/>
                      <a:gd name="connsiteX4" fmla="*/ -1821 w 58713"/>
                      <a:gd name="connsiteY4" fmla="*/ 8429 h 94189"/>
                      <a:gd name="connsiteX5" fmla="*/ 17585 w 58713"/>
                      <a:gd name="connsiteY5" fmla="*/ 28219 h 94189"/>
                      <a:gd name="connsiteX6" fmla="*/ 33046 w 58713"/>
                      <a:gd name="connsiteY6" fmla="*/ 44261 h 94189"/>
                      <a:gd name="connsiteX7" fmla="*/ 41431 w 58713"/>
                      <a:gd name="connsiteY7" fmla="*/ 55683 h 94189"/>
                      <a:gd name="connsiteX8" fmla="*/ 43829 w 58713"/>
                      <a:gd name="connsiteY8" fmla="*/ 64883 h 94189"/>
                      <a:gd name="connsiteX9" fmla="*/ 38656 w 58713"/>
                      <a:gd name="connsiteY9" fmla="*/ 76900 h 94189"/>
                      <a:gd name="connsiteX10" fmla="*/ 25177 w 58713"/>
                      <a:gd name="connsiteY10" fmla="*/ 81560 h 94189"/>
                      <a:gd name="connsiteX11" fmla="*/ 12748 w 58713"/>
                      <a:gd name="connsiteY11" fmla="*/ 79518 h 94189"/>
                      <a:gd name="connsiteX12" fmla="*/ -1207 w 58713"/>
                      <a:gd name="connsiteY12" fmla="*/ 73311 h 94189"/>
                      <a:gd name="connsiteX13" fmla="*/ -1207 w 58713"/>
                      <a:gd name="connsiteY13" fmla="*/ 85962 h 94189"/>
                      <a:gd name="connsiteX14" fmla="*/ 12907 w 58713"/>
                      <a:gd name="connsiteY14" fmla="*/ 90543 h 94189"/>
                      <a:gd name="connsiteX15" fmla="*/ 24939 w 58713"/>
                      <a:gd name="connsiteY15" fmla="*/ 92089 h 94189"/>
                      <a:gd name="connsiteX16" fmla="*/ 47853 w 58713"/>
                      <a:gd name="connsiteY16" fmla="*/ 84891 h 94189"/>
                      <a:gd name="connsiteX17" fmla="*/ 56397 w 58713"/>
                      <a:gd name="connsiteY17" fmla="*/ 65696 h 94189"/>
                      <a:gd name="connsiteX18" fmla="*/ 54256 w 58713"/>
                      <a:gd name="connsiteY18" fmla="*/ 54870 h 94189"/>
                      <a:gd name="connsiteX19" fmla="*/ 46486 w 58713"/>
                      <a:gd name="connsiteY19" fmla="*/ 42833 h 94189"/>
                      <a:gd name="connsiteX20" fmla="*/ 36634 w 58713"/>
                      <a:gd name="connsiteY20" fmla="*/ 32443 h 94189"/>
                      <a:gd name="connsiteX21" fmla="*/ 13224 w 58713"/>
                      <a:gd name="connsiteY21" fmla="*/ 8429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224" y="8429"/>
                        </a:moveTo>
                        <a:lnTo>
                          <a:pt x="56892" y="8429"/>
                        </a:lnTo>
                        <a:lnTo>
                          <a:pt x="56892" y="-2100"/>
                        </a:lnTo>
                        <a:lnTo>
                          <a:pt x="-1821" y="-2100"/>
                        </a:lnTo>
                        <a:lnTo>
                          <a:pt x="-1821" y="8429"/>
                        </a:lnTo>
                        <a:cubicBezTo>
                          <a:pt x="2923" y="13347"/>
                          <a:pt x="9392" y="19943"/>
                          <a:pt x="17585" y="28219"/>
                        </a:cubicBezTo>
                        <a:cubicBezTo>
                          <a:pt x="25791" y="36508"/>
                          <a:pt x="30945" y="41855"/>
                          <a:pt x="33046" y="44261"/>
                        </a:cubicBezTo>
                        <a:cubicBezTo>
                          <a:pt x="37050" y="48756"/>
                          <a:pt x="39845" y="52563"/>
                          <a:pt x="41431" y="55683"/>
                        </a:cubicBezTo>
                        <a:cubicBezTo>
                          <a:pt x="43030" y="58802"/>
                          <a:pt x="43829" y="61869"/>
                          <a:pt x="43829" y="64883"/>
                        </a:cubicBezTo>
                        <a:cubicBezTo>
                          <a:pt x="43829" y="69801"/>
                          <a:pt x="42105" y="73807"/>
                          <a:pt x="38656" y="76900"/>
                        </a:cubicBezTo>
                        <a:cubicBezTo>
                          <a:pt x="35207" y="80007"/>
                          <a:pt x="30714" y="81560"/>
                          <a:pt x="25177" y="81560"/>
                        </a:cubicBezTo>
                        <a:cubicBezTo>
                          <a:pt x="21252" y="81560"/>
                          <a:pt x="17109" y="80879"/>
                          <a:pt x="12748" y="79518"/>
                        </a:cubicBezTo>
                        <a:cubicBezTo>
                          <a:pt x="8401" y="78156"/>
                          <a:pt x="3749" y="76087"/>
                          <a:pt x="-1207" y="73311"/>
                        </a:cubicBezTo>
                        <a:lnTo>
                          <a:pt x="-1207" y="85962"/>
                        </a:lnTo>
                        <a:cubicBezTo>
                          <a:pt x="3828" y="87985"/>
                          <a:pt x="8533" y="89512"/>
                          <a:pt x="12907" y="90543"/>
                        </a:cubicBezTo>
                        <a:cubicBezTo>
                          <a:pt x="17294" y="91574"/>
                          <a:pt x="21305" y="92089"/>
                          <a:pt x="24939" y="92089"/>
                        </a:cubicBezTo>
                        <a:cubicBezTo>
                          <a:pt x="34520" y="92089"/>
                          <a:pt x="42158" y="89690"/>
                          <a:pt x="47853" y="84891"/>
                        </a:cubicBezTo>
                        <a:cubicBezTo>
                          <a:pt x="53549" y="80106"/>
                          <a:pt x="56397" y="73708"/>
                          <a:pt x="56397" y="65696"/>
                        </a:cubicBezTo>
                        <a:cubicBezTo>
                          <a:pt x="56397" y="61889"/>
                          <a:pt x="55683" y="58280"/>
                          <a:pt x="54256" y="54870"/>
                        </a:cubicBezTo>
                        <a:cubicBezTo>
                          <a:pt x="52842" y="51472"/>
                          <a:pt x="50252" y="47460"/>
                          <a:pt x="46486" y="42833"/>
                        </a:cubicBezTo>
                        <a:cubicBezTo>
                          <a:pt x="45455" y="41630"/>
                          <a:pt x="42171" y="38167"/>
                          <a:pt x="36634" y="32443"/>
                        </a:cubicBezTo>
                        <a:cubicBezTo>
                          <a:pt x="31110" y="26718"/>
                          <a:pt x="23307" y="18714"/>
                          <a:pt x="13224" y="84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04" name="Freeform: Shape 103">
                    <a:extLst>
                      <a:ext uri="{FF2B5EF4-FFF2-40B4-BE49-F238E27FC236}">
                        <a16:creationId xmlns:a16="http://schemas.microsoft.com/office/drawing/2014/main" id="{CAB93713-1D06-5E22-C4DD-485A6CDBD3A4}"/>
                      </a:ext>
                    </a:extLst>
                  </p:cNvPr>
                  <p:cNvSpPr/>
                  <p:nvPr/>
                </p:nvSpPr>
                <p:spPr>
                  <a:xfrm flipV="1">
                    <a:off x="4857370" y="4672504"/>
                    <a:ext cx="63926" cy="95994"/>
                  </a:xfrm>
                  <a:custGeom>
                    <a:avLst/>
                    <a:gdLst>
                      <a:gd name="connsiteX0" fmla="*/ 30054 w 63926"/>
                      <a:gd name="connsiteY0" fmla="*/ 84025 h 95994"/>
                      <a:gd name="connsiteX1" fmla="*/ 15525 w 63926"/>
                      <a:gd name="connsiteY1" fmla="*/ 74507 h 95994"/>
                      <a:gd name="connsiteX2" fmla="*/ 10668 w 63926"/>
                      <a:gd name="connsiteY2" fmla="*/ 45913 h 95994"/>
                      <a:gd name="connsiteX3" fmla="*/ 15525 w 63926"/>
                      <a:gd name="connsiteY3" fmla="*/ 17378 h 95994"/>
                      <a:gd name="connsiteX4" fmla="*/ 30054 w 63926"/>
                      <a:gd name="connsiteY4" fmla="*/ 7860 h 95994"/>
                      <a:gd name="connsiteX5" fmla="*/ 44643 w 63926"/>
                      <a:gd name="connsiteY5" fmla="*/ 17378 h 95994"/>
                      <a:gd name="connsiteX6" fmla="*/ 49520 w 63926"/>
                      <a:gd name="connsiteY6" fmla="*/ 45913 h 95994"/>
                      <a:gd name="connsiteX7" fmla="*/ 44643 w 63926"/>
                      <a:gd name="connsiteY7" fmla="*/ 74507 h 95994"/>
                      <a:gd name="connsiteX8" fmla="*/ 30054 w 63926"/>
                      <a:gd name="connsiteY8" fmla="*/ 84025 h 95994"/>
                      <a:gd name="connsiteX9" fmla="*/ 30054 w 63926"/>
                      <a:gd name="connsiteY9" fmla="*/ 93939 h 95994"/>
                      <a:gd name="connsiteX10" fmla="*/ 53821 w 63926"/>
                      <a:gd name="connsiteY10" fmla="*/ 81625 h 95994"/>
                      <a:gd name="connsiteX11" fmla="*/ 62028 w 63926"/>
                      <a:gd name="connsiteY11" fmla="*/ 45913 h 95994"/>
                      <a:gd name="connsiteX12" fmla="*/ 53821 w 63926"/>
                      <a:gd name="connsiteY12" fmla="*/ 10240 h 95994"/>
                      <a:gd name="connsiteX13" fmla="*/ 30054 w 63926"/>
                      <a:gd name="connsiteY13" fmla="*/ -2055 h 95994"/>
                      <a:gd name="connsiteX14" fmla="*/ 6307 w 63926"/>
                      <a:gd name="connsiteY14" fmla="*/ 10240 h 95994"/>
                      <a:gd name="connsiteX15" fmla="*/ -1899 w 63926"/>
                      <a:gd name="connsiteY15" fmla="*/ 45913 h 95994"/>
                      <a:gd name="connsiteX16" fmla="*/ 6307 w 63926"/>
                      <a:gd name="connsiteY16" fmla="*/ 81625 h 95994"/>
                      <a:gd name="connsiteX17" fmla="*/ 3005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54" y="84025"/>
                        </a:moveTo>
                        <a:cubicBezTo>
                          <a:pt x="23619" y="84025"/>
                          <a:pt x="18775" y="80852"/>
                          <a:pt x="15525" y="74507"/>
                        </a:cubicBezTo>
                        <a:cubicBezTo>
                          <a:pt x="12287" y="68174"/>
                          <a:pt x="10668" y="58643"/>
                          <a:pt x="10668" y="45913"/>
                        </a:cubicBezTo>
                        <a:cubicBezTo>
                          <a:pt x="10668" y="33235"/>
                          <a:pt x="12287" y="23724"/>
                          <a:pt x="15525" y="17378"/>
                        </a:cubicBezTo>
                        <a:cubicBezTo>
                          <a:pt x="18775" y="11033"/>
                          <a:pt x="23619" y="7860"/>
                          <a:pt x="30054" y="7860"/>
                        </a:cubicBezTo>
                        <a:cubicBezTo>
                          <a:pt x="36543" y="7860"/>
                          <a:pt x="41406" y="11033"/>
                          <a:pt x="44643" y="17378"/>
                        </a:cubicBezTo>
                        <a:cubicBezTo>
                          <a:pt x="47894" y="23724"/>
                          <a:pt x="49520" y="33235"/>
                          <a:pt x="49520" y="45913"/>
                        </a:cubicBezTo>
                        <a:cubicBezTo>
                          <a:pt x="49520" y="58643"/>
                          <a:pt x="47894" y="68174"/>
                          <a:pt x="44643" y="74507"/>
                        </a:cubicBezTo>
                        <a:cubicBezTo>
                          <a:pt x="41406" y="80852"/>
                          <a:pt x="36543" y="84025"/>
                          <a:pt x="30054" y="84025"/>
                        </a:cubicBezTo>
                        <a:close/>
                        <a:moveTo>
                          <a:pt x="30054" y="93939"/>
                        </a:moveTo>
                        <a:cubicBezTo>
                          <a:pt x="40428" y="93939"/>
                          <a:pt x="48350" y="89835"/>
                          <a:pt x="53821" y="81625"/>
                        </a:cubicBezTo>
                        <a:cubicBezTo>
                          <a:pt x="59292" y="73429"/>
                          <a:pt x="62028" y="61525"/>
                          <a:pt x="62028" y="45913"/>
                        </a:cubicBezTo>
                        <a:cubicBezTo>
                          <a:pt x="62028" y="30340"/>
                          <a:pt x="59292" y="18449"/>
                          <a:pt x="53821" y="10240"/>
                        </a:cubicBezTo>
                        <a:cubicBezTo>
                          <a:pt x="48350" y="2043"/>
                          <a:pt x="40428" y="-2055"/>
                          <a:pt x="30054" y="-2055"/>
                        </a:cubicBezTo>
                        <a:cubicBezTo>
                          <a:pt x="19694" y="-2055"/>
                          <a:pt x="11778" y="2043"/>
                          <a:pt x="6307" y="10240"/>
                        </a:cubicBezTo>
                        <a:cubicBezTo>
                          <a:pt x="836" y="18449"/>
                          <a:pt x="-1899" y="30340"/>
                          <a:pt x="-1899" y="45913"/>
                        </a:cubicBezTo>
                        <a:cubicBezTo>
                          <a:pt x="-1899" y="61525"/>
                          <a:pt x="836" y="73429"/>
                          <a:pt x="6307" y="81625"/>
                        </a:cubicBezTo>
                        <a:cubicBezTo>
                          <a:pt x="11778" y="89835"/>
                          <a:pt x="19694" y="93939"/>
                          <a:pt x="3005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05" name="Graphic 83">
                <a:extLst>
                  <a:ext uri="{FF2B5EF4-FFF2-40B4-BE49-F238E27FC236}">
                    <a16:creationId xmlns:a16="http://schemas.microsoft.com/office/drawing/2014/main" id="{14E4A651-5DDB-27D2-E71C-94121CE3301D}"/>
                  </a:ext>
                </a:extLst>
              </p:cNvPr>
              <p:cNvGrpSpPr/>
              <p:nvPr/>
            </p:nvGrpSpPr>
            <p:grpSpPr>
              <a:xfrm>
                <a:off x="5603471" y="4581427"/>
                <a:ext cx="223926" cy="187070"/>
                <a:chOff x="5603471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F3C62FDE-1736-1D41-9E09-CD72F94EE61C}"/>
                    </a:ext>
                  </a:extLst>
                </p:cNvPr>
                <p:cNvSpPr/>
                <p:nvPr/>
              </p:nvSpPr>
              <p:spPr>
                <a:xfrm>
                  <a:off x="5714753" y="4581427"/>
                  <a:ext cx="12686" cy="44417"/>
                </a:xfrm>
                <a:custGeom>
                  <a:avLst/>
                  <a:gdLst>
                    <a:gd name="connsiteX0" fmla="*/ 200 w 12686"/>
                    <a:gd name="connsiteY0" fmla="*/ 264 h 44417"/>
                    <a:gd name="connsiteX1" fmla="*/ 200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00" y="264"/>
                      </a:moveTo>
                      <a:lnTo>
                        <a:pt x="200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07" name="Graphic 83">
                  <a:extLst>
                    <a:ext uri="{FF2B5EF4-FFF2-40B4-BE49-F238E27FC236}">
                      <a16:creationId xmlns:a16="http://schemas.microsoft.com/office/drawing/2014/main" id="{FE462295-B389-D345-E90D-18F7C7C90D2B}"/>
                    </a:ext>
                  </a:extLst>
                </p:cNvPr>
                <p:cNvGrpSpPr/>
                <p:nvPr/>
              </p:nvGrpSpPr>
              <p:grpSpPr>
                <a:xfrm>
                  <a:off x="5603471" y="4672504"/>
                  <a:ext cx="223926" cy="95994"/>
                  <a:chOff x="5603471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08" name="Freeform: Shape 107">
                    <a:extLst>
                      <a:ext uri="{FF2B5EF4-FFF2-40B4-BE49-F238E27FC236}">
                        <a16:creationId xmlns:a16="http://schemas.microsoft.com/office/drawing/2014/main" id="{EB4E20CE-1762-6C42-7E63-6F5663F9553D}"/>
                      </a:ext>
                    </a:extLst>
                  </p:cNvPr>
                  <p:cNvSpPr/>
                  <p:nvPr/>
                </p:nvSpPr>
                <p:spPr>
                  <a:xfrm flipV="1">
                    <a:off x="5603471" y="4674169"/>
                    <a:ext cx="59843" cy="94328"/>
                  </a:xfrm>
                  <a:custGeom>
                    <a:avLst/>
                    <a:gdLst>
                      <a:gd name="connsiteX0" fmla="*/ 2096 w 59843"/>
                      <a:gd name="connsiteY0" fmla="*/ 92316 h 94328"/>
                      <a:gd name="connsiteX1" fmla="*/ 51215 w 59843"/>
                      <a:gd name="connsiteY1" fmla="*/ 92316 h 94328"/>
                      <a:gd name="connsiteX2" fmla="*/ 51215 w 59843"/>
                      <a:gd name="connsiteY2" fmla="*/ 81767 h 94328"/>
                      <a:gd name="connsiteX3" fmla="*/ 13553 w 59843"/>
                      <a:gd name="connsiteY3" fmla="*/ 81767 h 94328"/>
                      <a:gd name="connsiteX4" fmla="*/ 13553 w 59843"/>
                      <a:gd name="connsiteY4" fmla="*/ 59102 h 94328"/>
                      <a:gd name="connsiteX5" fmla="*/ 18984 w 59843"/>
                      <a:gd name="connsiteY5" fmla="*/ 60490 h 94328"/>
                      <a:gd name="connsiteX6" fmla="*/ 24455 w 59843"/>
                      <a:gd name="connsiteY6" fmla="*/ 60946 h 94328"/>
                      <a:gd name="connsiteX7" fmla="*/ 48975 w 59843"/>
                      <a:gd name="connsiteY7" fmla="*/ 52459 h 94328"/>
                      <a:gd name="connsiteX8" fmla="*/ 58034 w 59843"/>
                      <a:gd name="connsiteY8" fmla="*/ 29476 h 94328"/>
                      <a:gd name="connsiteX9" fmla="*/ 48737 w 59843"/>
                      <a:gd name="connsiteY9" fmla="*/ 6256 h 94328"/>
                      <a:gd name="connsiteX10" fmla="*/ 22532 w 59843"/>
                      <a:gd name="connsiteY10" fmla="*/ -2013 h 94328"/>
                      <a:gd name="connsiteX11" fmla="*/ 10659 w 59843"/>
                      <a:gd name="connsiteY11" fmla="*/ -1021 h 94328"/>
                      <a:gd name="connsiteX12" fmla="*/ -1809 w 59843"/>
                      <a:gd name="connsiteY12" fmla="*/ 1953 h 94328"/>
                      <a:gd name="connsiteX13" fmla="*/ -1809 w 59843"/>
                      <a:gd name="connsiteY13" fmla="*/ 14545 h 94328"/>
                      <a:gd name="connsiteX14" fmla="*/ 9707 w 59843"/>
                      <a:gd name="connsiteY14" fmla="*/ 10024 h 94328"/>
                      <a:gd name="connsiteX15" fmla="*/ 22275 w 59843"/>
                      <a:gd name="connsiteY15" fmla="*/ 8537 h 94328"/>
                      <a:gd name="connsiteX16" fmla="*/ 39242 w 59843"/>
                      <a:gd name="connsiteY16" fmla="*/ 14168 h 94328"/>
                      <a:gd name="connsiteX17" fmla="*/ 45506 w 59843"/>
                      <a:gd name="connsiteY17" fmla="*/ 29476 h 94328"/>
                      <a:gd name="connsiteX18" fmla="*/ 39242 w 59843"/>
                      <a:gd name="connsiteY18" fmla="*/ 44765 h 94328"/>
                      <a:gd name="connsiteX19" fmla="*/ 22275 w 59843"/>
                      <a:gd name="connsiteY19" fmla="*/ 50416 h 94328"/>
                      <a:gd name="connsiteX20" fmla="*/ 12264 w 59843"/>
                      <a:gd name="connsiteY20" fmla="*/ 49306 h 94328"/>
                      <a:gd name="connsiteX21" fmla="*/ 2096 w 59843"/>
                      <a:gd name="connsiteY21" fmla="*/ 45836 h 94328"/>
                      <a:gd name="connsiteX22" fmla="*/ 2096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96" y="92316"/>
                        </a:moveTo>
                        <a:lnTo>
                          <a:pt x="51215" y="92316"/>
                        </a:lnTo>
                        <a:lnTo>
                          <a:pt x="51215" y="81767"/>
                        </a:lnTo>
                        <a:lnTo>
                          <a:pt x="13553" y="81767"/>
                        </a:lnTo>
                        <a:lnTo>
                          <a:pt x="13553" y="59102"/>
                        </a:lnTo>
                        <a:cubicBezTo>
                          <a:pt x="15363" y="59723"/>
                          <a:pt x="17174" y="60186"/>
                          <a:pt x="18984" y="60490"/>
                        </a:cubicBezTo>
                        <a:cubicBezTo>
                          <a:pt x="20808" y="60794"/>
                          <a:pt x="22631" y="60946"/>
                          <a:pt x="24455" y="60946"/>
                        </a:cubicBezTo>
                        <a:cubicBezTo>
                          <a:pt x="34776" y="60946"/>
                          <a:pt x="42949" y="58117"/>
                          <a:pt x="48975" y="52459"/>
                        </a:cubicBezTo>
                        <a:cubicBezTo>
                          <a:pt x="55014" y="46801"/>
                          <a:pt x="58034" y="39140"/>
                          <a:pt x="58034" y="29476"/>
                        </a:cubicBezTo>
                        <a:cubicBezTo>
                          <a:pt x="58034" y="19522"/>
                          <a:pt x="54935" y="11782"/>
                          <a:pt x="48737" y="6256"/>
                        </a:cubicBezTo>
                        <a:cubicBezTo>
                          <a:pt x="42539" y="744"/>
                          <a:pt x="33804" y="-2013"/>
                          <a:pt x="22532" y="-2013"/>
                        </a:cubicBezTo>
                        <a:cubicBezTo>
                          <a:pt x="18647" y="-2013"/>
                          <a:pt x="14689" y="-1682"/>
                          <a:pt x="10659" y="-1021"/>
                        </a:cubicBezTo>
                        <a:cubicBezTo>
                          <a:pt x="6641" y="-360"/>
                          <a:pt x="2485" y="631"/>
                          <a:pt x="-1809" y="1953"/>
                        </a:cubicBezTo>
                        <a:lnTo>
                          <a:pt x="-1809" y="14545"/>
                        </a:lnTo>
                        <a:cubicBezTo>
                          <a:pt x="1904" y="12522"/>
                          <a:pt x="5743" y="11015"/>
                          <a:pt x="9707" y="10024"/>
                        </a:cubicBezTo>
                        <a:cubicBezTo>
                          <a:pt x="13672" y="9032"/>
                          <a:pt x="17861" y="8537"/>
                          <a:pt x="22275" y="8537"/>
                        </a:cubicBezTo>
                        <a:cubicBezTo>
                          <a:pt x="29424" y="8537"/>
                          <a:pt x="35080" y="10414"/>
                          <a:pt x="39242" y="14168"/>
                        </a:cubicBezTo>
                        <a:cubicBezTo>
                          <a:pt x="43418" y="17923"/>
                          <a:pt x="45506" y="23025"/>
                          <a:pt x="45506" y="29476"/>
                        </a:cubicBezTo>
                        <a:cubicBezTo>
                          <a:pt x="45506" y="35914"/>
                          <a:pt x="43418" y="41011"/>
                          <a:pt x="39242" y="44765"/>
                        </a:cubicBezTo>
                        <a:cubicBezTo>
                          <a:pt x="35080" y="48533"/>
                          <a:pt x="29424" y="50416"/>
                          <a:pt x="22275" y="50416"/>
                        </a:cubicBezTo>
                        <a:cubicBezTo>
                          <a:pt x="18931" y="50416"/>
                          <a:pt x="15594" y="50046"/>
                          <a:pt x="12264" y="49306"/>
                        </a:cubicBezTo>
                        <a:cubicBezTo>
                          <a:pt x="8947" y="48566"/>
                          <a:pt x="5558" y="47409"/>
                          <a:pt x="2096" y="45836"/>
                        </a:cubicBezTo>
                        <a:lnTo>
                          <a:pt x="2096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09" name="Freeform: Shape 108">
                    <a:extLst>
                      <a:ext uri="{FF2B5EF4-FFF2-40B4-BE49-F238E27FC236}">
                        <a16:creationId xmlns:a16="http://schemas.microsoft.com/office/drawing/2014/main" id="{D5E7BF57-593F-423F-A430-56E354833002}"/>
                      </a:ext>
                    </a:extLst>
                  </p:cNvPr>
                  <p:cNvSpPr/>
                  <p:nvPr/>
                </p:nvSpPr>
                <p:spPr>
                  <a:xfrm flipV="1">
                    <a:off x="5680597" y="4674169"/>
                    <a:ext cx="67395" cy="92524"/>
                  </a:xfrm>
                  <a:custGeom>
                    <a:avLst/>
                    <a:gdLst>
                      <a:gd name="connsiteX0" fmla="*/ 39933 w 67395"/>
                      <a:gd name="connsiteY0" fmla="*/ 79560 h 92524"/>
                      <a:gd name="connsiteX1" fmla="*/ 8336 w 67395"/>
                      <a:gd name="connsiteY1" fmla="*/ 30165 h 92524"/>
                      <a:gd name="connsiteX2" fmla="*/ 39933 w 67395"/>
                      <a:gd name="connsiteY2" fmla="*/ 30165 h 92524"/>
                      <a:gd name="connsiteX3" fmla="*/ 39933 w 67395"/>
                      <a:gd name="connsiteY3" fmla="*/ 79560 h 92524"/>
                      <a:gd name="connsiteX4" fmla="*/ 36643 w 67395"/>
                      <a:gd name="connsiteY4" fmla="*/ 90466 h 92524"/>
                      <a:gd name="connsiteX5" fmla="*/ 52381 w 67395"/>
                      <a:gd name="connsiteY5" fmla="*/ 90466 h 92524"/>
                      <a:gd name="connsiteX6" fmla="*/ 52381 w 67395"/>
                      <a:gd name="connsiteY6" fmla="*/ 30165 h 92524"/>
                      <a:gd name="connsiteX7" fmla="*/ 65583 w 67395"/>
                      <a:gd name="connsiteY7" fmla="*/ 30165 h 92524"/>
                      <a:gd name="connsiteX8" fmla="*/ 65583 w 67395"/>
                      <a:gd name="connsiteY8" fmla="*/ 19754 h 92524"/>
                      <a:gd name="connsiteX9" fmla="*/ 52381 w 67395"/>
                      <a:gd name="connsiteY9" fmla="*/ 19754 h 92524"/>
                      <a:gd name="connsiteX10" fmla="*/ 52381 w 67395"/>
                      <a:gd name="connsiteY10" fmla="*/ -2058 h 92524"/>
                      <a:gd name="connsiteX11" fmla="*/ 39933 w 67395"/>
                      <a:gd name="connsiteY11" fmla="*/ -2058 h 92524"/>
                      <a:gd name="connsiteX12" fmla="*/ 39933 w 67395"/>
                      <a:gd name="connsiteY12" fmla="*/ 19754 h 92524"/>
                      <a:gd name="connsiteX13" fmla="*/ -1813 w 67395"/>
                      <a:gd name="connsiteY13" fmla="*/ 19754 h 92524"/>
                      <a:gd name="connsiteX14" fmla="*/ -1813 w 67395"/>
                      <a:gd name="connsiteY14" fmla="*/ 31830 h 92524"/>
                      <a:gd name="connsiteX15" fmla="*/ 36643 w 67395"/>
                      <a:gd name="connsiteY15" fmla="*/ 9046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933" y="79560"/>
                        </a:moveTo>
                        <a:lnTo>
                          <a:pt x="8336" y="30165"/>
                        </a:lnTo>
                        <a:lnTo>
                          <a:pt x="39933" y="30165"/>
                        </a:lnTo>
                        <a:lnTo>
                          <a:pt x="39933" y="79560"/>
                        </a:lnTo>
                        <a:close/>
                        <a:moveTo>
                          <a:pt x="36643" y="90466"/>
                        </a:moveTo>
                        <a:lnTo>
                          <a:pt x="52381" y="90466"/>
                        </a:lnTo>
                        <a:lnTo>
                          <a:pt x="52381" y="30165"/>
                        </a:lnTo>
                        <a:lnTo>
                          <a:pt x="65583" y="30165"/>
                        </a:lnTo>
                        <a:lnTo>
                          <a:pt x="65583" y="19754"/>
                        </a:lnTo>
                        <a:lnTo>
                          <a:pt x="52381" y="19754"/>
                        </a:lnTo>
                        <a:lnTo>
                          <a:pt x="52381" y="-2058"/>
                        </a:lnTo>
                        <a:lnTo>
                          <a:pt x="39933" y="-2058"/>
                        </a:lnTo>
                        <a:lnTo>
                          <a:pt x="39933" y="19754"/>
                        </a:lnTo>
                        <a:lnTo>
                          <a:pt x="-1813" y="19754"/>
                        </a:lnTo>
                        <a:lnTo>
                          <a:pt x="-1813" y="31830"/>
                        </a:lnTo>
                        <a:lnTo>
                          <a:pt x="36643" y="904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10" name="Freeform: Shape 109">
                    <a:extLst>
                      <a:ext uri="{FF2B5EF4-FFF2-40B4-BE49-F238E27FC236}">
                        <a16:creationId xmlns:a16="http://schemas.microsoft.com/office/drawing/2014/main" id="{42FFE009-C764-C6A4-A28E-B3EC1766F961}"/>
                      </a:ext>
                    </a:extLst>
                  </p:cNvPr>
                  <p:cNvSpPr/>
                  <p:nvPr/>
                </p:nvSpPr>
                <p:spPr>
                  <a:xfrm flipV="1">
                    <a:off x="5763471" y="4672504"/>
                    <a:ext cx="63926" cy="95994"/>
                  </a:xfrm>
                  <a:custGeom>
                    <a:avLst/>
                    <a:gdLst>
                      <a:gd name="connsiteX0" fmla="*/ 30126 w 63926"/>
                      <a:gd name="connsiteY0" fmla="*/ 84025 h 95994"/>
                      <a:gd name="connsiteX1" fmla="*/ 15596 w 63926"/>
                      <a:gd name="connsiteY1" fmla="*/ 74507 h 95994"/>
                      <a:gd name="connsiteX2" fmla="*/ 10740 w 63926"/>
                      <a:gd name="connsiteY2" fmla="*/ 45913 h 95994"/>
                      <a:gd name="connsiteX3" fmla="*/ 15596 w 63926"/>
                      <a:gd name="connsiteY3" fmla="*/ 17378 h 95994"/>
                      <a:gd name="connsiteX4" fmla="*/ 30126 w 63926"/>
                      <a:gd name="connsiteY4" fmla="*/ 7860 h 95994"/>
                      <a:gd name="connsiteX5" fmla="*/ 44715 w 63926"/>
                      <a:gd name="connsiteY5" fmla="*/ 17378 h 95994"/>
                      <a:gd name="connsiteX6" fmla="*/ 49591 w 63926"/>
                      <a:gd name="connsiteY6" fmla="*/ 45913 h 95994"/>
                      <a:gd name="connsiteX7" fmla="*/ 44715 w 63926"/>
                      <a:gd name="connsiteY7" fmla="*/ 74507 h 95994"/>
                      <a:gd name="connsiteX8" fmla="*/ 30126 w 63926"/>
                      <a:gd name="connsiteY8" fmla="*/ 84025 h 95994"/>
                      <a:gd name="connsiteX9" fmla="*/ 30126 w 63926"/>
                      <a:gd name="connsiteY9" fmla="*/ 93939 h 95994"/>
                      <a:gd name="connsiteX10" fmla="*/ 53893 w 63926"/>
                      <a:gd name="connsiteY10" fmla="*/ 81625 h 95994"/>
                      <a:gd name="connsiteX11" fmla="*/ 62099 w 63926"/>
                      <a:gd name="connsiteY11" fmla="*/ 45913 h 95994"/>
                      <a:gd name="connsiteX12" fmla="*/ 53893 w 63926"/>
                      <a:gd name="connsiteY12" fmla="*/ 10240 h 95994"/>
                      <a:gd name="connsiteX13" fmla="*/ 30126 w 63926"/>
                      <a:gd name="connsiteY13" fmla="*/ -2055 h 95994"/>
                      <a:gd name="connsiteX14" fmla="*/ 6379 w 63926"/>
                      <a:gd name="connsiteY14" fmla="*/ 10240 h 95994"/>
                      <a:gd name="connsiteX15" fmla="*/ -1828 w 63926"/>
                      <a:gd name="connsiteY15" fmla="*/ 45913 h 95994"/>
                      <a:gd name="connsiteX16" fmla="*/ 6379 w 63926"/>
                      <a:gd name="connsiteY16" fmla="*/ 81625 h 95994"/>
                      <a:gd name="connsiteX17" fmla="*/ 30126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26" y="84025"/>
                        </a:moveTo>
                        <a:cubicBezTo>
                          <a:pt x="23690" y="84025"/>
                          <a:pt x="18847" y="80852"/>
                          <a:pt x="15596" y="74507"/>
                        </a:cubicBezTo>
                        <a:cubicBezTo>
                          <a:pt x="12358" y="68174"/>
                          <a:pt x="10740" y="58643"/>
                          <a:pt x="10740" y="45913"/>
                        </a:cubicBezTo>
                        <a:cubicBezTo>
                          <a:pt x="10740" y="33235"/>
                          <a:pt x="12358" y="23724"/>
                          <a:pt x="15596" y="17378"/>
                        </a:cubicBezTo>
                        <a:cubicBezTo>
                          <a:pt x="18847" y="11033"/>
                          <a:pt x="23690" y="7860"/>
                          <a:pt x="30126" y="7860"/>
                        </a:cubicBezTo>
                        <a:cubicBezTo>
                          <a:pt x="36614" y="7860"/>
                          <a:pt x="41477" y="11033"/>
                          <a:pt x="44715" y="17378"/>
                        </a:cubicBezTo>
                        <a:cubicBezTo>
                          <a:pt x="47966" y="23724"/>
                          <a:pt x="49591" y="33235"/>
                          <a:pt x="49591" y="45913"/>
                        </a:cubicBezTo>
                        <a:cubicBezTo>
                          <a:pt x="49591" y="58643"/>
                          <a:pt x="47966" y="68174"/>
                          <a:pt x="44715" y="74507"/>
                        </a:cubicBezTo>
                        <a:cubicBezTo>
                          <a:pt x="41477" y="80852"/>
                          <a:pt x="36614" y="84025"/>
                          <a:pt x="30126" y="84025"/>
                        </a:cubicBezTo>
                        <a:close/>
                        <a:moveTo>
                          <a:pt x="30126" y="93939"/>
                        </a:moveTo>
                        <a:cubicBezTo>
                          <a:pt x="40499" y="93939"/>
                          <a:pt x="48422" y="89835"/>
                          <a:pt x="53893" y="81625"/>
                        </a:cubicBezTo>
                        <a:cubicBezTo>
                          <a:pt x="59364" y="73429"/>
                          <a:pt x="62099" y="61525"/>
                          <a:pt x="62099" y="45913"/>
                        </a:cubicBezTo>
                        <a:cubicBezTo>
                          <a:pt x="62099" y="30340"/>
                          <a:pt x="59364" y="18449"/>
                          <a:pt x="53893" y="10240"/>
                        </a:cubicBezTo>
                        <a:cubicBezTo>
                          <a:pt x="48422" y="2043"/>
                          <a:pt x="40499" y="-2055"/>
                          <a:pt x="30126" y="-2055"/>
                        </a:cubicBezTo>
                        <a:cubicBezTo>
                          <a:pt x="19765" y="-2055"/>
                          <a:pt x="11850" y="2043"/>
                          <a:pt x="6379" y="10240"/>
                        </a:cubicBezTo>
                        <a:cubicBezTo>
                          <a:pt x="908" y="18449"/>
                          <a:pt x="-1828" y="30340"/>
                          <a:pt x="-1828" y="45913"/>
                        </a:cubicBezTo>
                        <a:cubicBezTo>
                          <a:pt x="-1828" y="61525"/>
                          <a:pt x="908" y="73429"/>
                          <a:pt x="6379" y="81625"/>
                        </a:cubicBezTo>
                        <a:cubicBezTo>
                          <a:pt x="11850" y="89835"/>
                          <a:pt x="19765" y="93939"/>
                          <a:pt x="30126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11" name="Graphic 83">
                <a:extLst>
                  <a:ext uri="{FF2B5EF4-FFF2-40B4-BE49-F238E27FC236}">
                    <a16:creationId xmlns:a16="http://schemas.microsoft.com/office/drawing/2014/main" id="{EDAE0746-CFF8-7DA5-DDF8-AF8BC840E3D9}"/>
                  </a:ext>
                </a:extLst>
              </p:cNvPr>
              <p:cNvGrpSpPr/>
              <p:nvPr/>
            </p:nvGrpSpPr>
            <p:grpSpPr>
              <a:xfrm>
                <a:off x="6509572" y="4581427"/>
                <a:ext cx="223926" cy="187070"/>
                <a:chOff x="6509572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911F76F9-B76F-FFD7-778F-7EDD0C4D4D04}"/>
                    </a:ext>
                  </a:extLst>
                </p:cNvPr>
                <p:cNvSpPr/>
                <p:nvPr/>
              </p:nvSpPr>
              <p:spPr>
                <a:xfrm>
                  <a:off x="6620854" y="4581427"/>
                  <a:ext cx="12686" cy="44417"/>
                </a:xfrm>
                <a:custGeom>
                  <a:avLst/>
                  <a:gdLst>
                    <a:gd name="connsiteX0" fmla="*/ 272 w 12686"/>
                    <a:gd name="connsiteY0" fmla="*/ 264 h 44417"/>
                    <a:gd name="connsiteX1" fmla="*/ 272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72" y="264"/>
                      </a:moveTo>
                      <a:lnTo>
                        <a:pt x="272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13" name="Graphic 83">
                  <a:extLst>
                    <a:ext uri="{FF2B5EF4-FFF2-40B4-BE49-F238E27FC236}">
                      <a16:creationId xmlns:a16="http://schemas.microsoft.com/office/drawing/2014/main" id="{1AB58511-0C33-4F3E-1E99-B1E92148BFFF}"/>
                    </a:ext>
                  </a:extLst>
                </p:cNvPr>
                <p:cNvGrpSpPr/>
                <p:nvPr/>
              </p:nvGrpSpPr>
              <p:grpSpPr>
                <a:xfrm>
                  <a:off x="6509572" y="4672504"/>
                  <a:ext cx="223926" cy="95994"/>
                  <a:chOff x="6509572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14" name="Freeform: Shape 113">
                    <a:extLst>
                      <a:ext uri="{FF2B5EF4-FFF2-40B4-BE49-F238E27FC236}">
                        <a16:creationId xmlns:a16="http://schemas.microsoft.com/office/drawing/2014/main" id="{8A25AEBF-E5E3-641E-7D47-6B086305FB34}"/>
                      </a:ext>
                    </a:extLst>
                  </p:cNvPr>
                  <p:cNvSpPr/>
                  <p:nvPr/>
                </p:nvSpPr>
                <p:spPr>
                  <a:xfrm flipV="1">
                    <a:off x="6509572" y="4674169"/>
                    <a:ext cx="59843" cy="94328"/>
                  </a:xfrm>
                  <a:custGeom>
                    <a:avLst/>
                    <a:gdLst>
                      <a:gd name="connsiteX0" fmla="*/ 2167 w 59843"/>
                      <a:gd name="connsiteY0" fmla="*/ 92316 h 94328"/>
                      <a:gd name="connsiteX1" fmla="*/ 51286 w 59843"/>
                      <a:gd name="connsiteY1" fmla="*/ 92316 h 94328"/>
                      <a:gd name="connsiteX2" fmla="*/ 51286 w 59843"/>
                      <a:gd name="connsiteY2" fmla="*/ 81767 h 94328"/>
                      <a:gd name="connsiteX3" fmla="*/ 13624 w 59843"/>
                      <a:gd name="connsiteY3" fmla="*/ 81767 h 94328"/>
                      <a:gd name="connsiteX4" fmla="*/ 13624 w 59843"/>
                      <a:gd name="connsiteY4" fmla="*/ 59102 h 94328"/>
                      <a:gd name="connsiteX5" fmla="*/ 19055 w 59843"/>
                      <a:gd name="connsiteY5" fmla="*/ 60490 h 94328"/>
                      <a:gd name="connsiteX6" fmla="*/ 24526 w 59843"/>
                      <a:gd name="connsiteY6" fmla="*/ 60946 h 94328"/>
                      <a:gd name="connsiteX7" fmla="*/ 49047 w 59843"/>
                      <a:gd name="connsiteY7" fmla="*/ 52459 h 94328"/>
                      <a:gd name="connsiteX8" fmla="*/ 58105 w 59843"/>
                      <a:gd name="connsiteY8" fmla="*/ 29476 h 94328"/>
                      <a:gd name="connsiteX9" fmla="*/ 48809 w 59843"/>
                      <a:gd name="connsiteY9" fmla="*/ 6256 h 94328"/>
                      <a:gd name="connsiteX10" fmla="*/ 22604 w 59843"/>
                      <a:gd name="connsiteY10" fmla="*/ -2013 h 94328"/>
                      <a:gd name="connsiteX11" fmla="*/ 10730 w 59843"/>
                      <a:gd name="connsiteY11" fmla="*/ -1021 h 94328"/>
                      <a:gd name="connsiteX12" fmla="*/ -1738 w 59843"/>
                      <a:gd name="connsiteY12" fmla="*/ 1953 h 94328"/>
                      <a:gd name="connsiteX13" fmla="*/ -1738 w 59843"/>
                      <a:gd name="connsiteY13" fmla="*/ 14545 h 94328"/>
                      <a:gd name="connsiteX14" fmla="*/ 9779 w 59843"/>
                      <a:gd name="connsiteY14" fmla="*/ 10024 h 94328"/>
                      <a:gd name="connsiteX15" fmla="*/ 22346 w 59843"/>
                      <a:gd name="connsiteY15" fmla="*/ 8537 h 94328"/>
                      <a:gd name="connsiteX16" fmla="*/ 39314 w 59843"/>
                      <a:gd name="connsiteY16" fmla="*/ 14168 h 94328"/>
                      <a:gd name="connsiteX17" fmla="*/ 45578 w 59843"/>
                      <a:gd name="connsiteY17" fmla="*/ 29476 h 94328"/>
                      <a:gd name="connsiteX18" fmla="*/ 39314 w 59843"/>
                      <a:gd name="connsiteY18" fmla="*/ 44765 h 94328"/>
                      <a:gd name="connsiteX19" fmla="*/ 22346 w 59843"/>
                      <a:gd name="connsiteY19" fmla="*/ 50416 h 94328"/>
                      <a:gd name="connsiteX20" fmla="*/ 12336 w 59843"/>
                      <a:gd name="connsiteY20" fmla="*/ 49306 h 94328"/>
                      <a:gd name="connsiteX21" fmla="*/ 2167 w 59843"/>
                      <a:gd name="connsiteY21" fmla="*/ 45836 h 94328"/>
                      <a:gd name="connsiteX22" fmla="*/ 2167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67" y="92316"/>
                        </a:moveTo>
                        <a:lnTo>
                          <a:pt x="51286" y="92316"/>
                        </a:lnTo>
                        <a:lnTo>
                          <a:pt x="51286" y="81767"/>
                        </a:lnTo>
                        <a:lnTo>
                          <a:pt x="13624" y="81767"/>
                        </a:lnTo>
                        <a:lnTo>
                          <a:pt x="13624" y="59102"/>
                        </a:lnTo>
                        <a:cubicBezTo>
                          <a:pt x="15435" y="59723"/>
                          <a:pt x="17245" y="60186"/>
                          <a:pt x="19055" y="60490"/>
                        </a:cubicBezTo>
                        <a:cubicBezTo>
                          <a:pt x="20879" y="60794"/>
                          <a:pt x="22703" y="60946"/>
                          <a:pt x="24526" y="60946"/>
                        </a:cubicBezTo>
                        <a:cubicBezTo>
                          <a:pt x="34847" y="60946"/>
                          <a:pt x="43021" y="58117"/>
                          <a:pt x="49047" y="52459"/>
                        </a:cubicBezTo>
                        <a:cubicBezTo>
                          <a:pt x="55086" y="46801"/>
                          <a:pt x="58105" y="39140"/>
                          <a:pt x="58105" y="29476"/>
                        </a:cubicBezTo>
                        <a:cubicBezTo>
                          <a:pt x="58105" y="19522"/>
                          <a:pt x="55006" y="11782"/>
                          <a:pt x="48809" y="6256"/>
                        </a:cubicBezTo>
                        <a:cubicBezTo>
                          <a:pt x="42611" y="744"/>
                          <a:pt x="33876" y="-2013"/>
                          <a:pt x="22604" y="-2013"/>
                        </a:cubicBezTo>
                        <a:cubicBezTo>
                          <a:pt x="18718" y="-2013"/>
                          <a:pt x="14761" y="-1682"/>
                          <a:pt x="10730" y="-1021"/>
                        </a:cubicBezTo>
                        <a:cubicBezTo>
                          <a:pt x="6713" y="-360"/>
                          <a:pt x="2557" y="631"/>
                          <a:pt x="-1738" y="1953"/>
                        </a:cubicBezTo>
                        <a:lnTo>
                          <a:pt x="-1738" y="14545"/>
                        </a:lnTo>
                        <a:cubicBezTo>
                          <a:pt x="1975" y="12522"/>
                          <a:pt x="5814" y="11015"/>
                          <a:pt x="9779" y="10024"/>
                        </a:cubicBezTo>
                        <a:cubicBezTo>
                          <a:pt x="13743" y="9032"/>
                          <a:pt x="17932" y="8537"/>
                          <a:pt x="22346" y="8537"/>
                        </a:cubicBezTo>
                        <a:cubicBezTo>
                          <a:pt x="29495" y="8537"/>
                          <a:pt x="35151" y="10414"/>
                          <a:pt x="39314" y="14168"/>
                        </a:cubicBezTo>
                        <a:cubicBezTo>
                          <a:pt x="43490" y="17923"/>
                          <a:pt x="45578" y="23025"/>
                          <a:pt x="45578" y="29476"/>
                        </a:cubicBezTo>
                        <a:cubicBezTo>
                          <a:pt x="45578" y="35914"/>
                          <a:pt x="43490" y="41011"/>
                          <a:pt x="39314" y="44765"/>
                        </a:cubicBezTo>
                        <a:cubicBezTo>
                          <a:pt x="35151" y="48533"/>
                          <a:pt x="29495" y="50416"/>
                          <a:pt x="22346" y="50416"/>
                        </a:cubicBezTo>
                        <a:cubicBezTo>
                          <a:pt x="19003" y="50416"/>
                          <a:pt x="15666" y="50046"/>
                          <a:pt x="12336" y="49306"/>
                        </a:cubicBezTo>
                        <a:cubicBezTo>
                          <a:pt x="9019" y="48566"/>
                          <a:pt x="5629" y="47409"/>
                          <a:pt x="2167" y="45836"/>
                        </a:cubicBezTo>
                        <a:lnTo>
                          <a:pt x="2167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15" name="Freeform: Shape 114">
                    <a:extLst>
                      <a:ext uri="{FF2B5EF4-FFF2-40B4-BE49-F238E27FC236}">
                        <a16:creationId xmlns:a16="http://schemas.microsoft.com/office/drawing/2014/main" id="{D03B27EC-9685-54B5-FDFF-C548331F6B80}"/>
                      </a:ext>
                    </a:extLst>
                  </p:cNvPr>
                  <p:cNvSpPr/>
                  <p:nvPr/>
                </p:nvSpPr>
                <p:spPr>
                  <a:xfrm flipV="1">
                    <a:off x="6589354" y="4672504"/>
                    <a:ext cx="63867" cy="95994"/>
                  </a:xfrm>
                  <a:custGeom>
                    <a:avLst/>
                    <a:gdLst>
                      <a:gd name="connsiteX0" fmla="*/ 31238 w 63867"/>
                      <a:gd name="connsiteY0" fmla="*/ 50989 h 95994"/>
                      <a:gd name="connsiteX1" fmla="*/ 17878 w 63867"/>
                      <a:gd name="connsiteY1" fmla="*/ 45219 h 95994"/>
                      <a:gd name="connsiteX2" fmla="*/ 12962 w 63867"/>
                      <a:gd name="connsiteY2" fmla="*/ 29434 h 95994"/>
                      <a:gd name="connsiteX3" fmla="*/ 17878 w 63867"/>
                      <a:gd name="connsiteY3" fmla="*/ 13650 h 95994"/>
                      <a:gd name="connsiteX4" fmla="*/ 31238 w 63867"/>
                      <a:gd name="connsiteY4" fmla="*/ 7860 h 95994"/>
                      <a:gd name="connsiteX5" fmla="*/ 44578 w 63867"/>
                      <a:gd name="connsiteY5" fmla="*/ 13650 h 95994"/>
                      <a:gd name="connsiteX6" fmla="*/ 49494 w 63867"/>
                      <a:gd name="connsiteY6" fmla="*/ 29434 h 95994"/>
                      <a:gd name="connsiteX7" fmla="*/ 44578 w 63867"/>
                      <a:gd name="connsiteY7" fmla="*/ 45219 h 95994"/>
                      <a:gd name="connsiteX8" fmla="*/ 31238 w 63867"/>
                      <a:gd name="connsiteY8" fmla="*/ 50989 h 95994"/>
                      <a:gd name="connsiteX9" fmla="*/ 56075 w 63867"/>
                      <a:gd name="connsiteY9" fmla="*/ 90231 h 95994"/>
                      <a:gd name="connsiteX10" fmla="*/ 56075 w 63867"/>
                      <a:gd name="connsiteY10" fmla="*/ 78829 h 95994"/>
                      <a:gd name="connsiteX11" fmla="*/ 46560 w 63867"/>
                      <a:gd name="connsiteY11" fmla="*/ 82220 h 95994"/>
                      <a:gd name="connsiteX12" fmla="*/ 37046 w 63867"/>
                      <a:gd name="connsiteY12" fmla="*/ 83410 h 95994"/>
                      <a:gd name="connsiteX13" fmla="*/ 18115 w 63867"/>
                      <a:gd name="connsiteY13" fmla="*/ 75042 h 95994"/>
                      <a:gd name="connsiteX14" fmla="*/ 10662 w 63867"/>
                      <a:gd name="connsiteY14" fmla="*/ 49760 h 95994"/>
                      <a:gd name="connsiteX15" fmla="*/ 19820 w 63867"/>
                      <a:gd name="connsiteY15" fmla="*/ 58028 h 95994"/>
                      <a:gd name="connsiteX16" fmla="*/ 31971 w 63867"/>
                      <a:gd name="connsiteY16" fmla="*/ 60904 h 95994"/>
                      <a:gd name="connsiteX17" fmla="*/ 53994 w 63867"/>
                      <a:gd name="connsiteY17" fmla="*/ 52436 h 95994"/>
                      <a:gd name="connsiteX18" fmla="*/ 62081 w 63867"/>
                      <a:gd name="connsiteY18" fmla="*/ 29434 h 95994"/>
                      <a:gd name="connsiteX19" fmla="*/ 53657 w 63867"/>
                      <a:gd name="connsiteY19" fmla="*/ 6551 h 95994"/>
                      <a:gd name="connsiteX20" fmla="*/ 31238 w 63867"/>
                      <a:gd name="connsiteY20" fmla="*/ -2055 h 95994"/>
                      <a:gd name="connsiteX21" fmla="*/ 6698 w 63867"/>
                      <a:gd name="connsiteY21" fmla="*/ 10240 h 95994"/>
                      <a:gd name="connsiteX22" fmla="*/ -1786 w 63867"/>
                      <a:gd name="connsiteY22" fmla="*/ 45913 h 95994"/>
                      <a:gd name="connsiteX23" fmla="*/ 8621 w 63867"/>
                      <a:gd name="connsiteY23" fmla="*/ 80892 h 95994"/>
                      <a:gd name="connsiteX24" fmla="*/ 36550 w 63867"/>
                      <a:gd name="connsiteY24" fmla="*/ 93939 h 95994"/>
                      <a:gd name="connsiteX25" fmla="*/ 46065 w 63867"/>
                      <a:gd name="connsiteY25" fmla="*/ 93007 h 95994"/>
                      <a:gd name="connsiteX26" fmla="*/ 56075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238" y="50989"/>
                        </a:moveTo>
                        <a:cubicBezTo>
                          <a:pt x="25621" y="50989"/>
                          <a:pt x="21168" y="49065"/>
                          <a:pt x="17878" y="45219"/>
                        </a:cubicBezTo>
                        <a:cubicBezTo>
                          <a:pt x="14600" y="41385"/>
                          <a:pt x="12962" y="36123"/>
                          <a:pt x="12962" y="29434"/>
                        </a:cubicBezTo>
                        <a:cubicBezTo>
                          <a:pt x="12962" y="22785"/>
                          <a:pt x="14600" y="17524"/>
                          <a:pt x="17878" y="13650"/>
                        </a:cubicBezTo>
                        <a:cubicBezTo>
                          <a:pt x="21168" y="9790"/>
                          <a:pt x="25621" y="7860"/>
                          <a:pt x="31238" y="7860"/>
                        </a:cubicBezTo>
                        <a:cubicBezTo>
                          <a:pt x="36854" y="7860"/>
                          <a:pt x="41301" y="9790"/>
                          <a:pt x="44578" y="13650"/>
                        </a:cubicBezTo>
                        <a:cubicBezTo>
                          <a:pt x="47855" y="17524"/>
                          <a:pt x="49494" y="22785"/>
                          <a:pt x="49494" y="29434"/>
                        </a:cubicBezTo>
                        <a:cubicBezTo>
                          <a:pt x="49494" y="36123"/>
                          <a:pt x="47855" y="41385"/>
                          <a:pt x="44578" y="45219"/>
                        </a:cubicBezTo>
                        <a:cubicBezTo>
                          <a:pt x="41301" y="49065"/>
                          <a:pt x="36854" y="50989"/>
                          <a:pt x="31238" y="50989"/>
                        </a:cubicBezTo>
                        <a:close/>
                        <a:moveTo>
                          <a:pt x="56075" y="90231"/>
                        </a:moveTo>
                        <a:lnTo>
                          <a:pt x="56075" y="78829"/>
                        </a:lnTo>
                        <a:cubicBezTo>
                          <a:pt x="52930" y="80310"/>
                          <a:pt x="49758" y="81440"/>
                          <a:pt x="46560" y="82220"/>
                        </a:cubicBezTo>
                        <a:cubicBezTo>
                          <a:pt x="43362" y="83013"/>
                          <a:pt x="40191" y="83410"/>
                          <a:pt x="37046" y="83410"/>
                        </a:cubicBezTo>
                        <a:cubicBezTo>
                          <a:pt x="28786" y="83410"/>
                          <a:pt x="22476" y="80621"/>
                          <a:pt x="18115" y="75042"/>
                        </a:cubicBezTo>
                        <a:cubicBezTo>
                          <a:pt x="13768" y="69463"/>
                          <a:pt x="11283" y="61036"/>
                          <a:pt x="10662" y="49760"/>
                        </a:cubicBezTo>
                        <a:cubicBezTo>
                          <a:pt x="13094" y="53355"/>
                          <a:pt x="16146" y="56112"/>
                          <a:pt x="19820" y="58028"/>
                        </a:cubicBezTo>
                        <a:cubicBezTo>
                          <a:pt x="23507" y="59945"/>
                          <a:pt x="27557" y="60904"/>
                          <a:pt x="31971" y="60904"/>
                        </a:cubicBezTo>
                        <a:cubicBezTo>
                          <a:pt x="41261" y="60904"/>
                          <a:pt x="48602" y="58081"/>
                          <a:pt x="53994" y="52436"/>
                        </a:cubicBezTo>
                        <a:cubicBezTo>
                          <a:pt x="59385" y="46805"/>
                          <a:pt x="62081" y="39138"/>
                          <a:pt x="62081" y="29434"/>
                        </a:cubicBezTo>
                        <a:cubicBezTo>
                          <a:pt x="62081" y="19929"/>
                          <a:pt x="59273" y="12302"/>
                          <a:pt x="53657" y="6551"/>
                        </a:cubicBezTo>
                        <a:cubicBezTo>
                          <a:pt x="48040" y="814"/>
                          <a:pt x="40567" y="-2055"/>
                          <a:pt x="31238" y="-2055"/>
                        </a:cubicBezTo>
                        <a:cubicBezTo>
                          <a:pt x="20534" y="-2055"/>
                          <a:pt x="12354" y="2043"/>
                          <a:pt x="6698" y="10240"/>
                        </a:cubicBezTo>
                        <a:cubicBezTo>
                          <a:pt x="1042" y="18449"/>
                          <a:pt x="-1786" y="30340"/>
                          <a:pt x="-1786" y="45913"/>
                        </a:cubicBezTo>
                        <a:cubicBezTo>
                          <a:pt x="-1786" y="60534"/>
                          <a:pt x="1683" y="72193"/>
                          <a:pt x="8621" y="80892"/>
                        </a:cubicBezTo>
                        <a:cubicBezTo>
                          <a:pt x="15558" y="89590"/>
                          <a:pt x="24868" y="93939"/>
                          <a:pt x="36550" y="93939"/>
                        </a:cubicBezTo>
                        <a:cubicBezTo>
                          <a:pt x="39695" y="93939"/>
                          <a:pt x="42867" y="93629"/>
                          <a:pt x="46065" y="93007"/>
                        </a:cubicBezTo>
                        <a:cubicBezTo>
                          <a:pt x="49263" y="92386"/>
                          <a:pt x="52599" y="91461"/>
                          <a:pt x="56075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16" name="Freeform: Shape 115">
                    <a:extLst>
                      <a:ext uri="{FF2B5EF4-FFF2-40B4-BE49-F238E27FC236}">
                        <a16:creationId xmlns:a16="http://schemas.microsoft.com/office/drawing/2014/main" id="{BC171FC5-D746-77AA-9970-72DB71B6F141}"/>
                      </a:ext>
                    </a:extLst>
                  </p:cNvPr>
                  <p:cNvSpPr/>
                  <p:nvPr/>
                </p:nvSpPr>
                <p:spPr>
                  <a:xfrm flipV="1">
                    <a:off x="6669572" y="4672504"/>
                    <a:ext cx="63926" cy="95994"/>
                  </a:xfrm>
                  <a:custGeom>
                    <a:avLst/>
                    <a:gdLst>
                      <a:gd name="connsiteX0" fmla="*/ 30197 w 63926"/>
                      <a:gd name="connsiteY0" fmla="*/ 84025 h 95994"/>
                      <a:gd name="connsiteX1" fmla="*/ 15667 w 63926"/>
                      <a:gd name="connsiteY1" fmla="*/ 74507 h 95994"/>
                      <a:gd name="connsiteX2" fmla="*/ 10811 w 63926"/>
                      <a:gd name="connsiteY2" fmla="*/ 45913 h 95994"/>
                      <a:gd name="connsiteX3" fmla="*/ 15667 w 63926"/>
                      <a:gd name="connsiteY3" fmla="*/ 17378 h 95994"/>
                      <a:gd name="connsiteX4" fmla="*/ 30197 w 63926"/>
                      <a:gd name="connsiteY4" fmla="*/ 7860 h 95994"/>
                      <a:gd name="connsiteX5" fmla="*/ 44786 w 63926"/>
                      <a:gd name="connsiteY5" fmla="*/ 17378 h 95994"/>
                      <a:gd name="connsiteX6" fmla="*/ 49663 w 63926"/>
                      <a:gd name="connsiteY6" fmla="*/ 45913 h 95994"/>
                      <a:gd name="connsiteX7" fmla="*/ 44786 w 63926"/>
                      <a:gd name="connsiteY7" fmla="*/ 74507 h 95994"/>
                      <a:gd name="connsiteX8" fmla="*/ 30197 w 63926"/>
                      <a:gd name="connsiteY8" fmla="*/ 84025 h 95994"/>
                      <a:gd name="connsiteX9" fmla="*/ 30197 w 63926"/>
                      <a:gd name="connsiteY9" fmla="*/ 93939 h 95994"/>
                      <a:gd name="connsiteX10" fmla="*/ 53964 w 63926"/>
                      <a:gd name="connsiteY10" fmla="*/ 81625 h 95994"/>
                      <a:gd name="connsiteX11" fmla="*/ 62170 w 63926"/>
                      <a:gd name="connsiteY11" fmla="*/ 45913 h 95994"/>
                      <a:gd name="connsiteX12" fmla="*/ 53964 w 63926"/>
                      <a:gd name="connsiteY12" fmla="*/ 10240 h 95994"/>
                      <a:gd name="connsiteX13" fmla="*/ 30197 w 63926"/>
                      <a:gd name="connsiteY13" fmla="*/ -2055 h 95994"/>
                      <a:gd name="connsiteX14" fmla="*/ 6450 w 63926"/>
                      <a:gd name="connsiteY14" fmla="*/ 10240 h 95994"/>
                      <a:gd name="connsiteX15" fmla="*/ -1756 w 63926"/>
                      <a:gd name="connsiteY15" fmla="*/ 45913 h 95994"/>
                      <a:gd name="connsiteX16" fmla="*/ 6450 w 63926"/>
                      <a:gd name="connsiteY16" fmla="*/ 81625 h 95994"/>
                      <a:gd name="connsiteX17" fmla="*/ 3019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97" y="84025"/>
                        </a:moveTo>
                        <a:cubicBezTo>
                          <a:pt x="23762" y="84025"/>
                          <a:pt x="18918" y="80852"/>
                          <a:pt x="15667" y="74507"/>
                        </a:cubicBezTo>
                        <a:cubicBezTo>
                          <a:pt x="12430" y="68174"/>
                          <a:pt x="10811" y="58643"/>
                          <a:pt x="10811" y="45913"/>
                        </a:cubicBezTo>
                        <a:cubicBezTo>
                          <a:pt x="10811" y="33235"/>
                          <a:pt x="12430" y="23724"/>
                          <a:pt x="15667" y="17378"/>
                        </a:cubicBezTo>
                        <a:cubicBezTo>
                          <a:pt x="18918" y="11033"/>
                          <a:pt x="23762" y="7860"/>
                          <a:pt x="30197" y="7860"/>
                        </a:cubicBezTo>
                        <a:cubicBezTo>
                          <a:pt x="36686" y="7860"/>
                          <a:pt x="41549" y="11033"/>
                          <a:pt x="44786" y="17378"/>
                        </a:cubicBezTo>
                        <a:cubicBezTo>
                          <a:pt x="48037" y="23724"/>
                          <a:pt x="49663" y="33235"/>
                          <a:pt x="49663" y="45913"/>
                        </a:cubicBezTo>
                        <a:cubicBezTo>
                          <a:pt x="49663" y="58643"/>
                          <a:pt x="48037" y="68174"/>
                          <a:pt x="44786" y="74507"/>
                        </a:cubicBezTo>
                        <a:cubicBezTo>
                          <a:pt x="41549" y="80852"/>
                          <a:pt x="36686" y="84025"/>
                          <a:pt x="30197" y="84025"/>
                        </a:cubicBezTo>
                        <a:close/>
                        <a:moveTo>
                          <a:pt x="30197" y="93939"/>
                        </a:moveTo>
                        <a:cubicBezTo>
                          <a:pt x="40571" y="93939"/>
                          <a:pt x="48493" y="89835"/>
                          <a:pt x="53964" y="81625"/>
                        </a:cubicBezTo>
                        <a:cubicBezTo>
                          <a:pt x="59435" y="73429"/>
                          <a:pt x="62170" y="61525"/>
                          <a:pt x="62170" y="45913"/>
                        </a:cubicBezTo>
                        <a:cubicBezTo>
                          <a:pt x="62170" y="30340"/>
                          <a:pt x="59435" y="18449"/>
                          <a:pt x="53964" y="10240"/>
                        </a:cubicBezTo>
                        <a:cubicBezTo>
                          <a:pt x="48493" y="2043"/>
                          <a:pt x="40571" y="-2055"/>
                          <a:pt x="30197" y="-2055"/>
                        </a:cubicBezTo>
                        <a:cubicBezTo>
                          <a:pt x="19837" y="-2055"/>
                          <a:pt x="11921" y="2043"/>
                          <a:pt x="6450" y="10240"/>
                        </a:cubicBezTo>
                        <a:cubicBezTo>
                          <a:pt x="979" y="18449"/>
                          <a:pt x="-1756" y="30340"/>
                          <a:pt x="-1756" y="45913"/>
                        </a:cubicBezTo>
                        <a:cubicBezTo>
                          <a:pt x="-1756" y="61525"/>
                          <a:pt x="979" y="73429"/>
                          <a:pt x="6450" y="81625"/>
                        </a:cubicBezTo>
                        <a:cubicBezTo>
                          <a:pt x="11921" y="89835"/>
                          <a:pt x="19837" y="93939"/>
                          <a:pt x="3019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17" name="Graphic 83">
                <a:extLst>
                  <a:ext uri="{FF2B5EF4-FFF2-40B4-BE49-F238E27FC236}">
                    <a16:creationId xmlns:a16="http://schemas.microsoft.com/office/drawing/2014/main" id="{CC78065A-AC83-342B-B032-E0B890481807}"/>
                  </a:ext>
                </a:extLst>
              </p:cNvPr>
              <p:cNvGrpSpPr/>
              <p:nvPr/>
            </p:nvGrpSpPr>
            <p:grpSpPr>
              <a:xfrm>
                <a:off x="7415673" y="4581427"/>
                <a:ext cx="223926" cy="187070"/>
                <a:chOff x="7415673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50DC6442-18AA-C343-698A-F18DDA7BD4EC}"/>
                    </a:ext>
                  </a:extLst>
                </p:cNvPr>
                <p:cNvSpPr/>
                <p:nvPr/>
              </p:nvSpPr>
              <p:spPr>
                <a:xfrm>
                  <a:off x="7526955" y="4581427"/>
                  <a:ext cx="12686" cy="44417"/>
                </a:xfrm>
                <a:custGeom>
                  <a:avLst/>
                  <a:gdLst>
                    <a:gd name="connsiteX0" fmla="*/ 343 w 12686"/>
                    <a:gd name="connsiteY0" fmla="*/ 264 h 44417"/>
                    <a:gd name="connsiteX1" fmla="*/ 343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43" y="264"/>
                      </a:moveTo>
                      <a:lnTo>
                        <a:pt x="343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19" name="Graphic 83">
                  <a:extLst>
                    <a:ext uri="{FF2B5EF4-FFF2-40B4-BE49-F238E27FC236}">
                      <a16:creationId xmlns:a16="http://schemas.microsoft.com/office/drawing/2014/main" id="{DD52D826-9FEF-2F31-E8B9-E4D778E78B05}"/>
                    </a:ext>
                  </a:extLst>
                </p:cNvPr>
                <p:cNvGrpSpPr/>
                <p:nvPr/>
              </p:nvGrpSpPr>
              <p:grpSpPr>
                <a:xfrm>
                  <a:off x="7415673" y="4672504"/>
                  <a:ext cx="223926" cy="95994"/>
                  <a:chOff x="7415673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20" name="Freeform: Shape 119">
                    <a:extLst>
                      <a:ext uri="{FF2B5EF4-FFF2-40B4-BE49-F238E27FC236}">
                        <a16:creationId xmlns:a16="http://schemas.microsoft.com/office/drawing/2014/main" id="{12DB0C73-B562-F75E-BD49-71692302ECF0}"/>
                      </a:ext>
                    </a:extLst>
                  </p:cNvPr>
                  <p:cNvSpPr/>
                  <p:nvPr/>
                </p:nvSpPr>
                <p:spPr>
                  <a:xfrm flipV="1">
                    <a:off x="7415673" y="4674169"/>
                    <a:ext cx="59843" cy="94328"/>
                  </a:xfrm>
                  <a:custGeom>
                    <a:avLst/>
                    <a:gdLst>
                      <a:gd name="connsiteX0" fmla="*/ 2238 w 59843"/>
                      <a:gd name="connsiteY0" fmla="*/ 92316 h 94328"/>
                      <a:gd name="connsiteX1" fmla="*/ 51358 w 59843"/>
                      <a:gd name="connsiteY1" fmla="*/ 92316 h 94328"/>
                      <a:gd name="connsiteX2" fmla="*/ 51358 w 59843"/>
                      <a:gd name="connsiteY2" fmla="*/ 81767 h 94328"/>
                      <a:gd name="connsiteX3" fmla="*/ 13696 w 59843"/>
                      <a:gd name="connsiteY3" fmla="*/ 81767 h 94328"/>
                      <a:gd name="connsiteX4" fmla="*/ 13696 w 59843"/>
                      <a:gd name="connsiteY4" fmla="*/ 59102 h 94328"/>
                      <a:gd name="connsiteX5" fmla="*/ 19127 w 59843"/>
                      <a:gd name="connsiteY5" fmla="*/ 60490 h 94328"/>
                      <a:gd name="connsiteX6" fmla="*/ 24598 w 59843"/>
                      <a:gd name="connsiteY6" fmla="*/ 60946 h 94328"/>
                      <a:gd name="connsiteX7" fmla="*/ 49118 w 59843"/>
                      <a:gd name="connsiteY7" fmla="*/ 52459 h 94328"/>
                      <a:gd name="connsiteX8" fmla="*/ 58177 w 59843"/>
                      <a:gd name="connsiteY8" fmla="*/ 29476 h 94328"/>
                      <a:gd name="connsiteX9" fmla="*/ 48880 w 59843"/>
                      <a:gd name="connsiteY9" fmla="*/ 6256 h 94328"/>
                      <a:gd name="connsiteX10" fmla="*/ 22675 w 59843"/>
                      <a:gd name="connsiteY10" fmla="*/ -2013 h 94328"/>
                      <a:gd name="connsiteX11" fmla="*/ 10802 w 59843"/>
                      <a:gd name="connsiteY11" fmla="*/ -1021 h 94328"/>
                      <a:gd name="connsiteX12" fmla="*/ -1667 w 59843"/>
                      <a:gd name="connsiteY12" fmla="*/ 1953 h 94328"/>
                      <a:gd name="connsiteX13" fmla="*/ -1667 w 59843"/>
                      <a:gd name="connsiteY13" fmla="*/ 14545 h 94328"/>
                      <a:gd name="connsiteX14" fmla="*/ 9850 w 59843"/>
                      <a:gd name="connsiteY14" fmla="*/ 10024 h 94328"/>
                      <a:gd name="connsiteX15" fmla="*/ 22417 w 59843"/>
                      <a:gd name="connsiteY15" fmla="*/ 8537 h 94328"/>
                      <a:gd name="connsiteX16" fmla="*/ 39385 w 59843"/>
                      <a:gd name="connsiteY16" fmla="*/ 14168 h 94328"/>
                      <a:gd name="connsiteX17" fmla="*/ 45649 w 59843"/>
                      <a:gd name="connsiteY17" fmla="*/ 29476 h 94328"/>
                      <a:gd name="connsiteX18" fmla="*/ 39385 w 59843"/>
                      <a:gd name="connsiteY18" fmla="*/ 44765 h 94328"/>
                      <a:gd name="connsiteX19" fmla="*/ 22417 w 59843"/>
                      <a:gd name="connsiteY19" fmla="*/ 50416 h 94328"/>
                      <a:gd name="connsiteX20" fmla="*/ 12407 w 59843"/>
                      <a:gd name="connsiteY20" fmla="*/ 49306 h 94328"/>
                      <a:gd name="connsiteX21" fmla="*/ 2238 w 59843"/>
                      <a:gd name="connsiteY21" fmla="*/ 45836 h 94328"/>
                      <a:gd name="connsiteX22" fmla="*/ 2238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38" y="92316"/>
                        </a:moveTo>
                        <a:lnTo>
                          <a:pt x="51358" y="92316"/>
                        </a:lnTo>
                        <a:lnTo>
                          <a:pt x="51358" y="81767"/>
                        </a:lnTo>
                        <a:lnTo>
                          <a:pt x="13696" y="81767"/>
                        </a:lnTo>
                        <a:lnTo>
                          <a:pt x="13696" y="59102"/>
                        </a:lnTo>
                        <a:cubicBezTo>
                          <a:pt x="15506" y="59723"/>
                          <a:pt x="17316" y="60186"/>
                          <a:pt x="19127" y="60490"/>
                        </a:cubicBezTo>
                        <a:cubicBezTo>
                          <a:pt x="20951" y="60794"/>
                          <a:pt x="22774" y="60946"/>
                          <a:pt x="24598" y="60946"/>
                        </a:cubicBezTo>
                        <a:cubicBezTo>
                          <a:pt x="34919" y="60946"/>
                          <a:pt x="43092" y="58117"/>
                          <a:pt x="49118" y="52459"/>
                        </a:cubicBezTo>
                        <a:cubicBezTo>
                          <a:pt x="55157" y="46801"/>
                          <a:pt x="58177" y="39140"/>
                          <a:pt x="58177" y="29476"/>
                        </a:cubicBezTo>
                        <a:cubicBezTo>
                          <a:pt x="58177" y="19522"/>
                          <a:pt x="55078" y="11782"/>
                          <a:pt x="48880" y="6256"/>
                        </a:cubicBezTo>
                        <a:cubicBezTo>
                          <a:pt x="42682" y="744"/>
                          <a:pt x="33947" y="-2013"/>
                          <a:pt x="22675" y="-2013"/>
                        </a:cubicBezTo>
                        <a:cubicBezTo>
                          <a:pt x="18790" y="-2013"/>
                          <a:pt x="14832" y="-1682"/>
                          <a:pt x="10802" y="-1021"/>
                        </a:cubicBezTo>
                        <a:cubicBezTo>
                          <a:pt x="6784" y="-360"/>
                          <a:pt x="2628" y="631"/>
                          <a:pt x="-1667" y="1953"/>
                        </a:cubicBezTo>
                        <a:lnTo>
                          <a:pt x="-1667" y="14545"/>
                        </a:lnTo>
                        <a:cubicBezTo>
                          <a:pt x="2047" y="12522"/>
                          <a:pt x="5886" y="11015"/>
                          <a:pt x="9850" y="10024"/>
                        </a:cubicBezTo>
                        <a:cubicBezTo>
                          <a:pt x="13815" y="9032"/>
                          <a:pt x="18004" y="8537"/>
                          <a:pt x="22417" y="8537"/>
                        </a:cubicBezTo>
                        <a:cubicBezTo>
                          <a:pt x="29567" y="8537"/>
                          <a:pt x="35223" y="10414"/>
                          <a:pt x="39385" y="14168"/>
                        </a:cubicBezTo>
                        <a:cubicBezTo>
                          <a:pt x="43561" y="17923"/>
                          <a:pt x="45649" y="23025"/>
                          <a:pt x="45649" y="29476"/>
                        </a:cubicBezTo>
                        <a:cubicBezTo>
                          <a:pt x="45649" y="35914"/>
                          <a:pt x="43561" y="41011"/>
                          <a:pt x="39385" y="44765"/>
                        </a:cubicBezTo>
                        <a:cubicBezTo>
                          <a:pt x="35223" y="48533"/>
                          <a:pt x="29567" y="50416"/>
                          <a:pt x="22417" y="50416"/>
                        </a:cubicBezTo>
                        <a:cubicBezTo>
                          <a:pt x="19074" y="50416"/>
                          <a:pt x="15737" y="50046"/>
                          <a:pt x="12407" y="49306"/>
                        </a:cubicBezTo>
                        <a:cubicBezTo>
                          <a:pt x="9090" y="48566"/>
                          <a:pt x="5701" y="47409"/>
                          <a:pt x="2238" y="45836"/>
                        </a:cubicBezTo>
                        <a:lnTo>
                          <a:pt x="2238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21" name="Freeform: Shape 120">
                    <a:extLst>
                      <a:ext uri="{FF2B5EF4-FFF2-40B4-BE49-F238E27FC236}">
                        <a16:creationId xmlns:a16="http://schemas.microsoft.com/office/drawing/2014/main" id="{0902CA3E-2FAE-3D49-4F0F-681BA869A7FB}"/>
                      </a:ext>
                    </a:extLst>
                  </p:cNvPr>
                  <p:cNvSpPr/>
                  <p:nvPr/>
                </p:nvSpPr>
                <p:spPr>
                  <a:xfrm flipV="1">
                    <a:off x="7495197" y="4672504"/>
                    <a:ext cx="63431" cy="95994"/>
                  </a:xfrm>
                  <a:custGeom>
                    <a:avLst/>
                    <a:gdLst>
                      <a:gd name="connsiteX0" fmla="*/ 30025 w 63431"/>
                      <a:gd name="connsiteY0" fmla="*/ 43692 h 95994"/>
                      <a:gd name="connsiteX1" fmla="*/ 15991 w 63431"/>
                      <a:gd name="connsiteY1" fmla="*/ 38913 h 95994"/>
                      <a:gd name="connsiteX2" fmla="*/ 10896 w 63431"/>
                      <a:gd name="connsiteY2" fmla="*/ 25786 h 95994"/>
                      <a:gd name="connsiteX3" fmla="*/ 15991 w 63431"/>
                      <a:gd name="connsiteY3" fmla="*/ 12639 h 95994"/>
                      <a:gd name="connsiteX4" fmla="*/ 30025 w 63431"/>
                      <a:gd name="connsiteY4" fmla="*/ 7860 h 95994"/>
                      <a:gd name="connsiteX5" fmla="*/ 44079 w 63431"/>
                      <a:gd name="connsiteY5" fmla="*/ 12659 h 95994"/>
                      <a:gd name="connsiteX6" fmla="*/ 49233 w 63431"/>
                      <a:gd name="connsiteY6" fmla="*/ 25786 h 95994"/>
                      <a:gd name="connsiteX7" fmla="*/ 44118 w 63431"/>
                      <a:gd name="connsiteY7" fmla="*/ 38913 h 95994"/>
                      <a:gd name="connsiteX8" fmla="*/ 30025 w 63431"/>
                      <a:gd name="connsiteY8" fmla="*/ 43692 h 95994"/>
                      <a:gd name="connsiteX9" fmla="*/ 17517 w 63431"/>
                      <a:gd name="connsiteY9" fmla="*/ 49006 h 95994"/>
                      <a:gd name="connsiteX10" fmla="*/ 4970 w 63431"/>
                      <a:gd name="connsiteY10" fmla="*/ 56502 h 95994"/>
                      <a:gd name="connsiteX11" fmla="*/ 490 w 63431"/>
                      <a:gd name="connsiteY11" fmla="*/ 69966 h 95994"/>
                      <a:gd name="connsiteX12" fmla="*/ 8379 w 63431"/>
                      <a:gd name="connsiteY12" fmla="*/ 87495 h 95994"/>
                      <a:gd name="connsiteX13" fmla="*/ 30025 w 63431"/>
                      <a:gd name="connsiteY13" fmla="*/ 93939 h 95994"/>
                      <a:gd name="connsiteX14" fmla="*/ 51710 w 63431"/>
                      <a:gd name="connsiteY14" fmla="*/ 87495 h 95994"/>
                      <a:gd name="connsiteX15" fmla="*/ 59580 w 63431"/>
                      <a:gd name="connsiteY15" fmla="*/ 69966 h 95994"/>
                      <a:gd name="connsiteX16" fmla="*/ 55080 w 63431"/>
                      <a:gd name="connsiteY16" fmla="*/ 56502 h 95994"/>
                      <a:gd name="connsiteX17" fmla="*/ 42612 w 63431"/>
                      <a:gd name="connsiteY17" fmla="*/ 49006 h 95994"/>
                      <a:gd name="connsiteX18" fmla="*/ 56686 w 63431"/>
                      <a:gd name="connsiteY18" fmla="*/ 40757 h 95994"/>
                      <a:gd name="connsiteX19" fmla="*/ 61740 w 63431"/>
                      <a:gd name="connsiteY19" fmla="*/ 25786 h 95994"/>
                      <a:gd name="connsiteX20" fmla="*/ 53534 w 63431"/>
                      <a:gd name="connsiteY20" fmla="*/ 5124 h 95994"/>
                      <a:gd name="connsiteX21" fmla="*/ 30025 w 63431"/>
                      <a:gd name="connsiteY21" fmla="*/ -2055 h 95994"/>
                      <a:gd name="connsiteX22" fmla="*/ 6516 w 63431"/>
                      <a:gd name="connsiteY22" fmla="*/ 5124 h 95994"/>
                      <a:gd name="connsiteX23" fmla="*/ -1691 w 63431"/>
                      <a:gd name="connsiteY23" fmla="*/ 25786 h 95994"/>
                      <a:gd name="connsiteX24" fmla="*/ 3384 w 63431"/>
                      <a:gd name="connsiteY24" fmla="*/ 40757 h 95994"/>
                      <a:gd name="connsiteX25" fmla="*/ 17517 w 63431"/>
                      <a:gd name="connsiteY25" fmla="*/ 49006 h 95994"/>
                      <a:gd name="connsiteX26" fmla="*/ 12938 w 63431"/>
                      <a:gd name="connsiteY26" fmla="*/ 68776 h 95994"/>
                      <a:gd name="connsiteX27" fmla="*/ 17418 w 63431"/>
                      <a:gd name="connsiteY27" fmla="*/ 57572 h 95994"/>
                      <a:gd name="connsiteX28" fmla="*/ 30025 w 63431"/>
                      <a:gd name="connsiteY28" fmla="*/ 53547 h 95994"/>
                      <a:gd name="connsiteX29" fmla="*/ 42632 w 63431"/>
                      <a:gd name="connsiteY29" fmla="*/ 57572 h 95994"/>
                      <a:gd name="connsiteX30" fmla="*/ 47191 w 63431"/>
                      <a:gd name="connsiteY30" fmla="*/ 68776 h 95994"/>
                      <a:gd name="connsiteX31" fmla="*/ 42632 w 63431"/>
                      <a:gd name="connsiteY31" fmla="*/ 79999 h 95994"/>
                      <a:gd name="connsiteX32" fmla="*/ 30025 w 63431"/>
                      <a:gd name="connsiteY32" fmla="*/ 84025 h 95994"/>
                      <a:gd name="connsiteX33" fmla="*/ 17418 w 63431"/>
                      <a:gd name="connsiteY33" fmla="*/ 79999 h 95994"/>
                      <a:gd name="connsiteX34" fmla="*/ 12938 w 63431"/>
                      <a:gd name="connsiteY34" fmla="*/ 6877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30025" y="43692"/>
                        </a:moveTo>
                        <a:cubicBezTo>
                          <a:pt x="24078" y="43692"/>
                          <a:pt x="19400" y="42099"/>
                          <a:pt x="15991" y="38913"/>
                        </a:cubicBezTo>
                        <a:cubicBezTo>
                          <a:pt x="12595" y="35727"/>
                          <a:pt x="10896" y="31351"/>
                          <a:pt x="10896" y="25786"/>
                        </a:cubicBezTo>
                        <a:cubicBezTo>
                          <a:pt x="10896" y="20207"/>
                          <a:pt x="12595" y="15825"/>
                          <a:pt x="15991" y="12639"/>
                        </a:cubicBezTo>
                        <a:cubicBezTo>
                          <a:pt x="19400" y="9453"/>
                          <a:pt x="24078" y="7860"/>
                          <a:pt x="30025" y="7860"/>
                        </a:cubicBezTo>
                        <a:cubicBezTo>
                          <a:pt x="35972" y="7860"/>
                          <a:pt x="40656" y="9460"/>
                          <a:pt x="44079" y="12659"/>
                        </a:cubicBezTo>
                        <a:cubicBezTo>
                          <a:pt x="47515" y="15871"/>
                          <a:pt x="49233" y="20247"/>
                          <a:pt x="49233" y="25786"/>
                        </a:cubicBezTo>
                        <a:cubicBezTo>
                          <a:pt x="49233" y="31351"/>
                          <a:pt x="47528" y="35727"/>
                          <a:pt x="44118" y="38913"/>
                        </a:cubicBezTo>
                        <a:cubicBezTo>
                          <a:pt x="40722" y="42099"/>
                          <a:pt x="36024" y="43692"/>
                          <a:pt x="30025" y="43692"/>
                        </a:cubicBezTo>
                        <a:close/>
                        <a:moveTo>
                          <a:pt x="17517" y="49006"/>
                        </a:moveTo>
                        <a:cubicBezTo>
                          <a:pt x="12152" y="50328"/>
                          <a:pt x="7969" y="52826"/>
                          <a:pt x="4970" y="56502"/>
                        </a:cubicBezTo>
                        <a:cubicBezTo>
                          <a:pt x="1983" y="60190"/>
                          <a:pt x="490" y="64678"/>
                          <a:pt x="490" y="69966"/>
                        </a:cubicBezTo>
                        <a:cubicBezTo>
                          <a:pt x="490" y="77355"/>
                          <a:pt x="3119" y="83199"/>
                          <a:pt x="8379" y="87495"/>
                        </a:cubicBezTo>
                        <a:cubicBezTo>
                          <a:pt x="13652" y="91791"/>
                          <a:pt x="20867" y="93939"/>
                          <a:pt x="30025" y="93939"/>
                        </a:cubicBezTo>
                        <a:cubicBezTo>
                          <a:pt x="39236" y="93939"/>
                          <a:pt x="46464" y="91791"/>
                          <a:pt x="51710" y="87495"/>
                        </a:cubicBezTo>
                        <a:cubicBezTo>
                          <a:pt x="56957" y="83199"/>
                          <a:pt x="59580" y="77355"/>
                          <a:pt x="59580" y="69966"/>
                        </a:cubicBezTo>
                        <a:cubicBezTo>
                          <a:pt x="59580" y="64678"/>
                          <a:pt x="58080" y="60190"/>
                          <a:pt x="55080" y="56502"/>
                        </a:cubicBezTo>
                        <a:cubicBezTo>
                          <a:pt x="52094" y="52826"/>
                          <a:pt x="47938" y="50328"/>
                          <a:pt x="42612" y="49006"/>
                        </a:cubicBezTo>
                        <a:cubicBezTo>
                          <a:pt x="48638" y="47605"/>
                          <a:pt x="53329" y="44855"/>
                          <a:pt x="56686" y="40757"/>
                        </a:cubicBezTo>
                        <a:cubicBezTo>
                          <a:pt x="60056" y="36672"/>
                          <a:pt x="61740" y="31682"/>
                          <a:pt x="61740" y="25786"/>
                        </a:cubicBezTo>
                        <a:cubicBezTo>
                          <a:pt x="61740" y="16810"/>
                          <a:pt x="59005" y="9922"/>
                          <a:pt x="53534" y="5124"/>
                        </a:cubicBezTo>
                        <a:cubicBezTo>
                          <a:pt x="48063" y="338"/>
                          <a:pt x="40227" y="-2055"/>
                          <a:pt x="30025" y="-2055"/>
                        </a:cubicBezTo>
                        <a:cubicBezTo>
                          <a:pt x="19836" y="-2055"/>
                          <a:pt x="12000" y="338"/>
                          <a:pt x="6516" y="5124"/>
                        </a:cubicBezTo>
                        <a:cubicBezTo>
                          <a:pt x="1045" y="9922"/>
                          <a:pt x="-1691" y="16810"/>
                          <a:pt x="-1691" y="25786"/>
                        </a:cubicBezTo>
                        <a:cubicBezTo>
                          <a:pt x="-1691" y="31682"/>
                          <a:pt x="1" y="36672"/>
                          <a:pt x="3384" y="40757"/>
                        </a:cubicBezTo>
                        <a:cubicBezTo>
                          <a:pt x="6780" y="44855"/>
                          <a:pt x="11491" y="47605"/>
                          <a:pt x="17517" y="49006"/>
                        </a:cubicBezTo>
                        <a:close/>
                        <a:moveTo>
                          <a:pt x="12938" y="68776"/>
                        </a:moveTo>
                        <a:cubicBezTo>
                          <a:pt x="12938" y="63990"/>
                          <a:pt x="14431" y="60256"/>
                          <a:pt x="17418" y="57572"/>
                        </a:cubicBezTo>
                        <a:cubicBezTo>
                          <a:pt x="20418" y="54889"/>
                          <a:pt x="24620" y="53547"/>
                          <a:pt x="30025" y="53547"/>
                        </a:cubicBezTo>
                        <a:cubicBezTo>
                          <a:pt x="35403" y="53547"/>
                          <a:pt x="39606" y="54889"/>
                          <a:pt x="42632" y="57572"/>
                        </a:cubicBezTo>
                        <a:cubicBezTo>
                          <a:pt x="45671" y="60256"/>
                          <a:pt x="47191" y="63990"/>
                          <a:pt x="47191" y="68776"/>
                        </a:cubicBezTo>
                        <a:cubicBezTo>
                          <a:pt x="47191" y="73575"/>
                          <a:pt x="45671" y="77316"/>
                          <a:pt x="42632" y="79999"/>
                        </a:cubicBezTo>
                        <a:cubicBezTo>
                          <a:pt x="39606" y="82683"/>
                          <a:pt x="35403" y="84025"/>
                          <a:pt x="30025" y="84025"/>
                        </a:cubicBezTo>
                        <a:cubicBezTo>
                          <a:pt x="24620" y="84025"/>
                          <a:pt x="20418" y="82683"/>
                          <a:pt x="17418" y="79999"/>
                        </a:cubicBezTo>
                        <a:cubicBezTo>
                          <a:pt x="14431" y="77316"/>
                          <a:pt x="12938" y="73575"/>
                          <a:pt x="12938" y="687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22" name="Freeform: Shape 121">
                    <a:extLst>
                      <a:ext uri="{FF2B5EF4-FFF2-40B4-BE49-F238E27FC236}">
                        <a16:creationId xmlns:a16="http://schemas.microsoft.com/office/drawing/2014/main" id="{B968E0AB-50D1-DED5-CDF7-3A14290CFB0C}"/>
                      </a:ext>
                    </a:extLst>
                  </p:cNvPr>
                  <p:cNvSpPr/>
                  <p:nvPr/>
                </p:nvSpPr>
                <p:spPr>
                  <a:xfrm flipV="1">
                    <a:off x="7575673" y="4672504"/>
                    <a:ext cx="63926" cy="95994"/>
                  </a:xfrm>
                  <a:custGeom>
                    <a:avLst/>
                    <a:gdLst>
                      <a:gd name="connsiteX0" fmla="*/ 30269 w 63926"/>
                      <a:gd name="connsiteY0" fmla="*/ 84025 h 95994"/>
                      <a:gd name="connsiteX1" fmla="*/ 15739 w 63926"/>
                      <a:gd name="connsiteY1" fmla="*/ 74507 h 95994"/>
                      <a:gd name="connsiteX2" fmla="*/ 10882 w 63926"/>
                      <a:gd name="connsiteY2" fmla="*/ 45913 h 95994"/>
                      <a:gd name="connsiteX3" fmla="*/ 15739 w 63926"/>
                      <a:gd name="connsiteY3" fmla="*/ 17378 h 95994"/>
                      <a:gd name="connsiteX4" fmla="*/ 30269 w 63926"/>
                      <a:gd name="connsiteY4" fmla="*/ 7860 h 95994"/>
                      <a:gd name="connsiteX5" fmla="*/ 44858 w 63926"/>
                      <a:gd name="connsiteY5" fmla="*/ 17378 h 95994"/>
                      <a:gd name="connsiteX6" fmla="*/ 49734 w 63926"/>
                      <a:gd name="connsiteY6" fmla="*/ 45913 h 95994"/>
                      <a:gd name="connsiteX7" fmla="*/ 44858 w 63926"/>
                      <a:gd name="connsiteY7" fmla="*/ 74507 h 95994"/>
                      <a:gd name="connsiteX8" fmla="*/ 30269 w 63926"/>
                      <a:gd name="connsiteY8" fmla="*/ 84025 h 95994"/>
                      <a:gd name="connsiteX9" fmla="*/ 30269 w 63926"/>
                      <a:gd name="connsiteY9" fmla="*/ 93939 h 95994"/>
                      <a:gd name="connsiteX10" fmla="*/ 54035 w 63926"/>
                      <a:gd name="connsiteY10" fmla="*/ 81625 h 95994"/>
                      <a:gd name="connsiteX11" fmla="*/ 62242 w 63926"/>
                      <a:gd name="connsiteY11" fmla="*/ 45913 h 95994"/>
                      <a:gd name="connsiteX12" fmla="*/ 54035 w 63926"/>
                      <a:gd name="connsiteY12" fmla="*/ 10240 h 95994"/>
                      <a:gd name="connsiteX13" fmla="*/ 30269 w 63926"/>
                      <a:gd name="connsiteY13" fmla="*/ -2055 h 95994"/>
                      <a:gd name="connsiteX14" fmla="*/ 6522 w 63926"/>
                      <a:gd name="connsiteY14" fmla="*/ 10240 h 95994"/>
                      <a:gd name="connsiteX15" fmla="*/ -1685 w 63926"/>
                      <a:gd name="connsiteY15" fmla="*/ 45913 h 95994"/>
                      <a:gd name="connsiteX16" fmla="*/ 6522 w 63926"/>
                      <a:gd name="connsiteY16" fmla="*/ 81625 h 95994"/>
                      <a:gd name="connsiteX17" fmla="*/ 30269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69" y="84025"/>
                        </a:moveTo>
                        <a:cubicBezTo>
                          <a:pt x="23833" y="84025"/>
                          <a:pt x="18990" y="80852"/>
                          <a:pt x="15739" y="74507"/>
                        </a:cubicBezTo>
                        <a:cubicBezTo>
                          <a:pt x="12501" y="68174"/>
                          <a:pt x="10882" y="58643"/>
                          <a:pt x="10882" y="45913"/>
                        </a:cubicBezTo>
                        <a:cubicBezTo>
                          <a:pt x="10882" y="33235"/>
                          <a:pt x="12501" y="23724"/>
                          <a:pt x="15739" y="17378"/>
                        </a:cubicBezTo>
                        <a:cubicBezTo>
                          <a:pt x="18990" y="11033"/>
                          <a:pt x="23833" y="7860"/>
                          <a:pt x="30269" y="7860"/>
                        </a:cubicBezTo>
                        <a:cubicBezTo>
                          <a:pt x="36757" y="7860"/>
                          <a:pt x="41620" y="11033"/>
                          <a:pt x="44858" y="17378"/>
                        </a:cubicBezTo>
                        <a:cubicBezTo>
                          <a:pt x="48109" y="23724"/>
                          <a:pt x="49734" y="33235"/>
                          <a:pt x="49734" y="45913"/>
                        </a:cubicBezTo>
                        <a:cubicBezTo>
                          <a:pt x="49734" y="58643"/>
                          <a:pt x="48109" y="68174"/>
                          <a:pt x="44858" y="74507"/>
                        </a:cubicBezTo>
                        <a:cubicBezTo>
                          <a:pt x="41620" y="80852"/>
                          <a:pt x="36757" y="84025"/>
                          <a:pt x="30269" y="84025"/>
                        </a:cubicBezTo>
                        <a:close/>
                        <a:moveTo>
                          <a:pt x="30269" y="93939"/>
                        </a:moveTo>
                        <a:cubicBezTo>
                          <a:pt x="40642" y="93939"/>
                          <a:pt x="48565" y="89835"/>
                          <a:pt x="54035" y="81625"/>
                        </a:cubicBezTo>
                        <a:cubicBezTo>
                          <a:pt x="59506" y="73429"/>
                          <a:pt x="62242" y="61525"/>
                          <a:pt x="62242" y="45913"/>
                        </a:cubicBezTo>
                        <a:cubicBezTo>
                          <a:pt x="62242" y="30340"/>
                          <a:pt x="59506" y="18449"/>
                          <a:pt x="54035" y="10240"/>
                        </a:cubicBezTo>
                        <a:cubicBezTo>
                          <a:pt x="48565" y="2043"/>
                          <a:pt x="40642" y="-2055"/>
                          <a:pt x="30269" y="-2055"/>
                        </a:cubicBezTo>
                        <a:cubicBezTo>
                          <a:pt x="19908" y="-2055"/>
                          <a:pt x="11992" y="2043"/>
                          <a:pt x="6522" y="10240"/>
                        </a:cubicBezTo>
                        <a:cubicBezTo>
                          <a:pt x="1051" y="18449"/>
                          <a:pt x="-1685" y="30340"/>
                          <a:pt x="-1685" y="45913"/>
                        </a:cubicBezTo>
                        <a:cubicBezTo>
                          <a:pt x="-1685" y="61525"/>
                          <a:pt x="1051" y="73429"/>
                          <a:pt x="6522" y="81625"/>
                        </a:cubicBezTo>
                        <a:cubicBezTo>
                          <a:pt x="11992" y="89835"/>
                          <a:pt x="19908" y="93939"/>
                          <a:pt x="30269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23" name="Graphic 83">
                <a:extLst>
                  <a:ext uri="{FF2B5EF4-FFF2-40B4-BE49-F238E27FC236}">
                    <a16:creationId xmlns:a16="http://schemas.microsoft.com/office/drawing/2014/main" id="{7B18E9CE-2A74-F0CA-F6D2-BFBB0AF38B5F}"/>
                  </a:ext>
                </a:extLst>
              </p:cNvPr>
              <p:cNvGrpSpPr/>
              <p:nvPr/>
            </p:nvGrpSpPr>
            <p:grpSpPr>
              <a:xfrm>
                <a:off x="8320842" y="4581427"/>
                <a:ext cx="224858" cy="187070"/>
                <a:chOff x="8320842" y="4581427"/>
                <a:chExt cx="224858" cy="187070"/>
              </a:xfrm>
              <a:solidFill>
                <a:srgbClr val="000000"/>
              </a:solidFill>
            </p:grpSpPr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7B1EAA71-7FAE-3B74-F4E8-55DED84583E7}"/>
                    </a:ext>
                  </a:extLst>
                </p:cNvPr>
                <p:cNvSpPr/>
                <p:nvPr/>
              </p:nvSpPr>
              <p:spPr>
                <a:xfrm>
                  <a:off x="8433056" y="4581427"/>
                  <a:ext cx="12686" cy="44417"/>
                </a:xfrm>
                <a:custGeom>
                  <a:avLst/>
                  <a:gdLst>
                    <a:gd name="connsiteX0" fmla="*/ 415 w 12686"/>
                    <a:gd name="connsiteY0" fmla="*/ 264 h 44417"/>
                    <a:gd name="connsiteX1" fmla="*/ 415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415" y="264"/>
                      </a:moveTo>
                      <a:lnTo>
                        <a:pt x="415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25" name="Graphic 83">
                  <a:extLst>
                    <a:ext uri="{FF2B5EF4-FFF2-40B4-BE49-F238E27FC236}">
                      <a16:creationId xmlns:a16="http://schemas.microsoft.com/office/drawing/2014/main" id="{08F576EA-9C3A-5718-D28A-88204E2E0DAD}"/>
                    </a:ext>
                  </a:extLst>
                </p:cNvPr>
                <p:cNvGrpSpPr/>
                <p:nvPr/>
              </p:nvGrpSpPr>
              <p:grpSpPr>
                <a:xfrm>
                  <a:off x="8320842" y="4672504"/>
                  <a:ext cx="224858" cy="95994"/>
                  <a:chOff x="8320842" y="4672504"/>
                  <a:chExt cx="224858" cy="95994"/>
                </a:xfrm>
                <a:solidFill>
                  <a:srgbClr val="000000"/>
                </a:solidFill>
              </p:grpSpPr>
              <p:sp>
                <p:nvSpPr>
                  <p:cNvPr id="126" name="Freeform: Shape 125">
                    <a:extLst>
                      <a:ext uri="{FF2B5EF4-FFF2-40B4-BE49-F238E27FC236}">
                        <a16:creationId xmlns:a16="http://schemas.microsoft.com/office/drawing/2014/main" id="{F6F40766-9408-2672-C667-79A9E3D02636}"/>
                      </a:ext>
                    </a:extLst>
                  </p:cNvPr>
                  <p:cNvSpPr/>
                  <p:nvPr/>
                </p:nvSpPr>
                <p:spPr>
                  <a:xfrm flipV="1">
                    <a:off x="8320842" y="4672504"/>
                    <a:ext cx="63867" cy="95994"/>
                  </a:xfrm>
                  <a:custGeom>
                    <a:avLst/>
                    <a:gdLst>
                      <a:gd name="connsiteX0" fmla="*/ 31374 w 63867"/>
                      <a:gd name="connsiteY0" fmla="*/ 50989 h 95994"/>
                      <a:gd name="connsiteX1" fmla="*/ 18014 w 63867"/>
                      <a:gd name="connsiteY1" fmla="*/ 45219 h 95994"/>
                      <a:gd name="connsiteX2" fmla="*/ 13098 w 63867"/>
                      <a:gd name="connsiteY2" fmla="*/ 29434 h 95994"/>
                      <a:gd name="connsiteX3" fmla="*/ 18014 w 63867"/>
                      <a:gd name="connsiteY3" fmla="*/ 13650 h 95994"/>
                      <a:gd name="connsiteX4" fmla="*/ 31374 w 63867"/>
                      <a:gd name="connsiteY4" fmla="*/ 7860 h 95994"/>
                      <a:gd name="connsiteX5" fmla="*/ 44715 w 63867"/>
                      <a:gd name="connsiteY5" fmla="*/ 13650 h 95994"/>
                      <a:gd name="connsiteX6" fmla="*/ 49630 w 63867"/>
                      <a:gd name="connsiteY6" fmla="*/ 29434 h 95994"/>
                      <a:gd name="connsiteX7" fmla="*/ 44715 w 63867"/>
                      <a:gd name="connsiteY7" fmla="*/ 45219 h 95994"/>
                      <a:gd name="connsiteX8" fmla="*/ 31374 w 63867"/>
                      <a:gd name="connsiteY8" fmla="*/ 50989 h 95994"/>
                      <a:gd name="connsiteX9" fmla="*/ 56211 w 63867"/>
                      <a:gd name="connsiteY9" fmla="*/ 90231 h 95994"/>
                      <a:gd name="connsiteX10" fmla="*/ 56211 w 63867"/>
                      <a:gd name="connsiteY10" fmla="*/ 78829 h 95994"/>
                      <a:gd name="connsiteX11" fmla="*/ 46697 w 63867"/>
                      <a:gd name="connsiteY11" fmla="*/ 82220 h 95994"/>
                      <a:gd name="connsiteX12" fmla="*/ 37182 w 63867"/>
                      <a:gd name="connsiteY12" fmla="*/ 83410 h 95994"/>
                      <a:gd name="connsiteX13" fmla="*/ 18252 w 63867"/>
                      <a:gd name="connsiteY13" fmla="*/ 75042 h 95994"/>
                      <a:gd name="connsiteX14" fmla="*/ 10799 w 63867"/>
                      <a:gd name="connsiteY14" fmla="*/ 49760 h 95994"/>
                      <a:gd name="connsiteX15" fmla="*/ 19957 w 63867"/>
                      <a:gd name="connsiteY15" fmla="*/ 58028 h 95994"/>
                      <a:gd name="connsiteX16" fmla="*/ 32108 w 63867"/>
                      <a:gd name="connsiteY16" fmla="*/ 60904 h 95994"/>
                      <a:gd name="connsiteX17" fmla="*/ 54130 w 63867"/>
                      <a:gd name="connsiteY17" fmla="*/ 52436 h 95994"/>
                      <a:gd name="connsiteX18" fmla="*/ 62218 w 63867"/>
                      <a:gd name="connsiteY18" fmla="*/ 29434 h 95994"/>
                      <a:gd name="connsiteX19" fmla="*/ 53793 w 63867"/>
                      <a:gd name="connsiteY19" fmla="*/ 6551 h 95994"/>
                      <a:gd name="connsiteX20" fmla="*/ 31374 w 63867"/>
                      <a:gd name="connsiteY20" fmla="*/ -2055 h 95994"/>
                      <a:gd name="connsiteX21" fmla="*/ 6834 w 63867"/>
                      <a:gd name="connsiteY21" fmla="*/ 10240 h 95994"/>
                      <a:gd name="connsiteX22" fmla="*/ -1650 w 63867"/>
                      <a:gd name="connsiteY22" fmla="*/ 45913 h 95994"/>
                      <a:gd name="connsiteX23" fmla="*/ 8757 w 63867"/>
                      <a:gd name="connsiteY23" fmla="*/ 80892 h 95994"/>
                      <a:gd name="connsiteX24" fmla="*/ 36687 w 63867"/>
                      <a:gd name="connsiteY24" fmla="*/ 93939 h 95994"/>
                      <a:gd name="connsiteX25" fmla="*/ 46201 w 63867"/>
                      <a:gd name="connsiteY25" fmla="*/ 93007 h 95994"/>
                      <a:gd name="connsiteX26" fmla="*/ 56211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374" y="50989"/>
                        </a:moveTo>
                        <a:cubicBezTo>
                          <a:pt x="25758" y="50989"/>
                          <a:pt x="21305" y="49065"/>
                          <a:pt x="18014" y="45219"/>
                        </a:cubicBezTo>
                        <a:cubicBezTo>
                          <a:pt x="14737" y="41385"/>
                          <a:pt x="13098" y="36123"/>
                          <a:pt x="13098" y="29434"/>
                        </a:cubicBezTo>
                        <a:cubicBezTo>
                          <a:pt x="13098" y="22785"/>
                          <a:pt x="14737" y="17524"/>
                          <a:pt x="18014" y="13650"/>
                        </a:cubicBezTo>
                        <a:cubicBezTo>
                          <a:pt x="21305" y="9790"/>
                          <a:pt x="25758" y="7860"/>
                          <a:pt x="31374" y="7860"/>
                        </a:cubicBezTo>
                        <a:cubicBezTo>
                          <a:pt x="36991" y="7860"/>
                          <a:pt x="41437" y="9790"/>
                          <a:pt x="44715" y="13650"/>
                        </a:cubicBezTo>
                        <a:cubicBezTo>
                          <a:pt x="47992" y="17524"/>
                          <a:pt x="49630" y="22785"/>
                          <a:pt x="49630" y="29434"/>
                        </a:cubicBezTo>
                        <a:cubicBezTo>
                          <a:pt x="49630" y="36123"/>
                          <a:pt x="47992" y="41385"/>
                          <a:pt x="44715" y="45219"/>
                        </a:cubicBezTo>
                        <a:cubicBezTo>
                          <a:pt x="41437" y="49065"/>
                          <a:pt x="36991" y="50989"/>
                          <a:pt x="31374" y="50989"/>
                        </a:cubicBezTo>
                        <a:close/>
                        <a:moveTo>
                          <a:pt x="56211" y="90231"/>
                        </a:moveTo>
                        <a:lnTo>
                          <a:pt x="56211" y="78829"/>
                        </a:lnTo>
                        <a:cubicBezTo>
                          <a:pt x="53066" y="80310"/>
                          <a:pt x="49895" y="81440"/>
                          <a:pt x="46697" y="82220"/>
                        </a:cubicBezTo>
                        <a:cubicBezTo>
                          <a:pt x="43499" y="83013"/>
                          <a:pt x="40327" y="83410"/>
                          <a:pt x="37182" y="83410"/>
                        </a:cubicBezTo>
                        <a:cubicBezTo>
                          <a:pt x="28923" y="83410"/>
                          <a:pt x="22613" y="80621"/>
                          <a:pt x="18252" y="75042"/>
                        </a:cubicBezTo>
                        <a:cubicBezTo>
                          <a:pt x="13904" y="69463"/>
                          <a:pt x="11420" y="61036"/>
                          <a:pt x="10799" y="49760"/>
                        </a:cubicBezTo>
                        <a:cubicBezTo>
                          <a:pt x="13230" y="53355"/>
                          <a:pt x="16283" y="56112"/>
                          <a:pt x="19957" y="58028"/>
                        </a:cubicBezTo>
                        <a:cubicBezTo>
                          <a:pt x="23644" y="59945"/>
                          <a:pt x="27694" y="60904"/>
                          <a:pt x="32108" y="60904"/>
                        </a:cubicBezTo>
                        <a:cubicBezTo>
                          <a:pt x="41398" y="60904"/>
                          <a:pt x="48738" y="58081"/>
                          <a:pt x="54130" y="52436"/>
                        </a:cubicBezTo>
                        <a:cubicBezTo>
                          <a:pt x="59522" y="46805"/>
                          <a:pt x="62218" y="39138"/>
                          <a:pt x="62218" y="29434"/>
                        </a:cubicBezTo>
                        <a:cubicBezTo>
                          <a:pt x="62218" y="19929"/>
                          <a:pt x="59409" y="12302"/>
                          <a:pt x="53793" y="6551"/>
                        </a:cubicBezTo>
                        <a:cubicBezTo>
                          <a:pt x="48177" y="814"/>
                          <a:pt x="40704" y="-2055"/>
                          <a:pt x="31374" y="-2055"/>
                        </a:cubicBezTo>
                        <a:cubicBezTo>
                          <a:pt x="20670" y="-2055"/>
                          <a:pt x="12490" y="2043"/>
                          <a:pt x="6834" y="10240"/>
                        </a:cubicBezTo>
                        <a:cubicBezTo>
                          <a:pt x="1178" y="18449"/>
                          <a:pt x="-1650" y="30340"/>
                          <a:pt x="-1650" y="45913"/>
                        </a:cubicBezTo>
                        <a:cubicBezTo>
                          <a:pt x="-1650" y="60534"/>
                          <a:pt x="1819" y="72193"/>
                          <a:pt x="8757" y="80892"/>
                        </a:cubicBezTo>
                        <a:cubicBezTo>
                          <a:pt x="15695" y="89590"/>
                          <a:pt x="25005" y="93939"/>
                          <a:pt x="36687" y="93939"/>
                        </a:cubicBezTo>
                        <a:cubicBezTo>
                          <a:pt x="39832" y="93939"/>
                          <a:pt x="43003" y="93629"/>
                          <a:pt x="46201" y="93007"/>
                        </a:cubicBezTo>
                        <a:cubicBezTo>
                          <a:pt x="49399" y="92386"/>
                          <a:pt x="52736" y="91461"/>
                          <a:pt x="56211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27" name="Freeform: Shape 126">
                    <a:extLst>
                      <a:ext uri="{FF2B5EF4-FFF2-40B4-BE49-F238E27FC236}">
                        <a16:creationId xmlns:a16="http://schemas.microsoft.com/office/drawing/2014/main" id="{9699BDE4-A9C3-0A6C-EA8E-6CBC93EDD8D5}"/>
                      </a:ext>
                    </a:extLst>
                  </p:cNvPr>
                  <p:cNvSpPr/>
                  <p:nvPr/>
                </p:nvSpPr>
                <p:spPr>
                  <a:xfrm flipV="1">
                    <a:off x="8401060" y="4672504"/>
                    <a:ext cx="63926" cy="95994"/>
                  </a:xfrm>
                  <a:custGeom>
                    <a:avLst/>
                    <a:gdLst>
                      <a:gd name="connsiteX0" fmla="*/ 30334 w 63926"/>
                      <a:gd name="connsiteY0" fmla="*/ 84025 h 95994"/>
                      <a:gd name="connsiteX1" fmla="*/ 15804 w 63926"/>
                      <a:gd name="connsiteY1" fmla="*/ 74507 h 95994"/>
                      <a:gd name="connsiteX2" fmla="*/ 10948 w 63926"/>
                      <a:gd name="connsiteY2" fmla="*/ 45913 h 95994"/>
                      <a:gd name="connsiteX3" fmla="*/ 15804 w 63926"/>
                      <a:gd name="connsiteY3" fmla="*/ 17378 h 95994"/>
                      <a:gd name="connsiteX4" fmla="*/ 30334 w 63926"/>
                      <a:gd name="connsiteY4" fmla="*/ 7860 h 95994"/>
                      <a:gd name="connsiteX5" fmla="*/ 44923 w 63926"/>
                      <a:gd name="connsiteY5" fmla="*/ 17378 h 95994"/>
                      <a:gd name="connsiteX6" fmla="*/ 49799 w 63926"/>
                      <a:gd name="connsiteY6" fmla="*/ 45913 h 95994"/>
                      <a:gd name="connsiteX7" fmla="*/ 44923 w 63926"/>
                      <a:gd name="connsiteY7" fmla="*/ 74507 h 95994"/>
                      <a:gd name="connsiteX8" fmla="*/ 30334 w 63926"/>
                      <a:gd name="connsiteY8" fmla="*/ 84025 h 95994"/>
                      <a:gd name="connsiteX9" fmla="*/ 30334 w 63926"/>
                      <a:gd name="connsiteY9" fmla="*/ 93939 h 95994"/>
                      <a:gd name="connsiteX10" fmla="*/ 54101 w 63926"/>
                      <a:gd name="connsiteY10" fmla="*/ 81625 h 95994"/>
                      <a:gd name="connsiteX11" fmla="*/ 62307 w 63926"/>
                      <a:gd name="connsiteY11" fmla="*/ 45913 h 95994"/>
                      <a:gd name="connsiteX12" fmla="*/ 54101 w 63926"/>
                      <a:gd name="connsiteY12" fmla="*/ 10240 h 95994"/>
                      <a:gd name="connsiteX13" fmla="*/ 30334 w 63926"/>
                      <a:gd name="connsiteY13" fmla="*/ -2055 h 95994"/>
                      <a:gd name="connsiteX14" fmla="*/ 6587 w 63926"/>
                      <a:gd name="connsiteY14" fmla="*/ 10240 h 95994"/>
                      <a:gd name="connsiteX15" fmla="*/ -1620 w 63926"/>
                      <a:gd name="connsiteY15" fmla="*/ 45913 h 95994"/>
                      <a:gd name="connsiteX16" fmla="*/ 6587 w 63926"/>
                      <a:gd name="connsiteY16" fmla="*/ 81625 h 95994"/>
                      <a:gd name="connsiteX17" fmla="*/ 3033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34" y="84025"/>
                        </a:moveTo>
                        <a:cubicBezTo>
                          <a:pt x="23898" y="84025"/>
                          <a:pt x="19055" y="80852"/>
                          <a:pt x="15804" y="74507"/>
                        </a:cubicBezTo>
                        <a:cubicBezTo>
                          <a:pt x="12566" y="68174"/>
                          <a:pt x="10948" y="58643"/>
                          <a:pt x="10948" y="45913"/>
                        </a:cubicBezTo>
                        <a:cubicBezTo>
                          <a:pt x="10948" y="33235"/>
                          <a:pt x="12566" y="23724"/>
                          <a:pt x="15804" y="17378"/>
                        </a:cubicBezTo>
                        <a:cubicBezTo>
                          <a:pt x="19055" y="11033"/>
                          <a:pt x="23898" y="7860"/>
                          <a:pt x="30334" y="7860"/>
                        </a:cubicBezTo>
                        <a:cubicBezTo>
                          <a:pt x="36822" y="7860"/>
                          <a:pt x="41685" y="11033"/>
                          <a:pt x="44923" y="17378"/>
                        </a:cubicBezTo>
                        <a:cubicBezTo>
                          <a:pt x="48174" y="23724"/>
                          <a:pt x="49799" y="33235"/>
                          <a:pt x="49799" y="45913"/>
                        </a:cubicBezTo>
                        <a:cubicBezTo>
                          <a:pt x="49799" y="58643"/>
                          <a:pt x="48174" y="68174"/>
                          <a:pt x="44923" y="74507"/>
                        </a:cubicBezTo>
                        <a:cubicBezTo>
                          <a:pt x="41685" y="80852"/>
                          <a:pt x="36822" y="84025"/>
                          <a:pt x="30334" y="84025"/>
                        </a:cubicBezTo>
                        <a:close/>
                        <a:moveTo>
                          <a:pt x="30334" y="93939"/>
                        </a:moveTo>
                        <a:cubicBezTo>
                          <a:pt x="40707" y="93939"/>
                          <a:pt x="48630" y="89835"/>
                          <a:pt x="54101" y="81625"/>
                        </a:cubicBezTo>
                        <a:cubicBezTo>
                          <a:pt x="59571" y="73429"/>
                          <a:pt x="62307" y="61525"/>
                          <a:pt x="62307" y="45913"/>
                        </a:cubicBezTo>
                        <a:cubicBezTo>
                          <a:pt x="62307" y="30340"/>
                          <a:pt x="59571" y="18449"/>
                          <a:pt x="54101" y="10240"/>
                        </a:cubicBezTo>
                        <a:cubicBezTo>
                          <a:pt x="48630" y="2043"/>
                          <a:pt x="40707" y="-2055"/>
                          <a:pt x="30334" y="-2055"/>
                        </a:cubicBezTo>
                        <a:cubicBezTo>
                          <a:pt x="19973" y="-2055"/>
                          <a:pt x="12058" y="2043"/>
                          <a:pt x="6587" y="10240"/>
                        </a:cubicBezTo>
                        <a:cubicBezTo>
                          <a:pt x="1116" y="18449"/>
                          <a:pt x="-1620" y="30340"/>
                          <a:pt x="-1620" y="45913"/>
                        </a:cubicBezTo>
                        <a:cubicBezTo>
                          <a:pt x="-1620" y="61525"/>
                          <a:pt x="1116" y="73429"/>
                          <a:pt x="6587" y="81625"/>
                        </a:cubicBezTo>
                        <a:cubicBezTo>
                          <a:pt x="12058" y="89835"/>
                          <a:pt x="19973" y="93939"/>
                          <a:pt x="3033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28" name="Freeform: Shape 127">
                    <a:extLst>
                      <a:ext uri="{FF2B5EF4-FFF2-40B4-BE49-F238E27FC236}">
                        <a16:creationId xmlns:a16="http://schemas.microsoft.com/office/drawing/2014/main" id="{9DE5FC17-F534-5CAB-E358-681C7C63DCF4}"/>
                      </a:ext>
                    </a:extLst>
                  </p:cNvPr>
                  <p:cNvSpPr/>
                  <p:nvPr/>
                </p:nvSpPr>
                <p:spPr>
                  <a:xfrm flipV="1">
                    <a:off x="8481774" y="4672504"/>
                    <a:ext cx="63926" cy="95994"/>
                  </a:xfrm>
                  <a:custGeom>
                    <a:avLst/>
                    <a:gdLst>
                      <a:gd name="connsiteX0" fmla="*/ 30340 w 63926"/>
                      <a:gd name="connsiteY0" fmla="*/ 84025 h 95994"/>
                      <a:gd name="connsiteX1" fmla="*/ 15810 w 63926"/>
                      <a:gd name="connsiteY1" fmla="*/ 74507 h 95994"/>
                      <a:gd name="connsiteX2" fmla="*/ 10954 w 63926"/>
                      <a:gd name="connsiteY2" fmla="*/ 45913 h 95994"/>
                      <a:gd name="connsiteX3" fmla="*/ 15810 w 63926"/>
                      <a:gd name="connsiteY3" fmla="*/ 17378 h 95994"/>
                      <a:gd name="connsiteX4" fmla="*/ 30340 w 63926"/>
                      <a:gd name="connsiteY4" fmla="*/ 7860 h 95994"/>
                      <a:gd name="connsiteX5" fmla="*/ 44929 w 63926"/>
                      <a:gd name="connsiteY5" fmla="*/ 17378 h 95994"/>
                      <a:gd name="connsiteX6" fmla="*/ 49805 w 63926"/>
                      <a:gd name="connsiteY6" fmla="*/ 45913 h 95994"/>
                      <a:gd name="connsiteX7" fmla="*/ 44929 w 63926"/>
                      <a:gd name="connsiteY7" fmla="*/ 74507 h 95994"/>
                      <a:gd name="connsiteX8" fmla="*/ 30340 w 63926"/>
                      <a:gd name="connsiteY8" fmla="*/ 84025 h 95994"/>
                      <a:gd name="connsiteX9" fmla="*/ 30340 w 63926"/>
                      <a:gd name="connsiteY9" fmla="*/ 93939 h 95994"/>
                      <a:gd name="connsiteX10" fmla="*/ 54107 w 63926"/>
                      <a:gd name="connsiteY10" fmla="*/ 81625 h 95994"/>
                      <a:gd name="connsiteX11" fmla="*/ 62313 w 63926"/>
                      <a:gd name="connsiteY11" fmla="*/ 45913 h 95994"/>
                      <a:gd name="connsiteX12" fmla="*/ 54107 w 63926"/>
                      <a:gd name="connsiteY12" fmla="*/ 10240 h 95994"/>
                      <a:gd name="connsiteX13" fmla="*/ 30340 w 63926"/>
                      <a:gd name="connsiteY13" fmla="*/ -2055 h 95994"/>
                      <a:gd name="connsiteX14" fmla="*/ 6593 w 63926"/>
                      <a:gd name="connsiteY14" fmla="*/ 10240 h 95994"/>
                      <a:gd name="connsiteX15" fmla="*/ -1613 w 63926"/>
                      <a:gd name="connsiteY15" fmla="*/ 45913 h 95994"/>
                      <a:gd name="connsiteX16" fmla="*/ 6593 w 63926"/>
                      <a:gd name="connsiteY16" fmla="*/ 81625 h 95994"/>
                      <a:gd name="connsiteX17" fmla="*/ 30340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40" y="84025"/>
                        </a:moveTo>
                        <a:cubicBezTo>
                          <a:pt x="23904" y="84025"/>
                          <a:pt x="19061" y="80852"/>
                          <a:pt x="15810" y="74507"/>
                        </a:cubicBezTo>
                        <a:cubicBezTo>
                          <a:pt x="12573" y="68174"/>
                          <a:pt x="10954" y="58643"/>
                          <a:pt x="10954" y="45913"/>
                        </a:cubicBezTo>
                        <a:cubicBezTo>
                          <a:pt x="10954" y="33235"/>
                          <a:pt x="12573" y="23724"/>
                          <a:pt x="15810" y="17378"/>
                        </a:cubicBezTo>
                        <a:cubicBezTo>
                          <a:pt x="19061" y="11033"/>
                          <a:pt x="23904" y="7860"/>
                          <a:pt x="30340" y="7860"/>
                        </a:cubicBezTo>
                        <a:cubicBezTo>
                          <a:pt x="36828" y="7860"/>
                          <a:pt x="41692" y="11033"/>
                          <a:pt x="44929" y="17378"/>
                        </a:cubicBezTo>
                        <a:cubicBezTo>
                          <a:pt x="48180" y="23724"/>
                          <a:pt x="49805" y="33235"/>
                          <a:pt x="49805" y="45913"/>
                        </a:cubicBezTo>
                        <a:cubicBezTo>
                          <a:pt x="49805" y="58643"/>
                          <a:pt x="48180" y="68174"/>
                          <a:pt x="44929" y="74507"/>
                        </a:cubicBezTo>
                        <a:cubicBezTo>
                          <a:pt x="41692" y="80852"/>
                          <a:pt x="36828" y="84025"/>
                          <a:pt x="30340" y="84025"/>
                        </a:cubicBezTo>
                        <a:close/>
                        <a:moveTo>
                          <a:pt x="30340" y="93939"/>
                        </a:moveTo>
                        <a:cubicBezTo>
                          <a:pt x="40714" y="93939"/>
                          <a:pt x="48636" y="89835"/>
                          <a:pt x="54107" y="81625"/>
                        </a:cubicBezTo>
                        <a:cubicBezTo>
                          <a:pt x="59578" y="73429"/>
                          <a:pt x="62313" y="61525"/>
                          <a:pt x="62313" y="45913"/>
                        </a:cubicBezTo>
                        <a:cubicBezTo>
                          <a:pt x="62313" y="30340"/>
                          <a:pt x="59578" y="18449"/>
                          <a:pt x="54107" y="10240"/>
                        </a:cubicBezTo>
                        <a:cubicBezTo>
                          <a:pt x="48636" y="2043"/>
                          <a:pt x="40714" y="-2055"/>
                          <a:pt x="30340" y="-2055"/>
                        </a:cubicBezTo>
                        <a:cubicBezTo>
                          <a:pt x="19980" y="-2055"/>
                          <a:pt x="12064" y="2043"/>
                          <a:pt x="6593" y="10240"/>
                        </a:cubicBezTo>
                        <a:cubicBezTo>
                          <a:pt x="1122" y="18449"/>
                          <a:pt x="-1613" y="30340"/>
                          <a:pt x="-1613" y="45913"/>
                        </a:cubicBezTo>
                        <a:cubicBezTo>
                          <a:pt x="-1613" y="61525"/>
                          <a:pt x="1122" y="73429"/>
                          <a:pt x="6593" y="81625"/>
                        </a:cubicBezTo>
                        <a:cubicBezTo>
                          <a:pt x="12064" y="89835"/>
                          <a:pt x="19980" y="93939"/>
                          <a:pt x="30340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129" name="Graphic 83">
              <a:extLst>
                <a:ext uri="{FF2B5EF4-FFF2-40B4-BE49-F238E27FC236}">
                  <a16:creationId xmlns:a16="http://schemas.microsoft.com/office/drawing/2014/main" id="{25792404-AA32-822B-70FE-C3C1524AF4BC}"/>
                </a:ext>
              </a:extLst>
            </p:cNvPr>
            <p:cNvGrpSpPr/>
            <p:nvPr/>
          </p:nvGrpSpPr>
          <p:grpSpPr>
            <a:xfrm>
              <a:off x="3577804" y="2495987"/>
              <a:ext cx="324747" cy="1908852"/>
              <a:chOff x="3577804" y="2495987"/>
              <a:chExt cx="324747" cy="1908852"/>
            </a:xfrm>
            <a:solidFill>
              <a:srgbClr val="000000"/>
            </a:solidFill>
          </p:grpSpPr>
          <p:grpSp>
            <p:nvGrpSpPr>
              <p:cNvPr id="130" name="Graphic 83">
                <a:extLst>
                  <a:ext uri="{FF2B5EF4-FFF2-40B4-BE49-F238E27FC236}">
                    <a16:creationId xmlns:a16="http://schemas.microsoft.com/office/drawing/2014/main" id="{11945746-9B95-3E66-FF32-5D57E98B0149}"/>
                  </a:ext>
                </a:extLst>
              </p:cNvPr>
              <p:cNvGrpSpPr/>
              <p:nvPr/>
            </p:nvGrpSpPr>
            <p:grpSpPr>
              <a:xfrm>
                <a:off x="3577804" y="4308845"/>
                <a:ext cx="324747" cy="95994"/>
                <a:chOff x="3577804" y="4308845"/>
                <a:chExt cx="324747" cy="95994"/>
              </a:xfrm>
              <a:solidFill>
                <a:srgbClr val="000000"/>
              </a:solidFill>
            </p:grpSpPr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50ACC707-033E-842C-7EC3-89B1FE13159A}"/>
                    </a:ext>
                  </a:extLst>
                </p:cNvPr>
                <p:cNvSpPr/>
                <p:nvPr/>
              </p:nvSpPr>
              <p:spPr>
                <a:xfrm>
                  <a:off x="3858149" y="4354820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46 h 12690"/>
                    <a:gd name="connsiteX1" fmla="*/ 58 w 44401"/>
                    <a:gd name="connsiteY1" fmla="*/ 246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46"/>
                      </a:moveTo>
                      <a:lnTo>
                        <a:pt x="58" y="246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32" name="Graphic 83">
                  <a:extLst>
                    <a:ext uri="{FF2B5EF4-FFF2-40B4-BE49-F238E27FC236}">
                      <a16:creationId xmlns:a16="http://schemas.microsoft.com/office/drawing/2014/main" id="{B804F514-E580-6878-8415-E74E08625DE8}"/>
                    </a:ext>
                  </a:extLst>
                </p:cNvPr>
                <p:cNvGrpSpPr/>
                <p:nvPr/>
              </p:nvGrpSpPr>
              <p:grpSpPr>
                <a:xfrm>
                  <a:off x="3577804" y="4308845"/>
                  <a:ext cx="227514" cy="95994"/>
                  <a:chOff x="3577804" y="4308845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133" name="Freeform: Shape 132">
                    <a:extLst>
                      <a:ext uri="{FF2B5EF4-FFF2-40B4-BE49-F238E27FC236}">
                        <a16:creationId xmlns:a16="http://schemas.microsoft.com/office/drawing/2014/main" id="{7744C160-13EC-9DD8-7706-BC29481F1830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4310511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31 h 92524"/>
                      <a:gd name="connsiteX1" fmla="*/ 8171 w 67395"/>
                      <a:gd name="connsiteY1" fmla="*/ 30136 h 92524"/>
                      <a:gd name="connsiteX2" fmla="*/ 39767 w 67395"/>
                      <a:gd name="connsiteY2" fmla="*/ 30136 h 92524"/>
                      <a:gd name="connsiteX3" fmla="*/ 39767 w 67395"/>
                      <a:gd name="connsiteY3" fmla="*/ 79531 h 92524"/>
                      <a:gd name="connsiteX4" fmla="*/ 36477 w 67395"/>
                      <a:gd name="connsiteY4" fmla="*/ 90437 h 92524"/>
                      <a:gd name="connsiteX5" fmla="*/ 52216 w 67395"/>
                      <a:gd name="connsiteY5" fmla="*/ 90437 h 92524"/>
                      <a:gd name="connsiteX6" fmla="*/ 52216 w 67395"/>
                      <a:gd name="connsiteY6" fmla="*/ 30136 h 92524"/>
                      <a:gd name="connsiteX7" fmla="*/ 65417 w 67395"/>
                      <a:gd name="connsiteY7" fmla="*/ 30136 h 92524"/>
                      <a:gd name="connsiteX8" fmla="*/ 65417 w 67395"/>
                      <a:gd name="connsiteY8" fmla="*/ 19725 h 92524"/>
                      <a:gd name="connsiteX9" fmla="*/ 52216 w 67395"/>
                      <a:gd name="connsiteY9" fmla="*/ 19725 h 92524"/>
                      <a:gd name="connsiteX10" fmla="*/ 52216 w 67395"/>
                      <a:gd name="connsiteY10" fmla="*/ -2087 h 92524"/>
                      <a:gd name="connsiteX11" fmla="*/ 39767 w 67395"/>
                      <a:gd name="connsiteY11" fmla="*/ -2087 h 92524"/>
                      <a:gd name="connsiteX12" fmla="*/ 39767 w 67395"/>
                      <a:gd name="connsiteY12" fmla="*/ 19725 h 92524"/>
                      <a:gd name="connsiteX13" fmla="*/ -1978 w 67395"/>
                      <a:gd name="connsiteY13" fmla="*/ 19725 h 92524"/>
                      <a:gd name="connsiteX14" fmla="*/ -1978 w 67395"/>
                      <a:gd name="connsiteY14" fmla="*/ 31802 h 92524"/>
                      <a:gd name="connsiteX15" fmla="*/ 36477 w 67395"/>
                      <a:gd name="connsiteY15" fmla="*/ 90437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31"/>
                        </a:moveTo>
                        <a:lnTo>
                          <a:pt x="8171" y="30136"/>
                        </a:lnTo>
                        <a:lnTo>
                          <a:pt x="39767" y="30136"/>
                        </a:lnTo>
                        <a:lnTo>
                          <a:pt x="39767" y="79531"/>
                        </a:lnTo>
                        <a:close/>
                        <a:moveTo>
                          <a:pt x="36477" y="90437"/>
                        </a:moveTo>
                        <a:lnTo>
                          <a:pt x="52216" y="90437"/>
                        </a:lnTo>
                        <a:lnTo>
                          <a:pt x="52216" y="30136"/>
                        </a:lnTo>
                        <a:lnTo>
                          <a:pt x="65417" y="30136"/>
                        </a:lnTo>
                        <a:lnTo>
                          <a:pt x="65417" y="19725"/>
                        </a:lnTo>
                        <a:lnTo>
                          <a:pt x="52216" y="19725"/>
                        </a:lnTo>
                        <a:lnTo>
                          <a:pt x="52216" y="-2087"/>
                        </a:lnTo>
                        <a:lnTo>
                          <a:pt x="39767" y="-2087"/>
                        </a:lnTo>
                        <a:lnTo>
                          <a:pt x="39767" y="19725"/>
                        </a:lnTo>
                        <a:lnTo>
                          <a:pt x="-1978" y="19725"/>
                        </a:lnTo>
                        <a:lnTo>
                          <a:pt x="-1978" y="31802"/>
                        </a:lnTo>
                        <a:lnTo>
                          <a:pt x="36477" y="904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34" name="Freeform: Shape 133">
                    <a:extLst>
                      <a:ext uri="{FF2B5EF4-FFF2-40B4-BE49-F238E27FC236}">
                        <a16:creationId xmlns:a16="http://schemas.microsoft.com/office/drawing/2014/main" id="{8832EC77-4A8F-64C2-70BE-2A65748E2BC5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916" y="4308845"/>
                    <a:ext cx="63431" cy="95994"/>
                  </a:xfrm>
                  <a:custGeom>
                    <a:avLst/>
                    <a:gdLst>
                      <a:gd name="connsiteX0" fmla="*/ 29723 w 63431"/>
                      <a:gd name="connsiteY0" fmla="*/ 43663 h 95994"/>
                      <a:gd name="connsiteX1" fmla="*/ 15688 w 63431"/>
                      <a:gd name="connsiteY1" fmla="*/ 38884 h 95994"/>
                      <a:gd name="connsiteX2" fmla="*/ 10594 w 63431"/>
                      <a:gd name="connsiteY2" fmla="*/ 25757 h 95994"/>
                      <a:gd name="connsiteX3" fmla="*/ 15688 w 63431"/>
                      <a:gd name="connsiteY3" fmla="*/ 12610 h 95994"/>
                      <a:gd name="connsiteX4" fmla="*/ 29723 w 63431"/>
                      <a:gd name="connsiteY4" fmla="*/ 7831 h 95994"/>
                      <a:gd name="connsiteX5" fmla="*/ 43777 w 63431"/>
                      <a:gd name="connsiteY5" fmla="*/ 12630 h 95994"/>
                      <a:gd name="connsiteX6" fmla="*/ 48930 w 63431"/>
                      <a:gd name="connsiteY6" fmla="*/ 25757 h 95994"/>
                      <a:gd name="connsiteX7" fmla="*/ 43816 w 63431"/>
                      <a:gd name="connsiteY7" fmla="*/ 38884 h 95994"/>
                      <a:gd name="connsiteX8" fmla="*/ 29723 w 63431"/>
                      <a:gd name="connsiteY8" fmla="*/ 43663 h 95994"/>
                      <a:gd name="connsiteX9" fmla="*/ 17215 w 63431"/>
                      <a:gd name="connsiteY9" fmla="*/ 48977 h 95994"/>
                      <a:gd name="connsiteX10" fmla="*/ 4667 w 63431"/>
                      <a:gd name="connsiteY10" fmla="*/ 56473 h 95994"/>
                      <a:gd name="connsiteX11" fmla="*/ 187 w 63431"/>
                      <a:gd name="connsiteY11" fmla="*/ 69937 h 95994"/>
                      <a:gd name="connsiteX12" fmla="*/ 8077 w 63431"/>
                      <a:gd name="connsiteY12" fmla="*/ 87466 h 95994"/>
                      <a:gd name="connsiteX13" fmla="*/ 29723 w 63431"/>
                      <a:gd name="connsiteY13" fmla="*/ 93911 h 95994"/>
                      <a:gd name="connsiteX14" fmla="*/ 51408 w 63431"/>
                      <a:gd name="connsiteY14" fmla="*/ 87466 h 95994"/>
                      <a:gd name="connsiteX15" fmla="*/ 59278 w 63431"/>
                      <a:gd name="connsiteY15" fmla="*/ 69937 h 95994"/>
                      <a:gd name="connsiteX16" fmla="*/ 54778 w 63431"/>
                      <a:gd name="connsiteY16" fmla="*/ 56473 h 95994"/>
                      <a:gd name="connsiteX17" fmla="*/ 42310 w 63431"/>
                      <a:gd name="connsiteY17" fmla="*/ 48977 h 95994"/>
                      <a:gd name="connsiteX18" fmla="*/ 56384 w 63431"/>
                      <a:gd name="connsiteY18" fmla="*/ 40728 h 95994"/>
                      <a:gd name="connsiteX19" fmla="*/ 61438 w 63431"/>
                      <a:gd name="connsiteY19" fmla="*/ 25757 h 95994"/>
                      <a:gd name="connsiteX20" fmla="*/ 53232 w 63431"/>
                      <a:gd name="connsiteY20" fmla="*/ 5095 h 95994"/>
                      <a:gd name="connsiteX21" fmla="*/ 29723 w 63431"/>
                      <a:gd name="connsiteY21" fmla="*/ -2083 h 95994"/>
                      <a:gd name="connsiteX22" fmla="*/ 6213 w 63431"/>
                      <a:gd name="connsiteY22" fmla="*/ 5095 h 95994"/>
                      <a:gd name="connsiteX23" fmla="*/ -1993 w 63431"/>
                      <a:gd name="connsiteY23" fmla="*/ 25757 h 95994"/>
                      <a:gd name="connsiteX24" fmla="*/ 3082 w 63431"/>
                      <a:gd name="connsiteY24" fmla="*/ 40728 h 95994"/>
                      <a:gd name="connsiteX25" fmla="*/ 17215 w 63431"/>
                      <a:gd name="connsiteY25" fmla="*/ 48977 h 95994"/>
                      <a:gd name="connsiteX26" fmla="*/ 12636 w 63431"/>
                      <a:gd name="connsiteY26" fmla="*/ 68747 h 95994"/>
                      <a:gd name="connsiteX27" fmla="*/ 17116 w 63431"/>
                      <a:gd name="connsiteY27" fmla="*/ 57544 h 95994"/>
                      <a:gd name="connsiteX28" fmla="*/ 29723 w 63431"/>
                      <a:gd name="connsiteY28" fmla="*/ 53518 h 95994"/>
                      <a:gd name="connsiteX29" fmla="*/ 42330 w 63431"/>
                      <a:gd name="connsiteY29" fmla="*/ 57544 h 95994"/>
                      <a:gd name="connsiteX30" fmla="*/ 46889 w 63431"/>
                      <a:gd name="connsiteY30" fmla="*/ 68747 h 95994"/>
                      <a:gd name="connsiteX31" fmla="*/ 42330 w 63431"/>
                      <a:gd name="connsiteY31" fmla="*/ 79971 h 95994"/>
                      <a:gd name="connsiteX32" fmla="*/ 29723 w 63431"/>
                      <a:gd name="connsiteY32" fmla="*/ 83996 h 95994"/>
                      <a:gd name="connsiteX33" fmla="*/ 17116 w 63431"/>
                      <a:gd name="connsiteY33" fmla="*/ 79971 h 95994"/>
                      <a:gd name="connsiteX34" fmla="*/ 12636 w 63431"/>
                      <a:gd name="connsiteY34" fmla="*/ 68747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29723" y="43663"/>
                        </a:moveTo>
                        <a:cubicBezTo>
                          <a:pt x="23776" y="43663"/>
                          <a:pt x="19098" y="42070"/>
                          <a:pt x="15688" y="38884"/>
                        </a:cubicBezTo>
                        <a:cubicBezTo>
                          <a:pt x="12292" y="35698"/>
                          <a:pt x="10594" y="31323"/>
                          <a:pt x="10594" y="25757"/>
                        </a:cubicBezTo>
                        <a:cubicBezTo>
                          <a:pt x="10594" y="20178"/>
                          <a:pt x="12292" y="15796"/>
                          <a:pt x="15688" y="12610"/>
                        </a:cubicBezTo>
                        <a:cubicBezTo>
                          <a:pt x="19098" y="9424"/>
                          <a:pt x="23776" y="7831"/>
                          <a:pt x="29723" y="7831"/>
                        </a:cubicBezTo>
                        <a:cubicBezTo>
                          <a:pt x="35669" y="7831"/>
                          <a:pt x="40354" y="9431"/>
                          <a:pt x="43777" y="12630"/>
                        </a:cubicBezTo>
                        <a:cubicBezTo>
                          <a:pt x="47212" y="15842"/>
                          <a:pt x="48930" y="20218"/>
                          <a:pt x="48930" y="25757"/>
                        </a:cubicBezTo>
                        <a:cubicBezTo>
                          <a:pt x="48930" y="31323"/>
                          <a:pt x="47226" y="35698"/>
                          <a:pt x="43816" y="38884"/>
                        </a:cubicBezTo>
                        <a:cubicBezTo>
                          <a:pt x="40420" y="42070"/>
                          <a:pt x="35722" y="43663"/>
                          <a:pt x="29723" y="43663"/>
                        </a:cubicBezTo>
                        <a:close/>
                        <a:moveTo>
                          <a:pt x="17215" y="48977"/>
                        </a:moveTo>
                        <a:cubicBezTo>
                          <a:pt x="11850" y="50299"/>
                          <a:pt x="7667" y="52798"/>
                          <a:pt x="4667" y="56473"/>
                        </a:cubicBezTo>
                        <a:cubicBezTo>
                          <a:pt x="1681" y="60161"/>
                          <a:pt x="187" y="64649"/>
                          <a:pt x="187" y="69937"/>
                        </a:cubicBezTo>
                        <a:cubicBezTo>
                          <a:pt x="187" y="77327"/>
                          <a:pt x="2817" y="83170"/>
                          <a:pt x="8077" y="87466"/>
                        </a:cubicBezTo>
                        <a:cubicBezTo>
                          <a:pt x="13349" y="91763"/>
                          <a:pt x="20565" y="93911"/>
                          <a:pt x="29723" y="93911"/>
                        </a:cubicBezTo>
                        <a:cubicBezTo>
                          <a:pt x="38933" y="93911"/>
                          <a:pt x="46162" y="91763"/>
                          <a:pt x="51408" y="87466"/>
                        </a:cubicBezTo>
                        <a:cubicBezTo>
                          <a:pt x="56654" y="83170"/>
                          <a:pt x="59278" y="77327"/>
                          <a:pt x="59278" y="69937"/>
                        </a:cubicBezTo>
                        <a:cubicBezTo>
                          <a:pt x="59278" y="64649"/>
                          <a:pt x="57778" y="60161"/>
                          <a:pt x="54778" y="56473"/>
                        </a:cubicBezTo>
                        <a:cubicBezTo>
                          <a:pt x="51791" y="52798"/>
                          <a:pt x="47635" y="50299"/>
                          <a:pt x="42310" y="48977"/>
                        </a:cubicBezTo>
                        <a:cubicBezTo>
                          <a:pt x="48336" y="47576"/>
                          <a:pt x="53027" y="44826"/>
                          <a:pt x="56384" y="40728"/>
                        </a:cubicBezTo>
                        <a:cubicBezTo>
                          <a:pt x="59753" y="36643"/>
                          <a:pt x="61438" y="31653"/>
                          <a:pt x="61438" y="25757"/>
                        </a:cubicBezTo>
                        <a:cubicBezTo>
                          <a:pt x="61438" y="16781"/>
                          <a:pt x="58703" y="9894"/>
                          <a:pt x="53232" y="5095"/>
                        </a:cubicBezTo>
                        <a:cubicBezTo>
                          <a:pt x="47761" y="309"/>
                          <a:pt x="39924" y="-2083"/>
                          <a:pt x="29723" y="-2083"/>
                        </a:cubicBezTo>
                        <a:cubicBezTo>
                          <a:pt x="19534" y="-2083"/>
                          <a:pt x="11698" y="309"/>
                          <a:pt x="6213" y="5095"/>
                        </a:cubicBezTo>
                        <a:cubicBezTo>
                          <a:pt x="743" y="9894"/>
                          <a:pt x="-1993" y="16781"/>
                          <a:pt x="-1993" y="25757"/>
                        </a:cubicBezTo>
                        <a:cubicBezTo>
                          <a:pt x="-1993" y="31653"/>
                          <a:pt x="-301" y="36643"/>
                          <a:pt x="3082" y="40728"/>
                        </a:cubicBezTo>
                        <a:cubicBezTo>
                          <a:pt x="6478" y="44826"/>
                          <a:pt x="11189" y="47576"/>
                          <a:pt x="17215" y="48977"/>
                        </a:cubicBezTo>
                        <a:close/>
                        <a:moveTo>
                          <a:pt x="12636" y="68747"/>
                        </a:moveTo>
                        <a:cubicBezTo>
                          <a:pt x="12636" y="63962"/>
                          <a:pt x="14129" y="60227"/>
                          <a:pt x="17116" y="57544"/>
                        </a:cubicBezTo>
                        <a:cubicBezTo>
                          <a:pt x="20115" y="54860"/>
                          <a:pt x="24318" y="53518"/>
                          <a:pt x="29723" y="53518"/>
                        </a:cubicBezTo>
                        <a:cubicBezTo>
                          <a:pt x="35101" y="53518"/>
                          <a:pt x="39303" y="54860"/>
                          <a:pt x="42330" y="57544"/>
                        </a:cubicBezTo>
                        <a:cubicBezTo>
                          <a:pt x="45369" y="60227"/>
                          <a:pt x="46889" y="63962"/>
                          <a:pt x="46889" y="68747"/>
                        </a:cubicBezTo>
                        <a:cubicBezTo>
                          <a:pt x="46889" y="73546"/>
                          <a:pt x="45369" y="77287"/>
                          <a:pt x="42330" y="79971"/>
                        </a:cubicBezTo>
                        <a:cubicBezTo>
                          <a:pt x="39303" y="82654"/>
                          <a:pt x="35101" y="83996"/>
                          <a:pt x="29723" y="83996"/>
                        </a:cubicBezTo>
                        <a:cubicBezTo>
                          <a:pt x="24318" y="83996"/>
                          <a:pt x="20115" y="82654"/>
                          <a:pt x="17116" y="79971"/>
                        </a:cubicBezTo>
                        <a:cubicBezTo>
                          <a:pt x="14129" y="77287"/>
                          <a:pt x="12636" y="73546"/>
                          <a:pt x="12636" y="6874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35" name="Freeform: Shape 134">
                    <a:extLst>
                      <a:ext uri="{FF2B5EF4-FFF2-40B4-BE49-F238E27FC236}">
                        <a16:creationId xmlns:a16="http://schemas.microsoft.com/office/drawing/2014/main" id="{20D58624-B91B-AC65-B31F-152FA4CA3E81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308845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96 h 95994"/>
                      <a:gd name="connsiteX1" fmla="*/ 15437 w 63926"/>
                      <a:gd name="connsiteY1" fmla="*/ 74478 h 95994"/>
                      <a:gd name="connsiteX2" fmla="*/ 10580 w 63926"/>
                      <a:gd name="connsiteY2" fmla="*/ 45884 h 95994"/>
                      <a:gd name="connsiteX3" fmla="*/ 15437 w 63926"/>
                      <a:gd name="connsiteY3" fmla="*/ 17349 h 95994"/>
                      <a:gd name="connsiteX4" fmla="*/ 29966 w 63926"/>
                      <a:gd name="connsiteY4" fmla="*/ 7831 h 95994"/>
                      <a:gd name="connsiteX5" fmla="*/ 44556 w 63926"/>
                      <a:gd name="connsiteY5" fmla="*/ 17349 h 95994"/>
                      <a:gd name="connsiteX6" fmla="*/ 49432 w 63926"/>
                      <a:gd name="connsiteY6" fmla="*/ 45884 h 95994"/>
                      <a:gd name="connsiteX7" fmla="*/ 44556 w 63926"/>
                      <a:gd name="connsiteY7" fmla="*/ 74478 h 95994"/>
                      <a:gd name="connsiteX8" fmla="*/ 29966 w 63926"/>
                      <a:gd name="connsiteY8" fmla="*/ 83996 h 95994"/>
                      <a:gd name="connsiteX9" fmla="*/ 29966 w 63926"/>
                      <a:gd name="connsiteY9" fmla="*/ 93911 h 95994"/>
                      <a:gd name="connsiteX10" fmla="*/ 53733 w 63926"/>
                      <a:gd name="connsiteY10" fmla="*/ 81597 h 95994"/>
                      <a:gd name="connsiteX11" fmla="*/ 61940 w 63926"/>
                      <a:gd name="connsiteY11" fmla="*/ 45884 h 95994"/>
                      <a:gd name="connsiteX12" fmla="*/ 53733 w 63926"/>
                      <a:gd name="connsiteY12" fmla="*/ 10211 h 95994"/>
                      <a:gd name="connsiteX13" fmla="*/ 29966 w 63926"/>
                      <a:gd name="connsiteY13" fmla="*/ -2083 h 95994"/>
                      <a:gd name="connsiteX14" fmla="*/ 6219 w 63926"/>
                      <a:gd name="connsiteY14" fmla="*/ 10211 h 95994"/>
                      <a:gd name="connsiteX15" fmla="*/ -1987 w 63926"/>
                      <a:gd name="connsiteY15" fmla="*/ 45884 h 95994"/>
                      <a:gd name="connsiteX16" fmla="*/ 6219 w 63926"/>
                      <a:gd name="connsiteY16" fmla="*/ 81597 h 95994"/>
                      <a:gd name="connsiteX17" fmla="*/ 29966 w 63926"/>
                      <a:gd name="connsiteY17" fmla="*/ 9391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96"/>
                        </a:moveTo>
                        <a:cubicBezTo>
                          <a:pt x="23531" y="83996"/>
                          <a:pt x="18688" y="80823"/>
                          <a:pt x="15437" y="74478"/>
                        </a:cubicBezTo>
                        <a:cubicBezTo>
                          <a:pt x="12199" y="68146"/>
                          <a:pt x="10580" y="58614"/>
                          <a:pt x="10580" y="45884"/>
                        </a:cubicBezTo>
                        <a:cubicBezTo>
                          <a:pt x="10580" y="33206"/>
                          <a:pt x="12199" y="23695"/>
                          <a:pt x="15437" y="17349"/>
                        </a:cubicBezTo>
                        <a:cubicBezTo>
                          <a:pt x="18688" y="11004"/>
                          <a:pt x="23531" y="7831"/>
                          <a:pt x="29966" y="7831"/>
                        </a:cubicBezTo>
                        <a:cubicBezTo>
                          <a:pt x="36455" y="7831"/>
                          <a:pt x="41318" y="11004"/>
                          <a:pt x="44556" y="17349"/>
                        </a:cubicBezTo>
                        <a:cubicBezTo>
                          <a:pt x="47806" y="23695"/>
                          <a:pt x="49432" y="33206"/>
                          <a:pt x="49432" y="45884"/>
                        </a:cubicBezTo>
                        <a:cubicBezTo>
                          <a:pt x="49432" y="58614"/>
                          <a:pt x="47806" y="68146"/>
                          <a:pt x="44556" y="74478"/>
                        </a:cubicBezTo>
                        <a:cubicBezTo>
                          <a:pt x="41318" y="80823"/>
                          <a:pt x="36455" y="83996"/>
                          <a:pt x="29966" y="83996"/>
                        </a:cubicBezTo>
                        <a:close/>
                        <a:moveTo>
                          <a:pt x="29966" y="93911"/>
                        </a:moveTo>
                        <a:cubicBezTo>
                          <a:pt x="40340" y="93911"/>
                          <a:pt x="48262" y="89806"/>
                          <a:pt x="53733" y="81597"/>
                        </a:cubicBezTo>
                        <a:cubicBezTo>
                          <a:pt x="59204" y="73401"/>
                          <a:pt x="61940" y="61496"/>
                          <a:pt x="61940" y="45884"/>
                        </a:cubicBezTo>
                        <a:cubicBezTo>
                          <a:pt x="61940" y="30311"/>
                          <a:pt x="59204" y="18420"/>
                          <a:pt x="53733" y="10211"/>
                        </a:cubicBezTo>
                        <a:cubicBezTo>
                          <a:pt x="48262" y="2015"/>
                          <a:pt x="40340" y="-2083"/>
                          <a:pt x="29966" y="-2083"/>
                        </a:cubicBezTo>
                        <a:cubicBezTo>
                          <a:pt x="19606" y="-2083"/>
                          <a:pt x="11690" y="2015"/>
                          <a:pt x="6219" y="10211"/>
                        </a:cubicBezTo>
                        <a:cubicBezTo>
                          <a:pt x="748" y="18420"/>
                          <a:pt x="-1987" y="30311"/>
                          <a:pt x="-1987" y="45884"/>
                        </a:cubicBezTo>
                        <a:cubicBezTo>
                          <a:pt x="-1987" y="61496"/>
                          <a:pt x="748" y="73401"/>
                          <a:pt x="6219" y="81597"/>
                        </a:cubicBezTo>
                        <a:cubicBezTo>
                          <a:pt x="11690" y="89806"/>
                          <a:pt x="19606" y="93911"/>
                          <a:pt x="29966" y="9391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36" name="Graphic 83">
                <a:extLst>
                  <a:ext uri="{FF2B5EF4-FFF2-40B4-BE49-F238E27FC236}">
                    <a16:creationId xmlns:a16="http://schemas.microsoft.com/office/drawing/2014/main" id="{E97B360E-0E76-DE0E-95CC-601146FED9C3}"/>
                  </a:ext>
                </a:extLst>
              </p:cNvPr>
              <p:cNvGrpSpPr/>
              <p:nvPr/>
            </p:nvGrpSpPr>
            <p:grpSpPr>
              <a:xfrm>
                <a:off x="3577804" y="3855631"/>
                <a:ext cx="324747" cy="95994"/>
                <a:chOff x="3577804" y="3855631"/>
                <a:chExt cx="324747" cy="95994"/>
              </a:xfrm>
              <a:solidFill>
                <a:srgbClr val="000000"/>
              </a:solidFill>
            </p:grpSpPr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BE16F04D-0E3C-72F8-F42B-9A799BB44E94}"/>
                    </a:ext>
                  </a:extLst>
                </p:cNvPr>
                <p:cNvSpPr/>
                <p:nvPr/>
              </p:nvSpPr>
              <p:spPr>
                <a:xfrm>
                  <a:off x="3858149" y="3901605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10 h 12690"/>
                    <a:gd name="connsiteX1" fmla="*/ 58 w 44401"/>
                    <a:gd name="connsiteY1" fmla="*/ 21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10"/>
                      </a:moveTo>
                      <a:lnTo>
                        <a:pt x="58" y="210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38" name="Graphic 83">
                  <a:extLst>
                    <a:ext uri="{FF2B5EF4-FFF2-40B4-BE49-F238E27FC236}">
                      <a16:creationId xmlns:a16="http://schemas.microsoft.com/office/drawing/2014/main" id="{A57A60F6-D40D-66FB-CBF8-323008682630}"/>
                    </a:ext>
                  </a:extLst>
                </p:cNvPr>
                <p:cNvGrpSpPr/>
                <p:nvPr/>
              </p:nvGrpSpPr>
              <p:grpSpPr>
                <a:xfrm>
                  <a:off x="3577804" y="3855631"/>
                  <a:ext cx="227514" cy="95994"/>
                  <a:chOff x="3577804" y="3855631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139" name="Freeform: Shape 138">
                    <a:extLst>
                      <a:ext uri="{FF2B5EF4-FFF2-40B4-BE49-F238E27FC236}">
                        <a16:creationId xmlns:a16="http://schemas.microsoft.com/office/drawing/2014/main" id="{93B3170B-8E2A-5968-582D-507D7068E3AE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3857296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495 h 92524"/>
                      <a:gd name="connsiteX1" fmla="*/ 8171 w 67395"/>
                      <a:gd name="connsiteY1" fmla="*/ 30100 h 92524"/>
                      <a:gd name="connsiteX2" fmla="*/ 39767 w 67395"/>
                      <a:gd name="connsiteY2" fmla="*/ 30100 h 92524"/>
                      <a:gd name="connsiteX3" fmla="*/ 39767 w 67395"/>
                      <a:gd name="connsiteY3" fmla="*/ 79495 h 92524"/>
                      <a:gd name="connsiteX4" fmla="*/ 36477 w 67395"/>
                      <a:gd name="connsiteY4" fmla="*/ 90401 h 92524"/>
                      <a:gd name="connsiteX5" fmla="*/ 52216 w 67395"/>
                      <a:gd name="connsiteY5" fmla="*/ 90401 h 92524"/>
                      <a:gd name="connsiteX6" fmla="*/ 52216 w 67395"/>
                      <a:gd name="connsiteY6" fmla="*/ 30100 h 92524"/>
                      <a:gd name="connsiteX7" fmla="*/ 65417 w 67395"/>
                      <a:gd name="connsiteY7" fmla="*/ 30100 h 92524"/>
                      <a:gd name="connsiteX8" fmla="*/ 65417 w 67395"/>
                      <a:gd name="connsiteY8" fmla="*/ 19690 h 92524"/>
                      <a:gd name="connsiteX9" fmla="*/ 52216 w 67395"/>
                      <a:gd name="connsiteY9" fmla="*/ 19690 h 92524"/>
                      <a:gd name="connsiteX10" fmla="*/ 52216 w 67395"/>
                      <a:gd name="connsiteY10" fmla="*/ -2123 h 92524"/>
                      <a:gd name="connsiteX11" fmla="*/ 39767 w 67395"/>
                      <a:gd name="connsiteY11" fmla="*/ -2123 h 92524"/>
                      <a:gd name="connsiteX12" fmla="*/ 39767 w 67395"/>
                      <a:gd name="connsiteY12" fmla="*/ 19690 h 92524"/>
                      <a:gd name="connsiteX13" fmla="*/ -1978 w 67395"/>
                      <a:gd name="connsiteY13" fmla="*/ 19690 h 92524"/>
                      <a:gd name="connsiteX14" fmla="*/ -1978 w 67395"/>
                      <a:gd name="connsiteY14" fmla="*/ 31766 h 92524"/>
                      <a:gd name="connsiteX15" fmla="*/ 36477 w 67395"/>
                      <a:gd name="connsiteY15" fmla="*/ 90401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495"/>
                        </a:moveTo>
                        <a:lnTo>
                          <a:pt x="8171" y="30100"/>
                        </a:lnTo>
                        <a:lnTo>
                          <a:pt x="39767" y="30100"/>
                        </a:lnTo>
                        <a:lnTo>
                          <a:pt x="39767" y="79495"/>
                        </a:lnTo>
                        <a:close/>
                        <a:moveTo>
                          <a:pt x="36477" y="90401"/>
                        </a:moveTo>
                        <a:lnTo>
                          <a:pt x="52216" y="90401"/>
                        </a:lnTo>
                        <a:lnTo>
                          <a:pt x="52216" y="30100"/>
                        </a:lnTo>
                        <a:lnTo>
                          <a:pt x="65417" y="30100"/>
                        </a:lnTo>
                        <a:lnTo>
                          <a:pt x="65417" y="19690"/>
                        </a:lnTo>
                        <a:lnTo>
                          <a:pt x="52216" y="19690"/>
                        </a:lnTo>
                        <a:lnTo>
                          <a:pt x="52216" y="-2123"/>
                        </a:lnTo>
                        <a:lnTo>
                          <a:pt x="39767" y="-2123"/>
                        </a:lnTo>
                        <a:lnTo>
                          <a:pt x="39767" y="19690"/>
                        </a:lnTo>
                        <a:lnTo>
                          <a:pt x="-1978" y="19690"/>
                        </a:lnTo>
                        <a:lnTo>
                          <a:pt x="-1978" y="31766"/>
                        </a:lnTo>
                        <a:lnTo>
                          <a:pt x="36477" y="904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0" name="Freeform: Shape 139">
                    <a:extLst>
                      <a:ext uri="{FF2B5EF4-FFF2-40B4-BE49-F238E27FC236}">
                        <a16:creationId xmlns:a16="http://schemas.microsoft.com/office/drawing/2014/main" id="{767088F0-6E26-00C9-C295-74BE3E5990B2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301" y="3855631"/>
                    <a:ext cx="63807" cy="95994"/>
                  </a:xfrm>
                  <a:custGeom>
                    <a:avLst/>
                    <a:gdLst>
                      <a:gd name="connsiteX0" fmla="*/ 3975 w 63807"/>
                      <a:gd name="connsiteY0" fmla="*/ 1609 h 95994"/>
                      <a:gd name="connsiteX1" fmla="*/ 3975 w 63807"/>
                      <a:gd name="connsiteY1" fmla="*/ 13011 h 95994"/>
                      <a:gd name="connsiteX2" fmla="*/ 13510 w 63807"/>
                      <a:gd name="connsiteY2" fmla="*/ 9600 h 95994"/>
                      <a:gd name="connsiteX3" fmla="*/ 23005 w 63807"/>
                      <a:gd name="connsiteY3" fmla="*/ 8430 h 95994"/>
                      <a:gd name="connsiteX4" fmla="*/ 41915 w 63807"/>
                      <a:gd name="connsiteY4" fmla="*/ 16759 h 95994"/>
                      <a:gd name="connsiteX5" fmla="*/ 49388 w 63807"/>
                      <a:gd name="connsiteY5" fmla="*/ 42081 h 95994"/>
                      <a:gd name="connsiteX6" fmla="*/ 40270 w 63807"/>
                      <a:gd name="connsiteY6" fmla="*/ 33891 h 95994"/>
                      <a:gd name="connsiteX7" fmla="*/ 28079 w 63807"/>
                      <a:gd name="connsiteY7" fmla="*/ 31036 h 95994"/>
                      <a:gd name="connsiteX8" fmla="*/ 6116 w 63807"/>
                      <a:gd name="connsiteY8" fmla="*/ 39424 h 95994"/>
                      <a:gd name="connsiteX9" fmla="*/ -1971 w 63807"/>
                      <a:gd name="connsiteY9" fmla="*/ 62406 h 95994"/>
                      <a:gd name="connsiteX10" fmla="*/ 6453 w 63807"/>
                      <a:gd name="connsiteY10" fmla="*/ 85249 h 95994"/>
                      <a:gd name="connsiteX11" fmla="*/ 28872 w 63807"/>
                      <a:gd name="connsiteY11" fmla="*/ 93875 h 95994"/>
                      <a:gd name="connsiteX12" fmla="*/ 53372 w 63807"/>
                      <a:gd name="connsiteY12" fmla="*/ 81561 h 95994"/>
                      <a:gd name="connsiteX13" fmla="*/ 61836 w 63807"/>
                      <a:gd name="connsiteY13" fmla="*/ 45848 h 95994"/>
                      <a:gd name="connsiteX14" fmla="*/ 51449 w 63807"/>
                      <a:gd name="connsiteY14" fmla="*/ 10929 h 95994"/>
                      <a:gd name="connsiteX15" fmla="*/ 23560 w 63807"/>
                      <a:gd name="connsiteY15" fmla="*/ -2119 h 95994"/>
                      <a:gd name="connsiteX16" fmla="*/ 14005 w 63807"/>
                      <a:gd name="connsiteY16" fmla="*/ -1187 h 95994"/>
                      <a:gd name="connsiteX17" fmla="*/ 3975 w 63807"/>
                      <a:gd name="connsiteY17" fmla="*/ 1609 h 95994"/>
                      <a:gd name="connsiteX18" fmla="*/ 28872 w 63807"/>
                      <a:gd name="connsiteY18" fmla="*/ 40831 h 95994"/>
                      <a:gd name="connsiteX19" fmla="*/ 42212 w 63807"/>
                      <a:gd name="connsiteY19" fmla="*/ 46582 h 95994"/>
                      <a:gd name="connsiteX20" fmla="*/ 47148 w 63807"/>
                      <a:gd name="connsiteY20" fmla="*/ 62406 h 95994"/>
                      <a:gd name="connsiteX21" fmla="*/ 42212 w 63807"/>
                      <a:gd name="connsiteY21" fmla="*/ 78170 h 95994"/>
                      <a:gd name="connsiteX22" fmla="*/ 28872 w 63807"/>
                      <a:gd name="connsiteY22" fmla="*/ 83960 h 95994"/>
                      <a:gd name="connsiteX23" fmla="*/ 15532 w 63807"/>
                      <a:gd name="connsiteY23" fmla="*/ 78170 h 95994"/>
                      <a:gd name="connsiteX24" fmla="*/ 10616 w 63807"/>
                      <a:gd name="connsiteY24" fmla="*/ 62406 h 95994"/>
                      <a:gd name="connsiteX25" fmla="*/ 15532 w 63807"/>
                      <a:gd name="connsiteY25" fmla="*/ 46582 h 95994"/>
                      <a:gd name="connsiteX26" fmla="*/ 28872 w 63807"/>
                      <a:gd name="connsiteY26" fmla="*/ 408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3975" y="1609"/>
                        </a:moveTo>
                        <a:lnTo>
                          <a:pt x="3975" y="13011"/>
                        </a:lnTo>
                        <a:cubicBezTo>
                          <a:pt x="7120" y="11517"/>
                          <a:pt x="10298" y="10380"/>
                          <a:pt x="13510" y="9600"/>
                        </a:cubicBezTo>
                        <a:cubicBezTo>
                          <a:pt x="16734" y="8820"/>
                          <a:pt x="19899" y="8430"/>
                          <a:pt x="23005" y="8430"/>
                        </a:cubicBezTo>
                        <a:cubicBezTo>
                          <a:pt x="31264" y="8430"/>
                          <a:pt x="37567" y="11206"/>
                          <a:pt x="41915" y="16759"/>
                        </a:cubicBezTo>
                        <a:cubicBezTo>
                          <a:pt x="46276" y="22311"/>
                          <a:pt x="48767" y="30751"/>
                          <a:pt x="49388" y="42081"/>
                        </a:cubicBezTo>
                        <a:cubicBezTo>
                          <a:pt x="46996" y="38525"/>
                          <a:pt x="43957" y="35795"/>
                          <a:pt x="40270" y="33891"/>
                        </a:cubicBezTo>
                        <a:cubicBezTo>
                          <a:pt x="36596" y="31987"/>
                          <a:pt x="32532" y="31036"/>
                          <a:pt x="28079" y="31036"/>
                        </a:cubicBezTo>
                        <a:cubicBezTo>
                          <a:pt x="18829" y="31036"/>
                          <a:pt x="11508" y="33832"/>
                          <a:pt x="6116" y="39424"/>
                        </a:cubicBezTo>
                        <a:cubicBezTo>
                          <a:pt x="724" y="45029"/>
                          <a:pt x="-1971" y="52689"/>
                          <a:pt x="-1971" y="62406"/>
                        </a:cubicBezTo>
                        <a:cubicBezTo>
                          <a:pt x="-1971" y="71897"/>
                          <a:pt x="837" y="79512"/>
                          <a:pt x="6453" y="85249"/>
                        </a:cubicBezTo>
                        <a:cubicBezTo>
                          <a:pt x="12069" y="91000"/>
                          <a:pt x="19542" y="93875"/>
                          <a:pt x="28872" y="93875"/>
                        </a:cubicBezTo>
                        <a:cubicBezTo>
                          <a:pt x="39576" y="93875"/>
                          <a:pt x="47743" y="89770"/>
                          <a:pt x="53372" y="81561"/>
                        </a:cubicBezTo>
                        <a:cubicBezTo>
                          <a:pt x="59015" y="73365"/>
                          <a:pt x="61836" y="61461"/>
                          <a:pt x="61836" y="45848"/>
                        </a:cubicBezTo>
                        <a:cubicBezTo>
                          <a:pt x="61836" y="31267"/>
                          <a:pt x="58374" y="19627"/>
                          <a:pt x="51449" y="10929"/>
                        </a:cubicBezTo>
                        <a:cubicBezTo>
                          <a:pt x="44538" y="2230"/>
                          <a:pt x="35241" y="-2119"/>
                          <a:pt x="23560" y="-2119"/>
                        </a:cubicBezTo>
                        <a:cubicBezTo>
                          <a:pt x="20414" y="-2119"/>
                          <a:pt x="17230" y="-1808"/>
                          <a:pt x="14005" y="-1187"/>
                        </a:cubicBezTo>
                        <a:cubicBezTo>
                          <a:pt x="10794" y="-566"/>
                          <a:pt x="7451" y="366"/>
                          <a:pt x="3975" y="1609"/>
                        </a:cubicBezTo>
                        <a:close/>
                        <a:moveTo>
                          <a:pt x="28872" y="40831"/>
                        </a:moveTo>
                        <a:cubicBezTo>
                          <a:pt x="34488" y="40831"/>
                          <a:pt x="38935" y="42748"/>
                          <a:pt x="42212" y="46582"/>
                        </a:cubicBezTo>
                        <a:cubicBezTo>
                          <a:pt x="45503" y="50429"/>
                          <a:pt x="47148" y="55703"/>
                          <a:pt x="47148" y="62406"/>
                        </a:cubicBezTo>
                        <a:cubicBezTo>
                          <a:pt x="47148" y="69055"/>
                          <a:pt x="45503" y="74310"/>
                          <a:pt x="42212" y="78170"/>
                        </a:cubicBezTo>
                        <a:cubicBezTo>
                          <a:pt x="38935" y="82030"/>
                          <a:pt x="34488" y="83960"/>
                          <a:pt x="28872" y="83960"/>
                        </a:cubicBezTo>
                        <a:cubicBezTo>
                          <a:pt x="23256" y="83960"/>
                          <a:pt x="18809" y="82030"/>
                          <a:pt x="15532" y="78170"/>
                        </a:cubicBezTo>
                        <a:cubicBezTo>
                          <a:pt x="12254" y="74310"/>
                          <a:pt x="10616" y="69055"/>
                          <a:pt x="10616" y="62406"/>
                        </a:cubicBezTo>
                        <a:cubicBezTo>
                          <a:pt x="10616" y="55703"/>
                          <a:pt x="12254" y="50429"/>
                          <a:pt x="15532" y="46582"/>
                        </a:cubicBezTo>
                        <a:cubicBezTo>
                          <a:pt x="18809" y="42748"/>
                          <a:pt x="23256" y="40831"/>
                          <a:pt x="28872" y="408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1" name="Freeform: Shape 140">
                    <a:extLst>
                      <a:ext uri="{FF2B5EF4-FFF2-40B4-BE49-F238E27FC236}">
                        <a16:creationId xmlns:a16="http://schemas.microsoft.com/office/drawing/2014/main" id="{D6338346-C138-969A-81EE-E2A947D76992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855631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60 h 95994"/>
                      <a:gd name="connsiteX1" fmla="*/ 15437 w 63926"/>
                      <a:gd name="connsiteY1" fmla="*/ 74442 h 95994"/>
                      <a:gd name="connsiteX2" fmla="*/ 10580 w 63926"/>
                      <a:gd name="connsiteY2" fmla="*/ 45848 h 95994"/>
                      <a:gd name="connsiteX3" fmla="*/ 15437 w 63926"/>
                      <a:gd name="connsiteY3" fmla="*/ 17314 h 95994"/>
                      <a:gd name="connsiteX4" fmla="*/ 29966 w 63926"/>
                      <a:gd name="connsiteY4" fmla="*/ 7796 h 95994"/>
                      <a:gd name="connsiteX5" fmla="*/ 44556 w 63926"/>
                      <a:gd name="connsiteY5" fmla="*/ 17314 h 95994"/>
                      <a:gd name="connsiteX6" fmla="*/ 49432 w 63926"/>
                      <a:gd name="connsiteY6" fmla="*/ 45848 h 95994"/>
                      <a:gd name="connsiteX7" fmla="*/ 44556 w 63926"/>
                      <a:gd name="connsiteY7" fmla="*/ 74442 h 95994"/>
                      <a:gd name="connsiteX8" fmla="*/ 29966 w 63926"/>
                      <a:gd name="connsiteY8" fmla="*/ 83960 h 95994"/>
                      <a:gd name="connsiteX9" fmla="*/ 29966 w 63926"/>
                      <a:gd name="connsiteY9" fmla="*/ 93875 h 95994"/>
                      <a:gd name="connsiteX10" fmla="*/ 53733 w 63926"/>
                      <a:gd name="connsiteY10" fmla="*/ 81561 h 95994"/>
                      <a:gd name="connsiteX11" fmla="*/ 61940 w 63926"/>
                      <a:gd name="connsiteY11" fmla="*/ 45848 h 95994"/>
                      <a:gd name="connsiteX12" fmla="*/ 53733 w 63926"/>
                      <a:gd name="connsiteY12" fmla="*/ 10175 h 95994"/>
                      <a:gd name="connsiteX13" fmla="*/ 29966 w 63926"/>
                      <a:gd name="connsiteY13" fmla="*/ -2119 h 95994"/>
                      <a:gd name="connsiteX14" fmla="*/ 6219 w 63926"/>
                      <a:gd name="connsiteY14" fmla="*/ 10175 h 95994"/>
                      <a:gd name="connsiteX15" fmla="*/ -1987 w 63926"/>
                      <a:gd name="connsiteY15" fmla="*/ 45848 h 95994"/>
                      <a:gd name="connsiteX16" fmla="*/ 6219 w 63926"/>
                      <a:gd name="connsiteY16" fmla="*/ 81561 h 95994"/>
                      <a:gd name="connsiteX17" fmla="*/ 29966 w 63926"/>
                      <a:gd name="connsiteY17" fmla="*/ 9387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60"/>
                        </a:moveTo>
                        <a:cubicBezTo>
                          <a:pt x="23531" y="83960"/>
                          <a:pt x="18688" y="80788"/>
                          <a:pt x="15437" y="74442"/>
                        </a:cubicBezTo>
                        <a:cubicBezTo>
                          <a:pt x="12199" y="68110"/>
                          <a:pt x="10580" y="58579"/>
                          <a:pt x="10580" y="45848"/>
                        </a:cubicBezTo>
                        <a:cubicBezTo>
                          <a:pt x="10580" y="33171"/>
                          <a:pt x="12199" y="23659"/>
                          <a:pt x="15437" y="17314"/>
                        </a:cubicBezTo>
                        <a:cubicBezTo>
                          <a:pt x="18688" y="10968"/>
                          <a:pt x="23531" y="7796"/>
                          <a:pt x="29966" y="7796"/>
                        </a:cubicBezTo>
                        <a:cubicBezTo>
                          <a:pt x="36455" y="7796"/>
                          <a:pt x="41318" y="10968"/>
                          <a:pt x="44556" y="17314"/>
                        </a:cubicBezTo>
                        <a:cubicBezTo>
                          <a:pt x="47806" y="23659"/>
                          <a:pt x="49432" y="33171"/>
                          <a:pt x="49432" y="45848"/>
                        </a:cubicBezTo>
                        <a:cubicBezTo>
                          <a:pt x="49432" y="58579"/>
                          <a:pt x="47806" y="68110"/>
                          <a:pt x="44556" y="74442"/>
                        </a:cubicBezTo>
                        <a:cubicBezTo>
                          <a:pt x="41318" y="80788"/>
                          <a:pt x="36455" y="83960"/>
                          <a:pt x="29966" y="83960"/>
                        </a:cubicBezTo>
                        <a:close/>
                        <a:moveTo>
                          <a:pt x="29966" y="93875"/>
                        </a:moveTo>
                        <a:cubicBezTo>
                          <a:pt x="40340" y="93875"/>
                          <a:pt x="48262" y="89770"/>
                          <a:pt x="53733" y="81561"/>
                        </a:cubicBezTo>
                        <a:cubicBezTo>
                          <a:pt x="59204" y="73365"/>
                          <a:pt x="61940" y="61461"/>
                          <a:pt x="61940" y="45848"/>
                        </a:cubicBezTo>
                        <a:cubicBezTo>
                          <a:pt x="61940" y="30276"/>
                          <a:pt x="59204" y="18385"/>
                          <a:pt x="53733" y="10175"/>
                        </a:cubicBezTo>
                        <a:cubicBezTo>
                          <a:pt x="48262" y="1979"/>
                          <a:pt x="40340" y="-2119"/>
                          <a:pt x="29966" y="-2119"/>
                        </a:cubicBezTo>
                        <a:cubicBezTo>
                          <a:pt x="19606" y="-2119"/>
                          <a:pt x="11690" y="1979"/>
                          <a:pt x="6219" y="10175"/>
                        </a:cubicBezTo>
                        <a:cubicBezTo>
                          <a:pt x="748" y="18385"/>
                          <a:pt x="-1987" y="30276"/>
                          <a:pt x="-1987" y="45848"/>
                        </a:cubicBezTo>
                        <a:cubicBezTo>
                          <a:pt x="-1987" y="61461"/>
                          <a:pt x="748" y="73365"/>
                          <a:pt x="6219" y="81561"/>
                        </a:cubicBezTo>
                        <a:cubicBezTo>
                          <a:pt x="11690" y="89770"/>
                          <a:pt x="19606" y="93875"/>
                          <a:pt x="29966" y="9387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42" name="Graphic 83">
                <a:extLst>
                  <a:ext uri="{FF2B5EF4-FFF2-40B4-BE49-F238E27FC236}">
                    <a16:creationId xmlns:a16="http://schemas.microsoft.com/office/drawing/2014/main" id="{27FCD85E-C764-81EE-F520-B2BF8E247B5B}"/>
                  </a:ext>
                </a:extLst>
              </p:cNvPr>
              <p:cNvGrpSpPr/>
              <p:nvPr/>
            </p:nvGrpSpPr>
            <p:grpSpPr>
              <a:xfrm>
                <a:off x="3581391" y="3402416"/>
                <a:ext cx="321159" cy="95994"/>
                <a:chOff x="3581391" y="3402416"/>
                <a:chExt cx="321159" cy="95994"/>
              </a:xfrm>
              <a:solidFill>
                <a:srgbClr val="000000"/>
              </a:solidFill>
            </p:grpSpPr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3A9F8453-C64F-3949-583E-A36C04D68FAC}"/>
                    </a:ext>
                  </a:extLst>
                </p:cNvPr>
                <p:cNvSpPr/>
                <p:nvPr/>
              </p:nvSpPr>
              <p:spPr>
                <a:xfrm>
                  <a:off x="3858149" y="344839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75 h 12690"/>
                    <a:gd name="connsiteX1" fmla="*/ 58 w 44401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44" name="Graphic 83">
                  <a:extLst>
                    <a:ext uri="{FF2B5EF4-FFF2-40B4-BE49-F238E27FC236}">
                      <a16:creationId xmlns:a16="http://schemas.microsoft.com/office/drawing/2014/main" id="{CC1E251D-925C-C130-F603-06B841ED98D8}"/>
                    </a:ext>
                  </a:extLst>
                </p:cNvPr>
                <p:cNvGrpSpPr/>
                <p:nvPr/>
              </p:nvGrpSpPr>
              <p:grpSpPr>
                <a:xfrm>
                  <a:off x="3581391" y="3402416"/>
                  <a:ext cx="223926" cy="95994"/>
                  <a:chOff x="3581391" y="3402416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45" name="Freeform: Shape 144">
                    <a:extLst>
                      <a:ext uri="{FF2B5EF4-FFF2-40B4-BE49-F238E27FC236}">
                        <a16:creationId xmlns:a16="http://schemas.microsoft.com/office/drawing/2014/main" id="{29E73EBB-7590-00BA-EDAF-C0A3C457BCA3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340408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16 h 94328"/>
                      <a:gd name="connsiteX1" fmla="*/ 51056 w 59843"/>
                      <a:gd name="connsiteY1" fmla="*/ 92216 h 94328"/>
                      <a:gd name="connsiteX2" fmla="*/ 51056 w 59843"/>
                      <a:gd name="connsiteY2" fmla="*/ 81667 h 94328"/>
                      <a:gd name="connsiteX3" fmla="*/ 13393 w 59843"/>
                      <a:gd name="connsiteY3" fmla="*/ 81667 h 94328"/>
                      <a:gd name="connsiteX4" fmla="*/ 13393 w 59843"/>
                      <a:gd name="connsiteY4" fmla="*/ 59002 h 94328"/>
                      <a:gd name="connsiteX5" fmla="*/ 18825 w 59843"/>
                      <a:gd name="connsiteY5" fmla="*/ 60390 h 94328"/>
                      <a:gd name="connsiteX6" fmla="*/ 24296 w 59843"/>
                      <a:gd name="connsiteY6" fmla="*/ 60846 h 94328"/>
                      <a:gd name="connsiteX7" fmla="*/ 48816 w 59843"/>
                      <a:gd name="connsiteY7" fmla="*/ 52359 h 94328"/>
                      <a:gd name="connsiteX8" fmla="*/ 57874 w 59843"/>
                      <a:gd name="connsiteY8" fmla="*/ 29376 h 94328"/>
                      <a:gd name="connsiteX9" fmla="*/ 48578 w 59843"/>
                      <a:gd name="connsiteY9" fmla="*/ 6156 h 94328"/>
                      <a:gd name="connsiteX10" fmla="*/ 22373 w 59843"/>
                      <a:gd name="connsiteY10" fmla="*/ -2113 h 94328"/>
                      <a:gd name="connsiteX11" fmla="*/ 10499 w 59843"/>
                      <a:gd name="connsiteY11" fmla="*/ -1121 h 94328"/>
                      <a:gd name="connsiteX12" fmla="*/ -1969 w 59843"/>
                      <a:gd name="connsiteY12" fmla="*/ 1853 h 94328"/>
                      <a:gd name="connsiteX13" fmla="*/ -1969 w 59843"/>
                      <a:gd name="connsiteY13" fmla="*/ 14445 h 94328"/>
                      <a:gd name="connsiteX14" fmla="*/ 9548 w 59843"/>
                      <a:gd name="connsiteY14" fmla="*/ 9924 h 94328"/>
                      <a:gd name="connsiteX15" fmla="*/ 22115 w 59843"/>
                      <a:gd name="connsiteY15" fmla="*/ 8437 h 94328"/>
                      <a:gd name="connsiteX16" fmla="*/ 39083 w 59843"/>
                      <a:gd name="connsiteY16" fmla="*/ 14068 h 94328"/>
                      <a:gd name="connsiteX17" fmla="*/ 45347 w 59843"/>
                      <a:gd name="connsiteY17" fmla="*/ 29376 h 94328"/>
                      <a:gd name="connsiteX18" fmla="*/ 39083 w 59843"/>
                      <a:gd name="connsiteY18" fmla="*/ 44665 h 94328"/>
                      <a:gd name="connsiteX19" fmla="*/ 22115 w 59843"/>
                      <a:gd name="connsiteY19" fmla="*/ 50316 h 94328"/>
                      <a:gd name="connsiteX20" fmla="*/ 12105 w 59843"/>
                      <a:gd name="connsiteY20" fmla="*/ 49206 h 94328"/>
                      <a:gd name="connsiteX21" fmla="*/ 1936 w 59843"/>
                      <a:gd name="connsiteY21" fmla="*/ 45736 h 94328"/>
                      <a:gd name="connsiteX22" fmla="*/ 1936 w 59843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16"/>
                        </a:moveTo>
                        <a:lnTo>
                          <a:pt x="51056" y="92216"/>
                        </a:lnTo>
                        <a:lnTo>
                          <a:pt x="51056" y="81667"/>
                        </a:lnTo>
                        <a:lnTo>
                          <a:pt x="13393" y="81667"/>
                        </a:lnTo>
                        <a:lnTo>
                          <a:pt x="13393" y="59002"/>
                        </a:lnTo>
                        <a:cubicBezTo>
                          <a:pt x="15204" y="59623"/>
                          <a:pt x="17014" y="60086"/>
                          <a:pt x="18825" y="60390"/>
                        </a:cubicBezTo>
                        <a:cubicBezTo>
                          <a:pt x="20648" y="60694"/>
                          <a:pt x="22472" y="60846"/>
                          <a:pt x="24296" y="60846"/>
                        </a:cubicBezTo>
                        <a:cubicBezTo>
                          <a:pt x="34616" y="60846"/>
                          <a:pt x="42790" y="58017"/>
                          <a:pt x="48816" y="52359"/>
                        </a:cubicBezTo>
                        <a:cubicBezTo>
                          <a:pt x="54855" y="46701"/>
                          <a:pt x="57874" y="39040"/>
                          <a:pt x="57874" y="29376"/>
                        </a:cubicBezTo>
                        <a:cubicBezTo>
                          <a:pt x="57874" y="19422"/>
                          <a:pt x="54776" y="11682"/>
                          <a:pt x="48578" y="6156"/>
                        </a:cubicBezTo>
                        <a:cubicBezTo>
                          <a:pt x="42380" y="644"/>
                          <a:pt x="33645" y="-2113"/>
                          <a:pt x="22373" y="-2113"/>
                        </a:cubicBezTo>
                        <a:cubicBezTo>
                          <a:pt x="18488" y="-2113"/>
                          <a:pt x="14530" y="-1782"/>
                          <a:pt x="10499" y="-1121"/>
                        </a:cubicBezTo>
                        <a:cubicBezTo>
                          <a:pt x="6482" y="-460"/>
                          <a:pt x="2326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5" y="12422"/>
                          <a:pt x="5583" y="10915"/>
                          <a:pt x="9548" y="9924"/>
                        </a:cubicBezTo>
                        <a:cubicBezTo>
                          <a:pt x="13512" y="8932"/>
                          <a:pt x="17701" y="8437"/>
                          <a:pt x="22115" y="8437"/>
                        </a:cubicBezTo>
                        <a:cubicBezTo>
                          <a:pt x="29264" y="8437"/>
                          <a:pt x="34920" y="10314"/>
                          <a:pt x="39083" y="14068"/>
                        </a:cubicBezTo>
                        <a:cubicBezTo>
                          <a:pt x="43259" y="17822"/>
                          <a:pt x="45347" y="22925"/>
                          <a:pt x="45347" y="29376"/>
                        </a:cubicBezTo>
                        <a:cubicBezTo>
                          <a:pt x="45347" y="35814"/>
                          <a:pt x="43259" y="40910"/>
                          <a:pt x="39083" y="44665"/>
                        </a:cubicBezTo>
                        <a:cubicBezTo>
                          <a:pt x="34920" y="48432"/>
                          <a:pt x="29264" y="50316"/>
                          <a:pt x="22115" y="50316"/>
                        </a:cubicBezTo>
                        <a:cubicBezTo>
                          <a:pt x="18772" y="50316"/>
                          <a:pt x="15435" y="49946"/>
                          <a:pt x="12105" y="49206"/>
                        </a:cubicBezTo>
                        <a:cubicBezTo>
                          <a:pt x="8788" y="48465"/>
                          <a:pt x="5398" y="47309"/>
                          <a:pt x="1936" y="45736"/>
                        </a:cubicBezTo>
                        <a:lnTo>
                          <a:pt x="1936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6" name="Freeform: Shape 145">
                    <a:extLst>
                      <a:ext uri="{FF2B5EF4-FFF2-40B4-BE49-F238E27FC236}">
                        <a16:creationId xmlns:a16="http://schemas.microsoft.com/office/drawing/2014/main" id="{77286755-28BD-F746-C108-77505694C233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678" y="3402416"/>
                    <a:ext cx="63926" cy="95994"/>
                  </a:xfrm>
                  <a:custGeom>
                    <a:avLst/>
                    <a:gdLst>
                      <a:gd name="connsiteX0" fmla="*/ 29960 w 63926"/>
                      <a:gd name="connsiteY0" fmla="*/ 83925 h 95994"/>
                      <a:gd name="connsiteX1" fmla="*/ 15430 w 63926"/>
                      <a:gd name="connsiteY1" fmla="*/ 74407 h 95994"/>
                      <a:gd name="connsiteX2" fmla="*/ 10574 w 63926"/>
                      <a:gd name="connsiteY2" fmla="*/ 45813 h 95994"/>
                      <a:gd name="connsiteX3" fmla="*/ 15430 w 63926"/>
                      <a:gd name="connsiteY3" fmla="*/ 17278 h 95994"/>
                      <a:gd name="connsiteX4" fmla="*/ 29960 w 63926"/>
                      <a:gd name="connsiteY4" fmla="*/ 7760 h 95994"/>
                      <a:gd name="connsiteX5" fmla="*/ 44549 w 63926"/>
                      <a:gd name="connsiteY5" fmla="*/ 17278 h 95994"/>
                      <a:gd name="connsiteX6" fmla="*/ 49425 w 63926"/>
                      <a:gd name="connsiteY6" fmla="*/ 45813 h 95994"/>
                      <a:gd name="connsiteX7" fmla="*/ 44549 w 63926"/>
                      <a:gd name="connsiteY7" fmla="*/ 74407 h 95994"/>
                      <a:gd name="connsiteX8" fmla="*/ 29960 w 63926"/>
                      <a:gd name="connsiteY8" fmla="*/ 83925 h 95994"/>
                      <a:gd name="connsiteX9" fmla="*/ 29960 w 63926"/>
                      <a:gd name="connsiteY9" fmla="*/ 93839 h 95994"/>
                      <a:gd name="connsiteX10" fmla="*/ 53727 w 63926"/>
                      <a:gd name="connsiteY10" fmla="*/ 81525 h 95994"/>
                      <a:gd name="connsiteX11" fmla="*/ 61933 w 63926"/>
                      <a:gd name="connsiteY11" fmla="*/ 45813 h 95994"/>
                      <a:gd name="connsiteX12" fmla="*/ 53727 w 63926"/>
                      <a:gd name="connsiteY12" fmla="*/ 10139 h 95994"/>
                      <a:gd name="connsiteX13" fmla="*/ 29960 w 63926"/>
                      <a:gd name="connsiteY13" fmla="*/ -2155 h 95994"/>
                      <a:gd name="connsiteX14" fmla="*/ 6213 w 63926"/>
                      <a:gd name="connsiteY14" fmla="*/ 10139 h 95994"/>
                      <a:gd name="connsiteX15" fmla="*/ -1993 w 63926"/>
                      <a:gd name="connsiteY15" fmla="*/ 45813 h 95994"/>
                      <a:gd name="connsiteX16" fmla="*/ 6213 w 63926"/>
                      <a:gd name="connsiteY16" fmla="*/ 81525 h 95994"/>
                      <a:gd name="connsiteX17" fmla="*/ 29960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0" y="83925"/>
                        </a:moveTo>
                        <a:cubicBezTo>
                          <a:pt x="23524" y="83925"/>
                          <a:pt x="18681" y="80752"/>
                          <a:pt x="15430" y="74407"/>
                        </a:cubicBezTo>
                        <a:cubicBezTo>
                          <a:pt x="12193" y="68074"/>
                          <a:pt x="10574" y="58543"/>
                          <a:pt x="10574" y="45813"/>
                        </a:cubicBezTo>
                        <a:cubicBezTo>
                          <a:pt x="10574" y="33135"/>
                          <a:pt x="12193" y="23623"/>
                          <a:pt x="15430" y="17278"/>
                        </a:cubicBezTo>
                        <a:cubicBezTo>
                          <a:pt x="18681" y="10933"/>
                          <a:pt x="23524" y="7760"/>
                          <a:pt x="29960" y="7760"/>
                        </a:cubicBezTo>
                        <a:cubicBezTo>
                          <a:pt x="36448" y="7760"/>
                          <a:pt x="41312" y="10933"/>
                          <a:pt x="44549" y="17278"/>
                        </a:cubicBezTo>
                        <a:cubicBezTo>
                          <a:pt x="47800" y="23623"/>
                          <a:pt x="49425" y="33135"/>
                          <a:pt x="49425" y="45813"/>
                        </a:cubicBezTo>
                        <a:cubicBezTo>
                          <a:pt x="49425" y="58543"/>
                          <a:pt x="47800" y="68074"/>
                          <a:pt x="44549" y="74407"/>
                        </a:cubicBezTo>
                        <a:cubicBezTo>
                          <a:pt x="41312" y="80752"/>
                          <a:pt x="36448" y="83925"/>
                          <a:pt x="29960" y="83925"/>
                        </a:cubicBezTo>
                        <a:close/>
                        <a:moveTo>
                          <a:pt x="29960" y="93839"/>
                        </a:moveTo>
                        <a:cubicBezTo>
                          <a:pt x="40334" y="93839"/>
                          <a:pt x="48256" y="89735"/>
                          <a:pt x="53727" y="81525"/>
                        </a:cubicBezTo>
                        <a:cubicBezTo>
                          <a:pt x="59198" y="73329"/>
                          <a:pt x="61933" y="61425"/>
                          <a:pt x="61933" y="45813"/>
                        </a:cubicBezTo>
                        <a:cubicBezTo>
                          <a:pt x="61933" y="30240"/>
                          <a:pt x="59198" y="18349"/>
                          <a:pt x="53727" y="10139"/>
                        </a:cubicBezTo>
                        <a:cubicBezTo>
                          <a:pt x="48256" y="1943"/>
                          <a:pt x="40334" y="-2155"/>
                          <a:pt x="29960" y="-2155"/>
                        </a:cubicBezTo>
                        <a:cubicBezTo>
                          <a:pt x="19600" y="-2155"/>
                          <a:pt x="11684" y="1943"/>
                          <a:pt x="6213" y="10139"/>
                        </a:cubicBezTo>
                        <a:cubicBezTo>
                          <a:pt x="742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2" y="73329"/>
                          <a:pt x="6213" y="81525"/>
                        </a:cubicBezTo>
                        <a:cubicBezTo>
                          <a:pt x="11684" y="89735"/>
                          <a:pt x="19600" y="93839"/>
                          <a:pt x="29960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7" name="Freeform: Shape 146">
                    <a:extLst>
                      <a:ext uri="{FF2B5EF4-FFF2-40B4-BE49-F238E27FC236}">
                        <a16:creationId xmlns:a16="http://schemas.microsoft.com/office/drawing/2014/main" id="{C271C957-11C6-FA83-FD7C-E40EA19572AB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402416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25 h 95994"/>
                      <a:gd name="connsiteX1" fmla="*/ 15437 w 63926"/>
                      <a:gd name="connsiteY1" fmla="*/ 74407 h 95994"/>
                      <a:gd name="connsiteX2" fmla="*/ 10580 w 63926"/>
                      <a:gd name="connsiteY2" fmla="*/ 45813 h 95994"/>
                      <a:gd name="connsiteX3" fmla="*/ 15437 w 63926"/>
                      <a:gd name="connsiteY3" fmla="*/ 17278 h 95994"/>
                      <a:gd name="connsiteX4" fmla="*/ 29966 w 63926"/>
                      <a:gd name="connsiteY4" fmla="*/ 7760 h 95994"/>
                      <a:gd name="connsiteX5" fmla="*/ 44556 w 63926"/>
                      <a:gd name="connsiteY5" fmla="*/ 17278 h 95994"/>
                      <a:gd name="connsiteX6" fmla="*/ 49432 w 63926"/>
                      <a:gd name="connsiteY6" fmla="*/ 45813 h 95994"/>
                      <a:gd name="connsiteX7" fmla="*/ 44556 w 63926"/>
                      <a:gd name="connsiteY7" fmla="*/ 74407 h 95994"/>
                      <a:gd name="connsiteX8" fmla="*/ 29966 w 63926"/>
                      <a:gd name="connsiteY8" fmla="*/ 83925 h 95994"/>
                      <a:gd name="connsiteX9" fmla="*/ 29966 w 63926"/>
                      <a:gd name="connsiteY9" fmla="*/ 93839 h 95994"/>
                      <a:gd name="connsiteX10" fmla="*/ 53733 w 63926"/>
                      <a:gd name="connsiteY10" fmla="*/ 81525 h 95994"/>
                      <a:gd name="connsiteX11" fmla="*/ 61940 w 63926"/>
                      <a:gd name="connsiteY11" fmla="*/ 45813 h 95994"/>
                      <a:gd name="connsiteX12" fmla="*/ 53733 w 63926"/>
                      <a:gd name="connsiteY12" fmla="*/ 10139 h 95994"/>
                      <a:gd name="connsiteX13" fmla="*/ 29966 w 63926"/>
                      <a:gd name="connsiteY13" fmla="*/ -2155 h 95994"/>
                      <a:gd name="connsiteX14" fmla="*/ 6219 w 63926"/>
                      <a:gd name="connsiteY14" fmla="*/ 10139 h 95994"/>
                      <a:gd name="connsiteX15" fmla="*/ -1987 w 63926"/>
                      <a:gd name="connsiteY15" fmla="*/ 45813 h 95994"/>
                      <a:gd name="connsiteX16" fmla="*/ 6219 w 63926"/>
                      <a:gd name="connsiteY16" fmla="*/ 81525 h 95994"/>
                      <a:gd name="connsiteX17" fmla="*/ 29966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25"/>
                        </a:moveTo>
                        <a:cubicBezTo>
                          <a:pt x="23531" y="83925"/>
                          <a:pt x="18688" y="80752"/>
                          <a:pt x="15437" y="74407"/>
                        </a:cubicBezTo>
                        <a:cubicBezTo>
                          <a:pt x="12199" y="68074"/>
                          <a:pt x="10580" y="58543"/>
                          <a:pt x="10580" y="45813"/>
                        </a:cubicBezTo>
                        <a:cubicBezTo>
                          <a:pt x="10580" y="33135"/>
                          <a:pt x="12199" y="23623"/>
                          <a:pt x="15437" y="17278"/>
                        </a:cubicBezTo>
                        <a:cubicBezTo>
                          <a:pt x="18688" y="10933"/>
                          <a:pt x="23531" y="7760"/>
                          <a:pt x="29966" y="7760"/>
                        </a:cubicBezTo>
                        <a:cubicBezTo>
                          <a:pt x="36455" y="7760"/>
                          <a:pt x="41318" y="10933"/>
                          <a:pt x="44556" y="17278"/>
                        </a:cubicBezTo>
                        <a:cubicBezTo>
                          <a:pt x="47806" y="23623"/>
                          <a:pt x="49432" y="33135"/>
                          <a:pt x="49432" y="45813"/>
                        </a:cubicBezTo>
                        <a:cubicBezTo>
                          <a:pt x="49432" y="58543"/>
                          <a:pt x="47806" y="68074"/>
                          <a:pt x="44556" y="74407"/>
                        </a:cubicBezTo>
                        <a:cubicBezTo>
                          <a:pt x="41318" y="80752"/>
                          <a:pt x="36455" y="83925"/>
                          <a:pt x="29966" y="83925"/>
                        </a:cubicBezTo>
                        <a:close/>
                        <a:moveTo>
                          <a:pt x="29966" y="93839"/>
                        </a:moveTo>
                        <a:cubicBezTo>
                          <a:pt x="40340" y="93839"/>
                          <a:pt x="48262" y="89735"/>
                          <a:pt x="53733" y="81525"/>
                        </a:cubicBezTo>
                        <a:cubicBezTo>
                          <a:pt x="59204" y="73329"/>
                          <a:pt x="61940" y="61425"/>
                          <a:pt x="61940" y="45813"/>
                        </a:cubicBezTo>
                        <a:cubicBezTo>
                          <a:pt x="61940" y="30240"/>
                          <a:pt x="59204" y="18349"/>
                          <a:pt x="53733" y="10139"/>
                        </a:cubicBezTo>
                        <a:cubicBezTo>
                          <a:pt x="48262" y="1943"/>
                          <a:pt x="40340" y="-2155"/>
                          <a:pt x="29966" y="-2155"/>
                        </a:cubicBezTo>
                        <a:cubicBezTo>
                          <a:pt x="19606" y="-2155"/>
                          <a:pt x="11690" y="1943"/>
                          <a:pt x="6219" y="10139"/>
                        </a:cubicBezTo>
                        <a:cubicBezTo>
                          <a:pt x="748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48" y="73329"/>
                          <a:pt x="6219" y="81525"/>
                        </a:cubicBezTo>
                        <a:cubicBezTo>
                          <a:pt x="11690" y="89735"/>
                          <a:pt x="19606" y="93839"/>
                          <a:pt x="29966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48" name="Graphic 83">
                <a:extLst>
                  <a:ext uri="{FF2B5EF4-FFF2-40B4-BE49-F238E27FC236}">
                    <a16:creationId xmlns:a16="http://schemas.microsoft.com/office/drawing/2014/main" id="{BB289AC0-614B-56C5-8222-AF47B116BD3F}"/>
                  </a:ext>
                </a:extLst>
              </p:cNvPr>
              <p:cNvGrpSpPr/>
              <p:nvPr/>
            </p:nvGrpSpPr>
            <p:grpSpPr>
              <a:xfrm>
                <a:off x="3581391" y="2949201"/>
                <a:ext cx="321159" cy="95994"/>
                <a:chOff x="3581391" y="2949201"/>
                <a:chExt cx="321159" cy="95994"/>
              </a:xfrm>
              <a:solidFill>
                <a:srgbClr val="000000"/>
              </a:solidFill>
            </p:grpSpPr>
            <p:sp>
              <p:nvSpPr>
                <p:cNvPr id="149" name="Freeform: Shape 148">
                  <a:extLst>
                    <a:ext uri="{FF2B5EF4-FFF2-40B4-BE49-F238E27FC236}">
                      <a16:creationId xmlns:a16="http://schemas.microsoft.com/office/drawing/2014/main" id="{AF0DEB44-ABB1-F055-FBB8-E511DE98557E}"/>
                    </a:ext>
                  </a:extLst>
                </p:cNvPr>
                <p:cNvSpPr/>
                <p:nvPr/>
              </p:nvSpPr>
              <p:spPr>
                <a:xfrm>
                  <a:off x="3858149" y="2995176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39 h 12690"/>
                    <a:gd name="connsiteX1" fmla="*/ 58 w 44401"/>
                    <a:gd name="connsiteY1" fmla="*/ 13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39"/>
                      </a:moveTo>
                      <a:lnTo>
                        <a:pt x="58" y="139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50" name="Graphic 83">
                  <a:extLst>
                    <a:ext uri="{FF2B5EF4-FFF2-40B4-BE49-F238E27FC236}">
                      <a16:creationId xmlns:a16="http://schemas.microsoft.com/office/drawing/2014/main" id="{3D6FC9AF-DCD2-56BF-0B94-8EF5C8ECC839}"/>
                    </a:ext>
                  </a:extLst>
                </p:cNvPr>
                <p:cNvGrpSpPr/>
                <p:nvPr/>
              </p:nvGrpSpPr>
              <p:grpSpPr>
                <a:xfrm>
                  <a:off x="3581391" y="2949201"/>
                  <a:ext cx="223926" cy="95994"/>
                  <a:chOff x="3581391" y="2949201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51" name="Freeform: Shape 150">
                    <a:extLst>
                      <a:ext uri="{FF2B5EF4-FFF2-40B4-BE49-F238E27FC236}">
                        <a16:creationId xmlns:a16="http://schemas.microsoft.com/office/drawing/2014/main" id="{9898B0AE-1429-B3DD-B563-D379C6BE07D4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950867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80 h 94328"/>
                      <a:gd name="connsiteX1" fmla="*/ 51056 w 59843"/>
                      <a:gd name="connsiteY1" fmla="*/ 92180 h 94328"/>
                      <a:gd name="connsiteX2" fmla="*/ 51056 w 59843"/>
                      <a:gd name="connsiteY2" fmla="*/ 81631 h 94328"/>
                      <a:gd name="connsiteX3" fmla="*/ 13393 w 59843"/>
                      <a:gd name="connsiteY3" fmla="*/ 81631 h 94328"/>
                      <a:gd name="connsiteX4" fmla="*/ 13393 w 59843"/>
                      <a:gd name="connsiteY4" fmla="*/ 58966 h 94328"/>
                      <a:gd name="connsiteX5" fmla="*/ 18825 w 59843"/>
                      <a:gd name="connsiteY5" fmla="*/ 60354 h 94328"/>
                      <a:gd name="connsiteX6" fmla="*/ 24296 w 59843"/>
                      <a:gd name="connsiteY6" fmla="*/ 60810 h 94328"/>
                      <a:gd name="connsiteX7" fmla="*/ 48816 w 59843"/>
                      <a:gd name="connsiteY7" fmla="*/ 52323 h 94328"/>
                      <a:gd name="connsiteX8" fmla="*/ 57874 w 59843"/>
                      <a:gd name="connsiteY8" fmla="*/ 29341 h 94328"/>
                      <a:gd name="connsiteX9" fmla="*/ 48578 w 59843"/>
                      <a:gd name="connsiteY9" fmla="*/ 6120 h 94328"/>
                      <a:gd name="connsiteX10" fmla="*/ 22373 w 59843"/>
                      <a:gd name="connsiteY10" fmla="*/ -2148 h 94328"/>
                      <a:gd name="connsiteX11" fmla="*/ 10499 w 59843"/>
                      <a:gd name="connsiteY11" fmla="*/ -1157 h 94328"/>
                      <a:gd name="connsiteX12" fmla="*/ -1969 w 59843"/>
                      <a:gd name="connsiteY12" fmla="*/ 1817 h 94328"/>
                      <a:gd name="connsiteX13" fmla="*/ -1969 w 59843"/>
                      <a:gd name="connsiteY13" fmla="*/ 14409 h 94328"/>
                      <a:gd name="connsiteX14" fmla="*/ 9548 w 59843"/>
                      <a:gd name="connsiteY14" fmla="*/ 9888 h 94328"/>
                      <a:gd name="connsiteX15" fmla="*/ 22115 w 59843"/>
                      <a:gd name="connsiteY15" fmla="*/ 8401 h 94328"/>
                      <a:gd name="connsiteX16" fmla="*/ 39083 w 59843"/>
                      <a:gd name="connsiteY16" fmla="*/ 14032 h 94328"/>
                      <a:gd name="connsiteX17" fmla="*/ 45347 w 59843"/>
                      <a:gd name="connsiteY17" fmla="*/ 29341 h 94328"/>
                      <a:gd name="connsiteX18" fmla="*/ 39083 w 59843"/>
                      <a:gd name="connsiteY18" fmla="*/ 44629 h 94328"/>
                      <a:gd name="connsiteX19" fmla="*/ 22115 w 59843"/>
                      <a:gd name="connsiteY19" fmla="*/ 50281 h 94328"/>
                      <a:gd name="connsiteX20" fmla="*/ 12105 w 59843"/>
                      <a:gd name="connsiteY20" fmla="*/ 49170 h 94328"/>
                      <a:gd name="connsiteX21" fmla="*/ 1936 w 59843"/>
                      <a:gd name="connsiteY21" fmla="*/ 45700 h 94328"/>
                      <a:gd name="connsiteX22" fmla="*/ 1936 w 59843"/>
                      <a:gd name="connsiteY22" fmla="*/ 9218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80"/>
                        </a:moveTo>
                        <a:lnTo>
                          <a:pt x="51056" y="92180"/>
                        </a:lnTo>
                        <a:lnTo>
                          <a:pt x="51056" y="81631"/>
                        </a:lnTo>
                        <a:lnTo>
                          <a:pt x="13393" y="81631"/>
                        </a:lnTo>
                        <a:lnTo>
                          <a:pt x="13393" y="58966"/>
                        </a:lnTo>
                        <a:cubicBezTo>
                          <a:pt x="15204" y="59587"/>
                          <a:pt x="17014" y="60050"/>
                          <a:pt x="18825" y="60354"/>
                        </a:cubicBezTo>
                        <a:cubicBezTo>
                          <a:pt x="20648" y="60658"/>
                          <a:pt x="22472" y="60810"/>
                          <a:pt x="24296" y="60810"/>
                        </a:cubicBezTo>
                        <a:cubicBezTo>
                          <a:pt x="34616" y="60810"/>
                          <a:pt x="42790" y="57981"/>
                          <a:pt x="48816" y="52323"/>
                        </a:cubicBezTo>
                        <a:cubicBezTo>
                          <a:pt x="54855" y="46665"/>
                          <a:pt x="57874" y="39004"/>
                          <a:pt x="57874" y="29341"/>
                        </a:cubicBezTo>
                        <a:cubicBezTo>
                          <a:pt x="57874" y="19386"/>
                          <a:pt x="54776" y="11646"/>
                          <a:pt x="48578" y="6120"/>
                        </a:cubicBezTo>
                        <a:cubicBezTo>
                          <a:pt x="42380" y="608"/>
                          <a:pt x="33645" y="-2148"/>
                          <a:pt x="22373" y="-2148"/>
                        </a:cubicBezTo>
                        <a:cubicBezTo>
                          <a:pt x="18488" y="-2148"/>
                          <a:pt x="14530" y="-1818"/>
                          <a:pt x="10499" y="-1157"/>
                        </a:cubicBezTo>
                        <a:cubicBezTo>
                          <a:pt x="6482" y="-496"/>
                          <a:pt x="2326" y="495"/>
                          <a:pt x="-1969" y="1817"/>
                        </a:cubicBezTo>
                        <a:lnTo>
                          <a:pt x="-1969" y="14409"/>
                        </a:lnTo>
                        <a:cubicBezTo>
                          <a:pt x="1745" y="12387"/>
                          <a:pt x="5583" y="10879"/>
                          <a:pt x="9548" y="9888"/>
                        </a:cubicBezTo>
                        <a:cubicBezTo>
                          <a:pt x="13512" y="8897"/>
                          <a:pt x="17701" y="8401"/>
                          <a:pt x="22115" y="8401"/>
                        </a:cubicBezTo>
                        <a:cubicBezTo>
                          <a:pt x="29264" y="8401"/>
                          <a:pt x="34920" y="10278"/>
                          <a:pt x="39083" y="14032"/>
                        </a:cubicBezTo>
                        <a:cubicBezTo>
                          <a:pt x="43259" y="17787"/>
                          <a:pt x="45347" y="22889"/>
                          <a:pt x="45347" y="29341"/>
                        </a:cubicBezTo>
                        <a:cubicBezTo>
                          <a:pt x="45347" y="35779"/>
                          <a:pt x="43259" y="40875"/>
                          <a:pt x="39083" y="44629"/>
                        </a:cubicBezTo>
                        <a:cubicBezTo>
                          <a:pt x="34920" y="48397"/>
                          <a:pt x="29264" y="50281"/>
                          <a:pt x="22115" y="50281"/>
                        </a:cubicBezTo>
                        <a:cubicBezTo>
                          <a:pt x="18772" y="50281"/>
                          <a:pt x="15435" y="49910"/>
                          <a:pt x="12105" y="49170"/>
                        </a:cubicBezTo>
                        <a:cubicBezTo>
                          <a:pt x="8788" y="48430"/>
                          <a:pt x="5398" y="47273"/>
                          <a:pt x="1936" y="45700"/>
                        </a:cubicBezTo>
                        <a:lnTo>
                          <a:pt x="1936" y="9218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2" name="Freeform: Shape 151">
                    <a:extLst>
                      <a:ext uri="{FF2B5EF4-FFF2-40B4-BE49-F238E27FC236}">
                        <a16:creationId xmlns:a16="http://schemas.microsoft.com/office/drawing/2014/main" id="{C6A6478F-27D4-14A0-3603-E5F17EA1D4D6}"/>
                      </a:ext>
                    </a:extLst>
                  </p:cNvPr>
                  <p:cNvSpPr/>
                  <p:nvPr/>
                </p:nvSpPr>
                <p:spPr>
                  <a:xfrm flipV="1">
                    <a:off x="3666248" y="2950867"/>
                    <a:ext cx="55066" cy="92524"/>
                  </a:xfrm>
                  <a:custGeom>
                    <a:avLst/>
                    <a:gdLst>
                      <a:gd name="connsiteX0" fmla="*/ -247 w 55066"/>
                      <a:gd name="connsiteY0" fmla="*/ 8335 h 92524"/>
                      <a:gd name="connsiteX1" fmla="*/ 20190 w 55066"/>
                      <a:gd name="connsiteY1" fmla="*/ 8335 h 92524"/>
                      <a:gd name="connsiteX2" fmla="*/ 20190 w 55066"/>
                      <a:gd name="connsiteY2" fmla="*/ 78928 h 92524"/>
                      <a:gd name="connsiteX3" fmla="*/ -2051 w 55066"/>
                      <a:gd name="connsiteY3" fmla="*/ 74466 h 92524"/>
                      <a:gd name="connsiteX4" fmla="*/ -2051 w 55066"/>
                      <a:gd name="connsiteY4" fmla="*/ 85868 h 92524"/>
                      <a:gd name="connsiteX5" fmla="*/ 20071 w 55066"/>
                      <a:gd name="connsiteY5" fmla="*/ 90330 h 92524"/>
                      <a:gd name="connsiteX6" fmla="*/ 32579 w 55066"/>
                      <a:gd name="connsiteY6" fmla="*/ 90330 h 92524"/>
                      <a:gd name="connsiteX7" fmla="*/ 32579 w 55066"/>
                      <a:gd name="connsiteY7" fmla="*/ 8335 h 92524"/>
                      <a:gd name="connsiteX8" fmla="*/ 53015 w 55066"/>
                      <a:gd name="connsiteY8" fmla="*/ 8335 h 92524"/>
                      <a:gd name="connsiteX9" fmla="*/ 53015 w 55066"/>
                      <a:gd name="connsiteY9" fmla="*/ -2194 h 92524"/>
                      <a:gd name="connsiteX10" fmla="*/ -247 w 55066"/>
                      <a:gd name="connsiteY10" fmla="*/ -2194 h 92524"/>
                      <a:gd name="connsiteX11" fmla="*/ -247 w 55066"/>
                      <a:gd name="connsiteY11" fmla="*/ 833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247" y="8335"/>
                        </a:moveTo>
                        <a:lnTo>
                          <a:pt x="20190" y="8335"/>
                        </a:lnTo>
                        <a:lnTo>
                          <a:pt x="20190" y="78928"/>
                        </a:lnTo>
                        <a:lnTo>
                          <a:pt x="-2051" y="74466"/>
                        </a:lnTo>
                        <a:lnTo>
                          <a:pt x="-2051" y="85868"/>
                        </a:lnTo>
                        <a:lnTo>
                          <a:pt x="20071" y="90330"/>
                        </a:lnTo>
                        <a:lnTo>
                          <a:pt x="32579" y="90330"/>
                        </a:lnTo>
                        <a:lnTo>
                          <a:pt x="32579" y="8335"/>
                        </a:lnTo>
                        <a:lnTo>
                          <a:pt x="53015" y="8335"/>
                        </a:lnTo>
                        <a:lnTo>
                          <a:pt x="53015" y="-2194"/>
                        </a:lnTo>
                        <a:lnTo>
                          <a:pt x="-247" y="-2194"/>
                        </a:lnTo>
                        <a:lnTo>
                          <a:pt x="-247" y="83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3" name="Freeform: Shape 152">
                    <a:extLst>
                      <a:ext uri="{FF2B5EF4-FFF2-40B4-BE49-F238E27FC236}">
                        <a16:creationId xmlns:a16="http://schemas.microsoft.com/office/drawing/2014/main" id="{C94D2422-CDB4-6A6E-01B4-27FC63B40B3C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949201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89 h 95994"/>
                      <a:gd name="connsiteX1" fmla="*/ 15437 w 63926"/>
                      <a:gd name="connsiteY1" fmla="*/ 74371 h 95994"/>
                      <a:gd name="connsiteX2" fmla="*/ 10580 w 63926"/>
                      <a:gd name="connsiteY2" fmla="*/ 45777 h 95994"/>
                      <a:gd name="connsiteX3" fmla="*/ 15437 w 63926"/>
                      <a:gd name="connsiteY3" fmla="*/ 17242 h 95994"/>
                      <a:gd name="connsiteX4" fmla="*/ 29966 w 63926"/>
                      <a:gd name="connsiteY4" fmla="*/ 7724 h 95994"/>
                      <a:gd name="connsiteX5" fmla="*/ 44556 w 63926"/>
                      <a:gd name="connsiteY5" fmla="*/ 17242 h 95994"/>
                      <a:gd name="connsiteX6" fmla="*/ 49432 w 63926"/>
                      <a:gd name="connsiteY6" fmla="*/ 45777 h 95994"/>
                      <a:gd name="connsiteX7" fmla="*/ 44556 w 63926"/>
                      <a:gd name="connsiteY7" fmla="*/ 74371 h 95994"/>
                      <a:gd name="connsiteX8" fmla="*/ 29966 w 63926"/>
                      <a:gd name="connsiteY8" fmla="*/ 83889 h 95994"/>
                      <a:gd name="connsiteX9" fmla="*/ 29966 w 63926"/>
                      <a:gd name="connsiteY9" fmla="*/ 93804 h 95994"/>
                      <a:gd name="connsiteX10" fmla="*/ 53733 w 63926"/>
                      <a:gd name="connsiteY10" fmla="*/ 81490 h 95994"/>
                      <a:gd name="connsiteX11" fmla="*/ 61940 w 63926"/>
                      <a:gd name="connsiteY11" fmla="*/ 45777 h 95994"/>
                      <a:gd name="connsiteX12" fmla="*/ 53733 w 63926"/>
                      <a:gd name="connsiteY12" fmla="*/ 10104 h 95994"/>
                      <a:gd name="connsiteX13" fmla="*/ 29966 w 63926"/>
                      <a:gd name="connsiteY13" fmla="*/ -2191 h 95994"/>
                      <a:gd name="connsiteX14" fmla="*/ 6219 w 63926"/>
                      <a:gd name="connsiteY14" fmla="*/ 10104 h 95994"/>
                      <a:gd name="connsiteX15" fmla="*/ -1987 w 63926"/>
                      <a:gd name="connsiteY15" fmla="*/ 45777 h 95994"/>
                      <a:gd name="connsiteX16" fmla="*/ 6219 w 63926"/>
                      <a:gd name="connsiteY16" fmla="*/ 81490 h 95994"/>
                      <a:gd name="connsiteX17" fmla="*/ 29966 w 63926"/>
                      <a:gd name="connsiteY17" fmla="*/ 9380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89"/>
                        </a:moveTo>
                        <a:cubicBezTo>
                          <a:pt x="23531" y="83889"/>
                          <a:pt x="18688" y="80716"/>
                          <a:pt x="15437" y="74371"/>
                        </a:cubicBezTo>
                        <a:cubicBezTo>
                          <a:pt x="12199" y="68039"/>
                          <a:pt x="10580" y="58507"/>
                          <a:pt x="10580" y="45777"/>
                        </a:cubicBezTo>
                        <a:cubicBezTo>
                          <a:pt x="10580" y="33099"/>
                          <a:pt x="12199" y="23588"/>
                          <a:pt x="15437" y="17242"/>
                        </a:cubicBezTo>
                        <a:cubicBezTo>
                          <a:pt x="18688" y="10897"/>
                          <a:pt x="23531" y="7724"/>
                          <a:pt x="29966" y="7724"/>
                        </a:cubicBezTo>
                        <a:cubicBezTo>
                          <a:pt x="36455" y="7724"/>
                          <a:pt x="41318" y="10897"/>
                          <a:pt x="44556" y="17242"/>
                        </a:cubicBezTo>
                        <a:cubicBezTo>
                          <a:pt x="47806" y="23588"/>
                          <a:pt x="49432" y="33099"/>
                          <a:pt x="49432" y="45777"/>
                        </a:cubicBezTo>
                        <a:cubicBezTo>
                          <a:pt x="49432" y="58507"/>
                          <a:pt x="47806" y="68039"/>
                          <a:pt x="44556" y="74371"/>
                        </a:cubicBezTo>
                        <a:cubicBezTo>
                          <a:pt x="41318" y="80716"/>
                          <a:pt x="36455" y="83889"/>
                          <a:pt x="29966" y="83889"/>
                        </a:cubicBezTo>
                        <a:close/>
                        <a:moveTo>
                          <a:pt x="29966" y="93804"/>
                        </a:moveTo>
                        <a:cubicBezTo>
                          <a:pt x="40340" y="93804"/>
                          <a:pt x="48262" y="89699"/>
                          <a:pt x="53733" y="81490"/>
                        </a:cubicBezTo>
                        <a:cubicBezTo>
                          <a:pt x="59204" y="73293"/>
                          <a:pt x="61940" y="61389"/>
                          <a:pt x="61940" y="45777"/>
                        </a:cubicBezTo>
                        <a:cubicBezTo>
                          <a:pt x="61940" y="30204"/>
                          <a:pt x="59204" y="18313"/>
                          <a:pt x="53733" y="10104"/>
                        </a:cubicBezTo>
                        <a:cubicBezTo>
                          <a:pt x="48262" y="1908"/>
                          <a:pt x="40340" y="-2191"/>
                          <a:pt x="29966" y="-2191"/>
                        </a:cubicBezTo>
                        <a:cubicBezTo>
                          <a:pt x="19606" y="-2191"/>
                          <a:pt x="11690" y="1908"/>
                          <a:pt x="6219" y="10104"/>
                        </a:cubicBezTo>
                        <a:cubicBezTo>
                          <a:pt x="748" y="18313"/>
                          <a:pt x="-1987" y="30204"/>
                          <a:pt x="-1987" y="45777"/>
                        </a:cubicBezTo>
                        <a:cubicBezTo>
                          <a:pt x="-1987" y="61389"/>
                          <a:pt x="748" y="73293"/>
                          <a:pt x="6219" y="81490"/>
                        </a:cubicBezTo>
                        <a:cubicBezTo>
                          <a:pt x="11690" y="89699"/>
                          <a:pt x="19606" y="93804"/>
                          <a:pt x="29966" y="9380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54" name="Graphic 83">
                <a:extLst>
                  <a:ext uri="{FF2B5EF4-FFF2-40B4-BE49-F238E27FC236}">
                    <a16:creationId xmlns:a16="http://schemas.microsoft.com/office/drawing/2014/main" id="{98F4239D-23A0-C30F-D280-92E21A6F55B2}"/>
                  </a:ext>
                </a:extLst>
              </p:cNvPr>
              <p:cNvGrpSpPr/>
              <p:nvPr/>
            </p:nvGrpSpPr>
            <p:grpSpPr>
              <a:xfrm>
                <a:off x="3581391" y="2495987"/>
                <a:ext cx="321159" cy="95994"/>
                <a:chOff x="3581391" y="2495987"/>
                <a:chExt cx="321159" cy="95994"/>
              </a:xfrm>
              <a:solidFill>
                <a:srgbClr val="000000"/>
              </a:solidFill>
            </p:grpSpPr>
            <p:sp>
              <p:nvSpPr>
                <p:cNvPr id="155" name="Freeform: Shape 154">
                  <a:extLst>
                    <a:ext uri="{FF2B5EF4-FFF2-40B4-BE49-F238E27FC236}">
                      <a16:creationId xmlns:a16="http://schemas.microsoft.com/office/drawing/2014/main" id="{7DE1B8F1-25D8-3968-1B27-A1644AB8C3F4}"/>
                    </a:ext>
                  </a:extLst>
                </p:cNvPr>
                <p:cNvSpPr/>
                <p:nvPr/>
              </p:nvSpPr>
              <p:spPr>
                <a:xfrm>
                  <a:off x="3858149" y="254196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03 h 12690"/>
                    <a:gd name="connsiteX1" fmla="*/ 58 w 44401"/>
                    <a:gd name="connsiteY1" fmla="*/ 103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03"/>
                      </a:moveTo>
                      <a:lnTo>
                        <a:pt x="58" y="103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56" name="Graphic 83">
                  <a:extLst>
                    <a:ext uri="{FF2B5EF4-FFF2-40B4-BE49-F238E27FC236}">
                      <a16:creationId xmlns:a16="http://schemas.microsoft.com/office/drawing/2014/main" id="{EC796A0A-8211-BBAF-0D2C-03534A4F135E}"/>
                    </a:ext>
                  </a:extLst>
                </p:cNvPr>
                <p:cNvGrpSpPr/>
                <p:nvPr/>
              </p:nvGrpSpPr>
              <p:grpSpPr>
                <a:xfrm>
                  <a:off x="3581391" y="2495987"/>
                  <a:ext cx="223926" cy="95994"/>
                  <a:chOff x="3581391" y="2495987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57" name="Freeform: Shape 156">
                    <a:extLst>
                      <a:ext uri="{FF2B5EF4-FFF2-40B4-BE49-F238E27FC236}">
                        <a16:creationId xmlns:a16="http://schemas.microsoft.com/office/drawing/2014/main" id="{B7BC9E23-2A15-3536-08B9-1D2ADD0FD406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49765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44 h 94328"/>
                      <a:gd name="connsiteX1" fmla="*/ 51056 w 59843"/>
                      <a:gd name="connsiteY1" fmla="*/ 92144 h 94328"/>
                      <a:gd name="connsiteX2" fmla="*/ 51056 w 59843"/>
                      <a:gd name="connsiteY2" fmla="*/ 81595 h 94328"/>
                      <a:gd name="connsiteX3" fmla="*/ 13393 w 59843"/>
                      <a:gd name="connsiteY3" fmla="*/ 81595 h 94328"/>
                      <a:gd name="connsiteX4" fmla="*/ 13393 w 59843"/>
                      <a:gd name="connsiteY4" fmla="*/ 58930 h 94328"/>
                      <a:gd name="connsiteX5" fmla="*/ 18825 w 59843"/>
                      <a:gd name="connsiteY5" fmla="*/ 60318 h 94328"/>
                      <a:gd name="connsiteX6" fmla="*/ 24296 w 59843"/>
                      <a:gd name="connsiteY6" fmla="*/ 60774 h 94328"/>
                      <a:gd name="connsiteX7" fmla="*/ 48816 w 59843"/>
                      <a:gd name="connsiteY7" fmla="*/ 52287 h 94328"/>
                      <a:gd name="connsiteX8" fmla="*/ 57874 w 59843"/>
                      <a:gd name="connsiteY8" fmla="*/ 29305 h 94328"/>
                      <a:gd name="connsiteX9" fmla="*/ 48578 w 59843"/>
                      <a:gd name="connsiteY9" fmla="*/ 6085 h 94328"/>
                      <a:gd name="connsiteX10" fmla="*/ 22373 w 59843"/>
                      <a:gd name="connsiteY10" fmla="*/ -2184 h 94328"/>
                      <a:gd name="connsiteX11" fmla="*/ 10499 w 59843"/>
                      <a:gd name="connsiteY11" fmla="*/ -1193 h 94328"/>
                      <a:gd name="connsiteX12" fmla="*/ -1969 w 59843"/>
                      <a:gd name="connsiteY12" fmla="*/ 1782 h 94328"/>
                      <a:gd name="connsiteX13" fmla="*/ -1969 w 59843"/>
                      <a:gd name="connsiteY13" fmla="*/ 14373 h 94328"/>
                      <a:gd name="connsiteX14" fmla="*/ 9548 w 59843"/>
                      <a:gd name="connsiteY14" fmla="*/ 9852 h 94328"/>
                      <a:gd name="connsiteX15" fmla="*/ 22115 w 59843"/>
                      <a:gd name="connsiteY15" fmla="*/ 8365 h 94328"/>
                      <a:gd name="connsiteX16" fmla="*/ 39083 w 59843"/>
                      <a:gd name="connsiteY16" fmla="*/ 13997 h 94328"/>
                      <a:gd name="connsiteX17" fmla="*/ 45347 w 59843"/>
                      <a:gd name="connsiteY17" fmla="*/ 29305 h 94328"/>
                      <a:gd name="connsiteX18" fmla="*/ 39083 w 59843"/>
                      <a:gd name="connsiteY18" fmla="*/ 44593 h 94328"/>
                      <a:gd name="connsiteX19" fmla="*/ 22115 w 59843"/>
                      <a:gd name="connsiteY19" fmla="*/ 50245 h 94328"/>
                      <a:gd name="connsiteX20" fmla="*/ 12105 w 59843"/>
                      <a:gd name="connsiteY20" fmla="*/ 49134 h 94328"/>
                      <a:gd name="connsiteX21" fmla="*/ 1936 w 59843"/>
                      <a:gd name="connsiteY21" fmla="*/ 45664 h 94328"/>
                      <a:gd name="connsiteX22" fmla="*/ 1936 w 59843"/>
                      <a:gd name="connsiteY22" fmla="*/ 92144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44"/>
                        </a:moveTo>
                        <a:lnTo>
                          <a:pt x="51056" y="92144"/>
                        </a:lnTo>
                        <a:lnTo>
                          <a:pt x="51056" y="81595"/>
                        </a:lnTo>
                        <a:lnTo>
                          <a:pt x="13393" y="81595"/>
                        </a:lnTo>
                        <a:lnTo>
                          <a:pt x="13393" y="58930"/>
                        </a:lnTo>
                        <a:cubicBezTo>
                          <a:pt x="15204" y="59551"/>
                          <a:pt x="17014" y="60014"/>
                          <a:pt x="18825" y="60318"/>
                        </a:cubicBezTo>
                        <a:cubicBezTo>
                          <a:pt x="20648" y="60622"/>
                          <a:pt x="22472" y="60774"/>
                          <a:pt x="24296" y="60774"/>
                        </a:cubicBezTo>
                        <a:cubicBezTo>
                          <a:pt x="34616" y="60774"/>
                          <a:pt x="42790" y="57945"/>
                          <a:pt x="48816" y="52287"/>
                        </a:cubicBezTo>
                        <a:cubicBezTo>
                          <a:pt x="54855" y="46629"/>
                          <a:pt x="57874" y="38968"/>
                          <a:pt x="57874" y="29305"/>
                        </a:cubicBezTo>
                        <a:cubicBezTo>
                          <a:pt x="57874" y="19351"/>
                          <a:pt x="54776" y="11610"/>
                          <a:pt x="48578" y="6085"/>
                        </a:cubicBezTo>
                        <a:cubicBezTo>
                          <a:pt x="42380" y="572"/>
                          <a:pt x="33645" y="-2184"/>
                          <a:pt x="22373" y="-2184"/>
                        </a:cubicBezTo>
                        <a:cubicBezTo>
                          <a:pt x="18488" y="-2184"/>
                          <a:pt x="14530" y="-1854"/>
                          <a:pt x="10499" y="-1193"/>
                        </a:cubicBezTo>
                        <a:cubicBezTo>
                          <a:pt x="6482" y="-532"/>
                          <a:pt x="2326" y="460"/>
                          <a:pt x="-1969" y="1782"/>
                        </a:cubicBezTo>
                        <a:lnTo>
                          <a:pt x="-1969" y="14373"/>
                        </a:lnTo>
                        <a:cubicBezTo>
                          <a:pt x="1745" y="12351"/>
                          <a:pt x="5583" y="10844"/>
                          <a:pt x="9548" y="9852"/>
                        </a:cubicBezTo>
                        <a:cubicBezTo>
                          <a:pt x="13512" y="8861"/>
                          <a:pt x="17701" y="8365"/>
                          <a:pt x="22115" y="8365"/>
                        </a:cubicBezTo>
                        <a:cubicBezTo>
                          <a:pt x="29264" y="8365"/>
                          <a:pt x="34920" y="10242"/>
                          <a:pt x="39083" y="13997"/>
                        </a:cubicBezTo>
                        <a:cubicBezTo>
                          <a:pt x="43259" y="17751"/>
                          <a:pt x="45347" y="22854"/>
                          <a:pt x="45347" y="29305"/>
                        </a:cubicBezTo>
                        <a:cubicBezTo>
                          <a:pt x="45347" y="35743"/>
                          <a:pt x="43259" y="40839"/>
                          <a:pt x="39083" y="44593"/>
                        </a:cubicBezTo>
                        <a:cubicBezTo>
                          <a:pt x="34920" y="48361"/>
                          <a:pt x="29264" y="50245"/>
                          <a:pt x="22115" y="50245"/>
                        </a:cubicBezTo>
                        <a:cubicBezTo>
                          <a:pt x="18772" y="50245"/>
                          <a:pt x="15435" y="49875"/>
                          <a:pt x="12105" y="49134"/>
                        </a:cubicBezTo>
                        <a:cubicBezTo>
                          <a:pt x="8788" y="48394"/>
                          <a:pt x="5398" y="47237"/>
                          <a:pt x="1936" y="45664"/>
                        </a:cubicBezTo>
                        <a:lnTo>
                          <a:pt x="1936" y="9214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8" name="Freeform: Shape 157">
                    <a:extLst>
                      <a:ext uri="{FF2B5EF4-FFF2-40B4-BE49-F238E27FC236}">
                        <a16:creationId xmlns:a16="http://schemas.microsoft.com/office/drawing/2014/main" id="{3D628961-DD47-70FD-2CA8-06E3EB91A7A1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609" y="2495987"/>
                    <a:ext cx="58713" cy="94189"/>
                  </a:xfrm>
                  <a:custGeom>
                    <a:avLst/>
                    <a:gdLst>
                      <a:gd name="connsiteX0" fmla="*/ 13136 w 58713"/>
                      <a:gd name="connsiteY0" fmla="*/ 8258 h 94189"/>
                      <a:gd name="connsiteX1" fmla="*/ 56804 w 58713"/>
                      <a:gd name="connsiteY1" fmla="*/ 8258 h 94189"/>
                      <a:gd name="connsiteX2" fmla="*/ 56804 w 58713"/>
                      <a:gd name="connsiteY2" fmla="*/ -2272 h 94189"/>
                      <a:gd name="connsiteX3" fmla="*/ -1909 w 58713"/>
                      <a:gd name="connsiteY3" fmla="*/ -2272 h 94189"/>
                      <a:gd name="connsiteX4" fmla="*/ -1909 w 58713"/>
                      <a:gd name="connsiteY4" fmla="*/ 8258 h 94189"/>
                      <a:gd name="connsiteX5" fmla="*/ 17497 w 58713"/>
                      <a:gd name="connsiteY5" fmla="*/ 28047 h 94189"/>
                      <a:gd name="connsiteX6" fmla="*/ 32958 w 58713"/>
                      <a:gd name="connsiteY6" fmla="*/ 44089 h 94189"/>
                      <a:gd name="connsiteX7" fmla="*/ 41343 w 58713"/>
                      <a:gd name="connsiteY7" fmla="*/ 55511 h 94189"/>
                      <a:gd name="connsiteX8" fmla="*/ 43742 w 58713"/>
                      <a:gd name="connsiteY8" fmla="*/ 64712 h 94189"/>
                      <a:gd name="connsiteX9" fmla="*/ 38568 w 58713"/>
                      <a:gd name="connsiteY9" fmla="*/ 76729 h 94189"/>
                      <a:gd name="connsiteX10" fmla="*/ 25089 w 58713"/>
                      <a:gd name="connsiteY10" fmla="*/ 81388 h 94189"/>
                      <a:gd name="connsiteX11" fmla="*/ 12660 w 58713"/>
                      <a:gd name="connsiteY11" fmla="*/ 79346 h 94189"/>
                      <a:gd name="connsiteX12" fmla="*/ -1295 w 58713"/>
                      <a:gd name="connsiteY12" fmla="*/ 73139 h 94189"/>
                      <a:gd name="connsiteX13" fmla="*/ -1295 w 58713"/>
                      <a:gd name="connsiteY13" fmla="*/ 85791 h 94189"/>
                      <a:gd name="connsiteX14" fmla="*/ 12819 w 58713"/>
                      <a:gd name="connsiteY14" fmla="*/ 90371 h 94189"/>
                      <a:gd name="connsiteX15" fmla="*/ 24851 w 58713"/>
                      <a:gd name="connsiteY15" fmla="*/ 91918 h 94189"/>
                      <a:gd name="connsiteX16" fmla="*/ 47765 w 58713"/>
                      <a:gd name="connsiteY16" fmla="*/ 84720 h 94189"/>
                      <a:gd name="connsiteX17" fmla="*/ 56309 w 58713"/>
                      <a:gd name="connsiteY17" fmla="*/ 65525 h 94189"/>
                      <a:gd name="connsiteX18" fmla="*/ 54168 w 58713"/>
                      <a:gd name="connsiteY18" fmla="*/ 54698 h 94189"/>
                      <a:gd name="connsiteX19" fmla="*/ 46398 w 58713"/>
                      <a:gd name="connsiteY19" fmla="*/ 42662 h 94189"/>
                      <a:gd name="connsiteX20" fmla="*/ 36546 w 58713"/>
                      <a:gd name="connsiteY20" fmla="*/ 32271 h 94189"/>
                      <a:gd name="connsiteX21" fmla="*/ 13136 w 58713"/>
                      <a:gd name="connsiteY21" fmla="*/ 8258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36" y="8258"/>
                        </a:moveTo>
                        <a:lnTo>
                          <a:pt x="56804" y="8258"/>
                        </a:lnTo>
                        <a:lnTo>
                          <a:pt x="56804" y="-2272"/>
                        </a:lnTo>
                        <a:lnTo>
                          <a:pt x="-1909" y="-2272"/>
                        </a:lnTo>
                        <a:lnTo>
                          <a:pt x="-1909" y="8258"/>
                        </a:lnTo>
                        <a:cubicBezTo>
                          <a:pt x="2835" y="13175"/>
                          <a:pt x="9304" y="19772"/>
                          <a:pt x="17497" y="28047"/>
                        </a:cubicBezTo>
                        <a:cubicBezTo>
                          <a:pt x="25703" y="36336"/>
                          <a:pt x="30857" y="41683"/>
                          <a:pt x="32958" y="44089"/>
                        </a:cubicBezTo>
                        <a:cubicBezTo>
                          <a:pt x="36962" y="48584"/>
                          <a:pt x="39757" y="52391"/>
                          <a:pt x="41343" y="55511"/>
                        </a:cubicBezTo>
                        <a:cubicBezTo>
                          <a:pt x="42942" y="58631"/>
                          <a:pt x="43742" y="61698"/>
                          <a:pt x="43742" y="64712"/>
                        </a:cubicBezTo>
                        <a:cubicBezTo>
                          <a:pt x="43742" y="69630"/>
                          <a:pt x="42017" y="73635"/>
                          <a:pt x="38568" y="76729"/>
                        </a:cubicBezTo>
                        <a:cubicBezTo>
                          <a:pt x="35119" y="79835"/>
                          <a:pt x="30626" y="81388"/>
                          <a:pt x="25089" y="81388"/>
                        </a:cubicBezTo>
                        <a:cubicBezTo>
                          <a:pt x="21164" y="81388"/>
                          <a:pt x="17021" y="80708"/>
                          <a:pt x="12660" y="79346"/>
                        </a:cubicBezTo>
                        <a:cubicBezTo>
                          <a:pt x="8313" y="77984"/>
                          <a:pt x="3661" y="75916"/>
                          <a:pt x="-1295" y="73139"/>
                        </a:cubicBezTo>
                        <a:lnTo>
                          <a:pt x="-1295" y="85791"/>
                        </a:lnTo>
                        <a:cubicBezTo>
                          <a:pt x="3740" y="87813"/>
                          <a:pt x="8445" y="89340"/>
                          <a:pt x="12819" y="90371"/>
                        </a:cubicBezTo>
                        <a:cubicBezTo>
                          <a:pt x="17206" y="91402"/>
                          <a:pt x="21217" y="91918"/>
                          <a:pt x="24851" y="91918"/>
                        </a:cubicBezTo>
                        <a:cubicBezTo>
                          <a:pt x="34432" y="91918"/>
                          <a:pt x="42070" y="89519"/>
                          <a:pt x="47765" y="84720"/>
                        </a:cubicBezTo>
                        <a:cubicBezTo>
                          <a:pt x="53461" y="79934"/>
                          <a:pt x="56309" y="73536"/>
                          <a:pt x="56309" y="65525"/>
                        </a:cubicBezTo>
                        <a:cubicBezTo>
                          <a:pt x="56309" y="61718"/>
                          <a:pt x="55595" y="58109"/>
                          <a:pt x="54168" y="54698"/>
                        </a:cubicBezTo>
                        <a:cubicBezTo>
                          <a:pt x="52754" y="51301"/>
                          <a:pt x="50164" y="47289"/>
                          <a:pt x="46398" y="42662"/>
                        </a:cubicBezTo>
                        <a:cubicBezTo>
                          <a:pt x="45367" y="41459"/>
                          <a:pt x="42083" y="37995"/>
                          <a:pt x="36546" y="32271"/>
                        </a:cubicBezTo>
                        <a:cubicBezTo>
                          <a:pt x="31022" y="26547"/>
                          <a:pt x="23219" y="18542"/>
                          <a:pt x="13136" y="82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9" name="Freeform: Shape 158">
                    <a:extLst>
                      <a:ext uri="{FF2B5EF4-FFF2-40B4-BE49-F238E27FC236}">
                        <a16:creationId xmlns:a16="http://schemas.microsoft.com/office/drawing/2014/main" id="{89A779F2-1E14-54EB-FC7A-9B948A8FAFC4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495987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53 h 95994"/>
                      <a:gd name="connsiteX1" fmla="*/ 15437 w 63926"/>
                      <a:gd name="connsiteY1" fmla="*/ 74335 h 95994"/>
                      <a:gd name="connsiteX2" fmla="*/ 10580 w 63926"/>
                      <a:gd name="connsiteY2" fmla="*/ 45741 h 95994"/>
                      <a:gd name="connsiteX3" fmla="*/ 15437 w 63926"/>
                      <a:gd name="connsiteY3" fmla="*/ 17207 h 95994"/>
                      <a:gd name="connsiteX4" fmla="*/ 29966 w 63926"/>
                      <a:gd name="connsiteY4" fmla="*/ 7688 h 95994"/>
                      <a:gd name="connsiteX5" fmla="*/ 44556 w 63926"/>
                      <a:gd name="connsiteY5" fmla="*/ 17207 h 95994"/>
                      <a:gd name="connsiteX6" fmla="*/ 49432 w 63926"/>
                      <a:gd name="connsiteY6" fmla="*/ 45741 h 95994"/>
                      <a:gd name="connsiteX7" fmla="*/ 44556 w 63926"/>
                      <a:gd name="connsiteY7" fmla="*/ 74335 h 95994"/>
                      <a:gd name="connsiteX8" fmla="*/ 29966 w 63926"/>
                      <a:gd name="connsiteY8" fmla="*/ 83853 h 95994"/>
                      <a:gd name="connsiteX9" fmla="*/ 29966 w 63926"/>
                      <a:gd name="connsiteY9" fmla="*/ 93768 h 95994"/>
                      <a:gd name="connsiteX10" fmla="*/ 53733 w 63926"/>
                      <a:gd name="connsiteY10" fmla="*/ 81454 h 95994"/>
                      <a:gd name="connsiteX11" fmla="*/ 61940 w 63926"/>
                      <a:gd name="connsiteY11" fmla="*/ 45741 h 95994"/>
                      <a:gd name="connsiteX12" fmla="*/ 53733 w 63926"/>
                      <a:gd name="connsiteY12" fmla="*/ 10068 h 95994"/>
                      <a:gd name="connsiteX13" fmla="*/ 29966 w 63926"/>
                      <a:gd name="connsiteY13" fmla="*/ -2226 h 95994"/>
                      <a:gd name="connsiteX14" fmla="*/ 6219 w 63926"/>
                      <a:gd name="connsiteY14" fmla="*/ 10068 h 95994"/>
                      <a:gd name="connsiteX15" fmla="*/ -1987 w 63926"/>
                      <a:gd name="connsiteY15" fmla="*/ 45741 h 95994"/>
                      <a:gd name="connsiteX16" fmla="*/ 6219 w 63926"/>
                      <a:gd name="connsiteY16" fmla="*/ 81454 h 95994"/>
                      <a:gd name="connsiteX17" fmla="*/ 29966 w 63926"/>
                      <a:gd name="connsiteY17" fmla="*/ 9376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53"/>
                        </a:moveTo>
                        <a:cubicBezTo>
                          <a:pt x="23531" y="83853"/>
                          <a:pt x="18688" y="80681"/>
                          <a:pt x="15437" y="74335"/>
                        </a:cubicBezTo>
                        <a:cubicBezTo>
                          <a:pt x="12199" y="68003"/>
                          <a:pt x="10580" y="58472"/>
                          <a:pt x="10580" y="45741"/>
                        </a:cubicBezTo>
                        <a:cubicBezTo>
                          <a:pt x="10580" y="33064"/>
                          <a:pt x="12199" y="23552"/>
                          <a:pt x="15437" y="17207"/>
                        </a:cubicBezTo>
                        <a:cubicBezTo>
                          <a:pt x="18688" y="10861"/>
                          <a:pt x="23531" y="7688"/>
                          <a:pt x="29966" y="7688"/>
                        </a:cubicBezTo>
                        <a:cubicBezTo>
                          <a:pt x="36455" y="7688"/>
                          <a:pt x="41318" y="10861"/>
                          <a:pt x="44556" y="17207"/>
                        </a:cubicBezTo>
                        <a:cubicBezTo>
                          <a:pt x="47806" y="23552"/>
                          <a:pt x="49432" y="33064"/>
                          <a:pt x="49432" y="45741"/>
                        </a:cubicBezTo>
                        <a:cubicBezTo>
                          <a:pt x="49432" y="58472"/>
                          <a:pt x="47806" y="68003"/>
                          <a:pt x="44556" y="74335"/>
                        </a:cubicBezTo>
                        <a:cubicBezTo>
                          <a:pt x="41318" y="80681"/>
                          <a:pt x="36455" y="83853"/>
                          <a:pt x="29966" y="83853"/>
                        </a:cubicBezTo>
                        <a:close/>
                        <a:moveTo>
                          <a:pt x="29966" y="93768"/>
                        </a:moveTo>
                        <a:cubicBezTo>
                          <a:pt x="40340" y="93768"/>
                          <a:pt x="48262" y="89663"/>
                          <a:pt x="53733" y="81454"/>
                        </a:cubicBezTo>
                        <a:cubicBezTo>
                          <a:pt x="59204" y="73258"/>
                          <a:pt x="61940" y="61353"/>
                          <a:pt x="61940" y="45741"/>
                        </a:cubicBezTo>
                        <a:cubicBezTo>
                          <a:pt x="61940" y="30168"/>
                          <a:pt x="59204" y="18277"/>
                          <a:pt x="53733" y="10068"/>
                        </a:cubicBezTo>
                        <a:cubicBezTo>
                          <a:pt x="48262" y="1872"/>
                          <a:pt x="40340" y="-2226"/>
                          <a:pt x="29966" y="-2226"/>
                        </a:cubicBezTo>
                        <a:cubicBezTo>
                          <a:pt x="19606" y="-2226"/>
                          <a:pt x="11690" y="1872"/>
                          <a:pt x="6219" y="10068"/>
                        </a:cubicBezTo>
                        <a:cubicBezTo>
                          <a:pt x="748" y="18277"/>
                          <a:pt x="-1987" y="30168"/>
                          <a:pt x="-1987" y="45741"/>
                        </a:cubicBezTo>
                        <a:cubicBezTo>
                          <a:pt x="-1987" y="61353"/>
                          <a:pt x="748" y="73258"/>
                          <a:pt x="6219" y="81454"/>
                        </a:cubicBezTo>
                        <a:cubicBezTo>
                          <a:pt x="11690" y="89663"/>
                          <a:pt x="19606" y="93768"/>
                          <a:pt x="29966" y="9376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853D642-B5B4-F618-98B2-3936C196C83B}"/>
                </a:ext>
              </a:extLst>
            </p:cNvPr>
            <p:cNvSpPr/>
            <p:nvPr/>
          </p:nvSpPr>
          <p:spPr>
            <a:xfrm>
              <a:off x="3902551" y="2315354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A6D8DCD-7B79-7418-6061-D5BD59FD29C0}"/>
                </a:ext>
              </a:extLst>
            </p:cNvPr>
            <p:cNvSpPr/>
            <p:nvPr/>
          </p:nvSpPr>
          <p:spPr>
            <a:xfrm>
              <a:off x="8433056" y="2315354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A4BEDF2-3344-2915-E54F-DBB1F17B0881}"/>
                </a:ext>
              </a:extLst>
            </p:cNvPr>
            <p:cNvSpPr/>
            <p:nvPr/>
          </p:nvSpPr>
          <p:spPr>
            <a:xfrm>
              <a:off x="3902551" y="4581427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AEEE7A3-21BB-6E4B-2D89-0ECB1FD34E48}"/>
                </a:ext>
              </a:extLst>
            </p:cNvPr>
            <p:cNvSpPr/>
            <p:nvPr/>
          </p:nvSpPr>
          <p:spPr>
            <a:xfrm>
              <a:off x="3902551" y="2315354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6A8BF6FB-3D0C-10FB-A982-7C850BF81E1C}"/>
              </a:ext>
            </a:extLst>
          </p:cNvPr>
          <p:cNvGrpSpPr/>
          <p:nvPr/>
        </p:nvGrpSpPr>
        <p:grpSpPr>
          <a:xfrm>
            <a:off x="6320473" y="881153"/>
            <a:ext cx="4587593" cy="2310490"/>
            <a:chOff x="6703432" y="552949"/>
            <a:chExt cx="4587593" cy="2310490"/>
          </a:xfrm>
        </p:grpSpPr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508C1AA5-7DED-378F-0740-A3BBF4E1D570}"/>
                </a:ext>
              </a:extLst>
            </p:cNvPr>
            <p:cNvSpPr/>
            <p:nvPr/>
          </p:nvSpPr>
          <p:spPr>
            <a:xfrm>
              <a:off x="6747834" y="552949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170" name="Picture 169">
              <a:extLst>
                <a:ext uri="{FF2B5EF4-FFF2-40B4-BE49-F238E27FC236}">
                  <a16:creationId xmlns:a16="http://schemas.microsoft.com/office/drawing/2014/main" id="{572B3AAB-63BB-B334-60DA-686D19FD141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flipV="1">
              <a:off x="6747834" y="552949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FCCE38B5-99D1-02D3-337D-43A2B24146A8}"/>
                </a:ext>
              </a:extLst>
            </p:cNvPr>
            <p:cNvSpPr/>
            <p:nvPr/>
          </p:nvSpPr>
          <p:spPr>
            <a:xfrm>
              <a:off x="8201871" y="1640237"/>
              <a:ext cx="225236" cy="89343"/>
            </a:xfrm>
            <a:custGeom>
              <a:avLst/>
              <a:gdLst>
                <a:gd name="connsiteX0" fmla="*/ 225237 w 225236"/>
                <a:gd name="connsiteY0" fmla="*/ 2194 h 89343"/>
                <a:gd name="connsiteX1" fmla="*/ 224385 w 225236"/>
                <a:gd name="connsiteY1" fmla="*/ 89343 h 89343"/>
                <a:gd name="connsiteX2" fmla="*/ 0 w 225236"/>
                <a:gd name="connsiteY2" fmla="*/ 87149 h 89343"/>
                <a:gd name="connsiteX3" fmla="*/ 852 w 225236"/>
                <a:gd name="connsiteY3" fmla="*/ 0 h 8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5236" h="89343">
                  <a:moveTo>
                    <a:pt x="225237" y="2194"/>
                  </a:moveTo>
                  <a:lnTo>
                    <a:pt x="224385" y="89343"/>
                  </a:lnTo>
                  <a:lnTo>
                    <a:pt x="0" y="87149"/>
                  </a:lnTo>
                  <a:lnTo>
                    <a:pt x="852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C82E869-10CF-67D3-A51F-2A8147524547}"/>
                </a:ext>
              </a:extLst>
            </p:cNvPr>
            <p:cNvSpPr/>
            <p:nvPr/>
          </p:nvSpPr>
          <p:spPr>
            <a:xfrm>
              <a:off x="8339138" y="1641579"/>
              <a:ext cx="87543" cy="87149"/>
            </a:xfrm>
            <a:custGeom>
              <a:avLst/>
              <a:gdLst>
                <a:gd name="connsiteX0" fmla="*/ 87543 w 87543"/>
                <a:gd name="connsiteY0" fmla="*/ 44426 h 87149"/>
                <a:gd name="connsiteX1" fmla="*/ 0 w 87543"/>
                <a:gd name="connsiteY1" fmla="*/ 87149 h 87149"/>
                <a:gd name="connsiteX2" fmla="*/ 852 w 87543"/>
                <a:gd name="connsiteY2" fmla="*/ 0 h 8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543" h="87149">
                  <a:moveTo>
                    <a:pt x="87543" y="44426"/>
                  </a:moveTo>
                  <a:lnTo>
                    <a:pt x="0" y="87149"/>
                  </a:lnTo>
                  <a:lnTo>
                    <a:pt x="852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73" name="Graphic 164">
              <a:extLst>
                <a:ext uri="{FF2B5EF4-FFF2-40B4-BE49-F238E27FC236}">
                  <a16:creationId xmlns:a16="http://schemas.microsoft.com/office/drawing/2014/main" id="{654BD90A-395A-F57A-A548-92D9180C21DF}"/>
                </a:ext>
              </a:extLst>
            </p:cNvPr>
            <p:cNvGrpSpPr/>
            <p:nvPr/>
          </p:nvGrpSpPr>
          <p:grpSpPr>
            <a:xfrm>
              <a:off x="6747834" y="2819022"/>
              <a:ext cx="4543191" cy="44417"/>
              <a:chOff x="3902551" y="4581427"/>
              <a:chExt cx="4543191" cy="44417"/>
            </a:xfrm>
            <a:solidFill>
              <a:srgbClr val="000000"/>
            </a:solidFill>
          </p:grpSpPr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13D3B3A9-3C55-7677-345A-ABBE8A7265DA}"/>
                  </a:ext>
                </a:extLst>
              </p:cNvPr>
              <p:cNvSpPr/>
              <p:nvPr/>
            </p:nvSpPr>
            <p:spPr>
              <a:xfrm>
                <a:off x="3902551" y="4581427"/>
                <a:ext cx="12686" cy="44417"/>
              </a:xfrm>
              <a:custGeom>
                <a:avLst/>
                <a:gdLst>
                  <a:gd name="connsiteX0" fmla="*/ 58 w 12686"/>
                  <a:gd name="connsiteY0" fmla="*/ 264 h 44417"/>
                  <a:gd name="connsiteX1" fmla="*/ 58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58" y="264"/>
                    </a:moveTo>
                    <a:lnTo>
                      <a:pt x="58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1924A11D-F08E-DE19-42B8-9AAD8FFBA0C8}"/>
                  </a:ext>
                </a:extLst>
              </p:cNvPr>
              <p:cNvSpPr/>
              <p:nvPr/>
            </p:nvSpPr>
            <p:spPr>
              <a:xfrm>
                <a:off x="4808652" y="4581427"/>
                <a:ext cx="12686" cy="44417"/>
              </a:xfrm>
              <a:custGeom>
                <a:avLst/>
                <a:gdLst>
                  <a:gd name="connsiteX0" fmla="*/ 129 w 12686"/>
                  <a:gd name="connsiteY0" fmla="*/ 264 h 44417"/>
                  <a:gd name="connsiteX1" fmla="*/ 129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129" y="264"/>
                    </a:moveTo>
                    <a:lnTo>
                      <a:pt x="129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B215BD4D-414D-201A-63F8-7B07B65FCF1E}"/>
                  </a:ext>
                </a:extLst>
              </p:cNvPr>
              <p:cNvSpPr/>
              <p:nvPr/>
            </p:nvSpPr>
            <p:spPr>
              <a:xfrm>
                <a:off x="5714753" y="4581427"/>
                <a:ext cx="12686" cy="44417"/>
              </a:xfrm>
              <a:custGeom>
                <a:avLst/>
                <a:gdLst>
                  <a:gd name="connsiteX0" fmla="*/ 200 w 12686"/>
                  <a:gd name="connsiteY0" fmla="*/ 264 h 44417"/>
                  <a:gd name="connsiteX1" fmla="*/ 200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200" y="264"/>
                    </a:moveTo>
                    <a:lnTo>
                      <a:pt x="200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470B633F-C3EC-A3DE-A7C7-6A52EAE7D9FF}"/>
                  </a:ext>
                </a:extLst>
              </p:cNvPr>
              <p:cNvSpPr/>
              <p:nvPr/>
            </p:nvSpPr>
            <p:spPr>
              <a:xfrm>
                <a:off x="6620854" y="4581427"/>
                <a:ext cx="12686" cy="44417"/>
              </a:xfrm>
              <a:custGeom>
                <a:avLst/>
                <a:gdLst>
                  <a:gd name="connsiteX0" fmla="*/ 272 w 12686"/>
                  <a:gd name="connsiteY0" fmla="*/ 264 h 44417"/>
                  <a:gd name="connsiteX1" fmla="*/ 272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272" y="264"/>
                    </a:moveTo>
                    <a:lnTo>
                      <a:pt x="272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88F1A0C4-DC06-8527-0281-0240ADD95C69}"/>
                  </a:ext>
                </a:extLst>
              </p:cNvPr>
              <p:cNvSpPr/>
              <p:nvPr/>
            </p:nvSpPr>
            <p:spPr>
              <a:xfrm>
                <a:off x="7526955" y="4581427"/>
                <a:ext cx="12686" cy="44417"/>
              </a:xfrm>
              <a:custGeom>
                <a:avLst/>
                <a:gdLst>
                  <a:gd name="connsiteX0" fmla="*/ 343 w 12686"/>
                  <a:gd name="connsiteY0" fmla="*/ 264 h 44417"/>
                  <a:gd name="connsiteX1" fmla="*/ 343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343" y="264"/>
                    </a:moveTo>
                    <a:lnTo>
                      <a:pt x="343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C05FBEAB-9EC1-9206-267B-A6C3497E6CCC}"/>
                  </a:ext>
                </a:extLst>
              </p:cNvPr>
              <p:cNvSpPr/>
              <p:nvPr/>
            </p:nvSpPr>
            <p:spPr>
              <a:xfrm>
                <a:off x="8433056" y="4581427"/>
                <a:ext cx="12686" cy="44417"/>
              </a:xfrm>
              <a:custGeom>
                <a:avLst/>
                <a:gdLst>
                  <a:gd name="connsiteX0" fmla="*/ 415 w 12686"/>
                  <a:gd name="connsiteY0" fmla="*/ 264 h 44417"/>
                  <a:gd name="connsiteX1" fmla="*/ 415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415" y="264"/>
                    </a:moveTo>
                    <a:lnTo>
                      <a:pt x="415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210" name="Graphic 164">
              <a:extLst>
                <a:ext uri="{FF2B5EF4-FFF2-40B4-BE49-F238E27FC236}">
                  <a16:creationId xmlns:a16="http://schemas.microsoft.com/office/drawing/2014/main" id="{F22DF2C3-7BC4-D416-5B6D-7C65006B5BAB}"/>
                </a:ext>
              </a:extLst>
            </p:cNvPr>
            <p:cNvGrpSpPr/>
            <p:nvPr/>
          </p:nvGrpSpPr>
          <p:grpSpPr>
            <a:xfrm>
              <a:off x="6703432" y="779556"/>
              <a:ext cx="44401" cy="1825549"/>
              <a:chOff x="3858149" y="2541961"/>
              <a:chExt cx="44401" cy="1825549"/>
            </a:xfrm>
            <a:solidFill>
              <a:srgbClr val="000000"/>
            </a:solidFill>
          </p:grpSpPr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2C77B81C-009A-2A71-C7E1-9B67F2B98FB7}"/>
                  </a:ext>
                </a:extLst>
              </p:cNvPr>
              <p:cNvSpPr/>
              <p:nvPr/>
            </p:nvSpPr>
            <p:spPr>
              <a:xfrm>
                <a:off x="3858149" y="4354820"/>
                <a:ext cx="44401" cy="12690"/>
              </a:xfrm>
              <a:custGeom>
                <a:avLst/>
                <a:gdLst>
                  <a:gd name="connsiteX0" fmla="*/ 44459 w 44401"/>
                  <a:gd name="connsiteY0" fmla="*/ 246 h 12690"/>
                  <a:gd name="connsiteX1" fmla="*/ 58 w 44401"/>
                  <a:gd name="connsiteY1" fmla="*/ 246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46"/>
                    </a:moveTo>
                    <a:lnTo>
                      <a:pt x="58" y="246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4E5E71A7-76E5-B04B-0468-EF6284AFF0B0}"/>
                  </a:ext>
                </a:extLst>
              </p:cNvPr>
              <p:cNvSpPr/>
              <p:nvPr/>
            </p:nvSpPr>
            <p:spPr>
              <a:xfrm>
                <a:off x="3858149" y="3901605"/>
                <a:ext cx="44401" cy="12690"/>
              </a:xfrm>
              <a:custGeom>
                <a:avLst/>
                <a:gdLst>
                  <a:gd name="connsiteX0" fmla="*/ 44459 w 44401"/>
                  <a:gd name="connsiteY0" fmla="*/ 210 h 12690"/>
                  <a:gd name="connsiteX1" fmla="*/ 58 w 44401"/>
                  <a:gd name="connsiteY1" fmla="*/ 21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10"/>
                    </a:moveTo>
                    <a:lnTo>
                      <a:pt x="58" y="210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C10381A3-FB3C-46F2-4241-9877A335533A}"/>
                  </a:ext>
                </a:extLst>
              </p:cNvPr>
              <p:cNvSpPr/>
              <p:nvPr/>
            </p:nvSpPr>
            <p:spPr>
              <a:xfrm>
                <a:off x="3858149" y="3448391"/>
                <a:ext cx="44401" cy="12690"/>
              </a:xfrm>
              <a:custGeom>
                <a:avLst/>
                <a:gdLst>
                  <a:gd name="connsiteX0" fmla="*/ 44459 w 44401"/>
                  <a:gd name="connsiteY0" fmla="*/ 175 h 12690"/>
                  <a:gd name="connsiteX1" fmla="*/ 58 w 44401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4CA9E683-FD0A-31E0-C541-ABD5B8DCB23D}"/>
                  </a:ext>
                </a:extLst>
              </p:cNvPr>
              <p:cNvSpPr/>
              <p:nvPr/>
            </p:nvSpPr>
            <p:spPr>
              <a:xfrm>
                <a:off x="3858149" y="2995176"/>
                <a:ext cx="44401" cy="12690"/>
              </a:xfrm>
              <a:custGeom>
                <a:avLst/>
                <a:gdLst>
                  <a:gd name="connsiteX0" fmla="*/ 44459 w 44401"/>
                  <a:gd name="connsiteY0" fmla="*/ 139 h 12690"/>
                  <a:gd name="connsiteX1" fmla="*/ 58 w 44401"/>
                  <a:gd name="connsiteY1" fmla="*/ 13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39"/>
                    </a:moveTo>
                    <a:lnTo>
                      <a:pt x="58" y="139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93B7F7CD-5D42-233D-5B2F-08FEC3C17B80}"/>
                  </a:ext>
                </a:extLst>
              </p:cNvPr>
              <p:cNvSpPr/>
              <p:nvPr/>
            </p:nvSpPr>
            <p:spPr>
              <a:xfrm>
                <a:off x="3858149" y="2541961"/>
                <a:ext cx="44401" cy="12690"/>
              </a:xfrm>
              <a:custGeom>
                <a:avLst/>
                <a:gdLst>
                  <a:gd name="connsiteX0" fmla="*/ 44459 w 44401"/>
                  <a:gd name="connsiteY0" fmla="*/ 103 h 12690"/>
                  <a:gd name="connsiteX1" fmla="*/ 58 w 44401"/>
                  <a:gd name="connsiteY1" fmla="*/ 103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03"/>
                    </a:moveTo>
                    <a:lnTo>
                      <a:pt x="58" y="103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DCB7DA6B-CF83-2034-D5DC-CF0612FE2035}"/>
                </a:ext>
              </a:extLst>
            </p:cNvPr>
            <p:cNvSpPr/>
            <p:nvPr/>
          </p:nvSpPr>
          <p:spPr>
            <a:xfrm>
              <a:off x="6747834" y="552949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35D5883-780A-D7D3-F8A6-B32D57F923C5}"/>
                </a:ext>
              </a:extLst>
            </p:cNvPr>
            <p:cNvSpPr/>
            <p:nvPr/>
          </p:nvSpPr>
          <p:spPr>
            <a:xfrm>
              <a:off x="11278339" y="552949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A0848C60-7F7C-4F1A-0D31-9800A0997DC3}"/>
                </a:ext>
              </a:extLst>
            </p:cNvPr>
            <p:cNvSpPr/>
            <p:nvPr/>
          </p:nvSpPr>
          <p:spPr>
            <a:xfrm>
              <a:off x="6747834" y="2819022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0F89AC6-5838-9087-EE8A-5C984CB8331D}"/>
                </a:ext>
              </a:extLst>
            </p:cNvPr>
            <p:cNvSpPr/>
            <p:nvPr/>
          </p:nvSpPr>
          <p:spPr>
            <a:xfrm>
              <a:off x="6747834" y="552949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249" name="Graphic 245">
            <a:extLst>
              <a:ext uri="{FF2B5EF4-FFF2-40B4-BE49-F238E27FC236}">
                <a16:creationId xmlns:a16="http://schemas.microsoft.com/office/drawing/2014/main" id="{AA0C1D43-FA8C-FDAB-9B5E-924EB277CC57}"/>
              </a:ext>
            </a:extLst>
          </p:cNvPr>
          <p:cNvGrpSpPr/>
          <p:nvPr/>
        </p:nvGrpSpPr>
        <p:grpSpPr>
          <a:xfrm>
            <a:off x="6253593" y="3437364"/>
            <a:ext cx="4754431" cy="2453144"/>
            <a:chOff x="3791269" y="2315354"/>
            <a:chExt cx="4754431" cy="2453144"/>
          </a:xfrm>
        </p:grpSpPr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F5017945-09F6-73BE-D451-E62A7BC23DB3}"/>
                </a:ext>
              </a:extLst>
            </p:cNvPr>
            <p:cNvSpPr/>
            <p:nvPr/>
          </p:nvSpPr>
          <p:spPr>
            <a:xfrm>
              <a:off x="3902551" y="2315354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251" name="Picture 250">
              <a:extLst>
                <a:ext uri="{FF2B5EF4-FFF2-40B4-BE49-F238E27FC236}">
                  <a16:creationId xmlns:a16="http://schemas.microsoft.com/office/drawing/2014/main" id="{6ECF62DF-33D0-769E-2358-7A136405D66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flipV="1">
              <a:off x="3902551" y="2315354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A49BEE3D-3B14-B610-09EF-E32D194977E7}"/>
                </a:ext>
              </a:extLst>
            </p:cNvPr>
            <p:cNvSpPr/>
            <p:nvPr/>
          </p:nvSpPr>
          <p:spPr>
            <a:xfrm>
              <a:off x="5529785" y="3412968"/>
              <a:ext cx="228954" cy="99680"/>
            </a:xfrm>
            <a:custGeom>
              <a:avLst/>
              <a:gdLst>
                <a:gd name="connsiteX0" fmla="*/ 228954 w 228954"/>
                <a:gd name="connsiteY0" fmla="*/ 12666 h 99680"/>
                <a:gd name="connsiteX1" fmla="*/ 224038 w 228954"/>
                <a:gd name="connsiteY1" fmla="*/ 99681 h 99680"/>
                <a:gd name="connsiteX2" fmla="*/ 0 w 228954"/>
                <a:gd name="connsiteY2" fmla="*/ 87014 h 99680"/>
                <a:gd name="connsiteX3" fmla="*/ 4916 w 228954"/>
                <a:gd name="connsiteY3" fmla="*/ 0 h 9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954" h="99680">
                  <a:moveTo>
                    <a:pt x="228954" y="12666"/>
                  </a:moveTo>
                  <a:lnTo>
                    <a:pt x="224038" y="99681"/>
                  </a:lnTo>
                  <a:lnTo>
                    <a:pt x="0" y="87014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4405A6-FFAC-BE94-FB14-80BF545204C8}"/>
                </a:ext>
              </a:extLst>
            </p:cNvPr>
            <p:cNvSpPr/>
            <p:nvPr/>
          </p:nvSpPr>
          <p:spPr>
            <a:xfrm>
              <a:off x="5666840" y="3420716"/>
              <a:ext cx="89440" cy="87014"/>
            </a:xfrm>
            <a:custGeom>
              <a:avLst/>
              <a:gdLst>
                <a:gd name="connsiteX0" fmla="*/ 89441 w 89440"/>
                <a:gd name="connsiteY0" fmla="*/ 48425 h 87014"/>
                <a:gd name="connsiteX1" fmla="*/ 0 w 89440"/>
                <a:gd name="connsiteY1" fmla="*/ 87014 h 87014"/>
                <a:gd name="connsiteX2" fmla="*/ 4916 w 89440"/>
                <a:gd name="connsiteY2" fmla="*/ 0 h 87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440" h="87014">
                  <a:moveTo>
                    <a:pt x="89441" y="48425"/>
                  </a:moveTo>
                  <a:lnTo>
                    <a:pt x="0" y="87014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254" name="Graphic 245">
              <a:extLst>
                <a:ext uri="{FF2B5EF4-FFF2-40B4-BE49-F238E27FC236}">
                  <a16:creationId xmlns:a16="http://schemas.microsoft.com/office/drawing/2014/main" id="{CEAB2636-A540-7B27-E7D6-A2F7794AA584}"/>
                </a:ext>
              </a:extLst>
            </p:cNvPr>
            <p:cNvGrpSpPr/>
            <p:nvPr/>
          </p:nvGrpSpPr>
          <p:grpSpPr>
            <a:xfrm>
              <a:off x="3791269" y="4581427"/>
              <a:ext cx="4754431" cy="187071"/>
              <a:chOff x="3791269" y="4581427"/>
              <a:chExt cx="4754431" cy="187071"/>
            </a:xfrm>
            <a:solidFill>
              <a:srgbClr val="000000"/>
            </a:solidFill>
          </p:grpSpPr>
          <p:grpSp>
            <p:nvGrpSpPr>
              <p:cNvPr id="255" name="Graphic 245">
                <a:extLst>
                  <a:ext uri="{FF2B5EF4-FFF2-40B4-BE49-F238E27FC236}">
                    <a16:creationId xmlns:a16="http://schemas.microsoft.com/office/drawing/2014/main" id="{D7D9CD5F-FBB9-705C-F695-65294C9FC9E8}"/>
                  </a:ext>
                </a:extLst>
              </p:cNvPr>
              <p:cNvGrpSpPr/>
              <p:nvPr/>
            </p:nvGrpSpPr>
            <p:grpSpPr>
              <a:xfrm>
                <a:off x="3791269" y="4581427"/>
                <a:ext cx="223926" cy="187071"/>
                <a:chOff x="3791269" y="4581427"/>
                <a:chExt cx="223926" cy="187071"/>
              </a:xfrm>
              <a:solidFill>
                <a:srgbClr val="000000"/>
              </a:solidFill>
            </p:grpSpPr>
            <p:sp>
              <p:nvSpPr>
                <p:cNvPr id="256" name="Freeform: Shape 255">
                  <a:extLst>
                    <a:ext uri="{FF2B5EF4-FFF2-40B4-BE49-F238E27FC236}">
                      <a16:creationId xmlns:a16="http://schemas.microsoft.com/office/drawing/2014/main" id="{FBF62F6A-53B6-18F1-4027-6D629600F6FE}"/>
                    </a:ext>
                  </a:extLst>
                </p:cNvPr>
                <p:cNvSpPr/>
                <p:nvPr/>
              </p:nvSpPr>
              <p:spPr>
                <a:xfrm>
                  <a:off x="3902551" y="4581427"/>
                  <a:ext cx="12686" cy="44417"/>
                </a:xfrm>
                <a:custGeom>
                  <a:avLst/>
                  <a:gdLst>
                    <a:gd name="connsiteX0" fmla="*/ 58 w 12686"/>
                    <a:gd name="connsiteY0" fmla="*/ 264 h 44417"/>
                    <a:gd name="connsiteX1" fmla="*/ 58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58" y="264"/>
                      </a:moveTo>
                      <a:lnTo>
                        <a:pt x="58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57" name="Graphic 245">
                  <a:extLst>
                    <a:ext uri="{FF2B5EF4-FFF2-40B4-BE49-F238E27FC236}">
                      <a16:creationId xmlns:a16="http://schemas.microsoft.com/office/drawing/2014/main" id="{3FB63893-560F-1E80-B620-78FF20FDE7BB}"/>
                    </a:ext>
                  </a:extLst>
                </p:cNvPr>
                <p:cNvGrpSpPr/>
                <p:nvPr/>
              </p:nvGrpSpPr>
              <p:grpSpPr>
                <a:xfrm>
                  <a:off x="3791269" y="4672504"/>
                  <a:ext cx="223926" cy="95994"/>
                  <a:chOff x="3791269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58" name="Freeform: Shape 257">
                    <a:extLst>
                      <a:ext uri="{FF2B5EF4-FFF2-40B4-BE49-F238E27FC236}">
                        <a16:creationId xmlns:a16="http://schemas.microsoft.com/office/drawing/2014/main" id="{421B8325-F9B5-0E35-6E23-706D67810BFA}"/>
                      </a:ext>
                    </a:extLst>
                  </p:cNvPr>
                  <p:cNvSpPr/>
                  <p:nvPr/>
                </p:nvSpPr>
                <p:spPr>
                  <a:xfrm flipV="1">
                    <a:off x="3791269" y="4674169"/>
                    <a:ext cx="59843" cy="94328"/>
                  </a:xfrm>
                  <a:custGeom>
                    <a:avLst/>
                    <a:gdLst>
                      <a:gd name="connsiteX0" fmla="*/ 1953 w 59843"/>
                      <a:gd name="connsiteY0" fmla="*/ 92316 h 94328"/>
                      <a:gd name="connsiteX1" fmla="*/ 51072 w 59843"/>
                      <a:gd name="connsiteY1" fmla="*/ 92316 h 94328"/>
                      <a:gd name="connsiteX2" fmla="*/ 51072 w 59843"/>
                      <a:gd name="connsiteY2" fmla="*/ 81767 h 94328"/>
                      <a:gd name="connsiteX3" fmla="*/ 13410 w 59843"/>
                      <a:gd name="connsiteY3" fmla="*/ 81767 h 94328"/>
                      <a:gd name="connsiteX4" fmla="*/ 13410 w 59843"/>
                      <a:gd name="connsiteY4" fmla="*/ 59102 h 94328"/>
                      <a:gd name="connsiteX5" fmla="*/ 18841 w 59843"/>
                      <a:gd name="connsiteY5" fmla="*/ 60490 h 94328"/>
                      <a:gd name="connsiteX6" fmla="*/ 24312 w 59843"/>
                      <a:gd name="connsiteY6" fmla="*/ 60946 h 94328"/>
                      <a:gd name="connsiteX7" fmla="*/ 48832 w 59843"/>
                      <a:gd name="connsiteY7" fmla="*/ 52459 h 94328"/>
                      <a:gd name="connsiteX8" fmla="*/ 57891 w 59843"/>
                      <a:gd name="connsiteY8" fmla="*/ 29476 h 94328"/>
                      <a:gd name="connsiteX9" fmla="*/ 48594 w 59843"/>
                      <a:gd name="connsiteY9" fmla="*/ 6256 h 94328"/>
                      <a:gd name="connsiteX10" fmla="*/ 22389 w 59843"/>
                      <a:gd name="connsiteY10" fmla="*/ -2013 h 94328"/>
                      <a:gd name="connsiteX11" fmla="*/ 10516 w 59843"/>
                      <a:gd name="connsiteY11" fmla="*/ -1021 h 94328"/>
                      <a:gd name="connsiteX12" fmla="*/ -1952 w 59843"/>
                      <a:gd name="connsiteY12" fmla="*/ 1953 h 94328"/>
                      <a:gd name="connsiteX13" fmla="*/ -1952 w 59843"/>
                      <a:gd name="connsiteY13" fmla="*/ 14545 h 94328"/>
                      <a:gd name="connsiteX14" fmla="*/ 9564 w 59843"/>
                      <a:gd name="connsiteY14" fmla="*/ 10024 h 94328"/>
                      <a:gd name="connsiteX15" fmla="*/ 22132 w 59843"/>
                      <a:gd name="connsiteY15" fmla="*/ 8537 h 94328"/>
                      <a:gd name="connsiteX16" fmla="*/ 39100 w 59843"/>
                      <a:gd name="connsiteY16" fmla="*/ 14168 h 94328"/>
                      <a:gd name="connsiteX17" fmla="*/ 45363 w 59843"/>
                      <a:gd name="connsiteY17" fmla="*/ 29476 h 94328"/>
                      <a:gd name="connsiteX18" fmla="*/ 39100 w 59843"/>
                      <a:gd name="connsiteY18" fmla="*/ 44765 h 94328"/>
                      <a:gd name="connsiteX19" fmla="*/ 22132 w 59843"/>
                      <a:gd name="connsiteY19" fmla="*/ 50416 h 94328"/>
                      <a:gd name="connsiteX20" fmla="*/ 12121 w 59843"/>
                      <a:gd name="connsiteY20" fmla="*/ 49306 h 94328"/>
                      <a:gd name="connsiteX21" fmla="*/ 1953 w 59843"/>
                      <a:gd name="connsiteY21" fmla="*/ 45836 h 94328"/>
                      <a:gd name="connsiteX22" fmla="*/ 1953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53" y="92316"/>
                        </a:moveTo>
                        <a:lnTo>
                          <a:pt x="51072" y="92316"/>
                        </a:lnTo>
                        <a:lnTo>
                          <a:pt x="51072" y="81767"/>
                        </a:lnTo>
                        <a:lnTo>
                          <a:pt x="13410" y="81767"/>
                        </a:lnTo>
                        <a:lnTo>
                          <a:pt x="13410" y="59102"/>
                        </a:lnTo>
                        <a:cubicBezTo>
                          <a:pt x="15220" y="59723"/>
                          <a:pt x="17031" y="60186"/>
                          <a:pt x="18841" y="60490"/>
                        </a:cubicBezTo>
                        <a:cubicBezTo>
                          <a:pt x="20665" y="60794"/>
                          <a:pt x="22488" y="60946"/>
                          <a:pt x="24312" y="60946"/>
                        </a:cubicBezTo>
                        <a:cubicBezTo>
                          <a:pt x="34633" y="60946"/>
                          <a:pt x="42806" y="58117"/>
                          <a:pt x="48832" y="52459"/>
                        </a:cubicBezTo>
                        <a:cubicBezTo>
                          <a:pt x="54871" y="46801"/>
                          <a:pt x="57891" y="39140"/>
                          <a:pt x="57891" y="29476"/>
                        </a:cubicBezTo>
                        <a:cubicBezTo>
                          <a:pt x="57891" y="19522"/>
                          <a:pt x="54792" y="11782"/>
                          <a:pt x="48594" y="6256"/>
                        </a:cubicBezTo>
                        <a:cubicBezTo>
                          <a:pt x="42397" y="744"/>
                          <a:pt x="33662" y="-2013"/>
                          <a:pt x="22389" y="-2013"/>
                        </a:cubicBezTo>
                        <a:cubicBezTo>
                          <a:pt x="18504" y="-2013"/>
                          <a:pt x="14546" y="-1682"/>
                          <a:pt x="10516" y="-1021"/>
                        </a:cubicBezTo>
                        <a:cubicBezTo>
                          <a:pt x="6499" y="-360"/>
                          <a:pt x="2343" y="631"/>
                          <a:pt x="-1952" y="1953"/>
                        </a:cubicBezTo>
                        <a:lnTo>
                          <a:pt x="-1952" y="14545"/>
                        </a:lnTo>
                        <a:cubicBezTo>
                          <a:pt x="1761" y="12522"/>
                          <a:pt x="5600" y="11015"/>
                          <a:pt x="9564" y="10024"/>
                        </a:cubicBezTo>
                        <a:cubicBezTo>
                          <a:pt x="13529" y="9032"/>
                          <a:pt x="17718" y="8537"/>
                          <a:pt x="22132" y="8537"/>
                        </a:cubicBezTo>
                        <a:cubicBezTo>
                          <a:pt x="29281" y="8537"/>
                          <a:pt x="34937" y="10414"/>
                          <a:pt x="39100" y="14168"/>
                        </a:cubicBezTo>
                        <a:cubicBezTo>
                          <a:pt x="43275" y="17923"/>
                          <a:pt x="45363" y="23025"/>
                          <a:pt x="45363" y="29476"/>
                        </a:cubicBezTo>
                        <a:cubicBezTo>
                          <a:pt x="45363" y="35914"/>
                          <a:pt x="43275" y="41011"/>
                          <a:pt x="39100" y="44765"/>
                        </a:cubicBezTo>
                        <a:cubicBezTo>
                          <a:pt x="34937" y="48533"/>
                          <a:pt x="29281" y="50416"/>
                          <a:pt x="22132" y="50416"/>
                        </a:cubicBezTo>
                        <a:cubicBezTo>
                          <a:pt x="18788" y="50416"/>
                          <a:pt x="15452" y="50046"/>
                          <a:pt x="12121" y="49306"/>
                        </a:cubicBezTo>
                        <a:cubicBezTo>
                          <a:pt x="8805" y="48566"/>
                          <a:pt x="5415" y="47409"/>
                          <a:pt x="1953" y="45836"/>
                        </a:cubicBezTo>
                        <a:lnTo>
                          <a:pt x="1953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 dirty="0"/>
                  </a:p>
                </p:txBody>
              </p:sp>
              <p:sp>
                <p:nvSpPr>
                  <p:cNvPr id="259" name="Freeform: Shape 258">
                    <a:extLst>
                      <a:ext uri="{FF2B5EF4-FFF2-40B4-BE49-F238E27FC236}">
                        <a16:creationId xmlns:a16="http://schemas.microsoft.com/office/drawing/2014/main" id="{61BBCF81-CD29-ADE8-C78A-C5F360276F3E}"/>
                      </a:ext>
                    </a:extLst>
                  </p:cNvPr>
                  <p:cNvSpPr/>
                  <p:nvPr/>
                </p:nvSpPr>
                <p:spPr>
                  <a:xfrm flipV="1">
                    <a:off x="3870556" y="4672504"/>
                    <a:ext cx="63926" cy="95994"/>
                  </a:xfrm>
                  <a:custGeom>
                    <a:avLst/>
                    <a:gdLst>
                      <a:gd name="connsiteX0" fmla="*/ 29977 w 63926"/>
                      <a:gd name="connsiteY0" fmla="*/ 84025 h 95994"/>
                      <a:gd name="connsiteX1" fmla="*/ 15447 w 63926"/>
                      <a:gd name="connsiteY1" fmla="*/ 74507 h 95994"/>
                      <a:gd name="connsiteX2" fmla="*/ 10590 w 63926"/>
                      <a:gd name="connsiteY2" fmla="*/ 45913 h 95994"/>
                      <a:gd name="connsiteX3" fmla="*/ 15447 w 63926"/>
                      <a:gd name="connsiteY3" fmla="*/ 17378 h 95994"/>
                      <a:gd name="connsiteX4" fmla="*/ 29977 w 63926"/>
                      <a:gd name="connsiteY4" fmla="*/ 7860 h 95994"/>
                      <a:gd name="connsiteX5" fmla="*/ 44566 w 63926"/>
                      <a:gd name="connsiteY5" fmla="*/ 17378 h 95994"/>
                      <a:gd name="connsiteX6" fmla="*/ 49442 w 63926"/>
                      <a:gd name="connsiteY6" fmla="*/ 45913 h 95994"/>
                      <a:gd name="connsiteX7" fmla="*/ 44566 w 63926"/>
                      <a:gd name="connsiteY7" fmla="*/ 74507 h 95994"/>
                      <a:gd name="connsiteX8" fmla="*/ 29977 w 63926"/>
                      <a:gd name="connsiteY8" fmla="*/ 84025 h 95994"/>
                      <a:gd name="connsiteX9" fmla="*/ 29977 w 63926"/>
                      <a:gd name="connsiteY9" fmla="*/ 93939 h 95994"/>
                      <a:gd name="connsiteX10" fmla="*/ 53743 w 63926"/>
                      <a:gd name="connsiteY10" fmla="*/ 81625 h 95994"/>
                      <a:gd name="connsiteX11" fmla="*/ 61950 w 63926"/>
                      <a:gd name="connsiteY11" fmla="*/ 45913 h 95994"/>
                      <a:gd name="connsiteX12" fmla="*/ 53743 w 63926"/>
                      <a:gd name="connsiteY12" fmla="*/ 10240 h 95994"/>
                      <a:gd name="connsiteX13" fmla="*/ 29977 w 63926"/>
                      <a:gd name="connsiteY13" fmla="*/ -2055 h 95994"/>
                      <a:gd name="connsiteX14" fmla="*/ 6229 w 63926"/>
                      <a:gd name="connsiteY14" fmla="*/ 10240 h 95994"/>
                      <a:gd name="connsiteX15" fmla="*/ -1977 w 63926"/>
                      <a:gd name="connsiteY15" fmla="*/ 45913 h 95994"/>
                      <a:gd name="connsiteX16" fmla="*/ 6229 w 63926"/>
                      <a:gd name="connsiteY16" fmla="*/ 81625 h 95994"/>
                      <a:gd name="connsiteX17" fmla="*/ 2997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77" y="84025"/>
                        </a:moveTo>
                        <a:cubicBezTo>
                          <a:pt x="23541" y="84025"/>
                          <a:pt x="18698" y="80852"/>
                          <a:pt x="15447" y="74507"/>
                        </a:cubicBezTo>
                        <a:cubicBezTo>
                          <a:pt x="12209" y="68174"/>
                          <a:pt x="10590" y="58643"/>
                          <a:pt x="10590" y="45913"/>
                        </a:cubicBezTo>
                        <a:cubicBezTo>
                          <a:pt x="10590" y="33235"/>
                          <a:pt x="12209" y="23724"/>
                          <a:pt x="15447" y="17378"/>
                        </a:cubicBezTo>
                        <a:cubicBezTo>
                          <a:pt x="18698" y="11033"/>
                          <a:pt x="23541" y="7860"/>
                          <a:pt x="29977" y="7860"/>
                        </a:cubicBezTo>
                        <a:cubicBezTo>
                          <a:pt x="36465" y="7860"/>
                          <a:pt x="41328" y="11033"/>
                          <a:pt x="44566" y="17378"/>
                        </a:cubicBezTo>
                        <a:cubicBezTo>
                          <a:pt x="47817" y="23724"/>
                          <a:pt x="49442" y="33235"/>
                          <a:pt x="49442" y="45913"/>
                        </a:cubicBezTo>
                        <a:cubicBezTo>
                          <a:pt x="49442" y="58643"/>
                          <a:pt x="47817" y="68174"/>
                          <a:pt x="44566" y="74507"/>
                        </a:cubicBezTo>
                        <a:cubicBezTo>
                          <a:pt x="41328" y="80852"/>
                          <a:pt x="36465" y="84025"/>
                          <a:pt x="29977" y="84025"/>
                        </a:cubicBezTo>
                        <a:close/>
                        <a:moveTo>
                          <a:pt x="29977" y="93939"/>
                        </a:moveTo>
                        <a:cubicBezTo>
                          <a:pt x="40350" y="93939"/>
                          <a:pt x="48272" y="89835"/>
                          <a:pt x="53743" y="81625"/>
                        </a:cubicBezTo>
                        <a:cubicBezTo>
                          <a:pt x="59214" y="73429"/>
                          <a:pt x="61950" y="61525"/>
                          <a:pt x="61950" y="45913"/>
                        </a:cubicBezTo>
                        <a:cubicBezTo>
                          <a:pt x="61950" y="30340"/>
                          <a:pt x="59214" y="18449"/>
                          <a:pt x="53743" y="10240"/>
                        </a:cubicBezTo>
                        <a:cubicBezTo>
                          <a:pt x="48272" y="2043"/>
                          <a:pt x="40350" y="-2055"/>
                          <a:pt x="29977" y="-2055"/>
                        </a:cubicBezTo>
                        <a:cubicBezTo>
                          <a:pt x="19616" y="-2055"/>
                          <a:pt x="11700" y="2043"/>
                          <a:pt x="6229" y="10240"/>
                        </a:cubicBezTo>
                        <a:cubicBezTo>
                          <a:pt x="759" y="18449"/>
                          <a:pt x="-1977" y="30340"/>
                          <a:pt x="-1977" y="45913"/>
                        </a:cubicBezTo>
                        <a:cubicBezTo>
                          <a:pt x="-1977" y="61525"/>
                          <a:pt x="759" y="73429"/>
                          <a:pt x="6229" y="81625"/>
                        </a:cubicBezTo>
                        <a:cubicBezTo>
                          <a:pt x="11700" y="89835"/>
                          <a:pt x="19616" y="93939"/>
                          <a:pt x="2997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 dirty="0"/>
                  </a:p>
                </p:txBody>
              </p:sp>
              <p:sp>
                <p:nvSpPr>
                  <p:cNvPr id="260" name="Freeform: Shape 259">
                    <a:extLst>
                      <a:ext uri="{FF2B5EF4-FFF2-40B4-BE49-F238E27FC236}">
                        <a16:creationId xmlns:a16="http://schemas.microsoft.com/office/drawing/2014/main" id="{26C6A8DA-F19B-56BE-18D1-5727927F6C36}"/>
                      </a:ext>
                    </a:extLst>
                  </p:cNvPr>
                  <p:cNvSpPr/>
                  <p:nvPr/>
                </p:nvSpPr>
                <p:spPr>
                  <a:xfrm flipV="1">
                    <a:off x="3951269" y="4672504"/>
                    <a:ext cx="63926" cy="95994"/>
                  </a:xfrm>
                  <a:custGeom>
                    <a:avLst/>
                    <a:gdLst>
                      <a:gd name="connsiteX0" fmla="*/ 29983 w 63926"/>
                      <a:gd name="connsiteY0" fmla="*/ 84025 h 95994"/>
                      <a:gd name="connsiteX1" fmla="*/ 15453 w 63926"/>
                      <a:gd name="connsiteY1" fmla="*/ 74507 h 95994"/>
                      <a:gd name="connsiteX2" fmla="*/ 10597 w 63926"/>
                      <a:gd name="connsiteY2" fmla="*/ 45913 h 95994"/>
                      <a:gd name="connsiteX3" fmla="*/ 15453 w 63926"/>
                      <a:gd name="connsiteY3" fmla="*/ 17378 h 95994"/>
                      <a:gd name="connsiteX4" fmla="*/ 29983 w 63926"/>
                      <a:gd name="connsiteY4" fmla="*/ 7860 h 95994"/>
                      <a:gd name="connsiteX5" fmla="*/ 44572 w 63926"/>
                      <a:gd name="connsiteY5" fmla="*/ 17378 h 95994"/>
                      <a:gd name="connsiteX6" fmla="*/ 49448 w 63926"/>
                      <a:gd name="connsiteY6" fmla="*/ 45913 h 95994"/>
                      <a:gd name="connsiteX7" fmla="*/ 44572 w 63926"/>
                      <a:gd name="connsiteY7" fmla="*/ 74507 h 95994"/>
                      <a:gd name="connsiteX8" fmla="*/ 29983 w 63926"/>
                      <a:gd name="connsiteY8" fmla="*/ 84025 h 95994"/>
                      <a:gd name="connsiteX9" fmla="*/ 29983 w 63926"/>
                      <a:gd name="connsiteY9" fmla="*/ 93939 h 95994"/>
                      <a:gd name="connsiteX10" fmla="*/ 53750 w 63926"/>
                      <a:gd name="connsiteY10" fmla="*/ 81625 h 95994"/>
                      <a:gd name="connsiteX11" fmla="*/ 61956 w 63926"/>
                      <a:gd name="connsiteY11" fmla="*/ 45913 h 95994"/>
                      <a:gd name="connsiteX12" fmla="*/ 53750 w 63926"/>
                      <a:gd name="connsiteY12" fmla="*/ 10240 h 95994"/>
                      <a:gd name="connsiteX13" fmla="*/ 29983 w 63926"/>
                      <a:gd name="connsiteY13" fmla="*/ -2055 h 95994"/>
                      <a:gd name="connsiteX14" fmla="*/ 6236 w 63926"/>
                      <a:gd name="connsiteY14" fmla="*/ 10240 h 95994"/>
                      <a:gd name="connsiteX15" fmla="*/ -1971 w 63926"/>
                      <a:gd name="connsiteY15" fmla="*/ 45913 h 95994"/>
                      <a:gd name="connsiteX16" fmla="*/ 6236 w 63926"/>
                      <a:gd name="connsiteY16" fmla="*/ 81625 h 95994"/>
                      <a:gd name="connsiteX17" fmla="*/ 29983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83" y="84025"/>
                        </a:moveTo>
                        <a:cubicBezTo>
                          <a:pt x="23547" y="84025"/>
                          <a:pt x="18704" y="80852"/>
                          <a:pt x="15453" y="74507"/>
                        </a:cubicBezTo>
                        <a:cubicBezTo>
                          <a:pt x="12216" y="68174"/>
                          <a:pt x="10597" y="58643"/>
                          <a:pt x="10597" y="45913"/>
                        </a:cubicBezTo>
                        <a:cubicBezTo>
                          <a:pt x="10597" y="33235"/>
                          <a:pt x="12216" y="23724"/>
                          <a:pt x="15453" y="17378"/>
                        </a:cubicBezTo>
                        <a:cubicBezTo>
                          <a:pt x="18704" y="11033"/>
                          <a:pt x="23547" y="7860"/>
                          <a:pt x="29983" y="7860"/>
                        </a:cubicBezTo>
                        <a:cubicBezTo>
                          <a:pt x="36471" y="7860"/>
                          <a:pt x="41334" y="11033"/>
                          <a:pt x="44572" y="17378"/>
                        </a:cubicBezTo>
                        <a:cubicBezTo>
                          <a:pt x="47823" y="23724"/>
                          <a:pt x="49448" y="33235"/>
                          <a:pt x="49448" y="45913"/>
                        </a:cubicBezTo>
                        <a:cubicBezTo>
                          <a:pt x="49448" y="58643"/>
                          <a:pt x="47823" y="68174"/>
                          <a:pt x="44572" y="74507"/>
                        </a:cubicBezTo>
                        <a:cubicBezTo>
                          <a:pt x="41334" y="80852"/>
                          <a:pt x="36471" y="84025"/>
                          <a:pt x="29983" y="84025"/>
                        </a:cubicBezTo>
                        <a:close/>
                        <a:moveTo>
                          <a:pt x="29983" y="93939"/>
                        </a:moveTo>
                        <a:cubicBezTo>
                          <a:pt x="40357" y="93939"/>
                          <a:pt x="48279" y="89835"/>
                          <a:pt x="53750" y="81625"/>
                        </a:cubicBezTo>
                        <a:cubicBezTo>
                          <a:pt x="59221" y="73429"/>
                          <a:pt x="61956" y="61525"/>
                          <a:pt x="61956" y="45913"/>
                        </a:cubicBezTo>
                        <a:cubicBezTo>
                          <a:pt x="61956" y="30340"/>
                          <a:pt x="59221" y="18449"/>
                          <a:pt x="53750" y="10240"/>
                        </a:cubicBezTo>
                        <a:cubicBezTo>
                          <a:pt x="48279" y="2043"/>
                          <a:pt x="40357" y="-2055"/>
                          <a:pt x="29983" y="-2055"/>
                        </a:cubicBezTo>
                        <a:cubicBezTo>
                          <a:pt x="19622" y="-2055"/>
                          <a:pt x="11707" y="2043"/>
                          <a:pt x="6236" y="10240"/>
                        </a:cubicBezTo>
                        <a:cubicBezTo>
                          <a:pt x="765" y="18449"/>
                          <a:pt x="-1971" y="30340"/>
                          <a:pt x="-1971" y="45913"/>
                        </a:cubicBezTo>
                        <a:cubicBezTo>
                          <a:pt x="-1971" y="61525"/>
                          <a:pt x="765" y="73429"/>
                          <a:pt x="6236" y="81625"/>
                        </a:cubicBezTo>
                        <a:cubicBezTo>
                          <a:pt x="11707" y="89835"/>
                          <a:pt x="19622" y="93939"/>
                          <a:pt x="29983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 dirty="0"/>
                  </a:p>
                </p:txBody>
              </p:sp>
            </p:grpSp>
          </p:grpSp>
          <p:grpSp>
            <p:nvGrpSpPr>
              <p:cNvPr id="261" name="Graphic 245">
                <a:extLst>
                  <a:ext uri="{FF2B5EF4-FFF2-40B4-BE49-F238E27FC236}">
                    <a16:creationId xmlns:a16="http://schemas.microsoft.com/office/drawing/2014/main" id="{67BB53E4-B14A-AA6F-6D52-C84D5E867A05}"/>
                  </a:ext>
                </a:extLst>
              </p:cNvPr>
              <p:cNvGrpSpPr/>
              <p:nvPr/>
            </p:nvGrpSpPr>
            <p:grpSpPr>
              <a:xfrm>
                <a:off x="4697370" y="4581427"/>
                <a:ext cx="223926" cy="187071"/>
                <a:chOff x="4697370" y="4581427"/>
                <a:chExt cx="223926" cy="187071"/>
              </a:xfrm>
              <a:solidFill>
                <a:srgbClr val="000000"/>
              </a:solidFill>
            </p:grpSpPr>
            <p:sp>
              <p:nvSpPr>
                <p:cNvPr id="262" name="Freeform: Shape 261">
                  <a:extLst>
                    <a:ext uri="{FF2B5EF4-FFF2-40B4-BE49-F238E27FC236}">
                      <a16:creationId xmlns:a16="http://schemas.microsoft.com/office/drawing/2014/main" id="{B7E72F31-DFF5-E2C1-6330-9DF2BE673293}"/>
                    </a:ext>
                  </a:extLst>
                </p:cNvPr>
                <p:cNvSpPr/>
                <p:nvPr/>
              </p:nvSpPr>
              <p:spPr>
                <a:xfrm>
                  <a:off x="4808652" y="4581427"/>
                  <a:ext cx="12686" cy="44417"/>
                </a:xfrm>
                <a:custGeom>
                  <a:avLst/>
                  <a:gdLst>
                    <a:gd name="connsiteX0" fmla="*/ 129 w 12686"/>
                    <a:gd name="connsiteY0" fmla="*/ 264 h 44417"/>
                    <a:gd name="connsiteX1" fmla="*/ 129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29" y="264"/>
                      </a:moveTo>
                      <a:lnTo>
                        <a:pt x="129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63" name="Graphic 245">
                  <a:extLst>
                    <a:ext uri="{FF2B5EF4-FFF2-40B4-BE49-F238E27FC236}">
                      <a16:creationId xmlns:a16="http://schemas.microsoft.com/office/drawing/2014/main" id="{B8656BC5-7409-BCE3-EFCA-76CF5758BD18}"/>
                    </a:ext>
                  </a:extLst>
                </p:cNvPr>
                <p:cNvGrpSpPr/>
                <p:nvPr/>
              </p:nvGrpSpPr>
              <p:grpSpPr>
                <a:xfrm>
                  <a:off x="4697370" y="4672504"/>
                  <a:ext cx="223926" cy="95994"/>
                  <a:chOff x="4697370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64" name="Freeform: Shape 263">
                    <a:extLst>
                      <a:ext uri="{FF2B5EF4-FFF2-40B4-BE49-F238E27FC236}">
                        <a16:creationId xmlns:a16="http://schemas.microsoft.com/office/drawing/2014/main" id="{23CF4AC5-6E7E-A0BD-1EB1-4096F22BF239}"/>
                      </a:ext>
                    </a:extLst>
                  </p:cNvPr>
                  <p:cNvSpPr/>
                  <p:nvPr/>
                </p:nvSpPr>
                <p:spPr>
                  <a:xfrm flipV="1">
                    <a:off x="4697370" y="4674169"/>
                    <a:ext cx="59843" cy="94328"/>
                  </a:xfrm>
                  <a:custGeom>
                    <a:avLst/>
                    <a:gdLst>
                      <a:gd name="connsiteX0" fmla="*/ 2024 w 59843"/>
                      <a:gd name="connsiteY0" fmla="*/ 92316 h 94328"/>
                      <a:gd name="connsiteX1" fmla="*/ 51144 w 59843"/>
                      <a:gd name="connsiteY1" fmla="*/ 92316 h 94328"/>
                      <a:gd name="connsiteX2" fmla="*/ 51144 w 59843"/>
                      <a:gd name="connsiteY2" fmla="*/ 81767 h 94328"/>
                      <a:gd name="connsiteX3" fmla="*/ 13481 w 59843"/>
                      <a:gd name="connsiteY3" fmla="*/ 81767 h 94328"/>
                      <a:gd name="connsiteX4" fmla="*/ 13481 w 59843"/>
                      <a:gd name="connsiteY4" fmla="*/ 59102 h 94328"/>
                      <a:gd name="connsiteX5" fmla="*/ 18913 w 59843"/>
                      <a:gd name="connsiteY5" fmla="*/ 60490 h 94328"/>
                      <a:gd name="connsiteX6" fmla="*/ 24384 w 59843"/>
                      <a:gd name="connsiteY6" fmla="*/ 60946 h 94328"/>
                      <a:gd name="connsiteX7" fmla="*/ 48904 w 59843"/>
                      <a:gd name="connsiteY7" fmla="*/ 52459 h 94328"/>
                      <a:gd name="connsiteX8" fmla="*/ 57962 w 59843"/>
                      <a:gd name="connsiteY8" fmla="*/ 29476 h 94328"/>
                      <a:gd name="connsiteX9" fmla="*/ 48666 w 59843"/>
                      <a:gd name="connsiteY9" fmla="*/ 6256 h 94328"/>
                      <a:gd name="connsiteX10" fmla="*/ 22461 w 59843"/>
                      <a:gd name="connsiteY10" fmla="*/ -2013 h 94328"/>
                      <a:gd name="connsiteX11" fmla="*/ 10587 w 59843"/>
                      <a:gd name="connsiteY11" fmla="*/ -1021 h 94328"/>
                      <a:gd name="connsiteX12" fmla="*/ -1881 w 59843"/>
                      <a:gd name="connsiteY12" fmla="*/ 1953 h 94328"/>
                      <a:gd name="connsiteX13" fmla="*/ -1881 w 59843"/>
                      <a:gd name="connsiteY13" fmla="*/ 14545 h 94328"/>
                      <a:gd name="connsiteX14" fmla="*/ 9636 w 59843"/>
                      <a:gd name="connsiteY14" fmla="*/ 10024 h 94328"/>
                      <a:gd name="connsiteX15" fmla="*/ 22203 w 59843"/>
                      <a:gd name="connsiteY15" fmla="*/ 8537 h 94328"/>
                      <a:gd name="connsiteX16" fmla="*/ 39171 w 59843"/>
                      <a:gd name="connsiteY16" fmla="*/ 14168 h 94328"/>
                      <a:gd name="connsiteX17" fmla="*/ 45435 w 59843"/>
                      <a:gd name="connsiteY17" fmla="*/ 29476 h 94328"/>
                      <a:gd name="connsiteX18" fmla="*/ 39171 w 59843"/>
                      <a:gd name="connsiteY18" fmla="*/ 44765 h 94328"/>
                      <a:gd name="connsiteX19" fmla="*/ 22203 w 59843"/>
                      <a:gd name="connsiteY19" fmla="*/ 50416 h 94328"/>
                      <a:gd name="connsiteX20" fmla="*/ 12193 w 59843"/>
                      <a:gd name="connsiteY20" fmla="*/ 49306 h 94328"/>
                      <a:gd name="connsiteX21" fmla="*/ 2024 w 59843"/>
                      <a:gd name="connsiteY21" fmla="*/ 45836 h 94328"/>
                      <a:gd name="connsiteX22" fmla="*/ 2024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24" y="92316"/>
                        </a:moveTo>
                        <a:lnTo>
                          <a:pt x="51144" y="92316"/>
                        </a:lnTo>
                        <a:lnTo>
                          <a:pt x="51144" y="81767"/>
                        </a:lnTo>
                        <a:lnTo>
                          <a:pt x="13481" y="81767"/>
                        </a:lnTo>
                        <a:lnTo>
                          <a:pt x="13481" y="59102"/>
                        </a:lnTo>
                        <a:cubicBezTo>
                          <a:pt x="15292" y="59723"/>
                          <a:pt x="17102" y="60186"/>
                          <a:pt x="18913" y="60490"/>
                        </a:cubicBezTo>
                        <a:cubicBezTo>
                          <a:pt x="20736" y="60794"/>
                          <a:pt x="22560" y="60946"/>
                          <a:pt x="24384" y="60946"/>
                        </a:cubicBezTo>
                        <a:cubicBezTo>
                          <a:pt x="34704" y="60946"/>
                          <a:pt x="42878" y="58117"/>
                          <a:pt x="48904" y="52459"/>
                        </a:cubicBezTo>
                        <a:cubicBezTo>
                          <a:pt x="54943" y="46801"/>
                          <a:pt x="57962" y="39140"/>
                          <a:pt x="57962" y="29476"/>
                        </a:cubicBezTo>
                        <a:cubicBezTo>
                          <a:pt x="57962" y="19522"/>
                          <a:pt x="54864" y="11782"/>
                          <a:pt x="48666" y="6256"/>
                        </a:cubicBezTo>
                        <a:cubicBezTo>
                          <a:pt x="42468" y="744"/>
                          <a:pt x="33733" y="-2013"/>
                          <a:pt x="22461" y="-2013"/>
                        </a:cubicBezTo>
                        <a:cubicBezTo>
                          <a:pt x="18576" y="-2013"/>
                          <a:pt x="14618" y="-1682"/>
                          <a:pt x="10587" y="-1021"/>
                        </a:cubicBezTo>
                        <a:cubicBezTo>
                          <a:pt x="6570" y="-360"/>
                          <a:pt x="2414" y="631"/>
                          <a:pt x="-1881" y="1953"/>
                        </a:cubicBezTo>
                        <a:lnTo>
                          <a:pt x="-1881" y="14545"/>
                        </a:lnTo>
                        <a:cubicBezTo>
                          <a:pt x="1832" y="12522"/>
                          <a:pt x="5671" y="11015"/>
                          <a:pt x="9636" y="10024"/>
                        </a:cubicBezTo>
                        <a:cubicBezTo>
                          <a:pt x="13600" y="9032"/>
                          <a:pt x="17789" y="8537"/>
                          <a:pt x="22203" y="8537"/>
                        </a:cubicBezTo>
                        <a:cubicBezTo>
                          <a:pt x="29352" y="8537"/>
                          <a:pt x="35008" y="10414"/>
                          <a:pt x="39171" y="14168"/>
                        </a:cubicBezTo>
                        <a:cubicBezTo>
                          <a:pt x="43347" y="17923"/>
                          <a:pt x="45435" y="23025"/>
                          <a:pt x="45435" y="29476"/>
                        </a:cubicBezTo>
                        <a:cubicBezTo>
                          <a:pt x="45435" y="35914"/>
                          <a:pt x="43347" y="41011"/>
                          <a:pt x="39171" y="44765"/>
                        </a:cubicBezTo>
                        <a:cubicBezTo>
                          <a:pt x="35008" y="48533"/>
                          <a:pt x="29352" y="50416"/>
                          <a:pt x="22203" y="50416"/>
                        </a:cubicBezTo>
                        <a:cubicBezTo>
                          <a:pt x="18860" y="50416"/>
                          <a:pt x="15523" y="50046"/>
                          <a:pt x="12193" y="49306"/>
                        </a:cubicBezTo>
                        <a:cubicBezTo>
                          <a:pt x="8876" y="48566"/>
                          <a:pt x="5486" y="47409"/>
                          <a:pt x="2024" y="45836"/>
                        </a:cubicBezTo>
                        <a:lnTo>
                          <a:pt x="2024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 dirty="0"/>
                  </a:p>
                </p:txBody>
              </p:sp>
              <p:sp>
                <p:nvSpPr>
                  <p:cNvPr id="265" name="Freeform: Shape 264">
                    <a:extLst>
                      <a:ext uri="{FF2B5EF4-FFF2-40B4-BE49-F238E27FC236}">
                        <a16:creationId xmlns:a16="http://schemas.microsoft.com/office/drawing/2014/main" id="{A54C7BC4-6425-3224-6428-6A56F470E155}"/>
                      </a:ext>
                    </a:extLst>
                  </p:cNvPr>
                  <p:cNvSpPr/>
                  <p:nvPr/>
                </p:nvSpPr>
                <p:spPr>
                  <a:xfrm flipV="1">
                    <a:off x="4777588" y="4672504"/>
                    <a:ext cx="58713" cy="94189"/>
                  </a:xfrm>
                  <a:custGeom>
                    <a:avLst/>
                    <a:gdLst>
                      <a:gd name="connsiteX0" fmla="*/ 13224 w 58713"/>
                      <a:gd name="connsiteY0" fmla="*/ 8429 h 94189"/>
                      <a:gd name="connsiteX1" fmla="*/ 56892 w 58713"/>
                      <a:gd name="connsiteY1" fmla="*/ 8429 h 94189"/>
                      <a:gd name="connsiteX2" fmla="*/ 56892 w 58713"/>
                      <a:gd name="connsiteY2" fmla="*/ -2100 h 94189"/>
                      <a:gd name="connsiteX3" fmla="*/ -1821 w 58713"/>
                      <a:gd name="connsiteY3" fmla="*/ -2100 h 94189"/>
                      <a:gd name="connsiteX4" fmla="*/ -1821 w 58713"/>
                      <a:gd name="connsiteY4" fmla="*/ 8429 h 94189"/>
                      <a:gd name="connsiteX5" fmla="*/ 17585 w 58713"/>
                      <a:gd name="connsiteY5" fmla="*/ 28219 h 94189"/>
                      <a:gd name="connsiteX6" fmla="*/ 33046 w 58713"/>
                      <a:gd name="connsiteY6" fmla="*/ 44261 h 94189"/>
                      <a:gd name="connsiteX7" fmla="*/ 41431 w 58713"/>
                      <a:gd name="connsiteY7" fmla="*/ 55683 h 94189"/>
                      <a:gd name="connsiteX8" fmla="*/ 43829 w 58713"/>
                      <a:gd name="connsiteY8" fmla="*/ 64883 h 94189"/>
                      <a:gd name="connsiteX9" fmla="*/ 38656 w 58713"/>
                      <a:gd name="connsiteY9" fmla="*/ 76900 h 94189"/>
                      <a:gd name="connsiteX10" fmla="*/ 25177 w 58713"/>
                      <a:gd name="connsiteY10" fmla="*/ 81560 h 94189"/>
                      <a:gd name="connsiteX11" fmla="*/ 12748 w 58713"/>
                      <a:gd name="connsiteY11" fmla="*/ 79518 h 94189"/>
                      <a:gd name="connsiteX12" fmla="*/ -1207 w 58713"/>
                      <a:gd name="connsiteY12" fmla="*/ 73311 h 94189"/>
                      <a:gd name="connsiteX13" fmla="*/ -1207 w 58713"/>
                      <a:gd name="connsiteY13" fmla="*/ 85962 h 94189"/>
                      <a:gd name="connsiteX14" fmla="*/ 12907 w 58713"/>
                      <a:gd name="connsiteY14" fmla="*/ 90543 h 94189"/>
                      <a:gd name="connsiteX15" fmla="*/ 24939 w 58713"/>
                      <a:gd name="connsiteY15" fmla="*/ 92089 h 94189"/>
                      <a:gd name="connsiteX16" fmla="*/ 47853 w 58713"/>
                      <a:gd name="connsiteY16" fmla="*/ 84891 h 94189"/>
                      <a:gd name="connsiteX17" fmla="*/ 56397 w 58713"/>
                      <a:gd name="connsiteY17" fmla="*/ 65696 h 94189"/>
                      <a:gd name="connsiteX18" fmla="*/ 54256 w 58713"/>
                      <a:gd name="connsiteY18" fmla="*/ 54870 h 94189"/>
                      <a:gd name="connsiteX19" fmla="*/ 46486 w 58713"/>
                      <a:gd name="connsiteY19" fmla="*/ 42833 h 94189"/>
                      <a:gd name="connsiteX20" fmla="*/ 36634 w 58713"/>
                      <a:gd name="connsiteY20" fmla="*/ 32443 h 94189"/>
                      <a:gd name="connsiteX21" fmla="*/ 13224 w 58713"/>
                      <a:gd name="connsiteY21" fmla="*/ 8429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224" y="8429"/>
                        </a:moveTo>
                        <a:lnTo>
                          <a:pt x="56892" y="8429"/>
                        </a:lnTo>
                        <a:lnTo>
                          <a:pt x="56892" y="-2100"/>
                        </a:lnTo>
                        <a:lnTo>
                          <a:pt x="-1821" y="-2100"/>
                        </a:lnTo>
                        <a:lnTo>
                          <a:pt x="-1821" y="8429"/>
                        </a:lnTo>
                        <a:cubicBezTo>
                          <a:pt x="2923" y="13347"/>
                          <a:pt x="9392" y="19943"/>
                          <a:pt x="17585" y="28219"/>
                        </a:cubicBezTo>
                        <a:cubicBezTo>
                          <a:pt x="25791" y="36508"/>
                          <a:pt x="30945" y="41855"/>
                          <a:pt x="33046" y="44261"/>
                        </a:cubicBezTo>
                        <a:cubicBezTo>
                          <a:pt x="37050" y="48756"/>
                          <a:pt x="39845" y="52563"/>
                          <a:pt x="41431" y="55683"/>
                        </a:cubicBezTo>
                        <a:cubicBezTo>
                          <a:pt x="43030" y="58802"/>
                          <a:pt x="43829" y="61869"/>
                          <a:pt x="43829" y="64883"/>
                        </a:cubicBezTo>
                        <a:cubicBezTo>
                          <a:pt x="43829" y="69801"/>
                          <a:pt x="42105" y="73807"/>
                          <a:pt x="38656" y="76900"/>
                        </a:cubicBezTo>
                        <a:cubicBezTo>
                          <a:pt x="35207" y="80007"/>
                          <a:pt x="30714" y="81560"/>
                          <a:pt x="25177" y="81560"/>
                        </a:cubicBezTo>
                        <a:cubicBezTo>
                          <a:pt x="21252" y="81560"/>
                          <a:pt x="17109" y="80879"/>
                          <a:pt x="12748" y="79518"/>
                        </a:cubicBezTo>
                        <a:cubicBezTo>
                          <a:pt x="8401" y="78156"/>
                          <a:pt x="3749" y="76087"/>
                          <a:pt x="-1207" y="73311"/>
                        </a:cubicBezTo>
                        <a:lnTo>
                          <a:pt x="-1207" y="85962"/>
                        </a:lnTo>
                        <a:cubicBezTo>
                          <a:pt x="3828" y="87985"/>
                          <a:pt x="8533" y="89512"/>
                          <a:pt x="12907" y="90543"/>
                        </a:cubicBezTo>
                        <a:cubicBezTo>
                          <a:pt x="17294" y="91574"/>
                          <a:pt x="21305" y="92089"/>
                          <a:pt x="24939" y="92089"/>
                        </a:cubicBezTo>
                        <a:cubicBezTo>
                          <a:pt x="34520" y="92089"/>
                          <a:pt x="42158" y="89690"/>
                          <a:pt x="47853" y="84891"/>
                        </a:cubicBezTo>
                        <a:cubicBezTo>
                          <a:pt x="53549" y="80106"/>
                          <a:pt x="56397" y="73708"/>
                          <a:pt x="56397" y="65696"/>
                        </a:cubicBezTo>
                        <a:cubicBezTo>
                          <a:pt x="56397" y="61889"/>
                          <a:pt x="55683" y="58280"/>
                          <a:pt x="54256" y="54870"/>
                        </a:cubicBezTo>
                        <a:cubicBezTo>
                          <a:pt x="52842" y="51472"/>
                          <a:pt x="50252" y="47460"/>
                          <a:pt x="46486" y="42833"/>
                        </a:cubicBezTo>
                        <a:cubicBezTo>
                          <a:pt x="45455" y="41630"/>
                          <a:pt x="42171" y="38167"/>
                          <a:pt x="36634" y="32443"/>
                        </a:cubicBezTo>
                        <a:cubicBezTo>
                          <a:pt x="31110" y="26718"/>
                          <a:pt x="23307" y="18714"/>
                          <a:pt x="13224" y="84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 dirty="0"/>
                  </a:p>
                </p:txBody>
              </p:sp>
              <p:sp>
                <p:nvSpPr>
                  <p:cNvPr id="266" name="Freeform: Shape 265">
                    <a:extLst>
                      <a:ext uri="{FF2B5EF4-FFF2-40B4-BE49-F238E27FC236}">
                        <a16:creationId xmlns:a16="http://schemas.microsoft.com/office/drawing/2014/main" id="{8C24CB98-43FC-D356-107D-748BBC2F2611}"/>
                      </a:ext>
                    </a:extLst>
                  </p:cNvPr>
                  <p:cNvSpPr/>
                  <p:nvPr/>
                </p:nvSpPr>
                <p:spPr>
                  <a:xfrm flipV="1">
                    <a:off x="4857370" y="4672504"/>
                    <a:ext cx="63926" cy="95994"/>
                  </a:xfrm>
                  <a:custGeom>
                    <a:avLst/>
                    <a:gdLst>
                      <a:gd name="connsiteX0" fmla="*/ 30054 w 63926"/>
                      <a:gd name="connsiteY0" fmla="*/ 84025 h 95994"/>
                      <a:gd name="connsiteX1" fmla="*/ 15525 w 63926"/>
                      <a:gd name="connsiteY1" fmla="*/ 74507 h 95994"/>
                      <a:gd name="connsiteX2" fmla="*/ 10668 w 63926"/>
                      <a:gd name="connsiteY2" fmla="*/ 45913 h 95994"/>
                      <a:gd name="connsiteX3" fmla="*/ 15525 w 63926"/>
                      <a:gd name="connsiteY3" fmla="*/ 17378 h 95994"/>
                      <a:gd name="connsiteX4" fmla="*/ 30054 w 63926"/>
                      <a:gd name="connsiteY4" fmla="*/ 7860 h 95994"/>
                      <a:gd name="connsiteX5" fmla="*/ 44643 w 63926"/>
                      <a:gd name="connsiteY5" fmla="*/ 17378 h 95994"/>
                      <a:gd name="connsiteX6" fmla="*/ 49520 w 63926"/>
                      <a:gd name="connsiteY6" fmla="*/ 45913 h 95994"/>
                      <a:gd name="connsiteX7" fmla="*/ 44643 w 63926"/>
                      <a:gd name="connsiteY7" fmla="*/ 74507 h 95994"/>
                      <a:gd name="connsiteX8" fmla="*/ 30054 w 63926"/>
                      <a:gd name="connsiteY8" fmla="*/ 84025 h 95994"/>
                      <a:gd name="connsiteX9" fmla="*/ 30054 w 63926"/>
                      <a:gd name="connsiteY9" fmla="*/ 93939 h 95994"/>
                      <a:gd name="connsiteX10" fmla="*/ 53821 w 63926"/>
                      <a:gd name="connsiteY10" fmla="*/ 81625 h 95994"/>
                      <a:gd name="connsiteX11" fmla="*/ 62028 w 63926"/>
                      <a:gd name="connsiteY11" fmla="*/ 45913 h 95994"/>
                      <a:gd name="connsiteX12" fmla="*/ 53821 w 63926"/>
                      <a:gd name="connsiteY12" fmla="*/ 10240 h 95994"/>
                      <a:gd name="connsiteX13" fmla="*/ 30054 w 63926"/>
                      <a:gd name="connsiteY13" fmla="*/ -2055 h 95994"/>
                      <a:gd name="connsiteX14" fmla="*/ 6307 w 63926"/>
                      <a:gd name="connsiteY14" fmla="*/ 10240 h 95994"/>
                      <a:gd name="connsiteX15" fmla="*/ -1899 w 63926"/>
                      <a:gd name="connsiteY15" fmla="*/ 45913 h 95994"/>
                      <a:gd name="connsiteX16" fmla="*/ 6307 w 63926"/>
                      <a:gd name="connsiteY16" fmla="*/ 81625 h 95994"/>
                      <a:gd name="connsiteX17" fmla="*/ 3005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54" y="84025"/>
                        </a:moveTo>
                        <a:cubicBezTo>
                          <a:pt x="23619" y="84025"/>
                          <a:pt x="18775" y="80852"/>
                          <a:pt x="15525" y="74507"/>
                        </a:cubicBezTo>
                        <a:cubicBezTo>
                          <a:pt x="12287" y="68174"/>
                          <a:pt x="10668" y="58643"/>
                          <a:pt x="10668" y="45913"/>
                        </a:cubicBezTo>
                        <a:cubicBezTo>
                          <a:pt x="10668" y="33235"/>
                          <a:pt x="12287" y="23724"/>
                          <a:pt x="15525" y="17378"/>
                        </a:cubicBezTo>
                        <a:cubicBezTo>
                          <a:pt x="18775" y="11033"/>
                          <a:pt x="23619" y="7860"/>
                          <a:pt x="30054" y="7860"/>
                        </a:cubicBezTo>
                        <a:cubicBezTo>
                          <a:pt x="36543" y="7860"/>
                          <a:pt x="41406" y="11033"/>
                          <a:pt x="44643" y="17378"/>
                        </a:cubicBezTo>
                        <a:cubicBezTo>
                          <a:pt x="47894" y="23724"/>
                          <a:pt x="49520" y="33235"/>
                          <a:pt x="49520" y="45913"/>
                        </a:cubicBezTo>
                        <a:cubicBezTo>
                          <a:pt x="49520" y="58643"/>
                          <a:pt x="47894" y="68174"/>
                          <a:pt x="44643" y="74507"/>
                        </a:cubicBezTo>
                        <a:cubicBezTo>
                          <a:pt x="41406" y="80852"/>
                          <a:pt x="36543" y="84025"/>
                          <a:pt x="30054" y="84025"/>
                        </a:cubicBezTo>
                        <a:close/>
                        <a:moveTo>
                          <a:pt x="30054" y="93939"/>
                        </a:moveTo>
                        <a:cubicBezTo>
                          <a:pt x="40428" y="93939"/>
                          <a:pt x="48350" y="89835"/>
                          <a:pt x="53821" y="81625"/>
                        </a:cubicBezTo>
                        <a:cubicBezTo>
                          <a:pt x="59292" y="73429"/>
                          <a:pt x="62028" y="61525"/>
                          <a:pt x="62028" y="45913"/>
                        </a:cubicBezTo>
                        <a:cubicBezTo>
                          <a:pt x="62028" y="30340"/>
                          <a:pt x="59292" y="18449"/>
                          <a:pt x="53821" y="10240"/>
                        </a:cubicBezTo>
                        <a:cubicBezTo>
                          <a:pt x="48350" y="2043"/>
                          <a:pt x="40428" y="-2055"/>
                          <a:pt x="30054" y="-2055"/>
                        </a:cubicBezTo>
                        <a:cubicBezTo>
                          <a:pt x="19694" y="-2055"/>
                          <a:pt x="11778" y="2043"/>
                          <a:pt x="6307" y="10240"/>
                        </a:cubicBezTo>
                        <a:cubicBezTo>
                          <a:pt x="836" y="18449"/>
                          <a:pt x="-1899" y="30340"/>
                          <a:pt x="-1899" y="45913"/>
                        </a:cubicBezTo>
                        <a:cubicBezTo>
                          <a:pt x="-1899" y="61525"/>
                          <a:pt x="836" y="73429"/>
                          <a:pt x="6307" y="81625"/>
                        </a:cubicBezTo>
                        <a:cubicBezTo>
                          <a:pt x="11778" y="89835"/>
                          <a:pt x="19694" y="93939"/>
                          <a:pt x="3005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 dirty="0"/>
                  </a:p>
                </p:txBody>
              </p:sp>
            </p:grpSp>
          </p:grpSp>
          <p:grpSp>
            <p:nvGrpSpPr>
              <p:cNvPr id="267" name="Graphic 245">
                <a:extLst>
                  <a:ext uri="{FF2B5EF4-FFF2-40B4-BE49-F238E27FC236}">
                    <a16:creationId xmlns:a16="http://schemas.microsoft.com/office/drawing/2014/main" id="{89B4A70D-D0F2-EFF8-9ACA-86A5A6449975}"/>
                  </a:ext>
                </a:extLst>
              </p:cNvPr>
              <p:cNvGrpSpPr/>
              <p:nvPr/>
            </p:nvGrpSpPr>
            <p:grpSpPr>
              <a:xfrm>
                <a:off x="5603471" y="4581427"/>
                <a:ext cx="223926" cy="187070"/>
                <a:chOff x="5603471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268" name="Freeform: Shape 267">
                  <a:extLst>
                    <a:ext uri="{FF2B5EF4-FFF2-40B4-BE49-F238E27FC236}">
                      <a16:creationId xmlns:a16="http://schemas.microsoft.com/office/drawing/2014/main" id="{7FCD20F2-B6AA-A712-A158-2A5C0BD6D9FA}"/>
                    </a:ext>
                  </a:extLst>
                </p:cNvPr>
                <p:cNvSpPr/>
                <p:nvPr/>
              </p:nvSpPr>
              <p:spPr>
                <a:xfrm>
                  <a:off x="5714753" y="4581427"/>
                  <a:ext cx="12686" cy="44417"/>
                </a:xfrm>
                <a:custGeom>
                  <a:avLst/>
                  <a:gdLst>
                    <a:gd name="connsiteX0" fmla="*/ 200 w 12686"/>
                    <a:gd name="connsiteY0" fmla="*/ 264 h 44417"/>
                    <a:gd name="connsiteX1" fmla="*/ 200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00" y="264"/>
                      </a:moveTo>
                      <a:lnTo>
                        <a:pt x="200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69" name="Graphic 245">
                  <a:extLst>
                    <a:ext uri="{FF2B5EF4-FFF2-40B4-BE49-F238E27FC236}">
                      <a16:creationId xmlns:a16="http://schemas.microsoft.com/office/drawing/2014/main" id="{7E45B59E-EA3C-3300-D77C-72308517C7D6}"/>
                    </a:ext>
                  </a:extLst>
                </p:cNvPr>
                <p:cNvGrpSpPr/>
                <p:nvPr/>
              </p:nvGrpSpPr>
              <p:grpSpPr>
                <a:xfrm>
                  <a:off x="5603471" y="4672504"/>
                  <a:ext cx="223926" cy="95994"/>
                  <a:chOff x="5603471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70" name="Freeform: Shape 269">
                    <a:extLst>
                      <a:ext uri="{FF2B5EF4-FFF2-40B4-BE49-F238E27FC236}">
                        <a16:creationId xmlns:a16="http://schemas.microsoft.com/office/drawing/2014/main" id="{04F56DB8-0988-C74F-3338-E62759EF48C5}"/>
                      </a:ext>
                    </a:extLst>
                  </p:cNvPr>
                  <p:cNvSpPr/>
                  <p:nvPr/>
                </p:nvSpPr>
                <p:spPr>
                  <a:xfrm flipV="1">
                    <a:off x="5603471" y="4674169"/>
                    <a:ext cx="59843" cy="94328"/>
                  </a:xfrm>
                  <a:custGeom>
                    <a:avLst/>
                    <a:gdLst>
                      <a:gd name="connsiteX0" fmla="*/ 2096 w 59843"/>
                      <a:gd name="connsiteY0" fmla="*/ 92316 h 94328"/>
                      <a:gd name="connsiteX1" fmla="*/ 51215 w 59843"/>
                      <a:gd name="connsiteY1" fmla="*/ 92316 h 94328"/>
                      <a:gd name="connsiteX2" fmla="*/ 51215 w 59843"/>
                      <a:gd name="connsiteY2" fmla="*/ 81767 h 94328"/>
                      <a:gd name="connsiteX3" fmla="*/ 13553 w 59843"/>
                      <a:gd name="connsiteY3" fmla="*/ 81767 h 94328"/>
                      <a:gd name="connsiteX4" fmla="*/ 13553 w 59843"/>
                      <a:gd name="connsiteY4" fmla="*/ 59102 h 94328"/>
                      <a:gd name="connsiteX5" fmla="*/ 18984 w 59843"/>
                      <a:gd name="connsiteY5" fmla="*/ 60490 h 94328"/>
                      <a:gd name="connsiteX6" fmla="*/ 24455 w 59843"/>
                      <a:gd name="connsiteY6" fmla="*/ 60946 h 94328"/>
                      <a:gd name="connsiteX7" fmla="*/ 48975 w 59843"/>
                      <a:gd name="connsiteY7" fmla="*/ 52459 h 94328"/>
                      <a:gd name="connsiteX8" fmla="*/ 58034 w 59843"/>
                      <a:gd name="connsiteY8" fmla="*/ 29476 h 94328"/>
                      <a:gd name="connsiteX9" fmla="*/ 48737 w 59843"/>
                      <a:gd name="connsiteY9" fmla="*/ 6256 h 94328"/>
                      <a:gd name="connsiteX10" fmla="*/ 22532 w 59843"/>
                      <a:gd name="connsiteY10" fmla="*/ -2013 h 94328"/>
                      <a:gd name="connsiteX11" fmla="*/ 10659 w 59843"/>
                      <a:gd name="connsiteY11" fmla="*/ -1021 h 94328"/>
                      <a:gd name="connsiteX12" fmla="*/ -1809 w 59843"/>
                      <a:gd name="connsiteY12" fmla="*/ 1953 h 94328"/>
                      <a:gd name="connsiteX13" fmla="*/ -1809 w 59843"/>
                      <a:gd name="connsiteY13" fmla="*/ 14545 h 94328"/>
                      <a:gd name="connsiteX14" fmla="*/ 9707 w 59843"/>
                      <a:gd name="connsiteY14" fmla="*/ 10024 h 94328"/>
                      <a:gd name="connsiteX15" fmla="*/ 22275 w 59843"/>
                      <a:gd name="connsiteY15" fmla="*/ 8537 h 94328"/>
                      <a:gd name="connsiteX16" fmla="*/ 39242 w 59843"/>
                      <a:gd name="connsiteY16" fmla="*/ 14168 h 94328"/>
                      <a:gd name="connsiteX17" fmla="*/ 45506 w 59843"/>
                      <a:gd name="connsiteY17" fmla="*/ 29476 h 94328"/>
                      <a:gd name="connsiteX18" fmla="*/ 39242 w 59843"/>
                      <a:gd name="connsiteY18" fmla="*/ 44765 h 94328"/>
                      <a:gd name="connsiteX19" fmla="*/ 22275 w 59843"/>
                      <a:gd name="connsiteY19" fmla="*/ 50416 h 94328"/>
                      <a:gd name="connsiteX20" fmla="*/ 12264 w 59843"/>
                      <a:gd name="connsiteY20" fmla="*/ 49306 h 94328"/>
                      <a:gd name="connsiteX21" fmla="*/ 2096 w 59843"/>
                      <a:gd name="connsiteY21" fmla="*/ 45836 h 94328"/>
                      <a:gd name="connsiteX22" fmla="*/ 2096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96" y="92316"/>
                        </a:moveTo>
                        <a:lnTo>
                          <a:pt x="51215" y="92316"/>
                        </a:lnTo>
                        <a:lnTo>
                          <a:pt x="51215" y="81767"/>
                        </a:lnTo>
                        <a:lnTo>
                          <a:pt x="13553" y="81767"/>
                        </a:lnTo>
                        <a:lnTo>
                          <a:pt x="13553" y="59102"/>
                        </a:lnTo>
                        <a:cubicBezTo>
                          <a:pt x="15363" y="59723"/>
                          <a:pt x="17174" y="60186"/>
                          <a:pt x="18984" y="60490"/>
                        </a:cubicBezTo>
                        <a:cubicBezTo>
                          <a:pt x="20808" y="60794"/>
                          <a:pt x="22631" y="60946"/>
                          <a:pt x="24455" y="60946"/>
                        </a:cubicBezTo>
                        <a:cubicBezTo>
                          <a:pt x="34776" y="60946"/>
                          <a:pt x="42949" y="58117"/>
                          <a:pt x="48975" y="52459"/>
                        </a:cubicBezTo>
                        <a:cubicBezTo>
                          <a:pt x="55014" y="46801"/>
                          <a:pt x="58034" y="39140"/>
                          <a:pt x="58034" y="29476"/>
                        </a:cubicBezTo>
                        <a:cubicBezTo>
                          <a:pt x="58034" y="19522"/>
                          <a:pt x="54935" y="11782"/>
                          <a:pt x="48737" y="6256"/>
                        </a:cubicBezTo>
                        <a:cubicBezTo>
                          <a:pt x="42539" y="744"/>
                          <a:pt x="33804" y="-2013"/>
                          <a:pt x="22532" y="-2013"/>
                        </a:cubicBezTo>
                        <a:cubicBezTo>
                          <a:pt x="18647" y="-2013"/>
                          <a:pt x="14689" y="-1682"/>
                          <a:pt x="10659" y="-1021"/>
                        </a:cubicBezTo>
                        <a:cubicBezTo>
                          <a:pt x="6641" y="-360"/>
                          <a:pt x="2485" y="631"/>
                          <a:pt x="-1809" y="1953"/>
                        </a:cubicBezTo>
                        <a:lnTo>
                          <a:pt x="-1809" y="14545"/>
                        </a:lnTo>
                        <a:cubicBezTo>
                          <a:pt x="1904" y="12522"/>
                          <a:pt x="5743" y="11015"/>
                          <a:pt x="9707" y="10024"/>
                        </a:cubicBezTo>
                        <a:cubicBezTo>
                          <a:pt x="13672" y="9032"/>
                          <a:pt x="17861" y="8537"/>
                          <a:pt x="22275" y="8537"/>
                        </a:cubicBezTo>
                        <a:cubicBezTo>
                          <a:pt x="29424" y="8537"/>
                          <a:pt x="35080" y="10414"/>
                          <a:pt x="39242" y="14168"/>
                        </a:cubicBezTo>
                        <a:cubicBezTo>
                          <a:pt x="43418" y="17923"/>
                          <a:pt x="45506" y="23025"/>
                          <a:pt x="45506" y="29476"/>
                        </a:cubicBezTo>
                        <a:cubicBezTo>
                          <a:pt x="45506" y="35914"/>
                          <a:pt x="43418" y="41011"/>
                          <a:pt x="39242" y="44765"/>
                        </a:cubicBezTo>
                        <a:cubicBezTo>
                          <a:pt x="35080" y="48533"/>
                          <a:pt x="29424" y="50416"/>
                          <a:pt x="22275" y="50416"/>
                        </a:cubicBezTo>
                        <a:cubicBezTo>
                          <a:pt x="18931" y="50416"/>
                          <a:pt x="15594" y="50046"/>
                          <a:pt x="12264" y="49306"/>
                        </a:cubicBezTo>
                        <a:cubicBezTo>
                          <a:pt x="8947" y="48566"/>
                          <a:pt x="5558" y="47409"/>
                          <a:pt x="2096" y="45836"/>
                        </a:cubicBezTo>
                        <a:lnTo>
                          <a:pt x="2096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71" name="Freeform: Shape 270">
                    <a:extLst>
                      <a:ext uri="{FF2B5EF4-FFF2-40B4-BE49-F238E27FC236}">
                        <a16:creationId xmlns:a16="http://schemas.microsoft.com/office/drawing/2014/main" id="{115DE9B6-567D-4EBE-C9EE-B31F451D421D}"/>
                      </a:ext>
                    </a:extLst>
                  </p:cNvPr>
                  <p:cNvSpPr/>
                  <p:nvPr/>
                </p:nvSpPr>
                <p:spPr>
                  <a:xfrm flipV="1">
                    <a:off x="5680597" y="4674169"/>
                    <a:ext cx="67395" cy="92524"/>
                  </a:xfrm>
                  <a:custGeom>
                    <a:avLst/>
                    <a:gdLst>
                      <a:gd name="connsiteX0" fmla="*/ 39933 w 67395"/>
                      <a:gd name="connsiteY0" fmla="*/ 79560 h 92524"/>
                      <a:gd name="connsiteX1" fmla="*/ 8336 w 67395"/>
                      <a:gd name="connsiteY1" fmla="*/ 30165 h 92524"/>
                      <a:gd name="connsiteX2" fmla="*/ 39933 w 67395"/>
                      <a:gd name="connsiteY2" fmla="*/ 30165 h 92524"/>
                      <a:gd name="connsiteX3" fmla="*/ 39933 w 67395"/>
                      <a:gd name="connsiteY3" fmla="*/ 79560 h 92524"/>
                      <a:gd name="connsiteX4" fmla="*/ 36643 w 67395"/>
                      <a:gd name="connsiteY4" fmla="*/ 90466 h 92524"/>
                      <a:gd name="connsiteX5" fmla="*/ 52381 w 67395"/>
                      <a:gd name="connsiteY5" fmla="*/ 90466 h 92524"/>
                      <a:gd name="connsiteX6" fmla="*/ 52381 w 67395"/>
                      <a:gd name="connsiteY6" fmla="*/ 30165 h 92524"/>
                      <a:gd name="connsiteX7" fmla="*/ 65583 w 67395"/>
                      <a:gd name="connsiteY7" fmla="*/ 30165 h 92524"/>
                      <a:gd name="connsiteX8" fmla="*/ 65583 w 67395"/>
                      <a:gd name="connsiteY8" fmla="*/ 19754 h 92524"/>
                      <a:gd name="connsiteX9" fmla="*/ 52381 w 67395"/>
                      <a:gd name="connsiteY9" fmla="*/ 19754 h 92524"/>
                      <a:gd name="connsiteX10" fmla="*/ 52381 w 67395"/>
                      <a:gd name="connsiteY10" fmla="*/ -2058 h 92524"/>
                      <a:gd name="connsiteX11" fmla="*/ 39933 w 67395"/>
                      <a:gd name="connsiteY11" fmla="*/ -2058 h 92524"/>
                      <a:gd name="connsiteX12" fmla="*/ 39933 w 67395"/>
                      <a:gd name="connsiteY12" fmla="*/ 19754 h 92524"/>
                      <a:gd name="connsiteX13" fmla="*/ -1813 w 67395"/>
                      <a:gd name="connsiteY13" fmla="*/ 19754 h 92524"/>
                      <a:gd name="connsiteX14" fmla="*/ -1813 w 67395"/>
                      <a:gd name="connsiteY14" fmla="*/ 31830 h 92524"/>
                      <a:gd name="connsiteX15" fmla="*/ 36643 w 67395"/>
                      <a:gd name="connsiteY15" fmla="*/ 9046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933" y="79560"/>
                        </a:moveTo>
                        <a:lnTo>
                          <a:pt x="8336" y="30165"/>
                        </a:lnTo>
                        <a:lnTo>
                          <a:pt x="39933" y="30165"/>
                        </a:lnTo>
                        <a:lnTo>
                          <a:pt x="39933" y="79560"/>
                        </a:lnTo>
                        <a:close/>
                        <a:moveTo>
                          <a:pt x="36643" y="90466"/>
                        </a:moveTo>
                        <a:lnTo>
                          <a:pt x="52381" y="90466"/>
                        </a:lnTo>
                        <a:lnTo>
                          <a:pt x="52381" y="30165"/>
                        </a:lnTo>
                        <a:lnTo>
                          <a:pt x="65583" y="30165"/>
                        </a:lnTo>
                        <a:lnTo>
                          <a:pt x="65583" y="19754"/>
                        </a:lnTo>
                        <a:lnTo>
                          <a:pt x="52381" y="19754"/>
                        </a:lnTo>
                        <a:lnTo>
                          <a:pt x="52381" y="-2058"/>
                        </a:lnTo>
                        <a:lnTo>
                          <a:pt x="39933" y="-2058"/>
                        </a:lnTo>
                        <a:lnTo>
                          <a:pt x="39933" y="19754"/>
                        </a:lnTo>
                        <a:lnTo>
                          <a:pt x="-1813" y="19754"/>
                        </a:lnTo>
                        <a:lnTo>
                          <a:pt x="-1813" y="31830"/>
                        </a:lnTo>
                        <a:lnTo>
                          <a:pt x="36643" y="904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72" name="Freeform: Shape 271">
                    <a:extLst>
                      <a:ext uri="{FF2B5EF4-FFF2-40B4-BE49-F238E27FC236}">
                        <a16:creationId xmlns:a16="http://schemas.microsoft.com/office/drawing/2014/main" id="{155F0832-1D16-F056-8B58-59847CB0DDD4}"/>
                      </a:ext>
                    </a:extLst>
                  </p:cNvPr>
                  <p:cNvSpPr/>
                  <p:nvPr/>
                </p:nvSpPr>
                <p:spPr>
                  <a:xfrm flipV="1">
                    <a:off x="5763471" y="4672504"/>
                    <a:ext cx="63926" cy="95994"/>
                  </a:xfrm>
                  <a:custGeom>
                    <a:avLst/>
                    <a:gdLst>
                      <a:gd name="connsiteX0" fmla="*/ 30126 w 63926"/>
                      <a:gd name="connsiteY0" fmla="*/ 84025 h 95994"/>
                      <a:gd name="connsiteX1" fmla="*/ 15596 w 63926"/>
                      <a:gd name="connsiteY1" fmla="*/ 74507 h 95994"/>
                      <a:gd name="connsiteX2" fmla="*/ 10740 w 63926"/>
                      <a:gd name="connsiteY2" fmla="*/ 45913 h 95994"/>
                      <a:gd name="connsiteX3" fmla="*/ 15596 w 63926"/>
                      <a:gd name="connsiteY3" fmla="*/ 17378 h 95994"/>
                      <a:gd name="connsiteX4" fmla="*/ 30126 w 63926"/>
                      <a:gd name="connsiteY4" fmla="*/ 7860 h 95994"/>
                      <a:gd name="connsiteX5" fmla="*/ 44715 w 63926"/>
                      <a:gd name="connsiteY5" fmla="*/ 17378 h 95994"/>
                      <a:gd name="connsiteX6" fmla="*/ 49591 w 63926"/>
                      <a:gd name="connsiteY6" fmla="*/ 45913 h 95994"/>
                      <a:gd name="connsiteX7" fmla="*/ 44715 w 63926"/>
                      <a:gd name="connsiteY7" fmla="*/ 74507 h 95994"/>
                      <a:gd name="connsiteX8" fmla="*/ 30126 w 63926"/>
                      <a:gd name="connsiteY8" fmla="*/ 84025 h 95994"/>
                      <a:gd name="connsiteX9" fmla="*/ 30126 w 63926"/>
                      <a:gd name="connsiteY9" fmla="*/ 93939 h 95994"/>
                      <a:gd name="connsiteX10" fmla="*/ 53893 w 63926"/>
                      <a:gd name="connsiteY10" fmla="*/ 81625 h 95994"/>
                      <a:gd name="connsiteX11" fmla="*/ 62099 w 63926"/>
                      <a:gd name="connsiteY11" fmla="*/ 45913 h 95994"/>
                      <a:gd name="connsiteX12" fmla="*/ 53893 w 63926"/>
                      <a:gd name="connsiteY12" fmla="*/ 10240 h 95994"/>
                      <a:gd name="connsiteX13" fmla="*/ 30126 w 63926"/>
                      <a:gd name="connsiteY13" fmla="*/ -2055 h 95994"/>
                      <a:gd name="connsiteX14" fmla="*/ 6379 w 63926"/>
                      <a:gd name="connsiteY14" fmla="*/ 10240 h 95994"/>
                      <a:gd name="connsiteX15" fmla="*/ -1828 w 63926"/>
                      <a:gd name="connsiteY15" fmla="*/ 45913 h 95994"/>
                      <a:gd name="connsiteX16" fmla="*/ 6379 w 63926"/>
                      <a:gd name="connsiteY16" fmla="*/ 81625 h 95994"/>
                      <a:gd name="connsiteX17" fmla="*/ 30126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26" y="84025"/>
                        </a:moveTo>
                        <a:cubicBezTo>
                          <a:pt x="23690" y="84025"/>
                          <a:pt x="18847" y="80852"/>
                          <a:pt x="15596" y="74507"/>
                        </a:cubicBezTo>
                        <a:cubicBezTo>
                          <a:pt x="12358" y="68174"/>
                          <a:pt x="10740" y="58643"/>
                          <a:pt x="10740" y="45913"/>
                        </a:cubicBezTo>
                        <a:cubicBezTo>
                          <a:pt x="10740" y="33235"/>
                          <a:pt x="12358" y="23724"/>
                          <a:pt x="15596" y="17378"/>
                        </a:cubicBezTo>
                        <a:cubicBezTo>
                          <a:pt x="18847" y="11033"/>
                          <a:pt x="23690" y="7860"/>
                          <a:pt x="30126" y="7860"/>
                        </a:cubicBezTo>
                        <a:cubicBezTo>
                          <a:pt x="36614" y="7860"/>
                          <a:pt x="41477" y="11033"/>
                          <a:pt x="44715" y="17378"/>
                        </a:cubicBezTo>
                        <a:cubicBezTo>
                          <a:pt x="47966" y="23724"/>
                          <a:pt x="49591" y="33235"/>
                          <a:pt x="49591" y="45913"/>
                        </a:cubicBezTo>
                        <a:cubicBezTo>
                          <a:pt x="49591" y="58643"/>
                          <a:pt x="47966" y="68174"/>
                          <a:pt x="44715" y="74507"/>
                        </a:cubicBezTo>
                        <a:cubicBezTo>
                          <a:pt x="41477" y="80852"/>
                          <a:pt x="36614" y="84025"/>
                          <a:pt x="30126" y="84025"/>
                        </a:cubicBezTo>
                        <a:close/>
                        <a:moveTo>
                          <a:pt x="30126" y="93939"/>
                        </a:moveTo>
                        <a:cubicBezTo>
                          <a:pt x="40499" y="93939"/>
                          <a:pt x="48422" y="89835"/>
                          <a:pt x="53893" y="81625"/>
                        </a:cubicBezTo>
                        <a:cubicBezTo>
                          <a:pt x="59364" y="73429"/>
                          <a:pt x="62099" y="61525"/>
                          <a:pt x="62099" y="45913"/>
                        </a:cubicBezTo>
                        <a:cubicBezTo>
                          <a:pt x="62099" y="30340"/>
                          <a:pt x="59364" y="18449"/>
                          <a:pt x="53893" y="10240"/>
                        </a:cubicBezTo>
                        <a:cubicBezTo>
                          <a:pt x="48422" y="2043"/>
                          <a:pt x="40499" y="-2055"/>
                          <a:pt x="30126" y="-2055"/>
                        </a:cubicBezTo>
                        <a:cubicBezTo>
                          <a:pt x="19765" y="-2055"/>
                          <a:pt x="11850" y="2043"/>
                          <a:pt x="6379" y="10240"/>
                        </a:cubicBezTo>
                        <a:cubicBezTo>
                          <a:pt x="908" y="18449"/>
                          <a:pt x="-1828" y="30340"/>
                          <a:pt x="-1828" y="45913"/>
                        </a:cubicBezTo>
                        <a:cubicBezTo>
                          <a:pt x="-1828" y="61525"/>
                          <a:pt x="908" y="73429"/>
                          <a:pt x="6379" y="81625"/>
                        </a:cubicBezTo>
                        <a:cubicBezTo>
                          <a:pt x="11850" y="89835"/>
                          <a:pt x="19765" y="93939"/>
                          <a:pt x="30126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73" name="Graphic 245">
                <a:extLst>
                  <a:ext uri="{FF2B5EF4-FFF2-40B4-BE49-F238E27FC236}">
                    <a16:creationId xmlns:a16="http://schemas.microsoft.com/office/drawing/2014/main" id="{2EB4C599-499F-DFA3-D424-20C7600DB0F8}"/>
                  </a:ext>
                </a:extLst>
              </p:cNvPr>
              <p:cNvGrpSpPr/>
              <p:nvPr/>
            </p:nvGrpSpPr>
            <p:grpSpPr>
              <a:xfrm>
                <a:off x="6509572" y="4581427"/>
                <a:ext cx="223926" cy="187070"/>
                <a:chOff x="6509572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274" name="Freeform: Shape 273">
                  <a:extLst>
                    <a:ext uri="{FF2B5EF4-FFF2-40B4-BE49-F238E27FC236}">
                      <a16:creationId xmlns:a16="http://schemas.microsoft.com/office/drawing/2014/main" id="{D1E94BEA-5FFB-87CA-609E-6A2CA04383E2}"/>
                    </a:ext>
                  </a:extLst>
                </p:cNvPr>
                <p:cNvSpPr/>
                <p:nvPr/>
              </p:nvSpPr>
              <p:spPr>
                <a:xfrm>
                  <a:off x="6620854" y="4581427"/>
                  <a:ext cx="12686" cy="44417"/>
                </a:xfrm>
                <a:custGeom>
                  <a:avLst/>
                  <a:gdLst>
                    <a:gd name="connsiteX0" fmla="*/ 272 w 12686"/>
                    <a:gd name="connsiteY0" fmla="*/ 264 h 44417"/>
                    <a:gd name="connsiteX1" fmla="*/ 272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72" y="264"/>
                      </a:moveTo>
                      <a:lnTo>
                        <a:pt x="272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75" name="Graphic 245">
                  <a:extLst>
                    <a:ext uri="{FF2B5EF4-FFF2-40B4-BE49-F238E27FC236}">
                      <a16:creationId xmlns:a16="http://schemas.microsoft.com/office/drawing/2014/main" id="{8DE1B37D-D6B9-A988-E488-32B04A6C38AC}"/>
                    </a:ext>
                  </a:extLst>
                </p:cNvPr>
                <p:cNvGrpSpPr/>
                <p:nvPr/>
              </p:nvGrpSpPr>
              <p:grpSpPr>
                <a:xfrm>
                  <a:off x="6509572" y="4672504"/>
                  <a:ext cx="223926" cy="95994"/>
                  <a:chOff x="6509572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76" name="Freeform: Shape 275">
                    <a:extLst>
                      <a:ext uri="{FF2B5EF4-FFF2-40B4-BE49-F238E27FC236}">
                        <a16:creationId xmlns:a16="http://schemas.microsoft.com/office/drawing/2014/main" id="{0C5C7FE5-212C-F428-CE66-C6BD3D953DFF}"/>
                      </a:ext>
                    </a:extLst>
                  </p:cNvPr>
                  <p:cNvSpPr/>
                  <p:nvPr/>
                </p:nvSpPr>
                <p:spPr>
                  <a:xfrm flipV="1">
                    <a:off x="6509572" y="4674169"/>
                    <a:ext cx="59843" cy="94328"/>
                  </a:xfrm>
                  <a:custGeom>
                    <a:avLst/>
                    <a:gdLst>
                      <a:gd name="connsiteX0" fmla="*/ 2167 w 59843"/>
                      <a:gd name="connsiteY0" fmla="*/ 92316 h 94328"/>
                      <a:gd name="connsiteX1" fmla="*/ 51286 w 59843"/>
                      <a:gd name="connsiteY1" fmla="*/ 92316 h 94328"/>
                      <a:gd name="connsiteX2" fmla="*/ 51286 w 59843"/>
                      <a:gd name="connsiteY2" fmla="*/ 81767 h 94328"/>
                      <a:gd name="connsiteX3" fmla="*/ 13624 w 59843"/>
                      <a:gd name="connsiteY3" fmla="*/ 81767 h 94328"/>
                      <a:gd name="connsiteX4" fmla="*/ 13624 w 59843"/>
                      <a:gd name="connsiteY4" fmla="*/ 59102 h 94328"/>
                      <a:gd name="connsiteX5" fmla="*/ 19055 w 59843"/>
                      <a:gd name="connsiteY5" fmla="*/ 60490 h 94328"/>
                      <a:gd name="connsiteX6" fmla="*/ 24526 w 59843"/>
                      <a:gd name="connsiteY6" fmla="*/ 60946 h 94328"/>
                      <a:gd name="connsiteX7" fmla="*/ 49047 w 59843"/>
                      <a:gd name="connsiteY7" fmla="*/ 52459 h 94328"/>
                      <a:gd name="connsiteX8" fmla="*/ 58105 w 59843"/>
                      <a:gd name="connsiteY8" fmla="*/ 29476 h 94328"/>
                      <a:gd name="connsiteX9" fmla="*/ 48809 w 59843"/>
                      <a:gd name="connsiteY9" fmla="*/ 6256 h 94328"/>
                      <a:gd name="connsiteX10" fmla="*/ 22604 w 59843"/>
                      <a:gd name="connsiteY10" fmla="*/ -2013 h 94328"/>
                      <a:gd name="connsiteX11" fmla="*/ 10730 w 59843"/>
                      <a:gd name="connsiteY11" fmla="*/ -1021 h 94328"/>
                      <a:gd name="connsiteX12" fmla="*/ -1738 w 59843"/>
                      <a:gd name="connsiteY12" fmla="*/ 1953 h 94328"/>
                      <a:gd name="connsiteX13" fmla="*/ -1738 w 59843"/>
                      <a:gd name="connsiteY13" fmla="*/ 14545 h 94328"/>
                      <a:gd name="connsiteX14" fmla="*/ 9779 w 59843"/>
                      <a:gd name="connsiteY14" fmla="*/ 10024 h 94328"/>
                      <a:gd name="connsiteX15" fmla="*/ 22346 w 59843"/>
                      <a:gd name="connsiteY15" fmla="*/ 8537 h 94328"/>
                      <a:gd name="connsiteX16" fmla="*/ 39314 w 59843"/>
                      <a:gd name="connsiteY16" fmla="*/ 14168 h 94328"/>
                      <a:gd name="connsiteX17" fmla="*/ 45578 w 59843"/>
                      <a:gd name="connsiteY17" fmla="*/ 29476 h 94328"/>
                      <a:gd name="connsiteX18" fmla="*/ 39314 w 59843"/>
                      <a:gd name="connsiteY18" fmla="*/ 44765 h 94328"/>
                      <a:gd name="connsiteX19" fmla="*/ 22346 w 59843"/>
                      <a:gd name="connsiteY19" fmla="*/ 50416 h 94328"/>
                      <a:gd name="connsiteX20" fmla="*/ 12336 w 59843"/>
                      <a:gd name="connsiteY20" fmla="*/ 49306 h 94328"/>
                      <a:gd name="connsiteX21" fmla="*/ 2167 w 59843"/>
                      <a:gd name="connsiteY21" fmla="*/ 45836 h 94328"/>
                      <a:gd name="connsiteX22" fmla="*/ 2167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67" y="92316"/>
                        </a:moveTo>
                        <a:lnTo>
                          <a:pt x="51286" y="92316"/>
                        </a:lnTo>
                        <a:lnTo>
                          <a:pt x="51286" y="81767"/>
                        </a:lnTo>
                        <a:lnTo>
                          <a:pt x="13624" y="81767"/>
                        </a:lnTo>
                        <a:lnTo>
                          <a:pt x="13624" y="59102"/>
                        </a:lnTo>
                        <a:cubicBezTo>
                          <a:pt x="15435" y="59723"/>
                          <a:pt x="17245" y="60186"/>
                          <a:pt x="19055" y="60490"/>
                        </a:cubicBezTo>
                        <a:cubicBezTo>
                          <a:pt x="20879" y="60794"/>
                          <a:pt x="22703" y="60946"/>
                          <a:pt x="24526" y="60946"/>
                        </a:cubicBezTo>
                        <a:cubicBezTo>
                          <a:pt x="34847" y="60946"/>
                          <a:pt x="43021" y="58117"/>
                          <a:pt x="49047" y="52459"/>
                        </a:cubicBezTo>
                        <a:cubicBezTo>
                          <a:pt x="55086" y="46801"/>
                          <a:pt x="58105" y="39140"/>
                          <a:pt x="58105" y="29476"/>
                        </a:cubicBezTo>
                        <a:cubicBezTo>
                          <a:pt x="58105" y="19522"/>
                          <a:pt x="55006" y="11782"/>
                          <a:pt x="48809" y="6256"/>
                        </a:cubicBezTo>
                        <a:cubicBezTo>
                          <a:pt x="42611" y="744"/>
                          <a:pt x="33876" y="-2013"/>
                          <a:pt x="22604" y="-2013"/>
                        </a:cubicBezTo>
                        <a:cubicBezTo>
                          <a:pt x="18718" y="-2013"/>
                          <a:pt x="14761" y="-1682"/>
                          <a:pt x="10730" y="-1021"/>
                        </a:cubicBezTo>
                        <a:cubicBezTo>
                          <a:pt x="6713" y="-360"/>
                          <a:pt x="2557" y="631"/>
                          <a:pt x="-1738" y="1953"/>
                        </a:cubicBezTo>
                        <a:lnTo>
                          <a:pt x="-1738" y="14545"/>
                        </a:lnTo>
                        <a:cubicBezTo>
                          <a:pt x="1975" y="12522"/>
                          <a:pt x="5814" y="11015"/>
                          <a:pt x="9779" y="10024"/>
                        </a:cubicBezTo>
                        <a:cubicBezTo>
                          <a:pt x="13743" y="9032"/>
                          <a:pt x="17932" y="8537"/>
                          <a:pt x="22346" y="8537"/>
                        </a:cubicBezTo>
                        <a:cubicBezTo>
                          <a:pt x="29495" y="8537"/>
                          <a:pt x="35151" y="10414"/>
                          <a:pt x="39314" y="14168"/>
                        </a:cubicBezTo>
                        <a:cubicBezTo>
                          <a:pt x="43490" y="17923"/>
                          <a:pt x="45578" y="23025"/>
                          <a:pt x="45578" y="29476"/>
                        </a:cubicBezTo>
                        <a:cubicBezTo>
                          <a:pt x="45578" y="35914"/>
                          <a:pt x="43490" y="41011"/>
                          <a:pt x="39314" y="44765"/>
                        </a:cubicBezTo>
                        <a:cubicBezTo>
                          <a:pt x="35151" y="48533"/>
                          <a:pt x="29495" y="50416"/>
                          <a:pt x="22346" y="50416"/>
                        </a:cubicBezTo>
                        <a:cubicBezTo>
                          <a:pt x="19003" y="50416"/>
                          <a:pt x="15666" y="50046"/>
                          <a:pt x="12336" y="49306"/>
                        </a:cubicBezTo>
                        <a:cubicBezTo>
                          <a:pt x="9019" y="48566"/>
                          <a:pt x="5629" y="47409"/>
                          <a:pt x="2167" y="45836"/>
                        </a:cubicBezTo>
                        <a:lnTo>
                          <a:pt x="2167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77" name="Freeform: Shape 276">
                    <a:extLst>
                      <a:ext uri="{FF2B5EF4-FFF2-40B4-BE49-F238E27FC236}">
                        <a16:creationId xmlns:a16="http://schemas.microsoft.com/office/drawing/2014/main" id="{FDEF62B4-B525-E0BC-BE18-DA1CA008AA35}"/>
                      </a:ext>
                    </a:extLst>
                  </p:cNvPr>
                  <p:cNvSpPr/>
                  <p:nvPr/>
                </p:nvSpPr>
                <p:spPr>
                  <a:xfrm flipV="1">
                    <a:off x="6589354" y="4672504"/>
                    <a:ext cx="63867" cy="95994"/>
                  </a:xfrm>
                  <a:custGeom>
                    <a:avLst/>
                    <a:gdLst>
                      <a:gd name="connsiteX0" fmla="*/ 31238 w 63867"/>
                      <a:gd name="connsiteY0" fmla="*/ 50989 h 95994"/>
                      <a:gd name="connsiteX1" fmla="*/ 17878 w 63867"/>
                      <a:gd name="connsiteY1" fmla="*/ 45219 h 95994"/>
                      <a:gd name="connsiteX2" fmla="*/ 12962 w 63867"/>
                      <a:gd name="connsiteY2" fmla="*/ 29434 h 95994"/>
                      <a:gd name="connsiteX3" fmla="*/ 17878 w 63867"/>
                      <a:gd name="connsiteY3" fmla="*/ 13650 h 95994"/>
                      <a:gd name="connsiteX4" fmla="*/ 31238 w 63867"/>
                      <a:gd name="connsiteY4" fmla="*/ 7860 h 95994"/>
                      <a:gd name="connsiteX5" fmla="*/ 44578 w 63867"/>
                      <a:gd name="connsiteY5" fmla="*/ 13650 h 95994"/>
                      <a:gd name="connsiteX6" fmla="*/ 49494 w 63867"/>
                      <a:gd name="connsiteY6" fmla="*/ 29434 h 95994"/>
                      <a:gd name="connsiteX7" fmla="*/ 44578 w 63867"/>
                      <a:gd name="connsiteY7" fmla="*/ 45219 h 95994"/>
                      <a:gd name="connsiteX8" fmla="*/ 31238 w 63867"/>
                      <a:gd name="connsiteY8" fmla="*/ 50989 h 95994"/>
                      <a:gd name="connsiteX9" fmla="*/ 56075 w 63867"/>
                      <a:gd name="connsiteY9" fmla="*/ 90231 h 95994"/>
                      <a:gd name="connsiteX10" fmla="*/ 56075 w 63867"/>
                      <a:gd name="connsiteY10" fmla="*/ 78829 h 95994"/>
                      <a:gd name="connsiteX11" fmla="*/ 46560 w 63867"/>
                      <a:gd name="connsiteY11" fmla="*/ 82220 h 95994"/>
                      <a:gd name="connsiteX12" fmla="*/ 37046 w 63867"/>
                      <a:gd name="connsiteY12" fmla="*/ 83410 h 95994"/>
                      <a:gd name="connsiteX13" fmla="*/ 18115 w 63867"/>
                      <a:gd name="connsiteY13" fmla="*/ 75042 h 95994"/>
                      <a:gd name="connsiteX14" fmla="*/ 10662 w 63867"/>
                      <a:gd name="connsiteY14" fmla="*/ 49760 h 95994"/>
                      <a:gd name="connsiteX15" fmla="*/ 19820 w 63867"/>
                      <a:gd name="connsiteY15" fmla="*/ 58028 h 95994"/>
                      <a:gd name="connsiteX16" fmla="*/ 31971 w 63867"/>
                      <a:gd name="connsiteY16" fmla="*/ 60904 h 95994"/>
                      <a:gd name="connsiteX17" fmla="*/ 53994 w 63867"/>
                      <a:gd name="connsiteY17" fmla="*/ 52436 h 95994"/>
                      <a:gd name="connsiteX18" fmla="*/ 62081 w 63867"/>
                      <a:gd name="connsiteY18" fmla="*/ 29434 h 95994"/>
                      <a:gd name="connsiteX19" fmla="*/ 53657 w 63867"/>
                      <a:gd name="connsiteY19" fmla="*/ 6551 h 95994"/>
                      <a:gd name="connsiteX20" fmla="*/ 31238 w 63867"/>
                      <a:gd name="connsiteY20" fmla="*/ -2055 h 95994"/>
                      <a:gd name="connsiteX21" fmla="*/ 6698 w 63867"/>
                      <a:gd name="connsiteY21" fmla="*/ 10240 h 95994"/>
                      <a:gd name="connsiteX22" fmla="*/ -1786 w 63867"/>
                      <a:gd name="connsiteY22" fmla="*/ 45913 h 95994"/>
                      <a:gd name="connsiteX23" fmla="*/ 8621 w 63867"/>
                      <a:gd name="connsiteY23" fmla="*/ 80892 h 95994"/>
                      <a:gd name="connsiteX24" fmla="*/ 36550 w 63867"/>
                      <a:gd name="connsiteY24" fmla="*/ 93939 h 95994"/>
                      <a:gd name="connsiteX25" fmla="*/ 46065 w 63867"/>
                      <a:gd name="connsiteY25" fmla="*/ 93007 h 95994"/>
                      <a:gd name="connsiteX26" fmla="*/ 56075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238" y="50989"/>
                        </a:moveTo>
                        <a:cubicBezTo>
                          <a:pt x="25621" y="50989"/>
                          <a:pt x="21168" y="49065"/>
                          <a:pt x="17878" y="45219"/>
                        </a:cubicBezTo>
                        <a:cubicBezTo>
                          <a:pt x="14600" y="41385"/>
                          <a:pt x="12962" y="36123"/>
                          <a:pt x="12962" y="29434"/>
                        </a:cubicBezTo>
                        <a:cubicBezTo>
                          <a:pt x="12962" y="22785"/>
                          <a:pt x="14600" y="17524"/>
                          <a:pt x="17878" y="13650"/>
                        </a:cubicBezTo>
                        <a:cubicBezTo>
                          <a:pt x="21168" y="9790"/>
                          <a:pt x="25621" y="7860"/>
                          <a:pt x="31238" y="7860"/>
                        </a:cubicBezTo>
                        <a:cubicBezTo>
                          <a:pt x="36854" y="7860"/>
                          <a:pt x="41301" y="9790"/>
                          <a:pt x="44578" y="13650"/>
                        </a:cubicBezTo>
                        <a:cubicBezTo>
                          <a:pt x="47855" y="17524"/>
                          <a:pt x="49494" y="22785"/>
                          <a:pt x="49494" y="29434"/>
                        </a:cubicBezTo>
                        <a:cubicBezTo>
                          <a:pt x="49494" y="36123"/>
                          <a:pt x="47855" y="41385"/>
                          <a:pt x="44578" y="45219"/>
                        </a:cubicBezTo>
                        <a:cubicBezTo>
                          <a:pt x="41301" y="49065"/>
                          <a:pt x="36854" y="50989"/>
                          <a:pt x="31238" y="50989"/>
                        </a:cubicBezTo>
                        <a:close/>
                        <a:moveTo>
                          <a:pt x="56075" y="90231"/>
                        </a:moveTo>
                        <a:lnTo>
                          <a:pt x="56075" y="78829"/>
                        </a:lnTo>
                        <a:cubicBezTo>
                          <a:pt x="52930" y="80310"/>
                          <a:pt x="49758" y="81440"/>
                          <a:pt x="46560" y="82220"/>
                        </a:cubicBezTo>
                        <a:cubicBezTo>
                          <a:pt x="43362" y="83013"/>
                          <a:pt x="40191" y="83410"/>
                          <a:pt x="37046" y="83410"/>
                        </a:cubicBezTo>
                        <a:cubicBezTo>
                          <a:pt x="28786" y="83410"/>
                          <a:pt x="22476" y="80621"/>
                          <a:pt x="18115" y="75042"/>
                        </a:cubicBezTo>
                        <a:cubicBezTo>
                          <a:pt x="13768" y="69463"/>
                          <a:pt x="11283" y="61036"/>
                          <a:pt x="10662" y="49760"/>
                        </a:cubicBezTo>
                        <a:cubicBezTo>
                          <a:pt x="13094" y="53355"/>
                          <a:pt x="16146" y="56112"/>
                          <a:pt x="19820" y="58028"/>
                        </a:cubicBezTo>
                        <a:cubicBezTo>
                          <a:pt x="23507" y="59945"/>
                          <a:pt x="27557" y="60904"/>
                          <a:pt x="31971" y="60904"/>
                        </a:cubicBezTo>
                        <a:cubicBezTo>
                          <a:pt x="41261" y="60904"/>
                          <a:pt x="48602" y="58081"/>
                          <a:pt x="53994" y="52436"/>
                        </a:cubicBezTo>
                        <a:cubicBezTo>
                          <a:pt x="59385" y="46805"/>
                          <a:pt x="62081" y="39138"/>
                          <a:pt x="62081" y="29434"/>
                        </a:cubicBezTo>
                        <a:cubicBezTo>
                          <a:pt x="62081" y="19929"/>
                          <a:pt x="59273" y="12302"/>
                          <a:pt x="53657" y="6551"/>
                        </a:cubicBezTo>
                        <a:cubicBezTo>
                          <a:pt x="48040" y="814"/>
                          <a:pt x="40567" y="-2055"/>
                          <a:pt x="31238" y="-2055"/>
                        </a:cubicBezTo>
                        <a:cubicBezTo>
                          <a:pt x="20534" y="-2055"/>
                          <a:pt x="12354" y="2043"/>
                          <a:pt x="6698" y="10240"/>
                        </a:cubicBezTo>
                        <a:cubicBezTo>
                          <a:pt x="1042" y="18449"/>
                          <a:pt x="-1786" y="30340"/>
                          <a:pt x="-1786" y="45913"/>
                        </a:cubicBezTo>
                        <a:cubicBezTo>
                          <a:pt x="-1786" y="60534"/>
                          <a:pt x="1683" y="72193"/>
                          <a:pt x="8621" y="80892"/>
                        </a:cubicBezTo>
                        <a:cubicBezTo>
                          <a:pt x="15558" y="89590"/>
                          <a:pt x="24868" y="93939"/>
                          <a:pt x="36550" y="93939"/>
                        </a:cubicBezTo>
                        <a:cubicBezTo>
                          <a:pt x="39695" y="93939"/>
                          <a:pt x="42867" y="93629"/>
                          <a:pt x="46065" y="93007"/>
                        </a:cubicBezTo>
                        <a:cubicBezTo>
                          <a:pt x="49263" y="92386"/>
                          <a:pt x="52599" y="91461"/>
                          <a:pt x="56075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78" name="Freeform: Shape 277">
                    <a:extLst>
                      <a:ext uri="{FF2B5EF4-FFF2-40B4-BE49-F238E27FC236}">
                        <a16:creationId xmlns:a16="http://schemas.microsoft.com/office/drawing/2014/main" id="{7108505B-6A0E-78A2-493A-4662E3C0A652}"/>
                      </a:ext>
                    </a:extLst>
                  </p:cNvPr>
                  <p:cNvSpPr/>
                  <p:nvPr/>
                </p:nvSpPr>
                <p:spPr>
                  <a:xfrm flipV="1">
                    <a:off x="6669572" y="4672504"/>
                    <a:ext cx="63926" cy="95994"/>
                  </a:xfrm>
                  <a:custGeom>
                    <a:avLst/>
                    <a:gdLst>
                      <a:gd name="connsiteX0" fmla="*/ 30197 w 63926"/>
                      <a:gd name="connsiteY0" fmla="*/ 84025 h 95994"/>
                      <a:gd name="connsiteX1" fmla="*/ 15667 w 63926"/>
                      <a:gd name="connsiteY1" fmla="*/ 74507 h 95994"/>
                      <a:gd name="connsiteX2" fmla="*/ 10811 w 63926"/>
                      <a:gd name="connsiteY2" fmla="*/ 45913 h 95994"/>
                      <a:gd name="connsiteX3" fmla="*/ 15667 w 63926"/>
                      <a:gd name="connsiteY3" fmla="*/ 17378 h 95994"/>
                      <a:gd name="connsiteX4" fmla="*/ 30197 w 63926"/>
                      <a:gd name="connsiteY4" fmla="*/ 7860 h 95994"/>
                      <a:gd name="connsiteX5" fmla="*/ 44786 w 63926"/>
                      <a:gd name="connsiteY5" fmla="*/ 17378 h 95994"/>
                      <a:gd name="connsiteX6" fmla="*/ 49663 w 63926"/>
                      <a:gd name="connsiteY6" fmla="*/ 45913 h 95994"/>
                      <a:gd name="connsiteX7" fmla="*/ 44786 w 63926"/>
                      <a:gd name="connsiteY7" fmla="*/ 74507 h 95994"/>
                      <a:gd name="connsiteX8" fmla="*/ 30197 w 63926"/>
                      <a:gd name="connsiteY8" fmla="*/ 84025 h 95994"/>
                      <a:gd name="connsiteX9" fmla="*/ 30197 w 63926"/>
                      <a:gd name="connsiteY9" fmla="*/ 93939 h 95994"/>
                      <a:gd name="connsiteX10" fmla="*/ 53964 w 63926"/>
                      <a:gd name="connsiteY10" fmla="*/ 81625 h 95994"/>
                      <a:gd name="connsiteX11" fmla="*/ 62170 w 63926"/>
                      <a:gd name="connsiteY11" fmla="*/ 45913 h 95994"/>
                      <a:gd name="connsiteX12" fmla="*/ 53964 w 63926"/>
                      <a:gd name="connsiteY12" fmla="*/ 10240 h 95994"/>
                      <a:gd name="connsiteX13" fmla="*/ 30197 w 63926"/>
                      <a:gd name="connsiteY13" fmla="*/ -2055 h 95994"/>
                      <a:gd name="connsiteX14" fmla="*/ 6450 w 63926"/>
                      <a:gd name="connsiteY14" fmla="*/ 10240 h 95994"/>
                      <a:gd name="connsiteX15" fmla="*/ -1756 w 63926"/>
                      <a:gd name="connsiteY15" fmla="*/ 45913 h 95994"/>
                      <a:gd name="connsiteX16" fmla="*/ 6450 w 63926"/>
                      <a:gd name="connsiteY16" fmla="*/ 81625 h 95994"/>
                      <a:gd name="connsiteX17" fmla="*/ 3019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97" y="84025"/>
                        </a:moveTo>
                        <a:cubicBezTo>
                          <a:pt x="23762" y="84025"/>
                          <a:pt x="18918" y="80852"/>
                          <a:pt x="15667" y="74507"/>
                        </a:cubicBezTo>
                        <a:cubicBezTo>
                          <a:pt x="12430" y="68174"/>
                          <a:pt x="10811" y="58643"/>
                          <a:pt x="10811" y="45913"/>
                        </a:cubicBezTo>
                        <a:cubicBezTo>
                          <a:pt x="10811" y="33235"/>
                          <a:pt x="12430" y="23724"/>
                          <a:pt x="15667" y="17378"/>
                        </a:cubicBezTo>
                        <a:cubicBezTo>
                          <a:pt x="18918" y="11033"/>
                          <a:pt x="23762" y="7860"/>
                          <a:pt x="30197" y="7860"/>
                        </a:cubicBezTo>
                        <a:cubicBezTo>
                          <a:pt x="36686" y="7860"/>
                          <a:pt x="41549" y="11033"/>
                          <a:pt x="44786" y="17378"/>
                        </a:cubicBezTo>
                        <a:cubicBezTo>
                          <a:pt x="48037" y="23724"/>
                          <a:pt x="49663" y="33235"/>
                          <a:pt x="49663" y="45913"/>
                        </a:cubicBezTo>
                        <a:cubicBezTo>
                          <a:pt x="49663" y="58643"/>
                          <a:pt x="48037" y="68174"/>
                          <a:pt x="44786" y="74507"/>
                        </a:cubicBezTo>
                        <a:cubicBezTo>
                          <a:pt x="41549" y="80852"/>
                          <a:pt x="36686" y="84025"/>
                          <a:pt x="30197" y="84025"/>
                        </a:cubicBezTo>
                        <a:close/>
                        <a:moveTo>
                          <a:pt x="30197" y="93939"/>
                        </a:moveTo>
                        <a:cubicBezTo>
                          <a:pt x="40571" y="93939"/>
                          <a:pt x="48493" y="89835"/>
                          <a:pt x="53964" y="81625"/>
                        </a:cubicBezTo>
                        <a:cubicBezTo>
                          <a:pt x="59435" y="73429"/>
                          <a:pt x="62170" y="61525"/>
                          <a:pt x="62170" y="45913"/>
                        </a:cubicBezTo>
                        <a:cubicBezTo>
                          <a:pt x="62170" y="30340"/>
                          <a:pt x="59435" y="18449"/>
                          <a:pt x="53964" y="10240"/>
                        </a:cubicBezTo>
                        <a:cubicBezTo>
                          <a:pt x="48493" y="2043"/>
                          <a:pt x="40571" y="-2055"/>
                          <a:pt x="30197" y="-2055"/>
                        </a:cubicBezTo>
                        <a:cubicBezTo>
                          <a:pt x="19837" y="-2055"/>
                          <a:pt x="11921" y="2043"/>
                          <a:pt x="6450" y="10240"/>
                        </a:cubicBezTo>
                        <a:cubicBezTo>
                          <a:pt x="979" y="18449"/>
                          <a:pt x="-1756" y="30340"/>
                          <a:pt x="-1756" y="45913"/>
                        </a:cubicBezTo>
                        <a:cubicBezTo>
                          <a:pt x="-1756" y="61525"/>
                          <a:pt x="979" y="73429"/>
                          <a:pt x="6450" y="81625"/>
                        </a:cubicBezTo>
                        <a:cubicBezTo>
                          <a:pt x="11921" y="89835"/>
                          <a:pt x="19837" y="93939"/>
                          <a:pt x="3019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79" name="Graphic 245">
                <a:extLst>
                  <a:ext uri="{FF2B5EF4-FFF2-40B4-BE49-F238E27FC236}">
                    <a16:creationId xmlns:a16="http://schemas.microsoft.com/office/drawing/2014/main" id="{7DD73E5F-BEE3-962D-F5AD-5B676B177A38}"/>
                  </a:ext>
                </a:extLst>
              </p:cNvPr>
              <p:cNvGrpSpPr/>
              <p:nvPr/>
            </p:nvGrpSpPr>
            <p:grpSpPr>
              <a:xfrm>
                <a:off x="7415673" y="4581427"/>
                <a:ext cx="223926" cy="187070"/>
                <a:chOff x="7415673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0754DA1E-93EF-483E-6455-A473037C44BC}"/>
                    </a:ext>
                  </a:extLst>
                </p:cNvPr>
                <p:cNvSpPr/>
                <p:nvPr/>
              </p:nvSpPr>
              <p:spPr>
                <a:xfrm>
                  <a:off x="7526955" y="4581427"/>
                  <a:ext cx="12686" cy="44417"/>
                </a:xfrm>
                <a:custGeom>
                  <a:avLst/>
                  <a:gdLst>
                    <a:gd name="connsiteX0" fmla="*/ 343 w 12686"/>
                    <a:gd name="connsiteY0" fmla="*/ 264 h 44417"/>
                    <a:gd name="connsiteX1" fmla="*/ 343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43" y="264"/>
                      </a:moveTo>
                      <a:lnTo>
                        <a:pt x="343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81" name="Graphic 245">
                  <a:extLst>
                    <a:ext uri="{FF2B5EF4-FFF2-40B4-BE49-F238E27FC236}">
                      <a16:creationId xmlns:a16="http://schemas.microsoft.com/office/drawing/2014/main" id="{E1A0DBB2-8D4C-60ED-280C-CF7F751B03DE}"/>
                    </a:ext>
                  </a:extLst>
                </p:cNvPr>
                <p:cNvGrpSpPr/>
                <p:nvPr/>
              </p:nvGrpSpPr>
              <p:grpSpPr>
                <a:xfrm>
                  <a:off x="7415673" y="4672504"/>
                  <a:ext cx="223926" cy="95994"/>
                  <a:chOff x="7415673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82" name="Freeform: Shape 281">
                    <a:extLst>
                      <a:ext uri="{FF2B5EF4-FFF2-40B4-BE49-F238E27FC236}">
                        <a16:creationId xmlns:a16="http://schemas.microsoft.com/office/drawing/2014/main" id="{87104290-1ABD-001B-04D0-3B458521A080}"/>
                      </a:ext>
                    </a:extLst>
                  </p:cNvPr>
                  <p:cNvSpPr/>
                  <p:nvPr/>
                </p:nvSpPr>
                <p:spPr>
                  <a:xfrm flipV="1">
                    <a:off x="7415673" y="4674169"/>
                    <a:ext cx="59843" cy="94328"/>
                  </a:xfrm>
                  <a:custGeom>
                    <a:avLst/>
                    <a:gdLst>
                      <a:gd name="connsiteX0" fmla="*/ 2238 w 59843"/>
                      <a:gd name="connsiteY0" fmla="*/ 92316 h 94328"/>
                      <a:gd name="connsiteX1" fmla="*/ 51358 w 59843"/>
                      <a:gd name="connsiteY1" fmla="*/ 92316 h 94328"/>
                      <a:gd name="connsiteX2" fmla="*/ 51358 w 59843"/>
                      <a:gd name="connsiteY2" fmla="*/ 81767 h 94328"/>
                      <a:gd name="connsiteX3" fmla="*/ 13696 w 59843"/>
                      <a:gd name="connsiteY3" fmla="*/ 81767 h 94328"/>
                      <a:gd name="connsiteX4" fmla="*/ 13696 w 59843"/>
                      <a:gd name="connsiteY4" fmla="*/ 59102 h 94328"/>
                      <a:gd name="connsiteX5" fmla="*/ 19127 w 59843"/>
                      <a:gd name="connsiteY5" fmla="*/ 60490 h 94328"/>
                      <a:gd name="connsiteX6" fmla="*/ 24598 w 59843"/>
                      <a:gd name="connsiteY6" fmla="*/ 60946 h 94328"/>
                      <a:gd name="connsiteX7" fmla="*/ 49118 w 59843"/>
                      <a:gd name="connsiteY7" fmla="*/ 52459 h 94328"/>
                      <a:gd name="connsiteX8" fmla="*/ 58177 w 59843"/>
                      <a:gd name="connsiteY8" fmla="*/ 29476 h 94328"/>
                      <a:gd name="connsiteX9" fmla="*/ 48880 w 59843"/>
                      <a:gd name="connsiteY9" fmla="*/ 6256 h 94328"/>
                      <a:gd name="connsiteX10" fmla="*/ 22675 w 59843"/>
                      <a:gd name="connsiteY10" fmla="*/ -2013 h 94328"/>
                      <a:gd name="connsiteX11" fmla="*/ 10802 w 59843"/>
                      <a:gd name="connsiteY11" fmla="*/ -1021 h 94328"/>
                      <a:gd name="connsiteX12" fmla="*/ -1667 w 59843"/>
                      <a:gd name="connsiteY12" fmla="*/ 1953 h 94328"/>
                      <a:gd name="connsiteX13" fmla="*/ -1667 w 59843"/>
                      <a:gd name="connsiteY13" fmla="*/ 14545 h 94328"/>
                      <a:gd name="connsiteX14" fmla="*/ 9850 w 59843"/>
                      <a:gd name="connsiteY14" fmla="*/ 10024 h 94328"/>
                      <a:gd name="connsiteX15" fmla="*/ 22417 w 59843"/>
                      <a:gd name="connsiteY15" fmla="*/ 8537 h 94328"/>
                      <a:gd name="connsiteX16" fmla="*/ 39385 w 59843"/>
                      <a:gd name="connsiteY16" fmla="*/ 14168 h 94328"/>
                      <a:gd name="connsiteX17" fmla="*/ 45649 w 59843"/>
                      <a:gd name="connsiteY17" fmla="*/ 29476 h 94328"/>
                      <a:gd name="connsiteX18" fmla="*/ 39385 w 59843"/>
                      <a:gd name="connsiteY18" fmla="*/ 44765 h 94328"/>
                      <a:gd name="connsiteX19" fmla="*/ 22417 w 59843"/>
                      <a:gd name="connsiteY19" fmla="*/ 50416 h 94328"/>
                      <a:gd name="connsiteX20" fmla="*/ 12407 w 59843"/>
                      <a:gd name="connsiteY20" fmla="*/ 49306 h 94328"/>
                      <a:gd name="connsiteX21" fmla="*/ 2238 w 59843"/>
                      <a:gd name="connsiteY21" fmla="*/ 45836 h 94328"/>
                      <a:gd name="connsiteX22" fmla="*/ 2238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38" y="92316"/>
                        </a:moveTo>
                        <a:lnTo>
                          <a:pt x="51358" y="92316"/>
                        </a:lnTo>
                        <a:lnTo>
                          <a:pt x="51358" y="81767"/>
                        </a:lnTo>
                        <a:lnTo>
                          <a:pt x="13696" y="81767"/>
                        </a:lnTo>
                        <a:lnTo>
                          <a:pt x="13696" y="59102"/>
                        </a:lnTo>
                        <a:cubicBezTo>
                          <a:pt x="15506" y="59723"/>
                          <a:pt x="17316" y="60186"/>
                          <a:pt x="19127" y="60490"/>
                        </a:cubicBezTo>
                        <a:cubicBezTo>
                          <a:pt x="20951" y="60794"/>
                          <a:pt x="22774" y="60946"/>
                          <a:pt x="24598" y="60946"/>
                        </a:cubicBezTo>
                        <a:cubicBezTo>
                          <a:pt x="34919" y="60946"/>
                          <a:pt x="43092" y="58117"/>
                          <a:pt x="49118" y="52459"/>
                        </a:cubicBezTo>
                        <a:cubicBezTo>
                          <a:pt x="55157" y="46801"/>
                          <a:pt x="58177" y="39140"/>
                          <a:pt x="58177" y="29476"/>
                        </a:cubicBezTo>
                        <a:cubicBezTo>
                          <a:pt x="58177" y="19522"/>
                          <a:pt x="55078" y="11782"/>
                          <a:pt x="48880" y="6256"/>
                        </a:cubicBezTo>
                        <a:cubicBezTo>
                          <a:pt x="42682" y="744"/>
                          <a:pt x="33947" y="-2013"/>
                          <a:pt x="22675" y="-2013"/>
                        </a:cubicBezTo>
                        <a:cubicBezTo>
                          <a:pt x="18790" y="-2013"/>
                          <a:pt x="14832" y="-1682"/>
                          <a:pt x="10802" y="-1021"/>
                        </a:cubicBezTo>
                        <a:cubicBezTo>
                          <a:pt x="6784" y="-360"/>
                          <a:pt x="2628" y="631"/>
                          <a:pt x="-1667" y="1953"/>
                        </a:cubicBezTo>
                        <a:lnTo>
                          <a:pt x="-1667" y="14545"/>
                        </a:lnTo>
                        <a:cubicBezTo>
                          <a:pt x="2047" y="12522"/>
                          <a:pt x="5886" y="11015"/>
                          <a:pt x="9850" y="10024"/>
                        </a:cubicBezTo>
                        <a:cubicBezTo>
                          <a:pt x="13815" y="9032"/>
                          <a:pt x="18004" y="8537"/>
                          <a:pt x="22417" y="8537"/>
                        </a:cubicBezTo>
                        <a:cubicBezTo>
                          <a:pt x="29567" y="8537"/>
                          <a:pt x="35223" y="10414"/>
                          <a:pt x="39385" y="14168"/>
                        </a:cubicBezTo>
                        <a:cubicBezTo>
                          <a:pt x="43561" y="17923"/>
                          <a:pt x="45649" y="23025"/>
                          <a:pt x="45649" y="29476"/>
                        </a:cubicBezTo>
                        <a:cubicBezTo>
                          <a:pt x="45649" y="35914"/>
                          <a:pt x="43561" y="41011"/>
                          <a:pt x="39385" y="44765"/>
                        </a:cubicBezTo>
                        <a:cubicBezTo>
                          <a:pt x="35223" y="48533"/>
                          <a:pt x="29567" y="50416"/>
                          <a:pt x="22417" y="50416"/>
                        </a:cubicBezTo>
                        <a:cubicBezTo>
                          <a:pt x="19074" y="50416"/>
                          <a:pt x="15737" y="50046"/>
                          <a:pt x="12407" y="49306"/>
                        </a:cubicBezTo>
                        <a:cubicBezTo>
                          <a:pt x="9090" y="48566"/>
                          <a:pt x="5701" y="47409"/>
                          <a:pt x="2238" y="45836"/>
                        </a:cubicBezTo>
                        <a:lnTo>
                          <a:pt x="2238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83" name="Freeform: Shape 282">
                    <a:extLst>
                      <a:ext uri="{FF2B5EF4-FFF2-40B4-BE49-F238E27FC236}">
                        <a16:creationId xmlns:a16="http://schemas.microsoft.com/office/drawing/2014/main" id="{D742A4A7-DF8B-D1FE-9199-FE79AB596E80}"/>
                      </a:ext>
                    </a:extLst>
                  </p:cNvPr>
                  <p:cNvSpPr/>
                  <p:nvPr/>
                </p:nvSpPr>
                <p:spPr>
                  <a:xfrm flipV="1">
                    <a:off x="7495197" y="4672504"/>
                    <a:ext cx="63431" cy="95994"/>
                  </a:xfrm>
                  <a:custGeom>
                    <a:avLst/>
                    <a:gdLst>
                      <a:gd name="connsiteX0" fmla="*/ 30025 w 63431"/>
                      <a:gd name="connsiteY0" fmla="*/ 43692 h 95994"/>
                      <a:gd name="connsiteX1" fmla="*/ 15991 w 63431"/>
                      <a:gd name="connsiteY1" fmla="*/ 38913 h 95994"/>
                      <a:gd name="connsiteX2" fmla="*/ 10896 w 63431"/>
                      <a:gd name="connsiteY2" fmla="*/ 25786 h 95994"/>
                      <a:gd name="connsiteX3" fmla="*/ 15991 w 63431"/>
                      <a:gd name="connsiteY3" fmla="*/ 12639 h 95994"/>
                      <a:gd name="connsiteX4" fmla="*/ 30025 w 63431"/>
                      <a:gd name="connsiteY4" fmla="*/ 7860 h 95994"/>
                      <a:gd name="connsiteX5" fmla="*/ 44079 w 63431"/>
                      <a:gd name="connsiteY5" fmla="*/ 12659 h 95994"/>
                      <a:gd name="connsiteX6" fmla="*/ 49233 w 63431"/>
                      <a:gd name="connsiteY6" fmla="*/ 25786 h 95994"/>
                      <a:gd name="connsiteX7" fmla="*/ 44118 w 63431"/>
                      <a:gd name="connsiteY7" fmla="*/ 38913 h 95994"/>
                      <a:gd name="connsiteX8" fmla="*/ 30025 w 63431"/>
                      <a:gd name="connsiteY8" fmla="*/ 43692 h 95994"/>
                      <a:gd name="connsiteX9" fmla="*/ 17517 w 63431"/>
                      <a:gd name="connsiteY9" fmla="*/ 49006 h 95994"/>
                      <a:gd name="connsiteX10" fmla="*/ 4970 w 63431"/>
                      <a:gd name="connsiteY10" fmla="*/ 56502 h 95994"/>
                      <a:gd name="connsiteX11" fmla="*/ 490 w 63431"/>
                      <a:gd name="connsiteY11" fmla="*/ 69966 h 95994"/>
                      <a:gd name="connsiteX12" fmla="*/ 8379 w 63431"/>
                      <a:gd name="connsiteY12" fmla="*/ 87495 h 95994"/>
                      <a:gd name="connsiteX13" fmla="*/ 30025 w 63431"/>
                      <a:gd name="connsiteY13" fmla="*/ 93939 h 95994"/>
                      <a:gd name="connsiteX14" fmla="*/ 51710 w 63431"/>
                      <a:gd name="connsiteY14" fmla="*/ 87495 h 95994"/>
                      <a:gd name="connsiteX15" fmla="*/ 59580 w 63431"/>
                      <a:gd name="connsiteY15" fmla="*/ 69966 h 95994"/>
                      <a:gd name="connsiteX16" fmla="*/ 55080 w 63431"/>
                      <a:gd name="connsiteY16" fmla="*/ 56502 h 95994"/>
                      <a:gd name="connsiteX17" fmla="*/ 42612 w 63431"/>
                      <a:gd name="connsiteY17" fmla="*/ 49006 h 95994"/>
                      <a:gd name="connsiteX18" fmla="*/ 56686 w 63431"/>
                      <a:gd name="connsiteY18" fmla="*/ 40757 h 95994"/>
                      <a:gd name="connsiteX19" fmla="*/ 61740 w 63431"/>
                      <a:gd name="connsiteY19" fmla="*/ 25786 h 95994"/>
                      <a:gd name="connsiteX20" fmla="*/ 53534 w 63431"/>
                      <a:gd name="connsiteY20" fmla="*/ 5124 h 95994"/>
                      <a:gd name="connsiteX21" fmla="*/ 30025 w 63431"/>
                      <a:gd name="connsiteY21" fmla="*/ -2055 h 95994"/>
                      <a:gd name="connsiteX22" fmla="*/ 6516 w 63431"/>
                      <a:gd name="connsiteY22" fmla="*/ 5124 h 95994"/>
                      <a:gd name="connsiteX23" fmla="*/ -1691 w 63431"/>
                      <a:gd name="connsiteY23" fmla="*/ 25786 h 95994"/>
                      <a:gd name="connsiteX24" fmla="*/ 3384 w 63431"/>
                      <a:gd name="connsiteY24" fmla="*/ 40757 h 95994"/>
                      <a:gd name="connsiteX25" fmla="*/ 17517 w 63431"/>
                      <a:gd name="connsiteY25" fmla="*/ 49006 h 95994"/>
                      <a:gd name="connsiteX26" fmla="*/ 12938 w 63431"/>
                      <a:gd name="connsiteY26" fmla="*/ 68776 h 95994"/>
                      <a:gd name="connsiteX27" fmla="*/ 17418 w 63431"/>
                      <a:gd name="connsiteY27" fmla="*/ 57572 h 95994"/>
                      <a:gd name="connsiteX28" fmla="*/ 30025 w 63431"/>
                      <a:gd name="connsiteY28" fmla="*/ 53547 h 95994"/>
                      <a:gd name="connsiteX29" fmla="*/ 42632 w 63431"/>
                      <a:gd name="connsiteY29" fmla="*/ 57572 h 95994"/>
                      <a:gd name="connsiteX30" fmla="*/ 47191 w 63431"/>
                      <a:gd name="connsiteY30" fmla="*/ 68776 h 95994"/>
                      <a:gd name="connsiteX31" fmla="*/ 42632 w 63431"/>
                      <a:gd name="connsiteY31" fmla="*/ 79999 h 95994"/>
                      <a:gd name="connsiteX32" fmla="*/ 30025 w 63431"/>
                      <a:gd name="connsiteY32" fmla="*/ 84025 h 95994"/>
                      <a:gd name="connsiteX33" fmla="*/ 17418 w 63431"/>
                      <a:gd name="connsiteY33" fmla="*/ 79999 h 95994"/>
                      <a:gd name="connsiteX34" fmla="*/ 12938 w 63431"/>
                      <a:gd name="connsiteY34" fmla="*/ 6877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30025" y="43692"/>
                        </a:moveTo>
                        <a:cubicBezTo>
                          <a:pt x="24078" y="43692"/>
                          <a:pt x="19400" y="42099"/>
                          <a:pt x="15991" y="38913"/>
                        </a:cubicBezTo>
                        <a:cubicBezTo>
                          <a:pt x="12595" y="35727"/>
                          <a:pt x="10896" y="31351"/>
                          <a:pt x="10896" y="25786"/>
                        </a:cubicBezTo>
                        <a:cubicBezTo>
                          <a:pt x="10896" y="20207"/>
                          <a:pt x="12595" y="15825"/>
                          <a:pt x="15991" y="12639"/>
                        </a:cubicBezTo>
                        <a:cubicBezTo>
                          <a:pt x="19400" y="9453"/>
                          <a:pt x="24078" y="7860"/>
                          <a:pt x="30025" y="7860"/>
                        </a:cubicBezTo>
                        <a:cubicBezTo>
                          <a:pt x="35972" y="7860"/>
                          <a:pt x="40656" y="9460"/>
                          <a:pt x="44079" y="12659"/>
                        </a:cubicBezTo>
                        <a:cubicBezTo>
                          <a:pt x="47515" y="15871"/>
                          <a:pt x="49233" y="20247"/>
                          <a:pt x="49233" y="25786"/>
                        </a:cubicBezTo>
                        <a:cubicBezTo>
                          <a:pt x="49233" y="31351"/>
                          <a:pt x="47528" y="35727"/>
                          <a:pt x="44118" y="38913"/>
                        </a:cubicBezTo>
                        <a:cubicBezTo>
                          <a:pt x="40722" y="42099"/>
                          <a:pt x="36024" y="43692"/>
                          <a:pt x="30025" y="43692"/>
                        </a:cubicBezTo>
                        <a:close/>
                        <a:moveTo>
                          <a:pt x="17517" y="49006"/>
                        </a:moveTo>
                        <a:cubicBezTo>
                          <a:pt x="12152" y="50328"/>
                          <a:pt x="7969" y="52826"/>
                          <a:pt x="4970" y="56502"/>
                        </a:cubicBezTo>
                        <a:cubicBezTo>
                          <a:pt x="1983" y="60190"/>
                          <a:pt x="490" y="64678"/>
                          <a:pt x="490" y="69966"/>
                        </a:cubicBezTo>
                        <a:cubicBezTo>
                          <a:pt x="490" y="77355"/>
                          <a:pt x="3119" y="83199"/>
                          <a:pt x="8379" y="87495"/>
                        </a:cubicBezTo>
                        <a:cubicBezTo>
                          <a:pt x="13652" y="91791"/>
                          <a:pt x="20867" y="93939"/>
                          <a:pt x="30025" y="93939"/>
                        </a:cubicBezTo>
                        <a:cubicBezTo>
                          <a:pt x="39236" y="93939"/>
                          <a:pt x="46464" y="91791"/>
                          <a:pt x="51710" y="87495"/>
                        </a:cubicBezTo>
                        <a:cubicBezTo>
                          <a:pt x="56957" y="83199"/>
                          <a:pt x="59580" y="77355"/>
                          <a:pt x="59580" y="69966"/>
                        </a:cubicBezTo>
                        <a:cubicBezTo>
                          <a:pt x="59580" y="64678"/>
                          <a:pt x="58080" y="60190"/>
                          <a:pt x="55080" y="56502"/>
                        </a:cubicBezTo>
                        <a:cubicBezTo>
                          <a:pt x="52094" y="52826"/>
                          <a:pt x="47938" y="50328"/>
                          <a:pt x="42612" y="49006"/>
                        </a:cubicBezTo>
                        <a:cubicBezTo>
                          <a:pt x="48638" y="47605"/>
                          <a:pt x="53329" y="44855"/>
                          <a:pt x="56686" y="40757"/>
                        </a:cubicBezTo>
                        <a:cubicBezTo>
                          <a:pt x="60056" y="36672"/>
                          <a:pt x="61740" y="31682"/>
                          <a:pt x="61740" y="25786"/>
                        </a:cubicBezTo>
                        <a:cubicBezTo>
                          <a:pt x="61740" y="16810"/>
                          <a:pt x="59005" y="9922"/>
                          <a:pt x="53534" y="5124"/>
                        </a:cubicBezTo>
                        <a:cubicBezTo>
                          <a:pt x="48063" y="338"/>
                          <a:pt x="40227" y="-2055"/>
                          <a:pt x="30025" y="-2055"/>
                        </a:cubicBezTo>
                        <a:cubicBezTo>
                          <a:pt x="19836" y="-2055"/>
                          <a:pt x="12000" y="338"/>
                          <a:pt x="6516" y="5124"/>
                        </a:cubicBezTo>
                        <a:cubicBezTo>
                          <a:pt x="1045" y="9922"/>
                          <a:pt x="-1691" y="16810"/>
                          <a:pt x="-1691" y="25786"/>
                        </a:cubicBezTo>
                        <a:cubicBezTo>
                          <a:pt x="-1691" y="31682"/>
                          <a:pt x="1" y="36672"/>
                          <a:pt x="3384" y="40757"/>
                        </a:cubicBezTo>
                        <a:cubicBezTo>
                          <a:pt x="6780" y="44855"/>
                          <a:pt x="11491" y="47605"/>
                          <a:pt x="17517" y="49006"/>
                        </a:cubicBezTo>
                        <a:close/>
                        <a:moveTo>
                          <a:pt x="12938" y="68776"/>
                        </a:moveTo>
                        <a:cubicBezTo>
                          <a:pt x="12938" y="63990"/>
                          <a:pt x="14431" y="60256"/>
                          <a:pt x="17418" y="57572"/>
                        </a:cubicBezTo>
                        <a:cubicBezTo>
                          <a:pt x="20418" y="54889"/>
                          <a:pt x="24620" y="53547"/>
                          <a:pt x="30025" y="53547"/>
                        </a:cubicBezTo>
                        <a:cubicBezTo>
                          <a:pt x="35403" y="53547"/>
                          <a:pt x="39606" y="54889"/>
                          <a:pt x="42632" y="57572"/>
                        </a:cubicBezTo>
                        <a:cubicBezTo>
                          <a:pt x="45671" y="60256"/>
                          <a:pt x="47191" y="63990"/>
                          <a:pt x="47191" y="68776"/>
                        </a:cubicBezTo>
                        <a:cubicBezTo>
                          <a:pt x="47191" y="73575"/>
                          <a:pt x="45671" y="77316"/>
                          <a:pt x="42632" y="79999"/>
                        </a:cubicBezTo>
                        <a:cubicBezTo>
                          <a:pt x="39606" y="82683"/>
                          <a:pt x="35403" y="84025"/>
                          <a:pt x="30025" y="84025"/>
                        </a:cubicBezTo>
                        <a:cubicBezTo>
                          <a:pt x="24620" y="84025"/>
                          <a:pt x="20418" y="82683"/>
                          <a:pt x="17418" y="79999"/>
                        </a:cubicBezTo>
                        <a:cubicBezTo>
                          <a:pt x="14431" y="77316"/>
                          <a:pt x="12938" y="73575"/>
                          <a:pt x="12938" y="687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84" name="Freeform: Shape 283">
                    <a:extLst>
                      <a:ext uri="{FF2B5EF4-FFF2-40B4-BE49-F238E27FC236}">
                        <a16:creationId xmlns:a16="http://schemas.microsoft.com/office/drawing/2014/main" id="{4FB285A1-B064-C143-493F-7EA8CCF2B05F}"/>
                      </a:ext>
                    </a:extLst>
                  </p:cNvPr>
                  <p:cNvSpPr/>
                  <p:nvPr/>
                </p:nvSpPr>
                <p:spPr>
                  <a:xfrm flipV="1">
                    <a:off x="7575673" y="4672504"/>
                    <a:ext cx="63926" cy="95994"/>
                  </a:xfrm>
                  <a:custGeom>
                    <a:avLst/>
                    <a:gdLst>
                      <a:gd name="connsiteX0" fmla="*/ 30269 w 63926"/>
                      <a:gd name="connsiteY0" fmla="*/ 84025 h 95994"/>
                      <a:gd name="connsiteX1" fmla="*/ 15739 w 63926"/>
                      <a:gd name="connsiteY1" fmla="*/ 74507 h 95994"/>
                      <a:gd name="connsiteX2" fmla="*/ 10882 w 63926"/>
                      <a:gd name="connsiteY2" fmla="*/ 45913 h 95994"/>
                      <a:gd name="connsiteX3" fmla="*/ 15739 w 63926"/>
                      <a:gd name="connsiteY3" fmla="*/ 17378 h 95994"/>
                      <a:gd name="connsiteX4" fmla="*/ 30269 w 63926"/>
                      <a:gd name="connsiteY4" fmla="*/ 7860 h 95994"/>
                      <a:gd name="connsiteX5" fmla="*/ 44858 w 63926"/>
                      <a:gd name="connsiteY5" fmla="*/ 17378 h 95994"/>
                      <a:gd name="connsiteX6" fmla="*/ 49734 w 63926"/>
                      <a:gd name="connsiteY6" fmla="*/ 45913 h 95994"/>
                      <a:gd name="connsiteX7" fmla="*/ 44858 w 63926"/>
                      <a:gd name="connsiteY7" fmla="*/ 74507 h 95994"/>
                      <a:gd name="connsiteX8" fmla="*/ 30269 w 63926"/>
                      <a:gd name="connsiteY8" fmla="*/ 84025 h 95994"/>
                      <a:gd name="connsiteX9" fmla="*/ 30269 w 63926"/>
                      <a:gd name="connsiteY9" fmla="*/ 93939 h 95994"/>
                      <a:gd name="connsiteX10" fmla="*/ 54035 w 63926"/>
                      <a:gd name="connsiteY10" fmla="*/ 81625 h 95994"/>
                      <a:gd name="connsiteX11" fmla="*/ 62242 w 63926"/>
                      <a:gd name="connsiteY11" fmla="*/ 45913 h 95994"/>
                      <a:gd name="connsiteX12" fmla="*/ 54035 w 63926"/>
                      <a:gd name="connsiteY12" fmla="*/ 10240 h 95994"/>
                      <a:gd name="connsiteX13" fmla="*/ 30269 w 63926"/>
                      <a:gd name="connsiteY13" fmla="*/ -2055 h 95994"/>
                      <a:gd name="connsiteX14" fmla="*/ 6522 w 63926"/>
                      <a:gd name="connsiteY14" fmla="*/ 10240 h 95994"/>
                      <a:gd name="connsiteX15" fmla="*/ -1685 w 63926"/>
                      <a:gd name="connsiteY15" fmla="*/ 45913 h 95994"/>
                      <a:gd name="connsiteX16" fmla="*/ 6522 w 63926"/>
                      <a:gd name="connsiteY16" fmla="*/ 81625 h 95994"/>
                      <a:gd name="connsiteX17" fmla="*/ 30269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69" y="84025"/>
                        </a:moveTo>
                        <a:cubicBezTo>
                          <a:pt x="23833" y="84025"/>
                          <a:pt x="18990" y="80852"/>
                          <a:pt x="15739" y="74507"/>
                        </a:cubicBezTo>
                        <a:cubicBezTo>
                          <a:pt x="12501" y="68174"/>
                          <a:pt x="10882" y="58643"/>
                          <a:pt x="10882" y="45913"/>
                        </a:cubicBezTo>
                        <a:cubicBezTo>
                          <a:pt x="10882" y="33235"/>
                          <a:pt x="12501" y="23724"/>
                          <a:pt x="15739" y="17378"/>
                        </a:cubicBezTo>
                        <a:cubicBezTo>
                          <a:pt x="18990" y="11033"/>
                          <a:pt x="23833" y="7860"/>
                          <a:pt x="30269" y="7860"/>
                        </a:cubicBezTo>
                        <a:cubicBezTo>
                          <a:pt x="36757" y="7860"/>
                          <a:pt x="41620" y="11033"/>
                          <a:pt x="44858" y="17378"/>
                        </a:cubicBezTo>
                        <a:cubicBezTo>
                          <a:pt x="48109" y="23724"/>
                          <a:pt x="49734" y="33235"/>
                          <a:pt x="49734" y="45913"/>
                        </a:cubicBezTo>
                        <a:cubicBezTo>
                          <a:pt x="49734" y="58643"/>
                          <a:pt x="48109" y="68174"/>
                          <a:pt x="44858" y="74507"/>
                        </a:cubicBezTo>
                        <a:cubicBezTo>
                          <a:pt x="41620" y="80852"/>
                          <a:pt x="36757" y="84025"/>
                          <a:pt x="30269" y="84025"/>
                        </a:cubicBezTo>
                        <a:close/>
                        <a:moveTo>
                          <a:pt x="30269" y="93939"/>
                        </a:moveTo>
                        <a:cubicBezTo>
                          <a:pt x="40642" y="93939"/>
                          <a:pt x="48565" y="89835"/>
                          <a:pt x="54035" y="81625"/>
                        </a:cubicBezTo>
                        <a:cubicBezTo>
                          <a:pt x="59506" y="73429"/>
                          <a:pt x="62242" y="61525"/>
                          <a:pt x="62242" y="45913"/>
                        </a:cubicBezTo>
                        <a:cubicBezTo>
                          <a:pt x="62242" y="30340"/>
                          <a:pt x="59506" y="18449"/>
                          <a:pt x="54035" y="10240"/>
                        </a:cubicBezTo>
                        <a:cubicBezTo>
                          <a:pt x="48565" y="2043"/>
                          <a:pt x="40642" y="-2055"/>
                          <a:pt x="30269" y="-2055"/>
                        </a:cubicBezTo>
                        <a:cubicBezTo>
                          <a:pt x="19908" y="-2055"/>
                          <a:pt x="11992" y="2043"/>
                          <a:pt x="6522" y="10240"/>
                        </a:cubicBezTo>
                        <a:cubicBezTo>
                          <a:pt x="1051" y="18449"/>
                          <a:pt x="-1685" y="30340"/>
                          <a:pt x="-1685" y="45913"/>
                        </a:cubicBezTo>
                        <a:cubicBezTo>
                          <a:pt x="-1685" y="61525"/>
                          <a:pt x="1051" y="73429"/>
                          <a:pt x="6522" y="81625"/>
                        </a:cubicBezTo>
                        <a:cubicBezTo>
                          <a:pt x="11992" y="89835"/>
                          <a:pt x="19908" y="93939"/>
                          <a:pt x="30269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85" name="Graphic 245">
                <a:extLst>
                  <a:ext uri="{FF2B5EF4-FFF2-40B4-BE49-F238E27FC236}">
                    <a16:creationId xmlns:a16="http://schemas.microsoft.com/office/drawing/2014/main" id="{540A1528-920D-1F24-1194-F292CCDA597C}"/>
                  </a:ext>
                </a:extLst>
              </p:cNvPr>
              <p:cNvGrpSpPr/>
              <p:nvPr/>
            </p:nvGrpSpPr>
            <p:grpSpPr>
              <a:xfrm>
                <a:off x="8320842" y="4581427"/>
                <a:ext cx="224858" cy="187070"/>
                <a:chOff x="8320842" y="4581427"/>
                <a:chExt cx="224858" cy="187070"/>
              </a:xfrm>
              <a:solidFill>
                <a:srgbClr val="000000"/>
              </a:solidFill>
            </p:grpSpPr>
            <p:sp>
              <p:nvSpPr>
                <p:cNvPr id="286" name="Freeform: Shape 285">
                  <a:extLst>
                    <a:ext uri="{FF2B5EF4-FFF2-40B4-BE49-F238E27FC236}">
                      <a16:creationId xmlns:a16="http://schemas.microsoft.com/office/drawing/2014/main" id="{A8332F6B-F3DD-4A9D-34C4-FA0DB0CB6C87}"/>
                    </a:ext>
                  </a:extLst>
                </p:cNvPr>
                <p:cNvSpPr/>
                <p:nvPr/>
              </p:nvSpPr>
              <p:spPr>
                <a:xfrm>
                  <a:off x="8433056" y="4581427"/>
                  <a:ext cx="12686" cy="44417"/>
                </a:xfrm>
                <a:custGeom>
                  <a:avLst/>
                  <a:gdLst>
                    <a:gd name="connsiteX0" fmla="*/ 415 w 12686"/>
                    <a:gd name="connsiteY0" fmla="*/ 264 h 44417"/>
                    <a:gd name="connsiteX1" fmla="*/ 415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415" y="264"/>
                      </a:moveTo>
                      <a:lnTo>
                        <a:pt x="415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87" name="Graphic 245">
                  <a:extLst>
                    <a:ext uri="{FF2B5EF4-FFF2-40B4-BE49-F238E27FC236}">
                      <a16:creationId xmlns:a16="http://schemas.microsoft.com/office/drawing/2014/main" id="{CE9D1B2A-EEC5-196A-F1E3-3BED6D5BDEAF}"/>
                    </a:ext>
                  </a:extLst>
                </p:cNvPr>
                <p:cNvGrpSpPr/>
                <p:nvPr/>
              </p:nvGrpSpPr>
              <p:grpSpPr>
                <a:xfrm>
                  <a:off x="8320842" y="4672504"/>
                  <a:ext cx="224858" cy="95994"/>
                  <a:chOff x="8320842" y="4672504"/>
                  <a:chExt cx="224858" cy="95994"/>
                </a:xfrm>
                <a:solidFill>
                  <a:srgbClr val="000000"/>
                </a:solidFill>
              </p:grpSpPr>
              <p:sp>
                <p:nvSpPr>
                  <p:cNvPr id="288" name="Freeform: Shape 287">
                    <a:extLst>
                      <a:ext uri="{FF2B5EF4-FFF2-40B4-BE49-F238E27FC236}">
                        <a16:creationId xmlns:a16="http://schemas.microsoft.com/office/drawing/2014/main" id="{55040DD5-D472-B8B8-1B71-E39FC03088D0}"/>
                      </a:ext>
                    </a:extLst>
                  </p:cNvPr>
                  <p:cNvSpPr/>
                  <p:nvPr/>
                </p:nvSpPr>
                <p:spPr>
                  <a:xfrm flipV="1">
                    <a:off x="8320842" y="4672504"/>
                    <a:ext cx="63867" cy="95994"/>
                  </a:xfrm>
                  <a:custGeom>
                    <a:avLst/>
                    <a:gdLst>
                      <a:gd name="connsiteX0" fmla="*/ 31374 w 63867"/>
                      <a:gd name="connsiteY0" fmla="*/ 50989 h 95994"/>
                      <a:gd name="connsiteX1" fmla="*/ 18014 w 63867"/>
                      <a:gd name="connsiteY1" fmla="*/ 45219 h 95994"/>
                      <a:gd name="connsiteX2" fmla="*/ 13098 w 63867"/>
                      <a:gd name="connsiteY2" fmla="*/ 29434 h 95994"/>
                      <a:gd name="connsiteX3" fmla="*/ 18014 w 63867"/>
                      <a:gd name="connsiteY3" fmla="*/ 13650 h 95994"/>
                      <a:gd name="connsiteX4" fmla="*/ 31374 w 63867"/>
                      <a:gd name="connsiteY4" fmla="*/ 7860 h 95994"/>
                      <a:gd name="connsiteX5" fmla="*/ 44715 w 63867"/>
                      <a:gd name="connsiteY5" fmla="*/ 13650 h 95994"/>
                      <a:gd name="connsiteX6" fmla="*/ 49630 w 63867"/>
                      <a:gd name="connsiteY6" fmla="*/ 29434 h 95994"/>
                      <a:gd name="connsiteX7" fmla="*/ 44715 w 63867"/>
                      <a:gd name="connsiteY7" fmla="*/ 45219 h 95994"/>
                      <a:gd name="connsiteX8" fmla="*/ 31374 w 63867"/>
                      <a:gd name="connsiteY8" fmla="*/ 50989 h 95994"/>
                      <a:gd name="connsiteX9" fmla="*/ 56211 w 63867"/>
                      <a:gd name="connsiteY9" fmla="*/ 90231 h 95994"/>
                      <a:gd name="connsiteX10" fmla="*/ 56211 w 63867"/>
                      <a:gd name="connsiteY10" fmla="*/ 78829 h 95994"/>
                      <a:gd name="connsiteX11" fmla="*/ 46697 w 63867"/>
                      <a:gd name="connsiteY11" fmla="*/ 82220 h 95994"/>
                      <a:gd name="connsiteX12" fmla="*/ 37182 w 63867"/>
                      <a:gd name="connsiteY12" fmla="*/ 83410 h 95994"/>
                      <a:gd name="connsiteX13" fmla="*/ 18252 w 63867"/>
                      <a:gd name="connsiteY13" fmla="*/ 75042 h 95994"/>
                      <a:gd name="connsiteX14" fmla="*/ 10799 w 63867"/>
                      <a:gd name="connsiteY14" fmla="*/ 49760 h 95994"/>
                      <a:gd name="connsiteX15" fmla="*/ 19957 w 63867"/>
                      <a:gd name="connsiteY15" fmla="*/ 58028 h 95994"/>
                      <a:gd name="connsiteX16" fmla="*/ 32108 w 63867"/>
                      <a:gd name="connsiteY16" fmla="*/ 60904 h 95994"/>
                      <a:gd name="connsiteX17" fmla="*/ 54130 w 63867"/>
                      <a:gd name="connsiteY17" fmla="*/ 52436 h 95994"/>
                      <a:gd name="connsiteX18" fmla="*/ 62218 w 63867"/>
                      <a:gd name="connsiteY18" fmla="*/ 29434 h 95994"/>
                      <a:gd name="connsiteX19" fmla="*/ 53793 w 63867"/>
                      <a:gd name="connsiteY19" fmla="*/ 6551 h 95994"/>
                      <a:gd name="connsiteX20" fmla="*/ 31374 w 63867"/>
                      <a:gd name="connsiteY20" fmla="*/ -2055 h 95994"/>
                      <a:gd name="connsiteX21" fmla="*/ 6834 w 63867"/>
                      <a:gd name="connsiteY21" fmla="*/ 10240 h 95994"/>
                      <a:gd name="connsiteX22" fmla="*/ -1650 w 63867"/>
                      <a:gd name="connsiteY22" fmla="*/ 45913 h 95994"/>
                      <a:gd name="connsiteX23" fmla="*/ 8757 w 63867"/>
                      <a:gd name="connsiteY23" fmla="*/ 80892 h 95994"/>
                      <a:gd name="connsiteX24" fmla="*/ 36687 w 63867"/>
                      <a:gd name="connsiteY24" fmla="*/ 93939 h 95994"/>
                      <a:gd name="connsiteX25" fmla="*/ 46201 w 63867"/>
                      <a:gd name="connsiteY25" fmla="*/ 93007 h 95994"/>
                      <a:gd name="connsiteX26" fmla="*/ 56211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374" y="50989"/>
                        </a:moveTo>
                        <a:cubicBezTo>
                          <a:pt x="25758" y="50989"/>
                          <a:pt x="21305" y="49065"/>
                          <a:pt x="18014" y="45219"/>
                        </a:cubicBezTo>
                        <a:cubicBezTo>
                          <a:pt x="14737" y="41385"/>
                          <a:pt x="13098" y="36123"/>
                          <a:pt x="13098" y="29434"/>
                        </a:cubicBezTo>
                        <a:cubicBezTo>
                          <a:pt x="13098" y="22785"/>
                          <a:pt x="14737" y="17524"/>
                          <a:pt x="18014" y="13650"/>
                        </a:cubicBezTo>
                        <a:cubicBezTo>
                          <a:pt x="21305" y="9790"/>
                          <a:pt x="25758" y="7860"/>
                          <a:pt x="31374" y="7860"/>
                        </a:cubicBezTo>
                        <a:cubicBezTo>
                          <a:pt x="36991" y="7860"/>
                          <a:pt x="41437" y="9790"/>
                          <a:pt x="44715" y="13650"/>
                        </a:cubicBezTo>
                        <a:cubicBezTo>
                          <a:pt x="47992" y="17524"/>
                          <a:pt x="49630" y="22785"/>
                          <a:pt x="49630" y="29434"/>
                        </a:cubicBezTo>
                        <a:cubicBezTo>
                          <a:pt x="49630" y="36123"/>
                          <a:pt x="47992" y="41385"/>
                          <a:pt x="44715" y="45219"/>
                        </a:cubicBezTo>
                        <a:cubicBezTo>
                          <a:pt x="41437" y="49065"/>
                          <a:pt x="36991" y="50989"/>
                          <a:pt x="31374" y="50989"/>
                        </a:cubicBezTo>
                        <a:close/>
                        <a:moveTo>
                          <a:pt x="56211" y="90231"/>
                        </a:moveTo>
                        <a:lnTo>
                          <a:pt x="56211" y="78829"/>
                        </a:lnTo>
                        <a:cubicBezTo>
                          <a:pt x="53066" y="80310"/>
                          <a:pt x="49895" y="81440"/>
                          <a:pt x="46697" y="82220"/>
                        </a:cubicBezTo>
                        <a:cubicBezTo>
                          <a:pt x="43499" y="83013"/>
                          <a:pt x="40327" y="83410"/>
                          <a:pt x="37182" y="83410"/>
                        </a:cubicBezTo>
                        <a:cubicBezTo>
                          <a:pt x="28923" y="83410"/>
                          <a:pt x="22613" y="80621"/>
                          <a:pt x="18252" y="75042"/>
                        </a:cubicBezTo>
                        <a:cubicBezTo>
                          <a:pt x="13904" y="69463"/>
                          <a:pt x="11420" y="61036"/>
                          <a:pt x="10799" y="49760"/>
                        </a:cubicBezTo>
                        <a:cubicBezTo>
                          <a:pt x="13230" y="53355"/>
                          <a:pt x="16283" y="56112"/>
                          <a:pt x="19957" y="58028"/>
                        </a:cubicBezTo>
                        <a:cubicBezTo>
                          <a:pt x="23644" y="59945"/>
                          <a:pt x="27694" y="60904"/>
                          <a:pt x="32108" y="60904"/>
                        </a:cubicBezTo>
                        <a:cubicBezTo>
                          <a:pt x="41398" y="60904"/>
                          <a:pt x="48738" y="58081"/>
                          <a:pt x="54130" y="52436"/>
                        </a:cubicBezTo>
                        <a:cubicBezTo>
                          <a:pt x="59522" y="46805"/>
                          <a:pt x="62218" y="39138"/>
                          <a:pt x="62218" y="29434"/>
                        </a:cubicBezTo>
                        <a:cubicBezTo>
                          <a:pt x="62218" y="19929"/>
                          <a:pt x="59409" y="12302"/>
                          <a:pt x="53793" y="6551"/>
                        </a:cubicBezTo>
                        <a:cubicBezTo>
                          <a:pt x="48177" y="814"/>
                          <a:pt x="40704" y="-2055"/>
                          <a:pt x="31374" y="-2055"/>
                        </a:cubicBezTo>
                        <a:cubicBezTo>
                          <a:pt x="20670" y="-2055"/>
                          <a:pt x="12490" y="2043"/>
                          <a:pt x="6834" y="10240"/>
                        </a:cubicBezTo>
                        <a:cubicBezTo>
                          <a:pt x="1178" y="18449"/>
                          <a:pt x="-1650" y="30340"/>
                          <a:pt x="-1650" y="45913"/>
                        </a:cubicBezTo>
                        <a:cubicBezTo>
                          <a:pt x="-1650" y="60534"/>
                          <a:pt x="1819" y="72193"/>
                          <a:pt x="8757" y="80892"/>
                        </a:cubicBezTo>
                        <a:cubicBezTo>
                          <a:pt x="15695" y="89590"/>
                          <a:pt x="25005" y="93939"/>
                          <a:pt x="36687" y="93939"/>
                        </a:cubicBezTo>
                        <a:cubicBezTo>
                          <a:pt x="39832" y="93939"/>
                          <a:pt x="43003" y="93629"/>
                          <a:pt x="46201" y="93007"/>
                        </a:cubicBezTo>
                        <a:cubicBezTo>
                          <a:pt x="49399" y="92386"/>
                          <a:pt x="52736" y="91461"/>
                          <a:pt x="56211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89" name="Freeform: Shape 288">
                    <a:extLst>
                      <a:ext uri="{FF2B5EF4-FFF2-40B4-BE49-F238E27FC236}">
                        <a16:creationId xmlns:a16="http://schemas.microsoft.com/office/drawing/2014/main" id="{B02F5150-6C7D-DBE1-62E4-4385809D568A}"/>
                      </a:ext>
                    </a:extLst>
                  </p:cNvPr>
                  <p:cNvSpPr/>
                  <p:nvPr/>
                </p:nvSpPr>
                <p:spPr>
                  <a:xfrm flipV="1">
                    <a:off x="8401060" y="4672504"/>
                    <a:ext cx="63926" cy="95994"/>
                  </a:xfrm>
                  <a:custGeom>
                    <a:avLst/>
                    <a:gdLst>
                      <a:gd name="connsiteX0" fmla="*/ 30334 w 63926"/>
                      <a:gd name="connsiteY0" fmla="*/ 84025 h 95994"/>
                      <a:gd name="connsiteX1" fmla="*/ 15804 w 63926"/>
                      <a:gd name="connsiteY1" fmla="*/ 74507 h 95994"/>
                      <a:gd name="connsiteX2" fmla="*/ 10948 w 63926"/>
                      <a:gd name="connsiteY2" fmla="*/ 45913 h 95994"/>
                      <a:gd name="connsiteX3" fmla="*/ 15804 w 63926"/>
                      <a:gd name="connsiteY3" fmla="*/ 17378 h 95994"/>
                      <a:gd name="connsiteX4" fmla="*/ 30334 w 63926"/>
                      <a:gd name="connsiteY4" fmla="*/ 7860 h 95994"/>
                      <a:gd name="connsiteX5" fmla="*/ 44923 w 63926"/>
                      <a:gd name="connsiteY5" fmla="*/ 17378 h 95994"/>
                      <a:gd name="connsiteX6" fmla="*/ 49799 w 63926"/>
                      <a:gd name="connsiteY6" fmla="*/ 45913 h 95994"/>
                      <a:gd name="connsiteX7" fmla="*/ 44923 w 63926"/>
                      <a:gd name="connsiteY7" fmla="*/ 74507 h 95994"/>
                      <a:gd name="connsiteX8" fmla="*/ 30334 w 63926"/>
                      <a:gd name="connsiteY8" fmla="*/ 84025 h 95994"/>
                      <a:gd name="connsiteX9" fmla="*/ 30334 w 63926"/>
                      <a:gd name="connsiteY9" fmla="*/ 93939 h 95994"/>
                      <a:gd name="connsiteX10" fmla="*/ 54101 w 63926"/>
                      <a:gd name="connsiteY10" fmla="*/ 81625 h 95994"/>
                      <a:gd name="connsiteX11" fmla="*/ 62307 w 63926"/>
                      <a:gd name="connsiteY11" fmla="*/ 45913 h 95994"/>
                      <a:gd name="connsiteX12" fmla="*/ 54101 w 63926"/>
                      <a:gd name="connsiteY12" fmla="*/ 10240 h 95994"/>
                      <a:gd name="connsiteX13" fmla="*/ 30334 w 63926"/>
                      <a:gd name="connsiteY13" fmla="*/ -2055 h 95994"/>
                      <a:gd name="connsiteX14" fmla="*/ 6587 w 63926"/>
                      <a:gd name="connsiteY14" fmla="*/ 10240 h 95994"/>
                      <a:gd name="connsiteX15" fmla="*/ -1620 w 63926"/>
                      <a:gd name="connsiteY15" fmla="*/ 45913 h 95994"/>
                      <a:gd name="connsiteX16" fmla="*/ 6587 w 63926"/>
                      <a:gd name="connsiteY16" fmla="*/ 81625 h 95994"/>
                      <a:gd name="connsiteX17" fmla="*/ 3033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34" y="84025"/>
                        </a:moveTo>
                        <a:cubicBezTo>
                          <a:pt x="23898" y="84025"/>
                          <a:pt x="19055" y="80852"/>
                          <a:pt x="15804" y="74507"/>
                        </a:cubicBezTo>
                        <a:cubicBezTo>
                          <a:pt x="12566" y="68174"/>
                          <a:pt x="10948" y="58643"/>
                          <a:pt x="10948" y="45913"/>
                        </a:cubicBezTo>
                        <a:cubicBezTo>
                          <a:pt x="10948" y="33235"/>
                          <a:pt x="12566" y="23724"/>
                          <a:pt x="15804" y="17378"/>
                        </a:cubicBezTo>
                        <a:cubicBezTo>
                          <a:pt x="19055" y="11033"/>
                          <a:pt x="23898" y="7860"/>
                          <a:pt x="30334" y="7860"/>
                        </a:cubicBezTo>
                        <a:cubicBezTo>
                          <a:pt x="36822" y="7860"/>
                          <a:pt x="41685" y="11033"/>
                          <a:pt x="44923" y="17378"/>
                        </a:cubicBezTo>
                        <a:cubicBezTo>
                          <a:pt x="48174" y="23724"/>
                          <a:pt x="49799" y="33235"/>
                          <a:pt x="49799" y="45913"/>
                        </a:cubicBezTo>
                        <a:cubicBezTo>
                          <a:pt x="49799" y="58643"/>
                          <a:pt x="48174" y="68174"/>
                          <a:pt x="44923" y="74507"/>
                        </a:cubicBezTo>
                        <a:cubicBezTo>
                          <a:pt x="41685" y="80852"/>
                          <a:pt x="36822" y="84025"/>
                          <a:pt x="30334" y="84025"/>
                        </a:cubicBezTo>
                        <a:close/>
                        <a:moveTo>
                          <a:pt x="30334" y="93939"/>
                        </a:moveTo>
                        <a:cubicBezTo>
                          <a:pt x="40707" y="93939"/>
                          <a:pt x="48630" y="89835"/>
                          <a:pt x="54101" y="81625"/>
                        </a:cubicBezTo>
                        <a:cubicBezTo>
                          <a:pt x="59571" y="73429"/>
                          <a:pt x="62307" y="61525"/>
                          <a:pt x="62307" y="45913"/>
                        </a:cubicBezTo>
                        <a:cubicBezTo>
                          <a:pt x="62307" y="30340"/>
                          <a:pt x="59571" y="18449"/>
                          <a:pt x="54101" y="10240"/>
                        </a:cubicBezTo>
                        <a:cubicBezTo>
                          <a:pt x="48630" y="2043"/>
                          <a:pt x="40707" y="-2055"/>
                          <a:pt x="30334" y="-2055"/>
                        </a:cubicBezTo>
                        <a:cubicBezTo>
                          <a:pt x="19973" y="-2055"/>
                          <a:pt x="12058" y="2043"/>
                          <a:pt x="6587" y="10240"/>
                        </a:cubicBezTo>
                        <a:cubicBezTo>
                          <a:pt x="1116" y="18449"/>
                          <a:pt x="-1620" y="30340"/>
                          <a:pt x="-1620" y="45913"/>
                        </a:cubicBezTo>
                        <a:cubicBezTo>
                          <a:pt x="-1620" y="61525"/>
                          <a:pt x="1116" y="73429"/>
                          <a:pt x="6587" y="81625"/>
                        </a:cubicBezTo>
                        <a:cubicBezTo>
                          <a:pt x="12058" y="89835"/>
                          <a:pt x="19973" y="93939"/>
                          <a:pt x="3033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90" name="Freeform: Shape 289">
                    <a:extLst>
                      <a:ext uri="{FF2B5EF4-FFF2-40B4-BE49-F238E27FC236}">
                        <a16:creationId xmlns:a16="http://schemas.microsoft.com/office/drawing/2014/main" id="{6969CC7B-ED6E-2A46-349C-DD79C49B1497}"/>
                      </a:ext>
                    </a:extLst>
                  </p:cNvPr>
                  <p:cNvSpPr/>
                  <p:nvPr/>
                </p:nvSpPr>
                <p:spPr>
                  <a:xfrm flipV="1">
                    <a:off x="8481774" y="4672504"/>
                    <a:ext cx="63926" cy="95994"/>
                  </a:xfrm>
                  <a:custGeom>
                    <a:avLst/>
                    <a:gdLst>
                      <a:gd name="connsiteX0" fmla="*/ 30340 w 63926"/>
                      <a:gd name="connsiteY0" fmla="*/ 84025 h 95994"/>
                      <a:gd name="connsiteX1" fmla="*/ 15810 w 63926"/>
                      <a:gd name="connsiteY1" fmla="*/ 74507 h 95994"/>
                      <a:gd name="connsiteX2" fmla="*/ 10954 w 63926"/>
                      <a:gd name="connsiteY2" fmla="*/ 45913 h 95994"/>
                      <a:gd name="connsiteX3" fmla="*/ 15810 w 63926"/>
                      <a:gd name="connsiteY3" fmla="*/ 17378 h 95994"/>
                      <a:gd name="connsiteX4" fmla="*/ 30340 w 63926"/>
                      <a:gd name="connsiteY4" fmla="*/ 7860 h 95994"/>
                      <a:gd name="connsiteX5" fmla="*/ 44929 w 63926"/>
                      <a:gd name="connsiteY5" fmla="*/ 17378 h 95994"/>
                      <a:gd name="connsiteX6" fmla="*/ 49805 w 63926"/>
                      <a:gd name="connsiteY6" fmla="*/ 45913 h 95994"/>
                      <a:gd name="connsiteX7" fmla="*/ 44929 w 63926"/>
                      <a:gd name="connsiteY7" fmla="*/ 74507 h 95994"/>
                      <a:gd name="connsiteX8" fmla="*/ 30340 w 63926"/>
                      <a:gd name="connsiteY8" fmla="*/ 84025 h 95994"/>
                      <a:gd name="connsiteX9" fmla="*/ 30340 w 63926"/>
                      <a:gd name="connsiteY9" fmla="*/ 93939 h 95994"/>
                      <a:gd name="connsiteX10" fmla="*/ 54107 w 63926"/>
                      <a:gd name="connsiteY10" fmla="*/ 81625 h 95994"/>
                      <a:gd name="connsiteX11" fmla="*/ 62313 w 63926"/>
                      <a:gd name="connsiteY11" fmla="*/ 45913 h 95994"/>
                      <a:gd name="connsiteX12" fmla="*/ 54107 w 63926"/>
                      <a:gd name="connsiteY12" fmla="*/ 10240 h 95994"/>
                      <a:gd name="connsiteX13" fmla="*/ 30340 w 63926"/>
                      <a:gd name="connsiteY13" fmla="*/ -2055 h 95994"/>
                      <a:gd name="connsiteX14" fmla="*/ 6593 w 63926"/>
                      <a:gd name="connsiteY14" fmla="*/ 10240 h 95994"/>
                      <a:gd name="connsiteX15" fmla="*/ -1613 w 63926"/>
                      <a:gd name="connsiteY15" fmla="*/ 45913 h 95994"/>
                      <a:gd name="connsiteX16" fmla="*/ 6593 w 63926"/>
                      <a:gd name="connsiteY16" fmla="*/ 81625 h 95994"/>
                      <a:gd name="connsiteX17" fmla="*/ 30340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40" y="84025"/>
                        </a:moveTo>
                        <a:cubicBezTo>
                          <a:pt x="23904" y="84025"/>
                          <a:pt x="19061" y="80852"/>
                          <a:pt x="15810" y="74507"/>
                        </a:cubicBezTo>
                        <a:cubicBezTo>
                          <a:pt x="12573" y="68174"/>
                          <a:pt x="10954" y="58643"/>
                          <a:pt x="10954" y="45913"/>
                        </a:cubicBezTo>
                        <a:cubicBezTo>
                          <a:pt x="10954" y="33235"/>
                          <a:pt x="12573" y="23724"/>
                          <a:pt x="15810" y="17378"/>
                        </a:cubicBezTo>
                        <a:cubicBezTo>
                          <a:pt x="19061" y="11033"/>
                          <a:pt x="23904" y="7860"/>
                          <a:pt x="30340" y="7860"/>
                        </a:cubicBezTo>
                        <a:cubicBezTo>
                          <a:pt x="36828" y="7860"/>
                          <a:pt x="41692" y="11033"/>
                          <a:pt x="44929" y="17378"/>
                        </a:cubicBezTo>
                        <a:cubicBezTo>
                          <a:pt x="48180" y="23724"/>
                          <a:pt x="49805" y="33235"/>
                          <a:pt x="49805" y="45913"/>
                        </a:cubicBezTo>
                        <a:cubicBezTo>
                          <a:pt x="49805" y="58643"/>
                          <a:pt x="48180" y="68174"/>
                          <a:pt x="44929" y="74507"/>
                        </a:cubicBezTo>
                        <a:cubicBezTo>
                          <a:pt x="41692" y="80852"/>
                          <a:pt x="36828" y="84025"/>
                          <a:pt x="30340" y="84025"/>
                        </a:cubicBezTo>
                        <a:close/>
                        <a:moveTo>
                          <a:pt x="30340" y="93939"/>
                        </a:moveTo>
                        <a:cubicBezTo>
                          <a:pt x="40714" y="93939"/>
                          <a:pt x="48636" y="89835"/>
                          <a:pt x="54107" y="81625"/>
                        </a:cubicBezTo>
                        <a:cubicBezTo>
                          <a:pt x="59578" y="73429"/>
                          <a:pt x="62313" y="61525"/>
                          <a:pt x="62313" y="45913"/>
                        </a:cubicBezTo>
                        <a:cubicBezTo>
                          <a:pt x="62313" y="30340"/>
                          <a:pt x="59578" y="18449"/>
                          <a:pt x="54107" y="10240"/>
                        </a:cubicBezTo>
                        <a:cubicBezTo>
                          <a:pt x="48636" y="2043"/>
                          <a:pt x="40714" y="-2055"/>
                          <a:pt x="30340" y="-2055"/>
                        </a:cubicBezTo>
                        <a:cubicBezTo>
                          <a:pt x="19980" y="-2055"/>
                          <a:pt x="12064" y="2043"/>
                          <a:pt x="6593" y="10240"/>
                        </a:cubicBezTo>
                        <a:cubicBezTo>
                          <a:pt x="1122" y="18449"/>
                          <a:pt x="-1613" y="30340"/>
                          <a:pt x="-1613" y="45913"/>
                        </a:cubicBezTo>
                        <a:cubicBezTo>
                          <a:pt x="-1613" y="61525"/>
                          <a:pt x="1122" y="73429"/>
                          <a:pt x="6593" y="81625"/>
                        </a:cubicBezTo>
                        <a:cubicBezTo>
                          <a:pt x="12064" y="89835"/>
                          <a:pt x="19980" y="93939"/>
                          <a:pt x="30340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291" name="Graphic 245">
              <a:extLst>
                <a:ext uri="{FF2B5EF4-FFF2-40B4-BE49-F238E27FC236}">
                  <a16:creationId xmlns:a16="http://schemas.microsoft.com/office/drawing/2014/main" id="{94608A6D-EA60-88E8-E21B-255D8ACF8FE1}"/>
                </a:ext>
              </a:extLst>
            </p:cNvPr>
            <p:cNvGrpSpPr/>
            <p:nvPr/>
          </p:nvGrpSpPr>
          <p:grpSpPr>
            <a:xfrm>
              <a:off x="3858149" y="2541961"/>
              <a:ext cx="44401" cy="1825549"/>
              <a:chOff x="3858149" y="2541961"/>
              <a:chExt cx="44401" cy="1825549"/>
            </a:xfrm>
            <a:solidFill>
              <a:srgbClr val="000000"/>
            </a:solidFill>
          </p:grpSpPr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E328AC09-AFFB-B8A8-9029-F401203637E9}"/>
                  </a:ext>
                </a:extLst>
              </p:cNvPr>
              <p:cNvSpPr/>
              <p:nvPr/>
            </p:nvSpPr>
            <p:spPr>
              <a:xfrm>
                <a:off x="3858149" y="4354820"/>
                <a:ext cx="44401" cy="12690"/>
              </a:xfrm>
              <a:custGeom>
                <a:avLst/>
                <a:gdLst>
                  <a:gd name="connsiteX0" fmla="*/ 44459 w 44401"/>
                  <a:gd name="connsiteY0" fmla="*/ 246 h 12690"/>
                  <a:gd name="connsiteX1" fmla="*/ 58 w 44401"/>
                  <a:gd name="connsiteY1" fmla="*/ 246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46"/>
                    </a:moveTo>
                    <a:lnTo>
                      <a:pt x="58" y="246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A486447A-4A7B-BF2A-E948-475EB2D0236C}"/>
                  </a:ext>
                </a:extLst>
              </p:cNvPr>
              <p:cNvSpPr/>
              <p:nvPr/>
            </p:nvSpPr>
            <p:spPr>
              <a:xfrm>
                <a:off x="3858149" y="3901605"/>
                <a:ext cx="44401" cy="12690"/>
              </a:xfrm>
              <a:custGeom>
                <a:avLst/>
                <a:gdLst>
                  <a:gd name="connsiteX0" fmla="*/ 44459 w 44401"/>
                  <a:gd name="connsiteY0" fmla="*/ 210 h 12690"/>
                  <a:gd name="connsiteX1" fmla="*/ 58 w 44401"/>
                  <a:gd name="connsiteY1" fmla="*/ 21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10"/>
                    </a:moveTo>
                    <a:lnTo>
                      <a:pt x="58" y="210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8438C863-BA82-FCB4-7108-54218502DA38}"/>
                  </a:ext>
                </a:extLst>
              </p:cNvPr>
              <p:cNvSpPr/>
              <p:nvPr/>
            </p:nvSpPr>
            <p:spPr>
              <a:xfrm>
                <a:off x="3858149" y="3448391"/>
                <a:ext cx="44401" cy="12690"/>
              </a:xfrm>
              <a:custGeom>
                <a:avLst/>
                <a:gdLst>
                  <a:gd name="connsiteX0" fmla="*/ 44459 w 44401"/>
                  <a:gd name="connsiteY0" fmla="*/ 175 h 12690"/>
                  <a:gd name="connsiteX1" fmla="*/ 58 w 44401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5E034F97-A8D0-B6A6-AE33-F19C8ACBB899}"/>
                  </a:ext>
                </a:extLst>
              </p:cNvPr>
              <p:cNvSpPr/>
              <p:nvPr/>
            </p:nvSpPr>
            <p:spPr>
              <a:xfrm>
                <a:off x="3858149" y="2995176"/>
                <a:ext cx="44401" cy="12690"/>
              </a:xfrm>
              <a:custGeom>
                <a:avLst/>
                <a:gdLst>
                  <a:gd name="connsiteX0" fmla="*/ 44459 w 44401"/>
                  <a:gd name="connsiteY0" fmla="*/ 139 h 12690"/>
                  <a:gd name="connsiteX1" fmla="*/ 58 w 44401"/>
                  <a:gd name="connsiteY1" fmla="*/ 13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39"/>
                    </a:moveTo>
                    <a:lnTo>
                      <a:pt x="58" y="139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1500A56D-5A58-AC29-2D26-EB88452E835F}"/>
                  </a:ext>
                </a:extLst>
              </p:cNvPr>
              <p:cNvSpPr/>
              <p:nvPr/>
            </p:nvSpPr>
            <p:spPr>
              <a:xfrm>
                <a:off x="3858149" y="2541961"/>
                <a:ext cx="44401" cy="12690"/>
              </a:xfrm>
              <a:custGeom>
                <a:avLst/>
                <a:gdLst>
                  <a:gd name="connsiteX0" fmla="*/ 44459 w 44401"/>
                  <a:gd name="connsiteY0" fmla="*/ 103 h 12690"/>
                  <a:gd name="connsiteX1" fmla="*/ 58 w 44401"/>
                  <a:gd name="connsiteY1" fmla="*/ 103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03"/>
                    </a:moveTo>
                    <a:lnTo>
                      <a:pt x="58" y="103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62E4EB87-F4B9-B736-CA98-223558C347FF}"/>
                </a:ext>
              </a:extLst>
            </p:cNvPr>
            <p:cNvSpPr/>
            <p:nvPr/>
          </p:nvSpPr>
          <p:spPr>
            <a:xfrm>
              <a:off x="3902551" y="2315354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6E33BFBD-90AE-8CAA-4A69-0B1F65ABC9D4}"/>
                </a:ext>
              </a:extLst>
            </p:cNvPr>
            <p:cNvSpPr/>
            <p:nvPr/>
          </p:nvSpPr>
          <p:spPr>
            <a:xfrm>
              <a:off x="8433056" y="2315354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C70C245D-3894-C440-E5A7-43C62A301D4B}"/>
                </a:ext>
              </a:extLst>
            </p:cNvPr>
            <p:cNvSpPr/>
            <p:nvPr/>
          </p:nvSpPr>
          <p:spPr>
            <a:xfrm>
              <a:off x="3902551" y="4581427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271E7F7-BF7F-A409-0645-DD84B87568A6}"/>
                </a:ext>
              </a:extLst>
            </p:cNvPr>
            <p:cNvSpPr/>
            <p:nvPr/>
          </p:nvSpPr>
          <p:spPr>
            <a:xfrm>
              <a:off x="3902551" y="2315354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</p:spTree>
    <p:extLst>
      <p:ext uri="{BB962C8B-B14F-4D97-AF65-F5344CB8AC3E}">
        <p14:creationId xmlns:p14="http://schemas.microsoft.com/office/powerpoint/2010/main" val="211605664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4" name="Graphic 83">
            <a:extLst>
              <a:ext uri="{FF2B5EF4-FFF2-40B4-BE49-F238E27FC236}">
                <a16:creationId xmlns:a16="http://schemas.microsoft.com/office/drawing/2014/main" id="{31561C52-46BE-01DD-FB9F-24C7603BA52C}"/>
              </a:ext>
            </a:extLst>
          </p:cNvPr>
          <p:cNvGrpSpPr/>
          <p:nvPr/>
        </p:nvGrpSpPr>
        <p:grpSpPr>
          <a:xfrm>
            <a:off x="6254496" y="3439169"/>
            <a:ext cx="4754431" cy="2453143"/>
            <a:chOff x="3791269" y="2315354"/>
            <a:chExt cx="4754431" cy="2453143"/>
          </a:xfrm>
        </p:grpSpPr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4611CEDA-F6AC-2F7F-B68D-9DBAEE55DF36}"/>
                </a:ext>
              </a:extLst>
            </p:cNvPr>
            <p:cNvSpPr/>
            <p:nvPr/>
          </p:nvSpPr>
          <p:spPr>
            <a:xfrm>
              <a:off x="3902551" y="2315354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316" name="Picture 315">
              <a:extLst>
                <a:ext uri="{FF2B5EF4-FFF2-40B4-BE49-F238E27FC236}">
                  <a16:creationId xmlns:a16="http://schemas.microsoft.com/office/drawing/2014/main" id="{94C53621-FC0B-81A2-3841-6A067FE7D1B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flipV="1">
              <a:off x="3902551" y="2315354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736D57D4-2D2A-DE46-5CE5-87449595FC44}"/>
                </a:ext>
              </a:extLst>
            </p:cNvPr>
            <p:cNvSpPr/>
            <p:nvPr/>
          </p:nvSpPr>
          <p:spPr>
            <a:xfrm>
              <a:off x="6064924" y="3422199"/>
              <a:ext cx="228287" cy="97736"/>
            </a:xfrm>
            <a:custGeom>
              <a:avLst/>
              <a:gdLst>
                <a:gd name="connsiteX0" fmla="*/ 228288 w 228287"/>
                <a:gd name="connsiteY0" fmla="*/ 10682 h 97736"/>
                <a:gd name="connsiteX1" fmla="*/ 224142 w 228287"/>
                <a:gd name="connsiteY1" fmla="*/ 97737 h 97736"/>
                <a:gd name="connsiteX2" fmla="*/ 0 w 228287"/>
                <a:gd name="connsiteY2" fmla="*/ 87054 h 97736"/>
                <a:gd name="connsiteX3" fmla="*/ 4146 w 228287"/>
                <a:gd name="connsiteY3" fmla="*/ 0 h 97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287" h="97736">
                  <a:moveTo>
                    <a:pt x="228288" y="10682"/>
                  </a:moveTo>
                  <a:lnTo>
                    <a:pt x="224142" y="97737"/>
                  </a:lnTo>
                  <a:lnTo>
                    <a:pt x="0" y="87054"/>
                  </a:lnTo>
                  <a:lnTo>
                    <a:pt x="4146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2D73221-4F8E-1B0D-83ED-1477E949C7AF}"/>
                </a:ext>
              </a:extLst>
            </p:cNvPr>
            <p:cNvSpPr/>
            <p:nvPr/>
          </p:nvSpPr>
          <p:spPr>
            <a:xfrm>
              <a:off x="6202043" y="3428734"/>
              <a:ext cx="89095" cy="87054"/>
            </a:xfrm>
            <a:custGeom>
              <a:avLst/>
              <a:gdLst>
                <a:gd name="connsiteX0" fmla="*/ 89096 w 89095"/>
                <a:gd name="connsiteY0" fmla="*/ 47675 h 87054"/>
                <a:gd name="connsiteX1" fmla="*/ 0 w 89095"/>
                <a:gd name="connsiteY1" fmla="*/ 87054 h 87054"/>
                <a:gd name="connsiteX2" fmla="*/ 4146 w 89095"/>
                <a:gd name="connsiteY2" fmla="*/ 0 h 87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095" h="87054">
                  <a:moveTo>
                    <a:pt x="89096" y="47675"/>
                  </a:moveTo>
                  <a:lnTo>
                    <a:pt x="0" y="87054"/>
                  </a:lnTo>
                  <a:lnTo>
                    <a:pt x="4146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320" name="Graphic 83">
              <a:extLst>
                <a:ext uri="{FF2B5EF4-FFF2-40B4-BE49-F238E27FC236}">
                  <a16:creationId xmlns:a16="http://schemas.microsoft.com/office/drawing/2014/main" id="{2EEB2AC7-18D8-F16C-83DA-647128660B92}"/>
                </a:ext>
              </a:extLst>
            </p:cNvPr>
            <p:cNvGrpSpPr/>
            <p:nvPr/>
          </p:nvGrpSpPr>
          <p:grpSpPr>
            <a:xfrm>
              <a:off x="3791269" y="4581427"/>
              <a:ext cx="4754431" cy="187070"/>
              <a:chOff x="3791269" y="4581427"/>
              <a:chExt cx="4754431" cy="187070"/>
            </a:xfrm>
            <a:solidFill>
              <a:srgbClr val="000000"/>
            </a:solidFill>
          </p:grpSpPr>
          <p:grpSp>
            <p:nvGrpSpPr>
              <p:cNvPr id="360" name="Graphic 83">
                <a:extLst>
                  <a:ext uri="{FF2B5EF4-FFF2-40B4-BE49-F238E27FC236}">
                    <a16:creationId xmlns:a16="http://schemas.microsoft.com/office/drawing/2014/main" id="{345570C6-2152-20E9-CD34-7C1A6F24C7F0}"/>
                  </a:ext>
                </a:extLst>
              </p:cNvPr>
              <p:cNvGrpSpPr/>
              <p:nvPr/>
            </p:nvGrpSpPr>
            <p:grpSpPr>
              <a:xfrm>
                <a:off x="3791269" y="4581427"/>
                <a:ext cx="223926" cy="187070"/>
                <a:chOff x="3791269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FD69ED02-64C7-034E-7253-98BFE1EDE984}"/>
                    </a:ext>
                  </a:extLst>
                </p:cNvPr>
                <p:cNvSpPr/>
                <p:nvPr/>
              </p:nvSpPr>
              <p:spPr>
                <a:xfrm>
                  <a:off x="3902551" y="4581427"/>
                  <a:ext cx="12686" cy="44417"/>
                </a:xfrm>
                <a:custGeom>
                  <a:avLst/>
                  <a:gdLst>
                    <a:gd name="connsiteX0" fmla="*/ 58 w 12686"/>
                    <a:gd name="connsiteY0" fmla="*/ 264 h 44417"/>
                    <a:gd name="connsiteX1" fmla="*/ 58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58" y="264"/>
                      </a:moveTo>
                      <a:lnTo>
                        <a:pt x="58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92" name="Graphic 83">
                  <a:extLst>
                    <a:ext uri="{FF2B5EF4-FFF2-40B4-BE49-F238E27FC236}">
                      <a16:creationId xmlns:a16="http://schemas.microsoft.com/office/drawing/2014/main" id="{C76D2615-9E72-32EE-1317-7E6BEC55B8C2}"/>
                    </a:ext>
                  </a:extLst>
                </p:cNvPr>
                <p:cNvGrpSpPr/>
                <p:nvPr/>
              </p:nvGrpSpPr>
              <p:grpSpPr>
                <a:xfrm>
                  <a:off x="3791269" y="4672504"/>
                  <a:ext cx="223926" cy="95994"/>
                  <a:chOff x="3791269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393" name="Freeform: Shape 392">
                    <a:extLst>
                      <a:ext uri="{FF2B5EF4-FFF2-40B4-BE49-F238E27FC236}">
                        <a16:creationId xmlns:a16="http://schemas.microsoft.com/office/drawing/2014/main" id="{C8725BD8-FF62-D78E-7D4C-1D62733B3BEE}"/>
                      </a:ext>
                    </a:extLst>
                  </p:cNvPr>
                  <p:cNvSpPr/>
                  <p:nvPr/>
                </p:nvSpPr>
                <p:spPr>
                  <a:xfrm flipV="1">
                    <a:off x="3791269" y="4674169"/>
                    <a:ext cx="59843" cy="94328"/>
                  </a:xfrm>
                  <a:custGeom>
                    <a:avLst/>
                    <a:gdLst>
                      <a:gd name="connsiteX0" fmla="*/ 1953 w 59843"/>
                      <a:gd name="connsiteY0" fmla="*/ 92316 h 94328"/>
                      <a:gd name="connsiteX1" fmla="*/ 51072 w 59843"/>
                      <a:gd name="connsiteY1" fmla="*/ 92316 h 94328"/>
                      <a:gd name="connsiteX2" fmla="*/ 51072 w 59843"/>
                      <a:gd name="connsiteY2" fmla="*/ 81767 h 94328"/>
                      <a:gd name="connsiteX3" fmla="*/ 13410 w 59843"/>
                      <a:gd name="connsiteY3" fmla="*/ 81767 h 94328"/>
                      <a:gd name="connsiteX4" fmla="*/ 13410 w 59843"/>
                      <a:gd name="connsiteY4" fmla="*/ 59102 h 94328"/>
                      <a:gd name="connsiteX5" fmla="*/ 18841 w 59843"/>
                      <a:gd name="connsiteY5" fmla="*/ 60490 h 94328"/>
                      <a:gd name="connsiteX6" fmla="*/ 24312 w 59843"/>
                      <a:gd name="connsiteY6" fmla="*/ 60946 h 94328"/>
                      <a:gd name="connsiteX7" fmla="*/ 48832 w 59843"/>
                      <a:gd name="connsiteY7" fmla="*/ 52459 h 94328"/>
                      <a:gd name="connsiteX8" fmla="*/ 57891 w 59843"/>
                      <a:gd name="connsiteY8" fmla="*/ 29476 h 94328"/>
                      <a:gd name="connsiteX9" fmla="*/ 48594 w 59843"/>
                      <a:gd name="connsiteY9" fmla="*/ 6256 h 94328"/>
                      <a:gd name="connsiteX10" fmla="*/ 22389 w 59843"/>
                      <a:gd name="connsiteY10" fmla="*/ -2013 h 94328"/>
                      <a:gd name="connsiteX11" fmla="*/ 10516 w 59843"/>
                      <a:gd name="connsiteY11" fmla="*/ -1021 h 94328"/>
                      <a:gd name="connsiteX12" fmla="*/ -1952 w 59843"/>
                      <a:gd name="connsiteY12" fmla="*/ 1953 h 94328"/>
                      <a:gd name="connsiteX13" fmla="*/ -1952 w 59843"/>
                      <a:gd name="connsiteY13" fmla="*/ 14545 h 94328"/>
                      <a:gd name="connsiteX14" fmla="*/ 9564 w 59843"/>
                      <a:gd name="connsiteY14" fmla="*/ 10024 h 94328"/>
                      <a:gd name="connsiteX15" fmla="*/ 22132 w 59843"/>
                      <a:gd name="connsiteY15" fmla="*/ 8537 h 94328"/>
                      <a:gd name="connsiteX16" fmla="*/ 39100 w 59843"/>
                      <a:gd name="connsiteY16" fmla="*/ 14168 h 94328"/>
                      <a:gd name="connsiteX17" fmla="*/ 45363 w 59843"/>
                      <a:gd name="connsiteY17" fmla="*/ 29476 h 94328"/>
                      <a:gd name="connsiteX18" fmla="*/ 39100 w 59843"/>
                      <a:gd name="connsiteY18" fmla="*/ 44765 h 94328"/>
                      <a:gd name="connsiteX19" fmla="*/ 22132 w 59843"/>
                      <a:gd name="connsiteY19" fmla="*/ 50416 h 94328"/>
                      <a:gd name="connsiteX20" fmla="*/ 12121 w 59843"/>
                      <a:gd name="connsiteY20" fmla="*/ 49306 h 94328"/>
                      <a:gd name="connsiteX21" fmla="*/ 1953 w 59843"/>
                      <a:gd name="connsiteY21" fmla="*/ 45836 h 94328"/>
                      <a:gd name="connsiteX22" fmla="*/ 1953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53" y="92316"/>
                        </a:moveTo>
                        <a:lnTo>
                          <a:pt x="51072" y="92316"/>
                        </a:lnTo>
                        <a:lnTo>
                          <a:pt x="51072" y="81767"/>
                        </a:lnTo>
                        <a:lnTo>
                          <a:pt x="13410" y="81767"/>
                        </a:lnTo>
                        <a:lnTo>
                          <a:pt x="13410" y="59102"/>
                        </a:lnTo>
                        <a:cubicBezTo>
                          <a:pt x="15220" y="59723"/>
                          <a:pt x="17031" y="60186"/>
                          <a:pt x="18841" y="60490"/>
                        </a:cubicBezTo>
                        <a:cubicBezTo>
                          <a:pt x="20665" y="60794"/>
                          <a:pt x="22488" y="60946"/>
                          <a:pt x="24312" y="60946"/>
                        </a:cubicBezTo>
                        <a:cubicBezTo>
                          <a:pt x="34633" y="60946"/>
                          <a:pt x="42806" y="58117"/>
                          <a:pt x="48832" y="52459"/>
                        </a:cubicBezTo>
                        <a:cubicBezTo>
                          <a:pt x="54871" y="46801"/>
                          <a:pt x="57891" y="39140"/>
                          <a:pt x="57891" y="29476"/>
                        </a:cubicBezTo>
                        <a:cubicBezTo>
                          <a:pt x="57891" y="19522"/>
                          <a:pt x="54792" y="11782"/>
                          <a:pt x="48594" y="6256"/>
                        </a:cubicBezTo>
                        <a:cubicBezTo>
                          <a:pt x="42397" y="744"/>
                          <a:pt x="33662" y="-2013"/>
                          <a:pt x="22389" y="-2013"/>
                        </a:cubicBezTo>
                        <a:cubicBezTo>
                          <a:pt x="18504" y="-2013"/>
                          <a:pt x="14546" y="-1682"/>
                          <a:pt x="10516" y="-1021"/>
                        </a:cubicBezTo>
                        <a:cubicBezTo>
                          <a:pt x="6499" y="-360"/>
                          <a:pt x="2343" y="631"/>
                          <a:pt x="-1952" y="1953"/>
                        </a:cubicBezTo>
                        <a:lnTo>
                          <a:pt x="-1952" y="14545"/>
                        </a:lnTo>
                        <a:cubicBezTo>
                          <a:pt x="1761" y="12522"/>
                          <a:pt x="5600" y="11015"/>
                          <a:pt x="9564" y="10024"/>
                        </a:cubicBezTo>
                        <a:cubicBezTo>
                          <a:pt x="13529" y="9032"/>
                          <a:pt x="17718" y="8537"/>
                          <a:pt x="22132" y="8537"/>
                        </a:cubicBezTo>
                        <a:cubicBezTo>
                          <a:pt x="29281" y="8537"/>
                          <a:pt x="34937" y="10414"/>
                          <a:pt x="39100" y="14168"/>
                        </a:cubicBezTo>
                        <a:cubicBezTo>
                          <a:pt x="43275" y="17923"/>
                          <a:pt x="45363" y="23025"/>
                          <a:pt x="45363" y="29476"/>
                        </a:cubicBezTo>
                        <a:cubicBezTo>
                          <a:pt x="45363" y="35914"/>
                          <a:pt x="43275" y="41011"/>
                          <a:pt x="39100" y="44765"/>
                        </a:cubicBezTo>
                        <a:cubicBezTo>
                          <a:pt x="34937" y="48533"/>
                          <a:pt x="29281" y="50416"/>
                          <a:pt x="22132" y="50416"/>
                        </a:cubicBezTo>
                        <a:cubicBezTo>
                          <a:pt x="18788" y="50416"/>
                          <a:pt x="15452" y="50046"/>
                          <a:pt x="12121" y="49306"/>
                        </a:cubicBezTo>
                        <a:cubicBezTo>
                          <a:pt x="8805" y="48566"/>
                          <a:pt x="5415" y="47409"/>
                          <a:pt x="1953" y="45836"/>
                        </a:cubicBezTo>
                        <a:lnTo>
                          <a:pt x="1953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94" name="Freeform: Shape 393">
                    <a:extLst>
                      <a:ext uri="{FF2B5EF4-FFF2-40B4-BE49-F238E27FC236}">
                        <a16:creationId xmlns:a16="http://schemas.microsoft.com/office/drawing/2014/main" id="{30A470C7-D553-B4FE-30FE-ED0B37B9F3E2}"/>
                      </a:ext>
                    </a:extLst>
                  </p:cNvPr>
                  <p:cNvSpPr/>
                  <p:nvPr/>
                </p:nvSpPr>
                <p:spPr>
                  <a:xfrm flipV="1">
                    <a:off x="3870556" y="4672504"/>
                    <a:ext cx="63926" cy="95994"/>
                  </a:xfrm>
                  <a:custGeom>
                    <a:avLst/>
                    <a:gdLst>
                      <a:gd name="connsiteX0" fmla="*/ 29977 w 63926"/>
                      <a:gd name="connsiteY0" fmla="*/ 84025 h 95994"/>
                      <a:gd name="connsiteX1" fmla="*/ 15447 w 63926"/>
                      <a:gd name="connsiteY1" fmla="*/ 74507 h 95994"/>
                      <a:gd name="connsiteX2" fmla="*/ 10590 w 63926"/>
                      <a:gd name="connsiteY2" fmla="*/ 45913 h 95994"/>
                      <a:gd name="connsiteX3" fmla="*/ 15447 w 63926"/>
                      <a:gd name="connsiteY3" fmla="*/ 17378 h 95994"/>
                      <a:gd name="connsiteX4" fmla="*/ 29977 w 63926"/>
                      <a:gd name="connsiteY4" fmla="*/ 7860 h 95994"/>
                      <a:gd name="connsiteX5" fmla="*/ 44566 w 63926"/>
                      <a:gd name="connsiteY5" fmla="*/ 17378 h 95994"/>
                      <a:gd name="connsiteX6" fmla="*/ 49442 w 63926"/>
                      <a:gd name="connsiteY6" fmla="*/ 45913 h 95994"/>
                      <a:gd name="connsiteX7" fmla="*/ 44566 w 63926"/>
                      <a:gd name="connsiteY7" fmla="*/ 74507 h 95994"/>
                      <a:gd name="connsiteX8" fmla="*/ 29977 w 63926"/>
                      <a:gd name="connsiteY8" fmla="*/ 84025 h 95994"/>
                      <a:gd name="connsiteX9" fmla="*/ 29977 w 63926"/>
                      <a:gd name="connsiteY9" fmla="*/ 93939 h 95994"/>
                      <a:gd name="connsiteX10" fmla="*/ 53743 w 63926"/>
                      <a:gd name="connsiteY10" fmla="*/ 81625 h 95994"/>
                      <a:gd name="connsiteX11" fmla="*/ 61950 w 63926"/>
                      <a:gd name="connsiteY11" fmla="*/ 45913 h 95994"/>
                      <a:gd name="connsiteX12" fmla="*/ 53743 w 63926"/>
                      <a:gd name="connsiteY12" fmla="*/ 10240 h 95994"/>
                      <a:gd name="connsiteX13" fmla="*/ 29977 w 63926"/>
                      <a:gd name="connsiteY13" fmla="*/ -2055 h 95994"/>
                      <a:gd name="connsiteX14" fmla="*/ 6229 w 63926"/>
                      <a:gd name="connsiteY14" fmla="*/ 10240 h 95994"/>
                      <a:gd name="connsiteX15" fmla="*/ -1977 w 63926"/>
                      <a:gd name="connsiteY15" fmla="*/ 45913 h 95994"/>
                      <a:gd name="connsiteX16" fmla="*/ 6229 w 63926"/>
                      <a:gd name="connsiteY16" fmla="*/ 81625 h 95994"/>
                      <a:gd name="connsiteX17" fmla="*/ 2997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77" y="84025"/>
                        </a:moveTo>
                        <a:cubicBezTo>
                          <a:pt x="23541" y="84025"/>
                          <a:pt x="18698" y="80852"/>
                          <a:pt x="15447" y="74507"/>
                        </a:cubicBezTo>
                        <a:cubicBezTo>
                          <a:pt x="12209" y="68174"/>
                          <a:pt x="10590" y="58643"/>
                          <a:pt x="10590" y="45913"/>
                        </a:cubicBezTo>
                        <a:cubicBezTo>
                          <a:pt x="10590" y="33235"/>
                          <a:pt x="12209" y="23724"/>
                          <a:pt x="15447" y="17378"/>
                        </a:cubicBezTo>
                        <a:cubicBezTo>
                          <a:pt x="18698" y="11033"/>
                          <a:pt x="23541" y="7860"/>
                          <a:pt x="29977" y="7860"/>
                        </a:cubicBezTo>
                        <a:cubicBezTo>
                          <a:pt x="36465" y="7860"/>
                          <a:pt x="41328" y="11033"/>
                          <a:pt x="44566" y="17378"/>
                        </a:cubicBezTo>
                        <a:cubicBezTo>
                          <a:pt x="47817" y="23724"/>
                          <a:pt x="49442" y="33235"/>
                          <a:pt x="49442" y="45913"/>
                        </a:cubicBezTo>
                        <a:cubicBezTo>
                          <a:pt x="49442" y="58643"/>
                          <a:pt x="47817" y="68174"/>
                          <a:pt x="44566" y="74507"/>
                        </a:cubicBezTo>
                        <a:cubicBezTo>
                          <a:pt x="41328" y="80852"/>
                          <a:pt x="36465" y="84025"/>
                          <a:pt x="29977" y="84025"/>
                        </a:cubicBezTo>
                        <a:close/>
                        <a:moveTo>
                          <a:pt x="29977" y="93939"/>
                        </a:moveTo>
                        <a:cubicBezTo>
                          <a:pt x="40350" y="93939"/>
                          <a:pt x="48272" y="89835"/>
                          <a:pt x="53743" y="81625"/>
                        </a:cubicBezTo>
                        <a:cubicBezTo>
                          <a:pt x="59214" y="73429"/>
                          <a:pt x="61950" y="61525"/>
                          <a:pt x="61950" y="45913"/>
                        </a:cubicBezTo>
                        <a:cubicBezTo>
                          <a:pt x="61950" y="30340"/>
                          <a:pt x="59214" y="18449"/>
                          <a:pt x="53743" y="10240"/>
                        </a:cubicBezTo>
                        <a:cubicBezTo>
                          <a:pt x="48272" y="2043"/>
                          <a:pt x="40350" y="-2055"/>
                          <a:pt x="29977" y="-2055"/>
                        </a:cubicBezTo>
                        <a:cubicBezTo>
                          <a:pt x="19616" y="-2055"/>
                          <a:pt x="11700" y="2043"/>
                          <a:pt x="6229" y="10240"/>
                        </a:cubicBezTo>
                        <a:cubicBezTo>
                          <a:pt x="759" y="18449"/>
                          <a:pt x="-1977" y="30340"/>
                          <a:pt x="-1977" y="45913"/>
                        </a:cubicBezTo>
                        <a:cubicBezTo>
                          <a:pt x="-1977" y="61525"/>
                          <a:pt x="759" y="73429"/>
                          <a:pt x="6229" y="81625"/>
                        </a:cubicBezTo>
                        <a:cubicBezTo>
                          <a:pt x="11700" y="89835"/>
                          <a:pt x="19616" y="93939"/>
                          <a:pt x="2997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95" name="Freeform: Shape 394">
                    <a:extLst>
                      <a:ext uri="{FF2B5EF4-FFF2-40B4-BE49-F238E27FC236}">
                        <a16:creationId xmlns:a16="http://schemas.microsoft.com/office/drawing/2014/main" id="{33504E4D-35CE-A488-6564-968DA38CA8A5}"/>
                      </a:ext>
                    </a:extLst>
                  </p:cNvPr>
                  <p:cNvSpPr/>
                  <p:nvPr/>
                </p:nvSpPr>
                <p:spPr>
                  <a:xfrm flipV="1">
                    <a:off x="3951269" y="4672504"/>
                    <a:ext cx="63926" cy="95994"/>
                  </a:xfrm>
                  <a:custGeom>
                    <a:avLst/>
                    <a:gdLst>
                      <a:gd name="connsiteX0" fmla="*/ 29983 w 63926"/>
                      <a:gd name="connsiteY0" fmla="*/ 84025 h 95994"/>
                      <a:gd name="connsiteX1" fmla="*/ 15453 w 63926"/>
                      <a:gd name="connsiteY1" fmla="*/ 74507 h 95994"/>
                      <a:gd name="connsiteX2" fmla="*/ 10597 w 63926"/>
                      <a:gd name="connsiteY2" fmla="*/ 45913 h 95994"/>
                      <a:gd name="connsiteX3" fmla="*/ 15453 w 63926"/>
                      <a:gd name="connsiteY3" fmla="*/ 17378 h 95994"/>
                      <a:gd name="connsiteX4" fmla="*/ 29983 w 63926"/>
                      <a:gd name="connsiteY4" fmla="*/ 7860 h 95994"/>
                      <a:gd name="connsiteX5" fmla="*/ 44572 w 63926"/>
                      <a:gd name="connsiteY5" fmla="*/ 17378 h 95994"/>
                      <a:gd name="connsiteX6" fmla="*/ 49448 w 63926"/>
                      <a:gd name="connsiteY6" fmla="*/ 45913 h 95994"/>
                      <a:gd name="connsiteX7" fmla="*/ 44572 w 63926"/>
                      <a:gd name="connsiteY7" fmla="*/ 74507 h 95994"/>
                      <a:gd name="connsiteX8" fmla="*/ 29983 w 63926"/>
                      <a:gd name="connsiteY8" fmla="*/ 84025 h 95994"/>
                      <a:gd name="connsiteX9" fmla="*/ 29983 w 63926"/>
                      <a:gd name="connsiteY9" fmla="*/ 93939 h 95994"/>
                      <a:gd name="connsiteX10" fmla="*/ 53750 w 63926"/>
                      <a:gd name="connsiteY10" fmla="*/ 81625 h 95994"/>
                      <a:gd name="connsiteX11" fmla="*/ 61956 w 63926"/>
                      <a:gd name="connsiteY11" fmla="*/ 45913 h 95994"/>
                      <a:gd name="connsiteX12" fmla="*/ 53750 w 63926"/>
                      <a:gd name="connsiteY12" fmla="*/ 10240 h 95994"/>
                      <a:gd name="connsiteX13" fmla="*/ 29983 w 63926"/>
                      <a:gd name="connsiteY13" fmla="*/ -2055 h 95994"/>
                      <a:gd name="connsiteX14" fmla="*/ 6236 w 63926"/>
                      <a:gd name="connsiteY14" fmla="*/ 10240 h 95994"/>
                      <a:gd name="connsiteX15" fmla="*/ -1971 w 63926"/>
                      <a:gd name="connsiteY15" fmla="*/ 45913 h 95994"/>
                      <a:gd name="connsiteX16" fmla="*/ 6236 w 63926"/>
                      <a:gd name="connsiteY16" fmla="*/ 81625 h 95994"/>
                      <a:gd name="connsiteX17" fmla="*/ 29983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83" y="84025"/>
                        </a:moveTo>
                        <a:cubicBezTo>
                          <a:pt x="23547" y="84025"/>
                          <a:pt x="18704" y="80852"/>
                          <a:pt x="15453" y="74507"/>
                        </a:cubicBezTo>
                        <a:cubicBezTo>
                          <a:pt x="12216" y="68174"/>
                          <a:pt x="10597" y="58643"/>
                          <a:pt x="10597" y="45913"/>
                        </a:cubicBezTo>
                        <a:cubicBezTo>
                          <a:pt x="10597" y="33235"/>
                          <a:pt x="12216" y="23724"/>
                          <a:pt x="15453" y="17378"/>
                        </a:cubicBezTo>
                        <a:cubicBezTo>
                          <a:pt x="18704" y="11033"/>
                          <a:pt x="23547" y="7860"/>
                          <a:pt x="29983" y="7860"/>
                        </a:cubicBezTo>
                        <a:cubicBezTo>
                          <a:pt x="36471" y="7860"/>
                          <a:pt x="41334" y="11033"/>
                          <a:pt x="44572" y="17378"/>
                        </a:cubicBezTo>
                        <a:cubicBezTo>
                          <a:pt x="47823" y="23724"/>
                          <a:pt x="49448" y="33235"/>
                          <a:pt x="49448" y="45913"/>
                        </a:cubicBezTo>
                        <a:cubicBezTo>
                          <a:pt x="49448" y="58643"/>
                          <a:pt x="47823" y="68174"/>
                          <a:pt x="44572" y="74507"/>
                        </a:cubicBezTo>
                        <a:cubicBezTo>
                          <a:pt x="41334" y="80852"/>
                          <a:pt x="36471" y="84025"/>
                          <a:pt x="29983" y="84025"/>
                        </a:cubicBezTo>
                        <a:close/>
                        <a:moveTo>
                          <a:pt x="29983" y="93939"/>
                        </a:moveTo>
                        <a:cubicBezTo>
                          <a:pt x="40357" y="93939"/>
                          <a:pt x="48279" y="89835"/>
                          <a:pt x="53750" y="81625"/>
                        </a:cubicBezTo>
                        <a:cubicBezTo>
                          <a:pt x="59221" y="73429"/>
                          <a:pt x="61956" y="61525"/>
                          <a:pt x="61956" y="45913"/>
                        </a:cubicBezTo>
                        <a:cubicBezTo>
                          <a:pt x="61956" y="30340"/>
                          <a:pt x="59221" y="18449"/>
                          <a:pt x="53750" y="10240"/>
                        </a:cubicBezTo>
                        <a:cubicBezTo>
                          <a:pt x="48279" y="2043"/>
                          <a:pt x="40357" y="-2055"/>
                          <a:pt x="29983" y="-2055"/>
                        </a:cubicBezTo>
                        <a:cubicBezTo>
                          <a:pt x="19622" y="-2055"/>
                          <a:pt x="11707" y="2043"/>
                          <a:pt x="6236" y="10240"/>
                        </a:cubicBezTo>
                        <a:cubicBezTo>
                          <a:pt x="765" y="18449"/>
                          <a:pt x="-1971" y="30340"/>
                          <a:pt x="-1971" y="45913"/>
                        </a:cubicBezTo>
                        <a:cubicBezTo>
                          <a:pt x="-1971" y="61525"/>
                          <a:pt x="765" y="73429"/>
                          <a:pt x="6236" y="81625"/>
                        </a:cubicBezTo>
                        <a:cubicBezTo>
                          <a:pt x="11707" y="89835"/>
                          <a:pt x="19622" y="93939"/>
                          <a:pt x="29983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61" name="Graphic 83">
                <a:extLst>
                  <a:ext uri="{FF2B5EF4-FFF2-40B4-BE49-F238E27FC236}">
                    <a16:creationId xmlns:a16="http://schemas.microsoft.com/office/drawing/2014/main" id="{FD4DA819-E897-BFBE-69C5-C5EC87709D89}"/>
                  </a:ext>
                </a:extLst>
              </p:cNvPr>
              <p:cNvGrpSpPr/>
              <p:nvPr/>
            </p:nvGrpSpPr>
            <p:grpSpPr>
              <a:xfrm>
                <a:off x="4697370" y="4581427"/>
                <a:ext cx="223926" cy="187070"/>
                <a:chOff x="4697370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386" name="Freeform: Shape 385">
                  <a:extLst>
                    <a:ext uri="{FF2B5EF4-FFF2-40B4-BE49-F238E27FC236}">
                      <a16:creationId xmlns:a16="http://schemas.microsoft.com/office/drawing/2014/main" id="{9FEF464B-2147-EB59-F8A1-1C7B8EED0E59}"/>
                    </a:ext>
                  </a:extLst>
                </p:cNvPr>
                <p:cNvSpPr/>
                <p:nvPr/>
              </p:nvSpPr>
              <p:spPr>
                <a:xfrm>
                  <a:off x="4808652" y="4581427"/>
                  <a:ext cx="12686" cy="44417"/>
                </a:xfrm>
                <a:custGeom>
                  <a:avLst/>
                  <a:gdLst>
                    <a:gd name="connsiteX0" fmla="*/ 129 w 12686"/>
                    <a:gd name="connsiteY0" fmla="*/ 264 h 44417"/>
                    <a:gd name="connsiteX1" fmla="*/ 129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29" y="264"/>
                      </a:moveTo>
                      <a:lnTo>
                        <a:pt x="129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87" name="Graphic 83">
                  <a:extLst>
                    <a:ext uri="{FF2B5EF4-FFF2-40B4-BE49-F238E27FC236}">
                      <a16:creationId xmlns:a16="http://schemas.microsoft.com/office/drawing/2014/main" id="{CB94ECE4-2E6A-C276-F7C1-7E1A7F8C3FEF}"/>
                    </a:ext>
                  </a:extLst>
                </p:cNvPr>
                <p:cNvGrpSpPr/>
                <p:nvPr/>
              </p:nvGrpSpPr>
              <p:grpSpPr>
                <a:xfrm>
                  <a:off x="4697370" y="4672504"/>
                  <a:ext cx="223926" cy="95994"/>
                  <a:chOff x="4697370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388" name="Freeform: Shape 387">
                    <a:extLst>
                      <a:ext uri="{FF2B5EF4-FFF2-40B4-BE49-F238E27FC236}">
                        <a16:creationId xmlns:a16="http://schemas.microsoft.com/office/drawing/2014/main" id="{FD9E6CFE-EA36-FF3A-DDFD-00826BF275A3}"/>
                      </a:ext>
                    </a:extLst>
                  </p:cNvPr>
                  <p:cNvSpPr/>
                  <p:nvPr/>
                </p:nvSpPr>
                <p:spPr>
                  <a:xfrm flipV="1">
                    <a:off x="4697370" y="4674169"/>
                    <a:ext cx="59843" cy="94328"/>
                  </a:xfrm>
                  <a:custGeom>
                    <a:avLst/>
                    <a:gdLst>
                      <a:gd name="connsiteX0" fmla="*/ 2024 w 59843"/>
                      <a:gd name="connsiteY0" fmla="*/ 92316 h 94328"/>
                      <a:gd name="connsiteX1" fmla="*/ 51144 w 59843"/>
                      <a:gd name="connsiteY1" fmla="*/ 92316 h 94328"/>
                      <a:gd name="connsiteX2" fmla="*/ 51144 w 59843"/>
                      <a:gd name="connsiteY2" fmla="*/ 81767 h 94328"/>
                      <a:gd name="connsiteX3" fmla="*/ 13481 w 59843"/>
                      <a:gd name="connsiteY3" fmla="*/ 81767 h 94328"/>
                      <a:gd name="connsiteX4" fmla="*/ 13481 w 59843"/>
                      <a:gd name="connsiteY4" fmla="*/ 59102 h 94328"/>
                      <a:gd name="connsiteX5" fmla="*/ 18913 w 59843"/>
                      <a:gd name="connsiteY5" fmla="*/ 60490 h 94328"/>
                      <a:gd name="connsiteX6" fmla="*/ 24384 w 59843"/>
                      <a:gd name="connsiteY6" fmla="*/ 60946 h 94328"/>
                      <a:gd name="connsiteX7" fmla="*/ 48904 w 59843"/>
                      <a:gd name="connsiteY7" fmla="*/ 52459 h 94328"/>
                      <a:gd name="connsiteX8" fmla="*/ 57962 w 59843"/>
                      <a:gd name="connsiteY8" fmla="*/ 29476 h 94328"/>
                      <a:gd name="connsiteX9" fmla="*/ 48666 w 59843"/>
                      <a:gd name="connsiteY9" fmla="*/ 6256 h 94328"/>
                      <a:gd name="connsiteX10" fmla="*/ 22461 w 59843"/>
                      <a:gd name="connsiteY10" fmla="*/ -2013 h 94328"/>
                      <a:gd name="connsiteX11" fmla="*/ 10587 w 59843"/>
                      <a:gd name="connsiteY11" fmla="*/ -1021 h 94328"/>
                      <a:gd name="connsiteX12" fmla="*/ -1881 w 59843"/>
                      <a:gd name="connsiteY12" fmla="*/ 1953 h 94328"/>
                      <a:gd name="connsiteX13" fmla="*/ -1881 w 59843"/>
                      <a:gd name="connsiteY13" fmla="*/ 14545 h 94328"/>
                      <a:gd name="connsiteX14" fmla="*/ 9636 w 59843"/>
                      <a:gd name="connsiteY14" fmla="*/ 10024 h 94328"/>
                      <a:gd name="connsiteX15" fmla="*/ 22203 w 59843"/>
                      <a:gd name="connsiteY15" fmla="*/ 8537 h 94328"/>
                      <a:gd name="connsiteX16" fmla="*/ 39171 w 59843"/>
                      <a:gd name="connsiteY16" fmla="*/ 14168 h 94328"/>
                      <a:gd name="connsiteX17" fmla="*/ 45435 w 59843"/>
                      <a:gd name="connsiteY17" fmla="*/ 29476 h 94328"/>
                      <a:gd name="connsiteX18" fmla="*/ 39171 w 59843"/>
                      <a:gd name="connsiteY18" fmla="*/ 44765 h 94328"/>
                      <a:gd name="connsiteX19" fmla="*/ 22203 w 59843"/>
                      <a:gd name="connsiteY19" fmla="*/ 50416 h 94328"/>
                      <a:gd name="connsiteX20" fmla="*/ 12193 w 59843"/>
                      <a:gd name="connsiteY20" fmla="*/ 49306 h 94328"/>
                      <a:gd name="connsiteX21" fmla="*/ 2024 w 59843"/>
                      <a:gd name="connsiteY21" fmla="*/ 45836 h 94328"/>
                      <a:gd name="connsiteX22" fmla="*/ 2024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24" y="92316"/>
                        </a:moveTo>
                        <a:lnTo>
                          <a:pt x="51144" y="92316"/>
                        </a:lnTo>
                        <a:lnTo>
                          <a:pt x="51144" y="81767"/>
                        </a:lnTo>
                        <a:lnTo>
                          <a:pt x="13481" y="81767"/>
                        </a:lnTo>
                        <a:lnTo>
                          <a:pt x="13481" y="59102"/>
                        </a:lnTo>
                        <a:cubicBezTo>
                          <a:pt x="15292" y="59723"/>
                          <a:pt x="17102" y="60186"/>
                          <a:pt x="18913" y="60490"/>
                        </a:cubicBezTo>
                        <a:cubicBezTo>
                          <a:pt x="20736" y="60794"/>
                          <a:pt x="22560" y="60946"/>
                          <a:pt x="24384" y="60946"/>
                        </a:cubicBezTo>
                        <a:cubicBezTo>
                          <a:pt x="34704" y="60946"/>
                          <a:pt x="42878" y="58117"/>
                          <a:pt x="48904" y="52459"/>
                        </a:cubicBezTo>
                        <a:cubicBezTo>
                          <a:pt x="54943" y="46801"/>
                          <a:pt x="57962" y="39140"/>
                          <a:pt x="57962" y="29476"/>
                        </a:cubicBezTo>
                        <a:cubicBezTo>
                          <a:pt x="57962" y="19522"/>
                          <a:pt x="54864" y="11782"/>
                          <a:pt x="48666" y="6256"/>
                        </a:cubicBezTo>
                        <a:cubicBezTo>
                          <a:pt x="42468" y="744"/>
                          <a:pt x="33733" y="-2013"/>
                          <a:pt x="22461" y="-2013"/>
                        </a:cubicBezTo>
                        <a:cubicBezTo>
                          <a:pt x="18576" y="-2013"/>
                          <a:pt x="14618" y="-1682"/>
                          <a:pt x="10587" y="-1021"/>
                        </a:cubicBezTo>
                        <a:cubicBezTo>
                          <a:pt x="6570" y="-360"/>
                          <a:pt x="2414" y="631"/>
                          <a:pt x="-1881" y="1953"/>
                        </a:cubicBezTo>
                        <a:lnTo>
                          <a:pt x="-1881" y="14545"/>
                        </a:lnTo>
                        <a:cubicBezTo>
                          <a:pt x="1832" y="12522"/>
                          <a:pt x="5671" y="11015"/>
                          <a:pt x="9636" y="10024"/>
                        </a:cubicBezTo>
                        <a:cubicBezTo>
                          <a:pt x="13600" y="9032"/>
                          <a:pt x="17789" y="8537"/>
                          <a:pt x="22203" y="8537"/>
                        </a:cubicBezTo>
                        <a:cubicBezTo>
                          <a:pt x="29352" y="8537"/>
                          <a:pt x="35008" y="10414"/>
                          <a:pt x="39171" y="14168"/>
                        </a:cubicBezTo>
                        <a:cubicBezTo>
                          <a:pt x="43347" y="17923"/>
                          <a:pt x="45435" y="23025"/>
                          <a:pt x="45435" y="29476"/>
                        </a:cubicBezTo>
                        <a:cubicBezTo>
                          <a:pt x="45435" y="35914"/>
                          <a:pt x="43347" y="41011"/>
                          <a:pt x="39171" y="44765"/>
                        </a:cubicBezTo>
                        <a:cubicBezTo>
                          <a:pt x="35008" y="48533"/>
                          <a:pt x="29352" y="50416"/>
                          <a:pt x="22203" y="50416"/>
                        </a:cubicBezTo>
                        <a:cubicBezTo>
                          <a:pt x="18860" y="50416"/>
                          <a:pt x="15523" y="50046"/>
                          <a:pt x="12193" y="49306"/>
                        </a:cubicBezTo>
                        <a:cubicBezTo>
                          <a:pt x="8876" y="48566"/>
                          <a:pt x="5486" y="47409"/>
                          <a:pt x="2024" y="45836"/>
                        </a:cubicBezTo>
                        <a:lnTo>
                          <a:pt x="2024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89" name="Freeform: Shape 388">
                    <a:extLst>
                      <a:ext uri="{FF2B5EF4-FFF2-40B4-BE49-F238E27FC236}">
                        <a16:creationId xmlns:a16="http://schemas.microsoft.com/office/drawing/2014/main" id="{A5580707-2848-0E03-25B6-119DB8488D84}"/>
                      </a:ext>
                    </a:extLst>
                  </p:cNvPr>
                  <p:cNvSpPr/>
                  <p:nvPr/>
                </p:nvSpPr>
                <p:spPr>
                  <a:xfrm flipV="1">
                    <a:off x="4777588" y="4672504"/>
                    <a:ext cx="58713" cy="94189"/>
                  </a:xfrm>
                  <a:custGeom>
                    <a:avLst/>
                    <a:gdLst>
                      <a:gd name="connsiteX0" fmla="*/ 13224 w 58713"/>
                      <a:gd name="connsiteY0" fmla="*/ 8429 h 94189"/>
                      <a:gd name="connsiteX1" fmla="*/ 56892 w 58713"/>
                      <a:gd name="connsiteY1" fmla="*/ 8429 h 94189"/>
                      <a:gd name="connsiteX2" fmla="*/ 56892 w 58713"/>
                      <a:gd name="connsiteY2" fmla="*/ -2100 h 94189"/>
                      <a:gd name="connsiteX3" fmla="*/ -1821 w 58713"/>
                      <a:gd name="connsiteY3" fmla="*/ -2100 h 94189"/>
                      <a:gd name="connsiteX4" fmla="*/ -1821 w 58713"/>
                      <a:gd name="connsiteY4" fmla="*/ 8429 h 94189"/>
                      <a:gd name="connsiteX5" fmla="*/ 17585 w 58713"/>
                      <a:gd name="connsiteY5" fmla="*/ 28219 h 94189"/>
                      <a:gd name="connsiteX6" fmla="*/ 33046 w 58713"/>
                      <a:gd name="connsiteY6" fmla="*/ 44261 h 94189"/>
                      <a:gd name="connsiteX7" fmla="*/ 41431 w 58713"/>
                      <a:gd name="connsiteY7" fmla="*/ 55683 h 94189"/>
                      <a:gd name="connsiteX8" fmla="*/ 43829 w 58713"/>
                      <a:gd name="connsiteY8" fmla="*/ 64883 h 94189"/>
                      <a:gd name="connsiteX9" fmla="*/ 38656 w 58713"/>
                      <a:gd name="connsiteY9" fmla="*/ 76900 h 94189"/>
                      <a:gd name="connsiteX10" fmla="*/ 25177 w 58713"/>
                      <a:gd name="connsiteY10" fmla="*/ 81560 h 94189"/>
                      <a:gd name="connsiteX11" fmla="*/ 12748 w 58713"/>
                      <a:gd name="connsiteY11" fmla="*/ 79518 h 94189"/>
                      <a:gd name="connsiteX12" fmla="*/ -1207 w 58713"/>
                      <a:gd name="connsiteY12" fmla="*/ 73311 h 94189"/>
                      <a:gd name="connsiteX13" fmla="*/ -1207 w 58713"/>
                      <a:gd name="connsiteY13" fmla="*/ 85962 h 94189"/>
                      <a:gd name="connsiteX14" fmla="*/ 12907 w 58713"/>
                      <a:gd name="connsiteY14" fmla="*/ 90543 h 94189"/>
                      <a:gd name="connsiteX15" fmla="*/ 24939 w 58713"/>
                      <a:gd name="connsiteY15" fmla="*/ 92089 h 94189"/>
                      <a:gd name="connsiteX16" fmla="*/ 47853 w 58713"/>
                      <a:gd name="connsiteY16" fmla="*/ 84891 h 94189"/>
                      <a:gd name="connsiteX17" fmla="*/ 56397 w 58713"/>
                      <a:gd name="connsiteY17" fmla="*/ 65696 h 94189"/>
                      <a:gd name="connsiteX18" fmla="*/ 54256 w 58713"/>
                      <a:gd name="connsiteY18" fmla="*/ 54870 h 94189"/>
                      <a:gd name="connsiteX19" fmla="*/ 46486 w 58713"/>
                      <a:gd name="connsiteY19" fmla="*/ 42833 h 94189"/>
                      <a:gd name="connsiteX20" fmla="*/ 36634 w 58713"/>
                      <a:gd name="connsiteY20" fmla="*/ 32443 h 94189"/>
                      <a:gd name="connsiteX21" fmla="*/ 13224 w 58713"/>
                      <a:gd name="connsiteY21" fmla="*/ 8429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224" y="8429"/>
                        </a:moveTo>
                        <a:lnTo>
                          <a:pt x="56892" y="8429"/>
                        </a:lnTo>
                        <a:lnTo>
                          <a:pt x="56892" y="-2100"/>
                        </a:lnTo>
                        <a:lnTo>
                          <a:pt x="-1821" y="-2100"/>
                        </a:lnTo>
                        <a:lnTo>
                          <a:pt x="-1821" y="8429"/>
                        </a:lnTo>
                        <a:cubicBezTo>
                          <a:pt x="2923" y="13347"/>
                          <a:pt x="9392" y="19943"/>
                          <a:pt x="17585" y="28219"/>
                        </a:cubicBezTo>
                        <a:cubicBezTo>
                          <a:pt x="25791" y="36508"/>
                          <a:pt x="30945" y="41855"/>
                          <a:pt x="33046" y="44261"/>
                        </a:cubicBezTo>
                        <a:cubicBezTo>
                          <a:pt x="37050" y="48756"/>
                          <a:pt x="39845" y="52563"/>
                          <a:pt x="41431" y="55683"/>
                        </a:cubicBezTo>
                        <a:cubicBezTo>
                          <a:pt x="43030" y="58802"/>
                          <a:pt x="43829" y="61869"/>
                          <a:pt x="43829" y="64883"/>
                        </a:cubicBezTo>
                        <a:cubicBezTo>
                          <a:pt x="43829" y="69801"/>
                          <a:pt x="42105" y="73807"/>
                          <a:pt x="38656" y="76900"/>
                        </a:cubicBezTo>
                        <a:cubicBezTo>
                          <a:pt x="35207" y="80007"/>
                          <a:pt x="30714" y="81560"/>
                          <a:pt x="25177" y="81560"/>
                        </a:cubicBezTo>
                        <a:cubicBezTo>
                          <a:pt x="21252" y="81560"/>
                          <a:pt x="17109" y="80879"/>
                          <a:pt x="12748" y="79518"/>
                        </a:cubicBezTo>
                        <a:cubicBezTo>
                          <a:pt x="8401" y="78156"/>
                          <a:pt x="3749" y="76087"/>
                          <a:pt x="-1207" y="73311"/>
                        </a:cubicBezTo>
                        <a:lnTo>
                          <a:pt x="-1207" y="85962"/>
                        </a:lnTo>
                        <a:cubicBezTo>
                          <a:pt x="3828" y="87985"/>
                          <a:pt x="8533" y="89512"/>
                          <a:pt x="12907" y="90543"/>
                        </a:cubicBezTo>
                        <a:cubicBezTo>
                          <a:pt x="17294" y="91574"/>
                          <a:pt x="21305" y="92089"/>
                          <a:pt x="24939" y="92089"/>
                        </a:cubicBezTo>
                        <a:cubicBezTo>
                          <a:pt x="34520" y="92089"/>
                          <a:pt x="42158" y="89690"/>
                          <a:pt x="47853" y="84891"/>
                        </a:cubicBezTo>
                        <a:cubicBezTo>
                          <a:pt x="53549" y="80106"/>
                          <a:pt x="56397" y="73708"/>
                          <a:pt x="56397" y="65696"/>
                        </a:cubicBezTo>
                        <a:cubicBezTo>
                          <a:pt x="56397" y="61889"/>
                          <a:pt x="55683" y="58280"/>
                          <a:pt x="54256" y="54870"/>
                        </a:cubicBezTo>
                        <a:cubicBezTo>
                          <a:pt x="52842" y="51472"/>
                          <a:pt x="50252" y="47460"/>
                          <a:pt x="46486" y="42833"/>
                        </a:cubicBezTo>
                        <a:cubicBezTo>
                          <a:pt x="45455" y="41630"/>
                          <a:pt x="42171" y="38167"/>
                          <a:pt x="36634" y="32443"/>
                        </a:cubicBezTo>
                        <a:cubicBezTo>
                          <a:pt x="31110" y="26718"/>
                          <a:pt x="23307" y="18714"/>
                          <a:pt x="13224" y="84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90" name="Freeform: Shape 389">
                    <a:extLst>
                      <a:ext uri="{FF2B5EF4-FFF2-40B4-BE49-F238E27FC236}">
                        <a16:creationId xmlns:a16="http://schemas.microsoft.com/office/drawing/2014/main" id="{B11483FC-84FF-8673-7E74-DF1B2BFC444D}"/>
                      </a:ext>
                    </a:extLst>
                  </p:cNvPr>
                  <p:cNvSpPr/>
                  <p:nvPr/>
                </p:nvSpPr>
                <p:spPr>
                  <a:xfrm flipV="1">
                    <a:off x="4857370" y="4672504"/>
                    <a:ext cx="63926" cy="95994"/>
                  </a:xfrm>
                  <a:custGeom>
                    <a:avLst/>
                    <a:gdLst>
                      <a:gd name="connsiteX0" fmla="*/ 30054 w 63926"/>
                      <a:gd name="connsiteY0" fmla="*/ 84025 h 95994"/>
                      <a:gd name="connsiteX1" fmla="*/ 15525 w 63926"/>
                      <a:gd name="connsiteY1" fmla="*/ 74507 h 95994"/>
                      <a:gd name="connsiteX2" fmla="*/ 10668 w 63926"/>
                      <a:gd name="connsiteY2" fmla="*/ 45913 h 95994"/>
                      <a:gd name="connsiteX3" fmla="*/ 15525 w 63926"/>
                      <a:gd name="connsiteY3" fmla="*/ 17378 h 95994"/>
                      <a:gd name="connsiteX4" fmla="*/ 30054 w 63926"/>
                      <a:gd name="connsiteY4" fmla="*/ 7860 h 95994"/>
                      <a:gd name="connsiteX5" fmla="*/ 44643 w 63926"/>
                      <a:gd name="connsiteY5" fmla="*/ 17378 h 95994"/>
                      <a:gd name="connsiteX6" fmla="*/ 49520 w 63926"/>
                      <a:gd name="connsiteY6" fmla="*/ 45913 h 95994"/>
                      <a:gd name="connsiteX7" fmla="*/ 44643 w 63926"/>
                      <a:gd name="connsiteY7" fmla="*/ 74507 h 95994"/>
                      <a:gd name="connsiteX8" fmla="*/ 30054 w 63926"/>
                      <a:gd name="connsiteY8" fmla="*/ 84025 h 95994"/>
                      <a:gd name="connsiteX9" fmla="*/ 30054 w 63926"/>
                      <a:gd name="connsiteY9" fmla="*/ 93939 h 95994"/>
                      <a:gd name="connsiteX10" fmla="*/ 53821 w 63926"/>
                      <a:gd name="connsiteY10" fmla="*/ 81625 h 95994"/>
                      <a:gd name="connsiteX11" fmla="*/ 62028 w 63926"/>
                      <a:gd name="connsiteY11" fmla="*/ 45913 h 95994"/>
                      <a:gd name="connsiteX12" fmla="*/ 53821 w 63926"/>
                      <a:gd name="connsiteY12" fmla="*/ 10240 h 95994"/>
                      <a:gd name="connsiteX13" fmla="*/ 30054 w 63926"/>
                      <a:gd name="connsiteY13" fmla="*/ -2055 h 95994"/>
                      <a:gd name="connsiteX14" fmla="*/ 6307 w 63926"/>
                      <a:gd name="connsiteY14" fmla="*/ 10240 h 95994"/>
                      <a:gd name="connsiteX15" fmla="*/ -1899 w 63926"/>
                      <a:gd name="connsiteY15" fmla="*/ 45913 h 95994"/>
                      <a:gd name="connsiteX16" fmla="*/ 6307 w 63926"/>
                      <a:gd name="connsiteY16" fmla="*/ 81625 h 95994"/>
                      <a:gd name="connsiteX17" fmla="*/ 3005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54" y="84025"/>
                        </a:moveTo>
                        <a:cubicBezTo>
                          <a:pt x="23619" y="84025"/>
                          <a:pt x="18775" y="80852"/>
                          <a:pt x="15525" y="74507"/>
                        </a:cubicBezTo>
                        <a:cubicBezTo>
                          <a:pt x="12287" y="68174"/>
                          <a:pt x="10668" y="58643"/>
                          <a:pt x="10668" y="45913"/>
                        </a:cubicBezTo>
                        <a:cubicBezTo>
                          <a:pt x="10668" y="33235"/>
                          <a:pt x="12287" y="23724"/>
                          <a:pt x="15525" y="17378"/>
                        </a:cubicBezTo>
                        <a:cubicBezTo>
                          <a:pt x="18775" y="11033"/>
                          <a:pt x="23619" y="7860"/>
                          <a:pt x="30054" y="7860"/>
                        </a:cubicBezTo>
                        <a:cubicBezTo>
                          <a:pt x="36543" y="7860"/>
                          <a:pt x="41406" y="11033"/>
                          <a:pt x="44643" y="17378"/>
                        </a:cubicBezTo>
                        <a:cubicBezTo>
                          <a:pt x="47894" y="23724"/>
                          <a:pt x="49520" y="33235"/>
                          <a:pt x="49520" y="45913"/>
                        </a:cubicBezTo>
                        <a:cubicBezTo>
                          <a:pt x="49520" y="58643"/>
                          <a:pt x="47894" y="68174"/>
                          <a:pt x="44643" y="74507"/>
                        </a:cubicBezTo>
                        <a:cubicBezTo>
                          <a:pt x="41406" y="80852"/>
                          <a:pt x="36543" y="84025"/>
                          <a:pt x="30054" y="84025"/>
                        </a:cubicBezTo>
                        <a:close/>
                        <a:moveTo>
                          <a:pt x="30054" y="93939"/>
                        </a:moveTo>
                        <a:cubicBezTo>
                          <a:pt x="40428" y="93939"/>
                          <a:pt x="48350" y="89835"/>
                          <a:pt x="53821" y="81625"/>
                        </a:cubicBezTo>
                        <a:cubicBezTo>
                          <a:pt x="59292" y="73429"/>
                          <a:pt x="62028" y="61525"/>
                          <a:pt x="62028" y="45913"/>
                        </a:cubicBezTo>
                        <a:cubicBezTo>
                          <a:pt x="62028" y="30340"/>
                          <a:pt x="59292" y="18449"/>
                          <a:pt x="53821" y="10240"/>
                        </a:cubicBezTo>
                        <a:cubicBezTo>
                          <a:pt x="48350" y="2043"/>
                          <a:pt x="40428" y="-2055"/>
                          <a:pt x="30054" y="-2055"/>
                        </a:cubicBezTo>
                        <a:cubicBezTo>
                          <a:pt x="19694" y="-2055"/>
                          <a:pt x="11778" y="2043"/>
                          <a:pt x="6307" y="10240"/>
                        </a:cubicBezTo>
                        <a:cubicBezTo>
                          <a:pt x="836" y="18449"/>
                          <a:pt x="-1899" y="30340"/>
                          <a:pt x="-1899" y="45913"/>
                        </a:cubicBezTo>
                        <a:cubicBezTo>
                          <a:pt x="-1899" y="61525"/>
                          <a:pt x="836" y="73429"/>
                          <a:pt x="6307" y="81625"/>
                        </a:cubicBezTo>
                        <a:cubicBezTo>
                          <a:pt x="11778" y="89835"/>
                          <a:pt x="19694" y="93939"/>
                          <a:pt x="3005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62" name="Graphic 83">
                <a:extLst>
                  <a:ext uri="{FF2B5EF4-FFF2-40B4-BE49-F238E27FC236}">
                    <a16:creationId xmlns:a16="http://schemas.microsoft.com/office/drawing/2014/main" id="{D475C129-6CE4-8192-0661-247C60DAF6E4}"/>
                  </a:ext>
                </a:extLst>
              </p:cNvPr>
              <p:cNvGrpSpPr/>
              <p:nvPr/>
            </p:nvGrpSpPr>
            <p:grpSpPr>
              <a:xfrm>
                <a:off x="5603471" y="4581427"/>
                <a:ext cx="223926" cy="187070"/>
                <a:chOff x="5603471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372DE0A4-13B9-20E3-7D3A-6AA769BBDA06}"/>
                    </a:ext>
                  </a:extLst>
                </p:cNvPr>
                <p:cNvSpPr/>
                <p:nvPr/>
              </p:nvSpPr>
              <p:spPr>
                <a:xfrm>
                  <a:off x="5714753" y="4581427"/>
                  <a:ext cx="12686" cy="44417"/>
                </a:xfrm>
                <a:custGeom>
                  <a:avLst/>
                  <a:gdLst>
                    <a:gd name="connsiteX0" fmla="*/ 200 w 12686"/>
                    <a:gd name="connsiteY0" fmla="*/ 264 h 44417"/>
                    <a:gd name="connsiteX1" fmla="*/ 200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00" y="264"/>
                      </a:moveTo>
                      <a:lnTo>
                        <a:pt x="200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82" name="Graphic 83">
                  <a:extLst>
                    <a:ext uri="{FF2B5EF4-FFF2-40B4-BE49-F238E27FC236}">
                      <a16:creationId xmlns:a16="http://schemas.microsoft.com/office/drawing/2014/main" id="{10A486B1-82EC-61DF-C15D-F26C962DE882}"/>
                    </a:ext>
                  </a:extLst>
                </p:cNvPr>
                <p:cNvGrpSpPr/>
                <p:nvPr/>
              </p:nvGrpSpPr>
              <p:grpSpPr>
                <a:xfrm>
                  <a:off x="5603471" y="4672504"/>
                  <a:ext cx="223926" cy="95994"/>
                  <a:chOff x="5603471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383" name="Freeform: Shape 382">
                    <a:extLst>
                      <a:ext uri="{FF2B5EF4-FFF2-40B4-BE49-F238E27FC236}">
                        <a16:creationId xmlns:a16="http://schemas.microsoft.com/office/drawing/2014/main" id="{E6F00C1A-1A7B-3A4D-6AED-014C86865CFF}"/>
                      </a:ext>
                    </a:extLst>
                  </p:cNvPr>
                  <p:cNvSpPr/>
                  <p:nvPr/>
                </p:nvSpPr>
                <p:spPr>
                  <a:xfrm flipV="1">
                    <a:off x="5603471" y="4674169"/>
                    <a:ext cx="59843" cy="94328"/>
                  </a:xfrm>
                  <a:custGeom>
                    <a:avLst/>
                    <a:gdLst>
                      <a:gd name="connsiteX0" fmla="*/ 2096 w 59843"/>
                      <a:gd name="connsiteY0" fmla="*/ 92316 h 94328"/>
                      <a:gd name="connsiteX1" fmla="*/ 51215 w 59843"/>
                      <a:gd name="connsiteY1" fmla="*/ 92316 h 94328"/>
                      <a:gd name="connsiteX2" fmla="*/ 51215 w 59843"/>
                      <a:gd name="connsiteY2" fmla="*/ 81767 h 94328"/>
                      <a:gd name="connsiteX3" fmla="*/ 13553 w 59843"/>
                      <a:gd name="connsiteY3" fmla="*/ 81767 h 94328"/>
                      <a:gd name="connsiteX4" fmla="*/ 13553 w 59843"/>
                      <a:gd name="connsiteY4" fmla="*/ 59102 h 94328"/>
                      <a:gd name="connsiteX5" fmla="*/ 18984 w 59843"/>
                      <a:gd name="connsiteY5" fmla="*/ 60490 h 94328"/>
                      <a:gd name="connsiteX6" fmla="*/ 24455 w 59843"/>
                      <a:gd name="connsiteY6" fmla="*/ 60946 h 94328"/>
                      <a:gd name="connsiteX7" fmla="*/ 48975 w 59843"/>
                      <a:gd name="connsiteY7" fmla="*/ 52459 h 94328"/>
                      <a:gd name="connsiteX8" fmla="*/ 58034 w 59843"/>
                      <a:gd name="connsiteY8" fmla="*/ 29476 h 94328"/>
                      <a:gd name="connsiteX9" fmla="*/ 48737 w 59843"/>
                      <a:gd name="connsiteY9" fmla="*/ 6256 h 94328"/>
                      <a:gd name="connsiteX10" fmla="*/ 22532 w 59843"/>
                      <a:gd name="connsiteY10" fmla="*/ -2013 h 94328"/>
                      <a:gd name="connsiteX11" fmla="*/ 10659 w 59843"/>
                      <a:gd name="connsiteY11" fmla="*/ -1021 h 94328"/>
                      <a:gd name="connsiteX12" fmla="*/ -1809 w 59843"/>
                      <a:gd name="connsiteY12" fmla="*/ 1953 h 94328"/>
                      <a:gd name="connsiteX13" fmla="*/ -1809 w 59843"/>
                      <a:gd name="connsiteY13" fmla="*/ 14545 h 94328"/>
                      <a:gd name="connsiteX14" fmla="*/ 9707 w 59843"/>
                      <a:gd name="connsiteY14" fmla="*/ 10024 h 94328"/>
                      <a:gd name="connsiteX15" fmla="*/ 22275 w 59843"/>
                      <a:gd name="connsiteY15" fmla="*/ 8537 h 94328"/>
                      <a:gd name="connsiteX16" fmla="*/ 39242 w 59843"/>
                      <a:gd name="connsiteY16" fmla="*/ 14168 h 94328"/>
                      <a:gd name="connsiteX17" fmla="*/ 45506 w 59843"/>
                      <a:gd name="connsiteY17" fmla="*/ 29476 h 94328"/>
                      <a:gd name="connsiteX18" fmla="*/ 39242 w 59843"/>
                      <a:gd name="connsiteY18" fmla="*/ 44765 h 94328"/>
                      <a:gd name="connsiteX19" fmla="*/ 22275 w 59843"/>
                      <a:gd name="connsiteY19" fmla="*/ 50416 h 94328"/>
                      <a:gd name="connsiteX20" fmla="*/ 12264 w 59843"/>
                      <a:gd name="connsiteY20" fmla="*/ 49306 h 94328"/>
                      <a:gd name="connsiteX21" fmla="*/ 2096 w 59843"/>
                      <a:gd name="connsiteY21" fmla="*/ 45836 h 94328"/>
                      <a:gd name="connsiteX22" fmla="*/ 2096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96" y="92316"/>
                        </a:moveTo>
                        <a:lnTo>
                          <a:pt x="51215" y="92316"/>
                        </a:lnTo>
                        <a:lnTo>
                          <a:pt x="51215" y="81767"/>
                        </a:lnTo>
                        <a:lnTo>
                          <a:pt x="13553" y="81767"/>
                        </a:lnTo>
                        <a:lnTo>
                          <a:pt x="13553" y="59102"/>
                        </a:lnTo>
                        <a:cubicBezTo>
                          <a:pt x="15363" y="59723"/>
                          <a:pt x="17174" y="60186"/>
                          <a:pt x="18984" y="60490"/>
                        </a:cubicBezTo>
                        <a:cubicBezTo>
                          <a:pt x="20808" y="60794"/>
                          <a:pt x="22631" y="60946"/>
                          <a:pt x="24455" y="60946"/>
                        </a:cubicBezTo>
                        <a:cubicBezTo>
                          <a:pt x="34776" y="60946"/>
                          <a:pt x="42949" y="58117"/>
                          <a:pt x="48975" y="52459"/>
                        </a:cubicBezTo>
                        <a:cubicBezTo>
                          <a:pt x="55014" y="46801"/>
                          <a:pt x="58034" y="39140"/>
                          <a:pt x="58034" y="29476"/>
                        </a:cubicBezTo>
                        <a:cubicBezTo>
                          <a:pt x="58034" y="19522"/>
                          <a:pt x="54935" y="11782"/>
                          <a:pt x="48737" y="6256"/>
                        </a:cubicBezTo>
                        <a:cubicBezTo>
                          <a:pt x="42539" y="744"/>
                          <a:pt x="33804" y="-2013"/>
                          <a:pt x="22532" y="-2013"/>
                        </a:cubicBezTo>
                        <a:cubicBezTo>
                          <a:pt x="18647" y="-2013"/>
                          <a:pt x="14689" y="-1682"/>
                          <a:pt x="10659" y="-1021"/>
                        </a:cubicBezTo>
                        <a:cubicBezTo>
                          <a:pt x="6641" y="-360"/>
                          <a:pt x="2485" y="631"/>
                          <a:pt x="-1809" y="1953"/>
                        </a:cubicBezTo>
                        <a:lnTo>
                          <a:pt x="-1809" y="14545"/>
                        </a:lnTo>
                        <a:cubicBezTo>
                          <a:pt x="1904" y="12522"/>
                          <a:pt x="5743" y="11015"/>
                          <a:pt x="9707" y="10024"/>
                        </a:cubicBezTo>
                        <a:cubicBezTo>
                          <a:pt x="13672" y="9032"/>
                          <a:pt x="17861" y="8537"/>
                          <a:pt x="22275" y="8537"/>
                        </a:cubicBezTo>
                        <a:cubicBezTo>
                          <a:pt x="29424" y="8537"/>
                          <a:pt x="35080" y="10414"/>
                          <a:pt x="39242" y="14168"/>
                        </a:cubicBezTo>
                        <a:cubicBezTo>
                          <a:pt x="43418" y="17923"/>
                          <a:pt x="45506" y="23025"/>
                          <a:pt x="45506" y="29476"/>
                        </a:cubicBezTo>
                        <a:cubicBezTo>
                          <a:pt x="45506" y="35914"/>
                          <a:pt x="43418" y="41011"/>
                          <a:pt x="39242" y="44765"/>
                        </a:cubicBezTo>
                        <a:cubicBezTo>
                          <a:pt x="35080" y="48533"/>
                          <a:pt x="29424" y="50416"/>
                          <a:pt x="22275" y="50416"/>
                        </a:cubicBezTo>
                        <a:cubicBezTo>
                          <a:pt x="18931" y="50416"/>
                          <a:pt x="15594" y="50046"/>
                          <a:pt x="12264" y="49306"/>
                        </a:cubicBezTo>
                        <a:cubicBezTo>
                          <a:pt x="8947" y="48566"/>
                          <a:pt x="5558" y="47409"/>
                          <a:pt x="2096" y="45836"/>
                        </a:cubicBezTo>
                        <a:lnTo>
                          <a:pt x="2096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84" name="Freeform: Shape 383">
                    <a:extLst>
                      <a:ext uri="{FF2B5EF4-FFF2-40B4-BE49-F238E27FC236}">
                        <a16:creationId xmlns:a16="http://schemas.microsoft.com/office/drawing/2014/main" id="{D0C582B7-808D-220C-2E1D-07DBA11F41C2}"/>
                      </a:ext>
                    </a:extLst>
                  </p:cNvPr>
                  <p:cNvSpPr/>
                  <p:nvPr/>
                </p:nvSpPr>
                <p:spPr>
                  <a:xfrm flipV="1">
                    <a:off x="5680597" y="4674169"/>
                    <a:ext cx="67395" cy="92524"/>
                  </a:xfrm>
                  <a:custGeom>
                    <a:avLst/>
                    <a:gdLst>
                      <a:gd name="connsiteX0" fmla="*/ 39933 w 67395"/>
                      <a:gd name="connsiteY0" fmla="*/ 79560 h 92524"/>
                      <a:gd name="connsiteX1" fmla="*/ 8336 w 67395"/>
                      <a:gd name="connsiteY1" fmla="*/ 30165 h 92524"/>
                      <a:gd name="connsiteX2" fmla="*/ 39933 w 67395"/>
                      <a:gd name="connsiteY2" fmla="*/ 30165 h 92524"/>
                      <a:gd name="connsiteX3" fmla="*/ 39933 w 67395"/>
                      <a:gd name="connsiteY3" fmla="*/ 79560 h 92524"/>
                      <a:gd name="connsiteX4" fmla="*/ 36643 w 67395"/>
                      <a:gd name="connsiteY4" fmla="*/ 90466 h 92524"/>
                      <a:gd name="connsiteX5" fmla="*/ 52381 w 67395"/>
                      <a:gd name="connsiteY5" fmla="*/ 90466 h 92524"/>
                      <a:gd name="connsiteX6" fmla="*/ 52381 w 67395"/>
                      <a:gd name="connsiteY6" fmla="*/ 30165 h 92524"/>
                      <a:gd name="connsiteX7" fmla="*/ 65583 w 67395"/>
                      <a:gd name="connsiteY7" fmla="*/ 30165 h 92524"/>
                      <a:gd name="connsiteX8" fmla="*/ 65583 w 67395"/>
                      <a:gd name="connsiteY8" fmla="*/ 19754 h 92524"/>
                      <a:gd name="connsiteX9" fmla="*/ 52381 w 67395"/>
                      <a:gd name="connsiteY9" fmla="*/ 19754 h 92524"/>
                      <a:gd name="connsiteX10" fmla="*/ 52381 w 67395"/>
                      <a:gd name="connsiteY10" fmla="*/ -2058 h 92524"/>
                      <a:gd name="connsiteX11" fmla="*/ 39933 w 67395"/>
                      <a:gd name="connsiteY11" fmla="*/ -2058 h 92524"/>
                      <a:gd name="connsiteX12" fmla="*/ 39933 w 67395"/>
                      <a:gd name="connsiteY12" fmla="*/ 19754 h 92524"/>
                      <a:gd name="connsiteX13" fmla="*/ -1813 w 67395"/>
                      <a:gd name="connsiteY13" fmla="*/ 19754 h 92524"/>
                      <a:gd name="connsiteX14" fmla="*/ -1813 w 67395"/>
                      <a:gd name="connsiteY14" fmla="*/ 31830 h 92524"/>
                      <a:gd name="connsiteX15" fmla="*/ 36643 w 67395"/>
                      <a:gd name="connsiteY15" fmla="*/ 9046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933" y="79560"/>
                        </a:moveTo>
                        <a:lnTo>
                          <a:pt x="8336" y="30165"/>
                        </a:lnTo>
                        <a:lnTo>
                          <a:pt x="39933" y="30165"/>
                        </a:lnTo>
                        <a:lnTo>
                          <a:pt x="39933" y="79560"/>
                        </a:lnTo>
                        <a:close/>
                        <a:moveTo>
                          <a:pt x="36643" y="90466"/>
                        </a:moveTo>
                        <a:lnTo>
                          <a:pt x="52381" y="90466"/>
                        </a:lnTo>
                        <a:lnTo>
                          <a:pt x="52381" y="30165"/>
                        </a:lnTo>
                        <a:lnTo>
                          <a:pt x="65583" y="30165"/>
                        </a:lnTo>
                        <a:lnTo>
                          <a:pt x="65583" y="19754"/>
                        </a:lnTo>
                        <a:lnTo>
                          <a:pt x="52381" y="19754"/>
                        </a:lnTo>
                        <a:lnTo>
                          <a:pt x="52381" y="-2058"/>
                        </a:lnTo>
                        <a:lnTo>
                          <a:pt x="39933" y="-2058"/>
                        </a:lnTo>
                        <a:lnTo>
                          <a:pt x="39933" y="19754"/>
                        </a:lnTo>
                        <a:lnTo>
                          <a:pt x="-1813" y="19754"/>
                        </a:lnTo>
                        <a:lnTo>
                          <a:pt x="-1813" y="31830"/>
                        </a:lnTo>
                        <a:lnTo>
                          <a:pt x="36643" y="904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85" name="Freeform: Shape 384">
                    <a:extLst>
                      <a:ext uri="{FF2B5EF4-FFF2-40B4-BE49-F238E27FC236}">
                        <a16:creationId xmlns:a16="http://schemas.microsoft.com/office/drawing/2014/main" id="{A44A0ACD-31EB-9006-5B73-078C6CACB7CF}"/>
                      </a:ext>
                    </a:extLst>
                  </p:cNvPr>
                  <p:cNvSpPr/>
                  <p:nvPr/>
                </p:nvSpPr>
                <p:spPr>
                  <a:xfrm flipV="1">
                    <a:off x="5763471" y="4672504"/>
                    <a:ext cx="63926" cy="95994"/>
                  </a:xfrm>
                  <a:custGeom>
                    <a:avLst/>
                    <a:gdLst>
                      <a:gd name="connsiteX0" fmla="*/ 30126 w 63926"/>
                      <a:gd name="connsiteY0" fmla="*/ 84025 h 95994"/>
                      <a:gd name="connsiteX1" fmla="*/ 15596 w 63926"/>
                      <a:gd name="connsiteY1" fmla="*/ 74507 h 95994"/>
                      <a:gd name="connsiteX2" fmla="*/ 10740 w 63926"/>
                      <a:gd name="connsiteY2" fmla="*/ 45913 h 95994"/>
                      <a:gd name="connsiteX3" fmla="*/ 15596 w 63926"/>
                      <a:gd name="connsiteY3" fmla="*/ 17378 h 95994"/>
                      <a:gd name="connsiteX4" fmla="*/ 30126 w 63926"/>
                      <a:gd name="connsiteY4" fmla="*/ 7860 h 95994"/>
                      <a:gd name="connsiteX5" fmla="*/ 44715 w 63926"/>
                      <a:gd name="connsiteY5" fmla="*/ 17378 h 95994"/>
                      <a:gd name="connsiteX6" fmla="*/ 49591 w 63926"/>
                      <a:gd name="connsiteY6" fmla="*/ 45913 h 95994"/>
                      <a:gd name="connsiteX7" fmla="*/ 44715 w 63926"/>
                      <a:gd name="connsiteY7" fmla="*/ 74507 h 95994"/>
                      <a:gd name="connsiteX8" fmla="*/ 30126 w 63926"/>
                      <a:gd name="connsiteY8" fmla="*/ 84025 h 95994"/>
                      <a:gd name="connsiteX9" fmla="*/ 30126 w 63926"/>
                      <a:gd name="connsiteY9" fmla="*/ 93939 h 95994"/>
                      <a:gd name="connsiteX10" fmla="*/ 53893 w 63926"/>
                      <a:gd name="connsiteY10" fmla="*/ 81625 h 95994"/>
                      <a:gd name="connsiteX11" fmla="*/ 62099 w 63926"/>
                      <a:gd name="connsiteY11" fmla="*/ 45913 h 95994"/>
                      <a:gd name="connsiteX12" fmla="*/ 53893 w 63926"/>
                      <a:gd name="connsiteY12" fmla="*/ 10240 h 95994"/>
                      <a:gd name="connsiteX13" fmla="*/ 30126 w 63926"/>
                      <a:gd name="connsiteY13" fmla="*/ -2055 h 95994"/>
                      <a:gd name="connsiteX14" fmla="*/ 6379 w 63926"/>
                      <a:gd name="connsiteY14" fmla="*/ 10240 h 95994"/>
                      <a:gd name="connsiteX15" fmla="*/ -1828 w 63926"/>
                      <a:gd name="connsiteY15" fmla="*/ 45913 h 95994"/>
                      <a:gd name="connsiteX16" fmla="*/ 6379 w 63926"/>
                      <a:gd name="connsiteY16" fmla="*/ 81625 h 95994"/>
                      <a:gd name="connsiteX17" fmla="*/ 30126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26" y="84025"/>
                        </a:moveTo>
                        <a:cubicBezTo>
                          <a:pt x="23690" y="84025"/>
                          <a:pt x="18847" y="80852"/>
                          <a:pt x="15596" y="74507"/>
                        </a:cubicBezTo>
                        <a:cubicBezTo>
                          <a:pt x="12358" y="68174"/>
                          <a:pt x="10740" y="58643"/>
                          <a:pt x="10740" y="45913"/>
                        </a:cubicBezTo>
                        <a:cubicBezTo>
                          <a:pt x="10740" y="33235"/>
                          <a:pt x="12358" y="23724"/>
                          <a:pt x="15596" y="17378"/>
                        </a:cubicBezTo>
                        <a:cubicBezTo>
                          <a:pt x="18847" y="11033"/>
                          <a:pt x="23690" y="7860"/>
                          <a:pt x="30126" y="7860"/>
                        </a:cubicBezTo>
                        <a:cubicBezTo>
                          <a:pt x="36614" y="7860"/>
                          <a:pt x="41477" y="11033"/>
                          <a:pt x="44715" y="17378"/>
                        </a:cubicBezTo>
                        <a:cubicBezTo>
                          <a:pt x="47966" y="23724"/>
                          <a:pt x="49591" y="33235"/>
                          <a:pt x="49591" y="45913"/>
                        </a:cubicBezTo>
                        <a:cubicBezTo>
                          <a:pt x="49591" y="58643"/>
                          <a:pt x="47966" y="68174"/>
                          <a:pt x="44715" y="74507"/>
                        </a:cubicBezTo>
                        <a:cubicBezTo>
                          <a:pt x="41477" y="80852"/>
                          <a:pt x="36614" y="84025"/>
                          <a:pt x="30126" y="84025"/>
                        </a:cubicBezTo>
                        <a:close/>
                        <a:moveTo>
                          <a:pt x="30126" y="93939"/>
                        </a:moveTo>
                        <a:cubicBezTo>
                          <a:pt x="40499" y="93939"/>
                          <a:pt x="48422" y="89835"/>
                          <a:pt x="53893" y="81625"/>
                        </a:cubicBezTo>
                        <a:cubicBezTo>
                          <a:pt x="59364" y="73429"/>
                          <a:pt x="62099" y="61525"/>
                          <a:pt x="62099" y="45913"/>
                        </a:cubicBezTo>
                        <a:cubicBezTo>
                          <a:pt x="62099" y="30340"/>
                          <a:pt x="59364" y="18449"/>
                          <a:pt x="53893" y="10240"/>
                        </a:cubicBezTo>
                        <a:cubicBezTo>
                          <a:pt x="48422" y="2043"/>
                          <a:pt x="40499" y="-2055"/>
                          <a:pt x="30126" y="-2055"/>
                        </a:cubicBezTo>
                        <a:cubicBezTo>
                          <a:pt x="19765" y="-2055"/>
                          <a:pt x="11850" y="2043"/>
                          <a:pt x="6379" y="10240"/>
                        </a:cubicBezTo>
                        <a:cubicBezTo>
                          <a:pt x="908" y="18449"/>
                          <a:pt x="-1828" y="30340"/>
                          <a:pt x="-1828" y="45913"/>
                        </a:cubicBezTo>
                        <a:cubicBezTo>
                          <a:pt x="-1828" y="61525"/>
                          <a:pt x="908" y="73429"/>
                          <a:pt x="6379" y="81625"/>
                        </a:cubicBezTo>
                        <a:cubicBezTo>
                          <a:pt x="11850" y="89835"/>
                          <a:pt x="19765" y="93939"/>
                          <a:pt x="30126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63" name="Graphic 83">
                <a:extLst>
                  <a:ext uri="{FF2B5EF4-FFF2-40B4-BE49-F238E27FC236}">
                    <a16:creationId xmlns:a16="http://schemas.microsoft.com/office/drawing/2014/main" id="{6E270246-B698-0A2D-CFBC-265C76595ED1}"/>
                  </a:ext>
                </a:extLst>
              </p:cNvPr>
              <p:cNvGrpSpPr/>
              <p:nvPr/>
            </p:nvGrpSpPr>
            <p:grpSpPr>
              <a:xfrm>
                <a:off x="6509572" y="4581427"/>
                <a:ext cx="223926" cy="187070"/>
                <a:chOff x="6509572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CC8292FB-53BF-AAA0-0F58-B23C64C260D9}"/>
                    </a:ext>
                  </a:extLst>
                </p:cNvPr>
                <p:cNvSpPr/>
                <p:nvPr/>
              </p:nvSpPr>
              <p:spPr>
                <a:xfrm>
                  <a:off x="6620854" y="4581427"/>
                  <a:ext cx="12686" cy="44417"/>
                </a:xfrm>
                <a:custGeom>
                  <a:avLst/>
                  <a:gdLst>
                    <a:gd name="connsiteX0" fmla="*/ 272 w 12686"/>
                    <a:gd name="connsiteY0" fmla="*/ 264 h 44417"/>
                    <a:gd name="connsiteX1" fmla="*/ 272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72" y="264"/>
                      </a:moveTo>
                      <a:lnTo>
                        <a:pt x="272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77" name="Graphic 83">
                  <a:extLst>
                    <a:ext uri="{FF2B5EF4-FFF2-40B4-BE49-F238E27FC236}">
                      <a16:creationId xmlns:a16="http://schemas.microsoft.com/office/drawing/2014/main" id="{0FA80AEC-420E-F374-8ABF-70F3073A31CF}"/>
                    </a:ext>
                  </a:extLst>
                </p:cNvPr>
                <p:cNvGrpSpPr/>
                <p:nvPr/>
              </p:nvGrpSpPr>
              <p:grpSpPr>
                <a:xfrm>
                  <a:off x="6509572" y="4672504"/>
                  <a:ext cx="223926" cy="95994"/>
                  <a:chOff x="6509572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378" name="Freeform: Shape 377">
                    <a:extLst>
                      <a:ext uri="{FF2B5EF4-FFF2-40B4-BE49-F238E27FC236}">
                        <a16:creationId xmlns:a16="http://schemas.microsoft.com/office/drawing/2014/main" id="{DFAE12B5-B071-5A9A-0EA6-FCE58C9DBB89}"/>
                      </a:ext>
                    </a:extLst>
                  </p:cNvPr>
                  <p:cNvSpPr/>
                  <p:nvPr/>
                </p:nvSpPr>
                <p:spPr>
                  <a:xfrm flipV="1">
                    <a:off x="6509572" y="4674169"/>
                    <a:ext cx="59843" cy="94328"/>
                  </a:xfrm>
                  <a:custGeom>
                    <a:avLst/>
                    <a:gdLst>
                      <a:gd name="connsiteX0" fmla="*/ 2167 w 59843"/>
                      <a:gd name="connsiteY0" fmla="*/ 92316 h 94328"/>
                      <a:gd name="connsiteX1" fmla="*/ 51286 w 59843"/>
                      <a:gd name="connsiteY1" fmla="*/ 92316 h 94328"/>
                      <a:gd name="connsiteX2" fmla="*/ 51286 w 59843"/>
                      <a:gd name="connsiteY2" fmla="*/ 81767 h 94328"/>
                      <a:gd name="connsiteX3" fmla="*/ 13624 w 59843"/>
                      <a:gd name="connsiteY3" fmla="*/ 81767 h 94328"/>
                      <a:gd name="connsiteX4" fmla="*/ 13624 w 59843"/>
                      <a:gd name="connsiteY4" fmla="*/ 59102 h 94328"/>
                      <a:gd name="connsiteX5" fmla="*/ 19055 w 59843"/>
                      <a:gd name="connsiteY5" fmla="*/ 60490 h 94328"/>
                      <a:gd name="connsiteX6" fmla="*/ 24526 w 59843"/>
                      <a:gd name="connsiteY6" fmla="*/ 60946 h 94328"/>
                      <a:gd name="connsiteX7" fmla="*/ 49047 w 59843"/>
                      <a:gd name="connsiteY7" fmla="*/ 52459 h 94328"/>
                      <a:gd name="connsiteX8" fmla="*/ 58105 w 59843"/>
                      <a:gd name="connsiteY8" fmla="*/ 29476 h 94328"/>
                      <a:gd name="connsiteX9" fmla="*/ 48809 w 59843"/>
                      <a:gd name="connsiteY9" fmla="*/ 6256 h 94328"/>
                      <a:gd name="connsiteX10" fmla="*/ 22604 w 59843"/>
                      <a:gd name="connsiteY10" fmla="*/ -2013 h 94328"/>
                      <a:gd name="connsiteX11" fmla="*/ 10730 w 59843"/>
                      <a:gd name="connsiteY11" fmla="*/ -1021 h 94328"/>
                      <a:gd name="connsiteX12" fmla="*/ -1738 w 59843"/>
                      <a:gd name="connsiteY12" fmla="*/ 1953 h 94328"/>
                      <a:gd name="connsiteX13" fmla="*/ -1738 w 59843"/>
                      <a:gd name="connsiteY13" fmla="*/ 14545 h 94328"/>
                      <a:gd name="connsiteX14" fmla="*/ 9779 w 59843"/>
                      <a:gd name="connsiteY14" fmla="*/ 10024 h 94328"/>
                      <a:gd name="connsiteX15" fmla="*/ 22346 w 59843"/>
                      <a:gd name="connsiteY15" fmla="*/ 8537 h 94328"/>
                      <a:gd name="connsiteX16" fmla="*/ 39314 w 59843"/>
                      <a:gd name="connsiteY16" fmla="*/ 14168 h 94328"/>
                      <a:gd name="connsiteX17" fmla="*/ 45578 w 59843"/>
                      <a:gd name="connsiteY17" fmla="*/ 29476 h 94328"/>
                      <a:gd name="connsiteX18" fmla="*/ 39314 w 59843"/>
                      <a:gd name="connsiteY18" fmla="*/ 44765 h 94328"/>
                      <a:gd name="connsiteX19" fmla="*/ 22346 w 59843"/>
                      <a:gd name="connsiteY19" fmla="*/ 50416 h 94328"/>
                      <a:gd name="connsiteX20" fmla="*/ 12336 w 59843"/>
                      <a:gd name="connsiteY20" fmla="*/ 49306 h 94328"/>
                      <a:gd name="connsiteX21" fmla="*/ 2167 w 59843"/>
                      <a:gd name="connsiteY21" fmla="*/ 45836 h 94328"/>
                      <a:gd name="connsiteX22" fmla="*/ 2167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67" y="92316"/>
                        </a:moveTo>
                        <a:lnTo>
                          <a:pt x="51286" y="92316"/>
                        </a:lnTo>
                        <a:lnTo>
                          <a:pt x="51286" y="81767"/>
                        </a:lnTo>
                        <a:lnTo>
                          <a:pt x="13624" y="81767"/>
                        </a:lnTo>
                        <a:lnTo>
                          <a:pt x="13624" y="59102"/>
                        </a:lnTo>
                        <a:cubicBezTo>
                          <a:pt x="15435" y="59723"/>
                          <a:pt x="17245" y="60186"/>
                          <a:pt x="19055" y="60490"/>
                        </a:cubicBezTo>
                        <a:cubicBezTo>
                          <a:pt x="20879" y="60794"/>
                          <a:pt x="22703" y="60946"/>
                          <a:pt x="24526" y="60946"/>
                        </a:cubicBezTo>
                        <a:cubicBezTo>
                          <a:pt x="34847" y="60946"/>
                          <a:pt x="43021" y="58117"/>
                          <a:pt x="49047" y="52459"/>
                        </a:cubicBezTo>
                        <a:cubicBezTo>
                          <a:pt x="55086" y="46801"/>
                          <a:pt x="58105" y="39140"/>
                          <a:pt x="58105" y="29476"/>
                        </a:cubicBezTo>
                        <a:cubicBezTo>
                          <a:pt x="58105" y="19522"/>
                          <a:pt x="55006" y="11782"/>
                          <a:pt x="48809" y="6256"/>
                        </a:cubicBezTo>
                        <a:cubicBezTo>
                          <a:pt x="42611" y="744"/>
                          <a:pt x="33876" y="-2013"/>
                          <a:pt x="22604" y="-2013"/>
                        </a:cubicBezTo>
                        <a:cubicBezTo>
                          <a:pt x="18718" y="-2013"/>
                          <a:pt x="14761" y="-1682"/>
                          <a:pt x="10730" y="-1021"/>
                        </a:cubicBezTo>
                        <a:cubicBezTo>
                          <a:pt x="6713" y="-360"/>
                          <a:pt x="2557" y="631"/>
                          <a:pt x="-1738" y="1953"/>
                        </a:cubicBezTo>
                        <a:lnTo>
                          <a:pt x="-1738" y="14545"/>
                        </a:lnTo>
                        <a:cubicBezTo>
                          <a:pt x="1975" y="12522"/>
                          <a:pt x="5814" y="11015"/>
                          <a:pt x="9779" y="10024"/>
                        </a:cubicBezTo>
                        <a:cubicBezTo>
                          <a:pt x="13743" y="9032"/>
                          <a:pt x="17932" y="8537"/>
                          <a:pt x="22346" y="8537"/>
                        </a:cubicBezTo>
                        <a:cubicBezTo>
                          <a:pt x="29495" y="8537"/>
                          <a:pt x="35151" y="10414"/>
                          <a:pt x="39314" y="14168"/>
                        </a:cubicBezTo>
                        <a:cubicBezTo>
                          <a:pt x="43490" y="17923"/>
                          <a:pt x="45578" y="23025"/>
                          <a:pt x="45578" y="29476"/>
                        </a:cubicBezTo>
                        <a:cubicBezTo>
                          <a:pt x="45578" y="35914"/>
                          <a:pt x="43490" y="41011"/>
                          <a:pt x="39314" y="44765"/>
                        </a:cubicBezTo>
                        <a:cubicBezTo>
                          <a:pt x="35151" y="48533"/>
                          <a:pt x="29495" y="50416"/>
                          <a:pt x="22346" y="50416"/>
                        </a:cubicBezTo>
                        <a:cubicBezTo>
                          <a:pt x="19003" y="50416"/>
                          <a:pt x="15666" y="50046"/>
                          <a:pt x="12336" y="49306"/>
                        </a:cubicBezTo>
                        <a:cubicBezTo>
                          <a:pt x="9019" y="48566"/>
                          <a:pt x="5629" y="47409"/>
                          <a:pt x="2167" y="45836"/>
                        </a:cubicBezTo>
                        <a:lnTo>
                          <a:pt x="2167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79" name="Freeform: Shape 378">
                    <a:extLst>
                      <a:ext uri="{FF2B5EF4-FFF2-40B4-BE49-F238E27FC236}">
                        <a16:creationId xmlns:a16="http://schemas.microsoft.com/office/drawing/2014/main" id="{DBD310AA-A7EB-A633-C59B-CC0912350415}"/>
                      </a:ext>
                    </a:extLst>
                  </p:cNvPr>
                  <p:cNvSpPr/>
                  <p:nvPr/>
                </p:nvSpPr>
                <p:spPr>
                  <a:xfrm flipV="1">
                    <a:off x="6589354" y="4672504"/>
                    <a:ext cx="63867" cy="95994"/>
                  </a:xfrm>
                  <a:custGeom>
                    <a:avLst/>
                    <a:gdLst>
                      <a:gd name="connsiteX0" fmla="*/ 31238 w 63867"/>
                      <a:gd name="connsiteY0" fmla="*/ 50989 h 95994"/>
                      <a:gd name="connsiteX1" fmla="*/ 17878 w 63867"/>
                      <a:gd name="connsiteY1" fmla="*/ 45219 h 95994"/>
                      <a:gd name="connsiteX2" fmla="*/ 12962 w 63867"/>
                      <a:gd name="connsiteY2" fmla="*/ 29434 h 95994"/>
                      <a:gd name="connsiteX3" fmla="*/ 17878 w 63867"/>
                      <a:gd name="connsiteY3" fmla="*/ 13650 h 95994"/>
                      <a:gd name="connsiteX4" fmla="*/ 31238 w 63867"/>
                      <a:gd name="connsiteY4" fmla="*/ 7860 h 95994"/>
                      <a:gd name="connsiteX5" fmla="*/ 44578 w 63867"/>
                      <a:gd name="connsiteY5" fmla="*/ 13650 h 95994"/>
                      <a:gd name="connsiteX6" fmla="*/ 49494 w 63867"/>
                      <a:gd name="connsiteY6" fmla="*/ 29434 h 95994"/>
                      <a:gd name="connsiteX7" fmla="*/ 44578 w 63867"/>
                      <a:gd name="connsiteY7" fmla="*/ 45219 h 95994"/>
                      <a:gd name="connsiteX8" fmla="*/ 31238 w 63867"/>
                      <a:gd name="connsiteY8" fmla="*/ 50989 h 95994"/>
                      <a:gd name="connsiteX9" fmla="*/ 56075 w 63867"/>
                      <a:gd name="connsiteY9" fmla="*/ 90231 h 95994"/>
                      <a:gd name="connsiteX10" fmla="*/ 56075 w 63867"/>
                      <a:gd name="connsiteY10" fmla="*/ 78829 h 95994"/>
                      <a:gd name="connsiteX11" fmla="*/ 46560 w 63867"/>
                      <a:gd name="connsiteY11" fmla="*/ 82220 h 95994"/>
                      <a:gd name="connsiteX12" fmla="*/ 37046 w 63867"/>
                      <a:gd name="connsiteY12" fmla="*/ 83410 h 95994"/>
                      <a:gd name="connsiteX13" fmla="*/ 18115 w 63867"/>
                      <a:gd name="connsiteY13" fmla="*/ 75042 h 95994"/>
                      <a:gd name="connsiteX14" fmla="*/ 10662 w 63867"/>
                      <a:gd name="connsiteY14" fmla="*/ 49760 h 95994"/>
                      <a:gd name="connsiteX15" fmla="*/ 19820 w 63867"/>
                      <a:gd name="connsiteY15" fmla="*/ 58028 h 95994"/>
                      <a:gd name="connsiteX16" fmla="*/ 31971 w 63867"/>
                      <a:gd name="connsiteY16" fmla="*/ 60904 h 95994"/>
                      <a:gd name="connsiteX17" fmla="*/ 53994 w 63867"/>
                      <a:gd name="connsiteY17" fmla="*/ 52436 h 95994"/>
                      <a:gd name="connsiteX18" fmla="*/ 62081 w 63867"/>
                      <a:gd name="connsiteY18" fmla="*/ 29434 h 95994"/>
                      <a:gd name="connsiteX19" fmla="*/ 53657 w 63867"/>
                      <a:gd name="connsiteY19" fmla="*/ 6551 h 95994"/>
                      <a:gd name="connsiteX20" fmla="*/ 31238 w 63867"/>
                      <a:gd name="connsiteY20" fmla="*/ -2055 h 95994"/>
                      <a:gd name="connsiteX21" fmla="*/ 6698 w 63867"/>
                      <a:gd name="connsiteY21" fmla="*/ 10240 h 95994"/>
                      <a:gd name="connsiteX22" fmla="*/ -1786 w 63867"/>
                      <a:gd name="connsiteY22" fmla="*/ 45913 h 95994"/>
                      <a:gd name="connsiteX23" fmla="*/ 8621 w 63867"/>
                      <a:gd name="connsiteY23" fmla="*/ 80892 h 95994"/>
                      <a:gd name="connsiteX24" fmla="*/ 36550 w 63867"/>
                      <a:gd name="connsiteY24" fmla="*/ 93939 h 95994"/>
                      <a:gd name="connsiteX25" fmla="*/ 46065 w 63867"/>
                      <a:gd name="connsiteY25" fmla="*/ 93007 h 95994"/>
                      <a:gd name="connsiteX26" fmla="*/ 56075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238" y="50989"/>
                        </a:moveTo>
                        <a:cubicBezTo>
                          <a:pt x="25621" y="50989"/>
                          <a:pt x="21168" y="49065"/>
                          <a:pt x="17878" y="45219"/>
                        </a:cubicBezTo>
                        <a:cubicBezTo>
                          <a:pt x="14600" y="41385"/>
                          <a:pt x="12962" y="36123"/>
                          <a:pt x="12962" y="29434"/>
                        </a:cubicBezTo>
                        <a:cubicBezTo>
                          <a:pt x="12962" y="22785"/>
                          <a:pt x="14600" y="17524"/>
                          <a:pt x="17878" y="13650"/>
                        </a:cubicBezTo>
                        <a:cubicBezTo>
                          <a:pt x="21168" y="9790"/>
                          <a:pt x="25621" y="7860"/>
                          <a:pt x="31238" y="7860"/>
                        </a:cubicBezTo>
                        <a:cubicBezTo>
                          <a:pt x="36854" y="7860"/>
                          <a:pt x="41301" y="9790"/>
                          <a:pt x="44578" y="13650"/>
                        </a:cubicBezTo>
                        <a:cubicBezTo>
                          <a:pt x="47855" y="17524"/>
                          <a:pt x="49494" y="22785"/>
                          <a:pt x="49494" y="29434"/>
                        </a:cubicBezTo>
                        <a:cubicBezTo>
                          <a:pt x="49494" y="36123"/>
                          <a:pt x="47855" y="41385"/>
                          <a:pt x="44578" y="45219"/>
                        </a:cubicBezTo>
                        <a:cubicBezTo>
                          <a:pt x="41301" y="49065"/>
                          <a:pt x="36854" y="50989"/>
                          <a:pt x="31238" y="50989"/>
                        </a:cubicBezTo>
                        <a:close/>
                        <a:moveTo>
                          <a:pt x="56075" y="90231"/>
                        </a:moveTo>
                        <a:lnTo>
                          <a:pt x="56075" y="78829"/>
                        </a:lnTo>
                        <a:cubicBezTo>
                          <a:pt x="52930" y="80310"/>
                          <a:pt x="49758" y="81440"/>
                          <a:pt x="46560" y="82220"/>
                        </a:cubicBezTo>
                        <a:cubicBezTo>
                          <a:pt x="43362" y="83013"/>
                          <a:pt x="40191" y="83410"/>
                          <a:pt x="37046" y="83410"/>
                        </a:cubicBezTo>
                        <a:cubicBezTo>
                          <a:pt x="28786" y="83410"/>
                          <a:pt x="22476" y="80621"/>
                          <a:pt x="18115" y="75042"/>
                        </a:cubicBezTo>
                        <a:cubicBezTo>
                          <a:pt x="13768" y="69463"/>
                          <a:pt x="11283" y="61036"/>
                          <a:pt x="10662" y="49760"/>
                        </a:cubicBezTo>
                        <a:cubicBezTo>
                          <a:pt x="13094" y="53355"/>
                          <a:pt x="16146" y="56112"/>
                          <a:pt x="19820" y="58028"/>
                        </a:cubicBezTo>
                        <a:cubicBezTo>
                          <a:pt x="23507" y="59945"/>
                          <a:pt x="27557" y="60904"/>
                          <a:pt x="31971" y="60904"/>
                        </a:cubicBezTo>
                        <a:cubicBezTo>
                          <a:pt x="41261" y="60904"/>
                          <a:pt x="48602" y="58081"/>
                          <a:pt x="53994" y="52436"/>
                        </a:cubicBezTo>
                        <a:cubicBezTo>
                          <a:pt x="59385" y="46805"/>
                          <a:pt x="62081" y="39138"/>
                          <a:pt x="62081" y="29434"/>
                        </a:cubicBezTo>
                        <a:cubicBezTo>
                          <a:pt x="62081" y="19929"/>
                          <a:pt x="59273" y="12302"/>
                          <a:pt x="53657" y="6551"/>
                        </a:cubicBezTo>
                        <a:cubicBezTo>
                          <a:pt x="48040" y="814"/>
                          <a:pt x="40567" y="-2055"/>
                          <a:pt x="31238" y="-2055"/>
                        </a:cubicBezTo>
                        <a:cubicBezTo>
                          <a:pt x="20534" y="-2055"/>
                          <a:pt x="12354" y="2043"/>
                          <a:pt x="6698" y="10240"/>
                        </a:cubicBezTo>
                        <a:cubicBezTo>
                          <a:pt x="1042" y="18449"/>
                          <a:pt x="-1786" y="30340"/>
                          <a:pt x="-1786" y="45913"/>
                        </a:cubicBezTo>
                        <a:cubicBezTo>
                          <a:pt x="-1786" y="60534"/>
                          <a:pt x="1683" y="72193"/>
                          <a:pt x="8621" y="80892"/>
                        </a:cubicBezTo>
                        <a:cubicBezTo>
                          <a:pt x="15558" y="89590"/>
                          <a:pt x="24868" y="93939"/>
                          <a:pt x="36550" y="93939"/>
                        </a:cubicBezTo>
                        <a:cubicBezTo>
                          <a:pt x="39695" y="93939"/>
                          <a:pt x="42867" y="93629"/>
                          <a:pt x="46065" y="93007"/>
                        </a:cubicBezTo>
                        <a:cubicBezTo>
                          <a:pt x="49263" y="92386"/>
                          <a:pt x="52599" y="91461"/>
                          <a:pt x="56075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80" name="Freeform: Shape 379">
                    <a:extLst>
                      <a:ext uri="{FF2B5EF4-FFF2-40B4-BE49-F238E27FC236}">
                        <a16:creationId xmlns:a16="http://schemas.microsoft.com/office/drawing/2014/main" id="{873FBFD2-E0C2-8F2C-5CA7-CDE108CB4C39}"/>
                      </a:ext>
                    </a:extLst>
                  </p:cNvPr>
                  <p:cNvSpPr/>
                  <p:nvPr/>
                </p:nvSpPr>
                <p:spPr>
                  <a:xfrm flipV="1">
                    <a:off x="6669572" y="4672504"/>
                    <a:ext cx="63926" cy="95994"/>
                  </a:xfrm>
                  <a:custGeom>
                    <a:avLst/>
                    <a:gdLst>
                      <a:gd name="connsiteX0" fmla="*/ 30197 w 63926"/>
                      <a:gd name="connsiteY0" fmla="*/ 84025 h 95994"/>
                      <a:gd name="connsiteX1" fmla="*/ 15667 w 63926"/>
                      <a:gd name="connsiteY1" fmla="*/ 74507 h 95994"/>
                      <a:gd name="connsiteX2" fmla="*/ 10811 w 63926"/>
                      <a:gd name="connsiteY2" fmla="*/ 45913 h 95994"/>
                      <a:gd name="connsiteX3" fmla="*/ 15667 w 63926"/>
                      <a:gd name="connsiteY3" fmla="*/ 17378 h 95994"/>
                      <a:gd name="connsiteX4" fmla="*/ 30197 w 63926"/>
                      <a:gd name="connsiteY4" fmla="*/ 7860 h 95994"/>
                      <a:gd name="connsiteX5" fmla="*/ 44786 w 63926"/>
                      <a:gd name="connsiteY5" fmla="*/ 17378 h 95994"/>
                      <a:gd name="connsiteX6" fmla="*/ 49663 w 63926"/>
                      <a:gd name="connsiteY6" fmla="*/ 45913 h 95994"/>
                      <a:gd name="connsiteX7" fmla="*/ 44786 w 63926"/>
                      <a:gd name="connsiteY7" fmla="*/ 74507 h 95994"/>
                      <a:gd name="connsiteX8" fmla="*/ 30197 w 63926"/>
                      <a:gd name="connsiteY8" fmla="*/ 84025 h 95994"/>
                      <a:gd name="connsiteX9" fmla="*/ 30197 w 63926"/>
                      <a:gd name="connsiteY9" fmla="*/ 93939 h 95994"/>
                      <a:gd name="connsiteX10" fmla="*/ 53964 w 63926"/>
                      <a:gd name="connsiteY10" fmla="*/ 81625 h 95994"/>
                      <a:gd name="connsiteX11" fmla="*/ 62170 w 63926"/>
                      <a:gd name="connsiteY11" fmla="*/ 45913 h 95994"/>
                      <a:gd name="connsiteX12" fmla="*/ 53964 w 63926"/>
                      <a:gd name="connsiteY12" fmla="*/ 10240 h 95994"/>
                      <a:gd name="connsiteX13" fmla="*/ 30197 w 63926"/>
                      <a:gd name="connsiteY13" fmla="*/ -2055 h 95994"/>
                      <a:gd name="connsiteX14" fmla="*/ 6450 w 63926"/>
                      <a:gd name="connsiteY14" fmla="*/ 10240 h 95994"/>
                      <a:gd name="connsiteX15" fmla="*/ -1756 w 63926"/>
                      <a:gd name="connsiteY15" fmla="*/ 45913 h 95994"/>
                      <a:gd name="connsiteX16" fmla="*/ 6450 w 63926"/>
                      <a:gd name="connsiteY16" fmla="*/ 81625 h 95994"/>
                      <a:gd name="connsiteX17" fmla="*/ 3019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97" y="84025"/>
                        </a:moveTo>
                        <a:cubicBezTo>
                          <a:pt x="23762" y="84025"/>
                          <a:pt x="18918" y="80852"/>
                          <a:pt x="15667" y="74507"/>
                        </a:cubicBezTo>
                        <a:cubicBezTo>
                          <a:pt x="12430" y="68174"/>
                          <a:pt x="10811" y="58643"/>
                          <a:pt x="10811" y="45913"/>
                        </a:cubicBezTo>
                        <a:cubicBezTo>
                          <a:pt x="10811" y="33235"/>
                          <a:pt x="12430" y="23724"/>
                          <a:pt x="15667" y="17378"/>
                        </a:cubicBezTo>
                        <a:cubicBezTo>
                          <a:pt x="18918" y="11033"/>
                          <a:pt x="23762" y="7860"/>
                          <a:pt x="30197" y="7860"/>
                        </a:cubicBezTo>
                        <a:cubicBezTo>
                          <a:pt x="36686" y="7860"/>
                          <a:pt x="41549" y="11033"/>
                          <a:pt x="44786" y="17378"/>
                        </a:cubicBezTo>
                        <a:cubicBezTo>
                          <a:pt x="48037" y="23724"/>
                          <a:pt x="49663" y="33235"/>
                          <a:pt x="49663" y="45913"/>
                        </a:cubicBezTo>
                        <a:cubicBezTo>
                          <a:pt x="49663" y="58643"/>
                          <a:pt x="48037" y="68174"/>
                          <a:pt x="44786" y="74507"/>
                        </a:cubicBezTo>
                        <a:cubicBezTo>
                          <a:pt x="41549" y="80852"/>
                          <a:pt x="36686" y="84025"/>
                          <a:pt x="30197" y="84025"/>
                        </a:cubicBezTo>
                        <a:close/>
                        <a:moveTo>
                          <a:pt x="30197" y="93939"/>
                        </a:moveTo>
                        <a:cubicBezTo>
                          <a:pt x="40571" y="93939"/>
                          <a:pt x="48493" y="89835"/>
                          <a:pt x="53964" y="81625"/>
                        </a:cubicBezTo>
                        <a:cubicBezTo>
                          <a:pt x="59435" y="73429"/>
                          <a:pt x="62170" y="61525"/>
                          <a:pt x="62170" y="45913"/>
                        </a:cubicBezTo>
                        <a:cubicBezTo>
                          <a:pt x="62170" y="30340"/>
                          <a:pt x="59435" y="18449"/>
                          <a:pt x="53964" y="10240"/>
                        </a:cubicBezTo>
                        <a:cubicBezTo>
                          <a:pt x="48493" y="2043"/>
                          <a:pt x="40571" y="-2055"/>
                          <a:pt x="30197" y="-2055"/>
                        </a:cubicBezTo>
                        <a:cubicBezTo>
                          <a:pt x="19837" y="-2055"/>
                          <a:pt x="11921" y="2043"/>
                          <a:pt x="6450" y="10240"/>
                        </a:cubicBezTo>
                        <a:cubicBezTo>
                          <a:pt x="979" y="18449"/>
                          <a:pt x="-1756" y="30340"/>
                          <a:pt x="-1756" y="45913"/>
                        </a:cubicBezTo>
                        <a:cubicBezTo>
                          <a:pt x="-1756" y="61525"/>
                          <a:pt x="979" y="73429"/>
                          <a:pt x="6450" y="81625"/>
                        </a:cubicBezTo>
                        <a:cubicBezTo>
                          <a:pt x="11921" y="89835"/>
                          <a:pt x="19837" y="93939"/>
                          <a:pt x="3019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64" name="Graphic 83">
                <a:extLst>
                  <a:ext uri="{FF2B5EF4-FFF2-40B4-BE49-F238E27FC236}">
                    <a16:creationId xmlns:a16="http://schemas.microsoft.com/office/drawing/2014/main" id="{18258C23-11A9-9072-C3B1-F2520E90CB56}"/>
                  </a:ext>
                </a:extLst>
              </p:cNvPr>
              <p:cNvGrpSpPr/>
              <p:nvPr/>
            </p:nvGrpSpPr>
            <p:grpSpPr>
              <a:xfrm>
                <a:off x="7415673" y="4581427"/>
                <a:ext cx="223926" cy="187070"/>
                <a:chOff x="7415673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6F211AC8-2247-547B-D8F9-0CADE6BA01E8}"/>
                    </a:ext>
                  </a:extLst>
                </p:cNvPr>
                <p:cNvSpPr/>
                <p:nvPr/>
              </p:nvSpPr>
              <p:spPr>
                <a:xfrm>
                  <a:off x="7526955" y="4581427"/>
                  <a:ext cx="12686" cy="44417"/>
                </a:xfrm>
                <a:custGeom>
                  <a:avLst/>
                  <a:gdLst>
                    <a:gd name="connsiteX0" fmla="*/ 343 w 12686"/>
                    <a:gd name="connsiteY0" fmla="*/ 264 h 44417"/>
                    <a:gd name="connsiteX1" fmla="*/ 343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43" y="264"/>
                      </a:moveTo>
                      <a:lnTo>
                        <a:pt x="343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72" name="Graphic 83">
                  <a:extLst>
                    <a:ext uri="{FF2B5EF4-FFF2-40B4-BE49-F238E27FC236}">
                      <a16:creationId xmlns:a16="http://schemas.microsoft.com/office/drawing/2014/main" id="{D3FF667E-336C-6970-63E7-52AFC81D61DD}"/>
                    </a:ext>
                  </a:extLst>
                </p:cNvPr>
                <p:cNvGrpSpPr/>
                <p:nvPr/>
              </p:nvGrpSpPr>
              <p:grpSpPr>
                <a:xfrm>
                  <a:off x="7415673" y="4672504"/>
                  <a:ext cx="223926" cy="95994"/>
                  <a:chOff x="7415673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373" name="Freeform: Shape 372">
                    <a:extLst>
                      <a:ext uri="{FF2B5EF4-FFF2-40B4-BE49-F238E27FC236}">
                        <a16:creationId xmlns:a16="http://schemas.microsoft.com/office/drawing/2014/main" id="{64D8FE89-F5F3-B064-4FE3-51AEFA5FC71F}"/>
                      </a:ext>
                    </a:extLst>
                  </p:cNvPr>
                  <p:cNvSpPr/>
                  <p:nvPr/>
                </p:nvSpPr>
                <p:spPr>
                  <a:xfrm flipV="1">
                    <a:off x="7415673" y="4674169"/>
                    <a:ext cx="59843" cy="94328"/>
                  </a:xfrm>
                  <a:custGeom>
                    <a:avLst/>
                    <a:gdLst>
                      <a:gd name="connsiteX0" fmla="*/ 2238 w 59843"/>
                      <a:gd name="connsiteY0" fmla="*/ 92316 h 94328"/>
                      <a:gd name="connsiteX1" fmla="*/ 51358 w 59843"/>
                      <a:gd name="connsiteY1" fmla="*/ 92316 h 94328"/>
                      <a:gd name="connsiteX2" fmla="*/ 51358 w 59843"/>
                      <a:gd name="connsiteY2" fmla="*/ 81767 h 94328"/>
                      <a:gd name="connsiteX3" fmla="*/ 13696 w 59843"/>
                      <a:gd name="connsiteY3" fmla="*/ 81767 h 94328"/>
                      <a:gd name="connsiteX4" fmla="*/ 13696 w 59843"/>
                      <a:gd name="connsiteY4" fmla="*/ 59102 h 94328"/>
                      <a:gd name="connsiteX5" fmla="*/ 19127 w 59843"/>
                      <a:gd name="connsiteY5" fmla="*/ 60490 h 94328"/>
                      <a:gd name="connsiteX6" fmla="*/ 24598 w 59843"/>
                      <a:gd name="connsiteY6" fmla="*/ 60946 h 94328"/>
                      <a:gd name="connsiteX7" fmla="*/ 49118 w 59843"/>
                      <a:gd name="connsiteY7" fmla="*/ 52459 h 94328"/>
                      <a:gd name="connsiteX8" fmla="*/ 58177 w 59843"/>
                      <a:gd name="connsiteY8" fmla="*/ 29476 h 94328"/>
                      <a:gd name="connsiteX9" fmla="*/ 48880 w 59843"/>
                      <a:gd name="connsiteY9" fmla="*/ 6256 h 94328"/>
                      <a:gd name="connsiteX10" fmla="*/ 22675 w 59843"/>
                      <a:gd name="connsiteY10" fmla="*/ -2013 h 94328"/>
                      <a:gd name="connsiteX11" fmla="*/ 10802 w 59843"/>
                      <a:gd name="connsiteY11" fmla="*/ -1021 h 94328"/>
                      <a:gd name="connsiteX12" fmla="*/ -1667 w 59843"/>
                      <a:gd name="connsiteY12" fmla="*/ 1953 h 94328"/>
                      <a:gd name="connsiteX13" fmla="*/ -1667 w 59843"/>
                      <a:gd name="connsiteY13" fmla="*/ 14545 h 94328"/>
                      <a:gd name="connsiteX14" fmla="*/ 9850 w 59843"/>
                      <a:gd name="connsiteY14" fmla="*/ 10024 h 94328"/>
                      <a:gd name="connsiteX15" fmla="*/ 22417 w 59843"/>
                      <a:gd name="connsiteY15" fmla="*/ 8537 h 94328"/>
                      <a:gd name="connsiteX16" fmla="*/ 39385 w 59843"/>
                      <a:gd name="connsiteY16" fmla="*/ 14168 h 94328"/>
                      <a:gd name="connsiteX17" fmla="*/ 45649 w 59843"/>
                      <a:gd name="connsiteY17" fmla="*/ 29476 h 94328"/>
                      <a:gd name="connsiteX18" fmla="*/ 39385 w 59843"/>
                      <a:gd name="connsiteY18" fmla="*/ 44765 h 94328"/>
                      <a:gd name="connsiteX19" fmla="*/ 22417 w 59843"/>
                      <a:gd name="connsiteY19" fmla="*/ 50416 h 94328"/>
                      <a:gd name="connsiteX20" fmla="*/ 12407 w 59843"/>
                      <a:gd name="connsiteY20" fmla="*/ 49306 h 94328"/>
                      <a:gd name="connsiteX21" fmla="*/ 2238 w 59843"/>
                      <a:gd name="connsiteY21" fmla="*/ 45836 h 94328"/>
                      <a:gd name="connsiteX22" fmla="*/ 2238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38" y="92316"/>
                        </a:moveTo>
                        <a:lnTo>
                          <a:pt x="51358" y="92316"/>
                        </a:lnTo>
                        <a:lnTo>
                          <a:pt x="51358" y="81767"/>
                        </a:lnTo>
                        <a:lnTo>
                          <a:pt x="13696" y="81767"/>
                        </a:lnTo>
                        <a:lnTo>
                          <a:pt x="13696" y="59102"/>
                        </a:lnTo>
                        <a:cubicBezTo>
                          <a:pt x="15506" y="59723"/>
                          <a:pt x="17316" y="60186"/>
                          <a:pt x="19127" y="60490"/>
                        </a:cubicBezTo>
                        <a:cubicBezTo>
                          <a:pt x="20951" y="60794"/>
                          <a:pt x="22774" y="60946"/>
                          <a:pt x="24598" y="60946"/>
                        </a:cubicBezTo>
                        <a:cubicBezTo>
                          <a:pt x="34919" y="60946"/>
                          <a:pt x="43092" y="58117"/>
                          <a:pt x="49118" y="52459"/>
                        </a:cubicBezTo>
                        <a:cubicBezTo>
                          <a:pt x="55157" y="46801"/>
                          <a:pt x="58177" y="39140"/>
                          <a:pt x="58177" y="29476"/>
                        </a:cubicBezTo>
                        <a:cubicBezTo>
                          <a:pt x="58177" y="19522"/>
                          <a:pt x="55078" y="11782"/>
                          <a:pt x="48880" y="6256"/>
                        </a:cubicBezTo>
                        <a:cubicBezTo>
                          <a:pt x="42682" y="744"/>
                          <a:pt x="33947" y="-2013"/>
                          <a:pt x="22675" y="-2013"/>
                        </a:cubicBezTo>
                        <a:cubicBezTo>
                          <a:pt x="18790" y="-2013"/>
                          <a:pt x="14832" y="-1682"/>
                          <a:pt x="10802" y="-1021"/>
                        </a:cubicBezTo>
                        <a:cubicBezTo>
                          <a:pt x="6784" y="-360"/>
                          <a:pt x="2628" y="631"/>
                          <a:pt x="-1667" y="1953"/>
                        </a:cubicBezTo>
                        <a:lnTo>
                          <a:pt x="-1667" y="14545"/>
                        </a:lnTo>
                        <a:cubicBezTo>
                          <a:pt x="2047" y="12522"/>
                          <a:pt x="5886" y="11015"/>
                          <a:pt x="9850" y="10024"/>
                        </a:cubicBezTo>
                        <a:cubicBezTo>
                          <a:pt x="13815" y="9032"/>
                          <a:pt x="18004" y="8537"/>
                          <a:pt x="22417" y="8537"/>
                        </a:cubicBezTo>
                        <a:cubicBezTo>
                          <a:pt x="29567" y="8537"/>
                          <a:pt x="35223" y="10414"/>
                          <a:pt x="39385" y="14168"/>
                        </a:cubicBezTo>
                        <a:cubicBezTo>
                          <a:pt x="43561" y="17923"/>
                          <a:pt x="45649" y="23025"/>
                          <a:pt x="45649" y="29476"/>
                        </a:cubicBezTo>
                        <a:cubicBezTo>
                          <a:pt x="45649" y="35914"/>
                          <a:pt x="43561" y="41011"/>
                          <a:pt x="39385" y="44765"/>
                        </a:cubicBezTo>
                        <a:cubicBezTo>
                          <a:pt x="35223" y="48533"/>
                          <a:pt x="29567" y="50416"/>
                          <a:pt x="22417" y="50416"/>
                        </a:cubicBezTo>
                        <a:cubicBezTo>
                          <a:pt x="19074" y="50416"/>
                          <a:pt x="15737" y="50046"/>
                          <a:pt x="12407" y="49306"/>
                        </a:cubicBezTo>
                        <a:cubicBezTo>
                          <a:pt x="9090" y="48566"/>
                          <a:pt x="5701" y="47409"/>
                          <a:pt x="2238" y="45836"/>
                        </a:cubicBezTo>
                        <a:lnTo>
                          <a:pt x="2238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74" name="Freeform: Shape 373">
                    <a:extLst>
                      <a:ext uri="{FF2B5EF4-FFF2-40B4-BE49-F238E27FC236}">
                        <a16:creationId xmlns:a16="http://schemas.microsoft.com/office/drawing/2014/main" id="{E95C5A7E-39E5-BBE6-5A1F-F631CC012968}"/>
                      </a:ext>
                    </a:extLst>
                  </p:cNvPr>
                  <p:cNvSpPr/>
                  <p:nvPr/>
                </p:nvSpPr>
                <p:spPr>
                  <a:xfrm flipV="1">
                    <a:off x="7495197" y="4672504"/>
                    <a:ext cx="63431" cy="95994"/>
                  </a:xfrm>
                  <a:custGeom>
                    <a:avLst/>
                    <a:gdLst>
                      <a:gd name="connsiteX0" fmla="*/ 30025 w 63431"/>
                      <a:gd name="connsiteY0" fmla="*/ 43692 h 95994"/>
                      <a:gd name="connsiteX1" fmla="*/ 15991 w 63431"/>
                      <a:gd name="connsiteY1" fmla="*/ 38913 h 95994"/>
                      <a:gd name="connsiteX2" fmla="*/ 10896 w 63431"/>
                      <a:gd name="connsiteY2" fmla="*/ 25786 h 95994"/>
                      <a:gd name="connsiteX3" fmla="*/ 15991 w 63431"/>
                      <a:gd name="connsiteY3" fmla="*/ 12639 h 95994"/>
                      <a:gd name="connsiteX4" fmla="*/ 30025 w 63431"/>
                      <a:gd name="connsiteY4" fmla="*/ 7860 h 95994"/>
                      <a:gd name="connsiteX5" fmla="*/ 44079 w 63431"/>
                      <a:gd name="connsiteY5" fmla="*/ 12659 h 95994"/>
                      <a:gd name="connsiteX6" fmla="*/ 49233 w 63431"/>
                      <a:gd name="connsiteY6" fmla="*/ 25786 h 95994"/>
                      <a:gd name="connsiteX7" fmla="*/ 44118 w 63431"/>
                      <a:gd name="connsiteY7" fmla="*/ 38913 h 95994"/>
                      <a:gd name="connsiteX8" fmla="*/ 30025 w 63431"/>
                      <a:gd name="connsiteY8" fmla="*/ 43692 h 95994"/>
                      <a:gd name="connsiteX9" fmla="*/ 17517 w 63431"/>
                      <a:gd name="connsiteY9" fmla="*/ 49006 h 95994"/>
                      <a:gd name="connsiteX10" fmla="*/ 4970 w 63431"/>
                      <a:gd name="connsiteY10" fmla="*/ 56502 h 95994"/>
                      <a:gd name="connsiteX11" fmla="*/ 490 w 63431"/>
                      <a:gd name="connsiteY11" fmla="*/ 69966 h 95994"/>
                      <a:gd name="connsiteX12" fmla="*/ 8379 w 63431"/>
                      <a:gd name="connsiteY12" fmla="*/ 87495 h 95994"/>
                      <a:gd name="connsiteX13" fmla="*/ 30025 w 63431"/>
                      <a:gd name="connsiteY13" fmla="*/ 93939 h 95994"/>
                      <a:gd name="connsiteX14" fmla="*/ 51710 w 63431"/>
                      <a:gd name="connsiteY14" fmla="*/ 87495 h 95994"/>
                      <a:gd name="connsiteX15" fmla="*/ 59580 w 63431"/>
                      <a:gd name="connsiteY15" fmla="*/ 69966 h 95994"/>
                      <a:gd name="connsiteX16" fmla="*/ 55080 w 63431"/>
                      <a:gd name="connsiteY16" fmla="*/ 56502 h 95994"/>
                      <a:gd name="connsiteX17" fmla="*/ 42612 w 63431"/>
                      <a:gd name="connsiteY17" fmla="*/ 49006 h 95994"/>
                      <a:gd name="connsiteX18" fmla="*/ 56686 w 63431"/>
                      <a:gd name="connsiteY18" fmla="*/ 40757 h 95994"/>
                      <a:gd name="connsiteX19" fmla="*/ 61740 w 63431"/>
                      <a:gd name="connsiteY19" fmla="*/ 25786 h 95994"/>
                      <a:gd name="connsiteX20" fmla="*/ 53534 w 63431"/>
                      <a:gd name="connsiteY20" fmla="*/ 5124 h 95994"/>
                      <a:gd name="connsiteX21" fmla="*/ 30025 w 63431"/>
                      <a:gd name="connsiteY21" fmla="*/ -2055 h 95994"/>
                      <a:gd name="connsiteX22" fmla="*/ 6516 w 63431"/>
                      <a:gd name="connsiteY22" fmla="*/ 5124 h 95994"/>
                      <a:gd name="connsiteX23" fmla="*/ -1691 w 63431"/>
                      <a:gd name="connsiteY23" fmla="*/ 25786 h 95994"/>
                      <a:gd name="connsiteX24" fmla="*/ 3384 w 63431"/>
                      <a:gd name="connsiteY24" fmla="*/ 40757 h 95994"/>
                      <a:gd name="connsiteX25" fmla="*/ 17517 w 63431"/>
                      <a:gd name="connsiteY25" fmla="*/ 49006 h 95994"/>
                      <a:gd name="connsiteX26" fmla="*/ 12938 w 63431"/>
                      <a:gd name="connsiteY26" fmla="*/ 68776 h 95994"/>
                      <a:gd name="connsiteX27" fmla="*/ 17418 w 63431"/>
                      <a:gd name="connsiteY27" fmla="*/ 57572 h 95994"/>
                      <a:gd name="connsiteX28" fmla="*/ 30025 w 63431"/>
                      <a:gd name="connsiteY28" fmla="*/ 53547 h 95994"/>
                      <a:gd name="connsiteX29" fmla="*/ 42632 w 63431"/>
                      <a:gd name="connsiteY29" fmla="*/ 57572 h 95994"/>
                      <a:gd name="connsiteX30" fmla="*/ 47191 w 63431"/>
                      <a:gd name="connsiteY30" fmla="*/ 68776 h 95994"/>
                      <a:gd name="connsiteX31" fmla="*/ 42632 w 63431"/>
                      <a:gd name="connsiteY31" fmla="*/ 79999 h 95994"/>
                      <a:gd name="connsiteX32" fmla="*/ 30025 w 63431"/>
                      <a:gd name="connsiteY32" fmla="*/ 84025 h 95994"/>
                      <a:gd name="connsiteX33" fmla="*/ 17418 w 63431"/>
                      <a:gd name="connsiteY33" fmla="*/ 79999 h 95994"/>
                      <a:gd name="connsiteX34" fmla="*/ 12938 w 63431"/>
                      <a:gd name="connsiteY34" fmla="*/ 6877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30025" y="43692"/>
                        </a:moveTo>
                        <a:cubicBezTo>
                          <a:pt x="24078" y="43692"/>
                          <a:pt x="19400" y="42099"/>
                          <a:pt x="15991" y="38913"/>
                        </a:cubicBezTo>
                        <a:cubicBezTo>
                          <a:pt x="12595" y="35727"/>
                          <a:pt x="10896" y="31351"/>
                          <a:pt x="10896" y="25786"/>
                        </a:cubicBezTo>
                        <a:cubicBezTo>
                          <a:pt x="10896" y="20207"/>
                          <a:pt x="12595" y="15825"/>
                          <a:pt x="15991" y="12639"/>
                        </a:cubicBezTo>
                        <a:cubicBezTo>
                          <a:pt x="19400" y="9453"/>
                          <a:pt x="24078" y="7860"/>
                          <a:pt x="30025" y="7860"/>
                        </a:cubicBezTo>
                        <a:cubicBezTo>
                          <a:pt x="35972" y="7860"/>
                          <a:pt x="40656" y="9460"/>
                          <a:pt x="44079" y="12659"/>
                        </a:cubicBezTo>
                        <a:cubicBezTo>
                          <a:pt x="47515" y="15871"/>
                          <a:pt x="49233" y="20247"/>
                          <a:pt x="49233" y="25786"/>
                        </a:cubicBezTo>
                        <a:cubicBezTo>
                          <a:pt x="49233" y="31351"/>
                          <a:pt x="47528" y="35727"/>
                          <a:pt x="44118" y="38913"/>
                        </a:cubicBezTo>
                        <a:cubicBezTo>
                          <a:pt x="40722" y="42099"/>
                          <a:pt x="36024" y="43692"/>
                          <a:pt x="30025" y="43692"/>
                        </a:cubicBezTo>
                        <a:close/>
                        <a:moveTo>
                          <a:pt x="17517" y="49006"/>
                        </a:moveTo>
                        <a:cubicBezTo>
                          <a:pt x="12152" y="50328"/>
                          <a:pt x="7969" y="52826"/>
                          <a:pt x="4970" y="56502"/>
                        </a:cubicBezTo>
                        <a:cubicBezTo>
                          <a:pt x="1983" y="60190"/>
                          <a:pt x="490" y="64678"/>
                          <a:pt x="490" y="69966"/>
                        </a:cubicBezTo>
                        <a:cubicBezTo>
                          <a:pt x="490" y="77355"/>
                          <a:pt x="3119" y="83199"/>
                          <a:pt x="8379" y="87495"/>
                        </a:cubicBezTo>
                        <a:cubicBezTo>
                          <a:pt x="13652" y="91791"/>
                          <a:pt x="20867" y="93939"/>
                          <a:pt x="30025" y="93939"/>
                        </a:cubicBezTo>
                        <a:cubicBezTo>
                          <a:pt x="39236" y="93939"/>
                          <a:pt x="46464" y="91791"/>
                          <a:pt x="51710" y="87495"/>
                        </a:cubicBezTo>
                        <a:cubicBezTo>
                          <a:pt x="56957" y="83199"/>
                          <a:pt x="59580" y="77355"/>
                          <a:pt x="59580" y="69966"/>
                        </a:cubicBezTo>
                        <a:cubicBezTo>
                          <a:pt x="59580" y="64678"/>
                          <a:pt x="58080" y="60190"/>
                          <a:pt x="55080" y="56502"/>
                        </a:cubicBezTo>
                        <a:cubicBezTo>
                          <a:pt x="52094" y="52826"/>
                          <a:pt x="47938" y="50328"/>
                          <a:pt x="42612" y="49006"/>
                        </a:cubicBezTo>
                        <a:cubicBezTo>
                          <a:pt x="48638" y="47605"/>
                          <a:pt x="53329" y="44855"/>
                          <a:pt x="56686" y="40757"/>
                        </a:cubicBezTo>
                        <a:cubicBezTo>
                          <a:pt x="60056" y="36672"/>
                          <a:pt x="61740" y="31682"/>
                          <a:pt x="61740" y="25786"/>
                        </a:cubicBezTo>
                        <a:cubicBezTo>
                          <a:pt x="61740" y="16810"/>
                          <a:pt x="59005" y="9922"/>
                          <a:pt x="53534" y="5124"/>
                        </a:cubicBezTo>
                        <a:cubicBezTo>
                          <a:pt x="48063" y="338"/>
                          <a:pt x="40227" y="-2055"/>
                          <a:pt x="30025" y="-2055"/>
                        </a:cubicBezTo>
                        <a:cubicBezTo>
                          <a:pt x="19836" y="-2055"/>
                          <a:pt x="12000" y="338"/>
                          <a:pt x="6516" y="5124"/>
                        </a:cubicBezTo>
                        <a:cubicBezTo>
                          <a:pt x="1045" y="9922"/>
                          <a:pt x="-1691" y="16810"/>
                          <a:pt x="-1691" y="25786"/>
                        </a:cubicBezTo>
                        <a:cubicBezTo>
                          <a:pt x="-1691" y="31682"/>
                          <a:pt x="1" y="36672"/>
                          <a:pt x="3384" y="40757"/>
                        </a:cubicBezTo>
                        <a:cubicBezTo>
                          <a:pt x="6780" y="44855"/>
                          <a:pt x="11491" y="47605"/>
                          <a:pt x="17517" y="49006"/>
                        </a:cubicBezTo>
                        <a:close/>
                        <a:moveTo>
                          <a:pt x="12938" y="68776"/>
                        </a:moveTo>
                        <a:cubicBezTo>
                          <a:pt x="12938" y="63990"/>
                          <a:pt x="14431" y="60256"/>
                          <a:pt x="17418" y="57572"/>
                        </a:cubicBezTo>
                        <a:cubicBezTo>
                          <a:pt x="20418" y="54889"/>
                          <a:pt x="24620" y="53547"/>
                          <a:pt x="30025" y="53547"/>
                        </a:cubicBezTo>
                        <a:cubicBezTo>
                          <a:pt x="35403" y="53547"/>
                          <a:pt x="39606" y="54889"/>
                          <a:pt x="42632" y="57572"/>
                        </a:cubicBezTo>
                        <a:cubicBezTo>
                          <a:pt x="45671" y="60256"/>
                          <a:pt x="47191" y="63990"/>
                          <a:pt x="47191" y="68776"/>
                        </a:cubicBezTo>
                        <a:cubicBezTo>
                          <a:pt x="47191" y="73575"/>
                          <a:pt x="45671" y="77316"/>
                          <a:pt x="42632" y="79999"/>
                        </a:cubicBezTo>
                        <a:cubicBezTo>
                          <a:pt x="39606" y="82683"/>
                          <a:pt x="35403" y="84025"/>
                          <a:pt x="30025" y="84025"/>
                        </a:cubicBezTo>
                        <a:cubicBezTo>
                          <a:pt x="24620" y="84025"/>
                          <a:pt x="20418" y="82683"/>
                          <a:pt x="17418" y="79999"/>
                        </a:cubicBezTo>
                        <a:cubicBezTo>
                          <a:pt x="14431" y="77316"/>
                          <a:pt x="12938" y="73575"/>
                          <a:pt x="12938" y="687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75" name="Freeform: Shape 374">
                    <a:extLst>
                      <a:ext uri="{FF2B5EF4-FFF2-40B4-BE49-F238E27FC236}">
                        <a16:creationId xmlns:a16="http://schemas.microsoft.com/office/drawing/2014/main" id="{627B6C4B-9F0A-4782-0BB4-A879342D146B}"/>
                      </a:ext>
                    </a:extLst>
                  </p:cNvPr>
                  <p:cNvSpPr/>
                  <p:nvPr/>
                </p:nvSpPr>
                <p:spPr>
                  <a:xfrm flipV="1">
                    <a:off x="7575673" y="4672504"/>
                    <a:ext cx="63926" cy="95994"/>
                  </a:xfrm>
                  <a:custGeom>
                    <a:avLst/>
                    <a:gdLst>
                      <a:gd name="connsiteX0" fmla="*/ 30269 w 63926"/>
                      <a:gd name="connsiteY0" fmla="*/ 84025 h 95994"/>
                      <a:gd name="connsiteX1" fmla="*/ 15739 w 63926"/>
                      <a:gd name="connsiteY1" fmla="*/ 74507 h 95994"/>
                      <a:gd name="connsiteX2" fmla="*/ 10882 w 63926"/>
                      <a:gd name="connsiteY2" fmla="*/ 45913 h 95994"/>
                      <a:gd name="connsiteX3" fmla="*/ 15739 w 63926"/>
                      <a:gd name="connsiteY3" fmla="*/ 17378 h 95994"/>
                      <a:gd name="connsiteX4" fmla="*/ 30269 w 63926"/>
                      <a:gd name="connsiteY4" fmla="*/ 7860 h 95994"/>
                      <a:gd name="connsiteX5" fmla="*/ 44858 w 63926"/>
                      <a:gd name="connsiteY5" fmla="*/ 17378 h 95994"/>
                      <a:gd name="connsiteX6" fmla="*/ 49734 w 63926"/>
                      <a:gd name="connsiteY6" fmla="*/ 45913 h 95994"/>
                      <a:gd name="connsiteX7" fmla="*/ 44858 w 63926"/>
                      <a:gd name="connsiteY7" fmla="*/ 74507 h 95994"/>
                      <a:gd name="connsiteX8" fmla="*/ 30269 w 63926"/>
                      <a:gd name="connsiteY8" fmla="*/ 84025 h 95994"/>
                      <a:gd name="connsiteX9" fmla="*/ 30269 w 63926"/>
                      <a:gd name="connsiteY9" fmla="*/ 93939 h 95994"/>
                      <a:gd name="connsiteX10" fmla="*/ 54035 w 63926"/>
                      <a:gd name="connsiteY10" fmla="*/ 81625 h 95994"/>
                      <a:gd name="connsiteX11" fmla="*/ 62242 w 63926"/>
                      <a:gd name="connsiteY11" fmla="*/ 45913 h 95994"/>
                      <a:gd name="connsiteX12" fmla="*/ 54035 w 63926"/>
                      <a:gd name="connsiteY12" fmla="*/ 10240 h 95994"/>
                      <a:gd name="connsiteX13" fmla="*/ 30269 w 63926"/>
                      <a:gd name="connsiteY13" fmla="*/ -2055 h 95994"/>
                      <a:gd name="connsiteX14" fmla="*/ 6522 w 63926"/>
                      <a:gd name="connsiteY14" fmla="*/ 10240 h 95994"/>
                      <a:gd name="connsiteX15" fmla="*/ -1685 w 63926"/>
                      <a:gd name="connsiteY15" fmla="*/ 45913 h 95994"/>
                      <a:gd name="connsiteX16" fmla="*/ 6522 w 63926"/>
                      <a:gd name="connsiteY16" fmla="*/ 81625 h 95994"/>
                      <a:gd name="connsiteX17" fmla="*/ 30269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69" y="84025"/>
                        </a:moveTo>
                        <a:cubicBezTo>
                          <a:pt x="23833" y="84025"/>
                          <a:pt x="18990" y="80852"/>
                          <a:pt x="15739" y="74507"/>
                        </a:cubicBezTo>
                        <a:cubicBezTo>
                          <a:pt x="12501" y="68174"/>
                          <a:pt x="10882" y="58643"/>
                          <a:pt x="10882" y="45913"/>
                        </a:cubicBezTo>
                        <a:cubicBezTo>
                          <a:pt x="10882" y="33235"/>
                          <a:pt x="12501" y="23724"/>
                          <a:pt x="15739" y="17378"/>
                        </a:cubicBezTo>
                        <a:cubicBezTo>
                          <a:pt x="18990" y="11033"/>
                          <a:pt x="23833" y="7860"/>
                          <a:pt x="30269" y="7860"/>
                        </a:cubicBezTo>
                        <a:cubicBezTo>
                          <a:pt x="36757" y="7860"/>
                          <a:pt x="41620" y="11033"/>
                          <a:pt x="44858" y="17378"/>
                        </a:cubicBezTo>
                        <a:cubicBezTo>
                          <a:pt x="48109" y="23724"/>
                          <a:pt x="49734" y="33235"/>
                          <a:pt x="49734" y="45913"/>
                        </a:cubicBezTo>
                        <a:cubicBezTo>
                          <a:pt x="49734" y="58643"/>
                          <a:pt x="48109" y="68174"/>
                          <a:pt x="44858" y="74507"/>
                        </a:cubicBezTo>
                        <a:cubicBezTo>
                          <a:pt x="41620" y="80852"/>
                          <a:pt x="36757" y="84025"/>
                          <a:pt x="30269" y="84025"/>
                        </a:cubicBezTo>
                        <a:close/>
                        <a:moveTo>
                          <a:pt x="30269" y="93939"/>
                        </a:moveTo>
                        <a:cubicBezTo>
                          <a:pt x="40642" y="93939"/>
                          <a:pt x="48565" y="89835"/>
                          <a:pt x="54035" y="81625"/>
                        </a:cubicBezTo>
                        <a:cubicBezTo>
                          <a:pt x="59506" y="73429"/>
                          <a:pt x="62242" y="61525"/>
                          <a:pt x="62242" y="45913"/>
                        </a:cubicBezTo>
                        <a:cubicBezTo>
                          <a:pt x="62242" y="30340"/>
                          <a:pt x="59506" y="18449"/>
                          <a:pt x="54035" y="10240"/>
                        </a:cubicBezTo>
                        <a:cubicBezTo>
                          <a:pt x="48565" y="2043"/>
                          <a:pt x="40642" y="-2055"/>
                          <a:pt x="30269" y="-2055"/>
                        </a:cubicBezTo>
                        <a:cubicBezTo>
                          <a:pt x="19908" y="-2055"/>
                          <a:pt x="11992" y="2043"/>
                          <a:pt x="6522" y="10240"/>
                        </a:cubicBezTo>
                        <a:cubicBezTo>
                          <a:pt x="1051" y="18449"/>
                          <a:pt x="-1685" y="30340"/>
                          <a:pt x="-1685" y="45913"/>
                        </a:cubicBezTo>
                        <a:cubicBezTo>
                          <a:pt x="-1685" y="61525"/>
                          <a:pt x="1051" y="73429"/>
                          <a:pt x="6522" y="81625"/>
                        </a:cubicBezTo>
                        <a:cubicBezTo>
                          <a:pt x="11992" y="89835"/>
                          <a:pt x="19908" y="93939"/>
                          <a:pt x="30269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65" name="Graphic 83">
                <a:extLst>
                  <a:ext uri="{FF2B5EF4-FFF2-40B4-BE49-F238E27FC236}">
                    <a16:creationId xmlns:a16="http://schemas.microsoft.com/office/drawing/2014/main" id="{CF6403B2-019E-3A26-4FD9-9AB4AEB5F451}"/>
                  </a:ext>
                </a:extLst>
              </p:cNvPr>
              <p:cNvGrpSpPr/>
              <p:nvPr/>
            </p:nvGrpSpPr>
            <p:grpSpPr>
              <a:xfrm>
                <a:off x="8320842" y="4581427"/>
                <a:ext cx="224858" cy="187070"/>
                <a:chOff x="8320842" y="4581427"/>
                <a:chExt cx="224858" cy="187070"/>
              </a:xfrm>
              <a:solidFill>
                <a:srgbClr val="000000"/>
              </a:solidFill>
            </p:grpSpPr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EEEF3183-99A2-7854-375B-E5A2478C358E}"/>
                    </a:ext>
                  </a:extLst>
                </p:cNvPr>
                <p:cNvSpPr/>
                <p:nvPr/>
              </p:nvSpPr>
              <p:spPr>
                <a:xfrm>
                  <a:off x="8433056" y="4581427"/>
                  <a:ext cx="12686" cy="44417"/>
                </a:xfrm>
                <a:custGeom>
                  <a:avLst/>
                  <a:gdLst>
                    <a:gd name="connsiteX0" fmla="*/ 415 w 12686"/>
                    <a:gd name="connsiteY0" fmla="*/ 264 h 44417"/>
                    <a:gd name="connsiteX1" fmla="*/ 415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415" y="264"/>
                      </a:moveTo>
                      <a:lnTo>
                        <a:pt x="415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67" name="Graphic 83">
                  <a:extLst>
                    <a:ext uri="{FF2B5EF4-FFF2-40B4-BE49-F238E27FC236}">
                      <a16:creationId xmlns:a16="http://schemas.microsoft.com/office/drawing/2014/main" id="{38BA5B13-E904-4E0C-092F-98AC2B538FF1}"/>
                    </a:ext>
                  </a:extLst>
                </p:cNvPr>
                <p:cNvGrpSpPr/>
                <p:nvPr/>
              </p:nvGrpSpPr>
              <p:grpSpPr>
                <a:xfrm>
                  <a:off x="8320842" y="4672504"/>
                  <a:ext cx="224858" cy="95994"/>
                  <a:chOff x="8320842" y="4672504"/>
                  <a:chExt cx="224858" cy="95994"/>
                </a:xfrm>
                <a:solidFill>
                  <a:srgbClr val="000000"/>
                </a:solidFill>
              </p:grpSpPr>
              <p:sp>
                <p:nvSpPr>
                  <p:cNvPr id="368" name="Freeform: Shape 367">
                    <a:extLst>
                      <a:ext uri="{FF2B5EF4-FFF2-40B4-BE49-F238E27FC236}">
                        <a16:creationId xmlns:a16="http://schemas.microsoft.com/office/drawing/2014/main" id="{2A85F772-2863-BB92-6B2C-BA8AD7551834}"/>
                      </a:ext>
                    </a:extLst>
                  </p:cNvPr>
                  <p:cNvSpPr/>
                  <p:nvPr/>
                </p:nvSpPr>
                <p:spPr>
                  <a:xfrm flipV="1">
                    <a:off x="8320842" y="4672504"/>
                    <a:ext cx="63867" cy="95994"/>
                  </a:xfrm>
                  <a:custGeom>
                    <a:avLst/>
                    <a:gdLst>
                      <a:gd name="connsiteX0" fmla="*/ 31374 w 63867"/>
                      <a:gd name="connsiteY0" fmla="*/ 50989 h 95994"/>
                      <a:gd name="connsiteX1" fmla="*/ 18014 w 63867"/>
                      <a:gd name="connsiteY1" fmla="*/ 45219 h 95994"/>
                      <a:gd name="connsiteX2" fmla="*/ 13098 w 63867"/>
                      <a:gd name="connsiteY2" fmla="*/ 29434 h 95994"/>
                      <a:gd name="connsiteX3" fmla="*/ 18014 w 63867"/>
                      <a:gd name="connsiteY3" fmla="*/ 13650 h 95994"/>
                      <a:gd name="connsiteX4" fmla="*/ 31374 w 63867"/>
                      <a:gd name="connsiteY4" fmla="*/ 7860 h 95994"/>
                      <a:gd name="connsiteX5" fmla="*/ 44715 w 63867"/>
                      <a:gd name="connsiteY5" fmla="*/ 13650 h 95994"/>
                      <a:gd name="connsiteX6" fmla="*/ 49630 w 63867"/>
                      <a:gd name="connsiteY6" fmla="*/ 29434 h 95994"/>
                      <a:gd name="connsiteX7" fmla="*/ 44715 w 63867"/>
                      <a:gd name="connsiteY7" fmla="*/ 45219 h 95994"/>
                      <a:gd name="connsiteX8" fmla="*/ 31374 w 63867"/>
                      <a:gd name="connsiteY8" fmla="*/ 50989 h 95994"/>
                      <a:gd name="connsiteX9" fmla="*/ 56211 w 63867"/>
                      <a:gd name="connsiteY9" fmla="*/ 90231 h 95994"/>
                      <a:gd name="connsiteX10" fmla="*/ 56211 w 63867"/>
                      <a:gd name="connsiteY10" fmla="*/ 78829 h 95994"/>
                      <a:gd name="connsiteX11" fmla="*/ 46697 w 63867"/>
                      <a:gd name="connsiteY11" fmla="*/ 82220 h 95994"/>
                      <a:gd name="connsiteX12" fmla="*/ 37182 w 63867"/>
                      <a:gd name="connsiteY12" fmla="*/ 83410 h 95994"/>
                      <a:gd name="connsiteX13" fmla="*/ 18252 w 63867"/>
                      <a:gd name="connsiteY13" fmla="*/ 75042 h 95994"/>
                      <a:gd name="connsiteX14" fmla="*/ 10799 w 63867"/>
                      <a:gd name="connsiteY14" fmla="*/ 49760 h 95994"/>
                      <a:gd name="connsiteX15" fmla="*/ 19957 w 63867"/>
                      <a:gd name="connsiteY15" fmla="*/ 58028 h 95994"/>
                      <a:gd name="connsiteX16" fmla="*/ 32108 w 63867"/>
                      <a:gd name="connsiteY16" fmla="*/ 60904 h 95994"/>
                      <a:gd name="connsiteX17" fmla="*/ 54130 w 63867"/>
                      <a:gd name="connsiteY17" fmla="*/ 52436 h 95994"/>
                      <a:gd name="connsiteX18" fmla="*/ 62218 w 63867"/>
                      <a:gd name="connsiteY18" fmla="*/ 29434 h 95994"/>
                      <a:gd name="connsiteX19" fmla="*/ 53793 w 63867"/>
                      <a:gd name="connsiteY19" fmla="*/ 6551 h 95994"/>
                      <a:gd name="connsiteX20" fmla="*/ 31374 w 63867"/>
                      <a:gd name="connsiteY20" fmla="*/ -2055 h 95994"/>
                      <a:gd name="connsiteX21" fmla="*/ 6834 w 63867"/>
                      <a:gd name="connsiteY21" fmla="*/ 10240 h 95994"/>
                      <a:gd name="connsiteX22" fmla="*/ -1650 w 63867"/>
                      <a:gd name="connsiteY22" fmla="*/ 45913 h 95994"/>
                      <a:gd name="connsiteX23" fmla="*/ 8757 w 63867"/>
                      <a:gd name="connsiteY23" fmla="*/ 80892 h 95994"/>
                      <a:gd name="connsiteX24" fmla="*/ 36687 w 63867"/>
                      <a:gd name="connsiteY24" fmla="*/ 93939 h 95994"/>
                      <a:gd name="connsiteX25" fmla="*/ 46201 w 63867"/>
                      <a:gd name="connsiteY25" fmla="*/ 93007 h 95994"/>
                      <a:gd name="connsiteX26" fmla="*/ 56211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374" y="50989"/>
                        </a:moveTo>
                        <a:cubicBezTo>
                          <a:pt x="25758" y="50989"/>
                          <a:pt x="21305" y="49065"/>
                          <a:pt x="18014" y="45219"/>
                        </a:cubicBezTo>
                        <a:cubicBezTo>
                          <a:pt x="14737" y="41385"/>
                          <a:pt x="13098" y="36123"/>
                          <a:pt x="13098" y="29434"/>
                        </a:cubicBezTo>
                        <a:cubicBezTo>
                          <a:pt x="13098" y="22785"/>
                          <a:pt x="14737" y="17524"/>
                          <a:pt x="18014" y="13650"/>
                        </a:cubicBezTo>
                        <a:cubicBezTo>
                          <a:pt x="21305" y="9790"/>
                          <a:pt x="25758" y="7860"/>
                          <a:pt x="31374" y="7860"/>
                        </a:cubicBezTo>
                        <a:cubicBezTo>
                          <a:pt x="36991" y="7860"/>
                          <a:pt x="41437" y="9790"/>
                          <a:pt x="44715" y="13650"/>
                        </a:cubicBezTo>
                        <a:cubicBezTo>
                          <a:pt x="47992" y="17524"/>
                          <a:pt x="49630" y="22785"/>
                          <a:pt x="49630" y="29434"/>
                        </a:cubicBezTo>
                        <a:cubicBezTo>
                          <a:pt x="49630" y="36123"/>
                          <a:pt x="47992" y="41385"/>
                          <a:pt x="44715" y="45219"/>
                        </a:cubicBezTo>
                        <a:cubicBezTo>
                          <a:pt x="41437" y="49065"/>
                          <a:pt x="36991" y="50989"/>
                          <a:pt x="31374" y="50989"/>
                        </a:cubicBezTo>
                        <a:close/>
                        <a:moveTo>
                          <a:pt x="56211" y="90231"/>
                        </a:moveTo>
                        <a:lnTo>
                          <a:pt x="56211" y="78829"/>
                        </a:lnTo>
                        <a:cubicBezTo>
                          <a:pt x="53066" y="80310"/>
                          <a:pt x="49895" y="81440"/>
                          <a:pt x="46697" y="82220"/>
                        </a:cubicBezTo>
                        <a:cubicBezTo>
                          <a:pt x="43499" y="83013"/>
                          <a:pt x="40327" y="83410"/>
                          <a:pt x="37182" y="83410"/>
                        </a:cubicBezTo>
                        <a:cubicBezTo>
                          <a:pt x="28923" y="83410"/>
                          <a:pt x="22613" y="80621"/>
                          <a:pt x="18252" y="75042"/>
                        </a:cubicBezTo>
                        <a:cubicBezTo>
                          <a:pt x="13904" y="69463"/>
                          <a:pt x="11420" y="61036"/>
                          <a:pt x="10799" y="49760"/>
                        </a:cubicBezTo>
                        <a:cubicBezTo>
                          <a:pt x="13230" y="53355"/>
                          <a:pt x="16283" y="56112"/>
                          <a:pt x="19957" y="58028"/>
                        </a:cubicBezTo>
                        <a:cubicBezTo>
                          <a:pt x="23644" y="59945"/>
                          <a:pt x="27694" y="60904"/>
                          <a:pt x="32108" y="60904"/>
                        </a:cubicBezTo>
                        <a:cubicBezTo>
                          <a:pt x="41398" y="60904"/>
                          <a:pt x="48738" y="58081"/>
                          <a:pt x="54130" y="52436"/>
                        </a:cubicBezTo>
                        <a:cubicBezTo>
                          <a:pt x="59522" y="46805"/>
                          <a:pt x="62218" y="39138"/>
                          <a:pt x="62218" y="29434"/>
                        </a:cubicBezTo>
                        <a:cubicBezTo>
                          <a:pt x="62218" y="19929"/>
                          <a:pt x="59409" y="12302"/>
                          <a:pt x="53793" y="6551"/>
                        </a:cubicBezTo>
                        <a:cubicBezTo>
                          <a:pt x="48177" y="814"/>
                          <a:pt x="40704" y="-2055"/>
                          <a:pt x="31374" y="-2055"/>
                        </a:cubicBezTo>
                        <a:cubicBezTo>
                          <a:pt x="20670" y="-2055"/>
                          <a:pt x="12490" y="2043"/>
                          <a:pt x="6834" y="10240"/>
                        </a:cubicBezTo>
                        <a:cubicBezTo>
                          <a:pt x="1178" y="18449"/>
                          <a:pt x="-1650" y="30340"/>
                          <a:pt x="-1650" y="45913"/>
                        </a:cubicBezTo>
                        <a:cubicBezTo>
                          <a:pt x="-1650" y="60534"/>
                          <a:pt x="1819" y="72193"/>
                          <a:pt x="8757" y="80892"/>
                        </a:cubicBezTo>
                        <a:cubicBezTo>
                          <a:pt x="15695" y="89590"/>
                          <a:pt x="25005" y="93939"/>
                          <a:pt x="36687" y="93939"/>
                        </a:cubicBezTo>
                        <a:cubicBezTo>
                          <a:pt x="39832" y="93939"/>
                          <a:pt x="43003" y="93629"/>
                          <a:pt x="46201" y="93007"/>
                        </a:cubicBezTo>
                        <a:cubicBezTo>
                          <a:pt x="49399" y="92386"/>
                          <a:pt x="52736" y="91461"/>
                          <a:pt x="56211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69" name="Freeform: Shape 368">
                    <a:extLst>
                      <a:ext uri="{FF2B5EF4-FFF2-40B4-BE49-F238E27FC236}">
                        <a16:creationId xmlns:a16="http://schemas.microsoft.com/office/drawing/2014/main" id="{74748532-5341-9270-6698-E9CBDFC17B92}"/>
                      </a:ext>
                    </a:extLst>
                  </p:cNvPr>
                  <p:cNvSpPr/>
                  <p:nvPr/>
                </p:nvSpPr>
                <p:spPr>
                  <a:xfrm flipV="1">
                    <a:off x="8401060" y="4672504"/>
                    <a:ext cx="63926" cy="95994"/>
                  </a:xfrm>
                  <a:custGeom>
                    <a:avLst/>
                    <a:gdLst>
                      <a:gd name="connsiteX0" fmla="*/ 30334 w 63926"/>
                      <a:gd name="connsiteY0" fmla="*/ 84025 h 95994"/>
                      <a:gd name="connsiteX1" fmla="*/ 15804 w 63926"/>
                      <a:gd name="connsiteY1" fmla="*/ 74507 h 95994"/>
                      <a:gd name="connsiteX2" fmla="*/ 10948 w 63926"/>
                      <a:gd name="connsiteY2" fmla="*/ 45913 h 95994"/>
                      <a:gd name="connsiteX3" fmla="*/ 15804 w 63926"/>
                      <a:gd name="connsiteY3" fmla="*/ 17378 h 95994"/>
                      <a:gd name="connsiteX4" fmla="*/ 30334 w 63926"/>
                      <a:gd name="connsiteY4" fmla="*/ 7860 h 95994"/>
                      <a:gd name="connsiteX5" fmla="*/ 44923 w 63926"/>
                      <a:gd name="connsiteY5" fmla="*/ 17378 h 95994"/>
                      <a:gd name="connsiteX6" fmla="*/ 49799 w 63926"/>
                      <a:gd name="connsiteY6" fmla="*/ 45913 h 95994"/>
                      <a:gd name="connsiteX7" fmla="*/ 44923 w 63926"/>
                      <a:gd name="connsiteY7" fmla="*/ 74507 h 95994"/>
                      <a:gd name="connsiteX8" fmla="*/ 30334 w 63926"/>
                      <a:gd name="connsiteY8" fmla="*/ 84025 h 95994"/>
                      <a:gd name="connsiteX9" fmla="*/ 30334 w 63926"/>
                      <a:gd name="connsiteY9" fmla="*/ 93939 h 95994"/>
                      <a:gd name="connsiteX10" fmla="*/ 54101 w 63926"/>
                      <a:gd name="connsiteY10" fmla="*/ 81625 h 95994"/>
                      <a:gd name="connsiteX11" fmla="*/ 62307 w 63926"/>
                      <a:gd name="connsiteY11" fmla="*/ 45913 h 95994"/>
                      <a:gd name="connsiteX12" fmla="*/ 54101 w 63926"/>
                      <a:gd name="connsiteY12" fmla="*/ 10240 h 95994"/>
                      <a:gd name="connsiteX13" fmla="*/ 30334 w 63926"/>
                      <a:gd name="connsiteY13" fmla="*/ -2055 h 95994"/>
                      <a:gd name="connsiteX14" fmla="*/ 6587 w 63926"/>
                      <a:gd name="connsiteY14" fmla="*/ 10240 h 95994"/>
                      <a:gd name="connsiteX15" fmla="*/ -1620 w 63926"/>
                      <a:gd name="connsiteY15" fmla="*/ 45913 h 95994"/>
                      <a:gd name="connsiteX16" fmla="*/ 6587 w 63926"/>
                      <a:gd name="connsiteY16" fmla="*/ 81625 h 95994"/>
                      <a:gd name="connsiteX17" fmla="*/ 3033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34" y="84025"/>
                        </a:moveTo>
                        <a:cubicBezTo>
                          <a:pt x="23898" y="84025"/>
                          <a:pt x="19055" y="80852"/>
                          <a:pt x="15804" y="74507"/>
                        </a:cubicBezTo>
                        <a:cubicBezTo>
                          <a:pt x="12566" y="68174"/>
                          <a:pt x="10948" y="58643"/>
                          <a:pt x="10948" y="45913"/>
                        </a:cubicBezTo>
                        <a:cubicBezTo>
                          <a:pt x="10948" y="33235"/>
                          <a:pt x="12566" y="23724"/>
                          <a:pt x="15804" y="17378"/>
                        </a:cubicBezTo>
                        <a:cubicBezTo>
                          <a:pt x="19055" y="11033"/>
                          <a:pt x="23898" y="7860"/>
                          <a:pt x="30334" y="7860"/>
                        </a:cubicBezTo>
                        <a:cubicBezTo>
                          <a:pt x="36822" y="7860"/>
                          <a:pt x="41685" y="11033"/>
                          <a:pt x="44923" y="17378"/>
                        </a:cubicBezTo>
                        <a:cubicBezTo>
                          <a:pt x="48174" y="23724"/>
                          <a:pt x="49799" y="33235"/>
                          <a:pt x="49799" y="45913"/>
                        </a:cubicBezTo>
                        <a:cubicBezTo>
                          <a:pt x="49799" y="58643"/>
                          <a:pt x="48174" y="68174"/>
                          <a:pt x="44923" y="74507"/>
                        </a:cubicBezTo>
                        <a:cubicBezTo>
                          <a:pt x="41685" y="80852"/>
                          <a:pt x="36822" y="84025"/>
                          <a:pt x="30334" y="84025"/>
                        </a:cubicBezTo>
                        <a:close/>
                        <a:moveTo>
                          <a:pt x="30334" y="93939"/>
                        </a:moveTo>
                        <a:cubicBezTo>
                          <a:pt x="40707" y="93939"/>
                          <a:pt x="48630" y="89835"/>
                          <a:pt x="54101" y="81625"/>
                        </a:cubicBezTo>
                        <a:cubicBezTo>
                          <a:pt x="59571" y="73429"/>
                          <a:pt x="62307" y="61525"/>
                          <a:pt x="62307" y="45913"/>
                        </a:cubicBezTo>
                        <a:cubicBezTo>
                          <a:pt x="62307" y="30340"/>
                          <a:pt x="59571" y="18449"/>
                          <a:pt x="54101" y="10240"/>
                        </a:cubicBezTo>
                        <a:cubicBezTo>
                          <a:pt x="48630" y="2043"/>
                          <a:pt x="40707" y="-2055"/>
                          <a:pt x="30334" y="-2055"/>
                        </a:cubicBezTo>
                        <a:cubicBezTo>
                          <a:pt x="19973" y="-2055"/>
                          <a:pt x="12058" y="2043"/>
                          <a:pt x="6587" y="10240"/>
                        </a:cubicBezTo>
                        <a:cubicBezTo>
                          <a:pt x="1116" y="18449"/>
                          <a:pt x="-1620" y="30340"/>
                          <a:pt x="-1620" y="45913"/>
                        </a:cubicBezTo>
                        <a:cubicBezTo>
                          <a:pt x="-1620" y="61525"/>
                          <a:pt x="1116" y="73429"/>
                          <a:pt x="6587" y="81625"/>
                        </a:cubicBezTo>
                        <a:cubicBezTo>
                          <a:pt x="12058" y="89835"/>
                          <a:pt x="19973" y="93939"/>
                          <a:pt x="3033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70" name="Freeform: Shape 369">
                    <a:extLst>
                      <a:ext uri="{FF2B5EF4-FFF2-40B4-BE49-F238E27FC236}">
                        <a16:creationId xmlns:a16="http://schemas.microsoft.com/office/drawing/2014/main" id="{37F6A73A-410E-87E1-F257-AF70FB14F3AE}"/>
                      </a:ext>
                    </a:extLst>
                  </p:cNvPr>
                  <p:cNvSpPr/>
                  <p:nvPr/>
                </p:nvSpPr>
                <p:spPr>
                  <a:xfrm flipV="1">
                    <a:off x="8481774" y="4672504"/>
                    <a:ext cx="63926" cy="95994"/>
                  </a:xfrm>
                  <a:custGeom>
                    <a:avLst/>
                    <a:gdLst>
                      <a:gd name="connsiteX0" fmla="*/ 30340 w 63926"/>
                      <a:gd name="connsiteY0" fmla="*/ 84025 h 95994"/>
                      <a:gd name="connsiteX1" fmla="*/ 15810 w 63926"/>
                      <a:gd name="connsiteY1" fmla="*/ 74507 h 95994"/>
                      <a:gd name="connsiteX2" fmla="*/ 10954 w 63926"/>
                      <a:gd name="connsiteY2" fmla="*/ 45913 h 95994"/>
                      <a:gd name="connsiteX3" fmla="*/ 15810 w 63926"/>
                      <a:gd name="connsiteY3" fmla="*/ 17378 h 95994"/>
                      <a:gd name="connsiteX4" fmla="*/ 30340 w 63926"/>
                      <a:gd name="connsiteY4" fmla="*/ 7860 h 95994"/>
                      <a:gd name="connsiteX5" fmla="*/ 44929 w 63926"/>
                      <a:gd name="connsiteY5" fmla="*/ 17378 h 95994"/>
                      <a:gd name="connsiteX6" fmla="*/ 49805 w 63926"/>
                      <a:gd name="connsiteY6" fmla="*/ 45913 h 95994"/>
                      <a:gd name="connsiteX7" fmla="*/ 44929 w 63926"/>
                      <a:gd name="connsiteY7" fmla="*/ 74507 h 95994"/>
                      <a:gd name="connsiteX8" fmla="*/ 30340 w 63926"/>
                      <a:gd name="connsiteY8" fmla="*/ 84025 h 95994"/>
                      <a:gd name="connsiteX9" fmla="*/ 30340 w 63926"/>
                      <a:gd name="connsiteY9" fmla="*/ 93939 h 95994"/>
                      <a:gd name="connsiteX10" fmla="*/ 54107 w 63926"/>
                      <a:gd name="connsiteY10" fmla="*/ 81625 h 95994"/>
                      <a:gd name="connsiteX11" fmla="*/ 62313 w 63926"/>
                      <a:gd name="connsiteY11" fmla="*/ 45913 h 95994"/>
                      <a:gd name="connsiteX12" fmla="*/ 54107 w 63926"/>
                      <a:gd name="connsiteY12" fmla="*/ 10240 h 95994"/>
                      <a:gd name="connsiteX13" fmla="*/ 30340 w 63926"/>
                      <a:gd name="connsiteY13" fmla="*/ -2055 h 95994"/>
                      <a:gd name="connsiteX14" fmla="*/ 6593 w 63926"/>
                      <a:gd name="connsiteY14" fmla="*/ 10240 h 95994"/>
                      <a:gd name="connsiteX15" fmla="*/ -1613 w 63926"/>
                      <a:gd name="connsiteY15" fmla="*/ 45913 h 95994"/>
                      <a:gd name="connsiteX16" fmla="*/ 6593 w 63926"/>
                      <a:gd name="connsiteY16" fmla="*/ 81625 h 95994"/>
                      <a:gd name="connsiteX17" fmla="*/ 30340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40" y="84025"/>
                        </a:moveTo>
                        <a:cubicBezTo>
                          <a:pt x="23904" y="84025"/>
                          <a:pt x="19061" y="80852"/>
                          <a:pt x="15810" y="74507"/>
                        </a:cubicBezTo>
                        <a:cubicBezTo>
                          <a:pt x="12573" y="68174"/>
                          <a:pt x="10954" y="58643"/>
                          <a:pt x="10954" y="45913"/>
                        </a:cubicBezTo>
                        <a:cubicBezTo>
                          <a:pt x="10954" y="33235"/>
                          <a:pt x="12573" y="23724"/>
                          <a:pt x="15810" y="17378"/>
                        </a:cubicBezTo>
                        <a:cubicBezTo>
                          <a:pt x="19061" y="11033"/>
                          <a:pt x="23904" y="7860"/>
                          <a:pt x="30340" y="7860"/>
                        </a:cubicBezTo>
                        <a:cubicBezTo>
                          <a:pt x="36828" y="7860"/>
                          <a:pt x="41692" y="11033"/>
                          <a:pt x="44929" y="17378"/>
                        </a:cubicBezTo>
                        <a:cubicBezTo>
                          <a:pt x="48180" y="23724"/>
                          <a:pt x="49805" y="33235"/>
                          <a:pt x="49805" y="45913"/>
                        </a:cubicBezTo>
                        <a:cubicBezTo>
                          <a:pt x="49805" y="58643"/>
                          <a:pt x="48180" y="68174"/>
                          <a:pt x="44929" y="74507"/>
                        </a:cubicBezTo>
                        <a:cubicBezTo>
                          <a:pt x="41692" y="80852"/>
                          <a:pt x="36828" y="84025"/>
                          <a:pt x="30340" y="84025"/>
                        </a:cubicBezTo>
                        <a:close/>
                        <a:moveTo>
                          <a:pt x="30340" y="93939"/>
                        </a:moveTo>
                        <a:cubicBezTo>
                          <a:pt x="40714" y="93939"/>
                          <a:pt x="48636" y="89835"/>
                          <a:pt x="54107" y="81625"/>
                        </a:cubicBezTo>
                        <a:cubicBezTo>
                          <a:pt x="59578" y="73429"/>
                          <a:pt x="62313" y="61525"/>
                          <a:pt x="62313" y="45913"/>
                        </a:cubicBezTo>
                        <a:cubicBezTo>
                          <a:pt x="62313" y="30340"/>
                          <a:pt x="59578" y="18449"/>
                          <a:pt x="54107" y="10240"/>
                        </a:cubicBezTo>
                        <a:cubicBezTo>
                          <a:pt x="48636" y="2043"/>
                          <a:pt x="40714" y="-2055"/>
                          <a:pt x="30340" y="-2055"/>
                        </a:cubicBezTo>
                        <a:cubicBezTo>
                          <a:pt x="19980" y="-2055"/>
                          <a:pt x="12064" y="2043"/>
                          <a:pt x="6593" y="10240"/>
                        </a:cubicBezTo>
                        <a:cubicBezTo>
                          <a:pt x="1122" y="18449"/>
                          <a:pt x="-1613" y="30340"/>
                          <a:pt x="-1613" y="45913"/>
                        </a:cubicBezTo>
                        <a:cubicBezTo>
                          <a:pt x="-1613" y="61525"/>
                          <a:pt x="1122" y="73429"/>
                          <a:pt x="6593" y="81625"/>
                        </a:cubicBezTo>
                        <a:cubicBezTo>
                          <a:pt x="12064" y="89835"/>
                          <a:pt x="19980" y="93939"/>
                          <a:pt x="30340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321" name="Graphic 83">
              <a:extLst>
                <a:ext uri="{FF2B5EF4-FFF2-40B4-BE49-F238E27FC236}">
                  <a16:creationId xmlns:a16="http://schemas.microsoft.com/office/drawing/2014/main" id="{2835B47C-6BDC-AD54-358D-11BD61C8ED17}"/>
                </a:ext>
              </a:extLst>
            </p:cNvPr>
            <p:cNvGrpSpPr/>
            <p:nvPr/>
          </p:nvGrpSpPr>
          <p:grpSpPr>
            <a:xfrm>
              <a:off x="3858149" y="2541961"/>
              <a:ext cx="44401" cy="1825549"/>
              <a:chOff x="3858149" y="2541961"/>
              <a:chExt cx="44401" cy="1825549"/>
            </a:xfrm>
            <a:solidFill>
              <a:srgbClr val="000000"/>
            </a:solidFill>
          </p:grpSpPr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E06F312E-7D60-24E7-4A12-1956360D7259}"/>
                  </a:ext>
                </a:extLst>
              </p:cNvPr>
              <p:cNvSpPr/>
              <p:nvPr/>
            </p:nvSpPr>
            <p:spPr>
              <a:xfrm>
                <a:off x="3858149" y="4354820"/>
                <a:ext cx="44401" cy="12690"/>
              </a:xfrm>
              <a:custGeom>
                <a:avLst/>
                <a:gdLst>
                  <a:gd name="connsiteX0" fmla="*/ 44459 w 44401"/>
                  <a:gd name="connsiteY0" fmla="*/ 246 h 12690"/>
                  <a:gd name="connsiteX1" fmla="*/ 58 w 44401"/>
                  <a:gd name="connsiteY1" fmla="*/ 246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46"/>
                    </a:moveTo>
                    <a:lnTo>
                      <a:pt x="58" y="246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75699BCE-A8F8-8693-3671-9580CCD6B665}"/>
                  </a:ext>
                </a:extLst>
              </p:cNvPr>
              <p:cNvSpPr/>
              <p:nvPr/>
            </p:nvSpPr>
            <p:spPr>
              <a:xfrm>
                <a:off x="3858149" y="3901605"/>
                <a:ext cx="44401" cy="12690"/>
              </a:xfrm>
              <a:custGeom>
                <a:avLst/>
                <a:gdLst>
                  <a:gd name="connsiteX0" fmla="*/ 44459 w 44401"/>
                  <a:gd name="connsiteY0" fmla="*/ 210 h 12690"/>
                  <a:gd name="connsiteX1" fmla="*/ 58 w 44401"/>
                  <a:gd name="connsiteY1" fmla="*/ 21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10"/>
                    </a:moveTo>
                    <a:lnTo>
                      <a:pt x="58" y="210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2E496C4C-C9AB-A517-5B42-AF7352B674CB}"/>
                  </a:ext>
                </a:extLst>
              </p:cNvPr>
              <p:cNvSpPr/>
              <p:nvPr/>
            </p:nvSpPr>
            <p:spPr>
              <a:xfrm>
                <a:off x="3858149" y="3448391"/>
                <a:ext cx="44401" cy="12690"/>
              </a:xfrm>
              <a:custGeom>
                <a:avLst/>
                <a:gdLst>
                  <a:gd name="connsiteX0" fmla="*/ 44459 w 44401"/>
                  <a:gd name="connsiteY0" fmla="*/ 175 h 12690"/>
                  <a:gd name="connsiteX1" fmla="*/ 58 w 44401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5BFECF5D-C3B1-11ED-4696-1CA85DB2B3EB}"/>
                  </a:ext>
                </a:extLst>
              </p:cNvPr>
              <p:cNvSpPr/>
              <p:nvPr/>
            </p:nvSpPr>
            <p:spPr>
              <a:xfrm>
                <a:off x="3858149" y="2995176"/>
                <a:ext cx="44401" cy="12690"/>
              </a:xfrm>
              <a:custGeom>
                <a:avLst/>
                <a:gdLst>
                  <a:gd name="connsiteX0" fmla="*/ 44459 w 44401"/>
                  <a:gd name="connsiteY0" fmla="*/ 139 h 12690"/>
                  <a:gd name="connsiteX1" fmla="*/ 58 w 44401"/>
                  <a:gd name="connsiteY1" fmla="*/ 13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39"/>
                    </a:moveTo>
                    <a:lnTo>
                      <a:pt x="58" y="139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4A866E90-B48D-A04E-8D02-2C67DCF770C6}"/>
                  </a:ext>
                </a:extLst>
              </p:cNvPr>
              <p:cNvSpPr/>
              <p:nvPr/>
            </p:nvSpPr>
            <p:spPr>
              <a:xfrm>
                <a:off x="3858149" y="2541961"/>
                <a:ext cx="44401" cy="12690"/>
              </a:xfrm>
              <a:custGeom>
                <a:avLst/>
                <a:gdLst>
                  <a:gd name="connsiteX0" fmla="*/ 44459 w 44401"/>
                  <a:gd name="connsiteY0" fmla="*/ 103 h 12690"/>
                  <a:gd name="connsiteX1" fmla="*/ 58 w 44401"/>
                  <a:gd name="connsiteY1" fmla="*/ 103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03"/>
                    </a:moveTo>
                    <a:lnTo>
                      <a:pt x="58" y="103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58E4DD5-1A3C-2C30-E603-858C340543A0}"/>
                </a:ext>
              </a:extLst>
            </p:cNvPr>
            <p:cNvSpPr/>
            <p:nvPr/>
          </p:nvSpPr>
          <p:spPr>
            <a:xfrm>
              <a:off x="3902551" y="2315354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C0B9F50-3C80-2010-6D1E-664F6C4C2A99}"/>
                </a:ext>
              </a:extLst>
            </p:cNvPr>
            <p:cNvSpPr/>
            <p:nvPr/>
          </p:nvSpPr>
          <p:spPr>
            <a:xfrm>
              <a:off x="8433056" y="2315354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25D1552-1397-44FF-09E2-2982B6A68D11}"/>
                </a:ext>
              </a:extLst>
            </p:cNvPr>
            <p:cNvSpPr/>
            <p:nvPr/>
          </p:nvSpPr>
          <p:spPr>
            <a:xfrm>
              <a:off x="3902551" y="4581427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181D4131-AC4A-33C2-B12B-BAC4F226EDAA}"/>
                </a:ext>
              </a:extLst>
            </p:cNvPr>
            <p:cNvSpPr/>
            <p:nvPr/>
          </p:nvSpPr>
          <p:spPr>
            <a:xfrm>
              <a:off x="3902551" y="2315354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204" name="Graphic 245">
            <a:extLst>
              <a:ext uri="{FF2B5EF4-FFF2-40B4-BE49-F238E27FC236}">
                <a16:creationId xmlns:a16="http://schemas.microsoft.com/office/drawing/2014/main" id="{246C108E-33F2-3975-BFAE-A0ED891DA89E}"/>
              </a:ext>
            </a:extLst>
          </p:cNvPr>
          <p:cNvGrpSpPr/>
          <p:nvPr/>
        </p:nvGrpSpPr>
        <p:grpSpPr>
          <a:xfrm>
            <a:off x="1412238" y="3437364"/>
            <a:ext cx="4754431" cy="2453144"/>
            <a:chOff x="3791269" y="2315354"/>
            <a:chExt cx="4754431" cy="2453144"/>
          </a:xfrm>
        </p:grpSpPr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2B094C5A-75FD-9081-8A77-872F8AF462A6}"/>
                </a:ext>
              </a:extLst>
            </p:cNvPr>
            <p:cNvSpPr/>
            <p:nvPr/>
          </p:nvSpPr>
          <p:spPr>
            <a:xfrm>
              <a:off x="3902551" y="2315354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207" name="Picture 206">
              <a:extLst>
                <a:ext uri="{FF2B5EF4-FFF2-40B4-BE49-F238E27FC236}">
                  <a16:creationId xmlns:a16="http://schemas.microsoft.com/office/drawing/2014/main" id="{BD0B91C9-AF5A-34C8-6F0D-5E4B0ECC4DE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V="1">
              <a:off x="3902551" y="2315354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2C141354-66F6-E91C-9F9B-8B42D7EFF738}"/>
                </a:ext>
              </a:extLst>
            </p:cNvPr>
            <p:cNvSpPr/>
            <p:nvPr/>
          </p:nvSpPr>
          <p:spPr>
            <a:xfrm>
              <a:off x="5529785" y="3412968"/>
              <a:ext cx="228954" cy="99680"/>
            </a:xfrm>
            <a:custGeom>
              <a:avLst/>
              <a:gdLst>
                <a:gd name="connsiteX0" fmla="*/ 228954 w 228954"/>
                <a:gd name="connsiteY0" fmla="*/ 12666 h 99680"/>
                <a:gd name="connsiteX1" fmla="*/ 224038 w 228954"/>
                <a:gd name="connsiteY1" fmla="*/ 99681 h 99680"/>
                <a:gd name="connsiteX2" fmla="*/ 0 w 228954"/>
                <a:gd name="connsiteY2" fmla="*/ 87014 h 99680"/>
                <a:gd name="connsiteX3" fmla="*/ 4916 w 228954"/>
                <a:gd name="connsiteY3" fmla="*/ 0 h 9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954" h="99680">
                  <a:moveTo>
                    <a:pt x="228954" y="12666"/>
                  </a:moveTo>
                  <a:lnTo>
                    <a:pt x="224038" y="99681"/>
                  </a:lnTo>
                  <a:lnTo>
                    <a:pt x="0" y="87014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76D4DC77-AEC2-3667-F60C-321DEA4EC106}"/>
                </a:ext>
              </a:extLst>
            </p:cNvPr>
            <p:cNvSpPr/>
            <p:nvPr/>
          </p:nvSpPr>
          <p:spPr>
            <a:xfrm>
              <a:off x="5666840" y="3420716"/>
              <a:ext cx="89440" cy="87014"/>
            </a:xfrm>
            <a:custGeom>
              <a:avLst/>
              <a:gdLst>
                <a:gd name="connsiteX0" fmla="*/ 89441 w 89440"/>
                <a:gd name="connsiteY0" fmla="*/ 48425 h 87014"/>
                <a:gd name="connsiteX1" fmla="*/ 0 w 89440"/>
                <a:gd name="connsiteY1" fmla="*/ 87014 h 87014"/>
                <a:gd name="connsiteX2" fmla="*/ 4916 w 89440"/>
                <a:gd name="connsiteY2" fmla="*/ 0 h 87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440" h="87014">
                  <a:moveTo>
                    <a:pt x="89441" y="48425"/>
                  </a:moveTo>
                  <a:lnTo>
                    <a:pt x="0" y="87014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211" name="Graphic 245">
              <a:extLst>
                <a:ext uri="{FF2B5EF4-FFF2-40B4-BE49-F238E27FC236}">
                  <a16:creationId xmlns:a16="http://schemas.microsoft.com/office/drawing/2014/main" id="{CDD68EA1-4EDB-96CE-B055-CAFF72209221}"/>
                </a:ext>
              </a:extLst>
            </p:cNvPr>
            <p:cNvGrpSpPr/>
            <p:nvPr/>
          </p:nvGrpSpPr>
          <p:grpSpPr>
            <a:xfrm>
              <a:off x="3791269" y="4581427"/>
              <a:ext cx="4754431" cy="187071"/>
              <a:chOff x="3791269" y="4581427"/>
              <a:chExt cx="4754431" cy="187071"/>
            </a:xfrm>
            <a:solidFill>
              <a:srgbClr val="000000"/>
            </a:solidFill>
          </p:grpSpPr>
          <p:grpSp>
            <p:nvGrpSpPr>
              <p:cNvPr id="225" name="Graphic 245">
                <a:extLst>
                  <a:ext uri="{FF2B5EF4-FFF2-40B4-BE49-F238E27FC236}">
                    <a16:creationId xmlns:a16="http://schemas.microsoft.com/office/drawing/2014/main" id="{11D023BF-CD1A-1981-8AEF-22FE4D76D7A0}"/>
                  </a:ext>
                </a:extLst>
              </p:cNvPr>
              <p:cNvGrpSpPr/>
              <p:nvPr/>
            </p:nvGrpSpPr>
            <p:grpSpPr>
              <a:xfrm>
                <a:off x="3791269" y="4581427"/>
                <a:ext cx="223926" cy="187071"/>
                <a:chOff x="3791269" y="4581427"/>
                <a:chExt cx="223926" cy="187071"/>
              </a:xfrm>
              <a:solidFill>
                <a:srgbClr val="000000"/>
              </a:solidFill>
            </p:grpSpPr>
            <p:sp>
              <p:nvSpPr>
                <p:cNvPr id="308" name="Freeform: Shape 307">
                  <a:extLst>
                    <a:ext uri="{FF2B5EF4-FFF2-40B4-BE49-F238E27FC236}">
                      <a16:creationId xmlns:a16="http://schemas.microsoft.com/office/drawing/2014/main" id="{83356A95-8488-3C04-B9B8-7DA94C4D8124}"/>
                    </a:ext>
                  </a:extLst>
                </p:cNvPr>
                <p:cNvSpPr/>
                <p:nvPr/>
              </p:nvSpPr>
              <p:spPr>
                <a:xfrm>
                  <a:off x="3902551" y="4581427"/>
                  <a:ext cx="12686" cy="44417"/>
                </a:xfrm>
                <a:custGeom>
                  <a:avLst/>
                  <a:gdLst>
                    <a:gd name="connsiteX0" fmla="*/ 58 w 12686"/>
                    <a:gd name="connsiteY0" fmla="*/ 264 h 44417"/>
                    <a:gd name="connsiteX1" fmla="*/ 58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58" y="264"/>
                      </a:moveTo>
                      <a:lnTo>
                        <a:pt x="58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09" name="Graphic 245">
                  <a:extLst>
                    <a:ext uri="{FF2B5EF4-FFF2-40B4-BE49-F238E27FC236}">
                      <a16:creationId xmlns:a16="http://schemas.microsoft.com/office/drawing/2014/main" id="{026B2964-3773-8F7D-742E-8A8EEF7AB384}"/>
                    </a:ext>
                  </a:extLst>
                </p:cNvPr>
                <p:cNvGrpSpPr/>
                <p:nvPr/>
              </p:nvGrpSpPr>
              <p:grpSpPr>
                <a:xfrm>
                  <a:off x="3791269" y="4672504"/>
                  <a:ext cx="223926" cy="95994"/>
                  <a:chOff x="3791269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310" name="Freeform: Shape 309">
                    <a:extLst>
                      <a:ext uri="{FF2B5EF4-FFF2-40B4-BE49-F238E27FC236}">
                        <a16:creationId xmlns:a16="http://schemas.microsoft.com/office/drawing/2014/main" id="{11B914DD-A766-DC8B-2D22-27303AAF8A36}"/>
                      </a:ext>
                    </a:extLst>
                  </p:cNvPr>
                  <p:cNvSpPr/>
                  <p:nvPr/>
                </p:nvSpPr>
                <p:spPr>
                  <a:xfrm flipV="1">
                    <a:off x="3791269" y="4674169"/>
                    <a:ext cx="59843" cy="94328"/>
                  </a:xfrm>
                  <a:custGeom>
                    <a:avLst/>
                    <a:gdLst>
                      <a:gd name="connsiteX0" fmla="*/ 1953 w 59843"/>
                      <a:gd name="connsiteY0" fmla="*/ 92316 h 94328"/>
                      <a:gd name="connsiteX1" fmla="*/ 51072 w 59843"/>
                      <a:gd name="connsiteY1" fmla="*/ 92316 h 94328"/>
                      <a:gd name="connsiteX2" fmla="*/ 51072 w 59843"/>
                      <a:gd name="connsiteY2" fmla="*/ 81767 h 94328"/>
                      <a:gd name="connsiteX3" fmla="*/ 13410 w 59843"/>
                      <a:gd name="connsiteY3" fmla="*/ 81767 h 94328"/>
                      <a:gd name="connsiteX4" fmla="*/ 13410 w 59843"/>
                      <a:gd name="connsiteY4" fmla="*/ 59102 h 94328"/>
                      <a:gd name="connsiteX5" fmla="*/ 18841 w 59843"/>
                      <a:gd name="connsiteY5" fmla="*/ 60490 h 94328"/>
                      <a:gd name="connsiteX6" fmla="*/ 24312 w 59843"/>
                      <a:gd name="connsiteY6" fmla="*/ 60946 h 94328"/>
                      <a:gd name="connsiteX7" fmla="*/ 48832 w 59843"/>
                      <a:gd name="connsiteY7" fmla="*/ 52459 h 94328"/>
                      <a:gd name="connsiteX8" fmla="*/ 57891 w 59843"/>
                      <a:gd name="connsiteY8" fmla="*/ 29476 h 94328"/>
                      <a:gd name="connsiteX9" fmla="*/ 48594 w 59843"/>
                      <a:gd name="connsiteY9" fmla="*/ 6256 h 94328"/>
                      <a:gd name="connsiteX10" fmla="*/ 22389 w 59843"/>
                      <a:gd name="connsiteY10" fmla="*/ -2013 h 94328"/>
                      <a:gd name="connsiteX11" fmla="*/ 10516 w 59843"/>
                      <a:gd name="connsiteY11" fmla="*/ -1021 h 94328"/>
                      <a:gd name="connsiteX12" fmla="*/ -1952 w 59843"/>
                      <a:gd name="connsiteY12" fmla="*/ 1953 h 94328"/>
                      <a:gd name="connsiteX13" fmla="*/ -1952 w 59843"/>
                      <a:gd name="connsiteY13" fmla="*/ 14545 h 94328"/>
                      <a:gd name="connsiteX14" fmla="*/ 9564 w 59843"/>
                      <a:gd name="connsiteY14" fmla="*/ 10024 h 94328"/>
                      <a:gd name="connsiteX15" fmla="*/ 22132 w 59843"/>
                      <a:gd name="connsiteY15" fmla="*/ 8537 h 94328"/>
                      <a:gd name="connsiteX16" fmla="*/ 39100 w 59843"/>
                      <a:gd name="connsiteY16" fmla="*/ 14168 h 94328"/>
                      <a:gd name="connsiteX17" fmla="*/ 45363 w 59843"/>
                      <a:gd name="connsiteY17" fmla="*/ 29476 h 94328"/>
                      <a:gd name="connsiteX18" fmla="*/ 39100 w 59843"/>
                      <a:gd name="connsiteY18" fmla="*/ 44765 h 94328"/>
                      <a:gd name="connsiteX19" fmla="*/ 22132 w 59843"/>
                      <a:gd name="connsiteY19" fmla="*/ 50416 h 94328"/>
                      <a:gd name="connsiteX20" fmla="*/ 12121 w 59843"/>
                      <a:gd name="connsiteY20" fmla="*/ 49306 h 94328"/>
                      <a:gd name="connsiteX21" fmla="*/ 1953 w 59843"/>
                      <a:gd name="connsiteY21" fmla="*/ 45836 h 94328"/>
                      <a:gd name="connsiteX22" fmla="*/ 1953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53" y="92316"/>
                        </a:moveTo>
                        <a:lnTo>
                          <a:pt x="51072" y="92316"/>
                        </a:lnTo>
                        <a:lnTo>
                          <a:pt x="51072" y="81767"/>
                        </a:lnTo>
                        <a:lnTo>
                          <a:pt x="13410" y="81767"/>
                        </a:lnTo>
                        <a:lnTo>
                          <a:pt x="13410" y="59102"/>
                        </a:lnTo>
                        <a:cubicBezTo>
                          <a:pt x="15220" y="59723"/>
                          <a:pt x="17031" y="60186"/>
                          <a:pt x="18841" y="60490"/>
                        </a:cubicBezTo>
                        <a:cubicBezTo>
                          <a:pt x="20665" y="60794"/>
                          <a:pt x="22488" y="60946"/>
                          <a:pt x="24312" y="60946"/>
                        </a:cubicBezTo>
                        <a:cubicBezTo>
                          <a:pt x="34633" y="60946"/>
                          <a:pt x="42806" y="58117"/>
                          <a:pt x="48832" y="52459"/>
                        </a:cubicBezTo>
                        <a:cubicBezTo>
                          <a:pt x="54871" y="46801"/>
                          <a:pt x="57891" y="39140"/>
                          <a:pt x="57891" y="29476"/>
                        </a:cubicBezTo>
                        <a:cubicBezTo>
                          <a:pt x="57891" y="19522"/>
                          <a:pt x="54792" y="11782"/>
                          <a:pt x="48594" y="6256"/>
                        </a:cubicBezTo>
                        <a:cubicBezTo>
                          <a:pt x="42397" y="744"/>
                          <a:pt x="33662" y="-2013"/>
                          <a:pt x="22389" y="-2013"/>
                        </a:cubicBezTo>
                        <a:cubicBezTo>
                          <a:pt x="18504" y="-2013"/>
                          <a:pt x="14546" y="-1682"/>
                          <a:pt x="10516" y="-1021"/>
                        </a:cubicBezTo>
                        <a:cubicBezTo>
                          <a:pt x="6499" y="-360"/>
                          <a:pt x="2343" y="631"/>
                          <a:pt x="-1952" y="1953"/>
                        </a:cubicBezTo>
                        <a:lnTo>
                          <a:pt x="-1952" y="14545"/>
                        </a:lnTo>
                        <a:cubicBezTo>
                          <a:pt x="1761" y="12522"/>
                          <a:pt x="5600" y="11015"/>
                          <a:pt x="9564" y="10024"/>
                        </a:cubicBezTo>
                        <a:cubicBezTo>
                          <a:pt x="13529" y="9032"/>
                          <a:pt x="17718" y="8537"/>
                          <a:pt x="22132" y="8537"/>
                        </a:cubicBezTo>
                        <a:cubicBezTo>
                          <a:pt x="29281" y="8537"/>
                          <a:pt x="34937" y="10414"/>
                          <a:pt x="39100" y="14168"/>
                        </a:cubicBezTo>
                        <a:cubicBezTo>
                          <a:pt x="43275" y="17923"/>
                          <a:pt x="45363" y="23025"/>
                          <a:pt x="45363" y="29476"/>
                        </a:cubicBezTo>
                        <a:cubicBezTo>
                          <a:pt x="45363" y="35914"/>
                          <a:pt x="43275" y="41011"/>
                          <a:pt x="39100" y="44765"/>
                        </a:cubicBezTo>
                        <a:cubicBezTo>
                          <a:pt x="34937" y="48533"/>
                          <a:pt x="29281" y="50416"/>
                          <a:pt x="22132" y="50416"/>
                        </a:cubicBezTo>
                        <a:cubicBezTo>
                          <a:pt x="18788" y="50416"/>
                          <a:pt x="15452" y="50046"/>
                          <a:pt x="12121" y="49306"/>
                        </a:cubicBezTo>
                        <a:cubicBezTo>
                          <a:pt x="8805" y="48566"/>
                          <a:pt x="5415" y="47409"/>
                          <a:pt x="1953" y="45836"/>
                        </a:cubicBezTo>
                        <a:lnTo>
                          <a:pt x="1953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 dirty="0"/>
                  </a:p>
                </p:txBody>
              </p:sp>
              <p:sp>
                <p:nvSpPr>
                  <p:cNvPr id="312" name="Freeform: Shape 311">
                    <a:extLst>
                      <a:ext uri="{FF2B5EF4-FFF2-40B4-BE49-F238E27FC236}">
                        <a16:creationId xmlns:a16="http://schemas.microsoft.com/office/drawing/2014/main" id="{83468B4B-3936-31BF-F71A-4C4DEAFA662B}"/>
                      </a:ext>
                    </a:extLst>
                  </p:cNvPr>
                  <p:cNvSpPr/>
                  <p:nvPr/>
                </p:nvSpPr>
                <p:spPr>
                  <a:xfrm flipV="1">
                    <a:off x="3870556" y="4672504"/>
                    <a:ext cx="63926" cy="95994"/>
                  </a:xfrm>
                  <a:custGeom>
                    <a:avLst/>
                    <a:gdLst>
                      <a:gd name="connsiteX0" fmla="*/ 29977 w 63926"/>
                      <a:gd name="connsiteY0" fmla="*/ 84025 h 95994"/>
                      <a:gd name="connsiteX1" fmla="*/ 15447 w 63926"/>
                      <a:gd name="connsiteY1" fmla="*/ 74507 h 95994"/>
                      <a:gd name="connsiteX2" fmla="*/ 10590 w 63926"/>
                      <a:gd name="connsiteY2" fmla="*/ 45913 h 95994"/>
                      <a:gd name="connsiteX3" fmla="*/ 15447 w 63926"/>
                      <a:gd name="connsiteY3" fmla="*/ 17378 h 95994"/>
                      <a:gd name="connsiteX4" fmla="*/ 29977 w 63926"/>
                      <a:gd name="connsiteY4" fmla="*/ 7860 h 95994"/>
                      <a:gd name="connsiteX5" fmla="*/ 44566 w 63926"/>
                      <a:gd name="connsiteY5" fmla="*/ 17378 h 95994"/>
                      <a:gd name="connsiteX6" fmla="*/ 49442 w 63926"/>
                      <a:gd name="connsiteY6" fmla="*/ 45913 h 95994"/>
                      <a:gd name="connsiteX7" fmla="*/ 44566 w 63926"/>
                      <a:gd name="connsiteY7" fmla="*/ 74507 h 95994"/>
                      <a:gd name="connsiteX8" fmla="*/ 29977 w 63926"/>
                      <a:gd name="connsiteY8" fmla="*/ 84025 h 95994"/>
                      <a:gd name="connsiteX9" fmla="*/ 29977 w 63926"/>
                      <a:gd name="connsiteY9" fmla="*/ 93939 h 95994"/>
                      <a:gd name="connsiteX10" fmla="*/ 53743 w 63926"/>
                      <a:gd name="connsiteY10" fmla="*/ 81625 h 95994"/>
                      <a:gd name="connsiteX11" fmla="*/ 61950 w 63926"/>
                      <a:gd name="connsiteY11" fmla="*/ 45913 h 95994"/>
                      <a:gd name="connsiteX12" fmla="*/ 53743 w 63926"/>
                      <a:gd name="connsiteY12" fmla="*/ 10240 h 95994"/>
                      <a:gd name="connsiteX13" fmla="*/ 29977 w 63926"/>
                      <a:gd name="connsiteY13" fmla="*/ -2055 h 95994"/>
                      <a:gd name="connsiteX14" fmla="*/ 6229 w 63926"/>
                      <a:gd name="connsiteY14" fmla="*/ 10240 h 95994"/>
                      <a:gd name="connsiteX15" fmla="*/ -1977 w 63926"/>
                      <a:gd name="connsiteY15" fmla="*/ 45913 h 95994"/>
                      <a:gd name="connsiteX16" fmla="*/ 6229 w 63926"/>
                      <a:gd name="connsiteY16" fmla="*/ 81625 h 95994"/>
                      <a:gd name="connsiteX17" fmla="*/ 2997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77" y="84025"/>
                        </a:moveTo>
                        <a:cubicBezTo>
                          <a:pt x="23541" y="84025"/>
                          <a:pt x="18698" y="80852"/>
                          <a:pt x="15447" y="74507"/>
                        </a:cubicBezTo>
                        <a:cubicBezTo>
                          <a:pt x="12209" y="68174"/>
                          <a:pt x="10590" y="58643"/>
                          <a:pt x="10590" y="45913"/>
                        </a:cubicBezTo>
                        <a:cubicBezTo>
                          <a:pt x="10590" y="33235"/>
                          <a:pt x="12209" y="23724"/>
                          <a:pt x="15447" y="17378"/>
                        </a:cubicBezTo>
                        <a:cubicBezTo>
                          <a:pt x="18698" y="11033"/>
                          <a:pt x="23541" y="7860"/>
                          <a:pt x="29977" y="7860"/>
                        </a:cubicBezTo>
                        <a:cubicBezTo>
                          <a:pt x="36465" y="7860"/>
                          <a:pt x="41328" y="11033"/>
                          <a:pt x="44566" y="17378"/>
                        </a:cubicBezTo>
                        <a:cubicBezTo>
                          <a:pt x="47817" y="23724"/>
                          <a:pt x="49442" y="33235"/>
                          <a:pt x="49442" y="45913"/>
                        </a:cubicBezTo>
                        <a:cubicBezTo>
                          <a:pt x="49442" y="58643"/>
                          <a:pt x="47817" y="68174"/>
                          <a:pt x="44566" y="74507"/>
                        </a:cubicBezTo>
                        <a:cubicBezTo>
                          <a:pt x="41328" y="80852"/>
                          <a:pt x="36465" y="84025"/>
                          <a:pt x="29977" y="84025"/>
                        </a:cubicBezTo>
                        <a:close/>
                        <a:moveTo>
                          <a:pt x="29977" y="93939"/>
                        </a:moveTo>
                        <a:cubicBezTo>
                          <a:pt x="40350" y="93939"/>
                          <a:pt x="48272" y="89835"/>
                          <a:pt x="53743" y="81625"/>
                        </a:cubicBezTo>
                        <a:cubicBezTo>
                          <a:pt x="59214" y="73429"/>
                          <a:pt x="61950" y="61525"/>
                          <a:pt x="61950" y="45913"/>
                        </a:cubicBezTo>
                        <a:cubicBezTo>
                          <a:pt x="61950" y="30340"/>
                          <a:pt x="59214" y="18449"/>
                          <a:pt x="53743" y="10240"/>
                        </a:cubicBezTo>
                        <a:cubicBezTo>
                          <a:pt x="48272" y="2043"/>
                          <a:pt x="40350" y="-2055"/>
                          <a:pt x="29977" y="-2055"/>
                        </a:cubicBezTo>
                        <a:cubicBezTo>
                          <a:pt x="19616" y="-2055"/>
                          <a:pt x="11700" y="2043"/>
                          <a:pt x="6229" y="10240"/>
                        </a:cubicBezTo>
                        <a:cubicBezTo>
                          <a:pt x="759" y="18449"/>
                          <a:pt x="-1977" y="30340"/>
                          <a:pt x="-1977" y="45913"/>
                        </a:cubicBezTo>
                        <a:cubicBezTo>
                          <a:pt x="-1977" y="61525"/>
                          <a:pt x="759" y="73429"/>
                          <a:pt x="6229" y="81625"/>
                        </a:cubicBezTo>
                        <a:cubicBezTo>
                          <a:pt x="11700" y="89835"/>
                          <a:pt x="19616" y="93939"/>
                          <a:pt x="2997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 dirty="0"/>
                  </a:p>
                </p:txBody>
              </p:sp>
              <p:sp>
                <p:nvSpPr>
                  <p:cNvPr id="313" name="Freeform: Shape 312">
                    <a:extLst>
                      <a:ext uri="{FF2B5EF4-FFF2-40B4-BE49-F238E27FC236}">
                        <a16:creationId xmlns:a16="http://schemas.microsoft.com/office/drawing/2014/main" id="{E2ACD469-B298-F74D-F13D-AA1BFBDF9F21}"/>
                      </a:ext>
                    </a:extLst>
                  </p:cNvPr>
                  <p:cNvSpPr/>
                  <p:nvPr/>
                </p:nvSpPr>
                <p:spPr>
                  <a:xfrm flipV="1">
                    <a:off x="3951269" y="4672504"/>
                    <a:ext cx="63926" cy="95994"/>
                  </a:xfrm>
                  <a:custGeom>
                    <a:avLst/>
                    <a:gdLst>
                      <a:gd name="connsiteX0" fmla="*/ 29983 w 63926"/>
                      <a:gd name="connsiteY0" fmla="*/ 84025 h 95994"/>
                      <a:gd name="connsiteX1" fmla="*/ 15453 w 63926"/>
                      <a:gd name="connsiteY1" fmla="*/ 74507 h 95994"/>
                      <a:gd name="connsiteX2" fmla="*/ 10597 w 63926"/>
                      <a:gd name="connsiteY2" fmla="*/ 45913 h 95994"/>
                      <a:gd name="connsiteX3" fmla="*/ 15453 w 63926"/>
                      <a:gd name="connsiteY3" fmla="*/ 17378 h 95994"/>
                      <a:gd name="connsiteX4" fmla="*/ 29983 w 63926"/>
                      <a:gd name="connsiteY4" fmla="*/ 7860 h 95994"/>
                      <a:gd name="connsiteX5" fmla="*/ 44572 w 63926"/>
                      <a:gd name="connsiteY5" fmla="*/ 17378 h 95994"/>
                      <a:gd name="connsiteX6" fmla="*/ 49448 w 63926"/>
                      <a:gd name="connsiteY6" fmla="*/ 45913 h 95994"/>
                      <a:gd name="connsiteX7" fmla="*/ 44572 w 63926"/>
                      <a:gd name="connsiteY7" fmla="*/ 74507 h 95994"/>
                      <a:gd name="connsiteX8" fmla="*/ 29983 w 63926"/>
                      <a:gd name="connsiteY8" fmla="*/ 84025 h 95994"/>
                      <a:gd name="connsiteX9" fmla="*/ 29983 w 63926"/>
                      <a:gd name="connsiteY9" fmla="*/ 93939 h 95994"/>
                      <a:gd name="connsiteX10" fmla="*/ 53750 w 63926"/>
                      <a:gd name="connsiteY10" fmla="*/ 81625 h 95994"/>
                      <a:gd name="connsiteX11" fmla="*/ 61956 w 63926"/>
                      <a:gd name="connsiteY11" fmla="*/ 45913 h 95994"/>
                      <a:gd name="connsiteX12" fmla="*/ 53750 w 63926"/>
                      <a:gd name="connsiteY12" fmla="*/ 10240 h 95994"/>
                      <a:gd name="connsiteX13" fmla="*/ 29983 w 63926"/>
                      <a:gd name="connsiteY13" fmla="*/ -2055 h 95994"/>
                      <a:gd name="connsiteX14" fmla="*/ 6236 w 63926"/>
                      <a:gd name="connsiteY14" fmla="*/ 10240 h 95994"/>
                      <a:gd name="connsiteX15" fmla="*/ -1971 w 63926"/>
                      <a:gd name="connsiteY15" fmla="*/ 45913 h 95994"/>
                      <a:gd name="connsiteX16" fmla="*/ 6236 w 63926"/>
                      <a:gd name="connsiteY16" fmla="*/ 81625 h 95994"/>
                      <a:gd name="connsiteX17" fmla="*/ 29983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83" y="84025"/>
                        </a:moveTo>
                        <a:cubicBezTo>
                          <a:pt x="23547" y="84025"/>
                          <a:pt x="18704" y="80852"/>
                          <a:pt x="15453" y="74507"/>
                        </a:cubicBezTo>
                        <a:cubicBezTo>
                          <a:pt x="12216" y="68174"/>
                          <a:pt x="10597" y="58643"/>
                          <a:pt x="10597" y="45913"/>
                        </a:cubicBezTo>
                        <a:cubicBezTo>
                          <a:pt x="10597" y="33235"/>
                          <a:pt x="12216" y="23724"/>
                          <a:pt x="15453" y="17378"/>
                        </a:cubicBezTo>
                        <a:cubicBezTo>
                          <a:pt x="18704" y="11033"/>
                          <a:pt x="23547" y="7860"/>
                          <a:pt x="29983" y="7860"/>
                        </a:cubicBezTo>
                        <a:cubicBezTo>
                          <a:pt x="36471" y="7860"/>
                          <a:pt x="41334" y="11033"/>
                          <a:pt x="44572" y="17378"/>
                        </a:cubicBezTo>
                        <a:cubicBezTo>
                          <a:pt x="47823" y="23724"/>
                          <a:pt x="49448" y="33235"/>
                          <a:pt x="49448" y="45913"/>
                        </a:cubicBezTo>
                        <a:cubicBezTo>
                          <a:pt x="49448" y="58643"/>
                          <a:pt x="47823" y="68174"/>
                          <a:pt x="44572" y="74507"/>
                        </a:cubicBezTo>
                        <a:cubicBezTo>
                          <a:pt x="41334" y="80852"/>
                          <a:pt x="36471" y="84025"/>
                          <a:pt x="29983" y="84025"/>
                        </a:cubicBezTo>
                        <a:close/>
                        <a:moveTo>
                          <a:pt x="29983" y="93939"/>
                        </a:moveTo>
                        <a:cubicBezTo>
                          <a:pt x="40357" y="93939"/>
                          <a:pt x="48279" y="89835"/>
                          <a:pt x="53750" y="81625"/>
                        </a:cubicBezTo>
                        <a:cubicBezTo>
                          <a:pt x="59221" y="73429"/>
                          <a:pt x="61956" y="61525"/>
                          <a:pt x="61956" y="45913"/>
                        </a:cubicBezTo>
                        <a:cubicBezTo>
                          <a:pt x="61956" y="30340"/>
                          <a:pt x="59221" y="18449"/>
                          <a:pt x="53750" y="10240"/>
                        </a:cubicBezTo>
                        <a:cubicBezTo>
                          <a:pt x="48279" y="2043"/>
                          <a:pt x="40357" y="-2055"/>
                          <a:pt x="29983" y="-2055"/>
                        </a:cubicBezTo>
                        <a:cubicBezTo>
                          <a:pt x="19622" y="-2055"/>
                          <a:pt x="11707" y="2043"/>
                          <a:pt x="6236" y="10240"/>
                        </a:cubicBezTo>
                        <a:cubicBezTo>
                          <a:pt x="765" y="18449"/>
                          <a:pt x="-1971" y="30340"/>
                          <a:pt x="-1971" y="45913"/>
                        </a:cubicBezTo>
                        <a:cubicBezTo>
                          <a:pt x="-1971" y="61525"/>
                          <a:pt x="765" y="73429"/>
                          <a:pt x="6236" y="81625"/>
                        </a:cubicBezTo>
                        <a:cubicBezTo>
                          <a:pt x="11707" y="89835"/>
                          <a:pt x="19622" y="93939"/>
                          <a:pt x="29983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 dirty="0"/>
                  </a:p>
                </p:txBody>
              </p:sp>
            </p:grpSp>
          </p:grpSp>
          <p:grpSp>
            <p:nvGrpSpPr>
              <p:cNvPr id="226" name="Graphic 245">
                <a:extLst>
                  <a:ext uri="{FF2B5EF4-FFF2-40B4-BE49-F238E27FC236}">
                    <a16:creationId xmlns:a16="http://schemas.microsoft.com/office/drawing/2014/main" id="{4796596B-2950-1F5E-535F-0C19C9E27AB7}"/>
                  </a:ext>
                </a:extLst>
              </p:cNvPr>
              <p:cNvGrpSpPr/>
              <p:nvPr/>
            </p:nvGrpSpPr>
            <p:grpSpPr>
              <a:xfrm>
                <a:off x="4697370" y="4581427"/>
                <a:ext cx="223926" cy="187071"/>
                <a:chOff x="4697370" y="4581427"/>
                <a:chExt cx="223926" cy="187071"/>
              </a:xfrm>
              <a:solidFill>
                <a:srgbClr val="000000"/>
              </a:solidFill>
            </p:grpSpPr>
            <p:sp>
              <p:nvSpPr>
                <p:cNvPr id="302" name="Freeform: Shape 301">
                  <a:extLst>
                    <a:ext uri="{FF2B5EF4-FFF2-40B4-BE49-F238E27FC236}">
                      <a16:creationId xmlns:a16="http://schemas.microsoft.com/office/drawing/2014/main" id="{328F2DF4-92D4-0314-6938-0E25A10E0B4D}"/>
                    </a:ext>
                  </a:extLst>
                </p:cNvPr>
                <p:cNvSpPr/>
                <p:nvPr/>
              </p:nvSpPr>
              <p:spPr>
                <a:xfrm>
                  <a:off x="4808652" y="4581427"/>
                  <a:ext cx="12686" cy="44417"/>
                </a:xfrm>
                <a:custGeom>
                  <a:avLst/>
                  <a:gdLst>
                    <a:gd name="connsiteX0" fmla="*/ 129 w 12686"/>
                    <a:gd name="connsiteY0" fmla="*/ 264 h 44417"/>
                    <a:gd name="connsiteX1" fmla="*/ 129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29" y="264"/>
                      </a:moveTo>
                      <a:lnTo>
                        <a:pt x="129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03" name="Graphic 245">
                  <a:extLst>
                    <a:ext uri="{FF2B5EF4-FFF2-40B4-BE49-F238E27FC236}">
                      <a16:creationId xmlns:a16="http://schemas.microsoft.com/office/drawing/2014/main" id="{44C92C75-ACA6-3C85-1EBA-F88E3331E2B3}"/>
                    </a:ext>
                  </a:extLst>
                </p:cNvPr>
                <p:cNvGrpSpPr/>
                <p:nvPr/>
              </p:nvGrpSpPr>
              <p:grpSpPr>
                <a:xfrm>
                  <a:off x="4697370" y="4672504"/>
                  <a:ext cx="223926" cy="95994"/>
                  <a:chOff x="4697370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304" name="Freeform: Shape 303">
                    <a:extLst>
                      <a:ext uri="{FF2B5EF4-FFF2-40B4-BE49-F238E27FC236}">
                        <a16:creationId xmlns:a16="http://schemas.microsoft.com/office/drawing/2014/main" id="{22D0A5C4-254F-CFF7-933A-1248966338C2}"/>
                      </a:ext>
                    </a:extLst>
                  </p:cNvPr>
                  <p:cNvSpPr/>
                  <p:nvPr/>
                </p:nvSpPr>
                <p:spPr>
                  <a:xfrm flipV="1">
                    <a:off x="4697370" y="4674169"/>
                    <a:ext cx="59843" cy="94328"/>
                  </a:xfrm>
                  <a:custGeom>
                    <a:avLst/>
                    <a:gdLst>
                      <a:gd name="connsiteX0" fmla="*/ 2024 w 59843"/>
                      <a:gd name="connsiteY0" fmla="*/ 92316 h 94328"/>
                      <a:gd name="connsiteX1" fmla="*/ 51144 w 59843"/>
                      <a:gd name="connsiteY1" fmla="*/ 92316 h 94328"/>
                      <a:gd name="connsiteX2" fmla="*/ 51144 w 59843"/>
                      <a:gd name="connsiteY2" fmla="*/ 81767 h 94328"/>
                      <a:gd name="connsiteX3" fmla="*/ 13481 w 59843"/>
                      <a:gd name="connsiteY3" fmla="*/ 81767 h 94328"/>
                      <a:gd name="connsiteX4" fmla="*/ 13481 w 59843"/>
                      <a:gd name="connsiteY4" fmla="*/ 59102 h 94328"/>
                      <a:gd name="connsiteX5" fmla="*/ 18913 w 59843"/>
                      <a:gd name="connsiteY5" fmla="*/ 60490 h 94328"/>
                      <a:gd name="connsiteX6" fmla="*/ 24384 w 59843"/>
                      <a:gd name="connsiteY6" fmla="*/ 60946 h 94328"/>
                      <a:gd name="connsiteX7" fmla="*/ 48904 w 59843"/>
                      <a:gd name="connsiteY7" fmla="*/ 52459 h 94328"/>
                      <a:gd name="connsiteX8" fmla="*/ 57962 w 59843"/>
                      <a:gd name="connsiteY8" fmla="*/ 29476 h 94328"/>
                      <a:gd name="connsiteX9" fmla="*/ 48666 w 59843"/>
                      <a:gd name="connsiteY9" fmla="*/ 6256 h 94328"/>
                      <a:gd name="connsiteX10" fmla="*/ 22461 w 59843"/>
                      <a:gd name="connsiteY10" fmla="*/ -2013 h 94328"/>
                      <a:gd name="connsiteX11" fmla="*/ 10587 w 59843"/>
                      <a:gd name="connsiteY11" fmla="*/ -1021 h 94328"/>
                      <a:gd name="connsiteX12" fmla="*/ -1881 w 59843"/>
                      <a:gd name="connsiteY12" fmla="*/ 1953 h 94328"/>
                      <a:gd name="connsiteX13" fmla="*/ -1881 w 59843"/>
                      <a:gd name="connsiteY13" fmla="*/ 14545 h 94328"/>
                      <a:gd name="connsiteX14" fmla="*/ 9636 w 59843"/>
                      <a:gd name="connsiteY14" fmla="*/ 10024 h 94328"/>
                      <a:gd name="connsiteX15" fmla="*/ 22203 w 59843"/>
                      <a:gd name="connsiteY15" fmla="*/ 8537 h 94328"/>
                      <a:gd name="connsiteX16" fmla="*/ 39171 w 59843"/>
                      <a:gd name="connsiteY16" fmla="*/ 14168 h 94328"/>
                      <a:gd name="connsiteX17" fmla="*/ 45435 w 59843"/>
                      <a:gd name="connsiteY17" fmla="*/ 29476 h 94328"/>
                      <a:gd name="connsiteX18" fmla="*/ 39171 w 59843"/>
                      <a:gd name="connsiteY18" fmla="*/ 44765 h 94328"/>
                      <a:gd name="connsiteX19" fmla="*/ 22203 w 59843"/>
                      <a:gd name="connsiteY19" fmla="*/ 50416 h 94328"/>
                      <a:gd name="connsiteX20" fmla="*/ 12193 w 59843"/>
                      <a:gd name="connsiteY20" fmla="*/ 49306 h 94328"/>
                      <a:gd name="connsiteX21" fmla="*/ 2024 w 59843"/>
                      <a:gd name="connsiteY21" fmla="*/ 45836 h 94328"/>
                      <a:gd name="connsiteX22" fmla="*/ 2024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24" y="92316"/>
                        </a:moveTo>
                        <a:lnTo>
                          <a:pt x="51144" y="92316"/>
                        </a:lnTo>
                        <a:lnTo>
                          <a:pt x="51144" y="81767"/>
                        </a:lnTo>
                        <a:lnTo>
                          <a:pt x="13481" y="81767"/>
                        </a:lnTo>
                        <a:lnTo>
                          <a:pt x="13481" y="59102"/>
                        </a:lnTo>
                        <a:cubicBezTo>
                          <a:pt x="15292" y="59723"/>
                          <a:pt x="17102" y="60186"/>
                          <a:pt x="18913" y="60490"/>
                        </a:cubicBezTo>
                        <a:cubicBezTo>
                          <a:pt x="20736" y="60794"/>
                          <a:pt x="22560" y="60946"/>
                          <a:pt x="24384" y="60946"/>
                        </a:cubicBezTo>
                        <a:cubicBezTo>
                          <a:pt x="34704" y="60946"/>
                          <a:pt x="42878" y="58117"/>
                          <a:pt x="48904" y="52459"/>
                        </a:cubicBezTo>
                        <a:cubicBezTo>
                          <a:pt x="54943" y="46801"/>
                          <a:pt x="57962" y="39140"/>
                          <a:pt x="57962" y="29476"/>
                        </a:cubicBezTo>
                        <a:cubicBezTo>
                          <a:pt x="57962" y="19522"/>
                          <a:pt x="54864" y="11782"/>
                          <a:pt x="48666" y="6256"/>
                        </a:cubicBezTo>
                        <a:cubicBezTo>
                          <a:pt x="42468" y="744"/>
                          <a:pt x="33733" y="-2013"/>
                          <a:pt x="22461" y="-2013"/>
                        </a:cubicBezTo>
                        <a:cubicBezTo>
                          <a:pt x="18576" y="-2013"/>
                          <a:pt x="14618" y="-1682"/>
                          <a:pt x="10587" y="-1021"/>
                        </a:cubicBezTo>
                        <a:cubicBezTo>
                          <a:pt x="6570" y="-360"/>
                          <a:pt x="2414" y="631"/>
                          <a:pt x="-1881" y="1953"/>
                        </a:cubicBezTo>
                        <a:lnTo>
                          <a:pt x="-1881" y="14545"/>
                        </a:lnTo>
                        <a:cubicBezTo>
                          <a:pt x="1832" y="12522"/>
                          <a:pt x="5671" y="11015"/>
                          <a:pt x="9636" y="10024"/>
                        </a:cubicBezTo>
                        <a:cubicBezTo>
                          <a:pt x="13600" y="9032"/>
                          <a:pt x="17789" y="8537"/>
                          <a:pt x="22203" y="8537"/>
                        </a:cubicBezTo>
                        <a:cubicBezTo>
                          <a:pt x="29352" y="8537"/>
                          <a:pt x="35008" y="10414"/>
                          <a:pt x="39171" y="14168"/>
                        </a:cubicBezTo>
                        <a:cubicBezTo>
                          <a:pt x="43347" y="17923"/>
                          <a:pt x="45435" y="23025"/>
                          <a:pt x="45435" y="29476"/>
                        </a:cubicBezTo>
                        <a:cubicBezTo>
                          <a:pt x="45435" y="35914"/>
                          <a:pt x="43347" y="41011"/>
                          <a:pt x="39171" y="44765"/>
                        </a:cubicBezTo>
                        <a:cubicBezTo>
                          <a:pt x="35008" y="48533"/>
                          <a:pt x="29352" y="50416"/>
                          <a:pt x="22203" y="50416"/>
                        </a:cubicBezTo>
                        <a:cubicBezTo>
                          <a:pt x="18860" y="50416"/>
                          <a:pt x="15523" y="50046"/>
                          <a:pt x="12193" y="49306"/>
                        </a:cubicBezTo>
                        <a:cubicBezTo>
                          <a:pt x="8876" y="48566"/>
                          <a:pt x="5486" y="47409"/>
                          <a:pt x="2024" y="45836"/>
                        </a:cubicBezTo>
                        <a:lnTo>
                          <a:pt x="2024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 dirty="0"/>
                  </a:p>
                </p:txBody>
              </p:sp>
              <p:sp>
                <p:nvSpPr>
                  <p:cNvPr id="306" name="Freeform: Shape 305">
                    <a:extLst>
                      <a:ext uri="{FF2B5EF4-FFF2-40B4-BE49-F238E27FC236}">
                        <a16:creationId xmlns:a16="http://schemas.microsoft.com/office/drawing/2014/main" id="{AE4AB9B5-7E89-63F2-3FCC-CD201311A6E7}"/>
                      </a:ext>
                    </a:extLst>
                  </p:cNvPr>
                  <p:cNvSpPr/>
                  <p:nvPr/>
                </p:nvSpPr>
                <p:spPr>
                  <a:xfrm flipV="1">
                    <a:off x="4777588" y="4672504"/>
                    <a:ext cx="58713" cy="94189"/>
                  </a:xfrm>
                  <a:custGeom>
                    <a:avLst/>
                    <a:gdLst>
                      <a:gd name="connsiteX0" fmla="*/ 13224 w 58713"/>
                      <a:gd name="connsiteY0" fmla="*/ 8429 h 94189"/>
                      <a:gd name="connsiteX1" fmla="*/ 56892 w 58713"/>
                      <a:gd name="connsiteY1" fmla="*/ 8429 h 94189"/>
                      <a:gd name="connsiteX2" fmla="*/ 56892 w 58713"/>
                      <a:gd name="connsiteY2" fmla="*/ -2100 h 94189"/>
                      <a:gd name="connsiteX3" fmla="*/ -1821 w 58713"/>
                      <a:gd name="connsiteY3" fmla="*/ -2100 h 94189"/>
                      <a:gd name="connsiteX4" fmla="*/ -1821 w 58713"/>
                      <a:gd name="connsiteY4" fmla="*/ 8429 h 94189"/>
                      <a:gd name="connsiteX5" fmla="*/ 17585 w 58713"/>
                      <a:gd name="connsiteY5" fmla="*/ 28219 h 94189"/>
                      <a:gd name="connsiteX6" fmla="*/ 33046 w 58713"/>
                      <a:gd name="connsiteY6" fmla="*/ 44261 h 94189"/>
                      <a:gd name="connsiteX7" fmla="*/ 41431 w 58713"/>
                      <a:gd name="connsiteY7" fmla="*/ 55683 h 94189"/>
                      <a:gd name="connsiteX8" fmla="*/ 43829 w 58713"/>
                      <a:gd name="connsiteY8" fmla="*/ 64883 h 94189"/>
                      <a:gd name="connsiteX9" fmla="*/ 38656 w 58713"/>
                      <a:gd name="connsiteY9" fmla="*/ 76900 h 94189"/>
                      <a:gd name="connsiteX10" fmla="*/ 25177 w 58713"/>
                      <a:gd name="connsiteY10" fmla="*/ 81560 h 94189"/>
                      <a:gd name="connsiteX11" fmla="*/ 12748 w 58713"/>
                      <a:gd name="connsiteY11" fmla="*/ 79518 h 94189"/>
                      <a:gd name="connsiteX12" fmla="*/ -1207 w 58713"/>
                      <a:gd name="connsiteY12" fmla="*/ 73311 h 94189"/>
                      <a:gd name="connsiteX13" fmla="*/ -1207 w 58713"/>
                      <a:gd name="connsiteY13" fmla="*/ 85962 h 94189"/>
                      <a:gd name="connsiteX14" fmla="*/ 12907 w 58713"/>
                      <a:gd name="connsiteY14" fmla="*/ 90543 h 94189"/>
                      <a:gd name="connsiteX15" fmla="*/ 24939 w 58713"/>
                      <a:gd name="connsiteY15" fmla="*/ 92089 h 94189"/>
                      <a:gd name="connsiteX16" fmla="*/ 47853 w 58713"/>
                      <a:gd name="connsiteY16" fmla="*/ 84891 h 94189"/>
                      <a:gd name="connsiteX17" fmla="*/ 56397 w 58713"/>
                      <a:gd name="connsiteY17" fmla="*/ 65696 h 94189"/>
                      <a:gd name="connsiteX18" fmla="*/ 54256 w 58713"/>
                      <a:gd name="connsiteY18" fmla="*/ 54870 h 94189"/>
                      <a:gd name="connsiteX19" fmla="*/ 46486 w 58713"/>
                      <a:gd name="connsiteY19" fmla="*/ 42833 h 94189"/>
                      <a:gd name="connsiteX20" fmla="*/ 36634 w 58713"/>
                      <a:gd name="connsiteY20" fmla="*/ 32443 h 94189"/>
                      <a:gd name="connsiteX21" fmla="*/ 13224 w 58713"/>
                      <a:gd name="connsiteY21" fmla="*/ 8429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224" y="8429"/>
                        </a:moveTo>
                        <a:lnTo>
                          <a:pt x="56892" y="8429"/>
                        </a:lnTo>
                        <a:lnTo>
                          <a:pt x="56892" y="-2100"/>
                        </a:lnTo>
                        <a:lnTo>
                          <a:pt x="-1821" y="-2100"/>
                        </a:lnTo>
                        <a:lnTo>
                          <a:pt x="-1821" y="8429"/>
                        </a:lnTo>
                        <a:cubicBezTo>
                          <a:pt x="2923" y="13347"/>
                          <a:pt x="9392" y="19943"/>
                          <a:pt x="17585" y="28219"/>
                        </a:cubicBezTo>
                        <a:cubicBezTo>
                          <a:pt x="25791" y="36508"/>
                          <a:pt x="30945" y="41855"/>
                          <a:pt x="33046" y="44261"/>
                        </a:cubicBezTo>
                        <a:cubicBezTo>
                          <a:pt x="37050" y="48756"/>
                          <a:pt x="39845" y="52563"/>
                          <a:pt x="41431" y="55683"/>
                        </a:cubicBezTo>
                        <a:cubicBezTo>
                          <a:pt x="43030" y="58802"/>
                          <a:pt x="43829" y="61869"/>
                          <a:pt x="43829" y="64883"/>
                        </a:cubicBezTo>
                        <a:cubicBezTo>
                          <a:pt x="43829" y="69801"/>
                          <a:pt x="42105" y="73807"/>
                          <a:pt x="38656" y="76900"/>
                        </a:cubicBezTo>
                        <a:cubicBezTo>
                          <a:pt x="35207" y="80007"/>
                          <a:pt x="30714" y="81560"/>
                          <a:pt x="25177" y="81560"/>
                        </a:cubicBezTo>
                        <a:cubicBezTo>
                          <a:pt x="21252" y="81560"/>
                          <a:pt x="17109" y="80879"/>
                          <a:pt x="12748" y="79518"/>
                        </a:cubicBezTo>
                        <a:cubicBezTo>
                          <a:pt x="8401" y="78156"/>
                          <a:pt x="3749" y="76087"/>
                          <a:pt x="-1207" y="73311"/>
                        </a:cubicBezTo>
                        <a:lnTo>
                          <a:pt x="-1207" y="85962"/>
                        </a:lnTo>
                        <a:cubicBezTo>
                          <a:pt x="3828" y="87985"/>
                          <a:pt x="8533" y="89512"/>
                          <a:pt x="12907" y="90543"/>
                        </a:cubicBezTo>
                        <a:cubicBezTo>
                          <a:pt x="17294" y="91574"/>
                          <a:pt x="21305" y="92089"/>
                          <a:pt x="24939" y="92089"/>
                        </a:cubicBezTo>
                        <a:cubicBezTo>
                          <a:pt x="34520" y="92089"/>
                          <a:pt x="42158" y="89690"/>
                          <a:pt x="47853" y="84891"/>
                        </a:cubicBezTo>
                        <a:cubicBezTo>
                          <a:pt x="53549" y="80106"/>
                          <a:pt x="56397" y="73708"/>
                          <a:pt x="56397" y="65696"/>
                        </a:cubicBezTo>
                        <a:cubicBezTo>
                          <a:pt x="56397" y="61889"/>
                          <a:pt x="55683" y="58280"/>
                          <a:pt x="54256" y="54870"/>
                        </a:cubicBezTo>
                        <a:cubicBezTo>
                          <a:pt x="52842" y="51472"/>
                          <a:pt x="50252" y="47460"/>
                          <a:pt x="46486" y="42833"/>
                        </a:cubicBezTo>
                        <a:cubicBezTo>
                          <a:pt x="45455" y="41630"/>
                          <a:pt x="42171" y="38167"/>
                          <a:pt x="36634" y="32443"/>
                        </a:cubicBezTo>
                        <a:cubicBezTo>
                          <a:pt x="31110" y="26718"/>
                          <a:pt x="23307" y="18714"/>
                          <a:pt x="13224" y="84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 dirty="0"/>
                  </a:p>
                </p:txBody>
              </p:sp>
              <p:sp>
                <p:nvSpPr>
                  <p:cNvPr id="307" name="Freeform: Shape 306">
                    <a:extLst>
                      <a:ext uri="{FF2B5EF4-FFF2-40B4-BE49-F238E27FC236}">
                        <a16:creationId xmlns:a16="http://schemas.microsoft.com/office/drawing/2014/main" id="{243172EB-BBDD-71FF-6A28-E498CCB9B3E7}"/>
                      </a:ext>
                    </a:extLst>
                  </p:cNvPr>
                  <p:cNvSpPr/>
                  <p:nvPr/>
                </p:nvSpPr>
                <p:spPr>
                  <a:xfrm flipV="1">
                    <a:off x="4857370" y="4672504"/>
                    <a:ext cx="63926" cy="95994"/>
                  </a:xfrm>
                  <a:custGeom>
                    <a:avLst/>
                    <a:gdLst>
                      <a:gd name="connsiteX0" fmla="*/ 30054 w 63926"/>
                      <a:gd name="connsiteY0" fmla="*/ 84025 h 95994"/>
                      <a:gd name="connsiteX1" fmla="*/ 15525 w 63926"/>
                      <a:gd name="connsiteY1" fmla="*/ 74507 h 95994"/>
                      <a:gd name="connsiteX2" fmla="*/ 10668 w 63926"/>
                      <a:gd name="connsiteY2" fmla="*/ 45913 h 95994"/>
                      <a:gd name="connsiteX3" fmla="*/ 15525 w 63926"/>
                      <a:gd name="connsiteY3" fmla="*/ 17378 h 95994"/>
                      <a:gd name="connsiteX4" fmla="*/ 30054 w 63926"/>
                      <a:gd name="connsiteY4" fmla="*/ 7860 h 95994"/>
                      <a:gd name="connsiteX5" fmla="*/ 44643 w 63926"/>
                      <a:gd name="connsiteY5" fmla="*/ 17378 h 95994"/>
                      <a:gd name="connsiteX6" fmla="*/ 49520 w 63926"/>
                      <a:gd name="connsiteY6" fmla="*/ 45913 h 95994"/>
                      <a:gd name="connsiteX7" fmla="*/ 44643 w 63926"/>
                      <a:gd name="connsiteY7" fmla="*/ 74507 h 95994"/>
                      <a:gd name="connsiteX8" fmla="*/ 30054 w 63926"/>
                      <a:gd name="connsiteY8" fmla="*/ 84025 h 95994"/>
                      <a:gd name="connsiteX9" fmla="*/ 30054 w 63926"/>
                      <a:gd name="connsiteY9" fmla="*/ 93939 h 95994"/>
                      <a:gd name="connsiteX10" fmla="*/ 53821 w 63926"/>
                      <a:gd name="connsiteY10" fmla="*/ 81625 h 95994"/>
                      <a:gd name="connsiteX11" fmla="*/ 62028 w 63926"/>
                      <a:gd name="connsiteY11" fmla="*/ 45913 h 95994"/>
                      <a:gd name="connsiteX12" fmla="*/ 53821 w 63926"/>
                      <a:gd name="connsiteY12" fmla="*/ 10240 h 95994"/>
                      <a:gd name="connsiteX13" fmla="*/ 30054 w 63926"/>
                      <a:gd name="connsiteY13" fmla="*/ -2055 h 95994"/>
                      <a:gd name="connsiteX14" fmla="*/ 6307 w 63926"/>
                      <a:gd name="connsiteY14" fmla="*/ 10240 h 95994"/>
                      <a:gd name="connsiteX15" fmla="*/ -1899 w 63926"/>
                      <a:gd name="connsiteY15" fmla="*/ 45913 h 95994"/>
                      <a:gd name="connsiteX16" fmla="*/ 6307 w 63926"/>
                      <a:gd name="connsiteY16" fmla="*/ 81625 h 95994"/>
                      <a:gd name="connsiteX17" fmla="*/ 3005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54" y="84025"/>
                        </a:moveTo>
                        <a:cubicBezTo>
                          <a:pt x="23619" y="84025"/>
                          <a:pt x="18775" y="80852"/>
                          <a:pt x="15525" y="74507"/>
                        </a:cubicBezTo>
                        <a:cubicBezTo>
                          <a:pt x="12287" y="68174"/>
                          <a:pt x="10668" y="58643"/>
                          <a:pt x="10668" y="45913"/>
                        </a:cubicBezTo>
                        <a:cubicBezTo>
                          <a:pt x="10668" y="33235"/>
                          <a:pt x="12287" y="23724"/>
                          <a:pt x="15525" y="17378"/>
                        </a:cubicBezTo>
                        <a:cubicBezTo>
                          <a:pt x="18775" y="11033"/>
                          <a:pt x="23619" y="7860"/>
                          <a:pt x="30054" y="7860"/>
                        </a:cubicBezTo>
                        <a:cubicBezTo>
                          <a:pt x="36543" y="7860"/>
                          <a:pt x="41406" y="11033"/>
                          <a:pt x="44643" y="17378"/>
                        </a:cubicBezTo>
                        <a:cubicBezTo>
                          <a:pt x="47894" y="23724"/>
                          <a:pt x="49520" y="33235"/>
                          <a:pt x="49520" y="45913"/>
                        </a:cubicBezTo>
                        <a:cubicBezTo>
                          <a:pt x="49520" y="58643"/>
                          <a:pt x="47894" y="68174"/>
                          <a:pt x="44643" y="74507"/>
                        </a:cubicBezTo>
                        <a:cubicBezTo>
                          <a:pt x="41406" y="80852"/>
                          <a:pt x="36543" y="84025"/>
                          <a:pt x="30054" y="84025"/>
                        </a:cubicBezTo>
                        <a:close/>
                        <a:moveTo>
                          <a:pt x="30054" y="93939"/>
                        </a:moveTo>
                        <a:cubicBezTo>
                          <a:pt x="40428" y="93939"/>
                          <a:pt x="48350" y="89835"/>
                          <a:pt x="53821" y="81625"/>
                        </a:cubicBezTo>
                        <a:cubicBezTo>
                          <a:pt x="59292" y="73429"/>
                          <a:pt x="62028" y="61525"/>
                          <a:pt x="62028" y="45913"/>
                        </a:cubicBezTo>
                        <a:cubicBezTo>
                          <a:pt x="62028" y="30340"/>
                          <a:pt x="59292" y="18449"/>
                          <a:pt x="53821" y="10240"/>
                        </a:cubicBezTo>
                        <a:cubicBezTo>
                          <a:pt x="48350" y="2043"/>
                          <a:pt x="40428" y="-2055"/>
                          <a:pt x="30054" y="-2055"/>
                        </a:cubicBezTo>
                        <a:cubicBezTo>
                          <a:pt x="19694" y="-2055"/>
                          <a:pt x="11778" y="2043"/>
                          <a:pt x="6307" y="10240"/>
                        </a:cubicBezTo>
                        <a:cubicBezTo>
                          <a:pt x="836" y="18449"/>
                          <a:pt x="-1899" y="30340"/>
                          <a:pt x="-1899" y="45913"/>
                        </a:cubicBezTo>
                        <a:cubicBezTo>
                          <a:pt x="-1899" y="61525"/>
                          <a:pt x="836" y="73429"/>
                          <a:pt x="6307" y="81625"/>
                        </a:cubicBezTo>
                        <a:cubicBezTo>
                          <a:pt x="11778" y="89835"/>
                          <a:pt x="19694" y="93939"/>
                          <a:pt x="3005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 dirty="0"/>
                  </a:p>
                </p:txBody>
              </p:sp>
            </p:grpSp>
          </p:grpSp>
          <p:grpSp>
            <p:nvGrpSpPr>
              <p:cNvPr id="227" name="Graphic 245">
                <a:extLst>
                  <a:ext uri="{FF2B5EF4-FFF2-40B4-BE49-F238E27FC236}">
                    <a16:creationId xmlns:a16="http://schemas.microsoft.com/office/drawing/2014/main" id="{170C8A6F-C91E-0CBB-C118-A29F0AD55062}"/>
                  </a:ext>
                </a:extLst>
              </p:cNvPr>
              <p:cNvGrpSpPr/>
              <p:nvPr/>
            </p:nvGrpSpPr>
            <p:grpSpPr>
              <a:xfrm>
                <a:off x="5603471" y="4581427"/>
                <a:ext cx="223926" cy="187070"/>
                <a:chOff x="5603471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296" name="Freeform: Shape 295">
                  <a:extLst>
                    <a:ext uri="{FF2B5EF4-FFF2-40B4-BE49-F238E27FC236}">
                      <a16:creationId xmlns:a16="http://schemas.microsoft.com/office/drawing/2014/main" id="{125C8E81-4016-E6FC-5761-65E186BCF9EB}"/>
                    </a:ext>
                  </a:extLst>
                </p:cNvPr>
                <p:cNvSpPr/>
                <p:nvPr/>
              </p:nvSpPr>
              <p:spPr>
                <a:xfrm>
                  <a:off x="5714753" y="4581427"/>
                  <a:ext cx="12686" cy="44417"/>
                </a:xfrm>
                <a:custGeom>
                  <a:avLst/>
                  <a:gdLst>
                    <a:gd name="connsiteX0" fmla="*/ 200 w 12686"/>
                    <a:gd name="connsiteY0" fmla="*/ 264 h 44417"/>
                    <a:gd name="connsiteX1" fmla="*/ 200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00" y="264"/>
                      </a:moveTo>
                      <a:lnTo>
                        <a:pt x="200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97" name="Graphic 245">
                  <a:extLst>
                    <a:ext uri="{FF2B5EF4-FFF2-40B4-BE49-F238E27FC236}">
                      <a16:creationId xmlns:a16="http://schemas.microsoft.com/office/drawing/2014/main" id="{135FDB46-0A8E-5FAB-763C-4D351E4A6DBC}"/>
                    </a:ext>
                  </a:extLst>
                </p:cNvPr>
                <p:cNvGrpSpPr/>
                <p:nvPr/>
              </p:nvGrpSpPr>
              <p:grpSpPr>
                <a:xfrm>
                  <a:off x="5603471" y="4672504"/>
                  <a:ext cx="223926" cy="95994"/>
                  <a:chOff x="5603471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98" name="Freeform: Shape 297">
                    <a:extLst>
                      <a:ext uri="{FF2B5EF4-FFF2-40B4-BE49-F238E27FC236}">
                        <a16:creationId xmlns:a16="http://schemas.microsoft.com/office/drawing/2014/main" id="{4B581242-C16E-707F-B767-5B8EC15C3EE7}"/>
                      </a:ext>
                    </a:extLst>
                  </p:cNvPr>
                  <p:cNvSpPr/>
                  <p:nvPr/>
                </p:nvSpPr>
                <p:spPr>
                  <a:xfrm flipV="1">
                    <a:off x="5603471" y="4674169"/>
                    <a:ext cx="59843" cy="94328"/>
                  </a:xfrm>
                  <a:custGeom>
                    <a:avLst/>
                    <a:gdLst>
                      <a:gd name="connsiteX0" fmla="*/ 2096 w 59843"/>
                      <a:gd name="connsiteY0" fmla="*/ 92316 h 94328"/>
                      <a:gd name="connsiteX1" fmla="*/ 51215 w 59843"/>
                      <a:gd name="connsiteY1" fmla="*/ 92316 h 94328"/>
                      <a:gd name="connsiteX2" fmla="*/ 51215 w 59843"/>
                      <a:gd name="connsiteY2" fmla="*/ 81767 h 94328"/>
                      <a:gd name="connsiteX3" fmla="*/ 13553 w 59843"/>
                      <a:gd name="connsiteY3" fmla="*/ 81767 h 94328"/>
                      <a:gd name="connsiteX4" fmla="*/ 13553 w 59843"/>
                      <a:gd name="connsiteY4" fmla="*/ 59102 h 94328"/>
                      <a:gd name="connsiteX5" fmla="*/ 18984 w 59843"/>
                      <a:gd name="connsiteY5" fmla="*/ 60490 h 94328"/>
                      <a:gd name="connsiteX6" fmla="*/ 24455 w 59843"/>
                      <a:gd name="connsiteY6" fmla="*/ 60946 h 94328"/>
                      <a:gd name="connsiteX7" fmla="*/ 48975 w 59843"/>
                      <a:gd name="connsiteY7" fmla="*/ 52459 h 94328"/>
                      <a:gd name="connsiteX8" fmla="*/ 58034 w 59843"/>
                      <a:gd name="connsiteY8" fmla="*/ 29476 h 94328"/>
                      <a:gd name="connsiteX9" fmla="*/ 48737 w 59843"/>
                      <a:gd name="connsiteY9" fmla="*/ 6256 h 94328"/>
                      <a:gd name="connsiteX10" fmla="*/ 22532 w 59843"/>
                      <a:gd name="connsiteY10" fmla="*/ -2013 h 94328"/>
                      <a:gd name="connsiteX11" fmla="*/ 10659 w 59843"/>
                      <a:gd name="connsiteY11" fmla="*/ -1021 h 94328"/>
                      <a:gd name="connsiteX12" fmla="*/ -1809 w 59843"/>
                      <a:gd name="connsiteY12" fmla="*/ 1953 h 94328"/>
                      <a:gd name="connsiteX13" fmla="*/ -1809 w 59843"/>
                      <a:gd name="connsiteY13" fmla="*/ 14545 h 94328"/>
                      <a:gd name="connsiteX14" fmla="*/ 9707 w 59843"/>
                      <a:gd name="connsiteY14" fmla="*/ 10024 h 94328"/>
                      <a:gd name="connsiteX15" fmla="*/ 22275 w 59843"/>
                      <a:gd name="connsiteY15" fmla="*/ 8537 h 94328"/>
                      <a:gd name="connsiteX16" fmla="*/ 39242 w 59843"/>
                      <a:gd name="connsiteY16" fmla="*/ 14168 h 94328"/>
                      <a:gd name="connsiteX17" fmla="*/ 45506 w 59843"/>
                      <a:gd name="connsiteY17" fmla="*/ 29476 h 94328"/>
                      <a:gd name="connsiteX18" fmla="*/ 39242 w 59843"/>
                      <a:gd name="connsiteY18" fmla="*/ 44765 h 94328"/>
                      <a:gd name="connsiteX19" fmla="*/ 22275 w 59843"/>
                      <a:gd name="connsiteY19" fmla="*/ 50416 h 94328"/>
                      <a:gd name="connsiteX20" fmla="*/ 12264 w 59843"/>
                      <a:gd name="connsiteY20" fmla="*/ 49306 h 94328"/>
                      <a:gd name="connsiteX21" fmla="*/ 2096 w 59843"/>
                      <a:gd name="connsiteY21" fmla="*/ 45836 h 94328"/>
                      <a:gd name="connsiteX22" fmla="*/ 2096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96" y="92316"/>
                        </a:moveTo>
                        <a:lnTo>
                          <a:pt x="51215" y="92316"/>
                        </a:lnTo>
                        <a:lnTo>
                          <a:pt x="51215" y="81767"/>
                        </a:lnTo>
                        <a:lnTo>
                          <a:pt x="13553" y="81767"/>
                        </a:lnTo>
                        <a:lnTo>
                          <a:pt x="13553" y="59102"/>
                        </a:lnTo>
                        <a:cubicBezTo>
                          <a:pt x="15363" y="59723"/>
                          <a:pt x="17174" y="60186"/>
                          <a:pt x="18984" y="60490"/>
                        </a:cubicBezTo>
                        <a:cubicBezTo>
                          <a:pt x="20808" y="60794"/>
                          <a:pt x="22631" y="60946"/>
                          <a:pt x="24455" y="60946"/>
                        </a:cubicBezTo>
                        <a:cubicBezTo>
                          <a:pt x="34776" y="60946"/>
                          <a:pt x="42949" y="58117"/>
                          <a:pt x="48975" y="52459"/>
                        </a:cubicBezTo>
                        <a:cubicBezTo>
                          <a:pt x="55014" y="46801"/>
                          <a:pt x="58034" y="39140"/>
                          <a:pt x="58034" y="29476"/>
                        </a:cubicBezTo>
                        <a:cubicBezTo>
                          <a:pt x="58034" y="19522"/>
                          <a:pt x="54935" y="11782"/>
                          <a:pt x="48737" y="6256"/>
                        </a:cubicBezTo>
                        <a:cubicBezTo>
                          <a:pt x="42539" y="744"/>
                          <a:pt x="33804" y="-2013"/>
                          <a:pt x="22532" y="-2013"/>
                        </a:cubicBezTo>
                        <a:cubicBezTo>
                          <a:pt x="18647" y="-2013"/>
                          <a:pt x="14689" y="-1682"/>
                          <a:pt x="10659" y="-1021"/>
                        </a:cubicBezTo>
                        <a:cubicBezTo>
                          <a:pt x="6641" y="-360"/>
                          <a:pt x="2485" y="631"/>
                          <a:pt x="-1809" y="1953"/>
                        </a:cubicBezTo>
                        <a:lnTo>
                          <a:pt x="-1809" y="14545"/>
                        </a:lnTo>
                        <a:cubicBezTo>
                          <a:pt x="1904" y="12522"/>
                          <a:pt x="5743" y="11015"/>
                          <a:pt x="9707" y="10024"/>
                        </a:cubicBezTo>
                        <a:cubicBezTo>
                          <a:pt x="13672" y="9032"/>
                          <a:pt x="17861" y="8537"/>
                          <a:pt x="22275" y="8537"/>
                        </a:cubicBezTo>
                        <a:cubicBezTo>
                          <a:pt x="29424" y="8537"/>
                          <a:pt x="35080" y="10414"/>
                          <a:pt x="39242" y="14168"/>
                        </a:cubicBezTo>
                        <a:cubicBezTo>
                          <a:pt x="43418" y="17923"/>
                          <a:pt x="45506" y="23025"/>
                          <a:pt x="45506" y="29476"/>
                        </a:cubicBezTo>
                        <a:cubicBezTo>
                          <a:pt x="45506" y="35914"/>
                          <a:pt x="43418" y="41011"/>
                          <a:pt x="39242" y="44765"/>
                        </a:cubicBezTo>
                        <a:cubicBezTo>
                          <a:pt x="35080" y="48533"/>
                          <a:pt x="29424" y="50416"/>
                          <a:pt x="22275" y="50416"/>
                        </a:cubicBezTo>
                        <a:cubicBezTo>
                          <a:pt x="18931" y="50416"/>
                          <a:pt x="15594" y="50046"/>
                          <a:pt x="12264" y="49306"/>
                        </a:cubicBezTo>
                        <a:cubicBezTo>
                          <a:pt x="8947" y="48566"/>
                          <a:pt x="5558" y="47409"/>
                          <a:pt x="2096" y="45836"/>
                        </a:cubicBezTo>
                        <a:lnTo>
                          <a:pt x="2096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00" name="Freeform: Shape 299">
                    <a:extLst>
                      <a:ext uri="{FF2B5EF4-FFF2-40B4-BE49-F238E27FC236}">
                        <a16:creationId xmlns:a16="http://schemas.microsoft.com/office/drawing/2014/main" id="{8152DFD4-CED9-FB67-9AB0-669514D2D2A3}"/>
                      </a:ext>
                    </a:extLst>
                  </p:cNvPr>
                  <p:cNvSpPr/>
                  <p:nvPr/>
                </p:nvSpPr>
                <p:spPr>
                  <a:xfrm flipV="1">
                    <a:off x="5680597" y="4674169"/>
                    <a:ext cx="67395" cy="92524"/>
                  </a:xfrm>
                  <a:custGeom>
                    <a:avLst/>
                    <a:gdLst>
                      <a:gd name="connsiteX0" fmla="*/ 39933 w 67395"/>
                      <a:gd name="connsiteY0" fmla="*/ 79560 h 92524"/>
                      <a:gd name="connsiteX1" fmla="*/ 8336 w 67395"/>
                      <a:gd name="connsiteY1" fmla="*/ 30165 h 92524"/>
                      <a:gd name="connsiteX2" fmla="*/ 39933 w 67395"/>
                      <a:gd name="connsiteY2" fmla="*/ 30165 h 92524"/>
                      <a:gd name="connsiteX3" fmla="*/ 39933 w 67395"/>
                      <a:gd name="connsiteY3" fmla="*/ 79560 h 92524"/>
                      <a:gd name="connsiteX4" fmla="*/ 36643 w 67395"/>
                      <a:gd name="connsiteY4" fmla="*/ 90466 h 92524"/>
                      <a:gd name="connsiteX5" fmla="*/ 52381 w 67395"/>
                      <a:gd name="connsiteY5" fmla="*/ 90466 h 92524"/>
                      <a:gd name="connsiteX6" fmla="*/ 52381 w 67395"/>
                      <a:gd name="connsiteY6" fmla="*/ 30165 h 92524"/>
                      <a:gd name="connsiteX7" fmla="*/ 65583 w 67395"/>
                      <a:gd name="connsiteY7" fmla="*/ 30165 h 92524"/>
                      <a:gd name="connsiteX8" fmla="*/ 65583 w 67395"/>
                      <a:gd name="connsiteY8" fmla="*/ 19754 h 92524"/>
                      <a:gd name="connsiteX9" fmla="*/ 52381 w 67395"/>
                      <a:gd name="connsiteY9" fmla="*/ 19754 h 92524"/>
                      <a:gd name="connsiteX10" fmla="*/ 52381 w 67395"/>
                      <a:gd name="connsiteY10" fmla="*/ -2058 h 92524"/>
                      <a:gd name="connsiteX11" fmla="*/ 39933 w 67395"/>
                      <a:gd name="connsiteY11" fmla="*/ -2058 h 92524"/>
                      <a:gd name="connsiteX12" fmla="*/ 39933 w 67395"/>
                      <a:gd name="connsiteY12" fmla="*/ 19754 h 92524"/>
                      <a:gd name="connsiteX13" fmla="*/ -1813 w 67395"/>
                      <a:gd name="connsiteY13" fmla="*/ 19754 h 92524"/>
                      <a:gd name="connsiteX14" fmla="*/ -1813 w 67395"/>
                      <a:gd name="connsiteY14" fmla="*/ 31830 h 92524"/>
                      <a:gd name="connsiteX15" fmla="*/ 36643 w 67395"/>
                      <a:gd name="connsiteY15" fmla="*/ 9046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933" y="79560"/>
                        </a:moveTo>
                        <a:lnTo>
                          <a:pt x="8336" y="30165"/>
                        </a:lnTo>
                        <a:lnTo>
                          <a:pt x="39933" y="30165"/>
                        </a:lnTo>
                        <a:lnTo>
                          <a:pt x="39933" y="79560"/>
                        </a:lnTo>
                        <a:close/>
                        <a:moveTo>
                          <a:pt x="36643" y="90466"/>
                        </a:moveTo>
                        <a:lnTo>
                          <a:pt x="52381" y="90466"/>
                        </a:lnTo>
                        <a:lnTo>
                          <a:pt x="52381" y="30165"/>
                        </a:lnTo>
                        <a:lnTo>
                          <a:pt x="65583" y="30165"/>
                        </a:lnTo>
                        <a:lnTo>
                          <a:pt x="65583" y="19754"/>
                        </a:lnTo>
                        <a:lnTo>
                          <a:pt x="52381" y="19754"/>
                        </a:lnTo>
                        <a:lnTo>
                          <a:pt x="52381" y="-2058"/>
                        </a:lnTo>
                        <a:lnTo>
                          <a:pt x="39933" y="-2058"/>
                        </a:lnTo>
                        <a:lnTo>
                          <a:pt x="39933" y="19754"/>
                        </a:lnTo>
                        <a:lnTo>
                          <a:pt x="-1813" y="19754"/>
                        </a:lnTo>
                        <a:lnTo>
                          <a:pt x="-1813" y="31830"/>
                        </a:lnTo>
                        <a:lnTo>
                          <a:pt x="36643" y="904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01" name="Freeform: Shape 300">
                    <a:extLst>
                      <a:ext uri="{FF2B5EF4-FFF2-40B4-BE49-F238E27FC236}">
                        <a16:creationId xmlns:a16="http://schemas.microsoft.com/office/drawing/2014/main" id="{E4E77E42-D292-3365-3AED-E13780099FAF}"/>
                      </a:ext>
                    </a:extLst>
                  </p:cNvPr>
                  <p:cNvSpPr/>
                  <p:nvPr/>
                </p:nvSpPr>
                <p:spPr>
                  <a:xfrm flipV="1">
                    <a:off x="5763471" y="4672504"/>
                    <a:ext cx="63926" cy="95994"/>
                  </a:xfrm>
                  <a:custGeom>
                    <a:avLst/>
                    <a:gdLst>
                      <a:gd name="connsiteX0" fmla="*/ 30126 w 63926"/>
                      <a:gd name="connsiteY0" fmla="*/ 84025 h 95994"/>
                      <a:gd name="connsiteX1" fmla="*/ 15596 w 63926"/>
                      <a:gd name="connsiteY1" fmla="*/ 74507 h 95994"/>
                      <a:gd name="connsiteX2" fmla="*/ 10740 w 63926"/>
                      <a:gd name="connsiteY2" fmla="*/ 45913 h 95994"/>
                      <a:gd name="connsiteX3" fmla="*/ 15596 w 63926"/>
                      <a:gd name="connsiteY3" fmla="*/ 17378 h 95994"/>
                      <a:gd name="connsiteX4" fmla="*/ 30126 w 63926"/>
                      <a:gd name="connsiteY4" fmla="*/ 7860 h 95994"/>
                      <a:gd name="connsiteX5" fmla="*/ 44715 w 63926"/>
                      <a:gd name="connsiteY5" fmla="*/ 17378 h 95994"/>
                      <a:gd name="connsiteX6" fmla="*/ 49591 w 63926"/>
                      <a:gd name="connsiteY6" fmla="*/ 45913 h 95994"/>
                      <a:gd name="connsiteX7" fmla="*/ 44715 w 63926"/>
                      <a:gd name="connsiteY7" fmla="*/ 74507 h 95994"/>
                      <a:gd name="connsiteX8" fmla="*/ 30126 w 63926"/>
                      <a:gd name="connsiteY8" fmla="*/ 84025 h 95994"/>
                      <a:gd name="connsiteX9" fmla="*/ 30126 w 63926"/>
                      <a:gd name="connsiteY9" fmla="*/ 93939 h 95994"/>
                      <a:gd name="connsiteX10" fmla="*/ 53893 w 63926"/>
                      <a:gd name="connsiteY10" fmla="*/ 81625 h 95994"/>
                      <a:gd name="connsiteX11" fmla="*/ 62099 w 63926"/>
                      <a:gd name="connsiteY11" fmla="*/ 45913 h 95994"/>
                      <a:gd name="connsiteX12" fmla="*/ 53893 w 63926"/>
                      <a:gd name="connsiteY12" fmla="*/ 10240 h 95994"/>
                      <a:gd name="connsiteX13" fmla="*/ 30126 w 63926"/>
                      <a:gd name="connsiteY13" fmla="*/ -2055 h 95994"/>
                      <a:gd name="connsiteX14" fmla="*/ 6379 w 63926"/>
                      <a:gd name="connsiteY14" fmla="*/ 10240 h 95994"/>
                      <a:gd name="connsiteX15" fmla="*/ -1828 w 63926"/>
                      <a:gd name="connsiteY15" fmla="*/ 45913 h 95994"/>
                      <a:gd name="connsiteX16" fmla="*/ 6379 w 63926"/>
                      <a:gd name="connsiteY16" fmla="*/ 81625 h 95994"/>
                      <a:gd name="connsiteX17" fmla="*/ 30126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26" y="84025"/>
                        </a:moveTo>
                        <a:cubicBezTo>
                          <a:pt x="23690" y="84025"/>
                          <a:pt x="18847" y="80852"/>
                          <a:pt x="15596" y="74507"/>
                        </a:cubicBezTo>
                        <a:cubicBezTo>
                          <a:pt x="12358" y="68174"/>
                          <a:pt x="10740" y="58643"/>
                          <a:pt x="10740" y="45913"/>
                        </a:cubicBezTo>
                        <a:cubicBezTo>
                          <a:pt x="10740" y="33235"/>
                          <a:pt x="12358" y="23724"/>
                          <a:pt x="15596" y="17378"/>
                        </a:cubicBezTo>
                        <a:cubicBezTo>
                          <a:pt x="18847" y="11033"/>
                          <a:pt x="23690" y="7860"/>
                          <a:pt x="30126" y="7860"/>
                        </a:cubicBezTo>
                        <a:cubicBezTo>
                          <a:pt x="36614" y="7860"/>
                          <a:pt x="41477" y="11033"/>
                          <a:pt x="44715" y="17378"/>
                        </a:cubicBezTo>
                        <a:cubicBezTo>
                          <a:pt x="47966" y="23724"/>
                          <a:pt x="49591" y="33235"/>
                          <a:pt x="49591" y="45913"/>
                        </a:cubicBezTo>
                        <a:cubicBezTo>
                          <a:pt x="49591" y="58643"/>
                          <a:pt x="47966" y="68174"/>
                          <a:pt x="44715" y="74507"/>
                        </a:cubicBezTo>
                        <a:cubicBezTo>
                          <a:pt x="41477" y="80852"/>
                          <a:pt x="36614" y="84025"/>
                          <a:pt x="30126" y="84025"/>
                        </a:cubicBezTo>
                        <a:close/>
                        <a:moveTo>
                          <a:pt x="30126" y="93939"/>
                        </a:moveTo>
                        <a:cubicBezTo>
                          <a:pt x="40499" y="93939"/>
                          <a:pt x="48422" y="89835"/>
                          <a:pt x="53893" y="81625"/>
                        </a:cubicBezTo>
                        <a:cubicBezTo>
                          <a:pt x="59364" y="73429"/>
                          <a:pt x="62099" y="61525"/>
                          <a:pt x="62099" y="45913"/>
                        </a:cubicBezTo>
                        <a:cubicBezTo>
                          <a:pt x="62099" y="30340"/>
                          <a:pt x="59364" y="18449"/>
                          <a:pt x="53893" y="10240"/>
                        </a:cubicBezTo>
                        <a:cubicBezTo>
                          <a:pt x="48422" y="2043"/>
                          <a:pt x="40499" y="-2055"/>
                          <a:pt x="30126" y="-2055"/>
                        </a:cubicBezTo>
                        <a:cubicBezTo>
                          <a:pt x="19765" y="-2055"/>
                          <a:pt x="11850" y="2043"/>
                          <a:pt x="6379" y="10240"/>
                        </a:cubicBezTo>
                        <a:cubicBezTo>
                          <a:pt x="908" y="18449"/>
                          <a:pt x="-1828" y="30340"/>
                          <a:pt x="-1828" y="45913"/>
                        </a:cubicBezTo>
                        <a:cubicBezTo>
                          <a:pt x="-1828" y="61525"/>
                          <a:pt x="908" y="73429"/>
                          <a:pt x="6379" y="81625"/>
                        </a:cubicBezTo>
                        <a:cubicBezTo>
                          <a:pt x="11850" y="89835"/>
                          <a:pt x="19765" y="93939"/>
                          <a:pt x="30126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28" name="Graphic 245">
                <a:extLst>
                  <a:ext uri="{FF2B5EF4-FFF2-40B4-BE49-F238E27FC236}">
                    <a16:creationId xmlns:a16="http://schemas.microsoft.com/office/drawing/2014/main" id="{BC58FDD1-4F29-0708-689C-1FAFFF20E6CD}"/>
                  </a:ext>
                </a:extLst>
              </p:cNvPr>
              <p:cNvGrpSpPr/>
              <p:nvPr/>
            </p:nvGrpSpPr>
            <p:grpSpPr>
              <a:xfrm>
                <a:off x="6509572" y="4581427"/>
                <a:ext cx="223926" cy="187070"/>
                <a:chOff x="6509572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247" name="Freeform: Shape 246">
                  <a:extLst>
                    <a:ext uri="{FF2B5EF4-FFF2-40B4-BE49-F238E27FC236}">
                      <a16:creationId xmlns:a16="http://schemas.microsoft.com/office/drawing/2014/main" id="{3C2DBF79-69DB-7952-C427-0D79C53C6DBD}"/>
                    </a:ext>
                  </a:extLst>
                </p:cNvPr>
                <p:cNvSpPr/>
                <p:nvPr/>
              </p:nvSpPr>
              <p:spPr>
                <a:xfrm>
                  <a:off x="6620854" y="4581427"/>
                  <a:ext cx="12686" cy="44417"/>
                </a:xfrm>
                <a:custGeom>
                  <a:avLst/>
                  <a:gdLst>
                    <a:gd name="connsiteX0" fmla="*/ 272 w 12686"/>
                    <a:gd name="connsiteY0" fmla="*/ 264 h 44417"/>
                    <a:gd name="connsiteX1" fmla="*/ 272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72" y="264"/>
                      </a:moveTo>
                      <a:lnTo>
                        <a:pt x="272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48" name="Graphic 245">
                  <a:extLst>
                    <a:ext uri="{FF2B5EF4-FFF2-40B4-BE49-F238E27FC236}">
                      <a16:creationId xmlns:a16="http://schemas.microsoft.com/office/drawing/2014/main" id="{108B1130-5A8E-2C4D-97B2-3E8E2894C447}"/>
                    </a:ext>
                  </a:extLst>
                </p:cNvPr>
                <p:cNvGrpSpPr/>
                <p:nvPr/>
              </p:nvGrpSpPr>
              <p:grpSpPr>
                <a:xfrm>
                  <a:off x="6509572" y="4672504"/>
                  <a:ext cx="223926" cy="95994"/>
                  <a:chOff x="6509572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92" name="Freeform: Shape 291">
                    <a:extLst>
                      <a:ext uri="{FF2B5EF4-FFF2-40B4-BE49-F238E27FC236}">
                        <a16:creationId xmlns:a16="http://schemas.microsoft.com/office/drawing/2014/main" id="{BE7D67C6-8D9D-812C-4B30-1314F46D49E6}"/>
                      </a:ext>
                    </a:extLst>
                  </p:cNvPr>
                  <p:cNvSpPr/>
                  <p:nvPr/>
                </p:nvSpPr>
                <p:spPr>
                  <a:xfrm flipV="1">
                    <a:off x="6509572" y="4674169"/>
                    <a:ext cx="59843" cy="94328"/>
                  </a:xfrm>
                  <a:custGeom>
                    <a:avLst/>
                    <a:gdLst>
                      <a:gd name="connsiteX0" fmla="*/ 2167 w 59843"/>
                      <a:gd name="connsiteY0" fmla="*/ 92316 h 94328"/>
                      <a:gd name="connsiteX1" fmla="*/ 51286 w 59843"/>
                      <a:gd name="connsiteY1" fmla="*/ 92316 h 94328"/>
                      <a:gd name="connsiteX2" fmla="*/ 51286 w 59843"/>
                      <a:gd name="connsiteY2" fmla="*/ 81767 h 94328"/>
                      <a:gd name="connsiteX3" fmla="*/ 13624 w 59843"/>
                      <a:gd name="connsiteY3" fmla="*/ 81767 h 94328"/>
                      <a:gd name="connsiteX4" fmla="*/ 13624 w 59843"/>
                      <a:gd name="connsiteY4" fmla="*/ 59102 h 94328"/>
                      <a:gd name="connsiteX5" fmla="*/ 19055 w 59843"/>
                      <a:gd name="connsiteY5" fmla="*/ 60490 h 94328"/>
                      <a:gd name="connsiteX6" fmla="*/ 24526 w 59843"/>
                      <a:gd name="connsiteY6" fmla="*/ 60946 h 94328"/>
                      <a:gd name="connsiteX7" fmla="*/ 49047 w 59843"/>
                      <a:gd name="connsiteY7" fmla="*/ 52459 h 94328"/>
                      <a:gd name="connsiteX8" fmla="*/ 58105 w 59843"/>
                      <a:gd name="connsiteY8" fmla="*/ 29476 h 94328"/>
                      <a:gd name="connsiteX9" fmla="*/ 48809 w 59843"/>
                      <a:gd name="connsiteY9" fmla="*/ 6256 h 94328"/>
                      <a:gd name="connsiteX10" fmla="*/ 22604 w 59843"/>
                      <a:gd name="connsiteY10" fmla="*/ -2013 h 94328"/>
                      <a:gd name="connsiteX11" fmla="*/ 10730 w 59843"/>
                      <a:gd name="connsiteY11" fmla="*/ -1021 h 94328"/>
                      <a:gd name="connsiteX12" fmla="*/ -1738 w 59843"/>
                      <a:gd name="connsiteY12" fmla="*/ 1953 h 94328"/>
                      <a:gd name="connsiteX13" fmla="*/ -1738 w 59843"/>
                      <a:gd name="connsiteY13" fmla="*/ 14545 h 94328"/>
                      <a:gd name="connsiteX14" fmla="*/ 9779 w 59843"/>
                      <a:gd name="connsiteY14" fmla="*/ 10024 h 94328"/>
                      <a:gd name="connsiteX15" fmla="*/ 22346 w 59843"/>
                      <a:gd name="connsiteY15" fmla="*/ 8537 h 94328"/>
                      <a:gd name="connsiteX16" fmla="*/ 39314 w 59843"/>
                      <a:gd name="connsiteY16" fmla="*/ 14168 h 94328"/>
                      <a:gd name="connsiteX17" fmla="*/ 45578 w 59843"/>
                      <a:gd name="connsiteY17" fmla="*/ 29476 h 94328"/>
                      <a:gd name="connsiteX18" fmla="*/ 39314 w 59843"/>
                      <a:gd name="connsiteY18" fmla="*/ 44765 h 94328"/>
                      <a:gd name="connsiteX19" fmla="*/ 22346 w 59843"/>
                      <a:gd name="connsiteY19" fmla="*/ 50416 h 94328"/>
                      <a:gd name="connsiteX20" fmla="*/ 12336 w 59843"/>
                      <a:gd name="connsiteY20" fmla="*/ 49306 h 94328"/>
                      <a:gd name="connsiteX21" fmla="*/ 2167 w 59843"/>
                      <a:gd name="connsiteY21" fmla="*/ 45836 h 94328"/>
                      <a:gd name="connsiteX22" fmla="*/ 2167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67" y="92316"/>
                        </a:moveTo>
                        <a:lnTo>
                          <a:pt x="51286" y="92316"/>
                        </a:lnTo>
                        <a:lnTo>
                          <a:pt x="51286" y="81767"/>
                        </a:lnTo>
                        <a:lnTo>
                          <a:pt x="13624" y="81767"/>
                        </a:lnTo>
                        <a:lnTo>
                          <a:pt x="13624" y="59102"/>
                        </a:lnTo>
                        <a:cubicBezTo>
                          <a:pt x="15435" y="59723"/>
                          <a:pt x="17245" y="60186"/>
                          <a:pt x="19055" y="60490"/>
                        </a:cubicBezTo>
                        <a:cubicBezTo>
                          <a:pt x="20879" y="60794"/>
                          <a:pt x="22703" y="60946"/>
                          <a:pt x="24526" y="60946"/>
                        </a:cubicBezTo>
                        <a:cubicBezTo>
                          <a:pt x="34847" y="60946"/>
                          <a:pt x="43021" y="58117"/>
                          <a:pt x="49047" y="52459"/>
                        </a:cubicBezTo>
                        <a:cubicBezTo>
                          <a:pt x="55086" y="46801"/>
                          <a:pt x="58105" y="39140"/>
                          <a:pt x="58105" y="29476"/>
                        </a:cubicBezTo>
                        <a:cubicBezTo>
                          <a:pt x="58105" y="19522"/>
                          <a:pt x="55006" y="11782"/>
                          <a:pt x="48809" y="6256"/>
                        </a:cubicBezTo>
                        <a:cubicBezTo>
                          <a:pt x="42611" y="744"/>
                          <a:pt x="33876" y="-2013"/>
                          <a:pt x="22604" y="-2013"/>
                        </a:cubicBezTo>
                        <a:cubicBezTo>
                          <a:pt x="18718" y="-2013"/>
                          <a:pt x="14761" y="-1682"/>
                          <a:pt x="10730" y="-1021"/>
                        </a:cubicBezTo>
                        <a:cubicBezTo>
                          <a:pt x="6713" y="-360"/>
                          <a:pt x="2557" y="631"/>
                          <a:pt x="-1738" y="1953"/>
                        </a:cubicBezTo>
                        <a:lnTo>
                          <a:pt x="-1738" y="14545"/>
                        </a:lnTo>
                        <a:cubicBezTo>
                          <a:pt x="1975" y="12522"/>
                          <a:pt x="5814" y="11015"/>
                          <a:pt x="9779" y="10024"/>
                        </a:cubicBezTo>
                        <a:cubicBezTo>
                          <a:pt x="13743" y="9032"/>
                          <a:pt x="17932" y="8537"/>
                          <a:pt x="22346" y="8537"/>
                        </a:cubicBezTo>
                        <a:cubicBezTo>
                          <a:pt x="29495" y="8537"/>
                          <a:pt x="35151" y="10414"/>
                          <a:pt x="39314" y="14168"/>
                        </a:cubicBezTo>
                        <a:cubicBezTo>
                          <a:pt x="43490" y="17923"/>
                          <a:pt x="45578" y="23025"/>
                          <a:pt x="45578" y="29476"/>
                        </a:cubicBezTo>
                        <a:cubicBezTo>
                          <a:pt x="45578" y="35914"/>
                          <a:pt x="43490" y="41011"/>
                          <a:pt x="39314" y="44765"/>
                        </a:cubicBezTo>
                        <a:cubicBezTo>
                          <a:pt x="35151" y="48533"/>
                          <a:pt x="29495" y="50416"/>
                          <a:pt x="22346" y="50416"/>
                        </a:cubicBezTo>
                        <a:cubicBezTo>
                          <a:pt x="19003" y="50416"/>
                          <a:pt x="15666" y="50046"/>
                          <a:pt x="12336" y="49306"/>
                        </a:cubicBezTo>
                        <a:cubicBezTo>
                          <a:pt x="9019" y="48566"/>
                          <a:pt x="5629" y="47409"/>
                          <a:pt x="2167" y="45836"/>
                        </a:cubicBezTo>
                        <a:lnTo>
                          <a:pt x="2167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94" name="Freeform: Shape 293">
                    <a:extLst>
                      <a:ext uri="{FF2B5EF4-FFF2-40B4-BE49-F238E27FC236}">
                        <a16:creationId xmlns:a16="http://schemas.microsoft.com/office/drawing/2014/main" id="{B4DDB3ED-261A-4039-354F-9B7122FB0D18}"/>
                      </a:ext>
                    </a:extLst>
                  </p:cNvPr>
                  <p:cNvSpPr/>
                  <p:nvPr/>
                </p:nvSpPr>
                <p:spPr>
                  <a:xfrm flipV="1">
                    <a:off x="6589354" y="4672504"/>
                    <a:ext cx="63867" cy="95994"/>
                  </a:xfrm>
                  <a:custGeom>
                    <a:avLst/>
                    <a:gdLst>
                      <a:gd name="connsiteX0" fmla="*/ 31238 w 63867"/>
                      <a:gd name="connsiteY0" fmla="*/ 50989 h 95994"/>
                      <a:gd name="connsiteX1" fmla="*/ 17878 w 63867"/>
                      <a:gd name="connsiteY1" fmla="*/ 45219 h 95994"/>
                      <a:gd name="connsiteX2" fmla="*/ 12962 w 63867"/>
                      <a:gd name="connsiteY2" fmla="*/ 29434 h 95994"/>
                      <a:gd name="connsiteX3" fmla="*/ 17878 w 63867"/>
                      <a:gd name="connsiteY3" fmla="*/ 13650 h 95994"/>
                      <a:gd name="connsiteX4" fmla="*/ 31238 w 63867"/>
                      <a:gd name="connsiteY4" fmla="*/ 7860 h 95994"/>
                      <a:gd name="connsiteX5" fmla="*/ 44578 w 63867"/>
                      <a:gd name="connsiteY5" fmla="*/ 13650 h 95994"/>
                      <a:gd name="connsiteX6" fmla="*/ 49494 w 63867"/>
                      <a:gd name="connsiteY6" fmla="*/ 29434 h 95994"/>
                      <a:gd name="connsiteX7" fmla="*/ 44578 w 63867"/>
                      <a:gd name="connsiteY7" fmla="*/ 45219 h 95994"/>
                      <a:gd name="connsiteX8" fmla="*/ 31238 w 63867"/>
                      <a:gd name="connsiteY8" fmla="*/ 50989 h 95994"/>
                      <a:gd name="connsiteX9" fmla="*/ 56075 w 63867"/>
                      <a:gd name="connsiteY9" fmla="*/ 90231 h 95994"/>
                      <a:gd name="connsiteX10" fmla="*/ 56075 w 63867"/>
                      <a:gd name="connsiteY10" fmla="*/ 78829 h 95994"/>
                      <a:gd name="connsiteX11" fmla="*/ 46560 w 63867"/>
                      <a:gd name="connsiteY11" fmla="*/ 82220 h 95994"/>
                      <a:gd name="connsiteX12" fmla="*/ 37046 w 63867"/>
                      <a:gd name="connsiteY12" fmla="*/ 83410 h 95994"/>
                      <a:gd name="connsiteX13" fmla="*/ 18115 w 63867"/>
                      <a:gd name="connsiteY13" fmla="*/ 75042 h 95994"/>
                      <a:gd name="connsiteX14" fmla="*/ 10662 w 63867"/>
                      <a:gd name="connsiteY14" fmla="*/ 49760 h 95994"/>
                      <a:gd name="connsiteX15" fmla="*/ 19820 w 63867"/>
                      <a:gd name="connsiteY15" fmla="*/ 58028 h 95994"/>
                      <a:gd name="connsiteX16" fmla="*/ 31971 w 63867"/>
                      <a:gd name="connsiteY16" fmla="*/ 60904 h 95994"/>
                      <a:gd name="connsiteX17" fmla="*/ 53994 w 63867"/>
                      <a:gd name="connsiteY17" fmla="*/ 52436 h 95994"/>
                      <a:gd name="connsiteX18" fmla="*/ 62081 w 63867"/>
                      <a:gd name="connsiteY18" fmla="*/ 29434 h 95994"/>
                      <a:gd name="connsiteX19" fmla="*/ 53657 w 63867"/>
                      <a:gd name="connsiteY19" fmla="*/ 6551 h 95994"/>
                      <a:gd name="connsiteX20" fmla="*/ 31238 w 63867"/>
                      <a:gd name="connsiteY20" fmla="*/ -2055 h 95994"/>
                      <a:gd name="connsiteX21" fmla="*/ 6698 w 63867"/>
                      <a:gd name="connsiteY21" fmla="*/ 10240 h 95994"/>
                      <a:gd name="connsiteX22" fmla="*/ -1786 w 63867"/>
                      <a:gd name="connsiteY22" fmla="*/ 45913 h 95994"/>
                      <a:gd name="connsiteX23" fmla="*/ 8621 w 63867"/>
                      <a:gd name="connsiteY23" fmla="*/ 80892 h 95994"/>
                      <a:gd name="connsiteX24" fmla="*/ 36550 w 63867"/>
                      <a:gd name="connsiteY24" fmla="*/ 93939 h 95994"/>
                      <a:gd name="connsiteX25" fmla="*/ 46065 w 63867"/>
                      <a:gd name="connsiteY25" fmla="*/ 93007 h 95994"/>
                      <a:gd name="connsiteX26" fmla="*/ 56075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238" y="50989"/>
                        </a:moveTo>
                        <a:cubicBezTo>
                          <a:pt x="25621" y="50989"/>
                          <a:pt x="21168" y="49065"/>
                          <a:pt x="17878" y="45219"/>
                        </a:cubicBezTo>
                        <a:cubicBezTo>
                          <a:pt x="14600" y="41385"/>
                          <a:pt x="12962" y="36123"/>
                          <a:pt x="12962" y="29434"/>
                        </a:cubicBezTo>
                        <a:cubicBezTo>
                          <a:pt x="12962" y="22785"/>
                          <a:pt x="14600" y="17524"/>
                          <a:pt x="17878" y="13650"/>
                        </a:cubicBezTo>
                        <a:cubicBezTo>
                          <a:pt x="21168" y="9790"/>
                          <a:pt x="25621" y="7860"/>
                          <a:pt x="31238" y="7860"/>
                        </a:cubicBezTo>
                        <a:cubicBezTo>
                          <a:pt x="36854" y="7860"/>
                          <a:pt x="41301" y="9790"/>
                          <a:pt x="44578" y="13650"/>
                        </a:cubicBezTo>
                        <a:cubicBezTo>
                          <a:pt x="47855" y="17524"/>
                          <a:pt x="49494" y="22785"/>
                          <a:pt x="49494" y="29434"/>
                        </a:cubicBezTo>
                        <a:cubicBezTo>
                          <a:pt x="49494" y="36123"/>
                          <a:pt x="47855" y="41385"/>
                          <a:pt x="44578" y="45219"/>
                        </a:cubicBezTo>
                        <a:cubicBezTo>
                          <a:pt x="41301" y="49065"/>
                          <a:pt x="36854" y="50989"/>
                          <a:pt x="31238" y="50989"/>
                        </a:cubicBezTo>
                        <a:close/>
                        <a:moveTo>
                          <a:pt x="56075" y="90231"/>
                        </a:moveTo>
                        <a:lnTo>
                          <a:pt x="56075" y="78829"/>
                        </a:lnTo>
                        <a:cubicBezTo>
                          <a:pt x="52930" y="80310"/>
                          <a:pt x="49758" y="81440"/>
                          <a:pt x="46560" y="82220"/>
                        </a:cubicBezTo>
                        <a:cubicBezTo>
                          <a:pt x="43362" y="83013"/>
                          <a:pt x="40191" y="83410"/>
                          <a:pt x="37046" y="83410"/>
                        </a:cubicBezTo>
                        <a:cubicBezTo>
                          <a:pt x="28786" y="83410"/>
                          <a:pt x="22476" y="80621"/>
                          <a:pt x="18115" y="75042"/>
                        </a:cubicBezTo>
                        <a:cubicBezTo>
                          <a:pt x="13768" y="69463"/>
                          <a:pt x="11283" y="61036"/>
                          <a:pt x="10662" y="49760"/>
                        </a:cubicBezTo>
                        <a:cubicBezTo>
                          <a:pt x="13094" y="53355"/>
                          <a:pt x="16146" y="56112"/>
                          <a:pt x="19820" y="58028"/>
                        </a:cubicBezTo>
                        <a:cubicBezTo>
                          <a:pt x="23507" y="59945"/>
                          <a:pt x="27557" y="60904"/>
                          <a:pt x="31971" y="60904"/>
                        </a:cubicBezTo>
                        <a:cubicBezTo>
                          <a:pt x="41261" y="60904"/>
                          <a:pt x="48602" y="58081"/>
                          <a:pt x="53994" y="52436"/>
                        </a:cubicBezTo>
                        <a:cubicBezTo>
                          <a:pt x="59385" y="46805"/>
                          <a:pt x="62081" y="39138"/>
                          <a:pt x="62081" y="29434"/>
                        </a:cubicBezTo>
                        <a:cubicBezTo>
                          <a:pt x="62081" y="19929"/>
                          <a:pt x="59273" y="12302"/>
                          <a:pt x="53657" y="6551"/>
                        </a:cubicBezTo>
                        <a:cubicBezTo>
                          <a:pt x="48040" y="814"/>
                          <a:pt x="40567" y="-2055"/>
                          <a:pt x="31238" y="-2055"/>
                        </a:cubicBezTo>
                        <a:cubicBezTo>
                          <a:pt x="20534" y="-2055"/>
                          <a:pt x="12354" y="2043"/>
                          <a:pt x="6698" y="10240"/>
                        </a:cubicBezTo>
                        <a:cubicBezTo>
                          <a:pt x="1042" y="18449"/>
                          <a:pt x="-1786" y="30340"/>
                          <a:pt x="-1786" y="45913"/>
                        </a:cubicBezTo>
                        <a:cubicBezTo>
                          <a:pt x="-1786" y="60534"/>
                          <a:pt x="1683" y="72193"/>
                          <a:pt x="8621" y="80892"/>
                        </a:cubicBezTo>
                        <a:cubicBezTo>
                          <a:pt x="15558" y="89590"/>
                          <a:pt x="24868" y="93939"/>
                          <a:pt x="36550" y="93939"/>
                        </a:cubicBezTo>
                        <a:cubicBezTo>
                          <a:pt x="39695" y="93939"/>
                          <a:pt x="42867" y="93629"/>
                          <a:pt x="46065" y="93007"/>
                        </a:cubicBezTo>
                        <a:cubicBezTo>
                          <a:pt x="49263" y="92386"/>
                          <a:pt x="52599" y="91461"/>
                          <a:pt x="56075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95" name="Freeform: Shape 294">
                    <a:extLst>
                      <a:ext uri="{FF2B5EF4-FFF2-40B4-BE49-F238E27FC236}">
                        <a16:creationId xmlns:a16="http://schemas.microsoft.com/office/drawing/2014/main" id="{0ED6DBF4-D64C-77DE-6A94-6A2A3D93D650}"/>
                      </a:ext>
                    </a:extLst>
                  </p:cNvPr>
                  <p:cNvSpPr/>
                  <p:nvPr/>
                </p:nvSpPr>
                <p:spPr>
                  <a:xfrm flipV="1">
                    <a:off x="6669572" y="4672504"/>
                    <a:ext cx="63926" cy="95994"/>
                  </a:xfrm>
                  <a:custGeom>
                    <a:avLst/>
                    <a:gdLst>
                      <a:gd name="connsiteX0" fmla="*/ 30197 w 63926"/>
                      <a:gd name="connsiteY0" fmla="*/ 84025 h 95994"/>
                      <a:gd name="connsiteX1" fmla="*/ 15667 w 63926"/>
                      <a:gd name="connsiteY1" fmla="*/ 74507 h 95994"/>
                      <a:gd name="connsiteX2" fmla="*/ 10811 w 63926"/>
                      <a:gd name="connsiteY2" fmla="*/ 45913 h 95994"/>
                      <a:gd name="connsiteX3" fmla="*/ 15667 w 63926"/>
                      <a:gd name="connsiteY3" fmla="*/ 17378 h 95994"/>
                      <a:gd name="connsiteX4" fmla="*/ 30197 w 63926"/>
                      <a:gd name="connsiteY4" fmla="*/ 7860 h 95994"/>
                      <a:gd name="connsiteX5" fmla="*/ 44786 w 63926"/>
                      <a:gd name="connsiteY5" fmla="*/ 17378 h 95994"/>
                      <a:gd name="connsiteX6" fmla="*/ 49663 w 63926"/>
                      <a:gd name="connsiteY6" fmla="*/ 45913 h 95994"/>
                      <a:gd name="connsiteX7" fmla="*/ 44786 w 63926"/>
                      <a:gd name="connsiteY7" fmla="*/ 74507 h 95994"/>
                      <a:gd name="connsiteX8" fmla="*/ 30197 w 63926"/>
                      <a:gd name="connsiteY8" fmla="*/ 84025 h 95994"/>
                      <a:gd name="connsiteX9" fmla="*/ 30197 w 63926"/>
                      <a:gd name="connsiteY9" fmla="*/ 93939 h 95994"/>
                      <a:gd name="connsiteX10" fmla="*/ 53964 w 63926"/>
                      <a:gd name="connsiteY10" fmla="*/ 81625 h 95994"/>
                      <a:gd name="connsiteX11" fmla="*/ 62170 w 63926"/>
                      <a:gd name="connsiteY11" fmla="*/ 45913 h 95994"/>
                      <a:gd name="connsiteX12" fmla="*/ 53964 w 63926"/>
                      <a:gd name="connsiteY12" fmla="*/ 10240 h 95994"/>
                      <a:gd name="connsiteX13" fmla="*/ 30197 w 63926"/>
                      <a:gd name="connsiteY13" fmla="*/ -2055 h 95994"/>
                      <a:gd name="connsiteX14" fmla="*/ 6450 w 63926"/>
                      <a:gd name="connsiteY14" fmla="*/ 10240 h 95994"/>
                      <a:gd name="connsiteX15" fmla="*/ -1756 w 63926"/>
                      <a:gd name="connsiteY15" fmla="*/ 45913 h 95994"/>
                      <a:gd name="connsiteX16" fmla="*/ 6450 w 63926"/>
                      <a:gd name="connsiteY16" fmla="*/ 81625 h 95994"/>
                      <a:gd name="connsiteX17" fmla="*/ 3019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97" y="84025"/>
                        </a:moveTo>
                        <a:cubicBezTo>
                          <a:pt x="23762" y="84025"/>
                          <a:pt x="18918" y="80852"/>
                          <a:pt x="15667" y="74507"/>
                        </a:cubicBezTo>
                        <a:cubicBezTo>
                          <a:pt x="12430" y="68174"/>
                          <a:pt x="10811" y="58643"/>
                          <a:pt x="10811" y="45913"/>
                        </a:cubicBezTo>
                        <a:cubicBezTo>
                          <a:pt x="10811" y="33235"/>
                          <a:pt x="12430" y="23724"/>
                          <a:pt x="15667" y="17378"/>
                        </a:cubicBezTo>
                        <a:cubicBezTo>
                          <a:pt x="18918" y="11033"/>
                          <a:pt x="23762" y="7860"/>
                          <a:pt x="30197" y="7860"/>
                        </a:cubicBezTo>
                        <a:cubicBezTo>
                          <a:pt x="36686" y="7860"/>
                          <a:pt x="41549" y="11033"/>
                          <a:pt x="44786" y="17378"/>
                        </a:cubicBezTo>
                        <a:cubicBezTo>
                          <a:pt x="48037" y="23724"/>
                          <a:pt x="49663" y="33235"/>
                          <a:pt x="49663" y="45913"/>
                        </a:cubicBezTo>
                        <a:cubicBezTo>
                          <a:pt x="49663" y="58643"/>
                          <a:pt x="48037" y="68174"/>
                          <a:pt x="44786" y="74507"/>
                        </a:cubicBezTo>
                        <a:cubicBezTo>
                          <a:pt x="41549" y="80852"/>
                          <a:pt x="36686" y="84025"/>
                          <a:pt x="30197" y="84025"/>
                        </a:cubicBezTo>
                        <a:close/>
                        <a:moveTo>
                          <a:pt x="30197" y="93939"/>
                        </a:moveTo>
                        <a:cubicBezTo>
                          <a:pt x="40571" y="93939"/>
                          <a:pt x="48493" y="89835"/>
                          <a:pt x="53964" y="81625"/>
                        </a:cubicBezTo>
                        <a:cubicBezTo>
                          <a:pt x="59435" y="73429"/>
                          <a:pt x="62170" y="61525"/>
                          <a:pt x="62170" y="45913"/>
                        </a:cubicBezTo>
                        <a:cubicBezTo>
                          <a:pt x="62170" y="30340"/>
                          <a:pt x="59435" y="18449"/>
                          <a:pt x="53964" y="10240"/>
                        </a:cubicBezTo>
                        <a:cubicBezTo>
                          <a:pt x="48493" y="2043"/>
                          <a:pt x="40571" y="-2055"/>
                          <a:pt x="30197" y="-2055"/>
                        </a:cubicBezTo>
                        <a:cubicBezTo>
                          <a:pt x="19837" y="-2055"/>
                          <a:pt x="11921" y="2043"/>
                          <a:pt x="6450" y="10240"/>
                        </a:cubicBezTo>
                        <a:cubicBezTo>
                          <a:pt x="979" y="18449"/>
                          <a:pt x="-1756" y="30340"/>
                          <a:pt x="-1756" y="45913"/>
                        </a:cubicBezTo>
                        <a:cubicBezTo>
                          <a:pt x="-1756" y="61525"/>
                          <a:pt x="979" y="73429"/>
                          <a:pt x="6450" y="81625"/>
                        </a:cubicBezTo>
                        <a:cubicBezTo>
                          <a:pt x="11921" y="89835"/>
                          <a:pt x="19837" y="93939"/>
                          <a:pt x="3019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29" name="Graphic 245">
                <a:extLst>
                  <a:ext uri="{FF2B5EF4-FFF2-40B4-BE49-F238E27FC236}">
                    <a16:creationId xmlns:a16="http://schemas.microsoft.com/office/drawing/2014/main" id="{D70ADDD8-5E00-979B-F029-8C2021CE7D26}"/>
                  </a:ext>
                </a:extLst>
              </p:cNvPr>
              <p:cNvGrpSpPr/>
              <p:nvPr/>
            </p:nvGrpSpPr>
            <p:grpSpPr>
              <a:xfrm>
                <a:off x="7415673" y="4581427"/>
                <a:ext cx="223926" cy="187070"/>
                <a:chOff x="7415673" y="4581427"/>
                <a:chExt cx="223926" cy="187070"/>
              </a:xfrm>
              <a:solidFill>
                <a:srgbClr val="000000"/>
              </a:solidFill>
            </p:grpSpPr>
            <p:sp>
              <p:nvSpPr>
                <p:cNvPr id="238" name="Freeform: Shape 237">
                  <a:extLst>
                    <a:ext uri="{FF2B5EF4-FFF2-40B4-BE49-F238E27FC236}">
                      <a16:creationId xmlns:a16="http://schemas.microsoft.com/office/drawing/2014/main" id="{82ADD822-D542-FE26-7C59-E1691B80C85A}"/>
                    </a:ext>
                  </a:extLst>
                </p:cNvPr>
                <p:cNvSpPr/>
                <p:nvPr/>
              </p:nvSpPr>
              <p:spPr>
                <a:xfrm>
                  <a:off x="7526955" y="4581427"/>
                  <a:ext cx="12686" cy="44417"/>
                </a:xfrm>
                <a:custGeom>
                  <a:avLst/>
                  <a:gdLst>
                    <a:gd name="connsiteX0" fmla="*/ 343 w 12686"/>
                    <a:gd name="connsiteY0" fmla="*/ 264 h 44417"/>
                    <a:gd name="connsiteX1" fmla="*/ 343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43" y="264"/>
                      </a:moveTo>
                      <a:lnTo>
                        <a:pt x="343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39" name="Graphic 245">
                  <a:extLst>
                    <a:ext uri="{FF2B5EF4-FFF2-40B4-BE49-F238E27FC236}">
                      <a16:creationId xmlns:a16="http://schemas.microsoft.com/office/drawing/2014/main" id="{80C73537-5D50-FADE-4EA9-439A26571121}"/>
                    </a:ext>
                  </a:extLst>
                </p:cNvPr>
                <p:cNvGrpSpPr/>
                <p:nvPr/>
              </p:nvGrpSpPr>
              <p:grpSpPr>
                <a:xfrm>
                  <a:off x="7415673" y="4672504"/>
                  <a:ext cx="223926" cy="95994"/>
                  <a:chOff x="7415673" y="46725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40" name="Freeform: Shape 239">
                    <a:extLst>
                      <a:ext uri="{FF2B5EF4-FFF2-40B4-BE49-F238E27FC236}">
                        <a16:creationId xmlns:a16="http://schemas.microsoft.com/office/drawing/2014/main" id="{595041CB-5561-B331-C369-945B773D5461}"/>
                      </a:ext>
                    </a:extLst>
                  </p:cNvPr>
                  <p:cNvSpPr/>
                  <p:nvPr/>
                </p:nvSpPr>
                <p:spPr>
                  <a:xfrm flipV="1">
                    <a:off x="7415673" y="4674169"/>
                    <a:ext cx="59843" cy="94328"/>
                  </a:xfrm>
                  <a:custGeom>
                    <a:avLst/>
                    <a:gdLst>
                      <a:gd name="connsiteX0" fmla="*/ 2238 w 59843"/>
                      <a:gd name="connsiteY0" fmla="*/ 92316 h 94328"/>
                      <a:gd name="connsiteX1" fmla="*/ 51358 w 59843"/>
                      <a:gd name="connsiteY1" fmla="*/ 92316 h 94328"/>
                      <a:gd name="connsiteX2" fmla="*/ 51358 w 59843"/>
                      <a:gd name="connsiteY2" fmla="*/ 81767 h 94328"/>
                      <a:gd name="connsiteX3" fmla="*/ 13696 w 59843"/>
                      <a:gd name="connsiteY3" fmla="*/ 81767 h 94328"/>
                      <a:gd name="connsiteX4" fmla="*/ 13696 w 59843"/>
                      <a:gd name="connsiteY4" fmla="*/ 59102 h 94328"/>
                      <a:gd name="connsiteX5" fmla="*/ 19127 w 59843"/>
                      <a:gd name="connsiteY5" fmla="*/ 60490 h 94328"/>
                      <a:gd name="connsiteX6" fmla="*/ 24598 w 59843"/>
                      <a:gd name="connsiteY6" fmla="*/ 60946 h 94328"/>
                      <a:gd name="connsiteX7" fmla="*/ 49118 w 59843"/>
                      <a:gd name="connsiteY7" fmla="*/ 52459 h 94328"/>
                      <a:gd name="connsiteX8" fmla="*/ 58177 w 59843"/>
                      <a:gd name="connsiteY8" fmla="*/ 29476 h 94328"/>
                      <a:gd name="connsiteX9" fmla="*/ 48880 w 59843"/>
                      <a:gd name="connsiteY9" fmla="*/ 6256 h 94328"/>
                      <a:gd name="connsiteX10" fmla="*/ 22675 w 59843"/>
                      <a:gd name="connsiteY10" fmla="*/ -2013 h 94328"/>
                      <a:gd name="connsiteX11" fmla="*/ 10802 w 59843"/>
                      <a:gd name="connsiteY11" fmla="*/ -1021 h 94328"/>
                      <a:gd name="connsiteX12" fmla="*/ -1667 w 59843"/>
                      <a:gd name="connsiteY12" fmla="*/ 1953 h 94328"/>
                      <a:gd name="connsiteX13" fmla="*/ -1667 w 59843"/>
                      <a:gd name="connsiteY13" fmla="*/ 14545 h 94328"/>
                      <a:gd name="connsiteX14" fmla="*/ 9850 w 59843"/>
                      <a:gd name="connsiteY14" fmla="*/ 10024 h 94328"/>
                      <a:gd name="connsiteX15" fmla="*/ 22417 w 59843"/>
                      <a:gd name="connsiteY15" fmla="*/ 8537 h 94328"/>
                      <a:gd name="connsiteX16" fmla="*/ 39385 w 59843"/>
                      <a:gd name="connsiteY16" fmla="*/ 14168 h 94328"/>
                      <a:gd name="connsiteX17" fmla="*/ 45649 w 59843"/>
                      <a:gd name="connsiteY17" fmla="*/ 29476 h 94328"/>
                      <a:gd name="connsiteX18" fmla="*/ 39385 w 59843"/>
                      <a:gd name="connsiteY18" fmla="*/ 44765 h 94328"/>
                      <a:gd name="connsiteX19" fmla="*/ 22417 w 59843"/>
                      <a:gd name="connsiteY19" fmla="*/ 50416 h 94328"/>
                      <a:gd name="connsiteX20" fmla="*/ 12407 w 59843"/>
                      <a:gd name="connsiteY20" fmla="*/ 49306 h 94328"/>
                      <a:gd name="connsiteX21" fmla="*/ 2238 w 59843"/>
                      <a:gd name="connsiteY21" fmla="*/ 45836 h 94328"/>
                      <a:gd name="connsiteX22" fmla="*/ 2238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38" y="92316"/>
                        </a:moveTo>
                        <a:lnTo>
                          <a:pt x="51358" y="92316"/>
                        </a:lnTo>
                        <a:lnTo>
                          <a:pt x="51358" y="81767"/>
                        </a:lnTo>
                        <a:lnTo>
                          <a:pt x="13696" y="81767"/>
                        </a:lnTo>
                        <a:lnTo>
                          <a:pt x="13696" y="59102"/>
                        </a:lnTo>
                        <a:cubicBezTo>
                          <a:pt x="15506" y="59723"/>
                          <a:pt x="17316" y="60186"/>
                          <a:pt x="19127" y="60490"/>
                        </a:cubicBezTo>
                        <a:cubicBezTo>
                          <a:pt x="20951" y="60794"/>
                          <a:pt x="22774" y="60946"/>
                          <a:pt x="24598" y="60946"/>
                        </a:cubicBezTo>
                        <a:cubicBezTo>
                          <a:pt x="34919" y="60946"/>
                          <a:pt x="43092" y="58117"/>
                          <a:pt x="49118" y="52459"/>
                        </a:cubicBezTo>
                        <a:cubicBezTo>
                          <a:pt x="55157" y="46801"/>
                          <a:pt x="58177" y="39140"/>
                          <a:pt x="58177" y="29476"/>
                        </a:cubicBezTo>
                        <a:cubicBezTo>
                          <a:pt x="58177" y="19522"/>
                          <a:pt x="55078" y="11782"/>
                          <a:pt x="48880" y="6256"/>
                        </a:cubicBezTo>
                        <a:cubicBezTo>
                          <a:pt x="42682" y="744"/>
                          <a:pt x="33947" y="-2013"/>
                          <a:pt x="22675" y="-2013"/>
                        </a:cubicBezTo>
                        <a:cubicBezTo>
                          <a:pt x="18790" y="-2013"/>
                          <a:pt x="14832" y="-1682"/>
                          <a:pt x="10802" y="-1021"/>
                        </a:cubicBezTo>
                        <a:cubicBezTo>
                          <a:pt x="6784" y="-360"/>
                          <a:pt x="2628" y="631"/>
                          <a:pt x="-1667" y="1953"/>
                        </a:cubicBezTo>
                        <a:lnTo>
                          <a:pt x="-1667" y="14545"/>
                        </a:lnTo>
                        <a:cubicBezTo>
                          <a:pt x="2047" y="12522"/>
                          <a:pt x="5886" y="11015"/>
                          <a:pt x="9850" y="10024"/>
                        </a:cubicBezTo>
                        <a:cubicBezTo>
                          <a:pt x="13815" y="9032"/>
                          <a:pt x="18004" y="8537"/>
                          <a:pt x="22417" y="8537"/>
                        </a:cubicBezTo>
                        <a:cubicBezTo>
                          <a:pt x="29567" y="8537"/>
                          <a:pt x="35223" y="10414"/>
                          <a:pt x="39385" y="14168"/>
                        </a:cubicBezTo>
                        <a:cubicBezTo>
                          <a:pt x="43561" y="17923"/>
                          <a:pt x="45649" y="23025"/>
                          <a:pt x="45649" y="29476"/>
                        </a:cubicBezTo>
                        <a:cubicBezTo>
                          <a:pt x="45649" y="35914"/>
                          <a:pt x="43561" y="41011"/>
                          <a:pt x="39385" y="44765"/>
                        </a:cubicBezTo>
                        <a:cubicBezTo>
                          <a:pt x="35223" y="48533"/>
                          <a:pt x="29567" y="50416"/>
                          <a:pt x="22417" y="50416"/>
                        </a:cubicBezTo>
                        <a:cubicBezTo>
                          <a:pt x="19074" y="50416"/>
                          <a:pt x="15737" y="50046"/>
                          <a:pt x="12407" y="49306"/>
                        </a:cubicBezTo>
                        <a:cubicBezTo>
                          <a:pt x="9090" y="48566"/>
                          <a:pt x="5701" y="47409"/>
                          <a:pt x="2238" y="45836"/>
                        </a:cubicBezTo>
                        <a:lnTo>
                          <a:pt x="2238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45" name="Freeform: Shape 244">
                    <a:extLst>
                      <a:ext uri="{FF2B5EF4-FFF2-40B4-BE49-F238E27FC236}">
                        <a16:creationId xmlns:a16="http://schemas.microsoft.com/office/drawing/2014/main" id="{98FDEA63-D2B9-FD2D-AC65-6C49A1C87152}"/>
                      </a:ext>
                    </a:extLst>
                  </p:cNvPr>
                  <p:cNvSpPr/>
                  <p:nvPr/>
                </p:nvSpPr>
                <p:spPr>
                  <a:xfrm flipV="1">
                    <a:off x="7495197" y="4672504"/>
                    <a:ext cx="63431" cy="95994"/>
                  </a:xfrm>
                  <a:custGeom>
                    <a:avLst/>
                    <a:gdLst>
                      <a:gd name="connsiteX0" fmla="*/ 30025 w 63431"/>
                      <a:gd name="connsiteY0" fmla="*/ 43692 h 95994"/>
                      <a:gd name="connsiteX1" fmla="*/ 15991 w 63431"/>
                      <a:gd name="connsiteY1" fmla="*/ 38913 h 95994"/>
                      <a:gd name="connsiteX2" fmla="*/ 10896 w 63431"/>
                      <a:gd name="connsiteY2" fmla="*/ 25786 h 95994"/>
                      <a:gd name="connsiteX3" fmla="*/ 15991 w 63431"/>
                      <a:gd name="connsiteY3" fmla="*/ 12639 h 95994"/>
                      <a:gd name="connsiteX4" fmla="*/ 30025 w 63431"/>
                      <a:gd name="connsiteY4" fmla="*/ 7860 h 95994"/>
                      <a:gd name="connsiteX5" fmla="*/ 44079 w 63431"/>
                      <a:gd name="connsiteY5" fmla="*/ 12659 h 95994"/>
                      <a:gd name="connsiteX6" fmla="*/ 49233 w 63431"/>
                      <a:gd name="connsiteY6" fmla="*/ 25786 h 95994"/>
                      <a:gd name="connsiteX7" fmla="*/ 44118 w 63431"/>
                      <a:gd name="connsiteY7" fmla="*/ 38913 h 95994"/>
                      <a:gd name="connsiteX8" fmla="*/ 30025 w 63431"/>
                      <a:gd name="connsiteY8" fmla="*/ 43692 h 95994"/>
                      <a:gd name="connsiteX9" fmla="*/ 17517 w 63431"/>
                      <a:gd name="connsiteY9" fmla="*/ 49006 h 95994"/>
                      <a:gd name="connsiteX10" fmla="*/ 4970 w 63431"/>
                      <a:gd name="connsiteY10" fmla="*/ 56502 h 95994"/>
                      <a:gd name="connsiteX11" fmla="*/ 490 w 63431"/>
                      <a:gd name="connsiteY11" fmla="*/ 69966 h 95994"/>
                      <a:gd name="connsiteX12" fmla="*/ 8379 w 63431"/>
                      <a:gd name="connsiteY12" fmla="*/ 87495 h 95994"/>
                      <a:gd name="connsiteX13" fmla="*/ 30025 w 63431"/>
                      <a:gd name="connsiteY13" fmla="*/ 93939 h 95994"/>
                      <a:gd name="connsiteX14" fmla="*/ 51710 w 63431"/>
                      <a:gd name="connsiteY14" fmla="*/ 87495 h 95994"/>
                      <a:gd name="connsiteX15" fmla="*/ 59580 w 63431"/>
                      <a:gd name="connsiteY15" fmla="*/ 69966 h 95994"/>
                      <a:gd name="connsiteX16" fmla="*/ 55080 w 63431"/>
                      <a:gd name="connsiteY16" fmla="*/ 56502 h 95994"/>
                      <a:gd name="connsiteX17" fmla="*/ 42612 w 63431"/>
                      <a:gd name="connsiteY17" fmla="*/ 49006 h 95994"/>
                      <a:gd name="connsiteX18" fmla="*/ 56686 w 63431"/>
                      <a:gd name="connsiteY18" fmla="*/ 40757 h 95994"/>
                      <a:gd name="connsiteX19" fmla="*/ 61740 w 63431"/>
                      <a:gd name="connsiteY19" fmla="*/ 25786 h 95994"/>
                      <a:gd name="connsiteX20" fmla="*/ 53534 w 63431"/>
                      <a:gd name="connsiteY20" fmla="*/ 5124 h 95994"/>
                      <a:gd name="connsiteX21" fmla="*/ 30025 w 63431"/>
                      <a:gd name="connsiteY21" fmla="*/ -2055 h 95994"/>
                      <a:gd name="connsiteX22" fmla="*/ 6516 w 63431"/>
                      <a:gd name="connsiteY22" fmla="*/ 5124 h 95994"/>
                      <a:gd name="connsiteX23" fmla="*/ -1691 w 63431"/>
                      <a:gd name="connsiteY23" fmla="*/ 25786 h 95994"/>
                      <a:gd name="connsiteX24" fmla="*/ 3384 w 63431"/>
                      <a:gd name="connsiteY24" fmla="*/ 40757 h 95994"/>
                      <a:gd name="connsiteX25" fmla="*/ 17517 w 63431"/>
                      <a:gd name="connsiteY25" fmla="*/ 49006 h 95994"/>
                      <a:gd name="connsiteX26" fmla="*/ 12938 w 63431"/>
                      <a:gd name="connsiteY26" fmla="*/ 68776 h 95994"/>
                      <a:gd name="connsiteX27" fmla="*/ 17418 w 63431"/>
                      <a:gd name="connsiteY27" fmla="*/ 57572 h 95994"/>
                      <a:gd name="connsiteX28" fmla="*/ 30025 w 63431"/>
                      <a:gd name="connsiteY28" fmla="*/ 53547 h 95994"/>
                      <a:gd name="connsiteX29" fmla="*/ 42632 w 63431"/>
                      <a:gd name="connsiteY29" fmla="*/ 57572 h 95994"/>
                      <a:gd name="connsiteX30" fmla="*/ 47191 w 63431"/>
                      <a:gd name="connsiteY30" fmla="*/ 68776 h 95994"/>
                      <a:gd name="connsiteX31" fmla="*/ 42632 w 63431"/>
                      <a:gd name="connsiteY31" fmla="*/ 79999 h 95994"/>
                      <a:gd name="connsiteX32" fmla="*/ 30025 w 63431"/>
                      <a:gd name="connsiteY32" fmla="*/ 84025 h 95994"/>
                      <a:gd name="connsiteX33" fmla="*/ 17418 w 63431"/>
                      <a:gd name="connsiteY33" fmla="*/ 79999 h 95994"/>
                      <a:gd name="connsiteX34" fmla="*/ 12938 w 63431"/>
                      <a:gd name="connsiteY34" fmla="*/ 6877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30025" y="43692"/>
                        </a:moveTo>
                        <a:cubicBezTo>
                          <a:pt x="24078" y="43692"/>
                          <a:pt x="19400" y="42099"/>
                          <a:pt x="15991" y="38913"/>
                        </a:cubicBezTo>
                        <a:cubicBezTo>
                          <a:pt x="12595" y="35727"/>
                          <a:pt x="10896" y="31351"/>
                          <a:pt x="10896" y="25786"/>
                        </a:cubicBezTo>
                        <a:cubicBezTo>
                          <a:pt x="10896" y="20207"/>
                          <a:pt x="12595" y="15825"/>
                          <a:pt x="15991" y="12639"/>
                        </a:cubicBezTo>
                        <a:cubicBezTo>
                          <a:pt x="19400" y="9453"/>
                          <a:pt x="24078" y="7860"/>
                          <a:pt x="30025" y="7860"/>
                        </a:cubicBezTo>
                        <a:cubicBezTo>
                          <a:pt x="35972" y="7860"/>
                          <a:pt x="40656" y="9460"/>
                          <a:pt x="44079" y="12659"/>
                        </a:cubicBezTo>
                        <a:cubicBezTo>
                          <a:pt x="47515" y="15871"/>
                          <a:pt x="49233" y="20247"/>
                          <a:pt x="49233" y="25786"/>
                        </a:cubicBezTo>
                        <a:cubicBezTo>
                          <a:pt x="49233" y="31351"/>
                          <a:pt x="47528" y="35727"/>
                          <a:pt x="44118" y="38913"/>
                        </a:cubicBezTo>
                        <a:cubicBezTo>
                          <a:pt x="40722" y="42099"/>
                          <a:pt x="36024" y="43692"/>
                          <a:pt x="30025" y="43692"/>
                        </a:cubicBezTo>
                        <a:close/>
                        <a:moveTo>
                          <a:pt x="17517" y="49006"/>
                        </a:moveTo>
                        <a:cubicBezTo>
                          <a:pt x="12152" y="50328"/>
                          <a:pt x="7969" y="52826"/>
                          <a:pt x="4970" y="56502"/>
                        </a:cubicBezTo>
                        <a:cubicBezTo>
                          <a:pt x="1983" y="60190"/>
                          <a:pt x="490" y="64678"/>
                          <a:pt x="490" y="69966"/>
                        </a:cubicBezTo>
                        <a:cubicBezTo>
                          <a:pt x="490" y="77355"/>
                          <a:pt x="3119" y="83199"/>
                          <a:pt x="8379" y="87495"/>
                        </a:cubicBezTo>
                        <a:cubicBezTo>
                          <a:pt x="13652" y="91791"/>
                          <a:pt x="20867" y="93939"/>
                          <a:pt x="30025" y="93939"/>
                        </a:cubicBezTo>
                        <a:cubicBezTo>
                          <a:pt x="39236" y="93939"/>
                          <a:pt x="46464" y="91791"/>
                          <a:pt x="51710" y="87495"/>
                        </a:cubicBezTo>
                        <a:cubicBezTo>
                          <a:pt x="56957" y="83199"/>
                          <a:pt x="59580" y="77355"/>
                          <a:pt x="59580" y="69966"/>
                        </a:cubicBezTo>
                        <a:cubicBezTo>
                          <a:pt x="59580" y="64678"/>
                          <a:pt x="58080" y="60190"/>
                          <a:pt x="55080" y="56502"/>
                        </a:cubicBezTo>
                        <a:cubicBezTo>
                          <a:pt x="52094" y="52826"/>
                          <a:pt x="47938" y="50328"/>
                          <a:pt x="42612" y="49006"/>
                        </a:cubicBezTo>
                        <a:cubicBezTo>
                          <a:pt x="48638" y="47605"/>
                          <a:pt x="53329" y="44855"/>
                          <a:pt x="56686" y="40757"/>
                        </a:cubicBezTo>
                        <a:cubicBezTo>
                          <a:pt x="60056" y="36672"/>
                          <a:pt x="61740" y="31682"/>
                          <a:pt x="61740" y="25786"/>
                        </a:cubicBezTo>
                        <a:cubicBezTo>
                          <a:pt x="61740" y="16810"/>
                          <a:pt x="59005" y="9922"/>
                          <a:pt x="53534" y="5124"/>
                        </a:cubicBezTo>
                        <a:cubicBezTo>
                          <a:pt x="48063" y="338"/>
                          <a:pt x="40227" y="-2055"/>
                          <a:pt x="30025" y="-2055"/>
                        </a:cubicBezTo>
                        <a:cubicBezTo>
                          <a:pt x="19836" y="-2055"/>
                          <a:pt x="12000" y="338"/>
                          <a:pt x="6516" y="5124"/>
                        </a:cubicBezTo>
                        <a:cubicBezTo>
                          <a:pt x="1045" y="9922"/>
                          <a:pt x="-1691" y="16810"/>
                          <a:pt x="-1691" y="25786"/>
                        </a:cubicBezTo>
                        <a:cubicBezTo>
                          <a:pt x="-1691" y="31682"/>
                          <a:pt x="1" y="36672"/>
                          <a:pt x="3384" y="40757"/>
                        </a:cubicBezTo>
                        <a:cubicBezTo>
                          <a:pt x="6780" y="44855"/>
                          <a:pt x="11491" y="47605"/>
                          <a:pt x="17517" y="49006"/>
                        </a:cubicBezTo>
                        <a:close/>
                        <a:moveTo>
                          <a:pt x="12938" y="68776"/>
                        </a:moveTo>
                        <a:cubicBezTo>
                          <a:pt x="12938" y="63990"/>
                          <a:pt x="14431" y="60256"/>
                          <a:pt x="17418" y="57572"/>
                        </a:cubicBezTo>
                        <a:cubicBezTo>
                          <a:pt x="20418" y="54889"/>
                          <a:pt x="24620" y="53547"/>
                          <a:pt x="30025" y="53547"/>
                        </a:cubicBezTo>
                        <a:cubicBezTo>
                          <a:pt x="35403" y="53547"/>
                          <a:pt x="39606" y="54889"/>
                          <a:pt x="42632" y="57572"/>
                        </a:cubicBezTo>
                        <a:cubicBezTo>
                          <a:pt x="45671" y="60256"/>
                          <a:pt x="47191" y="63990"/>
                          <a:pt x="47191" y="68776"/>
                        </a:cubicBezTo>
                        <a:cubicBezTo>
                          <a:pt x="47191" y="73575"/>
                          <a:pt x="45671" y="77316"/>
                          <a:pt x="42632" y="79999"/>
                        </a:cubicBezTo>
                        <a:cubicBezTo>
                          <a:pt x="39606" y="82683"/>
                          <a:pt x="35403" y="84025"/>
                          <a:pt x="30025" y="84025"/>
                        </a:cubicBezTo>
                        <a:cubicBezTo>
                          <a:pt x="24620" y="84025"/>
                          <a:pt x="20418" y="82683"/>
                          <a:pt x="17418" y="79999"/>
                        </a:cubicBezTo>
                        <a:cubicBezTo>
                          <a:pt x="14431" y="77316"/>
                          <a:pt x="12938" y="73575"/>
                          <a:pt x="12938" y="687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46" name="Freeform: Shape 245">
                    <a:extLst>
                      <a:ext uri="{FF2B5EF4-FFF2-40B4-BE49-F238E27FC236}">
                        <a16:creationId xmlns:a16="http://schemas.microsoft.com/office/drawing/2014/main" id="{7348A01F-91CC-EE19-ED68-4D41DE395588}"/>
                      </a:ext>
                    </a:extLst>
                  </p:cNvPr>
                  <p:cNvSpPr/>
                  <p:nvPr/>
                </p:nvSpPr>
                <p:spPr>
                  <a:xfrm flipV="1">
                    <a:off x="7575673" y="4672504"/>
                    <a:ext cx="63926" cy="95994"/>
                  </a:xfrm>
                  <a:custGeom>
                    <a:avLst/>
                    <a:gdLst>
                      <a:gd name="connsiteX0" fmla="*/ 30269 w 63926"/>
                      <a:gd name="connsiteY0" fmla="*/ 84025 h 95994"/>
                      <a:gd name="connsiteX1" fmla="*/ 15739 w 63926"/>
                      <a:gd name="connsiteY1" fmla="*/ 74507 h 95994"/>
                      <a:gd name="connsiteX2" fmla="*/ 10882 w 63926"/>
                      <a:gd name="connsiteY2" fmla="*/ 45913 h 95994"/>
                      <a:gd name="connsiteX3" fmla="*/ 15739 w 63926"/>
                      <a:gd name="connsiteY3" fmla="*/ 17378 h 95994"/>
                      <a:gd name="connsiteX4" fmla="*/ 30269 w 63926"/>
                      <a:gd name="connsiteY4" fmla="*/ 7860 h 95994"/>
                      <a:gd name="connsiteX5" fmla="*/ 44858 w 63926"/>
                      <a:gd name="connsiteY5" fmla="*/ 17378 h 95994"/>
                      <a:gd name="connsiteX6" fmla="*/ 49734 w 63926"/>
                      <a:gd name="connsiteY6" fmla="*/ 45913 h 95994"/>
                      <a:gd name="connsiteX7" fmla="*/ 44858 w 63926"/>
                      <a:gd name="connsiteY7" fmla="*/ 74507 h 95994"/>
                      <a:gd name="connsiteX8" fmla="*/ 30269 w 63926"/>
                      <a:gd name="connsiteY8" fmla="*/ 84025 h 95994"/>
                      <a:gd name="connsiteX9" fmla="*/ 30269 w 63926"/>
                      <a:gd name="connsiteY9" fmla="*/ 93939 h 95994"/>
                      <a:gd name="connsiteX10" fmla="*/ 54035 w 63926"/>
                      <a:gd name="connsiteY10" fmla="*/ 81625 h 95994"/>
                      <a:gd name="connsiteX11" fmla="*/ 62242 w 63926"/>
                      <a:gd name="connsiteY11" fmla="*/ 45913 h 95994"/>
                      <a:gd name="connsiteX12" fmla="*/ 54035 w 63926"/>
                      <a:gd name="connsiteY12" fmla="*/ 10240 h 95994"/>
                      <a:gd name="connsiteX13" fmla="*/ 30269 w 63926"/>
                      <a:gd name="connsiteY13" fmla="*/ -2055 h 95994"/>
                      <a:gd name="connsiteX14" fmla="*/ 6522 w 63926"/>
                      <a:gd name="connsiteY14" fmla="*/ 10240 h 95994"/>
                      <a:gd name="connsiteX15" fmla="*/ -1685 w 63926"/>
                      <a:gd name="connsiteY15" fmla="*/ 45913 h 95994"/>
                      <a:gd name="connsiteX16" fmla="*/ 6522 w 63926"/>
                      <a:gd name="connsiteY16" fmla="*/ 81625 h 95994"/>
                      <a:gd name="connsiteX17" fmla="*/ 30269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69" y="84025"/>
                        </a:moveTo>
                        <a:cubicBezTo>
                          <a:pt x="23833" y="84025"/>
                          <a:pt x="18990" y="80852"/>
                          <a:pt x="15739" y="74507"/>
                        </a:cubicBezTo>
                        <a:cubicBezTo>
                          <a:pt x="12501" y="68174"/>
                          <a:pt x="10882" y="58643"/>
                          <a:pt x="10882" y="45913"/>
                        </a:cubicBezTo>
                        <a:cubicBezTo>
                          <a:pt x="10882" y="33235"/>
                          <a:pt x="12501" y="23724"/>
                          <a:pt x="15739" y="17378"/>
                        </a:cubicBezTo>
                        <a:cubicBezTo>
                          <a:pt x="18990" y="11033"/>
                          <a:pt x="23833" y="7860"/>
                          <a:pt x="30269" y="7860"/>
                        </a:cubicBezTo>
                        <a:cubicBezTo>
                          <a:pt x="36757" y="7860"/>
                          <a:pt x="41620" y="11033"/>
                          <a:pt x="44858" y="17378"/>
                        </a:cubicBezTo>
                        <a:cubicBezTo>
                          <a:pt x="48109" y="23724"/>
                          <a:pt x="49734" y="33235"/>
                          <a:pt x="49734" y="45913"/>
                        </a:cubicBezTo>
                        <a:cubicBezTo>
                          <a:pt x="49734" y="58643"/>
                          <a:pt x="48109" y="68174"/>
                          <a:pt x="44858" y="74507"/>
                        </a:cubicBezTo>
                        <a:cubicBezTo>
                          <a:pt x="41620" y="80852"/>
                          <a:pt x="36757" y="84025"/>
                          <a:pt x="30269" y="84025"/>
                        </a:cubicBezTo>
                        <a:close/>
                        <a:moveTo>
                          <a:pt x="30269" y="93939"/>
                        </a:moveTo>
                        <a:cubicBezTo>
                          <a:pt x="40642" y="93939"/>
                          <a:pt x="48565" y="89835"/>
                          <a:pt x="54035" y="81625"/>
                        </a:cubicBezTo>
                        <a:cubicBezTo>
                          <a:pt x="59506" y="73429"/>
                          <a:pt x="62242" y="61525"/>
                          <a:pt x="62242" y="45913"/>
                        </a:cubicBezTo>
                        <a:cubicBezTo>
                          <a:pt x="62242" y="30340"/>
                          <a:pt x="59506" y="18449"/>
                          <a:pt x="54035" y="10240"/>
                        </a:cubicBezTo>
                        <a:cubicBezTo>
                          <a:pt x="48565" y="2043"/>
                          <a:pt x="40642" y="-2055"/>
                          <a:pt x="30269" y="-2055"/>
                        </a:cubicBezTo>
                        <a:cubicBezTo>
                          <a:pt x="19908" y="-2055"/>
                          <a:pt x="11992" y="2043"/>
                          <a:pt x="6522" y="10240"/>
                        </a:cubicBezTo>
                        <a:cubicBezTo>
                          <a:pt x="1051" y="18449"/>
                          <a:pt x="-1685" y="30340"/>
                          <a:pt x="-1685" y="45913"/>
                        </a:cubicBezTo>
                        <a:cubicBezTo>
                          <a:pt x="-1685" y="61525"/>
                          <a:pt x="1051" y="73429"/>
                          <a:pt x="6522" y="81625"/>
                        </a:cubicBezTo>
                        <a:cubicBezTo>
                          <a:pt x="11992" y="89835"/>
                          <a:pt x="19908" y="93939"/>
                          <a:pt x="30269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31" name="Graphic 245">
                <a:extLst>
                  <a:ext uri="{FF2B5EF4-FFF2-40B4-BE49-F238E27FC236}">
                    <a16:creationId xmlns:a16="http://schemas.microsoft.com/office/drawing/2014/main" id="{E1907A92-7B2C-2397-5D21-63A6A36AF38F}"/>
                  </a:ext>
                </a:extLst>
              </p:cNvPr>
              <p:cNvGrpSpPr/>
              <p:nvPr/>
            </p:nvGrpSpPr>
            <p:grpSpPr>
              <a:xfrm>
                <a:off x="8320842" y="4581427"/>
                <a:ext cx="224858" cy="187070"/>
                <a:chOff x="8320842" y="4581427"/>
                <a:chExt cx="224858" cy="187070"/>
              </a:xfrm>
              <a:solidFill>
                <a:srgbClr val="000000"/>
              </a:solidFill>
            </p:grpSpPr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D08BEB91-2C5B-B3EB-D0C8-77FB4039D925}"/>
                    </a:ext>
                  </a:extLst>
                </p:cNvPr>
                <p:cNvSpPr/>
                <p:nvPr/>
              </p:nvSpPr>
              <p:spPr>
                <a:xfrm>
                  <a:off x="8433056" y="4581427"/>
                  <a:ext cx="12686" cy="44417"/>
                </a:xfrm>
                <a:custGeom>
                  <a:avLst/>
                  <a:gdLst>
                    <a:gd name="connsiteX0" fmla="*/ 415 w 12686"/>
                    <a:gd name="connsiteY0" fmla="*/ 264 h 44417"/>
                    <a:gd name="connsiteX1" fmla="*/ 415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415" y="264"/>
                      </a:moveTo>
                      <a:lnTo>
                        <a:pt x="415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33" name="Graphic 245">
                  <a:extLst>
                    <a:ext uri="{FF2B5EF4-FFF2-40B4-BE49-F238E27FC236}">
                      <a16:creationId xmlns:a16="http://schemas.microsoft.com/office/drawing/2014/main" id="{4F4053A5-3E20-8598-D817-4555B8CF9812}"/>
                    </a:ext>
                  </a:extLst>
                </p:cNvPr>
                <p:cNvGrpSpPr/>
                <p:nvPr/>
              </p:nvGrpSpPr>
              <p:grpSpPr>
                <a:xfrm>
                  <a:off x="8320842" y="4672504"/>
                  <a:ext cx="224858" cy="95994"/>
                  <a:chOff x="8320842" y="4672504"/>
                  <a:chExt cx="224858" cy="95994"/>
                </a:xfrm>
                <a:solidFill>
                  <a:srgbClr val="000000"/>
                </a:solidFill>
              </p:grpSpPr>
              <p:sp>
                <p:nvSpPr>
                  <p:cNvPr id="234" name="Freeform: Shape 233">
                    <a:extLst>
                      <a:ext uri="{FF2B5EF4-FFF2-40B4-BE49-F238E27FC236}">
                        <a16:creationId xmlns:a16="http://schemas.microsoft.com/office/drawing/2014/main" id="{588B2FB7-3B56-9300-4492-8A5929E5AD60}"/>
                      </a:ext>
                    </a:extLst>
                  </p:cNvPr>
                  <p:cNvSpPr/>
                  <p:nvPr/>
                </p:nvSpPr>
                <p:spPr>
                  <a:xfrm flipV="1">
                    <a:off x="8320842" y="4672504"/>
                    <a:ext cx="63867" cy="95994"/>
                  </a:xfrm>
                  <a:custGeom>
                    <a:avLst/>
                    <a:gdLst>
                      <a:gd name="connsiteX0" fmla="*/ 31374 w 63867"/>
                      <a:gd name="connsiteY0" fmla="*/ 50989 h 95994"/>
                      <a:gd name="connsiteX1" fmla="*/ 18014 w 63867"/>
                      <a:gd name="connsiteY1" fmla="*/ 45219 h 95994"/>
                      <a:gd name="connsiteX2" fmla="*/ 13098 w 63867"/>
                      <a:gd name="connsiteY2" fmla="*/ 29434 h 95994"/>
                      <a:gd name="connsiteX3" fmla="*/ 18014 w 63867"/>
                      <a:gd name="connsiteY3" fmla="*/ 13650 h 95994"/>
                      <a:gd name="connsiteX4" fmla="*/ 31374 w 63867"/>
                      <a:gd name="connsiteY4" fmla="*/ 7860 h 95994"/>
                      <a:gd name="connsiteX5" fmla="*/ 44715 w 63867"/>
                      <a:gd name="connsiteY5" fmla="*/ 13650 h 95994"/>
                      <a:gd name="connsiteX6" fmla="*/ 49630 w 63867"/>
                      <a:gd name="connsiteY6" fmla="*/ 29434 h 95994"/>
                      <a:gd name="connsiteX7" fmla="*/ 44715 w 63867"/>
                      <a:gd name="connsiteY7" fmla="*/ 45219 h 95994"/>
                      <a:gd name="connsiteX8" fmla="*/ 31374 w 63867"/>
                      <a:gd name="connsiteY8" fmla="*/ 50989 h 95994"/>
                      <a:gd name="connsiteX9" fmla="*/ 56211 w 63867"/>
                      <a:gd name="connsiteY9" fmla="*/ 90231 h 95994"/>
                      <a:gd name="connsiteX10" fmla="*/ 56211 w 63867"/>
                      <a:gd name="connsiteY10" fmla="*/ 78829 h 95994"/>
                      <a:gd name="connsiteX11" fmla="*/ 46697 w 63867"/>
                      <a:gd name="connsiteY11" fmla="*/ 82220 h 95994"/>
                      <a:gd name="connsiteX12" fmla="*/ 37182 w 63867"/>
                      <a:gd name="connsiteY12" fmla="*/ 83410 h 95994"/>
                      <a:gd name="connsiteX13" fmla="*/ 18252 w 63867"/>
                      <a:gd name="connsiteY13" fmla="*/ 75042 h 95994"/>
                      <a:gd name="connsiteX14" fmla="*/ 10799 w 63867"/>
                      <a:gd name="connsiteY14" fmla="*/ 49760 h 95994"/>
                      <a:gd name="connsiteX15" fmla="*/ 19957 w 63867"/>
                      <a:gd name="connsiteY15" fmla="*/ 58028 h 95994"/>
                      <a:gd name="connsiteX16" fmla="*/ 32108 w 63867"/>
                      <a:gd name="connsiteY16" fmla="*/ 60904 h 95994"/>
                      <a:gd name="connsiteX17" fmla="*/ 54130 w 63867"/>
                      <a:gd name="connsiteY17" fmla="*/ 52436 h 95994"/>
                      <a:gd name="connsiteX18" fmla="*/ 62218 w 63867"/>
                      <a:gd name="connsiteY18" fmla="*/ 29434 h 95994"/>
                      <a:gd name="connsiteX19" fmla="*/ 53793 w 63867"/>
                      <a:gd name="connsiteY19" fmla="*/ 6551 h 95994"/>
                      <a:gd name="connsiteX20" fmla="*/ 31374 w 63867"/>
                      <a:gd name="connsiteY20" fmla="*/ -2055 h 95994"/>
                      <a:gd name="connsiteX21" fmla="*/ 6834 w 63867"/>
                      <a:gd name="connsiteY21" fmla="*/ 10240 h 95994"/>
                      <a:gd name="connsiteX22" fmla="*/ -1650 w 63867"/>
                      <a:gd name="connsiteY22" fmla="*/ 45913 h 95994"/>
                      <a:gd name="connsiteX23" fmla="*/ 8757 w 63867"/>
                      <a:gd name="connsiteY23" fmla="*/ 80892 h 95994"/>
                      <a:gd name="connsiteX24" fmla="*/ 36687 w 63867"/>
                      <a:gd name="connsiteY24" fmla="*/ 93939 h 95994"/>
                      <a:gd name="connsiteX25" fmla="*/ 46201 w 63867"/>
                      <a:gd name="connsiteY25" fmla="*/ 93007 h 95994"/>
                      <a:gd name="connsiteX26" fmla="*/ 56211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374" y="50989"/>
                        </a:moveTo>
                        <a:cubicBezTo>
                          <a:pt x="25758" y="50989"/>
                          <a:pt x="21305" y="49065"/>
                          <a:pt x="18014" y="45219"/>
                        </a:cubicBezTo>
                        <a:cubicBezTo>
                          <a:pt x="14737" y="41385"/>
                          <a:pt x="13098" y="36123"/>
                          <a:pt x="13098" y="29434"/>
                        </a:cubicBezTo>
                        <a:cubicBezTo>
                          <a:pt x="13098" y="22785"/>
                          <a:pt x="14737" y="17524"/>
                          <a:pt x="18014" y="13650"/>
                        </a:cubicBezTo>
                        <a:cubicBezTo>
                          <a:pt x="21305" y="9790"/>
                          <a:pt x="25758" y="7860"/>
                          <a:pt x="31374" y="7860"/>
                        </a:cubicBezTo>
                        <a:cubicBezTo>
                          <a:pt x="36991" y="7860"/>
                          <a:pt x="41437" y="9790"/>
                          <a:pt x="44715" y="13650"/>
                        </a:cubicBezTo>
                        <a:cubicBezTo>
                          <a:pt x="47992" y="17524"/>
                          <a:pt x="49630" y="22785"/>
                          <a:pt x="49630" y="29434"/>
                        </a:cubicBezTo>
                        <a:cubicBezTo>
                          <a:pt x="49630" y="36123"/>
                          <a:pt x="47992" y="41385"/>
                          <a:pt x="44715" y="45219"/>
                        </a:cubicBezTo>
                        <a:cubicBezTo>
                          <a:pt x="41437" y="49065"/>
                          <a:pt x="36991" y="50989"/>
                          <a:pt x="31374" y="50989"/>
                        </a:cubicBezTo>
                        <a:close/>
                        <a:moveTo>
                          <a:pt x="56211" y="90231"/>
                        </a:moveTo>
                        <a:lnTo>
                          <a:pt x="56211" y="78829"/>
                        </a:lnTo>
                        <a:cubicBezTo>
                          <a:pt x="53066" y="80310"/>
                          <a:pt x="49895" y="81440"/>
                          <a:pt x="46697" y="82220"/>
                        </a:cubicBezTo>
                        <a:cubicBezTo>
                          <a:pt x="43499" y="83013"/>
                          <a:pt x="40327" y="83410"/>
                          <a:pt x="37182" y="83410"/>
                        </a:cubicBezTo>
                        <a:cubicBezTo>
                          <a:pt x="28923" y="83410"/>
                          <a:pt x="22613" y="80621"/>
                          <a:pt x="18252" y="75042"/>
                        </a:cubicBezTo>
                        <a:cubicBezTo>
                          <a:pt x="13904" y="69463"/>
                          <a:pt x="11420" y="61036"/>
                          <a:pt x="10799" y="49760"/>
                        </a:cubicBezTo>
                        <a:cubicBezTo>
                          <a:pt x="13230" y="53355"/>
                          <a:pt x="16283" y="56112"/>
                          <a:pt x="19957" y="58028"/>
                        </a:cubicBezTo>
                        <a:cubicBezTo>
                          <a:pt x="23644" y="59945"/>
                          <a:pt x="27694" y="60904"/>
                          <a:pt x="32108" y="60904"/>
                        </a:cubicBezTo>
                        <a:cubicBezTo>
                          <a:pt x="41398" y="60904"/>
                          <a:pt x="48738" y="58081"/>
                          <a:pt x="54130" y="52436"/>
                        </a:cubicBezTo>
                        <a:cubicBezTo>
                          <a:pt x="59522" y="46805"/>
                          <a:pt x="62218" y="39138"/>
                          <a:pt x="62218" y="29434"/>
                        </a:cubicBezTo>
                        <a:cubicBezTo>
                          <a:pt x="62218" y="19929"/>
                          <a:pt x="59409" y="12302"/>
                          <a:pt x="53793" y="6551"/>
                        </a:cubicBezTo>
                        <a:cubicBezTo>
                          <a:pt x="48177" y="814"/>
                          <a:pt x="40704" y="-2055"/>
                          <a:pt x="31374" y="-2055"/>
                        </a:cubicBezTo>
                        <a:cubicBezTo>
                          <a:pt x="20670" y="-2055"/>
                          <a:pt x="12490" y="2043"/>
                          <a:pt x="6834" y="10240"/>
                        </a:cubicBezTo>
                        <a:cubicBezTo>
                          <a:pt x="1178" y="18449"/>
                          <a:pt x="-1650" y="30340"/>
                          <a:pt x="-1650" y="45913"/>
                        </a:cubicBezTo>
                        <a:cubicBezTo>
                          <a:pt x="-1650" y="60534"/>
                          <a:pt x="1819" y="72193"/>
                          <a:pt x="8757" y="80892"/>
                        </a:cubicBezTo>
                        <a:cubicBezTo>
                          <a:pt x="15695" y="89590"/>
                          <a:pt x="25005" y="93939"/>
                          <a:pt x="36687" y="93939"/>
                        </a:cubicBezTo>
                        <a:cubicBezTo>
                          <a:pt x="39832" y="93939"/>
                          <a:pt x="43003" y="93629"/>
                          <a:pt x="46201" y="93007"/>
                        </a:cubicBezTo>
                        <a:cubicBezTo>
                          <a:pt x="49399" y="92386"/>
                          <a:pt x="52736" y="91461"/>
                          <a:pt x="56211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35" name="Freeform: Shape 234">
                    <a:extLst>
                      <a:ext uri="{FF2B5EF4-FFF2-40B4-BE49-F238E27FC236}">
                        <a16:creationId xmlns:a16="http://schemas.microsoft.com/office/drawing/2014/main" id="{25BD9C38-DC39-B98C-35B1-B3EEB7136CE4}"/>
                      </a:ext>
                    </a:extLst>
                  </p:cNvPr>
                  <p:cNvSpPr/>
                  <p:nvPr/>
                </p:nvSpPr>
                <p:spPr>
                  <a:xfrm flipV="1">
                    <a:off x="8401060" y="4672504"/>
                    <a:ext cx="63926" cy="95994"/>
                  </a:xfrm>
                  <a:custGeom>
                    <a:avLst/>
                    <a:gdLst>
                      <a:gd name="connsiteX0" fmla="*/ 30334 w 63926"/>
                      <a:gd name="connsiteY0" fmla="*/ 84025 h 95994"/>
                      <a:gd name="connsiteX1" fmla="*/ 15804 w 63926"/>
                      <a:gd name="connsiteY1" fmla="*/ 74507 h 95994"/>
                      <a:gd name="connsiteX2" fmla="*/ 10948 w 63926"/>
                      <a:gd name="connsiteY2" fmla="*/ 45913 h 95994"/>
                      <a:gd name="connsiteX3" fmla="*/ 15804 w 63926"/>
                      <a:gd name="connsiteY3" fmla="*/ 17378 h 95994"/>
                      <a:gd name="connsiteX4" fmla="*/ 30334 w 63926"/>
                      <a:gd name="connsiteY4" fmla="*/ 7860 h 95994"/>
                      <a:gd name="connsiteX5" fmla="*/ 44923 w 63926"/>
                      <a:gd name="connsiteY5" fmla="*/ 17378 h 95994"/>
                      <a:gd name="connsiteX6" fmla="*/ 49799 w 63926"/>
                      <a:gd name="connsiteY6" fmla="*/ 45913 h 95994"/>
                      <a:gd name="connsiteX7" fmla="*/ 44923 w 63926"/>
                      <a:gd name="connsiteY7" fmla="*/ 74507 h 95994"/>
                      <a:gd name="connsiteX8" fmla="*/ 30334 w 63926"/>
                      <a:gd name="connsiteY8" fmla="*/ 84025 h 95994"/>
                      <a:gd name="connsiteX9" fmla="*/ 30334 w 63926"/>
                      <a:gd name="connsiteY9" fmla="*/ 93939 h 95994"/>
                      <a:gd name="connsiteX10" fmla="*/ 54101 w 63926"/>
                      <a:gd name="connsiteY10" fmla="*/ 81625 h 95994"/>
                      <a:gd name="connsiteX11" fmla="*/ 62307 w 63926"/>
                      <a:gd name="connsiteY11" fmla="*/ 45913 h 95994"/>
                      <a:gd name="connsiteX12" fmla="*/ 54101 w 63926"/>
                      <a:gd name="connsiteY12" fmla="*/ 10240 h 95994"/>
                      <a:gd name="connsiteX13" fmla="*/ 30334 w 63926"/>
                      <a:gd name="connsiteY13" fmla="*/ -2055 h 95994"/>
                      <a:gd name="connsiteX14" fmla="*/ 6587 w 63926"/>
                      <a:gd name="connsiteY14" fmla="*/ 10240 h 95994"/>
                      <a:gd name="connsiteX15" fmla="*/ -1620 w 63926"/>
                      <a:gd name="connsiteY15" fmla="*/ 45913 h 95994"/>
                      <a:gd name="connsiteX16" fmla="*/ 6587 w 63926"/>
                      <a:gd name="connsiteY16" fmla="*/ 81625 h 95994"/>
                      <a:gd name="connsiteX17" fmla="*/ 3033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34" y="84025"/>
                        </a:moveTo>
                        <a:cubicBezTo>
                          <a:pt x="23898" y="84025"/>
                          <a:pt x="19055" y="80852"/>
                          <a:pt x="15804" y="74507"/>
                        </a:cubicBezTo>
                        <a:cubicBezTo>
                          <a:pt x="12566" y="68174"/>
                          <a:pt x="10948" y="58643"/>
                          <a:pt x="10948" y="45913"/>
                        </a:cubicBezTo>
                        <a:cubicBezTo>
                          <a:pt x="10948" y="33235"/>
                          <a:pt x="12566" y="23724"/>
                          <a:pt x="15804" y="17378"/>
                        </a:cubicBezTo>
                        <a:cubicBezTo>
                          <a:pt x="19055" y="11033"/>
                          <a:pt x="23898" y="7860"/>
                          <a:pt x="30334" y="7860"/>
                        </a:cubicBezTo>
                        <a:cubicBezTo>
                          <a:pt x="36822" y="7860"/>
                          <a:pt x="41685" y="11033"/>
                          <a:pt x="44923" y="17378"/>
                        </a:cubicBezTo>
                        <a:cubicBezTo>
                          <a:pt x="48174" y="23724"/>
                          <a:pt x="49799" y="33235"/>
                          <a:pt x="49799" y="45913"/>
                        </a:cubicBezTo>
                        <a:cubicBezTo>
                          <a:pt x="49799" y="58643"/>
                          <a:pt x="48174" y="68174"/>
                          <a:pt x="44923" y="74507"/>
                        </a:cubicBezTo>
                        <a:cubicBezTo>
                          <a:pt x="41685" y="80852"/>
                          <a:pt x="36822" y="84025"/>
                          <a:pt x="30334" y="84025"/>
                        </a:cubicBezTo>
                        <a:close/>
                        <a:moveTo>
                          <a:pt x="30334" y="93939"/>
                        </a:moveTo>
                        <a:cubicBezTo>
                          <a:pt x="40707" y="93939"/>
                          <a:pt x="48630" y="89835"/>
                          <a:pt x="54101" y="81625"/>
                        </a:cubicBezTo>
                        <a:cubicBezTo>
                          <a:pt x="59571" y="73429"/>
                          <a:pt x="62307" y="61525"/>
                          <a:pt x="62307" y="45913"/>
                        </a:cubicBezTo>
                        <a:cubicBezTo>
                          <a:pt x="62307" y="30340"/>
                          <a:pt x="59571" y="18449"/>
                          <a:pt x="54101" y="10240"/>
                        </a:cubicBezTo>
                        <a:cubicBezTo>
                          <a:pt x="48630" y="2043"/>
                          <a:pt x="40707" y="-2055"/>
                          <a:pt x="30334" y="-2055"/>
                        </a:cubicBezTo>
                        <a:cubicBezTo>
                          <a:pt x="19973" y="-2055"/>
                          <a:pt x="12058" y="2043"/>
                          <a:pt x="6587" y="10240"/>
                        </a:cubicBezTo>
                        <a:cubicBezTo>
                          <a:pt x="1116" y="18449"/>
                          <a:pt x="-1620" y="30340"/>
                          <a:pt x="-1620" y="45913"/>
                        </a:cubicBezTo>
                        <a:cubicBezTo>
                          <a:pt x="-1620" y="61525"/>
                          <a:pt x="1116" y="73429"/>
                          <a:pt x="6587" y="81625"/>
                        </a:cubicBezTo>
                        <a:cubicBezTo>
                          <a:pt x="12058" y="89835"/>
                          <a:pt x="19973" y="93939"/>
                          <a:pt x="3033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37" name="Freeform: Shape 236">
                    <a:extLst>
                      <a:ext uri="{FF2B5EF4-FFF2-40B4-BE49-F238E27FC236}">
                        <a16:creationId xmlns:a16="http://schemas.microsoft.com/office/drawing/2014/main" id="{0EA4C49C-1179-7B33-36FE-8B508D8343BA}"/>
                      </a:ext>
                    </a:extLst>
                  </p:cNvPr>
                  <p:cNvSpPr/>
                  <p:nvPr/>
                </p:nvSpPr>
                <p:spPr>
                  <a:xfrm flipV="1">
                    <a:off x="8481774" y="4672504"/>
                    <a:ext cx="63926" cy="95994"/>
                  </a:xfrm>
                  <a:custGeom>
                    <a:avLst/>
                    <a:gdLst>
                      <a:gd name="connsiteX0" fmla="*/ 30340 w 63926"/>
                      <a:gd name="connsiteY0" fmla="*/ 84025 h 95994"/>
                      <a:gd name="connsiteX1" fmla="*/ 15810 w 63926"/>
                      <a:gd name="connsiteY1" fmla="*/ 74507 h 95994"/>
                      <a:gd name="connsiteX2" fmla="*/ 10954 w 63926"/>
                      <a:gd name="connsiteY2" fmla="*/ 45913 h 95994"/>
                      <a:gd name="connsiteX3" fmla="*/ 15810 w 63926"/>
                      <a:gd name="connsiteY3" fmla="*/ 17378 h 95994"/>
                      <a:gd name="connsiteX4" fmla="*/ 30340 w 63926"/>
                      <a:gd name="connsiteY4" fmla="*/ 7860 h 95994"/>
                      <a:gd name="connsiteX5" fmla="*/ 44929 w 63926"/>
                      <a:gd name="connsiteY5" fmla="*/ 17378 h 95994"/>
                      <a:gd name="connsiteX6" fmla="*/ 49805 w 63926"/>
                      <a:gd name="connsiteY6" fmla="*/ 45913 h 95994"/>
                      <a:gd name="connsiteX7" fmla="*/ 44929 w 63926"/>
                      <a:gd name="connsiteY7" fmla="*/ 74507 h 95994"/>
                      <a:gd name="connsiteX8" fmla="*/ 30340 w 63926"/>
                      <a:gd name="connsiteY8" fmla="*/ 84025 h 95994"/>
                      <a:gd name="connsiteX9" fmla="*/ 30340 w 63926"/>
                      <a:gd name="connsiteY9" fmla="*/ 93939 h 95994"/>
                      <a:gd name="connsiteX10" fmla="*/ 54107 w 63926"/>
                      <a:gd name="connsiteY10" fmla="*/ 81625 h 95994"/>
                      <a:gd name="connsiteX11" fmla="*/ 62313 w 63926"/>
                      <a:gd name="connsiteY11" fmla="*/ 45913 h 95994"/>
                      <a:gd name="connsiteX12" fmla="*/ 54107 w 63926"/>
                      <a:gd name="connsiteY12" fmla="*/ 10240 h 95994"/>
                      <a:gd name="connsiteX13" fmla="*/ 30340 w 63926"/>
                      <a:gd name="connsiteY13" fmla="*/ -2055 h 95994"/>
                      <a:gd name="connsiteX14" fmla="*/ 6593 w 63926"/>
                      <a:gd name="connsiteY14" fmla="*/ 10240 h 95994"/>
                      <a:gd name="connsiteX15" fmla="*/ -1613 w 63926"/>
                      <a:gd name="connsiteY15" fmla="*/ 45913 h 95994"/>
                      <a:gd name="connsiteX16" fmla="*/ 6593 w 63926"/>
                      <a:gd name="connsiteY16" fmla="*/ 81625 h 95994"/>
                      <a:gd name="connsiteX17" fmla="*/ 30340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40" y="84025"/>
                        </a:moveTo>
                        <a:cubicBezTo>
                          <a:pt x="23904" y="84025"/>
                          <a:pt x="19061" y="80852"/>
                          <a:pt x="15810" y="74507"/>
                        </a:cubicBezTo>
                        <a:cubicBezTo>
                          <a:pt x="12573" y="68174"/>
                          <a:pt x="10954" y="58643"/>
                          <a:pt x="10954" y="45913"/>
                        </a:cubicBezTo>
                        <a:cubicBezTo>
                          <a:pt x="10954" y="33235"/>
                          <a:pt x="12573" y="23724"/>
                          <a:pt x="15810" y="17378"/>
                        </a:cubicBezTo>
                        <a:cubicBezTo>
                          <a:pt x="19061" y="11033"/>
                          <a:pt x="23904" y="7860"/>
                          <a:pt x="30340" y="7860"/>
                        </a:cubicBezTo>
                        <a:cubicBezTo>
                          <a:pt x="36828" y="7860"/>
                          <a:pt x="41692" y="11033"/>
                          <a:pt x="44929" y="17378"/>
                        </a:cubicBezTo>
                        <a:cubicBezTo>
                          <a:pt x="48180" y="23724"/>
                          <a:pt x="49805" y="33235"/>
                          <a:pt x="49805" y="45913"/>
                        </a:cubicBezTo>
                        <a:cubicBezTo>
                          <a:pt x="49805" y="58643"/>
                          <a:pt x="48180" y="68174"/>
                          <a:pt x="44929" y="74507"/>
                        </a:cubicBezTo>
                        <a:cubicBezTo>
                          <a:pt x="41692" y="80852"/>
                          <a:pt x="36828" y="84025"/>
                          <a:pt x="30340" y="84025"/>
                        </a:cubicBezTo>
                        <a:close/>
                        <a:moveTo>
                          <a:pt x="30340" y="93939"/>
                        </a:moveTo>
                        <a:cubicBezTo>
                          <a:pt x="40714" y="93939"/>
                          <a:pt x="48636" y="89835"/>
                          <a:pt x="54107" y="81625"/>
                        </a:cubicBezTo>
                        <a:cubicBezTo>
                          <a:pt x="59578" y="73429"/>
                          <a:pt x="62313" y="61525"/>
                          <a:pt x="62313" y="45913"/>
                        </a:cubicBezTo>
                        <a:cubicBezTo>
                          <a:pt x="62313" y="30340"/>
                          <a:pt x="59578" y="18449"/>
                          <a:pt x="54107" y="10240"/>
                        </a:cubicBezTo>
                        <a:cubicBezTo>
                          <a:pt x="48636" y="2043"/>
                          <a:pt x="40714" y="-2055"/>
                          <a:pt x="30340" y="-2055"/>
                        </a:cubicBezTo>
                        <a:cubicBezTo>
                          <a:pt x="19980" y="-2055"/>
                          <a:pt x="12064" y="2043"/>
                          <a:pt x="6593" y="10240"/>
                        </a:cubicBezTo>
                        <a:cubicBezTo>
                          <a:pt x="1122" y="18449"/>
                          <a:pt x="-1613" y="30340"/>
                          <a:pt x="-1613" y="45913"/>
                        </a:cubicBezTo>
                        <a:cubicBezTo>
                          <a:pt x="-1613" y="61525"/>
                          <a:pt x="1122" y="73429"/>
                          <a:pt x="6593" y="81625"/>
                        </a:cubicBezTo>
                        <a:cubicBezTo>
                          <a:pt x="12064" y="89835"/>
                          <a:pt x="19980" y="93939"/>
                          <a:pt x="30340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213" name="Graphic 245">
              <a:extLst>
                <a:ext uri="{FF2B5EF4-FFF2-40B4-BE49-F238E27FC236}">
                  <a16:creationId xmlns:a16="http://schemas.microsoft.com/office/drawing/2014/main" id="{421FEAC7-65E6-063B-8F5A-8D416CAE2B0B}"/>
                </a:ext>
              </a:extLst>
            </p:cNvPr>
            <p:cNvGrpSpPr/>
            <p:nvPr/>
          </p:nvGrpSpPr>
          <p:grpSpPr>
            <a:xfrm>
              <a:off x="3858149" y="2541961"/>
              <a:ext cx="44401" cy="1825549"/>
              <a:chOff x="3858149" y="2541961"/>
              <a:chExt cx="44401" cy="1825549"/>
            </a:xfrm>
            <a:solidFill>
              <a:srgbClr val="000000"/>
            </a:solidFill>
          </p:grpSpPr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B7C6FDB8-5D24-A967-5C06-BDA43E93CBD8}"/>
                  </a:ext>
                </a:extLst>
              </p:cNvPr>
              <p:cNvSpPr/>
              <p:nvPr/>
            </p:nvSpPr>
            <p:spPr>
              <a:xfrm>
                <a:off x="3858149" y="4354820"/>
                <a:ext cx="44401" cy="12690"/>
              </a:xfrm>
              <a:custGeom>
                <a:avLst/>
                <a:gdLst>
                  <a:gd name="connsiteX0" fmla="*/ 44459 w 44401"/>
                  <a:gd name="connsiteY0" fmla="*/ 246 h 12690"/>
                  <a:gd name="connsiteX1" fmla="*/ 58 w 44401"/>
                  <a:gd name="connsiteY1" fmla="*/ 246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46"/>
                    </a:moveTo>
                    <a:lnTo>
                      <a:pt x="58" y="246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A19C55D4-C079-C29E-F041-551CCD00FB07}"/>
                  </a:ext>
                </a:extLst>
              </p:cNvPr>
              <p:cNvSpPr/>
              <p:nvPr/>
            </p:nvSpPr>
            <p:spPr>
              <a:xfrm>
                <a:off x="3858149" y="3901605"/>
                <a:ext cx="44401" cy="12690"/>
              </a:xfrm>
              <a:custGeom>
                <a:avLst/>
                <a:gdLst>
                  <a:gd name="connsiteX0" fmla="*/ 44459 w 44401"/>
                  <a:gd name="connsiteY0" fmla="*/ 210 h 12690"/>
                  <a:gd name="connsiteX1" fmla="*/ 58 w 44401"/>
                  <a:gd name="connsiteY1" fmla="*/ 21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10"/>
                    </a:moveTo>
                    <a:lnTo>
                      <a:pt x="58" y="210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7F93B534-631D-8C32-C2B0-48C2E91C53EC}"/>
                  </a:ext>
                </a:extLst>
              </p:cNvPr>
              <p:cNvSpPr/>
              <p:nvPr/>
            </p:nvSpPr>
            <p:spPr>
              <a:xfrm>
                <a:off x="3858149" y="3448391"/>
                <a:ext cx="44401" cy="12690"/>
              </a:xfrm>
              <a:custGeom>
                <a:avLst/>
                <a:gdLst>
                  <a:gd name="connsiteX0" fmla="*/ 44459 w 44401"/>
                  <a:gd name="connsiteY0" fmla="*/ 175 h 12690"/>
                  <a:gd name="connsiteX1" fmla="*/ 58 w 44401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E79FD953-6C5A-FA7D-C279-53386090C435}"/>
                  </a:ext>
                </a:extLst>
              </p:cNvPr>
              <p:cNvSpPr/>
              <p:nvPr/>
            </p:nvSpPr>
            <p:spPr>
              <a:xfrm>
                <a:off x="3858149" y="2995176"/>
                <a:ext cx="44401" cy="12690"/>
              </a:xfrm>
              <a:custGeom>
                <a:avLst/>
                <a:gdLst>
                  <a:gd name="connsiteX0" fmla="*/ 44459 w 44401"/>
                  <a:gd name="connsiteY0" fmla="*/ 139 h 12690"/>
                  <a:gd name="connsiteX1" fmla="*/ 58 w 44401"/>
                  <a:gd name="connsiteY1" fmla="*/ 13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39"/>
                    </a:moveTo>
                    <a:lnTo>
                      <a:pt x="58" y="139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399951B1-E852-139C-9873-1A798E8FE9FB}"/>
                  </a:ext>
                </a:extLst>
              </p:cNvPr>
              <p:cNvSpPr/>
              <p:nvPr/>
            </p:nvSpPr>
            <p:spPr>
              <a:xfrm>
                <a:off x="3858149" y="2541961"/>
                <a:ext cx="44401" cy="12690"/>
              </a:xfrm>
              <a:custGeom>
                <a:avLst/>
                <a:gdLst>
                  <a:gd name="connsiteX0" fmla="*/ 44459 w 44401"/>
                  <a:gd name="connsiteY0" fmla="*/ 103 h 12690"/>
                  <a:gd name="connsiteX1" fmla="*/ 58 w 44401"/>
                  <a:gd name="connsiteY1" fmla="*/ 103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03"/>
                    </a:moveTo>
                    <a:lnTo>
                      <a:pt x="58" y="103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1ECBD07E-3BA3-B380-C5B9-31795CB216CA}"/>
                </a:ext>
              </a:extLst>
            </p:cNvPr>
            <p:cNvSpPr/>
            <p:nvPr/>
          </p:nvSpPr>
          <p:spPr>
            <a:xfrm>
              <a:off x="3902551" y="2315354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17DD710-7E15-EA3C-2B13-E63046C48784}"/>
                </a:ext>
              </a:extLst>
            </p:cNvPr>
            <p:cNvSpPr/>
            <p:nvPr/>
          </p:nvSpPr>
          <p:spPr>
            <a:xfrm>
              <a:off x="8433056" y="2315354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6264F8-BB38-2DEE-2F7F-DC9934646623}"/>
                </a:ext>
              </a:extLst>
            </p:cNvPr>
            <p:cNvSpPr/>
            <p:nvPr/>
          </p:nvSpPr>
          <p:spPr>
            <a:xfrm>
              <a:off x="3902551" y="4581427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969ABB3-A328-7EF6-D33C-AB73D405C05A}"/>
                </a:ext>
              </a:extLst>
            </p:cNvPr>
            <p:cNvSpPr/>
            <p:nvPr/>
          </p:nvSpPr>
          <p:spPr>
            <a:xfrm>
              <a:off x="3902551" y="2315354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53BCA114-6D83-C608-193C-3C3869BAB42F}"/>
              </a:ext>
            </a:extLst>
          </p:cNvPr>
          <p:cNvGrpSpPr/>
          <p:nvPr/>
        </p:nvGrpSpPr>
        <p:grpSpPr>
          <a:xfrm>
            <a:off x="6314130" y="876884"/>
            <a:ext cx="4587593" cy="2310490"/>
            <a:chOff x="1479801" y="548680"/>
            <a:chExt cx="4587593" cy="2310490"/>
          </a:xfrm>
        </p:grpSpPr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23C7332-331B-7360-BC78-A2B94F955C5D}"/>
                </a:ext>
              </a:extLst>
            </p:cNvPr>
            <p:cNvSpPr/>
            <p:nvPr/>
          </p:nvSpPr>
          <p:spPr>
            <a:xfrm>
              <a:off x="1524203" y="548680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385F091B-E6B9-17EB-03B8-620596E255D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flipV="1">
              <a:off x="1524203" y="548680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D6ADCC7-9836-8999-FE48-C563842D5884}"/>
                </a:ext>
              </a:extLst>
            </p:cNvPr>
            <p:cNvSpPr/>
            <p:nvPr/>
          </p:nvSpPr>
          <p:spPr>
            <a:xfrm>
              <a:off x="2983517" y="1637525"/>
              <a:ext cx="225111" cy="89014"/>
            </a:xfrm>
            <a:custGeom>
              <a:avLst/>
              <a:gdLst>
                <a:gd name="connsiteX0" fmla="*/ 225112 w 225111"/>
                <a:gd name="connsiteY0" fmla="*/ 1864 h 89014"/>
                <a:gd name="connsiteX1" fmla="*/ 224388 w 225111"/>
                <a:gd name="connsiteY1" fmla="*/ 89015 h 89014"/>
                <a:gd name="connsiteX2" fmla="*/ 0 w 225111"/>
                <a:gd name="connsiteY2" fmla="*/ 87150 h 89014"/>
                <a:gd name="connsiteX3" fmla="*/ 724 w 225111"/>
                <a:gd name="connsiteY3" fmla="*/ 0 h 89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5111" h="89014">
                  <a:moveTo>
                    <a:pt x="225112" y="1864"/>
                  </a:moveTo>
                  <a:lnTo>
                    <a:pt x="224388" y="89015"/>
                  </a:lnTo>
                  <a:lnTo>
                    <a:pt x="0" y="8715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A13BAC8-73D0-16E3-305D-F65695ECF957}"/>
                </a:ext>
              </a:extLst>
            </p:cNvPr>
            <p:cNvSpPr/>
            <p:nvPr/>
          </p:nvSpPr>
          <p:spPr>
            <a:xfrm>
              <a:off x="3120786" y="1638666"/>
              <a:ext cx="87480" cy="87150"/>
            </a:xfrm>
            <a:custGeom>
              <a:avLst/>
              <a:gdLst>
                <a:gd name="connsiteX0" fmla="*/ 87480 w 87480"/>
                <a:gd name="connsiteY0" fmla="*/ 44299 h 87150"/>
                <a:gd name="connsiteX1" fmla="*/ 0 w 87480"/>
                <a:gd name="connsiteY1" fmla="*/ 87150 h 87150"/>
                <a:gd name="connsiteX2" fmla="*/ 724 w 87480"/>
                <a:gd name="connsiteY2" fmla="*/ 0 h 8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80" h="87150">
                  <a:moveTo>
                    <a:pt x="87480" y="44299"/>
                  </a:moveTo>
                  <a:lnTo>
                    <a:pt x="0" y="8715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E586D3E-F10D-5B6E-71F4-86AFE045EF3D}"/>
                </a:ext>
              </a:extLst>
            </p:cNvPr>
            <p:cNvSpPr/>
            <p:nvPr/>
          </p:nvSpPr>
          <p:spPr>
            <a:xfrm>
              <a:off x="1524203" y="2814753"/>
              <a:ext cx="12686" cy="44417"/>
            </a:xfrm>
            <a:custGeom>
              <a:avLst/>
              <a:gdLst>
                <a:gd name="connsiteX0" fmla="*/ 58 w 12686"/>
                <a:gd name="connsiteY0" fmla="*/ 264 h 44417"/>
                <a:gd name="connsiteX1" fmla="*/ 58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58" y="264"/>
                  </a:moveTo>
                  <a:lnTo>
                    <a:pt x="58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2A5847EE-B7A0-7000-417F-7F9B5B8DE8EE}"/>
                </a:ext>
              </a:extLst>
            </p:cNvPr>
            <p:cNvSpPr/>
            <p:nvPr/>
          </p:nvSpPr>
          <p:spPr>
            <a:xfrm>
              <a:off x="2430304" y="2814753"/>
              <a:ext cx="12686" cy="44417"/>
            </a:xfrm>
            <a:custGeom>
              <a:avLst/>
              <a:gdLst>
                <a:gd name="connsiteX0" fmla="*/ 129 w 12686"/>
                <a:gd name="connsiteY0" fmla="*/ 264 h 44417"/>
                <a:gd name="connsiteX1" fmla="*/ 129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129" y="264"/>
                  </a:moveTo>
                  <a:lnTo>
                    <a:pt x="129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95B6B97-0F80-FDB4-052B-207957D9AB2E}"/>
                </a:ext>
              </a:extLst>
            </p:cNvPr>
            <p:cNvSpPr/>
            <p:nvPr/>
          </p:nvSpPr>
          <p:spPr>
            <a:xfrm>
              <a:off x="3336405" y="2814753"/>
              <a:ext cx="12686" cy="44417"/>
            </a:xfrm>
            <a:custGeom>
              <a:avLst/>
              <a:gdLst>
                <a:gd name="connsiteX0" fmla="*/ 200 w 12686"/>
                <a:gd name="connsiteY0" fmla="*/ 264 h 44417"/>
                <a:gd name="connsiteX1" fmla="*/ 200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200" y="264"/>
                  </a:moveTo>
                  <a:lnTo>
                    <a:pt x="200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69B5483-AA17-BD3B-CE1F-CB78D0496F97}"/>
                </a:ext>
              </a:extLst>
            </p:cNvPr>
            <p:cNvSpPr/>
            <p:nvPr/>
          </p:nvSpPr>
          <p:spPr>
            <a:xfrm>
              <a:off x="4242506" y="2814753"/>
              <a:ext cx="12686" cy="44417"/>
            </a:xfrm>
            <a:custGeom>
              <a:avLst/>
              <a:gdLst>
                <a:gd name="connsiteX0" fmla="*/ 272 w 12686"/>
                <a:gd name="connsiteY0" fmla="*/ 264 h 44417"/>
                <a:gd name="connsiteX1" fmla="*/ 272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272" y="264"/>
                  </a:moveTo>
                  <a:lnTo>
                    <a:pt x="272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1768E6AE-1501-1DD4-E585-40759A6B98E2}"/>
                </a:ext>
              </a:extLst>
            </p:cNvPr>
            <p:cNvSpPr/>
            <p:nvPr/>
          </p:nvSpPr>
          <p:spPr>
            <a:xfrm>
              <a:off x="5148607" y="2814753"/>
              <a:ext cx="12686" cy="44417"/>
            </a:xfrm>
            <a:custGeom>
              <a:avLst/>
              <a:gdLst>
                <a:gd name="connsiteX0" fmla="*/ 343 w 12686"/>
                <a:gd name="connsiteY0" fmla="*/ 264 h 44417"/>
                <a:gd name="connsiteX1" fmla="*/ 343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343" y="264"/>
                  </a:moveTo>
                  <a:lnTo>
                    <a:pt x="343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9A198F5-C8AB-4036-BDC3-DEED5056FC95}"/>
                </a:ext>
              </a:extLst>
            </p:cNvPr>
            <p:cNvSpPr/>
            <p:nvPr/>
          </p:nvSpPr>
          <p:spPr>
            <a:xfrm>
              <a:off x="6054708" y="2814753"/>
              <a:ext cx="12686" cy="44417"/>
            </a:xfrm>
            <a:custGeom>
              <a:avLst/>
              <a:gdLst>
                <a:gd name="connsiteX0" fmla="*/ 415 w 12686"/>
                <a:gd name="connsiteY0" fmla="*/ 264 h 44417"/>
                <a:gd name="connsiteX1" fmla="*/ 415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415" y="264"/>
                  </a:moveTo>
                  <a:lnTo>
                    <a:pt x="415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47" name="Graphic 2">
              <a:extLst>
                <a:ext uri="{FF2B5EF4-FFF2-40B4-BE49-F238E27FC236}">
                  <a16:creationId xmlns:a16="http://schemas.microsoft.com/office/drawing/2014/main" id="{0E0D9EEC-1521-02A9-E27E-3B0FC3016E39}"/>
                </a:ext>
              </a:extLst>
            </p:cNvPr>
            <p:cNvGrpSpPr/>
            <p:nvPr/>
          </p:nvGrpSpPr>
          <p:grpSpPr>
            <a:xfrm>
              <a:off x="1479801" y="775287"/>
              <a:ext cx="44401" cy="1825549"/>
              <a:chOff x="3858149" y="2541961"/>
              <a:chExt cx="44401" cy="1825549"/>
            </a:xfrm>
            <a:solidFill>
              <a:srgbClr val="000000"/>
            </a:solidFill>
          </p:grpSpPr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5D56545D-7B40-08E4-53FC-9271035FB503}"/>
                  </a:ext>
                </a:extLst>
              </p:cNvPr>
              <p:cNvSpPr/>
              <p:nvPr/>
            </p:nvSpPr>
            <p:spPr>
              <a:xfrm>
                <a:off x="3858149" y="4354820"/>
                <a:ext cx="44401" cy="12690"/>
              </a:xfrm>
              <a:custGeom>
                <a:avLst/>
                <a:gdLst>
                  <a:gd name="connsiteX0" fmla="*/ 44459 w 44401"/>
                  <a:gd name="connsiteY0" fmla="*/ 246 h 12690"/>
                  <a:gd name="connsiteX1" fmla="*/ 58 w 44401"/>
                  <a:gd name="connsiteY1" fmla="*/ 246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46"/>
                    </a:moveTo>
                    <a:lnTo>
                      <a:pt x="58" y="246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D9D7D74B-2519-B5AC-F7AD-EB6686337E1E}"/>
                  </a:ext>
                </a:extLst>
              </p:cNvPr>
              <p:cNvSpPr/>
              <p:nvPr/>
            </p:nvSpPr>
            <p:spPr>
              <a:xfrm>
                <a:off x="3858149" y="3901605"/>
                <a:ext cx="44401" cy="12690"/>
              </a:xfrm>
              <a:custGeom>
                <a:avLst/>
                <a:gdLst>
                  <a:gd name="connsiteX0" fmla="*/ 44459 w 44401"/>
                  <a:gd name="connsiteY0" fmla="*/ 210 h 12690"/>
                  <a:gd name="connsiteX1" fmla="*/ 58 w 44401"/>
                  <a:gd name="connsiteY1" fmla="*/ 21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10"/>
                    </a:moveTo>
                    <a:lnTo>
                      <a:pt x="58" y="210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E2A9A353-861B-C540-DB09-2538D631CC7C}"/>
                  </a:ext>
                </a:extLst>
              </p:cNvPr>
              <p:cNvSpPr/>
              <p:nvPr/>
            </p:nvSpPr>
            <p:spPr>
              <a:xfrm>
                <a:off x="3858149" y="3448391"/>
                <a:ext cx="44401" cy="12690"/>
              </a:xfrm>
              <a:custGeom>
                <a:avLst/>
                <a:gdLst>
                  <a:gd name="connsiteX0" fmla="*/ 44459 w 44401"/>
                  <a:gd name="connsiteY0" fmla="*/ 175 h 12690"/>
                  <a:gd name="connsiteX1" fmla="*/ 58 w 44401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5BA7CB29-9323-1A03-108A-412E483CF9B2}"/>
                  </a:ext>
                </a:extLst>
              </p:cNvPr>
              <p:cNvSpPr/>
              <p:nvPr/>
            </p:nvSpPr>
            <p:spPr>
              <a:xfrm>
                <a:off x="3858149" y="2995176"/>
                <a:ext cx="44401" cy="12690"/>
              </a:xfrm>
              <a:custGeom>
                <a:avLst/>
                <a:gdLst>
                  <a:gd name="connsiteX0" fmla="*/ 44459 w 44401"/>
                  <a:gd name="connsiteY0" fmla="*/ 139 h 12690"/>
                  <a:gd name="connsiteX1" fmla="*/ 58 w 44401"/>
                  <a:gd name="connsiteY1" fmla="*/ 13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39"/>
                    </a:moveTo>
                    <a:lnTo>
                      <a:pt x="58" y="139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D5ABE7A2-1F4E-C9E3-C5BB-CB91BC33AF31}"/>
                  </a:ext>
                </a:extLst>
              </p:cNvPr>
              <p:cNvSpPr/>
              <p:nvPr/>
            </p:nvSpPr>
            <p:spPr>
              <a:xfrm>
                <a:off x="3858149" y="2541961"/>
                <a:ext cx="44401" cy="12690"/>
              </a:xfrm>
              <a:custGeom>
                <a:avLst/>
                <a:gdLst>
                  <a:gd name="connsiteX0" fmla="*/ 44459 w 44401"/>
                  <a:gd name="connsiteY0" fmla="*/ 103 h 12690"/>
                  <a:gd name="connsiteX1" fmla="*/ 58 w 44401"/>
                  <a:gd name="connsiteY1" fmla="*/ 103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03"/>
                    </a:moveTo>
                    <a:lnTo>
                      <a:pt x="58" y="103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2CE35A0A-6A21-B936-4567-2A6768159D6C}"/>
                </a:ext>
              </a:extLst>
            </p:cNvPr>
            <p:cNvSpPr/>
            <p:nvPr/>
          </p:nvSpPr>
          <p:spPr>
            <a:xfrm>
              <a:off x="1524203" y="548680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23A3411A-58C5-10C9-7989-CACF5E57F8E6}"/>
                </a:ext>
              </a:extLst>
            </p:cNvPr>
            <p:cNvSpPr/>
            <p:nvPr/>
          </p:nvSpPr>
          <p:spPr>
            <a:xfrm>
              <a:off x="6054708" y="548680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BDB4880-22C6-3A92-2314-75E853342016}"/>
                </a:ext>
              </a:extLst>
            </p:cNvPr>
            <p:cNvSpPr/>
            <p:nvPr/>
          </p:nvSpPr>
          <p:spPr>
            <a:xfrm>
              <a:off x="1524203" y="2814753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78359506-C801-5256-5BE2-9939EE6F9E93}"/>
                </a:ext>
              </a:extLst>
            </p:cNvPr>
            <p:cNvSpPr/>
            <p:nvPr/>
          </p:nvSpPr>
          <p:spPr>
            <a:xfrm>
              <a:off x="1524203" y="548680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1234B5D3-E869-47A6-00A0-16350BBD8B53}"/>
              </a:ext>
            </a:extLst>
          </p:cNvPr>
          <p:cNvGrpSpPr/>
          <p:nvPr/>
        </p:nvGrpSpPr>
        <p:grpSpPr>
          <a:xfrm>
            <a:off x="1479800" y="881153"/>
            <a:ext cx="4587593" cy="2310490"/>
            <a:chOff x="6703432" y="552949"/>
            <a:chExt cx="4587593" cy="2310490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D60A651F-7930-54DB-B453-F06768BA5FB3}"/>
                </a:ext>
              </a:extLst>
            </p:cNvPr>
            <p:cNvSpPr/>
            <p:nvPr/>
          </p:nvSpPr>
          <p:spPr>
            <a:xfrm>
              <a:off x="6747834" y="552949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F548404D-3356-1D24-4A33-68E1573F845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flipV="1">
              <a:off x="6747834" y="552949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EBCEA3EE-7CAC-64FD-EFC4-EBB3D87094A9}"/>
                </a:ext>
              </a:extLst>
            </p:cNvPr>
            <p:cNvSpPr/>
            <p:nvPr/>
          </p:nvSpPr>
          <p:spPr>
            <a:xfrm>
              <a:off x="8201871" y="1640237"/>
              <a:ext cx="225236" cy="89343"/>
            </a:xfrm>
            <a:custGeom>
              <a:avLst/>
              <a:gdLst>
                <a:gd name="connsiteX0" fmla="*/ 225237 w 225236"/>
                <a:gd name="connsiteY0" fmla="*/ 2194 h 89343"/>
                <a:gd name="connsiteX1" fmla="*/ 224385 w 225236"/>
                <a:gd name="connsiteY1" fmla="*/ 89343 h 89343"/>
                <a:gd name="connsiteX2" fmla="*/ 0 w 225236"/>
                <a:gd name="connsiteY2" fmla="*/ 87149 h 89343"/>
                <a:gd name="connsiteX3" fmla="*/ 852 w 225236"/>
                <a:gd name="connsiteY3" fmla="*/ 0 h 8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5236" h="89343">
                  <a:moveTo>
                    <a:pt x="225237" y="2194"/>
                  </a:moveTo>
                  <a:lnTo>
                    <a:pt x="224385" y="89343"/>
                  </a:lnTo>
                  <a:lnTo>
                    <a:pt x="0" y="87149"/>
                  </a:lnTo>
                  <a:lnTo>
                    <a:pt x="852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3B787BE-E6C1-D315-5E4B-9169631862E6}"/>
                </a:ext>
              </a:extLst>
            </p:cNvPr>
            <p:cNvSpPr/>
            <p:nvPr/>
          </p:nvSpPr>
          <p:spPr>
            <a:xfrm>
              <a:off x="8339138" y="1641579"/>
              <a:ext cx="87543" cy="87149"/>
            </a:xfrm>
            <a:custGeom>
              <a:avLst/>
              <a:gdLst>
                <a:gd name="connsiteX0" fmla="*/ 87543 w 87543"/>
                <a:gd name="connsiteY0" fmla="*/ 44426 h 87149"/>
                <a:gd name="connsiteX1" fmla="*/ 0 w 87543"/>
                <a:gd name="connsiteY1" fmla="*/ 87149 h 87149"/>
                <a:gd name="connsiteX2" fmla="*/ 852 w 87543"/>
                <a:gd name="connsiteY2" fmla="*/ 0 h 8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543" h="87149">
                  <a:moveTo>
                    <a:pt x="87543" y="44426"/>
                  </a:moveTo>
                  <a:lnTo>
                    <a:pt x="0" y="87149"/>
                  </a:lnTo>
                  <a:lnTo>
                    <a:pt x="852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4" name="Graphic 164">
              <a:extLst>
                <a:ext uri="{FF2B5EF4-FFF2-40B4-BE49-F238E27FC236}">
                  <a16:creationId xmlns:a16="http://schemas.microsoft.com/office/drawing/2014/main" id="{9C2D341A-EDB6-3AAF-C81B-5B3F3870DE63}"/>
                </a:ext>
              </a:extLst>
            </p:cNvPr>
            <p:cNvGrpSpPr/>
            <p:nvPr/>
          </p:nvGrpSpPr>
          <p:grpSpPr>
            <a:xfrm>
              <a:off x="6747834" y="2819022"/>
              <a:ext cx="4543191" cy="44417"/>
              <a:chOff x="3902551" y="4581427"/>
              <a:chExt cx="4543191" cy="44417"/>
            </a:xfrm>
            <a:solidFill>
              <a:srgbClr val="000000"/>
            </a:solidFill>
          </p:grpSpPr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10D7873D-13B3-A591-3C23-60C683C568D7}"/>
                  </a:ext>
                </a:extLst>
              </p:cNvPr>
              <p:cNvSpPr/>
              <p:nvPr/>
            </p:nvSpPr>
            <p:spPr>
              <a:xfrm>
                <a:off x="3902551" y="4581427"/>
                <a:ext cx="12686" cy="44417"/>
              </a:xfrm>
              <a:custGeom>
                <a:avLst/>
                <a:gdLst>
                  <a:gd name="connsiteX0" fmla="*/ 58 w 12686"/>
                  <a:gd name="connsiteY0" fmla="*/ 264 h 44417"/>
                  <a:gd name="connsiteX1" fmla="*/ 58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58" y="264"/>
                    </a:moveTo>
                    <a:lnTo>
                      <a:pt x="58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DC107152-947B-6814-B8FB-1FED446AE561}"/>
                  </a:ext>
                </a:extLst>
              </p:cNvPr>
              <p:cNvSpPr/>
              <p:nvPr/>
            </p:nvSpPr>
            <p:spPr>
              <a:xfrm>
                <a:off x="4808652" y="4581427"/>
                <a:ext cx="12686" cy="44417"/>
              </a:xfrm>
              <a:custGeom>
                <a:avLst/>
                <a:gdLst>
                  <a:gd name="connsiteX0" fmla="*/ 129 w 12686"/>
                  <a:gd name="connsiteY0" fmla="*/ 264 h 44417"/>
                  <a:gd name="connsiteX1" fmla="*/ 129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129" y="264"/>
                    </a:moveTo>
                    <a:lnTo>
                      <a:pt x="129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7C8599DB-202A-9E51-58E3-E47772EF77A0}"/>
                  </a:ext>
                </a:extLst>
              </p:cNvPr>
              <p:cNvSpPr/>
              <p:nvPr/>
            </p:nvSpPr>
            <p:spPr>
              <a:xfrm>
                <a:off x="5714753" y="4581427"/>
                <a:ext cx="12686" cy="44417"/>
              </a:xfrm>
              <a:custGeom>
                <a:avLst/>
                <a:gdLst>
                  <a:gd name="connsiteX0" fmla="*/ 200 w 12686"/>
                  <a:gd name="connsiteY0" fmla="*/ 264 h 44417"/>
                  <a:gd name="connsiteX1" fmla="*/ 200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200" y="264"/>
                    </a:moveTo>
                    <a:lnTo>
                      <a:pt x="200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89F4C5D4-0144-43E5-B1C8-196671E91A5D}"/>
                  </a:ext>
                </a:extLst>
              </p:cNvPr>
              <p:cNvSpPr/>
              <p:nvPr/>
            </p:nvSpPr>
            <p:spPr>
              <a:xfrm>
                <a:off x="6620854" y="4581427"/>
                <a:ext cx="12686" cy="44417"/>
              </a:xfrm>
              <a:custGeom>
                <a:avLst/>
                <a:gdLst>
                  <a:gd name="connsiteX0" fmla="*/ 272 w 12686"/>
                  <a:gd name="connsiteY0" fmla="*/ 264 h 44417"/>
                  <a:gd name="connsiteX1" fmla="*/ 272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272" y="264"/>
                    </a:moveTo>
                    <a:lnTo>
                      <a:pt x="272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BCBC26D7-9EBD-6B4B-F944-E93BF9F342AE}"/>
                  </a:ext>
                </a:extLst>
              </p:cNvPr>
              <p:cNvSpPr/>
              <p:nvPr/>
            </p:nvSpPr>
            <p:spPr>
              <a:xfrm>
                <a:off x="7526955" y="4581427"/>
                <a:ext cx="12686" cy="44417"/>
              </a:xfrm>
              <a:custGeom>
                <a:avLst/>
                <a:gdLst>
                  <a:gd name="connsiteX0" fmla="*/ 343 w 12686"/>
                  <a:gd name="connsiteY0" fmla="*/ 264 h 44417"/>
                  <a:gd name="connsiteX1" fmla="*/ 343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343" y="264"/>
                    </a:moveTo>
                    <a:lnTo>
                      <a:pt x="343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EEA1D382-381B-6E1D-5323-47B7DA576833}"/>
                  </a:ext>
                </a:extLst>
              </p:cNvPr>
              <p:cNvSpPr/>
              <p:nvPr/>
            </p:nvSpPr>
            <p:spPr>
              <a:xfrm>
                <a:off x="8433056" y="4581427"/>
                <a:ext cx="12686" cy="44417"/>
              </a:xfrm>
              <a:custGeom>
                <a:avLst/>
                <a:gdLst>
                  <a:gd name="connsiteX0" fmla="*/ 415 w 12686"/>
                  <a:gd name="connsiteY0" fmla="*/ 264 h 44417"/>
                  <a:gd name="connsiteX1" fmla="*/ 415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415" y="264"/>
                    </a:moveTo>
                    <a:lnTo>
                      <a:pt x="415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15" name="Graphic 164">
              <a:extLst>
                <a:ext uri="{FF2B5EF4-FFF2-40B4-BE49-F238E27FC236}">
                  <a16:creationId xmlns:a16="http://schemas.microsoft.com/office/drawing/2014/main" id="{4AC6E1A4-5C88-CF97-48B2-3439779B35B3}"/>
                </a:ext>
              </a:extLst>
            </p:cNvPr>
            <p:cNvGrpSpPr/>
            <p:nvPr/>
          </p:nvGrpSpPr>
          <p:grpSpPr>
            <a:xfrm>
              <a:off x="6703432" y="779556"/>
              <a:ext cx="44401" cy="1825549"/>
              <a:chOff x="3858149" y="2541961"/>
              <a:chExt cx="44401" cy="1825549"/>
            </a:xfrm>
            <a:solidFill>
              <a:srgbClr val="000000"/>
            </a:solidFill>
          </p:grpSpPr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98A7752C-4607-9DCC-B477-B78F7057396F}"/>
                  </a:ext>
                </a:extLst>
              </p:cNvPr>
              <p:cNvSpPr/>
              <p:nvPr/>
            </p:nvSpPr>
            <p:spPr>
              <a:xfrm>
                <a:off x="3858149" y="4354820"/>
                <a:ext cx="44401" cy="12690"/>
              </a:xfrm>
              <a:custGeom>
                <a:avLst/>
                <a:gdLst>
                  <a:gd name="connsiteX0" fmla="*/ 44459 w 44401"/>
                  <a:gd name="connsiteY0" fmla="*/ 246 h 12690"/>
                  <a:gd name="connsiteX1" fmla="*/ 58 w 44401"/>
                  <a:gd name="connsiteY1" fmla="*/ 246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46"/>
                    </a:moveTo>
                    <a:lnTo>
                      <a:pt x="58" y="246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98FA0E7D-AC14-1739-ED9F-972756868762}"/>
                  </a:ext>
                </a:extLst>
              </p:cNvPr>
              <p:cNvSpPr/>
              <p:nvPr/>
            </p:nvSpPr>
            <p:spPr>
              <a:xfrm>
                <a:off x="3858149" y="3901605"/>
                <a:ext cx="44401" cy="12690"/>
              </a:xfrm>
              <a:custGeom>
                <a:avLst/>
                <a:gdLst>
                  <a:gd name="connsiteX0" fmla="*/ 44459 w 44401"/>
                  <a:gd name="connsiteY0" fmla="*/ 210 h 12690"/>
                  <a:gd name="connsiteX1" fmla="*/ 58 w 44401"/>
                  <a:gd name="connsiteY1" fmla="*/ 21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10"/>
                    </a:moveTo>
                    <a:lnTo>
                      <a:pt x="58" y="210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5803903B-3821-25A6-C3C5-36DB841AFBD6}"/>
                  </a:ext>
                </a:extLst>
              </p:cNvPr>
              <p:cNvSpPr/>
              <p:nvPr/>
            </p:nvSpPr>
            <p:spPr>
              <a:xfrm>
                <a:off x="3858149" y="3448391"/>
                <a:ext cx="44401" cy="12690"/>
              </a:xfrm>
              <a:custGeom>
                <a:avLst/>
                <a:gdLst>
                  <a:gd name="connsiteX0" fmla="*/ 44459 w 44401"/>
                  <a:gd name="connsiteY0" fmla="*/ 175 h 12690"/>
                  <a:gd name="connsiteX1" fmla="*/ 58 w 44401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7A2D8D6B-A37D-4F30-B05C-F8A5B2C5B510}"/>
                  </a:ext>
                </a:extLst>
              </p:cNvPr>
              <p:cNvSpPr/>
              <p:nvPr/>
            </p:nvSpPr>
            <p:spPr>
              <a:xfrm>
                <a:off x="3858149" y="2995176"/>
                <a:ext cx="44401" cy="12690"/>
              </a:xfrm>
              <a:custGeom>
                <a:avLst/>
                <a:gdLst>
                  <a:gd name="connsiteX0" fmla="*/ 44459 w 44401"/>
                  <a:gd name="connsiteY0" fmla="*/ 139 h 12690"/>
                  <a:gd name="connsiteX1" fmla="*/ 58 w 44401"/>
                  <a:gd name="connsiteY1" fmla="*/ 13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39"/>
                    </a:moveTo>
                    <a:lnTo>
                      <a:pt x="58" y="139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A6EF89D1-57DC-9457-260B-C7734A7605C1}"/>
                  </a:ext>
                </a:extLst>
              </p:cNvPr>
              <p:cNvSpPr/>
              <p:nvPr/>
            </p:nvSpPr>
            <p:spPr>
              <a:xfrm>
                <a:off x="3858149" y="2541961"/>
                <a:ext cx="44401" cy="12690"/>
              </a:xfrm>
              <a:custGeom>
                <a:avLst/>
                <a:gdLst>
                  <a:gd name="connsiteX0" fmla="*/ 44459 w 44401"/>
                  <a:gd name="connsiteY0" fmla="*/ 103 h 12690"/>
                  <a:gd name="connsiteX1" fmla="*/ 58 w 44401"/>
                  <a:gd name="connsiteY1" fmla="*/ 103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03"/>
                    </a:moveTo>
                    <a:lnTo>
                      <a:pt x="58" y="103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3DBFB07-DE8D-37FB-378F-3ED6F0733BB8}"/>
                </a:ext>
              </a:extLst>
            </p:cNvPr>
            <p:cNvSpPr/>
            <p:nvPr/>
          </p:nvSpPr>
          <p:spPr>
            <a:xfrm>
              <a:off x="6747834" y="552949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C89ECD2-4BA6-DCE6-28BC-481D8F32E555}"/>
                </a:ext>
              </a:extLst>
            </p:cNvPr>
            <p:cNvSpPr/>
            <p:nvPr/>
          </p:nvSpPr>
          <p:spPr>
            <a:xfrm>
              <a:off x="11278339" y="552949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BAC5D09-36A8-E5AF-25A0-604DA611EA96}"/>
                </a:ext>
              </a:extLst>
            </p:cNvPr>
            <p:cNvSpPr/>
            <p:nvPr/>
          </p:nvSpPr>
          <p:spPr>
            <a:xfrm>
              <a:off x="6747834" y="2819022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9170C58-683D-D638-3069-24F75A7FDE82}"/>
                </a:ext>
              </a:extLst>
            </p:cNvPr>
            <p:cNvSpPr/>
            <p:nvPr/>
          </p:nvSpPr>
          <p:spPr>
            <a:xfrm>
              <a:off x="6747834" y="552949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48" name="Graphic 2">
            <a:extLst>
              <a:ext uri="{FF2B5EF4-FFF2-40B4-BE49-F238E27FC236}">
                <a16:creationId xmlns:a16="http://schemas.microsoft.com/office/drawing/2014/main" id="{D1EDCE0B-46A0-D235-E48D-FDBCD09D3597}"/>
              </a:ext>
            </a:extLst>
          </p:cNvPr>
          <p:cNvGrpSpPr/>
          <p:nvPr/>
        </p:nvGrpSpPr>
        <p:grpSpPr>
          <a:xfrm>
            <a:off x="1199456" y="1057517"/>
            <a:ext cx="227514" cy="1908852"/>
            <a:chOff x="3577804" y="2495987"/>
            <a:chExt cx="227514" cy="1908852"/>
          </a:xfrm>
          <a:solidFill>
            <a:srgbClr val="000000"/>
          </a:solidFill>
        </p:grpSpPr>
        <p:grpSp>
          <p:nvGrpSpPr>
            <p:cNvPr id="51" name="Graphic 2">
              <a:extLst>
                <a:ext uri="{FF2B5EF4-FFF2-40B4-BE49-F238E27FC236}">
                  <a16:creationId xmlns:a16="http://schemas.microsoft.com/office/drawing/2014/main" id="{297EA566-418B-93E9-6CD6-20B35896557B}"/>
                </a:ext>
              </a:extLst>
            </p:cNvPr>
            <p:cNvGrpSpPr/>
            <p:nvPr/>
          </p:nvGrpSpPr>
          <p:grpSpPr>
            <a:xfrm>
              <a:off x="3577804" y="4308845"/>
              <a:ext cx="227514" cy="95994"/>
              <a:chOff x="3577804" y="4308845"/>
              <a:chExt cx="227514" cy="95994"/>
            </a:xfrm>
            <a:solidFill>
              <a:srgbClr val="000000"/>
            </a:solidFill>
          </p:grpSpPr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6D094EBC-1CF1-848B-2AFA-C99BEA979E29}"/>
                  </a:ext>
                </a:extLst>
              </p:cNvPr>
              <p:cNvSpPr/>
              <p:nvPr/>
            </p:nvSpPr>
            <p:spPr>
              <a:xfrm flipV="1">
                <a:off x="3577804" y="4310511"/>
                <a:ext cx="67395" cy="92524"/>
              </a:xfrm>
              <a:custGeom>
                <a:avLst/>
                <a:gdLst>
                  <a:gd name="connsiteX0" fmla="*/ 39767 w 67395"/>
                  <a:gd name="connsiteY0" fmla="*/ 79531 h 92524"/>
                  <a:gd name="connsiteX1" fmla="*/ 8171 w 67395"/>
                  <a:gd name="connsiteY1" fmla="*/ 30136 h 92524"/>
                  <a:gd name="connsiteX2" fmla="*/ 39767 w 67395"/>
                  <a:gd name="connsiteY2" fmla="*/ 30136 h 92524"/>
                  <a:gd name="connsiteX3" fmla="*/ 39767 w 67395"/>
                  <a:gd name="connsiteY3" fmla="*/ 79531 h 92524"/>
                  <a:gd name="connsiteX4" fmla="*/ 36477 w 67395"/>
                  <a:gd name="connsiteY4" fmla="*/ 90437 h 92524"/>
                  <a:gd name="connsiteX5" fmla="*/ 52216 w 67395"/>
                  <a:gd name="connsiteY5" fmla="*/ 90437 h 92524"/>
                  <a:gd name="connsiteX6" fmla="*/ 52216 w 67395"/>
                  <a:gd name="connsiteY6" fmla="*/ 30136 h 92524"/>
                  <a:gd name="connsiteX7" fmla="*/ 65417 w 67395"/>
                  <a:gd name="connsiteY7" fmla="*/ 30136 h 92524"/>
                  <a:gd name="connsiteX8" fmla="*/ 65417 w 67395"/>
                  <a:gd name="connsiteY8" fmla="*/ 19725 h 92524"/>
                  <a:gd name="connsiteX9" fmla="*/ 52216 w 67395"/>
                  <a:gd name="connsiteY9" fmla="*/ 19725 h 92524"/>
                  <a:gd name="connsiteX10" fmla="*/ 52216 w 67395"/>
                  <a:gd name="connsiteY10" fmla="*/ -2087 h 92524"/>
                  <a:gd name="connsiteX11" fmla="*/ 39767 w 67395"/>
                  <a:gd name="connsiteY11" fmla="*/ -2087 h 92524"/>
                  <a:gd name="connsiteX12" fmla="*/ 39767 w 67395"/>
                  <a:gd name="connsiteY12" fmla="*/ 19725 h 92524"/>
                  <a:gd name="connsiteX13" fmla="*/ -1978 w 67395"/>
                  <a:gd name="connsiteY13" fmla="*/ 19725 h 92524"/>
                  <a:gd name="connsiteX14" fmla="*/ -1978 w 67395"/>
                  <a:gd name="connsiteY14" fmla="*/ 31802 h 92524"/>
                  <a:gd name="connsiteX15" fmla="*/ 36477 w 67395"/>
                  <a:gd name="connsiteY15" fmla="*/ 90437 h 9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7395" h="92524">
                    <a:moveTo>
                      <a:pt x="39767" y="79531"/>
                    </a:moveTo>
                    <a:lnTo>
                      <a:pt x="8171" y="30136"/>
                    </a:lnTo>
                    <a:lnTo>
                      <a:pt x="39767" y="30136"/>
                    </a:lnTo>
                    <a:lnTo>
                      <a:pt x="39767" y="79531"/>
                    </a:lnTo>
                    <a:close/>
                    <a:moveTo>
                      <a:pt x="36477" y="90437"/>
                    </a:moveTo>
                    <a:lnTo>
                      <a:pt x="52216" y="90437"/>
                    </a:lnTo>
                    <a:lnTo>
                      <a:pt x="52216" y="30136"/>
                    </a:lnTo>
                    <a:lnTo>
                      <a:pt x="65417" y="30136"/>
                    </a:lnTo>
                    <a:lnTo>
                      <a:pt x="65417" y="19725"/>
                    </a:lnTo>
                    <a:lnTo>
                      <a:pt x="52216" y="19725"/>
                    </a:lnTo>
                    <a:lnTo>
                      <a:pt x="52216" y="-2087"/>
                    </a:lnTo>
                    <a:lnTo>
                      <a:pt x="39767" y="-2087"/>
                    </a:lnTo>
                    <a:lnTo>
                      <a:pt x="39767" y="19725"/>
                    </a:lnTo>
                    <a:lnTo>
                      <a:pt x="-1978" y="19725"/>
                    </a:lnTo>
                    <a:lnTo>
                      <a:pt x="-1978" y="31802"/>
                    </a:lnTo>
                    <a:lnTo>
                      <a:pt x="36477" y="90437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2BF80FD7-BE15-1BA5-EB21-E2DC97E45E89}"/>
                  </a:ext>
                </a:extLst>
              </p:cNvPr>
              <p:cNvSpPr/>
              <p:nvPr/>
            </p:nvSpPr>
            <p:spPr>
              <a:xfrm flipV="1">
                <a:off x="3660916" y="4308845"/>
                <a:ext cx="63431" cy="95994"/>
              </a:xfrm>
              <a:custGeom>
                <a:avLst/>
                <a:gdLst>
                  <a:gd name="connsiteX0" fmla="*/ 29723 w 63431"/>
                  <a:gd name="connsiteY0" fmla="*/ 43663 h 95994"/>
                  <a:gd name="connsiteX1" fmla="*/ 15688 w 63431"/>
                  <a:gd name="connsiteY1" fmla="*/ 38884 h 95994"/>
                  <a:gd name="connsiteX2" fmla="*/ 10594 w 63431"/>
                  <a:gd name="connsiteY2" fmla="*/ 25757 h 95994"/>
                  <a:gd name="connsiteX3" fmla="*/ 15688 w 63431"/>
                  <a:gd name="connsiteY3" fmla="*/ 12610 h 95994"/>
                  <a:gd name="connsiteX4" fmla="*/ 29723 w 63431"/>
                  <a:gd name="connsiteY4" fmla="*/ 7831 h 95994"/>
                  <a:gd name="connsiteX5" fmla="*/ 43777 w 63431"/>
                  <a:gd name="connsiteY5" fmla="*/ 12630 h 95994"/>
                  <a:gd name="connsiteX6" fmla="*/ 48930 w 63431"/>
                  <a:gd name="connsiteY6" fmla="*/ 25757 h 95994"/>
                  <a:gd name="connsiteX7" fmla="*/ 43816 w 63431"/>
                  <a:gd name="connsiteY7" fmla="*/ 38884 h 95994"/>
                  <a:gd name="connsiteX8" fmla="*/ 29723 w 63431"/>
                  <a:gd name="connsiteY8" fmla="*/ 43663 h 95994"/>
                  <a:gd name="connsiteX9" fmla="*/ 17215 w 63431"/>
                  <a:gd name="connsiteY9" fmla="*/ 48977 h 95994"/>
                  <a:gd name="connsiteX10" fmla="*/ 4667 w 63431"/>
                  <a:gd name="connsiteY10" fmla="*/ 56473 h 95994"/>
                  <a:gd name="connsiteX11" fmla="*/ 187 w 63431"/>
                  <a:gd name="connsiteY11" fmla="*/ 69937 h 95994"/>
                  <a:gd name="connsiteX12" fmla="*/ 8077 w 63431"/>
                  <a:gd name="connsiteY12" fmla="*/ 87466 h 95994"/>
                  <a:gd name="connsiteX13" fmla="*/ 29723 w 63431"/>
                  <a:gd name="connsiteY13" fmla="*/ 93911 h 95994"/>
                  <a:gd name="connsiteX14" fmla="*/ 51408 w 63431"/>
                  <a:gd name="connsiteY14" fmla="*/ 87466 h 95994"/>
                  <a:gd name="connsiteX15" fmla="*/ 59278 w 63431"/>
                  <a:gd name="connsiteY15" fmla="*/ 69937 h 95994"/>
                  <a:gd name="connsiteX16" fmla="*/ 54778 w 63431"/>
                  <a:gd name="connsiteY16" fmla="*/ 56473 h 95994"/>
                  <a:gd name="connsiteX17" fmla="*/ 42310 w 63431"/>
                  <a:gd name="connsiteY17" fmla="*/ 48977 h 95994"/>
                  <a:gd name="connsiteX18" fmla="*/ 56384 w 63431"/>
                  <a:gd name="connsiteY18" fmla="*/ 40728 h 95994"/>
                  <a:gd name="connsiteX19" fmla="*/ 61438 w 63431"/>
                  <a:gd name="connsiteY19" fmla="*/ 25757 h 95994"/>
                  <a:gd name="connsiteX20" fmla="*/ 53232 w 63431"/>
                  <a:gd name="connsiteY20" fmla="*/ 5095 h 95994"/>
                  <a:gd name="connsiteX21" fmla="*/ 29723 w 63431"/>
                  <a:gd name="connsiteY21" fmla="*/ -2083 h 95994"/>
                  <a:gd name="connsiteX22" fmla="*/ 6213 w 63431"/>
                  <a:gd name="connsiteY22" fmla="*/ 5095 h 95994"/>
                  <a:gd name="connsiteX23" fmla="*/ -1993 w 63431"/>
                  <a:gd name="connsiteY23" fmla="*/ 25757 h 95994"/>
                  <a:gd name="connsiteX24" fmla="*/ 3082 w 63431"/>
                  <a:gd name="connsiteY24" fmla="*/ 40728 h 95994"/>
                  <a:gd name="connsiteX25" fmla="*/ 17215 w 63431"/>
                  <a:gd name="connsiteY25" fmla="*/ 48977 h 95994"/>
                  <a:gd name="connsiteX26" fmla="*/ 12636 w 63431"/>
                  <a:gd name="connsiteY26" fmla="*/ 68747 h 95994"/>
                  <a:gd name="connsiteX27" fmla="*/ 17116 w 63431"/>
                  <a:gd name="connsiteY27" fmla="*/ 57544 h 95994"/>
                  <a:gd name="connsiteX28" fmla="*/ 29723 w 63431"/>
                  <a:gd name="connsiteY28" fmla="*/ 53518 h 95994"/>
                  <a:gd name="connsiteX29" fmla="*/ 42330 w 63431"/>
                  <a:gd name="connsiteY29" fmla="*/ 57544 h 95994"/>
                  <a:gd name="connsiteX30" fmla="*/ 46889 w 63431"/>
                  <a:gd name="connsiteY30" fmla="*/ 68747 h 95994"/>
                  <a:gd name="connsiteX31" fmla="*/ 42330 w 63431"/>
                  <a:gd name="connsiteY31" fmla="*/ 79971 h 95994"/>
                  <a:gd name="connsiteX32" fmla="*/ 29723 w 63431"/>
                  <a:gd name="connsiteY32" fmla="*/ 83996 h 95994"/>
                  <a:gd name="connsiteX33" fmla="*/ 17116 w 63431"/>
                  <a:gd name="connsiteY33" fmla="*/ 79971 h 95994"/>
                  <a:gd name="connsiteX34" fmla="*/ 12636 w 63431"/>
                  <a:gd name="connsiteY34" fmla="*/ 68747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63431" h="95994">
                    <a:moveTo>
                      <a:pt x="29723" y="43663"/>
                    </a:moveTo>
                    <a:cubicBezTo>
                      <a:pt x="23776" y="43663"/>
                      <a:pt x="19098" y="42070"/>
                      <a:pt x="15688" y="38884"/>
                    </a:cubicBezTo>
                    <a:cubicBezTo>
                      <a:pt x="12292" y="35698"/>
                      <a:pt x="10594" y="31323"/>
                      <a:pt x="10594" y="25757"/>
                    </a:cubicBezTo>
                    <a:cubicBezTo>
                      <a:pt x="10594" y="20178"/>
                      <a:pt x="12292" y="15796"/>
                      <a:pt x="15688" y="12610"/>
                    </a:cubicBezTo>
                    <a:cubicBezTo>
                      <a:pt x="19098" y="9424"/>
                      <a:pt x="23776" y="7831"/>
                      <a:pt x="29723" y="7831"/>
                    </a:cubicBezTo>
                    <a:cubicBezTo>
                      <a:pt x="35669" y="7831"/>
                      <a:pt x="40354" y="9431"/>
                      <a:pt x="43777" y="12630"/>
                    </a:cubicBezTo>
                    <a:cubicBezTo>
                      <a:pt x="47212" y="15842"/>
                      <a:pt x="48930" y="20218"/>
                      <a:pt x="48930" y="25757"/>
                    </a:cubicBezTo>
                    <a:cubicBezTo>
                      <a:pt x="48930" y="31323"/>
                      <a:pt x="47226" y="35698"/>
                      <a:pt x="43816" y="38884"/>
                    </a:cubicBezTo>
                    <a:cubicBezTo>
                      <a:pt x="40420" y="42070"/>
                      <a:pt x="35722" y="43663"/>
                      <a:pt x="29723" y="43663"/>
                    </a:cubicBezTo>
                    <a:close/>
                    <a:moveTo>
                      <a:pt x="17215" y="48977"/>
                    </a:moveTo>
                    <a:cubicBezTo>
                      <a:pt x="11850" y="50299"/>
                      <a:pt x="7667" y="52798"/>
                      <a:pt x="4667" y="56473"/>
                    </a:cubicBezTo>
                    <a:cubicBezTo>
                      <a:pt x="1681" y="60161"/>
                      <a:pt x="187" y="64649"/>
                      <a:pt x="187" y="69937"/>
                    </a:cubicBezTo>
                    <a:cubicBezTo>
                      <a:pt x="187" y="77327"/>
                      <a:pt x="2817" y="83170"/>
                      <a:pt x="8077" y="87466"/>
                    </a:cubicBezTo>
                    <a:cubicBezTo>
                      <a:pt x="13349" y="91763"/>
                      <a:pt x="20565" y="93911"/>
                      <a:pt x="29723" y="93911"/>
                    </a:cubicBezTo>
                    <a:cubicBezTo>
                      <a:pt x="38933" y="93911"/>
                      <a:pt x="46162" y="91763"/>
                      <a:pt x="51408" y="87466"/>
                    </a:cubicBezTo>
                    <a:cubicBezTo>
                      <a:pt x="56654" y="83170"/>
                      <a:pt x="59278" y="77327"/>
                      <a:pt x="59278" y="69937"/>
                    </a:cubicBezTo>
                    <a:cubicBezTo>
                      <a:pt x="59278" y="64649"/>
                      <a:pt x="57778" y="60161"/>
                      <a:pt x="54778" y="56473"/>
                    </a:cubicBezTo>
                    <a:cubicBezTo>
                      <a:pt x="51791" y="52798"/>
                      <a:pt x="47635" y="50299"/>
                      <a:pt x="42310" y="48977"/>
                    </a:cubicBezTo>
                    <a:cubicBezTo>
                      <a:pt x="48336" y="47576"/>
                      <a:pt x="53027" y="44826"/>
                      <a:pt x="56384" y="40728"/>
                    </a:cubicBezTo>
                    <a:cubicBezTo>
                      <a:pt x="59753" y="36643"/>
                      <a:pt x="61438" y="31653"/>
                      <a:pt x="61438" y="25757"/>
                    </a:cubicBezTo>
                    <a:cubicBezTo>
                      <a:pt x="61438" y="16781"/>
                      <a:pt x="58703" y="9894"/>
                      <a:pt x="53232" y="5095"/>
                    </a:cubicBezTo>
                    <a:cubicBezTo>
                      <a:pt x="47761" y="309"/>
                      <a:pt x="39924" y="-2083"/>
                      <a:pt x="29723" y="-2083"/>
                    </a:cubicBezTo>
                    <a:cubicBezTo>
                      <a:pt x="19534" y="-2083"/>
                      <a:pt x="11698" y="309"/>
                      <a:pt x="6213" y="5095"/>
                    </a:cubicBezTo>
                    <a:cubicBezTo>
                      <a:pt x="743" y="9894"/>
                      <a:pt x="-1993" y="16781"/>
                      <a:pt x="-1993" y="25757"/>
                    </a:cubicBezTo>
                    <a:cubicBezTo>
                      <a:pt x="-1993" y="31653"/>
                      <a:pt x="-301" y="36643"/>
                      <a:pt x="3082" y="40728"/>
                    </a:cubicBezTo>
                    <a:cubicBezTo>
                      <a:pt x="6478" y="44826"/>
                      <a:pt x="11189" y="47576"/>
                      <a:pt x="17215" y="48977"/>
                    </a:cubicBezTo>
                    <a:close/>
                    <a:moveTo>
                      <a:pt x="12636" y="68747"/>
                    </a:moveTo>
                    <a:cubicBezTo>
                      <a:pt x="12636" y="63962"/>
                      <a:pt x="14129" y="60227"/>
                      <a:pt x="17116" y="57544"/>
                    </a:cubicBezTo>
                    <a:cubicBezTo>
                      <a:pt x="20115" y="54860"/>
                      <a:pt x="24318" y="53518"/>
                      <a:pt x="29723" y="53518"/>
                    </a:cubicBezTo>
                    <a:cubicBezTo>
                      <a:pt x="35101" y="53518"/>
                      <a:pt x="39303" y="54860"/>
                      <a:pt x="42330" y="57544"/>
                    </a:cubicBezTo>
                    <a:cubicBezTo>
                      <a:pt x="45369" y="60227"/>
                      <a:pt x="46889" y="63962"/>
                      <a:pt x="46889" y="68747"/>
                    </a:cubicBezTo>
                    <a:cubicBezTo>
                      <a:pt x="46889" y="73546"/>
                      <a:pt x="45369" y="77287"/>
                      <a:pt x="42330" y="79971"/>
                    </a:cubicBezTo>
                    <a:cubicBezTo>
                      <a:pt x="39303" y="82654"/>
                      <a:pt x="35101" y="83996"/>
                      <a:pt x="29723" y="83996"/>
                    </a:cubicBezTo>
                    <a:cubicBezTo>
                      <a:pt x="24318" y="83996"/>
                      <a:pt x="20115" y="82654"/>
                      <a:pt x="17116" y="79971"/>
                    </a:cubicBezTo>
                    <a:cubicBezTo>
                      <a:pt x="14129" y="77287"/>
                      <a:pt x="12636" y="73546"/>
                      <a:pt x="12636" y="687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407372C0-A6FF-AC21-5A15-DA74178230C6}"/>
                  </a:ext>
                </a:extLst>
              </p:cNvPr>
              <p:cNvSpPr/>
              <p:nvPr/>
            </p:nvSpPr>
            <p:spPr>
              <a:xfrm flipV="1">
                <a:off x="3741391" y="4308845"/>
                <a:ext cx="63926" cy="95994"/>
              </a:xfrm>
              <a:custGeom>
                <a:avLst/>
                <a:gdLst>
                  <a:gd name="connsiteX0" fmla="*/ 29966 w 63926"/>
                  <a:gd name="connsiteY0" fmla="*/ 83996 h 95994"/>
                  <a:gd name="connsiteX1" fmla="*/ 15437 w 63926"/>
                  <a:gd name="connsiteY1" fmla="*/ 74478 h 95994"/>
                  <a:gd name="connsiteX2" fmla="*/ 10580 w 63926"/>
                  <a:gd name="connsiteY2" fmla="*/ 45884 h 95994"/>
                  <a:gd name="connsiteX3" fmla="*/ 15437 w 63926"/>
                  <a:gd name="connsiteY3" fmla="*/ 17349 h 95994"/>
                  <a:gd name="connsiteX4" fmla="*/ 29966 w 63926"/>
                  <a:gd name="connsiteY4" fmla="*/ 7831 h 95994"/>
                  <a:gd name="connsiteX5" fmla="*/ 44556 w 63926"/>
                  <a:gd name="connsiteY5" fmla="*/ 17349 h 95994"/>
                  <a:gd name="connsiteX6" fmla="*/ 49432 w 63926"/>
                  <a:gd name="connsiteY6" fmla="*/ 45884 h 95994"/>
                  <a:gd name="connsiteX7" fmla="*/ 44556 w 63926"/>
                  <a:gd name="connsiteY7" fmla="*/ 74478 h 95994"/>
                  <a:gd name="connsiteX8" fmla="*/ 29966 w 63926"/>
                  <a:gd name="connsiteY8" fmla="*/ 83996 h 95994"/>
                  <a:gd name="connsiteX9" fmla="*/ 29966 w 63926"/>
                  <a:gd name="connsiteY9" fmla="*/ 93911 h 95994"/>
                  <a:gd name="connsiteX10" fmla="*/ 53733 w 63926"/>
                  <a:gd name="connsiteY10" fmla="*/ 81597 h 95994"/>
                  <a:gd name="connsiteX11" fmla="*/ 61940 w 63926"/>
                  <a:gd name="connsiteY11" fmla="*/ 45884 h 95994"/>
                  <a:gd name="connsiteX12" fmla="*/ 53733 w 63926"/>
                  <a:gd name="connsiteY12" fmla="*/ 10211 h 95994"/>
                  <a:gd name="connsiteX13" fmla="*/ 29966 w 63926"/>
                  <a:gd name="connsiteY13" fmla="*/ -2083 h 95994"/>
                  <a:gd name="connsiteX14" fmla="*/ 6219 w 63926"/>
                  <a:gd name="connsiteY14" fmla="*/ 10211 h 95994"/>
                  <a:gd name="connsiteX15" fmla="*/ -1987 w 63926"/>
                  <a:gd name="connsiteY15" fmla="*/ 45884 h 95994"/>
                  <a:gd name="connsiteX16" fmla="*/ 6219 w 63926"/>
                  <a:gd name="connsiteY16" fmla="*/ 81597 h 95994"/>
                  <a:gd name="connsiteX17" fmla="*/ 29966 w 63926"/>
                  <a:gd name="connsiteY17" fmla="*/ 93911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996"/>
                    </a:moveTo>
                    <a:cubicBezTo>
                      <a:pt x="23531" y="83996"/>
                      <a:pt x="18688" y="80823"/>
                      <a:pt x="15437" y="74478"/>
                    </a:cubicBezTo>
                    <a:cubicBezTo>
                      <a:pt x="12199" y="68146"/>
                      <a:pt x="10580" y="58614"/>
                      <a:pt x="10580" y="45884"/>
                    </a:cubicBezTo>
                    <a:cubicBezTo>
                      <a:pt x="10580" y="33206"/>
                      <a:pt x="12199" y="23695"/>
                      <a:pt x="15437" y="17349"/>
                    </a:cubicBezTo>
                    <a:cubicBezTo>
                      <a:pt x="18688" y="11004"/>
                      <a:pt x="23531" y="7831"/>
                      <a:pt x="29966" y="7831"/>
                    </a:cubicBezTo>
                    <a:cubicBezTo>
                      <a:pt x="36455" y="7831"/>
                      <a:pt x="41318" y="11004"/>
                      <a:pt x="44556" y="17349"/>
                    </a:cubicBezTo>
                    <a:cubicBezTo>
                      <a:pt x="47806" y="23695"/>
                      <a:pt x="49432" y="33206"/>
                      <a:pt x="49432" y="45884"/>
                    </a:cubicBezTo>
                    <a:cubicBezTo>
                      <a:pt x="49432" y="58614"/>
                      <a:pt x="47806" y="68146"/>
                      <a:pt x="44556" y="74478"/>
                    </a:cubicBezTo>
                    <a:cubicBezTo>
                      <a:pt x="41318" y="80823"/>
                      <a:pt x="36455" y="83996"/>
                      <a:pt x="29966" y="83996"/>
                    </a:cubicBezTo>
                    <a:close/>
                    <a:moveTo>
                      <a:pt x="29966" y="93911"/>
                    </a:moveTo>
                    <a:cubicBezTo>
                      <a:pt x="40340" y="93911"/>
                      <a:pt x="48262" y="89806"/>
                      <a:pt x="53733" y="81597"/>
                    </a:cubicBezTo>
                    <a:cubicBezTo>
                      <a:pt x="59204" y="73401"/>
                      <a:pt x="61940" y="61496"/>
                      <a:pt x="61940" y="45884"/>
                    </a:cubicBezTo>
                    <a:cubicBezTo>
                      <a:pt x="61940" y="30311"/>
                      <a:pt x="59204" y="18420"/>
                      <a:pt x="53733" y="10211"/>
                    </a:cubicBezTo>
                    <a:cubicBezTo>
                      <a:pt x="48262" y="2015"/>
                      <a:pt x="40340" y="-2083"/>
                      <a:pt x="29966" y="-2083"/>
                    </a:cubicBezTo>
                    <a:cubicBezTo>
                      <a:pt x="19606" y="-2083"/>
                      <a:pt x="11690" y="2015"/>
                      <a:pt x="6219" y="10211"/>
                    </a:cubicBezTo>
                    <a:cubicBezTo>
                      <a:pt x="748" y="18420"/>
                      <a:pt x="-1987" y="30311"/>
                      <a:pt x="-1987" y="45884"/>
                    </a:cubicBezTo>
                    <a:cubicBezTo>
                      <a:pt x="-1987" y="61496"/>
                      <a:pt x="748" y="73401"/>
                      <a:pt x="6219" y="81597"/>
                    </a:cubicBezTo>
                    <a:cubicBezTo>
                      <a:pt x="11690" y="89806"/>
                      <a:pt x="19606" y="93911"/>
                      <a:pt x="29966" y="939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57" name="Graphic 2">
              <a:extLst>
                <a:ext uri="{FF2B5EF4-FFF2-40B4-BE49-F238E27FC236}">
                  <a16:creationId xmlns:a16="http://schemas.microsoft.com/office/drawing/2014/main" id="{A0FF09BF-0440-58D1-6F41-2CD3C69DCAFD}"/>
                </a:ext>
              </a:extLst>
            </p:cNvPr>
            <p:cNvGrpSpPr/>
            <p:nvPr/>
          </p:nvGrpSpPr>
          <p:grpSpPr>
            <a:xfrm>
              <a:off x="3577804" y="3855631"/>
              <a:ext cx="227514" cy="95994"/>
              <a:chOff x="3577804" y="3855631"/>
              <a:chExt cx="227514" cy="95994"/>
            </a:xfrm>
            <a:solidFill>
              <a:srgbClr val="000000"/>
            </a:solidFill>
          </p:grpSpPr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41016254-2413-7B85-DD4A-22BA45366094}"/>
                  </a:ext>
                </a:extLst>
              </p:cNvPr>
              <p:cNvSpPr/>
              <p:nvPr/>
            </p:nvSpPr>
            <p:spPr>
              <a:xfrm flipV="1">
                <a:off x="3577804" y="3857296"/>
                <a:ext cx="67395" cy="92524"/>
              </a:xfrm>
              <a:custGeom>
                <a:avLst/>
                <a:gdLst>
                  <a:gd name="connsiteX0" fmla="*/ 39767 w 67395"/>
                  <a:gd name="connsiteY0" fmla="*/ 79495 h 92524"/>
                  <a:gd name="connsiteX1" fmla="*/ 8171 w 67395"/>
                  <a:gd name="connsiteY1" fmla="*/ 30100 h 92524"/>
                  <a:gd name="connsiteX2" fmla="*/ 39767 w 67395"/>
                  <a:gd name="connsiteY2" fmla="*/ 30100 h 92524"/>
                  <a:gd name="connsiteX3" fmla="*/ 39767 w 67395"/>
                  <a:gd name="connsiteY3" fmla="*/ 79495 h 92524"/>
                  <a:gd name="connsiteX4" fmla="*/ 36477 w 67395"/>
                  <a:gd name="connsiteY4" fmla="*/ 90401 h 92524"/>
                  <a:gd name="connsiteX5" fmla="*/ 52216 w 67395"/>
                  <a:gd name="connsiteY5" fmla="*/ 90401 h 92524"/>
                  <a:gd name="connsiteX6" fmla="*/ 52216 w 67395"/>
                  <a:gd name="connsiteY6" fmla="*/ 30100 h 92524"/>
                  <a:gd name="connsiteX7" fmla="*/ 65417 w 67395"/>
                  <a:gd name="connsiteY7" fmla="*/ 30100 h 92524"/>
                  <a:gd name="connsiteX8" fmla="*/ 65417 w 67395"/>
                  <a:gd name="connsiteY8" fmla="*/ 19690 h 92524"/>
                  <a:gd name="connsiteX9" fmla="*/ 52216 w 67395"/>
                  <a:gd name="connsiteY9" fmla="*/ 19690 h 92524"/>
                  <a:gd name="connsiteX10" fmla="*/ 52216 w 67395"/>
                  <a:gd name="connsiteY10" fmla="*/ -2123 h 92524"/>
                  <a:gd name="connsiteX11" fmla="*/ 39767 w 67395"/>
                  <a:gd name="connsiteY11" fmla="*/ -2123 h 92524"/>
                  <a:gd name="connsiteX12" fmla="*/ 39767 w 67395"/>
                  <a:gd name="connsiteY12" fmla="*/ 19690 h 92524"/>
                  <a:gd name="connsiteX13" fmla="*/ -1978 w 67395"/>
                  <a:gd name="connsiteY13" fmla="*/ 19690 h 92524"/>
                  <a:gd name="connsiteX14" fmla="*/ -1978 w 67395"/>
                  <a:gd name="connsiteY14" fmla="*/ 31766 h 92524"/>
                  <a:gd name="connsiteX15" fmla="*/ 36477 w 67395"/>
                  <a:gd name="connsiteY15" fmla="*/ 90401 h 9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7395" h="92524">
                    <a:moveTo>
                      <a:pt x="39767" y="79495"/>
                    </a:moveTo>
                    <a:lnTo>
                      <a:pt x="8171" y="30100"/>
                    </a:lnTo>
                    <a:lnTo>
                      <a:pt x="39767" y="30100"/>
                    </a:lnTo>
                    <a:lnTo>
                      <a:pt x="39767" y="79495"/>
                    </a:lnTo>
                    <a:close/>
                    <a:moveTo>
                      <a:pt x="36477" y="90401"/>
                    </a:moveTo>
                    <a:lnTo>
                      <a:pt x="52216" y="90401"/>
                    </a:lnTo>
                    <a:lnTo>
                      <a:pt x="52216" y="30100"/>
                    </a:lnTo>
                    <a:lnTo>
                      <a:pt x="65417" y="30100"/>
                    </a:lnTo>
                    <a:lnTo>
                      <a:pt x="65417" y="19690"/>
                    </a:lnTo>
                    <a:lnTo>
                      <a:pt x="52216" y="19690"/>
                    </a:lnTo>
                    <a:lnTo>
                      <a:pt x="52216" y="-2123"/>
                    </a:lnTo>
                    <a:lnTo>
                      <a:pt x="39767" y="-2123"/>
                    </a:lnTo>
                    <a:lnTo>
                      <a:pt x="39767" y="19690"/>
                    </a:lnTo>
                    <a:lnTo>
                      <a:pt x="-1978" y="19690"/>
                    </a:lnTo>
                    <a:lnTo>
                      <a:pt x="-1978" y="31766"/>
                    </a:lnTo>
                    <a:lnTo>
                      <a:pt x="36477" y="90401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418708B8-E20F-CE95-CFAC-3F962035D6F4}"/>
                  </a:ext>
                </a:extLst>
              </p:cNvPr>
              <p:cNvSpPr/>
              <p:nvPr/>
            </p:nvSpPr>
            <p:spPr>
              <a:xfrm flipV="1">
                <a:off x="3660301" y="3855631"/>
                <a:ext cx="63807" cy="95994"/>
              </a:xfrm>
              <a:custGeom>
                <a:avLst/>
                <a:gdLst>
                  <a:gd name="connsiteX0" fmla="*/ 3975 w 63807"/>
                  <a:gd name="connsiteY0" fmla="*/ 1609 h 95994"/>
                  <a:gd name="connsiteX1" fmla="*/ 3975 w 63807"/>
                  <a:gd name="connsiteY1" fmla="*/ 13011 h 95994"/>
                  <a:gd name="connsiteX2" fmla="*/ 13510 w 63807"/>
                  <a:gd name="connsiteY2" fmla="*/ 9600 h 95994"/>
                  <a:gd name="connsiteX3" fmla="*/ 23005 w 63807"/>
                  <a:gd name="connsiteY3" fmla="*/ 8430 h 95994"/>
                  <a:gd name="connsiteX4" fmla="*/ 41915 w 63807"/>
                  <a:gd name="connsiteY4" fmla="*/ 16759 h 95994"/>
                  <a:gd name="connsiteX5" fmla="*/ 49388 w 63807"/>
                  <a:gd name="connsiteY5" fmla="*/ 42081 h 95994"/>
                  <a:gd name="connsiteX6" fmla="*/ 40270 w 63807"/>
                  <a:gd name="connsiteY6" fmla="*/ 33891 h 95994"/>
                  <a:gd name="connsiteX7" fmla="*/ 28079 w 63807"/>
                  <a:gd name="connsiteY7" fmla="*/ 31036 h 95994"/>
                  <a:gd name="connsiteX8" fmla="*/ 6116 w 63807"/>
                  <a:gd name="connsiteY8" fmla="*/ 39424 h 95994"/>
                  <a:gd name="connsiteX9" fmla="*/ -1971 w 63807"/>
                  <a:gd name="connsiteY9" fmla="*/ 62406 h 95994"/>
                  <a:gd name="connsiteX10" fmla="*/ 6453 w 63807"/>
                  <a:gd name="connsiteY10" fmla="*/ 85249 h 95994"/>
                  <a:gd name="connsiteX11" fmla="*/ 28872 w 63807"/>
                  <a:gd name="connsiteY11" fmla="*/ 93875 h 95994"/>
                  <a:gd name="connsiteX12" fmla="*/ 53372 w 63807"/>
                  <a:gd name="connsiteY12" fmla="*/ 81561 h 95994"/>
                  <a:gd name="connsiteX13" fmla="*/ 61836 w 63807"/>
                  <a:gd name="connsiteY13" fmla="*/ 45848 h 95994"/>
                  <a:gd name="connsiteX14" fmla="*/ 51449 w 63807"/>
                  <a:gd name="connsiteY14" fmla="*/ 10929 h 95994"/>
                  <a:gd name="connsiteX15" fmla="*/ 23560 w 63807"/>
                  <a:gd name="connsiteY15" fmla="*/ -2119 h 95994"/>
                  <a:gd name="connsiteX16" fmla="*/ 14005 w 63807"/>
                  <a:gd name="connsiteY16" fmla="*/ -1187 h 95994"/>
                  <a:gd name="connsiteX17" fmla="*/ 3975 w 63807"/>
                  <a:gd name="connsiteY17" fmla="*/ 1609 h 95994"/>
                  <a:gd name="connsiteX18" fmla="*/ 28872 w 63807"/>
                  <a:gd name="connsiteY18" fmla="*/ 40831 h 95994"/>
                  <a:gd name="connsiteX19" fmla="*/ 42212 w 63807"/>
                  <a:gd name="connsiteY19" fmla="*/ 46582 h 95994"/>
                  <a:gd name="connsiteX20" fmla="*/ 47148 w 63807"/>
                  <a:gd name="connsiteY20" fmla="*/ 62406 h 95994"/>
                  <a:gd name="connsiteX21" fmla="*/ 42212 w 63807"/>
                  <a:gd name="connsiteY21" fmla="*/ 78170 h 95994"/>
                  <a:gd name="connsiteX22" fmla="*/ 28872 w 63807"/>
                  <a:gd name="connsiteY22" fmla="*/ 83960 h 95994"/>
                  <a:gd name="connsiteX23" fmla="*/ 15532 w 63807"/>
                  <a:gd name="connsiteY23" fmla="*/ 78170 h 95994"/>
                  <a:gd name="connsiteX24" fmla="*/ 10616 w 63807"/>
                  <a:gd name="connsiteY24" fmla="*/ 62406 h 95994"/>
                  <a:gd name="connsiteX25" fmla="*/ 15532 w 63807"/>
                  <a:gd name="connsiteY25" fmla="*/ 46582 h 95994"/>
                  <a:gd name="connsiteX26" fmla="*/ 28872 w 63807"/>
                  <a:gd name="connsiteY26" fmla="*/ 40831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3807" h="95994">
                    <a:moveTo>
                      <a:pt x="3975" y="1609"/>
                    </a:moveTo>
                    <a:lnTo>
                      <a:pt x="3975" y="13011"/>
                    </a:lnTo>
                    <a:cubicBezTo>
                      <a:pt x="7120" y="11517"/>
                      <a:pt x="10298" y="10380"/>
                      <a:pt x="13510" y="9600"/>
                    </a:cubicBezTo>
                    <a:cubicBezTo>
                      <a:pt x="16734" y="8820"/>
                      <a:pt x="19899" y="8430"/>
                      <a:pt x="23005" y="8430"/>
                    </a:cubicBezTo>
                    <a:cubicBezTo>
                      <a:pt x="31264" y="8430"/>
                      <a:pt x="37567" y="11206"/>
                      <a:pt x="41915" y="16759"/>
                    </a:cubicBezTo>
                    <a:cubicBezTo>
                      <a:pt x="46276" y="22311"/>
                      <a:pt x="48767" y="30751"/>
                      <a:pt x="49388" y="42081"/>
                    </a:cubicBezTo>
                    <a:cubicBezTo>
                      <a:pt x="46996" y="38525"/>
                      <a:pt x="43957" y="35795"/>
                      <a:pt x="40270" y="33891"/>
                    </a:cubicBezTo>
                    <a:cubicBezTo>
                      <a:pt x="36596" y="31987"/>
                      <a:pt x="32532" y="31036"/>
                      <a:pt x="28079" y="31036"/>
                    </a:cubicBezTo>
                    <a:cubicBezTo>
                      <a:pt x="18829" y="31036"/>
                      <a:pt x="11508" y="33832"/>
                      <a:pt x="6116" y="39424"/>
                    </a:cubicBezTo>
                    <a:cubicBezTo>
                      <a:pt x="724" y="45029"/>
                      <a:pt x="-1971" y="52689"/>
                      <a:pt x="-1971" y="62406"/>
                    </a:cubicBezTo>
                    <a:cubicBezTo>
                      <a:pt x="-1971" y="71897"/>
                      <a:pt x="837" y="79512"/>
                      <a:pt x="6453" y="85249"/>
                    </a:cubicBezTo>
                    <a:cubicBezTo>
                      <a:pt x="12069" y="91000"/>
                      <a:pt x="19542" y="93875"/>
                      <a:pt x="28872" y="93875"/>
                    </a:cubicBezTo>
                    <a:cubicBezTo>
                      <a:pt x="39576" y="93875"/>
                      <a:pt x="47743" y="89770"/>
                      <a:pt x="53372" y="81561"/>
                    </a:cubicBezTo>
                    <a:cubicBezTo>
                      <a:pt x="59015" y="73365"/>
                      <a:pt x="61836" y="61461"/>
                      <a:pt x="61836" y="45848"/>
                    </a:cubicBezTo>
                    <a:cubicBezTo>
                      <a:pt x="61836" y="31267"/>
                      <a:pt x="58374" y="19627"/>
                      <a:pt x="51449" y="10929"/>
                    </a:cubicBezTo>
                    <a:cubicBezTo>
                      <a:pt x="44538" y="2230"/>
                      <a:pt x="35241" y="-2119"/>
                      <a:pt x="23560" y="-2119"/>
                    </a:cubicBezTo>
                    <a:cubicBezTo>
                      <a:pt x="20414" y="-2119"/>
                      <a:pt x="17230" y="-1808"/>
                      <a:pt x="14005" y="-1187"/>
                    </a:cubicBezTo>
                    <a:cubicBezTo>
                      <a:pt x="10794" y="-566"/>
                      <a:pt x="7451" y="366"/>
                      <a:pt x="3975" y="1609"/>
                    </a:cubicBezTo>
                    <a:close/>
                    <a:moveTo>
                      <a:pt x="28872" y="40831"/>
                    </a:moveTo>
                    <a:cubicBezTo>
                      <a:pt x="34488" y="40831"/>
                      <a:pt x="38935" y="42748"/>
                      <a:pt x="42212" y="46582"/>
                    </a:cubicBezTo>
                    <a:cubicBezTo>
                      <a:pt x="45503" y="50429"/>
                      <a:pt x="47148" y="55703"/>
                      <a:pt x="47148" y="62406"/>
                    </a:cubicBezTo>
                    <a:cubicBezTo>
                      <a:pt x="47148" y="69055"/>
                      <a:pt x="45503" y="74310"/>
                      <a:pt x="42212" y="78170"/>
                    </a:cubicBezTo>
                    <a:cubicBezTo>
                      <a:pt x="38935" y="82030"/>
                      <a:pt x="34488" y="83960"/>
                      <a:pt x="28872" y="83960"/>
                    </a:cubicBezTo>
                    <a:cubicBezTo>
                      <a:pt x="23256" y="83960"/>
                      <a:pt x="18809" y="82030"/>
                      <a:pt x="15532" y="78170"/>
                    </a:cubicBezTo>
                    <a:cubicBezTo>
                      <a:pt x="12254" y="74310"/>
                      <a:pt x="10616" y="69055"/>
                      <a:pt x="10616" y="62406"/>
                    </a:cubicBezTo>
                    <a:cubicBezTo>
                      <a:pt x="10616" y="55703"/>
                      <a:pt x="12254" y="50429"/>
                      <a:pt x="15532" y="46582"/>
                    </a:cubicBezTo>
                    <a:cubicBezTo>
                      <a:pt x="18809" y="42748"/>
                      <a:pt x="23256" y="40831"/>
                      <a:pt x="28872" y="408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9E085A34-909C-88CB-5AF6-ECBCC2A9787A}"/>
                  </a:ext>
                </a:extLst>
              </p:cNvPr>
              <p:cNvSpPr/>
              <p:nvPr/>
            </p:nvSpPr>
            <p:spPr>
              <a:xfrm flipV="1">
                <a:off x="3741391" y="3855631"/>
                <a:ext cx="63926" cy="95994"/>
              </a:xfrm>
              <a:custGeom>
                <a:avLst/>
                <a:gdLst>
                  <a:gd name="connsiteX0" fmla="*/ 29966 w 63926"/>
                  <a:gd name="connsiteY0" fmla="*/ 83960 h 95994"/>
                  <a:gd name="connsiteX1" fmla="*/ 15437 w 63926"/>
                  <a:gd name="connsiteY1" fmla="*/ 74442 h 95994"/>
                  <a:gd name="connsiteX2" fmla="*/ 10580 w 63926"/>
                  <a:gd name="connsiteY2" fmla="*/ 45848 h 95994"/>
                  <a:gd name="connsiteX3" fmla="*/ 15437 w 63926"/>
                  <a:gd name="connsiteY3" fmla="*/ 17314 h 95994"/>
                  <a:gd name="connsiteX4" fmla="*/ 29966 w 63926"/>
                  <a:gd name="connsiteY4" fmla="*/ 7796 h 95994"/>
                  <a:gd name="connsiteX5" fmla="*/ 44556 w 63926"/>
                  <a:gd name="connsiteY5" fmla="*/ 17314 h 95994"/>
                  <a:gd name="connsiteX6" fmla="*/ 49432 w 63926"/>
                  <a:gd name="connsiteY6" fmla="*/ 45848 h 95994"/>
                  <a:gd name="connsiteX7" fmla="*/ 44556 w 63926"/>
                  <a:gd name="connsiteY7" fmla="*/ 74442 h 95994"/>
                  <a:gd name="connsiteX8" fmla="*/ 29966 w 63926"/>
                  <a:gd name="connsiteY8" fmla="*/ 83960 h 95994"/>
                  <a:gd name="connsiteX9" fmla="*/ 29966 w 63926"/>
                  <a:gd name="connsiteY9" fmla="*/ 93875 h 95994"/>
                  <a:gd name="connsiteX10" fmla="*/ 53733 w 63926"/>
                  <a:gd name="connsiteY10" fmla="*/ 81561 h 95994"/>
                  <a:gd name="connsiteX11" fmla="*/ 61940 w 63926"/>
                  <a:gd name="connsiteY11" fmla="*/ 45848 h 95994"/>
                  <a:gd name="connsiteX12" fmla="*/ 53733 w 63926"/>
                  <a:gd name="connsiteY12" fmla="*/ 10175 h 95994"/>
                  <a:gd name="connsiteX13" fmla="*/ 29966 w 63926"/>
                  <a:gd name="connsiteY13" fmla="*/ -2119 h 95994"/>
                  <a:gd name="connsiteX14" fmla="*/ 6219 w 63926"/>
                  <a:gd name="connsiteY14" fmla="*/ 10175 h 95994"/>
                  <a:gd name="connsiteX15" fmla="*/ -1987 w 63926"/>
                  <a:gd name="connsiteY15" fmla="*/ 45848 h 95994"/>
                  <a:gd name="connsiteX16" fmla="*/ 6219 w 63926"/>
                  <a:gd name="connsiteY16" fmla="*/ 81561 h 95994"/>
                  <a:gd name="connsiteX17" fmla="*/ 29966 w 63926"/>
                  <a:gd name="connsiteY17" fmla="*/ 93875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960"/>
                    </a:moveTo>
                    <a:cubicBezTo>
                      <a:pt x="23531" y="83960"/>
                      <a:pt x="18688" y="80788"/>
                      <a:pt x="15437" y="74442"/>
                    </a:cubicBezTo>
                    <a:cubicBezTo>
                      <a:pt x="12199" y="68110"/>
                      <a:pt x="10580" y="58579"/>
                      <a:pt x="10580" y="45848"/>
                    </a:cubicBezTo>
                    <a:cubicBezTo>
                      <a:pt x="10580" y="33171"/>
                      <a:pt x="12199" y="23659"/>
                      <a:pt x="15437" y="17314"/>
                    </a:cubicBezTo>
                    <a:cubicBezTo>
                      <a:pt x="18688" y="10968"/>
                      <a:pt x="23531" y="7796"/>
                      <a:pt x="29966" y="7796"/>
                    </a:cubicBezTo>
                    <a:cubicBezTo>
                      <a:pt x="36455" y="7796"/>
                      <a:pt x="41318" y="10968"/>
                      <a:pt x="44556" y="17314"/>
                    </a:cubicBezTo>
                    <a:cubicBezTo>
                      <a:pt x="47806" y="23659"/>
                      <a:pt x="49432" y="33171"/>
                      <a:pt x="49432" y="45848"/>
                    </a:cubicBezTo>
                    <a:cubicBezTo>
                      <a:pt x="49432" y="58579"/>
                      <a:pt x="47806" y="68110"/>
                      <a:pt x="44556" y="74442"/>
                    </a:cubicBezTo>
                    <a:cubicBezTo>
                      <a:pt x="41318" y="80788"/>
                      <a:pt x="36455" y="83960"/>
                      <a:pt x="29966" y="83960"/>
                    </a:cubicBezTo>
                    <a:close/>
                    <a:moveTo>
                      <a:pt x="29966" y="93875"/>
                    </a:moveTo>
                    <a:cubicBezTo>
                      <a:pt x="40340" y="93875"/>
                      <a:pt x="48262" y="89770"/>
                      <a:pt x="53733" y="81561"/>
                    </a:cubicBezTo>
                    <a:cubicBezTo>
                      <a:pt x="59204" y="73365"/>
                      <a:pt x="61940" y="61461"/>
                      <a:pt x="61940" y="45848"/>
                    </a:cubicBezTo>
                    <a:cubicBezTo>
                      <a:pt x="61940" y="30276"/>
                      <a:pt x="59204" y="18385"/>
                      <a:pt x="53733" y="10175"/>
                    </a:cubicBezTo>
                    <a:cubicBezTo>
                      <a:pt x="48262" y="1979"/>
                      <a:pt x="40340" y="-2119"/>
                      <a:pt x="29966" y="-2119"/>
                    </a:cubicBezTo>
                    <a:cubicBezTo>
                      <a:pt x="19606" y="-2119"/>
                      <a:pt x="11690" y="1979"/>
                      <a:pt x="6219" y="10175"/>
                    </a:cubicBezTo>
                    <a:cubicBezTo>
                      <a:pt x="748" y="18385"/>
                      <a:pt x="-1987" y="30276"/>
                      <a:pt x="-1987" y="45848"/>
                    </a:cubicBezTo>
                    <a:cubicBezTo>
                      <a:pt x="-1987" y="61461"/>
                      <a:pt x="748" y="73365"/>
                      <a:pt x="6219" y="81561"/>
                    </a:cubicBezTo>
                    <a:cubicBezTo>
                      <a:pt x="11690" y="89770"/>
                      <a:pt x="19606" y="93875"/>
                      <a:pt x="29966" y="938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63" name="Graphic 2">
              <a:extLst>
                <a:ext uri="{FF2B5EF4-FFF2-40B4-BE49-F238E27FC236}">
                  <a16:creationId xmlns:a16="http://schemas.microsoft.com/office/drawing/2014/main" id="{60725A07-87D5-A3FB-7FB1-242D08E21F3B}"/>
                </a:ext>
              </a:extLst>
            </p:cNvPr>
            <p:cNvGrpSpPr/>
            <p:nvPr/>
          </p:nvGrpSpPr>
          <p:grpSpPr>
            <a:xfrm>
              <a:off x="3581391" y="3402416"/>
              <a:ext cx="223926" cy="95994"/>
              <a:chOff x="3581391" y="3402416"/>
              <a:chExt cx="223926" cy="95994"/>
            </a:xfrm>
            <a:solidFill>
              <a:srgbClr val="000000"/>
            </a:solidFill>
          </p:grpSpPr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0669547B-6FF0-FA3B-6AD5-445A060A9C18}"/>
                  </a:ext>
                </a:extLst>
              </p:cNvPr>
              <p:cNvSpPr/>
              <p:nvPr/>
            </p:nvSpPr>
            <p:spPr>
              <a:xfrm flipV="1">
                <a:off x="3581391" y="3404082"/>
                <a:ext cx="59843" cy="94328"/>
              </a:xfrm>
              <a:custGeom>
                <a:avLst/>
                <a:gdLst>
                  <a:gd name="connsiteX0" fmla="*/ 1936 w 59843"/>
                  <a:gd name="connsiteY0" fmla="*/ 92216 h 94328"/>
                  <a:gd name="connsiteX1" fmla="*/ 51056 w 59843"/>
                  <a:gd name="connsiteY1" fmla="*/ 92216 h 94328"/>
                  <a:gd name="connsiteX2" fmla="*/ 51056 w 59843"/>
                  <a:gd name="connsiteY2" fmla="*/ 81667 h 94328"/>
                  <a:gd name="connsiteX3" fmla="*/ 13393 w 59843"/>
                  <a:gd name="connsiteY3" fmla="*/ 81667 h 94328"/>
                  <a:gd name="connsiteX4" fmla="*/ 13393 w 59843"/>
                  <a:gd name="connsiteY4" fmla="*/ 59002 h 94328"/>
                  <a:gd name="connsiteX5" fmla="*/ 18825 w 59843"/>
                  <a:gd name="connsiteY5" fmla="*/ 60390 h 94328"/>
                  <a:gd name="connsiteX6" fmla="*/ 24296 w 59843"/>
                  <a:gd name="connsiteY6" fmla="*/ 60846 h 94328"/>
                  <a:gd name="connsiteX7" fmla="*/ 48816 w 59843"/>
                  <a:gd name="connsiteY7" fmla="*/ 52359 h 94328"/>
                  <a:gd name="connsiteX8" fmla="*/ 57874 w 59843"/>
                  <a:gd name="connsiteY8" fmla="*/ 29376 h 94328"/>
                  <a:gd name="connsiteX9" fmla="*/ 48578 w 59843"/>
                  <a:gd name="connsiteY9" fmla="*/ 6156 h 94328"/>
                  <a:gd name="connsiteX10" fmla="*/ 22373 w 59843"/>
                  <a:gd name="connsiteY10" fmla="*/ -2113 h 94328"/>
                  <a:gd name="connsiteX11" fmla="*/ 10499 w 59843"/>
                  <a:gd name="connsiteY11" fmla="*/ -1121 h 94328"/>
                  <a:gd name="connsiteX12" fmla="*/ -1969 w 59843"/>
                  <a:gd name="connsiteY12" fmla="*/ 1853 h 94328"/>
                  <a:gd name="connsiteX13" fmla="*/ -1969 w 59843"/>
                  <a:gd name="connsiteY13" fmla="*/ 14445 h 94328"/>
                  <a:gd name="connsiteX14" fmla="*/ 9548 w 59843"/>
                  <a:gd name="connsiteY14" fmla="*/ 9924 h 94328"/>
                  <a:gd name="connsiteX15" fmla="*/ 22115 w 59843"/>
                  <a:gd name="connsiteY15" fmla="*/ 8437 h 94328"/>
                  <a:gd name="connsiteX16" fmla="*/ 39083 w 59843"/>
                  <a:gd name="connsiteY16" fmla="*/ 14068 h 94328"/>
                  <a:gd name="connsiteX17" fmla="*/ 45347 w 59843"/>
                  <a:gd name="connsiteY17" fmla="*/ 29376 h 94328"/>
                  <a:gd name="connsiteX18" fmla="*/ 39083 w 59843"/>
                  <a:gd name="connsiteY18" fmla="*/ 44665 h 94328"/>
                  <a:gd name="connsiteX19" fmla="*/ 22115 w 59843"/>
                  <a:gd name="connsiteY19" fmla="*/ 50316 h 94328"/>
                  <a:gd name="connsiteX20" fmla="*/ 12105 w 59843"/>
                  <a:gd name="connsiteY20" fmla="*/ 49206 h 94328"/>
                  <a:gd name="connsiteX21" fmla="*/ 1936 w 59843"/>
                  <a:gd name="connsiteY21" fmla="*/ 45736 h 94328"/>
                  <a:gd name="connsiteX22" fmla="*/ 1936 w 59843"/>
                  <a:gd name="connsiteY22" fmla="*/ 92216 h 9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9843" h="94328">
                    <a:moveTo>
                      <a:pt x="1936" y="92216"/>
                    </a:moveTo>
                    <a:lnTo>
                      <a:pt x="51056" y="92216"/>
                    </a:lnTo>
                    <a:lnTo>
                      <a:pt x="51056" y="81667"/>
                    </a:lnTo>
                    <a:lnTo>
                      <a:pt x="13393" y="81667"/>
                    </a:lnTo>
                    <a:lnTo>
                      <a:pt x="13393" y="59002"/>
                    </a:lnTo>
                    <a:cubicBezTo>
                      <a:pt x="15204" y="59623"/>
                      <a:pt x="17014" y="60086"/>
                      <a:pt x="18825" y="60390"/>
                    </a:cubicBezTo>
                    <a:cubicBezTo>
                      <a:pt x="20648" y="60694"/>
                      <a:pt x="22472" y="60846"/>
                      <a:pt x="24296" y="60846"/>
                    </a:cubicBezTo>
                    <a:cubicBezTo>
                      <a:pt x="34616" y="60846"/>
                      <a:pt x="42790" y="58017"/>
                      <a:pt x="48816" y="52359"/>
                    </a:cubicBezTo>
                    <a:cubicBezTo>
                      <a:pt x="54855" y="46701"/>
                      <a:pt x="57874" y="39040"/>
                      <a:pt x="57874" y="29376"/>
                    </a:cubicBezTo>
                    <a:cubicBezTo>
                      <a:pt x="57874" y="19422"/>
                      <a:pt x="54776" y="11682"/>
                      <a:pt x="48578" y="6156"/>
                    </a:cubicBezTo>
                    <a:cubicBezTo>
                      <a:pt x="42380" y="644"/>
                      <a:pt x="33645" y="-2113"/>
                      <a:pt x="22373" y="-2113"/>
                    </a:cubicBezTo>
                    <a:cubicBezTo>
                      <a:pt x="18488" y="-2113"/>
                      <a:pt x="14530" y="-1782"/>
                      <a:pt x="10499" y="-1121"/>
                    </a:cubicBezTo>
                    <a:cubicBezTo>
                      <a:pt x="6482" y="-460"/>
                      <a:pt x="2326" y="531"/>
                      <a:pt x="-1969" y="1853"/>
                    </a:cubicBezTo>
                    <a:lnTo>
                      <a:pt x="-1969" y="14445"/>
                    </a:lnTo>
                    <a:cubicBezTo>
                      <a:pt x="1745" y="12422"/>
                      <a:pt x="5583" y="10915"/>
                      <a:pt x="9548" y="9924"/>
                    </a:cubicBezTo>
                    <a:cubicBezTo>
                      <a:pt x="13512" y="8932"/>
                      <a:pt x="17701" y="8437"/>
                      <a:pt x="22115" y="8437"/>
                    </a:cubicBezTo>
                    <a:cubicBezTo>
                      <a:pt x="29264" y="8437"/>
                      <a:pt x="34920" y="10314"/>
                      <a:pt x="39083" y="14068"/>
                    </a:cubicBezTo>
                    <a:cubicBezTo>
                      <a:pt x="43259" y="17822"/>
                      <a:pt x="45347" y="22925"/>
                      <a:pt x="45347" y="29376"/>
                    </a:cubicBezTo>
                    <a:cubicBezTo>
                      <a:pt x="45347" y="35814"/>
                      <a:pt x="43259" y="40910"/>
                      <a:pt x="39083" y="44665"/>
                    </a:cubicBezTo>
                    <a:cubicBezTo>
                      <a:pt x="34920" y="48432"/>
                      <a:pt x="29264" y="50316"/>
                      <a:pt x="22115" y="50316"/>
                    </a:cubicBezTo>
                    <a:cubicBezTo>
                      <a:pt x="18772" y="50316"/>
                      <a:pt x="15435" y="49946"/>
                      <a:pt x="12105" y="49206"/>
                    </a:cubicBezTo>
                    <a:cubicBezTo>
                      <a:pt x="8788" y="48465"/>
                      <a:pt x="5398" y="47309"/>
                      <a:pt x="1936" y="45736"/>
                    </a:cubicBezTo>
                    <a:lnTo>
                      <a:pt x="1936" y="92216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7E16B891-8BD1-2835-C77A-4C6C325A9A08}"/>
                  </a:ext>
                </a:extLst>
              </p:cNvPr>
              <p:cNvSpPr/>
              <p:nvPr/>
            </p:nvSpPr>
            <p:spPr>
              <a:xfrm flipV="1">
                <a:off x="3660678" y="3402416"/>
                <a:ext cx="63926" cy="95994"/>
              </a:xfrm>
              <a:custGeom>
                <a:avLst/>
                <a:gdLst>
                  <a:gd name="connsiteX0" fmla="*/ 29960 w 63926"/>
                  <a:gd name="connsiteY0" fmla="*/ 83925 h 95994"/>
                  <a:gd name="connsiteX1" fmla="*/ 15430 w 63926"/>
                  <a:gd name="connsiteY1" fmla="*/ 74407 h 95994"/>
                  <a:gd name="connsiteX2" fmla="*/ 10574 w 63926"/>
                  <a:gd name="connsiteY2" fmla="*/ 45813 h 95994"/>
                  <a:gd name="connsiteX3" fmla="*/ 15430 w 63926"/>
                  <a:gd name="connsiteY3" fmla="*/ 17278 h 95994"/>
                  <a:gd name="connsiteX4" fmla="*/ 29960 w 63926"/>
                  <a:gd name="connsiteY4" fmla="*/ 7760 h 95994"/>
                  <a:gd name="connsiteX5" fmla="*/ 44549 w 63926"/>
                  <a:gd name="connsiteY5" fmla="*/ 17278 h 95994"/>
                  <a:gd name="connsiteX6" fmla="*/ 49425 w 63926"/>
                  <a:gd name="connsiteY6" fmla="*/ 45813 h 95994"/>
                  <a:gd name="connsiteX7" fmla="*/ 44549 w 63926"/>
                  <a:gd name="connsiteY7" fmla="*/ 74407 h 95994"/>
                  <a:gd name="connsiteX8" fmla="*/ 29960 w 63926"/>
                  <a:gd name="connsiteY8" fmla="*/ 83925 h 95994"/>
                  <a:gd name="connsiteX9" fmla="*/ 29960 w 63926"/>
                  <a:gd name="connsiteY9" fmla="*/ 93839 h 95994"/>
                  <a:gd name="connsiteX10" fmla="*/ 53727 w 63926"/>
                  <a:gd name="connsiteY10" fmla="*/ 81525 h 95994"/>
                  <a:gd name="connsiteX11" fmla="*/ 61933 w 63926"/>
                  <a:gd name="connsiteY11" fmla="*/ 45813 h 95994"/>
                  <a:gd name="connsiteX12" fmla="*/ 53727 w 63926"/>
                  <a:gd name="connsiteY12" fmla="*/ 10139 h 95994"/>
                  <a:gd name="connsiteX13" fmla="*/ 29960 w 63926"/>
                  <a:gd name="connsiteY13" fmla="*/ -2155 h 95994"/>
                  <a:gd name="connsiteX14" fmla="*/ 6213 w 63926"/>
                  <a:gd name="connsiteY14" fmla="*/ 10139 h 95994"/>
                  <a:gd name="connsiteX15" fmla="*/ -1993 w 63926"/>
                  <a:gd name="connsiteY15" fmla="*/ 45813 h 95994"/>
                  <a:gd name="connsiteX16" fmla="*/ 6213 w 63926"/>
                  <a:gd name="connsiteY16" fmla="*/ 81525 h 95994"/>
                  <a:gd name="connsiteX17" fmla="*/ 29960 w 63926"/>
                  <a:gd name="connsiteY17" fmla="*/ 93839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0" y="83925"/>
                    </a:moveTo>
                    <a:cubicBezTo>
                      <a:pt x="23524" y="83925"/>
                      <a:pt x="18681" y="80752"/>
                      <a:pt x="15430" y="74407"/>
                    </a:cubicBezTo>
                    <a:cubicBezTo>
                      <a:pt x="12193" y="68074"/>
                      <a:pt x="10574" y="58543"/>
                      <a:pt x="10574" y="45813"/>
                    </a:cubicBezTo>
                    <a:cubicBezTo>
                      <a:pt x="10574" y="33135"/>
                      <a:pt x="12193" y="23623"/>
                      <a:pt x="15430" y="17278"/>
                    </a:cubicBezTo>
                    <a:cubicBezTo>
                      <a:pt x="18681" y="10933"/>
                      <a:pt x="23524" y="7760"/>
                      <a:pt x="29960" y="7760"/>
                    </a:cubicBezTo>
                    <a:cubicBezTo>
                      <a:pt x="36448" y="7760"/>
                      <a:pt x="41312" y="10933"/>
                      <a:pt x="44549" y="17278"/>
                    </a:cubicBezTo>
                    <a:cubicBezTo>
                      <a:pt x="47800" y="23623"/>
                      <a:pt x="49425" y="33135"/>
                      <a:pt x="49425" y="45813"/>
                    </a:cubicBezTo>
                    <a:cubicBezTo>
                      <a:pt x="49425" y="58543"/>
                      <a:pt x="47800" y="68074"/>
                      <a:pt x="44549" y="74407"/>
                    </a:cubicBezTo>
                    <a:cubicBezTo>
                      <a:pt x="41312" y="80752"/>
                      <a:pt x="36448" y="83925"/>
                      <a:pt x="29960" y="83925"/>
                    </a:cubicBezTo>
                    <a:close/>
                    <a:moveTo>
                      <a:pt x="29960" y="93839"/>
                    </a:moveTo>
                    <a:cubicBezTo>
                      <a:pt x="40334" y="93839"/>
                      <a:pt x="48256" y="89735"/>
                      <a:pt x="53727" y="81525"/>
                    </a:cubicBezTo>
                    <a:cubicBezTo>
                      <a:pt x="59198" y="73329"/>
                      <a:pt x="61933" y="61425"/>
                      <a:pt x="61933" y="45813"/>
                    </a:cubicBezTo>
                    <a:cubicBezTo>
                      <a:pt x="61933" y="30240"/>
                      <a:pt x="59198" y="18349"/>
                      <a:pt x="53727" y="10139"/>
                    </a:cubicBezTo>
                    <a:cubicBezTo>
                      <a:pt x="48256" y="1943"/>
                      <a:pt x="40334" y="-2155"/>
                      <a:pt x="29960" y="-2155"/>
                    </a:cubicBezTo>
                    <a:cubicBezTo>
                      <a:pt x="19600" y="-2155"/>
                      <a:pt x="11684" y="1943"/>
                      <a:pt x="6213" y="10139"/>
                    </a:cubicBezTo>
                    <a:cubicBezTo>
                      <a:pt x="742" y="18349"/>
                      <a:pt x="-1993" y="30240"/>
                      <a:pt x="-1993" y="45813"/>
                    </a:cubicBezTo>
                    <a:cubicBezTo>
                      <a:pt x="-1993" y="61425"/>
                      <a:pt x="742" y="73329"/>
                      <a:pt x="6213" y="81525"/>
                    </a:cubicBezTo>
                    <a:cubicBezTo>
                      <a:pt x="11684" y="89735"/>
                      <a:pt x="19600" y="93839"/>
                      <a:pt x="29960" y="938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1F83E1A1-57B9-0FEF-692B-01CB0FC75CC8}"/>
                  </a:ext>
                </a:extLst>
              </p:cNvPr>
              <p:cNvSpPr/>
              <p:nvPr/>
            </p:nvSpPr>
            <p:spPr>
              <a:xfrm flipV="1">
                <a:off x="3741391" y="3402416"/>
                <a:ext cx="63926" cy="95994"/>
              </a:xfrm>
              <a:custGeom>
                <a:avLst/>
                <a:gdLst>
                  <a:gd name="connsiteX0" fmla="*/ 29966 w 63926"/>
                  <a:gd name="connsiteY0" fmla="*/ 83925 h 95994"/>
                  <a:gd name="connsiteX1" fmla="*/ 15437 w 63926"/>
                  <a:gd name="connsiteY1" fmla="*/ 74407 h 95994"/>
                  <a:gd name="connsiteX2" fmla="*/ 10580 w 63926"/>
                  <a:gd name="connsiteY2" fmla="*/ 45813 h 95994"/>
                  <a:gd name="connsiteX3" fmla="*/ 15437 w 63926"/>
                  <a:gd name="connsiteY3" fmla="*/ 17278 h 95994"/>
                  <a:gd name="connsiteX4" fmla="*/ 29966 w 63926"/>
                  <a:gd name="connsiteY4" fmla="*/ 7760 h 95994"/>
                  <a:gd name="connsiteX5" fmla="*/ 44556 w 63926"/>
                  <a:gd name="connsiteY5" fmla="*/ 17278 h 95994"/>
                  <a:gd name="connsiteX6" fmla="*/ 49432 w 63926"/>
                  <a:gd name="connsiteY6" fmla="*/ 45813 h 95994"/>
                  <a:gd name="connsiteX7" fmla="*/ 44556 w 63926"/>
                  <a:gd name="connsiteY7" fmla="*/ 74407 h 95994"/>
                  <a:gd name="connsiteX8" fmla="*/ 29966 w 63926"/>
                  <a:gd name="connsiteY8" fmla="*/ 83925 h 95994"/>
                  <a:gd name="connsiteX9" fmla="*/ 29966 w 63926"/>
                  <a:gd name="connsiteY9" fmla="*/ 93839 h 95994"/>
                  <a:gd name="connsiteX10" fmla="*/ 53733 w 63926"/>
                  <a:gd name="connsiteY10" fmla="*/ 81525 h 95994"/>
                  <a:gd name="connsiteX11" fmla="*/ 61940 w 63926"/>
                  <a:gd name="connsiteY11" fmla="*/ 45813 h 95994"/>
                  <a:gd name="connsiteX12" fmla="*/ 53733 w 63926"/>
                  <a:gd name="connsiteY12" fmla="*/ 10139 h 95994"/>
                  <a:gd name="connsiteX13" fmla="*/ 29966 w 63926"/>
                  <a:gd name="connsiteY13" fmla="*/ -2155 h 95994"/>
                  <a:gd name="connsiteX14" fmla="*/ 6219 w 63926"/>
                  <a:gd name="connsiteY14" fmla="*/ 10139 h 95994"/>
                  <a:gd name="connsiteX15" fmla="*/ -1987 w 63926"/>
                  <a:gd name="connsiteY15" fmla="*/ 45813 h 95994"/>
                  <a:gd name="connsiteX16" fmla="*/ 6219 w 63926"/>
                  <a:gd name="connsiteY16" fmla="*/ 81525 h 95994"/>
                  <a:gd name="connsiteX17" fmla="*/ 29966 w 63926"/>
                  <a:gd name="connsiteY17" fmla="*/ 93839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925"/>
                    </a:moveTo>
                    <a:cubicBezTo>
                      <a:pt x="23531" y="83925"/>
                      <a:pt x="18688" y="80752"/>
                      <a:pt x="15437" y="74407"/>
                    </a:cubicBezTo>
                    <a:cubicBezTo>
                      <a:pt x="12199" y="68074"/>
                      <a:pt x="10580" y="58543"/>
                      <a:pt x="10580" y="45813"/>
                    </a:cubicBezTo>
                    <a:cubicBezTo>
                      <a:pt x="10580" y="33135"/>
                      <a:pt x="12199" y="23623"/>
                      <a:pt x="15437" y="17278"/>
                    </a:cubicBezTo>
                    <a:cubicBezTo>
                      <a:pt x="18688" y="10933"/>
                      <a:pt x="23531" y="7760"/>
                      <a:pt x="29966" y="7760"/>
                    </a:cubicBezTo>
                    <a:cubicBezTo>
                      <a:pt x="36455" y="7760"/>
                      <a:pt x="41318" y="10933"/>
                      <a:pt x="44556" y="17278"/>
                    </a:cubicBezTo>
                    <a:cubicBezTo>
                      <a:pt x="47806" y="23623"/>
                      <a:pt x="49432" y="33135"/>
                      <a:pt x="49432" y="45813"/>
                    </a:cubicBezTo>
                    <a:cubicBezTo>
                      <a:pt x="49432" y="58543"/>
                      <a:pt x="47806" y="68074"/>
                      <a:pt x="44556" y="74407"/>
                    </a:cubicBezTo>
                    <a:cubicBezTo>
                      <a:pt x="41318" y="80752"/>
                      <a:pt x="36455" y="83925"/>
                      <a:pt x="29966" y="83925"/>
                    </a:cubicBezTo>
                    <a:close/>
                    <a:moveTo>
                      <a:pt x="29966" y="93839"/>
                    </a:moveTo>
                    <a:cubicBezTo>
                      <a:pt x="40340" y="93839"/>
                      <a:pt x="48262" y="89735"/>
                      <a:pt x="53733" y="81525"/>
                    </a:cubicBezTo>
                    <a:cubicBezTo>
                      <a:pt x="59204" y="73329"/>
                      <a:pt x="61940" y="61425"/>
                      <a:pt x="61940" y="45813"/>
                    </a:cubicBezTo>
                    <a:cubicBezTo>
                      <a:pt x="61940" y="30240"/>
                      <a:pt x="59204" y="18349"/>
                      <a:pt x="53733" y="10139"/>
                    </a:cubicBezTo>
                    <a:cubicBezTo>
                      <a:pt x="48262" y="1943"/>
                      <a:pt x="40340" y="-2155"/>
                      <a:pt x="29966" y="-2155"/>
                    </a:cubicBezTo>
                    <a:cubicBezTo>
                      <a:pt x="19606" y="-2155"/>
                      <a:pt x="11690" y="1943"/>
                      <a:pt x="6219" y="10139"/>
                    </a:cubicBezTo>
                    <a:cubicBezTo>
                      <a:pt x="748" y="18349"/>
                      <a:pt x="-1987" y="30240"/>
                      <a:pt x="-1987" y="45813"/>
                    </a:cubicBezTo>
                    <a:cubicBezTo>
                      <a:pt x="-1987" y="61425"/>
                      <a:pt x="748" y="73329"/>
                      <a:pt x="6219" y="81525"/>
                    </a:cubicBezTo>
                    <a:cubicBezTo>
                      <a:pt x="11690" y="89735"/>
                      <a:pt x="19606" y="93839"/>
                      <a:pt x="29966" y="938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69" name="Graphic 2">
              <a:extLst>
                <a:ext uri="{FF2B5EF4-FFF2-40B4-BE49-F238E27FC236}">
                  <a16:creationId xmlns:a16="http://schemas.microsoft.com/office/drawing/2014/main" id="{D8A4B016-3D18-4AB2-660B-54A7114BDC87}"/>
                </a:ext>
              </a:extLst>
            </p:cNvPr>
            <p:cNvGrpSpPr/>
            <p:nvPr/>
          </p:nvGrpSpPr>
          <p:grpSpPr>
            <a:xfrm>
              <a:off x="3581391" y="2949201"/>
              <a:ext cx="223926" cy="95994"/>
              <a:chOff x="3581391" y="2949201"/>
              <a:chExt cx="223926" cy="95994"/>
            </a:xfrm>
            <a:solidFill>
              <a:srgbClr val="000000"/>
            </a:solidFill>
          </p:grpSpPr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90FE6110-F651-C6EC-5262-C821B389CA40}"/>
                  </a:ext>
                </a:extLst>
              </p:cNvPr>
              <p:cNvSpPr/>
              <p:nvPr/>
            </p:nvSpPr>
            <p:spPr>
              <a:xfrm flipV="1">
                <a:off x="3581391" y="2950867"/>
                <a:ext cx="59843" cy="94328"/>
              </a:xfrm>
              <a:custGeom>
                <a:avLst/>
                <a:gdLst>
                  <a:gd name="connsiteX0" fmla="*/ 1936 w 59843"/>
                  <a:gd name="connsiteY0" fmla="*/ 92180 h 94328"/>
                  <a:gd name="connsiteX1" fmla="*/ 51056 w 59843"/>
                  <a:gd name="connsiteY1" fmla="*/ 92180 h 94328"/>
                  <a:gd name="connsiteX2" fmla="*/ 51056 w 59843"/>
                  <a:gd name="connsiteY2" fmla="*/ 81631 h 94328"/>
                  <a:gd name="connsiteX3" fmla="*/ 13393 w 59843"/>
                  <a:gd name="connsiteY3" fmla="*/ 81631 h 94328"/>
                  <a:gd name="connsiteX4" fmla="*/ 13393 w 59843"/>
                  <a:gd name="connsiteY4" fmla="*/ 58966 h 94328"/>
                  <a:gd name="connsiteX5" fmla="*/ 18825 w 59843"/>
                  <a:gd name="connsiteY5" fmla="*/ 60354 h 94328"/>
                  <a:gd name="connsiteX6" fmla="*/ 24296 w 59843"/>
                  <a:gd name="connsiteY6" fmla="*/ 60810 h 94328"/>
                  <a:gd name="connsiteX7" fmla="*/ 48816 w 59843"/>
                  <a:gd name="connsiteY7" fmla="*/ 52323 h 94328"/>
                  <a:gd name="connsiteX8" fmla="*/ 57874 w 59843"/>
                  <a:gd name="connsiteY8" fmla="*/ 29341 h 94328"/>
                  <a:gd name="connsiteX9" fmla="*/ 48578 w 59843"/>
                  <a:gd name="connsiteY9" fmla="*/ 6120 h 94328"/>
                  <a:gd name="connsiteX10" fmla="*/ 22373 w 59843"/>
                  <a:gd name="connsiteY10" fmla="*/ -2148 h 94328"/>
                  <a:gd name="connsiteX11" fmla="*/ 10499 w 59843"/>
                  <a:gd name="connsiteY11" fmla="*/ -1157 h 94328"/>
                  <a:gd name="connsiteX12" fmla="*/ -1969 w 59843"/>
                  <a:gd name="connsiteY12" fmla="*/ 1817 h 94328"/>
                  <a:gd name="connsiteX13" fmla="*/ -1969 w 59843"/>
                  <a:gd name="connsiteY13" fmla="*/ 14409 h 94328"/>
                  <a:gd name="connsiteX14" fmla="*/ 9548 w 59843"/>
                  <a:gd name="connsiteY14" fmla="*/ 9888 h 94328"/>
                  <a:gd name="connsiteX15" fmla="*/ 22115 w 59843"/>
                  <a:gd name="connsiteY15" fmla="*/ 8401 h 94328"/>
                  <a:gd name="connsiteX16" fmla="*/ 39083 w 59843"/>
                  <a:gd name="connsiteY16" fmla="*/ 14032 h 94328"/>
                  <a:gd name="connsiteX17" fmla="*/ 45347 w 59843"/>
                  <a:gd name="connsiteY17" fmla="*/ 29341 h 94328"/>
                  <a:gd name="connsiteX18" fmla="*/ 39083 w 59843"/>
                  <a:gd name="connsiteY18" fmla="*/ 44629 h 94328"/>
                  <a:gd name="connsiteX19" fmla="*/ 22115 w 59843"/>
                  <a:gd name="connsiteY19" fmla="*/ 50281 h 94328"/>
                  <a:gd name="connsiteX20" fmla="*/ 12105 w 59843"/>
                  <a:gd name="connsiteY20" fmla="*/ 49170 h 94328"/>
                  <a:gd name="connsiteX21" fmla="*/ 1936 w 59843"/>
                  <a:gd name="connsiteY21" fmla="*/ 45700 h 94328"/>
                  <a:gd name="connsiteX22" fmla="*/ 1936 w 59843"/>
                  <a:gd name="connsiteY22" fmla="*/ 92180 h 9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9843" h="94328">
                    <a:moveTo>
                      <a:pt x="1936" y="92180"/>
                    </a:moveTo>
                    <a:lnTo>
                      <a:pt x="51056" y="92180"/>
                    </a:lnTo>
                    <a:lnTo>
                      <a:pt x="51056" y="81631"/>
                    </a:lnTo>
                    <a:lnTo>
                      <a:pt x="13393" y="81631"/>
                    </a:lnTo>
                    <a:lnTo>
                      <a:pt x="13393" y="58966"/>
                    </a:lnTo>
                    <a:cubicBezTo>
                      <a:pt x="15204" y="59587"/>
                      <a:pt x="17014" y="60050"/>
                      <a:pt x="18825" y="60354"/>
                    </a:cubicBezTo>
                    <a:cubicBezTo>
                      <a:pt x="20648" y="60658"/>
                      <a:pt x="22472" y="60810"/>
                      <a:pt x="24296" y="60810"/>
                    </a:cubicBezTo>
                    <a:cubicBezTo>
                      <a:pt x="34616" y="60810"/>
                      <a:pt x="42790" y="57981"/>
                      <a:pt x="48816" y="52323"/>
                    </a:cubicBezTo>
                    <a:cubicBezTo>
                      <a:pt x="54855" y="46665"/>
                      <a:pt x="57874" y="39004"/>
                      <a:pt x="57874" y="29341"/>
                    </a:cubicBezTo>
                    <a:cubicBezTo>
                      <a:pt x="57874" y="19386"/>
                      <a:pt x="54776" y="11646"/>
                      <a:pt x="48578" y="6120"/>
                    </a:cubicBezTo>
                    <a:cubicBezTo>
                      <a:pt x="42380" y="608"/>
                      <a:pt x="33645" y="-2148"/>
                      <a:pt x="22373" y="-2148"/>
                    </a:cubicBezTo>
                    <a:cubicBezTo>
                      <a:pt x="18488" y="-2148"/>
                      <a:pt x="14530" y="-1818"/>
                      <a:pt x="10499" y="-1157"/>
                    </a:cubicBezTo>
                    <a:cubicBezTo>
                      <a:pt x="6482" y="-496"/>
                      <a:pt x="2326" y="495"/>
                      <a:pt x="-1969" y="1817"/>
                    </a:cubicBezTo>
                    <a:lnTo>
                      <a:pt x="-1969" y="14409"/>
                    </a:lnTo>
                    <a:cubicBezTo>
                      <a:pt x="1745" y="12387"/>
                      <a:pt x="5583" y="10879"/>
                      <a:pt x="9548" y="9888"/>
                    </a:cubicBezTo>
                    <a:cubicBezTo>
                      <a:pt x="13512" y="8897"/>
                      <a:pt x="17701" y="8401"/>
                      <a:pt x="22115" y="8401"/>
                    </a:cubicBezTo>
                    <a:cubicBezTo>
                      <a:pt x="29264" y="8401"/>
                      <a:pt x="34920" y="10278"/>
                      <a:pt x="39083" y="14032"/>
                    </a:cubicBezTo>
                    <a:cubicBezTo>
                      <a:pt x="43259" y="17787"/>
                      <a:pt x="45347" y="22889"/>
                      <a:pt x="45347" y="29341"/>
                    </a:cubicBezTo>
                    <a:cubicBezTo>
                      <a:pt x="45347" y="35779"/>
                      <a:pt x="43259" y="40875"/>
                      <a:pt x="39083" y="44629"/>
                    </a:cubicBezTo>
                    <a:cubicBezTo>
                      <a:pt x="34920" y="48397"/>
                      <a:pt x="29264" y="50281"/>
                      <a:pt x="22115" y="50281"/>
                    </a:cubicBezTo>
                    <a:cubicBezTo>
                      <a:pt x="18772" y="50281"/>
                      <a:pt x="15435" y="49910"/>
                      <a:pt x="12105" y="49170"/>
                    </a:cubicBezTo>
                    <a:cubicBezTo>
                      <a:pt x="8788" y="48430"/>
                      <a:pt x="5398" y="47273"/>
                      <a:pt x="1936" y="45700"/>
                    </a:cubicBezTo>
                    <a:lnTo>
                      <a:pt x="1936" y="92180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B4087B74-9FB8-170A-66CB-51C56384D50C}"/>
                  </a:ext>
                </a:extLst>
              </p:cNvPr>
              <p:cNvSpPr/>
              <p:nvPr/>
            </p:nvSpPr>
            <p:spPr>
              <a:xfrm flipV="1">
                <a:off x="3666248" y="2950867"/>
                <a:ext cx="55066" cy="92524"/>
              </a:xfrm>
              <a:custGeom>
                <a:avLst/>
                <a:gdLst>
                  <a:gd name="connsiteX0" fmla="*/ -247 w 55066"/>
                  <a:gd name="connsiteY0" fmla="*/ 8335 h 92524"/>
                  <a:gd name="connsiteX1" fmla="*/ 20190 w 55066"/>
                  <a:gd name="connsiteY1" fmla="*/ 8335 h 92524"/>
                  <a:gd name="connsiteX2" fmla="*/ 20190 w 55066"/>
                  <a:gd name="connsiteY2" fmla="*/ 78928 h 92524"/>
                  <a:gd name="connsiteX3" fmla="*/ -2051 w 55066"/>
                  <a:gd name="connsiteY3" fmla="*/ 74466 h 92524"/>
                  <a:gd name="connsiteX4" fmla="*/ -2051 w 55066"/>
                  <a:gd name="connsiteY4" fmla="*/ 85868 h 92524"/>
                  <a:gd name="connsiteX5" fmla="*/ 20071 w 55066"/>
                  <a:gd name="connsiteY5" fmla="*/ 90330 h 92524"/>
                  <a:gd name="connsiteX6" fmla="*/ 32579 w 55066"/>
                  <a:gd name="connsiteY6" fmla="*/ 90330 h 92524"/>
                  <a:gd name="connsiteX7" fmla="*/ 32579 w 55066"/>
                  <a:gd name="connsiteY7" fmla="*/ 8335 h 92524"/>
                  <a:gd name="connsiteX8" fmla="*/ 53015 w 55066"/>
                  <a:gd name="connsiteY8" fmla="*/ 8335 h 92524"/>
                  <a:gd name="connsiteX9" fmla="*/ 53015 w 55066"/>
                  <a:gd name="connsiteY9" fmla="*/ -2194 h 92524"/>
                  <a:gd name="connsiteX10" fmla="*/ -247 w 55066"/>
                  <a:gd name="connsiteY10" fmla="*/ -2194 h 92524"/>
                  <a:gd name="connsiteX11" fmla="*/ -247 w 55066"/>
                  <a:gd name="connsiteY11" fmla="*/ 8335 h 9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5066" h="92524">
                    <a:moveTo>
                      <a:pt x="-247" y="8335"/>
                    </a:moveTo>
                    <a:lnTo>
                      <a:pt x="20190" y="8335"/>
                    </a:lnTo>
                    <a:lnTo>
                      <a:pt x="20190" y="78928"/>
                    </a:lnTo>
                    <a:lnTo>
                      <a:pt x="-2051" y="74466"/>
                    </a:lnTo>
                    <a:lnTo>
                      <a:pt x="-2051" y="85868"/>
                    </a:lnTo>
                    <a:lnTo>
                      <a:pt x="20071" y="90330"/>
                    </a:lnTo>
                    <a:lnTo>
                      <a:pt x="32579" y="90330"/>
                    </a:lnTo>
                    <a:lnTo>
                      <a:pt x="32579" y="8335"/>
                    </a:lnTo>
                    <a:lnTo>
                      <a:pt x="53015" y="8335"/>
                    </a:lnTo>
                    <a:lnTo>
                      <a:pt x="53015" y="-2194"/>
                    </a:lnTo>
                    <a:lnTo>
                      <a:pt x="-247" y="-2194"/>
                    </a:lnTo>
                    <a:lnTo>
                      <a:pt x="-247" y="8335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3CA9C731-265E-9DBC-88E4-6635954AE4EC}"/>
                  </a:ext>
                </a:extLst>
              </p:cNvPr>
              <p:cNvSpPr/>
              <p:nvPr/>
            </p:nvSpPr>
            <p:spPr>
              <a:xfrm flipV="1">
                <a:off x="3741391" y="2949201"/>
                <a:ext cx="63926" cy="95994"/>
              </a:xfrm>
              <a:custGeom>
                <a:avLst/>
                <a:gdLst>
                  <a:gd name="connsiteX0" fmla="*/ 29966 w 63926"/>
                  <a:gd name="connsiteY0" fmla="*/ 83889 h 95994"/>
                  <a:gd name="connsiteX1" fmla="*/ 15437 w 63926"/>
                  <a:gd name="connsiteY1" fmla="*/ 74371 h 95994"/>
                  <a:gd name="connsiteX2" fmla="*/ 10580 w 63926"/>
                  <a:gd name="connsiteY2" fmla="*/ 45777 h 95994"/>
                  <a:gd name="connsiteX3" fmla="*/ 15437 w 63926"/>
                  <a:gd name="connsiteY3" fmla="*/ 17242 h 95994"/>
                  <a:gd name="connsiteX4" fmla="*/ 29966 w 63926"/>
                  <a:gd name="connsiteY4" fmla="*/ 7724 h 95994"/>
                  <a:gd name="connsiteX5" fmla="*/ 44556 w 63926"/>
                  <a:gd name="connsiteY5" fmla="*/ 17242 h 95994"/>
                  <a:gd name="connsiteX6" fmla="*/ 49432 w 63926"/>
                  <a:gd name="connsiteY6" fmla="*/ 45777 h 95994"/>
                  <a:gd name="connsiteX7" fmla="*/ 44556 w 63926"/>
                  <a:gd name="connsiteY7" fmla="*/ 74371 h 95994"/>
                  <a:gd name="connsiteX8" fmla="*/ 29966 w 63926"/>
                  <a:gd name="connsiteY8" fmla="*/ 83889 h 95994"/>
                  <a:gd name="connsiteX9" fmla="*/ 29966 w 63926"/>
                  <a:gd name="connsiteY9" fmla="*/ 93804 h 95994"/>
                  <a:gd name="connsiteX10" fmla="*/ 53733 w 63926"/>
                  <a:gd name="connsiteY10" fmla="*/ 81490 h 95994"/>
                  <a:gd name="connsiteX11" fmla="*/ 61940 w 63926"/>
                  <a:gd name="connsiteY11" fmla="*/ 45777 h 95994"/>
                  <a:gd name="connsiteX12" fmla="*/ 53733 w 63926"/>
                  <a:gd name="connsiteY12" fmla="*/ 10104 h 95994"/>
                  <a:gd name="connsiteX13" fmla="*/ 29966 w 63926"/>
                  <a:gd name="connsiteY13" fmla="*/ -2191 h 95994"/>
                  <a:gd name="connsiteX14" fmla="*/ 6219 w 63926"/>
                  <a:gd name="connsiteY14" fmla="*/ 10104 h 95994"/>
                  <a:gd name="connsiteX15" fmla="*/ -1987 w 63926"/>
                  <a:gd name="connsiteY15" fmla="*/ 45777 h 95994"/>
                  <a:gd name="connsiteX16" fmla="*/ 6219 w 63926"/>
                  <a:gd name="connsiteY16" fmla="*/ 81490 h 95994"/>
                  <a:gd name="connsiteX17" fmla="*/ 29966 w 63926"/>
                  <a:gd name="connsiteY17" fmla="*/ 93804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889"/>
                    </a:moveTo>
                    <a:cubicBezTo>
                      <a:pt x="23531" y="83889"/>
                      <a:pt x="18688" y="80716"/>
                      <a:pt x="15437" y="74371"/>
                    </a:cubicBezTo>
                    <a:cubicBezTo>
                      <a:pt x="12199" y="68039"/>
                      <a:pt x="10580" y="58507"/>
                      <a:pt x="10580" y="45777"/>
                    </a:cubicBezTo>
                    <a:cubicBezTo>
                      <a:pt x="10580" y="33099"/>
                      <a:pt x="12199" y="23588"/>
                      <a:pt x="15437" y="17242"/>
                    </a:cubicBezTo>
                    <a:cubicBezTo>
                      <a:pt x="18688" y="10897"/>
                      <a:pt x="23531" y="7724"/>
                      <a:pt x="29966" y="7724"/>
                    </a:cubicBezTo>
                    <a:cubicBezTo>
                      <a:pt x="36455" y="7724"/>
                      <a:pt x="41318" y="10897"/>
                      <a:pt x="44556" y="17242"/>
                    </a:cubicBezTo>
                    <a:cubicBezTo>
                      <a:pt x="47806" y="23588"/>
                      <a:pt x="49432" y="33099"/>
                      <a:pt x="49432" y="45777"/>
                    </a:cubicBezTo>
                    <a:cubicBezTo>
                      <a:pt x="49432" y="58507"/>
                      <a:pt x="47806" y="68039"/>
                      <a:pt x="44556" y="74371"/>
                    </a:cubicBezTo>
                    <a:cubicBezTo>
                      <a:pt x="41318" y="80716"/>
                      <a:pt x="36455" y="83889"/>
                      <a:pt x="29966" y="83889"/>
                    </a:cubicBezTo>
                    <a:close/>
                    <a:moveTo>
                      <a:pt x="29966" y="93804"/>
                    </a:moveTo>
                    <a:cubicBezTo>
                      <a:pt x="40340" y="93804"/>
                      <a:pt x="48262" y="89699"/>
                      <a:pt x="53733" y="81490"/>
                    </a:cubicBezTo>
                    <a:cubicBezTo>
                      <a:pt x="59204" y="73293"/>
                      <a:pt x="61940" y="61389"/>
                      <a:pt x="61940" y="45777"/>
                    </a:cubicBezTo>
                    <a:cubicBezTo>
                      <a:pt x="61940" y="30204"/>
                      <a:pt x="59204" y="18313"/>
                      <a:pt x="53733" y="10104"/>
                    </a:cubicBezTo>
                    <a:cubicBezTo>
                      <a:pt x="48262" y="1908"/>
                      <a:pt x="40340" y="-2191"/>
                      <a:pt x="29966" y="-2191"/>
                    </a:cubicBezTo>
                    <a:cubicBezTo>
                      <a:pt x="19606" y="-2191"/>
                      <a:pt x="11690" y="1908"/>
                      <a:pt x="6219" y="10104"/>
                    </a:cubicBezTo>
                    <a:cubicBezTo>
                      <a:pt x="748" y="18313"/>
                      <a:pt x="-1987" y="30204"/>
                      <a:pt x="-1987" y="45777"/>
                    </a:cubicBezTo>
                    <a:cubicBezTo>
                      <a:pt x="-1987" y="61389"/>
                      <a:pt x="748" y="73293"/>
                      <a:pt x="6219" y="81490"/>
                    </a:cubicBezTo>
                    <a:cubicBezTo>
                      <a:pt x="11690" y="89699"/>
                      <a:pt x="19606" y="93804"/>
                      <a:pt x="29966" y="938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75" name="Graphic 2">
              <a:extLst>
                <a:ext uri="{FF2B5EF4-FFF2-40B4-BE49-F238E27FC236}">
                  <a16:creationId xmlns:a16="http://schemas.microsoft.com/office/drawing/2014/main" id="{433D1E50-A24F-3CD6-E395-A72548C2396F}"/>
                </a:ext>
              </a:extLst>
            </p:cNvPr>
            <p:cNvGrpSpPr/>
            <p:nvPr/>
          </p:nvGrpSpPr>
          <p:grpSpPr>
            <a:xfrm>
              <a:off x="3581391" y="2495987"/>
              <a:ext cx="223926" cy="95994"/>
              <a:chOff x="3581391" y="2495987"/>
              <a:chExt cx="223926" cy="95994"/>
            </a:xfrm>
            <a:solidFill>
              <a:srgbClr val="000000"/>
            </a:solidFill>
          </p:grpSpPr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C34C589E-8AB6-7CCA-9853-70ADF2D43CC3}"/>
                  </a:ext>
                </a:extLst>
              </p:cNvPr>
              <p:cNvSpPr/>
              <p:nvPr/>
            </p:nvSpPr>
            <p:spPr>
              <a:xfrm flipV="1">
                <a:off x="3581391" y="2497652"/>
                <a:ext cx="59843" cy="94328"/>
              </a:xfrm>
              <a:custGeom>
                <a:avLst/>
                <a:gdLst>
                  <a:gd name="connsiteX0" fmla="*/ 1936 w 59843"/>
                  <a:gd name="connsiteY0" fmla="*/ 92144 h 94328"/>
                  <a:gd name="connsiteX1" fmla="*/ 51056 w 59843"/>
                  <a:gd name="connsiteY1" fmla="*/ 92144 h 94328"/>
                  <a:gd name="connsiteX2" fmla="*/ 51056 w 59843"/>
                  <a:gd name="connsiteY2" fmla="*/ 81595 h 94328"/>
                  <a:gd name="connsiteX3" fmla="*/ 13393 w 59843"/>
                  <a:gd name="connsiteY3" fmla="*/ 81595 h 94328"/>
                  <a:gd name="connsiteX4" fmla="*/ 13393 w 59843"/>
                  <a:gd name="connsiteY4" fmla="*/ 58930 h 94328"/>
                  <a:gd name="connsiteX5" fmla="*/ 18825 w 59843"/>
                  <a:gd name="connsiteY5" fmla="*/ 60318 h 94328"/>
                  <a:gd name="connsiteX6" fmla="*/ 24296 w 59843"/>
                  <a:gd name="connsiteY6" fmla="*/ 60774 h 94328"/>
                  <a:gd name="connsiteX7" fmla="*/ 48816 w 59843"/>
                  <a:gd name="connsiteY7" fmla="*/ 52287 h 94328"/>
                  <a:gd name="connsiteX8" fmla="*/ 57874 w 59843"/>
                  <a:gd name="connsiteY8" fmla="*/ 29305 h 94328"/>
                  <a:gd name="connsiteX9" fmla="*/ 48578 w 59843"/>
                  <a:gd name="connsiteY9" fmla="*/ 6085 h 94328"/>
                  <a:gd name="connsiteX10" fmla="*/ 22373 w 59843"/>
                  <a:gd name="connsiteY10" fmla="*/ -2184 h 94328"/>
                  <a:gd name="connsiteX11" fmla="*/ 10499 w 59843"/>
                  <a:gd name="connsiteY11" fmla="*/ -1193 h 94328"/>
                  <a:gd name="connsiteX12" fmla="*/ -1969 w 59843"/>
                  <a:gd name="connsiteY12" fmla="*/ 1782 h 94328"/>
                  <a:gd name="connsiteX13" fmla="*/ -1969 w 59843"/>
                  <a:gd name="connsiteY13" fmla="*/ 14373 h 94328"/>
                  <a:gd name="connsiteX14" fmla="*/ 9548 w 59843"/>
                  <a:gd name="connsiteY14" fmla="*/ 9852 h 94328"/>
                  <a:gd name="connsiteX15" fmla="*/ 22115 w 59843"/>
                  <a:gd name="connsiteY15" fmla="*/ 8365 h 94328"/>
                  <a:gd name="connsiteX16" fmla="*/ 39083 w 59843"/>
                  <a:gd name="connsiteY16" fmla="*/ 13997 h 94328"/>
                  <a:gd name="connsiteX17" fmla="*/ 45347 w 59843"/>
                  <a:gd name="connsiteY17" fmla="*/ 29305 h 94328"/>
                  <a:gd name="connsiteX18" fmla="*/ 39083 w 59843"/>
                  <a:gd name="connsiteY18" fmla="*/ 44593 h 94328"/>
                  <a:gd name="connsiteX19" fmla="*/ 22115 w 59843"/>
                  <a:gd name="connsiteY19" fmla="*/ 50245 h 94328"/>
                  <a:gd name="connsiteX20" fmla="*/ 12105 w 59843"/>
                  <a:gd name="connsiteY20" fmla="*/ 49134 h 94328"/>
                  <a:gd name="connsiteX21" fmla="*/ 1936 w 59843"/>
                  <a:gd name="connsiteY21" fmla="*/ 45664 h 94328"/>
                  <a:gd name="connsiteX22" fmla="*/ 1936 w 59843"/>
                  <a:gd name="connsiteY22" fmla="*/ 92144 h 9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9843" h="94328">
                    <a:moveTo>
                      <a:pt x="1936" y="92144"/>
                    </a:moveTo>
                    <a:lnTo>
                      <a:pt x="51056" y="92144"/>
                    </a:lnTo>
                    <a:lnTo>
                      <a:pt x="51056" y="81595"/>
                    </a:lnTo>
                    <a:lnTo>
                      <a:pt x="13393" y="81595"/>
                    </a:lnTo>
                    <a:lnTo>
                      <a:pt x="13393" y="58930"/>
                    </a:lnTo>
                    <a:cubicBezTo>
                      <a:pt x="15204" y="59551"/>
                      <a:pt x="17014" y="60014"/>
                      <a:pt x="18825" y="60318"/>
                    </a:cubicBezTo>
                    <a:cubicBezTo>
                      <a:pt x="20648" y="60622"/>
                      <a:pt x="22472" y="60774"/>
                      <a:pt x="24296" y="60774"/>
                    </a:cubicBezTo>
                    <a:cubicBezTo>
                      <a:pt x="34616" y="60774"/>
                      <a:pt x="42790" y="57945"/>
                      <a:pt x="48816" y="52287"/>
                    </a:cubicBezTo>
                    <a:cubicBezTo>
                      <a:pt x="54855" y="46629"/>
                      <a:pt x="57874" y="38968"/>
                      <a:pt x="57874" y="29305"/>
                    </a:cubicBezTo>
                    <a:cubicBezTo>
                      <a:pt x="57874" y="19351"/>
                      <a:pt x="54776" y="11610"/>
                      <a:pt x="48578" y="6085"/>
                    </a:cubicBezTo>
                    <a:cubicBezTo>
                      <a:pt x="42380" y="572"/>
                      <a:pt x="33645" y="-2184"/>
                      <a:pt x="22373" y="-2184"/>
                    </a:cubicBezTo>
                    <a:cubicBezTo>
                      <a:pt x="18488" y="-2184"/>
                      <a:pt x="14530" y="-1854"/>
                      <a:pt x="10499" y="-1193"/>
                    </a:cubicBezTo>
                    <a:cubicBezTo>
                      <a:pt x="6482" y="-532"/>
                      <a:pt x="2326" y="460"/>
                      <a:pt x="-1969" y="1782"/>
                    </a:cubicBezTo>
                    <a:lnTo>
                      <a:pt x="-1969" y="14373"/>
                    </a:lnTo>
                    <a:cubicBezTo>
                      <a:pt x="1745" y="12351"/>
                      <a:pt x="5583" y="10844"/>
                      <a:pt x="9548" y="9852"/>
                    </a:cubicBezTo>
                    <a:cubicBezTo>
                      <a:pt x="13512" y="8861"/>
                      <a:pt x="17701" y="8365"/>
                      <a:pt x="22115" y="8365"/>
                    </a:cubicBezTo>
                    <a:cubicBezTo>
                      <a:pt x="29264" y="8365"/>
                      <a:pt x="34920" y="10242"/>
                      <a:pt x="39083" y="13997"/>
                    </a:cubicBezTo>
                    <a:cubicBezTo>
                      <a:pt x="43259" y="17751"/>
                      <a:pt x="45347" y="22854"/>
                      <a:pt x="45347" y="29305"/>
                    </a:cubicBezTo>
                    <a:cubicBezTo>
                      <a:pt x="45347" y="35743"/>
                      <a:pt x="43259" y="40839"/>
                      <a:pt x="39083" y="44593"/>
                    </a:cubicBezTo>
                    <a:cubicBezTo>
                      <a:pt x="34920" y="48361"/>
                      <a:pt x="29264" y="50245"/>
                      <a:pt x="22115" y="50245"/>
                    </a:cubicBezTo>
                    <a:cubicBezTo>
                      <a:pt x="18772" y="50245"/>
                      <a:pt x="15435" y="49875"/>
                      <a:pt x="12105" y="49134"/>
                    </a:cubicBezTo>
                    <a:cubicBezTo>
                      <a:pt x="8788" y="48394"/>
                      <a:pt x="5398" y="47237"/>
                      <a:pt x="1936" y="45664"/>
                    </a:cubicBezTo>
                    <a:lnTo>
                      <a:pt x="1936" y="92144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B7FDA7EC-B04A-F227-8292-69DF5D0ACBA9}"/>
                  </a:ext>
                </a:extLst>
              </p:cNvPr>
              <p:cNvSpPr/>
              <p:nvPr/>
            </p:nvSpPr>
            <p:spPr>
              <a:xfrm flipV="1">
                <a:off x="3661609" y="2495987"/>
                <a:ext cx="58713" cy="94189"/>
              </a:xfrm>
              <a:custGeom>
                <a:avLst/>
                <a:gdLst>
                  <a:gd name="connsiteX0" fmla="*/ 13136 w 58713"/>
                  <a:gd name="connsiteY0" fmla="*/ 8258 h 94189"/>
                  <a:gd name="connsiteX1" fmla="*/ 56804 w 58713"/>
                  <a:gd name="connsiteY1" fmla="*/ 8258 h 94189"/>
                  <a:gd name="connsiteX2" fmla="*/ 56804 w 58713"/>
                  <a:gd name="connsiteY2" fmla="*/ -2272 h 94189"/>
                  <a:gd name="connsiteX3" fmla="*/ -1909 w 58713"/>
                  <a:gd name="connsiteY3" fmla="*/ -2272 h 94189"/>
                  <a:gd name="connsiteX4" fmla="*/ -1909 w 58713"/>
                  <a:gd name="connsiteY4" fmla="*/ 8258 h 94189"/>
                  <a:gd name="connsiteX5" fmla="*/ 17497 w 58713"/>
                  <a:gd name="connsiteY5" fmla="*/ 28047 h 94189"/>
                  <a:gd name="connsiteX6" fmla="*/ 32958 w 58713"/>
                  <a:gd name="connsiteY6" fmla="*/ 44089 h 94189"/>
                  <a:gd name="connsiteX7" fmla="*/ 41343 w 58713"/>
                  <a:gd name="connsiteY7" fmla="*/ 55511 h 94189"/>
                  <a:gd name="connsiteX8" fmla="*/ 43742 w 58713"/>
                  <a:gd name="connsiteY8" fmla="*/ 64712 h 94189"/>
                  <a:gd name="connsiteX9" fmla="*/ 38568 w 58713"/>
                  <a:gd name="connsiteY9" fmla="*/ 76729 h 94189"/>
                  <a:gd name="connsiteX10" fmla="*/ 25089 w 58713"/>
                  <a:gd name="connsiteY10" fmla="*/ 81388 h 94189"/>
                  <a:gd name="connsiteX11" fmla="*/ 12660 w 58713"/>
                  <a:gd name="connsiteY11" fmla="*/ 79346 h 94189"/>
                  <a:gd name="connsiteX12" fmla="*/ -1295 w 58713"/>
                  <a:gd name="connsiteY12" fmla="*/ 73139 h 94189"/>
                  <a:gd name="connsiteX13" fmla="*/ -1295 w 58713"/>
                  <a:gd name="connsiteY13" fmla="*/ 85791 h 94189"/>
                  <a:gd name="connsiteX14" fmla="*/ 12819 w 58713"/>
                  <a:gd name="connsiteY14" fmla="*/ 90371 h 94189"/>
                  <a:gd name="connsiteX15" fmla="*/ 24851 w 58713"/>
                  <a:gd name="connsiteY15" fmla="*/ 91918 h 94189"/>
                  <a:gd name="connsiteX16" fmla="*/ 47765 w 58713"/>
                  <a:gd name="connsiteY16" fmla="*/ 84720 h 94189"/>
                  <a:gd name="connsiteX17" fmla="*/ 56309 w 58713"/>
                  <a:gd name="connsiteY17" fmla="*/ 65525 h 94189"/>
                  <a:gd name="connsiteX18" fmla="*/ 54168 w 58713"/>
                  <a:gd name="connsiteY18" fmla="*/ 54698 h 94189"/>
                  <a:gd name="connsiteX19" fmla="*/ 46398 w 58713"/>
                  <a:gd name="connsiteY19" fmla="*/ 42662 h 94189"/>
                  <a:gd name="connsiteX20" fmla="*/ 36546 w 58713"/>
                  <a:gd name="connsiteY20" fmla="*/ 32271 h 94189"/>
                  <a:gd name="connsiteX21" fmla="*/ 13136 w 58713"/>
                  <a:gd name="connsiteY21" fmla="*/ 8258 h 94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8713" h="94189">
                    <a:moveTo>
                      <a:pt x="13136" y="8258"/>
                    </a:moveTo>
                    <a:lnTo>
                      <a:pt x="56804" y="8258"/>
                    </a:lnTo>
                    <a:lnTo>
                      <a:pt x="56804" y="-2272"/>
                    </a:lnTo>
                    <a:lnTo>
                      <a:pt x="-1909" y="-2272"/>
                    </a:lnTo>
                    <a:lnTo>
                      <a:pt x="-1909" y="8258"/>
                    </a:lnTo>
                    <a:cubicBezTo>
                      <a:pt x="2835" y="13175"/>
                      <a:pt x="9304" y="19772"/>
                      <a:pt x="17497" y="28047"/>
                    </a:cubicBezTo>
                    <a:cubicBezTo>
                      <a:pt x="25703" y="36336"/>
                      <a:pt x="30857" y="41683"/>
                      <a:pt x="32958" y="44089"/>
                    </a:cubicBezTo>
                    <a:cubicBezTo>
                      <a:pt x="36962" y="48584"/>
                      <a:pt x="39757" y="52391"/>
                      <a:pt x="41343" y="55511"/>
                    </a:cubicBezTo>
                    <a:cubicBezTo>
                      <a:pt x="42942" y="58631"/>
                      <a:pt x="43742" y="61698"/>
                      <a:pt x="43742" y="64712"/>
                    </a:cubicBezTo>
                    <a:cubicBezTo>
                      <a:pt x="43742" y="69630"/>
                      <a:pt x="42017" y="73635"/>
                      <a:pt x="38568" y="76729"/>
                    </a:cubicBezTo>
                    <a:cubicBezTo>
                      <a:pt x="35119" y="79835"/>
                      <a:pt x="30626" y="81388"/>
                      <a:pt x="25089" y="81388"/>
                    </a:cubicBezTo>
                    <a:cubicBezTo>
                      <a:pt x="21164" y="81388"/>
                      <a:pt x="17021" y="80708"/>
                      <a:pt x="12660" y="79346"/>
                    </a:cubicBezTo>
                    <a:cubicBezTo>
                      <a:pt x="8313" y="77984"/>
                      <a:pt x="3661" y="75916"/>
                      <a:pt x="-1295" y="73139"/>
                    </a:cubicBezTo>
                    <a:lnTo>
                      <a:pt x="-1295" y="85791"/>
                    </a:lnTo>
                    <a:cubicBezTo>
                      <a:pt x="3740" y="87813"/>
                      <a:pt x="8445" y="89340"/>
                      <a:pt x="12819" y="90371"/>
                    </a:cubicBezTo>
                    <a:cubicBezTo>
                      <a:pt x="17206" y="91402"/>
                      <a:pt x="21217" y="91918"/>
                      <a:pt x="24851" y="91918"/>
                    </a:cubicBezTo>
                    <a:cubicBezTo>
                      <a:pt x="34432" y="91918"/>
                      <a:pt x="42070" y="89519"/>
                      <a:pt x="47765" y="84720"/>
                    </a:cubicBezTo>
                    <a:cubicBezTo>
                      <a:pt x="53461" y="79934"/>
                      <a:pt x="56309" y="73536"/>
                      <a:pt x="56309" y="65525"/>
                    </a:cubicBezTo>
                    <a:cubicBezTo>
                      <a:pt x="56309" y="61718"/>
                      <a:pt x="55595" y="58109"/>
                      <a:pt x="54168" y="54698"/>
                    </a:cubicBezTo>
                    <a:cubicBezTo>
                      <a:pt x="52754" y="51301"/>
                      <a:pt x="50164" y="47289"/>
                      <a:pt x="46398" y="42662"/>
                    </a:cubicBezTo>
                    <a:cubicBezTo>
                      <a:pt x="45367" y="41459"/>
                      <a:pt x="42083" y="37995"/>
                      <a:pt x="36546" y="32271"/>
                    </a:cubicBezTo>
                    <a:cubicBezTo>
                      <a:pt x="31022" y="26547"/>
                      <a:pt x="23219" y="18542"/>
                      <a:pt x="13136" y="82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52674093-2DAD-6520-C0D9-D990E585A461}"/>
                  </a:ext>
                </a:extLst>
              </p:cNvPr>
              <p:cNvSpPr/>
              <p:nvPr/>
            </p:nvSpPr>
            <p:spPr>
              <a:xfrm flipV="1">
                <a:off x="3741391" y="2495987"/>
                <a:ext cx="63926" cy="95994"/>
              </a:xfrm>
              <a:custGeom>
                <a:avLst/>
                <a:gdLst>
                  <a:gd name="connsiteX0" fmla="*/ 29966 w 63926"/>
                  <a:gd name="connsiteY0" fmla="*/ 83853 h 95994"/>
                  <a:gd name="connsiteX1" fmla="*/ 15437 w 63926"/>
                  <a:gd name="connsiteY1" fmla="*/ 74335 h 95994"/>
                  <a:gd name="connsiteX2" fmla="*/ 10580 w 63926"/>
                  <a:gd name="connsiteY2" fmla="*/ 45741 h 95994"/>
                  <a:gd name="connsiteX3" fmla="*/ 15437 w 63926"/>
                  <a:gd name="connsiteY3" fmla="*/ 17207 h 95994"/>
                  <a:gd name="connsiteX4" fmla="*/ 29966 w 63926"/>
                  <a:gd name="connsiteY4" fmla="*/ 7688 h 95994"/>
                  <a:gd name="connsiteX5" fmla="*/ 44556 w 63926"/>
                  <a:gd name="connsiteY5" fmla="*/ 17207 h 95994"/>
                  <a:gd name="connsiteX6" fmla="*/ 49432 w 63926"/>
                  <a:gd name="connsiteY6" fmla="*/ 45741 h 95994"/>
                  <a:gd name="connsiteX7" fmla="*/ 44556 w 63926"/>
                  <a:gd name="connsiteY7" fmla="*/ 74335 h 95994"/>
                  <a:gd name="connsiteX8" fmla="*/ 29966 w 63926"/>
                  <a:gd name="connsiteY8" fmla="*/ 83853 h 95994"/>
                  <a:gd name="connsiteX9" fmla="*/ 29966 w 63926"/>
                  <a:gd name="connsiteY9" fmla="*/ 93768 h 95994"/>
                  <a:gd name="connsiteX10" fmla="*/ 53733 w 63926"/>
                  <a:gd name="connsiteY10" fmla="*/ 81454 h 95994"/>
                  <a:gd name="connsiteX11" fmla="*/ 61940 w 63926"/>
                  <a:gd name="connsiteY11" fmla="*/ 45741 h 95994"/>
                  <a:gd name="connsiteX12" fmla="*/ 53733 w 63926"/>
                  <a:gd name="connsiteY12" fmla="*/ 10068 h 95994"/>
                  <a:gd name="connsiteX13" fmla="*/ 29966 w 63926"/>
                  <a:gd name="connsiteY13" fmla="*/ -2226 h 95994"/>
                  <a:gd name="connsiteX14" fmla="*/ 6219 w 63926"/>
                  <a:gd name="connsiteY14" fmla="*/ 10068 h 95994"/>
                  <a:gd name="connsiteX15" fmla="*/ -1987 w 63926"/>
                  <a:gd name="connsiteY15" fmla="*/ 45741 h 95994"/>
                  <a:gd name="connsiteX16" fmla="*/ 6219 w 63926"/>
                  <a:gd name="connsiteY16" fmla="*/ 81454 h 95994"/>
                  <a:gd name="connsiteX17" fmla="*/ 29966 w 63926"/>
                  <a:gd name="connsiteY17" fmla="*/ 93768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853"/>
                    </a:moveTo>
                    <a:cubicBezTo>
                      <a:pt x="23531" y="83853"/>
                      <a:pt x="18688" y="80681"/>
                      <a:pt x="15437" y="74335"/>
                    </a:cubicBezTo>
                    <a:cubicBezTo>
                      <a:pt x="12199" y="68003"/>
                      <a:pt x="10580" y="58472"/>
                      <a:pt x="10580" y="45741"/>
                    </a:cubicBezTo>
                    <a:cubicBezTo>
                      <a:pt x="10580" y="33064"/>
                      <a:pt x="12199" y="23552"/>
                      <a:pt x="15437" y="17207"/>
                    </a:cubicBezTo>
                    <a:cubicBezTo>
                      <a:pt x="18688" y="10861"/>
                      <a:pt x="23531" y="7688"/>
                      <a:pt x="29966" y="7688"/>
                    </a:cubicBezTo>
                    <a:cubicBezTo>
                      <a:pt x="36455" y="7688"/>
                      <a:pt x="41318" y="10861"/>
                      <a:pt x="44556" y="17207"/>
                    </a:cubicBezTo>
                    <a:cubicBezTo>
                      <a:pt x="47806" y="23552"/>
                      <a:pt x="49432" y="33064"/>
                      <a:pt x="49432" y="45741"/>
                    </a:cubicBezTo>
                    <a:cubicBezTo>
                      <a:pt x="49432" y="58472"/>
                      <a:pt x="47806" y="68003"/>
                      <a:pt x="44556" y="74335"/>
                    </a:cubicBezTo>
                    <a:cubicBezTo>
                      <a:pt x="41318" y="80681"/>
                      <a:pt x="36455" y="83853"/>
                      <a:pt x="29966" y="83853"/>
                    </a:cubicBezTo>
                    <a:close/>
                    <a:moveTo>
                      <a:pt x="29966" y="93768"/>
                    </a:moveTo>
                    <a:cubicBezTo>
                      <a:pt x="40340" y="93768"/>
                      <a:pt x="48262" y="89663"/>
                      <a:pt x="53733" y="81454"/>
                    </a:cubicBezTo>
                    <a:cubicBezTo>
                      <a:pt x="59204" y="73258"/>
                      <a:pt x="61940" y="61353"/>
                      <a:pt x="61940" y="45741"/>
                    </a:cubicBezTo>
                    <a:cubicBezTo>
                      <a:pt x="61940" y="30168"/>
                      <a:pt x="59204" y="18277"/>
                      <a:pt x="53733" y="10068"/>
                    </a:cubicBezTo>
                    <a:cubicBezTo>
                      <a:pt x="48262" y="1872"/>
                      <a:pt x="40340" y="-2226"/>
                      <a:pt x="29966" y="-2226"/>
                    </a:cubicBezTo>
                    <a:cubicBezTo>
                      <a:pt x="19606" y="-2226"/>
                      <a:pt x="11690" y="1872"/>
                      <a:pt x="6219" y="10068"/>
                    </a:cubicBezTo>
                    <a:cubicBezTo>
                      <a:pt x="748" y="18277"/>
                      <a:pt x="-1987" y="30168"/>
                      <a:pt x="-1987" y="45741"/>
                    </a:cubicBezTo>
                    <a:cubicBezTo>
                      <a:pt x="-1987" y="61353"/>
                      <a:pt x="748" y="73258"/>
                      <a:pt x="6219" y="81454"/>
                    </a:cubicBezTo>
                    <a:cubicBezTo>
                      <a:pt x="11690" y="89663"/>
                      <a:pt x="19606" y="93768"/>
                      <a:pt x="29966" y="937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</p:grpSp>
      <p:grpSp>
        <p:nvGrpSpPr>
          <p:cNvPr id="129" name="Graphic 83">
            <a:extLst>
              <a:ext uri="{FF2B5EF4-FFF2-40B4-BE49-F238E27FC236}">
                <a16:creationId xmlns:a16="http://schemas.microsoft.com/office/drawing/2014/main" id="{25792404-AA32-822B-70FE-C3C1524AF4BC}"/>
              </a:ext>
            </a:extLst>
          </p:cNvPr>
          <p:cNvGrpSpPr/>
          <p:nvPr/>
        </p:nvGrpSpPr>
        <p:grpSpPr>
          <a:xfrm>
            <a:off x="1199456" y="3619802"/>
            <a:ext cx="227514" cy="1908852"/>
            <a:chOff x="3577804" y="2495987"/>
            <a:chExt cx="227514" cy="1908852"/>
          </a:xfrm>
          <a:solidFill>
            <a:srgbClr val="000000"/>
          </a:solidFill>
        </p:grpSpPr>
        <p:grpSp>
          <p:nvGrpSpPr>
            <p:cNvPr id="132" name="Graphic 83">
              <a:extLst>
                <a:ext uri="{FF2B5EF4-FFF2-40B4-BE49-F238E27FC236}">
                  <a16:creationId xmlns:a16="http://schemas.microsoft.com/office/drawing/2014/main" id="{B804F514-E580-6878-8415-E74E08625DE8}"/>
                </a:ext>
              </a:extLst>
            </p:cNvPr>
            <p:cNvGrpSpPr/>
            <p:nvPr/>
          </p:nvGrpSpPr>
          <p:grpSpPr>
            <a:xfrm>
              <a:off x="3577804" y="4308845"/>
              <a:ext cx="227514" cy="95994"/>
              <a:chOff x="3577804" y="4308845"/>
              <a:chExt cx="227514" cy="95994"/>
            </a:xfrm>
            <a:solidFill>
              <a:srgbClr val="000000"/>
            </a:solidFill>
          </p:grpSpPr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7744C160-13EC-9DD8-7706-BC29481F1830}"/>
                  </a:ext>
                </a:extLst>
              </p:cNvPr>
              <p:cNvSpPr/>
              <p:nvPr/>
            </p:nvSpPr>
            <p:spPr>
              <a:xfrm flipV="1">
                <a:off x="3577804" y="4310511"/>
                <a:ext cx="67395" cy="92524"/>
              </a:xfrm>
              <a:custGeom>
                <a:avLst/>
                <a:gdLst>
                  <a:gd name="connsiteX0" fmla="*/ 39767 w 67395"/>
                  <a:gd name="connsiteY0" fmla="*/ 79531 h 92524"/>
                  <a:gd name="connsiteX1" fmla="*/ 8171 w 67395"/>
                  <a:gd name="connsiteY1" fmla="*/ 30136 h 92524"/>
                  <a:gd name="connsiteX2" fmla="*/ 39767 w 67395"/>
                  <a:gd name="connsiteY2" fmla="*/ 30136 h 92524"/>
                  <a:gd name="connsiteX3" fmla="*/ 39767 w 67395"/>
                  <a:gd name="connsiteY3" fmla="*/ 79531 h 92524"/>
                  <a:gd name="connsiteX4" fmla="*/ 36477 w 67395"/>
                  <a:gd name="connsiteY4" fmla="*/ 90437 h 92524"/>
                  <a:gd name="connsiteX5" fmla="*/ 52216 w 67395"/>
                  <a:gd name="connsiteY5" fmla="*/ 90437 h 92524"/>
                  <a:gd name="connsiteX6" fmla="*/ 52216 w 67395"/>
                  <a:gd name="connsiteY6" fmla="*/ 30136 h 92524"/>
                  <a:gd name="connsiteX7" fmla="*/ 65417 w 67395"/>
                  <a:gd name="connsiteY7" fmla="*/ 30136 h 92524"/>
                  <a:gd name="connsiteX8" fmla="*/ 65417 w 67395"/>
                  <a:gd name="connsiteY8" fmla="*/ 19725 h 92524"/>
                  <a:gd name="connsiteX9" fmla="*/ 52216 w 67395"/>
                  <a:gd name="connsiteY9" fmla="*/ 19725 h 92524"/>
                  <a:gd name="connsiteX10" fmla="*/ 52216 w 67395"/>
                  <a:gd name="connsiteY10" fmla="*/ -2087 h 92524"/>
                  <a:gd name="connsiteX11" fmla="*/ 39767 w 67395"/>
                  <a:gd name="connsiteY11" fmla="*/ -2087 h 92524"/>
                  <a:gd name="connsiteX12" fmla="*/ 39767 w 67395"/>
                  <a:gd name="connsiteY12" fmla="*/ 19725 h 92524"/>
                  <a:gd name="connsiteX13" fmla="*/ -1978 w 67395"/>
                  <a:gd name="connsiteY13" fmla="*/ 19725 h 92524"/>
                  <a:gd name="connsiteX14" fmla="*/ -1978 w 67395"/>
                  <a:gd name="connsiteY14" fmla="*/ 31802 h 92524"/>
                  <a:gd name="connsiteX15" fmla="*/ 36477 w 67395"/>
                  <a:gd name="connsiteY15" fmla="*/ 90437 h 9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7395" h="92524">
                    <a:moveTo>
                      <a:pt x="39767" y="79531"/>
                    </a:moveTo>
                    <a:lnTo>
                      <a:pt x="8171" y="30136"/>
                    </a:lnTo>
                    <a:lnTo>
                      <a:pt x="39767" y="30136"/>
                    </a:lnTo>
                    <a:lnTo>
                      <a:pt x="39767" y="79531"/>
                    </a:lnTo>
                    <a:close/>
                    <a:moveTo>
                      <a:pt x="36477" y="90437"/>
                    </a:moveTo>
                    <a:lnTo>
                      <a:pt x="52216" y="90437"/>
                    </a:lnTo>
                    <a:lnTo>
                      <a:pt x="52216" y="30136"/>
                    </a:lnTo>
                    <a:lnTo>
                      <a:pt x="65417" y="30136"/>
                    </a:lnTo>
                    <a:lnTo>
                      <a:pt x="65417" y="19725"/>
                    </a:lnTo>
                    <a:lnTo>
                      <a:pt x="52216" y="19725"/>
                    </a:lnTo>
                    <a:lnTo>
                      <a:pt x="52216" y="-2087"/>
                    </a:lnTo>
                    <a:lnTo>
                      <a:pt x="39767" y="-2087"/>
                    </a:lnTo>
                    <a:lnTo>
                      <a:pt x="39767" y="19725"/>
                    </a:lnTo>
                    <a:lnTo>
                      <a:pt x="-1978" y="19725"/>
                    </a:lnTo>
                    <a:lnTo>
                      <a:pt x="-1978" y="31802"/>
                    </a:lnTo>
                    <a:lnTo>
                      <a:pt x="36477" y="90437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8832EC77-4A8F-64C2-70BE-2A65748E2BC5}"/>
                  </a:ext>
                </a:extLst>
              </p:cNvPr>
              <p:cNvSpPr/>
              <p:nvPr/>
            </p:nvSpPr>
            <p:spPr>
              <a:xfrm flipV="1">
                <a:off x="3660916" y="4308845"/>
                <a:ext cx="63431" cy="95994"/>
              </a:xfrm>
              <a:custGeom>
                <a:avLst/>
                <a:gdLst>
                  <a:gd name="connsiteX0" fmla="*/ 29723 w 63431"/>
                  <a:gd name="connsiteY0" fmla="*/ 43663 h 95994"/>
                  <a:gd name="connsiteX1" fmla="*/ 15688 w 63431"/>
                  <a:gd name="connsiteY1" fmla="*/ 38884 h 95994"/>
                  <a:gd name="connsiteX2" fmla="*/ 10594 w 63431"/>
                  <a:gd name="connsiteY2" fmla="*/ 25757 h 95994"/>
                  <a:gd name="connsiteX3" fmla="*/ 15688 w 63431"/>
                  <a:gd name="connsiteY3" fmla="*/ 12610 h 95994"/>
                  <a:gd name="connsiteX4" fmla="*/ 29723 w 63431"/>
                  <a:gd name="connsiteY4" fmla="*/ 7831 h 95994"/>
                  <a:gd name="connsiteX5" fmla="*/ 43777 w 63431"/>
                  <a:gd name="connsiteY5" fmla="*/ 12630 h 95994"/>
                  <a:gd name="connsiteX6" fmla="*/ 48930 w 63431"/>
                  <a:gd name="connsiteY6" fmla="*/ 25757 h 95994"/>
                  <a:gd name="connsiteX7" fmla="*/ 43816 w 63431"/>
                  <a:gd name="connsiteY7" fmla="*/ 38884 h 95994"/>
                  <a:gd name="connsiteX8" fmla="*/ 29723 w 63431"/>
                  <a:gd name="connsiteY8" fmla="*/ 43663 h 95994"/>
                  <a:gd name="connsiteX9" fmla="*/ 17215 w 63431"/>
                  <a:gd name="connsiteY9" fmla="*/ 48977 h 95994"/>
                  <a:gd name="connsiteX10" fmla="*/ 4667 w 63431"/>
                  <a:gd name="connsiteY10" fmla="*/ 56473 h 95994"/>
                  <a:gd name="connsiteX11" fmla="*/ 187 w 63431"/>
                  <a:gd name="connsiteY11" fmla="*/ 69937 h 95994"/>
                  <a:gd name="connsiteX12" fmla="*/ 8077 w 63431"/>
                  <a:gd name="connsiteY12" fmla="*/ 87466 h 95994"/>
                  <a:gd name="connsiteX13" fmla="*/ 29723 w 63431"/>
                  <a:gd name="connsiteY13" fmla="*/ 93911 h 95994"/>
                  <a:gd name="connsiteX14" fmla="*/ 51408 w 63431"/>
                  <a:gd name="connsiteY14" fmla="*/ 87466 h 95994"/>
                  <a:gd name="connsiteX15" fmla="*/ 59278 w 63431"/>
                  <a:gd name="connsiteY15" fmla="*/ 69937 h 95994"/>
                  <a:gd name="connsiteX16" fmla="*/ 54778 w 63431"/>
                  <a:gd name="connsiteY16" fmla="*/ 56473 h 95994"/>
                  <a:gd name="connsiteX17" fmla="*/ 42310 w 63431"/>
                  <a:gd name="connsiteY17" fmla="*/ 48977 h 95994"/>
                  <a:gd name="connsiteX18" fmla="*/ 56384 w 63431"/>
                  <a:gd name="connsiteY18" fmla="*/ 40728 h 95994"/>
                  <a:gd name="connsiteX19" fmla="*/ 61438 w 63431"/>
                  <a:gd name="connsiteY19" fmla="*/ 25757 h 95994"/>
                  <a:gd name="connsiteX20" fmla="*/ 53232 w 63431"/>
                  <a:gd name="connsiteY20" fmla="*/ 5095 h 95994"/>
                  <a:gd name="connsiteX21" fmla="*/ 29723 w 63431"/>
                  <a:gd name="connsiteY21" fmla="*/ -2083 h 95994"/>
                  <a:gd name="connsiteX22" fmla="*/ 6213 w 63431"/>
                  <a:gd name="connsiteY22" fmla="*/ 5095 h 95994"/>
                  <a:gd name="connsiteX23" fmla="*/ -1993 w 63431"/>
                  <a:gd name="connsiteY23" fmla="*/ 25757 h 95994"/>
                  <a:gd name="connsiteX24" fmla="*/ 3082 w 63431"/>
                  <a:gd name="connsiteY24" fmla="*/ 40728 h 95994"/>
                  <a:gd name="connsiteX25" fmla="*/ 17215 w 63431"/>
                  <a:gd name="connsiteY25" fmla="*/ 48977 h 95994"/>
                  <a:gd name="connsiteX26" fmla="*/ 12636 w 63431"/>
                  <a:gd name="connsiteY26" fmla="*/ 68747 h 95994"/>
                  <a:gd name="connsiteX27" fmla="*/ 17116 w 63431"/>
                  <a:gd name="connsiteY27" fmla="*/ 57544 h 95994"/>
                  <a:gd name="connsiteX28" fmla="*/ 29723 w 63431"/>
                  <a:gd name="connsiteY28" fmla="*/ 53518 h 95994"/>
                  <a:gd name="connsiteX29" fmla="*/ 42330 w 63431"/>
                  <a:gd name="connsiteY29" fmla="*/ 57544 h 95994"/>
                  <a:gd name="connsiteX30" fmla="*/ 46889 w 63431"/>
                  <a:gd name="connsiteY30" fmla="*/ 68747 h 95994"/>
                  <a:gd name="connsiteX31" fmla="*/ 42330 w 63431"/>
                  <a:gd name="connsiteY31" fmla="*/ 79971 h 95994"/>
                  <a:gd name="connsiteX32" fmla="*/ 29723 w 63431"/>
                  <a:gd name="connsiteY32" fmla="*/ 83996 h 95994"/>
                  <a:gd name="connsiteX33" fmla="*/ 17116 w 63431"/>
                  <a:gd name="connsiteY33" fmla="*/ 79971 h 95994"/>
                  <a:gd name="connsiteX34" fmla="*/ 12636 w 63431"/>
                  <a:gd name="connsiteY34" fmla="*/ 68747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63431" h="95994">
                    <a:moveTo>
                      <a:pt x="29723" y="43663"/>
                    </a:moveTo>
                    <a:cubicBezTo>
                      <a:pt x="23776" y="43663"/>
                      <a:pt x="19098" y="42070"/>
                      <a:pt x="15688" y="38884"/>
                    </a:cubicBezTo>
                    <a:cubicBezTo>
                      <a:pt x="12292" y="35698"/>
                      <a:pt x="10594" y="31323"/>
                      <a:pt x="10594" y="25757"/>
                    </a:cubicBezTo>
                    <a:cubicBezTo>
                      <a:pt x="10594" y="20178"/>
                      <a:pt x="12292" y="15796"/>
                      <a:pt x="15688" y="12610"/>
                    </a:cubicBezTo>
                    <a:cubicBezTo>
                      <a:pt x="19098" y="9424"/>
                      <a:pt x="23776" y="7831"/>
                      <a:pt x="29723" y="7831"/>
                    </a:cubicBezTo>
                    <a:cubicBezTo>
                      <a:pt x="35669" y="7831"/>
                      <a:pt x="40354" y="9431"/>
                      <a:pt x="43777" y="12630"/>
                    </a:cubicBezTo>
                    <a:cubicBezTo>
                      <a:pt x="47212" y="15842"/>
                      <a:pt x="48930" y="20218"/>
                      <a:pt x="48930" y="25757"/>
                    </a:cubicBezTo>
                    <a:cubicBezTo>
                      <a:pt x="48930" y="31323"/>
                      <a:pt x="47226" y="35698"/>
                      <a:pt x="43816" y="38884"/>
                    </a:cubicBezTo>
                    <a:cubicBezTo>
                      <a:pt x="40420" y="42070"/>
                      <a:pt x="35722" y="43663"/>
                      <a:pt x="29723" y="43663"/>
                    </a:cubicBezTo>
                    <a:close/>
                    <a:moveTo>
                      <a:pt x="17215" y="48977"/>
                    </a:moveTo>
                    <a:cubicBezTo>
                      <a:pt x="11850" y="50299"/>
                      <a:pt x="7667" y="52798"/>
                      <a:pt x="4667" y="56473"/>
                    </a:cubicBezTo>
                    <a:cubicBezTo>
                      <a:pt x="1681" y="60161"/>
                      <a:pt x="187" y="64649"/>
                      <a:pt x="187" y="69937"/>
                    </a:cubicBezTo>
                    <a:cubicBezTo>
                      <a:pt x="187" y="77327"/>
                      <a:pt x="2817" y="83170"/>
                      <a:pt x="8077" y="87466"/>
                    </a:cubicBezTo>
                    <a:cubicBezTo>
                      <a:pt x="13349" y="91763"/>
                      <a:pt x="20565" y="93911"/>
                      <a:pt x="29723" y="93911"/>
                    </a:cubicBezTo>
                    <a:cubicBezTo>
                      <a:pt x="38933" y="93911"/>
                      <a:pt x="46162" y="91763"/>
                      <a:pt x="51408" y="87466"/>
                    </a:cubicBezTo>
                    <a:cubicBezTo>
                      <a:pt x="56654" y="83170"/>
                      <a:pt x="59278" y="77327"/>
                      <a:pt x="59278" y="69937"/>
                    </a:cubicBezTo>
                    <a:cubicBezTo>
                      <a:pt x="59278" y="64649"/>
                      <a:pt x="57778" y="60161"/>
                      <a:pt x="54778" y="56473"/>
                    </a:cubicBezTo>
                    <a:cubicBezTo>
                      <a:pt x="51791" y="52798"/>
                      <a:pt x="47635" y="50299"/>
                      <a:pt x="42310" y="48977"/>
                    </a:cubicBezTo>
                    <a:cubicBezTo>
                      <a:pt x="48336" y="47576"/>
                      <a:pt x="53027" y="44826"/>
                      <a:pt x="56384" y="40728"/>
                    </a:cubicBezTo>
                    <a:cubicBezTo>
                      <a:pt x="59753" y="36643"/>
                      <a:pt x="61438" y="31653"/>
                      <a:pt x="61438" y="25757"/>
                    </a:cubicBezTo>
                    <a:cubicBezTo>
                      <a:pt x="61438" y="16781"/>
                      <a:pt x="58703" y="9894"/>
                      <a:pt x="53232" y="5095"/>
                    </a:cubicBezTo>
                    <a:cubicBezTo>
                      <a:pt x="47761" y="309"/>
                      <a:pt x="39924" y="-2083"/>
                      <a:pt x="29723" y="-2083"/>
                    </a:cubicBezTo>
                    <a:cubicBezTo>
                      <a:pt x="19534" y="-2083"/>
                      <a:pt x="11698" y="309"/>
                      <a:pt x="6213" y="5095"/>
                    </a:cubicBezTo>
                    <a:cubicBezTo>
                      <a:pt x="743" y="9894"/>
                      <a:pt x="-1993" y="16781"/>
                      <a:pt x="-1993" y="25757"/>
                    </a:cubicBezTo>
                    <a:cubicBezTo>
                      <a:pt x="-1993" y="31653"/>
                      <a:pt x="-301" y="36643"/>
                      <a:pt x="3082" y="40728"/>
                    </a:cubicBezTo>
                    <a:cubicBezTo>
                      <a:pt x="6478" y="44826"/>
                      <a:pt x="11189" y="47576"/>
                      <a:pt x="17215" y="48977"/>
                    </a:cubicBezTo>
                    <a:close/>
                    <a:moveTo>
                      <a:pt x="12636" y="68747"/>
                    </a:moveTo>
                    <a:cubicBezTo>
                      <a:pt x="12636" y="63962"/>
                      <a:pt x="14129" y="60227"/>
                      <a:pt x="17116" y="57544"/>
                    </a:cubicBezTo>
                    <a:cubicBezTo>
                      <a:pt x="20115" y="54860"/>
                      <a:pt x="24318" y="53518"/>
                      <a:pt x="29723" y="53518"/>
                    </a:cubicBezTo>
                    <a:cubicBezTo>
                      <a:pt x="35101" y="53518"/>
                      <a:pt x="39303" y="54860"/>
                      <a:pt x="42330" y="57544"/>
                    </a:cubicBezTo>
                    <a:cubicBezTo>
                      <a:pt x="45369" y="60227"/>
                      <a:pt x="46889" y="63962"/>
                      <a:pt x="46889" y="68747"/>
                    </a:cubicBezTo>
                    <a:cubicBezTo>
                      <a:pt x="46889" y="73546"/>
                      <a:pt x="45369" y="77287"/>
                      <a:pt x="42330" y="79971"/>
                    </a:cubicBezTo>
                    <a:cubicBezTo>
                      <a:pt x="39303" y="82654"/>
                      <a:pt x="35101" y="83996"/>
                      <a:pt x="29723" y="83996"/>
                    </a:cubicBezTo>
                    <a:cubicBezTo>
                      <a:pt x="24318" y="83996"/>
                      <a:pt x="20115" y="82654"/>
                      <a:pt x="17116" y="79971"/>
                    </a:cubicBezTo>
                    <a:cubicBezTo>
                      <a:pt x="14129" y="77287"/>
                      <a:pt x="12636" y="73546"/>
                      <a:pt x="12636" y="687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20D58624-B91B-AC65-B31F-152FA4CA3E81}"/>
                  </a:ext>
                </a:extLst>
              </p:cNvPr>
              <p:cNvSpPr/>
              <p:nvPr/>
            </p:nvSpPr>
            <p:spPr>
              <a:xfrm flipV="1">
                <a:off x="3741391" y="4308845"/>
                <a:ext cx="63926" cy="95994"/>
              </a:xfrm>
              <a:custGeom>
                <a:avLst/>
                <a:gdLst>
                  <a:gd name="connsiteX0" fmla="*/ 29966 w 63926"/>
                  <a:gd name="connsiteY0" fmla="*/ 83996 h 95994"/>
                  <a:gd name="connsiteX1" fmla="*/ 15437 w 63926"/>
                  <a:gd name="connsiteY1" fmla="*/ 74478 h 95994"/>
                  <a:gd name="connsiteX2" fmla="*/ 10580 w 63926"/>
                  <a:gd name="connsiteY2" fmla="*/ 45884 h 95994"/>
                  <a:gd name="connsiteX3" fmla="*/ 15437 w 63926"/>
                  <a:gd name="connsiteY3" fmla="*/ 17349 h 95994"/>
                  <a:gd name="connsiteX4" fmla="*/ 29966 w 63926"/>
                  <a:gd name="connsiteY4" fmla="*/ 7831 h 95994"/>
                  <a:gd name="connsiteX5" fmla="*/ 44556 w 63926"/>
                  <a:gd name="connsiteY5" fmla="*/ 17349 h 95994"/>
                  <a:gd name="connsiteX6" fmla="*/ 49432 w 63926"/>
                  <a:gd name="connsiteY6" fmla="*/ 45884 h 95994"/>
                  <a:gd name="connsiteX7" fmla="*/ 44556 w 63926"/>
                  <a:gd name="connsiteY7" fmla="*/ 74478 h 95994"/>
                  <a:gd name="connsiteX8" fmla="*/ 29966 w 63926"/>
                  <a:gd name="connsiteY8" fmla="*/ 83996 h 95994"/>
                  <a:gd name="connsiteX9" fmla="*/ 29966 w 63926"/>
                  <a:gd name="connsiteY9" fmla="*/ 93911 h 95994"/>
                  <a:gd name="connsiteX10" fmla="*/ 53733 w 63926"/>
                  <a:gd name="connsiteY10" fmla="*/ 81597 h 95994"/>
                  <a:gd name="connsiteX11" fmla="*/ 61940 w 63926"/>
                  <a:gd name="connsiteY11" fmla="*/ 45884 h 95994"/>
                  <a:gd name="connsiteX12" fmla="*/ 53733 w 63926"/>
                  <a:gd name="connsiteY12" fmla="*/ 10211 h 95994"/>
                  <a:gd name="connsiteX13" fmla="*/ 29966 w 63926"/>
                  <a:gd name="connsiteY13" fmla="*/ -2083 h 95994"/>
                  <a:gd name="connsiteX14" fmla="*/ 6219 w 63926"/>
                  <a:gd name="connsiteY14" fmla="*/ 10211 h 95994"/>
                  <a:gd name="connsiteX15" fmla="*/ -1987 w 63926"/>
                  <a:gd name="connsiteY15" fmla="*/ 45884 h 95994"/>
                  <a:gd name="connsiteX16" fmla="*/ 6219 w 63926"/>
                  <a:gd name="connsiteY16" fmla="*/ 81597 h 95994"/>
                  <a:gd name="connsiteX17" fmla="*/ 29966 w 63926"/>
                  <a:gd name="connsiteY17" fmla="*/ 93911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996"/>
                    </a:moveTo>
                    <a:cubicBezTo>
                      <a:pt x="23531" y="83996"/>
                      <a:pt x="18688" y="80823"/>
                      <a:pt x="15437" y="74478"/>
                    </a:cubicBezTo>
                    <a:cubicBezTo>
                      <a:pt x="12199" y="68146"/>
                      <a:pt x="10580" y="58614"/>
                      <a:pt x="10580" y="45884"/>
                    </a:cubicBezTo>
                    <a:cubicBezTo>
                      <a:pt x="10580" y="33206"/>
                      <a:pt x="12199" y="23695"/>
                      <a:pt x="15437" y="17349"/>
                    </a:cubicBezTo>
                    <a:cubicBezTo>
                      <a:pt x="18688" y="11004"/>
                      <a:pt x="23531" y="7831"/>
                      <a:pt x="29966" y="7831"/>
                    </a:cubicBezTo>
                    <a:cubicBezTo>
                      <a:pt x="36455" y="7831"/>
                      <a:pt x="41318" y="11004"/>
                      <a:pt x="44556" y="17349"/>
                    </a:cubicBezTo>
                    <a:cubicBezTo>
                      <a:pt x="47806" y="23695"/>
                      <a:pt x="49432" y="33206"/>
                      <a:pt x="49432" y="45884"/>
                    </a:cubicBezTo>
                    <a:cubicBezTo>
                      <a:pt x="49432" y="58614"/>
                      <a:pt x="47806" y="68146"/>
                      <a:pt x="44556" y="74478"/>
                    </a:cubicBezTo>
                    <a:cubicBezTo>
                      <a:pt x="41318" y="80823"/>
                      <a:pt x="36455" y="83996"/>
                      <a:pt x="29966" y="83996"/>
                    </a:cubicBezTo>
                    <a:close/>
                    <a:moveTo>
                      <a:pt x="29966" y="93911"/>
                    </a:moveTo>
                    <a:cubicBezTo>
                      <a:pt x="40340" y="93911"/>
                      <a:pt x="48262" y="89806"/>
                      <a:pt x="53733" y="81597"/>
                    </a:cubicBezTo>
                    <a:cubicBezTo>
                      <a:pt x="59204" y="73401"/>
                      <a:pt x="61940" y="61496"/>
                      <a:pt x="61940" y="45884"/>
                    </a:cubicBezTo>
                    <a:cubicBezTo>
                      <a:pt x="61940" y="30311"/>
                      <a:pt x="59204" y="18420"/>
                      <a:pt x="53733" y="10211"/>
                    </a:cubicBezTo>
                    <a:cubicBezTo>
                      <a:pt x="48262" y="2015"/>
                      <a:pt x="40340" y="-2083"/>
                      <a:pt x="29966" y="-2083"/>
                    </a:cubicBezTo>
                    <a:cubicBezTo>
                      <a:pt x="19606" y="-2083"/>
                      <a:pt x="11690" y="2015"/>
                      <a:pt x="6219" y="10211"/>
                    </a:cubicBezTo>
                    <a:cubicBezTo>
                      <a:pt x="748" y="18420"/>
                      <a:pt x="-1987" y="30311"/>
                      <a:pt x="-1987" y="45884"/>
                    </a:cubicBezTo>
                    <a:cubicBezTo>
                      <a:pt x="-1987" y="61496"/>
                      <a:pt x="748" y="73401"/>
                      <a:pt x="6219" y="81597"/>
                    </a:cubicBezTo>
                    <a:cubicBezTo>
                      <a:pt x="11690" y="89806"/>
                      <a:pt x="19606" y="93911"/>
                      <a:pt x="29966" y="939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138" name="Graphic 83">
              <a:extLst>
                <a:ext uri="{FF2B5EF4-FFF2-40B4-BE49-F238E27FC236}">
                  <a16:creationId xmlns:a16="http://schemas.microsoft.com/office/drawing/2014/main" id="{A57A60F6-D40D-66FB-CBF8-323008682630}"/>
                </a:ext>
              </a:extLst>
            </p:cNvPr>
            <p:cNvGrpSpPr/>
            <p:nvPr/>
          </p:nvGrpSpPr>
          <p:grpSpPr>
            <a:xfrm>
              <a:off x="3577804" y="3855631"/>
              <a:ext cx="227514" cy="95994"/>
              <a:chOff x="3577804" y="3855631"/>
              <a:chExt cx="227514" cy="95994"/>
            </a:xfrm>
            <a:solidFill>
              <a:srgbClr val="000000"/>
            </a:solidFill>
          </p:grpSpPr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93B3170B-8E2A-5968-582D-507D7068E3AE}"/>
                  </a:ext>
                </a:extLst>
              </p:cNvPr>
              <p:cNvSpPr/>
              <p:nvPr/>
            </p:nvSpPr>
            <p:spPr>
              <a:xfrm flipV="1">
                <a:off x="3577804" y="3857296"/>
                <a:ext cx="67395" cy="92524"/>
              </a:xfrm>
              <a:custGeom>
                <a:avLst/>
                <a:gdLst>
                  <a:gd name="connsiteX0" fmla="*/ 39767 w 67395"/>
                  <a:gd name="connsiteY0" fmla="*/ 79495 h 92524"/>
                  <a:gd name="connsiteX1" fmla="*/ 8171 w 67395"/>
                  <a:gd name="connsiteY1" fmla="*/ 30100 h 92524"/>
                  <a:gd name="connsiteX2" fmla="*/ 39767 w 67395"/>
                  <a:gd name="connsiteY2" fmla="*/ 30100 h 92524"/>
                  <a:gd name="connsiteX3" fmla="*/ 39767 w 67395"/>
                  <a:gd name="connsiteY3" fmla="*/ 79495 h 92524"/>
                  <a:gd name="connsiteX4" fmla="*/ 36477 w 67395"/>
                  <a:gd name="connsiteY4" fmla="*/ 90401 h 92524"/>
                  <a:gd name="connsiteX5" fmla="*/ 52216 w 67395"/>
                  <a:gd name="connsiteY5" fmla="*/ 90401 h 92524"/>
                  <a:gd name="connsiteX6" fmla="*/ 52216 w 67395"/>
                  <a:gd name="connsiteY6" fmla="*/ 30100 h 92524"/>
                  <a:gd name="connsiteX7" fmla="*/ 65417 w 67395"/>
                  <a:gd name="connsiteY7" fmla="*/ 30100 h 92524"/>
                  <a:gd name="connsiteX8" fmla="*/ 65417 w 67395"/>
                  <a:gd name="connsiteY8" fmla="*/ 19690 h 92524"/>
                  <a:gd name="connsiteX9" fmla="*/ 52216 w 67395"/>
                  <a:gd name="connsiteY9" fmla="*/ 19690 h 92524"/>
                  <a:gd name="connsiteX10" fmla="*/ 52216 w 67395"/>
                  <a:gd name="connsiteY10" fmla="*/ -2123 h 92524"/>
                  <a:gd name="connsiteX11" fmla="*/ 39767 w 67395"/>
                  <a:gd name="connsiteY11" fmla="*/ -2123 h 92524"/>
                  <a:gd name="connsiteX12" fmla="*/ 39767 w 67395"/>
                  <a:gd name="connsiteY12" fmla="*/ 19690 h 92524"/>
                  <a:gd name="connsiteX13" fmla="*/ -1978 w 67395"/>
                  <a:gd name="connsiteY13" fmla="*/ 19690 h 92524"/>
                  <a:gd name="connsiteX14" fmla="*/ -1978 w 67395"/>
                  <a:gd name="connsiteY14" fmla="*/ 31766 h 92524"/>
                  <a:gd name="connsiteX15" fmla="*/ 36477 w 67395"/>
                  <a:gd name="connsiteY15" fmla="*/ 90401 h 9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7395" h="92524">
                    <a:moveTo>
                      <a:pt x="39767" y="79495"/>
                    </a:moveTo>
                    <a:lnTo>
                      <a:pt x="8171" y="30100"/>
                    </a:lnTo>
                    <a:lnTo>
                      <a:pt x="39767" y="30100"/>
                    </a:lnTo>
                    <a:lnTo>
                      <a:pt x="39767" y="79495"/>
                    </a:lnTo>
                    <a:close/>
                    <a:moveTo>
                      <a:pt x="36477" y="90401"/>
                    </a:moveTo>
                    <a:lnTo>
                      <a:pt x="52216" y="90401"/>
                    </a:lnTo>
                    <a:lnTo>
                      <a:pt x="52216" y="30100"/>
                    </a:lnTo>
                    <a:lnTo>
                      <a:pt x="65417" y="30100"/>
                    </a:lnTo>
                    <a:lnTo>
                      <a:pt x="65417" y="19690"/>
                    </a:lnTo>
                    <a:lnTo>
                      <a:pt x="52216" y="19690"/>
                    </a:lnTo>
                    <a:lnTo>
                      <a:pt x="52216" y="-2123"/>
                    </a:lnTo>
                    <a:lnTo>
                      <a:pt x="39767" y="-2123"/>
                    </a:lnTo>
                    <a:lnTo>
                      <a:pt x="39767" y="19690"/>
                    </a:lnTo>
                    <a:lnTo>
                      <a:pt x="-1978" y="19690"/>
                    </a:lnTo>
                    <a:lnTo>
                      <a:pt x="-1978" y="31766"/>
                    </a:lnTo>
                    <a:lnTo>
                      <a:pt x="36477" y="90401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767088F0-6E26-00C9-C295-74BE3E5990B2}"/>
                  </a:ext>
                </a:extLst>
              </p:cNvPr>
              <p:cNvSpPr/>
              <p:nvPr/>
            </p:nvSpPr>
            <p:spPr>
              <a:xfrm flipV="1">
                <a:off x="3660301" y="3855631"/>
                <a:ext cx="63807" cy="95994"/>
              </a:xfrm>
              <a:custGeom>
                <a:avLst/>
                <a:gdLst>
                  <a:gd name="connsiteX0" fmla="*/ 3975 w 63807"/>
                  <a:gd name="connsiteY0" fmla="*/ 1609 h 95994"/>
                  <a:gd name="connsiteX1" fmla="*/ 3975 w 63807"/>
                  <a:gd name="connsiteY1" fmla="*/ 13011 h 95994"/>
                  <a:gd name="connsiteX2" fmla="*/ 13510 w 63807"/>
                  <a:gd name="connsiteY2" fmla="*/ 9600 h 95994"/>
                  <a:gd name="connsiteX3" fmla="*/ 23005 w 63807"/>
                  <a:gd name="connsiteY3" fmla="*/ 8430 h 95994"/>
                  <a:gd name="connsiteX4" fmla="*/ 41915 w 63807"/>
                  <a:gd name="connsiteY4" fmla="*/ 16759 h 95994"/>
                  <a:gd name="connsiteX5" fmla="*/ 49388 w 63807"/>
                  <a:gd name="connsiteY5" fmla="*/ 42081 h 95994"/>
                  <a:gd name="connsiteX6" fmla="*/ 40270 w 63807"/>
                  <a:gd name="connsiteY6" fmla="*/ 33891 h 95994"/>
                  <a:gd name="connsiteX7" fmla="*/ 28079 w 63807"/>
                  <a:gd name="connsiteY7" fmla="*/ 31036 h 95994"/>
                  <a:gd name="connsiteX8" fmla="*/ 6116 w 63807"/>
                  <a:gd name="connsiteY8" fmla="*/ 39424 h 95994"/>
                  <a:gd name="connsiteX9" fmla="*/ -1971 w 63807"/>
                  <a:gd name="connsiteY9" fmla="*/ 62406 h 95994"/>
                  <a:gd name="connsiteX10" fmla="*/ 6453 w 63807"/>
                  <a:gd name="connsiteY10" fmla="*/ 85249 h 95994"/>
                  <a:gd name="connsiteX11" fmla="*/ 28872 w 63807"/>
                  <a:gd name="connsiteY11" fmla="*/ 93875 h 95994"/>
                  <a:gd name="connsiteX12" fmla="*/ 53372 w 63807"/>
                  <a:gd name="connsiteY12" fmla="*/ 81561 h 95994"/>
                  <a:gd name="connsiteX13" fmla="*/ 61836 w 63807"/>
                  <a:gd name="connsiteY13" fmla="*/ 45848 h 95994"/>
                  <a:gd name="connsiteX14" fmla="*/ 51449 w 63807"/>
                  <a:gd name="connsiteY14" fmla="*/ 10929 h 95994"/>
                  <a:gd name="connsiteX15" fmla="*/ 23560 w 63807"/>
                  <a:gd name="connsiteY15" fmla="*/ -2119 h 95994"/>
                  <a:gd name="connsiteX16" fmla="*/ 14005 w 63807"/>
                  <a:gd name="connsiteY16" fmla="*/ -1187 h 95994"/>
                  <a:gd name="connsiteX17" fmla="*/ 3975 w 63807"/>
                  <a:gd name="connsiteY17" fmla="*/ 1609 h 95994"/>
                  <a:gd name="connsiteX18" fmla="*/ 28872 w 63807"/>
                  <a:gd name="connsiteY18" fmla="*/ 40831 h 95994"/>
                  <a:gd name="connsiteX19" fmla="*/ 42212 w 63807"/>
                  <a:gd name="connsiteY19" fmla="*/ 46582 h 95994"/>
                  <a:gd name="connsiteX20" fmla="*/ 47148 w 63807"/>
                  <a:gd name="connsiteY20" fmla="*/ 62406 h 95994"/>
                  <a:gd name="connsiteX21" fmla="*/ 42212 w 63807"/>
                  <a:gd name="connsiteY21" fmla="*/ 78170 h 95994"/>
                  <a:gd name="connsiteX22" fmla="*/ 28872 w 63807"/>
                  <a:gd name="connsiteY22" fmla="*/ 83960 h 95994"/>
                  <a:gd name="connsiteX23" fmla="*/ 15532 w 63807"/>
                  <a:gd name="connsiteY23" fmla="*/ 78170 h 95994"/>
                  <a:gd name="connsiteX24" fmla="*/ 10616 w 63807"/>
                  <a:gd name="connsiteY24" fmla="*/ 62406 h 95994"/>
                  <a:gd name="connsiteX25" fmla="*/ 15532 w 63807"/>
                  <a:gd name="connsiteY25" fmla="*/ 46582 h 95994"/>
                  <a:gd name="connsiteX26" fmla="*/ 28872 w 63807"/>
                  <a:gd name="connsiteY26" fmla="*/ 40831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3807" h="95994">
                    <a:moveTo>
                      <a:pt x="3975" y="1609"/>
                    </a:moveTo>
                    <a:lnTo>
                      <a:pt x="3975" y="13011"/>
                    </a:lnTo>
                    <a:cubicBezTo>
                      <a:pt x="7120" y="11517"/>
                      <a:pt x="10298" y="10380"/>
                      <a:pt x="13510" y="9600"/>
                    </a:cubicBezTo>
                    <a:cubicBezTo>
                      <a:pt x="16734" y="8820"/>
                      <a:pt x="19899" y="8430"/>
                      <a:pt x="23005" y="8430"/>
                    </a:cubicBezTo>
                    <a:cubicBezTo>
                      <a:pt x="31264" y="8430"/>
                      <a:pt x="37567" y="11206"/>
                      <a:pt x="41915" y="16759"/>
                    </a:cubicBezTo>
                    <a:cubicBezTo>
                      <a:pt x="46276" y="22311"/>
                      <a:pt x="48767" y="30751"/>
                      <a:pt x="49388" y="42081"/>
                    </a:cubicBezTo>
                    <a:cubicBezTo>
                      <a:pt x="46996" y="38525"/>
                      <a:pt x="43957" y="35795"/>
                      <a:pt x="40270" y="33891"/>
                    </a:cubicBezTo>
                    <a:cubicBezTo>
                      <a:pt x="36596" y="31987"/>
                      <a:pt x="32532" y="31036"/>
                      <a:pt x="28079" y="31036"/>
                    </a:cubicBezTo>
                    <a:cubicBezTo>
                      <a:pt x="18829" y="31036"/>
                      <a:pt x="11508" y="33832"/>
                      <a:pt x="6116" y="39424"/>
                    </a:cubicBezTo>
                    <a:cubicBezTo>
                      <a:pt x="724" y="45029"/>
                      <a:pt x="-1971" y="52689"/>
                      <a:pt x="-1971" y="62406"/>
                    </a:cubicBezTo>
                    <a:cubicBezTo>
                      <a:pt x="-1971" y="71897"/>
                      <a:pt x="837" y="79512"/>
                      <a:pt x="6453" y="85249"/>
                    </a:cubicBezTo>
                    <a:cubicBezTo>
                      <a:pt x="12069" y="91000"/>
                      <a:pt x="19542" y="93875"/>
                      <a:pt x="28872" y="93875"/>
                    </a:cubicBezTo>
                    <a:cubicBezTo>
                      <a:pt x="39576" y="93875"/>
                      <a:pt x="47743" y="89770"/>
                      <a:pt x="53372" y="81561"/>
                    </a:cubicBezTo>
                    <a:cubicBezTo>
                      <a:pt x="59015" y="73365"/>
                      <a:pt x="61836" y="61461"/>
                      <a:pt x="61836" y="45848"/>
                    </a:cubicBezTo>
                    <a:cubicBezTo>
                      <a:pt x="61836" y="31267"/>
                      <a:pt x="58374" y="19627"/>
                      <a:pt x="51449" y="10929"/>
                    </a:cubicBezTo>
                    <a:cubicBezTo>
                      <a:pt x="44538" y="2230"/>
                      <a:pt x="35241" y="-2119"/>
                      <a:pt x="23560" y="-2119"/>
                    </a:cubicBezTo>
                    <a:cubicBezTo>
                      <a:pt x="20414" y="-2119"/>
                      <a:pt x="17230" y="-1808"/>
                      <a:pt x="14005" y="-1187"/>
                    </a:cubicBezTo>
                    <a:cubicBezTo>
                      <a:pt x="10794" y="-566"/>
                      <a:pt x="7451" y="366"/>
                      <a:pt x="3975" y="1609"/>
                    </a:cubicBezTo>
                    <a:close/>
                    <a:moveTo>
                      <a:pt x="28872" y="40831"/>
                    </a:moveTo>
                    <a:cubicBezTo>
                      <a:pt x="34488" y="40831"/>
                      <a:pt x="38935" y="42748"/>
                      <a:pt x="42212" y="46582"/>
                    </a:cubicBezTo>
                    <a:cubicBezTo>
                      <a:pt x="45503" y="50429"/>
                      <a:pt x="47148" y="55703"/>
                      <a:pt x="47148" y="62406"/>
                    </a:cubicBezTo>
                    <a:cubicBezTo>
                      <a:pt x="47148" y="69055"/>
                      <a:pt x="45503" y="74310"/>
                      <a:pt x="42212" y="78170"/>
                    </a:cubicBezTo>
                    <a:cubicBezTo>
                      <a:pt x="38935" y="82030"/>
                      <a:pt x="34488" y="83960"/>
                      <a:pt x="28872" y="83960"/>
                    </a:cubicBezTo>
                    <a:cubicBezTo>
                      <a:pt x="23256" y="83960"/>
                      <a:pt x="18809" y="82030"/>
                      <a:pt x="15532" y="78170"/>
                    </a:cubicBezTo>
                    <a:cubicBezTo>
                      <a:pt x="12254" y="74310"/>
                      <a:pt x="10616" y="69055"/>
                      <a:pt x="10616" y="62406"/>
                    </a:cubicBezTo>
                    <a:cubicBezTo>
                      <a:pt x="10616" y="55703"/>
                      <a:pt x="12254" y="50429"/>
                      <a:pt x="15532" y="46582"/>
                    </a:cubicBezTo>
                    <a:cubicBezTo>
                      <a:pt x="18809" y="42748"/>
                      <a:pt x="23256" y="40831"/>
                      <a:pt x="28872" y="408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D6338346-C138-969A-81EE-E2A947D76992}"/>
                  </a:ext>
                </a:extLst>
              </p:cNvPr>
              <p:cNvSpPr/>
              <p:nvPr/>
            </p:nvSpPr>
            <p:spPr>
              <a:xfrm flipV="1">
                <a:off x="3741391" y="3855631"/>
                <a:ext cx="63926" cy="95994"/>
              </a:xfrm>
              <a:custGeom>
                <a:avLst/>
                <a:gdLst>
                  <a:gd name="connsiteX0" fmla="*/ 29966 w 63926"/>
                  <a:gd name="connsiteY0" fmla="*/ 83960 h 95994"/>
                  <a:gd name="connsiteX1" fmla="*/ 15437 w 63926"/>
                  <a:gd name="connsiteY1" fmla="*/ 74442 h 95994"/>
                  <a:gd name="connsiteX2" fmla="*/ 10580 w 63926"/>
                  <a:gd name="connsiteY2" fmla="*/ 45848 h 95994"/>
                  <a:gd name="connsiteX3" fmla="*/ 15437 w 63926"/>
                  <a:gd name="connsiteY3" fmla="*/ 17314 h 95994"/>
                  <a:gd name="connsiteX4" fmla="*/ 29966 w 63926"/>
                  <a:gd name="connsiteY4" fmla="*/ 7796 h 95994"/>
                  <a:gd name="connsiteX5" fmla="*/ 44556 w 63926"/>
                  <a:gd name="connsiteY5" fmla="*/ 17314 h 95994"/>
                  <a:gd name="connsiteX6" fmla="*/ 49432 w 63926"/>
                  <a:gd name="connsiteY6" fmla="*/ 45848 h 95994"/>
                  <a:gd name="connsiteX7" fmla="*/ 44556 w 63926"/>
                  <a:gd name="connsiteY7" fmla="*/ 74442 h 95994"/>
                  <a:gd name="connsiteX8" fmla="*/ 29966 w 63926"/>
                  <a:gd name="connsiteY8" fmla="*/ 83960 h 95994"/>
                  <a:gd name="connsiteX9" fmla="*/ 29966 w 63926"/>
                  <a:gd name="connsiteY9" fmla="*/ 93875 h 95994"/>
                  <a:gd name="connsiteX10" fmla="*/ 53733 w 63926"/>
                  <a:gd name="connsiteY10" fmla="*/ 81561 h 95994"/>
                  <a:gd name="connsiteX11" fmla="*/ 61940 w 63926"/>
                  <a:gd name="connsiteY11" fmla="*/ 45848 h 95994"/>
                  <a:gd name="connsiteX12" fmla="*/ 53733 w 63926"/>
                  <a:gd name="connsiteY12" fmla="*/ 10175 h 95994"/>
                  <a:gd name="connsiteX13" fmla="*/ 29966 w 63926"/>
                  <a:gd name="connsiteY13" fmla="*/ -2119 h 95994"/>
                  <a:gd name="connsiteX14" fmla="*/ 6219 w 63926"/>
                  <a:gd name="connsiteY14" fmla="*/ 10175 h 95994"/>
                  <a:gd name="connsiteX15" fmla="*/ -1987 w 63926"/>
                  <a:gd name="connsiteY15" fmla="*/ 45848 h 95994"/>
                  <a:gd name="connsiteX16" fmla="*/ 6219 w 63926"/>
                  <a:gd name="connsiteY16" fmla="*/ 81561 h 95994"/>
                  <a:gd name="connsiteX17" fmla="*/ 29966 w 63926"/>
                  <a:gd name="connsiteY17" fmla="*/ 93875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960"/>
                    </a:moveTo>
                    <a:cubicBezTo>
                      <a:pt x="23531" y="83960"/>
                      <a:pt x="18688" y="80788"/>
                      <a:pt x="15437" y="74442"/>
                    </a:cubicBezTo>
                    <a:cubicBezTo>
                      <a:pt x="12199" y="68110"/>
                      <a:pt x="10580" y="58579"/>
                      <a:pt x="10580" y="45848"/>
                    </a:cubicBezTo>
                    <a:cubicBezTo>
                      <a:pt x="10580" y="33171"/>
                      <a:pt x="12199" y="23659"/>
                      <a:pt x="15437" y="17314"/>
                    </a:cubicBezTo>
                    <a:cubicBezTo>
                      <a:pt x="18688" y="10968"/>
                      <a:pt x="23531" y="7796"/>
                      <a:pt x="29966" y="7796"/>
                    </a:cubicBezTo>
                    <a:cubicBezTo>
                      <a:pt x="36455" y="7796"/>
                      <a:pt x="41318" y="10968"/>
                      <a:pt x="44556" y="17314"/>
                    </a:cubicBezTo>
                    <a:cubicBezTo>
                      <a:pt x="47806" y="23659"/>
                      <a:pt x="49432" y="33171"/>
                      <a:pt x="49432" y="45848"/>
                    </a:cubicBezTo>
                    <a:cubicBezTo>
                      <a:pt x="49432" y="58579"/>
                      <a:pt x="47806" y="68110"/>
                      <a:pt x="44556" y="74442"/>
                    </a:cubicBezTo>
                    <a:cubicBezTo>
                      <a:pt x="41318" y="80788"/>
                      <a:pt x="36455" y="83960"/>
                      <a:pt x="29966" y="83960"/>
                    </a:cubicBezTo>
                    <a:close/>
                    <a:moveTo>
                      <a:pt x="29966" y="93875"/>
                    </a:moveTo>
                    <a:cubicBezTo>
                      <a:pt x="40340" y="93875"/>
                      <a:pt x="48262" y="89770"/>
                      <a:pt x="53733" y="81561"/>
                    </a:cubicBezTo>
                    <a:cubicBezTo>
                      <a:pt x="59204" y="73365"/>
                      <a:pt x="61940" y="61461"/>
                      <a:pt x="61940" y="45848"/>
                    </a:cubicBezTo>
                    <a:cubicBezTo>
                      <a:pt x="61940" y="30276"/>
                      <a:pt x="59204" y="18385"/>
                      <a:pt x="53733" y="10175"/>
                    </a:cubicBezTo>
                    <a:cubicBezTo>
                      <a:pt x="48262" y="1979"/>
                      <a:pt x="40340" y="-2119"/>
                      <a:pt x="29966" y="-2119"/>
                    </a:cubicBezTo>
                    <a:cubicBezTo>
                      <a:pt x="19606" y="-2119"/>
                      <a:pt x="11690" y="1979"/>
                      <a:pt x="6219" y="10175"/>
                    </a:cubicBezTo>
                    <a:cubicBezTo>
                      <a:pt x="748" y="18385"/>
                      <a:pt x="-1987" y="30276"/>
                      <a:pt x="-1987" y="45848"/>
                    </a:cubicBezTo>
                    <a:cubicBezTo>
                      <a:pt x="-1987" y="61461"/>
                      <a:pt x="748" y="73365"/>
                      <a:pt x="6219" y="81561"/>
                    </a:cubicBezTo>
                    <a:cubicBezTo>
                      <a:pt x="11690" y="89770"/>
                      <a:pt x="19606" y="93875"/>
                      <a:pt x="29966" y="938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144" name="Graphic 83">
              <a:extLst>
                <a:ext uri="{FF2B5EF4-FFF2-40B4-BE49-F238E27FC236}">
                  <a16:creationId xmlns:a16="http://schemas.microsoft.com/office/drawing/2014/main" id="{CC1E251D-925C-C130-F603-06B841ED98D8}"/>
                </a:ext>
              </a:extLst>
            </p:cNvPr>
            <p:cNvGrpSpPr/>
            <p:nvPr/>
          </p:nvGrpSpPr>
          <p:grpSpPr>
            <a:xfrm>
              <a:off x="3581391" y="3402416"/>
              <a:ext cx="223926" cy="95994"/>
              <a:chOff x="3581391" y="3402416"/>
              <a:chExt cx="223926" cy="95994"/>
            </a:xfrm>
            <a:solidFill>
              <a:srgbClr val="000000"/>
            </a:solidFill>
          </p:grpSpPr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29E73EBB-7590-00BA-EDAF-C0A3C457BCA3}"/>
                  </a:ext>
                </a:extLst>
              </p:cNvPr>
              <p:cNvSpPr/>
              <p:nvPr/>
            </p:nvSpPr>
            <p:spPr>
              <a:xfrm flipV="1">
                <a:off x="3581391" y="3404082"/>
                <a:ext cx="59843" cy="94328"/>
              </a:xfrm>
              <a:custGeom>
                <a:avLst/>
                <a:gdLst>
                  <a:gd name="connsiteX0" fmla="*/ 1936 w 59843"/>
                  <a:gd name="connsiteY0" fmla="*/ 92216 h 94328"/>
                  <a:gd name="connsiteX1" fmla="*/ 51056 w 59843"/>
                  <a:gd name="connsiteY1" fmla="*/ 92216 h 94328"/>
                  <a:gd name="connsiteX2" fmla="*/ 51056 w 59843"/>
                  <a:gd name="connsiteY2" fmla="*/ 81667 h 94328"/>
                  <a:gd name="connsiteX3" fmla="*/ 13393 w 59843"/>
                  <a:gd name="connsiteY3" fmla="*/ 81667 h 94328"/>
                  <a:gd name="connsiteX4" fmla="*/ 13393 w 59843"/>
                  <a:gd name="connsiteY4" fmla="*/ 59002 h 94328"/>
                  <a:gd name="connsiteX5" fmla="*/ 18825 w 59843"/>
                  <a:gd name="connsiteY5" fmla="*/ 60390 h 94328"/>
                  <a:gd name="connsiteX6" fmla="*/ 24296 w 59843"/>
                  <a:gd name="connsiteY6" fmla="*/ 60846 h 94328"/>
                  <a:gd name="connsiteX7" fmla="*/ 48816 w 59843"/>
                  <a:gd name="connsiteY7" fmla="*/ 52359 h 94328"/>
                  <a:gd name="connsiteX8" fmla="*/ 57874 w 59843"/>
                  <a:gd name="connsiteY8" fmla="*/ 29376 h 94328"/>
                  <a:gd name="connsiteX9" fmla="*/ 48578 w 59843"/>
                  <a:gd name="connsiteY9" fmla="*/ 6156 h 94328"/>
                  <a:gd name="connsiteX10" fmla="*/ 22373 w 59843"/>
                  <a:gd name="connsiteY10" fmla="*/ -2113 h 94328"/>
                  <a:gd name="connsiteX11" fmla="*/ 10499 w 59843"/>
                  <a:gd name="connsiteY11" fmla="*/ -1121 h 94328"/>
                  <a:gd name="connsiteX12" fmla="*/ -1969 w 59843"/>
                  <a:gd name="connsiteY12" fmla="*/ 1853 h 94328"/>
                  <a:gd name="connsiteX13" fmla="*/ -1969 w 59843"/>
                  <a:gd name="connsiteY13" fmla="*/ 14445 h 94328"/>
                  <a:gd name="connsiteX14" fmla="*/ 9548 w 59843"/>
                  <a:gd name="connsiteY14" fmla="*/ 9924 h 94328"/>
                  <a:gd name="connsiteX15" fmla="*/ 22115 w 59843"/>
                  <a:gd name="connsiteY15" fmla="*/ 8437 h 94328"/>
                  <a:gd name="connsiteX16" fmla="*/ 39083 w 59843"/>
                  <a:gd name="connsiteY16" fmla="*/ 14068 h 94328"/>
                  <a:gd name="connsiteX17" fmla="*/ 45347 w 59843"/>
                  <a:gd name="connsiteY17" fmla="*/ 29376 h 94328"/>
                  <a:gd name="connsiteX18" fmla="*/ 39083 w 59843"/>
                  <a:gd name="connsiteY18" fmla="*/ 44665 h 94328"/>
                  <a:gd name="connsiteX19" fmla="*/ 22115 w 59843"/>
                  <a:gd name="connsiteY19" fmla="*/ 50316 h 94328"/>
                  <a:gd name="connsiteX20" fmla="*/ 12105 w 59843"/>
                  <a:gd name="connsiteY20" fmla="*/ 49206 h 94328"/>
                  <a:gd name="connsiteX21" fmla="*/ 1936 w 59843"/>
                  <a:gd name="connsiteY21" fmla="*/ 45736 h 94328"/>
                  <a:gd name="connsiteX22" fmla="*/ 1936 w 59843"/>
                  <a:gd name="connsiteY22" fmla="*/ 92216 h 9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9843" h="94328">
                    <a:moveTo>
                      <a:pt x="1936" y="92216"/>
                    </a:moveTo>
                    <a:lnTo>
                      <a:pt x="51056" y="92216"/>
                    </a:lnTo>
                    <a:lnTo>
                      <a:pt x="51056" y="81667"/>
                    </a:lnTo>
                    <a:lnTo>
                      <a:pt x="13393" y="81667"/>
                    </a:lnTo>
                    <a:lnTo>
                      <a:pt x="13393" y="59002"/>
                    </a:lnTo>
                    <a:cubicBezTo>
                      <a:pt x="15204" y="59623"/>
                      <a:pt x="17014" y="60086"/>
                      <a:pt x="18825" y="60390"/>
                    </a:cubicBezTo>
                    <a:cubicBezTo>
                      <a:pt x="20648" y="60694"/>
                      <a:pt x="22472" y="60846"/>
                      <a:pt x="24296" y="60846"/>
                    </a:cubicBezTo>
                    <a:cubicBezTo>
                      <a:pt x="34616" y="60846"/>
                      <a:pt x="42790" y="58017"/>
                      <a:pt x="48816" y="52359"/>
                    </a:cubicBezTo>
                    <a:cubicBezTo>
                      <a:pt x="54855" y="46701"/>
                      <a:pt x="57874" y="39040"/>
                      <a:pt x="57874" y="29376"/>
                    </a:cubicBezTo>
                    <a:cubicBezTo>
                      <a:pt x="57874" y="19422"/>
                      <a:pt x="54776" y="11682"/>
                      <a:pt x="48578" y="6156"/>
                    </a:cubicBezTo>
                    <a:cubicBezTo>
                      <a:pt x="42380" y="644"/>
                      <a:pt x="33645" y="-2113"/>
                      <a:pt x="22373" y="-2113"/>
                    </a:cubicBezTo>
                    <a:cubicBezTo>
                      <a:pt x="18488" y="-2113"/>
                      <a:pt x="14530" y="-1782"/>
                      <a:pt x="10499" y="-1121"/>
                    </a:cubicBezTo>
                    <a:cubicBezTo>
                      <a:pt x="6482" y="-460"/>
                      <a:pt x="2326" y="531"/>
                      <a:pt x="-1969" y="1853"/>
                    </a:cubicBezTo>
                    <a:lnTo>
                      <a:pt x="-1969" y="14445"/>
                    </a:lnTo>
                    <a:cubicBezTo>
                      <a:pt x="1745" y="12422"/>
                      <a:pt x="5583" y="10915"/>
                      <a:pt x="9548" y="9924"/>
                    </a:cubicBezTo>
                    <a:cubicBezTo>
                      <a:pt x="13512" y="8932"/>
                      <a:pt x="17701" y="8437"/>
                      <a:pt x="22115" y="8437"/>
                    </a:cubicBezTo>
                    <a:cubicBezTo>
                      <a:pt x="29264" y="8437"/>
                      <a:pt x="34920" y="10314"/>
                      <a:pt x="39083" y="14068"/>
                    </a:cubicBezTo>
                    <a:cubicBezTo>
                      <a:pt x="43259" y="17822"/>
                      <a:pt x="45347" y="22925"/>
                      <a:pt x="45347" y="29376"/>
                    </a:cubicBezTo>
                    <a:cubicBezTo>
                      <a:pt x="45347" y="35814"/>
                      <a:pt x="43259" y="40910"/>
                      <a:pt x="39083" y="44665"/>
                    </a:cubicBezTo>
                    <a:cubicBezTo>
                      <a:pt x="34920" y="48432"/>
                      <a:pt x="29264" y="50316"/>
                      <a:pt x="22115" y="50316"/>
                    </a:cubicBezTo>
                    <a:cubicBezTo>
                      <a:pt x="18772" y="50316"/>
                      <a:pt x="15435" y="49946"/>
                      <a:pt x="12105" y="49206"/>
                    </a:cubicBezTo>
                    <a:cubicBezTo>
                      <a:pt x="8788" y="48465"/>
                      <a:pt x="5398" y="47309"/>
                      <a:pt x="1936" y="45736"/>
                    </a:cubicBezTo>
                    <a:lnTo>
                      <a:pt x="1936" y="92216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77286755-28BD-F746-C108-77505694C233}"/>
                  </a:ext>
                </a:extLst>
              </p:cNvPr>
              <p:cNvSpPr/>
              <p:nvPr/>
            </p:nvSpPr>
            <p:spPr>
              <a:xfrm flipV="1">
                <a:off x="3660678" y="3402416"/>
                <a:ext cx="63926" cy="95994"/>
              </a:xfrm>
              <a:custGeom>
                <a:avLst/>
                <a:gdLst>
                  <a:gd name="connsiteX0" fmla="*/ 29960 w 63926"/>
                  <a:gd name="connsiteY0" fmla="*/ 83925 h 95994"/>
                  <a:gd name="connsiteX1" fmla="*/ 15430 w 63926"/>
                  <a:gd name="connsiteY1" fmla="*/ 74407 h 95994"/>
                  <a:gd name="connsiteX2" fmla="*/ 10574 w 63926"/>
                  <a:gd name="connsiteY2" fmla="*/ 45813 h 95994"/>
                  <a:gd name="connsiteX3" fmla="*/ 15430 w 63926"/>
                  <a:gd name="connsiteY3" fmla="*/ 17278 h 95994"/>
                  <a:gd name="connsiteX4" fmla="*/ 29960 w 63926"/>
                  <a:gd name="connsiteY4" fmla="*/ 7760 h 95994"/>
                  <a:gd name="connsiteX5" fmla="*/ 44549 w 63926"/>
                  <a:gd name="connsiteY5" fmla="*/ 17278 h 95994"/>
                  <a:gd name="connsiteX6" fmla="*/ 49425 w 63926"/>
                  <a:gd name="connsiteY6" fmla="*/ 45813 h 95994"/>
                  <a:gd name="connsiteX7" fmla="*/ 44549 w 63926"/>
                  <a:gd name="connsiteY7" fmla="*/ 74407 h 95994"/>
                  <a:gd name="connsiteX8" fmla="*/ 29960 w 63926"/>
                  <a:gd name="connsiteY8" fmla="*/ 83925 h 95994"/>
                  <a:gd name="connsiteX9" fmla="*/ 29960 w 63926"/>
                  <a:gd name="connsiteY9" fmla="*/ 93839 h 95994"/>
                  <a:gd name="connsiteX10" fmla="*/ 53727 w 63926"/>
                  <a:gd name="connsiteY10" fmla="*/ 81525 h 95994"/>
                  <a:gd name="connsiteX11" fmla="*/ 61933 w 63926"/>
                  <a:gd name="connsiteY11" fmla="*/ 45813 h 95994"/>
                  <a:gd name="connsiteX12" fmla="*/ 53727 w 63926"/>
                  <a:gd name="connsiteY12" fmla="*/ 10139 h 95994"/>
                  <a:gd name="connsiteX13" fmla="*/ 29960 w 63926"/>
                  <a:gd name="connsiteY13" fmla="*/ -2155 h 95994"/>
                  <a:gd name="connsiteX14" fmla="*/ 6213 w 63926"/>
                  <a:gd name="connsiteY14" fmla="*/ 10139 h 95994"/>
                  <a:gd name="connsiteX15" fmla="*/ -1993 w 63926"/>
                  <a:gd name="connsiteY15" fmla="*/ 45813 h 95994"/>
                  <a:gd name="connsiteX16" fmla="*/ 6213 w 63926"/>
                  <a:gd name="connsiteY16" fmla="*/ 81525 h 95994"/>
                  <a:gd name="connsiteX17" fmla="*/ 29960 w 63926"/>
                  <a:gd name="connsiteY17" fmla="*/ 93839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0" y="83925"/>
                    </a:moveTo>
                    <a:cubicBezTo>
                      <a:pt x="23524" y="83925"/>
                      <a:pt x="18681" y="80752"/>
                      <a:pt x="15430" y="74407"/>
                    </a:cubicBezTo>
                    <a:cubicBezTo>
                      <a:pt x="12193" y="68074"/>
                      <a:pt x="10574" y="58543"/>
                      <a:pt x="10574" y="45813"/>
                    </a:cubicBezTo>
                    <a:cubicBezTo>
                      <a:pt x="10574" y="33135"/>
                      <a:pt x="12193" y="23623"/>
                      <a:pt x="15430" y="17278"/>
                    </a:cubicBezTo>
                    <a:cubicBezTo>
                      <a:pt x="18681" y="10933"/>
                      <a:pt x="23524" y="7760"/>
                      <a:pt x="29960" y="7760"/>
                    </a:cubicBezTo>
                    <a:cubicBezTo>
                      <a:pt x="36448" y="7760"/>
                      <a:pt x="41312" y="10933"/>
                      <a:pt x="44549" y="17278"/>
                    </a:cubicBezTo>
                    <a:cubicBezTo>
                      <a:pt x="47800" y="23623"/>
                      <a:pt x="49425" y="33135"/>
                      <a:pt x="49425" y="45813"/>
                    </a:cubicBezTo>
                    <a:cubicBezTo>
                      <a:pt x="49425" y="58543"/>
                      <a:pt x="47800" y="68074"/>
                      <a:pt x="44549" y="74407"/>
                    </a:cubicBezTo>
                    <a:cubicBezTo>
                      <a:pt x="41312" y="80752"/>
                      <a:pt x="36448" y="83925"/>
                      <a:pt x="29960" y="83925"/>
                    </a:cubicBezTo>
                    <a:close/>
                    <a:moveTo>
                      <a:pt x="29960" y="93839"/>
                    </a:moveTo>
                    <a:cubicBezTo>
                      <a:pt x="40334" y="93839"/>
                      <a:pt x="48256" y="89735"/>
                      <a:pt x="53727" y="81525"/>
                    </a:cubicBezTo>
                    <a:cubicBezTo>
                      <a:pt x="59198" y="73329"/>
                      <a:pt x="61933" y="61425"/>
                      <a:pt x="61933" y="45813"/>
                    </a:cubicBezTo>
                    <a:cubicBezTo>
                      <a:pt x="61933" y="30240"/>
                      <a:pt x="59198" y="18349"/>
                      <a:pt x="53727" y="10139"/>
                    </a:cubicBezTo>
                    <a:cubicBezTo>
                      <a:pt x="48256" y="1943"/>
                      <a:pt x="40334" y="-2155"/>
                      <a:pt x="29960" y="-2155"/>
                    </a:cubicBezTo>
                    <a:cubicBezTo>
                      <a:pt x="19600" y="-2155"/>
                      <a:pt x="11684" y="1943"/>
                      <a:pt x="6213" y="10139"/>
                    </a:cubicBezTo>
                    <a:cubicBezTo>
                      <a:pt x="742" y="18349"/>
                      <a:pt x="-1993" y="30240"/>
                      <a:pt x="-1993" y="45813"/>
                    </a:cubicBezTo>
                    <a:cubicBezTo>
                      <a:pt x="-1993" y="61425"/>
                      <a:pt x="742" y="73329"/>
                      <a:pt x="6213" y="81525"/>
                    </a:cubicBezTo>
                    <a:cubicBezTo>
                      <a:pt x="11684" y="89735"/>
                      <a:pt x="19600" y="93839"/>
                      <a:pt x="29960" y="938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C271C957-11C6-FA83-FD7C-E40EA19572AB}"/>
                  </a:ext>
                </a:extLst>
              </p:cNvPr>
              <p:cNvSpPr/>
              <p:nvPr/>
            </p:nvSpPr>
            <p:spPr>
              <a:xfrm flipV="1">
                <a:off x="3741391" y="3402416"/>
                <a:ext cx="63926" cy="95994"/>
              </a:xfrm>
              <a:custGeom>
                <a:avLst/>
                <a:gdLst>
                  <a:gd name="connsiteX0" fmla="*/ 29966 w 63926"/>
                  <a:gd name="connsiteY0" fmla="*/ 83925 h 95994"/>
                  <a:gd name="connsiteX1" fmla="*/ 15437 w 63926"/>
                  <a:gd name="connsiteY1" fmla="*/ 74407 h 95994"/>
                  <a:gd name="connsiteX2" fmla="*/ 10580 w 63926"/>
                  <a:gd name="connsiteY2" fmla="*/ 45813 h 95994"/>
                  <a:gd name="connsiteX3" fmla="*/ 15437 w 63926"/>
                  <a:gd name="connsiteY3" fmla="*/ 17278 h 95994"/>
                  <a:gd name="connsiteX4" fmla="*/ 29966 w 63926"/>
                  <a:gd name="connsiteY4" fmla="*/ 7760 h 95994"/>
                  <a:gd name="connsiteX5" fmla="*/ 44556 w 63926"/>
                  <a:gd name="connsiteY5" fmla="*/ 17278 h 95994"/>
                  <a:gd name="connsiteX6" fmla="*/ 49432 w 63926"/>
                  <a:gd name="connsiteY6" fmla="*/ 45813 h 95994"/>
                  <a:gd name="connsiteX7" fmla="*/ 44556 w 63926"/>
                  <a:gd name="connsiteY7" fmla="*/ 74407 h 95994"/>
                  <a:gd name="connsiteX8" fmla="*/ 29966 w 63926"/>
                  <a:gd name="connsiteY8" fmla="*/ 83925 h 95994"/>
                  <a:gd name="connsiteX9" fmla="*/ 29966 w 63926"/>
                  <a:gd name="connsiteY9" fmla="*/ 93839 h 95994"/>
                  <a:gd name="connsiteX10" fmla="*/ 53733 w 63926"/>
                  <a:gd name="connsiteY10" fmla="*/ 81525 h 95994"/>
                  <a:gd name="connsiteX11" fmla="*/ 61940 w 63926"/>
                  <a:gd name="connsiteY11" fmla="*/ 45813 h 95994"/>
                  <a:gd name="connsiteX12" fmla="*/ 53733 w 63926"/>
                  <a:gd name="connsiteY12" fmla="*/ 10139 h 95994"/>
                  <a:gd name="connsiteX13" fmla="*/ 29966 w 63926"/>
                  <a:gd name="connsiteY13" fmla="*/ -2155 h 95994"/>
                  <a:gd name="connsiteX14" fmla="*/ 6219 w 63926"/>
                  <a:gd name="connsiteY14" fmla="*/ 10139 h 95994"/>
                  <a:gd name="connsiteX15" fmla="*/ -1987 w 63926"/>
                  <a:gd name="connsiteY15" fmla="*/ 45813 h 95994"/>
                  <a:gd name="connsiteX16" fmla="*/ 6219 w 63926"/>
                  <a:gd name="connsiteY16" fmla="*/ 81525 h 95994"/>
                  <a:gd name="connsiteX17" fmla="*/ 29966 w 63926"/>
                  <a:gd name="connsiteY17" fmla="*/ 93839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925"/>
                    </a:moveTo>
                    <a:cubicBezTo>
                      <a:pt x="23531" y="83925"/>
                      <a:pt x="18688" y="80752"/>
                      <a:pt x="15437" y="74407"/>
                    </a:cubicBezTo>
                    <a:cubicBezTo>
                      <a:pt x="12199" y="68074"/>
                      <a:pt x="10580" y="58543"/>
                      <a:pt x="10580" y="45813"/>
                    </a:cubicBezTo>
                    <a:cubicBezTo>
                      <a:pt x="10580" y="33135"/>
                      <a:pt x="12199" y="23623"/>
                      <a:pt x="15437" y="17278"/>
                    </a:cubicBezTo>
                    <a:cubicBezTo>
                      <a:pt x="18688" y="10933"/>
                      <a:pt x="23531" y="7760"/>
                      <a:pt x="29966" y="7760"/>
                    </a:cubicBezTo>
                    <a:cubicBezTo>
                      <a:pt x="36455" y="7760"/>
                      <a:pt x="41318" y="10933"/>
                      <a:pt x="44556" y="17278"/>
                    </a:cubicBezTo>
                    <a:cubicBezTo>
                      <a:pt x="47806" y="23623"/>
                      <a:pt x="49432" y="33135"/>
                      <a:pt x="49432" y="45813"/>
                    </a:cubicBezTo>
                    <a:cubicBezTo>
                      <a:pt x="49432" y="58543"/>
                      <a:pt x="47806" y="68074"/>
                      <a:pt x="44556" y="74407"/>
                    </a:cubicBezTo>
                    <a:cubicBezTo>
                      <a:pt x="41318" y="80752"/>
                      <a:pt x="36455" y="83925"/>
                      <a:pt x="29966" y="83925"/>
                    </a:cubicBezTo>
                    <a:close/>
                    <a:moveTo>
                      <a:pt x="29966" y="93839"/>
                    </a:moveTo>
                    <a:cubicBezTo>
                      <a:pt x="40340" y="93839"/>
                      <a:pt x="48262" y="89735"/>
                      <a:pt x="53733" y="81525"/>
                    </a:cubicBezTo>
                    <a:cubicBezTo>
                      <a:pt x="59204" y="73329"/>
                      <a:pt x="61940" y="61425"/>
                      <a:pt x="61940" y="45813"/>
                    </a:cubicBezTo>
                    <a:cubicBezTo>
                      <a:pt x="61940" y="30240"/>
                      <a:pt x="59204" y="18349"/>
                      <a:pt x="53733" y="10139"/>
                    </a:cubicBezTo>
                    <a:cubicBezTo>
                      <a:pt x="48262" y="1943"/>
                      <a:pt x="40340" y="-2155"/>
                      <a:pt x="29966" y="-2155"/>
                    </a:cubicBezTo>
                    <a:cubicBezTo>
                      <a:pt x="19606" y="-2155"/>
                      <a:pt x="11690" y="1943"/>
                      <a:pt x="6219" y="10139"/>
                    </a:cubicBezTo>
                    <a:cubicBezTo>
                      <a:pt x="748" y="18349"/>
                      <a:pt x="-1987" y="30240"/>
                      <a:pt x="-1987" y="45813"/>
                    </a:cubicBezTo>
                    <a:cubicBezTo>
                      <a:pt x="-1987" y="61425"/>
                      <a:pt x="748" y="73329"/>
                      <a:pt x="6219" y="81525"/>
                    </a:cubicBezTo>
                    <a:cubicBezTo>
                      <a:pt x="11690" y="89735"/>
                      <a:pt x="19606" y="93839"/>
                      <a:pt x="29966" y="938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150" name="Graphic 83">
              <a:extLst>
                <a:ext uri="{FF2B5EF4-FFF2-40B4-BE49-F238E27FC236}">
                  <a16:creationId xmlns:a16="http://schemas.microsoft.com/office/drawing/2014/main" id="{3D6FC9AF-DCD2-56BF-0B94-8EF5C8ECC839}"/>
                </a:ext>
              </a:extLst>
            </p:cNvPr>
            <p:cNvGrpSpPr/>
            <p:nvPr/>
          </p:nvGrpSpPr>
          <p:grpSpPr>
            <a:xfrm>
              <a:off x="3581391" y="2949201"/>
              <a:ext cx="223926" cy="95994"/>
              <a:chOff x="3581391" y="2949201"/>
              <a:chExt cx="223926" cy="95994"/>
            </a:xfrm>
            <a:solidFill>
              <a:srgbClr val="000000"/>
            </a:solidFill>
          </p:grpSpPr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9898B0AE-1429-B3DD-B563-D379C6BE07D4}"/>
                  </a:ext>
                </a:extLst>
              </p:cNvPr>
              <p:cNvSpPr/>
              <p:nvPr/>
            </p:nvSpPr>
            <p:spPr>
              <a:xfrm flipV="1">
                <a:off x="3581391" y="2950867"/>
                <a:ext cx="59843" cy="94328"/>
              </a:xfrm>
              <a:custGeom>
                <a:avLst/>
                <a:gdLst>
                  <a:gd name="connsiteX0" fmla="*/ 1936 w 59843"/>
                  <a:gd name="connsiteY0" fmla="*/ 92180 h 94328"/>
                  <a:gd name="connsiteX1" fmla="*/ 51056 w 59843"/>
                  <a:gd name="connsiteY1" fmla="*/ 92180 h 94328"/>
                  <a:gd name="connsiteX2" fmla="*/ 51056 w 59843"/>
                  <a:gd name="connsiteY2" fmla="*/ 81631 h 94328"/>
                  <a:gd name="connsiteX3" fmla="*/ 13393 w 59843"/>
                  <a:gd name="connsiteY3" fmla="*/ 81631 h 94328"/>
                  <a:gd name="connsiteX4" fmla="*/ 13393 w 59843"/>
                  <a:gd name="connsiteY4" fmla="*/ 58966 h 94328"/>
                  <a:gd name="connsiteX5" fmla="*/ 18825 w 59843"/>
                  <a:gd name="connsiteY5" fmla="*/ 60354 h 94328"/>
                  <a:gd name="connsiteX6" fmla="*/ 24296 w 59843"/>
                  <a:gd name="connsiteY6" fmla="*/ 60810 h 94328"/>
                  <a:gd name="connsiteX7" fmla="*/ 48816 w 59843"/>
                  <a:gd name="connsiteY7" fmla="*/ 52323 h 94328"/>
                  <a:gd name="connsiteX8" fmla="*/ 57874 w 59843"/>
                  <a:gd name="connsiteY8" fmla="*/ 29341 h 94328"/>
                  <a:gd name="connsiteX9" fmla="*/ 48578 w 59843"/>
                  <a:gd name="connsiteY9" fmla="*/ 6120 h 94328"/>
                  <a:gd name="connsiteX10" fmla="*/ 22373 w 59843"/>
                  <a:gd name="connsiteY10" fmla="*/ -2148 h 94328"/>
                  <a:gd name="connsiteX11" fmla="*/ 10499 w 59843"/>
                  <a:gd name="connsiteY11" fmla="*/ -1157 h 94328"/>
                  <a:gd name="connsiteX12" fmla="*/ -1969 w 59843"/>
                  <a:gd name="connsiteY12" fmla="*/ 1817 h 94328"/>
                  <a:gd name="connsiteX13" fmla="*/ -1969 w 59843"/>
                  <a:gd name="connsiteY13" fmla="*/ 14409 h 94328"/>
                  <a:gd name="connsiteX14" fmla="*/ 9548 w 59843"/>
                  <a:gd name="connsiteY14" fmla="*/ 9888 h 94328"/>
                  <a:gd name="connsiteX15" fmla="*/ 22115 w 59843"/>
                  <a:gd name="connsiteY15" fmla="*/ 8401 h 94328"/>
                  <a:gd name="connsiteX16" fmla="*/ 39083 w 59843"/>
                  <a:gd name="connsiteY16" fmla="*/ 14032 h 94328"/>
                  <a:gd name="connsiteX17" fmla="*/ 45347 w 59843"/>
                  <a:gd name="connsiteY17" fmla="*/ 29341 h 94328"/>
                  <a:gd name="connsiteX18" fmla="*/ 39083 w 59843"/>
                  <a:gd name="connsiteY18" fmla="*/ 44629 h 94328"/>
                  <a:gd name="connsiteX19" fmla="*/ 22115 w 59843"/>
                  <a:gd name="connsiteY19" fmla="*/ 50281 h 94328"/>
                  <a:gd name="connsiteX20" fmla="*/ 12105 w 59843"/>
                  <a:gd name="connsiteY20" fmla="*/ 49170 h 94328"/>
                  <a:gd name="connsiteX21" fmla="*/ 1936 w 59843"/>
                  <a:gd name="connsiteY21" fmla="*/ 45700 h 94328"/>
                  <a:gd name="connsiteX22" fmla="*/ 1936 w 59843"/>
                  <a:gd name="connsiteY22" fmla="*/ 92180 h 9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9843" h="94328">
                    <a:moveTo>
                      <a:pt x="1936" y="92180"/>
                    </a:moveTo>
                    <a:lnTo>
                      <a:pt x="51056" y="92180"/>
                    </a:lnTo>
                    <a:lnTo>
                      <a:pt x="51056" y="81631"/>
                    </a:lnTo>
                    <a:lnTo>
                      <a:pt x="13393" y="81631"/>
                    </a:lnTo>
                    <a:lnTo>
                      <a:pt x="13393" y="58966"/>
                    </a:lnTo>
                    <a:cubicBezTo>
                      <a:pt x="15204" y="59587"/>
                      <a:pt x="17014" y="60050"/>
                      <a:pt x="18825" y="60354"/>
                    </a:cubicBezTo>
                    <a:cubicBezTo>
                      <a:pt x="20648" y="60658"/>
                      <a:pt x="22472" y="60810"/>
                      <a:pt x="24296" y="60810"/>
                    </a:cubicBezTo>
                    <a:cubicBezTo>
                      <a:pt x="34616" y="60810"/>
                      <a:pt x="42790" y="57981"/>
                      <a:pt x="48816" y="52323"/>
                    </a:cubicBezTo>
                    <a:cubicBezTo>
                      <a:pt x="54855" y="46665"/>
                      <a:pt x="57874" y="39004"/>
                      <a:pt x="57874" y="29341"/>
                    </a:cubicBezTo>
                    <a:cubicBezTo>
                      <a:pt x="57874" y="19386"/>
                      <a:pt x="54776" y="11646"/>
                      <a:pt x="48578" y="6120"/>
                    </a:cubicBezTo>
                    <a:cubicBezTo>
                      <a:pt x="42380" y="608"/>
                      <a:pt x="33645" y="-2148"/>
                      <a:pt x="22373" y="-2148"/>
                    </a:cubicBezTo>
                    <a:cubicBezTo>
                      <a:pt x="18488" y="-2148"/>
                      <a:pt x="14530" y="-1818"/>
                      <a:pt x="10499" y="-1157"/>
                    </a:cubicBezTo>
                    <a:cubicBezTo>
                      <a:pt x="6482" y="-496"/>
                      <a:pt x="2326" y="495"/>
                      <a:pt x="-1969" y="1817"/>
                    </a:cubicBezTo>
                    <a:lnTo>
                      <a:pt x="-1969" y="14409"/>
                    </a:lnTo>
                    <a:cubicBezTo>
                      <a:pt x="1745" y="12387"/>
                      <a:pt x="5583" y="10879"/>
                      <a:pt x="9548" y="9888"/>
                    </a:cubicBezTo>
                    <a:cubicBezTo>
                      <a:pt x="13512" y="8897"/>
                      <a:pt x="17701" y="8401"/>
                      <a:pt x="22115" y="8401"/>
                    </a:cubicBezTo>
                    <a:cubicBezTo>
                      <a:pt x="29264" y="8401"/>
                      <a:pt x="34920" y="10278"/>
                      <a:pt x="39083" y="14032"/>
                    </a:cubicBezTo>
                    <a:cubicBezTo>
                      <a:pt x="43259" y="17787"/>
                      <a:pt x="45347" y="22889"/>
                      <a:pt x="45347" y="29341"/>
                    </a:cubicBezTo>
                    <a:cubicBezTo>
                      <a:pt x="45347" y="35779"/>
                      <a:pt x="43259" y="40875"/>
                      <a:pt x="39083" y="44629"/>
                    </a:cubicBezTo>
                    <a:cubicBezTo>
                      <a:pt x="34920" y="48397"/>
                      <a:pt x="29264" y="50281"/>
                      <a:pt x="22115" y="50281"/>
                    </a:cubicBezTo>
                    <a:cubicBezTo>
                      <a:pt x="18772" y="50281"/>
                      <a:pt x="15435" y="49910"/>
                      <a:pt x="12105" y="49170"/>
                    </a:cubicBezTo>
                    <a:cubicBezTo>
                      <a:pt x="8788" y="48430"/>
                      <a:pt x="5398" y="47273"/>
                      <a:pt x="1936" y="45700"/>
                    </a:cubicBezTo>
                    <a:lnTo>
                      <a:pt x="1936" y="92180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C6A6478F-27D4-14A0-3603-E5F17EA1D4D6}"/>
                  </a:ext>
                </a:extLst>
              </p:cNvPr>
              <p:cNvSpPr/>
              <p:nvPr/>
            </p:nvSpPr>
            <p:spPr>
              <a:xfrm flipV="1">
                <a:off x="3666248" y="2950867"/>
                <a:ext cx="55066" cy="92524"/>
              </a:xfrm>
              <a:custGeom>
                <a:avLst/>
                <a:gdLst>
                  <a:gd name="connsiteX0" fmla="*/ -247 w 55066"/>
                  <a:gd name="connsiteY0" fmla="*/ 8335 h 92524"/>
                  <a:gd name="connsiteX1" fmla="*/ 20190 w 55066"/>
                  <a:gd name="connsiteY1" fmla="*/ 8335 h 92524"/>
                  <a:gd name="connsiteX2" fmla="*/ 20190 w 55066"/>
                  <a:gd name="connsiteY2" fmla="*/ 78928 h 92524"/>
                  <a:gd name="connsiteX3" fmla="*/ -2051 w 55066"/>
                  <a:gd name="connsiteY3" fmla="*/ 74466 h 92524"/>
                  <a:gd name="connsiteX4" fmla="*/ -2051 w 55066"/>
                  <a:gd name="connsiteY4" fmla="*/ 85868 h 92524"/>
                  <a:gd name="connsiteX5" fmla="*/ 20071 w 55066"/>
                  <a:gd name="connsiteY5" fmla="*/ 90330 h 92524"/>
                  <a:gd name="connsiteX6" fmla="*/ 32579 w 55066"/>
                  <a:gd name="connsiteY6" fmla="*/ 90330 h 92524"/>
                  <a:gd name="connsiteX7" fmla="*/ 32579 w 55066"/>
                  <a:gd name="connsiteY7" fmla="*/ 8335 h 92524"/>
                  <a:gd name="connsiteX8" fmla="*/ 53015 w 55066"/>
                  <a:gd name="connsiteY8" fmla="*/ 8335 h 92524"/>
                  <a:gd name="connsiteX9" fmla="*/ 53015 w 55066"/>
                  <a:gd name="connsiteY9" fmla="*/ -2194 h 92524"/>
                  <a:gd name="connsiteX10" fmla="*/ -247 w 55066"/>
                  <a:gd name="connsiteY10" fmla="*/ -2194 h 92524"/>
                  <a:gd name="connsiteX11" fmla="*/ -247 w 55066"/>
                  <a:gd name="connsiteY11" fmla="*/ 8335 h 9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5066" h="92524">
                    <a:moveTo>
                      <a:pt x="-247" y="8335"/>
                    </a:moveTo>
                    <a:lnTo>
                      <a:pt x="20190" y="8335"/>
                    </a:lnTo>
                    <a:lnTo>
                      <a:pt x="20190" y="78928"/>
                    </a:lnTo>
                    <a:lnTo>
                      <a:pt x="-2051" y="74466"/>
                    </a:lnTo>
                    <a:lnTo>
                      <a:pt x="-2051" y="85868"/>
                    </a:lnTo>
                    <a:lnTo>
                      <a:pt x="20071" y="90330"/>
                    </a:lnTo>
                    <a:lnTo>
                      <a:pt x="32579" y="90330"/>
                    </a:lnTo>
                    <a:lnTo>
                      <a:pt x="32579" y="8335"/>
                    </a:lnTo>
                    <a:lnTo>
                      <a:pt x="53015" y="8335"/>
                    </a:lnTo>
                    <a:lnTo>
                      <a:pt x="53015" y="-2194"/>
                    </a:lnTo>
                    <a:lnTo>
                      <a:pt x="-247" y="-2194"/>
                    </a:lnTo>
                    <a:lnTo>
                      <a:pt x="-247" y="8335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C94D2422-CDB4-6A6E-01B4-27FC63B40B3C}"/>
                  </a:ext>
                </a:extLst>
              </p:cNvPr>
              <p:cNvSpPr/>
              <p:nvPr/>
            </p:nvSpPr>
            <p:spPr>
              <a:xfrm flipV="1">
                <a:off x="3741391" y="2949201"/>
                <a:ext cx="63926" cy="95994"/>
              </a:xfrm>
              <a:custGeom>
                <a:avLst/>
                <a:gdLst>
                  <a:gd name="connsiteX0" fmla="*/ 29966 w 63926"/>
                  <a:gd name="connsiteY0" fmla="*/ 83889 h 95994"/>
                  <a:gd name="connsiteX1" fmla="*/ 15437 w 63926"/>
                  <a:gd name="connsiteY1" fmla="*/ 74371 h 95994"/>
                  <a:gd name="connsiteX2" fmla="*/ 10580 w 63926"/>
                  <a:gd name="connsiteY2" fmla="*/ 45777 h 95994"/>
                  <a:gd name="connsiteX3" fmla="*/ 15437 w 63926"/>
                  <a:gd name="connsiteY3" fmla="*/ 17242 h 95994"/>
                  <a:gd name="connsiteX4" fmla="*/ 29966 w 63926"/>
                  <a:gd name="connsiteY4" fmla="*/ 7724 h 95994"/>
                  <a:gd name="connsiteX5" fmla="*/ 44556 w 63926"/>
                  <a:gd name="connsiteY5" fmla="*/ 17242 h 95994"/>
                  <a:gd name="connsiteX6" fmla="*/ 49432 w 63926"/>
                  <a:gd name="connsiteY6" fmla="*/ 45777 h 95994"/>
                  <a:gd name="connsiteX7" fmla="*/ 44556 w 63926"/>
                  <a:gd name="connsiteY7" fmla="*/ 74371 h 95994"/>
                  <a:gd name="connsiteX8" fmla="*/ 29966 w 63926"/>
                  <a:gd name="connsiteY8" fmla="*/ 83889 h 95994"/>
                  <a:gd name="connsiteX9" fmla="*/ 29966 w 63926"/>
                  <a:gd name="connsiteY9" fmla="*/ 93804 h 95994"/>
                  <a:gd name="connsiteX10" fmla="*/ 53733 w 63926"/>
                  <a:gd name="connsiteY10" fmla="*/ 81490 h 95994"/>
                  <a:gd name="connsiteX11" fmla="*/ 61940 w 63926"/>
                  <a:gd name="connsiteY11" fmla="*/ 45777 h 95994"/>
                  <a:gd name="connsiteX12" fmla="*/ 53733 w 63926"/>
                  <a:gd name="connsiteY12" fmla="*/ 10104 h 95994"/>
                  <a:gd name="connsiteX13" fmla="*/ 29966 w 63926"/>
                  <a:gd name="connsiteY13" fmla="*/ -2191 h 95994"/>
                  <a:gd name="connsiteX14" fmla="*/ 6219 w 63926"/>
                  <a:gd name="connsiteY14" fmla="*/ 10104 h 95994"/>
                  <a:gd name="connsiteX15" fmla="*/ -1987 w 63926"/>
                  <a:gd name="connsiteY15" fmla="*/ 45777 h 95994"/>
                  <a:gd name="connsiteX16" fmla="*/ 6219 w 63926"/>
                  <a:gd name="connsiteY16" fmla="*/ 81490 h 95994"/>
                  <a:gd name="connsiteX17" fmla="*/ 29966 w 63926"/>
                  <a:gd name="connsiteY17" fmla="*/ 93804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889"/>
                    </a:moveTo>
                    <a:cubicBezTo>
                      <a:pt x="23531" y="83889"/>
                      <a:pt x="18688" y="80716"/>
                      <a:pt x="15437" y="74371"/>
                    </a:cubicBezTo>
                    <a:cubicBezTo>
                      <a:pt x="12199" y="68039"/>
                      <a:pt x="10580" y="58507"/>
                      <a:pt x="10580" y="45777"/>
                    </a:cubicBezTo>
                    <a:cubicBezTo>
                      <a:pt x="10580" y="33099"/>
                      <a:pt x="12199" y="23588"/>
                      <a:pt x="15437" y="17242"/>
                    </a:cubicBezTo>
                    <a:cubicBezTo>
                      <a:pt x="18688" y="10897"/>
                      <a:pt x="23531" y="7724"/>
                      <a:pt x="29966" y="7724"/>
                    </a:cubicBezTo>
                    <a:cubicBezTo>
                      <a:pt x="36455" y="7724"/>
                      <a:pt x="41318" y="10897"/>
                      <a:pt x="44556" y="17242"/>
                    </a:cubicBezTo>
                    <a:cubicBezTo>
                      <a:pt x="47806" y="23588"/>
                      <a:pt x="49432" y="33099"/>
                      <a:pt x="49432" y="45777"/>
                    </a:cubicBezTo>
                    <a:cubicBezTo>
                      <a:pt x="49432" y="58507"/>
                      <a:pt x="47806" y="68039"/>
                      <a:pt x="44556" y="74371"/>
                    </a:cubicBezTo>
                    <a:cubicBezTo>
                      <a:pt x="41318" y="80716"/>
                      <a:pt x="36455" y="83889"/>
                      <a:pt x="29966" y="83889"/>
                    </a:cubicBezTo>
                    <a:close/>
                    <a:moveTo>
                      <a:pt x="29966" y="93804"/>
                    </a:moveTo>
                    <a:cubicBezTo>
                      <a:pt x="40340" y="93804"/>
                      <a:pt x="48262" y="89699"/>
                      <a:pt x="53733" y="81490"/>
                    </a:cubicBezTo>
                    <a:cubicBezTo>
                      <a:pt x="59204" y="73293"/>
                      <a:pt x="61940" y="61389"/>
                      <a:pt x="61940" y="45777"/>
                    </a:cubicBezTo>
                    <a:cubicBezTo>
                      <a:pt x="61940" y="30204"/>
                      <a:pt x="59204" y="18313"/>
                      <a:pt x="53733" y="10104"/>
                    </a:cubicBezTo>
                    <a:cubicBezTo>
                      <a:pt x="48262" y="1908"/>
                      <a:pt x="40340" y="-2191"/>
                      <a:pt x="29966" y="-2191"/>
                    </a:cubicBezTo>
                    <a:cubicBezTo>
                      <a:pt x="19606" y="-2191"/>
                      <a:pt x="11690" y="1908"/>
                      <a:pt x="6219" y="10104"/>
                    </a:cubicBezTo>
                    <a:cubicBezTo>
                      <a:pt x="748" y="18313"/>
                      <a:pt x="-1987" y="30204"/>
                      <a:pt x="-1987" y="45777"/>
                    </a:cubicBezTo>
                    <a:cubicBezTo>
                      <a:pt x="-1987" y="61389"/>
                      <a:pt x="748" y="73293"/>
                      <a:pt x="6219" y="81490"/>
                    </a:cubicBezTo>
                    <a:cubicBezTo>
                      <a:pt x="11690" y="89699"/>
                      <a:pt x="19606" y="93804"/>
                      <a:pt x="29966" y="938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156" name="Graphic 83">
              <a:extLst>
                <a:ext uri="{FF2B5EF4-FFF2-40B4-BE49-F238E27FC236}">
                  <a16:creationId xmlns:a16="http://schemas.microsoft.com/office/drawing/2014/main" id="{EC796A0A-8211-BBAF-0D2C-03534A4F135E}"/>
                </a:ext>
              </a:extLst>
            </p:cNvPr>
            <p:cNvGrpSpPr/>
            <p:nvPr/>
          </p:nvGrpSpPr>
          <p:grpSpPr>
            <a:xfrm>
              <a:off x="3581391" y="2495987"/>
              <a:ext cx="223926" cy="95994"/>
              <a:chOff x="3581391" y="2495987"/>
              <a:chExt cx="223926" cy="95994"/>
            </a:xfrm>
            <a:solidFill>
              <a:srgbClr val="000000"/>
            </a:solidFill>
          </p:grpSpPr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B7BC9E23-2A15-3536-08B9-1D2ADD0FD406}"/>
                  </a:ext>
                </a:extLst>
              </p:cNvPr>
              <p:cNvSpPr/>
              <p:nvPr/>
            </p:nvSpPr>
            <p:spPr>
              <a:xfrm flipV="1">
                <a:off x="3581391" y="2497652"/>
                <a:ext cx="59843" cy="94328"/>
              </a:xfrm>
              <a:custGeom>
                <a:avLst/>
                <a:gdLst>
                  <a:gd name="connsiteX0" fmla="*/ 1936 w 59843"/>
                  <a:gd name="connsiteY0" fmla="*/ 92144 h 94328"/>
                  <a:gd name="connsiteX1" fmla="*/ 51056 w 59843"/>
                  <a:gd name="connsiteY1" fmla="*/ 92144 h 94328"/>
                  <a:gd name="connsiteX2" fmla="*/ 51056 w 59843"/>
                  <a:gd name="connsiteY2" fmla="*/ 81595 h 94328"/>
                  <a:gd name="connsiteX3" fmla="*/ 13393 w 59843"/>
                  <a:gd name="connsiteY3" fmla="*/ 81595 h 94328"/>
                  <a:gd name="connsiteX4" fmla="*/ 13393 w 59843"/>
                  <a:gd name="connsiteY4" fmla="*/ 58930 h 94328"/>
                  <a:gd name="connsiteX5" fmla="*/ 18825 w 59843"/>
                  <a:gd name="connsiteY5" fmla="*/ 60318 h 94328"/>
                  <a:gd name="connsiteX6" fmla="*/ 24296 w 59843"/>
                  <a:gd name="connsiteY6" fmla="*/ 60774 h 94328"/>
                  <a:gd name="connsiteX7" fmla="*/ 48816 w 59843"/>
                  <a:gd name="connsiteY7" fmla="*/ 52287 h 94328"/>
                  <a:gd name="connsiteX8" fmla="*/ 57874 w 59843"/>
                  <a:gd name="connsiteY8" fmla="*/ 29305 h 94328"/>
                  <a:gd name="connsiteX9" fmla="*/ 48578 w 59843"/>
                  <a:gd name="connsiteY9" fmla="*/ 6085 h 94328"/>
                  <a:gd name="connsiteX10" fmla="*/ 22373 w 59843"/>
                  <a:gd name="connsiteY10" fmla="*/ -2184 h 94328"/>
                  <a:gd name="connsiteX11" fmla="*/ 10499 w 59843"/>
                  <a:gd name="connsiteY11" fmla="*/ -1193 h 94328"/>
                  <a:gd name="connsiteX12" fmla="*/ -1969 w 59843"/>
                  <a:gd name="connsiteY12" fmla="*/ 1782 h 94328"/>
                  <a:gd name="connsiteX13" fmla="*/ -1969 w 59843"/>
                  <a:gd name="connsiteY13" fmla="*/ 14373 h 94328"/>
                  <a:gd name="connsiteX14" fmla="*/ 9548 w 59843"/>
                  <a:gd name="connsiteY14" fmla="*/ 9852 h 94328"/>
                  <a:gd name="connsiteX15" fmla="*/ 22115 w 59843"/>
                  <a:gd name="connsiteY15" fmla="*/ 8365 h 94328"/>
                  <a:gd name="connsiteX16" fmla="*/ 39083 w 59843"/>
                  <a:gd name="connsiteY16" fmla="*/ 13997 h 94328"/>
                  <a:gd name="connsiteX17" fmla="*/ 45347 w 59843"/>
                  <a:gd name="connsiteY17" fmla="*/ 29305 h 94328"/>
                  <a:gd name="connsiteX18" fmla="*/ 39083 w 59843"/>
                  <a:gd name="connsiteY18" fmla="*/ 44593 h 94328"/>
                  <a:gd name="connsiteX19" fmla="*/ 22115 w 59843"/>
                  <a:gd name="connsiteY19" fmla="*/ 50245 h 94328"/>
                  <a:gd name="connsiteX20" fmla="*/ 12105 w 59843"/>
                  <a:gd name="connsiteY20" fmla="*/ 49134 h 94328"/>
                  <a:gd name="connsiteX21" fmla="*/ 1936 w 59843"/>
                  <a:gd name="connsiteY21" fmla="*/ 45664 h 94328"/>
                  <a:gd name="connsiteX22" fmla="*/ 1936 w 59843"/>
                  <a:gd name="connsiteY22" fmla="*/ 92144 h 9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9843" h="94328">
                    <a:moveTo>
                      <a:pt x="1936" y="92144"/>
                    </a:moveTo>
                    <a:lnTo>
                      <a:pt x="51056" y="92144"/>
                    </a:lnTo>
                    <a:lnTo>
                      <a:pt x="51056" y="81595"/>
                    </a:lnTo>
                    <a:lnTo>
                      <a:pt x="13393" y="81595"/>
                    </a:lnTo>
                    <a:lnTo>
                      <a:pt x="13393" y="58930"/>
                    </a:lnTo>
                    <a:cubicBezTo>
                      <a:pt x="15204" y="59551"/>
                      <a:pt x="17014" y="60014"/>
                      <a:pt x="18825" y="60318"/>
                    </a:cubicBezTo>
                    <a:cubicBezTo>
                      <a:pt x="20648" y="60622"/>
                      <a:pt x="22472" y="60774"/>
                      <a:pt x="24296" y="60774"/>
                    </a:cubicBezTo>
                    <a:cubicBezTo>
                      <a:pt x="34616" y="60774"/>
                      <a:pt x="42790" y="57945"/>
                      <a:pt x="48816" y="52287"/>
                    </a:cubicBezTo>
                    <a:cubicBezTo>
                      <a:pt x="54855" y="46629"/>
                      <a:pt x="57874" y="38968"/>
                      <a:pt x="57874" y="29305"/>
                    </a:cubicBezTo>
                    <a:cubicBezTo>
                      <a:pt x="57874" y="19351"/>
                      <a:pt x="54776" y="11610"/>
                      <a:pt x="48578" y="6085"/>
                    </a:cubicBezTo>
                    <a:cubicBezTo>
                      <a:pt x="42380" y="572"/>
                      <a:pt x="33645" y="-2184"/>
                      <a:pt x="22373" y="-2184"/>
                    </a:cubicBezTo>
                    <a:cubicBezTo>
                      <a:pt x="18488" y="-2184"/>
                      <a:pt x="14530" y="-1854"/>
                      <a:pt x="10499" y="-1193"/>
                    </a:cubicBezTo>
                    <a:cubicBezTo>
                      <a:pt x="6482" y="-532"/>
                      <a:pt x="2326" y="460"/>
                      <a:pt x="-1969" y="1782"/>
                    </a:cubicBezTo>
                    <a:lnTo>
                      <a:pt x="-1969" y="14373"/>
                    </a:lnTo>
                    <a:cubicBezTo>
                      <a:pt x="1745" y="12351"/>
                      <a:pt x="5583" y="10844"/>
                      <a:pt x="9548" y="9852"/>
                    </a:cubicBezTo>
                    <a:cubicBezTo>
                      <a:pt x="13512" y="8861"/>
                      <a:pt x="17701" y="8365"/>
                      <a:pt x="22115" y="8365"/>
                    </a:cubicBezTo>
                    <a:cubicBezTo>
                      <a:pt x="29264" y="8365"/>
                      <a:pt x="34920" y="10242"/>
                      <a:pt x="39083" y="13997"/>
                    </a:cubicBezTo>
                    <a:cubicBezTo>
                      <a:pt x="43259" y="17751"/>
                      <a:pt x="45347" y="22854"/>
                      <a:pt x="45347" y="29305"/>
                    </a:cubicBezTo>
                    <a:cubicBezTo>
                      <a:pt x="45347" y="35743"/>
                      <a:pt x="43259" y="40839"/>
                      <a:pt x="39083" y="44593"/>
                    </a:cubicBezTo>
                    <a:cubicBezTo>
                      <a:pt x="34920" y="48361"/>
                      <a:pt x="29264" y="50245"/>
                      <a:pt x="22115" y="50245"/>
                    </a:cubicBezTo>
                    <a:cubicBezTo>
                      <a:pt x="18772" y="50245"/>
                      <a:pt x="15435" y="49875"/>
                      <a:pt x="12105" y="49134"/>
                    </a:cubicBezTo>
                    <a:cubicBezTo>
                      <a:pt x="8788" y="48394"/>
                      <a:pt x="5398" y="47237"/>
                      <a:pt x="1936" y="45664"/>
                    </a:cubicBezTo>
                    <a:lnTo>
                      <a:pt x="1936" y="92144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3D628961-DD47-70FD-2CA8-06E3EB91A7A1}"/>
                  </a:ext>
                </a:extLst>
              </p:cNvPr>
              <p:cNvSpPr/>
              <p:nvPr/>
            </p:nvSpPr>
            <p:spPr>
              <a:xfrm flipV="1">
                <a:off x="3661609" y="2495987"/>
                <a:ext cx="58713" cy="94189"/>
              </a:xfrm>
              <a:custGeom>
                <a:avLst/>
                <a:gdLst>
                  <a:gd name="connsiteX0" fmla="*/ 13136 w 58713"/>
                  <a:gd name="connsiteY0" fmla="*/ 8258 h 94189"/>
                  <a:gd name="connsiteX1" fmla="*/ 56804 w 58713"/>
                  <a:gd name="connsiteY1" fmla="*/ 8258 h 94189"/>
                  <a:gd name="connsiteX2" fmla="*/ 56804 w 58713"/>
                  <a:gd name="connsiteY2" fmla="*/ -2272 h 94189"/>
                  <a:gd name="connsiteX3" fmla="*/ -1909 w 58713"/>
                  <a:gd name="connsiteY3" fmla="*/ -2272 h 94189"/>
                  <a:gd name="connsiteX4" fmla="*/ -1909 w 58713"/>
                  <a:gd name="connsiteY4" fmla="*/ 8258 h 94189"/>
                  <a:gd name="connsiteX5" fmla="*/ 17497 w 58713"/>
                  <a:gd name="connsiteY5" fmla="*/ 28047 h 94189"/>
                  <a:gd name="connsiteX6" fmla="*/ 32958 w 58713"/>
                  <a:gd name="connsiteY6" fmla="*/ 44089 h 94189"/>
                  <a:gd name="connsiteX7" fmla="*/ 41343 w 58713"/>
                  <a:gd name="connsiteY7" fmla="*/ 55511 h 94189"/>
                  <a:gd name="connsiteX8" fmla="*/ 43742 w 58713"/>
                  <a:gd name="connsiteY8" fmla="*/ 64712 h 94189"/>
                  <a:gd name="connsiteX9" fmla="*/ 38568 w 58713"/>
                  <a:gd name="connsiteY9" fmla="*/ 76729 h 94189"/>
                  <a:gd name="connsiteX10" fmla="*/ 25089 w 58713"/>
                  <a:gd name="connsiteY10" fmla="*/ 81388 h 94189"/>
                  <a:gd name="connsiteX11" fmla="*/ 12660 w 58713"/>
                  <a:gd name="connsiteY11" fmla="*/ 79346 h 94189"/>
                  <a:gd name="connsiteX12" fmla="*/ -1295 w 58713"/>
                  <a:gd name="connsiteY12" fmla="*/ 73139 h 94189"/>
                  <a:gd name="connsiteX13" fmla="*/ -1295 w 58713"/>
                  <a:gd name="connsiteY13" fmla="*/ 85791 h 94189"/>
                  <a:gd name="connsiteX14" fmla="*/ 12819 w 58713"/>
                  <a:gd name="connsiteY14" fmla="*/ 90371 h 94189"/>
                  <a:gd name="connsiteX15" fmla="*/ 24851 w 58713"/>
                  <a:gd name="connsiteY15" fmla="*/ 91918 h 94189"/>
                  <a:gd name="connsiteX16" fmla="*/ 47765 w 58713"/>
                  <a:gd name="connsiteY16" fmla="*/ 84720 h 94189"/>
                  <a:gd name="connsiteX17" fmla="*/ 56309 w 58713"/>
                  <a:gd name="connsiteY17" fmla="*/ 65525 h 94189"/>
                  <a:gd name="connsiteX18" fmla="*/ 54168 w 58713"/>
                  <a:gd name="connsiteY18" fmla="*/ 54698 h 94189"/>
                  <a:gd name="connsiteX19" fmla="*/ 46398 w 58713"/>
                  <a:gd name="connsiteY19" fmla="*/ 42662 h 94189"/>
                  <a:gd name="connsiteX20" fmla="*/ 36546 w 58713"/>
                  <a:gd name="connsiteY20" fmla="*/ 32271 h 94189"/>
                  <a:gd name="connsiteX21" fmla="*/ 13136 w 58713"/>
                  <a:gd name="connsiteY21" fmla="*/ 8258 h 94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8713" h="94189">
                    <a:moveTo>
                      <a:pt x="13136" y="8258"/>
                    </a:moveTo>
                    <a:lnTo>
                      <a:pt x="56804" y="8258"/>
                    </a:lnTo>
                    <a:lnTo>
                      <a:pt x="56804" y="-2272"/>
                    </a:lnTo>
                    <a:lnTo>
                      <a:pt x="-1909" y="-2272"/>
                    </a:lnTo>
                    <a:lnTo>
                      <a:pt x="-1909" y="8258"/>
                    </a:lnTo>
                    <a:cubicBezTo>
                      <a:pt x="2835" y="13175"/>
                      <a:pt x="9304" y="19772"/>
                      <a:pt x="17497" y="28047"/>
                    </a:cubicBezTo>
                    <a:cubicBezTo>
                      <a:pt x="25703" y="36336"/>
                      <a:pt x="30857" y="41683"/>
                      <a:pt x="32958" y="44089"/>
                    </a:cubicBezTo>
                    <a:cubicBezTo>
                      <a:pt x="36962" y="48584"/>
                      <a:pt x="39757" y="52391"/>
                      <a:pt x="41343" y="55511"/>
                    </a:cubicBezTo>
                    <a:cubicBezTo>
                      <a:pt x="42942" y="58631"/>
                      <a:pt x="43742" y="61698"/>
                      <a:pt x="43742" y="64712"/>
                    </a:cubicBezTo>
                    <a:cubicBezTo>
                      <a:pt x="43742" y="69630"/>
                      <a:pt x="42017" y="73635"/>
                      <a:pt x="38568" y="76729"/>
                    </a:cubicBezTo>
                    <a:cubicBezTo>
                      <a:pt x="35119" y="79835"/>
                      <a:pt x="30626" y="81388"/>
                      <a:pt x="25089" y="81388"/>
                    </a:cubicBezTo>
                    <a:cubicBezTo>
                      <a:pt x="21164" y="81388"/>
                      <a:pt x="17021" y="80708"/>
                      <a:pt x="12660" y="79346"/>
                    </a:cubicBezTo>
                    <a:cubicBezTo>
                      <a:pt x="8313" y="77984"/>
                      <a:pt x="3661" y="75916"/>
                      <a:pt x="-1295" y="73139"/>
                    </a:cubicBezTo>
                    <a:lnTo>
                      <a:pt x="-1295" y="85791"/>
                    </a:lnTo>
                    <a:cubicBezTo>
                      <a:pt x="3740" y="87813"/>
                      <a:pt x="8445" y="89340"/>
                      <a:pt x="12819" y="90371"/>
                    </a:cubicBezTo>
                    <a:cubicBezTo>
                      <a:pt x="17206" y="91402"/>
                      <a:pt x="21217" y="91918"/>
                      <a:pt x="24851" y="91918"/>
                    </a:cubicBezTo>
                    <a:cubicBezTo>
                      <a:pt x="34432" y="91918"/>
                      <a:pt x="42070" y="89519"/>
                      <a:pt x="47765" y="84720"/>
                    </a:cubicBezTo>
                    <a:cubicBezTo>
                      <a:pt x="53461" y="79934"/>
                      <a:pt x="56309" y="73536"/>
                      <a:pt x="56309" y="65525"/>
                    </a:cubicBezTo>
                    <a:cubicBezTo>
                      <a:pt x="56309" y="61718"/>
                      <a:pt x="55595" y="58109"/>
                      <a:pt x="54168" y="54698"/>
                    </a:cubicBezTo>
                    <a:cubicBezTo>
                      <a:pt x="52754" y="51301"/>
                      <a:pt x="50164" y="47289"/>
                      <a:pt x="46398" y="42662"/>
                    </a:cubicBezTo>
                    <a:cubicBezTo>
                      <a:pt x="45367" y="41459"/>
                      <a:pt x="42083" y="37995"/>
                      <a:pt x="36546" y="32271"/>
                    </a:cubicBezTo>
                    <a:cubicBezTo>
                      <a:pt x="31022" y="26547"/>
                      <a:pt x="23219" y="18542"/>
                      <a:pt x="13136" y="82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89A779F2-1E14-54EB-FC7A-9B948A8FAFC4}"/>
                  </a:ext>
                </a:extLst>
              </p:cNvPr>
              <p:cNvSpPr/>
              <p:nvPr/>
            </p:nvSpPr>
            <p:spPr>
              <a:xfrm flipV="1">
                <a:off x="3741391" y="2495987"/>
                <a:ext cx="63926" cy="95994"/>
              </a:xfrm>
              <a:custGeom>
                <a:avLst/>
                <a:gdLst>
                  <a:gd name="connsiteX0" fmla="*/ 29966 w 63926"/>
                  <a:gd name="connsiteY0" fmla="*/ 83853 h 95994"/>
                  <a:gd name="connsiteX1" fmla="*/ 15437 w 63926"/>
                  <a:gd name="connsiteY1" fmla="*/ 74335 h 95994"/>
                  <a:gd name="connsiteX2" fmla="*/ 10580 w 63926"/>
                  <a:gd name="connsiteY2" fmla="*/ 45741 h 95994"/>
                  <a:gd name="connsiteX3" fmla="*/ 15437 w 63926"/>
                  <a:gd name="connsiteY3" fmla="*/ 17207 h 95994"/>
                  <a:gd name="connsiteX4" fmla="*/ 29966 w 63926"/>
                  <a:gd name="connsiteY4" fmla="*/ 7688 h 95994"/>
                  <a:gd name="connsiteX5" fmla="*/ 44556 w 63926"/>
                  <a:gd name="connsiteY5" fmla="*/ 17207 h 95994"/>
                  <a:gd name="connsiteX6" fmla="*/ 49432 w 63926"/>
                  <a:gd name="connsiteY6" fmla="*/ 45741 h 95994"/>
                  <a:gd name="connsiteX7" fmla="*/ 44556 w 63926"/>
                  <a:gd name="connsiteY7" fmla="*/ 74335 h 95994"/>
                  <a:gd name="connsiteX8" fmla="*/ 29966 w 63926"/>
                  <a:gd name="connsiteY8" fmla="*/ 83853 h 95994"/>
                  <a:gd name="connsiteX9" fmla="*/ 29966 w 63926"/>
                  <a:gd name="connsiteY9" fmla="*/ 93768 h 95994"/>
                  <a:gd name="connsiteX10" fmla="*/ 53733 w 63926"/>
                  <a:gd name="connsiteY10" fmla="*/ 81454 h 95994"/>
                  <a:gd name="connsiteX11" fmla="*/ 61940 w 63926"/>
                  <a:gd name="connsiteY11" fmla="*/ 45741 h 95994"/>
                  <a:gd name="connsiteX12" fmla="*/ 53733 w 63926"/>
                  <a:gd name="connsiteY12" fmla="*/ 10068 h 95994"/>
                  <a:gd name="connsiteX13" fmla="*/ 29966 w 63926"/>
                  <a:gd name="connsiteY13" fmla="*/ -2226 h 95994"/>
                  <a:gd name="connsiteX14" fmla="*/ 6219 w 63926"/>
                  <a:gd name="connsiteY14" fmla="*/ 10068 h 95994"/>
                  <a:gd name="connsiteX15" fmla="*/ -1987 w 63926"/>
                  <a:gd name="connsiteY15" fmla="*/ 45741 h 95994"/>
                  <a:gd name="connsiteX16" fmla="*/ 6219 w 63926"/>
                  <a:gd name="connsiteY16" fmla="*/ 81454 h 95994"/>
                  <a:gd name="connsiteX17" fmla="*/ 29966 w 63926"/>
                  <a:gd name="connsiteY17" fmla="*/ 93768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853"/>
                    </a:moveTo>
                    <a:cubicBezTo>
                      <a:pt x="23531" y="83853"/>
                      <a:pt x="18688" y="80681"/>
                      <a:pt x="15437" y="74335"/>
                    </a:cubicBezTo>
                    <a:cubicBezTo>
                      <a:pt x="12199" y="68003"/>
                      <a:pt x="10580" y="58472"/>
                      <a:pt x="10580" y="45741"/>
                    </a:cubicBezTo>
                    <a:cubicBezTo>
                      <a:pt x="10580" y="33064"/>
                      <a:pt x="12199" y="23552"/>
                      <a:pt x="15437" y="17207"/>
                    </a:cubicBezTo>
                    <a:cubicBezTo>
                      <a:pt x="18688" y="10861"/>
                      <a:pt x="23531" y="7688"/>
                      <a:pt x="29966" y="7688"/>
                    </a:cubicBezTo>
                    <a:cubicBezTo>
                      <a:pt x="36455" y="7688"/>
                      <a:pt x="41318" y="10861"/>
                      <a:pt x="44556" y="17207"/>
                    </a:cubicBezTo>
                    <a:cubicBezTo>
                      <a:pt x="47806" y="23552"/>
                      <a:pt x="49432" y="33064"/>
                      <a:pt x="49432" y="45741"/>
                    </a:cubicBezTo>
                    <a:cubicBezTo>
                      <a:pt x="49432" y="58472"/>
                      <a:pt x="47806" y="68003"/>
                      <a:pt x="44556" y="74335"/>
                    </a:cubicBezTo>
                    <a:cubicBezTo>
                      <a:pt x="41318" y="80681"/>
                      <a:pt x="36455" y="83853"/>
                      <a:pt x="29966" y="83853"/>
                    </a:cubicBezTo>
                    <a:close/>
                    <a:moveTo>
                      <a:pt x="29966" y="93768"/>
                    </a:moveTo>
                    <a:cubicBezTo>
                      <a:pt x="40340" y="93768"/>
                      <a:pt x="48262" y="89663"/>
                      <a:pt x="53733" y="81454"/>
                    </a:cubicBezTo>
                    <a:cubicBezTo>
                      <a:pt x="59204" y="73258"/>
                      <a:pt x="61940" y="61353"/>
                      <a:pt x="61940" y="45741"/>
                    </a:cubicBezTo>
                    <a:cubicBezTo>
                      <a:pt x="61940" y="30168"/>
                      <a:pt x="59204" y="18277"/>
                      <a:pt x="53733" y="10068"/>
                    </a:cubicBezTo>
                    <a:cubicBezTo>
                      <a:pt x="48262" y="1872"/>
                      <a:pt x="40340" y="-2226"/>
                      <a:pt x="29966" y="-2226"/>
                    </a:cubicBezTo>
                    <a:cubicBezTo>
                      <a:pt x="19606" y="-2226"/>
                      <a:pt x="11690" y="1872"/>
                      <a:pt x="6219" y="10068"/>
                    </a:cubicBezTo>
                    <a:cubicBezTo>
                      <a:pt x="748" y="18277"/>
                      <a:pt x="-1987" y="30168"/>
                      <a:pt x="-1987" y="45741"/>
                    </a:cubicBezTo>
                    <a:cubicBezTo>
                      <a:pt x="-1987" y="61353"/>
                      <a:pt x="748" y="73258"/>
                      <a:pt x="6219" y="81454"/>
                    </a:cubicBezTo>
                    <a:cubicBezTo>
                      <a:pt x="11690" y="89663"/>
                      <a:pt x="19606" y="93768"/>
                      <a:pt x="29966" y="937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</p:grpSp>
      <p:sp>
        <p:nvSpPr>
          <p:cNvPr id="396" name="TextBox 395">
            <a:extLst>
              <a:ext uri="{FF2B5EF4-FFF2-40B4-BE49-F238E27FC236}">
                <a16:creationId xmlns:a16="http://schemas.microsoft.com/office/drawing/2014/main" id="{ABEE0E05-D399-5A9A-81B0-A58ACF01DDDE}"/>
              </a:ext>
            </a:extLst>
          </p:cNvPr>
          <p:cNvSpPr txBox="1"/>
          <p:nvPr/>
        </p:nvSpPr>
        <p:spPr>
          <a:xfrm>
            <a:off x="1530271" y="888921"/>
            <a:ext cx="29367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a</a:t>
            </a:r>
            <a:endParaRPr lang="en-SE" sz="1600" dirty="0"/>
          </a:p>
        </p:txBody>
      </p:sp>
      <p:sp>
        <p:nvSpPr>
          <p:cNvPr id="397" name="TextBox 396">
            <a:extLst>
              <a:ext uri="{FF2B5EF4-FFF2-40B4-BE49-F238E27FC236}">
                <a16:creationId xmlns:a16="http://schemas.microsoft.com/office/drawing/2014/main" id="{1A55A75D-6FD9-E9C2-9987-9E0FE244F274}"/>
              </a:ext>
            </a:extLst>
          </p:cNvPr>
          <p:cNvSpPr txBox="1"/>
          <p:nvPr/>
        </p:nvSpPr>
        <p:spPr>
          <a:xfrm>
            <a:off x="6366946" y="872851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c</a:t>
            </a:r>
            <a:endParaRPr lang="en-SE" sz="1600" dirty="0"/>
          </a:p>
        </p:txBody>
      </p:sp>
      <p:sp>
        <p:nvSpPr>
          <p:cNvPr id="399" name="TextBox 398">
            <a:extLst>
              <a:ext uri="{FF2B5EF4-FFF2-40B4-BE49-F238E27FC236}">
                <a16:creationId xmlns:a16="http://schemas.microsoft.com/office/drawing/2014/main" id="{09AB34F5-8ED1-F430-809C-FCFDC2890D1D}"/>
              </a:ext>
            </a:extLst>
          </p:cNvPr>
          <p:cNvSpPr txBox="1"/>
          <p:nvPr/>
        </p:nvSpPr>
        <p:spPr>
          <a:xfrm>
            <a:off x="1530271" y="343819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b</a:t>
            </a:r>
            <a:endParaRPr lang="en-SE" sz="1600" dirty="0"/>
          </a:p>
        </p:txBody>
      </p:sp>
      <p:sp>
        <p:nvSpPr>
          <p:cNvPr id="400" name="TextBox 399">
            <a:extLst>
              <a:ext uri="{FF2B5EF4-FFF2-40B4-BE49-F238E27FC236}">
                <a16:creationId xmlns:a16="http://schemas.microsoft.com/office/drawing/2014/main" id="{4CC76818-5049-4C28-70D9-C769052D9F7C}"/>
              </a:ext>
            </a:extLst>
          </p:cNvPr>
          <p:cNvSpPr txBox="1"/>
          <p:nvPr/>
        </p:nvSpPr>
        <p:spPr>
          <a:xfrm>
            <a:off x="6374458" y="343819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</a:t>
            </a:r>
            <a:endParaRPr lang="en-SE" sz="16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1" name="TextBox 400">
                <a:extLst>
                  <a:ext uri="{FF2B5EF4-FFF2-40B4-BE49-F238E27FC236}">
                    <a16:creationId xmlns:a16="http://schemas.microsoft.com/office/drawing/2014/main" id="{1DA12C4D-9D74-938E-8EF8-3575A2E3768A}"/>
                  </a:ext>
                </a:extLst>
              </p:cNvPr>
              <p:cNvSpPr txBox="1"/>
              <p:nvPr/>
            </p:nvSpPr>
            <p:spPr>
              <a:xfrm>
                <a:off x="4963231" y="888921"/>
                <a:ext cx="99399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=4.8 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𝑠</m:t>
                      </m:r>
                    </m:oMath>
                  </m:oMathPara>
                </a14:m>
                <a:endParaRPr lang="en-SE" sz="1600" dirty="0"/>
              </a:p>
            </p:txBody>
          </p:sp>
        </mc:Choice>
        <mc:Fallback xmlns="">
          <p:sp>
            <p:nvSpPr>
              <p:cNvPr id="401" name="TextBox 400">
                <a:extLst>
                  <a:ext uri="{FF2B5EF4-FFF2-40B4-BE49-F238E27FC236}">
                    <a16:creationId xmlns:a16="http://schemas.microsoft.com/office/drawing/2014/main" id="{1DA12C4D-9D74-938E-8EF8-3575A2E376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63231" y="888921"/>
                <a:ext cx="993990" cy="33855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2" name="TextBox 401">
                <a:extLst>
                  <a:ext uri="{FF2B5EF4-FFF2-40B4-BE49-F238E27FC236}">
                    <a16:creationId xmlns:a16="http://schemas.microsoft.com/office/drawing/2014/main" id="{1BA0287C-33D1-9BB2-069F-FABE7A416DFB}"/>
                  </a:ext>
                </a:extLst>
              </p:cNvPr>
              <p:cNvSpPr txBox="1"/>
              <p:nvPr/>
            </p:nvSpPr>
            <p:spPr>
              <a:xfrm>
                <a:off x="9799906" y="872851"/>
                <a:ext cx="99399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=4.8 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𝑠</m:t>
                      </m:r>
                    </m:oMath>
                  </m:oMathPara>
                </a14:m>
                <a:endParaRPr lang="en-SE" sz="1600" dirty="0"/>
              </a:p>
            </p:txBody>
          </p:sp>
        </mc:Choice>
        <mc:Fallback xmlns="">
          <p:sp>
            <p:nvSpPr>
              <p:cNvPr id="402" name="TextBox 401">
                <a:extLst>
                  <a:ext uri="{FF2B5EF4-FFF2-40B4-BE49-F238E27FC236}">
                    <a16:creationId xmlns:a16="http://schemas.microsoft.com/office/drawing/2014/main" id="{1BA0287C-33D1-9BB2-069F-FABE7A416D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99906" y="872851"/>
                <a:ext cx="993990" cy="33855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38B0FF0B-B435-2857-B55F-D539E7AA4096}"/>
                  </a:ext>
                </a:extLst>
              </p:cNvPr>
              <p:cNvSpPr txBox="1"/>
              <p:nvPr/>
            </p:nvSpPr>
            <p:spPr>
              <a:xfrm>
                <a:off x="4963231" y="3438196"/>
                <a:ext cx="99399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=5.4 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𝑠</m:t>
                      </m:r>
                    </m:oMath>
                  </m:oMathPara>
                </a14:m>
                <a:endParaRPr lang="en-SE" sz="1600" dirty="0"/>
              </a:p>
            </p:txBody>
          </p:sp>
        </mc:Choice>
        <mc:Fallback xmlns=""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38B0FF0B-B435-2857-B55F-D539E7AA40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63231" y="3438196"/>
                <a:ext cx="993990" cy="33855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4" name="TextBox 403">
                <a:extLst>
                  <a:ext uri="{FF2B5EF4-FFF2-40B4-BE49-F238E27FC236}">
                    <a16:creationId xmlns:a16="http://schemas.microsoft.com/office/drawing/2014/main" id="{22482D1A-719E-5A5F-F787-8751DE6A7256}"/>
                  </a:ext>
                </a:extLst>
              </p:cNvPr>
              <p:cNvSpPr txBox="1"/>
              <p:nvPr/>
            </p:nvSpPr>
            <p:spPr>
              <a:xfrm>
                <a:off x="9807418" y="3438196"/>
                <a:ext cx="99399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=5.4 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𝑠</m:t>
                      </m:r>
                    </m:oMath>
                  </m:oMathPara>
                </a14:m>
                <a:endParaRPr lang="en-SE" sz="1600" dirty="0"/>
              </a:p>
            </p:txBody>
          </p:sp>
        </mc:Choice>
        <mc:Fallback xmlns="">
          <p:sp>
            <p:nvSpPr>
              <p:cNvPr id="404" name="TextBox 403">
                <a:extLst>
                  <a:ext uri="{FF2B5EF4-FFF2-40B4-BE49-F238E27FC236}">
                    <a16:creationId xmlns:a16="http://schemas.microsoft.com/office/drawing/2014/main" id="{22482D1A-719E-5A5F-F787-8751DE6A72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7418" y="3438196"/>
                <a:ext cx="993990" cy="33855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9916491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" name="Graphic 163">
            <a:extLst>
              <a:ext uri="{FF2B5EF4-FFF2-40B4-BE49-F238E27FC236}">
                <a16:creationId xmlns:a16="http://schemas.microsoft.com/office/drawing/2014/main" id="{EEB8DD5F-7332-CCB2-3F84-ABF640ED017A}"/>
              </a:ext>
            </a:extLst>
          </p:cNvPr>
          <p:cNvGrpSpPr/>
          <p:nvPr/>
        </p:nvGrpSpPr>
        <p:grpSpPr>
          <a:xfrm>
            <a:off x="1197546" y="3437364"/>
            <a:ext cx="4967897" cy="2453144"/>
            <a:chOff x="-5556895" y="2446478"/>
            <a:chExt cx="4967897" cy="2453144"/>
          </a:xfrm>
        </p:grpSpPr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203BED18-F828-E1FF-5091-E9E4537FCB16}"/>
                </a:ext>
              </a:extLst>
            </p:cNvPr>
            <p:cNvSpPr/>
            <p:nvPr/>
          </p:nvSpPr>
          <p:spPr>
            <a:xfrm>
              <a:off x="-5232148" y="2446478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169" name="Picture 168">
              <a:extLst>
                <a:ext uri="{FF2B5EF4-FFF2-40B4-BE49-F238E27FC236}">
                  <a16:creationId xmlns:a16="http://schemas.microsoft.com/office/drawing/2014/main" id="{8D69707E-B8AE-E01F-252E-5F1EC339774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flipV="1">
              <a:off x="-5232148" y="2446478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3399668-EC0E-5A50-DD30-1CAAB1F10981}"/>
                </a:ext>
              </a:extLst>
            </p:cNvPr>
            <p:cNvSpPr/>
            <p:nvPr/>
          </p:nvSpPr>
          <p:spPr>
            <a:xfrm>
              <a:off x="-3563381" y="3545035"/>
              <a:ext cx="227809" cy="96369"/>
            </a:xfrm>
            <a:custGeom>
              <a:avLst/>
              <a:gdLst>
                <a:gd name="connsiteX0" fmla="*/ 227809 w 227809"/>
                <a:gd name="connsiteY0" fmla="*/ 9290 h 96369"/>
                <a:gd name="connsiteX1" fmla="*/ 224204 w 227809"/>
                <a:gd name="connsiteY1" fmla="*/ 96369 h 96369"/>
                <a:gd name="connsiteX2" fmla="*/ 0 w 227809"/>
                <a:gd name="connsiteY2" fmla="*/ 87078 h 96369"/>
                <a:gd name="connsiteX3" fmla="*/ 3606 w 227809"/>
                <a:gd name="connsiteY3" fmla="*/ 0 h 9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809" h="96369">
                  <a:moveTo>
                    <a:pt x="227809" y="9290"/>
                  </a:moveTo>
                  <a:lnTo>
                    <a:pt x="224204" y="96369"/>
                  </a:lnTo>
                  <a:lnTo>
                    <a:pt x="0" y="87078"/>
                  </a:lnTo>
                  <a:lnTo>
                    <a:pt x="3606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7E76C811-7A1B-1473-4ED2-45E870F79A22}"/>
                </a:ext>
              </a:extLst>
            </p:cNvPr>
            <p:cNvSpPr/>
            <p:nvPr/>
          </p:nvSpPr>
          <p:spPr>
            <a:xfrm>
              <a:off x="-3426225" y="3550718"/>
              <a:ext cx="88849" cy="87078"/>
            </a:xfrm>
            <a:custGeom>
              <a:avLst/>
              <a:gdLst>
                <a:gd name="connsiteX0" fmla="*/ 88850 w 88849"/>
                <a:gd name="connsiteY0" fmla="*/ 47146 h 87078"/>
                <a:gd name="connsiteX1" fmla="*/ 0 w 88849"/>
                <a:gd name="connsiteY1" fmla="*/ 87078 h 87078"/>
                <a:gd name="connsiteX2" fmla="*/ 3606 w 88849"/>
                <a:gd name="connsiteY2" fmla="*/ 0 h 87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49" h="87078">
                  <a:moveTo>
                    <a:pt x="88850" y="47146"/>
                  </a:moveTo>
                  <a:lnTo>
                    <a:pt x="0" y="87078"/>
                  </a:lnTo>
                  <a:lnTo>
                    <a:pt x="3606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72" name="Graphic 163">
              <a:extLst>
                <a:ext uri="{FF2B5EF4-FFF2-40B4-BE49-F238E27FC236}">
                  <a16:creationId xmlns:a16="http://schemas.microsoft.com/office/drawing/2014/main" id="{0A5797E1-F88C-16CE-7B90-F86F193FC1C6}"/>
                </a:ext>
              </a:extLst>
            </p:cNvPr>
            <p:cNvGrpSpPr/>
            <p:nvPr/>
          </p:nvGrpSpPr>
          <p:grpSpPr>
            <a:xfrm>
              <a:off x="-5343430" y="4712551"/>
              <a:ext cx="4754431" cy="187070"/>
              <a:chOff x="-5343430" y="4712551"/>
              <a:chExt cx="4754431" cy="187070"/>
            </a:xfrm>
            <a:solidFill>
              <a:srgbClr val="000000"/>
            </a:solidFill>
          </p:grpSpPr>
          <p:grpSp>
            <p:nvGrpSpPr>
              <p:cNvPr id="173" name="Graphic 163">
                <a:extLst>
                  <a:ext uri="{FF2B5EF4-FFF2-40B4-BE49-F238E27FC236}">
                    <a16:creationId xmlns:a16="http://schemas.microsoft.com/office/drawing/2014/main" id="{1379ED4A-2F83-38EA-6785-B68872745C58}"/>
                  </a:ext>
                </a:extLst>
              </p:cNvPr>
              <p:cNvGrpSpPr/>
              <p:nvPr/>
            </p:nvGrpSpPr>
            <p:grpSpPr>
              <a:xfrm>
                <a:off x="-5343430" y="4712551"/>
                <a:ext cx="223926" cy="187070"/>
                <a:chOff x="-5343430" y="4712551"/>
                <a:chExt cx="223926" cy="187070"/>
              </a:xfrm>
              <a:solidFill>
                <a:srgbClr val="000000"/>
              </a:solidFill>
            </p:grpSpPr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AA7BC0D7-033C-1D4B-0AE6-C9649BCB0BC7}"/>
                    </a:ext>
                  </a:extLst>
                </p:cNvPr>
                <p:cNvSpPr/>
                <p:nvPr/>
              </p:nvSpPr>
              <p:spPr>
                <a:xfrm>
                  <a:off x="-5232148" y="4712551"/>
                  <a:ext cx="12686" cy="44417"/>
                </a:xfrm>
                <a:custGeom>
                  <a:avLst/>
                  <a:gdLst>
                    <a:gd name="connsiteX0" fmla="*/ 58 w 12686"/>
                    <a:gd name="connsiteY0" fmla="*/ 264 h 44417"/>
                    <a:gd name="connsiteX1" fmla="*/ 58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58" y="264"/>
                      </a:moveTo>
                      <a:lnTo>
                        <a:pt x="58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76" name="Graphic 163">
                  <a:extLst>
                    <a:ext uri="{FF2B5EF4-FFF2-40B4-BE49-F238E27FC236}">
                      <a16:creationId xmlns:a16="http://schemas.microsoft.com/office/drawing/2014/main" id="{A8575B44-B026-D28E-2A72-52DE90728C1E}"/>
                    </a:ext>
                  </a:extLst>
                </p:cNvPr>
                <p:cNvGrpSpPr/>
                <p:nvPr/>
              </p:nvGrpSpPr>
              <p:grpSpPr>
                <a:xfrm>
                  <a:off x="-5343430" y="4803628"/>
                  <a:ext cx="223926" cy="95994"/>
                  <a:chOff x="-5343430" y="480362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77" name="Freeform: Shape 176">
                    <a:extLst>
                      <a:ext uri="{FF2B5EF4-FFF2-40B4-BE49-F238E27FC236}">
                        <a16:creationId xmlns:a16="http://schemas.microsoft.com/office/drawing/2014/main" id="{8FD40290-AE66-9E8A-A043-F8C437340418}"/>
                      </a:ext>
                    </a:extLst>
                  </p:cNvPr>
                  <p:cNvSpPr/>
                  <p:nvPr/>
                </p:nvSpPr>
                <p:spPr>
                  <a:xfrm flipV="1">
                    <a:off x="-5343430" y="4805293"/>
                    <a:ext cx="59843" cy="94328"/>
                  </a:xfrm>
                  <a:custGeom>
                    <a:avLst/>
                    <a:gdLst>
                      <a:gd name="connsiteX0" fmla="*/ 1953 w 59843"/>
                      <a:gd name="connsiteY0" fmla="*/ 92316 h 94328"/>
                      <a:gd name="connsiteX1" fmla="*/ 51072 w 59843"/>
                      <a:gd name="connsiteY1" fmla="*/ 92316 h 94328"/>
                      <a:gd name="connsiteX2" fmla="*/ 51072 w 59843"/>
                      <a:gd name="connsiteY2" fmla="*/ 81767 h 94328"/>
                      <a:gd name="connsiteX3" fmla="*/ 13410 w 59843"/>
                      <a:gd name="connsiteY3" fmla="*/ 81767 h 94328"/>
                      <a:gd name="connsiteX4" fmla="*/ 13410 w 59843"/>
                      <a:gd name="connsiteY4" fmla="*/ 59102 h 94328"/>
                      <a:gd name="connsiteX5" fmla="*/ 18841 w 59843"/>
                      <a:gd name="connsiteY5" fmla="*/ 60490 h 94328"/>
                      <a:gd name="connsiteX6" fmla="*/ 24312 w 59843"/>
                      <a:gd name="connsiteY6" fmla="*/ 60946 h 94328"/>
                      <a:gd name="connsiteX7" fmla="*/ 48832 w 59843"/>
                      <a:gd name="connsiteY7" fmla="*/ 52459 h 94328"/>
                      <a:gd name="connsiteX8" fmla="*/ 57891 w 59843"/>
                      <a:gd name="connsiteY8" fmla="*/ 29476 h 94328"/>
                      <a:gd name="connsiteX9" fmla="*/ 48594 w 59843"/>
                      <a:gd name="connsiteY9" fmla="*/ 6256 h 94328"/>
                      <a:gd name="connsiteX10" fmla="*/ 22389 w 59843"/>
                      <a:gd name="connsiteY10" fmla="*/ -2013 h 94328"/>
                      <a:gd name="connsiteX11" fmla="*/ 10516 w 59843"/>
                      <a:gd name="connsiteY11" fmla="*/ -1021 h 94328"/>
                      <a:gd name="connsiteX12" fmla="*/ -1952 w 59843"/>
                      <a:gd name="connsiteY12" fmla="*/ 1953 h 94328"/>
                      <a:gd name="connsiteX13" fmla="*/ -1952 w 59843"/>
                      <a:gd name="connsiteY13" fmla="*/ 14545 h 94328"/>
                      <a:gd name="connsiteX14" fmla="*/ 9564 w 59843"/>
                      <a:gd name="connsiteY14" fmla="*/ 10024 h 94328"/>
                      <a:gd name="connsiteX15" fmla="*/ 22132 w 59843"/>
                      <a:gd name="connsiteY15" fmla="*/ 8537 h 94328"/>
                      <a:gd name="connsiteX16" fmla="*/ 39100 w 59843"/>
                      <a:gd name="connsiteY16" fmla="*/ 14168 h 94328"/>
                      <a:gd name="connsiteX17" fmla="*/ 45363 w 59843"/>
                      <a:gd name="connsiteY17" fmla="*/ 29476 h 94328"/>
                      <a:gd name="connsiteX18" fmla="*/ 39100 w 59843"/>
                      <a:gd name="connsiteY18" fmla="*/ 44765 h 94328"/>
                      <a:gd name="connsiteX19" fmla="*/ 22132 w 59843"/>
                      <a:gd name="connsiteY19" fmla="*/ 50416 h 94328"/>
                      <a:gd name="connsiteX20" fmla="*/ 12121 w 59843"/>
                      <a:gd name="connsiteY20" fmla="*/ 49306 h 94328"/>
                      <a:gd name="connsiteX21" fmla="*/ 1953 w 59843"/>
                      <a:gd name="connsiteY21" fmla="*/ 45836 h 94328"/>
                      <a:gd name="connsiteX22" fmla="*/ 1953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53" y="92316"/>
                        </a:moveTo>
                        <a:lnTo>
                          <a:pt x="51072" y="92316"/>
                        </a:lnTo>
                        <a:lnTo>
                          <a:pt x="51072" y="81767"/>
                        </a:lnTo>
                        <a:lnTo>
                          <a:pt x="13410" y="81767"/>
                        </a:lnTo>
                        <a:lnTo>
                          <a:pt x="13410" y="59102"/>
                        </a:lnTo>
                        <a:cubicBezTo>
                          <a:pt x="15220" y="59723"/>
                          <a:pt x="17031" y="60186"/>
                          <a:pt x="18841" y="60490"/>
                        </a:cubicBezTo>
                        <a:cubicBezTo>
                          <a:pt x="20665" y="60794"/>
                          <a:pt x="22488" y="60946"/>
                          <a:pt x="24312" y="60946"/>
                        </a:cubicBezTo>
                        <a:cubicBezTo>
                          <a:pt x="34633" y="60946"/>
                          <a:pt x="42806" y="58117"/>
                          <a:pt x="48832" y="52459"/>
                        </a:cubicBezTo>
                        <a:cubicBezTo>
                          <a:pt x="54871" y="46801"/>
                          <a:pt x="57891" y="39140"/>
                          <a:pt x="57891" y="29476"/>
                        </a:cubicBezTo>
                        <a:cubicBezTo>
                          <a:pt x="57891" y="19522"/>
                          <a:pt x="54792" y="11782"/>
                          <a:pt x="48594" y="6256"/>
                        </a:cubicBezTo>
                        <a:cubicBezTo>
                          <a:pt x="42397" y="744"/>
                          <a:pt x="33662" y="-2013"/>
                          <a:pt x="22389" y="-2013"/>
                        </a:cubicBezTo>
                        <a:cubicBezTo>
                          <a:pt x="18504" y="-2013"/>
                          <a:pt x="14546" y="-1682"/>
                          <a:pt x="10516" y="-1021"/>
                        </a:cubicBezTo>
                        <a:cubicBezTo>
                          <a:pt x="6499" y="-360"/>
                          <a:pt x="2343" y="631"/>
                          <a:pt x="-1952" y="1953"/>
                        </a:cubicBezTo>
                        <a:lnTo>
                          <a:pt x="-1952" y="14545"/>
                        </a:lnTo>
                        <a:cubicBezTo>
                          <a:pt x="1761" y="12522"/>
                          <a:pt x="5600" y="11015"/>
                          <a:pt x="9564" y="10024"/>
                        </a:cubicBezTo>
                        <a:cubicBezTo>
                          <a:pt x="13529" y="9032"/>
                          <a:pt x="17718" y="8537"/>
                          <a:pt x="22132" y="8537"/>
                        </a:cubicBezTo>
                        <a:cubicBezTo>
                          <a:pt x="29281" y="8537"/>
                          <a:pt x="34937" y="10414"/>
                          <a:pt x="39100" y="14168"/>
                        </a:cubicBezTo>
                        <a:cubicBezTo>
                          <a:pt x="43275" y="17923"/>
                          <a:pt x="45363" y="23025"/>
                          <a:pt x="45363" y="29476"/>
                        </a:cubicBezTo>
                        <a:cubicBezTo>
                          <a:pt x="45363" y="35914"/>
                          <a:pt x="43275" y="41011"/>
                          <a:pt x="39100" y="44765"/>
                        </a:cubicBezTo>
                        <a:cubicBezTo>
                          <a:pt x="34937" y="48533"/>
                          <a:pt x="29281" y="50416"/>
                          <a:pt x="22132" y="50416"/>
                        </a:cubicBezTo>
                        <a:cubicBezTo>
                          <a:pt x="18788" y="50416"/>
                          <a:pt x="15452" y="50046"/>
                          <a:pt x="12121" y="49306"/>
                        </a:cubicBezTo>
                        <a:cubicBezTo>
                          <a:pt x="8805" y="48566"/>
                          <a:pt x="5415" y="47409"/>
                          <a:pt x="1953" y="45836"/>
                        </a:cubicBezTo>
                        <a:lnTo>
                          <a:pt x="1953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8" name="Freeform: Shape 177">
                    <a:extLst>
                      <a:ext uri="{FF2B5EF4-FFF2-40B4-BE49-F238E27FC236}">
                        <a16:creationId xmlns:a16="http://schemas.microsoft.com/office/drawing/2014/main" id="{D7627603-0CB4-87D4-8042-9E73D6EA99DD}"/>
                      </a:ext>
                    </a:extLst>
                  </p:cNvPr>
                  <p:cNvSpPr/>
                  <p:nvPr/>
                </p:nvSpPr>
                <p:spPr>
                  <a:xfrm flipV="1">
                    <a:off x="-5264143" y="4803628"/>
                    <a:ext cx="63926" cy="95994"/>
                  </a:xfrm>
                  <a:custGeom>
                    <a:avLst/>
                    <a:gdLst>
                      <a:gd name="connsiteX0" fmla="*/ 29977 w 63926"/>
                      <a:gd name="connsiteY0" fmla="*/ 84025 h 95994"/>
                      <a:gd name="connsiteX1" fmla="*/ 15447 w 63926"/>
                      <a:gd name="connsiteY1" fmla="*/ 74507 h 95994"/>
                      <a:gd name="connsiteX2" fmla="*/ 10590 w 63926"/>
                      <a:gd name="connsiteY2" fmla="*/ 45913 h 95994"/>
                      <a:gd name="connsiteX3" fmla="*/ 15447 w 63926"/>
                      <a:gd name="connsiteY3" fmla="*/ 17378 h 95994"/>
                      <a:gd name="connsiteX4" fmla="*/ 29977 w 63926"/>
                      <a:gd name="connsiteY4" fmla="*/ 7860 h 95994"/>
                      <a:gd name="connsiteX5" fmla="*/ 44566 w 63926"/>
                      <a:gd name="connsiteY5" fmla="*/ 17378 h 95994"/>
                      <a:gd name="connsiteX6" fmla="*/ 49442 w 63926"/>
                      <a:gd name="connsiteY6" fmla="*/ 45913 h 95994"/>
                      <a:gd name="connsiteX7" fmla="*/ 44566 w 63926"/>
                      <a:gd name="connsiteY7" fmla="*/ 74507 h 95994"/>
                      <a:gd name="connsiteX8" fmla="*/ 29977 w 63926"/>
                      <a:gd name="connsiteY8" fmla="*/ 84025 h 95994"/>
                      <a:gd name="connsiteX9" fmla="*/ 29977 w 63926"/>
                      <a:gd name="connsiteY9" fmla="*/ 93939 h 95994"/>
                      <a:gd name="connsiteX10" fmla="*/ 53743 w 63926"/>
                      <a:gd name="connsiteY10" fmla="*/ 81625 h 95994"/>
                      <a:gd name="connsiteX11" fmla="*/ 61950 w 63926"/>
                      <a:gd name="connsiteY11" fmla="*/ 45913 h 95994"/>
                      <a:gd name="connsiteX12" fmla="*/ 53743 w 63926"/>
                      <a:gd name="connsiteY12" fmla="*/ 10240 h 95994"/>
                      <a:gd name="connsiteX13" fmla="*/ 29977 w 63926"/>
                      <a:gd name="connsiteY13" fmla="*/ -2055 h 95994"/>
                      <a:gd name="connsiteX14" fmla="*/ 6229 w 63926"/>
                      <a:gd name="connsiteY14" fmla="*/ 10240 h 95994"/>
                      <a:gd name="connsiteX15" fmla="*/ -1977 w 63926"/>
                      <a:gd name="connsiteY15" fmla="*/ 45913 h 95994"/>
                      <a:gd name="connsiteX16" fmla="*/ 6229 w 63926"/>
                      <a:gd name="connsiteY16" fmla="*/ 81625 h 95994"/>
                      <a:gd name="connsiteX17" fmla="*/ 2997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77" y="84025"/>
                        </a:moveTo>
                        <a:cubicBezTo>
                          <a:pt x="23541" y="84025"/>
                          <a:pt x="18698" y="80852"/>
                          <a:pt x="15447" y="74507"/>
                        </a:cubicBezTo>
                        <a:cubicBezTo>
                          <a:pt x="12209" y="68174"/>
                          <a:pt x="10590" y="58643"/>
                          <a:pt x="10590" y="45913"/>
                        </a:cubicBezTo>
                        <a:cubicBezTo>
                          <a:pt x="10590" y="33235"/>
                          <a:pt x="12209" y="23724"/>
                          <a:pt x="15447" y="17378"/>
                        </a:cubicBezTo>
                        <a:cubicBezTo>
                          <a:pt x="18698" y="11033"/>
                          <a:pt x="23541" y="7860"/>
                          <a:pt x="29977" y="7860"/>
                        </a:cubicBezTo>
                        <a:cubicBezTo>
                          <a:pt x="36465" y="7860"/>
                          <a:pt x="41328" y="11033"/>
                          <a:pt x="44566" y="17378"/>
                        </a:cubicBezTo>
                        <a:cubicBezTo>
                          <a:pt x="47817" y="23724"/>
                          <a:pt x="49442" y="33235"/>
                          <a:pt x="49442" y="45913"/>
                        </a:cubicBezTo>
                        <a:cubicBezTo>
                          <a:pt x="49442" y="58643"/>
                          <a:pt x="47817" y="68174"/>
                          <a:pt x="44566" y="74507"/>
                        </a:cubicBezTo>
                        <a:cubicBezTo>
                          <a:pt x="41328" y="80852"/>
                          <a:pt x="36465" y="84025"/>
                          <a:pt x="29977" y="84025"/>
                        </a:cubicBezTo>
                        <a:close/>
                        <a:moveTo>
                          <a:pt x="29977" y="93939"/>
                        </a:moveTo>
                        <a:cubicBezTo>
                          <a:pt x="40350" y="93939"/>
                          <a:pt x="48272" y="89835"/>
                          <a:pt x="53743" y="81625"/>
                        </a:cubicBezTo>
                        <a:cubicBezTo>
                          <a:pt x="59214" y="73429"/>
                          <a:pt x="61950" y="61525"/>
                          <a:pt x="61950" y="45913"/>
                        </a:cubicBezTo>
                        <a:cubicBezTo>
                          <a:pt x="61950" y="30340"/>
                          <a:pt x="59214" y="18449"/>
                          <a:pt x="53743" y="10240"/>
                        </a:cubicBezTo>
                        <a:cubicBezTo>
                          <a:pt x="48272" y="2043"/>
                          <a:pt x="40350" y="-2055"/>
                          <a:pt x="29977" y="-2055"/>
                        </a:cubicBezTo>
                        <a:cubicBezTo>
                          <a:pt x="19616" y="-2055"/>
                          <a:pt x="11700" y="2043"/>
                          <a:pt x="6229" y="10240"/>
                        </a:cubicBezTo>
                        <a:cubicBezTo>
                          <a:pt x="759" y="18449"/>
                          <a:pt x="-1977" y="30340"/>
                          <a:pt x="-1977" y="45913"/>
                        </a:cubicBezTo>
                        <a:cubicBezTo>
                          <a:pt x="-1977" y="61525"/>
                          <a:pt x="759" y="73429"/>
                          <a:pt x="6229" y="81625"/>
                        </a:cubicBezTo>
                        <a:cubicBezTo>
                          <a:pt x="11700" y="89835"/>
                          <a:pt x="19616" y="93939"/>
                          <a:pt x="2997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9" name="Freeform: Shape 178">
                    <a:extLst>
                      <a:ext uri="{FF2B5EF4-FFF2-40B4-BE49-F238E27FC236}">
                        <a16:creationId xmlns:a16="http://schemas.microsoft.com/office/drawing/2014/main" id="{89B72BBE-1697-4E44-0A14-30B4D7A09106}"/>
                      </a:ext>
                    </a:extLst>
                  </p:cNvPr>
                  <p:cNvSpPr/>
                  <p:nvPr/>
                </p:nvSpPr>
                <p:spPr>
                  <a:xfrm flipV="1">
                    <a:off x="-5183430" y="4803628"/>
                    <a:ext cx="63926" cy="95994"/>
                  </a:xfrm>
                  <a:custGeom>
                    <a:avLst/>
                    <a:gdLst>
                      <a:gd name="connsiteX0" fmla="*/ 29983 w 63926"/>
                      <a:gd name="connsiteY0" fmla="*/ 84025 h 95994"/>
                      <a:gd name="connsiteX1" fmla="*/ 15453 w 63926"/>
                      <a:gd name="connsiteY1" fmla="*/ 74507 h 95994"/>
                      <a:gd name="connsiteX2" fmla="*/ 10597 w 63926"/>
                      <a:gd name="connsiteY2" fmla="*/ 45913 h 95994"/>
                      <a:gd name="connsiteX3" fmla="*/ 15453 w 63926"/>
                      <a:gd name="connsiteY3" fmla="*/ 17378 h 95994"/>
                      <a:gd name="connsiteX4" fmla="*/ 29983 w 63926"/>
                      <a:gd name="connsiteY4" fmla="*/ 7860 h 95994"/>
                      <a:gd name="connsiteX5" fmla="*/ 44572 w 63926"/>
                      <a:gd name="connsiteY5" fmla="*/ 17378 h 95994"/>
                      <a:gd name="connsiteX6" fmla="*/ 49448 w 63926"/>
                      <a:gd name="connsiteY6" fmla="*/ 45913 h 95994"/>
                      <a:gd name="connsiteX7" fmla="*/ 44572 w 63926"/>
                      <a:gd name="connsiteY7" fmla="*/ 74507 h 95994"/>
                      <a:gd name="connsiteX8" fmla="*/ 29983 w 63926"/>
                      <a:gd name="connsiteY8" fmla="*/ 84025 h 95994"/>
                      <a:gd name="connsiteX9" fmla="*/ 29983 w 63926"/>
                      <a:gd name="connsiteY9" fmla="*/ 93939 h 95994"/>
                      <a:gd name="connsiteX10" fmla="*/ 53750 w 63926"/>
                      <a:gd name="connsiteY10" fmla="*/ 81625 h 95994"/>
                      <a:gd name="connsiteX11" fmla="*/ 61956 w 63926"/>
                      <a:gd name="connsiteY11" fmla="*/ 45913 h 95994"/>
                      <a:gd name="connsiteX12" fmla="*/ 53750 w 63926"/>
                      <a:gd name="connsiteY12" fmla="*/ 10240 h 95994"/>
                      <a:gd name="connsiteX13" fmla="*/ 29983 w 63926"/>
                      <a:gd name="connsiteY13" fmla="*/ -2055 h 95994"/>
                      <a:gd name="connsiteX14" fmla="*/ 6236 w 63926"/>
                      <a:gd name="connsiteY14" fmla="*/ 10240 h 95994"/>
                      <a:gd name="connsiteX15" fmla="*/ -1971 w 63926"/>
                      <a:gd name="connsiteY15" fmla="*/ 45913 h 95994"/>
                      <a:gd name="connsiteX16" fmla="*/ 6236 w 63926"/>
                      <a:gd name="connsiteY16" fmla="*/ 81625 h 95994"/>
                      <a:gd name="connsiteX17" fmla="*/ 29983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83" y="84025"/>
                        </a:moveTo>
                        <a:cubicBezTo>
                          <a:pt x="23547" y="84025"/>
                          <a:pt x="18704" y="80852"/>
                          <a:pt x="15453" y="74507"/>
                        </a:cubicBezTo>
                        <a:cubicBezTo>
                          <a:pt x="12216" y="68174"/>
                          <a:pt x="10597" y="58643"/>
                          <a:pt x="10597" y="45913"/>
                        </a:cubicBezTo>
                        <a:cubicBezTo>
                          <a:pt x="10597" y="33235"/>
                          <a:pt x="12216" y="23724"/>
                          <a:pt x="15453" y="17378"/>
                        </a:cubicBezTo>
                        <a:cubicBezTo>
                          <a:pt x="18704" y="11033"/>
                          <a:pt x="23547" y="7860"/>
                          <a:pt x="29983" y="7860"/>
                        </a:cubicBezTo>
                        <a:cubicBezTo>
                          <a:pt x="36471" y="7860"/>
                          <a:pt x="41334" y="11033"/>
                          <a:pt x="44572" y="17378"/>
                        </a:cubicBezTo>
                        <a:cubicBezTo>
                          <a:pt x="47823" y="23724"/>
                          <a:pt x="49448" y="33235"/>
                          <a:pt x="49448" y="45913"/>
                        </a:cubicBezTo>
                        <a:cubicBezTo>
                          <a:pt x="49448" y="58643"/>
                          <a:pt x="47823" y="68174"/>
                          <a:pt x="44572" y="74507"/>
                        </a:cubicBezTo>
                        <a:cubicBezTo>
                          <a:pt x="41334" y="80852"/>
                          <a:pt x="36471" y="84025"/>
                          <a:pt x="29983" y="84025"/>
                        </a:cubicBezTo>
                        <a:close/>
                        <a:moveTo>
                          <a:pt x="29983" y="93939"/>
                        </a:moveTo>
                        <a:cubicBezTo>
                          <a:pt x="40357" y="93939"/>
                          <a:pt x="48279" y="89835"/>
                          <a:pt x="53750" y="81625"/>
                        </a:cubicBezTo>
                        <a:cubicBezTo>
                          <a:pt x="59221" y="73429"/>
                          <a:pt x="61956" y="61525"/>
                          <a:pt x="61956" y="45913"/>
                        </a:cubicBezTo>
                        <a:cubicBezTo>
                          <a:pt x="61956" y="30340"/>
                          <a:pt x="59221" y="18449"/>
                          <a:pt x="53750" y="10240"/>
                        </a:cubicBezTo>
                        <a:cubicBezTo>
                          <a:pt x="48279" y="2043"/>
                          <a:pt x="40357" y="-2055"/>
                          <a:pt x="29983" y="-2055"/>
                        </a:cubicBezTo>
                        <a:cubicBezTo>
                          <a:pt x="19622" y="-2055"/>
                          <a:pt x="11707" y="2043"/>
                          <a:pt x="6236" y="10240"/>
                        </a:cubicBezTo>
                        <a:cubicBezTo>
                          <a:pt x="765" y="18449"/>
                          <a:pt x="-1971" y="30340"/>
                          <a:pt x="-1971" y="45913"/>
                        </a:cubicBezTo>
                        <a:cubicBezTo>
                          <a:pt x="-1971" y="61525"/>
                          <a:pt x="765" y="73429"/>
                          <a:pt x="6236" y="81625"/>
                        </a:cubicBezTo>
                        <a:cubicBezTo>
                          <a:pt x="11707" y="89835"/>
                          <a:pt x="19622" y="93939"/>
                          <a:pt x="29983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81" name="Graphic 163">
                <a:extLst>
                  <a:ext uri="{FF2B5EF4-FFF2-40B4-BE49-F238E27FC236}">
                    <a16:creationId xmlns:a16="http://schemas.microsoft.com/office/drawing/2014/main" id="{62CF8061-A6D0-9CDB-450F-4854A78EEC82}"/>
                  </a:ext>
                </a:extLst>
              </p:cNvPr>
              <p:cNvGrpSpPr/>
              <p:nvPr/>
            </p:nvGrpSpPr>
            <p:grpSpPr>
              <a:xfrm>
                <a:off x="-4437329" y="4712551"/>
                <a:ext cx="223926" cy="187070"/>
                <a:chOff x="-4437329" y="4712551"/>
                <a:chExt cx="223926" cy="187070"/>
              </a:xfrm>
              <a:solidFill>
                <a:srgbClr val="000000"/>
              </a:solidFill>
            </p:grpSpPr>
            <p:sp>
              <p:nvSpPr>
                <p:cNvPr id="182" name="Freeform: Shape 181">
                  <a:extLst>
                    <a:ext uri="{FF2B5EF4-FFF2-40B4-BE49-F238E27FC236}">
                      <a16:creationId xmlns:a16="http://schemas.microsoft.com/office/drawing/2014/main" id="{665B7E21-237C-D9F1-2DEF-CBA27BC5946A}"/>
                    </a:ext>
                  </a:extLst>
                </p:cNvPr>
                <p:cNvSpPr/>
                <p:nvPr/>
              </p:nvSpPr>
              <p:spPr>
                <a:xfrm>
                  <a:off x="-4326047" y="4712551"/>
                  <a:ext cx="12686" cy="44417"/>
                </a:xfrm>
                <a:custGeom>
                  <a:avLst/>
                  <a:gdLst>
                    <a:gd name="connsiteX0" fmla="*/ 129 w 12686"/>
                    <a:gd name="connsiteY0" fmla="*/ 264 h 44417"/>
                    <a:gd name="connsiteX1" fmla="*/ 129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29" y="264"/>
                      </a:moveTo>
                      <a:lnTo>
                        <a:pt x="129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83" name="Graphic 163">
                  <a:extLst>
                    <a:ext uri="{FF2B5EF4-FFF2-40B4-BE49-F238E27FC236}">
                      <a16:creationId xmlns:a16="http://schemas.microsoft.com/office/drawing/2014/main" id="{F6486468-42C9-4B0E-56F4-BD2A587EF516}"/>
                    </a:ext>
                  </a:extLst>
                </p:cNvPr>
                <p:cNvGrpSpPr/>
                <p:nvPr/>
              </p:nvGrpSpPr>
              <p:grpSpPr>
                <a:xfrm>
                  <a:off x="-4437329" y="4803628"/>
                  <a:ext cx="223926" cy="95994"/>
                  <a:chOff x="-4437329" y="480362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84" name="Freeform: Shape 183">
                    <a:extLst>
                      <a:ext uri="{FF2B5EF4-FFF2-40B4-BE49-F238E27FC236}">
                        <a16:creationId xmlns:a16="http://schemas.microsoft.com/office/drawing/2014/main" id="{D581CBD4-7EFF-75BE-912A-EA6827C76728}"/>
                      </a:ext>
                    </a:extLst>
                  </p:cNvPr>
                  <p:cNvSpPr/>
                  <p:nvPr/>
                </p:nvSpPr>
                <p:spPr>
                  <a:xfrm flipV="1">
                    <a:off x="-4437329" y="4805293"/>
                    <a:ext cx="59843" cy="94328"/>
                  </a:xfrm>
                  <a:custGeom>
                    <a:avLst/>
                    <a:gdLst>
                      <a:gd name="connsiteX0" fmla="*/ 2024 w 59843"/>
                      <a:gd name="connsiteY0" fmla="*/ 92316 h 94328"/>
                      <a:gd name="connsiteX1" fmla="*/ 51144 w 59843"/>
                      <a:gd name="connsiteY1" fmla="*/ 92316 h 94328"/>
                      <a:gd name="connsiteX2" fmla="*/ 51144 w 59843"/>
                      <a:gd name="connsiteY2" fmla="*/ 81767 h 94328"/>
                      <a:gd name="connsiteX3" fmla="*/ 13481 w 59843"/>
                      <a:gd name="connsiteY3" fmla="*/ 81767 h 94328"/>
                      <a:gd name="connsiteX4" fmla="*/ 13481 w 59843"/>
                      <a:gd name="connsiteY4" fmla="*/ 59102 h 94328"/>
                      <a:gd name="connsiteX5" fmla="*/ 18913 w 59843"/>
                      <a:gd name="connsiteY5" fmla="*/ 60490 h 94328"/>
                      <a:gd name="connsiteX6" fmla="*/ 24384 w 59843"/>
                      <a:gd name="connsiteY6" fmla="*/ 60946 h 94328"/>
                      <a:gd name="connsiteX7" fmla="*/ 48904 w 59843"/>
                      <a:gd name="connsiteY7" fmla="*/ 52459 h 94328"/>
                      <a:gd name="connsiteX8" fmla="*/ 57962 w 59843"/>
                      <a:gd name="connsiteY8" fmla="*/ 29476 h 94328"/>
                      <a:gd name="connsiteX9" fmla="*/ 48666 w 59843"/>
                      <a:gd name="connsiteY9" fmla="*/ 6256 h 94328"/>
                      <a:gd name="connsiteX10" fmla="*/ 22461 w 59843"/>
                      <a:gd name="connsiteY10" fmla="*/ -2013 h 94328"/>
                      <a:gd name="connsiteX11" fmla="*/ 10587 w 59843"/>
                      <a:gd name="connsiteY11" fmla="*/ -1021 h 94328"/>
                      <a:gd name="connsiteX12" fmla="*/ -1881 w 59843"/>
                      <a:gd name="connsiteY12" fmla="*/ 1953 h 94328"/>
                      <a:gd name="connsiteX13" fmla="*/ -1881 w 59843"/>
                      <a:gd name="connsiteY13" fmla="*/ 14545 h 94328"/>
                      <a:gd name="connsiteX14" fmla="*/ 9636 w 59843"/>
                      <a:gd name="connsiteY14" fmla="*/ 10024 h 94328"/>
                      <a:gd name="connsiteX15" fmla="*/ 22203 w 59843"/>
                      <a:gd name="connsiteY15" fmla="*/ 8537 h 94328"/>
                      <a:gd name="connsiteX16" fmla="*/ 39171 w 59843"/>
                      <a:gd name="connsiteY16" fmla="*/ 14168 h 94328"/>
                      <a:gd name="connsiteX17" fmla="*/ 45435 w 59843"/>
                      <a:gd name="connsiteY17" fmla="*/ 29476 h 94328"/>
                      <a:gd name="connsiteX18" fmla="*/ 39171 w 59843"/>
                      <a:gd name="connsiteY18" fmla="*/ 44765 h 94328"/>
                      <a:gd name="connsiteX19" fmla="*/ 22203 w 59843"/>
                      <a:gd name="connsiteY19" fmla="*/ 50416 h 94328"/>
                      <a:gd name="connsiteX20" fmla="*/ 12193 w 59843"/>
                      <a:gd name="connsiteY20" fmla="*/ 49306 h 94328"/>
                      <a:gd name="connsiteX21" fmla="*/ 2024 w 59843"/>
                      <a:gd name="connsiteY21" fmla="*/ 45836 h 94328"/>
                      <a:gd name="connsiteX22" fmla="*/ 2024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24" y="92316"/>
                        </a:moveTo>
                        <a:lnTo>
                          <a:pt x="51144" y="92316"/>
                        </a:lnTo>
                        <a:lnTo>
                          <a:pt x="51144" y="81767"/>
                        </a:lnTo>
                        <a:lnTo>
                          <a:pt x="13481" y="81767"/>
                        </a:lnTo>
                        <a:lnTo>
                          <a:pt x="13481" y="59102"/>
                        </a:lnTo>
                        <a:cubicBezTo>
                          <a:pt x="15292" y="59723"/>
                          <a:pt x="17102" y="60186"/>
                          <a:pt x="18913" y="60490"/>
                        </a:cubicBezTo>
                        <a:cubicBezTo>
                          <a:pt x="20736" y="60794"/>
                          <a:pt x="22560" y="60946"/>
                          <a:pt x="24384" y="60946"/>
                        </a:cubicBezTo>
                        <a:cubicBezTo>
                          <a:pt x="34704" y="60946"/>
                          <a:pt x="42878" y="58117"/>
                          <a:pt x="48904" y="52459"/>
                        </a:cubicBezTo>
                        <a:cubicBezTo>
                          <a:pt x="54943" y="46801"/>
                          <a:pt x="57962" y="39140"/>
                          <a:pt x="57962" y="29476"/>
                        </a:cubicBezTo>
                        <a:cubicBezTo>
                          <a:pt x="57962" y="19522"/>
                          <a:pt x="54864" y="11782"/>
                          <a:pt x="48666" y="6256"/>
                        </a:cubicBezTo>
                        <a:cubicBezTo>
                          <a:pt x="42468" y="744"/>
                          <a:pt x="33733" y="-2013"/>
                          <a:pt x="22461" y="-2013"/>
                        </a:cubicBezTo>
                        <a:cubicBezTo>
                          <a:pt x="18576" y="-2013"/>
                          <a:pt x="14618" y="-1682"/>
                          <a:pt x="10587" y="-1021"/>
                        </a:cubicBezTo>
                        <a:cubicBezTo>
                          <a:pt x="6570" y="-360"/>
                          <a:pt x="2414" y="631"/>
                          <a:pt x="-1881" y="1953"/>
                        </a:cubicBezTo>
                        <a:lnTo>
                          <a:pt x="-1881" y="14545"/>
                        </a:lnTo>
                        <a:cubicBezTo>
                          <a:pt x="1832" y="12522"/>
                          <a:pt x="5671" y="11015"/>
                          <a:pt x="9636" y="10024"/>
                        </a:cubicBezTo>
                        <a:cubicBezTo>
                          <a:pt x="13600" y="9032"/>
                          <a:pt x="17789" y="8537"/>
                          <a:pt x="22203" y="8537"/>
                        </a:cubicBezTo>
                        <a:cubicBezTo>
                          <a:pt x="29352" y="8537"/>
                          <a:pt x="35008" y="10414"/>
                          <a:pt x="39171" y="14168"/>
                        </a:cubicBezTo>
                        <a:cubicBezTo>
                          <a:pt x="43347" y="17923"/>
                          <a:pt x="45435" y="23025"/>
                          <a:pt x="45435" y="29476"/>
                        </a:cubicBezTo>
                        <a:cubicBezTo>
                          <a:pt x="45435" y="35914"/>
                          <a:pt x="43347" y="41011"/>
                          <a:pt x="39171" y="44765"/>
                        </a:cubicBezTo>
                        <a:cubicBezTo>
                          <a:pt x="35008" y="48533"/>
                          <a:pt x="29352" y="50416"/>
                          <a:pt x="22203" y="50416"/>
                        </a:cubicBezTo>
                        <a:cubicBezTo>
                          <a:pt x="18860" y="50416"/>
                          <a:pt x="15523" y="50046"/>
                          <a:pt x="12193" y="49306"/>
                        </a:cubicBezTo>
                        <a:cubicBezTo>
                          <a:pt x="8876" y="48566"/>
                          <a:pt x="5486" y="47409"/>
                          <a:pt x="2024" y="45836"/>
                        </a:cubicBezTo>
                        <a:lnTo>
                          <a:pt x="2024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85" name="Freeform: Shape 184">
                    <a:extLst>
                      <a:ext uri="{FF2B5EF4-FFF2-40B4-BE49-F238E27FC236}">
                        <a16:creationId xmlns:a16="http://schemas.microsoft.com/office/drawing/2014/main" id="{EBE0BCF5-5920-EFEF-5649-EC2F44042416}"/>
                      </a:ext>
                    </a:extLst>
                  </p:cNvPr>
                  <p:cNvSpPr/>
                  <p:nvPr/>
                </p:nvSpPr>
                <p:spPr>
                  <a:xfrm flipV="1">
                    <a:off x="-4357111" y="4803628"/>
                    <a:ext cx="58713" cy="94189"/>
                  </a:xfrm>
                  <a:custGeom>
                    <a:avLst/>
                    <a:gdLst>
                      <a:gd name="connsiteX0" fmla="*/ 13224 w 58713"/>
                      <a:gd name="connsiteY0" fmla="*/ 8429 h 94189"/>
                      <a:gd name="connsiteX1" fmla="*/ 56892 w 58713"/>
                      <a:gd name="connsiteY1" fmla="*/ 8429 h 94189"/>
                      <a:gd name="connsiteX2" fmla="*/ 56892 w 58713"/>
                      <a:gd name="connsiteY2" fmla="*/ -2100 h 94189"/>
                      <a:gd name="connsiteX3" fmla="*/ -1821 w 58713"/>
                      <a:gd name="connsiteY3" fmla="*/ -2100 h 94189"/>
                      <a:gd name="connsiteX4" fmla="*/ -1821 w 58713"/>
                      <a:gd name="connsiteY4" fmla="*/ 8429 h 94189"/>
                      <a:gd name="connsiteX5" fmla="*/ 17585 w 58713"/>
                      <a:gd name="connsiteY5" fmla="*/ 28219 h 94189"/>
                      <a:gd name="connsiteX6" fmla="*/ 33046 w 58713"/>
                      <a:gd name="connsiteY6" fmla="*/ 44261 h 94189"/>
                      <a:gd name="connsiteX7" fmla="*/ 41431 w 58713"/>
                      <a:gd name="connsiteY7" fmla="*/ 55683 h 94189"/>
                      <a:gd name="connsiteX8" fmla="*/ 43829 w 58713"/>
                      <a:gd name="connsiteY8" fmla="*/ 64883 h 94189"/>
                      <a:gd name="connsiteX9" fmla="*/ 38656 w 58713"/>
                      <a:gd name="connsiteY9" fmla="*/ 76900 h 94189"/>
                      <a:gd name="connsiteX10" fmla="*/ 25177 w 58713"/>
                      <a:gd name="connsiteY10" fmla="*/ 81560 h 94189"/>
                      <a:gd name="connsiteX11" fmla="*/ 12748 w 58713"/>
                      <a:gd name="connsiteY11" fmla="*/ 79518 h 94189"/>
                      <a:gd name="connsiteX12" fmla="*/ -1207 w 58713"/>
                      <a:gd name="connsiteY12" fmla="*/ 73311 h 94189"/>
                      <a:gd name="connsiteX13" fmla="*/ -1207 w 58713"/>
                      <a:gd name="connsiteY13" fmla="*/ 85962 h 94189"/>
                      <a:gd name="connsiteX14" fmla="*/ 12907 w 58713"/>
                      <a:gd name="connsiteY14" fmla="*/ 90543 h 94189"/>
                      <a:gd name="connsiteX15" fmla="*/ 24939 w 58713"/>
                      <a:gd name="connsiteY15" fmla="*/ 92089 h 94189"/>
                      <a:gd name="connsiteX16" fmla="*/ 47853 w 58713"/>
                      <a:gd name="connsiteY16" fmla="*/ 84891 h 94189"/>
                      <a:gd name="connsiteX17" fmla="*/ 56397 w 58713"/>
                      <a:gd name="connsiteY17" fmla="*/ 65696 h 94189"/>
                      <a:gd name="connsiteX18" fmla="*/ 54256 w 58713"/>
                      <a:gd name="connsiteY18" fmla="*/ 54870 h 94189"/>
                      <a:gd name="connsiteX19" fmla="*/ 46486 w 58713"/>
                      <a:gd name="connsiteY19" fmla="*/ 42833 h 94189"/>
                      <a:gd name="connsiteX20" fmla="*/ 36634 w 58713"/>
                      <a:gd name="connsiteY20" fmla="*/ 32443 h 94189"/>
                      <a:gd name="connsiteX21" fmla="*/ 13224 w 58713"/>
                      <a:gd name="connsiteY21" fmla="*/ 8429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224" y="8429"/>
                        </a:moveTo>
                        <a:lnTo>
                          <a:pt x="56892" y="8429"/>
                        </a:lnTo>
                        <a:lnTo>
                          <a:pt x="56892" y="-2100"/>
                        </a:lnTo>
                        <a:lnTo>
                          <a:pt x="-1821" y="-2100"/>
                        </a:lnTo>
                        <a:lnTo>
                          <a:pt x="-1821" y="8429"/>
                        </a:lnTo>
                        <a:cubicBezTo>
                          <a:pt x="2923" y="13347"/>
                          <a:pt x="9392" y="19943"/>
                          <a:pt x="17585" y="28219"/>
                        </a:cubicBezTo>
                        <a:cubicBezTo>
                          <a:pt x="25791" y="36508"/>
                          <a:pt x="30945" y="41855"/>
                          <a:pt x="33046" y="44261"/>
                        </a:cubicBezTo>
                        <a:cubicBezTo>
                          <a:pt x="37050" y="48756"/>
                          <a:pt x="39845" y="52563"/>
                          <a:pt x="41431" y="55683"/>
                        </a:cubicBezTo>
                        <a:cubicBezTo>
                          <a:pt x="43030" y="58802"/>
                          <a:pt x="43829" y="61869"/>
                          <a:pt x="43829" y="64883"/>
                        </a:cubicBezTo>
                        <a:cubicBezTo>
                          <a:pt x="43829" y="69801"/>
                          <a:pt x="42105" y="73807"/>
                          <a:pt x="38656" y="76900"/>
                        </a:cubicBezTo>
                        <a:cubicBezTo>
                          <a:pt x="35207" y="80007"/>
                          <a:pt x="30714" y="81560"/>
                          <a:pt x="25177" y="81560"/>
                        </a:cubicBezTo>
                        <a:cubicBezTo>
                          <a:pt x="21252" y="81560"/>
                          <a:pt x="17109" y="80879"/>
                          <a:pt x="12748" y="79518"/>
                        </a:cubicBezTo>
                        <a:cubicBezTo>
                          <a:pt x="8401" y="78156"/>
                          <a:pt x="3749" y="76087"/>
                          <a:pt x="-1207" y="73311"/>
                        </a:cubicBezTo>
                        <a:lnTo>
                          <a:pt x="-1207" y="85962"/>
                        </a:lnTo>
                        <a:cubicBezTo>
                          <a:pt x="3828" y="87985"/>
                          <a:pt x="8533" y="89512"/>
                          <a:pt x="12907" y="90543"/>
                        </a:cubicBezTo>
                        <a:cubicBezTo>
                          <a:pt x="17294" y="91574"/>
                          <a:pt x="21305" y="92089"/>
                          <a:pt x="24939" y="92089"/>
                        </a:cubicBezTo>
                        <a:cubicBezTo>
                          <a:pt x="34520" y="92089"/>
                          <a:pt x="42158" y="89690"/>
                          <a:pt x="47853" y="84891"/>
                        </a:cubicBezTo>
                        <a:cubicBezTo>
                          <a:pt x="53549" y="80106"/>
                          <a:pt x="56397" y="73708"/>
                          <a:pt x="56397" y="65696"/>
                        </a:cubicBezTo>
                        <a:cubicBezTo>
                          <a:pt x="56397" y="61889"/>
                          <a:pt x="55683" y="58280"/>
                          <a:pt x="54256" y="54870"/>
                        </a:cubicBezTo>
                        <a:cubicBezTo>
                          <a:pt x="52842" y="51472"/>
                          <a:pt x="50252" y="47460"/>
                          <a:pt x="46486" y="42833"/>
                        </a:cubicBezTo>
                        <a:cubicBezTo>
                          <a:pt x="45455" y="41630"/>
                          <a:pt x="42171" y="38167"/>
                          <a:pt x="36634" y="32443"/>
                        </a:cubicBezTo>
                        <a:cubicBezTo>
                          <a:pt x="31110" y="26718"/>
                          <a:pt x="23307" y="18714"/>
                          <a:pt x="13224" y="84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87" name="Freeform: Shape 186">
                    <a:extLst>
                      <a:ext uri="{FF2B5EF4-FFF2-40B4-BE49-F238E27FC236}">
                        <a16:creationId xmlns:a16="http://schemas.microsoft.com/office/drawing/2014/main" id="{15F6E165-4721-BED9-4C29-6C922BFE1E91}"/>
                      </a:ext>
                    </a:extLst>
                  </p:cNvPr>
                  <p:cNvSpPr/>
                  <p:nvPr/>
                </p:nvSpPr>
                <p:spPr>
                  <a:xfrm flipV="1">
                    <a:off x="-4277329" y="4803628"/>
                    <a:ext cx="63926" cy="95994"/>
                  </a:xfrm>
                  <a:custGeom>
                    <a:avLst/>
                    <a:gdLst>
                      <a:gd name="connsiteX0" fmla="*/ 30054 w 63926"/>
                      <a:gd name="connsiteY0" fmla="*/ 84025 h 95994"/>
                      <a:gd name="connsiteX1" fmla="*/ 15525 w 63926"/>
                      <a:gd name="connsiteY1" fmla="*/ 74507 h 95994"/>
                      <a:gd name="connsiteX2" fmla="*/ 10668 w 63926"/>
                      <a:gd name="connsiteY2" fmla="*/ 45913 h 95994"/>
                      <a:gd name="connsiteX3" fmla="*/ 15525 w 63926"/>
                      <a:gd name="connsiteY3" fmla="*/ 17378 h 95994"/>
                      <a:gd name="connsiteX4" fmla="*/ 30054 w 63926"/>
                      <a:gd name="connsiteY4" fmla="*/ 7860 h 95994"/>
                      <a:gd name="connsiteX5" fmla="*/ 44643 w 63926"/>
                      <a:gd name="connsiteY5" fmla="*/ 17378 h 95994"/>
                      <a:gd name="connsiteX6" fmla="*/ 49520 w 63926"/>
                      <a:gd name="connsiteY6" fmla="*/ 45913 h 95994"/>
                      <a:gd name="connsiteX7" fmla="*/ 44643 w 63926"/>
                      <a:gd name="connsiteY7" fmla="*/ 74507 h 95994"/>
                      <a:gd name="connsiteX8" fmla="*/ 30054 w 63926"/>
                      <a:gd name="connsiteY8" fmla="*/ 84025 h 95994"/>
                      <a:gd name="connsiteX9" fmla="*/ 30054 w 63926"/>
                      <a:gd name="connsiteY9" fmla="*/ 93939 h 95994"/>
                      <a:gd name="connsiteX10" fmla="*/ 53821 w 63926"/>
                      <a:gd name="connsiteY10" fmla="*/ 81625 h 95994"/>
                      <a:gd name="connsiteX11" fmla="*/ 62028 w 63926"/>
                      <a:gd name="connsiteY11" fmla="*/ 45913 h 95994"/>
                      <a:gd name="connsiteX12" fmla="*/ 53821 w 63926"/>
                      <a:gd name="connsiteY12" fmla="*/ 10240 h 95994"/>
                      <a:gd name="connsiteX13" fmla="*/ 30054 w 63926"/>
                      <a:gd name="connsiteY13" fmla="*/ -2055 h 95994"/>
                      <a:gd name="connsiteX14" fmla="*/ 6307 w 63926"/>
                      <a:gd name="connsiteY14" fmla="*/ 10240 h 95994"/>
                      <a:gd name="connsiteX15" fmla="*/ -1899 w 63926"/>
                      <a:gd name="connsiteY15" fmla="*/ 45913 h 95994"/>
                      <a:gd name="connsiteX16" fmla="*/ 6307 w 63926"/>
                      <a:gd name="connsiteY16" fmla="*/ 81625 h 95994"/>
                      <a:gd name="connsiteX17" fmla="*/ 3005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54" y="84025"/>
                        </a:moveTo>
                        <a:cubicBezTo>
                          <a:pt x="23619" y="84025"/>
                          <a:pt x="18775" y="80852"/>
                          <a:pt x="15525" y="74507"/>
                        </a:cubicBezTo>
                        <a:cubicBezTo>
                          <a:pt x="12287" y="68174"/>
                          <a:pt x="10668" y="58643"/>
                          <a:pt x="10668" y="45913"/>
                        </a:cubicBezTo>
                        <a:cubicBezTo>
                          <a:pt x="10668" y="33235"/>
                          <a:pt x="12287" y="23724"/>
                          <a:pt x="15525" y="17378"/>
                        </a:cubicBezTo>
                        <a:cubicBezTo>
                          <a:pt x="18775" y="11033"/>
                          <a:pt x="23619" y="7860"/>
                          <a:pt x="30054" y="7860"/>
                        </a:cubicBezTo>
                        <a:cubicBezTo>
                          <a:pt x="36543" y="7860"/>
                          <a:pt x="41406" y="11033"/>
                          <a:pt x="44643" y="17378"/>
                        </a:cubicBezTo>
                        <a:cubicBezTo>
                          <a:pt x="47894" y="23724"/>
                          <a:pt x="49520" y="33235"/>
                          <a:pt x="49520" y="45913"/>
                        </a:cubicBezTo>
                        <a:cubicBezTo>
                          <a:pt x="49520" y="58643"/>
                          <a:pt x="47894" y="68174"/>
                          <a:pt x="44643" y="74507"/>
                        </a:cubicBezTo>
                        <a:cubicBezTo>
                          <a:pt x="41406" y="80852"/>
                          <a:pt x="36543" y="84025"/>
                          <a:pt x="30054" y="84025"/>
                        </a:cubicBezTo>
                        <a:close/>
                        <a:moveTo>
                          <a:pt x="30054" y="93939"/>
                        </a:moveTo>
                        <a:cubicBezTo>
                          <a:pt x="40428" y="93939"/>
                          <a:pt x="48350" y="89835"/>
                          <a:pt x="53821" y="81625"/>
                        </a:cubicBezTo>
                        <a:cubicBezTo>
                          <a:pt x="59292" y="73429"/>
                          <a:pt x="62028" y="61525"/>
                          <a:pt x="62028" y="45913"/>
                        </a:cubicBezTo>
                        <a:cubicBezTo>
                          <a:pt x="62028" y="30340"/>
                          <a:pt x="59292" y="18449"/>
                          <a:pt x="53821" y="10240"/>
                        </a:cubicBezTo>
                        <a:cubicBezTo>
                          <a:pt x="48350" y="2043"/>
                          <a:pt x="40428" y="-2055"/>
                          <a:pt x="30054" y="-2055"/>
                        </a:cubicBezTo>
                        <a:cubicBezTo>
                          <a:pt x="19694" y="-2055"/>
                          <a:pt x="11778" y="2043"/>
                          <a:pt x="6307" y="10240"/>
                        </a:cubicBezTo>
                        <a:cubicBezTo>
                          <a:pt x="836" y="18449"/>
                          <a:pt x="-1899" y="30340"/>
                          <a:pt x="-1899" y="45913"/>
                        </a:cubicBezTo>
                        <a:cubicBezTo>
                          <a:pt x="-1899" y="61525"/>
                          <a:pt x="836" y="73429"/>
                          <a:pt x="6307" y="81625"/>
                        </a:cubicBezTo>
                        <a:cubicBezTo>
                          <a:pt x="11778" y="89835"/>
                          <a:pt x="19694" y="93939"/>
                          <a:pt x="3005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88" name="Graphic 163">
                <a:extLst>
                  <a:ext uri="{FF2B5EF4-FFF2-40B4-BE49-F238E27FC236}">
                    <a16:creationId xmlns:a16="http://schemas.microsoft.com/office/drawing/2014/main" id="{F5EECB31-8D46-4F0F-0710-E3EAAF90A8F6}"/>
                  </a:ext>
                </a:extLst>
              </p:cNvPr>
              <p:cNvGrpSpPr/>
              <p:nvPr/>
            </p:nvGrpSpPr>
            <p:grpSpPr>
              <a:xfrm>
                <a:off x="-3531228" y="4712551"/>
                <a:ext cx="223926" cy="187070"/>
                <a:chOff x="-3531228" y="4712551"/>
                <a:chExt cx="223926" cy="187070"/>
              </a:xfrm>
              <a:solidFill>
                <a:srgbClr val="000000"/>
              </a:solidFill>
            </p:grpSpPr>
            <p:sp>
              <p:nvSpPr>
                <p:cNvPr id="189" name="Freeform: Shape 188">
                  <a:extLst>
                    <a:ext uri="{FF2B5EF4-FFF2-40B4-BE49-F238E27FC236}">
                      <a16:creationId xmlns:a16="http://schemas.microsoft.com/office/drawing/2014/main" id="{A43ECCBE-3EED-876E-666D-D8BEA029B96C}"/>
                    </a:ext>
                  </a:extLst>
                </p:cNvPr>
                <p:cNvSpPr/>
                <p:nvPr/>
              </p:nvSpPr>
              <p:spPr>
                <a:xfrm>
                  <a:off x="-3419946" y="4712551"/>
                  <a:ext cx="12686" cy="44417"/>
                </a:xfrm>
                <a:custGeom>
                  <a:avLst/>
                  <a:gdLst>
                    <a:gd name="connsiteX0" fmla="*/ 200 w 12686"/>
                    <a:gd name="connsiteY0" fmla="*/ 264 h 44417"/>
                    <a:gd name="connsiteX1" fmla="*/ 200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00" y="264"/>
                      </a:moveTo>
                      <a:lnTo>
                        <a:pt x="200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90" name="Graphic 163">
                  <a:extLst>
                    <a:ext uri="{FF2B5EF4-FFF2-40B4-BE49-F238E27FC236}">
                      <a16:creationId xmlns:a16="http://schemas.microsoft.com/office/drawing/2014/main" id="{2C0DD41D-83FA-0FAA-63BC-F239365AC744}"/>
                    </a:ext>
                  </a:extLst>
                </p:cNvPr>
                <p:cNvGrpSpPr/>
                <p:nvPr/>
              </p:nvGrpSpPr>
              <p:grpSpPr>
                <a:xfrm>
                  <a:off x="-3531228" y="4803628"/>
                  <a:ext cx="223926" cy="95994"/>
                  <a:chOff x="-3531228" y="480362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91" name="Freeform: Shape 190">
                    <a:extLst>
                      <a:ext uri="{FF2B5EF4-FFF2-40B4-BE49-F238E27FC236}">
                        <a16:creationId xmlns:a16="http://schemas.microsoft.com/office/drawing/2014/main" id="{4A1FD39A-A3A0-7BC6-66F9-638C1D680464}"/>
                      </a:ext>
                    </a:extLst>
                  </p:cNvPr>
                  <p:cNvSpPr/>
                  <p:nvPr/>
                </p:nvSpPr>
                <p:spPr>
                  <a:xfrm flipV="1">
                    <a:off x="-3531228" y="4805293"/>
                    <a:ext cx="59843" cy="94328"/>
                  </a:xfrm>
                  <a:custGeom>
                    <a:avLst/>
                    <a:gdLst>
                      <a:gd name="connsiteX0" fmla="*/ 2096 w 59843"/>
                      <a:gd name="connsiteY0" fmla="*/ 92316 h 94328"/>
                      <a:gd name="connsiteX1" fmla="*/ 51215 w 59843"/>
                      <a:gd name="connsiteY1" fmla="*/ 92316 h 94328"/>
                      <a:gd name="connsiteX2" fmla="*/ 51215 w 59843"/>
                      <a:gd name="connsiteY2" fmla="*/ 81767 h 94328"/>
                      <a:gd name="connsiteX3" fmla="*/ 13553 w 59843"/>
                      <a:gd name="connsiteY3" fmla="*/ 81767 h 94328"/>
                      <a:gd name="connsiteX4" fmla="*/ 13553 w 59843"/>
                      <a:gd name="connsiteY4" fmla="*/ 59102 h 94328"/>
                      <a:gd name="connsiteX5" fmla="*/ 18984 w 59843"/>
                      <a:gd name="connsiteY5" fmla="*/ 60490 h 94328"/>
                      <a:gd name="connsiteX6" fmla="*/ 24455 w 59843"/>
                      <a:gd name="connsiteY6" fmla="*/ 60946 h 94328"/>
                      <a:gd name="connsiteX7" fmla="*/ 48975 w 59843"/>
                      <a:gd name="connsiteY7" fmla="*/ 52459 h 94328"/>
                      <a:gd name="connsiteX8" fmla="*/ 58034 w 59843"/>
                      <a:gd name="connsiteY8" fmla="*/ 29476 h 94328"/>
                      <a:gd name="connsiteX9" fmla="*/ 48737 w 59843"/>
                      <a:gd name="connsiteY9" fmla="*/ 6256 h 94328"/>
                      <a:gd name="connsiteX10" fmla="*/ 22532 w 59843"/>
                      <a:gd name="connsiteY10" fmla="*/ -2013 h 94328"/>
                      <a:gd name="connsiteX11" fmla="*/ 10659 w 59843"/>
                      <a:gd name="connsiteY11" fmla="*/ -1021 h 94328"/>
                      <a:gd name="connsiteX12" fmla="*/ -1809 w 59843"/>
                      <a:gd name="connsiteY12" fmla="*/ 1953 h 94328"/>
                      <a:gd name="connsiteX13" fmla="*/ -1809 w 59843"/>
                      <a:gd name="connsiteY13" fmla="*/ 14545 h 94328"/>
                      <a:gd name="connsiteX14" fmla="*/ 9707 w 59843"/>
                      <a:gd name="connsiteY14" fmla="*/ 10024 h 94328"/>
                      <a:gd name="connsiteX15" fmla="*/ 22275 w 59843"/>
                      <a:gd name="connsiteY15" fmla="*/ 8537 h 94328"/>
                      <a:gd name="connsiteX16" fmla="*/ 39242 w 59843"/>
                      <a:gd name="connsiteY16" fmla="*/ 14168 h 94328"/>
                      <a:gd name="connsiteX17" fmla="*/ 45506 w 59843"/>
                      <a:gd name="connsiteY17" fmla="*/ 29476 h 94328"/>
                      <a:gd name="connsiteX18" fmla="*/ 39242 w 59843"/>
                      <a:gd name="connsiteY18" fmla="*/ 44765 h 94328"/>
                      <a:gd name="connsiteX19" fmla="*/ 22275 w 59843"/>
                      <a:gd name="connsiteY19" fmla="*/ 50416 h 94328"/>
                      <a:gd name="connsiteX20" fmla="*/ 12264 w 59843"/>
                      <a:gd name="connsiteY20" fmla="*/ 49306 h 94328"/>
                      <a:gd name="connsiteX21" fmla="*/ 2096 w 59843"/>
                      <a:gd name="connsiteY21" fmla="*/ 45836 h 94328"/>
                      <a:gd name="connsiteX22" fmla="*/ 2096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96" y="92316"/>
                        </a:moveTo>
                        <a:lnTo>
                          <a:pt x="51215" y="92316"/>
                        </a:lnTo>
                        <a:lnTo>
                          <a:pt x="51215" y="81767"/>
                        </a:lnTo>
                        <a:lnTo>
                          <a:pt x="13553" y="81767"/>
                        </a:lnTo>
                        <a:lnTo>
                          <a:pt x="13553" y="59102"/>
                        </a:lnTo>
                        <a:cubicBezTo>
                          <a:pt x="15363" y="59723"/>
                          <a:pt x="17174" y="60186"/>
                          <a:pt x="18984" y="60490"/>
                        </a:cubicBezTo>
                        <a:cubicBezTo>
                          <a:pt x="20808" y="60794"/>
                          <a:pt x="22631" y="60946"/>
                          <a:pt x="24455" y="60946"/>
                        </a:cubicBezTo>
                        <a:cubicBezTo>
                          <a:pt x="34776" y="60946"/>
                          <a:pt x="42949" y="58117"/>
                          <a:pt x="48975" y="52459"/>
                        </a:cubicBezTo>
                        <a:cubicBezTo>
                          <a:pt x="55014" y="46801"/>
                          <a:pt x="58034" y="39140"/>
                          <a:pt x="58034" y="29476"/>
                        </a:cubicBezTo>
                        <a:cubicBezTo>
                          <a:pt x="58034" y="19522"/>
                          <a:pt x="54935" y="11782"/>
                          <a:pt x="48737" y="6256"/>
                        </a:cubicBezTo>
                        <a:cubicBezTo>
                          <a:pt x="42539" y="744"/>
                          <a:pt x="33804" y="-2013"/>
                          <a:pt x="22532" y="-2013"/>
                        </a:cubicBezTo>
                        <a:cubicBezTo>
                          <a:pt x="18647" y="-2013"/>
                          <a:pt x="14689" y="-1682"/>
                          <a:pt x="10659" y="-1021"/>
                        </a:cubicBezTo>
                        <a:cubicBezTo>
                          <a:pt x="6641" y="-360"/>
                          <a:pt x="2485" y="631"/>
                          <a:pt x="-1809" y="1953"/>
                        </a:cubicBezTo>
                        <a:lnTo>
                          <a:pt x="-1809" y="14545"/>
                        </a:lnTo>
                        <a:cubicBezTo>
                          <a:pt x="1904" y="12522"/>
                          <a:pt x="5743" y="11015"/>
                          <a:pt x="9707" y="10024"/>
                        </a:cubicBezTo>
                        <a:cubicBezTo>
                          <a:pt x="13672" y="9032"/>
                          <a:pt x="17861" y="8537"/>
                          <a:pt x="22275" y="8537"/>
                        </a:cubicBezTo>
                        <a:cubicBezTo>
                          <a:pt x="29424" y="8537"/>
                          <a:pt x="35080" y="10414"/>
                          <a:pt x="39242" y="14168"/>
                        </a:cubicBezTo>
                        <a:cubicBezTo>
                          <a:pt x="43418" y="17923"/>
                          <a:pt x="45506" y="23025"/>
                          <a:pt x="45506" y="29476"/>
                        </a:cubicBezTo>
                        <a:cubicBezTo>
                          <a:pt x="45506" y="35914"/>
                          <a:pt x="43418" y="41011"/>
                          <a:pt x="39242" y="44765"/>
                        </a:cubicBezTo>
                        <a:cubicBezTo>
                          <a:pt x="35080" y="48533"/>
                          <a:pt x="29424" y="50416"/>
                          <a:pt x="22275" y="50416"/>
                        </a:cubicBezTo>
                        <a:cubicBezTo>
                          <a:pt x="18931" y="50416"/>
                          <a:pt x="15594" y="50046"/>
                          <a:pt x="12264" y="49306"/>
                        </a:cubicBezTo>
                        <a:cubicBezTo>
                          <a:pt x="8947" y="48566"/>
                          <a:pt x="5558" y="47409"/>
                          <a:pt x="2096" y="45836"/>
                        </a:cubicBezTo>
                        <a:lnTo>
                          <a:pt x="2096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3" name="Freeform: Shape 192">
                    <a:extLst>
                      <a:ext uri="{FF2B5EF4-FFF2-40B4-BE49-F238E27FC236}">
                        <a16:creationId xmlns:a16="http://schemas.microsoft.com/office/drawing/2014/main" id="{C04AE3EF-6526-1946-E517-937B8E2E15A9}"/>
                      </a:ext>
                    </a:extLst>
                  </p:cNvPr>
                  <p:cNvSpPr/>
                  <p:nvPr/>
                </p:nvSpPr>
                <p:spPr>
                  <a:xfrm flipV="1">
                    <a:off x="-3454102" y="4805293"/>
                    <a:ext cx="67395" cy="92524"/>
                  </a:xfrm>
                  <a:custGeom>
                    <a:avLst/>
                    <a:gdLst>
                      <a:gd name="connsiteX0" fmla="*/ 39933 w 67395"/>
                      <a:gd name="connsiteY0" fmla="*/ 79560 h 92524"/>
                      <a:gd name="connsiteX1" fmla="*/ 8336 w 67395"/>
                      <a:gd name="connsiteY1" fmla="*/ 30165 h 92524"/>
                      <a:gd name="connsiteX2" fmla="*/ 39933 w 67395"/>
                      <a:gd name="connsiteY2" fmla="*/ 30165 h 92524"/>
                      <a:gd name="connsiteX3" fmla="*/ 39933 w 67395"/>
                      <a:gd name="connsiteY3" fmla="*/ 79560 h 92524"/>
                      <a:gd name="connsiteX4" fmla="*/ 36643 w 67395"/>
                      <a:gd name="connsiteY4" fmla="*/ 90466 h 92524"/>
                      <a:gd name="connsiteX5" fmla="*/ 52381 w 67395"/>
                      <a:gd name="connsiteY5" fmla="*/ 90466 h 92524"/>
                      <a:gd name="connsiteX6" fmla="*/ 52381 w 67395"/>
                      <a:gd name="connsiteY6" fmla="*/ 30165 h 92524"/>
                      <a:gd name="connsiteX7" fmla="*/ 65583 w 67395"/>
                      <a:gd name="connsiteY7" fmla="*/ 30165 h 92524"/>
                      <a:gd name="connsiteX8" fmla="*/ 65583 w 67395"/>
                      <a:gd name="connsiteY8" fmla="*/ 19754 h 92524"/>
                      <a:gd name="connsiteX9" fmla="*/ 52381 w 67395"/>
                      <a:gd name="connsiteY9" fmla="*/ 19754 h 92524"/>
                      <a:gd name="connsiteX10" fmla="*/ 52381 w 67395"/>
                      <a:gd name="connsiteY10" fmla="*/ -2058 h 92524"/>
                      <a:gd name="connsiteX11" fmla="*/ 39933 w 67395"/>
                      <a:gd name="connsiteY11" fmla="*/ -2058 h 92524"/>
                      <a:gd name="connsiteX12" fmla="*/ 39933 w 67395"/>
                      <a:gd name="connsiteY12" fmla="*/ 19754 h 92524"/>
                      <a:gd name="connsiteX13" fmla="*/ -1813 w 67395"/>
                      <a:gd name="connsiteY13" fmla="*/ 19754 h 92524"/>
                      <a:gd name="connsiteX14" fmla="*/ -1813 w 67395"/>
                      <a:gd name="connsiteY14" fmla="*/ 31830 h 92524"/>
                      <a:gd name="connsiteX15" fmla="*/ 36643 w 67395"/>
                      <a:gd name="connsiteY15" fmla="*/ 9046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933" y="79560"/>
                        </a:moveTo>
                        <a:lnTo>
                          <a:pt x="8336" y="30165"/>
                        </a:lnTo>
                        <a:lnTo>
                          <a:pt x="39933" y="30165"/>
                        </a:lnTo>
                        <a:lnTo>
                          <a:pt x="39933" y="79560"/>
                        </a:lnTo>
                        <a:close/>
                        <a:moveTo>
                          <a:pt x="36643" y="90466"/>
                        </a:moveTo>
                        <a:lnTo>
                          <a:pt x="52381" y="90466"/>
                        </a:lnTo>
                        <a:lnTo>
                          <a:pt x="52381" y="30165"/>
                        </a:lnTo>
                        <a:lnTo>
                          <a:pt x="65583" y="30165"/>
                        </a:lnTo>
                        <a:lnTo>
                          <a:pt x="65583" y="19754"/>
                        </a:lnTo>
                        <a:lnTo>
                          <a:pt x="52381" y="19754"/>
                        </a:lnTo>
                        <a:lnTo>
                          <a:pt x="52381" y="-2058"/>
                        </a:lnTo>
                        <a:lnTo>
                          <a:pt x="39933" y="-2058"/>
                        </a:lnTo>
                        <a:lnTo>
                          <a:pt x="39933" y="19754"/>
                        </a:lnTo>
                        <a:lnTo>
                          <a:pt x="-1813" y="19754"/>
                        </a:lnTo>
                        <a:lnTo>
                          <a:pt x="-1813" y="31830"/>
                        </a:lnTo>
                        <a:lnTo>
                          <a:pt x="36643" y="904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4" name="Freeform: Shape 193">
                    <a:extLst>
                      <a:ext uri="{FF2B5EF4-FFF2-40B4-BE49-F238E27FC236}">
                        <a16:creationId xmlns:a16="http://schemas.microsoft.com/office/drawing/2014/main" id="{0DE73BC6-2CBF-2A67-67E5-D90719A079CC}"/>
                      </a:ext>
                    </a:extLst>
                  </p:cNvPr>
                  <p:cNvSpPr/>
                  <p:nvPr/>
                </p:nvSpPr>
                <p:spPr>
                  <a:xfrm flipV="1">
                    <a:off x="-3371228" y="4803628"/>
                    <a:ext cx="63926" cy="95994"/>
                  </a:xfrm>
                  <a:custGeom>
                    <a:avLst/>
                    <a:gdLst>
                      <a:gd name="connsiteX0" fmla="*/ 30126 w 63926"/>
                      <a:gd name="connsiteY0" fmla="*/ 84025 h 95994"/>
                      <a:gd name="connsiteX1" fmla="*/ 15596 w 63926"/>
                      <a:gd name="connsiteY1" fmla="*/ 74507 h 95994"/>
                      <a:gd name="connsiteX2" fmla="*/ 10740 w 63926"/>
                      <a:gd name="connsiteY2" fmla="*/ 45913 h 95994"/>
                      <a:gd name="connsiteX3" fmla="*/ 15596 w 63926"/>
                      <a:gd name="connsiteY3" fmla="*/ 17378 h 95994"/>
                      <a:gd name="connsiteX4" fmla="*/ 30126 w 63926"/>
                      <a:gd name="connsiteY4" fmla="*/ 7860 h 95994"/>
                      <a:gd name="connsiteX5" fmla="*/ 44715 w 63926"/>
                      <a:gd name="connsiteY5" fmla="*/ 17378 h 95994"/>
                      <a:gd name="connsiteX6" fmla="*/ 49591 w 63926"/>
                      <a:gd name="connsiteY6" fmla="*/ 45913 h 95994"/>
                      <a:gd name="connsiteX7" fmla="*/ 44715 w 63926"/>
                      <a:gd name="connsiteY7" fmla="*/ 74507 h 95994"/>
                      <a:gd name="connsiteX8" fmla="*/ 30126 w 63926"/>
                      <a:gd name="connsiteY8" fmla="*/ 84025 h 95994"/>
                      <a:gd name="connsiteX9" fmla="*/ 30126 w 63926"/>
                      <a:gd name="connsiteY9" fmla="*/ 93939 h 95994"/>
                      <a:gd name="connsiteX10" fmla="*/ 53893 w 63926"/>
                      <a:gd name="connsiteY10" fmla="*/ 81625 h 95994"/>
                      <a:gd name="connsiteX11" fmla="*/ 62099 w 63926"/>
                      <a:gd name="connsiteY11" fmla="*/ 45913 h 95994"/>
                      <a:gd name="connsiteX12" fmla="*/ 53893 w 63926"/>
                      <a:gd name="connsiteY12" fmla="*/ 10240 h 95994"/>
                      <a:gd name="connsiteX13" fmla="*/ 30126 w 63926"/>
                      <a:gd name="connsiteY13" fmla="*/ -2055 h 95994"/>
                      <a:gd name="connsiteX14" fmla="*/ 6379 w 63926"/>
                      <a:gd name="connsiteY14" fmla="*/ 10240 h 95994"/>
                      <a:gd name="connsiteX15" fmla="*/ -1828 w 63926"/>
                      <a:gd name="connsiteY15" fmla="*/ 45913 h 95994"/>
                      <a:gd name="connsiteX16" fmla="*/ 6379 w 63926"/>
                      <a:gd name="connsiteY16" fmla="*/ 81625 h 95994"/>
                      <a:gd name="connsiteX17" fmla="*/ 30126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26" y="84025"/>
                        </a:moveTo>
                        <a:cubicBezTo>
                          <a:pt x="23690" y="84025"/>
                          <a:pt x="18847" y="80852"/>
                          <a:pt x="15596" y="74507"/>
                        </a:cubicBezTo>
                        <a:cubicBezTo>
                          <a:pt x="12358" y="68174"/>
                          <a:pt x="10740" y="58643"/>
                          <a:pt x="10740" y="45913"/>
                        </a:cubicBezTo>
                        <a:cubicBezTo>
                          <a:pt x="10740" y="33235"/>
                          <a:pt x="12358" y="23724"/>
                          <a:pt x="15596" y="17378"/>
                        </a:cubicBezTo>
                        <a:cubicBezTo>
                          <a:pt x="18847" y="11033"/>
                          <a:pt x="23690" y="7860"/>
                          <a:pt x="30126" y="7860"/>
                        </a:cubicBezTo>
                        <a:cubicBezTo>
                          <a:pt x="36614" y="7860"/>
                          <a:pt x="41477" y="11033"/>
                          <a:pt x="44715" y="17378"/>
                        </a:cubicBezTo>
                        <a:cubicBezTo>
                          <a:pt x="47966" y="23724"/>
                          <a:pt x="49591" y="33235"/>
                          <a:pt x="49591" y="45913"/>
                        </a:cubicBezTo>
                        <a:cubicBezTo>
                          <a:pt x="49591" y="58643"/>
                          <a:pt x="47966" y="68174"/>
                          <a:pt x="44715" y="74507"/>
                        </a:cubicBezTo>
                        <a:cubicBezTo>
                          <a:pt x="41477" y="80852"/>
                          <a:pt x="36614" y="84025"/>
                          <a:pt x="30126" y="84025"/>
                        </a:cubicBezTo>
                        <a:close/>
                        <a:moveTo>
                          <a:pt x="30126" y="93939"/>
                        </a:moveTo>
                        <a:cubicBezTo>
                          <a:pt x="40499" y="93939"/>
                          <a:pt x="48422" y="89835"/>
                          <a:pt x="53893" y="81625"/>
                        </a:cubicBezTo>
                        <a:cubicBezTo>
                          <a:pt x="59364" y="73429"/>
                          <a:pt x="62099" y="61525"/>
                          <a:pt x="62099" y="45913"/>
                        </a:cubicBezTo>
                        <a:cubicBezTo>
                          <a:pt x="62099" y="30340"/>
                          <a:pt x="59364" y="18449"/>
                          <a:pt x="53893" y="10240"/>
                        </a:cubicBezTo>
                        <a:cubicBezTo>
                          <a:pt x="48422" y="2043"/>
                          <a:pt x="40499" y="-2055"/>
                          <a:pt x="30126" y="-2055"/>
                        </a:cubicBezTo>
                        <a:cubicBezTo>
                          <a:pt x="19765" y="-2055"/>
                          <a:pt x="11850" y="2043"/>
                          <a:pt x="6379" y="10240"/>
                        </a:cubicBezTo>
                        <a:cubicBezTo>
                          <a:pt x="908" y="18449"/>
                          <a:pt x="-1828" y="30340"/>
                          <a:pt x="-1828" y="45913"/>
                        </a:cubicBezTo>
                        <a:cubicBezTo>
                          <a:pt x="-1828" y="61525"/>
                          <a:pt x="908" y="73429"/>
                          <a:pt x="6379" y="81625"/>
                        </a:cubicBezTo>
                        <a:cubicBezTo>
                          <a:pt x="11850" y="89835"/>
                          <a:pt x="19765" y="93939"/>
                          <a:pt x="30126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95" name="Graphic 163">
                <a:extLst>
                  <a:ext uri="{FF2B5EF4-FFF2-40B4-BE49-F238E27FC236}">
                    <a16:creationId xmlns:a16="http://schemas.microsoft.com/office/drawing/2014/main" id="{9451904A-EAFE-E078-65B7-DB39179B1475}"/>
                  </a:ext>
                </a:extLst>
              </p:cNvPr>
              <p:cNvGrpSpPr/>
              <p:nvPr/>
            </p:nvGrpSpPr>
            <p:grpSpPr>
              <a:xfrm>
                <a:off x="-2625127" y="4712551"/>
                <a:ext cx="223926" cy="187070"/>
                <a:chOff x="-2625127" y="4712551"/>
                <a:chExt cx="223926" cy="187070"/>
              </a:xfrm>
              <a:solidFill>
                <a:srgbClr val="000000"/>
              </a:solidFill>
            </p:grpSpPr>
            <p:sp>
              <p:nvSpPr>
                <p:cNvPr id="196" name="Freeform: Shape 195">
                  <a:extLst>
                    <a:ext uri="{FF2B5EF4-FFF2-40B4-BE49-F238E27FC236}">
                      <a16:creationId xmlns:a16="http://schemas.microsoft.com/office/drawing/2014/main" id="{E3DDC037-1D07-CDAF-5B7B-D75F7AA38A36}"/>
                    </a:ext>
                  </a:extLst>
                </p:cNvPr>
                <p:cNvSpPr/>
                <p:nvPr/>
              </p:nvSpPr>
              <p:spPr>
                <a:xfrm>
                  <a:off x="-2513845" y="4712551"/>
                  <a:ext cx="12686" cy="44417"/>
                </a:xfrm>
                <a:custGeom>
                  <a:avLst/>
                  <a:gdLst>
                    <a:gd name="connsiteX0" fmla="*/ 272 w 12686"/>
                    <a:gd name="connsiteY0" fmla="*/ 264 h 44417"/>
                    <a:gd name="connsiteX1" fmla="*/ 272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72" y="264"/>
                      </a:moveTo>
                      <a:lnTo>
                        <a:pt x="272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97" name="Graphic 163">
                  <a:extLst>
                    <a:ext uri="{FF2B5EF4-FFF2-40B4-BE49-F238E27FC236}">
                      <a16:creationId xmlns:a16="http://schemas.microsoft.com/office/drawing/2014/main" id="{BF95A000-14D9-47C8-A16B-4425E7E9BC2F}"/>
                    </a:ext>
                  </a:extLst>
                </p:cNvPr>
                <p:cNvGrpSpPr/>
                <p:nvPr/>
              </p:nvGrpSpPr>
              <p:grpSpPr>
                <a:xfrm>
                  <a:off x="-2625127" y="4803628"/>
                  <a:ext cx="223926" cy="95994"/>
                  <a:chOff x="-2625127" y="480362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99" name="Freeform: Shape 198">
                    <a:extLst>
                      <a:ext uri="{FF2B5EF4-FFF2-40B4-BE49-F238E27FC236}">
                        <a16:creationId xmlns:a16="http://schemas.microsoft.com/office/drawing/2014/main" id="{CF49AA47-FFE3-4D4B-AF57-387CA1E95D77}"/>
                      </a:ext>
                    </a:extLst>
                  </p:cNvPr>
                  <p:cNvSpPr/>
                  <p:nvPr/>
                </p:nvSpPr>
                <p:spPr>
                  <a:xfrm flipV="1">
                    <a:off x="-2625127" y="4805293"/>
                    <a:ext cx="59843" cy="94328"/>
                  </a:xfrm>
                  <a:custGeom>
                    <a:avLst/>
                    <a:gdLst>
                      <a:gd name="connsiteX0" fmla="*/ 2167 w 59843"/>
                      <a:gd name="connsiteY0" fmla="*/ 92316 h 94328"/>
                      <a:gd name="connsiteX1" fmla="*/ 51286 w 59843"/>
                      <a:gd name="connsiteY1" fmla="*/ 92316 h 94328"/>
                      <a:gd name="connsiteX2" fmla="*/ 51286 w 59843"/>
                      <a:gd name="connsiteY2" fmla="*/ 81767 h 94328"/>
                      <a:gd name="connsiteX3" fmla="*/ 13624 w 59843"/>
                      <a:gd name="connsiteY3" fmla="*/ 81767 h 94328"/>
                      <a:gd name="connsiteX4" fmla="*/ 13624 w 59843"/>
                      <a:gd name="connsiteY4" fmla="*/ 59102 h 94328"/>
                      <a:gd name="connsiteX5" fmla="*/ 19055 w 59843"/>
                      <a:gd name="connsiteY5" fmla="*/ 60490 h 94328"/>
                      <a:gd name="connsiteX6" fmla="*/ 24526 w 59843"/>
                      <a:gd name="connsiteY6" fmla="*/ 60946 h 94328"/>
                      <a:gd name="connsiteX7" fmla="*/ 49047 w 59843"/>
                      <a:gd name="connsiteY7" fmla="*/ 52459 h 94328"/>
                      <a:gd name="connsiteX8" fmla="*/ 58105 w 59843"/>
                      <a:gd name="connsiteY8" fmla="*/ 29476 h 94328"/>
                      <a:gd name="connsiteX9" fmla="*/ 48809 w 59843"/>
                      <a:gd name="connsiteY9" fmla="*/ 6256 h 94328"/>
                      <a:gd name="connsiteX10" fmla="*/ 22604 w 59843"/>
                      <a:gd name="connsiteY10" fmla="*/ -2013 h 94328"/>
                      <a:gd name="connsiteX11" fmla="*/ 10730 w 59843"/>
                      <a:gd name="connsiteY11" fmla="*/ -1021 h 94328"/>
                      <a:gd name="connsiteX12" fmla="*/ -1738 w 59843"/>
                      <a:gd name="connsiteY12" fmla="*/ 1953 h 94328"/>
                      <a:gd name="connsiteX13" fmla="*/ -1738 w 59843"/>
                      <a:gd name="connsiteY13" fmla="*/ 14545 h 94328"/>
                      <a:gd name="connsiteX14" fmla="*/ 9779 w 59843"/>
                      <a:gd name="connsiteY14" fmla="*/ 10024 h 94328"/>
                      <a:gd name="connsiteX15" fmla="*/ 22346 w 59843"/>
                      <a:gd name="connsiteY15" fmla="*/ 8537 h 94328"/>
                      <a:gd name="connsiteX16" fmla="*/ 39314 w 59843"/>
                      <a:gd name="connsiteY16" fmla="*/ 14168 h 94328"/>
                      <a:gd name="connsiteX17" fmla="*/ 45578 w 59843"/>
                      <a:gd name="connsiteY17" fmla="*/ 29476 h 94328"/>
                      <a:gd name="connsiteX18" fmla="*/ 39314 w 59843"/>
                      <a:gd name="connsiteY18" fmla="*/ 44765 h 94328"/>
                      <a:gd name="connsiteX19" fmla="*/ 22346 w 59843"/>
                      <a:gd name="connsiteY19" fmla="*/ 50416 h 94328"/>
                      <a:gd name="connsiteX20" fmla="*/ 12336 w 59843"/>
                      <a:gd name="connsiteY20" fmla="*/ 49306 h 94328"/>
                      <a:gd name="connsiteX21" fmla="*/ 2167 w 59843"/>
                      <a:gd name="connsiteY21" fmla="*/ 45836 h 94328"/>
                      <a:gd name="connsiteX22" fmla="*/ 2167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67" y="92316"/>
                        </a:moveTo>
                        <a:lnTo>
                          <a:pt x="51286" y="92316"/>
                        </a:lnTo>
                        <a:lnTo>
                          <a:pt x="51286" y="81767"/>
                        </a:lnTo>
                        <a:lnTo>
                          <a:pt x="13624" y="81767"/>
                        </a:lnTo>
                        <a:lnTo>
                          <a:pt x="13624" y="59102"/>
                        </a:lnTo>
                        <a:cubicBezTo>
                          <a:pt x="15435" y="59723"/>
                          <a:pt x="17245" y="60186"/>
                          <a:pt x="19055" y="60490"/>
                        </a:cubicBezTo>
                        <a:cubicBezTo>
                          <a:pt x="20879" y="60794"/>
                          <a:pt x="22703" y="60946"/>
                          <a:pt x="24526" y="60946"/>
                        </a:cubicBezTo>
                        <a:cubicBezTo>
                          <a:pt x="34847" y="60946"/>
                          <a:pt x="43021" y="58117"/>
                          <a:pt x="49047" y="52459"/>
                        </a:cubicBezTo>
                        <a:cubicBezTo>
                          <a:pt x="55086" y="46801"/>
                          <a:pt x="58105" y="39140"/>
                          <a:pt x="58105" y="29476"/>
                        </a:cubicBezTo>
                        <a:cubicBezTo>
                          <a:pt x="58105" y="19522"/>
                          <a:pt x="55006" y="11782"/>
                          <a:pt x="48809" y="6256"/>
                        </a:cubicBezTo>
                        <a:cubicBezTo>
                          <a:pt x="42611" y="744"/>
                          <a:pt x="33876" y="-2013"/>
                          <a:pt x="22604" y="-2013"/>
                        </a:cubicBezTo>
                        <a:cubicBezTo>
                          <a:pt x="18718" y="-2013"/>
                          <a:pt x="14761" y="-1682"/>
                          <a:pt x="10730" y="-1021"/>
                        </a:cubicBezTo>
                        <a:cubicBezTo>
                          <a:pt x="6713" y="-360"/>
                          <a:pt x="2557" y="631"/>
                          <a:pt x="-1738" y="1953"/>
                        </a:cubicBezTo>
                        <a:lnTo>
                          <a:pt x="-1738" y="14545"/>
                        </a:lnTo>
                        <a:cubicBezTo>
                          <a:pt x="1975" y="12522"/>
                          <a:pt x="5814" y="11015"/>
                          <a:pt x="9779" y="10024"/>
                        </a:cubicBezTo>
                        <a:cubicBezTo>
                          <a:pt x="13743" y="9032"/>
                          <a:pt x="17932" y="8537"/>
                          <a:pt x="22346" y="8537"/>
                        </a:cubicBezTo>
                        <a:cubicBezTo>
                          <a:pt x="29495" y="8537"/>
                          <a:pt x="35151" y="10414"/>
                          <a:pt x="39314" y="14168"/>
                        </a:cubicBezTo>
                        <a:cubicBezTo>
                          <a:pt x="43490" y="17923"/>
                          <a:pt x="45578" y="23025"/>
                          <a:pt x="45578" y="29476"/>
                        </a:cubicBezTo>
                        <a:cubicBezTo>
                          <a:pt x="45578" y="35914"/>
                          <a:pt x="43490" y="41011"/>
                          <a:pt x="39314" y="44765"/>
                        </a:cubicBezTo>
                        <a:cubicBezTo>
                          <a:pt x="35151" y="48533"/>
                          <a:pt x="29495" y="50416"/>
                          <a:pt x="22346" y="50416"/>
                        </a:cubicBezTo>
                        <a:cubicBezTo>
                          <a:pt x="19003" y="50416"/>
                          <a:pt x="15666" y="50046"/>
                          <a:pt x="12336" y="49306"/>
                        </a:cubicBezTo>
                        <a:cubicBezTo>
                          <a:pt x="9019" y="48566"/>
                          <a:pt x="5629" y="47409"/>
                          <a:pt x="2167" y="45836"/>
                        </a:cubicBezTo>
                        <a:lnTo>
                          <a:pt x="2167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0" name="Freeform: Shape 199">
                    <a:extLst>
                      <a:ext uri="{FF2B5EF4-FFF2-40B4-BE49-F238E27FC236}">
                        <a16:creationId xmlns:a16="http://schemas.microsoft.com/office/drawing/2014/main" id="{DCB754FD-5987-1B7E-4826-F46DD8197183}"/>
                      </a:ext>
                    </a:extLst>
                  </p:cNvPr>
                  <p:cNvSpPr/>
                  <p:nvPr/>
                </p:nvSpPr>
                <p:spPr>
                  <a:xfrm flipV="1">
                    <a:off x="-2545345" y="4803628"/>
                    <a:ext cx="63867" cy="95994"/>
                  </a:xfrm>
                  <a:custGeom>
                    <a:avLst/>
                    <a:gdLst>
                      <a:gd name="connsiteX0" fmla="*/ 31238 w 63867"/>
                      <a:gd name="connsiteY0" fmla="*/ 50989 h 95994"/>
                      <a:gd name="connsiteX1" fmla="*/ 17878 w 63867"/>
                      <a:gd name="connsiteY1" fmla="*/ 45219 h 95994"/>
                      <a:gd name="connsiteX2" fmla="*/ 12962 w 63867"/>
                      <a:gd name="connsiteY2" fmla="*/ 29434 h 95994"/>
                      <a:gd name="connsiteX3" fmla="*/ 17878 w 63867"/>
                      <a:gd name="connsiteY3" fmla="*/ 13650 h 95994"/>
                      <a:gd name="connsiteX4" fmla="*/ 31238 w 63867"/>
                      <a:gd name="connsiteY4" fmla="*/ 7860 h 95994"/>
                      <a:gd name="connsiteX5" fmla="*/ 44578 w 63867"/>
                      <a:gd name="connsiteY5" fmla="*/ 13650 h 95994"/>
                      <a:gd name="connsiteX6" fmla="*/ 49494 w 63867"/>
                      <a:gd name="connsiteY6" fmla="*/ 29434 h 95994"/>
                      <a:gd name="connsiteX7" fmla="*/ 44578 w 63867"/>
                      <a:gd name="connsiteY7" fmla="*/ 45219 h 95994"/>
                      <a:gd name="connsiteX8" fmla="*/ 31238 w 63867"/>
                      <a:gd name="connsiteY8" fmla="*/ 50989 h 95994"/>
                      <a:gd name="connsiteX9" fmla="*/ 56075 w 63867"/>
                      <a:gd name="connsiteY9" fmla="*/ 90231 h 95994"/>
                      <a:gd name="connsiteX10" fmla="*/ 56075 w 63867"/>
                      <a:gd name="connsiteY10" fmla="*/ 78829 h 95994"/>
                      <a:gd name="connsiteX11" fmla="*/ 46560 w 63867"/>
                      <a:gd name="connsiteY11" fmla="*/ 82220 h 95994"/>
                      <a:gd name="connsiteX12" fmla="*/ 37046 w 63867"/>
                      <a:gd name="connsiteY12" fmla="*/ 83410 h 95994"/>
                      <a:gd name="connsiteX13" fmla="*/ 18115 w 63867"/>
                      <a:gd name="connsiteY13" fmla="*/ 75042 h 95994"/>
                      <a:gd name="connsiteX14" fmla="*/ 10662 w 63867"/>
                      <a:gd name="connsiteY14" fmla="*/ 49760 h 95994"/>
                      <a:gd name="connsiteX15" fmla="*/ 19820 w 63867"/>
                      <a:gd name="connsiteY15" fmla="*/ 58028 h 95994"/>
                      <a:gd name="connsiteX16" fmla="*/ 31971 w 63867"/>
                      <a:gd name="connsiteY16" fmla="*/ 60904 h 95994"/>
                      <a:gd name="connsiteX17" fmla="*/ 53994 w 63867"/>
                      <a:gd name="connsiteY17" fmla="*/ 52436 h 95994"/>
                      <a:gd name="connsiteX18" fmla="*/ 62081 w 63867"/>
                      <a:gd name="connsiteY18" fmla="*/ 29434 h 95994"/>
                      <a:gd name="connsiteX19" fmla="*/ 53657 w 63867"/>
                      <a:gd name="connsiteY19" fmla="*/ 6551 h 95994"/>
                      <a:gd name="connsiteX20" fmla="*/ 31238 w 63867"/>
                      <a:gd name="connsiteY20" fmla="*/ -2055 h 95994"/>
                      <a:gd name="connsiteX21" fmla="*/ 6698 w 63867"/>
                      <a:gd name="connsiteY21" fmla="*/ 10240 h 95994"/>
                      <a:gd name="connsiteX22" fmla="*/ -1786 w 63867"/>
                      <a:gd name="connsiteY22" fmla="*/ 45913 h 95994"/>
                      <a:gd name="connsiteX23" fmla="*/ 8621 w 63867"/>
                      <a:gd name="connsiteY23" fmla="*/ 80892 h 95994"/>
                      <a:gd name="connsiteX24" fmla="*/ 36550 w 63867"/>
                      <a:gd name="connsiteY24" fmla="*/ 93939 h 95994"/>
                      <a:gd name="connsiteX25" fmla="*/ 46065 w 63867"/>
                      <a:gd name="connsiteY25" fmla="*/ 93007 h 95994"/>
                      <a:gd name="connsiteX26" fmla="*/ 56075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238" y="50989"/>
                        </a:moveTo>
                        <a:cubicBezTo>
                          <a:pt x="25621" y="50989"/>
                          <a:pt x="21168" y="49065"/>
                          <a:pt x="17878" y="45219"/>
                        </a:cubicBezTo>
                        <a:cubicBezTo>
                          <a:pt x="14600" y="41385"/>
                          <a:pt x="12962" y="36123"/>
                          <a:pt x="12962" y="29434"/>
                        </a:cubicBezTo>
                        <a:cubicBezTo>
                          <a:pt x="12962" y="22785"/>
                          <a:pt x="14600" y="17524"/>
                          <a:pt x="17878" y="13650"/>
                        </a:cubicBezTo>
                        <a:cubicBezTo>
                          <a:pt x="21168" y="9790"/>
                          <a:pt x="25621" y="7860"/>
                          <a:pt x="31238" y="7860"/>
                        </a:cubicBezTo>
                        <a:cubicBezTo>
                          <a:pt x="36854" y="7860"/>
                          <a:pt x="41301" y="9790"/>
                          <a:pt x="44578" y="13650"/>
                        </a:cubicBezTo>
                        <a:cubicBezTo>
                          <a:pt x="47855" y="17524"/>
                          <a:pt x="49494" y="22785"/>
                          <a:pt x="49494" y="29434"/>
                        </a:cubicBezTo>
                        <a:cubicBezTo>
                          <a:pt x="49494" y="36123"/>
                          <a:pt x="47855" y="41385"/>
                          <a:pt x="44578" y="45219"/>
                        </a:cubicBezTo>
                        <a:cubicBezTo>
                          <a:pt x="41301" y="49065"/>
                          <a:pt x="36854" y="50989"/>
                          <a:pt x="31238" y="50989"/>
                        </a:cubicBezTo>
                        <a:close/>
                        <a:moveTo>
                          <a:pt x="56075" y="90231"/>
                        </a:moveTo>
                        <a:lnTo>
                          <a:pt x="56075" y="78829"/>
                        </a:lnTo>
                        <a:cubicBezTo>
                          <a:pt x="52930" y="80310"/>
                          <a:pt x="49758" y="81440"/>
                          <a:pt x="46560" y="82220"/>
                        </a:cubicBezTo>
                        <a:cubicBezTo>
                          <a:pt x="43362" y="83013"/>
                          <a:pt x="40191" y="83410"/>
                          <a:pt x="37046" y="83410"/>
                        </a:cubicBezTo>
                        <a:cubicBezTo>
                          <a:pt x="28786" y="83410"/>
                          <a:pt x="22476" y="80621"/>
                          <a:pt x="18115" y="75042"/>
                        </a:cubicBezTo>
                        <a:cubicBezTo>
                          <a:pt x="13768" y="69463"/>
                          <a:pt x="11283" y="61036"/>
                          <a:pt x="10662" y="49760"/>
                        </a:cubicBezTo>
                        <a:cubicBezTo>
                          <a:pt x="13094" y="53355"/>
                          <a:pt x="16146" y="56112"/>
                          <a:pt x="19820" y="58028"/>
                        </a:cubicBezTo>
                        <a:cubicBezTo>
                          <a:pt x="23507" y="59945"/>
                          <a:pt x="27557" y="60904"/>
                          <a:pt x="31971" y="60904"/>
                        </a:cubicBezTo>
                        <a:cubicBezTo>
                          <a:pt x="41261" y="60904"/>
                          <a:pt x="48602" y="58081"/>
                          <a:pt x="53994" y="52436"/>
                        </a:cubicBezTo>
                        <a:cubicBezTo>
                          <a:pt x="59385" y="46805"/>
                          <a:pt x="62081" y="39138"/>
                          <a:pt x="62081" y="29434"/>
                        </a:cubicBezTo>
                        <a:cubicBezTo>
                          <a:pt x="62081" y="19929"/>
                          <a:pt x="59273" y="12302"/>
                          <a:pt x="53657" y="6551"/>
                        </a:cubicBezTo>
                        <a:cubicBezTo>
                          <a:pt x="48040" y="814"/>
                          <a:pt x="40567" y="-2055"/>
                          <a:pt x="31238" y="-2055"/>
                        </a:cubicBezTo>
                        <a:cubicBezTo>
                          <a:pt x="20534" y="-2055"/>
                          <a:pt x="12354" y="2043"/>
                          <a:pt x="6698" y="10240"/>
                        </a:cubicBezTo>
                        <a:cubicBezTo>
                          <a:pt x="1042" y="18449"/>
                          <a:pt x="-1786" y="30340"/>
                          <a:pt x="-1786" y="45913"/>
                        </a:cubicBezTo>
                        <a:cubicBezTo>
                          <a:pt x="-1786" y="60534"/>
                          <a:pt x="1683" y="72193"/>
                          <a:pt x="8621" y="80892"/>
                        </a:cubicBezTo>
                        <a:cubicBezTo>
                          <a:pt x="15558" y="89590"/>
                          <a:pt x="24868" y="93939"/>
                          <a:pt x="36550" y="93939"/>
                        </a:cubicBezTo>
                        <a:cubicBezTo>
                          <a:pt x="39695" y="93939"/>
                          <a:pt x="42867" y="93629"/>
                          <a:pt x="46065" y="93007"/>
                        </a:cubicBezTo>
                        <a:cubicBezTo>
                          <a:pt x="49263" y="92386"/>
                          <a:pt x="52599" y="91461"/>
                          <a:pt x="56075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1" name="Freeform: Shape 200">
                    <a:extLst>
                      <a:ext uri="{FF2B5EF4-FFF2-40B4-BE49-F238E27FC236}">
                        <a16:creationId xmlns:a16="http://schemas.microsoft.com/office/drawing/2014/main" id="{37947101-AD73-90F1-7C24-9DA2018CB3C3}"/>
                      </a:ext>
                    </a:extLst>
                  </p:cNvPr>
                  <p:cNvSpPr/>
                  <p:nvPr/>
                </p:nvSpPr>
                <p:spPr>
                  <a:xfrm flipV="1">
                    <a:off x="-2465127" y="4803628"/>
                    <a:ext cx="63926" cy="95994"/>
                  </a:xfrm>
                  <a:custGeom>
                    <a:avLst/>
                    <a:gdLst>
                      <a:gd name="connsiteX0" fmla="*/ 30197 w 63926"/>
                      <a:gd name="connsiteY0" fmla="*/ 84025 h 95994"/>
                      <a:gd name="connsiteX1" fmla="*/ 15667 w 63926"/>
                      <a:gd name="connsiteY1" fmla="*/ 74507 h 95994"/>
                      <a:gd name="connsiteX2" fmla="*/ 10811 w 63926"/>
                      <a:gd name="connsiteY2" fmla="*/ 45913 h 95994"/>
                      <a:gd name="connsiteX3" fmla="*/ 15667 w 63926"/>
                      <a:gd name="connsiteY3" fmla="*/ 17378 h 95994"/>
                      <a:gd name="connsiteX4" fmla="*/ 30197 w 63926"/>
                      <a:gd name="connsiteY4" fmla="*/ 7860 h 95994"/>
                      <a:gd name="connsiteX5" fmla="*/ 44786 w 63926"/>
                      <a:gd name="connsiteY5" fmla="*/ 17378 h 95994"/>
                      <a:gd name="connsiteX6" fmla="*/ 49663 w 63926"/>
                      <a:gd name="connsiteY6" fmla="*/ 45913 h 95994"/>
                      <a:gd name="connsiteX7" fmla="*/ 44786 w 63926"/>
                      <a:gd name="connsiteY7" fmla="*/ 74507 h 95994"/>
                      <a:gd name="connsiteX8" fmla="*/ 30197 w 63926"/>
                      <a:gd name="connsiteY8" fmla="*/ 84025 h 95994"/>
                      <a:gd name="connsiteX9" fmla="*/ 30197 w 63926"/>
                      <a:gd name="connsiteY9" fmla="*/ 93939 h 95994"/>
                      <a:gd name="connsiteX10" fmla="*/ 53964 w 63926"/>
                      <a:gd name="connsiteY10" fmla="*/ 81625 h 95994"/>
                      <a:gd name="connsiteX11" fmla="*/ 62170 w 63926"/>
                      <a:gd name="connsiteY11" fmla="*/ 45913 h 95994"/>
                      <a:gd name="connsiteX12" fmla="*/ 53964 w 63926"/>
                      <a:gd name="connsiteY12" fmla="*/ 10240 h 95994"/>
                      <a:gd name="connsiteX13" fmla="*/ 30197 w 63926"/>
                      <a:gd name="connsiteY13" fmla="*/ -2055 h 95994"/>
                      <a:gd name="connsiteX14" fmla="*/ 6450 w 63926"/>
                      <a:gd name="connsiteY14" fmla="*/ 10240 h 95994"/>
                      <a:gd name="connsiteX15" fmla="*/ -1756 w 63926"/>
                      <a:gd name="connsiteY15" fmla="*/ 45913 h 95994"/>
                      <a:gd name="connsiteX16" fmla="*/ 6450 w 63926"/>
                      <a:gd name="connsiteY16" fmla="*/ 81625 h 95994"/>
                      <a:gd name="connsiteX17" fmla="*/ 3019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97" y="84025"/>
                        </a:moveTo>
                        <a:cubicBezTo>
                          <a:pt x="23762" y="84025"/>
                          <a:pt x="18918" y="80852"/>
                          <a:pt x="15667" y="74507"/>
                        </a:cubicBezTo>
                        <a:cubicBezTo>
                          <a:pt x="12430" y="68174"/>
                          <a:pt x="10811" y="58643"/>
                          <a:pt x="10811" y="45913"/>
                        </a:cubicBezTo>
                        <a:cubicBezTo>
                          <a:pt x="10811" y="33235"/>
                          <a:pt x="12430" y="23724"/>
                          <a:pt x="15667" y="17378"/>
                        </a:cubicBezTo>
                        <a:cubicBezTo>
                          <a:pt x="18918" y="11033"/>
                          <a:pt x="23762" y="7860"/>
                          <a:pt x="30197" y="7860"/>
                        </a:cubicBezTo>
                        <a:cubicBezTo>
                          <a:pt x="36686" y="7860"/>
                          <a:pt x="41549" y="11033"/>
                          <a:pt x="44786" y="17378"/>
                        </a:cubicBezTo>
                        <a:cubicBezTo>
                          <a:pt x="48037" y="23724"/>
                          <a:pt x="49663" y="33235"/>
                          <a:pt x="49663" y="45913"/>
                        </a:cubicBezTo>
                        <a:cubicBezTo>
                          <a:pt x="49663" y="58643"/>
                          <a:pt x="48037" y="68174"/>
                          <a:pt x="44786" y="74507"/>
                        </a:cubicBezTo>
                        <a:cubicBezTo>
                          <a:pt x="41549" y="80852"/>
                          <a:pt x="36686" y="84025"/>
                          <a:pt x="30197" y="84025"/>
                        </a:cubicBezTo>
                        <a:close/>
                        <a:moveTo>
                          <a:pt x="30197" y="93939"/>
                        </a:moveTo>
                        <a:cubicBezTo>
                          <a:pt x="40571" y="93939"/>
                          <a:pt x="48493" y="89835"/>
                          <a:pt x="53964" y="81625"/>
                        </a:cubicBezTo>
                        <a:cubicBezTo>
                          <a:pt x="59435" y="73429"/>
                          <a:pt x="62170" y="61525"/>
                          <a:pt x="62170" y="45913"/>
                        </a:cubicBezTo>
                        <a:cubicBezTo>
                          <a:pt x="62170" y="30340"/>
                          <a:pt x="59435" y="18449"/>
                          <a:pt x="53964" y="10240"/>
                        </a:cubicBezTo>
                        <a:cubicBezTo>
                          <a:pt x="48493" y="2043"/>
                          <a:pt x="40571" y="-2055"/>
                          <a:pt x="30197" y="-2055"/>
                        </a:cubicBezTo>
                        <a:cubicBezTo>
                          <a:pt x="19837" y="-2055"/>
                          <a:pt x="11921" y="2043"/>
                          <a:pt x="6450" y="10240"/>
                        </a:cubicBezTo>
                        <a:cubicBezTo>
                          <a:pt x="979" y="18449"/>
                          <a:pt x="-1756" y="30340"/>
                          <a:pt x="-1756" y="45913"/>
                        </a:cubicBezTo>
                        <a:cubicBezTo>
                          <a:pt x="-1756" y="61525"/>
                          <a:pt x="979" y="73429"/>
                          <a:pt x="6450" y="81625"/>
                        </a:cubicBezTo>
                        <a:cubicBezTo>
                          <a:pt x="11921" y="89835"/>
                          <a:pt x="19837" y="93939"/>
                          <a:pt x="3019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02" name="Graphic 163">
                <a:extLst>
                  <a:ext uri="{FF2B5EF4-FFF2-40B4-BE49-F238E27FC236}">
                    <a16:creationId xmlns:a16="http://schemas.microsoft.com/office/drawing/2014/main" id="{8AA1CB96-6C35-AFCF-A04F-E14D7BACCA2A}"/>
                  </a:ext>
                </a:extLst>
              </p:cNvPr>
              <p:cNvGrpSpPr/>
              <p:nvPr/>
            </p:nvGrpSpPr>
            <p:grpSpPr>
              <a:xfrm>
                <a:off x="-1719026" y="4712551"/>
                <a:ext cx="223926" cy="187070"/>
                <a:chOff x="-1719026" y="4712551"/>
                <a:chExt cx="223926" cy="187070"/>
              </a:xfrm>
              <a:solidFill>
                <a:srgbClr val="000000"/>
              </a:solidFill>
            </p:grpSpPr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E266B889-FF0E-7277-1886-2FE0D695D2A0}"/>
                    </a:ext>
                  </a:extLst>
                </p:cNvPr>
                <p:cNvSpPr/>
                <p:nvPr/>
              </p:nvSpPr>
              <p:spPr>
                <a:xfrm>
                  <a:off x="-1607744" y="4712551"/>
                  <a:ext cx="12686" cy="44417"/>
                </a:xfrm>
                <a:custGeom>
                  <a:avLst/>
                  <a:gdLst>
                    <a:gd name="connsiteX0" fmla="*/ 343 w 12686"/>
                    <a:gd name="connsiteY0" fmla="*/ 264 h 44417"/>
                    <a:gd name="connsiteX1" fmla="*/ 343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43" y="264"/>
                      </a:moveTo>
                      <a:lnTo>
                        <a:pt x="343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05" name="Graphic 163">
                  <a:extLst>
                    <a:ext uri="{FF2B5EF4-FFF2-40B4-BE49-F238E27FC236}">
                      <a16:creationId xmlns:a16="http://schemas.microsoft.com/office/drawing/2014/main" id="{0C19D2E6-BCF1-1378-67C4-CA450F1C8D55}"/>
                    </a:ext>
                  </a:extLst>
                </p:cNvPr>
                <p:cNvGrpSpPr/>
                <p:nvPr/>
              </p:nvGrpSpPr>
              <p:grpSpPr>
                <a:xfrm>
                  <a:off x="-1719026" y="4803628"/>
                  <a:ext cx="223926" cy="95994"/>
                  <a:chOff x="-1719026" y="480362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10" name="Freeform: Shape 209">
                    <a:extLst>
                      <a:ext uri="{FF2B5EF4-FFF2-40B4-BE49-F238E27FC236}">
                        <a16:creationId xmlns:a16="http://schemas.microsoft.com/office/drawing/2014/main" id="{AF557FE9-CCDC-3226-7FD9-78B4B3AD1D7F}"/>
                      </a:ext>
                    </a:extLst>
                  </p:cNvPr>
                  <p:cNvSpPr/>
                  <p:nvPr/>
                </p:nvSpPr>
                <p:spPr>
                  <a:xfrm flipV="1">
                    <a:off x="-1719026" y="4805293"/>
                    <a:ext cx="59843" cy="94328"/>
                  </a:xfrm>
                  <a:custGeom>
                    <a:avLst/>
                    <a:gdLst>
                      <a:gd name="connsiteX0" fmla="*/ 2238 w 59843"/>
                      <a:gd name="connsiteY0" fmla="*/ 92316 h 94328"/>
                      <a:gd name="connsiteX1" fmla="*/ 51358 w 59843"/>
                      <a:gd name="connsiteY1" fmla="*/ 92316 h 94328"/>
                      <a:gd name="connsiteX2" fmla="*/ 51358 w 59843"/>
                      <a:gd name="connsiteY2" fmla="*/ 81767 h 94328"/>
                      <a:gd name="connsiteX3" fmla="*/ 13696 w 59843"/>
                      <a:gd name="connsiteY3" fmla="*/ 81767 h 94328"/>
                      <a:gd name="connsiteX4" fmla="*/ 13696 w 59843"/>
                      <a:gd name="connsiteY4" fmla="*/ 59102 h 94328"/>
                      <a:gd name="connsiteX5" fmla="*/ 19127 w 59843"/>
                      <a:gd name="connsiteY5" fmla="*/ 60490 h 94328"/>
                      <a:gd name="connsiteX6" fmla="*/ 24598 w 59843"/>
                      <a:gd name="connsiteY6" fmla="*/ 60946 h 94328"/>
                      <a:gd name="connsiteX7" fmla="*/ 49118 w 59843"/>
                      <a:gd name="connsiteY7" fmla="*/ 52459 h 94328"/>
                      <a:gd name="connsiteX8" fmla="*/ 58177 w 59843"/>
                      <a:gd name="connsiteY8" fmla="*/ 29476 h 94328"/>
                      <a:gd name="connsiteX9" fmla="*/ 48880 w 59843"/>
                      <a:gd name="connsiteY9" fmla="*/ 6256 h 94328"/>
                      <a:gd name="connsiteX10" fmla="*/ 22675 w 59843"/>
                      <a:gd name="connsiteY10" fmla="*/ -2013 h 94328"/>
                      <a:gd name="connsiteX11" fmla="*/ 10802 w 59843"/>
                      <a:gd name="connsiteY11" fmla="*/ -1021 h 94328"/>
                      <a:gd name="connsiteX12" fmla="*/ -1667 w 59843"/>
                      <a:gd name="connsiteY12" fmla="*/ 1953 h 94328"/>
                      <a:gd name="connsiteX13" fmla="*/ -1667 w 59843"/>
                      <a:gd name="connsiteY13" fmla="*/ 14545 h 94328"/>
                      <a:gd name="connsiteX14" fmla="*/ 9850 w 59843"/>
                      <a:gd name="connsiteY14" fmla="*/ 10024 h 94328"/>
                      <a:gd name="connsiteX15" fmla="*/ 22417 w 59843"/>
                      <a:gd name="connsiteY15" fmla="*/ 8537 h 94328"/>
                      <a:gd name="connsiteX16" fmla="*/ 39385 w 59843"/>
                      <a:gd name="connsiteY16" fmla="*/ 14168 h 94328"/>
                      <a:gd name="connsiteX17" fmla="*/ 45649 w 59843"/>
                      <a:gd name="connsiteY17" fmla="*/ 29476 h 94328"/>
                      <a:gd name="connsiteX18" fmla="*/ 39385 w 59843"/>
                      <a:gd name="connsiteY18" fmla="*/ 44765 h 94328"/>
                      <a:gd name="connsiteX19" fmla="*/ 22417 w 59843"/>
                      <a:gd name="connsiteY19" fmla="*/ 50416 h 94328"/>
                      <a:gd name="connsiteX20" fmla="*/ 12407 w 59843"/>
                      <a:gd name="connsiteY20" fmla="*/ 49306 h 94328"/>
                      <a:gd name="connsiteX21" fmla="*/ 2238 w 59843"/>
                      <a:gd name="connsiteY21" fmla="*/ 45836 h 94328"/>
                      <a:gd name="connsiteX22" fmla="*/ 2238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38" y="92316"/>
                        </a:moveTo>
                        <a:lnTo>
                          <a:pt x="51358" y="92316"/>
                        </a:lnTo>
                        <a:lnTo>
                          <a:pt x="51358" y="81767"/>
                        </a:lnTo>
                        <a:lnTo>
                          <a:pt x="13696" y="81767"/>
                        </a:lnTo>
                        <a:lnTo>
                          <a:pt x="13696" y="59102"/>
                        </a:lnTo>
                        <a:cubicBezTo>
                          <a:pt x="15506" y="59723"/>
                          <a:pt x="17316" y="60186"/>
                          <a:pt x="19127" y="60490"/>
                        </a:cubicBezTo>
                        <a:cubicBezTo>
                          <a:pt x="20951" y="60794"/>
                          <a:pt x="22774" y="60946"/>
                          <a:pt x="24598" y="60946"/>
                        </a:cubicBezTo>
                        <a:cubicBezTo>
                          <a:pt x="34919" y="60946"/>
                          <a:pt x="43092" y="58117"/>
                          <a:pt x="49118" y="52459"/>
                        </a:cubicBezTo>
                        <a:cubicBezTo>
                          <a:pt x="55157" y="46801"/>
                          <a:pt x="58177" y="39140"/>
                          <a:pt x="58177" y="29476"/>
                        </a:cubicBezTo>
                        <a:cubicBezTo>
                          <a:pt x="58177" y="19522"/>
                          <a:pt x="55078" y="11782"/>
                          <a:pt x="48880" y="6256"/>
                        </a:cubicBezTo>
                        <a:cubicBezTo>
                          <a:pt x="42682" y="744"/>
                          <a:pt x="33947" y="-2013"/>
                          <a:pt x="22675" y="-2013"/>
                        </a:cubicBezTo>
                        <a:cubicBezTo>
                          <a:pt x="18790" y="-2013"/>
                          <a:pt x="14832" y="-1682"/>
                          <a:pt x="10802" y="-1021"/>
                        </a:cubicBezTo>
                        <a:cubicBezTo>
                          <a:pt x="6784" y="-360"/>
                          <a:pt x="2628" y="631"/>
                          <a:pt x="-1667" y="1953"/>
                        </a:cubicBezTo>
                        <a:lnTo>
                          <a:pt x="-1667" y="14545"/>
                        </a:lnTo>
                        <a:cubicBezTo>
                          <a:pt x="2047" y="12522"/>
                          <a:pt x="5886" y="11015"/>
                          <a:pt x="9850" y="10024"/>
                        </a:cubicBezTo>
                        <a:cubicBezTo>
                          <a:pt x="13815" y="9032"/>
                          <a:pt x="18004" y="8537"/>
                          <a:pt x="22417" y="8537"/>
                        </a:cubicBezTo>
                        <a:cubicBezTo>
                          <a:pt x="29567" y="8537"/>
                          <a:pt x="35223" y="10414"/>
                          <a:pt x="39385" y="14168"/>
                        </a:cubicBezTo>
                        <a:cubicBezTo>
                          <a:pt x="43561" y="17923"/>
                          <a:pt x="45649" y="23025"/>
                          <a:pt x="45649" y="29476"/>
                        </a:cubicBezTo>
                        <a:cubicBezTo>
                          <a:pt x="45649" y="35914"/>
                          <a:pt x="43561" y="41011"/>
                          <a:pt x="39385" y="44765"/>
                        </a:cubicBezTo>
                        <a:cubicBezTo>
                          <a:pt x="35223" y="48533"/>
                          <a:pt x="29567" y="50416"/>
                          <a:pt x="22417" y="50416"/>
                        </a:cubicBezTo>
                        <a:cubicBezTo>
                          <a:pt x="19074" y="50416"/>
                          <a:pt x="15737" y="50046"/>
                          <a:pt x="12407" y="49306"/>
                        </a:cubicBezTo>
                        <a:cubicBezTo>
                          <a:pt x="9090" y="48566"/>
                          <a:pt x="5701" y="47409"/>
                          <a:pt x="2238" y="45836"/>
                        </a:cubicBezTo>
                        <a:lnTo>
                          <a:pt x="2238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12" name="Freeform: Shape 211">
                    <a:extLst>
                      <a:ext uri="{FF2B5EF4-FFF2-40B4-BE49-F238E27FC236}">
                        <a16:creationId xmlns:a16="http://schemas.microsoft.com/office/drawing/2014/main" id="{A89EF7E9-86F9-41BB-CEAB-946B6C917F8B}"/>
                      </a:ext>
                    </a:extLst>
                  </p:cNvPr>
                  <p:cNvSpPr/>
                  <p:nvPr/>
                </p:nvSpPr>
                <p:spPr>
                  <a:xfrm flipV="1">
                    <a:off x="-1639502" y="4803628"/>
                    <a:ext cx="63431" cy="95994"/>
                  </a:xfrm>
                  <a:custGeom>
                    <a:avLst/>
                    <a:gdLst>
                      <a:gd name="connsiteX0" fmla="*/ 30025 w 63431"/>
                      <a:gd name="connsiteY0" fmla="*/ 43692 h 95994"/>
                      <a:gd name="connsiteX1" fmla="*/ 15991 w 63431"/>
                      <a:gd name="connsiteY1" fmla="*/ 38913 h 95994"/>
                      <a:gd name="connsiteX2" fmla="*/ 10896 w 63431"/>
                      <a:gd name="connsiteY2" fmla="*/ 25786 h 95994"/>
                      <a:gd name="connsiteX3" fmla="*/ 15991 w 63431"/>
                      <a:gd name="connsiteY3" fmla="*/ 12639 h 95994"/>
                      <a:gd name="connsiteX4" fmla="*/ 30025 w 63431"/>
                      <a:gd name="connsiteY4" fmla="*/ 7860 h 95994"/>
                      <a:gd name="connsiteX5" fmla="*/ 44079 w 63431"/>
                      <a:gd name="connsiteY5" fmla="*/ 12659 h 95994"/>
                      <a:gd name="connsiteX6" fmla="*/ 49233 w 63431"/>
                      <a:gd name="connsiteY6" fmla="*/ 25786 h 95994"/>
                      <a:gd name="connsiteX7" fmla="*/ 44118 w 63431"/>
                      <a:gd name="connsiteY7" fmla="*/ 38913 h 95994"/>
                      <a:gd name="connsiteX8" fmla="*/ 30025 w 63431"/>
                      <a:gd name="connsiteY8" fmla="*/ 43692 h 95994"/>
                      <a:gd name="connsiteX9" fmla="*/ 17517 w 63431"/>
                      <a:gd name="connsiteY9" fmla="*/ 49006 h 95994"/>
                      <a:gd name="connsiteX10" fmla="*/ 4970 w 63431"/>
                      <a:gd name="connsiteY10" fmla="*/ 56502 h 95994"/>
                      <a:gd name="connsiteX11" fmla="*/ 490 w 63431"/>
                      <a:gd name="connsiteY11" fmla="*/ 69966 h 95994"/>
                      <a:gd name="connsiteX12" fmla="*/ 8379 w 63431"/>
                      <a:gd name="connsiteY12" fmla="*/ 87495 h 95994"/>
                      <a:gd name="connsiteX13" fmla="*/ 30025 w 63431"/>
                      <a:gd name="connsiteY13" fmla="*/ 93939 h 95994"/>
                      <a:gd name="connsiteX14" fmla="*/ 51710 w 63431"/>
                      <a:gd name="connsiteY14" fmla="*/ 87495 h 95994"/>
                      <a:gd name="connsiteX15" fmla="*/ 59580 w 63431"/>
                      <a:gd name="connsiteY15" fmla="*/ 69966 h 95994"/>
                      <a:gd name="connsiteX16" fmla="*/ 55080 w 63431"/>
                      <a:gd name="connsiteY16" fmla="*/ 56502 h 95994"/>
                      <a:gd name="connsiteX17" fmla="*/ 42612 w 63431"/>
                      <a:gd name="connsiteY17" fmla="*/ 49006 h 95994"/>
                      <a:gd name="connsiteX18" fmla="*/ 56686 w 63431"/>
                      <a:gd name="connsiteY18" fmla="*/ 40757 h 95994"/>
                      <a:gd name="connsiteX19" fmla="*/ 61740 w 63431"/>
                      <a:gd name="connsiteY19" fmla="*/ 25786 h 95994"/>
                      <a:gd name="connsiteX20" fmla="*/ 53534 w 63431"/>
                      <a:gd name="connsiteY20" fmla="*/ 5124 h 95994"/>
                      <a:gd name="connsiteX21" fmla="*/ 30025 w 63431"/>
                      <a:gd name="connsiteY21" fmla="*/ -2055 h 95994"/>
                      <a:gd name="connsiteX22" fmla="*/ 6516 w 63431"/>
                      <a:gd name="connsiteY22" fmla="*/ 5124 h 95994"/>
                      <a:gd name="connsiteX23" fmla="*/ -1691 w 63431"/>
                      <a:gd name="connsiteY23" fmla="*/ 25786 h 95994"/>
                      <a:gd name="connsiteX24" fmla="*/ 3384 w 63431"/>
                      <a:gd name="connsiteY24" fmla="*/ 40757 h 95994"/>
                      <a:gd name="connsiteX25" fmla="*/ 17517 w 63431"/>
                      <a:gd name="connsiteY25" fmla="*/ 49006 h 95994"/>
                      <a:gd name="connsiteX26" fmla="*/ 12938 w 63431"/>
                      <a:gd name="connsiteY26" fmla="*/ 68776 h 95994"/>
                      <a:gd name="connsiteX27" fmla="*/ 17418 w 63431"/>
                      <a:gd name="connsiteY27" fmla="*/ 57572 h 95994"/>
                      <a:gd name="connsiteX28" fmla="*/ 30025 w 63431"/>
                      <a:gd name="connsiteY28" fmla="*/ 53547 h 95994"/>
                      <a:gd name="connsiteX29" fmla="*/ 42632 w 63431"/>
                      <a:gd name="connsiteY29" fmla="*/ 57572 h 95994"/>
                      <a:gd name="connsiteX30" fmla="*/ 47191 w 63431"/>
                      <a:gd name="connsiteY30" fmla="*/ 68776 h 95994"/>
                      <a:gd name="connsiteX31" fmla="*/ 42632 w 63431"/>
                      <a:gd name="connsiteY31" fmla="*/ 79999 h 95994"/>
                      <a:gd name="connsiteX32" fmla="*/ 30025 w 63431"/>
                      <a:gd name="connsiteY32" fmla="*/ 84025 h 95994"/>
                      <a:gd name="connsiteX33" fmla="*/ 17418 w 63431"/>
                      <a:gd name="connsiteY33" fmla="*/ 79999 h 95994"/>
                      <a:gd name="connsiteX34" fmla="*/ 12938 w 63431"/>
                      <a:gd name="connsiteY34" fmla="*/ 6877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30025" y="43692"/>
                        </a:moveTo>
                        <a:cubicBezTo>
                          <a:pt x="24078" y="43692"/>
                          <a:pt x="19400" y="42099"/>
                          <a:pt x="15991" y="38913"/>
                        </a:cubicBezTo>
                        <a:cubicBezTo>
                          <a:pt x="12595" y="35727"/>
                          <a:pt x="10896" y="31351"/>
                          <a:pt x="10896" y="25786"/>
                        </a:cubicBezTo>
                        <a:cubicBezTo>
                          <a:pt x="10896" y="20207"/>
                          <a:pt x="12595" y="15825"/>
                          <a:pt x="15991" y="12639"/>
                        </a:cubicBezTo>
                        <a:cubicBezTo>
                          <a:pt x="19400" y="9453"/>
                          <a:pt x="24078" y="7860"/>
                          <a:pt x="30025" y="7860"/>
                        </a:cubicBezTo>
                        <a:cubicBezTo>
                          <a:pt x="35972" y="7860"/>
                          <a:pt x="40656" y="9460"/>
                          <a:pt x="44079" y="12659"/>
                        </a:cubicBezTo>
                        <a:cubicBezTo>
                          <a:pt x="47515" y="15871"/>
                          <a:pt x="49233" y="20247"/>
                          <a:pt x="49233" y="25786"/>
                        </a:cubicBezTo>
                        <a:cubicBezTo>
                          <a:pt x="49233" y="31351"/>
                          <a:pt x="47528" y="35727"/>
                          <a:pt x="44118" y="38913"/>
                        </a:cubicBezTo>
                        <a:cubicBezTo>
                          <a:pt x="40722" y="42099"/>
                          <a:pt x="36024" y="43692"/>
                          <a:pt x="30025" y="43692"/>
                        </a:cubicBezTo>
                        <a:close/>
                        <a:moveTo>
                          <a:pt x="17517" y="49006"/>
                        </a:moveTo>
                        <a:cubicBezTo>
                          <a:pt x="12152" y="50328"/>
                          <a:pt x="7969" y="52826"/>
                          <a:pt x="4970" y="56502"/>
                        </a:cubicBezTo>
                        <a:cubicBezTo>
                          <a:pt x="1983" y="60190"/>
                          <a:pt x="490" y="64678"/>
                          <a:pt x="490" y="69966"/>
                        </a:cubicBezTo>
                        <a:cubicBezTo>
                          <a:pt x="490" y="77355"/>
                          <a:pt x="3119" y="83199"/>
                          <a:pt x="8379" y="87495"/>
                        </a:cubicBezTo>
                        <a:cubicBezTo>
                          <a:pt x="13652" y="91791"/>
                          <a:pt x="20867" y="93939"/>
                          <a:pt x="30025" y="93939"/>
                        </a:cubicBezTo>
                        <a:cubicBezTo>
                          <a:pt x="39236" y="93939"/>
                          <a:pt x="46464" y="91791"/>
                          <a:pt x="51710" y="87495"/>
                        </a:cubicBezTo>
                        <a:cubicBezTo>
                          <a:pt x="56957" y="83199"/>
                          <a:pt x="59580" y="77355"/>
                          <a:pt x="59580" y="69966"/>
                        </a:cubicBezTo>
                        <a:cubicBezTo>
                          <a:pt x="59580" y="64678"/>
                          <a:pt x="58080" y="60190"/>
                          <a:pt x="55080" y="56502"/>
                        </a:cubicBezTo>
                        <a:cubicBezTo>
                          <a:pt x="52094" y="52826"/>
                          <a:pt x="47938" y="50328"/>
                          <a:pt x="42612" y="49006"/>
                        </a:cubicBezTo>
                        <a:cubicBezTo>
                          <a:pt x="48638" y="47605"/>
                          <a:pt x="53329" y="44855"/>
                          <a:pt x="56686" y="40757"/>
                        </a:cubicBezTo>
                        <a:cubicBezTo>
                          <a:pt x="60056" y="36672"/>
                          <a:pt x="61740" y="31682"/>
                          <a:pt x="61740" y="25786"/>
                        </a:cubicBezTo>
                        <a:cubicBezTo>
                          <a:pt x="61740" y="16810"/>
                          <a:pt x="59005" y="9922"/>
                          <a:pt x="53534" y="5124"/>
                        </a:cubicBezTo>
                        <a:cubicBezTo>
                          <a:pt x="48063" y="338"/>
                          <a:pt x="40227" y="-2055"/>
                          <a:pt x="30025" y="-2055"/>
                        </a:cubicBezTo>
                        <a:cubicBezTo>
                          <a:pt x="19836" y="-2055"/>
                          <a:pt x="12000" y="338"/>
                          <a:pt x="6516" y="5124"/>
                        </a:cubicBezTo>
                        <a:cubicBezTo>
                          <a:pt x="1045" y="9922"/>
                          <a:pt x="-1691" y="16810"/>
                          <a:pt x="-1691" y="25786"/>
                        </a:cubicBezTo>
                        <a:cubicBezTo>
                          <a:pt x="-1691" y="31682"/>
                          <a:pt x="1" y="36672"/>
                          <a:pt x="3384" y="40757"/>
                        </a:cubicBezTo>
                        <a:cubicBezTo>
                          <a:pt x="6780" y="44855"/>
                          <a:pt x="11491" y="47605"/>
                          <a:pt x="17517" y="49006"/>
                        </a:cubicBezTo>
                        <a:close/>
                        <a:moveTo>
                          <a:pt x="12938" y="68776"/>
                        </a:moveTo>
                        <a:cubicBezTo>
                          <a:pt x="12938" y="63990"/>
                          <a:pt x="14431" y="60256"/>
                          <a:pt x="17418" y="57572"/>
                        </a:cubicBezTo>
                        <a:cubicBezTo>
                          <a:pt x="20418" y="54889"/>
                          <a:pt x="24620" y="53547"/>
                          <a:pt x="30025" y="53547"/>
                        </a:cubicBezTo>
                        <a:cubicBezTo>
                          <a:pt x="35403" y="53547"/>
                          <a:pt x="39606" y="54889"/>
                          <a:pt x="42632" y="57572"/>
                        </a:cubicBezTo>
                        <a:cubicBezTo>
                          <a:pt x="45671" y="60256"/>
                          <a:pt x="47191" y="63990"/>
                          <a:pt x="47191" y="68776"/>
                        </a:cubicBezTo>
                        <a:cubicBezTo>
                          <a:pt x="47191" y="73575"/>
                          <a:pt x="45671" y="77316"/>
                          <a:pt x="42632" y="79999"/>
                        </a:cubicBezTo>
                        <a:cubicBezTo>
                          <a:pt x="39606" y="82683"/>
                          <a:pt x="35403" y="84025"/>
                          <a:pt x="30025" y="84025"/>
                        </a:cubicBezTo>
                        <a:cubicBezTo>
                          <a:pt x="24620" y="84025"/>
                          <a:pt x="20418" y="82683"/>
                          <a:pt x="17418" y="79999"/>
                        </a:cubicBezTo>
                        <a:cubicBezTo>
                          <a:pt x="14431" y="77316"/>
                          <a:pt x="12938" y="73575"/>
                          <a:pt x="12938" y="687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18" name="Freeform: Shape 217">
                    <a:extLst>
                      <a:ext uri="{FF2B5EF4-FFF2-40B4-BE49-F238E27FC236}">
                        <a16:creationId xmlns:a16="http://schemas.microsoft.com/office/drawing/2014/main" id="{16B038DA-1F62-B277-3C40-1A197EF7BD3D}"/>
                      </a:ext>
                    </a:extLst>
                  </p:cNvPr>
                  <p:cNvSpPr/>
                  <p:nvPr/>
                </p:nvSpPr>
                <p:spPr>
                  <a:xfrm flipV="1">
                    <a:off x="-1559026" y="4803628"/>
                    <a:ext cx="63926" cy="95994"/>
                  </a:xfrm>
                  <a:custGeom>
                    <a:avLst/>
                    <a:gdLst>
                      <a:gd name="connsiteX0" fmla="*/ 30269 w 63926"/>
                      <a:gd name="connsiteY0" fmla="*/ 84025 h 95994"/>
                      <a:gd name="connsiteX1" fmla="*/ 15739 w 63926"/>
                      <a:gd name="connsiteY1" fmla="*/ 74507 h 95994"/>
                      <a:gd name="connsiteX2" fmla="*/ 10882 w 63926"/>
                      <a:gd name="connsiteY2" fmla="*/ 45913 h 95994"/>
                      <a:gd name="connsiteX3" fmla="*/ 15739 w 63926"/>
                      <a:gd name="connsiteY3" fmla="*/ 17378 h 95994"/>
                      <a:gd name="connsiteX4" fmla="*/ 30269 w 63926"/>
                      <a:gd name="connsiteY4" fmla="*/ 7860 h 95994"/>
                      <a:gd name="connsiteX5" fmla="*/ 44858 w 63926"/>
                      <a:gd name="connsiteY5" fmla="*/ 17378 h 95994"/>
                      <a:gd name="connsiteX6" fmla="*/ 49734 w 63926"/>
                      <a:gd name="connsiteY6" fmla="*/ 45913 h 95994"/>
                      <a:gd name="connsiteX7" fmla="*/ 44858 w 63926"/>
                      <a:gd name="connsiteY7" fmla="*/ 74507 h 95994"/>
                      <a:gd name="connsiteX8" fmla="*/ 30269 w 63926"/>
                      <a:gd name="connsiteY8" fmla="*/ 84025 h 95994"/>
                      <a:gd name="connsiteX9" fmla="*/ 30269 w 63926"/>
                      <a:gd name="connsiteY9" fmla="*/ 93939 h 95994"/>
                      <a:gd name="connsiteX10" fmla="*/ 54035 w 63926"/>
                      <a:gd name="connsiteY10" fmla="*/ 81625 h 95994"/>
                      <a:gd name="connsiteX11" fmla="*/ 62242 w 63926"/>
                      <a:gd name="connsiteY11" fmla="*/ 45913 h 95994"/>
                      <a:gd name="connsiteX12" fmla="*/ 54035 w 63926"/>
                      <a:gd name="connsiteY12" fmla="*/ 10240 h 95994"/>
                      <a:gd name="connsiteX13" fmla="*/ 30269 w 63926"/>
                      <a:gd name="connsiteY13" fmla="*/ -2055 h 95994"/>
                      <a:gd name="connsiteX14" fmla="*/ 6522 w 63926"/>
                      <a:gd name="connsiteY14" fmla="*/ 10240 h 95994"/>
                      <a:gd name="connsiteX15" fmla="*/ -1685 w 63926"/>
                      <a:gd name="connsiteY15" fmla="*/ 45913 h 95994"/>
                      <a:gd name="connsiteX16" fmla="*/ 6522 w 63926"/>
                      <a:gd name="connsiteY16" fmla="*/ 81625 h 95994"/>
                      <a:gd name="connsiteX17" fmla="*/ 30269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69" y="84025"/>
                        </a:moveTo>
                        <a:cubicBezTo>
                          <a:pt x="23833" y="84025"/>
                          <a:pt x="18990" y="80852"/>
                          <a:pt x="15739" y="74507"/>
                        </a:cubicBezTo>
                        <a:cubicBezTo>
                          <a:pt x="12501" y="68174"/>
                          <a:pt x="10882" y="58643"/>
                          <a:pt x="10882" y="45913"/>
                        </a:cubicBezTo>
                        <a:cubicBezTo>
                          <a:pt x="10882" y="33235"/>
                          <a:pt x="12501" y="23724"/>
                          <a:pt x="15739" y="17378"/>
                        </a:cubicBezTo>
                        <a:cubicBezTo>
                          <a:pt x="18990" y="11033"/>
                          <a:pt x="23833" y="7860"/>
                          <a:pt x="30269" y="7860"/>
                        </a:cubicBezTo>
                        <a:cubicBezTo>
                          <a:pt x="36757" y="7860"/>
                          <a:pt x="41620" y="11033"/>
                          <a:pt x="44858" y="17378"/>
                        </a:cubicBezTo>
                        <a:cubicBezTo>
                          <a:pt x="48109" y="23724"/>
                          <a:pt x="49734" y="33235"/>
                          <a:pt x="49734" y="45913"/>
                        </a:cubicBezTo>
                        <a:cubicBezTo>
                          <a:pt x="49734" y="58643"/>
                          <a:pt x="48109" y="68174"/>
                          <a:pt x="44858" y="74507"/>
                        </a:cubicBezTo>
                        <a:cubicBezTo>
                          <a:pt x="41620" y="80852"/>
                          <a:pt x="36757" y="84025"/>
                          <a:pt x="30269" y="84025"/>
                        </a:cubicBezTo>
                        <a:close/>
                        <a:moveTo>
                          <a:pt x="30269" y="93939"/>
                        </a:moveTo>
                        <a:cubicBezTo>
                          <a:pt x="40642" y="93939"/>
                          <a:pt x="48565" y="89835"/>
                          <a:pt x="54035" y="81625"/>
                        </a:cubicBezTo>
                        <a:cubicBezTo>
                          <a:pt x="59506" y="73429"/>
                          <a:pt x="62242" y="61525"/>
                          <a:pt x="62242" y="45913"/>
                        </a:cubicBezTo>
                        <a:cubicBezTo>
                          <a:pt x="62242" y="30340"/>
                          <a:pt x="59506" y="18449"/>
                          <a:pt x="54035" y="10240"/>
                        </a:cubicBezTo>
                        <a:cubicBezTo>
                          <a:pt x="48565" y="2043"/>
                          <a:pt x="40642" y="-2055"/>
                          <a:pt x="30269" y="-2055"/>
                        </a:cubicBezTo>
                        <a:cubicBezTo>
                          <a:pt x="19908" y="-2055"/>
                          <a:pt x="11992" y="2043"/>
                          <a:pt x="6522" y="10240"/>
                        </a:cubicBezTo>
                        <a:cubicBezTo>
                          <a:pt x="1051" y="18449"/>
                          <a:pt x="-1685" y="30340"/>
                          <a:pt x="-1685" y="45913"/>
                        </a:cubicBezTo>
                        <a:cubicBezTo>
                          <a:pt x="-1685" y="61525"/>
                          <a:pt x="1051" y="73429"/>
                          <a:pt x="6522" y="81625"/>
                        </a:cubicBezTo>
                        <a:cubicBezTo>
                          <a:pt x="11992" y="89835"/>
                          <a:pt x="19908" y="93939"/>
                          <a:pt x="30269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24" name="Graphic 163">
                <a:extLst>
                  <a:ext uri="{FF2B5EF4-FFF2-40B4-BE49-F238E27FC236}">
                    <a16:creationId xmlns:a16="http://schemas.microsoft.com/office/drawing/2014/main" id="{1321ED62-B4FB-C6CA-C68B-A1B0C4793B79}"/>
                  </a:ext>
                </a:extLst>
              </p:cNvPr>
              <p:cNvGrpSpPr/>
              <p:nvPr/>
            </p:nvGrpSpPr>
            <p:grpSpPr>
              <a:xfrm>
                <a:off x="-813857" y="4712551"/>
                <a:ext cx="224858" cy="187070"/>
                <a:chOff x="-813857" y="4712551"/>
                <a:chExt cx="224858" cy="187070"/>
              </a:xfrm>
              <a:solidFill>
                <a:srgbClr val="000000"/>
              </a:solidFill>
            </p:grpSpPr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4228AABB-2509-2DA6-E8D0-E6ECBEE31468}"/>
                    </a:ext>
                  </a:extLst>
                </p:cNvPr>
                <p:cNvSpPr/>
                <p:nvPr/>
              </p:nvSpPr>
              <p:spPr>
                <a:xfrm>
                  <a:off x="-701643" y="4712551"/>
                  <a:ext cx="12686" cy="44417"/>
                </a:xfrm>
                <a:custGeom>
                  <a:avLst/>
                  <a:gdLst>
                    <a:gd name="connsiteX0" fmla="*/ 415 w 12686"/>
                    <a:gd name="connsiteY0" fmla="*/ 264 h 44417"/>
                    <a:gd name="connsiteX1" fmla="*/ 415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415" y="264"/>
                      </a:moveTo>
                      <a:lnTo>
                        <a:pt x="415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36" name="Graphic 163">
                  <a:extLst>
                    <a:ext uri="{FF2B5EF4-FFF2-40B4-BE49-F238E27FC236}">
                      <a16:creationId xmlns:a16="http://schemas.microsoft.com/office/drawing/2014/main" id="{D731BCFF-FF75-40C8-84C8-5E09EBB5AD45}"/>
                    </a:ext>
                  </a:extLst>
                </p:cNvPr>
                <p:cNvGrpSpPr/>
                <p:nvPr/>
              </p:nvGrpSpPr>
              <p:grpSpPr>
                <a:xfrm>
                  <a:off x="-813857" y="4803628"/>
                  <a:ext cx="224858" cy="95994"/>
                  <a:chOff x="-813857" y="4803628"/>
                  <a:chExt cx="224858" cy="95994"/>
                </a:xfrm>
                <a:solidFill>
                  <a:srgbClr val="000000"/>
                </a:solidFill>
              </p:grpSpPr>
              <p:sp>
                <p:nvSpPr>
                  <p:cNvPr id="241" name="Freeform: Shape 240">
                    <a:extLst>
                      <a:ext uri="{FF2B5EF4-FFF2-40B4-BE49-F238E27FC236}">
                        <a16:creationId xmlns:a16="http://schemas.microsoft.com/office/drawing/2014/main" id="{68148030-322E-2E96-31CF-1C08C9E83EE7}"/>
                      </a:ext>
                    </a:extLst>
                  </p:cNvPr>
                  <p:cNvSpPr/>
                  <p:nvPr/>
                </p:nvSpPr>
                <p:spPr>
                  <a:xfrm flipV="1">
                    <a:off x="-813857" y="4803628"/>
                    <a:ext cx="63867" cy="95994"/>
                  </a:xfrm>
                  <a:custGeom>
                    <a:avLst/>
                    <a:gdLst>
                      <a:gd name="connsiteX0" fmla="*/ 31374 w 63867"/>
                      <a:gd name="connsiteY0" fmla="*/ 50989 h 95994"/>
                      <a:gd name="connsiteX1" fmla="*/ 18014 w 63867"/>
                      <a:gd name="connsiteY1" fmla="*/ 45219 h 95994"/>
                      <a:gd name="connsiteX2" fmla="*/ 13098 w 63867"/>
                      <a:gd name="connsiteY2" fmla="*/ 29434 h 95994"/>
                      <a:gd name="connsiteX3" fmla="*/ 18014 w 63867"/>
                      <a:gd name="connsiteY3" fmla="*/ 13650 h 95994"/>
                      <a:gd name="connsiteX4" fmla="*/ 31374 w 63867"/>
                      <a:gd name="connsiteY4" fmla="*/ 7860 h 95994"/>
                      <a:gd name="connsiteX5" fmla="*/ 44715 w 63867"/>
                      <a:gd name="connsiteY5" fmla="*/ 13650 h 95994"/>
                      <a:gd name="connsiteX6" fmla="*/ 49630 w 63867"/>
                      <a:gd name="connsiteY6" fmla="*/ 29434 h 95994"/>
                      <a:gd name="connsiteX7" fmla="*/ 44715 w 63867"/>
                      <a:gd name="connsiteY7" fmla="*/ 45219 h 95994"/>
                      <a:gd name="connsiteX8" fmla="*/ 31374 w 63867"/>
                      <a:gd name="connsiteY8" fmla="*/ 50989 h 95994"/>
                      <a:gd name="connsiteX9" fmla="*/ 56211 w 63867"/>
                      <a:gd name="connsiteY9" fmla="*/ 90231 h 95994"/>
                      <a:gd name="connsiteX10" fmla="*/ 56211 w 63867"/>
                      <a:gd name="connsiteY10" fmla="*/ 78829 h 95994"/>
                      <a:gd name="connsiteX11" fmla="*/ 46697 w 63867"/>
                      <a:gd name="connsiteY11" fmla="*/ 82220 h 95994"/>
                      <a:gd name="connsiteX12" fmla="*/ 37182 w 63867"/>
                      <a:gd name="connsiteY12" fmla="*/ 83410 h 95994"/>
                      <a:gd name="connsiteX13" fmla="*/ 18252 w 63867"/>
                      <a:gd name="connsiteY13" fmla="*/ 75042 h 95994"/>
                      <a:gd name="connsiteX14" fmla="*/ 10799 w 63867"/>
                      <a:gd name="connsiteY14" fmla="*/ 49760 h 95994"/>
                      <a:gd name="connsiteX15" fmla="*/ 19957 w 63867"/>
                      <a:gd name="connsiteY15" fmla="*/ 58028 h 95994"/>
                      <a:gd name="connsiteX16" fmla="*/ 32108 w 63867"/>
                      <a:gd name="connsiteY16" fmla="*/ 60904 h 95994"/>
                      <a:gd name="connsiteX17" fmla="*/ 54130 w 63867"/>
                      <a:gd name="connsiteY17" fmla="*/ 52436 h 95994"/>
                      <a:gd name="connsiteX18" fmla="*/ 62218 w 63867"/>
                      <a:gd name="connsiteY18" fmla="*/ 29434 h 95994"/>
                      <a:gd name="connsiteX19" fmla="*/ 53793 w 63867"/>
                      <a:gd name="connsiteY19" fmla="*/ 6551 h 95994"/>
                      <a:gd name="connsiteX20" fmla="*/ 31374 w 63867"/>
                      <a:gd name="connsiteY20" fmla="*/ -2055 h 95994"/>
                      <a:gd name="connsiteX21" fmla="*/ 6834 w 63867"/>
                      <a:gd name="connsiteY21" fmla="*/ 10240 h 95994"/>
                      <a:gd name="connsiteX22" fmla="*/ -1650 w 63867"/>
                      <a:gd name="connsiteY22" fmla="*/ 45913 h 95994"/>
                      <a:gd name="connsiteX23" fmla="*/ 8757 w 63867"/>
                      <a:gd name="connsiteY23" fmla="*/ 80892 h 95994"/>
                      <a:gd name="connsiteX24" fmla="*/ 36687 w 63867"/>
                      <a:gd name="connsiteY24" fmla="*/ 93939 h 95994"/>
                      <a:gd name="connsiteX25" fmla="*/ 46201 w 63867"/>
                      <a:gd name="connsiteY25" fmla="*/ 93007 h 95994"/>
                      <a:gd name="connsiteX26" fmla="*/ 56211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374" y="50989"/>
                        </a:moveTo>
                        <a:cubicBezTo>
                          <a:pt x="25758" y="50989"/>
                          <a:pt x="21305" y="49065"/>
                          <a:pt x="18014" y="45219"/>
                        </a:cubicBezTo>
                        <a:cubicBezTo>
                          <a:pt x="14737" y="41385"/>
                          <a:pt x="13098" y="36123"/>
                          <a:pt x="13098" y="29434"/>
                        </a:cubicBezTo>
                        <a:cubicBezTo>
                          <a:pt x="13098" y="22785"/>
                          <a:pt x="14737" y="17524"/>
                          <a:pt x="18014" y="13650"/>
                        </a:cubicBezTo>
                        <a:cubicBezTo>
                          <a:pt x="21305" y="9790"/>
                          <a:pt x="25758" y="7860"/>
                          <a:pt x="31374" y="7860"/>
                        </a:cubicBezTo>
                        <a:cubicBezTo>
                          <a:pt x="36991" y="7860"/>
                          <a:pt x="41437" y="9790"/>
                          <a:pt x="44715" y="13650"/>
                        </a:cubicBezTo>
                        <a:cubicBezTo>
                          <a:pt x="47992" y="17524"/>
                          <a:pt x="49630" y="22785"/>
                          <a:pt x="49630" y="29434"/>
                        </a:cubicBezTo>
                        <a:cubicBezTo>
                          <a:pt x="49630" y="36123"/>
                          <a:pt x="47992" y="41385"/>
                          <a:pt x="44715" y="45219"/>
                        </a:cubicBezTo>
                        <a:cubicBezTo>
                          <a:pt x="41437" y="49065"/>
                          <a:pt x="36991" y="50989"/>
                          <a:pt x="31374" y="50989"/>
                        </a:cubicBezTo>
                        <a:close/>
                        <a:moveTo>
                          <a:pt x="56211" y="90231"/>
                        </a:moveTo>
                        <a:lnTo>
                          <a:pt x="56211" y="78829"/>
                        </a:lnTo>
                        <a:cubicBezTo>
                          <a:pt x="53066" y="80310"/>
                          <a:pt x="49895" y="81440"/>
                          <a:pt x="46697" y="82220"/>
                        </a:cubicBezTo>
                        <a:cubicBezTo>
                          <a:pt x="43499" y="83013"/>
                          <a:pt x="40327" y="83410"/>
                          <a:pt x="37182" y="83410"/>
                        </a:cubicBezTo>
                        <a:cubicBezTo>
                          <a:pt x="28923" y="83410"/>
                          <a:pt x="22613" y="80621"/>
                          <a:pt x="18252" y="75042"/>
                        </a:cubicBezTo>
                        <a:cubicBezTo>
                          <a:pt x="13904" y="69463"/>
                          <a:pt x="11420" y="61036"/>
                          <a:pt x="10799" y="49760"/>
                        </a:cubicBezTo>
                        <a:cubicBezTo>
                          <a:pt x="13230" y="53355"/>
                          <a:pt x="16283" y="56112"/>
                          <a:pt x="19957" y="58028"/>
                        </a:cubicBezTo>
                        <a:cubicBezTo>
                          <a:pt x="23644" y="59945"/>
                          <a:pt x="27694" y="60904"/>
                          <a:pt x="32108" y="60904"/>
                        </a:cubicBezTo>
                        <a:cubicBezTo>
                          <a:pt x="41398" y="60904"/>
                          <a:pt x="48738" y="58081"/>
                          <a:pt x="54130" y="52436"/>
                        </a:cubicBezTo>
                        <a:cubicBezTo>
                          <a:pt x="59522" y="46805"/>
                          <a:pt x="62218" y="39138"/>
                          <a:pt x="62218" y="29434"/>
                        </a:cubicBezTo>
                        <a:cubicBezTo>
                          <a:pt x="62218" y="19929"/>
                          <a:pt x="59409" y="12302"/>
                          <a:pt x="53793" y="6551"/>
                        </a:cubicBezTo>
                        <a:cubicBezTo>
                          <a:pt x="48177" y="814"/>
                          <a:pt x="40704" y="-2055"/>
                          <a:pt x="31374" y="-2055"/>
                        </a:cubicBezTo>
                        <a:cubicBezTo>
                          <a:pt x="20670" y="-2055"/>
                          <a:pt x="12490" y="2043"/>
                          <a:pt x="6834" y="10240"/>
                        </a:cubicBezTo>
                        <a:cubicBezTo>
                          <a:pt x="1178" y="18449"/>
                          <a:pt x="-1650" y="30340"/>
                          <a:pt x="-1650" y="45913"/>
                        </a:cubicBezTo>
                        <a:cubicBezTo>
                          <a:pt x="-1650" y="60534"/>
                          <a:pt x="1819" y="72193"/>
                          <a:pt x="8757" y="80892"/>
                        </a:cubicBezTo>
                        <a:cubicBezTo>
                          <a:pt x="15695" y="89590"/>
                          <a:pt x="25005" y="93939"/>
                          <a:pt x="36687" y="93939"/>
                        </a:cubicBezTo>
                        <a:cubicBezTo>
                          <a:pt x="39832" y="93939"/>
                          <a:pt x="43003" y="93629"/>
                          <a:pt x="46201" y="93007"/>
                        </a:cubicBezTo>
                        <a:cubicBezTo>
                          <a:pt x="49399" y="92386"/>
                          <a:pt x="52736" y="91461"/>
                          <a:pt x="56211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42" name="Freeform: Shape 241">
                    <a:extLst>
                      <a:ext uri="{FF2B5EF4-FFF2-40B4-BE49-F238E27FC236}">
                        <a16:creationId xmlns:a16="http://schemas.microsoft.com/office/drawing/2014/main" id="{F8EE5810-BF55-FD4A-FBC2-283FE66A4407}"/>
                      </a:ext>
                    </a:extLst>
                  </p:cNvPr>
                  <p:cNvSpPr/>
                  <p:nvPr/>
                </p:nvSpPr>
                <p:spPr>
                  <a:xfrm flipV="1">
                    <a:off x="-733639" y="4803628"/>
                    <a:ext cx="63926" cy="95994"/>
                  </a:xfrm>
                  <a:custGeom>
                    <a:avLst/>
                    <a:gdLst>
                      <a:gd name="connsiteX0" fmla="*/ 30334 w 63926"/>
                      <a:gd name="connsiteY0" fmla="*/ 84025 h 95994"/>
                      <a:gd name="connsiteX1" fmla="*/ 15804 w 63926"/>
                      <a:gd name="connsiteY1" fmla="*/ 74507 h 95994"/>
                      <a:gd name="connsiteX2" fmla="*/ 10948 w 63926"/>
                      <a:gd name="connsiteY2" fmla="*/ 45913 h 95994"/>
                      <a:gd name="connsiteX3" fmla="*/ 15804 w 63926"/>
                      <a:gd name="connsiteY3" fmla="*/ 17378 h 95994"/>
                      <a:gd name="connsiteX4" fmla="*/ 30334 w 63926"/>
                      <a:gd name="connsiteY4" fmla="*/ 7860 h 95994"/>
                      <a:gd name="connsiteX5" fmla="*/ 44923 w 63926"/>
                      <a:gd name="connsiteY5" fmla="*/ 17378 h 95994"/>
                      <a:gd name="connsiteX6" fmla="*/ 49799 w 63926"/>
                      <a:gd name="connsiteY6" fmla="*/ 45913 h 95994"/>
                      <a:gd name="connsiteX7" fmla="*/ 44923 w 63926"/>
                      <a:gd name="connsiteY7" fmla="*/ 74507 h 95994"/>
                      <a:gd name="connsiteX8" fmla="*/ 30334 w 63926"/>
                      <a:gd name="connsiteY8" fmla="*/ 84025 h 95994"/>
                      <a:gd name="connsiteX9" fmla="*/ 30334 w 63926"/>
                      <a:gd name="connsiteY9" fmla="*/ 93939 h 95994"/>
                      <a:gd name="connsiteX10" fmla="*/ 54101 w 63926"/>
                      <a:gd name="connsiteY10" fmla="*/ 81625 h 95994"/>
                      <a:gd name="connsiteX11" fmla="*/ 62307 w 63926"/>
                      <a:gd name="connsiteY11" fmla="*/ 45913 h 95994"/>
                      <a:gd name="connsiteX12" fmla="*/ 54101 w 63926"/>
                      <a:gd name="connsiteY12" fmla="*/ 10240 h 95994"/>
                      <a:gd name="connsiteX13" fmla="*/ 30334 w 63926"/>
                      <a:gd name="connsiteY13" fmla="*/ -2055 h 95994"/>
                      <a:gd name="connsiteX14" fmla="*/ 6587 w 63926"/>
                      <a:gd name="connsiteY14" fmla="*/ 10240 h 95994"/>
                      <a:gd name="connsiteX15" fmla="*/ -1620 w 63926"/>
                      <a:gd name="connsiteY15" fmla="*/ 45913 h 95994"/>
                      <a:gd name="connsiteX16" fmla="*/ 6587 w 63926"/>
                      <a:gd name="connsiteY16" fmla="*/ 81625 h 95994"/>
                      <a:gd name="connsiteX17" fmla="*/ 3033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34" y="84025"/>
                        </a:moveTo>
                        <a:cubicBezTo>
                          <a:pt x="23898" y="84025"/>
                          <a:pt x="19055" y="80852"/>
                          <a:pt x="15804" y="74507"/>
                        </a:cubicBezTo>
                        <a:cubicBezTo>
                          <a:pt x="12566" y="68174"/>
                          <a:pt x="10948" y="58643"/>
                          <a:pt x="10948" y="45913"/>
                        </a:cubicBezTo>
                        <a:cubicBezTo>
                          <a:pt x="10948" y="33235"/>
                          <a:pt x="12566" y="23724"/>
                          <a:pt x="15804" y="17378"/>
                        </a:cubicBezTo>
                        <a:cubicBezTo>
                          <a:pt x="19055" y="11033"/>
                          <a:pt x="23898" y="7860"/>
                          <a:pt x="30334" y="7860"/>
                        </a:cubicBezTo>
                        <a:cubicBezTo>
                          <a:pt x="36822" y="7860"/>
                          <a:pt x="41685" y="11033"/>
                          <a:pt x="44923" y="17378"/>
                        </a:cubicBezTo>
                        <a:cubicBezTo>
                          <a:pt x="48174" y="23724"/>
                          <a:pt x="49799" y="33235"/>
                          <a:pt x="49799" y="45913"/>
                        </a:cubicBezTo>
                        <a:cubicBezTo>
                          <a:pt x="49799" y="58643"/>
                          <a:pt x="48174" y="68174"/>
                          <a:pt x="44923" y="74507"/>
                        </a:cubicBezTo>
                        <a:cubicBezTo>
                          <a:pt x="41685" y="80852"/>
                          <a:pt x="36822" y="84025"/>
                          <a:pt x="30334" y="84025"/>
                        </a:cubicBezTo>
                        <a:close/>
                        <a:moveTo>
                          <a:pt x="30334" y="93939"/>
                        </a:moveTo>
                        <a:cubicBezTo>
                          <a:pt x="40707" y="93939"/>
                          <a:pt x="48630" y="89835"/>
                          <a:pt x="54101" y="81625"/>
                        </a:cubicBezTo>
                        <a:cubicBezTo>
                          <a:pt x="59571" y="73429"/>
                          <a:pt x="62307" y="61525"/>
                          <a:pt x="62307" y="45913"/>
                        </a:cubicBezTo>
                        <a:cubicBezTo>
                          <a:pt x="62307" y="30340"/>
                          <a:pt x="59571" y="18449"/>
                          <a:pt x="54101" y="10240"/>
                        </a:cubicBezTo>
                        <a:cubicBezTo>
                          <a:pt x="48630" y="2043"/>
                          <a:pt x="40707" y="-2055"/>
                          <a:pt x="30334" y="-2055"/>
                        </a:cubicBezTo>
                        <a:cubicBezTo>
                          <a:pt x="19973" y="-2055"/>
                          <a:pt x="12058" y="2043"/>
                          <a:pt x="6587" y="10240"/>
                        </a:cubicBezTo>
                        <a:cubicBezTo>
                          <a:pt x="1116" y="18449"/>
                          <a:pt x="-1620" y="30340"/>
                          <a:pt x="-1620" y="45913"/>
                        </a:cubicBezTo>
                        <a:cubicBezTo>
                          <a:pt x="-1620" y="61525"/>
                          <a:pt x="1116" y="73429"/>
                          <a:pt x="6587" y="81625"/>
                        </a:cubicBezTo>
                        <a:cubicBezTo>
                          <a:pt x="12058" y="89835"/>
                          <a:pt x="19973" y="93939"/>
                          <a:pt x="3033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43" name="Freeform: Shape 242">
                    <a:extLst>
                      <a:ext uri="{FF2B5EF4-FFF2-40B4-BE49-F238E27FC236}">
                        <a16:creationId xmlns:a16="http://schemas.microsoft.com/office/drawing/2014/main" id="{879FFB6A-0576-E679-ED00-2E2748EBA2CC}"/>
                      </a:ext>
                    </a:extLst>
                  </p:cNvPr>
                  <p:cNvSpPr/>
                  <p:nvPr/>
                </p:nvSpPr>
                <p:spPr>
                  <a:xfrm flipV="1">
                    <a:off x="-652925" y="4803628"/>
                    <a:ext cx="63926" cy="95994"/>
                  </a:xfrm>
                  <a:custGeom>
                    <a:avLst/>
                    <a:gdLst>
                      <a:gd name="connsiteX0" fmla="*/ 30340 w 63926"/>
                      <a:gd name="connsiteY0" fmla="*/ 84025 h 95994"/>
                      <a:gd name="connsiteX1" fmla="*/ 15810 w 63926"/>
                      <a:gd name="connsiteY1" fmla="*/ 74507 h 95994"/>
                      <a:gd name="connsiteX2" fmla="*/ 10954 w 63926"/>
                      <a:gd name="connsiteY2" fmla="*/ 45913 h 95994"/>
                      <a:gd name="connsiteX3" fmla="*/ 15810 w 63926"/>
                      <a:gd name="connsiteY3" fmla="*/ 17378 h 95994"/>
                      <a:gd name="connsiteX4" fmla="*/ 30340 w 63926"/>
                      <a:gd name="connsiteY4" fmla="*/ 7860 h 95994"/>
                      <a:gd name="connsiteX5" fmla="*/ 44929 w 63926"/>
                      <a:gd name="connsiteY5" fmla="*/ 17378 h 95994"/>
                      <a:gd name="connsiteX6" fmla="*/ 49805 w 63926"/>
                      <a:gd name="connsiteY6" fmla="*/ 45913 h 95994"/>
                      <a:gd name="connsiteX7" fmla="*/ 44929 w 63926"/>
                      <a:gd name="connsiteY7" fmla="*/ 74507 h 95994"/>
                      <a:gd name="connsiteX8" fmla="*/ 30340 w 63926"/>
                      <a:gd name="connsiteY8" fmla="*/ 84025 h 95994"/>
                      <a:gd name="connsiteX9" fmla="*/ 30340 w 63926"/>
                      <a:gd name="connsiteY9" fmla="*/ 93939 h 95994"/>
                      <a:gd name="connsiteX10" fmla="*/ 54107 w 63926"/>
                      <a:gd name="connsiteY10" fmla="*/ 81625 h 95994"/>
                      <a:gd name="connsiteX11" fmla="*/ 62313 w 63926"/>
                      <a:gd name="connsiteY11" fmla="*/ 45913 h 95994"/>
                      <a:gd name="connsiteX12" fmla="*/ 54107 w 63926"/>
                      <a:gd name="connsiteY12" fmla="*/ 10240 h 95994"/>
                      <a:gd name="connsiteX13" fmla="*/ 30340 w 63926"/>
                      <a:gd name="connsiteY13" fmla="*/ -2055 h 95994"/>
                      <a:gd name="connsiteX14" fmla="*/ 6593 w 63926"/>
                      <a:gd name="connsiteY14" fmla="*/ 10240 h 95994"/>
                      <a:gd name="connsiteX15" fmla="*/ -1613 w 63926"/>
                      <a:gd name="connsiteY15" fmla="*/ 45913 h 95994"/>
                      <a:gd name="connsiteX16" fmla="*/ 6593 w 63926"/>
                      <a:gd name="connsiteY16" fmla="*/ 81625 h 95994"/>
                      <a:gd name="connsiteX17" fmla="*/ 30340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40" y="84025"/>
                        </a:moveTo>
                        <a:cubicBezTo>
                          <a:pt x="23904" y="84025"/>
                          <a:pt x="19061" y="80852"/>
                          <a:pt x="15810" y="74507"/>
                        </a:cubicBezTo>
                        <a:cubicBezTo>
                          <a:pt x="12573" y="68174"/>
                          <a:pt x="10954" y="58643"/>
                          <a:pt x="10954" y="45913"/>
                        </a:cubicBezTo>
                        <a:cubicBezTo>
                          <a:pt x="10954" y="33235"/>
                          <a:pt x="12573" y="23724"/>
                          <a:pt x="15810" y="17378"/>
                        </a:cubicBezTo>
                        <a:cubicBezTo>
                          <a:pt x="19061" y="11033"/>
                          <a:pt x="23904" y="7860"/>
                          <a:pt x="30340" y="7860"/>
                        </a:cubicBezTo>
                        <a:cubicBezTo>
                          <a:pt x="36828" y="7860"/>
                          <a:pt x="41692" y="11033"/>
                          <a:pt x="44929" y="17378"/>
                        </a:cubicBezTo>
                        <a:cubicBezTo>
                          <a:pt x="48180" y="23724"/>
                          <a:pt x="49805" y="33235"/>
                          <a:pt x="49805" y="45913"/>
                        </a:cubicBezTo>
                        <a:cubicBezTo>
                          <a:pt x="49805" y="58643"/>
                          <a:pt x="48180" y="68174"/>
                          <a:pt x="44929" y="74507"/>
                        </a:cubicBezTo>
                        <a:cubicBezTo>
                          <a:pt x="41692" y="80852"/>
                          <a:pt x="36828" y="84025"/>
                          <a:pt x="30340" y="84025"/>
                        </a:cubicBezTo>
                        <a:close/>
                        <a:moveTo>
                          <a:pt x="30340" y="93939"/>
                        </a:moveTo>
                        <a:cubicBezTo>
                          <a:pt x="40714" y="93939"/>
                          <a:pt x="48636" y="89835"/>
                          <a:pt x="54107" y="81625"/>
                        </a:cubicBezTo>
                        <a:cubicBezTo>
                          <a:pt x="59578" y="73429"/>
                          <a:pt x="62313" y="61525"/>
                          <a:pt x="62313" y="45913"/>
                        </a:cubicBezTo>
                        <a:cubicBezTo>
                          <a:pt x="62313" y="30340"/>
                          <a:pt x="59578" y="18449"/>
                          <a:pt x="54107" y="10240"/>
                        </a:cubicBezTo>
                        <a:cubicBezTo>
                          <a:pt x="48636" y="2043"/>
                          <a:pt x="40714" y="-2055"/>
                          <a:pt x="30340" y="-2055"/>
                        </a:cubicBezTo>
                        <a:cubicBezTo>
                          <a:pt x="19980" y="-2055"/>
                          <a:pt x="12064" y="2043"/>
                          <a:pt x="6593" y="10240"/>
                        </a:cubicBezTo>
                        <a:cubicBezTo>
                          <a:pt x="1122" y="18449"/>
                          <a:pt x="-1613" y="30340"/>
                          <a:pt x="-1613" y="45913"/>
                        </a:cubicBezTo>
                        <a:cubicBezTo>
                          <a:pt x="-1613" y="61525"/>
                          <a:pt x="1122" y="73429"/>
                          <a:pt x="6593" y="81625"/>
                        </a:cubicBezTo>
                        <a:cubicBezTo>
                          <a:pt x="12064" y="89835"/>
                          <a:pt x="19980" y="93939"/>
                          <a:pt x="30340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244" name="Graphic 163">
              <a:extLst>
                <a:ext uri="{FF2B5EF4-FFF2-40B4-BE49-F238E27FC236}">
                  <a16:creationId xmlns:a16="http://schemas.microsoft.com/office/drawing/2014/main" id="{B3552CFF-5A81-91BF-9E1F-85A613398A27}"/>
                </a:ext>
              </a:extLst>
            </p:cNvPr>
            <p:cNvGrpSpPr/>
            <p:nvPr/>
          </p:nvGrpSpPr>
          <p:grpSpPr>
            <a:xfrm>
              <a:off x="-5556895" y="2627111"/>
              <a:ext cx="324747" cy="1908852"/>
              <a:chOff x="-5556895" y="2627111"/>
              <a:chExt cx="324747" cy="1908852"/>
            </a:xfrm>
            <a:solidFill>
              <a:srgbClr val="000000"/>
            </a:solidFill>
          </p:grpSpPr>
          <p:grpSp>
            <p:nvGrpSpPr>
              <p:cNvPr id="249" name="Graphic 163">
                <a:extLst>
                  <a:ext uri="{FF2B5EF4-FFF2-40B4-BE49-F238E27FC236}">
                    <a16:creationId xmlns:a16="http://schemas.microsoft.com/office/drawing/2014/main" id="{5FCD4541-537A-BE7A-B09C-60BF74FC8A85}"/>
                  </a:ext>
                </a:extLst>
              </p:cNvPr>
              <p:cNvGrpSpPr/>
              <p:nvPr/>
            </p:nvGrpSpPr>
            <p:grpSpPr>
              <a:xfrm>
                <a:off x="-5556895" y="4439969"/>
                <a:ext cx="324747" cy="95994"/>
                <a:chOff x="-5556895" y="4439969"/>
                <a:chExt cx="324747" cy="95994"/>
              </a:xfrm>
              <a:solidFill>
                <a:srgbClr val="000000"/>
              </a:solidFill>
            </p:grpSpPr>
            <p:sp>
              <p:nvSpPr>
                <p:cNvPr id="250" name="Freeform: Shape 249">
                  <a:extLst>
                    <a:ext uri="{FF2B5EF4-FFF2-40B4-BE49-F238E27FC236}">
                      <a16:creationId xmlns:a16="http://schemas.microsoft.com/office/drawing/2014/main" id="{80884D8E-C601-E1BE-14BC-6F6D12409E31}"/>
                    </a:ext>
                  </a:extLst>
                </p:cNvPr>
                <p:cNvSpPr/>
                <p:nvPr/>
              </p:nvSpPr>
              <p:spPr>
                <a:xfrm>
                  <a:off x="-5276550" y="4485944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46 h 12690"/>
                    <a:gd name="connsiteX1" fmla="*/ 58 w 44401"/>
                    <a:gd name="connsiteY1" fmla="*/ 246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46"/>
                      </a:moveTo>
                      <a:lnTo>
                        <a:pt x="58" y="246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51" name="Graphic 163">
                  <a:extLst>
                    <a:ext uri="{FF2B5EF4-FFF2-40B4-BE49-F238E27FC236}">
                      <a16:creationId xmlns:a16="http://schemas.microsoft.com/office/drawing/2014/main" id="{9339DE04-E273-D78D-B8EF-0808E0C7822F}"/>
                    </a:ext>
                  </a:extLst>
                </p:cNvPr>
                <p:cNvGrpSpPr/>
                <p:nvPr/>
              </p:nvGrpSpPr>
              <p:grpSpPr>
                <a:xfrm>
                  <a:off x="-5556895" y="4439969"/>
                  <a:ext cx="227514" cy="95994"/>
                  <a:chOff x="-5556895" y="4439969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252" name="Freeform: Shape 251">
                    <a:extLst>
                      <a:ext uri="{FF2B5EF4-FFF2-40B4-BE49-F238E27FC236}">
                        <a16:creationId xmlns:a16="http://schemas.microsoft.com/office/drawing/2014/main" id="{A072FEC1-5D16-05A7-AC8E-BFC6C5CD706E}"/>
                      </a:ext>
                    </a:extLst>
                  </p:cNvPr>
                  <p:cNvSpPr/>
                  <p:nvPr/>
                </p:nvSpPr>
                <p:spPr>
                  <a:xfrm flipV="1">
                    <a:off x="-5556895" y="4441635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31 h 92524"/>
                      <a:gd name="connsiteX1" fmla="*/ 8171 w 67395"/>
                      <a:gd name="connsiteY1" fmla="*/ 30136 h 92524"/>
                      <a:gd name="connsiteX2" fmla="*/ 39767 w 67395"/>
                      <a:gd name="connsiteY2" fmla="*/ 30136 h 92524"/>
                      <a:gd name="connsiteX3" fmla="*/ 39767 w 67395"/>
                      <a:gd name="connsiteY3" fmla="*/ 79531 h 92524"/>
                      <a:gd name="connsiteX4" fmla="*/ 36477 w 67395"/>
                      <a:gd name="connsiteY4" fmla="*/ 90437 h 92524"/>
                      <a:gd name="connsiteX5" fmla="*/ 52216 w 67395"/>
                      <a:gd name="connsiteY5" fmla="*/ 90437 h 92524"/>
                      <a:gd name="connsiteX6" fmla="*/ 52216 w 67395"/>
                      <a:gd name="connsiteY6" fmla="*/ 30136 h 92524"/>
                      <a:gd name="connsiteX7" fmla="*/ 65417 w 67395"/>
                      <a:gd name="connsiteY7" fmla="*/ 30136 h 92524"/>
                      <a:gd name="connsiteX8" fmla="*/ 65417 w 67395"/>
                      <a:gd name="connsiteY8" fmla="*/ 19725 h 92524"/>
                      <a:gd name="connsiteX9" fmla="*/ 52216 w 67395"/>
                      <a:gd name="connsiteY9" fmla="*/ 19725 h 92524"/>
                      <a:gd name="connsiteX10" fmla="*/ 52216 w 67395"/>
                      <a:gd name="connsiteY10" fmla="*/ -2087 h 92524"/>
                      <a:gd name="connsiteX11" fmla="*/ 39767 w 67395"/>
                      <a:gd name="connsiteY11" fmla="*/ -2087 h 92524"/>
                      <a:gd name="connsiteX12" fmla="*/ 39767 w 67395"/>
                      <a:gd name="connsiteY12" fmla="*/ 19725 h 92524"/>
                      <a:gd name="connsiteX13" fmla="*/ -1978 w 67395"/>
                      <a:gd name="connsiteY13" fmla="*/ 19725 h 92524"/>
                      <a:gd name="connsiteX14" fmla="*/ -1978 w 67395"/>
                      <a:gd name="connsiteY14" fmla="*/ 31802 h 92524"/>
                      <a:gd name="connsiteX15" fmla="*/ 36477 w 67395"/>
                      <a:gd name="connsiteY15" fmla="*/ 90437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31"/>
                        </a:moveTo>
                        <a:lnTo>
                          <a:pt x="8171" y="30136"/>
                        </a:lnTo>
                        <a:lnTo>
                          <a:pt x="39767" y="30136"/>
                        </a:lnTo>
                        <a:lnTo>
                          <a:pt x="39767" y="79531"/>
                        </a:lnTo>
                        <a:close/>
                        <a:moveTo>
                          <a:pt x="36477" y="90437"/>
                        </a:moveTo>
                        <a:lnTo>
                          <a:pt x="52216" y="90437"/>
                        </a:lnTo>
                        <a:lnTo>
                          <a:pt x="52216" y="30136"/>
                        </a:lnTo>
                        <a:lnTo>
                          <a:pt x="65417" y="30136"/>
                        </a:lnTo>
                        <a:lnTo>
                          <a:pt x="65417" y="19725"/>
                        </a:lnTo>
                        <a:lnTo>
                          <a:pt x="52216" y="19725"/>
                        </a:lnTo>
                        <a:lnTo>
                          <a:pt x="52216" y="-2087"/>
                        </a:lnTo>
                        <a:lnTo>
                          <a:pt x="39767" y="-2087"/>
                        </a:lnTo>
                        <a:lnTo>
                          <a:pt x="39767" y="19725"/>
                        </a:lnTo>
                        <a:lnTo>
                          <a:pt x="-1978" y="19725"/>
                        </a:lnTo>
                        <a:lnTo>
                          <a:pt x="-1978" y="31802"/>
                        </a:lnTo>
                        <a:lnTo>
                          <a:pt x="36477" y="904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3" name="Freeform: Shape 252">
                    <a:extLst>
                      <a:ext uri="{FF2B5EF4-FFF2-40B4-BE49-F238E27FC236}">
                        <a16:creationId xmlns:a16="http://schemas.microsoft.com/office/drawing/2014/main" id="{CC8EA70A-6827-22AD-2190-439B23694983}"/>
                      </a:ext>
                    </a:extLst>
                  </p:cNvPr>
                  <p:cNvSpPr/>
                  <p:nvPr/>
                </p:nvSpPr>
                <p:spPr>
                  <a:xfrm flipV="1">
                    <a:off x="-5473783" y="4439969"/>
                    <a:ext cx="63431" cy="95994"/>
                  </a:xfrm>
                  <a:custGeom>
                    <a:avLst/>
                    <a:gdLst>
                      <a:gd name="connsiteX0" fmla="*/ 29723 w 63431"/>
                      <a:gd name="connsiteY0" fmla="*/ 43663 h 95994"/>
                      <a:gd name="connsiteX1" fmla="*/ 15688 w 63431"/>
                      <a:gd name="connsiteY1" fmla="*/ 38884 h 95994"/>
                      <a:gd name="connsiteX2" fmla="*/ 10594 w 63431"/>
                      <a:gd name="connsiteY2" fmla="*/ 25757 h 95994"/>
                      <a:gd name="connsiteX3" fmla="*/ 15688 w 63431"/>
                      <a:gd name="connsiteY3" fmla="*/ 12610 h 95994"/>
                      <a:gd name="connsiteX4" fmla="*/ 29723 w 63431"/>
                      <a:gd name="connsiteY4" fmla="*/ 7831 h 95994"/>
                      <a:gd name="connsiteX5" fmla="*/ 43777 w 63431"/>
                      <a:gd name="connsiteY5" fmla="*/ 12630 h 95994"/>
                      <a:gd name="connsiteX6" fmla="*/ 48930 w 63431"/>
                      <a:gd name="connsiteY6" fmla="*/ 25757 h 95994"/>
                      <a:gd name="connsiteX7" fmla="*/ 43816 w 63431"/>
                      <a:gd name="connsiteY7" fmla="*/ 38884 h 95994"/>
                      <a:gd name="connsiteX8" fmla="*/ 29723 w 63431"/>
                      <a:gd name="connsiteY8" fmla="*/ 43663 h 95994"/>
                      <a:gd name="connsiteX9" fmla="*/ 17215 w 63431"/>
                      <a:gd name="connsiteY9" fmla="*/ 48977 h 95994"/>
                      <a:gd name="connsiteX10" fmla="*/ 4667 w 63431"/>
                      <a:gd name="connsiteY10" fmla="*/ 56473 h 95994"/>
                      <a:gd name="connsiteX11" fmla="*/ 187 w 63431"/>
                      <a:gd name="connsiteY11" fmla="*/ 69937 h 95994"/>
                      <a:gd name="connsiteX12" fmla="*/ 8077 w 63431"/>
                      <a:gd name="connsiteY12" fmla="*/ 87466 h 95994"/>
                      <a:gd name="connsiteX13" fmla="*/ 29723 w 63431"/>
                      <a:gd name="connsiteY13" fmla="*/ 93911 h 95994"/>
                      <a:gd name="connsiteX14" fmla="*/ 51408 w 63431"/>
                      <a:gd name="connsiteY14" fmla="*/ 87466 h 95994"/>
                      <a:gd name="connsiteX15" fmla="*/ 59278 w 63431"/>
                      <a:gd name="connsiteY15" fmla="*/ 69937 h 95994"/>
                      <a:gd name="connsiteX16" fmla="*/ 54778 w 63431"/>
                      <a:gd name="connsiteY16" fmla="*/ 56473 h 95994"/>
                      <a:gd name="connsiteX17" fmla="*/ 42310 w 63431"/>
                      <a:gd name="connsiteY17" fmla="*/ 48977 h 95994"/>
                      <a:gd name="connsiteX18" fmla="*/ 56384 w 63431"/>
                      <a:gd name="connsiteY18" fmla="*/ 40728 h 95994"/>
                      <a:gd name="connsiteX19" fmla="*/ 61438 w 63431"/>
                      <a:gd name="connsiteY19" fmla="*/ 25757 h 95994"/>
                      <a:gd name="connsiteX20" fmla="*/ 53232 w 63431"/>
                      <a:gd name="connsiteY20" fmla="*/ 5095 h 95994"/>
                      <a:gd name="connsiteX21" fmla="*/ 29723 w 63431"/>
                      <a:gd name="connsiteY21" fmla="*/ -2083 h 95994"/>
                      <a:gd name="connsiteX22" fmla="*/ 6213 w 63431"/>
                      <a:gd name="connsiteY22" fmla="*/ 5095 h 95994"/>
                      <a:gd name="connsiteX23" fmla="*/ -1993 w 63431"/>
                      <a:gd name="connsiteY23" fmla="*/ 25757 h 95994"/>
                      <a:gd name="connsiteX24" fmla="*/ 3082 w 63431"/>
                      <a:gd name="connsiteY24" fmla="*/ 40728 h 95994"/>
                      <a:gd name="connsiteX25" fmla="*/ 17215 w 63431"/>
                      <a:gd name="connsiteY25" fmla="*/ 48977 h 95994"/>
                      <a:gd name="connsiteX26" fmla="*/ 12636 w 63431"/>
                      <a:gd name="connsiteY26" fmla="*/ 68747 h 95994"/>
                      <a:gd name="connsiteX27" fmla="*/ 17116 w 63431"/>
                      <a:gd name="connsiteY27" fmla="*/ 57544 h 95994"/>
                      <a:gd name="connsiteX28" fmla="*/ 29723 w 63431"/>
                      <a:gd name="connsiteY28" fmla="*/ 53518 h 95994"/>
                      <a:gd name="connsiteX29" fmla="*/ 42330 w 63431"/>
                      <a:gd name="connsiteY29" fmla="*/ 57544 h 95994"/>
                      <a:gd name="connsiteX30" fmla="*/ 46889 w 63431"/>
                      <a:gd name="connsiteY30" fmla="*/ 68747 h 95994"/>
                      <a:gd name="connsiteX31" fmla="*/ 42330 w 63431"/>
                      <a:gd name="connsiteY31" fmla="*/ 79971 h 95994"/>
                      <a:gd name="connsiteX32" fmla="*/ 29723 w 63431"/>
                      <a:gd name="connsiteY32" fmla="*/ 83996 h 95994"/>
                      <a:gd name="connsiteX33" fmla="*/ 17116 w 63431"/>
                      <a:gd name="connsiteY33" fmla="*/ 79971 h 95994"/>
                      <a:gd name="connsiteX34" fmla="*/ 12636 w 63431"/>
                      <a:gd name="connsiteY34" fmla="*/ 68747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29723" y="43663"/>
                        </a:moveTo>
                        <a:cubicBezTo>
                          <a:pt x="23776" y="43663"/>
                          <a:pt x="19098" y="42070"/>
                          <a:pt x="15688" y="38884"/>
                        </a:cubicBezTo>
                        <a:cubicBezTo>
                          <a:pt x="12292" y="35698"/>
                          <a:pt x="10594" y="31323"/>
                          <a:pt x="10594" y="25757"/>
                        </a:cubicBezTo>
                        <a:cubicBezTo>
                          <a:pt x="10594" y="20178"/>
                          <a:pt x="12292" y="15796"/>
                          <a:pt x="15688" y="12610"/>
                        </a:cubicBezTo>
                        <a:cubicBezTo>
                          <a:pt x="19098" y="9424"/>
                          <a:pt x="23776" y="7831"/>
                          <a:pt x="29723" y="7831"/>
                        </a:cubicBezTo>
                        <a:cubicBezTo>
                          <a:pt x="35669" y="7831"/>
                          <a:pt x="40354" y="9431"/>
                          <a:pt x="43777" y="12630"/>
                        </a:cubicBezTo>
                        <a:cubicBezTo>
                          <a:pt x="47212" y="15842"/>
                          <a:pt x="48930" y="20218"/>
                          <a:pt x="48930" y="25757"/>
                        </a:cubicBezTo>
                        <a:cubicBezTo>
                          <a:pt x="48930" y="31323"/>
                          <a:pt x="47226" y="35698"/>
                          <a:pt x="43816" y="38884"/>
                        </a:cubicBezTo>
                        <a:cubicBezTo>
                          <a:pt x="40420" y="42070"/>
                          <a:pt x="35722" y="43663"/>
                          <a:pt x="29723" y="43663"/>
                        </a:cubicBezTo>
                        <a:close/>
                        <a:moveTo>
                          <a:pt x="17215" y="48977"/>
                        </a:moveTo>
                        <a:cubicBezTo>
                          <a:pt x="11850" y="50299"/>
                          <a:pt x="7667" y="52798"/>
                          <a:pt x="4667" y="56473"/>
                        </a:cubicBezTo>
                        <a:cubicBezTo>
                          <a:pt x="1681" y="60161"/>
                          <a:pt x="187" y="64649"/>
                          <a:pt x="187" y="69937"/>
                        </a:cubicBezTo>
                        <a:cubicBezTo>
                          <a:pt x="187" y="77327"/>
                          <a:pt x="2817" y="83170"/>
                          <a:pt x="8077" y="87466"/>
                        </a:cubicBezTo>
                        <a:cubicBezTo>
                          <a:pt x="13349" y="91763"/>
                          <a:pt x="20565" y="93911"/>
                          <a:pt x="29723" y="93911"/>
                        </a:cubicBezTo>
                        <a:cubicBezTo>
                          <a:pt x="38933" y="93911"/>
                          <a:pt x="46162" y="91763"/>
                          <a:pt x="51408" y="87466"/>
                        </a:cubicBezTo>
                        <a:cubicBezTo>
                          <a:pt x="56654" y="83170"/>
                          <a:pt x="59278" y="77327"/>
                          <a:pt x="59278" y="69937"/>
                        </a:cubicBezTo>
                        <a:cubicBezTo>
                          <a:pt x="59278" y="64649"/>
                          <a:pt x="57778" y="60161"/>
                          <a:pt x="54778" y="56473"/>
                        </a:cubicBezTo>
                        <a:cubicBezTo>
                          <a:pt x="51791" y="52798"/>
                          <a:pt x="47635" y="50299"/>
                          <a:pt x="42310" y="48977"/>
                        </a:cubicBezTo>
                        <a:cubicBezTo>
                          <a:pt x="48336" y="47576"/>
                          <a:pt x="53027" y="44826"/>
                          <a:pt x="56384" y="40728"/>
                        </a:cubicBezTo>
                        <a:cubicBezTo>
                          <a:pt x="59753" y="36643"/>
                          <a:pt x="61438" y="31653"/>
                          <a:pt x="61438" y="25757"/>
                        </a:cubicBezTo>
                        <a:cubicBezTo>
                          <a:pt x="61438" y="16781"/>
                          <a:pt x="58703" y="9894"/>
                          <a:pt x="53232" y="5095"/>
                        </a:cubicBezTo>
                        <a:cubicBezTo>
                          <a:pt x="47761" y="309"/>
                          <a:pt x="39924" y="-2083"/>
                          <a:pt x="29723" y="-2083"/>
                        </a:cubicBezTo>
                        <a:cubicBezTo>
                          <a:pt x="19534" y="-2083"/>
                          <a:pt x="11698" y="309"/>
                          <a:pt x="6213" y="5095"/>
                        </a:cubicBezTo>
                        <a:cubicBezTo>
                          <a:pt x="743" y="9894"/>
                          <a:pt x="-1993" y="16781"/>
                          <a:pt x="-1993" y="25757"/>
                        </a:cubicBezTo>
                        <a:cubicBezTo>
                          <a:pt x="-1993" y="31653"/>
                          <a:pt x="-301" y="36643"/>
                          <a:pt x="3082" y="40728"/>
                        </a:cubicBezTo>
                        <a:cubicBezTo>
                          <a:pt x="6478" y="44826"/>
                          <a:pt x="11189" y="47576"/>
                          <a:pt x="17215" y="48977"/>
                        </a:cubicBezTo>
                        <a:close/>
                        <a:moveTo>
                          <a:pt x="12636" y="68747"/>
                        </a:moveTo>
                        <a:cubicBezTo>
                          <a:pt x="12636" y="63962"/>
                          <a:pt x="14129" y="60227"/>
                          <a:pt x="17116" y="57544"/>
                        </a:cubicBezTo>
                        <a:cubicBezTo>
                          <a:pt x="20115" y="54860"/>
                          <a:pt x="24318" y="53518"/>
                          <a:pt x="29723" y="53518"/>
                        </a:cubicBezTo>
                        <a:cubicBezTo>
                          <a:pt x="35101" y="53518"/>
                          <a:pt x="39303" y="54860"/>
                          <a:pt x="42330" y="57544"/>
                        </a:cubicBezTo>
                        <a:cubicBezTo>
                          <a:pt x="45369" y="60227"/>
                          <a:pt x="46889" y="63962"/>
                          <a:pt x="46889" y="68747"/>
                        </a:cubicBezTo>
                        <a:cubicBezTo>
                          <a:pt x="46889" y="73546"/>
                          <a:pt x="45369" y="77287"/>
                          <a:pt x="42330" y="79971"/>
                        </a:cubicBezTo>
                        <a:cubicBezTo>
                          <a:pt x="39303" y="82654"/>
                          <a:pt x="35101" y="83996"/>
                          <a:pt x="29723" y="83996"/>
                        </a:cubicBezTo>
                        <a:cubicBezTo>
                          <a:pt x="24318" y="83996"/>
                          <a:pt x="20115" y="82654"/>
                          <a:pt x="17116" y="79971"/>
                        </a:cubicBezTo>
                        <a:cubicBezTo>
                          <a:pt x="14129" y="77287"/>
                          <a:pt x="12636" y="73546"/>
                          <a:pt x="12636" y="6874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4" name="Freeform: Shape 253">
                    <a:extLst>
                      <a:ext uri="{FF2B5EF4-FFF2-40B4-BE49-F238E27FC236}">
                        <a16:creationId xmlns:a16="http://schemas.microsoft.com/office/drawing/2014/main" id="{8AC2FFF2-D847-A564-859C-22A8E1B73AE5}"/>
                      </a:ext>
                    </a:extLst>
                  </p:cNvPr>
                  <p:cNvSpPr/>
                  <p:nvPr/>
                </p:nvSpPr>
                <p:spPr>
                  <a:xfrm flipV="1">
                    <a:off x="-5393308" y="4439969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96 h 95994"/>
                      <a:gd name="connsiteX1" fmla="*/ 15437 w 63926"/>
                      <a:gd name="connsiteY1" fmla="*/ 74478 h 95994"/>
                      <a:gd name="connsiteX2" fmla="*/ 10580 w 63926"/>
                      <a:gd name="connsiteY2" fmla="*/ 45884 h 95994"/>
                      <a:gd name="connsiteX3" fmla="*/ 15437 w 63926"/>
                      <a:gd name="connsiteY3" fmla="*/ 17349 h 95994"/>
                      <a:gd name="connsiteX4" fmla="*/ 29966 w 63926"/>
                      <a:gd name="connsiteY4" fmla="*/ 7831 h 95994"/>
                      <a:gd name="connsiteX5" fmla="*/ 44556 w 63926"/>
                      <a:gd name="connsiteY5" fmla="*/ 17349 h 95994"/>
                      <a:gd name="connsiteX6" fmla="*/ 49432 w 63926"/>
                      <a:gd name="connsiteY6" fmla="*/ 45884 h 95994"/>
                      <a:gd name="connsiteX7" fmla="*/ 44556 w 63926"/>
                      <a:gd name="connsiteY7" fmla="*/ 74478 h 95994"/>
                      <a:gd name="connsiteX8" fmla="*/ 29966 w 63926"/>
                      <a:gd name="connsiteY8" fmla="*/ 83996 h 95994"/>
                      <a:gd name="connsiteX9" fmla="*/ 29966 w 63926"/>
                      <a:gd name="connsiteY9" fmla="*/ 93911 h 95994"/>
                      <a:gd name="connsiteX10" fmla="*/ 53733 w 63926"/>
                      <a:gd name="connsiteY10" fmla="*/ 81597 h 95994"/>
                      <a:gd name="connsiteX11" fmla="*/ 61940 w 63926"/>
                      <a:gd name="connsiteY11" fmla="*/ 45884 h 95994"/>
                      <a:gd name="connsiteX12" fmla="*/ 53733 w 63926"/>
                      <a:gd name="connsiteY12" fmla="*/ 10211 h 95994"/>
                      <a:gd name="connsiteX13" fmla="*/ 29966 w 63926"/>
                      <a:gd name="connsiteY13" fmla="*/ -2083 h 95994"/>
                      <a:gd name="connsiteX14" fmla="*/ 6219 w 63926"/>
                      <a:gd name="connsiteY14" fmla="*/ 10211 h 95994"/>
                      <a:gd name="connsiteX15" fmla="*/ -1987 w 63926"/>
                      <a:gd name="connsiteY15" fmla="*/ 45884 h 95994"/>
                      <a:gd name="connsiteX16" fmla="*/ 6219 w 63926"/>
                      <a:gd name="connsiteY16" fmla="*/ 81597 h 95994"/>
                      <a:gd name="connsiteX17" fmla="*/ 29966 w 63926"/>
                      <a:gd name="connsiteY17" fmla="*/ 9391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96"/>
                        </a:moveTo>
                        <a:cubicBezTo>
                          <a:pt x="23531" y="83996"/>
                          <a:pt x="18688" y="80823"/>
                          <a:pt x="15437" y="74478"/>
                        </a:cubicBezTo>
                        <a:cubicBezTo>
                          <a:pt x="12199" y="68146"/>
                          <a:pt x="10580" y="58614"/>
                          <a:pt x="10580" y="45884"/>
                        </a:cubicBezTo>
                        <a:cubicBezTo>
                          <a:pt x="10580" y="33206"/>
                          <a:pt x="12199" y="23695"/>
                          <a:pt x="15437" y="17349"/>
                        </a:cubicBezTo>
                        <a:cubicBezTo>
                          <a:pt x="18688" y="11004"/>
                          <a:pt x="23531" y="7831"/>
                          <a:pt x="29966" y="7831"/>
                        </a:cubicBezTo>
                        <a:cubicBezTo>
                          <a:pt x="36455" y="7831"/>
                          <a:pt x="41318" y="11004"/>
                          <a:pt x="44556" y="17349"/>
                        </a:cubicBezTo>
                        <a:cubicBezTo>
                          <a:pt x="47806" y="23695"/>
                          <a:pt x="49432" y="33206"/>
                          <a:pt x="49432" y="45884"/>
                        </a:cubicBezTo>
                        <a:cubicBezTo>
                          <a:pt x="49432" y="58614"/>
                          <a:pt x="47806" y="68146"/>
                          <a:pt x="44556" y="74478"/>
                        </a:cubicBezTo>
                        <a:cubicBezTo>
                          <a:pt x="41318" y="80823"/>
                          <a:pt x="36455" y="83996"/>
                          <a:pt x="29966" y="83996"/>
                        </a:cubicBezTo>
                        <a:close/>
                        <a:moveTo>
                          <a:pt x="29966" y="93911"/>
                        </a:moveTo>
                        <a:cubicBezTo>
                          <a:pt x="40340" y="93911"/>
                          <a:pt x="48262" y="89806"/>
                          <a:pt x="53733" y="81597"/>
                        </a:cubicBezTo>
                        <a:cubicBezTo>
                          <a:pt x="59204" y="73401"/>
                          <a:pt x="61940" y="61496"/>
                          <a:pt x="61940" y="45884"/>
                        </a:cubicBezTo>
                        <a:cubicBezTo>
                          <a:pt x="61940" y="30311"/>
                          <a:pt x="59204" y="18420"/>
                          <a:pt x="53733" y="10211"/>
                        </a:cubicBezTo>
                        <a:cubicBezTo>
                          <a:pt x="48262" y="2015"/>
                          <a:pt x="40340" y="-2083"/>
                          <a:pt x="29966" y="-2083"/>
                        </a:cubicBezTo>
                        <a:cubicBezTo>
                          <a:pt x="19606" y="-2083"/>
                          <a:pt x="11690" y="2015"/>
                          <a:pt x="6219" y="10211"/>
                        </a:cubicBezTo>
                        <a:cubicBezTo>
                          <a:pt x="748" y="18420"/>
                          <a:pt x="-1987" y="30311"/>
                          <a:pt x="-1987" y="45884"/>
                        </a:cubicBezTo>
                        <a:cubicBezTo>
                          <a:pt x="-1987" y="61496"/>
                          <a:pt x="748" y="73401"/>
                          <a:pt x="6219" y="81597"/>
                        </a:cubicBezTo>
                        <a:cubicBezTo>
                          <a:pt x="11690" y="89806"/>
                          <a:pt x="19606" y="93911"/>
                          <a:pt x="29966" y="9391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55" name="Graphic 163">
                <a:extLst>
                  <a:ext uri="{FF2B5EF4-FFF2-40B4-BE49-F238E27FC236}">
                    <a16:creationId xmlns:a16="http://schemas.microsoft.com/office/drawing/2014/main" id="{D242C3DE-8BCD-597C-473E-BDB872D8C854}"/>
                  </a:ext>
                </a:extLst>
              </p:cNvPr>
              <p:cNvGrpSpPr/>
              <p:nvPr/>
            </p:nvGrpSpPr>
            <p:grpSpPr>
              <a:xfrm>
                <a:off x="-5556895" y="3986755"/>
                <a:ext cx="324747" cy="95994"/>
                <a:chOff x="-5556895" y="3986755"/>
                <a:chExt cx="324747" cy="95994"/>
              </a:xfrm>
              <a:solidFill>
                <a:srgbClr val="000000"/>
              </a:solidFill>
            </p:grpSpPr>
            <p:sp>
              <p:nvSpPr>
                <p:cNvPr id="256" name="Freeform: Shape 255">
                  <a:extLst>
                    <a:ext uri="{FF2B5EF4-FFF2-40B4-BE49-F238E27FC236}">
                      <a16:creationId xmlns:a16="http://schemas.microsoft.com/office/drawing/2014/main" id="{52C792EC-93F1-43C4-E938-6B106C8EF178}"/>
                    </a:ext>
                  </a:extLst>
                </p:cNvPr>
                <p:cNvSpPr/>
                <p:nvPr/>
              </p:nvSpPr>
              <p:spPr>
                <a:xfrm>
                  <a:off x="-5276550" y="4032729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10 h 12690"/>
                    <a:gd name="connsiteX1" fmla="*/ 58 w 44401"/>
                    <a:gd name="connsiteY1" fmla="*/ 21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10"/>
                      </a:moveTo>
                      <a:lnTo>
                        <a:pt x="58" y="210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57" name="Graphic 163">
                  <a:extLst>
                    <a:ext uri="{FF2B5EF4-FFF2-40B4-BE49-F238E27FC236}">
                      <a16:creationId xmlns:a16="http://schemas.microsoft.com/office/drawing/2014/main" id="{399178C7-78F7-C580-C62C-B014661E91BC}"/>
                    </a:ext>
                  </a:extLst>
                </p:cNvPr>
                <p:cNvGrpSpPr/>
                <p:nvPr/>
              </p:nvGrpSpPr>
              <p:grpSpPr>
                <a:xfrm>
                  <a:off x="-5556895" y="3986755"/>
                  <a:ext cx="227514" cy="95994"/>
                  <a:chOff x="-5556895" y="3986755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258" name="Freeform: Shape 257">
                    <a:extLst>
                      <a:ext uri="{FF2B5EF4-FFF2-40B4-BE49-F238E27FC236}">
                        <a16:creationId xmlns:a16="http://schemas.microsoft.com/office/drawing/2014/main" id="{FB2666DC-B5E7-A27E-25DB-EBBFDBACA608}"/>
                      </a:ext>
                    </a:extLst>
                  </p:cNvPr>
                  <p:cNvSpPr/>
                  <p:nvPr/>
                </p:nvSpPr>
                <p:spPr>
                  <a:xfrm flipV="1">
                    <a:off x="-5556895" y="3988420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495 h 92524"/>
                      <a:gd name="connsiteX1" fmla="*/ 8171 w 67395"/>
                      <a:gd name="connsiteY1" fmla="*/ 30100 h 92524"/>
                      <a:gd name="connsiteX2" fmla="*/ 39767 w 67395"/>
                      <a:gd name="connsiteY2" fmla="*/ 30100 h 92524"/>
                      <a:gd name="connsiteX3" fmla="*/ 39767 w 67395"/>
                      <a:gd name="connsiteY3" fmla="*/ 79495 h 92524"/>
                      <a:gd name="connsiteX4" fmla="*/ 36477 w 67395"/>
                      <a:gd name="connsiteY4" fmla="*/ 90401 h 92524"/>
                      <a:gd name="connsiteX5" fmla="*/ 52216 w 67395"/>
                      <a:gd name="connsiteY5" fmla="*/ 90401 h 92524"/>
                      <a:gd name="connsiteX6" fmla="*/ 52216 w 67395"/>
                      <a:gd name="connsiteY6" fmla="*/ 30100 h 92524"/>
                      <a:gd name="connsiteX7" fmla="*/ 65417 w 67395"/>
                      <a:gd name="connsiteY7" fmla="*/ 30100 h 92524"/>
                      <a:gd name="connsiteX8" fmla="*/ 65417 w 67395"/>
                      <a:gd name="connsiteY8" fmla="*/ 19690 h 92524"/>
                      <a:gd name="connsiteX9" fmla="*/ 52216 w 67395"/>
                      <a:gd name="connsiteY9" fmla="*/ 19690 h 92524"/>
                      <a:gd name="connsiteX10" fmla="*/ 52216 w 67395"/>
                      <a:gd name="connsiteY10" fmla="*/ -2123 h 92524"/>
                      <a:gd name="connsiteX11" fmla="*/ 39767 w 67395"/>
                      <a:gd name="connsiteY11" fmla="*/ -2123 h 92524"/>
                      <a:gd name="connsiteX12" fmla="*/ 39767 w 67395"/>
                      <a:gd name="connsiteY12" fmla="*/ 19690 h 92524"/>
                      <a:gd name="connsiteX13" fmla="*/ -1978 w 67395"/>
                      <a:gd name="connsiteY13" fmla="*/ 19690 h 92524"/>
                      <a:gd name="connsiteX14" fmla="*/ -1978 w 67395"/>
                      <a:gd name="connsiteY14" fmla="*/ 31766 h 92524"/>
                      <a:gd name="connsiteX15" fmla="*/ 36477 w 67395"/>
                      <a:gd name="connsiteY15" fmla="*/ 90401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495"/>
                        </a:moveTo>
                        <a:lnTo>
                          <a:pt x="8171" y="30100"/>
                        </a:lnTo>
                        <a:lnTo>
                          <a:pt x="39767" y="30100"/>
                        </a:lnTo>
                        <a:lnTo>
                          <a:pt x="39767" y="79495"/>
                        </a:lnTo>
                        <a:close/>
                        <a:moveTo>
                          <a:pt x="36477" y="90401"/>
                        </a:moveTo>
                        <a:lnTo>
                          <a:pt x="52216" y="90401"/>
                        </a:lnTo>
                        <a:lnTo>
                          <a:pt x="52216" y="30100"/>
                        </a:lnTo>
                        <a:lnTo>
                          <a:pt x="65417" y="30100"/>
                        </a:lnTo>
                        <a:lnTo>
                          <a:pt x="65417" y="19690"/>
                        </a:lnTo>
                        <a:lnTo>
                          <a:pt x="52216" y="19690"/>
                        </a:lnTo>
                        <a:lnTo>
                          <a:pt x="52216" y="-2123"/>
                        </a:lnTo>
                        <a:lnTo>
                          <a:pt x="39767" y="-2123"/>
                        </a:lnTo>
                        <a:lnTo>
                          <a:pt x="39767" y="19690"/>
                        </a:lnTo>
                        <a:lnTo>
                          <a:pt x="-1978" y="19690"/>
                        </a:lnTo>
                        <a:lnTo>
                          <a:pt x="-1978" y="31766"/>
                        </a:lnTo>
                        <a:lnTo>
                          <a:pt x="36477" y="904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9" name="Freeform: Shape 258">
                    <a:extLst>
                      <a:ext uri="{FF2B5EF4-FFF2-40B4-BE49-F238E27FC236}">
                        <a16:creationId xmlns:a16="http://schemas.microsoft.com/office/drawing/2014/main" id="{55346333-CC52-83EE-AC32-FAC9ADAA83DC}"/>
                      </a:ext>
                    </a:extLst>
                  </p:cNvPr>
                  <p:cNvSpPr/>
                  <p:nvPr/>
                </p:nvSpPr>
                <p:spPr>
                  <a:xfrm flipV="1">
                    <a:off x="-5474398" y="3986755"/>
                    <a:ext cx="63807" cy="95994"/>
                  </a:xfrm>
                  <a:custGeom>
                    <a:avLst/>
                    <a:gdLst>
                      <a:gd name="connsiteX0" fmla="*/ 3975 w 63807"/>
                      <a:gd name="connsiteY0" fmla="*/ 1609 h 95994"/>
                      <a:gd name="connsiteX1" fmla="*/ 3975 w 63807"/>
                      <a:gd name="connsiteY1" fmla="*/ 13011 h 95994"/>
                      <a:gd name="connsiteX2" fmla="*/ 13510 w 63807"/>
                      <a:gd name="connsiteY2" fmla="*/ 9600 h 95994"/>
                      <a:gd name="connsiteX3" fmla="*/ 23005 w 63807"/>
                      <a:gd name="connsiteY3" fmla="*/ 8430 h 95994"/>
                      <a:gd name="connsiteX4" fmla="*/ 41915 w 63807"/>
                      <a:gd name="connsiteY4" fmla="*/ 16759 h 95994"/>
                      <a:gd name="connsiteX5" fmla="*/ 49388 w 63807"/>
                      <a:gd name="connsiteY5" fmla="*/ 42081 h 95994"/>
                      <a:gd name="connsiteX6" fmla="*/ 40270 w 63807"/>
                      <a:gd name="connsiteY6" fmla="*/ 33891 h 95994"/>
                      <a:gd name="connsiteX7" fmla="*/ 28079 w 63807"/>
                      <a:gd name="connsiteY7" fmla="*/ 31036 h 95994"/>
                      <a:gd name="connsiteX8" fmla="*/ 6116 w 63807"/>
                      <a:gd name="connsiteY8" fmla="*/ 39424 h 95994"/>
                      <a:gd name="connsiteX9" fmla="*/ -1971 w 63807"/>
                      <a:gd name="connsiteY9" fmla="*/ 62406 h 95994"/>
                      <a:gd name="connsiteX10" fmla="*/ 6453 w 63807"/>
                      <a:gd name="connsiteY10" fmla="*/ 85249 h 95994"/>
                      <a:gd name="connsiteX11" fmla="*/ 28872 w 63807"/>
                      <a:gd name="connsiteY11" fmla="*/ 93875 h 95994"/>
                      <a:gd name="connsiteX12" fmla="*/ 53372 w 63807"/>
                      <a:gd name="connsiteY12" fmla="*/ 81561 h 95994"/>
                      <a:gd name="connsiteX13" fmla="*/ 61836 w 63807"/>
                      <a:gd name="connsiteY13" fmla="*/ 45848 h 95994"/>
                      <a:gd name="connsiteX14" fmla="*/ 51449 w 63807"/>
                      <a:gd name="connsiteY14" fmla="*/ 10929 h 95994"/>
                      <a:gd name="connsiteX15" fmla="*/ 23560 w 63807"/>
                      <a:gd name="connsiteY15" fmla="*/ -2119 h 95994"/>
                      <a:gd name="connsiteX16" fmla="*/ 14005 w 63807"/>
                      <a:gd name="connsiteY16" fmla="*/ -1187 h 95994"/>
                      <a:gd name="connsiteX17" fmla="*/ 3975 w 63807"/>
                      <a:gd name="connsiteY17" fmla="*/ 1609 h 95994"/>
                      <a:gd name="connsiteX18" fmla="*/ 28872 w 63807"/>
                      <a:gd name="connsiteY18" fmla="*/ 40831 h 95994"/>
                      <a:gd name="connsiteX19" fmla="*/ 42212 w 63807"/>
                      <a:gd name="connsiteY19" fmla="*/ 46582 h 95994"/>
                      <a:gd name="connsiteX20" fmla="*/ 47148 w 63807"/>
                      <a:gd name="connsiteY20" fmla="*/ 62406 h 95994"/>
                      <a:gd name="connsiteX21" fmla="*/ 42212 w 63807"/>
                      <a:gd name="connsiteY21" fmla="*/ 78170 h 95994"/>
                      <a:gd name="connsiteX22" fmla="*/ 28872 w 63807"/>
                      <a:gd name="connsiteY22" fmla="*/ 83960 h 95994"/>
                      <a:gd name="connsiteX23" fmla="*/ 15532 w 63807"/>
                      <a:gd name="connsiteY23" fmla="*/ 78170 h 95994"/>
                      <a:gd name="connsiteX24" fmla="*/ 10616 w 63807"/>
                      <a:gd name="connsiteY24" fmla="*/ 62406 h 95994"/>
                      <a:gd name="connsiteX25" fmla="*/ 15532 w 63807"/>
                      <a:gd name="connsiteY25" fmla="*/ 46582 h 95994"/>
                      <a:gd name="connsiteX26" fmla="*/ 28872 w 63807"/>
                      <a:gd name="connsiteY26" fmla="*/ 408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3975" y="1609"/>
                        </a:moveTo>
                        <a:lnTo>
                          <a:pt x="3975" y="13011"/>
                        </a:lnTo>
                        <a:cubicBezTo>
                          <a:pt x="7120" y="11517"/>
                          <a:pt x="10298" y="10380"/>
                          <a:pt x="13510" y="9600"/>
                        </a:cubicBezTo>
                        <a:cubicBezTo>
                          <a:pt x="16734" y="8820"/>
                          <a:pt x="19899" y="8430"/>
                          <a:pt x="23005" y="8430"/>
                        </a:cubicBezTo>
                        <a:cubicBezTo>
                          <a:pt x="31264" y="8430"/>
                          <a:pt x="37567" y="11206"/>
                          <a:pt x="41915" y="16759"/>
                        </a:cubicBezTo>
                        <a:cubicBezTo>
                          <a:pt x="46276" y="22311"/>
                          <a:pt x="48767" y="30751"/>
                          <a:pt x="49388" y="42081"/>
                        </a:cubicBezTo>
                        <a:cubicBezTo>
                          <a:pt x="46996" y="38525"/>
                          <a:pt x="43957" y="35795"/>
                          <a:pt x="40270" y="33891"/>
                        </a:cubicBezTo>
                        <a:cubicBezTo>
                          <a:pt x="36596" y="31987"/>
                          <a:pt x="32532" y="31036"/>
                          <a:pt x="28079" y="31036"/>
                        </a:cubicBezTo>
                        <a:cubicBezTo>
                          <a:pt x="18829" y="31036"/>
                          <a:pt x="11508" y="33832"/>
                          <a:pt x="6116" y="39424"/>
                        </a:cubicBezTo>
                        <a:cubicBezTo>
                          <a:pt x="724" y="45029"/>
                          <a:pt x="-1971" y="52689"/>
                          <a:pt x="-1971" y="62406"/>
                        </a:cubicBezTo>
                        <a:cubicBezTo>
                          <a:pt x="-1971" y="71897"/>
                          <a:pt x="837" y="79512"/>
                          <a:pt x="6453" y="85249"/>
                        </a:cubicBezTo>
                        <a:cubicBezTo>
                          <a:pt x="12069" y="91000"/>
                          <a:pt x="19542" y="93875"/>
                          <a:pt x="28872" y="93875"/>
                        </a:cubicBezTo>
                        <a:cubicBezTo>
                          <a:pt x="39576" y="93875"/>
                          <a:pt x="47743" y="89770"/>
                          <a:pt x="53372" y="81561"/>
                        </a:cubicBezTo>
                        <a:cubicBezTo>
                          <a:pt x="59015" y="73365"/>
                          <a:pt x="61836" y="61461"/>
                          <a:pt x="61836" y="45848"/>
                        </a:cubicBezTo>
                        <a:cubicBezTo>
                          <a:pt x="61836" y="31267"/>
                          <a:pt x="58374" y="19627"/>
                          <a:pt x="51449" y="10929"/>
                        </a:cubicBezTo>
                        <a:cubicBezTo>
                          <a:pt x="44538" y="2230"/>
                          <a:pt x="35241" y="-2119"/>
                          <a:pt x="23560" y="-2119"/>
                        </a:cubicBezTo>
                        <a:cubicBezTo>
                          <a:pt x="20414" y="-2119"/>
                          <a:pt x="17230" y="-1808"/>
                          <a:pt x="14005" y="-1187"/>
                        </a:cubicBezTo>
                        <a:cubicBezTo>
                          <a:pt x="10794" y="-566"/>
                          <a:pt x="7451" y="366"/>
                          <a:pt x="3975" y="1609"/>
                        </a:cubicBezTo>
                        <a:close/>
                        <a:moveTo>
                          <a:pt x="28872" y="40831"/>
                        </a:moveTo>
                        <a:cubicBezTo>
                          <a:pt x="34488" y="40831"/>
                          <a:pt x="38935" y="42748"/>
                          <a:pt x="42212" y="46582"/>
                        </a:cubicBezTo>
                        <a:cubicBezTo>
                          <a:pt x="45503" y="50429"/>
                          <a:pt x="47148" y="55703"/>
                          <a:pt x="47148" y="62406"/>
                        </a:cubicBezTo>
                        <a:cubicBezTo>
                          <a:pt x="47148" y="69055"/>
                          <a:pt x="45503" y="74310"/>
                          <a:pt x="42212" y="78170"/>
                        </a:cubicBezTo>
                        <a:cubicBezTo>
                          <a:pt x="38935" y="82030"/>
                          <a:pt x="34488" y="83960"/>
                          <a:pt x="28872" y="83960"/>
                        </a:cubicBezTo>
                        <a:cubicBezTo>
                          <a:pt x="23256" y="83960"/>
                          <a:pt x="18809" y="82030"/>
                          <a:pt x="15532" y="78170"/>
                        </a:cubicBezTo>
                        <a:cubicBezTo>
                          <a:pt x="12254" y="74310"/>
                          <a:pt x="10616" y="69055"/>
                          <a:pt x="10616" y="62406"/>
                        </a:cubicBezTo>
                        <a:cubicBezTo>
                          <a:pt x="10616" y="55703"/>
                          <a:pt x="12254" y="50429"/>
                          <a:pt x="15532" y="46582"/>
                        </a:cubicBezTo>
                        <a:cubicBezTo>
                          <a:pt x="18809" y="42748"/>
                          <a:pt x="23256" y="40831"/>
                          <a:pt x="28872" y="408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60" name="Freeform: Shape 259">
                    <a:extLst>
                      <a:ext uri="{FF2B5EF4-FFF2-40B4-BE49-F238E27FC236}">
                        <a16:creationId xmlns:a16="http://schemas.microsoft.com/office/drawing/2014/main" id="{D72CAB0B-E7EB-7F8C-CB28-199458AD9A9F}"/>
                      </a:ext>
                    </a:extLst>
                  </p:cNvPr>
                  <p:cNvSpPr/>
                  <p:nvPr/>
                </p:nvSpPr>
                <p:spPr>
                  <a:xfrm flipV="1">
                    <a:off x="-5393308" y="3986755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60 h 95994"/>
                      <a:gd name="connsiteX1" fmla="*/ 15437 w 63926"/>
                      <a:gd name="connsiteY1" fmla="*/ 74442 h 95994"/>
                      <a:gd name="connsiteX2" fmla="*/ 10580 w 63926"/>
                      <a:gd name="connsiteY2" fmla="*/ 45848 h 95994"/>
                      <a:gd name="connsiteX3" fmla="*/ 15437 w 63926"/>
                      <a:gd name="connsiteY3" fmla="*/ 17314 h 95994"/>
                      <a:gd name="connsiteX4" fmla="*/ 29966 w 63926"/>
                      <a:gd name="connsiteY4" fmla="*/ 7796 h 95994"/>
                      <a:gd name="connsiteX5" fmla="*/ 44556 w 63926"/>
                      <a:gd name="connsiteY5" fmla="*/ 17314 h 95994"/>
                      <a:gd name="connsiteX6" fmla="*/ 49432 w 63926"/>
                      <a:gd name="connsiteY6" fmla="*/ 45848 h 95994"/>
                      <a:gd name="connsiteX7" fmla="*/ 44556 w 63926"/>
                      <a:gd name="connsiteY7" fmla="*/ 74442 h 95994"/>
                      <a:gd name="connsiteX8" fmla="*/ 29966 w 63926"/>
                      <a:gd name="connsiteY8" fmla="*/ 83960 h 95994"/>
                      <a:gd name="connsiteX9" fmla="*/ 29966 w 63926"/>
                      <a:gd name="connsiteY9" fmla="*/ 93875 h 95994"/>
                      <a:gd name="connsiteX10" fmla="*/ 53733 w 63926"/>
                      <a:gd name="connsiteY10" fmla="*/ 81561 h 95994"/>
                      <a:gd name="connsiteX11" fmla="*/ 61940 w 63926"/>
                      <a:gd name="connsiteY11" fmla="*/ 45848 h 95994"/>
                      <a:gd name="connsiteX12" fmla="*/ 53733 w 63926"/>
                      <a:gd name="connsiteY12" fmla="*/ 10175 h 95994"/>
                      <a:gd name="connsiteX13" fmla="*/ 29966 w 63926"/>
                      <a:gd name="connsiteY13" fmla="*/ -2119 h 95994"/>
                      <a:gd name="connsiteX14" fmla="*/ 6219 w 63926"/>
                      <a:gd name="connsiteY14" fmla="*/ 10175 h 95994"/>
                      <a:gd name="connsiteX15" fmla="*/ -1987 w 63926"/>
                      <a:gd name="connsiteY15" fmla="*/ 45848 h 95994"/>
                      <a:gd name="connsiteX16" fmla="*/ 6219 w 63926"/>
                      <a:gd name="connsiteY16" fmla="*/ 81561 h 95994"/>
                      <a:gd name="connsiteX17" fmla="*/ 29966 w 63926"/>
                      <a:gd name="connsiteY17" fmla="*/ 9387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60"/>
                        </a:moveTo>
                        <a:cubicBezTo>
                          <a:pt x="23531" y="83960"/>
                          <a:pt x="18688" y="80788"/>
                          <a:pt x="15437" y="74442"/>
                        </a:cubicBezTo>
                        <a:cubicBezTo>
                          <a:pt x="12199" y="68110"/>
                          <a:pt x="10580" y="58579"/>
                          <a:pt x="10580" y="45848"/>
                        </a:cubicBezTo>
                        <a:cubicBezTo>
                          <a:pt x="10580" y="33171"/>
                          <a:pt x="12199" y="23659"/>
                          <a:pt x="15437" y="17314"/>
                        </a:cubicBezTo>
                        <a:cubicBezTo>
                          <a:pt x="18688" y="10968"/>
                          <a:pt x="23531" y="7796"/>
                          <a:pt x="29966" y="7796"/>
                        </a:cubicBezTo>
                        <a:cubicBezTo>
                          <a:pt x="36455" y="7796"/>
                          <a:pt x="41318" y="10968"/>
                          <a:pt x="44556" y="17314"/>
                        </a:cubicBezTo>
                        <a:cubicBezTo>
                          <a:pt x="47806" y="23659"/>
                          <a:pt x="49432" y="33171"/>
                          <a:pt x="49432" y="45848"/>
                        </a:cubicBezTo>
                        <a:cubicBezTo>
                          <a:pt x="49432" y="58579"/>
                          <a:pt x="47806" y="68110"/>
                          <a:pt x="44556" y="74442"/>
                        </a:cubicBezTo>
                        <a:cubicBezTo>
                          <a:pt x="41318" y="80788"/>
                          <a:pt x="36455" y="83960"/>
                          <a:pt x="29966" y="83960"/>
                        </a:cubicBezTo>
                        <a:close/>
                        <a:moveTo>
                          <a:pt x="29966" y="93875"/>
                        </a:moveTo>
                        <a:cubicBezTo>
                          <a:pt x="40340" y="93875"/>
                          <a:pt x="48262" y="89770"/>
                          <a:pt x="53733" y="81561"/>
                        </a:cubicBezTo>
                        <a:cubicBezTo>
                          <a:pt x="59204" y="73365"/>
                          <a:pt x="61940" y="61461"/>
                          <a:pt x="61940" y="45848"/>
                        </a:cubicBezTo>
                        <a:cubicBezTo>
                          <a:pt x="61940" y="30276"/>
                          <a:pt x="59204" y="18385"/>
                          <a:pt x="53733" y="10175"/>
                        </a:cubicBezTo>
                        <a:cubicBezTo>
                          <a:pt x="48262" y="1979"/>
                          <a:pt x="40340" y="-2119"/>
                          <a:pt x="29966" y="-2119"/>
                        </a:cubicBezTo>
                        <a:cubicBezTo>
                          <a:pt x="19606" y="-2119"/>
                          <a:pt x="11690" y="1979"/>
                          <a:pt x="6219" y="10175"/>
                        </a:cubicBezTo>
                        <a:cubicBezTo>
                          <a:pt x="748" y="18385"/>
                          <a:pt x="-1987" y="30276"/>
                          <a:pt x="-1987" y="45848"/>
                        </a:cubicBezTo>
                        <a:cubicBezTo>
                          <a:pt x="-1987" y="61461"/>
                          <a:pt x="748" y="73365"/>
                          <a:pt x="6219" y="81561"/>
                        </a:cubicBezTo>
                        <a:cubicBezTo>
                          <a:pt x="11690" y="89770"/>
                          <a:pt x="19606" y="93875"/>
                          <a:pt x="29966" y="9387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61" name="Graphic 163">
                <a:extLst>
                  <a:ext uri="{FF2B5EF4-FFF2-40B4-BE49-F238E27FC236}">
                    <a16:creationId xmlns:a16="http://schemas.microsoft.com/office/drawing/2014/main" id="{94D8030E-7086-DC02-F936-DEA7F84C8559}"/>
                  </a:ext>
                </a:extLst>
              </p:cNvPr>
              <p:cNvGrpSpPr/>
              <p:nvPr/>
            </p:nvGrpSpPr>
            <p:grpSpPr>
              <a:xfrm>
                <a:off x="-5553308" y="3533540"/>
                <a:ext cx="321159" cy="95994"/>
                <a:chOff x="-5553308" y="3533540"/>
                <a:chExt cx="321159" cy="95994"/>
              </a:xfrm>
              <a:solidFill>
                <a:srgbClr val="000000"/>
              </a:solidFill>
            </p:grpSpPr>
            <p:sp>
              <p:nvSpPr>
                <p:cNvPr id="262" name="Freeform: Shape 261">
                  <a:extLst>
                    <a:ext uri="{FF2B5EF4-FFF2-40B4-BE49-F238E27FC236}">
                      <a16:creationId xmlns:a16="http://schemas.microsoft.com/office/drawing/2014/main" id="{86C5BCE2-CD80-59E8-916A-62919AC05963}"/>
                    </a:ext>
                  </a:extLst>
                </p:cNvPr>
                <p:cNvSpPr/>
                <p:nvPr/>
              </p:nvSpPr>
              <p:spPr>
                <a:xfrm>
                  <a:off x="-5276550" y="3579515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75 h 12690"/>
                    <a:gd name="connsiteX1" fmla="*/ 58 w 44401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63" name="Graphic 163">
                  <a:extLst>
                    <a:ext uri="{FF2B5EF4-FFF2-40B4-BE49-F238E27FC236}">
                      <a16:creationId xmlns:a16="http://schemas.microsoft.com/office/drawing/2014/main" id="{C4236409-098D-A42E-E272-CE2348D23075}"/>
                    </a:ext>
                  </a:extLst>
                </p:cNvPr>
                <p:cNvGrpSpPr/>
                <p:nvPr/>
              </p:nvGrpSpPr>
              <p:grpSpPr>
                <a:xfrm>
                  <a:off x="-5553308" y="3533540"/>
                  <a:ext cx="223926" cy="95994"/>
                  <a:chOff x="-5553308" y="3533540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64" name="Freeform: Shape 263">
                    <a:extLst>
                      <a:ext uri="{FF2B5EF4-FFF2-40B4-BE49-F238E27FC236}">
                        <a16:creationId xmlns:a16="http://schemas.microsoft.com/office/drawing/2014/main" id="{29ECFC54-2C45-59A7-74A7-088F474C2FC7}"/>
                      </a:ext>
                    </a:extLst>
                  </p:cNvPr>
                  <p:cNvSpPr/>
                  <p:nvPr/>
                </p:nvSpPr>
                <p:spPr>
                  <a:xfrm flipV="1">
                    <a:off x="-5553308" y="3535206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16 h 94328"/>
                      <a:gd name="connsiteX1" fmla="*/ 51056 w 59843"/>
                      <a:gd name="connsiteY1" fmla="*/ 92216 h 94328"/>
                      <a:gd name="connsiteX2" fmla="*/ 51056 w 59843"/>
                      <a:gd name="connsiteY2" fmla="*/ 81667 h 94328"/>
                      <a:gd name="connsiteX3" fmla="*/ 13393 w 59843"/>
                      <a:gd name="connsiteY3" fmla="*/ 81667 h 94328"/>
                      <a:gd name="connsiteX4" fmla="*/ 13393 w 59843"/>
                      <a:gd name="connsiteY4" fmla="*/ 59002 h 94328"/>
                      <a:gd name="connsiteX5" fmla="*/ 18825 w 59843"/>
                      <a:gd name="connsiteY5" fmla="*/ 60390 h 94328"/>
                      <a:gd name="connsiteX6" fmla="*/ 24296 w 59843"/>
                      <a:gd name="connsiteY6" fmla="*/ 60846 h 94328"/>
                      <a:gd name="connsiteX7" fmla="*/ 48816 w 59843"/>
                      <a:gd name="connsiteY7" fmla="*/ 52359 h 94328"/>
                      <a:gd name="connsiteX8" fmla="*/ 57874 w 59843"/>
                      <a:gd name="connsiteY8" fmla="*/ 29376 h 94328"/>
                      <a:gd name="connsiteX9" fmla="*/ 48578 w 59843"/>
                      <a:gd name="connsiteY9" fmla="*/ 6156 h 94328"/>
                      <a:gd name="connsiteX10" fmla="*/ 22373 w 59843"/>
                      <a:gd name="connsiteY10" fmla="*/ -2113 h 94328"/>
                      <a:gd name="connsiteX11" fmla="*/ 10499 w 59843"/>
                      <a:gd name="connsiteY11" fmla="*/ -1121 h 94328"/>
                      <a:gd name="connsiteX12" fmla="*/ -1969 w 59843"/>
                      <a:gd name="connsiteY12" fmla="*/ 1853 h 94328"/>
                      <a:gd name="connsiteX13" fmla="*/ -1969 w 59843"/>
                      <a:gd name="connsiteY13" fmla="*/ 14445 h 94328"/>
                      <a:gd name="connsiteX14" fmla="*/ 9548 w 59843"/>
                      <a:gd name="connsiteY14" fmla="*/ 9924 h 94328"/>
                      <a:gd name="connsiteX15" fmla="*/ 22115 w 59843"/>
                      <a:gd name="connsiteY15" fmla="*/ 8437 h 94328"/>
                      <a:gd name="connsiteX16" fmla="*/ 39083 w 59843"/>
                      <a:gd name="connsiteY16" fmla="*/ 14068 h 94328"/>
                      <a:gd name="connsiteX17" fmla="*/ 45347 w 59843"/>
                      <a:gd name="connsiteY17" fmla="*/ 29376 h 94328"/>
                      <a:gd name="connsiteX18" fmla="*/ 39083 w 59843"/>
                      <a:gd name="connsiteY18" fmla="*/ 44665 h 94328"/>
                      <a:gd name="connsiteX19" fmla="*/ 22115 w 59843"/>
                      <a:gd name="connsiteY19" fmla="*/ 50316 h 94328"/>
                      <a:gd name="connsiteX20" fmla="*/ 12105 w 59843"/>
                      <a:gd name="connsiteY20" fmla="*/ 49206 h 94328"/>
                      <a:gd name="connsiteX21" fmla="*/ 1936 w 59843"/>
                      <a:gd name="connsiteY21" fmla="*/ 45736 h 94328"/>
                      <a:gd name="connsiteX22" fmla="*/ 1936 w 59843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16"/>
                        </a:moveTo>
                        <a:lnTo>
                          <a:pt x="51056" y="92216"/>
                        </a:lnTo>
                        <a:lnTo>
                          <a:pt x="51056" y="81667"/>
                        </a:lnTo>
                        <a:lnTo>
                          <a:pt x="13393" y="81667"/>
                        </a:lnTo>
                        <a:lnTo>
                          <a:pt x="13393" y="59002"/>
                        </a:lnTo>
                        <a:cubicBezTo>
                          <a:pt x="15204" y="59623"/>
                          <a:pt x="17014" y="60086"/>
                          <a:pt x="18825" y="60390"/>
                        </a:cubicBezTo>
                        <a:cubicBezTo>
                          <a:pt x="20648" y="60694"/>
                          <a:pt x="22472" y="60846"/>
                          <a:pt x="24296" y="60846"/>
                        </a:cubicBezTo>
                        <a:cubicBezTo>
                          <a:pt x="34616" y="60846"/>
                          <a:pt x="42790" y="58017"/>
                          <a:pt x="48816" y="52359"/>
                        </a:cubicBezTo>
                        <a:cubicBezTo>
                          <a:pt x="54855" y="46701"/>
                          <a:pt x="57874" y="39040"/>
                          <a:pt x="57874" y="29376"/>
                        </a:cubicBezTo>
                        <a:cubicBezTo>
                          <a:pt x="57874" y="19422"/>
                          <a:pt x="54776" y="11682"/>
                          <a:pt x="48578" y="6156"/>
                        </a:cubicBezTo>
                        <a:cubicBezTo>
                          <a:pt x="42380" y="644"/>
                          <a:pt x="33645" y="-2113"/>
                          <a:pt x="22373" y="-2113"/>
                        </a:cubicBezTo>
                        <a:cubicBezTo>
                          <a:pt x="18488" y="-2113"/>
                          <a:pt x="14530" y="-1782"/>
                          <a:pt x="10499" y="-1121"/>
                        </a:cubicBezTo>
                        <a:cubicBezTo>
                          <a:pt x="6482" y="-460"/>
                          <a:pt x="2326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5" y="12422"/>
                          <a:pt x="5583" y="10915"/>
                          <a:pt x="9548" y="9924"/>
                        </a:cubicBezTo>
                        <a:cubicBezTo>
                          <a:pt x="13512" y="8932"/>
                          <a:pt x="17701" y="8437"/>
                          <a:pt x="22115" y="8437"/>
                        </a:cubicBezTo>
                        <a:cubicBezTo>
                          <a:pt x="29264" y="8437"/>
                          <a:pt x="34920" y="10314"/>
                          <a:pt x="39083" y="14068"/>
                        </a:cubicBezTo>
                        <a:cubicBezTo>
                          <a:pt x="43259" y="17822"/>
                          <a:pt x="45347" y="22925"/>
                          <a:pt x="45347" y="29376"/>
                        </a:cubicBezTo>
                        <a:cubicBezTo>
                          <a:pt x="45347" y="35814"/>
                          <a:pt x="43259" y="40910"/>
                          <a:pt x="39083" y="44665"/>
                        </a:cubicBezTo>
                        <a:cubicBezTo>
                          <a:pt x="34920" y="48432"/>
                          <a:pt x="29264" y="50316"/>
                          <a:pt x="22115" y="50316"/>
                        </a:cubicBezTo>
                        <a:cubicBezTo>
                          <a:pt x="18772" y="50316"/>
                          <a:pt x="15435" y="49946"/>
                          <a:pt x="12105" y="49206"/>
                        </a:cubicBezTo>
                        <a:cubicBezTo>
                          <a:pt x="8788" y="48465"/>
                          <a:pt x="5398" y="47309"/>
                          <a:pt x="1936" y="45736"/>
                        </a:cubicBezTo>
                        <a:lnTo>
                          <a:pt x="1936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65" name="Freeform: Shape 264">
                    <a:extLst>
                      <a:ext uri="{FF2B5EF4-FFF2-40B4-BE49-F238E27FC236}">
                        <a16:creationId xmlns:a16="http://schemas.microsoft.com/office/drawing/2014/main" id="{88041604-E54C-ABDA-F2C8-743AFD95FBD4}"/>
                      </a:ext>
                    </a:extLst>
                  </p:cNvPr>
                  <p:cNvSpPr/>
                  <p:nvPr/>
                </p:nvSpPr>
                <p:spPr>
                  <a:xfrm flipV="1">
                    <a:off x="-5474021" y="3533540"/>
                    <a:ext cx="63926" cy="95994"/>
                  </a:xfrm>
                  <a:custGeom>
                    <a:avLst/>
                    <a:gdLst>
                      <a:gd name="connsiteX0" fmla="*/ 29960 w 63926"/>
                      <a:gd name="connsiteY0" fmla="*/ 83925 h 95994"/>
                      <a:gd name="connsiteX1" fmla="*/ 15430 w 63926"/>
                      <a:gd name="connsiteY1" fmla="*/ 74407 h 95994"/>
                      <a:gd name="connsiteX2" fmla="*/ 10574 w 63926"/>
                      <a:gd name="connsiteY2" fmla="*/ 45813 h 95994"/>
                      <a:gd name="connsiteX3" fmla="*/ 15430 w 63926"/>
                      <a:gd name="connsiteY3" fmla="*/ 17278 h 95994"/>
                      <a:gd name="connsiteX4" fmla="*/ 29960 w 63926"/>
                      <a:gd name="connsiteY4" fmla="*/ 7760 h 95994"/>
                      <a:gd name="connsiteX5" fmla="*/ 44549 w 63926"/>
                      <a:gd name="connsiteY5" fmla="*/ 17278 h 95994"/>
                      <a:gd name="connsiteX6" fmla="*/ 49425 w 63926"/>
                      <a:gd name="connsiteY6" fmla="*/ 45813 h 95994"/>
                      <a:gd name="connsiteX7" fmla="*/ 44549 w 63926"/>
                      <a:gd name="connsiteY7" fmla="*/ 74407 h 95994"/>
                      <a:gd name="connsiteX8" fmla="*/ 29960 w 63926"/>
                      <a:gd name="connsiteY8" fmla="*/ 83925 h 95994"/>
                      <a:gd name="connsiteX9" fmla="*/ 29960 w 63926"/>
                      <a:gd name="connsiteY9" fmla="*/ 93839 h 95994"/>
                      <a:gd name="connsiteX10" fmla="*/ 53727 w 63926"/>
                      <a:gd name="connsiteY10" fmla="*/ 81525 h 95994"/>
                      <a:gd name="connsiteX11" fmla="*/ 61933 w 63926"/>
                      <a:gd name="connsiteY11" fmla="*/ 45813 h 95994"/>
                      <a:gd name="connsiteX12" fmla="*/ 53727 w 63926"/>
                      <a:gd name="connsiteY12" fmla="*/ 10139 h 95994"/>
                      <a:gd name="connsiteX13" fmla="*/ 29960 w 63926"/>
                      <a:gd name="connsiteY13" fmla="*/ -2155 h 95994"/>
                      <a:gd name="connsiteX14" fmla="*/ 6213 w 63926"/>
                      <a:gd name="connsiteY14" fmla="*/ 10139 h 95994"/>
                      <a:gd name="connsiteX15" fmla="*/ -1993 w 63926"/>
                      <a:gd name="connsiteY15" fmla="*/ 45813 h 95994"/>
                      <a:gd name="connsiteX16" fmla="*/ 6213 w 63926"/>
                      <a:gd name="connsiteY16" fmla="*/ 81525 h 95994"/>
                      <a:gd name="connsiteX17" fmla="*/ 29960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0" y="83925"/>
                        </a:moveTo>
                        <a:cubicBezTo>
                          <a:pt x="23524" y="83925"/>
                          <a:pt x="18681" y="80752"/>
                          <a:pt x="15430" y="74407"/>
                        </a:cubicBezTo>
                        <a:cubicBezTo>
                          <a:pt x="12193" y="68074"/>
                          <a:pt x="10574" y="58543"/>
                          <a:pt x="10574" y="45813"/>
                        </a:cubicBezTo>
                        <a:cubicBezTo>
                          <a:pt x="10574" y="33135"/>
                          <a:pt x="12193" y="23623"/>
                          <a:pt x="15430" y="17278"/>
                        </a:cubicBezTo>
                        <a:cubicBezTo>
                          <a:pt x="18681" y="10933"/>
                          <a:pt x="23524" y="7760"/>
                          <a:pt x="29960" y="7760"/>
                        </a:cubicBezTo>
                        <a:cubicBezTo>
                          <a:pt x="36448" y="7760"/>
                          <a:pt x="41312" y="10933"/>
                          <a:pt x="44549" y="17278"/>
                        </a:cubicBezTo>
                        <a:cubicBezTo>
                          <a:pt x="47800" y="23623"/>
                          <a:pt x="49425" y="33135"/>
                          <a:pt x="49425" y="45813"/>
                        </a:cubicBezTo>
                        <a:cubicBezTo>
                          <a:pt x="49425" y="58543"/>
                          <a:pt x="47800" y="68074"/>
                          <a:pt x="44549" y="74407"/>
                        </a:cubicBezTo>
                        <a:cubicBezTo>
                          <a:pt x="41312" y="80752"/>
                          <a:pt x="36448" y="83925"/>
                          <a:pt x="29960" y="83925"/>
                        </a:cubicBezTo>
                        <a:close/>
                        <a:moveTo>
                          <a:pt x="29960" y="93839"/>
                        </a:moveTo>
                        <a:cubicBezTo>
                          <a:pt x="40334" y="93839"/>
                          <a:pt x="48256" y="89735"/>
                          <a:pt x="53727" y="81525"/>
                        </a:cubicBezTo>
                        <a:cubicBezTo>
                          <a:pt x="59198" y="73329"/>
                          <a:pt x="61933" y="61425"/>
                          <a:pt x="61933" y="45813"/>
                        </a:cubicBezTo>
                        <a:cubicBezTo>
                          <a:pt x="61933" y="30240"/>
                          <a:pt x="59198" y="18349"/>
                          <a:pt x="53727" y="10139"/>
                        </a:cubicBezTo>
                        <a:cubicBezTo>
                          <a:pt x="48256" y="1943"/>
                          <a:pt x="40334" y="-2155"/>
                          <a:pt x="29960" y="-2155"/>
                        </a:cubicBezTo>
                        <a:cubicBezTo>
                          <a:pt x="19600" y="-2155"/>
                          <a:pt x="11684" y="1943"/>
                          <a:pt x="6213" y="10139"/>
                        </a:cubicBezTo>
                        <a:cubicBezTo>
                          <a:pt x="742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2" y="73329"/>
                          <a:pt x="6213" y="81525"/>
                        </a:cubicBezTo>
                        <a:cubicBezTo>
                          <a:pt x="11684" y="89735"/>
                          <a:pt x="19600" y="93839"/>
                          <a:pt x="29960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66" name="Freeform: Shape 265">
                    <a:extLst>
                      <a:ext uri="{FF2B5EF4-FFF2-40B4-BE49-F238E27FC236}">
                        <a16:creationId xmlns:a16="http://schemas.microsoft.com/office/drawing/2014/main" id="{E92E4202-A614-668E-3E71-FEA15614DED4}"/>
                      </a:ext>
                    </a:extLst>
                  </p:cNvPr>
                  <p:cNvSpPr/>
                  <p:nvPr/>
                </p:nvSpPr>
                <p:spPr>
                  <a:xfrm flipV="1">
                    <a:off x="-5393308" y="3533540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25 h 95994"/>
                      <a:gd name="connsiteX1" fmla="*/ 15437 w 63926"/>
                      <a:gd name="connsiteY1" fmla="*/ 74407 h 95994"/>
                      <a:gd name="connsiteX2" fmla="*/ 10580 w 63926"/>
                      <a:gd name="connsiteY2" fmla="*/ 45813 h 95994"/>
                      <a:gd name="connsiteX3" fmla="*/ 15437 w 63926"/>
                      <a:gd name="connsiteY3" fmla="*/ 17278 h 95994"/>
                      <a:gd name="connsiteX4" fmla="*/ 29966 w 63926"/>
                      <a:gd name="connsiteY4" fmla="*/ 7760 h 95994"/>
                      <a:gd name="connsiteX5" fmla="*/ 44556 w 63926"/>
                      <a:gd name="connsiteY5" fmla="*/ 17278 h 95994"/>
                      <a:gd name="connsiteX6" fmla="*/ 49432 w 63926"/>
                      <a:gd name="connsiteY6" fmla="*/ 45813 h 95994"/>
                      <a:gd name="connsiteX7" fmla="*/ 44556 w 63926"/>
                      <a:gd name="connsiteY7" fmla="*/ 74407 h 95994"/>
                      <a:gd name="connsiteX8" fmla="*/ 29966 w 63926"/>
                      <a:gd name="connsiteY8" fmla="*/ 83925 h 95994"/>
                      <a:gd name="connsiteX9" fmla="*/ 29966 w 63926"/>
                      <a:gd name="connsiteY9" fmla="*/ 93839 h 95994"/>
                      <a:gd name="connsiteX10" fmla="*/ 53733 w 63926"/>
                      <a:gd name="connsiteY10" fmla="*/ 81525 h 95994"/>
                      <a:gd name="connsiteX11" fmla="*/ 61940 w 63926"/>
                      <a:gd name="connsiteY11" fmla="*/ 45813 h 95994"/>
                      <a:gd name="connsiteX12" fmla="*/ 53733 w 63926"/>
                      <a:gd name="connsiteY12" fmla="*/ 10139 h 95994"/>
                      <a:gd name="connsiteX13" fmla="*/ 29966 w 63926"/>
                      <a:gd name="connsiteY13" fmla="*/ -2155 h 95994"/>
                      <a:gd name="connsiteX14" fmla="*/ 6219 w 63926"/>
                      <a:gd name="connsiteY14" fmla="*/ 10139 h 95994"/>
                      <a:gd name="connsiteX15" fmla="*/ -1987 w 63926"/>
                      <a:gd name="connsiteY15" fmla="*/ 45813 h 95994"/>
                      <a:gd name="connsiteX16" fmla="*/ 6219 w 63926"/>
                      <a:gd name="connsiteY16" fmla="*/ 81525 h 95994"/>
                      <a:gd name="connsiteX17" fmla="*/ 29966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25"/>
                        </a:moveTo>
                        <a:cubicBezTo>
                          <a:pt x="23531" y="83925"/>
                          <a:pt x="18688" y="80752"/>
                          <a:pt x="15437" y="74407"/>
                        </a:cubicBezTo>
                        <a:cubicBezTo>
                          <a:pt x="12199" y="68074"/>
                          <a:pt x="10580" y="58543"/>
                          <a:pt x="10580" y="45813"/>
                        </a:cubicBezTo>
                        <a:cubicBezTo>
                          <a:pt x="10580" y="33135"/>
                          <a:pt x="12199" y="23623"/>
                          <a:pt x="15437" y="17278"/>
                        </a:cubicBezTo>
                        <a:cubicBezTo>
                          <a:pt x="18688" y="10933"/>
                          <a:pt x="23531" y="7760"/>
                          <a:pt x="29966" y="7760"/>
                        </a:cubicBezTo>
                        <a:cubicBezTo>
                          <a:pt x="36455" y="7760"/>
                          <a:pt x="41318" y="10933"/>
                          <a:pt x="44556" y="17278"/>
                        </a:cubicBezTo>
                        <a:cubicBezTo>
                          <a:pt x="47806" y="23623"/>
                          <a:pt x="49432" y="33135"/>
                          <a:pt x="49432" y="45813"/>
                        </a:cubicBezTo>
                        <a:cubicBezTo>
                          <a:pt x="49432" y="58543"/>
                          <a:pt x="47806" y="68074"/>
                          <a:pt x="44556" y="74407"/>
                        </a:cubicBezTo>
                        <a:cubicBezTo>
                          <a:pt x="41318" y="80752"/>
                          <a:pt x="36455" y="83925"/>
                          <a:pt x="29966" y="83925"/>
                        </a:cubicBezTo>
                        <a:close/>
                        <a:moveTo>
                          <a:pt x="29966" y="93839"/>
                        </a:moveTo>
                        <a:cubicBezTo>
                          <a:pt x="40340" y="93839"/>
                          <a:pt x="48262" y="89735"/>
                          <a:pt x="53733" y="81525"/>
                        </a:cubicBezTo>
                        <a:cubicBezTo>
                          <a:pt x="59204" y="73329"/>
                          <a:pt x="61940" y="61425"/>
                          <a:pt x="61940" y="45813"/>
                        </a:cubicBezTo>
                        <a:cubicBezTo>
                          <a:pt x="61940" y="30240"/>
                          <a:pt x="59204" y="18349"/>
                          <a:pt x="53733" y="10139"/>
                        </a:cubicBezTo>
                        <a:cubicBezTo>
                          <a:pt x="48262" y="1943"/>
                          <a:pt x="40340" y="-2155"/>
                          <a:pt x="29966" y="-2155"/>
                        </a:cubicBezTo>
                        <a:cubicBezTo>
                          <a:pt x="19606" y="-2155"/>
                          <a:pt x="11690" y="1943"/>
                          <a:pt x="6219" y="10139"/>
                        </a:cubicBezTo>
                        <a:cubicBezTo>
                          <a:pt x="748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48" y="73329"/>
                          <a:pt x="6219" y="81525"/>
                        </a:cubicBezTo>
                        <a:cubicBezTo>
                          <a:pt x="11690" y="89735"/>
                          <a:pt x="19606" y="93839"/>
                          <a:pt x="29966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67" name="Graphic 163">
                <a:extLst>
                  <a:ext uri="{FF2B5EF4-FFF2-40B4-BE49-F238E27FC236}">
                    <a16:creationId xmlns:a16="http://schemas.microsoft.com/office/drawing/2014/main" id="{E5D882DF-32C1-F194-AE93-58FCE60E88C1}"/>
                  </a:ext>
                </a:extLst>
              </p:cNvPr>
              <p:cNvGrpSpPr/>
              <p:nvPr/>
            </p:nvGrpSpPr>
            <p:grpSpPr>
              <a:xfrm>
                <a:off x="-5553308" y="3080325"/>
                <a:ext cx="321159" cy="95994"/>
                <a:chOff x="-5553308" y="3080325"/>
                <a:chExt cx="321159" cy="95994"/>
              </a:xfrm>
              <a:solidFill>
                <a:srgbClr val="000000"/>
              </a:solidFill>
            </p:grpSpPr>
            <p:sp>
              <p:nvSpPr>
                <p:cNvPr id="268" name="Freeform: Shape 267">
                  <a:extLst>
                    <a:ext uri="{FF2B5EF4-FFF2-40B4-BE49-F238E27FC236}">
                      <a16:creationId xmlns:a16="http://schemas.microsoft.com/office/drawing/2014/main" id="{6A4F6464-84F5-5D0D-284F-3127F398D6C3}"/>
                    </a:ext>
                  </a:extLst>
                </p:cNvPr>
                <p:cNvSpPr/>
                <p:nvPr/>
              </p:nvSpPr>
              <p:spPr>
                <a:xfrm>
                  <a:off x="-5276550" y="3126300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39 h 12690"/>
                    <a:gd name="connsiteX1" fmla="*/ 58 w 44401"/>
                    <a:gd name="connsiteY1" fmla="*/ 13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39"/>
                      </a:moveTo>
                      <a:lnTo>
                        <a:pt x="58" y="139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69" name="Graphic 163">
                  <a:extLst>
                    <a:ext uri="{FF2B5EF4-FFF2-40B4-BE49-F238E27FC236}">
                      <a16:creationId xmlns:a16="http://schemas.microsoft.com/office/drawing/2014/main" id="{438D28AB-4316-544E-B915-5CF327DFAA33}"/>
                    </a:ext>
                  </a:extLst>
                </p:cNvPr>
                <p:cNvGrpSpPr/>
                <p:nvPr/>
              </p:nvGrpSpPr>
              <p:grpSpPr>
                <a:xfrm>
                  <a:off x="-5553308" y="3080325"/>
                  <a:ext cx="223926" cy="95994"/>
                  <a:chOff x="-5553308" y="3080325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70" name="Freeform: Shape 269">
                    <a:extLst>
                      <a:ext uri="{FF2B5EF4-FFF2-40B4-BE49-F238E27FC236}">
                        <a16:creationId xmlns:a16="http://schemas.microsoft.com/office/drawing/2014/main" id="{588E0BD8-88D7-39CA-37EF-E7DE33DDA0CD}"/>
                      </a:ext>
                    </a:extLst>
                  </p:cNvPr>
                  <p:cNvSpPr/>
                  <p:nvPr/>
                </p:nvSpPr>
                <p:spPr>
                  <a:xfrm flipV="1">
                    <a:off x="-5553308" y="3081991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80 h 94328"/>
                      <a:gd name="connsiteX1" fmla="*/ 51056 w 59843"/>
                      <a:gd name="connsiteY1" fmla="*/ 92180 h 94328"/>
                      <a:gd name="connsiteX2" fmla="*/ 51056 w 59843"/>
                      <a:gd name="connsiteY2" fmla="*/ 81631 h 94328"/>
                      <a:gd name="connsiteX3" fmla="*/ 13393 w 59843"/>
                      <a:gd name="connsiteY3" fmla="*/ 81631 h 94328"/>
                      <a:gd name="connsiteX4" fmla="*/ 13393 w 59843"/>
                      <a:gd name="connsiteY4" fmla="*/ 58966 h 94328"/>
                      <a:gd name="connsiteX5" fmla="*/ 18825 w 59843"/>
                      <a:gd name="connsiteY5" fmla="*/ 60354 h 94328"/>
                      <a:gd name="connsiteX6" fmla="*/ 24296 w 59843"/>
                      <a:gd name="connsiteY6" fmla="*/ 60810 h 94328"/>
                      <a:gd name="connsiteX7" fmla="*/ 48816 w 59843"/>
                      <a:gd name="connsiteY7" fmla="*/ 52323 h 94328"/>
                      <a:gd name="connsiteX8" fmla="*/ 57874 w 59843"/>
                      <a:gd name="connsiteY8" fmla="*/ 29341 h 94328"/>
                      <a:gd name="connsiteX9" fmla="*/ 48578 w 59843"/>
                      <a:gd name="connsiteY9" fmla="*/ 6120 h 94328"/>
                      <a:gd name="connsiteX10" fmla="*/ 22373 w 59843"/>
                      <a:gd name="connsiteY10" fmla="*/ -2148 h 94328"/>
                      <a:gd name="connsiteX11" fmla="*/ 10499 w 59843"/>
                      <a:gd name="connsiteY11" fmla="*/ -1157 h 94328"/>
                      <a:gd name="connsiteX12" fmla="*/ -1969 w 59843"/>
                      <a:gd name="connsiteY12" fmla="*/ 1817 h 94328"/>
                      <a:gd name="connsiteX13" fmla="*/ -1969 w 59843"/>
                      <a:gd name="connsiteY13" fmla="*/ 14409 h 94328"/>
                      <a:gd name="connsiteX14" fmla="*/ 9548 w 59843"/>
                      <a:gd name="connsiteY14" fmla="*/ 9888 h 94328"/>
                      <a:gd name="connsiteX15" fmla="*/ 22115 w 59843"/>
                      <a:gd name="connsiteY15" fmla="*/ 8401 h 94328"/>
                      <a:gd name="connsiteX16" fmla="*/ 39083 w 59843"/>
                      <a:gd name="connsiteY16" fmla="*/ 14032 h 94328"/>
                      <a:gd name="connsiteX17" fmla="*/ 45347 w 59843"/>
                      <a:gd name="connsiteY17" fmla="*/ 29341 h 94328"/>
                      <a:gd name="connsiteX18" fmla="*/ 39083 w 59843"/>
                      <a:gd name="connsiteY18" fmla="*/ 44629 h 94328"/>
                      <a:gd name="connsiteX19" fmla="*/ 22115 w 59843"/>
                      <a:gd name="connsiteY19" fmla="*/ 50281 h 94328"/>
                      <a:gd name="connsiteX20" fmla="*/ 12105 w 59843"/>
                      <a:gd name="connsiteY20" fmla="*/ 49170 h 94328"/>
                      <a:gd name="connsiteX21" fmla="*/ 1936 w 59843"/>
                      <a:gd name="connsiteY21" fmla="*/ 45700 h 94328"/>
                      <a:gd name="connsiteX22" fmla="*/ 1936 w 59843"/>
                      <a:gd name="connsiteY22" fmla="*/ 9218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80"/>
                        </a:moveTo>
                        <a:lnTo>
                          <a:pt x="51056" y="92180"/>
                        </a:lnTo>
                        <a:lnTo>
                          <a:pt x="51056" y="81631"/>
                        </a:lnTo>
                        <a:lnTo>
                          <a:pt x="13393" y="81631"/>
                        </a:lnTo>
                        <a:lnTo>
                          <a:pt x="13393" y="58966"/>
                        </a:lnTo>
                        <a:cubicBezTo>
                          <a:pt x="15204" y="59587"/>
                          <a:pt x="17014" y="60050"/>
                          <a:pt x="18825" y="60354"/>
                        </a:cubicBezTo>
                        <a:cubicBezTo>
                          <a:pt x="20648" y="60658"/>
                          <a:pt x="22472" y="60810"/>
                          <a:pt x="24296" y="60810"/>
                        </a:cubicBezTo>
                        <a:cubicBezTo>
                          <a:pt x="34616" y="60810"/>
                          <a:pt x="42790" y="57981"/>
                          <a:pt x="48816" y="52323"/>
                        </a:cubicBezTo>
                        <a:cubicBezTo>
                          <a:pt x="54855" y="46665"/>
                          <a:pt x="57874" y="39004"/>
                          <a:pt x="57874" y="29341"/>
                        </a:cubicBezTo>
                        <a:cubicBezTo>
                          <a:pt x="57874" y="19386"/>
                          <a:pt x="54776" y="11646"/>
                          <a:pt x="48578" y="6120"/>
                        </a:cubicBezTo>
                        <a:cubicBezTo>
                          <a:pt x="42380" y="608"/>
                          <a:pt x="33645" y="-2148"/>
                          <a:pt x="22373" y="-2148"/>
                        </a:cubicBezTo>
                        <a:cubicBezTo>
                          <a:pt x="18488" y="-2148"/>
                          <a:pt x="14530" y="-1818"/>
                          <a:pt x="10499" y="-1157"/>
                        </a:cubicBezTo>
                        <a:cubicBezTo>
                          <a:pt x="6482" y="-496"/>
                          <a:pt x="2326" y="495"/>
                          <a:pt x="-1969" y="1817"/>
                        </a:cubicBezTo>
                        <a:lnTo>
                          <a:pt x="-1969" y="14409"/>
                        </a:lnTo>
                        <a:cubicBezTo>
                          <a:pt x="1745" y="12387"/>
                          <a:pt x="5583" y="10879"/>
                          <a:pt x="9548" y="9888"/>
                        </a:cubicBezTo>
                        <a:cubicBezTo>
                          <a:pt x="13512" y="8897"/>
                          <a:pt x="17701" y="8401"/>
                          <a:pt x="22115" y="8401"/>
                        </a:cubicBezTo>
                        <a:cubicBezTo>
                          <a:pt x="29264" y="8401"/>
                          <a:pt x="34920" y="10278"/>
                          <a:pt x="39083" y="14032"/>
                        </a:cubicBezTo>
                        <a:cubicBezTo>
                          <a:pt x="43259" y="17787"/>
                          <a:pt x="45347" y="22889"/>
                          <a:pt x="45347" y="29341"/>
                        </a:cubicBezTo>
                        <a:cubicBezTo>
                          <a:pt x="45347" y="35779"/>
                          <a:pt x="43259" y="40875"/>
                          <a:pt x="39083" y="44629"/>
                        </a:cubicBezTo>
                        <a:cubicBezTo>
                          <a:pt x="34920" y="48397"/>
                          <a:pt x="29264" y="50281"/>
                          <a:pt x="22115" y="50281"/>
                        </a:cubicBezTo>
                        <a:cubicBezTo>
                          <a:pt x="18772" y="50281"/>
                          <a:pt x="15435" y="49910"/>
                          <a:pt x="12105" y="49170"/>
                        </a:cubicBezTo>
                        <a:cubicBezTo>
                          <a:pt x="8788" y="48430"/>
                          <a:pt x="5398" y="47273"/>
                          <a:pt x="1936" y="45700"/>
                        </a:cubicBezTo>
                        <a:lnTo>
                          <a:pt x="1936" y="9218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71" name="Freeform: Shape 270">
                    <a:extLst>
                      <a:ext uri="{FF2B5EF4-FFF2-40B4-BE49-F238E27FC236}">
                        <a16:creationId xmlns:a16="http://schemas.microsoft.com/office/drawing/2014/main" id="{18457653-9284-7579-9314-4476EBD833AB}"/>
                      </a:ext>
                    </a:extLst>
                  </p:cNvPr>
                  <p:cNvSpPr/>
                  <p:nvPr/>
                </p:nvSpPr>
                <p:spPr>
                  <a:xfrm flipV="1">
                    <a:off x="-5468451" y="3081991"/>
                    <a:ext cx="55066" cy="92524"/>
                  </a:xfrm>
                  <a:custGeom>
                    <a:avLst/>
                    <a:gdLst>
                      <a:gd name="connsiteX0" fmla="*/ -247 w 55066"/>
                      <a:gd name="connsiteY0" fmla="*/ 8335 h 92524"/>
                      <a:gd name="connsiteX1" fmla="*/ 20190 w 55066"/>
                      <a:gd name="connsiteY1" fmla="*/ 8335 h 92524"/>
                      <a:gd name="connsiteX2" fmla="*/ 20190 w 55066"/>
                      <a:gd name="connsiteY2" fmla="*/ 78928 h 92524"/>
                      <a:gd name="connsiteX3" fmla="*/ -2051 w 55066"/>
                      <a:gd name="connsiteY3" fmla="*/ 74466 h 92524"/>
                      <a:gd name="connsiteX4" fmla="*/ -2051 w 55066"/>
                      <a:gd name="connsiteY4" fmla="*/ 85868 h 92524"/>
                      <a:gd name="connsiteX5" fmla="*/ 20071 w 55066"/>
                      <a:gd name="connsiteY5" fmla="*/ 90330 h 92524"/>
                      <a:gd name="connsiteX6" fmla="*/ 32579 w 55066"/>
                      <a:gd name="connsiteY6" fmla="*/ 90330 h 92524"/>
                      <a:gd name="connsiteX7" fmla="*/ 32579 w 55066"/>
                      <a:gd name="connsiteY7" fmla="*/ 8335 h 92524"/>
                      <a:gd name="connsiteX8" fmla="*/ 53015 w 55066"/>
                      <a:gd name="connsiteY8" fmla="*/ 8335 h 92524"/>
                      <a:gd name="connsiteX9" fmla="*/ 53015 w 55066"/>
                      <a:gd name="connsiteY9" fmla="*/ -2194 h 92524"/>
                      <a:gd name="connsiteX10" fmla="*/ -247 w 55066"/>
                      <a:gd name="connsiteY10" fmla="*/ -2194 h 92524"/>
                      <a:gd name="connsiteX11" fmla="*/ -247 w 55066"/>
                      <a:gd name="connsiteY11" fmla="*/ 833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247" y="8335"/>
                        </a:moveTo>
                        <a:lnTo>
                          <a:pt x="20190" y="8335"/>
                        </a:lnTo>
                        <a:lnTo>
                          <a:pt x="20190" y="78928"/>
                        </a:lnTo>
                        <a:lnTo>
                          <a:pt x="-2051" y="74466"/>
                        </a:lnTo>
                        <a:lnTo>
                          <a:pt x="-2051" y="85868"/>
                        </a:lnTo>
                        <a:lnTo>
                          <a:pt x="20071" y="90330"/>
                        </a:lnTo>
                        <a:lnTo>
                          <a:pt x="32579" y="90330"/>
                        </a:lnTo>
                        <a:lnTo>
                          <a:pt x="32579" y="8335"/>
                        </a:lnTo>
                        <a:lnTo>
                          <a:pt x="53015" y="8335"/>
                        </a:lnTo>
                        <a:lnTo>
                          <a:pt x="53015" y="-2194"/>
                        </a:lnTo>
                        <a:lnTo>
                          <a:pt x="-247" y="-2194"/>
                        </a:lnTo>
                        <a:lnTo>
                          <a:pt x="-247" y="83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72" name="Freeform: Shape 271">
                    <a:extLst>
                      <a:ext uri="{FF2B5EF4-FFF2-40B4-BE49-F238E27FC236}">
                        <a16:creationId xmlns:a16="http://schemas.microsoft.com/office/drawing/2014/main" id="{250C3121-C65E-9966-FF78-6BB1FAC183F5}"/>
                      </a:ext>
                    </a:extLst>
                  </p:cNvPr>
                  <p:cNvSpPr/>
                  <p:nvPr/>
                </p:nvSpPr>
                <p:spPr>
                  <a:xfrm flipV="1">
                    <a:off x="-5393308" y="3080325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89 h 95994"/>
                      <a:gd name="connsiteX1" fmla="*/ 15437 w 63926"/>
                      <a:gd name="connsiteY1" fmla="*/ 74371 h 95994"/>
                      <a:gd name="connsiteX2" fmla="*/ 10580 w 63926"/>
                      <a:gd name="connsiteY2" fmla="*/ 45777 h 95994"/>
                      <a:gd name="connsiteX3" fmla="*/ 15437 w 63926"/>
                      <a:gd name="connsiteY3" fmla="*/ 17242 h 95994"/>
                      <a:gd name="connsiteX4" fmla="*/ 29966 w 63926"/>
                      <a:gd name="connsiteY4" fmla="*/ 7724 h 95994"/>
                      <a:gd name="connsiteX5" fmla="*/ 44556 w 63926"/>
                      <a:gd name="connsiteY5" fmla="*/ 17242 h 95994"/>
                      <a:gd name="connsiteX6" fmla="*/ 49432 w 63926"/>
                      <a:gd name="connsiteY6" fmla="*/ 45777 h 95994"/>
                      <a:gd name="connsiteX7" fmla="*/ 44556 w 63926"/>
                      <a:gd name="connsiteY7" fmla="*/ 74371 h 95994"/>
                      <a:gd name="connsiteX8" fmla="*/ 29966 w 63926"/>
                      <a:gd name="connsiteY8" fmla="*/ 83889 h 95994"/>
                      <a:gd name="connsiteX9" fmla="*/ 29966 w 63926"/>
                      <a:gd name="connsiteY9" fmla="*/ 93804 h 95994"/>
                      <a:gd name="connsiteX10" fmla="*/ 53733 w 63926"/>
                      <a:gd name="connsiteY10" fmla="*/ 81490 h 95994"/>
                      <a:gd name="connsiteX11" fmla="*/ 61940 w 63926"/>
                      <a:gd name="connsiteY11" fmla="*/ 45777 h 95994"/>
                      <a:gd name="connsiteX12" fmla="*/ 53733 w 63926"/>
                      <a:gd name="connsiteY12" fmla="*/ 10104 h 95994"/>
                      <a:gd name="connsiteX13" fmla="*/ 29966 w 63926"/>
                      <a:gd name="connsiteY13" fmla="*/ -2191 h 95994"/>
                      <a:gd name="connsiteX14" fmla="*/ 6219 w 63926"/>
                      <a:gd name="connsiteY14" fmla="*/ 10104 h 95994"/>
                      <a:gd name="connsiteX15" fmla="*/ -1987 w 63926"/>
                      <a:gd name="connsiteY15" fmla="*/ 45777 h 95994"/>
                      <a:gd name="connsiteX16" fmla="*/ 6219 w 63926"/>
                      <a:gd name="connsiteY16" fmla="*/ 81490 h 95994"/>
                      <a:gd name="connsiteX17" fmla="*/ 29966 w 63926"/>
                      <a:gd name="connsiteY17" fmla="*/ 9380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89"/>
                        </a:moveTo>
                        <a:cubicBezTo>
                          <a:pt x="23531" y="83889"/>
                          <a:pt x="18688" y="80716"/>
                          <a:pt x="15437" y="74371"/>
                        </a:cubicBezTo>
                        <a:cubicBezTo>
                          <a:pt x="12199" y="68039"/>
                          <a:pt x="10580" y="58507"/>
                          <a:pt x="10580" y="45777"/>
                        </a:cubicBezTo>
                        <a:cubicBezTo>
                          <a:pt x="10580" y="33099"/>
                          <a:pt x="12199" y="23588"/>
                          <a:pt x="15437" y="17242"/>
                        </a:cubicBezTo>
                        <a:cubicBezTo>
                          <a:pt x="18688" y="10897"/>
                          <a:pt x="23531" y="7724"/>
                          <a:pt x="29966" y="7724"/>
                        </a:cubicBezTo>
                        <a:cubicBezTo>
                          <a:pt x="36455" y="7724"/>
                          <a:pt x="41318" y="10897"/>
                          <a:pt x="44556" y="17242"/>
                        </a:cubicBezTo>
                        <a:cubicBezTo>
                          <a:pt x="47806" y="23588"/>
                          <a:pt x="49432" y="33099"/>
                          <a:pt x="49432" y="45777"/>
                        </a:cubicBezTo>
                        <a:cubicBezTo>
                          <a:pt x="49432" y="58507"/>
                          <a:pt x="47806" y="68039"/>
                          <a:pt x="44556" y="74371"/>
                        </a:cubicBezTo>
                        <a:cubicBezTo>
                          <a:pt x="41318" y="80716"/>
                          <a:pt x="36455" y="83889"/>
                          <a:pt x="29966" y="83889"/>
                        </a:cubicBezTo>
                        <a:close/>
                        <a:moveTo>
                          <a:pt x="29966" y="93804"/>
                        </a:moveTo>
                        <a:cubicBezTo>
                          <a:pt x="40340" y="93804"/>
                          <a:pt x="48262" y="89699"/>
                          <a:pt x="53733" y="81490"/>
                        </a:cubicBezTo>
                        <a:cubicBezTo>
                          <a:pt x="59204" y="73293"/>
                          <a:pt x="61940" y="61389"/>
                          <a:pt x="61940" y="45777"/>
                        </a:cubicBezTo>
                        <a:cubicBezTo>
                          <a:pt x="61940" y="30204"/>
                          <a:pt x="59204" y="18313"/>
                          <a:pt x="53733" y="10104"/>
                        </a:cubicBezTo>
                        <a:cubicBezTo>
                          <a:pt x="48262" y="1908"/>
                          <a:pt x="40340" y="-2191"/>
                          <a:pt x="29966" y="-2191"/>
                        </a:cubicBezTo>
                        <a:cubicBezTo>
                          <a:pt x="19606" y="-2191"/>
                          <a:pt x="11690" y="1908"/>
                          <a:pt x="6219" y="10104"/>
                        </a:cubicBezTo>
                        <a:cubicBezTo>
                          <a:pt x="748" y="18313"/>
                          <a:pt x="-1987" y="30204"/>
                          <a:pt x="-1987" y="45777"/>
                        </a:cubicBezTo>
                        <a:cubicBezTo>
                          <a:pt x="-1987" y="61389"/>
                          <a:pt x="748" y="73293"/>
                          <a:pt x="6219" y="81490"/>
                        </a:cubicBezTo>
                        <a:cubicBezTo>
                          <a:pt x="11690" y="89699"/>
                          <a:pt x="19606" y="93804"/>
                          <a:pt x="29966" y="9380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73" name="Graphic 163">
                <a:extLst>
                  <a:ext uri="{FF2B5EF4-FFF2-40B4-BE49-F238E27FC236}">
                    <a16:creationId xmlns:a16="http://schemas.microsoft.com/office/drawing/2014/main" id="{BD54FDD2-419B-BD92-4CC2-963BE3C5AEDA}"/>
                  </a:ext>
                </a:extLst>
              </p:cNvPr>
              <p:cNvGrpSpPr/>
              <p:nvPr/>
            </p:nvGrpSpPr>
            <p:grpSpPr>
              <a:xfrm>
                <a:off x="-5553308" y="2627111"/>
                <a:ext cx="321159" cy="95994"/>
                <a:chOff x="-5553308" y="2627111"/>
                <a:chExt cx="321159" cy="95994"/>
              </a:xfrm>
              <a:solidFill>
                <a:srgbClr val="000000"/>
              </a:solidFill>
            </p:grpSpPr>
            <p:sp>
              <p:nvSpPr>
                <p:cNvPr id="274" name="Freeform: Shape 273">
                  <a:extLst>
                    <a:ext uri="{FF2B5EF4-FFF2-40B4-BE49-F238E27FC236}">
                      <a16:creationId xmlns:a16="http://schemas.microsoft.com/office/drawing/2014/main" id="{47EEB95F-1435-FE86-BA96-01FF19C099B7}"/>
                    </a:ext>
                  </a:extLst>
                </p:cNvPr>
                <p:cNvSpPr/>
                <p:nvPr/>
              </p:nvSpPr>
              <p:spPr>
                <a:xfrm>
                  <a:off x="-5276550" y="2673085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03 h 12690"/>
                    <a:gd name="connsiteX1" fmla="*/ 58 w 44401"/>
                    <a:gd name="connsiteY1" fmla="*/ 103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03"/>
                      </a:moveTo>
                      <a:lnTo>
                        <a:pt x="58" y="103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75" name="Graphic 163">
                  <a:extLst>
                    <a:ext uri="{FF2B5EF4-FFF2-40B4-BE49-F238E27FC236}">
                      <a16:creationId xmlns:a16="http://schemas.microsoft.com/office/drawing/2014/main" id="{CB43A4FD-7AF3-FFF6-7F9C-880DD26E60CE}"/>
                    </a:ext>
                  </a:extLst>
                </p:cNvPr>
                <p:cNvGrpSpPr/>
                <p:nvPr/>
              </p:nvGrpSpPr>
              <p:grpSpPr>
                <a:xfrm>
                  <a:off x="-5553308" y="2627111"/>
                  <a:ext cx="223926" cy="95994"/>
                  <a:chOff x="-5553308" y="2627111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76" name="Freeform: Shape 275">
                    <a:extLst>
                      <a:ext uri="{FF2B5EF4-FFF2-40B4-BE49-F238E27FC236}">
                        <a16:creationId xmlns:a16="http://schemas.microsoft.com/office/drawing/2014/main" id="{08938F39-1B29-337A-BE08-BAA77685C331}"/>
                      </a:ext>
                    </a:extLst>
                  </p:cNvPr>
                  <p:cNvSpPr/>
                  <p:nvPr/>
                </p:nvSpPr>
                <p:spPr>
                  <a:xfrm flipV="1">
                    <a:off x="-5553308" y="2628776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44 h 94328"/>
                      <a:gd name="connsiteX1" fmla="*/ 51056 w 59843"/>
                      <a:gd name="connsiteY1" fmla="*/ 92144 h 94328"/>
                      <a:gd name="connsiteX2" fmla="*/ 51056 w 59843"/>
                      <a:gd name="connsiteY2" fmla="*/ 81595 h 94328"/>
                      <a:gd name="connsiteX3" fmla="*/ 13393 w 59843"/>
                      <a:gd name="connsiteY3" fmla="*/ 81595 h 94328"/>
                      <a:gd name="connsiteX4" fmla="*/ 13393 w 59843"/>
                      <a:gd name="connsiteY4" fmla="*/ 58930 h 94328"/>
                      <a:gd name="connsiteX5" fmla="*/ 18825 w 59843"/>
                      <a:gd name="connsiteY5" fmla="*/ 60318 h 94328"/>
                      <a:gd name="connsiteX6" fmla="*/ 24296 w 59843"/>
                      <a:gd name="connsiteY6" fmla="*/ 60774 h 94328"/>
                      <a:gd name="connsiteX7" fmla="*/ 48816 w 59843"/>
                      <a:gd name="connsiteY7" fmla="*/ 52287 h 94328"/>
                      <a:gd name="connsiteX8" fmla="*/ 57874 w 59843"/>
                      <a:gd name="connsiteY8" fmla="*/ 29305 h 94328"/>
                      <a:gd name="connsiteX9" fmla="*/ 48578 w 59843"/>
                      <a:gd name="connsiteY9" fmla="*/ 6085 h 94328"/>
                      <a:gd name="connsiteX10" fmla="*/ 22373 w 59843"/>
                      <a:gd name="connsiteY10" fmla="*/ -2184 h 94328"/>
                      <a:gd name="connsiteX11" fmla="*/ 10499 w 59843"/>
                      <a:gd name="connsiteY11" fmla="*/ -1193 h 94328"/>
                      <a:gd name="connsiteX12" fmla="*/ -1969 w 59843"/>
                      <a:gd name="connsiteY12" fmla="*/ 1782 h 94328"/>
                      <a:gd name="connsiteX13" fmla="*/ -1969 w 59843"/>
                      <a:gd name="connsiteY13" fmla="*/ 14373 h 94328"/>
                      <a:gd name="connsiteX14" fmla="*/ 9548 w 59843"/>
                      <a:gd name="connsiteY14" fmla="*/ 9852 h 94328"/>
                      <a:gd name="connsiteX15" fmla="*/ 22115 w 59843"/>
                      <a:gd name="connsiteY15" fmla="*/ 8365 h 94328"/>
                      <a:gd name="connsiteX16" fmla="*/ 39083 w 59843"/>
                      <a:gd name="connsiteY16" fmla="*/ 13997 h 94328"/>
                      <a:gd name="connsiteX17" fmla="*/ 45347 w 59843"/>
                      <a:gd name="connsiteY17" fmla="*/ 29305 h 94328"/>
                      <a:gd name="connsiteX18" fmla="*/ 39083 w 59843"/>
                      <a:gd name="connsiteY18" fmla="*/ 44593 h 94328"/>
                      <a:gd name="connsiteX19" fmla="*/ 22115 w 59843"/>
                      <a:gd name="connsiteY19" fmla="*/ 50245 h 94328"/>
                      <a:gd name="connsiteX20" fmla="*/ 12105 w 59843"/>
                      <a:gd name="connsiteY20" fmla="*/ 49134 h 94328"/>
                      <a:gd name="connsiteX21" fmla="*/ 1936 w 59843"/>
                      <a:gd name="connsiteY21" fmla="*/ 45664 h 94328"/>
                      <a:gd name="connsiteX22" fmla="*/ 1936 w 59843"/>
                      <a:gd name="connsiteY22" fmla="*/ 92144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44"/>
                        </a:moveTo>
                        <a:lnTo>
                          <a:pt x="51056" y="92144"/>
                        </a:lnTo>
                        <a:lnTo>
                          <a:pt x="51056" y="81595"/>
                        </a:lnTo>
                        <a:lnTo>
                          <a:pt x="13393" y="81595"/>
                        </a:lnTo>
                        <a:lnTo>
                          <a:pt x="13393" y="58930"/>
                        </a:lnTo>
                        <a:cubicBezTo>
                          <a:pt x="15204" y="59551"/>
                          <a:pt x="17014" y="60014"/>
                          <a:pt x="18825" y="60318"/>
                        </a:cubicBezTo>
                        <a:cubicBezTo>
                          <a:pt x="20648" y="60622"/>
                          <a:pt x="22472" y="60774"/>
                          <a:pt x="24296" y="60774"/>
                        </a:cubicBezTo>
                        <a:cubicBezTo>
                          <a:pt x="34616" y="60774"/>
                          <a:pt x="42790" y="57945"/>
                          <a:pt x="48816" y="52287"/>
                        </a:cubicBezTo>
                        <a:cubicBezTo>
                          <a:pt x="54855" y="46629"/>
                          <a:pt x="57874" y="38968"/>
                          <a:pt x="57874" y="29305"/>
                        </a:cubicBezTo>
                        <a:cubicBezTo>
                          <a:pt x="57874" y="19351"/>
                          <a:pt x="54776" y="11610"/>
                          <a:pt x="48578" y="6085"/>
                        </a:cubicBezTo>
                        <a:cubicBezTo>
                          <a:pt x="42380" y="572"/>
                          <a:pt x="33645" y="-2184"/>
                          <a:pt x="22373" y="-2184"/>
                        </a:cubicBezTo>
                        <a:cubicBezTo>
                          <a:pt x="18488" y="-2184"/>
                          <a:pt x="14530" y="-1854"/>
                          <a:pt x="10499" y="-1193"/>
                        </a:cubicBezTo>
                        <a:cubicBezTo>
                          <a:pt x="6482" y="-532"/>
                          <a:pt x="2326" y="460"/>
                          <a:pt x="-1969" y="1782"/>
                        </a:cubicBezTo>
                        <a:lnTo>
                          <a:pt x="-1969" y="14373"/>
                        </a:lnTo>
                        <a:cubicBezTo>
                          <a:pt x="1745" y="12351"/>
                          <a:pt x="5583" y="10844"/>
                          <a:pt x="9548" y="9852"/>
                        </a:cubicBezTo>
                        <a:cubicBezTo>
                          <a:pt x="13512" y="8861"/>
                          <a:pt x="17701" y="8365"/>
                          <a:pt x="22115" y="8365"/>
                        </a:cubicBezTo>
                        <a:cubicBezTo>
                          <a:pt x="29264" y="8365"/>
                          <a:pt x="34920" y="10242"/>
                          <a:pt x="39083" y="13997"/>
                        </a:cubicBezTo>
                        <a:cubicBezTo>
                          <a:pt x="43259" y="17751"/>
                          <a:pt x="45347" y="22854"/>
                          <a:pt x="45347" y="29305"/>
                        </a:cubicBezTo>
                        <a:cubicBezTo>
                          <a:pt x="45347" y="35743"/>
                          <a:pt x="43259" y="40839"/>
                          <a:pt x="39083" y="44593"/>
                        </a:cubicBezTo>
                        <a:cubicBezTo>
                          <a:pt x="34920" y="48361"/>
                          <a:pt x="29264" y="50245"/>
                          <a:pt x="22115" y="50245"/>
                        </a:cubicBezTo>
                        <a:cubicBezTo>
                          <a:pt x="18772" y="50245"/>
                          <a:pt x="15435" y="49875"/>
                          <a:pt x="12105" y="49134"/>
                        </a:cubicBezTo>
                        <a:cubicBezTo>
                          <a:pt x="8788" y="48394"/>
                          <a:pt x="5398" y="47237"/>
                          <a:pt x="1936" y="45664"/>
                        </a:cubicBezTo>
                        <a:lnTo>
                          <a:pt x="1936" y="9214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77" name="Freeform: Shape 276">
                    <a:extLst>
                      <a:ext uri="{FF2B5EF4-FFF2-40B4-BE49-F238E27FC236}">
                        <a16:creationId xmlns:a16="http://schemas.microsoft.com/office/drawing/2014/main" id="{A15B924A-0C84-D016-6D7B-A8658E3EB8B8}"/>
                      </a:ext>
                    </a:extLst>
                  </p:cNvPr>
                  <p:cNvSpPr/>
                  <p:nvPr/>
                </p:nvSpPr>
                <p:spPr>
                  <a:xfrm flipV="1">
                    <a:off x="-5473090" y="2627111"/>
                    <a:ext cx="58713" cy="94189"/>
                  </a:xfrm>
                  <a:custGeom>
                    <a:avLst/>
                    <a:gdLst>
                      <a:gd name="connsiteX0" fmla="*/ 13136 w 58713"/>
                      <a:gd name="connsiteY0" fmla="*/ 8258 h 94189"/>
                      <a:gd name="connsiteX1" fmla="*/ 56804 w 58713"/>
                      <a:gd name="connsiteY1" fmla="*/ 8258 h 94189"/>
                      <a:gd name="connsiteX2" fmla="*/ 56804 w 58713"/>
                      <a:gd name="connsiteY2" fmla="*/ -2272 h 94189"/>
                      <a:gd name="connsiteX3" fmla="*/ -1909 w 58713"/>
                      <a:gd name="connsiteY3" fmla="*/ -2272 h 94189"/>
                      <a:gd name="connsiteX4" fmla="*/ -1909 w 58713"/>
                      <a:gd name="connsiteY4" fmla="*/ 8258 h 94189"/>
                      <a:gd name="connsiteX5" fmla="*/ 17497 w 58713"/>
                      <a:gd name="connsiteY5" fmla="*/ 28047 h 94189"/>
                      <a:gd name="connsiteX6" fmla="*/ 32958 w 58713"/>
                      <a:gd name="connsiteY6" fmla="*/ 44089 h 94189"/>
                      <a:gd name="connsiteX7" fmla="*/ 41343 w 58713"/>
                      <a:gd name="connsiteY7" fmla="*/ 55511 h 94189"/>
                      <a:gd name="connsiteX8" fmla="*/ 43742 w 58713"/>
                      <a:gd name="connsiteY8" fmla="*/ 64712 h 94189"/>
                      <a:gd name="connsiteX9" fmla="*/ 38568 w 58713"/>
                      <a:gd name="connsiteY9" fmla="*/ 76729 h 94189"/>
                      <a:gd name="connsiteX10" fmla="*/ 25089 w 58713"/>
                      <a:gd name="connsiteY10" fmla="*/ 81388 h 94189"/>
                      <a:gd name="connsiteX11" fmla="*/ 12660 w 58713"/>
                      <a:gd name="connsiteY11" fmla="*/ 79346 h 94189"/>
                      <a:gd name="connsiteX12" fmla="*/ -1295 w 58713"/>
                      <a:gd name="connsiteY12" fmla="*/ 73139 h 94189"/>
                      <a:gd name="connsiteX13" fmla="*/ -1295 w 58713"/>
                      <a:gd name="connsiteY13" fmla="*/ 85791 h 94189"/>
                      <a:gd name="connsiteX14" fmla="*/ 12819 w 58713"/>
                      <a:gd name="connsiteY14" fmla="*/ 90371 h 94189"/>
                      <a:gd name="connsiteX15" fmla="*/ 24851 w 58713"/>
                      <a:gd name="connsiteY15" fmla="*/ 91918 h 94189"/>
                      <a:gd name="connsiteX16" fmla="*/ 47765 w 58713"/>
                      <a:gd name="connsiteY16" fmla="*/ 84720 h 94189"/>
                      <a:gd name="connsiteX17" fmla="*/ 56309 w 58713"/>
                      <a:gd name="connsiteY17" fmla="*/ 65525 h 94189"/>
                      <a:gd name="connsiteX18" fmla="*/ 54168 w 58713"/>
                      <a:gd name="connsiteY18" fmla="*/ 54698 h 94189"/>
                      <a:gd name="connsiteX19" fmla="*/ 46398 w 58713"/>
                      <a:gd name="connsiteY19" fmla="*/ 42662 h 94189"/>
                      <a:gd name="connsiteX20" fmla="*/ 36546 w 58713"/>
                      <a:gd name="connsiteY20" fmla="*/ 32271 h 94189"/>
                      <a:gd name="connsiteX21" fmla="*/ 13136 w 58713"/>
                      <a:gd name="connsiteY21" fmla="*/ 8258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36" y="8258"/>
                        </a:moveTo>
                        <a:lnTo>
                          <a:pt x="56804" y="8258"/>
                        </a:lnTo>
                        <a:lnTo>
                          <a:pt x="56804" y="-2272"/>
                        </a:lnTo>
                        <a:lnTo>
                          <a:pt x="-1909" y="-2272"/>
                        </a:lnTo>
                        <a:lnTo>
                          <a:pt x="-1909" y="8258"/>
                        </a:lnTo>
                        <a:cubicBezTo>
                          <a:pt x="2835" y="13175"/>
                          <a:pt x="9304" y="19772"/>
                          <a:pt x="17497" y="28047"/>
                        </a:cubicBezTo>
                        <a:cubicBezTo>
                          <a:pt x="25703" y="36336"/>
                          <a:pt x="30857" y="41683"/>
                          <a:pt x="32958" y="44089"/>
                        </a:cubicBezTo>
                        <a:cubicBezTo>
                          <a:pt x="36962" y="48584"/>
                          <a:pt x="39757" y="52391"/>
                          <a:pt x="41343" y="55511"/>
                        </a:cubicBezTo>
                        <a:cubicBezTo>
                          <a:pt x="42942" y="58631"/>
                          <a:pt x="43742" y="61698"/>
                          <a:pt x="43742" y="64712"/>
                        </a:cubicBezTo>
                        <a:cubicBezTo>
                          <a:pt x="43742" y="69630"/>
                          <a:pt x="42017" y="73635"/>
                          <a:pt x="38568" y="76729"/>
                        </a:cubicBezTo>
                        <a:cubicBezTo>
                          <a:pt x="35119" y="79835"/>
                          <a:pt x="30626" y="81388"/>
                          <a:pt x="25089" y="81388"/>
                        </a:cubicBezTo>
                        <a:cubicBezTo>
                          <a:pt x="21164" y="81388"/>
                          <a:pt x="17021" y="80708"/>
                          <a:pt x="12660" y="79346"/>
                        </a:cubicBezTo>
                        <a:cubicBezTo>
                          <a:pt x="8313" y="77984"/>
                          <a:pt x="3661" y="75916"/>
                          <a:pt x="-1295" y="73139"/>
                        </a:cubicBezTo>
                        <a:lnTo>
                          <a:pt x="-1295" y="85791"/>
                        </a:lnTo>
                        <a:cubicBezTo>
                          <a:pt x="3740" y="87813"/>
                          <a:pt x="8445" y="89340"/>
                          <a:pt x="12819" y="90371"/>
                        </a:cubicBezTo>
                        <a:cubicBezTo>
                          <a:pt x="17206" y="91402"/>
                          <a:pt x="21217" y="91918"/>
                          <a:pt x="24851" y="91918"/>
                        </a:cubicBezTo>
                        <a:cubicBezTo>
                          <a:pt x="34432" y="91918"/>
                          <a:pt x="42070" y="89519"/>
                          <a:pt x="47765" y="84720"/>
                        </a:cubicBezTo>
                        <a:cubicBezTo>
                          <a:pt x="53461" y="79934"/>
                          <a:pt x="56309" y="73536"/>
                          <a:pt x="56309" y="65525"/>
                        </a:cubicBezTo>
                        <a:cubicBezTo>
                          <a:pt x="56309" y="61718"/>
                          <a:pt x="55595" y="58109"/>
                          <a:pt x="54168" y="54698"/>
                        </a:cubicBezTo>
                        <a:cubicBezTo>
                          <a:pt x="52754" y="51301"/>
                          <a:pt x="50164" y="47289"/>
                          <a:pt x="46398" y="42662"/>
                        </a:cubicBezTo>
                        <a:cubicBezTo>
                          <a:pt x="45367" y="41459"/>
                          <a:pt x="42083" y="37995"/>
                          <a:pt x="36546" y="32271"/>
                        </a:cubicBezTo>
                        <a:cubicBezTo>
                          <a:pt x="31022" y="26547"/>
                          <a:pt x="23219" y="18542"/>
                          <a:pt x="13136" y="82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78" name="Freeform: Shape 277">
                    <a:extLst>
                      <a:ext uri="{FF2B5EF4-FFF2-40B4-BE49-F238E27FC236}">
                        <a16:creationId xmlns:a16="http://schemas.microsoft.com/office/drawing/2014/main" id="{ACBD6E47-1200-897E-1923-91839E65220F}"/>
                      </a:ext>
                    </a:extLst>
                  </p:cNvPr>
                  <p:cNvSpPr/>
                  <p:nvPr/>
                </p:nvSpPr>
                <p:spPr>
                  <a:xfrm flipV="1">
                    <a:off x="-5393308" y="2627111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53 h 95994"/>
                      <a:gd name="connsiteX1" fmla="*/ 15437 w 63926"/>
                      <a:gd name="connsiteY1" fmla="*/ 74335 h 95994"/>
                      <a:gd name="connsiteX2" fmla="*/ 10580 w 63926"/>
                      <a:gd name="connsiteY2" fmla="*/ 45741 h 95994"/>
                      <a:gd name="connsiteX3" fmla="*/ 15437 w 63926"/>
                      <a:gd name="connsiteY3" fmla="*/ 17207 h 95994"/>
                      <a:gd name="connsiteX4" fmla="*/ 29966 w 63926"/>
                      <a:gd name="connsiteY4" fmla="*/ 7688 h 95994"/>
                      <a:gd name="connsiteX5" fmla="*/ 44556 w 63926"/>
                      <a:gd name="connsiteY5" fmla="*/ 17207 h 95994"/>
                      <a:gd name="connsiteX6" fmla="*/ 49432 w 63926"/>
                      <a:gd name="connsiteY6" fmla="*/ 45741 h 95994"/>
                      <a:gd name="connsiteX7" fmla="*/ 44556 w 63926"/>
                      <a:gd name="connsiteY7" fmla="*/ 74335 h 95994"/>
                      <a:gd name="connsiteX8" fmla="*/ 29966 w 63926"/>
                      <a:gd name="connsiteY8" fmla="*/ 83853 h 95994"/>
                      <a:gd name="connsiteX9" fmla="*/ 29966 w 63926"/>
                      <a:gd name="connsiteY9" fmla="*/ 93768 h 95994"/>
                      <a:gd name="connsiteX10" fmla="*/ 53733 w 63926"/>
                      <a:gd name="connsiteY10" fmla="*/ 81454 h 95994"/>
                      <a:gd name="connsiteX11" fmla="*/ 61940 w 63926"/>
                      <a:gd name="connsiteY11" fmla="*/ 45741 h 95994"/>
                      <a:gd name="connsiteX12" fmla="*/ 53733 w 63926"/>
                      <a:gd name="connsiteY12" fmla="*/ 10068 h 95994"/>
                      <a:gd name="connsiteX13" fmla="*/ 29966 w 63926"/>
                      <a:gd name="connsiteY13" fmla="*/ -2226 h 95994"/>
                      <a:gd name="connsiteX14" fmla="*/ 6219 w 63926"/>
                      <a:gd name="connsiteY14" fmla="*/ 10068 h 95994"/>
                      <a:gd name="connsiteX15" fmla="*/ -1987 w 63926"/>
                      <a:gd name="connsiteY15" fmla="*/ 45741 h 95994"/>
                      <a:gd name="connsiteX16" fmla="*/ 6219 w 63926"/>
                      <a:gd name="connsiteY16" fmla="*/ 81454 h 95994"/>
                      <a:gd name="connsiteX17" fmla="*/ 29966 w 63926"/>
                      <a:gd name="connsiteY17" fmla="*/ 9376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53"/>
                        </a:moveTo>
                        <a:cubicBezTo>
                          <a:pt x="23531" y="83853"/>
                          <a:pt x="18688" y="80681"/>
                          <a:pt x="15437" y="74335"/>
                        </a:cubicBezTo>
                        <a:cubicBezTo>
                          <a:pt x="12199" y="68003"/>
                          <a:pt x="10580" y="58472"/>
                          <a:pt x="10580" y="45741"/>
                        </a:cubicBezTo>
                        <a:cubicBezTo>
                          <a:pt x="10580" y="33064"/>
                          <a:pt x="12199" y="23552"/>
                          <a:pt x="15437" y="17207"/>
                        </a:cubicBezTo>
                        <a:cubicBezTo>
                          <a:pt x="18688" y="10861"/>
                          <a:pt x="23531" y="7688"/>
                          <a:pt x="29966" y="7688"/>
                        </a:cubicBezTo>
                        <a:cubicBezTo>
                          <a:pt x="36455" y="7688"/>
                          <a:pt x="41318" y="10861"/>
                          <a:pt x="44556" y="17207"/>
                        </a:cubicBezTo>
                        <a:cubicBezTo>
                          <a:pt x="47806" y="23552"/>
                          <a:pt x="49432" y="33064"/>
                          <a:pt x="49432" y="45741"/>
                        </a:cubicBezTo>
                        <a:cubicBezTo>
                          <a:pt x="49432" y="58472"/>
                          <a:pt x="47806" y="68003"/>
                          <a:pt x="44556" y="74335"/>
                        </a:cubicBezTo>
                        <a:cubicBezTo>
                          <a:pt x="41318" y="80681"/>
                          <a:pt x="36455" y="83853"/>
                          <a:pt x="29966" y="83853"/>
                        </a:cubicBezTo>
                        <a:close/>
                        <a:moveTo>
                          <a:pt x="29966" y="93768"/>
                        </a:moveTo>
                        <a:cubicBezTo>
                          <a:pt x="40340" y="93768"/>
                          <a:pt x="48262" y="89663"/>
                          <a:pt x="53733" y="81454"/>
                        </a:cubicBezTo>
                        <a:cubicBezTo>
                          <a:pt x="59204" y="73258"/>
                          <a:pt x="61940" y="61353"/>
                          <a:pt x="61940" y="45741"/>
                        </a:cubicBezTo>
                        <a:cubicBezTo>
                          <a:pt x="61940" y="30168"/>
                          <a:pt x="59204" y="18277"/>
                          <a:pt x="53733" y="10068"/>
                        </a:cubicBezTo>
                        <a:cubicBezTo>
                          <a:pt x="48262" y="1872"/>
                          <a:pt x="40340" y="-2226"/>
                          <a:pt x="29966" y="-2226"/>
                        </a:cubicBezTo>
                        <a:cubicBezTo>
                          <a:pt x="19606" y="-2226"/>
                          <a:pt x="11690" y="1872"/>
                          <a:pt x="6219" y="10068"/>
                        </a:cubicBezTo>
                        <a:cubicBezTo>
                          <a:pt x="748" y="18277"/>
                          <a:pt x="-1987" y="30168"/>
                          <a:pt x="-1987" y="45741"/>
                        </a:cubicBezTo>
                        <a:cubicBezTo>
                          <a:pt x="-1987" y="61353"/>
                          <a:pt x="748" y="73258"/>
                          <a:pt x="6219" y="81454"/>
                        </a:cubicBezTo>
                        <a:cubicBezTo>
                          <a:pt x="11690" y="89663"/>
                          <a:pt x="19606" y="93768"/>
                          <a:pt x="29966" y="9376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CF2BCFA9-0F31-E181-F726-24EDC73DB6A7}"/>
                </a:ext>
              </a:extLst>
            </p:cNvPr>
            <p:cNvSpPr/>
            <p:nvPr/>
          </p:nvSpPr>
          <p:spPr>
            <a:xfrm>
              <a:off x="-5232148" y="2446478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47D4036-5DA4-D6B0-9AF8-231380E92465}"/>
                </a:ext>
              </a:extLst>
            </p:cNvPr>
            <p:cNvSpPr/>
            <p:nvPr/>
          </p:nvSpPr>
          <p:spPr>
            <a:xfrm>
              <a:off x="-701643" y="2446478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EABACF61-2992-BB4F-E086-EFA4DF48F816}"/>
                </a:ext>
              </a:extLst>
            </p:cNvPr>
            <p:cNvSpPr/>
            <p:nvPr/>
          </p:nvSpPr>
          <p:spPr>
            <a:xfrm>
              <a:off x="-5232148" y="4712551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D7E85AD-6C88-B692-DE78-68AF4DEC3687}"/>
                </a:ext>
              </a:extLst>
            </p:cNvPr>
            <p:cNvSpPr/>
            <p:nvPr/>
          </p:nvSpPr>
          <p:spPr>
            <a:xfrm>
              <a:off x="-5232148" y="2446478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9" name="Graphic 2">
            <a:extLst>
              <a:ext uri="{FF2B5EF4-FFF2-40B4-BE49-F238E27FC236}">
                <a16:creationId xmlns:a16="http://schemas.microsoft.com/office/drawing/2014/main" id="{405BD64B-12F7-2CFD-3D37-66DA578F2032}"/>
              </a:ext>
            </a:extLst>
          </p:cNvPr>
          <p:cNvGrpSpPr/>
          <p:nvPr/>
        </p:nvGrpSpPr>
        <p:grpSpPr>
          <a:xfrm>
            <a:off x="6254495" y="3437453"/>
            <a:ext cx="4754431" cy="2453143"/>
            <a:chOff x="12520138" y="3053560"/>
            <a:chExt cx="4754431" cy="2453143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9826C918-9EA4-F3FA-452F-4008F71AE9F3}"/>
                </a:ext>
              </a:extLst>
            </p:cNvPr>
            <p:cNvSpPr/>
            <p:nvPr/>
          </p:nvSpPr>
          <p:spPr>
            <a:xfrm>
              <a:off x="12631420" y="3053560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AF4A8768-89A7-0397-C1CB-7FC861E5AD6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V="1">
              <a:off x="12631420" y="3053560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AEC3CA8-22D6-3ED2-1B86-8CB07030FCF9}"/>
                </a:ext>
              </a:extLst>
            </p:cNvPr>
            <p:cNvSpPr/>
            <p:nvPr/>
          </p:nvSpPr>
          <p:spPr>
            <a:xfrm>
              <a:off x="15065151" y="4171653"/>
              <a:ext cx="227998" cy="96906"/>
            </a:xfrm>
            <a:custGeom>
              <a:avLst/>
              <a:gdLst>
                <a:gd name="connsiteX0" fmla="*/ 227998 w 227998"/>
                <a:gd name="connsiteY0" fmla="*/ 9837 h 96906"/>
                <a:gd name="connsiteX1" fmla="*/ 224180 w 227998"/>
                <a:gd name="connsiteY1" fmla="*/ 96906 h 96906"/>
                <a:gd name="connsiteX2" fmla="*/ 0 w 227998"/>
                <a:gd name="connsiteY2" fmla="*/ 87070 h 96906"/>
                <a:gd name="connsiteX3" fmla="*/ 3818 w 227998"/>
                <a:gd name="connsiteY3" fmla="*/ 0 h 9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998" h="96906">
                  <a:moveTo>
                    <a:pt x="227998" y="9837"/>
                  </a:moveTo>
                  <a:lnTo>
                    <a:pt x="224180" y="96906"/>
                  </a:lnTo>
                  <a:lnTo>
                    <a:pt x="0" y="87070"/>
                  </a:lnTo>
                  <a:lnTo>
                    <a:pt x="3818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CD0E0CD-6E9E-F8B3-8076-172280579AFF}"/>
                </a:ext>
              </a:extLst>
            </p:cNvPr>
            <p:cNvSpPr/>
            <p:nvPr/>
          </p:nvSpPr>
          <p:spPr>
            <a:xfrm>
              <a:off x="15202293" y="4177671"/>
              <a:ext cx="88946" cy="87069"/>
            </a:xfrm>
            <a:custGeom>
              <a:avLst/>
              <a:gdLst>
                <a:gd name="connsiteX0" fmla="*/ 88947 w 88946"/>
                <a:gd name="connsiteY0" fmla="*/ 47354 h 87069"/>
                <a:gd name="connsiteX1" fmla="*/ 0 w 88946"/>
                <a:gd name="connsiteY1" fmla="*/ 87069 h 87069"/>
                <a:gd name="connsiteX2" fmla="*/ 3818 w 88946"/>
                <a:gd name="connsiteY2" fmla="*/ 0 h 8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46" h="87069">
                  <a:moveTo>
                    <a:pt x="88947" y="47354"/>
                  </a:moveTo>
                  <a:lnTo>
                    <a:pt x="0" y="87069"/>
                  </a:lnTo>
                  <a:lnTo>
                    <a:pt x="3818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31" name="Graphic 2">
              <a:extLst>
                <a:ext uri="{FF2B5EF4-FFF2-40B4-BE49-F238E27FC236}">
                  <a16:creationId xmlns:a16="http://schemas.microsoft.com/office/drawing/2014/main" id="{57229A3B-20D9-4A77-8C8C-10093276C334}"/>
                </a:ext>
              </a:extLst>
            </p:cNvPr>
            <p:cNvGrpSpPr/>
            <p:nvPr/>
          </p:nvGrpSpPr>
          <p:grpSpPr>
            <a:xfrm>
              <a:off x="12520138" y="5319633"/>
              <a:ext cx="4754431" cy="187070"/>
              <a:chOff x="12520138" y="5319633"/>
              <a:chExt cx="4754431" cy="187070"/>
            </a:xfrm>
            <a:solidFill>
              <a:srgbClr val="000000"/>
            </a:solidFill>
          </p:grpSpPr>
          <p:grpSp>
            <p:nvGrpSpPr>
              <p:cNvPr id="37" name="Graphic 2">
                <a:extLst>
                  <a:ext uri="{FF2B5EF4-FFF2-40B4-BE49-F238E27FC236}">
                    <a16:creationId xmlns:a16="http://schemas.microsoft.com/office/drawing/2014/main" id="{A22C914A-3C17-FA06-7252-0F6FCFEFACB1}"/>
                  </a:ext>
                </a:extLst>
              </p:cNvPr>
              <p:cNvGrpSpPr/>
              <p:nvPr/>
            </p:nvGrpSpPr>
            <p:grpSpPr>
              <a:xfrm>
                <a:off x="12520138" y="5319633"/>
                <a:ext cx="223926" cy="187070"/>
                <a:chOff x="12520138" y="5319633"/>
                <a:chExt cx="223926" cy="187070"/>
              </a:xfrm>
              <a:solidFill>
                <a:srgbClr val="000000"/>
              </a:solidFill>
            </p:grpSpPr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C25EA79E-F7DC-5E20-FFB1-D21AC0C98443}"/>
                    </a:ext>
                  </a:extLst>
                </p:cNvPr>
                <p:cNvSpPr/>
                <p:nvPr/>
              </p:nvSpPr>
              <p:spPr>
                <a:xfrm>
                  <a:off x="12631420" y="5319633"/>
                  <a:ext cx="12686" cy="44417"/>
                </a:xfrm>
                <a:custGeom>
                  <a:avLst/>
                  <a:gdLst>
                    <a:gd name="connsiteX0" fmla="*/ 58 w 12686"/>
                    <a:gd name="connsiteY0" fmla="*/ 264 h 44417"/>
                    <a:gd name="connsiteX1" fmla="*/ 58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58" y="264"/>
                      </a:moveTo>
                      <a:lnTo>
                        <a:pt x="58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9" name="Graphic 2">
                  <a:extLst>
                    <a:ext uri="{FF2B5EF4-FFF2-40B4-BE49-F238E27FC236}">
                      <a16:creationId xmlns:a16="http://schemas.microsoft.com/office/drawing/2014/main" id="{1D454F94-31BB-E74E-DB8A-3C63B3ED4126}"/>
                    </a:ext>
                  </a:extLst>
                </p:cNvPr>
                <p:cNvGrpSpPr/>
                <p:nvPr/>
              </p:nvGrpSpPr>
              <p:grpSpPr>
                <a:xfrm>
                  <a:off x="12520138" y="5410710"/>
                  <a:ext cx="223926" cy="95994"/>
                  <a:chOff x="12520138" y="5410710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50" name="Freeform: Shape 49">
                    <a:extLst>
                      <a:ext uri="{FF2B5EF4-FFF2-40B4-BE49-F238E27FC236}">
                        <a16:creationId xmlns:a16="http://schemas.microsoft.com/office/drawing/2014/main" id="{4DB1545C-246B-BD01-2BC0-595E67E60098}"/>
                      </a:ext>
                    </a:extLst>
                  </p:cNvPr>
                  <p:cNvSpPr/>
                  <p:nvPr/>
                </p:nvSpPr>
                <p:spPr>
                  <a:xfrm flipV="1">
                    <a:off x="12520138" y="5412375"/>
                    <a:ext cx="59843" cy="94328"/>
                  </a:xfrm>
                  <a:custGeom>
                    <a:avLst/>
                    <a:gdLst>
                      <a:gd name="connsiteX0" fmla="*/ 1953 w 59843"/>
                      <a:gd name="connsiteY0" fmla="*/ 92316 h 94328"/>
                      <a:gd name="connsiteX1" fmla="*/ 51072 w 59843"/>
                      <a:gd name="connsiteY1" fmla="*/ 92316 h 94328"/>
                      <a:gd name="connsiteX2" fmla="*/ 51072 w 59843"/>
                      <a:gd name="connsiteY2" fmla="*/ 81767 h 94328"/>
                      <a:gd name="connsiteX3" fmla="*/ 13410 w 59843"/>
                      <a:gd name="connsiteY3" fmla="*/ 81767 h 94328"/>
                      <a:gd name="connsiteX4" fmla="*/ 13410 w 59843"/>
                      <a:gd name="connsiteY4" fmla="*/ 59102 h 94328"/>
                      <a:gd name="connsiteX5" fmla="*/ 18841 w 59843"/>
                      <a:gd name="connsiteY5" fmla="*/ 60490 h 94328"/>
                      <a:gd name="connsiteX6" fmla="*/ 24312 w 59843"/>
                      <a:gd name="connsiteY6" fmla="*/ 60946 h 94328"/>
                      <a:gd name="connsiteX7" fmla="*/ 48832 w 59843"/>
                      <a:gd name="connsiteY7" fmla="*/ 52459 h 94328"/>
                      <a:gd name="connsiteX8" fmla="*/ 57891 w 59843"/>
                      <a:gd name="connsiteY8" fmla="*/ 29476 h 94328"/>
                      <a:gd name="connsiteX9" fmla="*/ 48594 w 59843"/>
                      <a:gd name="connsiteY9" fmla="*/ 6256 h 94328"/>
                      <a:gd name="connsiteX10" fmla="*/ 22389 w 59843"/>
                      <a:gd name="connsiteY10" fmla="*/ -2013 h 94328"/>
                      <a:gd name="connsiteX11" fmla="*/ 10516 w 59843"/>
                      <a:gd name="connsiteY11" fmla="*/ -1021 h 94328"/>
                      <a:gd name="connsiteX12" fmla="*/ -1952 w 59843"/>
                      <a:gd name="connsiteY12" fmla="*/ 1953 h 94328"/>
                      <a:gd name="connsiteX13" fmla="*/ -1952 w 59843"/>
                      <a:gd name="connsiteY13" fmla="*/ 14545 h 94328"/>
                      <a:gd name="connsiteX14" fmla="*/ 9564 w 59843"/>
                      <a:gd name="connsiteY14" fmla="*/ 10024 h 94328"/>
                      <a:gd name="connsiteX15" fmla="*/ 22132 w 59843"/>
                      <a:gd name="connsiteY15" fmla="*/ 8537 h 94328"/>
                      <a:gd name="connsiteX16" fmla="*/ 39100 w 59843"/>
                      <a:gd name="connsiteY16" fmla="*/ 14168 h 94328"/>
                      <a:gd name="connsiteX17" fmla="*/ 45363 w 59843"/>
                      <a:gd name="connsiteY17" fmla="*/ 29476 h 94328"/>
                      <a:gd name="connsiteX18" fmla="*/ 39100 w 59843"/>
                      <a:gd name="connsiteY18" fmla="*/ 44765 h 94328"/>
                      <a:gd name="connsiteX19" fmla="*/ 22132 w 59843"/>
                      <a:gd name="connsiteY19" fmla="*/ 50416 h 94328"/>
                      <a:gd name="connsiteX20" fmla="*/ 12121 w 59843"/>
                      <a:gd name="connsiteY20" fmla="*/ 49306 h 94328"/>
                      <a:gd name="connsiteX21" fmla="*/ 1953 w 59843"/>
                      <a:gd name="connsiteY21" fmla="*/ 45836 h 94328"/>
                      <a:gd name="connsiteX22" fmla="*/ 1953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53" y="92316"/>
                        </a:moveTo>
                        <a:lnTo>
                          <a:pt x="51072" y="92316"/>
                        </a:lnTo>
                        <a:lnTo>
                          <a:pt x="51072" y="81767"/>
                        </a:lnTo>
                        <a:lnTo>
                          <a:pt x="13410" y="81767"/>
                        </a:lnTo>
                        <a:lnTo>
                          <a:pt x="13410" y="59102"/>
                        </a:lnTo>
                        <a:cubicBezTo>
                          <a:pt x="15220" y="59723"/>
                          <a:pt x="17031" y="60186"/>
                          <a:pt x="18841" y="60490"/>
                        </a:cubicBezTo>
                        <a:cubicBezTo>
                          <a:pt x="20665" y="60794"/>
                          <a:pt x="22488" y="60946"/>
                          <a:pt x="24312" y="60946"/>
                        </a:cubicBezTo>
                        <a:cubicBezTo>
                          <a:pt x="34633" y="60946"/>
                          <a:pt x="42806" y="58117"/>
                          <a:pt x="48832" y="52459"/>
                        </a:cubicBezTo>
                        <a:cubicBezTo>
                          <a:pt x="54871" y="46801"/>
                          <a:pt x="57891" y="39140"/>
                          <a:pt x="57891" y="29476"/>
                        </a:cubicBezTo>
                        <a:cubicBezTo>
                          <a:pt x="57891" y="19522"/>
                          <a:pt x="54792" y="11782"/>
                          <a:pt x="48594" y="6256"/>
                        </a:cubicBezTo>
                        <a:cubicBezTo>
                          <a:pt x="42397" y="744"/>
                          <a:pt x="33662" y="-2013"/>
                          <a:pt x="22389" y="-2013"/>
                        </a:cubicBezTo>
                        <a:cubicBezTo>
                          <a:pt x="18504" y="-2013"/>
                          <a:pt x="14546" y="-1682"/>
                          <a:pt x="10516" y="-1021"/>
                        </a:cubicBezTo>
                        <a:cubicBezTo>
                          <a:pt x="6499" y="-360"/>
                          <a:pt x="2343" y="631"/>
                          <a:pt x="-1952" y="1953"/>
                        </a:cubicBezTo>
                        <a:lnTo>
                          <a:pt x="-1952" y="14545"/>
                        </a:lnTo>
                        <a:cubicBezTo>
                          <a:pt x="1761" y="12522"/>
                          <a:pt x="5600" y="11015"/>
                          <a:pt x="9564" y="10024"/>
                        </a:cubicBezTo>
                        <a:cubicBezTo>
                          <a:pt x="13529" y="9032"/>
                          <a:pt x="17718" y="8537"/>
                          <a:pt x="22132" y="8537"/>
                        </a:cubicBezTo>
                        <a:cubicBezTo>
                          <a:pt x="29281" y="8537"/>
                          <a:pt x="34937" y="10414"/>
                          <a:pt x="39100" y="14168"/>
                        </a:cubicBezTo>
                        <a:cubicBezTo>
                          <a:pt x="43275" y="17923"/>
                          <a:pt x="45363" y="23025"/>
                          <a:pt x="45363" y="29476"/>
                        </a:cubicBezTo>
                        <a:cubicBezTo>
                          <a:pt x="45363" y="35914"/>
                          <a:pt x="43275" y="41011"/>
                          <a:pt x="39100" y="44765"/>
                        </a:cubicBezTo>
                        <a:cubicBezTo>
                          <a:pt x="34937" y="48533"/>
                          <a:pt x="29281" y="50416"/>
                          <a:pt x="22132" y="50416"/>
                        </a:cubicBezTo>
                        <a:cubicBezTo>
                          <a:pt x="18788" y="50416"/>
                          <a:pt x="15452" y="50046"/>
                          <a:pt x="12121" y="49306"/>
                        </a:cubicBezTo>
                        <a:cubicBezTo>
                          <a:pt x="8805" y="48566"/>
                          <a:pt x="5415" y="47409"/>
                          <a:pt x="1953" y="45836"/>
                        </a:cubicBezTo>
                        <a:lnTo>
                          <a:pt x="1953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5" name="Freeform: Shape 54">
                    <a:extLst>
                      <a:ext uri="{FF2B5EF4-FFF2-40B4-BE49-F238E27FC236}">
                        <a16:creationId xmlns:a16="http://schemas.microsoft.com/office/drawing/2014/main" id="{40327B41-37CE-D1DF-0956-1390009E0EE8}"/>
                      </a:ext>
                    </a:extLst>
                  </p:cNvPr>
                  <p:cNvSpPr/>
                  <p:nvPr/>
                </p:nvSpPr>
                <p:spPr>
                  <a:xfrm flipV="1">
                    <a:off x="12599425" y="5410710"/>
                    <a:ext cx="63926" cy="95994"/>
                  </a:xfrm>
                  <a:custGeom>
                    <a:avLst/>
                    <a:gdLst>
                      <a:gd name="connsiteX0" fmla="*/ 29977 w 63926"/>
                      <a:gd name="connsiteY0" fmla="*/ 84025 h 95994"/>
                      <a:gd name="connsiteX1" fmla="*/ 15447 w 63926"/>
                      <a:gd name="connsiteY1" fmla="*/ 74507 h 95994"/>
                      <a:gd name="connsiteX2" fmla="*/ 10590 w 63926"/>
                      <a:gd name="connsiteY2" fmla="*/ 45913 h 95994"/>
                      <a:gd name="connsiteX3" fmla="*/ 15447 w 63926"/>
                      <a:gd name="connsiteY3" fmla="*/ 17378 h 95994"/>
                      <a:gd name="connsiteX4" fmla="*/ 29977 w 63926"/>
                      <a:gd name="connsiteY4" fmla="*/ 7860 h 95994"/>
                      <a:gd name="connsiteX5" fmla="*/ 44566 w 63926"/>
                      <a:gd name="connsiteY5" fmla="*/ 17378 h 95994"/>
                      <a:gd name="connsiteX6" fmla="*/ 49442 w 63926"/>
                      <a:gd name="connsiteY6" fmla="*/ 45913 h 95994"/>
                      <a:gd name="connsiteX7" fmla="*/ 44566 w 63926"/>
                      <a:gd name="connsiteY7" fmla="*/ 74507 h 95994"/>
                      <a:gd name="connsiteX8" fmla="*/ 29977 w 63926"/>
                      <a:gd name="connsiteY8" fmla="*/ 84025 h 95994"/>
                      <a:gd name="connsiteX9" fmla="*/ 29977 w 63926"/>
                      <a:gd name="connsiteY9" fmla="*/ 93939 h 95994"/>
                      <a:gd name="connsiteX10" fmla="*/ 53743 w 63926"/>
                      <a:gd name="connsiteY10" fmla="*/ 81625 h 95994"/>
                      <a:gd name="connsiteX11" fmla="*/ 61950 w 63926"/>
                      <a:gd name="connsiteY11" fmla="*/ 45913 h 95994"/>
                      <a:gd name="connsiteX12" fmla="*/ 53743 w 63926"/>
                      <a:gd name="connsiteY12" fmla="*/ 10240 h 95994"/>
                      <a:gd name="connsiteX13" fmla="*/ 29977 w 63926"/>
                      <a:gd name="connsiteY13" fmla="*/ -2055 h 95994"/>
                      <a:gd name="connsiteX14" fmla="*/ 6229 w 63926"/>
                      <a:gd name="connsiteY14" fmla="*/ 10240 h 95994"/>
                      <a:gd name="connsiteX15" fmla="*/ -1977 w 63926"/>
                      <a:gd name="connsiteY15" fmla="*/ 45913 h 95994"/>
                      <a:gd name="connsiteX16" fmla="*/ 6229 w 63926"/>
                      <a:gd name="connsiteY16" fmla="*/ 81625 h 95994"/>
                      <a:gd name="connsiteX17" fmla="*/ 2997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77" y="84025"/>
                        </a:moveTo>
                        <a:cubicBezTo>
                          <a:pt x="23541" y="84025"/>
                          <a:pt x="18698" y="80852"/>
                          <a:pt x="15447" y="74507"/>
                        </a:cubicBezTo>
                        <a:cubicBezTo>
                          <a:pt x="12209" y="68174"/>
                          <a:pt x="10590" y="58643"/>
                          <a:pt x="10590" y="45913"/>
                        </a:cubicBezTo>
                        <a:cubicBezTo>
                          <a:pt x="10590" y="33235"/>
                          <a:pt x="12209" y="23724"/>
                          <a:pt x="15447" y="17378"/>
                        </a:cubicBezTo>
                        <a:cubicBezTo>
                          <a:pt x="18698" y="11033"/>
                          <a:pt x="23541" y="7860"/>
                          <a:pt x="29977" y="7860"/>
                        </a:cubicBezTo>
                        <a:cubicBezTo>
                          <a:pt x="36465" y="7860"/>
                          <a:pt x="41328" y="11033"/>
                          <a:pt x="44566" y="17378"/>
                        </a:cubicBezTo>
                        <a:cubicBezTo>
                          <a:pt x="47817" y="23724"/>
                          <a:pt x="49442" y="33235"/>
                          <a:pt x="49442" y="45913"/>
                        </a:cubicBezTo>
                        <a:cubicBezTo>
                          <a:pt x="49442" y="58643"/>
                          <a:pt x="47817" y="68174"/>
                          <a:pt x="44566" y="74507"/>
                        </a:cubicBezTo>
                        <a:cubicBezTo>
                          <a:pt x="41328" y="80852"/>
                          <a:pt x="36465" y="84025"/>
                          <a:pt x="29977" y="84025"/>
                        </a:cubicBezTo>
                        <a:close/>
                        <a:moveTo>
                          <a:pt x="29977" y="93939"/>
                        </a:moveTo>
                        <a:cubicBezTo>
                          <a:pt x="40350" y="93939"/>
                          <a:pt x="48272" y="89835"/>
                          <a:pt x="53743" y="81625"/>
                        </a:cubicBezTo>
                        <a:cubicBezTo>
                          <a:pt x="59214" y="73429"/>
                          <a:pt x="61950" y="61525"/>
                          <a:pt x="61950" y="45913"/>
                        </a:cubicBezTo>
                        <a:cubicBezTo>
                          <a:pt x="61950" y="30340"/>
                          <a:pt x="59214" y="18449"/>
                          <a:pt x="53743" y="10240"/>
                        </a:cubicBezTo>
                        <a:cubicBezTo>
                          <a:pt x="48272" y="2043"/>
                          <a:pt x="40350" y="-2055"/>
                          <a:pt x="29977" y="-2055"/>
                        </a:cubicBezTo>
                        <a:cubicBezTo>
                          <a:pt x="19616" y="-2055"/>
                          <a:pt x="11700" y="2043"/>
                          <a:pt x="6229" y="10240"/>
                        </a:cubicBezTo>
                        <a:cubicBezTo>
                          <a:pt x="759" y="18449"/>
                          <a:pt x="-1977" y="30340"/>
                          <a:pt x="-1977" y="45913"/>
                        </a:cubicBezTo>
                        <a:cubicBezTo>
                          <a:pt x="-1977" y="61525"/>
                          <a:pt x="759" y="73429"/>
                          <a:pt x="6229" y="81625"/>
                        </a:cubicBezTo>
                        <a:cubicBezTo>
                          <a:pt x="11700" y="89835"/>
                          <a:pt x="19616" y="93939"/>
                          <a:pt x="2997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6" name="Freeform: Shape 55">
                    <a:extLst>
                      <a:ext uri="{FF2B5EF4-FFF2-40B4-BE49-F238E27FC236}">
                        <a16:creationId xmlns:a16="http://schemas.microsoft.com/office/drawing/2014/main" id="{EF5DEE5D-C5E4-CA28-6677-4CB48F771ECB}"/>
                      </a:ext>
                    </a:extLst>
                  </p:cNvPr>
                  <p:cNvSpPr/>
                  <p:nvPr/>
                </p:nvSpPr>
                <p:spPr>
                  <a:xfrm flipV="1">
                    <a:off x="12680138" y="5410710"/>
                    <a:ext cx="63926" cy="95994"/>
                  </a:xfrm>
                  <a:custGeom>
                    <a:avLst/>
                    <a:gdLst>
                      <a:gd name="connsiteX0" fmla="*/ 29983 w 63926"/>
                      <a:gd name="connsiteY0" fmla="*/ 84025 h 95994"/>
                      <a:gd name="connsiteX1" fmla="*/ 15453 w 63926"/>
                      <a:gd name="connsiteY1" fmla="*/ 74507 h 95994"/>
                      <a:gd name="connsiteX2" fmla="*/ 10597 w 63926"/>
                      <a:gd name="connsiteY2" fmla="*/ 45913 h 95994"/>
                      <a:gd name="connsiteX3" fmla="*/ 15453 w 63926"/>
                      <a:gd name="connsiteY3" fmla="*/ 17378 h 95994"/>
                      <a:gd name="connsiteX4" fmla="*/ 29983 w 63926"/>
                      <a:gd name="connsiteY4" fmla="*/ 7860 h 95994"/>
                      <a:gd name="connsiteX5" fmla="*/ 44572 w 63926"/>
                      <a:gd name="connsiteY5" fmla="*/ 17378 h 95994"/>
                      <a:gd name="connsiteX6" fmla="*/ 49448 w 63926"/>
                      <a:gd name="connsiteY6" fmla="*/ 45913 h 95994"/>
                      <a:gd name="connsiteX7" fmla="*/ 44572 w 63926"/>
                      <a:gd name="connsiteY7" fmla="*/ 74507 h 95994"/>
                      <a:gd name="connsiteX8" fmla="*/ 29983 w 63926"/>
                      <a:gd name="connsiteY8" fmla="*/ 84025 h 95994"/>
                      <a:gd name="connsiteX9" fmla="*/ 29983 w 63926"/>
                      <a:gd name="connsiteY9" fmla="*/ 93939 h 95994"/>
                      <a:gd name="connsiteX10" fmla="*/ 53750 w 63926"/>
                      <a:gd name="connsiteY10" fmla="*/ 81625 h 95994"/>
                      <a:gd name="connsiteX11" fmla="*/ 61956 w 63926"/>
                      <a:gd name="connsiteY11" fmla="*/ 45913 h 95994"/>
                      <a:gd name="connsiteX12" fmla="*/ 53750 w 63926"/>
                      <a:gd name="connsiteY12" fmla="*/ 10240 h 95994"/>
                      <a:gd name="connsiteX13" fmla="*/ 29983 w 63926"/>
                      <a:gd name="connsiteY13" fmla="*/ -2055 h 95994"/>
                      <a:gd name="connsiteX14" fmla="*/ 6236 w 63926"/>
                      <a:gd name="connsiteY14" fmla="*/ 10240 h 95994"/>
                      <a:gd name="connsiteX15" fmla="*/ -1971 w 63926"/>
                      <a:gd name="connsiteY15" fmla="*/ 45913 h 95994"/>
                      <a:gd name="connsiteX16" fmla="*/ 6236 w 63926"/>
                      <a:gd name="connsiteY16" fmla="*/ 81625 h 95994"/>
                      <a:gd name="connsiteX17" fmla="*/ 29983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83" y="84025"/>
                        </a:moveTo>
                        <a:cubicBezTo>
                          <a:pt x="23547" y="84025"/>
                          <a:pt x="18704" y="80852"/>
                          <a:pt x="15453" y="74507"/>
                        </a:cubicBezTo>
                        <a:cubicBezTo>
                          <a:pt x="12216" y="68174"/>
                          <a:pt x="10597" y="58643"/>
                          <a:pt x="10597" y="45913"/>
                        </a:cubicBezTo>
                        <a:cubicBezTo>
                          <a:pt x="10597" y="33235"/>
                          <a:pt x="12216" y="23724"/>
                          <a:pt x="15453" y="17378"/>
                        </a:cubicBezTo>
                        <a:cubicBezTo>
                          <a:pt x="18704" y="11033"/>
                          <a:pt x="23547" y="7860"/>
                          <a:pt x="29983" y="7860"/>
                        </a:cubicBezTo>
                        <a:cubicBezTo>
                          <a:pt x="36471" y="7860"/>
                          <a:pt x="41334" y="11033"/>
                          <a:pt x="44572" y="17378"/>
                        </a:cubicBezTo>
                        <a:cubicBezTo>
                          <a:pt x="47823" y="23724"/>
                          <a:pt x="49448" y="33235"/>
                          <a:pt x="49448" y="45913"/>
                        </a:cubicBezTo>
                        <a:cubicBezTo>
                          <a:pt x="49448" y="58643"/>
                          <a:pt x="47823" y="68174"/>
                          <a:pt x="44572" y="74507"/>
                        </a:cubicBezTo>
                        <a:cubicBezTo>
                          <a:pt x="41334" y="80852"/>
                          <a:pt x="36471" y="84025"/>
                          <a:pt x="29983" y="84025"/>
                        </a:cubicBezTo>
                        <a:close/>
                        <a:moveTo>
                          <a:pt x="29983" y="93939"/>
                        </a:moveTo>
                        <a:cubicBezTo>
                          <a:pt x="40357" y="93939"/>
                          <a:pt x="48279" y="89835"/>
                          <a:pt x="53750" y="81625"/>
                        </a:cubicBezTo>
                        <a:cubicBezTo>
                          <a:pt x="59221" y="73429"/>
                          <a:pt x="61956" y="61525"/>
                          <a:pt x="61956" y="45913"/>
                        </a:cubicBezTo>
                        <a:cubicBezTo>
                          <a:pt x="61956" y="30340"/>
                          <a:pt x="59221" y="18449"/>
                          <a:pt x="53750" y="10240"/>
                        </a:cubicBezTo>
                        <a:cubicBezTo>
                          <a:pt x="48279" y="2043"/>
                          <a:pt x="40357" y="-2055"/>
                          <a:pt x="29983" y="-2055"/>
                        </a:cubicBezTo>
                        <a:cubicBezTo>
                          <a:pt x="19622" y="-2055"/>
                          <a:pt x="11707" y="2043"/>
                          <a:pt x="6236" y="10240"/>
                        </a:cubicBezTo>
                        <a:cubicBezTo>
                          <a:pt x="765" y="18449"/>
                          <a:pt x="-1971" y="30340"/>
                          <a:pt x="-1971" y="45913"/>
                        </a:cubicBezTo>
                        <a:cubicBezTo>
                          <a:pt x="-1971" y="61525"/>
                          <a:pt x="765" y="73429"/>
                          <a:pt x="6236" y="81625"/>
                        </a:cubicBezTo>
                        <a:cubicBezTo>
                          <a:pt x="11707" y="89835"/>
                          <a:pt x="19622" y="93939"/>
                          <a:pt x="29983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61" name="Graphic 2">
                <a:extLst>
                  <a:ext uri="{FF2B5EF4-FFF2-40B4-BE49-F238E27FC236}">
                    <a16:creationId xmlns:a16="http://schemas.microsoft.com/office/drawing/2014/main" id="{C15AA96A-D451-A68C-F335-43742ADDE7EF}"/>
                  </a:ext>
                </a:extLst>
              </p:cNvPr>
              <p:cNvGrpSpPr/>
              <p:nvPr/>
            </p:nvGrpSpPr>
            <p:grpSpPr>
              <a:xfrm>
                <a:off x="13426239" y="5319633"/>
                <a:ext cx="223926" cy="187070"/>
                <a:chOff x="13426239" y="5319633"/>
                <a:chExt cx="223926" cy="187070"/>
              </a:xfrm>
              <a:solidFill>
                <a:srgbClr val="000000"/>
              </a:solidFill>
            </p:grpSpPr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8749EEB2-B2D0-D464-8F1C-190770775793}"/>
                    </a:ext>
                  </a:extLst>
                </p:cNvPr>
                <p:cNvSpPr/>
                <p:nvPr/>
              </p:nvSpPr>
              <p:spPr>
                <a:xfrm>
                  <a:off x="13537521" y="5319633"/>
                  <a:ext cx="12686" cy="44417"/>
                </a:xfrm>
                <a:custGeom>
                  <a:avLst/>
                  <a:gdLst>
                    <a:gd name="connsiteX0" fmla="*/ 129 w 12686"/>
                    <a:gd name="connsiteY0" fmla="*/ 264 h 44417"/>
                    <a:gd name="connsiteX1" fmla="*/ 129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29" y="264"/>
                      </a:moveTo>
                      <a:lnTo>
                        <a:pt x="129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67" name="Graphic 2">
                  <a:extLst>
                    <a:ext uri="{FF2B5EF4-FFF2-40B4-BE49-F238E27FC236}">
                      <a16:creationId xmlns:a16="http://schemas.microsoft.com/office/drawing/2014/main" id="{01EDF22F-0AEA-8312-4A70-A701A57BE961}"/>
                    </a:ext>
                  </a:extLst>
                </p:cNvPr>
                <p:cNvGrpSpPr/>
                <p:nvPr/>
              </p:nvGrpSpPr>
              <p:grpSpPr>
                <a:xfrm>
                  <a:off x="13426239" y="5410710"/>
                  <a:ext cx="223926" cy="95994"/>
                  <a:chOff x="13426239" y="5410710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68" name="Freeform: Shape 67">
                    <a:extLst>
                      <a:ext uri="{FF2B5EF4-FFF2-40B4-BE49-F238E27FC236}">
                        <a16:creationId xmlns:a16="http://schemas.microsoft.com/office/drawing/2014/main" id="{0980E88A-BD98-DD2E-660F-75FFC7FE9CCB}"/>
                      </a:ext>
                    </a:extLst>
                  </p:cNvPr>
                  <p:cNvSpPr/>
                  <p:nvPr/>
                </p:nvSpPr>
                <p:spPr>
                  <a:xfrm flipV="1">
                    <a:off x="13426239" y="5412375"/>
                    <a:ext cx="59843" cy="94328"/>
                  </a:xfrm>
                  <a:custGeom>
                    <a:avLst/>
                    <a:gdLst>
                      <a:gd name="connsiteX0" fmla="*/ 2024 w 59843"/>
                      <a:gd name="connsiteY0" fmla="*/ 92316 h 94328"/>
                      <a:gd name="connsiteX1" fmla="*/ 51144 w 59843"/>
                      <a:gd name="connsiteY1" fmla="*/ 92316 h 94328"/>
                      <a:gd name="connsiteX2" fmla="*/ 51144 w 59843"/>
                      <a:gd name="connsiteY2" fmla="*/ 81767 h 94328"/>
                      <a:gd name="connsiteX3" fmla="*/ 13481 w 59843"/>
                      <a:gd name="connsiteY3" fmla="*/ 81767 h 94328"/>
                      <a:gd name="connsiteX4" fmla="*/ 13481 w 59843"/>
                      <a:gd name="connsiteY4" fmla="*/ 59102 h 94328"/>
                      <a:gd name="connsiteX5" fmla="*/ 18913 w 59843"/>
                      <a:gd name="connsiteY5" fmla="*/ 60490 h 94328"/>
                      <a:gd name="connsiteX6" fmla="*/ 24384 w 59843"/>
                      <a:gd name="connsiteY6" fmla="*/ 60946 h 94328"/>
                      <a:gd name="connsiteX7" fmla="*/ 48904 w 59843"/>
                      <a:gd name="connsiteY7" fmla="*/ 52459 h 94328"/>
                      <a:gd name="connsiteX8" fmla="*/ 57962 w 59843"/>
                      <a:gd name="connsiteY8" fmla="*/ 29476 h 94328"/>
                      <a:gd name="connsiteX9" fmla="*/ 48666 w 59843"/>
                      <a:gd name="connsiteY9" fmla="*/ 6256 h 94328"/>
                      <a:gd name="connsiteX10" fmla="*/ 22461 w 59843"/>
                      <a:gd name="connsiteY10" fmla="*/ -2013 h 94328"/>
                      <a:gd name="connsiteX11" fmla="*/ 10587 w 59843"/>
                      <a:gd name="connsiteY11" fmla="*/ -1021 h 94328"/>
                      <a:gd name="connsiteX12" fmla="*/ -1881 w 59843"/>
                      <a:gd name="connsiteY12" fmla="*/ 1953 h 94328"/>
                      <a:gd name="connsiteX13" fmla="*/ -1881 w 59843"/>
                      <a:gd name="connsiteY13" fmla="*/ 14545 h 94328"/>
                      <a:gd name="connsiteX14" fmla="*/ 9636 w 59843"/>
                      <a:gd name="connsiteY14" fmla="*/ 10024 h 94328"/>
                      <a:gd name="connsiteX15" fmla="*/ 22203 w 59843"/>
                      <a:gd name="connsiteY15" fmla="*/ 8537 h 94328"/>
                      <a:gd name="connsiteX16" fmla="*/ 39171 w 59843"/>
                      <a:gd name="connsiteY16" fmla="*/ 14168 h 94328"/>
                      <a:gd name="connsiteX17" fmla="*/ 45435 w 59843"/>
                      <a:gd name="connsiteY17" fmla="*/ 29476 h 94328"/>
                      <a:gd name="connsiteX18" fmla="*/ 39171 w 59843"/>
                      <a:gd name="connsiteY18" fmla="*/ 44765 h 94328"/>
                      <a:gd name="connsiteX19" fmla="*/ 22203 w 59843"/>
                      <a:gd name="connsiteY19" fmla="*/ 50416 h 94328"/>
                      <a:gd name="connsiteX20" fmla="*/ 12193 w 59843"/>
                      <a:gd name="connsiteY20" fmla="*/ 49306 h 94328"/>
                      <a:gd name="connsiteX21" fmla="*/ 2024 w 59843"/>
                      <a:gd name="connsiteY21" fmla="*/ 45836 h 94328"/>
                      <a:gd name="connsiteX22" fmla="*/ 2024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24" y="92316"/>
                        </a:moveTo>
                        <a:lnTo>
                          <a:pt x="51144" y="92316"/>
                        </a:lnTo>
                        <a:lnTo>
                          <a:pt x="51144" y="81767"/>
                        </a:lnTo>
                        <a:lnTo>
                          <a:pt x="13481" y="81767"/>
                        </a:lnTo>
                        <a:lnTo>
                          <a:pt x="13481" y="59102"/>
                        </a:lnTo>
                        <a:cubicBezTo>
                          <a:pt x="15292" y="59723"/>
                          <a:pt x="17102" y="60186"/>
                          <a:pt x="18913" y="60490"/>
                        </a:cubicBezTo>
                        <a:cubicBezTo>
                          <a:pt x="20736" y="60794"/>
                          <a:pt x="22560" y="60946"/>
                          <a:pt x="24384" y="60946"/>
                        </a:cubicBezTo>
                        <a:cubicBezTo>
                          <a:pt x="34704" y="60946"/>
                          <a:pt x="42878" y="58117"/>
                          <a:pt x="48904" y="52459"/>
                        </a:cubicBezTo>
                        <a:cubicBezTo>
                          <a:pt x="54943" y="46801"/>
                          <a:pt x="57962" y="39140"/>
                          <a:pt x="57962" y="29476"/>
                        </a:cubicBezTo>
                        <a:cubicBezTo>
                          <a:pt x="57962" y="19522"/>
                          <a:pt x="54864" y="11782"/>
                          <a:pt x="48666" y="6256"/>
                        </a:cubicBezTo>
                        <a:cubicBezTo>
                          <a:pt x="42468" y="744"/>
                          <a:pt x="33733" y="-2013"/>
                          <a:pt x="22461" y="-2013"/>
                        </a:cubicBezTo>
                        <a:cubicBezTo>
                          <a:pt x="18576" y="-2013"/>
                          <a:pt x="14618" y="-1682"/>
                          <a:pt x="10587" y="-1021"/>
                        </a:cubicBezTo>
                        <a:cubicBezTo>
                          <a:pt x="6570" y="-360"/>
                          <a:pt x="2414" y="631"/>
                          <a:pt x="-1881" y="1953"/>
                        </a:cubicBezTo>
                        <a:lnTo>
                          <a:pt x="-1881" y="14545"/>
                        </a:lnTo>
                        <a:cubicBezTo>
                          <a:pt x="1832" y="12522"/>
                          <a:pt x="5671" y="11015"/>
                          <a:pt x="9636" y="10024"/>
                        </a:cubicBezTo>
                        <a:cubicBezTo>
                          <a:pt x="13600" y="9032"/>
                          <a:pt x="17789" y="8537"/>
                          <a:pt x="22203" y="8537"/>
                        </a:cubicBezTo>
                        <a:cubicBezTo>
                          <a:pt x="29352" y="8537"/>
                          <a:pt x="35008" y="10414"/>
                          <a:pt x="39171" y="14168"/>
                        </a:cubicBezTo>
                        <a:cubicBezTo>
                          <a:pt x="43347" y="17923"/>
                          <a:pt x="45435" y="23025"/>
                          <a:pt x="45435" y="29476"/>
                        </a:cubicBezTo>
                        <a:cubicBezTo>
                          <a:pt x="45435" y="35914"/>
                          <a:pt x="43347" y="41011"/>
                          <a:pt x="39171" y="44765"/>
                        </a:cubicBezTo>
                        <a:cubicBezTo>
                          <a:pt x="35008" y="48533"/>
                          <a:pt x="29352" y="50416"/>
                          <a:pt x="22203" y="50416"/>
                        </a:cubicBezTo>
                        <a:cubicBezTo>
                          <a:pt x="18860" y="50416"/>
                          <a:pt x="15523" y="50046"/>
                          <a:pt x="12193" y="49306"/>
                        </a:cubicBezTo>
                        <a:cubicBezTo>
                          <a:pt x="8876" y="48566"/>
                          <a:pt x="5486" y="47409"/>
                          <a:pt x="2024" y="45836"/>
                        </a:cubicBezTo>
                        <a:lnTo>
                          <a:pt x="2024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3" name="Freeform: Shape 72">
                    <a:extLst>
                      <a:ext uri="{FF2B5EF4-FFF2-40B4-BE49-F238E27FC236}">
                        <a16:creationId xmlns:a16="http://schemas.microsoft.com/office/drawing/2014/main" id="{C101A416-2604-7A67-FF4D-993E474BF789}"/>
                      </a:ext>
                    </a:extLst>
                  </p:cNvPr>
                  <p:cNvSpPr/>
                  <p:nvPr/>
                </p:nvSpPr>
                <p:spPr>
                  <a:xfrm flipV="1">
                    <a:off x="13506457" y="5410710"/>
                    <a:ext cx="58713" cy="94189"/>
                  </a:xfrm>
                  <a:custGeom>
                    <a:avLst/>
                    <a:gdLst>
                      <a:gd name="connsiteX0" fmla="*/ 13224 w 58713"/>
                      <a:gd name="connsiteY0" fmla="*/ 8429 h 94189"/>
                      <a:gd name="connsiteX1" fmla="*/ 56892 w 58713"/>
                      <a:gd name="connsiteY1" fmla="*/ 8429 h 94189"/>
                      <a:gd name="connsiteX2" fmla="*/ 56892 w 58713"/>
                      <a:gd name="connsiteY2" fmla="*/ -2100 h 94189"/>
                      <a:gd name="connsiteX3" fmla="*/ -1821 w 58713"/>
                      <a:gd name="connsiteY3" fmla="*/ -2100 h 94189"/>
                      <a:gd name="connsiteX4" fmla="*/ -1821 w 58713"/>
                      <a:gd name="connsiteY4" fmla="*/ 8429 h 94189"/>
                      <a:gd name="connsiteX5" fmla="*/ 17585 w 58713"/>
                      <a:gd name="connsiteY5" fmla="*/ 28219 h 94189"/>
                      <a:gd name="connsiteX6" fmla="*/ 33046 w 58713"/>
                      <a:gd name="connsiteY6" fmla="*/ 44261 h 94189"/>
                      <a:gd name="connsiteX7" fmla="*/ 41431 w 58713"/>
                      <a:gd name="connsiteY7" fmla="*/ 55683 h 94189"/>
                      <a:gd name="connsiteX8" fmla="*/ 43829 w 58713"/>
                      <a:gd name="connsiteY8" fmla="*/ 64883 h 94189"/>
                      <a:gd name="connsiteX9" fmla="*/ 38656 w 58713"/>
                      <a:gd name="connsiteY9" fmla="*/ 76900 h 94189"/>
                      <a:gd name="connsiteX10" fmla="*/ 25177 w 58713"/>
                      <a:gd name="connsiteY10" fmla="*/ 81560 h 94189"/>
                      <a:gd name="connsiteX11" fmla="*/ 12748 w 58713"/>
                      <a:gd name="connsiteY11" fmla="*/ 79518 h 94189"/>
                      <a:gd name="connsiteX12" fmla="*/ -1207 w 58713"/>
                      <a:gd name="connsiteY12" fmla="*/ 73311 h 94189"/>
                      <a:gd name="connsiteX13" fmla="*/ -1207 w 58713"/>
                      <a:gd name="connsiteY13" fmla="*/ 85962 h 94189"/>
                      <a:gd name="connsiteX14" fmla="*/ 12907 w 58713"/>
                      <a:gd name="connsiteY14" fmla="*/ 90543 h 94189"/>
                      <a:gd name="connsiteX15" fmla="*/ 24939 w 58713"/>
                      <a:gd name="connsiteY15" fmla="*/ 92089 h 94189"/>
                      <a:gd name="connsiteX16" fmla="*/ 47853 w 58713"/>
                      <a:gd name="connsiteY16" fmla="*/ 84891 h 94189"/>
                      <a:gd name="connsiteX17" fmla="*/ 56397 w 58713"/>
                      <a:gd name="connsiteY17" fmla="*/ 65696 h 94189"/>
                      <a:gd name="connsiteX18" fmla="*/ 54256 w 58713"/>
                      <a:gd name="connsiteY18" fmla="*/ 54870 h 94189"/>
                      <a:gd name="connsiteX19" fmla="*/ 46486 w 58713"/>
                      <a:gd name="connsiteY19" fmla="*/ 42833 h 94189"/>
                      <a:gd name="connsiteX20" fmla="*/ 36634 w 58713"/>
                      <a:gd name="connsiteY20" fmla="*/ 32443 h 94189"/>
                      <a:gd name="connsiteX21" fmla="*/ 13224 w 58713"/>
                      <a:gd name="connsiteY21" fmla="*/ 8429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224" y="8429"/>
                        </a:moveTo>
                        <a:lnTo>
                          <a:pt x="56892" y="8429"/>
                        </a:lnTo>
                        <a:lnTo>
                          <a:pt x="56892" y="-2100"/>
                        </a:lnTo>
                        <a:lnTo>
                          <a:pt x="-1821" y="-2100"/>
                        </a:lnTo>
                        <a:lnTo>
                          <a:pt x="-1821" y="8429"/>
                        </a:lnTo>
                        <a:cubicBezTo>
                          <a:pt x="2923" y="13347"/>
                          <a:pt x="9392" y="19943"/>
                          <a:pt x="17585" y="28219"/>
                        </a:cubicBezTo>
                        <a:cubicBezTo>
                          <a:pt x="25791" y="36508"/>
                          <a:pt x="30945" y="41855"/>
                          <a:pt x="33046" y="44261"/>
                        </a:cubicBezTo>
                        <a:cubicBezTo>
                          <a:pt x="37050" y="48756"/>
                          <a:pt x="39845" y="52563"/>
                          <a:pt x="41431" y="55683"/>
                        </a:cubicBezTo>
                        <a:cubicBezTo>
                          <a:pt x="43030" y="58802"/>
                          <a:pt x="43829" y="61869"/>
                          <a:pt x="43829" y="64883"/>
                        </a:cubicBezTo>
                        <a:cubicBezTo>
                          <a:pt x="43829" y="69801"/>
                          <a:pt x="42105" y="73807"/>
                          <a:pt x="38656" y="76900"/>
                        </a:cubicBezTo>
                        <a:cubicBezTo>
                          <a:pt x="35207" y="80007"/>
                          <a:pt x="30714" y="81560"/>
                          <a:pt x="25177" y="81560"/>
                        </a:cubicBezTo>
                        <a:cubicBezTo>
                          <a:pt x="21252" y="81560"/>
                          <a:pt x="17109" y="80879"/>
                          <a:pt x="12748" y="79518"/>
                        </a:cubicBezTo>
                        <a:cubicBezTo>
                          <a:pt x="8401" y="78156"/>
                          <a:pt x="3749" y="76087"/>
                          <a:pt x="-1207" y="73311"/>
                        </a:cubicBezTo>
                        <a:lnTo>
                          <a:pt x="-1207" y="85962"/>
                        </a:lnTo>
                        <a:cubicBezTo>
                          <a:pt x="3828" y="87985"/>
                          <a:pt x="8533" y="89512"/>
                          <a:pt x="12907" y="90543"/>
                        </a:cubicBezTo>
                        <a:cubicBezTo>
                          <a:pt x="17294" y="91574"/>
                          <a:pt x="21305" y="92089"/>
                          <a:pt x="24939" y="92089"/>
                        </a:cubicBezTo>
                        <a:cubicBezTo>
                          <a:pt x="34520" y="92089"/>
                          <a:pt x="42158" y="89690"/>
                          <a:pt x="47853" y="84891"/>
                        </a:cubicBezTo>
                        <a:cubicBezTo>
                          <a:pt x="53549" y="80106"/>
                          <a:pt x="56397" y="73708"/>
                          <a:pt x="56397" y="65696"/>
                        </a:cubicBezTo>
                        <a:cubicBezTo>
                          <a:pt x="56397" y="61889"/>
                          <a:pt x="55683" y="58280"/>
                          <a:pt x="54256" y="54870"/>
                        </a:cubicBezTo>
                        <a:cubicBezTo>
                          <a:pt x="52842" y="51472"/>
                          <a:pt x="50252" y="47460"/>
                          <a:pt x="46486" y="42833"/>
                        </a:cubicBezTo>
                        <a:cubicBezTo>
                          <a:pt x="45455" y="41630"/>
                          <a:pt x="42171" y="38167"/>
                          <a:pt x="36634" y="32443"/>
                        </a:cubicBezTo>
                        <a:cubicBezTo>
                          <a:pt x="31110" y="26718"/>
                          <a:pt x="23307" y="18714"/>
                          <a:pt x="13224" y="84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4" name="Freeform: Shape 73">
                    <a:extLst>
                      <a:ext uri="{FF2B5EF4-FFF2-40B4-BE49-F238E27FC236}">
                        <a16:creationId xmlns:a16="http://schemas.microsoft.com/office/drawing/2014/main" id="{94D195C2-FFB3-28EA-D030-DF136F67CFA9}"/>
                      </a:ext>
                    </a:extLst>
                  </p:cNvPr>
                  <p:cNvSpPr/>
                  <p:nvPr/>
                </p:nvSpPr>
                <p:spPr>
                  <a:xfrm flipV="1">
                    <a:off x="13586239" y="5410710"/>
                    <a:ext cx="63926" cy="95994"/>
                  </a:xfrm>
                  <a:custGeom>
                    <a:avLst/>
                    <a:gdLst>
                      <a:gd name="connsiteX0" fmla="*/ 30054 w 63926"/>
                      <a:gd name="connsiteY0" fmla="*/ 84025 h 95994"/>
                      <a:gd name="connsiteX1" fmla="*/ 15525 w 63926"/>
                      <a:gd name="connsiteY1" fmla="*/ 74507 h 95994"/>
                      <a:gd name="connsiteX2" fmla="*/ 10668 w 63926"/>
                      <a:gd name="connsiteY2" fmla="*/ 45913 h 95994"/>
                      <a:gd name="connsiteX3" fmla="*/ 15525 w 63926"/>
                      <a:gd name="connsiteY3" fmla="*/ 17378 h 95994"/>
                      <a:gd name="connsiteX4" fmla="*/ 30054 w 63926"/>
                      <a:gd name="connsiteY4" fmla="*/ 7860 h 95994"/>
                      <a:gd name="connsiteX5" fmla="*/ 44643 w 63926"/>
                      <a:gd name="connsiteY5" fmla="*/ 17378 h 95994"/>
                      <a:gd name="connsiteX6" fmla="*/ 49520 w 63926"/>
                      <a:gd name="connsiteY6" fmla="*/ 45913 h 95994"/>
                      <a:gd name="connsiteX7" fmla="*/ 44643 w 63926"/>
                      <a:gd name="connsiteY7" fmla="*/ 74507 h 95994"/>
                      <a:gd name="connsiteX8" fmla="*/ 30054 w 63926"/>
                      <a:gd name="connsiteY8" fmla="*/ 84025 h 95994"/>
                      <a:gd name="connsiteX9" fmla="*/ 30054 w 63926"/>
                      <a:gd name="connsiteY9" fmla="*/ 93939 h 95994"/>
                      <a:gd name="connsiteX10" fmla="*/ 53821 w 63926"/>
                      <a:gd name="connsiteY10" fmla="*/ 81625 h 95994"/>
                      <a:gd name="connsiteX11" fmla="*/ 62028 w 63926"/>
                      <a:gd name="connsiteY11" fmla="*/ 45913 h 95994"/>
                      <a:gd name="connsiteX12" fmla="*/ 53821 w 63926"/>
                      <a:gd name="connsiteY12" fmla="*/ 10240 h 95994"/>
                      <a:gd name="connsiteX13" fmla="*/ 30054 w 63926"/>
                      <a:gd name="connsiteY13" fmla="*/ -2055 h 95994"/>
                      <a:gd name="connsiteX14" fmla="*/ 6307 w 63926"/>
                      <a:gd name="connsiteY14" fmla="*/ 10240 h 95994"/>
                      <a:gd name="connsiteX15" fmla="*/ -1899 w 63926"/>
                      <a:gd name="connsiteY15" fmla="*/ 45913 h 95994"/>
                      <a:gd name="connsiteX16" fmla="*/ 6307 w 63926"/>
                      <a:gd name="connsiteY16" fmla="*/ 81625 h 95994"/>
                      <a:gd name="connsiteX17" fmla="*/ 3005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54" y="84025"/>
                        </a:moveTo>
                        <a:cubicBezTo>
                          <a:pt x="23619" y="84025"/>
                          <a:pt x="18775" y="80852"/>
                          <a:pt x="15525" y="74507"/>
                        </a:cubicBezTo>
                        <a:cubicBezTo>
                          <a:pt x="12287" y="68174"/>
                          <a:pt x="10668" y="58643"/>
                          <a:pt x="10668" y="45913"/>
                        </a:cubicBezTo>
                        <a:cubicBezTo>
                          <a:pt x="10668" y="33235"/>
                          <a:pt x="12287" y="23724"/>
                          <a:pt x="15525" y="17378"/>
                        </a:cubicBezTo>
                        <a:cubicBezTo>
                          <a:pt x="18775" y="11033"/>
                          <a:pt x="23619" y="7860"/>
                          <a:pt x="30054" y="7860"/>
                        </a:cubicBezTo>
                        <a:cubicBezTo>
                          <a:pt x="36543" y="7860"/>
                          <a:pt x="41406" y="11033"/>
                          <a:pt x="44643" y="17378"/>
                        </a:cubicBezTo>
                        <a:cubicBezTo>
                          <a:pt x="47894" y="23724"/>
                          <a:pt x="49520" y="33235"/>
                          <a:pt x="49520" y="45913"/>
                        </a:cubicBezTo>
                        <a:cubicBezTo>
                          <a:pt x="49520" y="58643"/>
                          <a:pt x="47894" y="68174"/>
                          <a:pt x="44643" y="74507"/>
                        </a:cubicBezTo>
                        <a:cubicBezTo>
                          <a:pt x="41406" y="80852"/>
                          <a:pt x="36543" y="84025"/>
                          <a:pt x="30054" y="84025"/>
                        </a:cubicBezTo>
                        <a:close/>
                        <a:moveTo>
                          <a:pt x="30054" y="93939"/>
                        </a:moveTo>
                        <a:cubicBezTo>
                          <a:pt x="40428" y="93939"/>
                          <a:pt x="48350" y="89835"/>
                          <a:pt x="53821" y="81625"/>
                        </a:cubicBezTo>
                        <a:cubicBezTo>
                          <a:pt x="59292" y="73429"/>
                          <a:pt x="62028" y="61525"/>
                          <a:pt x="62028" y="45913"/>
                        </a:cubicBezTo>
                        <a:cubicBezTo>
                          <a:pt x="62028" y="30340"/>
                          <a:pt x="59292" y="18449"/>
                          <a:pt x="53821" y="10240"/>
                        </a:cubicBezTo>
                        <a:cubicBezTo>
                          <a:pt x="48350" y="2043"/>
                          <a:pt x="40428" y="-2055"/>
                          <a:pt x="30054" y="-2055"/>
                        </a:cubicBezTo>
                        <a:cubicBezTo>
                          <a:pt x="19694" y="-2055"/>
                          <a:pt x="11778" y="2043"/>
                          <a:pt x="6307" y="10240"/>
                        </a:cubicBezTo>
                        <a:cubicBezTo>
                          <a:pt x="836" y="18449"/>
                          <a:pt x="-1899" y="30340"/>
                          <a:pt x="-1899" y="45913"/>
                        </a:cubicBezTo>
                        <a:cubicBezTo>
                          <a:pt x="-1899" y="61525"/>
                          <a:pt x="836" y="73429"/>
                          <a:pt x="6307" y="81625"/>
                        </a:cubicBezTo>
                        <a:cubicBezTo>
                          <a:pt x="11778" y="89835"/>
                          <a:pt x="19694" y="93939"/>
                          <a:pt x="3005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79" name="Graphic 2">
                <a:extLst>
                  <a:ext uri="{FF2B5EF4-FFF2-40B4-BE49-F238E27FC236}">
                    <a16:creationId xmlns:a16="http://schemas.microsoft.com/office/drawing/2014/main" id="{DFD89060-8436-7A55-E227-C34E827D981D}"/>
                  </a:ext>
                </a:extLst>
              </p:cNvPr>
              <p:cNvGrpSpPr/>
              <p:nvPr/>
            </p:nvGrpSpPr>
            <p:grpSpPr>
              <a:xfrm>
                <a:off x="14332340" y="5319633"/>
                <a:ext cx="223926" cy="187070"/>
                <a:chOff x="14332340" y="5319633"/>
                <a:chExt cx="223926" cy="187070"/>
              </a:xfrm>
              <a:solidFill>
                <a:srgbClr val="000000"/>
              </a:solidFill>
            </p:grpSpPr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1798850F-4C46-C3D2-6A49-CD9BEDCD8E48}"/>
                    </a:ext>
                  </a:extLst>
                </p:cNvPr>
                <p:cNvSpPr/>
                <p:nvPr/>
              </p:nvSpPr>
              <p:spPr>
                <a:xfrm>
                  <a:off x="14443622" y="5319633"/>
                  <a:ext cx="12686" cy="44417"/>
                </a:xfrm>
                <a:custGeom>
                  <a:avLst/>
                  <a:gdLst>
                    <a:gd name="connsiteX0" fmla="*/ 200 w 12686"/>
                    <a:gd name="connsiteY0" fmla="*/ 264 h 44417"/>
                    <a:gd name="connsiteX1" fmla="*/ 200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00" y="264"/>
                      </a:moveTo>
                      <a:lnTo>
                        <a:pt x="200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81" name="Graphic 2">
                  <a:extLst>
                    <a:ext uri="{FF2B5EF4-FFF2-40B4-BE49-F238E27FC236}">
                      <a16:creationId xmlns:a16="http://schemas.microsoft.com/office/drawing/2014/main" id="{61B6E6CF-C51B-A251-DAC6-7022AE89DC1E}"/>
                    </a:ext>
                  </a:extLst>
                </p:cNvPr>
                <p:cNvGrpSpPr/>
                <p:nvPr/>
              </p:nvGrpSpPr>
              <p:grpSpPr>
                <a:xfrm>
                  <a:off x="14332340" y="5410710"/>
                  <a:ext cx="223926" cy="95994"/>
                  <a:chOff x="14332340" y="5410710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82" name="Freeform: Shape 81">
                    <a:extLst>
                      <a:ext uri="{FF2B5EF4-FFF2-40B4-BE49-F238E27FC236}">
                        <a16:creationId xmlns:a16="http://schemas.microsoft.com/office/drawing/2014/main" id="{B41A1C48-02E8-9957-F17B-24A42A1177D6}"/>
                      </a:ext>
                    </a:extLst>
                  </p:cNvPr>
                  <p:cNvSpPr/>
                  <p:nvPr/>
                </p:nvSpPr>
                <p:spPr>
                  <a:xfrm flipV="1">
                    <a:off x="14332340" y="5412375"/>
                    <a:ext cx="59843" cy="94328"/>
                  </a:xfrm>
                  <a:custGeom>
                    <a:avLst/>
                    <a:gdLst>
                      <a:gd name="connsiteX0" fmla="*/ 2096 w 59843"/>
                      <a:gd name="connsiteY0" fmla="*/ 92316 h 94328"/>
                      <a:gd name="connsiteX1" fmla="*/ 51215 w 59843"/>
                      <a:gd name="connsiteY1" fmla="*/ 92316 h 94328"/>
                      <a:gd name="connsiteX2" fmla="*/ 51215 w 59843"/>
                      <a:gd name="connsiteY2" fmla="*/ 81767 h 94328"/>
                      <a:gd name="connsiteX3" fmla="*/ 13553 w 59843"/>
                      <a:gd name="connsiteY3" fmla="*/ 81767 h 94328"/>
                      <a:gd name="connsiteX4" fmla="*/ 13553 w 59843"/>
                      <a:gd name="connsiteY4" fmla="*/ 59102 h 94328"/>
                      <a:gd name="connsiteX5" fmla="*/ 18984 w 59843"/>
                      <a:gd name="connsiteY5" fmla="*/ 60490 h 94328"/>
                      <a:gd name="connsiteX6" fmla="*/ 24455 w 59843"/>
                      <a:gd name="connsiteY6" fmla="*/ 60946 h 94328"/>
                      <a:gd name="connsiteX7" fmla="*/ 48975 w 59843"/>
                      <a:gd name="connsiteY7" fmla="*/ 52459 h 94328"/>
                      <a:gd name="connsiteX8" fmla="*/ 58034 w 59843"/>
                      <a:gd name="connsiteY8" fmla="*/ 29476 h 94328"/>
                      <a:gd name="connsiteX9" fmla="*/ 48737 w 59843"/>
                      <a:gd name="connsiteY9" fmla="*/ 6256 h 94328"/>
                      <a:gd name="connsiteX10" fmla="*/ 22532 w 59843"/>
                      <a:gd name="connsiteY10" fmla="*/ -2013 h 94328"/>
                      <a:gd name="connsiteX11" fmla="*/ 10659 w 59843"/>
                      <a:gd name="connsiteY11" fmla="*/ -1021 h 94328"/>
                      <a:gd name="connsiteX12" fmla="*/ -1809 w 59843"/>
                      <a:gd name="connsiteY12" fmla="*/ 1953 h 94328"/>
                      <a:gd name="connsiteX13" fmla="*/ -1809 w 59843"/>
                      <a:gd name="connsiteY13" fmla="*/ 14545 h 94328"/>
                      <a:gd name="connsiteX14" fmla="*/ 9707 w 59843"/>
                      <a:gd name="connsiteY14" fmla="*/ 10024 h 94328"/>
                      <a:gd name="connsiteX15" fmla="*/ 22275 w 59843"/>
                      <a:gd name="connsiteY15" fmla="*/ 8537 h 94328"/>
                      <a:gd name="connsiteX16" fmla="*/ 39242 w 59843"/>
                      <a:gd name="connsiteY16" fmla="*/ 14168 h 94328"/>
                      <a:gd name="connsiteX17" fmla="*/ 45506 w 59843"/>
                      <a:gd name="connsiteY17" fmla="*/ 29476 h 94328"/>
                      <a:gd name="connsiteX18" fmla="*/ 39242 w 59843"/>
                      <a:gd name="connsiteY18" fmla="*/ 44765 h 94328"/>
                      <a:gd name="connsiteX19" fmla="*/ 22275 w 59843"/>
                      <a:gd name="connsiteY19" fmla="*/ 50416 h 94328"/>
                      <a:gd name="connsiteX20" fmla="*/ 12264 w 59843"/>
                      <a:gd name="connsiteY20" fmla="*/ 49306 h 94328"/>
                      <a:gd name="connsiteX21" fmla="*/ 2096 w 59843"/>
                      <a:gd name="connsiteY21" fmla="*/ 45836 h 94328"/>
                      <a:gd name="connsiteX22" fmla="*/ 2096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96" y="92316"/>
                        </a:moveTo>
                        <a:lnTo>
                          <a:pt x="51215" y="92316"/>
                        </a:lnTo>
                        <a:lnTo>
                          <a:pt x="51215" y="81767"/>
                        </a:lnTo>
                        <a:lnTo>
                          <a:pt x="13553" y="81767"/>
                        </a:lnTo>
                        <a:lnTo>
                          <a:pt x="13553" y="59102"/>
                        </a:lnTo>
                        <a:cubicBezTo>
                          <a:pt x="15363" y="59723"/>
                          <a:pt x="17174" y="60186"/>
                          <a:pt x="18984" y="60490"/>
                        </a:cubicBezTo>
                        <a:cubicBezTo>
                          <a:pt x="20808" y="60794"/>
                          <a:pt x="22631" y="60946"/>
                          <a:pt x="24455" y="60946"/>
                        </a:cubicBezTo>
                        <a:cubicBezTo>
                          <a:pt x="34776" y="60946"/>
                          <a:pt x="42949" y="58117"/>
                          <a:pt x="48975" y="52459"/>
                        </a:cubicBezTo>
                        <a:cubicBezTo>
                          <a:pt x="55014" y="46801"/>
                          <a:pt x="58034" y="39140"/>
                          <a:pt x="58034" y="29476"/>
                        </a:cubicBezTo>
                        <a:cubicBezTo>
                          <a:pt x="58034" y="19522"/>
                          <a:pt x="54935" y="11782"/>
                          <a:pt x="48737" y="6256"/>
                        </a:cubicBezTo>
                        <a:cubicBezTo>
                          <a:pt x="42539" y="744"/>
                          <a:pt x="33804" y="-2013"/>
                          <a:pt x="22532" y="-2013"/>
                        </a:cubicBezTo>
                        <a:cubicBezTo>
                          <a:pt x="18647" y="-2013"/>
                          <a:pt x="14689" y="-1682"/>
                          <a:pt x="10659" y="-1021"/>
                        </a:cubicBezTo>
                        <a:cubicBezTo>
                          <a:pt x="6641" y="-360"/>
                          <a:pt x="2485" y="631"/>
                          <a:pt x="-1809" y="1953"/>
                        </a:cubicBezTo>
                        <a:lnTo>
                          <a:pt x="-1809" y="14545"/>
                        </a:lnTo>
                        <a:cubicBezTo>
                          <a:pt x="1904" y="12522"/>
                          <a:pt x="5743" y="11015"/>
                          <a:pt x="9707" y="10024"/>
                        </a:cubicBezTo>
                        <a:cubicBezTo>
                          <a:pt x="13672" y="9032"/>
                          <a:pt x="17861" y="8537"/>
                          <a:pt x="22275" y="8537"/>
                        </a:cubicBezTo>
                        <a:cubicBezTo>
                          <a:pt x="29424" y="8537"/>
                          <a:pt x="35080" y="10414"/>
                          <a:pt x="39242" y="14168"/>
                        </a:cubicBezTo>
                        <a:cubicBezTo>
                          <a:pt x="43418" y="17923"/>
                          <a:pt x="45506" y="23025"/>
                          <a:pt x="45506" y="29476"/>
                        </a:cubicBezTo>
                        <a:cubicBezTo>
                          <a:pt x="45506" y="35914"/>
                          <a:pt x="43418" y="41011"/>
                          <a:pt x="39242" y="44765"/>
                        </a:cubicBezTo>
                        <a:cubicBezTo>
                          <a:pt x="35080" y="48533"/>
                          <a:pt x="29424" y="50416"/>
                          <a:pt x="22275" y="50416"/>
                        </a:cubicBezTo>
                        <a:cubicBezTo>
                          <a:pt x="18931" y="50416"/>
                          <a:pt x="15594" y="50046"/>
                          <a:pt x="12264" y="49306"/>
                        </a:cubicBezTo>
                        <a:cubicBezTo>
                          <a:pt x="8947" y="48566"/>
                          <a:pt x="5558" y="47409"/>
                          <a:pt x="2096" y="45836"/>
                        </a:cubicBezTo>
                        <a:lnTo>
                          <a:pt x="2096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7" name="Freeform: Shape 86">
                    <a:extLst>
                      <a:ext uri="{FF2B5EF4-FFF2-40B4-BE49-F238E27FC236}">
                        <a16:creationId xmlns:a16="http://schemas.microsoft.com/office/drawing/2014/main" id="{07B5BEC4-797C-56F1-177E-A11B2A9EBB8E}"/>
                      </a:ext>
                    </a:extLst>
                  </p:cNvPr>
                  <p:cNvSpPr/>
                  <p:nvPr/>
                </p:nvSpPr>
                <p:spPr>
                  <a:xfrm flipV="1">
                    <a:off x="14409466" y="5412375"/>
                    <a:ext cx="67395" cy="92524"/>
                  </a:xfrm>
                  <a:custGeom>
                    <a:avLst/>
                    <a:gdLst>
                      <a:gd name="connsiteX0" fmla="*/ 39933 w 67395"/>
                      <a:gd name="connsiteY0" fmla="*/ 79560 h 92524"/>
                      <a:gd name="connsiteX1" fmla="*/ 8336 w 67395"/>
                      <a:gd name="connsiteY1" fmla="*/ 30165 h 92524"/>
                      <a:gd name="connsiteX2" fmla="*/ 39933 w 67395"/>
                      <a:gd name="connsiteY2" fmla="*/ 30165 h 92524"/>
                      <a:gd name="connsiteX3" fmla="*/ 39933 w 67395"/>
                      <a:gd name="connsiteY3" fmla="*/ 79560 h 92524"/>
                      <a:gd name="connsiteX4" fmla="*/ 36643 w 67395"/>
                      <a:gd name="connsiteY4" fmla="*/ 90466 h 92524"/>
                      <a:gd name="connsiteX5" fmla="*/ 52381 w 67395"/>
                      <a:gd name="connsiteY5" fmla="*/ 90466 h 92524"/>
                      <a:gd name="connsiteX6" fmla="*/ 52381 w 67395"/>
                      <a:gd name="connsiteY6" fmla="*/ 30165 h 92524"/>
                      <a:gd name="connsiteX7" fmla="*/ 65583 w 67395"/>
                      <a:gd name="connsiteY7" fmla="*/ 30165 h 92524"/>
                      <a:gd name="connsiteX8" fmla="*/ 65583 w 67395"/>
                      <a:gd name="connsiteY8" fmla="*/ 19754 h 92524"/>
                      <a:gd name="connsiteX9" fmla="*/ 52381 w 67395"/>
                      <a:gd name="connsiteY9" fmla="*/ 19754 h 92524"/>
                      <a:gd name="connsiteX10" fmla="*/ 52381 w 67395"/>
                      <a:gd name="connsiteY10" fmla="*/ -2058 h 92524"/>
                      <a:gd name="connsiteX11" fmla="*/ 39933 w 67395"/>
                      <a:gd name="connsiteY11" fmla="*/ -2058 h 92524"/>
                      <a:gd name="connsiteX12" fmla="*/ 39933 w 67395"/>
                      <a:gd name="connsiteY12" fmla="*/ 19754 h 92524"/>
                      <a:gd name="connsiteX13" fmla="*/ -1813 w 67395"/>
                      <a:gd name="connsiteY13" fmla="*/ 19754 h 92524"/>
                      <a:gd name="connsiteX14" fmla="*/ -1813 w 67395"/>
                      <a:gd name="connsiteY14" fmla="*/ 31830 h 92524"/>
                      <a:gd name="connsiteX15" fmla="*/ 36643 w 67395"/>
                      <a:gd name="connsiteY15" fmla="*/ 9046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933" y="79560"/>
                        </a:moveTo>
                        <a:lnTo>
                          <a:pt x="8336" y="30165"/>
                        </a:lnTo>
                        <a:lnTo>
                          <a:pt x="39933" y="30165"/>
                        </a:lnTo>
                        <a:lnTo>
                          <a:pt x="39933" y="79560"/>
                        </a:lnTo>
                        <a:close/>
                        <a:moveTo>
                          <a:pt x="36643" y="90466"/>
                        </a:moveTo>
                        <a:lnTo>
                          <a:pt x="52381" y="90466"/>
                        </a:lnTo>
                        <a:lnTo>
                          <a:pt x="52381" y="30165"/>
                        </a:lnTo>
                        <a:lnTo>
                          <a:pt x="65583" y="30165"/>
                        </a:lnTo>
                        <a:lnTo>
                          <a:pt x="65583" y="19754"/>
                        </a:lnTo>
                        <a:lnTo>
                          <a:pt x="52381" y="19754"/>
                        </a:lnTo>
                        <a:lnTo>
                          <a:pt x="52381" y="-2058"/>
                        </a:lnTo>
                        <a:lnTo>
                          <a:pt x="39933" y="-2058"/>
                        </a:lnTo>
                        <a:lnTo>
                          <a:pt x="39933" y="19754"/>
                        </a:lnTo>
                        <a:lnTo>
                          <a:pt x="-1813" y="19754"/>
                        </a:lnTo>
                        <a:lnTo>
                          <a:pt x="-1813" y="31830"/>
                        </a:lnTo>
                        <a:lnTo>
                          <a:pt x="36643" y="904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8" name="Freeform: Shape 87">
                    <a:extLst>
                      <a:ext uri="{FF2B5EF4-FFF2-40B4-BE49-F238E27FC236}">
                        <a16:creationId xmlns:a16="http://schemas.microsoft.com/office/drawing/2014/main" id="{C64D8EE6-0D54-5468-3034-6C869F9A3687}"/>
                      </a:ext>
                    </a:extLst>
                  </p:cNvPr>
                  <p:cNvSpPr/>
                  <p:nvPr/>
                </p:nvSpPr>
                <p:spPr>
                  <a:xfrm flipV="1">
                    <a:off x="14492340" y="5410710"/>
                    <a:ext cx="63926" cy="95994"/>
                  </a:xfrm>
                  <a:custGeom>
                    <a:avLst/>
                    <a:gdLst>
                      <a:gd name="connsiteX0" fmla="*/ 30126 w 63926"/>
                      <a:gd name="connsiteY0" fmla="*/ 84025 h 95994"/>
                      <a:gd name="connsiteX1" fmla="*/ 15596 w 63926"/>
                      <a:gd name="connsiteY1" fmla="*/ 74507 h 95994"/>
                      <a:gd name="connsiteX2" fmla="*/ 10740 w 63926"/>
                      <a:gd name="connsiteY2" fmla="*/ 45913 h 95994"/>
                      <a:gd name="connsiteX3" fmla="*/ 15596 w 63926"/>
                      <a:gd name="connsiteY3" fmla="*/ 17378 h 95994"/>
                      <a:gd name="connsiteX4" fmla="*/ 30126 w 63926"/>
                      <a:gd name="connsiteY4" fmla="*/ 7860 h 95994"/>
                      <a:gd name="connsiteX5" fmla="*/ 44715 w 63926"/>
                      <a:gd name="connsiteY5" fmla="*/ 17378 h 95994"/>
                      <a:gd name="connsiteX6" fmla="*/ 49591 w 63926"/>
                      <a:gd name="connsiteY6" fmla="*/ 45913 h 95994"/>
                      <a:gd name="connsiteX7" fmla="*/ 44715 w 63926"/>
                      <a:gd name="connsiteY7" fmla="*/ 74507 h 95994"/>
                      <a:gd name="connsiteX8" fmla="*/ 30126 w 63926"/>
                      <a:gd name="connsiteY8" fmla="*/ 84025 h 95994"/>
                      <a:gd name="connsiteX9" fmla="*/ 30126 w 63926"/>
                      <a:gd name="connsiteY9" fmla="*/ 93939 h 95994"/>
                      <a:gd name="connsiteX10" fmla="*/ 53893 w 63926"/>
                      <a:gd name="connsiteY10" fmla="*/ 81625 h 95994"/>
                      <a:gd name="connsiteX11" fmla="*/ 62099 w 63926"/>
                      <a:gd name="connsiteY11" fmla="*/ 45913 h 95994"/>
                      <a:gd name="connsiteX12" fmla="*/ 53893 w 63926"/>
                      <a:gd name="connsiteY12" fmla="*/ 10240 h 95994"/>
                      <a:gd name="connsiteX13" fmla="*/ 30126 w 63926"/>
                      <a:gd name="connsiteY13" fmla="*/ -2055 h 95994"/>
                      <a:gd name="connsiteX14" fmla="*/ 6379 w 63926"/>
                      <a:gd name="connsiteY14" fmla="*/ 10240 h 95994"/>
                      <a:gd name="connsiteX15" fmla="*/ -1828 w 63926"/>
                      <a:gd name="connsiteY15" fmla="*/ 45913 h 95994"/>
                      <a:gd name="connsiteX16" fmla="*/ 6379 w 63926"/>
                      <a:gd name="connsiteY16" fmla="*/ 81625 h 95994"/>
                      <a:gd name="connsiteX17" fmla="*/ 30126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26" y="84025"/>
                        </a:moveTo>
                        <a:cubicBezTo>
                          <a:pt x="23690" y="84025"/>
                          <a:pt x="18847" y="80852"/>
                          <a:pt x="15596" y="74507"/>
                        </a:cubicBezTo>
                        <a:cubicBezTo>
                          <a:pt x="12358" y="68174"/>
                          <a:pt x="10740" y="58643"/>
                          <a:pt x="10740" y="45913"/>
                        </a:cubicBezTo>
                        <a:cubicBezTo>
                          <a:pt x="10740" y="33235"/>
                          <a:pt x="12358" y="23724"/>
                          <a:pt x="15596" y="17378"/>
                        </a:cubicBezTo>
                        <a:cubicBezTo>
                          <a:pt x="18847" y="11033"/>
                          <a:pt x="23690" y="7860"/>
                          <a:pt x="30126" y="7860"/>
                        </a:cubicBezTo>
                        <a:cubicBezTo>
                          <a:pt x="36614" y="7860"/>
                          <a:pt x="41477" y="11033"/>
                          <a:pt x="44715" y="17378"/>
                        </a:cubicBezTo>
                        <a:cubicBezTo>
                          <a:pt x="47966" y="23724"/>
                          <a:pt x="49591" y="33235"/>
                          <a:pt x="49591" y="45913"/>
                        </a:cubicBezTo>
                        <a:cubicBezTo>
                          <a:pt x="49591" y="58643"/>
                          <a:pt x="47966" y="68174"/>
                          <a:pt x="44715" y="74507"/>
                        </a:cubicBezTo>
                        <a:cubicBezTo>
                          <a:pt x="41477" y="80852"/>
                          <a:pt x="36614" y="84025"/>
                          <a:pt x="30126" y="84025"/>
                        </a:cubicBezTo>
                        <a:close/>
                        <a:moveTo>
                          <a:pt x="30126" y="93939"/>
                        </a:moveTo>
                        <a:cubicBezTo>
                          <a:pt x="40499" y="93939"/>
                          <a:pt x="48422" y="89835"/>
                          <a:pt x="53893" y="81625"/>
                        </a:cubicBezTo>
                        <a:cubicBezTo>
                          <a:pt x="59364" y="73429"/>
                          <a:pt x="62099" y="61525"/>
                          <a:pt x="62099" y="45913"/>
                        </a:cubicBezTo>
                        <a:cubicBezTo>
                          <a:pt x="62099" y="30340"/>
                          <a:pt x="59364" y="18449"/>
                          <a:pt x="53893" y="10240"/>
                        </a:cubicBezTo>
                        <a:cubicBezTo>
                          <a:pt x="48422" y="2043"/>
                          <a:pt x="40499" y="-2055"/>
                          <a:pt x="30126" y="-2055"/>
                        </a:cubicBezTo>
                        <a:cubicBezTo>
                          <a:pt x="19765" y="-2055"/>
                          <a:pt x="11850" y="2043"/>
                          <a:pt x="6379" y="10240"/>
                        </a:cubicBezTo>
                        <a:cubicBezTo>
                          <a:pt x="908" y="18449"/>
                          <a:pt x="-1828" y="30340"/>
                          <a:pt x="-1828" y="45913"/>
                        </a:cubicBezTo>
                        <a:cubicBezTo>
                          <a:pt x="-1828" y="61525"/>
                          <a:pt x="908" y="73429"/>
                          <a:pt x="6379" y="81625"/>
                        </a:cubicBezTo>
                        <a:cubicBezTo>
                          <a:pt x="11850" y="89835"/>
                          <a:pt x="19765" y="93939"/>
                          <a:pt x="30126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89" name="Graphic 2">
                <a:extLst>
                  <a:ext uri="{FF2B5EF4-FFF2-40B4-BE49-F238E27FC236}">
                    <a16:creationId xmlns:a16="http://schemas.microsoft.com/office/drawing/2014/main" id="{7DB98559-A1C0-D146-C024-4CCD002AB43E}"/>
                  </a:ext>
                </a:extLst>
              </p:cNvPr>
              <p:cNvGrpSpPr/>
              <p:nvPr/>
            </p:nvGrpSpPr>
            <p:grpSpPr>
              <a:xfrm>
                <a:off x="15238441" y="5319633"/>
                <a:ext cx="223926" cy="187070"/>
                <a:chOff x="15238441" y="5319633"/>
                <a:chExt cx="223926" cy="187070"/>
              </a:xfrm>
              <a:solidFill>
                <a:srgbClr val="000000"/>
              </a:solidFill>
            </p:grpSpPr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3F5ED29B-3730-203F-F1ED-0E49E977DD90}"/>
                    </a:ext>
                  </a:extLst>
                </p:cNvPr>
                <p:cNvSpPr/>
                <p:nvPr/>
              </p:nvSpPr>
              <p:spPr>
                <a:xfrm>
                  <a:off x="15349723" y="5319633"/>
                  <a:ext cx="12686" cy="44417"/>
                </a:xfrm>
                <a:custGeom>
                  <a:avLst/>
                  <a:gdLst>
                    <a:gd name="connsiteX0" fmla="*/ 272 w 12686"/>
                    <a:gd name="connsiteY0" fmla="*/ 264 h 44417"/>
                    <a:gd name="connsiteX1" fmla="*/ 272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72" y="264"/>
                      </a:moveTo>
                      <a:lnTo>
                        <a:pt x="272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91" name="Graphic 2">
                  <a:extLst>
                    <a:ext uri="{FF2B5EF4-FFF2-40B4-BE49-F238E27FC236}">
                      <a16:creationId xmlns:a16="http://schemas.microsoft.com/office/drawing/2014/main" id="{180A982D-EBA5-B273-5030-8A80B4C9D3D5}"/>
                    </a:ext>
                  </a:extLst>
                </p:cNvPr>
                <p:cNvGrpSpPr/>
                <p:nvPr/>
              </p:nvGrpSpPr>
              <p:grpSpPr>
                <a:xfrm>
                  <a:off x="15238441" y="5410710"/>
                  <a:ext cx="223926" cy="95994"/>
                  <a:chOff x="15238441" y="5410710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92" name="Freeform: Shape 91">
                    <a:extLst>
                      <a:ext uri="{FF2B5EF4-FFF2-40B4-BE49-F238E27FC236}">
                        <a16:creationId xmlns:a16="http://schemas.microsoft.com/office/drawing/2014/main" id="{FC706B95-C914-F82D-583E-ADB688683004}"/>
                      </a:ext>
                    </a:extLst>
                  </p:cNvPr>
                  <p:cNvSpPr/>
                  <p:nvPr/>
                </p:nvSpPr>
                <p:spPr>
                  <a:xfrm flipV="1">
                    <a:off x="15238441" y="5412375"/>
                    <a:ext cx="59843" cy="94328"/>
                  </a:xfrm>
                  <a:custGeom>
                    <a:avLst/>
                    <a:gdLst>
                      <a:gd name="connsiteX0" fmla="*/ 2167 w 59843"/>
                      <a:gd name="connsiteY0" fmla="*/ 92316 h 94328"/>
                      <a:gd name="connsiteX1" fmla="*/ 51286 w 59843"/>
                      <a:gd name="connsiteY1" fmla="*/ 92316 h 94328"/>
                      <a:gd name="connsiteX2" fmla="*/ 51286 w 59843"/>
                      <a:gd name="connsiteY2" fmla="*/ 81767 h 94328"/>
                      <a:gd name="connsiteX3" fmla="*/ 13624 w 59843"/>
                      <a:gd name="connsiteY3" fmla="*/ 81767 h 94328"/>
                      <a:gd name="connsiteX4" fmla="*/ 13624 w 59843"/>
                      <a:gd name="connsiteY4" fmla="*/ 59102 h 94328"/>
                      <a:gd name="connsiteX5" fmla="*/ 19055 w 59843"/>
                      <a:gd name="connsiteY5" fmla="*/ 60490 h 94328"/>
                      <a:gd name="connsiteX6" fmla="*/ 24526 w 59843"/>
                      <a:gd name="connsiteY6" fmla="*/ 60946 h 94328"/>
                      <a:gd name="connsiteX7" fmla="*/ 49047 w 59843"/>
                      <a:gd name="connsiteY7" fmla="*/ 52459 h 94328"/>
                      <a:gd name="connsiteX8" fmla="*/ 58105 w 59843"/>
                      <a:gd name="connsiteY8" fmla="*/ 29476 h 94328"/>
                      <a:gd name="connsiteX9" fmla="*/ 48809 w 59843"/>
                      <a:gd name="connsiteY9" fmla="*/ 6256 h 94328"/>
                      <a:gd name="connsiteX10" fmla="*/ 22604 w 59843"/>
                      <a:gd name="connsiteY10" fmla="*/ -2013 h 94328"/>
                      <a:gd name="connsiteX11" fmla="*/ 10730 w 59843"/>
                      <a:gd name="connsiteY11" fmla="*/ -1021 h 94328"/>
                      <a:gd name="connsiteX12" fmla="*/ -1738 w 59843"/>
                      <a:gd name="connsiteY12" fmla="*/ 1953 h 94328"/>
                      <a:gd name="connsiteX13" fmla="*/ -1738 w 59843"/>
                      <a:gd name="connsiteY13" fmla="*/ 14545 h 94328"/>
                      <a:gd name="connsiteX14" fmla="*/ 9779 w 59843"/>
                      <a:gd name="connsiteY14" fmla="*/ 10024 h 94328"/>
                      <a:gd name="connsiteX15" fmla="*/ 22346 w 59843"/>
                      <a:gd name="connsiteY15" fmla="*/ 8537 h 94328"/>
                      <a:gd name="connsiteX16" fmla="*/ 39314 w 59843"/>
                      <a:gd name="connsiteY16" fmla="*/ 14168 h 94328"/>
                      <a:gd name="connsiteX17" fmla="*/ 45578 w 59843"/>
                      <a:gd name="connsiteY17" fmla="*/ 29476 h 94328"/>
                      <a:gd name="connsiteX18" fmla="*/ 39314 w 59843"/>
                      <a:gd name="connsiteY18" fmla="*/ 44765 h 94328"/>
                      <a:gd name="connsiteX19" fmla="*/ 22346 w 59843"/>
                      <a:gd name="connsiteY19" fmla="*/ 50416 h 94328"/>
                      <a:gd name="connsiteX20" fmla="*/ 12336 w 59843"/>
                      <a:gd name="connsiteY20" fmla="*/ 49306 h 94328"/>
                      <a:gd name="connsiteX21" fmla="*/ 2167 w 59843"/>
                      <a:gd name="connsiteY21" fmla="*/ 45836 h 94328"/>
                      <a:gd name="connsiteX22" fmla="*/ 2167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67" y="92316"/>
                        </a:moveTo>
                        <a:lnTo>
                          <a:pt x="51286" y="92316"/>
                        </a:lnTo>
                        <a:lnTo>
                          <a:pt x="51286" y="81767"/>
                        </a:lnTo>
                        <a:lnTo>
                          <a:pt x="13624" y="81767"/>
                        </a:lnTo>
                        <a:lnTo>
                          <a:pt x="13624" y="59102"/>
                        </a:lnTo>
                        <a:cubicBezTo>
                          <a:pt x="15435" y="59723"/>
                          <a:pt x="17245" y="60186"/>
                          <a:pt x="19055" y="60490"/>
                        </a:cubicBezTo>
                        <a:cubicBezTo>
                          <a:pt x="20879" y="60794"/>
                          <a:pt x="22703" y="60946"/>
                          <a:pt x="24526" y="60946"/>
                        </a:cubicBezTo>
                        <a:cubicBezTo>
                          <a:pt x="34847" y="60946"/>
                          <a:pt x="43021" y="58117"/>
                          <a:pt x="49047" y="52459"/>
                        </a:cubicBezTo>
                        <a:cubicBezTo>
                          <a:pt x="55086" y="46801"/>
                          <a:pt x="58105" y="39140"/>
                          <a:pt x="58105" y="29476"/>
                        </a:cubicBezTo>
                        <a:cubicBezTo>
                          <a:pt x="58105" y="19522"/>
                          <a:pt x="55006" y="11782"/>
                          <a:pt x="48809" y="6256"/>
                        </a:cubicBezTo>
                        <a:cubicBezTo>
                          <a:pt x="42611" y="744"/>
                          <a:pt x="33876" y="-2013"/>
                          <a:pt x="22604" y="-2013"/>
                        </a:cubicBezTo>
                        <a:cubicBezTo>
                          <a:pt x="18718" y="-2013"/>
                          <a:pt x="14761" y="-1682"/>
                          <a:pt x="10730" y="-1021"/>
                        </a:cubicBezTo>
                        <a:cubicBezTo>
                          <a:pt x="6713" y="-360"/>
                          <a:pt x="2557" y="631"/>
                          <a:pt x="-1738" y="1953"/>
                        </a:cubicBezTo>
                        <a:lnTo>
                          <a:pt x="-1738" y="14545"/>
                        </a:lnTo>
                        <a:cubicBezTo>
                          <a:pt x="1975" y="12522"/>
                          <a:pt x="5814" y="11015"/>
                          <a:pt x="9779" y="10024"/>
                        </a:cubicBezTo>
                        <a:cubicBezTo>
                          <a:pt x="13743" y="9032"/>
                          <a:pt x="17932" y="8537"/>
                          <a:pt x="22346" y="8537"/>
                        </a:cubicBezTo>
                        <a:cubicBezTo>
                          <a:pt x="29495" y="8537"/>
                          <a:pt x="35151" y="10414"/>
                          <a:pt x="39314" y="14168"/>
                        </a:cubicBezTo>
                        <a:cubicBezTo>
                          <a:pt x="43490" y="17923"/>
                          <a:pt x="45578" y="23025"/>
                          <a:pt x="45578" y="29476"/>
                        </a:cubicBezTo>
                        <a:cubicBezTo>
                          <a:pt x="45578" y="35914"/>
                          <a:pt x="43490" y="41011"/>
                          <a:pt x="39314" y="44765"/>
                        </a:cubicBezTo>
                        <a:cubicBezTo>
                          <a:pt x="35151" y="48533"/>
                          <a:pt x="29495" y="50416"/>
                          <a:pt x="22346" y="50416"/>
                        </a:cubicBezTo>
                        <a:cubicBezTo>
                          <a:pt x="19003" y="50416"/>
                          <a:pt x="15666" y="50046"/>
                          <a:pt x="12336" y="49306"/>
                        </a:cubicBezTo>
                        <a:cubicBezTo>
                          <a:pt x="9019" y="48566"/>
                          <a:pt x="5629" y="47409"/>
                          <a:pt x="2167" y="45836"/>
                        </a:cubicBezTo>
                        <a:lnTo>
                          <a:pt x="2167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3" name="Freeform: Shape 92">
                    <a:extLst>
                      <a:ext uri="{FF2B5EF4-FFF2-40B4-BE49-F238E27FC236}">
                        <a16:creationId xmlns:a16="http://schemas.microsoft.com/office/drawing/2014/main" id="{097B17F5-207C-7E14-EE1D-C804B2EAFA02}"/>
                      </a:ext>
                    </a:extLst>
                  </p:cNvPr>
                  <p:cNvSpPr/>
                  <p:nvPr/>
                </p:nvSpPr>
                <p:spPr>
                  <a:xfrm flipV="1">
                    <a:off x="15318223" y="5410710"/>
                    <a:ext cx="63867" cy="95994"/>
                  </a:xfrm>
                  <a:custGeom>
                    <a:avLst/>
                    <a:gdLst>
                      <a:gd name="connsiteX0" fmla="*/ 31238 w 63867"/>
                      <a:gd name="connsiteY0" fmla="*/ 50989 h 95994"/>
                      <a:gd name="connsiteX1" fmla="*/ 17878 w 63867"/>
                      <a:gd name="connsiteY1" fmla="*/ 45219 h 95994"/>
                      <a:gd name="connsiteX2" fmla="*/ 12962 w 63867"/>
                      <a:gd name="connsiteY2" fmla="*/ 29434 h 95994"/>
                      <a:gd name="connsiteX3" fmla="*/ 17878 w 63867"/>
                      <a:gd name="connsiteY3" fmla="*/ 13650 h 95994"/>
                      <a:gd name="connsiteX4" fmla="*/ 31238 w 63867"/>
                      <a:gd name="connsiteY4" fmla="*/ 7860 h 95994"/>
                      <a:gd name="connsiteX5" fmla="*/ 44578 w 63867"/>
                      <a:gd name="connsiteY5" fmla="*/ 13650 h 95994"/>
                      <a:gd name="connsiteX6" fmla="*/ 49494 w 63867"/>
                      <a:gd name="connsiteY6" fmla="*/ 29434 h 95994"/>
                      <a:gd name="connsiteX7" fmla="*/ 44578 w 63867"/>
                      <a:gd name="connsiteY7" fmla="*/ 45219 h 95994"/>
                      <a:gd name="connsiteX8" fmla="*/ 31238 w 63867"/>
                      <a:gd name="connsiteY8" fmla="*/ 50989 h 95994"/>
                      <a:gd name="connsiteX9" fmla="*/ 56075 w 63867"/>
                      <a:gd name="connsiteY9" fmla="*/ 90231 h 95994"/>
                      <a:gd name="connsiteX10" fmla="*/ 56075 w 63867"/>
                      <a:gd name="connsiteY10" fmla="*/ 78829 h 95994"/>
                      <a:gd name="connsiteX11" fmla="*/ 46560 w 63867"/>
                      <a:gd name="connsiteY11" fmla="*/ 82220 h 95994"/>
                      <a:gd name="connsiteX12" fmla="*/ 37046 w 63867"/>
                      <a:gd name="connsiteY12" fmla="*/ 83410 h 95994"/>
                      <a:gd name="connsiteX13" fmla="*/ 18115 w 63867"/>
                      <a:gd name="connsiteY13" fmla="*/ 75042 h 95994"/>
                      <a:gd name="connsiteX14" fmla="*/ 10662 w 63867"/>
                      <a:gd name="connsiteY14" fmla="*/ 49760 h 95994"/>
                      <a:gd name="connsiteX15" fmla="*/ 19820 w 63867"/>
                      <a:gd name="connsiteY15" fmla="*/ 58028 h 95994"/>
                      <a:gd name="connsiteX16" fmla="*/ 31971 w 63867"/>
                      <a:gd name="connsiteY16" fmla="*/ 60904 h 95994"/>
                      <a:gd name="connsiteX17" fmla="*/ 53994 w 63867"/>
                      <a:gd name="connsiteY17" fmla="*/ 52436 h 95994"/>
                      <a:gd name="connsiteX18" fmla="*/ 62081 w 63867"/>
                      <a:gd name="connsiteY18" fmla="*/ 29434 h 95994"/>
                      <a:gd name="connsiteX19" fmla="*/ 53657 w 63867"/>
                      <a:gd name="connsiteY19" fmla="*/ 6551 h 95994"/>
                      <a:gd name="connsiteX20" fmla="*/ 31238 w 63867"/>
                      <a:gd name="connsiteY20" fmla="*/ -2055 h 95994"/>
                      <a:gd name="connsiteX21" fmla="*/ 6698 w 63867"/>
                      <a:gd name="connsiteY21" fmla="*/ 10240 h 95994"/>
                      <a:gd name="connsiteX22" fmla="*/ -1786 w 63867"/>
                      <a:gd name="connsiteY22" fmla="*/ 45913 h 95994"/>
                      <a:gd name="connsiteX23" fmla="*/ 8621 w 63867"/>
                      <a:gd name="connsiteY23" fmla="*/ 80892 h 95994"/>
                      <a:gd name="connsiteX24" fmla="*/ 36550 w 63867"/>
                      <a:gd name="connsiteY24" fmla="*/ 93939 h 95994"/>
                      <a:gd name="connsiteX25" fmla="*/ 46065 w 63867"/>
                      <a:gd name="connsiteY25" fmla="*/ 93007 h 95994"/>
                      <a:gd name="connsiteX26" fmla="*/ 56075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238" y="50989"/>
                        </a:moveTo>
                        <a:cubicBezTo>
                          <a:pt x="25621" y="50989"/>
                          <a:pt x="21168" y="49065"/>
                          <a:pt x="17878" y="45219"/>
                        </a:cubicBezTo>
                        <a:cubicBezTo>
                          <a:pt x="14600" y="41385"/>
                          <a:pt x="12962" y="36123"/>
                          <a:pt x="12962" y="29434"/>
                        </a:cubicBezTo>
                        <a:cubicBezTo>
                          <a:pt x="12962" y="22785"/>
                          <a:pt x="14600" y="17524"/>
                          <a:pt x="17878" y="13650"/>
                        </a:cubicBezTo>
                        <a:cubicBezTo>
                          <a:pt x="21168" y="9790"/>
                          <a:pt x="25621" y="7860"/>
                          <a:pt x="31238" y="7860"/>
                        </a:cubicBezTo>
                        <a:cubicBezTo>
                          <a:pt x="36854" y="7860"/>
                          <a:pt x="41301" y="9790"/>
                          <a:pt x="44578" y="13650"/>
                        </a:cubicBezTo>
                        <a:cubicBezTo>
                          <a:pt x="47855" y="17524"/>
                          <a:pt x="49494" y="22785"/>
                          <a:pt x="49494" y="29434"/>
                        </a:cubicBezTo>
                        <a:cubicBezTo>
                          <a:pt x="49494" y="36123"/>
                          <a:pt x="47855" y="41385"/>
                          <a:pt x="44578" y="45219"/>
                        </a:cubicBezTo>
                        <a:cubicBezTo>
                          <a:pt x="41301" y="49065"/>
                          <a:pt x="36854" y="50989"/>
                          <a:pt x="31238" y="50989"/>
                        </a:cubicBezTo>
                        <a:close/>
                        <a:moveTo>
                          <a:pt x="56075" y="90231"/>
                        </a:moveTo>
                        <a:lnTo>
                          <a:pt x="56075" y="78829"/>
                        </a:lnTo>
                        <a:cubicBezTo>
                          <a:pt x="52930" y="80310"/>
                          <a:pt x="49758" y="81440"/>
                          <a:pt x="46560" y="82220"/>
                        </a:cubicBezTo>
                        <a:cubicBezTo>
                          <a:pt x="43362" y="83013"/>
                          <a:pt x="40191" y="83410"/>
                          <a:pt x="37046" y="83410"/>
                        </a:cubicBezTo>
                        <a:cubicBezTo>
                          <a:pt x="28786" y="83410"/>
                          <a:pt x="22476" y="80621"/>
                          <a:pt x="18115" y="75042"/>
                        </a:cubicBezTo>
                        <a:cubicBezTo>
                          <a:pt x="13768" y="69463"/>
                          <a:pt x="11283" y="61036"/>
                          <a:pt x="10662" y="49760"/>
                        </a:cubicBezTo>
                        <a:cubicBezTo>
                          <a:pt x="13094" y="53355"/>
                          <a:pt x="16146" y="56112"/>
                          <a:pt x="19820" y="58028"/>
                        </a:cubicBezTo>
                        <a:cubicBezTo>
                          <a:pt x="23507" y="59945"/>
                          <a:pt x="27557" y="60904"/>
                          <a:pt x="31971" y="60904"/>
                        </a:cubicBezTo>
                        <a:cubicBezTo>
                          <a:pt x="41261" y="60904"/>
                          <a:pt x="48602" y="58081"/>
                          <a:pt x="53994" y="52436"/>
                        </a:cubicBezTo>
                        <a:cubicBezTo>
                          <a:pt x="59385" y="46805"/>
                          <a:pt x="62081" y="39138"/>
                          <a:pt x="62081" y="29434"/>
                        </a:cubicBezTo>
                        <a:cubicBezTo>
                          <a:pt x="62081" y="19929"/>
                          <a:pt x="59273" y="12302"/>
                          <a:pt x="53657" y="6551"/>
                        </a:cubicBezTo>
                        <a:cubicBezTo>
                          <a:pt x="48040" y="814"/>
                          <a:pt x="40567" y="-2055"/>
                          <a:pt x="31238" y="-2055"/>
                        </a:cubicBezTo>
                        <a:cubicBezTo>
                          <a:pt x="20534" y="-2055"/>
                          <a:pt x="12354" y="2043"/>
                          <a:pt x="6698" y="10240"/>
                        </a:cubicBezTo>
                        <a:cubicBezTo>
                          <a:pt x="1042" y="18449"/>
                          <a:pt x="-1786" y="30340"/>
                          <a:pt x="-1786" y="45913"/>
                        </a:cubicBezTo>
                        <a:cubicBezTo>
                          <a:pt x="-1786" y="60534"/>
                          <a:pt x="1683" y="72193"/>
                          <a:pt x="8621" y="80892"/>
                        </a:cubicBezTo>
                        <a:cubicBezTo>
                          <a:pt x="15558" y="89590"/>
                          <a:pt x="24868" y="93939"/>
                          <a:pt x="36550" y="93939"/>
                        </a:cubicBezTo>
                        <a:cubicBezTo>
                          <a:pt x="39695" y="93939"/>
                          <a:pt x="42867" y="93629"/>
                          <a:pt x="46065" y="93007"/>
                        </a:cubicBezTo>
                        <a:cubicBezTo>
                          <a:pt x="49263" y="92386"/>
                          <a:pt x="52599" y="91461"/>
                          <a:pt x="56075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4" name="Freeform: Shape 93">
                    <a:extLst>
                      <a:ext uri="{FF2B5EF4-FFF2-40B4-BE49-F238E27FC236}">
                        <a16:creationId xmlns:a16="http://schemas.microsoft.com/office/drawing/2014/main" id="{27EEDDBE-FF77-A240-F20B-4A1B5BF4D100}"/>
                      </a:ext>
                    </a:extLst>
                  </p:cNvPr>
                  <p:cNvSpPr/>
                  <p:nvPr/>
                </p:nvSpPr>
                <p:spPr>
                  <a:xfrm flipV="1">
                    <a:off x="15398441" y="5410710"/>
                    <a:ext cx="63926" cy="95994"/>
                  </a:xfrm>
                  <a:custGeom>
                    <a:avLst/>
                    <a:gdLst>
                      <a:gd name="connsiteX0" fmla="*/ 30197 w 63926"/>
                      <a:gd name="connsiteY0" fmla="*/ 84025 h 95994"/>
                      <a:gd name="connsiteX1" fmla="*/ 15667 w 63926"/>
                      <a:gd name="connsiteY1" fmla="*/ 74507 h 95994"/>
                      <a:gd name="connsiteX2" fmla="*/ 10811 w 63926"/>
                      <a:gd name="connsiteY2" fmla="*/ 45913 h 95994"/>
                      <a:gd name="connsiteX3" fmla="*/ 15667 w 63926"/>
                      <a:gd name="connsiteY3" fmla="*/ 17378 h 95994"/>
                      <a:gd name="connsiteX4" fmla="*/ 30197 w 63926"/>
                      <a:gd name="connsiteY4" fmla="*/ 7860 h 95994"/>
                      <a:gd name="connsiteX5" fmla="*/ 44786 w 63926"/>
                      <a:gd name="connsiteY5" fmla="*/ 17378 h 95994"/>
                      <a:gd name="connsiteX6" fmla="*/ 49663 w 63926"/>
                      <a:gd name="connsiteY6" fmla="*/ 45913 h 95994"/>
                      <a:gd name="connsiteX7" fmla="*/ 44786 w 63926"/>
                      <a:gd name="connsiteY7" fmla="*/ 74507 h 95994"/>
                      <a:gd name="connsiteX8" fmla="*/ 30197 w 63926"/>
                      <a:gd name="connsiteY8" fmla="*/ 84025 h 95994"/>
                      <a:gd name="connsiteX9" fmla="*/ 30197 w 63926"/>
                      <a:gd name="connsiteY9" fmla="*/ 93939 h 95994"/>
                      <a:gd name="connsiteX10" fmla="*/ 53964 w 63926"/>
                      <a:gd name="connsiteY10" fmla="*/ 81625 h 95994"/>
                      <a:gd name="connsiteX11" fmla="*/ 62170 w 63926"/>
                      <a:gd name="connsiteY11" fmla="*/ 45913 h 95994"/>
                      <a:gd name="connsiteX12" fmla="*/ 53964 w 63926"/>
                      <a:gd name="connsiteY12" fmla="*/ 10240 h 95994"/>
                      <a:gd name="connsiteX13" fmla="*/ 30197 w 63926"/>
                      <a:gd name="connsiteY13" fmla="*/ -2055 h 95994"/>
                      <a:gd name="connsiteX14" fmla="*/ 6450 w 63926"/>
                      <a:gd name="connsiteY14" fmla="*/ 10240 h 95994"/>
                      <a:gd name="connsiteX15" fmla="*/ -1756 w 63926"/>
                      <a:gd name="connsiteY15" fmla="*/ 45913 h 95994"/>
                      <a:gd name="connsiteX16" fmla="*/ 6450 w 63926"/>
                      <a:gd name="connsiteY16" fmla="*/ 81625 h 95994"/>
                      <a:gd name="connsiteX17" fmla="*/ 3019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97" y="84025"/>
                        </a:moveTo>
                        <a:cubicBezTo>
                          <a:pt x="23762" y="84025"/>
                          <a:pt x="18918" y="80852"/>
                          <a:pt x="15667" y="74507"/>
                        </a:cubicBezTo>
                        <a:cubicBezTo>
                          <a:pt x="12430" y="68174"/>
                          <a:pt x="10811" y="58643"/>
                          <a:pt x="10811" y="45913"/>
                        </a:cubicBezTo>
                        <a:cubicBezTo>
                          <a:pt x="10811" y="33235"/>
                          <a:pt x="12430" y="23724"/>
                          <a:pt x="15667" y="17378"/>
                        </a:cubicBezTo>
                        <a:cubicBezTo>
                          <a:pt x="18918" y="11033"/>
                          <a:pt x="23762" y="7860"/>
                          <a:pt x="30197" y="7860"/>
                        </a:cubicBezTo>
                        <a:cubicBezTo>
                          <a:pt x="36686" y="7860"/>
                          <a:pt x="41549" y="11033"/>
                          <a:pt x="44786" y="17378"/>
                        </a:cubicBezTo>
                        <a:cubicBezTo>
                          <a:pt x="48037" y="23724"/>
                          <a:pt x="49663" y="33235"/>
                          <a:pt x="49663" y="45913"/>
                        </a:cubicBezTo>
                        <a:cubicBezTo>
                          <a:pt x="49663" y="58643"/>
                          <a:pt x="48037" y="68174"/>
                          <a:pt x="44786" y="74507"/>
                        </a:cubicBezTo>
                        <a:cubicBezTo>
                          <a:pt x="41549" y="80852"/>
                          <a:pt x="36686" y="84025"/>
                          <a:pt x="30197" y="84025"/>
                        </a:cubicBezTo>
                        <a:close/>
                        <a:moveTo>
                          <a:pt x="30197" y="93939"/>
                        </a:moveTo>
                        <a:cubicBezTo>
                          <a:pt x="40571" y="93939"/>
                          <a:pt x="48493" y="89835"/>
                          <a:pt x="53964" y="81625"/>
                        </a:cubicBezTo>
                        <a:cubicBezTo>
                          <a:pt x="59435" y="73429"/>
                          <a:pt x="62170" y="61525"/>
                          <a:pt x="62170" y="45913"/>
                        </a:cubicBezTo>
                        <a:cubicBezTo>
                          <a:pt x="62170" y="30340"/>
                          <a:pt x="59435" y="18449"/>
                          <a:pt x="53964" y="10240"/>
                        </a:cubicBezTo>
                        <a:cubicBezTo>
                          <a:pt x="48493" y="2043"/>
                          <a:pt x="40571" y="-2055"/>
                          <a:pt x="30197" y="-2055"/>
                        </a:cubicBezTo>
                        <a:cubicBezTo>
                          <a:pt x="19837" y="-2055"/>
                          <a:pt x="11921" y="2043"/>
                          <a:pt x="6450" y="10240"/>
                        </a:cubicBezTo>
                        <a:cubicBezTo>
                          <a:pt x="979" y="18449"/>
                          <a:pt x="-1756" y="30340"/>
                          <a:pt x="-1756" y="45913"/>
                        </a:cubicBezTo>
                        <a:cubicBezTo>
                          <a:pt x="-1756" y="61525"/>
                          <a:pt x="979" y="73429"/>
                          <a:pt x="6450" y="81625"/>
                        </a:cubicBezTo>
                        <a:cubicBezTo>
                          <a:pt x="11921" y="89835"/>
                          <a:pt x="19837" y="93939"/>
                          <a:pt x="3019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95" name="Graphic 2">
                <a:extLst>
                  <a:ext uri="{FF2B5EF4-FFF2-40B4-BE49-F238E27FC236}">
                    <a16:creationId xmlns:a16="http://schemas.microsoft.com/office/drawing/2014/main" id="{1B684331-F1C9-5D76-8F8F-C66865C988F3}"/>
                  </a:ext>
                </a:extLst>
              </p:cNvPr>
              <p:cNvGrpSpPr/>
              <p:nvPr/>
            </p:nvGrpSpPr>
            <p:grpSpPr>
              <a:xfrm>
                <a:off x="16144542" y="5319633"/>
                <a:ext cx="223926" cy="187070"/>
                <a:chOff x="16144542" y="5319633"/>
                <a:chExt cx="223926" cy="187070"/>
              </a:xfrm>
              <a:solidFill>
                <a:srgbClr val="000000"/>
              </a:solidFill>
            </p:grpSpPr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2F0615A0-F494-F82F-22F8-DDB442C16E84}"/>
                    </a:ext>
                  </a:extLst>
                </p:cNvPr>
                <p:cNvSpPr/>
                <p:nvPr/>
              </p:nvSpPr>
              <p:spPr>
                <a:xfrm>
                  <a:off x="16255824" y="5319633"/>
                  <a:ext cx="12686" cy="44417"/>
                </a:xfrm>
                <a:custGeom>
                  <a:avLst/>
                  <a:gdLst>
                    <a:gd name="connsiteX0" fmla="*/ 343 w 12686"/>
                    <a:gd name="connsiteY0" fmla="*/ 264 h 44417"/>
                    <a:gd name="connsiteX1" fmla="*/ 343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43" y="264"/>
                      </a:moveTo>
                      <a:lnTo>
                        <a:pt x="343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97" name="Graphic 2">
                  <a:extLst>
                    <a:ext uri="{FF2B5EF4-FFF2-40B4-BE49-F238E27FC236}">
                      <a16:creationId xmlns:a16="http://schemas.microsoft.com/office/drawing/2014/main" id="{0A787367-1EA3-934A-A718-A4D8A6092ABE}"/>
                    </a:ext>
                  </a:extLst>
                </p:cNvPr>
                <p:cNvGrpSpPr/>
                <p:nvPr/>
              </p:nvGrpSpPr>
              <p:grpSpPr>
                <a:xfrm>
                  <a:off x="16144542" y="5410710"/>
                  <a:ext cx="223926" cy="95994"/>
                  <a:chOff x="16144542" y="5410710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98" name="Freeform: Shape 97">
                    <a:extLst>
                      <a:ext uri="{FF2B5EF4-FFF2-40B4-BE49-F238E27FC236}">
                        <a16:creationId xmlns:a16="http://schemas.microsoft.com/office/drawing/2014/main" id="{C2C0BB39-1E63-DE2E-1683-43E8D80D9380}"/>
                      </a:ext>
                    </a:extLst>
                  </p:cNvPr>
                  <p:cNvSpPr/>
                  <p:nvPr/>
                </p:nvSpPr>
                <p:spPr>
                  <a:xfrm flipV="1">
                    <a:off x="16144542" y="5412375"/>
                    <a:ext cx="59843" cy="94328"/>
                  </a:xfrm>
                  <a:custGeom>
                    <a:avLst/>
                    <a:gdLst>
                      <a:gd name="connsiteX0" fmla="*/ 2238 w 59843"/>
                      <a:gd name="connsiteY0" fmla="*/ 92316 h 94328"/>
                      <a:gd name="connsiteX1" fmla="*/ 51358 w 59843"/>
                      <a:gd name="connsiteY1" fmla="*/ 92316 h 94328"/>
                      <a:gd name="connsiteX2" fmla="*/ 51358 w 59843"/>
                      <a:gd name="connsiteY2" fmla="*/ 81767 h 94328"/>
                      <a:gd name="connsiteX3" fmla="*/ 13696 w 59843"/>
                      <a:gd name="connsiteY3" fmla="*/ 81767 h 94328"/>
                      <a:gd name="connsiteX4" fmla="*/ 13696 w 59843"/>
                      <a:gd name="connsiteY4" fmla="*/ 59102 h 94328"/>
                      <a:gd name="connsiteX5" fmla="*/ 19127 w 59843"/>
                      <a:gd name="connsiteY5" fmla="*/ 60490 h 94328"/>
                      <a:gd name="connsiteX6" fmla="*/ 24598 w 59843"/>
                      <a:gd name="connsiteY6" fmla="*/ 60946 h 94328"/>
                      <a:gd name="connsiteX7" fmla="*/ 49118 w 59843"/>
                      <a:gd name="connsiteY7" fmla="*/ 52459 h 94328"/>
                      <a:gd name="connsiteX8" fmla="*/ 58177 w 59843"/>
                      <a:gd name="connsiteY8" fmla="*/ 29476 h 94328"/>
                      <a:gd name="connsiteX9" fmla="*/ 48880 w 59843"/>
                      <a:gd name="connsiteY9" fmla="*/ 6256 h 94328"/>
                      <a:gd name="connsiteX10" fmla="*/ 22675 w 59843"/>
                      <a:gd name="connsiteY10" fmla="*/ -2013 h 94328"/>
                      <a:gd name="connsiteX11" fmla="*/ 10802 w 59843"/>
                      <a:gd name="connsiteY11" fmla="*/ -1021 h 94328"/>
                      <a:gd name="connsiteX12" fmla="*/ -1667 w 59843"/>
                      <a:gd name="connsiteY12" fmla="*/ 1953 h 94328"/>
                      <a:gd name="connsiteX13" fmla="*/ -1667 w 59843"/>
                      <a:gd name="connsiteY13" fmla="*/ 14545 h 94328"/>
                      <a:gd name="connsiteX14" fmla="*/ 9850 w 59843"/>
                      <a:gd name="connsiteY14" fmla="*/ 10024 h 94328"/>
                      <a:gd name="connsiteX15" fmla="*/ 22417 w 59843"/>
                      <a:gd name="connsiteY15" fmla="*/ 8537 h 94328"/>
                      <a:gd name="connsiteX16" fmla="*/ 39385 w 59843"/>
                      <a:gd name="connsiteY16" fmla="*/ 14168 h 94328"/>
                      <a:gd name="connsiteX17" fmla="*/ 45649 w 59843"/>
                      <a:gd name="connsiteY17" fmla="*/ 29476 h 94328"/>
                      <a:gd name="connsiteX18" fmla="*/ 39385 w 59843"/>
                      <a:gd name="connsiteY18" fmla="*/ 44765 h 94328"/>
                      <a:gd name="connsiteX19" fmla="*/ 22417 w 59843"/>
                      <a:gd name="connsiteY19" fmla="*/ 50416 h 94328"/>
                      <a:gd name="connsiteX20" fmla="*/ 12407 w 59843"/>
                      <a:gd name="connsiteY20" fmla="*/ 49306 h 94328"/>
                      <a:gd name="connsiteX21" fmla="*/ 2238 w 59843"/>
                      <a:gd name="connsiteY21" fmla="*/ 45836 h 94328"/>
                      <a:gd name="connsiteX22" fmla="*/ 2238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38" y="92316"/>
                        </a:moveTo>
                        <a:lnTo>
                          <a:pt x="51358" y="92316"/>
                        </a:lnTo>
                        <a:lnTo>
                          <a:pt x="51358" y="81767"/>
                        </a:lnTo>
                        <a:lnTo>
                          <a:pt x="13696" y="81767"/>
                        </a:lnTo>
                        <a:lnTo>
                          <a:pt x="13696" y="59102"/>
                        </a:lnTo>
                        <a:cubicBezTo>
                          <a:pt x="15506" y="59723"/>
                          <a:pt x="17316" y="60186"/>
                          <a:pt x="19127" y="60490"/>
                        </a:cubicBezTo>
                        <a:cubicBezTo>
                          <a:pt x="20951" y="60794"/>
                          <a:pt x="22774" y="60946"/>
                          <a:pt x="24598" y="60946"/>
                        </a:cubicBezTo>
                        <a:cubicBezTo>
                          <a:pt x="34919" y="60946"/>
                          <a:pt x="43092" y="58117"/>
                          <a:pt x="49118" y="52459"/>
                        </a:cubicBezTo>
                        <a:cubicBezTo>
                          <a:pt x="55157" y="46801"/>
                          <a:pt x="58177" y="39140"/>
                          <a:pt x="58177" y="29476"/>
                        </a:cubicBezTo>
                        <a:cubicBezTo>
                          <a:pt x="58177" y="19522"/>
                          <a:pt x="55078" y="11782"/>
                          <a:pt x="48880" y="6256"/>
                        </a:cubicBezTo>
                        <a:cubicBezTo>
                          <a:pt x="42682" y="744"/>
                          <a:pt x="33947" y="-2013"/>
                          <a:pt x="22675" y="-2013"/>
                        </a:cubicBezTo>
                        <a:cubicBezTo>
                          <a:pt x="18790" y="-2013"/>
                          <a:pt x="14832" y="-1682"/>
                          <a:pt x="10802" y="-1021"/>
                        </a:cubicBezTo>
                        <a:cubicBezTo>
                          <a:pt x="6784" y="-360"/>
                          <a:pt x="2628" y="631"/>
                          <a:pt x="-1667" y="1953"/>
                        </a:cubicBezTo>
                        <a:lnTo>
                          <a:pt x="-1667" y="14545"/>
                        </a:lnTo>
                        <a:cubicBezTo>
                          <a:pt x="2047" y="12522"/>
                          <a:pt x="5886" y="11015"/>
                          <a:pt x="9850" y="10024"/>
                        </a:cubicBezTo>
                        <a:cubicBezTo>
                          <a:pt x="13815" y="9032"/>
                          <a:pt x="18004" y="8537"/>
                          <a:pt x="22417" y="8537"/>
                        </a:cubicBezTo>
                        <a:cubicBezTo>
                          <a:pt x="29567" y="8537"/>
                          <a:pt x="35223" y="10414"/>
                          <a:pt x="39385" y="14168"/>
                        </a:cubicBezTo>
                        <a:cubicBezTo>
                          <a:pt x="43561" y="17923"/>
                          <a:pt x="45649" y="23025"/>
                          <a:pt x="45649" y="29476"/>
                        </a:cubicBezTo>
                        <a:cubicBezTo>
                          <a:pt x="45649" y="35914"/>
                          <a:pt x="43561" y="41011"/>
                          <a:pt x="39385" y="44765"/>
                        </a:cubicBezTo>
                        <a:cubicBezTo>
                          <a:pt x="35223" y="48533"/>
                          <a:pt x="29567" y="50416"/>
                          <a:pt x="22417" y="50416"/>
                        </a:cubicBezTo>
                        <a:cubicBezTo>
                          <a:pt x="19074" y="50416"/>
                          <a:pt x="15737" y="50046"/>
                          <a:pt x="12407" y="49306"/>
                        </a:cubicBezTo>
                        <a:cubicBezTo>
                          <a:pt x="9090" y="48566"/>
                          <a:pt x="5701" y="47409"/>
                          <a:pt x="2238" y="45836"/>
                        </a:cubicBezTo>
                        <a:lnTo>
                          <a:pt x="2238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9" name="Freeform: Shape 98">
                    <a:extLst>
                      <a:ext uri="{FF2B5EF4-FFF2-40B4-BE49-F238E27FC236}">
                        <a16:creationId xmlns:a16="http://schemas.microsoft.com/office/drawing/2014/main" id="{E33BE0D7-C1B2-307F-3756-A12C39998226}"/>
                      </a:ext>
                    </a:extLst>
                  </p:cNvPr>
                  <p:cNvSpPr/>
                  <p:nvPr/>
                </p:nvSpPr>
                <p:spPr>
                  <a:xfrm flipV="1">
                    <a:off x="16224066" y="5410710"/>
                    <a:ext cx="63431" cy="95994"/>
                  </a:xfrm>
                  <a:custGeom>
                    <a:avLst/>
                    <a:gdLst>
                      <a:gd name="connsiteX0" fmla="*/ 30025 w 63431"/>
                      <a:gd name="connsiteY0" fmla="*/ 43692 h 95994"/>
                      <a:gd name="connsiteX1" fmla="*/ 15991 w 63431"/>
                      <a:gd name="connsiteY1" fmla="*/ 38913 h 95994"/>
                      <a:gd name="connsiteX2" fmla="*/ 10896 w 63431"/>
                      <a:gd name="connsiteY2" fmla="*/ 25786 h 95994"/>
                      <a:gd name="connsiteX3" fmla="*/ 15991 w 63431"/>
                      <a:gd name="connsiteY3" fmla="*/ 12639 h 95994"/>
                      <a:gd name="connsiteX4" fmla="*/ 30025 w 63431"/>
                      <a:gd name="connsiteY4" fmla="*/ 7860 h 95994"/>
                      <a:gd name="connsiteX5" fmla="*/ 44079 w 63431"/>
                      <a:gd name="connsiteY5" fmla="*/ 12659 h 95994"/>
                      <a:gd name="connsiteX6" fmla="*/ 49233 w 63431"/>
                      <a:gd name="connsiteY6" fmla="*/ 25786 h 95994"/>
                      <a:gd name="connsiteX7" fmla="*/ 44118 w 63431"/>
                      <a:gd name="connsiteY7" fmla="*/ 38913 h 95994"/>
                      <a:gd name="connsiteX8" fmla="*/ 30025 w 63431"/>
                      <a:gd name="connsiteY8" fmla="*/ 43692 h 95994"/>
                      <a:gd name="connsiteX9" fmla="*/ 17517 w 63431"/>
                      <a:gd name="connsiteY9" fmla="*/ 49006 h 95994"/>
                      <a:gd name="connsiteX10" fmla="*/ 4970 w 63431"/>
                      <a:gd name="connsiteY10" fmla="*/ 56502 h 95994"/>
                      <a:gd name="connsiteX11" fmla="*/ 490 w 63431"/>
                      <a:gd name="connsiteY11" fmla="*/ 69966 h 95994"/>
                      <a:gd name="connsiteX12" fmla="*/ 8379 w 63431"/>
                      <a:gd name="connsiteY12" fmla="*/ 87495 h 95994"/>
                      <a:gd name="connsiteX13" fmla="*/ 30025 w 63431"/>
                      <a:gd name="connsiteY13" fmla="*/ 93939 h 95994"/>
                      <a:gd name="connsiteX14" fmla="*/ 51710 w 63431"/>
                      <a:gd name="connsiteY14" fmla="*/ 87495 h 95994"/>
                      <a:gd name="connsiteX15" fmla="*/ 59580 w 63431"/>
                      <a:gd name="connsiteY15" fmla="*/ 69966 h 95994"/>
                      <a:gd name="connsiteX16" fmla="*/ 55080 w 63431"/>
                      <a:gd name="connsiteY16" fmla="*/ 56502 h 95994"/>
                      <a:gd name="connsiteX17" fmla="*/ 42612 w 63431"/>
                      <a:gd name="connsiteY17" fmla="*/ 49006 h 95994"/>
                      <a:gd name="connsiteX18" fmla="*/ 56686 w 63431"/>
                      <a:gd name="connsiteY18" fmla="*/ 40757 h 95994"/>
                      <a:gd name="connsiteX19" fmla="*/ 61740 w 63431"/>
                      <a:gd name="connsiteY19" fmla="*/ 25786 h 95994"/>
                      <a:gd name="connsiteX20" fmla="*/ 53534 w 63431"/>
                      <a:gd name="connsiteY20" fmla="*/ 5124 h 95994"/>
                      <a:gd name="connsiteX21" fmla="*/ 30025 w 63431"/>
                      <a:gd name="connsiteY21" fmla="*/ -2055 h 95994"/>
                      <a:gd name="connsiteX22" fmla="*/ 6516 w 63431"/>
                      <a:gd name="connsiteY22" fmla="*/ 5124 h 95994"/>
                      <a:gd name="connsiteX23" fmla="*/ -1691 w 63431"/>
                      <a:gd name="connsiteY23" fmla="*/ 25786 h 95994"/>
                      <a:gd name="connsiteX24" fmla="*/ 3384 w 63431"/>
                      <a:gd name="connsiteY24" fmla="*/ 40757 h 95994"/>
                      <a:gd name="connsiteX25" fmla="*/ 17517 w 63431"/>
                      <a:gd name="connsiteY25" fmla="*/ 49006 h 95994"/>
                      <a:gd name="connsiteX26" fmla="*/ 12938 w 63431"/>
                      <a:gd name="connsiteY26" fmla="*/ 68776 h 95994"/>
                      <a:gd name="connsiteX27" fmla="*/ 17418 w 63431"/>
                      <a:gd name="connsiteY27" fmla="*/ 57572 h 95994"/>
                      <a:gd name="connsiteX28" fmla="*/ 30025 w 63431"/>
                      <a:gd name="connsiteY28" fmla="*/ 53547 h 95994"/>
                      <a:gd name="connsiteX29" fmla="*/ 42632 w 63431"/>
                      <a:gd name="connsiteY29" fmla="*/ 57572 h 95994"/>
                      <a:gd name="connsiteX30" fmla="*/ 47191 w 63431"/>
                      <a:gd name="connsiteY30" fmla="*/ 68776 h 95994"/>
                      <a:gd name="connsiteX31" fmla="*/ 42632 w 63431"/>
                      <a:gd name="connsiteY31" fmla="*/ 79999 h 95994"/>
                      <a:gd name="connsiteX32" fmla="*/ 30025 w 63431"/>
                      <a:gd name="connsiteY32" fmla="*/ 84025 h 95994"/>
                      <a:gd name="connsiteX33" fmla="*/ 17418 w 63431"/>
                      <a:gd name="connsiteY33" fmla="*/ 79999 h 95994"/>
                      <a:gd name="connsiteX34" fmla="*/ 12938 w 63431"/>
                      <a:gd name="connsiteY34" fmla="*/ 6877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30025" y="43692"/>
                        </a:moveTo>
                        <a:cubicBezTo>
                          <a:pt x="24078" y="43692"/>
                          <a:pt x="19400" y="42099"/>
                          <a:pt x="15991" y="38913"/>
                        </a:cubicBezTo>
                        <a:cubicBezTo>
                          <a:pt x="12595" y="35727"/>
                          <a:pt x="10896" y="31351"/>
                          <a:pt x="10896" y="25786"/>
                        </a:cubicBezTo>
                        <a:cubicBezTo>
                          <a:pt x="10896" y="20207"/>
                          <a:pt x="12595" y="15825"/>
                          <a:pt x="15991" y="12639"/>
                        </a:cubicBezTo>
                        <a:cubicBezTo>
                          <a:pt x="19400" y="9453"/>
                          <a:pt x="24078" y="7860"/>
                          <a:pt x="30025" y="7860"/>
                        </a:cubicBezTo>
                        <a:cubicBezTo>
                          <a:pt x="35972" y="7860"/>
                          <a:pt x="40656" y="9460"/>
                          <a:pt x="44079" y="12659"/>
                        </a:cubicBezTo>
                        <a:cubicBezTo>
                          <a:pt x="47515" y="15871"/>
                          <a:pt x="49233" y="20247"/>
                          <a:pt x="49233" y="25786"/>
                        </a:cubicBezTo>
                        <a:cubicBezTo>
                          <a:pt x="49233" y="31351"/>
                          <a:pt x="47528" y="35727"/>
                          <a:pt x="44118" y="38913"/>
                        </a:cubicBezTo>
                        <a:cubicBezTo>
                          <a:pt x="40722" y="42099"/>
                          <a:pt x="36024" y="43692"/>
                          <a:pt x="30025" y="43692"/>
                        </a:cubicBezTo>
                        <a:close/>
                        <a:moveTo>
                          <a:pt x="17517" y="49006"/>
                        </a:moveTo>
                        <a:cubicBezTo>
                          <a:pt x="12152" y="50328"/>
                          <a:pt x="7969" y="52826"/>
                          <a:pt x="4970" y="56502"/>
                        </a:cubicBezTo>
                        <a:cubicBezTo>
                          <a:pt x="1983" y="60190"/>
                          <a:pt x="490" y="64678"/>
                          <a:pt x="490" y="69966"/>
                        </a:cubicBezTo>
                        <a:cubicBezTo>
                          <a:pt x="490" y="77355"/>
                          <a:pt x="3119" y="83199"/>
                          <a:pt x="8379" y="87495"/>
                        </a:cubicBezTo>
                        <a:cubicBezTo>
                          <a:pt x="13652" y="91791"/>
                          <a:pt x="20867" y="93939"/>
                          <a:pt x="30025" y="93939"/>
                        </a:cubicBezTo>
                        <a:cubicBezTo>
                          <a:pt x="39236" y="93939"/>
                          <a:pt x="46464" y="91791"/>
                          <a:pt x="51710" y="87495"/>
                        </a:cubicBezTo>
                        <a:cubicBezTo>
                          <a:pt x="56957" y="83199"/>
                          <a:pt x="59580" y="77355"/>
                          <a:pt x="59580" y="69966"/>
                        </a:cubicBezTo>
                        <a:cubicBezTo>
                          <a:pt x="59580" y="64678"/>
                          <a:pt x="58080" y="60190"/>
                          <a:pt x="55080" y="56502"/>
                        </a:cubicBezTo>
                        <a:cubicBezTo>
                          <a:pt x="52094" y="52826"/>
                          <a:pt x="47938" y="50328"/>
                          <a:pt x="42612" y="49006"/>
                        </a:cubicBezTo>
                        <a:cubicBezTo>
                          <a:pt x="48638" y="47605"/>
                          <a:pt x="53329" y="44855"/>
                          <a:pt x="56686" y="40757"/>
                        </a:cubicBezTo>
                        <a:cubicBezTo>
                          <a:pt x="60056" y="36672"/>
                          <a:pt x="61740" y="31682"/>
                          <a:pt x="61740" y="25786"/>
                        </a:cubicBezTo>
                        <a:cubicBezTo>
                          <a:pt x="61740" y="16810"/>
                          <a:pt x="59005" y="9922"/>
                          <a:pt x="53534" y="5124"/>
                        </a:cubicBezTo>
                        <a:cubicBezTo>
                          <a:pt x="48063" y="338"/>
                          <a:pt x="40227" y="-2055"/>
                          <a:pt x="30025" y="-2055"/>
                        </a:cubicBezTo>
                        <a:cubicBezTo>
                          <a:pt x="19836" y="-2055"/>
                          <a:pt x="12000" y="338"/>
                          <a:pt x="6516" y="5124"/>
                        </a:cubicBezTo>
                        <a:cubicBezTo>
                          <a:pt x="1045" y="9922"/>
                          <a:pt x="-1691" y="16810"/>
                          <a:pt x="-1691" y="25786"/>
                        </a:cubicBezTo>
                        <a:cubicBezTo>
                          <a:pt x="-1691" y="31682"/>
                          <a:pt x="1" y="36672"/>
                          <a:pt x="3384" y="40757"/>
                        </a:cubicBezTo>
                        <a:cubicBezTo>
                          <a:pt x="6780" y="44855"/>
                          <a:pt x="11491" y="47605"/>
                          <a:pt x="17517" y="49006"/>
                        </a:cubicBezTo>
                        <a:close/>
                        <a:moveTo>
                          <a:pt x="12938" y="68776"/>
                        </a:moveTo>
                        <a:cubicBezTo>
                          <a:pt x="12938" y="63990"/>
                          <a:pt x="14431" y="60256"/>
                          <a:pt x="17418" y="57572"/>
                        </a:cubicBezTo>
                        <a:cubicBezTo>
                          <a:pt x="20418" y="54889"/>
                          <a:pt x="24620" y="53547"/>
                          <a:pt x="30025" y="53547"/>
                        </a:cubicBezTo>
                        <a:cubicBezTo>
                          <a:pt x="35403" y="53547"/>
                          <a:pt x="39606" y="54889"/>
                          <a:pt x="42632" y="57572"/>
                        </a:cubicBezTo>
                        <a:cubicBezTo>
                          <a:pt x="45671" y="60256"/>
                          <a:pt x="47191" y="63990"/>
                          <a:pt x="47191" y="68776"/>
                        </a:cubicBezTo>
                        <a:cubicBezTo>
                          <a:pt x="47191" y="73575"/>
                          <a:pt x="45671" y="77316"/>
                          <a:pt x="42632" y="79999"/>
                        </a:cubicBezTo>
                        <a:cubicBezTo>
                          <a:pt x="39606" y="82683"/>
                          <a:pt x="35403" y="84025"/>
                          <a:pt x="30025" y="84025"/>
                        </a:cubicBezTo>
                        <a:cubicBezTo>
                          <a:pt x="24620" y="84025"/>
                          <a:pt x="20418" y="82683"/>
                          <a:pt x="17418" y="79999"/>
                        </a:cubicBezTo>
                        <a:cubicBezTo>
                          <a:pt x="14431" y="77316"/>
                          <a:pt x="12938" y="73575"/>
                          <a:pt x="12938" y="687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00" name="Freeform: Shape 99">
                    <a:extLst>
                      <a:ext uri="{FF2B5EF4-FFF2-40B4-BE49-F238E27FC236}">
                        <a16:creationId xmlns:a16="http://schemas.microsoft.com/office/drawing/2014/main" id="{F9476341-CB52-807A-0A3A-003C8BCA2E6A}"/>
                      </a:ext>
                    </a:extLst>
                  </p:cNvPr>
                  <p:cNvSpPr/>
                  <p:nvPr/>
                </p:nvSpPr>
                <p:spPr>
                  <a:xfrm flipV="1">
                    <a:off x="16304542" y="5410710"/>
                    <a:ext cx="63926" cy="95994"/>
                  </a:xfrm>
                  <a:custGeom>
                    <a:avLst/>
                    <a:gdLst>
                      <a:gd name="connsiteX0" fmla="*/ 30269 w 63926"/>
                      <a:gd name="connsiteY0" fmla="*/ 84025 h 95994"/>
                      <a:gd name="connsiteX1" fmla="*/ 15739 w 63926"/>
                      <a:gd name="connsiteY1" fmla="*/ 74507 h 95994"/>
                      <a:gd name="connsiteX2" fmla="*/ 10882 w 63926"/>
                      <a:gd name="connsiteY2" fmla="*/ 45913 h 95994"/>
                      <a:gd name="connsiteX3" fmla="*/ 15739 w 63926"/>
                      <a:gd name="connsiteY3" fmla="*/ 17378 h 95994"/>
                      <a:gd name="connsiteX4" fmla="*/ 30269 w 63926"/>
                      <a:gd name="connsiteY4" fmla="*/ 7860 h 95994"/>
                      <a:gd name="connsiteX5" fmla="*/ 44858 w 63926"/>
                      <a:gd name="connsiteY5" fmla="*/ 17378 h 95994"/>
                      <a:gd name="connsiteX6" fmla="*/ 49734 w 63926"/>
                      <a:gd name="connsiteY6" fmla="*/ 45913 h 95994"/>
                      <a:gd name="connsiteX7" fmla="*/ 44858 w 63926"/>
                      <a:gd name="connsiteY7" fmla="*/ 74507 h 95994"/>
                      <a:gd name="connsiteX8" fmla="*/ 30269 w 63926"/>
                      <a:gd name="connsiteY8" fmla="*/ 84025 h 95994"/>
                      <a:gd name="connsiteX9" fmla="*/ 30269 w 63926"/>
                      <a:gd name="connsiteY9" fmla="*/ 93939 h 95994"/>
                      <a:gd name="connsiteX10" fmla="*/ 54035 w 63926"/>
                      <a:gd name="connsiteY10" fmla="*/ 81625 h 95994"/>
                      <a:gd name="connsiteX11" fmla="*/ 62242 w 63926"/>
                      <a:gd name="connsiteY11" fmla="*/ 45913 h 95994"/>
                      <a:gd name="connsiteX12" fmla="*/ 54035 w 63926"/>
                      <a:gd name="connsiteY12" fmla="*/ 10240 h 95994"/>
                      <a:gd name="connsiteX13" fmla="*/ 30269 w 63926"/>
                      <a:gd name="connsiteY13" fmla="*/ -2055 h 95994"/>
                      <a:gd name="connsiteX14" fmla="*/ 6522 w 63926"/>
                      <a:gd name="connsiteY14" fmla="*/ 10240 h 95994"/>
                      <a:gd name="connsiteX15" fmla="*/ -1685 w 63926"/>
                      <a:gd name="connsiteY15" fmla="*/ 45913 h 95994"/>
                      <a:gd name="connsiteX16" fmla="*/ 6522 w 63926"/>
                      <a:gd name="connsiteY16" fmla="*/ 81625 h 95994"/>
                      <a:gd name="connsiteX17" fmla="*/ 30269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69" y="84025"/>
                        </a:moveTo>
                        <a:cubicBezTo>
                          <a:pt x="23833" y="84025"/>
                          <a:pt x="18990" y="80852"/>
                          <a:pt x="15739" y="74507"/>
                        </a:cubicBezTo>
                        <a:cubicBezTo>
                          <a:pt x="12501" y="68174"/>
                          <a:pt x="10882" y="58643"/>
                          <a:pt x="10882" y="45913"/>
                        </a:cubicBezTo>
                        <a:cubicBezTo>
                          <a:pt x="10882" y="33235"/>
                          <a:pt x="12501" y="23724"/>
                          <a:pt x="15739" y="17378"/>
                        </a:cubicBezTo>
                        <a:cubicBezTo>
                          <a:pt x="18990" y="11033"/>
                          <a:pt x="23833" y="7860"/>
                          <a:pt x="30269" y="7860"/>
                        </a:cubicBezTo>
                        <a:cubicBezTo>
                          <a:pt x="36757" y="7860"/>
                          <a:pt x="41620" y="11033"/>
                          <a:pt x="44858" y="17378"/>
                        </a:cubicBezTo>
                        <a:cubicBezTo>
                          <a:pt x="48109" y="23724"/>
                          <a:pt x="49734" y="33235"/>
                          <a:pt x="49734" y="45913"/>
                        </a:cubicBezTo>
                        <a:cubicBezTo>
                          <a:pt x="49734" y="58643"/>
                          <a:pt x="48109" y="68174"/>
                          <a:pt x="44858" y="74507"/>
                        </a:cubicBezTo>
                        <a:cubicBezTo>
                          <a:pt x="41620" y="80852"/>
                          <a:pt x="36757" y="84025"/>
                          <a:pt x="30269" y="84025"/>
                        </a:cubicBezTo>
                        <a:close/>
                        <a:moveTo>
                          <a:pt x="30269" y="93939"/>
                        </a:moveTo>
                        <a:cubicBezTo>
                          <a:pt x="40642" y="93939"/>
                          <a:pt x="48565" y="89835"/>
                          <a:pt x="54035" y="81625"/>
                        </a:cubicBezTo>
                        <a:cubicBezTo>
                          <a:pt x="59506" y="73429"/>
                          <a:pt x="62242" y="61525"/>
                          <a:pt x="62242" y="45913"/>
                        </a:cubicBezTo>
                        <a:cubicBezTo>
                          <a:pt x="62242" y="30340"/>
                          <a:pt x="59506" y="18449"/>
                          <a:pt x="54035" y="10240"/>
                        </a:cubicBezTo>
                        <a:cubicBezTo>
                          <a:pt x="48565" y="2043"/>
                          <a:pt x="40642" y="-2055"/>
                          <a:pt x="30269" y="-2055"/>
                        </a:cubicBezTo>
                        <a:cubicBezTo>
                          <a:pt x="19908" y="-2055"/>
                          <a:pt x="11992" y="2043"/>
                          <a:pt x="6522" y="10240"/>
                        </a:cubicBezTo>
                        <a:cubicBezTo>
                          <a:pt x="1051" y="18449"/>
                          <a:pt x="-1685" y="30340"/>
                          <a:pt x="-1685" y="45913"/>
                        </a:cubicBezTo>
                        <a:cubicBezTo>
                          <a:pt x="-1685" y="61525"/>
                          <a:pt x="1051" y="73429"/>
                          <a:pt x="6522" y="81625"/>
                        </a:cubicBezTo>
                        <a:cubicBezTo>
                          <a:pt x="11992" y="89835"/>
                          <a:pt x="19908" y="93939"/>
                          <a:pt x="30269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01" name="Graphic 2">
                <a:extLst>
                  <a:ext uri="{FF2B5EF4-FFF2-40B4-BE49-F238E27FC236}">
                    <a16:creationId xmlns:a16="http://schemas.microsoft.com/office/drawing/2014/main" id="{54D27E20-ECF9-975D-50AC-89261A2BFEA4}"/>
                  </a:ext>
                </a:extLst>
              </p:cNvPr>
              <p:cNvGrpSpPr/>
              <p:nvPr/>
            </p:nvGrpSpPr>
            <p:grpSpPr>
              <a:xfrm>
                <a:off x="17049711" y="5319633"/>
                <a:ext cx="224858" cy="187070"/>
                <a:chOff x="17049711" y="5319633"/>
                <a:chExt cx="224858" cy="187070"/>
              </a:xfrm>
              <a:solidFill>
                <a:srgbClr val="000000"/>
              </a:solidFill>
            </p:grpSpPr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E972BFC9-AB75-4764-5C12-C5772C16C4D7}"/>
                    </a:ext>
                  </a:extLst>
                </p:cNvPr>
                <p:cNvSpPr/>
                <p:nvPr/>
              </p:nvSpPr>
              <p:spPr>
                <a:xfrm>
                  <a:off x="17161925" y="5319633"/>
                  <a:ext cx="12686" cy="44417"/>
                </a:xfrm>
                <a:custGeom>
                  <a:avLst/>
                  <a:gdLst>
                    <a:gd name="connsiteX0" fmla="*/ 415 w 12686"/>
                    <a:gd name="connsiteY0" fmla="*/ 264 h 44417"/>
                    <a:gd name="connsiteX1" fmla="*/ 415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415" y="264"/>
                      </a:moveTo>
                      <a:lnTo>
                        <a:pt x="415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03" name="Graphic 2">
                  <a:extLst>
                    <a:ext uri="{FF2B5EF4-FFF2-40B4-BE49-F238E27FC236}">
                      <a16:creationId xmlns:a16="http://schemas.microsoft.com/office/drawing/2014/main" id="{ECEEB6AC-D5A5-2C9A-E5E8-84DBE8118299}"/>
                    </a:ext>
                  </a:extLst>
                </p:cNvPr>
                <p:cNvGrpSpPr/>
                <p:nvPr/>
              </p:nvGrpSpPr>
              <p:grpSpPr>
                <a:xfrm>
                  <a:off x="17049711" y="5410710"/>
                  <a:ext cx="224858" cy="95994"/>
                  <a:chOff x="17049711" y="5410710"/>
                  <a:chExt cx="224858" cy="95994"/>
                </a:xfrm>
                <a:solidFill>
                  <a:srgbClr val="000000"/>
                </a:solidFill>
              </p:grpSpPr>
              <p:sp>
                <p:nvSpPr>
                  <p:cNvPr id="104" name="Freeform: Shape 103">
                    <a:extLst>
                      <a:ext uri="{FF2B5EF4-FFF2-40B4-BE49-F238E27FC236}">
                        <a16:creationId xmlns:a16="http://schemas.microsoft.com/office/drawing/2014/main" id="{CAA90EC7-E278-C014-7CDB-32465C8BF3F0}"/>
                      </a:ext>
                    </a:extLst>
                  </p:cNvPr>
                  <p:cNvSpPr/>
                  <p:nvPr/>
                </p:nvSpPr>
                <p:spPr>
                  <a:xfrm flipV="1">
                    <a:off x="17049711" y="5410710"/>
                    <a:ext cx="63867" cy="95994"/>
                  </a:xfrm>
                  <a:custGeom>
                    <a:avLst/>
                    <a:gdLst>
                      <a:gd name="connsiteX0" fmla="*/ 31374 w 63867"/>
                      <a:gd name="connsiteY0" fmla="*/ 50989 h 95994"/>
                      <a:gd name="connsiteX1" fmla="*/ 18014 w 63867"/>
                      <a:gd name="connsiteY1" fmla="*/ 45219 h 95994"/>
                      <a:gd name="connsiteX2" fmla="*/ 13098 w 63867"/>
                      <a:gd name="connsiteY2" fmla="*/ 29434 h 95994"/>
                      <a:gd name="connsiteX3" fmla="*/ 18014 w 63867"/>
                      <a:gd name="connsiteY3" fmla="*/ 13650 h 95994"/>
                      <a:gd name="connsiteX4" fmla="*/ 31374 w 63867"/>
                      <a:gd name="connsiteY4" fmla="*/ 7860 h 95994"/>
                      <a:gd name="connsiteX5" fmla="*/ 44715 w 63867"/>
                      <a:gd name="connsiteY5" fmla="*/ 13650 h 95994"/>
                      <a:gd name="connsiteX6" fmla="*/ 49630 w 63867"/>
                      <a:gd name="connsiteY6" fmla="*/ 29434 h 95994"/>
                      <a:gd name="connsiteX7" fmla="*/ 44715 w 63867"/>
                      <a:gd name="connsiteY7" fmla="*/ 45219 h 95994"/>
                      <a:gd name="connsiteX8" fmla="*/ 31374 w 63867"/>
                      <a:gd name="connsiteY8" fmla="*/ 50989 h 95994"/>
                      <a:gd name="connsiteX9" fmla="*/ 56211 w 63867"/>
                      <a:gd name="connsiteY9" fmla="*/ 90231 h 95994"/>
                      <a:gd name="connsiteX10" fmla="*/ 56211 w 63867"/>
                      <a:gd name="connsiteY10" fmla="*/ 78829 h 95994"/>
                      <a:gd name="connsiteX11" fmla="*/ 46697 w 63867"/>
                      <a:gd name="connsiteY11" fmla="*/ 82220 h 95994"/>
                      <a:gd name="connsiteX12" fmla="*/ 37182 w 63867"/>
                      <a:gd name="connsiteY12" fmla="*/ 83410 h 95994"/>
                      <a:gd name="connsiteX13" fmla="*/ 18252 w 63867"/>
                      <a:gd name="connsiteY13" fmla="*/ 75042 h 95994"/>
                      <a:gd name="connsiteX14" fmla="*/ 10799 w 63867"/>
                      <a:gd name="connsiteY14" fmla="*/ 49760 h 95994"/>
                      <a:gd name="connsiteX15" fmla="*/ 19957 w 63867"/>
                      <a:gd name="connsiteY15" fmla="*/ 58028 h 95994"/>
                      <a:gd name="connsiteX16" fmla="*/ 32108 w 63867"/>
                      <a:gd name="connsiteY16" fmla="*/ 60904 h 95994"/>
                      <a:gd name="connsiteX17" fmla="*/ 54130 w 63867"/>
                      <a:gd name="connsiteY17" fmla="*/ 52436 h 95994"/>
                      <a:gd name="connsiteX18" fmla="*/ 62218 w 63867"/>
                      <a:gd name="connsiteY18" fmla="*/ 29434 h 95994"/>
                      <a:gd name="connsiteX19" fmla="*/ 53793 w 63867"/>
                      <a:gd name="connsiteY19" fmla="*/ 6551 h 95994"/>
                      <a:gd name="connsiteX20" fmla="*/ 31374 w 63867"/>
                      <a:gd name="connsiteY20" fmla="*/ -2055 h 95994"/>
                      <a:gd name="connsiteX21" fmla="*/ 6834 w 63867"/>
                      <a:gd name="connsiteY21" fmla="*/ 10240 h 95994"/>
                      <a:gd name="connsiteX22" fmla="*/ -1650 w 63867"/>
                      <a:gd name="connsiteY22" fmla="*/ 45913 h 95994"/>
                      <a:gd name="connsiteX23" fmla="*/ 8757 w 63867"/>
                      <a:gd name="connsiteY23" fmla="*/ 80892 h 95994"/>
                      <a:gd name="connsiteX24" fmla="*/ 36687 w 63867"/>
                      <a:gd name="connsiteY24" fmla="*/ 93939 h 95994"/>
                      <a:gd name="connsiteX25" fmla="*/ 46201 w 63867"/>
                      <a:gd name="connsiteY25" fmla="*/ 93007 h 95994"/>
                      <a:gd name="connsiteX26" fmla="*/ 56211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374" y="50989"/>
                        </a:moveTo>
                        <a:cubicBezTo>
                          <a:pt x="25758" y="50989"/>
                          <a:pt x="21305" y="49065"/>
                          <a:pt x="18014" y="45219"/>
                        </a:cubicBezTo>
                        <a:cubicBezTo>
                          <a:pt x="14737" y="41385"/>
                          <a:pt x="13098" y="36123"/>
                          <a:pt x="13098" y="29434"/>
                        </a:cubicBezTo>
                        <a:cubicBezTo>
                          <a:pt x="13098" y="22785"/>
                          <a:pt x="14737" y="17524"/>
                          <a:pt x="18014" y="13650"/>
                        </a:cubicBezTo>
                        <a:cubicBezTo>
                          <a:pt x="21305" y="9790"/>
                          <a:pt x="25758" y="7860"/>
                          <a:pt x="31374" y="7860"/>
                        </a:cubicBezTo>
                        <a:cubicBezTo>
                          <a:pt x="36991" y="7860"/>
                          <a:pt x="41437" y="9790"/>
                          <a:pt x="44715" y="13650"/>
                        </a:cubicBezTo>
                        <a:cubicBezTo>
                          <a:pt x="47992" y="17524"/>
                          <a:pt x="49630" y="22785"/>
                          <a:pt x="49630" y="29434"/>
                        </a:cubicBezTo>
                        <a:cubicBezTo>
                          <a:pt x="49630" y="36123"/>
                          <a:pt x="47992" y="41385"/>
                          <a:pt x="44715" y="45219"/>
                        </a:cubicBezTo>
                        <a:cubicBezTo>
                          <a:pt x="41437" y="49065"/>
                          <a:pt x="36991" y="50989"/>
                          <a:pt x="31374" y="50989"/>
                        </a:cubicBezTo>
                        <a:close/>
                        <a:moveTo>
                          <a:pt x="56211" y="90231"/>
                        </a:moveTo>
                        <a:lnTo>
                          <a:pt x="56211" y="78829"/>
                        </a:lnTo>
                        <a:cubicBezTo>
                          <a:pt x="53066" y="80310"/>
                          <a:pt x="49895" y="81440"/>
                          <a:pt x="46697" y="82220"/>
                        </a:cubicBezTo>
                        <a:cubicBezTo>
                          <a:pt x="43499" y="83013"/>
                          <a:pt x="40327" y="83410"/>
                          <a:pt x="37182" y="83410"/>
                        </a:cubicBezTo>
                        <a:cubicBezTo>
                          <a:pt x="28923" y="83410"/>
                          <a:pt x="22613" y="80621"/>
                          <a:pt x="18252" y="75042"/>
                        </a:cubicBezTo>
                        <a:cubicBezTo>
                          <a:pt x="13904" y="69463"/>
                          <a:pt x="11420" y="61036"/>
                          <a:pt x="10799" y="49760"/>
                        </a:cubicBezTo>
                        <a:cubicBezTo>
                          <a:pt x="13230" y="53355"/>
                          <a:pt x="16283" y="56112"/>
                          <a:pt x="19957" y="58028"/>
                        </a:cubicBezTo>
                        <a:cubicBezTo>
                          <a:pt x="23644" y="59945"/>
                          <a:pt x="27694" y="60904"/>
                          <a:pt x="32108" y="60904"/>
                        </a:cubicBezTo>
                        <a:cubicBezTo>
                          <a:pt x="41398" y="60904"/>
                          <a:pt x="48738" y="58081"/>
                          <a:pt x="54130" y="52436"/>
                        </a:cubicBezTo>
                        <a:cubicBezTo>
                          <a:pt x="59522" y="46805"/>
                          <a:pt x="62218" y="39138"/>
                          <a:pt x="62218" y="29434"/>
                        </a:cubicBezTo>
                        <a:cubicBezTo>
                          <a:pt x="62218" y="19929"/>
                          <a:pt x="59409" y="12302"/>
                          <a:pt x="53793" y="6551"/>
                        </a:cubicBezTo>
                        <a:cubicBezTo>
                          <a:pt x="48177" y="814"/>
                          <a:pt x="40704" y="-2055"/>
                          <a:pt x="31374" y="-2055"/>
                        </a:cubicBezTo>
                        <a:cubicBezTo>
                          <a:pt x="20670" y="-2055"/>
                          <a:pt x="12490" y="2043"/>
                          <a:pt x="6834" y="10240"/>
                        </a:cubicBezTo>
                        <a:cubicBezTo>
                          <a:pt x="1178" y="18449"/>
                          <a:pt x="-1650" y="30340"/>
                          <a:pt x="-1650" y="45913"/>
                        </a:cubicBezTo>
                        <a:cubicBezTo>
                          <a:pt x="-1650" y="60534"/>
                          <a:pt x="1819" y="72193"/>
                          <a:pt x="8757" y="80892"/>
                        </a:cubicBezTo>
                        <a:cubicBezTo>
                          <a:pt x="15695" y="89590"/>
                          <a:pt x="25005" y="93939"/>
                          <a:pt x="36687" y="93939"/>
                        </a:cubicBezTo>
                        <a:cubicBezTo>
                          <a:pt x="39832" y="93939"/>
                          <a:pt x="43003" y="93629"/>
                          <a:pt x="46201" y="93007"/>
                        </a:cubicBezTo>
                        <a:cubicBezTo>
                          <a:pt x="49399" y="92386"/>
                          <a:pt x="52736" y="91461"/>
                          <a:pt x="56211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05" name="Freeform: Shape 104">
                    <a:extLst>
                      <a:ext uri="{FF2B5EF4-FFF2-40B4-BE49-F238E27FC236}">
                        <a16:creationId xmlns:a16="http://schemas.microsoft.com/office/drawing/2014/main" id="{AA50499A-5C7A-9D7A-8FB5-4D92E1CE473F}"/>
                      </a:ext>
                    </a:extLst>
                  </p:cNvPr>
                  <p:cNvSpPr/>
                  <p:nvPr/>
                </p:nvSpPr>
                <p:spPr>
                  <a:xfrm flipV="1">
                    <a:off x="17129929" y="5410710"/>
                    <a:ext cx="63926" cy="95994"/>
                  </a:xfrm>
                  <a:custGeom>
                    <a:avLst/>
                    <a:gdLst>
                      <a:gd name="connsiteX0" fmla="*/ 30334 w 63926"/>
                      <a:gd name="connsiteY0" fmla="*/ 84025 h 95994"/>
                      <a:gd name="connsiteX1" fmla="*/ 15804 w 63926"/>
                      <a:gd name="connsiteY1" fmla="*/ 74507 h 95994"/>
                      <a:gd name="connsiteX2" fmla="*/ 10948 w 63926"/>
                      <a:gd name="connsiteY2" fmla="*/ 45913 h 95994"/>
                      <a:gd name="connsiteX3" fmla="*/ 15804 w 63926"/>
                      <a:gd name="connsiteY3" fmla="*/ 17378 h 95994"/>
                      <a:gd name="connsiteX4" fmla="*/ 30334 w 63926"/>
                      <a:gd name="connsiteY4" fmla="*/ 7860 h 95994"/>
                      <a:gd name="connsiteX5" fmla="*/ 44923 w 63926"/>
                      <a:gd name="connsiteY5" fmla="*/ 17378 h 95994"/>
                      <a:gd name="connsiteX6" fmla="*/ 49799 w 63926"/>
                      <a:gd name="connsiteY6" fmla="*/ 45913 h 95994"/>
                      <a:gd name="connsiteX7" fmla="*/ 44923 w 63926"/>
                      <a:gd name="connsiteY7" fmla="*/ 74507 h 95994"/>
                      <a:gd name="connsiteX8" fmla="*/ 30334 w 63926"/>
                      <a:gd name="connsiteY8" fmla="*/ 84025 h 95994"/>
                      <a:gd name="connsiteX9" fmla="*/ 30334 w 63926"/>
                      <a:gd name="connsiteY9" fmla="*/ 93939 h 95994"/>
                      <a:gd name="connsiteX10" fmla="*/ 54101 w 63926"/>
                      <a:gd name="connsiteY10" fmla="*/ 81625 h 95994"/>
                      <a:gd name="connsiteX11" fmla="*/ 62307 w 63926"/>
                      <a:gd name="connsiteY11" fmla="*/ 45913 h 95994"/>
                      <a:gd name="connsiteX12" fmla="*/ 54101 w 63926"/>
                      <a:gd name="connsiteY12" fmla="*/ 10240 h 95994"/>
                      <a:gd name="connsiteX13" fmla="*/ 30334 w 63926"/>
                      <a:gd name="connsiteY13" fmla="*/ -2055 h 95994"/>
                      <a:gd name="connsiteX14" fmla="*/ 6587 w 63926"/>
                      <a:gd name="connsiteY14" fmla="*/ 10240 h 95994"/>
                      <a:gd name="connsiteX15" fmla="*/ -1620 w 63926"/>
                      <a:gd name="connsiteY15" fmla="*/ 45913 h 95994"/>
                      <a:gd name="connsiteX16" fmla="*/ 6587 w 63926"/>
                      <a:gd name="connsiteY16" fmla="*/ 81625 h 95994"/>
                      <a:gd name="connsiteX17" fmla="*/ 3033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34" y="84025"/>
                        </a:moveTo>
                        <a:cubicBezTo>
                          <a:pt x="23898" y="84025"/>
                          <a:pt x="19055" y="80852"/>
                          <a:pt x="15804" y="74507"/>
                        </a:cubicBezTo>
                        <a:cubicBezTo>
                          <a:pt x="12566" y="68174"/>
                          <a:pt x="10948" y="58643"/>
                          <a:pt x="10948" y="45913"/>
                        </a:cubicBezTo>
                        <a:cubicBezTo>
                          <a:pt x="10948" y="33235"/>
                          <a:pt x="12566" y="23724"/>
                          <a:pt x="15804" y="17378"/>
                        </a:cubicBezTo>
                        <a:cubicBezTo>
                          <a:pt x="19055" y="11033"/>
                          <a:pt x="23898" y="7860"/>
                          <a:pt x="30334" y="7860"/>
                        </a:cubicBezTo>
                        <a:cubicBezTo>
                          <a:pt x="36822" y="7860"/>
                          <a:pt x="41685" y="11033"/>
                          <a:pt x="44923" y="17378"/>
                        </a:cubicBezTo>
                        <a:cubicBezTo>
                          <a:pt x="48174" y="23724"/>
                          <a:pt x="49799" y="33235"/>
                          <a:pt x="49799" y="45913"/>
                        </a:cubicBezTo>
                        <a:cubicBezTo>
                          <a:pt x="49799" y="58643"/>
                          <a:pt x="48174" y="68174"/>
                          <a:pt x="44923" y="74507"/>
                        </a:cubicBezTo>
                        <a:cubicBezTo>
                          <a:pt x="41685" y="80852"/>
                          <a:pt x="36822" y="84025"/>
                          <a:pt x="30334" y="84025"/>
                        </a:cubicBezTo>
                        <a:close/>
                        <a:moveTo>
                          <a:pt x="30334" y="93939"/>
                        </a:moveTo>
                        <a:cubicBezTo>
                          <a:pt x="40707" y="93939"/>
                          <a:pt x="48630" y="89835"/>
                          <a:pt x="54101" y="81625"/>
                        </a:cubicBezTo>
                        <a:cubicBezTo>
                          <a:pt x="59571" y="73429"/>
                          <a:pt x="62307" y="61525"/>
                          <a:pt x="62307" y="45913"/>
                        </a:cubicBezTo>
                        <a:cubicBezTo>
                          <a:pt x="62307" y="30340"/>
                          <a:pt x="59571" y="18449"/>
                          <a:pt x="54101" y="10240"/>
                        </a:cubicBezTo>
                        <a:cubicBezTo>
                          <a:pt x="48630" y="2043"/>
                          <a:pt x="40707" y="-2055"/>
                          <a:pt x="30334" y="-2055"/>
                        </a:cubicBezTo>
                        <a:cubicBezTo>
                          <a:pt x="19973" y="-2055"/>
                          <a:pt x="12058" y="2043"/>
                          <a:pt x="6587" y="10240"/>
                        </a:cubicBezTo>
                        <a:cubicBezTo>
                          <a:pt x="1116" y="18449"/>
                          <a:pt x="-1620" y="30340"/>
                          <a:pt x="-1620" y="45913"/>
                        </a:cubicBezTo>
                        <a:cubicBezTo>
                          <a:pt x="-1620" y="61525"/>
                          <a:pt x="1116" y="73429"/>
                          <a:pt x="6587" y="81625"/>
                        </a:cubicBezTo>
                        <a:cubicBezTo>
                          <a:pt x="12058" y="89835"/>
                          <a:pt x="19973" y="93939"/>
                          <a:pt x="3033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06" name="Freeform: Shape 105">
                    <a:extLst>
                      <a:ext uri="{FF2B5EF4-FFF2-40B4-BE49-F238E27FC236}">
                        <a16:creationId xmlns:a16="http://schemas.microsoft.com/office/drawing/2014/main" id="{B11F4284-2D99-03FF-1EA5-C0CD722F232C}"/>
                      </a:ext>
                    </a:extLst>
                  </p:cNvPr>
                  <p:cNvSpPr/>
                  <p:nvPr/>
                </p:nvSpPr>
                <p:spPr>
                  <a:xfrm flipV="1">
                    <a:off x="17210643" y="5410710"/>
                    <a:ext cx="63926" cy="95994"/>
                  </a:xfrm>
                  <a:custGeom>
                    <a:avLst/>
                    <a:gdLst>
                      <a:gd name="connsiteX0" fmla="*/ 30340 w 63926"/>
                      <a:gd name="connsiteY0" fmla="*/ 84025 h 95994"/>
                      <a:gd name="connsiteX1" fmla="*/ 15810 w 63926"/>
                      <a:gd name="connsiteY1" fmla="*/ 74507 h 95994"/>
                      <a:gd name="connsiteX2" fmla="*/ 10954 w 63926"/>
                      <a:gd name="connsiteY2" fmla="*/ 45913 h 95994"/>
                      <a:gd name="connsiteX3" fmla="*/ 15810 w 63926"/>
                      <a:gd name="connsiteY3" fmla="*/ 17378 h 95994"/>
                      <a:gd name="connsiteX4" fmla="*/ 30340 w 63926"/>
                      <a:gd name="connsiteY4" fmla="*/ 7860 h 95994"/>
                      <a:gd name="connsiteX5" fmla="*/ 44929 w 63926"/>
                      <a:gd name="connsiteY5" fmla="*/ 17378 h 95994"/>
                      <a:gd name="connsiteX6" fmla="*/ 49805 w 63926"/>
                      <a:gd name="connsiteY6" fmla="*/ 45913 h 95994"/>
                      <a:gd name="connsiteX7" fmla="*/ 44929 w 63926"/>
                      <a:gd name="connsiteY7" fmla="*/ 74507 h 95994"/>
                      <a:gd name="connsiteX8" fmla="*/ 30340 w 63926"/>
                      <a:gd name="connsiteY8" fmla="*/ 84025 h 95994"/>
                      <a:gd name="connsiteX9" fmla="*/ 30340 w 63926"/>
                      <a:gd name="connsiteY9" fmla="*/ 93939 h 95994"/>
                      <a:gd name="connsiteX10" fmla="*/ 54107 w 63926"/>
                      <a:gd name="connsiteY10" fmla="*/ 81625 h 95994"/>
                      <a:gd name="connsiteX11" fmla="*/ 62313 w 63926"/>
                      <a:gd name="connsiteY11" fmla="*/ 45913 h 95994"/>
                      <a:gd name="connsiteX12" fmla="*/ 54107 w 63926"/>
                      <a:gd name="connsiteY12" fmla="*/ 10240 h 95994"/>
                      <a:gd name="connsiteX13" fmla="*/ 30340 w 63926"/>
                      <a:gd name="connsiteY13" fmla="*/ -2055 h 95994"/>
                      <a:gd name="connsiteX14" fmla="*/ 6593 w 63926"/>
                      <a:gd name="connsiteY14" fmla="*/ 10240 h 95994"/>
                      <a:gd name="connsiteX15" fmla="*/ -1613 w 63926"/>
                      <a:gd name="connsiteY15" fmla="*/ 45913 h 95994"/>
                      <a:gd name="connsiteX16" fmla="*/ 6593 w 63926"/>
                      <a:gd name="connsiteY16" fmla="*/ 81625 h 95994"/>
                      <a:gd name="connsiteX17" fmla="*/ 30340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40" y="84025"/>
                        </a:moveTo>
                        <a:cubicBezTo>
                          <a:pt x="23904" y="84025"/>
                          <a:pt x="19061" y="80852"/>
                          <a:pt x="15810" y="74507"/>
                        </a:cubicBezTo>
                        <a:cubicBezTo>
                          <a:pt x="12573" y="68174"/>
                          <a:pt x="10954" y="58643"/>
                          <a:pt x="10954" y="45913"/>
                        </a:cubicBezTo>
                        <a:cubicBezTo>
                          <a:pt x="10954" y="33235"/>
                          <a:pt x="12573" y="23724"/>
                          <a:pt x="15810" y="17378"/>
                        </a:cubicBezTo>
                        <a:cubicBezTo>
                          <a:pt x="19061" y="11033"/>
                          <a:pt x="23904" y="7860"/>
                          <a:pt x="30340" y="7860"/>
                        </a:cubicBezTo>
                        <a:cubicBezTo>
                          <a:pt x="36828" y="7860"/>
                          <a:pt x="41692" y="11033"/>
                          <a:pt x="44929" y="17378"/>
                        </a:cubicBezTo>
                        <a:cubicBezTo>
                          <a:pt x="48180" y="23724"/>
                          <a:pt x="49805" y="33235"/>
                          <a:pt x="49805" y="45913"/>
                        </a:cubicBezTo>
                        <a:cubicBezTo>
                          <a:pt x="49805" y="58643"/>
                          <a:pt x="48180" y="68174"/>
                          <a:pt x="44929" y="74507"/>
                        </a:cubicBezTo>
                        <a:cubicBezTo>
                          <a:pt x="41692" y="80852"/>
                          <a:pt x="36828" y="84025"/>
                          <a:pt x="30340" y="84025"/>
                        </a:cubicBezTo>
                        <a:close/>
                        <a:moveTo>
                          <a:pt x="30340" y="93939"/>
                        </a:moveTo>
                        <a:cubicBezTo>
                          <a:pt x="40714" y="93939"/>
                          <a:pt x="48636" y="89835"/>
                          <a:pt x="54107" y="81625"/>
                        </a:cubicBezTo>
                        <a:cubicBezTo>
                          <a:pt x="59578" y="73429"/>
                          <a:pt x="62313" y="61525"/>
                          <a:pt x="62313" y="45913"/>
                        </a:cubicBezTo>
                        <a:cubicBezTo>
                          <a:pt x="62313" y="30340"/>
                          <a:pt x="59578" y="18449"/>
                          <a:pt x="54107" y="10240"/>
                        </a:cubicBezTo>
                        <a:cubicBezTo>
                          <a:pt x="48636" y="2043"/>
                          <a:pt x="40714" y="-2055"/>
                          <a:pt x="30340" y="-2055"/>
                        </a:cubicBezTo>
                        <a:cubicBezTo>
                          <a:pt x="19980" y="-2055"/>
                          <a:pt x="12064" y="2043"/>
                          <a:pt x="6593" y="10240"/>
                        </a:cubicBezTo>
                        <a:cubicBezTo>
                          <a:pt x="1122" y="18449"/>
                          <a:pt x="-1613" y="30340"/>
                          <a:pt x="-1613" y="45913"/>
                        </a:cubicBezTo>
                        <a:cubicBezTo>
                          <a:pt x="-1613" y="61525"/>
                          <a:pt x="1122" y="73429"/>
                          <a:pt x="6593" y="81625"/>
                        </a:cubicBezTo>
                        <a:cubicBezTo>
                          <a:pt x="12064" y="89835"/>
                          <a:pt x="19980" y="93939"/>
                          <a:pt x="30340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107" name="Graphic 2">
              <a:extLst>
                <a:ext uri="{FF2B5EF4-FFF2-40B4-BE49-F238E27FC236}">
                  <a16:creationId xmlns:a16="http://schemas.microsoft.com/office/drawing/2014/main" id="{D287ACE8-1C13-6756-45B9-B9D14820B4F7}"/>
                </a:ext>
              </a:extLst>
            </p:cNvPr>
            <p:cNvGrpSpPr/>
            <p:nvPr/>
          </p:nvGrpSpPr>
          <p:grpSpPr>
            <a:xfrm>
              <a:off x="12587018" y="3280167"/>
              <a:ext cx="44401" cy="1825549"/>
              <a:chOff x="12587018" y="3280167"/>
              <a:chExt cx="44401" cy="1825549"/>
            </a:xfrm>
            <a:solidFill>
              <a:srgbClr val="000000"/>
            </a:solidFill>
          </p:grpSpPr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51B91CDA-5492-8CEE-1F28-374E313EF666}"/>
                  </a:ext>
                </a:extLst>
              </p:cNvPr>
              <p:cNvSpPr/>
              <p:nvPr/>
            </p:nvSpPr>
            <p:spPr>
              <a:xfrm>
                <a:off x="12587018" y="5093026"/>
                <a:ext cx="44401" cy="12690"/>
              </a:xfrm>
              <a:custGeom>
                <a:avLst/>
                <a:gdLst>
                  <a:gd name="connsiteX0" fmla="*/ 44459 w 44401"/>
                  <a:gd name="connsiteY0" fmla="*/ 246 h 12690"/>
                  <a:gd name="connsiteX1" fmla="*/ 58 w 44401"/>
                  <a:gd name="connsiteY1" fmla="*/ 246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46"/>
                    </a:moveTo>
                    <a:lnTo>
                      <a:pt x="58" y="246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F38A2B4C-C478-D9E6-F8C5-57AD7D854520}"/>
                  </a:ext>
                </a:extLst>
              </p:cNvPr>
              <p:cNvSpPr/>
              <p:nvPr/>
            </p:nvSpPr>
            <p:spPr>
              <a:xfrm>
                <a:off x="12587018" y="4639811"/>
                <a:ext cx="44401" cy="12690"/>
              </a:xfrm>
              <a:custGeom>
                <a:avLst/>
                <a:gdLst>
                  <a:gd name="connsiteX0" fmla="*/ 44459 w 44401"/>
                  <a:gd name="connsiteY0" fmla="*/ 210 h 12690"/>
                  <a:gd name="connsiteX1" fmla="*/ 58 w 44401"/>
                  <a:gd name="connsiteY1" fmla="*/ 21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10"/>
                    </a:moveTo>
                    <a:lnTo>
                      <a:pt x="58" y="210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EA43D971-06C2-65A4-14F7-898C45A5B032}"/>
                  </a:ext>
                </a:extLst>
              </p:cNvPr>
              <p:cNvSpPr/>
              <p:nvPr/>
            </p:nvSpPr>
            <p:spPr>
              <a:xfrm>
                <a:off x="12587018" y="4186597"/>
                <a:ext cx="44401" cy="12690"/>
              </a:xfrm>
              <a:custGeom>
                <a:avLst/>
                <a:gdLst>
                  <a:gd name="connsiteX0" fmla="*/ 44459 w 44401"/>
                  <a:gd name="connsiteY0" fmla="*/ 175 h 12690"/>
                  <a:gd name="connsiteX1" fmla="*/ 58 w 44401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78AB4E05-8011-9836-2B5D-2F95F61FEE70}"/>
                  </a:ext>
                </a:extLst>
              </p:cNvPr>
              <p:cNvSpPr/>
              <p:nvPr/>
            </p:nvSpPr>
            <p:spPr>
              <a:xfrm>
                <a:off x="12587018" y="3733382"/>
                <a:ext cx="44401" cy="12690"/>
              </a:xfrm>
              <a:custGeom>
                <a:avLst/>
                <a:gdLst>
                  <a:gd name="connsiteX0" fmla="*/ 44459 w 44401"/>
                  <a:gd name="connsiteY0" fmla="*/ 139 h 12690"/>
                  <a:gd name="connsiteX1" fmla="*/ 58 w 44401"/>
                  <a:gd name="connsiteY1" fmla="*/ 13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39"/>
                    </a:moveTo>
                    <a:lnTo>
                      <a:pt x="58" y="139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37B876C6-6B44-3080-033D-2FC5935D7F01}"/>
                  </a:ext>
                </a:extLst>
              </p:cNvPr>
              <p:cNvSpPr/>
              <p:nvPr/>
            </p:nvSpPr>
            <p:spPr>
              <a:xfrm>
                <a:off x="12587018" y="3280167"/>
                <a:ext cx="44401" cy="12690"/>
              </a:xfrm>
              <a:custGeom>
                <a:avLst/>
                <a:gdLst>
                  <a:gd name="connsiteX0" fmla="*/ 44459 w 44401"/>
                  <a:gd name="connsiteY0" fmla="*/ 103 h 12690"/>
                  <a:gd name="connsiteX1" fmla="*/ 58 w 44401"/>
                  <a:gd name="connsiteY1" fmla="*/ 103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03"/>
                    </a:moveTo>
                    <a:lnTo>
                      <a:pt x="58" y="103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E8F54244-68A4-9949-2C2F-1120A3E08EA6}"/>
                </a:ext>
              </a:extLst>
            </p:cNvPr>
            <p:cNvSpPr/>
            <p:nvPr/>
          </p:nvSpPr>
          <p:spPr>
            <a:xfrm>
              <a:off x="12631420" y="3053560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3DA1DB20-14E6-8D3A-0FA9-DDB8C8FE63C1}"/>
                </a:ext>
              </a:extLst>
            </p:cNvPr>
            <p:cNvSpPr/>
            <p:nvPr/>
          </p:nvSpPr>
          <p:spPr>
            <a:xfrm>
              <a:off x="17161925" y="3053560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EB926BE-C784-0D3F-536F-D5DF25EE9901}"/>
                </a:ext>
              </a:extLst>
            </p:cNvPr>
            <p:cNvSpPr/>
            <p:nvPr/>
          </p:nvSpPr>
          <p:spPr>
            <a:xfrm>
              <a:off x="12631420" y="5319633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BF4856DE-ECFC-918A-82A1-D86F34DBE07C}"/>
                </a:ext>
              </a:extLst>
            </p:cNvPr>
            <p:cNvSpPr/>
            <p:nvPr/>
          </p:nvSpPr>
          <p:spPr>
            <a:xfrm>
              <a:off x="12631420" y="3053560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53BCA114-6D83-C608-193C-3C3869BAB42F}"/>
              </a:ext>
            </a:extLst>
          </p:cNvPr>
          <p:cNvGrpSpPr/>
          <p:nvPr/>
        </p:nvGrpSpPr>
        <p:grpSpPr>
          <a:xfrm>
            <a:off x="6314130" y="876884"/>
            <a:ext cx="4587593" cy="2310490"/>
            <a:chOff x="1479801" y="548680"/>
            <a:chExt cx="4587593" cy="2310490"/>
          </a:xfrm>
        </p:grpSpPr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23C7332-331B-7360-BC78-A2B94F955C5D}"/>
                </a:ext>
              </a:extLst>
            </p:cNvPr>
            <p:cNvSpPr/>
            <p:nvPr/>
          </p:nvSpPr>
          <p:spPr>
            <a:xfrm>
              <a:off x="1524203" y="548680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385F091B-E6B9-17EB-03B8-620596E255D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flipV="1">
              <a:off x="1524203" y="548680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D6ADCC7-9836-8999-FE48-C563842D5884}"/>
                </a:ext>
              </a:extLst>
            </p:cNvPr>
            <p:cNvSpPr/>
            <p:nvPr/>
          </p:nvSpPr>
          <p:spPr>
            <a:xfrm>
              <a:off x="2983517" y="1637525"/>
              <a:ext cx="225111" cy="89014"/>
            </a:xfrm>
            <a:custGeom>
              <a:avLst/>
              <a:gdLst>
                <a:gd name="connsiteX0" fmla="*/ 225112 w 225111"/>
                <a:gd name="connsiteY0" fmla="*/ 1864 h 89014"/>
                <a:gd name="connsiteX1" fmla="*/ 224388 w 225111"/>
                <a:gd name="connsiteY1" fmla="*/ 89015 h 89014"/>
                <a:gd name="connsiteX2" fmla="*/ 0 w 225111"/>
                <a:gd name="connsiteY2" fmla="*/ 87150 h 89014"/>
                <a:gd name="connsiteX3" fmla="*/ 724 w 225111"/>
                <a:gd name="connsiteY3" fmla="*/ 0 h 89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5111" h="89014">
                  <a:moveTo>
                    <a:pt x="225112" y="1864"/>
                  </a:moveTo>
                  <a:lnTo>
                    <a:pt x="224388" y="89015"/>
                  </a:lnTo>
                  <a:lnTo>
                    <a:pt x="0" y="8715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A13BAC8-73D0-16E3-305D-F65695ECF957}"/>
                </a:ext>
              </a:extLst>
            </p:cNvPr>
            <p:cNvSpPr/>
            <p:nvPr/>
          </p:nvSpPr>
          <p:spPr>
            <a:xfrm>
              <a:off x="3120786" y="1638666"/>
              <a:ext cx="87480" cy="87150"/>
            </a:xfrm>
            <a:custGeom>
              <a:avLst/>
              <a:gdLst>
                <a:gd name="connsiteX0" fmla="*/ 87480 w 87480"/>
                <a:gd name="connsiteY0" fmla="*/ 44299 h 87150"/>
                <a:gd name="connsiteX1" fmla="*/ 0 w 87480"/>
                <a:gd name="connsiteY1" fmla="*/ 87150 h 87150"/>
                <a:gd name="connsiteX2" fmla="*/ 724 w 87480"/>
                <a:gd name="connsiteY2" fmla="*/ 0 h 8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80" h="87150">
                  <a:moveTo>
                    <a:pt x="87480" y="44299"/>
                  </a:moveTo>
                  <a:lnTo>
                    <a:pt x="0" y="8715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E586D3E-F10D-5B6E-71F4-86AFE045EF3D}"/>
                </a:ext>
              </a:extLst>
            </p:cNvPr>
            <p:cNvSpPr/>
            <p:nvPr/>
          </p:nvSpPr>
          <p:spPr>
            <a:xfrm>
              <a:off x="1524203" y="2814753"/>
              <a:ext cx="12686" cy="44417"/>
            </a:xfrm>
            <a:custGeom>
              <a:avLst/>
              <a:gdLst>
                <a:gd name="connsiteX0" fmla="*/ 58 w 12686"/>
                <a:gd name="connsiteY0" fmla="*/ 264 h 44417"/>
                <a:gd name="connsiteX1" fmla="*/ 58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58" y="264"/>
                  </a:moveTo>
                  <a:lnTo>
                    <a:pt x="58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2A5847EE-B7A0-7000-417F-7F9B5B8DE8EE}"/>
                </a:ext>
              </a:extLst>
            </p:cNvPr>
            <p:cNvSpPr/>
            <p:nvPr/>
          </p:nvSpPr>
          <p:spPr>
            <a:xfrm>
              <a:off x="2430304" y="2814753"/>
              <a:ext cx="12686" cy="44417"/>
            </a:xfrm>
            <a:custGeom>
              <a:avLst/>
              <a:gdLst>
                <a:gd name="connsiteX0" fmla="*/ 129 w 12686"/>
                <a:gd name="connsiteY0" fmla="*/ 264 h 44417"/>
                <a:gd name="connsiteX1" fmla="*/ 129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129" y="264"/>
                  </a:moveTo>
                  <a:lnTo>
                    <a:pt x="129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95B6B97-0F80-FDB4-052B-207957D9AB2E}"/>
                </a:ext>
              </a:extLst>
            </p:cNvPr>
            <p:cNvSpPr/>
            <p:nvPr/>
          </p:nvSpPr>
          <p:spPr>
            <a:xfrm>
              <a:off x="3336405" y="2814753"/>
              <a:ext cx="12686" cy="44417"/>
            </a:xfrm>
            <a:custGeom>
              <a:avLst/>
              <a:gdLst>
                <a:gd name="connsiteX0" fmla="*/ 200 w 12686"/>
                <a:gd name="connsiteY0" fmla="*/ 264 h 44417"/>
                <a:gd name="connsiteX1" fmla="*/ 200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200" y="264"/>
                  </a:moveTo>
                  <a:lnTo>
                    <a:pt x="200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69B5483-AA17-BD3B-CE1F-CB78D0496F97}"/>
                </a:ext>
              </a:extLst>
            </p:cNvPr>
            <p:cNvSpPr/>
            <p:nvPr/>
          </p:nvSpPr>
          <p:spPr>
            <a:xfrm>
              <a:off x="4242506" y="2814753"/>
              <a:ext cx="12686" cy="44417"/>
            </a:xfrm>
            <a:custGeom>
              <a:avLst/>
              <a:gdLst>
                <a:gd name="connsiteX0" fmla="*/ 272 w 12686"/>
                <a:gd name="connsiteY0" fmla="*/ 264 h 44417"/>
                <a:gd name="connsiteX1" fmla="*/ 272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272" y="264"/>
                  </a:moveTo>
                  <a:lnTo>
                    <a:pt x="272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1768E6AE-1501-1DD4-E585-40759A6B98E2}"/>
                </a:ext>
              </a:extLst>
            </p:cNvPr>
            <p:cNvSpPr/>
            <p:nvPr/>
          </p:nvSpPr>
          <p:spPr>
            <a:xfrm>
              <a:off x="5148607" y="2814753"/>
              <a:ext cx="12686" cy="44417"/>
            </a:xfrm>
            <a:custGeom>
              <a:avLst/>
              <a:gdLst>
                <a:gd name="connsiteX0" fmla="*/ 343 w 12686"/>
                <a:gd name="connsiteY0" fmla="*/ 264 h 44417"/>
                <a:gd name="connsiteX1" fmla="*/ 343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343" y="264"/>
                  </a:moveTo>
                  <a:lnTo>
                    <a:pt x="343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9A198F5-C8AB-4036-BDC3-DEED5056FC95}"/>
                </a:ext>
              </a:extLst>
            </p:cNvPr>
            <p:cNvSpPr/>
            <p:nvPr/>
          </p:nvSpPr>
          <p:spPr>
            <a:xfrm>
              <a:off x="6054708" y="2814753"/>
              <a:ext cx="12686" cy="44417"/>
            </a:xfrm>
            <a:custGeom>
              <a:avLst/>
              <a:gdLst>
                <a:gd name="connsiteX0" fmla="*/ 415 w 12686"/>
                <a:gd name="connsiteY0" fmla="*/ 264 h 44417"/>
                <a:gd name="connsiteX1" fmla="*/ 415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415" y="264"/>
                  </a:moveTo>
                  <a:lnTo>
                    <a:pt x="415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47" name="Graphic 2">
              <a:extLst>
                <a:ext uri="{FF2B5EF4-FFF2-40B4-BE49-F238E27FC236}">
                  <a16:creationId xmlns:a16="http://schemas.microsoft.com/office/drawing/2014/main" id="{0E0D9EEC-1521-02A9-E27E-3B0FC3016E39}"/>
                </a:ext>
              </a:extLst>
            </p:cNvPr>
            <p:cNvGrpSpPr/>
            <p:nvPr/>
          </p:nvGrpSpPr>
          <p:grpSpPr>
            <a:xfrm>
              <a:off x="1479801" y="775287"/>
              <a:ext cx="44401" cy="1825549"/>
              <a:chOff x="3858149" y="2541961"/>
              <a:chExt cx="44401" cy="1825549"/>
            </a:xfrm>
            <a:solidFill>
              <a:srgbClr val="000000"/>
            </a:solidFill>
          </p:grpSpPr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5D56545D-7B40-08E4-53FC-9271035FB503}"/>
                  </a:ext>
                </a:extLst>
              </p:cNvPr>
              <p:cNvSpPr/>
              <p:nvPr/>
            </p:nvSpPr>
            <p:spPr>
              <a:xfrm>
                <a:off x="3858149" y="4354820"/>
                <a:ext cx="44401" cy="12690"/>
              </a:xfrm>
              <a:custGeom>
                <a:avLst/>
                <a:gdLst>
                  <a:gd name="connsiteX0" fmla="*/ 44459 w 44401"/>
                  <a:gd name="connsiteY0" fmla="*/ 246 h 12690"/>
                  <a:gd name="connsiteX1" fmla="*/ 58 w 44401"/>
                  <a:gd name="connsiteY1" fmla="*/ 246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46"/>
                    </a:moveTo>
                    <a:lnTo>
                      <a:pt x="58" y="246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D9D7D74B-2519-B5AC-F7AD-EB6686337E1E}"/>
                  </a:ext>
                </a:extLst>
              </p:cNvPr>
              <p:cNvSpPr/>
              <p:nvPr/>
            </p:nvSpPr>
            <p:spPr>
              <a:xfrm>
                <a:off x="3858149" y="3901605"/>
                <a:ext cx="44401" cy="12690"/>
              </a:xfrm>
              <a:custGeom>
                <a:avLst/>
                <a:gdLst>
                  <a:gd name="connsiteX0" fmla="*/ 44459 w 44401"/>
                  <a:gd name="connsiteY0" fmla="*/ 210 h 12690"/>
                  <a:gd name="connsiteX1" fmla="*/ 58 w 44401"/>
                  <a:gd name="connsiteY1" fmla="*/ 21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10"/>
                    </a:moveTo>
                    <a:lnTo>
                      <a:pt x="58" y="210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E2A9A353-861B-C540-DB09-2538D631CC7C}"/>
                  </a:ext>
                </a:extLst>
              </p:cNvPr>
              <p:cNvSpPr/>
              <p:nvPr/>
            </p:nvSpPr>
            <p:spPr>
              <a:xfrm>
                <a:off x="3858149" y="3448391"/>
                <a:ext cx="44401" cy="12690"/>
              </a:xfrm>
              <a:custGeom>
                <a:avLst/>
                <a:gdLst>
                  <a:gd name="connsiteX0" fmla="*/ 44459 w 44401"/>
                  <a:gd name="connsiteY0" fmla="*/ 175 h 12690"/>
                  <a:gd name="connsiteX1" fmla="*/ 58 w 44401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5BA7CB29-9323-1A03-108A-412E483CF9B2}"/>
                  </a:ext>
                </a:extLst>
              </p:cNvPr>
              <p:cNvSpPr/>
              <p:nvPr/>
            </p:nvSpPr>
            <p:spPr>
              <a:xfrm>
                <a:off x="3858149" y="2995176"/>
                <a:ext cx="44401" cy="12690"/>
              </a:xfrm>
              <a:custGeom>
                <a:avLst/>
                <a:gdLst>
                  <a:gd name="connsiteX0" fmla="*/ 44459 w 44401"/>
                  <a:gd name="connsiteY0" fmla="*/ 139 h 12690"/>
                  <a:gd name="connsiteX1" fmla="*/ 58 w 44401"/>
                  <a:gd name="connsiteY1" fmla="*/ 13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39"/>
                    </a:moveTo>
                    <a:lnTo>
                      <a:pt x="58" y="139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D5ABE7A2-1F4E-C9E3-C5BB-CB91BC33AF31}"/>
                  </a:ext>
                </a:extLst>
              </p:cNvPr>
              <p:cNvSpPr/>
              <p:nvPr/>
            </p:nvSpPr>
            <p:spPr>
              <a:xfrm>
                <a:off x="3858149" y="2541961"/>
                <a:ext cx="44401" cy="12690"/>
              </a:xfrm>
              <a:custGeom>
                <a:avLst/>
                <a:gdLst>
                  <a:gd name="connsiteX0" fmla="*/ 44459 w 44401"/>
                  <a:gd name="connsiteY0" fmla="*/ 103 h 12690"/>
                  <a:gd name="connsiteX1" fmla="*/ 58 w 44401"/>
                  <a:gd name="connsiteY1" fmla="*/ 103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03"/>
                    </a:moveTo>
                    <a:lnTo>
                      <a:pt x="58" y="103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2CE35A0A-6A21-B936-4567-2A6768159D6C}"/>
                </a:ext>
              </a:extLst>
            </p:cNvPr>
            <p:cNvSpPr/>
            <p:nvPr/>
          </p:nvSpPr>
          <p:spPr>
            <a:xfrm>
              <a:off x="1524203" y="548680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23A3411A-58C5-10C9-7989-CACF5E57F8E6}"/>
                </a:ext>
              </a:extLst>
            </p:cNvPr>
            <p:cNvSpPr/>
            <p:nvPr/>
          </p:nvSpPr>
          <p:spPr>
            <a:xfrm>
              <a:off x="6054708" y="548680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BDB4880-22C6-3A92-2314-75E853342016}"/>
                </a:ext>
              </a:extLst>
            </p:cNvPr>
            <p:cNvSpPr/>
            <p:nvPr/>
          </p:nvSpPr>
          <p:spPr>
            <a:xfrm>
              <a:off x="1524203" y="2814753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78359506-C801-5256-5BE2-9939EE6F9E93}"/>
                </a:ext>
              </a:extLst>
            </p:cNvPr>
            <p:cNvSpPr/>
            <p:nvPr/>
          </p:nvSpPr>
          <p:spPr>
            <a:xfrm>
              <a:off x="1524203" y="548680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1234B5D3-E869-47A6-00A0-16350BBD8B53}"/>
              </a:ext>
            </a:extLst>
          </p:cNvPr>
          <p:cNvGrpSpPr/>
          <p:nvPr/>
        </p:nvGrpSpPr>
        <p:grpSpPr>
          <a:xfrm>
            <a:off x="1479800" y="881153"/>
            <a:ext cx="4587593" cy="2310490"/>
            <a:chOff x="6703432" y="552949"/>
            <a:chExt cx="4587593" cy="2310490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D60A651F-7930-54DB-B453-F06768BA5FB3}"/>
                </a:ext>
              </a:extLst>
            </p:cNvPr>
            <p:cNvSpPr/>
            <p:nvPr/>
          </p:nvSpPr>
          <p:spPr>
            <a:xfrm>
              <a:off x="6747834" y="552949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F548404D-3356-1D24-4A33-68E1573F845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flipV="1">
              <a:off x="6747834" y="552949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EBCEA3EE-7CAC-64FD-EFC4-EBB3D87094A9}"/>
                </a:ext>
              </a:extLst>
            </p:cNvPr>
            <p:cNvSpPr/>
            <p:nvPr/>
          </p:nvSpPr>
          <p:spPr>
            <a:xfrm>
              <a:off x="8201871" y="1640237"/>
              <a:ext cx="225236" cy="89343"/>
            </a:xfrm>
            <a:custGeom>
              <a:avLst/>
              <a:gdLst>
                <a:gd name="connsiteX0" fmla="*/ 225237 w 225236"/>
                <a:gd name="connsiteY0" fmla="*/ 2194 h 89343"/>
                <a:gd name="connsiteX1" fmla="*/ 224385 w 225236"/>
                <a:gd name="connsiteY1" fmla="*/ 89343 h 89343"/>
                <a:gd name="connsiteX2" fmla="*/ 0 w 225236"/>
                <a:gd name="connsiteY2" fmla="*/ 87149 h 89343"/>
                <a:gd name="connsiteX3" fmla="*/ 852 w 225236"/>
                <a:gd name="connsiteY3" fmla="*/ 0 h 8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5236" h="89343">
                  <a:moveTo>
                    <a:pt x="225237" y="2194"/>
                  </a:moveTo>
                  <a:lnTo>
                    <a:pt x="224385" y="89343"/>
                  </a:lnTo>
                  <a:lnTo>
                    <a:pt x="0" y="87149"/>
                  </a:lnTo>
                  <a:lnTo>
                    <a:pt x="852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3B787BE-E6C1-D315-5E4B-9169631862E6}"/>
                </a:ext>
              </a:extLst>
            </p:cNvPr>
            <p:cNvSpPr/>
            <p:nvPr/>
          </p:nvSpPr>
          <p:spPr>
            <a:xfrm>
              <a:off x="8339138" y="1641579"/>
              <a:ext cx="87543" cy="87149"/>
            </a:xfrm>
            <a:custGeom>
              <a:avLst/>
              <a:gdLst>
                <a:gd name="connsiteX0" fmla="*/ 87543 w 87543"/>
                <a:gd name="connsiteY0" fmla="*/ 44426 h 87149"/>
                <a:gd name="connsiteX1" fmla="*/ 0 w 87543"/>
                <a:gd name="connsiteY1" fmla="*/ 87149 h 87149"/>
                <a:gd name="connsiteX2" fmla="*/ 852 w 87543"/>
                <a:gd name="connsiteY2" fmla="*/ 0 h 8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543" h="87149">
                  <a:moveTo>
                    <a:pt x="87543" y="44426"/>
                  </a:moveTo>
                  <a:lnTo>
                    <a:pt x="0" y="87149"/>
                  </a:lnTo>
                  <a:lnTo>
                    <a:pt x="852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4" name="Graphic 164">
              <a:extLst>
                <a:ext uri="{FF2B5EF4-FFF2-40B4-BE49-F238E27FC236}">
                  <a16:creationId xmlns:a16="http://schemas.microsoft.com/office/drawing/2014/main" id="{9C2D341A-EDB6-3AAF-C81B-5B3F3870DE63}"/>
                </a:ext>
              </a:extLst>
            </p:cNvPr>
            <p:cNvGrpSpPr/>
            <p:nvPr/>
          </p:nvGrpSpPr>
          <p:grpSpPr>
            <a:xfrm>
              <a:off x="6747834" y="2819022"/>
              <a:ext cx="4543191" cy="44417"/>
              <a:chOff x="3902551" y="4581427"/>
              <a:chExt cx="4543191" cy="44417"/>
            </a:xfrm>
            <a:solidFill>
              <a:srgbClr val="000000"/>
            </a:solidFill>
          </p:grpSpPr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10D7873D-13B3-A591-3C23-60C683C568D7}"/>
                  </a:ext>
                </a:extLst>
              </p:cNvPr>
              <p:cNvSpPr/>
              <p:nvPr/>
            </p:nvSpPr>
            <p:spPr>
              <a:xfrm>
                <a:off x="3902551" y="4581427"/>
                <a:ext cx="12686" cy="44417"/>
              </a:xfrm>
              <a:custGeom>
                <a:avLst/>
                <a:gdLst>
                  <a:gd name="connsiteX0" fmla="*/ 58 w 12686"/>
                  <a:gd name="connsiteY0" fmla="*/ 264 h 44417"/>
                  <a:gd name="connsiteX1" fmla="*/ 58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58" y="264"/>
                    </a:moveTo>
                    <a:lnTo>
                      <a:pt x="58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DC107152-947B-6814-B8FB-1FED446AE561}"/>
                  </a:ext>
                </a:extLst>
              </p:cNvPr>
              <p:cNvSpPr/>
              <p:nvPr/>
            </p:nvSpPr>
            <p:spPr>
              <a:xfrm>
                <a:off x="4808652" y="4581427"/>
                <a:ext cx="12686" cy="44417"/>
              </a:xfrm>
              <a:custGeom>
                <a:avLst/>
                <a:gdLst>
                  <a:gd name="connsiteX0" fmla="*/ 129 w 12686"/>
                  <a:gd name="connsiteY0" fmla="*/ 264 h 44417"/>
                  <a:gd name="connsiteX1" fmla="*/ 129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129" y="264"/>
                    </a:moveTo>
                    <a:lnTo>
                      <a:pt x="129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7C8599DB-202A-9E51-58E3-E47772EF77A0}"/>
                  </a:ext>
                </a:extLst>
              </p:cNvPr>
              <p:cNvSpPr/>
              <p:nvPr/>
            </p:nvSpPr>
            <p:spPr>
              <a:xfrm>
                <a:off x="5714753" y="4581427"/>
                <a:ext cx="12686" cy="44417"/>
              </a:xfrm>
              <a:custGeom>
                <a:avLst/>
                <a:gdLst>
                  <a:gd name="connsiteX0" fmla="*/ 200 w 12686"/>
                  <a:gd name="connsiteY0" fmla="*/ 264 h 44417"/>
                  <a:gd name="connsiteX1" fmla="*/ 200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200" y="264"/>
                    </a:moveTo>
                    <a:lnTo>
                      <a:pt x="200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89F4C5D4-0144-43E5-B1C8-196671E91A5D}"/>
                  </a:ext>
                </a:extLst>
              </p:cNvPr>
              <p:cNvSpPr/>
              <p:nvPr/>
            </p:nvSpPr>
            <p:spPr>
              <a:xfrm>
                <a:off x="6620854" y="4581427"/>
                <a:ext cx="12686" cy="44417"/>
              </a:xfrm>
              <a:custGeom>
                <a:avLst/>
                <a:gdLst>
                  <a:gd name="connsiteX0" fmla="*/ 272 w 12686"/>
                  <a:gd name="connsiteY0" fmla="*/ 264 h 44417"/>
                  <a:gd name="connsiteX1" fmla="*/ 272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272" y="264"/>
                    </a:moveTo>
                    <a:lnTo>
                      <a:pt x="272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BCBC26D7-9EBD-6B4B-F944-E93BF9F342AE}"/>
                  </a:ext>
                </a:extLst>
              </p:cNvPr>
              <p:cNvSpPr/>
              <p:nvPr/>
            </p:nvSpPr>
            <p:spPr>
              <a:xfrm>
                <a:off x="7526955" y="4581427"/>
                <a:ext cx="12686" cy="44417"/>
              </a:xfrm>
              <a:custGeom>
                <a:avLst/>
                <a:gdLst>
                  <a:gd name="connsiteX0" fmla="*/ 343 w 12686"/>
                  <a:gd name="connsiteY0" fmla="*/ 264 h 44417"/>
                  <a:gd name="connsiteX1" fmla="*/ 343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343" y="264"/>
                    </a:moveTo>
                    <a:lnTo>
                      <a:pt x="343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EEA1D382-381B-6E1D-5323-47B7DA576833}"/>
                  </a:ext>
                </a:extLst>
              </p:cNvPr>
              <p:cNvSpPr/>
              <p:nvPr/>
            </p:nvSpPr>
            <p:spPr>
              <a:xfrm>
                <a:off x="8433056" y="4581427"/>
                <a:ext cx="12686" cy="44417"/>
              </a:xfrm>
              <a:custGeom>
                <a:avLst/>
                <a:gdLst>
                  <a:gd name="connsiteX0" fmla="*/ 415 w 12686"/>
                  <a:gd name="connsiteY0" fmla="*/ 264 h 44417"/>
                  <a:gd name="connsiteX1" fmla="*/ 415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415" y="264"/>
                    </a:moveTo>
                    <a:lnTo>
                      <a:pt x="415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15" name="Graphic 164">
              <a:extLst>
                <a:ext uri="{FF2B5EF4-FFF2-40B4-BE49-F238E27FC236}">
                  <a16:creationId xmlns:a16="http://schemas.microsoft.com/office/drawing/2014/main" id="{4AC6E1A4-5C88-CF97-48B2-3439779B35B3}"/>
                </a:ext>
              </a:extLst>
            </p:cNvPr>
            <p:cNvGrpSpPr/>
            <p:nvPr/>
          </p:nvGrpSpPr>
          <p:grpSpPr>
            <a:xfrm>
              <a:off x="6703432" y="779556"/>
              <a:ext cx="44401" cy="1825549"/>
              <a:chOff x="3858149" y="2541961"/>
              <a:chExt cx="44401" cy="1825549"/>
            </a:xfrm>
            <a:solidFill>
              <a:srgbClr val="000000"/>
            </a:solidFill>
          </p:grpSpPr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98A7752C-4607-9DCC-B477-B78F7057396F}"/>
                  </a:ext>
                </a:extLst>
              </p:cNvPr>
              <p:cNvSpPr/>
              <p:nvPr/>
            </p:nvSpPr>
            <p:spPr>
              <a:xfrm>
                <a:off x="3858149" y="4354820"/>
                <a:ext cx="44401" cy="12690"/>
              </a:xfrm>
              <a:custGeom>
                <a:avLst/>
                <a:gdLst>
                  <a:gd name="connsiteX0" fmla="*/ 44459 w 44401"/>
                  <a:gd name="connsiteY0" fmla="*/ 246 h 12690"/>
                  <a:gd name="connsiteX1" fmla="*/ 58 w 44401"/>
                  <a:gd name="connsiteY1" fmla="*/ 246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46"/>
                    </a:moveTo>
                    <a:lnTo>
                      <a:pt x="58" y="246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98FA0E7D-AC14-1739-ED9F-972756868762}"/>
                  </a:ext>
                </a:extLst>
              </p:cNvPr>
              <p:cNvSpPr/>
              <p:nvPr/>
            </p:nvSpPr>
            <p:spPr>
              <a:xfrm>
                <a:off x="3858149" y="3901605"/>
                <a:ext cx="44401" cy="12690"/>
              </a:xfrm>
              <a:custGeom>
                <a:avLst/>
                <a:gdLst>
                  <a:gd name="connsiteX0" fmla="*/ 44459 w 44401"/>
                  <a:gd name="connsiteY0" fmla="*/ 210 h 12690"/>
                  <a:gd name="connsiteX1" fmla="*/ 58 w 44401"/>
                  <a:gd name="connsiteY1" fmla="*/ 21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10"/>
                    </a:moveTo>
                    <a:lnTo>
                      <a:pt x="58" y="210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5803903B-3821-25A6-C3C5-36DB841AFBD6}"/>
                  </a:ext>
                </a:extLst>
              </p:cNvPr>
              <p:cNvSpPr/>
              <p:nvPr/>
            </p:nvSpPr>
            <p:spPr>
              <a:xfrm>
                <a:off x="3858149" y="3448391"/>
                <a:ext cx="44401" cy="12690"/>
              </a:xfrm>
              <a:custGeom>
                <a:avLst/>
                <a:gdLst>
                  <a:gd name="connsiteX0" fmla="*/ 44459 w 44401"/>
                  <a:gd name="connsiteY0" fmla="*/ 175 h 12690"/>
                  <a:gd name="connsiteX1" fmla="*/ 58 w 44401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7A2D8D6B-A37D-4F30-B05C-F8A5B2C5B510}"/>
                  </a:ext>
                </a:extLst>
              </p:cNvPr>
              <p:cNvSpPr/>
              <p:nvPr/>
            </p:nvSpPr>
            <p:spPr>
              <a:xfrm>
                <a:off x="3858149" y="2995176"/>
                <a:ext cx="44401" cy="12690"/>
              </a:xfrm>
              <a:custGeom>
                <a:avLst/>
                <a:gdLst>
                  <a:gd name="connsiteX0" fmla="*/ 44459 w 44401"/>
                  <a:gd name="connsiteY0" fmla="*/ 139 h 12690"/>
                  <a:gd name="connsiteX1" fmla="*/ 58 w 44401"/>
                  <a:gd name="connsiteY1" fmla="*/ 13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39"/>
                    </a:moveTo>
                    <a:lnTo>
                      <a:pt x="58" y="139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A6EF89D1-57DC-9457-260B-C7734A7605C1}"/>
                  </a:ext>
                </a:extLst>
              </p:cNvPr>
              <p:cNvSpPr/>
              <p:nvPr/>
            </p:nvSpPr>
            <p:spPr>
              <a:xfrm>
                <a:off x="3858149" y="2541961"/>
                <a:ext cx="44401" cy="12690"/>
              </a:xfrm>
              <a:custGeom>
                <a:avLst/>
                <a:gdLst>
                  <a:gd name="connsiteX0" fmla="*/ 44459 w 44401"/>
                  <a:gd name="connsiteY0" fmla="*/ 103 h 12690"/>
                  <a:gd name="connsiteX1" fmla="*/ 58 w 44401"/>
                  <a:gd name="connsiteY1" fmla="*/ 103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03"/>
                    </a:moveTo>
                    <a:lnTo>
                      <a:pt x="58" y="103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3DBFB07-DE8D-37FB-378F-3ED6F0733BB8}"/>
                </a:ext>
              </a:extLst>
            </p:cNvPr>
            <p:cNvSpPr/>
            <p:nvPr/>
          </p:nvSpPr>
          <p:spPr>
            <a:xfrm>
              <a:off x="6747834" y="552949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C89ECD2-4BA6-DCE6-28BC-481D8F32E555}"/>
                </a:ext>
              </a:extLst>
            </p:cNvPr>
            <p:cNvSpPr/>
            <p:nvPr/>
          </p:nvSpPr>
          <p:spPr>
            <a:xfrm>
              <a:off x="11278339" y="552949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BAC5D09-36A8-E5AF-25A0-604DA611EA96}"/>
                </a:ext>
              </a:extLst>
            </p:cNvPr>
            <p:cNvSpPr/>
            <p:nvPr/>
          </p:nvSpPr>
          <p:spPr>
            <a:xfrm>
              <a:off x="6747834" y="2819022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9170C58-683D-D638-3069-24F75A7FDE82}"/>
                </a:ext>
              </a:extLst>
            </p:cNvPr>
            <p:cNvSpPr/>
            <p:nvPr/>
          </p:nvSpPr>
          <p:spPr>
            <a:xfrm>
              <a:off x="6747834" y="552949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48" name="Graphic 2">
            <a:extLst>
              <a:ext uri="{FF2B5EF4-FFF2-40B4-BE49-F238E27FC236}">
                <a16:creationId xmlns:a16="http://schemas.microsoft.com/office/drawing/2014/main" id="{D1EDCE0B-46A0-D235-E48D-FDBCD09D3597}"/>
              </a:ext>
            </a:extLst>
          </p:cNvPr>
          <p:cNvGrpSpPr/>
          <p:nvPr/>
        </p:nvGrpSpPr>
        <p:grpSpPr>
          <a:xfrm>
            <a:off x="1199456" y="1057517"/>
            <a:ext cx="227514" cy="1908852"/>
            <a:chOff x="3577804" y="2495987"/>
            <a:chExt cx="227514" cy="1908852"/>
          </a:xfrm>
          <a:solidFill>
            <a:srgbClr val="000000"/>
          </a:solidFill>
        </p:grpSpPr>
        <p:grpSp>
          <p:nvGrpSpPr>
            <p:cNvPr id="51" name="Graphic 2">
              <a:extLst>
                <a:ext uri="{FF2B5EF4-FFF2-40B4-BE49-F238E27FC236}">
                  <a16:creationId xmlns:a16="http://schemas.microsoft.com/office/drawing/2014/main" id="{297EA566-418B-93E9-6CD6-20B35896557B}"/>
                </a:ext>
              </a:extLst>
            </p:cNvPr>
            <p:cNvGrpSpPr/>
            <p:nvPr/>
          </p:nvGrpSpPr>
          <p:grpSpPr>
            <a:xfrm>
              <a:off x="3577804" y="4308845"/>
              <a:ext cx="227514" cy="95994"/>
              <a:chOff x="3577804" y="4308845"/>
              <a:chExt cx="227514" cy="95994"/>
            </a:xfrm>
            <a:solidFill>
              <a:srgbClr val="000000"/>
            </a:solidFill>
          </p:grpSpPr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6D094EBC-1CF1-848B-2AFA-C99BEA979E29}"/>
                  </a:ext>
                </a:extLst>
              </p:cNvPr>
              <p:cNvSpPr/>
              <p:nvPr/>
            </p:nvSpPr>
            <p:spPr>
              <a:xfrm flipV="1">
                <a:off x="3577804" y="4310511"/>
                <a:ext cx="67395" cy="92524"/>
              </a:xfrm>
              <a:custGeom>
                <a:avLst/>
                <a:gdLst>
                  <a:gd name="connsiteX0" fmla="*/ 39767 w 67395"/>
                  <a:gd name="connsiteY0" fmla="*/ 79531 h 92524"/>
                  <a:gd name="connsiteX1" fmla="*/ 8171 w 67395"/>
                  <a:gd name="connsiteY1" fmla="*/ 30136 h 92524"/>
                  <a:gd name="connsiteX2" fmla="*/ 39767 w 67395"/>
                  <a:gd name="connsiteY2" fmla="*/ 30136 h 92524"/>
                  <a:gd name="connsiteX3" fmla="*/ 39767 w 67395"/>
                  <a:gd name="connsiteY3" fmla="*/ 79531 h 92524"/>
                  <a:gd name="connsiteX4" fmla="*/ 36477 w 67395"/>
                  <a:gd name="connsiteY4" fmla="*/ 90437 h 92524"/>
                  <a:gd name="connsiteX5" fmla="*/ 52216 w 67395"/>
                  <a:gd name="connsiteY5" fmla="*/ 90437 h 92524"/>
                  <a:gd name="connsiteX6" fmla="*/ 52216 w 67395"/>
                  <a:gd name="connsiteY6" fmla="*/ 30136 h 92524"/>
                  <a:gd name="connsiteX7" fmla="*/ 65417 w 67395"/>
                  <a:gd name="connsiteY7" fmla="*/ 30136 h 92524"/>
                  <a:gd name="connsiteX8" fmla="*/ 65417 w 67395"/>
                  <a:gd name="connsiteY8" fmla="*/ 19725 h 92524"/>
                  <a:gd name="connsiteX9" fmla="*/ 52216 w 67395"/>
                  <a:gd name="connsiteY9" fmla="*/ 19725 h 92524"/>
                  <a:gd name="connsiteX10" fmla="*/ 52216 w 67395"/>
                  <a:gd name="connsiteY10" fmla="*/ -2087 h 92524"/>
                  <a:gd name="connsiteX11" fmla="*/ 39767 w 67395"/>
                  <a:gd name="connsiteY11" fmla="*/ -2087 h 92524"/>
                  <a:gd name="connsiteX12" fmla="*/ 39767 w 67395"/>
                  <a:gd name="connsiteY12" fmla="*/ 19725 h 92524"/>
                  <a:gd name="connsiteX13" fmla="*/ -1978 w 67395"/>
                  <a:gd name="connsiteY13" fmla="*/ 19725 h 92524"/>
                  <a:gd name="connsiteX14" fmla="*/ -1978 w 67395"/>
                  <a:gd name="connsiteY14" fmla="*/ 31802 h 92524"/>
                  <a:gd name="connsiteX15" fmla="*/ 36477 w 67395"/>
                  <a:gd name="connsiteY15" fmla="*/ 90437 h 9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7395" h="92524">
                    <a:moveTo>
                      <a:pt x="39767" y="79531"/>
                    </a:moveTo>
                    <a:lnTo>
                      <a:pt x="8171" y="30136"/>
                    </a:lnTo>
                    <a:lnTo>
                      <a:pt x="39767" y="30136"/>
                    </a:lnTo>
                    <a:lnTo>
                      <a:pt x="39767" y="79531"/>
                    </a:lnTo>
                    <a:close/>
                    <a:moveTo>
                      <a:pt x="36477" y="90437"/>
                    </a:moveTo>
                    <a:lnTo>
                      <a:pt x="52216" y="90437"/>
                    </a:lnTo>
                    <a:lnTo>
                      <a:pt x="52216" y="30136"/>
                    </a:lnTo>
                    <a:lnTo>
                      <a:pt x="65417" y="30136"/>
                    </a:lnTo>
                    <a:lnTo>
                      <a:pt x="65417" y="19725"/>
                    </a:lnTo>
                    <a:lnTo>
                      <a:pt x="52216" y="19725"/>
                    </a:lnTo>
                    <a:lnTo>
                      <a:pt x="52216" y="-2087"/>
                    </a:lnTo>
                    <a:lnTo>
                      <a:pt x="39767" y="-2087"/>
                    </a:lnTo>
                    <a:lnTo>
                      <a:pt x="39767" y="19725"/>
                    </a:lnTo>
                    <a:lnTo>
                      <a:pt x="-1978" y="19725"/>
                    </a:lnTo>
                    <a:lnTo>
                      <a:pt x="-1978" y="31802"/>
                    </a:lnTo>
                    <a:lnTo>
                      <a:pt x="36477" y="90437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2BF80FD7-BE15-1BA5-EB21-E2DC97E45E89}"/>
                  </a:ext>
                </a:extLst>
              </p:cNvPr>
              <p:cNvSpPr/>
              <p:nvPr/>
            </p:nvSpPr>
            <p:spPr>
              <a:xfrm flipV="1">
                <a:off x="3660916" y="4308845"/>
                <a:ext cx="63431" cy="95994"/>
              </a:xfrm>
              <a:custGeom>
                <a:avLst/>
                <a:gdLst>
                  <a:gd name="connsiteX0" fmla="*/ 29723 w 63431"/>
                  <a:gd name="connsiteY0" fmla="*/ 43663 h 95994"/>
                  <a:gd name="connsiteX1" fmla="*/ 15688 w 63431"/>
                  <a:gd name="connsiteY1" fmla="*/ 38884 h 95994"/>
                  <a:gd name="connsiteX2" fmla="*/ 10594 w 63431"/>
                  <a:gd name="connsiteY2" fmla="*/ 25757 h 95994"/>
                  <a:gd name="connsiteX3" fmla="*/ 15688 w 63431"/>
                  <a:gd name="connsiteY3" fmla="*/ 12610 h 95994"/>
                  <a:gd name="connsiteX4" fmla="*/ 29723 w 63431"/>
                  <a:gd name="connsiteY4" fmla="*/ 7831 h 95994"/>
                  <a:gd name="connsiteX5" fmla="*/ 43777 w 63431"/>
                  <a:gd name="connsiteY5" fmla="*/ 12630 h 95994"/>
                  <a:gd name="connsiteX6" fmla="*/ 48930 w 63431"/>
                  <a:gd name="connsiteY6" fmla="*/ 25757 h 95994"/>
                  <a:gd name="connsiteX7" fmla="*/ 43816 w 63431"/>
                  <a:gd name="connsiteY7" fmla="*/ 38884 h 95994"/>
                  <a:gd name="connsiteX8" fmla="*/ 29723 w 63431"/>
                  <a:gd name="connsiteY8" fmla="*/ 43663 h 95994"/>
                  <a:gd name="connsiteX9" fmla="*/ 17215 w 63431"/>
                  <a:gd name="connsiteY9" fmla="*/ 48977 h 95994"/>
                  <a:gd name="connsiteX10" fmla="*/ 4667 w 63431"/>
                  <a:gd name="connsiteY10" fmla="*/ 56473 h 95994"/>
                  <a:gd name="connsiteX11" fmla="*/ 187 w 63431"/>
                  <a:gd name="connsiteY11" fmla="*/ 69937 h 95994"/>
                  <a:gd name="connsiteX12" fmla="*/ 8077 w 63431"/>
                  <a:gd name="connsiteY12" fmla="*/ 87466 h 95994"/>
                  <a:gd name="connsiteX13" fmla="*/ 29723 w 63431"/>
                  <a:gd name="connsiteY13" fmla="*/ 93911 h 95994"/>
                  <a:gd name="connsiteX14" fmla="*/ 51408 w 63431"/>
                  <a:gd name="connsiteY14" fmla="*/ 87466 h 95994"/>
                  <a:gd name="connsiteX15" fmla="*/ 59278 w 63431"/>
                  <a:gd name="connsiteY15" fmla="*/ 69937 h 95994"/>
                  <a:gd name="connsiteX16" fmla="*/ 54778 w 63431"/>
                  <a:gd name="connsiteY16" fmla="*/ 56473 h 95994"/>
                  <a:gd name="connsiteX17" fmla="*/ 42310 w 63431"/>
                  <a:gd name="connsiteY17" fmla="*/ 48977 h 95994"/>
                  <a:gd name="connsiteX18" fmla="*/ 56384 w 63431"/>
                  <a:gd name="connsiteY18" fmla="*/ 40728 h 95994"/>
                  <a:gd name="connsiteX19" fmla="*/ 61438 w 63431"/>
                  <a:gd name="connsiteY19" fmla="*/ 25757 h 95994"/>
                  <a:gd name="connsiteX20" fmla="*/ 53232 w 63431"/>
                  <a:gd name="connsiteY20" fmla="*/ 5095 h 95994"/>
                  <a:gd name="connsiteX21" fmla="*/ 29723 w 63431"/>
                  <a:gd name="connsiteY21" fmla="*/ -2083 h 95994"/>
                  <a:gd name="connsiteX22" fmla="*/ 6213 w 63431"/>
                  <a:gd name="connsiteY22" fmla="*/ 5095 h 95994"/>
                  <a:gd name="connsiteX23" fmla="*/ -1993 w 63431"/>
                  <a:gd name="connsiteY23" fmla="*/ 25757 h 95994"/>
                  <a:gd name="connsiteX24" fmla="*/ 3082 w 63431"/>
                  <a:gd name="connsiteY24" fmla="*/ 40728 h 95994"/>
                  <a:gd name="connsiteX25" fmla="*/ 17215 w 63431"/>
                  <a:gd name="connsiteY25" fmla="*/ 48977 h 95994"/>
                  <a:gd name="connsiteX26" fmla="*/ 12636 w 63431"/>
                  <a:gd name="connsiteY26" fmla="*/ 68747 h 95994"/>
                  <a:gd name="connsiteX27" fmla="*/ 17116 w 63431"/>
                  <a:gd name="connsiteY27" fmla="*/ 57544 h 95994"/>
                  <a:gd name="connsiteX28" fmla="*/ 29723 w 63431"/>
                  <a:gd name="connsiteY28" fmla="*/ 53518 h 95994"/>
                  <a:gd name="connsiteX29" fmla="*/ 42330 w 63431"/>
                  <a:gd name="connsiteY29" fmla="*/ 57544 h 95994"/>
                  <a:gd name="connsiteX30" fmla="*/ 46889 w 63431"/>
                  <a:gd name="connsiteY30" fmla="*/ 68747 h 95994"/>
                  <a:gd name="connsiteX31" fmla="*/ 42330 w 63431"/>
                  <a:gd name="connsiteY31" fmla="*/ 79971 h 95994"/>
                  <a:gd name="connsiteX32" fmla="*/ 29723 w 63431"/>
                  <a:gd name="connsiteY32" fmla="*/ 83996 h 95994"/>
                  <a:gd name="connsiteX33" fmla="*/ 17116 w 63431"/>
                  <a:gd name="connsiteY33" fmla="*/ 79971 h 95994"/>
                  <a:gd name="connsiteX34" fmla="*/ 12636 w 63431"/>
                  <a:gd name="connsiteY34" fmla="*/ 68747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63431" h="95994">
                    <a:moveTo>
                      <a:pt x="29723" y="43663"/>
                    </a:moveTo>
                    <a:cubicBezTo>
                      <a:pt x="23776" y="43663"/>
                      <a:pt x="19098" y="42070"/>
                      <a:pt x="15688" y="38884"/>
                    </a:cubicBezTo>
                    <a:cubicBezTo>
                      <a:pt x="12292" y="35698"/>
                      <a:pt x="10594" y="31323"/>
                      <a:pt x="10594" y="25757"/>
                    </a:cubicBezTo>
                    <a:cubicBezTo>
                      <a:pt x="10594" y="20178"/>
                      <a:pt x="12292" y="15796"/>
                      <a:pt x="15688" y="12610"/>
                    </a:cubicBezTo>
                    <a:cubicBezTo>
                      <a:pt x="19098" y="9424"/>
                      <a:pt x="23776" y="7831"/>
                      <a:pt x="29723" y="7831"/>
                    </a:cubicBezTo>
                    <a:cubicBezTo>
                      <a:pt x="35669" y="7831"/>
                      <a:pt x="40354" y="9431"/>
                      <a:pt x="43777" y="12630"/>
                    </a:cubicBezTo>
                    <a:cubicBezTo>
                      <a:pt x="47212" y="15842"/>
                      <a:pt x="48930" y="20218"/>
                      <a:pt x="48930" y="25757"/>
                    </a:cubicBezTo>
                    <a:cubicBezTo>
                      <a:pt x="48930" y="31323"/>
                      <a:pt x="47226" y="35698"/>
                      <a:pt x="43816" y="38884"/>
                    </a:cubicBezTo>
                    <a:cubicBezTo>
                      <a:pt x="40420" y="42070"/>
                      <a:pt x="35722" y="43663"/>
                      <a:pt x="29723" y="43663"/>
                    </a:cubicBezTo>
                    <a:close/>
                    <a:moveTo>
                      <a:pt x="17215" y="48977"/>
                    </a:moveTo>
                    <a:cubicBezTo>
                      <a:pt x="11850" y="50299"/>
                      <a:pt x="7667" y="52798"/>
                      <a:pt x="4667" y="56473"/>
                    </a:cubicBezTo>
                    <a:cubicBezTo>
                      <a:pt x="1681" y="60161"/>
                      <a:pt x="187" y="64649"/>
                      <a:pt x="187" y="69937"/>
                    </a:cubicBezTo>
                    <a:cubicBezTo>
                      <a:pt x="187" y="77327"/>
                      <a:pt x="2817" y="83170"/>
                      <a:pt x="8077" y="87466"/>
                    </a:cubicBezTo>
                    <a:cubicBezTo>
                      <a:pt x="13349" y="91763"/>
                      <a:pt x="20565" y="93911"/>
                      <a:pt x="29723" y="93911"/>
                    </a:cubicBezTo>
                    <a:cubicBezTo>
                      <a:pt x="38933" y="93911"/>
                      <a:pt x="46162" y="91763"/>
                      <a:pt x="51408" y="87466"/>
                    </a:cubicBezTo>
                    <a:cubicBezTo>
                      <a:pt x="56654" y="83170"/>
                      <a:pt x="59278" y="77327"/>
                      <a:pt x="59278" y="69937"/>
                    </a:cubicBezTo>
                    <a:cubicBezTo>
                      <a:pt x="59278" y="64649"/>
                      <a:pt x="57778" y="60161"/>
                      <a:pt x="54778" y="56473"/>
                    </a:cubicBezTo>
                    <a:cubicBezTo>
                      <a:pt x="51791" y="52798"/>
                      <a:pt x="47635" y="50299"/>
                      <a:pt x="42310" y="48977"/>
                    </a:cubicBezTo>
                    <a:cubicBezTo>
                      <a:pt x="48336" y="47576"/>
                      <a:pt x="53027" y="44826"/>
                      <a:pt x="56384" y="40728"/>
                    </a:cubicBezTo>
                    <a:cubicBezTo>
                      <a:pt x="59753" y="36643"/>
                      <a:pt x="61438" y="31653"/>
                      <a:pt x="61438" y="25757"/>
                    </a:cubicBezTo>
                    <a:cubicBezTo>
                      <a:pt x="61438" y="16781"/>
                      <a:pt x="58703" y="9894"/>
                      <a:pt x="53232" y="5095"/>
                    </a:cubicBezTo>
                    <a:cubicBezTo>
                      <a:pt x="47761" y="309"/>
                      <a:pt x="39924" y="-2083"/>
                      <a:pt x="29723" y="-2083"/>
                    </a:cubicBezTo>
                    <a:cubicBezTo>
                      <a:pt x="19534" y="-2083"/>
                      <a:pt x="11698" y="309"/>
                      <a:pt x="6213" y="5095"/>
                    </a:cubicBezTo>
                    <a:cubicBezTo>
                      <a:pt x="743" y="9894"/>
                      <a:pt x="-1993" y="16781"/>
                      <a:pt x="-1993" y="25757"/>
                    </a:cubicBezTo>
                    <a:cubicBezTo>
                      <a:pt x="-1993" y="31653"/>
                      <a:pt x="-301" y="36643"/>
                      <a:pt x="3082" y="40728"/>
                    </a:cubicBezTo>
                    <a:cubicBezTo>
                      <a:pt x="6478" y="44826"/>
                      <a:pt x="11189" y="47576"/>
                      <a:pt x="17215" y="48977"/>
                    </a:cubicBezTo>
                    <a:close/>
                    <a:moveTo>
                      <a:pt x="12636" y="68747"/>
                    </a:moveTo>
                    <a:cubicBezTo>
                      <a:pt x="12636" y="63962"/>
                      <a:pt x="14129" y="60227"/>
                      <a:pt x="17116" y="57544"/>
                    </a:cubicBezTo>
                    <a:cubicBezTo>
                      <a:pt x="20115" y="54860"/>
                      <a:pt x="24318" y="53518"/>
                      <a:pt x="29723" y="53518"/>
                    </a:cubicBezTo>
                    <a:cubicBezTo>
                      <a:pt x="35101" y="53518"/>
                      <a:pt x="39303" y="54860"/>
                      <a:pt x="42330" y="57544"/>
                    </a:cubicBezTo>
                    <a:cubicBezTo>
                      <a:pt x="45369" y="60227"/>
                      <a:pt x="46889" y="63962"/>
                      <a:pt x="46889" y="68747"/>
                    </a:cubicBezTo>
                    <a:cubicBezTo>
                      <a:pt x="46889" y="73546"/>
                      <a:pt x="45369" y="77287"/>
                      <a:pt x="42330" y="79971"/>
                    </a:cubicBezTo>
                    <a:cubicBezTo>
                      <a:pt x="39303" y="82654"/>
                      <a:pt x="35101" y="83996"/>
                      <a:pt x="29723" y="83996"/>
                    </a:cubicBezTo>
                    <a:cubicBezTo>
                      <a:pt x="24318" y="83996"/>
                      <a:pt x="20115" y="82654"/>
                      <a:pt x="17116" y="79971"/>
                    </a:cubicBezTo>
                    <a:cubicBezTo>
                      <a:pt x="14129" y="77287"/>
                      <a:pt x="12636" y="73546"/>
                      <a:pt x="12636" y="687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407372C0-A6FF-AC21-5A15-DA74178230C6}"/>
                  </a:ext>
                </a:extLst>
              </p:cNvPr>
              <p:cNvSpPr/>
              <p:nvPr/>
            </p:nvSpPr>
            <p:spPr>
              <a:xfrm flipV="1">
                <a:off x="3741391" y="4308845"/>
                <a:ext cx="63926" cy="95994"/>
              </a:xfrm>
              <a:custGeom>
                <a:avLst/>
                <a:gdLst>
                  <a:gd name="connsiteX0" fmla="*/ 29966 w 63926"/>
                  <a:gd name="connsiteY0" fmla="*/ 83996 h 95994"/>
                  <a:gd name="connsiteX1" fmla="*/ 15437 w 63926"/>
                  <a:gd name="connsiteY1" fmla="*/ 74478 h 95994"/>
                  <a:gd name="connsiteX2" fmla="*/ 10580 w 63926"/>
                  <a:gd name="connsiteY2" fmla="*/ 45884 h 95994"/>
                  <a:gd name="connsiteX3" fmla="*/ 15437 w 63926"/>
                  <a:gd name="connsiteY3" fmla="*/ 17349 h 95994"/>
                  <a:gd name="connsiteX4" fmla="*/ 29966 w 63926"/>
                  <a:gd name="connsiteY4" fmla="*/ 7831 h 95994"/>
                  <a:gd name="connsiteX5" fmla="*/ 44556 w 63926"/>
                  <a:gd name="connsiteY5" fmla="*/ 17349 h 95994"/>
                  <a:gd name="connsiteX6" fmla="*/ 49432 w 63926"/>
                  <a:gd name="connsiteY6" fmla="*/ 45884 h 95994"/>
                  <a:gd name="connsiteX7" fmla="*/ 44556 w 63926"/>
                  <a:gd name="connsiteY7" fmla="*/ 74478 h 95994"/>
                  <a:gd name="connsiteX8" fmla="*/ 29966 w 63926"/>
                  <a:gd name="connsiteY8" fmla="*/ 83996 h 95994"/>
                  <a:gd name="connsiteX9" fmla="*/ 29966 w 63926"/>
                  <a:gd name="connsiteY9" fmla="*/ 93911 h 95994"/>
                  <a:gd name="connsiteX10" fmla="*/ 53733 w 63926"/>
                  <a:gd name="connsiteY10" fmla="*/ 81597 h 95994"/>
                  <a:gd name="connsiteX11" fmla="*/ 61940 w 63926"/>
                  <a:gd name="connsiteY11" fmla="*/ 45884 h 95994"/>
                  <a:gd name="connsiteX12" fmla="*/ 53733 w 63926"/>
                  <a:gd name="connsiteY12" fmla="*/ 10211 h 95994"/>
                  <a:gd name="connsiteX13" fmla="*/ 29966 w 63926"/>
                  <a:gd name="connsiteY13" fmla="*/ -2083 h 95994"/>
                  <a:gd name="connsiteX14" fmla="*/ 6219 w 63926"/>
                  <a:gd name="connsiteY14" fmla="*/ 10211 h 95994"/>
                  <a:gd name="connsiteX15" fmla="*/ -1987 w 63926"/>
                  <a:gd name="connsiteY15" fmla="*/ 45884 h 95994"/>
                  <a:gd name="connsiteX16" fmla="*/ 6219 w 63926"/>
                  <a:gd name="connsiteY16" fmla="*/ 81597 h 95994"/>
                  <a:gd name="connsiteX17" fmla="*/ 29966 w 63926"/>
                  <a:gd name="connsiteY17" fmla="*/ 93911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996"/>
                    </a:moveTo>
                    <a:cubicBezTo>
                      <a:pt x="23531" y="83996"/>
                      <a:pt x="18688" y="80823"/>
                      <a:pt x="15437" y="74478"/>
                    </a:cubicBezTo>
                    <a:cubicBezTo>
                      <a:pt x="12199" y="68146"/>
                      <a:pt x="10580" y="58614"/>
                      <a:pt x="10580" y="45884"/>
                    </a:cubicBezTo>
                    <a:cubicBezTo>
                      <a:pt x="10580" y="33206"/>
                      <a:pt x="12199" y="23695"/>
                      <a:pt x="15437" y="17349"/>
                    </a:cubicBezTo>
                    <a:cubicBezTo>
                      <a:pt x="18688" y="11004"/>
                      <a:pt x="23531" y="7831"/>
                      <a:pt x="29966" y="7831"/>
                    </a:cubicBezTo>
                    <a:cubicBezTo>
                      <a:pt x="36455" y="7831"/>
                      <a:pt x="41318" y="11004"/>
                      <a:pt x="44556" y="17349"/>
                    </a:cubicBezTo>
                    <a:cubicBezTo>
                      <a:pt x="47806" y="23695"/>
                      <a:pt x="49432" y="33206"/>
                      <a:pt x="49432" y="45884"/>
                    </a:cubicBezTo>
                    <a:cubicBezTo>
                      <a:pt x="49432" y="58614"/>
                      <a:pt x="47806" y="68146"/>
                      <a:pt x="44556" y="74478"/>
                    </a:cubicBezTo>
                    <a:cubicBezTo>
                      <a:pt x="41318" y="80823"/>
                      <a:pt x="36455" y="83996"/>
                      <a:pt x="29966" y="83996"/>
                    </a:cubicBezTo>
                    <a:close/>
                    <a:moveTo>
                      <a:pt x="29966" y="93911"/>
                    </a:moveTo>
                    <a:cubicBezTo>
                      <a:pt x="40340" y="93911"/>
                      <a:pt x="48262" y="89806"/>
                      <a:pt x="53733" y="81597"/>
                    </a:cubicBezTo>
                    <a:cubicBezTo>
                      <a:pt x="59204" y="73401"/>
                      <a:pt x="61940" y="61496"/>
                      <a:pt x="61940" y="45884"/>
                    </a:cubicBezTo>
                    <a:cubicBezTo>
                      <a:pt x="61940" y="30311"/>
                      <a:pt x="59204" y="18420"/>
                      <a:pt x="53733" y="10211"/>
                    </a:cubicBezTo>
                    <a:cubicBezTo>
                      <a:pt x="48262" y="2015"/>
                      <a:pt x="40340" y="-2083"/>
                      <a:pt x="29966" y="-2083"/>
                    </a:cubicBezTo>
                    <a:cubicBezTo>
                      <a:pt x="19606" y="-2083"/>
                      <a:pt x="11690" y="2015"/>
                      <a:pt x="6219" y="10211"/>
                    </a:cubicBezTo>
                    <a:cubicBezTo>
                      <a:pt x="748" y="18420"/>
                      <a:pt x="-1987" y="30311"/>
                      <a:pt x="-1987" y="45884"/>
                    </a:cubicBezTo>
                    <a:cubicBezTo>
                      <a:pt x="-1987" y="61496"/>
                      <a:pt x="748" y="73401"/>
                      <a:pt x="6219" y="81597"/>
                    </a:cubicBezTo>
                    <a:cubicBezTo>
                      <a:pt x="11690" y="89806"/>
                      <a:pt x="19606" y="93911"/>
                      <a:pt x="29966" y="939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57" name="Graphic 2">
              <a:extLst>
                <a:ext uri="{FF2B5EF4-FFF2-40B4-BE49-F238E27FC236}">
                  <a16:creationId xmlns:a16="http://schemas.microsoft.com/office/drawing/2014/main" id="{A0FF09BF-0440-58D1-6F41-2CD3C69DCAFD}"/>
                </a:ext>
              </a:extLst>
            </p:cNvPr>
            <p:cNvGrpSpPr/>
            <p:nvPr/>
          </p:nvGrpSpPr>
          <p:grpSpPr>
            <a:xfrm>
              <a:off x="3577804" y="3855631"/>
              <a:ext cx="227514" cy="95994"/>
              <a:chOff x="3577804" y="3855631"/>
              <a:chExt cx="227514" cy="95994"/>
            </a:xfrm>
            <a:solidFill>
              <a:srgbClr val="000000"/>
            </a:solidFill>
          </p:grpSpPr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41016254-2413-7B85-DD4A-22BA45366094}"/>
                  </a:ext>
                </a:extLst>
              </p:cNvPr>
              <p:cNvSpPr/>
              <p:nvPr/>
            </p:nvSpPr>
            <p:spPr>
              <a:xfrm flipV="1">
                <a:off x="3577804" y="3857296"/>
                <a:ext cx="67395" cy="92524"/>
              </a:xfrm>
              <a:custGeom>
                <a:avLst/>
                <a:gdLst>
                  <a:gd name="connsiteX0" fmla="*/ 39767 w 67395"/>
                  <a:gd name="connsiteY0" fmla="*/ 79495 h 92524"/>
                  <a:gd name="connsiteX1" fmla="*/ 8171 w 67395"/>
                  <a:gd name="connsiteY1" fmla="*/ 30100 h 92524"/>
                  <a:gd name="connsiteX2" fmla="*/ 39767 w 67395"/>
                  <a:gd name="connsiteY2" fmla="*/ 30100 h 92524"/>
                  <a:gd name="connsiteX3" fmla="*/ 39767 w 67395"/>
                  <a:gd name="connsiteY3" fmla="*/ 79495 h 92524"/>
                  <a:gd name="connsiteX4" fmla="*/ 36477 w 67395"/>
                  <a:gd name="connsiteY4" fmla="*/ 90401 h 92524"/>
                  <a:gd name="connsiteX5" fmla="*/ 52216 w 67395"/>
                  <a:gd name="connsiteY5" fmla="*/ 90401 h 92524"/>
                  <a:gd name="connsiteX6" fmla="*/ 52216 w 67395"/>
                  <a:gd name="connsiteY6" fmla="*/ 30100 h 92524"/>
                  <a:gd name="connsiteX7" fmla="*/ 65417 w 67395"/>
                  <a:gd name="connsiteY7" fmla="*/ 30100 h 92524"/>
                  <a:gd name="connsiteX8" fmla="*/ 65417 w 67395"/>
                  <a:gd name="connsiteY8" fmla="*/ 19690 h 92524"/>
                  <a:gd name="connsiteX9" fmla="*/ 52216 w 67395"/>
                  <a:gd name="connsiteY9" fmla="*/ 19690 h 92524"/>
                  <a:gd name="connsiteX10" fmla="*/ 52216 w 67395"/>
                  <a:gd name="connsiteY10" fmla="*/ -2123 h 92524"/>
                  <a:gd name="connsiteX11" fmla="*/ 39767 w 67395"/>
                  <a:gd name="connsiteY11" fmla="*/ -2123 h 92524"/>
                  <a:gd name="connsiteX12" fmla="*/ 39767 w 67395"/>
                  <a:gd name="connsiteY12" fmla="*/ 19690 h 92524"/>
                  <a:gd name="connsiteX13" fmla="*/ -1978 w 67395"/>
                  <a:gd name="connsiteY13" fmla="*/ 19690 h 92524"/>
                  <a:gd name="connsiteX14" fmla="*/ -1978 w 67395"/>
                  <a:gd name="connsiteY14" fmla="*/ 31766 h 92524"/>
                  <a:gd name="connsiteX15" fmla="*/ 36477 w 67395"/>
                  <a:gd name="connsiteY15" fmla="*/ 90401 h 9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7395" h="92524">
                    <a:moveTo>
                      <a:pt x="39767" y="79495"/>
                    </a:moveTo>
                    <a:lnTo>
                      <a:pt x="8171" y="30100"/>
                    </a:lnTo>
                    <a:lnTo>
                      <a:pt x="39767" y="30100"/>
                    </a:lnTo>
                    <a:lnTo>
                      <a:pt x="39767" y="79495"/>
                    </a:lnTo>
                    <a:close/>
                    <a:moveTo>
                      <a:pt x="36477" y="90401"/>
                    </a:moveTo>
                    <a:lnTo>
                      <a:pt x="52216" y="90401"/>
                    </a:lnTo>
                    <a:lnTo>
                      <a:pt x="52216" y="30100"/>
                    </a:lnTo>
                    <a:lnTo>
                      <a:pt x="65417" y="30100"/>
                    </a:lnTo>
                    <a:lnTo>
                      <a:pt x="65417" y="19690"/>
                    </a:lnTo>
                    <a:lnTo>
                      <a:pt x="52216" y="19690"/>
                    </a:lnTo>
                    <a:lnTo>
                      <a:pt x="52216" y="-2123"/>
                    </a:lnTo>
                    <a:lnTo>
                      <a:pt x="39767" y="-2123"/>
                    </a:lnTo>
                    <a:lnTo>
                      <a:pt x="39767" y="19690"/>
                    </a:lnTo>
                    <a:lnTo>
                      <a:pt x="-1978" y="19690"/>
                    </a:lnTo>
                    <a:lnTo>
                      <a:pt x="-1978" y="31766"/>
                    </a:lnTo>
                    <a:lnTo>
                      <a:pt x="36477" y="90401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418708B8-E20F-CE95-CFAC-3F962035D6F4}"/>
                  </a:ext>
                </a:extLst>
              </p:cNvPr>
              <p:cNvSpPr/>
              <p:nvPr/>
            </p:nvSpPr>
            <p:spPr>
              <a:xfrm flipV="1">
                <a:off x="3660301" y="3855631"/>
                <a:ext cx="63807" cy="95994"/>
              </a:xfrm>
              <a:custGeom>
                <a:avLst/>
                <a:gdLst>
                  <a:gd name="connsiteX0" fmla="*/ 3975 w 63807"/>
                  <a:gd name="connsiteY0" fmla="*/ 1609 h 95994"/>
                  <a:gd name="connsiteX1" fmla="*/ 3975 w 63807"/>
                  <a:gd name="connsiteY1" fmla="*/ 13011 h 95994"/>
                  <a:gd name="connsiteX2" fmla="*/ 13510 w 63807"/>
                  <a:gd name="connsiteY2" fmla="*/ 9600 h 95994"/>
                  <a:gd name="connsiteX3" fmla="*/ 23005 w 63807"/>
                  <a:gd name="connsiteY3" fmla="*/ 8430 h 95994"/>
                  <a:gd name="connsiteX4" fmla="*/ 41915 w 63807"/>
                  <a:gd name="connsiteY4" fmla="*/ 16759 h 95994"/>
                  <a:gd name="connsiteX5" fmla="*/ 49388 w 63807"/>
                  <a:gd name="connsiteY5" fmla="*/ 42081 h 95994"/>
                  <a:gd name="connsiteX6" fmla="*/ 40270 w 63807"/>
                  <a:gd name="connsiteY6" fmla="*/ 33891 h 95994"/>
                  <a:gd name="connsiteX7" fmla="*/ 28079 w 63807"/>
                  <a:gd name="connsiteY7" fmla="*/ 31036 h 95994"/>
                  <a:gd name="connsiteX8" fmla="*/ 6116 w 63807"/>
                  <a:gd name="connsiteY8" fmla="*/ 39424 h 95994"/>
                  <a:gd name="connsiteX9" fmla="*/ -1971 w 63807"/>
                  <a:gd name="connsiteY9" fmla="*/ 62406 h 95994"/>
                  <a:gd name="connsiteX10" fmla="*/ 6453 w 63807"/>
                  <a:gd name="connsiteY10" fmla="*/ 85249 h 95994"/>
                  <a:gd name="connsiteX11" fmla="*/ 28872 w 63807"/>
                  <a:gd name="connsiteY11" fmla="*/ 93875 h 95994"/>
                  <a:gd name="connsiteX12" fmla="*/ 53372 w 63807"/>
                  <a:gd name="connsiteY12" fmla="*/ 81561 h 95994"/>
                  <a:gd name="connsiteX13" fmla="*/ 61836 w 63807"/>
                  <a:gd name="connsiteY13" fmla="*/ 45848 h 95994"/>
                  <a:gd name="connsiteX14" fmla="*/ 51449 w 63807"/>
                  <a:gd name="connsiteY14" fmla="*/ 10929 h 95994"/>
                  <a:gd name="connsiteX15" fmla="*/ 23560 w 63807"/>
                  <a:gd name="connsiteY15" fmla="*/ -2119 h 95994"/>
                  <a:gd name="connsiteX16" fmla="*/ 14005 w 63807"/>
                  <a:gd name="connsiteY16" fmla="*/ -1187 h 95994"/>
                  <a:gd name="connsiteX17" fmla="*/ 3975 w 63807"/>
                  <a:gd name="connsiteY17" fmla="*/ 1609 h 95994"/>
                  <a:gd name="connsiteX18" fmla="*/ 28872 w 63807"/>
                  <a:gd name="connsiteY18" fmla="*/ 40831 h 95994"/>
                  <a:gd name="connsiteX19" fmla="*/ 42212 w 63807"/>
                  <a:gd name="connsiteY19" fmla="*/ 46582 h 95994"/>
                  <a:gd name="connsiteX20" fmla="*/ 47148 w 63807"/>
                  <a:gd name="connsiteY20" fmla="*/ 62406 h 95994"/>
                  <a:gd name="connsiteX21" fmla="*/ 42212 w 63807"/>
                  <a:gd name="connsiteY21" fmla="*/ 78170 h 95994"/>
                  <a:gd name="connsiteX22" fmla="*/ 28872 w 63807"/>
                  <a:gd name="connsiteY22" fmla="*/ 83960 h 95994"/>
                  <a:gd name="connsiteX23" fmla="*/ 15532 w 63807"/>
                  <a:gd name="connsiteY23" fmla="*/ 78170 h 95994"/>
                  <a:gd name="connsiteX24" fmla="*/ 10616 w 63807"/>
                  <a:gd name="connsiteY24" fmla="*/ 62406 h 95994"/>
                  <a:gd name="connsiteX25" fmla="*/ 15532 w 63807"/>
                  <a:gd name="connsiteY25" fmla="*/ 46582 h 95994"/>
                  <a:gd name="connsiteX26" fmla="*/ 28872 w 63807"/>
                  <a:gd name="connsiteY26" fmla="*/ 40831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3807" h="95994">
                    <a:moveTo>
                      <a:pt x="3975" y="1609"/>
                    </a:moveTo>
                    <a:lnTo>
                      <a:pt x="3975" y="13011"/>
                    </a:lnTo>
                    <a:cubicBezTo>
                      <a:pt x="7120" y="11517"/>
                      <a:pt x="10298" y="10380"/>
                      <a:pt x="13510" y="9600"/>
                    </a:cubicBezTo>
                    <a:cubicBezTo>
                      <a:pt x="16734" y="8820"/>
                      <a:pt x="19899" y="8430"/>
                      <a:pt x="23005" y="8430"/>
                    </a:cubicBezTo>
                    <a:cubicBezTo>
                      <a:pt x="31264" y="8430"/>
                      <a:pt x="37567" y="11206"/>
                      <a:pt x="41915" y="16759"/>
                    </a:cubicBezTo>
                    <a:cubicBezTo>
                      <a:pt x="46276" y="22311"/>
                      <a:pt x="48767" y="30751"/>
                      <a:pt x="49388" y="42081"/>
                    </a:cubicBezTo>
                    <a:cubicBezTo>
                      <a:pt x="46996" y="38525"/>
                      <a:pt x="43957" y="35795"/>
                      <a:pt x="40270" y="33891"/>
                    </a:cubicBezTo>
                    <a:cubicBezTo>
                      <a:pt x="36596" y="31987"/>
                      <a:pt x="32532" y="31036"/>
                      <a:pt x="28079" y="31036"/>
                    </a:cubicBezTo>
                    <a:cubicBezTo>
                      <a:pt x="18829" y="31036"/>
                      <a:pt x="11508" y="33832"/>
                      <a:pt x="6116" y="39424"/>
                    </a:cubicBezTo>
                    <a:cubicBezTo>
                      <a:pt x="724" y="45029"/>
                      <a:pt x="-1971" y="52689"/>
                      <a:pt x="-1971" y="62406"/>
                    </a:cubicBezTo>
                    <a:cubicBezTo>
                      <a:pt x="-1971" y="71897"/>
                      <a:pt x="837" y="79512"/>
                      <a:pt x="6453" y="85249"/>
                    </a:cubicBezTo>
                    <a:cubicBezTo>
                      <a:pt x="12069" y="91000"/>
                      <a:pt x="19542" y="93875"/>
                      <a:pt x="28872" y="93875"/>
                    </a:cubicBezTo>
                    <a:cubicBezTo>
                      <a:pt x="39576" y="93875"/>
                      <a:pt x="47743" y="89770"/>
                      <a:pt x="53372" y="81561"/>
                    </a:cubicBezTo>
                    <a:cubicBezTo>
                      <a:pt x="59015" y="73365"/>
                      <a:pt x="61836" y="61461"/>
                      <a:pt x="61836" y="45848"/>
                    </a:cubicBezTo>
                    <a:cubicBezTo>
                      <a:pt x="61836" y="31267"/>
                      <a:pt x="58374" y="19627"/>
                      <a:pt x="51449" y="10929"/>
                    </a:cubicBezTo>
                    <a:cubicBezTo>
                      <a:pt x="44538" y="2230"/>
                      <a:pt x="35241" y="-2119"/>
                      <a:pt x="23560" y="-2119"/>
                    </a:cubicBezTo>
                    <a:cubicBezTo>
                      <a:pt x="20414" y="-2119"/>
                      <a:pt x="17230" y="-1808"/>
                      <a:pt x="14005" y="-1187"/>
                    </a:cubicBezTo>
                    <a:cubicBezTo>
                      <a:pt x="10794" y="-566"/>
                      <a:pt x="7451" y="366"/>
                      <a:pt x="3975" y="1609"/>
                    </a:cubicBezTo>
                    <a:close/>
                    <a:moveTo>
                      <a:pt x="28872" y="40831"/>
                    </a:moveTo>
                    <a:cubicBezTo>
                      <a:pt x="34488" y="40831"/>
                      <a:pt x="38935" y="42748"/>
                      <a:pt x="42212" y="46582"/>
                    </a:cubicBezTo>
                    <a:cubicBezTo>
                      <a:pt x="45503" y="50429"/>
                      <a:pt x="47148" y="55703"/>
                      <a:pt x="47148" y="62406"/>
                    </a:cubicBezTo>
                    <a:cubicBezTo>
                      <a:pt x="47148" y="69055"/>
                      <a:pt x="45503" y="74310"/>
                      <a:pt x="42212" y="78170"/>
                    </a:cubicBezTo>
                    <a:cubicBezTo>
                      <a:pt x="38935" y="82030"/>
                      <a:pt x="34488" y="83960"/>
                      <a:pt x="28872" y="83960"/>
                    </a:cubicBezTo>
                    <a:cubicBezTo>
                      <a:pt x="23256" y="83960"/>
                      <a:pt x="18809" y="82030"/>
                      <a:pt x="15532" y="78170"/>
                    </a:cubicBezTo>
                    <a:cubicBezTo>
                      <a:pt x="12254" y="74310"/>
                      <a:pt x="10616" y="69055"/>
                      <a:pt x="10616" y="62406"/>
                    </a:cubicBezTo>
                    <a:cubicBezTo>
                      <a:pt x="10616" y="55703"/>
                      <a:pt x="12254" y="50429"/>
                      <a:pt x="15532" y="46582"/>
                    </a:cubicBezTo>
                    <a:cubicBezTo>
                      <a:pt x="18809" y="42748"/>
                      <a:pt x="23256" y="40831"/>
                      <a:pt x="28872" y="408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9E085A34-909C-88CB-5AF6-ECBCC2A9787A}"/>
                  </a:ext>
                </a:extLst>
              </p:cNvPr>
              <p:cNvSpPr/>
              <p:nvPr/>
            </p:nvSpPr>
            <p:spPr>
              <a:xfrm flipV="1">
                <a:off x="3741391" y="3855631"/>
                <a:ext cx="63926" cy="95994"/>
              </a:xfrm>
              <a:custGeom>
                <a:avLst/>
                <a:gdLst>
                  <a:gd name="connsiteX0" fmla="*/ 29966 w 63926"/>
                  <a:gd name="connsiteY0" fmla="*/ 83960 h 95994"/>
                  <a:gd name="connsiteX1" fmla="*/ 15437 w 63926"/>
                  <a:gd name="connsiteY1" fmla="*/ 74442 h 95994"/>
                  <a:gd name="connsiteX2" fmla="*/ 10580 w 63926"/>
                  <a:gd name="connsiteY2" fmla="*/ 45848 h 95994"/>
                  <a:gd name="connsiteX3" fmla="*/ 15437 w 63926"/>
                  <a:gd name="connsiteY3" fmla="*/ 17314 h 95994"/>
                  <a:gd name="connsiteX4" fmla="*/ 29966 w 63926"/>
                  <a:gd name="connsiteY4" fmla="*/ 7796 h 95994"/>
                  <a:gd name="connsiteX5" fmla="*/ 44556 w 63926"/>
                  <a:gd name="connsiteY5" fmla="*/ 17314 h 95994"/>
                  <a:gd name="connsiteX6" fmla="*/ 49432 w 63926"/>
                  <a:gd name="connsiteY6" fmla="*/ 45848 h 95994"/>
                  <a:gd name="connsiteX7" fmla="*/ 44556 w 63926"/>
                  <a:gd name="connsiteY7" fmla="*/ 74442 h 95994"/>
                  <a:gd name="connsiteX8" fmla="*/ 29966 w 63926"/>
                  <a:gd name="connsiteY8" fmla="*/ 83960 h 95994"/>
                  <a:gd name="connsiteX9" fmla="*/ 29966 w 63926"/>
                  <a:gd name="connsiteY9" fmla="*/ 93875 h 95994"/>
                  <a:gd name="connsiteX10" fmla="*/ 53733 w 63926"/>
                  <a:gd name="connsiteY10" fmla="*/ 81561 h 95994"/>
                  <a:gd name="connsiteX11" fmla="*/ 61940 w 63926"/>
                  <a:gd name="connsiteY11" fmla="*/ 45848 h 95994"/>
                  <a:gd name="connsiteX12" fmla="*/ 53733 w 63926"/>
                  <a:gd name="connsiteY12" fmla="*/ 10175 h 95994"/>
                  <a:gd name="connsiteX13" fmla="*/ 29966 w 63926"/>
                  <a:gd name="connsiteY13" fmla="*/ -2119 h 95994"/>
                  <a:gd name="connsiteX14" fmla="*/ 6219 w 63926"/>
                  <a:gd name="connsiteY14" fmla="*/ 10175 h 95994"/>
                  <a:gd name="connsiteX15" fmla="*/ -1987 w 63926"/>
                  <a:gd name="connsiteY15" fmla="*/ 45848 h 95994"/>
                  <a:gd name="connsiteX16" fmla="*/ 6219 w 63926"/>
                  <a:gd name="connsiteY16" fmla="*/ 81561 h 95994"/>
                  <a:gd name="connsiteX17" fmla="*/ 29966 w 63926"/>
                  <a:gd name="connsiteY17" fmla="*/ 93875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960"/>
                    </a:moveTo>
                    <a:cubicBezTo>
                      <a:pt x="23531" y="83960"/>
                      <a:pt x="18688" y="80788"/>
                      <a:pt x="15437" y="74442"/>
                    </a:cubicBezTo>
                    <a:cubicBezTo>
                      <a:pt x="12199" y="68110"/>
                      <a:pt x="10580" y="58579"/>
                      <a:pt x="10580" y="45848"/>
                    </a:cubicBezTo>
                    <a:cubicBezTo>
                      <a:pt x="10580" y="33171"/>
                      <a:pt x="12199" y="23659"/>
                      <a:pt x="15437" y="17314"/>
                    </a:cubicBezTo>
                    <a:cubicBezTo>
                      <a:pt x="18688" y="10968"/>
                      <a:pt x="23531" y="7796"/>
                      <a:pt x="29966" y="7796"/>
                    </a:cubicBezTo>
                    <a:cubicBezTo>
                      <a:pt x="36455" y="7796"/>
                      <a:pt x="41318" y="10968"/>
                      <a:pt x="44556" y="17314"/>
                    </a:cubicBezTo>
                    <a:cubicBezTo>
                      <a:pt x="47806" y="23659"/>
                      <a:pt x="49432" y="33171"/>
                      <a:pt x="49432" y="45848"/>
                    </a:cubicBezTo>
                    <a:cubicBezTo>
                      <a:pt x="49432" y="58579"/>
                      <a:pt x="47806" y="68110"/>
                      <a:pt x="44556" y="74442"/>
                    </a:cubicBezTo>
                    <a:cubicBezTo>
                      <a:pt x="41318" y="80788"/>
                      <a:pt x="36455" y="83960"/>
                      <a:pt x="29966" y="83960"/>
                    </a:cubicBezTo>
                    <a:close/>
                    <a:moveTo>
                      <a:pt x="29966" y="93875"/>
                    </a:moveTo>
                    <a:cubicBezTo>
                      <a:pt x="40340" y="93875"/>
                      <a:pt x="48262" y="89770"/>
                      <a:pt x="53733" y="81561"/>
                    </a:cubicBezTo>
                    <a:cubicBezTo>
                      <a:pt x="59204" y="73365"/>
                      <a:pt x="61940" y="61461"/>
                      <a:pt x="61940" y="45848"/>
                    </a:cubicBezTo>
                    <a:cubicBezTo>
                      <a:pt x="61940" y="30276"/>
                      <a:pt x="59204" y="18385"/>
                      <a:pt x="53733" y="10175"/>
                    </a:cubicBezTo>
                    <a:cubicBezTo>
                      <a:pt x="48262" y="1979"/>
                      <a:pt x="40340" y="-2119"/>
                      <a:pt x="29966" y="-2119"/>
                    </a:cubicBezTo>
                    <a:cubicBezTo>
                      <a:pt x="19606" y="-2119"/>
                      <a:pt x="11690" y="1979"/>
                      <a:pt x="6219" y="10175"/>
                    </a:cubicBezTo>
                    <a:cubicBezTo>
                      <a:pt x="748" y="18385"/>
                      <a:pt x="-1987" y="30276"/>
                      <a:pt x="-1987" y="45848"/>
                    </a:cubicBezTo>
                    <a:cubicBezTo>
                      <a:pt x="-1987" y="61461"/>
                      <a:pt x="748" y="73365"/>
                      <a:pt x="6219" y="81561"/>
                    </a:cubicBezTo>
                    <a:cubicBezTo>
                      <a:pt x="11690" y="89770"/>
                      <a:pt x="19606" y="93875"/>
                      <a:pt x="29966" y="938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63" name="Graphic 2">
              <a:extLst>
                <a:ext uri="{FF2B5EF4-FFF2-40B4-BE49-F238E27FC236}">
                  <a16:creationId xmlns:a16="http://schemas.microsoft.com/office/drawing/2014/main" id="{60725A07-87D5-A3FB-7FB1-242D08E21F3B}"/>
                </a:ext>
              </a:extLst>
            </p:cNvPr>
            <p:cNvGrpSpPr/>
            <p:nvPr/>
          </p:nvGrpSpPr>
          <p:grpSpPr>
            <a:xfrm>
              <a:off x="3581391" y="3402416"/>
              <a:ext cx="223926" cy="95994"/>
              <a:chOff x="3581391" y="3402416"/>
              <a:chExt cx="223926" cy="95994"/>
            </a:xfrm>
            <a:solidFill>
              <a:srgbClr val="000000"/>
            </a:solidFill>
          </p:grpSpPr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0669547B-6FF0-FA3B-6AD5-445A060A9C18}"/>
                  </a:ext>
                </a:extLst>
              </p:cNvPr>
              <p:cNvSpPr/>
              <p:nvPr/>
            </p:nvSpPr>
            <p:spPr>
              <a:xfrm flipV="1">
                <a:off x="3581391" y="3404082"/>
                <a:ext cx="59843" cy="94328"/>
              </a:xfrm>
              <a:custGeom>
                <a:avLst/>
                <a:gdLst>
                  <a:gd name="connsiteX0" fmla="*/ 1936 w 59843"/>
                  <a:gd name="connsiteY0" fmla="*/ 92216 h 94328"/>
                  <a:gd name="connsiteX1" fmla="*/ 51056 w 59843"/>
                  <a:gd name="connsiteY1" fmla="*/ 92216 h 94328"/>
                  <a:gd name="connsiteX2" fmla="*/ 51056 w 59843"/>
                  <a:gd name="connsiteY2" fmla="*/ 81667 h 94328"/>
                  <a:gd name="connsiteX3" fmla="*/ 13393 w 59843"/>
                  <a:gd name="connsiteY3" fmla="*/ 81667 h 94328"/>
                  <a:gd name="connsiteX4" fmla="*/ 13393 w 59843"/>
                  <a:gd name="connsiteY4" fmla="*/ 59002 h 94328"/>
                  <a:gd name="connsiteX5" fmla="*/ 18825 w 59843"/>
                  <a:gd name="connsiteY5" fmla="*/ 60390 h 94328"/>
                  <a:gd name="connsiteX6" fmla="*/ 24296 w 59843"/>
                  <a:gd name="connsiteY6" fmla="*/ 60846 h 94328"/>
                  <a:gd name="connsiteX7" fmla="*/ 48816 w 59843"/>
                  <a:gd name="connsiteY7" fmla="*/ 52359 h 94328"/>
                  <a:gd name="connsiteX8" fmla="*/ 57874 w 59843"/>
                  <a:gd name="connsiteY8" fmla="*/ 29376 h 94328"/>
                  <a:gd name="connsiteX9" fmla="*/ 48578 w 59843"/>
                  <a:gd name="connsiteY9" fmla="*/ 6156 h 94328"/>
                  <a:gd name="connsiteX10" fmla="*/ 22373 w 59843"/>
                  <a:gd name="connsiteY10" fmla="*/ -2113 h 94328"/>
                  <a:gd name="connsiteX11" fmla="*/ 10499 w 59843"/>
                  <a:gd name="connsiteY11" fmla="*/ -1121 h 94328"/>
                  <a:gd name="connsiteX12" fmla="*/ -1969 w 59843"/>
                  <a:gd name="connsiteY12" fmla="*/ 1853 h 94328"/>
                  <a:gd name="connsiteX13" fmla="*/ -1969 w 59843"/>
                  <a:gd name="connsiteY13" fmla="*/ 14445 h 94328"/>
                  <a:gd name="connsiteX14" fmla="*/ 9548 w 59843"/>
                  <a:gd name="connsiteY14" fmla="*/ 9924 h 94328"/>
                  <a:gd name="connsiteX15" fmla="*/ 22115 w 59843"/>
                  <a:gd name="connsiteY15" fmla="*/ 8437 h 94328"/>
                  <a:gd name="connsiteX16" fmla="*/ 39083 w 59843"/>
                  <a:gd name="connsiteY16" fmla="*/ 14068 h 94328"/>
                  <a:gd name="connsiteX17" fmla="*/ 45347 w 59843"/>
                  <a:gd name="connsiteY17" fmla="*/ 29376 h 94328"/>
                  <a:gd name="connsiteX18" fmla="*/ 39083 w 59843"/>
                  <a:gd name="connsiteY18" fmla="*/ 44665 h 94328"/>
                  <a:gd name="connsiteX19" fmla="*/ 22115 w 59843"/>
                  <a:gd name="connsiteY19" fmla="*/ 50316 h 94328"/>
                  <a:gd name="connsiteX20" fmla="*/ 12105 w 59843"/>
                  <a:gd name="connsiteY20" fmla="*/ 49206 h 94328"/>
                  <a:gd name="connsiteX21" fmla="*/ 1936 w 59843"/>
                  <a:gd name="connsiteY21" fmla="*/ 45736 h 94328"/>
                  <a:gd name="connsiteX22" fmla="*/ 1936 w 59843"/>
                  <a:gd name="connsiteY22" fmla="*/ 92216 h 9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9843" h="94328">
                    <a:moveTo>
                      <a:pt x="1936" y="92216"/>
                    </a:moveTo>
                    <a:lnTo>
                      <a:pt x="51056" y="92216"/>
                    </a:lnTo>
                    <a:lnTo>
                      <a:pt x="51056" y="81667"/>
                    </a:lnTo>
                    <a:lnTo>
                      <a:pt x="13393" y="81667"/>
                    </a:lnTo>
                    <a:lnTo>
                      <a:pt x="13393" y="59002"/>
                    </a:lnTo>
                    <a:cubicBezTo>
                      <a:pt x="15204" y="59623"/>
                      <a:pt x="17014" y="60086"/>
                      <a:pt x="18825" y="60390"/>
                    </a:cubicBezTo>
                    <a:cubicBezTo>
                      <a:pt x="20648" y="60694"/>
                      <a:pt x="22472" y="60846"/>
                      <a:pt x="24296" y="60846"/>
                    </a:cubicBezTo>
                    <a:cubicBezTo>
                      <a:pt x="34616" y="60846"/>
                      <a:pt x="42790" y="58017"/>
                      <a:pt x="48816" y="52359"/>
                    </a:cubicBezTo>
                    <a:cubicBezTo>
                      <a:pt x="54855" y="46701"/>
                      <a:pt x="57874" y="39040"/>
                      <a:pt x="57874" y="29376"/>
                    </a:cubicBezTo>
                    <a:cubicBezTo>
                      <a:pt x="57874" y="19422"/>
                      <a:pt x="54776" y="11682"/>
                      <a:pt x="48578" y="6156"/>
                    </a:cubicBezTo>
                    <a:cubicBezTo>
                      <a:pt x="42380" y="644"/>
                      <a:pt x="33645" y="-2113"/>
                      <a:pt x="22373" y="-2113"/>
                    </a:cubicBezTo>
                    <a:cubicBezTo>
                      <a:pt x="18488" y="-2113"/>
                      <a:pt x="14530" y="-1782"/>
                      <a:pt x="10499" y="-1121"/>
                    </a:cubicBezTo>
                    <a:cubicBezTo>
                      <a:pt x="6482" y="-460"/>
                      <a:pt x="2326" y="531"/>
                      <a:pt x="-1969" y="1853"/>
                    </a:cubicBezTo>
                    <a:lnTo>
                      <a:pt x="-1969" y="14445"/>
                    </a:lnTo>
                    <a:cubicBezTo>
                      <a:pt x="1745" y="12422"/>
                      <a:pt x="5583" y="10915"/>
                      <a:pt x="9548" y="9924"/>
                    </a:cubicBezTo>
                    <a:cubicBezTo>
                      <a:pt x="13512" y="8932"/>
                      <a:pt x="17701" y="8437"/>
                      <a:pt x="22115" y="8437"/>
                    </a:cubicBezTo>
                    <a:cubicBezTo>
                      <a:pt x="29264" y="8437"/>
                      <a:pt x="34920" y="10314"/>
                      <a:pt x="39083" y="14068"/>
                    </a:cubicBezTo>
                    <a:cubicBezTo>
                      <a:pt x="43259" y="17822"/>
                      <a:pt x="45347" y="22925"/>
                      <a:pt x="45347" y="29376"/>
                    </a:cubicBezTo>
                    <a:cubicBezTo>
                      <a:pt x="45347" y="35814"/>
                      <a:pt x="43259" y="40910"/>
                      <a:pt x="39083" y="44665"/>
                    </a:cubicBezTo>
                    <a:cubicBezTo>
                      <a:pt x="34920" y="48432"/>
                      <a:pt x="29264" y="50316"/>
                      <a:pt x="22115" y="50316"/>
                    </a:cubicBezTo>
                    <a:cubicBezTo>
                      <a:pt x="18772" y="50316"/>
                      <a:pt x="15435" y="49946"/>
                      <a:pt x="12105" y="49206"/>
                    </a:cubicBezTo>
                    <a:cubicBezTo>
                      <a:pt x="8788" y="48465"/>
                      <a:pt x="5398" y="47309"/>
                      <a:pt x="1936" y="45736"/>
                    </a:cubicBezTo>
                    <a:lnTo>
                      <a:pt x="1936" y="92216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7E16B891-8BD1-2835-C77A-4C6C325A9A08}"/>
                  </a:ext>
                </a:extLst>
              </p:cNvPr>
              <p:cNvSpPr/>
              <p:nvPr/>
            </p:nvSpPr>
            <p:spPr>
              <a:xfrm flipV="1">
                <a:off x="3660678" y="3402416"/>
                <a:ext cx="63926" cy="95994"/>
              </a:xfrm>
              <a:custGeom>
                <a:avLst/>
                <a:gdLst>
                  <a:gd name="connsiteX0" fmla="*/ 29960 w 63926"/>
                  <a:gd name="connsiteY0" fmla="*/ 83925 h 95994"/>
                  <a:gd name="connsiteX1" fmla="*/ 15430 w 63926"/>
                  <a:gd name="connsiteY1" fmla="*/ 74407 h 95994"/>
                  <a:gd name="connsiteX2" fmla="*/ 10574 w 63926"/>
                  <a:gd name="connsiteY2" fmla="*/ 45813 h 95994"/>
                  <a:gd name="connsiteX3" fmla="*/ 15430 w 63926"/>
                  <a:gd name="connsiteY3" fmla="*/ 17278 h 95994"/>
                  <a:gd name="connsiteX4" fmla="*/ 29960 w 63926"/>
                  <a:gd name="connsiteY4" fmla="*/ 7760 h 95994"/>
                  <a:gd name="connsiteX5" fmla="*/ 44549 w 63926"/>
                  <a:gd name="connsiteY5" fmla="*/ 17278 h 95994"/>
                  <a:gd name="connsiteX6" fmla="*/ 49425 w 63926"/>
                  <a:gd name="connsiteY6" fmla="*/ 45813 h 95994"/>
                  <a:gd name="connsiteX7" fmla="*/ 44549 w 63926"/>
                  <a:gd name="connsiteY7" fmla="*/ 74407 h 95994"/>
                  <a:gd name="connsiteX8" fmla="*/ 29960 w 63926"/>
                  <a:gd name="connsiteY8" fmla="*/ 83925 h 95994"/>
                  <a:gd name="connsiteX9" fmla="*/ 29960 w 63926"/>
                  <a:gd name="connsiteY9" fmla="*/ 93839 h 95994"/>
                  <a:gd name="connsiteX10" fmla="*/ 53727 w 63926"/>
                  <a:gd name="connsiteY10" fmla="*/ 81525 h 95994"/>
                  <a:gd name="connsiteX11" fmla="*/ 61933 w 63926"/>
                  <a:gd name="connsiteY11" fmla="*/ 45813 h 95994"/>
                  <a:gd name="connsiteX12" fmla="*/ 53727 w 63926"/>
                  <a:gd name="connsiteY12" fmla="*/ 10139 h 95994"/>
                  <a:gd name="connsiteX13" fmla="*/ 29960 w 63926"/>
                  <a:gd name="connsiteY13" fmla="*/ -2155 h 95994"/>
                  <a:gd name="connsiteX14" fmla="*/ 6213 w 63926"/>
                  <a:gd name="connsiteY14" fmla="*/ 10139 h 95994"/>
                  <a:gd name="connsiteX15" fmla="*/ -1993 w 63926"/>
                  <a:gd name="connsiteY15" fmla="*/ 45813 h 95994"/>
                  <a:gd name="connsiteX16" fmla="*/ 6213 w 63926"/>
                  <a:gd name="connsiteY16" fmla="*/ 81525 h 95994"/>
                  <a:gd name="connsiteX17" fmla="*/ 29960 w 63926"/>
                  <a:gd name="connsiteY17" fmla="*/ 93839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0" y="83925"/>
                    </a:moveTo>
                    <a:cubicBezTo>
                      <a:pt x="23524" y="83925"/>
                      <a:pt x="18681" y="80752"/>
                      <a:pt x="15430" y="74407"/>
                    </a:cubicBezTo>
                    <a:cubicBezTo>
                      <a:pt x="12193" y="68074"/>
                      <a:pt x="10574" y="58543"/>
                      <a:pt x="10574" y="45813"/>
                    </a:cubicBezTo>
                    <a:cubicBezTo>
                      <a:pt x="10574" y="33135"/>
                      <a:pt x="12193" y="23623"/>
                      <a:pt x="15430" y="17278"/>
                    </a:cubicBezTo>
                    <a:cubicBezTo>
                      <a:pt x="18681" y="10933"/>
                      <a:pt x="23524" y="7760"/>
                      <a:pt x="29960" y="7760"/>
                    </a:cubicBezTo>
                    <a:cubicBezTo>
                      <a:pt x="36448" y="7760"/>
                      <a:pt x="41312" y="10933"/>
                      <a:pt x="44549" y="17278"/>
                    </a:cubicBezTo>
                    <a:cubicBezTo>
                      <a:pt x="47800" y="23623"/>
                      <a:pt x="49425" y="33135"/>
                      <a:pt x="49425" y="45813"/>
                    </a:cubicBezTo>
                    <a:cubicBezTo>
                      <a:pt x="49425" y="58543"/>
                      <a:pt x="47800" y="68074"/>
                      <a:pt x="44549" y="74407"/>
                    </a:cubicBezTo>
                    <a:cubicBezTo>
                      <a:pt x="41312" y="80752"/>
                      <a:pt x="36448" y="83925"/>
                      <a:pt x="29960" y="83925"/>
                    </a:cubicBezTo>
                    <a:close/>
                    <a:moveTo>
                      <a:pt x="29960" y="93839"/>
                    </a:moveTo>
                    <a:cubicBezTo>
                      <a:pt x="40334" y="93839"/>
                      <a:pt x="48256" y="89735"/>
                      <a:pt x="53727" y="81525"/>
                    </a:cubicBezTo>
                    <a:cubicBezTo>
                      <a:pt x="59198" y="73329"/>
                      <a:pt x="61933" y="61425"/>
                      <a:pt x="61933" y="45813"/>
                    </a:cubicBezTo>
                    <a:cubicBezTo>
                      <a:pt x="61933" y="30240"/>
                      <a:pt x="59198" y="18349"/>
                      <a:pt x="53727" y="10139"/>
                    </a:cubicBezTo>
                    <a:cubicBezTo>
                      <a:pt x="48256" y="1943"/>
                      <a:pt x="40334" y="-2155"/>
                      <a:pt x="29960" y="-2155"/>
                    </a:cubicBezTo>
                    <a:cubicBezTo>
                      <a:pt x="19600" y="-2155"/>
                      <a:pt x="11684" y="1943"/>
                      <a:pt x="6213" y="10139"/>
                    </a:cubicBezTo>
                    <a:cubicBezTo>
                      <a:pt x="742" y="18349"/>
                      <a:pt x="-1993" y="30240"/>
                      <a:pt x="-1993" y="45813"/>
                    </a:cubicBezTo>
                    <a:cubicBezTo>
                      <a:pt x="-1993" y="61425"/>
                      <a:pt x="742" y="73329"/>
                      <a:pt x="6213" y="81525"/>
                    </a:cubicBezTo>
                    <a:cubicBezTo>
                      <a:pt x="11684" y="89735"/>
                      <a:pt x="19600" y="93839"/>
                      <a:pt x="29960" y="938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1F83E1A1-57B9-0FEF-692B-01CB0FC75CC8}"/>
                  </a:ext>
                </a:extLst>
              </p:cNvPr>
              <p:cNvSpPr/>
              <p:nvPr/>
            </p:nvSpPr>
            <p:spPr>
              <a:xfrm flipV="1">
                <a:off x="3741391" y="3402416"/>
                <a:ext cx="63926" cy="95994"/>
              </a:xfrm>
              <a:custGeom>
                <a:avLst/>
                <a:gdLst>
                  <a:gd name="connsiteX0" fmla="*/ 29966 w 63926"/>
                  <a:gd name="connsiteY0" fmla="*/ 83925 h 95994"/>
                  <a:gd name="connsiteX1" fmla="*/ 15437 w 63926"/>
                  <a:gd name="connsiteY1" fmla="*/ 74407 h 95994"/>
                  <a:gd name="connsiteX2" fmla="*/ 10580 w 63926"/>
                  <a:gd name="connsiteY2" fmla="*/ 45813 h 95994"/>
                  <a:gd name="connsiteX3" fmla="*/ 15437 w 63926"/>
                  <a:gd name="connsiteY3" fmla="*/ 17278 h 95994"/>
                  <a:gd name="connsiteX4" fmla="*/ 29966 w 63926"/>
                  <a:gd name="connsiteY4" fmla="*/ 7760 h 95994"/>
                  <a:gd name="connsiteX5" fmla="*/ 44556 w 63926"/>
                  <a:gd name="connsiteY5" fmla="*/ 17278 h 95994"/>
                  <a:gd name="connsiteX6" fmla="*/ 49432 w 63926"/>
                  <a:gd name="connsiteY6" fmla="*/ 45813 h 95994"/>
                  <a:gd name="connsiteX7" fmla="*/ 44556 w 63926"/>
                  <a:gd name="connsiteY7" fmla="*/ 74407 h 95994"/>
                  <a:gd name="connsiteX8" fmla="*/ 29966 w 63926"/>
                  <a:gd name="connsiteY8" fmla="*/ 83925 h 95994"/>
                  <a:gd name="connsiteX9" fmla="*/ 29966 w 63926"/>
                  <a:gd name="connsiteY9" fmla="*/ 93839 h 95994"/>
                  <a:gd name="connsiteX10" fmla="*/ 53733 w 63926"/>
                  <a:gd name="connsiteY10" fmla="*/ 81525 h 95994"/>
                  <a:gd name="connsiteX11" fmla="*/ 61940 w 63926"/>
                  <a:gd name="connsiteY11" fmla="*/ 45813 h 95994"/>
                  <a:gd name="connsiteX12" fmla="*/ 53733 w 63926"/>
                  <a:gd name="connsiteY12" fmla="*/ 10139 h 95994"/>
                  <a:gd name="connsiteX13" fmla="*/ 29966 w 63926"/>
                  <a:gd name="connsiteY13" fmla="*/ -2155 h 95994"/>
                  <a:gd name="connsiteX14" fmla="*/ 6219 w 63926"/>
                  <a:gd name="connsiteY14" fmla="*/ 10139 h 95994"/>
                  <a:gd name="connsiteX15" fmla="*/ -1987 w 63926"/>
                  <a:gd name="connsiteY15" fmla="*/ 45813 h 95994"/>
                  <a:gd name="connsiteX16" fmla="*/ 6219 w 63926"/>
                  <a:gd name="connsiteY16" fmla="*/ 81525 h 95994"/>
                  <a:gd name="connsiteX17" fmla="*/ 29966 w 63926"/>
                  <a:gd name="connsiteY17" fmla="*/ 93839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925"/>
                    </a:moveTo>
                    <a:cubicBezTo>
                      <a:pt x="23531" y="83925"/>
                      <a:pt x="18688" y="80752"/>
                      <a:pt x="15437" y="74407"/>
                    </a:cubicBezTo>
                    <a:cubicBezTo>
                      <a:pt x="12199" y="68074"/>
                      <a:pt x="10580" y="58543"/>
                      <a:pt x="10580" y="45813"/>
                    </a:cubicBezTo>
                    <a:cubicBezTo>
                      <a:pt x="10580" y="33135"/>
                      <a:pt x="12199" y="23623"/>
                      <a:pt x="15437" y="17278"/>
                    </a:cubicBezTo>
                    <a:cubicBezTo>
                      <a:pt x="18688" y="10933"/>
                      <a:pt x="23531" y="7760"/>
                      <a:pt x="29966" y="7760"/>
                    </a:cubicBezTo>
                    <a:cubicBezTo>
                      <a:pt x="36455" y="7760"/>
                      <a:pt x="41318" y="10933"/>
                      <a:pt x="44556" y="17278"/>
                    </a:cubicBezTo>
                    <a:cubicBezTo>
                      <a:pt x="47806" y="23623"/>
                      <a:pt x="49432" y="33135"/>
                      <a:pt x="49432" y="45813"/>
                    </a:cubicBezTo>
                    <a:cubicBezTo>
                      <a:pt x="49432" y="58543"/>
                      <a:pt x="47806" y="68074"/>
                      <a:pt x="44556" y="74407"/>
                    </a:cubicBezTo>
                    <a:cubicBezTo>
                      <a:pt x="41318" y="80752"/>
                      <a:pt x="36455" y="83925"/>
                      <a:pt x="29966" y="83925"/>
                    </a:cubicBezTo>
                    <a:close/>
                    <a:moveTo>
                      <a:pt x="29966" y="93839"/>
                    </a:moveTo>
                    <a:cubicBezTo>
                      <a:pt x="40340" y="93839"/>
                      <a:pt x="48262" y="89735"/>
                      <a:pt x="53733" y="81525"/>
                    </a:cubicBezTo>
                    <a:cubicBezTo>
                      <a:pt x="59204" y="73329"/>
                      <a:pt x="61940" y="61425"/>
                      <a:pt x="61940" y="45813"/>
                    </a:cubicBezTo>
                    <a:cubicBezTo>
                      <a:pt x="61940" y="30240"/>
                      <a:pt x="59204" y="18349"/>
                      <a:pt x="53733" y="10139"/>
                    </a:cubicBezTo>
                    <a:cubicBezTo>
                      <a:pt x="48262" y="1943"/>
                      <a:pt x="40340" y="-2155"/>
                      <a:pt x="29966" y="-2155"/>
                    </a:cubicBezTo>
                    <a:cubicBezTo>
                      <a:pt x="19606" y="-2155"/>
                      <a:pt x="11690" y="1943"/>
                      <a:pt x="6219" y="10139"/>
                    </a:cubicBezTo>
                    <a:cubicBezTo>
                      <a:pt x="748" y="18349"/>
                      <a:pt x="-1987" y="30240"/>
                      <a:pt x="-1987" y="45813"/>
                    </a:cubicBezTo>
                    <a:cubicBezTo>
                      <a:pt x="-1987" y="61425"/>
                      <a:pt x="748" y="73329"/>
                      <a:pt x="6219" y="81525"/>
                    </a:cubicBezTo>
                    <a:cubicBezTo>
                      <a:pt x="11690" y="89735"/>
                      <a:pt x="19606" y="93839"/>
                      <a:pt x="29966" y="938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69" name="Graphic 2">
              <a:extLst>
                <a:ext uri="{FF2B5EF4-FFF2-40B4-BE49-F238E27FC236}">
                  <a16:creationId xmlns:a16="http://schemas.microsoft.com/office/drawing/2014/main" id="{D8A4B016-3D18-4AB2-660B-54A7114BDC87}"/>
                </a:ext>
              </a:extLst>
            </p:cNvPr>
            <p:cNvGrpSpPr/>
            <p:nvPr/>
          </p:nvGrpSpPr>
          <p:grpSpPr>
            <a:xfrm>
              <a:off x="3581391" y="2949201"/>
              <a:ext cx="223926" cy="95994"/>
              <a:chOff x="3581391" y="2949201"/>
              <a:chExt cx="223926" cy="95994"/>
            </a:xfrm>
            <a:solidFill>
              <a:srgbClr val="000000"/>
            </a:solidFill>
          </p:grpSpPr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90FE6110-F651-C6EC-5262-C821B389CA40}"/>
                  </a:ext>
                </a:extLst>
              </p:cNvPr>
              <p:cNvSpPr/>
              <p:nvPr/>
            </p:nvSpPr>
            <p:spPr>
              <a:xfrm flipV="1">
                <a:off x="3581391" y="2950867"/>
                <a:ext cx="59843" cy="94328"/>
              </a:xfrm>
              <a:custGeom>
                <a:avLst/>
                <a:gdLst>
                  <a:gd name="connsiteX0" fmla="*/ 1936 w 59843"/>
                  <a:gd name="connsiteY0" fmla="*/ 92180 h 94328"/>
                  <a:gd name="connsiteX1" fmla="*/ 51056 w 59843"/>
                  <a:gd name="connsiteY1" fmla="*/ 92180 h 94328"/>
                  <a:gd name="connsiteX2" fmla="*/ 51056 w 59843"/>
                  <a:gd name="connsiteY2" fmla="*/ 81631 h 94328"/>
                  <a:gd name="connsiteX3" fmla="*/ 13393 w 59843"/>
                  <a:gd name="connsiteY3" fmla="*/ 81631 h 94328"/>
                  <a:gd name="connsiteX4" fmla="*/ 13393 w 59843"/>
                  <a:gd name="connsiteY4" fmla="*/ 58966 h 94328"/>
                  <a:gd name="connsiteX5" fmla="*/ 18825 w 59843"/>
                  <a:gd name="connsiteY5" fmla="*/ 60354 h 94328"/>
                  <a:gd name="connsiteX6" fmla="*/ 24296 w 59843"/>
                  <a:gd name="connsiteY6" fmla="*/ 60810 h 94328"/>
                  <a:gd name="connsiteX7" fmla="*/ 48816 w 59843"/>
                  <a:gd name="connsiteY7" fmla="*/ 52323 h 94328"/>
                  <a:gd name="connsiteX8" fmla="*/ 57874 w 59843"/>
                  <a:gd name="connsiteY8" fmla="*/ 29341 h 94328"/>
                  <a:gd name="connsiteX9" fmla="*/ 48578 w 59843"/>
                  <a:gd name="connsiteY9" fmla="*/ 6120 h 94328"/>
                  <a:gd name="connsiteX10" fmla="*/ 22373 w 59843"/>
                  <a:gd name="connsiteY10" fmla="*/ -2148 h 94328"/>
                  <a:gd name="connsiteX11" fmla="*/ 10499 w 59843"/>
                  <a:gd name="connsiteY11" fmla="*/ -1157 h 94328"/>
                  <a:gd name="connsiteX12" fmla="*/ -1969 w 59843"/>
                  <a:gd name="connsiteY12" fmla="*/ 1817 h 94328"/>
                  <a:gd name="connsiteX13" fmla="*/ -1969 w 59843"/>
                  <a:gd name="connsiteY13" fmla="*/ 14409 h 94328"/>
                  <a:gd name="connsiteX14" fmla="*/ 9548 w 59843"/>
                  <a:gd name="connsiteY14" fmla="*/ 9888 h 94328"/>
                  <a:gd name="connsiteX15" fmla="*/ 22115 w 59843"/>
                  <a:gd name="connsiteY15" fmla="*/ 8401 h 94328"/>
                  <a:gd name="connsiteX16" fmla="*/ 39083 w 59843"/>
                  <a:gd name="connsiteY16" fmla="*/ 14032 h 94328"/>
                  <a:gd name="connsiteX17" fmla="*/ 45347 w 59843"/>
                  <a:gd name="connsiteY17" fmla="*/ 29341 h 94328"/>
                  <a:gd name="connsiteX18" fmla="*/ 39083 w 59843"/>
                  <a:gd name="connsiteY18" fmla="*/ 44629 h 94328"/>
                  <a:gd name="connsiteX19" fmla="*/ 22115 w 59843"/>
                  <a:gd name="connsiteY19" fmla="*/ 50281 h 94328"/>
                  <a:gd name="connsiteX20" fmla="*/ 12105 w 59843"/>
                  <a:gd name="connsiteY20" fmla="*/ 49170 h 94328"/>
                  <a:gd name="connsiteX21" fmla="*/ 1936 w 59843"/>
                  <a:gd name="connsiteY21" fmla="*/ 45700 h 94328"/>
                  <a:gd name="connsiteX22" fmla="*/ 1936 w 59843"/>
                  <a:gd name="connsiteY22" fmla="*/ 92180 h 9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9843" h="94328">
                    <a:moveTo>
                      <a:pt x="1936" y="92180"/>
                    </a:moveTo>
                    <a:lnTo>
                      <a:pt x="51056" y="92180"/>
                    </a:lnTo>
                    <a:lnTo>
                      <a:pt x="51056" y="81631"/>
                    </a:lnTo>
                    <a:lnTo>
                      <a:pt x="13393" y="81631"/>
                    </a:lnTo>
                    <a:lnTo>
                      <a:pt x="13393" y="58966"/>
                    </a:lnTo>
                    <a:cubicBezTo>
                      <a:pt x="15204" y="59587"/>
                      <a:pt x="17014" y="60050"/>
                      <a:pt x="18825" y="60354"/>
                    </a:cubicBezTo>
                    <a:cubicBezTo>
                      <a:pt x="20648" y="60658"/>
                      <a:pt x="22472" y="60810"/>
                      <a:pt x="24296" y="60810"/>
                    </a:cubicBezTo>
                    <a:cubicBezTo>
                      <a:pt x="34616" y="60810"/>
                      <a:pt x="42790" y="57981"/>
                      <a:pt x="48816" y="52323"/>
                    </a:cubicBezTo>
                    <a:cubicBezTo>
                      <a:pt x="54855" y="46665"/>
                      <a:pt x="57874" y="39004"/>
                      <a:pt x="57874" y="29341"/>
                    </a:cubicBezTo>
                    <a:cubicBezTo>
                      <a:pt x="57874" y="19386"/>
                      <a:pt x="54776" y="11646"/>
                      <a:pt x="48578" y="6120"/>
                    </a:cubicBezTo>
                    <a:cubicBezTo>
                      <a:pt x="42380" y="608"/>
                      <a:pt x="33645" y="-2148"/>
                      <a:pt x="22373" y="-2148"/>
                    </a:cubicBezTo>
                    <a:cubicBezTo>
                      <a:pt x="18488" y="-2148"/>
                      <a:pt x="14530" y="-1818"/>
                      <a:pt x="10499" y="-1157"/>
                    </a:cubicBezTo>
                    <a:cubicBezTo>
                      <a:pt x="6482" y="-496"/>
                      <a:pt x="2326" y="495"/>
                      <a:pt x="-1969" y="1817"/>
                    </a:cubicBezTo>
                    <a:lnTo>
                      <a:pt x="-1969" y="14409"/>
                    </a:lnTo>
                    <a:cubicBezTo>
                      <a:pt x="1745" y="12387"/>
                      <a:pt x="5583" y="10879"/>
                      <a:pt x="9548" y="9888"/>
                    </a:cubicBezTo>
                    <a:cubicBezTo>
                      <a:pt x="13512" y="8897"/>
                      <a:pt x="17701" y="8401"/>
                      <a:pt x="22115" y="8401"/>
                    </a:cubicBezTo>
                    <a:cubicBezTo>
                      <a:pt x="29264" y="8401"/>
                      <a:pt x="34920" y="10278"/>
                      <a:pt x="39083" y="14032"/>
                    </a:cubicBezTo>
                    <a:cubicBezTo>
                      <a:pt x="43259" y="17787"/>
                      <a:pt x="45347" y="22889"/>
                      <a:pt x="45347" y="29341"/>
                    </a:cubicBezTo>
                    <a:cubicBezTo>
                      <a:pt x="45347" y="35779"/>
                      <a:pt x="43259" y="40875"/>
                      <a:pt x="39083" y="44629"/>
                    </a:cubicBezTo>
                    <a:cubicBezTo>
                      <a:pt x="34920" y="48397"/>
                      <a:pt x="29264" y="50281"/>
                      <a:pt x="22115" y="50281"/>
                    </a:cubicBezTo>
                    <a:cubicBezTo>
                      <a:pt x="18772" y="50281"/>
                      <a:pt x="15435" y="49910"/>
                      <a:pt x="12105" y="49170"/>
                    </a:cubicBezTo>
                    <a:cubicBezTo>
                      <a:pt x="8788" y="48430"/>
                      <a:pt x="5398" y="47273"/>
                      <a:pt x="1936" y="45700"/>
                    </a:cubicBezTo>
                    <a:lnTo>
                      <a:pt x="1936" y="92180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B4087B74-9FB8-170A-66CB-51C56384D50C}"/>
                  </a:ext>
                </a:extLst>
              </p:cNvPr>
              <p:cNvSpPr/>
              <p:nvPr/>
            </p:nvSpPr>
            <p:spPr>
              <a:xfrm flipV="1">
                <a:off x="3666248" y="2950867"/>
                <a:ext cx="55066" cy="92524"/>
              </a:xfrm>
              <a:custGeom>
                <a:avLst/>
                <a:gdLst>
                  <a:gd name="connsiteX0" fmla="*/ -247 w 55066"/>
                  <a:gd name="connsiteY0" fmla="*/ 8335 h 92524"/>
                  <a:gd name="connsiteX1" fmla="*/ 20190 w 55066"/>
                  <a:gd name="connsiteY1" fmla="*/ 8335 h 92524"/>
                  <a:gd name="connsiteX2" fmla="*/ 20190 w 55066"/>
                  <a:gd name="connsiteY2" fmla="*/ 78928 h 92524"/>
                  <a:gd name="connsiteX3" fmla="*/ -2051 w 55066"/>
                  <a:gd name="connsiteY3" fmla="*/ 74466 h 92524"/>
                  <a:gd name="connsiteX4" fmla="*/ -2051 w 55066"/>
                  <a:gd name="connsiteY4" fmla="*/ 85868 h 92524"/>
                  <a:gd name="connsiteX5" fmla="*/ 20071 w 55066"/>
                  <a:gd name="connsiteY5" fmla="*/ 90330 h 92524"/>
                  <a:gd name="connsiteX6" fmla="*/ 32579 w 55066"/>
                  <a:gd name="connsiteY6" fmla="*/ 90330 h 92524"/>
                  <a:gd name="connsiteX7" fmla="*/ 32579 w 55066"/>
                  <a:gd name="connsiteY7" fmla="*/ 8335 h 92524"/>
                  <a:gd name="connsiteX8" fmla="*/ 53015 w 55066"/>
                  <a:gd name="connsiteY8" fmla="*/ 8335 h 92524"/>
                  <a:gd name="connsiteX9" fmla="*/ 53015 w 55066"/>
                  <a:gd name="connsiteY9" fmla="*/ -2194 h 92524"/>
                  <a:gd name="connsiteX10" fmla="*/ -247 w 55066"/>
                  <a:gd name="connsiteY10" fmla="*/ -2194 h 92524"/>
                  <a:gd name="connsiteX11" fmla="*/ -247 w 55066"/>
                  <a:gd name="connsiteY11" fmla="*/ 8335 h 9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5066" h="92524">
                    <a:moveTo>
                      <a:pt x="-247" y="8335"/>
                    </a:moveTo>
                    <a:lnTo>
                      <a:pt x="20190" y="8335"/>
                    </a:lnTo>
                    <a:lnTo>
                      <a:pt x="20190" y="78928"/>
                    </a:lnTo>
                    <a:lnTo>
                      <a:pt x="-2051" y="74466"/>
                    </a:lnTo>
                    <a:lnTo>
                      <a:pt x="-2051" y="85868"/>
                    </a:lnTo>
                    <a:lnTo>
                      <a:pt x="20071" y="90330"/>
                    </a:lnTo>
                    <a:lnTo>
                      <a:pt x="32579" y="90330"/>
                    </a:lnTo>
                    <a:lnTo>
                      <a:pt x="32579" y="8335"/>
                    </a:lnTo>
                    <a:lnTo>
                      <a:pt x="53015" y="8335"/>
                    </a:lnTo>
                    <a:lnTo>
                      <a:pt x="53015" y="-2194"/>
                    </a:lnTo>
                    <a:lnTo>
                      <a:pt x="-247" y="-2194"/>
                    </a:lnTo>
                    <a:lnTo>
                      <a:pt x="-247" y="8335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3CA9C731-265E-9DBC-88E4-6635954AE4EC}"/>
                  </a:ext>
                </a:extLst>
              </p:cNvPr>
              <p:cNvSpPr/>
              <p:nvPr/>
            </p:nvSpPr>
            <p:spPr>
              <a:xfrm flipV="1">
                <a:off x="3741391" y="2949201"/>
                <a:ext cx="63926" cy="95994"/>
              </a:xfrm>
              <a:custGeom>
                <a:avLst/>
                <a:gdLst>
                  <a:gd name="connsiteX0" fmla="*/ 29966 w 63926"/>
                  <a:gd name="connsiteY0" fmla="*/ 83889 h 95994"/>
                  <a:gd name="connsiteX1" fmla="*/ 15437 w 63926"/>
                  <a:gd name="connsiteY1" fmla="*/ 74371 h 95994"/>
                  <a:gd name="connsiteX2" fmla="*/ 10580 w 63926"/>
                  <a:gd name="connsiteY2" fmla="*/ 45777 h 95994"/>
                  <a:gd name="connsiteX3" fmla="*/ 15437 w 63926"/>
                  <a:gd name="connsiteY3" fmla="*/ 17242 h 95994"/>
                  <a:gd name="connsiteX4" fmla="*/ 29966 w 63926"/>
                  <a:gd name="connsiteY4" fmla="*/ 7724 h 95994"/>
                  <a:gd name="connsiteX5" fmla="*/ 44556 w 63926"/>
                  <a:gd name="connsiteY5" fmla="*/ 17242 h 95994"/>
                  <a:gd name="connsiteX6" fmla="*/ 49432 w 63926"/>
                  <a:gd name="connsiteY6" fmla="*/ 45777 h 95994"/>
                  <a:gd name="connsiteX7" fmla="*/ 44556 w 63926"/>
                  <a:gd name="connsiteY7" fmla="*/ 74371 h 95994"/>
                  <a:gd name="connsiteX8" fmla="*/ 29966 w 63926"/>
                  <a:gd name="connsiteY8" fmla="*/ 83889 h 95994"/>
                  <a:gd name="connsiteX9" fmla="*/ 29966 w 63926"/>
                  <a:gd name="connsiteY9" fmla="*/ 93804 h 95994"/>
                  <a:gd name="connsiteX10" fmla="*/ 53733 w 63926"/>
                  <a:gd name="connsiteY10" fmla="*/ 81490 h 95994"/>
                  <a:gd name="connsiteX11" fmla="*/ 61940 w 63926"/>
                  <a:gd name="connsiteY11" fmla="*/ 45777 h 95994"/>
                  <a:gd name="connsiteX12" fmla="*/ 53733 w 63926"/>
                  <a:gd name="connsiteY12" fmla="*/ 10104 h 95994"/>
                  <a:gd name="connsiteX13" fmla="*/ 29966 w 63926"/>
                  <a:gd name="connsiteY13" fmla="*/ -2191 h 95994"/>
                  <a:gd name="connsiteX14" fmla="*/ 6219 w 63926"/>
                  <a:gd name="connsiteY14" fmla="*/ 10104 h 95994"/>
                  <a:gd name="connsiteX15" fmla="*/ -1987 w 63926"/>
                  <a:gd name="connsiteY15" fmla="*/ 45777 h 95994"/>
                  <a:gd name="connsiteX16" fmla="*/ 6219 w 63926"/>
                  <a:gd name="connsiteY16" fmla="*/ 81490 h 95994"/>
                  <a:gd name="connsiteX17" fmla="*/ 29966 w 63926"/>
                  <a:gd name="connsiteY17" fmla="*/ 93804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889"/>
                    </a:moveTo>
                    <a:cubicBezTo>
                      <a:pt x="23531" y="83889"/>
                      <a:pt x="18688" y="80716"/>
                      <a:pt x="15437" y="74371"/>
                    </a:cubicBezTo>
                    <a:cubicBezTo>
                      <a:pt x="12199" y="68039"/>
                      <a:pt x="10580" y="58507"/>
                      <a:pt x="10580" y="45777"/>
                    </a:cubicBezTo>
                    <a:cubicBezTo>
                      <a:pt x="10580" y="33099"/>
                      <a:pt x="12199" y="23588"/>
                      <a:pt x="15437" y="17242"/>
                    </a:cubicBezTo>
                    <a:cubicBezTo>
                      <a:pt x="18688" y="10897"/>
                      <a:pt x="23531" y="7724"/>
                      <a:pt x="29966" y="7724"/>
                    </a:cubicBezTo>
                    <a:cubicBezTo>
                      <a:pt x="36455" y="7724"/>
                      <a:pt x="41318" y="10897"/>
                      <a:pt x="44556" y="17242"/>
                    </a:cubicBezTo>
                    <a:cubicBezTo>
                      <a:pt x="47806" y="23588"/>
                      <a:pt x="49432" y="33099"/>
                      <a:pt x="49432" y="45777"/>
                    </a:cubicBezTo>
                    <a:cubicBezTo>
                      <a:pt x="49432" y="58507"/>
                      <a:pt x="47806" y="68039"/>
                      <a:pt x="44556" y="74371"/>
                    </a:cubicBezTo>
                    <a:cubicBezTo>
                      <a:pt x="41318" y="80716"/>
                      <a:pt x="36455" y="83889"/>
                      <a:pt x="29966" y="83889"/>
                    </a:cubicBezTo>
                    <a:close/>
                    <a:moveTo>
                      <a:pt x="29966" y="93804"/>
                    </a:moveTo>
                    <a:cubicBezTo>
                      <a:pt x="40340" y="93804"/>
                      <a:pt x="48262" y="89699"/>
                      <a:pt x="53733" y="81490"/>
                    </a:cubicBezTo>
                    <a:cubicBezTo>
                      <a:pt x="59204" y="73293"/>
                      <a:pt x="61940" y="61389"/>
                      <a:pt x="61940" y="45777"/>
                    </a:cubicBezTo>
                    <a:cubicBezTo>
                      <a:pt x="61940" y="30204"/>
                      <a:pt x="59204" y="18313"/>
                      <a:pt x="53733" y="10104"/>
                    </a:cubicBezTo>
                    <a:cubicBezTo>
                      <a:pt x="48262" y="1908"/>
                      <a:pt x="40340" y="-2191"/>
                      <a:pt x="29966" y="-2191"/>
                    </a:cubicBezTo>
                    <a:cubicBezTo>
                      <a:pt x="19606" y="-2191"/>
                      <a:pt x="11690" y="1908"/>
                      <a:pt x="6219" y="10104"/>
                    </a:cubicBezTo>
                    <a:cubicBezTo>
                      <a:pt x="748" y="18313"/>
                      <a:pt x="-1987" y="30204"/>
                      <a:pt x="-1987" y="45777"/>
                    </a:cubicBezTo>
                    <a:cubicBezTo>
                      <a:pt x="-1987" y="61389"/>
                      <a:pt x="748" y="73293"/>
                      <a:pt x="6219" y="81490"/>
                    </a:cubicBezTo>
                    <a:cubicBezTo>
                      <a:pt x="11690" y="89699"/>
                      <a:pt x="19606" y="93804"/>
                      <a:pt x="29966" y="938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75" name="Graphic 2">
              <a:extLst>
                <a:ext uri="{FF2B5EF4-FFF2-40B4-BE49-F238E27FC236}">
                  <a16:creationId xmlns:a16="http://schemas.microsoft.com/office/drawing/2014/main" id="{433D1E50-A24F-3CD6-E395-A72548C2396F}"/>
                </a:ext>
              </a:extLst>
            </p:cNvPr>
            <p:cNvGrpSpPr/>
            <p:nvPr/>
          </p:nvGrpSpPr>
          <p:grpSpPr>
            <a:xfrm>
              <a:off x="3581391" y="2495987"/>
              <a:ext cx="223926" cy="95994"/>
              <a:chOff x="3581391" y="2495987"/>
              <a:chExt cx="223926" cy="95994"/>
            </a:xfrm>
            <a:solidFill>
              <a:srgbClr val="000000"/>
            </a:solidFill>
          </p:grpSpPr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C34C589E-8AB6-7CCA-9853-70ADF2D43CC3}"/>
                  </a:ext>
                </a:extLst>
              </p:cNvPr>
              <p:cNvSpPr/>
              <p:nvPr/>
            </p:nvSpPr>
            <p:spPr>
              <a:xfrm flipV="1">
                <a:off x="3581391" y="2497652"/>
                <a:ext cx="59843" cy="94328"/>
              </a:xfrm>
              <a:custGeom>
                <a:avLst/>
                <a:gdLst>
                  <a:gd name="connsiteX0" fmla="*/ 1936 w 59843"/>
                  <a:gd name="connsiteY0" fmla="*/ 92144 h 94328"/>
                  <a:gd name="connsiteX1" fmla="*/ 51056 w 59843"/>
                  <a:gd name="connsiteY1" fmla="*/ 92144 h 94328"/>
                  <a:gd name="connsiteX2" fmla="*/ 51056 w 59843"/>
                  <a:gd name="connsiteY2" fmla="*/ 81595 h 94328"/>
                  <a:gd name="connsiteX3" fmla="*/ 13393 w 59843"/>
                  <a:gd name="connsiteY3" fmla="*/ 81595 h 94328"/>
                  <a:gd name="connsiteX4" fmla="*/ 13393 w 59843"/>
                  <a:gd name="connsiteY4" fmla="*/ 58930 h 94328"/>
                  <a:gd name="connsiteX5" fmla="*/ 18825 w 59843"/>
                  <a:gd name="connsiteY5" fmla="*/ 60318 h 94328"/>
                  <a:gd name="connsiteX6" fmla="*/ 24296 w 59843"/>
                  <a:gd name="connsiteY6" fmla="*/ 60774 h 94328"/>
                  <a:gd name="connsiteX7" fmla="*/ 48816 w 59843"/>
                  <a:gd name="connsiteY7" fmla="*/ 52287 h 94328"/>
                  <a:gd name="connsiteX8" fmla="*/ 57874 w 59843"/>
                  <a:gd name="connsiteY8" fmla="*/ 29305 h 94328"/>
                  <a:gd name="connsiteX9" fmla="*/ 48578 w 59843"/>
                  <a:gd name="connsiteY9" fmla="*/ 6085 h 94328"/>
                  <a:gd name="connsiteX10" fmla="*/ 22373 w 59843"/>
                  <a:gd name="connsiteY10" fmla="*/ -2184 h 94328"/>
                  <a:gd name="connsiteX11" fmla="*/ 10499 w 59843"/>
                  <a:gd name="connsiteY11" fmla="*/ -1193 h 94328"/>
                  <a:gd name="connsiteX12" fmla="*/ -1969 w 59843"/>
                  <a:gd name="connsiteY12" fmla="*/ 1782 h 94328"/>
                  <a:gd name="connsiteX13" fmla="*/ -1969 w 59843"/>
                  <a:gd name="connsiteY13" fmla="*/ 14373 h 94328"/>
                  <a:gd name="connsiteX14" fmla="*/ 9548 w 59843"/>
                  <a:gd name="connsiteY14" fmla="*/ 9852 h 94328"/>
                  <a:gd name="connsiteX15" fmla="*/ 22115 w 59843"/>
                  <a:gd name="connsiteY15" fmla="*/ 8365 h 94328"/>
                  <a:gd name="connsiteX16" fmla="*/ 39083 w 59843"/>
                  <a:gd name="connsiteY16" fmla="*/ 13997 h 94328"/>
                  <a:gd name="connsiteX17" fmla="*/ 45347 w 59843"/>
                  <a:gd name="connsiteY17" fmla="*/ 29305 h 94328"/>
                  <a:gd name="connsiteX18" fmla="*/ 39083 w 59843"/>
                  <a:gd name="connsiteY18" fmla="*/ 44593 h 94328"/>
                  <a:gd name="connsiteX19" fmla="*/ 22115 w 59843"/>
                  <a:gd name="connsiteY19" fmla="*/ 50245 h 94328"/>
                  <a:gd name="connsiteX20" fmla="*/ 12105 w 59843"/>
                  <a:gd name="connsiteY20" fmla="*/ 49134 h 94328"/>
                  <a:gd name="connsiteX21" fmla="*/ 1936 w 59843"/>
                  <a:gd name="connsiteY21" fmla="*/ 45664 h 94328"/>
                  <a:gd name="connsiteX22" fmla="*/ 1936 w 59843"/>
                  <a:gd name="connsiteY22" fmla="*/ 92144 h 9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9843" h="94328">
                    <a:moveTo>
                      <a:pt x="1936" y="92144"/>
                    </a:moveTo>
                    <a:lnTo>
                      <a:pt x="51056" y="92144"/>
                    </a:lnTo>
                    <a:lnTo>
                      <a:pt x="51056" y="81595"/>
                    </a:lnTo>
                    <a:lnTo>
                      <a:pt x="13393" y="81595"/>
                    </a:lnTo>
                    <a:lnTo>
                      <a:pt x="13393" y="58930"/>
                    </a:lnTo>
                    <a:cubicBezTo>
                      <a:pt x="15204" y="59551"/>
                      <a:pt x="17014" y="60014"/>
                      <a:pt x="18825" y="60318"/>
                    </a:cubicBezTo>
                    <a:cubicBezTo>
                      <a:pt x="20648" y="60622"/>
                      <a:pt x="22472" y="60774"/>
                      <a:pt x="24296" y="60774"/>
                    </a:cubicBezTo>
                    <a:cubicBezTo>
                      <a:pt x="34616" y="60774"/>
                      <a:pt x="42790" y="57945"/>
                      <a:pt x="48816" y="52287"/>
                    </a:cubicBezTo>
                    <a:cubicBezTo>
                      <a:pt x="54855" y="46629"/>
                      <a:pt x="57874" y="38968"/>
                      <a:pt x="57874" y="29305"/>
                    </a:cubicBezTo>
                    <a:cubicBezTo>
                      <a:pt x="57874" y="19351"/>
                      <a:pt x="54776" y="11610"/>
                      <a:pt x="48578" y="6085"/>
                    </a:cubicBezTo>
                    <a:cubicBezTo>
                      <a:pt x="42380" y="572"/>
                      <a:pt x="33645" y="-2184"/>
                      <a:pt x="22373" y="-2184"/>
                    </a:cubicBezTo>
                    <a:cubicBezTo>
                      <a:pt x="18488" y="-2184"/>
                      <a:pt x="14530" y="-1854"/>
                      <a:pt x="10499" y="-1193"/>
                    </a:cubicBezTo>
                    <a:cubicBezTo>
                      <a:pt x="6482" y="-532"/>
                      <a:pt x="2326" y="460"/>
                      <a:pt x="-1969" y="1782"/>
                    </a:cubicBezTo>
                    <a:lnTo>
                      <a:pt x="-1969" y="14373"/>
                    </a:lnTo>
                    <a:cubicBezTo>
                      <a:pt x="1745" y="12351"/>
                      <a:pt x="5583" y="10844"/>
                      <a:pt x="9548" y="9852"/>
                    </a:cubicBezTo>
                    <a:cubicBezTo>
                      <a:pt x="13512" y="8861"/>
                      <a:pt x="17701" y="8365"/>
                      <a:pt x="22115" y="8365"/>
                    </a:cubicBezTo>
                    <a:cubicBezTo>
                      <a:pt x="29264" y="8365"/>
                      <a:pt x="34920" y="10242"/>
                      <a:pt x="39083" y="13997"/>
                    </a:cubicBezTo>
                    <a:cubicBezTo>
                      <a:pt x="43259" y="17751"/>
                      <a:pt x="45347" y="22854"/>
                      <a:pt x="45347" y="29305"/>
                    </a:cubicBezTo>
                    <a:cubicBezTo>
                      <a:pt x="45347" y="35743"/>
                      <a:pt x="43259" y="40839"/>
                      <a:pt x="39083" y="44593"/>
                    </a:cubicBezTo>
                    <a:cubicBezTo>
                      <a:pt x="34920" y="48361"/>
                      <a:pt x="29264" y="50245"/>
                      <a:pt x="22115" y="50245"/>
                    </a:cubicBezTo>
                    <a:cubicBezTo>
                      <a:pt x="18772" y="50245"/>
                      <a:pt x="15435" y="49875"/>
                      <a:pt x="12105" y="49134"/>
                    </a:cubicBezTo>
                    <a:cubicBezTo>
                      <a:pt x="8788" y="48394"/>
                      <a:pt x="5398" y="47237"/>
                      <a:pt x="1936" y="45664"/>
                    </a:cubicBezTo>
                    <a:lnTo>
                      <a:pt x="1936" y="92144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B7FDA7EC-B04A-F227-8292-69DF5D0ACBA9}"/>
                  </a:ext>
                </a:extLst>
              </p:cNvPr>
              <p:cNvSpPr/>
              <p:nvPr/>
            </p:nvSpPr>
            <p:spPr>
              <a:xfrm flipV="1">
                <a:off x="3661609" y="2495987"/>
                <a:ext cx="58713" cy="94189"/>
              </a:xfrm>
              <a:custGeom>
                <a:avLst/>
                <a:gdLst>
                  <a:gd name="connsiteX0" fmla="*/ 13136 w 58713"/>
                  <a:gd name="connsiteY0" fmla="*/ 8258 h 94189"/>
                  <a:gd name="connsiteX1" fmla="*/ 56804 w 58713"/>
                  <a:gd name="connsiteY1" fmla="*/ 8258 h 94189"/>
                  <a:gd name="connsiteX2" fmla="*/ 56804 w 58713"/>
                  <a:gd name="connsiteY2" fmla="*/ -2272 h 94189"/>
                  <a:gd name="connsiteX3" fmla="*/ -1909 w 58713"/>
                  <a:gd name="connsiteY3" fmla="*/ -2272 h 94189"/>
                  <a:gd name="connsiteX4" fmla="*/ -1909 w 58713"/>
                  <a:gd name="connsiteY4" fmla="*/ 8258 h 94189"/>
                  <a:gd name="connsiteX5" fmla="*/ 17497 w 58713"/>
                  <a:gd name="connsiteY5" fmla="*/ 28047 h 94189"/>
                  <a:gd name="connsiteX6" fmla="*/ 32958 w 58713"/>
                  <a:gd name="connsiteY6" fmla="*/ 44089 h 94189"/>
                  <a:gd name="connsiteX7" fmla="*/ 41343 w 58713"/>
                  <a:gd name="connsiteY7" fmla="*/ 55511 h 94189"/>
                  <a:gd name="connsiteX8" fmla="*/ 43742 w 58713"/>
                  <a:gd name="connsiteY8" fmla="*/ 64712 h 94189"/>
                  <a:gd name="connsiteX9" fmla="*/ 38568 w 58713"/>
                  <a:gd name="connsiteY9" fmla="*/ 76729 h 94189"/>
                  <a:gd name="connsiteX10" fmla="*/ 25089 w 58713"/>
                  <a:gd name="connsiteY10" fmla="*/ 81388 h 94189"/>
                  <a:gd name="connsiteX11" fmla="*/ 12660 w 58713"/>
                  <a:gd name="connsiteY11" fmla="*/ 79346 h 94189"/>
                  <a:gd name="connsiteX12" fmla="*/ -1295 w 58713"/>
                  <a:gd name="connsiteY12" fmla="*/ 73139 h 94189"/>
                  <a:gd name="connsiteX13" fmla="*/ -1295 w 58713"/>
                  <a:gd name="connsiteY13" fmla="*/ 85791 h 94189"/>
                  <a:gd name="connsiteX14" fmla="*/ 12819 w 58713"/>
                  <a:gd name="connsiteY14" fmla="*/ 90371 h 94189"/>
                  <a:gd name="connsiteX15" fmla="*/ 24851 w 58713"/>
                  <a:gd name="connsiteY15" fmla="*/ 91918 h 94189"/>
                  <a:gd name="connsiteX16" fmla="*/ 47765 w 58713"/>
                  <a:gd name="connsiteY16" fmla="*/ 84720 h 94189"/>
                  <a:gd name="connsiteX17" fmla="*/ 56309 w 58713"/>
                  <a:gd name="connsiteY17" fmla="*/ 65525 h 94189"/>
                  <a:gd name="connsiteX18" fmla="*/ 54168 w 58713"/>
                  <a:gd name="connsiteY18" fmla="*/ 54698 h 94189"/>
                  <a:gd name="connsiteX19" fmla="*/ 46398 w 58713"/>
                  <a:gd name="connsiteY19" fmla="*/ 42662 h 94189"/>
                  <a:gd name="connsiteX20" fmla="*/ 36546 w 58713"/>
                  <a:gd name="connsiteY20" fmla="*/ 32271 h 94189"/>
                  <a:gd name="connsiteX21" fmla="*/ 13136 w 58713"/>
                  <a:gd name="connsiteY21" fmla="*/ 8258 h 94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8713" h="94189">
                    <a:moveTo>
                      <a:pt x="13136" y="8258"/>
                    </a:moveTo>
                    <a:lnTo>
                      <a:pt x="56804" y="8258"/>
                    </a:lnTo>
                    <a:lnTo>
                      <a:pt x="56804" y="-2272"/>
                    </a:lnTo>
                    <a:lnTo>
                      <a:pt x="-1909" y="-2272"/>
                    </a:lnTo>
                    <a:lnTo>
                      <a:pt x="-1909" y="8258"/>
                    </a:lnTo>
                    <a:cubicBezTo>
                      <a:pt x="2835" y="13175"/>
                      <a:pt x="9304" y="19772"/>
                      <a:pt x="17497" y="28047"/>
                    </a:cubicBezTo>
                    <a:cubicBezTo>
                      <a:pt x="25703" y="36336"/>
                      <a:pt x="30857" y="41683"/>
                      <a:pt x="32958" y="44089"/>
                    </a:cubicBezTo>
                    <a:cubicBezTo>
                      <a:pt x="36962" y="48584"/>
                      <a:pt x="39757" y="52391"/>
                      <a:pt x="41343" y="55511"/>
                    </a:cubicBezTo>
                    <a:cubicBezTo>
                      <a:pt x="42942" y="58631"/>
                      <a:pt x="43742" y="61698"/>
                      <a:pt x="43742" y="64712"/>
                    </a:cubicBezTo>
                    <a:cubicBezTo>
                      <a:pt x="43742" y="69630"/>
                      <a:pt x="42017" y="73635"/>
                      <a:pt x="38568" y="76729"/>
                    </a:cubicBezTo>
                    <a:cubicBezTo>
                      <a:pt x="35119" y="79835"/>
                      <a:pt x="30626" y="81388"/>
                      <a:pt x="25089" y="81388"/>
                    </a:cubicBezTo>
                    <a:cubicBezTo>
                      <a:pt x="21164" y="81388"/>
                      <a:pt x="17021" y="80708"/>
                      <a:pt x="12660" y="79346"/>
                    </a:cubicBezTo>
                    <a:cubicBezTo>
                      <a:pt x="8313" y="77984"/>
                      <a:pt x="3661" y="75916"/>
                      <a:pt x="-1295" y="73139"/>
                    </a:cubicBezTo>
                    <a:lnTo>
                      <a:pt x="-1295" y="85791"/>
                    </a:lnTo>
                    <a:cubicBezTo>
                      <a:pt x="3740" y="87813"/>
                      <a:pt x="8445" y="89340"/>
                      <a:pt x="12819" y="90371"/>
                    </a:cubicBezTo>
                    <a:cubicBezTo>
                      <a:pt x="17206" y="91402"/>
                      <a:pt x="21217" y="91918"/>
                      <a:pt x="24851" y="91918"/>
                    </a:cubicBezTo>
                    <a:cubicBezTo>
                      <a:pt x="34432" y="91918"/>
                      <a:pt x="42070" y="89519"/>
                      <a:pt x="47765" y="84720"/>
                    </a:cubicBezTo>
                    <a:cubicBezTo>
                      <a:pt x="53461" y="79934"/>
                      <a:pt x="56309" y="73536"/>
                      <a:pt x="56309" y="65525"/>
                    </a:cubicBezTo>
                    <a:cubicBezTo>
                      <a:pt x="56309" y="61718"/>
                      <a:pt x="55595" y="58109"/>
                      <a:pt x="54168" y="54698"/>
                    </a:cubicBezTo>
                    <a:cubicBezTo>
                      <a:pt x="52754" y="51301"/>
                      <a:pt x="50164" y="47289"/>
                      <a:pt x="46398" y="42662"/>
                    </a:cubicBezTo>
                    <a:cubicBezTo>
                      <a:pt x="45367" y="41459"/>
                      <a:pt x="42083" y="37995"/>
                      <a:pt x="36546" y="32271"/>
                    </a:cubicBezTo>
                    <a:cubicBezTo>
                      <a:pt x="31022" y="26547"/>
                      <a:pt x="23219" y="18542"/>
                      <a:pt x="13136" y="82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52674093-2DAD-6520-C0D9-D990E585A461}"/>
                  </a:ext>
                </a:extLst>
              </p:cNvPr>
              <p:cNvSpPr/>
              <p:nvPr/>
            </p:nvSpPr>
            <p:spPr>
              <a:xfrm flipV="1">
                <a:off x="3741391" y="2495987"/>
                <a:ext cx="63926" cy="95994"/>
              </a:xfrm>
              <a:custGeom>
                <a:avLst/>
                <a:gdLst>
                  <a:gd name="connsiteX0" fmla="*/ 29966 w 63926"/>
                  <a:gd name="connsiteY0" fmla="*/ 83853 h 95994"/>
                  <a:gd name="connsiteX1" fmla="*/ 15437 w 63926"/>
                  <a:gd name="connsiteY1" fmla="*/ 74335 h 95994"/>
                  <a:gd name="connsiteX2" fmla="*/ 10580 w 63926"/>
                  <a:gd name="connsiteY2" fmla="*/ 45741 h 95994"/>
                  <a:gd name="connsiteX3" fmla="*/ 15437 w 63926"/>
                  <a:gd name="connsiteY3" fmla="*/ 17207 h 95994"/>
                  <a:gd name="connsiteX4" fmla="*/ 29966 w 63926"/>
                  <a:gd name="connsiteY4" fmla="*/ 7688 h 95994"/>
                  <a:gd name="connsiteX5" fmla="*/ 44556 w 63926"/>
                  <a:gd name="connsiteY5" fmla="*/ 17207 h 95994"/>
                  <a:gd name="connsiteX6" fmla="*/ 49432 w 63926"/>
                  <a:gd name="connsiteY6" fmla="*/ 45741 h 95994"/>
                  <a:gd name="connsiteX7" fmla="*/ 44556 w 63926"/>
                  <a:gd name="connsiteY7" fmla="*/ 74335 h 95994"/>
                  <a:gd name="connsiteX8" fmla="*/ 29966 w 63926"/>
                  <a:gd name="connsiteY8" fmla="*/ 83853 h 95994"/>
                  <a:gd name="connsiteX9" fmla="*/ 29966 w 63926"/>
                  <a:gd name="connsiteY9" fmla="*/ 93768 h 95994"/>
                  <a:gd name="connsiteX10" fmla="*/ 53733 w 63926"/>
                  <a:gd name="connsiteY10" fmla="*/ 81454 h 95994"/>
                  <a:gd name="connsiteX11" fmla="*/ 61940 w 63926"/>
                  <a:gd name="connsiteY11" fmla="*/ 45741 h 95994"/>
                  <a:gd name="connsiteX12" fmla="*/ 53733 w 63926"/>
                  <a:gd name="connsiteY12" fmla="*/ 10068 h 95994"/>
                  <a:gd name="connsiteX13" fmla="*/ 29966 w 63926"/>
                  <a:gd name="connsiteY13" fmla="*/ -2226 h 95994"/>
                  <a:gd name="connsiteX14" fmla="*/ 6219 w 63926"/>
                  <a:gd name="connsiteY14" fmla="*/ 10068 h 95994"/>
                  <a:gd name="connsiteX15" fmla="*/ -1987 w 63926"/>
                  <a:gd name="connsiteY15" fmla="*/ 45741 h 95994"/>
                  <a:gd name="connsiteX16" fmla="*/ 6219 w 63926"/>
                  <a:gd name="connsiteY16" fmla="*/ 81454 h 95994"/>
                  <a:gd name="connsiteX17" fmla="*/ 29966 w 63926"/>
                  <a:gd name="connsiteY17" fmla="*/ 93768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853"/>
                    </a:moveTo>
                    <a:cubicBezTo>
                      <a:pt x="23531" y="83853"/>
                      <a:pt x="18688" y="80681"/>
                      <a:pt x="15437" y="74335"/>
                    </a:cubicBezTo>
                    <a:cubicBezTo>
                      <a:pt x="12199" y="68003"/>
                      <a:pt x="10580" y="58472"/>
                      <a:pt x="10580" y="45741"/>
                    </a:cubicBezTo>
                    <a:cubicBezTo>
                      <a:pt x="10580" y="33064"/>
                      <a:pt x="12199" y="23552"/>
                      <a:pt x="15437" y="17207"/>
                    </a:cubicBezTo>
                    <a:cubicBezTo>
                      <a:pt x="18688" y="10861"/>
                      <a:pt x="23531" y="7688"/>
                      <a:pt x="29966" y="7688"/>
                    </a:cubicBezTo>
                    <a:cubicBezTo>
                      <a:pt x="36455" y="7688"/>
                      <a:pt x="41318" y="10861"/>
                      <a:pt x="44556" y="17207"/>
                    </a:cubicBezTo>
                    <a:cubicBezTo>
                      <a:pt x="47806" y="23552"/>
                      <a:pt x="49432" y="33064"/>
                      <a:pt x="49432" y="45741"/>
                    </a:cubicBezTo>
                    <a:cubicBezTo>
                      <a:pt x="49432" y="58472"/>
                      <a:pt x="47806" y="68003"/>
                      <a:pt x="44556" y="74335"/>
                    </a:cubicBezTo>
                    <a:cubicBezTo>
                      <a:pt x="41318" y="80681"/>
                      <a:pt x="36455" y="83853"/>
                      <a:pt x="29966" y="83853"/>
                    </a:cubicBezTo>
                    <a:close/>
                    <a:moveTo>
                      <a:pt x="29966" y="93768"/>
                    </a:moveTo>
                    <a:cubicBezTo>
                      <a:pt x="40340" y="93768"/>
                      <a:pt x="48262" y="89663"/>
                      <a:pt x="53733" y="81454"/>
                    </a:cubicBezTo>
                    <a:cubicBezTo>
                      <a:pt x="59204" y="73258"/>
                      <a:pt x="61940" y="61353"/>
                      <a:pt x="61940" y="45741"/>
                    </a:cubicBezTo>
                    <a:cubicBezTo>
                      <a:pt x="61940" y="30168"/>
                      <a:pt x="59204" y="18277"/>
                      <a:pt x="53733" y="10068"/>
                    </a:cubicBezTo>
                    <a:cubicBezTo>
                      <a:pt x="48262" y="1872"/>
                      <a:pt x="40340" y="-2226"/>
                      <a:pt x="29966" y="-2226"/>
                    </a:cubicBezTo>
                    <a:cubicBezTo>
                      <a:pt x="19606" y="-2226"/>
                      <a:pt x="11690" y="1872"/>
                      <a:pt x="6219" y="10068"/>
                    </a:cubicBezTo>
                    <a:cubicBezTo>
                      <a:pt x="748" y="18277"/>
                      <a:pt x="-1987" y="30168"/>
                      <a:pt x="-1987" y="45741"/>
                    </a:cubicBezTo>
                    <a:cubicBezTo>
                      <a:pt x="-1987" y="61353"/>
                      <a:pt x="748" y="73258"/>
                      <a:pt x="6219" y="81454"/>
                    </a:cubicBezTo>
                    <a:cubicBezTo>
                      <a:pt x="11690" y="89663"/>
                      <a:pt x="19606" y="93768"/>
                      <a:pt x="29966" y="937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</p:grpSp>
      <p:sp>
        <p:nvSpPr>
          <p:cNvPr id="396" name="TextBox 395">
            <a:extLst>
              <a:ext uri="{FF2B5EF4-FFF2-40B4-BE49-F238E27FC236}">
                <a16:creationId xmlns:a16="http://schemas.microsoft.com/office/drawing/2014/main" id="{ABEE0E05-D399-5A9A-81B0-A58ACF01DDDE}"/>
              </a:ext>
            </a:extLst>
          </p:cNvPr>
          <p:cNvSpPr txBox="1"/>
          <p:nvPr/>
        </p:nvSpPr>
        <p:spPr>
          <a:xfrm>
            <a:off x="1530271" y="888921"/>
            <a:ext cx="29367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a</a:t>
            </a:r>
            <a:endParaRPr lang="en-SE" sz="1600" dirty="0"/>
          </a:p>
        </p:txBody>
      </p:sp>
      <p:sp>
        <p:nvSpPr>
          <p:cNvPr id="397" name="TextBox 396">
            <a:extLst>
              <a:ext uri="{FF2B5EF4-FFF2-40B4-BE49-F238E27FC236}">
                <a16:creationId xmlns:a16="http://schemas.microsoft.com/office/drawing/2014/main" id="{1A55A75D-6FD9-E9C2-9987-9E0FE244F274}"/>
              </a:ext>
            </a:extLst>
          </p:cNvPr>
          <p:cNvSpPr txBox="1"/>
          <p:nvPr/>
        </p:nvSpPr>
        <p:spPr>
          <a:xfrm>
            <a:off x="6366946" y="872851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c</a:t>
            </a:r>
            <a:endParaRPr lang="en-SE" sz="1600" dirty="0"/>
          </a:p>
        </p:txBody>
      </p:sp>
      <p:sp>
        <p:nvSpPr>
          <p:cNvPr id="399" name="TextBox 398">
            <a:extLst>
              <a:ext uri="{FF2B5EF4-FFF2-40B4-BE49-F238E27FC236}">
                <a16:creationId xmlns:a16="http://schemas.microsoft.com/office/drawing/2014/main" id="{09AB34F5-8ED1-F430-809C-FCFDC2890D1D}"/>
              </a:ext>
            </a:extLst>
          </p:cNvPr>
          <p:cNvSpPr txBox="1"/>
          <p:nvPr/>
        </p:nvSpPr>
        <p:spPr>
          <a:xfrm>
            <a:off x="1530271" y="343819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b</a:t>
            </a:r>
            <a:endParaRPr lang="en-SE" sz="1600" dirty="0"/>
          </a:p>
        </p:txBody>
      </p:sp>
      <p:sp>
        <p:nvSpPr>
          <p:cNvPr id="400" name="TextBox 399">
            <a:extLst>
              <a:ext uri="{FF2B5EF4-FFF2-40B4-BE49-F238E27FC236}">
                <a16:creationId xmlns:a16="http://schemas.microsoft.com/office/drawing/2014/main" id="{4CC76818-5049-4C28-70D9-C769052D9F7C}"/>
              </a:ext>
            </a:extLst>
          </p:cNvPr>
          <p:cNvSpPr txBox="1"/>
          <p:nvPr/>
        </p:nvSpPr>
        <p:spPr>
          <a:xfrm>
            <a:off x="6374458" y="343819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</a:t>
            </a:r>
            <a:endParaRPr lang="en-SE" sz="16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1" name="TextBox 400">
                <a:extLst>
                  <a:ext uri="{FF2B5EF4-FFF2-40B4-BE49-F238E27FC236}">
                    <a16:creationId xmlns:a16="http://schemas.microsoft.com/office/drawing/2014/main" id="{1DA12C4D-9D74-938E-8EF8-3575A2E3768A}"/>
                  </a:ext>
                </a:extLst>
              </p:cNvPr>
              <p:cNvSpPr txBox="1"/>
              <p:nvPr/>
            </p:nvSpPr>
            <p:spPr>
              <a:xfrm>
                <a:off x="4963231" y="888921"/>
                <a:ext cx="99399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=4.8 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𝑠</m:t>
                      </m:r>
                    </m:oMath>
                  </m:oMathPara>
                </a14:m>
                <a:endParaRPr lang="en-SE" sz="1600" dirty="0"/>
              </a:p>
            </p:txBody>
          </p:sp>
        </mc:Choice>
        <mc:Fallback xmlns="">
          <p:sp>
            <p:nvSpPr>
              <p:cNvPr id="401" name="TextBox 400">
                <a:extLst>
                  <a:ext uri="{FF2B5EF4-FFF2-40B4-BE49-F238E27FC236}">
                    <a16:creationId xmlns:a16="http://schemas.microsoft.com/office/drawing/2014/main" id="{1DA12C4D-9D74-938E-8EF8-3575A2E376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63231" y="888921"/>
                <a:ext cx="993990" cy="33855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2" name="TextBox 401">
                <a:extLst>
                  <a:ext uri="{FF2B5EF4-FFF2-40B4-BE49-F238E27FC236}">
                    <a16:creationId xmlns:a16="http://schemas.microsoft.com/office/drawing/2014/main" id="{1BA0287C-33D1-9BB2-069F-FABE7A416DFB}"/>
                  </a:ext>
                </a:extLst>
              </p:cNvPr>
              <p:cNvSpPr txBox="1"/>
              <p:nvPr/>
            </p:nvSpPr>
            <p:spPr>
              <a:xfrm>
                <a:off x="9799906" y="872851"/>
                <a:ext cx="99399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=4.8 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𝑠</m:t>
                      </m:r>
                    </m:oMath>
                  </m:oMathPara>
                </a14:m>
                <a:endParaRPr lang="en-SE" sz="1600" dirty="0"/>
              </a:p>
            </p:txBody>
          </p:sp>
        </mc:Choice>
        <mc:Fallback xmlns="">
          <p:sp>
            <p:nvSpPr>
              <p:cNvPr id="402" name="TextBox 401">
                <a:extLst>
                  <a:ext uri="{FF2B5EF4-FFF2-40B4-BE49-F238E27FC236}">
                    <a16:creationId xmlns:a16="http://schemas.microsoft.com/office/drawing/2014/main" id="{1BA0287C-33D1-9BB2-069F-FABE7A416D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99906" y="872851"/>
                <a:ext cx="993990" cy="33855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38B0FF0B-B435-2857-B55F-D539E7AA4096}"/>
                  </a:ext>
                </a:extLst>
              </p:cNvPr>
              <p:cNvSpPr txBox="1"/>
              <p:nvPr/>
            </p:nvSpPr>
            <p:spPr>
              <a:xfrm>
                <a:off x="4963231" y="3438196"/>
                <a:ext cx="99399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=5.5 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𝑠</m:t>
                      </m:r>
                    </m:oMath>
                  </m:oMathPara>
                </a14:m>
                <a:endParaRPr lang="en-SE" sz="1600" dirty="0"/>
              </a:p>
            </p:txBody>
          </p:sp>
        </mc:Choice>
        <mc:Fallback xmlns=""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38B0FF0B-B435-2857-B55F-D539E7AA40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63231" y="3438196"/>
                <a:ext cx="993990" cy="33855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4" name="TextBox 403">
                <a:extLst>
                  <a:ext uri="{FF2B5EF4-FFF2-40B4-BE49-F238E27FC236}">
                    <a16:creationId xmlns:a16="http://schemas.microsoft.com/office/drawing/2014/main" id="{22482D1A-719E-5A5F-F787-8751DE6A7256}"/>
                  </a:ext>
                </a:extLst>
              </p:cNvPr>
              <p:cNvSpPr txBox="1"/>
              <p:nvPr/>
            </p:nvSpPr>
            <p:spPr>
              <a:xfrm>
                <a:off x="9807418" y="3438196"/>
                <a:ext cx="99399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=5.5 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𝑠</m:t>
                      </m:r>
                    </m:oMath>
                  </m:oMathPara>
                </a14:m>
                <a:endParaRPr lang="en-SE" sz="1600" dirty="0"/>
              </a:p>
            </p:txBody>
          </p:sp>
        </mc:Choice>
        <mc:Fallback xmlns="">
          <p:sp>
            <p:nvSpPr>
              <p:cNvPr id="404" name="TextBox 403">
                <a:extLst>
                  <a:ext uri="{FF2B5EF4-FFF2-40B4-BE49-F238E27FC236}">
                    <a16:creationId xmlns:a16="http://schemas.microsoft.com/office/drawing/2014/main" id="{22482D1A-719E-5A5F-F787-8751DE6A72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7418" y="3438196"/>
                <a:ext cx="993990" cy="33855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27518224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" name="Graphic 163">
            <a:extLst>
              <a:ext uri="{FF2B5EF4-FFF2-40B4-BE49-F238E27FC236}">
                <a16:creationId xmlns:a16="http://schemas.microsoft.com/office/drawing/2014/main" id="{EEB8DD5F-7332-CCB2-3F84-ABF640ED017A}"/>
              </a:ext>
            </a:extLst>
          </p:cNvPr>
          <p:cNvGrpSpPr/>
          <p:nvPr/>
        </p:nvGrpSpPr>
        <p:grpSpPr>
          <a:xfrm>
            <a:off x="1197546" y="3437364"/>
            <a:ext cx="4967896" cy="2453143"/>
            <a:chOff x="-5556895" y="2446478"/>
            <a:chExt cx="4967896" cy="2453143"/>
          </a:xfrm>
        </p:grpSpPr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203BED18-F828-E1FF-5091-E9E4537FCB16}"/>
                </a:ext>
              </a:extLst>
            </p:cNvPr>
            <p:cNvSpPr/>
            <p:nvPr/>
          </p:nvSpPr>
          <p:spPr>
            <a:xfrm>
              <a:off x="-5232148" y="2446478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169" name="Picture 168">
              <a:extLst>
                <a:ext uri="{FF2B5EF4-FFF2-40B4-BE49-F238E27FC236}">
                  <a16:creationId xmlns:a16="http://schemas.microsoft.com/office/drawing/2014/main" id="{8D69707E-B8AE-E01F-252E-5F1EC339774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flipV="1">
              <a:off x="-5232148" y="2446478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3399668-EC0E-5A50-DD30-1CAAB1F10981}"/>
                </a:ext>
              </a:extLst>
            </p:cNvPr>
            <p:cNvSpPr/>
            <p:nvPr/>
          </p:nvSpPr>
          <p:spPr>
            <a:xfrm>
              <a:off x="-3563381" y="3545035"/>
              <a:ext cx="227809" cy="96369"/>
            </a:xfrm>
            <a:custGeom>
              <a:avLst/>
              <a:gdLst>
                <a:gd name="connsiteX0" fmla="*/ 227809 w 227809"/>
                <a:gd name="connsiteY0" fmla="*/ 9290 h 96369"/>
                <a:gd name="connsiteX1" fmla="*/ 224204 w 227809"/>
                <a:gd name="connsiteY1" fmla="*/ 96369 h 96369"/>
                <a:gd name="connsiteX2" fmla="*/ 0 w 227809"/>
                <a:gd name="connsiteY2" fmla="*/ 87078 h 96369"/>
                <a:gd name="connsiteX3" fmla="*/ 3606 w 227809"/>
                <a:gd name="connsiteY3" fmla="*/ 0 h 9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809" h="96369">
                  <a:moveTo>
                    <a:pt x="227809" y="9290"/>
                  </a:moveTo>
                  <a:lnTo>
                    <a:pt x="224204" y="96369"/>
                  </a:lnTo>
                  <a:lnTo>
                    <a:pt x="0" y="87078"/>
                  </a:lnTo>
                  <a:lnTo>
                    <a:pt x="3606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7E76C811-7A1B-1473-4ED2-45E870F79A22}"/>
                </a:ext>
              </a:extLst>
            </p:cNvPr>
            <p:cNvSpPr/>
            <p:nvPr/>
          </p:nvSpPr>
          <p:spPr>
            <a:xfrm>
              <a:off x="-3426225" y="3550718"/>
              <a:ext cx="88849" cy="87078"/>
            </a:xfrm>
            <a:custGeom>
              <a:avLst/>
              <a:gdLst>
                <a:gd name="connsiteX0" fmla="*/ 88850 w 88849"/>
                <a:gd name="connsiteY0" fmla="*/ 47146 h 87078"/>
                <a:gd name="connsiteX1" fmla="*/ 0 w 88849"/>
                <a:gd name="connsiteY1" fmla="*/ 87078 h 87078"/>
                <a:gd name="connsiteX2" fmla="*/ 3606 w 88849"/>
                <a:gd name="connsiteY2" fmla="*/ 0 h 87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49" h="87078">
                  <a:moveTo>
                    <a:pt x="88850" y="47146"/>
                  </a:moveTo>
                  <a:lnTo>
                    <a:pt x="0" y="87078"/>
                  </a:lnTo>
                  <a:lnTo>
                    <a:pt x="3606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72" name="Graphic 163">
              <a:extLst>
                <a:ext uri="{FF2B5EF4-FFF2-40B4-BE49-F238E27FC236}">
                  <a16:creationId xmlns:a16="http://schemas.microsoft.com/office/drawing/2014/main" id="{0A5797E1-F88C-16CE-7B90-F86F193FC1C6}"/>
                </a:ext>
              </a:extLst>
            </p:cNvPr>
            <p:cNvGrpSpPr/>
            <p:nvPr/>
          </p:nvGrpSpPr>
          <p:grpSpPr>
            <a:xfrm>
              <a:off x="-5343430" y="4712551"/>
              <a:ext cx="4754431" cy="187070"/>
              <a:chOff x="-5343430" y="4712551"/>
              <a:chExt cx="4754431" cy="187070"/>
            </a:xfrm>
            <a:solidFill>
              <a:srgbClr val="000000"/>
            </a:solidFill>
          </p:grpSpPr>
          <p:grpSp>
            <p:nvGrpSpPr>
              <p:cNvPr id="173" name="Graphic 163">
                <a:extLst>
                  <a:ext uri="{FF2B5EF4-FFF2-40B4-BE49-F238E27FC236}">
                    <a16:creationId xmlns:a16="http://schemas.microsoft.com/office/drawing/2014/main" id="{1379ED4A-2F83-38EA-6785-B68872745C58}"/>
                  </a:ext>
                </a:extLst>
              </p:cNvPr>
              <p:cNvGrpSpPr/>
              <p:nvPr/>
            </p:nvGrpSpPr>
            <p:grpSpPr>
              <a:xfrm>
                <a:off x="-5343430" y="4712551"/>
                <a:ext cx="223926" cy="187070"/>
                <a:chOff x="-5343430" y="4712551"/>
                <a:chExt cx="223926" cy="187070"/>
              </a:xfrm>
              <a:solidFill>
                <a:srgbClr val="000000"/>
              </a:solidFill>
            </p:grpSpPr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AA7BC0D7-033C-1D4B-0AE6-C9649BCB0BC7}"/>
                    </a:ext>
                  </a:extLst>
                </p:cNvPr>
                <p:cNvSpPr/>
                <p:nvPr/>
              </p:nvSpPr>
              <p:spPr>
                <a:xfrm>
                  <a:off x="-5232148" y="4712551"/>
                  <a:ext cx="12686" cy="44417"/>
                </a:xfrm>
                <a:custGeom>
                  <a:avLst/>
                  <a:gdLst>
                    <a:gd name="connsiteX0" fmla="*/ 58 w 12686"/>
                    <a:gd name="connsiteY0" fmla="*/ 264 h 44417"/>
                    <a:gd name="connsiteX1" fmla="*/ 58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58" y="264"/>
                      </a:moveTo>
                      <a:lnTo>
                        <a:pt x="58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76" name="Graphic 163">
                  <a:extLst>
                    <a:ext uri="{FF2B5EF4-FFF2-40B4-BE49-F238E27FC236}">
                      <a16:creationId xmlns:a16="http://schemas.microsoft.com/office/drawing/2014/main" id="{A8575B44-B026-D28E-2A72-52DE90728C1E}"/>
                    </a:ext>
                  </a:extLst>
                </p:cNvPr>
                <p:cNvGrpSpPr/>
                <p:nvPr/>
              </p:nvGrpSpPr>
              <p:grpSpPr>
                <a:xfrm>
                  <a:off x="-5343430" y="4803628"/>
                  <a:ext cx="223926" cy="95994"/>
                  <a:chOff x="-5343430" y="480362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77" name="Freeform: Shape 176">
                    <a:extLst>
                      <a:ext uri="{FF2B5EF4-FFF2-40B4-BE49-F238E27FC236}">
                        <a16:creationId xmlns:a16="http://schemas.microsoft.com/office/drawing/2014/main" id="{8FD40290-AE66-9E8A-A043-F8C437340418}"/>
                      </a:ext>
                    </a:extLst>
                  </p:cNvPr>
                  <p:cNvSpPr/>
                  <p:nvPr/>
                </p:nvSpPr>
                <p:spPr>
                  <a:xfrm flipV="1">
                    <a:off x="-5343430" y="4805293"/>
                    <a:ext cx="59843" cy="94328"/>
                  </a:xfrm>
                  <a:custGeom>
                    <a:avLst/>
                    <a:gdLst>
                      <a:gd name="connsiteX0" fmla="*/ 1953 w 59843"/>
                      <a:gd name="connsiteY0" fmla="*/ 92316 h 94328"/>
                      <a:gd name="connsiteX1" fmla="*/ 51072 w 59843"/>
                      <a:gd name="connsiteY1" fmla="*/ 92316 h 94328"/>
                      <a:gd name="connsiteX2" fmla="*/ 51072 w 59843"/>
                      <a:gd name="connsiteY2" fmla="*/ 81767 h 94328"/>
                      <a:gd name="connsiteX3" fmla="*/ 13410 w 59843"/>
                      <a:gd name="connsiteY3" fmla="*/ 81767 h 94328"/>
                      <a:gd name="connsiteX4" fmla="*/ 13410 w 59843"/>
                      <a:gd name="connsiteY4" fmla="*/ 59102 h 94328"/>
                      <a:gd name="connsiteX5" fmla="*/ 18841 w 59843"/>
                      <a:gd name="connsiteY5" fmla="*/ 60490 h 94328"/>
                      <a:gd name="connsiteX6" fmla="*/ 24312 w 59843"/>
                      <a:gd name="connsiteY6" fmla="*/ 60946 h 94328"/>
                      <a:gd name="connsiteX7" fmla="*/ 48832 w 59843"/>
                      <a:gd name="connsiteY7" fmla="*/ 52459 h 94328"/>
                      <a:gd name="connsiteX8" fmla="*/ 57891 w 59843"/>
                      <a:gd name="connsiteY8" fmla="*/ 29476 h 94328"/>
                      <a:gd name="connsiteX9" fmla="*/ 48594 w 59843"/>
                      <a:gd name="connsiteY9" fmla="*/ 6256 h 94328"/>
                      <a:gd name="connsiteX10" fmla="*/ 22389 w 59843"/>
                      <a:gd name="connsiteY10" fmla="*/ -2013 h 94328"/>
                      <a:gd name="connsiteX11" fmla="*/ 10516 w 59843"/>
                      <a:gd name="connsiteY11" fmla="*/ -1021 h 94328"/>
                      <a:gd name="connsiteX12" fmla="*/ -1952 w 59843"/>
                      <a:gd name="connsiteY12" fmla="*/ 1953 h 94328"/>
                      <a:gd name="connsiteX13" fmla="*/ -1952 w 59843"/>
                      <a:gd name="connsiteY13" fmla="*/ 14545 h 94328"/>
                      <a:gd name="connsiteX14" fmla="*/ 9564 w 59843"/>
                      <a:gd name="connsiteY14" fmla="*/ 10024 h 94328"/>
                      <a:gd name="connsiteX15" fmla="*/ 22132 w 59843"/>
                      <a:gd name="connsiteY15" fmla="*/ 8537 h 94328"/>
                      <a:gd name="connsiteX16" fmla="*/ 39100 w 59843"/>
                      <a:gd name="connsiteY16" fmla="*/ 14168 h 94328"/>
                      <a:gd name="connsiteX17" fmla="*/ 45363 w 59843"/>
                      <a:gd name="connsiteY17" fmla="*/ 29476 h 94328"/>
                      <a:gd name="connsiteX18" fmla="*/ 39100 w 59843"/>
                      <a:gd name="connsiteY18" fmla="*/ 44765 h 94328"/>
                      <a:gd name="connsiteX19" fmla="*/ 22132 w 59843"/>
                      <a:gd name="connsiteY19" fmla="*/ 50416 h 94328"/>
                      <a:gd name="connsiteX20" fmla="*/ 12121 w 59843"/>
                      <a:gd name="connsiteY20" fmla="*/ 49306 h 94328"/>
                      <a:gd name="connsiteX21" fmla="*/ 1953 w 59843"/>
                      <a:gd name="connsiteY21" fmla="*/ 45836 h 94328"/>
                      <a:gd name="connsiteX22" fmla="*/ 1953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53" y="92316"/>
                        </a:moveTo>
                        <a:lnTo>
                          <a:pt x="51072" y="92316"/>
                        </a:lnTo>
                        <a:lnTo>
                          <a:pt x="51072" y="81767"/>
                        </a:lnTo>
                        <a:lnTo>
                          <a:pt x="13410" y="81767"/>
                        </a:lnTo>
                        <a:lnTo>
                          <a:pt x="13410" y="59102"/>
                        </a:lnTo>
                        <a:cubicBezTo>
                          <a:pt x="15220" y="59723"/>
                          <a:pt x="17031" y="60186"/>
                          <a:pt x="18841" y="60490"/>
                        </a:cubicBezTo>
                        <a:cubicBezTo>
                          <a:pt x="20665" y="60794"/>
                          <a:pt x="22488" y="60946"/>
                          <a:pt x="24312" y="60946"/>
                        </a:cubicBezTo>
                        <a:cubicBezTo>
                          <a:pt x="34633" y="60946"/>
                          <a:pt x="42806" y="58117"/>
                          <a:pt x="48832" y="52459"/>
                        </a:cubicBezTo>
                        <a:cubicBezTo>
                          <a:pt x="54871" y="46801"/>
                          <a:pt x="57891" y="39140"/>
                          <a:pt x="57891" y="29476"/>
                        </a:cubicBezTo>
                        <a:cubicBezTo>
                          <a:pt x="57891" y="19522"/>
                          <a:pt x="54792" y="11782"/>
                          <a:pt x="48594" y="6256"/>
                        </a:cubicBezTo>
                        <a:cubicBezTo>
                          <a:pt x="42397" y="744"/>
                          <a:pt x="33662" y="-2013"/>
                          <a:pt x="22389" y="-2013"/>
                        </a:cubicBezTo>
                        <a:cubicBezTo>
                          <a:pt x="18504" y="-2013"/>
                          <a:pt x="14546" y="-1682"/>
                          <a:pt x="10516" y="-1021"/>
                        </a:cubicBezTo>
                        <a:cubicBezTo>
                          <a:pt x="6499" y="-360"/>
                          <a:pt x="2343" y="631"/>
                          <a:pt x="-1952" y="1953"/>
                        </a:cubicBezTo>
                        <a:lnTo>
                          <a:pt x="-1952" y="14545"/>
                        </a:lnTo>
                        <a:cubicBezTo>
                          <a:pt x="1761" y="12522"/>
                          <a:pt x="5600" y="11015"/>
                          <a:pt x="9564" y="10024"/>
                        </a:cubicBezTo>
                        <a:cubicBezTo>
                          <a:pt x="13529" y="9032"/>
                          <a:pt x="17718" y="8537"/>
                          <a:pt x="22132" y="8537"/>
                        </a:cubicBezTo>
                        <a:cubicBezTo>
                          <a:pt x="29281" y="8537"/>
                          <a:pt x="34937" y="10414"/>
                          <a:pt x="39100" y="14168"/>
                        </a:cubicBezTo>
                        <a:cubicBezTo>
                          <a:pt x="43275" y="17923"/>
                          <a:pt x="45363" y="23025"/>
                          <a:pt x="45363" y="29476"/>
                        </a:cubicBezTo>
                        <a:cubicBezTo>
                          <a:pt x="45363" y="35914"/>
                          <a:pt x="43275" y="41011"/>
                          <a:pt x="39100" y="44765"/>
                        </a:cubicBezTo>
                        <a:cubicBezTo>
                          <a:pt x="34937" y="48533"/>
                          <a:pt x="29281" y="50416"/>
                          <a:pt x="22132" y="50416"/>
                        </a:cubicBezTo>
                        <a:cubicBezTo>
                          <a:pt x="18788" y="50416"/>
                          <a:pt x="15452" y="50046"/>
                          <a:pt x="12121" y="49306"/>
                        </a:cubicBezTo>
                        <a:cubicBezTo>
                          <a:pt x="8805" y="48566"/>
                          <a:pt x="5415" y="47409"/>
                          <a:pt x="1953" y="45836"/>
                        </a:cubicBezTo>
                        <a:lnTo>
                          <a:pt x="1953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8" name="Freeform: Shape 177">
                    <a:extLst>
                      <a:ext uri="{FF2B5EF4-FFF2-40B4-BE49-F238E27FC236}">
                        <a16:creationId xmlns:a16="http://schemas.microsoft.com/office/drawing/2014/main" id="{D7627603-0CB4-87D4-8042-9E73D6EA99DD}"/>
                      </a:ext>
                    </a:extLst>
                  </p:cNvPr>
                  <p:cNvSpPr/>
                  <p:nvPr/>
                </p:nvSpPr>
                <p:spPr>
                  <a:xfrm flipV="1">
                    <a:off x="-5264143" y="4803628"/>
                    <a:ext cx="63926" cy="95994"/>
                  </a:xfrm>
                  <a:custGeom>
                    <a:avLst/>
                    <a:gdLst>
                      <a:gd name="connsiteX0" fmla="*/ 29977 w 63926"/>
                      <a:gd name="connsiteY0" fmla="*/ 84025 h 95994"/>
                      <a:gd name="connsiteX1" fmla="*/ 15447 w 63926"/>
                      <a:gd name="connsiteY1" fmla="*/ 74507 h 95994"/>
                      <a:gd name="connsiteX2" fmla="*/ 10590 w 63926"/>
                      <a:gd name="connsiteY2" fmla="*/ 45913 h 95994"/>
                      <a:gd name="connsiteX3" fmla="*/ 15447 w 63926"/>
                      <a:gd name="connsiteY3" fmla="*/ 17378 h 95994"/>
                      <a:gd name="connsiteX4" fmla="*/ 29977 w 63926"/>
                      <a:gd name="connsiteY4" fmla="*/ 7860 h 95994"/>
                      <a:gd name="connsiteX5" fmla="*/ 44566 w 63926"/>
                      <a:gd name="connsiteY5" fmla="*/ 17378 h 95994"/>
                      <a:gd name="connsiteX6" fmla="*/ 49442 w 63926"/>
                      <a:gd name="connsiteY6" fmla="*/ 45913 h 95994"/>
                      <a:gd name="connsiteX7" fmla="*/ 44566 w 63926"/>
                      <a:gd name="connsiteY7" fmla="*/ 74507 h 95994"/>
                      <a:gd name="connsiteX8" fmla="*/ 29977 w 63926"/>
                      <a:gd name="connsiteY8" fmla="*/ 84025 h 95994"/>
                      <a:gd name="connsiteX9" fmla="*/ 29977 w 63926"/>
                      <a:gd name="connsiteY9" fmla="*/ 93939 h 95994"/>
                      <a:gd name="connsiteX10" fmla="*/ 53743 w 63926"/>
                      <a:gd name="connsiteY10" fmla="*/ 81625 h 95994"/>
                      <a:gd name="connsiteX11" fmla="*/ 61950 w 63926"/>
                      <a:gd name="connsiteY11" fmla="*/ 45913 h 95994"/>
                      <a:gd name="connsiteX12" fmla="*/ 53743 w 63926"/>
                      <a:gd name="connsiteY12" fmla="*/ 10240 h 95994"/>
                      <a:gd name="connsiteX13" fmla="*/ 29977 w 63926"/>
                      <a:gd name="connsiteY13" fmla="*/ -2055 h 95994"/>
                      <a:gd name="connsiteX14" fmla="*/ 6229 w 63926"/>
                      <a:gd name="connsiteY14" fmla="*/ 10240 h 95994"/>
                      <a:gd name="connsiteX15" fmla="*/ -1977 w 63926"/>
                      <a:gd name="connsiteY15" fmla="*/ 45913 h 95994"/>
                      <a:gd name="connsiteX16" fmla="*/ 6229 w 63926"/>
                      <a:gd name="connsiteY16" fmla="*/ 81625 h 95994"/>
                      <a:gd name="connsiteX17" fmla="*/ 2997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77" y="84025"/>
                        </a:moveTo>
                        <a:cubicBezTo>
                          <a:pt x="23541" y="84025"/>
                          <a:pt x="18698" y="80852"/>
                          <a:pt x="15447" y="74507"/>
                        </a:cubicBezTo>
                        <a:cubicBezTo>
                          <a:pt x="12209" y="68174"/>
                          <a:pt x="10590" y="58643"/>
                          <a:pt x="10590" y="45913"/>
                        </a:cubicBezTo>
                        <a:cubicBezTo>
                          <a:pt x="10590" y="33235"/>
                          <a:pt x="12209" y="23724"/>
                          <a:pt x="15447" y="17378"/>
                        </a:cubicBezTo>
                        <a:cubicBezTo>
                          <a:pt x="18698" y="11033"/>
                          <a:pt x="23541" y="7860"/>
                          <a:pt x="29977" y="7860"/>
                        </a:cubicBezTo>
                        <a:cubicBezTo>
                          <a:pt x="36465" y="7860"/>
                          <a:pt x="41328" y="11033"/>
                          <a:pt x="44566" y="17378"/>
                        </a:cubicBezTo>
                        <a:cubicBezTo>
                          <a:pt x="47817" y="23724"/>
                          <a:pt x="49442" y="33235"/>
                          <a:pt x="49442" y="45913"/>
                        </a:cubicBezTo>
                        <a:cubicBezTo>
                          <a:pt x="49442" y="58643"/>
                          <a:pt x="47817" y="68174"/>
                          <a:pt x="44566" y="74507"/>
                        </a:cubicBezTo>
                        <a:cubicBezTo>
                          <a:pt x="41328" y="80852"/>
                          <a:pt x="36465" y="84025"/>
                          <a:pt x="29977" y="84025"/>
                        </a:cubicBezTo>
                        <a:close/>
                        <a:moveTo>
                          <a:pt x="29977" y="93939"/>
                        </a:moveTo>
                        <a:cubicBezTo>
                          <a:pt x="40350" y="93939"/>
                          <a:pt x="48272" y="89835"/>
                          <a:pt x="53743" y="81625"/>
                        </a:cubicBezTo>
                        <a:cubicBezTo>
                          <a:pt x="59214" y="73429"/>
                          <a:pt x="61950" y="61525"/>
                          <a:pt x="61950" y="45913"/>
                        </a:cubicBezTo>
                        <a:cubicBezTo>
                          <a:pt x="61950" y="30340"/>
                          <a:pt x="59214" y="18449"/>
                          <a:pt x="53743" y="10240"/>
                        </a:cubicBezTo>
                        <a:cubicBezTo>
                          <a:pt x="48272" y="2043"/>
                          <a:pt x="40350" y="-2055"/>
                          <a:pt x="29977" y="-2055"/>
                        </a:cubicBezTo>
                        <a:cubicBezTo>
                          <a:pt x="19616" y="-2055"/>
                          <a:pt x="11700" y="2043"/>
                          <a:pt x="6229" y="10240"/>
                        </a:cubicBezTo>
                        <a:cubicBezTo>
                          <a:pt x="759" y="18449"/>
                          <a:pt x="-1977" y="30340"/>
                          <a:pt x="-1977" y="45913"/>
                        </a:cubicBezTo>
                        <a:cubicBezTo>
                          <a:pt x="-1977" y="61525"/>
                          <a:pt x="759" y="73429"/>
                          <a:pt x="6229" y="81625"/>
                        </a:cubicBezTo>
                        <a:cubicBezTo>
                          <a:pt x="11700" y="89835"/>
                          <a:pt x="19616" y="93939"/>
                          <a:pt x="2997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9" name="Freeform: Shape 178">
                    <a:extLst>
                      <a:ext uri="{FF2B5EF4-FFF2-40B4-BE49-F238E27FC236}">
                        <a16:creationId xmlns:a16="http://schemas.microsoft.com/office/drawing/2014/main" id="{89B72BBE-1697-4E44-0A14-30B4D7A09106}"/>
                      </a:ext>
                    </a:extLst>
                  </p:cNvPr>
                  <p:cNvSpPr/>
                  <p:nvPr/>
                </p:nvSpPr>
                <p:spPr>
                  <a:xfrm flipV="1">
                    <a:off x="-5183430" y="4803628"/>
                    <a:ext cx="63926" cy="95994"/>
                  </a:xfrm>
                  <a:custGeom>
                    <a:avLst/>
                    <a:gdLst>
                      <a:gd name="connsiteX0" fmla="*/ 29983 w 63926"/>
                      <a:gd name="connsiteY0" fmla="*/ 84025 h 95994"/>
                      <a:gd name="connsiteX1" fmla="*/ 15453 w 63926"/>
                      <a:gd name="connsiteY1" fmla="*/ 74507 h 95994"/>
                      <a:gd name="connsiteX2" fmla="*/ 10597 w 63926"/>
                      <a:gd name="connsiteY2" fmla="*/ 45913 h 95994"/>
                      <a:gd name="connsiteX3" fmla="*/ 15453 w 63926"/>
                      <a:gd name="connsiteY3" fmla="*/ 17378 h 95994"/>
                      <a:gd name="connsiteX4" fmla="*/ 29983 w 63926"/>
                      <a:gd name="connsiteY4" fmla="*/ 7860 h 95994"/>
                      <a:gd name="connsiteX5" fmla="*/ 44572 w 63926"/>
                      <a:gd name="connsiteY5" fmla="*/ 17378 h 95994"/>
                      <a:gd name="connsiteX6" fmla="*/ 49448 w 63926"/>
                      <a:gd name="connsiteY6" fmla="*/ 45913 h 95994"/>
                      <a:gd name="connsiteX7" fmla="*/ 44572 w 63926"/>
                      <a:gd name="connsiteY7" fmla="*/ 74507 h 95994"/>
                      <a:gd name="connsiteX8" fmla="*/ 29983 w 63926"/>
                      <a:gd name="connsiteY8" fmla="*/ 84025 h 95994"/>
                      <a:gd name="connsiteX9" fmla="*/ 29983 w 63926"/>
                      <a:gd name="connsiteY9" fmla="*/ 93939 h 95994"/>
                      <a:gd name="connsiteX10" fmla="*/ 53750 w 63926"/>
                      <a:gd name="connsiteY10" fmla="*/ 81625 h 95994"/>
                      <a:gd name="connsiteX11" fmla="*/ 61956 w 63926"/>
                      <a:gd name="connsiteY11" fmla="*/ 45913 h 95994"/>
                      <a:gd name="connsiteX12" fmla="*/ 53750 w 63926"/>
                      <a:gd name="connsiteY12" fmla="*/ 10240 h 95994"/>
                      <a:gd name="connsiteX13" fmla="*/ 29983 w 63926"/>
                      <a:gd name="connsiteY13" fmla="*/ -2055 h 95994"/>
                      <a:gd name="connsiteX14" fmla="*/ 6236 w 63926"/>
                      <a:gd name="connsiteY14" fmla="*/ 10240 h 95994"/>
                      <a:gd name="connsiteX15" fmla="*/ -1971 w 63926"/>
                      <a:gd name="connsiteY15" fmla="*/ 45913 h 95994"/>
                      <a:gd name="connsiteX16" fmla="*/ 6236 w 63926"/>
                      <a:gd name="connsiteY16" fmla="*/ 81625 h 95994"/>
                      <a:gd name="connsiteX17" fmla="*/ 29983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83" y="84025"/>
                        </a:moveTo>
                        <a:cubicBezTo>
                          <a:pt x="23547" y="84025"/>
                          <a:pt x="18704" y="80852"/>
                          <a:pt x="15453" y="74507"/>
                        </a:cubicBezTo>
                        <a:cubicBezTo>
                          <a:pt x="12216" y="68174"/>
                          <a:pt x="10597" y="58643"/>
                          <a:pt x="10597" y="45913"/>
                        </a:cubicBezTo>
                        <a:cubicBezTo>
                          <a:pt x="10597" y="33235"/>
                          <a:pt x="12216" y="23724"/>
                          <a:pt x="15453" y="17378"/>
                        </a:cubicBezTo>
                        <a:cubicBezTo>
                          <a:pt x="18704" y="11033"/>
                          <a:pt x="23547" y="7860"/>
                          <a:pt x="29983" y="7860"/>
                        </a:cubicBezTo>
                        <a:cubicBezTo>
                          <a:pt x="36471" y="7860"/>
                          <a:pt x="41334" y="11033"/>
                          <a:pt x="44572" y="17378"/>
                        </a:cubicBezTo>
                        <a:cubicBezTo>
                          <a:pt x="47823" y="23724"/>
                          <a:pt x="49448" y="33235"/>
                          <a:pt x="49448" y="45913"/>
                        </a:cubicBezTo>
                        <a:cubicBezTo>
                          <a:pt x="49448" y="58643"/>
                          <a:pt x="47823" y="68174"/>
                          <a:pt x="44572" y="74507"/>
                        </a:cubicBezTo>
                        <a:cubicBezTo>
                          <a:pt x="41334" y="80852"/>
                          <a:pt x="36471" y="84025"/>
                          <a:pt x="29983" y="84025"/>
                        </a:cubicBezTo>
                        <a:close/>
                        <a:moveTo>
                          <a:pt x="29983" y="93939"/>
                        </a:moveTo>
                        <a:cubicBezTo>
                          <a:pt x="40357" y="93939"/>
                          <a:pt x="48279" y="89835"/>
                          <a:pt x="53750" y="81625"/>
                        </a:cubicBezTo>
                        <a:cubicBezTo>
                          <a:pt x="59221" y="73429"/>
                          <a:pt x="61956" y="61525"/>
                          <a:pt x="61956" y="45913"/>
                        </a:cubicBezTo>
                        <a:cubicBezTo>
                          <a:pt x="61956" y="30340"/>
                          <a:pt x="59221" y="18449"/>
                          <a:pt x="53750" y="10240"/>
                        </a:cubicBezTo>
                        <a:cubicBezTo>
                          <a:pt x="48279" y="2043"/>
                          <a:pt x="40357" y="-2055"/>
                          <a:pt x="29983" y="-2055"/>
                        </a:cubicBezTo>
                        <a:cubicBezTo>
                          <a:pt x="19622" y="-2055"/>
                          <a:pt x="11707" y="2043"/>
                          <a:pt x="6236" y="10240"/>
                        </a:cubicBezTo>
                        <a:cubicBezTo>
                          <a:pt x="765" y="18449"/>
                          <a:pt x="-1971" y="30340"/>
                          <a:pt x="-1971" y="45913"/>
                        </a:cubicBezTo>
                        <a:cubicBezTo>
                          <a:pt x="-1971" y="61525"/>
                          <a:pt x="765" y="73429"/>
                          <a:pt x="6236" y="81625"/>
                        </a:cubicBezTo>
                        <a:cubicBezTo>
                          <a:pt x="11707" y="89835"/>
                          <a:pt x="19622" y="93939"/>
                          <a:pt x="29983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81" name="Graphic 163">
                <a:extLst>
                  <a:ext uri="{FF2B5EF4-FFF2-40B4-BE49-F238E27FC236}">
                    <a16:creationId xmlns:a16="http://schemas.microsoft.com/office/drawing/2014/main" id="{62CF8061-A6D0-9CDB-450F-4854A78EEC82}"/>
                  </a:ext>
                </a:extLst>
              </p:cNvPr>
              <p:cNvGrpSpPr/>
              <p:nvPr/>
            </p:nvGrpSpPr>
            <p:grpSpPr>
              <a:xfrm>
                <a:off x="-4437329" y="4712551"/>
                <a:ext cx="223926" cy="187070"/>
                <a:chOff x="-4437329" y="4712551"/>
                <a:chExt cx="223926" cy="187070"/>
              </a:xfrm>
              <a:solidFill>
                <a:srgbClr val="000000"/>
              </a:solidFill>
            </p:grpSpPr>
            <p:sp>
              <p:nvSpPr>
                <p:cNvPr id="182" name="Freeform: Shape 181">
                  <a:extLst>
                    <a:ext uri="{FF2B5EF4-FFF2-40B4-BE49-F238E27FC236}">
                      <a16:creationId xmlns:a16="http://schemas.microsoft.com/office/drawing/2014/main" id="{665B7E21-237C-D9F1-2DEF-CBA27BC5946A}"/>
                    </a:ext>
                  </a:extLst>
                </p:cNvPr>
                <p:cNvSpPr/>
                <p:nvPr/>
              </p:nvSpPr>
              <p:spPr>
                <a:xfrm>
                  <a:off x="-4326047" y="4712551"/>
                  <a:ext cx="12686" cy="44417"/>
                </a:xfrm>
                <a:custGeom>
                  <a:avLst/>
                  <a:gdLst>
                    <a:gd name="connsiteX0" fmla="*/ 129 w 12686"/>
                    <a:gd name="connsiteY0" fmla="*/ 264 h 44417"/>
                    <a:gd name="connsiteX1" fmla="*/ 129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29" y="264"/>
                      </a:moveTo>
                      <a:lnTo>
                        <a:pt x="129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83" name="Graphic 163">
                  <a:extLst>
                    <a:ext uri="{FF2B5EF4-FFF2-40B4-BE49-F238E27FC236}">
                      <a16:creationId xmlns:a16="http://schemas.microsoft.com/office/drawing/2014/main" id="{F6486468-42C9-4B0E-56F4-BD2A587EF516}"/>
                    </a:ext>
                  </a:extLst>
                </p:cNvPr>
                <p:cNvGrpSpPr/>
                <p:nvPr/>
              </p:nvGrpSpPr>
              <p:grpSpPr>
                <a:xfrm>
                  <a:off x="-4437329" y="4803628"/>
                  <a:ext cx="223926" cy="95994"/>
                  <a:chOff x="-4437329" y="480362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84" name="Freeform: Shape 183">
                    <a:extLst>
                      <a:ext uri="{FF2B5EF4-FFF2-40B4-BE49-F238E27FC236}">
                        <a16:creationId xmlns:a16="http://schemas.microsoft.com/office/drawing/2014/main" id="{D581CBD4-7EFF-75BE-912A-EA6827C76728}"/>
                      </a:ext>
                    </a:extLst>
                  </p:cNvPr>
                  <p:cNvSpPr/>
                  <p:nvPr/>
                </p:nvSpPr>
                <p:spPr>
                  <a:xfrm flipV="1">
                    <a:off x="-4437329" y="4805293"/>
                    <a:ext cx="59843" cy="94328"/>
                  </a:xfrm>
                  <a:custGeom>
                    <a:avLst/>
                    <a:gdLst>
                      <a:gd name="connsiteX0" fmla="*/ 2024 w 59843"/>
                      <a:gd name="connsiteY0" fmla="*/ 92316 h 94328"/>
                      <a:gd name="connsiteX1" fmla="*/ 51144 w 59843"/>
                      <a:gd name="connsiteY1" fmla="*/ 92316 h 94328"/>
                      <a:gd name="connsiteX2" fmla="*/ 51144 w 59843"/>
                      <a:gd name="connsiteY2" fmla="*/ 81767 h 94328"/>
                      <a:gd name="connsiteX3" fmla="*/ 13481 w 59843"/>
                      <a:gd name="connsiteY3" fmla="*/ 81767 h 94328"/>
                      <a:gd name="connsiteX4" fmla="*/ 13481 w 59843"/>
                      <a:gd name="connsiteY4" fmla="*/ 59102 h 94328"/>
                      <a:gd name="connsiteX5" fmla="*/ 18913 w 59843"/>
                      <a:gd name="connsiteY5" fmla="*/ 60490 h 94328"/>
                      <a:gd name="connsiteX6" fmla="*/ 24384 w 59843"/>
                      <a:gd name="connsiteY6" fmla="*/ 60946 h 94328"/>
                      <a:gd name="connsiteX7" fmla="*/ 48904 w 59843"/>
                      <a:gd name="connsiteY7" fmla="*/ 52459 h 94328"/>
                      <a:gd name="connsiteX8" fmla="*/ 57962 w 59843"/>
                      <a:gd name="connsiteY8" fmla="*/ 29476 h 94328"/>
                      <a:gd name="connsiteX9" fmla="*/ 48666 w 59843"/>
                      <a:gd name="connsiteY9" fmla="*/ 6256 h 94328"/>
                      <a:gd name="connsiteX10" fmla="*/ 22461 w 59843"/>
                      <a:gd name="connsiteY10" fmla="*/ -2013 h 94328"/>
                      <a:gd name="connsiteX11" fmla="*/ 10587 w 59843"/>
                      <a:gd name="connsiteY11" fmla="*/ -1021 h 94328"/>
                      <a:gd name="connsiteX12" fmla="*/ -1881 w 59843"/>
                      <a:gd name="connsiteY12" fmla="*/ 1953 h 94328"/>
                      <a:gd name="connsiteX13" fmla="*/ -1881 w 59843"/>
                      <a:gd name="connsiteY13" fmla="*/ 14545 h 94328"/>
                      <a:gd name="connsiteX14" fmla="*/ 9636 w 59843"/>
                      <a:gd name="connsiteY14" fmla="*/ 10024 h 94328"/>
                      <a:gd name="connsiteX15" fmla="*/ 22203 w 59843"/>
                      <a:gd name="connsiteY15" fmla="*/ 8537 h 94328"/>
                      <a:gd name="connsiteX16" fmla="*/ 39171 w 59843"/>
                      <a:gd name="connsiteY16" fmla="*/ 14168 h 94328"/>
                      <a:gd name="connsiteX17" fmla="*/ 45435 w 59843"/>
                      <a:gd name="connsiteY17" fmla="*/ 29476 h 94328"/>
                      <a:gd name="connsiteX18" fmla="*/ 39171 w 59843"/>
                      <a:gd name="connsiteY18" fmla="*/ 44765 h 94328"/>
                      <a:gd name="connsiteX19" fmla="*/ 22203 w 59843"/>
                      <a:gd name="connsiteY19" fmla="*/ 50416 h 94328"/>
                      <a:gd name="connsiteX20" fmla="*/ 12193 w 59843"/>
                      <a:gd name="connsiteY20" fmla="*/ 49306 h 94328"/>
                      <a:gd name="connsiteX21" fmla="*/ 2024 w 59843"/>
                      <a:gd name="connsiteY21" fmla="*/ 45836 h 94328"/>
                      <a:gd name="connsiteX22" fmla="*/ 2024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24" y="92316"/>
                        </a:moveTo>
                        <a:lnTo>
                          <a:pt x="51144" y="92316"/>
                        </a:lnTo>
                        <a:lnTo>
                          <a:pt x="51144" y="81767"/>
                        </a:lnTo>
                        <a:lnTo>
                          <a:pt x="13481" y="81767"/>
                        </a:lnTo>
                        <a:lnTo>
                          <a:pt x="13481" y="59102"/>
                        </a:lnTo>
                        <a:cubicBezTo>
                          <a:pt x="15292" y="59723"/>
                          <a:pt x="17102" y="60186"/>
                          <a:pt x="18913" y="60490"/>
                        </a:cubicBezTo>
                        <a:cubicBezTo>
                          <a:pt x="20736" y="60794"/>
                          <a:pt x="22560" y="60946"/>
                          <a:pt x="24384" y="60946"/>
                        </a:cubicBezTo>
                        <a:cubicBezTo>
                          <a:pt x="34704" y="60946"/>
                          <a:pt x="42878" y="58117"/>
                          <a:pt x="48904" y="52459"/>
                        </a:cubicBezTo>
                        <a:cubicBezTo>
                          <a:pt x="54943" y="46801"/>
                          <a:pt x="57962" y="39140"/>
                          <a:pt x="57962" y="29476"/>
                        </a:cubicBezTo>
                        <a:cubicBezTo>
                          <a:pt x="57962" y="19522"/>
                          <a:pt x="54864" y="11782"/>
                          <a:pt x="48666" y="6256"/>
                        </a:cubicBezTo>
                        <a:cubicBezTo>
                          <a:pt x="42468" y="744"/>
                          <a:pt x="33733" y="-2013"/>
                          <a:pt x="22461" y="-2013"/>
                        </a:cubicBezTo>
                        <a:cubicBezTo>
                          <a:pt x="18576" y="-2013"/>
                          <a:pt x="14618" y="-1682"/>
                          <a:pt x="10587" y="-1021"/>
                        </a:cubicBezTo>
                        <a:cubicBezTo>
                          <a:pt x="6570" y="-360"/>
                          <a:pt x="2414" y="631"/>
                          <a:pt x="-1881" y="1953"/>
                        </a:cubicBezTo>
                        <a:lnTo>
                          <a:pt x="-1881" y="14545"/>
                        </a:lnTo>
                        <a:cubicBezTo>
                          <a:pt x="1832" y="12522"/>
                          <a:pt x="5671" y="11015"/>
                          <a:pt x="9636" y="10024"/>
                        </a:cubicBezTo>
                        <a:cubicBezTo>
                          <a:pt x="13600" y="9032"/>
                          <a:pt x="17789" y="8537"/>
                          <a:pt x="22203" y="8537"/>
                        </a:cubicBezTo>
                        <a:cubicBezTo>
                          <a:pt x="29352" y="8537"/>
                          <a:pt x="35008" y="10414"/>
                          <a:pt x="39171" y="14168"/>
                        </a:cubicBezTo>
                        <a:cubicBezTo>
                          <a:pt x="43347" y="17923"/>
                          <a:pt x="45435" y="23025"/>
                          <a:pt x="45435" y="29476"/>
                        </a:cubicBezTo>
                        <a:cubicBezTo>
                          <a:pt x="45435" y="35914"/>
                          <a:pt x="43347" y="41011"/>
                          <a:pt x="39171" y="44765"/>
                        </a:cubicBezTo>
                        <a:cubicBezTo>
                          <a:pt x="35008" y="48533"/>
                          <a:pt x="29352" y="50416"/>
                          <a:pt x="22203" y="50416"/>
                        </a:cubicBezTo>
                        <a:cubicBezTo>
                          <a:pt x="18860" y="50416"/>
                          <a:pt x="15523" y="50046"/>
                          <a:pt x="12193" y="49306"/>
                        </a:cubicBezTo>
                        <a:cubicBezTo>
                          <a:pt x="8876" y="48566"/>
                          <a:pt x="5486" y="47409"/>
                          <a:pt x="2024" y="45836"/>
                        </a:cubicBezTo>
                        <a:lnTo>
                          <a:pt x="2024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85" name="Freeform: Shape 184">
                    <a:extLst>
                      <a:ext uri="{FF2B5EF4-FFF2-40B4-BE49-F238E27FC236}">
                        <a16:creationId xmlns:a16="http://schemas.microsoft.com/office/drawing/2014/main" id="{EBE0BCF5-5920-EFEF-5649-EC2F44042416}"/>
                      </a:ext>
                    </a:extLst>
                  </p:cNvPr>
                  <p:cNvSpPr/>
                  <p:nvPr/>
                </p:nvSpPr>
                <p:spPr>
                  <a:xfrm flipV="1">
                    <a:off x="-4357111" y="4803628"/>
                    <a:ext cx="58713" cy="94189"/>
                  </a:xfrm>
                  <a:custGeom>
                    <a:avLst/>
                    <a:gdLst>
                      <a:gd name="connsiteX0" fmla="*/ 13224 w 58713"/>
                      <a:gd name="connsiteY0" fmla="*/ 8429 h 94189"/>
                      <a:gd name="connsiteX1" fmla="*/ 56892 w 58713"/>
                      <a:gd name="connsiteY1" fmla="*/ 8429 h 94189"/>
                      <a:gd name="connsiteX2" fmla="*/ 56892 w 58713"/>
                      <a:gd name="connsiteY2" fmla="*/ -2100 h 94189"/>
                      <a:gd name="connsiteX3" fmla="*/ -1821 w 58713"/>
                      <a:gd name="connsiteY3" fmla="*/ -2100 h 94189"/>
                      <a:gd name="connsiteX4" fmla="*/ -1821 w 58713"/>
                      <a:gd name="connsiteY4" fmla="*/ 8429 h 94189"/>
                      <a:gd name="connsiteX5" fmla="*/ 17585 w 58713"/>
                      <a:gd name="connsiteY5" fmla="*/ 28219 h 94189"/>
                      <a:gd name="connsiteX6" fmla="*/ 33046 w 58713"/>
                      <a:gd name="connsiteY6" fmla="*/ 44261 h 94189"/>
                      <a:gd name="connsiteX7" fmla="*/ 41431 w 58713"/>
                      <a:gd name="connsiteY7" fmla="*/ 55683 h 94189"/>
                      <a:gd name="connsiteX8" fmla="*/ 43829 w 58713"/>
                      <a:gd name="connsiteY8" fmla="*/ 64883 h 94189"/>
                      <a:gd name="connsiteX9" fmla="*/ 38656 w 58713"/>
                      <a:gd name="connsiteY9" fmla="*/ 76900 h 94189"/>
                      <a:gd name="connsiteX10" fmla="*/ 25177 w 58713"/>
                      <a:gd name="connsiteY10" fmla="*/ 81560 h 94189"/>
                      <a:gd name="connsiteX11" fmla="*/ 12748 w 58713"/>
                      <a:gd name="connsiteY11" fmla="*/ 79518 h 94189"/>
                      <a:gd name="connsiteX12" fmla="*/ -1207 w 58713"/>
                      <a:gd name="connsiteY12" fmla="*/ 73311 h 94189"/>
                      <a:gd name="connsiteX13" fmla="*/ -1207 w 58713"/>
                      <a:gd name="connsiteY13" fmla="*/ 85962 h 94189"/>
                      <a:gd name="connsiteX14" fmla="*/ 12907 w 58713"/>
                      <a:gd name="connsiteY14" fmla="*/ 90543 h 94189"/>
                      <a:gd name="connsiteX15" fmla="*/ 24939 w 58713"/>
                      <a:gd name="connsiteY15" fmla="*/ 92089 h 94189"/>
                      <a:gd name="connsiteX16" fmla="*/ 47853 w 58713"/>
                      <a:gd name="connsiteY16" fmla="*/ 84891 h 94189"/>
                      <a:gd name="connsiteX17" fmla="*/ 56397 w 58713"/>
                      <a:gd name="connsiteY17" fmla="*/ 65696 h 94189"/>
                      <a:gd name="connsiteX18" fmla="*/ 54256 w 58713"/>
                      <a:gd name="connsiteY18" fmla="*/ 54870 h 94189"/>
                      <a:gd name="connsiteX19" fmla="*/ 46486 w 58713"/>
                      <a:gd name="connsiteY19" fmla="*/ 42833 h 94189"/>
                      <a:gd name="connsiteX20" fmla="*/ 36634 w 58713"/>
                      <a:gd name="connsiteY20" fmla="*/ 32443 h 94189"/>
                      <a:gd name="connsiteX21" fmla="*/ 13224 w 58713"/>
                      <a:gd name="connsiteY21" fmla="*/ 8429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224" y="8429"/>
                        </a:moveTo>
                        <a:lnTo>
                          <a:pt x="56892" y="8429"/>
                        </a:lnTo>
                        <a:lnTo>
                          <a:pt x="56892" y="-2100"/>
                        </a:lnTo>
                        <a:lnTo>
                          <a:pt x="-1821" y="-2100"/>
                        </a:lnTo>
                        <a:lnTo>
                          <a:pt x="-1821" y="8429"/>
                        </a:lnTo>
                        <a:cubicBezTo>
                          <a:pt x="2923" y="13347"/>
                          <a:pt x="9392" y="19943"/>
                          <a:pt x="17585" y="28219"/>
                        </a:cubicBezTo>
                        <a:cubicBezTo>
                          <a:pt x="25791" y="36508"/>
                          <a:pt x="30945" y="41855"/>
                          <a:pt x="33046" y="44261"/>
                        </a:cubicBezTo>
                        <a:cubicBezTo>
                          <a:pt x="37050" y="48756"/>
                          <a:pt x="39845" y="52563"/>
                          <a:pt x="41431" y="55683"/>
                        </a:cubicBezTo>
                        <a:cubicBezTo>
                          <a:pt x="43030" y="58802"/>
                          <a:pt x="43829" y="61869"/>
                          <a:pt x="43829" y="64883"/>
                        </a:cubicBezTo>
                        <a:cubicBezTo>
                          <a:pt x="43829" y="69801"/>
                          <a:pt x="42105" y="73807"/>
                          <a:pt x="38656" y="76900"/>
                        </a:cubicBezTo>
                        <a:cubicBezTo>
                          <a:pt x="35207" y="80007"/>
                          <a:pt x="30714" y="81560"/>
                          <a:pt x="25177" y="81560"/>
                        </a:cubicBezTo>
                        <a:cubicBezTo>
                          <a:pt x="21252" y="81560"/>
                          <a:pt x="17109" y="80879"/>
                          <a:pt x="12748" y="79518"/>
                        </a:cubicBezTo>
                        <a:cubicBezTo>
                          <a:pt x="8401" y="78156"/>
                          <a:pt x="3749" y="76087"/>
                          <a:pt x="-1207" y="73311"/>
                        </a:cubicBezTo>
                        <a:lnTo>
                          <a:pt x="-1207" y="85962"/>
                        </a:lnTo>
                        <a:cubicBezTo>
                          <a:pt x="3828" y="87985"/>
                          <a:pt x="8533" y="89512"/>
                          <a:pt x="12907" y="90543"/>
                        </a:cubicBezTo>
                        <a:cubicBezTo>
                          <a:pt x="17294" y="91574"/>
                          <a:pt x="21305" y="92089"/>
                          <a:pt x="24939" y="92089"/>
                        </a:cubicBezTo>
                        <a:cubicBezTo>
                          <a:pt x="34520" y="92089"/>
                          <a:pt x="42158" y="89690"/>
                          <a:pt x="47853" y="84891"/>
                        </a:cubicBezTo>
                        <a:cubicBezTo>
                          <a:pt x="53549" y="80106"/>
                          <a:pt x="56397" y="73708"/>
                          <a:pt x="56397" y="65696"/>
                        </a:cubicBezTo>
                        <a:cubicBezTo>
                          <a:pt x="56397" y="61889"/>
                          <a:pt x="55683" y="58280"/>
                          <a:pt x="54256" y="54870"/>
                        </a:cubicBezTo>
                        <a:cubicBezTo>
                          <a:pt x="52842" y="51472"/>
                          <a:pt x="50252" y="47460"/>
                          <a:pt x="46486" y="42833"/>
                        </a:cubicBezTo>
                        <a:cubicBezTo>
                          <a:pt x="45455" y="41630"/>
                          <a:pt x="42171" y="38167"/>
                          <a:pt x="36634" y="32443"/>
                        </a:cubicBezTo>
                        <a:cubicBezTo>
                          <a:pt x="31110" y="26718"/>
                          <a:pt x="23307" y="18714"/>
                          <a:pt x="13224" y="84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87" name="Freeform: Shape 186">
                    <a:extLst>
                      <a:ext uri="{FF2B5EF4-FFF2-40B4-BE49-F238E27FC236}">
                        <a16:creationId xmlns:a16="http://schemas.microsoft.com/office/drawing/2014/main" id="{15F6E165-4721-BED9-4C29-6C922BFE1E91}"/>
                      </a:ext>
                    </a:extLst>
                  </p:cNvPr>
                  <p:cNvSpPr/>
                  <p:nvPr/>
                </p:nvSpPr>
                <p:spPr>
                  <a:xfrm flipV="1">
                    <a:off x="-4277329" y="4803628"/>
                    <a:ext cx="63926" cy="95994"/>
                  </a:xfrm>
                  <a:custGeom>
                    <a:avLst/>
                    <a:gdLst>
                      <a:gd name="connsiteX0" fmla="*/ 30054 w 63926"/>
                      <a:gd name="connsiteY0" fmla="*/ 84025 h 95994"/>
                      <a:gd name="connsiteX1" fmla="*/ 15525 w 63926"/>
                      <a:gd name="connsiteY1" fmla="*/ 74507 h 95994"/>
                      <a:gd name="connsiteX2" fmla="*/ 10668 w 63926"/>
                      <a:gd name="connsiteY2" fmla="*/ 45913 h 95994"/>
                      <a:gd name="connsiteX3" fmla="*/ 15525 w 63926"/>
                      <a:gd name="connsiteY3" fmla="*/ 17378 h 95994"/>
                      <a:gd name="connsiteX4" fmla="*/ 30054 w 63926"/>
                      <a:gd name="connsiteY4" fmla="*/ 7860 h 95994"/>
                      <a:gd name="connsiteX5" fmla="*/ 44643 w 63926"/>
                      <a:gd name="connsiteY5" fmla="*/ 17378 h 95994"/>
                      <a:gd name="connsiteX6" fmla="*/ 49520 w 63926"/>
                      <a:gd name="connsiteY6" fmla="*/ 45913 h 95994"/>
                      <a:gd name="connsiteX7" fmla="*/ 44643 w 63926"/>
                      <a:gd name="connsiteY7" fmla="*/ 74507 h 95994"/>
                      <a:gd name="connsiteX8" fmla="*/ 30054 w 63926"/>
                      <a:gd name="connsiteY8" fmla="*/ 84025 h 95994"/>
                      <a:gd name="connsiteX9" fmla="*/ 30054 w 63926"/>
                      <a:gd name="connsiteY9" fmla="*/ 93939 h 95994"/>
                      <a:gd name="connsiteX10" fmla="*/ 53821 w 63926"/>
                      <a:gd name="connsiteY10" fmla="*/ 81625 h 95994"/>
                      <a:gd name="connsiteX11" fmla="*/ 62028 w 63926"/>
                      <a:gd name="connsiteY11" fmla="*/ 45913 h 95994"/>
                      <a:gd name="connsiteX12" fmla="*/ 53821 w 63926"/>
                      <a:gd name="connsiteY12" fmla="*/ 10240 h 95994"/>
                      <a:gd name="connsiteX13" fmla="*/ 30054 w 63926"/>
                      <a:gd name="connsiteY13" fmla="*/ -2055 h 95994"/>
                      <a:gd name="connsiteX14" fmla="*/ 6307 w 63926"/>
                      <a:gd name="connsiteY14" fmla="*/ 10240 h 95994"/>
                      <a:gd name="connsiteX15" fmla="*/ -1899 w 63926"/>
                      <a:gd name="connsiteY15" fmla="*/ 45913 h 95994"/>
                      <a:gd name="connsiteX16" fmla="*/ 6307 w 63926"/>
                      <a:gd name="connsiteY16" fmla="*/ 81625 h 95994"/>
                      <a:gd name="connsiteX17" fmla="*/ 3005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54" y="84025"/>
                        </a:moveTo>
                        <a:cubicBezTo>
                          <a:pt x="23619" y="84025"/>
                          <a:pt x="18775" y="80852"/>
                          <a:pt x="15525" y="74507"/>
                        </a:cubicBezTo>
                        <a:cubicBezTo>
                          <a:pt x="12287" y="68174"/>
                          <a:pt x="10668" y="58643"/>
                          <a:pt x="10668" y="45913"/>
                        </a:cubicBezTo>
                        <a:cubicBezTo>
                          <a:pt x="10668" y="33235"/>
                          <a:pt x="12287" y="23724"/>
                          <a:pt x="15525" y="17378"/>
                        </a:cubicBezTo>
                        <a:cubicBezTo>
                          <a:pt x="18775" y="11033"/>
                          <a:pt x="23619" y="7860"/>
                          <a:pt x="30054" y="7860"/>
                        </a:cubicBezTo>
                        <a:cubicBezTo>
                          <a:pt x="36543" y="7860"/>
                          <a:pt x="41406" y="11033"/>
                          <a:pt x="44643" y="17378"/>
                        </a:cubicBezTo>
                        <a:cubicBezTo>
                          <a:pt x="47894" y="23724"/>
                          <a:pt x="49520" y="33235"/>
                          <a:pt x="49520" y="45913"/>
                        </a:cubicBezTo>
                        <a:cubicBezTo>
                          <a:pt x="49520" y="58643"/>
                          <a:pt x="47894" y="68174"/>
                          <a:pt x="44643" y="74507"/>
                        </a:cubicBezTo>
                        <a:cubicBezTo>
                          <a:pt x="41406" y="80852"/>
                          <a:pt x="36543" y="84025"/>
                          <a:pt x="30054" y="84025"/>
                        </a:cubicBezTo>
                        <a:close/>
                        <a:moveTo>
                          <a:pt x="30054" y="93939"/>
                        </a:moveTo>
                        <a:cubicBezTo>
                          <a:pt x="40428" y="93939"/>
                          <a:pt x="48350" y="89835"/>
                          <a:pt x="53821" y="81625"/>
                        </a:cubicBezTo>
                        <a:cubicBezTo>
                          <a:pt x="59292" y="73429"/>
                          <a:pt x="62028" y="61525"/>
                          <a:pt x="62028" y="45913"/>
                        </a:cubicBezTo>
                        <a:cubicBezTo>
                          <a:pt x="62028" y="30340"/>
                          <a:pt x="59292" y="18449"/>
                          <a:pt x="53821" y="10240"/>
                        </a:cubicBezTo>
                        <a:cubicBezTo>
                          <a:pt x="48350" y="2043"/>
                          <a:pt x="40428" y="-2055"/>
                          <a:pt x="30054" y="-2055"/>
                        </a:cubicBezTo>
                        <a:cubicBezTo>
                          <a:pt x="19694" y="-2055"/>
                          <a:pt x="11778" y="2043"/>
                          <a:pt x="6307" y="10240"/>
                        </a:cubicBezTo>
                        <a:cubicBezTo>
                          <a:pt x="836" y="18449"/>
                          <a:pt x="-1899" y="30340"/>
                          <a:pt x="-1899" y="45913"/>
                        </a:cubicBezTo>
                        <a:cubicBezTo>
                          <a:pt x="-1899" y="61525"/>
                          <a:pt x="836" y="73429"/>
                          <a:pt x="6307" y="81625"/>
                        </a:cubicBezTo>
                        <a:cubicBezTo>
                          <a:pt x="11778" y="89835"/>
                          <a:pt x="19694" y="93939"/>
                          <a:pt x="3005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88" name="Graphic 163">
                <a:extLst>
                  <a:ext uri="{FF2B5EF4-FFF2-40B4-BE49-F238E27FC236}">
                    <a16:creationId xmlns:a16="http://schemas.microsoft.com/office/drawing/2014/main" id="{F5EECB31-8D46-4F0F-0710-E3EAAF90A8F6}"/>
                  </a:ext>
                </a:extLst>
              </p:cNvPr>
              <p:cNvGrpSpPr/>
              <p:nvPr/>
            </p:nvGrpSpPr>
            <p:grpSpPr>
              <a:xfrm>
                <a:off x="-3531228" y="4712551"/>
                <a:ext cx="223926" cy="187070"/>
                <a:chOff x="-3531228" y="4712551"/>
                <a:chExt cx="223926" cy="187070"/>
              </a:xfrm>
              <a:solidFill>
                <a:srgbClr val="000000"/>
              </a:solidFill>
            </p:grpSpPr>
            <p:sp>
              <p:nvSpPr>
                <p:cNvPr id="189" name="Freeform: Shape 188">
                  <a:extLst>
                    <a:ext uri="{FF2B5EF4-FFF2-40B4-BE49-F238E27FC236}">
                      <a16:creationId xmlns:a16="http://schemas.microsoft.com/office/drawing/2014/main" id="{A43ECCBE-3EED-876E-666D-D8BEA029B96C}"/>
                    </a:ext>
                  </a:extLst>
                </p:cNvPr>
                <p:cNvSpPr/>
                <p:nvPr/>
              </p:nvSpPr>
              <p:spPr>
                <a:xfrm>
                  <a:off x="-3419946" y="4712551"/>
                  <a:ext cx="12686" cy="44417"/>
                </a:xfrm>
                <a:custGeom>
                  <a:avLst/>
                  <a:gdLst>
                    <a:gd name="connsiteX0" fmla="*/ 200 w 12686"/>
                    <a:gd name="connsiteY0" fmla="*/ 264 h 44417"/>
                    <a:gd name="connsiteX1" fmla="*/ 200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00" y="264"/>
                      </a:moveTo>
                      <a:lnTo>
                        <a:pt x="200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90" name="Graphic 163">
                  <a:extLst>
                    <a:ext uri="{FF2B5EF4-FFF2-40B4-BE49-F238E27FC236}">
                      <a16:creationId xmlns:a16="http://schemas.microsoft.com/office/drawing/2014/main" id="{2C0DD41D-83FA-0FAA-63BC-F239365AC744}"/>
                    </a:ext>
                  </a:extLst>
                </p:cNvPr>
                <p:cNvGrpSpPr/>
                <p:nvPr/>
              </p:nvGrpSpPr>
              <p:grpSpPr>
                <a:xfrm>
                  <a:off x="-3531228" y="4803628"/>
                  <a:ext cx="223926" cy="95994"/>
                  <a:chOff x="-3531228" y="480362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91" name="Freeform: Shape 190">
                    <a:extLst>
                      <a:ext uri="{FF2B5EF4-FFF2-40B4-BE49-F238E27FC236}">
                        <a16:creationId xmlns:a16="http://schemas.microsoft.com/office/drawing/2014/main" id="{4A1FD39A-A3A0-7BC6-66F9-638C1D680464}"/>
                      </a:ext>
                    </a:extLst>
                  </p:cNvPr>
                  <p:cNvSpPr/>
                  <p:nvPr/>
                </p:nvSpPr>
                <p:spPr>
                  <a:xfrm flipV="1">
                    <a:off x="-3531228" y="4805293"/>
                    <a:ext cx="59843" cy="94328"/>
                  </a:xfrm>
                  <a:custGeom>
                    <a:avLst/>
                    <a:gdLst>
                      <a:gd name="connsiteX0" fmla="*/ 2096 w 59843"/>
                      <a:gd name="connsiteY0" fmla="*/ 92316 h 94328"/>
                      <a:gd name="connsiteX1" fmla="*/ 51215 w 59843"/>
                      <a:gd name="connsiteY1" fmla="*/ 92316 h 94328"/>
                      <a:gd name="connsiteX2" fmla="*/ 51215 w 59843"/>
                      <a:gd name="connsiteY2" fmla="*/ 81767 h 94328"/>
                      <a:gd name="connsiteX3" fmla="*/ 13553 w 59843"/>
                      <a:gd name="connsiteY3" fmla="*/ 81767 h 94328"/>
                      <a:gd name="connsiteX4" fmla="*/ 13553 w 59843"/>
                      <a:gd name="connsiteY4" fmla="*/ 59102 h 94328"/>
                      <a:gd name="connsiteX5" fmla="*/ 18984 w 59843"/>
                      <a:gd name="connsiteY5" fmla="*/ 60490 h 94328"/>
                      <a:gd name="connsiteX6" fmla="*/ 24455 w 59843"/>
                      <a:gd name="connsiteY6" fmla="*/ 60946 h 94328"/>
                      <a:gd name="connsiteX7" fmla="*/ 48975 w 59843"/>
                      <a:gd name="connsiteY7" fmla="*/ 52459 h 94328"/>
                      <a:gd name="connsiteX8" fmla="*/ 58034 w 59843"/>
                      <a:gd name="connsiteY8" fmla="*/ 29476 h 94328"/>
                      <a:gd name="connsiteX9" fmla="*/ 48737 w 59843"/>
                      <a:gd name="connsiteY9" fmla="*/ 6256 h 94328"/>
                      <a:gd name="connsiteX10" fmla="*/ 22532 w 59843"/>
                      <a:gd name="connsiteY10" fmla="*/ -2013 h 94328"/>
                      <a:gd name="connsiteX11" fmla="*/ 10659 w 59843"/>
                      <a:gd name="connsiteY11" fmla="*/ -1021 h 94328"/>
                      <a:gd name="connsiteX12" fmla="*/ -1809 w 59843"/>
                      <a:gd name="connsiteY12" fmla="*/ 1953 h 94328"/>
                      <a:gd name="connsiteX13" fmla="*/ -1809 w 59843"/>
                      <a:gd name="connsiteY13" fmla="*/ 14545 h 94328"/>
                      <a:gd name="connsiteX14" fmla="*/ 9707 w 59843"/>
                      <a:gd name="connsiteY14" fmla="*/ 10024 h 94328"/>
                      <a:gd name="connsiteX15" fmla="*/ 22275 w 59843"/>
                      <a:gd name="connsiteY15" fmla="*/ 8537 h 94328"/>
                      <a:gd name="connsiteX16" fmla="*/ 39242 w 59843"/>
                      <a:gd name="connsiteY16" fmla="*/ 14168 h 94328"/>
                      <a:gd name="connsiteX17" fmla="*/ 45506 w 59843"/>
                      <a:gd name="connsiteY17" fmla="*/ 29476 h 94328"/>
                      <a:gd name="connsiteX18" fmla="*/ 39242 w 59843"/>
                      <a:gd name="connsiteY18" fmla="*/ 44765 h 94328"/>
                      <a:gd name="connsiteX19" fmla="*/ 22275 w 59843"/>
                      <a:gd name="connsiteY19" fmla="*/ 50416 h 94328"/>
                      <a:gd name="connsiteX20" fmla="*/ 12264 w 59843"/>
                      <a:gd name="connsiteY20" fmla="*/ 49306 h 94328"/>
                      <a:gd name="connsiteX21" fmla="*/ 2096 w 59843"/>
                      <a:gd name="connsiteY21" fmla="*/ 45836 h 94328"/>
                      <a:gd name="connsiteX22" fmla="*/ 2096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96" y="92316"/>
                        </a:moveTo>
                        <a:lnTo>
                          <a:pt x="51215" y="92316"/>
                        </a:lnTo>
                        <a:lnTo>
                          <a:pt x="51215" y="81767"/>
                        </a:lnTo>
                        <a:lnTo>
                          <a:pt x="13553" y="81767"/>
                        </a:lnTo>
                        <a:lnTo>
                          <a:pt x="13553" y="59102"/>
                        </a:lnTo>
                        <a:cubicBezTo>
                          <a:pt x="15363" y="59723"/>
                          <a:pt x="17174" y="60186"/>
                          <a:pt x="18984" y="60490"/>
                        </a:cubicBezTo>
                        <a:cubicBezTo>
                          <a:pt x="20808" y="60794"/>
                          <a:pt x="22631" y="60946"/>
                          <a:pt x="24455" y="60946"/>
                        </a:cubicBezTo>
                        <a:cubicBezTo>
                          <a:pt x="34776" y="60946"/>
                          <a:pt x="42949" y="58117"/>
                          <a:pt x="48975" y="52459"/>
                        </a:cubicBezTo>
                        <a:cubicBezTo>
                          <a:pt x="55014" y="46801"/>
                          <a:pt x="58034" y="39140"/>
                          <a:pt x="58034" y="29476"/>
                        </a:cubicBezTo>
                        <a:cubicBezTo>
                          <a:pt x="58034" y="19522"/>
                          <a:pt x="54935" y="11782"/>
                          <a:pt x="48737" y="6256"/>
                        </a:cubicBezTo>
                        <a:cubicBezTo>
                          <a:pt x="42539" y="744"/>
                          <a:pt x="33804" y="-2013"/>
                          <a:pt x="22532" y="-2013"/>
                        </a:cubicBezTo>
                        <a:cubicBezTo>
                          <a:pt x="18647" y="-2013"/>
                          <a:pt x="14689" y="-1682"/>
                          <a:pt x="10659" y="-1021"/>
                        </a:cubicBezTo>
                        <a:cubicBezTo>
                          <a:pt x="6641" y="-360"/>
                          <a:pt x="2485" y="631"/>
                          <a:pt x="-1809" y="1953"/>
                        </a:cubicBezTo>
                        <a:lnTo>
                          <a:pt x="-1809" y="14545"/>
                        </a:lnTo>
                        <a:cubicBezTo>
                          <a:pt x="1904" y="12522"/>
                          <a:pt x="5743" y="11015"/>
                          <a:pt x="9707" y="10024"/>
                        </a:cubicBezTo>
                        <a:cubicBezTo>
                          <a:pt x="13672" y="9032"/>
                          <a:pt x="17861" y="8537"/>
                          <a:pt x="22275" y="8537"/>
                        </a:cubicBezTo>
                        <a:cubicBezTo>
                          <a:pt x="29424" y="8537"/>
                          <a:pt x="35080" y="10414"/>
                          <a:pt x="39242" y="14168"/>
                        </a:cubicBezTo>
                        <a:cubicBezTo>
                          <a:pt x="43418" y="17923"/>
                          <a:pt x="45506" y="23025"/>
                          <a:pt x="45506" y="29476"/>
                        </a:cubicBezTo>
                        <a:cubicBezTo>
                          <a:pt x="45506" y="35914"/>
                          <a:pt x="43418" y="41011"/>
                          <a:pt x="39242" y="44765"/>
                        </a:cubicBezTo>
                        <a:cubicBezTo>
                          <a:pt x="35080" y="48533"/>
                          <a:pt x="29424" y="50416"/>
                          <a:pt x="22275" y="50416"/>
                        </a:cubicBezTo>
                        <a:cubicBezTo>
                          <a:pt x="18931" y="50416"/>
                          <a:pt x="15594" y="50046"/>
                          <a:pt x="12264" y="49306"/>
                        </a:cubicBezTo>
                        <a:cubicBezTo>
                          <a:pt x="8947" y="48566"/>
                          <a:pt x="5558" y="47409"/>
                          <a:pt x="2096" y="45836"/>
                        </a:cubicBezTo>
                        <a:lnTo>
                          <a:pt x="2096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3" name="Freeform: Shape 192">
                    <a:extLst>
                      <a:ext uri="{FF2B5EF4-FFF2-40B4-BE49-F238E27FC236}">
                        <a16:creationId xmlns:a16="http://schemas.microsoft.com/office/drawing/2014/main" id="{C04AE3EF-6526-1946-E517-937B8E2E15A9}"/>
                      </a:ext>
                    </a:extLst>
                  </p:cNvPr>
                  <p:cNvSpPr/>
                  <p:nvPr/>
                </p:nvSpPr>
                <p:spPr>
                  <a:xfrm flipV="1">
                    <a:off x="-3454102" y="4805293"/>
                    <a:ext cx="67395" cy="92524"/>
                  </a:xfrm>
                  <a:custGeom>
                    <a:avLst/>
                    <a:gdLst>
                      <a:gd name="connsiteX0" fmla="*/ 39933 w 67395"/>
                      <a:gd name="connsiteY0" fmla="*/ 79560 h 92524"/>
                      <a:gd name="connsiteX1" fmla="*/ 8336 w 67395"/>
                      <a:gd name="connsiteY1" fmla="*/ 30165 h 92524"/>
                      <a:gd name="connsiteX2" fmla="*/ 39933 w 67395"/>
                      <a:gd name="connsiteY2" fmla="*/ 30165 h 92524"/>
                      <a:gd name="connsiteX3" fmla="*/ 39933 w 67395"/>
                      <a:gd name="connsiteY3" fmla="*/ 79560 h 92524"/>
                      <a:gd name="connsiteX4" fmla="*/ 36643 w 67395"/>
                      <a:gd name="connsiteY4" fmla="*/ 90466 h 92524"/>
                      <a:gd name="connsiteX5" fmla="*/ 52381 w 67395"/>
                      <a:gd name="connsiteY5" fmla="*/ 90466 h 92524"/>
                      <a:gd name="connsiteX6" fmla="*/ 52381 w 67395"/>
                      <a:gd name="connsiteY6" fmla="*/ 30165 h 92524"/>
                      <a:gd name="connsiteX7" fmla="*/ 65583 w 67395"/>
                      <a:gd name="connsiteY7" fmla="*/ 30165 h 92524"/>
                      <a:gd name="connsiteX8" fmla="*/ 65583 w 67395"/>
                      <a:gd name="connsiteY8" fmla="*/ 19754 h 92524"/>
                      <a:gd name="connsiteX9" fmla="*/ 52381 w 67395"/>
                      <a:gd name="connsiteY9" fmla="*/ 19754 h 92524"/>
                      <a:gd name="connsiteX10" fmla="*/ 52381 w 67395"/>
                      <a:gd name="connsiteY10" fmla="*/ -2058 h 92524"/>
                      <a:gd name="connsiteX11" fmla="*/ 39933 w 67395"/>
                      <a:gd name="connsiteY11" fmla="*/ -2058 h 92524"/>
                      <a:gd name="connsiteX12" fmla="*/ 39933 w 67395"/>
                      <a:gd name="connsiteY12" fmla="*/ 19754 h 92524"/>
                      <a:gd name="connsiteX13" fmla="*/ -1813 w 67395"/>
                      <a:gd name="connsiteY13" fmla="*/ 19754 h 92524"/>
                      <a:gd name="connsiteX14" fmla="*/ -1813 w 67395"/>
                      <a:gd name="connsiteY14" fmla="*/ 31830 h 92524"/>
                      <a:gd name="connsiteX15" fmla="*/ 36643 w 67395"/>
                      <a:gd name="connsiteY15" fmla="*/ 9046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933" y="79560"/>
                        </a:moveTo>
                        <a:lnTo>
                          <a:pt x="8336" y="30165"/>
                        </a:lnTo>
                        <a:lnTo>
                          <a:pt x="39933" y="30165"/>
                        </a:lnTo>
                        <a:lnTo>
                          <a:pt x="39933" y="79560"/>
                        </a:lnTo>
                        <a:close/>
                        <a:moveTo>
                          <a:pt x="36643" y="90466"/>
                        </a:moveTo>
                        <a:lnTo>
                          <a:pt x="52381" y="90466"/>
                        </a:lnTo>
                        <a:lnTo>
                          <a:pt x="52381" y="30165"/>
                        </a:lnTo>
                        <a:lnTo>
                          <a:pt x="65583" y="30165"/>
                        </a:lnTo>
                        <a:lnTo>
                          <a:pt x="65583" y="19754"/>
                        </a:lnTo>
                        <a:lnTo>
                          <a:pt x="52381" y="19754"/>
                        </a:lnTo>
                        <a:lnTo>
                          <a:pt x="52381" y="-2058"/>
                        </a:lnTo>
                        <a:lnTo>
                          <a:pt x="39933" y="-2058"/>
                        </a:lnTo>
                        <a:lnTo>
                          <a:pt x="39933" y="19754"/>
                        </a:lnTo>
                        <a:lnTo>
                          <a:pt x="-1813" y="19754"/>
                        </a:lnTo>
                        <a:lnTo>
                          <a:pt x="-1813" y="31830"/>
                        </a:lnTo>
                        <a:lnTo>
                          <a:pt x="36643" y="904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4" name="Freeform: Shape 193">
                    <a:extLst>
                      <a:ext uri="{FF2B5EF4-FFF2-40B4-BE49-F238E27FC236}">
                        <a16:creationId xmlns:a16="http://schemas.microsoft.com/office/drawing/2014/main" id="{0DE73BC6-2CBF-2A67-67E5-D90719A079CC}"/>
                      </a:ext>
                    </a:extLst>
                  </p:cNvPr>
                  <p:cNvSpPr/>
                  <p:nvPr/>
                </p:nvSpPr>
                <p:spPr>
                  <a:xfrm flipV="1">
                    <a:off x="-3371228" y="4803628"/>
                    <a:ext cx="63926" cy="95994"/>
                  </a:xfrm>
                  <a:custGeom>
                    <a:avLst/>
                    <a:gdLst>
                      <a:gd name="connsiteX0" fmla="*/ 30126 w 63926"/>
                      <a:gd name="connsiteY0" fmla="*/ 84025 h 95994"/>
                      <a:gd name="connsiteX1" fmla="*/ 15596 w 63926"/>
                      <a:gd name="connsiteY1" fmla="*/ 74507 h 95994"/>
                      <a:gd name="connsiteX2" fmla="*/ 10740 w 63926"/>
                      <a:gd name="connsiteY2" fmla="*/ 45913 h 95994"/>
                      <a:gd name="connsiteX3" fmla="*/ 15596 w 63926"/>
                      <a:gd name="connsiteY3" fmla="*/ 17378 h 95994"/>
                      <a:gd name="connsiteX4" fmla="*/ 30126 w 63926"/>
                      <a:gd name="connsiteY4" fmla="*/ 7860 h 95994"/>
                      <a:gd name="connsiteX5" fmla="*/ 44715 w 63926"/>
                      <a:gd name="connsiteY5" fmla="*/ 17378 h 95994"/>
                      <a:gd name="connsiteX6" fmla="*/ 49591 w 63926"/>
                      <a:gd name="connsiteY6" fmla="*/ 45913 h 95994"/>
                      <a:gd name="connsiteX7" fmla="*/ 44715 w 63926"/>
                      <a:gd name="connsiteY7" fmla="*/ 74507 h 95994"/>
                      <a:gd name="connsiteX8" fmla="*/ 30126 w 63926"/>
                      <a:gd name="connsiteY8" fmla="*/ 84025 h 95994"/>
                      <a:gd name="connsiteX9" fmla="*/ 30126 w 63926"/>
                      <a:gd name="connsiteY9" fmla="*/ 93939 h 95994"/>
                      <a:gd name="connsiteX10" fmla="*/ 53893 w 63926"/>
                      <a:gd name="connsiteY10" fmla="*/ 81625 h 95994"/>
                      <a:gd name="connsiteX11" fmla="*/ 62099 w 63926"/>
                      <a:gd name="connsiteY11" fmla="*/ 45913 h 95994"/>
                      <a:gd name="connsiteX12" fmla="*/ 53893 w 63926"/>
                      <a:gd name="connsiteY12" fmla="*/ 10240 h 95994"/>
                      <a:gd name="connsiteX13" fmla="*/ 30126 w 63926"/>
                      <a:gd name="connsiteY13" fmla="*/ -2055 h 95994"/>
                      <a:gd name="connsiteX14" fmla="*/ 6379 w 63926"/>
                      <a:gd name="connsiteY14" fmla="*/ 10240 h 95994"/>
                      <a:gd name="connsiteX15" fmla="*/ -1828 w 63926"/>
                      <a:gd name="connsiteY15" fmla="*/ 45913 h 95994"/>
                      <a:gd name="connsiteX16" fmla="*/ 6379 w 63926"/>
                      <a:gd name="connsiteY16" fmla="*/ 81625 h 95994"/>
                      <a:gd name="connsiteX17" fmla="*/ 30126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26" y="84025"/>
                        </a:moveTo>
                        <a:cubicBezTo>
                          <a:pt x="23690" y="84025"/>
                          <a:pt x="18847" y="80852"/>
                          <a:pt x="15596" y="74507"/>
                        </a:cubicBezTo>
                        <a:cubicBezTo>
                          <a:pt x="12358" y="68174"/>
                          <a:pt x="10740" y="58643"/>
                          <a:pt x="10740" y="45913"/>
                        </a:cubicBezTo>
                        <a:cubicBezTo>
                          <a:pt x="10740" y="33235"/>
                          <a:pt x="12358" y="23724"/>
                          <a:pt x="15596" y="17378"/>
                        </a:cubicBezTo>
                        <a:cubicBezTo>
                          <a:pt x="18847" y="11033"/>
                          <a:pt x="23690" y="7860"/>
                          <a:pt x="30126" y="7860"/>
                        </a:cubicBezTo>
                        <a:cubicBezTo>
                          <a:pt x="36614" y="7860"/>
                          <a:pt x="41477" y="11033"/>
                          <a:pt x="44715" y="17378"/>
                        </a:cubicBezTo>
                        <a:cubicBezTo>
                          <a:pt x="47966" y="23724"/>
                          <a:pt x="49591" y="33235"/>
                          <a:pt x="49591" y="45913"/>
                        </a:cubicBezTo>
                        <a:cubicBezTo>
                          <a:pt x="49591" y="58643"/>
                          <a:pt x="47966" y="68174"/>
                          <a:pt x="44715" y="74507"/>
                        </a:cubicBezTo>
                        <a:cubicBezTo>
                          <a:pt x="41477" y="80852"/>
                          <a:pt x="36614" y="84025"/>
                          <a:pt x="30126" y="84025"/>
                        </a:cubicBezTo>
                        <a:close/>
                        <a:moveTo>
                          <a:pt x="30126" y="93939"/>
                        </a:moveTo>
                        <a:cubicBezTo>
                          <a:pt x="40499" y="93939"/>
                          <a:pt x="48422" y="89835"/>
                          <a:pt x="53893" y="81625"/>
                        </a:cubicBezTo>
                        <a:cubicBezTo>
                          <a:pt x="59364" y="73429"/>
                          <a:pt x="62099" y="61525"/>
                          <a:pt x="62099" y="45913"/>
                        </a:cubicBezTo>
                        <a:cubicBezTo>
                          <a:pt x="62099" y="30340"/>
                          <a:pt x="59364" y="18449"/>
                          <a:pt x="53893" y="10240"/>
                        </a:cubicBezTo>
                        <a:cubicBezTo>
                          <a:pt x="48422" y="2043"/>
                          <a:pt x="40499" y="-2055"/>
                          <a:pt x="30126" y="-2055"/>
                        </a:cubicBezTo>
                        <a:cubicBezTo>
                          <a:pt x="19765" y="-2055"/>
                          <a:pt x="11850" y="2043"/>
                          <a:pt x="6379" y="10240"/>
                        </a:cubicBezTo>
                        <a:cubicBezTo>
                          <a:pt x="908" y="18449"/>
                          <a:pt x="-1828" y="30340"/>
                          <a:pt x="-1828" y="45913"/>
                        </a:cubicBezTo>
                        <a:cubicBezTo>
                          <a:pt x="-1828" y="61525"/>
                          <a:pt x="908" y="73429"/>
                          <a:pt x="6379" y="81625"/>
                        </a:cubicBezTo>
                        <a:cubicBezTo>
                          <a:pt x="11850" y="89835"/>
                          <a:pt x="19765" y="93939"/>
                          <a:pt x="30126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95" name="Graphic 163">
                <a:extLst>
                  <a:ext uri="{FF2B5EF4-FFF2-40B4-BE49-F238E27FC236}">
                    <a16:creationId xmlns:a16="http://schemas.microsoft.com/office/drawing/2014/main" id="{9451904A-EAFE-E078-65B7-DB39179B1475}"/>
                  </a:ext>
                </a:extLst>
              </p:cNvPr>
              <p:cNvGrpSpPr/>
              <p:nvPr/>
            </p:nvGrpSpPr>
            <p:grpSpPr>
              <a:xfrm>
                <a:off x="-2625127" y="4712551"/>
                <a:ext cx="223926" cy="187070"/>
                <a:chOff x="-2625127" y="4712551"/>
                <a:chExt cx="223926" cy="187070"/>
              </a:xfrm>
              <a:solidFill>
                <a:srgbClr val="000000"/>
              </a:solidFill>
            </p:grpSpPr>
            <p:sp>
              <p:nvSpPr>
                <p:cNvPr id="196" name="Freeform: Shape 195">
                  <a:extLst>
                    <a:ext uri="{FF2B5EF4-FFF2-40B4-BE49-F238E27FC236}">
                      <a16:creationId xmlns:a16="http://schemas.microsoft.com/office/drawing/2014/main" id="{E3DDC037-1D07-CDAF-5B7B-D75F7AA38A36}"/>
                    </a:ext>
                  </a:extLst>
                </p:cNvPr>
                <p:cNvSpPr/>
                <p:nvPr/>
              </p:nvSpPr>
              <p:spPr>
                <a:xfrm>
                  <a:off x="-2513845" y="4712551"/>
                  <a:ext cx="12686" cy="44417"/>
                </a:xfrm>
                <a:custGeom>
                  <a:avLst/>
                  <a:gdLst>
                    <a:gd name="connsiteX0" fmla="*/ 272 w 12686"/>
                    <a:gd name="connsiteY0" fmla="*/ 264 h 44417"/>
                    <a:gd name="connsiteX1" fmla="*/ 272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72" y="264"/>
                      </a:moveTo>
                      <a:lnTo>
                        <a:pt x="272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97" name="Graphic 163">
                  <a:extLst>
                    <a:ext uri="{FF2B5EF4-FFF2-40B4-BE49-F238E27FC236}">
                      <a16:creationId xmlns:a16="http://schemas.microsoft.com/office/drawing/2014/main" id="{BF95A000-14D9-47C8-A16B-4425E7E9BC2F}"/>
                    </a:ext>
                  </a:extLst>
                </p:cNvPr>
                <p:cNvGrpSpPr/>
                <p:nvPr/>
              </p:nvGrpSpPr>
              <p:grpSpPr>
                <a:xfrm>
                  <a:off x="-2625127" y="4803628"/>
                  <a:ext cx="223926" cy="95994"/>
                  <a:chOff x="-2625127" y="480362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99" name="Freeform: Shape 198">
                    <a:extLst>
                      <a:ext uri="{FF2B5EF4-FFF2-40B4-BE49-F238E27FC236}">
                        <a16:creationId xmlns:a16="http://schemas.microsoft.com/office/drawing/2014/main" id="{CF49AA47-FFE3-4D4B-AF57-387CA1E95D77}"/>
                      </a:ext>
                    </a:extLst>
                  </p:cNvPr>
                  <p:cNvSpPr/>
                  <p:nvPr/>
                </p:nvSpPr>
                <p:spPr>
                  <a:xfrm flipV="1">
                    <a:off x="-2625127" y="4805293"/>
                    <a:ext cx="59843" cy="94328"/>
                  </a:xfrm>
                  <a:custGeom>
                    <a:avLst/>
                    <a:gdLst>
                      <a:gd name="connsiteX0" fmla="*/ 2167 w 59843"/>
                      <a:gd name="connsiteY0" fmla="*/ 92316 h 94328"/>
                      <a:gd name="connsiteX1" fmla="*/ 51286 w 59843"/>
                      <a:gd name="connsiteY1" fmla="*/ 92316 h 94328"/>
                      <a:gd name="connsiteX2" fmla="*/ 51286 w 59843"/>
                      <a:gd name="connsiteY2" fmla="*/ 81767 h 94328"/>
                      <a:gd name="connsiteX3" fmla="*/ 13624 w 59843"/>
                      <a:gd name="connsiteY3" fmla="*/ 81767 h 94328"/>
                      <a:gd name="connsiteX4" fmla="*/ 13624 w 59843"/>
                      <a:gd name="connsiteY4" fmla="*/ 59102 h 94328"/>
                      <a:gd name="connsiteX5" fmla="*/ 19055 w 59843"/>
                      <a:gd name="connsiteY5" fmla="*/ 60490 h 94328"/>
                      <a:gd name="connsiteX6" fmla="*/ 24526 w 59843"/>
                      <a:gd name="connsiteY6" fmla="*/ 60946 h 94328"/>
                      <a:gd name="connsiteX7" fmla="*/ 49047 w 59843"/>
                      <a:gd name="connsiteY7" fmla="*/ 52459 h 94328"/>
                      <a:gd name="connsiteX8" fmla="*/ 58105 w 59843"/>
                      <a:gd name="connsiteY8" fmla="*/ 29476 h 94328"/>
                      <a:gd name="connsiteX9" fmla="*/ 48809 w 59843"/>
                      <a:gd name="connsiteY9" fmla="*/ 6256 h 94328"/>
                      <a:gd name="connsiteX10" fmla="*/ 22604 w 59843"/>
                      <a:gd name="connsiteY10" fmla="*/ -2013 h 94328"/>
                      <a:gd name="connsiteX11" fmla="*/ 10730 w 59843"/>
                      <a:gd name="connsiteY11" fmla="*/ -1021 h 94328"/>
                      <a:gd name="connsiteX12" fmla="*/ -1738 w 59843"/>
                      <a:gd name="connsiteY12" fmla="*/ 1953 h 94328"/>
                      <a:gd name="connsiteX13" fmla="*/ -1738 w 59843"/>
                      <a:gd name="connsiteY13" fmla="*/ 14545 h 94328"/>
                      <a:gd name="connsiteX14" fmla="*/ 9779 w 59843"/>
                      <a:gd name="connsiteY14" fmla="*/ 10024 h 94328"/>
                      <a:gd name="connsiteX15" fmla="*/ 22346 w 59843"/>
                      <a:gd name="connsiteY15" fmla="*/ 8537 h 94328"/>
                      <a:gd name="connsiteX16" fmla="*/ 39314 w 59843"/>
                      <a:gd name="connsiteY16" fmla="*/ 14168 h 94328"/>
                      <a:gd name="connsiteX17" fmla="*/ 45578 w 59843"/>
                      <a:gd name="connsiteY17" fmla="*/ 29476 h 94328"/>
                      <a:gd name="connsiteX18" fmla="*/ 39314 w 59843"/>
                      <a:gd name="connsiteY18" fmla="*/ 44765 h 94328"/>
                      <a:gd name="connsiteX19" fmla="*/ 22346 w 59843"/>
                      <a:gd name="connsiteY19" fmla="*/ 50416 h 94328"/>
                      <a:gd name="connsiteX20" fmla="*/ 12336 w 59843"/>
                      <a:gd name="connsiteY20" fmla="*/ 49306 h 94328"/>
                      <a:gd name="connsiteX21" fmla="*/ 2167 w 59843"/>
                      <a:gd name="connsiteY21" fmla="*/ 45836 h 94328"/>
                      <a:gd name="connsiteX22" fmla="*/ 2167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67" y="92316"/>
                        </a:moveTo>
                        <a:lnTo>
                          <a:pt x="51286" y="92316"/>
                        </a:lnTo>
                        <a:lnTo>
                          <a:pt x="51286" y="81767"/>
                        </a:lnTo>
                        <a:lnTo>
                          <a:pt x="13624" y="81767"/>
                        </a:lnTo>
                        <a:lnTo>
                          <a:pt x="13624" y="59102"/>
                        </a:lnTo>
                        <a:cubicBezTo>
                          <a:pt x="15435" y="59723"/>
                          <a:pt x="17245" y="60186"/>
                          <a:pt x="19055" y="60490"/>
                        </a:cubicBezTo>
                        <a:cubicBezTo>
                          <a:pt x="20879" y="60794"/>
                          <a:pt x="22703" y="60946"/>
                          <a:pt x="24526" y="60946"/>
                        </a:cubicBezTo>
                        <a:cubicBezTo>
                          <a:pt x="34847" y="60946"/>
                          <a:pt x="43021" y="58117"/>
                          <a:pt x="49047" y="52459"/>
                        </a:cubicBezTo>
                        <a:cubicBezTo>
                          <a:pt x="55086" y="46801"/>
                          <a:pt x="58105" y="39140"/>
                          <a:pt x="58105" y="29476"/>
                        </a:cubicBezTo>
                        <a:cubicBezTo>
                          <a:pt x="58105" y="19522"/>
                          <a:pt x="55006" y="11782"/>
                          <a:pt x="48809" y="6256"/>
                        </a:cubicBezTo>
                        <a:cubicBezTo>
                          <a:pt x="42611" y="744"/>
                          <a:pt x="33876" y="-2013"/>
                          <a:pt x="22604" y="-2013"/>
                        </a:cubicBezTo>
                        <a:cubicBezTo>
                          <a:pt x="18718" y="-2013"/>
                          <a:pt x="14761" y="-1682"/>
                          <a:pt x="10730" y="-1021"/>
                        </a:cubicBezTo>
                        <a:cubicBezTo>
                          <a:pt x="6713" y="-360"/>
                          <a:pt x="2557" y="631"/>
                          <a:pt x="-1738" y="1953"/>
                        </a:cubicBezTo>
                        <a:lnTo>
                          <a:pt x="-1738" y="14545"/>
                        </a:lnTo>
                        <a:cubicBezTo>
                          <a:pt x="1975" y="12522"/>
                          <a:pt x="5814" y="11015"/>
                          <a:pt x="9779" y="10024"/>
                        </a:cubicBezTo>
                        <a:cubicBezTo>
                          <a:pt x="13743" y="9032"/>
                          <a:pt x="17932" y="8537"/>
                          <a:pt x="22346" y="8537"/>
                        </a:cubicBezTo>
                        <a:cubicBezTo>
                          <a:pt x="29495" y="8537"/>
                          <a:pt x="35151" y="10414"/>
                          <a:pt x="39314" y="14168"/>
                        </a:cubicBezTo>
                        <a:cubicBezTo>
                          <a:pt x="43490" y="17923"/>
                          <a:pt x="45578" y="23025"/>
                          <a:pt x="45578" y="29476"/>
                        </a:cubicBezTo>
                        <a:cubicBezTo>
                          <a:pt x="45578" y="35914"/>
                          <a:pt x="43490" y="41011"/>
                          <a:pt x="39314" y="44765"/>
                        </a:cubicBezTo>
                        <a:cubicBezTo>
                          <a:pt x="35151" y="48533"/>
                          <a:pt x="29495" y="50416"/>
                          <a:pt x="22346" y="50416"/>
                        </a:cubicBezTo>
                        <a:cubicBezTo>
                          <a:pt x="19003" y="50416"/>
                          <a:pt x="15666" y="50046"/>
                          <a:pt x="12336" y="49306"/>
                        </a:cubicBezTo>
                        <a:cubicBezTo>
                          <a:pt x="9019" y="48566"/>
                          <a:pt x="5629" y="47409"/>
                          <a:pt x="2167" y="45836"/>
                        </a:cubicBezTo>
                        <a:lnTo>
                          <a:pt x="2167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0" name="Freeform: Shape 199">
                    <a:extLst>
                      <a:ext uri="{FF2B5EF4-FFF2-40B4-BE49-F238E27FC236}">
                        <a16:creationId xmlns:a16="http://schemas.microsoft.com/office/drawing/2014/main" id="{DCB754FD-5987-1B7E-4826-F46DD8197183}"/>
                      </a:ext>
                    </a:extLst>
                  </p:cNvPr>
                  <p:cNvSpPr/>
                  <p:nvPr/>
                </p:nvSpPr>
                <p:spPr>
                  <a:xfrm flipV="1">
                    <a:off x="-2545345" y="4803628"/>
                    <a:ext cx="63867" cy="95994"/>
                  </a:xfrm>
                  <a:custGeom>
                    <a:avLst/>
                    <a:gdLst>
                      <a:gd name="connsiteX0" fmla="*/ 31238 w 63867"/>
                      <a:gd name="connsiteY0" fmla="*/ 50989 h 95994"/>
                      <a:gd name="connsiteX1" fmla="*/ 17878 w 63867"/>
                      <a:gd name="connsiteY1" fmla="*/ 45219 h 95994"/>
                      <a:gd name="connsiteX2" fmla="*/ 12962 w 63867"/>
                      <a:gd name="connsiteY2" fmla="*/ 29434 h 95994"/>
                      <a:gd name="connsiteX3" fmla="*/ 17878 w 63867"/>
                      <a:gd name="connsiteY3" fmla="*/ 13650 h 95994"/>
                      <a:gd name="connsiteX4" fmla="*/ 31238 w 63867"/>
                      <a:gd name="connsiteY4" fmla="*/ 7860 h 95994"/>
                      <a:gd name="connsiteX5" fmla="*/ 44578 w 63867"/>
                      <a:gd name="connsiteY5" fmla="*/ 13650 h 95994"/>
                      <a:gd name="connsiteX6" fmla="*/ 49494 w 63867"/>
                      <a:gd name="connsiteY6" fmla="*/ 29434 h 95994"/>
                      <a:gd name="connsiteX7" fmla="*/ 44578 w 63867"/>
                      <a:gd name="connsiteY7" fmla="*/ 45219 h 95994"/>
                      <a:gd name="connsiteX8" fmla="*/ 31238 w 63867"/>
                      <a:gd name="connsiteY8" fmla="*/ 50989 h 95994"/>
                      <a:gd name="connsiteX9" fmla="*/ 56075 w 63867"/>
                      <a:gd name="connsiteY9" fmla="*/ 90231 h 95994"/>
                      <a:gd name="connsiteX10" fmla="*/ 56075 w 63867"/>
                      <a:gd name="connsiteY10" fmla="*/ 78829 h 95994"/>
                      <a:gd name="connsiteX11" fmla="*/ 46560 w 63867"/>
                      <a:gd name="connsiteY11" fmla="*/ 82220 h 95994"/>
                      <a:gd name="connsiteX12" fmla="*/ 37046 w 63867"/>
                      <a:gd name="connsiteY12" fmla="*/ 83410 h 95994"/>
                      <a:gd name="connsiteX13" fmla="*/ 18115 w 63867"/>
                      <a:gd name="connsiteY13" fmla="*/ 75042 h 95994"/>
                      <a:gd name="connsiteX14" fmla="*/ 10662 w 63867"/>
                      <a:gd name="connsiteY14" fmla="*/ 49760 h 95994"/>
                      <a:gd name="connsiteX15" fmla="*/ 19820 w 63867"/>
                      <a:gd name="connsiteY15" fmla="*/ 58028 h 95994"/>
                      <a:gd name="connsiteX16" fmla="*/ 31971 w 63867"/>
                      <a:gd name="connsiteY16" fmla="*/ 60904 h 95994"/>
                      <a:gd name="connsiteX17" fmla="*/ 53994 w 63867"/>
                      <a:gd name="connsiteY17" fmla="*/ 52436 h 95994"/>
                      <a:gd name="connsiteX18" fmla="*/ 62081 w 63867"/>
                      <a:gd name="connsiteY18" fmla="*/ 29434 h 95994"/>
                      <a:gd name="connsiteX19" fmla="*/ 53657 w 63867"/>
                      <a:gd name="connsiteY19" fmla="*/ 6551 h 95994"/>
                      <a:gd name="connsiteX20" fmla="*/ 31238 w 63867"/>
                      <a:gd name="connsiteY20" fmla="*/ -2055 h 95994"/>
                      <a:gd name="connsiteX21" fmla="*/ 6698 w 63867"/>
                      <a:gd name="connsiteY21" fmla="*/ 10240 h 95994"/>
                      <a:gd name="connsiteX22" fmla="*/ -1786 w 63867"/>
                      <a:gd name="connsiteY22" fmla="*/ 45913 h 95994"/>
                      <a:gd name="connsiteX23" fmla="*/ 8621 w 63867"/>
                      <a:gd name="connsiteY23" fmla="*/ 80892 h 95994"/>
                      <a:gd name="connsiteX24" fmla="*/ 36550 w 63867"/>
                      <a:gd name="connsiteY24" fmla="*/ 93939 h 95994"/>
                      <a:gd name="connsiteX25" fmla="*/ 46065 w 63867"/>
                      <a:gd name="connsiteY25" fmla="*/ 93007 h 95994"/>
                      <a:gd name="connsiteX26" fmla="*/ 56075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238" y="50989"/>
                        </a:moveTo>
                        <a:cubicBezTo>
                          <a:pt x="25621" y="50989"/>
                          <a:pt x="21168" y="49065"/>
                          <a:pt x="17878" y="45219"/>
                        </a:cubicBezTo>
                        <a:cubicBezTo>
                          <a:pt x="14600" y="41385"/>
                          <a:pt x="12962" y="36123"/>
                          <a:pt x="12962" y="29434"/>
                        </a:cubicBezTo>
                        <a:cubicBezTo>
                          <a:pt x="12962" y="22785"/>
                          <a:pt x="14600" y="17524"/>
                          <a:pt x="17878" y="13650"/>
                        </a:cubicBezTo>
                        <a:cubicBezTo>
                          <a:pt x="21168" y="9790"/>
                          <a:pt x="25621" y="7860"/>
                          <a:pt x="31238" y="7860"/>
                        </a:cubicBezTo>
                        <a:cubicBezTo>
                          <a:pt x="36854" y="7860"/>
                          <a:pt x="41301" y="9790"/>
                          <a:pt x="44578" y="13650"/>
                        </a:cubicBezTo>
                        <a:cubicBezTo>
                          <a:pt x="47855" y="17524"/>
                          <a:pt x="49494" y="22785"/>
                          <a:pt x="49494" y="29434"/>
                        </a:cubicBezTo>
                        <a:cubicBezTo>
                          <a:pt x="49494" y="36123"/>
                          <a:pt x="47855" y="41385"/>
                          <a:pt x="44578" y="45219"/>
                        </a:cubicBezTo>
                        <a:cubicBezTo>
                          <a:pt x="41301" y="49065"/>
                          <a:pt x="36854" y="50989"/>
                          <a:pt x="31238" y="50989"/>
                        </a:cubicBezTo>
                        <a:close/>
                        <a:moveTo>
                          <a:pt x="56075" y="90231"/>
                        </a:moveTo>
                        <a:lnTo>
                          <a:pt x="56075" y="78829"/>
                        </a:lnTo>
                        <a:cubicBezTo>
                          <a:pt x="52930" y="80310"/>
                          <a:pt x="49758" y="81440"/>
                          <a:pt x="46560" y="82220"/>
                        </a:cubicBezTo>
                        <a:cubicBezTo>
                          <a:pt x="43362" y="83013"/>
                          <a:pt x="40191" y="83410"/>
                          <a:pt x="37046" y="83410"/>
                        </a:cubicBezTo>
                        <a:cubicBezTo>
                          <a:pt x="28786" y="83410"/>
                          <a:pt x="22476" y="80621"/>
                          <a:pt x="18115" y="75042"/>
                        </a:cubicBezTo>
                        <a:cubicBezTo>
                          <a:pt x="13768" y="69463"/>
                          <a:pt x="11283" y="61036"/>
                          <a:pt x="10662" y="49760"/>
                        </a:cubicBezTo>
                        <a:cubicBezTo>
                          <a:pt x="13094" y="53355"/>
                          <a:pt x="16146" y="56112"/>
                          <a:pt x="19820" y="58028"/>
                        </a:cubicBezTo>
                        <a:cubicBezTo>
                          <a:pt x="23507" y="59945"/>
                          <a:pt x="27557" y="60904"/>
                          <a:pt x="31971" y="60904"/>
                        </a:cubicBezTo>
                        <a:cubicBezTo>
                          <a:pt x="41261" y="60904"/>
                          <a:pt x="48602" y="58081"/>
                          <a:pt x="53994" y="52436"/>
                        </a:cubicBezTo>
                        <a:cubicBezTo>
                          <a:pt x="59385" y="46805"/>
                          <a:pt x="62081" y="39138"/>
                          <a:pt x="62081" y="29434"/>
                        </a:cubicBezTo>
                        <a:cubicBezTo>
                          <a:pt x="62081" y="19929"/>
                          <a:pt x="59273" y="12302"/>
                          <a:pt x="53657" y="6551"/>
                        </a:cubicBezTo>
                        <a:cubicBezTo>
                          <a:pt x="48040" y="814"/>
                          <a:pt x="40567" y="-2055"/>
                          <a:pt x="31238" y="-2055"/>
                        </a:cubicBezTo>
                        <a:cubicBezTo>
                          <a:pt x="20534" y="-2055"/>
                          <a:pt x="12354" y="2043"/>
                          <a:pt x="6698" y="10240"/>
                        </a:cubicBezTo>
                        <a:cubicBezTo>
                          <a:pt x="1042" y="18449"/>
                          <a:pt x="-1786" y="30340"/>
                          <a:pt x="-1786" y="45913"/>
                        </a:cubicBezTo>
                        <a:cubicBezTo>
                          <a:pt x="-1786" y="60534"/>
                          <a:pt x="1683" y="72193"/>
                          <a:pt x="8621" y="80892"/>
                        </a:cubicBezTo>
                        <a:cubicBezTo>
                          <a:pt x="15558" y="89590"/>
                          <a:pt x="24868" y="93939"/>
                          <a:pt x="36550" y="93939"/>
                        </a:cubicBezTo>
                        <a:cubicBezTo>
                          <a:pt x="39695" y="93939"/>
                          <a:pt x="42867" y="93629"/>
                          <a:pt x="46065" y="93007"/>
                        </a:cubicBezTo>
                        <a:cubicBezTo>
                          <a:pt x="49263" y="92386"/>
                          <a:pt x="52599" y="91461"/>
                          <a:pt x="56075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1" name="Freeform: Shape 200">
                    <a:extLst>
                      <a:ext uri="{FF2B5EF4-FFF2-40B4-BE49-F238E27FC236}">
                        <a16:creationId xmlns:a16="http://schemas.microsoft.com/office/drawing/2014/main" id="{37947101-AD73-90F1-7C24-9DA2018CB3C3}"/>
                      </a:ext>
                    </a:extLst>
                  </p:cNvPr>
                  <p:cNvSpPr/>
                  <p:nvPr/>
                </p:nvSpPr>
                <p:spPr>
                  <a:xfrm flipV="1">
                    <a:off x="-2465127" y="4803628"/>
                    <a:ext cx="63926" cy="95994"/>
                  </a:xfrm>
                  <a:custGeom>
                    <a:avLst/>
                    <a:gdLst>
                      <a:gd name="connsiteX0" fmla="*/ 30197 w 63926"/>
                      <a:gd name="connsiteY0" fmla="*/ 84025 h 95994"/>
                      <a:gd name="connsiteX1" fmla="*/ 15667 w 63926"/>
                      <a:gd name="connsiteY1" fmla="*/ 74507 h 95994"/>
                      <a:gd name="connsiteX2" fmla="*/ 10811 w 63926"/>
                      <a:gd name="connsiteY2" fmla="*/ 45913 h 95994"/>
                      <a:gd name="connsiteX3" fmla="*/ 15667 w 63926"/>
                      <a:gd name="connsiteY3" fmla="*/ 17378 h 95994"/>
                      <a:gd name="connsiteX4" fmla="*/ 30197 w 63926"/>
                      <a:gd name="connsiteY4" fmla="*/ 7860 h 95994"/>
                      <a:gd name="connsiteX5" fmla="*/ 44786 w 63926"/>
                      <a:gd name="connsiteY5" fmla="*/ 17378 h 95994"/>
                      <a:gd name="connsiteX6" fmla="*/ 49663 w 63926"/>
                      <a:gd name="connsiteY6" fmla="*/ 45913 h 95994"/>
                      <a:gd name="connsiteX7" fmla="*/ 44786 w 63926"/>
                      <a:gd name="connsiteY7" fmla="*/ 74507 h 95994"/>
                      <a:gd name="connsiteX8" fmla="*/ 30197 w 63926"/>
                      <a:gd name="connsiteY8" fmla="*/ 84025 h 95994"/>
                      <a:gd name="connsiteX9" fmla="*/ 30197 w 63926"/>
                      <a:gd name="connsiteY9" fmla="*/ 93939 h 95994"/>
                      <a:gd name="connsiteX10" fmla="*/ 53964 w 63926"/>
                      <a:gd name="connsiteY10" fmla="*/ 81625 h 95994"/>
                      <a:gd name="connsiteX11" fmla="*/ 62170 w 63926"/>
                      <a:gd name="connsiteY11" fmla="*/ 45913 h 95994"/>
                      <a:gd name="connsiteX12" fmla="*/ 53964 w 63926"/>
                      <a:gd name="connsiteY12" fmla="*/ 10240 h 95994"/>
                      <a:gd name="connsiteX13" fmla="*/ 30197 w 63926"/>
                      <a:gd name="connsiteY13" fmla="*/ -2055 h 95994"/>
                      <a:gd name="connsiteX14" fmla="*/ 6450 w 63926"/>
                      <a:gd name="connsiteY14" fmla="*/ 10240 h 95994"/>
                      <a:gd name="connsiteX15" fmla="*/ -1756 w 63926"/>
                      <a:gd name="connsiteY15" fmla="*/ 45913 h 95994"/>
                      <a:gd name="connsiteX16" fmla="*/ 6450 w 63926"/>
                      <a:gd name="connsiteY16" fmla="*/ 81625 h 95994"/>
                      <a:gd name="connsiteX17" fmla="*/ 3019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97" y="84025"/>
                        </a:moveTo>
                        <a:cubicBezTo>
                          <a:pt x="23762" y="84025"/>
                          <a:pt x="18918" y="80852"/>
                          <a:pt x="15667" y="74507"/>
                        </a:cubicBezTo>
                        <a:cubicBezTo>
                          <a:pt x="12430" y="68174"/>
                          <a:pt x="10811" y="58643"/>
                          <a:pt x="10811" y="45913"/>
                        </a:cubicBezTo>
                        <a:cubicBezTo>
                          <a:pt x="10811" y="33235"/>
                          <a:pt x="12430" y="23724"/>
                          <a:pt x="15667" y="17378"/>
                        </a:cubicBezTo>
                        <a:cubicBezTo>
                          <a:pt x="18918" y="11033"/>
                          <a:pt x="23762" y="7860"/>
                          <a:pt x="30197" y="7860"/>
                        </a:cubicBezTo>
                        <a:cubicBezTo>
                          <a:pt x="36686" y="7860"/>
                          <a:pt x="41549" y="11033"/>
                          <a:pt x="44786" y="17378"/>
                        </a:cubicBezTo>
                        <a:cubicBezTo>
                          <a:pt x="48037" y="23724"/>
                          <a:pt x="49663" y="33235"/>
                          <a:pt x="49663" y="45913"/>
                        </a:cubicBezTo>
                        <a:cubicBezTo>
                          <a:pt x="49663" y="58643"/>
                          <a:pt x="48037" y="68174"/>
                          <a:pt x="44786" y="74507"/>
                        </a:cubicBezTo>
                        <a:cubicBezTo>
                          <a:pt x="41549" y="80852"/>
                          <a:pt x="36686" y="84025"/>
                          <a:pt x="30197" y="84025"/>
                        </a:cubicBezTo>
                        <a:close/>
                        <a:moveTo>
                          <a:pt x="30197" y="93939"/>
                        </a:moveTo>
                        <a:cubicBezTo>
                          <a:pt x="40571" y="93939"/>
                          <a:pt x="48493" y="89835"/>
                          <a:pt x="53964" y="81625"/>
                        </a:cubicBezTo>
                        <a:cubicBezTo>
                          <a:pt x="59435" y="73429"/>
                          <a:pt x="62170" y="61525"/>
                          <a:pt x="62170" y="45913"/>
                        </a:cubicBezTo>
                        <a:cubicBezTo>
                          <a:pt x="62170" y="30340"/>
                          <a:pt x="59435" y="18449"/>
                          <a:pt x="53964" y="10240"/>
                        </a:cubicBezTo>
                        <a:cubicBezTo>
                          <a:pt x="48493" y="2043"/>
                          <a:pt x="40571" y="-2055"/>
                          <a:pt x="30197" y="-2055"/>
                        </a:cubicBezTo>
                        <a:cubicBezTo>
                          <a:pt x="19837" y="-2055"/>
                          <a:pt x="11921" y="2043"/>
                          <a:pt x="6450" y="10240"/>
                        </a:cubicBezTo>
                        <a:cubicBezTo>
                          <a:pt x="979" y="18449"/>
                          <a:pt x="-1756" y="30340"/>
                          <a:pt x="-1756" y="45913"/>
                        </a:cubicBezTo>
                        <a:cubicBezTo>
                          <a:pt x="-1756" y="61525"/>
                          <a:pt x="979" y="73429"/>
                          <a:pt x="6450" y="81625"/>
                        </a:cubicBezTo>
                        <a:cubicBezTo>
                          <a:pt x="11921" y="89835"/>
                          <a:pt x="19837" y="93939"/>
                          <a:pt x="3019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02" name="Graphic 163">
                <a:extLst>
                  <a:ext uri="{FF2B5EF4-FFF2-40B4-BE49-F238E27FC236}">
                    <a16:creationId xmlns:a16="http://schemas.microsoft.com/office/drawing/2014/main" id="{8AA1CB96-6C35-AFCF-A04F-E14D7BACCA2A}"/>
                  </a:ext>
                </a:extLst>
              </p:cNvPr>
              <p:cNvGrpSpPr/>
              <p:nvPr/>
            </p:nvGrpSpPr>
            <p:grpSpPr>
              <a:xfrm>
                <a:off x="-1719026" y="4712551"/>
                <a:ext cx="223926" cy="187070"/>
                <a:chOff x="-1719026" y="4712551"/>
                <a:chExt cx="223926" cy="187070"/>
              </a:xfrm>
              <a:solidFill>
                <a:srgbClr val="000000"/>
              </a:solidFill>
            </p:grpSpPr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E266B889-FF0E-7277-1886-2FE0D695D2A0}"/>
                    </a:ext>
                  </a:extLst>
                </p:cNvPr>
                <p:cNvSpPr/>
                <p:nvPr/>
              </p:nvSpPr>
              <p:spPr>
                <a:xfrm>
                  <a:off x="-1607744" y="4712551"/>
                  <a:ext cx="12686" cy="44417"/>
                </a:xfrm>
                <a:custGeom>
                  <a:avLst/>
                  <a:gdLst>
                    <a:gd name="connsiteX0" fmla="*/ 343 w 12686"/>
                    <a:gd name="connsiteY0" fmla="*/ 264 h 44417"/>
                    <a:gd name="connsiteX1" fmla="*/ 343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43" y="264"/>
                      </a:moveTo>
                      <a:lnTo>
                        <a:pt x="343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05" name="Graphic 163">
                  <a:extLst>
                    <a:ext uri="{FF2B5EF4-FFF2-40B4-BE49-F238E27FC236}">
                      <a16:creationId xmlns:a16="http://schemas.microsoft.com/office/drawing/2014/main" id="{0C19D2E6-BCF1-1378-67C4-CA450F1C8D55}"/>
                    </a:ext>
                  </a:extLst>
                </p:cNvPr>
                <p:cNvGrpSpPr/>
                <p:nvPr/>
              </p:nvGrpSpPr>
              <p:grpSpPr>
                <a:xfrm>
                  <a:off x="-1719026" y="4803628"/>
                  <a:ext cx="223926" cy="95994"/>
                  <a:chOff x="-1719026" y="480362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10" name="Freeform: Shape 209">
                    <a:extLst>
                      <a:ext uri="{FF2B5EF4-FFF2-40B4-BE49-F238E27FC236}">
                        <a16:creationId xmlns:a16="http://schemas.microsoft.com/office/drawing/2014/main" id="{AF557FE9-CCDC-3226-7FD9-78B4B3AD1D7F}"/>
                      </a:ext>
                    </a:extLst>
                  </p:cNvPr>
                  <p:cNvSpPr/>
                  <p:nvPr/>
                </p:nvSpPr>
                <p:spPr>
                  <a:xfrm flipV="1">
                    <a:off x="-1719026" y="4805293"/>
                    <a:ext cx="59843" cy="94328"/>
                  </a:xfrm>
                  <a:custGeom>
                    <a:avLst/>
                    <a:gdLst>
                      <a:gd name="connsiteX0" fmla="*/ 2238 w 59843"/>
                      <a:gd name="connsiteY0" fmla="*/ 92316 h 94328"/>
                      <a:gd name="connsiteX1" fmla="*/ 51358 w 59843"/>
                      <a:gd name="connsiteY1" fmla="*/ 92316 h 94328"/>
                      <a:gd name="connsiteX2" fmla="*/ 51358 w 59843"/>
                      <a:gd name="connsiteY2" fmla="*/ 81767 h 94328"/>
                      <a:gd name="connsiteX3" fmla="*/ 13696 w 59843"/>
                      <a:gd name="connsiteY3" fmla="*/ 81767 h 94328"/>
                      <a:gd name="connsiteX4" fmla="*/ 13696 w 59843"/>
                      <a:gd name="connsiteY4" fmla="*/ 59102 h 94328"/>
                      <a:gd name="connsiteX5" fmla="*/ 19127 w 59843"/>
                      <a:gd name="connsiteY5" fmla="*/ 60490 h 94328"/>
                      <a:gd name="connsiteX6" fmla="*/ 24598 w 59843"/>
                      <a:gd name="connsiteY6" fmla="*/ 60946 h 94328"/>
                      <a:gd name="connsiteX7" fmla="*/ 49118 w 59843"/>
                      <a:gd name="connsiteY7" fmla="*/ 52459 h 94328"/>
                      <a:gd name="connsiteX8" fmla="*/ 58177 w 59843"/>
                      <a:gd name="connsiteY8" fmla="*/ 29476 h 94328"/>
                      <a:gd name="connsiteX9" fmla="*/ 48880 w 59843"/>
                      <a:gd name="connsiteY9" fmla="*/ 6256 h 94328"/>
                      <a:gd name="connsiteX10" fmla="*/ 22675 w 59843"/>
                      <a:gd name="connsiteY10" fmla="*/ -2013 h 94328"/>
                      <a:gd name="connsiteX11" fmla="*/ 10802 w 59843"/>
                      <a:gd name="connsiteY11" fmla="*/ -1021 h 94328"/>
                      <a:gd name="connsiteX12" fmla="*/ -1667 w 59843"/>
                      <a:gd name="connsiteY12" fmla="*/ 1953 h 94328"/>
                      <a:gd name="connsiteX13" fmla="*/ -1667 w 59843"/>
                      <a:gd name="connsiteY13" fmla="*/ 14545 h 94328"/>
                      <a:gd name="connsiteX14" fmla="*/ 9850 w 59843"/>
                      <a:gd name="connsiteY14" fmla="*/ 10024 h 94328"/>
                      <a:gd name="connsiteX15" fmla="*/ 22417 w 59843"/>
                      <a:gd name="connsiteY15" fmla="*/ 8537 h 94328"/>
                      <a:gd name="connsiteX16" fmla="*/ 39385 w 59843"/>
                      <a:gd name="connsiteY16" fmla="*/ 14168 h 94328"/>
                      <a:gd name="connsiteX17" fmla="*/ 45649 w 59843"/>
                      <a:gd name="connsiteY17" fmla="*/ 29476 h 94328"/>
                      <a:gd name="connsiteX18" fmla="*/ 39385 w 59843"/>
                      <a:gd name="connsiteY18" fmla="*/ 44765 h 94328"/>
                      <a:gd name="connsiteX19" fmla="*/ 22417 w 59843"/>
                      <a:gd name="connsiteY19" fmla="*/ 50416 h 94328"/>
                      <a:gd name="connsiteX20" fmla="*/ 12407 w 59843"/>
                      <a:gd name="connsiteY20" fmla="*/ 49306 h 94328"/>
                      <a:gd name="connsiteX21" fmla="*/ 2238 w 59843"/>
                      <a:gd name="connsiteY21" fmla="*/ 45836 h 94328"/>
                      <a:gd name="connsiteX22" fmla="*/ 2238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38" y="92316"/>
                        </a:moveTo>
                        <a:lnTo>
                          <a:pt x="51358" y="92316"/>
                        </a:lnTo>
                        <a:lnTo>
                          <a:pt x="51358" y="81767"/>
                        </a:lnTo>
                        <a:lnTo>
                          <a:pt x="13696" y="81767"/>
                        </a:lnTo>
                        <a:lnTo>
                          <a:pt x="13696" y="59102"/>
                        </a:lnTo>
                        <a:cubicBezTo>
                          <a:pt x="15506" y="59723"/>
                          <a:pt x="17316" y="60186"/>
                          <a:pt x="19127" y="60490"/>
                        </a:cubicBezTo>
                        <a:cubicBezTo>
                          <a:pt x="20951" y="60794"/>
                          <a:pt x="22774" y="60946"/>
                          <a:pt x="24598" y="60946"/>
                        </a:cubicBezTo>
                        <a:cubicBezTo>
                          <a:pt x="34919" y="60946"/>
                          <a:pt x="43092" y="58117"/>
                          <a:pt x="49118" y="52459"/>
                        </a:cubicBezTo>
                        <a:cubicBezTo>
                          <a:pt x="55157" y="46801"/>
                          <a:pt x="58177" y="39140"/>
                          <a:pt x="58177" y="29476"/>
                        </a:cubicBezTo>
                        <a:cubicBezTo>
                          <a:pt x="58177" y="19522"/>
                          <a:pt x="55078" y="11782"/>
                          <a:pt x="48880" y="6256"/>
                        </a:cubicBezTo>
                        <a:cubicBezTo>
                          <a:pt x="42682" y="744"/>
                          <a:pt x="33947" y="-2013"/>
                          <a:pt x="22675" y="-2013"/>
                        </a:cubicBezTo>
                        <a:cubicBezTo>
                          <a:pt x="18790" y="-2013"/>
                          <a:pt x="14832" y="-1682"/>
                          <a:pt x="10802" y="-1021"/>
                        </a:cubicBezTo>
                        <a:cubicBezTo>
                          <a:pt x="6784" y="-360"/>
                          <a:pt x="2628" y="631"/>
                          <a:pt x="-1667" y="1953"/>
                        </a:cubicBezTo>
                        <a:lnTo>
                          <a:pt x="-1667" y="14545"/>
                        </a:lnTo>
                        <a:cubicBezTo>
                          <a:pt x="2047" y="12522"/>
                          <a:pt x="5886" y="11015"/>
                          <a:pt x="9850" y="10024"/>
                        </a:cubicBezTo>
                        <a:cubicBezTo>
                          <a:pt x="13815" y="9032"/>
                          <a:pt x="18004" y="8537"/>
                          <a:pt x="22417" y="8537"/>
                        </a:cubicBezTo>
                        <a:cubicBezTo>
                          <a:pt x="29567" y="8537"/>
                          <a:pt x="35223" y="10414"/>
                          <a:pt x="39385" y="14168"/>
                        </a:cubicBezTo>
                        <a:cubicBezTo>
                          <a:pt x="43561" y="17923"/>
                          <a:pt x="45649" y="23025"/>
                          <a:pt x="45649" y="29476"/>
                        </a:cubicBezTo>
                        <a:cubicBezTo>
                          <a:pt x="45649" y="35914"/>
                          <a:pt x="43561" y="41011"/>
                          <a:pt x="39385" y="44765"/>
                        </a:cubicBezTo>
                        <a:cubicBezTo>
                          <a:pt x="35223" y="48533"/>
                          <a:pt x="29567" y="50416"/>
                          <a:pt x="22417" y="50416"/>
                        </a:cubicBezTo>
                        <a:cubicBezTo>
                          <a:pt x="19074" y="50416"/>
                          <a:pt x="15737" y="50046"/>
                          <a:pt x="12407" y="49306"/>
                        </a:cubicBezTo>
                        <a:cubicBezTo>
                          <a:pt x="9090" y="48566"/>
                          <a:pt x="5701" y="47409"/>
                          <a:pt x="2238" y="45836"/>
                        </a:cubicBezTo>
                        <a:lnTo>
                          <a:pt x="2238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12" name="Freeform: Shape 211">
                    <a:extLst>
                      <a:ext uri="{FF2B5EF4-FFF2-40B4-BE49-F238E27FC236}">
                        <a16:creationId xmlns:a16="http://schemas.microsoft.com/office/drawing/2014/main" id="{A89EF7E9-86F9-41BB-CEAB-946B6C917F8B}"/>
                      </a:ext>
                    </a:extLst>
                  </p:cNvPr>
                  <p:cNvSpPr/>
                  <p:nvPr/>
                </p:nvSpPr>
                <p:spPr>
                  <a:xfrm flipV="1">
                    <a:off x="-1639502" y="4803628"/>
                    <a:ext cx="63431" cy="95994"/>
                  </a:xfrm>
                  <a:custGeom>
                    <a:avLst/>
                    <a:gdLst>
                      <a:gd name="connsiteX0" fmla="*/ 30025 w 63431"/>
                      <a:gd name="connsiteY0" fmla="*/ 43692 h 95994"/>
                      <a:gd name="connsiteX1" fmla="*/ 15991 w 63431"/>
                      <a:gd name="connsiteY1" fmla="*/ 38913 h 95994"/>
                      <a:gd name="connsiteX2" fmla="*/ 10896 w 63431"/>
                      <a:gd name="connsiteY2" fmla="*/ 25786 h 95994"/>
                      <a:gd name="connsiteX3" fmla="*/ 15991 w 63431"/>
                      <a:gd name="connsiteY3" fmla="*/ 12639 h 95994"/>
                      <a:gd name="connsiteX4" fmla="*/ 30025 w 63431"/>
                      <a:gd name="connsiteY4" fmla="*/ 7860 h 95994"/>
                      <a:gd name="connsiteX5" fmla="*/ 44079 w 63431"/>
                      <a:gd name="connsiteY5" fmla="*/ 12659 h 95994"/>
                      <a:gd name="connsiteX6" fmla="*/ 49233 w 63431"/>
                      <a:gd name="connsiteY6" fmla="*/ 25786 h 95994"/>
                      <a:gd name="connsiteX7" fmla="*/ 44118 w 63431"/>
                      <a:gd name="connsiteY7" fmla="*/ 38913 h 95994"/>
                      <a:gd name="connsiteX8" fmla="*/ 30025 w 63431"/>
                      <a:gd name="connsiteY8" fmla="*/ 43692 h 95994"/>
                      <a:gd name="connsiteX9" fmla="*/ 17517 w 63431"/>
                      <a:gd name="connsiteY9" fmla="*/ 49006 h 95994"/>
                      <a:gd name="connsiteX10" fmla="*/ 4970 w 63431"/>
                      <a:gd name="connsiteY10" fmla="*/ 56502 h 95994"/>
                      <a:gd name="connsiteX11" fmla="*/ 490 w 63431"/>
                      <a:gd name="connsiteY11" fmla="*/ 69966 h 95994"/>
                      <a:gd name="connsiteX12" fmla="*/ 8379 w 63431"/>
                      <a:gd name="connsiteY12" fmla="*/ 87495 h 95994"/>
                      <a:gd name="connsiteX13" fmla="*/ 30025 w 63431"/>
                      <a:gd name="connsiteY13" fmla="*/ 93939 h 95994"/>
                      <a:gd name="connsiteX14" fmla="*/ 51710 w 63431"/>
                      <a:gd name="connsiteY14" fmla="*/ 87495 h 95994"/>
                      <a:gd name="connsiteX15" fmla="*/ 59580 w 63431"/>
                      <a:gd name="connsiteY15" fmla="*/ 69966 h 95994"/>
                      <a:gd name="connsiteX16" fmla="*/ 55080 w 63431"/>
                      <a:gd name="connsiteY16" fmla="*/ 56502 h 95994"/>
                      <a:gd name="connsiteX17" fmla="*/ 42612 w 63431"/>
                      <a:gd name="connsiteY17" fmla="*/ 49006 h 95994"/>
                      <a:gd name="connsiteX18" fmla="*/ 56686 w 63431"/>
                      <a:gd name="connsiteY18" fmla="*/ 40757 h 95994"/>
                      <a:gd name="connsiteX19" fmla="*/ 61740 w 63431"/>
                      <a:gd name="connsiteY19" fmla="*/ 25786 h 95994"/>
                      <a:gd name="connsiteX20" fmla="*/ 53534 w 63431"/>
                      <a:gd name="connsiteY20" fmla="*/ 5124 h 95994"/>
                      <a:gd name="connsiteX21" fmla="*/ 30025 w 63431"/>
                      <a:gd name="connsiteY21" fmla="*/ -2055 h 95994"/>
                      <a:gd name="connsiteX22" fmla="*/ 6516 w 63431"/>
                      <a:gd name="connsiteY22" fmla="*/ 5124 h 95994"/>
                      <a:gd name="connsiteX23" fmla="*/ -1691 w 63431"/>
                      <a:gd name="connsiteY23" fmla="*/ 25786 h 95994"/>
                      <a:gd name="connsiteX24" fmla="*/ 3384 w 63431"/>
                      <a:gd name="connsiteY24" fmla="*/ 40757 h 95994"/>
                      <a:gd name="connsiteX25" fmla="*/ 17517 w 63431"/>
                      <a:gd name="connsiteY25" fmla="*/ 49006 h 95994"/>
                      <a:gd name="connsiteX26" fmla="*/ 12938 w 63431"/>
                      <a:gd name="connsiteY26" fmla="*/ 68776 h 95994"/>
                      <a:gd name="connsiteX27" fmla="*/ 17418 w 63431"/>
                      <a:gd name="connsiteY27" fmla="*/ 57572 h 95994"/>
                      <a:gd name="connsiteX28" fmla="*/ 30025 w 63431"/>
                      <a:gd name="connsiteY28" fmla="*/ 53547 h 95994"/>
                      <a:gd name="connsiteX29" fmla="*/ 42632 w 63431"/>
                      <a:gd name="connsiteY29" fmla="*/ 57572 h 95994"/>
                      <a:gd name="connsiteX30" fmla="*/ 47191 w 63431"/>
                      <a:gd name="connsiteY30" fmla="*/ 68776 h 95994"/>
                      <a:gd name="connsiteX31" fmla="*/ 42632 w 63431"/>
                      <a:gd name="connsiteY31" fmla="*/ 79999 h 95994"/>
                      <a:gd name="connsiteX32" fmla="*/ 30025 w 63431"/>
                      <a:gd name="connsiteY32" fmla="*/ 84025 h 95994"/>
                      <a:gd name="connsiteX33" fmla="*/ 17418 w 63431"/>
                      <a:gd name="connsiteY33" fmla="*/ 79999 h 95994"/>
                      <a:gd name="connsiteX34" fmla="*/ 12938 w 63431"/>
                      <a:gd name="connsiteY34" fmla="*/ 6877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30025" y="43692"/>
                        </a:moveTo>
                        <a:cubicBezTo>
                          <a:pt x="24078" y="43692"/>
                          <a:pt x="19400" y="42099"/>
                          <a:pt x="15991" y="38913"/>
                        </a:cubicBezTo>
                        <a:cubicBezTo>
                          <a:pt x="12595" y="35727"/>
                          <a:pt x="10896" y="31351"/>
                          <a:pt x="10896" y="25786"/>
                        </a:cubicBezTo>
                        <a:cubicBezTo>
                          <a:pt x="10896" y="20207"/>
                          <a:pt x="12595" y="15825"/>
                          <a:pt x="15991" y="12639"/>
                        </a:cubicBezTo>
                        <a:cubicBezTo>
                          <a:pt x="19400" y="9453"/>
                          <a:pt x="24078" y="7860"/>
                          <a:pt x="30025" y="7860"/>
                        </a:cubicBezTo>
                        <a:cubicBezTo>
                          <a:pt x="35972" y="7860"/>
                          <a:pt x="40656" y="9460"/>
                          <a:pt x="44079" y="12659"/>
                        </a:cubicBezTo>
                        <a:cubicBezTo>
                          <a:pt x="47515" y="15871"/>
                          <a:pt x="49233" y="20247"/>
                          <a:pt x="49233" y="25786"/>
                        </a:cubicBezTo>
                        <a:cubicBezTo>
                          <a:pt x="49233" y="31351"/>
                          <a:pt x="47528" y="35727"/>
                          <a:pt x="44118" y="38913"/>
                        </a:cubicBezTo>
                        <a:cubicBezTo>
                          <a:pt x="40722" y="42099"/>
                          <a:pt x="36024" y="43692"/>
                          <a:pt x="30025" y="43692"/>
                        </a:cubicBezTo>
                        <a:close/>
                        <a:moveTo>
                          <a:pt x="17517" y="49006"/>
                        </a:moveTo>
                        <a:cubicBezTo>
                          <a:pt x="12152" y="50328"/>
                          <a:pt x="7969" y="52826"/>
                          <a:pt x="4970" y="56502"/>
                        </a:cubicBezTo>
                        <a:cubicBezTo>
                          <a:pt x="1983" y="60190"/>
                          <a:pt x="490" y="64678"/>
                          <a:pt x="490" y="69966"/>
                        </a:cubicBezTo>
                        <a:cubicBezTo>
                          <a:pt x="490" y="77355"/>
                          <a:pt x="3119" y="83199"/>
                          <a:pt x="8379" y="87495"/>
                        </a:cubicBezTo>
                        <a:cubicBezTo>
                          <a:pt x="13652" y="91791"/>
                          <a:pt x="20867" y="93939"/>
                          <a:pt x="30025" y="93939"/>
                        </a:cubicBezTo>
                        <a:cubicBezTo>
                          <a:pt x="39236" y="93939"/>
                          <a:pt x="46464" y="91791"/>
                          <a:pt x="51710" y="87495"/>
                        </a:cubicBezTo>
                        <a:cubicBezTo>
                          <a:pt x="56957" y="83199"/>
                          <a:pt x="59580" y="77355"/>
                          <a:pt x="59580" y="69966"/>
                        </a:cubicBezTo>
                        <a:cubicBezTo>
                          <a:pt x="59580" y="64678"/>
                          <a:pt x="58080" y="60190"/>
                          <a:pt x="55080" y="56502"/>
                        </a:cubicBezTo>
                        <a:cubicBezTo>
                          <a:pt x="52094" y="52826"/>
                          <a:pt x="47938" y="50328"/>
                          <a:pt x="42612" y="49006"/>
                        </a:cubicBezTo>
                        <a:cubicBezTo>
                          <a:pt x="48638" y="47605"/>
                          <a:pt x="53329" y="44855"/>
                          <a:pt x="56686" y="40757"/>
                        </a:cubicBezTo>
                        <a:cubicBezTo>
                          <a:pt x="60056" y="36672"/>
                          <a:pt x="61740" y="31682"/>
                          <a:pt x="61740" y="25786"/>
                        </a:cubicBezTo>
                        <a:cubicBezTo>
                          <a:pt x="61740" y="16810"/>
                          <a:pt x="59005" y="9922"/>
                          <a:pt x="53534" y="5124"/>
                        </a:cubicBezTo>
                        <a:cubicBezTo>
                          <a:pt x="48063" y="338"/>
                          <a:pt x="40227" y="-2055"/>
                          <a:pt x="30025" y="-2055"/>
                        </a:cubicBezTo>
                        <a:cubicBezTo>
                          <a:pt x="19836" y="-2055"/>
                          <a:pt x="12000" y="338"/>
                          <a:pt x="6516" y="5124"/>
                        </a:cubicBezTo>
                        <a:cubicBezTo>
                          <a:pt x="1045" y="9922"/>
                          <a:pt x="-1691" y="16810"/>
                          <a:pt x="-1691" y="25786"/>
                        </a:cubicBezTo>
                        <a:cubicBezTo>
                          <a:pt x="-1691" y="31682"/>
                          <a:pt x="1" y="36672"/>
                          <a:pt x="3384" y="40757"/>
                        </a:cubicBezTo>
                        <a:cubicBezTo>
                          <a:pt x="6780" y="44855"/>
                          <a:pt x="11491" y="47605"/>
                          <a:pt x="17517" y="49006"/>
                        </a:cubicBezTo>
                        <a:close/>
                        <a:moveTo>
                          <a:pt x="12938" y="68776"/>
                        </a:moveTo>
                        <a:cubicBezTo>
                          <a:pt x="12938" y="63990"/>
                          <a:pt x="14431" y="60256"/>
                          <a:pt x="17418" y="57572"/>
                        </a:cubicBezTo>
                        <a:cubicBezTo>
                          <a:pt x="20418" y="54889"/>
                          <a:pt x="24620" y="53547"/>
                          <a:pt x="30025" y="53547"/>
                        </a:cubicBezTo>
                        <a:cubicBezTo>
                          <a:pt x="35403" y="53547"/>
                          <a:pt x="39606" y="54889"/>
                          <a:pt x="42632" y="57572"/>
                        </a:cubicBezTo>
                        <a:cubicBezTo>
                          <a:pt x="45671" y="60256"/>
                          <a:pt x="47191" y="63990"/>
                          <a:pt x="47191" y="68776"/>
                        </a:cubicBezTo>
                        <a:cubicBezTo>
                          <a:pt x="47191" y="73575"/>
                          <a:pt x="45671" y="77316"/>
                          <a:pt x="42632" y="79999"/>
                        </a:cubicBezTo>
                        <a:cubicBezTo>
                          <a:pt x="39606" y="82683"/>
                          <a:pt x="35403" y="84025"/>
                          <a:pt x="30025" y="84025"/>
                        </a:cubicBezTo>
                        <a:cubicBezTo>
                          <a:pt x="24620" y="84025"/>
                          <a:pt x="20418" y="82683"/>
                          <a:pt x="17418" y="79999"/>
                        </a:cubicBezTo>
                        <a:cubicBezTo>
                          <a:pt x="14431" y="77316"/>
                          <a:pt x="12938" y="73575"/>
                          <a:pt x="12938" y="687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18" name="Freeform: Shape 217">
                    <a:extLst>
                      <a:ext uri="{FF2B5EF4-FFF2-40B4-BE49-F238E27FC236}">
                        <a16:creationId xmlns:a16="http://schemas.microsoft.com/office/drawing/2014/main" id="{16B038DA-1F62-B277-3C40-1A197EF7BD3D}"/>
                      </a:ext>
                    </a:extLst>
                  </p:cNvPr>
                  <p:cNvSpPr/>
                  <p:nvPr/>
                </p:nvSpPr>
                <p:spPr>
                  <a:xfrm flipV="1">
                    <a:off x="-1559026" y="4803628"/>
                    <a:ext cx="63926" cy="95994"/>
                  </a:xfrm>
                  <a:custGeom>
                    <a:avLst/>
                    <a:gdLst>
                      <a:gd name="connsiteX0" fmla="*/ 30269 w 63926"/>
                      <a:gd name="connsiteY0" fmla="*/ 84025 h 95994"/>
                      <a:gd name="connsiteX1" fmla="*/ 15739 w 63926"/>
                      <a:gd name="connsiteY1" fmla="*/ 74507 h 95994"/>
                      <a:gd name="connsiteX2" fmla="*/ 10882 w 63926"/>
                      <a:gd name="connsiteY2" fmla="*/ 45913 h 95994"/>
                      <a:gd name="connsiteX3" fmla="*/ 15739 w 63926"/>
                      <a:gd name="connsiteY3" fmla="*/ 17378 h 95994"/>
                      <a:gd name="connsiteX4" fmla="*/ 30269 w 63926"/>
                      <a:gd name="connsiteY4" fmla="*/ 7860 h 95994"/>
                      <a:gd name="connsiteX5" fmla="*/ 44858 w 63926"/>
                      <a:gd name="connsiteY5" fmla="*/ 17378 h 95994"/>
                      <a:gd name="connsiteX6" fmla="*/ 49734 w 63926"/>
                      <a:gd name="connsiteY6" fmla="*/ 45913 h 95994"/>
                      <a:gd name="connsiteX7" fmla="*/ 44858 w 63926"/>
                      <a:gd name="connsiteY7" fmla="*/ 74507 h 95994"/>
                      <a:gd name="connsiteX8" fmla="*/ 30269 w 63926"/>
                      <a:gd name="connsiteY8" fmla="*/ 84025 h 95994"/>
                      <a:gd name="connsiteX9" fmla="*/ 30269 w 63926"/>
                      <a:gd name="connsiteY9" fmla="*/ 93939 h 95994"/>
                      <a:gd name="connsiteX10" fmla="*/ 54035 w 63926"/>
                      <a:gd name="connsiteY10" fmla="*/ 81625 h 95994"/>
                      <a:gd name="connsiteX11" fmla="*/ 62242 w 63926"/>
                      <a:gd name="connsiteY11" fmla="*/ 45913 h 95994"/>
                      <a:gd name="connsiteX12" fmla="*/ 54035 w 63926"/>
                      <a:gd name="connsiteY12" fmla="*/ 10240 h 95994"/>
                      <a:gd name="connsiteX13" fmla="*/ 30269 w 63926"/>
                      <a:gd name="connsiteY13" fmla="*/ -2055 h 95994"/>
                      <a:gd name="connsiteX14" fmla="*/ 6522 w 63926"/>
                      <a:gd name="connsiteY14" fmla="*/ 10240 h 95994"/>
                      <a:gd name="connsiteX15" fmla="*/ -1685 w 63926"/>
                      <a:gd name="connsiteY15" fmla="*/ 45913 h 95994"/>
                      <a:gd name="connsiteX16" fmla="*/ 6522 w 63926"/>
                      <a:gd name="connsiteY16" fmla="*/ 81625 h 95994"/>
                      <a:gd name="connsiteX17" fmla="*/ 30269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69" y="84025"/>
                        </a:moveTo>
                        <a:cubicBezTo>
                          <a:pt x="23833" y="84025"/>
                          <a:pt x="18990" y="80852"/>
                          <a:pt x="15739" y="74507"/>
                        </a:cubicBezTo>
                        <a:cubicBezTo>
                          <a:pt x="12501" y="68174"/>
                          <a:pt x="10882" y="58643"/>
                          <a:pt x="10882" y="45913"/>
                        </a:cubicBezTo>
                        <a:cubicBezTo>
                          <a:pt x="10882" y="33235"/>
                          <a:pt x="12501" y="23724"/>
                          <a:pt x="15739" y="17378"/>
                        </a:cubicBezTo>
                        <a:cubicBezTo>
                          <a:pt x="18990" y="11033"/>
                          <a:pt x="23833" y="7860"/>
                          <a:pt x="30269" y="7860"/>
                        </a:cubicBezTo>
                        <a:cubicBezTo>
                          <a:pt x="36757" y="7860"/>
                          <a:pt x="41620" y="11033"/>
                          <a:pt x="44858" y="17378"/>
                        </a:cubicBezTo>
                        <a:cubicBezTo>
                          <a:pt x="48109" y="23724"/>
                          <a:pt x="49734" y="33235"/>
                          <a:pt x="49734" y="45913"/>
                        </a:cubicBezTo>
                        <a:cubicBezTo>
                          <a:pt x="49734" y="58643"/>
                          <a:pt x="48109" y="68174"/>
                          <a:pt x="44858" y="74507"/>
                        </a:cubicBezTo>
                        <a:cubicBezTo>
                          <a:pt x="41620" y="80852"/>
                          <a:pt x="36757" y="84025"/>
                          <a:pt x="30269" y="84025"/>
                        </a:cubicBezTo>
                        <a:close/>
                        <a:moveTo>
                          <a:pt x="30269" y="93939"/>
                        </a:moveTo>
                        <a:cubicBezTo>
                          <a:pt x="40642" y="93939"/>
                          <a:pt x="48565" y="89835"/>
                          <a:pt x="54035" y="81625"/>
                        </a:cubicBezTo>
                        <a:cubicBezTo>
                          <a:pt x="59506" y="73429"/>
                          <a:pt x="62242" y="61525"/>
                          <a:pt x="62242" y="45913"/>
                        </a:cubicBezTo>
                        <a:cubicBezTo>
                          <a:pt x="62242" y="30340"/>
                          <a:pt x="59506" y="18449"/>
                          <a:pt x="54035" y="10240"/>
                        </a:cubicBezTo>
                        <a:cubicBezTo>
                          <a:pt x="48565" y="2043"/>
                          <a:pt x="40642" y="-2055"/>
                          <a:pt x="30269" y="-2055"/>
                        </a:cubicBezTo>
                        <a:cubicBezTo>
                          <a:pt x="19908" y="-2055"/>
                          <a:pt x="11992" y="2043"/>
                          <a:pt x="6522" y="10240"/>
                        </a:cubicBezTo>
                        <a:cubicBezTo>
                          <a:pt x="1051" y="18449"/>
                          <a:pt x="-1685" y="30340"/>
                          <a:pt x="-1685" y="45913"/>
                        </a:cubicBezTo>
                        <a:cubicBezTo>
                          <a:pt x="-1685" y="61525"/>
                          <a:pt x="1051" y="73429"/>
                          <a:pt x="6522" y="81625"/>
                        </a:cubicBezTo>
                        <a:cubicBezTo>
                          <a:pt x="11992" y="89835"/>
                          <a:pt x="19908" y="93939"/>
                          <a:pt x="30269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24" name="Graphic 163">
                <a:extLst>
                  <a:ext uri="{FF2B5EF4-FFF2-40B4-BE49-F238E27FC236}">
                    <a16:creationId xmlns:a16="http://schemas.microsoft.com/office/drawing/2014/main" id="{1321ED62-B4FB-C6CA-C68B-A1B0C4793B79}"/>
                  </a:ext>
                </a:extLst>
              </p:cNvPr>
              <p:cNvGrpSpPr/>
              <p:nvPr/>
            </p:nvGrpSpPr>
            <p:grpSpPr>
              <a:xfrm>
                <a:off x="-813857" y="4712551"/>
                <a:ext cx="224858" cy="187070"/>
                <a:chOff x="-813857" y="4712551"/>
                <a:chExt cx="224858" cy="187070"/>
              </a:xfrm>
              <a:solidFill>
                <a:srgbClr val="000000"/>
              </a:solidFill>
            </p:grpSpPr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4228AABB-2509-2DA6-E8D0-E6ECBEE31468}"/>
                    </a:ext>
                  </a:extLst>
                </p:cNvPr>
                <p:cNvSpPr/>
                <p:nvPr/>
              </p:nvSpPr>
              <p:spPr>
                <a:xfrm>
                  <a:off x="-701643" y="4712551"/>
                  <a:ext cx="12686" cy="44417"/>
                </a:xfrm>
                <a:custGeom>
                  <a:avLst/>
                  <a:gdLst>
                    <a:gd name="connsiteX0" fmla="*/ 415 w 12686"/>
                    <a:gd name="connsiteY0" fmla="*/ 264 h 44417"/>
                    <a:gd name="connsiteX1" fmla="*/ 415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415" y="264"/>
                      </a:moveTo>
                      <a:lnTo>
                        <a:pt x="415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36" name="Graphic 163">
                  <a:extLst>
                    <a:ext uri="{FF2B5EF4-FFF2-40B4-BE49-F238E27FC236}">
                      <a16:creationId xmlns:a16="http://schemas.microsoft.com/office/drawing/2014/main" id="{D731BCFF-FF75-40C8-84C8-5E09EBB5AD45}"/>
                    </a:ext>
                  </a:extLst>
                </p:cNvPr>
                <p:cNvGrpSpPr/>
                <p:nvPr/>
              </p:nvGrpSpPr>
              <p:grpSpPr>
                <a:xfrm>
                  <a:off x="-813857" y="4803628"/>
                  <a:ext cx="224858" cy="95994"/>
                  <a:chOff x="-813857" y="4803628"/>
                  <a:chExt cx="224858" cy="95994"/>
                </a:xfrm>
                <a:solidFill>
                  <a:srgbClr val="000000"/>
                </a:solidFill>
              </p:grpSpPr>
              <p:sp>
                <p:nvSpPr>
                  <p:cNvPr id="241" name="Freeform: Shape 240">
                    <a:extLst>
                      <a:ext uri="{FF2B5EF4-FFF2-40B4-BE49-F238E27FC236}">
                        <a16:creationId xmlns:a16="http://schemas.microsoft.com/office/drawing/2014/main" id="{68148030-322E-2E96-31CF-1C08C9E83EE7}"/>
                      </a:ext>
                    </a:extLst>
                  </p:cNvPr>
                  <p:cNvSpPr/>
                  <p:nvPr/>
                </p:nvSpPr>
                <p:spPr>
                  <a:xfrm flipV="1">
                    <a:off x="-813857" y="4803628"/>
                    <a:ext cx="63867" cy="95994"/>
                  </a:xfrm>
                  <a:custGeom>
                    <a:avLst/>
                    <a:gdLst>
                      <a:gd name="connsiteX0" fmla="*/ 31374 w 63867"/>
                      <a:gd name="connsiteY0" fmla="*/ 50989 h 95994"/>
                      <a:gd name="connsiteX1" fmla="*/ 18014 w 63867"/>
                      <a:gd name="connsiteY1" fmla="*/ 45219 h 95994"/>
                      <a:gd name="connsiteX2" fmla="*/ 13098 w 63867"/>
                      <a:gd name="connsiteY2" fmla="*/ 29434 h 95994"/>
                      <a:gd name="connsiteX3" fmla="*/ 18014 w 63867"/>
                      <a:gd name="connsiteY3" fmla="*/ 13650 h 95994"/>
                      <a:gd name="connsiteX4" fmla="*/ 31374 w 63867"/>
                      <a:gd name="connsiteY4" fmla="*/ 7860 h 95994"/>
                      <a:gd name="connsiteX5" fmla="*/ 44715 w 63867"/>
                      <a:gd name="connsiteY5" fmla="*/ 13650 h 95994"/>
                      <a:gd name="connsiteX6" fmla="*/ 49630 w 63867"/>
                      <a:gd name="connsiteY6" fmla="*/ 29434 h 95994"/>
                      <a:gd name="connsiteX7" fmla="*/ 44715 w 63867"/>
                      <a:gd name="connsiteY7" fmla="*/ 45219 h 95994"/>
                      <a:gd name="connsiteX8" fmla="*/ 31374 w 63867"/>
                      <a:gd name="connsiteY8" fmla="*/ 50989 h 95994"/>
                      <a:gd name="connsiteX9" fmla="*/ 56211 w 63867"/>
                      <a:gd name="connsiteY9" fmla="*/ 90231 h 95994"/>
                      <a:gd name="connsiteX10" fmla="*/ 56211 w 63867"/>
                      <a:gd name="connsiteY10" fmla="*/ 78829 h 95994"/>
                      <a:gd name="connsiteX11" fmla="*/ 46697 w 63867"/>
                      <a:gd name="connsiteY11" fmla="*/ 82220 h 95994"/>
                      <a:gd name="connsiteX12" fmla="*/ 37182 w 63867"/>
                      <a:gd name="connsiteY12" fmla="*/ 83410 h 95994"/>
                      <a:gd name="connsiteX13" fmla="*/ 18252 w 63867"/>
                      <a:gd name="connsiteY13" fmla="*/ 75042 h 95994"/>
                      <a:gd name="connsiteX14" fmla="*/ 10799 w 63867"/>
                      <a:gd name="connsiteY14" fmla="*/ 49760 h 95994"/>
                      <a:gd name="connsiteX15" fmla="*/ 19957 w 63867"/>
                      <a:gd name="connsiteY15" fmla="*/ 58028 h 95994"/>
                      <a:gd name="connsiteX16" fmla="*/ 32108 w 63867"/>
                      <a:gd name="connsiteY16" fmla="*/ 60904 h 95994"/>
                      <a:gd name="connsiteX17" fmla="*/ 54130 w 63867"/>
                      <a:gd name="connsiteY17" fmla="*/ 52436 h 95994"/>
                      <a:gd name="connsiteX18" fmla="*/ 62218 w 63867"/>
                      <a:gd name="connsiteY18" fmla="*/ 29434 h 95994"/>
                      <a:gd name="connsiteX19" fmla="*/ 53793 w 63867"/>
                      <a:gd name="connsiteY19" fmla="*/ 6551 h 95994"/>
                      <a:gd name="connsiteX20" fmla="*/ 31374 w 63867"/>
                      <a:gd name="connsiteY20" fmla="*/ -2055 h 95994"/>
                      <a:gd name="connsiteX21" fmla="*/ 6834 w 63867"/>
                      <a:gd name="connsiteY21" fmla="*/ 10240 h 95994"/>
                      <a:gd name="connsiteX22" fmla="*/ -1650 w 63867"/>
                      <a:gd name="connsiteY22" fmla="*/ 45913 h 95994"/>
                      <a:gd name="connsiteX23" fmla="*/ 8757 w 63867"/>
                      <a:gd name="connsiteY23" fmla="*/ 80892 h 95994"/>
                      <a:gd name="connsiteX24" fmla="*/ 36687 w 63867"/>
                      <a:gd name="connsiteY24" fmla="*/ 93939 h 95994"/>
                      <a:gd name="connsiteX25" fmla="*/ 46201 w 63867"/>
                      <a:gd name="connsiteY25" fmla="*/ 93007 h 95994"/>
                      <a:gd name="connsiteX26" fmla="*/ 56211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374" y="50989"/>
                        </a:moveTo>
                        <a:cubicBezTo>
                          <a:pt x="25758" y="50989"/>
                          <a:pt x="21305" y="49065"/>
                          <a:pt x="18014" y="45219"/>
                        </a:cubicBezTo>
                        <a:cubicBezTo>
                          <a:pt x="14737" y="41385"/>
                          <a:pt x="13098" y="36123"/>
                          <a:pt x="13098" y="29434"/>
                        </a:cubicBezTo>
                        <a:cubicBezTo>
                          <a:pt x="13098" y="22785"/>
                          <a:pt x="14737" y="17524"/>
                          <a:pt x="18014" y="13650"/>
                        </a:cubicBezTo>
                        <a:cubicBezTo>
                          <a:pt x="21305" y="9790"/>
                          <a:pt x="25758" y="7860"/>
                          <a:pt x="31374" y="7860"/>
                        </a:cubicBezTo>
                        <a:cubicBezTo>
                          <a:pt x="36991" y="7860"/>
                          <a:pt x="41437" y="9790"/>
                          <a:pt x="44715" y="13650"/>
                        </a:cubicBezTo>
                        <a:cubicBezTo>
                          <a:pt x="47992" y="17524"/>
                          <a:pt x="49630" y="22785"/>
                          <a:pt x="49630" y="29434"/>
                        </a:cubicBezTo>
                        <a:cubicBezTo>
                          <a:pt x="49630" y="36123"/>
                          <a:pt x="47992" y="41385"/>
                          <a:pt x="44715" y="45219"/>
                        </a:cubicBezTo>
                        <a:cubicBezTo>
                          <a:pt x="41437" y="49065"/>
                          <a:pt x="36991" y="50989"/>
                          <a:pt x="31374" y="50989"/>
                        </a:cubicBezTo>
                        <a:close/>
                        <a:moveTo>
                          <a:pt x="56211" y="90231"/>
                        </a:moveTo>
                        <a:lnTo>
                          <a:pt x="56211" y="78829"/>
                        </a:lnTo>
                        <a:cubicBezTo>
                          <a:pt x="53066" y="80310"/>
                          <a:pt x="49895" y="81440"/>
                          <a:pt x="46697" y="82220"/>
                        </a:cubicBezTo>
                        <a:cubicBezTo>
                          <a:pt x="43499" y="83013"/>
                          <a:pt x="40327" y="83410"/>
                          <a:pt x="37182" y="83410"/>
                        </a:cubicBezTo>
                        <a:cubicBezTo>
                          <a:pt x="28923" y="83410"/>
                          <a:pt x="22613" y="80621"/>
                          <a:pt x="18252" y="75042"/>
                        </a:cubicBezTo>
                        <a:cubicBezTo>
                          <a:pt x="13904" y="69463"/>
                          <a:pt x="11420" y="61036"/>
                          <a:pt x="10799" y="49760"/>
                        </a:cubicBezTo>
                        <a:cubicBezTo>
                          <a:pt x="13230" y="53355"/>
                          <a:pt x="16283" y="56112"/>
                          <a:pt x="19957" y="58028"/>
                        </a:cubicBezTo>
                        <a:cubicBezTo>
                          <a:pt x="23644" y="59945"/>
                          <a:pt x="27694" y="60904"/>
                          <a:pt x="32108" y="60904"/>
                        </a:cubicBezTo>
                        <a:cubicBezTo>
                          <a:pt x="41398" y="60904"/>
                          <a:pt x="48738" y="58081"/>
                          <a:pt x="54130" y="52436"/>
                        </a:cubicBezTo>
                        <a:cubicBezTo>
                          <a:pt x="59522" y="46805"/>
                          <a:pt x="62218" y="39138"/>
                          <a:pt x="62218" y="29434"/>
                        </a:cubicBezTo>
                        <a:cubicBezTo>
                          <a:pt x="62218" y="19929"/>
                          <a:pt x="59409" y="12302"/>
                          <a:pt x="53793" y="6551"/>
                        </a:cubicBezTo>
                        <a:cubicBezTo>
                          <a:pt x="48177" y="814"/>
                          <a:pt x="40704" y="-2055"/>
                          <a:pt x="31374" y="-2055"/>
                        </a:cubicBezTo>
                        <a:cubicBezTo>
                          <a:pt x="20670" y="-2055"/>
                          <a:pt x="12490" y="2043"/>
                          <a:pt x="6834" y="10240"/>
                        </a:cubicBezTo>
                        <a:cubicBezTo>
                          <a:pt x="1178" y="18449"/>
                          <a:pt x="-1650" y="30340"/>
                          <a:pt x="-1650" y="45913"/>
                        </a:cubicBezTo>
                        <a:cubicBezTo>
                          <a:pt x="-1650" y="60534"/>
                          <a:pt x="1819" y="72193"/>
                          <a:pt x="8757" y="80892"/>
                        </a:cubicBezTo>
                        <a:cubicBezTo>
                          <a:pt x="15695" y="89590"/>
                          <a:pt x="25005" y="93939"/>
                          <a:pt x="36687" y="93939"/>
                        </a:cubicBezTo>
                        <a:cubicBezTo>
                          <a:pt x="39832" y="93939"/>
                          <a:pt x="43003" y="93629"/>
                          <a:pt x="46201" y="93007"/>
                        </a:cubicBezTo>
                        <a:cubicBezTo>
                          <a:pt x="49399" y="92386"/>
                          <a:pt x="52736" y="91461"/>
                          <a:pt x="56211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42" name="Freeform: Shape 241">
                    <a:extLst>
                      <a:ext uri="{FF2B5EF4-FFF2-40B4-BE49-F238E27FC236}">
                        <a16:creationId xmlns:a16="http://schemas.microsoft.com/office/drawing/2014/main" id="{F8EE5810-BF55-FD4A-FBC2-283FE66A4407}"/>
                      </a:ext>
                    </a:extLst>
                  </p:cNvPr>
                  <p:cNvSpPr/>
                  <p:nvPr/>
                </p:nvSpPr>
                <p:spPr>
                  <a:xfrm flipV="1">
                    <a:off x="-733639" y="4803628"/>
                    <a:ext cx="63926" cy="95994"/>
                  </a:xfrm>
                  <a:custGeom>
                    <a:avLst/>
                    <a:gdLst>
                      <a:gd name="connsiteX0" fmla="*/ 30334 w 63926"/>
                      <a:gd name="connsiteY0" fmla="*/ 84025 h 95994"/>
                      <a:gd name="connsiteX1" fmla="*/ 15804 w 63926"/>
                      <a:gd name="connsiteY1" fmla="*/ 74507 h 95994"/>
                      <a:gd name="connsiteX2" fmla="*/ 10948 w 63926"/>
                      <a:gd name="connsiteY2" fmla="*/ 45913 h 95994"/>
                      <a:gd name="connsiteX3" fmla="*/ 15804 w 63926"/>
                      <a:gd name="connsiteY3" fmla="*/ 17378 h 95994"/>
                      <a:gd name="connsiteX4" fmla="*/ 30334 w 63926"/>
                      <a:gd name="connsiteY4" fmla="*/ 7860 h 95994"/>
                      <a:gd name="connsiteX5" fmla="*/ 44923 w 63926"/>
                      <a:gd name="connsiteY5" fmla="*/ 17378 h 95994"/>
                      <a:gd name="connsiteX6" fmla="*/ 49799 w 63926"/>
                      <a:gd name="connsiteY6" fmla="*/ 45913 h 95994"/>
                      <a:gd name="connsiteX7" fmla="*/ 44923 w 63926"/>
                      <a:gd name="connsiteY7" fmla="*/ 74507 h 95994"/>
                      <a:gd name="connsiteX8" fmla="*/ 30334 w 63926"/>
                      <a:gd name="connsiteY8" fmla="*/ 84025 h 95994"/>
                      <a:gd name="connsiteX9" fmla="*/ 30334 w 63926"/>
                      <a:gd name="connsiteY9" fmla="*/ 93939 h 95994"/>
                      <a:gd name="connsiteX10" fmla="*/ 54101 w 63926"/>
                      <a:gd name="connsiteY10" fmla="*/ 81625 h 95994"/>
                      <a:gd name="connsiteX11" fmla="*/ 62307 w 63926"/>
                      <a:gd name="connsiteY11" fmla="*/ 45913 h 95994"/>
                      <a:gd name="connsiteX12" fmla="*/ 54101 w 63926"/>
                      <a:gd name="connsiteY12" fmla="*/ 10240 h 95994"/>
                      <a:gd name="connsiteX13" fmla="*/ 30334 w 63926"/>
                      <a:gd name="connsiteY13" fmla="*/ -2055 h 95994"/>
                      <a:gd name="connsiteX14" fmla="*/ 6587 w 63926"/>
                      <a:gd name="connsiteY14" fmla="*/ 10240 h 95994"/>
                      <a:gd name="connsiteX15" fmla="*/ -1620 w 63926"/>
                      <a:gd name="connsiteY15" fmla="*/ 45913 h 95994"/>
                      <a:gd name="connsiteX16" fmla="*/ 6587 w 63926"/>
                      <a:gd name="connsiteY16" fmla="*/ 81625 h 95994"/>
                      <a:gd name="connsiteX17" fmla="*/ 3033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34" y="84025"/>
                        </a:moveTo>
                        <a:cubicBezTo>
                          <a:pt x="23898" y="84025"/>
                          <a:pt x="19055" y="80852"/>
                          <a:pt x="15804" y="74507"/>
                        </a:cubicBezTo>
                        <a:cubicBezTo>
                          <a:pt x="12566" y="68174"/>
                          <a:pt x="10948" y="58643"/>
                          <a:pt x="10948" y="45913"/>
                        </a:cubicBezTo>
                        <a:cubicBezTo>
                          <a:pt x="10948" y="33235"/>
                          <a:pt x="12566" y="23724"/>
                          <a:pt x="15804" y="17378"/>
                        </a:cubicBezTo>
                        <a:cubicBezTo>
                          <a:pt x="19055" y="11033"/>
                          <a:pt x="23898" y="7860"/>
                          <a:pt x="30334" y="7860"/>
                        </a:cubicBezTo>
                        <a:cubicBezTo>
                          <a:pt x="36822" y="7860"/>
                          <a:pt x="41685" y="11033"/>
                          <a:pt x="44923" y="17378"/>
                        </a:cubicBezTo>
                        <a:cubicBezTo>
                          <a:pt x="48174" y="23724"/>
                          <a:pt x="49799" y="33235"/>
                          <a:pt x="49799" y="45913"/>
                        </a:cubicBezTo>
                        <a:cubicBezTo>
                          <a:pt x="49799" y="58643"/>
                          <a:pt x="48174" y="68174"/>
                          <a:pt x="44923" y="74507"/>
                        </a:cubicBezTo>
                        <a:cubicBezTo>
                          <a:pt x="41685" y="80852"/>
                          <a:pt x="36822" y="84025"/>
                          <a:pt x="30334" y="84025"/>
                        </a:cubicBezTo>
                        <a:close/>
                        <a:moveTo>
                          <a:pt x="30334" y="93939"/>
                        </a:moveTo>
                        <a:cubicBezTo>
                          <a:pt x="40707" y="93939"/>
                          <a:pt x="48630" y="89835"/>
                          <a:pt x="54101" y="81625"/>
                        </a:cubicBezTo>
                        <a:cubicBezTo>
                          <a:pt x="59571" y="73429"/>
                          <a:pt x="62307" y="61525"/>
                          <a:pt x="62307" y="45913"/>
                        </a:cubicBezTo>
                        <a:cubicBezTo>
                          <a:pt x="62307" y="30340"/>
                          <a:pt x="59571" y="18449"/>
                          <a:pt x="54101" y="10240"/>
                        </a:cubicBezTo>
                        <a:cubicBezTo>
                          <a:pt x="48630" y="2043"/>
                          <a:pt x="40707" y="-2055"/>
                          <a:pt x="30334" y="-2055"/>
                        </a:cubicBezTo>
                        <a:cubicBezTo>
                          <a:pt x="19973" y="-2055"/>
                          <a:pt x="12058" y="2043"/>
                          <a:pt x="6587" y="10240"/>
                        </a:cubicBezTo>
                        <a:cubicBezTo>
                          <a:pt x="1116" y="18449"/>
                          <a:pt x="-1620" y="30340"/>
                          <a:pt x="-1620" y="45913"/>
                        </a:cubicBezTo>
                        <a:cubicBezTo>
                          <a:pt x="-1620" y="61525"/>
                          <a:pt x="1116" y="73429"/>
                          <a:pt x="6587" y="81625"/>
                        </a:cubicBezTo>
                        <a:cubicBezTo>
                          <a:pt x="12058" y="89835"/>
                          <a:pt x="19973" y="93939"/>
                          <a:pt x="3033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43" name="Freeform: Shape 242">
                    <a:extLst>
                      <a:ext uri="{FF2B5EF4-FFF2-40B4-BE49-F238E27FC236}">
                        <a16:creationId xmlns:a16="http://schemas.microsoft.com/office/drawing/2014/main" id="{879FFB6A-0576-E679-ED00-2E2748EBA2CC}"/>
                      </a:ext>
                    </a:extLst>
                  </p:cNvPr>
                  <p:cNvSpPr/>
                  <p:nvPr/>
                </p:nvSpPr>
                <p:spPr>
                  <a:xfrm flipV="1">
                    <a:off x="-652925" y="4803628"/>
                    <a:ext cx="63926" cy="95994"/>
                  </a:xfrm>
                  <a:custGeom>
                    <a:avLst/>
                    <a:gdLst>
                      <a:gd name="connsiteX0" fmla="*/ 30340 w 63926"/>
                      <a:gd name="connsiteY0" fmla="*/ 84025 h 95994"/>
                      <a:gd name="connsiteX1" fmla="*/ 15810 w 63926"/>
                      <a:gd name="connsiteY1" fmla="*/ 74507 h 95994"/>
                      <a:gd name="connsiteX2" fmla="*/ 10954 w 63926"/>
                      <a:gd name="connsiteY2" fmla="*/ 45913 h 95994"/>
                      <a:gd name="connsiteX3" fmla="*/ 15810 w 63926"/>
                      <a:gd name="connsiteY3" fmla="*/ 17378 h 95994"/>
                      <a:gd name="connsiteX4" fmla="*/ 30340 w 63926"/>
                      <a:gd name="connsiteY4" fmla="*/ 7860 h 95994"/>
                      <a:gd name="connsiteX5" fmla="*/ 44929 w 63926"/>
                      <a:gd name="connsiteY5" fmla="*/ 17378 h 95994"/>
                      <a:gd name="connsiteX6" fmla="*/ 49805 w 63926"/>
                      <a:gd name="connsiteY6" fmla="*/ 45913 h 95994"/>
                      <a:gd name="connsiteX7" fmla="*/ 44929 w 63926"/>
                      <a:gd name="connsiteY7" fmla="*/ 74507 h 95994"/>
                      <a:gd name="connsiteX8" fmla="*/ 30340 w 63926"/>
                      <a:gd name="connsiteY8" fmla="*/ 84025 h 95994"/>
                      <a:gd name="connsiteX9" fmla="*/ 30340 w 63926"/>
                      <a:gd name="connsiteY9" fmla="*/ 93939 h 95994"/>
                      <a:gd name="connsiteX10" fmla="*/ 54107 w 63926"/>
                      <a:gd name="connsiteY10" fmla="*/ 81625 h 95994"/>
                      <a:gd name="connsiteX11" fmla="*/ 62313 w 63926"/>
                      <a:gd name="connsiteY11" fmla="*/ 45913 h 95994"/>
                      <a:gd name="connsiteX12" fmla="*/ 54107 w 63926"/>
                      <a:gd name="connsiteY12" fmla="*/ 10240 h 95994"/>
                      <a:gd name="connsiteX13" fmla="*/ 30340 w 63926"/>
                      <a:gd name="connsiteY13" fmla="*/ -2055 h 95994"/>
                      <a:gd name="connsiteX14" fmla="*/ 6593 w 63926"/>
                      <a:gd name="connsiteY14" fmla="*/ 10240 h 95994"/>
                      <a:gd name="connsiteX15" fmla="*/ -1613 w 63926"/>
                      <a:gd name="connsiteY15" fmla="*/ 45913 h 95994"/>
                      <a:gd name="connsiteX16" fmla="*/ 6593 w 63926"/>
                      <a:gd name="connsiteY16" fmla="*/ 81625 h 95994"/>
                      <a:gd name="connsiteX17" fmla="*/ 30340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40" y="84025"/>
                        </a:moveTo>
                        <a:cubicBezTo>
                          <a:pt x="23904" y="84025"/>
                          <a:pt x="19061" y="80852"/>
                          <a:pt x="15810" y="74507"/>
                        </a:cubicBezTo>
                        <a:cubicBezTo>
                          <a:pt x="12573" y="68174"/>
                          <a:pt x="10954" y="58643"/>
                          <a:pt x="10954" y="45913"/>
                        </a:cubicBezTo>
                        <a:cubicBezTo>
                          <a:pt x="10954" y="33235"/>
                          <a:pt x="12573" y="23724"/>
                          <a:pt x="15810" y="17378"/>
                        </a:cubicBezTo>
                        <a:cubicBezTo>
                          <a:pt x="19061" y="11033"/>
                          <a:pt x="23904" y="7860"/>
                          <a:pt x="30340" y="7860"/>
                        </a:cubicBezTo>
                        <a:cubicBezTo>
                          <a:pt x="36828" y="7860"/>
                          <a:pt x="41692" y="11033"/>
                          <a:pt x="44929" y="17378"/>
                        </a:cubicBezTo>
                        <a:cubicBezTo>
                          <a:pt x="48180" y="23724"/>
                          <a:pt x="49805" y="33235"/>
                          <a:pt x="49805" y="45913"/>
                        </a:cubicBezTo>
                        <a:cubicBezTo>
                          <a:pt x="49805" y="58643"/>
                          <a:pt x="48180" y="68174"/>
                          <a:pt x="44929" y="74507"/>
                        </a:cubicBezTo>
                        <a:cubicBezTo>
                          <a:pt x="41692" y="80852"/>
                          <a:pt x="36828" y="84025"/>
                          <a:pt x="30340" y="84025"/>
                        </a:cubicBezTo>
                        <a:close/>
                        <a:moveTo>
                          <a:pt x="30340" y="93939"/>
                        </a:moveTo>
                        <a:cubicBezTo>
                          <a:pt x="40714" y="93939"/>
                          <a:pt x="48636" y="89835"/>
                          <a:pt x="54107" y="81625"/>
                        </a:cubicBezTo>
                        <a:cubicBezTo>
                          <a:pt x="59578" y="73429"/>
                          <a:pt x="62313" y="61525"/>
                          <a:pt x="62313" y="45913"/>
                        </a:cubicBezTo>
                        <a:cubicBezTo>
                          <a:pt x="62313" y="30340"/>
                          <a:pt x="59578" y="18449"/>
                          <a:pt x="54107" y="10240"/>
                        </a:cubicBezTo>
                        <a:cubicBezTo>
                          <a:pt x="48636" y="2043"/>
                          <a:pt x="40714" y="-2055"/>
                          <a:pt x="30340" y="-2055"/>
                        </a:cubicBezTo>
                        <a:cubicBezTo>
                          <a:pt x="19980" y="-2055"/>
                          <a:pt x="12064" y="2043"/>
                          <a:pt x="6593" y="10240"/>
                        </a:cubicBezTo>
                        <a:cubicBezTo>
                          <a:pt x="1122" y="18449"/>
                          <a:pt x="-1613" y="30340"/>
                          <a:pt x="-1613" y="45913"/>
                        </a:cubicBezTo>
                        <a:cubicBezTo>
                          <a:pt x="-1613" y="61525"/>
                          <a:pt x="1122" y="73429"/>
                          <a:pt x="6593" y="81625"/>
                        </a:cubicBezTo>
                        <a:cubicBezTo>
                          <a:pt x="12064" y="89835"/>
                          <a:pt x="19980" y="93939"/>
                          <a:pt x="30340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244" name="Graphic 163">
              <a:extLst>
                <a:ext uri="{FF2B5EF4-FFF2-40B4-BE49-F238E27FC236}">
                  <a16:creationId xmlns:a16="http://schemas.microsoft.com/office/drawing/2014/main" id="{B3552CFF-5A81-91BF-9E1F-85A613398A27}"/>
                </a:ext>
              </a:extLst>
            </p:cNvPr>
            <p:cNvGrpSpPr/>
            <p:nvPr/>
          </p:nvGrpSpPr>
          <p:grpSpPr>
            <a:xfrm>
              <a:off x="-5556895" y="2627111"/>
              <a:ext cx="324747" cy="1908852"/>
              <a:chOff x="-5556895" y="2627111"/>
              <a:chExt cx="324747" cy="1908852"/>
            </a:xfrm>
            <a:solidFill>
              <a:srgbClr val="000000"/>
            </a:solidFill>
          </p:grpSpPr>
          <p:grpSp>
            <p:nvGrpSpPr>
              <p:cNvPr id="249" name="Graphic 163">
                <a:extLst>
                  <a:ext uri="{FF2B5EF4-FFF2-40B4-BE49-F238E27FC236}">
                    <a16:creationId xmlns:a16="http://schemas.microsoft.com/office/drawing/2014/main" id="{5FCD4541-537A-BE7A-B09C-60BF74FC8A85}"/>
                  </a:ext>
                </a:extLst>
              </p:cNvPr>
              <p:cNvGrpSpPr/>
              <p:nvPr/>
            </p:nvGrpSpPr>
            <p:grpSpPr>
              <a:xfrm>
                <a:off x="-5556895" y="4439969"/>
                <a:ext cx="324747" cy="95994"/>
                <a:chOff x="-5556895" y="4439969"/>
                <a:chExt cx="324747" cy="95994"/>
              </a:xfrm>
              <a:solidFill>
                <a:srgbClr val="000000"/>
              </a:solidFill>
            </p:grpSpPr>
            <p:sp>
              <p:nvSpPr>
                <p:cNvPr id="250" name="Freeform: Shape 249">
                  <a:extLst>
                    <a:ext uri="{FF2B5EF4-FFF2-40B4-BE49-F238E27FC236}">
                      <a16:creationId xmlns:a16="http://schemas.microsoft.com/office/drawing/2014/main" id="{80884D8E-C601-E1BE-14BC-6F6D12409E31}"/>
                    </a:ext>
                  </a:extLst>
                </p:cNvPr>
                <p:cNvSpPr/>
                <p:nvPr/>
              </p:nvSpPr>
              <p:spPr>
                <a:xfrm>
                  <a:off x="-5276550" y="4485944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46 h 12690"/>
                    <a:gd name="connsiteX1" fmla="*/ 58 w 44401"/>
                    <a:gd name="connsiteY1" fmla="*/ 246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46"/>
                      </a:moveTo>
                      <a:lnTo>
                        <a:pt x="58" y="246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51" name="Graphic 163">
                  <a:extLst>
                    <a:ext uri="{FF2B5EF4-FFF2-40B4-BE49-F238E27FC236}">
                      <a16:creationId xmlns:a16="http://schemas.microsoft.com/office/drawing/2014/main" id="{9339DE04-E273-D78D-B8EF-0808E0C7822F}"/>
                    </a:ext>
                  </a:extLst>
                </p:cNvPr>
                <p:cNvGrpSpPr/>
                <p:nvPr/>
              </p:nvGrpSpPr>
              <p:grpSpPr>
                <a:xfrm>
                  <a:off x="-5556895" y="4439969"/>
                  <a:ext cx="227514" cy="95994"/>
                  <a:chOff x="-5556895" y="4439969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252" name="Freeform: Shape 251">
                    <a:extLst>
                      <a:ext uri="{FF2B5EF4-FFF2-40B4-BE49-F238E27FC236}">
                        <a16:creationId xmlns:a16="http://schemas.microsoft.com/office/drawing/2014/main" id="{A072FEC1-5D16-05A7-AC8E-BFC6C5CD706E}"/>
                      </a:ext>
                    </a:extLst>
                  </p:cNvPr>
                  <p:cNvSpPr/>
                  <p:nvPr/>
                </p:nvSpPr>
                <p:spPr>
                  <a:xfrm flipV="1">
                    <a:off x="-5556895" y="4441635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31 h 92524"/>
                      <a:gd name="connsiteX1" fmla="*/ 8171 w 67395"/>
                      <a:gd name="connsiteY1" fmla="*/ 30136 h 92524"/>
                      <a:gd name="connsiteX2" fmla="*/ 39767 w 67395"/>
                      <a:gd name="connsiteY2" fmla="*/ 30136 h 92524"/>
                      <a:gd name="connsiteX3" fmla="*/ 39767 w 67395"/>
                      <a:gd name="connsiteY3" fmla="*/ 79531 h 92524"/>
                      <a:gd name="connsiteX4" fmla="*/ 36477 w 67395"/>
                      <a:gd name="connsiteY4" fmla="*/ 90437 h 92524"/>
                      <a:gd name="connsiteX5" fmla="*/ 52216 w 67395"/>
                      <a:gd name="connsiteY5" fmla="*/ 90437 h 92524"/>
                      <a:gd name="connsiteX6" fmla="*/ 52216 w 67395"/>
                      <a:gd name="connsiteY6" fmla="*/ 30136 h 92524"/>
                      <a:gd name="connsiteX7" fmla="*/ 65417 w 67395"/>
                      <a:gd name="connsiteY7" fmla="*/ 30136 h 92524"/>
                      <a:gd name="connsiteX8" fmla="*/ 65417 w 67395"/>
                      <a:gd name="connsiteY8" fmla="*/ 19725 h 92524"/>
                      <a:gd name="connsiteX9" fmla="*/ 52216 w 67395"/>
                      <a:gd name="connsiteY9" fmla="*/ 19725 h 92524"/>
                      <a:gd name="connsiteX10" fmla="*/ 52216 w 67395"/>
                      <a:gd name="connsiteY10" fmla="*/ -2087 h 92524"/>
                      <a:gd name="connsiteX11" fmla="*/ 39767 w 67395"/>
                      <a:gd name="connsiteY11" fmla="*/ -2087 h 92524"/>
                      <a:gd name="connsiteX12" fmla="*/ 39767 w 67395"/>
                      <a:gd name="connsiteY12" fmla="*/ 19725 h 92524"/>
                      <a:gd name="connsiteX13" fmla="*/ -1978 w 67395"/>
                      <a:gd name="connsiteY13" fmla="*/ 19725 h 92524"/>
                      <a:gd name="connsiteX14" fmla="*/ -1978 w 67395"/>
                      <a:gd name="connsiteY14" fmla="*/ 31802 h 92524"/>
                      <a:gd name="connsiteX15" fmla="*/ 36477 w 67395"/>
                      <a:gd name="connsiteY15" fmla="*/ 90437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31"/>
                        </a:moveTo>
                        <a:lnTo>
                          <a:pt x="8171" y="30136"/>
                        </a:lnTo>
                        <a:lnTo>
                          <a:pt x="39767" y="30136"/>
                        </a:lnTo>
                        <a:lnTo>
                          <a:pt x="39767" y="79531"/>
                        </a:lnTo>
                        <a:close/>
                        <a:moveTo>
                          <a:pt x="36477" y="90437"/>
                        </a:moveTo>
                        <a:lnTo>
                          <a:pt x="52216" y="90437"/>
                        </a:lnTo>
                        <a:lnTo>
                          <a:pt x="52216" y="30136"/>
                        </a:lnTo>
                        <a:lnTo>
                          <a:pt x="65417" y="30136"/>
                        </a:lnTo>
                        <a:lnTo>
                          <a:pt x="65417" y="19725"/>
                        </a:lnTo>
                        <a:lnTo>
                          <a:pt x="52216" y="19725"/>
                        </a:lnTo>
                        <a:lnTo>
                          <a:pt x="52216" y="-2087"/>
                        </a:lnTo>
                        <a:lnTo>
                          <a:pt x="39767" y="-2087"/>
                        </a:lnTo>
                        <a:lnTo>
                          <a:pt x="39767" y="19725"/>
                        </a:lnTo>
                        <a:lnTo>
                          <a:pt x="-1978" y="19725"/>
                        </a:lnTo>
                        <a:lnTo>
                          <a:pt x="-1978" y="31802"/>
                        </a:lnTo>
                        <a:lnTo>
                          <a:pt x="36477" y="904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3" name="Freeform: Shape 252">
                    <a:extLst>
                      <a:ext uri="{FF2B5EF4-FFF2-40B4-BE49-F238E27FC236}">
                        <a16:creationId xmlns:a16="http://schemas.microsoft.com/office/drawing/2014/main" id="{CC8EA70A-6827-22AD-2190-439B23694983}"/>
                      </a:ext>
                    </a:extLst>
                  </p:cNvPr>
                  <p:cNvSpPr/>
                  <p:nvPr/>
                </p:nvSpPr>
                <p:spPr>
                  <a:xfrm flipV="1">
                    <a:off x="-5473783" y="4439969"/>
                    <a:ext cx="63431" cy="95994"/>
                  </a:xfrm>
                  <a:custGeom>
                    <a:avLst/>
                    <a:gdLst>
                      <a:gd name="connsiteX0" fmla="*/ 29723 w 63431"/>
                      <a:gd name="connsiteY0" fmla="*/ 43663 h 95994"/>
                      <a:gd name="connsiteX1" fmla="*/ 15688 w 63431"/>
                      <a:gd name="connsiteY1" fmla="*/ 38884 h 95994"/>
                      <a:gd name="connsiteX2" fmla="*/ 10594 w 63431"/>
                      <a:gd name="connsiteY2" fmla="*/ 25757 h 95994"/>
                      <a:gd name="connsiteX3" fmla="*/ 15688 w 63431"/>
                      <a:gd name="connsiteY3" fmla="*/ 12610 h 95994"/>
                      <a:gd name="connsiteX4" fmla="*/ 29723 w 63431"/>
                      <a:gd name="connsiteY4" fmla="*/ 7831 h 95994"/>
                      <a:gd name="connsiteX5" fmla="*/ 43777 w 63431"/>
                      <a:gd name="connsiteY5" fmla="*/ 12630 h 95994"/>
                      <a:gd name="connsiteX6" fmla="*/ 48930 w 63431"/>
                      <a:gd name="connsiteY6" fmla="*/ 25757 h 95994"/>
                      <a:gd name="connsiteX7" fmla="*/ 43816 w 63431"/>
                      <a:gd name="connsiteY7" fmla="*/ 38884 h 95994"/>
                      <a:gd name="connsiteX8" fmla="*/ 29723 w 63431"/>
                      <a:gd name="connsiteY8" fmla="*/ 43663 h 95994"/>
                      <a:gd name="connsiteX9" fmla="*/ 17215 w 63431"/>
                      <a:gd name="connsiteY9" fmla="*/ 48977 h 95994"/>
                      <a:gd name="connsiteX10" fmla="*/ 4667 w 63431"/>
                      <a:gd name="connsiteY10" fmla="*/ 56473 h 95994"/>
                      <a:gd name="connsiteX11" fmla="*/ 187 w 63431"/>
                      <a:gd name="connsiteY11" fmla="*/ 69937 h 95994"/>
                      <a:gd name="connsiteX12" fmla="*/ 8077 w 63431"/>
                      <a:gd name="connsiteY12" fmla="*/ 87466 h 95994"/>
                      <a:gd name="connsiteX13" fmla="*/ 29723 w 63431"/>
                      <a:gd name="connsiteY13" fmla="*/ 93911 h 95994"/>
                      <a:gd name="connsiteX14" fmla="*/ 51408 w 63431"/>
                      <a:gd name="connsiteY14" fmla="*/ 87466 h 95994"/>
                      <a:gd name="connsiteX15" fmla="*/ 59278 w 63431"/>
                      <a:gd name="connsiteY15" fmla="*/ 69937 h 95994"/>
                      <a:gd name="connsiteX16" fmla="*/ 54778 w 63431"/>
                      <a:gd name="connsiteY16" fmla="*/ 56473 h 95994"/>
                      <a:gd name="connsiteX17" fmla="*/ 42310 w 63431"/>
                      <a:gd name="connsiteY17" fmla="*/ 48977 h 95994"/>
                      <a:gd name="connsiteX18" fmla="*/ 56384 w 63431"/>
                      <a:gd name="connsiteY18" fmla="*/ 40728 h 95994"/>
                      <a:gd name="connsiteX19" fmla="*/ 61438 w 63431"/>
                      <a:gd name="connsiteY19" fmla="*/ 25757 h 95994"/>
                      <a:gd name="connsiteX20" fmla="*/ 53232 w 63431"/>
                      <a:gd name="connsiteY20" fmla="*/ 5095 h 95994"/>
                      <a:gd name="connsiteX21" fmla="*/ 29723 w 63431"/>
                      <a:gd name="connsiteY21" fmla="*/ -2083 h 95994"/>
                      <a:gd name="connsiteX22" fmla="*/ 6213 w 63431"/>
                      <a:gd name="connsiteY22" fmla="*/ 5095 h 95994"/>
                      <a:gd name="connsiteX23" fmla="*/ -1993 w 63431"/>
                      <a:gd name="connsiteY23" fmla="*/ 25757 h 95994"/>
                      <a:gd name="connsiteX24" fmla="*/ 3082 w 63431"/>
                      <a:gd name="connsiteY24" fmla="*/ 40728 h 95994"/>
                      <a:gd name="connsiteX25" fmla="*/ 17215 w 63431"/>
                      <a:gd name="connsiteY25" fmla="*/ 48977 h 95994"/>
                      <a:gd name="connsiteX26" fmla="*/ 12636 w 63431"/>
                      <a:gd name="connsiteY26" fmla="*/ 68747 h 95994"/>
                      <a:gd name="connsiteX27" fmla="*/ 17116 w 63431"/>
                      <a:gd name="connsiteY27" fmla="*/ 57544 h 95994"/>
                      <a:gd name="connsiteX28" fmla="*/ 29723 w 63431"/>
                      <a:gd name="connsiteY28" fmla="*/ 53518 h 95994"/>
                      <a:gd name="connsiteX29" fmla="*/ 42330 w 63431"/>
                      <a:gd name="connsiteY29" fmla="*/ 57544 h 95994"/>
                      <a:gd name="connsiteX30" fmla="*/ 46889 w 63431"/>
                      <a:gd name="connsiteY30" fmla="*/ 68747 h 95994"/>
                      <a:gd name="connsiteX31" fmla="*/ 42330 w 63431"/>
                      <a:gd name="connsiteY31" fmla="*/ 79971 h 95994"/>
                      <a:gd name="connsiteX32" fmla="*/ 29723 w 63431"/>
                      <a:gd name="connsiteY32" fmla="*/ 83996 h 95994"/>
                      <a:gd name="connsiteX33" fmla="*/ 17116 w 63431"/>
                      <a:gd name="connsiteY33" fmla="*/ 79971 h 95994"/>
                      <a:gd name="connsiteX34" fmla="*/ 12636 w 63431"/>
                      <a:gd name="connsiteY34" fmla="*/ 68747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29723" y="43663"/>
                        </a:moveTo>
                        <a:cubicBezTo>
                          <a:pt x="23776" y="43663"/>
                          <a:pt x="19098" y="42070"/>
                          <a:pt x="15688" y="38884"/>
                        </a:cubicBezTo>
                        <a:cubicBezTo>
                          <a:pt x="12292" y="35698"/>
                          <a:pt x="10594" y="31323"/>
                          <a:pt x="10594" y="25757"/>
                        </a:cubicBezTo>
                        <a:cubicBezTo>
                          <a:pt x="10594" y="20178"/>
                          <a:pt x="12292" y="15796"/>
                          <a:pt x="15688" y="12610"/>
                        </a:cubicBezTo>
                        <a:cubicBezTo>
                          <a:pt x="19098" y="9424"/>
                          <a:pt x="23776" y="7831"/>
                          <a:pt x="29723" y="7831"/>
                        </a:cubicBezTo>
                        <a:cubicBezTo>
                          <a:pt x="35669" y="7831"/>
                          <a:pt x="40354" y="9431"/>
                          <a:pt x="43777" y="12630"/>
                        </a:cubicBezTo>
                        <a:cubicBezTo>
                          <a:pt x="47212" y="15842"/>
                          <a:pt x="48930" y="20218"/>
                          <a:pt x="48930" y="25757"/>
                        </a:cubicBezTo>
                        <a:cubicBezTo>
                          <a:pt x="48930" y="31323"/>
                          <a:pt x="47226" y="35698"/>
                          <a:pt x="43816" y="38884"/>
                        </a:cubicBezTo>
                        <a:cubicBezTo>
                          <a:pt x="40420" y="42070"/>
                          <a:pt x="35722" y="43663"/>
                          <a:pt x="29723" y="43663"/>
                        </a:cubicBezTo>
                        <a:close/>
                        <a:moveTo>
                          <a:pt x="17215" y="48977"/>
                        </a:moveTo>
                        <a:cubicBezTo>
                          <a:pt x="11850" y="50299"/>
                          <a:pt x="7667" y="52798"/>
                          <a:pt x="4667" y="56473"/>
                        </a:cubicBezTo>
                        <a:cubicBezTo>
                          <a:pt x="1681" y="60161"/>
                          <a:pt x="187" y="64649"/>
                          <a:pt x="187" y="69937"/>
                        </a:cubicBezTo>
                        <a:cubicBezTo>
                          <a:pt x="187" y="77327"/>
                          <a:pt x="2817" y="83170"/>
                          <a:pt x="8077" y="87466"/>
                        </a:cubicBezTo>
                        <a:cubicBezTo>
                          <a:pt x="13349" y="91763"/>
                          <a:pt x="20565" y="93911"/>
                          <a:pt x="29723" y="93911"/>
                        </a:cubicBezTo>
                        <a:cubicBezTo>
                          <a:pt x="38933" y="93911"/>
                          <a:pt x="46162" y="91763"/>
                          <a:pt x="51408" y="87466"/>
                        </a:cubicBezTo>
                        <a:cubicBezTo>
                          <a:pt x="56654" y="83170"/>
                          <a:pt x="59278" y="77327"/>
                          <a:pt x="59278" y="69937"/>
                        </a:cubicBezTo>
                        <a:cubicBezTo>
                          <a:pt x="59278" y="64649"/>
                          <a:pt x="57778" y="60161"/>
                          <a:pt x="54778" y="56473"/>
                        </a:cubicBezTo>
                        <a:cubicBezTo>
                          <a:pt x="51791" y="52798"/>
                          <a:pt x="47635" y="50299"/>
                          <a:pt x="42310" y="48977"/>
                        </a:cubicBezTo>
                        <a:cubicBezTo>
                          <a:pt x="48336" y="47576"/>
                          <a:pt x="53027" y="44826"/>
                          <a:pt x="56384" y="40728"/>
                        </a:cubicBezTo>
                        <a:cubicBezTo>
                          <a:pt x="59753" y="36643"/>
                          <a:pt x="61438" y="31653"/>
                          <a:pt x="61438" y="25757"/>
                        </a:cubicBezTo>
                        <a:cubicBezTo>
                          <a:pt x="61438" y="16781"/>
                          <a:pt x="58703" y="9894"/>
                          <a:pt x="53232" y="5095"/>
                        </a:cubicBezTo>
                        <a:cubicBezTo>
                          <a:pt x="47761" y="309"/>
                          <a:pt x="39924" y="-2083"/>
                          <a:pt x="29723" y="-2083"/>
                        </a:cubicBezTo>
                        <a:cubicBezTo>
                          <a:pt x="19534" y="-2083"/>
                          <a:pt x="11698" y="309"/>
                          <a:pt x="6213" y="5095"/>
                        </a:cubicBezTo>
                        <a:cubicBezTo>
                          <a:pt x="743" y="9894"/>
                          <a:pt x="-1993" y="16781"/>
                          <a:pt x="-1993" y="25757"/>
                        </a:cubicBezTo>
                        <a:cubicBezTo>
                          <a:pt x="-1993" y="31653"/>
                          <a:pt x="-301" y="36643"/>
                          <a:pt x="3082" y="40728"/>
                        </a:cubicBezTo>
                        <a:cubicBezTo>
                          <a:pt x="6478" y="44826"/>
                          <a:pt x="11189" y="47576"/>
                          <a:pt x="17215" y="48977"/>
                        </a:cubicBezTo>
                        <a:close/>
                        <a:moveTo>
                          <a:pt x="12636" y="68747"/>
                        </a:moveTo>
                        <a:cubicBezTo>
                          <a:pt x="12636" y="63962"/>
                          <a:pt x="14129" y="60227"/>
                          <a:pt x="17116" y="57544"/>
                        </a:cubicBezTo>
                        <a:cubicBezTo>
                          <a:pt x="20115" y="54860"/>
                          <a:pt x="24318" y="53518"/>
                          <a:pt x="29723" y="53518"/>
                        </a:cubicBezTo>
                        <a:cubicBezTo>
                          <a:pt x="35101" y="53518"/>
                          <a:pt x="39303" y="54860"/>
                          <a:pt x="42330" y="57544"/>
                        </a:cubicBezTo>
                        <a:cubicBezTo>
                          <a:pt x="45369" y="60227"/>
                          <a:pt x="46889" y="63962"/>
                          <a:pt x="46889" y="68747"/>
                        </a:cubicBezTo>
                        <a:cubicBezTo>
                          <a:pt x="46889" y="73546"/>
                          <a:pt x="45369" y="77287"/>
                          <a:pt x="42330" y="79971"/>
                        </a:cubicBezTo>
                        <a:cubicBezTo>
                          <a:pt x="39303" y="82654"/>
                          <a:pt x="35101" y="83996"/>
                          <a:pt x="29723" y="83996"/>
                        </a:cubicBezTo>
                        <a:cubicBezTo>
                          <a:pt x="24318" y="83996"/>
                          <a:pt x="20115" y="82654"/>
                          <a:pt x="17116" y="79971"/>
                        </a:cubicBezTo>
                        <a:cubicBezTo>
                          <a:pt x="14129" y="77287"/>
                          <a:pt x="12636" y="73546"/>
                          <a:pt x="12636" y="6874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4" name="Freeform: Shape 253">
                    <a:extLst>
                      <a:ext uri="{FF2B5EF4-FFF2-40B4-BE49-F238E27FC236}">
                        <a16:creationId xmlns:a16="http://schemas.microsoft.com/office/drawing/2014/main" id="{8AC2FFF2-D847-A564-859C-22A8E1B73AE5}"/>
                      </a:ext>
                    </a:extLst>
                  </p:cNvPr>
                  <p:cNvSpPr/>
                  <p:nvPr/>
                </p:nvSpPr>
                <p:spPr>
                  <a:xfrm flipV="1">
                    <a:off x="-5393308" y="4439969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96 h 95994"/>
                      <a:gd name="connsiteX1" fmla="*/ 15437 w 63926"/>
                      <a:gd name="connsiteY1" fmla="*/ 74478 h 95994"/>
                      <a:gd name="connsiteX2" fmla="*/ 10580 w 63926"/>
                      <a:gd name="connsiteY2" fmla="*/ 45884 h 95994"/>
                      <a:gd name="connsiteX3" fmla="*/ 15437 w 63926"/>
                      <a:gd name="connsiteY3" fmla="*/ 17349 h 95994"/>
                      <a:gd name="connsiteX4" fmla="*/ 29966 w 63926"/>
                      <a:gd name="connsiteY4" fmla="*/ 7831 h 95994"/>
                      <a:gd name="connsiteX5" fmla="*/ 44556 w 63926"/>
                      <a:gd name="connsiteY5" fmla="*/ 17349 h 95994"/>
                      <a:gd name="connsiteX6" fmla="*/ 49432 w 63926"/>
                      <a:gd name="connsiteY6" fmla="*/ 45884 h 95994"/>
                      <a:gd name="connsiteX7" fmla="*/ 44556 w 63926"/>
                      <a:gd name="connsiteY7" fmla="*/ 74478 h 95994"/>
                      <a:gd name="connsiteX8" fmla="*/ 29966 w 63926"/>
                      <a:gd name="connsiteY8" fmla="*/ 83996 h 95994"/>
                      <a:gd name="connsiteX9" fmla="*/ 29966 w 63926"/>
                      <a:gd name="connsiteY9" fmla="*/ 93911 h 95994"/>
                      <a:gd name="connsiteX10" fmla="*/ 53733 w 63926"/>
                      <a:gd name="connsiteY10" fmla="*/ 81597 h 95994"/>
                      <a:gd name="connsiteX11" fmla="*/ 61940 w 63926"/>
                      <a:gd name="connsiteY11" fmla="*/ 45884 h 95994"/>
                      <a:gd name="connsiteX12" fmla="*/ 53733 w 63926"/>
                      <a:gd name="connsiteY12" fmla="*/ 10211 h 95994"/>
                      <a:gd name="connsiteX13" fmla="*/ 29966 w 63926"/>
                      <a:gd name="connsiteY13" fmla="*/ -2083 h 95994"/>
                      <a:gd name="connsiteX14" fmla="*/ 6219 w 63926"/>
                      <a:gd name="connsiteY14" fmla="*/ 10211 h 95994"/>
                      <a:gd name="connsiteX15" fmla="*/ -1987 w 63926"/>
                      <a:gd name="connsiteY15" fmla="*/ 45884 h 95994"/>
                      <a:gd name="connsiteX16" fmla="*/ 6219 w 63926"/>
                      <a:gd name="connsiteY16" fmla="*/ 81597 h 95994"/>
                      <a:gd name="connsiteX17" fmla="*/ 29966 w 63926"/>
                      <a:gd name="connsiteY17" fmla="*/ 9391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96"/>
                        </a:moveTo>
                        <a:cubicBezTo>
                          <a:pt x="23531" y="83996"/>
                          <a:pt x="18688" y="80823"/>
                          <a:pt x="15437" y="74478"/>
                        </a:cubicBezTo>
                        <a:cubicBezTo>
                          <a:pt x="12199" y="68146"/>
                          <a:pt x="10580" y="58614"/>
                          <a:pt x="10580" y="45884"/>
                        </a:cubicBezTo>
                        <a:cubicBezTo>
                          <a:pt x="10580" y="33206"/>
                          <a:pt x="12199" y="23695"/>
                          <a:pt x="15437" y="17349"/>
                        </a:cubicBezTo>
                        <a:cubicBezTo>
                          <a:pt x="18688" y="11004"/>
                          <a:pt x="23531" y="7831"/>
                          <a:pt x="29966" y="7831"/>
                        </a:cubicBezTo>
                        <a:cubicBezTo>
                          <a:pt x="36455" y="7831"/>
                          <a:pt x="41318" y="11004"/>
                          <a:pt x="44556" y="17349"/>
                        </a:cubicBezTo>
                        <a:cubicBezTo>
                          <a:pt x="47806" y="23695"/>
                          <a:pt x="49432" y="33206"/>
                          <a:pt x="49432" y="45884"/>
                        </a:cubicBezTo>
                        <a:cubicBezTo>
                          <a:pt x="49432" y="58614"/>
                          <a:pt x="47806" y="68146"/>
                          <a:pt x="44556" y="74478"/>
                        </a:cubicBezTo>
                        <a:cubicBezTo>
                          <a:pt x="41318" y="80823"/>
                          <a:pt x="36455" y="83996"/>
                          <a:pt x="29966" y="83996"/>
                        </a:cubicBezTo>
                        <a:close/>
                        <a:moveTo>
                          <a:pt x="29966" y="93911"/>
                        </a:moveTo>
                        <a:cubicBezTo>
                          <a:pt x="40340" y="93911"/>
                          <a:pt x="48262" y="89806"/>
                          <a:pt x="53733" y="81597"/>
                        </a:cubicBezTo>
                        <a:cubicBezTo>
                          <a:pt x="59204" y="73401"/>
                          <a:pt x="61940" y="61496"/>
                          <a:pt x="61940" y="45884"/>
                        </a:cubicBezTo>
                        <a:cubicBezTo>
                          <a:pt x="61940" y="30311"/>
                          <a:pt x="59204" y="18420"/>
                          <a:pt x="53733" y="10211"/>
                        </a:cubicBezTo>
                        <a:cubicBezTo>
                          <a:pt x="48262" y="2015"/>
                          <a:pt x="40340" y="-2083"/>
                          <a:pt x="29966" y="-2083"/>
                        </a:cubicBezTo>
                        <a:cubicBezTo>
                          <a:pt x="19606" y="-2083"/>
                          <a:pt x="11690" y="2015"/>
                          <a:pt x="6219" y="10211"/>
                        </a:cubicBezTo>
                        <a:cubicBezTo>
                          <a:pt x="748" y="18420"/>
                          <a:pt x="-1987" y="30311"/>
                          <a:pt x="-1987" y="45884"/>
                        </a:cubicBezTo>
                        <a:cubicBezTo>
                          <a:pt x="-1987" y="61496"/>
                          <a:pt x="748" y="73401"/>
                          <a:pt x="6219" y="81597"/>
                        </a:cubicBezTo>
                        <a:cubicBezTo>
                          <a:pt x="11690" y="89806"/>
                          <a:pt x="19606" y="93911"/>
                          <a:pt x="29966" y="9391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55" name="Graphic 163">
                <a:extLst>
                  <a:ext uri="{FF2B5EF4-FFF2-40B4-BE49-F238E27FC236}">
                    <a16:creationId xmlns:a16="http://schemas.microsoft.com/office/drawing/2014/main" id="{D242C3DE-8BCD-597C-473E-BDB872D8C854}"/>
                  </a:ext>
                </a:extLst>
              </p:cNvPr>
              <p:cNvGrpSpPr/>
              <p:nvPr/>
            </p:nvGrpSpPr>
            <p:grpSpPr>
              <a:xfrm>
                <a:off x="-5556895" y="3986755"/>
                <a:ext cx="324747" cy="95994"/>
                <a:chOff x="-5556895" y="3986755"/>
                <a:chExt cx="324747" cy="95994"/>
              </a:xfrm>
              <a:solidFill>
                <a:srgbClr val="000000"/>
              </a:solidFill>
            </p:grpSpPr>
            <p:sp>
              <p:nvSpPr>
                <p:cNvPr id="256" name="Freeform: Shape 255">
                  <a:extLst>
                    <a:ext uri="{FF2B5EF4-FFF2-40B4-BE49-F238E27FC236}">
                      <a16:creationId xmlns:a16="http://schemas.microsoft.com/office/drawing/2014/main" id="{52C792EC-93F1-43C4-E938-6B106C8EF178}"/>
                    </a:ext>
                  </a:extLst>
                </p:cNvPr>
                <p:cNvSpPr/>
                <p:nvPr/>
              </p:nvSpPr>
              <p:spPr>
                <a:xfrm>
                  <a:off x="-5276550" y="4032729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10 h 12690"/>
                    <a:gd name="connsiteX1" fmla="*/ 58 w 44401"/>
                    <a:gd name="connsiteY1" fmla="*/ 21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10"/>
                      </a:moveTo>
                      <a:lnTo>
                        <a:pt x="58" y="210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57" name="Graphic 163">
                  <a:extLst>
                    <a:ext uri="{FF2B5EF4-FFF2-40B4-BE49-F238E27FC236}">
                      <a16:creationId xmlns:a16="http://schemas.microsoft.com/office/drawing/2014/main" id="{399178C7-78F7-C580-C62C-B014661E91BC}"/>
                    </a:ext>
                  </a:extLst>
                </p:cNvPr>
                <p:cNvGrpSpPr/>
                <p:nvPr/>
              </p:nvGrpSpPr>
              <p:grpSpPr>
                <a:xfrm>
                  <a:off x="-5556895" y="3986755"/>
                  <a:ext cx="227514" cy="95994"/>
                  <a:chOff x="-5556895" y="3986755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258" name="Freeform: Shape 257">
                    <a:extLst>
                      <a:ext uri="{FF2B5EF4-FFF2-40B4-BE49-F238E27FC236}">
                        <a16:creationId xmlns:a16="http://schemas.microsoft.com/office/drawing/2014/main" id="{FB2666DC-B5E7-A27E-25DB-EBBFDBACA608}"/>
                      </a:ext>
                    </a:extLst>
                  </p:cNvPr>
                  <p:cNvSpPr/>
                  <p:nvPr/>
                </p:nvSpPr>
                <p:spPr>
                  <a:xfrm flipV="1">
                    <a:off x="-5556895" y="3988420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495 h 92524"/>
                      <a:gd name="connsiteX1" fmla="*/ 8171 w 67395"/>
                      <a:gd name="connsiteY1" fmla="*/ 30100 h 92524"/>
                      <a:gd name="connsiteX2" fmla="*/ 39767 w 67395"/>
                      <a:gd name="connsiteY2" fmla="*/ 30100 h 92524"/>
                      <a:gd name="connsiteX3" fmla="*/ 39767 w 67395"/>
                      <a:gd name="connsiteY3" fmla="*/ 79495 h 92524"/>
                      <a:gd name="connsiteX4" fmla="*/ 36477 w 67395"/>
                      <a:gd name="connsiteY4" fmla="*/ 90401 h 92524"/>
                      <a:gd name="connsiteX5" fmla="*/ 52216 w 67395"/>
                      <a:gd name="connsiteY5" fmla="*/ 90401 h 92524"/>
                      <a:gd name="connsiteX6" fmla="*/ 52216 w 67395"/>
                      <a:gd name="connsiteY6" fmla="*/ 30100 h 92524"/>
                      <a:gd name="connsiteX7" fmla="*/ 65417 w 67395"/>
                      <a:gd name="connsiteY7" fmla="*/ 30100 h 92524"/>
                      <a:gd name="connsiteX8" fmla="*/ 65417 w 67395"/>
                      <a:gd name="connsiteY8" fmla="*/ 19690 h 92524"/>
                      <a:gd name="connsiteX9" fmla="*/ 52216 w 67395"/>
                      <a:gd name="connsiteY9" fmla="*/ 19690 h 92524"/>
                      <a:gd name="connsiteX10" fmla="*/ 52216 w 67395"/>
                      <a:gd name="connsiteY10" fmla="*/ -2123 h 92524"/>
                      <a:gd name="connsiteX11" fmla="*/ 39767 w 67395"/>
                      <a:gd name="connsiteY11" fmla="*/ -2123 h 92524"/>
                      <a:gd name="connsiteX12" fmla="*/ 39767 w 67395"/>
                      <a:gd name="connsiteY12" fmla="*/ 19690 h 92524"/>
                      <a:gd name="connsiteX13" fmla="*/ -1978 w 67395"/>
                      <a:gd name="connsiteY13" fmla="*/ 19690 h 92524"/>
                      <a:gd name="connsiteX14" fmla="*/ -1978 w 67395"/>
                      <a:gd name="connsiteY14" fmla="*/ 31766 h 92524"/>
                      <a:gd name="connsiteX15" fmla="*/ 36477 w 67395"/>
                      <a:gd name="connsiteY15" fmla="*/ 90401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495"/>
                        </a:moveTo>
                        <a:lnTo>
                          <a:pt x="8171" y="30100"/>
                        </a:lnTo>
                        <a:lnTo>
                          <a:pt x="39767" y="30100"/>
                        </a:lnTo>
                        <a:lnTo>
                          <a:pt x="39767" y="79495"/>
                        </a:lnTo>
                        <a:close/>
                        <a:moveTo>
                          <a:pt x="36477" y="90401"/>
                        </a:moveTo>
                        <a:lnTo>
                          <a:pt x="52216" y="90401"/>
                        </a:lnTo>
                        <a:lnTo>
                          <a:pt x="52216" y="30100"/>
                        </a:lnTo>
                        <a:lnTo>
                          <a:pt x="65417" y="30100"/>
                        </a:lnTo>
                        <a:lnTo>
                          <a:pt x="65417" y="19690"/>
                        </a:lnTo>
                        <a:lnTo>
                          <a:pt x="52216" y="19690"/>
                        </a:lnTo>
                        <a:lnTo>
                          <a:pt x="52216" y="-2123"/>
                        </a:lnTo>
                        <a:lnTo>
                          <a:pt x="39767" y="-2123"/>
                        </a:lnTo>
                        <a:lnTo>
                          <a:pt x="39767" y="19690"/>
                        </a:lnTo>
                        <a:lnTo>
                          <a:pt x="-1978" y="19690"/>
                        </a:lnTo>
                        <a:lnTo>
                          <a:pt x="-1978" y="31766"/>
                        </a:lnTo>
                        <a:lnTo>
                          <a:pt x="36477" y="904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9" name="Freeform: Shape 258">
                    <a:extLst>
                      <a:ext uri="{FF2B5EF4-FFF2-40B4-BE49-F238E27FC236}">
                        <a16:creationId xmlns:a16="http://schemas.microsoft.com/office/drawing/2014/main" id="{55346333-CC52-83EE-AC32-FAC9ADAA83DC}"/>
                      </a:ext>
                    </a:extLst>
                  </p:cNvPr>
                  <p:cNvSpPr/>
                  <p:nvPr/>
                </p:nvSpPr>
                <p:spPr>
                  <a:xfrm flipV="1">
                    <a:off x="-5474398" y="3986755"/>
                    <a:ext cx="63807" cy="95994"/>
                  </a:xfrm>
                  <a:custGeom>
                    <a:avLst/>
                    <a:gdLst>
                      <a:gd name="connsiteX0" fmla="*/ 3975 w 63807"/>
                      <a:gd name="connsiteY0" fmla="*/ 1609 h 95994"/>
                      <a:gd name="connsiteX1" fmla="*/ 3975 w 63807"/>
                      <a:gd name="connsiteY1" fmla="*/ 13011 h 95994"/>
                      <a:gd name="connsiteX2" fmla="*/ 13510 w 63807"/>
                      <a:gd name="connsiteY2" fmla="*/ 9600 h 95994"/>
                      <a:gd name="connsiteX3" fmla="*/ 23005 w 63807"/>
                      <a:gd name="connsiteY3" fmla="*/ 8430 h 95994"/>
                      <a:gd name="connsiteX4" fmla="*/ 41915 w 63807"/>
                      <a:gd name="connsiteY4" fmla="*/ 16759 h 95994"/>
                      <a:gd name="connsiteX5" fmla="*/ 49388 w 63807"/>
                      <a:gd name="connsiteY5" fmla="*/ 42081 h 95994"/>
                      <a:gd name="connsiteX6" fmla="*/ 40270 w 63807"/>
                      <a:gd name="connsiteY6" fmla="*/ 33891 h 95994"/>
                      <a:gd name="connsiteX7" fmla="*/ 28079 w 63807"/>
                      <a:gd name="connsiteY7" fmla="*/ 31036 h 95994"/>
                      <a:gd name="connsiteX8" fmla="*/ 6116 w 63807"/>
                      <a:gd name="connsiteY8" fmla="*/ 39424 h 95994"/>
                      <a:gd name="connsiteX9" fmla="*/ -1971 w 63807"/>
                      <a:gd name="connsiteY9" fmla="*/ 62406 h 95994"/>
                      <a:gd name="connsiteX10" fmla="*/ 6453 w 63807"/>
                      <a:gd name="connsiteY10" fmla="*/ 85249 h 95994"/>
                      <a:gd name="connsiteX11" fmla="*/ 28872 w 63807"/>
                      <a:gd name="connsiteY11" fmla="*/ 93875 h 95994"/>
                      <a:gd name="connsiteX12" fmla="*/ 53372 w 63807"/>
                      <a:gd name="connsiteY12" fmla="*/ 81561 h 95994"/>
                      <a:gd name="connsiteX13" fmla="*/ 61836 w 63807"/>
                      <a:gd name="connsiteY13" fmla="*/ 45848 h 95994"/>
                      <a:gd name="connsiteX14" fmla="*/ 51449 w 63807"/>
                      <a:gd name="connsiteY14" fmla="*/ 10929 h 95994"/>
                      <a:gd name="connsiteX15" fmla="*/ 23560 w 63807"/>
                      <a:gd name="connsiteY15" fmla="*/ -2119 h 95994"/>
                      <a:gd name="connsiteX16" fmla="*/ 14005 w 63807"/>
                      <a:gd name="connsiteY16" fmla="*/ -1187 h 95994"/>
                      <a:gd name="connsiteX17" fmla="*/ 3975 w 63807"/>
                      <a:gd name="connsiteY17" fmla="*/ 1609 h 95994"/>
                      <a:gd name="connsiteX18" fmla="*/ 28872 w 63807"/>
                      <a:gd name="connsiteY18" fmla="*/ 40831 h 95994"/>
                      <a:gd name="connsiteX19" fmla="*/ 42212 w 63807"/>
                      <a:gd name="connsiteY19" fmla="*/ 46582 h 95994"/>
                      <a:gd name="connsiteX20" fmla="*/ 47148 w 63807"/>
                      <a:gd name="connsiteY20" fmla="*/ 62406 h 95994"/>
                      <a:gd name="connsiteX21" fmla="*/ 42212 w 63807"/>
                      <a:gd name="connsiteY21" fmla="*/ 78170 h 95994"/>
                      <a:gd name="connsiteX22" fmla="*/ 28872 w 63807"/>
                      <a:gd name="connsiteY22" fmla="*/ 83960 h 95994"/>
                      <a:gd name="connsiteX23" fmla="*/ 15532 w 63807"/>
                      <a:gd name="connsiteY23" fmla="*/ 78170 h 95994"/>
                      <a:gd name="connsiteX24" fmla="*/ 10616 w 63807"/>
                      <a:gd name="connsiteY24" fmla="*/ 62406 h 95994"/>
                      <a:gd name="connsiteX25" fmla="*/ 15532 w 63807"/>
                      <a:gd name="connsiteY25" fmla="*/ 46582 h 95994"/>
                      <a:gd name="connsiteX26" fmla="*/ 28872 w 63807"/>
                      <a:gd name="connsiteY26" fmla="*/ 408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3975" y="1609"/>
                        </a:moveTo>
                        <a:lnTo>
                          <a:pt x="3975" y="13011"/>
                        </a:lnTo>
                        <a:cubicBezTo>
                          <a:pt x="7120" y="11517"/>
                          <a:pt x="10298" y="10380"/>
                          <a:pt x="13510" y="9600"/>
                        </a:cubicBezTo>
                        <a:cubicBezTo>
                          <a:pt x="16734" y="8820"/>
                          <a:pt x="19899" y="8430"/>
                          <a:pt x="23005" y="8430"/>
                        </a:cubicBezTo>
                        <a:cubicBezTo>
                          <a:pt x="31264" y="8430"/>
                          <a:pt x="37567" y="11206"/>
                          <a:pt x="41915" y="16759"/>
                        </a:cubicBezTo>
                        <a:cubicBezTo>
                          <a:pt x="46276" y="22311"/>
                          <a:pt x="48767" y="30751"/>
                          <a:pt x="49388" y="42081"/>
                        </a:cubicBezTo>
                        <a:cubicBezTo>
                          <a:pt x="46996" y="38525"/>
                          <a:pt x="43957" y="35795"/>
                          <a:pt x="40270" y="33891"/>
                        </a:cubicBezTo>
                        <a:cubicBezTo>
                          <a:pt x="36596" y="31987"/>
                          <a:pt x="32532" y="31036"/>
                          <a:pt x="28079" y="31036"/>
                        </a:cubicBezTo>
                        <a:cubicBezTo>
                          <a:pt x="18829" y="31036"/>
                          <a:pt x="11508" y="33832"/>
                          <a:pt x="6116" y="39424"/>
                        </a:cubicBezTo>
                        <a:cubicBezTo>
                          <a:pt x="724" y="45029"/>
                          <a:pt x="-1971" y="52689"/>
                          <a:pt x="-1971" y="62406"/>
                        </a:cubicBezTo>
                        <a:cubicBezTo>
                          <a:pt x="-1971" y="71897"/>
                          <a:pt x="837" y="79512"/>
                          <a:pt x="6453" y="85249"/>
                        </a:cubicBezTo>
                        <a:cubicBezTo>
                          <a:pt x="12069" y="91000"/>
                          <a:pt x="19542" y="93875"/>
                          <a:pt x="28872" y="93875"/>
                        </a:cubicBezTo>
                        <a:cubicBezTo>
                          <a:pt x="39576" y="93875"/>
                          <a:pt x="47743" y="89770"/>
                          <a:pt x="53372" y="81561"/>
                        </a:cubicBezTo>
                        <a:cubicBezTo>
                          <a:pt x="59015" y="73365"/>
                          <a:pt x="61836" y="61461"/>
                          <a:pt x="61836" y="45848"/>
                        </a:cubicBezTo>
                        <a:cubicBezTo>
                          <a:pt x="61836" y="31267"/>
                          <a:pt x="58374" y="19627"/>
                          <a:pt x="51449" y="10929"/>
                        </a:cubicBezTo>
                        <a:cubicBezTo>
                          <a:pt x="44538" y="2230"/>
                          <a:pt x="35241" y="-2119"/>
                          <a:pt x="23560" y="-2119"/>
                        </a:cubicBezTo>
                        <a:cubicBezTo>
                          <a:pt x="20414" y="-2119"/>
                          <a:pt x="17230" y="-1808"/>
                          <a:pt x="14005" y="-1187"/>
                        </a:cubicBezTo>
                        <a:cubicBezTo>
                          <a:pt x="10794" y="-566"/>
                          <a:pt x="7451" y="366"/>
                          <a:pt x="3975" y="1609"/>
                        </a:cubicBezTo>
                        <a:close/>
                        <a:moveTo>
                          <a:pt x="28872" y="40831"/>
                        </a:moveTo>
                        <a:cubicBezTo>
                          <a:pt x="34488" y="40831"/>
                          <a:pt x="38935" y="42748"/>
                          <a:pt x="42212" y="46582"/>
                        </a:cubicBezTo>
                        <a:cubicBezTo>
                          <a:pt x="45503" y="50429"/>
                          <a:pt x="47148" y="55703"/>
                          <a:pt x="47148" y="62406"/>
                        </a:cubicBezTo>
                        <a:cubicBezTo>
                          <a:pt x="47148" y="69055"/>
                          <a:pt x="45503" y="74310"/>
                          <a:pt x="42212" y="78170"/>
                        </a:cubicBezTo>
                        <a:cubicBezTo>
                          <a:pt x="38935" y="82030"/>
                          <a:pt x="34488" y="83960"/>
                          <a:pt x="28872" y="83960"/>
                        </a:cubicBezTo>
                        <a:cubicBezTo>
                          <a:pt x="23256" y="83960"/>
                          <a:pt x="18809" y="82030"/>
                          <a:pt x="15532" y="78170"/>
                        </a:cubicBezTo>
                        <a:cubicBezTo>
                          <a:pt x="12254" y="74310"/>
                          <a:pt x="10616" y="69055"/>
                          <a:pt x="10616" y="62406"/>
                        </a:cubicBezTo>
                        <a:cubicBezTo>
                          <a:pt x="10616" y="55703"/>
                          <a:pt x="12254" y="50429"/>
                          <a:pt x="15532" y="46582"/>
                        </a:cubicBezTo>
                        <a:cubicBezTo>
                          <a:pt x="18809" y="42748"/>
                          <a:pt x="23256" y="40831"/>
                          <a:pt x="28872" y="408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60" name="Freeform: Shape 259">
                    <a:extLst>
                      <a:ext uri="{FF2B5EF4-FFF2-40B4-BE49-F238E27FC236}">
                        <a16:creationId xmlns:a16="http://schemas.microsoft.com/office/drawing/2014/main" id="{D72CAB0B-E7EB-7F8C-CB28-199458AD9A9F}"/>
                      </a:ext>
                    </a:extLst>
                  </p:cNvPr>
                  <p:cNvSpPr/>
                  <p:nvPr/>
                </p:nvSpPr>
                <p:spPr>
                  <a:xfrm flipV="1">
                    <a:off x="-5393308" y="3986755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60 h 95994"/>
                      <a:gd name="connsiteX1" fmla="*/ 15437 w 63926"/>
                      <a:gd name="connsiteY1" fmla="*/ 74442 h 95994"/>
                      <a:gd name="connsiteX2" fmla="*/ 10580 w 63926"/>
                      <a:gd name="connsiteY2" fmla="*/ 45848 h 95994"/>
                      <a:gd name="connsiteX3" fmla="*/ 15437 w 63926"/>
                      <a:gd name="connsiteY3" fmla="*/ 17314 h 95994"/>
                      <a:gd name="connsiteX4" fmla="*/ 29966 w 63926"/>
                      <a:gd name="connsiteY4" fmla="*/ 7796 h 95994"/>
                      <a:gd name="connsiteX5" fmla="*/ 44556 w 63926"/>
                      <a:gd name="connsiteY5" fmla="*/ 17314 h 95994"/>
                      <a:gd name="connsiteX6" fmla="*/ 49432 w 63926"/>
                      <a:gd name="connsiteY6" fmla="*/ 45848 h 95994"/>
                      <a:gd name="connsiteX7" fmla="*/ 44556 w 63926"/>
                      <a:gd name="connsiteY7" fmla="*/ 74442 h 95994"/>
                      <a:gd name="connsiteX8" fmla="*/ 29966 w 63926"/>
                      <a:gd name="connsiteY8" fmla="*/ 83960 h 95994"/>
                      <a:gd name="connsiteX9" fmla="*/ 29966 w 63926"/>
                      <a:gd name="connsiteY9" fmla="*/ 93875 h 95994"/>
                      <a:gd name="connsiteX10" fmla="*/ 53733 w 63926"/>
                      <a:gd name="connsiteY10" fmla="*/ 81561 h 95994"/>
                      <a:gd name="connsiteX11" fmla="*/ 61940 w 63926"/>
                      <a:gd name="connsiteY11" fmla="*/ 45848 h 95994"/>
                      <a:gd name="connsiteX12" fmla="*/ 53733 w 63926"/>
                      <a:gd name="connsiteY12" fmla="*/ 10175 h 95994"/>
                      <a:gd name="connsiteX13" fmla="*/ 29966 w 63926"/>
                      <a:gd name="connsiteY13" fmla="*/ -2119 h 95994"/>
                      <a:gd name="connsiteX14" fmla="*/ 6219 w 63926"/>
                      <a:gd name="connsiteY14" fmla="*/ 10175 h 95994"/>
                      <a:gd name="connsiteX15" fmla="*/ -1987 w 63926"/>
                      <a:gd name="connsiteY15" fmla="*/ 45848 h 95994"/>
                      <a:gd name="connsiteX16" fmla="*/ 6219 w 63926"/>
                      <a:gd name="connsiteY16" fmla="*/ 81561 h 95994"/>
                      <a:gd name="connsiteX17" fmla="*/ 29966 w 63926"/>
                      <a:gd name="connsiteY17" fmla="*/ 9387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60"/>
                        </a:moveTo>
                        <a:cubicBezTo>
                          <a:pt x="23531" y="83960"/>
                          <a:pt x="18688" y="80788"/>
                          <a:pt x="15437" y="74442"/>
                        </a:cubicBezTo>
                        <a:cubicBezTo>
                          <a:pt x="12199" y="68110"/>
                          <a:pt x="10580" y="58579"/>
                          <a:pt x="10580" y="45848"/>
                        </a:cubicBezTo>
                        <a:cubicBezTo>
                          <a:pt x="10580" y="33171"/>
                          <a:pt x="12199" y="23659"/>
                          <a:pt x="15437" y="17314"/>
                        </a:cubicBezTo>
                        <a:cubicBezTo>
                          <a:pt x="18688" y="10968"/>
                          <a:pt x="23531" y="7796"/>
                          <a:pt x="29966" y="7796"/>
                        </a:cubicBezTo>
                        <a:cubicBezTo>
                          <a:pt x="36455" y="7796"/>
                          <a:pt x="41318" y="10968"/>
                          <a:pt x="44556" y="17314"/>
                        </a:cubicBezTo>
                        <a:cubicBezTo>
                          <a:pt x="47806" y="23659"/>
                          <a:pt x="49432" y="33171"/>
                          <a:pt x="49432" y="45848"/>
                        </a:cubicBezTo>
                        <a:cubicBezTo>
                          <a:pt x="49432" y="58579"/>
                          <a:pt x="47806" y="68110"/>
                          <a:pt x="44556" y="74442"/>
                        </a:cubicBezTo>
                        <a:cubicBezTo>
                          <a:pt x="41318" y="80788"/>
                          <a:pt x="36455" y="83960"/>
                          <a:pt x="29966" y="83960"/>
                        </a:cubicBezTo>
                        <a:close/>
                        <a:moveTo>
                          <a:pt x="29966" y="93875"/>
                        </a:moveTo>
                        <a:cubicBezTo>
                          <a:pt x="40340" y="93875"/>
                          <a:pt x="48262" y="89770"/>
                          <a:pt x="53733" y="81561"/>
                        </a:cubicBezTo>
                        <a:cubicBezTo>
                          <a:pt x="59204" y="73365"/>
                          <a:pt x="61940" y="61461"/>
                          <a:pt x="61940" y="45848"/>
                        </a:cubicBezTo>
                        <a:cubicBezTo>
                          <a:pt x="61940" y="30276"/>
                          <a:pt x="59204" y="18385"/>
                          <a:pt x="53733" y="10175"/>
                        </a:cubicBezTo>
                        <a:cubicBezTo>
                          <a:pt x="48262" y="1979"/>
                          <a:pt x="40340" y="-2119"/>
                          <a:pt x="29966" y="-2119"/>
                        </a:cubicBezTo>
                        <a:cubicBezTo>
                          <a:pt x="19606" y="-2119"/>
                          <a:pt x="11690" y="1979"/>
                          <a:pt x="6219" y="10175"/>
                        </a:cubicBezTo>
                        <a:cubicBezTo>
                          <a:pt x="748" y="18385"/>
                          <a:pt x="-1987" y="30276"/>
                          <a:pt x="-1987" y="45848"/>
                        </a:cubicBezTo>
                        <a:cubicBezTo>
                          <a:pt x="-1987" y="61461"/>
                          <a:pt x="748" y="73365"/>
                          <a:pt x="6219" y="81561"/>
                        </a:cubicBezTo>
                        <a:cubicBezTo>
                          <a:pt x="11690" y="89770"/>
                          <a:pt x="19606" y="93875"/>
                          <a:pt x="29966" y="9387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61" name="Graphic 163">
                <a:extLst>
                  <a:ext uri="{FF2B5EF4-FFF2-40B4-BE49-F238E27FC236}">
                    <a16:creationId xmlns:a16="http://schemas.microsoft.com/office/drawing/2014/main" id="{94D8030E-7086-DC02-F936-DEA7F84C8559}"/>
                  </a:ext>
                </a:extLst>
              </p:cNvPr>
              <p:cNvGrpSpPr/>
              <p:nvPr/>
            </p:nvGrpSpPr>
            <p:grpSpPr>
              <a:xfrm>
                <a:off x="-5553308" y="3533540"/>
                <a:ext cx="321159" cy="95994"/>
                <a:chOff x="-5553308" y="3533540"/>
                <a:chExt cx="321159" cy="95994"/>
              </a:xfrm>
              <a:solidFill>
                <a:srgbClr val="000000"/>
              </a:solidFill>
            </p:grpSpPr>
            <p:sp>
              <p:nvSpPr>
                <p:cNvPr id="262" name="Freeform: Shape 261">
                  <a:extLst>
                    <a:ext uri="{FF2B5EF4-FFF2-40B4-BE49-F238E27FC236}">
                      <a16:creationId xmlns:a16="http://schemas.microsoft.com/office/drawing/2014/main" id="{86C5BCE2-CD80-59E8-916A-62919AC05963}"/>
                    </a:ext>
                  </a:extLst>
                </p:cNvPr>
                <p:cNvSpPr/>
                <p:nvPr/>
              </p:nvSpPr>
              <p:spPr>
                <a:xfrm>
                  <a:off x="-5276550" y="3579515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75 h 12690"/>
                    <a:gd name="connsiteX1" fmla="*/ 58 w 44401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63" name="Graphic 163">
                  <a:extLst>
                    <a:ext uri="{FF2B5EF4-FFF2-40B4-BE49-F238E27FC236}">
                      <a16:creationId xmlns:a16="http://schemas.microsoft.com/office/drawing/2014/main" id="{C4236409-098D-A42E-E272-CE2348D23075}"/>
                    </a:ext>
                  </a:extLst>
                </p:cNvPr>
                <p:cNvGrpSpPr/>
                <p:nvPr/>
              </p:nvGrpSpPr>
              <p:grpSpPr>
                <a:xfrm>
                  <a:off x="-5553308" y="3533540"/>
                  <a:ext cx="223926" cy="95994"/>
                  <a:chOff x="-5553308" y="3533540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64" name="Freeform: Shape 263">
                    <a:extLst>
                      <a:ext uri="{FF2B5EF4-FFF2-40B4-BE49-F238E27FC236}">
                        <a16:creationId xmlns:a16="http://schemas.microsoft.com/office/drawing/2014/main" id="{29ECFC54-2C45-59A7-74A7-088F474C2FC7}"/>
                      </a:ext>
                    </a:extLst>
                  </p:cNvPr>
                  <p:cNvSpPr/>
                  <p:nvPr/>
                </p:nvSpPr>
                <p:spPr>
                  <a:xfrm flipV="1">
                    <a:off x="-5553308" y="3535206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16 h 94328"/>
                      <a:gd name="connsiteX1" fmla="*/ 51056 w 59843"/>
                      <a:gd name="connsiteY1" fmla="*/ 92216 h 94328"/>
                      <a:gd name="connsiteX2" fmla="*/ 51056 w 59843"/>
                      <a:gd name="connsiteY2" fmla="*/ 81667 h 94328"/>
                      <a:gd name="connsiteX3" fmla="*/ 13393 w 59843"/>
                      <a:gd name="connsiteY3" fmla="*/ 81667 h 94328"/>
                      <a:gd name="connsiteX4" fmla="*/ 13393 w 59843"/>
                      <a:gd name="connsiteY4" fmla="*/ 59002 h 94328"/>
                      <a:gd name="connsiteX5" fmla="*/ 18825 w 59843"/>
                      <a:gd name="connsiteY5" fmla="*/ 60390 h 94328"/>
                      <a:gd name="connsiteX6" fmla="*/ 24296 w 59843"/>
                      <a:gd name="connsiteY6" fmla="*/ 60846 h 94328"/>
                      <a:gd name="connsiteX7" fmla="*/ 48816 w 59843"/>
                      <a:gd name="connsiteY7" fmla="*/ 52359 h 94328"/>
                      <a:gd name="connsiteX8" fmla="*/ 57874 w 59843"/>
                      <a:gd name="connsiteY8" fmla="*/ 29376 h 94328"/>
                      <a:gd name="connsiteX9" fmla="*/ 48578 w 59843"/>
                      <a:gd name="connsiteY9" fmla="*/ 6156 h 94328"/>
                      <a:gd name="connsiteX10" fmla="*/ 22373 w 59843"/>
                      <a:gd name="connsiteY10" fmla="*/ -2113 h 94328"/>
                      <a:gd name="connsiteX11" fmla="*/ 10499 w 59843"/>
                      <a:gd name="connsiteY11" fmla="*/ -1121 h 94328"/>
                      <a:gd name="connsiteX12" fmla="*/ -1969 w 59843"/>
                      <a:gd name="connsiteY12" fmla="*/ 1853 h 94328"/>
                      <a:gd name="connsiteX13" fmla="*/ -1969 w 59843"/>
                      <a:gd name="connsiteY13" fmla="*/ 14445 h 94328"/>
                      <a:gd name="connsiteX14" fmla="*/ 9548 w 59843"/>
                      <a:gd name="connsiteY14" fmla="*/ 9924 h 94328"/>
                      <a:gd name="connsiteX15" fmla="*/ 22115 w 59843"/>
                      <a:gd name="connsiteY15" fmla="*/ 8437 h 94328"/>
                      <a:gd name="connsiteX16" fmla="*/ 39083 w 59843"/>
                      <a:gd name="connsiteY16" fmla="*/ 14068 h 94328"/>
                      <a:gd name="connsiteX17" fmla="*/ 45347 w 59843"/>
                      <a:gd name="connsiteY17" fmla="*/ 29376 h 94328"/>
                      <a:gd name="connsiteX18" fmla="*/ 39083 w 59843"/>
                      <a:gd name="connsiteY18" fmla="*/ 44665 h 94328"/>
                      <a:gd name="connsiteX19" fmla="*/ 22115 w 59843"/>
                      <a:gd name="connsiteY19" fmla="*/ 50316 h 94328"/>
                      <a:gd name="connsiteX20" fmla="*/ 12105 w 59843"/>
                      <a:gd name="connsiteY20" fmla="*/ 49206 h 94328"/>
                      <a:gd name="connsiteX21" fmla="*/ 1936 w 59843"/>
                      <a:gd name="connsiteY21" fmla="*/ 45736 h 94328"/>
                      <a:gd name="connsiteX22" fmla="*/ 1936 w 59843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16"/>
                        </a:moveTo>
                        <a:lnTo>
                          <a:pt x="51056" y="92216"/>
                        </a:lnTo>
                        <a:lnTo>
                          <a:pt x="51056" y="81667"/>
                        </a:lnTo>
                        <a:lnTo>
                          <a:pt x="13393" y="81667"/>
                        </a:lnTo>
                        <a:lnTo>
                          <a:pt x="13393" y="59002"/>
                        </a:lnTo>
                        <a:cubicBezTo>
                          <a:pt x="15204" y="59623"/>
                          <a:pt x="17014" y="60086"/>
                          <a:pt x="18825" y="60390"/>
                        </a:cubicBezTo>
                        <a:cubicBezTo>
                          <a:pt x="20648" y="60694"/>
                          <a:pt x="22472" y="60846"/>
                          <a:pt x="24296" y="60846"/>
                        </a:cubicBezTo>
                        <a:cubicBezTo>
                          <a:pt x="34616" y="60846"/>
                          <a:pt x="42790" y="58017"/>
                          <a:pt x="48816" y="52359"/>
                        </a:cubicBezTo>
                        <a:cubicBezTo>
                          <a:pt x="54855" y="46701"/>
                          <a:pt x="57874" y="39040"/>
                          <a:pt x="57874" y="29376"/>
                        </a:cubicBezTo>
                        <a:cubicBezTo>
                          <a:pt x="57874" y="19422"/>
                          <a:pt x="54776" y="11682"/>
                          <a:pt x="48578" y="6156"/>
                        </a:cubicBezTo>
                        <a:cubicBezTo>
                          <a:pt x="42380" y="644"/>
                          <a:pt x="33645" y="-2113"/>
                          <a:pt x="22373" y="-2113"/>
                        </a:cubicBezTo>
                        <a:cubicBezTo>
                          <a:pt x="18488" y="-2113"/>
                          <a:pt x="14530" y="-1782"/>
                          <a:pt x="10499" y="-1121"/>
                        </a:cubicBezTo>
                        <a:cubicBezTo>
                          <a:pt x="6482" y="-460"/>
                          <a:pt x="2326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5" y="12422"/>
                          <a:pt x="5583" y="10915"/>
                          <a:pt x="9548" y="9924"/>
                        </a:cubicBezTo>
                        <a:cubicBezTo>
                          <a:pt x="13512" y="8932"/>
                          <a:pt x="17701" y="8437"/>
                          <a:pt x="22115" y="8437"/>
                        </a:cubicBezTo>
                        <a:cubicBezTo>
                          <a:pt x="29264" y="8437"/>
                          <a:pt x="34920" y="10314"/>
                          <a:pt x="39083" y="14068"/>
                        </a:cubicBezTo>
                        <a:cubicBezTo>
                          <a:pt x="43259" y="17822"/>
                          <a:pt x="45347" y="22925"/>
                          <a:pt x="45347" y="29376"/>
                        </a:cubicBezTo>
                        <a:cubicBezTo>
                          <a:pt x="45347" y="35814"/>
                          <a:pt x="43259" y="40910"/>
                          <a:pt x="39083" y="44665"/>
                        </a:cubicBezTo>
                        <a:cubicBezTo>
                          <a:pt x="34920" y="48432"/>
                          <a:pt x="29264" y="50316"/>
                          <a:pt x="22115" y="50316"/>
                        </a:cubicBezTo>
                        <a:cubicBezTo>
                          <a:pt x="18772" y="50316"/>
                          <a:pt x="15435" y="49946"/>
                          <a:pt x="12105" y="49206"/>
                        </a:cubicBezTo>
                        <a:cubicBezTo>
                          <a:pt x="8788" y="48465"/>
                          <a:pt x="5398" y="47309"/>
                          <a:pt x="1936" y="45736"/>
                        </a:cubicBezTo>
                        <a:lnTo>
                          <a:pt x="1936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65" name="Freeform: Shape 264">
                    <a:extLst>
                      <a:ext uri="{FF2B5EF4-FFF2-40B4-BE49-F238E27FC236}">
                        <a16:creationId xmlns:a16="http://schemas.microsoft.com/office/drawing/2014/main" id="{88041604-E54C-ABDA-F2C8-743AFD95FBD4}"/>
                      </a:ext>
                    </a:extLst>
                  </p:cNvPr>
                  <p:cNvSpPr/>
                  <p:nvPr/>
                </p:nvSpPr>
                <p:spPr>
                  <a:xfrm flipV="1">
                    <a:off x="-5474021" y="3533540"/>
                    <a:ext cx="63926" cy="95994"/>
                  </a:xfrm>
                  <a:custGeom>
                    <a:avLst/>
                    <a:gdLst>
                      <a:gd name="connsiteX0" fmla="*/ 29960 w 63926"/>
                      <a:gd name="connsiteY0" fmla="*/ 83925 h 95994"/>
                      <a:gd name="connsiteX1" fmla="*/ 15430 w 63926"/>
                      <a:gd name="connsiteY1" fmla="*/ 74407 h 95994"/>
                      <a:gd name="connsiteX2" fmla="*/ 10574 w 63926"/>
                      <a:gd name="connsiteY2" fmla="*/ 45813 h 95994"/>
                      <a:gd name="connsiteX3" fmla="*/ 15430 w 63926"/>
                      <a:gd name="connsiteY3" fmla="*/ 17278 h 95994"/>
                      <a:gd name="connsiteX4" fmla="*/ 29960 w 63926"/>
                      <a:gd name="connsiteY4" fmla="*/ 7760 h 95994"/>
                      <a:gd name="connsiteX5" fmla="*/ 44549 w 63926"/>
                      <a:gd name="connsiteY5" fmla="*/ 17278 h 95994"/>
                      <a:gd name="connsiteX6" fmla="*/ 49425 w 63926"/>
                      <a:gd name="connsiteY6" fmla="*/ 45813 h 95994"/>
                      <a:gd name="connsiteX7" fmla="*/ 44549 w 63926"/>
                      <a:gd name="connsiteY7" fmla="*/ 74407 h 95994"/>
                      <a:gd name="connsiteX8" fmla="*/ 29960 w 63926"/>
                      <a:gd name="connsiteY8" fmla="*/ 83925 h 95994"/>
                      <a:gd name="connsiteX9" fmla="*/ 29960 w 63926"/>
                      <a:gd name="connsiteY9" fmla="*/ 93839 h 95994"/>
                      <a:gd name="connsiteX10" fmla="*/ 53727 w 63926"/>
                      <a:gd name="connsiteY10" fmla="*/ 81525 h 95994"/>
                      <a:gd name="connsiteX11" fmla="*/ 61933 w 63926"/>
                      <a:gd name="connsiteY11" fmla="*/ 45813 h 95994"/>
                      <a:gd name="connsiteX12" fmla="*/ 53727 w 63926"/>
                      <a:gd name="connsiteY12" fmla="*/ 10139 h 95994"/>
                      <a:gd name="connsiteX13" fmla="*/ 29960 w 63926"/>
                      <a:gd name="connsiteY13" fmla="*/ -2155 h 95994"/>
                      <a:gd name="connsiteX14" fmla="*/ 6213 w 63926"/>
                      <a:gd name="connsiteY14" fmla="*/ 10139 h 95994"/>
                      <a:gd name="connsiteX15" fmla="*/ -1993 w 63926"/>
                      <a:gd name="connsiteY15" fmla="*/ 45813 h 95994"/>
                      <a:gd name="connsiteX16" fmla="*/ 6213 w 63926"/>
                      <a:gd name="connsiteY16" fmla="*/ 81525 h 95994"/>
                      <a:gd name="connsiteX17" fmla="*/ 29960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0" y="83925"/>
                        </a:moveTo>
                        <a:cubicBezTo>
                          <a:pt x="23524" y="83925"/>
                          <a:pt x="18681" y="80752"/>
                          <a:pt x="15430" y="74407"/>
                        </a:cubicBezTo>
                        <a:cubicBezTo>
                          <a:pt x="12193" y="68074"/>
                          <a:pt x="10574" y="58543"/>
                          <a:pt x="10574" y="45813"/>
                        </a:cubicBezTo>
                        <a:cubicBezTo>
                          <a:pt x="10574" y="33135"/>
                          <a:pt x="12193" y="23623"/>
                          <a:pt x="15430" y="17278"/>
                        </a:cubicBezTo>
                        <a:cubicBezTo>
                          <a:pt x="18681" y="10933"/>
                          <a:pt x="23524" y="7760"/>
                          <a:pt x="29960" y="7760"/>
                        </a:cubicBezTo>
                        <a:cubicBezTo>
                          <a:pt x="36448" y="7760"/>
                          <a:pt x="41312" y="10933"/>
                          <a:pt x="44549" y="17278"/>
                        </a:cubicBezTo>
                        <a:cubicBezTo>
                          <a:pt x="47800" y="23623"/>
                          <a:pt x="49425" y="33135"/>
                          <a:pt x="49425" y="45813"/>
                        </a:cubicBezTo>
                        <a:cubicBezTo>
                          <a:pt x="49425" y="58543"/>
                          <a:pt x="47800" y="68074"/>
                          <a:pt x="44549" y="74407"/>
                        </a:cubicBezTo>
                        <a:cubicBezTo>
                          <a:pt x="41312" y="80752"/>
                          <a:pt x="36448" y="83925"/>
                          <a:pt x="29960" y="83925"/>
                        </a:cubicBezTo>
                        <a:close/>
                        <a:moveTo>
                          <a:pt x="29960" y="93839"/>
                        </a:moveTo>
                        <a:cubicBezTo>
                          <a:pt x="40334" y="93839"/>
                          <a:pt x="48256" y="89735"/>
                          <a:pt x="53727" y="81525"/>
                        </a:cubicBezTo>
                        <a:cubicBezTo>
                          <a:pt x="59198" y="73329"/>
                          <a:pt x="61933" y="61425"/>
                          <a:pt x="61933" y="45813"/>
                        </a:cubicBezTo>
                        <a:cubicBezTo>
                          <a:pt x="61933" y="30240"/>
                          <a:pt x="59198" y="18349"/>
                          <a:pt x="53727" y="10139"/>
                        </a:cubicBezTo>
                        <a:cubicBezTo>
                          <a:pt x="48256" y="1943"/>
                          <a:pt x="40334" y="-2155"/>
                          <a:pt x="29960" y="-2155"/>
                        </a:cubicBezTo>
                        <a:cubicBezTo>
                          <a:pt x="19600" y="-2155"/>
                          <a:pt x="11684" y="1943"/>
                          <a:pt x="6213" y="10139"/>
                        </a:cubicBezTo>
                        <a:cubicBezTo>
                          <a:pt x="742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2" y="73329"/>
                          <a:pt x="6213" y="81525"/>
                        </a:cubicBezTo>
                        <a:cubicBezTo>
                          <a:pt x="11684" y="89735"/>
                          <a:pt x="19600" y="93839"/>
                          <a:pt x="29960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66" name="Freeform: Shape 265">
                    <a:extLst>
                      <a:ext uri="{FF2B5EF4-FFF2-40B4-BE49-F238E27FC236}">
                        <a16:creationId xmlns:a16="http://schemas.microsoft.com/office/drawing/2014/main" id="{E92E4202-A614-668E-3E71-FEA15614DED4}"/>
                      </a:ext>
                    </a:extLst>
                  </p:cNvPr>
                  <p:cNvSpPr/>
                  <p:nvPr/>
                </p:nvSpPr>
                <p:spPr>
                  <a:xfrm flipV="1">
                    <a:off x="-5393308" y="3533540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25 h 95994"/>
                      <a:gd name="connsiteX1" fmla="*/ 15437 w 63926"/>
                      <a:gd name="connsiteY1" fmla="*/ 74407 h 95994"/>
                      <a:gd name="connsiteX2" fmla="*/ 10580 w 63926"/>
                      <a:gd name="connsiteY2" fmla="*/ 45813 h 95994"/>
                      <a:gd name="connsiteX3" fmla="*/ 15437 w 63926"/>
                      <a:gd name="connsiteY3" fmla="*/ 17278 h 95994"/>
                      <a:gd name="connsiteX4" fmla="*/ 29966 w 63926"/>
                      <a:gd name="connsiteY4" fmla="*/ 7760 h 95994"/>
                      <a:gd name="connsiteX5" fmla="*/ 44556 w 63926"/>
                      <a:gd name="connsiteY5" fmla="*/ 17278 h 95994"/>
                      <a:gd name="connsiteX6" fmla="*/ 49432 w 63926"/>
                      <a:gd name="connsiteY6" fmla="*/ 45813 h 95994"/>
                      <a:gd name="connsiteX7" fmla="*/ 44556 w 63926"/>
                      <a:gd name="connsiteY7" fmla="*/ 74407 h 95994"/>
                      <a:gd name="connsiteX8" fmla="*/ 29966 w 63926"/>
                      <a:gd name="connsiteY8" fmla="*/ 83925 h 95994"/>
                      <a:gd name="connsiteX9" fmla="*/ 29966 w 63926"/>
                      <a:gd name="connsiteY9" fmla="*/ 93839 h 95994"/>
                      <a:gd name="connsiteX10" fmla="*/ 53733 w 63926"/>
                      <a:gd name="connsiteY10" fmla="*/ 81525 h 95994"/>
                      <a:gd name="connsiteX11" fmla="*/ 61940 w 63926"/>
                      <a:gd name="connsiteY11" fmla="*/ 45813 h 95994"/>
                      <a:gd name="connsiteX12" fmla="*/ 53733 w 63926"/>
                      <a:gd name="connsiteY12" fmla="*/ 10139 h 95994"/>
                      <a:gd name="connsiteX13" fmla="*/ 29966 w 63926"/>
                      <a:gd name="connsiteY13" fmla="*/ -2155 h 95994"/>
                      <a:gd name="connsiteX14" fmla="*/ 6219 w 63926"/>
                      <a:gd name="connsiteY14" fmla="*/ 10139 h 95994"/>
                      <a:gd name="connsiteX15" fmla="*/ -1987 w 63926"/>
                      <a:gd name="connsiteY15" fmla="*/ 45813 h 95994"/>
                      <a:gd name="connsiteX16" fmla="*/ 6219 w 63926"/>
                      <a:gd name="connsiteY16" fmla="*/ 81525 h 95994"/>
                      <a:gd name="connsiteX17" fmla="*/ 29966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25"/>
                        </a:moveTo>
                        <a:cubicBezTo>
                          <a:pt x="23531" y="83925"/>
                          <a:pt x="18688" y="80752"/>
                          <a:pt x="15437" y="74407"/>
                        </a:cubicBezTo>
                        <a:cubicBezTo>
                          <a:pt x="12199" y="68074"/>
                          <a:pt x="10580" y="58543"/>
                          <a:pt x="10580" y="45813"/>
                        </a:cubicBezTo>
                        <a:cubicBezTo>
                          <a:pt x="10580" y="33135"/>
                          <a:pt x="12199" y="23623"/>
                          <a:pt x="15437" y="17278"/>
                        </a:cubicBezTo>
                        <a:cubicBezTo>
                          <a:pt x="18688" y="10933"/>
                          <a:pt x="23531" y="7760"/>
                          <a:pt x="29966" y="7760"/>
                        </a:cubicBezTo>
                        <a:cubicBezTo>
                          <a:pt x="36455" y="7760"/>
                          <a:pt x="41318" y="10933"/>
                          <a:pt x="44556" y="17278"/>
                        </a:cubicBezTo>
                        <a:cubicBezTo>
                          <a:pt x="47806" y="23623"/>
                          <a:pt x="49432" y="33135"/>
                          <a:pt x="49432" y="45813"/>
                        </a:cubicBezTo>
                        <a:cubicBezTo>
                          <a:pt x="49432" y="58543"/>
                          <a:pt x="47806" y="68074"/>
                          <a:pt x="44556" y="74407"/>
                        </a:cubicBezTo>
                        <a:cubicBezTo>
                          <a:pt x="41318" y="80752"/>
                          <a:pt x="36455" y="83925"/>
                          <a:pt x="29966" y="83925"/>
                        </a:cubicBezTo>
                        <a:close/>
                        <a:moveTo>
                          <a:pt x="29966" y="93839"/>
                        </a:moveTo>
                        <a:cubicBezTo>
                          <a:pt x="40340" y="93839"/>
                          <a:pt x="48262" y="89735"/>
                          <a:pt x="53733" y="81525"/>
                        </a:cubicBezTo>
                        <a:cubicBezTo>
                          <a:pt x="59204" y="73329"/>
                          <a:pt x="61940" y="61425"/>
                          <a:pt x="61940" y="45813"/>
                        </a:cubicBezTo>
                        <a:cubicBezTo>
                          <a:pt x="61940" y="30240"/>
                          <a:pt x="59204" y="18349"/>
                          <a:pt x="53733" y="10139"/>
                        </a:cubicBezTo>
                        <a:cubicBezTo>
                          <a:pt x="48262" y="1943"/>
                          <a:pt x="40340" y="-2155"/>
                          <a:pt x="29966" y="-2155"/>
                        </a:cubicBezTo>
                        <a:cubicBezTo>
                          <a:pt x="19606" y="-2155"/>
                          <a:pt x="11690" y="1943"/>
                          <a:pt x="6219" y="10139"/>
                        </a:cubicBezTo>
                        <a:cubicBezTo>
                          <a:pt x="748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48" y="73329"/>
                          <a:pt x="6219" y="81525"/>
                        </a:cubicBezTo>
                        <a:cubicBezTo>
                          <a:pt x="11690" y="89735"/>
                          <a:pt x="19606" y="93839"/>
                          <a:pt x="29966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67" name="Graphic 163">
                <a:extLst>
                  <a:ext uri="{FF2B5EF4-FFF2-40B4-BE49-F238E27FC236}">
                    <a16:creationId xmlns:a16="http://schemas.microsoft.com/office/drawing/2014/main" id="{E5D882DF-32C1-F194-AE93-58FCE60E88C1}"/>
                  </a:ext>
                </a:extLst>
              </p:cNvPr>
              <p:cNvGrpSpPr/>
              <p:nvPr/>
            </p:nvGrpSpPr>
            <p:grpSpPr>
              <a:xfrm>
                <a:off x="-5553308" y="3080325"/>
                <a:ext cx="321159" cy="95994"/>
                <a:chOff x="-5553308" y="3080325"/>
                <a:chExt cx="321159" cy="95994"/>
              </a:xfrm>
              <a:solidFill>
                <a:srgbClr val="000000"/>
              </a:solidFill>
            </p:grpSpPr>
            <p:sp>
              <p:nvSpPr>
                <p:cNvPr id="268" name="Freeform: Shape 267">
                  <a:extLst>
                    <a:ext uri="{FF2B5EF4-FFF2-40B4-BE49-F238E27FC236}">
                      <a16:creationId xmlns:a16="http://schemas.microsoft.com/office/drawing/2014/main" id="{6A4F6464-84F5-5D0D-284F-3127F398D6C3}"/>
                    </a:ext>
                  </a:extLst>
                </p:cNvPr>
                <p:cNvSpPr/>
                <p:nvPr/>
              </p:nvSpPr>
              <p:spPr>
                <a:xfrm>
                  <a:off x="-5276550" y="3126300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39 h 12690"/>
                    <a:gd name="connsiteX1" fmla="*/ 58 w 44401"/>
                    <a:gd name="connsiteY1" fmla="*/ 13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39"/>
                      </a:moveTo>
                      <a:lnTo>
                        <a:pt x="58" y="139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69" name="Graphic 163">
                  <a:extLst>
                    <a:ext uri="{FF2B5EF4-FFF2-40B4-BE49-F238E27FC236}">
                      <a16:creationId xmlns:a16="http://schemas.microsoft.com/office/drawing/2014/main" id="{438D28AB-4316-544E-B915-5CF327DFAA33}"/>
                    </a:ext>
                  </a:extLst>
                </p:cNvPr>
                <p:cNvGrpSpPr/>
                <p:nvPr/>
              </p:nvGrpSpPr>
              <p:grpSpPr>
                <a:xfrm>
                  <a:off x="-5553308" y="3080325"/>
                  <a:ext cx="223926" cy="95994"/>
                  <a:chOff x="-5553308" y="3080325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70" name="Freeform: Shape 269">
                    <a:extLst>
                      <a:ext uri="{FF2B5EF4-FFF2-40B4-BE49-F238E27FC236}">
                        <a16:creationId xmlns:a16="http://schemas.microsoft.com/office/drawing/2014/main" id="{588E0BD8-88D7-39CA-37EF-E7DE33DDA0CD}"/>
                      </a:ext>
                    </a:extLst>
                  </p:cNvPr>
                  <p:cNvSpPr/>
                  <p:nvPr/>
                </p:nvSpPr>
                <p:spPr>
                  <a:xfrm flipV="1">
                    <a:off x="-5553308" y="3081991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80 h 94328"/>
                      <a:gd name="connsiteX1" fmla="*/ 51056 w 59843"/>
                      <a:gd name="connsiteY1" fmla="*/ 92180 h 94328"/>
                      <a:gd name="connsiteX2" fmla="*/ 51056 w 59843"/>
                      <a:gd name="connsiteY2" fmla="*/ 81631 h 94328"/>
                      <a:gd name="connsiteX3" fmla="*/ 13393 w 59843"/>
                      <a:gd name="connsiteY3" fmla="*/ 81631 h 94328"/>
                      <a:gd name="connsiteX4" fmla="*/ 13393 w 59843"/>
                      <a:gd name="connsiteY4" fmla="*/ 58966 h 94328"/>
                      <a:gd name="connsiteX5" fmla="*/ 18825 w 59843"/>
                      <a:gd name="connsiteY5" fmla="*/ 60354 h 94328"/>
                      <a:gd name="connsiteX6" fmla="*/ 24296 w 59843"/>
                      <a:gd name="connsiteY6" fmla="*/ 60810 h 94328"/>
                      <a:gd name="connsiteX7" fmla="*/ 48816 w 59843"/>
                      <a:gd name="connsiteY7" fmla="*/ 52323 h 94328"/>
                      <a:gd name="connsiteX8" fmla="*/ 57874 w 59843"/>
                      <a:gd name="connsiteY8" fmla="*/ 29341 h 94328"/>
                      <a:gd name="connsiteX9" fmla="*/ 48578 w 59843"/>
                      <a:gd name="connsiteY9" fmla="*/ 6120 h 94328"/>
                      <a:gd name="connsiteX10" fmla="*/ 22373 w 59843"/>
                      <a:gd name="connsiteY10" fmla="*/ -2148 h 94328"/>
                      <a:gd name="connsiteX11" fmla="*/ 10499 w 59843"/>
                      <a:gd name="connsiteY11" fmla="*/ -1157 h 94328"/>
                      <a:gd name="connsiteX12" fmla="*/ -1969 w 59843"/>
                      <a:gd name="connsiteY12" fmla="*/ 1817 h 94328"/>
                      <a:gd name="connsiteX13" fmla="*/ -1969 w 59843"/>
                      <a:gd name="connsiteY13" fmla="*/ 14409 h 94328"/>
                      <a:gd name="connsiteX14" fmla="*/ 9548 w 59843"/>
                      <a:gd name="connsiteY14" fmla="*/ 9888 h 94328"/>
                      <a:gd name="connsiteX15" fmla="*/ 22115 w 59843"/>
                      <a:gd name="connsiteY15" fmla="*/ 8401 h 94328"/>
                      <a:gd name="connsiteX16" fmla="*/ 39083 w 59843"/>
                      <a:gd name="connsiteY16" fmla="*/ 14032 h 94328"/>
                      <a:gd name="connsiteX17" fmla="*/ 45347 w 59843"/>
                      <a:gd name="connsiteY17" fmla="*/ 29341 h 94328"/>
                      <a:gd name="connsiteX18" fmla="*/ 39083 w 59843"/>
                      <a:gd name="connsiteY18" fmla="*/ 44629 h 94328"/>
                      <a:gd name="connsiteX19" fmla="*/ 22115 w 59843"/>
                      <a:gd name="connsiteY19" fmla="*/ 50281 h 94328"/>
                      <a:gd name="connsiteX20" fmla="*/ 12105 w 59843"/>
                      <a:gd name="connsiteY20" fmla="*/ 49170 h 94328"/>
                      <a:gd name="connsiteX21" fmla="*/ 1936 w 59843"/>
                      <a:gd name="connsiteY21" fmla="*/ 45700 h 94328"/>
                      <a:gd name="connsiteX22" fmla="*/ 1936 w 59843"/>
                      <a:gd name="connsiteY22" fmla="*/ 9218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80"/>
                        </a:moveTo>
                        <a:lnTo>
                          <a:pt x="51056" y="92180"/>
                        </a:lnTo>
                        <a:lnTo>
                          <a:pt x="51056" y="81631"/>
                        </a:lnTo>
                        <a:lnTo>
                          <a:pt x="13393" y="81631"/>
                        </a:lnTo>
                        <a:lnTo>
                          <a:pt x="13393" y="58966"/>
                        </a:lnTo>
                        <a:cubicBezTo>
                          <a:pt x="15204" y="59587"/>
                          <a:pt x="17014" y="60050"/>
                          <a:pt x="18825" y="60354"/>
                        </a:cubicBezTo>
                        <a:cubicBezTo>
                          <a:pt x="20648" y="60658"/>
                          <a:pt x="22472" y="60810"/>
                          <a:pt x="24296" y="60810"/>
                        </a:cubicBezTo>
                        <a:cubicBezTo>
                          <a:pt x="34616" y="60810"/>
                          <a:pt x="42790" y="57981"/>
                          <a:pt x="48816" y="52323"/>
                        </a:cubicBezTo>
                        <a:cubicBezTo>
                          <a:pt x="54855" y="46665"/>
                          <a:pt x="57874" y="39004"/>
                          <a:pt x="57874" y="29341"/>
                        </a:cubicBezTo>
                        <a:cubicBezTo>
                          <a:pt x="57874" y="19386"/>
                          <a:pt x="54776" y="11646"/>
                          <a:pt x="48578" y="6120"/>
                        </a:cubicBezTo>
                        <a:cubicBezTo>
                          <a:pt x="42380" y="608"/>
                          <a:pt x="33645" y="-2148"/>
                          <a:pt x="22373" y="-2148"/>
                        </a:cubicBezTo>
                        <a:cubicBezTo>
                          <a:pt x="18488" y="-2148"/>
                          <a:pt x="14530" y="-1818"/>
                          <a:pt x="10499" y="-1157"/>
                        </a:cubicBezTo>
                        <a:cubicBezTo>
                          <a:pt x="6482" y="-496"/>
                          <a:pt x="2326" y="495"/>
                          <a:pt x="-1969" y="1817"/>
                        </a:cubicBezTo>
                        <a:lnTo>
                          <a:pt x="-1969" y="14409"/>
                        </a:lnTo>
                        <a:cubicBezTo>
                          <a:pt x="1745" y="12387"/>
                          <a:pt x="5583" y="10879"/>
                          <a:pt x="9548" y="9888"/>
                        </a:cubicBezTo>
                        <a:cubicBezTo>
                          <a:pt x="13512" y="8897"/>
                          <a:pt x="17701" y="8401"/>
                          <a:pt x="22115" y="8401"/>
                        </a:cubicBezTo>
                        <a:cubicBezTo>
                          <a:pt x="29264" y="8401"/>
                          <a:pt x="34920" y="10278"/>
                          <a:pt x="39083" y="14032"/>
                        </a:cubicBezTo>
                        <a:cubicBezTo>
                          <a:pt x="43259" y="17787"/>
                          <a:pt x="45347" y="22889"/>
                          <a:pt x="45347" y="29341"/>
                        </a:cubicBezTo>
                        <a:cubicBezTo>
                          <a:pt x="45347" y="35779"/>
                          <a:pt x="43259" y="40875"/>
                          <a:pt x="39083" y="44629"/>
                        </a:cubicBezTo>
                        <a:cubicBezTo>
                          <a:pt x="34920" y="48397"/>
                          <a:pt x="29264" y="50281"/>
                          <a:pt x="22115" y="50281"/>
                        </a:cubicBezTo>
                        <a:cubicBezTo>
                          <a:pt x="18772" y="50281"/>
                          <a:pt x="15435" y="49910"/>
                          <a:pt x="12105" y="49170"/>
                        </a:cubicBezTo>
                        <a:cubicBezTo>
                          <a:pt x="8788" y="48430"/>
                          <a:pt x="5398" y="47273"/>
                          <a:pt x="1936" y="45700"/>
                        </a:cubicBezTo>
                        <a:lnTo>
                          <a:pt x="1936" y="9218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71" name="Freeform: Shape 270">
                    <a:extLst>
                      <a:ext uri="{FF2B5EF4-FFF2-40B4-BE49-F238E27FC236}">
                        <a16:creationId xmlns:a16="http://schemas.microsoft.com/office/drawing/2014/main" id="{18457653-9284-7579-9314-4476EBD833AB}"/>
                      </a:ext>
                    </a:extLst>
                  </p:cNvPr>
                  <p:cNvSpPr/>
                  <p:nvPr/>
                </p:nvSpPr>
                <p:spPr>
                  <a:xfrm flipV="1">
                    <a:off x="-5468451" y="3081991"/>
                    <a:ext cx="55066" cy="92524"/>
                  </a:xfrm>
                  <a:custGeom>
                    <a:avLst/>
                    <a:gdLst>
                      <a:gd name="connsiteX0" fmla="*/ -247 w 55066"/>
                      <a:gd name="connsiteY0" fmla="*/ 8335 h 92524"/>
                      <a:gd name="connsiteX1" fmla="*/ 20190 w 55066"/>
                      <a:gd name="connsiteY1" fmla="*/ 8335 h 92524"/>
                      <a:gd name="connsiteX2" fmla="*/ 20190 w 55066"/>
                      <a:gd name="connsiteY2" fmla="*/ 78928 h 92524"/>
                      <a:gd name="connsiteX3" fmla="*/ -2051 w 55066"/>
                      <a:gd name="connsiteY3" fmla="*/ 74466 h 92524"/>
                      <a:gd name="connsiteX4" fmla="*/ -2051 w 55066"/>
                      <a:gd name="connsiteY4" fmla="*/ 85868 h 92524"/>
                      <a:gd name="connsiteX5" fmla="*/ 20071 w 55066"/>
                      <a:gd name="connsiteY5" fmla="*/ 90330 h 92524"/>
                      <a:gd name="connsiteX6" fmla="*/ 32579 w 55066"/>
                      <a:gd name="connsiteY6" fmla="*/ 90330 h 92524"/>
                      <a:gd name="connsiteX7" fmla="*/ 32579 w 55066"/>
                      <a:gd name="connsiteY7" fmla="*/ 8335 h 92524"/>
                      <a:gd name="connsiteX8" fmla="*/ 53015 w 55066"/>
                      <a:gd name="connsiteY8" fmla="*/ 8335 h 92524"/>
                      <a:gd name="connsiteX9" fmla="*/ 53015 w 55066"/>
                      <a:gd name="connsiteY9" fmla="*/ -2194 h 92524"/>
                      <a:gd name="connsiteX10" fmla="*/ -247 w 55066"/>
                      <a:gd name="connsiteY10" fmla="*/ -2194 h 92524"/>
                      <a:gd name="connsiteX11" fmla="*/ -247 w 55066"/>
                      <a:gd name="connsiteY11" fmla="*/ 833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247" y="8335"/>
                        </a:moveTo>
                        <a:lnTo>
                          <a:pt x="20190" y="8335"/>
                        </a:lnTo>
                        <a:lnTo>
                          <a:pt x="20190" y="78928"/>
                        </a:lnTo>
                        <a:lnTo>
                          <a:pt x="-2051" y="74466"/>
                        </a:lnTo>
                        <a:lnTo>
                          <a:pt x="-2051" y="85868"/>
                        </a:lnTo>
                        <a:lnTo>
                          <a:pt x="20071" y="90330"/>
                        </a:lnTo>
                        <a:lnTo>
                          <a:pt x="32579" y="90330"/>
                        </a:lnTo>
                        <a:lnTo>
                          <a:pt x="32579" y="8335"/>
                        </a:lnTo>
                        <a:lnTo>
                          <a:pt x="53015" y="8335"/>
                        </a:lnTo>
                        <a:lnTo>
                          <a:pt x="53015" y="-2194"/>
                        </a:lnTo>
                        <a:lnTo>
                          <a:pt x="-247" y="-2194"/>
                        </a:lnTo>
                        <a:lnTo>
                          <a:pt x="-247" y="83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72" name="Freeform: Shape 271">
                    <a:extLst>
                      <a:ext uri="{FF2B5EF4-FFF2-40B4-BE49-F238E27FC236}">
                        <a16:creationId xmlns:a16="http://schemas.microsoft.com/office/drawing/2014/main" id="{250C3121-C65E-9966-FF78-6BB1FAC183F5}"/>
                      </a:ext>
                    </a:extLst>
                  </p:cNvPr>
                  <p:cNvSpPr/>
                  <p:nvPr/>
                </p:nvSpPr>
                <p:spPr>
                  <a:xfrm flipV="1">
                    <a:off x="-5393308" y="3080325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89 h 95994"/>
                      <a:gd name="connsiteX1" fmla="*/ 15437 w 63926"/>
                      <a:gd name="connsiteY1" fmla="*/ 74371 h 95994"/>
                      <a:gd name="connsiteX2" fmla="*/ 10580 w 63926"/>
                      <a:gd name="connsiteY2" fmla="*/ 45777 h 95994"/>
                      <a:gd name="connsiteX3" fmla="*/ 15437 w 63926"/>
                      <a:gd name="connsiteY3" fmla="*/ 17242 h 95994"/>
                      <a:gd name="connsiteX4" fmla="*/ 29966 w 63926"/>
                      <a:gd name="connsiteY4" fmla="*/ 7724 h 95994"/>
                      <a:gd name="connsiteX5" fmla="*/ 44556 w 63926"/>
                      <a:gd name="connsiteY5" fmla="*/ 17242 h 95994"/>
                      <a:gd name="connsiteX6" fmla="*/ 49432 w 63926"/>
                      <a:gd name="connsiteY6" fmla="*/ 45777 h 95994"/>
                      <a:gd name="connsiteX7" fmla="*/ 44556 w 63926"/>
                      <a:gd name="connsiteY7" fmla="*/ 74371 h 95994"/>
                      <a:gd name="connsiteX8" fmla="*/ 29966 w 63926"/>
                      <a:gd name="connsiteY8" fmla="*/ 83889 h 95994"/>
                      <a:gd name="connsiteX9" fmla="*/ 29966 w 63926"/>
                      <a:gd name="connsiteY9" fmla="*/ 93804 h 95994"/>
                      <a:gd name="connsiteX10" fmla="*/ 53733 w 63926"/>
                      <a:gd name="connsiteY10" fmla="*/ 81490 h 95994"/>
                      <a:gd name="connsiteX11" fmla="*/ 61940 w 63926"/>
                      <a:gd name="connsiteY11" fmla="*/ 45777 h 95994"/>
                      <a:gd name="connsiteX12" fmla="*/ 53733 w 63926"/>
                      <a:gd name="connsiteY12" fmla="*/ 10104 h 95994"/>
                      <a:gd name="connsiteX13" fmla="*/ 29966 w 63926"/>
                      <a:gd name="connsiteY13" fmla="*/ -2191 h 95994"/>
                      <a:gd name="connsiteX14" fmla="*/ 6219 w 63926"/>
                      <a:gd name="connsiteY14" fmla="*/ 10104 h 95994"/>
                      <a:gd name="connsiteX15" fmla="*/ -1987 w 63926"/>
                      <a:gd name="connsiteY15" fmla="*/ 45777 h 95994"/>
                      <a:gd name="connsiteX16" fmla="*/ 6219 w 63926"/>
                      <a:gd name="connsiteY16" fmla="*/ 81490 h 95994"/>
                      <a:gd name="connsiteX17" fmla="*/ 29966 w 63926"/>
                      <a:gd name="connsiteY17" fmla="*/ 9380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89"/>
                        </a:moveTo>
                        <a:cubicBezTo>
                          <a:pt x="23531" y="83889"/>
                          <a:pt x="18688" y="80716"/>
                          <a:pt x="15437" y="74371"/>
                        </a:cubicBezTo>
                        <a:cubicBezTo>
                          <a:pt x="12199" y="68039"/>
                          <a:pt x="10580" y="58507"/>
                          <a:pt x="10580" y="45777"/>
                        </a:cubicBezTo>
                        <a:cubicBezTo>
                          <a:pt x="10580" y="33099"/>
                          <a:pt x="12199" y="23588"/>
                          <a:pt x="15437" y="17242"/>
                        </a:cubicBezTo>
                        <a:cubicBezTo>
                          <a:pt x="18688" y="10897"/>
                          <a:pt x="23531" y="7724"/>
                          <a:pt x="29966" y="7724"/>
                        </a:cubicBezTo>
                        <a:cubicBezTo>
                          <a:pt x="36455" y="7724"/>
                          <a:pt x="41318" y="10897"/>
                          <a:pt x="44556" y="17242"/>
                        </a:cubicBezTo>
                        <a:cubicBezTo>
                          <a:pt x="47806" y="23588"/>
                          <a:pt x="49432" y="33099"/>
                          <a:pt x="49432" y="45777"/>
                        </a:cubicBezTo>
                        <a:cubicBezTo>
                          <a:pt x="49432" y="58507"/>
                          <a:pt x="47806" y="68039"/>
                          <a:pt x="44556" y="74371"/>
                        </a:cubicBezTo>
                        <a:cubicBezTo>
                          <a:pt x="41318" y="80716"/>
                          <a:pt x="36455" y="83889"/>
                          <a:pt x="29966" y="83889"/>
                        </a:cubicBezTo>
                        <a:close/>
                        <a:moveTo>
                          <a:pt x="29966" y="93804"/>
                        </a:moveTo>
                        <a:cubicBezTo>
                          <a:pt x="40340" y="93804"/>
                          <a:pt x="48262" y="89699"/>
                          <a:pt x="53733" y="81490"/>
                        </a:cubicBezTo>
                        <a:cubicBezTo>
                          <a:pt x="59204" y="73293"/>
                          <a:pt x="61940" y="61389"/>
                          <a:pt x="61940" y="45777"/>
                        </a:cubicBezTo>
                        <a:cubicBezTo>
                          <a:pt x="61940" y="30204"/>
                          <a:pt x="59204" y="18313"/>
                          <a:pt x="53733" y="10104"/>
                        </a:cubicBezTo>
                        <a:cubicBezTo>
                          <a:pt x="48262" y="1908"/>
                          <a:pt x="40340" y="-2191"/>
                          <a:pt x="29966" y="-2191"/>
                        </a:cubicBezTo>
                        <a:cubicBezTo>
                          <a:pt x="19606" y="-2191"/>
                          <a:pt x="11690" y="1908"/>
                          <a:pt x="6219" y="10104"/>
                        </a:cubicBezTo>
                        <a:cubicBezTo>
                          <a:pt x="748" y="18313"/>
                          <a:pt x="-1987" y="30204"/>
                          <a:pt x="-1987" y="45777"/>
                        </a:cubicBezTo>
                        <a:cubicBezTo>
                          <a:pt x="-1987" y="61389"/>
                          <a:pt x="748" y="73293"/>
                          <a:pt x="6219" y="81490"/>
                        </a:cubicBezTo>
                        <a:cubicBezTo>
                          <a:pt x="11690" y="89699"/>
                          <a:pt x="19606" y="93804"/>
                          <a:pt x="29966" y="9380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73" name="Graphic 163">
                <a:extLst>
                  <a:ext uri="{FF2B5EF4-FFF2-40B4-BE49-F238E27FC236}">
                    <a16:creationId xmlns:a16="http://schemas.microsoft.com/office/drawing/2014/main" id="{BD54FDD2-419B-BD92-4CC2-963BE3C5AEDA}"/>
                  </a:ext>
                </a:extLst>
              </p:cNvPr>
              <p:cNvGrpSpPr/>
              <p:nvPr/>
            </p:nvGrpSpPr>
            <p:grpSpPr>
              <a:xfrm>
                <a:off x="-5553308" y="2627111"/>
                <a:ext cx="321159" cy="95994"/>
                <a:chOff x="-5553308" y="2627111"/>
                <a:chExt cx="321159" cy="95994"/>
              </a:xfrm>
              <a:solidFill>
                <a:srgbClr val="000000"/>
              </a:solidFill>
            </p:grpSpPr>
            <p:sp>
              <p:nvSpPr>
                <p:cNvPr id="274" name="Freeform: Shape 273">
                  <a:extLst>
                    <a:ext uri="{FF2B5EF4-FFF2-40B4-BE49-F238E27FC236}">
                      <a16:creationId xmlns:a16="http://schemas.microsoft.com/office/drawing/2014/main" id="{47EEB95F-1435-FE86-BA96-01FF19C099B7}"/>
                    </a:ext>
                  </a:extLst>
                </p:cNvPr>
                <p:cNvSpPr/>
                <p:nvPr/>
              </p:nvSpPr>
              <p:spPr>
                <a:xfrm>
                  <a:off x="-5276550" y="2673085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03 h 12690"/>
                    <a:gd name="connsiteX1" fmla="*/ 58 w 44401"/>
                    <a:gd name="connsiteY1" fmla="*/ 103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03"/>
                      </a:moveTo>
                      <a:lnTo>
                        <a:pt x="58" y="103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75" name="Graphic 163">
                  <a:extLst>
                    <a:ext uri="{FF2B5EF4-FFF2-40B4-BE49-F238E27FC236}">
                      <a16:creationId xmlns:a16="http://schemas.microsoft.com/office/drawing/2014/main" id="{CB43A4FD-7AF3-FFF6-7F9C-880DD26E60CE}"/>
                    </a:ext>
                  </a:extLst>
                </p:cNvPr>
                <p:cNvGrpSpPr/>
                <p:nvPr/>
              </p:nvGrpSpPr>
              <p:grpSpPr>
                <a:xfrm>
                  <a:off x="-5553308" y="2627111"/>
                  <a:ext cx="223926" cy="95994"/>
                  <a:chOff x="-5553308" y="2627111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76" name="Freeform: Shape 275">
                    <a:extLst>
                      <a:ext uri="{FF2B5EF4-FFF2-40B4-BE49-F238E27FC236}">
                        <a16:creationId xmlns:a16="http://schemas.microsoft.com/office/drawing/2014/main" id="{08938F39-1B29-337A-BE08-BAA77685C331}"/>
                      </a:ext>
                    </a:extLst>
                  </p:cNvPr>
                  <p:cNvSpPr/>
                  <p:nvPr/>
                </p:nvSpPr>
                <p:spPr>
                  <a:xfrm flipV="1">
                    <a:off x="-5553308" y="2628776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44 h 94328"/>
                      <a:gd name="connsiteX1" fmla="*/ 51056 w 59843"/>
                      <a:gd name="connsiteY1" fmla="*/ 92144 h 94328"/>
                      <a:gd name="connsiteX2" fmla="*/ 51056 w 59843"/>
                      <a:gd name="connsiteY2" fmla="*/ 81595 h 94328"/>
                      <a:gd name="connsiteX3" fmla="*/ 13393 w 59843"/>
                      <a:gd name="connsiteY3" fmla="*/ 81595 h 94328"/>
                      <a:gd name="connsiteX4" fmla="*/ 13393 w 59843"/>
                      <a:gd name="connsiteY4" fmla="*/ 58930 h 94328"/>
                      <a:gd name="connsiteX5" fmla="*/ 18825 w 59843"/>
                      <a:gd name="connsiteY5" fmla="*/ 60318 h 94328"/>
                      <a:gd name="connsiteX6" fmla="*/ 24296 w 59843"/>
                      <a:gd name="connsiteY6" fmla="*/ 60774 h 94328"/>
                      <a:gd name="connsiteX7" fmla="*/ 48816 w 59843"/>
                      <a:gd name="connsiteY7" fmla="*/ 52287 h 94328"/>
                      <a:gd name="connsiteX8" fmla="*/ 57874 w 59843"/>
                      <a:gd name="connsiteY8" fmla="*/ 29305 h 94328"/>
                      <a:gd name="connsiteX9" fmla="*/ 48578 w 59843"/>
                      <a:gd name="connsiteY9" fmla="*/ 6085 h 94328"/>
                      <a:gd name="connsiteX10" fmla="*/ 22373 w 59843"/>
                      <a:gd name="connsiteY10" fmla="*/ -2184 h 94328"/>
                      <a:gd name="connsiteX11" fmla="*/ 10499 w 59843"/>
                      <a:gd name="connsiteY11" fmla="*/ -1193 h 94328"/>
                      <a:gd name="connsiteX12" fmla="*/ -1969 w 59843"/>
                      <a:gd name="connsiteY12" fmla="*/ 1782 h 94328"/>
                      <a:gd name="connsiteX13" fmla="*/ -1969 w 59843"/>
                      <a:gd name="connsiteY13" fmla="*/ 14373 h 94328"/>
                      <a:gd name="connsiteX14" fmla="*/ 9548 w 59843"/>
                      <a:gd name="connsiteY14" fmla="*/ 9852 h 94328"/>
                      <a:gd name="connsiteX15" fmla="*/ 22115 w 59843"/>
                      <a:gd name="connsiteY15" fmla="*/ 8365 h 94328"/>
                      <a:gd name="connsiteX16" fmla="*/ 39083 w 59843"/>
                      <a:gd name="connsiteY16" fmla="*/ 13997 h 94328"/>
                      <a:gd name="connsiteX17" fmla="*/ 45347 w 59843"/>
                      <a:gd name="connsiteY17" fmla="*/ 29305 h 94328"/>
                      <a:gd name="connsiteX18" fmla="*/ 39083 w 59843"/>
                      <a:gd name="connsiteY18" fmla="*/ 44593 h 94328"/>
                      <a:gd name="connsiteX19" fmla="*/ 22115 w 59843"/>
                      <a:gd name="connsiteY19" fmla="*/ 50245 h 94328"/>
                      <a:gd name="connsiteX20" fmla="*/ 12105 w 59843"/>
                      <a:gd name="connsiteY20" fmla="*/ 49134 h 94328"/>
                      <a:gd name="connsiteX21" fmla="*/ 1936 w 59843"/>
                      <a:gd name="connsiteY21" fmla="*/ 45664 h 94328"/>
                      <a:gd name="connsiteX22" fmla="*/ 1936 w 59843"/>
                      <a:gd name="connsiteY22" fmla="*/ 92144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44"/>
                        </a:moveTo>
                        <a:lnTo>
                          <a:pt x="51056" y="92144"/>
                        </a:lnTo>
                        <a:lnTo>
                          <a:pt x="51056" y="81595"/>
                        </a:lnTo>
                        <a:lnTo>
                          <a:pt x="13393" y="81595"/>
                        </a:lnTo>
                        <a:lnTo>
                          <a:pt x="13393" y="58930"/>
                        </a:lnTo>
                        <a:cubicBezTo>
                          <a:pt x="15204" y="59551"/>
                          <a:pt x="17014" y="60014"/>
                          <a:pt x="18825" y="60318"/>
                        </a:cubicBezTo>
                        <a:cubicBezTo>
                          <a:pt x="20648" y="60622"/>
                          <a:pt x="22472" y="60774"/>
                          <a:pt x="24296" y="60774"/>
                        </a:cubicBezTo>
                        <a:cubicBezTo>
                          <a:pt x="34616" y="60774"/>
                          <a:pt x="42790" y="57945"/>
                          <a:pt x="48816" y="52287"/>
                        </a:cubicBezTo>
                        <a:cubicBezTo>
                          <a:pt x="54855" y="46629"/>
                          <a:pt x="57874" y="38968"/>
                          <a:pt x="57874" y="29305"/>
                        </a:cubicBezTo>
                        <a:cubicBezTo>
                          <a:pt x="57874" y="19351"/>
                          <a:pt x="54776" y="11610"/>
                          <a:pt x="48578" y="6085"/>
                        </a:cubicBezTo>
                        <a:cubicBezTo>
                          <a:pt x="42380" y="572"/>
                          <a:pt x="33645" y="-2184"/>
                          <a:pt x="22373" y="-2184"/>
                        </a:cubicBezTo>
                        <a:cubicBezTo>
                          <a:pt x="18488" y="-2184"/>
                          <a:pt x="14530" y="-1854"/>
                          <a:pt x="10499" y="-1193"/>
                        </a:cubicBezTo>
                        <a:cubicBezTo>
                          <a:pt x="6482" y="-532"/>
                          <a:pt x="2326" y="460"/>
                          <a:pt x="-1969" y="1782"/>
                        </a:cubicBezTo>
                        <a:lnTo>
                          <a:pt x="-1969" y="14373"/>
                        </a:lnTo>
                        <a:cubicBezTo>
                          <a:pt x="1745" y="12351"/>
                          <a:pt x="5583" y="10844"/>
                          <a:pt x="9548" y="9852"/>
                        </a:cubicBezTo>
                        <a:cubicBezTo>
                          <a:pt x="13512" y="8861"/>
                          <a:pt x="17701" y="8365"/>
                          <a:pt x="22115" y="8365"/>
                        </a:cubicBezTo>
                        <a:cubicBezTo>
                          <a:pt x="29264" y="8365"/>
                          <a:pt x="34920" y="10242"/>
                          <a:pt x="39083" y="13997"/>
                        </a:cubicBezTo>
                        <a:cubicBezTo>
                          <a:pt x="43259" y="17751"/>
                          <a:pt x="45347" y="22854"/>
                          <a:pt x="45347" y="29305"/>
                        </a:cubicBezTo>
                        <a:cubicBezTo>
                          <a:pt x="45347" y="35743"/>
                          <a:pt x="43259" y="40839"/>
                          <a:pt x="39083" y="44593"/>
                        </a:cubicBezTo>
                        <a:cubicBezTo>
                          <a:pt x="34920" y="48361"/>
                          <a:pt x="29264" y="50245"/>
                          <a:pt x="22115" y="50245"/>
                        </a:cubicBezTo>
                        <a:cubicBezTo>
                          <a:pt x="18772" y="50245"/>
                          <a:pt x="15435" y="49875"/>
                          <a:pt x="12105" y="49134"/>
                        </a:cubicBezTo>
                        <a:cubicBezTo>
                          <a:pt x="8788" y="48394"/>
                          <a:pt x="5398" y="47237"/>
                          <a:pt x="1936" y="45664"/>
                        </a:cubicBezTo>
                        <a:lnTo>
                          <a:pt x="1936" y="9214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77" name="Freeform: Shape 276">
                    <a:extLst>
                      <a:ext uri="{FF2B5EF4-FFF2-40B4-BE49-F238E27FC236}">
                        <a16:creationId xmlns:a16="http://schemas.microsoft.com/office/drawing/2014/main" id="{A15B924A-0C84-D016-6D7B-A8658E3EB8B8}"/>
                      </a:ext>
                    </a:extLst>
                  </p:cNvPr>
                  <p:cNvSpPr/>
                  <p:nvPr/>
                </p:nvSpPr>
                <p:spPr>
                  <a:xfrm flipV="1">
                    <a:off x="-5473090" y="2627111"/>
                    <a:ext cx="58713" cy="94189"/>
                  </a:xfrm>
                  <a:custGeom>
                    <a:avLst/>
                    <a:gdLst>
                      <a:gd name="connsiteX0" fmla="*/ 13136 w 58713"/>
                      <a:gd name="connsiteY0" fmla="*/ 8258 h 94189"/>
                      <a:gd name="connsiteX1" fmla="*/ 56804 w 58713"/>
                      <a:gd name="connsiteY1" fmla="*/ 8258 h 94189"/>
                      <a:gd name="connsiteX2" fmla="*/ 56804 w 58713"/>
                      <a:gd name="connsiteY2" fmla="*/ -2272 h 94189"/>
                      <a:gd name="connsiteX3" fmla="*/ -1909 w 58713"/>
                      <a:gd name="connsiteY3" fmla="*/ -2272 h 94189"/>
                      <a:gd name="connsiteX4" fmla="*/ -1909 w 58713"/>
                      <a:gd name="connsiteY4" fmla="*/ 8258 h 94189"/>
                      <a:gd name="connsiteX5" fmla="*/ 17497 w 58713"/>
                      <a:gd name="connsiteY5" fmla="*/ 28047 h 94189"/>
                      <a:gd name="connsiteX6" fmla="*/ 32958 w 58713"/>
                      <a:gd name="connsiteY6" fmla="*/ 44089 h 94189"/>
                      <a:gd name="connsiteX7" fmla="*/ 41343 w 58713"/>
                      <a:gd name="connsiteY7" fmla="*/ 55511 h 94189"/>
                      <a:gd name="connsiteX8" fmla="*/ 43742 w 58713"/>
                      <a:gd name="connsiteY8" fmla="*/ 64712 h 94189"/>
                      <a:gd name="connsiteX9" fmla="*/ 38568 w 58713"/>
                      <a:gd name="connsiteY9" fmla="*/ 76729 h 94189"/>
                      <a:gd name="connsiteX10" fmla="*/ 25089 w 58713"/>
                      <a:gd name="connsiteY10" fmla="*/ 81388 h 94189"/>
                      <a:gd name="connsiteX11" fmla="*/ 12660 w 58713"/>
                      <a:gd name="connsiteY11" fmla="*/ 79346 h 94189"/>
                      <a:gd name="connsiteX12" fmla="*/ -1295 w 58713"/>
                      <a:gd name="connsiteY12" fmla="*/ 73139 h 94189"/>
                      <a:gd name="connsiteX13" fmla="*/ -1295 w 58713"/>
                      <a:gd name="connsiteY13" fmla="*/ 85791 h 94189"/>
                      <a:gd name="connsiteX14" fmla="*/ 12819 w 58713"/>
                      <a:gd name="connsiteY14" fmla="*/ 90371 h 94189"/>
                      <a:gd name="connsiteX15" fmla="*/ 24851 w 58713"/>
                      <a:gd name="connsiteY15" fmla="*/ 91918 h 94189"/>
                      <a:gd name="connsiteX16" fmla="*/ 47765 w 58713"/>
                      <a:gd name="connsiteY16" fmla="*/ 84720 h 94189"/>
                      <a:gd name="connsiteX17" fmla="*/ 56309 w 58713"/>
                      <a:gd name="connsiteY17" fmla="*/ 65525 h 94189"/>
                      <a:gd name="connsiteX18" fmla="*/ 54168 w 58713"/>
                      <a:gd name="connsiteY18" fmla="*/ 54698 h 94189"/>
                      <a:gd name="connsiteX19" fmla="*/ 46398 w 58713"/>
                      <a:gd name="connsiteY19" fmla="*/ 42662 h 94189"/>
                      <a:gd name="connsiteX20" fmla="*/ 36546 w 58713"/>
                      <a:gd name="connsiteY20" fmla="*/ 32271 h 94189"/>
                      <a:gd name="connsiteX21" fmla="*/ 13136 w 58713"/>
                      <a:gd name="connsiteY21" fmla="*/ 8258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36" y="8258"/>
                        </a:moveTo>
                        <a:lnTo>
                          <a:pt x="56804" y="8258"/>
                        </a:lnTo>
                        <a:lnTo>
                          <a:pt x="56804" y="-2272"/>
                        </a:lnTo>
                        <a:lnTo>
                          <a:pt x="-1909" y="-2272"/>
                        </a:lnTo>
                        <a:lnTo>
                          <a:pt x="-1909" y="8258"/>
                        </a:lnTo>
                        <a:cubicBezTo>
                          <a:pt x="2835" y="13175"/>
                          <a:pt x="9304" y="19772"/>
                          <a:pt x="17497" y="28047"/>
                        </a:cubicBezTo>
                        <a:cubicBezTo>
                          <a:pt x="25703" y="36336"/>
                          <a:pt x="30857" y="41683"/>
                          <a:pt x="32958" y="44089"/>
                        </a:cubicBezTo>
                        <a:cubicBezTo>
                          <a:pt x="36962" y="48584"/>
                          <a:pt x="39757" y="52391"/>
                          <a:pt x="41343" y="55511"/>
                        </a:cubicBezTo>
                        <a:cubicBezTo>
                          <a:pt x="42942" y="58631"/>
                          <a:pt x="43742" y="61698"/>
                          <a:pt x="43742" y="64712"/>
                        </a:cubicBezTo>
                        <a:cubicBezTo>
                          <a:pt x="43742" y="69630"/>
                          <a:pt x="42017" y="73635"/>
                          <a:pt x="38568" y="76729"/>
                        </a:cubicBezTo>
                        <a:cubicBezTo>
                          <a:pt x="35119" y="79835"/>
                          <a:pt x="30626" y="81388"/>
                          <a:pt x="25089" y="81388"/>
                        </a:cubicBezTo>
                        <a:cubicBezTo>
                          <a:pt x="21164" y="81388"/>
                          <a:pt x="17021" y="80708"/>
                          <a:pt x="12660" y="79346"/>
                        </a:cubicBezTo>
                        <a:cubicBezTo>
                          <a:pt x="8313" y="77984"/>
                          <a:pt x="3661" y="75916"/>
                          <a:pt x="-1295" y="73139"/>
                        </a:cubicBezTo>
                        <a:lnTo>
                          <a:pt x="-1295" y="85791"/>
                        </a:lnTo>
                        <a:cubicBezTo>
                          <a:pt x="3740" y="87813"/>
                          <a:pt x="8445" y="89340"/>
                          <a:pt x="12819" y="90371"/>
                        </a:cubicBezTo>
                        <a:cubicBezTo>
                          <a:pt x="17206" y="91402"/>
                          <a:pt x="21217" y="91918"/>
                          <a:pt x="24851" y="91918"/>
                        </a:cubicBezTo>
                        <a:cubicBezTo>
                          <a:pt x="34432" y="91918"/>
                          <a:pt x="42070" y="89519"/>
                          <a:pt x="47765" y="84720"/>
                        </a:cubicBezTo>
                        <a:cubicBezTo>
                          <a:pt x="53461" y="79934"/>
                          <a:pt x="56309" y="73536"/>
                          <a:pt x="56309" y="65525"/>
                        </a:cubicBezTo>
                        <a:cubicBezTo>
                          <a:pt x="56309" y="61718"/>
                          <a:pt x="55595" y="58109"/>
                          <a:pt x="54168" y="54698"/>
                        </a:cubicBezTo>
                        <a:cubicBezTo>
                          <a:pt x="52754" y="51301"/>
                          <a:pt x="50164" y="47289"/>
                          <a:pt x="46398" y="42662"/>
                        </a:cubicBezTo>
                        <a:cubicBezTo>
                          <a:pt x="45367" y="41459"/>
                          <a:pt x="42083" y="37995"/>
                          <a:pt x="36546" y="32271"/>
                        </a:cubicBezTo>
                        <a:cubicBezTo>
                          <a:pt x="31022" y="26547"/>
                          <a:pt x="23219" y="18542"/>
                          <a:pt x="13136" y="82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78" name="Freeform: Shape 277">
                    <a:extLst>
                      <a:ext uri="{FF2B5EF4-FFF2-40B4-BE49-F238E27FC236}">
                        <a16:creationId xmlns:a16="http://schemas.microsoft.com/office/drawing/2014/main" id="{ACBD6E47-1200-897E-1923-91839E65220F}"/>
                      </a:ext>
                    </a:extLst>
                  </p:cNvPr>
                  <p:cNvSpPr/>
                  <p:nvPr/>
                </p:nvSpPr>
                <p:spPr>
                  <a:xfrm flipV="1">
                    <a:off x="-5393308" y="2627111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53 h 95994"/>
                      <a:gd name="connsiteX1" fmla="*/ 15437 w 63926"/>
                      <a:gd name="connsiteY1" fmla="*/ 74335 h 95994"/>
                      <a:gd name="connsiteX2" fmla="*/ 10580 w 63926"/>
                      <a:gd name="connsiteY2" fmla="*/ 45741 h 95994"/>
                      <a:gd name="connsiteX3" fmla="*/ 15437 w 63926"/>
                      <a:gd name="connsiteY3" fmla="*/ 17207 h 95994"/>
                      <a:gd name="connsiteX4" fmla="*/ 29966 w 63926"/>
                      <a:gd name="connsiteY4" fmla="*/ 7688 h 95994"/>
                      <a:gd name="connsiteX5" fmla="*/ 44556 w 63926"/>
                      <a:gd name="connsiteY5" fmla="*/ 17207 h 95994"/>
                      <a:gd name="connsiteX6" fmla="*/ 49432 w 63926"/>
                      <a:gd name="connsiteY6" fmla="*/ 45741 h 95994"/>
                      <a:gd name="connsiteX7" fmla="*/ 44556 w 63926"/>
                      <a:gd name="connsiteY7" fmla="*/ 74335 h 95994"/>
                      <a:gd name="connsiteX8" fmla="*/ 29966 w 63926"/>
                      <a:gd name="connsiteY8" fmla="*/ 83853 h 95994"/>
                      <a:gd name="connsiteX9" fmla="*/ 29966 w 63926"/>
                      <a:gd name="connsiteY9" fmla="*/ 93768 h 95994"/>
                      <a:gd name="connsiteX10" fmla="*/ 53733 w 63926"/>
                      <a:gd name="connsiteY10" fmla="*/ 81454 h 95994"/>
                      <a:gd name="connsiteX11" fmla="*/ 61940 w 63926"/>
                      <a:gd name="connsiteY11" fmla="*/ 45741 h 95994"/>
                      <a:gd name="connsiteX12" fmla="*/ 53733 w 63926"/>
                      <a:gd name="connsiteY12" fmla="*/ 10068 h 95994"/>
                      <a:gd name="connsiteX13" fmla="*/ 29966 w 63926"/>
                      <a:gd name="connsiteY13" fmla="*/ -2226 h 95994"/>
                      <a:gd name="connsiteX14" fmla="*/ 6219 w 63926"/>
                      <a:gd name="connsiteY14" fmla="*/ 10068 h 95994"/>
                      <a:gd name="connsiteX15" fmla="*/ -1987 w 63926"/>
                      <a:gd name="connsiteY15" fmla="*/ 45741 h 95994"/>
                      <a:gd name="connsiteX16" fmla="*/ 6219 w 63926"/>
                      <a:gd name="connsiteY16" fmla="*/ 81454 h 95994"/>
                      <a:gd name="connsiteX17" fmla="*/ 29966 w 63926"/>
                      <a:gd name="connsiteY17" fmla="*/ 9376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53"/>
                        </a:moveTo>
                        <a:cubicBezTo>
                          <a:pt x="23531" y="83853"/>
                          <a:pt x="18688" y="80681"/>
                          <a:pt x="15437" y="74335"/>
                        </a:cubicBezTo>
                        <a:cubicBezTo>
                          <a:pt x="12199" y="68003"/>
                          <a:pt x="10580" y="58472"/>
                          <a:pt x="10580" y="45741"/>
                        </a:cubicBezTo>
                        <a:cubicBezTo>
                          <a:pt x="10580" y="33064"/>
                          <a:pt x="12199" y="23552"/>
                          <a:pt x="15437" y="17207"/>
                        </a:cubicBezTo>
                        <a:cubicBezTo>
                          <a:pt x="18688" y="10861"/>
                          <a:pt x="23531" y="7688"/>
                          <a:pt x="29966" y="7688"/>
                        </a:cubicBezTo>
                        <a:cubicBezTo>
                          <a:pt x="36455" y="7688"/>
                          <a:pt x="41318" y="10861"/>
                          <a:pt x="44556" y="17207"/>
                        </a:cubicBezTo>
                        <a:cubicBezTo>
                          <a:pt x="47806" y="23552"/>
                          <a:pt x="49432" y="33064"/>
                          <a:pt x="49432" y="45741"/>
                        </a:cubicBezTo>
                        <a:cubicBezTo>
                          <a:pt x="49432" y="58472"/>
                          <a:pt x="47806" y="68003"/>
                          <a:pt x="44556" y="74335"/>
                        </a:cubicBezTo>
                        <a:cubicBezTo>
                          <a:pt x="41318" y="80681"/>
                          <a:pt x="36455" y="83853"/>
                          <a:pt x="29966" y="83853"/>
                        </a:cubicBezTo>
                        <a:close/>
                        <a:moveTo>
                          <a:pt x="29966" y="93768"/>
                        </a:moveTo>
                        <a:cubicBezTo>
                          <a:pt x="40340" y="93768"/>
                          <a:pt x="48262" y="89663"/>
                          <a:pt x="53733" y="81454"/>
                        </a:cubicBezTo>
                        <a:cubicBezTo>
                          <a:pt x="59204" y="73258"/>
                          <a:pt x="61940" y="61353"/>
                          <a:pt x="61940" y="45741"/>
                        </a:cubicBezTo>
                        <a:cubicBezTo>
                          <a:pt x="61940" y="30168"/>
                          <a:pt x="59204" y="18277"/>
                          <a:pt x="53733" y="10068"/>
                        </a:cubicBezTo>
                        <a:cubicBezTo>
                          <a:pt x="48262" y="1872"/>
                          <a:pt x="40340" y="-2226"/>
                          <a:pt x="29966" y="-2226"/>
                        </a:cubicBezTo>
                        <a:cubicBezTo>
                          <a:pt x="19606" y="-2226"/>
                          <a:pt x="11690" y="1872"/>
                          <a:pt x="6219" y="10068"/>
                        </a:cubicBezTo>
                        <a:cubicBezTo>
                          <a:pt x="748" y="18277"/>
                          <a:pt x="-1987" y="30168"/>
                          <a:pt x="-1987" y="45741"/>
                        </a:cubicBezTo>
                        <a:cubicBezTo>
                          <a:pt x="-1987" y="61353"/>
                          <a:pt x="748" y="73258"/>
                          <a:pt x="6219" y="81454"/>
                        </a:cubicBezTo>
                        <a:cubicBezTo>
                          <a:pt x="11690" y="89663"/>
                          <a:pt x="19606" y="93768"/>
                          <a:pt x="29966" y="9376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CF2BCFA9-0F31-E181-F726-24EDC73DB6A7}"/>
                </a:ext>
              </a:extLst>
            </p:cNvPr>
            <p:cNvSpPr/>
            <p:nvPr/>
          </p:nvSpPr>
          <p:spPr>
            <a:xfrm>
              <a:off x="-5232148" y="2446478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47D4036-5DA4-D6B0-9AF8-231380E92465}"/>
                </a:ext>
              </a:extLst>
            </p:cNvPr>
            <p:cNvSpPr/>
            <p:nvPr/>
          </p:nvSpPr>
          <p:spPr>
            <a:xfrm>
              <a:off x="-701643" y="2446478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EABACF61-2992-BB4F-E086-EFA4DF48F816}"/>
                </a:ext>
              </a:extLst>
            </p:cNvPr>
            <p:cNvSpPr/>
            <p:nvPr/>
          </p:nvSpPr>
          <p:spPr>
            <a:xfrm>
              <a:off x="-5232148" y="4712551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D7E85AD-6C88-B692-DE78-68AF4DEC3687}"/>
                </a:ext>
              </a:extLst>
            </p:cNvPr>
            <p:cNvSpPr/>
            <p:nvPr/>
          </p:nvSpPr>
          <p:spPr>
            <a:xfrm>
              <a:off x="-5232148" y="2446478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9" name="Graphic 2">
            <a:extLst>
              <a:ext uri="{FF2B5EF4-FFF2-40B4-BE49-F238E27FC236}">
                <a16:creationId xmlns:a16="http://schemas.microsoft.com/office/drawing/2014/main" id="{405BD64B-12F7-2CFD-3D37-66DA578F2032}"/>
              </a:ext>
            </a:extLst>
          </p:cNvPr>
          <p:cNvGrpSpPr/>
          <p:nvPr/>
        </p:nvGrpSpPr>
        <p:grpSpPr>
          <a:xfrm>
            <a:off x="6254495" y="3437453"/>
            <a:ext cx="4754431" cy="2453143"/>
            <a:chOff x="12520138" y="3053560"/>
            <a:chExt cx="4754431" cy="2453143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9826C918-9EA4-F3FA-452F-4008F71AE9F3}"/>
                </a:ext>
              </a:extLst>
            </p:cNvPr>
            <p:cNvSpPr/>
            <p:nvPr/>
          </p:nvSpPr>
          <p:spPr>
            <a:xfrm>
              <a:off x="12631420" y="3053560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AF4A8768-89A7-0397-C1CB-7FC861E5AD6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V="1">
              <a:off x="12631420" y="3053560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AEC3CA8-22D6-3ED2-1B86-8CB07030FCF9}"/>
                </a:ext>
              </a:extLst>
            </p:cNvPr>
            <p:cNvSpPr/>
            <p:nvPr/>
          </p:nvSpPr>
          <p:spPr>
            <a:xfrm>
              <a:off x="15065151" y="4171653"/>
              <a:ext cx="227998" cy="96906"/>
            </a:xfrm>
            <a:custGeom>
              <a:avLst/>
              <a:gdLst>
                <a:gd name="connsiteX0" fmla="*/ 227998 w 227998"/>
                <a:gd name="connsiteY0" fmla="*/ 9837 h 96906"/>
                <a:gd name="connsiteX1" fmla="*/ 224180 w 227998"/>
                <a:gd name="connsiteY1" fmla="*/ 96906 h 96906"/>
                <a:gd name="connsiteX2" fmla="*/ 0 w 227998"/>
                <a:gd name="connsiteY2" fmla="*/ 87070 h 96906"/>
                <a:gd name="connsiteX3" fmla="*/ 3818 w 227998"/>
                <a:gd name="connsiteY3" fmla="*/ 0 h 9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998" h="96906">
                  <a:moveTo>
                    <a:pt x="227998" y="9837"/>
                  </a:moveTo>
                  <a:lnTo>
                    <a:pt x="224180" y="96906"/>
                  </a:lnTo>
                  <a:lnTo>
                    <a:pt x="0" y="87070"/>
                  </a:lnTo>
                  <a:lnTo>
                    <a:pt x="3818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CD0E0CD-6E9E-F8B3-8076-172280579AFF}"/>
                </a:ext>
              </a:extLst>
            </p:cNvPr>
            <p:cNvSpPr/>
            <p:nvPr/>
          </p:nvSpPr>
          <p:spPr>
            <a:xfrm>
              <a:off x="15202293" y="4177671"/>
              <a:ext cx="88946" cy="87069"/>
            </a:xfrm>
            <a:custGeom>
              <a:avLst/>
              <a:gdLst>
                <a:gd name="connsiteX0" fmla="*/ 88947 w 88946"/>
                <a:gd name="connsiteY0" fmla="*/ 47354 h 87069"/>
                <a:gd name="connsiteX1" fmla="*/ 0 w 88946"/>
                <a:gd name="connsiteY1" fmla="*/ 87069 h 87069"/>
                <a:gd name="connsiteX2" fmla="*/ 3818 w 88946"/>
                <a:gd name="connsiteY2" fmla="*/ 0 h 8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46" h="87069">
                  <a:moveTo>
                    <a:pt x="88947" y="47354"/>
                  </a:moveTo>
                  <a:lnTo>
                    <a:pt x="0" y="87069"/>
                  </a:lnTo>
                  <a:lnTo>
                    <a:pt x="3818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31" name="Graphic 2">
              <a:extLst>
                <a:ext uri="{FF2B5EF4-FFF2-40B4-BE49-F238E27FC236}">
                  <a16:creationId xmlns:a16="http://schemas.microsoft.com/office/drawing/2014/main" id="{57229A3B-20D9-4A77-8C8C-10093276C334}"/>
                </a:ext>
              </a:extLst>
            </p:cNvPr>
            <p:cNvGrpSpPr/>
            <p:nvPr/>
          </p:nvGrpSpPr>
          <p:grpSpPr>
            <a:xfrm>
              <a:off x="12520138" y="5319633"/>
              <a:ext cx="4754431" cy="187070"/>
              <a:chOff x="12520138" y="5319633"/>
              <a:chExt cx="4754431" cy="187070"/>
            </a:xfrm>
            <a:solidFill>
              <a:srgbClr val="000000"/>
            </a:solidFill>
          </p:grpSpPr>
          <p:grpSp>
            <p:nvGrpSpPr>
              <p:cNvPr id="37" name="Graphic 2">
                <a:extLst>
                  <a:ext uri="{FF2B5EF4-FFF2-40B4-BE49-F238E27FC236}">
                    <a16:creationId xmlns:a16="http://schemas.microsoft.com/office/drawing/2014/main" id="{A22C914A-3C17-FA06-7252-0F6FCFEFACB1}"/>
                  </a:ext>
                </a:extLst>
              </p:cNvPr>
              <p:cNvGrpSpPr/>
              <p:nvPr/>
            </p:nvGrpSpPr>
            <p:grpSpPr>
              <a:xfrm>
                <a:off x="12520138" y="5319633"/>
                <a:ext cx="223926" cy="187070"/>
                <a:chOff x="12520138" y="5319633"/>
                <a:chExt cx="223926" cy="187070"/>
              </a:xfrm>
              <a:solidFill>
                <a:srgbClr val="000000"/>
              </a:solidFill>
            </p:grpSpPr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C25EA79E-F7DC-5E20-FFB1-D21AC0C98443}"/>
                    </a:ext>
                  </a:extLst>
                </p:cNvPr>
                <p:cNvSpPr/>
                <p:nvPr/>
              </p:nvSpPr>
              <p:spPr>
                <a:xfrm>
                  <a:off x="12631420" y="5319633"/>
                  <a:ext cx="12686" cy="44417"/>
                </a:xfrm>
                <a:custGeom>
                  <a:avLst/>
                  <a:gdLst>
                    <a:gd name="connsiteX0" fmla="*/ 58 w 12686"/>
                    <a:gd name="connsiteY0" fmla="*/ 264 h 44417"/>
                    <a:gd name="connsiteX1" fmla="*/ 58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58" y="264"/>
                      </a:moveTo>
                      <a:lnTo>
                        <a:pt x="58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9" name="Graphic 2">
                  <a:extLst>
                    <a:ext uri="{FF2B5EF4-FFF2-40B4-BE49-F238E27FC236}">
                      <a16:creationId xmlns:a16="http://schemas.microsoft.com/office/drawing/2014/main" id="{1D454F94-31BB-E74E-DB8A-3C63B3ED4126}"/>
                    </a:ext>
                  </a:extLst>
                </p:cNvPr>
                <p:cNvGrpSpPr/>
                <p:nvPr/>
              </p:nvGrpSpPr>
              <p:grpSpPr>
                <a:xfrm>
                  <a:off x="12520138" y="5410710"/>
                  <a:ext cx="223926" cy="95994"/>
                  <a:chOff x="12520138" y="5410710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50" name="Freeform: Shape 49">
                    <a:extLst>
                      <a:ext uri="{FF2B5EF4-FFF2-40B4-BE49-F238E27FC236}">
                        <a16:creationId xmlns:a16="http://schemas.microsoft.com/office/drawing/2014/main" id="{4DB1545C-246B-BD01-2BC0-595E67E60098}"/>
                      </a:ext>
                    </a:extLst>
                  </p:cNvPr>
                  <p:cNvSpPr/>
                  <p:nvPr/>
                </p:nvSpPr>
                <p:spPr>
                  <a:xfrm flipV="1">
                    <a:off x="12520138" y="5412375"/>
                    <a:ext cx="59843" cy="94328"/>
                  </a:xfrm>
                  <a:custGeom>
                    <a:avLst/>
                    <a:gdLst>
                      <a:gd name="connsiteX0" fmla="*/ 1953 w 59843"/>
                      <a:gd name="connsiteY0" fmla="*/ 92316 h 94328"/>
                      <a:gd name="connsiteX1" fmla="*/ 51072 w 59843"/>
                      <a:gd name="connsiteY1" fmla="*/ 92316 h 94328"/>
                      <a:gd name="connsiteX2" fmla="*/ 51072 w 59843"/>
                      <a:gd name="connsiteY2" fmla="*/ 81767 h 94328"/>
                      <a:gd name="connsiteX3" fmla="*/ 13410 w 59843"/>
                      <a:gd name="connsiteY3" fmla="*/ 81767 h 94328"/>
                      <a:gd name="connsiteX4" fmla="*/ 13410 w 59843"/>
                      <a:gd name="connsiteY4" fmla="*/ 59102 h 94328"/>
                      <a:gd name="connsiteX5" fmla="*/ 18841 w 59843"/>
                      <a:gd name="connsiteY5" fmla="*/ 60490 h 94328"/>
                      <a:gd name="connsiteX6" fmla="*/ 24312 w 59843"/>
                      <a:gd name="connsiteY6" fmla="*/ 60946 h 94328"/>
                      <a:gd name="connsiteX7" fmla="*/ 48832 w 59843"/>
                      <a:gd name="connsiteY7" fmla="*/ 52459 h 94328"/>
                      <a:gd name="connsiteX8" fmla="*/ 57891 w 59843"/>
                      <a:gd name="connsiteY8" fmla="*/ 29476 h 94328"/>
                      <a:gd name="connsiteX9" fmla="*/ 48594 w 59843"/>
                      <a:gd name="connsiteY9" fmla="*/ 6256 h 94328"/>
                      <a:gd name="connsiteX10" fmla="*/ 22389 w 59843"/>
                      <a:gd name="connsiteY10" fmla="*/ -2013 h 94328"/>
                      <a:gd name="connsiteX11" fmla="*/ 10516 w 59843"/>
                      <a:gd name="connsiteY11" fmla="*/ -1021 h 94328"/>
                      <a:gd name="connsiteX12" fmla="*/ -1952 w 59843"/>
                      <a:gd name="connsiteY12" fmla="*/ 1953 h 94328"/>
                      <a:gd name="connsiteX13" fmla="*/ -1952 w 59843"/>
                      <a:gd name="connsiteY13" fmla="*/ 14545 h 94328"/>
                      <a:gd name="connsiteX14" fmla="*/ 9564 w 59843"/>
                      <a:gd name="connsiteY14" fmla="*/ 10024 h 94328"/>
                      <a:gd name="connsiteX15" fmla="*/ 22132 w 59843"/>
                      <a:gd name="connsiteY15" fmla="*/ 8537 h 94328"/>
                      <a:gd name="connsiteX16" fmla="*/ 39100 w 59843"/>
                      <a:gd name="connsiteY16" fmla="*/ 14168 h 94328"/>
                      <a:gd name="connsiteX17" fmla="*/ 45363 w 59843"/>
                      <a:gd name="connsiteY17" fmla="*/ 29476 h 94328"/>
                      <a:gd name="connsiteX18" fmla="*/ 39100 w 59843"/>
                      <a:gd name="connsiteY18" fmla="*/ 44765 h 94328"/>
                      <a:gd name="connsiteX19" fmla="*/ 22132 w 59843"/>
                      <a:gd name="connsiteY19" fmla="*/ 50416 h 94328"/>
                      <a:gd name="connsiteX20" fmla="*/ 12121 w 59843"/>
                      <a:gd name="connsiteY20" fmla="*/ 49306 h 94328"/>
                      <a:gd name="connsiteX21" fmla="*/ 1953 w 59843"/>
                      <a:gd name="connsiteY21" fmla="*/ 45836 h 94328"/>
                      <a:gd name="connsiteX22" fmla="*/ 1953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53" y="92316"/>
                        </a:moveTo>
                        <a:lnTo>
                          <a:pt x="51072" y="92316"/>
                        </a:lnTo>
                        <a:lnTo>
                          <a:pt x="51072" y="81767"/>
                        </a:lnTo>
                        <a:lnTo>
                          <a:pt x="13410" y="81767"/>
                        </a:lnTo>
                        <a:lnTo>
                          <a:pt x="13410" y="59102"/>
                        </a:lnTo>
                        <a:cubicBezTo>
                          <a:pt x="15220" y="59723"/>
                          <a:pt x="17031" y="60186"/>
                          <a:pt x="18841" y="60490"/>
                        </a:cubicBezTo>
                        <a:cubicBezTo>
                          <a:pt x="20665" y="60794"/>
                          <a:pt x="22488" y="60946"/>
                          <a:pt x="24312" y="60946"/>
                        </a:cubicBezTo>
                        <a:cubicBezTo>
                          <a:pt x="34633" y="60946"/>
                          <a:pt x="42806" y="58117"/>
                          <a:pt x="48832" y="52459"/>
                        </a:cubicBezTo>
                        <a:cubicBezTo>
                          <a:pt x="54871" y="46801"/>
                          <a:pt x="57891" y="39140"/>
                          <a:pt x="57891" y="29476"/>
                        </a:cubicBezTo>
                        <a:cubicBezTo>
                          <a:pt x="57891" y="19522"/>
                          <a:pt x="54792" y="11782"/>
                          <a:pt x="48594" y="6256"/>
                        </a:cubicBezTo>
                        <a:cubicBezTo>
                          <a:pt x="42397" y="744"/>
                          <a:pt x="33662" y="-2013"/>
                          <a:pt x="22389" y="-2013"/>
                        </a:cubicBezTo>
                        <a:cubicBezTo>
                          <a:pt x="18504" y="-2013"/>
                          <a:pt x="14546" y="-1682"/>
                          <a:pt x="10516" y="-1021"/>
                        </a:cubicBezTo>
                        <a:cubicBezTo>
                          <a:pt x="6499" y="-360"/>
                          <a:pt x="2343" y="631"/>
                          <a:pt x="-1952" y="1953"/>
                        </a:cubicBezTo>
                        <a:lnTo>
                          <a:pt x="-1952" y="14545"/>
                        </a:lnTo>
                        <a:cubicBezTo>
                          <a:pt x="1761" y="12522"/>
                          <a:pt x="5600" y="11015"/>
                          <a:pt x="9564" y="10024"/>
                        </a:cubicBezTo>
                        <a:cubicBezTo>
                          <a:pt x="13529" y="9032"/>
                          <a:pt x="17718" y="8537"/>
                          <a:pt x="22132" y="8537"/>
                        </a:cubicBezTo>
                        <a:cubicBezTo>
                          <a:pt x="29281" y="8537"/>
                          <a:pt x="34937" y="10414"/>
                          <a:pt x="39100" y="14168"/>
                        </a:cubicBezTo>
                        <a:cubicBezTo>
                          <a:pt x="43275" y="17923"/>
                          <a:pt x="45363" y="23025"/>
                          <a:pt x="45363" y="29476"/>
                        </a:cubicBezTo>
                        <a:cubicBezTo>
                          <a:pt x="45363" y="35914"/>
                          <a:pt x="43275" y="41011"/>
                          <a:pt x="39100" y="44765"/>
                        </a:cubicBezTo>
                        <a:cubicBezTo>
                          <a:pt x="34937" y="48533"/>
                          <a:pt x="29281" y="50416"/>
                          <a:pt x="22132" y="50416"/>
                        </a:cubicBezTo>
                        <a:cubicBezTo>
                          <a:pt x="18788" y="50416"/>
                          <a:pt x="15452" y="50046"/>
                          <a:pt x="12121" y="49306"/>
                        </a:cubicBezTo>
                        <a:cubicBezTo>
                          <a:pt x="8805" y="48566"/>
                          <a:pt x="5415" y="47409"/>
                          <a:pt x="1953" y="45836"/>
                        </a:cubicBezTo>
                        <a:lnTo>
                          <a:pt x="1953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5" name="Freeform: Shape 54">
                    <a:extLst>
                      <a:ext uri="{FF2B5EF4-FFF2-40B4-BE49-F238E27FC236}">
                        <a16:creationId xmlns:a16="http://schemas.microsoft.com/office/drawing/2014/main" id="{40327B41-37CE-D1DF-0956-1390009E0EE8}"/>
                      </a:ext>
                    </a:extLst>
                  </p:cNvPr>
                  <p:cNvSpPr/>
                  <p:nvPr/>
                </p:nvSpPr>
                <p:spPr>
                  <a:xfrm flipV="1">
                    <a:off x="12599425" y="5410710"/>
                    <a:ext cx="63926" cy="95994"/>
                  </a:xfrm>
                  <a:custGeom>
                    <a:avLst/>
                    <a:gdLst>
                      <a:gd name="connsiteX0" fmla="*/ 29977 w 63926"/>
                      <a:gd name="connsiteY0" fmla="*/ 84025 h 95994"/>
                      <a:gd name="connsiteX1" fmla="*/ 15447 w 63926"/>
                      <a:gd name="connsiteY1" fmla="*/ 74507 h 95994"/>
                      <a:gd name="connsiteX2" fmla="*/ 10590 w 63926"/>
                      <a:gd name="connsiteY2" fmla="*/ 45913 h 95994"/>
                      <a:gd name="connsiteX3" fmla="*/ 15447 w 63926"/>
                      <a:gd name="connsiteY3" fmla="*/ 17378 h 95994"/>
                      <a:gd name="connsiteX4" fmla="*/ 29977 w 63926"/>
                      <a:gd name="connsiteY4" fmla="*/ 7860 h 95994"/>
                      <a:gd name="connsiteX5" fmla="*/ 44566 w 63926"/>
                      <a:gd name="connsiteY5" fmla="*/ 17378 h 95994"/>
                      <a:gd name="connsiteX6" fmla="*/ 49442 w 63926"/>
                      <a:gd name="connsiteY6" fmla="*/ 45913 h 95994"/>
                      <a:gd name="connsiteX7" fmla="*/ 44566 w 63926"/>
                      <a:gd name="connsiteY7" fmla="*/ 74507 h 95994"/>
                      <a:gd name="connsiteX8" fmla="*/ 29977 w 63926"/>
                      <a:gd name="connsiteY8" fmla="*/ 84025 h 95994"/>
                      <a:gd name="connsiteX9" fmla="*/ 29977 w 63926"/>
                      <a:gd name="connsiteY9" fmla="*/ 93939 h 95994"/>
                      <a:gd name="connsiteX10" fmla="*/ 53743 w 63926"/>
                      <a:gd name="connsiteY10" fmla="*/ 81625 h 95994"/>
                      <a:gd name="connsiteX11" fmla="*/ 61950 w 63926"/>
                      <a:gd name="connsiteY11" fmla="*/ 45913 h 95994"/>
                      <a:gd name="connsiteX12" fmla="*/ 53743 w 63926"/>
                      <a:gd name="connsiteY12" fmla="*/ 10240 h 95994"/>
                      <a:gd name="connsiteX13" fmla="*/ 29977 w 63926"/>
                      <a:gd name="connsiteY13" fmla="*/ -2055 h 95994"/>
                      <a:gd name="connsiteX14" fmla="*/ 6229 w 63926"/>
                      <a:gd name="connsiteY14" fmla="*/ 10240 h 95994"/>
                      <a:gd name="connsiteX15" fmla="*/ -1977 w 63926"/>
                      <a:gd name="connsiteY15" fmla="*/ 45913 h 95994"/>
                      <a:gd name="connsiteX16" fmla="*/ 6229 w 63926"/>
                      <a:gd name="connsiteY16" fmla="*/ 81625 h 95994"/>
                      <a:gd name="connsiteX17" fmla="*/ 2997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77" y="84025"/>
                        </a:moveTo>
                        <a:cubicBezTo>
                          <a:pt x="23541" y="84025"/>
                          <a:pt x="18698" y="80852"/>
                          <a:pt x="15447" y="74507"/>
                        </a:cubicBezTo>
                        <a:cubicBezTo>
                          <a:pt x="12209" y="68174"/>
                          <a:pt x="10590" y="58643"/>
                          <a:pt x="10590" y="45913"/>
                        </a:cubicBezTo>
                        <a:cubicBezTo>
                          <a:pt x="10590" y="33235"/>
                          <a:pt x="12209" y="23724"/>
                          <a:pt x="15447" y="17378"/>
                        </a:cubicBezTo>
                        <a:cubicBezTo>
                          <a:pt x="18698" y="11033"/>
                          <a:pt x="23541" y="7860"/>
                          <a:pt x="29977" y="7860"/>
                        </a:cubicBezTo>
                        <a:cubicBezTo>
                          <a:pt x="36465" y="7860"/>
                          <a:pt x="41328" y="11033"/>
                          <a:pt x="44566" y="17378"/>
                        </a:cubicBezTo>
                        <a:cubicBezTo>
                          <a:pt x="47817" y="23724"/>
                          <a:pt x="49442" y="33235"/>
                          <a:pt x="49442" y="45913"/>
                        </a:cubicBezTo>
                        <a:cubicBezTo>
                          <a:pt x="49442" y="58643"/>
                          <a:pt x="47817" y="68174"/>
                          <a:pt x="44566" y="74507"/>
                        </a:cubicBezTo>
                        <a:cubicBezTo>
                          <a:pt x="41328" y="80852"/>
                          <a:pt x="36465" y="84025"/>
                          <a:pt x="29977" y="84025"/>
                        </a:cubicBezTo>
                        <a:close/>
                        <a:moveTo>
                          <a:pt x="29977" y="93939"/>
                        </a:moveTo>
                        <a:cubicBezTo>
                          <a:pt x="40350" y="93939"/>
                          <a:pt x="48272" y="89835"/>
                          <a:pt x="53743" y="81625"/>
                        </a:cubicBezTo>
                        <a:cubicBezTo>
                          <a:pt x="59214" y="73429"/>
                          <a:pt x="61950" y="61525"/>
                          <a:pt x="61950" y="45913"/>
                        </a:cubicBezTo>
                        <a:cubicBezTo>
                          <a:pt x="61950" y="30340"/>
                          <a:pt x="59214" y="18449"/>
                          <a:pt x="53743" y="10240"/>
                        </a:cubicBezTo>
                        <a:cubicBezTo>
                          <a:pt x="48272" y="2043"/>
                          <a:pt x="40350" y="-2055"/>
                          <a:pt x="29977" y="-2055"/>
                        </a:cubicBezTo>
                        <a:cubicBezTo>
                          <a:pt x="19616" y="-2055"/>
                          <a:pt x="11700" y="2043"/>
                          <a:pt x="6229" y="10240"/>
                        </a:cubicBezTo>
                        <a:cubicBezTo>
                          <a:pt x="759" y="18449"/>
                          <a:pt x="-1977" y="30340"/>
                          <a:pt x="-1977" y="45913"/>
                        </a:cubicBezTo>
                        <a:cubicBezTo>
                          <a:pt x="-1977" y="61525"/>
                          <a:pt x="759" y="73429"/>
                          <a:pt x="6229" y="81625"/>
                        </a:cubicBezTo>
                        <a:cubicBezTo>
                          <a:pt x="11700" y="89835"/>
                          <a:pt x="19616" y="93939"/>
                          <a:pt x="2997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6" name="Freeform: Shape 55">
                    <a:extLst>
                      <a:ext uri="{FF2B5EF4-FFF2-40B4-BE49-F238E27FC236}">
                        <a16:creationId xmlns:a16="http://schemas.microsoft.com/office/drawing/2014/main" id="{EF5DEE5D-C5E4-CA28-6677-4CB48F771ECB}"/>
                      </a:ext>
                    </a:extLst>
                  </p:cNvPr>
                  <p:cNvSpPr/>
                  <p:nvPr/>
                </p:nvSpPr>
                <p:spPr>
                  <a:xfrm flipV="1">
                    <a:off x="12680138" y="5410710"/>
                    <a:ext cx="63926" cy="95994"/>
                  </a:xfrm>
                  <a:custGeom>
                    <a:avLst/>
                    <a:gdLst>
                      <a:gd name="connsiteX0" fmla="*/ 29983 w 63926"/>
                      <a:gd name="connsiteY0" fmla="*/ 84025 h 95994"/>
                      <a:gd name="connsiteX1" fmla="*/ 15453 w 63926"/>
                      <a:gd name="connsiteY1" fmla="*/ 74507 h 95994"/>
                      <a:gd name="connsiteX2" fmla="*/ 10597 w 63926"/>
                      <a:gd name="connsiteY2" fmla="*/ 45913 h 95994"/>
                      <a:gd name="connsiteX3" fmla="*/ 15453 w 63926"/>
                      <a:gd name="connsiteY3" fmla="*/ 17378 h 95994"/>
                      <a:gd name="connsiteX4" fmla="*/ 29983 w 63926"/>
                      <a:gd name="connsiteY4" fmla="*/ 7860 h 95994"/>
                      <a:gd name="connsiteX5" fmla="*/ 44572 w 63926"/>
                      <a:gd name="connsiteY5" fmla="*/ 17378 h 95994"/>
                      <a:gd name="connsiteX6" fmla="*/ 49448 w 63926"/>
                      <a:gd name="connsiteY6" fmla="*/ 45913 h 95994"/>
                      <a:gd name="connsiteX7" fmla="*/ 44572 w 63926"/>
                      <a:gd name="connsiteY7" fmla="*/ 74507 h 95994"/>
                      <a:gd name="connsiteX8" fmla="*/ 29983 w 63926"/>
                      <a:gd name="connsiteY8" fmla="*/ 84025 h 95994"/>
                      <a:gd name="connsiteX9" fmla="*/ 29983 w 63926"/>
                      <a:gd name="connsiteY9" fmla="*/ 93939 h 95994"/>
                      <a:gd name="connsiteX10" fmla="*/ 53750 w 63926"/>
                      <a:gd name="connsiteY10" fmla="*/ 81625 h 95994"/>
                      <a:gd name="connsiteX11" fmla="*/ 61956 w 63926"/>
                      <a:gd name="connsiteY11" fmla="*/ 45913 h 95994"/>
                      <a:gd name="connsiteX12" fmla="*/ 53750 w 63926"/>
                      <a:gd name="connsiteY12" fmla="*/ 10240 h 95994"/>
                      <a:gd name="connsiteX13" fmla="*/ 29983 w 63926"/>
                      <a:gd name="connsiteY13" fmla="*/ -2055 h 95994"/>
                      <a:gd name="connsiteX14" fmla="*/ 6236 w 63926"/>
                      <a:gd name="connsiteY14" fmla="*/ 10240 h 95994"/>
                      <a:gd name="connsiteX15" fmla="*/ -1971 w 63926"/>
                      <a:gd name="connsiteY15" fmla="*/ 45913 h 95994"/>
                      <a:gd name="connsiteX16" fmla="*/ 6236 w 63926"/>
                      <a:gd name="connsiteY16" fmla="*/ 81625 h 95994"/>
                      <a:gd name="connsiteX17" fmla="*/ 29983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83" y="84025"/>
                        </a:moveTo>
                        <a:cubicBezTo>
                          <a:pt x="23547" y="84025"/>
                          <a:pt x="18704" y="80852"/>
                          <a:pt x="15453" y="74507"/>
                        </a:cubicBezTo>
                        <a:cubicBezTo>
                          <a:pt x="12216" y="68174"/>
                          <a:pt x="10597" y="58643"/>
                          <a:pt x="10597" y="45913"/>
                        </a:cubicBezTo>
                        <a:cubicBezTo>
                          <a:pt x="10597" y="33235"/>
                          <a:pt x="12216" y="23724"/>
                          <a:pt x="15453" y="17378"/>
                        </a:cubicBezTo>
                        <a:cubicBezTo>
                          <a:pt x="18704" y="11033"/>
                          <a:pt x="23547" y="7860"/>
                          <a:pt x="29983" y="7860"/>
                        </a:cubicBezTo>
                        <a:cubicBezTo>
                          <a:pt x="36471" y="7860"/>
                          <a:pt x="41334" y="11033"/>
                          <a:pt x="44572" y="17378"/>
                        </a:cubicBezTo>
                        <a:cubicBezTo>
                          <a:pt x="47823" y="23724"/>
                          <a:pt x="49448" y="33235"/>
                          <a:pt x="49448" y="45913"/>
                        </a:cubicBezTo>
                        <a:cubicBezTo>
                          <a:pt x="49448" y="58643"/>
                          <a:pt x="47823" y="68174"/>
                          <a:pt x="44572" y="74507"/>
                        </a:cubicBezTo>
                        <a:cubicBezTo>
                          <a:pt x="41334" y="80852"/>
                          <a:pt x="36471" y="84025"/>
                          <a:pt x="29983" y="84025"/>
                        </a:cubicBezTo>
                        <a:close/>
                        <a:moveTo>
                          <a:pt x="29983" y="93939"/>
                        </a:moveTo>
                        <a:cubicBezTo>
                          <a:pt x="40357" y="93939"/>
                          <a:pt x="48279" y="89835"/>
                          <a:pt x="53750" y="81625"/>
                        </a:cubicBezTo>
                        <a:cubicBezTo>
                          <a:pt x="59221" y="73429"/>
                          <a:pt x="61956" y="61525"/>
                          <a:pt x="61956" y="45913"/>
                        </a:cubicBezTo>
                        <a:cubicBezTo>
                          <a:pt x="61956" y="30340"/>
                          <a:pt x="59221" y="18449"/>
                          <a:pt x="53750" y="10240"/>
                        </a:cubicBezTo>
                        <a:cubicBezTo>
                          <a:pt x="48279" y="2043"/>
                          <a:pt x="40357" y="-2055"/>
                          <a:pt x="29983" y="-2055"/>
                        </a:cubicBezTo>
                        <a:cubicBezTo>
                          <a:pt x="19622" y="-2055"/>
                          <a:pt x="11707" y="2043"/>
                          <a:pt x="6236" y="10240"/>
                        </a:cubicBezTo>
                        <a:cubicBezTo>
                          <a:pt x="765" y="18449"/>
                          <a:pt x="-1971" y="30340"/>
                          <a:pt x="-1971" y="45913"/>
                        </a:cubicBezTo>
                        <a:cubicBezTo>
                          <a:pt x="-1971" y="61525"/>
                          <a:pt x="765" y="73429"/>
                          <a:pt x="6236" y="81625"/>
                        </a:cubicBezTo>
                        <a:cubicBezTo>
                          <a:pt x="11707" y="89835"/>
                          <a:pt x="19622" y="93939"/>
                          <a:pt x="29983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61" name="Graphic 2">
                <a:extLst>
                  <a:ext uri="{FF2B5EF4-FFF2-40B4-BE49-F238E27FC236}">
                    <a16:creationId xmlns:a16="http://schemas.microsoft.com/office/drawing/2014/main" id="{C15AA96A-D451-A68C-F335-43742ADDE7EF}"/>
                  </a:ext>
                </a:extLst>
              </p:cNvPr>
              <p:cNvGrpSpPr/>
              <p:nvPr/>
            </p:nvGrpSpPr>
            <p:grpSpPr>
              <a:xfrm>
                <a:off x="13426239" y="5319633"/>
                <a:ext cx="223926" cy="187070"/>
                <a:chOff x="13426239" y="5319633"/>
                <a:chExt cx="223926" cy="187070"/>
              </a:xfrm>
              <a:solidFill>
                <a:srgbClr val="000000"/>
              </a:solidFill>
            </p:grpSpPr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8749EEB2-B2D0-D464-8F1C-190770775793}"/>
                    </a:ext>
                  </a:extLst>
                </p:cNvPr>
                <p:cNvSpPr/>
                <p:nvPr/>
              </p:nvSpPr>
              <p:spPr>
                <a:xfrm>
                  <a:off x="13537521" y="5319633"/>
                  <a:ext cx="12686" cy="44417"/>
                </a:xfrm>
                <a:custGeom>
                  <a:avLst/>
                  <a:gdLst>
                    <a:gd name="connsiteX0" fmla="*/ 129 w 12686"/>
                    <a:gd name="connsiteY0" fmla="*/ 264 h 44417"/>
                    <a:gd name="connsiteX1" fmla="*/ 129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29" y="264"/>
                      </a:moveTo>
                      <a:lnTo>
                        <a:pt x="129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67" name="Graphic 2">
                  <a:extLst>
                    <a:ext uri="{FF2B5EF4-FFF2-40B4-BE49-F238E27FC236}">
                      <a16:creationId xmlns:a16="http://schemas.microsoft.com/office/drawing/2014/main" id="{01EDF22F-0AEA-8312-4A70-A701A57BE961}"/>
                    </a:ext>
                  </a:extLst>
                </p:cNvPr>
                <p:cNvGrpSpPr/>
                <p:nvPr/>
              </p:nvGrpSpPr>
              <p:grpSpPr>
                <a:xfrm>
                  <a:off x="13426239" y="5410710"/>
                  <a:ext cx="223926" cy="95994"/>
                  <a:chOff x="13426239" y="5410710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68" name="Freeform: Shape 67">
                    <a:extLst>
                      <a:ext uri="{FF2B5EF4-FFF2-40B4-BE49-F238E27FC236}">
                        <a16:creationId xmlns:a16="http://schemas.microsoft.com/office/drawing/2014/main" id="{0980E88A-BD98-DD2E-660F-75FFC7FE9CCB}"/>
                      </a:ext>
                    </a:extLst>
                  </p:cNvPr>
                  <p:cNvSpPr/>
                  <p:nvPr/>
                </p:nvSpPr>
                <p:spPr>
                  <a:xfrm flipV="1">
                    <a:off x="13426239" y="5412375"/>
                    <a:ext cx="59843" cy="94328"/>
                  </a:xfrm>
                  <a:custGeom>
                    <a:avLst/>
                    <a:gdLst>
                      <a:gd name="connsiteX0" fmla="*/ 2024 w 59843"/>
                      <a:gd name="connsiteY0" fmla="*/ 92316 h 94328"/>
                      <a:gd name="connsiteX1" fmla="*/ 51144 w 59843"/>
                      <a:gd name="connsiteY1" fmla="*/ 92316 h 94328"/>
                      <a:gd name="connsiteX2" fmla="*/ 51144 w 59843"/>
                      <a:gd name="connsiteY2" fmla="*/ 81767 h 94328"/>
                      <a:gd name="connsiteX3" fmla="*/ 13481 w 59843"/>
                      <a:gd name="connsiteY3" fmla="*/ 81767 h 94328"/>
                      <a:gd name="connsiteX4" fmla="*/ 13481 w 59843"/>
                      <a:gd name="connsiteY4" fmla="*/ 59102 h 94328"/>
                      <a:gd name="connsiteX5" fmla="*/ 18913 w 59843"/>
                      <a:gd name="connsiteY5" fmla="*/ 60490 h 94328"/>
                      <a:gd name="connsiteX6" fmla="*/ 24384 w 59843"/>
                      <a:gd name="connsiteY6" fmla="*/ 60946 h 94328"/>
                      <a:gd name="connsiteX7" fmla="*/ 48904 w 59843"/>
                      <a:gd name="connsiteY7" fmla="*/ 52459 h 94328"/>
                      <a:gd name="connsiteX8" fmla="*/ 57962 w 59843"/>
                      <a:gd name="connsiteY8" fmla="*/ 29476 h 94328"/>
                      <a:gd name="connsiteX9" fmla="*/ 48666 w 59843"/>
                      <a:gd name="connsiteY9" fmla="*/ 6256 h 94328"/>
                      <a:gd name="connsiteX10" fmla="*/ 22461 w 59843"/>
                      <a:gd name="connsiteY10" fmla="*/ -2013 h 94328"/>
                      <a:gd name="connsiteX11" fmla="*/ 10587 w 59843"/>
                      <a:gd name="connsiteY11" fmla="*/ -1021 h 94328"/>
                      <a:gd name="connsiteX12" fmla="*/ -1881 w 59843"/>
                      <a:gd name="connsiteY12" fmla="*/ 1953 h 94328"/>
                      <a:gd name="connsiteX13" fmla="*/ -1881 w 59843"/>
                      <a:gd name="connsiteY13" fmla="*/ 14545 h 94328"/>
                      <a:gd name="connsiteX14" fmla="*/ 9636 w 59843"/>
                      <a:gd name="connsiteY14" fmla="*/ 10024 h 94328"/>
                      <a:gd name="connsiteX15" fmla="*/ 22203 w 59843"/>
                      <a:gd name="connsiteY15" fmla="*/ 8537 h 94328"/>
                      <a:gd name="connsiteX16" fmla="*/ 39171 w 59843"/>
                      <a:gd name="connsiteY16" fmla="*/ 14168 h 94328"/>
                      <a:gd name="connsiteX17" fmla="*/ 45435 w 59843"/>
                      <a:gd name="connsiteY17" fmla="*/ 29476 h 94328"/>
                      <a:gd name="connsiteX18" fmla="*/ 39171 w 59843"/>
                      <a:gd name="connsiteY18" fmla="*/ 44765 h 94328"/>
                      <a:gd name="connsiteX19" fmla="*/ 22203 w 59843"/>
                      <a:gd name="connsiteY19" fmla="*/ 50416 h 94328"/>
                      <a:gd name="connsiteX20" fmla="*/ 12193 w 59843"/>
                      <a:gd name="connsiteY20" fmla="*/ 49306 h 94328"/>
                      <a:gd name="connsiteX21" fmla="*/ 2024 w 59843"/>
                      <a:gd name="connsiteY21" fmla="*/ 45836 h 94328"/>
                      <a:gd name="connsiteX22" fmla="*/ 2024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24" y="92316"/>
                        </a:moveTo>
                        <a:lnTo>
                          <a:pt x="51144" y="92316"/>
                        </a:lnTo>
                        <a:lnTo>
                          <a:pt x="51144" y="81767"/>
                        </a:lnTo>
                        <a:lnTo>
                          <a:pt x="13481" y="81767"/>
                        </a:lnTo>
                        <a:lnTo>
                          <a:pt x="13481" y="59102"/>
                        </a:lnTo>
                        <a:cubicBezTo>
                          <a:pt x="15292" y="59723"/>
                          <a:pt x="17102" y="60186"/>
                          <a:pt x="18913" y="60490"/>
                        </a:cubicBezTo>
                        <a:cubicBezTo>
                          <a:pt x="20736" y="60794"/>
                          <a:pt x="22560" y="60946"/>
                          <a:pt x="24384" y="60946"/>
                        </a:cubicBezTo>
                        <a:cubicBezTo>
                          <a:pt x="34704" y="60946"/>
                          <a:pt x="42878" y="58117"/>
                          <a:pt x="48904" y="52459"/>
                        </a:cubicBezTo>
                        <a:cubicBezTo>
                          <a:pt x="54943" y="46801"/>
                          <a:pt x="57962" y="39140"/>
                          <a:pt x="57962" y="29476"/>
                        </a:cubicBezTo>
                        <a:cubicBezTo>
                          <a:pt x="57962" y="19522"/>
                          <a:pt x="54864" y="11782"/>
                          <a:pt x="48666" y="6256"/>
                        </a:cubicBezTo>
                        <a:cubicBezTo>
                          <a:pt x="42468" y="744"/>
                          <a:pt x="33733" y="-2013"/>
                          <a:pt x="22461" y="-2013"/>
                        </a:cubicBezTo>
                        <a:cubicBezTo>
                          <a:pt x="18576" y="-2013"/>
                          <a:pt x="14618" y="-1682"/>
                          <a:pt x="10587" y="-1021"/>
                        </a:cubicBezTo>
                        <a:cubicBezTo>
                          <a:pt x="6570" y="-360"/>
                          <a:pt x="2414" y="631"/>
                          <a:pt x="-1881" y="1953"/>
                        </a:cubicBezTo>
                        <a:lnTo>
                          <a:pt x="-1881" y="14545"/>
                        </a:lnTo>
                        <a:cubicBezTo>
                          <a:pt x="1832" y="12522"/>
                          <a:pt x="5671" y="11015"/>
                          <a:pt x="9636" y="10024"/>
                        </a:cubicBezTo>
                        <a:cubicBezTo>
                          <a:pt x="13600" y="9032"/>
                          <a:pt x="17789" y="8537"/>
                          <a:pt x="22203" y="8537"/>
                        </a:cubicBezTo>
                        <a:cubicBezTo>
                          <a:pt x="29352" y="8537"/>
                          <a:pt x="35008" y="10414"/>
                          <a:pt x="39171" y="14168"/>
                        </a:cubicBezTo>
                        <a:cubicBezTo>
                          <a:pt x="43347" y="17923"/>
                          <a:pt x="45435" y="23025"/>
                          <a:pt x="45435" y="29476"/>
                        </a:cubicBezTo>
                        <a:cubicBezTo>
                          <a:pt x="45435" y="35914"/>
                          <a:pt x="43347" y="41011"/>
                          <a:pt x="39171" y="44765"/>
                        </a:cubicBezTo>
                        <a:cubicBezTo>
                          <a:pt x="35008" y="48533"/>
                          <a:pt x="29352" y="50416"/>
                          <a:pt x="22203" y="50416"/>
                        </a:cubicBezTo>
                        <a:cubicBezTo>
                          <a:pt x="18860" y="50416"/>
                          <a:pt x="15523" y="50046"/>
                          <a:pt x="12193" y="49306"/>
                        </a:cubicBezTo>
                        <a:cubicBezTo>
                          <a:pt x="8876" y="48566"/>
                          <a:pt x="5486" y="47409"/>
                          <a:pt x="2024" y="45836"/>
                        </a:cubicBezTo>
                        <a:lnTo>
                          <a:pt x="2024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3" name="Freeform: Shape 72">
                    <a:extLst>
                      <a:ext uri="{FF2B5EF4-FFF2-40B4-BE49-F238E27FC236}">
                        <a16:creationId xmlns:a16="http://schemas.microsoft.com/office/drawing/2014/main" id="{C101A416-2604-7A67-FF4D-993E474BF789}"/>
                      </a:ext>
                    </a:extLst>
                  </p:cNvPr>
                  <p:cNvSpPr/>
                  <p:nvPr/>
                </p:nvSpPr>
                <p:spPr>
                  <a:xfrm flipV="1">
                    <a:off x="13506457" y="5410710"/>
                    <a:ext cx="58713" cy="94189"/>
                  </a:xfrm>
                  <a:custGeom>
                    <a:avLst/>
                    <a:gdLst>
                      <a:gd name="connsiteX0" fmla="*/ 13224 w 58713"/>
                      <a:gd name="connsiteY0" fmla="*/ 8429 h 94189"/>
                      <a:gd name="connsiteX1" fmla="*/ 56892 w 58713"/>
                      <a:gd name="connsiteY1" fmla="*/ 8429 h 94189"/>
                      <a:gd name="connsiteX2" fmla="*/ 56892 w 58713"/>
                      <a:gd name="connsiteY2" fmla="*/ -2100 h 94189"/>
                      <a:gd name="connsiteX3" fmla="*/ -1821 w 58713"/>
                      <a:gd name="connsiteY3" fmla="*/ -2100 h 94189"/>
                      <a:gd name="connsiteX4" fmla="*/ -1821 w 58713"/>
                      <a:gd name="connsiteY4" fmla="*/ 8429 h 94189"/>
                      <a:gd name="connsiteX5" fmla="*/ 17585 w 58713"/>
                      <a:gd name="connsiteY5" fmla="*/ 28219 h 94189"/>
                      <a:gd name="connsiteX6" fmla="*/ 33046 w 58713"/>
                      <a:gd name="connsiteY6" fmla="*/ 44261 h 94189"/>
                      <a:gd name="connsiteX7" fmla="*/ 41431 w 58713"/>
                      <a:gd name="connsiteY7" fmla="*/ 55683 h 94189"/>
                      <a:gd name="connsiteX8" fmla="*/ 43829 w 58713"/>
                      <a:gd name="connsiteY8" fmla="*/ 64883 h 94189"/>
                      <a:gd name="connsiteX9" fmla="*/ 38656 w 58713"/>
                      <a:gd name="connsiteY9" fmla="*/ 76900 h 94189"/>
                      <a:gd name="connsiteX10" fmla="*/ 25177 w 58713"/>
                      <a:gd name="connsiteY10" fmla="*/ 81560 h 94189"/>
                      <a:gd name="connsiteX11" fmla="*/ 12748 w 58713"/>
                      <a:gd name="connsiteY11" fmla="*/ 79518 h 94189"/>
                      <a:gd name="connsiteX12" fmla="*/ -1207 w 58713"/>
                      <a:gd name="connsiteY12" fmla="*/ 73311 h 94189"/>
                      <a:gd name="connsiteX13" fmla="*/ -1207 w 58713"/>
                      <a:gd name="connsiteY13" fmla="*/ 85962 h 94189"/>
                      <a:gd name="connsiteX14" fmla="*/ 12907 w 58713"/>
                      <a:gd name="connsiteY14" fmla="*/ 90543 h 94189"/>
                      <a:gd name="connsiteX15" fmla="*/ 24939 w 58713"/>
                      <a:gd name="connsiteY15" fmla="*/ 92089 h 94189"/>
                      <a:gd name="connsiteX16" fmla="*/ 47853 w 58713"/>
                      <a:gd name="connsiteY16" fmla="*/ 84891 h 94189"/>
                      <a:gd name="connsiteX17" fmla="*/ 56397 w 58713"/>
                      <a:gd name="connsiteY17" fmla="*/ 65696 h 94189"/>
                      <a:gd name="connsiteX18" fmla="*/ 54256 w 58713"/>
                      <a:gd name="connsiteY18" fmla="*/ 54870 h 94189"/>
                      <a:gd name="connsiteX19" fmla="*/ 46486 w 58713"/>
                      <a:gd name="connsiteY19" fmla="*/ 42833 h 94189"/>
                      <a:gd name="connsiteX20" fmla="*/ 36634 w 58713"/>
                      <a:gd name="connsiteY20" fmla="*/ 32443 h 94189"/>
                      <a:gd name="connsiteX21" fmla="*/ 13224 w 58713"/>
                      <a:gd name="connsiteY21" fmla="*/ 8429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224" y="8429"/>
                        </a:moveTo>
                        <a:lnTo>
                          <a:pt x="56892" y="8429"/>
                        </a:lnTo>
                        <a:lnTo>
                          <a:pt x="56892" y="-2100"/>
                        </a:lnTo>
                        <a:lnTo>
                          <a:pt x="-1821" y="-2100"/>
                        </a:lnTo>
                        <a:lnTo>
                          <a:pt x="-1821" y="8429"/>
                        </a:lnTo>
                        <a:cubicBezTo>
                          <a:pt x="2923" y="13347"/>
                          <a:pt x="9392" y="19943"/>
                          <a:pt x="17585" y="28219"/>
                        </a:cubicBezTo>
                        <a:cubicBezTo>
                          <a:pt x="25791" y="36508"/>
                          <a:pt x="30945" y="41855"/>
                          <a:pt x="33046" y="44261"/>
                        </a:cubicBezTo>
                        <a:cubicBezTo>
                          <a:pt x="37050" y="48756"/>
                          <a:pt x="39845" y="52563"/>
                          <a:pt x="41431" y="55683"/>
                        </a:cubicBezTo>
                        <a:cubicBezTo>
                          <a:pt x="43030" y="58802"/>
                          <a:pt x="43829" y="61869"/>
                          <a:pt x="43829" y="64883"/>
                        </a:cubicBezTo>
                        <a:cubicBezTo>
                          <a:pt x="43829" y="69801"/>
                          <a:pt x="42105" y="73807"/>
                          <a:pt x="38656" y="76900"/>
                        </a:cubicBezTo>
                        <a:cubicBezTo>
                          <a:pt x="35207" y="80007"/>
                          <a:pt x="30714" y="81560"/>
                          <a:pt x="25177" y="81560"/>
                        </a:cubicBezTo>
                        <a:cubicBezTo>
                          <a:pt x="21252" y="81560"/>
                          <a:pt x="17109" y="80879"/>
                          <a:pt x="12748" y="79518"/>
                        </a:cubicBezTo>
                        <a:cubicBezTo>
                          <a:pt x="8401" y="78156"/>
                          <a:pt x="3749" y="76087"/>
                          <a:pt x="-1207" y="73311"/>
                        </a:cubicBezTo>
                        <a:lnTo>
                          <a:pt x="-1207" y="85962"/>
                        </a:lnTo>
                        <a:cubicBezTo>
                          <a:pt x="3828" y="87985"/>
                          <a:pt x="8533" y="89512"/>
                          <a:pt x="12907" y="90543"/>
                        </a:cubicBezTo>
                        <a:cubicBezTo>
                          <a:pt x="17294" y="91574"/>
                          <a:pt x="21305" y="92089"/>
                          <a:pt x="24939" y="92089"/>
                        </a:cubicBezTo>
                        <a:cubicBezTo>
                          <a:pt x="34520" y="92089"/>
                          <a:pt x="42158" y="89690"/>
                          <a:pt x="47853" y="84891"/>
                        </a:cubicBezTo>
                        <a:cubicBezTo>
                          <a:pt x="53549" y="80106"/>
                          <a:pt x="56397" y="73708"/>
                          <a:pt x="56397" y="65696"/>
                        </a:cubicBezTo>
                        <a:cubicBezTo>
                          <a:pt x="56397" y="61889"/>
                          <a:pt x="55683" y="58280"/>
                          <a:pt x="54256" y="54870"/>
                        </a:cubicBezTo>
                        <a:cubicBezTo>
                          <a:pt x="52842" y="51472"/>
                          <a:pt x="50252" y="47460"/>
                          <a:pt x="46486" y="42833"/>
                        </a:cubicBezTo>
                        <a:cubicBezTo>
                          <a:pt x="45455" y="41630"/>
                          <a:pt x="42171" y="38167"/>
                          <a:pt x="36634" y="32443"/>
                        </a:cubicBezTo>
                        <a:cubicBezTo>
                          <a:pt x="31110" y="26718"/>
                          <a:pt x="23307" y="18714"/>
                          <a:pt x="13224" y="84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4" name="Freeform: Shape 73">
                    <a:extLst>
                      <a:ext uri="{FF2B5EF4-FFF2-40B4-BE49-F238E27FC236}">
                        <a16:creationId xmlns:a16="http://schemas.microsoft.com/office/drawing/2014/main" id="{94D195C2-FFB3-28EA-D030-DF136F67CFA9}"/>
                      </a:ext>
                    </a:extLst>
                  </p:cNvPr>
                  <p:cNvSpPr/>
                  <p:nvPr/>
                </p:nvSpPr>
                <p:spPr>
                  <a:xfrm flipV="1">
                    <a:off x="13586239" y="5410710"/>
                    <a:ext cx="63926" cy="95994"/>
                  </a:xfrm>
                  <a:custGeom>
                    <a:avLst/>
                    <a:gdLst>
                      <a:gd name="connsiteX0" fmla="*/ 30054 w 63926"/>
                      <a:gd name="connsiteY0" fmla="*/ 84025 h 95994"/>
                      <a:gd name="connsiteX1" fmla="*/ 15525 w 63926"/>
                      <a:gd name="connsiteY1" fmla="*/ 74507 h 95994"/>
                      <a:gd name="connsiteX2" fmla="*/ 10668 w 63926"/>
                      <a:gd name="connsiteY2" fmla="*/ 45913 h 95994"/>
                      <a:gd name="connsiteX3" fmla="*/ 15525 w 63926"/>
                      <a:gd name="connsiteY3" fmla="*/ 17378 h 95994"/>
                      <a:gd name="connsiteX4" fmla="*/ 30054 w 63926"/>
                      <a:gd name="connsiteY4" fmla="*/ 7860 h 95994"/>
                      <a:gd name="connsiteX5" fmla="*/ 44643 w 63926"/>
                      <a:gd name="connsiteY5" fmla="*/ 17378 h 95994"/>
                      <a:gd name="connsiteX6" fmla="*/ 49520 w 63926"/>
                      <a:gd name="connsiteY6" fmla="*/ 45913 h 95994"/>
                      <a:gd name="connsiteX7" fmla="*/ 44643 w 63926"/>
                      <a:gd name="connsiteY7" fmla="*/ 74507 h 95994"/>
                      <a:gd name="connsiteX8" fmla="*/ 30054 w 63926"/>
                      <a:gd name="connsiteY8" fmla="*/ 84025 h 95994"/>
                      <a:gd name="connsiteX9" fmla="*/ 30054 w 63926"/>
                      <a:gd name="connsiteY9" fmla="*/ 93939 h 95994"/>
                      <a:gd name="connsiteX10" fmla="*/ 53821 w 63926"/>
                      <a:gd name="connsiteY10" fmla="*/ 81625 h 95994"/>
                      <a:gd name="connsiteX11" fmla="*/ 62028 w 63926"/>
                      <a:gd name="connsiteY11" fmla="*/ 45913 h 95994"/>
                      <a:gd name="connsiteX12" fmla="*/ 53821 w 63926"/>
                      <a:gd name="connsiteY12" fmla="*/ 10240 h 95994"/>
                      <a:gd name="connsiteX13" fmla="*/ 30054 w 63926"/>
                      <a:gd name="connsiteY13" fmla="*/ -2055 h 95994"/>
                      <a:gd name="connsiteX14" fmla="*/ 6307 w 63926"/>
                      <a:gd name="connsiteY14" fmla="*/ 10240 h 95994"/>
                      <a:gd name="connsiteX15" fmla="*/ -1899 w 63926"/>
                      <a:gd name="connsiteY15" fmla="*/ 45913 h 95994"/>
                      <a:gd name="connsiteX16" fmla="*/ 6307 w 63926"/>
                      <a:gd name="connsiteY16" fmla="*/ 81625 h 95994"/>
                      <a:gd name="connsiteX17" fmla="*/ 3005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54" y="84025"/>
                        </a:moveTo>
                        <a:cubicBezTo>
                          <a:pt x="23619" y="84025"/>
                          <a:pt x="18775" y="80852"/>
                          <a:pt x="15525" y="74507"/>
                        </a:cubicBezTo>
                        <a:cubicBezTo>
                          <a:pt x="12287" y="68174"/>
                          <a:pt x="10668" y="58643"/>
                          <a:pt x="10668" y="45913"/>
                        </a:cubicBezTo>
                        <a:cubicBezTo>
                          <a:pt x="10668" y="33235"/>
                          <a:pt x="12287" y="23724"/>
                          <a:pt x="15525" y="17378"/>
                        </a:cubicBezTo>
                        <a:cubicBezTo>
                          <a:pt x="18775" y="11033"/>
                          <a:pt x="23619" y="7860"/>
                          <a:pt x="30054" y="7860"/>
                        </a:cubicBezTo>
                        <a:cubicBezTo>
                          <a:pt x="36543" y="7860"/>
                          <a:pt x="41406" y="11033"/>
                          <a:pt x="44643" y="17378"/>
                        </a:cubicBezTo>
                        <a:cubicBezTo>
                          <a:pt x="47894" y="23724"/>
                          <a:pt x="49520" y="33235"/>
                          <a:pt x="49520" y="45913"/>
                        </a:cubicBezTo>
                        <a:cubicBezTo>
                          <a:pt x="49520" y="58643"/>
                          <a:pt x="47894" y="68174"/>
                          <a:pt x="44643" y="74507"/>
                        </a:cubicBezTo>
                        <a:cubicBezTo>
                          <a:pt x="41406" y="80852"/>
                          <a:pt x="36543" y="84025"/>
                          <a:pt x="30054" y="84025"/>
                        </a:cubicBezTo>
                        <a:close/>
                        <a:moveTo>
                          <a:pt x="30054" y="93939"/>
                        </a:moveTo>
                        <a:cubicBezTo>
                          <a:pt x="40428" y="93939"/>
                          <a:pt x="48350" y="89835"/>
                          <a:pt x="53821" y="81625"/>
                        </a:cubicBezTo>
                        <a:cubicBezTo>
                          <a:pt x="59292" y="73429"/>
                          <a:pt x="62028" y="61525"/>
                          <a:pt x="62028" y="45913"/>
                        </a:cubicBezTo>
                        <a:cubicBezTo>
                          <a:pt x="62028" y="30340"/>
                          <a:pt x="59292" y="18449"/>
                          <a:pt x="53821" y="10240"/>
                        </a:cubicBezTo>
                        <a:cubicBezTo>
                          <a:pt x="48350" y="2043"/>
                          <a:pt x="40428" y="-2055"/>
                          <a:pt x="30054" y="-2055"/>
                        </a:cubicBezTo>
                        <a:cubicBezTo>
                          <a:pt x="19694" y="-2055"/>
                          <a:pt x="11778" y="2043"/>
                          <a:pt x="6307" y="10240"/>
                        </a:cubicBezTo>
                        <a:cubicBezTo>
                          <a:pt x="836" y="18449"/>
                          <a:pt x="-1899" y="30340"/>
                          <a:pt x="-1899" y="45913"/>
                        </a:cubicBezTo>
                        <a:cubicBezTo>
                          <a:pt x="-1899" y="61525"/>
                          <a:pt x="836" y="73429"/>
                          <a:pt x="6307" y="81625"/>
                        </a:cubicBezTo>
                        <a:cubicBezTo>
                          <a:pt x="11778" y="89835"/>
                          <a:pt x="19694" y="93939"/>
                          <a:pt x="3005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79" name="Graphic 2">
                <a:extLst>
                  <a:ext uri="{FF2B5EF4-FFF2-40B4-BE49-F238E27FC236}">
                    <a16:creationId xmlns:a16="http://schemas.microsoft.com/office/drawing/2014/main" id="{DFD89060-8436-7A55-E227-C34E827D981D}"/>
                  </a:ext>
                </a:extLst>
              </p:cNvPr>
              <p:cNvGrpSpPr/>
              <p:nvPr/>
            </p:nvGrpSpPr>
            <p:grpSpPr>
              <a:xfrm>
                <a:off x="14332340" y="5319633"/>
                <a:ext cx="223926" cy="187070"/>
                <a:chOff x="14332340" y="5319633"/>
                <a:chExt cx="223926" cy="187070"/>
              </a:xfrm>
              <a:solidFill>
                <a:srgbClr val="000000"/>
              </a:solidFill>
            </p:grpSpPr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1798850F-4C46-C3D2-6A49-CD9BEDCD8E48}"/>
                    </a:ext>
                  </a:extLst>
                </p:cNvPr>
                <p:cNvSpPr/>
                <p:nvPr/>
              </p:nvSpPr>
              <p:spPr>
                <a:xfrm>
                  <a:off x="14443622" y="5319633"/>
                  <a:ext cx="12686" cy="44417"/>
                </a:xfrm>
                <a:custGeom>
                  <a:avLst/>
                  <a:gdLst>
                    <a:gd name="connsiteX0" fmla="*/ 200 w 12686"/>
                    <a:gd name="connsiteY0" fmla="*/ 264 h 44417"/>
                    <a:gd name="connsiteX1" fmla="*/ 200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00" y="264"/>
                      </a:moveTo>
                      <a:lnTo>
                        <a:pt x="200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81" name="Graphic 2">
                  <a:extLst>
                    <a:ext uri="{FF2B5EF4-FFF2-40B4-BE49-F238E27FC236}">
                      <a16:creationId xmlns:a16="http://schemas.microsoft.com/office/drawing/2014/main" id="{61B6E6CF-C51B-A251-DAC6-7022AE89DC1E}"/>
                    </a:ext>
                  </a:extLst>
                </p:cNvPr>
                <p:cNvGrpSpPr/>
                <p:nvPr/>
              </p:nvGrpSpPr>
              <p:grpSpPr>
                <a:xfrm>
                  <a:off x="14332340" y="5410710"/>
                  <a:ext cx="223926" cy="95994"/>
                  <a:chOff x="14332340" y="5410710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82" name="Freeform: Shape 81">
                    <a:extLst>
                      <a:ext uri="{FF2B5EF4-FFF2-40B4-BE49-F238E27FC236}">
                        <a16:creationId xmlns:a16="http://schemas.microsoft.com/office/drawing/2014/main" id="{B41A1C48-02E8-9957-F17B-24A42A1177D6}"/>
                      </a:ext>
                    </a:extLst>
                  </p:cNvPr>
                  <p:cNvSpPr/>
                  <p:nvPr/>
                </p:nvSpPr>
                <p:spPr>
                  <a:xfrm flipV="1">
                    <a:off x="14332340" y="5412375"/>
                    <a:ext cx="59843" cy="94328"/>
                  </a:xfrm>
                  <a:custGeom>
                    <a:avLst/>
                    <a:gdLst>
                      <a:gd name="connsiteX0" fmla="*/ 2096 w 59843"/>
                      <a:gd name="connsiteY0" fmla="*/ 92316 h 94328"/>
                      <a:gd name="connsiteX1" fmla="*/ 51215 w 59843"/>
                      <a:gd name="connsiteY1" fmla="*/ 92316 h 94328"/>
                      <a:gd name="connsiteX2" fmla="*/ 51215 w 59843"/>
                      <a:gd name="connsiteY2" fmla="*/ 81767 h 94328"/>
                      <a:gd name="connsiteX3" fmla="*/ 13553 w 59843"/>
                      <a:gd name="connsiteY3" fmla="*/ 81767 h 94328"/>
                      <a:gd name="connsiteX4" fmla="*/ 13553 w 59843"/>
                      <a:gd name="connsiteY4" fmla="*/ 59102 h 94328"/>
                      <a:gd name="connsiteX5" fmla="*/ 18984 w 59843"/>
                      <a:gd name="connsiteY5" fmla="*/ 60490 h 94328"/>
                      <a:gd name="connsiteX6" fmla="*/ 24455 w 59843"/>
                      <a:gd name="connsiteY6" fmla="*/ 60946 h 94328"/>
                      <a:gd name="connsiteX7" fmla="*/ 48975 w 59843"/>
                      <a:gd name="connsiteY7" fmla="*/ 52459 h 94328"/>
                      <a:gd name="connsiteX8" fmla="*/ 58034 w 59843"/>
                      <a:gd name="connsiteY8" fmla="*/ 29476 h 94328"/>
                      <a:gd name="connsiteX9" fmla="*/ 48737 w 59843"/>
                      <a:gd name="connsiteY9" fmla="*/ 6256 h 94328"/>
                      <a:gd name="connsiteX10" fmla="*/ 22532 w 59843"/>
                      <a:gd name="connsiteY10" fmla="*/ -2013 h 94328"/>
                      <a:gd name="connsiteX11" fmla="*/ 10659 w 59843"/>
                      <a:gd name="connsiteY11" fmla="*/ -1021 h 94328"/>
                      <a:gd name="connsiteX12" fmla="*/ -1809 w 59843"/>
                      <a:gd name="connsiteY12" fmla="*/ 1953 h 94328"/>
                      <a:gd name="connsiteX13" fmla="*/ -1809 w 59843"/>
                      <a:gd name="connsiteY13" fmla="*/ 14545 h 94328"/>
                      <a:gd name="connsiteX14" fmla="*/ 9707 w 59843"/>
                      <a:gd name="connsiteY14" fmla="*/ 10024 h 94328"/>
                      <a:gd name="connsiteX15" fmla="*/ 22275 w 59843"/>
                      <a:gd name="connsiteY15" fmla="*/ 8537 h 94328"/>
                      <a:gd name="connsiteX16" fmla="*/ 39242 w 59843"/>
                      <a:gd name="connsiteY16" fmla="*/ 14168 h 94328"/>
                      <a:gd name="connsiteX17" fmla="*/ 45506 w 59843"/>
                      <a:gd name="connsiteY17" fmla="*/ 29476 h 94328"/>
                      <a:gd name="connsiteX18" fmla="*/ 39242 w 59843"/>
                      <a:gd name="connsiteY18" fmla="*/ 44765 h 94328"/>
                      <a:gd name="connsiteX19" fmla="*/ 22275 w 59843"/>
                      <a:gd name="connsiteY19" fmla="*/ 50416 h 94328"/>
                      <a:gd name="connsiteX20" fmla="*/ 12264 w 59843"/>
                      <a:gd name="connsiteY20" fmla="*/ 49306 h 94328"/>
                      <a:gd name="connsiteX21" fmla="*/ 2096 w 59843"/>
                      <a:gd name="connsiteY21" fmla="*/ 45836 h 94328"/>
                      <a:gd name="connsiteX22" fmla="*/ 2096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96" y="92316"/>
                        </a:moveTo>
                        <a:lnTo>
                          <a:pt x="51215" y="92316"/>
                        </a:lnTo>
                        <a:lnTo>
                          <a:pt x="51215" y="81767"/>
                        </a:lnTo>
                        <a:lnTo>
                          <a:pt x="13553" y="81767"/>
                        </a:lnTo>
                        <a:lnTo>
                          <a:pt x="13553" y="59102"/>
                        </a:lnTo>
                        <a:cubicBezTo>
                          <a:pt x="15363" y="59723"/>
                          <a:pt x="17174" y="60186"/>
                          <a:pt x="18984" y="60490"/>
                        </a:cubicBezTo>
                        <a:cubicBezTo>
                          <a:pt x="20808" y="60794"/>
                          <a:pt x="22631" y="60946"/>
                          <a:pt x="24455" y="60946"/>
                        </a:cubicBezTo>
                        <a:cubicBezTo>
                          <a:pt x="34776" y="60946"/>
                          <a:pt x="42949" y="58117"/>
                          <a:pt x="48975" y="52459"/>
                        </a:cubicBezTo>
                        <a:cubicBezTo>
                          <a:pt x="55014" y="46801"/>
                          <a:pt x="58034" y="39140"/>
                          <a:pt x="58034" y="29476"/>
                        </a:cubicBezTo>
                        <a:cubicBezTo>
                          <a:pt x="58034" y="19522"/>
                          <a:pt x="54935" y="11782"/>
                          <a:pt x="48737" y="6256"/>
                        </a:cubicBezTo>
                        <a:cubicBezTo>
                          <a:pt x="42539" y="744"/>
                          <a:pt x="33804" y="-2013"/>
                          <a:pt x="22532" y="-2013"/>
                        </a:cubicBezTo>
                        <a:cubicBezTo>
                          <a:pt x="18647" y="-2013"/>
                          <a:pt x="14689" y="-1682"/>
                          <a:pt x="10659" y="-1021"/>
                        </a:cubicBezTo>
                        <a:cubicBezTo>
                          <a:pt x="6641" y="-360"/>
                          <a:pt x="2485" y="631"/>
                          <a:pt x="-1809" y="1953"/>
                        </a:cubicBezTo>
                        <a:lnTo>
                          <a:pt x="-1809" y="14545"/>
                        </a:lnTo>
                        <a:cubicBezTo>
                          <a:pt x="1904" y="12522"/>
                          <a:pt x="5743" y="11015"/>
                          <a:pt x="9707" y="10024"/>
                        </a:cubicBezTo>
                        <a:cubicBezTo>
                          <a:pt x="13672" y="9032"/>
                          <a:pt x="17861" y="8537"/>
                          <a:pt x="22275" y="8537"/>
                        </a:cubicBezTo>
                        <a:cubicBezTo>
                          <a:pt x="29424" y="8537"/>
                          <a:pt x="35080" y="10414"/>
                          <a:pt x="39242" y="14168"/>
                        </a:cubicBezTo>
                        <a:cubicBezTo>
                          <a:pt x="43418" y="17923"/>
                          <a:pt x="45506" y="23025"/>
                          <a:pt x="45506" y="29476"/>
                        </a:cubicBezTo>
                        <a:cubicBezTo>
                          <a:pt x="45506" y="35914"/>
                          <a:pt x="43418" y="41011"/>
                          <a:pt x="39242" y="44765"/>
                        </a:cubicBezTo>
                        <a:cubicBezTo>
                          <a:pt x="35080" y="48533"/>
                          <a:pt x="29424" y="50416"/>
                          <a:pt x="22275" y="50416"/>
                        </a:cubicBezTo>
                        <a:cubicBezTo>
                          <a:pt x="18931" y="50416"/>
                          <a:pt x="15594" y="50046"/>
                          <a:pt x="12264" y="49306"/>
                        </a:cubicBezTo>
                        <a:cubicBezTo>
                          <a:pt x="8947" y="48566"/>
                          <a:pt x="5558" y="47409"/>
                          <a:pt x="2096" y="45836"/>
                        </a:cubicBezTo>
                        <a:lnTo>
                          <a:pt x="2096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7" name="Freeform: Shape 86">
                    <a:extLst>
                      <a:ext uri="{FF2B5EF4-FFF2-40B4-BE49-F238E27FC236}">
                        <a16:creationId xmlns:a16="http://schemas.microsoft.com/office/drawing/2014/main" id="{07B5BEC4-797C-56F1-177E-A11B2A9EBB8E}"/>
                      </a:ext>
                    </a:extLst>
                  </p:cNvPr>
                  <p:cNvSpPr/>
                  <p:nvPr/>
                </p:nvSpPr>
                <p:spPr>
                  <a:xfrm flipV="1">
                    <a:off x="14409466" y="5412375"/>
                    <a:ext cx="67395" cy="92524"/>
                  </a:xfrm>
                  <a:custGeom>
                    <a:avLst/>
                    <a:gdLst>
                      <a:gd name="connsiteX0" fmla="*/ 39933 w 67395"/>
                      <a:gd name="connsiteY0" fmla="*/ 79560 h 92524"/>
                      <a:gd name="connsiteX1" fmla="*/ 8336 w 67395"/>
                      <a:gd name="connsiteY1" fmla="*/ 30165 h 92524"/>
                      <a:gd name="connsiteX2" fmla="*/ 39933 w 67395"/>
                      <a:gd name="connsiteY2" fmla="*/ 30165 h 92524"/>
                      <a:gd name="connsiteX3" fmla="*/ 39933 w 67395"/>
                      <a:gd name="connsiteY3" fmla="*/ 79560 h 92524"/>
                      <a:gd name="connsiteX4" fmla="*/ 36643 w 67395"/>
                      <a:gd name="connsiteY4" fmla="*/ 90466 h 92524"/>
                      <a:gd name="connsiteX5" fmla="*/ 52381 w 67395"/>
                      <a:gd name="connsiteY5" fmla="*/ 90466 h 92524"/>
                      <a:gd name="connsiteX6" fmla="*/ 52381 w 67395"/>
                      <a:gd name="connsiteY6" fmla="*/ 30165 h 92524"/>
                      <a:gd name="connsiteX7" fmla="*/ 65583 w 67395"/>
                      <a:gd name="connsiteY7" fmla="*/ 30165 h 92524"/>
                      <a:gd name="connsiteX8" fmla="*/ 65583 w 67395"/>
                      <a:gd name="connsiteY8" fmla="*/ 19754 h 92524"/>
                      <a:gd name="connsiteX9" fmla="*/ 52381 w 67395"/>
                      <a:gd name="connsiteY9" fmla="*/ 19754 h 92524"/>
                      <a:gd name="connsiteX10" fmla="*/ 52381 w 67395"/>
                      <a:gd name="connsiteY10" fmla="*/ -2058 h 92524"/>
                      <a:gd name="connsiteX11" fmla="*/ 39933 w 67395"/>
                      <a:gd name="connsiteY11" fmla="*/ -2058 h 92524"/>
                      <a:gd name="connsiteX12" fmla="*/ 39933 w 67395"/>
                      <a:gd name="connsiteY12" fmla="*/ 19754 h 92524"/>
                      <a:gd name="connsiteX13" fmla="*/ -1813 w 67395"/>
                      <a:gd name="connsiteY13" fmla="*/ 19754 h 92524"/>
                      <a:gd name="connsiteX14" fmla="*/ -1813 w 67395"/>
                      <a:gd name="connsiteY14" fmla="*/ 31830 h 92524"/>
                      <a:gd name="connsiteX15" fmla="*/ 36643 w 67395"/>
                      <a:gd name="connsiteY15" fmla="*/ 9046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933" y="79560"/>
                        </a:moveTo>
                        <a:lnTo>
                          <a:pt x="8336" y="30165"/>
                        </a:lnTo>
                        <a:lnTo>
                          <a:pt x="39933" y="30165"/>
                        </a:lnTo>
                        <a:lnTo>
                          <a:pt x="39933" y="79560"/>
                        </a:lnTo>
                        <a:close/>
                        <a:moveTo>
                          <a:pt x="36643" y="90466"/>
                        </a:moveTo>
                        <a:lnTo>
                          <a:pt x="52381" y="90466"/>
                        </a:lnTo>
                        <a:lnTo>
                          <a:pt x="52381" y="30165"/>
                        </a:lnTo>
                        <a:lnTo>
                          <a:pt x="65583" y="30165"/>
                        </a:lnTo>
                        <a:lnTo>
                          <a:pt x="65583" y="19754"/>
                        </a:lnTo>
                        <a:lnTo>
                          <a:pt x="52381" y="19754"/>
                        </a:lnTo>
                        <a:lnTo>
                          <a:pt x="52381" y="-2058"/>
                        </a:lnTo>
                        <a:lnTo>
                          <a:pt x="39933" y="-2058"/>
                        </a:lnTo>
                        <a:lnTo>
                          <a:pt x="39933" y="19754"/>
                        </a:lnTo>
                        <a:lnTo>
                          <a:pt x="-1813" y="19754"/>
                        </a:lnTo>
                        <a:lnTo>
                          <a:pt x="-1813" y="31830"/>
                        </a:lnTo>
                        <a:lnTo>
                          <a:pt x="36643" y="904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8" name="Freeform: Shape 87">
                    <a:extLst>
                      <a:ext uri="{FF2B5EF4-FFF2-40B4-BE49-F238E27FC236}">
                        <a16:creationId xmlns:a16="http://schemas.microsoft.com/office/drawing/2014/main" id="{C64D8EE6-0D54-5468-3034-6C869F9A3687}"/>
                      </a:ext>
                    </a:extLst>
                  </p:cNvPr>
                  <p:cNvSpPr/>
                  <p:nvPr/>
                </p:nvSpPr>
                <p:spPr>
                  <a:xfrm flipV="1">
                    <a:off x="14492340" y="5410710"/>
                    <a:ext cx="63926" cy="95994"/>
                  </a:xfrm>
                  <a:custGeom>
                    <a:avLst/>
                    <a:gdLst>
                      <a:gd name="connsiteX0" fmla="*/ 30126 w 63926"/>
                      <a:gd name="connsiteY0" fmla="*/ 84025 h 95994"/>
                      <a:gd name="connsiteX1" fmla="*/ 15596 w 63926"/>
                      <a:gd name="connsiteY1" fmla="*/ 74507 h 95994"/>
                      <a:gd name="connsiteX2" fmla="*/ 10740 w 63926"/>
                      <a:gd name="connsiteY2" fmla="*/ 45913 h 95994"/>
                      <a:gd name="connsiteX3" fmla="*/ 15596 w 63926"/>
                      <a:gd name="connsiteY3" fmla="*/ 17378 h 95994"/>
                      <a:gd name="connsiteX4" fmla="*/ 30126 w 63926"/>
                      <a:gd name="connsiteY4" fmla="*/ 7860 h 95994"/>
                      <a:gd name="connsiteX5" fmla="*/ 44715 w 63926"/>
                      <a:gd name="connsiteY5" fmla="*/ 17378 h 95994"/>
                      <a:gd name="connsiteX6" fmla="*/ 49591 w 63926"/>
                      <a:gd name="connsiteY6" fmla="*/ 45913 h 95994"/>
                      <a:gd name="connsiteX7" fmla="*/ 44715 w 63926"/>
                      <a:gd name="connsiteY7" fmla="*/ 74507 h 95994"/>
                      <a:gd name="connsiteX8" fmla="*/ 30126 w 63926"/>
                      <a:gd name="connsiteY8" fmla="*/ 84025 h 95994"/>
                      <a:gd name="connsiteX9" fmla="*/ 30126 w 63926"/>
                      <a:gd name="connsiteY9" fmla="*/ 93939 h 95994"/>
                      <a:gd name="connsiteX10" fmla="*/ 53893 w 63926"/>
                      <a:gd name="connsiteY10" fmla="*/ 81625 h 95994"/>
                      <a:gd name="connsiteX11" fmla="*/ 62099 w 63926"/>
                      <a:gd name="connsiteY11" fmla="*/ 45913 h 95994"/>
                      <a:gd name="connsiteX12" fmla="*/ 53893 w 63926"/>
                      <a:gd name="connsiteY12" fmla="*/ 10240 h 95994"/>
                      <a:gd name="connsiteX13" fmla="*/ 30126 w 63926"/>
                      <a:gd name="connsiteY13" fmla="*/ -2055 h 95994"/>
                      <a:gd name="connsiteX14" fmla="*/ 6379 w 63926"/>
                      <a:gd name="connsiteY14" fmla="*/ 10240 h 95994"/>
                      <a:gd name="connsiteX15" fmla="*/ -1828 w 63926"/>
                      <a:gd name="connsiteY15" fmla="*/ 45913 h 95994"/>
                      <a:gd name="connsiteX16" fmla="*/ 6379 w 63926"/>
                      <a:gd name="connsiteY16" fmla="*/ 81625 h 95994"/>
                      <a:gd name="connsiteX17" fmla="*/ 30126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26" y="84025"/>
                        </a:moveTo>
                        <a:cubicBezTo>
                          <a:pt x="23690" y="84025"/>
                          <a:pt x="18847" y="80852"/>
                          <a:pt x="15596" y="74507"/>
                        </a:cubicBezTo>
                        <a:cubicBezTo>
                          <a:pt x="12358" y="68174"/>
                          <a:pt x="10740" y="58643"/>
                          <a:pt x="10740" y="45913"/>
                        </a:cubicBezTo>
                        <a:cubicBezTo>
                          <a:pt x="10740" y="33235"/>
                          <a:pt x="12358" y="23724"/>
                          <a:pt x="15596" y="17378"/>
                        </a:cubicBezTo>
                        <a:cubicBezTo>
                          <a:pt x="18847" y="11033"/>
                          <a:pt x="23690" y="7860"/>
                          <a:pt x="30126" y="7860"/>
                        </a:cubicBezTo>
                        <a:cubicBezTo>
                          <a:pt x="36614" y="7860"/>
                          <a:pt x="41477" y="11033"/>
                          <a:pt x="44715" y="17378"/>
                        </a:cubicBezTo>
                        <a:cubicBezTo>
                          <a:pt x="47966" y="23724"/>
                          <a:pt x="49591" y="33235"/>
                          <a:pt x="49591" y="45913"/>
                        </a:cubicBezTo>
                        <a:cubicBezTo>
                          <a:pt x="49591" y="58643"/>
                          <a:pt x="47966" y="68174"/>
                          <a:pt x="44715" y="74507"/>
                        </a:cubicBezTo>
                        <a:cubicBezTo>
                          <a:pt x="41477" y="80852"/>
                          <a:pt x="36614" y="84025"/>
                          <a:pt x="30126" y="84025"/>
                        </a:cubicBezTo>
                        <a:close/>
                        <a:moveTo>
                          <a:pt x="30126" y="93939"/>
                        </a:moveTo>
                        <a:cubicBezTo>
                          <a:pt x="40499" y="93939"/>
                          <a:pt x="48422" y="89835"/>
                          <a:pt x="53893" y="81625"/>
                        </a:cubicBezTo>
                        <a:cubicBezTo>
                          <a:pt x="59364" y="73429"/>
                          <a:pt x="62099" y="61525"/>
                          <a:pt x="62099" y="45913"/>
                        </a:cubicBezTo>
                        <a:cubicBezTo>
                          <a:pt x="62099" y="30340"/>
                          <a:pt x="59364" y="18449"/>
                          <a:pt x="53893" y="10240"/>
                        </a:cubicBezTo>
                        <a:cubicBezTo>
                          <a:pt x="48422" y="2043"/>
                          <a:pt x="40499" y="-2055"/>
                          <a:pt x="30126" y="-2055"/>
                        </a:cubicBezTo>
                        <a:cubicBezTo>
                          <a:pt x="19765" y="-2055"/>
                          <a:pt x="11850" y="2043"/>
                          <a:pt x="6379" y="10240"/>
                        </a:cubicBezTo>
                        <a:cubicBezTo>
                          <a:pt x="908" y="18449"/>
                          <a:pt x="-1828" y="30340"/>
                          <a:pt x="-1828" y="45913"/>
                        </a:cubicBezTo>
                        <a:cubicBezTo>
                          <a:pt x="-1828" y="61525"/>
                          <a:pt x="908" y="73429"/>
                          <a:pt x="6379" y="81625"/>
                        </a:cubicBezTo>
                        <a:cubicBezTo>
                          <a:pt x="11850" y="89835"/>
                          <a:pt x="19765" y="93939"/>
                          <a:pt x="30126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89" name="Graphic 2">
                <a:extLst>
                  <a:ext uri="{FF2B5EF4-FFF2-40B4-BE49-F238E27FC236}">
                    <a16:creationId xmlns:a16="http://schemas.microsoft.com/office/drawing/2014/main" id="{7DB98559-A1C0-D146-C024-4CCD002AB43E}"/>
                  </a:ext>
                </a:extLst>
              </p:cNvPr>
              <p:cNvGrpSpPr/>
              <p:nvPr/>
            </p:nvGrpSpPr>
            <p:grpSpPr>
              <a:xfrm>
                <a:off x="15238441" y="5319633"/>
                <a:ext cx="223926" cy="187070"/>
                <a:chOff x="15238441" y="5319633"/>
                <a:chExt cx="223926" cy="187070"/>
              </a:xfrm>
              <a:solidFill>
                <a:srgbClr val="000000"/>
              </a:solidFill>
            </p:grpSpPr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3F5ED29B-3730-203F-F1ED-0E49E977DD90}"/>
                    </a:ext>
                  </a:extLst>
                </p:cNvPr>
                <p:cNvSpPr/>
                <p:nvPr/>
              </p:nvSpPr>
              <p:spPr>
                <a:xfrm>
                  <a:off x="15349723" y="5319633"/>
                  <a:ext cx="12686" cy="44417"/>
                </a:xfrm>
                <a:custGeom>
                  <a:avLst/>
                  <a:gdLst>
                    <a:gd name="connsiteX0" fmla="*/ 272 w 12686"/>
                    <a:gd name="connsiteY0" fmla="*/ 264 h 44417"/>
                    <a:gd name="connsiteX1" fmla="*/ 272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72" y="264"/>
                      </a:moveTo>
                      <a:lnTo>
                        <a:pt x="272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91" name="Graphic 2">
                  <a:extLst>
                    <a:ext uri="{FF2B5EF4-FFF2-40B4-BE49-F238E27FC236}">
                      <a16:creationId xmlns:a16="http://schemas.microsoft.com/office/drawing/2014/main" id="{180A982D-EBA5-B273-5030-8A80B4C9D3D5}"/>
                    </a:ext>
                  </a:extLst>
                </p:cNvPr>
                <p:cNvGrpSpPr/>
                <p:nvPr/>
              </p:nvGrpSpPr>
              <p:grpSpPr>
                <a:xfrm>
                  <a:off x="15238441" y="5410710"/>
                  <a:ext cx="223926" cy="95994"/>
                  <a:chOff x="15238441" y="5410710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92" name="Freeform: Shape 91">
                    <a:extLst>
                      <a:ext uri="{FF2B5EF4-FFF2-40B4-BE49-F238E27FC236}">
                        <a16:creationId xmlns:a16="http://schemas.microsoft.com/office/drawing/2014/main" id="{FC706B95-C914-F82D-583E-ADB688683004}"/>
                      </a:ext>
                    </a:extLst>
                  </p:cNvPr>
                  <p:cNvSpPr/>
                  <p:nvPr/>
                </p:nvSpPr>
                <p:spPr>
                  <a:xfrm flipV="1">
                    <a:off x="15238441" y="5412375"/>
                    <a:ext cx="59843" cy="94328"/>
                  </a:xfrm>
                  <a:custGeom>
                    <a:avLst/>
                    <a:gdLst>
                      <a:gd name="connsiteX0" fmla="*/ 2167 w 59843"/>
                      <a:gd name="connsiteY0" fmla="*/ 92316 h 94328"/>
                      <a:gd name="connsiteX1" fmla="*/ 51286 w 59843"/>
                      <a:gd name="connsiteY1" fmla="*/ 92316 h 94328"/>
                      <a:gd name="connsiteX2" fmla="*/ 51286 w 59843"/>
                      <a:gd name="connsiteY2" fmla="*/ 81767 h 94328"/>
                      <a:gd name="connsiteX3" fmla="*/ 13624 w 59843"/>
                      <a:gd name="connsiteY3" fmla="*/ 81767 h 94328"/>
                      <a:gd name="connsiteX4" fmla="*/ 13624 w 59843"/>
                      <a:gd name="connsiteY4" fmla="*/ 59102 h 94328"/>
                      <a:gd name="connsiteX5" fmla="*/ 19055 w 59843"/>
                      <a:gd name="connsiteY5" fmla="*/ 60490 h 94328"/>
                      <a:gd name="connsiteX6" fmla="*/ 24526 w 59843"/>
                      <a:gd name="connsiteY6" fmla="*/ 60946 h 94328"/>
                      <a:gd name="connsiteX7" fmla="*/ 49047 w 59843"/>
                      <a:gd name="connsiteY7" fmla="*/ 52459 h 94328"/>
                      <a:gd name="connsiteX8" fmla="*/ 58105 w 59843"/>
                      <a:gd name="connsiteY8" fmla="*/ 29476 h 94328"/>
                      <a:gd name="connsiteX9" fmla="*/ 48809 w 59843"/>
                      <a:gd name="connsiteY9" fmla="*/ 6256 h 94328"/>
                      <a:gd name="connsiteX10" fmla="*/ 22604 w 59843"/>
                      <a:gd name="connsiteY10" fmla="*/ -2013 h 94328"/>
                      <a:gd name="connsiteX11" fmla="*/ 10730 w 59843"/>
                      <a:gd name="connsiteY11" fmla="*/ -1021 h 94328"/>
                      <a:gd name="connsiteX12" fmla="*/ -1738 w 59843"/>
                      <a:gd name="connsiteY12" fmla="*/ 1953 h 94328"/>
                      <a:gd name="connsiteX13" fmla="*/ -1738 w 59843"/>
                      <a:gd name="connsiteY13" fmla="*/ 14545 h 94328"/>
                      <a:gd name="connsiteX14" fmla="*/ 9779 w 59843"/>
                      <a:gd name="connsiteY14" fmla="*/ 10024 h 94328"/>
                      <a:gd name="connsiteX15" fmla="*/ 22346 w 59843"/>
                      <a:gd name="connsiteY15" fmla="*/ 8537 h 94328"/>
                      <a:gd name="connsiteX16" fmla="*/ 39314 w 59843"/>
                      <a:gd name="connsiteY16" fmla="*/ 14168 h 94328"/>
                      <a:gd name="connsiteX17" fmla="*/ 45578 w 59843"/>
                      <a:gd name="connsiteY17" fmla="*/ 29476 h 94328"/>
                      <a:gd name="connsiteX18" fmla="*/ 39314 w 59843"/>
                      <a:gd name="connsiteY18" fmla="*/ 44765 h 94328"/>
                      <a:gd name="connsiteX19" fmla="*/ 22346 w 59843"/>
                      <a:gd name="connsiteY19" fmla="*/ 50416 h 94328"/>
                      <a:gd name="connsiteX20" fmla="*/ 12336 w 59843"/>
                      <a:gd name="connsiteY20" fmla="*/ 49306 h 94328"/>
                      <a:gd name="connsiteX21" fmla="*/ 2167 w 59843"/>
                      <a:gd name="connsiteY21" fmla="*/ 45836 h 94328"/>
                      <a:gd name="connsiteX22" fmla="*/ 2167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67" y="92316"/>
                        </a:moveTo>
                        <a:lnTo>
                          <a:pt x="51286" y="92316"/>
                        </a:lnTo>
                        <a:lnTo>
                          <a:pt x="51286" y="81767"/>
                        </a:lnTo>
                        <a:lnTo>
                          <a:pt x="13624" y="81767"/>
                        </a:lnTo>
                        <a:lnTo>
                          <a:pt x="13624" y="59102"/>
                        </a:lnTo>
                        <a:cubicBezTo>
                          <a:pt x="15435" y="59723"/>
                          <a:pt x="17245" y="60186"/>
                          <a:pt x="19055" y="60490"/>
                        </a:cubicBezTo>
                        <a:cubicBezTo>
                          <a:pt x="20879" y="60794"/>
                          <a:pt x="22703" y="60946"/>
                          <a:pt x="24526" y="60946"/>
                        </a:cubicBezTo>
                        <a:cubicBezTo>
                          <a:pt x="34847" y="60946"/>
                          <a:pt x="43021" y="58117"/>
                          <a:pt x="49047" y="52459"/>
                        </a:cubicBezTo>
                        <a:cubicBezTo>
                          <a:pt x="55086" y="46801"/>
                          <a:pt x="58105" y="39140"/>
                          <a:pt x="58105" y="29476"/>
                        </a:cubicBezTo>
                        <a:cubicBezTo>
                          <a:pt x="58105" y="19522"/>
                          <a:pt x="55006" y="11782"/>
                          <a:pt x="48809" y="6256"/>
                        </a:cubicBezTo>
                        <a:cubicBezTo>
                          <a:pt x="42611" y="744"/>
                          <a:pt x="33876" y="-2013"/>
                          <a:pt x="22604" y="-2013"/>
                        </a:cubicBezTo>
                        <a:cubicBezTo>
                          <a:pt x="18718" y="-2013"/>
                          <a:pt x="14761" y="-1682"/>
                          <a:pt x="10730" y="-1021"/>
                        </a:cubicBezTo>
                        <a:cubicBezTo>
                          <a:pt x="6713" y="-360"/>
                          <a:pt x="2557" y="631"/>
                          <a:pt x="-1738" y="1953"/>
                        </a:cubicBezTo>
                        <a:lnTo>
                          <a:pt x="-1738" y="14545"/>
                        </a:lnTo>
                        <a:cubicBezTo>
                          <a:pt x="1975" y="12522"/>
                          <a:pt x="5814" y="11015"/>
                          <a:pt x="9779" y="10024"/>
                        </a:cubicBezTo>
                        <a:cubicBezTo>
                          <a:pt x="13743" y="9032"/>
                          <a:pt x="17932" y="8537"/>
                          <a:pt x="22346" y="8537"/>
                        </a:cubicBezTo>
                        <a:cubicBezTo>
                          <a:pt x="29495" y="8537"/>
                          <a:pt x="35151" y="10414"/>
                          <a:pt x="39314" y="14168"/>
                        </a:cubicBezTo>
                        <a:cubicBezTo>
                          <a:pt x="43490" y="17923"/>
                          <a:pt x="45578" y="23025"/>
                          <a:pt x="45578" y="29476"/>
                        </a:cubicBezTo>
                        <a:cubicBezTo>
                          <a:pt x="45578" y="35914"/>
                          <a:pt x="43490" y="41011"/>
                          <a:pt x="39314" y="44765"/>
                        </a:cubicBezTo>
                        <a:cubicBezTo>
                          <a:pt x="35151" y="48533"/>
                          <a:pt x="29495" y="50416"/>
                          <a:pt x="22346" y="50416"/>
                        </a:cubicBezTo>
                        <a:cubicBezTo>
                          <a:pt x="19003" y="50416"/>
                          <a:pt x="15666" y="50046"/>
                          <a:pt x="12336" y="49306"/>
                        </a:cubicBezTo>
                        <a:cubicBezTo>
                          <a:pt x="9019" y="48566"/>
                          <a:pt x="5629" y="47409"/>
                          <a:pt x="2167" y="45836"/>
                        </a:cubicBezTo>
                        <a:lnTo>
                          <a:pt x="2167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3" name="Freeform: Shape 92">
                    <a:extLst>
                      <a:ext uri="{FF2B5EF4-FFF2-40B4-BE49-F238E27FC236}">
                        <a16:creationId xmlns:a16="http://schemas.microsoft.com/office/drawing/2014/main" id="{097B17F5-207C-7E14-EE1D-C804B2EAFA02}"/>
                      </a:ext>
                    </a:extLst>
                  </p:cNvPr>
                  <p:cNvSpPr/>
                  <p:nvPr/>
                </p:nvSpPr>
                <p:spPr>
                  <a:xfrm flipV="1">
                    <a:off x="15318223" y="5410710"/>
                    <a:ext cx="63867" cy="95994"/>
                  </a:xfrm>
                  <a:custGeom>
                    <a:avLst/>
                    <a:gdLst>
                      <a:gd name="connsiteX0" fmla="*/ 31238 w 63867"/>
                      <a:gd name="connsiteY0" fmla="*/ 50989 h 95994"/>
                      <a:gd name="connsiteX1" fmla="*/ 17878 w 63867"/>
                      <a:gd name="connsiteY1" fmla="*/ 45219 h 95994"/>
                      <a:gd name="connsiteX2" fmla="*/ 12962 w 63867"/>
                      <a:gd name="connsiteY2" fmla="*/ 29434 h 95994"/>
                      <a:gd name="connsiteX3" fmla="*/ 17878 w 63867"/>
                      <a:gd name="connsiteY3" fmla="*/ 13650 h 95994"/>
                      <a:gd name="connsiteX4" fmla="*/ 31238 w 63867"/>
                      <a:gd name="connsiteY4" fmla="*/ 7860 h 95994"/>
                      <a:gd name="connsiteX5" fmla="*/ 44578 w 63867"/>
                      <a:gd name="connsiteY5" fmla="*/ 13650 h 95994"/>
                      <a:gd name="connsiteX6" fmla="*/ 49494 w 63867"/>
                      <a:gd name="connsiteY6" fmla="*/ 29434 h 95994"/>
                      <a:gd name="connsiteX7" fmla="*/ 44578 w 63867"/>
                      <a:gd name="connsiteY7" fmla="*/ 45219 h 95994"/>
                      <a:gd name="connsiteX8" fmla="*/ 31238 w 63867"/>
                      <a:gd name="connsiteY8" fmla="*/ 50989 h 95994"/>
                      <a:gd name="connsiteX9" fmla="*/ 56075 w 63867"/>
                      <a:gd name="connsiteY9" fmla="*/ 90231 h 95994"/>
                      <a:gd name="connsiteX10" fmla="*/ 56075 w 63867"/>
                      <a:gd name="connsiteY10" fmla="*/ 78829 h 95994"/>
                      <a:gd name="connsiteX11" fmla="*/ 46560 w 63867"/>
                      <a:gd name="connsiteY11" fmla="*/ 82220 h 95994"/>
                      <a:gd name="connsiteX12" fmla="*/ 37046 w 63867"/>
                      <a:gd name="connsiteY12" fmla="*/ 83410 h 95994"/>
                      <a:gd name="connsiteX13" fmla="*/ 18115 w 63867"/>
                      <a:gd name="connsiteY13" fmla="*/ 75042 h 95994"/>
                      <a:gd name="connsiteX14" fmla="*/ 10662 w 63867"/>
                      <a:gd name="connsiteY14" fmla="*/ 49760 h 95994"/>
                      <a:gd name="connsiteX15" fmla="*/ 19820 w 63867"/>
                      <a:gd name="connsiteY15" fmla="*/ 58028 h 95994"/>
                      <a:gd name="connsiteX16" fmla="*/ 31971 w 63867"/>
                      <a:gd name="connsiteY16" fmla="*/ 60904 h 95994"/>
                      <a:gd name="connsiteX17" fmla="*/ 53994 w 63867"/>
                      <a:gd name="connsiteY17" fmla="*/ 52436 h 95994"/>
                      <a:gd name="connsiteX18" fmla="*/ 62081 w 63867"/>
                      <a:gd name="connsiteY18" fmla="*/ 29434 h 95994"/>
                      <a:gd name="connsiteX19" fmla="*/ 53657 w 63867"/>
                      <a:gd name="connsiteY19" fmla="*/ 6551 h 95994"/>
                      <a:gd name="connsiteX20" fmla="*/ 31238 w 63867"/>
                      <a:gd name="connsiteY20" fmla="*/ -2055 h 95994"/>
                      <a:gd name="connsiteX21" fmla="*/ 6698 w 63867"/>
                      <a:gd name="connsiteY21" fmla="*/ 10240 h 95994"/>
                      <a:gd name="connsiteX22" fmla="*/ -1786 w 63867"/>
                      <a:gd name="connsiteY22" fmla="*/ 45913 h 95994"/>
                      <a:gd name="connsiteX23" fmla="*/ 8621 w 63867"/>
                      <a:gd name="connsiteY23" fmla="*/ 80892 h 95994"/>
                      <a:gd name="connsiteX24" fmla="*/ 36550 w 63867"/>
                      <a:gd name="connsiteY24" fmla="*/ 93939 h 95994"/>
                      <a:gd name="connsiteX25" fmla="*/ 46065 w 63867"/>
                      <a:gd name="connsiteY25" fmla="*/ 93007 h 95994"/>
                      <a:gd name="connsiteX26" fmla="*/ 56075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238" y="50989"/>
                        </a:moveTo>
                        <a:cubicBezTo>
                          <a:pt x="25621" y="50989"/>
                          <a:pt x="21168" y="49065"/>
                          <a:pt x="17878" y="45219"/>
                        </a:cubicBezTo>
                        <a:cubicBezTo>
                          <a:pt x="14600" y="41385"/>
                          <a:pt x="12962" y="36123"/>
                          <a:pt x="12962" y="29434"/>
                        </a:cubicBezTo>
                        <a:cubicBezTo>
                          <a:pt x="12962" y="22785"/>
                          <a:pt x="14600" y="17524"/>
                          <a:pt x="17878" y="13650"/>
                        </a:cubicBezTo>
                        <a:cubicBezTo>
                          <a:pt x="21168" y="9790"/>
                          <a:pt x="25621" y="7860"/>
                          <a:pt x="31238" y="7860"/>
                        </a:cubicBezTo>
                        <a:cubicBezTo>
                          <a:pt x="36854" y="7860"/>
                          <a:pt x="41301" y="9790"/>
                          <a:pt x="44578" y="13650"/>
                        </a:cubicBezTo>
                        <a:cubicBezTo>
                          <a:pt x="47855" y="17524"/>
                          <a:pt x="49494" y="22785"/>
                          <a:pt x="49494" y="29434"/>
                        </a:cubicBezTo>
                        <a:cubicBezTo>
                          <a:pt x="49494" y="36123"/>
                          <a:pt x="47855" y="41385"/>
                          <a:pt x="44578" y="45219"/>
                        </a:cubicBezTo>
                        <a:cubicBezTo>
                          <a:pt x="41301" y="49065"/>
                          <a:pt x="36854" y="50989"/>
                          <a:pt x="31238" y="50989"/>
                        </a:cubicBezTo>
                        <a:close/>
                        <a:moveTo>
                          <a:pt x="56075" y="90231"/>
                        </a:moveTo>
                        <a:lnTo>
                          <a:pt x="56075" y="78829"/>
                        </a:lnTo>
                        <a:cubicBezTo>
                          <a:pt x="52930" y="80310"/>
                          <a:pt x="49758" y="81440"/>
                          <a:pt x="46560" y="82220"/>
                        </a:cubicBezTo>
                        <a:cubicBezTo>
                          <a:pt x="43362" y="83013"/>
                          <a:pt x="40191" y="83410"/>
                          <a:pt x="37046" y="83410"/>
                        </a:cubicBezTo>
                        <a:cubicBezTo>
                          <a:pt x="28786" y="83410"/>
                          <a:pt x="22476" y="80621"/>
                          <a:pt x="18115" y="75042"/>
                        </a:cubicBezTo>
                        <a:cubicBezTo>
                          <a:pt x="13768" y="69463"/>
                          <a:pt x="11283" y="61036"/>
                          <a:pt x="10662" y="49760"/>
                        </a:cubicBezTo>
                        <a:cubicBezTo>
                          <a:pt x="13094" y="53355"/>
                          <a:pt x="16146" y="56112"/>
                          <a:pt x="19820" y="58028"/>
                        </a:cubicBezTo>
                        <a:cubicBezTo>
                          <a:pt x="23507" y="59945"/>
                          <a:pt x="27557" y="60904"/>
                          <a:pt x="31971" y="60904"/>
                        </a:cubicBezTo>
                        <a:cubicBezTo>
                          <a:pt x="41261" y="60904"/>
                          <a:pt x="48602" y="58081"/>
                          <a:pt x="53994" y="52436"/>
                        </a:cubicBezTo>
                        <a:cubicBezTo>
                          <a:pt x="59385" y="46805"/>
                          <a:pt x="62081" y="39138"/>
                          <a:pt x="62081" y="29434"/>
                        </a:cubicBezTo>
                        <a:cubicBezTo>
                          <a:pt x="62081" y="19929"/>
                          <a:pt x="59273" y="12302"/>
                          <a:pt x="53657" y="6551"/>
                        </a:cubicBezTo>
                        <a:cubicBezTo>
                          <a:pt x="48040" y="814"/>
                          <a:pt x="40567" y="-2055"/>
                          <a:pt x="31238" y="-2055"/>
                        </a:cubicBezTo>
                        <a:cubicBezTo>
                          <a:pt x="20534" y="-2055"/>
                          <a:pt x="12354" y="2043"/>
                          <a:pt x="6698" y="10240"/>
                        </a:cubicBezTo>
                        <a:cubicBezTo>
                          <a:pt x="1042" y="18449"/>
                          <a:pt x="-1786" y="30340"/>
                          <a:pt x="-1786" y="45913"/>
                        </a:cubicBezTo>
                        <a:cubicBezTo>
                          <a:pt x="-1786" y="60534"/>
                          <a:pt x="1683" y="72193"/>
                          <a:pt x="8621" y="80892"/>
                        </a:cubicBezTo>
                        <a:cubicBezTo>
                          <a:pt x="15558" y="89590"/>
                          <a:pt x="24868" y="93939"/>
                          <a:pt x="36550" y="93939"/>
                        </a:cubicBezTo>
                        <a:cubicBezTo>
                          <a:pt x="39695" y="93939"/>
                          <a:pt x="42867" y="93629"/>
                          <a:pt x="46065" y="93007"/>
                        </a:cubicBezTo>
                        <a:cubicBezTo>
                          <a:pt x="49263" y="92386"/>
                          <a:pt x="52599" y="91461"/>
                          <a:pt x="56075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4" name="Freeform: Shape 93">
                    <a:extLst>
                      <a:ext uri="{FF2B5EF4-FFF2-40B4-BE49-F238E27FC236}">
                        <a16:creationId xmlns:a16="http://schemas.microsoft.com/office/drawing/2014/main" id="{27EEDDBE-FF77-A240-F20B-4A1B5BF4D100}"/>
                      </a:ext>
                    </a:extLst>
                  </p:cNvPr>
                  <p:cNvSpPr/>
                  <p:nvPr/>
                </p:nvSpPr>
                <p:spPr>
                  <a:xfrm flipV="1">
                    <a:off x="15398441" y="5410710"/>
                    <a:ext cx="63926" cy="95994"/>
                  </a:xfrm>
                  <a:custGeom>
                    <a:avLst/>
                    <a:gdLst>
                      <a:gd name="connsiteX0" fmla="*/ 30197 w 63926"/>
                      <a:gd name="connsiteY0" fmla="*/ 84025 h 95994"/>
                      <a:gd name="connsiteX1" fmla="*/ 15667 w 63926"/>
                      <a:gd name="connsiteY1" fmla="*/ 74507 h 95994"/>
                      <a:gd name="connsiteX2" fmla="*/ 10811 w 63926"/>
                      <a:gd name="connsiteY2" fmla="*/ 45913 h 95994"/>
                      <a:gd name="connsiteX3" fmla="*/ 15667 w 63926"/>
                      <a:gd name="connsiteY3" fmla="*/ 17378 h 95994"/>
                      <a:gd name="connsiteX4" fmla="*/ 30197 w 63926"/>
                      <a:gd name="connsiteY4" fmla="*/ 7860 h 95994"/>
                      <a:gd name="connsiteX5" fmla="*/ 44786 w 63926"/>
                      <a:gd name="connsiteY5" fmla="*/ 17378 h 95994"/>
                      <a:gd name="connsiteX6" fmla="*/ 49663 w 63926"/>
                      <a:gd name="connsiteY6" fmla="*/ 45913 h 95994"/>
                      <a:gd name="connsiteX7" fmla="*/ 44786 w 63926"/>
                      <a:gd name="connsiteY7" fmla="*/ 74507 h 95994"/>
                      <a:gd name="connsiteX8" fmla="*/ 30197 w 63926"/>
                      <a:gd name="connsiteY8" fmla="*/ 84025 h 95994"/>
                      <a:gd name="connsiteX9" fmla="*/ 30197 w 63926"/>
                      <a:gd name="connsiteY9" fmla="*/ 93939 h 95994"/>
                      <a:gd name="connsiteX10" fmla="*/ 53964 w 63926"/>
                      <a:gd name="connsiteY10" fmla="*/ 81625 h 95994"/>
                      <a:gd name="connsiteX11" fmla="*/ 62170 w 63926"/>
                      <a:gd name="connsiteY11" fmla="*/ 45913 h 95994"/>
                      <a:gd name="connsiteX12" fmla="*/ 53964 w 63926"/>
                      <a:gd name="connsiteY12" fmla="*/ 10240 h 95994"/>
                      <a:gd name="connsiteX13" fmla="*/ 30197 w 63926"/>
                      <a:gd name="connsiteY13" fmla="*/ -2055 h 95994"/>
                      <a:gd name="connsiteX14" fmla="*/ 6450 w 63926"/>
                      <a:gd name="connsiteY14" fmla="*/ 10240 h 95994"/>
                      <a:gd name="connsiteX15" fmla="*/ -1756 w 63926"/>
                      <a:gd name="connsiteY15" fmla="*/ 45913 h 95994"/>
                      <a:gd name="connsiteX16" fmla="*/ 6450 w 63926"/>
                      <a:gd name="connsiteY16" fmla="*/ 81625 h 95994"/>
                      <a:gd name="connsiteX17" fmla="*/ 30197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97" y="84025"/>
                        </a:moveTo>
                        <a:cubicBezTo>
                          <a:pt x="23762" y="84025"/>
                          <a:pt x="18918" y="80852"/>
                          <a:pt x="15667" y="74507"/>
                        </a:cubicBezTo>
                        <a:cubicBezTo>
                          <a:pt x="12430" y="68174"/>
                          <a:pt x="10811" y="58643"/>
                          <a:pt x="10811" y="45913"/>
                        </a:cubicBezTo>
                        <a:cubicBezTo>
                          <a:pt x="10811" y="33235"/>
                          <a:pt x="12430" y="23724"/>
                          <a:pt x="15667" y="17378"/>
                        </a:cubicBezTo>
                        <a:cubicBezTo>
                          <a:pt x="18918" y="11033"/>
                          <a:pt x="23762" y="7860"/>
                          <a:pt x="30197" y="7860"/>
                        </a:cubicBezTo>
                        <a:cubicBezTo>
                          <a:pt x="36686" y="7860"/>
                          <a:pt x="41549" y="11033"/>
                          <a:pt x="44786" y="17378"/>
                        </a:cubicBezTo>
                        <a:cubicBezTo>
                          <a:pt x="48037" y="23724"/>
                          <a:pt x="49663" y="33235"/>
                          <a:pt x="49663" y="45913"/>
                        </a:cubicBezTo>
                        <a:cubicBezTo>
                          <a:pt x="49663" y="58643"/>
                          <a:pt x="48037" y="68174"/>
                          <a:pt x="44786" y="74507"/>
                        </a:cubicBezTo>
                        <a:cubicBezTo>
                          <a:pt x="41549" y="80852"/>
                          <a:pt x="36686" y="84025"/>
                          <a:pt x="30197" y="84025"/>
                        </a:cubicBezTo>
                        <a:close/>
                        <a:moveTo>
                          <a:pt x="30197" y="93939"/>
                        </a:moveTo>
                        <a:cubicBezTo>
                          <a:pt x="40571" y="93939"/>
                          <a:pt x="48493" y="89835"/>
                          <a:pt x="53964" y="81625"/>
                        </a:cubicBezTo>
                        <a:cubicBezTo>
                          <a:pt x="59435" y="73429"/>
                          <a:pt x="62170" y="61525"/>
                          <a:pt x="62170" y="45913"/>
                        </a:cubicBezTo>
                        <a:cubicBezTo>
                          <a:pt x="62170" y="30340"/>
                          <a:pt x="59435" y="18449"/>
                          <a:pt x="53964" y="10240"/>
                        </a:cubicBezTo>
                        <a:cubicBezTo>
                          <a:pt x="48493" y="2043"/>
                          <a:pt x="40571" y="-2055"/>
                          <a:pt x="30197" y="-2055"/>
                        </a:cubicBezTo>
                        <a:cubicBezTo>
                          <a:pt x="19837" y="-2055"/>
                          <a:pt x="11921" y="2043"/>
                          <a:pt x="6450" y="10240"/>
                        </a:cubicBezTo>
                        <a:cubicBezTo>
                          <a:pt x="979" y="18449"/>
                          <a:pt x="-1756" y="30340"/>
                          <a:pt x="-1756" y="45913"/>
                        </a:cubicBezTo>
                        <a:cubicBezTo>
                          <a:pt x="-1756" y="61525"/>
                          <a:pt x="979" y="73429"/>
                          <a:pt x="6450" y="81625"/>
                        </a:cubicBezTo>
                        <a:cubicBezTo>
                          <a:pt x="11921" y="89835"/>
                          <a:pt x="19837" y="93939"/>
                          <a:pt x="30197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95" name="Graphic 2">
                <a:extLst>
                  <a:ext uri="{FF2B5EF4-FFF2-40B4-BE49-F238E27FC236}">
                    <a16:creationId xmlns:a16="http://schemas.microsoft.com/office/drawing/2014/main" id="{1B684331-F1C9-5D76-8F8F-C66865C988F3}"/>
                  </a:ext>
                </a:extLst>
              </p:cNvPr>
              <p:cNvGrpSpPr/>
              <p:nvPr/>
            </p:nvGrpSpPr>
            <p:grpSpPr>
              <a:xfrm>
                <a:off x="16144542" y="5319633"/>
                <a:ext cx="223926" cy="187070"/>
                <a:chOff x="16144542" y="5319633"/>
                <a:chExt cx="223926" cy="187070"/>
              </a:xfrm>
              <a:solidFill>
                <a:srgbClr val="000000"/>
              </a:solidFill>
            </p:grpSpPr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2F0615A0-F494-F82F-22F8-DDB442C16E84}"/>
                    </a:ext>
                  </a:extLst>
                </p:cNvPr>
                <p:cNvSpPr/>
                <p:nvPr/>
              </p:nvSpPr>
              <p:spPr>
                <a:xfrm>
                  <a:off x="16255824" y="5319633"/>
                  <a:ext cx="12686" cy="44417"/>
                </a:xfrm>
                <a:custGeom>
                  <a:avLst/>
                  <a:gdLst>
                    <a:gd name="connsiteX0" fmla="*/ 343 w 12686"/>
                    <a:gd name="connsiteY0" fmla="*/ 264 h 44417"/>
                    <a:gd name="connsiteX1" fmla="*/ 343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43" y="264"/>
                      </a:moveTo>
                      <a:lnTo>
                        <a:pt x="343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97" name="Graphic 2">
                  <a:extLst>
                    <a:ext uri="{FF2B5EF4-FFF2-40B4-BE49-F238E27FC236}">
                      <a16:creationId xmlns:a16="http://schemas.microsoft.com/office/drawing/2014/main" id="{0A787367-1EA3-934A-A718-A4D8A6092ABE}"/>
                    </a:ext>
                  </a:extLst>
                </p:cNvPr>
                <p:cNvGrpSpPr/>
                <p:nvPr/>
              </p:nvGrpSpPr>
              <p:grpSpPr>
                <a:xfrm>
                  <a:off x="16144542" y="5410710"/>
                  <a:ext cx="223926" cy="95994"/>
                  <a:chOff x="16144542" y="5410710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98" name="Freeform: Shape 97">
                    <a:extLst>
                      <a:ext uri="{FF2B5EF4-FFF2-40B4-BE49-F238E27FC236}">
                        <a16:creationId xmlns:a16="http://schemas.microsoft.com/office/drawing/2014/main" id="{C2C0BB39-1E63-DE2E-1683-43E8D80D9380}"/>
                      </a:ext>
                    </a:extLst>
                  </p:cNvPr>
                  <p:cNvSpPr/>
                  <p:nvPr/>
                </p:nvSpPr>
                <p:spPr>
                  <a:xfrm flipV="1">
                    <a:off x="16144542" y="5412375"/>
                    <a:ext cx="59843" cy="94328"/>
                  </a:xfrm>
                  <a:custGeom>
                    <a:avLst/>
                    <a:gdLst>
                      <a:gd name="connsiteX0" fmla="*/ 2238 w 59843"/>
                      <a:gd name="connsiteY0" fmla="*/ 92316 h 94328"/>
                      <a:gd name="connsiteX1" fmla="*/ 51358 w 59843"/>
                      <a:gd name="connsiteY1" fmla="*/ 92316 h 94328"/>
                      <a:gd name="connsiteX2" fmla="*/ 51358 w 59843"/>
                      <a:gd name="connsiteY2" fmla="*/ 81767 h 94328"/>
                      <a:gd name="connsiteX3" fmla="*/ 13696 w 59843"/>
                      <a:gd name="connsiteY3" fmla="*/ 81767 h 94328"/>
                      <a:gd name="connsiteX4" fmla="*/ 13696 w 59843"/>
                      <a:gd name="connsiteY4" fmla="*/ 59102 h 94328"/>
                      <a:gd name="connsiteX5" fmla="*/ 19127 w 59843"/>
                      <a:gd name="connsiteY5" fmla="*/ 60490 h 94328"/>
                      <a:gd name="connsiteX6" fmla="*/ 24598 w 59843"/>
                      <a:gd name="connsiteY6" fmla="*/ 60946 h 94328"/>
                      <a:gd name="connsiteX7" fmla="*/ 49118 w 59843"/>
                      <a:gd name="connsiteY7" fmla="*/ 52459 h 94328"/>
                      <a:gd name="connsiteX8" fmla="*/ 58177 w 59843"/>
                      <a:gd name="connsiteY8" fmla="*/ 29476 h 94328"/>
                      <a:gd name="connsiteX9" fmla="*/ 48880 w 59843"/>
                      <a:gd name="connsiteY9" fmla="*/ 6256 h 94328"/>
                      <a:gd name="connsiteX10" fmla="*/ 22675 w 59843"/>
                      <a:gd name="connsiteY10" fmla="*/ -2013 h 94328"/>
                      <a:gd name="connsiteX11" fmla="*/ 10802 w 59843"/>
                      <a:gd name="connsiteY11" fmla="*/ -1021 h 94328"/>
                      <a:gd name="connsiteX12" fmla="*/ -1667 w 59843"/>
                      <a:gd name="connsiteY12" fmla="*/ 1953 h 94328"/>
                      <a:gd name="connsiteX13" fmla="*/ -1667 w 59843"/>
                      <a:gd name="connsiteY13" fmla="*/ 14545 h 94328"/>
                      <a:gd name="connsiteX14" fmla="*/ 9850 w 59843"/>
                      <a:gd name="connsiteY14" fmla="*/ 10024 h 94328"/>
                      <a:gd name="connsiteX15" fmla="*/ 22417 w 59843"/>
                      <a:gd name="connsiteY15" fmla="*/ 8537 h 94328"/>
                      <a:gd name="connsiteX16" fmla="*/ 39385 w 59843"/>
                      <a:gd name="connsiteY16" fmla="*/ 14168 h 94328"/>
                      <a:gd name="connsiteX17" fmla="*/ 45649 w 59843"/>
                      <a:gd name="connsiteY17" fmla="*/ 29476 h 94328"/>
                      <a:gd name="connsiteX18" fmla="*/ 39385 w 59843"/>
                      <a:gd name="connsiteY18" fmla="*/ 44765 h 94328"/>
                      <a:gd name="connsiteX19" fmla="*/ 22417 w 59843"/>
                      <a:gd name="connsiteY19" fmla="*/ 50416 h 94328"/>
                      <a:gd name="connsiteX20" fmla="*/ 12407 w 59843"/>
                      <a:gd name="connsiteY20" fmla="*/ 49306 h 94328"/>
                      <a:gd name="connsiteX21" fmla="*/ 2238 w 59843"/>
                      <a:gd name="connsiteY21" fmla="*/ 45836 h 94328"/>
                      <a:gd name="connsiteX22" fmla="*/ 2238 w 59843"/>
                      <a:gd name="connsiteY22" fmla="*/ 923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38" y="92316"/>
                        </a:moveTo>
                        <a:lnTo>
                          <a:pt x="51358" y="92316"/>
                        </a:lnTo>
                        <a:lnTo>
                          <a:pt x="51358" y="81767"/>
                        </a:lnTo>
                        <a:lnTo>
                          <a:pt x="13696" y="81767"/>
                        </a:lnTo>
                        <a:lnTo>
                          <a:pt x="13696" y="59102"/>
                        </a:lnTo>
                        <a:cubicBezTo>
                          <a:pt x="15506" y="59723"/>
                          <a:pt x="17316" y="60186"/>
                          <a:pt x="19127" y="60490"/>
                        </a:cubicBezTo>
                        <a:cubicBezTo>
                          <a:pt x="20951" y="60794"/>
                          <a:pt x="22774" y="60946"/>
                          <a:pt x="24598" y="60946"/>
                        </a:cubicBezTo>
                        <a:cubicBezTo>
                          <a:pt x="34919" y="60946"/>
                          <a:pt x="43092" y="58117"/>
                          <a:pt x="49118" y="52459"/>
                        </a:cubicBezTo>
                        <a:cubicBezTo>
                          <a:pt x="55157" y="46801"/>
                          <a:pt x="58177" y="39140"/>
                          <a:pt x="58177" y="29476"/>
                        </a:cubicBezTo>
                        <a:cubicBezTo>
                          <a:pt x="58177" y="19522"/>
                          <a:pt x="55078" y="11782"/>
                          <a:pt x="48880" y="6256"/>
                        </a:cubicBezTo>
                        <a:cubicBezTo>
                          <a:pt x="42682" y="744"/>
                          <a:pt x="33947" y="-2013"/>
                          <a:pt x="22675" y="-2013"/>
                        </a:cubicBezTo>
                        <a:cubicBezTo>
                          <a:pt x="18790" y="-2013"/>
                          <a:pt x="14832" y="-1682"/>
                          <a:pt x="10802" y="-1021"/>
                        </a:cubicBezTo>
                        <a:cubicBezTo>
                          <a:pt x="6784" y="-360"/>
                          <a:pt x="2628" y="631"/>
                          <a:pt x="-1667" y="1953"/>
                        </a:cubicBezTo>
                        <a:lnTo>
                          <a:pt x="-1667" y="14545"/>
                        </a:lnTo>
                        <a:cubicBezTo>
                          <a:pt x="2047" y="12522"/>
                          <a:pt x="5886" y="11015"/>
                          <a:pt x="9850" y="10024"/>
                        </a:cubicBezTo>
                        <a:cubicBezTo>
                          <a:pt x="13815" y="9032"/>
                          <a:pt x="18004" y="8537"/>
                          <a:pt x="22417" y="8537"/>
                        </a:cubicBezTo>
                        <a:cubicBezTo>
                          <a:pt x="29567" y="8537"/>
                          <a:pt x="35223" y="10414"/>
                          <a:pt x="39385" y="14168"/>
                        </a:cubicBezTo>
                        <a:cubicBezTo>
                          <a:pt x="43561" y="17923"/>
                          <a:pt x="45649" y="23025"/>
                          <a:pt x="45649" y="29476"/>
                        </a:cubicBezTo>
                        <a:cubicBezTo>
                          <a:pt x="45649" y="35914"/>
                          <a:pt x="43561" y="41011"/>
                          <a:pt x="39385" y="44765"/>
                        </a:cubicBezTo>
                        <a:cubicBezTo>
                          <a:pt x="35223" y="48533"/>
                          <a:pt x="29567" y="50416"/>
                          <a:pt x="22417" y="50416"/>
                        </a:cubicBezTo>
                        <a:cubicBezTo>
                          <a:pt x="19074" y="50416"/>
                          <a:pt x="15737" y="50046"/>
                          <a:pt x="12407" y="49306"/>
                        </a:cubicBezTo>
                        <a:cubicBezTo>
                          <a:pt x="9090" y="48566"/>
                          <a:pt x="5701" y="47409"/>
                          <a:pt x="2238" y="45836"/>
                        </a:cubicBezTo>
                        <a:lnTo>
                          <a:pt x="2238" y="92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9" name="Freeform: Shape 98">
                    <a:extLst>
                      <a:ext uri="{FF2B5EF4-FFF2-40B4-BE49-F238E27FC236}">
                        <a16:creationId xmlns:a16="http://schemas.microsoft.com/office/drawing/2014/main" id="{E33BE0D7-C1B2-307F-3756-A12C39998226}"/>
                      </a:ext>
                    </a:extLst>
                  </p:cNvPr>
                  <p:cNvSpPr/>
                  <p:nvPr/>
                </p:nvSpPr>
                <p:spPr>
                  <a:xfrm flipV="1">
                    <a:off x="16224066" y="5410710"/>
                    <a:ext cx="63431" cy="95994"/>
                  </a:xfrm>
                  <a:custGeom>
                    <a:avLst/>
                    <a:gdLst>
                      <a:gd name="connsiteX0" fmla="*/ 30025 w 63431"/>
                      <a:gd name="connsiteY0" fmla="*/ 43692 h 95994"/>
                      <a:gd name="connsiteX1" fmla="*/ 15991 w 63431"/>
                      <a:gd name="connsiteY1" fmla="*/ 38913 h 95994"/>
                      <a:gd name="connsiteX2" fmla="*/ 10896 w 63431"/>
                      <a:gd name="connsiteY2" fmla="*/ 25786 h 95994"/>
                      <a:gd name="connsiteX3" fmla="*/ 15991 w 63431"/>
                      <a:gd name="connsiteY3" fmla="*/ 12639 h 95994"/>
                      <a:gd name="connsiteX4" fmla="*/ 30025 w 63431"/>
                      <a:gd name="connsiteY4" fmla="*/ 7860 h 95994"/>
                      <a:gd name="connsiteX5" fmla="*/ 44079 w 63431"/>
                      <a:gd name="connsiteY5" fmla="*/ 12659 h 95994"/>
                      <a:gd name="connsiteX6" fmla="*/ 49233 w 63431"/>
                      <a:gd name="connsiteY6" fmla="*/ 25786 h 95994"/>
                      <a:gd name="connsiteX7" fmla="*/ 44118 w 63431"/>
                      <a:gd name="connsiteY7" fmla="*/ 38913 h 95994"/>
                      <a:gd name="connsiteX8" fmla="*/ 30025 w 63431"/>
                      <a:gd name="connsiteY8" fmla="*/ 43692 h 95994"/>
                      <a:gd name="connsiteX9" fmla="*/ 17517 w 63431"/>
                      <a:gd name="connsiteY9" fmla="*/ 49006 h 95994"/>
                      <a:gd name="connsiteX10" fmla="*/ 4970 w 63431"/>
                      <a:gd name="connsiteY10" fmla="*/ 56502 h 95994"/>
                      <a:gd name="connsiteX11" fmla="*/ 490 w 63431"/>
                      <a:gd name="connsiteY11" fmla="*/ 69966 h 95994"/>
                      <a:gd name="connsiteX12" fmla="*/ 8379 w 63431"/>
                      <a:gd name="connsiteY12" fmla="*/ 87495 h 95994"/>
                      <a:gd name="connsiteX13" fmla="*/ 30025 w 63431"/>
                      <a:gd name="connsiteY13" fmla="*/ 93939 h 95994"/>
                      <a:gd name="connsiteX14" fmla="*/ 51710 w 63431"/>
                      <a:gd name="connsiteY14" fmla="*/ 87495 h 95994"/>
                      <a:gd name="connsiteX15" fmla="*/ 59580 w 63431"/>
                      <a:gd name="connsiteY15" fmla="*/ 69966 h 95994"/>
                      <a:gd name="connsiteX16" fmla="*/ 55080 w 63431"/>
                      <a:gd name="connsiteY16" fmla="*/ 56502 h 95994"/>
                      <a:gd name="connsiteX17" fmla="*/ 42612 w 63431"/>
                      <a:gd name="connsiteY17" fmla="*/ 49006 h 95994"/>
                      <a:gd name="connsiteX18" fmla="*/ 56686 w 63431"/>
                      <a:gd name="connsiteY18" fmla="*/ 40757 h 95994"/>
                      <a:gd name="connsiteX19" fmla="*/ 61740 w 63431"/>
                      <a:gd name="connsiteY19" fmla="*/ 25786 h 95994"/>
                      <a:gd name="connsiteX20" fmla="*/ 53534 w 63431"/>
                      <a:gd name="connsiteY20" fmla="*/ 5124 h 95994"/>
                      <a:gd name="connsiteX21" fmla="*/ 30025 w 63431"/>
                      <a:gd name="connsiteY21" fmla="*/ -2055 h 95994"/>
                      <a:gd name="connsiteX22" fmla="*/ 6516 w 63431"/>
                      <a:gd name="connsiteY22" fmla="*/ 5124 h 95994"/>
                      <a:gd name="connsiteX23" fmla="*/ -1691 w 63431"/>
                      <a:gd name="connsiteY23" fmla="*/ 25786 h 95994"/>
                      <a:gd name="connsiteX24" fmla="*/ 3384 w 63431"/>
                      <a:gd name="connsiteY24" fmla="*/ 40757 h 95994"/>
                      <a:gd name="connsiteX25" fmla="*/ 17517 w 63431"/>
                      <a:gd name="connsiteY25" fmla="*/ 49006 h 95994"/>
                      <a:gd name="connsiteX26" fmla="*/ 12938 w 63431"/>
                      <a:gd name="connsiteY26" fmla="*/ 68776 h 95994"/>
                      <a:gd name="connsiteX27" fmla="*/ 17418 w 63431"/>
                      <a:gd name="connsiteY27" fmla="*/ 57572 h 95994"/>
                      <a:gd name="connsiteX28" fmla="*/ 30025 w 63431"/>
                      <a:gd name="connsiteY28" fmla="*/ 53547 h 95994"/>
                      <a:gd name="connsiteX29" fmla="*/ 42632 w 63431"/>
                      <a:gd name="connsiteY29" fmla="*/ 57572 h 95994"/>
                      <a:gd name="connsiteX30" fmla="*/ 47191 w 63431"/>
                      <a:gd name="connsiteY30" fmla="*/ 68776 h 95994"/>
                      <a:gd name="connsiteX31" fmla="*/ 42632 w 63431"/>
                      <a:gd name="connsiteY31" fmla="*/ 79999 h 95994"/>
                      <a:gd name="connsiteX32" fmla="*/ 30025 w 63431"/>
                      <a:gd name="connsiteY32" fmla="*/ 84025 h 95994"/>
                      <a:gd name="connsiteX33" fmla="*/ 17418 w 63431"/>
                      <a:gd name="connsiteY33" fmla="*/ 79999 h 95994"/>
                      <a:gd name="connsiteX34" fmla="*/ 12938 w 63431"/>
                      <a:gd name="connsiteY34" fmla="*/ 6877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30025" y="43692"/>
                        </a:moveTo>
                        <a:cubicBezTo>
                          <a:pt x="24078" y="43692"/>
                          <a:pt x="19400" y="42099"/>
                          <a:pt x="15991" y="38913"/>
                        </a:cubicBezTo>
                        <a:cubicBezTo>
                          <a:pt x="12595" y="35727"/>
                          <a:pt x="10896" y="31351"/>
                          <a:pt x="10896" y="25786"/>
                        </a:cubicBezTo>
                        <a:cubicBezTo>
                          <a:pt x="10896" y="20207"/>
                          <a:pt x="12595" y="15825"/>
                          <a:pt x="15991" y="12639"/>
                        </a:cubicBezTo>
                        <a:cubicBezTo>
                          <a:pt x="19400" y="9453"/>
                          <a:pt x="24078" y="7860"/>
                          <a:pt x="30025" y="7860"/>
                        </a:cubicBezTo>
                        <a:cubicBezTo>
                          <a:pt x="35972" y="7860"/>
                          <a:pt x="40656" y="9460"/>
                          <a:pt x="44079" y="12659"/>
                        </a:cubicBezTo>
                        <a:cubicBezTo>
                          <a:pt x="47515" y="15871"/>
                          <a:pt x="49233" y="20247"/>
                          <a:pt x="49233" y="25786"/>
                        </a:cubicBezTo>
                        <a:cubicBezTo>
                          <a:pt x="49233" y="31351"/>
                          <a:pt x="47528" y="35727"/>
                          <a:pt x="44118" y="38913"/>
                        </a:cubicBezTo>
                        <a:cubicBezTo>
                          <a:pt x="40722" y="42099"/>
                          <a:pt x="36024" y="43692"/>
                          <a:pt x="30025" y="43692"/>
                        </a:cubicBezTo>
                        <a:close/>
                        <a:moveTo>
                          <a:pt x="17517" y="49006"/>
                        </a:moveTo>
                        <a:cubicBezTo>
                          <a:pt x="12152" y="50328"/>
                          <a:pt x="7969" y="52826"/>
                          <a:pt x="4970" y="56502"/>
                        </a:cubicBezTo>
                        <a:cubicBezTo>
                          <a:pt x="1983" y="60190"/>
                          <a:pt x="490" y="64678"/>
                          <a:pt x="490" y="69966"/>
                        </a:cubicBezTo>
                        <a:cubicBezTo>
                          <a:pt x="490" y="77355"/>
                          <a:pt x="3119" y="83199"/>
                          <a:pt x="8379" y="87495"/>
                        </a:cubicBezTo>
                        <a:cubicBezTo>
                          <a:pt x="13652" y="91791"/>
                          <a:pt x="20867" y="93939"/>
                          <a:pt x="30025" y="93939"/>
                        </a:cubicBezTo>
                        <a:cubicBezTo>
                          <a:pt x="39236" y="93939"/>
                          <a:pt x="46464" y="91791"/>
                          <a:pt x="51710" y="87495"/>
                        </a:cubicBezTo>
                        <a:cubicBezTo>
                          <a:pt x="56957" y="83199"/>
                          <a:pt x="59580" y="77355"/>
                          <a:pt x="59580" y="69966"/>
                        </a:cubicBezTo>
                        <a:cubicBezTo>
                          <a:pt x="59580" y="64678"/>
                          <a:pt x="58080" y="60190"/>
                          <a:pt x="55080" y="56502"/>
                        </a:cubicBezTo>
                        <a:cubicBezTo>
                          <a:pt x="52094" y="52826"/>
                          <a:pt x="47938" y="50328"/>
                          <a:pt x="42612" y="49006"/>
                        </a:cubicBezTo>
                        <a:cubicBezTo>
                          <a:pt x="48638" y="47605"/>
                          <a:pt x="53329" y="44855"/>
                          <a:pt x="56686" y="40757"/>
                        </a:cubicBezTo>
                        <a:cubicBezTo>
                          <a:pt x="60056" y="36672"/>
                          <a:pt x="61740" y="31682"/>
                          <a:pt x="61740" y="25786"/>
                        </a:cubicBezTo>
                        <a:cubicBezTo>
                          <a:pt x="61740" y="16810"/>
                          <a:pt x="59005" y="9922"/>
                          <a:pt x="53534" y="5124"/>
                        </a:cubicBezTo>
                        <a:cubicBezTo>
                          <a:pt x="48063" y="338"/>
                          <a:pt x="40227" y="-2055"/>
                          <a:pt x="30025" y="-2055"/>
                        </a:cubicBezTo>
                        <a:cubicBezTo>
                          <a:pt x="19836" y="-2055"/>
                          <a:pt x="12000" y="338"/>
                          <a:pt x="6516" y="5124"/>
                        </a:cubicBezTo>
                        <a:cubicBezTo>
                          <a:pt x="1045" y="9922"/>
                          <a:pt x="-1691" y="16810"/>
                          <a:pt x="-1691" y="25786"/>
                        </a:cubicBezTo>
                        <a:cubicBezTo>
                          <a:pt x="-1691" y="31682"/>
                          <a:pt x="1" y="36672"/>
                          <a:pt x="3384" y="40757"/>
                        </a:cubicBezTo>
                        <a:cubicBezTo>
                          <a:pt x="6780" y="44855"/>
                          <a:pt x="11491" y="47605"/>
                          <a:pt x="17517" y="49006"/>
                        </a:cubicBezTo>
                        <a:close/>
                        <a:moveTo>
                          <a:pt x="12938" y="68776"/>
                        </a:moveTo>
                        <a:cubicBezTo>
                          <a:pt x="12938" y="63990"/>
                          <a:pt x="14431" y="60256"/>
                          <a:pt x="17418" y="57572"/>
                        </a:cubicBezTo>
                        <a:cubicBezTo>
                          <a:pt x="20418" y="54889"/>
                          <a:pt x="24620" y="53547"/>
                          <a:pt x="30025" y="53547"/>
                        </a:cubicBezTo>
                        <a:cubicBezTo>
                          <a:pt x="35403" y="53547"/>
                          <a:pt x="39606" y="54889"/>
                          <a:pt x="42632" y="57572"/>
                        </a:cubicBezTo>
                        <a:cubicBezTo>
                          <a:pt x="45671" y="60256"/>
                          <a:pt x="47191" y="63990"/>
                          <a:pt x="47191" y="68776"/>
                        </a:cubicBezTo>
                        <a:cubicBezTo>
                          <a:pt x="47191" y="73575"/>
                          <a:pt x="45671" y="77316"/>
                          <a:pt x="42632" y="79999"/>
                        </a:cubicBezTo>
                        <a:cubicBezTo>
                          <a:pt x="39606" y="82683"/>
                          <a:pt x="35403" y="84025"/>
                          <a:pt x="30025" y="84025"/>
                        </a:cubicBezTo>
                        <a:cubicBezTo>
                          <a:pt x="24620" y="84025"/>
                          <a:pt x="20418" y="82683"/>
                          <a:pt x="17418" y="79999"/>
                        </a:cubicBezTo>
                        <a:cubicBezTo>
                          <a:pt x="14431" y="77316"/>
                          <a:pt x="12938" y="73575"/>
                          <a:pt x="12938" y="687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00" name="Freeform: Shape 99">
                    <a:extLst>
                      <a:ext uri="{FF2B5EF4-FFF2-40B4-BE49-F238E27FC236}">
                        <a16:creationId xmlns:a16="http://schemas.microsoft.com/office/drawing/2014/main" id="{F9476341-CB52-807A-0A3A-003C8BCA2E6A}"/>
                      </a:ext>
                    </a:extLst>
                  </p:cNvPr>
                  <p:cNvSpPr/>
                  <p:nvPr/>
                </p:nvSpPr>
                <p:spPr>
                  <a:xfrm flipV="1">
                    <a:off x="16304542" y="5410710"/>
                    <a:ext cx="63926" cy="95994"/>
                  </a:xfrm>
                  <a:custGeom>
                    <a:avLst/>
                    <a:gdLst>
                      <a:gd name="connsiteX0" fmla="*/ 30269 w 63926"/>
                      <a:gd name="connsiteY0" fmla="*/ 84025 h 95994"/>
                      <a:gd name="connsiteX1" fmla="*/ 15739 w 63926"/>
                      <a:gd name="connsiteY1" fmla="*/ 74507 h 95994"/>
                      <a:gd name="connsiteX2" fmla="*/ 10882 w 63926"/>
                      <a:gd name="connsiteY2" fmla="*/ 45913 h 95994"/>
                      <a:gd name="connsiteX3" fmla="*/ 15739 w 63926"/>
                      <a:gd name="connsiteY3" fmla="*/ 17378 h 95994"/>
                      <a:gd name="connsiteX4" fmla="*/ 30269 w 63926"/>
                      <a:gd name="connsiteY4" fmla="*/ 7860 h 95994"/>
                      <a:gd name="connsiteX5" fmla="*/ 44858 w 63926"/>
                      <a:gd name="connsiteY5" fmla="*/ 17378 h 95994"/>
                      <a:gd name="connsiteX6" fmla="*/ 49734 w 63926"/>
                      <a:gd name="connsiteY6" fmla="*/ 45913 h 95994"/>
                      <a:gd name="connsiteX7" fmla="*/ 44858 w 63926"/>
                      <a:gd name="connsiteY7" fmla="*/ 74507 h 95994"/>
                      <a:gd name="connsiteX8" fmla="*/ 30269 w 63926"/>
                      <a:gd name="connsiteY8" fmla="*/ 84025 h 95994"/>
                      <a:gd name="connsiteX9" fmla="*/ 30269 w 63926"/>
                      <a:gd name="connsiteY9" fmla="*/ 93939 h 95994"/>
                      <a:gd name="connsiteX10" fmla="*/ 54035 w 63926"/>
                      <a:gd name="connsiteY10" fmla="*/ 81625 h 95994"/>
                      <a:gd name="connsiteX11" fmla="*/ 62242 w 63926"/>
                      <a:gd name="connsiteY11" fmla="*/ 45913 h 95994"/>
                      <a:gd name="connsiteX12" fmla="*/ 54035 w 63926"/>
                      <a:gd name="connsiteY12" fmla="*/ 10240 h 95994"/>
                      <a:gd name="connsiteX13" fmla="*/ 30269 w 63926"/>
                      <a:gd name="connsiteY13" fmla="*/ -2055 h 95994"/>
                      <a:gd name="connsiteX14" fmla="*/ 6522 w 63926"/>
                      <a:gd name="connsiteY14" fmla="*/ 10240 h 95994"/>
                      <a:gd name="connsiteX15" fmla="*/ -1685 w 63926"/>
                      <a:gd name="connsiteY15" fmla="*/ 45913 h 95994"/>
                      <a:gd name="connsiteX16" fmla="*/ 6522 w 63926"/>
                      <a:gd name="connsiteY16" fmla="*/ 81625 h 95994"/>
                      <a:gd name="connsiteX17" fmla="*/ 30269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69" y="84025"/>
                        </a:moveTo>
                        <a:cubicBezTo>
                          <a:pt x="23833" y="84025"/>
                          <a:pt x="18990" y="80852"/>
                          <a:pt x="15739" y="74507"/>
                        </a:cubicBezTo>
                        <a:cubicBezTo>
                          <a:pt x="12501" y="68174"/>
                          <a:pt x="10882" y="58643"/>
                          <a:pt x="10882" y="45913"/>
                        </a:cubicBezTo>
                        <a:cubicBezTo>
                          <a:pt x="10882" y="33235"/>
                          <a:pt x="12501" y="23724"/>
                          <a:pt x="15739" y="17378"/>
                        </a:cubicBezTo>
                        <a:cubicBezTo>
                          <a:pt x="18990" y="11033"/>
                          <a:pt x="23833" y="7860"/>
                          <a:pt x="30269" y="7860"/>
                        </a:cubicBezTo>
                        <a:cubicBezTo>
                          <a:pt x="36757" y="7860"/>
                          <a:pt x="41620" y="11033"/>
                          <a:pt x="44858" y="17378"/>
                        </a:cubicBezTo>
                        <a:cubicBezTo>
                          <a:pt x="48109" y="23724"/>
                          <a:pt x="49734" y="33235"/>
                          <a:pt x="49734" y="45913"/>
                        </a:cubicBezTo>
                        <a:cubicBezTo>
                          <a:pt x="49734" y="58643"/>
                          <a:pt x="48109" y="68174"/>
                          <a:pt x="44858" y="74507"/>
                        </a:cubicBezTo>
                        <a:cubicBezTo>
                          <a:pt x="41620" y="80852"/>
                          <a:pt x="36757" y="84025"/>
                          <a:pt x="30269" y="84025"/>
                        </a:cubicBezTo>
                        <a:close/>
                        <a:moveTo>
                          <a:pt x="30269" y="93939"/>
                        </a:moveTo>
                        <a:cubicBezTo>
                          <a:pt x="40642" y="93939"/>
                          <a:pt x="48565" y="89835"/>
                          <a:pt x="54035" y="81625"/>
                        </a:cubicBezTo>
                        <a:cubicBezTo>
                          <a:pt x="59506" y="73429"/>
                          <a:pt x="62242" y="61525"/>
                          <a:pt x="62242" y="45913"/>
                        </a:cubicBezTo>
                        <a:cubicBezTo>
                          <a:pt x="62242" y="30340"/>
                          <a:pt x="59506" y="18449"/>
                          <a:pt x="54035" y="10240"/>
                        </a:cubicBezTo>
                        <a:cubicBezTo>
                          <a:pt x="48565" y="2043"/>
                          <a:pt x="40642" y="-2055"/>
                          <a:pt x="30269" y="-2055"/>
                        </a:cubicBezTo>
                        <a:cubicBezTo>
                          <a:pt x="19908" y="-2055"/>
                          <a:pt x="11992" y="2043"/>
                          <a:pt x="6522" y="10240"/>
                        </a:cubicBezTo>
                        <a:cubicBezTo>
                          <a:pt x="1051" y="18449"/>
                          <a:pt x="-1685" y="30340"/>
                          <a:pt x="-1685" y="45913"/>
                        </a:cubicBezTo>
                        <a:cubicBezTo>
                          <a:pt x="-1685" y="61525"/>
                          <a:pt x="1051" y="73429"/>
                          <a:pt x="6522" y="81625"/>
                        </a:cubicBezTo>
                        <a:cubicBezTo>
                          <a:pt x="11992" y="89835"/>
                          <a:pt x="19908" y="93939"/>
                          <a:pt x="30269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01" name="Graphic 2">
                <a:extLst>
                  <a:ext uri="{FF2B5EF4-FFF2-40B4-BE49-F238E27FC236}">
                    <a16:creationId xmlns:a16="http://schemas.microsoft.com/office/drawing/2014/main" id="{54D27E20-ECF9-975D-50AC-89261A2BFEA4}"/>
                  </a:ext>
                </a:extLst>
              </p:cNvPr>
              <p:cNvGrpSpPr/>
              <p:nvPr/>
            </p:nvGrpSpPr>
            <p:grpSpPr>
              <a:xfrm>
                <a:off x="17049711" y="5319633"/>
                <a:ext cx="224858" cy="187070"/>
                <a:chOff x="17049711" y="5319633"/>
                <a:chExt cx="224858" cy="187070"/>
              </a:xfrm>
              <a:solidFill>
                <a:srgbClr val="000000"/>
              </a:solidFill>
            </p:grpSpPr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E972BFC9-AB75-4764-5C12-C5772C16C4D7}"/>
                    </a:ext>
                  </a:extLst>
                </p:cNvPr>
                <p:cNvSpPr/>
                <p:nvPr/>
              </p:nvSpPr>
              <p:spPr>
                <a:xfrm>
                  <a:off x="17161925" y="5319633"/>
                  <a:ext cx="12686" cy="44417"/>
                </a:xfrm>
                <a:custGeom>
                  <a:avLst/>
                  <a:gdLst>
                    <a:gd name="connsiteX0" fmla="*/ 415 w 12686"/>
                    <a:gd name="connsiteY0" fmla="*/ 264 h 44417"/>
                    <a:gd name="connsiteX1" fmla="*/ 415 w 12686"/>
                    <a:gd name="connsiteY1" fmla="*/ 44682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415" y="264"/>
                      </a:moveTo>
                      <a:lnTo>
                        <a:pt x="415" y="44682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03" name="Graphic 2">
                  <a:extLst>
                    <a:ext uri="{FF2B5EF4-FFF2-40B4-BE49-F238E27FC236}">
                      <a16:creationId xmlns:a16="http://schemas.microsoft.com/office/drawing/2014/main" id="{ECEEB6AC-D5A5-2C9A-E5E8-84DBE8118299}"/>
                    </a:ext>
                  </a:extLst>
                </p:cNvPr>
                <p:cNvGrpSpPr/>
                <p:nvPr/>
              </p:nvGrpSpPr>
              <p:grpSpPr>
                <a:xfrm>
                  <a:off x="17049711" y="5410710"/>
                  <a:ext cx="224858" cy="95994"/>
                  <a:chOff x="17049711" y="5410710"/>
                  <a:chExt cx="224858" cy="95994"/>
                </a:xfrm>
                <a:solidFill>
                  <a:srgbClr val="000000"/>
                </a:solidFill>
              </p:grpSpPr>
              <p:sp>
                <p:nvSpPr>
                  <p:cNvPr id="104" name="Freeform: Shape 103">
                    <a:extLst>
                      <a:ext uri="{FF2B5EF4-FFF2-40B4-BE49-F238E27FC236}">
                        <a16:creationId xmlns:a16="http://schemas.microsoft.com/office/drawing/2014/main" id="{CAA90EC7-E278-C014-7CDB-32465C8BF3F0}"/>
                      </a:ext>
                    </a:extLst>
                  </p:cNvPr>
                  <p:cNvSpPr/>
                  <p:nvPr/>
                </p:nvSpPr>
                <p:spPr>
                  <a:xfrm flipV="1">
                    <a:off x="17049711" y="5410710"/>
                    <a:ext cx="63867" cy="95994"/>
                  </a:xfrm>
                  <a:custGeom>
                    <a:avLst/>
                    <a:gdLst>
                      <a:gd name="connsiteX0" fmla="*/ 31374 w 63867"/>
                      <a:gd name="connsiteY0" fmla="*/ 50989 h 95994"/>
                      <a:gd name="connsiteX1" fmla="*/ 18014 w 63867"/>
                      <a:gd name="connsiteY1" fmla="*/ 45219 h 95994"/>
                      <a:gd name="connsiteX2" fmla="*/ 13098 w 63867"/>
                      <a:gd name="connsiteY2" fmla="*/ 29434 h 95994"/>
                      <a:gd name="connsiteX3" fmla="*/ 18014 w 63867"/>
                      <a:gd name="connsiteY3" fmla="*/ 13650 h 95994"/>
                      <a:gd name="connsiteX4" fmla="*/ 31374 w 63867"/>
                      <a:gd name="connsiteY4" fmla="*/ 7860 h 95994"/>
                      <a:gd name="connsiteX5" fmla="*/ 44715 w 63867"/>
                      <a:gd name="connsiteY5" fmla="*/ 13650 h 95994"/>
                      <a:gd name="connsiteX6" fmla="*/ 49630 w 63867"/>
                      <a:gd name="connsiteY6" fmla="*/ 29434 h 95994"/>
                      <a:gd name="connsiteX7" fmla="*/ 44715 w 63867"/>
                      <a:gd name="connsiteY7" fmla="*/ 45219 h 95994"/>
                      <a:gd name="connsiteX8" fmla="*/ 31374 w 63867"/>
                      <a:gd name="connsiteY8" fmla="*/ 50989 h 95994"/>
                      <a:gd name="connsiteX9" fmla="*/ 56211 w 63867"/>
                      <a:gd name="connsiteY9" fmla="*/ 90231 h 95994"/>
                      <a:gd name="connsiteX10" fmla="*/ 56211 w 63867"/>
                      <a:gd name="connsiteY10" fmla="*/ 78829 h 95994"/>
                      <a:gd name="connsiteX11" fmla="*/ 46697 w 63867"/>
                      <a:gd name="connsiteY11" fmla="*/ 82220 h 95994"/>
                      <a:gd name="connsiteX12" fmla="*/ 37182 w 63867"/>
                      <a:gd name="connsiteY12" fmla="*/ 83410 h 95994"/>
                      <a:gd name="connsiteX13" fmla="*/ 18252 w 63867"/>
                      <a:gd name="connsiteY13" fmla="*/ 75042 h 95994"/>
                      <a:gd name="connsiteX14" fmla="*/ 10799 w 63867"/>
                      <a:gd name="connsiteY14" fmla="*/ 49760 h 95994"/>
                      <a:gd name="connsiteX15" fmla="*/ 19957 w 63867"/>
                      <a:gd name="connsiteY15" fmla="*/ 58028 h 95994"/>
                      <a:gd name="connsiteX16" fmla="*/ 32108 w 63867"/>
                      <a:gd name="connsiteY16" fmla="*/ 60904 h 95994"/>
                      <a:gd name="connsiteX17" fmla="*/ 54130 w 63867"/>
                      <a:gd name="connsiteY17" fmla="*/ 52436 h 95994"/>
                      <a:gd name="connsiteX18" fmla="*/ 62218 w 63867"/>
                      <a:gd name="connsiteY18" fmla="*/ 29434 h 95994"/>
                      <a:gd name="connsiteX19" fmla="*/ 53793 w 63867"/>
                      <a:gd name="connsiteY19" fmla="*/ 6551 h 95994"/>
                      <a:gd name="connsiteX20" fmla="*/ 31374 w 63867"/>
                      <a:gd name="connsiteY20" fmla="*/ -2055 h 95994"/>
                      <a:gd name="connsiteX21" fmla="*/ 6834 w 63867"/>
                      <a:gd name="connsiteY21" fmla="*/ 10240 h 95994"/>
                      <a:gd name="connsiteX22" fmla="*/ -1650 w 63867"/>
                      <a:gd name="connsiteY22" fmla="*/ 45913 h 95994"/>
                      <a:gd name="connsiteX23" fmla="*/ 8757 w 63867"/>
                      <a:gd name="connsiteY23" fmla="*/ 80892 h 95994"/>
                      <a:gd name="connsiteX24" fmla="*/ 36687 w 63867"/>
                      <a:gd name="connsiteY24" fmla="*/ 93939 h 95994"/>
                      <a:gd name="connsiteX25" fmla="*/ 46201 w 63867"/>
                      <a:gd name="connsiteY25" fmla="*/ 93007 h 95994"/>
                      <a:gd name="connsiteX26" fmla="*/ 56211 w 63867"/>
                      <a:gd name="connsiteY26" fmla="*/ 9023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374" y="50989"/>
                        </a:moveTo>
                        <a:cubicBezTo>
                          <a:pt x="25758" y="50989"/>
                          <a:pt x="21305" y="49065"/>
                          <a:pt x="18014" y="45219"/>
                        </a:cubicBezTo>
                        <a:cubicBezTo>
                          <a:pt x="14737" y="41385"/>
                          <a:pt x="13098" y="36123"/>
                          <a:pt x="13098" y="29434"/>
                        </a:cubicBezTo>
                        <a:cubicBezTo>
                          <a:pt x="13098" y="22785"/>
                          <a:pt x="14737" y="17524"/>
                          <a:pt x="18014" y="13650"/>
                        </a:cubicBezTo>
                        <a:cubicBezTo>
                          <a:pt x="21305" y="9790"/>
                          <a:pt x="25758" y="7860"/>
                          <a:pt x="31374" y="7860"/>
                        </a:cubicBezTo>
                        <a:cubicBezTo>
                          <a:pt x="36991" y="7860"/>
                          <a:pt x="41437" y="9790"/>
                          <a:pt x="44715" y="13650"/>
                        </a:cubicBezTo>
                        <a:cubicBezTo>
                          <a:pt x="47992" y="17524"/>
                          <a:pt x="49630" y="22785"/>
                          <a:pt x="49630" y="29434"/>
                        </a:cubicBezTo>
                        <a:cubicBezTo>
                          <a:pt x="49630" y="36123"/>
                          <a:pt x="47992" y="41385"/>
                          <a:pt x="44715" y="45219"/>
                        </a:cubicBezTo>
                        <a:cubicBezTo>
                          <a:pt x="41437" y="49065"/>
                          <a:pt x="36991" y="50989"/>
                          <a:pt x="31374" y="50989"/>
                        </a:cubicBezTo>
                        <a:close/>
                        <a:moveTo>
                          <a:pt x="56211" y="90231"/>
                        </a:moveTo>
                        <a:lnTo>
                          <a:pt x="56211" y="78829"/>
                        </a:lnTo>
                        <a:cubicBezTo>
                          <a:pt x="53066" y="80310"/>
                          <a:pt x="49895" y="81440"/>
                          <a:pt x="46697" y="82220"/>
                        </a:cubicBezTo>
                        <a:cubicBezTo>
                          <a:pt x="43499" y="83013"/>
                          <a:pt x="40327" y="83410"/>
                          <a:pt x="37182" y="83410"/>
                        </a:cubicBezTo>
                        <a:cubicBezTo>
                          <a:pt x="28923" y="83410"/>
                          <a:pt x="22613" y="80621"/>
                          <a:pt x="18252" y="75042"/>
                        </a:cubicBezTo>
                        <a:cubicBezTo>
                          <a:pt x="13904" y="69463"/>
                          <a:pt x="11420" y="61036"/>
                          <a:pt x="10799" y="49760"/>
                        </a:cubicBezTo>
                        <a:cubicBezTo>
                          <a:pt x="13230" y="53355"/>
                          <a:pt x="16283" y="56112"/>
                          <a:pt x="19957" y="58028"/>
                        </a:cubicBezTo>
                        <a:cubicBezTo>
                          <a:pt x="23644" y="59945"/>
                          <a:pt x="27694" y="60904"/>
                          <a:pt x="32108" y="60904"/>
                        </a:cubicBezTo>
                        <a:cubicBezTo>
                          <a:pt x="41398" y="60904"/>
                          <a:pt x="48738" y="58081"/>
                          <a:pt x="54130" y="52436"/>
                        </a:cubicBezTo>
                        <a:cubicBezTo>
                          <a:pt x="59522" y="46805"/>
                          <a:pt x="62218" y="39138"/>
                          <a:pt x="62218" y="29434"/>
                        </a:cubicBezTo>
                        <a:cubicBezTo>
                          <a:pt x="62218" y="19929"/>
                          <a:pt x="59409" y="12302"/>
                          <a:pt x="53793" y="6551"/>
                        </a:cubicBezTo>
                        <a:cubicBezTo>
                          <a:pt x="48177" y="814"/>
                          <a:pt x="40704" y="-2055"/>
                          <a:pt x="31374" y="-2055"/>
                        </a:cubicBezTo>
                        <a:cubicBezTo>
                          <a:pt x="20670" y="-2055"/>
                          <a:pt x="12490" y="2043"/>
                          <a:pt x="6834" y="10240"/>
                        </a:cubicBezTo>
                        <a:cubicBezTo>
                          <a:pt x="1178" y="18449"/>
                          <a:pt x="-1650" y="30340"/>
                          <a:pt x="-1650" y="45913"/>
                        </a:cubicBezTo>
                        <a:cubicBezTo>
                          <a:pt x="-1650" y="60534"/>
                          <a:pt x="1819" y="72193"/>
                          <a:pt x="8757" y="80892"/>
                        </a:cubicBezTo>
                        <a:cubicBezTo>
                          <a:pt x="15695" y="89590"/>
                          <a:pt x="25005" y="93939"/>
                          <a:pt x="36687" y="93939"/>
                        </a:cubicBezTo>
                        <a:cubicBezTo>
                          <a:pt x="39832" y="93939"/>
                          <a:pt x="43003" y="93629"/>
                          <a:pt x="46201" y="93007"/>
                        </a:cubicBezTo>
                        <a:cubicBezTo>
                          <a:pt x="49399" y="92386"/>
                          <a:pt x="52736" y="91461"/>
                          <a:pt x="56211" y="902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05" name="Freeform: Shape 104">
                    <a:extLst>
                      <a:ext uri="{FF2B5EF4-FFF2-40B4-BE49-F238E27FC236}">
                        <a16:creationId xmlns:a16="http://schemas.microsoft.com/office/drawing/2014/main" id="{AA50499A-5C7A-9D7A-8FB5-4D92E1CE473F}"/>
                      </a:ext>
                    </a:extLst>
                  </p:cNvPr>
                  <p:cNvSpPr/>
                  <p:nvPr/>
                </p:nvSpPr>
                <p:spPr>
                  <a:xfrm flipV="1">
                    <a:off x="17129929" y="5410710"/>
                    <a:ext cx="63926" cy="95994"/>
                  </a:xfrm>
                  <a:custGeom>
                    <a:avLst/>
                    <a:gdLst>
                      <a:gd name="connsiteX0" fmla="*/ 30334 w 63926"/>
                      <a:gd name="connsiteY0" fmla="*/ 84025 h 95994"/>
                      <a:gd name="connsiteX1" fmla="*/ 15804 w 63926"/>
                      <a:gd name="connsiteY1" fmla="*/ 74507 h 95994"/>
                      <a:gd name="connsiteX2" fmla="*/ 10948 w 63926"/>
                      <a:gd name="connsiteY2" fmla="*/ 45913 h 95994"/>
                      <a:gd name="connsiteX3" fmla="*/ 15804 w 63926"/>
                      <a:gd name="connsiteY3" fmla="*/ 17378 h 95994"/>
                      <a:gd name="connsiteX4" fmla="*/ 30334 w 63926"/>
                      <a:gd name="connsiteY4" fmla="*/ 7860 h 95994"/>
                      <a:gd name="connsiteX5" fmla="*/ 44923 w 63926"/>
                      <a:gd name="connsiteY5" fmla="*/ 17378 h 95994"/>
                      <a:gd name="connsiteX6" fmla="*/ 49799 w 63926"/>
                      <a:gd name="connsiteY6" fmla="*/ 45913 h 95994"/>
                      <a:gd name="connsiteX7" fmla="*/ 44923 w 63926"/>
                      <a:gd name="connsiteY7" fmla="*/ 74507 h 95994"/>
                      <a:gd name="connsiteX8" fmla="*/ 30334 w 63926"/>
                      <a:gd name="connsiteY8" fmla="*/ 84025 h 95994"/>
                      <a:gd name="connsiteX9" fmla="*/ 30334 w 63926"/>
                      <a:gd name="connsiteY9" fmla="*/ 93939 h 95994"/>
                      <a:gd name="connsiteX10" fmla="*/ 54101 w 63926"/>
                      <a:gd name="connsiteY10" fmla="*/ 81625 h 95994"/>
                      <a:gd name="connsiteX11" fmla="*/ 62307 w 63926"/>
                      <a:gd name="connsiteY11" fmla="*/ 45913 h 95994"/>
                      <a:gd name="connsiteX12" fmla="*/ 54101 w 63926"/>
                      <a:gd name="connsiteY12" fmla="*/ 10240 h 95994"/>
                      <a:gd name="connsiteX13" fmla="*/ 30334 w 63926"/>
                      <a:gd name="connsiteY13" fmla="*/ -2055 h 95994"/>
                      <a:gd name="connsiteX14" fmla="*/ 6587 w 63926"/>
                      <a:gd name="connsiteY14" fmla="*/ 10240 h 95994"/>
                      <a:gd name="connsiteX15" fmla="*/ -1620 w 63926"/>
                      <a:gd name="connsiteY15" fmla="*/ 45913 h 95994"/>
                      <a:gd name="connsiteX16" fmla="*/ 6587 w 63926"/>
                      <a:gd name="connsiteY16" fmla="*/ 81625 h 95994"/>
                      <a:gd name="connsiteX17" fmla="*/ 30334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34" y="84025"/>
                        </a:moveTo>
                        <a:cubicBezTo>
                          <a:pt x="23898" y="84025"/>
                          <a:pt x="19055" y="80852"/>
                          <a:pt x="15804" y="74507"/>
                        </a:cubicBezTo>
                        <a:cubicBezTo>
                          <a:pt x="12566" y="68174"/>
                          <a:pt x="10948" y="58643"/>
                          <a:pt x="10948" y="45913"/>
                        </a:cubicBezTo>
                        <a:cubicBezTo>
                          <a:pt x="10948" y="33235"/>
                          <a:pt x="12566" y="23724"/>
                          <a:pt x="15804" y="17378"/>
                        </a:cubicBezTo>
                        <a:cubicBezTo>
                          <a:pt x="19055" y="11033"/>
                          <a:pt x="23898" y="7860"/>
                          <a:pt x="30334" y="7860"/>
                        </a:cubicBezTo>
                        <a:cubicBezTo>
                          <a:pt x="36822" y="7860"/>
                          <a:pt x="41685" y="11033"/>
                          <a:pt x="44923" y="17378"/>
                        </a:cubicBezTo>
                        <a:cubicBezTo>
                          <a:pt x="48174" y="23724"/>
                          <a:pt x="49799" y="33235"/>
                          <a:pt x="49799" y="45913"/>
                        </a:cubicBezTo>
                        <a:cubicBezTo>
                          <a:pt x="49799" y="58643"/>
                          <a:pt x="48174" y="68174"/>
                          <a:pt x="44923" y="74507"/>
                        </a:cubicBezTo>
                        <a:cubicBezTo>
                          <a:pt x="41685" y="80852"/>
                          <a:pt x="36822" y="84025"/>
                          <a:pt x="30334" y="84025"/>
                        </a:cubicBezTo>
                        <a:close/>
                        <a:moveTo>
                          <a:pt x="30334" y="93939"/>
                        </a:moveTo>
                        <a:cubicBezTo>
                          <a:pt x="40707" y="93939"/>
                          <a:pt x="48630" y="89835"/>
                          <a:pt x="54101" y="81625"/>
                        </a:cubicBezTo>
                        <a:cubicBezTo>
                          <a:pt x="59571" y="73429"/>
                          <a:pt x="62307" y="61525"/>
                          <a:pt x="62307" y="45913"/>
                        </a:cubicBezTo>
                        <a:cubicBezTo>
                          <a:pt x="62307" y="30340"/>
                          <a:pt x="59571" y="18449"/>
                          <a:pt x="54101" y="10240"/>
                        </a:cubicBezTo>
                        <a:cubicBezTo>
                          <a:pt x="48630" y="2043"/>
                          <a:pt x="40707" y="-2055"/>
                          <a:pt x="30334" y="-2055"/>
                        </a:cubicBezTo>
                        <a:cubicBezTo>
                          <a:pt x="19973" y="-2055"/>
                          <a:pt x="12058" y="2043"/>
                          <a:pt x="6587" y="10240"/>
                        </a:cubicBezTo>
                        <a:cubicBezTo>
                          <a:pt x="1116" y="18449"/>
                          <a:pt x="-1620" y="30340"/>
                          <a:pt x="-1620" y="45913"/>
                        </a:cubicBezTo>
                        <a:cubicBezTo>
                          <a:pt x="-1620" y="61525"/>
                          <a:pt x="1116" y="73429"/>
                          <a:pt x="6587" y="81625"/>
                        </a:cubicBezTo>
                        <a:cubicBezTo>
                          <a:pt x="12058" y="89835"/>
                          <a:pt x="19973" y="93939"/>
                          <a:pt x="30334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06" name="Freeform: Shape 105">
                    <a:extLst>
                      <a:ext uri="{FF2B5EF4-FFF2-40B4-BE49-F238E27FC236}">
                        <a16:creationId xmlns:a16="http://schemas.microsoft.com/office/drawing/2014/main" id="{B11F4284-2D99-03FF-1EA5-C0CD722F232C}"/>
                      </a:ext>
                    </a:extLst>
                  </p:cNvPr>
                  <p:cNvSpPr/>
                  <p:nvPr/>
                </p:nvSpPr>
                <p:spPr>
                  <a:xfrm flipV="1">
                    <a:off x="17210643" y="5410710"/>
                    <a:ext cx="63926" cy="95994"/>
                  </a:xfrm>
                  <a:custGeom>
                    <a:avLst/>
                    <a:gdLst>
                      <a:gd name="connsiteX0" fmla="*/ 30340 w 63926"/>
                      <a:gd name="connsiteY0" fmla="*/ 84025 h 95994"/>
                      <a:gd name="connsiteX1" fmla="*/ 15810 w 63926"/>
                      <a:gd name="connsiteY1" fmla="*/ 74507 h 95994"/>
                      <a:gd name="connsiteX2" fmla="*/ 10954 w 63926"/>
                      <a:gd name="connsiteY2" fmla="*/ 45913 h 95994"/>
                      <a:gd name="connsiteX3" fmla="*/ 15810 w 63926"/>
                      <a:gd name="connsiteY3" fmla="*/ 17378 h 95994"/>
                      <a:gd name="connsiteX4" fmla="*/ 30340 w 63926"/>
                      <a:gd name="connsiteY4" fmla="*/ 7860 h 95994"/>
                      <a:gd name="connsiteX5" fmla="*/ 44929 w 63926"/>
                      <a:gd name="connsiteY5" fmla="*/ 17378 h 95994"/>
                      <a:gd name="connsiteX6" fmla="*/ 49805 w 63926"/>
                      <a:gd name="connsiteY6" fmla="*/ 45913 h 95994"/>
                      <a:gd name="connsiteX7" fmla="*/ 44929 w 63926"/>
                      <a:gd name="connsiteY7" fmla="*/ 74507 h 95994"/>
                      <a:gd name="connsiteX8" fmla="*/ 30340 w 63926"/>
                      <a:gd name="connsiteY8" fmla="*/ 84025 h 95994"/>
                      <a:gd name="connsiteX9" fmla="*/ 30340 w 63926"/>
                      <a:gd name="connsiteY9" fmla="*/ 93939 h 95994"/>
                      <a:gd name="connsiteX10" fmla="*/ 54107 w 63926"/>
                      <a:gd name="connsiteY10" fmla="*/ 81625 h 95994"/>
                      <a:gd name="connsiteX11" fmla="*/ 62313 w 63926"/>
                      <a:gd name="connsiteY11" fmla="*/ 45913 h 95994"/>
                      <a:gd name="connsiteX12" fmla="*/ 54107 w 63926"/>
                      <a:gd name="connsiteY12" fmla="*/ 10240 h 95994"/>
                      <a:gd name="connsiteX13" fmla="*/ 30340 w 63926"/>
                      <a:gd name="connsiteY13" fmla="*/ -2055 h 95994"/>
                      <a:gd name="connsiteX14" fmla="*/ 6593 w 63926"/>
                      <a:gd name="connsiteY14" fmla="*/ 10240 h 95994"/>
                      <a:gd name="connsiteX15" fmla="*/ -1613 w 63926"/>
                      <a:gd name="connsiteY15" fmla="*/ 45913 h 95994"/>
                      <a:gd name="connsiteX16" fmla="*/ 6593 w 63926"/>
                      <a:gd name="connsiteY16" fmla="*/ 81625 h 95994"/>
                      <a:gd name="connsiteX17" fmla="*/ 30340 w 63926"/>
                      <a:gd name="connsiteY17" fmla="*/ 939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40" y="84025"/>
                        </a:moveTo>
                        <a:cubicBezTo>
                          <a:pt x="23904" y="84025"/>
                          <a:pt x="19061" y="80852"/>
                          <a:pt x="15810" y="74507"/>
                        </a:cubicBezTo>
                        <a:cubicBezTo>
                          <a:pt x="12573" y="68174"/>
                          <a:pt x="10954" y="58643"/>
                          <a:pt x="10954" y="45913"/>
                        </a:cubicBezTo>
                        <a:cubicBezTo>
                          <a:pt x="10954" y="33235"/>
                          <a:pt x="12573" y="23724"/>
                          <a:pt x="15810" y="17378"/>
                        </a:cubicBezTo>
                        <a:cubicBezTo>
                          <a:pt x="19061" y="11033"/>
                          <a:pt x="23904" y="7860"/>
                          <a:pt x="30340" y="7860"/>
                        </a:cubicBezTo>
                        <a:cubicBezTo>
                          <a:pt x="36828" y="7860"/>
                          <a:pt x="41692" y="11033"/>
                          <a:pt x="44929" y="17378"/>
                        </a:cubicBezTo>
                        <a:cubicBezTo>
                          <a:pt x="48180" y="23724"/>
                          <a:pt x="49805" y="33235"/>
                          <a:pt x="49805" y="45913"/>
                        </a:cubicBezTo>
                        <a:cubicBezTo>
                          <a:pt x="49805" y="58643"/>
                          <a:pt x="48180" y="68174"/>
                          <a:pt x="44929" y="74507"/>
                        </a:cubicBezTo>
                        <a:cubicBezTo>
                          <a:pt x="41692" y="80852"/>
                          <a:pt x="36828" y="84025"/>
                          <a:pt x="30340" y="84025"/>
                        </a:cubicBezTo>
                        <a:close/>
                        <a:moveTo>
                          <a:pt x="30340" y="93939"/>
                        </a:moveTo>
                        <a:cubicBezTo>
                          <a:pt x="40714" y="93939"/>
                          <a:pt x="48636" y="89835"/>
                          <a:pt x="54107" y="81625"/>
                        </a:cubicBezTo>
                        <a:cubicBezTo>
                          <a:pt x="59578" y="73429"/>
                          <a:pt x="62313" y="61525"/>
                          <a:pt x="62313" y="45913"/>
                        </a:cubicBezTo>
                        <a:cubicBezTo>
                          <a:pt x="62313" y="30340"/>
                          <a:pt x="59578" y="18449"/>
                          <a:pt x="54107" y="10240"/>
                        </a:cubicBezTo>
                        <a:cubicBezTo>
                          <a:pt x="48636" y="2043"/>
                          <a:pt x="40714" y="-2055"/>
                          <a:pt x="30340" y="-2055"/>
                        </a:cubicBezTo>
                        <a:cubicBezTo>
                          <a:pt x="19980" y="-2055"/>
                          <a:pt x="12064" y="2043"/>
                          <a:pt x="6593" y="10240"/>
                        </a:cubicBezTo>
                        <a:cubicBezTo>
                          <a:pt x="1122" y="18449"/>
                          <a:pt x="-1613" y="30340"/>
                          <a:pt x="-1613" y="45913"/>
                        </a:cubicBezTo>
                        <a:cubicBezTo>
                          <a:pt x="-1613" y="61525"/>
                          <a:pt x="1122" y="73429"/>
                          <a:pt x="6593" y="81625"/>
                        </a:cubicBezTo>
                        <a:cubicBezTo>
                          <a:pt x="12064" y="89835"/>
                          <a:pt x="19980" y="93939"/>
                          <a:pt x="30340" y="9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107" name="Graphic 2">
              <a:extLst>
                <a:ext uri="{FF2B5EF4-FFF2-40B4-BE49-F238E27FC236}">
                  <a16:creationId xmlns:a16="http://schemas.microsoft.com/office/drawing/2014/main" id="{D287ACE8-1C13-6756-45B9-B9D14820B4F7}"/>
                </a:ext>
              </a:extLst>
            </p:cNvPr>
            <p:cNvGrpSpPr/>
            <p:nvPr/>
          </p:nvGrpSpPr>
          <p:grpSpPr>
            <a:xfrm>
              <a:off x="12587018" y="3280167"/>
              <a:ext cx="44401" cy="1825549"/>
              <a:chOff x="12587018" y="3280167"/>
              <a:chExt cx="44401" cy="1825549"/>
            </a:xfrm>
            <a:solidFill>
              <a:srgbClr val="000000"/>
            </a:solidFill>
          </p:grpSpPr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51B91CDA-5492-8CEE-1F28-374E313EF666}"/>
                  </a:ext>
                </a:extLst>
              </p:cNvPr>
              <p:cNvSpPr/>
              <p:nvPr/>
            </p:nvSpPr>
            <p:spPr>
              <a:xfrm>
                <a:off x="12587018" y="5093026"/>
                <a:ext cx="44401" cy="12690"/>
              </a:xfrm>
              <a:custGeom>
                <a:avLst/>
                <a:gdLst>
                  <a:gd name="connsiteX0" fmla="*/ 44459 w 44401"/>
                  <a:gd name="connsiteY0" fmla="*/ 246 h 12690"/>
                  <a:gd name="connsiteX1" fmla="*/ 58 w 44401"/>
                  <a:gd name="connsiteY1" fmla="*/ 246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46"/>
                    </a:moveTo>
                    <a:lnTo>
                      <a:pt x="58" y="246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F38A2B4C-C478-D9E6-F8C5-57AD7D854520}"/>
                  </a:ext>
                </a:extLst>
              </p:cNvPr>
              <p:cNvSpPr/>
              <p:nvPr/>
            </p:nvSpPr>
            <p:spPr>
              <a:xfrm>
                <a:off x="12587018" y="4639811"/>
                <a:ext cx="44401" cy="12690"/>
              </a:xfrm>
              <a:custGeom>
                <a:avLst/>
                <a:gdLst>
                  <a:gd name="connsiteX0" fmla="*/ 44459 w 44401"/>
                  <a:gd name="connsiteY0" fmla="*/ 210 h 12690"/>
                  <a:gd name="connsiteX1" fmla="*/ 58 w 44401"/>
                  <a:gd name="connsiteY1" fmla="*/ 21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10"/>
                    </a:moveTo>
                    <a:lnTo>
                      <a:pt x="58" y="210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EA43D971-06C2-65A4-14F7-898C45A5B032}"/>
                  </a:ext>
                </a:extLst>
              </p:cNvPr>
              <p:cNvSpPr/>
              <p:nvPr/>
            </p:nvSpPr>
            <p:spPr>
              <a:xfrm>
                <a:off x="12587018" y="4186597"/>
                <a:ext cx="44401" cy="12690"/>
              </a:xfrm>
              <a:custGeom>
                <a:avLst/>
                <a:gdLst>
                  <a:gd name="connsiteX0" fmla="*/ 44459 w 44401"/>
                  <a:gd name="connsiteY0" fmla="*/ 175 h 12690"/>
                  <a:gd name="connsiteX1" fmla="*/ 58 w 44401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78AB4E05-8011-9836-2B5D-2F95F61FEE70}"/>
                  </a:ext>
                </a:extLst>
              </p:cNvPr>
              <p:cNvSpPr/>
              <p:nvPr/>
            </p:nvSpPr>
            <p:spPr>
              <a:xfrm>
                <a:off x="12587018" y="3733382"/>
                <a:ext cx="44401" cy="12690"/>
              </a:xfrm>
              <a:custGeom>
                <a:avLst/>
                <a:gdLst>
                  <a:gd name="connsiteX0" fmla="*/ 44459 w 44401"/>
                  <a:gd name="connsiteY0" fmla="*/ 139 h 12690"/>
                  <a:gd name="connsiteX1" fmla="*/ 58 w 44401"/>
                  <a:gd name="connsiteY1" fmla="*/ 13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39"/>
                    </a:moveTo>
                    <a:lnTo>
                      <a:pt x="58" y="139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37B876C6-6B44-3080-033D-2FC5935D7F01}"/>
                  </a:ext>
                </a:extLst>
              </p:cNvPr>
              <p:cNvSpPr/>
              <p:nvPr/>
            </p:nvSpPr>
            <p:spPr>
              <a:xfrm>
                <a:off x="12587018" y="3280167"/>
                <a:ext cx="44401" cy="12690"/>
              </a:xfrm>
              <a:custGeom>
                <a:avLst/>
                <a:gdLst>
                  <a:gd name="connsiteX0" fmla="*/ 44459 w 44401"/>
                  <a:gd name="connsiteY0" fmla="*/ 103 h 12690"/>
                  <a:gd name="connsiteX1" fmla="*/ 58 w 44401"/>
                  <a:gd name="connsiteY1" fmla="*/ 103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03"/>
                    </a:moveTo>
                    <a:lnTo>
                      <a:pt x="58" y="103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E8F54244-68A4-9949-2C2F-1120A3E08EA6}"/>
                </a:ext>
              </a:extLst>
            </p:cNvPr>
            <p:cNvSpPr/>
            <p:nvPr/>
          </p:nvSpPr>
          <p:spPr>
            <a:xfrm>
              <a:off x="12631420" y="3053560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3DA1DB20-14E6-8D3A-0FA9-DDB8C8FE63C1}"/>
                </a:ext>
              </a:extLst>
            </p:cNvPr>
            <p:cNvSpPr/>
            <p:nvPr/>
          </p:nvSpPr>
          <p:spPr>
            <a:xfrm>
              <a:off x="17161925" y="3053560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EB926BE-C784-0D3F-536F-D5DF25EE9901}"/>
                </a:ext>
              </a:extLst>
            </p:cNvPr>
            <p:cNvSpPr/>
            <p:nvPr/>
          </p:nvSpPr>
          <p:spPr>
            <a:xfrm>
              <a:off x="12631420" y="5319633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BF4856DE-ECFC-918A-82A1-D86F34DBE07C}"/>
                </a:ext>
              </a:extLst>
            </p:cNvPr>
            <p:cNvSpPr/>
            <p:nvPr/>
          </p:nvSpPr>
          <p:spPr>
            <a:xfrm>
              <a:off x="12631420" y="3053560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53BCA114-6D83-C608-193C-3C3869BAB42F}"/>
              </a:ext>
            </a:extLst>
          </p:cNvPr>
          <p:cNvGrpSpPr/>
          <p:nvPr/>
        </p:nvGrpSpPr>
        <p:grpSpPr>
          <a:xfrm>
            <a:off x="6314130" y="876884"/>
            <a:ext cx="4587593" cy="2310490"/>
            <a:chOff x="1479801" y="548680"/>
            <a:chExt cx="4587593" cy="2310490"/>
          </a:xfrm>
        </p:grpSpPr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23C7332-331B-7360-BC78-A2B94F955C5D}"/>
                </a:ext>
              </a:extLst>
            </p:cNvPr>
            <p:cNvSpPr/>
            <p:nvPr/>
          </p:nvSpPr>
          <p:spPr>
            <a:xfrm>
              <a:off x="1524203" y="548680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385F091B-E6B9-17EB-03B8-620596E255D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flipV="1">
              <a:off x="1524203" y="548680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D6ADCC7-9836-8999-FE48-C563842D5884}"/>
                </a:ext>
              </a:extLst>
            </p:cNvPr>
            <p:cNvSpPr/>
            <p:nvPr/>
          </p:nvSpPr>
          <p:spPr>
            <a:xfrm>
              <a:off x="2983517" y="1637525"/>
              <a:ext cx="225111" cy="89014"/>
            </a:xfrm>
            <a:custGeom>
              <a:avLst/>
              <a:gdLst>
                <a:gd name="connsiteX0" fmla="*/ 225112 w 225111"/>
                <a:gd name="connsiteY0" fmla="*/ 1864 h 89014"/>
                <a:gd name="connsiteX1" fmla="*/ 224388 w 225111"/>
                <a:gd name="connsiteY1" fmla="*/ 89015 h 89014"/>
                <a:gd name="connsiteX2" fmla="*/ 0 w 225111"/>
                <a:gd name="connsiteY2" fmla="*/ 87150 h 89014"/>
                <a:gd name="connsiteX3" fmla="*/ 724 w 225111"/>
                <a:gd name="connsiteY3" fmla="*/ 0 h 89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5111" h="89014">
                  <a:moveTo>
                    <a:pt x="225112" y="1864"/>
                  </a:moveTo>
                  <a:lnTo>
                    <a:pt x="224388" y="89015"/>
                  </a:lnTo>
                  <a:lnTo>
                    <a:pt x="0" y="8715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A13BAC8-73D0-16E3-305D-F65695ECF957}"/>
                </a:ext>
              </a:extLst>
            </p:cNvPr>
            <p:cNvSpPr/>
            <p:nvPr/>
          </p:nvSpPr>
          <p:spPr>
            <a:xfrm>
              <a:off x="3120786" y="1638666"/>
              <a:ext cx="87480" cy="87150"/>
            </a:xfrm>
            <a:custGeom>
              <a:avLst/>
              <a:gdLst>
                <a:gd name="connsiteX0" fmla="*/ 87480 w 87480"/>
                <a:gd name="connsiteY0" fmla="*/ 44299 h 87150"/>
                <a:gd name="connsiteX1" fmla="*/ 0 w 87480"/>
                <a:gd name="connsiteY1" fmla="*/ 87150 h 87150"/>
                <a:gd name="connsiteX2" fmla="*/ 724 w 87480"/>
                <a:gd name="connsiteY2" fmla="*/ 0 h 8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80" h="87150">
                  <a:moveTo>
                    <a:pt x="87480" y="44299"/>
                  </a:moveTo>
                  <a:lnTo>
                    <a:pt x="0" y="87150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E586D3E-F10D-5B6E-71F4-86AFE045EF3D}"/>
                </a:ext>
              </a:extLst>
            </p:cNvPr>
            <p:cNvSpPr/>
            <p:nvPr/>
          </p:nvSpPr>
          <p:spPr>
            <a:xfrm>
              <a:off x="1524203" y="2814753"/>
              <a:ext cx="12686" cy="44417"/>
            </a:xfrm>
            <a:custGeom>
              <a:avLst/>
              <a:gdLst>
                <a:gd name="connsiteX0" fmla="*/ 58 w 12686"/>
                <a:gd name="connsiteY0" fmla="*/ 264 h 44417"/>
                <a:gd name="connsiteX1" fmla="*/ 58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58" y="264"/>
                  </a:moveTo>
                  <a:lnTo>
                    <a:pt x="58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2A5847EE-B7A0-7000-417F-7F9B5B8DE8EE}"/>
                </a:ext>
              </a:extLst>
            </p:cNvPr>
            <p:cNvSpPr/>
            <p:nvPr/>
          </p:nvSpPr>
          <p:spPr>
            <a:xfrm>
              <a:off x="2430304" y="2814753"/>
              <a:ext cx="12686" cy="44417"/>
            </a:xfrm>
            <a:custGeom>
              <a:avLst/>
              <a:gdLst>
                <a:gd name="connsiteX0" fmla="*/ 129 w 12686"/>
                <a:gd name="connsiteY0" fmla="*/ 264 h 44417"/>
                <a:gd name="connsiteX1" fmla="*/ 129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129" y="264"/>
                  </a:moveTo>
                  <a:lnTo>
                    <a:pt x="129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95B6B97-0F80-FDB4-052B-207957D9AB2E}"/>
                </a:ext>
              </a:extLst>
            </p:cNvPr>
            <p:cNvSpPr/>
            <p:nvPr/>
          </p:nvSpPr>
          <p:spPr>
            <a:xfrm>
              <a:off x="3336405" y="2814753"/>
              <a:ext cx="12686" cy="44417"/>
            </a:xfrm>
            <a:custGeom>
              <a:avLst/>
              <a:gdLst>
                <a:gd name="connsiteX0" fmla="*/ 200 w 12686"/>
                <a:gd name="connsiteY0" fmla="*/ 264 h 44417"/>
                <a:gd name="connsiteX1" fmla="*/ 200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200" y="264"/>
                  </a:moveTo>
                  <a:lnTo>
                    <a:pt x="200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69B5483-AA17-BD3B-CE1F-CB78D0496F97}"/>
                </a:ext>
              </a:extLst>
            </p:cNvPr>
            <p:cNvSpPr/>
            <p:nvPr/>
          </p:nvSpPr>
          <p:spPr>
            <a:xfrm>
              <a:off x="4242506" y="2814753"/>
              <a:ext cx="12686" cy="44417"/>
            </a:xfrm>
            <a:custGeom>
              <a:avLst/>
              <a:gdLst>
                <a:gd name="connsiteX0" fmla="*/ 272 w 12686"/>
                <a:gd name="connsiteY0" fmla="*/ 264 h 44417"/>
                <a:gd name="connsiteX1" fmla="*/ 272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272" y="264"/>
                  </a:moveTo>
                  <a:lnTo>
                    <a:pt x="272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1768E6AE-1501-1DD4-E585-40759A6B98E2}"/>
                </a:ext>
              </a:extLst>
            </p:cNvPr>
            <p:cNvSpPr/>
            <p:nvPr/>
          </p:nvSpPr>
          <p:spPr>
            <a:xfrm>
              <a:off x="5148607" y="2814753"/>
              <a:ext cx="12686" cy="44417"/>
            </a:xfrm>
            <a:custGeom>
              <a:avLst/>
              <a:gdLst>
                <a:gd name="connsiteX0" fmla="*/ 343 w 12686"/>
                <a:gd name="connsiteY0" fmla="*/ 264 h 44417"/>
                <a:gd name="connsiteX1" fmla="*/ 343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343" y="264"/>
                  </a:moveTo>
                  <a:lnTo>
                    <a:pt x="343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9A198F5-C8AB-4036-BDC3-DEED5056FC95}"/>
                </a:ext>
              </a:extLst>
            </p:cNvPr>
            <p:cNvSpPr/>
            <p:nvPr/>
          </p:nvSpPr>
          <p:spPr>
            <a:xfrm>
              <a:off x="6054708" y="2814753"/>
              <a:ext cx="12686" cy="44417"/>
            </a:xfrm>
            <a:custGeom>
              <a:avLst/>
              <a:gdLst>
                <a:gd name="connsiteX0" fmla="*/ 415 w 12686"/>
                <a:gd name="connsiteY0" fmla="*/ 264 h 44417"/>
                <a:gd name="connsiteX1" fmla="*/ 415 w 12686"/>
                <a:gd name="connsiteY1" fmla="*/ 44682 h 4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44417">
                  <a:moveTo>
                    <a:pt x="415" y="264"/>
                  </a:moveTo>
                  <a:lnTo>
                    <a:pt x="415" y="44682"/>
                  </a:lnTo>
                </a:path>
              </a:pathLst>
            </a:custGeom>
            <a:solidFill>
              <a:srgbClr val="000000"/>
            </a:solidFill>
            <a:ln w="10149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47" name="Graphic 2">
              <a:extLst>
                <a:ext uri="{FF2B5EF4-FFF2-40B4-BE49-F238E27FC236}">
                  <a16:creationId xmlns:a16="http://schemas.microsoft.com/office/drawing/2014/main" id="{0E0D9EEC-1521-02A9-E27E-3B0FC3016E39}"/>
                </a:ext>
              </a:extLst>
            </p:cNvPr>
            <p:cNvGrpSpPr/>
            <p:nvPr/>
          </p:nvGrpSpPr>
          <p:grpSpPr>
            <a:xfrm>
              <a:off x="1479801" y="775287"/>
              <a:ext cx="44401" cy="1825549"/>
              <a:chOff x="3858149" y="2541961"/>
              <a:chExt cx="44401" cy="1825549"/>
            </a:xfrm>
            <a:solidFill>
              <a:srgbClr val="000000"/>
            </a:solidFill>
          </p:grpSpPr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5D56545D-7B40-08E4-53FC-9271035FB503}"/>
                  </a:ext>
                </a:extLst>
              </p:cNvPr>
              <p:cNvSpPr/>
              <p:nvPr/>
            </p:nvSpPr>
            <p:spPr>
              <a:xfrm>
                <a:off x="3858149" y="4354820"/>
                <a:ext cx="44401" cy="12690"/>
              </a:xfrm>
              <a:custGeom>
                <a:avLst/>
                <a:gdLst>
                  <a:gd name="connsiteX0" fmla="*/ 44459 w 44401"/>
                  <a:gd name="connsiteY0" fmla="*/ 246 h 12690"/>
                  <a:gd name="connsiteX1" fmla="*/ 58 w 44401"/>
                  <a:gd name="connsiteY1" fmla="*/ 246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46"/>
                    </a:moveTo>
                    <a:lnTo>
                      <a:pt x="58" y="246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D9D7D74B-2519-B5AC-F7AD-EB6686337E1E}"/>
                  </a:ext>
                </a:extLst>
              </p:cNvPr>
              <p:cNvSpPr/>
              <p:nvPr/>
            </p:nvSpPr>
            <p:spPr>
              <a:xfrm>
                <a:off x="3858149" y="3901605"/>
                <a:ext cx="44401" cy="12690"/>
              </a:xfrm>
              <a:custGeom>
                <a:avLst/>
                <a:gdLst>
                  <a:gd name="connsiteX0" fmla="*/ 44459 w 44401"/>
                  <a:gd name="connsiteY0" fmla="*/ 210 h 12690"/>
                  <a:gd name="connsiteX1" fmla="*/ 58 w 44401"/>
                  <a:gd name="connsiteY1" fmla="*/ 21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10"/>
                    </a:moveTo>
                    <a:lnTo>
                      <a:pt x="58" y="210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E2A9A353-861B-C540-DB09-2538D631CC7C}"/>
                  </a:ext>
                </a:extLst>
              </p:cNvPr>
              <p:cNvSpPr/>
              <p:nvPr/>
            </p:nvSpPr>
            <p:spPr>
              <a:xfrm>
                <a:off x="3858149" y="3448391"/>
                <a:ext cx="44401" cy="12690"/>
              </a:xfrm>
              <a:custGeom>
                <a:avLst/>
                <a:gdLst>
                  <a:gd name="connsiteX0" fmla="*/ 44459 w 44401"/>
                  <a:gd name="connsiteY0" fmla="*/ 175 h 12690"/>
                  <a:gd name="connsiteX1" fmla="*/ 58 w 44401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5BA7CB29-9323-1A03-108A-412E483CF9B2}"/>
                  </a:ext>
                </a:extLst>
              </p:cNvPr>
              <p:cNvSpPr/>
              <p:nvPr/>
            </p:nvSpPr>
            <p:spPr>
              <a:xfrm>
                <a:off x="3858149" y="2995176"/>
                <a:ext cx="44401" cy="12690"/>
              </a:xfrm>
              <a:custGeom>
                <a:avLst/>
                <a:gdLst>
                  <a:gd name="connsiteX0" fmla="*/ 44459 w 44401"/>
                  <a:gd name="connsiteY0" fmla="*/ 139 h 12690"/>
                  <a:gd name="connsiteX1" fmla="*/ 58 w 44401"/>
                  <a:gd name="connsiteY1" fmla="*/ 13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39"/>
                    </a:moveTo>
                    <a:lnTo>
                      <a:pt x="58" y="139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D5ABE7A2-1F4E-C9E3-C5BB-CB91BC33AF31}"/>
                  </a:ext>
                </a:extLst>
              </p:cNvPr>
              <p:cNvSpPr/>
              <p:nvPr/>
            </p:nvSpPr>
            <p:spPr>
              <a:xfrm>
                <a:off x="3858149" y="2541961"/>
                <a:ext cx="44401" cy="12690"/>
              </a:xfrm>
              <a:custGeom>
                <a:avLst/>
                <a:gdLst>
                  <a:gd name="connsiteX0" fmla="*/ 44459 w 44401"/>
                  <a:gd name="connsiteY0" fmla="*/ 103 h 12690"/>
                  <a:gd name="connsiteX1" fmla="*/ 58 w 44401"/>
                  <a:gd name="connsiteY1" fmla="*/ 103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03"/>
                    </a:moveTo>
                    <a:lnTo>
                      <a:pt x="58" y="103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2CE35A0A-6A21-B936-4567-2A6768159D6C}"/>
                </a:ext>
              </a:extLst>
            </p:cNvPr>
            <p:cNvSpPr/>
            <p:nvPr/>
          </p:nvSpPr>
          <p:spPr>
            <a:xfrm>
              <a:off x="1524203" y="548680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23A3411A-58C5-10C9-7989-CACF5E57F8E6}"/>
                </a:ext>
              </a:extLst>
            </p:cNvPr>
            <p:cNvSpPr/>
            <p:nvPr/>
          </p:nvSpPr>
          <p:spPr>
            <a:xfrm>
              <a:off x="6054708" y="548680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BDB4880-22C6-3A92-2314-75E853342016}"/>
                </a:ext>
              </a:extLst>
            </p:cNvPr>
            <p:cNvSpPr/>
            <p:nvPr/>
          </p:nvSpPr>
          <p:spPr>
            <a:xfrm>
              <a:off x="1524203" y="2814753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78359506-C801-5256-5BE2-9939EE6F9E93}"/>
                </a:ext>
              </a:extLst>
            </p:cNvPr>
            <p:cNvSpPr/>
            <p:nvPr/>
          </p:nvSpPr>
          <p:spPr>
            <a:xfrm>
              <a:off x="1524203" y="548680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1234B5D3-E869-47A6-00A0-16350BBD8B53}"/>
              </a:ext>
            </a:extLst>
          </p:cNvPr>
          <p:cNvGrpSpPr/>
          <p:nvPr/>
        </p:nvGrpSpPr>
        <p:grpSpPr>
          <a:xfrm>
            <a:off x="1479800" y="881153"/>
            <a:ext cx="4587593" cy="2310490"/>
            <a:chOff x="6703432" y="552949"/>
            <a:chExt cx="4587593" cy="2310490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D60A651F-7930-54DB-B453-F06768BA5FB3}"/>
                </a:ext>
              </a:extLst>
            </p:cNvPr>
            <p:cNvSpPr/>
            <p:nvPr/>
          </p:nvSpPr>
          <p:spPr>
            <a:xfrm>
              <a:off x="6747834" y="552949"/>
              <a:ext cx="4530504" cy="2266073"/>
            </a:xfrm>
            <a:custGeom>
              <a:avLst/>
              <a:gdLst>
                <a:gd name="connsiteX0" fmla="*/ 0 w 4530504"/>
                <a:gd name="connsiteY0" fmla="*/ 2266074 h 2266073"/>
                <a:gd name="connsiteX1" fmla="*/ 4530505 w 4530504"/>
                <a:gd name="connsiteY1" fmla="*/ 2266074 h 2266073"/>
                <a:gd name="connsiteX2" fmla="*/ 4530505 w 4530504"/>
                <a:gd name="connsiteY2" fmla="*/ 0 h 2266073"/>
                <a:gd name="connsiteX3" fmla="*/ 0 w 4530504"/>
                <a:gd name="connsiteY3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2266074"/>
                  </a:moveTo>
                  <a:lnTo>
                    <a:pt x="4530505" y="2266074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F548404D-3356-1D24-4A33-68E1573F845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flipV="1">
              <a:off x="6747834" y="552949"/>
              <a:ext cx="4530504" cy="2266073"/>
            </a:xfrm>
            <a:custGeom>
              <a:avLst/>
              <a:gdLst>
                <a:gd name="connsiteX0" fmla="*/ 0 w 4530504"/>
                <a:gd name="connsiteY0" fmla="*/ 170 h 2266073"/>
                <a:gd name="connsiteX1" fmla="*/ 4530505 w 4530504"/>
                <a:gd name="connsiteY1" fmla="*/ 170 h 2266073"/>
                <a:gd name="connsiteX2" fmla="*/ 4530505 w 4530504"/>
                <a:gd name="connsiteY2" fmla="*/ 2266244 h 2266073"/>
                <a:gd name="connsiteX3" fmla="*/ 0 w 4530504"/>
                <a:gd name="connsiteY3" fmla="*/ 2266244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266073">
                  <a:moveTo>
                    <a:pt x="0" y="170"/>
                  </a:moveTo>
                  <a:lnTo>
                    <a:pt x="4530505" y="170"/>
                  </a:lnTo>
                  <a:lnTo>
                    <a:pt x="4530505" y="2266244"/>
                  </a:lnTo>
                  <a:lnTo>
                    <a:pt x="0" y="2266244"/>
                  </a:lnTo>
                  <a:close/>
                </a:path>
              </a:pathLst>
            </a:custGeom>
          </p:spPr>
        </p:pic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EBCEA3EE-7CAC-64FD-EFC4-EBB3D87094A9}"/>
                </a:ext>
              </a:extLst>
            </p:cNvPr>
            <p:cNvSpPr/>
            <p:nvPr/>
          </p:nvSpPr>
          <p:spPr>
            <a:xfrm>
              <a:off x="8201871" y="1640237"/>
              <a:ext cx="225236" cy="89343"/>
            </a:xfrm>
            <a:custGeom>
              <a:avLst/>
              <a:gdLst>
                <a:gd name="connsiteX0" fmla="*/ 225237 w 225236"/>
                <a:gd name="connsiteY0" fmla="*/ 2194 h 89343"/>
                <a:gd name="connsiteX1" fmla="*/ 224385 w 225236"/>
                <a:gd name="connsiteY1" fmla="*/ 89343 h 89343"/>
                <a:gd name="connsiteX2" fmla="*/ 0 w 225236"/>
                <a:gd name="connsiteY2" fmla="*/ 87149 h 89343"/>
                <a:gd name="connsiteX3" fmla="*/ 852 w 225236"/>
                <a:gd name="connsiteY3" fmla="*/ 0 h 8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5236" h="89343">
                  <a:moveTo>
                    <a:pt x="225237" y="2194"/>
                  </a:moveTo>
                  <a:lnTo>
                    <a:pt x="224385" y="89343"/>
                  </a:lnTo>
                  <a:lnTo>
                    <a:pt x="0" y="87149"/>
                  </a:lnTo>
                  <a:lnTo>
                    <a:pt x="852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3B787BE-E6C1-D315-5E4B-9169631862E6}"/>
                </a:ext>
              </a:extLst>
            </p:cNvPr>
            <p:cNvSpPr/>
            <p:nvPr/>
          </p:nvSpPr>
          <p:spPr>
            <a:xfrm>
              <a:off x="8339138" y="1641579"/>
              <a:ext cx="87543" cy="87149"/>
            </a:xfrm>
            <a:custGeom>
              <a:avLst/>
              <a:gdLst>
                <a:gd name="connsiteX0" fmla="*/ 87543 w 87543"/>
                <a:gd name="connsiteY0" fmla="*/ 44426 h 87149"/>
                <a:gd name="connsiteX1" fmla="*/ 0 w 87543"/>
                <a:gd name="connsiteY1" fmla="*/ 87149 h 87149"/>
                <a:gd name="connsiteX2" fmla="*/ 852 w 87543"/>
                <a:gd name="connsiteY2" fmla="*/ 0 h 8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543" h="87149">
                  <a:moveTo>
                    <a:pt x="87543" y="44426"/>
                  </a:moveTo>
                  <a:lnTo>
                    <a:pt x="0" y="87149"/>
                  </a:lnTo>
                  <a:lnTo>
                    <a:pt x="852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4" name="Graphic 164">
              <a:extLst>
                <a:ext uri="{FF2B5EF4-FFF2-40B4-BE49-F238E27FC236}">
                  <a16:creationId xmlns:a16="http://schemas.microsoft.com/office/drawing/2014/main" id="{9C2D341A-EDB6-3AAF-C81B-5B3F3870DE63}"/>
                </a:ext>
              </a:extLst>
            </p:cNvPr>
            <p:cNvGrpSpPr/>
            <p:nvPr/>
          </p:nvGrpSpPr>
          <p:grpSpPr>
            <a:xfrm>
              <a:off x="6747834" y="2819022"/>
              <a:ext cx="4543191" cy="44417"/>
              <a:chOff x="3902551" y="4581427"/>
              <a:chExt cx="4543191" cy="44417"/>
            </a:xfrm>
            <a:solidFill>
              <a:srgbClr val="000000"/>
            </a:solidFill>
          </p:grpSpPr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10D7873D-13B3-A591-3C23-60C683C568D7}"/>
                  </a:ext>
                </a:extLst>
              </p:cNvPr>
              <p:cNvSpPr/>
              <p:nvPr/>
            </p:nvSpPr>
            <p:spPr>
              <a:xfrm>
                <a:off x="3902551" y="4581427"/>
                <a:ext cx="12686" cy="44417"/>
              </a:xfrm>
              <a:custGeom>
                <a:avLst/>
                <a:gdLst>
                  <a:gd name="connsiteX0" fmla="*/ 58 w 12686"/>
                  <a:gd name="connsiteY0" fmla="*/ 264 h 44417"/>
                  <a:gd name="connsiteX1" fmla="*/ 58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58" y="264"/>
                    </a:moveTo>
                    <a:lnTo>
                      <a:pt x="58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DC107152-947B-6814-B8FB-1FED446AE561}"/>
                  </a:ext>
                </a:extLst>
              </p:cNvPr>
              <p:cNvSpPr/>
              <p:nvPr/>
            </p:nvSpPr>
            <p:spPr>
              <a:xfrm>
                <a:off x="4808652" y="4581427"/>
                <a:ext cx="12686" cy="44417"/>
              </a:xfrm>
              <a:custGeom>
                <a:avLst/>
                <a:gdLst>
                  <a:gd name="connsiteX0" fmla="*/ 129 w 12686"/>
                  <a:gd name="connsiteY0" fmla="*/ 264 h 44417"/>
                  <a:gd name="connsiteX1" fmla="*/ 129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129" y="264"/>
                    </a:moveTo>
                    <a:lnTo>
                      <a:pt x="129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7C8599DB-202A-9E51-58E3-E47772EF77A0}"/>
                  </a:ext>
                </a:extLst>
              </p:cNvPr>
              <p:cNvSpPr/>
              <p:nvPr/>
            </p:nvSpPr>
            <p:spPr>
              <a:xfrm>
                <a:off x="5714753" y="4581427"/>
                <a:ext cx="12686" cy="44417"/>
              </a:xfrm>
              <a:custGeom>
                <a:avLst/>
                <a:gdLst>
                  <a:gd name="connsiteX0" fmla="*/ 200 w 12686"/>
                  <a:gd name="connsiteY0" fmla="*/ 264 h 44417"/>
                  <a:gd name="connsiteX1" fmla="*/ 200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200" y="264"/>
                    </a:moveTo>
                    <a:lnTo>
                      <a:pt x="200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89F4C5D4-0144-43E5-B1C8-196671E91A5D}"/>
                  </a:ext>
                </a:extLst>
              </p:cNvPr>
              <p:cNvSpPr/>
              <p:nvPr/>
            </p:nvSpPr>
            <p:spPr>
              <a:xfrm>
                <a:off x="6620854" y="4581427"/>
                <a:ext cx="12686" cy="44417"/>
              </a:xfrm>
              <a:custGeom>
                <a:avLst/>
                <a:gdLst>
                  <a:gd name="connsiteX0" fmla="*/ 272 w 12686"/>
                  <a:gd name="connsiteY0" fmla="*/ 264 h 44417"/>
                  <a:gd name="connsiteX1" fmla="*/ 272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272" y="264"/>
                    </a:moveTo>
                    <a:lnTo>
                      <a:pt x="272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BCBC26D7-9EBD-6B4B-F944-E93BF9F342AE}"/>
                  </a:ext>
                </a:extLst>
              </p:cNvPr>
              <p:cNvSpPr/>
              <p:nvPr/>
            </p:nvSpPr>
            <p:spPr>
              <a:xfrm>
                <a:off x="7526955" y="4581427"/>
                <a:ext cx="12686" cy="44417"/>
              </a:xfrm>
              <a:custGeom>
                <a:avLst/>
                <a:gdLst>
                  <a:gd name="connsiteX0" fmla="*/ 343 w 12686"/>
                  <a:gd name="connsiteY0" fmla="*/ 264 h 44417"/>
                  <a:gd name="connsiteX1" fmla="*/ 343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343" y="264"/>
                    </a:moveTo>
                    <a:lnTo>
                      <a:pt x="343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EEA1D382-381B-6E1D-5323-47B7DA576833}"/>
                  </a:ext>
                </a:extLst>
              </p:cNvPr>
              <p:cNvSpPr/>
              <p:nvPr/>
            </p:nvSpPr>
            <p:spPr>
              <a:xfrm>
                <a:off x="8433056" y="4581427"/>
                <a:ext cx="12686" cy="44417"/>
              </a:xfrm>
              <a:custGeom>
                <a:avLst/>
                <a:gdLst>
                  <a:gd name="connsiteX0" fmla="*/ 415 w 12686"/>
                  <a:gd name="connsiteY0" fmla="*/ 264 h 44417"/>
                  <a:gd name="connsiteX1" fmla="*/ 415 w 12686"/>
                  <a:gd name="connsiteY1" fmla="*/ 44682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415" y="264"/>
                    </a:moveTo>
                    <a:lnTo>
                      <a:pt x="415" y="44682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15" name="Graphic 164">
              <a:extLst>
                <a:ext uri="{FF2B5EF4-FFF2-40B4-BE49-F238E27FC236}">
                  <a16:creationId xmlns:a16="http://schemas.microsoft.com/office/drawing/2014/main" id="{4AC6E1A4-5C88-CF97-48B2-3439779B35B3}"/>
                </a:ext>
              </a:extLst>
            </p:cNvPr>
            <p:cNvGrpSpPr/>
            <p:nvPr/>
          </p:nvGrpSpPr>
          <p:grpSpPr>
            <a:xfrm>
              <a:off x="6703432" y="779556"/>
              <a:ext cx="44401" cy="1825549"/>
              <a:chOff x="3858149" y="2541961"/>
              <a:chExt cx="44401" cy="1825549"/>
            </a:xfrm>
            <a:solidFill>
              <a:srgbClr val="000000"/>
            </a:solidFill>
          </p:grpSpPr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98A7752C-4607-9DCC-B477-B78F7057396F}"/>
                  </a:ext>
                </a:extLst>
              </p:cNvPr>
              <p:cNvSpPr/>
              <p:nvPr/>
            </p:nvSpPr>
            <p:spPr>
              <a:xfrm>
                <a:off x="3858149" y="4354820"/>
                <a:ext cx="44401" cy="12690"/>
              </a:xfrm>
              <a:custGeom>
                <a:avLst/>
                <a:gdLst>
                  <a:gd name="connsiteX0" fmla="*/ 44459 w 44401"/>
                  <a:gd name="connsiteY0" fmla="*/ 246 h 12690"/>
                  <a:gd name="connsiteX1" fmla="*/ 58 w 44401"/>
                  <a:gd name="connsiteY1" fmla="*/ 246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46"/>
                    </a:moveTo>
                    <a:lnTo>
                      <a:pt x="58" y="246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98FA0E7D-AC14-1739-ED9F-972756868762}"/>
                  </a:ext>
                </a:extLst>
              </p:cNvPr>
              <p:cNvSpPr/>
              <p:nvPr/>
            </p:nvSpPr>
            <p:spPr>
              <a:xfrm>
                <a:off x="3858149" y="3901605"/>
                <a:ext cx="44401" cy="12690"/>
              </a:xfrm>
              <a:custGeom>
                <a:avLst/>
                <a:gdLst>
                  <a:gd name="connsiteX0" fmla="*/ 44459 w 44401"/>
                  <a:gd name="connsiteY0" fmla="*/ 210 h 12690"/>
                  <a:gd name="connsiteX1" fmla="*/ 58 w 44401"/>
                  <a:gd name="connsiteY1" fmla="*/ 21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210"/>
                    </a:moveTo>
                    <a:lnTo>
                      <a:pt x="58" y="210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5803903B-3821-25A6-C3C5-36DB841AFBD6}"/>
                  </a:ext>
                </a:extLst>
              </p:cNvPr>
              <p:cNvSpPr/>
              <p:nvPr/>
            </p:nvSpPr>
            <p:spPr>
              <a:xfrm>
                <a:off x="3858149" y="3448391"/>
                <a:ext cx="44401" cy="12690"/>
              </a:xfrm>
              <a:custGeom>
                <a:avLst/>
                <a:gdLst>
                  <a:gd name="connsiteX0" fmla="*/ 44459 w 44401"/>
                  <a:gd name="connsiteY0" fmla="*/ 175 h 12690"/>
                  <a:gd name="connsiteX1" fmla="*/ 58 w 44401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7A2D8D6B-A37D-4F30-B05C-F8A5B2C5B510}"/>
                  </a:ext>
                </a:extLst>
              </p:cNvPr>
              <p:cNvSpPr/>
              <p:nvPr/>
            </p:nvSpPr>
            <p:spPr>
              <a:xfrm>
                <a:off x="3858149" y="2995176"/>
                <a:ext cx="44401" cy="12690"/>
              </a:xfrm>
              <a:custGeom>
                <a:avLst/>
                <a:gdLst>
                  <a:gd name="connsiteX0" fmla="*/ 44459 w 44401"/>
                  <a:gd name="connsiteY0" fmla="*/ 139 h 12690"/>
                  <a:gd name="connsiteX1" fmla="*/ 58 w 44401"/>
                  <a:gd name="connsiteY1" fmla="*/ 13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39"/>
                    </a:moveTo>
                    <a:lnTo>
                      <a:pt x="58" y="139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A6EF89D1-57DC-9457-260B-C7734A7605C1}"/>
                  </a:ext>
                </a:extLst>
              </p:cNvPr>
              <p:cNvSpPr/>
              <p:nvPr/>
            </p:nvSpPr>
            <p:spPr>
              <a:xfrm>
                <a:off x="3858149" y="2541961"/>
                <a:ext cx="44401" cy="12690"/>
              </a:xfrm>
              <a:custGeom>
                <a:avLst/>
                <a:gdLst>
                  <a:gd name="connsiteX0" fmla="*/ 44459 w 44401"/>
                  <a:gd name="connsiteY0" fmla="*/ 103 h 12690"/>
                  <a:gd name="connsiteX1" fmla="*/ 58 w 44401"/>
                  <a:gd name="connsiteY1" fmla="*/ 103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459" y="103"/>
                    </a:moveTo>
                    <a:lnTo>
                      <a:pt x="58" y="103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3DBFB07-DE8D-37FB-378F-3ED6F0733BB8}"/>
                </a:ext>
              </a:extLst>
            </p:cNvPr>
            <p:cNvSpPr/>
            <p:nvPr/>
          </p:nvSpPr>
          <p:spPr>
            <a:xfrm>
              <a:off x="6747834" y="552949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C89ECD2-4BA6-DCE6-28BC-481D8F32E555}"/>
                </a:ext>
              </a:extLst>
            </p:cNvPr>
            <p:cNvSpPr/>
            <p:nvPr/>
          </p:nvSpPr>
          <p:spPr>
            <a:xfrm>
              <a:off x="11278339" y="552949"/>
              <a:ext cx="12686" cy="2266073"/>
            </a:xfrm>
            <a:custGeom>
              <a:avLst/>
              <a:gdLst>
                <a:gd name="connsiteX0" fmla="*/ 0 w 12686"/>
                <a:gd name="connsiteY0" fmla="*/ 2266074 h 2266073"/>
                <a:gd name="connsiteX1" fmla="*/ 0 w 12686"/>
                <a:gd name="connsiteY1" fmla="*/ 0 h 226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266073">
                  <a:moveTo>
                    <a:pt x="0" y="2266074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BAC5D09-36A8-E5AF-25A0-604DA611EA96}"/>
                </a:ext>
              </a:extLst>
            </p:cNvPr>
            <p:cNvSpPr/>
            <p:nvPr/>
          </p:nvSpPr>
          <p:spPr>
            <a:xfrm>
              <a:off x="6747834" y="2819022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9170C58-683D-D638-3069-24F75A7FDE82}"/>
                </a:ext>
              </a:extLst>
            </p:cNvPr>
            <p:cNvSpPr/>
            <p:nvPr/>
          </p:nvSpPr>
          <p:spPr>
            <a:xfrm>
              <a:off x="6747834" y="552949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48" name="Graphic 2">
            <a:extLst>
              <a:ext uri="{FF2B5EF4-FFF2-40B4-BE49-F238E27FC236}">
                <a16:creationId xmlns:a16="http://schemas.microsoft.com/office/drawing/2014/main" id="{D1EDCE0B-46A0-D235-E48D-FDBCD09D3597}"/>
              </a:ext>
            </a:extLst>
          </p:cNvPr>
          <p:cNvGrpSpPr/>
          <p:nvPr/>
        </p:nvGrpSpPr>
        <p:grpSpPr>
          <a:xfrm>
            <a:off x="1199456" y="1057517"/>
            <a:ext cx="227514" cy="1908852"/>
            <a:chOff x="3577804" y="2495987"/>
            <a:chExt cx="227514" cy="1908852"/>
          </a:xfrm>
          <a:solidFill>
            <a:srgbClr val="000000"/>
          </a:solidFill>
        </p:grpSpPr>
        <p:grpSp>
          <p:nvGrpSpPr>
            <p:cNvPr id="51" name="Graphic 2">
              <a:extLst>
                <a:ext uri="{FF2B5EF4-FFF2-40B4-BE49-F238E27FC236}">
                  <a16:creationId xmlns:a16="http://schemas.microsoft.com/office/drawing/2014/main" id="{297EA566-418B-93E9-6CD6-20B35896557B}"/>
                </a:ext>
              </a:extLst>
            </p:cNvPr>
            <p:cNvGrpSpPr/>
            <p:nvPr/>
          </p:nvGrpSpPr>
          <p:grpSpPr>
            <a:xfrm>
              <a:off x="3577804" y="4308845"/>
              <a:ext cx="227514" cy="95994"/>
              <a:chOff x="3577804" y="4308845"/>
              <a:chExt cx="227514" cy="95994"/>
            </a:xfrm>
            <a:solidFill>
              <a:srgbClr val="000000"/>
            </a:solidFill>
          </p:grpSpPr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6D094EBC-1CF1-848B-2AFA-C99BEA979E29}"/>
                  </a:ext>
                </a:extLst>
              </p:cNvPr>
              <p:cNvSpPr/>
              <p:nvPr/>
            </p:nvSpPr>
            <p:spPr>
              <a:xfrm flipV="1">
                <a:off x="3577804" y="4310511"/>
                <a:ext cx="67395" cy="92524"/>
              </a:xfrm>
              <a:custGeom>
                <a:avLst/>
                <a:gdLst>
                  <a:gd name="connsiteX0" fmla="*/ 39767 w 67395"/>
                  <a:gd name="connsiteY0" fmla="*/ 79531 h 92524"/>
                  <a:gd name="connsiteX1" fmla="*/ 8171 w 67395"/>
                  <a:gd name="connsiteY1" fmla="*/ 30136 h 92524"/>
                  <a:gd name="connsiteX2" fmla="*/ 39767 w 67395"/>
                  <a:gd name="connsiteY2" fmla="*/ 30136 h 92524"/>
                  <a:gd name="connsiteX3" fmla="*/ 39767 w 67395"/>
                  <a:gd name="connsiteY3" fmla="*/ 79531 h 92524"/>
                  <a:gd name="connsiteX4" fmla="*/ 36477 w 67395"/>
                  <a:gd name="connsiteY4" fmla="*/ 90437 h 92524"/>
                  <a:gd name="connsiteX5" fmla="*/ 52216 w 67395"/>
                  <a:gd name="connsiteY5" fmla="*/ 90437 h 92524"/>
                  <a:gd name="connsiteX6" fmla="*/ 52216 w 67395"/>
                  <a:gd name="connsiteY6" fmla="*/ 30136 h 92524"/>
                  <a:gd name="connsiteX7" fmla="*/ 65417 w 67395"/>
                  <a:gd name="connsiteY7" fmla="*/ 30136 h 92524"/>
                  <a:gd name="connsiteX8" fmla="*/ 65417 w 67395"/>
                  <a:gd name="connsiteY8" fmla="*/ 19725 h 92524"/>
                  <a:gd name="connsiteX9" fmla="*/ 52216 w 67395"/>
                  <a:gd name="connsiteY9" fmla="*/ 19725 h 92524"/>
                  <a:gd name="connsiteX10" fmla="*/ 52216 w 67395"/>
                  <a:gd name="connsiteY10" fmla="*/ -2087 h 92524"/>
                  <a:gd name="connsiteX11" fmla="*/ 39767 w 67395"/>
                  <a:gd name="connsiteY11" fmla="*/ -2087 h 92524"/>
                  <a:gd name="connsiteX12" fmla="*/ 39767 w 67395"/>
                  <a:gd name="connsiteY12" fmla="*/ 19725 h 92524"/>
                  <a:gd name="connsiteX13" fmla="*/ -1978 w 67395"/>
                  <a:gd name="connsiteY13" fmla="*/ 19725 h 92524"/>
                  <a:gd name="connsiteX14" fmla="*/ -1978 w 67395"/>
                  <a:gd name="connsiteY14" fmla="*/ 31802 h 92524"/>
                  <a:gd name="connsiteX15" fmla="*/ 36477 w 67395"/>
                  <a:gd name="connsiteY15" fmla="*/ 90437 h 9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7395" h="92524">
                    <a:moveTo>
                      <a:pt x="39767" y="79531"/>
                    </a:moveTo>
                    <a:lnTo>
                      <a:pt x="8171" y="30136"/>
                    </a:lnTo>
                    <a:lnTo>
                      <a:pt x="39767" y="30136"/>
                    </a:lnTo>
                    <a:lnTo>
                      <a:pt x="39767" y="79531"/>
                    </a:lnTo>
                    <a:close/>
                    <a:moveTo>
                      <a:pt x="36477" y="90437"/>
                    </a:moveTo>
                    <a:lnTo>
                      <a:pt x="52216" y="90437"/>
                    </a:lnTo>
                    <a:lnTo>
                      <a:pt x="52216" y="30136"/>
                    </a:lnTo>
                    <a:lnTo>
                      <a:pt x="65417" y="30136"/>
                    </a:lnTo>
                    <a:lnTo>
                      <a:pt x="65417" y="19725"/>
                    </a:lnTo>
                    <a:lnTo>
                      <a:pt x="52216" y="19725"/>
                    </a:lnTo>
                    <a:lnTo>
                      <a:pt x="52216" y="-2087"/>
                    </a:lnTo>
                    <a:lnTo>
                      <a:pt x="39767" y="-2087"/>
                    </a:lnTo>
                    <a:lnTo>
                      <a:pt x="39767" y="19725"/>
                    </a:lnTo>
                    <a:lnTo>
                      <a:pt x="-1978" y="19725"/>
                    </a:lnTo>
                    <a:lnTo>
                      <a:pt x="-1978" y="31802"/>
                    </a:lnTo>
                    <a:lnTo>
                      <a:pt x="36477" y="90437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2BF80FD7-BE15-1BA5-EB21-E2DC97E45E89}"/>
                  </a:ext>
                </a:extLst>
              </p:cNvPr>
              <p:cNvSpPr/>
              <p:nvPr/>
            </p:nvSpPr>
            <p:spPr>
              <a:xfrm flipV="1">
                <a:off x="3660916" y="4308845"/>
                <a:ext cx="63431" cy="95994"/>
              </a:xfrm>
              <a:custGeom>
                <a:avLst/>
                <a:gdLst>
                  <a:gd name="connsiteX0" fmla="*/ 29723 w 63431"/>
                  <a:gd name="connsiteY0" fmla="*/ 43663 h 95994"/>
                  <a:gd name="connsiteX1" fmla="*/ 15688 w 63431"/>
                  <a:gd name="connsiteY1" fmla="*/ 38884 h 95994"/>
                  <a:gd name="connsiteX2" fmla="*/ 10594 w 63431"/>
                  <a:gd name="connsiteY2" fmla="*/ 25757 h 95994"/>
                  <a:gd name="connsiteX3" fmla="*/ 15688 w 63431"/>
                  <a:gd name="connsiteY3" fmla="*/ 12610 h 95994"/>
                  <a:gd name="connsiteX4" fmla="*/ 29723 w 63431"/>
                  <a:gd name="connsiteY4" fmla="*/ 7831 h 95994"/>
                  <a:gd name="connsiteX5" fmla="*/ 43777 w 63431"/>
                  <a:gd name="connsiteY5" fmla="*/ 12630 h 95994"/>
                  <a:gd name="connsiteX6" fmla="*/ 48930 w 63431"/>
                  <a:gd name="connsiteY6" fmla="*/ 25757 h 95994"/>
                  <a:gd name="connsiteX7" fmla="*/ 43816 w 63431"/>
                  <a:gd name="connsiteY7" fmla="*/ 38884 h 95994"/>
                  <a:gd name="connsiteX8" fmla="*/ 29723 w 63431"/>
                  <a:gd name="connsiteY8" fmla="*/ 43663 h 95994"/>
                  <a:gd name="connsiteX9" fmla="*/ 17215 w 63431"/>
                  <a:gd name="connsiteY9" fmla="*/ 48977 h 95994"/>
                  <a:gd name="connsiteX10" fmla="*/ 4667 w 63431"/>
                  <a:gd name="connsiteY10" fmla="*/ 56473 h 95994"/>
                  <a:gd name="connsiteX11" fmla="*/ 187 w 63431"/>
                  <a:gd name="connsiteY11" fmla="*/ 69937 h 95994"/>
                  <a:gd name="connsiteX12" fmla="*/ 8077 w 63431"/>
                  <a:gd name="connsiteY12" fmla="*/ 87466 h 95994"/>
                  <a:gd name="connsiteX13" fmla="*/ 29723 w 63431"/>
                  <a:gd name="connsiteY13" fmla="*/ 93911 h 95994"/>
                  <a:gd name="connsiteX14" fmla="*/ 51408 w 63431"/>
                  <a:gd name="connsiteY14" fmla="*/ 87466 h 95994"/>
                  <a:gd name="connsiteX15" fmla="*/ 59278 w 63431"/>
                  <a:gd name="connsiteY15" fmla="*/ 69937 h 95994"/>
                  <a:gd name="connsiteX16" fmla="*/ 54778 w 63431"/>
                  <a:gd name="connsiteY16" fmla="*/ 56473 h 95994"/>
                  <a:gd name="connsiteX17" fmla="*/ 42310 w 63431"/>
                  <a:gd name="connsiteY17" fmla="*/ 48977 h 95994"/>
                  <a:gd name="connsiteX18" fmla="*/ 56384 w 63431"/>
                  <a:gd name="connsiteY18" fmla="*/ 40728 h 95994"/>
                  <a:gd name="connsiteX19" fmla="*/ 61438 w 63431"/>
                  <a:gd name="connsiteY19" fmla="*/ 25757 h 95994"/>
                  <a:gd name="connsiteX20" fmla="*/ 53232 w 63431"/>
                  <a:gd name="connsiteY20" fmla="*/ 5095 h 95994"/>
                  <a:gd name="connsiteX21" fmla="*/ 29723 w 63431"/>
                  <a:gd name="connsiteY21" fmla="*/ -2083 h 95994"/>
                  <a:gd name="connsiteX22" fmla="*/ 6213 w 63431"/>
                  <a:gd name="connsiteY22" fmla="*/ 5095 h 95994"/>
                  <a:gd name="connsiteX23" fmla="*/ -1993 w 63431"/>
                  <a:gd name="connsiteY23" fmla="*/ 25757 h 95994"/>
                  <a:gd name="connsiteX24" fmla="*/ 3082 w 63431"/>
                  <a:gd name="connsiteY24" fmla="*/ 40728 h 95994"/>
                  <a:gd name="connsiteX25" fmla="*/ 17215 w 63431"/>
                  <a:gd name="connsiteY25" fmla="*/ 48977 h 95994"/>
                  <a:gd name="connsiteX26" fmla="*/ 12636 w 63431"/>
                  <a:gd name="connsiteY26" fmla="*/ 68747 h 95994"/>
                  <a:gd name="connsiteX27" fmla="*/ 17116 w 63431"/>
                  <a:gd name="connsiteY27" fmla="*/ 57544 h 95994"/>
                  <a:gd name="connsiteX28" fmla="*/ 29723 w 63431"/>
                  <a:gd name="connsiteY28" fmla="*/ 53518 h 95994"/>
                  <a:gd name="connsiteX29" fmla="*/ 42330 w 63431"/>
                  <a:gd name="connsiteY29" fmla="*/ 57544 h 95994"/>
                  <a:gd name="connsiteX30" fmla="*/ 46889 w 63431"/>
                  <a:gd name="connsiteY30" fmla="*/ 68747 h 95994"/>
                  <a:gd name="connsiteX31" fmla="*/ 42330 w 63431"/>
                  <a:gd name="connsiteY31" fmla="*/ 79971 h 95994"/>
                  <a:gd name="connsiteX32" fmla="*/ 29723 w 63431"/>
                  <a:gd name="connsiteY32" fmla="*/ 83996 h 95994"/>
                  <a:gd name="connsiteX33" fmla="*/ 17116 w 63431"/>
                  <a:gd name="connsiteY33" fmla="*/ 79971 h 95994"/>
                  <a:gd name="connsiteX34" fmla="*/ 12636 w 63431"/>
                  <a:gd name="connsiteY34" fmla="*/ 68747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63431" h="95994">
                    <a:moveTo>
                      <a:pt x="29723" y="43663"/>
                    </a:moveTo>
                    <a:cubicBezTo>
                      <a:pt x="23776" y="43663"/>
                      <a:pt x="19098" y="42070"/>
                      <a:pt x="15688" y="38884"/>
                    </a:cubicBezTo>
                    <a:cubicBezTo>
                      <a:pt x="12292" y="35698"/>
                      <a:pt x="10594" y="31323"/>
                      <a:pt x="10594" y="25757"/>
                    </a:cubicBezTo>
                    <a:cubicBezTo>
                      <a:pt x="10594" y="20178"/>
                      <a:pt x="12292" y="15796"/>
                      <a:pt x="15688" y="12610"/>
                    </a:cubicBezTo>
                    <a:cubicBezTo>
                      <a:pt x="19098" y="9424"/>
                      <a:pt x="23776" y="7831"/>
                      <a:pt x="29723" y="7831"/>
                    </a:cubicBezTo>
                    <a:cubicBezTo>
                      <a:pt x="35669" y="7831"/>
                      <a:pt x="40354" y="9431"/>
                      <a:pt x="43777" y="12630"/>
                    </a:cubicBezTo>
                    <a:cubicBezTo>
                      <a:pt x="47212" y="15842"/>
                      <a:pt x="48930" y="20218"/>
                      <a:pt x="48930" y="25757"/>
                    </a:cubicBezTo>
                    <a:cubicBezTo>
                      <a:pt x="48930" y="31323"/>
                      <a:pt x="47226" y="35698"/>
                      <a:pt x="43816" y="38884"/>
                    </a:cubicBezTo>
                    <a:cubicBezTo>
                      <a:pt x="40420" y="42070"/>
                      <a:pt x="35722" y="43663"/>
                      <a:pt x="29723" y="43663"/>
                    </a:cubicBezTo>
                    <a:close/>
                    <a:moveTo>
                      <a:pt x="17215" y="48977"/>
                    </a:moveTo>
                    <a:cubicBezTo>
                      <a:pt x="11850" y="50299"/>
                      <a:pt x="7667" y="52798"/>
                      <a:pt x="4667" y="56473"/>
                    </a:cubicBezTo>
                    <a:cubicBezTo>
                      <a:pt x="1681" y="60161"/>
                      <a:pt x="187" y="64649"/>
                      <a:pt x="187" y="69937"/>
                    </a:cubicBezTo>
                    <a:cubicBezTo>
                      <a:pt x="187" y="77327"/>
                      <a:pt x="2817" y="83170"/>
                      <a:pt x="8077" y="87466"/>
                    </a:cubicBezTo>
                    <a:cubicBezTo>
                      <a:pt x="13349" y="91763"/>
                      <a:pt x="20565" y="93911"/>
                      <a:pt x="29723" y="93911"/>
                    </a:cubicBezTo>
                    <a:cubicBezTo>
                      <a:pt x="38933" y="93911"/>
                      <a:pt x="46162" y="91763"/>
                      <a:pt x="51408" y="87466"/>
                    </a:cubicBezTo>
                    <a:cubicBezTo>
                      <a:pt x="56654" y="83170"/>
                      <a:pt x="59278" y="77327"/>
                      <a:pt x="59278" y="69937"/>
                    </a:cubicBezTo>
                    <a:cubicBezTo>
                      <a:pt x="59278" y="64649"/>
                      <a:pt x="57778" y="60161"/>
                      <a:pt x="54778" y="56473"/>
                    </a:cubicBezTo>
                    <a:cubicBezTo>
                      <a:pt x="51791" y="52798"/>
                      <a:pt x="47635" y="50299"/>
                      <a:pt x="42310" y="48977"/>
                    </a:cubicBezTo>
                    <a:cubicBezTo>
                      <a:pt x="48336" y="47576"/>
                      <a:pt x="53027" y="44826"/>
                      <a:pt x="56384" y="40728"/>
                    </a:cubicBezTo>
                    <a:cubicBezTo>
                      <a:pt x="59753" y="36643"/>
                      <a:pt x="61438" y="31653"/>
                      <a:pt x="61438" y="25757"/>
                    </a:cubicBezTo>
                    <a:cubicBezTo>
                      <a:pt x="61438" y="16781"/>
                      <a:pt x="58703" y="9894"/>
                      <a:pt x="53232" y="5095"/>
                    </a:cubicBezTo>
                    <a:cubicBezTo>
                      <a:pt x="47761" y="309"/>
                      <a:pt x="39924" y="-2083"/>
                      <a:pt x="29723" y="-2083"/>
                    </a:cubicBezTo>
                    <a:cubicBezTo>
                      <a:pt x="19534" y="-2083"/>
                      <a:pt x="11698" y="309"/>
                      <a:pt x="6213" y="5095"/>
                    </a:cubicBezTo>
                    <a:cubicBezTo>
                      <a:pt x="743" y="9894"/>
                      <a:pt x="-1993" y="16781"/>
                      <a:pt x="-1993" y="25757"/>
                    </a:cubicBezTo>
                    <a:cubicBezTo>
                      <a:pt x="-1993" y="31653"/>
                      <a:pt x="-301" y="36643"/>
                      <a:pt x="3082" y="40728"/>
                    </a:cubicBezTo>
                    <a:cubicBezTo>
                      <a:pt x="6478" y="44826"/>
                      <a:pt x="11189" y="47576"/>
                      <a:pt x="17215" y="48977"/>
                    </a:cubicBezTo>
                    <a:close/>
                    <a:moveTo>
                      <a:pt x="12636" y="68747"/>
                    </a:moveTo>
                    <a:cubicBezTo>
                      <a:pt x="12636" y="63962"/>
                      <a:pt x="14129" y="60227"/>
                      <a:pt x="17116" y="57544"/>
                    </a:cubicBezTo>
                    <a:cubicBezTo>
                      <a:pt x="20115" y="54860"/>
                      <a:pt x="24318" y="53518"/>
                      <a:pt x="29723" y="53518"/>
                    </a:cubicBezTo>
                    <a:cubicBezTo>
                      <a:pt x="35101" y="53518"/>
                      <a:pt x="39303" y="54860"/>
                      <a:pt x="42330" y="57544"/>
                    </a:cubicBezTo>
                    <a:cubicBezTo>
                      <a:pt x="45369" y="60227"/>
                      <a:pt x="46889" y="63962"/>
                      <a:pt x="46889" y="68747"/>
                    </a:cubicBezTo>
                    <a:cubicBezTo>
                      <a:pt x="46889" y="73546"/>
                      <a:pt x="45369" y="77287"/>
                      <a:pt x="42330" y="79971"/>
                    </a:cubicBezTo>
                    <a:cubicBezTo>
                      <a:pt x="39303" y="82654"/>
                      <a:pt x="35101" y="83996"/>
                      <a:pt x="29723" y="83996"/>
                    </a:cubicBezTo>
                    <a:cubicBezTo>
                      <a:pt x="24318" y="83996"/>
                      <a:pt x="20115" y="82654"/>
                      <a:pt x="17116" y="79971"/>
                    </a:cubicBezTo>
                    <a:cubicBezTo>
                      <a:pt x="14129" y="77287"/>
                      <a:pt x="12636" y="73546"/>
                      <a:pt x="12636" y="687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407372C0-A6FF-AC21-5A15-DA74178230C6}"/>
                  </a:ext>
                </a:extLst>
              </p:cNvPr>
              <p:cNvSpPr/>
              <p:nvPr/>
            </p:nvSpPr>
            <p:spPr>
              <a:xfrm flipV="1">
                <a:off x="3741391" y="4308845"/>
                <a:ext cx="63926" cy="95994"/>
              </a:xfrm>
              <a:custGeom>
                <a:avLst/>
                <a:gdLst>
                  <a:gd name="connsiteX0" fmla="*/ 29966 w 63926"/>
                  <a:gd name="connsiteY0" fmla="*/ 83996 h 95994"/>
                  <a:gd name="connsiteX1" fmla="*/ 15437 w 63926"/>
                  <a:gd name="connsiteY1" fmla="*/ 74478 h 95994"/>
                  <a:gd name="connsiteX2" fmla="*/ 10580 w 63926"/>
                  <a:gd name="connsiteY2" fmla="*/ 45884 h 95994"/>
                  <a:gd name="connsiteX3" fmla="*/ 15437 w 63926"/>
                  <a:gd name="connsiteY3" fmla="*/ 17349 h 95994"/>
                  <a:gd name="connsiteX4" fmla="*/ 29966 w 63926"/>
                  <a:gd name="connsiteY4" fmla="*/ 7831 h 95994"/>
                  <a:gd name="connsiteX5" fmla="*/ 44556 w 63926"/>
                  <a:gd name="connsiteY5" fmla="*/ 17349 h 95994"/>
                  <a:gd name="connsiteX6" fmla="*/ 49432 w 63926"/>
                  <a:gd name="connsiteY6" fmla="*/ 45884 h 95994"/>
                  <a:gd name="connsiteX7" fmla="*/ 44556 w 63926"/>
                  <a:gd name="connsiteY7" fmla="*/ 74478 h 95994"/>
                  <a:gd name="connsiteX8" fmla="*/ 29966 w 63926"/>
                  <a:gd name="connsiteY8" fmla="*/ 83996 h 95994"/>
                  <a:gd name="connsiteX9" fmla="*/ 29966 w 63926"/>
                  <a:gd name="connsiteY9" fmla="*/ 93911 h 95994"/>
                  <a:gd name="connsiteX10" fmla="*/ 53733 w 63926"/>
                  <a:gd name="connsiteY10" fmla="*/ 81597 h 95994"/>
                  <a:gd name="connsiteX11" fmla="*/ 61940 w 63926"/>
                  <a:gd name="connsiteY11" fmla="*/ 45884 h 95994"/>
                  <a:gd name="connsiteX12" fmla="*/ 53733 w 63926"/>
                  <a:gd name="connsiteY12" fmla="*/ 10211 h 95994"/>
                  <a:gd name="connsiteX13" fmla="*/ 29966 w 63926"/>
                  <a:gd name="connsiteY13" fmla="*/ -2083 h 95994"/>
                  <a:gd name="connsiteX14" fmla="*/ 6219 w 63926"/>
                  <a:gd name="connsiteY14" fmla="*/ 10211 h 95994"/>
                  <a:gd name="connsiteX15" fmla="*/ -1987 w 63926"/>
                  <a:gd name="connsiteY15" fmla="*/ 45884 h 95994"/>
                  <a:gd name="connsiteX16" fmla="*/ 6219 w 63926"/>
                  <a:gd name="connsiteY16" fmla="*/ 81597 h 95994"/>
                  <a:gd name="connsiteX17" fmla="*/ 29966 w 63926"/>
                  <a:gd name="connsiteY17" fmla="*/ 93911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996"/>
                    </a:moveTo>
                    <a:cubicBezTo>
                      <a:pt x="23531" y="83996"/>
                      <a:pt x="18688" y="80823"/>
                      <a:pt x="15437" y="74478"/>
                    </a:cubicBezTo>
                    <a:cubicBezTo>
                      <a:pt x="12199" y="68146"/>
                      <a:pt x="10580" y="58614"/>
                      <a:pt x="10580" y="45884"/>
                    </a:cubicBezTo>
                    <a:cubicBezTo>
                      <a:pt x="10580" y="33206"/>
                      <a:pt x="12199" y="23695"/>
                      <a:pt x="15437" y="17349"/>
                    </a:cubicBezTo>
                    <a:cubicBezTo>
                      <a:pt x="18688" y="11004"/>
                      <a:pt x="23531" y="7831"/>
                      <a:pt x="29966" y="7831"/>
                    </a:cubicBezTo>
                    <a:cubicBezTo>
                      <a:pt x="36455" y="7831"/>
                      <a:pt x="41318" y="11004"/>
                      <a:pt x="44556" y="17349"/>
                    </a:cubicBezTo>
                    <a:cubicBezTo>
                      <a:pt x="47806" y="23695"/>
                      <a:pt x="49432" y="33206"/>
                      <a:pt x="49432" y="45884"/>
                    </a:cubicBezTo>
                    <a:cubicBezTo>
                      <a:pt x="49432" y="58614"/>
                      <a:pt x="47806" y="68146"/>
                      <a:pt x="44556" y="74478"/>
                    </a:cubicBezTo>
                    <a:cubicBezTo>
                      <a:pt x="41318" y="80823"/>
                      <a:pt x="36455" y="83996"/>
                      <a:pt x="29966" y="83996"/>
                    </a:cubicBezTo>
                    <a:close/>
                    <a:moveTo>
                      <a:pt x="29966" y="93911"/>
                    </a:moveTo>
                    <a:cubicBezTo>
                      <a:pt x="40340" y="93911"/>
                      <a:pt x="48262" y="89806"/>
                      <a:pt x="53733" y="81597"/>
                    </a:cubicBezTo>
                    <a:cubicBezTo>
                      <a:pt x="59204" y="73401"/>
                      <a:pt x="61940" y="61496"/>
                      <a:pt x="61940" y="45884"/>
                    </a:cubicBezTo>
                    <a:cubicBezTo>
                      <a:pt x="61940" y="30311"/>
                      <a:pt x="59204" y="18420"/>
                      <a:pt x="53733" y="10211"/>
                    </a:cubicBezTo>
                    <a:cubicBezTo>
                      <a:pt x="48262" y="2015"/>
                      <a:pt x="40340" y="-2083"/>
                      <a:pt x="29966" y="-2083"/>
                    </a:cubicBezTo>
                    <a:cubicBezTo>
                      <a:pt x="19606" y="-2083"/>
                      <a:pt x="11690" y="2015"/>
                      <a:pt x="6219" y="10211"/>
                    </a:cubicBezTo>
                    <a:cubicBezTo>
                      <a:pt x="748" y="18420"/>
                      <a:pt x="-1987" y="30311"/>
                      <a:pt x="-1987" y="45884"/>
                    </a:cubicBezTo>
                    <a:cubicBezTo>
                      <a:pt x="-1987" y="61496"/>
                      <a:pt x="748" y="73401"/>
                      <a:pt x="6219" y="81597"/>
                    </a:cubicBezTo>
                    <a:cubicBezTo>
                      <a:pt x="11690" y="89806"/>
                      <a:pt x="19606" y="93911"/>
                      <a:pt x="29966" y="939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57" name="Graphic 2">
              <a:extLst>
                <a:ext uri="{FF2B5EF4-FFF2-40B4-BE49-F238E27FC236}">
                  <a16:creationId xmlns:a16="http://schemas.microsoft.com/office/drawing/2014/main" id="{A0FF09BF-0440-58D1-6F41-2CD3C69DCAFD}"/>
                </a:ext>
              </a:extLst>
            </p:cNvPr>
            <p:cNvGrpSpPr/>
            <p:nvPr/>
          </p:nvGrpSpPr>
          <p:grpSpPr>
            <a:xfrm>
              <a:off x="3577804" y="3855631"/>
              <a:ext cx="227514" cy="95994"/>
              <a:chOff x="3577804" y="3855631"/>
              <a:chExt cx="227514" cy="95994"/>
            </a:xfrm>
            <a:solidFill>
              <a:srgbClr val="000000"/>
            </a:solidFill>
          </p:grpSpPr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41016254-2413-7B85-DD4A-22BA45366094}"/>
                  </a:ext>
                </a:extLst>
              </p:cNvPr>
              <p:cNvSpPr/>
              <p:nvPr/>
            </p:nvSpPr>
            <p:spPr>
              <a:xfrm flipV="1">
                <a:off x="3577804" y="3857296"/>
                <a:ext cx="67395" cy="92524"/>
              </a:xfrm>
              <a:custGeom>
                <a:avLst/>
                <a:gdLst>
                  <a:gd name="connsiteX0" fmla="*/ 39767 w 67395"/>
                  <a:gd name="connsiteY0" fmla="*/ 79495 h 92524"/>
                  <a:gd name="connsiteX1" fmla="*/ 8171 w 67395"/>
                  <a:gd name="connsiteY1" fmla="*/ 30100 h 92524"/>
                  <a:gd name="connsiteX2" fmla="*/ 39767 w 67395"/>
                  <a:gd name="connsiteY2" fmla="*/ 30100 h 92524"/>
                  <a:gd name="connsiteX3" fmla="*/ 39767 w 67395"/>
                  <a:gd name="connsiteY3" fmla="*/ 79495 h 92524"/>
                  <a:gd name="connsiteX4" fmla="*/ 36477 w 67395"/>
                  <a:gd name="connsiteY4" fmla="*/ 90401 h 92524"/>
                  <a:gd name="connsiteX5" fmla="*/ 52216 w 67395"/>
                  <a:gd name="connsiteY5" fmla="*/ 90401 h 92524"/>
                  <a:gd name="connsiteX6" fmla="*/ 52216 w 67395"/>
                  <a:gd name="connsiteY6" fmla="*/ 30100 h 92524"/>
                  <a:gd name="connsiteX7" fmla="*/ 65417 w 67395"/>
                  <a:gd name="connsiteY7" fmla="*/ 30100 h 92524"/>
                  <a:gd name="connsiteX8" fmla="*/ 65417 w 67395"/>
                  <a:gd name="connsiteY8" fmla="*/ 19690 h 92524"/>
                  <a:gd name="connsiteX9" fmla="*/ 52216 w 67395"/>
                  <a:gd name="connsiteY9" fmla="*/ 19690 h 92524"/>
                  <a:gd name="connsiteX10" fmla="*/ 52216 w 67395"/>
                  <a:gd name="connsiteY10" fmla="*/ -2123 h 92524"/>
                  <a:gd name="connsiteX11" fmla="*/ 39767 w 67395"/>
                  <a:gd name="connsiteY11" fmla="*/ -2123 h 92524"/>
                  <a:gd name="connsiteX12" fmla="*/ 39767 w 67395"/>
                  <a:gd name="connsiteY12" fmla="*/ 19690 h 92524"/>
                  <a:gd name="connsiteX13" fmla="*/ -1978 w 67395"/>
                  <a:gd name="connsiteY13" fmla="*/ 19690 h 92524"/>
                  <a:gd name="connsiteX14" fmla="*/ -1978 w 67395"/>
                  <a:gd name="connsiteY14" fmla="*/ 31766 h 92524"/>
                  <a:gd name="connsiteX15" fmla="*/ 36477 w 67395"/>
                  <a:gd name="connsiteY15" fmla="*/ 90401 h 9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7395" h="92524">
                    <a:moveTo>
                      <a:pt x="39767" y="79495"/>
                    </a:moveTo>
                    <a:lnTo>
                      <a:pt x="8171" y="30100"/>
                    </a:lnTo>
                    <a:lnTo>
                      <a:pt x="39767" y="30100"/>
                    </a:lnTo>
                    <a:lnTo>
                      <a:pt x="39767" y="79495"/>
                    </a:lnTo>
                    <a:close/>
                    <a:moveTo>
                      <a:pt x="36477" y="90401"/>
                    </a:moveTo>
                    <a:lnTo>
                      <a:pt x="52216" y="90401"/>
                    </a:lnTo>
                    <a:lnTo>
                      <a:pt x="52216" y="30100"/>
                    </a:lnTo>
                    <a:lnTo>
                      <a:pt x="65417" y="30100"/>
                    </a:lnTo>
                    <a:lnTo>
                      <a:pt x="65417" y="19690"/>
                    </a:lnTo>
                    <a:lnTo>
                      <a:pt x="52216" y="19690"/>
                    </a:lnTo>
                    <a:lnTo>
                      <a:pt x="52216" y="-2123"/>
                    </a:lnTo>
                    <a:lnTo>
                      <a:pt x="39767" y="-2123"/>
                    </a:lnTo>
                    <a:lnTo>
                      <a:pt x="39767" y="19690"/>
                    </a:lnTo>
                    <a:lnTo>
                      <a:pt x="-1978" y="19690"/>
                    </a:lnTo>
                    <a:lnTo>
                      <a:pt x="-1978" y="31766"/>
                    </a:lnTo>
                    <a:lnTo>
                      <a:pt x="36477" y="90401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418708B8-E20F-CE95-CFAC-3F962035D6F4}"/>
                  </a:ext>
                </a:extLst>
              </p:cNvPr>
              <p:cNvSpPr/>
              <p:nvPr/>
            </p:nvSpPr>
            <p:spPr>
              <a:xfrm flipV="1">
                <a:off x="3660301" y="3855631"/>
                <a:ext cx="63807" cy="95994"/>
              </a:xfrm>
              <a:custGeom>
                <a:avLst/>
                <a:gdLst>
                  <a:gd name="connsiteX0" fmla="*/ 3975 w 63807"/>
                  <a:gd name="connsiteY0" fmla="*/ 1609 h 95994"/>
                  <a:gd name="connsiteX1" fmla="*/ 3975 w 63807"/>
                  <a:gd name="connsiteY1" fmla="*/ 13011 h 95994"/>
                  <a:gd name="connsiteX2" fmla="*/ 13510 w 63807"/>
                  <a:gd name="connsiteY2" fmla="*/ 9600 h 95994"/>
                  <a:gd name="connsiteX3" fmla="*/ 23005 w 63807"/>
                  <a:gd name="connsiteY3" fmla="*/ 8430 h 95994"/>
                  <a:gd name="connsiteX4" fmla="*/ 41915 w 63807"/>
                  <a:gd name="connsiteY4" fmla="*/ 16759 h 95994"/>
                  <a:gd name="connsiteX5" fmla="*/ 49388 w 63807"/>
                  <a:gd name="connsiteY5" fmla="*/ 42081 h 95994"/>
                  <a:gd name="connsiteX6" fmla="*/ 40270 w 63807"/>
                  <a:gd name="connsiteY6" fmla="*/ 33891 h 95994"/>
                  <a:gd name="connsiteX7" fmla="*/ 28079 w 63807"/>
                  <a:gd name="connsiteY7" fmla="*/ 31036 h 95994"/>
                  <a:gd name="connsiteX8" fmla="*/ 6116 w 63807"/>
                  <a:gd name="connsiteY8" fmla="*/ 39424 h 95994"/>
                  <a:gd name="connsiteX9" fmla="*/ -1971 w 63807"/>
                  <a:gd name="connsiteY9" fmla="*/ 62406 h 95994"/>
                  <a:gd name="connsiteX10" fmla="*/ 6453 w 63807"/>
                  <a:gd name="connsiteY10" fmla="*/ 85249 h 95994"/>
                  <a:gd name="connsiteX11" fmla="*/ 28872 w 63807"/>
                  <a:gd name="connsiteY11" fmla="*/ 93875 h 95994"/>
                  <a:gd name="connsiteX12" fmla="*/ 53372 w 63807"/>
                  <a:gd name="connsiteY12" fmla="*/ 81561 h 95994"/>
                  <a:gd name="connsiteX13" fmla="*/ 61836 w 63807"/>
                  <a:gd name="connsiteY13" fmla="*/ 45848 h 95994"/>
                  <a:gd name="connsiteX14" fmla="*/ 51449 w 63807"/>
                  <a:gd name="connsiteY14" fmla="*/ 10929 h 95994"/>
                  <a:gd name="connsiteX15" fmla="*/ 23560 w 63807"/>
                  <a:gd name="connsiteY15" fmla="*/ -2119 h 95994"/>
                  <a:gd name="connsiteX16" fmla="*/ 14005 w 63807"/>
                  <a:gd name="connsiteY16" fmla="*/ -1187 h 95994"/>
                  <a:gd name="connsiteX17" fmla="*/ 3975 w 63807"/>
                  <a:gd name="connsiteY17" fmla="*/ 1609 h 95994"/>
                  <a:gd name="connsiteX18" fmla="*/ 28872 w 63807"/>
                  <a:gd name="connsiteY18" fmla="*/ 40831 h 95994"/>
                  <a:gd name="connsiteX19" fmla="*/ 42212 w 63807"/>
                  <a:gd name="connsiteY19" fmla="*/ 46582 h 95994"/>
                  <a:gd name="connsiteX20" fmla="*/ 47148 w 63807"/>
                  <a:gd name="connsiteY20" fmla="*/ 62406 h 95994"/>
                  <a:gd name="connsiteX21" fmla="*/ 42212 w 63807"/>
                  <a:gd name="connsiteY21" fmla="*/ 78170 h 95994"/>
                  <a:gd name="connsiteX22" fmla="*/ 28872 w 63807"/>
                  <a:gd name="connsiteY22" fmla="*/ 83960 h 95994"/>
                  <a:gd name="connsiteX23" fmla="*/ 15532 w 63807"/>
                  <a:gd name="connsiteY23" fmla="*/ 78170 h 95994"/>
                  <a:gd name="connsiteX24" fmla="*/ 10616 w 63807"/>
                  <a:gd name="connsiteY24" fmla="*/ 62406 h 95994"/>
                  <a:gd name="connsiteX25" fmla="*/ 15532 w 63807"/>
                  <a:gd name="connsiteY25" fmla="*/ 46582 h 95994"/>
                  <a:gd name="connsiteX26" fmla="*/ 28872 w 63807"/>
                  <a:gd name="connsiteY26" fmla="*/ 40831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3807" h="95994">
                    <a:moveTo>
                      <a:pt x="3975" y="1609"/>
                    </a:moveTo>
                    <a:lnTo>
                      <a:pt x="3975" y="13011"/>
                    </a:lnTo>
                    <a:cubicBezTo>
                      <a:pt x="7120" y="11517"/>
                      <a:pt x="10298" y="10380"/>
                      <a:pt x="13510" y="9600"/>
                    </a:cubicBezTo>
                    <a:cubicBezTo>
                      <a:pt x="16734" y="8820"/>
                      <a:pt x="19899" y="8430"/>
                      <a:pt x="23005" y="8430"/>
                    </a:cubicBezTo>
                    <a:cubicBezTo>
                      <a:pt x="31264" y="8430"/>
                      <a:pt x="37567" y="11206"/>
                      <a:pt x="41915" y="16759"/>
                    </a:cubicBezTo>
                    <a:cubicBezTo>
                      <a:pt x="46276" y="22311"/>
                      <a:pt x="48767" y="30751"/>
                      <a:pt x="49388" y="42081"/>
                    </a:cubicBezTo>
                    <a:cubicBezTo>
                      <a:pt x="46996" y="38525"/>
                      <a:pt x="43957" y="35795"/>
                      <a:pt x="40270" y="33891"/>
                    </a:cubicBezTo>
                    <a:cubicBezTo>
                      <a:pt x="36596" y="31987"/>
                      <a:pt x="32532" y="31036"/>
                      <a:pt x="28079" y="31036"/>
                    </a:cubicBezTo>
                    <a:cubicBezTo>
                      <a:pt x="18829" y="31036"/>
                      <a:pt x="11508" y="33832"/>
                      <a:pt x="6116" y="39424"/>
                    </a:cubicBezTo>
                    <a:cubicBezTo>
                      <a:pt x="724" y="45029"/>
                      <a:pt x="-1971" y="52689"/>
                      <a:pt x="-1971" y="62406"/>
                    </a:cubicBezTo>
                    <a:cubicBezTo>
                      <a:pt x="-1971" y="71897"/>
                      <a:pt x="837" y="79512"/>
                      <a:pt x="6453" y="85249"/>
                    </a:cubicBezTo>
                    <a:cubicBezTo>
                      <a:pt x="12069" y="91000"/>
                      <a:pt x="19542" y="93875"/>
                      <a:pt x="28872" y="93875"/>
                    </a:cubicBezTo>
                    <a:cubicBezTo>
                      <a:pt x="39576" y="93875"/>
                      <a:pt x="47743" y="89770"/>
                      <a:pt x="53372" y="81561"/>
                    </a:cubicBezTo>
                    <a:cubicBezTo>
                      <a:pt x="59015" y="73365"/>
                      <a:pt x="61836" y="61461"/>
                      <a:pt x="61836" y="45848"/>
                    </a:cubicBezTo>
                    <a:cubicBezTo>
                      <a:pt x="61836" y="31267"/>
                      <a:pt x="58374" y="19627"/>
                      <a:pt x="51449" y="10929"/>
                    </a:cubicBezTo>
                    <a:cubicBezTo>
                      <a:pt x="44538" y="2230"/>
                      <a:pt x="35241" y="-2119"/>
                      <a:pt x="23560" y="-2119"/>
                    </a:cubicBezTo>
                    <a:cubicBezTo>
                      <a:pt x="20414" y="-2119"/>
                      <a:pt x="17230" y="-1808"/>
                      <a:pt x="14005" y="-1187"/>
                    </a:cubicBezTo>
                    <a:cubicBezTo>
                      <a:pt x="10794" y="-566"/>
                      <a:pt x="7451" y="366"/>
                      <a:pt x="3975" y="1609"/>
                    </a:cubicBezTo>
                    <a:close/>
                    <a:moveTo>
                      <a:pt x="28872" y="40831"/>
                    </a:moveTo>
                    <a:cubicBezTo>
                      <a:pt x="34488" y="40831"/>
                      <a:pt x="38935" y="42748"/>
                      <a:pt x="42212" y="46582"/>
                    </a:cubicBezTo>
                    <a:cubicBezTo>
                      <a:pt x="45503" y="50429"/>
                      <a:pt x="47148" y="55703"/>
                      <a:pt x="47148" y="62406"/>
                    </a:cubicBezTo>
                    <a:cubicBezTo>
                      <a:pt x="47148" y="69055"/>
                      <a:pt x="45503" y="74310"/>
                      <a:pt x="42212" y="78170"/>
                    </a:cubicBezTo>
                    <a:cubicBezTo>
                      <a:pt x="38935" y="82030"/>
                      <a:pt x="34488" y="83960"/>
                      <a:pt x="28872" y="83960"/>
                    </a:cubicBezTo>
                    <a:cubicBezTo>
                      <a:pt x="23256" y="83960"/>
                      <a:pt x="18809" y="82030"/>
                      <a:pt x="15532" y="78170"/>
                    </a:cubicBezTo>
                    <a:cubicBezTo>
                      <a:pt x="12254" y="74310"/>
                      <a:pt x="10616" y="69055"/>
                      <a:pt x="10616" y="62406"/>
                    </a:cubicBezTo>
                    <a:cubicBezTo>
                      <a:pt x="10616" y="55703"/>
                      <a:pt x="12254" y="50429"/>
                      <a:pt x="15532" y="46582"/>
                    </a:cubicBezTo>
                    <a:cubicBezTo>
                      <a:pt x="18809" y="42748"/>
                      <a:pt x="23256" y="40831"/>
                      <a:pt x="28872" y="408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9E085A34-909C-88CB-5AF6-ECBCC2A9787A}"/>
                  </a:ext>
                </a:extLst>
              </p:cNvPr>
              <p:cNvSpPr/>
              <p:nvPr/>
            </p:nvSpPr>
            <p:spPr>
              <a:xfrm flipV="1">
                <a:off x="3741391" y="3855631"/>
                <a:ext cx="63926" cy="95994"/>
              </a:xfrm>
              <a:custGeom>
                <a:avLst/>
                <a:gdLst>
                  <a:gd name="connsiteX0" fmla="*/ 29966 w 63926"/>
                  <a:gd name="connsiteY0" fmla="*/ 83960 h 95994"/>
                  <a:gd name="connsiteX1" fmla="*/ 15437 w 63926"/>
                  <a:gd name="connsiteY1" fmla="*/ 74442 h 95994"/>
                  <a:gd name="connsiteX2" fmla="*/ 10580 w 63926"/>
                  <a:gd name="connsiteY2" fmla="*/ 45848 h 95994"/>
                  <a:gd name="connsiteX3" fmla="*/ 15437 w 63926"/>
                  <a:gd name="connsiteY3" fmla="*/ 17314 h 95994"/>
                  <a:gd name="connsiteX4" fmla="*/ 29966 w 63926"/>
                  <a:gd name="connsiteY4" fmla="*/ 7796 h 95994"/>
                  <a:gd name="connsiteX5" fmla="*/ 44556 w 63926"/>
                  <a:gd name="connsiteY5" fmla="*/ 17314 h 95994"/>
                  <a:gd name="connsiteX6" fmla="*/ 49432 w 63926"/>
                  <a:gd name="connsiteY6" fmla="*/ 45848 h 95994"/>
                  <a:gd name="connsiteX7" fmla="*/ 44556 w 63926"/>
                  <a:gd name="connsiteY7" fmla="*/ 74442 h 95994"/>
                  <a:gd name="connsiteX8" fmla="*/ 29966 w 63926"/>
                  <a:gd name="connsiteY8" fmla="*/ 83960 h 95994"/>
                  <a:gd name="connsiteX9" fmla="*/ 29966 w 63926"/>
                  <a:gd name="connsiteY9" fmla="*/ 93875 h 95994"/>
                  <a:gd name="connsiteX10" fmla="*/ 53733 w 63926"/>
                  <a:gd name="connsiteY10" fmla="*/ 81561 h 95994"/>
                  <a:gd name="connsiteX11" fmla="*/ 61940 w 63926"/>
                  <a:gd name="connsiteY11" fmla="*/ 45848 h 95994"/>
                  <a:gd name="connsiteX12" fmla="*/ 53733 w 63926"/>
                  <a:gd name="connsiteY12" fmla="*/ 10175 h 95994"/>
                  <a:gd name="connsiteX13" fmla="*/ 29966 w 63926"/>
                  <a:gd name="connsiteY13" fmla="*/ -2119 h 95994"/>
                  <a:gd name="connsiteX14" fmla="*/ 6219 w 63926"/>
                  <a:gd name="connsiteY14" fmla="*/ 10175 h 95994"/>
                  <a:gd name="connsiteX15" fmla="*/ -1987 w 63926"/>
                  <a:gd name="connsiteY15" fmla="*/ 45848 h 95994"/>
                  <a:gd name="connsiteX16" fmla="*/ 6219 w 63926"/>
                  <a:gd name="connsiteY16" fmla="*/ 81561 h 95994"/>
                  <a:gd name="connsiteX17" fmla="*/ 29966 w 63926"/>
                  <a:gd name="connsiteY17" fmla="*/ 93875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960"/>
                    </a:moveTo>
                    <a:cubicBezTo>
                      <a:pt x="23531" y="83960"/>
                      <a:pt x="18688" y="80788"/>
                      <a:pt x="15437" y="74442"/>
                    </a:cubicBezTo>
                    <a:cubicBezTo>
                      <a:pt x="12199" y="68110"/>
                      <a:pt x="10580" y="58579"/>
                      <a:pt x="10580" y="45848"/>
                    </a:cubicBezTo>
                    <a:cubicBezTo>
                      <a:pt x="10580" y="33171"/>
                      <a:pt x="12199" y="23659"/>
                      <a:pt x="15437" y="17314"/>
                    </a:cubicBezTo>
                    <a:cubicBezTo>
                      <a:pt x="18688" y="10968"/>
                      <a:pt x="23531" y="7796"/>
                      <a:pt x="29966" y="7796"/>
                    </a:cubicBezTo>
                    <a:cubicBezTo>
                      <a:pt x="36455" y="7796"/>
                      <a:pt x="41318" y="10968"/>
                      <a:pt x="44556" y="17314"/>
                    </a:cubicBezTo>
                    <a:cubicBezTo>
                      <a:pt x="47806" y="23659"/>
                      <a:pt x="49432" y="33171"/>
                      <a:pt x="49432" y="45848"/>
                    </a:cubicBezTo>
                    <a:cubicBezTo>
                      <a:pt x="49432" y="58579"/>
                      <a:pt x="47806" y="68110"/>
                      <a:pt x="44556" y="74442"/>
                    </a:cubicBezTo>
                    <a:cubicBezTo>
                      <a:pt x="41318" y="80788"/>
                      <a:pt x="36455" y="83960"/>
                      <a:pt x="29966" y="83960"/>
                    </a:cubicBezTo>
                    <a:close/>
                    <a:moveTo>
                      <a:pt x="29966" y="93875"/>
                    </a:moveTo>
                    <a:cubicBezTo>
                      <a:pt x="40340" y="93875"/>
                      <a:pt x="48262" y="89770"/>
                      <a:pt x="53733" y="81561"/>
                    </a:cubicBezTo>
                    <a:cubicBezTo>
                      <a:pt x="59204" y="73365"/>
                      <a:pt x="61940" y="61461"/>
                      <a:pt x="61940" y="45848"/>
                    </a:cubicBezTo>
                    <a:cubicBezTo>
                      <a:pt x="61940" y="30276"/>
                      <a:pt x="59204" y="18385"/>
                      <a:pt x="53733" y="10175"/>
                    </a:cubicBezTo>
                    <a:cubicBezTo>
                      <a:pt x="48262" y="1979"/>
                      <a:pt x="40340" y="-2119"/>
                      <a:pt x="29966" y="-2119"/>
                    </a:cubicBezTo>
                    <a:cubicBezTo>
                      <a:pt x="19606" y="-2119"/>
                      <a:pt x="11690" y="1979"/>
                      <a:pt x="6219" y="10175"/>
                    </a:cubicBezTo>
                    <a:cubicBezTo>
                      <a:pt x="748" y="18385"/>
                      <a:pt x="-1987" y="30276"/>
                      <a:pt x="-1987" y="45848"/>
                    </a:cubicBezTo>
                    <a:cubicBezTo>
                      <a:pt x="-1987" y="61461"/>
                      <a:pt x="748" y="73365"/>
                      <a:pt x="6219" y="81561"/>
                    </a:cubicBezTo>
                    <a:cubicBezTo>
                      <a:pt x="11690" y="89770"/>
                      <a:pt x="19606" y="93875"/>
                      <a:pt x="29966" y="938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63" name="Graphic 2">
              <a:extLst>
                <a:ext uri="{FF2B5EF4-FFF2-40B4-BE49-F238E27FC236}">
                  <a16:creationId xmlns:a16="http://schemas.microsoft.com/office/drawing/2014/main" id="{60725A07-87D5-A3FB-7FB1-242D08E21F3B}"/>
                </a:ext>
              </a:extLst>
            </p:cNvPr>
            <p:cNvGrpSpPr/>
            <p:nvPr/>
          </p:nvGrpSpPr>
          <p:grpSpPr>
            <a:xfrm>
              <a:off x="3581391" y="3402416"/>
              <a:ext cx="223926" cy="95994"/>
              <a:chOff x="3581391" y="3402416"/>
              <a:chExt cx="223926" cy="95994"/>
            </a:xfrm>
            <a:solidFill>
              <a:srgbClr val="000000"/>
            </a:solidFill>
          </p:grpSpPr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0669547B-6FF0-FA3B-6AD5-445A060A9C18}"/>
                  </a:ext>
                </a:extLst>
              </p:cNvPr>
              <p:cNvSpPr/>
              <p:nvPr/>
            </p:nvSpPr>
            <p:spPr>
              <a:xfrm flipV="1">
                <a:off x="3581391" y="3404082"/>
                <a:ext cx="59843" cy="94328"/>
              </a:xfrm>
              <a:custGeom>
                <a:avLst/>
                <a:gdLst>
                  <a:gd name="connsiteX0" fmla="*/ 1936 w 59843"/>
                  <a:gd name="connsiteY0" fmla="*/ 92216 h 94328"/>
                  <a:gd name="connsiteX1" fmla="*/ 51056 w 59843"/>
                  <a:gd name="connsiteY1" fmla="*/ 92216 h 94328"/>
                  <a:gd name="connsiteX2" fmla="*/ 51056 w 59843"/>
                  <a:gd name="connsiteY2" fmla="*/ 81667 h 94328"/>
                  <a:gd name="connsiteX3" fmla="*/ 13393 w 59843"/>
                  <a:gd name="connsiteY3" fmla="*/ 81667 h 94328"/>
                  <a:gd name="connsiteX4" fmla="*/ 13393 w 59843"/>
                  <a:gd name="connsiteY4" fmla="*/ 59002 h 94328"/>
                  <a:gd name="connsiteX5" fmla="*/ 18825 w 59843"/>
                  <a:gd name="connsiteY5" fmla="*/ 60390 h 94328"/>
                  <a:gd name="connsiteX6" fmla="*/ 24296 w 59843"/>
                  <a:gd name="connsiteY6" fmla="*/ 60846 h 94328"/>
                  <a:gd name="connsiteX7" fmla="*/ 48816 w 59843"/>
                  <a:gd name="connsiteY7" fmla="*/ 52359 h 94328"/>
                  <a:gd name="connsiteX8" fmla="*/ 57874 w 59843"/>
                  <a:gd name="connsiteY8" fmla="*/ 29376 h 94328"/>
                  <a:gd name="connsiteX9" fmla="*/ 48578 w 59843"/>
                  <a:gd name="connsiteY9" fmla="*/ 6156 h 94328"/>
                  <a:gd name="connsiteX10" fmla="*/ 22373 w 59843"/>
                  <a:gd name="connsiteY10" fmla="*/ -2113 h 94328"/>
                  <a:gd name="connsiteX11" fmla="*/ 10499 w 59843"/>
                  <a:gd name="connsiteY11" fmla="*/ -1121 h 94328"/>
                  <a:gd name="connsiteX12" fmla="*/ -1969 w 59843"/>
                  <a:gd name="connsiteY12" fmla="*/ 1853 h 94328"/>
                  <a:gd name="connsiteX13" fmla="*/ -1969 w 59843"/>
                  <a:gd name="connsiteY13" fmla="*/ 14445 h 94328"/>
                  <a:gd name="connsiteX14" fmla="*/ 9548 w 59843"/>
                  <a:gd name="connsiteY14" fmla="*/ 9924 h 94328"/>
                  <a:gd name="connsiteX15" fmla="*/ 22115 w 59843"/>
                  <a:gd name="connsiteY15" fmla="*/ 8437 h 94328"/>
                  <a:gd name="connsiteX16" fmla="*/ 39083 w 59843"/>
                  <a:gd name="connsiteY16" fmla="*/ 14068 h 94328"/>
                  <a:gd name="connsiteX17" fmla="*/ 45347 w 59843"/>
                  <a:gd name="connsiteY17" fmla="*/ 29376 h 94328"/>
                  <a:gd name="connsiteX18" fmla="*/ 39083 w 59843"/>
                  <a:gd name="connsiteY18" fmla="*/ 44665 h 94328"/>
                  <a:gd name="connsiteX19" fmla="*/ 22115 w 59843"/>
                  <a:gd name="connsiteY19" fmla="*/ 50316 h 94328"/>
                  <a:gd name="connsiteX20" fmla="*/ 12105 w 59843"/>
                  <a:gd name="connsiteY20" fmla="*/ 49206 h 94328"/>
                  <a:gd name="connsiteX21" fmla="*/ 1936 w 59843"/>
                  <a:gd name="connsiteY21" fmla="*/ 45736 h 94328"/>
                  <a:gd name="connsiteX22" fmla="*/ 1936 w 59843"/>
                  <a:gd name="connsiteY22" fmla="*/ 92216 h 9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9843" h="94328">
                    <a:moveTo>
                      <a:pt x="1936" y="92216"/>
                    </a:moveTo>
                    <a:lnTo>
                      <a:pt x="51056" y="92216"/>
                    </a:lnTo>
                    <a:lnTo>
                      <a:pt x="51056" y="81667"/>
                    </a:lnTo>
                    <a:lnTo>
                      <a:pt x="13393" y="81667"/>
                    </a:lnTo>
                    <a:lnTo>
                      <a:pt x="13393" y="59002"/>
                    </a:lnTo>
                    <a:cubicBezTo>
                      <a:pt x="15204" y="59623"/>
                      <a:pt x="17014" y="60086"/>
                      <a:pt x="18825" y="60390"/>
                    </a:cubicBezTo>
                    <a:cubicBezTo>
                      <a:pt x="20648" y="60694"/>
                      <a:pt x="22472" y="60846"/>
                      <a:pt x="24296" y="60846"/>
                    </a:cubicBezTo>
                    <a:cubicBezTo>
                      <a:pt x="34616" y="60846"/>
                      <a:pt x="42790" y="58017"/>
                      <a:pt x="48816" y="52359"/>
                    </a:cubicBezTo>
                    <a:cubicBezTo>
                      <a:pt x="54855" y="46701"/>
                      <a:pt x="57874" y="39040"/>
                      <a:pt x="57874" y="29376"/>
                    </a:cubicBezTo>
                    <a:cubicBezTo>
                      <a:pt x="57874" y="19422"/>
                      <a:pt x="54776" y="11682"/>
                      <a:pt x="48578" y="6156"/>
                    </a:cubicBezTo>
                    <a:cubicBezTo>
                      <a:pt x="42380" y="644"/>
                      <a:pt x="33645" y="-2113"/>
                      <a:pt x="22373" y="-2113"/>
                    </a:cubicBezTo>
                    <a:cubicBezTo>
                      <a:pt x="18488" y="-2113"/>
                      <a:pt x="14530" y="-1782"/>
                      <a:pt x="10499" y="-1121"/>
                    </a:cubicBezTo>
                    <a:cubicBezTo>
                      <a:pt x="6482" y="-460"/>
                      <a:pt x="2326" y="531"/>
                      <a:pt x="-1969" y="1853"/>
                    </a:cubicBezTo>
                    <a:lnTo>
                      <a:pt x="-1969" y="14445"/>
                    </a:lnTo>
                    <a:cubicBezTo>
                      <a:pt x="1745" y="12422"/>
                      <a:pt x="5583" y="10915"/>
                      <a:pt x="9548" y="9924"/>
                    </a:cubicBezTo>
                    <a:cubicBezTo>
                      <a:pt x="13512" y="8932"/>
                      <a:pt x="17701" y="8437"/>
                      <a:pt x="22115" y="8437"/>
                    </a:cubicBezTo>
                    <a:cubicBezTo>
                      <a:pt x="29264" y="8437"/>
                      <a:pt x="34920" y="10314"/>
                      <a:pt x="39083" y="14068"/>
                    </a:cubicBezTo>
                    <a:cubicBezTo>
                      <a:pt x="43259" y="17822"/>
                      <a:pt x="45347" y="22925"/>
                      <a:pt x="45347" y="29376"/>
                    </a:cubicBezTo>
                    <a:cubicBezTo>
                      <a:pt x="45347" y="35814"/>
                      <a:pt x="43259" y="40910"/>
                      <a:pt x="39083" y="44665"/>
                    </a:cubicBezTo>
                    <a:cubicBezTo>
                      <a:pt x="34920" y="48432"/>
                      <a:pt x="29264" y="50316"/>
                      <a:pt x="22115" y="50316"/>
                    </a:cubicBezTo>
                    <a:cubicBezTo>
                      <a:pt x="18772" y="50316"/>
                      <a:pt x="15435" y="49946"/>
                      <a:pt x="12105" y="49206"/>
                    </a:cubicBezTo>
                    <a:cubicBezTo>
                      <a:pt x="8788" y="48465"/>
                      <a:pt x="5398" y="47309"/>
                      <a:pt x="1936" y="45736"/>
                    </a:cubicBezTo>
                    <a:lnTo>
                      <a:pt x="1936" y="92216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7E16B891-8BD1-2835-C77A-4C6C325A9A08}"/>
                  </a:ext>
                </a:extLst>
              </p:cNvPr>
              <p:cNvSpPr/>
              <p:nvPr/>
            </p:nvSpPr>
            <p:spPr>
              <a:xfrm flipV="1">
                <a:off x="3660678" y="3402416"/>
                <a:ext cx="63926" cy="95994"/>
              </a:xfrm>
              <a:custGeom>
                <a:avLst/>
                <a:gdLst>
                  <a:gd name="connsiteX0" fmla="*/ 29960 w 63926"/>
                  <a:gd name="connsiteY0" fmla="*/ 83925 h 95994"/>
                  <a:gd name="connsiteX1" fmla="*/ 15430 w 63926"/>
                  <a:gd name="connsiteY1" fmla="*/ 74407 h 95994"/>
                  <a:gd name="connsiteX2" fmla="*/ 10574 w 63926"/>
                  <a:gd name="connsiteY2" fmla="*/ 45813 h 95994"/>
                  <a:gd name="connsiteX3" fmla="*/ 15430 w 63926"/>
                  <a:gd name="connsiteY3" fmla="*/ 17278 h 95994"/>
                  <a:gd name="connsiteX4" fmla="*/ 29960 w 63926"/>
                  <a:gd name="connsiteY4" fmla="*/ 7760 h 95994"/>
                  <a:gd name="connsiteX5" fmla="*/ 44549 w 63926"/>
                  <a:gd name="connsiteY5" fmla="*/ 17278 h 95994"/>
                  <a:gd name="connsiteX6" fmla="*/ 49425 w 63926"/>
                  <a:gd name="connsiteY6" fmla="*/ 45813 h 95994"/>
                  <a:gd name="connsiteX7" fmla="*/ 44549 w 63926"/>
                  <a:gd name="connsiteY7" fmla="*/ 74407 h 95994"/>
                  <a:gd name="connsiteX8" fmla="*/ 29960 w 63926"/>
                  <a:gd name="connsiteY8" fmla="*/ 83925 h 95994"/>
                  <a:gd name="connsiteX9" fmla="*/ 29960 w 63926"/>
                  <a:gd name="connsiteY9" fmla="*/ 93839 h 95994"/>
                  <a:gd name="connsiteX10" fmla="*/ 53727 w 63926"/>
                  <a:gd name="connsiteY10" fmla="*/ 81525 h 95994"/>
                  <a:gd name="connsiteX11" fmla="*/ 61933 w 63926"/>
                  <a:gd name="connsiteY11" fmla="*/ 45813 h 95994"/>
                  <a:gd name="connsiteX12" fmla="*/ 53727 w 63926"/>
                  <a:gd name="connsiteY12" fmla="*/ 10139 h 95994"/>
                  <a:gd name="connsiteX13" fmla="*/ 29960 w 63926"/>
                  <a:gd name="connsiteY13" fmla="*/ -2155 h 95994"/>
                  <a:gd name="connsiteX14" fmla="*/ 6213 w 63926"/>
                  <a:gd name="connsiteY14" fmla="*/ 10139 h 95994"/>
                  <a:gd name="connsiteX15" fmla="*/ -1993 w 63926"/>
                  <a:gd name="connsiteY15" fmla="*/ 45813 h 95994"/>
                  <a:gd name="connsiteX16" fmla="*/ 6213 w 63926"/>
                  <a:gd name="connsiteY16" fmla="*/ 81525 h 95994"/>
                  <a:gd name="connsiteX17" fmla="*/ 29960 w 63926"/>
                  <a:gd name="connsiteY17" fmla="*/ 93839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0" y="83925"/>
                    </a:moveTo>
                    <a:cubicBezTo>
                      <a:pt x="23524" y="83925"/>
                      <a:pt x="18681" y="80752"/>
                      <a:pt x="15430" y="74407"/>
                    </a:cubicBezTo>
                    <a:cubicBezTo>
                      <a:pt x="12193" y="68074"/>
                      <a:pt x="10574" y="58543"/>
                      <a:pt x="10574" y="45813"/>
                    </a:cubicBezTo>
                    <a:cubicBezTo>
                      <a:pt x="10574" y="33135"/>
                      <a:pt x="12193" y="23623"/>
                      <a:pt x="15430" y="17278"/>
                    </a:cubicBezTo>
                    <a:cubicBezTo>
                      <a:pt x="18681" y="10933"/>
                      <a:pt x="23524" y="7760"/>
                      <a:pt x="29960" y="7760"/>
                    </a:cubicBezTo>
                    <a:cubicBezTo>
                      <a:pt x="36448" y="7760"/>
                      <a:pt x="41312" y="10933"/>
                      <a:pt x="44549" y="17278"/>
                    </a:cubicBezTo>
                    <a:cubicBezTo>
                      <a:pt x="47800" y="23623"/>
                      <a:pt x="49425" y="33135"/>
                      <a:pt x="49425" y="45813"/>
                    </a:cubicBezTo>
                    <a:cubicBezTo>
                      <a:pt x="49425" y="58543"/>
                      <a:pt x="47800" y="68074"/>
                      <a:pt x="44549" y="74407"/>
                    </a:cubicBezTo>
                    <a:cubicBezTo>
                      <a:pt x="41312" y="80752"/>
                      <a:pt x="36448" y="83925"/>
                      <a:pt x="29960" y="83925"/>
                    </a:cubicBezTo>
                    <a:close/>
                    <a:moveTo>
                      <a:pt x="29960" y="93839"/>
                    </a:moveTo>
                    <a:cubicBezTo>
                      <a:pt x="40334" y="93839"/>
                      <a:pt x="48256" y="89735"/>
                      <a:pt x="53727" y="81525"/>
                    </a:cubicBezTo>
                    <a:cubicBezTo>
                      <a:pt x="59198" y="73329"/>
                      <a:pt x="61933" y="61425"/>
                      <a:pt x="61933" y="45813"/>
                    </a:cubicBezTo>
                    <a:cubicBezTo>
                      <a:pt x="61933" y="30240"/>
                      <a:pt x="59198" y="18349"/>
                      <a:pt x="53727" y="10139"/>
                    </a:cubicBezTo>
                    <a:cubicBezTo>
                      <a:pt x="48256" y="1943"/>
                      <a:pt x="40334" y="-2155"/>
                      <a:pt x="29960" y="-2155"/>
                    </a:cubicBezTo>
                    <a:cubicBezTo>
                      <a:pt x="19600" y="-2155"/>
                      <a:pt x="11684" y="1943"/>
                      <a:pt x="6213" y="10139"/>
                    </a:cubicBezTo>
                    <a:cubicBezTo>
                      <a:pt x="742" y="18349"/>
                      <a:pt x="-1993" y="30240"/>
                      <a:pt x="-1993" y="45813"/>
                    </a:cubicBezTo>
                    <a:cubicBezTo>
                      <a:pt x="-1993" y="61425"/>
                      <a:pt x="742" y="73329"/>
                      <a:pt x="6213" y="81525"/>
                    </a:cubicBezTo>
                    <a:cubicBezTo>
                      <a:pt x="11684" y="89735"/>
                      <a:pt x="19600" y="93839"/>
                      <a:pt x="29960" y="938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1F83E1A1-57B9-0FEF-692B-01CB0FC75CC8}"/>
                  </a:ext>
                </a:extLst>
              </p:cNvPr>
              <p:cNvSpPr/>
              <p:nvPr/>
            </p:nvSpPr>
            <p:spPr>
              <a:xfrm flipV="1">
                <a:off x="3741391" y="3402416"/>
                <a:ext cx="63926" cy="95994"/>
              </a:xfrm>
              <a:custGeom>
                <a:avLst/>
                <a:gdLst>
                  <a:gd name="connsiteX0" fmla="*/ 29966 w 63926"/>
                  <a:gd name="connsiteY0" fmla="*/ 83925 h 95994"/>
                  <a:gd name="connsiteX1" fmla="*/ 15437 w 63926"/>
                  <a:gd name="connsiteY1" fmla="*/ 74407 h 95994"/>
                  <a:gd name="connsiteX2" fmla="*/ 10580 w 63926"/>
                  <a:gd name="connsiteY2" fmla="*/ 45813 h 95994"/>
                  <a:gd name="connsiteX3" fmla="*/ 15437 w 63926"/>
                  <a:gd name="connsiteY3" fmla="*/ 17278 h 95994"/>
                  <a:gd name="connsiteX4" fmla="*/ 29966 w 63926"/>
                  <a:gd name="connsiteY4" fmla="*/ 7760 h 95994"/>
                  <a:gd name="connsiteX5" fmla="*/ 44556 w 63926"/>
                  <a:gd name="connsiteY5" fmla="*/ 17278 h 95994"/>
                  <a:gd name="connsiteX6" fmla="*/ 49432 w 63926"/>
                  <a:gd name="connsiteY6" fmla="*/ 45813 h 95994"/>
                  <a:gd name="connsiteX7" fmla="*/ 44556 w 63926"/>
                  <a:gd name="connsiteY7" fmla="*/ 74407 h 95994"/>
                  <a:gd name="connsiteX8" fmla="*/ 29966 w 63926"/>
                  <a:gd name="connsiteY8" fmla="*/ 83925 h 95994"/>
                  <a:gd name="connsiteX9" fmla="*/ 29966 w 63926"/>
                  <a:gd name="connsiteY9" fmla="*/ 93839 h 95994"/>
                  <a:gd name="connsiteX10" fmla="*/ 53733 w 63926"/>
                  <a:gd name="connsiteY10" fmla="*/ 81525 h 95994"/>
                  <a:gd name="connsiteX11" fmla="*/ 61940 w 63926"/>
                  <a:gd name="connsiteY11" fmla="*/ 45813 h 95994"/>
                  <a:gd name="connsiteX12" fmla="*/ 53733 w 63926"/>
                  <a:gd name="connsiteY12" fmla="*/ 10139 h 95994"/>
                  <a:gd name="connsiteX13" fmla="*/ 29966 w 63926"/>
                  <a:gd name="connsiteY13" fmla="*/ -2155 h 95994"/>
                  <a:gd name="connsiteX14" fmla="*/ 6219 w 63926"/>
                  <a:gd name="connsiteY14" fmla="*/ 10139 h 95994"/>
                  <a:gd name="connsiteX15" fmla="*/ -1987 w 63926"/>
                  <a:gd name="connsiteY15" fmla="*/ 45813 h 95994"/>
                  <a:gd name="connsiteX16" fmla="*/ 6219 w 63926"/>
                  <a:gd name="connsiteY16" fmla="*/ 81525 h 95994"/>
                  <a:gd name="connsiteX17" fmla="*/ 29966 w 63926"/>
                  <a:gd name="connsiteY17" fmla="*/ 93839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925"/>
                    </a:moveTo>
                    <a:cubicBezTo>
                      <a:pt x="23531" y="83925"/>
                      <a:pt x="18688" y="80752"/>
                      <a:pt x="15437" y="74407"/>
                    </a:cubicBezTo>
                    <a:cubicBezTo>
                      <a:pt x="12199" y="68074"/>
                      <a:pt x="10580" y="58543"/>
                      <a:pt x="10580" y="45813"/>
                    </a:cubicBezTo>
                    <a:cubicBezTo>
                      <a:pt x="10580" y="33135"/>
                      <a:pt x="12199" y="23623"/>
                      <a:pt x="15437" y="17278"/>
                    </a:cubicBezTo>
                    <a:cubicBezTo>
                      <a:pt x="18688" y="10933"/>
                      <a:pt x="23531" y="7760"/>
                      <a:pt x="29966" y="7760"/>
                    </a:cubicBezTo>
                    <a:cubicBezTo>
                      <a:pt x="36455" y="7760"/>
                      <a:pt x="41318" y="10933"/>
                      <a:pt x="44556" y="17278"/>
                    </a:cubicBezTo>
                    <a:cubicBezTo>
                      <a:pt x="47806" y="23623"/>
                      <a:pt x="49432" y="33135"/>
                      <a:pt x="49432" y="45813"/>
                    </a:cubicBezTo>
                    <a:cubicBezTo>
                      <a:pt x="49432" y="58543"/>
                      <a:pt x="47806" y="68074"/>
                      <a:pt x="44556" y="74407"/>
                    </a:cubicBezTo>
                    <a:cubicBezTo>
                      <a:pt x="41318" y="80752"/>
                      <a:pt x="36455" y="83925"/>
                      <a:pt x="29966" y="83925"/>
                    </a:cubicBezTo>
                    <a:close/>
                    <a:moveTo>
                      <a:pt x="29966" y="93839"/>
                    </a:moveTo>
                    <a:cubicBezTo>
                      <a:pt x="40340" y="93839"/>
                      <a:pt x="48262" y="89735"/>
                      <a:pt x="53733" y="81525"/>
                    </a:cubicBezTo>
                    <a:cubicBezTo>
                      <a:pt x="59204" y="73329"/>
                      <a:pt x="61940" y="61425"/>
                      <a:pt x="61940" y="45813"/>
                    </a:cubicBezTo>
                    <a:cubicBezTo>
                      <a:pt x="61940" y="30240"/>
                      <a:pt x="59204" y="18349"/>
                      <a:pt x="53733" y="10139"/>
                    </a:cubicBezTo>
                    <a:cubicBezTo>
                      <a:pt x="48262" y="1943"/>
                      <a:pt x="40340" y="-2155"/>
                      <a:pt x="29966" y="-2155"/>
                    </a:cubicBezTo>
                    <a:cubicBezTo>
                      <a:pt x="19606" y="-2155"/>
                      <a:pt x="11690" y="1943"/>
                      <a:pt x="6219" y="10139"/>
                    </a:cubicBezTo>
                    <a:cubicBezTo>
                      <a:pt x="748" y="18349"/>
                      <a:pt x="-1987" y="30240"/>
                      <a:pt x="-1987" y="45813"/>
                    </a:cubicBezTo>
                    <a:cubicBezTo>
                      <a:pt x="-1987" y="61425"/>
                      <a:pt x="748" y="73329"/>
                      <a:pt x="6219" y="81525"/>
                    </a:cubicBezTo>
                    <a:cubicBezTo>
                      <a:pt x="11690" y="89735"/>
                      <a:pt x="19606" y="93839"/>
                      <a:pt x="29966" y="938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69" name="Graphic 2">
              <a:extLst>
                <a:ext uri="{FF2B5EF4-FFF2-40B4-BE49-F238E27FC236}">
                  <a16:creationId xmlns:a16="http://schemas.microsoft.com/office/drawing/2014/main" id="{D8A4B016-3D18-4AB2-660B-54A7114BDC87}"/>
                </a:ext>
              </a:extLst>
            </p:cNvPr>
            <p:cNvGrpSpPr/>
            <p:nvPr/>
          </p:nvGrpSpPr>
          <p:grpSpPr>
            <a:xfrm>
              <a:off x="3581391" y="2949201"/>
              <a:ext cx="223926" cy="95994"/>
              <a:chOff x="3581391" y="2949201"/>
              <a:chExt cx="223926" cy="95994"/>
            </a:xfrm>
            <a:solidFill>
              <a:srgbClr val="000000"/>
            </a:solidFill>
          </p:grpSpPr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90FE6110-F651-C6EC-5262-C821B389CA40}"/>
                  </a:ext>
                </a:extLst>
              </p:cNvPr>
              <p:cNvSpPr/>
              <p:nvPr/>
            </p:nvSpPr>
            <p:spPr>
              <a:xfrm flipV="1">
                <a:off x="3581391" y="2950867"/>
                <a:ext cx="59843" cy="94328"/>
              </a:xfrm>
              <a:custGeom>
                <a:avLst/>
                <a:gdLst>
                  <a:gd name="connsiteX0" fmla="*/ 1936 w 59843"/>
                  <a:gd name="connsiteY0" fmla="*/ 92180 h 94328"/>
                  <a:gd name="connsiteX1" fmla="*/ 51056 w 59843"/>
                  <a:gd name="connsiteY1" fmla="*/ 92180 h 94328"/>
                  <a:gd name="connsiteX2" fmla="*/ 51056 w 59843"/>
                  <a:gd name="connsiteY2" fmla="*/ 81631 h 94328"/>
                  <a:gd name="connsiteX3" fmla="*/ 13393 w 59843"/>
                  <a:gd name="connsiteY3" fmla="*/ 81631 h 94328"/>
                  <a:gd name="connsiteX4" fmla="*/ 13393 w 59843"/>
                  <a:gd name="connsiteY4" fmla="*/ 58966 h 94328"/>
                  <a:gd name="connsiteX5" fmla="*/ 18825 w 59843"/>
                  <a:gd name="connsiteY5" fmla="*/ 60354 h 94328"/>
                  <a:gd name="connsiteX6" fmla="*/ 24296 w 59843"/>
                  <a:gd name="connsiteY6" fmla="*/ 60810 h 94328"/>
                  <a:gd name="connsiteX7" fmla="*/ 48816 w 59843"/>
                  <a:gd name="connsiteY7" fmla="*/ 52323 h 94328"/>
                  <a:gd name="connsiteX8" fmla="*/ 57874 w 59843"/>
                  <a:gd name="connsiteY8" fmla="*/ 29341 h 94328"/>
                  <a:gd name="connsiteX9" fmla="*/ 48578 w 59843"/>
                  <a:gd name="connsiteY9" fmla="*/ 6120 h 94328"/>
                  <a:gd name="connsiteX10" fmla="*/ 22373 w 59843"/>
                  <a:gd name="connsiteY10" fmla="*/ -2148 h 94328"/>
                  <a:gd name="connsiteX11" fmla="*/ 10499 w 59843"/>
                  <a:gd name="connsiteY11" fmla="*/ -1157 h 94328"/>
                  <a:gd name="connsiteX12" fmla="*/ -1969 w 59843"/>
                  <a:gd name="connsiteY12" fmla="*/ 1817 h 94328"/>
                  <a:gd name="connsiteX13" fmla="*/ -1969 w 59843"/>
                  <a:gd name="connsiteY13" fmla="*/ 14409 h 94328"/>
                  <a:gd name="connsiteX14" fmla="*/ 9548 w 59843"/>
                  <a:gd name="connsiteY14" fmla="*/ 9888 h 94328"/>
                  <a:gd name="connsiteX15" fmla="*/ 22115 w 59843"/>
                  <a:gd name="connsiteY15" fmla="*/ 8401 h 94328"/>
                  <a:gd name="connsiteX16" fmla="*/ 39083 w 59843"/>
                  <a:gd name="connsiteY16" fmla="*/ 14032 h 94328"/>
                  <a:gd name="connsiteX17" fmla="*/ 45347 w 59843"/>
                  <a:gd name="connsiteY17" fmla="*/ 29341 h 94328"/>
                  <a:gd name="connsiteX18" fmla="*/ 39083 w 59843"/>
                  <a:gd name="connsiteY18" fmla="*/ 44629 h 94328"/>
                  <a:gd name="connsiteX19" fmla="*/ 22115 w 59843"/>
                  <a:gd name="connsiteY19" fmla="*/ 50281 h 94328"/>
                  <a:gd name="connsiteX20" fmla="*/ 12105 w 59843"/>
                  <a:gd name="connsiteY20" fmla="*/ 49170 h 94328"/>
                  <a:gd name="connsiteX21" fmla="*/ 1936 w 59843"/>
                  <a:gd name="connsiteY21" fmla="*/ 45700 h 94328"/>
                  <a:gd name="connsiteX22" fmla="*/ 1936 w 59843"/>
                  <a:gd name="connsiteY22" fmla="*/ 92180 h 9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9843" h="94328">
                    <a:moveTo>
                      <a:pt x="1936" y="92180"/>
                    </a:moveTo>
                    <a:lnTo>
                      <a:pt x="51056" y="92180"/>
                    </a:lnTo>
                    <a:lnTo>
                      <a:pt x="51056" y="81631"/>
                    </a:lnTo>
                    <a:lnTo>
                      <a:pt x="13393" y="81631"/>
                    </a:lnTo>
                    <a:lnTo>
                      <a:pt x="13393" y="58966"/>
                    </a:lnTo>
                    <a:cubicBezTo>
                      <a:pt x="15204" y="59587"/>
                      <a:pt x="17014" y="60050"/>
                      <a:pt x="18825" y="60354"/>
                    </a:cubicBezTo>
                    <a:cubicBezTo>
                      <a:pt x="20648" y="60658"/>
                      <a:pt x="22472" y="60810"/>
                      <a:pt x="24296" y="60810"/>
                    </a:cubicBezTo>
                    <a:cubicBezTo>
                      <a:pt x="34616" y="60810"/>
                      <a:pt x="42790" y="57981"/>
                      <a:pt x="48816" y="52323"/>
                    </a:cubicBezTo>
                    <a:cubicBezTo>
                      <a:pt x="54855" y="46665"/>
                      <a:pt x="57874" y="39004"/>
                      <a:pt x="57874" y="29341"/>
                    </a:cubicBezTo>
                    <a:cubicBezTo>
                      <a:pt x="57874" y="19386"/>
                      <a:pt x="54776" y="11646"/>
                      <a:pt x="48578" y="6120"/>
                    </a:cubicBezTo>
                    <a:cubicBezTo>
                      <a:pt x="42380" y="608"/>
                      <a:pt x="33645" y="-2148"/>
                      <a:pt x="22373" y="-2148"/>
                    </a:cubicBezTo>
                    <a:cubicBezTo>
                      <a:pt x="18488" y="-2148"/>
                      <a:pt x="14530" y="-1818"/>
                      <a:pt x="10499" y="-1157"/>
                    </a:cubicBezTo>
                    <a:cubicBezTo>
                      <a:pt x="6482" y="-496"/>
                      <a:pt x="2326" y="495"/>
                      <a:pt x="-1969" y="1817"/>
                    </a:cubicBezTo>
                    <a:lnTo>
                      <a:pt x="-1969" y="14409"/>
                    </a:lnTo>
                    <a:cubicBezTo>
                      <a:pt x="1745" y="12387"/>
                      <a:pt x="5583" y="10879"/>
                      <a:pt x="9548" y="9888"/>
                    </a:cubicBezTo>
                    <a:cubicBezTo>
                      <a:pt x="13512" y="8897"/>
                      <a:pt x="17701" y="8401"/>
                      <a:pt x="22115" y="8401"/>
                    </a:cubicBezTo>
                    <a:cubicBezTo>
                      <a:pt x="29264" y="8401"/>
                      <a:pt x="34920" y="10278"/>
                      <a:pt x="39083" y="14032"/>
                    </a:cubicBezTo>
                    <a:cubicBezTo>
                      <a:pt x="43259" y="17787"/>
                      <a:pt x="45347" y="22889"/>
                      <a:pt x="45347" y="29341"/>
                    </a:cubicBezTo>
                    <a:cubicBezTo>
                      <a:pt x="45347" y="35779"/>
                      <a:pt x="43259" y="40875"/>
                      <a:pt x="39083" y="44629"/>
                    </a:cubicBezTo>
                    <a:cubicBezTo>
                      <a:pt x="34920" y="48397"/>
                      <a:pt x="29264" y="50281"/>
                      <a:pt x="22115" y="50281"/>
                    </a:cubicBezTo>
                    <a:cubicBezTo>
                      <a:pt x="18772" y="50281"/>
                      <a:pt x="15435" y="49910"/>
                      <a:pt x="12105" y="49170"/>
                    </a:cubicBezTo>
                    <a:cubicBezTo>
                      <a:pt x="8788" y="48430"/>
                      <a:pt x="5398" y="47273"/>
                      <a:pt x="1936" y="45700"/>
                    </a:cubicBezTo>
                    <a:lnTo>
                      <a:pt x="1936" y="92180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B4087B74-9FB8-170A-66CB-51C56384D50C}"/>
                  </a:ext>
                </a:extLst>
              </p:cNvPr>
              <p:cNvSpPr/>
              <p:nvPr/>
            </p:nvSpPr>
            <p:spPr>
              <a:xfrm flipV="1">
                <a:off x="3666248" y="2950867"/>
                <a:ext cx="55066" cy="92524"/>
              </a:xfrm>
              <a:custGeom>
                <a:avLst/>
                <a:gdLst>
                  <a:gd name="connsiteX0" fmla="*/ -247 w 55066"/>
                  <a:gd name="connsiteY0" fmla="*/ 8335 h 92524"/>
                  <a:gd name="connsiteX1" fmla="*/ 20190 w 55066"/>
                  <a:gd name="connsiteY1" fmla="*/ 8335 h 92524"/>
                  <a:gd name="connsiteX2" fmla="*/ 20190 w 55066"/>
                  <a:gd name="connsiteY2" fmla="*/ 78928 h 92524"/>
                  <a:gd name="connsiteX3" fmla="*/ -2051 w 55066"/>
                  <a:gd name="connsiteY3" fmla="*/ 74466 h 92524"/>
                  <a:gd name="connsiteX4" fmla="*/ -2051 w 55066"/>
                  <a:gd name="connsiteY4" fmla="*/ 85868 h 92524"/>
                  <a:gd name="connsiteX5" fmla="*/ 20071 w 55066"/>
                  <a:gd name="connsiteY5" fmla="*/ 90330 h 92524"/>
                  <a:gd name="connsiteX6" fmla="*/ 32579 w 55066"/>
                  <a:gd name="connsiteY6" fmla="*/ 90330 h 92524"/>
                  <a:gd name="connsiteX7" fmla="*/ 32579 w 55066"/>
                  <a:gd name="connsiteY7" fmla="*/ 8335 h 92524"/>
                  <a:gd name="connsiteX8" fmla="*/ 53015 w 55066"/>
                  <a:gd name="connsiteY8" fmla="*/ 8335 h 92524"/>
                  <a:gd name="connsiteX9" fmla="*/ 53015 w 55066"/>
                  <a:gd name="connsiteY9" fmla="*/ -2194 h 92524"/>
                  <a:gd name="connsiteX10" fmla="*/ -247 w 55066"/>
                  <a:gd name="connsiteY10" fmla="*/ -2194 h 92524"/>
                  <a:gd name="connsiteX11" fmla="*/ -247 w 55066"/>
                  <a:gd name="connsiteY11" fmla="*/ 8335 h 9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5066" h="92524">
                    <a:moveTo>
                      <a:pt x="-247" y="8335"/>
                    </a:moveTo>
                    <a:lnTo>
                      <a:pt x="20190" y="8335"/>
                    </a:lnTo>
                    <a:lnTo>
                      <a:pt x="20190" y="78928"/>
                    </a:lnTo>
                    <a:lnTo>
                      <a:pt x="-2051" y="74466"/>
                    </a:lnTo>
                    <a:lnTo>
                      <a:pt x="-2051" y="85868"/>
                    </a:lnTo>
                    <a:lnTo>
                      <a:pt x="20071" y="90330"/>
                    </a:lnTo>
                    <a:lnTo>
                      <a:pt x="32579" y="90330"/>
                    </a:lnTo>
                    <a:lnTo>
                      <a:pt x="32579" y="8335"/>
                    </a:lnTo>
                    <a:lnTo>
                      <a:pt x="53015" y="8335"/>
                    </a:lnTo>
                    <a:lnTo>
                      <a:pt x="53015" y="-2194"/>
                    </a:lnTo>
                    <a:lnTo>
                      <a:pt x="-247" y="-2194"/>
                    </a:lnTo>
                    <a:lnTo>
                      <a:pt x="-247" y="8335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3CA9C731-265E-9DBC-88E4-6635954AE4EC}"/>
                  </a:ext>
                </a:extLst>
              </p:cNvPr>
              <p:cNvSpPr/>
              <p:nvPr/>
            </p:nvSpPr>
            <p:spPr>
              <a:xfrm flipV="1">
                <a:off x="3741391" y="2949201"/>
                <a:ext cx="63926" cy="95994"/>
              </a:xfrm>
              <a:custGeom>
                <a:avLst/>
                <a:gdLst>
                  <a:gd name="connsiteX0" fmla="*/ 29966 w 63926"/>
                  <a:gd name="connsiteY0" fmla="*/ 83889 h 95994"/>
                  <a:gd name="connsiteX1" fmla="*/ 15437 w 63926"/>
                  <a:gd name="connsiteY1" fmla="*/ 74371 h 95994"/>
                  <a:gd name="connsiteX2" fmla="*/ 10580 w 63926"/>
                  <a:gd name="connsiteY2" fmla="*/ 45777 h 95994"/>
                  <a:gd name="connsiteX3" fmla="*/ 15437 w 63926"/>
                  <a:gd name="connsiteY3" fmla="*/ 17242 h 95994"/>
                  <a:gd name="connsiteX4" fmla="*/ 29966 w 63926"/>
                  <a:gd name="connsiteY4" fmla="*/ 7724 h 95994"/>
                  <a:gd name="connsiteX5" fmla="*/ 44556 w 63926"/>
                  <a:gd name="connsiteY5" fmla="*/ 17242 h 95994"/>
                  <a:gd name="connsiteX6" fmla="*/ 49432 w 63926"/>
                  <a:gd name="connsiteY6" fmla="*/ 45777 h 95994"/>
                  <a:gd name="connsiteX7" fmla="*/ 44556 w 63926"/>
                  <a:gd name="connsiteY7" fmla="*/ 74371 h 95994"/>
                  <a:gd name="connsiteX8" fmla="*/ 29966 w 63926"/>
                  <a:gd name="connsiteY8" fmla="*/ 83889 h 95994"/>
                  <a:gd name="connsiteX9" fmla="*/ 29966 w 63926"/>
                  <a:gd name="connsiteY9" fmla="*/ 93804 h 95994"/>
                  <a:gd name="connsiteX10" fmla="*/ 53733 w 63926"/>
                  <a:gd name="connsiteY10" fmla="*/ 81490 h 95994"/>
                  <a:gd name="connsiteX11" fmla="*/ 61940 w 63926"/>
                  <a:gd name="connsiteY11" fmla="*/ 45777 h 95994"/>
                  <a:gd name="connsiteX12" fmla="*/ 53733 w 63926"/>
                  <a:gd name="connsiteY12" fmla="*/ 10104 h 95994"/>
                  <a:gd name="connsiteX13" fmla="*/ 29966 w 63926"/>
                  <a:gd name="connsiteY13" fmla="*/ -2191 h 95994"/>
                  <a:gd name="connsiteX14" fmla="*/ 6219 w 63926"/>
                  <a:gd name="connsiteY14" fmla="*/ 10104 h 95994"/>
                  <a:gd name="connsiteX15" fmla="*/ -1987 w 63926"/>
                  <a:gd name="connsiteY15" fmla="*/ 45777 h 95994"/>
                  <a:gd name="connsiteX16" fmla="*/ 6219 w 63926"/>
                  <a:gd name="connsiteY16" fmla="*/ 81490 h 95994"/>
                  <a:gd name="connsiteX17" fmla="*/ 29966 w 63926"/>
                  <a:gd name="connsiteY17" fmla="*/ 93804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889"/>
                    </a:moveTo>
                    <a:cubicBezTo>
                      <a:pt x="23531" y="83889"/>
                      <a:pt x="18688" y="80716"/>
                      <a:pt x="15437" y="74371"/>
                    </a:cubicBezTo>
                    <a:cubicBezTo>
                      <a:pt x="12199" y="68039"/>
                      <a:pt x="10580" y="58507"/>
                      <a:pt x="10580" y="45777"/>
                    </a:cubicBezTo>
                    <a:cubicBezTo>
                      <a:pt x="10580" y="33099"/>
                      <a:pt x="12199" y="23588"/>
                      <a:pt x="15437" y="17242"/>
                    </a:cubicBezTo>
                    <a:cubicBezTo>
                      <a:pt x="18688" y="10897"/>
                      <a:pt x="23531" y="7724"/>
                      <a:pt x="29966" y="7724"/>
                    </a:cubicBezTo>
                    <a:cubicBezTo>
                      <a:pt x="36455" y="7724"/>
                      <a:pt x="41318" y="10897"/>
                      <a:pt x="44556" y="17242"/>
                    </a:cubicBezTo>
                    <a:cubicBezTo>
                      <a:pt x="47806" y="23588"/>
                      <a:pt x="49432" y="33099"/>
                      <a:pt x="49432" y="45777"/>
                    </a:cubicBezTo>
                    <a:cubicBezTo>
                      <a:pt x="49432" y="58507"/>
                      <a:pt x="47806" y="68039"/>
                      <a:pt x="44556" y="74371"/>
                    </a:cubicBezTo>
                    <a:cubicBezTo>
                      <a:pt x="41318" y="80716"/>
                      <a:pt x="36455" y="83889"/>
                      <a:pt x="29966" y="83889"/>
                    </a:cubicBezTo>
                    <a:close/>
                    <a:moveTo>
                      <a:pt x="29966" y="93804"/>
                    </a:moveTo>
                    <a:cubicBezTo>
                      <a:pt x="40340" y="93804"/>
                      <a:pt x="48262" y="89699"/>
                      <a:pt x="53733" y="81490"/>
                    </a:cubicBezTo>
                    <a:cubicBezTo>
                      <a:pt x="59204" y="73293"/>
                      <a:pt x="61940" y="61389"/>
                      <a:pt x="61940" y="45777"/>
                    </a:cubicBezTo>
                    <a:cubicBezTo>
                      <a:pt x="61940" y="30204"/>
                      <a:pt x="59204" y="18313"/>
                      <a:pt x="53733" y="10104"/>
                    </a:cubicBezTo>
                    <a:cubicBezTo>
                      <a:pt x="48262" y="1908"/>
                      <a:pt x="40340" y="-2191"/>
                      <a:pt x="29966" y="-2191"/>
                    </a:cubicBezTo>
                    <a:cubicBezTo>
                      <a:pt x="19606" y="-2191"/>
                      <a:pt x="11690" y="1908"/>
                      <a:pt x="6219" y="10104"/>
                    </a:cubicBezTo>
                    <a:cubicBezTo>
                      <a:pt x="748" y="18313"/>
                      <a:pt x="-1987" y="30204"/>
                      <a:pt x="-1987" y="45777"/>
                    </a:cubicBezTo>
                    <a:cubicBezTo>
                      <a:pt x="-1987" y="61389"/>
                      <a:pt x="748" y="73293"/>
                      <a:pt x="6219" y="81490"/>
                    </a:cubicBezTo>
                    <a:cubicBezTo>
                      <a:pt x="11690" y="89699"/>
                      <a:pt x="19606" y="93804"/>
                      <a:pt x="29966" y="938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75" name="Graphic 2">
              <a:extLst>
                <a:ext uri="{FF2B5EF4-FFF2-40B4-BE49-F238E27FC236}">
                  <a16:creationId xmlns:a16="http://schemas.microsoft.com/office/drawing/2014/main" id="{433D1E50-A24F-3CD6-E395-A72548C2396F}"/>
                </a:ext>
              </a:extLst>
            </p:cNvPr>
            <p:cNvGrpSpPr/>
            <p:nvPr/>
          </p:nvGrpSpPr>
          <p:grpSpPr>
            <a:xfrm>
              <a:off x="3581391" y="2495987"/>
              <a:ext cx="223926" cy="95994"/>
              <a:chOff x="3581391" y="2495987"/>
              <a:chExt cx="223926" cy="95994"/>
            </a:xfrm>
            <a:solidFill>
              <a:srgbClr val="000000"/>
            </a:solidFill>
          </p:grpSpPr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C34C589E-8AB6-7CCA-9853-70ADF2D43CC3}"/>
                  </a:ext>
                </a:extLst>
              </p:cNvPr>
              <p:cNvSpPr/>
              <p:nvPr/>
            </p:nvSpPr>
            <p:spPr>
              <a:xfrm flipV="1">
                <a:off x="3581391" y="2497652"/>
                <a:ext cx="59843" cy="94328"/>
              </a:xfrm>
              <a:custGeom>
                <a:avLst/>
                <a:gdLst>
                  <a:gd name="connsiteX0" fmla="*/ 1936 w 59843"/>
                  <a:gd name="connsiteY0" fmla="*/ 92144 h 94328"/>
                  <a:gd name="connsiteX1" fmla="*/ 51056 w 59843"/>
                  <a:gd name="connsiteY1" fmla="*/ 92144 h 94328"/>
                  <a:gd name="connsiteX2" fmla="*/ 51056 w 59843"/>
                  <a:gd name="connsiteY2" fmla="*/ 81595 h 94328"/>
                  <a:gd name="connsiteX3" fmla="*/ 13393 w 59843"/>
                  <a:gd name="connsiteY3" fmla="*/ 81595 h 94328"/>
                  <a:gd name="connsiteX4" fmla="*/ 13393 w 59843"/>
                  <a:gd name="connsiteY4" fmla="*/ 58930 h 94328"/>
                  <a:gd name="connsiteX5" fmla="*/ 18825 w 59843"/>
                  <a:gd name="connsiteY5" fmla="*/ 60318 h 94328"/>
                  <a:gd name="connsiteX6" fmla="*/ 24296 w 59843"/>
                  <a:gd name="connsiteY6" fmla="*/ 60774 h 94328"/>
                  <a:gd name="connsiteX7" fmla="*/ 48816 w 59843"/>
                  <a:gd name="connsiteY7" fmla="*/ 52287 h 94328"/>
                  <a:gd name="connsiteX8" fmla="*/ 57874 w 59843"/>
                  <a:gd name="connsiteY8" fmla="*/ 29305 h 94328"/>
                  <a:gd name="connsiteX9" fmla="*/ 48578 w 59843"/>
                  <a:gd name="connsiteY9" fmla="*/ 6085 h 94328"/>
                  <a:gd name="connsiteX10" fmla="*/ 22373 w 59843"/>
                  <a:gd name="connsiteY10" fmla="*/ -2184 h 94328"/>
                  <a:gd name="connsiteX11" fmla="*/ 10499 w 59843"/>
                  <a:gd name="connsiteY11" fmla="*/ -1193 h 94328"/>
                  <a:gd name="connsiteX12" fmla="*/ -1969 w 59843"/>
                  <a:gd name="connsiteY12" fmla="*/ 1782 h 94328"/>
                  <a:gd name="connsiteX13" fmla="*/ -1969 w 59843"/>
                  <a:gd name="connsiteY13" fmla="*/ 14373 h 94328"/>
                  <a:gd name="connsiteX14" fmla="*/ 9548 w 59843"/>
                  <a:gd name="connsiteY14" fmla="*/ 9852 h 94328"/>
                  <a:gd name="connsiteX15" fmla="*/ 22115 w 59843"/>
                  <a:gd name="connsiteY15" fmla="*/ 8365 h 94328"/>
                  <a:gd name="connsiteX16" fmla="*/ 39083 w 59843"/>
                  <a:gd name="connsiteY16" fmla="*/ 13997 h 94328"/>
                  <a:gd name="connsiteX17" fmla="*/ 45347 w 59843"/>
                  <a:gd name="connsiteY17" fmla="*/ 29305 h 94328"/>
                  <a:gd name="connsiteX18" fmla="*/ 39083 w 59843"/>
                  <a:gd name="connsiteY18" fmla="*/ 44593 h 94328"/>
                  <a:gd name="connsiteX19" fmla="*/ 22115 w 59843"/>
                  <a:gd name="connsiteY19" fmla="*/ 50245 h 94328"/>
                  <a:gd name="connsiteX20" fmla="*/ 12105 w 59843"/>
                  <a:gd name="connsiteY20" fmla="*/ 49134 h 94328"/>
                  <a:gd name="connsiteX21" fmla="*/ 1936 w 59843"/>
                  <a:gd name="connsiteY21" fmla="*/ 45664 h 94328"/>
                  <a:gd name="connsiteX22" fmla="*/ 1936 w 59843"/>
                  <a:gd name="connsiteY22" fmla="*/ 92144 h 9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9843" h="94328">
                    <a:moveTo>
                      <a:pt x="1936" y="92144"/>
                    </a:moveTo>
                    <a:lnTo>
                      <a:pt x="51056" y="92144"/>
                    </a:lnTo>
                    <a:lnTo>
                      <a:pt x="51056" y="81595"/>
                    </a:lnTo>
                    <a:lnTo>
                      <a:pt x="13393" y="81595"/>
                    </a:lnTo>
                    <a:lnTo>
                      <a:pt x="13393" y="58930"/>
                    </a:lnTo>
                    <a:cubicBezTo>
                      <a:pt x="15204" y="59551"/>
                      <a:pt x="17014" y="60014"/>
                      <a:pt x="18825" y="60318"/>
                    </a:cubicBezTo>
                    <a:cubicBezTo>
                      <a:pt x="20648" y="60622"/>
                      <a:pt x="22472" y="60774"/>
                      <a:pt x="24296" y="60774"/>
                    </a:cubicBezTo>
                    <a:cubicBezTo>
                      <a:pt x="34616" y="60774"/>
                      <a:pt x="42790" y="57945"/>
                      <a:pt x="48816" y="52287"/>
                    </a:cubicBezTo>
                    <a:cubicBezTo>
                      <a:pt x="54855" y="46629"/>
                      <a:pt x="57874" y="38968"/>
                      <a:pt x="57874" y="29305"/>
                    </a:cubicBezTo>
                    <a:cubicBezTo>
                      <a:pt x="57874" y="19351"/>
                      <a:pt x="54776" y="11610"/>
                      <a:pt x="48578" y="6085"/>
                    </a:cubicBezTo>
                    <a:cubicBezTo>
                      <a:pt x="42380" y="572"/>
                      <a:pt x="33645" y="-2184"/>
                      <a:pt x="22373" y="-2184"/>
                    </a:cubicBezTo>
                    <a:cubicBezTo>
                      <a:pt x="18488" y="-2184"/>
                      <a:pt x="14530" y="-1854"/>
                      <a:pt x="10499" y="-1193"/>
                    </a:cubicBezTo>
                    <a:cubicBezTo>
                      <a:pt x="6482" y="-532"/>
                      <a:pt x="2326" y="460"/>
                      <a:pt x="-1969" y="1782"/>
                    </a:cubicBezTo>
                    <a:lnTo>
                      <a:pt x="-1969" y="14373"/>
                    </a:lnTo>
                    <a:cubicBezTo>
                      <a:pt x="1745" y="12351"/>
                      <a:pt x="5583" y="10844"/>
                      <a:pt x="9548" y="9852"/>
                    </a:cubicBezTo>
                    <a:cubicBezTo>
                      <a:pt x="13512" y="8861"/>
                      <a:pt x="17701" y="8365"/>
                      <a:pt x="22115" y="8365"/>
                    </a:cubicBezTo>
                    <a:cubicBezTo>
                      <a:pt x="29264" y="8365"/>
                      <a:pt x="34920" y="10242"/>
                      <a:pt x="39083" y="13997"/>
                    </a:cubicBezTo>
                    <a:cubicBezTo>
                      <a:pt x="43259" y="17751"/>
                      <a:pt x="45347" y="22854"/>
                      <a:pt x="45347" y="29305"/>
                    </a:cubicBezTo>
                    <a:cubicBezTo>
                      <a:pt x="45347" y="35743"/>
                      <a:pt x="43259" y="40839"/>
                      <a:pt x="39083" y="44593"/>
                    </a:cubicBezTo>
                    <a:cubicBezTo>
                      <a:pt x="34920" y="48361"/>
                      <a:pt x="29264" y="50245"/>
                      <a:pt x="22115" y="50245"/>
                    </a:cubicBezTo>
                    <a:cubicBezTo>
                      <a:pt x="18772" y="50245"/>
                      <a:pt x="15435" y="49875"/>
                      <a:pt x="12105" y="49134"/>
                    </a:cubicBezTo>
                    <a:cubicBezTo>
                      <a:pt x="8788" y="48394"/>
                      <a:pt x="5398" y="47237"/>
                      <a:pt x="1936" y="45664"/>
                    </a:cubicBezTo>
                    <a:lnTo>
                      <a:pt x="1936" y="92144"/>
                    </a:ln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B7FDA7EC-B04A-F227-8292-69DF5D0ACBA9}"/>
                  </a:ext>
                </a:extLst>
              </p:cNvPr>
              <p:cNvSpPr/>
              <p:nvPr/>
            </p:nvSpPr>
            <p:spPr>
              <a:xfrm flipV="1">
                <a:off x="3661609" y="2495987"/>
                <a:ext cx="58713" cy="94189"/>
              </a:xfrm>
              <a:custGeom>
                <a:avLst/>
                <a:gdLst>
                  <a:gd name="connsiteX0" fmla="*/ 13136 w 58713"/>
                  <a:gd name="connsiteY0" fmla="*/ 8258 h 94189"/>
                  <a:gd name="connsiteX1" fmla="*/ 56804 w 58713"/>
                  <a:gd name="connsiteY1" fmla="*/ 8258 h 94189"/>
                  <a:gd name="connsiteX2" fmla="*/ 56804 w 58713"/>
                  <a:gd name="connsiteY2" fmla="*/ -2272 h 94189"/>
                  <a:gd name="connsiteX3" fmla="*/ -1909 w 58713"/>
                  <a:gd name="connsiteY3" fmla="*/ -2272 h 94189"/>
                  <a:gd name="connsiteX4" fmla="*/ -1909 w 58713"/>
                  <a:gd name="connsiteY4" fmla="*/ 8258 h 94189"/>
                  <a:gd name="connsiteX5" fmla="*/ 17497 w 58713"/>
                  <a:gd name="connsiteY5" fmla="*/ 28047 h 94189"/>
                  <a:gd name="connsiteX6" fmla="*/ 32958 w 58713"/>
                  <a:gd name="connsiteY6" fmla="*/ 44089 h 94189"/>
                  <a:gd name="connsiteX7" fmla="*/ 41343 w 58713"/>
                  <a:gd name="connsiteY7" fmla="*/ 55511 h 94189"/>
                  <a:gd name="connsiteX8" fmla="*/ 43742 w 58713"/>
                  <a:gd name="connsiteY8" fmla="*/ 64712 h 94189"/>
                  <a:gd name="connsiteX9" fmla="*/ 38568 w 58713"/>
                  <a:gd name="connsiteY9" fmla="*/ 76729 h 94189"/>
                  <a:gd name="connsiteX10" fmla="*/ 25089 w 58713"/>
                  <a:gd name="connsiteY10" fmla="*/ 81388 h 94189"/>
                  <a:gd name="connsiteX11" fmla="*/ 12660 w 58713"/>
                  <a:gd name="connsiteY11" fmla="*/ 79346 h 94189"/>
                  <a:gd name="connsiteX12" fmla="*/ -1295 w 58713"/>
                  <a:gd name="connsiteY12" fmla="*/ 73139 h 94189"/>
                  <a:gd name="connsiteX13" fmla="*/ -1295 w 58713"/>
                  <a:gd name="connsiteY13" fmla="*/ 85791 h 94189"/>
                  <a:gd name="connsiteX14" fmla="*/ 12819 w 58713"/>
                  <a:gd name="connsiteY14" fmla="*/ 90371 h 94189"/>
                  <a:gd name="connsiteX15" fmla="*/ 24851 w 58713"/>
                  <a:gd name="connsiteY15" fmla="*/ 91918 h 94189"/>
                  <a:gd name="connsiteX16" fmla="*/ 47765 w 58713"/>
                  <a:gd name="connsiteY16" fmla="*/ 84720 h 94189"/>
                  <a:gd name="connsiteX17" fmla="*/ 56309 w 58713"/>
                  <a:gd name="connsiteY17" fmla="*/ 65525 h 94189"/>
                  <a:gd name="connsiteX18" fmla="*/ 54168 w 58713"/>
                  <a:gd name="connsiteY18" fmla="*/ 54698 h 94189"/>
                  <a:gd name="connsiteX19" fmla="*/ 46398 w 58713"/>
                  <a:gd name="connsiteY19" fmla="*/ 42662 h 94189"/>
                  <a:gd name="connsiteX20" fmla="*/ 36546 w 58713"/>
                  <a:gd name="connsiteY20" fmla="*/ 32271 h 94189"/>
                  <a:gd name="connsiteX21" fmla="*/ 13136 w 58713"/>
                  <a:gd name="connsiteY21" fmla="*/ 8258 h 94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8713" h="94189">
                    <a:moveTo>
                      <a:pt x="13136" y="8258"/>
                    </a:moveTo>
                    <a:lnTo>
                      <a:pt x="56804" y="8258"/>
                    </a:lnTo>
                    <a:lnTo>
                      <a:pt x="56804" y="-2272"/>
                    </a:lnTo>
                    <a:lnTo>
                      <a:pt x="-1909" y="-2272"/>
                    </a:lnTo>
                    <a:lnTo>
                      <a:pt x="-1909" y="8258"/>
                    </a:lnTo>
                    <a:cubicBezTo>
                      <a:pt x="2835" y="13175"/>
                      <a:pt x="9304" y="19772"/>
                      <a:pt x="17497" y="28047"/>
                    </a:cubicBezTo>
                    <a:cubicBezTo>
                      <a:pt x="25703" y="36336"/>
                      <a:pt x="30857" y="41683"/>
                      <a:pt x="32958" y="44089"/>
                    </a:cubicBezTo>
                    <a:cubicBezTo>
                      <a:pt x="36962" y="48584"/>
                      <a:pt x="39757" y="52391"/>
                      <a:pt x="41343" y="55511"/>
                    </a:cubicBezTo>
                    <a:cubicBezTo>
                      <a:pt x="42942" y="58631"/>
                      <a:pt x="43742" y="61698"/>
                      <a:pt x="43742" y="64712"/>
                    </a:cubicBezTo>
                    <a:cubicBezTo>
                      <a:pt x="43742" y="69630"/>
                      <a:pt x="42017" y="73635"/>
                      <a:pt x="38568" y="76729"/>
                    </a:cubicBezTo>
                    <a:cubicBezTo>
                      <a:pt x="35119" y="79835"/>
                      <a:pt x="30626" y="81388"/>
                      <a:pt x="25089" y="81388"/>
                    </a:cubicBezTo>
                    <a:cubicBezTo>
                      <a:pt x="21164" y="81388"/>
                      <a:pt x="17021" y="80708"/>
                      <a:pt x="12660" y="79346"/>
                    </a:cubicBezTo>
                    <a:cubicBezTo>
                      <a:pt x="8313" y="77984"/>
                      <a:pt x="3661" y="75916"/>
                      <a:pt x="-1295" y="73139"/>
                    </a:cubicBezTo>
                    <a:lnTo>
                      <a:pt x="-1295" y="85791"/>
                    </a:lnTo>
                    <a:cubicBezTo>
                      <a:pt x="3740" y="87813"/>
                      <a:pt x="8445" y="89340"/>
                      <a:pt x="12819" y="90371"/>
                    </a:cubicBezTo>
                    <a:cubicBezTo>
                      <a:pt x="17206" y="91402"/>
                      <a:pt x="21217" y="91918"/>
                      <a:pt x="24851" y="91918"/>
                    </a:cubicBezTo>
                    <a:cubicBezTo>
                      <a:pt x="34432" y="91918"/>
                      <a:pt x="42070" y="89519"/>
                      <a:pt x="47765" y="84720"/>
                    </a:cubicBezTo>
                    <a:cubicBezTo>
                      <a:pt x="53461" y="79934"/>
                      <a:pt x="56309" y="73536"/>
                      <a:pt x="56309" y="65525"/>
                    </a:cubicBezTo>
                    <a:cubicBezTo>
                      <a:pt x="56309" y="61718"/>
                      <a:pt x="55595" y="58109"/>
                      <a:pt x="54168" y="54698"/>
                    </a:cubicBezTo>
                    <a:cubicBezTo>
                      <a:pt x="52754" y="51301"/>
                      <a:pt x="50164" y="47289"/>
                      <a:pt x="46398" y="42662"/>
                    </a:cubicBezTo>
                    <a:cubicBezTo>
                      <a:pt x="45367" y="41459"/>
                      <a:pt x="42083" y="37995"/>
                      <a:pt x="36546" y="32271"/>
                    </a:cubicBezTo>
                    <a:cubicBezTo>
                      <a:pt x="31022" y="26547"/>
                      <a:pt x="23219" y="18542"/>
                      <a:pt x="13136" y="82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52674093-2DAD-6520-C0D9-D990E585A461}"/>
                  </a:ext>
                </a:extLst>
              </p:cNvPr>
              <p:cNvSpPr/>
              <p:nvPr/>
            </p:nvSpPr>
            <p:spPr>
              <a:xfrm flipV="1">
                <a:off x="3741391" y="2495987"/>
                <a:ext cx="63926" cy="95994"/>
              </a:xfrm>
              <a:custGeom>
                <a:avLst/>
                <a:gdLst>
                  <a:gd name="connsiteX0" fmla="*/ 29966 w 63926"/>
                  <a:gd name="connsiteY0" fmla="*/ 83853 h 95994"/>
                  <a:gd name="connsiteX1" fmla="*/ 15437 w 63926"/>
                  <a:gd name="connsiteY1" fmla="*/ 74335 h 95994"/>
                  <a:gd name="connsiteX2" fmla="*/ 10580 w 63926"/>
                  <a:gd name="connsiteY2" fmla="*/ 45741 h 95994"/>
                  <a:gd name="connsiteX3" fmla="*/ 15437 w 63926"/>
                  <a:gd name="connsiteY3" fmla="*/ 17207 h 95994"/>
                  <a:gd name="connsiteX4" fmla="*/ 29966 w 63926"/>
                  <a:gd name="connsiteY4" fmla="*/ 7688 h 95994"/>
                  <a:gd name="connsiteX5" fmla="*/ 44556 w 63926"/>
                  <a:gd name="connsiteY5" fmla="*/ 17207 h 95994"/>
                  <a:gd name="connsiteX6" fmla="*/ 49432 w 63926"/>
                  <a:gd name="connsiteY6" fmla="*/ 45741 h 95994"/>
                  <a:gd name="connsiteX7" fmla="*/ 44556 w 63926"/>
                  <a:gd name="connsiteY7" fmla="*/ 74335 h 95994"/>
                  <a:gd name="connsiteX8" fmla="*/ 29966 w 63926"/>
                  <a:gd name="connsiteY8" fmla="*/ 83853 h 95994"/>
                  <a:gd name="connsiteX9" fmla="*/ 29966 w 63926"/>
                  <a:gd name="connsiteY9" fmla="*/ 93768 h 95994"/>
                  <a:gd name="connsiteX10" fmla="*/ 53733 w 63926"/>
                  <a:gd name="connsiteY10" fmla="*/ 81454 h 95994"/>
                  <a:gd name="connsiteX11" fmla="*/ 61940 w 63926"/>
                  <a:gd name="connsiteY11" fmla="*/ 45741 h 95994"/>
                  <a:gd name="connsiteX12" fmla="*/ 53733 w 63926"/>
                  <a:gd name="connsiteY12" fmla="*/ 10068 h 95994"/>
                  <a:gd name="connsiteX13" fmla="*/ 29966 w 63926"/>
                  <a:gd name="connsiteY13" fmla="*/ -2226 h 95994"/>
                  <a:gd name="connsiteX14" fmla="*/ 6219 w 63926"/>
                  <a:gd name="connsiteY14" fmla="*/ 10068 h 95994"/>
                  <a:gd name="connsiteX15" fmla="*/ -1987 w 63926"/>
                  <a:gd name="connsiteY15" fmla="*/ 45741 h 95994"/>
                  <a:gd name="connsiteX16" fmla="*/ 6219 w 63926"/>
                  <a:gd name="connsiteY16" fmla="*/ 81454 h 95994"/>
                  <a:gd name="connsiteX17" fmla="*/ 29966 w 63926"/>
                  <a:gd name="connsiteY17" fmla="*/ 93768 h 95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26" h="95994">
                    <a:moveTo>
                      <a:pt x="29966" y="83853"/>
                    </a:moveTo>
                    <a:cubicBezTo>
                      <a:pt x="23531" y="83853"/>
                      <a:pt x="18688" y="80681"/>
                      <a:pt x="15437" y="74335"/>
                    </a:cubicBezTo>
                    <a:cubicBezTo>
                      <a:pt x="12199" y="68003"/>
                      <a:pt x="10580" y="58472"/>
                      <a:pt x="10580" y="45741"/>
                    </a:cubicBezTo>
                    <a:cubicBezTo>
                      <a:pt x="10580" y="33064"/>
                      <a:pt x="12199" y="23552"/>
                      <a:pt x="15437" y="17207"/>
                    </a:cubicBezTo>
                    <a:cubicBezTo>
                      <a:pt x="18688" y="10861"/>
                      <a:pt x="23531" y="7688"/>
                      <a:pt x="29966" y="7688"/>
                    </a:cubicBezTo>
                    <a:cubicBezTo>
                      <a:pt x="36455" y="7688"/>
                      <a:pt x="41318" y="10861"/>
                      <a:pt x="44556" y="17207"/>
                    </a:cubicBezTo>
                    <a:cubicBezTo>
                      <a:pt x="47806" y="23552"/>
                      <a:pt x="49432" y="33064"/>
                      <a:pt x="49432" y="45741"/>
                    </a:cubicBezTo>
                    <a:cubicBezTo>
                      <a:pt x="49432" y="58472"/>
                      <a:pt x="47806" y="68003"/>
                      <a:pt x="44556" y="74335"/>
                    </a:cubicBezTo>
                    <a:cubicBezTo>
                      <a:pt x="41318" y="80681"/>
                      <a:pt x="36455" y="83853"/>
                      <a:pt x="29966" y="83853"/>
                    </a:cubicBezTo>
                    <a:close/>
                    <a:moveTo>
                      <a:pt x="29966" y="93768"/>
                    </a:moveTo>
                    <a:cubicBezTo>
                      <a:pt x="40340" y="93768"/>
                      <a:pt x="48262" y="89663"/>
                      <a:pt x="53733" y="81454"/>
                    </a:cubicBezTo>
                    <a:cubicBezTo>
                      <a:pt x="59204" y="73258"/>
                      <a:pt x="61940" y="61353"/>
                      <a:pt x="61940" y="45741"/>
                    </a:cubicBezTo>
                    <a:cubicBezTo>
                      <a:pt x="61940" y="30168"/>
                      <a:pt x="59204" y="18277"/>
                      <a:pt x="53733" y="10068"/>
                    </a:cubicBezTo>
                    <a:cubicBezTo>
                      <a:pt x="48262" y="1872"/>
                      <a:pt x="40340" y="-2226"/>
                      <a:pt x="29966" y="-2226"/>
                    </a:cubicBezTo>
                    <a:cubicBezTo>
                      <a:pt x="19606" y="-2226"/>
                      <a:pt x="11690" y="1872"/>
                      <a:pt x="6219" y="10068"/>
                    </a:cubicBezTo>
                    <a:cubicBezTo>
                      <a:pt x="748" y="18277"/>
                      <a:pt x="-1987" y="30168"/>
                      <a:pt x="-1987" y="45741"/>
                    </a:cubicBezTo>
                    <a:cubicBezTo>
                      <a:pt x="-1987" y="61353"/>
                      <a:pt x="748" y="73258"/>
                      <a:pt x="6219" y="81454"/>
                    </a:cubicBezTo>
                    <a:cubicBezTo>
                      <a:pt x="11690" y="89663"/>
                      <a:pt x="19606" y="93768"/>
                      <a:pt x="29966" y="937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</p:grpSp>
      <p:sp>
        <p:nvSpPr>
          <p:cNvPr id="396" name="TextBox 395">
            <a:extLst>
              <a:ext uri="{FF2B5EF4-FFF2-40B4-BE49-F238E27FC236}">
                <a16:creationId xmlns:a16="http://schemas.microsoft.com/office/drawing/2014/main" id="{ABEE0E05-D399-5A9A-81B0-A58ACF01DDDE}"/>
              </a:ext>
            </a:extLst>
          </p:cNvPr>
          <p:cNvSpPr txBox="1"/>
          <p:nvPr/>
        </p:nvSpPr>
        <p:spPr>
          <a:xfrm>
            <a:off x="1530271" y="888921"/>
            <a:ext cx="29367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a</a:t>
            </a:r>
            <a:endParaRPr lang="en-SE" sz="1600" dirty="0"/>
          </a:p>
        </p:txBody>
      </p:sp>
      <p:sp>
        <p:nvSpPr>
          <p:cNvPr id="397" name="TextBox 396">
            <a:extLst>
              <a:ext uri="{FF2B5EF4-FFF2-40B4-BE49-F238E27FC236}">
                <a16:creationId xmlns:a16="http://schemas.microsoft.com/office/drawing/2014/main" id="{1A55A75D-6FD9-E9C2-9987-9E0FE244F274}"/>
              </a:ext>
            </a:extLst>
          </p:cNvPr>
          <p:cNvSpPr txBox="1"/>
          <p:nvPr/>
        </p:nvSpPr>
        <p:spPr>
          <a:xfrm>
            <a:off x="6366946" y="872851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c</a:t>
            </a:r>
            <a:endParaRPr lang="en-SE" sz="1600" dirty="0"/>
          </a:p>
        </p:txBody>
      </p:sp>
      <p:sp>
        <p:nvSpPr>
          <p:cNvPr id="399" name="TextBox 398">
            <a:extLst>
              <a:ext uri="{FF2B5EF4-FFF2-40B4-BE49-F238E27FC236}">
                <a16:creationId xmlns:a16="http://schemas.microsoft.com/office/drawing/2014/main" id="{09AB34F5-8ED1-F430-809C-FCFDC2890D1D}"/>
              </a:ext>
            </a:extLst>
          </p:cNvPr>
          <p:cNvSpPr txBox="1"/>
          <p:nvPr/>
        </p:nvSpPr>
        <p:spPr>
          <a:xfrm>
            <a:off x="1530271" y="343819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b</a:t>
            </a:r>
            <a:endParaRPr lang="en-SE" sz="1600" dirty="0"/>
          </a:p>
        </p:txBody>
      </p:sp>
      <p:sp>
        <p:nvSpPr>
          <p:cNvPr id="400" name="TextBox 399">
            <a:extLst>
              <a:ext uri="{FF2B5EF4-FFF2-40B4-BE49-F238E27FC236}">
                <a16:creationId xmlns:a16="http://schemas.microsoft.com/office/drawing/2014/main" id="{4CC76818-5049-4C28-70D9-C769052D9F7C}"/>
              </a:ext>
            </a:extLst>
          </p:cNvPr>
          <p:cNvSpPr txBox="1"/>
          <p:nvPr/>
        </p:nvSpPr>
        <p:spPr>
          <a:xfrm>
            <a:off x="6374458" y="343819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</a:t>
            </a:r>
            <a:endParaRPr lang="en-SE" sz="16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1" name="TextBox 400">
                <a:extLst>
                  <a:ext uri="{FF2B5EF4-FFF2-40B4-BE49-F238E27FC236}">
                    <a16:creationId xmlns:a16="http://schemas.microsoft.com/office/drawing/2014/main" id="{1DA12C4D-9D74-938E-8EF8-3575A2E3768A}"/>
                  </a:ext>
                </a:extLst>
              </p:cNvPr>
              <p:cNvSpPr txBox="1"/>
              <p:nvPr/>
            </p:nvSpPr>
            <p:spPr>
              <a:xfrm>
                <a:off x="4963231" y="888921"/>
                <a:ext cx="99399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=4.8 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𝑠</m:t>
                      </m:r>
                    </m:oMath>
                  </m:oMathPara>
                </a14:m>
                <a:endParaRPr lang="en-SE" sz="1600" dirty="0"/>
              </a:p>
            </p:txBody>
          </p:sp>
        </mc:Choice>
        <mc:Fallback xmlns="">
          <p:sp>
            <p:nvSpPr>
              <p:cNvPr id="401" name="TextBox 400">
                <a:extLst>
                  <a:ext uri="{FF2B5EF4-FFF2-40B4-BE49-F238E27FC236}">
                    <a16:creationId xmlns:a16="http://schemas.microsoft.com/office/drawing/2014/main" id="{1DA12C4D-9D74-938E-8EF8-3575A2E376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63231" y="888921"/>
                <a:ext cx="993990" cy="33855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2" name="TextBox 401">
                <a:extLst>
                  <a:ext uri="{FF2B5EF4-FFF2-40B4-BE49-F238E27FC236}">
                    <a16:creationId xmlns:a16="http://schemas.microsoft.com/office/drawing/2014/main" id="{1BA0287C-33D1-9BB2-069F-FABE7A416DFB}"/>
                  </a:ext>
                </a:extLst>
              </p:cNvPr>
              <p:cNvSpPr txBox="1"/>
              <p:nvPr/>
            </p:nvSpPr>
            <p:spPr>
              <a:xfrm>
                <a:off x="9799906" y="872851"/>
                <a:ext cx="99399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=4.8 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𝑠</m:t>
                      </m:r>
                    </m:oMath>
                  </m:oMathPara>
                </a14:m>
                <a:endParaRPr lang="en-SE" sz="1600" dirty="0"/>
              </a:p>
            </p:txBody>
          </p:sp>
        </mc:Choice>
        <mc:Fallback xmlns="">
          <p:sp>
            <p:nvSpPr>
              <p:cNvPr id="402" name="TextBox 401">
                <a:extLst>
                  <a:ext uri="{FF2B5EF4-FFF2-40B4-BE49-F238E27FC236}">
                    <a16:creationId xmlns:a16="http://schemas.microsoft.com/office/drawing/2014/main" id="{1BA0287C-33D1-9BB2-069F-FABE7A416D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99906" y="872851"/>
                <a:ext cx="993990" cy="33855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38B0FF0B-B435-2857-B55F-D539E7AA4096}"/>
                  </a:ext>
                </a:extLst>
              </p:cNvPr>
              <p:cNvSpPr txBox="1"/>
              <p:nvPr/>
            </p:nvSpPr>
            <p:spPr>
              <a:xfrm>
                <a:off x="4963231" y="3438196"/>
                <a:ext cx="99399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=5.5 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𝑠</m:t>
                      </m:r>
                    </m:oMath>
                  </m:oMathPara>
                </a14:m>
                <a:endParaRPr lang="en-SE" sz="1600" dirty="0"/>
              </a:p>
            </p:txBody>
          </p:sp>
        </mc:Choice>
        <mc:Fallback xmlns=""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38B0FF0B-B435-2857-B55F-D539E7AA40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63231" y="3438196"/>
                <a:ext cx="993990" cy="33855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4" name="TextBox 403">
                <a:extLst>
                  <a:ext uri="{FF2B5EF4-FFF2-40B4-BE49-F238E27FC236}">
                    <a16:creationId xmlns:a16="http://schemas.microsoft.com/office/drawing/2014/main" id="{22482D1A-719E-5A5F-F787-8751DE6A7256}"/>
                  </a:ext>
                </a:extLst>
              </p:cNvPr>
              <p:cNvSpPr txBox="1"/>
              <p:nvPr/>
            </p:nvSpPr>
            <p:spPr>
              <a:xfrm>
                <a:off x="9807418" y="3438196"/>
                <a:ext cx="99399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=5.5 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𝑠</m:t>
                      </m:r>
                    </m:oMath>
                  </m:oMathPara>
                </a14:m>
                <a:endParaRPr lang="en-SE" sz="1600" dirty="0"/>
              </a:p>
            </p:txBody>
          </p:sp>
        </mc:Choice>
        <mc:Fallback xmlns="">
          <p:sp>
            <p:nvSpPr>
              <p:cNvPr id="404" name="TextBox 403">
                <a:extLst>
                  <a:ext uri="{FF2B5EF4-FFF2-40B4-BE49-F238E27FC236}">
                    <a16:creationId xmlns:a16="http://schemas.microsoft.com/office/drawing/2014/main" id="{22482D1A-719E-5A5F-F787-8751DE6A72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7418" y="3438196"/>
                <a:ext cx="993990" cy="33855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5657290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3" name="Graphic 299">
            <a:extLst>
              <a:ext uri="{FF2B5EF4-FFF2-40B4-BE49-F238E27FC236}">
                <a16:creationId xmlns:a16="http://schemas.microsoft.com/office/drawing/2014/main" id="{96419200-C6E5-A561-667E-92C7D5602629}"/>
              </a:ext>
            </a:extLst>
          </p:cNvPr>
          <p:cNvGrpSpPr/>
          <p:nvPr/>
        </p:nvGrpSpPr>
        <p:grpSpPr>
          <a:xfrm>
            <a:off x="5032554" y="3468910"/>
            <a:ext cx="4984629" cy="3027277"/>
            <a:chOff x="3570548" y="2028021"/>
            <a:chExt cx="4984629" cy="3027277"/>
          </a:xfrm>
        </p:grpSpPr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8CB6A7CF-4ED3-F2F4-2C5A-B8F6DEFB1C26}"/>
                </a:ext>
              </a:extLst>
            </p:cNvPr>
            <p:cNvSpPr/>
            <p:nvPr/>
          </p:nvSpPr>
          <p:spPr>
            <a:xfrm>
              <a:off x="3895648" y="2028554"/>
              <a:ext cx="4546762" cy="2839673"/>
            </a:xfrm>
            <a:custGeom>
              <a:avLst/>
              <a:gdLst>
                <a:gd name="connsiteX0" fmla="*/ 0 w 4546762"/>
                <a:gd name="connsiteY0" fmla="*/ 2839674 h 2839673"/>
                <a:gd name="connsiteX1" fmla="*/ 4546763 w 4546762"/>
                <a:gd name="connsiteY1" fmla="*/ 2839674 h 2839673"/>
                <a:gd name="connsiteX2" fmla="*/ 4546763 w 4546762"/>
                <a:gd name="connsiteY2" fmla="*/ 0 h 2839673"/>
                <a:gd name="connsiteX3" fmla="*/ 0 w 4546762"/>
                <a:gd name="connsiteY3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762" h="2839673">
                  <a:moveTo>
                    <a:pt x="0" y="2839674"/>
                  </a:moveTo>
                  <a:lnTo>
                    <a:pt x="4546763" y="2839674"/>
                  </a:lnTo>
                  <a:lnTo>
                    <a:pt x="4546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305" name="Picture 304">
              <a:extLst>
                <a:ext uri="{FF2B5EF4-FFF2-40B4-BE49-F238E27FC236}">
                  <a16:creationId xmlns:a16="http://schemas.microsoft.com/office/drawing/2014/main" id="{128A967E-D45D-6E6E-1D8B-5839129358B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flipV="1">
              <a:off x="3895648" y="2028021"/>
              <a:ext cx="4546854" cy="2840206"/>
            </a:xfrm>
            <a:custGeom>
              <a:avLst/>
              <a:gdLst>
                <a:gd name="connsiteX0" fmla="*/ 0 w 4546854"/>
                <a:gd name="connsiteY0" fmla="*/ 125 h 2840206"/>
                <a:gd name="connsiteX1" fmla="*/ 4546854 w 4546854"/>
                <a:gd name="connsiteY1" fmla="*/ 125 h 2840206"/>
                <a:gd name="connsiteX2" fmla="*/ 4546854 w 4546854"/>
                <a:gd name="connsiteY2" fmla="*/ 2840332 h 2840206"/>
                <a:gd name="connsiteX3" fmla="*/ 0 w 4546854"/>
                <a:gd name="connsiteY3" fmla="*/ 2840332 h 284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854" h="2840206">
                  <a:moveTo>
                    <a:pt x="0" y="125"/>
                  </a:moveTo>
                  <a:lnTo>
                    <a:pt x="4546854" y="125"/>
                  </a:lnTo>
                  <a:lnTo>
                    <a:pt x="4546854" y="2840332"/>
                  </a:lnTo>
                  <a:lnTo>
                    <a:pt x="0" y="2840332"/>
                  </a:lnTo>
                  <a:close/>
                </a:path>
              </a:pathLst>
            </a:custGeom>
          </p:spPr>
        </p:pic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EFD912FE-747C-6FAD-F6DA-09DA50BCD420}"/>
                </a:ext>
              </a:extLst>
            </p:cNvPr>
            <p:cNvSpPr/>
            <p:nvPr/>
          </p:nvSpPr>
          <p:spPr>
            <a:xfrm>
              <a:off x="6647246" y="3403658"/>
              <a:ext cx="283922" cy="115604"/>
            </a:xfrm>
            <a:custGeom>
              <a:avLst/>
              <a:gdLst>
                <a:gd name="connsiteX0" fmla="*/ 283922 w 283922"/>
                <a:gd name="connsiteY0" fmla="*/ 6419 h 115604"/>
                <a:gd name="connsiteX1" fmla="*/ 281428 w 283922"/>
                <a:gd name="connsiteY1" fmla="*/ 115604 h 115604"/>
                <a:gd name="connsiteX2" fmla="*/ 0 w 283922"/>
                <a:gd name="connsiteY2" fmla="*/ 109185 h 115604"/>
                <a:gd name="connsiteX3" fmla="*/ 2494 w 283922"/>
                <a:gd name="connsiteY3" fmla="*/ 0 h 115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3922" h="115604">
                  <a:moveTo>
                    <a:pt x="283922" y="6419"/>
                  </a:moveTo>
                  <a:lnTo>
                    <a:pt x="281428" y="115604"/>
                  </a:lnTo>
                  <a:lnTo>
                    <a:pt x="0" y="109185"/>
                  </a:lnTo>
                  <a:lnTo>
                    <a:pt x="2494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3727D5D1-3BBB-8F48-1B06-9E5271465AEE}"/>
                </a:ext>
              </a:extLst>
            </p:cNvPr>
            <p:cNvSpPr/>
            <p:nvPr/>
          </p:nvSpPr>
          <p:spPr>
            <a:xfrm>
              <a:off x="6819410" y="3407585"/>
              <a:ext cx="110511" cy="109185"/>
            </a:xfrm>
            <a:custGeom>
              <a:avLst/>
              <a:gdLst>
                <a:gd name="connsiteX0" fmla="*/ 110511 w 110511"/>
                <a:gd name="connsiteY0" fmla="*/ 57085 h 109185"/>
                <a:gd name="connsiteX1" fmla="*/ 0 w 110511"/>
                <a:gd name="connsiteY1" fmla="*/ 109185 h 109185"/>
                <a:gd name="connsiteX2" fmla="*/ 2494 w 110511"/>
                <a:gd name="connsiteY2" fmla="*/ 0 h 10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511" h="109185">
                  <a:moveTo>
                    <a:pt x="110511" y="57085"/>
                  </a:moveTo>
                  <a:lnTo>
                    <a:pt x="0" y="109185"/>
                  </a:lnTo>
                  <a:lnTo>
                    <a:pt x="2494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308" name="Graphic 299">
              <a:extLst>
                <a:ext uri="{FF2B5EF4-FFF2-40B4-BE49-F238E27FC236}">
                  <a16:creationId xmlns:a16="http://schemas.microsoft.com/office/drawing/2014/main" id="{5ECF64AA-4B51-9767-B382-AFDAF1C41111}"/>
                </a:ext>
              </a:extLst>
            </p:cNvPr>
            <p:cNvGrpSpPr/>
            <p:nvPr/>
          </p:nvGrpSpPr>
          <p:grpSpPr>
            <a:xfrm>
              <a:off x="3784245" y="4868227"/>
              <a:ext cx="4770932" cy="187070"/>
              <a:chOff x="3784245" y="4868227"/>
              <a:chExt cx="4770932" cy="187070"/>
            </a:xfrm>
            <a:solidFill>
              <a:srgbClr val="000000"/>
            </a:solidFill>
          </p:grpSpPr>
          <p:grpSp>
            <p:nvGrpSpPr>
              <p:cNvPr id="309" name="Graphic 299">
                <a:extLst>
                  <a:ext uri="{FF2B5EF4-FFF2-40B4-BE49-F238E27FC236}">
                    <a16:creationId xmlns:a16="http://schemas.microsoft.com/office/drawing/2014/main" id="{2B5EFF64-6DFE-ED78-782F-7B44DCDB8590}"/>
                  </a:ext>
                </a:extLst>
              </p:cNvPr>
              <p:cNvGrpSpPr/>
              <p:nvPr/>
            </p:nvGrpSpPr>
            <p:grpSpPr>
              <a:xfrm>
                <a:off x="3784245" y="4868227"/>
                <a:ext cx="224169" cy="187070"/>
                <a:chOff x="3784245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FF4D77D1-2452-8C26-C494-C9A469F20D5B}"/>
                    </a:ext>
                  </a:extLst>
                </p:cNvPr>
                <p:cNvSpPr/>
                <p:nvPr/>
              </p:nvSpPr>
              <p:spPr>
                <a:xfrm>
                  <a:off x="3895648" y="4868227"/>
                  <a:ext cx="12700" cy="44417"/>
                </a:xfrm>
                <a:custGeom>
                  <a:avLst/>
                  <a:gdLst>
                    <a:gd name="connsiteX0" fmla="*/ 58 w 12700"/>
                    <a:gd name="connsiteY0" fmla="*/ 286 h 44417"/>
                    <a:gd name="connsiteX1" fmla="*/ 58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58" y="286"/>
                      </a:moveTo>
                      <a:lnTo>
                        <a:pt x="58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11" name="Graphic 299">
                  <a:extLst>
                    <a:ext uri="{FF2B5EF4-FFF2-40B4-BE49-F238E27FC236}">
                      <a16:creationId xmlns:a16="http://schemas.microsoft.com/office/drawing/2014/main" id="{4BFD13F2-2442-C9EF-77F9-9377F27BD891}"/>
                    </a:ext>
                  </a:extLst>
                </p:cNvPr>
                <p:cNvGrpSpPr/>
                <p:nvPr/>
              </p:nvGrpSpPr>
              <p:grpSpPr>
                <a:xfrm>
                  <a:off x="3784245" y="4959304"/>
                  <a:ext cx="224169" cy="95994"/>
                  <a:chOff x="3784245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12" name="Freeform: Shape 311">
                    <a:extLst>
                      <a:ext uri="{FF2B5EF4-FFF2-40B4-BE49-F238E27FC236}">
                        <a16:creationId xmlns:a16="http://schemas.microsoft.com/office/drawing/2014/main" id="{8BEA9A70-D588-373E-32F1-7A893F33F8EF}"/>
                      </a:ext>
                    </a:extLst>
                  </p:cNvPr>
                  <p:cNvSpPr/>
                  <p:nvPr/>
                </p:nvSpPr>
                <p:spPr>
                  <a:xfrm flipV="1">
                    <a:off x="3784245" y="4960969"/>
                    <a:ext cx="59908" cy="94328"/>
                  </a:xfrm>
                  <a:custGeom>
                    <a:avLst/>
                    <a:gdLst>
                      <a:gd name="connsiteX0" fmla="*/ 1957 w 59908"/>
                      <a:gd name="connsiteY0" fmla="*/ 92338 h 94328"/>
                      <a:gd name="connsiteX1" fmla="*/ 51130 w 59908"/>
                      <a:gd name="connsiteY1" fmla="*/ 92338 h 94328"/>
                      <a:gd name="connsiteX2" fmla="*/ 51130 w 59908"/>
                      <a:gd name="connsiteY2" fmla="*/ 81789 h 94328"/>
                      <a:gd name="connsiteX3" fmla="*/ 13427 w 59908"/>
                      <a:gd name="connsiteY3" fmla="*/ 81789 h 94328"/>
                      <a:gd name="connsiteX4" fmla="*/ 13427 w 59908"/>
                      <a:gd name="connsiteY4" fmla="*/ 59124 h 94328"/>
                      <a:gd name="connsiteX5" fmla="*/ 18864 w 59908"/>
                      <a:gd name="connsiteY5" fmla="*/ 60512 h 94328"/>
                      <a:gd name="connsiteX6" fmla="*/ 24341 w 59908"/>
                      <a:gd name="connsiteY6" fmla="*/ 60968 h 94328"/>
                      <a:gd name="connsiteX7" fmla="*/ 48888 w 59908"/>
                      <a:gd name="connsiteY7" fmla="*/ 52481 h 94328"/>
                      <a:gd name="connsiteX8" fmla="*/ 57956 w 59908"/>
                      <a:gd name="connsiteY8" fmla="*/ 29499 h 94328"/>
                      <a:gd name="connsiteX9" fmla="*/ 48649 w 59908"/>
                      <a:gd name="connsiteY9" fmla="*/ 6279 h 94328"/>
                      <a:gd name="connsiteX10" fmla="*/ 22416 w 59908"/>
                      <a:gd name="connsiteY10" fmla="*/ -1990 h 94328"/>
                      <a:gd name="connsiteX11" fmla="*/ 10530 w 59908"/>
                      <a:gd name="connsiteY11" fmla="*/ -999 h 94328"/>
                      <a:gd name="connsiteX12" fmla="*/ -1952 w 59908"/>
                      <a:gd name="connsiteY12" fmla="*/ 1976 h 94328"/>
                      <a:gd name="connsiteX13" fmla="*/ -1952 w 59908"/>
                      <a:gd name="connsiteY13" fmla="*/ 14567 h 94328"/>
                      <a:gd name="connsiteX14" fmla="*/ 9577 w 59908"/>
                      <a:gd name="connsiteY14" fmla="*/ 10046 h 94328"/>
                      <a:gd name="connsiteX15" fmla="*/ 22158 w 59908"/>
                      <a:gd name="connsiteY15" fmla="*/ 8559 h 94328"/>
                      <a:gd name="connsiteX16" fmla="*/ 39144 w 59908"/>
                      <a:gd name="connsiteY16" fmla="*/ 14191 h 94328"/>
                      <a:gd name="connsiteX17" fmla="*/ 45415 w 59908"/>
                      <a:gd name="connsiteY17" fmla="*/ 29499 h 94328"/>
                      <a:gd name="connsiteX18" fmla="*/ 39144 w 59908"/>
                      <a:gd name="connsiteY18" fmla="*/ 44788 h 94328"/>
                      <a:gd name="connsiteX19" fmla="*/ 22158 w 59908"/>
                      <a:gd name="connsiteY19" fmla="*/ 50439 h 94328"/>
                      <a:gd name="connsiteX20" fmla="*/ 12137 w 59908"/>
                      <a:gd name="connsiteY20" fmla="*/ 49328 h 94328"/>
                      <a:gd name="connsiteX21" fmla="*/ 1957 w 59908"/>
                      <a:gd name="connsiteY21" fmla="*/ 45858 h 94328"/>
                      <a:gd name="connsiteX22" fmla="*/ 195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57" y="92338"/>
                        </a:moveTo>
                        <a:lnTo>
                          <a:pt x="51130" y="92338"/>
                        </a:lnTo>
                        <a:lnTo>
                          <a:pt x="51130" y="81789"/>
                        </a:lnTo>
                        <a:lnTo>
                          <a:pt x="13427" y="81789"/>
                        </a:lnTo>
                        <a:lnTo>
                          <a:pt x="13427" y="59124"/>
                        </a:lnTo>
                        <a:cubicBezTo>
                          <a:pt x="15239" y="59746"/>
                          <a:pt x="17052" y="60208"/>
                          <a:pt x="18864" y="60512"/>
                        </a:cubicBezTo>
                        <a:cubicBezTo>
                          <a:pt x="20690" y="60816"/>
                          <a:pt x="22515" y="60968"/>
                          <a:pt x="24341" y="60968"/>
                        </a:cubicBezTo>
                        <a:cubicBezTo>
                          <a:pt x="34673" y="60968"/>
                          <a:pt x="42855" y="58139"/>
                          <a:pt x="48888" y="52481"/>
                        </a:cubicBezTo>
                        <a:cubicBezTo>
                          <a:pt x="54933" y="46823"/>
                          <a:pt x="57956" y="39163"/>
                          <a:pt x="57956" y="29499"/>
                        </a:cubicBezTo>
                        <a:cubicBezTo>
                          <a:pt x="57956" y="19545"/>
                          <a:pt x="54854" y="11805"/>
                          <a:pt x="48649" y="6279"/>
                        </a:cubicBezTo>
                        <a:cubicBezTo>
                          <a:pt x="42445" y="766"/>
                          <a:pt x="33700" y="-1990"/>
                          <a:pt x="22416" y="-1990"/>
                        </a:cubicBezTo>
                        <a:cubicBezTo>
                          <a:pt x="18527" y="-1990"/>
                          <a:pt x="14564" y="-1660"/>
                          <a:pt x="10530" y="-999"/>
                        </a:cubicBezTo>
                        <a:cubicBezTo>
                          <a:pt x="6508" y="-338"/>
                          <a:pt x="2347" y="654"/>
                          <a:pt x="-1952" y="1976"/>
                        </a:cubicBezTo>
                        <a:lnTo>
                          <a:pt x="-1952" y="14567"/>
                        </a:lnTo>
                        <a:cubicBezTo>
                          <a:pt x="1765" y="12545"/>
                          <a:pt x="5608" y="11038"/>
                          <a:pt x="9577" y="10046"/>
                        </a:cubicBezTo>
                        <a:cubicBezTo>
                          <a:pt x="13546" y="9055"/>
                          <a:pt x="17739" y="8559"/>
                          <a:pt x="22158" y="8559"/>
                        </a:cubicBezTo>
                        <a:cubicBezTo>
                          <a:pt x="29315" y="8559"/>
                          <a:pt x="34977" y="10436"/>
                          <a:pt x="39144" y="14191"/>
                        </a:cubicBezTo>
                        <a:cubicBezTo>
                          <a:pt x="43325" y="17945"/>
                          <a:pt x="45415" y="23048"/>
                          <a:pt x="45415" y="29499"/>
                        </a:cubicBezTo>
                        <a:cubicBezTo>
                          <a:pt x="45415" y="35937"/>
                          <a:pt x="43325" y="41033"/>
                          <a:pt x="39144" y="44788"/>
                        </a:cubicBezTo>
                        <a:cubicBezTo>
                          <a:pt x="34977" y="48555"/>
                          <a:pt x="29315" y="50439"/>
                          <a:pt x="22158" y="50439"/>
                        </a:cubicBezTo>
                        <a:cubicBezTo>
                          <a:pt x="18811" y="50439"/>
                          <a:pt x="15471" y="50069"/>
                          <a:pt x="12137" y="49328"/>
                        </a:cubicBezTo>
                        <a:cubicBezTo>
                          <a:pt x="8816" y="48588"/>
                          <a:pt x="5423" y="47431"/>
                          <a:pt x="1957" y="45858"/>
                        </a:cubicBezTo>
                        <a:lnTo>
                          <a:pt x="195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13" name="Freeform: Shape 312">
                    <a:extLst>
                      <a:ext uri="{FF2B5EF4-FFF2-40B4-BE49-F238E27FC236}">
                        <a16:creationId xmlns:a16="http://schemas.microsoft.com/office/drawing/2014/main" id="{F80F959D-28C3-2813-36B2-2BCCC24F8765}"/>
                      </a:ext>
                    </a:extLst>
                  </p:cNvPr>
                  <p:cNvSpPr/>
                  <p:nvPr/>
                </p:nvSpPr>
                <p:spPr>
                  <a:xfrm flipV="1">
                    <a:off x="3863618" y="4959304"/>
                    <a:ext cx="63996" cy="95994"/>
                  </a:xfrm>
                  <a:custGeom>
                    <a:avLst/>
                    <a:gdLst>
                      <a:gd name="connsiteX0" fmla="*/ 30011 w 63996"/>
                      <a:gd name="connsiteY0" fmla="*/ 84047 h 95994"/>
                      <a:gd name="connsiteX1" fmla="*/ 15466 w 63996"/>
                      <a:gd name="connsiteY1" fmla="*/ 74529 h 95994"/>
                      <a:gd name="connsiteX2" fmla="*/ 10604 w 63996"/>
                      <a:gd name="connsiteY2" fmla="*/ 45935 h 95994"/>
                      <a:gd name="connsiteX3" fmla="*/ 15466 w 63996"/>
                      <a:gd name="connsiteY3" fmla="*/ 17401 h 95994"/>
                      <a:gd name="connsiteX4" fmla="*/ 30011 w 63996"/>
                      <a:gd name="connsiteY4" fmla="*/ 7883 h 95994"/>
                      <a:gd name="connsiteX5" fmla="*/ 44616 w 63996"/>
                      <a:gd name="connsiteY5" fmla="*/ 17401 h 95994"/>
                      <a:gd name="connsiteX6" fmla="*/ 49498 w 63996"/>
                      <a:gd name="connsiteY6" fmla="*/ 45935 h 95994"/>
                      <a:gd name="connsiteX7" fmla="*/ 44616 w 63996"/>
                      <a:gd name="connsiteY7" fmla="*/ 74529 h 95994"/>
                      <a:gd name="connsiteX8" fmla="*/ 30011 w 63996"/>
                      <a:gd name="connsiteY8" fmla="*/ 84047 h 95994"/>
                      <a:gd name="connsiteX9" fmla="*/ 30011 w 63996"/>
                      <a:gd name="connsiteY9" fmla="*/ 93962 h 95994"/>
                      <a:gd name="connsiteX10" fmla="*/ 53804 w 63996"/>
                      <a:gd name="connsiteY10" fmla="*/ 81648 h 95994"/>
                      <a:gd name="connsiteX11" fmla="*/ 62019 w 63996"/>
                      <a:gd name="connsiteY11" fmla="*/ 45935 h 95994"/>
                      <a:gd name="connsiteX12" fmla="*/ 53804 w 63996"/>
                      <a:gd name="connsiteY12" fmla="*/ 10262 h 95994"/>
                      <a:gd name="connsiteX13" fmla="*/ 30011 w 63996"/>
                      <a:gd name="connsiteY13" fmla="*/ -2032 h 95994"/>
                      <a:gd name="connsiteX14" fmla="*/ 6239 w 63996"/>
                      <a:gd name="connsiteY14" fmla="*/ 10262 h 95994"/>
                      <a:gd name="connsiteX15" fmla="*/ -1977 w 63996"/>
                      <a:gd name="connsiteY15" fmla="*/ 45935 h 95994"/>
                      <a:gd name="connsiteX16" fmla="*/ 6239 w 63996"/>
                      <a:gd name="connsiteY16" fmla="*/ 81648 h 95994"/>
                      <a:gd name="connsiteX17" fmla="*/ 3001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1" y="84047"/>
                        </a:moveTo>
                        <a:cubicBezTo>
                          <a:pt x="23569" y="84047"/>
                          <a:pt x="18720" y="80875"/>
                          <a:pt x="15466" y="74529"/>
                        </a:cubicBezTo>
                        <a:cubicBezTo>
                          <a:pt x="12225" y="68197"/>
                          <a:pt x="10604" y="58666"/>
                          <a:pt x="10604" y="45935"/>
                        </a:cubicBezTo>
                        <a:cubicBezTo>
                          <a:pt x="10604" y="33258"/>
                          <a:pt x="12225" y="23746"/>
                          <a:pt x="15466" y="17401"/>
                        </a:cubicBezTo>
                        <a:cubicBezTo>
                          <a:pt x="18720" y="11055"/>
                          <a:pt x="23569" y="7883"/>
                          <a:pt x="30011" y="7883"/>
                        </a:cubicBezTo>
                        <a:cubicBezTo>
                          <a:pt x="36507" y="7883"/>
                          <a:pt x="41375" y="11055"/>
                          <a:pt x="44616" y="17401"/>
                        </a:cubicBezTo>
                        <a:cubicBezTo>
                          <a:pt x="47871" y="23746"/>
                          <a:pt x="49498" y="33258"/>
                          <a:pt x="49498" y="45935"/>
                        </a:cubicBezTo>
                        <a:cubicBezTo>
                          <a:pt x="49498" y="58666"/>
                          <a:pt x="47871" y="68197"/>
                          <a:pt x="44616" y="74529"/>
                        </a:cubicBezTo>
                        <a:cubicBezTo>
                          <a:pt x="41375" y="80875"/>
                          <a:pt x="36507" y="84047"/>
                          <a:pt x="30011" y="84047"/>
                        </a:cubicBezTo>
                        <a:close/>
                        <a:moveTo>
                          <a:pt x="30011" y="93962"/>
                        </a:moveTo>
                        <a:cubicBezTo>
                          <a:pt x="40396" y="93962"/>
                          <a:pt x="48327" y="89857"/>
                          <a:pt x="53804" y="81648"/>
                        </a:cubicBezTo>
                        <a:cubicBezTo>
                          <a:pt x="59281" y="73452"/>
                          <a:pt x="62019" y="61548"/>
                          <a:pt x="62019" y="45935"/>
                        </a:cubicBezTo>
                        <a:cubicBezTo>
                          <a:pt x="62019" y="30363"/>
                          <a:pt x="59281" y="18471"/>
                          <a:pt x="53804" y="10262"/>
                        </a:cubicBezTo>
                        <a:cubicBezTo>
                          <a:pt x="48327" y="2066"/>
                          <a:pt x="40396" y="-2032"/>
                          <a:pt x="30011" y="-2032"/>
                        </a:cubicBezTo>
                        <a:cubicBezTo>
                          <a:pt x="19640" y="-2032"/>
                          <a:pt x="11715" y="2066"/>
                          <a:pt x="6239" y="10262"/>
                        </a:cubicBezTo>
                        <a:cubicBezTo>
                          <a:pt x="762" y="18471"/>
                          <a:pt x="-1977" y="30363"/>
                          <a:pt x="-1977" y="45935"/>
                        </a:cubicBezTo>
                        <a:cubicBezTo>
                          <a:pt x="-1977" y="61548"/>
                          <a:pt x="762" y="73452"/>
                          <a:pt x="6239" y="81648"/>
                        </a:cubicBezTo>
                        <a:cubicBezTo>
                          <a:pt x="11715" y="89857"/>
                          <a:pt x="19640" y="93962"/>
                          <a:pt x="3001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14" name="Freeform: Shape 313">
                    <a:extLst>
                      <a:ext uri="{FF2B5EF4-FFF2-40B4-BE49-F238E27FC236}">
                        <a16:creationId xmlns:a16="http://schemas.microsoft.com/office/drawing/2014/main" id="{7B486684-4CF0-8E2B-4EE1-6DA0C5FA802C}"/>
                      </a:ext>
                    </a:extLst>
                  </p:cNvPr>
                  <p:cNvSpPr/>
                  <p:nvPr/>
                </p:nvSpPr>
                <p:spPr>
                  <a:xfrm flipV="1">
                    <a:off x="3944419" y="4959304"/>
                    <a:ext cx="63996" cy="95994"/>
                  </a:xfrm>
                  <a:custGeom>
                    <a:avLst/>
                    <a:gdLst>
                      <a:gd name="connsiteX0" fmla="*/ 30018 w 63996"/>
                      <a:gd name="connsiteY0" fmla="*/ 84047 h 95994"/>
                      <a:gd name="connsiteX1" fmla="*/ 15472 w 63996"/>
                      <a:gd name="connsiteY1" fmla="*/ 74529 h 95994"/>
                      <a:gd name="connsiteX2" fmla="*/ 10611 w 63996"/>
                      <a:gd name="connsiteY2" fmla="*/ 45935 h 95994"/>
                      <a:gd name="connsiteX3" fmla="*/ 15472 w 63996"/>
                      <a:gd name="connsiteY3" fmla="*/ 17401 h 95994"/>
                      <a:gd name="connsiteX4" fmla="*/ 30018 w 63996"/>
                      <a:gd name="connsiteY4" fmla="*/ 7883 h 95994"/>
                      <a:gd name="connsiteX5" fmla="*/ 44623 w 63996"/>
                      <a:gd name="connsiteY5" fmla="*/ 17401 h 95994"/>
                      <a:gd name="connsiteX6" fmla="*/ 49504 w 63996"/>
                      <a:gd name="connsiteY6" fmla="*/ 45935 h 95994"/>
                      <a:gd name="connsiteX7" fmla="*/ 44623 w 63996"/>
                      <a:gd name="connsiteY7" fmla="*/ 74529 h 95994"/>
                      <a:gd name="connsiteX8" fmla="*/ 30018 w 63996"/>
                      <a:gd name="connsiteY8" fmla="*/ 84047 h 95994"/>
                      <a:gd name="connsiteX9" fmla="*/ 30018 w 63996"/>
                      <a:gd name="connsiteY9" fmla="*/ 93962 h 95994"/>
                      <a:gd name="connsiteX10" fmla="*/ 53810 w 63996"/>
                      <a:gd name="connsiteY10" fmla="*/ 81648 h 95994"/>
                      <a:gd name="connsiteX11" fmla="*/ 62026 w 63996"/>
                      <a:gd name="connsiteY11" fmla="*/ 45935 h 95994"/>
                      <a:gd name="connsiteX12" fmla="*/ 53810 w 63996"/>
                      <a:gd name="connsiteY12" fmla="*/ 10262 h 95994"/>
                      <a:gd name="connsiteX13" fmla="*/ 30018 w 63996"/>
                      <a:gd name="connsiteY13" fmla="*/ -2032 h 95994"/>
                      <a:gd name="connsiteX14" fmla="*/ 6245 w 63996"/>
                      <a:gd name="connsiteY14" fmla="*/ 10262 h 95994"/>
                      <a:gd name="connsiteX15" fmla="*/ -1970 w 63996"/>
                      <a:gd name="connsiteY15" fmla="*/ 45935 h 95994"/>
                      <a:gd name="connsiteX16" fmla="*/ 6245 w 63996"/>
                      <a:gd name="connsiteY16" fmla="*/ 81648 h 95994"/>
                      <a:gd name="connsiteX17" fmla="*/ 30018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8" y="84047"/>
                        </a:moveTo>
                        <a:cubicBezTo>
                          <a:pt x="23575" y="84047"/>
                          <a:pt x="18727" y="80875"/>
                          <a:pt x="15472" y="74529"/>
                        </a:cubicBezTo>
                        <a:cubicBezTo>
                          <a:pt x="12231" y="68197"/>
                          <a:pt x="10611" y="58666"/>
                          <a:pt x="10611" y="45935"/>
                        </a:cubicBezTo>
                        <a:cubicBezTo>
                          <a:pt x="10611" y="33258"/>
                          <a:pt x="12231" y="23746"/>
                          <a:pt x="15472" y="17401"/>
                        </a:cubicBezTo>
                        <a:cubicBezTo>
                          <a:pt x="18727" y="11055"/>
                          <a:pt x="23575" y="7883"/>
                          <a:pt x="30018" y="7883"/>
                        </a:cubicBezTo>
                        <a:cubicBezTo>
                          <a:pt x="36513" y="7883"/>
                          <a:pt x="41382" y="11055"/>
                          <a:pt x="44623" y="17401"/>
                        </a:cubicBezTo>
                        <a:cubicBezTo>
                          <a:pt x="47877" y="23746"/>
                          <a:pt x="49504" y="33258"/>
                          <a:pt x="49504" y="45935"/>
                        </a:cubicBezTo>
                        <a:cubicBezTo>
                          <a:pt x="49504" y="58666"/>
                          <a:pt x="47877" y="68197"/>
                          <a:pt x="44623" y="74529"/>
                        </a:cubicBezTo>
                        <a:cubicBezTo>
                          <a:pt x="41382" y="80875"/>
                          <a:pt x="36513" y="84047"/>
                          <a:pt x="30018" y="84047"/>
                        </a:cubicBezTo>
                        <a:close/>
                        <a:moveTo>
                          <a:pt x="30018" y="93962"/>
                        </a:moveTo>
                        <a:cubicBezTo>
                          <a:pt x="40403" y="93962"/>
                          <a:pt x="48334" y="89857"/>
                          <a:pt x="53810" y="81648"/>
                        </a:cubicBezTo>
                        <a:cubicBezTo>
                          <a:pt x="59287" y="73452"/>
                          <a:pt x="62026" y="61548"/>
                          <a:pt x="62026" y="45935"/>
                        </a:cubicBezTo>
                        <a:cubicBezTo>
                          <a:pt x="62026" y="30363"/>
                          <a:pt x="59287" y="18471"/>
                          <a:pt x="53810" y="10262"/>
                        </a:cubicBezTo>
                        <a:cubicBezTo>
                          <a:pt x="48334" y="2066"/>
                          <a:pt x="40403" y="-2032"/>
                          <a:pt x="30018" y="-2032"/>
                        </a:cubicBezTo>
                        <a:cubicBezTo>
                          <a:pt x="19646" y="-2032"/>
                          <a:pt x="11722" y="2066"/>
                          <a:pt x="6245" y="10262"/>
                        </a:cubicBezTo>
                        <a:cubicBezTo>
                          <a:pt x="768" y="18471"/>
                          <a:pt x="-1970" y="30363"/>
                          <a:pt x="-1970" y="45935"/>
                        </a:cubicBezTo>
                        <a:cubicBezTo>
                          <a:pt x="-1970" y="61548"/>
                          <a:pt x="768" y="73452"/>
                          <a:pt x="6245" y="81648"/>
                        </a:cubicBezTo>
                        <a:cubicBezTo>
                          <a:pt x="11722" y="89857"/>
                          <a:pt x="19646" y="93962"/>
                          <a:pt x="30018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15" name="Graphic 299">
                <a:extLst>
                  <a:ext uri="{FF2B5EF4-FFF2-40B4-BE49-F238E27FC236}">
                    <a16:creationId xmlns:a16="http://schemas.microsoft.com/office/drawing/2014/main" id="{CE8D1D5E-8ABC-45EA-3D4B-F14665F2A7EA}"/>
                  </a:ext>
                </a:extLst>
              </p:cNvPr>
              <p:cNvGrpSpPr/>
              <p:nvPr/>
            </p:nvGrpSpPr>
            <p:grpSpPr>
              <a:xfrm>
                <a:off x="4352591" y="4868227"/>
                <a:ext cx="224169" cy="187070"/>
                <a:chOff x="435259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85DE7EB9-F749-991D-D0A9-F5FC2CD0A7AB}"/>
                    </a:ext>
                  </a:extLst>
                </p:cNvPr>
                <p:cNvSpPr/>
                <p:nvPr/>
              </p:nvSpPr>
              <p:spPr>
                <a:xfrm>
                  <a:off x="4463994" y="4868227"/>
                  <a:ext cx="12700" cy="44417"/>
                </a:xfrm>
                <a:custGeom>
                  <a:avLst/>
                  <a:gdLst>
                    <a:gd name="connsiteX0" fmla="*/ 102 w 12700"/>
                    <a:gd name="connsiteY0" fmla="*/ 286 h 44417"/>
                    <a:gd name="connsiteX1" fmla="*/ 10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02" y="286"/>
                      </a:moveTo>
                      <a:lnTo>
                        <a:pt x="10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17" name="Graphic 299">
                  <a:extLst>
                    <a:ext uri="{FF2B5EF4-FFF2-40B4-BE49-F238E27FC236}">
                      <a16:creationId xmlns:a16="http://schemas.microsoft.com/office/drawing/2014/main" id="{48CB437F-6E6F-CD93-FC13-6D352F90CAA1}"/>
                    </a:ext>
                  </a:extLst>
                </p:cNvPr>
                <p:cNvGrpSpPr/>
                <p:nvPr/>
              </p:nvGrpSpPr>
              <p:grpSpPr>
                <a:xfrm>
                  <a:off x="4352591" y="4959304"/>
                  <a:ext cx="224169" cy="95994"/>
                  <a:chOff x="435259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18" name="Freeform: Shape 317">
                    <a:extLst>
                      <a:ext uri="{FF2B5EF4-FFF2-40B4-BE49-F238E27FC236}">
                        <a16:creationId xmlns:a16="http://schemas.microsoft.com/office/drawing/2014/main" id="{7C6DDB94-A8BC-4328-E9DD-3BA106BB3449}"/>
                      </a:ext>
                    </a:extLst>
                  </p:cNvPr>
                  <p:cNvSpPr/>
                  <p:nvPr/>
                </p:nvSpPr>
                <p:spPr>
                  <a:xfrm flipV="1">
                    <a:off x="4352591" y="4960969"/>
                    <a:ext cx="59908" cy="94328"/>
                  </a:xfrm>
                  <a:custGeom>
                    <a:avLst/>
                    <a:gdLst>
                      <a:gd name="connsiteX0" fmla="*/ 2002 w 59908"/>
                      <a:gd name="connsiteY0" fmla="*/ 92338 h 94328"/>
                      <a:gd name="connsiteX1" fmla="*/ 51175 w 59908"/>
                      <a:gd name="connsiteY1" fmla="*/ 92338 h 94328"/>
                      <a:gd name="connsiteX2" fmla="*/ 51175 w 59908"/>
                      <a:gd name="connsiteY2" fmla="*/ 81789 h 94328"/>
                      <a:gd name="connsiteX3" fmla="*/ 13471 w 59908"/>
                      <a:gd name="connsiteY3" fmla="*/ 81789 h 94328"/>
                      <a:gd name="connsiteX4" fmla="*/ 13471 w 59908"/>
                      <a:gd name="connsiteY4" fmla="*/ 59124 h 94328"/>
                      <a:gd name="connsiteX5" fmla="*/ 18909 w 59908"/>
                      <a:gd name="connsiteY5" fmla="*/ 60512 h 94328"/>
                      <a:gd name="connsiteX6" fmla="*/ 24386 w 59908"/>
                      <a:gd name="connsiteY6" fmla="*/ 60968 h 94328"/>
                      <a:gd name="connsiteX7" fmla="*/ 48932 w 59908"/>
                      <a:gd name="connsiteY7" fmla="*/ 52481 h 94328"/>
                      <a:gd name="connsiteX8" fmla="*/ 58001 w 59908"/>
                      <a:gd name="connsiteY8" fmla="*/ 29499 h 94328"/>
                      <a:gd name="connsiteX9" fmla="*/ 48694 w 59908"/>
                      <a:gd name="connsiteY9" fmla="*/ 6279 h 94328"/>
                      <a:gd name="connsiteX10" fmla="*/ 22461 w 59908"/>
                      <a:gd name="connsiteY10" fmla="*/ -1990 h 94328"/>
                      <a:gd name="connsiteX11" fmla="*/ 10574 w 59908"/>
                      <a:gd name="connsiteY11" fmla="*/ -999 h 94328"/>
                      <a:gd name="connsiteX12" fmla="*/ -1907 w 59908"/>
                      <a:gd name="connsiteY12" fmla="*/ 1976 h 94328"/>
                      <a:gd name="connsiteX13" fmla="*/ -1907 w 59908"/>
                      <a:gd name="connsiteY13" fmla="*/ 14567 h 94328"/>
                      <a:gd name="connsiteX14" fmla="*/ 9622 w 59908"/>
                      <a:gd name="connsiteY14" fmla="*/ 10046 h 94328"/>
                      <a:gd name="connsiteX15" fmla="*/ 22203 w 59908"/>
                      <a:gd name="connsiteY15" fmla="*/ 8559 h 94328"/>
                      <a:gd name="connsiteX16" fmla="*/ 39189 w 59908"/>
                      <a:gd name="connsiteY16" fmla="*/ 14191 h 94328"/>
                      <a:gd name="connsiteX17" fmla="*/ 45460 w 59908"/>
                      <a:gd name="connsiteY17" fmla="*/ 29499 h 94328"/>
                      <a:gd name="connsiteX18" fmla="*/ 39189 w 59908"/>
                      <a:gd name="connsiteY18" fmla="*/ 44788 h 94328"/>
                      <a:gd name="connsiteX19" fmla="*/ 22203 w 59908"/>
                      <a:gd name="connsiteY19" fmla="*/ 50439 h 94328"/>
                      <a:gd name="connsiteX20" fmla="*/ 12182 w 59908"/>
                      <a:gd name="connsiteY20" fmla="*/ 49328 h 94328"/>
                      <a:gd name="connsiteX21" fmla="*/ 2002 w 59908"/>
                      <a:gd name="connsiteY21" fmla="*/ 45858 h 94328"/>
                      <a:gd name="connsiteX22" fmla="*/ 2002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02" y="92338"/>
                        </a:moveTo>
                        <a:lnTo>
                          <a:pt x="51175" y="92338"/>
                        </a:lnTo>
                        <a:lnTo>
                          <a:pt x="51175" y="81789"/>
                        </a:lnTo>
                        <a:lnTo>
                          <a:pt x="13471" y="81789"/>
                        </a:lnTo>
                        <a:lnTo>
                          <a:pt x="13471" y="59124"/>
                        </a:lnTo>
                        <a:cubicBezTo>
                          <a:pt x="15284" y="59746"/>
                          <a:pt x="17096" y="60208"/>
                          <a:pt x="18909" y="60512"/>
                        </a:cubicBezTo>
                        <a:cubicBezTo>
                          <a:pt x="20734" y="60816"/>
                          <a:pt x="22560" y="60968"/>
                          <a:pt x="24386" y="60968"/>
                        </a:cubicBezTo>
                        <a:cubicBezTo>
                          <a:pt x="34718" y="60968"/>
                          <a:pt x="42900" y="58139"/>
                          <a:pt x="48932" y="52481"/>
                        </a:cubicBezTo>
                        <a:cubicBezTo>
                          <a:pt x="54978" y="46823"/>
                          <a:pt x="58001" y="39163"/>
                          <a:pt x="58001" y="29499"/>
                        </a:cubicBezTo>
                        <a:cubicBezTo>
                          <a:pt x="58001" y="19545"/>
                          <a:pt x="54899" y="11805"/>
                          <a:pt x="48694" y="6279"/>
                        </a:cubicBezTo>
                        <a:cubicBezTo>
                          <a:pt x="42490" y="766"/>
                          <a:pt x="33745" y="-1990"/>
                          <a:pt x="22461" y="-1990"/>
                        </a:cubicBezTo>
                        <a:cubicBezTo>
                          <a:pt x="18571" y="-1990"/>
                          <a:pt x="14609" y="-1660"/>
                          <a:pt x="10574" y="-999"/>
                        </a:cubicBezTo>
                        <a:cubicBezTo>
                          <a:pt x="6553" y="-338"/>
                          <a:pt x="2392" y="654"/>
                          <a:pt x="-1907" y="1976"/>
                        </a:cubicBezTo>
                        <a:lnTo>
                          <a:pt x="-1907" y="14567"/>
                        </a:lnTo>
                        <a:cubicBezTo>
                          <a:pt x="1810" y="12545"/>
                          <a:pt x="5653" y="11038"/>
                          <a:pt x="9622" y="10046"/>
                        </a:cubicBezTo>
                        <a:cubicBezTo>
                          <a:pt x="13591" y="9055"/>
                          <a:pt x="17784" y="8559"/>
                          <a:pt x="22203" y="8559"/>
                        </a:cubicBezTo>
                        <a:cubicBezTo>
                          <a:pt x="29360" y="8559"/>
                          <a:pt x="35022" y="10436"/>
                          <a:pt x="39189" y="14191"/>
                        </a:cubicBezTo>
                        <a:cubicBezTo>
                          <a:pt x="43369" y="17945"/>
                          <a:pt x="45460" y="23048"/>
                          <a:pt x="45460" y="29499"/>
                        </a:cubicBezTo>
                        <a:cubicBezTo>
                          <a:pt x="45460" y="35937"/>
                          <a:pt x="43369" y="41033"/>
                          <a:pt x="39189" y="44788"/>
                        </a:cubicBezTo>
                        <a:cubicBezTo>
                          <a:pt x="35022" y="48555"/>
                          <a:pt x="29360" y="50439"/>
                          <a:pt x="22203" y="50439"/>
                        </a:cubicBezTo>
                        <a:cubicBezTo>
                          <a:pt x="18856" y="50439"/>
                          <a:pt x="15515" y="50069"/>
                          <a:pt x="12182" y="49328"/>
                        </a:cubicBezTo>
                        <a:cubicBezTo>
                          <a:pt x="8861" y="48588"/>
                          <a:pt x="5468" y="47431"/>
                          <a:pt x="2002" y="45858"/>
                        </a:cubicBezTo>
                        <a:lnTo>
                          <a:pt x="200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19" name="Freeform: Shape 318">
                    <a:extLst>
                      <a:ext uri="{FF2B5EF4-FFF2-40B4-BE49-F238E27FC236}">
                        <a16:creationId xmlns:a16="http://schemas.microsoft.com/office/drawing/2014/main" id="{C697CD54-65EA-E846-B66E-8B0A9C4B993B}"/>
                      </a:ext>
                    </a:extLst>
                  </p:cNvPr>
                  <p:cNvSpPr/>
                  <p:nvPr/>
                </p:nvSpPr>
                <p:spPr>
                  <a:xfrm flipV="1">
                    <a:off x="4437539" y="4960969"/>
                    <a:ext cx="55125" cy="92524"/>
                  </a:xfrm>
                  <a:custGeom>
                    <a:avLst/>
                    <a:gdLst>
                      <a:gd name="connsiteX0" fmla="*/ -184 w 55125"/>
                      <a:gd name="connsiteY0" fmla="*/ 8494 h 92524"/>
                      <a:gd name="connsiteX1" fmla="*/ 20275 w 55125"/>
                      <a:gd name="connsiteY1" fmla="*/ 8494 h 92524"/>
                      <a:gd name="connsiteX2" fmla="*/ 20275 w 55125"/>
                      <a:gd name="connsiteY2" fmla="*/ 79086 h 92524"/>
                      <a:gd name="connsiteX3" fmla="*/ -1989 w 55125"/>
                      <a:gd name="connsiteY3" fmla="*/ 74625 h 92524"/>
                      <a:gd name="connsiteX4" fmla="*/ -1989 w 55125"/>
                      <a:gd name="connsiteY4" fmla="*/ 86027 h 92524"/>
                      <a:gd name="connsiteX5" fmla="*/ 20156 w 55125"/>
                      <a:gd name="connsiteY5" fmla="*/ 90488 h 92524"/>
                      <a:gd name="connsiteX6" fmla="*/ 32678 w 55125"/>
                      <a:gd name="connsiteY6" fmla="*/ 90488 h 92524"/>
                      <a:gd name="connsiteX7" fmla="*/ 32678 w 55125"/>
                      <a:gd name="connsiteY7" fmla="*/ 8494 h 92524"/>
                      <a:gd name="connsiteX8" fmla="*/ 53137 w 55125"/>
                      <a:gd name="connsiteY8" fmla="*/ 8494 h 92524"/>
                      <a:gd name="connsiteX9" fmla="*/ 53137 w 55125"/>
                      <a:gd name="connsiteY9" fmla="*/ -2036 h 92524"/>
                      <a:gd name="connsiteX10" fmla="*/ -184 w 55125"/>
                      <a:gd name="connsiteY10" fmla="*/ -2036 h 92524"/>
                      <a:gd name="connsiteX11" fmla="*/ -184 w 55125"/>
                      <a:gd name="connsiteY11" fmla="*/ 8494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184" y="8494"/>
                        </a:moveTo>
                        <a:lnTo>
                          <a:pt x="20275" y="8494"/>
                        </a:lnTo>
                        <a:lnTo>
                          <a:pt x="20275" y="79086"/>
                        </a:lnTo>
                        <a:lnTo>
                          <a:pt x="-1989" y="74625"/>
                        </a:lnTo>
                        <a:lnTo>
                          <a:pt x="-1989" y="86027"/>
                        </a:lnTo>
                        <a:lnTo>
                          <a:pt x="20156" y="90488"/>
                        </a:lnTo>
                        <a:lnTo>
                          <a:pt x="32678" y="90488"/>
                        </a:lnTo>
                        <a:lnTo>
                          <a:pt x="32678" y="8494"/>
                        </a:lnTo>
                        <a:lnTo>
                          <a:pt x="53137" y="8494"/>
                        </a:lnTo>
                        <a:lnTo>
                          <a:pt x="53137" y="-2036"/>
                        </a:lnTo>
                        <a:lnTo>
                          <a:pt x="-184" y="-2036"/>
                        </a:lnTo>
                        <a:lnTo>
                          <a:pt x="-184" y="84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20" name="Freeform: Shape 319">
                    <a:extLst>
                      <a:ext uri="{FF2B5EF4-FFF2-40B4-BE49-F238E27FC236}">
                        <a16:creationId xmlns:a16="http://schemas.microsoft.com/office/drawing/2014/main" id="{6E5C26DE-417C-63AA-8D7B-526B17C970DA}"/>
                      </a:ext>
                    </a:extLst>
                  </p:cNvPr>
                  <p:cNvSpPr/>
                  <p:nvPr/>
                </p:nvSpPr>
                <p:spPr>
                  <a:xfrm flipV="1">
                    <a:off x="4512765" y="4959304"/>
                    <a:ext cx="63996" cy="95994"/>
                  </a:xfrm>
                  <a:custGeom>
                    <a:avLst/>
                    <a:gdLst>
                      <a:gd name="connsiteX0" fmla="*/ 30062 w 63996"/>
                      <a:gd name="connsiteY0" fmla="*/ 84047 h 95994"/>
                      <a:gd name="connsiteX1" fmla="*/ 15517 w 63996"/>
                      <a:gd name="connsiteY1" fmla="*/ 74529 h 95994"/>
                      <a:gd name="connsiteX2" fmla="*/ 10655 w 63996"/>
                      <a:gd name="connsiteY2" fmla="*/ 45935 h 95994"/>
                      <a:gd name="connsiteX3" fmla="*/ 15517 w 63996"/>
                      <a:gd name="connsiteY3" fmla="*/ 17401 h 95994"/>
                      <a:gd name="connsiteX4" fmla="*/ 30062 w 63996"/>
                      <a:gd name="connsiteY4" fmla="*/ 7883 h 95994"/>
                      <a:gd name="connsiteX5" fmla="*/ 44667 w 63996"/>
                      <a:gd name="connsiteY5" fmla="*/ 17401 h 95994"/>
                      <a:gd name="connsiteX6" fmla="*/ 49549 w 63996"/>
                      <a:gd name="connsiteY6" fmla="*/ 45935 h 95994"/>
                      <a:gd name="connsiteX7" fmla="*/ 44667 w 63996"/>
                      <a:gd name="connsiteY7" fmla="*/ 74529 h 95994"/>
                      <a:gd name="connsiteX8" fmla="*/ 30062 w 63996"/>
                      <a:gd name="connsiteY8" fmla="*/ 84047 h 95994"/>
                      <a:gd name="connsiteX9" fmla="*/ 30062 w 63996"/>
                      <a:gd name="connsiteY9" fmla="*/ 93962 h 95994"/>
                      <a:gd name="connsiteX10" fmla="*/ 53855 w 63996"/>
                      <a:gd name="connsiteY10" fmla="*/ 81648 h 95994"/>
                      <a:gd name="connsiteX11" fmla="*/ 62070 w 63996"/>
                      <a:gd name="connsiteY11" fmla="*/ 45935 h 95994"/>
                      <a:gd name="connsiteX12" fmla="*/ 53855 w 63996"/>
                      <a:gd name="connsiteY12" fmla="*/ 10262 h 95994"/>
                      <a:gd name="connsiteX13" fmla="*/ 30062 w 63996"/>
                      <a:gd name="connsiteY13" fmla="*/ -2032 h 95994"/>
                      <a:gd name="connsiteX14" fmla="*/ 6290 w 63996"/>
                      <a:gd name="connsiteY14" fmla="*/ 10262 h 95994"/>
                      <a:gd name="connsiteX15" fmla="*/ -1926 w 63996"/>
                      <a:gd name="connsiteY15" fmla="*/ 45935 h 95994"/>
                      <a:gd name="connsiteX16" fmla="*/ 6290 w 63996"/>
                      <a:gd name="connsiteY16" fmla="*/ 81648 h 95994"/>
                      <a:gd name="connsiteX17" fmla="*/ 3006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62" y="84047"/>
                        </a:moveTo>
                        <a:cubicBezTo>
                          <a:pt x="23620" y="84047"/>
                          <a:pt x="18771" y="80875"/>
                          <a:pt x="15517" y="74529"/>
                        </a:cubicBezTo>
                        <a:cubicBezTo>
                          <a:pt x="12276" y="68197"/>
                          <a:pt x="10655" y="58666"/>
                          <a:pt x="10655" y="45935"/>
                        </a:cubicBezTo>
                        <a:cubicBezTo>
                          <a:pt x="10655" y="33258"/>
                          <a:pt x="12276" y="23746"/>
                          <a:pt x="15517" y="17401"/>
                        </a:cubicBezTo>
                        <a:cubicBezTo>
                          <a:pt x="18771" y="11055"/>
                          <a:pt x="23620" y="7883"/>
                          <a:pt x="30062" y="7883"/>
                        </a:cubicBezTo>
                        <a:cubicBezTo>
                          <a:pt x="36558" y="7883"/>
                          <a:pt x="41426" y="11055"/>
                          <a:pt x="44667" y="17401"/>
                        </a:cubicBezTo>
                        <a:cubicBezTo>
                          <a:pt x="47922" y="23746"/>
                          <a:pt x="49549" y="33258"/>
                          <a:pt x="49549" y="45935"/>
                        </a:cubicBezTo>
                        <a:cubicBezTo>
                          <a:pt x="49549" y="58666"/>
                          <a:pt x="47922" y="68197"/>
                          <a:pt x="44667" y="74529"/>
                        </a:cubicBezTo>
                        <a:cubicBezTo>
                          <a:pt x="41426" y="80875"/>
                          <a:pt x="36558" y="84047"/>
                          <a:pt x="30062" y="84047"/>
                        </a:cubicBezTo>
                        <a:close/>
                        <a:moveTo>
                          <a:pt x="30062" y="93962"/>
                        </a:moveTo>
                        <a:cubicBezTo>
                          <a:pt x="40447" y="93962"/>
                          <a:pt x="48378" y="89857"/>
                          <a:pt x="53855" y="81648"/>
                        </a:cubicBezTo>
                        <a:cubicBezTo>
                          <a:pt x="59332" y="73452"/>
                          <a:pt x="62070" y="61548"/>
                          <a:pt x="62070" y="45935"/>
                        </a:cubicBezTo>
                        <a:cubicBezTo>
                          <a:pt x="62070" y="30363"/>
                          <a:pt x="59332" y="18471"/>
                          <a:pt x="53855" y="10262"/>
                        </a:cubicBezTo>
                        <a:cubicBezTo>
                          <a:pt x="48378" y="2066"/>
                          <a:pt x="40447" y="-2032"/>
                          <a:pt x="30062" y="-2032"/>
                        </a:cubicBezTo>
                        <a:cubicBezTo>
                          <a:pt x="19691" y="-2032"/>
                          <a:pt x="11767" y="2066"/>
                          <a:pt x="6290" y="10262"/>
                        </a:cubicBezTo>
                        <a:cubicBezTo>
                          <a:pt x="813" y="18471"/>
                          <a:pt x="-1926" y="30363"/>
                          <a:pt x="-1926" y="45935"/>
                        </a:cubicBezTo>
                        <a:cubicBezTo>
                          <a:pt x="-1926" y="61548"/>
                          <a:pt x="813" y="73452"/>
                          <a:pt x="6290" y="81648"/>
                        </a:cubicBezTo>
                        <a:cubicBezTo>
                          <a:pt x="11767" y="89857"/>
                          <a:pt x="19691" y="93962"/>
                          <a:pt x="3006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21" name="Graphic 299">
                <a:extLst>
                  <a:ext uri="{FF2B5EF4-FFF2-40B4-BE49-F238E27FC236}">
                    <a16:creationId xmlns:a16="http://schemas.microsoft.com/office/drawing/2014/main" id="{277910BE-56FF-6C9E-F0CD-31E39BBF30BC}"/>
                  </a:ext>
                </a:extLst>
              </p:cNvPr>
              <p:cNvGrpSpPr/>
              <p:nvPr/>
            </p:nvGrpSpPr>
            <p:grpSpPr>
              <a:xfrm>
                <a:off x="4920936" y="4868227"/>
                <a:ext cx="224169" cy="187070"/>
                <a:chOff x="4920936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177B2962-500B-DA0D-BABE-7E2E3021B6F9}"/>
                    </a:ext>
                  </a:extLst>
                </p:cNvPr>
                <p:cNvSpPr/>
                <p:nvPr/>
              </p:nvSpPr>
              <p:spPr>
                <a:xfrm>
                  <a:off x="5032339" y="4868227"/>
                  <a:ext cx="12700" cy="44417"/>
                </a:xfrm>
                <a:custGeom>
                  <a:avLst/>
                  <a:gdLst>
                    <a:gd name="connsiteX0" fmla="*/ 147 w 12700"/>
                    <a:gd name="connsiteY0" fmla="*/ 286 h 44417"/>
                    <a:gd name="connsiteX1" fmla="*/ 14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47" y="286"/>
                      </a:moveTo>
                      <a:lnTo>
                        <a:pt x="14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23" name="Graphic 299">
                  <a:extLst>
                    <a:ext uri="{FF2B5EF4-FFF2-40B4-BE49-F238E27FC236}">
                      <a16:creationId xmlns:a16="http://schemas.microsoft.com/office/drawing/2014/main" id="{DA2C89FF-FAB5-FE40-8D65-FFC05631405D}"/>
                    </a:ext>
                  </a:extLst>
                </p:cNvPr>
                <p:cNvGrpSpPr/>
                <p:nvPr/>
              </p:nvGrpSpPr>
              <p:grpSpPr>
                <a:xfrm>
                  <a:off x="4920936" y="4959304"/>
                  <a:ext cx="224169" cy="95994"/>
                  <a:chOff x="4920936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24" name="Freeform: Shape 323">
                    <a:extLst>
                      <a:ext uri="{FF2B5EF4-FFF2-40B4-BE49-F238E27FC236}">
                        <a16:creationId xmlns:a16="http://schemas.microsoft.com/office/drawing/2014/main" id="{993F4288-1CC0-E327-CA87-BAEB9D188B48}"/>
                      </a:ext>
                    </a:extLst>
                  </p:cNvPr>
                  <p:cNvSpPr/>
                  <p:nvPr/>
                </p:nvSpPr>
                <p:spPr>
                  <a:xfrm flipV="1">
                    <a:off x="4920936" y="4960969"/>
                    <a:ext cx="59908" cy="94328"/>
                  </a:xfrm>
                  <a:custGeom>
                    <a:avLst/>
                    <a:gdLst>
                      <a:gd name="connsiteX0" fmla="*/ 2047 w 59908"/>
                      <a:gd name="connsiteY0" fmla="*/ 92338 h 94328"/>
                      <a:gd name="connsiteX1" fmla="*/ 51219 w 59908"/>
                      <a:gd name="connsiteY1" fmla="*/ 92338 h 94328"/>
                      <a:gd name="connsiteX2" fmla="*/ 51219 w 59908"/>
                      <a:gd name="connsiteY2" fmla="*/ 81789 h 94328"/>
                      <a:gd name="connsiteX3" fmla="*/ 13516 w 59908"/>
                      <a:gd name="connsiteY3" fmla="*/ 81789 h 94328"/>
                      <a:gd name="connsiteX4" fmla="*/ 13516 w 59908"/>
                      <a:gd name="connsiteY4" fmla="*/ 59124 h 94328"/>
                      <a:gd name="connsiteX5" fmla="*/ 18953 w 59908"/>
                      <a:gd name="connsiteY5" fmla="*/ 60512 h 94328"/>
                      <a:gd name="connsiteX6" fmla="*/ 24430 w 59908"/>
                      <a:gd name="connsiteY6" fmla="*/ 60968 h 94328"/>
                      <a:gd name="connsiteX7" fmla="*/ 48977 w 59908"/>
                      <a:gd name="connsiteY7" fmla="*/ 52481 h 94328"/>
                      <a:gd name="connsiteX8" fmla="*/ 58046 w 59908"/>
                      <a:gd name="connsiteY8" fmla="*/ 29499 h 94328"/>
                      <a:gd name="connsiteX9" fmla="*/ 48739 w 59908"/>
                      <a:gd name="connsiteY9" fmla="*/ 6279 h 94328"/>
                      <a:gd name="connsiteX10" fmla="*/ 22505 w 59908"/>
                      <a:gd name="connsiteY10" fmla="*/ -1990 h 94328"/>
                      <a:gd name="connsiteX11" fmla="*/ 10619 w 59908"/>
                      <a:gd name="connsiteY11" fmla="*/ -999 h 94328"/>
                      <a:gd name="connsiteX12" fmla="*/ -1863 w 59908"/>
                      <a:gd name="connsiteY12" fmla="*/ 1976 h 94328"/>
                      <a:gd name="connsiteX13" fmla="*/ -1863 w 59908"/>
                      <a:gd name="connsiteY13" fmla="*/ 14567 h 94328"/>
                      <a:gd name="connsiteX14" fmla="*/ 9667 w 59908"/>
                      <a:gd name="connsiteY14" fmla="*/ 10046 h 94328"/>
                      <a:gd name="connsiteX15" fmla="*/ 22247 w 59908"/>
                      <a:gd name="connsiteY15" fmla="*/ 8559 h 94328"/>
                      <a:gd name="connsiteX16" fmla="*/ 39234 w 59908"/>
                      <a:gd name="connsiteY16" fmla="*/ 14191 h 94328"/>
                      <a:gd name="connsiteX17" fmla="*/ 45504 w 59908"/>
                      <a:gd name="connsiteY17" fmla="*/ 29499 h 94328"/>
                      <a:gd name="connsiteX18" fmla="*/ 39234 w 59908"/>
                      <a:gd name="connsiteY18" fmla="*/ 44788 h 94328"/>
                      <a:gd name="connsiteX19" fmla="*/ 22247 w 59908"/>
                      <a:gd name="connsiteY19" fmla="*/ 50439 h 94328"/>
                      <a:gd name="connsiteX20" fmla="*/ 12226 w 59908"/>
                      <a:gd name="connsiteY20" fmla="*/ 49328 h 94328"/>
                      <a:gd name="connsiteX21" fmla="*/ 2047 w 59908"/>
                      <a:gd name="connsiteY21" fmla="*/ 45858 h 94328"/>
                      <a:gd name="connsiteX22" fmla="*/ 204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47" y="92338"/>
                        </a:moveTo>
                        <a:lnTo>
                          <a:pt x="51219" y="92338"/>
                        </a:lnTo>
                        <a:lnTo>
                          <a:pt x="51219" y="81789"/>
                        </a:lnTo>
                        <a:lnTo>
                          <a:pt x="13516" y="81789"/>
                        </a:lnTo>
                        <a:lnTo>
                          <a:pt x="13516" y="59124"/>
                        </a:lnTo>
                        <a:cubicBezTo>
                          <a:pt x="15329" y="59746"/>
                          <a:pt x="17141" y="60208"/>
                          <a:pt x="18953" y="60512"/>
                        </a:cubicBezTo>
                        <a:cubicBezTo>
                          <a:pt x="20779" y="60816"/>
                          <a:pt x="22605" y="60968"/>
                          <a:pt x="24430" y="60968"/>
                        </a:cubicBezTo>
                        <a:cubicBezTo>
                          <a:pt x="34762" y="60968"/>
                          <a:pt x="42945" y="58139"/>
                          <a:pt x="48977" y="52481"/>
                        </a:cubicBezTo>
                        <a:cubicBezTo>
                          <a:pt x="55023" y="46823"/>
                          <a:pt x="58046" y="39163"/>
                          <a:pt x="58046" y="29499"/>
                        </a:cubicBezTo>
                        <a:cubicBezTo>
                          <a:pt x="58046" y="19545"/>
                          <a:pt x="54943" y="11805"/>
                          <a:pt x="48739" y="6279"/>
                        </a:cubicBezTo>
                        <a:cubicBezTo>
                          <a:pt x="42534" y="766"/>
                          <a:pt x="33790" y="-1990"/>
                          <a:pt x="22505" y="-1990"/>
                        </a:cubicBezTo>
                        <a:cubicBezTo>
                          <a:pt x="18616" y="-1990"/>
                          <a:pt x="14654" y="-1660"/>
                          <a:pt x="10619" y="-999"/>
                        </a:cubicBezTo>
                        <a:cubicBezTo>
                          <a:pt x="6597" y="-338"/>
                          <a:pt x="2437" y="654"/>
                          <a:pt x="-1863" y="1976"/>
                        </a:cubicBezTo>
                        <a:lnTo>
                          <a:pt x="-1863" y="14567"/>
                        </a:lnTo>
                        <a:cubicBezTo>
                          <a:pt x="1855" y="12545"/>
                          <a:pt x="5698" y="11038"/>
                          <a:pt x="9667" y="10046"/>
                        </a:cubicBezTo>
                        <a:cubicBezTo>
                          <a:pt x="13635" y="9055"/>
                          <a:pt x="17829" y="8559"/>
                          <a:pt x="22247" y="8559"/>
                        </a:cubicBezTo>
                        <a:cubicBezTo>
                          <a:pt x="29404" y="8559"/>
                          <a:pt x="35067" y="10436"/>
                          <a:pt x="39234" y="14191"/>
                        </a:cubicBezTo>
                        <a:cubicBezTo>
                          <a:pt x="43414" y="17945"/>
                          <a:pt x="45504" y="23048"/>
                          <a:pt x="45504" y="29499"/>
                        </a:cubicBezTo>
                        <a:cubicBezTo>
                          <a:pt x="45504" y="35937"/>
                          <a:pt x="43414" y="41033"/>
                          <a:pt x="39234" y="44788"/>
                        </a:cubicBezTo>
                        <a:cubicBezTo>
                          <a:pt x="35067" y="48555"/>
                          <a:pt x="29404" y="50439"/>
                          <a:pt x="22247" y="50439"/>
                        </a:cubicBezTo>
                        <a:cubicBezTo>
                          <a:pt x="18901" y="50439"/>
                          <a:pt x="15560" y="50069"/>
                          <a:pt x="12226" y="49328"/>
                        </a:cubicBezTo>
                        <a:cubicBezTo>
                          <a:pt x="8906" y="48588"/>
                          <a:pt x="5513" y="47431"/>
                          <a:pt x="2047" y="45858"/>
                        </a:cubicBezTo>
                        <a:lnTo>
                          <a:pt x="204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25" name="Freeform: Shape 324">
                    <a:extLst>
                      <a:ext uri="{FF2B5EF4-FFF2-40B4-BE49-F238E27FC236}">
                        <a16:creationId xmlns:a16="http://schemas.microsoft.com/office/drawing/2014/main" id="{80B096F0-2C45-C57E-E314-6F92A6280AE3}"/>
                      </a:ext>
                    </a:extLst>
                  </p:cNvPr>
                  <p:cNvSpPr/>
                  <p:nvPr/>
                </p:nvSpPr>
                <p:spPr>
                  <a:xfrm flipV="1">
                    <a:off x="5001241" y="4959304"/>
                    <a:ext cx="58777" cy="94189"/>
                  </a:xfrm>
                  <a:custGeom>
                    <a:avLst/>
                    <a:gdLst>
                      <a:gd name="connsiteX0" fmla="*/ 13259 w 58777"/>
                      <a:gd name="connsiteY0" fmla="*/ 8452 h 94189"/>
                      <a:gd name="connsiteX1" fmla="*/ 56974 w 58777"/>
                      <a:gd name="connsiteY1" fmla="*/ 8452 h 94189"/>
                      <a:gd name="connsiteX2" fmla="*/ 56974 w 58777"/>
                      <a:gd name="connsiteY2" fmla="*/ -2078 h 94189"/>
                      <a:gd name="connsiteX3" fmla="*/ -1803 w 58777"/>
                      <a:gd name="connsiteY3" fmla="*/ -2078 h 94189"/>
                      <a:gd name="connsiteX4" fmla="*/ -1803 w 58777"/>
                      <a:gd name="connsiteY4" fmla="*/ 8452 h 94189"/>
                      <a:gd name="connsiteX5" fmla="*/ 17624 w 58777"/>
                      <a:gd name="connsiteY5" fmla="*/ 28241 h 94189"/>
                      <a:gd name="connsiteX6" fmla="*/ 33102 w 58777"/>
                      <a:gd name="connsiteY6" fmla="*/ 44283 h 94189"/>
                      <a:gd name="connsiteX7" fmla="*/ 41496 w 58777"/>
                      <a:gd name="connsiteY7" fmla="*/ 55705 h 94189"/>
                      <a:gd name="connsiteX8" fmla="*/ 43897 w 58777"/>
                      <a:gd name="connsiteY8" fmla="*/ 64906 h 94189"/>
                      <a:gd name="connsiteX9" fmla="*/ 38718 w 58777"/>
                      <a:gd name="connsiteY9" fmla="*/ 76923 h 94189"/>
                      <a:gd name="connsiteX10" fmla="*/ 25224 w 58777"/>
                      <a:gd name="connsiteY10" fmla="*/ 81583 h 94189"/>
                      <a:gd name="connsiteX11" fmla="*/ 12782 w 58777"/>
                      <a:gd name="connsiteY11" fmla="*/ 79540 h 94189"/>
                      <a:gd name="connsiteX12" fmla="*/ -1188 w 58777"/>
                      <a:gd name="connsiteY12" fmla="*/ 73334 h 94189"/>
                      <a:gd name="connsiteX13" fmla="*/ -1188 w 58777"/>
                      <a:gd name="connsiteY13" fmla="*/ 85985 h 94189"/>
                      <a:gd name="connsiteX14" fmla="*/ 12941 w 58777"/>
                      <a:gd name="connsiteY14" fmla="*/ 90565 h 94189"/>
                      <a:gd name="connsiteX15" fmla="*/ 24986 w 58777"/>
                      <a:gd name="connsiteY15" fmla="*/ 92112 h 94189"/>
                      <a:gd name="connsiteX16" fmla="*/ 47926 w 58777"/>
                      <a:gd name="connsiteY16" fmla="*/ 84914 h 94189"/>
                      <a:gd name="connsiteX17" fmla="*/ 56478 w 58777"/>
                      <a:gd name="connsiteY17" fmla="*/ 65719 h 94189"/>
                      <a:gd name="connsiteX18" fmla="*/ 54335 w 58777"/>
                      <a:gd name="connsiteY18" fmla="*/ 54892 h 94189"/>
                      <a:gd name="connsiteX19" fmla="*/ 46556 w 58777"/>
                      <a:gd name="connsiteY19" fmla="*/ 42856 h 94189"/>
                      <a:gd name="connsiteX20" fmla="*/ 36694 w 58777"/>
                      <a:gd name="connsiteY20" fmla="*/ 32465 h 94189"/>
                      <a:gd name="connsiteX21" fmla="*/ 13259 w 58777"/>
                      <a:gd name="connsiteY21" fmla="*/ 8452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259" y="8452"/>
                        </a:moveTo>
                        <a:lnTo>
                          <a:pt x="56974" y="8452"/>
                        </a:lnTo>
                        <a:lnTo>
                          <a:pt x="56974" y="-2078"/>
                        </a:lnTo>
                        <a:lnTo>
                          <a:pt x="-1803" y="-2078"/>
                        </a:lnTo>
                        <a:lnTo>
                          <a:pt x="-1803" y="8452"/>
                        </a:lnTo>
                        <a:cubicBezTo>
                          <a:pt x="2946" y="13369"/>
                          <a:pt x="9422" y="19966"/>
                          <a:pt x="17624" y="28241"/>
                        </a:cubicBezTo>
                        <a:cubicBezTo>
                          <a:pt x="25839" y="36530"/>
                          <a:pt x="30999" y="41877"/>
                          <a:pt x="33102" y="44283"/>
                        </a:cubicBezTo>
                        <a:cubicBezTo>
                          <a:pt x="37111" y="48778"/>
                          <a:pt x="39909" y="52585"/>
                          <a:pt x="41496" y="55705"/>
                        </a:cubicBezTo>
                        <a:cubicBezTo>
                          <a:pt x="43097" y="58825"/>
                          <a:pt x="43897" y="61892"/>
                          <a:pt x="43897" y="64906"/>
                        </a:cubicBezTo>
                        <a:cubicBezTo>
                          <a:pt x="43897" y="69824"/>
                          <a:pt x="42171" y="73829"/>
                          <a:pt x="38718" y="76923"/>
                        </a:cubicBezTo>
                        <a:cubicBezTo>
                          <a:pt x="35265" y="80029"/>
                          <a:pt x="30767" y="81583"/>
                          <a:pt x="25224" y="81583"/>
                        </a:cubicBezTo>
                        <a:cubicBezTo>
                          <a:pt x="21295" y="81583"/>
                          <a:pt x="17148" y="80902"/>
                          <a:pt x="12782" y="79540"/>
                        </a:cubicBezTo>
                        <a:cubicBezTo>
                          <a:pt x="8430" y="78179"/>
                          <a:pt x="3773" y="76110"/>
                          <a:pt x="-1188" y="73334"/>
                        </a:cubicBezTo>
                        <a:lnTo>
                          <a:pt x="-1188" y="85985"/>
                        </a:lnTo>
                        <a:cubicBezTo>
                          <a:pt x="3853" y="88007"/>
                          <a:pt x="8562" y="89534"/>
                          <a:pt x="12941" y="90565"/>
                        </a:cubicBezTo>
                        <a:cubicBezTo>
                          <a:pt x="17333" y="91596"/>
                          <a:pt x="21348" y="92112"/>
                          <a:pt x="24986" y="92112"/>
                        </a:cubicBezTo>
                        <a:cubicBezTo>
                          <a:pt x="34577" y="92112"/>
                          <a:pt x="42224" y="89713"/>
                          <a:pt x="47926" y="84914"/>
                        </a:cubicBezTo>
                        <a:cubicBezTo>
                          <a:pt x="53627" y="80128"/>
                          <a:pt x="56478" y="73730"/>
                          <a:pt x="56478" y="65719"/>
                        </a:cubicBezTo>
                        <a:cubicBezTo>
                          <a:pt x="56478" y="61912"/>
                          <a:pt x="55764" y="58303"/>
                          <a:pt x="54335" y="54892"/>
                        </a:cubicBezTo>
                        <a:cubicBezTo>
                          <a:pt x="52920" y="51495"/>
                          <a:pt x="50327" y="47483"/>
                          <a:pt x="46556" y="42856"/>
                        </a:cubicBezTo>
                        <a:cubicBezTo>
                          <a:pt x="45524" y="41653"/>
                          <a:pt x="42237" y="38189"/>
                          <a:pt x="36694" y="32465"/>
                        </a:cubicBezTo>
                        <a:cubicBezTo>
                          <a:pt x="31164" y="26741"/>
                          <a:pt x="23352" y="18737"/>
                          <a:pt x="13259" y="845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26" name="Freeform: Shape 325">
                    <a:extLst>
                      <a:ext uri="{FF2B5EF4-FFF2-40B4-BE49-F238E27FC236}">
                        <a16:creationId xmlns:a16="http://schemas.microsoft.com/office/drawing/2014/main" id="{031C7C38-302A-A376-3099-7DEAD39C2439}"/>
                      </a:ext>
                    </a:extLst>
                  </p:cNvPr>
                  <p:cNvSpPr/>
                  <p:nvPr/>
                </p:nvSpPr>
                <p:spPr>
                  <a:xfrm flipV="1">
                    <a:off x="5081110" y="4959304"/>
                    <a:ext cx="63996" cy="95994"/>
                  </a:xfrm>
                  <a:custGeom>
                    <a:avLst/>
                    <a:gdLst>
                      <a:gd name="connsiteX0" fmla="*/ 30107 w 63996"/>
                      <a:gd name="connsiteY0" fmla="*/ 84047 h 95994"/>
                      <a:gd name="connsiteX1" fmla="*/ 15562 w 63996"/>
                      <a:gd name="connsiteY1" fmla="*/ 74529 h 95994"/>
                      <a:gd name="connsiteX2" fmla="*/ 10700 w 63996"/>
                      <a:gd name="connsiteY2" fmla="*/ 45935 h 95994"/>
                      <a:gd name="connsiteX3" fmla="*/ 15562 w 63996"/>
                      <a:gd name="connsiteY3" fmla="*/ 17401 h 95994"/>
                      <a:gd name="connsiteX4" fmla="*/ 30107 w 63996"/>
                      <a:gd name="connsiteY4" fmla="*/ 7883 h 95994"/>
                      <a:gd name="connsiteX5" fmla="*/ 44712 w 63996"/>
                      <a:gd name="connsiteY5" fmla="*/ 17401 h 95994"/>
                      <a:gd name="connsiteX6" fmla="*/ 49594 w 63996"/>
                      <a:gd name="connsiteY6" fmla="*/ 45935 h 95994"/>
                      <a:gd name="connsiteX7" fmla="*/ 44712 w 63996"/>
                      <a:gd name="connsiteY7" fmla="*/ 74529 h 95994"/>
                      <a:gd name="connsiteX8" fmla="*/ 30107 w 63996"/>
                      <a:gd name="connsiteY8" fmla="*/ 84047 h 95994"/>
                      <a:gd name="connsiteX9" fmla="*/ 30107 w 63996"/>
                      <a:gd name="connsiteY9" fmla="*/ 93962 h 95994"/>
                      <a:gd name="connsiteX10" fmla="*/ 53900 w 63996"/>
                      <a:gd name="connsiteY10" fmla="*/ 81648 h 95994"/>
                      <a:gd name="connsiteX11" fmla="*/ 62115 w 63996"/>
                      <a:gd name="connsiteY11" fmla="*/ 45935 h 95994"/>
                      <a:gd name="connsiteX12" fmla="*/ 53900 w 63996"/>
                      <a:gd name="connsiteY12" fmla="*/ 10262 h 95994"/>
                      <a:gd name="connsiteX13" fmla="*/ 30107 w 63996"/>
                      <a:gd name="connsiteY13" fmla="*/ -2032 h 95994"/>
                      <a:gd name="connsiteX14" fmla="*/ 6334 w 63996"/>
                      <a:gd name="connsiteY14" fmla="*/ 10262 h 95994"/>
                      <a:gd name="connsiteX15" fmla="*/ -1881 w 63996"/>
                      <a:gd name="connsiteY15" fmla="*/ 45935 h 95994"/>
                      <a:gd name="connsiteX16" fmla="*/ 6334 w 63996"/>
                      <a:gd name="connsiteY16" fmla="*/ 81648 h 95994"/>
                      <a:gd name="connsiteX17" fmla="*/ 3010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07" y="84047"/>
                        </a:moveTo>
                        <a:cubicBezTo>
                          <a:pt x="23665" y="84047"/>
                          <a:pt x="18816" y="80875"/>
                          <a:pt x="15562" y="74529"/>
                        </a:cubicBezTo>
                        <a:cubicBezTo>
                          <a:pt x="12321" y="68197"/>
                          <a:pt x="10700" y="58666"/>
                          <a:pt x="10700" y="45935"/>
                        </a:cubicBezTo>
                        <a:cubicBezTo>
                          <a:pt x="10700" y="33258"/>
                          <a:pt x="12321" y="23746"/>
                          <a:pt x="15562" y="17401"/>
                        </a:cubicBezTo>
                        <a:cubicBezTo>
                          <a:pt x="18816" y="11055"/>
                          <a:pt x="23665" y="7883"/>
                          <a:pt x="30107" y="7883"/>
                        </a:cubicBezTo>
                        <a:cubicBezTo>
                          <a:pt x="36603" y="7883"/>
                          <a:pt x="41471" y="11055"/>
                          <a:pt x="44712" y="17401"/>
                        </a:cubicBezTo>
                        <a:cubicBezTo>
                          <a:pt x="47967" y="23746"/>
                          <a:pt x="49594" y="33258"/>
                          <a:pt x="49594" y="45935"/>
                        </a:cubicBezTo>
                        <a:cubicBezTo>
                          <a:pt x="49594" y="58666"/>
                          <a:pt x="47967" y="68197"/>
                          <a:pt x="44712" y="74529"/>
                        </a:cubicBezTo>
                        <a:cubicBezTo>
                          <a:pt x="41471" y="80875"/>
                          <a:pt x="36603" y="84047"/>
                          <a:pt x="30107" y="84047"/>
                        </a:cubicBezTo>
                        <a:close/>
                        <a:moveTo>
                          <a:pt x="30107" y="93962"/>
                        </a:moveTo>
                        <a:cubicBezTo>
                          <a:pt x="40492" y="93962"/>
                          <a:pt x="48423" y="89857"/>
                          <a:pt x="53900" y="81648"/>
                        </a:cubicBezTo>
                        <a:cubicBezTo>
                          <a:pt x="59377" y="73452"/>
                          <a:pt x="62115" y="61548"/>
                          <a:pt x="62115" y="45935"/>
                        </a:cubicBezTo>
                        <a:cubicBezTo>
                          <a:pt x="62115" y="30363"/>
                          <a:pt x="59377" y="18471"/>
                          <a:pt x="53900" y="10262"/>
                        </a:cubicBezTo>
                        <a:cubicBezTo>
                          <a:pt x="48423" y="2066"/>
                          <a:pt x="40492" y="-2032"/>
                          <a:pt x="30107" y="-2032"/>
                        </a:cubicBezTo>
                        <a:cubicBezTo>
                          <a:pt x="19736" y="-2032"/>
                          <a:pt x="11811" y="2066"/>
                          <a:pt x="6334" y="10262"/>
                        </a:cubicBezTo>
                        <a:cubicBezTo>
                          <a:pt x="858" y="18471"/>
                          <a:pt x="-1881" y="30363"/>
                          <a:pt x="-1881" y="45935"/>
                        </a:cubicBezTo>
                        <a:cubicBezTo>
                          <a:pt x="-1881" y="61548"/>
                          <a:pt x="858" y="73452"/>
                          <a:pt x="6334" y="81648"/>
                        </a:cubicBezTo>
                        <a:cubicBezTo>
                          <a:pt x="11811" y="89857"/>
                          <a:pt x="19736" y="93962"/>
                          <a:pt x="3010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27" name="Graphic 299">
                <a:extLst>
                  <a:ext uri="{FF2B5EF4-FFF2-40B4-BE49-F238E27FC236}">
                    <a16:creationId xmlns:a16="http://schemas.microsoft.com/office/drawing/2014/main" id="{E8D040C9-3529-15B4-7C98-F06531CE074D}"/>
                  </a:ext>
                </a:extLst>
              </p:cNvPr>
              <p:cNvGrpSpPr/>
              <p:nvPr/>
            </p:nvGrpSpPr>
            <p:grpSpPr>
              <a:xfrm>
                <a:off x="5489281" y="4868227"/>
                <a:ext cx="224169" cy="187070"/>
                <a:chOff x="548928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66DB5E0F-3950-3133-EA1A-343475EFA7C9}"/>
                    </a:ext>
                  </a:extLst>
                </p:cNvPr>
                <p:cNvSpPr/>
                <p:nvPr/>
              </p:nvSpPr>
              <p:spPr>
                <a:xfrm>
                  <a:off x="5600684" y="4868227"/>
                  <a:ext cx="12700" cy="44417"/>
                </a:xfrm>
                <a:custGeom>
                  <a:avLst/>
                  <a:gdLst>
                    <a:gd name="connsiteX0" fmla="*/ 192 w 12700"/>
                    <a:gd name="connsiteY0" fmla="*/ 286 h 44417"/>
                    <a:gd name="connsiteX1" fmla="*/ 19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92" y="286"/>
                      </a:moveTo>
                      <a:lnTo>
                        <a:pt x="19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29" name="Graphic 299">
                  <a:extLst>
                    <a:ext uri="{FF2B5EF4-FFF2-40B4-BE49-F238E27FC236}">
                      <a16:creationId xmlns:a16="http://schemas.microsoft.com/office/drawing/2014/main" id="{0451470B-A44B-A595-D818-7099917520E9}"/>
                    </a:ext>
                  </a:extLst>
                </p:cNvPr>
                <p:cNvGrpSpPr/>
                <p:nvPr/>
              </p:nvGrpSpPr>
              <p:grpSpPr>
                <a:xfrm>
                  <a:off x="5489281" y="4959304"/>
                  <a:ext cx="224169" cy="95994"/>
                  <a:chOff x="548928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30" name="Freeform: Shape 329">
                    <a:extLst>
                      <a:ext uri="{FF2B5EF4-FFF2-40B4-BE49-F238E27FC236}">
                        <a16:creationId xmlns:a16="http://schemas.microsoft.com/office/drawing/2014/main" id="{DB4C3D88-5E1E-DBF4-BDFB-EA6B5DFF9AE1}"/>
                      </a:ext>
                    </a:extLst>
                  </p:cNvPr>
                  <p:cNvSpPr/>
                  <p:nvPr/>
                </p:nvSpPr>
                <p:spPr>
                  <a:xfrm flipV="1">
                    <a:off x="5489281" y="4960969"/>
                    <a:ext cx="59908" cy="94328"/>
                  </a:xfrm>
                  <a:custGeom>
                    <a:avLst/>
                    <a:gdLst>
                      <a:gd name="connsiteX0" fmla="*/ 2091 w 59908"/>
                      <a:gd name="connsiteY0" fmla="*/ 92338 h 94328"/>
                      <a:gd name="connsiteX1" fmla="*/ 51264 w 59908"/>
                      <a:gd name="connsiteY1" fmla="*/ 92338 h 94328"/>
                      <a:gd name="connsiteX2" fmla="*/ 51264 w 59908"/>
                      <a:gd name="connsiteY2" fmla="*/ 81789 h 94328"/>
                      <a:gd name="connsiteX3" fmla="*/ 13561 w 59908"/>
                      <a:gd name="connsiteY3" fmla="*/ 81789 h 94328"/>
                      <a:gd name="connsiteX4" fmla="*/ 13561 w 59908"/>
                      <a:gd name="connsiteY4" fmla="*/ 59124 h 94328"/>
                      <a:gd name="connsiteX5" fmla="*/ 18998 w 59908"/>
                      <a:gd name="connsiteY5" fmla="*/ 60512 h 94328"/>
                      <a:gd name="connsiteX6" fmla="*/ 24475 w 59908"/>
                      <a:gd name="connsiteY6" fmla="*/ 60968 h 94328"/>
                      <a:gd name="connsiteX7" fmla="*/ 49022 w 59908"/>
                      <a:gd name="connsiteY7" fmla="*/ 52481 h 94328"/>
                      <a:gd name="connsiteX8" fmla="*/ 58090 w 59908"/>
                      <a:gd name="connsiteY8" fmla="*/ 29499 h 94328"/>
                      <a:gd name="connsiteX9" fmla="*/ 48784 w 59908"/>
                      <a:gd name="connsiteY9" fmla="*/ 6279 h 94328"/>
                      <a:gd name="connsiteX10" fmla="*/ 22550 w 59908"/>
                      <a:gd name="connsiteY10" fmla="*/ -1990 h 94328"/>
                      <a:gd name="connsiteX11" fmla="*/ 10664 w 59908"/>
                      <a:gd name="connsiteY11" fmla="*/ -999 h 94328"/>
                      <a:gd name="connsiteX12" fmla="*/ -1818 w 59908"/>
                      <a:gd name="connsiteY12" fmla="*/ 1976 h 94328"/>
                      <a:gd name="connsiteX13" fmla="*/ -1818 w 59908"/>
                      <a:gd name="connsiteY13" fmla="*/ 14567 h 94328"/>
                      <a:gd name="connsiteX14" fmla="*/ 9711 w 59908"/>
                      <a:gd name="connsiteY14" fmla="*/ 10046 h 94328"/>
                      <a:gd name="connsiteX15" fmla="*/ 22292 w 59908"/>
                      <a:gd name="connsiteY15" fmla="*/ 8559 h 94328"/>
                      <a:gd name="connsiteX16" fmla="*/ 39278 w 59908"/>
                      <a:gd name="connsiteY16" fmla="*/ 14191 h 94328"/>
                      <a:gd name="connsiteX17" fmla="*/ 45549 w 59908"/>
                      <a:gd name="connsiteY17" fmla="*/ 29499 h 94328"/>
                      <a:gd name="connsiteX18" fmla="*/ 39278 w 59908"/>
                      <a:gd name="connsiteY18" fmla="*/ 44788 h 94328"/>
                      <a:gd name="connsiteX19" fmla="*/ 22292 w 59908"/>
                      <a:gd name="connsiteY19" fmla="*/ 50439 h 94328"/>
                      <a:gd name="connsiteX20" fmla="*/ 12271 w 59908"/>
                      <a:gd name="connsiteY20" fmla="*/ 49328 h 94328"/>
                      <a:gd name="connsiteX21" fmla="*/ 2091 w 59908"/>
                      <a:gd name="connsiteY21" fmla="*/ 45858 h 94328"/>
                      <a:gd name="connsiteX22" fmla="*/ 209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91" y="92338"/>
                        </a:moveTo>
                        <a:lnTo>
                          <a:pt x="51264" y="92338"/>
                        </a:lnTo>
                        <a:lnTo>
                          <a:pt x="51264" y="81789"/>
                        </a:lnTo>
                        <a:lnTo>
                          <a:pt x="13561" y="81789"/>
                        </a:lnTo>
                        <a:lnTo>
                          <a:pt x="13561" y="59124"/>
                        </a:lnTo>
                        <a:cubicBezTo>
                          <a:pt x="15373" y="59746"/>
                          <a:pt x="17186" y="60208"/>
                          <a:pt x="18998" y="60512"/>
                        </a:cubicBezTo>
                        <a:cubicBezTo>
                          <a:pt x="20824" y="60816"/>
                          <a:pt x="22649" y="60968"/>
                          <a:pt x="24475" y="60968"/>
                        </a:cubicBezTo>
                        <a:cubicBezTo>
                          <a:pt x="34807" y="60968"/>
                          <a:pt x="42989" y="58139"/>
                          <a:pt x="49022" y="52481"/>
                        </a:cubicBezTo>
                        <a:cubicBezTo>
                          <a:pt x="55068" y="46823"/>
                          <a:pt x="58090" y="39163"/>
                          <a:pt x="58090" y="29499"/>
                        </a:cubicBezTo>
                        <a:cubicBezTo>
                          <a:pt x="58090" y="19545"/>
                          <a:pt x="54988" y="11805"/>
                          <a:pt x="48784" y="6279"/>
                        </a:cubicBezTo>
                        <a:cubicBezTo>
                          <a:pt x="42579" y="766"/>
                          <a:pt x="33835" y="-1990"/>
                          <a:pt x="22550" y="-1990"/>
                        </a:cubicBezTo>
                        <a:cubicBezTo>
                          <a:pt x="18661" y="-1990"/>
                          <a:pt x="14699" y="-1660"/>
                          <a:pt x="10664" y="-999"/>
                        </a:cubicBezTo>
                        <a:cubicBezTo>
                          <a:pt x="6642" y="-338"/>
                          <a:pt x="2482" y="654"/>
                          <a:pt x="-1818" y="1976"/>
                        </a:cubicBezTo>
                        <a:lnTo>
                          <a:pt x="-1818" y="14567"/>
                        </a:lnTo>
                        <a:cubicBezTo>
                          <a:pt x="1899" y="12545"/>
                          <a:pt x="5743" y="11038"/>
                          <a:pt x="9711" y="10046"/>
                        </a:cubicBezTo>
                        <a:cubicBezTo>
                          <a:pt x="13680" y="9055"/>
                          <a:pt x="17874" y="8559"/>
                          <a:pt x="22292" y="8559"/>
                        </a:cubicBezTo>
                        <a:cubicBezTo>
                          <a:pt x="29449" y="8559"/>
                          <a:pt x="35111" y="10436"/>
                          <a:pt x="39278" y="14191"/>
                        </a:cubicBezTo>
                        <a:cubicBezTo>
                          <a:pt x="43459" y="17945"/>
                          <a:pt x="45549" y="23048"/>
                          <a:pt x="45549" y="29499"/>
                        </a:cubicBezTo>
                        <a:cubicBezTo>
                          <a:pt x="45549" y="35937"/>
                          <a:pt x="43459" y="41033"/>
                          <a:pt x="39278" y="44788"/>
                        </a:cubicBezTo>
                        <a:cubicBezTo>
                          <a:pt x="35111" y="48555"/>
                          <a:pt x="29449" y="50439"/>
                          <a:pt x="22292" y="50439"/>
                        </a:cubicBezTo>
                        <a:cubicBezTo>
                          <a:pt x="18945" y="50439"/>
                          <a:pt x="15605" y="50069"/>
                          <a:pt x="12271" y="49328"/>
                        </a:cubicBezTo>
                        <a:cubicBezTo>
                          <a:pt x="8951" y="48588"/>
                          <a:pt x="5557" y="47431"/>
                          <a:pt x="2091" y="45858"/>
                        </a:cubicBezTo>
                        <a:lnTo>
                          <a:pt x="209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31" name="Freeform: Shape 330">
                    <a:extLst>
                      <a:ext uri="{FF2B5EF4-FFF2-40B4-BE49-F238E27FC236}">
                        <a16:creationId xmlns:a16="http://schemas.microsoft.com/office/drawing/2014/main" id="{36C13770-4E00-82F8-29C5-84736487447F}"/>
                      </a:ext>
                    </a:extLst>
                  </p:cNvPr>
                  <p:cNvSpPr/>
                  <p:nvPr/>
                </p:nvSpPr>
                <p:spPr>
                  <a:xfrm flipV="1">
                    <a:off x="5569964" y="4959304"/>
                    <a:ext cx="60940" cy="95994"/>
                  </a:xfrm>
                  <a:custGeom>
                    <a:avLst/>
                    <a:gdLst>
                      <a:gd name="connsiteX0" fmla="*/ 40019 w 60940"/>
                      <a:gd name="connsiteY0" fmla="*/ 49663 h 95994"/>
                      <a:gd name="connsiteX1" fmla="*/ 54048 w 60940"/>
                      <a:gd name="connsiteY1" fmla="*/ 41652 h 95994"/>
                      <a:gd name="connsiteX2" fmla="*/ 59109 w 60940"/>
                      <a:gd name="connsiteY2" fmla="*/ 26661 h 95994"/>
                      <a:gd name="connsiteX3" fmla="*/ 49683 w 60940"/>
                      <a:gd name="connsiteY3" fmla="*/ 5463 h 95994"/>
                      <a:gd name="connsiteX4" fmla="*/ 22894 w 60940"/>
                      <a:gd name="connsiteY4" fmla="*/ -2032 h 95994"/>
                      <a:gd name="connsiteX5" fmla="*/ 10908 w 60940"/>
                      <a:gd name="connsiteY5" fmla="*/ -882 h 95994"/>
                      <a:gd name="connsiteX6" fmla="*/ -1832 w 60940"/>
                      <a:gd name="connsiteY6" fmla="*/ 2568 h 95994"/>
                      <a:gd name="connsiteX7" fmla="*/ -1832 w 60940"/>
                      <a:gd name="connsiteY7" fmla="*/ 14644 h 95994"/>
                      <a:gd name="connsiteX8" fmla="*/ 9559 w 60940"/>
                      <a:gd name="connsiteY8" fmla="*/ 10064 h 95994"/>
                      <a:gd name="connsiteX9" fmla="*/ 22537 w 60940"/>
                      <a:gd name="connsiteY9" fmla="*/ 8517 h 95994"/>
                      <a:gd name="connsiteX10" fmla="*/ 40475 w 60940"/>
                      <a:gd name="connsiteY10" fmla="*/ 13157 h 95994"/>
                      <a:gd name="connsiteX11" fmla="*/ 46647 w 60940"/>
                      <a:gd name="connsiteY11" fmla="*/ 26661 h 95994"/>
                      <a:gd name="connsiteX12" fmla="*/ 40912 w 60940"/>
                      <a:gd name="connsiteY12" fmla="*/ 39451 h 95994"/>
                      <a:gd name="connsiteX13" fmla="*/ 24958 w 60940"/>
                      <a:gd name="connsiteY13" fmla="*/ 44071 h 95994"/>
                      <a:gd name="connsiteX14" fmla="*/ 14163 w 60940"/>
                      <a:gd name="connsiteY14" fmla="*/ 44071 h 95994"/>
                      <a:gd name="connsiteX15" fmla="*/ 14163 w 60940"/>
                      <a:gd name="connsiteY15" fmla="*/ 54363 h 95994"/>
                      <a:gd name="connsiteX16" fmla="*/ 25454 w 60940"/>
                      <a:gd name="connsiteY16" fmla="*/ 54363 h 95994"/>
                      <a:gd name="connsiteX17" fmla="*/ 39582 w 60940"/>
                      <a:gd name="connsiteY17" fmla="*/ 58051 h 95994"/>
                      <a:gd name="connsiteX18" fmla="*/ 44484 w 60940"/>
                      <a:gd name="connsiteY18" fmla="*/ 68680 h 95994"/>
                      <a:gd name="connsiteX19" fmla="*/ 39424 w 60940"/>
                      <a:gd name="connsiteY19" fmla="*/ 79606 h 95994"/>
                      <a:gd name="connsiteX20" fmla="*/ 24958 w 60940"/>
                      <a:gd name="connsiteY20" fmla="*/ 83433 h 95994"/>
                      <a:gd name="connsiteX21" fmla="*/ 13905 w 60940"/>
                      <a:gd name="connsiteY21" fmla="*/ 82302 h 95994"/>
                      <a:gd name="connsiteX22" fmla="*/ 947 w 60940"/>
                      <a:gd name="connsiteY22" fmla="*/ 78852 h 95994"/>
                      <a:gd name="connsiteX23" fmla="*/ 947 w 60940"/>
                      <a:gd name="connsiteY23" fmla="*/ 89996 h 95994"/>
                      <a:gd name="connsiteX24" fmla="*/ 14321 w 60940"/>
                      <a:gd name="connsiteY24" fmla="*/ 92971 h 95994"/>
                      <a:gd name="connsiteX25" fmla="*/ 26069 w 60940"/>
                      <a:gd name="connsiteY25" fmla="*/ 93962 h 95994"/>
                      <a:gd name="connsiteX26" fmla="*/ 48631 w 60940"/>
                      <a:gd name="connsiteY26" fmla="*/ 87478 h 95994"/>
                      <a:gd name="connsiteX27" fmla="*/ 56946 w 60940"/>
                      <a:gd name="connsiteY27" fmla="*/ 69988 h 95994"/>
                      <a:gd name="connsiteX28" fmla="*/ 52540 w 60940"/>
                      <a:gd name="connsiteY28" fmla="*/ 57000 h 95994"/>
                      <a:gd name="connsiteX29" fmla="*/ 40019 w 60940"/>
                      <a:gd name="connsiteY29" fmla="*/ 4966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940" h="95994">
                        <a:moveTo>
                          <a:pt x="40019" y="49663"/>
                        </a:moveTo>
                        <a:cubicBezTo>
                          <a:pt x="46012" y="48381"/>
                          <a:pt x="50688" y="45710"/>
                          <a:pt x="54048" y="41652"/>
                        </a:cubicBezTo>
                        <a:cubicBezTo>
                          <a:pt x="57422" y="37607"/>
                          <a:pt x="59109" y="32610"/>
                          <a:pt x="59109" y="26661"/>
                        </a:cubicBezTo>
                        <a:cubicBezTo>
                          <a:pt x="59109" y="17539"/>
                          <a:pt x="55967" y="10474"/>
                          <a:pt x="49683" y="5463"/>
                        </a:cubicBezTo>
                        <a:cubicBezTo>
                          <a:pt x="43399" y="466"/>
                          <a:pt x="34469" y="-2032"/>
                          <a:pt x="22894" y="-2032"/>
                        </a:cubicBezTo>
                        <a:cubicBezTo>
                          <a:pt x="19018" y="-2032"/>
                          <a:pt x="15022" y="-1649"/>
                          <a:pt x="10908" y="-882"/>
                        </a:cubicBezTo>
                        <a:cubicBezTo>
                          <a:pt x="6794" y="-115"/>
                          <a:pt x="2547" y="1035"/>
                          <a:pt x="-1832" y="2568"/>
                        </a:cubicBezTo>
                        <a:lnTo>
                          <a:pt x="-1832" y="14644"/>
                        </a:lnTo>
                        <a:cubicBezTo>
                          <a:pt x="1635" y="12622"/>
                          <a:pt x="5431" y="11095"/>
                          <a:pt x="9559" y="10064"/>
                        </a:cubicBezTo>
                        <a:cubicBezTo>
                          <a:pt x="13700" y="9033"/>
                          <a:pt x="18025" y="8517"/>
                          <a:pt x="22537" y="8517"/>
                        </a:cubicBezTo>
                        <a:cubicBezTo>
                          <a:pt x="30381" y="8517"/>
                          <a:pt x="36361" y="10064"/>
                          <a:pt x="40475" y="13157"/>
                        </a:cubicBezTo>
                        <a:cubicBezTo>
                          <a:pt x="44590" y="16251"/>
                          <a:pt x="46647" y="20752"/>
                          <a:pt x="46647" y="26661"/>
                        </a:cubicBezTo>
                        <a:cubicBezTo>
                          <a:pt x="46647" y="32121"/>
                          <a:pt x="44735" y="36384"/>
                          <a:pt x="40912" y="39451"/>
                        </a:cubicBezTo>
                        <a:cubicBezTo>
                          <a:pt x="37089" y="42531"/>
                          <a:pt x="31771" y="44071"/>
                          <a:pt x="24958" y="44071"/>
                        </a:cubicBezTo>
                        <a:lnTo>
                          <a:pt x="14163" y="44071"/>
                        </a:lnTo>
                        <a:lnTo>
                          <a:pt x="14163" y="54363"/>
                        </a:lnTo>
                        <a:lnTo>
                          <a:pt x="25454" y="54363"/>
                        </a:lnTo>
                        <a:cubicBezTo>
                          <a:pt x="31605" y="54363"/>
                          <a:pt x="36315" y="55592"/>
                          <a:pt x="39582" y="58051"/>
                        </a:cubicBezTo>
                        <a:cubicBezTo>
                          <a:pt x="42850" y="60510"/>
                          <a:pt x="44484" y="64053"/>
                          <a:pt x="44484" y="68680"/>
                        </a:cubicBezTo>
                        <a:cubicBezTo>
                          <a:pt x="44484" y="73425"/>
                          <a:pt x="42797" y="77067"/>
                          <a:pt x="39424" y="79606"/>
                        </a:cubicBezTo>
                        <a:cubicBezTo>
                          <a:pt x="36063" y="82157"/>
                          <a:pt x="31241" y="83433"/>
                          <a:pt x="24958" y="83433"/>
                        </a:cubicBezTo>
                        <a:cubicBezTo>
                          <a:pt x="21518" y="83433"/>
                          <a:pt x="17834" y="83056"/>
                          <a:pt x="13905" y="82302"/>
                        </a:cubicBezTo>
                        <a:cubicBezTo>
                          <a:pt x="9976" y="81562"/>
                          <a:pt x="5656" y="80412"/>
                          <a:pt x="947" y="78852"/>
                        </a:cubicBezTo>
                        <a:lnTo>
                          <a:pt x="947" y="89996"/>
                        </a:lnTo>
                        <a:cubicBezTo>
                          <a:pt x="5709" y="91318"/>
                          <a:pt x="10167" y="92310"/>
                          <a:pt x="14321" y="92971"/>
                        </a:cubicBezTo>
                        <a:cubicBezTo>
                          <a:pt x="18475" y="93632"/>
                          <a:pt x="22391" y="93962"/>
                          <a:pt x="26069" y="93962"/>
                        </a:cubicBezTo>
                        <a:cubicBezTo>
                          <a:pt x="35581" y="93962"/>
                          <a:pt x="43101" y="91801"/>
                          <a:pt x="48631" y="87478"/>
                        </a:cubicBezTo>
                        <a:cubicBezTo>
                          <a:pt x="54174" y="83168"/>
                          <a:pt x="56946" y="77338"/>
                          <a:pt x="56946" y="69988"/>
                        </a:cubicBezTo>
                        <a:cubicBezTo>
                          <a:pt x="56946" y="64859"/>
                          <a:pt x="55477" y="60530"/>
                          <a:pt x="52540" y="57000"/>
                        </a:cubicBezTo>
                        <a:cubicBezTo>
                          <a:pt x="49603" y="53470"/>
                          <a:pt x="45430" y="51025"/>
                          <a:pt x="40019" y="4966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32" name="Freeform: Shape 331">
                    <a:extLst>
                      <a:ext uri="{FF2B5EF4-FFF2-40B4-BE49-F238E27FC236}">
                        <a16:creationId xmlns:a16="http://schemas.microsoft.com/office/drawing/2014/main" id="{0164AC4E-50D7-78DD-744E-DDF1C58027B9}"/>
                      </a:ext>
                    </a:extLst>
                  </p:cNvPr>
                  <p:cNvSpPr/>
                  <p:nvPr/>
                </p:nvSpPr>
                <p:spPr>
                  <a:xfrm flipV="1">
                    <a:off x="5649455" y="4959304"/>
                    <a:ext cx="63996" cy="95994"/>
                  </a:xfrm>
                  <a:custGeom>
                    <a:avLst/>
                    <a:gdLst>
                      <a:gd name="connsiteX0" fmla="*/ 30152 w 63996"/>
                      <a:gd name="connsiteY0" fmla="*/ 84047 h 95994"/>
                      <a:gd name="connsiteX1" fmla="*/ 15607 w 63996"/>
                      <a:gd name="connsiteY1" fmla="*/ 74529 h 95994"/>
                      <a:gd name="connsiteX2" fmla="*/ 10745 w 63996"/>
                      <a:gd name="connsiteY2" fmla="*/ 45935 h 95994"/>
                      <a:gd name="connsiteX3" fmla="*/ 15607 w 63996"/>
                      <a:gd name="connsiteY3" fmla="*/ 17401 h 95994"/>
                      <a:gd name="connsiteX4" fmla="*/ 30152 w 63996"/>
                      <a:gd name="connsiteY4" fmla="*/ 7883 h 95994"/>
                      <a:gd name="connsiteX5" fmla="*/ 44757 w 63996"/>
                      <a:gd name="connsiteY5" fmla="*/ 17401 h 95994"/>
                      <a:gd name="connsiteX6" fmla="*/ 49639 w 63996"/>
                      <a:gd name="connsiteY6" fmla="*/ 45935 h 95994"/>
                      <a:gd name="connsiteX7" fmla="*/ 44757 w 63996"/>
                      <a:gd name="connsiteY7" fmla="*/ 74529 h 95994"/>
                      <a:gd name="connsiteX8" fmla="*/ 30152 w 63996"/>
                      <a:gd name="connsiteY8" fmla="*/ 84047 h 95994"/>
                      <a:gd name="connsiteX9" fmla="*/ 30152 w 63996"/>
                      <a:gd name="connsiteY9" fmla="*/ 93962 h 95994"/>
                      <a:gd name="connsiteX10" fmla="*/ 53945 w 63996"/>
                      <a:gd name="connsiteY10" fmla="*/ 81648 h 95994"/>
                      <a:gd name="connsiteX11" fmla="*/ 62160 w 63996"/>
                      <a:gd name="connsiteY11" fmla="*/ 45935 h 95994"/>
                      <a:gd name="connsiteX12" fmla="*/ 53945 w 63996"/>
                      <a:gd name="connsiteY12" fmla="*/ 10262 h 95994"/>
                      <a:gd name="connsiteX13" fmla="*/ 30152 w 63996"/>
                      <a:gd name="connsiteY13" fmla="*/ -2032 h 95994"/>
                      <a:gd name="connsiteX14" fmla="*/ 6379 w 63996"/>
                      <a:gd name="connsiteY14" fmla="*/ 10262 h 95994"/>
                      <a:gd name="connsiteX15" fmla="*/ -1836 w 63996"/>
                      <a:gd name="connsiteY15" fmla="*/ 45935 h 95994"/>
                      <a:gd name="connsiteX16" fmla="*/ 6379 w 63996"/>
                      <a:gd name="connsiteY16" fmla="*/ 81648 h 95994"/>
                      <a:gd name="connsiteX17" fmla="*/ 3015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52" y="84047"/>
                        </a:moveTo>
                        <a:cubicBezTo>
                          <a:pt x="23709" y="84047"/>
                          <a:pt x="18861" y="80875"/>
                          <a:pt x="15607" y="74529"/>
                        </a:cubicBezTo>
                        <a:cubicBezTo>
                          <a:pt x="12365" y="68197"/>
                          <a:pt x="10745" y="58666"/>
                          <a:pt x="10745" y="45935"/>
                        </a:cubicBezTo>
                        <a:cubicBezTo>
                          <a:pt x="10745" y="33258"/>
                          <a:pt x="12365" y="23746"/>
                          <a:pt x="15607" y="17401"/>
                        </a:cubicBezTo>
                        <a:cubicBezTo>
                          <a:pt x="18861" y="11055"/>
                          <a:pt x="23709" y="7883"/>
                          <a:pt x="30152" y="7883"/>
                        </a:cubicBezTo>
                        <a:cubicBezTo>
                          <a:pt x="36648" y="7883"/>
                          <a:pt x="41516" y="11055"/>
                          <a:pt x="44757" y="17401"/>
                        </a:cubicBezTo>
                        <a:cubicBezTo>
                          <a:pt x="48011" y="23746"/>
                          <a:pt x="49639" y="33258"/>
                          <a:pt x="49639" y="45935"/>
                        </a:cubicBezTo>
                        <a:cubicBezTo>
                          <a:pt x="49639" y="58666"/>
                          <a:pt x="48011" y="68197"/>
                          <a:pt x="44757" y="74529"/>
                        </a:cubicBezTo>
                        <a:cubicBezTo>
                          <a:pt x="41516" y="80875"/>
                          <a:pt x="36648" y="84047"/>
                          <a:pt x="30152" y="84047"/>
                        </a:cubicBezTo>
                        <a:close/>
                        <a:moveTo>
                          <a:pt x="30152" y="93962"/>
                        </a:moveTo>
                        <a:cubicBezTo>
                          <a:pt x="40537" y="93962"/>
                          <a:pt x="48468" y="89857"/>
                          <a:pt x="53945" y="81648"/>
                        </a:cubicBezTo>
                        <a:cubicBezTo>
                          <a:pt x="59422" y="73452"/>
                          <a:pt x="62160" y="61548"/>
                          <a:pt x="62160" y="45935"/>
                        </a:cubicBezTo>
                        <a:cubicBezTo>
                          <a:pt x="62160" y="30363"/>
                          <a:pt x="59422" y="18471"/>
                          <a:pt x="53945" y="10262"/>
                        </a:cubicBezTo>
                        <a:cubicBezTo>
                          <a:pt x="48468" y="2066"/>
                          <a:pt x="40537" y="-2032"/>
                          <a:pt x="30152" y="-2032"/>
                        </a:cubicBezTo>
                        <a:cubicBezTo>
                          <a:pt x="19780" y="-2032"/>
                          <a:pt x="11856" y="2066"/>
                          <a:pt x="6379" y="10262"/>
                        </a:cubicBezTo>
                        <a:cubicBezTo>
                          <a:pt x="902" y="18471"/>
                          <a:pt x="-1836" y="30363"/>
                          <a:pt x="-1836" y="45935"/>
                        </a:cubicBezTo>
                        <a:cubicBezTo>
                          <a:pt x="-1836" y="61548"/>
                          <a:pt x="902" y="73452"/>
                          <a:pt x="6379" y="81648"/>
                        </a:cubicBezTo>
                        <a:cubicBezTo>
                          <a:pt x="11856" y="89857"/>
                          <a:pt x="19780" y="93962"/>
                          <a:pt x="3015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33" name="Graphic 299">
                <a:extLst>
                  <a:ext uri="{FF2B5EF4-FFF2-40B4-BE49-F238E27FC236}">
                    <a16:creationId xmlns:a16="http://schemas.microsoft.com/office/drawing/2014/main" id="{DCA32A70-3073-FBEA-4BF0-250CC0DFAC1C}"/>
                  </a:ext>
                </a:extLst>
              </p:cNvPr>
              <p:cNvGrpSpPr/>
              <p:nvPr/>
            </p:nvGrpSpPr>
            <p:grpSpPr>
              <a:xfrm>
                <a:off x="6057627" y="4868227"/>
                <a:ext cx="224169" cy="187070"/>
                <a:chOff x="605762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9FEA0FB1-B8A5-AC1E-0636-A8F3A620945C}"/>
                    </a:ext>
                  </a:extLst>
                </p:cNvPr>
                <p:cNvSpPr/>
                <p:nvPr/>
              </p:nvSpPr>
              <p:spPr>
                <a:xfrm>
                  <a:off x="6169030" y="4868227"/>
                  <a:ext cx="12700" cy="44417"/>
                </a:xfrm>
                <a:custGeom>
                  <a:avLst/>
                  <a:gdLst>
                    <a:gd name="connsiteX0" fmla="*/ 237 w 12700"/>
                    <a:gd name="connsiteY0" fmla="*/ 286 h 44417"/>
                    <a:gd name="connsiteX1" fmla="*/ 23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37" y="286"/>
                      </a:moveTo>
                      <a:lnTo>
                        <a:pt x="23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35" name="Graphic 299">
                  <a:extLst>
                    <a:ext uri="{FF2B5EF4-FFF2-40B4-BE49-F238E27FC236}">
                      <a16:creationId xmlns:a16="http://schemas.microsoft.com/office/drawing/2014/main" id="{A39B3DB8-0187-36DF-4DB5-FA4EF6A8AA1A}"/>
                    </a:ext>
                  </a:extLst>
                </p:cNvPr>
                <p:cNvGrpSpPr/>
                <p:nvPr/>
              </p:nvGrpSpPr>
              <p:grpSpPr>
                <a:xfrm>
                  <a:off x="6057627" y="4959304"/>
                  <a:ext cx="224169" cy="95994"/>
                  <a:chOff x="605762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36" name="Freeform: Shape 335">
                    <a:extLst>
                      <a:ext uri="{FF2B5EF4-FFF2-40B4-BE49-F238E27FC236}">
                        <a16:creationId xmlns:a16="http://schemas.microsoft.com/office/drawing/2014/main" id="{12E35962-B8CC-F920-BEAB-B5B24D4AE200}"/>
                      </a:ext>
                    </a:extLst>
                  </p:cNvPr>
                  <p:cNvSpPr/>
                  <p:nvPr/>
                </p:nvSpPr>
                <p:spPr>
                  <a:xfrm flipV="1">
                    <a:off x="6057627" y="4960969"/>
                    <a:ext cx="59908" cy="94328"/>
                  </a:xfrm>
                  <a:custGeom>
                    <a:avLst/>
                    <a:gdLst>
                      <a:gd name="connsiteX0" fmla="*/ 2136 w 59908"/>
                      <a:gd name="connsiteY0" fmla="*/ 92338 h 94328"/>
                      <a:gd name="connsiteX1" fmla="*/ 51309 w 59908"/>
                      <a:gd name="connsiteY1" fmla="*/ 92338 h 94328"/>
                      <a:gd name="connsiteX2" fmla="*/ 51309 w 59908"/>
                      <a:gd name="connsiteY2" fmla="*/ 81789 h 94328"/>
                      <a:gd name="connsiteX3" fmla="*/ 13606 w 59908"/>
                      <a:gd name="connsiteY3" fmla="*/ 81789 h 94328"/>
                      <a:gd name="connsiteX4" fmla="*/ 13606 w 59908"/>
                      <a:gd name="connsiteY4" fmla="*/ 59124 h 94328"/>
                      <a:gd name="connsiteX5" fmla="*/ 19043 w 59908"/>
                      <a:gd name="connsiteY5" fmla="*/ 60512 h 94328"/>
                      <a:gd name="connsiteX6" fmla="*/ 24520 w 59908"/>
                      <a:gd name="connsiteY6" fmla="*/ 60968 h 94328"/>
                      <a:gd name="connsiteX7" fmla="*/ 49067 w 59908"/>
                      <a:gd name="connsiteY7" fmla="*/ 52481 h 94328"/>
                      <a:gd name="connsiteX8" fmla="*/ 58135 w 59908"/>
                      <a:gd name="connsiteY8" fmla="*/ 29499 h 94328"/>
                      <a:gd name="connsiteX9" fmla="*/ 48828 w 59908"/>
                      <a:gd name="connsiteY9" fmla="*/ 6279 h 94328"/>
                      <a:gd name="connsiteX10" fmla="*/ 22595 w 59908"/>
                      <a:gd name="connsiteY10" fmla="*/ -1990 h 94328"/>
                      <a:gd name="connsiteX11" fmla="*/ 10709 w 59908"/>
                      <a:gd name="connsiteY11" fmla="*/ -999 h 94328"/>
                      <a:gd name="connsiteX12" fmla="*/ -1773 w 59908"/>
                      <a:gd name="connsiteY12" fmla="*/ 1976 h 94328"/>
                      <a:gd name="connsiteX13" fmla="*/ -1773 w 59908"/>
                      <a:gd name="connsiteY13" fmla="*/ 14567 h 94328"/>
                      <a:gd name="connsiteX14" fmla="*/ 9756 w 59908"/>
                      <a:gd name="connsiteY14" fmla="*/ 10046 h 94328"/>
                      <a:gd name="connsiteX15" fmla="*/ 22337 w 59908"/>
                      <a:gd name="connsiteY15" fmla="*/ 8559 h 94328"/>
                      <a:gd name="connsiteX16" fmla="*/ 39323 w 59908"/>
                      <a:gd name="connsiteY16" fmla="*/ 14191 h 94328"/>
                      <a:gd name="connsiteX17" fmla="*/ 45594 w 59908"/>
                      <a:gd name="connsiteY17" fmla="*/ 29499 h 94328"/>
                      <a:gd name="connsiteX18" fmla="*/ 39323 w 59908"/>
                      <a:gd name="connsiteY18" fmla="*/ 44788 h 94328"/>
                      <a:gd name="connsiteX19" fmla="*/ 22337 w 59908"/>
                      <a:gd name="connsiteY19" fmla="*/ 50439 h 94328"/>
                      <a:gd name="connsiteX20" fmla="*/ 12316 w 59908"/>
                      <a:gd name="connsiteY20" fmla="*/ 49328 h 94328"/>
                      <a:gd name="connsiteX21" fmla="*/ 2136 w 59908"/>
                      <a:gd name="connsiteY21" fmla="*/ 45858 h 94328"/>
                      <a:gd name="connsiteX22" fmla="*/ 213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36" y="92338"/>
                        </a:moveTo>
                        <a:lnTo>
                          <a:pt x="51309" y="92338"/>
                        </a:lnTo>
                        <a:lnTo>
                          <a:pt x="51309" y="81789"/>
                        </a:lnTo>
                        <a:lnTo>
                          <a:pt x="13606" y="81789"/>
                        </a:lnTo>
                        <a:lnTo>
                          <a:pt x="13606" y="59124"/>
                        </a:lnTo>
                        <a:cubicBezTo>
                          <a:pt x="15418" y="59746"/>
                          <a:pt x="17231" y="60208"/>
                          <a:pt x="19043" y="60512"/>
                        </a:cubicBezTo>
                        <a:cubicBezTo>
                          <a:pt x="20869" y="60816"/>
                          <a:pt x="22694" y="60968"/>
                          <a:pt x="24520" y="60968"/>
                        </a:cubicBezTo>
                        <a:cubicBezTo>
                          <a:pt x="34852" y="60968"/>
                          <a:pt x="43034" y="58139"/>
                          <a:pt x="49067" y="52481"/>
                        </a:cubicBezTo>
                        <a:cubicBezTo>
                          <a:pt x="55112" y="46823"/>
                          <a:pt x="58135" y="39163"/>
                          <a:pt x="58135" y="29499"/>
                        </a:cubicBezTo>
                        <a:cubicBezTo>
                          <a:pt x="58135" y="19545"/>
                          <a:pt x="55033" y="11805"/>
                          <a:pt x="48828" y="6279"/>
                        </a:cubicBezTo>
                        <a:cubicBezTo>
                          <a:pt x="42624" y="766"/>
                          <a:pt x="33879" y="-1990"/>
                          <a:pt x="22595" y="-1990"/>
                        </a:cubicBezTo>
                        <a:cubicBezTo>
                          <a:pt x="18706" y="-1990"/>
                          <a:pt x="14743" y="-1660"/>
                          <a:pt x="10709" y="-999"/>
                        </a:cubicBezTo>
                        <a:cubicBezTo>
                          <a:pt x="6687" y="-338"/>
                          <a:pt x="2526" y="654"/>
                          <a:pt x="-1773" y="1976"/>
                        </a:cubicBezTo>
                        <a:lnTo>
                          <a:pt x="-1773" y="14567"/>
                        </a:lnTo>
                        <a:cubicBezTo>
                          <a:pt x="1944" y="12545"/>
                          <a:pt x="5787" y="11038"/>
                          <a:pt x="9756" y="10046"/>
                        </a:cubicBezTo>
                        <a:cubicBezTo>
                          <a:pt x="13725" y="9055"/>
                          <a:pt x="17918" y="8559"/>
                          <a:pt x="22337" y="8559"/>
                        </a:cubicBezTo>
                        <a:cubicBezTo>
                          <a:pt x="29494" y="8559"/>
                          <a:pt x="35156" y="10436"/>
                          <a:pt x="39323" y="14191"/>
                        </a:cubicBezTo>
                        <a:cubicBezTo>
                          <a:pt x="43504" y="17945"/>
                          <a:pt x="45594" y="23048"/>
                          <a:pt x="45594" y="29499"/>
                        </a:cubicBezTo>
                        <a:cubicBezTo>
                          <a:pt x="45594" y="35937"/>
                          <a:pt x="43504" y="41033"/>
                          <a:pt x="39323" y="44788"/>
                        </a:cubicBezTo>
                        <a:cubicBezTo>
                          <a:pt x="35156" y="48555"/>
                          <a:pt x="29494" y="50439"/>
                          <a:pt x="22337" y="50439"/>
                        </a:cubicBezTo>
                        <a:cubicBezTo>
                          <a:pt x="18990" y="50439"/>
                          <a:pt x="15650" y="50069"/>
                          <a:pt x="12316" y="49328"/>
                        </a:cubicBezTo>
                        <a:cubicBezTo>
                          <a:pt x="8995" y="48588"/>
                          <a:pt x="5602" y="47431"/>
                          <a:pt x="2136" y="45858"/>
                        </a:cubicBezTo>
                        <a:lnTo>
                          <a:pt x="213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37" name="Freeform: Shape 336">
                    <a:extLst>
                      <a:ext uri="{FF2B5EF4-FFF2-40B4-BE49-F238E27FC236}">
                        <a16:creationId xmlns:a16="http://schemas.microsoft.com/office/drawing/2014/main" id="{81792F39-AA25-8A92-9FCA-A9C12635C4E0}"/>
                      </a:ext>
                    </a:extLst>
                  </p:cNvPr>
                  <p:cNvSpPr/>
                  <p:nvPr/>
                </p:nvSpPr>
                <p:spPr>
                  <a:xfrm flipV="1">
                    <a:off x="6134836" y="4960969"/>
                    <a:ext cx="67468" cy="92524"/>
                  </a:xfrm>
                  <a:custGeom>
                    <a:avLst/>
                    <a:gdLst>
                      <a:gd name="connsiteX0" fmla="*/ 40015 w 67468"/>
                      <a:gd name="connsiteY0" fmla="*/ 79582 h 92524"/>
                      <a:gd name="connsiteX1" fmla="*/ 8384 w 67468"/>
                      <a:gd name="connsiteY1" fmla="*/ 30187 h 92524"/>
                      <a:gd name="connsiteX2" fmla="*/ 40015 w 67468"/>
                      <a:gd name="connsiteY2" fmla="*/ 30187 h 92524"/>
                      <a:gd name="connsiteX3" fmla="*/ 40015 w 67468"/>
                      <a:gd name="connsiteY3" fmla="*/ 79582 h 92524"/>
                      <a:gd name="connsiteX4" fmla="*/ 36721 w 67468"/>
                      <a:gd name="connsiteY4" fmla="*/ 90488 h 92524"/>
                      <a:gd name="connsiteX5" fmla="*/ 52477 w 67468"/>
                      <a:gd name="connsiteY5" fmla="*/ 90488 h 92524"/>
                      <a:gd name="connsiteX6" fmla="*/ 52477 w 67468"/>
                      <a:gd name="connsiteY6" fmla="*/ 30187 h 92524"/>
                      <a:gd name="connsiteX7" fmla="*/ 65692 w 67468"/>
                      <a:gd name="connsiteY7" fmla="*/ 30187 h 92524"/>
                      <a:gd name="connsiteX8" fmla="*/ 65692 w 67468"/>
                      <a:gd name="connsiteY8" fmla="*/ 19777 h 92524"/>
                      <a:gd name="connsiteX9" fmla="*/ 52477 w 67468"/>
                      <a:gd name="connsiteY9" fmla="*/ 19777 h 92524"/>
                      <a:gd name="connsiteX10" fmla="*/ 52477 w 67468"/>
                      <a:gd name="connsiteY10" fmla="*/ -2036 h 92524"/>
                      <a:gd name="connsiteX11" fmla="*/ 40015 w 67468"/>
                      <a:gd name="connsiteY11" fmla="*/ -2036 h 92524"/>
                      <a:gd name="connsiteX12" fmla="*/ 40015 w 67468"/>
                      <a:gd name="connsiteY12" fmla="*/ 19777 h 92524"/>
                      <a:gd name="connsiteX13" fmla="*/ -1776 w 67468"/>
                      <a:gd name="connsiteY13" fmla="*/ 19777 h 92524"/>
                      <a:gd name="connsiteX14" fmla="*/ -1776 w 67468"/>
                      <a:gd name="connsiteY14" fmla="*/ 31853 h 92524"/>
                      <a:gd name="connsiteX15" fmla="*/ 36721 w 67468"/>
                      <a:gd name="connsiteY15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40015" y="79582"/>
                        </a:moveTo>
                        <a:lnTo>
                          <a:pt x="8384" y="30187"/>
                        </a:lnTo>
                        <a:lnTo>
                          <a:pt x="40015" y="30187"/>
                        </a:lnTo>
                        <a:lnTo>
                          <a:pt x="40015" y="79582"/>
                        </a:lnTo>
                        <a:close/>
                        <a:moveTo>
                          <a:pt x="36721" y="90488"/>
                        </a:moveTo>
                        <a:lnTo>
                          <a:pt x="52477" y="90488"/>
                        </a:lnTo>
                        <a:lnTo>
                          <a:pt x="52477" y="30187"/>
                        </a:lnTo>
                        <a:lnTo>
                          <a:pt x="65692" y="30187"/>
                        </a:lnTo>
                        <a:lnTo>
                          <a:pt x="65692" y="19777"/>
                        </a:lnTo>
                        <a:lnTo>
                          <a:pt x="52477" y="19777"/>
                        </a:lnTo>
                        <a:lnTo>
                          <a:pt x="52477" y="-2036"/>
                        </a:lnTo>
                        <a:lnTo>
                          <a:pt x="40015" y="-2036"/>
                        </a:lnTo>
                        <a:lnTo>
                          <a:pt x="40015" y="19777"/>
                        </a:lnTo>
                        <a:lnTo>
                          <a:pt x="-1776" y="19777"/>
                        </a:lnTo>
                        <a:lnTo>
                          <a:pt x="-1776" y="31853"/>
                        </a:lnTo>
                        <a:lnTo>
                          <a:pt x="36721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38" name="Freeform: Shape 337">
                    <a:extLst>
                      <a:ext uri="{FF2B5EF4-FFF2-40B4-BE49-F238E27FC236}">
                        <a16:creationId xmlns:a16="http://schemas.microsoft.com/office/drawing/2014/main" id="{542B7489-52F3-3E3A-0A0B-DAEC77AA9CED}"/>
                      </a:ext>
                    </a:extLst>
                  </p:cNvPr>
                  <p:cNvSpPr/>
                  <p:nvPr/>
                </p:nvSpPr>
                <p:spPr>
                  <a:xfrm flipV="1">
                    <a:off x="6217801" y="4959304"/>
                    <a:ext cx="63996" cy="95994"/>
                  </a:xfrm>
                  <a:custGeom>
                    <a:avLst/>
                    <a:gdLst>
                      <a:gd name="connsiteX0" fmla="*/ 30197 w 63996"/>
                      <a:gd name="connsiteY0" fmla="*/ 84047 h 95994"/>
                      <a:gd name="connsiteX1" fmla="*/ 15651 w 63996"/>
                      <a:gd name="connsiteY1" fmla="*/ 74529 h 95994"/>
                      <a:gd name="connsiteX2" fmla="*/ 10790 w 63996"/>
                      <a:gd name="connsiteY2" fmla="*/ 45935 h 95994"/>
                      <a:gd name="connsiteX3" fmla="*/ 15651 w 63996"/>
                      <a:gd name="connsiteY3" fmla="*/ 17401 h 95994"/>
                      <a:gd name="connsiteX4" fmla="*/ 30197 w 63996"/>
                      <a:gd name="connsiteY4" fmla="*/ 7883 h 95994"/>
                      <a:gd name="connsiteX5" fmla="*/ 44802 w 63996"/>
                      <a:gd name="connsiteY5" fmla="*/ 17401 h 95994"/>
                      <a:gd name="connsiteX6" fmla="*/ 49683 w 63996"/>
                      <a:gd name="connsiteY6" fmla="*/ 45935 h 95994"/>
                      <a:gd name="connsiteX7" fmla="*/ 44802 w 63996"/>
                      <a:gd name="connsiteY7" fmla="*/ 74529 h 95994"/>
                      <a:gd name="connsiteX8" fmla="*/ 30197 w 63996"/>
                      <a:gd name="connsiteY8" fmla="*/ 84047 h 95994"/>
                      <a:gd name="connsiteX9" fmla="*/ 30197 w 63996"/>
                      <a:gd name="connsiteY9" fmla="*/ 93962 h 95994"/>
                      <a:gd name="connsiteX10" fmla="*/ 53989 w 63996"/>
                      <a:gd name="connsiteY10" fmla="*/ 81648 h 95994"/>
                      <a:gd name="connsiteX11" fmla="*/ 62205 w 63996"/>
                      <a:gd name="connsiteY11" fmla="*/ 45935 h 95994"/>
                      <a:gd name="connsiteX12" fmla="*/ 53989 w 63996"/>
                      <a:gd name="connsiteY12" fmla="*/ 10262 h 95994"/>
                      <a:gd name="connsiteX13" fmla="*/ 30197 w 63996"/>
                      <a:gd name="connsiteY13" fmla="*/ -2032 h 95994"/>
                      <a:gd name="connsiteX14" fmla="*/ 6424 w 63996"/>
                      <a:gd name="connsiteY14" fmla="*/ 10262 h 95994"/>
                      <a:gd name="connsiteX15" fmla="*/ -1791 w 63996"/>
                      <a:gd name="connsiteY15" fmla="*/ 45935 h 95994"/>
                      <a:gd name="connsiteX16" fmla="*/ 6424 w 63996"/>
                      <a:gd name="connsiteY16" fmla="*/ 81648 h 95994"/>
                      <a:gd name="connsiteX17" fmla="*/ 3019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97" y="84047"/>
                        </a:moveTo>
                        <a:cubicBezTo>
                          <a:pt x="23754" y="84047"/>
                          <a:pt x="18906" y="80875"/>
                          <a:pt x="15651" y="74529"/>
                        </a:cubicBezTo>
                        <a:cubicBezTo>
                          <a:pt x="12410" y="68197"/>
                          <a:pt x="10790" y="58666"/>
                          <a:pt x="10790" y="45935"/>
                        </a:cubicBezTo>
                        <a:cubicBezTo>
                          <a:pt x="10790" y="33258"/>
                          <a:pt x="12410" y="23746"/>
                          <a:pt x="15651" y="17401"/>
                        </a:cubicBezTo>
                        <a:cubicBezTo>
                          <a:pt x="18906" y="11055"/>
                          <a:pt x="23754" y="7883"/>
                          <a:pt x="30197" y="7883"/>
                        </a:cubicBezTo>
                        <a:cubicBezTo>
                          <a:pt x="36692" y="7883"/>
                          <a:pt x="41561" y="11055"/>
                          <a:pt x="44802" y="17401"/>
                        </a:cubicBezTo>
                        <a:cubicBezTo>
                          <a:pt x="48056" y="23746"/>
                          <a:pt x="49683" y="33258"/>
                          <a:pt x="49683" y="45935"/>
                        </a:cubicBezTo>
                        <a:cubicBezTo>
                          <a:pt x="49683" y="58666"/>
                          <a:pt x="48056" y="68197"/>
                          <a:pt x="44802" y="74529"/>
                        </a:cubicBezTo>
                        <a:cubicBezTo>
                          <a:pt x="41561" y="80875"/>
                          <a:pt x="36692" y="84047"/>
                          <a:pt x="30197" y="84047"/>
                        </a:cubicBezTo>
                        <a:close/>
                        <a:moveTo>
                          <a:pt x="30197" y="93962"/>
                        </a:moveTo>
                        <a:cubicBezTo>
                          <a:pt x="40582" y="93962"/>
                          <a:pt x="48513" y="89857"/>
                          <a:pt x="53989" y="81648"/>
                        </a:cubicBezTo>
                        <a:cubicBezTo>
                          <a:pt x="59466" y="73452"/>
                          <a:pt x="62205" y="61548"/>
                          <a:pt x="62205" y="45935"/>
                        </a:cubicBezTo>
                        <a:cubicBezTo>
                          <a:pt x="62205" y="30363"/>
                          <a:pt x="59466" y="18471"/>
                          <a:pt x="53989" y="10262"/>
                        </a:cubicBezTo>
                        <a:cubicBezTo>
                          <a:pt x="48513" y="2066"/>
                          <a:pt x="40582" y="-2032"/>
                          <a:pt x="30197" y="-2032"/>
                        </a:cubicBezTo>
                        <a:cubicBezTo>
                          <a:pt x="19825" y="-2032"/>
                          <a:pt x="11901" y="2066"/>
                          <a:pt x="6424" y="10262"/>
                        </a:cubicBezTo>
                        <a:cubicBezTo>
                          <a:pt x="947" y="18471"/>
                          <a:pt x="-1791" y="30363"/>
                          <a:pt x="-1791" y="45935"/>
                        </a:cubicBezTo>
                        <a:cubicBezTo>
                          <a:pt x="-1791" y="61548"/>
                          <a:pt x="947" y="73452"/>
                          <a:pt x="6424" y="81648"/>
                        </a:cubicBezTo>
                        <a:cubicBezTo>
                          <a:pt x="11901" y="89857"/>
                          <a:pt x="19825" y="93962"/>
                          <a:pt x="3019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39" name="Graphic 299">
                <a:extLst>
                  <a:ext uri="{FF2B5EF4-FFF2-40B4-BE49-F238E27FC236}">
                    <a16:creationId xmlns:a16="http://schemas.microsoft.com/office/drawing/2014/main" id="{F18FE8AF-87A1-EBB2-6CE1-7A386BA2871C}"/>
                  </a:ext>
                </a:extLst>
              </p:cNvPr>
              <p:cNvGrpSpPr/>
              <p:nvPr/>
            </p:nvGrpSpPr>
            <p:grpSpPr>
              <a:xfrm>
                <a:off x="6625972" y="4868227"/>
                <a:ext cx="224169" cy="187070"/>
                <a:chOff x="6625972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76C96C1F-9418-B238-9DCE-E0A693820DF7}"/>
                    </a:ext>
                  </a:extLst>
                </p:cNvPr>
                <p:cNvSpPr/>
                <p:nvPr/>
              </p:nvSpPr>
              <p:spPr>
                <a:xfrm>
                  <a:off x="6737375" y="4868227"/>
                  <a:ext cx="12700" cy="44417"/>
                </a:xfrm>
                <a:custGeom>
                  <a:avLst/>
                  <a:gdLst>
                    <a:gd name="connsiteX0" fmla="*/ 282 w 12700"/>
                    <a:gd name="connsiteY0" fmla="*/ 286 h 44417"/>
                    <a:gd name="connsiteX1" fmla="*/ 28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82" y="286"/>
                      </a:moveTo>
                      <a:lnTo>
                        <a:pt x="28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41" name="Graphic 299">
                  <a:extLst>
                    <a:ext uri="{FF2B5EF4-FFF2-40B4-BE49-F238E27FC236}">
                      <a16:creationId xmlns:a16="http://schemas.microsoft.com/office/drawing/2014/main" id="{B8B932DF-A96B-7C81-3963-D75CD789F4F0}"/>
                    </a:ext>
                  </a:extLst>
                </p:cNvPr>
                <p:cNvGrpSpPr/>
                <p:nvPr/>
              </p:nvGrpSpPr>
              <p:grpSpPr>
                <a:xfrm>
                  <a:off x="6625972" y="4959304"/>
                  <a:ext cx="224169" cy="95994"/>
                  <a:chOff x="6625972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42" name="Freeform: Shape 341">
                    <a:extLst>
                      <a:ext uri="{FF2B5EF4-FFF2-40B4-BE49-F238E27FC236}">
                        <a16:creationId xmlns:a16="http://schemas.microsoft.com/office/drawing/2014/main" id="{786BF360-7BD9-56E4-7E4E-512DE81CCF4B}"/>
                      </a:ext>
                    </a:extLst>
                  </p:cNvPr>
                  <p:cNvSpPr/>
                  <p:nvPr/>
                </p:nvSpPr>
                <p:spPr>
                  <a:xfrm flipV="1">
                    <a:off x="6625972" y="4960969"/>
                    <a:ext cx="59908" cy="94328"/>
                  </a:xfrm>
                  <a:custGeom>
                    <a:avLst/>
                    <a:gdLst>
                      <a:gd name="connsiteX0" fmla="*/ 2181 w 59908"/>
                      <a:gd name="connsiteY0" fmla="*/ 92338 h 94328"/>
                      <a:gd name="connsiteX1" fmla="*/ 51354 w 59908"/>
                      <a:gd name="connsiteY1" fmla="*/ 92338 h 94328"/>
                      <a:gd name="connsiteX2" fmla="*/ 51354 w 59908"/>
                      <a:gd name="connsiteY2" fmla="*/ 81789 h 94328"/>
                      <a:gd name="connsiteX3" fmla="*/ 13650 w 59908"/>
                      <a:gd name="connsiteY3" fmla="*/ 81789 h 94328"/>
                      <a:gd name="connsiteX4" fmla="*/ 13650 w 59908"/>
                      <a:gd name="connsiteY4" fmla="*/ 59124 h 94328"/>
                      <a:gd name="connsiteX5" fmla="*/ 19088 w 59908"/>
                      <a:gd name="connsiteY5" fmla="*/ 60512 h 94328"/>
                      <a:gd name="connsiteX6" fmla="*/ 24565 w 59908"/>
                      <a:gd name="connsiteY6" fmla="*/ 60968 h 94328"/>
                      <a:gd name="connsiteX7" fmla="*/ 49111 w 59908"/>
                      <a:gd name="connsiteY7" fmla="*/ 52481 h 94328"/>
                      <a:gd name="connsiteX8" fmla="*/ 58180 w 59908"/>
                      <a:gd name="connsiteY8" fmla="*/ 29499 h 94328"/>
                      <a:gd name="connsiteX9" fmla="*/ 48873 w 59908"/>
                      <a:gd name="connsiteY9" fmla="*/ 6279 h 94328"/>
                      <a:gd name="connsiteX10" fmla="*/ 22640 w 59908"/>
                      <a:gd name="connsiteY10" fmla="*/ -1990 h 94328"/>
                      <a:gd name="connsiteX11" fmla="*/ 10753 w 59908"/>
                      <a:gd name="connsiteY11" fmla="*/ -999 h 94328"/>
                      <a:gd name="connsiteX12" fmla="*/ -1728 w 59908"/>
                      <a:gd name="connsiteY12" fmla="*/ 1976 h 94328"/>
                      <a:gd name="connsiteX13" fmla="*/ -1728 w 59908"/>
                      <a:gd name="connsiteY13" fmla="*/ 14567 h 94328"/>
                      <a:gd name="connsiteX14" fmla="*/ 9801 w 59908"/>
                      <a:gd name="connsiteY14" fmla="*/ 10046 h 94328"/>
                      <a:gd name="connsiteX15" fmla="*/ 22382 w 59908"/>
                      <a:gd name="connsiteY15" fmla="*/ 8559 h 94328"/>
                      <a:gd name="connsiteX16" fmla="*/ 39368 w 59908"/>
                      <a:gd name="connsiteY16" fmla="*/ 14191 h 94328"/>
                      <a:gd name="connsiteX17" fmla="*/ 45639 w 59908"/>
                      <a:gd name="connsiteY17" fmla="*/ 29499 h 94328"/>
                      <a:gd name="connsiteX18" fmla="*/ 39368 w 59908"/>
                      <a:gd name="connsiteY18" fmla="*/ 44788 h 94328"/>
                      <a:gd name="connsiteX19" fmla="*/ 22382 w 59908"/>
                      <a:gd name="connsiteY19" fmla="*/ 50439 h 94328"/>
                      <a:gd name="connsiteX20" fmla="*/ 12361 w 59908"/>
                      <a:gd name="connsiteY20" fmla="*/ 49328 h 94328"/>
                      <a:gd name="connsiteX21" fmla="*/ 2181 w 59908"/>
                      <a:gd name="connsiteY21" fmla="*/ 45858 h 94328"/>
                      <a:gd name="connsiteX22" fmla="*/ 218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1" y="92338"/>
                        </a:moveTo>
                        <a:lnTo>
                          <a:pt x="51354" y="92338"/>
                        </a:lnTo>
                        <a:lnTo>
                          <a:pt x="51354" y="81789"/>
                        </a:lnTo>
                        <a:lnTo>
                          <a:pt x="13650" y="81789"/>
                        </a:lnTo>
                        <a:lnTo>
                          <a:pt x="13650" y="59124"/>
                        </a:lnTo>
                        <a:cubicBezTo>
                          <a:pt x="15463" y="59746"/>
                          <a:pt x="17275" y="60208"/>
                          <a:pt x="19088" y="60512"/>
                        </a:cubicBezTo>
                        <a:cubicBezTo>
                          <a:pt x="20913" y="60816"/>
                          <a:pt x="22739" y="60968"/>
                          <a:pt x="24565" y="60968"/>
                        </a:cubicBezTo>
                        <a:cubicBezTo>
                          <a:pt x="34897" y="60968"/>
                          <a:pt x="43079" y="58139"/>
                          <a:pt x="49111" y="52481"/>
                        </a:cubicBezTo>
                        <a:cubicBezTo>
                          <a:pt x="55157" y="46823"/>
                          <a:pt x="58180" y="39163"/>
                          <a:pt x="58180" y="29499"/>
                        </a:cubicBezTo>
                        <a:cubicBezTo>
                          <a:pt x="58180" y="19545"/>
                          <a:pt x="55078" y="11805"/>
                          <a:pt x="48873" y="6279"/>
                        </a:cubicBezTo>
                        <a:cubicBezTo>
                          <a:pt x="42669" y="766"/>
                          <a:pt x="33924" y="-1990"/>
                          <a:pt x="22640" y="-1990"/>
                        </a:cubicBezTo>
                        <a:cubicBezTo>
                          <a:pt x="18750" y="-1990"/>
                          <a:pt x="14788" y="-1660"/>
                          <a:pt x="10753" y="-999"/>
                        </a:cubicBezTo>
                        <a:cubicBezTo>
                          <a:pt x="6732" y="-338"/>
                          <a:pt x="2571" y="654"/>
                          <a:pt x="-1728" y="1976"/>
                        </a:cubicBezTo>
                        <a:lnTo>
                          <a:pt x="-1728" y="14567"/>
                        </a:lnTo>
                        <a:cubicBezTo>
                          <a:pt x="1989" y="12545"/>
                          <a:pt x="5832" y="11038"/>
                          <a:pt x="9801" y="10046"/>
                        </a:cubicBezTo>
                        <a:cubicBezTo>
                          <a:pt x="13770" y="9055"/>
                          <a:pt x="17963" y="8559"/>
                          <a:pt x="22382" y="8559"/>
                        </a:cubicBezTo>
                        <a:cubicBezTo>
                          <a:pt x="29539" y="8559"/>
                          <a:pt x="35201" y="10436"/>
                          <a:pt x="39368" y="14191"/>
                        </a:cubicBezTo>
                        <a:cubicBezTo>
                          <a:pt x="43548" y="17945"/>
                          <a:pt x="45639" y="23048"/>
                          <a:pt x="45639" y="29499"/>
                        </a:cubicBezTo>
                        <a:cubicBezTo>
                          <a:pt x="45639" y="35937"/>
                          <a:pt x="43548" y="41033"/>
                          <a:pt x="39368" y="44788"/>
                        </a:cubicBezTo>
                        <a:cubicBezTo>
                          <a:pt x="35201" y="48555"/>
                          <a:pt x="29539" y="50439"/>
                          <a:pt x="22382" y="50439"/>
                        </a:cubicBezTo>
                        <a:cubicBezTo>
                          <a:pt x="19035" y="50439"/>
                          <a:pt x="15694" y="50069"/>
                          <a:pt x="12361" y="49328"/>
                        </a:cubicBezTo>
                        <a:cubicBezTo>
                          <a:pt x="9040" y="48588"/>
                          <a:pt x="5647" y="47431"/>
                          <a:pt x="2181" y="45858"/>
                        </a:cubicBezTo>
                        <a:lnTo>
                          <a:pt x="218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43" name="Freeform: Shape 342">
                    <a:extLst>
                      <a:ext uri="{FF2B5EF4-FFF2-40B4-BE49-F238E27FC236}">
                        <a16:creationId xmlns:a16="http://schemas.microsoft.com/office/drawing/2014/main" id="{33AA4AE7-96F9-835B-798E-6500089D20AC}"/>
                      </a:ext>
                    </a:extLst>
                  </p:cNvPr>
                  <p:cNvSpPr/>
                  <p:nvPr/>
                </p:nvSpPr>
                <p:spPr>
                  <a:xfrm flipV="1">
                    <a:off x="6706773" y="4960969"/>
                    <a:ext cx="59908" cy="94328"/>
                  </a:xfrm>
                  <a:custGeom>
                    <a:avLst/>
                    <a:gdLst>
                      <a:gd name="connsiteX0" fmla="*/ 2187 w 59908"/>
                      <a:gd name="connsiteY0" fmla="*/ 92338 h 94328"/>
                      <a:gd name="connsiteX1" fmla="*/ 51360 w 59908"/>
                      <a:gd name="connsiteY1" fmla="*/ 92338 h 94328"/>
                      <a:gd name="connsiteX2" fmla="*/ 51360 w 59908"/>
                      <a:gd name="connsiteY2" fmla="*/ 81789 h 94328"/>
                      <a:gd name="connsiteX3" fmla="*/ 13657 w 59908"/>
                      <a:gd name="connsiteY3" fmla="*/ 81789 h 94328"/>
                      <a:gd name="connsiteX4" fmla="*/ 13657 w 59908"/>
                      <a:gd name="connsiteY4" fmla="*/ 59124 h 94328"/>
                      <a:gd name="connsiteX5" fmla="*/ 19094 w 59908"/>
                      <a:gd name="connsiteY5" fmla="*/ 60512 h 94328"/>
                      <a:gd name="connsiteX6" fmla="*/ 24571 w 59908"/>
                      <a:gd name="connsiteY6" fmla="*/ 60968 h 94328"/>
                      <a:gd name="connsiteX7" fmla="*/ 49118 w 59908"/>
                      <a:gd name="connsiteY7" fmla="*/ 52481 h 94328"/>
                      <a:gd name="connsiteX8" fmla="*/ 58186 w 59908"/>
                      <a:gd name="connsiteY8" fmla="*/ 29499 h 94328"/>
                      <a:gd name="connsiteX9" fmla="*/ 48880 w 59908"/>
                      <a:gd name="connsiteY9" fmla="*/ 6279 h 94328"/>
                      <a:gd name="connsiteX10" fmla="*/ 22646 w 59908"/>
                      <a:gd name="connsiteY10" fmla="*/ -1990 h 94328"/>
                      <a:gd name="connsiteX11" fmla="*/ 10760 w 59908"/>
                      <a:gd name="connsiteY11" fmla="*/ -999 h 94328"/>
                      <a:gd name="connsiteX12" fmla="*/ -1722 w 59908"/>
                      <a:gd name="connsiteY12" fmla="*/ 1976 h 94328"/>
                      <a:gd name="connsiteX13" fmla="*/ -1722 w 59908"/>
                      <a:gd name="connsiteY13" fmla="*/ 14567 h 94328"/>
                      <a:gd name="connsiteX14" fmla="*/ 9807 w 59908"/>
                      <a:gd name="connsiteY14" fmla="*/ 10046 h 94328"/>
                      <a:gd name="connsiteX15" fmla="*/ 22388 w 59908"/>
                      <a:gd name="connsiteY15" fmla="*/ 8559 h 94328"/>
                      <a:gd name="connsiteX16" fmla="*/ 39374 w 59908"/>
                      <a:gd name="connsiteY16" fmla="*/ 14191 h 94328"/>
                      <a:gd name="connsiteX17" fmla="*/ 45645 w 59908"/>
                      <a:gd name="connsiteY17" fmla="*/ 29499 h 94328"/>
                      <a:gd name="connsiteX18" fmla="*/ 39374 w 59908"/>
                      <a:gd name="connsiteY18" fmla="*/ 44788 h 94328"/>
                      <a:gd name="connsiteX19" fmla="*/ 22388 w 59908"/>
                      <a:gd name="connsiteY19" fmla="*/ 50439 h 94328"/>
                      <a:gd name="connsiteX20" fmla="*/ 12367 w 59908"/>
                      <a:gd name="connsiteY20" fmla="*/ 49328 h 94328"/>
                      <a:gd name="connsiteX21" fmla="*/ 2187 w 59908"/>
                      <a:gd name="connsiteY21" fmla="*/ 45858 h 94328"/>
                      <a:gd name="connsiteX22" fmla="*/ 218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7" y="92338"/>
                        </a:moveTo>
                        <a:lnTo>
                          <a:pt x="51360" y="92338"/>
                        </a:lnTo>
                        <a:lnTo>
                          <a:pt x="51360" y="81789"/>
                        </a:lnTo>
                        <a:lnTo>
                          <a:pt x="13657" y="81789"/>
                        </a:lnTo>
                        <a:lnTo>
                          <a:pt x="13657" y="59124"/>
                        </a:lnTo>
                        <a:cubicBezTo>
                          <a:pt x="15469" y="59746"/>
                          <a:pt x="17282" y="60208"/>
                          <a:pt x="19094" y="60512"/>
                        </a:cubicBezTo>
                        <a:cubicBezTo>
                          <a:pt x="20920" y="60816"/>
                          <a:pt x="22745" y="60968"/>
                          <a:pt x="24571" y="60968"/>
                        </a:cubicBezTo>
                        <a:cubicBezTo>
                          <a:pt x="34903" y="60968"/>
                          <a:pt x="43085" y="58139"/>
                          <a:pt x="49118" y="52481"/>
                        </a:cubicBezTo>
                        <a:cubicBezTo>
                          <a:pt x="55163" y="46823"/>
                          <a:pt x="58186" y="39163"/>
                          <a:pt x="58186" y="29499"/>
                        </a:cubicBezTo>
                        <a:cubicBezTo>
                          <a:pt x="58186" y="19545"/>
                          <a:pt x="55084" y="11805"/>
                          <a:pt x="48880" y="6279"/>
                        </a:cubicBezTo>
                        <a:cubicBezTo>
                          <a:pt x="42675" y="766"/>
                          <a:pt x="33931" y="-1990"/>
                          <a:pt x="22646" y="-1990"/>
                        </a:cubicBezTo>
                        <a:cubicBezTo>
                          <a:pt x="18757" y="-1990"/>
                          <a:pt x="14795" y="-1660"/>
                          <a:pt x="10760" y="-999"/>
                        </a:cubicBezTo>
                        <a:cubicBezTo>
                          <a:pt x="6738" y="-338"/>
                          <a:pt x="2577" y="654"/>
                          <a:pt x="-1722" y="1976"/>
                        </a:cubicBezTo>
                        <a:lnTo>
                          <a:pt x="-1722" y="14567"/>
                        </a:lnTo>
                        <a:cubicBezTo>
                          <a:pt x="1995" y="12545"/>
                          <a:pt x="5838" y="11038"/>
                          <a:pt x="9807" y="10046"/>
                        </a:cubicBezTo>
                        <a:cubicBezTo>
                          <a:pt x="13776" y="9055"/>
                          <a:pt x="17970" y="8559"/>
                          <a:pt x="22388" y="8559"/>
                        </a:cubicBezTo>
                        <a:cubicBezTo>
                          <a:pt x="29545" y="8559"/>
                          <a:pt x="35207" y="10436"/>
                          <a:pt x="39374" y="14191"/>
                        </a:cubicBezTo>
                        <a:cubicBezTo>
                          <a:pt x="43555" y="17945"/>
                          <a:pt x="45645" y="23048"/>
                          <a:pt x="45645" y="29499"/>
                        </a:cubicBezTo>
                        <a:cubicBezTo>
                          <a:pt x="45645" y="35937"/>
                          <a:pt x="43555" y="41033"/>
                          <a:pt x="39374" y="44788"/>
                        </a:cubicBezTo>
                        <a:cubicBezTo>
                          <a:pt x="35207" y="48555"/>
                          <a:pt x="29545" y="50439"/>
                          <a:pt x="22388" y="50439"/>
                        </a:cubicBezTo>
                        <a:cubicBezTo>
                          <a:pt x="19041" y="50439"/>
                          <a:pt x="15701" y="50069"/>
                          <a:pt x="12367" y="49328"/>
                        </a:cubicBezTo>
                        <a:cubicBezTo>
                          <a:pt x="9046" y="48588"/>
                          <a:pt x="5653" y="47431"/>
                          <a:pt x="2187" y="45858"/>
                        </a:cubicBezTo>
                        <a:lnTo>
                          <a:pt x="218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44" name="Freeform: Shape 343">
                    <a:extLst>
                      <a:ext uri="{FF2B5EF4-FFF2-40B4-BE49-F238E27FC236}">
                        <a16:creationId xmlns:a16="http://schemas.microsoft.com/office/drawing/2014/main" id="{A602540E-C5A6-E849-593E-FB31E113E87C}"/>
                      </a:ext>
                    </a:extLst>
                  </p:cNvPr>
                  <p:cNvSpPr/>
                  <p:nvPr/>
                </p:nvSpPr>
                <p:spPr>
                  <a:xfrm flipV="1">
                    <a:off x="6786146" y="4959304"/>
                    <a:ext cx="63996" cy="95994"/>
                  </a:xfrm>
                  <a:custGeom>
                    <a:avLst/>
                    <a:gdLst>
                      <a:gd name="connsiteX0" fmla="*/ 30241 w 63996"/>
                      <a:gd name="connsiteY0" fmla="*/ 84047 h 95994"/>
                      <a:gd name="connsiteX1" fmla="*/ 15696 w 63996"/>
                      <a:gd name="connsiteY1" fmla="*/ 74529 h 95994"/>
                      <a:gd name="connsiteX2" fmla="*/ 10834 w 63996"/>
                      <a:gd name="connsiteY2" fmla="*/ 45935 h 95994"/>
                      <a:gd name="connsiteX3" fmla="*/ 15696 w 63996"/>
                      <a:gd name="connsiteY3" fmla="*/ 17401 h 95994"/>
                      <a:gd name="connsiteX4" fmla="*/ 30241 w 63996"/>
                      <a:gd name="connsiteY4" fmla="*/ 7883 h 95994"/>
                      <a:gd name="connsiteX5" fmla="*/ 44846 w 63996"/>
                      <a:gd name="connsiteY5" fmla="*/ 17401 h 95994"/>
                      <a:gd name="connsiteX6" fmla="*/ 49728 w 63996"/>
                      <a:gd name="connsiteY6" fmla="*/ 45935 h 95994"/>
                      <a:gd name="connsiteX7" fmla="*/ 44846 w 63996"/>
                      <a:gd name="connsiteY7" fmla="*/ 74529 h 95994"/>
                      <a:gd name="connsiteX8" fmla="*/ 30241 w 63996"/>
                      <a:gd name="connsiteY8" fmla="*/ 84047 h 95994"/>
                      <a:gd name="connsiteX9" fmla="*/ 30241 w 63996"/>
                      <a:gd name="connsiteY9" fmla="*/ 93962 h 95994"/>
                      <a:gd name="connsiteX10" fmla="*/ 54034 w 63996"/>
                      <a:gd name="connsiteY10" fmla="*/ 81648 h 95994"/>
                      <a:gd name="connsiteX11" fmla="*/ 62249 w 63996"/>
                      <a:gd name="connsiteY11" fmla="*/ 45935 h 95994"/>
                      <a:gd name="connsiteX12" fmla="*/ 54034 w 63996"/>
                      <a:gd name="connsiteY12" fmla="*/ 10262 h 95994"/>
                      <a:gd name="connsiteX13" fmla="*/ 30241 w 63996"/>
                      <a:gd name="connsiteY13" fmla="*/ -2032 h 95994"/>
                      <a:gd name="connsiteX14" fmla="*/ 6469 w 63996"/>
                      <a:gd name="connsiteY14" fmla="*/ 10262 h 95994"/>
                      <a:gd name="connsiteX15" fmla="*/ -1747 w 63996"/>
                      <a:gd name="connsiteY15" fmla="*/ 45935 h 95994"/>
                      <a:gd name="connsiteX16" fmla="*/ 6469 w 63996"/>
                      <a:gd name="connsiteY16" fmla="*/ 81648 h 95994"/>
                      <a:gd name="connsiteX17" fmla="*/ 3024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41" y="84047"/>
                        </a:moveTo>
                        <a:cubicBezTo>
                          <a:pt x="23799" y="84047"/>
                          <a:pt x="18950" y="80875"/>
                          <a:pt x="15696" y="74529"/>
                        </a:cubicBezTo>
                        <a:cubicBezTo>
                          <a:pt x="12455" y="68197"/>
                          <a:pt x="10834" y="58666"/>
                          <a:pt x="10834" y="45935"/>
                        </a:cubicBezTo>
                        <a:cubicBezTo>
                          <a:pt x="10834" y="33258"/>
                          <a:pt x="12455" y="23746"/>
                          <a:pt x="15696" y="17401"/>
                        </a:cubicBezTo>
                        <a:cubicBezTo>
                          <a:pt x="18950" y="11055"/>
                          <a:pt x="23799" y="7883"/>
                          <a:pt x="30241" y="7883"/>
                        </a:cubicBezTo>
                        <a:cubicBezTo>
                          <a:pt x="36737" y="7883"/>
                          <a:pt x="41605" y="11055"/>
                          <a:pt x="44846" y="17401"/>
                        </a:cubicBezTo>
                        <a:cubicBezTo>
                          <a:pt x="48101" y="23746"/>
                          <a:pt x="49728" y="33258"/>
                          <a:pt x="49728" y="45935"/>
                        </a:cubicBezTo>
                        <a:cubicBezTo>
                          <a:pt x="49728" y="58666"/>
                          <a:pt x="48101" y="68197"/>
                          <a:pt x="44846" y="74529"/>
                        </a:cubicBezTo>
                        <a:cubicBezTo>
                          <a:pt x="41605" y="80875"/>
                          <a:pt x="36737" y="84047"/>
                          <a:pt x="30241" y="84047"/>
                        </a:cubicBezTo>
                        <a:close/>
                        <a:moveTo>
                          <a:pt x="30241" y="93962"/>
                        </a:moveTo>
                        <a:cubicBezTo>
                          <a:pt x="40626" y="93962"/>
                          <a:pt x="48557" y="89857"/>
                          <a:pt x="54034" y="81648"/>
                        </a:cubicBezTo>
                        <a:cubicBezTo>
                          <a:pt x="59511" y="73452"/>
                          <a:pt x="62249" y="61548"/>
                          <a:pt x="62249" y="45935"/>
                        </a:cubicBezTo>
                        <a:cubicBezTo>
                          <a:pt x="62249" y="30363"/>
                          <a:pt x="59511" y="18471"/>
                          <a:pt x="54034" y="10262"/>
                        </a:cubicBezTo>
                        <a:cubicBezTo>
                          <a:pt x="48557" y="2066"/>
                          <a:pt x="40626" y="-2032"/>
                          <a:pt x="30241" y="-2032"/>
                        </a:cubicBezTo>
                        <a:cubicBezTo>
                          <a:pt x="19870" y="-2032"/>
                          <a:pt x="11946" y="2066"/>
                          <a:pt x="6469" y="10262"/>
                        </a:cubicBezTo>
                        <a:cubicBezTo>
                          <a:pt x="992" y="18471"/>
                          <a:pt x="-1747" y="30363"/>
                          <a:pt x="-1747" y="45935"/>
                        </a:cubicBezTo>
                        <a:cubicBezTo>
                          <a:pt x="-1747" y="61548"/>
                          <a:pt x="992" y="73452"/>
                          <a:pt x="6469" y="81648"/>
                        </a:cubicBezTo>
                        <a:cubicBezTo>
                          <a:pt x="11946" y="89857"/>
                          <a:pt x="19870" y="93962"/>
                          <a:pt x="3024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45" name="Graphic 299">
                <a:extLst>
                  <a:ext uri="{FF2B5EF4-FFF2-40B4-BE49-F238E27FC236}">
                    <a16:creationId xmlns:a16="http://schemas.microsoft.com/office/drawing/2014/main" id="{FA8BAD42-F70D-82AF-7879-444A092ED9A7}"/>
                  </a:ext>
                </a:extLst>
              </p:cNvPr>
              <p:cNvGrpSpPr/>
              <p:nvPr/>
            </p:nvGrpSpPr>
            <p:grpSpPr>
              <a:xfrm>
                <a:off x="7194317" y="4868227"/>
                <a:ext cx="224169" cy="187070"/>
                <a:chOff x="719431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46" name="Freeform: Shape 345">
                  <a:extLst>
                    <a:ext uri="{FF2B5EF4-FFF2-40B4-BE49-F238E27FC236}">
                      <a16:creationId xmlns:a16="http://schemas.microsoft.com/office/drawing/2014/main" id="{17B8DA17-BAAA-4638-7372-4A73E44DD3B8}"/>
                    </a:ext>
                  </a:extLst>
                </p:cNvPr>
                <p:cNvSpPr/>
                <p:nvPr/>
              </p:nvSpPr>
              <p:spPr>
                <a:xfrm>
                  <a:off x="7305720" y="4868227"/>
                  <a:ext cx="12700" cy="44417"/>
                </a:xfrm>
                <a:custGeom>
                  <a:avLst/>
                  <a:gdLst>
                    <a:gd name="connsiteX0" fmla="*/ 326 w 12700"/>
                    <a:gd name="connsiteY0" fmla="*/ 286 h 44417"/>
                    <a:gd name="connsiteX1" fmla="*/ 32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26" y="286"/>
                      </a:moveTo>
                      <a:lnTo>
                        <a:pt x="32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47" name="Graphic 299">
                  <a:extLst>
                    <a:ext uri="{FF2B5EF4-FFF2-40B4-BE49-F238E27FC236}">
                      <a16:creationId xmlns:a16="http://schemas.microsoft.com/office/drawing/2014/main" id="{46E5B54A-7359-0D45-4544-D26B47C79707}"/>
                    </a:ext>
                  </a:extLst>
                </p:cNvPr>
                <p:cNvGrpSpPr/>
                <p:nvPr/>
              </p:nvGrpSpPr>
              <p:grpSpPr>
                <a:xfrm>
                  <a:off x="7194317" y="4959304"/>
                  <a:ext cx="224169" cy="95994"/>
                  <a:chOff x="719431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48" name="Freeform: Shape 347">
                    <a:extLst>
                      <a:ext uri="{FF2B5EF4-FFF2-40B4-BE49-F238E27FC236}">
                        <a16:creationId xmlns:a16="http://schemas.microsoft.com/office/drawing/2014/main" id="{343DD07E-6E51-1577-3FED-3CD5D563BE4F}"/>
                      </a:ext>
                    </a:extLst>
                  </p:cNvPr>
                  <p:cNvSpPr/>
                  <p:nvPr/>
                </p:nvSpPr>
                <p:spPr>
                  <a:xfrm flipV="1">
                    <a:off x="7194317" y="4960969"/>
                    <a:ext cx="59908" cy="94328"/>
                  </a:xfrm>
                  <a:custGeom>
                    <a:avLst/>
                    <a:gdLst>
                      <a:gd name="connsiteX0" fmla="*/ 2226 w 59908"/>
                      <a:gd name="connsiteY0" fmla="*/ 92338 h 94328"/>
                      <a:gd name="connsiteX1" fmla="*/ 51398 w 59908"/>
                      <a:gd name="connsiteY1" fmla="*/ 92338 h 94328"/>
                      <a:gd name="connsiteX2" fmla="*/ 51398 w 59908"/>
                      <a:gd name="connsiteY2" fmla="*/ 81789 h 94328"/>
                      <a:gd name="connsiteX3" fmla="*/ 13695 w 59908"/>
                      <a:gd name="connsiteY3" fmla="*/ 81789 h 94328"/>
                      <a:gd name="connsiteX4" fmla="*/ 13695 w 59908"/>
                      <a:gd name="connsiteY4" fmla="*/ 59124 h 94328"/>
                      <a:gd name="connsiteX5" fmla="*/ 19132 w 59908"/>
                      <a:gd name="connsiteY5" fmla="*/ 60512 h 94328"/>
                      <a:gd name="connsiteX6" fmla="*/ 24609 w 59908"/>
                      <a:gd name="connsiteY6" fmla="*/ 60968 h 94328"/>
                      <a:gd name="connsiteX7" fmla="*/ 49156 w 59908"/>
                      <a:gd name="connsiteY7" fmla="*/ 52481 h 94328"/>
                      <a:gd name="connsiteX8" fmla="*/ 58225 w 59908"/>
                      <a:gd name="connsiteY8" fmla="*/ 29499 h 94328"/>
                      <a:gd name="connsiteX9" fmla="*/ 48918 w 59908"/>
                      <a:gd name="connsiteY9" fmla="*/ 6279 h 94328"/>
                      <a:gd name="connsiteX10" fmla="*/ 22684 w 59908"/>
                      <a:gd name="connsiteY10" fmla="*/ -1990 h 94328"/>
                      <a:gd name="connsiteX11" fmla="*/ 10798 w 59908"/>
                      <a:gd name="connsiteY11" fmla="*/ -999 h 94328"/>
                      <a:gd name="connsiteX12" fmla="*/ -1684 w 59908"/>
                      <a:gd name="connsiteY12" fmla="*/ 1976 h 94328"/>
                      <a:gd name="connsiteX13" fmla="*/ -1684 w 59908"/>
                      <a:gd name="connsiteY13" fmla="*/ 14567 h 94328"/>
                      <a:gd name="connsiteX14" fmla="*/ 9846 w 59908"/>
                      <a:gd name="connsiteY14" fmla="*/ 10046 h 94328"/>
                      <a:gd name="connsiteX15" fmla="*/ 22426 w 59908"/>
                      <a:gd name="connsiteY15" fmla="*/ 8559 h 94328"/>
                      <a:gd name="connsiteX16" fmla="*/ 39413 w 59908"/>
                      <a:gd name="connsiteY16" fmla="*/ 14191 h 94328"/>
                      <a:gd name="connsiteX17" fmla="*/ 45683 w 59908"/>
                      <a:gd name="connsiteY17" fmla="*/ 29499 h 94328"/>
                      <a:gd name="connsiteX18" fmla="*/ 39413 w 59908"/>
                      <a:gd name="connsiteY18" fmla="*/ 44788 h 94328"/>
                      <a:gd name="connsiteX19" fmla="*/ 22426 w 59908"/>
                      <a:gd name="connsiteY19" fmla="*/ 50439 h 94328"/>
                      <a:gd name="connsiteX20" fmla="*/ 12405 w 59908"/>
                      <a:gd name="connsiteY20" fmla="*/ 49328 h 94328"/>
                      <a:gd name="connsiteX21" fmla="*/ 2226 w 59908"/>
                      <a:gd name="connsiteY21" fmla="*/ 45858 h 94328"/>
                      <a:gd name="connsiteX22" fmla="*/ 222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26" y="92338"/>
                        </a:moveTo>
                        <a:lnTo>
                          <a:pt x="51398" y="92338"/>
                        </a:lnTo>
                        <a:lnTo>
                          <a:pt x="51398" y="81789"/>
                        </a:lnTo>
                        <a:lnTo>
                          <a:pt x="13695" y="81789"/>
                        </a:lnTo>
                        <a:lnTo>
                          <a:pt x="13695" y="59124"/>
                        </a:lnTo>
                        <a:cubicBezTo>
                          <a:pt x="15508" y="59746"/>
                          <a:pt x="17320" y="60208"/>
                          <a:pt x="19132" y="60512"/>
                        </a:cubicBezTo>
                        <a:cubicBezTo>
                          <a:pt x="20958" y="60816"/>
                          <a:pt x="22784" y="60968"/>
                          <a:pt x="24609" y="60968"/>
                        </a:cubicBezTo>
                        <a:cubicBezTo>
                          <a:pt x="34941" y="60968"/>
                          <a:pt x="43124" y="58139"/>
                          <a:pt x="49156" y="52481"/>
                        </a:cubicBezTo>
                        <a:cubicBezTo>
                          <a:pt x="55202" y="46823"/>
                          <a:pt x="58225" y="39163"/>
                          <a:pt x="58225" y="29499"/>
                        </a:cubicBezTo>
                        <a:cubicBezTo>
                          <a:pt x="58225" y="19545"/>
                          <a:pt x="55122" y="11805"/>
                          <a:pt x="48918" y="6279"/>
                        </a:cubicBezTo>
                        <a:cubicBezTo>
                          <a:pt x="42713" y="766"/>
                          <a:pt x="33969" y="-1990"/>
                          <a:pt x="22684" y="-1990"/>
                        </a:cubicBezTo>
                        <a:cubicBezTo>
                          <a:pt x="18795" y="-1990"/>
                          <a:pt x="14833" y="-1660"/>
                          <a:pt x="10798" y="-999"/>
                        </a:cubicBezTo>
                        <a:cubicBezTo>
                          <a:pt x="6776" y="-338"/>
                          <a:pt x="2616" y="654"/>
                          <a:pt x="-1684" y="1976"/>
                        </a:cubicBezTo>
                        <a:lnTo>
                          <a:pt x="-1684" y="14567"/>
                        </a:lnTo>
                        <a:cubicBezTo>
                          <a:pt x="2034" y="12545"/>
                          <a:pt x="5877" y="11038"/>
                          <a:pt x="9846" y="10046"/>
                        </a:cubicBezTo>
                        <a:cubicBezTo>
                          <a:pt x="13814" y="9055"/>
                          <a:pt x="18008" y="8559"/>
                          <a:pt x="22426" y="8559"/>
                        </a:cubicBezTo>
                        <a:cubicBezTo>
                          <a:pt x="29583" y="8559"/>
                          <a:pt x="35246" y="10436"/>
                          <a:pt x="39413" y="14191"/>
                        </a:cubicBezTo>
                        <a:cubicBezTo>
                          <a:pt x="43593" y="17945"/>
                          <a:pt x="45683" y="23048"/>
                          <a:pt x="45683" y="29499"/>
                        </a:cubicBezTo>
                        <a:cubicBezTo>
                          <a:pt x="45683" y="35937"/>
                          <a:pt x="43593" y="41033"/>
                          <a:pt x="39413" y="44788"/>
                        </a:cubicBezTo>
                        <a:cubicBezTo>
                          <a:pt x="35246" y="48555"/>
                          <a:pt x="29583" y="50439"/>
                          <a:pt x="22426" y="50439"/>
                        </a:cubicBezTo>
                        <a:cubicBezTo>
                          <a:pt x="19080" y="50439"/>
                          <a:pt x="15739" y="50069"/>
                          <a:pt x="12405" y="49328"/>
                        </a:cubicBezTo>
                        <a:cubicBezTo>
                          <a:pt x="9085" y="48588"/>
                          <a:pt x="5692" y="47431"/>
                          <a:pt x="2226" y="45858"/>
                        </a:cubicBezTo>
                        <a:lnTo>
                          <a:pt x="222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49" name="Freeform: Shape 348">
                    <a:extLst>
                      <a:ext uri="{FF2B5EF4-FFF2-40B4-BE49-F238E27FC236}">
                        <a16:creationId xmlns:a16="http://schemas.microsoft.com/office/drawing/2014/main" id="{4F41B029-1391-8297-73C8-3A88627F702E}"/>
                      </a:ext>
                    </a:extLst>
                  </p:cNvPr>
                  <p:cNvSpPr/>
                  <p:nvPr/>
                </p:nvSpPr>
                <p:spPr>
                  <a:xfrm flipV="1">
                    <a:off x="7274186" y="4959304"/>
                    <a:ext cx="63936" cy="95994"/>
                  </a:xfrm>
                  <a:custGeom>
                    <a:avLst/>
                    <a:gdLst>
                      <a:gd name="connsiteX0" fmla="*/ 31328 w 63936"/>
                      <a:gd name="connsiteY0" fmla="*/ 51012 h 95994"/>
                      <a:gd name="connsiteX1" fmla="*/ 17953 w 63936"/>
                      <a:gd name="connsiteY1" fmla="*/ 45241 h 95994"/>
                      <a:gd name="connsiteX2" fmla="*/ 13032 w 63936"/>
                      <a:gd name="connsiteY2" fmla="*/ 29457 h 95994"/>
                      <a:gd name="connsiteX3" fmla="*/ 17953 w 63936"/>
                      <a:gd name="connsiteY3" fmla="*/ 13673 h 95994"/>
                      <a:gd name="connsiteX4" fmla="*/ 31328 w 63936"/>
                      <a:gd name="connsiteY4" fmla="*/ 7883 h 95994"/>
                      <a:gd name="connsiteX5" fmla="*/ 44683 w 63936"/>
                      <a:gd name="connsiteY5" fmla="*/ 13673 h 95994"/>
                      <a:gd name="connsiteX6" fmla="*/ 49604 w 63936"/>
                      <a:gd name="connsiteY6" fmla="*/ 29457 h 95994"/>
                      <a:gd name="connsiteX7" fmla="*/ 44683 w 63936"/>
                      <a:gd name="connsiteY7" fmla="*/ 45241 h 95994"/>
                      <a:gd name="connsiteX8" fmla="*/ 31328 w 63936"/>
                      <a:gd name="connsiteY8" fmla="*/ 51012 h 95994"/>
                      <a:gd name="connsiteX9" fmla="*/ 56192 w 63936"/>
                      <a:gd name="connsiteY9" fmla="*/ 90254 h 95994"/>
                      <a:gd name="connsiteX10" fmla="*/ 56192 w 63936"/>
                      <a:gd name="connsiteY10" fmla="*/ 78852 h 95994"/>
                      <a:gd name="connsiteX11" fmla="*/ 46667 w 63936"/>
                      <a:gd name="connsiteY11" fmla="*/ 82243 h 95994"/>
                      <a:gd name="connsiteX12" fmla="*/ 37142 w 63936"/>
                      <a:gd name="connsiteY12" fmla="*/ 83433 h 95994"/>
                      <a:gd name="connsiteX13" fmla="*/ 18191 w 63936"/>
                      <a:gd name="connsiteY13" fmla="*/ 75065 h 95994"/>
                      <a:gd name="connsiteX14" fmla="*/ 10730 w 63936"/>
                      <a:gd name="connsiteY14" fmla="*/ 49782 h 95994"/>
                      <a:gd name="connsiteX15" fmla="*/ 19898 w 63936"/>
                      <a:gd name="connsiteY15" fmla="*/ 58051 h 95994"/>
                      <a:gd name="connsiteX16" fmla="*/ 32062 w 63936"/>
                      <a:gd name="connsiteY16" fmla="*/ 60926 h 95994"/>
                      <a:gd name="connsiteX17" fmla="*/ 54109 w 63936"/>
                      <a:gd name="connsiteY17" fmla="*/ 52459 h 95994"/>
                      <a:gd name="connsiteX18" fmla="*/ 62205 w 63936"/>
                      <a:gd name="connsiteY18" fmla="*/ 29457 h 95994"/>
                      <a:gd name="connsiteX19" fmla="*/ 53771 w 63936"/>
                      <a:gd name="connsiteY19" fmla="*/ 6574 h 95994"/>
                      <a:gd name="connsiteX20" fmla="*/ 31328 w 63936"/>
                      <a:gd name="connsiteY20" fmla="*/ -2032 h 95994"/>
                      <a:gd name="connsiteX21" fmla="*/ 6761 w 63936"/>
                      <a:gd name="connsiteY21" fmla="*/ 10262 h 95994"/>
                      <a:gd name="connsiteX22" fmla="*/ -1732 w 63936"/>
                      <a:gd name="connsiteY22" fmla="*/ 45935 h 95994"/>
                      <a:gd name="connsiteX23" fmla="*/ 8686 w 63936"/>
                      <a:gd name="connsiteY23" fmla="*/ 80914 h 95994"/>
                      <a:gd name="connsiteX24" fmla="*/ 36646 w 63936"/>
                      <a:gd name="connsiteY24" fmla="*/ 93962 h 95994"/>
                      <a:gd name="connsiteX25" fmla="*/ 46171 w 63936"/>
                      <a:gd name="connsiteY25" fmla="*/ 93030 h 95994"/>
                      <a:gd name="connsiteX26" fmla="*/ 56192 w 63936"/>
                      <a:gd name="connsiteY26" fmla="*/ 9025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936" h="95994">
                        <a:moveTo>
                          <a:pt x="31328" y="51012"/>
                        </a:moveTo>
                        <a:cubicBezTo>
                          <a:pt x="25706" y="51012"/>
                          <a:pt x="21247" y="49088"/>
                          <a:pt x="17953" y="45241"/>
                        </a:cubicBezTo>
                        <a:cubicBezTo>
                          <a:pt x="14672" y="41408"/>
                          <a:pt x="13032" y="36146"/>
                          <a:pt x="13032" y="29457"/>
                        </a:cubicBezTo>
                        <a:cubicBezTo>
                          <a:pt x="13032" y="22808"/>
                          <a:pt x="14672" y="17546"/>
                          <a:pt x="17953" y="13673"/>
                        </a:cubicBezTo>
                        <a:cubicBezTo>
                          <a:pt x="21247" y="9813"/>
                          <a:pt x="25706" y="7883"/>
                          <a:pt x="31328" y="7883"/>
                        </a:cubicBezTo>
                        <a:cubicBezTo>
                          <a:pt x="36950" y="7883"/>
                          <a:pt x="41402" y="9813"/>
                          <a:pt x="44683" y="13673"/>
                        </a:cubicBezTo>
                        <a:cubicBezTo>
                          <a:pt x="47964" y="17546"/>
                          <a:pt x="49604" y="22808"/>
                          <a:pt x="49604" y="29457"/>
                        </a:cubicBezTo>
                        <a:cubicBezTo>
                          <a:pt x="49604" y="36146"/>
                          <a:pt x="47964" y="41408"/>
                          <a:pt x="44683" y="45241"/>
                        </a:cubicBezTo>
                        <a:cubicBezTo>
                          <a:pt x="41402" y="49088"/>
                          <a:pt x="36950" y="51012"/>
                          <a:pt x="31328" y="51012"/>
                        </a:cubicBezTo>
                        <a:close/>
                        <a:moveTo>
                          <a:pt x="56192" y="90254"/>
                        </a:moveTo>
                        <a:lnTo>
                          <a:pt x="56192" y="78852"/>
                        </a:lnTo>
                        <a:cubicBezTo>
                          <a:pt x="53044" y="80333"/>
                          <a:pt x="49869" y="81463"/>
                          <a:pt x="46667" y="82243"/>
                        </a:cubicBezTo>
                        <a:cubicBezTo>
                          <a:pt x="43466" y="83036"/>
                          <a:pt x="40291" y="83433"/>
                          <a:pt x="37142" y="83433"/>
                        </a:cubicBezTo>
                        <a:cubicBezTo>
                          <a:pt x="28874" y="83433"/>
                          <a:pt x="22557" y="80643"/>
                          <a:pt x="18191" y="75065"/>
                        </a:cubicBezTo>
                        <a:cubicBezTo>
                          <a:pt x="13839" y="69486"/>
                          <a:pt x="11352" y="61058"/>
                          <a:pt x="10730" y="49782"/>
                        </a:cubicBezTo>
                        <a:cubicBezTo>
                          <a:pt x="13164" y="53378"/>
                          <a:pt x="16220" y="56134"/>
                          <a:pt x="19898" y="58051"/>
                        </a:cubicBezTo>
                        <a:cubicBezTo>
                          <a:pt x="23589" y="59968"/>
                          <a:pt x="27644" y="60926"/>
                          <a:pt x="32062" y="60926"/>
                        </a:cubicBezTo>
                        <a:cubicBezTo>
                          <a:pt x="41362" y="60926"/>
                          <a:pt x="48711" y="58104"/>
                          <a:pt x="54109" y="52459"/>
                        </a:cubicBezTo>
                        <a:cubicBezTo>
                          <a:pt x="59506" y="46828"/>
                          <a:pt x="62205" y="39160"/>
                          <a:pt x="62205" y="29457"/>
                        </a:cubicBezTo>
                        <a:cubicBezTo>
                          <a:pt x="62205" y="19952"/>
                          <a:pt x="59394" y="12324"/>
                          <a:pt x="53771" y="6574"/>
                        </a:cubicBezTo>
                        <a:cubicBezTo>
                          <a:pt x="48149" y="837"/>
                          <a:pt x="40668" y="-2032"/>
                          <a:pt x="31328" y="-2032"/>
                        </a:cubicBezTo>
                        <a:cubicBezTo>
                          <a:pt x="20612" y="-2032"/>
                          <a:pt x="12423" y="2066"/>
                          <a:pt x="6761" y="10262"/>
                        </a:cubicBezTo>
                        <a:cubicBezTo>
                          <a:pt x="1099" y="18471"/>
                          <a:pt x="-1732" y="30363"/>
                          <a:pt x="-1732" y="45935"/>
                        </a:cubicBezTo>
                        <a:cubicBezTo>
                          <a:pt x="-1732" y="60556"/>
                          <a:pt x="1741" y="72216"/>
                          <a:pt x="8686" y="80914"/>
                        </a:cubicBezTo>
                        <a:cubicBezTo>
                          <a:pt x="15632" y="89613"/>
                          <a:pt x="24952" y="93962"/>
                          <a:pt x="36646" y="93962"/>
                        </a:cubicBezTo>
                        <a:cubicBezTo>
                          <a:pt x="39795" y="93962"/>
                          <a:pt x="42970" y="93651"/>
                          <a:pt x="46171" y="93030"/>
                        </a:cubicBezTo>
                        <a:cubicBezTo>
                          <a:pt x="49373" y="92409"/>
                          <a:pt x="52713" y="91483"/>
                          <a:pt x="56192" y="9025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50" name="Freeform: Shape 349">
                    <a:extLst>
                      <a:ext uri="{FF2B5EF4-FFF2-40B4-BE49-F238E27FC236}">
                        <a16:creationId xmlns:a16="http://schemas.microsoft.com/office/drawing/2014/main" id="{44313273-08B2-D8FE-50B3-52385BA74D73}"/>
                      </a:ext>
                    </a:extLst>
                  </p:cNvPr>
                  <p:cNvSpPr/>
                  <p:nvPr/>
                </p:nvSpPr>
                <p:spPr>
                  <a:xfrm flipV="1">
                    <a:off x="7354491" y="4959304"/>
                    <a:ext cx="63996" cy="95994"/>
                  </a:xfrm>
                  <a:custGeom>
                    <a:avLst/>
                    <a:gdLst>
                      <a:gd name="connsiteX0" fmla="*/ 30286 w 63996"/>
                      <a:gd name="connsiteY0" fmla="*/ 84047 h 95994"/>
                      <a:gd name="connsiteX1" fmla="*/ 15741 w 63996"/>
                      <a:gd name="connsiteY1" fmla="*/ 74529 h 95994"/>
                      <a:gd name="connsiteX2" fmla="*/ 10879 w 63996"/>
                      <a:gd name="connsiteY2" fmla="*/ 45935 h 95994"/>
                      <a:gd name="connsiteX3" fmla="*/ 15741 w 63996"/>
                      <a:gd name="connsiteY3" fmla="*/ 17401 h 95994"/>
                      <a:gd name="connsiteX4" fmla="*/ 30286 w 63996"/>
                      <a:gd name="connsiteY4" fmla="*/ 7883 h 95994"/>
                      <a:gd name="connsiteX5" fmla="*/ 44891 w 63996"/>
                      <a:gd name="connsiteY5" fmla="*/ 17401 h 95994"/>
                      <a:gd name="connsiteX6" fmla="*/ 49773 w 63996"/>
                      <a:gd name="connsiteY6" fmla="*/ 45935 h 95994"/>
                      <a:gd name="connsiteX7" fmla="*/ 44891 w 63996"/>
                      <a:gd name="connsiteY7" fmla="*/ 74529 h 95994"/>
                      <a:gd name="connsiteX8" fmla="*/ 30286 w 63996"/>
                      <a:gd name="connsiteY8" fmla="*/ 84047 h 95994"/>
                      <a:gd name="connsiteX9" fmla="*/ 30286 w 63996"/>
                      <a:gd name="connsiteY9" fmla="*/ 93962 h 95994"/>
                      <a:gd name="connsiteX10" fmla="*/ 54079 w 63996"/>
                      <a:gd name="connsiteY10" fmla="*/ 81648 h 95994"/>
                      <a:gd name="connsiteX11" fmla="*/ 62294 w 63996"/>
                      <a:gd name="connsiteY11" fmla="*/ 45935 h 95994"/>
                      <a:gd name="connsiteX12" fmla="*/ 54079 w 63996"/>
                      <a:gd name="connsiteY12" fmla="*/ 10262 h 95994"/>
                      <a:gd name="connsiteX13" fmla="*/ 30286 w 63996"/>
                      <a:gd name="connsiteY13" fmla="*/ -2032 h 95994"/>
                      <a:gd name="connsiteX14" fmla="*/ 6513 w 63996"/>
                      <a:gd name="connsiteY14" fmla="*/ 10262 h 95994"/>
                      <a:gd name="connsiteX15" fmla="*/ -1702 w 63996"/>
                      <a:gd name="connsiteY15" fmla="*/ 45935 h 95994"/>
                      <a:gd name="connsiteX16" fmla="*/ 6513 w 63996"/>
                      <a:gd name="connsiteY16" fmla="*/ 81648 h 95994"/>
                      <a:gd name="connsiteX17" fmla="*/ 3028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86" y="84047"/>
                        </a:moveTo>
                        <a:cubicBezTo>
                          <a:pt x="23844" y="84047"/>
                          <a:pt x="18995" y="80875"/>
                          <a:pt x="15741" y="74529"/>
                        </a:cubicBezTo>
                        <a:cubicBezTo>
                          <a:pt x="12500" y="68197"/>
                          <a:pt x="10879" y="58666"/>
                          <a:pt x="10879" y="45935"/>
                        </a:cubicBezTo>
                        <a:cubicBezTo>
                          <a:pt x="10879" y="33258"/>
                          <a:pt x="12500" y="23746"/>
                          <a:pt x="15741" y="17401"/>
                        </a:cubicBezTo>
                        <a:cubicBezTo>
                          <a:pt x="18995" y="11055"/>
                          <a:pt x="23844" y="7883"/>
                          <a:pt x="30286" y="7883"/>
                        </a:cubicBezTo>
                        <a:cubicBezTo>
                          <a:pt x="36782" y="7883"/>
                          <a:pt x="41650" y="11055"/>
                          <a:pt x="44891" y="17401"/>
                        </a:cubicBezTo>
                        <a:cubicBezTo>
                          <a:pt x="48146" y="23746"/>
                          <a:pt x="49773" y="33258"/>
                          <a:pt x="49773" y="45935"/>
                        </a:cubicBezTo>
                        <a:cubicBezTo>
                          <a:pt x="49773" y="58666"/>
                          <a:pt x="48146" y="68197"/>
                          <a:pt x="44891" y="74529"/>
                        </a:cubicBezTo>
                        <a:cubicBezTo>
                          <a:pt x="41650" y="80875"/>
                          <a:pt x="36782" y="84047"/>
                          <a:pt x="30286" y="84047"/>
                        </a:cubicBezTo>
                        <a:close/>
                        <a:moveTo>
                          <a:pt x="30286" y="93962"/>
                        </a:moveTo>
                        <a:cubicBezTo>
                          <a:pt x="40671" y="93962"/>
                          <a:pt x="48602" y="89857"/>
                          <a:pt x="54079" y="81648"/>
                        </a:cubicBezTo>
                        <a:cubicBezTo>
                          <a:pt x="59556" y="73452"/>
                          <a:pt x="62294" y="61548"/>
                          <a:pt x="62294" y="45935"/>
                        </a:cubicBezTo>
                        <a:cubicBezTo>
                          <a:pt x="62294" y="30363"/>
                          <a:pt x="59556" y="18471"/>
                          <a:pt x="54079" y="10262"/>
                        </a:cubicBezTo>
                        <a:cubicBezTo>
                          <a:pt x="48602" y="2066"/>
                          <a:pt x="40671" y="-2032"/>
                          <a:pt x="30286" y="-2032"/>
                        </a:cubicBezTo>
                        <a:cubicBezTo>
                          <a:pt x="19915" y="-2032"/>
                          <a:pt x="11990" y="2066"/>
                          <a:pt x="6513" y="10262"/>
                        </a:cubicBezTo>
                        <a:cubicBezTo>
                          <a:pt x="1037" y="18471"/>
                          <a:pt x="-1702" y="30363"/>
                          <a:pt x="-1702" y="45935"/>
                        </a:cubicBezTo>
                        <a:cubicBezTo>
                          <a:pt x="-1702" y="61548"/>
                          <a:pt x="1037" y="73452"/>
                          <a:pt x="6513" y="81648"/>
                        </a:cubicBezTo>
                        <a:cubicBezTo>
                          <a:pt x="11990" y="89857"/>
                          <a:pt x="19915" y="93962"/>
                          <a:pt x="3028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51" name="Graphic 299">
                <a:extLst>
                  <a:ext uri="{FF2B5EF4-FFF2-40B4-BE49-F238E27FC236}">
                    <a16:creationId xmlns:a16="http://schemas.microsoft.com/office/drawing/2014/main" id="{A9FFDDBD-C675-C3F9-23EE-80A5662066EC}"/>
                  </a:ext>
                </a:extLst>
              </p:cNvPr>
              <p:cNvGrpSpPr/>
              <p:nvPr/>
            </p:nvGrpSpPr>
            <p:grpSpPr>
              <a:xfrm>
                <a:off x="7762663" y="4868227"/>
                <a:ext cx="224169" cy="187070"/>
                <a:chOff x="7762663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AE07F8E5-5EF6-8433-724D-082046346F5C}"/>
                    </a:ext>
                  </a:extLst>
                </p:cNvPr>
                <p:cNvSpPr/>
                <p:nvPr/>
              </p:nvSpPr>
              <p:spPr>
                <a:xfrm>
                  <a:off x="7874066" y="4868227"/>
                  <a:ext cx="12700" cy="44417"/>
                </a:xfrm>
                <a:custGeom>
                  <a:avLst/>
                  <a:gdLst>
                    <a:gd name="connsiteX0" fmla="*/ 371 w 12700"/>
                    <a:gd name="connsiteY0" fmla="*/ 286 h 44417"/>
                    <a:gd name="connsiteX1" fmla="*/ 371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71" y="286"/>
                      </a:moveTo>
                      <a:lnTo>
                        <a:pt x="371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53" name="Graphic 299">
                  <a:extLst>
                    <a:ext uri="{FF2B5EF4-FFF2-40B4-BE49-F238E27FC236}">
                      <a16:creationId xmlns:a16="http://schemas.microsoft.com/office/drawing/2014/main" id="{046F50CD-4072-7F9E-0A0C-95A920C276FC}"/>
                    </a:ext>
                  </a:extLst>
                </p:cNvPr>
                <p:cNvGrpSpPr/>
                <p:nvPr/>
              </p:nvGrpSpPr>
              <p:grpSpPr>
                <a:xfrm>
                  <a:off x="7762663" y="4959304"/>
                  <a:ext cx="224169" cy="95994"/>
                  <a:chOff x="7762663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54" name="Freeform: Shape 353">
                    <a:extLst>
                      <a:ext uri="{FF2B5EF4-FFF2-40B4-BE49-F238E27FC236}">
                        <a16:creationId xmlns:a16="http://schemas.microsoft.com/office/drawing/2014/main" id="{D7AF9E13-03AF-C4E1-3F81-F4F51C7EBF87}"/>
                      </a:ext>
                    </a:extLst>
                  </p:cNvPr>
                  <p:cNvSpPr/>
                  <p:nvPr/>
                </p:nvSpPr>
                <p:spPr>
                  <a:xfrm flipV="1">
                    <a:off x="7762663" y="4960969"/>
                    <a:ext cx="59908" cy="94328"/>
                  </a:xfrm>
                  <a:custGeom>
                    <a:avLst/>
                    <a:gdLst>
                      <a:gd name="connsiteX0" fmla="*/ 2270 w 59908"/>
                      <a:gd name="connsiteY0" fmla="*/ 92338 h 94328"/>
                      <a:gd name="connsiteX1" fmla="*/ 51443 w 59908"/>
                      <a:gd name="connsiteY1" fmla="*/ 92338 h 94328"/>
                      <a:gd name="connsiteX2" fmla="*/ 51443 w 59908"/>
                      <a:gd name="connsiteY2" fmla="*/ 81789 h 94328"/>
                      <a:gd name="connsiteX3" fmla="*/ 13740 w 59908"/>
                      <a:gd name="connsiteY3" fmla="*/ 81789 h 94328"/>
                      <a:gd name="connsiteX4" fmla="*/ 13740 w 59908"/>
                      <a:gd name="connsiteY4" fmla="*/ 59124 h 94328"/>
                      <a:gd name="connsiteX5" fmla="*/ 19177 w 59908"/>
                      <a:gd name="connsiteY5" fmla="*/ 60512 h 94328"/>
                      <a:gd name="connsiteX6" fmla="*/ 24654 w 59908"/>
                      <a:gd name="connsiteY6" fmla="*/ 60968 h 94328"/>
                      <a:gd name="connsiteX7" fmla="*/ 49201 w 59908"/>
                      <a:gd name="connsiteY7" fmla="*/ 52481 h 94328"/>
                      <a:gd name="connsiteX8" fmla="*/ 58269 w 59908"/>
                      <a:gd name="connsiteY8" fmla="*/ 29499 h 94328"/>
                      <a:gd name="connsiteX9" fmla="*/ 48963 w 59908"/>
                      <a:gd name="connsiteY9" fmla="*/ 6279 h 94328"/>
                      <a:gd name="connsiteX10" fmla="*/ 22729 w 59908"/>
                      <a:gd name="connsiteY10" fmla="*/ -1990 h 94328"/>
                      <a:gd name="connsiteX11" fmla="*/ 10843 w 59908"/>
                      <a:gd name="connsiteY11" fmla="*/ -999 h 94328"/>
                      <a:gd name="connsiteX12" fmla="*/ -1639 w 59908"/>
                      <a:gd name="connsiteY12" fmla="*/ 1976 h 94328"/>
                      <a:gd name="connsiteX13" fmla="*/ -1639 w 59908"/>
                      <a:gd name="connsiteY13" fmla="*/ 14567 h 94328"/>
                      <a:gd name="connsiteX14" fmla="*/ 9890 w 59908"/>
                      <a:gd name="connsiteY14" fmla="*/ 10046 h 94328"/>
                      <a:gd name="connsiteX15" fmla="*/ 22471 w 59908"/>
                      <a:gd name="connsiteY15" fmla="*/ 8559 h 94328"/>
                      <a:gd name="connsiteX16" fmla="*/ 39458 w 59908"/>
                      <a:gd name="connsiteY16" fmla="*/ 14191 h 94328"/>
                      <a:gd name="connsiteX17" fmla="*/ 45728 w 59908"/>
                      <a:gd name="connsiteY17" fmla="*/ 29499 h 94328"/>
                      <a:gd name="connsiteX18" fmla="*/ 39458 w 59908"/>
                      <a:gd name="connsiteY18" fmla="*/ 44788 h 94328"/>
                      <a:gd name="connsiteX19" fmla="*/ 22471 w 59908"/>
                      <a:gd name="connsiteY19" fmla="*/ 50439 h 94328"/>
                      <a:gd name="connsiteX20" fmla="*/ 12450 w 59908"/>
                      <a:gd name="connsiteY20" fmla="*/ 49328 h 94328"/>
                      <a:gd name="connsiteX21" fmla="*/ 2270 w 59908"/>
                      <a:gd name="connsiteY21" fmla="*/ 45858 h 94328"/>
                      <a:gd name="connsiteX22" fmla="*/ 2270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70" y="92338"/>
                        </a:moveTo>
                        <a:lnTo>
                          <a:pt x="51443" y="92338"/>
                        </a:lnTo>
                        <a:lnTo>
                          <a:pt x="51443" y="81789"/>
                        </a:lnTo>
                        <a:lnTo>
                          <a:pt x="13740" y="81789"/>
                        </a:lnTo>
                        <a:lnTo>
                          <a:pt x="13740" y="59124"/>
                        </a:lnTo>
                        <a:cubicBezTo>
                          <a:pt x="15552" y="59746"/>
                          <a:pt x="17365" y="60208"/>
                          <a:pt x="19177" y="60512"/>
                        </a:cubicBezTo>
                        <a:cubicBezTo>
                          <a:pt x="21003" y="60816"/>
                          <a:pt x="22828" y="60968"/>
                          <a:pt x="24654" y="60968"/>
                        </a:cubicBezTo>
                        <a:cubicBezTo>
                          <a:pt x="34986" y="60968"/>
                          <a:pt x="43168" y="58139"/>
                          <a:pt x="49201" y="52481"/>
                        </a:cubicBezTo>
                        <a:cubicBezTo>
                          <a:pt x="55247" y="46823"/>
                          <a:pt x="58269" y="39163"/>
                          <a:pt x="58269" y="29499"/>
                        </a:cubicBezTo>
                        <a:cubicBezTo>
                          <a:pt x="58269" y="19545"/>
                          <a:pt x="55167" y="11805"/>
                          <a:pt x="48963" y="6279"/>
                        </a:cubicBezTo>
                        <a:cubicBezTo>
                          <a:pt x="42758" y="766"/>
                          <a:pt x="34014" y="-1990"/>
                          <a:pt x="22729" y="-1990"/>
                        </a:cubicBezTo>
                        <a:cubicBezTo>
                          <a:pt x="18840" y="-1990"/>
                          <a:pt x="14878" y="-1660"/>
                          <a:pt x="10843" y="-999"/>
                        </a:cubicBezTo>
                        <a:cubicBezTo>
                          <a:pt x="6821" y="-338"/>
                          <a:pt x="2661" y="654"/>
                          <a:pt x="-1639" y="1976"/>
                        </a:cubicBezTo>
                        <a:lnTo>
                          <a:pt x="-1639" y="14567"/>
                        </a:lnTo>
                        <a:cubicBezTo>
                          <a:pt x="2078" y="12545"/>
                          <a:pt x="5922" y="11038"/>
                          <a:pt x="9890" y="10046"/>
                        </a:cubicBezTo>
                        <a:cubicBezTo>
                          <a:pt x="13859" y="9055"/>
                          <a:pt x="18053" y="8559"/>
                          <a:pt x="22471" y="8559"/>
                        </a:cubicBezTo>
                        <a:cubicBezTo>
                          <a:pt x="29628" y="8559"/>
                          <a:pt x="35290" y="10436"/>
                          <a:pt x="39458" y="14191"/>
                        </a:cubicBezTo>
                        <a:cubicBezTo>
                          <a:pt x="43638" y="17945"/>
                          <a:pt x="45728" y="23048"/>
                          <a:pt x="45728" y="29499"/>
                        </a:cubicBezTo>
                        <a:cubicBezTo>
                          <a:pt x="45728" y="35937"/>
                          <a:pt x="43638" y="41033"/>
                          <a:pt x="39458" y="44788"/>
                        </a:cubicBezTo>
                        <a:cubicBezTo>
                          <a:pt x="35290" y="48555"/>
                          <a:pt x="29628" y="50439"/>
                          <a:pt x="22471" y="50439"/>
                        </a:cubicBezTo>
                        <a:cubicBezTo>
                          <a:pt x="19124" y="50439"/>
                          <a:pt x="15784" y="50069"/>
                          <a:pt x="12450" y="49328"/>
                        </a:cubicBezTo>
                        <a:cubicBezTo>
                          <a:pt x="9130" y="48588"/>
                          <a:pt x="5736" y="47431"/>
                          <a:pt x="2270" y="45858"/>
                        </a:cubicBezTo>
                        <a:lnTo>
                          <a:pt x="2270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55" name="Freeform: Shape 354">
                    <a:extLst>
                      <a:ext uri="{FF2B5EF4-FFF2-40B4-BE49-F238E27FC236}">
                        <a16:creationId xmlns:a16="http://schemas.microsoft.com/office/drawing/2014/main" id="{516CFD5C-BCCC-FDD4-2735-C277724A0947}"/>
                      </a:ext>
                    </a:extLst>
                  </p:cNvPr>
                  <p:cNvSpPr/>
                  <p:nvPr/>
                </p:nvSpPr>
                <p:spPr>
                  <a:xfrm flipV="1">
                    <a:off x="7844079" y="4960969"/>
                    <a:ext cx="59531" cy="92524"/>
                  </a:xfrm>
                  <a:custGeom>
                    <a:avLst/>
                    <a:gdLst>
                      <a:gd name="connsiteX0" fmla="*/ -1654 w 59531"/>
                      <a:gd name="connsiteY0" fmla="*/ 90488 h 92524"/>
                      <a:gd name="connsiteX1" fmla="*/ 57877 w 59531"/>
                      <a:gd name="connsiteY1" fmla="*/ 90488 h 92524"/>
                      <a:gd name="connsiteX2" fmla="*/ 57877 w 59531"/>
                      <a:gd name="connsiteY2" fmla="*/ 85154 h 92524"/>
                      <a:gd name="connsiteX3" fmla="*/ 24262 w 59531"/>
                      <a:gd name="connsiteY3" fmla="*/ -2036 h 92524"/>
                      <a:gd name="connsiteX4" fmla="*/ 11185 w 59531"/>
                      <a:gd name="connsiteY4" fmla="*/ -2036 h 92524"/>
                      <a:gd name="connsiteX5" fmla="*/ 42816 w 59531"/>
                      <a:gd name="connsiteY5" fmla="*/ 79939 h 92524"/>
                      <a:gd name="connsiteX6" fmla="*/ -1654 w 59531"/>
                      <a:gd name="connsiteY6" fmla="*/ 79939 h 92524"/>
                      <a:gd name="connsiteX7" fmla="*/ -1654 w 59531"/>
                      <a:gd name="connsiteY7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531" h="92524">
                        <a:moveTo>
                          <a:pt x="-1654" y="90488"/>
                        </a:moveTo>
                        <a:lnTo>
                          <a:pt x="57877" y="90488"/>
                        </a:lnTo>
                        <a:lnTo>
                          <a:pt x="57877" y="85154"/>
                        </a:lnTo>
                        <a:lnTo>
                          <a:pt x="24262" y="-2036"/>
                        </a:lnTo>
                        <a:lnTo>
                          <a:pt x="11185" y="-2036"/>
                        </a:lnTo>
                        <a:lnTo>
                          <a:pt x="42816" y="79939"/>
                        </a:lnTo>
                        <a:lnTo>
                          <a:pt x="-1654" y="79939"/>
                        </a:lnTo>
                        <a:lnTo>
                          <a:pt x="-1654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56" name="Freeform: Shape 355">
                    <a:extLst>
                      <a:ext uri="{FF2B5EF4-FFF2-40B4-BE49-F238E27FC236}">
                        <a16:creationId xmlns:a16="http://schemas.microsoft.com/office/drawing/2014/main" id="{C0160592-1ED5-47B6-7E61-1C4527374381}"/>
                      </a:ext>
                    </a:extLst>
                  </p:cNvPr>
                  <p:cNvSpPr/>
                  <p:nvPr/>
                </p:nvSpPr>
                <p:spPr>
                  <a:xfrm flipV="1">
                    <a:off x="7922837" y="4959304"/>
                    <a:ext cx="63996" cy="95994"/>
                  </a:xfrm>
                  <a:custGeom>
                    <a:avLst/>
                    <a:gdLst>
                      <a:gd name="connsiteX0" fmla="*/ 30331 w 63996"/>
                      <a:gd name="connsiteY0" fmla="*/ 84047 h 95994"/>
                      <a:gd name="connsiteX1" fmla="*/ 15786 w 63996"/>
                      <a:gd name="connsiteY1" fmla="*/ 74529 h 95994"/>
                      <a:gd name="connsiteX2" fmla="*/ 10924 w 63996"/>
                      <a:gd name="connsiteY2" fmla="*/ 45935 h 95994"/>
                      <a:gd name="connsiteX3" fmla="*/ 15786 w 63996"/>
                      <a:gd name="connsiteY3" fmla="*/ 17401 h 95994"/>
                      <a:gd name="connsiteX4" fmla="*/ 30331 w 63996"/>
                      <a:gd name="connsiteY4" fmla="*/ 7883 h 95994"/>
                      <a:gd name="connsiteX5" fmla="*/ 44936 w 63996"/>
                      <a:gd name="connsiteY5" fmla="*/ 17401 h 95994"/>
                      <a:gd name="connsiteX6" fmla="*/ 49818 w 63996"/>
                      <a:gd name="connsiteY6" fmla="*/ 45935 h 95994"/>
                      <a:gd name="connsiteX7" fmla="*/ 44936 w 63996"/>
                      <a:gd name="connsiteY7" fmla="*/ 74529 h 95994"/>
                      <a:gd name="connsiteX8" fmla="*/ 30331 w 63996"/>
                      <a:gd name="connsiteY8" fmla="*/ 84047 h 95994"/>
                      <a:gd name="connsiteX9" fmla="*/ 30331 w 63996"/>
                      <a:gd name="connsiteY9" fmla="*/ 93962 h 95994"/>
                      <a:gd name="connsiteX10" fmla="*/ 54124 w 63996"/>
                      <a:gd name="connsiteY10" fmla="*/ 81648 h 95994"/>
                      <a:gd name="connsiteX11" fmla="*/ 62339 w 63996"/>
                      <a:gd name="connsiteY11" fmla="*/ 45935 h 95994"/>
                      <a:gd name="connsiteX12" fmla="*/ 54124 w 63996"/>
                      <a:gd name="connsiteY12" fmla="*/ 10262 h 95994"/>
                      <a:gd name="connsiteX13" fmla="*/ 30331 w 63996"/>
                      <a:gd name="connsiteY13" fmla="*/ -2032 h 95994"/>
                      <a:gd name="connsiteX14" fmla="*/ 6558 w 63996"/>
                      <a:gd name="connsiteY14" fmla="*/ 10262 h 95994"/>
                      <a:gd name="connsiteX15" fmla="*/ -1657 w 63996"/>
                      <a:gd name="connsiteY15" fmla="*/ 45935 h 95994"/>
                      <a:gd name="connsiteX16" fmla="*/ 6558 w 63996"/>
                      <a:gd name="connsiteY16" fmla="*/ 81648 h 95994"/>
                      <a:gd name="connsiteX17" fmla="*/ 3033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31" y="84047"/>
                        </a:moveTo>
                        <a:cubicBezTo>
                          <a:pt x="23888" y="84047"/>
                          <a:pt x="19040" y="80875"/>
                          <a:pt x="15786" y="74529"/>
                        </a:cubicBezTo>
                        <a:cubicBezTo>
                          <a:pt x="12544" y="68197"/>
                          <a:pt x="10924" y="58666"/>
                          <a:pt x="10924" y="45935"/>
                        </a:cubicBezTo>
                        <a:cubicBezTo>
                          <a:pt x="10924" y="33258"/>
                          <a:pt x="12544" y="23746"/>
                          <a:pt x="15786" y="17401"/>
                        </a:cubicBezTo>
                        <a:cubicBezTo>
                          <a:pt x="19040" y="11055"/>
                          <a:pt x="23888" y="7883"/>
                          <a:pt x="30331" y="7883"/>
                        </a:cubicBezTo>
                        <a:cubicBezTo>
                          <a:pt x="36827" y="7883"/>
                          <a:pt x="41695" y="11055"/>
                          <a:pt x="44936" y="17401"/>
                        </a:cubicBezTo>
                        <a:cubicBezTo>
                          <a:pt x="48190" y="23746"/>
                          <a:pt x="49818" y="33258"/>
                          <a:pt x="49818" y="45935"/>
                        </a:cubicBezTo>
                        <a:cubicBezTo>
                          <a:pt x="49818" y="58666"/>
                          <a:pt x="48190" y="68197"/>
                          <a:pt x="44936" y="74529"/>
                        </a:cubicBezTo>
                        <a:cubicBezTo>
                          <a:pt x="41695" y="80875"/>
                          <a:pt x="36827" y="84047"/>
                          <a:pt x="30331" y="84047"/>
                        </a:cubicBezTo>
                        <a:close/>
                        <a:moveTo>
                          <a:pt x="30331" y="93962"/>
                        </a:moveTo>
                        <a:cubicBezTo>
                          <a:pt x="40716" y="93962"/>
                          <a:pt x="48647" y="89857"/>
                          <a:pt x="54124" y="81648"/>
                        </a:cubicBezTo>
                        <a:cubicBezTo>
                          <a:pt x="59601" y="73452"/>
                          <a:pt x="62339" y="61548"/>
                          <a:pt x="62339" y="45935"/>
                        </a:cubicBezTo>
                        <a:cubicBezTo>
                          <a:pt x="62339" y="30363"/>
                          <a:pt x="59601" y="18471"/>
                          <a:pt x="54124" y="10262"/>
                        </a:cubicBezTo>
                        <a:cubicBezTo>
                          <a:pt x="48647" y="2066"/>
                          <a:pt x="40716" y="-2032"/>
                          <a:pt x="30331" y="-2032"/>
                        </a:cubicBezTo>
                        <a:cubicBezTo>
                          <a:pt x="19959" y="-2032"/>
                          <a:pt x="12035" y="2066"/>
                          <a:pt x="6558" y="10262"/>
                        </a:cubicBezTo>
                        <a:cubicBezTo>
                          <a:pt x="1081" y="18471"/>
                          <a:pt x="-1657" y="30363"/>
                          <a:pt x="-1657" y="45935"/>
                        </a:cubicBezTo>
                        <a:cubicBezTo>
                          <a:pt x="-1657" y="61548"/>
                          <a:pt x="1081" y="73452"/>
                          <a:pt x="6558" y="81648"/>
                        </a:cubicBezTo>
                        <a:cubicBezTo>
                          <a:pt x="12035" y="89857"/>
                          <a:pt x="19959" y="93962"/>
                          <a:pt x="3033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57" name="Graphic 299">
                <a:extLst>
                  <a:ext uri="{FF2B5EF4-FFF2-40B4-BE49-F238E27FC236}">
                    <a16:creationId xmlns:a16="http://schemas.microsoft.com/office/drawing/2014/main" id="{85FF640B-428B-8EA3-C547-9139FDE86B40}"/>
                  </a:ext>
                </a:extLst>
              </p:cNvPr>
              <p:cNvGrpSpPr/>
              <p:nvPr/>
            </p:nvGrpSpPr>
            <p:grpSpPr>
              <a:xfrm>
                <a:off x="8331008" y="4868227"/>
                <a:ext cx="224169" cy="187070"/>
                <a:chOff x="8331008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58" name="Freeform: Shape 357">
                  <a:extLst>
                    <a:ext uri="{FF2B5EF4-FFF2-40B4-BE49-F238E27FC236}">
                      <a16:creationId xmlns:a16="http://schemas.microsoft.com/office/drawing/2014/main" id="{DB5B44EA-F41A-C7D7-E3F2-E9C40DCF9E94}"/>
                    </a:ext>
                  </a:extLst>
                </p:cNvPr>
                <p:cNvSpPr/>
                <p:nvPr/>
              </p:nvSpPr>
              <p:spPr>
                <a:xfrm>
                  <a:off x="8442411" y="4868227"/>
                  <a:ext cx="12700" cy="44417"/>
                </a:xfrm>
                <a:custGeom>
                  <a:avLst/>
                  <a:gdLst>
                    <a:gd name="connsiteX0" fmla="*/ 416 w 12700"/>
                    <a:gd name="connsiteY0" fmla="*/ 286 h 44417"/>
                    <a:gd name="connsiteX1" fmla="*/ 41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416" y="286"/>
                      </a:moveTo>
                      <a:lnTo>
                        <a:pt x="41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59" name="Graphic 299">
                  <a:extLst>
                    <a:ext uri="{FF2B5EF4-FFF2-40B4-BE49-F238E27FC236}">
                      <a16:creationId xmlns:a16="http://schemas.microsoft.com/office/drawing/2014/main" id="{7B5E9D22-C84D-C8D0-304C-099BD4E6102B}"/>
                    </a:ext>
                  </a:extLst>
                </p:cNvPr>
                <p:cNvGrpSpPr/>
                <p:nvPr/>
              </p:nvGrpSpPr>
              <p:grpSpPr>
                <a:xfrm>
                  <a:off x="8331008" y="4959304"/>
                  <a:ext cx="224169" cy="95994"/>
                  <a:chOff x="8331008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60" name="Freeform: Shape 359">
                    <a:extLst>
                      <a:ext uri="{FF2B5EF4-FFF2-40B4-BE49-F238E27FC236}">
                        <a16:creationId xmlns:a16="http://schemas.microsoft.com/office/drawing/2014/main" id="{BE746FD7-550D-C4A4-4FFD-08549A58C41A}"/>
                      </a:ext>
                    </a:extLst>
                  </p:cNvPr>
                  <p:cNvSpPr/>
                  <p:nvPr/>
                </p:nvSpPr>
                <p:spPr>
                  <a:xfrm flipV="1">
                    <a:off x="8331008" y="4960969"/>
                    <a:ext cx="59908" cy="94328"/>
                  </a:xfrm>
                  <a:custGeom>
                    <a:avLst/>
                    <a:gdLst>
                      <a:gd name="connsiteX0" fmla="*/ 2315 w 59908"/>
                      <a:gd name="connsiteY0" fmla="*/ 92338 h 94328"/>
                      <a:gd name="connsiteX1" fmla="*/ 51488 w 59908"/>
                      <a:gd name="connsiteY1" fmla="*/ 92338 h 94328"/>
                      <a:gd name="connsiteX2" fmla="*/ 51488 w 59908"/>
                      <a:gd name="connsiteY2" fmla="*/ 81789 h 94328"/>
                      <a:gd name="connsiteX3" fmla="*/ 13785 w 59908"/>
                      <a:gd name="connsiteY3" fmla="*/ 81789 h 94328"/>
                      <a:gd name="connsiteX4" fmla="*/ 13785 w 59908"/>
                      <a:gd name="connsiteY4" fmla="*/ 59124 h 94328"/>
                      <a:gd name="connsiteX5" fmla="*/ 19222 w 59908"/>
                      <a:gd name="connsiteY5" fmla="*/ 60512 h 94328"/>
                      <a:gd name="connsiteX6" fmla="*/ 24699 w 59908"/>
                      <a:gd name="connsiteY6" fmla="*/ 60968 h 94328"/>
                      <a:gd name="connsiteX7" fmla="*/ 49246 w 59908"/>
                      <a:gd name="connsiteY7" fmla="*/ 52481 h 94328"/>
                      <a:gd name="connsiteX8" fmla="*/ 58314 w 59908"/>
                      <a:gd name="connsiteY8" fmla="*/ 29499 h 94328"/>
                      <a:gd name="connsiteX9" fmla="*/ 49007 w 59908"/>
                      <a:gd name="connsiteY9" fmla="*/ 6279 h 94328"/>
                      <a:gd name="connsiteX10" fmla="*/ 22774 w 59908"/>
                      <a:gd name="connsiteY10" fmla="*/ -1990 h 94328"/>
                      <a:gd name="connsiteX11" fmla="*/ 10888 w 59908"/>
                      <a:gd name="connsiteY11" fmla="*/ -999 h 94328"/>
                      <a:gd name="connsiteX12" fmla="*/ -1594 w 59908"/>
                      <a:gd name="connsiteY12" fmla="*/ 1976 h 94328"/>
                      <a:gd name="connsiteX13" fmla="*/ -1594 w 59908"/>
                      <a:gd name="connsiteY13" fmla="*/ 14567 h 94328"/>
                      <a:gd name="connsiteX14" fmla="*/ 9935 w 59908"/>
                      <a:gd name="connsiteY14" fmla="*/ 10046 h 94328"/>
                      <a:gd name="connsiteX15" fmla="*/ 22516 w 59908"/>
                      <a:gd name="connsiteY15" fmla="*/ 8559 h 94328"/>
                      <a:gd name="connsiteX16" fmla="*/ 39502 w 59908"/>
                      <a:gd name="connsiteY16" fmla="*/ 14191 h 94328"/>
                      <a:gd name="connsiteX17" fmla="*/ 45773 w 59908"/>
                      <a:gd name="connsiteY17" fmla="*/ 29499 h 94328"/>
                      <a:gd name="connsiteX18" fmla="*/ 39502 w 59908"/>
                      <a:gd name="connsiteY18" fmla="*/ 44788 h 94328"/>
                      <a:gd name="connsiteX19" fmla="*/ 22516 w 59908"/>
                      <a:gd name="connsiteY19" fmla="*/ 50439 h 94328"/>
                      <a:gd name="connsiteX20" fmla="*/ 12495 w 59908"/>
                      <a:gd name="connsiteY20" fmla="*/ 49328 h 94328"/>
                      <a:gd name="connsiteX21" fmla="*/ 2315 w 59908"/>
                      <a:gd name="connsiteY21" fmla="*/ 45858 h 94328"/>
                      <a:gd name="connsiteX22" fmla="*/ 2315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315" y="92338"/>
                        </a:moveTo>
                        <a:lnTo>
                          <a:pt x="51488" y="92338"/>
                        </a:lnTo>
                        <a:lnTo>
                          <a:pt x="51488" y="81789"/>
                        </a:lnTo>
                        <a:lnTo>
                          <a:pt x="13785" y="81789"/>
                        </a:lnTo>
                        <a:lnTo>
                          <a:pt x="13785" y="59124"/>
                        </a:lnTo>
                        <a:cubicBezTo>
                          <a:pt x="15597" y="59746"/>
                          <a:pt x="17410" y="60208"/>
                          <a:pt x="19222" y="60512"/>
                        </a:cubicBezTo>
                        <a:cubicBezTo>
                          <a:pt x="21048" y="60816"/>
                          <a:pt x="22873" y="60968"/>
                          <a:pt x="24699" y="60968"/>
                        </a:cubicBezTo>
                        <a:cubicBezTo>
                          <a:pt x="35031" y="60968"/>
                          <a:pt x="43213" y="58139"/>
                          <a:pt x="49246" y="52481"/>
                        </a:cubicBezTo>
                        <a:cubicBezTo>
                          <a:pt x="55291" y="46823"/>
                          <a:pt x="58314" y="39163"/>
                          <a:pt x="58314" y="29499"/>
                        </a:cubicBezTo>
                        <a:cubicBezTo>
                          <a:pt x="58314" y="19545"/>
                          <a:pt x="55212" y="11805"/>
                          <a:pt x="49007" y="6279"/>
                        </a:cubicBezTo>
                        <a:cubicBezTo>
                          <a:pt x="42803" y="766"/>
                          <a:pt x="34058" y="-1990"/>
                          <a:pt x="22774" y="-1990"/>
                        </a:cubicBezTo>
                        <a:cubicBezTo>
                          <a:pt x="18885" y="-1990"/>
                          <a:pt x="14922" y="-1660"/>
                          <a:pt x="10888" y="-999"/>
                        </a:cubicBezTo>
                        <a:cubicBezTo>
                          <a:pt x="6866" y="-338"/>
                          <a:pt x="2705" y="654"/>
                          <a:pt x="-1594" y="1976"/>
                        </a:cubicBezTo>
                        <a:lnTo>
                          <a:pt x="-1594" y="14567"/>
                        </a:lnTo>
                        <a:cubicBezTo>
                          <a:pt x="2123" y="12545"/>
                          <a:pt x="5966" y="11038"/>
                          <a:pt x="9935" y="10046"/>
                        </a:cubicBezTo>
                        <a:cubicBezTo>
                          <a:pt x="13904" y="9055"/>
                          <a:pt x="18097" y="8559"/>
                          <a:pt x="22516" y="8559"/>
                        </a:cubicBezTo>
                        <a:cubicBezTo>
                          <a:pt x="29673" y="8559"/>
                          <a:pt x="35335" y="10436"/>
                          <a:pt x="39502" y="14191"/>
                        </a:cubicBezTo>
                        <a:cubicBezTo>
                          <a:pt x="43683" y="17945"/>
                          <a:pt x="45773" y="23048"/>
                          <a:pt x="45773" y="29499"/>
                        </a:cubicBezTo>
                        <a:cubicBezTo>
                          <a:pt x="45773" y="35937"/>
                          <a:pt x="43683" y="41033"/>
                          <a:pt x="39502" y="44788"/>
                        </a:cubicBezTo>
                        <a:cubicBezTo>
                          <a:pt x="35335" y="48555"/>
                          <a:pt x="29673" y="50439"/>
                          <a:pt x="22516" y="50439"/>
                        </a:cubicBezTo>
                        <a:cubicBezTo>
                          <a:pt x="19169" y="50439"/>
                          <a:pt x="15829" y="50069"/>
                          <a:pt x="12495" y="49328"/>
                        </a:cubicBezTo>
                        <a:cubicBezTo>
                          <a:pt x="9174" y="48588"/>
                          <a:pt x="5781" y="47431"/>
                          <a:pt x="2315" y="45858"/>
                        </a:cubicBezTo>
                        <a:lnTo>
                          <a:pt x="2315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61" name="Freeform: Shape 360">
                    <a:extLst>
                      <a:ext uri="{FF2B5EF4-FFF2-40B4-BE49-F238E27FC236}">
                        <a16:creationId xmlns:a16="http://schemas.microsoft.com/office/drawing/2014/main" id="{C0B63246-884B-1A71-6B87-1C9A39C2CC7E}"/>
                      </a:ext>
                    </a:extLst>
                  </p:cNvPr>
                  <p:cNvSpPr/>
                  <p:nvPr/>
                </p:nvSpPr>
                <p:spPr>
                  <a:xfrm flipV="1">
                    <a:off x="8410619" y="4959304"/>
                    <a:ext cx="63500" cy="95994"/>
                  </a:xfrm>
                  <a:custGeom>
                    <a:avLst/>
                    <a:gdLst>
                      <a:gd name="connsiteX0" fmla="*/ 30132 w 63500"/>
                      <a:gd name="connsiteY0" fmla="*/ 43714 h 95994"/>
                      <a:gd name="connsiteX1" fmla="*/ 16082 w 63500"/>
                      <a:gd name="connsiteY1" fmla="*/ 38935 h 95994"/>
                      <a:gd name="connsiteX2" fmla="*/ 10983 w 63500"/>
                      <a:gd name="connsiteY2" fmla="*/ 25808 h 95994"/>
                      <a:gd name="connsiteX3" fmla="*/ 16082 w 63500"/>
                      <a:gd name="connsiteY3" fmla="*/ 12661 h 95994"/>
                      <a:gd name="connsiteX4" fmla="*/ 30132 w 63500"/>
                      <a:gd name="connsiteY4" fmla="*/ 7883 h 95994"/>
                      <a:gd name="connsiteX5" fmla="*/ 44201 w 63500"/>
                      <a:gd name="connsiteY5" fmla="*/ 12681 h 95994"/>
                      <a:gd name="connsiteX6" fmla="*/ 49360 w 63500"/>
                      <a:gd name="connsiteY6" fmla="*/ 25808 h 95994"/>
                      <a:gd name="connsiteX7" fmla="*/ 44241 w 63500"/>
                      <a:gd name="connsiteY7" fmla="*/ 38935 h 95994"/>
                      <a:gd name="connsiteX8" fmla="*/ 30132 w 63500"/>
                      <a:gd name="connsiteY8" fmla="*/ 43714 h 95994"/>
                      <a:gd name="connsiteX9" fmla="*/ 17610 w 63500"/>
                      <a:gd name="connsiteY9" fmla="*/ 49029 h 95994"/>
                      <a:gd name="connsiteX10" fmla="*/ 5049 w 63500"/>
                      <a:gd name="connsiteY10" fmla="*/ 56524 h 95994"/>
                      <a:gd name="connsiteX11" fmla="*/ 565 w 63500"/>
                      <a:gd name="connsiteY11" fmla="*/ 69988 h 95994"/>
                      <a:gd name="connsiteX12" fmla="*/ 8462 w 63500"/>
                      <a:gd name="connsiteY12" fmla="*/ 87517 h 95994"/>
                      <a:gd name="connsiteX13" fmla="*/ 30132 w 63500"/>
                      <a:gd name="connsiteY13" fmla="*/ 93962 h 95994"/>
                      <a:gd name="connsiteX14" fmla="*/ 51841 w 63500"/>
                      <a:gd name="connsiteY14" fmla="*/ 87517 h 95994"/>
                      <a:gd name="connsiteX15" fmla="*/ 59719 w 63500"/>
                      <a:gd name="connsiteY15" fmla="*/ 69988 h 95994"/>
                      <a:gd name="connsiteX16" fmla="*/ 55214 w 63500"/>
                      <a:gd name="connsiteY16" fmla="*/ 56524 h 95994"/>
                      <a:gd name="connsiteX17" fmla="*/ 42733 w 63500"/>
                      <a:gd name="connsiteY17" fmla="*/ 49029 h 95994"/>
                      <a:gd name="connsiteX18" fmla="*/ 56822 w 63500"/>
                      <a:gd name="connsiteY18" fmla="*/ 40780 h 95994"/>
                      <a:gd name="connsiteX19" fmla="*/ 61882 w 63500"/>
                      <a:gd name="connsiteY19" fmla="*/ 25808 h 95994"/>
                      <a:gd name="connsiteX20" fmla="*/ 53666 w 63500"/>
                      <a:gd name="connsiteY20" fmla="*/ 5146 h 95994"/>
                      <a:gd name="connsiteX21" fmla="*/ 30132 w 63500"/>
                      <a:gd name="connsiteY21" fmla="*/ -2032 h 95994"/>
                      <a:gd name="connsiteX22" fmla="*/ 6597 w 63500"/>
                      <a:gd name="connsiteY22" fmla="*/ 5146 h 95994"/>
                      <a:gd name="connsiteX23" fmla="*/ -1618 w 63500"/>
                      <a:gd name="connsiteY23" fmla="*/ 25808 h 95994"/>
                      <a:gd name="connsiteX24" fmla="*/ 3462 w 63500"/>
                      <a:gd name="connsiteY24" fmla="*/ 40780 h 95994"/>
                      <a:gd name="connsiteX25" fmla="*/ 17610 w 63500"/>
                      <a:gd name="connsiteY25" fmla="*/ 49029 h 95994"/>
                      <a:gd name="connsiteX26" fmla="*/ 13026 w 63500"/>
                      <a:gd name="connsiteY26" fmla="*/ 68799 h 95994"/>
                      <a:gd name="connsiteX27" fmla="*/ 17511 w 63500"/>
                      <a:gd name="connsiteY27" fmla="*/ 57595 h 95994"/>
                      <a:gd name="connsiteX28" fmla="*/ 30132 w 63500"/>
                      <a:gd name="connsiteY28" fmla="*/ 53570 h 95994"/>
                      <a:gd name="connsiteX29" fmla="*/ 42752 w 63500"/>
                      <a:gd name="connsiteY29" fmla="*/ 57595 h 95994"/>
                      <a:gd name="connsiteX30" fmla="*/ 47316 w 63500"/>
                      <a:gd name="connsiteY30" fmla="*/ 68799 h 95994"/>
                      <a:gd name="connsiteX31" fmla="*/ 42752 w 63500"/>
                      <a:gd name="connsiteY31" fmla="*/ 80022 h 95994"/>
                      <a:gd name="connsiteX32" fmla="*/ 30132 w 63500"/>
                      <a:gd name="connsiteY32" fmla="*/ 84047 h 95994"/>
                      <a:gd name="connsiteX33" fmla="*/ 17511 w 63500"/>
                      <a:gd name="connsiteY33" fmla="*/ 80022 h 95994"/>
                      <a:gd name="connsiteX34" fmla="*/ 13026 w 63500"/>
                      <a:gd name="connsiteY34" fmla="*/ 6879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500" h="95994">
                        <a:moveTo>
                          <a:pt x="30132" y="43714"/>
                        </a:moveTo>
                        <a:cubicBezTo>
                          <a:pt x="24179" y="43714"/>
                          <a:pt x="19496" y="42121"/>
                          <a:pt x="16082" y="38935"/>
                        </a:cubicBezTo>
                        <a:cubicBezTo>
                          <a:pt x="12682" y="35750"/>
                          <a:pt x="10983" y="31374"/>
                          <a:pt x="10983" y="25808"/>
                        </a:cubicBezTo>
                        <a:cubicBezTo>
                          <a:pt x="10983" y="20230"/>
                          <a:pt x="12682" y="15847"/>
                          <a:pt x="16082" y="12661"/>
                        </a:cubicBezTo>
                        <a:cubicBezTo>
                          <a:pt x="19496" y="9476"/>
                          <a:pt x="24179" y="7883"/>
                          <a:pt x="30132" y="7883"/>
                        </a:cubicBezTo>
                        <a:cubicBezTo>
                          <a:pt x="36085" y="7883"/>
                          <a:pt x="40775" y="9482"/>
                          <a:pt x="44201" y="12681"/>
                        </a:cubicBezTo>
                        <a:cubicBezTo>
                          <a:pt x="47641" y="15894"/>
                          <a:pt x="49360" y="20269"/>
                          <a:pt x="49360" y="25808"/>
                        </a:cubicBezTo>
                        <a:cubicBezTo>
                          <a:pt x="49360" y="31374"/>
                          <a:pt x="47654" y="35750"/>
                          <a:pt x="44241" y="38935"/>
                        </a:cubicBezTo>
                        <a:cubicBezTo>
                          <a:pt x="40841" y="42121"/>
                          <a:pt x="36138" y="43714"/>
                          <a:pt x="30132" y="43714"/>
                        </a:cubicBezTo>
                        <a:close/>
                        <a:moveTo>
                          <a:pt x="17610" y="49029"/>
                        </a:moveTo>
                        <a:cubicBezTo>
                          <a:pt x="12239" y="50351"/>
                          <a:pt x="8052" y="52849"/>
                          <a:pt x="5049" y="56524"/>
                        </a:cubicBezTo>
                        <a:cubicBezTo>
                          <a:pt x="2059" y="60212"/>
                          <a:pt x="565" y="64700"/>
                          <a:pt x="565" y="69988"/>
                        </a:cubicBezTo>
                        <a:cubicBezTo>
                          <a:pt x="565" y="77378"/>
                          <a:pt x="3197" y="83221"/>
                          <a:pt x="8462" y="87517"/>
                        </a:cubicBezTo>
                        <a:cubicBezTo>
                          <a:pt x="13741" y="91814"/>
                          <a:pt x="20964" y="93962"/>
                          <a:pt x="30132" y="93962"/>
                        </a:cubicBezTo>
                        <a:cubicBezTo>
                          <a:pt x="39352" y="93962"/>
                          <a:pt x="46589" y="91814"/>
                          <a:pt x="51841" y="87517"/>
                        </a:cubicBezTo>
                        <a:cubicBezTo>
                          <a:pt x="57093" y="83221"/>
                          <a:pt x="59719" y="77378"/>
                          <a:pt x="59719" y="69988"/>
                        </a:cubicBezTo>
                        <a:cubicBezTo>
                          <a:pt x="59719" y="64700"/>
                          <a:pt x="58217" y="60212"/>
                          <a:pt x="55214" y="56524"/>
                        </a:cubicBezTo>
                        <a:cubicBezTo>
                          <a:pt x="52224" y="52849"/>
                          <a:pt x="48064" y="50351"/>
                          <a:pt x="42733" y="49029"/>
                        </a:cubicBezTo>
                        <a:cubicBezTo>
                          <a:pt x="48765" y="47627"/>
                          <a:pt x="53461" y="44878"/>
                          <a:pt x="56822" y="40780"/>
                        </a:cubicBezTo>
                        <a:cubicBezTo>
                          <a:pt x="60195" y="36695"/>
                          <a:pt x="61882" y="31704"/>
                          <a:pt x="61882" y="25808"/>
                        </a:cubicBezTo>
                        <a:cubicBezTo>
                          <a:pt x="61882" y="16832"/>
                          <a:pt x="59143" y="9945"/>
                          <a:pt x="53666" y="5146"/>
                        </a:cubicBezTo>
                        <a:cubicBezTo>
                          <a:pt x="48190" y="361"/>
                          <a:pt x="40345" y="-2032"/>
                          <a:pt x="30132" y="-2032"/>
                        </a:cubicBezTo>
                        <a:cubicBezTo>
                          <a:pt x="19932" y="-2032"/>
                          <a:pt x="12087" y="361"/>
                          <a:pt x="6597" y="5146"/>
                        </a:cubicBezTo>
                        <a:cubicBezTo>
                          <a:pt x="1120" y="9945"/>
                          <a:pt x="-1618" y="16832"/>
                          <a:pt x="-1618" y="25808"/>
                        </a:cubicBezTo>
                        <a:cubicBezTo>
                          <a:pt x="-1618" y="31704"/>
                          <a:pt x="75" y="36695"/>
                          <a:pt x="3462" y="40780"/>
                        </a:cubicBezTo>
                        <a:cubicBezTo>
                          <a:pt x="6862" y="44878"/>
                          <a:pt x="11578" y="47627"/>
                          <a:pt x="17610" y="49029"/>
                        </a:cubicBezTo>
                        <a:close/>
                        <a:moveTo>
                          <a:pt x="13026" y="68799"/>
                        </a:moveTo>
                        <a:cubicBezTo>
                          <a:pt x="13026" y="64013"/>
                          <a:pt x="14521" y="60278"/>
                          <a:pt x="17511" y="57595"/>
                        </a:cubicBezTo>
                        <a:cubicBezTo>
                          <a:pt x="20514" y="54911"/>
                          <a:pt x="24721" y="53570"/>
                          <a:pt x="30132" y="53570"/>
                        </a:cubicBezTo>
                        <a:cubicBezTo>
                          <a:pt x="35516" y="53570"/>
                          <a:pt x="39723" y="54911"/>
                          <a:pt x="42752" y="57595"/>
                        </a:cubicBezTo>
                        <a:cubicBezTo>
                          <a:pt x="45795" y="60278"/>
                          <a:pt x="47316" y="64013"/>
                          <a:pt x="47316" y="68799"/>
                        </a:cubicBezTo>
                        <a:cubicBezTo>
                          <a:pt x="47316" y="73597"/>
                          <a:pt x="45795" y="77338"/>
                          <a:pt x="42752" y="80022"/>
                        </a:cubicBezTo>
                        <a:cubicBezTo>
                          <a:pt x="39723" y="82706"/>
                          <a:pt x="35516" y="84047"/>
                          <a:pt x="30132" y="84047"/>
                        </a:cubicBezTo>
                        <a:cubicBezTo>
                          <a:pt x="24721" y="84047"/>
                          <a:pt x="20514" y="82706"/>
                          <a:pt x="17511" y="80022"/>
                        </a:cubicBezTo>
                        <a:cubicBezTo>
                          <a:pt x="14521" y="77338"/>
                          <a:pt x="13026" y="73597"/>
                          <a:pt x="13026" y="6879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62" name="Freeform: Shape 361">
                    <a:extLst>
                      <a:ext uri="{FF2B5EF4-FFF2-40B4-BE49-F238E27FC236}">
                        <a16:creationId xmlns:a16="http://schemas.microsoft.com/office/drawing/2014/main" id="{87504549-9F6E-5DD3-D5A9-C5107BA7402F}"/>
                      </a:ext>
                    </a:extLst>
                  </p:cNvPr>
                  <p:cNvSpPr/>
                  <p:nvPr/>
                </p:nvSpPr>
                <p:spPr>
                  <a:xfrm flipV="1">
                    <a:off x="8491182" y="4959304"/>
                    <a:ext cx="63996" cy="95994"/>
                  </a:xfrm>
                  <a:custGeom>
                    <a:avLst/>
                    <a:gdLst>
                      <a:gd name="connsiteX0" fmla="*/ 30376 w 63996"/>
                      <a:gd name="connsiteY0" fmla="*/ 84047 h 95994"/>
                      <a:gd name="connsiteX1" fmla="*/ 15830 w 63996"/>
                      <a:gd name="connsiteY1" fmla="*/ 74529 h 95994"/>
                      <a:gd name="connsiteX2" fmla="*/ 10969 w 63996"/>
                      <a:gd name="connsiteY2" fmla="*/ 45935 h 95994"/>
                      <a:gd name="connsiteX3" fmla="*/ 15830 w 63996"/>
                      <a:gd name="connsiteY3" fmla="*/ 17401 h 95994"/>
                      <a:gd name="connsiteX4" fmla="*/ 30376 w 63996"/>
                      <a:gd name="connsiteY4" fmla="*/ 7883 h 95994"/>
                      <a:gd name="connsiteX5" fmla="*/ 44981 w 63996"/>
                      <a:gd name="connsiteY5" fmla="*/ 17401 h 95994"/>
                      <a:gd name="connsiteX6" fmla="*/ 49862 w 63996"/>
                      <a:gd name="connsiteY6" fmla="*/ 45935 h 95994"/>
                      <a:gd name="connsiteX7" fmla="*/ 44981 w 63996"/>
                      <a:gd name="connsiteY7" fmla="*/ 74529 h 95994"/>
                      <a:gd name="connsiteX8" fmla="*/ 30376 w 63996"/>
                      <a:gd name="connsiteY8" fmla="*/ 84047 h 95994"/>
                      <a:gd name="connsiteX9" fmla="*/ 30376 w 63996"/>
                      <a:gd name="connsiteY9" fmla="*/ 93962 h 95994"/>
                      <a:gd name="connsiteX10" fmla="*/ 54168 w 63996"/>
                      <a:gd name="connsiteY10" fmla="*/ 81648 h 95994"/>
                      <a:gd name="connsiteX11" fmla="*/ 62384 w 63996"/>
                      <a:gd name="connsiteY11" fmla="*/ 45935 h 95994"/>
                      <a:gd name="connsiteX12" fmla="*/ 54168 w 63996"/>
                      <a:gd name="connsiteY12" fmla="*/ 10262 h 95994"/>
                      <a:gd name="connsiteX13" fmla="*/ 30376 w 63996"/>
                      <a:gd name="connsiteY13" fmla="*/ -2032 h 95994"/>
                      <a:gd name="connsiteX14" fmla="*/ 6603 w 63996"/>
                      <a:gd name="connsiteY14" fmla="*/ 10262 h 95994"/>
                      <a:gd name="connsiteX15" fmla="*/ -1612 w 63996"/>
                      <a:gd name="connsiteY15" fmla="*/ 45935 h 95994"/>
                      <a:gd name="connsiteX16" fmla="*/ 6603 w 63996"/>
                      <a:gd name="connsiteY16" fmla="*/ 81648 h 95994"/>
                      <a:gd name="connsiteX17" fmla="*/ 3037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76" y="84047"/>
                        </a:moveTo>
                        <a:cubicBezTo>
                          <a:pt x="23933" y="84047"/>
                          <a:pt x="19085" y="80875"/>
                          <a:pt x="15830" y="74529"/>
                        </a:cubicBezTo>
                        <a:cubicBezTo>
                          <a:pt x="12589" y="68197"/>
                          <a:pt x="10969" y="58666"/>
                          <a:pt x="10969" y="45935"/>
                        </a:cubicBezTo>
                        <a:cubicBezTo>
                          <a:pt x="10969" y="33258"/>
                          <a:pt x="12589" y="23746"/>
                          <a:pt x="15830" y="17401"/>
                        </a:cubicBezTo>
                        <a:cubicBezTo>
                          <a:pt x="19085" y="11055"/>
                          <a:pt x="23933" y="7883"/>
                          <a:pt x="30376" y="7883"/>
                        </a:cubicBezTo>
                        <a:cubicBezTo>
                          <a:pt x="36871" y="7883"/>
                          <a:pt x="41740" y="11055"/>
                          <a:pt x="44981" y="17401"/>
                        </a:cubicBezTo>
                        <a:cubicBezTo>
                          <a:pt x="48235" y="23746"/>
                          <a:pt x="49862" y="33258"/>
                          <a:pt x="49862" y="45935"/>
                        </a:cubicBezTo>
                        <a:cubicBezTo>
                          <a:pt x="49862" y="58666"/>
                          <a:pt x="48235" y="68197"/>
                          <a:pt x="44981" y="74529"/>
                        </a:cubicBezTo>
                        <a:cubicBezTo>
                          <a:pt x="41740" y="80875"/>
                          <a:pt x="36871" y="84047"/>
                          <a:pt x="30376" y="84047"/>
                        </a:cubicBezTo>
                        <a:close/>
                        <a:moveTo>
                          <a:pt x="30376" y="93962"/>
                        </a:moveTo>
                        <a:cubicBezTo>
                          <a:pt x="40761" y="93962"/>
                          <a:pt x="48692" y="89857"/>
                          <a:pt x="54168" y="81648"/>
                        </a:cubicBezTo>
                        <a:cubicBezTo>
                          <a:pt x="59645" y="73452"/>
                          <a:pt x="62384" y="61548"/>
                          <a:pt x="62384" y="45935"/>
                        </a:cubicBezTo>
                        <a:cubicBezTo>
                          <a:pt x="62384" y="30363"/>
                          <a:pt x="59645" y="18471"/>
                          <a:pt x="54168" y="10262"/>
                        </a:cubicBezTo>
                        <a:cubicBezTo>
                          <a:pt x="48692" y="2066"/>
                          <a:pt x="40761" y="-2032"/>
                          <a:pt x="30376" y="-2032"/>
                        </a:cubicBezTo>
                        <a:cubicBezTo>
                          <a:pt x="20004" y="-2032"/>
                          <a:pt x="12080" y="2066"/>
                          <a:pt x="6603" y="10262"/>
                        </a:cubicBezTo>
                        <a:cubicBezTo>
                          <a:pt x="1126" y="18471"/>
                          <a:pt x="-1612" y="30363"/>
                          <a:pt x="-1612" y="45935"/>
                        </a:cubicBezTo>
                        <a:cubicBezTo>
                          <a:pt x="-1612" y="61548"/>
                          <a:pt x="1126" y="73452"/>
                          <a:pt x="6603" y="81648"/>
                        </a:cubicBezTo>
                        <a:cubicBezTo>
                          <a:pt x="12080" y="89857"/>
                          <a:pt x="20004" y="93962"/>
                          <a:pt x="3037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363" name="Graphic 299">
              <a:extLst>
                <a:ext uri="{FF2B5EF4-FFF2-40B4-BE49-F238E27FC236}">
                  <a16:creationId xmlns:a16="http://schemas.microsoft.com/office/drawing/2014/main" id="{0E5F115E-2FC7-D531-2F5A-FD6EEDC29145}"/>
                </a:ext>
              </a:extLst>
            </p:cNvPr>
            <p:cNvGrpSpPr/>
            <p:nvPr/>
          </p:nvGrpSpPr>
          <p:grpSpPr>
            <a:xfrm>
              <a:off x="3570548" y="2266547"/>
              <a:ext cx="325100" cy="2367732"/>
              <a:chOff x="3570548" y="2266547"/>
              <a:chExt cx="325100" cy="2367732"/>
            </a:xfrm>
            <a:solidFill>
              <a:srgbClr val="000000"/>
            </a:solidFill>
          </p:grpSpPr>
          <p:grpSp>
            <p:nvGrpSpPr>
              <p:cNvPr id="364" name="Graphic 299">
                <a:extLst>
                  <a:ext uri="{FF2B5EF4-FFF2-40B4-BE49-F238E27FC236}">
                    <a16:creationId xmlns:a16="http://schemas.microsoft.com/office/drawing/2014/main" id="{D45C82EB-2756-EC06-D742-A87F6AFB9B2F}"/>
                  </a:ext>
                </a:extLst>
              </p:cNvPr>
              <p:cNvGrpSpPr/>
              <p:nvPr/>
            </p:nvGrpSpPr>
            <p:grpSpPr>
              <a:xfrm>
                <a:off x="3570548" y="4538285"/>
                <a:ext cx="325100" cy="95994"/>
                <a:chOff x="3570548" y="4538285"/>
                <a:chExt cx="325100" cy="95994"/>
              </a:xfrm>
              <a:solidFill>
                <a:srgbClr val="000000"/>
              </a:solidFill>
            </p:grpSpPr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2307F20B-9E3E-F38F-4CB5-723CA6B3B5D2}"/>
                    </a:ext>
                  </a:extLst>
                </p:cNvPr>
                <p:cNvSpPr/>
                <p:nvPr/>
              </p:nvSpPr>
              <p:spPr>
                <a:xfrm>
                  <a:off x="3851198" y="4584260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264 h 12690"/>
                    <a:gd name="connsiteX1" fmla="*/ 58 w 44450"/>
                    <a:gd name="connsiteY1" fmla="*/ 264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264"/>
                      </a:moveTo>
                      <a:lnTo>
                        <a:pt x="58" y="26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66" name="Graphic 299">
                  <a:extLst>
                    <a:ext uri="{FF2B5EF4-FFF2-40B4-BE49-F238E27FC236}">
                      <a16:creationId xmlns:a16="http://schemas.microsoft.com/office/drawing/2014/main" id="{89AE240D-E0BD-6EE5-034B-0B77A668AFD5}"/>
                    </a:ext>
                  </a:extLst>
                </p:cNvPr>
                <p:cNvGrpSpPr/>
                <p:nvPr/>
              </p:nvGrpSpPr>
              <p:grpSpPr>
                <a:xfrm>
                  <a:off x="3570548" y="4538285"/>
                  <a:ext cx="227761" cy="95994"/>
                  <a:chOff x="3570548" y="4538285"/>
                  <a:chExt cx="227761" cy="95994"/>
                </a:xfrm>
                <a:solidFill>
                  <a:srgbClr val="000000"/>
                </a:solidFill>
              </p:grpSpPr>
              <p:sp>
                <p:nvSpPr>
                  <p:cNvPr id="367" name="Freeform: Shape 366">
                    <a:extLst>
                      <a:ext uri="{FF2B5EF4-FFF2-40B4-BE49-F238E27FC236}">
                        <a16:creationId xmlns:a16="http://schemas.microsoft.com/office/drawing/2014/main" id="{09F3BA5D-4A53-1A62-A6D7-01FE843E1A9E}"/>
                      </a:ext>
                    </a:extLst>
                  </p:cNvPr>
                  <p:cNvSpPr/>
                  <p:nvPr/>
                </p:nvSpPr>
                <p:spPr>
                  <a:xfrm flipV="1">
                    <a:off x="3570548" y="4539951"/>
                    <a:ext cx="67468" cy="92524"/>
                  </a:xfrm>
                  <a:custGeom>
                    <a:avLst/>
                    <a:gdLst>
                      <a:gd name="connsiteX0" fmla="*/ 39813 w 67468"/>
                      <a:gd name="connsiteY0" fmla="*/ 79549 h 92524"/>
                      <a:gd name="connsiteX1" fmla="*/ 8182 w 67468"/>
                      <a:gd name="connsiteY1" fmla="*/ 30154 h 92524"/>
                      <a:gd name="connsiteX2" fmla="*/ 39813 w 67468"/>
                      <a:gd name="connsiteY2" fmla="*/ 30154 h 92524"/>
                      <a:gd name="connsiteX3" fmla="*/ 39813 w 67468"/>
                      <a:gd name="connsiteY3" fmla="*/ 79549 h 92524"/>
                      <a:gd name="connsiteX4" fmla="*/ 36519 w 67468"/>
                      <a:gd name="connsiteY4" fmla="*/ 90455 h 92524"/>
                      <a:gd name="connsiteX5" fmla="*/ 52275 w 67468"/>
                      <a:gd name="connsiteY5" fmla="*/ 90455 h 92524"/>
                      <a:gd name="connsiteX6" fmla="*/ 52275 w 67468"/>
                      <a:gd name="connsiteY6" fmla="*/ 30154 h 92524"/>
                      <a:gd name="connsiteX7" fmla="*/ 65491 w 67468"/>
                      <a:gd name="connsiteY7" fmla="*/ 30154 h 92524"/>
                      <a:gd name="connsiteX8" fmla="*/ 65491 w 67468"/>
                      <a:gd name="connsiteY8" fmla="*/ 19744 h 92524"/>
                      <a:gd name="connsiteX9" fmla="*/ 52275 w 67468"/>
                      <a:gd name="connsiteY9" fmla="*/ 19744 h 92524"/>
                      <a:gd name="connsiteX10" fmla="*/ 52275 w 67468"/>
                      <a:gd name="connsiteY10" fmla="*/ -2069 h 92524"/>
                      <a:gd name="connsiteX11" fmla="*/ 39813 w 67468"/>
                      <a:gd name="connsiteY11" fmla="*/ -2069 h 92524"/>
                      <a:gd name="connsiteX12" fmla="*/ 39813 w 67468"/>
                      <a:gd name="connsiteY12" fmla="*/ 19744 h 92524"/>
                      <a:gd name="connsiteX13" fmla="*/ -1978 w 67468"/>
                      <a:gd name="connsiteY13" fmla="*/ 19744 h 92524"/>
                      <a:gd name="connsiteX14" fmla="*/ -1978 w 67468"/>
                      <a:gd name="connsiteY14" fmla="*/ 31820 h 92524"/>
                      <a:gd name="connsiteX15" fmla="*/ 36519 w 67468"/>
                      <a:gd name="connsiteY15" fmla="*/ 9045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39813" y="79549"/>
                        </a:moveTo>
                        <a:lnTo>
                          <a:pt x="8182" y="30154"/>
                        </a:lnTo>
                        <a:lnTo>
                          <a:pt x="39813" y="30154"/>
                        </a:lnTo>
                        <a:lnTo>
                          <a:pt x="39813" y="79549"/>
                        </a:lnTo>
                        <a:close/>
                        <a:moveTo>
                          <a:pt x="36519" y="90455"/>
                        </a:moveTo>
                        <a:lnTo>
                          <a:pt x="52275" y="90455"/>
                        </a:lnTo>
                        <a:lnTo>
                          <a:pt x="52275" y="30154"/>
                        </a:lnTo>
                        <a:lnTo>
                          <a:pt x="65491" y="30154"/>
                        </a:lnTo>
                        <a:lnTo>
                          <a:pt x="65491" y="19744"/>
                        </a:lnTo>
                        <a:lnTo>
                          <a:pt x="52275" y="19744"/>
                        </a:lnTo>
                        <a:lnTo>
                          <a:pt x="52275" y="-2069"/>
                        </a:lnTo>
                        <a:lnTo>
                          <a:pt x="39813" y="-2069"/>
                        </a:lnTo>
                        <a:lnTo>
                          <a:pt x="39813" y="19744"/>
                        </a:lnTo>
                        <a:lnTo>
                          <a:pt x="-1978" y="19744"/>
                        </a:lnTo>
                        <a:lnTo>
                          <a:pt x="-1978" y="31820"/>
                        </a:lnTo>
                        <a:lnTo>
                          <a:pt x="36519" y="904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68" name="Freeform: Shape 367">
                    <a:extLst>
                      <a:ext uri="{FF2B5EF4-FFF2-40B4-BE49-F238E27FC236}">
                        <a16:creationId xmlns:a16="http://schemas.microsoft.com/office/drawing/2014/main" id="{67AC40B6-A584-F663-E92E-36EC0D6EF15C}"/>
                      </a:ext>
                    </a:extLst>
                  </p:cNvPr>
                  <p:cNvSpPr/>
                  <p:nvPr/>
                </p:nvSpPr>
                <p:spPr>
                  <a:xfrm flipV="1">
                    <a:off x="3653751" y="4538285"/>
                    <a:ext cx="63500" cy="95994"/>
                  </a:xfrm>
                  <a:custGeom>
                    <a:avLst/>
                    <a:gdLst>
                      <a:gd name="connsiteX0" fmla="*/ 29757 w 63500"/>
                      <a:gd name="connsiteY0" fmla="*/ 43681 h 95994"/>
                      <a:gd name="connsiteX1" fmla="*/ 15708 w 63500"/>
                      <a:gd name="connsiteY1" fmla="*/ 38902 h 95994"/>
                      <a:gd name="connsiteX2" fmla="*/ 10608 w 63500"/>
                      <a:gd name="connsiteY2" fmla="*/ 25775 h 95994"/>
                      <a:gd name="connsiteX3" fmla="*/ 15708 w 63500"/>
                      <a:gd name="connsiteY3" fmla="*/ 12628 h 95994"/>
                      <a:gd name="connsiteX4" fmla="*/ 29757 w 63500"/>
                      <a:gd name="connsiteY4" fmla="*/ 7849 h 95994"/>
                      <a:gd name="connsiteX5" fmla="*/ 43826 w 63500"/>
                      <a:gd name="connsiteY5" fmla="*/ 12648 h 95994"/>
                      <a:gd name="connsiteX6" fmla="*/ 48986 w 63500"/>
                      <a:gd name="connsiteY6" fmla="*/ 25775 h 95994"/>
                      <a:gd name="connsiteX7" fmla="*/ 43866 w 63500"/>
                      <a:gd name="connsiteY7" fmla="*/ 38902 h 95994"/>
                      <a:gd name="connsiteX8" fmla="*/ 29757 w 63500"/>
                      <a:gd name="connsiteY8" fmla="*/ 43681 h 95994"/>
                      <a:gd name="connsiteX9" fmla="*/ 17236 w 63500"/>
                      <a:gd name="connsiteY9" fmla="*/ 48995 h 95994"/>
                      <a:gd name="connsiteX10" fmla="*/ 4675 w 63500"/>
                      <a:gd name="connsiteY10" fmla="*/ 56491 h 95994"/>
                      <a:gd name="connsiteX11" fmla="*/ 190 w 63500"/>
                      <a:gd name="connsiteY11" fmla="*/ 69955 h 95994"/>
                      <a:gd name="connsiteX12" fmla="*/ 8088 w 63500"/>
                      <a:gd name="connsiteY12" fmla="*/ 87484 h 95994"/>
                      <a:gd name="connsiteX13" fmla="*/ 29757 w 63500"/>
                      <a:gd name="connsiteY13" fmla="*/ 93929 h 95994"/>
                      <a:gd name="connsiteX14" fmla="*/ 51466 w 63500"/>
                      <a:gd name="connsiteY14" fmla="*/ 87484 h 95994"/>
                      <a:gd name="connsiteX15" fmla="*/ 59344 w 63500"/>
                      <a:gd name="connsiteY15" fmla="*/ 69955 h 95994"/>
                      <a:gd name="connsiteX16" fmla="*/ 54840 w 63500"/>
                      <a:gd name="connsiteY16" fmla="*/ 56491 h 95994"/>
                      <a:gd name="connsiteX17" fmla="*/ 42358 w 63500"/>
                      <a:gd name="connsiteY17" fmla="*/ 48995 h 95994"/>
                      <a:gd name="connsiteX18" fmla="*/ 56447 w 63500"/>
                      <a:gd name="connsiteY18" fmla="*/ 40746 h 95994"/>
                      <a:gd name="connsiteX19" fmla="*/ 61507 w 63500"/>
                      <a:gd name="connsiteY19" fmla="*/ 25775 h 95994"/>
                      <a:gd name="connsiteX20" fmla="*/ 53292 w 63500"/>
                      <a:gd name="connsiteY20" fmla="*/ 5113 h 95994"/>
                      <a:gd name="connsiteX21" fmla="*/ 29757 w 63500"/>
                      <a:gd name="connsiteY21" fmla="*/ -2065 h 95994"/>
                      <a:gd name="connsiteX22" fmla="*/ 6223 w 63500"/>
                      <a:gd name="connsiteY22" fmla="*/ 5113 h 95994"/>
                      <a:gd name="connsiteX23" fmla="*/ -1993 w 63500"/>
                      <a:gd name="connsiteY23" fmla="*/ 25775 h 95994"/>
                      <a:gd name="connsiteX24" fmla="*/ 3087 w 63500"/>
                      <a:gd name="connsiteY24" fmla="*/ 40746 h 95994"/>
                      <a:gd name="connsiteX25" fmla="*/ 17236 w 63500"/>
                      <a:gd name="connsiteY25" fmla="*/ 48995 h 95994"/>
                      <a:gd name="connsiteX26" fmla="*/ 12652 w 63500"/>
                      <a:gd name="connsiteY26" fmla="*/ 68765 h 95994"/>
                      <a:gd name="connsiteX27" fmla="*/ 17137 w 63500"/>
                      <a:gd name="connsiteY27" fmla="*/ 57562 h 95994"/>
                      <a:gd name="connsiteX28" fmla="*/ 29757 w 63500"/>
                      <a:gd name="connsiteY28" fmla="*/ 53536 h 95994"/>
                      <a:gd name="connsiteX29" fmla="*/ 42378 w 63500"/>
                      <a:gd name="connsiteY29" fmla="*/ 57562 h 95994"/>
                      <a:gd name="connsiteX30" fmla="*/ 46942 w 63500"/>
                      <a:gd name="connsiteY30" fmla="*/ 68765 h 95994"/>
                      <a:gd name="connsiteX31" fmla="*/ 42378 w 63500"/>
                      <a:gd name="connsiteY31" fmla="*/ 79989 h 95994"/>
                      <a:gd name="connsiteX32" fmla="*/ 29757 w 63500"/>
                      <a:gd name="connsiteY32" fmla="*/ 84014 h 95994"/>
                      <a:gd name="connsiteX33" fmla="*/ 17137 w 63500"/>
                      <a:gd name="connsiteY33" fmla="*/ 79989 h 95994"/>
                      <a:gd name="connsiteX34" fmla="*/ 12652 w 63500"/>
                      <a:gd name="connsiteY34" fmla="*/ 6876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500" h="95994">
                        <a:moveTo>
                          <a:pt x="29757" y="43681"/>
                        </a:moveTo>
                        <a:cubicBezTo>
                          <a:pt x="23804" y="43681"/>
                          <a:pt x="19121" y="42088"/>
                          <a:pt x="15708" y="38902"/>
                        </a:cubicBezTo>
                        <a:cubicBezTo>
                          <a:pt x="12308" y="35716"/>
                          <a:pt x="10608" y="31341"/>
                          <a:pt x="10608" y="25775"/>
                        </a:cubicBezTo>
                        <a:cubicBezTo>
                          <a:pt x="10608" y="20197"/>
                          <a:pt x="12308" y="15814"/>
                          <a:pt x="15708" y="12628"/>
                        </a:cubicBezTo>
                        <a:cubicBezTo>
                          <a:pt x="19121" y="9442"/>
                          <a:pt x="23804" y="7849"/>
                          <a:pt x="29757" y="7849"/>
                        </a:cubicBezTo>
                        <a:cubicBezTo>
                          <a:pt x="35710" y="7849"/>
                          <a:pt x="40400" y="9449"/>
                          <a:pt x="43826" y="12648"/>
                        </a:cubicBezTo>
                        <a:cubicBezTo>
                          <a:pt x="47266" y="15860"/>
                          <a:pt x="48986" y="20236"/>
                          <a:pt x="48986" y="25775"/>
                        </a:cubicBezTo>
                        <a:cubicBezTo>
                          <a:pt x="48986" y="31341"/>
                          <a:pt x="47279" y="35716"/>
                          <a:pt x="43866" y="38902"/>
                        </a:cubicBezTo>
                        <a:cubicBezTo>
                          <a:pt x="40466" y="42088"/>
                          <a:pt x="35763" y="43681"/>
                          <a:pt x="29757" y="43681"/>
                        </a:cubicBezTo>
                        <a:close/>
                        <a:moveTo>
                          <a:pt x="17236" y="48995"/>
                        </a:moveTo>
                        <a:cubicBezTo>
                          <a:pt x="11865" y="50317"/>
                          <a:pt x="7678" y="52816"/>
                          <a:pt x="4675" y="56491"/>
                        </a:cubicBezTo>
                        <a:cubicBezTo>
                          <a:pt x="1685" y="60179"/>
                          <a:pt x="190" y="64667"/>
                          <a:pt x="190" y="69955"/>
                        </a:cubicBezTo>
                        <a:cubicBezTo>
                          <a:pt x="190" y="77345"/>
                          <a:pt x="2823" y="83188"/>
                          <a:pt x="8088" y="87484"/>
                        </a:cubicBezTo>
                        <a:cubicBezTo>
                          <a:pt x="13366" y="91781"/>
                          <a:pt x="20589" y="93929"/>
                          <a:pt x="29757" y="93929"/>
                        </a:cubicBezTo>
                        <a:cubicBezTo>
                          <a:pt x="38978" y="93929"/>
                          <a:pt x="46214" y="91781"/>
                          <a:pt x="51466" y="87484"/>
                        </a:cubicBezTo>
                        <a:cubicBezTo>
                          <a:pt x="56718" y="83188"/>
                          <a:pt x="59344" y="77345"/>
                          <a:pt x="59344" y="69955"/>
                        </a:cubicBezTo>
                        <a:cubicBezTo>
                          <a:pt x="59344" y="64667"/>
                          <a:pt x="57843" y="60179"/>
                          <a:pt x="54840" y="56491"/>
                        </a:cubicBezTo>
                        <a:cubicBezTo>
                          <a:pt x="51850" y="52816"/>
                          <a:pt x="47689" y="50317"/>
                          <a:pt x="42358" y="48995"/>
                        </a:cubicBezTo>
                        <a:cubicBezTo>
                          <a:pt x="48390" y="47594"/>
                          <a:pt x="53087" y="44844"/>
                          <a:pt x="56447" y="40746"/>
                        </a:cubicBezTo>
                        <a:cubicBezTo>
                          <a:pt x="59820" y="36662"/>
                          <a:pt x="61507" y="31671"/>
                          <a:pt x="61507" y="25775"/>
                        </a:cubicBezTo>
                        <a:cubicBezTo>
                          <a:pt x="61507" y="16799"/>
                          <a:pt x="58769" y="9912"/>
                          <a:pt x="53292" y="5113"/>
                        </a:cubicBezTo>
                        <a:cubicBezTo>
                          <a:pt x="47815" y="327"/>
                          <a:pt x="39970" y="-2065"/>
                          <a:pt x="29757" y="-2065"/>
                        </a:cubicBezTo>
                        <a:cubicBezTo>
                          <a:pt x="19558" y="-2065"/>
                          <a:pt x="11713" y="327"/>
                          <a:pt x="6223" y="5113"/>
                        </a:cubicBezTo>
                        <a:cubicBezTo>
                          <a:pt x="746" y="9912"/>
                          <a:pt x="-1993" y="16799"/>
                          <a:pt x="-1993" y="25775"/>
                        </a:cubicBezTo>
                        <a:cubicBezTo>
                          <a:pt x="-1993" y="31671"/>
                          <a:pt x="-299" y="36662"/>
                          <a:pt x="3087" y="40746"/>
                        </a:cubicBezTo>
                        <a:cubicBezTo>
                          <a:pt x="6487" y="44844"/>
                          <a:pt x="11203" y="47594"/>
                          <a:pt x="17236" y="48995"/>
                        </a:cubicBezTo>
                        <a:close/>
                        <a:moveTo>
                          <a:pt x="12652" y="68765"/>
                        </a:moveTo>
                        <a:cubicBezTo>
                          <a:pt x="12652" y="63980"/>
                          <a:pt x="14147" y="60245"/>
                          <a:pt x="17137" y="57562"/>
                        </a:cubicBezTo>
                        <a:cubicBezTo>
                          <a:pt x="20140" y="54878"/>
                          <a:pt x="24346" y="53536"/>
                          <a:pt x="29757" y="53536"/>
                        </a:cubicBezTo>
                        <a:cubicBezTo>
                          <a:pt x="35141" y="53536"/>
                          <a:pt x="39348" y="54878"/>
                          <a:pt x="42378" y="57562"/>
                        </a:cubicBezTo>
                        <a:cubicBezTo>
                          <a:pt x="45421" y="60245"/>
                          <a:pt x="46942" y="63980"/>
                          <a:pt x="46942" y="68765"/>
                        </a:cubicBezTo>
                        <a:cubicBezTo>
                          <a:pt x="46942" y="73564"/>
                          <a:pt x="45421" y="77305"/>
                          <a:pt x="42378" y="79989"/>
                        </a:cubicBezTo>
                        <a:cubicBezTo>
                          <a:pt x="39348" y="82672"/>
                          <a:pt x="35141" y="84014"/>
                          <a:pt x="29757" y="84014"/>
                        </a:cubicBezTo>
                        <a:cubicBezTo>
                          <a:pt x="24346" y="84014"/>
                          <a:pt x="20140" y="82672"/>
                          <a:pt x="17137" y="79989"/>
                        </a:cubicBezTo>
                        <a:cubicBezTo>
                          <a:pt x="14147" y="77305"/>
                          <a:pt x="12652" y="73564"/>
                          <a:pt x="12652" y="6876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69" name="Freeform: Shape 368">
                    <a:extLst>
                      <a:ext uri="{FF2B5EF4-FFF2-40B4-BE49-F238E27FC236}">
                        <a16:creationId xmlns:a16="http://schemas.microsoft.com/office/drawing/2014/main" id="{62B0B7DE-7802-B352-C7B6-C6CE6C798B71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4538285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4014 h 95994"/>
                      <a:gd name="connsiteX1" fmla="*/ 15456 w 63996"/>
                      <a:gd name="connsiteY1" fmla="*/ 74496 h 95994"/>
                      <a:gd name="connsiteX2" fmla="*/ 10594 w 63996"/>
                      <a:gd name="connsiteY2" fmla="*/ 45902 h 95994"/>
                      <a:gd name="connsiteX3" fmla="*/ 15456 w 63996"/>
                      <a:gd name="connsiteY3" fmla="*/ 17368 h 95994"/>
                      <a:gd name="connsiteX4" fmla="*/ 30001 w 63996"/>
                      <a:gd name="connsiteY4" fmla="*/ 7849 h 95994"/>
                      <a:gd name="connsiteX5" fmla="*/ 44606 w 63996"/>
                      <a:gd name="connsiteY5" fmla="*/ 17368 h 95994"/>
                      <a:gd name="connsiteX6" fmla="*/ 49488 w 63996"/>
                      <a:gd name="connsiteY6" fmla="*/ 45902 h 95994"/>
                      <a:gd name="connsiteX7" fmla="*/ 44606 w 63996"/>
                      <a:gd name="connsiteY7" fmla="*/ 74496 h 95994"/>
                      <a:gd name="connsiteX8" fmla="*/ 30001 w 63996"/>
                      <a:gd name="connsiteY8" fmla="*/ 84014 h 95994"/>
                      <a:gd name="connsiteX9" fmla="*/ 30001 w 63996"/>
                      <a:gd name="connsiteY9" fmla="*/ 93929 h 95994"/>
                      <a:gd name="connsiteX10" fmla="*/ 53794 w 63996"/>
                      <a:gd name="connsiteY10" fmla="*/ 81615 h 95994"/>
                      <a:gd name="connsiteX11" fmla="*/ 62009 w 63996"/>
                      <a:gd name="connsiteY11" fmla="*/ 45902 h 95994"/>
                      <a:gd name="connsiteX12" fmla="*/ 53794 w 63996"/>
                      <a:gd name="connsiteY12" fmla="*/ 10229 h 95994"/>
                      <a:gd name="connsiteX13" fmla="*/ 30001 w 63996"/>
                      <a:gd name="connsiteY13" fmla="*/ -2065 h 95994"/>
                      <a:gd name="connsiteX14" fmla="*/ 6228 w 63996"/>
                      <a:gd name="connsiteY14" fmla="*/ 10229 h 95994"/>
                      <a:gd name="connsiteX15" fmla="*/ -1987 w 63996"/>
                      <a:gd name="connsiteY15" fmla="*/ 45902 h 95994"/>
                      <a:gd name="connsiteX16" fmla="*/ 6228 w 63996"/>
                      <a:gd name="connsiteY16" fmla="*/ 81615 h 95994"/>
                      <a:gd name="connsiteX17" fmla="*/ 30001 w 63996"/>
                      <a:gd name="connsiteY17" fmla="*/ 9392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4014"/>
                        </a:moveTo>
                        <a:cubicBezTo>
                          <a:pt x="23559" y="84014"/>
                          <a:pt x="18710" y="80841"/>
                          <a:pt x="15456" y="74496"/>
                        </a:cubicBezTo>
                        <a:cubicBezTo>
                          <a:pt x="12215" y="68164"/>
                          <a:pt x="10594" y="58633"/>
                          <a:pt x="10594" y="45902"/>
                        </a:cubicBezTo>
                        <a:cubicBezTo>
                          <a:pt x="10594" y="33224"/>
                          <a:pt x="12215" y="23713"/>
                          <a:pt x="15456" y="17368"/>
                        </a:cubicBezTo>
                        <a:cubicBezTo>
                          <a:pt x="18710" y="11022"/>
                          <a:pt x="23559" y="7849"/>
                          <a:pt x="30001" y="7849"/>
                        </a:cubicBezTo>
                        <a:cubicBezTo>
                          <a:pt x="36497" y="7849"/>
                          <a:pt x="41365" y="11022"/>
                          <a:pt x="44606" y="17368"/>
                        </a:cubicBezTo>
                        <a:cubicBezTo>
                          <a:pt x="47861" y="23713"/>
                          <a:pt x="49488" y="33224"/>
                          <a:pt x="49488" y="45902"/>
                        </a:cubicBezTo>
                        <a:cubicBezTo>
                          <a:pt x="49488" y="58633"/>
                          <a:pt x="47861" y="68164"/>
                          <a:pt x="44606" y="74496"/>
                        </a:cubicBezTo>
                        <a:cubicBezTo>
                          <a:pt x="41365" y="80841"/>
                          <a:pt x="36497" y="84014"/>
                          <a:pt x="30001" y="84014"/>
                        </a:cubicBezTo>
                        <a:close/>
                        <a:moveTo>
                          <a:pt x="30001" y="93929"/>
                        </a:moveTo>
                        <a:cubicBezTo>
                          <a:pt x="40386" y="93929"/>
                          <a:pt x="48317" y="89824"/>
                          <a:pt x="53794" y="81615"/>
                        </a:cubicBezTo>
                        <a:cubicBezTo>
                          <a:pt x="59271" y="73419"/>
                          <a:pt x="62009" y="61514"/>
                          <a:pt x="62009" y="45902"/>
                        </a:cubicBezTo>
                        <a:cubicBezTo>
                          <a:pt x="62009" y="30329"/>
                          <a:pt x="59271" y="18438"/>
                          <a:pt x="53794" y="10229"/>
                        </a:cubicBezTo>
                        <a:cubicBezTo>
                          <a:pt x="48317" y="2033"/>
                          <a:pt x="40386" y="-2065"/>
                          <a:pt x="30001" y="-2065"/>
                        </a:cubicBezTo>
                        <a:cubicBezTo>
                          <a:pt x="19630" y="-2065"/>
                          <a:pt x="11705" y="2033"/>
                          <a:pt x="6228" y="10229"/>
                        </a:cubicBezTo>
                        <a:cubicBezTo>
                          <a:pt x="751" y="18438"/>
                          <a:pt x="-1987" y="30329"/>
                          <a:pt x="-1987" y="45902"/>
                        </a:cubicBezTo>
                        <a:cubicBezTo>
                          <a:pt x="-1987" y="61514"/>
                          <a:pt x="751" y="73419"/>
                          <a:pt x="6228" y="81615"/>
                        </a:cubicBezTo>
                        <a:cubicBezTo>
                          <a:pt x="11705" y="89824"/>
                          <a:pt x="19630" y="93929"/>
                          <a:pt x="30001" y="939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70" name="Graphic 299">
                <a:extLst>
                  <a:ext uri="{FF2B5EF4-FFF2-40B4-BE49-F238E27FC236}">
                    <a16:creationId xmlns:a16="http://schemas.microsoft.com/office/drawing/2014/main" id="{023C9DC0-3281-5D7E-2CE8-F0941E245755}"/>
                  </a:ext>
                </a:extLst>
              </p:cNvPr>
              <p:cNvGrpSpPr/>
              <p:nvPr/>
            </p:nvGrpSpPr>
            <p:grpSpPr>
              <a:xfrm>
                <a:off x="3570548" y="3970351"/>
                <a:ext cx="325100" cy="95994"/>
                <a:chOff x="3570548" y="3970351"/>
                <a:chExt cx="325100" cy="95994"/>
              </a:xfrm>
              <a:solidFill>
                <a:srgbClr val="000000"/>
              </a:solidFill>
            </p:grpSpPr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13D097A6-350A-7EDE-44DC-64DA287FC1CB}"/>
                    </a:ext>
                  </a:extLst>
                </p:cNvPr>
                <p:cNvSpPr/>
                <p:nvPr/>
              </p:nvSpPr>
              <p:spPr>
                <a:xfrm>
                  <a:off x="3851198" y="4016325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219 h 12690"/>
                    <a:gd name="connsiteX1" fmla="*/ 58 w 44450"/>
                    <a:gd name="connsiteY1" fmla="*/ 21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219"/>
                      </a:moveTo>
                      <a:lnTo>
                        <a:pt x="58" y="219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72" name="Graphic 299">
                  <a:extLst>
                    <a:ext uri="{FF2B5EF4-FFF2-40B4-BE49-F238E27FC236}">
                      <a16:creationId xmlns:a16="http://schemas.microsoft.com/office/drawing/2014/main" id="{771D6E52-A5E5-5691-2D36-97BB90F6221F}"/>
                    </a:ext>
                  </a:extLst>
                </p:cNvPr>
                <p:cNvGrpSpPr/>
                <p:nvPr/>
              </p:nvGrpSpPr>
              <p:grpSpPr>
                <a:xfrm>
                  <a:off x="3570548" y="3970351"/>
                  <a:ext cx="227761" cy="95994"/>
                  <a:chOff x="3570548" y="3970351"/>
                  <a:chExt cx="227761" cy="95994"/>
                </a:xfrm>
                <a:solidFill>
                  <a:srgbClr val="000000"/>
                </a:solidFill>
              </p:grpSpPr>
              <p:sp>
                <p:nvSpPr>
                  <p:cNvPr id="373" name="Freeform: Shape 372">
                    <a:extLst>
                      <a:ext uri="{FF2B5EF4-FFF2-40B4-BE49-F238E27FC236}">
                        <a16:creationId xmlns:a16="http://schemas.microsoft.com/office/drawing/2014/main" id="{AFAB9A2F-2116-AE7B-DC6B-EFB2243C4360}"/>
                      </a:ext>
                    </a:extLst>
                  </p:cNvPr>
                  <p:cNvSpPr/>
                  <p:nvPr/>
                </p:nvSpPr>
                <p:spPr>
                  <a:xfrm flipV="1">
                    <a:off x="3570548" y="3972016"/>
                    <a:ext cx="67468" cy="92524"/>
                  </a:xfrm>
                  <a:custGeom>
                    <a:avLst/>
                    <a:gdLst>
                      <a:gd name="connsiteX0" fmla="*/ 39813 w 67468"/>
                      <a:gd name="connsiteY0" fmla="*/ 79504 h 92524"/>
                      <a:gd name="connsiteX1" fmla="*/ 8182 w 67468"/>
                      <a:gd name="connsiteY1" fmla="*/ 30109 h 92524"/>
                      <a:gd name="connsiteX2" fmla="*/ 39813 w 67468"/>
                      <a:gd name="connsiteY2" fmla="*/ 30109 h 92524"/>
                      <a:gd name="connsiteX3" fmla="*/ 39813 w 67468"/>
                      <a:gd name="connsiteY3" fmla="*/ 79504 h 92524"/>
                      <a:gd name="connsiteX4" fmla="*/ 36519 w 67468"/>
                      <a:gd name="connsiteY4" fmla="*/ 90410 h 92524"/>
                      <a:gd name="connsiteX5" fmla="*/ 52275 w 67468"/>
                      <a:gd name="connsiteY5" fmla="*/ 90410 h 92524"/>
                      <a:gd name="connsiteX6" fmla="*/ 52275 w 67468"/>
                      <a:gd name="connsiteY6" fmla="*/ 30109 h 92524"/>
                      <a:gd name="connsiteX7" fmla="*/ 65491 w 67468"/>
                      <a:gd name="connsiteY7" fmla="*/ 30109 h 92524"/>
                      <a:gd name="connsiteX8" fmla="*/ 65491 w 67468"/>
                      <a:gd name="connsiteY8" fmla="*/ 19699 h 92524"/>
                      <a:gd name="connsiteX9" fmla="*/ 52275 w 67468"/>
                      <a:gd name="connsiteY9" fmla="*/ 19699 h 92524"/>
                      <a:gd name="connsiteX10" fmla="*/ 52275 w 67468"/>
                      <a:gd name="connsiteY10" fmla="*/ -2114 h 92524"/>
                      <a:gd name="connsiteX11" fmla="*/ 39813 w 67468"/>
                      <a:gd name="connsiteY11" fmla="*/ -2114 h 92524"/>
                      <a:gd name="connsiteX12" fmla="*/ 39813 w 67468"/>
                      <a:gd name="connsiteY12" fmla="*/ 19699 h 92524"/>
                      <a:gd name="connsiteX13" fmla="*/ -1978 w 67468"/>
                      <a:gd name="connsiteY13" fmla="*/ 19699 h 92524"/>
                      <a:gd name="connsiteX14" fmla="*/ -1978 w 67468"/>
                      <a:gd name="connsiteY14" fmla="*/ 31775 h 92524"/>
                      <a:gd name="connsiteX15" fmla="*/ 36519 w 67468"/>
                      <a:gd name="connsiteY15" fmla="*/ 904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39813" y="79504"/>
                        </a:moveTo>
                        <a:lnTo>
                          <a:pt x="8182" y="30109"/>
                        </a:lnTo>
                        <a:lnTo>
                          <a:pt x="39813" y="30109"/>
                        </a:lnTo>
                        <a:lnTo>
                          <a:pt x="39813" y="79504"/>
                        </a:lnTo>
                        <a:close/>
                        <a:moveTo>
                          <a:pt x="36519" y="90410"/>
                        </a:moveTo>
                        <a:lnTo>
                          <a:pt x="52275" y="90410"/>
                        </a:lnTo>
                        <a:lnTo>
                          <a:pt x="52275" y="30109"/>
                        </a:lnTo>
                        <a:lnTo>
                          <a:pt x="65491" y="30109"/>
                        </a:lnTo>
                        <a:lnTo>
                          <a:pt x="65491" y="19699"/>
                        </a:lnTo>
                        <a:lnTo>
                          <a:pt x="52275" y="19699"/>
                        </a:lnTo>
                        <a:lnTo>
                          <a:pt x="52275" y="-2114"/>
                        </a:lnTo>
                        <a:lnTo>
                          <a:pt x="39813" y="-2114"/>
                        </a:lnTo>
                        <a:lnTo>
                          <a:pt x="39813" y="19699"/>
                        </a:lnTo>
                        <a:lnTo>
                          <a:pt x="-1978" y="19699"/>
                        </a:lnTo>
                        <a:lnTo>
                          <a:pt x="-1978" y="31775"/>
                        </a:lnTo>
                        <a:lnTo>
                          <a:pt x="36519" y="90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74" name="Freeform: Shape 373">
                    <a:extLst>
                      <a:ext uri="{FF2B5EF4-FFF2-40B4-BE49-F238E27FC236}">
                        <a16:creationId xmlns:a16="http://schemas.microsoft.com/office/drawing/2014/main" id="{5A3FB488-A673-B7C7-A2BD-D8FCB04382EB}"/>
                      </a:ext>
                    </a:extLst>
                  </p:cNvPr>
                  <p:cNvSpPr/>
                  <p:nvPr/>
                </p:nvSpPr>
                <p:spPr>
                  <a:xfrm flipV="1">
                    <a:off x="3653135" y="3970351"/>
                    <a:ext cx="63877" cy="95994"/>
                  </a:xfrm>
                  <a:custGeom>
                    <a:avLst/>
                    <a:gdLst>
                      <a:gd name="connsiteX0" fmla="*/ 3982 w 63877"/>
                      <a:gd name="connsiteY0" fmla="*/ 1618 h 95994"/>
                      <a:gd name="connsiteX1" fmla="*/ 3982 w 63877"/>
                      <a:gd name="connsiteY1" fmla="*/ 13020 h 95994"/>
                      <a:gd name="connsiteX2" fmla="*/ 13527 w 63877"/>
                      <a:gd name="connsiteY2" fmla="*/ 9609 h 95994"/>
                      <a:gd name="connsiteX3" fmla="*/ 23032 w 63877"/>
                      <a:gd name="connsiteY3" fmla="*/ 8439 h 95994"/>
                      <a:gd name="connsiteX4" fmla="*/ 41963 w 63877"/>
                      <a:gd name="connsiteY4" fmla="*/ 16768 h 95994"/>
                      <a:gd name="connsiteX5" fmla="*/ 49444 w 63877"/>
                      <a:gd name="connsiteY5" fmla="*/ 42090 h 95994"/>
                      <a:gd name="connsiteX6" fmla="*/ 40316 w 63877"/>
                      <a:gd name="connsiteY6" fmla="*/ 33900 h 95994"/>
                      <a:gd name="connsiteX7" fmla="*/ 28112 w 63877"/>
                      <a:gd name="connsiteY7" fmla="*/ 31045 h 95994"/>
                      <a:gd name="connsiteX8" fmla="*/ 6125 w 63877"/>
                      <a:gd name="connsiteY8" fmla="*/ 39433 h 95994"/>
                      <a:gd name="connsiteX9" fmla="*/ -1971 w 63877"/>
                      <a:gd name="connsiteY9" fmla="*/ 62415 h 95994"/>
                      <a:gd name="connsiteX10" fmla="*/ 6462 w 63877"/>
                      <a:gd name="connsiteY10" fmla="*/ 85258 h 95994"/>
                      <a:gd name="connsiteX11" fmla="*/ 28906 w 63877"/>
                      <a:gd name="connsiteY11" fmla="*/ 93884 h 95994"/>
                      <a:gd name="connsiteX12" fmla="*/ 53432 w 63877"/>
                      <a:gd name="connsiteY12" fmla="*/ 81570 h 95994"/>
                      <a:gd name="connsiteX13" fmla="*/ 61906 w 63877"/>
                      <a:gd name="connsiteY13" fmla="*/ 45857 h 95994"/>
                      <a:gd name="connsiteX14" fmla="*/ 51508 w 63877"/>
                      <a:gd name="connsiteY14" fmla="*/ 10938 h 95994"/>
                      <a:gd name="connsiteX15" fmla="*/ 23587 w 63877"/>
                      <a:gd name="connsiteY15" fmla="*/ -2110 h 95994"/>
                      <a:gd name="connsiteX16" fmla="*/ 14023 w 63877"/>
                      <a:gd name="connsiteY16" fmla="*/ -1178 h 95994"/>
                      <a:gd name="connsiteX17" fmla="*/ 3982 w 63877"/>
                      <a:gd name="connsiteY17" fmla="*/ 1618 h 95994"/>
                      <a:gd name="connsiteX18" fmla="*/ 28906 w 63877"/>
                      <a:gd name="connsiteY18" fmla="*/ 40840 h 95994"/>
                      <a:gd name="connsiteX19" fmla="*/ 42260 w 63877"/>
                      <a:gd name="connsiteY19" fmla="*/ 46591 h 95994"/>
                      <a:gd name="connsiteX20" fmla="*/ 47201 w 63877"/>
                      <a:gd name="connsiteY20" fmla="*/ 62415 h 95994"/>
                      <a:gd name="connsiteX21" fmla="*/ 42260 w 63877"/>
                      <a:gd name="connsiteY21" fmla="*/ 78179 h 95994"/>
                      <a:gd name="connsiteX22" fmla="*/ 28906 w 63877"/>
                      <a:gd name="connsiteY22" fmla="*/ 83969 h 95994"/>
                      <a:gd name="connsiteX23" fmla="*/ 15551 w 63877"/>
                      <a:gd name="connsiteY23" fmla="*/ 78179 h 95994"/>
                      <a:gd name="connsiteX24" fmla="*/ 10629 w 63877"/>
                      <a:gd name="connsiteY24" fmla="*/ 62415 h 95994"/>
                      <a:gd name="connsiteX25" fmla="*/ 15551 w 63877"/>
                      <a:gd name="connsiteY25" fmla="*/ 46591 h 95994"/>
                      <a:gd name="connsiteX26" fmla="*/ 28906 w 63877"/>
                      <a:gd name="connsiteY26" fmla="*/ 4084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77" h="95994">
                        <a:moveTo>
                          <a:pt x="3982" y="1618"/>
                        </a:moveTo>
                        <a:lnTo>
                          <a:pt x="3982" y="13020"/>
                        </a:lnTo>
                        <a:cubicBezTo>
                          <a:pt x="7130" y="11526"/>
                          <a:pt x="10312" y="10389"/>
                          <a:pt x="13527" y="9609"/>
                        </a:cubicBezTo>
                        <a:cubicBezTo>
                          <a:pt x="16755" y="8829"/>
                          <a:pt x="19923" y="8439"/>
                          <a:pt x="23032" y="8439"/>
                        </a:cubicBezTo>
                        <a:cubicBezTo>
                          <a:pt x="31300" y="8439"/>
                          <a:pt x="37610" y="11215"/>
                          <a:pt x="41963" y="16768"/>
                        </a:cubicBezTo>
                        <a:cubicBezTo>
                          <a:pt x="46328" y="22320"/>
                          <a:pt x="48822" y="30760"/>
                          <a:pt x="49444" y="42090"/>
                        </a:cubicBezTo>
                        <a:cubicBezTo>
                          <a:pt x="47049" y="38534"/>
                          <a:pt x="44007" y="35804"/>
                          <a:pt x="40316" y="33900"/>
                        </a:cubicBezTo>
                        <a:cubicBezTo>
                          <a:pt x="36638" y="31997"/>
                          <a:pt x="32570" y="31045"/>
                          <a:pt x="28112" y="31045"/>
                        </a:cubicBezTo>
                        <a:cubicBezTo>
                          <a:pt x="18851" y="31045"/>
                          <a:pt x="11522" y="33841"/>
                          <a:pt x="6125" y="39433"/>
                        </a:cubicBezTo>
                        <a:cubicBezTo>
                          <a:pt x="727" y="45038"/>
                          <a:pt x="-1971" y="52698"/>
                          <a:pt x="-1971" y="62415"/>
                        </a:cubicBezTo>
                        <a:cubicBezTo>
                          <a:pt x="-1971" y="71907"/>
                          <a:pt x="840" y="79521"/>
                          <a:pt x="6462" y="85258"/>
                        </a:cubicBezTo>
                        <a:cubicBezTo>
                          <a:pt x="12085" y="91009"/>
                          <a:pt x="19566" y="93884"/>
                          <a:pt x="28906" y="93884"/>
                        </a:cubicBezTo>
                        <a:cubicBezTo>
                          <a:pt x="39621" y="93884"/>
                          <a:pt x="47797" y="89779"/>
                          <a:pt x="53432" y="81570"/>
                        </a:cubicBezTo>
                        <a:cubicBezTo>
                          <a:pt x="59081" y="73374"/>
                          <a:pt x="61906" y="61470"/>
                          <a:pt x="61906" y="45857"/>
                        </a:cubicBezTo>
                        <a:cubicBezTo>
                          <a:pt x="61906" y="31276"/>
                          <a:pt x="58440" y="19636"/>
                          <a:pt x="51508" y="10938"/>
                        </a:cubicBezTo>
                        <a:cubicBezTo>
                          <a:pt x="44589" y="2239"/>
                          <a:pt x="35282" y="-2110"/>
                          <a:pt x="23587" y="-2110"/>
                        </a:cubicBezTo>
                        <a:cubicBezTo>
                          <a:pt x="20439" y="-2110"/>
                          <a:pt x="17251" y="-1799"/>
                          <a:pt x="14023" y="-1178"/>
                        </a:cubicBezTo>
                        <a:cubicBezTo>
                          <a:pt x="10808" y="-557"/>
                          <a:pt x="7461" y="375"/>
                          <a:pt x="3982" y="1618"/>
                        </a:cubicBezTo>
                        <a:close/>
                        <a:moveTo>
                          <a:pt x="28906" y="40840"/>
                        </a:moveTo>
                        <a:cubicBezTo>
                          <a:pt x="34528" y="40840"/>
                          <a:pt x="38980" y="42757"/>
                          <a:pt x="42260" y="46591"/>
                        </a:cubicBezTo>
                        <a:cubicBezTo>
                          <a:pt x="45554" y="50438"/>
                          <a:pt x="47201" y="55713"/>
                          <a:pt x="47201" y="62415"/>
                        </a:cubicBezTo>
                        <a:cubicBezTo>
                          <a:pt x="47201" y="69064"/>
                          <a:pt x="45554" y="74319"/>
                          <a:pt x="42260" y="78179"/>
                        </a:cubicBezTo>
                        <a:cubicBezTo>
                          <a:pt x="38980" y="82039"/>
                          <a:pt x="34528" y="83969"/>
                          <a:pt x="28906" y="83969"/>
                        </a:cubicBezTo>
                        <a:cubicBezTo>
                          <a:pt x="23283" y="83969"/>
                          <a:pt x="18832" y="82039"/>
                          <a:pt x="15551" y="78179"/>
                        </a:cubicBezTo>
                        <a:cubicBezTo>
                          <a:pt x="12270" y="74319"/>
                          <a:pt x="10629" y="69064"/>
                          <a:pt x="10629" y="62415"/>
                        </a:cubicBezTo>
                        <a:cubicBezTo>
                          <a:pt x="10629" y="55713"/>
                          <a:pt x="12270" y="50438"/>
                          <a:pt x="15551" y="46591"/>
                        </a:cubicBezTo>
                        <a:cubicBezTo>
                          <a:pt x="18832" y="42757"/>
                          <a:pt x="23283" y="40840"/>
                          <a:pt x="28906" y="408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75" name="Freeform: Shape 374">
                    <a:extLst>
                      <a:ext uri="{FF2B5EF4-FFF2-40B4-BE49-F238E27FC236}">
                        <a16:creationId xmlns:a16="http://schemas.microsoft.com/office/drawing/2014/main" id="{7034A258-B46B-A2A6-7EC5-7F9DE2DC18BD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3970351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3969 h 95994"/>
                      <a:gd name="connsiteX1" fmla="*/ 15456 w 63996"/>
                      <a:gd name="connsiteY1" fmla="*/ 74451 h 95994"/>
                      <a:gd name="connsiteX2" fmla="*/ 10594 w 63996"/>
                      <a:gd name="connsiteY2" fmla="*/ 45857 h 95994"/>
                      <a:gd name="connsiteX3" fmla="*/ 15456 w 63996"/>
                      <a:gd name="connsiteY3" fmla="*/ 17323 h 95994"/>
                      <a:gd name="connsiteX4" fmla="*/ 30001 w 63996"/>
                      <a:gd name="connsiteY4" fmla="*/ 7805 h 95994"/>
                      <a:gd name="connsiteX5" fmla="*/ 44606 w 63996"/>
                      <a:gd name="connsiteY5" fmla="*/ 17323 h 95994"/>
                      <a:gd name="connsiteX6" fmla="*/ 49488 w 63996"/>
                      <a:gd name="connsiteY6" fmla="*/ 45857 h 95994"/>
                      <a:gd name="connsiteX7" fmla="*/ 44606 w 63996"/>
                      <a:gd name="connsiteY7" fmla="*/ 74451 h 95994"/>
                      <a:gd name="connsiteX8" fmla="*/ 30001 w 63996"/>
                      <a:gd name="connsiteY8" fmla="*/ 83969 h 95994"/>
                      <a:gd name="connsiteX9" fmla="*/ 30001 w 63996"/>
                      <a:gd name="connsiteY9" fmla="*/ 93884 h 95994"/>
                      <a:gd name="connsiteX10" fmla="*/ 53794 w 63996"/>
                      <a:gd name="connsiteY10" fmla="*/ 81570 h 95994"/>
                      <a:gd name="connsiteX11" fmla="*/ 62009 w 63996"/>
                      <a:gd name="connsiteY11" fmla="*/ 45857 h 95994"/>
                      <a:gd name="connsiteX12" fmla="*/ 53794 w 63996"/>
                      <a:gd name="connsiteY12" fmla="*/ 10184 h 95994"/>
                      <a:gd name="connsiteX13" fmla="*/ 30001 w 63996"/>
                      <a:gd name="connsiteY13" fmla="*/ -2110 h 95994"/>
                      <a:gd name="connsiteX14" fmla="*/ 6228 w 63996"/>
                      <a:gd name="connsiteY14" fmla="*/ 10184 h 95994"/>
                      <a:gd name="connsiteX15" fmla="*/ -1987 w 63996"/>
                      <a:gd name="connsiteY15" fmla="*/ 45857 h 95994"/>
                      <a:gd name="connsiteX16" fmla="*/ 6228 w 63996"/>
                      <a:gd name="connsiteY16" fmla="*/ 81570 h 95994"/>
                      <a:gd name="connsiteX17" fmla="*/ 30001 w 63996"/>
                      <a:gd name="connsiteY17" fmla="*/ 938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3969"/>
                        </a:moveTo>
                        <a:cubicBezTo>
                          <a:pt x="23559" y="83969"/>
                          <a:pt x="18710" y="80797"/>
                          <a:pt x="15456" y="74451"/>
                        </a:cubicBezTo>
                        <a:cubicBezTo>
                          <a:pt x="12215" y="68119"/>
                          <a:pt x="10594" y="58588"/>
                          <a:pt x="10594" y="45857"/>
                        </a:cubicBezTo>
                        <a:cubicBezTo>
                          <a:pt x="10594" y="33180"/>
                          <a:pt x="12215" y="23668"/>
                          <a:pt x="15456" y="17323"/>
                        </a:cubicBezTo>
                        <a:cubicBezTo>
                          <a:pt x="18710" y="10977"/>
                          <a:pt x="23559" y="7805"/>
                          <a:pt x="30001" y="7805"/>
                        </a:cubicBezTo>
                        <a:cubicBezTo>
                          <a:pt x="36497" y="7805"/>
                          <a:pt x="41365" y="10977"/>
                          <a:pt x="44606" y="17323"/>
                        </a:cubicBezTo>
                        <a:cubicBezTo>
                          <a:pt x="47861" y="23668"/>
                          <a:pt x="49488" y="33180"/>
                          <a:pt x="49488" y="45857"/>
                        </a:cubicBezTo>
                        <a:cubicBezTo>
                          <a:pt x="49488" y="58588"/>
                          <a:pt x="47861" y="68119"/>
                          <a:pt x="44606" y="74451"/>
                        </a:cubicBezTo>
                        <a:cubicBezTo>
                          <a:pt x="41365" y="80797"/>
                          <a:pt x="36497" y="83969"/>
                          <a:pt x="30001" y="83969"/>
                        </a:cubicBezTo>
                        <a:close/>
                        <a:moveTo>
                          <a:pt x="30001" y="93884"/>
                        </a:moveTo>
                        <a:cubicBezTo>
                          <a:pt x="40386" y="93884"/>
                          <a:pt x="48317" y="89779"/>
                          <a:pt x="53794" y="81570"/>
                        </a:cubicBezTo>
                        <a:cubicBezTo>
                          <a:pt x="59271" y="73374"/>
                          <a:pt x="62009" y="61470"/>
                          <a:pt x="62009" y="45857"/>
                        </a:cubicBezTo>
                        <a:cubicBezTo>
                          <a:pt x="62009" y="30285"/>
                          <a:pt x="59271" y="18394"/>
                          <a:pt x="53794" y="10184"/>
                        </a:cubicBezTo>
                        <a:cubicBezTo>
                          <a:pt x="48317" y="1988"/>
                          <a:pt x="40386" y="-2110"/>
                          <a:pt x="30001" y="-2110"/>
                        </a:cubicBezTo>
                        <a:cubicBezTo>
                          <a:pt x="19630" y="-2110"/>
                          <a:pt x="11705" y="1988"/>
                          <a:pt x="6228" y="10184"/>
                        </a:cubicBezTo>
                        <a:cubicBezTo>
                          <a:pt x="751" y="18394"/>
                          <a:pt x="-1987" y="30285"/>
                          <a:pt x="-1987" y="45857"/>
                        </a:cubicBezTo>
                        <a:cubicBezTo>
                          <a:pt x="-1987" y="61470"/>
                          <a:pt x="751" y="73374"/>
                          <a:pt x="6228" y="81570"/>
                        </a:cubicBezTo>
                        <a:cubicBezTo>
                          <a:pt x="11705" y="89779"/>
                          <a:pt x="19630" y="93884"/>
                          <a:pt x="30001" y="938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76" name="Graphic 299">
                <a:extLst>
                  <a:ext uri="{FF2B5EF4-FFF2-40B4-BE49-F238E27FC236}">
                    <a16:creationId xmlns:a16="http://schemas.microsoft.com/office/drawing/2014/main" id="{5AA5C17A-592B-E71B-8E16-2BAFCF5FFEBC}"/>
                  </a:ext>
                </a:extLst>
              </p:cNvPr>
              <p:cNvGrpSpPr/>
              <p:nvPr/>
            </p:nvGrpSpPr>
            <p:grpSpPr>
              <a:xfrm>
                <a:off x="3574140" y="3402416"/>
                <a:ext cx="321508" cy="95994"/>
                <a:chOff x="3574140" y="3402416"/>
                <a:chExt cx="321508" cy="95994"/>
              </a:xfrm>
              <a:solidFill>
                <a:srgbClr val="000000"/>
              </a:solidFill>
            </p:grpSpPr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B01A4172-6B29-0B3F-ACEE-163AD07C7957}"/>
                    </a:ext>
                  </a:extLst>
                </p:cNvPr>
                <p:cNvSpPr/>
                <p:nvPr/>
              </p:nvSpPr>
              <p:spPr>
                <a:xfrm>
                  <a:off x="3851198" y="3448391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175 h 12690"/>
                    <a:gd name="connsiteX1" fmla="*/ 58 w 44450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78" name="Graphic 299">
                  <a:extLst>
                    <a:ext uri="{FF2B5EF4-FFF2-40B4-BE49-F238E27FC236}">
                      <a16:creationId xmlns:a16="http://schemas.microsoft.com/office/drawing/2014/main" id="{E94CFC8C-9477-A63F-D20D-2432F5D0AA62}"/>
                    </a:ext>
                  </a:extLst>
                </p:cNvPr>
                <p:cNvGrpSpPr/>
                <p:nvPr/>
              </p:nvGrpSpPr>
              <p:grpSpPr>
                <a:xfrm>
                  <a:off x="3574140" y="3402416"/>
                  <a:ext cx="224169" cy="95994"/>
                  <a:chOff x="3574140" y="3402416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79" name="Freeform: Shape 378">
                    <a:extLst>
                      <a:ext uri="{FF2B5EF4-FFF2-40B4-BE49-F238E27FC236}">
                        <a16:creationId xmlns:a16="http://schemas.microsoft.com/office/drawing/2014/main" id="{19B47D81-A328-7551-A0B2-DF6C85F48818}"/>
                      </a:ext>
                    </a:extLst>
                  </p:cNvPr>
                  <p:cNvSpPr/>
                  <p:nvPr/>
                </p:nvSpPr>
                <p:spPr>
                  <a:xfrm flipV="1">
                    <a:off x="3574140" y="3404082"/>
                    <a:ext cx="59908" cy="94328"/>
                  </a:xfrm>
                  <a:custGeom>
                    <a:avLst/>
                    <a:gdLst>
                      <a:gd name="connsiteX0" fmla="*/ 1941 w 59908"/>
                      <a:gd name="connsiteY0" fmla="*/ 92216 h 94328"/>
                      <a:gd name="connsiteX1" fmla="*/ 51113 w 59908"/>
                      <a:gd name="connsiteY1" fmla="*/ 92216 h 94328"/>
                      <a:gd name="connsiteX2" fmla="*/ 51113 w 59908"/>
                      <a:gd name="connsiteY2" fmla="*/ 81667 h 94328"/>
                      <a:gd name="connsiteX3" fmla="*/ 13410 w 59908"/>
                      <a:gd name="connsiteY3" fmla="*/ 81667 h 94328"/>
                      <a:gd name="connsiteX4" fmla="*/ 13410 w 59908"/>
                      <a:gd name="connsiteY4" fmla="*/ 59002 h 94328"/>
                      <a:gd name="connsiteX5" fmla="*/ 18847 w 59908"/>
                      <a:gd name="connsiteY5" fmla="*/ 60390 h 94328"/>
                      <a:gd name="connsiteX6" fmla="*/ 24324 w 59908"/>
                      <a:gd name="connsiteY6" fmla="*/ 60846 h 94328"/>
                      <a:gd name="connsiteX7" fmla="*/ 48871 w 59908"/>
                      <a:gd name="connsiteY7" fmla="*/ 52359 h 94328"/>
                      <a:gd name="connsiteX8" fmla="*/ 57940 w 59908"/>
                      <a:gd name="connsiteY8" fmla="*/ 29376 h 94328"/>
                      <a:gd name="connsiteX9" fmla="*/ 48633 w 59908"/>
                      <a:gd name="connsiteY9" fmla="*/ 6156 h 94328"/>
                      <a:gd name="connsiteX10" fmla="*/ 22399 w 59908"/>
                      <a:gd name="connsiteY10" fmla="*/ -2113 h 94328"/>
                      <a:gd name="connsiteX11" fmla="*/ 10513 w 59908"/>
                      <a:gd name="connsiteY11" fmla="*/ -1121 h 94328"/>
                      <a:gd name="connsiteX12" fmla="*/ -1969 w 59908"/>
                      <a:gd name="connsiteY12" fmla="*/ 1853 h 94328"/>
                      <a:gd name="connsiteX13" fmla="*/ -1969 w 59908"/>
                      <a:gd name="connsiteY13" fmla="*/ 14445 h 94328"/>
                      <a:gd name="connsiteX14" fmla="*/ 9561 w 59908"/>
                      <a:gd name="connsiteY14" fmla="*/ 9924 h 94328"/>
                      <a:gd name="connsiteX15" fmla="*/ 22141 w 59908"/>
                      <a:gd name="connsiteY15" fmla="*/ 8437 h 94328"/>
                      <a:gd name="connsiteX16" fmla="*/ 39128 w 59908"/>
                      <a:gd name="connsiteY16" fmla="*/ 14068 h 94328"/>
                      <a:gd name="connsiteX17" fmla="*/ 45398 w 59908"/>
                      <a:gd name="connsiteY17" fmla="*/ 29376 h 94328"/>
                      <a:gd name="connsiteX18" fmla="*/ 39128 w 59908"/>
                      <a:gd name="connsiteY18" fmla="*/ 44665 h 94328"/>
                      <a:gd name="connsiteX19" fmla="*/ 22141 w 59908"/>
                      <a:gd name="connsiteY19" fmla="*/ 50316 h 94328"/>
                      <a:gd name="connsiteX20" fmla="*/ 12120 w 59908"/>
                      <a:gd name="connsiteY20" fmla="*/ 49206 h 94328"/>
                      <a:gd name="connsiteX21" fmla="*/ 1941 w 59908"/>
                      <a:gd name="connsiteY21" fmla="*/ 45736 h 94328"/>
                      <a:gd name="connsiteX22" fmla="*/ 1941 w 59908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41" y="92216"/>
                        </a:moveTo>
                        <a:lnTo>
                          <a:pt x="51113" y="92216"/>
                        </a:lnTo>
                        <a:lnTo>
                          <a:pt x="51113" y="81667"/>
                        </a:lnTo>
                        <a:lnTo>
                          <a:pt x="13410" y="81667"/>
                        </a:lnTo>
                        <a:lnTo>
                          <a:pt x="13410" y="59002"/>
                        </a:lnTo>
                        <a:cubicBezTo>
                          <a:pt x="15223" y="59623"/>
                          <a:pt x="17035" y="60086"/>
                          <a:pt x="18847" y="60390"/>
                        </a:cubicBezTo>
                        <a:cubicBezTo>
                          <a:pt x="20673" y="60694"/>
                          <a:pt x="22499" y="60846"/>
                          <a:pt x="24324" y="60846"/>
                        </a:cubicBezTo>
                        <a:cubicBezTo>
                          <a:pt x="34656" y="60846"/>
                          <a:pt x="42838" y="58017"/>
                          <a:pt x="48871" y="52359"/>
                        </a:cubicBezTo>
                        <a:cubicBezTo>
                          <a:pt x="54917" y="46701"/>
                          <a:pt x="57940" y="39040"/>
                          <a:pt x="57940" y="29376"/>
                        </a:cubicBezTo>
                        <a:cubicBezTo>
                          <a:pt x="57940" y="19422"/>
                          <a:pt x="54837" y="11682"/>
                          <a:pt x="48633" y="6156"/>
                        </a:cubicBezTo>
                        <a:cubicBezTo>
                          <a:pt x="42428" y="644"/>
                          <a:pt x="33684" y="-2113"/>
                          <a:pt x="22399" y="-2113"/>
                        </a:cubicBezTo>
                        <a:cubicBezTo>
                          <a:pt x="18510" y="-2113"/>
                          <a:pt x="14548" y="-1782"/>
                          <a:pt x="10513" y="-1121"/>
                        </a:cubicBezTo>
                        <a:cubicBezTo>
                          <a:pt x="6491" y="-460"/>
                          <a:pt x="2331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9" y="12422"/>
                          <a:pt x="5592" y="10915"/>
                          <a:pt x="9561" y="9924"/>
                        </a:cubicBezTo>
                        <a:cubicBezTo>
                          <a:pt x="13529" y="8932"/>
                          <a:pt x="17723" y="8437"/>
                          <a:pt x="22141" y="8437"/>
                        </a:cubicBezTo>
                        <a:cubicBezTo>
                          <a:pt x="29298" y="8437"/>
                          <a:pt x="34961" y="10314"/>
                          <a:pt x="39128" y="14068"/>
                        </a:cubicBezTo>
                        <a:cubicBezTo>
                          <a:pt x="43308" y="17822"/>
                          <a:pt x="45398" y="22925"/>
                          <a:pt x="45398" y="29376"/>
                        </a:cubicBezTo>
                        <a:cubicBezTo>
                          <a:pt x="45398" y="35814"/>
                          <a:pt x="43308" y="40910"/>
                          <a:pt x="39128" y="44665"/>
                        </a:cubicBezTo>
                        <a:cubicBezTo>
                          <a:pt x="34961" y="48432"/>
                          <a:pt x="29298" y="50316"/>
                          <a:pt x="22141" y="50316"/>
                        </a:cubicBezTo>
                        <a:cubicBezTo>
                          <a:pt x="18794" y="50316"/>
                          <a:pt x="15454" y="49946"/>
                          <a:pt x="12120" y="49206"/>
                        </a:cubicBezTo>
                        <a:cubicBezTo>
                          <a:pt x="8800" y="48465"/>
                          <a:pt x="5407" y="47309"/>
                          <a:pt x="1941" y="45736"/>
                        </a:cubicBezTo>
                        <a:lnTo>
                          <a:pt x="1941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80" name="Freeform: Shape 379">
                    <a:extLst>
                      <a:ext uri="{FF2B5EF4-FFF2-40B4-BE49-F238E27FC236}">
                        <a16:creationId xmlns:a16="http://schemas.microsoft.com/office/drawing/2014/main" id="{169161BF-060F-BCAA-00F5-0E1F2526D8E4}"/>
                      </a:ext>
                    </a:extLst>
                  </p:cNvPr>
                  <p:cNvSpPr/>
                  <p:nvPr/>
                </p:nvSpPr>
                <p:spPr>
                  <a:xfrm flipV="1">
                    <a:off x="3653512" y="3402416"/>
                    <a:ext cx="63996" cy="95994"/>
                  </a:xfrm>
                  <a:custGeom>
                    <a:avLst/>
                    <a:gdLst>
                      <a:gd name="connsiteX0" fmla="*/ 29995 w 63996"/>
                      <a:gd name="connsiteY0" fmla="*/ 83925 h 95994"/>
                      <a:gd name="connsiteX1" fmla="*/ 15449 w 63996"/>
                      <a:gd name="connsiteY1" fmla="*/ 74407 h 95994"/>
                      <a:gd name="connsiteX2" fmla="*/ 10588 w 63996"/>
                      <a:gd name="connsiteY2" fmla="*/ 45813 h 95994"/>
                      <a:gd name="connsiteX3" fmla="*/ 15449 w 63996"/>
                      <a:gd name="connsiteY3" fmla="*/ 17278 h 95994"/>
                      <a:gd name="connsiteX4" fmla="*/ 29995 w 63996"/>
                      <a:gd name="connsiteY4" fmla="*/ 7760 h 95994"/>
                      <a:gd name="connsiteX5" fmla="*/ 44600 w 63996"/>
                      <a:gd name="connsiteY5" fmla="*/ 17278 h 95994"/>
                      <a:gd name="connsiteX6" fmla="*/ 49481 w 63996"/>
                      <a:gd name="connsiteY6" fmla="*/ 45813 h 95994"/>
                      <a:gd name="connsiteX7" fmla="*/ 44600 w 63996"/>
                      <a:gd name="connsiteY7" fmla="*/ 74407 h 95994"/>
                      <a:gd name="connsiteX8" fmla="*/ 29995 w 63996"/>
                      <a:gd name="connsiteY8" fmla="*/ 83925 h 95994"/>
                      <a:gd name="connsiteX9" fmla="*/ 29995 w 63996"/>
                      <a:gd name="connsiteY9" fmla="*/ 93839 h 95994"/>
                      <a:gd name="connsiteX10" fmla="*/ 53787 w 63996"/>
                      <a:gd name="connsiteY10" fmla="*/ 81525 h 95994"/>
                      <a:gd name="connsiteX11" fmla="*/ 62003 w 63996"/>
                      <a:gd name="connsiteY11" fmla="*/ 45813 h 95994"/>
                      <a:gd name="connsiteX12" fmla="*/ 53787 w 63996"/>
                      <a:gd name="connsiteY12" fmla="*/ 10139 h 95994"/>
                      <a:gd name="connsiteX13" fmla="*/ 29995 w 63996"/>
                      <a:gd name="connsiteY13" fmla="*/ -2155 h 95994"/>
                      <a:gd name="connsiteX14" fmla="*/ 6222 w 63996"/>
                      <a:gd name="connsiteY14" fmla="*/ 10139 h 95994"/>
                      <a:gd name="connsiteX15" fmla="*/ -1993 w 63996"/>
                      <a:gd name="connsiteY15" fmla="*/ 45813 h 95994"/>
                      <a:gd name="connsiteX16" fmla="*/ 6222 w 63996"/>
                      <a:gd name="connsiteY16" fmla="*/ 81525 h 95994"/>
                      <a:gd name="connsiteX17" fmla="*/ 29995 w 6399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29995" y="83925"/>
                        </a:moveTo>
                        <a:cubicBezTo>
                          <a:pt x="23552" y="83925"/>
                          <a:pt x="18704" y="80752"/>
                          <a:pt x="15449" y="74407"/>
                        </a:cubicBezTo>
                        <a:cubicBezTo>
                          <a:pt x="12208" y="68074"/>
                          <a:pt x="10588" y="58543"/>
                          <a:pt x="10588" y="45813"/>
                        </a:cubicBezTo>
                        <a:cubicBezTo>
                          <a:pt x="10588" y="33135"/>
                          <a:pt x="12208" y="23623"/>
                          <a:pt x="15449" y="17278"/>
                        </a:cubicBezTo>
                        <a:cubicBezTo>
                          <a:pt x="18704" y="10933"/>
                          <a:pt x="23552" y="7760"/>
                          <a:pt x="29995" y="7760"/>
                        </a:cubicBezTo>
                        <a:cubicBezTo>
                          <a:pt x="36490" y="7760"/>
                          <a:pt x="41359" y="10933"/>
                          <a:pt x="44600" y="17278"/>
                        </a:cubicBezTo>
                        <a:cubicBezTo>
                          <a:pt x="47854" y="23623"/>
                          <a:pt x="49481" y="33135"/>
                          <a:pt x="49481" y="45813"/>
                        </a:cubicBezTo>
                        <a:cubicBezTo>
                          <a:pt x="49481" y="58543"/>
                          <a:pt x="47854" y="68074"/>
                          <a:pt x="44600" y="74407"/>
                        </a:cubicBezTo>
                        <a:cubicBezTo>
                          <a:pt x="41359" y="80752"/>
                          <a:pt x="36490" y="83925"/>
                          <a:pt x="29995" y="83925"/>
                        </a:cubicBezTo>
                        <a:close/>
                        <a:moveTo>
                          <a:pt x="29995" y="93839"/>
                        </a:moveTo>
                        <a:cubicBezTo>
                          <a:pt x="40380" y="93839"/>
                          <a:pt x="48311" y="89735"/>
                          <a:pt x="53787" y="81525"/>
                        </a:cubicBezTo>
                        <a:cubicBezTo>
                          <a:pt x="59264" y="73329"/>
                          <a:pt x="62003" y="61425"/>
                          <a:pt x="62003" y="45813"/>
                        </a:cubicBezTo>
                        <a:cubicBezTo>
                          <a:pt x="62003" y="30240"/>
                          <a:pt x="59264" y="18349"/>
                          <a:pt x="53787" y="10139"/>
                        </a:cubicBezTo>
                        <a:cubicBezTo>
                          <a:pt x="48311" y="1943"/>
                          <a:pt x="40380" y="-2155"/>
                          <a:pt x="29995" y="-2155"/>
                        </a:cubicBezTo>
                        <a:cubicBezTo>
                          <a:pt x="19623" y="-2155"/>
                          <a:pt x="11699" y="1943"/>
                          <a:pt x="6222" y="10139"/>
                        </a:cubicBezTo>
                        <a:cubicBezTo>
                          <a:pt x="745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5" y="73329"/>
                          <a:pt x="6222" y="81525"/>
                        </a:cubicBezTo>
                        <a:cubicBezTo>
                          <a:pt x="11699" y="89735"/>
                          <a:pt x="19623" y="93839"/>
                          <a:pt x="29995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81" name="Freeform: Shape 380">
                    <a:extLst>
                      <a:ext uri="{FF2B5EF4-FFF2-40B4-BE49-F238E27FC236}">
                        <a16:creationId xmlns:a16="http://schemas.microsoft.com/office/drawing/2014/main" id="{E6024AAD-F4C8-9239-39CA-42021522B91A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3402416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3925 h 95994"/>
                      <a:gd name="connsiteX1" fmla="*/ 15456 w 63996"/>
                      <a:gd name="connsiteY1" fmla="*/ 74407 h 95994"/>
                      <a:gd name="connsiteX2" fmla="*/ 10594 w 63996"/>
                      <a:gd name="connsiteY2" fmla="*/ 45813 h 95994"/>
                      <a:gd name="connsiteX3" fmla="*/ 15456 w 63996"/>
                      <a:gd name="connsiteY3" fmla="*/ 17278 h 95994"/>
                      <a:gd name="connsiteX4" fmla="*/ 30001 w 63996"/>
                      <a:gd name="connsiteY4" fmla="*/ 7760 h 95994"/>
                      <a:gd name="connsiteX5" fmla="*/ 44606 w 63996"/>
                      <a:gd name="connsiteY5" fmla="*/ 17278 h 95994"/>
                      <a:gd name="connsiteX6" fmla="*/ 49488 w 63996"/>
                      <a:gd name="connsiteY6" fmla="*/ 45813 h 95994"/>
                      <a:gd name="connsiteX7" fmla="*/ 44606 w 63996"/>
                      <a:gd name="connsiteY7" fmla="*/ 74407 h 95994"/>
                      <a:gd name="connsiteX8" fmla="*/ 30001 w 63996"/>
                      <a:gd name="connsiteY8" fmla="*/ 83925 h 95994"/>
                      <a:gd name="connsiteX9" fmla="*/ 30001 w 63996"/>
                      <a:gd name="connsiteY9" fmla="*/ 93839 h 95994"/>
                      <a:gd name="connsiteX10" fmla="*/ 53794 w 63996"/>
                      <a:gd name="connsiteY10" fmla="*/ 81525 h 95994"/>
                      <a:gd name="connsiteX11" fmla="*/ 62009 w 63996"/>
                      <a:gd name="connsiteY11" fmla="*/ 45813 h 95994"/>
                      <a:gd name="connsiteX12" fmla="*/ 53794 w 63996"/>
                      <a:gd name="connsiteY12" fmla="*/ 10139 h 95994"/>
                      <a:gd name="connsiteX13" fmla="*/ 30001 w 63996"/>
                      <a:gd name="connsiteY13" fmla="*/ -2155 h 95994"/>
                      <a:gd name="connsiteX14" fmla="*/ 6228 w 63996"/>
                      <a:gd name="connsiteY14" fmla="*/ 10139 h 95994"/>
                      <a:gd name="connsiteX15" fmla="*/ -1987 w 63996"/>
                      <a:gd name="connsiteY15" fmla="*/ 45813 h 95994"/>
                      <a:gd name="connsiteX16" fmla="*/ 6228 w 63996"/>
                      <a:gd name="connsiteY16" fmla="*/ 81525 h 95994"/>
                      <a:gd name="connsiteX17" fmla="*/ 30001 w 6399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3925"/>
                        </a:moveTo>
                        <a:cubicBezTo>
                          <a:pt x="23559" y="83925"/>
                          <a:pt x="18710" y="80752"/>
                          <a:pt x="15456" y="74407"/>
                        </a:cubicBezTo>
                        <a:cubicBezTo>
                          <a:pt x="12215" y="68074"/>
                          <a:pt x="10594" y="58543"/>
                          <a:pt x="10594" y="45813"/>
                        </a:cubicBezTo>
                        <a:cubicBezTo>
                          <a:pt x="10594" y="33135"/>
                          <a:pt x="12215" y="23623"/>
                          <a:pt x="15456" y="17278"/>
                        </a:cubicBezTo>
                        <a:cubicBezTo>
                          <a:pt x="18710" y="10933"/>
                          <a:pt x="23559" y="7760"/>
                          <a:pt x="30001" y="7760"/>
                        </a:cubicBezTo>
                        <a:cubicBezTo>
                          <a:pt x="36497" y="7760"/>
                          <a:pt x="41365" y="10933"/>
                          <a:pt x="44606" y="17278"/>
                        </a:cubicBezTo>
                        <a:cubicBezTo>
                          <a:pt x="47861" y="23623"/>
                          <a:pt x="49488" y="33135"/>
                          <a:pt x="49488" y="45813"/>
                        </a:cubicBezTo>
                        <a:cubicBezTo>
                          <a:pt x="49488" y="58543"/>
                          <a:pt x="47861" y="68074"/>
                          <a:pt x="44606" y="74407"/>
                        </a:cubicBezTo>
                        <a:cubicBezTo>
                          <a:pt x="41365" y="80752"/>
                          <a:pt x="36497" y="83925"/>
                          <a:pt x="30001" y="83925"/>
                        </a:cubicBezTo>
                        <a:close/>
                        <a:moveTo>
                          <a:pt x="30001" y="93839"/>
                        </a:moveTo>
                        <a:cubicBezTo>
                          <a:pt x="40386" y="93839"/>
                          <a:pt x="48317" y="89735"/>
                          <a:pt x="53794" y="81525"/>
                        </a:cubicBezTo>
                        <a:cubicBezTo>
                          <a:pt x="59271" y="73329"/>
                          <a:pt x="62009" y="61425"/>
                          <a:pt x="62009" y="45813"/>
                        </a:cubicBezTo>
                        <a:cubicBezTo>
                          <a:pt x="62009" y="30240"/>
                          <a:pt x="59271" y="18349"/>
                          <a:pt x="53794" y="10139"/>
                        </a:cubicBezTo>
                        <a:cubicBezTo>
                          <a:pt x="48317" y="1943"/>
                          <a:pt x="40386" y="-2155"/>
                          <a:pt x="30001" y="-2155"/>
                        </a:cubicBezTo>
                        <a:cubicBezTo>
                          <a:pt x="19630" y="-2155"/>
                          <a:pt x="11705" y="1943"/>
                          <a:pt x="6228" y="10139"/>
                        </a:cubicBezTo>
                        <a:cubicBezTo>
                          <a:pt x="751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51" y="73329"/>
                          <a:pt x="6228" y="81525"/>
                        </a:cubicBezTo>
                        <a:cubicBezTo>
                          <a:pt x="11705" y="89735"/>
                          <a:pt x="19630" y="93839"/>
                          <a:pt x="30001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82" name="Graphic 299">
                <a:extLst>
                  <a:ext uri="{FF2B5EF4-FFF2-40B4-BE49-F238E27FC236}">
                    <a16:creationId xmlns:a16="http://schemas.microsoft.com/office/drawing/2014/main" id="{33FDB2F2-5F87-DBCE-2ADA-0B7352B84ABD}"/>
                  </a:ext>
                </a:extLst>
              </p:cNvPr>
              <p:cNvGrpSpPr/>
              <p:nvPr/>
            </p:nvGrpSpPr>
            <p:grpSpPr>
              <a:xfrm>
                <a:off x="3574140" y="2834481"/>
                <a:ext cx="321508" cy="95994"/>
                <a:chOff x="3574140" y="2834481"/>
                <a:chExt cx="321508" cy="95994"/>
              </a:xfrm>
              <a:solidFill>
                <a:srgbClr val="000000"/>
              </a:solidFill>
            </p:grpSpPr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2A75182A-D4B1-2A1E-E201-6AAAE91D9F15}"/>
                    </a:ext>
                  </a:extLst>
                </p:cNvPr>
                <p:cNvSpPr/>
                <p:nvPr/>
              </p:nvSpPr>
              <p:spPr>
                <a:xfrm>
                  <a:off x="3851198" y="2880456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130 h 12690"/>
                    <a:gd name="connsiteX1" fmla="*/ 58 w 44450"/>
                    <a:gd name="connsiteY1" fmla="*/ 13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130"/>
                      </a:moveTo>
                      <a:lnTo>
                        <a:pt x="58" y="130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84" name="Graphic 299">
                  <a:extLst>
                    <a:ext uri="{FF2B5EF4-FFF2-40B4-BE49-F238E27FC236}">
                      <a16:creationId xmlns:a16="http://schemas.microsoft.com/office/drawing/2014/main" id="{C168FC41-84CB-72E2-3AB0-91A089BF6036}"/>
                    </a:ext>
                  </a:extLst>
                </p:cNvPr>
                <p:cNvGrpSpPr/>
                <p:nvPr/>
              </p:nvGrpSpPr>
              <p:grpSpPr>
                <a:xfrm>
                  <a:off x="3574140" y="2834481"/>
                  <a:ext cx="224169" cy="95994"/>
                  <a:chOff x="3574140" y="2834481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85" name="Freeform: Shape 384">
                    <a:extLst>
                      <a:ext uri="{FF2B5EF4-FFF2-40B4-BE49-F238E27FC236}">
                        <a16:creationId xmlns:a16="http://schemas.microsoft.com/office/drawing/2014/main" id="{FC1626B6-1C27-9813-BEEF-D1E035EE8ED8}"/>
                      </a:ext>
                    </a:extLst>
                  </p:cNvPr>
                  <p:cNvSpPr/>
                  <p:nvPr/>
                </p:nvSpPr>
                <p:spPr>
                  <a:xfrm flipV="1">
                    <a:off x="3574140" y="2836147"/>
                    <a:ext cx="59908" cy="94328"/>
                  </a:xfrm>
                  <a:custGeom>
                    <a:avLst/>
                    <a:gdLst>
                      <a:gd name="connsiteX0" fmla="*/ 1941 w 59908"/>
                      <a:gd name="connsiteY0" fmla="*/ 92171 h 94328"/>
                      <a:gd name="connsiteX1" fmla="*/ 51113 w 59908"/>
                      <a:gd name="connsiteY1" fmla="*/ 92171 h 94328"/>
                      <a:gd name="connsiteX2" fmla="*/ 51113 w 59908"/>
                      <a:gd name="connsiteY2" fmla="*/ 81622 h 94328"/>
                      <a:gd name="connsiteX3" fmla="*/ 13410 w 59908"/>
                      <a:gd name="connsiteY3" fmla="*/ 81622 h 94328"/>
                      <a:gd name="connsiteX4" fmla="*/ 13410 w 59908"/>
                      <a:gd name="connsiteY4" fmla="*/ 58957 h 94328"/>
                      <a:gd name="connsiteX5" fmla="*/ 18847 w 59908"/>
                      <a:gd name="connsiteY5" fmla="*/ 60345 h 94328"/>
                      <a:gd name="connsiteX6" fmla="*/ 24324 w 59908"/>
                      <a:gd name="connsiteY6" fmla="*/ 60801 h 94328"/>
                      <a:gd name="connsiteX7" fmla="*/ 48871 w 59908"/>
                      <a:gd name="connsiteY7" fmla="*/ 52314 h 94328"/>
                      <a:gd name="connsiteX8" fmla="*/ 57940 w 59908"/>
                      <a:gd name="connsiteY8" fmla="*/ 29332 h 94328"/>
                      <a:gd name="connsiteX9" fmla="*/ 48633 w 59908"/>
                      <a:gd name="connsiteY9" fmla="*/ 6111 h 94328"/>
                      <a:gd name="connsiteX10" fmla="*/ 22399 w 59908"/>
                      <a:gd name="connsiteY10" fmla="*/ -2157 h 94328"/>
                      <a:gd name="connsiteX11" fmla="*/ 10513 w 59908"/>
                      <a:gd name="connsiteY11" fmla="*/ -1166 h 94328"/>
                      <a:gd name="connsiteX12" fmla="*/ -1969 w 59908"/>
                      <a:gd name="connsiteY12" fmla="*/ 1808 h 94328"/>
                      <a:gd name="connsiteX13" fmla="*/ -1969 w 59908"/>
                      <a:gd name="connsiteY13" fmla="*/ 14400 h 94328"/>
                      <a:gd name="connsiteX14" fmla="*/ 9561 w 59908"/>
                      <a:gd name="connsiteY14" fmla="*/ 9879 h 94328"/>
                      <a:gd name="connsiteX15" fmla="*/ 22141 w 59908"/>
                      <a:gd name="connsiteY15" fmla="*/ 8392 h 94328"/>
                      <a:gd name="connsiteX16" fmla="*/ 39128 w 59908"/>
                      <a:gd name="connsiteY16" fmla="*/ 14023 h 94328"/>
                      <a:gd name="connsiteX17" fmla="*/ 45398 w 59908"/>
                      <a:gd name="connsiteY17" fmla="*/ 29332 h 94328"/>
                      <a:gd name="connsiteX18" fmla="*/ 39128 w 59908"/>
                      <a:gd name="connsiteY18" fmla="*/ 44620 h 94328"/>
                      <a:gd name="connsiteX19" fmla="*/ 22141 w 59908"/>
                      <a:gd name="connsiteY19" fmla="*/ 50271 h 94328"/>
                      <a:gd name="connsiteX20" fmla="*/ 12120 w 59908"/>
                      <a:gd name="connsiteY20" fmla="*/ 49161 h 94328"/>
                      <a:gd name="connsiteX21" fmla="*/ 1941 w 59908"/>
                      <a:gd name="connsiteY21" fmla="*/ 45691 h 94328"/>
                      <a:gd name="connsiteX22" fmla="*/ 1941 w 59908"/>
                      <a:gd name="connsiteY22" fmla="*/ 9217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41" y="92171"/>
                        </a:moveTo>
                        <a:lnTo>
                          <a:pt x="51113" y="92171"/>
                        </a:lnTo>
                        <a:lnTo>
                          <a:pt x="51113" y="81622"/>
                        </a:lnTo>
                        <a:lnTo>
                          <a:pt x="13410" y="81622"/>
                        </a:lnTo>
                        <a:lnTo>
                          <a:pt x="13410" y="58957"/>
                        </a:lnTo>
                        <a:cubicBezTo>
                          <a:pt x="15223" y="59578"/>
                          <a:pt x="17035" y="60041"/>
                          <a:pt x="18847" y="60345"/>
                        </a:cubicBezTo>
                        <a:cubicBezTo>
                          <a:pt x="20673" y="60649"/>
                          <a:pt x="22499" y="60801"/>
                          <a:pt x="24324" y="60801"/>
                        </a:cubicBezTo>
                        <a:cubicBezTo>
                          <a:pt x="34656" y="60801"/>
                          <a:pt x="42838" y="57972"/>
                          <a:pt x="48871" y="52314"/>
                        </a:cubicBezTo>
                        <a:cubicBezTo>
                          <a:pt x="54917" y="46656"/>
                          <a:pt x="57940" y="38995"/>
                          <a:pt x="57940" y="29332"/>
                        </a:cubicBezTo>
                        <a:cubicBezTo>
                          <a:pt x="57940" y="19377"/>
                          <a:pt x="54837" y="11637"/>
                          <a:pt x="48633" y="6111"/>
                        </a:cubicBezTo>
                        <a:cubicBezTo>
                          <a:pt x="42428" y="599"/>
                          <a:pt x="33684" y="-2157"/>
                          <a:pt x="22399" y="-2157"/>
                        </a:cubicBezTo>
                        <a:cubicBezTo>
                          <a:pt x="18510" y="-2157"/>
                          <a:pt x="14548" y="-1827"/>
                          <a:pt x="10513" y="-1166"/>
                        </a:cubicBezTo>
                        <a:cubicBezTo>
                          <a:pt x="6491" y="-505"/>
                          <a:pt x="2331" y="486"/>
                          <a:pt x="-1969" y="1808"/>
                        </a:cubicBezTo>
                        <a:lnTo>
                          <a:pt x="-1969" y="14400"/>
                        </a:lnTo>
                        <a:cubicBezTo>
                          <a:pt x="1749" y="12377"/>
                          <a:pt x="5592" y="10870"/>
                          <a:pt x="9561" y="9879"/>
                        </a:cubicBezTo>
                        <a:cubicBezTo>
                          <a:pt x="13529" y="8887"/>
                          <a:pt x="17723" y="8392"/>
                          <a:pt x="22141" y="8392"/>
                        </a:cubicBezTo>
                        <a:cubicBezTo>
                          <a:pt x="29298" y="8392"/>
                          <a:pt x="34961" y="10269"/>
                          <a:pt x="39128" y="14023"/>
                        </a:cubicBezTo>
                        <a:cubicBezTo>
                          <a:pt x="43308" y="17778"/>
                          <a:pt x="45398" y="22880"/>
                          <a:pt x="45398" y="29332"/>
                        </a:cubicBezTo>
                        <a:cubicBezTo>
                          <a:pt x="45398" y="35770"/>
                          <a:pt x="43308" y="40866"/>
                          <a:pt x="39128" y="44620"/>
                        </a:cubicBezTo>
                        <a:cubicBezTo>
                          <a:pt x="34961" y="48388"/>
                          <a:pt x="29298" y="50271"/>
                          <a:pt x="22141" y="50271"/>
                        </a:cubicBezTo>
                        <a:cubicBezTo>
                          <a:pt x="18794" y="50271"/>
                          <a:pt x="15454" y="49901"/>
                          <a:pt x="12120" y="49161"/>
                        </a:cubicBezTo>
                        <a:cubicBezTo>
                          <a:pt x="8800" y="48421"/>
                          <a:pt x="5407" y="47264"/>
                          <a:pt x="1941" y="45691"/>
                        </a:cubicBezTo>
                        <a:lnTo>
                          <a:pt x="1941" y="921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86" name="Freeform: Shape 385">
                    <a:extLst>
                      <a:ext uri="{FF2B5EF4-FFF2-40B4-BE49-F238E27FC236}">
                        <a16:creationId xmlns:a16="http://schemas.microsoft.com/office/drawing/2014/main" id="{D13C22CD-F1FD-FDE0-ED03-E1D8D92E9439}"/>
                      </a:ext>
                    </a:extLst>
                  </p:cNvPr>
                  <p:cNvSpPr/>
                  <p:nvPr/>
                </p:nvSpPr>
                <p:spPr>
                  <a:xfrm flipV="1">
                    <a:off x="3659088" y="2836147"/>
                    <a:ext cx="55125" cy="92524"/>
                  </a:xfrm>
                  <a:custGeom>
                    <a:avLst/>
                    <a:gdLst>
                      <a:gd name="connsiteX0" fmla="*/ -245 w 55125"/>
                      <a:gd name="connsiteY0" fmla="*/ 8326 h 92524"/>
                      <a:gd name="connsiteX1" fmla="*/ 20214 w 55125"/>
                      <a:gd name="connsiteY1" fmla="*/ 8326 h 92524"/>
                      <a:gd name="connsiteX2" fmla="*/ 20214 w 55125"/>
                      <a:gd name="connsiteY2" fmla="*/ 78919 h 92524"/>
                      <a:gd name="connsiteX3" fmla="*/ -2051 w 55125"/>
                      <a:gd name="connsiteY3" fmla="*/ 74457 h 92524"/>
                      <a:gd name="connsiteX4" fmla="*/ -2051 w 55125"/>
                      <a:gd name="connsiteY4" fmla="*/ 85859 h 92524"/>
                      <a:gd name="connsiteX5" fmla="*/ 20095 w 55125"/>
                      <a:gd name="connsiteY5" fmla="*/ 90321 h 92524"/>
                      <a:gd name="connsiteX6" fmla="*/ 32616 w 55125"/>
                      <a:gd name="connsiteY6" fmla="*/ 90321 h 92524"/>
                      <a:gd name="connsiteX7" fmla="*/ 32616 w 55125"/>
                      <a:gd name="connsiteY7" fmla="*/ 8326 h 92524"/>
                      <a:gd name="connsiteX8" fmla="*/ 53075 w 55125"/>
                      <a:gd name="connsiteY8" fmla="*/ 8326 h 92524"/>
                      <a:gd name="connsiteX9" fmla="*/ 53075 w 55125"/>
                      <a:gd name="connsiteY9" fmla="*/ -2203 h 92524"/>
                      <a:gd name="connsiteX10" fmla="*/ -245 w 55125"/>
                      <a:gd name="connsiteY10" fmla="*/ -2203 h 92524"/>
                      <a:gd name="connsiteX11" fmla="*/ -245 w 55125"/>
                      <a:gd name="connsiteY11" fmla="*/ 832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245" y="8326"/>
                        </a:moveTo>
                        <a:lnTo>
                          <a:pt x="20214" y="8326"/>
                        </a:lnTo>
                        <a:lnTo>
                          <a:pt x="20214" y="78919"/>
                        </a:lnTo>
                        <a:lnTo>
                          <a:pt x="-2051" y="74457"/>
                        </a:lnTo>
                        <a:lnTo>
                          <a:pt x="-2051" y="85859"/>
                        </a:lnTo>
                        <a:lnTo>
                          <a:pt x="20095" y="90321"/>
                        </a:lnTo>
                        <a:lnTo>
                          <a:pt x="32616" y="90321"/>
                        </a:lnTo>
                        <a:lnTo>
                          <a:pt x="32616" y="8326"/>
                        </a:lnTo>
                        <a:lnTo>
                          <a:pt x="53075" y="8326"/>
                        </a:lnTo>
                        <a:lnTo>
                          <a:pt x="53075" y="-2203"/>
                        </a:lnTo>
                        <a:lnTo>
                          <a:pt x="-245" y="-2203"/>
                        </a:lnTo>
                        <a:lnTo>
                          <a:pt x="-245" y="83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87" name="Freeform: Shape 386">
                    <a:extLst>
                      <a:ext uri="{FF2B5EF4-FFF2-40B4-BE49-F238E27FC236}">
                        <a16:creationId xmlns:a16="http://schemas.microsoft.com/office/drawing/2014/main" id="{C1452D7E-99AC-D7A4-1934-75803C060A84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2834481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3880 h 95994"/>
                      <a:gd name="connsiteX1" fmla="*/ 15456 w 63996"/>
                      <a:gd name="connsiteY1" fmla="*/ 74362 h 95994"/>
                      <a:gd name="connsiteX2" fmla="*/ 10594 w 63996"/>
                      <a:gd name="connsiteY2" fmla="*/ 45768 h 95994"/>
                      <a:gd name="connsiteX3" fmla="*/ 15456 w 63996"/>
                      <a:gd name="connsiteY3" fmla="*/ 17233 h 95994"/>
                      <a:gd name="connsiteX4" fmla="*/ 30001 w 63996"/>
                      <a:gd name="connsiteY4" fmla="*/ 7715 h 95994"/>
                      <a:gd name="connsiteX5" fmla="*/ 44606 w 63996"/>
                      <a:gd name="connsiteY5" fmla="*/ 17233 h 95994"/>
                      <a:gd name="connsiteX6" fmla="*/ 49488 w 63996"/>
                      <a:gd name="connsiteY6" fmla="*/ 45768 h 95994"/>
                      <a:gd name="connsiteX7" fmla="*/ 44606 w 63996"/>
                      <a:gd name="connsiteY7" fmla="*/ 74362 h 95994"/>
                      <a:gd name="connsiteX8" fmla="*/ 30001 w 63996"/>
                      <a:gd name="connsiteY8" fmla="*/ 83880 h 95994"/>
                      <a:gd name="connsiteX9" fmla="*/ 30001 w 63996"/>
                      <a:gd name="connsiteY9" fmla="*/ 93795 h 95994"/>
                      <a:gd name="connsiteX10" fmla="*/ 53794 w 63996"/>
                      <a:gd name="connsiteY10" fmla="*/ 81481 h 95994"/>
                      <a:gd name="connsiteX11" fmla="*/ 62009 w 63996"/>
                      <a:gd name="connsiteY11" fmla="*/ 45768 h 95994"/>
                      <a:gd name="connsiteX12" fmla="*/ 53794 w 63996"/>
                      <a:gd name="connsiteY12" fmla="*/ 10095 h 95994"/>
                      <a:gd name="connsiteX13" fmla="*/ 30001 w 63996"/>
                      <a:gd name="connsiteY13" fmla="*/ -2200 h 95994"/>
                      <a:gd name="connsiteX14" fmla="*/ 6228 w 63996"/>
                      <a:gd name="connsiteY14" fmla="*/ 10095 h 95994"/>
                      <a:gd name="connsiteX15" fmla="*/ -1987 w 63996"/>
                      <a:gd name="connsiteY15" fmla="*/ 45768 h 95994"/>
                      <a:gd name="connsiteX16" fmla="*/ 6228 w 63996"/>
                      <a:gd name="connsiteY16" fmla="*/ 81481 h 95994"/>
                      <a:gd name="connsiteX17" fmla="*/ 30001 w 63996"/>
                      <a:gd name="connsiteY17" fmla="*/ 9379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3880"/>
                        </a:moveTo>
                        <a:cubicBezTo>
                          <a:pt x="23559" y="83880"/>
                          <a:pt x="18710" y="80707"/>
                          <a:pt x="15456" y="74362"/>
                        </a:cubicBezTo>
                        <a:cubicBezTo>
                          <a:pt x="12215" y="68030"/>
                          <a:pt x="10594" y="58498"/>
                          <a:pt x="10594" y="45768"/>
                        </a:cubicBezTo>
                        <a:cubicBezTo>
                          <a:pt x="10594" y="33090"/>
                          <a:pt x="12215" y="23579"/>
                          <a:pt x="15456" y="17233"/>
                        </a:cubicBezTo>
                        <a:cubicBezTo>
                          <a:pt x="18710" y="10888"/>
                          <a:pt x="23559" y="7715"/>
                          <a:pt x="30001" y="7715"/>
                        </a:cubicBezTo>
                        <a:cubicBezTo>
                          <a:pt x="36497" y="7715"/>
                          <a:pt x="41365" y="10888"/>
                          <a:pt x="44606" y="17233"/>
                        </a:cubicBezTo>
                        <a:cubicBezTo>
                          <a:pt x="47861" y="23579"/>
                          <a:pt x="49488" y="33090"/>
                          <a:pt x="49488" y="45768"/>
                        </a:cubicBezTo>
                        <a:cubicBezTo>
                          <a:pt x="49488" y="58498"/>
                          <a:pt x="47861" y="68030"/>
                          <a:pt x="44606" y="74362"/>
                        </a:cubicBezTo>
                        <a:cubicBezTo>
                          <a:pt x="41365" y="80707"/>
                          <a:pt x="36497" y="83880"/>
                          <a:pt x="30001" y="83880"/>
                        </a:cubicBezTo>
                        <a:close/>
                        <a:moveTo>
                          <a:pt x="30001" y="93795"/>
                        </a:moveTo>
                        <a:cubicBezTo>
                          <a:pt x="40386" y="93795"/>
                          <a:pt x="48317" y="89690"/>
                          <a:pt x="53794" y="81481"/>
                        </a:cubicBezTo>
                        <a:cubicBezTo>
                          <a:pt x="59271" y="73284"/>
                          <a:pt x="62009" y="61380"/>
                          <a:pt x="62009" y="45768"/>
                        </a:cubicBezTo>
                        <a:cubicBezTo>
                          <a:pt x="62009" y="30195"/>
                          <a:pt x="59271" y="18304"/>
                          <a:pt x="53794" y="10095"/>
                        </a:cubicBezTo>
                        <a:cubicBezTo>
                          <a:pt x="48317" y="1899"/>
                          <a:pt x="40386" y="-2200"/>
                          <a:pt x="30001" y="-2200"/>
                        </a:cubicBezTo>
                        <a:cubicBezTo>
                          <a:pt x="19630" y="-2200"/>
                          <a:pt x="11705" y="1899"/>
                          <a:pt x="6228" y="10095"/>
                        </a:cubicBezTo>
                        <a:cubicBezTo>
                          <a:pt x="751" y="18304"/>
                          <a:pt x="-1987" y="30195"/>
                          <a:pt x="-1987" y="45768"/>
                        </a:cubicBezTo>
                        <a:cubicBezTo>
                          <a:pt x="-1987" y="61380"/>
                          <a:pt x="751" y="73284"/>
                          <a:pt x="6228" y="81481"/>
                        </a:cubicBezTo>
                        <a:cubicBezTo>
                          <a:pt x="11705" y="89690"/>
                          <a:pt x="19630" y="93795"/>
                          <a:pt x="30001" y="9379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88" name="Graphic 299">
                <a:extLst>
                  <a:ext uri="{FF2B5EF4-FFF2-40B4-BE49-F238E27FC236}">
                    <a16:creationId xmlns:a16="http://schemas.microsoft.com/office/drawing/2014/main" id="{B96F5CFC-8DAF-7704-8B1F-61E92C9C5514}"/>
                  </a:ext>
                </a:extLst>
              </p:cNvPr>
              <p:cNvGrpSpPr/>
              <p:nvPr/>
            </p:nvGrpSpPr>
            <p:grpSpPr>
              <a:xfrm>
                <a:off x="3574140" y="2266547"/>
                <a:ext cx="321508" cy="95994"/>
                <a:chOff x="3574140" y="2266547"/>
                <a:chExt cx="321508" cy="95994"/>
              </a:xfrm>
              <a:solidFill>
                <a:srgbClr val="000000"/>
              </a:solidFill>
            </p:grpSpPr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0DC26EB3-07C5-F503-D293-08438B5F0F62}"/>
                    </a:ext>
                  </a:extLst>
                </p:cNvPr>
                <p:cNvSpPr/>
                <p:nvPr/>
              </p:nvSpPr>
              <p:spPr>
                <a:xfrm>
                  <a:off x="3851198" y="2312521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85 h 12690"/>
                    <a:gd name="connsiteX1" fmla="*/ 58 w 44450"/>
                    <a:gd name="connsiteY1" fmla="*/ 8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85"/>
                      </a:moveTo>
                      <a:lnTo>
                        <a:pt x="58" y="8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90" name="Graphic 299">
                  <a:extLst>
                    <a:ext uri="{FF2B5EF4-FFF2-40B4-BE49-F238E27FC236}">
                      <a16:creationId xmlns:a16="http://schemas.microsoft.com/office/drawing/2014/main" id="{375A689F-C8B7-D40B-86CD-3EEE0FABCE74}"/>
                    </a:ext>
                  </a:extLst>
                </p:cNvPr>
                <p:cNvGrpSpPr/>
                <p:nvPr/>
              </p:nvGrpSpPr>
              <p:grpSpPr>
                <a:xfrm>
                  <a:off x="3574140" y="2266547"/>
                  <a:ext cx="224169" cy="95994"/>
                  <a:chOff x="3574140" y="2266547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91" name="Freeform: Shape 390">
                    <a:extLst>
                      <a:ext uri="{FF2B5EF4-FFF2-40B4-BE49-F238E27FC236}">
                        <a16:creationId xmlns:a16="http://schemas.microsoft.com/office/drawing/2014/main" id="{7E70EDDC-C10F-CFFC-0381-DB1400E4A9BF}"/>
                      </a:ext>
                    </a:extLst>
                  </p:cNvPr>
                  <p:cNvSpPr/>
                  <p:nvPr/>
                </p:nvSpPr>
                <p:spPr>
                  <a:xfrm flipV="1">
                    <a:off x="3574140" y="2268212"/>
                    <a:ext cx="59908" cy="94328"/>
                  </a:xfrm>
                  <a:custGeom>
                    <a:avLst/>
                    <a:gdLst>
                      <a:gd name="connsiteX0" fmla="*/ 1941 w 59908"/>
                      <a:gd name="connsiteY0" fmla="*/ 92126 h 94328"/>
                      <a:gd name="connsiteX1" fmla="*/ 51113 w 59908"/>
                      <a:gd name="connsiteY1" fmla="*/ 92126 h 94328"/>
                      <a:gd name="connsiteX2" fmla="*/ 51113 w 59908"/>
                      <a:gd name="connsiteY2" fmla="*/ 81577 h 94328"/>
                      <a:gd name="connsiteX3" fmla="*/ 13410 w 59908"/>
                      <a:gd name="connsiteY3" fmla="*/ 81577 h 94328"/>
                      <a:gd name="connsiteX4" fmla="*/ 13410 w 59908"/>
                      <a:gd name="connsiteY4" fmla="*/ 58912 h 94328"/>
                      <a:gd name="connsiteX5" fmla="*/ 18847 w 59908"/>
                      <a:gd name="connsiteY5" fmla="*/ 60300 h 94328"/>
                      <a:gd name="connsiteX6" fmla="*/ 24324 w 59908"/>
                      <a:gd name="connsiteY6" fmla="*/ 60756 h 94328"/>
                      <a:gd name="connsiteX7" fmla="*/ 48871 w 59908"/>
                      <a:gd name="connsiteY7" fmla="*/ 52269 h 94328"/>
                      <a:gd name="connsiteX8" fmla="*/ 57940 w 59908"/>
                      <a:gd name="connsiteY8" fmla="*/ 29287 h 94328"/>
                      <a:gd name="connsiteX9" fmla="*/ 48633 w 59908"/>
                      <a:gd name="connsiteY9" fmla="*/ 6067 h 94328"/>
                      <a:gd name="connsiteX10" fmla="*/ 22399 w 59908"/>
                      <a:gd name="connsiteY10" fmla="*/ -2202 h 94328"/>
                      <a:gd name="connsiteX11" fmla="*/ 10513 w 59908"/>
                      <a:gd name="connsiteY11" fmla="*/ -1211 h 94328"/>
                      <a:gd name="connsiteX12" fmla="*/ -1969 w 59908"/>
                      <a:gd name="connsiteY12" fmla="*/ 1764 h 94328"/>
                      <a:gd name="connsiteX13" fmla="*/ -1969 w 59908"/>
                      <a:gd name="connsiteY13" fmla="*/ 14355 h 94328"/>
                      <a:gd name="connsiteX14" fmla="*/ 9561 w 59908"/>
                      <a:gd name="connsiteY14" fmla="*/ 9834 h 94328"/>
                      <a:gd name="connsiteX15" fmla="*/ 22141 w 59908"/>
                      <a:gd name="connsiteY15" fmla="*/ 8347 h 94328"/>
                      <a:gd name="connsiteX16" fmla="*/ 39128 w 59908"/>
                      <a:gd name="connsiteY16" fmla="*/ 13979 h 94328"/>
                      <a:gd name="connsiteX17" fmla="*/ 45398 w 59908"/>
                      <a:gd name="connsiteY17" fmla="*/ 29287 h 94328"/>
                      <a:gd name="connsiteX18" fmla="*/ 39128 w 59908"/>
                      <a:gd name="connsiteY18" fmla="*/ 44575 h 94328"/>
                      <a:gd name="connsiteX19" fmla="*/ 22141 w 59908"/>
                      <a:gd name="connsiteY19" fmla="*/ 50227 h 94328"/>
                      <a:gd name="connsiteX20" fmla="*/ 12120 w 59908"/>
                      <a:gd name="connsiteY20" fmla="*/ 49116 h 94328"/>
                      <a:gd name="connsiteX21" fmla="*/ 1941 w 59908"/>
                      <a:gd name="connsiteY21" fmla="*/ 45646 h 94328"/>
                      <a:gd name="connsiteX22" fmla="*/ 1941 w 59908"/>
                      <a:gd name="connsiteY22" fmla="*/ 9212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41" y="92126"/>
                        </a:moveTo>
                        <a:lnTo>
                          <a:pt x="51113" y="92126"/>
                        </a:lnTo>
                        <a:lnTo>
                          <a:pt x="51113" y="81577"/>
                        </a:lnTo>
                        <a:lnTo>
                          <a:pt x="13410" y="81577"/>
                        </a:lnTo>
                        <a:lnTo>
                          <a:pt x="13410" y="58912"/>
                        </a:lnTo>
                        <a:cubicBezTo>
                          <a:pt x="15223" y="59533"/>
                          <a:pt x="17035" y="59996"/>
                          <a:pt x="18847" y="60300"/>
                        </a:cubicBezTo>
                        <a:cubicBezTo>
                          <a:pt x="20673" y="60604"/>
                          <a:pt x="22499" y="60756"/>
                          <a:pt x="24324" y="60756"/>
                        </a:cubicBezTo>
                        <a:cubicBezTo>
                          <a:pt x="34656" y="60756"/>
                          <a:pt x="42838" y="57927"/>
                          <a:pt x="48871" y="52269"/>
                        </a:cubicBezTo>
                        <a:cubicBezTo>
                          <a:pt x="54917" y="46611"/>
                          <a:pt x="57940" y="38950"/>
                          <a:pt x="57940" y="29287"/>
                        </a:cubicBezTo>
                        <a:cubicBezTo>
                          <a:pt x="57940" y="19332"/>
                          <a:pt x="54837" y="11592"/>
                          <a:pt x="48633" y="6067"/>
                        </a:cubicBezTo>
                        <a:cubicBezTo>
                          <a:pt x="42428" y="554"/>
                          <a:pt x="33684" y="-2202"/>
                          <a:pt x="22399" y="-2202"/>
                        </a:cubicBezTo>
                        <a:cubicBezTo>
                          <a:pt x="18510" y="-2202"/>
                          <a:pt x="14548" y="-1872"/>
                          <a:pt x="10513" y="-1211"/>
                        </a:cubicBezTo>
                        <a:cubicBezTo>
                          <a:pt x="6491" y="-550"/>
                          <a:pt x="2331" y="442"/>
                          <a:pt x="-1969" y="1764"/>
                        </a:cubicBezTo>
                        <a:lnTo>
                          <a:pt x="-1969" y="14355"/>
                        </a:lnTo>
                        <a:cubicBezTo>
                          <a:pt x="1749" y="12333"/>
                          <a:pt x="5592" y="10826"/>
                          <a:pt x="9561" y="9834"/>
                        </a:cubicBezTo>
                        <a:cubicBezTo>
                          <a:pt x="13529" y="8843"/>
                          <a:pt x="17723" y="8347"/>
                          <a:pt x="22141" y="8347"/>
                        </a:cubicBezTo>
                        <a:cubicBezTo>
                          <a:pt x="29298" y="8347"/>
                          <a:pt x="34961" y="10224"/>
                          <a:pt x="39128" y="13979"/>
                        </a:cubicBezTo>
                        <a:cubicBezTo>
                          <a:pt x="43308" y="17733"/>
                          <a:pt x="45398" y="22836"/>
                          <a:pt x="45398" y="29287"/>
                        </a:cubicBezTo>
                        <a:cubicBezTo>
                          <a:pt x="45398" y="35725"/>
                          <a:pt x="43308" y="40821"/>
                          <a:pt x="39128" y="44575"/>
                        </a:cubicBezTo>
                        <a:cubicBezTo>
                          <a:pt x="34961" y="48343"/>
                          <a:pt x="29298" y="50227"/>
                          <a:pt x="22141" y="50227"/>
                        </a:cubicBezTo>
                        <a:cubicBezTo>
                          <a:pt x="18794" y="50227"/>
                          <a:pt x="15454" y="49857"/>
                          <a:pt x="12120" y="49116"/>
                        </a:cubicBezTo>
                        <a:cubicBezTo>
                          <a:pt x="8800" y="48376"/>
                          <a:pt x="5407" y="47219"/>
                          <a:pt x="1941" y="45646"/>
                        </a:cubicBezTo>
                        <a:lnTo>
                          <a:pt x="1941" y="921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92" name="Freeform: Shape 391">
                    <a:extLst>
                      <a:ext uri="{FF2B5EF4-FFF2-40B4-BE49-F238E27FC236}">
                        <a16:creationId xmlns:a16="http://schemas.microsoft.com/office/drawing/2014/main" id="{35E9576E-FBB2-B6C2-1A00-A05755A8BC49}"/>
                      </a:ext>
                    </a:extLst>
                  </p:cNvPr>
                  <p:cNvSpPr/>
                  <p:nvPr/>
                </p:nvSpPr>
                <p:spPr>
                  <a:xfrm flipV="1">
                    <a:off x="3654445" y="2266547"/>
                    <a:ext cx="58777" cy="94189"/>
                  </a:xfrm>
                  <a:custGeom>
                    <a:avLst/>
                    <a:gdLst>
                      <a:gd name="connsiteX0" fmla="*/ 13152 w 58777"/>
                      <a:gd name="connsiteY0" fmla="*/ 8240 h 94189"/>
                      <a:gd name="connsiteX1" fmla="*/ 56868 w 58777"/>
                      <a:gd name="connsiteY1" fmla="*/ 8240 h 94189"/>
                      <a:gd name="connsiteX2" fmla="*/ 56868 w 58777"/>
                      <a:gd name="connsiteY2" fmla="*/ -2290 h 94189"/>
                      <a:gd name="connsiteX3" fmla="*/ -1909 w 58777"/>
                      <a:gd name="connsiteY3" fmla="*/ -2290 h 94189"/>
                      <a:gd name="connsiteX4" fmla="*/ -1909 w 58777"/>
                      <a:gd name="connsiteY4" fmla="*/ 8240 h 94189"/>
                      <a:gd name="connsiteX5" fmla="*/ 17518 w 58777"/>
                      <a:gd name="connsiteY5" fmla="*/ 28029 h 94189"/>
                      <a:gd name="connsiteX6" fmla="*/ 32996 w 58777"/>
                      <a:gd name="connsiteY6" fmla="*/ 44071 h 94189"/>
                      <a:gd name="connsiteX7" fmla="*/ 41390 w 58777"/>
                      <a:gd name="connsiteY7" fmla="*/ 55493 h 94189"/>
                      <a:gd name="connsiteX8" fmla="*/ 43791 w 58777"/>
                      <a:gd name="connsiteY8" fmla="*/ 64694 h 94189"/>
                      <a:gd name="connsiteX9" fmla="*/ 38612 w 58777"/>
                      <a:gd name="connsiteY9" fmla="*/ 76710 h 94189"/>
                      <a:gd name="connsiteX10" fmla="*/ 25118 w 58777"/>
                      <a:gd name="connsiteY10" fmla="*/ 81370 h 94189"/>
                      <a:gd name="connsiteX11" fmla="*/ 12676 w 58777"/>
                      <a:gd name="connsiteY11" fmla="*/ 79328 h 94189"/>
                      <a:gd name="connsiteX12" fmla="*/ -1294 w 58777"/>
                      <a:gd name="connsiteY12" fmla="*/ 73121 h 94189"/>
                      <a:gd name="connsiteX13" fmla="*/ -1294 w 58777"/>
                      <a:gd name="connsiteY13" fmla="*/ 85773 h 94189"/>
                      <a:gd name="connsiteX14" fmla="*/ 12835 w 58777"/>
                      <a:gd name="connsiteY14" fmla="*/ 90353 h 94189"/>
                      <a:gd name="connsiteX15" fmla="*/ 24880 w 58777"/>
                      <a:gd name="connsiteY15" fmla="*/ 91900 h 94189"/>
                      <a:gd name="connsiteX16" fmla="*/ 47820 w 58777"/>
                      <a:gd name="connsiteY16" fmla="*/ 84702 h 94189"/>
                      <a:gd name="connsiteX17" fmla="*/ 56372 w 58777"/>
                      <a:gd name="connsiteY17" fmla="*/ 65507 h 94189"/>
                      <a:gd name="connsiteX18" fmla="*/ 54229 w 58777"/>
                      <a:gd name="connsiteY18" fmla="*/ 54680 h 94189"/>
                      <a:gd name="connsiteX19" fmla="*/ 46450 w 58777"/>
                      <a:gd name="connsiteY19" fmla="*/ 42644 h 94189"/>
                      <a:gd name="connsiteX20" fmla="*/ 36588 w 58777"/>
                      <a:gd name="connsiteY20" fmla="*/ 32253 h 94189"/>
                      <a:gd name="connsiteX21" fmla="*/ 13152 w 58777"/>
                      <a:gd name="connsiteY21" fmla="*/ 8240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152" y="8240"/>
                        </a:moveTo>
                        <a:lnTo>
                          <a:pt x="56868" y="8240"/>
                        </a:lnTo>
                        <a:lnTo>
                          <a:pt x="56868" y="-2290"/>
                        </a:lnTo>
                        <a:lnTo>
                          <a:pt x="-1909" y="-2290"/>
                        </a:lnTo>
                        <a:lnTo>
                          <a:pt x="-1909" y="8240"/>
                        </a:lnTo>
                        <a:cubicBezTo>
                          <a:pt x="2840" y="13157"/>
                          <a:pt x="9316" y="19754"/>
                          <a:pt x="17518" y="28029"/>
                        </a:cubicBezTo>
                        <a:cubicBezTo>
                          <a:pt x="25733" y="36318"/>
                          <a:pt x="30893" y="41665"/>
                          <a:pt x="32996" y="44071"/>
                        </a:cubicBezTo>
                        <a:cubicBezTo>
                          <a:pt x="37005" y="48566"/>
                          <a:pt x="39803" y="52373"/>
                          <a:pt x="41390" y="55493"/>
                        </a:cubicBezTo>
                        <a:cubicBezTo>
                          <a:pt x="42991" y="58613"/>
                          <a:pt x="43791" y="61680"/>
                          <a:pt x="43791" y="64694"/>
                        </a:cubicBezTo>
                        <a:cubicBezTo>
                          <a:pt x="43791" y="69612"/>
                          <a:pt x="42065" y="73617"/>
                          <a:pt x="38612" y="76710"/>
                        </a:cubicBezTo>
                        <a:cubicBezTo>
                          <a:pt x="35159" y="79817"/>
                          <a:pt x="30661" y="81370"/>
                          <a:pt x="25118" y="81370"/>
                        </a:cubicBezTo>
                        <a:cubicBezTo>
                          <a:pt x="21189" y="81370"/>
                          <a:pt x="17042" y="80690"/>
                          <a:pt x="12676" y="79328"/>
                        </a:cubicBezTo>
                        <a:cubicBezTo>
                          <a:pt x="8324" y="77966"/>
                          <a:pt x="3667" y="75897"/>
                          <a:pt x="-1294" y="73121"/>
                        </a:cubicBezTo>
                        <a:lnTo>
                          <a:pt x="-1294" y="85773"/>
                        </a:lnTo>
                        <a:cubicBezTo>
                          <a:pt x="3747" y="87795"/>
                          <a:pt x="8456" y="89322"/>
                          <a:pt x="12835" y="90353"/>
                        </a:cubicBezTo>
                        <a:cubicBezTo>
                          <a:pt x="17227" y="91384"/>
                          <a:pt x="21242" y="91900"/>
                          <a:pt x="24880" y="91900"/>
                        </a:cubicBezTo>
                        <a:cubicBezTo>
                          <a:pt x="34471" y="91900"/>
                          <a:pt x="42118" y="89500"/>
                          <a:pt x="47820" y="84702"/>
                        </a:cubicBezTo>
                        <a:cubicBezTo>
                          <a:pt x="53521" y="79916"/>
                          <a:pt x="56372" y="73518"/>
                          <a:pt x="56372" y="65507"/>
                        </a:cubicBezTo>
                        <a:cubicBezTo>
                          <a:pt x="56372" y="61700"/>
                          <a:pt x="55658" y="58091"/>
                          <a:pt x="54229" y="54680"/>
                        </a:cubicBezTo>
                        <a:cubicBezTo>
                          <a:pt x="52814" y="51283"/>
                          <a:pt x="50221" y="47270"/>
                          <a:pt x="46450" y="42644"/>
                        </a:cubicBezTo>
                        <a:cubicBezTo>
                          <a:pt x="45418" y="41441"/>
                          <a:pt x="42131" y="37977"/>
                          <a:pt x="36588" y="32253"/>
                        </a:cubicBezTo>
                        <a:cubicBezTo>
                          <a:pt x="31058" y="26529"/>
                          <a:pt x="23246" y="18524"/>
                          <a:pt x="13152" y="82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93" name="Freeform: Shape 392">
                    <a:extLst>
                      <a:ext uri="{FF2B5EF4-FFF2-40B4-BE49-F238E27FC236}">
                        <a16:creationId xmlns:a16="http://schemas.microsoft.com/office/drawing/2014/main" id="{FF55E689-4194-17DD-0FB8-479B0C2A4E8F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2266547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3835 h 95994"/>
                      <a:gd name="connsiteX1" fmla="*/ 15456 w 63996"/>
                      <a:gd name="connsiteY1" fmla="*/ 74317 h 95994"/>
                      <a:gd name="connsiteX2" fmla="*/ 10594 w 63996"/>
                      <a:gd name="connsiteY2" fmla="*/ 45723 h 95994"/>
                      <a:gd name="connsiteX3" fmla="*/ 15456 w 63996"/>
                      <a:gd name="connsiteY3" fmla="*/ 17189 h 95994"/>
                      <a:gd name="connsiteX4" fmla="*/ 30001 w 63996"/>
                      <a:gd name="connsiteY4" fmla="*/ 7670 h 95994"/>
                      <a:gd name="connsiteX5" fmla="*/ 44606 w 63996"/>
                      <a:gd name="connsiteY5" fmla="*/ 17189 h 95994"/>
                      <a:gd name="connsiteX6" fmla="*/ 49488 w 63996"/>
                      <a:gd name="connsiteY6" fmla="*/ 45723 h 95994"/>
                      <a:gd name="connsiteX7" fmla="*/ 44606 w 63996"/>
                      <a:gd name="connsiteY7" fmla="*/ 74317 h 95994"/>
                      <a:gd name="connsiteX8" fmla="*/ 30001 w 63996"/>
                      <a:gd name="connsiteY8" fmla="*/ 83835 h 95994"/>
                      <a:gd name="connsiteX9" fmla="*/ 30001 w 63996"/>
                      <a:gd name="connsiteY9" fmla="*/ 93750 h 95994"/>
                      <a:gd name="connsiteX10" fmla="*/ 53794 w 63996"/>
                      <a:gd name="connsiteY10" fmla="*/ 81436 h 95994"/>
                      <a:gd name="connsiteX11" fmla="*/ 62009 w 63996"/>
                      <a:gd name="connsiteY11" fmla="*/ 45723 h 95994"/>
                      <a:gd name="connsiteX12" fmla="*/ 53794 w 63996"/>
                      <a:gd name="connsiteY12" fmla="*/ 10050 h 95994"/>
                      <a:gd name="connsiteX13" fmla="*/ 30001 w 63996"/>
                      <a:gd name="connsiteY13" fmla="*/ -2244 h 95994"/>
                      <a:gd name="connsiteX14" fmla="*/ 6228 w 63996"/>
                      <a:gd name="connsiteY14" fmla="*/ 10050 h 95994"/>
                      <a:gd name="connsiteX15" fmla="*/ -1987 w 63996"/>
                      <a:gd name="connsiteY15" fmla="*/ 45723 h 95994"/>
                      <a:gd name="connsiteX16" fmla="*/ 6228 w 63996"/>
                      <a:gd name="connsiteY16" fmla="*/ 81436 h 95994"/>
                      <a:gd name="connsiteX17" fmla="*/ 30001 w 63996"/>
                      <a:gd name="connsiteY17" fmla="*/ 9375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3835"/>
                        </a:moveTo>
                        <a:cubicBezTo>
                          <a:pt x="23559" y="83835"/>
                          <a:pt x="18710" y="80662"/>
                          <a:pt x="15456" y="74317"/>
                        </a:cubicBezTo>
                        <a:cubicBezTo>
                          <a:pt x="12215" y="67985"/>
                          <a:pt x="10594" y="58454"/>
                          <a:pt x="10594" y="45723"/>
                        </a:cubicBezTo>
                        <a:cubicBezTo>
                          <a:pt x="10594" y="33045"/>
                          <a:pt x="12215" y="23534"/>
                          <a:pt x="15456" y="17189"/>
                        </a:cubicBezTo>
                        <a:cubicBezTo>
                          <a:pt x="18710" y="10843"/>
                          <a:pt x="23559" y="7670"/>
                          <a:pt x="30001" y="7670"/>
                        </a:cubicBezTo>
                        <a:cubicBezTo>
                          <a:pt x="36497" y="7670"/>
                          <a:pt x="41365" y="10843"/>
                          <a:pt x="44606" y="17189"/>
                        </a:cubicBezTo>
                        <a:cubicBezTo>
                          <a:pt x="47861" y="23534"/>
                          <a:pt x="49488" y="33045"/>
                          <a:pt x="49488" y="45723"/>
                        </a:cubicBezTo>
                        <a:cubicBezTo>
                          <a:pt x="49488" y="58454"/>
                          <a:pt x="47861" y="67985"/>
                          <a:pt x="44606" y="74317"/>
                        </a:cubicBezTo>
                        <a:cubicBezTo>
                          <a:pt x="41365" y="80662"/>
                          <a:pt x="36497" y="83835"/>
                          <a:pt x="30001" y="83835"/>
                        </a:cubicBezTo>
                        <a:close/>
                        <a:moveTo>
                          <a:pt x="30001" y="93750"/>
                        </a:moveTo>
                        <a:cubicBezTo>
                          <a:pt x="40386" y="93750"/>
                          <a:pt x="48317" y="89645"/>
                          <a:pt x="53794" y="81436"/>
                        </a:cubicBezTo>
                        <a:cubicBezTo>
                          <a:pt x="59271" y="73240"/>
                          <a:pt x="62009" y="61335"/>
                          <a:pt x="62009" y="45723"/>
                        </a:cubicBezTo>
                        <a:cubicBezTo>
                          <a:pt x="62009" y="30150"/>
                          <a:pt x="59271" y="18259"/>
                          <a:pt x="53794" y="10050"/>
                        </a:cubicBezTo>
                        <a:cubicBezTo>
                          <a:pt x="48317" y="1854"/>
                          <a:pt x="40386" y="-2244"/>
                          <a:pt x="30001" y="-2244"/>
                        </a:cubicBezTo>
                        <a:cubicBezTo>
                          <a:pt x="19630" y="-2244"/>
                          <a:pt x="11705" y="1854"/>
                          <a:pt x="6228" y="10050"/>
                        </a:cubicBezTo>
                        <a:cubicBezTo>
                          <a:pt x="751" y="18259"/>
                          <a:pt x="-1987" y="30150"/>
                          <a:pt x="-1987" y="45723"/>
                        </a:cubicBezTo>
                        <a:cubicBezTo>
                          <a:pt x="-1987" y="61335"/>
                          <a:pt x="751" y="73240"/>
                          <a:pt x="6228" y="81436"/>
                        </a:cubicBezTo>
                        <a:cubicBezTo>
                          <a:pt x="11705" y="89645"/>
                          <a:pt x="19630" y="93750"/>
                          <a:pt x="30001" y="9375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9EA841DF-8380-BEFB-EB32-AE9DDF229CD6}"/>
                </a:ext>
              </a:extLst>
            </p:cNvPr>
            <p:cNvSpPr/>
            <p:nvPr/>
          </p:nvSpPr>
          <p:spPr>
            <a:xfrm>
              <a:off x="3895648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41717BC-BEA8-7E94-2E4F-764B58793164}"/>
                </a:ext>
              </a:extLst>
            </p:cNvPr>
            <p:cNvSpPr/>
            <p:nvPr/>
          </p:nvSpPr>
          <p:spPr>
            <a:xfrm>
              <a:off x="8442411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E305BCC5-B16F-E9E9-DCC2-0D10B5556F9B}"/>
                </a:ext>
              </a:extLst>
            </p:cNvPr>
            <p:cNvSpPr/>
            <p:nvPr/>
          </p:nvSpPr>
          <p:spPr>
            <a:xfrm>
              <a:off x="3895648" y="4868227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18DA1346-CEF2-F574-C28D-9EE44282E1EF}"/>
                </a:ext>
              </a:extLst>
            </p:cNvPr>
            <p:cNvSpPr/>
            <p:nvPr/>
          </p:nvSpPr>
          <p:spPr>
            <a:xfrm>
              <a:off x="3895648" y="202855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402" name="Graphic 398">
            <a:extLst>
              <a:ext uri="{FF2B5EF4-FFF2-40B4-BE49-F238E27FC236}">
                <a16:creationId xmlns:a16="http://schemas.microsoft.com/office/drawing/2014/main" id="{39F8C2F8-3233-795F-724E-2B39454796E6}"/>
              </a:ext>
            </a:extLst>
          </p:cNvPr>
          <p:cNvGrpSpPr/>
          <p:nvPr/>
        </p:nvGrpSpPr>
        <p:grpSpPr>
          <a:xfrm>
            <a:off x="409919" y="3464040"/>
            <a:ext cx="4967897" cy="3019662"/>
            <a:chOff x="3577804" y="2032095"/>
            <a:chExt cx="4967897" cy="3019662"/>
          </a:xfrm>
        </p:grpSpPr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57C3929B-43F8-A057-A482-5700DB12F225}"/>
                </a:ext>
              </a:extLst>
            </p:cNvPr>
            <p:cNvSpPr/>
            <p:nvPr/>
          </p:nvSpPr>
          <p:spPr>
            <a:xfrm>
              <a:off x="3902551" y="2032095"/>
              <a:ext cx="4530504" cy="2832591"/>
            </a:xfrm>
            <a:custGeom>
              <a:avLst/>
              <a:gdLst>
                <a:gd name="connsiteX0" fmla="*/ 0 w 4530504"/>
                <a:gd name="connsiteY0" fmla="*/ 2832592 h 2832591"/>
                <a:gd name="connsiteX1" fmla="*/ 4530505 w 4530504"/>
                <a:gd name="connsiteY1" fmla="*/ 2832592 h 2832591"/>
                <a:gd name="connsiteX2" fmla="*/ 4530505 w 4530504"/>
                <a:gd name="connsiteY2" fmla="*/ 0 h 2832591"/>
                <a:gd name="connsiteX3" fmla="*/ 0 w 4530504"/>
                <a:gd name="connsiteY3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832591">
                  <a:moveTo>
                    <a:pt x="0" y="2832592"/>
                  </a:moveTo>
                  <a:lnTo>
                    <a:pt x="4530505" y="2832592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404" name="Picture 403">
              <a:extLst>
                <a:ext uri="{FF2B5EF4-FFF2-40B4-BE49-F238E27FC236}">
                  <a16:creationId xmlns:a16="http://schemas.microsoft.com/office/drawing/2014/main" id="{F49C45F7-FA2A-ED2C-07AD-48C04847438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V="1">
              <a:off x="3902551" y="2032095"/>
              <a:ext cx="4531266" cy="2832591"/>
            </a:xfrm>
            <a:custGeom>
              <a:avLst/>
              <a:gdLst>
                <a:gd name="connsiteX0" fmla="*/ 0 w 4531266"/>
                <a:gd name="connsiteY0" fmla="*/ 126 h 2832591"/>
                <a:gd name="connsiteX1" fmla="*/ 4531266 w 4531266"/>
                <a:gd name="connsiteY1" fmla="*/ 126 h 2832591"/>
                <a:gd name="connsiteX2" fmla="*/ 4531266 w 4531266"/>
                <a:gd name="connsiteY2" fmla="*/ 2832718 h 2832591"/>
                <a:gd name="connsiteX3" fmla="*/ 0 w 4531266"/>
                <a:gd name="connsiteY3" fmla="*/ 2832718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1266" h="2832591">
                  <a:moveTo>
                    <a:pt x="0" y="126"/>
                  </a:moveTo>
                  <a:lnTo>
                    <a:pt x="4531266" y="126"/>
                  </a:lnTo>
                  <a:lnTo>
                    <a:pt x="4531266" y="2832718"/>
                  </a:lnTo>
                  <a:lnTo>
                    <a:pt x="0" y="2832718"/>
                  </a:lnTo>
                  <a:close/>
                </a:path>
              </a:pathLst>
            </a:custGeom>
          </p:spPr>
        </p:pic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2256FC3C-DF2D-DCFB-5E75-A874AA1C4D7D}"/>
                </a:ext>
              </a:extLst>
            </p:cNvPr>
            <p:cNvSpPr/>
            <p:nvPr/>
          </p:nvSpPr>
          <p:spPr>
            <a:xfrm>
              <a:off x="5988509" y="3405291"/>
              <a:ext cx="284761" cy="120461"/>
            </a:xfrm>
            <a:custGeom>
              <a:avLst/>
              <a:gdLst>
                <a:gd name="connsiteX0" fmla="*/ 284762 w 284761"/>
                <a:gd name="connsiteY0" fmla="*/ 11613 h 120461"/>
                <a:gd name="connsiteX1" fmla="*/ 280255 w 284761"/>
                <a:gd name="connsiteY1" fmla="*/ 120461 h 120461"/>
                <a:gd name="connsiteX2" fmla="*/ 0 w 284761"/>
                <a:gd name="connsiteY2" fmla="*/ 108848 h 120461"/>
                <a:gd name="connsiteX3" fmla="*/ 4507 w 284761"/>
                <a:gd name="connsiteY3" fmla="*/ 0 h 12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761" h="120461">
                  <a:moveTo>
                    <a:pt x="284762" y="11613"/>
                  </a:moveTo>
                  <a:lnTo>
                    <a:pt x="280255" y="120461"/>
                  </a:lnTo>
                  <a:lnTo>
                    <a:pt x="0" y="108848"/>
                  </a:lnTo>
                  <a:lnTo>
                    <a:pt x="4507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BA4CE3-2120-7B80-695C-291BC12EF53E}"/>
                </a:ext>
              </a:extLst>
            </p:cNvPr>
            <p:cNvSpPr/>
            <p:nvPr/>
          </p:nvSpPr>
          <p:spPr>
            <a:xfrm>
              <a:off x="6159955" y="3412395"/>
              <a:ext cx="111062" cy="108848"/>
            </a:xfrm>
            <a:custGeom>
              <a:avLst/>
              <a:gdLst>
                <a:gd name="connsiteX0" fmla="*/ 111062 w 111062"/>
                <a:gd name="connsiteY0" fmla="*/ 58933 h 108848"/>
                <a:gd name="connsiteX1" fmla="*/ 0 w 111062"/>
                <a:gd name="connsiteY1" fmla="*/ 108848 h 108848"/>
                <a:gd name="connsiteX2" fmla="*/ 4507 w 111062"/>
                <a:gd name="connsiteY2" fmla="*/ 0 h 10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062" h="108848">
                  <a:moveTo>
                    <a:pt x="111062" y="58933"/>
                  </a:moveTo>
                  <a:lnTo>
                    <a:pt x="0" y="108848"/>
                  </a:lnTo>
                  <a:lnTo>
                    <a:pt x="4507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407" name="Graphic 398">
              <a:extLst>
                <a:ext uri="{FF2B5EF4-FFF2-40B4-BE49-F238E27FC236}">
                  <a16:creationId xmlns:a16="http://schemas.microsoft.com/office/drawing/2014/main" id="{6E235128-D718-D6BF-0C1E-789D1C248785}"/>
                </a:ext>
              </a:extLst>
            </p:cNvPr>
            <p:cNvGrpSpPr/>
            <p:nvPr/>
          </p:nvGrpSpPr>
          <p:grpSpPr>
            <a:xfrm>
              <a:off x="3791269" y="4864687"/>
              <a:ext cx="4754431" cy="187070"/>
              <a:chOff x="3791269" y="4864687"/>
              <a:chExt cx="4754431" cy="187070"/>
            </a:xfrm>
            <a:solidFill>
              <a:srgbClr val="000000"/>
            </a:solidFill>
          </p:grpSpPr>
          <p:grpSp>
            <p:nvGrpSpPr>
              <p:cNvPr id="408" name="Graphic 398">
                <a:extLst>
                  <a:ext uri="{FF2B5EF4-FFF2-40B4-BE49-F238E27FC236}">
                    <a16:creationId xmlns:a16="http://schemas.microsoft.com/office/drawing/2014/main" id="{D15586AC-5F70-046F-12B9-50C9BEF61FDF}"/>
                  </a:ext>
                </a:extLst>
              </p:cNvPr>
              <p:cNvGrpSpPr/>
              <p:nvPr/>
            </p:nvGrpSpPr>
            <p:grpSpPr>
              <a:xfrm>
                <a:off x="3791269" y="4864687"/>
                <a:ext cx="223926" cy="187070"/>
                <a:chOff x="3791269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09" name="Freeform: Shape 408">
                  <a:extLst>
                    <a:ext uri="{FF2B5EF4-FFF2-40B4-BE49-F238E27FC236}">
                      <a16:creationId xmlns:a16="http://schemas.microsoft.com/office/drawing/2014/main" id="{A9FAF12B-572C-4A23-A387-E0C219B5DB16}"/>
                    </a:ext>
                  </a:extLst>
                </p:cNvPr>
                <p:cNvSpPr/>
                <p:nvPr/>
              </p:nvSpPr>
              <p:spPr>
                <a:xfrm>
                  <a:off x="3902551" y="4864687"/>
                  <a:ext cx="12686" cy="44417"/>
                </a:xfrm>
                <a:custGeom>
                  <a:avLst/>
                  <a:gdLst>
                    <a:gd name="connsiteX0" fmla="*/ 58 w 12686"/>
                    <a:gd name="connsiteY0" fmla="*/ 286 h 44417"/>
                    <a:gd name="connsiteX1" fmla="*/ 58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58" y="286"/>
                      </a:moveTo>
                      <a:lnTo>
                        <a:pt x="58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10" name="Graphic 398">
                  <a:extLst>
                    <a:ext uri="{FF2B5EF4-FFF2-40B4-BE49-F238E27FC236}">
                      <a16:creationId xmlns:a16="http://schemas.microsoft.com/office/drawing/2014/main" id="{9852310B-DB36-7EDB-B4E4-F188F229BF9A}"/>
                    </a:ext>
                  </a:extLst>
                </p:cNvPr>
                <p:cNvGrpSpPr/>
                <p:nvPr/>
              </p:nvGrpSpPr>
              <p:grpSpPr>
                <a:xfrm>
                  <a:off x="3791269" y="4955763"/>
                  <a:ext cx="223926" cy="95994"/>
                  <a:chOff x="3791269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11" name="Freeform: Shape 410">
                    <a:extLst>
                      <a:ext uri="{FF2B5EF4-FFF2-40B4-BE49-F238E27FC236}">
                        <a16:creationId xmlns:a16="http://schemas.microsoft.com/office/drawing/2014/main" id="{D6006DDA-4A91-45D1-5751-F0D7024CD589}"/>
                      </a:ext>
                    </a:extLst>
                  </p:cNvPr>
                  <p:cNvSpPr/>
                  <p:nvPr/>
                </p:nvSpPr>
                <p:spPr>
                  <a:xfrm flipV="1">
                    <a:off x="3791269" y="4957429"/>
                    <a:ext cx="59843" cy="94328"/>
                  </a:xfrm>
                  <a:custGeom>
                    <a:avLst/>
                    <a:gdLst>
                      <a:gd name="connsiteX0" fmla="*/ 1953 w 59843"/>
                      <a:gd name="connsiteY0" fmla="*/ 92338 h 94328"/>
                      <a:gd name="connsiteX1" fmla="*/ 51072 w 59843"/>
                      <a:gd name="connsiteY1" fmla="*/ 92338 h 94328"/>
                      <a:gd name="connsiteX2" fmla="*/ 51072 w 59843"/>
                      <a:gd name="connsiteY2" fmla="*/ 81789 h 94328"/>
                      <a:gd name="connsiteX3" fmla="*/ 13410 w 59843"/>
                      <a:gd name="connsiteY3" fmla="*/ 81789 h 94328"/>
                      <a:gd name="connsiteX4" fmla="*/ 13410 w 59843"/>
                      <a:gd name="connsiteY4" fmla="*/ 59124 h 94328"/>
                      <a:gd name="connsiteX5" fmla="*/ 18841 w 59843"/>
                      <a:gd name="connsiteY5" fmla="*/ 60512 h 94328"/>
                      <a:gd name="connsiteX6" fmla="*/ 24312 w 59843"/>
                      <a:gd name="connsiteY6" fmla="*/ 60968 h 94328"/>
                      <a:gd name="connsiteX7" fmla="*/ 48832 w 59843"/>
                      <a:gd name="connsiteY7" fmla="*/ 52481 h 94328"/>
                      <a:gd name="connsiteX8" fmla="*/ 57891 w 59843"/>
                      <a:gd name="connsiteY8" fmla="*/ 29499 h 94328"/>
                      <a:gd name="connsiteX9" fmla="*/ 48594 w 59843"/>
                      <a:gd name="connsiteY9" fmla="*/ 6279 h 94328"/>
                      <a:gd name="connsiteX10" fmla="*/ 22389 w 59843"/>
                      <a:gd name="connsiteY10" fmla="*/ -1990 h 94328"/>
                      <a:gd name="connsiteX11" fmla="*/ 10516 w 59843"/>
                      <a:gd name="connsiteY11" fmla="*/ -999 h 94328"/>
                      <a:gd name="connsiteX12" fmla="*/ -1952 w 59843"/>
                      <a:gd name="connsiteY12" fmla="*/ 1976 h 94328"/>
                      <a:gd name="connsiteX13" fmla="*/ -1952 w 59843"/>
                      <a:gd name="connsiteY13" fmla="*/ 14567 h 94328"/>
                      <a:gd name="connsiteX14" fmla="*/ 9564 w 59843"/>
                      <a:gd name="connsiteY14" fmla="*/ 10046 h 94328"/>
                      <a:gd name="connsiteX15" fmla="*/ 22132 w 59843"/>
                      <a:gd name="connsiteY15" fmla="*/ 8559 h 94328"/>
                      <a:gd name="connsiteX16" fmla="*/ 39100 w 59843"/>
                      <a:gd name="connsiteY16" fmla="*/ 14190 h 94328"/>
                      <a:gd name="connsiteX17" fmla="*/ 45363 w 59843"/>
                      <a:gd name="connsiteY17" fmla="*/ 29499 h 94328"/>
                      <a:gd name="connsiteX18" fmla="*/ 39100 w 59843"/>
                      <a:gd name="connsiteY18" fmla="*/ 44787 h 94328"/>
                      <a:gd name="connsiteX19" fmla="*/ 22132 w 59843"/>
                      <a:gd name="connsiteY19" fmla="*/ 50439 h 94328"/>
                      <a:gd name="connsiteX20" fmla="*/ 12121 w 59843"/>
                      <a:gd name="connsiteY20" fmla="*/ 49328 h 94328"/>
                      <a:gd name="connsiteX21" fmla="*/ 1953 w 59843"/>
                      <a:gd name="connsiteY21" fmla="*/ 45858 h 94328"/>
                      <a:gd name="connsiteX22" fmla="*/ 1953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53" y="92338"/>
                        </a:moveTo>
                        <a:lnTo>
                          <a:pt x="51072" y="92338"/>
                        </a:lnTo>
                        <a:lnTo>
                          <a:pt x="51072" y="81789"/>
                        </a:lnTo>
                        <a:lnTo>
                          <a:pt x="13410" y="81789"/>
                        </a:lnTo>
                        <a:lnTo>
                          <a:pt x="13410" y="59124"/>
                        </a:lnTo>
                        <a:cubicBezTo>
                          <a:pt x="15220" y="59745"/>
                          <a:pt x="17031" y="60208"/>
                          <a:pt x="18841" y="60512"/>
                        </a:cubicBezTo>
                        <a:cubicBezTo>
                          <a:pt x="20665" y="60816"/>
                          <a:pt x="22488" y="60968"/>
                          <a:pt x="24312" y="60968"/>
                        </a:cubicBezTo>
                        <a:cubicBezTo>
                          <a:pt x="34633" y="60968"/>
                          <a:pt x="42806" y="58139"/>
                          <a:pt x="48832" y="52481"/>
                        </a:cubicBezTo>
                        <a:cubicBezTo>
                          <a:pt x="54871" y="46823"/>
                          <a:pt x="57891" y="39162"/>
                          <a:pt x="57891" y="29499"/>
                        </a:cubicBezTo>
                        <a:cubicBezTo>
                          <a:pt x="57891" y="19544"/>
                          <a:pt x="54792" y="11804"/>
                          <a:pt x="48594" y="6279"/>
                        </a:cubicBezTo>
                        <a:cubicBezTo>
                          <a:pt x="42397" y="766"/>
                          <a:pt x="33662" y="-1990"/>
                          <a:pt x="22389" y="-1990"/>
                        </a:cubicBezTo>
                        <a:cubicBezTo>
                          <a:pt x="18504" y="-1990"/>
                          <a:pt x="14546" y="-1660"/>
                          <a:pt x="10516" y="-999"/>
                        </a:cubicBezTo>
                        <a:cubicBezTo>
                          <a:pt x="6499" y="-338"/>
                          <a:pt x="2343" y="654"/>
                          <a:pt x="-1952" y="1976"/>
                        </a:cubicBezTo>
                        <a:lnTo>
                          <a:pt x="-1952" y="14567"/>
                        </a:lnTo>
                        <a:cubicBezTo>
                          <a:pt x="1761" y="12545"/>
                          <a:pt x="5600" y="11038"/>
                          <a:pt x="9564" y="10046"/>
                        </a:cubicBezTo>
                        <a:cubicBezTo>
                          <a:pt x="13529" y="9055"/>
                          <a:pt x="17718" y="8559"/>
                          <a:pt x="22132" y="8559"/>
                        </a:cubicBezTo>
                        <a:cubicBezTo>
                          <a:pt x="29281" y="8559"/>
                          <a:pt x="34937" y="10436"/>
                          <a:pt x="39100" y="14190"/>
                        </a:cubicBezTo>
                        <a:cubicBezTo>
                          <a:pt x="43275" y="17945"/>
                          <a:pt x="45363" y="23048"/>
                          <a:pt x="45363" y="29499"/>
                        </a:cubicBezTo>
                        <a:cubicBezTo>
                          <a:pt x="45363" y="35937"/>
                          <a:pt x="43275" y="41033"/>
                          <a:pt x="39100" y="44787"/>
                        </a:cubicBezTo>
                        <a:cubicBezTo>
                          <a:pt x="34937" y="48555"/>
                          <a:pt x="29281" y="50439"/>
                          <a:pt x="22132" y="50439"/>
                        </a:cubicBezTo>
                        <a:cubicBezTo>
                          <a:pt x="18788" y="50439"/>
                          <a:pt x="15452" y="50068"/>
                          <a:pt x="12121" y="49328"/>
                        </a:cubicBezTo>
                        <a:cubicBezTo>
                          <a:pt x="8805" y="48588"/>
                          <a:pt x="5415" y="47431"/>
                          <a:pt x="1953" y="45858"/>
                        </a:cubicBezTo>
                        <a:lnTo>
                          <a:pt x="1953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2" name="Freeform: Shape 411">
                    <a:extLst>
                      <a:ext uri="{FF2B5EF4-FFF2-40B4-BE49-F238E27FC236}">
                        <a16:creationId xmlns:a16="http://schemas.microsoft.com/office/drawing/2014/main" id="{C0D99366-A283-B55C-6561-DEBFD65850C4}"/>
                      </a:ext>
                    </a:extLst>
                  </p:cNvPr>
                  <p:cNvSpPr/>
                  <p:nvPr/>
                </p:nvSpPr>
                <p:spPr>
                  <a:xfrm flipV="1">
                    <a:off x="3870556" y="4955763"/>
                    <a:ext cx="63926" cy="95994"/>
                  </a:xfrm>
                  <a:custGeom>
                    <a:avLst/>
                    <a:gdLst>
                      <a:gd name="connsiteX0" fmla="*/ 29977 w 63926"/>
                      <a:gd name="connsiteY0" fmla="*/ 84047 h 95994"/>
                      <a:gd name="connsiteX1" fmla="*/ 15447 w 63926"/>
                      <a:gd name="connsiteY1" fmla="*/ 74529 h 95994"/>
                      <a:gd name="connsiteX2" fmla="*/ 10590 w 63926"/>
                      <a:gd name="connsiteY2" fmla="*/ 45935 h 95994"/>
                      <a:gd name="connsiteX3" fmla="*/ 15447 w 63926"/>
                      <a:gd name="connsiteY3" fmla="*/ 17400 h 95994"/>
                      <a:gd name="connsiteX4" fmla="*/ 29977 w 63926"/>
                      <a:gd name="connsiteY4" fmla="*/ 7882 h 95994"/>
                      <a:gd name="connsiteX5" fmla="*/ 44566 w 63926"/>
                      <a:gd name="connsiteY5" fmla="*/ 17400 h 95994"/>
                      <a:gd name="connsiteX6" fmla="*/ 49442 w 63926"/>
                      <a:gd name="connsiteY6" fmla="*/ 45935 h 95994"/>
                      <a:gd name="connsiteX7" fmla="*/ 44566 w 63926"/>
                      <a:gd name="connsiteY7" fmla="*/ 74529 h 95994"/>
                      <a:gd name="connsiteX8" fmla="*/ 29977 w 63926"/>
                      <a:gd name="connsiteY8" fmla="*/ 84047 h 95994"/>
                      <a:gd name="connsiteX9" fmla="*/ 29977 w 63926"/>
                      <a:gd name="connsiteY9" fmla="*/ 93962 h 95994"/>
                      <a:gd name="connsiteX10" fmla="*/ 53743 w 63926"/>
                      <a:gd name="connsiteY10" fmla="*/ 81648 h 95994"/>
                      <a:gd name="connsiteX11" fmla="*/ 61950 w 63926"/>
                      <a:gd name="connsiteY11" fmla="*/ 45935 h 95994"/>
                      <a:gd name="connsiteX12" fmla="*/ 53743 w 63926"/>
                      <a:gd name="connsiteY12" fmla="*/ 10262 h 95994"/>
                      <a:gd name="connsiteX13" fmla="*/ 29977 w 63926"/>
                      <a:gd name="connsiteY13" fmla="*/ -2032 h 95994"/>
                      <a:gd name="connsiteX14" fmla="*/ 6229 w 63926"/>
                      <a:gd name="connsiteY14" fmla="*/ 10262 h 95994"/>
                      <a:gd name="connsiteX15" fmla="*/ -1977 w 63926"/>
                      <a:gd name="connsiteY15" fmla="*/ 45935 h 95994"/>
                      <a:gd name="connsiteX16" fmla="*/ 6229 w 63926"/>
                      <a:gd name="connsiteY16" fmla="*/ 81648 h 95994"/>
                      <a:gd name="connsiteX17" fmla="*/ 29977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77" y="84047"/>
                        </a:moveTo>
                        <a:cubicBezTo>
                          <a:pt x="23541" y="84047"/>
                          <a:pt x="18698" y="80874"/>
                          <a:pt x="15447" y="74529"/>
                        </a:cubicBezTo>
                        <a:cubicBezTo>
                          <a:pt x="12209" y="68197"/>
                          <a:pt x="10590" y="58665"/>
                          <a:pt x="10590" y="45935"/>
                        </a:cubicBezTo>
                        <a:cubicBezTo>
                          <a:pt x="10590" y="33257"/>
                          <a:pt x="12209" y="23746"/>
                          <a:pt x="15447" y="17400"/>
                        </a:cubicBezTo>
                        <a:cubicBezTo>
                          <a:pt x="18698" y="11055"/>
                          <a:pt x="23541" y="7882"/>
                          <a:pt x="29977" y="7882"/>
                        </a:cubicBezTo>
                        <a:cubicBezTo>
                          <a:pt x="36465" y="7882"/>
                          <a:pt x="41328" y="11055"/>
                          <a:pt x="44566" y="17400"/>
                        </a:cubicBezTo>
                        <a:cubicBezTo>
                          <a:pt x="47817" y="23746"/>
                          <a:pt x="49442" y="33257"/>
                          <a:pt x="49442" y="45935"/>
                        </a:cubicBezTo>
                        <a:cubicBezTo>
                          <a:pt x="49442" y="58665"/>
                          <a:pt x="47817" y="68197"/>
                          <a:pt x="44566" y="74529"/>
                        </a:cubicBezTo>
                        <a:cubicBezTo>
                          <a:pt x="41328" y="80874"/>
                          <a:pt x="36465" y="84047"/>
                          <a:pt x="29977" y="84047"/>
                        </a:cubicBezTo>
                        <a:close/>
                        <a:moveTo>
                          <a:pt x="29977" y="93962"/>
                        </a:moveTo>
                        <a:cubicBezTo>
                          <a:pt x="40350" y="93962"/>
                          <a:pt x="48272" y="89857"/>
                          <a:pt x="53743" y="81648"/>
                        </a:cubicBezTo>
                        <a:cubicBezTo>
                          <a:pt x="59214" y="73452"/>
                          <a:pt x="61950" y="61547"/>
                          <a:pt x="61950" y="45935"/>
                        </a:cubicBezTo>
                        <a:cubicBezTo>
                          <a:pt x="61950" y="30362"/>
                          <a:pt x="59214" y="18471"/>
                          <a:pt x="53743" y="10262"/>
                        </a:cubicBezTo>
                        <a:cubicBezTo>
                          <a:pt x="48272" y="2066"/>
                          <a:pt x="40350" y="-2032"/>
                          <a:pt x="29977" y="-2032"/>
                        </a:cubicBezTo>
                        <a:cubicBezTo>
                          <a:pt x="19616" y="-2032"/>
                          <a:pt x="11700" y="2066"/>
                          <a:pt x="6229" y="10262"/>
                        </a:cubicBezTo>
                        <a:cubicBezTo>
                          <a:pt x="759" y="18471"/>
                          <a:pt x="-1977" y="30362"/>
                          <a:pt x="-1977" y="45935"/>
                        </a:cubicBezTo>
                        <a:cubicBezTo>
                          <a:pt x="-1977" y="61547"/>
                          <a:pt x="759" y="73452"/>
                          <a:pt x="6229" y="81648"/>
                        </a:cubicBezTo>
                        <a:cubicBezTo>
                          <a:pt x="11700" y="89857"/>
                          <a:pt x="19616" y="93962"/>
                          <a:pt x="2997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3" name="Freeform: Shape 412">
                    <a:extLst>
                      <a:ext uri="{FF2B5EF4-FFF2-40B4-BE49-F238E27FC236}">
                        <a16:creationId xmlns:a16="http://schemas.microsoft.com/office/drawing/2014/main" id="{0AF8E4D4-2A24-9AFF-AFF3-5A379EE3F3EA}"/>
                      </a:ext>
                    </a:extLst>
                  </p:cNvPr>
                  <p:cNvSpPr/>
                  <p:nvPr/>
                </p:nvSpPr>
                <p:spPr>
                  <a:xfrm flipV="1">
                    <a:off x="3951269" y="4955763"/>
                    <a:ext cx="63926" cy="95994"/>
                  </a:xfrm>
                  <a:custGeom>
                    <a:avLst/>
                    <a:gdLst>
                      <a:gd name="connsiteX0" fmla="*/ 29983 w 63926"/>
                      <a:gd name="connsiteY0" fmla="*/ 84047 h 95994"/>
                      <a:gd name="connsiteX1" fmla="*/ 15453 w 63926"/>
                      <a:gd name="connsiteY1" fmla="*/ 74529 h 95994"/>
                      <a:gd name="connsiteX2" fmla="*/ 10597 w 63926"/>
                      <a:gd name="connsiteY2" fmla="*/ 45935 h 95994"/>
                      <a:gd name="connsiteX3" fmla="*/ 15453 w 63926"/>
                      <a:gd name="connsiteY3" fmla="*/ 17400 h 95994"/>
                      <a:gd name="connsiteX4" fmla="*/ 29983 w 63926"/>
                      <a:gd name="connsiteY4" fmla="*/ 7882 h 95994"/>
                      <a:gd name="connsiteX5" fmla="*/ 44572 w 63926"/>
                      <a:gd name="connsiteY5" fmla="*/ 17400 h 95994"/>
                      <a:gd name="connsiteX6" fmla="*/ 49448 w 63926"/>
                      <a:gd name="connsiteY6" fmla="*/ 45935 h 95994"/>
                      <a:gd name="connsiteX7" fmla="*/ 44572 w 63926"/>
                      <a:gd name="connsiteY7" fmla="*/ 74529 h 95994"/>
                      <a:gd name="connsiteX8" fmla="*/ 29983 w 63926"/>
                      <a:gd name="connsiteY8" fmla="*/ 84047 h 95994"/>
                      <a:gd name="connsiteX9" fmla="*/ 29983 w 63926"/>
                      <a:gd name="connsiteY9" fmla="*/ 93962 h 95994"/>
                      <a:gd name="connsiteX10" fmla="*/ 53750 w 63926"/>
                      <a:gd name="connsiteY10" fmla="*/ 81648 h 95994"/>
                      <a:gd name="connsiteX11" fmla="*/ 61956 w 63926"/>
                      <a:gd name="connsiteY11" fmla="*/ 45935 h 95994"/>
                      <a:gd name="connsiteX12" fmla="*/ 53750 w 63926"/>
                      <a:gd name="connsiteY12" fmla="*/ 10262 h 95994"/>
                      <a:gd name="connsiteX13" fmla="*/ 29983 w 63926"/>
                      <a:gd name="connsiteY13" fmla="*/ -2032 h 95994"/>
                      <a:gd name="connsiteX14" fmla="*/ 6236 w 63926"/>
                      <a:gd name="connsiteY14" fmla="*/ 10262 h 95994"/>
                      <a:gd name="connsiteX15" fmla="*/ -1971 w 63926"/>
                      <a:gd name="connsiteY15" fmla="*/ 45935 h 95994"/>
                      <a:gd name="connsiteX16" fmla="*/ 6236 w 63926"/>
                      <a:gd name="connsiteY16" fmla="*/ 81648 h 95994"/>
                      <a:gd name="connsiteX17" fmla="*/ 29983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83" y="84047"/>
                        </a:moveTo>
                        <a:cubicBezTo>
                          <a:pt x="23547" y="84047"/>
                          <a:pt x="18704" y="80874"/>
                          <a:pt x="15453" y="74529"/>
                        </a:cubicBezTo>
                        <a:cubicBezTo>
                          <a:pt x="12216" y="68197"/>
                          <a:pt x="10597" y="58665"/>
                          <a:pt x="10597" y="45935"/>
                        </a:cubicBezTo>
                        <a:cubicBezTo>
                          <a:pt x="10597" y="33257"/>
                          <a:pt x="12216" y="23746"/>
                          <a:pt x="15453" y="17400"/>
                        </a:cubicBezTo>
                        <a:cubicBezTo>
                          <a:pt x="18704" y="11055"/>
                          <a:pt x="23547" y="7882"/>
                          <a:pt x="29983" y="7882"/>
                        </a:cubicBezTo>
                        <a:cubicBezTo>
                          <a:pt x="36471" y="7882"/>
                          <a:pt x="41334" y="11055"/>
                          <a:pt x="44572" y="17400"/>
                        </a:cubicBezTo>
                        <a:cubicBezTo>
                          <a:pt x="47823" y="23746"/>
                          <a:pt x="49448" y="33257"/>
                          <a:pt x="49448" y="45935"/>
                        </a:cubicBezTo>
                        <a:cubicBezTo>
                          <a:pt x="49448" y="58665"/>
                          <a:pt x="47823" y="68197"/>
                          <a:pt x="44572" y="74529"/>
                        </a:cubicBezTo>
                        <a:cubicBezTo>
                          <a:pt x="41334" y="80874"/>
                          <a:pt x="36471" y="84047"/>
                          <a:pt x="29983" y="84047"/>
                        </a:cubicBezTo>
                        <a:close/>
                        <a:moveTo>
                          <a:pt x="29983" y="93962"/>
                        </a:moveTo>
                        <a:cubicBezTo>
                          <a:pt x="40357" y="93962"/>
                          <a:pt x="48279" y="89857"/>
                          <a:pt x="53750" y="81648"/>
                        </a:cubicBezTo>
                        <a:cubicBezTo>
                          <a:pt x="59221" y="73452"/>
                          <a:pt x="61956" y="61547"/>
                          <a:pt x="61956" y="45935"/>
                        </a:cubicBezTo>
                        <a:cubicBezTo>
                          <a:pt x="61956" y="30362"/>
                          <a:pt x="59221" y="18471"/>
                          <a:pt x="53750" y="10262"/>
                        </a:cubicBezTo>
                        <a:cubicBezTo>
                          <a:pt x="48279" y="2066"/>
                          <a:pt x="40357" y="-2032"/>
                          <a:pt x="29983" y="-2032"/>
                        </a:cubicBezTo>
                        <a:cubicBezTo>
                          <a:pt x="19622" y="-2032"/>
                          <a:pt x="11707" y="2066"/>
                          <a:pt x="6236" y="10262"/>
                        </a:cubicBezTo>
                        <a:cubicBezTo>
                          <a:pt x="765" y="18471"/>
                          <a:pt x="-1971" y="30362"/>
                          <a:pt x="-1971" y="45935"/>
                        </a:cubicBezTo>
                        <a:cubicBezTo>
                          <a:pt x="-1971" y="61547"/>
                          <a:pt x="765" y="73452"/>
                          <a:pt x="6236" y="81648"/>
                        </a:cubicBezTo>
                        <a:cubicBezTo>
                          <a:pt x="11707" y="89857"/>
                          <a:pt x="19622" y="93962"/>
                          <a:pt x="29983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14" name="Graphic 398">
                <a:extLst>
                  <a:ext uri="{FF2B5EF4-FFF2-40B4-BE49-F238E27FC236}">
                    <a16:creationId xmlns:a16="http://schemas.microsoft.com/office/drawing/2014/main" id="{2FCB98A0-0335-4CE2-1D5F-0103F6048F1E}"/>
                  </a:ext>
                </a:extLst>
              </p:cNvPr>
              <p:cNvGrpSpPr/>
              <p:nvPr/>
            </p:nvGrpSpPr>
            <p:grpSpPr>
              <a:xfrm>
                <a:off x="4357582" y="4864687"/>
                <a:ext cx="223926" cy="187070"/>
                <a:chOff x="4357582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15" name="Freeform: Shape 414">
                  <a:extLst>
                    <a:ext uri="{FF2B5EF4-FFF2-40B4-BE49-F238E27FC236}">
                      <a16:creationId xmlns:a16="http://schemas.microsoft.com/office/drawing/2014/main" id="{CA63A737-668C-6ABB-3E01-E4CDCA4D6797}"/>
                    </a:ext>
                  </a:extLst>
                </p:cNvPr>
                <p:cNvSpPr/>
                <p:nvPr/>
              </p:nvSpPr>
              <p:spPr>
                <a:xfrm>
                  <a:off x="4468864" y="4864687"/>
                  <a:ext cx="12686" cy="44417"/>
                </a:xfrm>
                <a:custGeom>
                  <a:avLst/>
                  <a:gdLst>
                    <a:gd name="connsiteX0" fmla="*/ 102 w 12686"/>
                    <a:gd name="connsiteY0" fmla="*/ 286 h 44417"/>
                    <a:gd name="connsiteX1" fmla="*/ 102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02" y="286"/>
                      </a:moveTo>
                      <a:lnTo>
                        <a:pt x="102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16" name="Graphic 398">
                  <a:extLst>
                    <a:ext uri="{FF2B5EF4-FFF2-40B4-BE49-F238E27FC236}">
                      <a16:creationId xmlns:a16="http://schemas.microsoft.com/office/drawing/2014/main" id="{E12ACED0-C19B-FB19-0B0B-39C2E4065B9B}"/>
                    </a:ext>
                  </a:extLst>
                </p:cNvPr>
                <p:cNvGrpSpPr/>
                <p:nvPr/>
              </p:nvGrpSpPr>
              <p:grpSpPr>
                <a:xfrm>
                  <a:off x="4357582" y="4955763"/>
                  <a:ext cx="223926" cy="95994"/>
                  <a:chOff x="4357582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17" name="Freeform: Shape 416">
                    <a:extLst>
                      <a:ext uri="{FF2B5EF4-FFF2-40B4-BE49-F238E27FC236}">
                        <a16:creationId xmlns:a16="http://schemas.microsoft.com/office/drawing/2014/main" id="{FD5AE56E-19BA-0D46-E4F8-0DBF5FE03D7F}"/>
                      </a:ext>
                    </a:extLst>
                  </p:cNvPr>
                  <p:cNvSpPr/>
                  <p:nvPr/>
                </p:nvSpPr>
                <p:spPr>
                  <a:xfrm flipV="1">
                    <a:off x="4357582" y="4957429"/>
                    <a:ext cx="59843" cy="94328"/>
                  </a:xfrm>
                  <a:custGeom>
                    <a:avLst/>
                    <a:gdLst>
                      <a:gd name="connsiteX0" fmla="*/ 1997 w 59843"/>
                      <a:gd name="connsiteY0" fmla="*/ 92338 h 94328"/>
                      <a:gd name="connsiteX1" fmla="*/ 51117 w 59843"/>
                      <a:gd name="connsiteY1" fmla="*/ 92338 h 94328"/>
                      <a:gd name="connsiteX2" fmla="*/ 51117 w 59843"/>
                      <a:gd name="connsiteY2" fmla="*/ 81789 h 94328"/>
                      <a:gd name="connsiteX3" fmla="*/ 13455 w 59843"/>
                      <a:gd name="connsiteY3" fmla="*/ 81789 h 94328"/>
                      <a:gd name="connsiteX4" fmla="*/ 13455 w 59843"/>
                      <a:gd name="connsiteY4" fmla="*/ 59124 h 94328"/>
                      <a:gd name="connsiteX5" fmla="*/ 18886 w 59843"/>
                      <a:gd name="connsiteY5" fmla="*/ 60512 h 94328"/>
                      <a:gd name="connsiteX6" fmla="*/ 24357 w 59843"/>
                      <a:gd name="connsiteY6" fmla="*/ 60968 h 94328"/>
                      <a:gd name="connsiteX7" fmla="*/ 48877 w 59843"/>
                      <a:gd name="connsiteY7" fmla="*/ 52481 h 94328"/>
                      <a:gd name="connsiteX8" fmla="*/ 57936 w 59843"/>
                      <a:gd name="connsiteY8" fmla="*/ 29499 h 94328"/>
                      <a:gd name="connsiteX9" fmla="*/ 48639 w 59843"/>
                      <a:gd name="connsiteY9" fmla="*/ 6279 h 94328"/>
                      <a:gd name="connsiteX10" fmla="*/ 22434 w 59843"/>
                      <a:gd name="connsiteY10" fmla="*/ -1990 h 94328"/>
                      <a:gd name="connsiteX11" fmla="*/ 10561 w 59843"/>
                      <a:gd name="connsiteY11" fmla="*/ -999 h 94328"/>
                      <a:gd name="connsiteX12" fmla="*/ -1908 w 59843"/>
                      <a:gd name="connsiteY12" fmla="*/ 1976 h 94328"/>
                      <a:gd name="connsiteX13" fmla="*/ -1908 w 59843"/>
                      <a:gd name="connsiteY13" fmla="*/ 14567 h 94328"/>
                      <a:gd name="connsiteX14" fmla="*/ 9609 w 59843"/>
                      <a:gd name="connsiteY14" fmla="*/ 10046 h 94328"/>
                      <a:gd name="connsiteX15" fmla="*/ 22176 w 59843"/>
                      <a:gd name="connsiteY15" fmla="*/ 8559 h 94328"/>
                      <a:gd name="connsiteX16" fmla="*/ 39144 w 59843"/>
                      <a:gd name="connsiteY16" fmla="*/ 14190 h 94328"/>
                      <a:gd name="connsiteX17" fmla="*/ 45408 w 59843"/>
                      <a:gd name="connsiteY17" fmla="*/ 29499 h 94328"/>
                      <a:gd name="connsiteX18" fmla="*/ 39144 w 59843"/>
                      <a:gd name="connsiteY18" fmla="*/ 44787 h 94328"/>
                      <a:gd name="connsiteX19" fmla="*/ 22176 w 59843"/>
                      <a:gd name="connsiteY19" fmla="*/ 50439 h 94328"/>
                      <a:gd name="connsiteX20" fmla="*/ 12166 w 59843"/>
                      <a:gd name="connsiteY20" fmla="*/ 49328 h 94328"/>
                      <a:gd name="connsiteX21" fmla="*/ 1997 w 59843"/>
                      <a:gd name="connsiteY21" fmla="*/ 45858 h 94328"/>
                      <a:gd name="connsiteX22" fmla="*/ 1997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97" y="92338"/>
                        </a:moveTo>
                        <a:lnTo>
                          <a:pt x="51117" y="92338"/>
                        </a:lnTo>
                        <a:lnTo>
                          <a:pt x="51117" y="81789"/>
                        </a:lnTo>
                        <a:lnTo>
                          <a:pt x="13455" y="81789"/>
                        </a:lnTo>
                        <a:lnTo>
                          <a:pt x="13455" y="59124"/>
                        </a:lnTo>
                        <a:cubicBezTo>
                          <a:pt x="15265" y="59745"/>
                          <a:pt x="17075" y="60208"/>
                          <a:pt x="18886" y="60512"/>
                        </a:cubicBezTo>
                        <a:cubicBezTo>
                          <a:pt x="20709" y="60816"/>
                          <a:pt x="22533" y="60968"/>
                          <a:pt x="24357" y="60968"/>
                        </a:cubicBezTo>
                        <a:cubicBezTo>
                          <a:pt x="34678" y="60968"/>
                          <a:pt x="42851" y="58139"/>
                          <a:pt x="48877" y="52481"/>
                        </a:cubicBezTo>
                        <a:cubicBezTo>
                          <a:pt x="54916" y="46823"/>
                          <a:pt x="57936" y="39162"/>
                          <a:pt x="57936" y="29499"/>
                        </a:cubicBezTo>
                        <a:cubicBezTo>
                          <a:pt x="57936" y="19544"/>
                          <a:pt x="54837" y="11804"/>
                          <a:pt x="48639" y="6279"/>
                        </a:cubicBezTo>
                        <a:cubicBezTo>
                          <a:pt x="42441" y="766"/>
                          <a:pt x="33706" y="-1990"/>
                          <a:pt x="22434" y="-1990"/>
                        </a:cubicBezTo>
                        <a:cubicBezTo>
                          <a:pt x="18549" y="-1990"/>
                          <a:pt x="14591" y="-1660"/>
                          <a:pt x="10561" y="-999"/>
                        </a:cubicBezTo>
                        <a:cubicBezTo>
                          <a:pt x="6543" y="-338"/>
                          <a:pt x="2387" y="654"/>
                          <a:pt x="-1908" y="1976"/>
                        </a:cubicBezTo>
                        <a:lnTo>
                          <a:pt x="-1908" y="14567"/>
                        </a:lnTo>
                        <a:cubicBezTo>
                          <a:pt x="1806" y="12545"/>
                          <a:pt x="5645" y="11038"/>
                          <a:pt x="9609" y="10046"/>
                        </a:cubicBezTo>
                        <a:cubicBezTo>
                          <a:pt x="13573" y="9055"/>
                          <a:pt x="17763" y="8559"/>
                          <a:pt x="22176" y="8559"/>
                        </a:cubicBezTo>
                        <a:cubicBezTo>
                          <a:pt x="29326" y="8559"/>
                          <a:pt x="34981" y="10436"/>
                          <a:pt x="39144" y="14190"/>
                        </a:cubicBezTo>
                        <a:cubicBezTo>
                          <a:pt x="43320" y="17945"/>
                          <a:pt x="45408" y="23048"/>
                          <a:pt x="45408" y="29499"/>
                        </a:cubicBezTo>
                        <a:cubicBezTo>
                          <a:pt x="45408" y="35937"/>
                          <a:pt x="43320" y="41033"/>
                          <a:pt x="39144" y="44787"/>
                        </a:cubicBezTo>
                        <a:cubicBezTo>
                          <a:pt x="34981" y="48555"/>
                          <a:pt x="29326" y="50439"/>
                          <a:pt x="22176" y="50439"/>
                        </a:cubicBezTo>
                        <a:cubicBezTo>
                          <a:pt x="18833" y="50439"/>
                          <a:pt x="15496" y="50068"/>
                          <a:pt x="12166" y="49328"/>
                        </a:cubicBezTo>
                        <a:cubicBezTo>
                          <a:pt x="8849" y="48588"/>
                          <a:pt x="5460" y="47431"/>
                          <a:pt x="1997" y="45858"/>
                        </a:cubicBezTo>
                        <a:lnTo>
                          <a:pt x="199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8" name="Freeform: Shape 417">
                    <a:extLst>
                      <a:ext uri="{FF2B5EF4-FFF2-40B4-BE49-F238E27FC236}">
                        <a16:creationId xmlns:a16="http://schemas.microsoft.com/office/drawing/2014/main" id="{D40B0CB4-4029-B022-61E3-AECDD722C1EB}"/>
                      </a:ext>
                    </a:extLst>
                  </p:cNvPr>
                  <p:cNvSpPr/>
                  <p:nvPr/>
                </p:nvSpPr>
                <p:spPr>
                  <a:xfrm flipV="1">
                    <a:off x="4442439" y="4957429"/>
                    <a:ext cx="55066" cy="92524"/>
                  </a:xfrm>
                  <a:custGeom>
                    <a:avLst/>
                    <a:gdLst>
                      <a:gd name="connsiteX0" fmla="*/ -186 w 55066"/>
                      <a:gd name="connsiteY0" fmla="*/ 8493 h 92524"/>
                      <a:gd name="connsiteX1" fmla="*/ 20251 w 55066"/>
                      <a:gd name="connsiteY1" fmla="*/ 8493 h 92524"/>
                      <a:gd name="connsiteX2" fmla="*/ 20251 w 55066"/>
                      <a:gd name="connsiteY2" fmla="*/ 79086 h 92524"/>
                      <a:gd name="connsiteX3" fmla="*/ -1990 w 55066"/>
                      <a:gd name="connsiteY3" fmla="*/ 74625 h 92524"/>
                      <a:gd name="connsiteX4" fmla="*/ -1990 w 55066"/>
                      <a:gd name="connsiteY4" fmla="*/ 86027 h 92524"/>
                      <a:gd name="connsiteX5" fmla="*/ 20132 w 55066"/>
                      <a:gd name="connsiteY5" fmla="*/ 90488 h 92524"/>
                      <a:gd name="connsiteX6" fmla="*/ 32640 w 55066"/>
                      <a:gd name="connsiteY6" fmla="*/ 90488 h 92524"/>
                      <a:gd name="connsiteX7" fmla="*/ 32640 w 55066"/>
                      <a:gd name="connsiteY7" fmla="*/ 8493 h 92524"/>
                      <a:gd name="connsiteX8" fmla="*/ 53076 w 55066"/>
                      <a:gd name="connsiteY8" fmla="*/ 8493 h 92524"/>
                      <a:gd name="connsiteX9" fmla="*/ 53076 w 55066"/>
                      <a:gd name="connsiteY9" fmla="*/ -2036 h 92524"/>
                      <a:gd name="connsiteX10" fmla="*/ -186 w 55066"/>
                      <a:gd name="connsiteY10" fmla="*/ -2036 h 92524"/>
                      <a:gd name="connsiteX11" fmla="*/ -186 w 55066"/>
                      <a:gd name="connsiteY11" fmla="*/ 8493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186" y="8493"/>
                        </a:moveTo>
                        <a:lnTo>
                          <a:pt x="20251" y="8493"/>
                        </a:lnTo>
                        <a:lnTo>
                          <a:pt x="20251" y="79086"/>
                        </a:lnTo>
                        <a:lnTo>
                          <a:pt x="-1990" y="74625"/>
                        </a:lnTo>
                        <a:lnTo>
                          <a:pt x="-1990" y="86027"/>
                        </a:lnTo>
                        <a:lnTo>
                          <a:pt x="20132" y="90488"/>
                        </a:lnTo>
                        <a:lnTo>
                          <a:pt x="32640" y="90488"/>
                        </a:lnTo>
                        <a:lnTo>
                          <a:pt x="32640" y="8493"/>
                        </a:lnTo>
                        <a:lnTo>
                          <a:pt x="53076" y="8493"/>
                        </a:lnTo>
                        <a:lnTo>
                          <a:pt x="53076" y="-2036"/>
                        </a:lnTo>
                        <a:lnTo>
                          <a:pt x="-186" y="-2036"/>
                        </a:lnTo>
                        <a:lnTo>
                          <a:pt x="-186" y="84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9" name="Freeform: Shape 418">
                    <a:extLst>
                      <a:ext uri="{FF2B5EF4-FFF2-40B4-BE49-F238E27FC236}">
                        <a16:creationId xmlns:a16="http://schemas.microsoft.com/office/drawing/2014/main" id="{C111BDD4-BDAD-4D1F-28AA-BCFA00BB1C56}"/>
                      </a:ext>
                    </a:extLst>
                  </p:cNvPr>
                  <p:cNvSpPr/>
                  <p:nvPr/>
                </p:nvSpPr>
                <p:spPr>
                  <a:xfrm flipV="1">
                    <a:off x="4517582" y="4955763"/>
                    <a:ext cx="63926" cy="95994"/>
                  </a:xfrm>
                  <a:custGeom>
                    <a:avLst/>
                    <a:gdLst>
                      <a:gd name="connsiteX0" fmla="*/ 30028 w 63926"/>
                      <a:gd name="connsiteY0" fmla="*/ 84047 h 95994"/>
                      <a:gd name="connsiteX1" fmla="*/ 15498 w 63926"/>
                      <a:gd name="connsiteY1" fmla="*/ 74529 h 95994"/>
                      <a:gd name="connsiteX2" fmla="*/ 10641 w 63926"/>
                      <a:gd name="connsiteY2" fmla="*/ 45935 h 95994"/>
                      <a:gd name="connsiteX3" fmla="*/ 15498 w 63926"/>
                      <a:gd name="connsiteY3" fmla="*/ 17400 h 95994"/>
                      <a:gd name="connsiteX4" fmla="*/ 30028 w 63926"/>
                      <a:gd name="connsiteY4" fmla="*/ 7882 h 95994"/>
                      <a:gd name="connsiteX5" fmla="*/ 44617 w 63926"/>
                      <a:gd name="connsiteY5" fmla="*/ 17400 h 95994"/>
                      <a:gd name="connsiteX6" fmla="*/ 49493 w 63926"/>
                      <a:gd name="connsiteY6" fmla="*/ 45935 h 95994"/>
                      <a:gd name="connsiteX7" fmla="*/ 44617 w 63926"/>
                      <a:gd name="connsiteY7" fmla="*/ 74529 h 95994"/>
                      <a:gd name="connsiteX8" fmla="*/ 30028 w 63926"/>
                      <a:gd name="connsiteY8" fmla="*/ 84047 h 95994"/>
                      <a:gd name="connsiteX9" fmla="*/ 30028 w 63926"/>
                      <a:gd name="connsiteY9" fmla="*/ 93962 h 95994"/>
                      <a:gd name="connsiteX10" fmla="*/ 53794 w 63926"/>
                      <a:gd name="connsiteY10" fmla="*/ 81648 h 95994"/>
                      <a:gd name="connsiteX11" fmla="*/ 62001 w 63926"/>
                      <a:gd name="connsiteY11" fmla="*/ 45935 h 95994"/>
                      <a:gd name="connsiteX12" fmla="*/ 53794 w 63926"/>
                      <a:gd name="connsiteY12" fmla="*/ 10262 h 95994"/>
                      <a:gd name="connsiteX13" fmla="*/ 30028 w 63926"/>
                      <a:gd name="connsiteY13" fmla="*/ -2032 h 95994"/>
                      <a:gd name="connsiteX14" fmla="*/ 6281 w 63926"/>
                      <a:gd name="connsiteY14" fmla="*/ 10262 h 95994"/>
                      <a:gd name="connsiteX15" fmla="*/ -1926 w 63926"/>
                      <a:gd name="connsiteY15" fmla="*/ 45935 h 95994"/>
                      <a:gd name="connsiteX16" fmla="*/ 6281 w 63926"/>
                      <a:gd name="connsiteY16" fmla="*/ 81648 h 95994"/>
                      <a:gd name="connsiteX17" fmla="*/ 30028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28" y="84047"/>
                        </a:moveTo>
                        <a:cubicBezTo>
                          <a:pt x="23592" y="84047"/>
                          <a:pt x="18749" y="80874"/>
                          <a:pt x="15498" y="74529"/>
                        </a:cubicBezTo>
                        <a:cubicBezTo>
                          <a:pt x="12260" y="68197"/>
                          <a:pt x="10641" y="58665"/>
                          <a:pt x="10641" y="45935"/>
                        </a:cubicBezTo>
                        <a:cubicBezTo>
                          <a:pt x="10641" y="33257"/>
                          <a:pt x="12260" y="23746"/>
                          <a:pt x="15498" y="17400"/>
                        </a:cubicBezTo>
                        <a:cubicBezTo>
                          <a:pt x="18749" y="11055"/>
                          <a:pt x="23592" y="7882"/>
                          <a:pt x="30028" y="7882"/>
                        </a:cubicBezTo>
                        <a:cubicBezTo>
                          <a:pt x="36516" y="7882"/>
                          <a:pt x="41379" y="11055"/>
                          <a:pt x="44617" y="17400"/>
                        </a:cubicBezTo>
                        <a:cubicBezTo>
                          <a:pt x="47868" y="23746"/>
                          <a:pt x="49493" y="33257"/>
                          <a:pt x="49493" y="45935"/>
                        </a:cubicBezTo>
                        <a:cubicBezTo>
                          <a:pt x="49493" y="58665"/>
                          <a:pt x="47868" y="68197"/>
                          <a:pt x="44617" y="74529"/>
                        </a:cubicBezTo>
                        <a:cubicBezTo>
                          <a:pt x="41379" y="80874"/>
                          <a:pt x="36516" y="84047"/>
                          <a:pt x="30028" y="84047"/>
                        </a:cubicBezTo>
                        <a:close/>
                        <a:moveTo>
                          <a:pt x="30028" y="93962"/>
                        </a:moveTo>
                        <a:cubicBezTo>
                          <a:pt x="40401" y="93962"/>
                          <a:pt x="48323" y="89857"/>
                          <a:pt x="53794" y="81648"/>
                        </a:cubicBezTo>
                        <a:cubicBezTo>
                          <a:pt x="59265" y="73452"/>
                          <a:pt x="62001" y="61547"/>
                          <a:pt x="62001" y="45935"/>
                        </a:cubicBezTo>
                        <a:cubicBezTo>
                          <a:pt x="62001" y="30362"/>
                          <a:pt x="59265" y="18471"/>
                          <a:pt x="53794" y="10262"/>
                        </a:cubicBezTo>
                        <a:cubicBezTo>
                          <a:pt x="48323" y="2066"/>
                          <a:pt x="40401" y="-2032"/>
                          <a:pt x="30028" y="-2032"/>
                        </a:cubicBezTo>
                        <a:cubicBezTo>
                          <a:pt x="19667" y="-2032"/>
                          <a:pt x="11751" y="2066"/>
                          <a:pt x="6281" y="10262"/>
                        </a:cubicBezTo>
                        <a:cubicBezTo>
                          <a:pt x="810" y="18471"/>
                          <a:pt x="-1926" y="30362"/>
                          <a:pt x="-1926" y="45935"/>
                        </a:cubicBezTo>
                        <a:cubicBezTo>
                          <a:pt x="-1926" y="61547"/>
                          <a:pt x="810" y="73452"/>
                          <a:pt x="6281" y="81648"/>
                        </a:cubicBezTo>
                        <a:cubicBezTo>
                          <a:pt x="11751" y="89857"/>
                          <a:pt x="19667" y="93962"/>
                          <a:pt x="30028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20" name="Graphic 398">
                <a:extLst>
                  <a:ext uri="{FF2B5EF4-FFF2-40B4-BE49-F238E27FC236}">
                    <a16:creationId xmlns:a16="http://schemas.microsoft.com/office/drawing/2014/main" id="{BC500A39-DD51-049C-C772-BF3280EAB5E9}"/>
                  </a:ext>
                </a:extLst>
              </p:cNvPr>
              <p:cNvGrpSpPr/>
              <p:nvPr/>
            </p:nvGrpSpPr>
            <p:grpSpPr>
              <a:xfrm>
                <a:off x="4923895" y="4864687"/>
                <a:ext cx="223926" cy="187070"/>
                <a:chOff x="4923895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21" name="Freeform: Shape 420">
                  <a:extLst>
                    <a:ext uri="{FF2B5EF4-FFF2-40B4-BE49-F238E27FC236}">
                      <a16:creationId xmlns:a16="http://schemas.microsoft.com/office/drawing/2014/main" id="{5ACE904E-3622-6F0C-673C-8DAD61BDCC16}"/>
                    </a:ext>
                  </a:extLst>
                </p:cNvPr>
                <p:cNvSpPr/>
                <p:nvPr/>
              </p:nvSpPr>
              <p:spPr>
                <a:xfrm>
                  <a:off x="5035177" y="4864687"/>
                  <a:ext cx="12686" cy="44417"/>
                </a:xfrm>
                <a:custGeom>
                  <a:avLst/>
                  <a:gdLst>
                    <a:gd name="connsiteX0" fmla="*/ 147 w 12686"/>
                    <a:gd name="connsiteY0" fmla="*/ 286 h 44417"/>
                    <a:gd name="connsiteX1" fmla="*/ 147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47" y="286"/>
                      </a:moveTo>
                      <a:lnTo>
                        <a:pt x="147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22" name="Graphic 398">
                  <a:extLst>
                    <a:ext uri="{FF2B5EF4-FFF2-40B4-BE49-F238E27FC236}">
                      <a16:creationId xmlns:a16="http://schemas.microsoft.com/office/drawing/2014/main" id="{E1DB7762-57C3-018B-FBC2-831188EBA93B}"/>
                    </a:ext>
                  </a:extLst>
                </p:cNvPr>
                <p:cNvGrpSpPr/>
                <p:nvPr/>
              </p:nvGrpSpPr>
              <p:grpSpPr>
                <a:xfrm>
                  <a:off x="4923895" y="4955763"/>
                  <a:ext cx="223926" cy="95994"/>
                  <a:chOff x="4923895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23" name="Freeform: Shape 422">
                    <a:extLst>
                      <a:ext uri="{FF2B5EF4-FFF2-40B4-BE49-F238E27FC236}">
                        <a16:creationId xmlns:a16="http://schemas.microsoft.com/office/drawing/2014/main" id="{0EB93218-45C7-D9F0-C853-A1D419AB8703}"/>
                      </a:ext>
                    </a:extLst>
                  </p:cNvPr>
                  <p:cNvSpPr/>
                  <p:nvPr/>
                </p:nvSpPr>
                <p:spPr>
                  <a:xfrm flipV="1">
                    <a:off x="4923895" y="4957429"/>
                    <a:ext cx="59843" cy="94328"/>
                  </a:xfrm>
                  <a:custGeom>
                    <a:avLst/>
                    <a:gdLst>
                      <a:gd name="connsiteX0" fmla="*/ 2042 w 59843"/>
                      <a:gd name="connsiteY0" fmla="*/ 92338 h 94328"/>
                      <a:gd name="connsiteX1" fmla="*/ 51161 w 59843"/>
                      <a:gd name="connsiteY1" fmla="*/ 92338 h 94328"/>
                      <a:gd name="connsiteX2" fmla="*/ 51161 w 59843"/>
                      <a:gd name="connsiteY2" fmla="*/ 81789 h 94328"/>
                      <a:gd name="connsiteX3" fmla="*/ 13499 w 59843"/>
                      <a:gd name="connsiteY3" fmla="*/ 81789 h 94328"/>
                      <a:gd name="connsiteX4" fmla="*/ 13499 w 59843"/>
                      <a:gd name="connsiteY4" fmla="*/ 59124 h 94328"/>
                      <a:gd name="connsiteX5" fmla="*/ 18930 w 59843"/>
                      <a:gd name="connsiteY5" fmla="*/ 60512 h 94328"/>
                      <a:gd name="connsiteX6" fmla="*/ 24401 w 59843"/>
                      <a:gd name="connsiteY6" fmla="*/ 60968 h 94328"/>
                      <a:gd name="connsiteX7" fmla="*/ 48922 w 59843"/>
                      <a:gd name="connsiteY7" fmla="*/ 52481 h 94328"/>
                      <a:gd name="connsiteX8" fmla="*/ 57980 w 59843"/>
                      <a:gd name="connsiteY8" fmla="*/ 29499 h 94328"/>
                      <a:gd name="connsiteX9" fmla="*/ 48684 w 59843"/>
                      <a:gd name="connsiteY9" fmla="*/ 6279 h 94328"/>
                      <a:gd name="connsiteX10" fmla="*/ 22479 w 59843"/>
                      <a:gd name="connsiteY10" fmla="*/ -1990 h 94328"/>
                      <a:gd name="connsiteX11" fmla="*/ 10605 w 59843"/>
                      <a:gd name="connsiteY11" fmla="*/ -999 h 94328"/>
                      <a:gd name="connsiteX12" fmla="*/ -1863 w 59843"/>
                      <a:gd name="connsiteY12" fmla="*/ 1976 h 94328"/>
                      <a:gd name="connsiteX13" fmla="*/ -1863 w 59843"/>
                      <a:gd name="connsiteY13" fmla="*/ 14567 h 94328"/>
                      <a:gd name="connsiteX14" fmla="*/ 9654 w 59843"/>
                      <a:gd name="connsiteY14" fmla="*/ 10046 h 94328"/>
                      <a:gd name="connsiteX15" fmla="*/ 22221 w 59843"/>
                      <a:gd name="connsiteY15" fmla="*/ 8559 h 94328"/>
                      <a:gd name="connsiteX16" fmla="*/ 39189 w 59843"/>
                      <a:gd name="connsiteY16" fmla="*/ 14190 h 94328"/>
                      <a:gd name="connsiteX17" fmla="*/ 45453 w 59843"/>
                      <a:gd name="connsiteY17" fmla="*/ 29499 h 94328"/>
                      <a:gd name="connsiteX18" fmla="*/ 39189 w 59843"/>
                      <a:gd name="connsiteY18" fmla="*/ 44787 h 94328"/>
                      <a:gd name="connsiteX19" fmla="*/ 22221 w 59843"/>
                      <a:gd name="connsiteY19" fmla="*/ 50439 h 94328"/>
                      <a:gd name="connsiteX20" fmla="*/ 12211 w 59843"/>
                      <a:gd name="connsiteY20" fmla="*/ 49328 h 94328"/>
                      <a:gd name="connsiteX21" fmla="*/ 2042 w 59843"/>
                      <a:gd name="connsiteY21" fmla="*/ 45858 h 94328"/>
                      <a:gd name="connsiteX22" fmla="*/ 2042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42" y="92338"/>
                        </a:moveTo>
                        <a:lnTo>
                          <a:pt x="51161" y="92338"/>
                        </a:lnTo>
                        <a:lnTo>
                          <a:pt x="51161" y="81789"/>
                        </a:lnTo>
                        <a:lnTo>
                          <a:pt x="13499" y="81789"/>
                        </a:lnTo>
                        <a:lnTo>
                          <a:pt x="13499" y="59124"/>
                        </a:lnTo>
                        <a:cubicBezTo>
                          <a:pt x="15310" y="59745"/>
                          <a:pt x="17120" y="60208"/>
                          <a:pt x="18930" y="60512"/>
                        </a:cubicBezTo>
                        <a:cubicBezTo>
                          <a:pt x="20754" y="60816"/>
                          <a:pt x="22578" y="60968"/>
                          <a:pt x="24401" y="60968"/>
                        </a:cubicBezTo>
                        <a:cubicBezTo>
                          <a:pt x="34722" y="60968"/>
                          <a:pt x="42896" y="58139"/>
                          <a:pt x="48922" y="52481"/>
                        </a:cubicBezTo>
                        <a:cubicBezTo>
                          <a:pt x="54961" y="46823"/>
                          <a:pt x="57980" y="39162"/>
                          <a:pt x="57980" y="29499"/>
                        </a:cubicBezTo>
                        <a:cubicBezTo>
                          <a:pt x="57980" y="19544"/>
                          <a:pt x="54881" y="11804"/>
                          <a:pt x="48684" y="6279"/>
                        </a:cubicBezTo>
                        <a:cubicBezTo>
                          <a:pt x="42486" y="766"/>
                          <a:pt x="33751" y="-1990"/>
                          <a:pt x="22479" y="-1990"/>
                        </a:cubicBezTo>
                        <a:cubicBezTo>
                          <a:pt x="18594" y="-1990"/>
                          <a:pt x="14636" y="-1660"/>
                          <a:pt x="10605" y="-999"/>
                        </a:cubicBezTo>
                        <a:cubicBezTo>
                          <a:pt x="6588" y="-338"/>
                          <a:pt x="2432" y="654"/>
                          <a:pt x="-1863" y="1976"/>
                        </a:cubicBezTo>
                        <a:lnTo>
                          <a:pt x="-1863" y="14567"/>
                        </a:lnTo>
                        <a:cubicBezTo>
                          <a:pt x="1850" y="12545"/>
                          <a:pt x="5689" y="11038"/>
                          <a:pt x="9654" y="10046"/>
                        </a:cubicBezTo>
                        <a:cubicBezTo>
                          <a:pt x="13618" y="9055"/>
                          <a:pt x="17807" y="8559"/>
                          <a:pt x="22221" y="8559"/>
                        </a:cubicBezTo>
                        <a:cubicBezTo>
                          <a:pt x="29370" y="8559"/>
                          <a:pt x="35026" y="10436"/>
                          <a:pt x="39189" y="14190"/>
                        </a:cubicBezTo>
                        <a:cubicBezTo>
                          <a:pt x="43365" y="17945"/>
                          <a:pt x="45453" y="23048"/>
                          <a:pt x="45453" y="29499"/>
                        </a:cubicBezTo>
                        <a:cubicBezTo>
                          <a:pt x="45453" y="35937"/>
                          <a:pt x="43365" y="41033"/>
                          <a:pt x="39189" y="44787"/>
                        </a:cubicBezTo>
                        <a:cubicBezTo>
                          <a:pt x="35026" y="48555"/>
                          <a:pt x="29370" y="50439"/>
                          <a:pt x="22221" y="50439"/>
                        </a:cubicBezTo>
                        <a:cubicBezTo>
                          <a:pt x="18878" y="50439"/>
                          <a:pt x="15541" y="50068"/>
                          <a:pt x="12211" y="49328"/>
                        </a:cubicBezTo>
                        <a:cubicBezTo>
                          <a:pt x="8894" y="48588"/>
                          <a:pt x="5504" y="47431"/>
                          <a:pt x="2042" y="45858"/>
                        </a:cubicBezTo>
                        <a:lnTo>
                          <a:pt x="204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24" name="Freeform: Shape 423">
                    <a:extLst>
                      <a:ext uri="{FF2B5EF4-FFF2-40B4-BE49-F238E27FC236}">
                        <a16:creationId xmlns:a16="http://schemas.microsoft.com/office/drawing/2014/main" id="{B748F3AB-6A8D-5C24-FDE2-7498297A8EB2}"/>
                      </a:ext>
                    </a:extLst>
                  </p:cNvPr>
                  <p:cNvSpPr/>
                  <p:nvPr/>
                </p:nvSpPr>
                <p:spPr>
                  <a:xfrm flipV="1">
                    <a:off x="5004113" y="4955763"/>
                    <a:ext cx="58713" cy="94189"/>
                  </a:xfrm>
                  <a:custGeom>
                    <a:avLst/>
                    <a:gdLst>
                      <a:gd name="connsiteX0" fmla="*/ 13242 w 58713"/>
                      <a:gd name="connsiteY0" fmla="*/ 8451 h 94189"/>
                      <a:gd name="connsiteX1" fmla="*/ 56910 w 58713"/>
                      <a:gd name="connsiteY1" fmla="*/ 8451 h 94189"/>
                      <a:gd name="connsiteX2" fmla="*/ 56910 w 58713"/>
                      <a:gd name="connsiteY2" fmla="*/ -2078 h 94189"/>
                      <a:gd name="connsiteX3" fmla="*/ -1803 w 58713"/>
                      <a:gd name="connsiteY3" fmla="*/ -2078 h 94189"/>
                      <a:gd name="connsiteX4" fmla="*/ -1803 w 58713"/>
                      <a:gd name="connsiteY4" fmla="*/ 8451 h 94189"/>
                      <a:gd name="connsiteX5" fmla="*/ 17603 w 58713"/>
                      <a:gd name="connsiteY5" fmla="*/ 28241 h 94189"/>
                      <a:gd name="connsiteX6" fmla="*/ 33064 w 58713"/>
                      <a:gd name="connsiteY6" fmla="*/ 44283 h 94189"/>
                      <a:gd name="connsiteX7" fmla="*/ 41449 w 58713"/>
                      <a:gd name="connsiteY7" fmla="*/ 55705 h 94189"/>
                      <a:gd name="connsiteX8" fmla="*/ 43847 w 58713"/>
                      <a:gd name="connsiteY8" fmla="*/ 64906 h 94189"/>
                      <a:gd name="connsiteX9" fmla="*/ 38674 w 58713"/>
                      <a:gd name="connsiteY9" fmla="*/ 76922 h 94189"/>
                      <a:gd name="connsiteX10" fmla="*/ 25195 w 58713"/>
                      <a:gd name="connsiteY10" fmla="*/ 81582 h 94189"/>
                      <a:gd name="connsiteX11" fmla="*/ 12766 w 58713"/>
                      <a:gd name="connsiteY11" fmla="*/ 79540 h 94189"/>
                      <a:gd name="connsiteX12" fmla="*/ -1189 w 58713"/>
                      <a:gd name="connsiteY12" fmla="*/ 73333 h 94189"/>
                      <a:gd name="connsiteX13" fmla="*/ -1189 w 58713"/>
                      <a:gd name="connsiteY13" fmla="*/ 85984 h 94189"/>
                      <a:gd name="connsiteX14" fmla="*/ 12925 w 58713"/>
                      <a:gd name="connsiteY14" fmla="*/ 90565 h 94189"/>
                      <a:gd name="connsiteX15" fmla="*/ 24957 w 58713"/>
                      <a:gd name="connsiteY15" fmla="*/ 92112 h 94189"/>
                      <a:gd name="connsiteX16" fmla="*/ 47871 w 58713"/>
                      <a:gd name="connsiteY16" fmla="*/ 84914 h 94189"/>
                      <a:gd name="connsiteX17" fmla="*/ 56415 w 58713"/>
                      <a:gd name="connsiteY17" fmla="*/ 65719 h 94189"/>
                      <a:gd name="connsiteX18" fmla="*/ 54274 w 58713"/>
                      <a:gd name="connsiteY18" fmla="*/ 54892 h 94189"/>
                      <a:gd name="connsiteX19" fmla="*/ 46504 w 58713"/>
                      <a:gd name="connsiteY19" fmla="*/ 42855 h 94189"/>
                      <a:gd name="connsiteX20" fmla="*/ 36652 w 58713"/>
                      <a:gd name="connsiteY20" fmla="*/ 32465 h 94189"/>
                      <a:gd name="connsiteX21" fmla="*/ 13242 w 58713"/>
                      <a:gd name="connsiteY21" fmla="*/ 8451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242" y="8451"/>
                        </a:moveTo>
                        <a:lnTo>
                          <a:pt x="56910" y="8451"/>
                        </a:lnTo>
                        <a:lnTo>
                          <a:pt x="56910" y="-2078"/>
                        </a:lnTo>
                        <a:lnTo>
                          <a:pt x="-1803" y="-2078"/>
                        </a:lnTo>
                        <a:lnTo>
                          <a:pt x="-1803" y="8451"/>
                        </a:lnTo>
                        <a:cubicBezTo>
                          <a:pt x="2941" y="13369"/>
                          <a:pt x="9410" y="19966"/>
                          <a:pt x="17603" y="28241"/>
                        </a:cubicBezTo>
                        <a:cubicBezTo>
                          <a:pt x="25809" y="36530"/>
                          <a:pt x="30963" y="41877"/>
                          <a:pt x="33064" y="44283"/>
                        </a:cubicBezTo>
                        <a:cubicBezTo>
                          <a:pt x="37068" y="48778"/>
                          <a:pt x="39863" y="52585"/>
                          <a:pt x="41449" y="55705"/>
                        </a:cubicBezTo>
                        <a:cubicBezTo>
                          <a:pt x="43048" y="58825"/>
                          <a:pt x="43847" y="61892"/>
                          <a:pt x="43847" y="64906"/>
                        </a:cubicBezTo>
                        <a:cubicBezTo>
                          <a:pt x="43847" y="69823"/>
                          <a:pt x="42123" y="73829"/>
                          <a:pt x="38674" y="76922"/>
                        </a:cubicBezTo>
                        <a:cubicBezTo>
                          <a:pt x="35225" y="80029"/>
                          <a:pt x="30732" y="81582"/>
                          <a:pt x="25195" y="81582"/>
                        </a:cubicBezTo>
                        <a:cubicBezTo>
                          <a:pt x="21270" y="81582"/>
                          <a:pt x="17127" y="80901"/>
                          <a:pt x="12766" y="79540"/>
                        </a:cubicBezTo>
                        <a:cubicBezTo>
                          <a:pt x="8418" y="78178"/>
                          <a:pt x="3767" y="76109"/>
                          <a:pt x="-1189" y="73333"/>
                        </a:cubicBezTo>
                        <a:lnTo>
                          <a:pt x="-1189" y="85984"/>
                        </a:lnTo>
                        <a:cubicBezTo>
                          <a:pt x="3846" y="88007"/>
                          <a:pt x="8551" y="89534"/>
                          <a:pt x="12925" y="90565"/>
                        </a:cubicBezTo>
                        <a:cubicBezTo>
                          <a:pt x="17312" y="91596"/>
                          <a:pt x="21323" y="92112"/>
                          <a:pt x="24957" y="92112"/>
                        </a:cubicBezTo>
                        <a:cubicBezTo>
                          <a:pt x="34537" y="92112"/>
                          <a:pt x="42176" y="89712"/>
                          <a:pt x="47871" y="84914"/>
                        </a:cubicBezTo>
                        <a:cubicBezTo>
                          <a:pt x="53567" y="80128"/>
                          <a:pt x="56415" y="73730"/>
                          <a:pt x="56415" y="65719"/>
                        </a:cubicBezTo>
                        <a:cubicBezTo>
                          <a:pt x="56415" y="61912"/>
                          <a:pt x="55701" y="58303"/>
                          <a:pt x="54274" y="54892"/>
                        </a:cubicBezTo>
                        <a:cubicBezTo>
                          <a:pt x="52860" y="51494"/>
                          <a:pt x="50270" y="47482"/>
                          <a:pt x="46504" y="42855"/>
                        </a:cubicBezTo>
                        <a:cubicBezTo>
                          <a:pt x="45473" y="41652"/>
                          <a:pt x="42189" y="38189"/>
                          <a:pt x="36652" y="32465"/>
                        </a:cubicBezTo>
                        <a:cubicBezTo>
                          <a:pt x="31128" y="26741"/>
                          <a:pt x="23325" y="18736"/>
                          <a:pt x="13242" y="845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25" name="Freeform: Shape 424">
                    <a:extLst>
                      <a:ext uri="{FF2B5EF4-FFF2-40B4-BE49-F238E27FC236}">
                        <a16:creationId xmlns:a16="http://schemas.microsoft.com/office/drawing/2014/main" id="{C2A618F4-9BC5-980C-BF8A-2345393ED4F1}"/>
                      </a:ext>
                    </a:extLst>
                  </p:cNvPr>
                  <p:cNvSpPr/>
                  <p:nvPr/>
                </p:nvSpPr>
                <p:spPr>
                  <a:xfrm flipV="1">
                    <a:off x="5083895" y="4955763"/>
                    <a:ext cx="63926" cy="95994"/>
                  </a:xfrm>
                  <a:custGeom>
                    <a:avLst/>
                    <a:gdLst>
                      <a:gd name="connsiteX0" fmla="*/ 30072 w 63926"/>
                      <a:gd name="connsiteY0" fmla="*/ 84047 h 95994"/>
                      <a:gd name="connsiteX1" fmla="*/ 15542 w 63926"/>
                      <a:gd name="connsiteY1" fmla="*/ 74529 h 95994"/>
                      <a:gd name="connsiteX2" fmla="*/ 10686 w 63926"/>
                      <a:gd name="connsiteY2" fmla="*/ 45935 h 95994"/>
                      <a:gd name="connsiteX3" fmla="*/ 15542 w 63926"/>
                      <a:gd name="connsiteY3" fmla="*/ 17400 h 95994"/>
                      <a:gd name="connsiteX4" fmla="*/ 30072 w 63926"/>
                      <a:gd name="connsiteY4" fmla="*/ 7882 h 95994"/>
                      <a:gd name="connsiteX5" fmla="*/ 44661 w 63926"/>
                      <a:gd name="connsiteY5" fmla="*/ 17400 h 95994"/>
                      <a:gd name="connsiteX6" fmla="*/ 49538 w 63926"/>
                      <a:gd name="connsiteY6" fmla="*/ 45935 h 95994"/>
                      <a:gd name="connsiteX7" fmla="*/ 44661 w 63926"/>
                      <a:gd name="connsiteY7" fmla="*/ 74529 h 95994"/>
                      <a:gd name="connsiteX8" fmla="*/ 30072 w 63926"/>
                      <a:gd name="connsiteY8" fmla="*/ 84047 h 95994"/>
                      <a:gd name="connsiteX9" fmla="*/ 30072 w 63926"/>
                      <a:gd name="connsiteY9" fmla="*/ 93962 h 95994"/>
                      <a:gd name="connsiteX10" fmla="*/ 53839 w 63926"/>
                      <a:gd name="connsiteY10" fmla="*/ 81648 h 95994"/>
                      <a:gd name="connsiteX11" fmla="*/ 62045 w 63926"/>
                      <a:gd name="connsiteY11" fmla="*/ 45935 h 95994"/>
                      <a:gd name="connsiteX12" fmla="*/ 53839 w 63926"/>
                      <a:gd name="connsiteY12" fmla="*/ 10262 h 95994"/>
                      <a:gd name="connsiteX13" fmla="*/ 30072 w 63926"/>
                      <a:gd name="connsiteY13" fmla="*/ -2032 h 95994"/>
                      <a:gd name="connsiteX14" fmla="*/ 6325 w 63926"/>
                      <a:gd name="connsiteY14" fmla="*/ 10262 h 95994"/>
                      <a:gd name="connsiteX15" fmla="*/ -1881 w 63926"/>
                      <a:gd name="connsiteY15" fmla="*/ 45935 h 95994"/>
                      <a:gd name="connsiteX16" fmla="*/ 6325 w 63926"/>
                      <a:gd name="connsiteY16" fmla="*/ 81648 h 95994"/>
                      <a:gd name="connsiteX17" fmla="*/ 30072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72" y="84047"/>
                        </a:moveTo>
                        <a:cubicBezTo>
                          <a:pt x="23637" y="84047"/>
                          <a:pt x="18793" y="80874"/>
                          <a:pt x="15542" y="74529"/>
                        </a:cubicBezTo>
                        <a:cubicBezTo>
                          <a:pt x="12305" y="68197"/>
                          <a:pt x="10686" y="58665"/>
                          <a:pt x="10686" y="45935"/>
                        </a:cubicBezTo>
                        <a:cubicBezTo>
                          <a:pt x="10686" y="33257"/>
                          <a:pt x="12305" y="23746"/>
                          <a:pt x="15542" y="17400"/>
                        </a:cubicBezTo>
                        <a:cubicBezTo>
                          <a:pt x="18793" y="11055"/>
                          <a:pt x="23637" y="7882"/>
                          <a:pt x="30072" y="7882"/>
                        </a:cubicBezTo>
                        <a:cubicBezTo>
                          <a:pt x="36561" y="7882"/>
                          <a:pt x="41424" y="11055"/>
                          <a:pt x="44661" y="17400"/>
                        </a:cubicBezTo>
                        <a:cubicBezTo>
                          <a:pt x="47912" y="23746"/>
                          <a:pt x="49538" y="33257"/>
                          <a:pt x="49538" y="45935"/>
                        </a:cubicBezTo>
                        <a:cubicBezTo>
                          <a:pt x="49538" y="58665"/>
                          <a:pt x="47912" y="68197"/>
                          <a:pt x="44661" y="74529"/>
                        </a:cubicBezTo>
                        <a:cubicBezTo>
                          <a:pt x="41424" y="80874"/>
                          <a:pt x="36561" y="84047"/>
                          <a:pt x="30072" y="84047"/>
                        </a:cubicBezTo>
                        <a:close/>
                        <a:moveTo>
                          <a:pt x="30072" y="93962"/>
                        </a:moveTo>
                        <a:cubicBezTo>
                          <a:pt x="40446" y="93962"/>
                          <a:pt x="48368" y="89857"/>
                          <a:pt x="53839" y="81648"/>
                        </a:cubicBezTo>
                        <a:cubicBezTo>
                          <a:pt x="59310" y="73452"/>
                          <a:pt x="62045" y="61547"/>
                          <a:pt x="62045" y="45935"/>
                        </a:cubicBezTo>
                        <a:cubicBezTo>
                          <a:pt x="62045" y="30362"/>
                          <a:pt x="59310" y="18471"/>
                          <a:pt x="53839" y="10262"/>
                        </a:cubicBezTo>
                        <a:cubicBezTo>
                          <a:pt x="48368" y="2066"/>
                          <a:pt x="40446" y="-2032"/>
                          <a:pt x="30072" y="-2032"/>
                        </a:cubicBezTo>
                        <a:cubicBezTo>
                          <a:pt x="19712" y="-2032"/>
                          <a:pt x="11796" y="2066"/>
                          <a:pt x="6325" y="10262"/>
                        </a:cubicBezTo>
                        <a:cubicBezTo>
                          <a:pt x="854" y="18471"/>
                          <a:pt x="-1881" y="30362"/>
                          <a:pt x="-1881" y="45935"/>
                        </a:cubicBezTo>
                        <a:cubicBezTo>
                          <a:pt x="-1881" y="61547"/>
                          <a:pt x="854" y="73452"/>
                          <a:pt x="6325" y="81648"/>
                        </a:cubicBezTo>
                        <a:cubicBezTo>
                          <a:pt x="11796" y="89857"/>
                          <a:pt x="19712" y="93962"/>
                          <a:pt x="3007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26" name="Graphic 398">
                <a:extLst>
                  <a:ext uri="{FF2B5EF4-FFF2-40B4-BE49-F238E27FC236}">
                    <a16:creationId xmlns:a16="http://schemas.microsoft.com/office/drawing/2014/main" id="{33D65379-5E11-530D-87EF-5F7D87A8BA1D}"/>
                  </a:ext>
                </a:extLst>
              </p:cNvPr>
              <p:cNvGrpSpPr/>
              <p:nvPr/>
            </p:nvGrpSpPr>
            <p:grpSpPr>
              <a:xfrm>
                <a:off x="5490208" y="4864687"/>
                <a:ext cx="223926" cy="187070"/>
                <a:chOff x="5490208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BCE9A96B-5B67-CB16-E07E-2A6B82AF14D2}"/>
                    </a:ext>
                  </a:extLst>
                </p:cNvPr>
                <p:cNvSpPr/>
                <p:nvPr/>
              </p:nvSpPr>
              <p:spPr>
                <a:xfrm>
                  <a:off x="5601490" y="4864687"/>
                  <a:ext cx="12686" cy="44417"/>
                </a:xfrm>
                <a:custGeom>
                  <a:avLst/>
                  <a:gdLst>
                    <a:gd name="connsiteX0" fmla="*/ 192 w 12686"/>
                    <a:gd name="connsiteY0" fmla="*/ 286 h 44417"/>
                    <a:gd name="connsiteX1" fmla="*/ 192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92" y="286"/>
                      </a:moveTo>
                      <a:lnTo>
                        <a:pt x="192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28" name="Graphic 398">
                  <a:extLst>
                    <a:ext uri="{FF2B5EF4-FFF2-40B4-BE49-F238E27FC236}">
                      <a16:creationId xmlns:a16="http://schemas.microsoft.com/office/drawing/2014/main" id="{A22B2F7A-4030-76E4-4839-E4A05E9FED78}"/>
                    </a:ext>
                  </a:extLst>
                </p:cNvPr>
                <p:cNvGrpSpPr/>
                <p:nvPr/>
              </p:nvGrpSpPr>
              <p:grpSpPr>
                <a:xfrm>
                  <a:off x="5490208" y="4955763"/>
                  <a:ext cx="223926" cy="95994"/>
                  <a:chOff x="5490208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29" name="Freeform: Shape 428">
                    <a:extLst>
                      <a:ext uri="{FF2B5EF4-FFF2-40B4-BE49-F238E27FC236}">
                        <a16:creationId xmlns:a16="http://schemas.microsoft.com/office/drawing/2014/main" id="{240E1484-B133-7DEC-46D3-9B620E9F12C5}"/>
                      </a:ext>
                    </a:extLst>
                  </p:cNvPr>
                  <p:cNvSpPr/>
                  <p:nvPr/>
                </p:nvSpPr>
                <p:spPr>
                  <a:xfrm flipV="1">
                    <a:off x="5490208" y="4957429"/>
                    <a:ext cx="59843" cy="94328"/>
                  </a:xfrm>
                  <a:custGeom>
                    <a:avLst/>
                    <a:gdLst>
                      <a:gd name="connsiteX0" fmla="*/ 2087 w 59843"/>
                      <a:gd name="connsiteY0" fmla="*/ 92338 h 94328"/>
                      <a:gd name="connsiteX1" fmla="*/ 51206 w 59843"/>
                      <a:gd name="connsiteY1" fmla="*/ 92338 h 94328"/>
                      <a:gd name="connsiteX2" fmla="*/ 51206 w 59843"/>
                      <a:gd name="connsiteY2" fmla="*/ 81789 h 94328"/>
                      <a:gd name="connsiteX3" fmla="*/ 13544 w 59843"/>
                      <a:gd name="connsiteY3" fmla="*/ 81789 h 94328"/>
                      <a:gd name="connsiteX4" fmla="*/ 13544 w 59843"/>
                      <a:gd name="connsiteY4" fmla="*/ 59124 h 94328"/>
                      <a:gd name="connsiteX5" fmla="*/ 18975 w 59843"/>
                      <a:gd name="connsiteY5" fmla="*/ 60512 h 94328"/>
                      <a:gd name="connsiteX6" fmla="*/ 24446 w 59843"/>
                      <a:gd name="connsiteY6" fmla="*/ 60968 h 94328"/>
                      <a:gd name="connsiteX7" fmla="*/ 48966 w 59843"/>
                      <a:gd name="connsiteY7" fmla="*/ 52481 h 94328"/>
                      <a:gd name="connsiteX8" fmla="*/ 58025 w 59843"/>
                      <a:gd name="connsiteY8" fmla="*/ 29499 h 94328"/>
                      <a:gd name="connsiteX9" fmla="*/ 48728 w 59843"/>
                      <a:gd name="connsiteY9" fmla="*/ 6279 h 94328"/>
                      <a:gd name="connsiteX10" fmla="*/ 22523 w 59843"/>
                      <a:gd name="connsiteY10" fmla="*/ -1990 h 94328"/>
                      <a:gd name="connsiteX11" fmla="*/ 10650 w 59843"/>
                      <a:gd name="connsiteY11" fmla="*/ -999 h 94328"/>
                      <a:gd name="connsiteX12" fmla="*/ -1818 w 59843"/>
                      <a:gd name="connsiteY12" fmla="*/ 1976 h 94328"/>
                      <a:gd name="connsiteX13" fmla="*/ -1818 w 59843"/>
                      <a:gd name="connsiteY13" fmla="*/ 14567 h 94328"/>
                      <a:gd name="connsiteX14" fmla="*/ 9698 w 59843"/>
                      <a:gd name="connsiteY14" fmla="*/ 10046 h 94328"/>
                      <a:gd name="connsiteX15" fmla="*/ 22266 w 59843"/>
                      <a:gd name="connsiteY15" fmla="*/ 8559 h 94328"/>
                      <a:gd name="connsiteX16" fmla="*/ 39233 w 59843"/>
                      <a:gd name="connsiteY16" fmla="*/ 14190 h 94328"/>
                      <a:gd name="connsiteX17" fmla="*/ 45497 w 59843"/>
                      <a:gd name="connsiteY17" fmla="*/ 29499 h 94328"/>
                      <a:gd name="connsiteX18" fmla="*/ 39233 w 59843"/>
                      <a:gd name="connsiteY18" fmla="*/ 44787 h 94328"/>
                      <a:gd name="connsiteX19" fmla="*/ 22266 w 59843"/>
                      <a:gd name="connsiteY19" fmla="*/ 50439 h 94328"/>
                      <a:gd name="connsiteX20" fmla="*/ 12255 w 59843"/>
                      <a:gd name="connsiteY20" fmla="*/ 49328 h 94328"/>
                      <a:gd name="connsiteX21" fmla="*/ 2087 w 59843"/>
                      <a:gd name="connsiteY21" fmla="*/ 45858 h 94328"/>
                      <a:gd name="connsiteX22" fmla="*/ 2087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87" y="92338"/>
                        </a:moveTo>
                        <a:lnTo>
                          <a:pt x="51206" y="92338"/>
                        </a:lnTo>
                        <a:lnTo>
                          <a:pt x="51206" y="81789"/>
                        </a:lnTo>
                        <a:lnTo>
                          <a:pt x="13544" y="81789"/>
                        </a:lnTo>
                        <a:lnTo>
                          <a:pt x="13544" y="59124"/>
                        </a:lnTo>
                        <a:cubicBezTo>
                          <a:pt x="15354" y="59745"/>
                          <a:pt x="17165" y="60208"/>
                          <a:pt x="18975" y="60512"/>
                        </a:cubicBezTo>
                        <a:cubicBezTo>
                          <a:pt x="20799" y="60816"/>
                          <a:pt x="22622" y="60968"/>
                          <a:pt x="24446" y="60968"/>
                        </a:cubicBezTo>
                        <a:cubicBezTo>
                          <a:pt x="34767" y="60968"/>
                          <a:pt x="42940" y="58139"/>
                          <a:pt x="48966" y="52481"/>
                        </a:cubicBezTo>
                        <a:cubicBezTo>
                          <a:pt x="55005" y="46823"/>
                          <a:pt x="58025" y="39162"/>
                          <a:pt x="58025" y="29499"/>
                        </a:cubicBezTo>
                        <a:cubicBezTo>
                          <a:pt x="58025" y="19544"/>
                          <a:pt x="54926" y="11804"/>
                          <a:pt x="48728" y="6279"/>
                        </a:cubicBezTo>
                        <a:cubicBezTo>
                          <a:pt x="42531" y="766"/>
                          <a:pt x="33796" y="-1990"/>
                          <a:pt x="22523" y="-1990"/>
                        </a:cubicBezTo>
                        <a:cubicBezTo>
                          <a:pt x="18638" y="-1990"/>
                          <a:pt x="14680" y="-1660"/>
                          <a:pt x="10650" y="-999"/>
                        </a:cubicBezTo>
                        <a:cubicBezTo>
                          <a:pt x="6632" y="-338"/>
                          <a:pt x="2476" y="654"/>
                          <a:pt x="-1818" y="1976"/>
                        </a:cubicBezTo>
                        <a:lnTo>
                          <a:pt x="-1818" y="14567"/>
                        </a:lnTo>
                        <a:cubicBezTo>
                          <a:pt x="1895" y="12545"/>
                          <a:pt x="5734" y="11038"/>
                          <a:pt x="9698" y="10046"/>
                        </a:cubicBezTo>
                        <a:cubicBezTo>
                          <a:pt x="13663" y="9055"/>
                          <a:pt x="17852" y="8559"/>
                          <a:pt x="22266" y="8559"/>
                        </a:cubicBezTo>
                        <a:cubicBezTo>
                          <a:pt x="29415" y="8559"/>
                          <a:pt x="35071" y="10436"/>
                          <a:pt x="39233" y="14190"/>
                        </a:cubicBezTo>
                        <a:cubicBezTo>
                          <a:pt x="43409" y="17945"/>
                          <a:pt x="45497" y="23048"/>
                          <a:pt x="45497" y="29499"/>
                        </a:cubicBezTo>
                        <a:cubicBezTo>
                          <a:pt x="45497" y="35937"/>
                          <a:pt x="43409" y="41033"/>
                          <a:pt x="39233" y="44787"/>
                        </a:cubicBezTo>
                        <a:cubicBezTo>
                          <a:pt x="35071" y="48555"/>
                          <a:pt x="29415" y="50439"/>
                          <a:pt x="22266" y="50439"/>
                        </a:cubicBezTo>
                        <a:cubicBezTo>
                          <a:pt x="18922" y="50439"/>
                          <a:pt x="15586" y="50068"/>
                          <a:pt x="12255" y="49328"/>
                        </a:cubicBezTo>
                        <a:cubicBezTo>
                          <a:pt x="8938" y="48588"/>
                          <a:pt x="5549" y="47431"/>
                          <a:pt x="2087" y="45858"/>
                        </a:cubicBezTo>
                        <a:lnTo>
                          <a:pt x="208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30" name="Freeform: Shape 429">
                    <a:extLst>
                      <a:ext uri="{FF2B5EF4-FFF2-40B4-BE49-F238E27FC236}">
                        <a16:creationId xmlns:a16="http://schemas.microsoft.com/office/drawing/2014/main" id="{B14E2998-5232-FA01-5EC3-C0BBEA329A89}"/>
                      </a:ext>
                    </a:extLst>
                  </p:cNvPr>
                  <p:cNvSpPr/>
                  <p:nvPr/>
                </p:nvSpPr>
                <p:spPr>
                  <a:xfrm flipV="1">
                    <a:off x="5570803" y="4955763"/>
                    <a:ext cx="60874" cy="95994"/>
                  </a:xfrm>
                  <a:custGeom>
                    <a:avLst/>
                    <a:gdLst>
                      <a:gd name="connsiteX0" fmla="*/ 39973 w 60874"/>
                      <a:gd name="connsiteY0" fmla="*/ 49663 h 95994"/>
                      <a:gd name="connsiteX1" fmla="*/ 53987 w 60874"/>
                      <a:gd name="connsiteY1" fmla="*/ 41652 h 95994"/>
                      <a:gd name="connsiteX2" fmla="*/ 59042 w 60874"/>
                      <a:gd name="connsiteY2" fmla="*/ 26661 h 95994"/>
                      <a:gd name="connsiteX3" fmla="*/ 49627 w 60874"/>
                      <a:gd name="connsiteY3" fmla="*/ 5463 h 95994"/>
                      <a:gd name="connsiteX4" fmla="*/ 22866 w 60874"/>
                      <a:gd name="connsiteY4" fmla="*/ -2032 h 95994"/>
                      <a:gd name="connsiteX5" fmla="*/ 10894 w 60874"/>
                      <a:gd name="connsiteY5" fmla="*/ -882 h 95994"/>
                      <a:gd name="connsiteX6" fmla="*/ -1832 w 60874"/>
                      <a:gd name="connsiteY6" fmla="*/ 2568 h 95994"/>
                      <a:gd name="connsiteX7" fmla="*/ -1832 w 60874"/>
                      <a:gd name="connsiteY7" fmla="*/ 14644 h 95994"/>
                      <a:gd name="connsiteX8" fmla="*/ 9546 w 60874"/>
                      <a:gd name="connsiteY8" fmla="*/ 10064 h 95994"/>
                      <a:gd name="connsiteX9" fmla="*/ 22510 w 60874"/>
                      <a:gd name="connsiteY9" fmla="*/ 8517 h 95994"/>
                      <a:gd name="connsiteX10" fmla="*/ 40429 w 60874"/>
                      <a:gd name="connsiteY10" fmla="*/ 13157 h 95994"/>
                      <a:gd name="connsiteX11" fmla="*/ 46594 w 60874"/>
                      <a:gd name="connsiteY11" fmla="*/ 26661 h 95994"/>
                      <a:gd name="connsiteX12" fmla="*/ 40865 w 60874"/>
                      <a:gd name="connsiteY12" fmla="*/ 39451 h 95994"/>
                      <a:gd name="connsiteX13" fmla="*/ 24928 w 60874"/>
                      <a:gd name="connsiteY13" fmla="*/ 44071 h 95994"/>
                      <a:gd name="connsiteX14" fmla="*/ 14145 w 60874"/>
                      <a:gd name="connsiteY14" fmla="*/ 44071 h 95994"/>
                      <a:gd name="connsiteX15" fmla="*/ 14145 w 60874"/>
                      <a:gd name="connsiteY15" fmla="*/ 54362 h 95994"/>
                      <a:gd name="connsiteX16" fmla="*/ 25424 w 60874"/>
                      <a:gd name="connsiteY16" fmla="*/ 54362 h 95994"/>
                      <a:gd name="connsiteX17" fmla="*/ 39537 w 60874"/>
                      <a:gd name="connsiteY17" fmla="*/ 58051 h 95994"/>
                      <a:gd name="connsiteX18" fmla="*/ 44433 w 60874"/>
                      <a:gd name="connsiteY18" fmla="*/ 68679 h 95994"/>
                      <a:gd name="connsiteX19" fmla="*/ 39378 w 60874"/>
                      <a:gd name="connsiteY19" fmla="*/ 79605 h 95994"/>
                      <a:gd name="connsiteX20" fmla="*/ 24928 w 60874"/>
                      <a:gd name="connsiteY20" fmla="*/ 83432 h 95994"/>
                      <a:gd name="connsiteX21" fmla="*/ 13887 w 60874"/>
                      <a:gd name="connsiteY21" fmla="*/ 82302 h 95994"/>
                      <a:gd name="connsiteX22" fmla="*/ 943 w 60874"/>
                      <a:gd name="connsiteY22" fmla="*/ 78852 h 95994"/>
                      <a:gd name="connsiteX23" fmla="*/ 943 w 60874"/>
                      <a:gd name="connsiteY23" fmla="*/ 89996 h 95994"/>
                      <a:gd name="connsiteX24" fmla="*/ 14303 w 60874"/>
                      <a:gd name="connsiteY24" fmla="*/ 92970 h 95994"/>
                      <a:gd name="connsiteX25" fmla="*/ 26038 w 60874"/>
                      <a:gd name="connsiteY25" fmla="*/ 93962 h 95994"/>
                      <a:gd name="connsiteX26" fmla="*/ 48576 w 60874"/>
                      <a:gd name="connsiteY26" fmla="*/ 87478 h 95994"/>
                      <a:gd name="connsiteX27" fmla="*/ 56881 w 60874"/>
                      <a:gd name="connsiteY27" fmla="*/ 69988 h 95994"/>
                      <a:gd name="connsiteX28" fmla="*/ 52481 w 60874"/>
                      <a:gd name="connsiteY28" fmla="*/ 57000 h 95994"/>
                      <a:gd name="connsiteX29" fmla="*/ 39973 w 60874"/>
                      <a:gd name="connsiteY29" fmla="*/ 4966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874" h="95994">
                        <a:moveTo>
                          <a:pt x="39973" y="49663"/>
                        </a:moveTo>
                        <a:cubicBezTo>
                          <a:pt x="45959" y="48381"/>
                          <a:pt x="50631" y="45710"/>
                          <a:pt x="53987" y="41652"/>
                        </a:cubicBezTo>
                        <a:cubicBezTo>
                          <a:pt x="57357" y="37607"/>
                          <a:pt x="59042" y="32610"/>
                          <a:pt x="59042" y="26661"/>
                        </a:cubicBezTo>
                        <a:cubicBezTo>
                          <a:pt x="59042" y="17539"/>
                          <a:pt x="55904" y="10473"/>
                          <a:pt x="49627" y="5463"/>
                        </a:cubicBezTo>
                        <a:cubicBezTo>
                          <a:pt x="43349" y="466"/>
                          <a:pt x="34429" y="-2032"/>
                          <a:pt x="22866" y="-2032"/>
                        </a:cubicBezTo>
                        <a:cubicBezTo>
                          <a:pt x="18995" y="-2032"/>
                          <a:pt x="15004" y="-1649"/>
                          <a:pt x="10894" y="-882"/>
                        </a:cubicBezTo>
                        <a:cubicBezTo>
                          <a:pt x="6784" y="-116"/>
                          <a:pt x="2542" y="1035"/>
                          <a:pt x="-1832" y="2568"/>
                        </a:cubicBezTo>
                        <a:lnTo>
                          <a:pt x="-1832" y="14644"/>
                        </a:lnTo>
                        <a:cubicBezTo>
                          <a:pt x="1630" y="12622"/>
                          <a:pt x="5423" y="11095"/>
                          <a:pt x="9546" y="10064"/>
                        </a:cubicBezTo>
                        <a:cubicBezTo>
                          <a:pt x="13682" y="9032"/>
                          <a:pt x="18003" y="8517"/>
                          <a:pt x="22510" y="8517"/>
                        </a:cubicBezTo>
                        <a:cubicBezTo>
                          <a:pt x="30346" y="8517"/>
                          <a:pt x="36319" y="10064"/>
                          <a:pt x="40429" y="13157"/>
                        </a:cubicBezTo>
                        <a:cubicBezTo>
                          <a:pt x="44539" y="16250"/>
                          <a:pt x="46594" y="20752"/>
                          <a:pt x="46594" y="26661"/>
                        </a:cubicBezTo>
                        <a:cubicBezTo>
                          <a:pt x="46594" y="32120"/>
                          <a:pt x="44684" y="36384"/>
                          <a:pt x="40865" y="39451"/>
                        </a:cubicBezTo>
                        <a:cubicBezTo>
                          <a:pt x="37046" y="42531"/>
                          <a:pt x="31734" y="44071"/>
                          <a:pt x="24928" y="44071"/>
                        </a:cubicBezTo>
                        <a:lnTo>
                          <a:pt x="14145" y="44071"/>
                        </a:lnTo>
                        <a:lnTo>
                          <a:pt x="14145" y="54362"/>
                        </a:lnTo>
                        <a:lnTo>
                          <a:pt x="25424" y="54362"/>
                        </a:lnTo>
                        <a:cubicBezTo>
                          <a:pt x="31568" y="54362"/>
                          <a:pt x="36273" y="55592"/>
                          <a:pt x="39537" y="58051"/>
                        </a:cubicBezTo>
                        <a:cubicBezTo>
                          <a:pt x="42801" y="60510"/>
                          <a:pt x="44433" y="64052"/>
                          <a:pt x="44433" y="68679"/>
                        </a:cubicBezTo>
                        <a:cubicBezTo>
                          <a:pt x="44433" y="73425"/>
                          <a:pt x="42748" y="77067"/>
                          <a:pt x="39378" y="79605"/>
                        </a:cubicBezTo>
                        <a:cubicBezTo>
                          <a:pt x="36022" y="82157"/>
                          <a:pt x="31205" y="83432"/>
                          <a:pt x="24928" y="83432"/>
                        </a:cubicBezTo>
                        <a:cubicBezTo>
                          <a:pt x="21492" y="83432"/>
                          <a:pt x="17812" y="83056"/>
                          <a:pt x="13887" y="82302"/>
                        </a:cubicBezTo>
                        <a:cubicBezTo>
                          <a:pt x="9962" y="81562"/>
                          <a:pt x="5648" y="80412"/>
                          <a:pt x="943" y="78852"/>
                        </a:cubicBezTo>
                        <a:lnTo>
                          <a:pt x="943" y="89996"/>
                        </a:lnTo>
                        <a:cubicBezTo>
                          <a:pt x="5700" y="91318"/>
                          <a:pt x="10154" y="92309"/>
                          <a:pt x="14303" y="92970"/>
                        </a:cubicBezTo>
                        <a:cubicBezTo>
                          <a:pt x="18453" y="93631"/>
                          <a:pt x="22364" y="93962"/>
                          <a:pt x="26038" y="93962"/>
                        </a:cubicBezTo>
                        <a:cubicBezTo>
                          <a:pt x="35540" y="93962"/>
                          <a:pt x="43052" y="91800"/>
                          <a:pt x="48576" y="87478"/>
                        </a:cubicBezTo>
                        <a:cubicBezTo>
                          <a:pt x="54113" y="83168"/>
                          <a:pt x="56881" y="77338"/>
                          <a:pt x="56881" y="69988"/>
                        </a:cubicBezTo>
                        <a:cubicBezTo>
                          <a:pt x="56881" y="64859"/>
                          <a:pt x="55415" y="60529"/>
                          <a:pt x="52481" y="57000"/>
                        </a:cubicBezTo>
                        <a:cubicBezTo>
                          <a:pt x="49547" y="53470"/>
                          <a:pt x="45378" y="51024"/>
                          <a:pt x="39973" y="4966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31" name="Freeform: Shape 430">
                    <a:extLst>
                      <a:ext uri="{FF2B5EF4-FFF2-40B4-BE49-F238E27FC236}">
                        <a16:creationId xmlns:a16="http://schemas.microsoft.com/office/drawing/2014/main" id="{4B34D487-5495-5C90-D5A6-2778F3B0AAAE}"/>
                      </a:ext>
                    </a:extLst>
                  </p:cNvPr>
                  <p:cNvSpPr/>
                  <p:nvPr/>
                </p:nvSpPr>
                <p:spPr>
                  <a:xfrm flipV="1">
                    <a:off x="5650209" y="4955763"/>
                    <a:ext cx="63926" cy="95994"/>
                  </a:xfrm>
                  <a:custGeom>
                    <a:avLst/>
                    <a:gdLst>
                      <a:gd name="connsiteX0" fmla="*/ 30117 w 63926"/>
                      <a:gd name="connsiteY0" fmla="*/ 84047 h 95994"/>
                      <a:gd name="connsiteX1" fmla="*/ 15587 w 63926"/>
                      <a:gd name="connsiteY1" fmla="*/ 74529 h 95994"/>
                      <a:gd name="connsiteX2" fmla="*/ 10731 w 63926"/>
                      <a:gd name="connsiteY2" fmla="*/ 45935 h 95994"/>
                      <a:gd name="connsiteX3" fmla="*/ 15587 w 63926"/>
                      <a:gd name="connsiteY3" fmla="*/ 17400 h 95994"/>
                      <a:gd name="connsiteX4" fmla="*/ 30117 w 63926"/>
                      <a:gd name="connsiteY4" fmla="*/ 7882 h 95994"/>
                      <a:gd name="connsiteX5" fmla="*/ 44706 w 63926"/>
                      <a:gd name="connsiteY5" fmla="*/ 17400 h 95994"/>
                      <a:gd name="connsiteX6" fmla="*/ 49582 w 63926"/>
                      <a:gd name="connsiteY6" fmla="*/ 45935 h 95994"/>
                      <a:gd name="connsiteX7" fmla="*/ 44706 w 63926"/>
                      <a:gd name="connsiteY7" fmla="*/ 74529 h 95994"/>
                      <a:gd name="connsiteX8" fmla="*/ 30117 w 63926"/>
                      <a:gd name="connsiteY8" fmla="*/ 84047 h 95994"/>
                      <a:gd name="connsiteX9" fmla="*/ 30117 w 63926"/>
                      <a:gd name="connsiteY9" fmla="*/ 93962 h 95994"/>
                      <a:gd name="connsiteX10" fmla="*/ 53884 w 63926"/>
                      <a:gd name="connsiteY10" fmla="*/ 81648 h 95994"/>
                      <a:gd name="connsiteX11" fmla="*/ 62090 w 63926"/>
                      <a:gd name="connsiteY11" fmla="*/ 45935 h 95994"/>
                      <a:gd name="connsiteX12" fmla="*/ 53884 w 63926"/>
                      <a:gd name="connsiteY12" fmla="*/ 10262 h 95994"/>
                      <a:gd name="connsiteX13" fmla="*/ 30117 w 63926"/>
                      <a:gd name="connsiteY13" fmla="*/ -2032 h 95994"/>
                      <a:gd name="connsiteX14" fmla="*/ 6370 w 63926"/>
                      <a:gd name="connsiteY14" fmla="*/ 10262 h 95994"/>
                      <a:gd name="connsiteX15" fmla="*/ -1837 w 63926"/>
                      <a:gd name="connsiteY15" fmla="*/ 45935 h 95994"/>
                      <a:gd name="connsiteX16" fmla="*/ 6370 w 63926"/>
                      <a:gd name="connsiteY16" fmla="*/ 81648 h 95994"/>
                      <a:gd name="connsiteX17" fmla="*/ 30117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17" y="84047"/>
                        </a:moveTo>
                        <a:cubicBezTo>
                          <a:pt x="23681" y="84047"/>
                          <a:pt x="18838" y="80874"/>
                          <a:pt x="15587" y="74529"/>
                        </a:cubicBezTo>
                        <a:cubicBezTo>
                          <a:pt x="12349" y="68197"/>
                          <a:pt x="10731" y="58665"/>
                          <a:pt x="10731" y="45935"/>
                        </a:cubicBezTo>
                        <a:cubicBezTo>
                          <a:pt x="10731" y="33257"/>
                          <a:pt x="12349" y="23746"/>
                          <a:pt x="15587" y="17400"/>
                        </a:cubicBezTo>
                        <a:cubicBezTo>
                          <a:pt x="18838" y="11055"/>
                          <a:pt x="23681" y="7882"/>
                          <a:pt x="30117" y="7882"/>
                        </a:cubicBezTo>
                        <a:cubicBezTo>
                          <a:pt x="36605" y="7882"/>
                          <a:pt x="41468" y="11055"/>
                          <a:pt x="44706" y="17400"/>
                        </a:cubicBezTo>
                        <a:cubicBezTo>
                          <a:pt x="47957" y="23746"/>
                          <a:pt x="49582" y="33257"/>
                          <a:pt x="49582" y="45935"/>
                        </a:cubicBezTo>
                        <a:cubicBezTo>
                          <a:pt x="49582" y="58665"/>
                          <a:pt x="47957" y="68197"/>
                          <a:pt x="44706" y="74529"/>
                        </a:cubicBezTo>
                        <a:cubicBezTo>
                          <a:pt x="41468" y="80874"/>
                          <a:pt x="36605" y="84047"/>
                          <a:pt x="30117" y="84047"/>
                        </a:cubicBezTo>
                        <a:close/>
                        <a:moveTo>
                          <a:pt x="30117" y="93962"/>
                        </a:moveTo>
                        <a:cubicBezTo>
                          <a:pt x="40490" y="93962"/>
                          <a:pt x="48413" y="89857"/>
                          <a:pt x="53884" y="81648"/>
                        </a:cubicBezTo>
                        <a:cubicBezTo>
                          <a:pt x="59355" y="73452"/>
                          <a:pt x="62090" y="61547"/>
                          <a:pt x="62090" y="45935"/>
                        </a:cubicBezTo>
                        <a:cubicBezTo>
                          <a:pt x="62090" y="30362"/>
                          <a:pt x="59355" y="18471"/>
                          <a:pt x="53884" y="10262"/>
                        </a:cubicBezTo>
                        <a:cubicBezTo>
                          <a:pt x="48413" y="2066"/>
                          <a:pt x="40490" y="-2032"/>
                          <a:pt x="30117" y="-2032"/>
                        </a:cubicBezTo>
                        <a:cubicBezTo>
                          <a:pt x="19756" y="-2032"/>
                          <a:pt x="11841" y="2066"/>
                          <a:pt x="6370" y="10262"/>
                        </a:cubicBezTo>
                        <a:cubicBezTo>
                          <a:pt x="899" y="18471"/>
                          <a:pt x="-1837" y="30362"/>
                          <a:pt x="-1837" y="45935"/>
                        </a:cubicBezTo>
                        <a:cubicBezTo>
                          <a:pt x="-1837" y="61547"/>
                          <a:pt x="899" y="73452"/>
                          <a:pt x="6370" y="81648"/>
                        </a:cubicBezTo>
                        <a:cubicBezTo>
                          <a:pt x="11841" y="89857"/>
                          <a:pt x="19756" y="93962"/>
                          <a:pt x="3011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32" name="Graphic 398">
                <a:extLst>
                  <a:ext uri="{FF2B5EF4-FFF2-40B4-BE49-F238E27FC236}">
                    <a16:creationId xmlns:a16="http://schemas.microsoft.com/office/drawing/2014/main" id="{32DD4C9C-8FC3-2430-E95D-FBECB2FED250}"/>
                  </a:ext>
                </a:extLst>
              </p:cNvPr>
              <p:cNvGrpSpPr/>
              <p:nvPr/>
            </p:nvGrpSpPr>
            <p:grpSpPr>
              <a:xfrm>
                <a:off x="6056522" y="4864687"/>
                <a:ext cx="223926" cy="187070"/>
                <a:chOff x="6056522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33" name="Freeform: Shape 432">
                  <a:extLst>
                    <a:ext uri="{FF2B5EF4-FFF2-40B4-BE49-F238E27FC236}">
                      <a16:creationId xmlns:a16="http://schemas.microsoft.com/office/drawing/2014/main" id="{CCFF13BB-455B-795A-60F7-4926E58B3FD7}"/>
                    </a:ext>
                  </a:extLst>
                </p:cNvPr>
                <p:cNvSpPr/>
                <p:nvPr/>
              </p:nvSpPr>
              <p:spPr>
                <a:xfrm>
                  <a:off x="6167804" y="4864687"/>
                  <a:ext cx="12686" cy="44417"/>
                </a:xfrm>
                <a:custGeom>
                  <a:avLst/>
                  <a:gdLst>
                    <a:gd name="connsiteX0" fmla="*/ 236 w 12686"/>
                    <a:gd name="connsiteY0" fmla="*/ 286 h 44417"/>
                    <a:gd name="connsiteX1" fmla="*/ 236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36" y="286"/>
                      </a:moveTo>
                      <a:lnTo>
                        <a:pt x="236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34" name="Graphic 398">
                  <a:extLst>
                    <a:ext uri="{FF2B5EF4-FFF2-40B4-BE49-F238E27FC236}">
                      <a16:creationId xmlns:a16="http://schemas.microsoft.com/office/drawing/2014/main" id="{056692D2-BB28-ECBC-CAF4-5DA5A6350A3C}"/>
                    </a:ext>
                  </a:extLst>
                </p:cNvPr>
                <p:cNvGrpSpPr/>
                <p:nvPr/>
              </p:nvGrpSpPr>
              <p:grpSpPr>
                <a:xfrm>
                  <a:off x="6056522" y="4955763"/>
                  <a:ext cx="223926" cy="95994"/>
                  <a:chOff x="6056522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35" name="Freeform: Shape 434">
                    <a:extLst>
                      <a:ext uri="{FF2B5EF4-FFF2-40B4-BE49-F238E27FC236}">
                        <a16:creationId xmlns:a16="http://schemas.microsoft.com/office/drawing/2014/main" id="{92955017-66C0-DEEC-2FD9-1471B356901F}"/>
                      </a:ext>
                    </a:extLst>
                  </p:cNvPr>
                  <p:cNvSpPr/>
                  <p:nvPr/>
                </p:nvSpPr>
                <p:spPr>
                  <a:xfrm flipV="1">
                    <a:off x="6056522" y="4957429"/>
                    <a:ext cx="59843" cy="94328"/>
                  </a:xfrm>
                  <a:custGeom>
                    <a:avLst/>
                    <a:gdLst>
                      <a:gd name="connsiteX0" fmla="*/ 2131 w 59843"/>
                      <a:gd name="connsiteY0" fmla="*/ 92338 h 94328"/>
                      <a:gd name="connsiteX1" fmla="*/ 51251 w 59843"/>
                      <a:gd name="connsiteY1" fmla="*/ 92338 h 94328"/>
                      <a:gd name="connsiteX2" fmla="*/ 51251 w 59843"/>
                      <a:gd name="connsiteY2" fmla="*/ 81789 h 94328"/>
                      <a:gd name="connsiteX3" fmla="*/ 13588 w 59843"/>
                      <a:gd name="connsiteY3" fmla="*/ 81789 h 94328"/>
                      <a:gd name="connsiteX4" fmla="*/ 13588 w 59843"/>
                      <a:gd name="connsiteY4" fmla="*/ 59124 h 94328"/>
                      <a:gd name="connsiteX5" fmla="*/ 19020 w 59843"/>
                      <a:gd name="connsiteY5" fmla="*/ 60512 h 94328"/>
                      <a:gd name="connsiteX6" fmla="*/ 24491 w 59843"/>
                      <a:gd name="connsiteY6" fmla="*/ 60968 h 94328"/>
                      <a:gd name="connsiteX7" fmla="*/ 49011 w 59843"/>
                      <a:gd name="connsiteY7" fmla="*/ 52481 h 94328"/>
                      <a:gd name="connsiteX8" fmla="*/ 58070 w 59843"/>
                      <a:gd name="connsiteY8" fmla="*/ 29499 h 94328"/>
                      <a:gd name="connsiteX9" fmla="*/ 48773 w 59843"/>
                      <a:gd name="connsiteY9" fmla="*/ 6279 h 94328"/>
                      <a:gd name="connsiteX10" fmla="*/ 22568 w 59843"/>
                      <a:gd name="connsiteY10" fmla="*/ -1990 h 94328"/>
                      <a:gd name="connsiteX11" fmla="*/ 10694 w 59843"/>
                      <a:gd name="connsiteY11" fmla="*/ -999 h 94328"/>
                      <a:gd name="connsiteX12" fmla="*/ -1774 w 59843"/>
                      <a:gd name="connsiteY12" fmla="*/ 1976 h 94328"/>
                      <a:gd name="connsiteX13" fmla="*/ -1774 w 59843"/>
                      <a:gd name="connsiteY13" fmla="*/ 14567 h 94328"/>
                      <a:gd name="connsiteX14" fmla="*/ 9743 w 59843"/>
                      <a:gd name="connsiteY14" fmla="*/ 10046 h 94328"/>
                      <a:gd name="connsiteX15" fmla="*/ 22310 w 59843"/>
                      <a:gd name="connsiteY15" fmla="*/ 8559 h 94328"/>
                      <a:gd name="connsiteX16" fmla="*/ 39278 w 59843"/>
                      <a:gd name="connsiteY16" fmla="*/ 14190 h 94328"/>
                      <a:gd name="connsiteX17" fmla="*/ 45542 w 59843"/>
                      <a:gd name="connsiteY17" fmla="*/ 29499 h 94328"/>
                      <a:gd name="connsiteX18" fmla="*/ 39278 w 59843"/>
                      <a:gd name="connsiteY18" fmla="*/ 44787 h 94328"/>
                      <a:gd name="connsiteX19" fmla="*/ 22310 w 59843"/>
                      <a:gd name="connsiteY19" fmla="*/ 50439 h 94328"/>
                      <a:gd name="connsiteX20" fmla="*/ 12300 w 59843"/>
                      <a:gd name="connsiteY20" fmla="*/ 49328 h 94328"/>
                      <a:gd name="connsiteX21" fmla="*/ 2131 w 59843"/>
                      <a:gd name="connsiteY21" fmla="*/ 45858 h 94328"/>
                      <a:gd name="connsiteX22" fmla="*/ 2131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31" y="92338"/>
                        </a:moveTo>
                        <a:lnTo>
                          <a:pt x="51251" y="92338"/>
                        </a:lnTo>
                        <a:lnTo>
                          <a:pt x="51251" y="81789"/>
                        </a:lnTo>
                        <a:lnTo>
                          <a:pt x="13588" y="81789"/>
                        </a:lnTo>
                        <a:lnTo>
                          <a:pt x="13588" y="59124"/>
                        </a:lnTo>
                        <a:cubicBezTo>
                          <a:pt x="15399" y="59745"/>
                          <a:pt x="17209" y="60208"/>
                          <a:pt x="19020" y="60512"/>
                        </a:cubicBezTo>
                        <a:cubicBezTo>
                          <a:pt x="20843" y="60816"/>
                          <a:pt x="22667" y="60968"/>
                          <a:pt x="24491" y="60968"/>
                        </a:cubicBezTo>
                        <a:cubicBezTo>
                          <a:pt x="34811" y="60968"/>
                          <a:pt x="42985" y="58139"/>
                          <a:pt x="49011" y="52481"/>
                        </a:cubicBezTo>
                        <a:cubicBezTo>
                          <a:pt x="55050" y="46823"/>
                          <a:pt x="58070" y="39162"/>
                          <a:pt x="58070" y="29499"/>
                        </a:cubicBezTo>
                        <a:cubicBezTo>
                          <a:pt x="58070" y="19544"/>
                          <a:pt x="54971" y="11804"/>
                          <a:pt x="48773" y="6279"/>
                        </a:cubicBezTo>
                        <a:cubicBezTo>
                          <a:pt x="42575" y="766"/>
                          <a:pt x="33840" y="-1990"/>
                          <a:pt x="22568" y="-1990"/>
                        </a:cubicBezTo>
                        <a:cubicBezTo>
                          <a:pt x="18683" y="-1990"/>
                          <a:pt x="14725" y="-1660"/>
                          <a:pt x="10694" y="-999"/>
                        </a:cubicBezTo>
                        <a:cubicBezTo>
                          <a:pt x="6677" y="-338"/>
                          <a:pt x="2521" y="654"/>
                          <a:pt x="-1774" y="1976"/>
                        </a:cubicBezTo>
                        <a:lnTo>
                          <a:pt x="-1774" y="14567"/>
                        </a:lnTo>
                        <a:cubicBezTo>
                          <a:pt x="1940" y="12545"/>
                          <a:pt x="5779" y="11038"/>
                          <a:pt x="9743" y="10046"/>
                        </a:cubicBezTo>
                        <a:cubicBezTo>
                          <a:pt x="13707" y="9055"/>
                          <a:pt x="17897" y="8559"/>
                          <a:pt x="22310" y="8559"/>
                        </a:cubicBezTo>
                        <a:cubicBezTo>
                          <a:pt x="29459" y="8559"/>
                          <a:pt x="35115" y="10436"/>
                          <a:pt x="39278" y="14190"/>
                        </a:cubicBezTo>
                        <a:cubicBezTo>
                          <a:pt x="43454" y="17945"/>
                          <a:pt x="45542" y="23048"/>
                          <a:pt x="45542" y="29499"/>
                        </a:cubicBezTo>
                        <a:cubicBezTo>
                          <a:pt x="45542" y="35937"/>
                          <a:pt x="43454" y="41033"/>
                          <a:pt x="39278" y="44787"/>
                        </a:cubicBezTo>
                        <a:cubicBezTo>
                          <a:pt x="35115" y="48555"/>
                          <a:pt x="29459" y="50439"/>
                          <a:pt x="22310" y="50439"/>
                        </a:cubicBezTo>
                        <a:cubicBezTo>
                          <a:pt x="18967" y="50439"/>
                          <a:pt x="15630" y="50068"/>
                          <a:pt x="12300" y="49328"/>
                        </a:cubicBezTo>
                        <a:cubicBezTo>
                          <a:pt x="8983" y="48588"/>
                          <a:pt x="5594" y="47431"/>
                          <a:pt x="2131" y="45858"/>
                        </a:cubicBezTo>
                        <a:lnTo>
                          <a:pt x="213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36" name="Freeform: Shape 435">
                    <a:extLst>
                      <a:ext uri="{FF2B5EF4-FFF2-40B4-BE49-F238E27FC236}">
                        <a16:creationId xmlns:a16="http://schemas.microsoft.com/office/drawing/2014/main" id="{DB47EFCA-74F1-8B73-C8DE-2AC7076C30F5}"/>
                      </a:ext>
                    </a:extLst>
                  </p:cNvPr>
                  <p:cNvSpPr/>
                  <p:nvPr/>
                </p:nvSpPr>
                <p:spPr>
                  <a:xfrm flipV="1">
                    <a:off x="6133647" y="4957429"/>
                    <a:ext cx="67395" cy="92524"/>
                  </a:xfrm>
                  <a:custGeom>
                    <a:avLst/>
                    <a:gdLst>
                      <a:gd name="connsiteX0" fmla="*/ 39969 w 67395"/>
                      <a:gd name="connsiteY0" fmla="*/ 79582 h 92524"/>
                      <a:gd name="connsiteX1" fmla="*/ 8372 w 67395"/>
                      <a:gd name="connsiteY1" fmla="*/ 30187 h 92524"/>
                      <a:gd name="connsiteX2" fmla="*/ 39969 w 67395"/>
                      <a:gd name="connsiteY2" fmla="*/ 30187 h 92524"/>
                      <a:gd name="connsiteX3" fmla="*/ 39969 w 67395"/>
                      <a:gd name="connsiteY3" fmla="*/ 79582 h 92524"/>
                      <a:gd name="connsiteX4" fmla="*/ 36678 w 67395"/>
                      <a:gd name="connsiteY4" fmla="*/ 90488 h 92524"/>
                      <a:gd name="connsiteX5" fmla="*/ 52417 w 67395"/>
                      <a:gd name="connsiteY5" fmla="*/ 90488 h 92524"/>
                      <a:gd name="connsiteX6" fmla="*/ 52417 w 67395"/>
                      <a:gd name="connsiteY6" fmla="*/ 30187 h 92524"/>
                      <a:gd name="connsiteX7" fmla="*/ 65619 w 67395"/>
                      <a:gd name="connsiteY7" fmla="*/ 30187 h 92524"/>
                      <a:gd name="connsiteX8" fmla="*/ 65619 w 67395"/>
                      <a:gd name="connsiteY8" fmla="*/ 19776 h 92524"/>
                      <a:gd name="connsiteX9" fmla="*/ 52417 w 67395"/>
                      <a:gd name="connsiteY9" fmla="*/ 19776 h 92524"/>
                      <a:gd name="connsiteX10" fmla="*/ 52417 w 67395"/>
                      <a:gd name="connsiteY10" fmla="*/ -2036 h 92524"/>
                      <a:gd name="connsiteX11" fmla="*/ 39969 w 67395"/>
                      <a:gd name="connsiteY11" fmla="*/ -2036 h 92524"/>
                      <a:gd name="connsiteX12" fmla="*/ 39969 w 67395"/>
                      <a:gd name="connsiteY12" fmla="*/ 19776 h 92524"/>
                      <a:gd name="connsiteX13" fmla="*/ -1777 w 67395"/>
                      <a:gd name="connsiteY13" fmla="*/ 19776 h 92524"/>
                      <a:gd name="connsiteX14" fmla="*/ -1777 w 67395"/>
                      <a:gd name="connsiteY14" fmla="*/ 31853 h 92524"/>
                      <a:gd name="connsiteX15" fmla="*/ 36678 w 67395"/>
                      <a:gd name="connsiteY15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969" y="79582"/>
                        </a:moveTo>
                        <a:lnTo>
                          <a:pt x="8372" y="30187"/>
                        </a:lnTo>
                        <a:lnTo>
                          <a:pt x="39969" y="30187"/>
                        </a:lnTo>
                        <a:lnTo>
                          <a:pt x="39969" y="79582"/>
                        </a:lnTo>
                        <a:close/>
                        <a:moveTo>
                          <a:pt x="36678" y="90488"/>
                        </a:moveTo>
                        <a:lnTo>
                          <a:pt x="52417" y="90488"/>
                        </a:lnTo>
                        <a:lnTo>
                          <a:pt x="52417" y="30187"/>
                        </a:lnTo>
                        <a:lnTo>
                          <a:pt x="65619" y="30187"/>
                        </a:lnTo>
                        <a:lnTo>
                          <a:pt x="65619" y="19776"/>
                        </a:lnTo>
                        <a:lnTo>
                          <a:pt x="52417" y="19776"/>
                        </a:lnTo>
                        <a:lnTo>
                          <a:pt x="52417" y="-2036"/>
                        </a:lnTo>
                        <a:lnTo>
                          <a:pt x="39969" y="-2036"/>
                        </a:lnTo>
                        <a:lnTo>
                          <a:pt x="39969" y="19776"/>
                        </a:lnTo>
                        <a:lnTo>
                          <a:pt x="-1777" y="19776"/>
                        </a:lnTo>
                        <a:lnTo>
                          <a:pt x="-1777" y="31853"/>
                        </a:lnTo>
                        <a:lnTo>
                          <a:pt x="36678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37" name="Freeform: Shape 436">
                    <a:extLst>
                      <a:ext uri="{FF2B5EF4-FFF2-40B4-BE49-F238E27FC236}">
                        <a16:creationId xmlns:a16="http://schemas.microsoft.com/office/drawing/2014/main" id="{30F4D5AF-510D-D1E4-B092-D6404A28A82F}"/>
                      </a:ext>
                    </a:extLst>
                  </p:cNvPr>
                  <p:cNvSpPr/>
                  <p:nvPr/>
                </p:nvSpPr>
                <p:spPr>
                  <a:xfrm flipV="1">
                    <a:off x="6216522" y="4955763"/>
                    <a:ext cx="63926" cy="95994"/>
                  </a:xfrm>
                  <a:custGeom>
                    <a:avLst/>
                    <a:gdLst>
                      <a:gd name="connsiteX0" fmla="*/ 30161 w 63926"/>
                      <a:gd name="connsiteY0" fmla="*/ 84047 h 95994"/>
                      <a:gd name="connsiteX1" fmla="*/ 15632 w 63926"/>
                      <a:gd name="connsiteY1" fmla="*/ 74529 h 95994"/>
                      <a:gd name="connsiteX2" fmla="*/ 10775 w 63926"/>
                      <a:gd name="connsiteY2" fmla="*/ 45935 h 95994"/>
                      <a:gd name="connsiteX3" fmla="*/ 15632 w 63926"/>
                      <a:gd name="connsiteY3" fmla="*/ 17400 h 95994"/>
                      <a:gd name="connsiteX4" fmla="*/ 30161 w 63926"/>
                      <a:gd name="connsiteY4" fmla="*/ 7882 h 95994"/>
                      <a:gd name="connsiteX5" fmla="*/ 44751 w 63926"/>
                      <a:gd name="connsiteY5" fmla="*/ 17400 h 95994"/>
                      <a:gd name="connsiteX6" fmla="*/ 49627 w 63926"/>
                      <a:gd name="connsiteY6" fmla="*/ 45935 h 95994"/>
                      <a:gd name="connsiteX7" fmla="*/ 44751 w 63926"/>
                      <a:gd name="connsiteY7" fmla="*/ 74529 h 95994"/>
                      <a:gd name="connsiteX8" fmla="*/ 30161 w 63926"/>
                      <a:gd name="connsiteY8" fmla="*/ 84047 h 95994"/>
                      <a:gd name="connsiteX9" fmla="*/ 30161 w 63926"/>
                      <a:gd name="connsiteY9" fmla="*/ 93962 h 95994"/>
                      <a:gd name="connsiteX10" fmla="*/ 53928 w 63926"/>
                      <a:gd name="connsiteY10" fmla="*/ 81648 h 95994"/>
                      <a:gd name="connsiteX11" fmla="*/ 62135 w 63926"/>
                      <a:gd name="connsiteY11" fmla="*/ 45935 h 95994"/>
                      <a:gd name="connsiteX12" fmla="*/ 53928 w 63926"/>
                      <a:gd name="connsiteY12" fmla="*/ 10262 h 95994"/>
                      <a:gd name="connsiteX13" fmla="*/ 30161 w 63926"/>
                      <a:gd name="connsiteY13" fmla="*/ -2032 h 95994"/>
                      <a:gd name="connsiteX14" fmla="*/ 6414 w 63926"/>
                      <a:gd name="connsiteY14" fmla="*/ 10262 h 95994"/>
                      <a:gd name="connsiteX15" fmla="*/ -1792 w 63926"/>
                      <a:gd name="connsiteY15" fmla="*/ 45935 h 95994"/>
                      <a:gd name="connsiteX16" fmla="*/ 6414 w 63926"/>
                      <a:gd name="connsiteY16" fmla="*/ 81648 h 95994"/>
                      <a:gd name="connsiteX17" fmla="*/ 30161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61" y="84047"/>
                        </a:moveTo>
                        <a:cubicBezTo>
                          <a:pt x="23726" y="84047"/>
                          <a:pt x="18883" y="80874"/>
                          <a:pt x="15632" y="74529"/>
                        </a:cubicBezTo>
                        <a:cubicBezTo>
                          <a:pt x="12394" y="68197"/>
                          <a:pt x="10775" y="58665"/>
                          <a:pt x="10775" y="45935"/>
                        </a:cubicBezTo>
                        <a:cubicBezTo>
                          <a:pt x="10775" y="33257"/>
                          <a:pt x="12394" y="23746"/>
                          <a:pt x="15632" y="17400"/>
                        </a:cubicBezTo>
                        <a:cubicBezTo>
                          <a:pt x="18883" y="11055"/>
                          <a:pt x="23726" y="7882"/>
                          <a:pt x="30161" y="7882"/>
                        </a:cubicBezTo>
                        <a:cubicBezTo>
                          <a:pt x="36650" y="7882"/>
                          <a:pt x="41513" y="11055"/>
                          <a:pt x="44751" y="17400"/>
                        </a:cubicBezTo>
                        <a:cubicBezTo>
                          <a:pt x="48001" y="23746"/>
                          <a:pt x="49627" y="33257"/>
                          <a:pt x="49627" y="45935"/>
                        </a:cubicBezTo>
                        <a:cubicBezTo>
                          <a:pt x="49627" y="58665"/>
                          <a:pt x="48001" y="68197"/>
                          <a:pt x="44751" y="74529"/>
                        </a:cubicBezTo>
                        <a:cubicBezTo>
                          <a:pt x="41513" y="80874"/>
                          <a:pt x="36650" y="84047"/>
                          <a:pt x="30161" y="84047"/>
                        </a:cubicBezTo>
                        <a:close/>
                        <a:moveTo>
                          <a:pt x="30161" y="93962"/>
                        </a:moveTo>
                        <a:cubicBezTo>
                          <a:pt x="40535" y="93962"/>
                          <a:pt x="48457" y="89857"/>
                          <a:pt x="53928" y="81648"/>
                        </a:cubicBezTo>
                        <a:cubicBezTo>
                          <a:pt x="59399" y="73452"/>
                          <a:pt x="62135" y="61547"/>
                          <a:pt x="62135" y="45935"/>
                        </a:cubicBezTo>
                        <a:cubicBezTo>
                          <a:pt x="62135" y="30362"/>
                          <a:pt x="59399" y="18471"/>
                          <a:pt x="53928" y="10262"/>
                        </a:cubicBezTo>
                        <a:cubicBezTo>
                          <a:pt x="48457" y="2066"/>
                          <a:pt x="40535" y="-2032"/>
                          <a:pt x="30161" y="-2032"/>
                        </a:cubicBezTo>
                        <a:cubicBezTo>
                          <a:pt x="19801" y="-2032"/>
                          <a:pt x="11885" y="2066"/>
                          <a:pt x="6414" y="10262"/>
                        </a:cubicBezTo>
                        <a:cubicBezTo>
                          <a:pt x="943" y="18471"/>
                          <a:pt x="-1792" y="30362"/>
                          <a:pt x="-1792" y="45935"/>
                        </a:cubicBezTo>
                        <a:cubicBezTo>
                          <a:pt x="-1792" y="61547"/>
                          <a:pt x="943" y="73452"/>
                          <a:pt x="6414" y="81648"/>
                        </a:cubicBezTo>
                        <a:cubicBezTo>
                          <a:pt x="11885" y="89857"/>
                          <a:pt x="19801" y="93962"/>
                          <a:pt x="3016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38" name="Graphic 398">
                <a:extLst>
                  <a:ext uri="{FF2B5EF4-FFF2-40B4-BE49-F238E27FC236}">
                    <a16:creationId xmlns:a16="http://schemas.microsoft.com/office/drawing/2014/main" id="{A0D24359-67B6-2D48-1792-2D782BE53CCD}"/>
                  </a:ext>
                </a:extLst>
              </p:cNvPr>
              <p:cNvGrpSpPr/>
              <p:nvPr/>
            </p:nvGrpSpPr>
            <p:grpSpPr>
              <a:xfrm>
                <a:off x="6622835" y="4864687"/>
                <a:ext cx="223926" cy="187070"/>
                <a:chOff x="6622835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39" name="Freeform: Shape 438">
                  <a:extLst>
                    <a:ext uri="{FF2B5EF4-FFF2-40B4-BE49-F238E27FC236}">
                      <a16:creationId xmlns:a16="http://schemas.microsoft.com/office/drawing/2014/main" id="{BEB1CE60-CC20-B48D-E439-FEA51AB90A6A}"/>
                    </a:ext>
                  </a:extLst>
                </p:cNvPr>
                <p:cNvSpPr/>
                <p:nvPr/>
              </p:nvSpPr>
              <p:spPr>
                <a:xfrm>
                  <a:off x="6734117" y="4864687"/>
                  <a:ext cx="12686" cy="44417"/>
                </a:xfrm>
                <a:custGeom>
                  <a:avLst/>
                  <a:gdLst>
                    <a:gd name="connsiteX0" fmla="*/ 281 w 12686"/>
                    <a:gd name="connsiteY0" fmla="*/ 286 h 44417"/>
                    <a:gd name="connsiteX1" fmla="*/ 281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81" y="286"/>
                      </a:moveTo>
                      <a:lnTo>
                        <a:pt x="281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40" name="Graphic 398">
                  <a:extLst>
                    <a:ext uri="{FF2B5EF4-FFF2-40B4-BE49-F238E27FC236}">
                      <a16:creationId xmlns:a16="http://schemas.microsoft.com/office/drawing/2014/main" id="{41407953-5FAD-B33E-EDAF-4C3B23A029B3}"/>
                    </a:ext>
                  </a:extLst>
                </p:cNvPr>
                <p:cNvGrpSpPr/>
                <p:nvPr/>
              </p:nvGrpSpPr>
              <p:grpSpPr>
                <a:xfrm>
                  <a:off x="6622835" y="4955763"/>
                  <a:ext cx="223926" cy="95994"/>
                  <a:chOff x="6622835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41" name="Freeform: Shape 440">
                    <a:extLst>
                      <a:ext uri="{FF2B5EF4-FFF2-40B4-BE49-F238E27FC236}">
                        <a16:creationId xmlns:a16="http://schemas.microsoft.com/office/drawing/2014/main" id="{4AAB6A44-E466-6CAA-33F9-977705F922FA}"/>
                      </a:ext>
                    </a:extLst>
                  </p:cNvPr>
                  <p:cNvSpPr/>
                  <p:nvPr/>
                </p:nvSpPr>
                <p:spPr>
                  <a:xfrm flipV="1">
                    <a:off x="6622835" y="4957429"/>
                    <a:ext cx="59843" cy="94328"/>
                  </a:xfrm>
                  <a:custGeom>
                    <a:avLst/>
                    <a:gdLst>
                      <a:gd name="connsiteX0" fmla="*/ 2176 w 59843"/>
                      <a:gd name="connsiteY0" fmla="*/ 92338 h 94328"/>
                      <a:gd name="connsiteX1" fmla="*/ 51295 w 59843"/>
                      <a:gd name="connsiteY1" fmla="*/ 92338 h 94328"/>
                      <a:gd name="connsiteX2" fmla="*/ 51295 w 59843"/>
                      <a:gd name="connsiteY2" fmla="*/ 81789 h 94328"/>
                      <a:gd name="connsiteX3" fmla="*/ 13633 w 59843"/>
                      <a:gd name="connsiteY3" fmla="*/ 81789 h 94328"/>
                      <a:gd name="connsiteX4" fmla="*/ 13633 w 59843"/>
                      <a:gd name="connsiteY4" fmla="*/ 59124 h 94328"/>
                      <a:gd name="connsiteX5" fmla="*/ 19064 w 59843"/>
                      <a:gd name="connsiteY5" fmla="*/ 60512 h 94328"/>
                      <a:gd name="connsiteX6" fmla="*/ 24535 w 59843"/>
                      <a:gd name="connsiteY6" fmla="*/ 60968 h 94328"/>
                      <a:gd name="connsiteX7" fmla="*/ 49055 w 59843"/>
                      <a:gd name="connsiteY7" fmla="*/ 52481 h 94328"/>
                      <a:gd name="connsiteX8" fmla="*/ 58114 w 59843"/>
                      <a:gd name="connsiteY8" fmla="*/ 29499 h 94328"/>
                      <a:gd name="connsiteX9" fmla="*/ 48818 w 59843"/>
                      <a:gd name="connsiteY9" fmla="*/ 6279 h 94328"/>
                      <a:gd name="connsiteX10" fmla="*/ 22613 w 59843"/>
                      <a:gd name="connsiteY10" fmla="*/ -1990 h 94328"/>
                      <a:gd name="connsiteX11" fmla="*/ 10739 w 59843"/>
                      <a:gd name="connsiteY11" fmla="*/ -999 h 94328"/>
                      <a:gd name="connsiteX12" fmla="*/ -1729 w 59843"/>
                      <a:gd name="connsiteY12" fmla="*/ 1976 h 94328"/>
                      <a:gd name="connsiteX13" fmla="*/ -1729 w 59843"/>
                      <a:gd name="connsiteY13" fmla="*/ 14567 h 94328"/>
                      <a:gd name="connsiteX14" fmla="*/ 9788 w 59843"/>
                      <a:gd name="connsiteY14" fmla="*/ 10046 h 94328"/>
                      <a:gd name="connsiteX15" fmla="*/ 22355 w 59843"/>
                      <a:gd name="connsiteY15" fmla="*/ 8559 h 94328"/>
                      <a:gd name="connsiteX16" fmla="*/ 39323 w 59843"/>
                      <a:gd name="connsiteY16" fmla="*/ 14190 h 94328"/>
                      <a:gd name="connsiteX17" fmla="*/ 45587 w 59843"/>
                      <a:gd name="connsiteY17" fmla="*/ 29499 h 94328"/>
                      <a:gd name="connsiteX18" fmla="*/ 39323 w 59843"/>
                      <a:gd name="connsiteY18" fmla="*/ 44787 h 94328"/>
                      <a:gd name="connsiteX19" fmla="*/ 22355 w 59843"/>
                      <a:gd name="connsiteY19" fmla="*/ 50439 h 94328"/>
                      <a:gd name="connsiteX20" fmla="*/ 12345 w 59843"/>
                      <a:gd name="connsiteY20" fmla="*/ 49328 h 94328"/>
                      <a:gd name="connsiteX21" fmla="*/ 2176 w 59843"/>
                      <a:gd name="connsiteY21" fmla="*/ 45858 h 94328"/>
                      <a:gd name="connsiteX22" fmla="*/ 2176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76" y="92338"/>
                        </a:moveTo>
                        <a:lnTo>
                          <a:pt x="51295" y="92338"/>
                        </a:lnTo>
                        <a:lnTo>
                          <a:pt x="51295" y="81789"/>
                        </a:lnTo>
                        <a:lnTo>
                          <a:pt x="13633" y="81789"/>
                        </a:lnTo>
                        <a:lnTo>
                          <a:pt x="13633" y="59124"/>
                        </a:lnTo>
                        <a:cubicBezTo>
                          <a:pt x="15444" y="59745"/>
                          <a:pt x="17254" y="60208"/>
                          <a:pt x="19064" y="60512"/>
                        </a:cubicBezTo>
                        <a:cubicBezTo>
                          <a:pt x="20888" y="60816"/>
                          <a:pt x="22712" y="60968"/>
                          <a:pt x="24535" y="60968"/>
                        </a:cubicBezTo>
                        <a:cubicBezTo>
                          <a:pt x="34856" y="60968"/>
                          <a:pt x="43029" y="58139"/>
                          <a:pt x="49055" y="52481"/>
                        </a:cubicBezTo>
                        <a:cubicBezTo>
                          <a:pt x="55095" y="46823"/>
                          <a:pt x="58114" y="39162"/>
                          <a:pt x="58114" y="29499"/>
                        </a:cubicBezTo>
                        <a:cubicBezTo>
                          <a:pt x="58114" y="19544"/>
                          <a:pt x="55015" y="11804"/>
                          <a:pt x="48818" y="6279"/>
                        </a:cubicBezTo>
                        <a:cubicBezTo>
                          <a:pt x="42620" y="766"/>
                          <a:pt x="33885" y="-1990"/>
                          <a:pt x="22613" y="-1990"/>
                        </a:cubicBezTo>
                        <a:cubicBezTo>
                          <a:pt x="18727" y="-1990"/>
                          <a:pt x="14770" y="-1660"/>
                          <a:pt x="10739" y="-999"/>
                        </a:cubicBezTo>
                        <a:cubicBezTo>
                          <a:pt x="6722" y="-338"/>
                          <a:pt x="2566" y="654"/>
                          <a:pt x="-1729" y="1976"/>
                        </a:cubicBezTo>
                        <a:lnTo>
                          <a:pt x="-1729" y="14567"/>
                        </a:lnTo>
                        <a:cubicBezTo>
                          <a:pt x="1984" y="12545"/>
                          <a:pt x="5823" y="11038"/>
                          <a:pt x="9788" y="10046"/>
                        </a:cubicBezTo>
                        <a:cubicBezTo>
                          <a:pt x="13752" y="9055"/>
                          <a:pt x="17941" y="8559"/>
                          <a:pt x="22355" y="8559"/>
                        </a:cubicBezTo>
                        <a:cubicBezTo>
                          <a:pt x="29504" y="8559"/>
                          <a:pt x="35160" y="10436"/>
                          <a:pt x="39323" y="14190"/>
                        </a:cubicBezTo>
                        <a:cubicBezTo>
                          <a:pt x="43499" y="17945"/>
                          <a:pt x="45587" y="23048"/>
                          <a:pt x="45587" y="29499"/>
                        </a:cubicBezTo>
                        <a:cubicBezTo>
                          <a:pt x="45587" y="35937"/>
                          <a:pt x="43499" y="41033"/>
                          <a:pt x="39323" y="44787"/>
                        </a:cubicBezTo>
                        <a:cubicBezTo>
                          <a:pt x="35160" y="48555"/>
                          <a:pt x="29504" y="50439"/>
                          <a:pt x="22355" y="50439"/>
                        </a:cubicBezTo>
                        <a:cubicBezTo>
                          <a:pt x="19012" y="50439"/>
                          <a:pt x="15675" y="50068"/>
                          <a:pt x="12345" y="49328"/>
                        </a:cubicBezTo>
                        <a:cubicBezTo>
                          <a:pt x="9028" y="48588"/>
                          <a:pt x="5638" y="47431"/>
                          <a:pt x="2176" y="45858"/>
                        </a:cubicBezTo>
                        <a:lnTo>
                          <a:pt x="217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42" name="Freeform: Shape 441">
                    <a:extLst>
                      <a:ext uri="{FF2B5EF4-FFF2-40B4-BE49-F238E27FC236}">
                        <a16:creationId xmlns:a16="http://schemas.microsoft.com/office/drawing/2014/main" id="{DFD2C93B-9484-3B08-5162-98B27B411287}"/>
                      </a:ext>
                    </a:extLst>
                  </p:cNvPr>
                  <p:cNvSpPr/>
                  <p:nvPr/>
                </p:nvSpPr>
                <p:spPr>
                  <a:xfrm flipV="1">
                    <a:off x="6703548" y="4957429"/>
                    <a:ext cx="59843" cy="94328"/>
                  </a:xfrm>
                  <a:custGeom>
                    <a:avLst/>
                    <a:gdLst>
                      <a:gd name="connsiteX0" fmla="*/ 2182 w 59843"/>
                      <a:gd name="connsiteY0" fmla="*/ 92338 h 94328"/>
                      <a:gd name="connsiteX1" fmla="*/ 51302 w 59843"/>
                      <a:gd name="connsiteY1" fmla="*/ 92338 h 94328"/>
                      <a:gd name="connsiteX2" fmla="*/ 51302 w 59843"/>
                      <a:gd name="connsiteY2" fmla="*/ 81789 h 94328"/>
                      <a:gd name="connsiteX3" fmla="*/ 13639 w 59843"/>
                      <a:gd name="connsiteY3" fmla="*/ 81789 h 94328"/>
                      <a:gd name="connsiteX4" fmla="*/ 13639 w 59843"/>
                      <a:gd name="connsiteY4" fmla="*/ 59124 h 94328"/>
                      <a:gd name="connsiteX5" fmla="*/ 19071 w 59843"/>
                      <a:gd name="connsiteY5" fmla="*/ 60512 h 94328"/>
                      <a:gd name="connsiteX6" fmla="*/ 24542 w 59843"/>
                      <a:gd name="connsiteY6" fmla="*/ 60968 h 94328"/>
                      <a:gd name="connsiteX7" fmla="*/ 49062 w 59843"/>
                      <a:gd name="connsiteY7" fmla="*/ 52481 h 94328"/>
                      <a:gd name="connsiteX8" fmla="*/ 58121 w 59843"/>
                      <a:gd name="connsiteY8" fmla="*/ 29499 h 94328"/>
                      <a:gd name="connsiteX9" fmla="*/ 48824 w 59843"/>
                      <a:gd name="connsiteY9" fmla="*/ 6279 h 94328"/>
                      <a:gd name="connsiteX10" fmla="*/ 22619 w 59843"/>
                      <a:gd name="connsiteY10" fmla="*/ -1990 h 94328"/>
                      <a:gd name="connsiteX11" fmla="*/ 10745 w 59843"/>
                      <a:gd name="connsiteY11" fmla="*/ -999 h 94328"/>
                      <a:gd name="connsiteX12" fmla="*/ -1723 w 59843"/>
                      <a:gd name="connsiteY12" fmla="*/ 1976 h 94328"/>
                      <a:gd name="connsiteX13" fmla="*/ -1723 w 59843"/>
                      <a:gd name="connsiteY13" fmla="*/ 14567 h 94328"/>
                      <a:gd name="connsiteX14" fmla="*/ 9794 w 59843"/>
                      <a:gd name="connsiteY14" fmla="*/ 10046 h 94328"/>
                      <a:gd name="connsiteX15" fmla="*/ 22361 w 59843"/>
                      <a:gd name="connsiteY15" fmla="*/ 8559 h 94328"/>
                      <a:gd name="connsiteX16" fmla="*/ 39329 w 59843"/>
                      <a:gd name="connsiteY16" fmla="*/ 14190 h 94328"/>
                      <a:gd name="connsiteX17" fmla="*/ 45593 w 59843"/>
                      <a:gd name="connsiteY17" fmla="*/ 29499 h 94328"/>
                      <a:gd name="connsiteX18" fmla="*/ 39329 w 59843"/>
                      <a:gd name="connsiteY18" fmla="*/ 44787 h 94328"/>
                      <a:gd name="connsiteX19" fmla="*/ 22361 w 59843"/>
                      <a:gd name="connsiteY19" fmla="*/ 50439 h 94328"/>
                      <a:gd name="connsiteX20" fmla="*/ 12351 w 59843"/>
                      <a:gd name="connsiteY20" fmla="*/ 49328 h 94328"/>
                      <a:gd name="connsiteX21" fmla="*/ 2182 w 59843"/>
                      <a:gd name="connsiteY21" fmla="*/ 45858 h 94328"/>
                      <a:gd name="connsiteX22" fmla="*/ 2182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82" y="92338"/>
                        </a:moveTo>
                        <a:lnTo>
                          <a:pt x="51302" y="92338"/>
                        </a:lnTo>
                        <a:lnTo>
                          <a:pt x="51302" y="81789"/>
                        </a:lnTo>
                        <a:lnTo>
                          <a:pt x="13639" y="81789"/>
                        </a:lnTo>
                        <a:lnTo>
                          <a:pt x="13639" y="59124"/>
                        </a:lnTo>
                        <a:cubicBezTo>
                          <a:pt x="15450" y="59745"/>
                          <a:pt x="17260" y="60208"/>
                          <a:pt x="19071" y="60512"/>
                        </a:cubicBezTo>
                        <a:cubicBezTo>
                          <a:pt x="20894" y="60816"/>
                          <a:pt x="22718" y="60968"/>
                          <a:pt x="24542" y="60968"/>
                        </a:cubicBezTo>
                        <a:cubicBezTo>
                          <a:pt x="34862" y="60968"/>
                          <a:pt x="43036" y="58139"/>
                          <a:pt x="49062" y="52481"/>
                        </a:cubicBezTo>
                        <a:cubicBezTo>
                          <a:pt x="55101" y="46823"/>
                          <a:pt x="58121" y="39162"/>
                          <a:pt x="58121" y="29499"/>
                        </a:cubicBezTo>
                        <a:cubicBezTo>
                          <a:pt x="58121" y="19544"/>
                          <a:pt x="55022" y="11804"/>
                          <a:pt x="48824" y="6279"/>
                        </a:cubicBezTo>
                        <a:cubicBezTo>
                          <a:pt x="42626" y="766"/>
                          <a:pt x="33891" y="-1990"/>
                          <a:pt x="22619" y="-1990"/>
                        </a:cubicBezTo>
                        <a:cubicBezTo>
                          <a:pt x="18734" y="-1990"/>
                          <a:pt x="14776" y="-1660"/>
                          <a:pt x="10745" y="-999"/>
                        </a:cubicBezTo>
                        <a:cubicBezTo>
                          <a:pt x="6728" y="-338"/>
                          <a:pt x="2572" y="654"/>
                          <a:pt x="-1723" y="1976"/>
                        </a:cubicBezTo>
                        <a:lnTo>
                          <a:pt x="-1723" y="14567"/>
                        </a:lnTo>
                        <a:cubicBezTo>
                          <a:pt x="1991" y="12545"/>
                          <a:pt x="5830" y="11038"/>
                          <a:pt x="9794" y="10046"/>
                        </a:cubicBezTo>
                        <a:cubicBezTo>
                          <a:pt x="13758" y="9055"/>
                          <a:pt x="17948" y="8559"/>
                          <a:pt x="22361" y="8559"/>
                        </a:cubicBezTo>
                        <a:cubicBezTo>
                          <a:pt x="29510" y="8559"/>
                          <a:pt x="35166" y="10436"/>
                          <a:pt x="39329" y="14190"/>
                        </a:cubicBezTo>
                        <a:cubicBezTo>
                          <a:pt x="43505" y="17945"/>
                          <a:pt x="45593" y="23048"/>
                          <a:pt x="45593" y="29499"/>
                        </a:cubicBezTo>
                        <a:cubicBezTo>
                          <a:pt x="45593" y="35937"/>
                          <a:pt x="43505" y="41033"/>
                          <a:pt x="39329" y="44787"/>
                        </a:cubicBezTo>
                        <a:cubicBezTo>
                          <a:pt x="35166" y="48555"/>
                          <a:pt x="29510" y="50439"/>
                          <a:pt x="22361" y="50439"/>
                        </a:cubicBezTo>
                        <a:cubicBezTo>
                          <a:pt x="19018" y="50439"/>
                          <a:pt x="15681" y="50068"/>
                          <a:pt x="12351" y="49328"/>
                        </a:cubicBezTo>
                        <a:cubicBezTo>
                          <a:pt x="9034" y="48588"/>
                          <a:pt x="5645" y="47431"/>
                          <a:pt x="2182" y="45858"/>
                        </a:cubicBezTo>
                        <a:lnTo>
                          <a:pt x="218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43" name="Freeform: Shape 442">
                    <a:extLst>
                      <a:ext uri="{FF2B5EF4-FFF2-40B4-BE49-F238E27FC236}">
                        <a16:creationId xmlns:a16="http://schemas.microsoft.com/office/drawing/2014/main" id="{9E6F4F3F-B479-F7F9-1B42-EEA80A290CAB}"/>
                      </a:ext>
                    </a:extLst>
                  </p:cNvPr>
                  <p:cNvSpPr/>
                  <p:nvPr/>
                </p:nvSpPr>
                <p:spPr>
                  <a:xfrm flipV="1">
                    <a:off x="6782835" y="4955763"/>
                    <a:ext cx="63926" cy="95994"/>
                  </a:xfrm>
                  <a:custGeom>
                    <a:avLst/>
                    <a:gdLst>
                      <a:gd name="connsiteX0" fmla="*/ 30206 w 63926"/>
                      <a:gd name="connsiteY0" fmla="*/ 84047 h 95994"/>
                      <a:gd name="connsiteX1" fmla="*/ 15676 w 63926"/>
                      <a:gd name="connsiteY1" fmla="*/ 74529 h 95994"/>
                      <a:gd name="connsiteX2" fmla="*/ 10820 w 63926"/>
                      <a:gd name="connsiteY2" fmla="*/ 45935 h 95994"/>
                      <a:gd name="connsiteX3" fmla="*/ 15676 w 63926"/>
                      <a:gd name="connsiteY3" fmla="*/ 17400 h 95994"/>
                      <a:gd name="connsiteX4" fmla="*/ 30206 w 63926"/>
                      <a:gd name="connsiteY4" fmla="*/ 7882 h 95994"/>
                      <a:gd name="connsiteX5" fmla="*/ 44795 w 63926"/>
                      <a:gd name="connsiteY5" fmla="*/ 17400 h 95994"/>
                      <a:gd name="connsiteX6" fmla="*/ 49672 w 63926"/>
                      <a:gd name="connsiteY6" fmla="*/ 45935 h 95994"/>
                      <a:gd name="connsiteX7" fmla="*/ 44795 w 63926"/>
                      <a:gd name="connsiteY7" fmla="*/ 74529 h 95994"/>
                      <a:gd name="connsiteX8" fmla="*/ 30206 w 63926"/>
                      <a:gd name="connsiteY8" fmla="*/ 84047 h 95994"/>
                      <a:gd name="connsiteX9" fmla="*/ 30206 w 63926"/>
                      <a:gd name="connsiteY9" fmla="*/ 93962 h 95994"/>
                      <a:gd name="connsiteX10" fmla="*/ 53973 w 63926"/>
                      <a:gd name="connsiteY10" fmla="*/ 81648 h 95994"/>
                      <a:gd name="connsiteX11" fmla="*/ 62179 w 63926"/>
                      <a:gd name="connsiteY11" fmla="*/ 45935 h 95994"/>
                      <a:gd name="connsiteX12" fmla="*/ 53973 w 63926"/>
                      <a:gd name="connsiteY12" fmla="*/ 10262 h 95994"/>
                      <a:gd name="connsiteX13" fmla="*/ 30206 w 63926"/>
                      <a:gd name="connsiteY13" fmla="*/ -2032 h 95994"/>
                      <a:gd name="connsiteX14" fmla="*/ 6459 w 63926"/>
                      <a:gd name="connsiteY14" fmla="*/ 10262 h 95994"/>
                      <a:gd name="connsiteX15" fmla="*/ -1747 w 63926"/>
                      <a:gd name="connsiteY15" fmla="*/ 45935 h 95994"/>
                      <a:gd name="connsiteX16" fmla="*/ 6459 w 63926"/>
                      <a:gd name="connsiteY16" fmla="*/ 81648 h 95994"/>
                      <a:gd name="connsiteX17" fmla="*/ 30206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06" y="84047"/>
                        </a:moveTo>
                        <a:cubicBezTo>
                          <a:pt x="23770" y="84047"/>
                          <a:pt x="18927" y="80874"/>
                          <a:pt x="15676" y="74529"/>
                        </a:cubicBezTo>
                        <a:cubicBezTo>
                          <a:pt x="12439" y="68197"/>
                          <a:pt x="10820" y="58665"/>
                          <a:pt x="10820" y="45935"/>
                        </a:cubicBezTo>
                        <a:cubicBezTo>
                          <a:pt x="10820" y="33257"/>
                          <a:pt x="12439" y="23746"/>
                          <a:pt x="15676" y="17400"/>
                        </a:cubicBezTo>
                        <a:cubicBezTo>
                          <a:pt x="18927" y="11055"/>
                          <a:pt x="23770" y="7882"/>
                          <a:pt x="30206" y="7882"/>
                        </a:cubicBezTo>
                        <a:cubicBezTo>
                          <a:pt x="36695" y="7882"/>
                          <a:pt x="41558" y="11055"/>
                          <a:pt x="44795" y="17400"/>
                        </a:cubicBezTo>
                        <a:cubicBezTo>
                          <a:pt x="48046" y="23746"/>
                          <a:pt x="49672" y="33257"/>
                          <a:pt x="49672" y="45935"/>
                        </a:cubicBezTo>
                        <a:cubicBezTo>
                          <a:pt x="49672" y="58665"/>
                          <a:pt x="48046" y="68197"/>
                          <a:pt x="44795" y="74529"/>
                        </a:cubicBezTo>
                        <a:cubicBezTo>
                          <a:pt x="41558" y="80874"/>
                          <a:pt x="36695" y="84047"/>
                          <a:pt x="30206" y="84047"/>
                        </a:cubicBezTo>
                        <a:close/>
                        <a:moveTo>
                          <a:pt x="30206" y="93962"/>
                        </a:moveTo>
                        <a:cubicBezTo>
                          <a:pt x="40580" y="93962"/>
                          <a:pt x="48502" y="89857"/>
                          <a:pt x="53973" y="81648"/>
                        </a:cubicBezTo>
                        <a:cubicBezTo>
                          <a:pt x="59444" y="73452"/>
                          <a:pt x="62179" y="61547"/>
                          <a:pt x="62179" y="45935"/>
                        </a:cubicBezTo>
                        <a:cubicBezTo>
                          <a:pt x="62179" y="30362"/>
                          <a:pt x="59444" y="18471"/>
                          <a:pt x="53973" y="10262"/>
                        </a:cubicBezTo>
                        <a:cubicBezTo>
                          <a:pt x="48502" y="2066"/>
                          <a:pt x="40580" y="-2032"/>
                          <a:pt x="30206" y="-2032"/>
                        </a:cubicBezTo>
                        <a:cubicBezTo>
                          <a:pt x="19846" y="-2032"/>
                          <a:pt x="11930" y="2066"/>
                          <a:pt x="6459" y="10262"/>
                        </a:cubicBezTo>
                        <a:cubicBezTo>
                          <a:pt x="988" y="18471"/>
                          <a:pt x="-1747" y="30362"/>
                          <a:pt x="-1747" y="45935"/>
                        </a:cubicBezTo>
                        <a:cubicBezTo>
                          <a:pt x="-1747" y="61547"/>
                          <a:pt x="988" y="73452"/>
                          <a:pt x="6459" y="81648"/>
                        </a:cubicBezTo>
                        <a:cubicBezTo>
                          <a:pt x="11930" y="89857"/>
                          <a:pt x="19846" y="93962"/>
                          <a:pt x="3020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44" name="Graphic 398">
                <a:extLst>
                  <a:ext uri="{FF2B5EF4-FFF2-40B4-BE49-F238E27FC236}">
                    <a16:creationId xmlns:a16="http://schemas.microsoft.com/office/drawing/2014/main" id="{165423A3-9FDF-EDEE-33E3-23D8CDC63717}"/>
                  </a:ext>
                </a:extLst>
              </p:cNvPr>
              <p:cNvGrpSpPr/>
              <p:nvPr/>
            </p:nvGrpSpPr>
            <p:grpSpPr>
              <a:xfrm>
                <a:off x="7189148" y="4864687"/>
                <a:ext cx="223926" cy="187070"/>
                <a:chOff x="7189148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45" name="Freeform: Shape 444">
                  <a:extLst>
                    <a:ext uri="{FF2B5EF4-FFF2-40B4-BE49-F238E27FC236}">
                      <a16:creationId xmlns:a16="http://schemas.microsoft.com/office/drawing/2014/main" id="{7CE2BE51-8E25-6B42-9159-006EB9510E62}"/>
                    </a:ext>
                  </a:extLst>
                </p:cNvPr>
                <p:cNvSpPr/>
                <p:nvPr/>
              </p:nvSpPr>
              <p:spPr>
                <a:xfrm>
                  <a:off x="7300430" y="4864687"/>
                  <a:ext cx="12686" cy="44417"/>
                </a:xfrm>
                <a:custGeom>
                  <a:avLst/>
                  <a:gdLst>
                    <a:gd name="connsiteX0" fmla="*/ 325 w 12686"/>
                    <a:gd name="connsiteY0" fmla="*/ 286 h 44417"/>
                    <a:gd name="connsiteX1" fmla="*/ 325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25" y="286"/>
                      </a:moveTo>
                      <a:lnTo>
                        <a:pt x="325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46" name="Graphic 398">
                  <a:extLst>
                    <a:ext uri="{FF2B5EF4-FFF2-40B4-BE49-F238E27FC236}">
                      <a16:creationId xmlns:a16="http://schemas.microsoft.com/office/drawing/2014/main" id="{E71DD353-DFAB-359F-77F3-937DC5D15D44}"/>
                    </a:ext>
                  </a:extLst>
                </p:cNvPr>
                <p:cNvGrpSpPr/>
                <p:nvPr/>
              </p:nvGrpSpPr>
              <p:grpSpPr>
                <a:xfrm>
                  <a:off x="7189148" y="4955763"/>
                  <a:ext cx="223926" cy="95994"/>
                  <a:chOff x="7189148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47" name="Freeform: Shape 446">
                    <a:extLst>
                      <a:ext uri="{FF2B5EF4-FFF2-40B4-BE49-F238E27FC236}">
                        <a16:creationId xmlns:a16="http://schemas.microsoft.com/office/drawing/2014/main" id="{A6941691-F668-F38E-7810-35B56EC35BF2}"/>
                      </a:ext>
                    </a:extLst>
                  </p:cNvPr>
                  <p:cNvSpPr/>
                  <p:nvPr/>
                </p:nvSpPr>
                <p:spPr>
                  <a:xfrm flipV="1">
                    <a:off x="7189148" y="4957429"/>
                    <a:ext cx="59843" cy="94328"/>
                  </a:xfrm>
                  <a:custGeom>
                    <a:avLst/>
                    <a:gdLst>
                      <a:gd name="connsiteX0" fmla="*/ 2221 w 59843"/>
                      <a:gd name="connsiteY0" fmla="*/ 92338 h 94328"/>
                      <a:gd name="connsiteX1" fmla="*/ 51340 w 59843"/>
                      <a:gd name="connsiteY1" fmla="*/ 92338 h 94328"/>
                      <a:gd name="connsiteX2" fmla="*/ 51340 w 59843"/>
                      <a:gd name="connsiteY2" fmla="*/ 81789 h 94328"/>
                      <a:gd name="connsiteX3" fmla="*/ 13678 w 59843"/>
                      <a:gd name="connsiteY3" fmla="*/ 81789 h 94328"/>
                      <a:gd name="connsiteX4" fmla="*/ 13678 w 59843"/>
                      <a:gd name="connsiteY4" fmla="*/ 59124 h 94328"/>
                      <a:gd name="connsiteX5" fmla="*/ 19109 w 59843"/>
                      <a:gd name="connsiteY5" fmla="*/ 60512 h 94328"/>
                      <a:gd name="connsiteX6" fmla="*/ 24580 w 59843"/>
                      <a:gd name="connsiteY6" fmla="*/ 60968 h 94328"/>
                      <a:gd name="connsiteX7" fmla="*/ 49100 w 59843"/>
                      <a:gd name="connsiteY7" fmla="*/ 52481 h 94328"/>
                      <a:gd name="connsiteX8" fmla="*/ 58159 w 59843"/>
                      <a:gd name="connsiteY8" fmla="*/ 29499 h 94328"/>
                      <a:gd name="connsiteX9" fmla="*/ 48862 w 59843"/>
                      <a:gd name="connsiteY9" fmla="*/ 6279 h 94328"/>
                      <a:gd name="connsiteX10" fmla="*/ 22657 w 59843"/>
                      <a:gd name="connsiteY10" fmla="*/ -1990 h 94328"/>
                      <a:gd name="connsiteX11" fmla="*/ 10784 w 59843"/>
                      <a:gd name="connsiteY11" fmla="*/ -999 h 94328"/>
                      <a:gd name="connsiteX12" fmla="*/ -1684 w 59843"/>
                      <a:gd name="connsiteY12" fmla="*/ 1976 h 94328"/>
                      <a:gd name="connsiteX13" fmla="*/ -1684 w 59843"/>
                      <a:gd name="connsiteY13" fmla="*/ 14567 h 94328"/>
                      <a:gd name="connsiteX14" fmla="*/ 9832 w 59843"/>
                      <a:gd name="connsiteY14" fmla="*/ 10046 h 94328"/>
                      <a:gd name="connsiteX15" fmla="*/ 22400 w 59843"/>
                      <a:gd name="connsiteY15" fmla="*/ 8559 h 94328"/>
                      <a:gd name="connsiteX16" fmla="*/ 39367 w 59843"/>
                      <a:gd name="connsiteY16" fmla="*/ 14190 h 94328"/>
                      <a:gd name="connsiteX17" fmla="*/ 45631 w 59843"/>
                      <a:gd name="connsiteY17" fmla="*/ 29499 h 94328"/>
                      <a:gd name="connsiteX18" fmla="*/ 39367 w 59843"/>
                      <a:gd name="connsiteY18" fmla="*/ 44787 h 94328"/>
                      <a:gd name="connsiteX19" fmla="*/ 22400 w 59843"/>
                      <a:gd name="connsiteY19" fmla="*/ 50439 h 94328"/>
                      <a:gd name="connsiteX20" fmla="*/ 12389 w 59843"/>
                      <a:gd name="connsiteY20" fmla="*/ 49328 h 94328"/>
                      <a:gd name="connsiteX21" fmla="*/ 2221 w 59843"/>
                      <a:gd name="connsiteY21" fmla="*/ 45858 h 94328"/>
                      <a:gd name="connsiteX22" fmla="*/ 2221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21" y="92338"/>
                        </a:moveTo>
                        <a:lnTo>
                          <a:pt x="51340" y="92338"/>
                        </a:lnTo>
                        <a:lnTo>
                          <a:pt x="51340" y="81789"/>
                        </a:lnTo>
                        <a:lnTo>
                          <a:pt x="13678" y="81789"/>
                        </a:lnTo>
                        <a:lnTo>
                          <a:pt x="13678" y="59124"/>
                        </a:lnTo>
                        <a:cubicBezTo>
                          <a:pt x="15488" y="59745"/>
                          <a:pt x="17299" y="60208"/>
                          <a:pt x="19109" y="60512"/>
                        </a:cubicBezTo>
                        <a:cubicBezTo>
                          <a:pt x="20933" y="60816"/>
                          <a:pt x="22756" y="60968"/>
                          <a:pt x="24580" y="60968"/>
                        </a:cubicBezTo>
                        <a:cubicBezTo>
                          <a:pt x="34901" y="60968"/>
                          <a:pt x="43074" y="58139"/>
                          <a:pt x="49100" y="52481"/>
                        </a:cubicBezTo>
                        <a:cubicBezTo>
                          <a:pt x="55139" y="46823"/>
                          <a:pt x="58159" y="39162"/>
                          <a:pt x="58159" y="29499"/>
                        </a:cubicBezTo>
                        <a:cubicBezTo>
                          <a:pt x="58159" y="19544"/>
                          <a:pt x="55060" y="11804"/>
                          <a:pt x="48862" y="6279"/>
                        </a:cubicBezTo>
                        <a:cubicBezTo>
                          <a:pt x="42664" y="766"/>
                          <a:pt x="33929" y="-1990"/>
                          <a:pt x="22657" y="-1990"/>
                        </a:cubicBezTo>
                        <a:cubicBezTo>
                          <a:pt x="18772" y="-1990"/>
                          <a:pt x="14814" y="-1660"/>
                          <a:pt x="10784" y="-999"/>
                        </a:cubicBezTo>
                        <a:cubicBezTo>
                          <a:pt x="6766" y="-338"/>
                          <a:pt x="2610" y="654"/>
                          <a:pt x="-1684" y="1976"/>
                        </a:cubicBezTo>
                        <a:lnTo>
                          <a:pt x="-1684" y="14567"/>
                        </a:lnTo>
                        <a:cubicBezTo>
                          <a:pt x="2029" y="12545"/>
                          <a:pt x="5868" y="11038"/>
                          <a:pt x="9832" y="10046"/>
                        </a:cubicBezTo>
                        <a:cubicBezTo>
                          <a:pt x="13797" y="9055"/>
                          <a:pt x="17986" y="8559"/>
                          <a:pt x="22400" y="8559"/>
                        </a:cubicBezTo>
                        <a:cubicBezTo>
                          <a:pt x="29549" y="8559"/>
                          <a:pt x="35205" y="10436"/>
                          <a:pt x="39367" y="14190"/>
                        </a:cubicBezTo>
                        <a:cubicBezTo>
                          <a:pt x="43543" y="17945"/>
                          <a:pt x="45631" y="23048"/>
                          <a:pt x="45631" y="29499"/>
                        </a:cubicBezTo>
                        <a:cubicBezTo>
                          <a:pt x="45631" y="35937"/>
                          <a:pt x="43543" y="41033"/>
                          <a:pt x="39367" y="44787"/>
                        </a:cubicBezTo>
                        <a:cubicBezTo>
                          <a:pt x="35205" y="48555"/>
                          <a:pt x="29549" y="50439"/>
                          <a:pt x="22400" y="50439"/>
                        </a:cubicBezTo>
                        <a:cubicBezTo>
                          <a:pt x="19056" y="50439"/>
                          <a:pt x="15719" y="50068"/>
                          <a:pt x="12389" y="49328"/>
                        </a:cubicBezTo>
                        <a:cubicBezTo>
                          <a:pt x="9072" y="48588"/>
                          <a:pt x="5683" y="47431"/>
                          <a:pt x="2221" y="45858"/>
                        </a:cubicBezTo>
                        <a:lnTo>
                          <a:pt x="222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48" name="Freeform: Shape 447">
                    <a:extLst>
                      <a:ext uri="{FF2B5EF4-FFF2-40B4-BE49-F238E27FC236}">
                        <a16:creationId xmlns:a16="http://schemas.microsoft.com/office/drawing/2014/main" id="{ABC0C7DF-887C-BB19-BC51-0228B7080072}"/>
                      </a:ext>
                    </a:extLst>
                  </p:cNvPr>
                  <p:cNvSpPr/>
                  <p:nvPr/>
                </p:nvSpPr>
                <p:spPr>
                  <a:xfrm flipV="1">
                    <a:off x="7268930" y="4955763"/>
                    <a:ext cx="63867" cy="95994"/>
                  </a:xfrm>
                  <a:custGeom>
                    <a:avLst/>
                    <a:gdLst>
                      <a:gd name="connsiteX0" fmla="*/ 31291 w 63867"/>
                      <a:gd name="connsiteY0" fmla="*/ 51011 h 95994"/>
                      <a:gd name="connsiteX1" fmla="*/ 17931 w 63867"/>
                      <a:gd name="connsiteY1" fmla="*/ 45241 h 95994"/>
                      <a:gd name="connsiteX2" fmla="*/ 13015 w 63867"/>
                      <a:gd name="connsiteY2" fmla="*/ 29457 h 95994"/>
                      <a:gd name="connsiteX3" fmla="*/ 17931 w 63867"/>
                      <a:gd name="connsiteY3" fmla="*/ 13672 h 95994"/>
                      <a:gd name="connsiteX4" fmla="*/ 31291 w 63867"/>
                      <a:gd name="connsiteY4" fmla="*/ 7882 h 95994"/>
                      <a:gd name="connsiteX5" fmla="*/ 44632 w 63867"/>
                      <a:gd name="connsiteY5" fmla="*/ 13672 h 95994"/>
                      <a:gd name="connsiteX6" fmla="*/ 49548 w 63867"/>
                      <a:gd name="connsiteY6" fmla="*/ 29457 h 95994"/>
                      <a:gd name="connsiteX7" fmla="*/ 44632 w 63867"/>
                      <a:gd name="connsiteY7" fmla="*/ 45241 h 95994"/>
                      <a:gd name="connsiteX8" fmla="*/ 31291 w 63867"/>
                      <a:gd name="connsiteY8" fmla="*/ 51011 h 95994"/>
                      <a:gd name="connsiteX9" fmla="*/ 56129 w 63867"/>
                      <a:gd name="connsiteY9" fmla="*/ 90254 h 95994"/>
                      <a:gd name="connsiteX10" fmla="*/ 56129 w 63867"/>
                      <a:gd name="connsiteY10" fmla="*/ 78852 h 95994"/>
                      <a:gd name="connsiteX11" fmla="*/ 46614 w 63867"/>
                      <a:gd name="connsiteY11" fmla="*/ 82243 h 95994"/>
                      <a:gd name="connsiteX12" fmla="*/ 37099 w 63867"/>
                      <a:gd name="connsiteY12" fmla="*/ 83432 h 95994"/>
                      <a:gd name="connsiteX13" fmla="*/ 18169 w 63867"/>
                      <a:gd name="connsiteY13" fmla="*/ 75064 h 95994"/>
                      <a:gd name="connsiteX14" fmla="*/ 10716 w 63867"/>
                      <a:gd name="connsiteY14" fmla="*/ 49782 h 95994"/>
                      <a:gd name="connsiteX15" fmla="*/ 19874 w 63867"/>
                      <a:gd name="connsiteY15" fmla="*/ 58051 h 95994"/>
                      <a:gd name="connsiteX16" fmla="*/ 32025 w 63867"/>
                      <a:gd name="connsiteY16" fmla="*/ 60926 h 95994"/>
                      <a:gd name="connsiteX17" fmla="*/ 54047 w 63867"/>
                      <a:gd name="connsiteY17" fmla="*/ 52459 h 95994"/>
                      <a:gd name="connsiteX18" fmla="*/ 62135 w 63867"/>
                      <a:gd name="connsiteY18" fmla="*/ 29457 h 95994"/>
                      <a:gd name="connsiteX19" fmla="*/ 53710 w 63867"/>
                      <a:gd name="connsiteY19" fmla="*/ 6574 h 95994"/>
                      <a:gd name="connsiteX20" fmla="*/ 31291 w 63867"/>
                      <a:gd name="connsiteY20" fmla="*/ -2032 h 95994"/>
                      <a:gd name="connsiteX21" fmla="*/ 6751 w 63867"/>
                      <a:gd name="connsiteY21" fmla="*/ 10262 h 95994"/>
                      <a:gd name="connsiteX22" fmla="*/ -1733 w 63867"/>
                      <a:gd name="connsiteY22" fmla="*/ 45935 h 95994"/>
                      <a:gd name="connsiteX23" fmla="*/ 8674 w 63867"/>
                      <a:gd name="connsiteY23" fmla="*/ 80914 h 95994"/>
                      <a:gd name="connsiteX24" fmla="*/ 36604 w 63867"/>
                      <a:gd name="connsiteY24" fmla="*/ 93962 h 95994"/>
                      <a:gd name="connsiteX25" fmla="*/ 46118 w 63867"/>
                      <a:gd name="connsiteY25" fmla="*/ 93030 h 95994"/>
                      <a:gd name="connsiteX26" fmla="*/ 56129 w 63867"/>
                      <a:gd name="connsiteY26" fmla="*/ 9025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291" y="51011"/>
                        </a:moveTo>
                        <a:cubicBezTo>
                          <a:pt x="25675" y="51011"/>
                          <a:pt x="21222" y="49088"/>
                          <a:pt x="17931" y="45241"/>
                        </a:cubicBezTo>
                        <a:cubicBezTo>
                          <a:pt x="14654" y="41407"/>
                          <a:pt x="13015" y="36146"/>
                          <a:pt x="13015" y="29457"/>
                        </a:cubicBezTo>
                        <a:cubicBezTo>
                          <a:pt x="13015" y="22807"/>
                          <a:pt x="14654" y="17546"/>
                          <a:pt x="17931" y="13672"/>
                        </a:cubicBezTo>
                        <a:cubicBezTo>
                          <a:pt x="21222" y="9812"/>
                          <a:pt x="25675" y="7882"/>
                          <a:pt x="31291" y="7882"/>
                        </a:cubicBezTo>
                        <a:cubicBezTo>
                          <a:pt x="36908" y="7882"/>
                          <a:pt x="41354" y="9812"/>
                          <a:pt x="44632" y="13672"/>
                        </a:cubicBezTo>
                        <a:cubicBezTo>
                          <a:pt x="47909" y="17546"/>
                          <a:pt x="49548" y="22807"/>
                          <a:pt x="49548" y="29457"/>
                        </a:cubicBezTo>
                        <a:cubicBezTo>
                          <a:pt x="49548" y="36146"/>
                          <a:pt x="47909" y="41407"/>
                          <a:pt x="44632" y="45241"/>
                        </a:cubicBezTo>
                        <a:cubicBezTo>
                          <a:pt x="41354" y="49088"/>
                          <a:pt x="36908" y="51011"/>
                          <a:pt x="31291" y="51011"/>
                        </a:cubicBezTo>
                        <a:close/>
                        <a:moveTo>
                          <a:pt x="56129" y="90254"/>
                        </a:moveTo>
                        <a:lnTo>
                          <a:pt x="56129" y="78852"/>
                        </a:lnTo>
                        <a:cubicBezTo>
                          <a:pt x="52983" y="80332"/>
                          <a:pt x="49812" y="81463"/>
                          <a:pt x="46614" y="82243"/>
                        </a:cubicBezTo>
                        <a:cubicBezTo>
                          <a:pt x="43416" y="83036"/>
                          <a:pt x="40244" y="83432"/>
                          <a:pt x="37099" y="83432"/>
                        </a:cubicBezTo>
                        <a:cubicBezTo>
                          <a:pt x="28840" y="83432"/>
                          <a:pt x="22530" y="80643"/>
                          <a:pt x="18169" y="75064"/>
                        </a:cubicBezTo>
                        <a:cubicBezTo>
                          <a:pt x="13821" y="69486"/>
                          <a:pt x="11337" y="61058"/>
                          <a:pt x="10716" y="49782"/>
                        </a:cubicBezTo>
                        <a:cubicBezTo>
                          <a:pt x="13147" y="53378"/>
                          <a:pt x="16200" y="56134"/>
                          <a:pt x="19874" y="58051"/>
                        </a:cubicBezTo>
                        <a:cubicBezTo>
                          <a:pt x="23561" y="59968"/>
                          <a:pt x="27611" y="60926"/>
                          <a:pt x="32025" y="60926"/>
                        </a:cubicBezTo>
                        <a:cubicBezTo>
                          <a:pt x="41315" y="60926"/>
                          <a:pt x="48656" y="58104"/>
                          <a:pt x="54047" y="52459"/>
                        </a:cubicBezTo>
                        <a:cubicBezTo>
                          <a:pt x="59439" y="46827"/>
                          <a:pt x="62135" y="39160"/>
                          <a:pt x="62135" y="29457"/>
                        </a:cubicBezTo>
                        <a:cubicBezTo>
                          <a:pt x="62135" y="19952"/>
                          <a:pt x="59327" y="12324"/>
                          <a:pt x="53710" y="6574"/>
                        </a:cubicBezTo>
                        <a:cubicBezTo>
                          <a:pt x="48094" y="836"/>
                          <a:pt x="40621" y="-2032"/>
                          <a:pt x="31291" y="-2032"/>
                        </a:cubicBezTo>
                        <a:cubicBezTo>
                          <a:pt x="20587" y="-2032"/>
                          <a:pt x="12407" y="2066"/>
                          <a:pt x="6751" y="10262"/>
                        </a:cubicBezTo>
                        <a:cubicBezTo>
                          <a:pt x="1095" y="18471"/>
                          <a:pt x="-1733" y="30362"/>
                          <a:pt x="-1733" y="45935"/>
                        </a:cubicBezTo>
                        <a:cubicBezTo>
                          <a:pt x="-1733" y="60556"/>
                          <a:pt x="1736" y="72216"/>
                          <a:pt x="8674" y="80914"/>
                        </a:cubicBezTo>
                        <a:cubicBezTo>
                          <a:pt x="15612" y="89613"/>
                          <a:pt x="24922" y="93962"/>
                          <a:pt x="36604" y="93962"/>
                        </a:cubicBezTo>
                        <a:cubicBezTo>
                          <a:pt x="39749" y="93962"/>
                          <a:pt x="42920" y="93651"/>
                          <a:pt x="46118" y="93030"/>
                        </a:cubicBezTo>
                        <a:cubicBezTo>
                          <a:pt x="49316" y="92408"/>
                          <a:pt x="52653" y="91483"/>
                          <a:pt x="56129" y="9025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49" name="Freeform: Shape 448">
                    <a:extLst>
                      <a:ext uri="{FF2B5EF4-FFF2-40B4-BE49-F238E27FC236}">
                        <a16:creationId xmlns:a16="http://schemas.microsoft.com/office/drawing/2014/main" id="{E66363F3-4A77-D271-5D2C-CBF7088C5853}"/>
                      </a:ext>
                    </a:extLst>
                  </p:cNvPr>
                  <p:cNvSpPr/>
                  <p:nvPr/>
                </p:nvSpPr>
                <p:spPr>
                  <a:xfrm flipV="1">
                    <a:off x="7349148" y="4955763"/>
                    <a:ext cx="63926" cy="95994"/>
                  </a:xfrm>
                  <a:custGeom>
                    <a:avLst/>
                    <a:gdLst>
                      <a:gd name="connsiteX0" fmla="*/ 30251 w 63926"/>
                      <a:gd name="connsiteY0" fmla="*/ 84047 h 95994"/>
                      <a:gd name="connsiteX1" fmla="*/ 15721 w 63926"/>
                      <a:gd name="connsiteY1" fmla="*/ 74529 h 95994"/>
                      <a:gd name="connsiteX2" fmla="*/ 10865 w 63926"/>
                      <a:gd name="connsiteY2" fmla="*/ 45935 h 95994"/>
                      <a:gd name="connsiteX3" fmla="*/ 15721 w 63926"/>
                      <a:gd name="connsiteY3" fmla="*/ 17400 h 95994"/>
                      <a:gd name="connsiteX4" fmla="*/ 30251 w 63926"/>
                      <a:gd name="connsiteY4" fmla="*/ 7882 h 95994"/>
                      <a:gd name="connsiteX5" fmla="*/ 44840 w 63926"/>
                      <a:gd name="connsiteY5" fmla="*/ 17400 h 95994"/>
                      <a:gd name="connsiteX6" fmla="*/ 49716 w 63926"/>
                      <a:gd name="connsiteY6" fmla="*/ 45935 h 95994"/>
                      <a:gd name="connsiteX7" fmla="*/ 44840 w 63926"/>
                      <a:gd name="connsiteY7" fmla="*/ 74529 h 95994"/>
                      <a:gd name="connsiteX8" fmla="*/ 30251 w 63926"/>
                      <a:gd name="connsiteY8" fmla="*/ 84047 h 95994"/>
                      <a:gd name="connsiteX9" fmla="*/ 30251 w 63926"/>
                      <a:gd name="connsiteY9" fmla="*/ 93962 h 95994"/>
                      <a:gd name="connsiteX10" fmla="*/ 54018 w 63926"/>
                      <a:gd name="connsiteY10" fmla="*/ 81648 h 95994"/>
                      <a:gd name="connsiteX11" fmla="*/ 62224 w 63926"/>
                      <a:gd name="connsiteY11" fmla="*/ 45935 h 95994"/>
                      <a:gd name="connsiteX12" fmla="*/ 54018 w 63926"/>
                      <a:gd name="connsiteY12" fmla="*/ 10262 h 95994"/>
                      <a:gd name="connsiteX13" fmla="*/ 30251 w 63926"/>
                      <a:gd name="connsiteY13" fmla="*/ -2032 h 95994"/>
                      <a:gd name="connsiteX14" fmla="*/ 6504 w 63926"/>
                      <a:gd name="connsiteY14" fmla="*/ 10262 h 95994"/>
                      <a:gd name="connsiteX15" fmla="*/ -1703 w 63926"/>
                      <a:gd name="connsiteY15" fmla="*/ 45935 h 95994"/>
                      <a:gd name="connsiteX16" fmla="*/ 6504 w 63926"/>
                      <a:gd name="connsiteY16" fmla="*/ 81648 h 95994"/>
                      <a:gd name="connsiteX17" fmla="*/ 30251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51" y="84047"/>
                        </a:moveTo>
                        <a:cubicBezTo>
                          <a:pt x="23815" y="84047"/>
                          <a:pt x="18972" y="80874"/>
                          <a:pt x="15721" y="74529"/>
                        </a:cubicBezTo>
                        <a:cubicBezTo>
                          <a:pt x="12483" y="68197"/>
                          <a:pt x="10865" y="58665"/>
                          <a:pt x="10865" y="45935"/>
                        </a:cubicBezTo>
                        <a:cubicBezTo>
                          <a:pt x="10865" y="33257"/>
                          <a:pt x="12483" y="23746"/>
                          <a:pt x="15721" y="17400"/>
                        </a:cubicBezTo>
                        <a:cubicBezTo>
                          <a:pt x="18972" y="11055"/>
                          <a:pt x="23815" y="7882"/>
                          <a:pt x="30251" y="7882"/>
                        </a:cubicBezTo>
                        <a:cubicBezTo>
                          <a:pt x="36739" y="7882"/>
                          <a:pt x="41602" y="11055"/>
                          <a:pt x="44840" y="17400"/>
                        </a:cubicBezTo>
                        <a:cubicBezTo>
                          <a:pt x="48091" y="23746"/>
                          <a:pt x="49716" y="33257"/>
                          <a:pt x="49716" y="45935"/>
                        </a:cubicBezTo>
                        <a:cubicBezTo>
                          <a:pt x="49716" y="58665"/>
                          <a:pt x="48091" y="68197"/>
                          <a:pt x="44840" y="74529"/>
                        </a:cubicBezTo>
                        <a:cubicBezTo>
                          <a:pt x="41602" y="80874"/>
                          <a:pt x="36739" y="84047"/>
                          <a:pt x="30251" y="84047"/>
                        </a:cubicBezTo>
                        <a:close/>
                        <a:moveTo>
                          <a:pt x="30251" y="93962"/>
                        </a:moveTo>
                        <a:cubicBezTo>
                          <a:pt x="40624" y="93962"/>
                          <a:pt x="48547" y="89857"/>
                          <a:pt x="54018" y="81648"/>
                        </a:cubicBezTo>
                        <a:cubicBezTo>
                          <a:pt x="59489" y="73452"/>
                          <a:pt x="62224" y="61547"/>
                          <a:pt x="62224" y="45935"/>
                        </a:cubicBezTo>
                        <a:cubicBezTo>
                          <a:pt x="62224" y="30362"/>
                          <a:pt x="59489" y="18471"/>
                          <a:pt x="54018" y="10262"/>
                        </a:cubicBezTo>
                        <a:cubicBezTo>
                          <a:pt x="48547" y="2066"/>
                          <a:pt x="40624" y="-2032"/>
                          <a:pt x="30251" y="-2032"/>
                        </a:cubicBezTo>
                        <a:cubicBezTo>
                          <a:pt x="19890" y="-2032"/>
                          <a:pt x="11975" y="2066"/>
                          <a:pt x="6504" y="10262"/>
                        </a:cubicBezTo>
                        <a:cubicBezTo>
                          <a:pt x="1033" y="18471"/>
                          <a:pt x="-1703" y="30362"/>
                          <a:pt x="-1703" y="45935"/>
                        </a:cubicBezTo>
                        <a:cubicBezTo>
                          <a:pt x="-1703" y="61547"/>
                          <a:pt x="1033" y="73452"/>
                          <a:pt x="6504" y="81648"/>
                        </a:cubicBezTo>
                        <a:cubicBezTo>
                          <a:pt x="11975" y="89857"/>
                          <a:pt x="19890" y="93962"/>
                          <a:pt x="3025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50" name="Graphic 398">
                <a:extLst>
                  <a:ext uri="{FF2B5EF4-FFF2-40B4-BE49-F238E27FC236}">
                    <a16:creationId xmlns:a16="http://schemas.microsoft.com/office/drawing/2014/main" id="{AB7C6543-573C-2511-D5D4-79F56FAC578D}"/>
                  </a:ext>
                </a:extLst>
              </p:cNvPr>
              <p:cNvGrpSpPr/>
              <p:nvPr/>
            </p:nvGrpSpPr>
            <p:grpSpPr>
              <a:xfrm>
                <a:off x="7755461" y="4864687"/>
                <a:ext cx="223926" cy="187070"/>
                <a:chOff x="7755461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51" name="Freeform: Shape 450">
                  <a:extLst>
                    <a:ext uri="{FF2B5EF4-FFF2-40B4-BE49-F238E27FC236}">
                      <a16:creationId xmlns:a16="http://schemas.microsoft.com/office/drawing/2014/main" id="{0B72AB0D-A370-86C2-45F6-7651E9629975}"/>
                    </a:ext>
                  </a:extLst>
                </p:cNvPr>
                <p:cNvSpPr/>
                <p:nvPr/>
              </p:nvSpPr>
              <p:spPr>
                <a:xfrm>
                  <a:off x="7866743" y="4864687"/>
                  <a:ext cx="12686" cy="44417"/>
                </a:xfrm>
                <a:custGeom>
                  <a:avLst/>
                  <a:gdLst>
                    <a:gd name="connsiteX0" fmla="*/ 370 w 12686"/>
                    <a:gd name="connsiteY0" fmla="*/ 286 h 44417"/>
                    <a:gd name="connsiteX1" fmla="*/ 370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70" y="286"/>
                      </a:moveTo>
                      <a:lnTo>
                        <a:pt x="370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52" name="Graphic 398">
                  <a:extLst>
                    <a:ext uri="{FF2B5EF4-FFF2-40B4-BE49-F238E27FC236}">
                      <a16:creationId xmlns:a16="http://schemas.microsoft.com/office/drawing/2014/main" id="{43552AB0-F6AC-9759-4AF2-65ED2890C6CC}"/>
                    </a:ext>
                  </a:extLst>
                </p:cNvPr>
                <p:cNvGrpSpPr/>
                <p:nvPr/>
              </p:nvGrpSpPr>
              <p:grpSpPr>
                <a:xfrm>
                  <a:off x="7755461" y="4955763"/>
                  <a:ext cx="223926" cy="95994"/>
                  <a:chOff x="7755461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53" name="Freeform: Shape 452">
                    <a:extLst>
                      <a:ext uri="{FF2B5EF4-FFF2-40B4-BE49-F238E27FC236}">
                        <a16:creationId xmlns:a16="http://schemas.microsoft.com/office/drawing/2014/main" id="{534519AE-067F-1DBF-AA9B-DFDF248306CF}"/>
                      </a:ext>
                    </a:extLst>
                  </p:cNvPr>
                  <p:cNvSpPr/>
                  <p:nvPr/>
                </p:nvSpPr>
                <p:spPr>
                  <a:xfrm flipV="1">
                    <a:off x="7755461" y="4957429"/>
                    <a:ext cx="59843" cy="94328"/>
                  </a:xfrm>
                  <a:custGeom>
                    <a:avLst/>
                    <a:gdLst>
                      <a:gd name="connsiteX0" fmla="*/ 2265 w 59843"/>
                      <a:gd name="connsiteY0" fmla="*/ 92338 h 94328"/>
                      <a:gd name="connsiteX1" fmla="*/ 51385 w 59843"/>
                      <a:gd name="connsiteY1" fmla="*/ 92338 h 94328"/>
                      <a:gd name="connsiteX2" fmla="*/ 51385 w 59843"/>
                      <a:gd name="connsiteY2" fmla="*/ 81789 h 94328"/>
                      <a:gd name="connsiteX3" fmla="*/ 13722 w 59843"/>
                      <a:gd name="connsiteY3" fmla="*/ 81789 h 94328"/>
                      <a:gd name="connsiteX4" fmla="*/ 13722 w 59843"/>
                      <a:gd name="connsiteY4" fmla="*/ 59124 h 94328"/>
                      <a:gd name="connsiteX5" fmla="*/ 19154 w 59843"/>
                      <a:gd name="connsiteY5" fmla="*/ 60512 h 94328"/>
                      <a:gd name="connsiteX6" fmla="*/ 24625 w 59843"/>
                      <a:gd name="connsiteY6" fmla="*/ 60968 h 94328"/>
                      <a:gd name="connsiteX7" fmla="*/ 49145 w 59843"/>
                      <a:gd name="connsiteY7" fmla="*/ 52481 h 94328"/>
                      <a:gd name="connsiteX8" fmla="*/ 58203 w 59843"/>
                      <a:gd name="connsiteY8" fmla="*/ 29499 h 94328"/>
                      <a:gd name="connsiteX9" fmla="*/ 48907 w 59843"/>
                      <a:gd name="connsiteY9" fmla="*/ 6279 h 94328"/>
                      <a:gd name="connsiteX10" fmla="*/ 22702 w 59843"/>
                      <a:gd name="connsiteY10" fmla="*/ -1990 h 94328"/>
                      <a:gd name="connsiteX11" fmla="*/ 10828 w 59843"/>
                      <a:gd name="connsiteY11" fmla="*/ -999 h 94328"/>
                      <a:gd name="connsiteX12" fmla="*/ -1640 w 59843"/>
                      <a:gd name="connsiteY12" fmla="*/ 1976 h 94328"/>
                      <a:gd name="connsiteX13" fmla="*/ -1640 w 59843"/>
                      <a:gd name="connsiteY13" fmla="*/ 14567 h 94328"/>
                      <a:gd name="connsiteX14" fmla="*/ 9877 w 59843"/>
                      <a:gd name="connsiteY14" fmla="*/ 10046 h 94328"/>
                      <a:gd name="connsiteX15" fmla="*/ 22444 w 59843"/>
                      <a:gd name="connsiteY15" fmla="*/ 8559 h 94328"/>
                      <a:gd name="connsiteX16" fmla="*/ 39412 w 59843"/>
                      <a:gd name="connsiteY16" fmla="*/ 14190 h 94328"/>
                      <a:gd name="connsiteX17" fmla="*/ 45676 w 59843"/>
                      <a:gd name="connsiteY17" fmla="*/ 29499 h 94328"/>
                      <a:gd name="connsiteX18" fmla="*/ 39412 w 59843"/>
                      <a:gd name="connsiteY18" fmla="*/ 44787 h 94328"/>
                      <a:gd name="connsiteX19" fmla="*/ 22444 w 59843"/>
                      <a:gd name="connsiteY19" fmla="*/ 50439 h 94328"/>
                      <a:gd name="connsiteX20" fmla="*/ 12434 w 59843"/>
                      <a:gd name="connsiteY20" fmla="*/ 49328 h 94328"/>
                      <a:gd name="connsiteX21" fmla="*/ 2265 w 59843"/>
                      <a:gd name="connsiteY21" fmla="*/ 45858 h 94328"/>
                      <a:gd name="connsiteX22" fmla="*/ 2265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65" y="92338"/>
                        </a:moveTo>
                        <a:lnTo>
                          <a:pt x="51385" y="92338"/>
                        </a:lnTo>
                        <a:lnTo>
                          <a:pt x="51385" y="81789"/>
                        </a:lnTo>
                        <a:lnTo>
                          <a:pt x="13722" y="81789"/>
                        </a:lnTo>
                        <a:lnTo>
                          <a:pt x="13722" y="59124"/>
                        </a:lnTo>
                        <a:cubicBezTo>
                          <a:pt x="15533" y="59745"/>
                          <a:pt x="17343" y="60208"/>
                          <a:pt x="19154" y="60512"/>
                        </a:cubicBezTo>
                        <a:cubicBezTo>
                          <a:pt x="20977" y="60816"/>
                          <a:pt x="22801" y="60968"/>
                          <a:pt x="24625" y="60968"/>
                        </a:cubicBezTo>
                        <a:cubicBezTo>
                          <a:pt x="34945" y="60968"/>
                          <a:pt x="43119" y="58139"/>
                          <a:pt x="49145" y="52481"/>
                        </a:cubicBezTo>
                        <a:cubicBezTo>
                          <a:pt x="55184" y="46823"/>
                          <a:pt x="58203" y="39162"/>
                          <a:pt x="58203" y="29499"/>
                        </a:cubicBezTo>
                        <a:cubicBezTo>
                          <a:pt x="58203" y="19544"/>
                          <a:pt x="55105" y="11804"/>
                          <a:pt x="48907" y="6279"/>
                        </a:cubicBezTo>
                        <a:cubicBezTo>
                          <a:pt x="42709" y="766"/>
                          <a:pt x="33974" y="-1990"/>
                          <a:pt x="22702" y="-1990"/>
                        </a:cubicBezTo>
                        <a:cubicBezTo>
                          <a:pt x="18817" y="-1990"/>
                          <a:pt x="14859" y="-1660"/>
                          <a:pt x="10828" y="-999"/>
                        </a:cubicBezTo>
                        <a:cubicBezTo>
                          <a:pt x="6811" y="-338"/>
                          <a:pt x="2655" y="654"/>
                          <a:pt x="-1640" y="1976"/>
                        </a:cubicBezTo>
                        <a:lnTo>
                          <a:pt x="-1640" y="14567"/>
                        </a:lnTo>
                        <a:cubicBezTo>
                          <a:pt x="2074" y="12545"/>
                          <a:pt x="5912" y="11038"/>
                          <a:pt x="9877" y="10046"/>
                        </a:cubicBezTo>
                        <a:cubicBezTo>
                          <a:pt x="13841" y="9055"/>
                          <a:pt x="18030" y="8559"/>
                          <a:pt x="22444" y="8559"/>
                        </a:cubicBezTo>
                        <a:cubicBezTo>
                          <a:pt x="29593" y="8559"/>
                          <a:pt x="35249" y="10436"/>
                          <a:pt x="39412" y="14190"/>
                        </a:cubicBezTo>
                        <a:cubicBezTo>
                          <a:pt x="43588" y="17945"/>
                          <a:pt x="45676" y="23048"/>
                          <a:pt x="45676" y="29499"/>
                        </a:cubicBezTo>
                        <a:cubicBezTo>
                          <a:pt x="45676" y="35937"/>
                          <a:pt x="43588" y="41033"/>
                          <a:pt x="39412" y="44787"/>
                        </a:cubicBezTo>
                        <a:cubicBezTo>
                          <a:pt x="35249" y="48555"/>
                          <a:pt x="29593" y="50439"/>
                          <a:pt x="22444" y="50439"/>
                        </a:cubicBezTo>
                        <a:cubicBezTo>
                          <a:pt x="19101" y="50439"/>
                          <a:pt x="15764" y="50068"/>
                          <a:pt x="12434" y="49328"/>
                        </a:cubicBezTo>
                        <a:cubicBezTo>
                          <a:pt x="9117" y="48588"/>
                          <a:pt x="5727" y="47431"/>
                          <a:pt x="2265" y="45858"/>
                        </a:cubicBezTo>
                        <a:lnTo>
                          <a:pt x="2265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54" name="Freeform: Shape 453">
                    <a:extLst>
                      <a:ext uri="{FF2B5EF4-FFF2-40B4-BE49-F238E27FC236}">
                        <a16:creationId xmlns:a16="http://schemas.microsoft.com/office/drawing/2014/main" id="{98546B9A-6F9F-4C3C-9AF8-DAE4FBCE4BC7}"/>
                      </a:ext>
                    </a:extLst>
                  </p:cNvPr>
                  <p:cNvSpPr/>
                  <p:nvPr/>
                </p:nvSpPr>
                <p:spPr>
                  <a:xfrm flipV="1">
                    <a:off x="7836789" y="4957429"/>
                    <a:ext cx="59466" cy="92524"/>
                  </a:xfrm>
                  <a:custGeom>
                    <a:avLst/>
                    <a:gdLst>
                      <a:gd name="connsiteX0" fmla="*/ -1655 w 59466"/>
                      <a:gd name="connsiteY0" fmla="*/ 90488 h 92524"/>
                      <a:gd name="connsiteX1" fmla="*/ 57812 w 59466"/>
                      <a:gd name="connsiteY1" fmla="*/ 90488 h 92524"/>
                      <a:gd name="connsiteX2" fmla="*/ 57812 w 59466"/>
                      <a:gd name="connsiteY2" fmla="*/ 85154 h 92524"/>
                      <a:gd name="connsiteX3" fmla="*/ 24233 w 59466"/>
                      <a:gd name="connsiteY3" fmla="*/ -2036 h 92524"/>
                      <a:gd name="connsiteX4" fmla="*/ 11170 w 59466"/>
                      <a:gd name="connsiteY4" fmla="*/ -2036 h 92524"/>
                      <a:gd name="connsiteX5" fmla="*/ 42767 w 59466"/>
                      <a:gd name="connsiteY5" fmla="*/ 79939 h 92524"/>
                      <a:gd name="connsiteX6" fmla="*/ -1655 w 59466"/>
                      <a:gd name="connsiteY6" fmla="*/ 79939 h 92524"/>
                      <a:gd name="connsiteX7" fmla="*/ -1655 w 59466"/>
                      <a:gd name="connsiteY7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466" h="92524">
                        <a:moveTo>
                          <a:pt x="-1655" y="90488"/>
                        </a:moveTo>
                        <a:lnTo>
                          <a:pt x="57812" y="90488"/>
                        </a:lnTo>
                        <a:lnTo>
                          <a:pt x="57812" y="85154"/>
                        </a:lnTo>
                        <a:lnTo>
                          <a:pt x="24233" y="-2036"/>
                        </a:lnTo>
                        <a:lnTo>
                          <a:pt x="11170" y="-2036"/>
                        </a:lnTo>
                        <a:lnTo>
                          <a:pt x="42767" y="79939"/>
                        </a:lnTo>
                        <a:lnTo>
                          <a:pt x="-1655" y="79939"/>
                        </a:lnTo>
                        <a:lnTo>
                          <a:pt x="-1655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55" name="Freeform: Shape 454">
                    <a:extLst>
                      <a:ext uri="{FF2B5EF4-FFF2-40B4-BE49-F238E27FC236}">
                        <a16:creationId xmlns:a16="http://schemas.microsoft.com/office/drawing/2014/main" id="{808E273F-B67E-A783-7190-DA3DEC8BED74}"/>
                      </a:ext>
                    </a:extLst>
                  </p:cNvPr>
                  <p:cNvSpPr/>
                  <p:nvPr/>
                </p:nvSpPr>
                <p:spPr>
                  <a:xfrm flipV="1">
                    <a:off x="7915461" y="4955763"/>
                    <a:ext cx="63926" cy="95994"/>
                  </a:xfrm>
                  <a:custGeom>
                    <a:avLst/>
                    <a:gdLst>
                      <a:gd name="connsiteX0" fmla="*/ 30295 w 63926"/>
                      <a:gd name="connsiteY0" fmla="*/ 84047 h 95994"/>
                      <a:gd name="connsiteX1" fmla="*/ 15766 w 63926"/>
                      <a:gd name="connsiteY1" fmla="*/ 74529 h 95994"/>
                      <a:gd name="connsiteX2" fmla="*/ 10909 w 63926"/>
                      <a:gd name="connsiteY2" fmla="*/ 45935 h 95994"/>
                      <a:gd name="connsiteX3" fmla="*/ 15766 w 63926"/>
                      <a:gd name="connsiteY3" fmla="*/ 17400 h 95994"/>
                      <a:gd name="connsiteX4" fmla="*/ 30295 w 63926"/>
                      <a:gd name="connsiteY4" fmla="*/ 7882 h 95994"/>
                      <a:gd name="connsiteX5" fmla="*/ 44885 w 63926"/>
                      <a:gd name="connsiteY5" fmla="*/ 17400 h 95994"/>
                      <a:gd name="connsiteX6" fmla="*/ 49761 w 63926"/>
                      <a:gd name="connsiteY6" fmla="*/ 45935 h 95994"/>
                      <a:gd name="connsiteX7" fmla="*/ 44885 w 63926"/>
                      <a:gd name="connsiteY7" fmla="*/ 74529 h 95994"/>
                      <a:gd name="connsiteX8" fmla="*/ 30295 w 63926"/>
                      <a:gd name="connsiteY8" fmla="*/ 84047 h 95994"/>
                      <a:gd name="connsiteX9" fmla="*/ 30295 w 63926"/>
                      <a:gd name="connsiteY9" fmla="*/ 93962 h 95994"/>
                      <a:gd name="connsiteX10" fmla="*/ 54062 w 63926"/>
                      <a:gd name="connsiteY10" fmla="*/ 81648 h 95994"/>
                      <a:gd name="connsiteX11" fmla="*/ 62269 w 63926"/>
                      <a:gd name="connsiteY11" fmla="*/ 45935 h 95994"/>
                      <a:gd name="connsiteX12" fmla="*/ 54062 w 63926"/>
                      <a:gd name="connsiteY12" fmla="*/ 10262 h 95994"/>
                      <a:gd name="connsiteX13" fmla="*/ 30295 w 63926"/>
                      <a:gd name="connsiteY13" fmla="*/ -2032 h 95994"/>
                      <a:gd name="connsiteX14" fmla="*/ 6548 w 63926"/>
                      <a:gd name="connsiteY14" fmla="*/ 10262 h 95994"/>
                      <a:gd name="connsiteX15" fmla="*/ -1658 w 63926"/>
                      <a:gd name="connsiteY15" fmla="*/ 45935 h 95994"/>
                      <a:gd name="connsiteX16" fmla="*/ 6548 w 63926"/>
                      <a:gd name="connsiteY16" fmla="*/ 81648 h 95994"/>
                      <a:gd name="connsiteX17" fmla="*/ 30295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95" y="84047"/>
                        </a:moveTo>
                        <a:cubicBezTo>
                          <a:pt x="23860" y="84047"/>
                          <a:pt x="19017" y="80874"/>
                          <a:pt x="15766" y="74529"/>
                        </a:cubicBezTo>
                        <a:cubicBezTo>
                          <a:pt x="12528" y="68197"/>
                          <a:pt x="10909" y="58665"/>
                          <a:pt x="10909" y="45935"/>
                        </a:cubicBezTo>
                        <a:cubicBezTo>
                          <a:pt x="10909" y="33257"/>
                          <a:pt x="12528" y="23746"/>
                          <a:pt x="15766" y="17400"/>
                        </a:cubicBezTo>
                        <a:cubicBezTo>
                          <a:pt x="19017" y="11055"/>
                          <a:pt x="23860" y="7882"/>
                          <a:pt x="30295" y="7882"/>
                        </a:cubicBezTo>
                        <a:cubicBezTo>
                          <a:pt x="36784" y="7882"/>
                          <a:pt x="41647" y="11055"/>
                          <a:pt x="44885" y="17400"/>
                        </a:cubicBezTo>
                        <a:cubicBezTo>
                          <a:pt x="48135" y="23746"/>
                          <a:pt x="49761" y="33257"/>
                          <a:pt x="49761" y="45935"/>
                        </a:cubicBezTo>
                        <a:cubicBezTo>
                          <a:pt x="49761" y="58665"/>
                          <a:pt x="48135" y="68197"/>
                          <a:pt x="44885" y="74529"/>
                        </a:cubicBezTo>
                        <a:cubicBezTo>
                          <a:pt x="41647" y="80874"/>
                          <a:pt x="36784" y="84047"/>
                          <a:pt x="30295" y="84047"/>
                        </a:cubicBezTo>
                        <a:close/>
                        <a:moveTo>
                          <a:pt x="30295" y="93962"/>
                        </a:moveTo>
                        <a:cubicBezTo>
                          <a:pt x="40669" y="93962"/>
                          <a:pt x="48591" y="89857"/>
                          <a:pt x="54062" y="81648"/>
                        </a:cubicBezTo>
                        <a:cubicBezTo>
                          <a:pt x="59533" y="73452"/>
                          <a:pt x="62269" y="61547"/>
                          <a:pt x="62269" y="45935"/>
                        </a:cubicBezTo>
                        <a:cubicBezTo>
                          <a:pt x="62269" y="30362"/>
                          <a:pt x="59533" y="18471"/>
                          <a:pt x="54062" y="10262"/>
                        </a:cubicBezTo>
                        <a:cubicBezTo>
                          <a:pt x="48591" y="2066"/>
                          <a:pt x="40669" y="-2032"/>
                          <a:pt x="30295" y="-2032"/>
                        </a:cubicBezTo>
                        <a:cubicBezTo>
                          <a:pt x="19935" y="-2032"/>
                          <a:pt x="12019" y="2066"/>
                          <a:pt x="6548" y="10262"/>
                        </a:cubicBezTo>
                        <a:cubicBezTo>
                          <a:pt x="1077" y="18471"/>
                          <a:pt x="-1658" y="30362"/>
                          <a:pt x="-1658" y="45935"/>
                        </a:cubicBezTo>
                        <a:cubicBezTo>
                          <a:pt x="-1658" y="61547"/>
                          <a:pt x="1077" y="73452"/>
                          <a:pt x="6548" y="81648"/>
                        </a:cubicBezTo>
                        <a:cubicBezTo>
                          <a:pt x="12019" y="89857"/>
                          <a:pt x="19935" y="93962"/>
                          <a:pt x="30295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56" name="Graphic 398">
                <a:extLst>
                  <a:ext uri="{FF2B5EF4-FFF2-40B4-BE49-F238E27FC236}">
                    <a16:creationId xmlns:a16="http://schemas.microsoft.com/office/drawing/2014/main" id="{41860AFA-0DD4-1249-14B9-29E8166B5575}"/>
                  </a:ext>
                </a:extLst>
              </p:cNvPr>
              <p:cNvGrpSpPr/>
              <p:nvPr/>
            </p:nvGrpSpPr>
            <p:grpSpPr>
              <a:xfrm>
                <a:off x="8321774" y="4864687"/>
                <a:ext cx="223926" cy="187070"/>
                <a:chOff x="8321774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57" name="Freeform: Shape 456">
                  <a:extLst>
                    <a:ext uri="{FF2B5EF4-FFF2-40B4-BE49-F238E27FC236}">
                      <a16:creationId xmlns:a16="http://schemas.microsoft.com/office/drawing/2014/main" id="{B44E6891-28E7-EB5D-F04A-B5ACBB34BAD9}"/>
                    </a:ext>
                  </a:extLst>
                </p:cNvPr>
                <p:cNvSpPr/>
                <p:nvPr/>
              </p:nvSpPr>
              <p:spPr>
                <a:xfrm>
                  <a:off x="8433056" y="4864687"/>
                  <a:ext cx="12686" cy="44417"/>
                </a:xfrm>
                <a:custGeom>
                  <a:avLst/>
                  <a:gdLst>
                    <a:gd name="connsiteX0" fmla="*/ 415 w 12686"/>
                    <a:gd name="connsiteY0" fmla="*/ 286 h 44417"/>
                    <a:gd name="connsiteX1" fmla="*/ 415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415" y="286"/>
                      </a:moveTo>
                      <a:lnTo>
                        <a:pt x="415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58" name="Graphic 398">
                  <a:extLst>
                    <a:ext uri="{FF2B5EF4-FFF2-40B4-BE49-F238E27FC236}">
                      <a16:creationId xmlns:a16="http://schemas.microsoft.com/office/drawing/2014/main" id="{1CF2B7AF-D580-9420-ABFB-3C128821F6FC}"/>
                    </a:ext>
                  </a:extLst>
                </p:cNvPr>
                <p:cNvGrpSpPr/>
                <p:nvPr/>
              </p:nvGrpSpPr>
              <p:grpSpPr>
                <a:xfrm>
                  <a:off x="8321774" y="4955763"/>
                  <a:ext cx="223926" cy="95994"/>
                  <a:chOff x="8321774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59" name="Freeform: Shape 458">
                    <a:extLst>
                      <a:ext uri="{FF2B5EF4-FFF2-40B4-BE49-F238E27FC236}">
                        <a16:creationId xmlns:a16="http://schemas.microsoft.com/office/drawing/2014/main" id="{B0D5D8FB-68B0-5C9F-CCA4-5C67EA323717}"/>
                      </a:ext>
                    </a:extLst>
                  </p:cNvPr>
                  <p:cNvSpPr/>
                  <p:nvPr/>
                </p:nvSpPr>
                <p:spPr>
                  <a:xfrm flipV="1">
                    <a:off x="8321774" y="4957429"/>
                    <a:ext cx="59843" cy="94328"/>
                  </a:xfrm>
                  <a:custGeom>
                    <a:avLst/>
                    <a:gdLst>
                      <a:gd name="connsiteX0" fmla="*/ 2310 w 59843"/>
                      <a:gd name="connsiteY0" fmla="*/ 92338 h 94328"/>
                      <a:gd name="connsiteX1" fmla="*/ 51429 w 59843"/>
                      <a:gd name="connsiteY1" fmla="*/ 92338 h 94328"/>
                      <a:gd name="connsiteX2" fmla="*/ 51429 w 59843"/>
                      <a:gd name="connsiteY2" fmla="*/ 81789 h 94328"/>
                      <a:gd name="connsiteX3" fmla="*/ 13767 w 59843"/>
                      <a:gd name="connsiteY3" fmla="*/ 81789 h 94328"/>
                      <a:gd name="connsiteX4" fmla="*/ 13767 w 59843"/>
                      <a:gd name="connsiteY4" fmla="*/ 59124 h 94328"/>
                      <a:gd name="connsiteX5" fmla="*/ 19198 w 59843"/>
                      <a:gd name="connsiteY5" fmla="*/ 60512 h 94328"/>
                      <a:gd name="connsiteX6" fmla="*/ 24669 w 59843"/>
                      <a:gd name="connsiteY6" fmla="*/ 60968 h 94328"/>
                      <a:gd name="connsiteX7" fmla="*/ 49189 w 59843"/>
                      <a:gd name="connsiteY7" fmla="*/ 52481 h 94328"/>
                      <a:gd name="connsiteX8" fmla="*/ 58248 w 59843"/>
                      <a:gd name="connsiteY8" fmla="*/ 29499 h 94328"/>
                      <a:gd name="connsiteX9" fmla="*/ 48951 w 59843"/>
                      <a:gd name="connsiteY9" fmla="*/ 6279 h 94328"/>
                      <a:gd name="connsiteX10" fmla="*/ 22747 w 59843"/>
                      <a:gd name="connsiteY10" fmla="*/ -1990 h 94328"/>
                      <a:gd name="connsiteX11" fmla="*/ 10873 w 59843"/>
                      <a:gd name="connsiteY11" fmla="*/ -999 h 94328"/>
                      <a:gd name="connsiteX12" fmla="*/ -1595 w 59843"/>
                      <a:gd name="connsiteY12" fmla="*/ 1976 h 94328"/>
                      <a:gd name="connsiteX13" fmla="*/ -1595 w 59843"/>
                      <a:gd name="connsiteY13" fmla="*/ 14567 h 94328"/>
                      <a:gd name="connsiteX14" fmla="*/ 9922 w 59843"/>
                      <a:gd name="connsiteY14" fmla="*/ 10046 h 94328"/>
                      <a:gd name="connsiteX15" fmla="*/ 22489 w 59843"/>
                      <a:gd name="connsiteY15" fmla="*/ 8559 h 94328"/>
                      <a:gd name="connsiteX16" fmla="*/ 39457 w 59843"/>
                      <a:gd name="connsiteY16" fmla="*/ 14190 h 94328"/>
                      <a:gd name="connsiteX17" fmla="*/ 45720 w 59843"/>
                      <a:gd name="connsiteY17" fmla="*/ 29499 h 94328"/>
                      <a:gd name="connsiteX18" fmla="*/ 39457 w 59843"/>
                      <a:gd name="connsiteY18" fmla="*/ 44787 h 94328"/>
                      <a:gd name="connsiteX19" fmla="*/ 22489 w 59843"/>
                      <a:gd name="connsiteY19" fmla="*/ 50439 h 94328"/>
                      <a:gd name="connsiteX20" fmla="*/ 12479 w 59843"/>
                      <a:gd name="connsiteY20" fmla="*/ 49328 h 94328"/>
                      <a:gd name="connsiteX21" fmla="*/ 2310 w 59843"/>
                      <a:gd name="connsiteY21" fmla="*/ 45858 h 94328"/>
                      <a:gd name="connsiteX22" fmla="*/ 2310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310" y="92338"/>
                        </a:moveTo>
                        <a:lnTo>
                          <a:pt x="51429" y="92338"/>
                        </a:lnTo>
                        <a:lnTo>
                          <a:pt x="51429" y="81789"/>
                        </a:lnTo>
                        <a:lnTo>
                          <a:pt x="13767" y="81789"/>
                        </a:lnTo>
                        <a:lnTo>
                          <a:pt x="13767" y="59124"/>
                        </a:lnTo>
                        <a:cubicBezTo>
                          <a:pt x="15577" y="59745"/>
                          <a:pt x="17388" y="60208"/>
                          <a:pt x="19198" y="60512"/>
                        </a:cubicBezTo>
                        <a:cubicBezTo>
                          <a:pt x="21022" y="60816"/>
                          <a:pt x="22846" y="60968"/>
                          <a:pt x="24669" y="60968"/>
                        </a:cubicBezTo>
                        <a:cubicBezTo>
                          <a:pt x="34990" y="60968"/>
                          <a:pt x="43163" y="58139"/>
                          <a:pt x="49189" y="52481"/>
                        </a:cubicBezTo>
                        <a:cubicBezTo>
                          <a:pt x="55229" y="46823"/>
                          <a:pt x="58248" y="39162"/>
                          <a:pt x="58248" y="29499"/>
                        </a:cubicBezTo>
                        <a:cubicBezTo>
                          <a:pt x="58248" y="19544"/>
                          <a:pt x="55149" y="11804"/>
                          <a:pt x="48951" y="6279"/>
                        </a:cubicBezTo>
                        <a:cubicBezTo>
                          <a:pt x="42754" y="766"/>
                          <a:pt x="34019" y="-1990"/>
                          <a:pt x="22747" y="-1990"/>
                        </a:cubicBezTo>
                        <a:cubicBezTo>
                          <a:pt x="18861" y="-1990"/>
                          <a:pt x="14904" y="-1660"/>
                          <a:pt x="10873" y="-999"/>
                        </a:cubicBezTo>
                        <a:cubicBezTo>
                          <a:pt x="6856" y="-338"/>
                          <a:pt x="2700" y="654"/>
                          <a:pt x="-1595" y="1976"/>
                        </a:cubicBezTo>
                        <a:lnTo>
                          <a:pt x="-1595" y="14567"/>
                        </a:lnTo>
                        <a:cubicBezTo>
                          <a:pt x="2118" y="12545"/>
                          <a:pt x="5957" y="11038"/>
                          <a:pt x="9922" y="10046"/>
                        </a:cubicBezTo>
                        <a:cubicBezTo>
                          <a:pt x="13886" y="9055"/>
                          <a:pt x="18075" y="8559"/>
                          <a:pt x="22489" y="8559"/>
                        </a:cubicBezTo>
                        <a:cubicBezTo>
                          <a:pt x="29638" y="8559"/>
                          <a:pt x="35294" y="10436"/>
                          <a:pt x="39457" y="14190"/>
                        </a:cubicBezTo>
                        <a:cubicBezTo>
                          <a:pt x="43633" y="17945"/>
                          <a:pt x="45720" y="23048"/>
                          <a:pt x="45720" y="29499"/>
                        </a:cubicBezTo>
                        <a:cubicBezTo>
                          <a:pt x="45720" y="35937"/>
                          <a:pt x="43633" y="41033"/>
                          <a:pt x="39457" y="44787"/>
                        </a:cubicBezTo>
                        <a:cubicBezTo>
                          <a:pt x="35294" y="48555"/>
                          <a:pt x="29638" y="50439"/>
                          <a:pt x="22489" y="50439"/>
                        </a:cubicBezTo>
                        <a:cubicBezTo>
                          <a:pt x="19145" y="50439"/>
                          <a:pt x="15809" y="50068"/>
                          <a:pt x="12479" y="49328"/>
                        </a:cubicBezTo>
                        <a:cubicBezTo>
                          <a:pt x="9162" y="48588"/>
                          <a:pt x="5772" y="47431"/>
                          <a:pt x="2310" y="45858"/>
                        </a:cubicBezTo>
                        <a:lnTo>
                          <a:pt x="2310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0" name="Freeform: Shape 459">
                    <a:extLst>
                      <a:ext uri="{FF2B5EF4-FFF2-40B4-BE49-F238E27FC236}">
                        <a16:creationId xmlns:a16="http://schemas.microsoft.com/office/drawing/2014/main" id="{E88CA212-3A19-FA00-99EC-AF40241B65E2}"/>
                      </a:ext>
                    </a:extLst>
                  </p:cNvPr>
                  <p:cNvSpPr/>
                  <p:nvPr/>
                </p:nvSpPr>
                <p:spPr>
                  <a:xfrm flipV="1">
                    <a:off x="8401298" y="4955763"/>
                    <a:ext cx="63431" cy="95994"/>
                  </a:xfrm>
                  <a:custGeom>
                    <a:avLst/>
                    <a:gdLst>
                      <a:gd name="connsiteX0" fmla="*/ 30096 w 63431"/>
                      <a:gd name="connsiteY0" fmla="*/ 43714 h 95994"/>
                      <a:gd name="connsiteX1" fmla="*/ 16062 w 63431"/>
                      <a:gd name="connsiteY1" fmla="*/ 38935 h 95994"/>
                      <a:gd name="connsiteX2" fmla="*/ 10968 w 63431"/>
                      <a:gd name="connsiteY2" fmla="*/ 25808 h 95994"/>
                      <a:gd name="connsiteX3" fmla="*/ 16062 w 63431"/>
                      <a:gd name="connsiteY3" fmla="*/ 12661 h 95994"/>
                      <a:gd name="connsiteX4" fmla="*/ 30096 w 63431"/>
                      <a:gd name="connsiteY4" fmla="*/ 7882 h 95994"/>
                      <a:gd name="connsiteX5" fmla="*/ 44150 w 63431"/>
                      <a:gd name="connsiteY5" fmla="*/ 12681 h 95994"/>
                      <a:gd name="connsiteX6" fmla="*/ 49304 w 63431"/>
                      <a:gd name="connsiteY6" fmla="*/ 25808 h 95994"/>
                      <a:gd name="connsiteX7" fmla="*/ 44190 w 63431"/>
                      <a:gd name="connsiteY7" fmla="*/ 38935 h 95994"/>
                      <a:gd name="connsiteX8" fmla="*/ 30096 w 63431"/>
                      <a:gd name="connsiteY8" fmla="*/ 43714 h 95994"/>
                      <a:gd name="connsiteX9" fmla="*/ 17588 w 63431"/>
                      <a:gd name="connsiteY9" fmla="*/ 49028 h 95994"/>
                      <a:gd name="connsiteX10" fmla="*/ 5041 w 63431"/>
                      <a:gd name="connsiteY10" fmla="*/ 56524 h 95994"/>
                      <a:gd name="connsiteX11" fmla="*/ 561 w 63431"/>
                      <a:gd name="connsiteY11" fmla="*/ 69988 h 95994"/>
                      <a:gd name="connsiteX12" fmla="*/ 8450 w 63431"/>
                      <a:gd name="connsiteY12" fmla="*/ 87517 h 95994"/>
                      <a:gd name="connsiteX13" fmla="*/ 30096 w 63431"/>
                      <a:gd name="connsiteY13" fmla="*/ 93962 h 95994"/>
                      <a:gd name="connsiteX14" fmla="*/ 51782 w 63431"/>
                      <a:gd name="connsiteY14" fmla="*/ 87517 h 95994"/>
                      <a:gd name="connsiteX15" fmla="*/ 59651 w 63431"/>
                      <a:gd name="connsiteY15" fmla="*/ 69988 h 95994"/>
                      <a:gd name="connsiteX16" fmla="*/ 55152 w 63431"/>
                      <a:gd name="connsiteY16" fmla="*/ 56524 h 95994"/>
                      <a:gd name="connsiteX17" fmla="*/ 42683 w 63431"/>
                      <a:gd name="connsiteY17" fmla="*/ 49028 h 95994"/>
                      <a:gd name="connsiteX18" fmla="*/ 56757 w 63431"/>
                      <a:gd name="connsiteY18" fmla="*/ 40779 h 95994"/>
                      <a:gd name="connsiteX19" fmla="*/ 61812 w 63431"/>
                      <a:gd name="connsiteY19" fmla="*/ 25808 h 95994"/>
                      <a:gd name="connsiteX20" fmla="*/ 53605 w 63431"/>
                      <a:gd name="connsiteY20" fmla="*/ 5146 h 95994"/>
                      <a:gd name="connsiteX21" fmla="*/ 30096 w 63431"/>
                      <a:gd name="connsiteY21" fmla="*/ -2032 h 95994"/>
                      <a:gd name="connsiteX22" fmla="*/ 6587 w 63431"/>
                      <a:gd name="connsiteY22" fmla="*/ 5146 h 95994"/>
                      <a:gd name="connsiteX23" fmla="*/ -1619 w 63431"/>
                      <a:gd name="connsiteY23" fmla="*/ 25808 h 95994"/>
                      <a:gd name="connsiteX24" fmla="*/ 3455 w 63431"/>
                      <a:gd name="connsiteY24" fmla="*/ 40779 h 95994"/>
                      <a:gd name="connsiteX25" fmla="*/ 17588 w 63431"/>
                      <a:gd name="connsiteY25" fmla="*/ 49028 h 95994"/>
                      <a:gd name="connsiteX26" fmla="*/ 13010 w 63431"/>
                      <a:gd name="connsiteY26" fmla="*/ 68798 h 95994"/>
                      <a:gd name="connsiteX27" fmla="*/ 17489 w 63431"/>
                      <a:gd name="connsiteY27" fmla="*/ 57595 h 95994"/>
                      <a:gd name="connsiteX28" fmla="*/ 30096 w 63431"/>
                      <a:gd name="connsiteY28" fmla="*/ 53569 h 95994"/>
                      <a:gd name="connsiteX29" fmla="*/ 42703 w 63431"/>
                      <a:gd name="connsiteY29" fmla="*/ 57595 h 95994"/>
                      <a:gd name="connsiteX30" fmla="*/ 47262 w 63431"/>
                      <a:gd name="connsiteY30" fmla="*/ 68798 h 95994"/>
                      <a:gd name="connsiteX31" fmla="*/ 42703 w 63431"/>
                      <a:gd name="connsiteY31" fmla="*/ 80022 h 95994"/>
                      <a:gd name="connsiteX32" fmla="*/ 30096 w 63431"/>
                      <a:gd name="connsiteY32" fmla="*/ 84047 h 95994"/>
                      <a:gd name="connsiteX33" fmla="*/ 17489 w 63431"/>
                      <a:gd name="connsiteY33" fmla="*/ 80022 h 95994"/>
                      <a:gd name="connsiteX34" fmla="*/ 13010 w 63431"/>
                      <a:gd name="connsiteY34" fmla="*/ 6879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30096" y="43714"/>
                        </a:moveTo>
                        <a:cubicBezTo>
                          <a:pt x="24150" y="43714"/>
                          <a:pt x="19472" y="42121"/>
                          <a:pt x="16062" y="38935"/>
                        </a:cubicBezTo>
                        <a:cubicBezTo>
                          <a:pt x="12666" y="35749"/>
                          <a:pt x="10968" y="31374"/>
                          <a:pt x="10968" y="25808"/>
                        </a:cubicBezTo>
                        <a:cubicBezTo>
                          <a:pt x="10968" y="20229"/>
                          <a:pt x="12666" y="15847"/>
                          <a:pt x="16062" y="12661"/>
                        </a:cubicBezTo>
                        <a:cubicBezTo>
                          <a:pt x="19472" y="9475"/>
                          <a:pt x="24150" y="7882"/>
                          <a:pt x="30096" y="7882"/>
                        </a:cubicBezTo>
                        <a:cubicBezTo>
                          <a:pt x="36043" y="7882"/>
                          <a:pt x="40728" y="9482"/>
                          <a:pt x="44150" y="12681"/>
                        </a:cubicBezTo>
                        <a:cubicBezTo>
                          <a:pt x="47586" y="15893"/>
                          <a:pt x="49304" y="20269"/>
                          <a:pt x="49304" y="25808"/>
                        </a:cubicBezTo>
                        <a:cubicBezTo>
                          <a:pt x="49304" y="31374"/>
                          <a:pt x="47599" y="35749"/>
                          <a:pt x="44190" y="38935"/>
                        </a:cubicBezTo>
                        <a:cubicBezTo>
                          <a:pt x="40794" y="42121"/>
                          <a:pt x="36096" y="43714"/>
                          <a:pt x="30096" y="43714"/>
                        </a:cubicBezTo>
                        <a:close/>
                        <a:moveTo>
                          <a:pt x="17588" y="49028"/>
                        </a:moveTo>
                        <a:cubicBezTo>
                          <a:pt x="12223" y="50350"/>
                          <a:pt x="8041" y="52849"/>
                          <a:pt x="5041" y="56524"/>
                        </a:cubicBezTo>
                        <a:cubicBezTo>
                          <a:pt x="2054" y="60212"/>
                          <a:pt x="561" y="64700"/>
                          <a:pt x="561" y="69988"/>
                        </a:cubicBezTo>
                        <a:cubicBezTo>
                          <a:pt x="561" y="77378"/>
                          <a:pt x="3191" y="83221"/>
                          <a:pt x="8450" y="87517"/>
                        </a:cubicBezTo>
                        <a:cubicBezTo>
                          <a:pt x="13723" y="91814"/>
                          <a:pt x="20938" y="93962"/>
                          <a:pt x="30096" y="93962"/>
                        </a:cubicBezTo>
                        <a:cubicBezTo>
                          <a:pt x="39307" y="93962"/>
                          <a:pt x="46536" y="91814"/>
                          <a:pt x="51782" y="87517"/>
                        </a:cubicBezTo>
                        <a:cubicBezTo>
                          <a:pt x="57028" y="83221"/>
                          <a:pt x="59651" y="77378"/>
                          <a:pt x="59651" y="69988"/>
                        </a:cubicBezTo>
                        <a:cubicBezTo>
                          <a:pt x="59651" y="64700"/>
                          <a:pt x="58151" y="60212"/>
                          <a:pt x="55152" y="56524"/>
                        </a:cubicBezTo>
                        <a:cubicBezTo>
                          <a:pt x="52165" y="52849"/>
                          <a:pt x="48009" y="50350"/>
                          <a:pt x="42683" y="49028"/>
                        </a:cubicBezTo>
                        <a:cubicBezTo>
                          <a:pt x="48709" y="47627"/>
                          <a:pt x="53401" y="44877"/>
                          <a:pt x="56757" y="40779"/>
                        </a:cubicBezTo>
                        <a:cubicBezTo>
                          <a:pt x="60127" y="36694"/>
                          <a:pt x="61812" y="31704"/>
                          <a:pt x="61812" y="25808"/>
                        </a:cubicBezTo>
                        <a:cubicBezTo>
                          <a:pt x="61812" y="16832"/>
                          <a:pt x="59076" y="9945"/>
                          <a:pt x="53605" y="5146"/>
                        </a:cubicBezTo>
                        <a:cubicBezTo>
                          <a:pt x="48135" y="360"/>
                          <a:pt x="40298" y="-2032"/>
                          <a:pt x="30096" y="-2032"/>
                        </a:cubicBezTo>
                        <a:cubicBezTo>
                          <a:pt x="19908" y="-2032"/>
                          <a:pt x="12071" y="360"/>
                          <a:pt x="6587" y="5146"/>
                        </a:cubicBezTo>
                        <a:cubicBezTo>
                          <a:pt x="1116" y="9945"/>
                          <a:pt x="-1619" y="16832"/>
                          <a:pt x="-1619" y="25808"/>
                        </a:cubicBezTo>
                        <a:cubicBezTo>
                          <a:pt x="-1619" y="31704"/>
                          <a:pt x="72" y="36694"/>
                          <a:pt x="3455" y="40779"/>
                        </a:cubicBezTo>
                        <a:cubicBezTo>
                          <a:pt x="6851" y="44877"/>
                          <a:pt x="11562" y="47627"/>
                          <a:pt x="17588" y="49028"/>
                        </a:cubicBezTo>
                        <a:close/>
                        <a:moveTo>
                          <a:pt x="13010" y="68798"/>
                        </a:moveTo>
                        <a:cubicBezTo>
                          <a:pt x="13010" y="64013"/>
                          <a:pt x="14503" y="60278"/>
                          <a:pt x="17489" y="57595"/>
                        </a:cubicBezTo>
                        <a:cubicBezTo>
                          <a:pt x="20489" y="54911"/>
                          <a:pt x="24691" y="53569"/>
                          <a:pt x="30096" y="53569"/>
                        </a:cubicBezTo>
                        <a:cubicBezTo>
                          <a:pt x="35475" y="53569"/>
                          <a:pt x="39677" y="54911"/>
                          <a:pt x="42703" y="57595"/>
                        </a:cubicBezTo>
                        <a:cubicBezTo>
                          <a:pt x="45743" y="60278"/>
                          <a:pt x="47262" y="64013"/>
                          <a:pt x="47262" y="68798"/>
                        </a:cubicBezTo>
                        <a:cubicBezTo>
                          <a:pt x="47262" y="73597"/>
                          <a:pt x="45743" y="77338"/>
                          <a:pt x="42703" y="80022"/>
                        </a:cubicBezTo>
                        <a:cubicBezTo>
                          <a:pt x="39677" y="82705"/>
                          <a:pt x="35475" y="84047"/>
                          <a:pt x="30096" y="84047"/>
                        </a:cubicBezTo>
                        <a:cubicBezTo>
                          <a:pt x="24691" y="84047"/>
                          <a:pt x="20489" y="82705"/>
                          <a:pt x="17489" y="80022"/>
                        </a:cubicBezTo>
                        <a:cubicBezTo>
                          <a:pt x="14503" y="77338"/>
                          <a:pt x="13010" y="73597"/>
                          <a:pt x="13010" y="6879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1" name="Freeform: Shape 460">
                    <a:extLst>
                      <a:ext uri="{FF2B5EF4-FFF2-40B4-BE49-F238E27FC236}">
                        <a16:creationId xmlns:a16="http://schemas.microsoft.com/office/drawing/2014/main" id="{8DEA7D0B-5700-C909-E52D-8A6E7BCF7672}"/>
                      </a:ext>
                    </a:extLst>
                  </p:cNvPr>
                  <p:cNvSpPr/>
                  <p:nvPr/>
                </p:nvSpPr>
                <p:spPr>
                  <a:xfrm flipV="1">
                    <a:off x="8481774" y="4955763"/>
                    <a:ext cx="63926" cy="95994"/>
                  </a:xfrm>
                  <a:custGeom>
                    <a:avLst/>
                    <a:gdLst>
                      <a:gd name="connsiteX0" fmla="*/ 30340 w 63926"/>
                      <a:gd name="connsiteY0" fmla="*/ 84047 h 95994"/>
                      <a:gd name="connsiteX1" fmla="*/ 15810 w 63926"/>
                      <a:gd name="connsiteY1" fmla="*/ 74529 h 95994"/>
                      <a:gd name="connsiteX2" fmla="*/ 10954 w 63926"/>
                      <a:gd name="connsiteY2" fmla="*/ 45935 h 95994"/>
                      <a:gd name="connsiteX3" fmla="*/ 15810 w 63926"/>
                      <a:gd name="connsiteY3" fmla="*/ 17400 h 95994"/>
                      <a:gd name="connsiteX4" fmla="*/ 30340 w 63926"/>
                      <a:gd name="connsiteY4" fmla="*/ 7882 h 95994"/>
                      <a:gd name="connsiteX5" fmla="*/ 44929 w 63926"/>
                      <a:gd name="connsiteY5" fmla="*/ 17400 h 95994"/>
                      <a:gd name="connsiteX6" fmla="*/ 49805 w 63926"/>
                      <a:gd name="connsiteY6" fmla="*/ 45935 h 95994"/>
                      <a:gd name="connsiteX7" fmla="*/ 44929 w 63926"/>
                      <a:gd name="connsiteY7" fmla="*/ 74529 h 95994"/>
                      <a:gd name="connsiteX8" fmla="*/ 30340 w 63926"/>
                      <a:gd name="connsiteY8" fmla="*/ 84047 h 95994"/>
                      <a:gd name="connsiteX9" fmla="*/ 30340 w 63926"/>
                      <a:gd name="connsiteY9" fmla="*/ 93962 h 95994"/>
                      <a:gd name="connsiteX10" fmla="*/ 54107 w 63926"/>
                      <a:gd name="connsiteY10" fmla="*/ 81648 h 95994"/>
                      <a:gd name="connsiteX11" fmla="*/ 62313 w 63926"/>
                      <a:gd name="connsiteY11" fmla="*/ 45935 h 95994"/>
                      <a:gd name="connsiteX12" fmla="*/ 54107 w 63926"/>
                      <a:gd name="connsiteY12" fmla="*/ 10262 h 95994"/>
                      <a:gd name="connsiteX13" fmla="*/ 30340 w 63926"/>
                      <a:gd name="connsiteY13" fmla="*/ -2032 h 95994"/>
                      <a:gd name="connsiteX14" fmla="*/ 6593 w 63926"/>
                      <a:gd name="connsiteY14" fmla="*/ 10262 h 95994"/>
                      <a:gd name="connsiteX15" fmla="*/ -1613 w 63926"/>
                      <a:gd name="connsiteY15" fmla="*/ 45935 h 95994"/>
                      <a:gd name="connsiteX16" fmla="*/ 6593 w 63926"/>
                      <a:gd name="connsiteY16" fmla="*/ 81648 h 95994"/>
                      <a:gd name="connsiteX17" fmla="*/ 30340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40" y="84047"/>
                        </a:moveTo>
                        <a:cubicBezTo>
                          <a:pt x="23904" y="84047"/>
                          <a:pt x="19061" y="80874"/>
                          <a:pt x="15810" y="74529"/>
                        </a:cubicBezTo>
                        <a:cubicBezTo>
                          <a:pt x="12573" y="68197"/>
                          <a:pt x="10954" y="58665"/>
                          <a:pt x="10954" y="45935"/>
                        </a:cubicBezTo>
                        <a:cubicBezTo>
                          <a:pt x="10954" y="33257"/>
                          <a:pt x="12573" y="23746"/>
                          <a:pt x="15810" y="17400"/>
                        </a:cubicBezTo>
                        <a:cubicBezTo>
                          <a:pt x="19061" y="11055"/>
                          <a:pt x="23904" y="7882"/>
                          <a:pt x="30340" y="7882"/>
                        </a:cubicBezTo>
                        <a:cubicBezTo>
                          <a:pt x="36828" y="7882"/>
                          <a:pt x="41692" y="11055"/>
                          <a:pt x="44929" y="17400"/>
                        </a:cubicBezTo>
                        <a:cubicBezTo>
                          <a:pt x="48180" y="23746"/>
                          <a:pt x="49805" y="33257"/>
                          <a:pt x="49805" y="45935"/>
                        </a:cubicBezTo>
                        <a:cubicBezTo>
                          <a:pt x="49805" y="58665"/>
                          <a:pt x="48180" y="68197"/>
                          <a:pt x="44929" y="74529"/>
                        </a:cubicBezTo>
                        <a:cubicBezTo>
                          <a:pt x="41692" y="80874"/>
                          <a:pt x="36828" y="84047"/>
                          <a:pt x="30340" y="84047"/>
                        </a:cubicBezTo>
                        <a:close/>
                        <a:moveTo>
                          <a:pt x="30340" y="93962"/>
                        </a:moveTo>
                        <a:cubicBezTo>
                          <a:pt x="40714" y="93962"/>
                          <a:pt x="48636" y="89857"/>
                          <a:pt x="54107" y="81648"/>
                        </a:cubicBezTo>
                        <a:cubicBezTo>
                          <a:pt x="59578" y="73452"/>
                          <a:pt x="62313" y="61547"/>
                          <a:pt x="62313" y="45935"/>
                        </a:cubicBezTo>
                        <a:cubicBezTo>
                          <a:pt x="62313" y="30362"/>
                          <a:pt x="59578" y="18471"/>
                          <a:pt x="54107" y="10262"/>
                        </a:cubicBezTo>
                        <a:cubicBezTo>
                          <a:pt x="48636" y="2066"/>
                          <a:pt x="40714" y="-2032"/>
                          <a:pt x="30340" y="-2032"/>
                        </a:cubicBezTo>
                        <a:cubicBezTo>
                          <a:pt x="19980" y="-2032"/>
                          <a:pt x="12064" y="2066"/>
                          <a:pt x="6593" y="10262"/>
                        </a:cubicBezTo>
                        <a:cubicBezTo>
                          <a:pt x="1122" y="18471"/>
                          <a:pt x="-1613" y="30362"/>
                          <a:pt x="-1613" y="45935"/>
                        </a:cubicBezTo>
                        <a:cubicBezTo>
                          <a:pt x="-1613" y="61547"/>
                          <a:pt x="1122" y="73452"/>
                          <a:pt x="6593" y="81648"/>
                        </a:cubicBezTo>
                        <a:cubicBezTo>
                          <a:pt x="12064" y="89857"/>
                          <a:pt x="19980" y="93962"/>
                          <a:pt x="30340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462" name="Graphic 398">
              <a:extLst>
                <a:ext uri="{FF2B5EF4-FFF2-40B4-BE49-F238E27FC236}">
                  <a16:creationId xmlns:a16="http://schemas.microsoft.com/office/drawing/2014/main" id="{8ECA4072-1AB5-0F7C-7EED-78E5715E0EE4}"/>
                </a:ext>
              </a:extLst>
            </p:cNvPr>
            <p:cNvGrpSpPr/>
            <p:nvPr/>
          </p:nvGrpSpPr>
          <p:grpSpPr>
            <a:xfrm>
              <a:off x="3577804" y="2269379"/>
              <a:ext cx="324747" cy="2362067"/>
              <a:chOff x="3577804" y="2269379"/>
              <a:chExt cx="324747" cy="2362067"/>
            </a:xfrm>
            <a:solidFill>
              <a:srgbClr val="000000"/>
            </a:solidFill>
          </p:grpSpPr>
          <p:grpSp>
            <p:nvGrpSpPr>
              <p:cNvPr id="463" name="Graphic 398">
                <a:extLst>
                  <a:ext uri="{FF2B5EF4-FFF2-40B4-BE49-F238E27FC236}">
                    <a16:creationId xmlns:a16="http://schemas.microsoft.com/office/drawing/2014/main" id="{AD683782-B798-D90E-197B-9A0652A51EE5}"/>
                  </a:ext>
                </a:extLst>
              </p:cNvPr>
              <p:cNvGrpSpPr/>
              <p:nvPr/>
            </p:nvGrpSpPr>
            <p:grpSpPr>
              <a:xfrm>
                <a:off x="3577804" y="4535453"/>
                <a:ext cx="324747" cy="95994"/>
                <a:chOff x="3577804" y="4535453"/>
                <a:chExt cx="324747" cy="95994"/>
              </a:xfrm>
              <a:solidFill>
                <a:srgbClr val="000000"/>
              </a:solidFill>
            </p:grpSpPr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D51E3121-6EAD-159C-8D03-309A71907E3A}"/>
                    </a:ext>
                  </a:extLst>
                </p:cNvPr>
                <p:cNvSpPr/>
                <p:nvPr/>
              </p:nvSpPr>
              <p:spPr>
                <a:xfrm>
                  <a:off x="3858149" y="4581427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64 h 12690"/>
                    <a:gd name="connsiteX1" fmla="*/ 58 w 44401"/>
                    <a:gd name="connsiteY1" fmla="*/ 264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64"/>
                      </a:moveTo>
                      <a:lnTo>
                        <a:pt x="58" y="26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65" name="Graphic 398">
                  <a:extLst>
                    <a:ext uri="{FF2B5EF4-FFF2-40B4-BE49-F238E27FC236}">
                      <a16:creationId xmlns:a16="http://schemas.microsoft.com/office/drawing/2014/main" id="{5FF78596-BFDB-AF45-6B90-54D260986496}"/>
                    </a:ext>
                  </a:extLst>
                </p:cNvPr>
                <p:cNvGrpSpPr/>
                <p:nvPr/>
              </p:nvGrpSpPr>
              <p:grpSpPr>
                <a:xfrm>
                  <a:off x="3577804" y="4535453"/>
                  <a:ext cx="227514" cy="95994"/>
                  <a:chOff x="3577804" y="4535453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466" name="Freeform: Shape 465">
                    <a:extLst>
                      <a:ext uri="{FF2B5EF4-FFF2-40B4-BE49-F238E27FC236}">
                        <a16:creationId xmlns:a16="http://schemas.microsoft.com/office/drawing/2014/main" id="{D82927B7-16D3-3355-56EF-D470D4D638BE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4537119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49 h 92524"/>
                      <a:gd name="connsiteX1" fmla="*/ 8171 w 67395"/>
                      <a:gd name="connsiteY1" fmla="*/ 30154 h 92524"/>
                      <a:gd name="connsiteX2" fmla="*/ 39767 w 67395"/>
                      <a:gd name="connsiteY2" fmla="*/ 30154 h 92524"/>
                      <a:gd name="connsiteX3" fmla="*/ 39767 w 67395"/>
                      <a:gd name="connsiteY3" fmla="*/ 79549 h 92524"/>
                      <a:gd name="connsiteX4" fmla="*/ 36477 w 67395"/>
                      <a:gd name="connsiteY4" fmla="*/ 90455 h 92524"/>
                      <a:gd name="connsiteX5" fmla="*/ 52216 w 67395"/>
                      <a:gd name="connsiteY5" fmla="*/ 90455 h 92524"/>
                      <a:gd name="connsiteX6" fmla="*/ 52216 w 67395"/>
                      <a:gd name="connsiteY6" fmla="*/ 30154 h 92524"/>
                      <a:gd name="connsiteX7" fmla="*/ 65417 w 67395"/>
                      <a:gd name="connsiteY7" fmla="*/ 30154 h 92524"/>
                      <a:gd name="connsiteX8" fmla="*/ 65417 w 67395"/>
                      <a:gd name="connsiteY8" fmla="*/ 19743 h 92524"/>
                      <a:gd name="connsiteX9" fmla="*/ 52216 w 67395"/>
                      <a:gd name="connsiteY9" fmla="*/ 19743 h 92524"/>
                      <a:gd name="connsiteX10" fmla="*/ 52216 w 67395"/>
                      <a:gd name="connsiteY10" fmla="*/ -2069 h 92524"/>
                      <a:gd name="connsiteX11" fmla="*/ 39767 w 67395"/>
                      <a:gd name="connsiteY11" fmla="*/ -2069 h 92524"/>
                      <a:gd name="connsiteX12" fmla="*/ 39767 w 67395"/>
                      <a:gd name="connsiteY12" fmla="*/ 19743 h 92524"/>
                      <a:gd name="connsiteX13" fmla="*/ -1978 w 67395"/>
                      <a:gd name="connsiteY13" fmla="*/ 19743 h 92524"/>
                      <a:gd name="connsiteX14" fmla="*/ -1978 w 67395"/>
                      <a:gd name="connsiteY14" fmla="*/ 31819 h 92524"/>
                      <a:gd name="connsiteX15" fmla="*/ 36477 w 67395"/>
                      <a:gd name="connsiteY15" fmla="*/ 9045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49"/>
                        </a:moveTo>
                        <a:lnTo>
                          <a:pt x="8171" y="30154"/>
                        </a:lnTo>
                        <a:lnTo>
                          <a:pt x="39767" y="30154"/>
                        </a:lnTo>
                        <a:lnTo>
                          <a:pt x="39767" y="79549"/>
                        </a:lnTo>
                        <a:close/>
                        <a:moveTo>
                          <a:pt x="36477" y="90455"/>
                        </a:moveTo>
                        <a:lnTo>
                          <a:pt x="52216" y="90455"/>
                        </a:lnTo>
                        <a:lnTo>
                          <a:pt x="52216" y="30154"/>
                        </a:lnTo>
                        <a:lnTo>
                          <a:pt x="65417" y="30154"/>
                        </a:lnTo>
                        <a:lnTo>
                          <a:pt x="65417" y="19743"/>
                        </a:lnTo>
                        <a:lnTo>
                          <a:pt x="52216" y="19743"/>
                        </a:lnTo>
                        <a:lnTo>
                          <a:pt x="52216" y="-2069"/>
                        </a:lnTo>
                        <a:lnTo>
                          <a:pt x="39767" y="-2069"/>
                        </a:lnTo>
                        <a:lnTo>
                          <a:pt x="39767" y="19743"/>
                        </a:lnTo>
                        <a:lnTo>
                          <a:pt x="-1978" y="19743"/>
                        </a:lnTo>
                        <a:lnTo>
                          <a:pt x="-1978" y="31819"/>
                        </a:lnTo>
                        <a:lnTo>
                          <a:pt x="36477" y="904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7" name="Freeform: Shape 466">
                    <a:extLst>
                      <a:ext uri="{FF2B5EF4-FFF2-40B4-BE49-F238E27FC236}">
                        <a16:creationId xmlns:a16="http://schemas.microsoft.com/office/drawing/2014/main" id="{FB4D0B70-EAAC-D9BF-A0EA-965940168B97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916" y="4535453"/>
                    <a:ext cx="63431" cy="95994"/>
                  </a:xfrm>
                  <a:custGeom>
                    <a:avLst/>
                    <a:gdLst>
                      <a:gd name="connsiteX0" fmla="*/ 29723 w 63431"/>
                      <a:gd name="connsiteY0" fmla="*/ 43681 h 95994"/>
                      <a:gd name="connsiteX1" fmla="*/ 15688 w 63431"/>
                      <a:gd name="connsiteY1" fmla="*/ 38902 h 95994"/>
                      <a:gd name="connsiteX2" fmla="*/ 10594 w 63431"/>
                      <a:gd name="connsiteY2" fmla="*/ 25775 h 95994"/>
                      <a:gd name="connsiteX3" fmla="*/ 15688 w 63431"/>
                      <a:gd name="connsiteY3" fmla="*/ 12628 h 95994"/>
                      <a:gd name="connsiteX4" fmla="*/ 29723 w 63431"/>
                      <a:gd name="connsiteY4" fmla="*/ 7849 h 95994"/>
                      <a:gd name="connsiteX5" fmla="*/ 43777 w 63431"/>
                      <a:gd name="connsiteY5" fmla="*/ 12648 h 95994"/>
                      <a:gd name="connsiteX6" fmla="*/ 48930 w 63431"/>
                      <a:gd name="connsiteY6" fmla="*/ 25775 h 95994"/>
                      <a:gd name="connsiteX7" fmla="*/ 43816 w 63431"/>
                      <a:gd name="connsiteY7" fmla="*/ 38902 h 95994"/>
                      <a:gd name="connsiteX8" fmla="*/ 29723 w 63431"/>
                      <a:gd name="connsiteY8" fmla="*/ 43681 h 95994"/>
                      <a:gd name="connsiteX9" fmla="*/ 17215 w 63431"/>
                      <a:gd name="connsiteY9" fmla="*/ 48995 h 95994"/>
                      <a:gd name="connsiteX10" fmla="*/ 4667 w 63431"/>
                      <a:gd name="connsiteY10" fmla="*/ 56491 h 95994"/>
                      <a:gd name="connsiteX11" fmla="*/ 187 w 63431"/>
                      <a:gd name="connsiteY11" fmla="*/ 69955 h 95994"/>
                      <a:gd name="connsiteX12" fmla="*/ 8077 w 63431"/>
                      <a:gd name="connsiteY12" fmla="*/ 87484 h 95994"/>
                      <a:gd name="connsiteX13" fmla="*/ 29723 w 63431"/>
                      <a:gd name="connsiteY13" fmla="*/ 93929 h 95994"/>
                      <a:gd name="connsiteX14" fmla="*/ 51408 w 63431"/>
                      <a:gd name="connsiteY14" fmla="*/ 87484 h 95994"/>
                      <a:gd name="connsiteX15" fmla="*/ 59278 w 63431"/>
                      <a:gd name="connsiteY15" fmla="*/ 69955 h 95994"/>
                      <a:gd name="connsiteX16" fmla="*/ 54778 w 63431"/>
                      <a:gd name="connsiteY16" fmla="*/ 56491 h 95994"/>
                      <a:gd name="connsiteX17" fmla="*/ 42310 w 63431"/>
                      <a:gd name="connsiteY17" fmla="*/ 48995 h 95994"/>
                      <a:gd name="connsiteX18" fmla="*/ 56384 w 63431"/>
                      <a:gd name="connsiteY18" fmla="*/ 40746 h 95994"/>
                      <a:gd name="connsiteX19" fmla="*/ 61438 w 63431"/>
                      <a:gd name="connsiteY19" fmla="*/ 25775 h 95994"/>
                      <a:gd name="connsiteX20" fmla="*/ 53232 w 63431"/>
                      <a:gd name="connsiteY20" fmla="*/ 5113 h 95994"/>
                      <a:gd name="connsiteX21" fmla="*/ 29723 w 63431"/>
                      <a:gd name="connsiteY21" fmla="*/ -2066 h 95994"/>
                      <a:gd name="connsiteX22" fmla="*/ 6213 w 63431"/>
                      <a:gd name="connsiteY22" fmla="*/ 5113 h 95994"/>
                      <a:gd name="connsiteX23" fmla="*/ -1993 w 63431"/>
                      <a:gd name="connsiteY23" fmla="*/ 25775 h 95994"/>
                      <a:gd name="connsiteX24" fmla="*/ 3082 w 63431"/>
                      <a:gd name="connsiteY24" fmla="*/ 40746 h 95994"/>
                      <a:gd name="connsiteX25" fmla="*/ 17215 w 63431"/>
                      <a:gd name="connsiteY25" fmla="*/ 48995 h 95994"/>
                      <a:gd name="connsiteX26" fmla="*/ 12636 w 63431"/>
                      <a:gd name="connsiteY26" fmla="*/ 68765 h 95994"/>
                      <a:gd name="connsiteX27" fmla="*/ 17116 w 63431"/>
                      <a:gd name="connsiteY27" fmla="*/ 57562 h 95994"/>
                      <a:gd name="connsiteX28" fmla="*/ 29723 w 63431"/>
                      <a:gd name="connsiteY28" fmla="*/ 53536 h 95994"/>
                      <a:gd name="connsiteX29" fmla="*/ 42330 w 63431"/>
                      <a:gd name="connsiteY29" fmla="*/ 57562 h 95994"/>
                      <a:gd name="connsiteX30" fmla="*/ 46889 w 63431"/>
                      <a:gd name="connsiteY30" fmla="*/ 68765 h 95994"/>
                      <a:gd name="connsiteX31" fmla="*/ 42330 w 63431"/>
                      <a:gd name="connsiteY31" fmla="*/ 79989 h 95994"/>
                      <a:gd name="connsiteX32" fmla="*/ 29723 w 63431"/>
                      <a:gd name="connsiteY32" fmla="*/ 84014 h 95994"/>
                      <a:gd name="connsiteX33" fmla="*/ 17116 w 63431"/>
                      <a:gd name="connsiteY33" fmla="*/ 79989 h 95994"/>
                      <a:gd name="connsiteX34" fmla="*/ 12636 w 63431"/>
                      <a:gd name="connsiteY34" fmla="*/ 6876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29723" y="43681"/>
                        </a:moveTo>
                        <a:cubicBezTo>
                          <a:pt x="23776" y="43681"/>
                          <a:pt x="19098" y="42088"/>
                          <a:pt x="15688" y="38902"/>
                        </a:cubicBezTo>
                        <a:cubicBezTo>
                          <a:pt x="12292" y="35716"/>
                          <a:pt x="10594" y="31340"/>
                          <a:pt x="10594" y="25775"/>
                        </a:cubicBezTo>
                        <a:cubicBezTo>
                          <a:pt x="10594" y="20196"/>
                          <a:pt x="12292" y="15814"/>
                          <a:pt x="15688" y="12628"/>
                        </a:cubicBezTo>
                        <a:cubicBezTo>
                          <a:pt x="19098" y="9442"/>
                          <a:pt x="23776" y="7849"/>
                          <a:pt x="29723" y="7849"/>
                        </a:cubicBezTo>
                        <a:cubicBezTo>
                          <a:pt x="35669" y="7849"/>
                          <a:pt x="40354" y="9449"/>
                          <a:pt x="43777" y="12648"/>
                        </a:cubicBezTo>
                        <a:cubicBezTo>
                          <a:pt x="47212" y="15860"/>
                          <a:pt x="48930" y="20236"/>
                          <a:pt x="48930" y="25775"/>
                        </a:cubicBezTo>
                        <a:cubicBezTo>
                          <a:pt x="48930" y="31340"/>
                          <a:pt x="47226" y="35716"/>
                          <a:pt x="43816" y="38902"/>
                        </a:cubicBezTo>
                        <a:cubicBezTo>
                          <a:pt x="40420" y="42088"/>
                          <a:pt x="35722" y="43681"/>
                          <a:pt x="29723" y="43681"/>
                        </a:cubicBezTo>
                        <a:close/>
                        <a:moveTo>
                          <a:pt x="17215" y="48995"/>
                        </a:moveTo>
                        <a:cubicBezTo>
                          <a:pt x="11850" y="50317"/>
                          <a:pt x="7667" y="52816"/>
                          <a:pt x="4667" y="56491"/>
                        </a:cubicBezTo>
                        <a:cubicBezTo>
                          <a:pt x="1681" y="60179"/>
                          <a:pt x="187" y="64667"/>
                          <a:pt x="187" y="69955"/>
                        </a:cubicBezTo>
                        <a:cubicBezTo>
                          <a:pt x="187" y="77345"/>
                          <a:pt x="2817" y="83188"/>
                          <a:pt x="8077" y="87484"/>
                        </a:cubicBezTo>
                        <a:cubicBezTo>
                          <a:pt x="13349" y="91780"/>
                          <a:pt x="20565" y="93929"/>
                          <a:pt x="29723" y="93929"/>
                        </a:cubicBezTo>
                        <a:cubicBezTo>
                          <a:pt x="38933" y="93929"/>
                          <a:pt x="46162" y="91780"/>
                          <a:pt x="51408" y="87484"/>
                        </a:cubicBezTo>
                        <a:cubicBezTo>
                          <a:pt x="56654" y="83188"/>
                          <a:pt x="59278" y="77345"/>
                          <a:pt x="59278" y="69955"/>
                        </a:cubicBezTo>
                        <a:cubicBezTo>
                          <a:pt x="59278" y="64667"/>
                          <a:pt x="57778" y="60179"/>
                          <a:pt x="54778" y="56491"/>
                        </a:cubicBezTo>
                        <a:cubicBezTo>
                          <a:pt x="51791" y="52816"/>
                          <a:pt x="47635" y="50317"/>
                          <a:pt x="42310" y="48995"/>
                        </a:cubicBezTo>
                        <a:cubicBezTo>
                          <a:pt x="48336" y="47594"/>
                          <a:pt x="53027" y="44844"/>
                          <a:pt x="56384" y="40746"/>
                        </a:cubicBezTo>
                        <a:cubicBezTo>
                          <a:pt x="59753" y="36661"/>
                          <a:pt x="61438" y="31671"/>
                          <a:pt x="61438" y="25775"/>
                        </a:cubicBezTo>
                        <a:cubicBezTo>
                          <a:pt x="61438" y="16799"/>
                          <a:pt x="58703" y="9911"/>
                          <a:pt x="53232" y="5113"/>
                        </a:cubicBezTo>
                        <a:cubicBezTo>
                          <a:pt x="47761" y="327"/>
                          <a:pt x="39924" y="-2066"/>
                          <a:pt x="29723" y="-2066"/>
                        </a:cubicBezTo>
                        <a:cubicBezTo>
                          <a:pt x="19534" y="-2066"/>
                          <a:pt x="11698" y="327"/>
                          <a:pt x="6213" y="5113"/>
                        </a:cubicBezTo>
                        <a:cubicBezTo>
                          <a:pt x="743" y="9911"/>
                          <a:pt x="-1993" y="16799"/>
                          <a:pt x="-1993" y="25775"/>
                        </a:cubicBezTo>
                        <a:cubicBezTo>
                          <a:pt x="-1993" y="31671"/>
                          <a:pt x="-301" y="36661"/>
                          <a:pt x="3082" y="40746"/>
                        </a:cubicBezTo>
                        <a:cubicBezTo>
                          <a:pt x="6478" y="44844"/>
                          <a:pt x="11189" y="47594"/>
                          <a:pt x="17215" y="48995"/>
                        </a:cubicBezTo>
                        <a:close/>
                        <a:moveTo>
                          <a:pt x="12636" y="68765"/>
                        </a:moveTo>
                        <a:cubicBezTo>
                          <a:pt x="12636" y="63980"/>
                          <a:pt x="14129" y="60245"/>
                          <a:pt x="17116" y="57562"/>
                        </a:cubicBezTo>
                        <a:cubicBezTo>
                          <a:pt x="20115" y="54878"/>
                          <a:pt x="24318" y="53536"/>
                          <a:pt x="29723" y="53536"/>
                        </a:cubicBezTo>
                        <a:cubicBezTo>
                          <a:pt x="35101" y="53536"/>
                          <a:pt x="39303" y="54878"/>
                          <a:pt x="42330" y="57562"/>
                        </a:cubicBezTo>
                        <a:cubicBezTo>
                          <a:pt x="45369" y="60245"/>
                          <a:pt x="46889" y="63980"/>
                          <a:pt x="46889" y="68765"/>
                        </a:cubicBezTo>
                        <a:cubicBezTo>
                          <a:pt x="46889" y="73564"/>
                          <a:pt x="45369" y="77305"/>
                          <a:pt x="42330" y="79989"/>
                        </a:cubicBezTo>
                        <a:cubicBezTo>
                          <a:pt x="39303" y="82672"/>
                          <a:pt x="35101" y="84014"/>
                          <a:pt x="29723" y="84014"/>
                        </a:cubicBezTo>
                        <a:cubicBezTo>
                          <a:pt x="24318" y="84014"/>
                          <a:pt x="20115" y="82672"/>
                          <a:pt x="17116" y="79989"/>
                        </a:cubicBezTo>
                        <a:cubicBezTo>
                          <a:pt x="14129" y="77305"/>
                          <a:pt x="12636" y="73564"/>
                          <a:pt x="12636" y="6876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8" name="Freeform: Shape 467">
                    <a:extLst>
                      <a:ext uri="{FF2B5EF4-FFF2-40B4-BE49-F238E27FC236}">
                        <a16:creationId xmlns:a16="http://schemas.microsoft.com/office/drawing/2014/main" id="{2F2520BC-49EF-543D-49E9-CD32DD16C39A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535453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4014 h 95994"/>
                      <a:gd name="connsiteX1" fmla="*/ 15437 w 63926"/>
                      <a:gd name="connsiteY1" fmla="*/ 74496 h 95994"/>
                      <a:gd name="connsiteX2" fmla="*/ 10580 w 63926"/>
                      <a:gd name="connsiteY2" fmla="*/ 45902 h 95994"/>
                      <a:gd name="connsiteX3" fmla="*/ 15437 w 63926"/>
                      <a:gd name="connsiteY3" fmla="*/ 17367 h 95994"/>
                      <a:gd name="connsiteX4" fmla="*/ 29966 w 63926"/>
                      <a:gd name="connsiteY4" fmla="*/ 7849 h 95994"/>
                      <a:gd name="connsiteX5" fmla="*/ 44556 w 63926"/>
                      <a:gd name="connsiteY5" fmla="*/ 17367 h 95994"/>
                      <a:gd name="connsiteX6" fmla="*/ 49432 w 63926"/>
                      <a:gd name="connsiteY6" fmla="*/ 45902 h 95994"/>
                      <a:gd name="connsiteX7" fmla="*/ 44556 w 63926"/>
                      <a:gd name="connsiteY7" fmla="*/ 74496 h 95994"/>
                      <a:gd name="connsiteX8" fmla="*/ 29966 w 63926"/>
                      <a:gd name="connsiteY8" fmla="*/ 84014 h 95994"/>
                      <a:gd name="connsiteX9" fmla="*/ 29966 w 63926"/>
                      <a:gd name="connsiteY9" fmla="*/ 93929 h 95994"/>
                      <a:gd name="connsiteX10" fmla="*/ 53733 w 63926"/>
                      <a:gd name="connsiteY10" fmla="*/ 81615 h 95994"/>
                      <a:gd name="connsiteX11" fmla="*/ 61940 w 63926"/>
                      <a:gd name="connsiteY11" fmla="*/ 45902 h 95994"/>
                      <a:gd name="connsiteX12" fmla="*/ 53733 w 63926"/>
                      <a:gd name="connsiteY12" fmla="*/ 10229 h 95994"/>
                      <a:gd name="connsiteX13" fmla="*/ 29966 w 63926"/>
                      <a:gd name="connsiteY13" fmla="*/ -2066 h 95994"/>
                      <a:gd name="connsiteX14" fmla="*/ 6219 w 63926"/>
                      <a:gd name="connsiteY14" fmla="*/ 10229 h 95994"/>
                      <a:gd name="connsiteX15" fmla="*/ -1987 w 63926"/>
                      <a:gd name="connsiteY15" fmla="*/ 45902 h 95994"/>
                      <a:gd name="connsiteX16" fmla="*/ 6219 w 63926"/>
                      <a:gd name="connsiteY16" fmla="*/ 81615 h 95994"/>
                      <a:gd name="connsiteX17" fmla="*/ 29966 w 63926"/>
                      <a:gd name="connsiteY17" fmla="*/ 9392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4014"/>
                        </a:moveTo>
                        <a:cubicBezTo>
                          <a:pt x="23531" y="84014"/>
                          <a:pt x="18688" y="80841"/>
                          <a:pt x="15437" y="74496"/>
                        </a:cubicBezTo>
                        <a:cubicBezTo>
                          <a:pt x="12199" y="68164"/>
                          <a:pt x="10580" y="58632"/>
                          <a:pt x="10580" y="45902"/>
                        </a:cubicBezTo>
                        <a:cubicBezTo>
                          <a:pt x="10580" y="33224"/>
                          <a:pt x="12199" y="23713"/>
                          <a:pt x="15437" y="17367"/>
                        </a:cubicBezTo>
                        <a:cubicBezTo>
                          <a:pt x="18688" y="11022"/>
                          <a:pt x="23531" y="7849"/>
                          <a:pt x="29966" y="7849"/>
                        </a:cubicBezTo>
                        <a:cubicBezTo>
                          <a:pt x="36455" y="7849"/>
                          <a:pt x="41318" y="11022"/>
                          <a:pt x="44556" y="17367"/>
                        </a:cubicBezTo>
                        <a:cubicBezTo>
                          <a:pt x="47806" y="23713"/>
                          <a:pt x="49432" y="33224"/>
                          <a:pt x="49432" y="45902"/>
                        </a:cubicBezTo>
                        <a:cubicBezTo>
                          <a:pt x="49432" y="58632"/>
                          <a:pt x="47806" y="68164"/>
                          <a:pt x="44556" y="74496"/>
                        </a:cubicBezTo>
                        <a:cubicBezTo>
                          <a:pt x="41318" y="80841"/>
                          <a:pt x="36455" y="84014"/>
                          <a:pt x="29966" y="84014"/>
                        </a:cubicBezTo>
                        <a:close/>
                        <a:moveTo>
                          <a:pt x="29966" y="93929"/>
                        </a:moveTo>
                        <a:cubicBezTo>
                          <a:pt x="40340" y="93929"/>
                          <a:pt x="48262" y="89824"/>
                          <a:pt x="53733" y="81615"/>
                        </a:cubicBezTo>
                        <a:cubicBezTo>
                          <a:pt x="59204" y="73418"/>
                          <a:pt x="61940" y="61514"/>
                          <a:pt x="61940" y="45902"/>
                        </a:cubicBezTo>
                        <a:cubicBezTo>
                          <a:pt x="61940" y="30329"/>
                          <a:pt x="59204" y="18438"/>
                          <a:pt x="53733" y="10229"/>
                        </a:cubicBezTo>
                        <a:cubicBezTo>
                          <a:pt x="48262" y="2033"/>
                          <a:pt x="40340" y="-2066"/>
                          <a:pt x="29966" y="-2066"/>
                        </a:cubicBezTo>
                        <a:cubicBezTo>
                          <a:pt x="19606" y="-2066"/>
                          <a:pt x="11690" y="2033"/>
                          <a:pt x="6219" y="10229"/>
                        </a:cubicBezTo>
                        <a:cubicBezTo>
                          <a:pt x="748" y="18438"/>
                          <a:pt x="-1987" y="30329"/>
                          <a:pt x="-1987" y="45902"/>
                        </a:cubicBezTo>
                        <a:cubicBezTo>
                          <a:pt x="-1987" y="61514"/>
                          <a:pt x="748" y="73418"/>
                          <a:pt x="6219" y="81615"/>
                        </a:cubicBezTo>
                        <a:cubicBezTo>
                          <a:pt x="11690" y="89824"/>
                          <a:pt x="19606" y="93929"/>
                          <a:pt x="29966" y="939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69" name="Graphic 398">
                <a:extLst>
                  <a:ext uri="{FF2B5EF4-FFF2-40B4-BE49-F238E27FC236}">
                    <a16:creationId xmlns:a16="http://schemas.microsoft.com/office/drawing/2014/main" id="{4B84C3FB-9797-1854-93CD-39CB57A93C15}"/>
                  </a:ext>
                </a:extLst>
              </p:cNvPr>
              <p:cNvGrpSpPr/>
              <p:nvPr/>
            </p:nvGrpSpPr>
            <p:grpSpPr>
              <a:xfrm>
                <a:off x="3577804" y="3968934"/>
                <a:ext cx="324747" cy="95994"/>
                <a:chOff x="3577804" y="3968934"/>
                <a:chExt cx="324747" cy="95994"/>
              </a:xfrm>
              <a:solidFill>
                <a:srgbClr val="000000"/>
              </a:solidFill>
            </p:grpSpPr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C3AFD918-A0B3-5A94-2C56-940E27D08C4A}"/>
                    </a:ext>
                  </a:extLst>
                </p:cNvPr>
                <p:cNvSpPr/>
                <p:nvPr/>
              </p:nvSpPr>
              <p:spPr>
                <a:xfrm>
                  <a:off x="3858149" y="4014909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19 h 12690"/>
                    <a:gd name="connsiteX1" fmla="*/ 58 w 44401"/>
                    <a:gd name="connsiteY1" fmla="*/ 21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19"/>
                      </a:moveTo>
                      <a:lnTo>
                        <a:pt x="58" y="219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71" name="Graphic 398">
                  <a:extLst>
                    <a:ext uri="{FF2B5EF4-FFF2-40B4-BE49-F238E27FC236}">
                      <a16:creationId xmlns:a16="http://schemas.microsoft.com/office/drawing/2014/main" id="{605C90D8-2799-7A8E-B77F-110347E525B5}"/>
                    </a:ext>
                  </a:extLst>
                </p:cNvPr>
                <p:cNvGrpSpPr/>
                <p:nvPr/>
              </p:nvGrpSpPr>
              <p:grpSpPr>
                <a:xfrm>
                  <a:off x="3577804" y="3968934"/>
                  <a:ext cx="227514" cy="95994"/>
                  <a:chOff x="3577804" y="3968934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472" name="Freeform: Shape 471">
                    <a:extLst>
                      <a:ext uri="{FF2B5EF4-FFF2-40B4-BE49-F238E27FC236}">
                        <a16:creationId xmlns:a16="http://schemas.microsoft.com/office/drawing/2014/main" id="{7350270C-1B0A-5E99-E16C-2C32D81E6FAE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3970600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04 h 92524"/>
                      <a:gd name="connsiteX1" fmla="*/ 8171 w 67395"/>
                      <a:gd name="connsiteY1" fmla="*/ 30109 h 92524"/>
                      <a:gd name="connsiteX2" fmla="*/ 39767 w 67395"/>
                      <a:gd name="connsiteY2" fmla="*/ 30109 h 92524"/>
                      <a:gd name="connsiteX3" fmla="*/ 39767 w 67395"/>
                      <a:gd name="connsiteY3" fmla="*/ 79504 h 92524"/>
                      <a:gd name="connsiteX4" fmla="*/ 36477 w 67395"/>
                      <a:gd name="connsiteY4" fmla="*/ 90410 h 92524"/>
                      <a:gd name="connsiteX5" fmla="*/ 52216 w 67395"/>
                      <a:gd name="connsiteY5" fmla="*/ 90410 h 92524"/>
                      <a:gd name="connsiteX6" fmla="*/ 52216 w 67395"/>
                      <a:gd name="connsiteY6" fmla="*/ 30109 h 92524"/>
                      <a:gd name="connsiteX7" fmla="*/ 65417 w 67395"/>
                      <a:gd name="connsiteY7" fmla="*/ 30109 h 92524"/>
                      <a:gd name="connsiteX8" fmla="*/ 65417 w 67395"/>
                      <a:gd name="connsiteY8" fmla="*/ 19699 h 92524"/>
                      <a:gd name="connsiteX9" fmla="*/ 52216 w 67395"/>
                      <a:gd name="connsiteY9" fmla="*/ 19699 h 92524"/>
                      <a:gd name="connsiteX10" fmla="*/ 52216 w 67395"/>
                      <a:gd name="connsiteY10" fmla="*/ -2114 h 92524"/>
                      <a:gd name="connsiteX11" fmla="*/ 39767 w 67395"/>
                      <a:gd name="connsiteY11" fmla="*/ -2114 h 92524"/>
                      <a:gd name="connsiteX12" fmla="*/ 39767 w 67395"/>
                      <a:gd name="connsiteY12" fmla="*/ 19699 h 92524"/>
                      <a:gd name="connsiteX13" fmla="*/ -1978 w 67395"/>
                      <a:gd name="connsiteY13" fmla="*/ 19699 h 92524"/>
                      <a:gd name="connsiteX14" fmla="*/ -1978 w 67395"/>
                      <a:gd name="connsiteY14" fmla="*/ 31775 h 92524"/>
                      <a:gd name="connsiteX15" fmla="*/ 36477 w 67395"/>
                      <a:gd name="connsiteY15" fmla="*/ 904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04"/>
                        </a:moveTo>
                        <a:lnTo>
                          <a:pt x="8171" y="30109"/>
                        </a:lnTo>
                        <a:lnTo>
                          <a:pt x="39767" y="30109"/>
                        </a:lnTo>
                        <a:lnTo>
                          <a:pt x="39767" y="79504"/>
                        </a:lnTo>
                        <a:close/>
                        <a:moveTo>
                          <a:pt x="36477" y="90410"/>
                        </a:moveTo>
                        <a:lnTo>
                          <a:pt x="52216" y="90410"/>
                        </a:lnTo>
                        <a:lnTo>
                          <a:pt x="52216" y="30109"/>
                        </a:lnTo>
                        <a:lnTo>
                          <a:pt x="65417" y="30109"/>
                        </a:lnTo>
                        <a:lnTo>
                          <a:pt x="65417" y="19699"/>
                        </a:lnTo>
                        <a:lnTo>
                          <a:pt x="52216" y="19699"/>
                        </a:lnTo>
                        <a:lnTo>
                          <a:pt x="52216" y="-2114"/>
                        </a:lnTo>
                        <a:lnTo>
                          <a:pt x="39767" y="-2114"/>
                        </a:lnTo>
                        <a:lnTo>
                          <a:pt x="39767" y="19699"/>
                        </a:lnTo>
                        <a:lnTo>
                          <a:pt x="-1978" y="19699"/>
                        </a:lnTo>
                        <a:lnTo>
                          <a:pt x="-1978" y="31775"/>
                        </a:lnTo>
                        <a:lnTo>
                          <a:pt x="36477" y="90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3" name="Freeform: Shape 472">
                    <a:extLst>
                      <a:ext uri="{FF2B5EF4-FFF2-40B4-BE49-F238E27FC236}">
                        <a16:creationId xmlns:a16="http://schemas.microsoft.com/office/drawing/2014/main" id="{CB92FFDA-218F-D3D4-B97B-66AF57F39EA4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301" y="3968934"/>
                    <a:ext cx="63807" cy="95994"/>
                  </a:xfrm>
                  <a:custGeom>
                    <a:avLst/>
                    <a:gdLst>
                      <a:gd name="connsiteX0" fmla="*/ 3975 w 63807"/>
                      <a:gd name="connsiteY0" fmla="*/ 1618 h 95994"/>
                      <a:gd name="connsiteX1" fmla="*/ 3975 w 63807"/>
                      <a:gd name="connsiteY1" fmla="*/ 13020 h 95994"/>
                      <a:gd name="connsiteX2" fmla="*/ 13510 w 63807"/>
                      <a:gd name="connsiteY2" fmla="*/ 9609 h 95994"/>
                      <a:gd name="connsiteX3" fmla="*/ 23005 w 63807"/>
                      <a:gd name="connsiteY3" fmla="*/ 8439 h 95994"/>
                      <a:gd name="connsiteX4" fmla="*/ 41915 w 63807"/>
                      <a:gd name="connsiteY4" fmla="*/ 16767 h 95994"/>
                      <a:gd name="connsiteX5" fmla="*/ 49388 w 63807"/>
                      <a:gd name="connsiteY5" fmla="*/ 42090 h 95994"/>
                      <a:gd name="connsiteX6" fmla="*/ 40270 w 63807"/>
                      <a:gd name="connsiteY6" fmla="*/ 33900 h 95994"/>
                      <a:gd name="connsiteX7" fmla="*/ 28079 w 63807"/>
                      <a:gd name="connsiteY7" fmla="*/ 31045 h 95994"/>
                      <a:gd name="connsiteX8" fmla="*/ 6116 w 63807"/>
                      <a:gd name="connsiteY8" fmla="*/ 39432 h 95994"/>
                      <a:gd name="connsiteX9" fmla="*/ -1971 w 63807"/>
                      <a:gd name="connsiteY9" fmla="*/ 62415 h 95994"/>
                      <a:gd name="connsiteX10" fmla="*/ 6453 w 63807"/>
                      <a:gd name="connsiteY10" fmla="*/ 85258 h 95994"/>
                      <a:gd name="connsiteX11" fmla="*/ 28872 w 63807"/>
                      <a:gd name="connsiteY11" fmla="*/ 93884 h 95994"/>
                      <a:gd name="connsiteX12" fmla="*/ 53372 w 63807"/>
                      <a:gd name="connsiteY12" fmla="*/ 81570 h 95994"/>
                      <a:gd name="connsiteX13" fmla="*/ 61836 w 63807"/>
                      <a:gd name="connsiteY13" fmla="*/ 45857 h 95994"/>
                      <a:gd name="connsiteX14" fmla="*/ 51449 w 63807"/>
                      <a:gd name="connsiteY14" fmla="*/ 10938 h 95994"/>
                      <a:gd name="connsiteX15" fmla="*/ 23560 w 63807"/>
                      <a:gd name="connsiteY15" fmla="*/ -2110 h 95994"/>
                      <a:gd name="connsiteX16" fmla="*/ 14005 w 63807"/>
                      <a:gd name="connsiteY16" fmla="*/ -1178 h 95994"/>
                      <a:gd name="connsiteX17" fmla="*/ 3975 w 63807"/>
                      <a:gd name="connsiteY17" fmla="*/ 1618 h 95994"/>
                      <a:gd name="connsiteX18" fmla="*/ 28872 w 63807"/>
                      <a:gd name="connsiteY18" fmla="*/ 40840 h 95994"/>
                      <a:gd name="connsiteX19" fmla="*/ 42212 w 63807"/>
                      <a:gd name="connsiteY19" fmla="*/ 46591 h 95994"/>
                      <a:gd name="connsiteX20" fmla="*/ 47148 w 63807"/>
                      <a:gd name="connsiteY20" fmla="*/ 62415 h 95994"/>
                      <a:gd name="connsiteX21" fmla="*/ 42212 w 63807"/>
                      <a:gd name="connsiteY21" fmla="*/ 78179 h 95994"/>
                      <a:gd name="connsiteX22" fmla="*/ 28872 w 63807"/>
                      <a:gd name="connsiteY22" fmla="*/ 83969 h 95994"/>
                      <a:gd name="connsiteX23" fmla="*/ 15532 w 63807"/>
                      <a:gd name="connsiteY23" fmla="*/ 78179 h 95994"/>
                      <a:gd name="connsiteX24" fmla="*/ 10616 w 63807"/>
                      <a:gd name="connsiteY24" fmla="*/ 62415 h 95994"/>
                      <a:gd name="connsiteX25" fmla="*/ 15532 w 63807"/>
                      <a:gd name="connsiteY25" fmla="*/ 46591 h 95994"/>
                      <a:gd name="connsiteX26" fmla="*/ 28872 w 63807"/>
                      <a:gd name="connsiteY26" fmla="*/ 4084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3975" y="1618"/>
                        </a:moveTo>
                        <a:lnTo>
                          <a:pt x="3975" y="13020"/>
                        </a:lnTo>
                        <a:cubicBezTo>
                          <a:pt x="7120" y="11526"/>
                          <a:pt x="10298" y="10389"/>
                          <a:pt x="13510" y="9609"/>
                        </a:cubicBezTo>
                        <a:cubicBezTo>
                          <a:pt x="16734" y="8829"/>
                          <a:pt x="19899" y="8439"/>
                          <a:pt x="23005" y="8439"/>
                        </a:cubicBezTo>
                        <a:cubicBezTo>
                          <a:pt x="31264" y="8439"/>
                          <a:pt x="37567" y="11215"/>
                          <a:pt x="41915" y="16767"/>
                        </a:cubicBezTo>
                        <a:cubicBezTo>
                          <a:pt x="46276" y="22320"/>
                          <a:pt x="48767" y="30760"/>
                          <a:pt x="49388" y="42090"/>
                        </a:cubicBezTo>
                        <a:cubicBezTo>
                          <a:pt x="46996" y="38534"/>
                          <a:pt x="43957" y="35804"/>
                          <a:pt x="40270" y="33900"/>
                        </a:cubicBezTo>
                        <a:cubicBezTo>
                          <a:pt x="36596" y="31996"/>
                          <a:pt x="32532" y="31045"/>
                          <a:pt x="28079" y="31045"/>
                        </a:cubicBezTo>
                        <a:cubicBezTo>
                          <a:pt x="18829" y="31045"/>
                          <a:pt x="11508" y="33841"/>
                          <a:pt x="6116" y="39432"/>
                        </a:cubicBezTo>
                        <a:cubicBezTo>
                          <a:pt x="724" y="45038"/>
                          <a:pt x="-1971" y="52698"/>
                          <a:pt x="-1971" y="62415"/>
                        </a:cubicBezTo>
                        <a:cubicBezTo>
                          <a:pt x="-1971" y="71906"/>
                          <a:pt x="837" y="79521"/>
                          <a:pt x="6453" y="85258"/>
                        </a:cubicBezTo>
                        <a:cubicBezTo>
                          <a:pt x="12069" y="91009"/>
                          <a:pt x="19542" y="93884"/>
                          <a:pt x="28872" y="93884"/>
                        </a:cubicBezTo>
                        <a:cubicBezTo>
                          <a:pt x="39576" y="93884"/>
                          <a:pt x="47743" y="89779"/>
                          <a:pt x="53372" y="81570"/>
                        </a:cubicBezTo>
                        <a:cubicBezTo>
                          <a:pt x="59015" y="73374"/>
                          <a:pt x="61836" y="61470"/>
                          <a:pt x="61836" y="45857"/>
                        </a:cubicBezTo>
                        <a:cubicBezTo>
                          <a:pt x="61836" y="31276"/>
                          <a:pt x="58374" y="19636"/>
                          <a:pt x="51449" y="10938"/>
                        </a:cubicBezTo>
                        <a:cubicBezTo>
                          <a:pt x="44538" y="2239"/>
                          <a:pt x="35241" y="-2110"/>
                          <a:pt x="23560" y="-2110"/>
                        </a:cubicBezTo>
                        <a:cubicBezTo>
                          <a:pt x="20414" y="-2110"/>
                          <a:pt x="17230" y="-1800"/>
                          <a:pt x="14005" y="-1178"/>
                        </a:cubicBezTo>
                        <a:cubicBezTo>
                          <a:pt x="10794" y="-557"/>
                          <a:pt x="7451" y="375"/>
                          <a:pt x="3975" y="1618"/>
                        </a:cubicBezTo>
                        <a:close/>
                        <a:moveTo>
                          <a:pt x="28872" y="40840"/>
                        </a:moveTo>
                        <a:cubicBezTo>
                          <a:pt x="34488" y="40840"/>
                          <a:pt x="38935" y="42757"/>
                          <a:pt x="42212" y="46591"/>
                        </a:cubicBezTo>
                        <a:cubicBezTo>
                          <a:pt x="45503" y="50438"/>
                          <a:pt x="47148" y="55712"/>
                          <a:pt x="47148" y="62415"/>
                        </a:cubicBezTo>
                        <a:cubicBezTo>
                          <a:pt x="47148" y="69064"/>
                          <a:pt x="45503" y="74319"/>
                          <a:pt x="42212" y="78179"/>
                        </a:cubicBezTo>
                        <a:cubicBezTo>
                          <a:pt x="38935" y="82039"/>
                          <a:pt x="34488" y="83969"/>
                          <a:pt x="28872" y="83969"/>
                        </a:cubicBezTo>
                        <a:cubicBezTo>
                          <a:pt x="23256" y="83969"/>
                          <a:pt x="18809" y="82039"/>
                          <a:pt x="15532" y="78179"/>
                        </a:cubicBezTo>
                        <a:cubicBezTo>
                          <a:pt x="12254" y="74319"/>
                          <a:pt x="10616" y="69064"/>
                          <a:pt x="10616" y="62415"/>
                        </a:cubicBezTo>
                        <a:cubicBezTo>
                          <a:pt x="10616" y="55712"/>
                          <a:pt x="12254" y="50438"/>
                          <a:pt x="15532" y="46591"/>
                        </a:cubicBezTo>
                        <a:cubicBezTo>
                          <a:pt x="18809" y="42757"/>
                          <a:pt x="23256" y="40840"/>
                          <a:pt x="28872" y="408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4" name="Freeform: Shape 473">
                    <a:extLst>
                      <a:ext uri="{FF2B5EF4-FFF2-40B4-BE49-F238E27FC236}">
                        <a16:creationId xmlns:a16="http://schemas.microsoft.com/office/drawing/2014/main" id="{1578C2C9-7E8B-7C7F-6D59-128FF22CF193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968934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69 h 95994"/>
                      <a:gd name="connsiteX1" fmla="*/ 15437 w 63926"/>
                      <a:gd name="connsiteY1" fmla="*/ 74451 h 95994"/>
                      <a:gd name="connsiteX2" fmla="*/ 10580 w 63926"/>
                      <a:gd name="connsiteY2" fmla="*/ 45857 h 95994"/>
                      <a:gd name="connsiteX3" fmla="*/ 15437 w 63926"/>
                      <a:gd name="connsiteY3" fmla="*/ 17323 h 95994"/>
                      <a:gd name="connsiteX4" fmla="*/ 29966 w 63926"/>
                      <a:gd name="connsiteY4" fmla="*/ 7805 h 95994"/>
                      <a:gd name="connsiteX5" fmla="*/ 44556 w 63926"/>
                      <a:gd name="connsiteY5" fmla="*/ 17323 h 95994"/>
                      <a:gd name="connsiteX6" fmla="*/ 49432 w 63926"/>
                      <a:gd name="connsiteY6" fmla="*/ 45857 h 95994"/>
                      <a:gd name="connsiteX7" fmla="*/ 44556 w 63926"/>
                      <a:gd name="connsiteY7" fmla="*/ 74451 h 95994"/>
                      <a:gd name="connsiteX8" fmla="*/ 29966 w 63926"/>
                      <a:gd name="connsiteY8" fmla="*/ 83969 h 95994"/>
                      <a:gd name="connsiteX9" fmla="*/ 29966 w 63926"/>
                      <a:gd name="connsiteY9" fmla="*/ 93884 h 95994"/>
                      <a:gd name="connsiteX10" fmla="*/ 53733 w 63926"/>
                      <a:gd name="connsiteY10" fmla="*/ 81570 h 95994"/>
                      <a:gd name="connsiteX11" fmla="*/ 61940 w 63926"/>
                      <a:gd name="connsiteY11" fmla="*/ 45857 h 95994"/>
                      <a:gd name="connsiteX12" fmla="*/ 53733 w 63926"/>
                      <a:gd name="connsiteY12" fmla="*/ 10184 h 95994"/>
                      <a:gd name="connsiteX13" fmla="*/ 29966 w 63926"/>
                      <a:gd name="connsiteY13" fmla="*/ -2110 h 95994"/>
                      <a:gd name="connsiteX14" fmla="*/ 6219 w 63926"/>
                      <a:gd name="connsiteY14" fmla="*/ 10184 h 95994"/>
                      <a:gd name="connsiteX15" fmla="*/ -1987 w 63926"/>
                      <a:gd name="connsiteY15" fmla="*/ 45857 h 95994"/>
                      <a:gd name="connsiteX16" fmla="*/ 6219 w 63926"/>
                      <a:gd name="connsiteY16" fmla="*/ 81570 h 95994"/>
                      <a:gd name="connsiteX17" fmla="*/ 29966 w 63926"/>
                      <a:gd name="connsiteY17" fmla="*/ 938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69"/>
                        </a:moveTo>
                        <a:cubicBezTo>
                          <a:pt x="23531" y="83969"/>
                          <a:pt x="18688" y="80797"/>
                          <a:pt x="15437" y="74451"/>
                        </a:cubicBezTo>
                        <a:cubicBezTo>
                          <a:pt x="12199" y="68119"/>
                          <a:pt x="10580" y="58588"/>
                          <a:pt x="10580" y="45857"/>
                        </a:cubicBezTo>
                        <a:cubicBezTo>
                          <a:pt x="10580" y="33180"/>
                          <a:pt x="12199" y="23668"/>
                          <a:pt x="15437" y="17323"/>
                        </a:cubicBezTo>
                        <a:cubicBezTo>
                          <a:pt x="18688" y="10977"/>
                          <a:pt x="23531" y="7805"/>
                          <a:pt x="29966" y="7805"/>
                        </a:cubicBezTo>
                        <a:cubicBezTo>
                          <a:pt x="36455" y="7805"/>
                          <a:pt x="41318" y="10977"/>
                          <a:pt x="44556" y="17323"/>
                        </a:cubicBezTo>
                        <a:cubicBezTo>
                          <a:pt x="47806" y="23668"/>
                          <a:pt x="49432" y="33180"/>
                          <a:pt x="49432" y="45857"/>
                        </a:cubicBezTo>
                        <a:cubicBezTo>
                          <a:pt x="49432" y="58588"/>
                          <a:pt x="47806" y="68119"/>
                          <a:pt x="44556" y="74451"/>
                        </a:cubicBezTo>
                        <a:cubicBezTo>
                          <a:pt x="41318" y="80797"/>
                          <a:pt x="36455" y="83969"/>
                          <a:pt x="29966" y="83969"/>
                        </a:cubicBezTo>
                        <a:close/>
                        <a:moveTo>
                          <a:pt x="29966" y="93884"/>
                        </a:moveTo>
                        <a:cubicBezTo>
                          <a:pt x="40340" y="93884"/>
                          <a:pt x="48262" y="89779"/>
                          <a:pt x="53733" y="81570"/>
                        </a:cubicBezTo>
                        <a:cubicBezTo>
                          <a:pt x="59204" y="73374"/>
                          <a:pt x="61940" y="61470"/>
                          <a:pt x="61940" y="45857"/>
                        </a:cubicBezTo>
                        <a:cubicBezTo>
                          <a:pt x="61940" y="30284"/>
                          <a:pt x="59204" y="18393"/>
                          <a:pt x="53733" y="10184"/>
                        </a:cubicBezTo>
                        <a:cubicBezTo>
                          <a:pt x="48262" y="1988"/>
                          <a:pt x="40340" y="-2110"/>
                          <a:pt x="29966" y="-2110"/>
                        </a:cubicBezTo>
                        <a:cubicBezTo>
                          <a:pt x="19606" y="-2110"/>
                          <a:pt x="11690" y="1988"/>
                          <a:pt x="6219" y="10184"/>
                        </a:cubicBezTo>
                        <a:cubicBezTo>
                          <a:pt x="748" y="18393"/>
                          <a:pt x="-1987" y="30284"/>
                          <a:pt x="-1987" y="45857"/>
                        </a:cubicBezTo>
                        <a:cubicBezTo>
                          <a:pt x="-1987" y="61470"/>
                          <a:pt x="748" y="73374"/>
                          <a:pt x="6219" y="81570"/>
                        </a:cubicBezTo>
                        <a:cubicBezTo>
                          <a:pt x="11690" y="89779"/>
                          <a:pt x="19606" y="93884"/>
                          <a:pt x="29966" y="938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75" name="Graphic 398">
                <a:extLst>
                  <a:ext uri="{FF2B5EF4-FFF2-40B4-BE49-F238E27FC236}">
                    <a16:creationId xmlns:a16="http://schemas.microsoft.com/office/drawing/2014/main" id="{DB3CA51B-C395-6E7B-BBD4-8894FAED97E8}"/>
                  </a:ext>
                </a:extLst>
              </p:cNvPr>
              <p:cNvGrpSpPr/>
              <p:nvPr/>
            </p:nvGrpSpPr>
            <p:grpSpPr>
              <a:xfrm>
                <a:off x="3581391" y="3402416"/>
                <a:ext cx="321159" cy="95994"/>
                <a:chOff x="3581391" y="3402416"/>
                <a:chExt cx="321159" cy="95994"/>
              </a:xfrm>
              <a:solidFill>
                <a:srgbClr val="000000"/>
              </a:solidFill>
            </p:grpSpPr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7A0A6332-29F3-C282-28F2-034BACA3DFFB}"/>
                    </a:ext>
                  </a:extLst>
                </p:cNvPr>
                <p:cNvSpPr/>
                <p:nvPr/>
              </p:nvSpPr>
              <p:spPr>
                <a:xfrm>
                  <a:off x="3858149" y="344839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75 h 12690"/>
                    <a:gd name="connsiteX1" fmla="*/ 58 w 44401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77" name="Graphic 398">
                  <a:extLst>
                    <a:ext uri="{FF2B5EF4-FFF2-40B4-BE49-F238E27FC236}">
                      <a16:creationId xmlns:a16="http://schemas.microsoft.com/office/drawing/2014/main" id="{C8CDEACA-A33E-78DD-BBDA-FB295E9FAEB4}"/>
                    </a:ext>
                  </a:extLst>
                </p:cNvPr>
                <p:cNvGrpSpPr/>
                <p:nvPr/>
              </p:nvGrpSpPr>
              <p:grpSpPr>
                <a:xfrm>
                  <a:off x="3581391" y="3402416"/>
                  <a:ext cx="223926" cy="95994"/>
                  <a:chOff x="3581391" y="3402416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78" name="Freeform: Shape 477">
                    <a:extLst>
                      <a:ext uri="{FF2B5EF4-FFF2-40B4-BE49-F238E27FC236}">
                        <a16:creationId xmlns:a16="http://schemas.microsoft.com/office/drawing/2014/main" id="{11F904F2-9BAA-73C5-0B92-1CCAF711F79D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340408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16 h 94328"/>
                      <a:gd name="connsiteX1" fmla="*/ 51056 w 59843"/>
                      <a:gd name="connsiteY1" fmla="*/ 92216 h 94328"/>
                      <a:gd name="connsiteX2" fmla="*/ 51056 w 59843"/>
                      <a:gd name="connsiteY2" fmla="*/ 81667 h 94328"/>
                      <a:gd name="connsiteX3" fmla="*/ 13393 w 59843"/>
                      <a:gd name="connsiteY3" fmla="*/ 81667 h 94328"/>
                      <a:gd name="connsiteX4" fmla="*/ 13393 w 59843"/>
                      <a:gd name="connsiteY4" fmla="*/ 59002 h 94328"/>
                      <a:gd name="connsiteX5" fmla="*/ 18825 w 59843"/>
                      <a:gd name="connsiteY5" fmla="*/ 60390 h 94328"/>
                      <a:gd name="connsiteX6" fmla="*/ 24296 w 59843"/>
                      <a:gd name="connsiteY6" fmla="*/ 60846 h 94328"/>
                      <a:gd name="connsiteX7" fmla="*/ 48816 w 59843"/>
                      <a:gd name="connsiteY7" fmla="*/ 52359 h 94328"/>
                      <a:gd name="connsiteX8" fmla="*/ 57874 w 59843"/>
                      <a:gd name="connsiteY8" fmla="*/ 29376 h 94328"/>
                      <a:gd name="connsiteX9" fmla="*/ 48578 w 59843"/>
                      <a:gd name="connsiteY9" fmla="*/ 6156 h 94328"/>
                      <a:gd name="connsiteX10" fmla="*/ 22373 w 59843"/>
                      <a:gd name="connsiteY10" fmla="*/ -2113 h 94328"/>
                      <a:gd name="connsiteX11" fmla="*/ 10499 w 59843"/>
                      <a:gd name="connsiteY11" fmla="*/ -1121 h 94328"/>
                      <a:gd name="connsiteX12" fmla="*/ -1969 w 59843"/>
                      <a:gd name="connsiteY12" fmla="*/ 1853 h 94328"/>
                      <a:gd name="connsiteX13" fmla="*/ -1969 w 59843"/>
                      <a:gd name="connsiteY13" fmla="*/ 14445 h 94328"/>
                      <a:gd name="connsiteX14" fmla="*/ 9548 w 59843"/>
                      <a:gd name="connsiteY14" fmla="*/ 9924 h 94328"/>
                      <a:gd name="connsiteX15" fmla="*/ 22115 w 59843"/>
                      <a:gd name="connsiteY15" fmla="*/ 8437 h 94328"/>
                      <a:gd name="connsiteX16" fmla="*/ 39083 w 59843"/>
                      <a:gd name="connsiteY16" fmla="*/ 14068 h 94328"/>
                      <a:gd name="connsiteX17" fmla="*/ 45347 w 59843"/>
                      <a:gd name="connsiteY17" fmla="*/ 29376 h 94328"/>
                      <a:gd name="connsiteX18" fmla="*/ 39083 w 59843"/>
                      <a:gd name="connsiteY18" fmla="*/ 44665 h 94328"/>
                      <a:gd name="connsiteX19" fmla="*/ 22115 w 59843"/>
                      <a:gd name="connsiteY19" fmla="*/ 50316 h 94328"/>
                      <a:gd name="connsiteX20" fmla="*/ 12105 w 59843"/>
                      <a:gd name="connsiteY20" fmla="*/ 49206 h 94328"/>
                      <a:gd name="connsiteX21" fmla="*/ 1936 w 59843"/>
                      <a:gd name="connsiteY21" fmla="*/ 45736 h 94328"/>
                      <a:gd name="connsiteX22" fmla="*/ 1936 w 59843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16"/>
                        </a:moveTo>
                        <a:lnTo>
                          <a:pt x="51056" y="92216"/>
                        </a:lnTo>
                        <a:lnTo>
                          <a:pt x="51056" y="81667"/>
                        </a:lnTo>
                        <a:lnTo>
                          <a:pt x="13393" y="81667"/>
                        </a:lnTo>
                        <a:lnTo>
                          <a:pt x="13393" y="59002"/>
                        </a:lnTo>
                        <a:cubicBezTo>
                          <a:pt x="15204" y="59623"/>
                          <a:pt x="17014" y="60086"/>
                          <a:pt x="18825" y="60390"/>
                        </a:cubicBezTo>
                        <a:cubicBezTo>
                          <a:pt x="20648" y="60694"/>
                          <a:pt x="22472" y="60846"/>
                          <a:pt x="24296" y="60846"/>
                        </a:cubicBezTo>
                        <a:cubicBezTo>
                          <a:pt x="34616" y="60846"/>
                          <a:pt x="42790" y="58017"/>
                          <a:pt x="48816" y="52359"/>
                        </a:cubicBezTo>
                        <a:cubicBezTo>
                          <a:pt x="54855" y="46701"/>
                          <a:pt x="57874" y="39040"/>
                          <a:pt x="57874" y="29376"/>
                        </a:cubicBezTo>
                        <a:cubicBezTo>
                          <a:pt x="57874" y="19422"/>
                          <a:pt x="54776" y="11682"/>
                          <a:pt x="48578" y="6156"/>
                        </a:cubicBezTo>
                        <a:cubicBezTo>
                          <a:pt x="42380" y="644"/>
                          <a:pt x="33645" y="-2113"/>
                          <a:pt x="22373" y="-2113"/>
                        </a:cubicBezTo>
                        <a:cubicBezTo>
                          <a:pt x="18488" y="-2113"/>
                          <a:pt x="14530" y="-1782"/>
                          <a:pt x="10499" y="-1121"/>
                        </a:cubicBezTo>
                        <a:cubicBezTo>
                          <a:pt x="6482" y="-460"/>
                          <a:pt x="2326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5" y="12422"/>
                          <a:pt x="5583" y="10915"/>
                          <a:pt x="9548" y="9924"/>
                        </a:cubicBezTo>
                        <a:cubicBezTo>
                          <a:pt x="13512" y="8932"/>
                          <a:pt x="17701" y="8437"/>
                          <a:pt x="22115" y="8437"/>
                        </a:cubicBezTo>
                        <a:cubicBezTo>
                          <a:pt x="29264" y="8437"/>
                          <a:pt x="34920" y="10314"/>
                          <a:pt x="39083" y="14068"/>
                        </a:cubicBezTo>
                        <a:cubicBezTo>
                          <a:pt x="43259" y="17822"/>
                          <a:pt x="45347" y="22925"/>
                          <a:pt x="45347" y="29376"/>
                        </a:cubicBezTo>
                        <a:cubicBezTo>
                          <a:pt x="45347" y="35814"/>
                          <a:pt x="43259" y="40910"/>
                          <a:pt x="39083" y="44665"/>
                        </a:cubicBezTo>
                        <a:cubicBezTo>
                          <a:pt x="34920" y="48432"/>
                          <a:pt x="29264" y="50316"/>
                          <a:pt x="22115" y="50316"/>
                        </a:cubicBezTo>
                        <a:cubicBezTo>
                          <a:pt x="18772" y="50316"/>
                          <a:pt x="15435" y="49946"/>
                          <a:pt x="12105" y="49206"/>
                        </a:cubicBezTo>
                        <a:cubicBezTo>
                          <a:pt x="8788" y="48465"/>
                          <a:pt x="5398" y="47309"/>
                          <a:pt x="1936" y="45736"/>
                        </a:cubicBezTo>
                        <a:lnTo>
                          <a:pt x="1936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9" name="Freeform: Shape 478">
                    <a:extLst>
                      <a:ext uri="{FF2B5EF4-FFF2-40B4-BE49-F238E27FC236}">
                        <a16:creationId xmlns:a16="http://schemas.microsoft.com/office/drawing/2014/main" id="{3953DA7F-FFC5-98E5-36C9-99FB9CCF9C86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678" y="3402416"/>
                    <a:ext cx="63926" cy="95994"/>
                  </a:xfrm>
                  <a:custGeom>
                    <a:avLst/>
                    <a:gdLst>
                      <a:gd name="connsiteX0" fmla="*/ 29960 w 63926"/>
                      <a:gd name="connsiteY0" fmla="*/ 83925 h 95994"/>
                      <a:gd name="connsiteX1" fmla="*/ 15430 w 63926"/>
                      <a:gd name="connsiteY1" fmla="*/ 74407 h 95994"/>
                      <a:gd name="connsiteX2" fmla="*/ 10574 w 63926"/>
                      <a:gd name="connsiteY2" fmla="*/ 45813 h 95994"/>
                      <a:gd name="connsiteX3" fmla="*/ 15430 w 63926"/>
                      <a:gd name="connsiteY3" fmla="*/ 17278 h 95994"/>
                      <a:gd name="connsiteX4" fmla="*/ 29960 w 63926"/>
                      <a:gd name="connsiteY4" fmla="*/ 7760 h 95994"/>
                      <a:gd name="connsiteX5" fmla="*/ 44549 w 63926"/>
                      <a:gd name="connsiteY5" fmla="*/ 17278 h 95994"/>
                      <a:gd name="connsiteX6" fmla="*/ 49425 w 63926"/>
                      <a:gd name="connsiteY6" fmla="*/ 45813 h 95994"/>
                      <a:gd name="connsiteX7" fmla="*/ 44549 w 63926"/>
                      <a:gd name="connsiteY7" fmla="*/ 74407 h 95994"/>
                      <a:gd name="connsiteX8" fmla="*/ 29960 w 63926"/>
                      <a:gd name="connsiteY8" fmla="*/ 83925 h 95994"/>
                      <a:gd name="connsiteX9" fmla="*/ 29960 w 63926"/>
                      <a:gd name="connsiteY9" fmla="*/ 93839 h 95994"/>
                      <a:gd name="connsiteX10" fmla="*/ 53727 w 63926"/>
                      <a:gd name="connsiteY10" fmla="*/ 81525 h 95994"/>
                      <a:gd name="connsiteX11" fmla="*/ 61933 w 63926"/>
                      <a:gd name="connsiteY11" fmla="*/ 45813 h 95994"/>
                      <a:gd name="connsiteX12" fmla="*/ 53727 w 63926"/>
                      <a:gd name="connsiteY12" fmla="*/ 10139 h 95994"/>
                      <a:gd name="connsiteX13" fmla="*/ 29960 w 63926"/>
                      <a:gd name="connsiteY13" fmla="*/ -2155 h 95994"/>
                      <a:gd name="connsiteX14" fmla="*/ 6213 w 63926"/>
                      <a:gd name="connsiteY14" fmla="*/ 10139 h 95994"/>
                      <a:gd name="connsiteX15" fmla="*/ -1993 w 63926"/>
                      <a:gd name="connsiteY15" fmla="*/ 45813 h 95994"/>
                      <a:gd name="connsiteX16" fmla="*/ 6213 w 63926"/>
                      <a:gd name="connsiteY16" fmla="*/ 81525 h 95994"/>
                      <a:gd name="connsiteX17" fmla="*/ 29960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0" y="83925"/>
                        </a:moveTo>
                        <a:cubicBezTo>
                          <a:pt x="23524" y="83925"/>
                          <a:pt x="18681" y="80752"/>
                          <a:pt x="15430" y="74407"/>
                        </a:cubicBezTo>
                        <a:cubicBezTo>
                          <a:pt x="12193" y="68074"/>
                          <a:pt x="10574" y="58543"/>
                          <a:pt x="10574" y="45813"/>
                        </a:cubicBezTo>
                        <a:cubicBezTo>
                          <a:pt x="10574" y="33135"/>
                          <a:pt x="12193" y="23623"/>
                          <a:pt x="15430" y="17278"/>
                        </a:cubicBezTo>
                        <a:cubicBezTo>
                          <a:pt x="18681" y="10933"/>
                          <a:pt x="23524" y="7760"/>
                          <a:pt x="29960" y="7760"/>
                        </a:cubicBezTo>
                        <a:cubicBezTo>
                          <a:pt x="36448" y="7760"/>
                          <a:pt x="41312" y="10933"/>
                          <a:pt x="44549" y="17278"/>
                        </a:cubicBezTo>
                        <a:cubicBezTo>
                          <a:pt x="47800" y="23623"/>
                          <a:pt x="49425" y="33135"/>
                          <a:pt x="49425" y="45813"/>
                        </a:cubicBezTo>
                        <a:cubicBezTo>
                          <a:pt x="49425" y="58543"/>
                          <a:pt x="47800" y="68074"/>
                          <a:pt x="44549" y="74407"/>
                        </a:cubicBezTo>
                        <a:cubicBezTo>
                          <a:pt x="41312" y="80752"/>
                          <a:pt x="36448" y="83925"/>
                          <a:pt x="29960" y="83925"/>
                        </a:cubicBezTo>
                        <a:close/>
                        <a:moveTo>
                          <a:pt x="29960" y="93839"/>
                        </a:moveTo>
                        <a:cubicBezTo>
                          <a:pt x="40334" y="93839"/>
                          <a:pt x="48256" y="89735"/>
                          <a:pt x="53727" y="81525"/>
                        </a:cubicBezTo>
                        <a:cubicBezTo>
                          <a:pt x="59198" y="73329"/>
                          <a:pt x="61933" y="61425"/>
                          <a:pt x="61933" y="45813"/>
                        </a:cubicBezTo>
                        <a:cubicBezTo>
                          <a:pt x="61933" y="30240"/>
                          <a:pt x="59198" y="18349"/>
                          <a:pt x="53727" y="10139"/>
                        </a:cubicBezTo>
                        <a:cubicBezTo>
                          <a:pt x="48256" y="1943"/>
                          <a:pt x="40334" y="-2155"/>
                          <a:pt x="29960" y="-2155"/>
                        </a:cubicBezTo>
                        <a:cubicBezTo>
                          <a:pt x="19600" y="-2155"/>
                          <a:pt x="11684" y="1943"/>
                          <a:pt x="6213" y="10139"/>
                        </a:cubicBezTo>
                        <a:cubicBezTo>
                          <a:pt x="742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2" y="73329"/>
                          <a:pt x="6213" y="81525"/>
                        </a:cubicBezTo>
                        <a:cubicBezTo>
                          <a:pt x="11684" y="89735"/>
                          <a:pt x="19600" y="93839"/>
                          <a:pt x="29960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80" name="Freeform: Shape 479">
                    <a:extLst>
                      <a:ext uri="{FF2B5EF4-FFF2-40B4-BE49-F238E27FC236}">
                        <a16:creationId xmlns:a16="http://schemas.microsoft.com/office/drawing/2014/main" id="{7E2AB3D9-C8FE-4274-DE2F-5CFE99480EAB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402416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25 h 95994"/>
                      <a:gd name="connsiteX1" fmla="*/ 15437 w 63926"/>
                      <a:gd name="connsiteY1" fmla="*/ 74407 h 95994"/>
                      <a:gd name="connsiteX2" fmla="*/ 10580 w 63926"/>
                      <a:gd name="connsiteY2" fmla="*/ 45813 h 95994"/>
                      <a:gd name="connsiteX3" fmla="*/ 15437 w 63926"/>
                      <a:gd name="connsiteY3" fmla="*/ 17278 h 95994"/>
                      <a:gd name="connsiteX4" fmla="*/ 29966 w 63926"/>
                      <a:gd name="connsiteY4" fmla="*/ 7760 h 95994"/>
                      <a:gd name="connsiteX5" fmla="*/ 44556 w 63926"/>
                      <a:gd name="connsiteY5" fmla="*/ 17278 h 95994"/>
                      <a:gd name="connsiteX6" fmla="*/ 49432 w 63926"/>
                      <a:gd name="connsiteY6" fmla="*/ 45813 h 95994"/>
                      <a:gd name="connsiteX7" fmla="*/ 44556 w 63926"/>
                      <a:gd name="connsiteY7" fmla="*/ 74407 h 95994"/>
                      <a:gd name="connsiteX8" fmla="*/ 29966 w 63926"/>
                      <a:gd name="connsiteY8" fmla="*/ 83925 h 95994"/>
                      <a:gd name="connsiteX9" fmla="*/ 29966 w 63926"/>
                      <a:gd name="connsiteY9" fmla="*/ 93839 h 95994"/>
                      <a:gd name="connsiteX10" fmla="*/ 53733 w 63926"/>
                      <a:gd name="connsiteY10" fmla="*/ 81525 h 95994"/>
                      <a:gd name="connsiteX11" fmla="*/ 61940 w 63926"/>
                      <a:gd name="connsiteY11" fmla="*/ 45813 h 95994"/>
                      <a:gd name="connsiteX12" fmla="*/ 53733 w 63926"/>
                      <a:gd name="connsiteY12" fmla="*/ 10139 h 95994"/>
                      <a:gd name="connsiteX13" fmla="*/ 29966 w 63926"/>
                      <a:gd name="connsiteY13" fmla="*/ -2155 h 95994"/>
                      <a:gd name="connsiteX14" fmla="*/ 6219 w 63926"/>
                      <a:gd name="connsiteY14" fmla="*/ 10139 h 95994"/>
                      <a:gd name="connsiteX15" fmla="*/ -1987 w 63926"/>
                      <a:gd name="connsiteY15" fmla="*/ 45813 h 95994"/>
                      <a:gd name="connsiteX16" fmla="*/ 6219 w 63926"/>
                      <a:gd name="connsiteY16" fmla="*/ 81525 h 95994"/>
                      <a:gd name="connsiteX17" fmla="*/ 29966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25"/>
                        </a:moveTo>
                        <a:cubicBezTo>
                          <a:pt x="23531" y="83925"/>
                          <a:pt x="18688" y="80752"/>
                          <a:pt x="15437" y="74407"/>
                        </a:cubicBezTo>
                        <a:cubicBezTo>
                          <a:pt x="12199" y="68074"/>
                          <a:pt x="10580" y="58543"/>
                          <a:pt x="10580" y="45813"/>
                        </a:cubicBezTo>
                        <a:cubicBezTo>
                          <a:pt x="10580" y="33135"/>
                          <a:pt x="12199" y="23623"/>
                          <a:pt x="15437" y="17278"/>
                        </a:cubicBezTo>
                        <a:cubicBezTo>
                          <a:pt x="18688" y="10933"/>
                          <a:pt x="23531" y="7760"/>
                          <a:pt x="29966" y="7760"/>
                        </a:cubicBezTo>
                        <a:cubicBezTo>
                          <a:pt x="36455" y="7760"/>
                          <a:pt x="41318" y="10933"/>
                          <a:pt x="44556" y="17278"/>
                        </a:cubicBezTo>
                        <a:cubicBezTo>
                          <a:pt x="47806" y="23623"/>
                          <a:pt x="49432" y="33135"/>
                          <a:pt x="49432" y="45813"/>
                        </a:cubicBezTo>
                        <a:cubicBezTo>
                          <a:pt x="49432" y="58543"/>
                          <a:pt x="47806" y="68074"/>
                          <a:pt x="44556" y="74407"/>
                        </a:cubicBezTo>
                        <a:cubicBezTo>
                          <a:pt x="41318" y="80752"/>
                          <a:pt x="36455" y="83925"/>
                          <a:pt x="29966" y="83925"/>
                        </a:cubicBezTo>
                        <a:close/>
                        <a:moveTo>
                          <a:pt x="29966" y="93839"/>
                        </a:moveTo>
                        <a:cubicBezTo>
                          <a:pt x="40340" y="93839"/>
                          <a:pt x="48262" y="89735"/>
                          <a:pt x="53733" y="81525"/>
                        </a:cubicBezTo>
                        <a:cubicBezTo>
                          <a:pt x="59204" y="73329"/>
                          <a:pt x="61940" y="61425"/>
                          <a:pt x="61940" y="45813"/>
                        </a:cubicBezTo>
                        <a:cubicBezTo>
                          <a:pt x="61940" y="30240"/>
                          <a:pt x="59204" y="18349"/>
                          <a:pt x="53733" y="10139"/>
                        </a:cubicBezTo>
                        <a:cubicBezTo>
                          <a:pt x="48262" y="1943"/>
                          <a:pt x="40340" y="-2155"/>
                          <a:pt x="29966" y="-2155"/>
                        </a:cubicBezTo>
                        <a:cubicBezTo>
                          <a:pt x="19606" y="-2155"/>
                          <a:pt x="11690" y="1943"/>
                          <a:pt x="6219" y="10139"/>
                        </a:cubicBezTo>
                        <a:cubicBezTo>
                          <a:pt x="748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48" y="73329"/>
                          <a:pt x="6219" y="81525"/>
                        </a:cubicBezTo>
                        <a:cubicBezTo>
                          <a:pt x="11690" y="89735"/>
                          <a:pt x="19606" y="93839"/>
                          <a:pt x="29966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81" name="Graphic 398">
                <a:extLst>
                  <a:ext uri="{FF2B5EF4-FFF2-40B4-BE49-F238E27FC236}">
                    <a16:creationId xmlns:a16="http://schemas.microsoft.com/office/drawing/2014/main" id="{0226902C-2956-5D5D-A6D6-4D628724914E}"/>
                  </a:ext>
                </a:extLst>
              </p:cNvPr>
              <p:cNvGrpSpPr/>
              <p:nvPr/>
            </p:nvGrpSpPr>
            <p:grpSpPr>
              <a:xfrm>
                <a:off x="3581391" y="2835898"/>
                <a:ext cx="321159" cy="95994"/>
                <a:chOff x="3581391" y="2835898"/>
                <a:chExt cx="321159" cy="95994"/>
              </a:xfrm>
              <a:solidFill>
                <a:srgbClr val="000000"/>
              </a:solidFill>
            </p:grpSpPr>
            <p:sp>
              <p:nvSpPr>
                <p:cNvPr id="482" name="Freeform: Shape 481">
                  <a:extLst>
                    <a:ext uri="{FF2B5EF4-FFF2-40B4-BE49-F238E27FC236}">
                      <a16:creationId xmlns:a16="http://schemas.microsoft.com/office/drawing/2014/main" id="{5B0CA14E-9B55-C2AC-4EF2-7E90B574CC17}"/>
                    </a:ext>
                  </a:extLst>
                </p:cNvPr>
                <p:cNvSpPr/>
                <p:nvPr/>
              </p:nvSpPr>
              <p:spPr>
                <a:xfrm>
                  <a:off x="3858149" y="2881872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30 h 12690"/>
                    <a:gd name="connsiteX1" fmla="*/ 58 w 44401"/>
                    <a:gd name="connsiteY1" fmla="*/ 13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30"/>
                      </a:moveTo>
                      <a:lnTo>
                        <a:pt x="58" y="130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83" name="Graphic 398">
                  <a:extLst>
                    <a:ext uri="{FF2B5EF4-FFF2-40B4-BE49-F238E27FC236}">
                      <a16:creationId xmlns:a16="http://schemas.microsoft.com/office/drawing/2014/main" id="{97CA4A6A-96A0-E092-9555-601BDB936C3E}"/>
                    </a:ext>
                  </a:extLst>
                </p:cNvPr>
                <p:cNvGrpSpPr/>
                <p:nvPr/>
              </p:nvGrpSpPr>
              <p:grpSpPr>
                <a:xfrm>
                  <a:off x="3581391" y="2835898"/>
                  <a:ext cx="223926" cy="95994"/>
                  <a:chOff x="3581391" y="283589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84" name="Freeform: Shape 483">
                    <a:extLst>
                      <a:ext uri="{FF2B5EF4-FFF2-40B4-BE49-F238E27FC236}">
                        <a16:creationId xmlns:a16="http://schemas.microsoft.com/office/drawing/2014/main" id="{D1F7A859-723D-24A4-844C-28F23250C272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837563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71 h 94328"/>
                      <a:gd name="connsiteX1" fmla="*/ 51056 w 59843"/>
                      <a:gd name="connsiteY1" fmla="*/ 92171 h 94328"/>
                      <a:gd name="connsiteX2" fmla="*/ 51056 w 59843"/>
                      <a:gd name="connsiteY2" fmla="*/ 81622 h 94328"/>
                      <a:gd name="connsiteX3" fmla="*/ 13393 w 59843"/>
                      <a:gd name="connsiteY3" fmla="*/ 81622 h 94328"/>
                      <a:gd name="connsiteX4" fmla="*/ 13393 w 59843"/>
                      <a:gd name="connsiteY4" fmla="*/ 58957 h 94328"/>
                      <a:gd name="connsiteX5" fmla="*/ 18825 w 59843"/>
                      <a:gd name="connsiteY5" fmla="*/ 60345 h 94328"/>
                      <a:gd name="connsiteX6" fmla="*/ 24296 w 59843"/>
                      <a:gd name="connsiteY6" fmla="*/ 60801 h 94328"/>
                      <a:gd name="connsiteX7" fmla="*/ 48816 w 59843"/>
                      <a:gd name="connsiteY7" fmla="*/ 52314 h 94328"/>
                      <a:gd name="connsiteX8" fmla="*/ 57874 w 59843"/>
                      <a:gd name="connsiteY8" fmla="*/ 29332 h 94328"/>
                      <a:gd name="connsiteX9" fmla="*/ 48578 w 59843"/>
                      <a:gd name="connsiteY9" fmla="*/ 6111 h 94328"/>
                      <a:gd name="connsiteX10" fmla="*/ 22373 w 59843"/>
                      <a:gd name="connsiteY10" fmla="*/ -2157 h 94328"/>
                      <a:gd name="connsiteX11" fmla="*/ 10499 w 59843"/>
                      <a:gd name="connsiteY11" fmla="*/ -1166 h 94328"/>
                      <a:gd name="connsiteX12" fmla="*/ -1969 w 59843"/>
                      <a:gd name="connsiteY12" fmla="*/ 1808 h 94328"/>
                      <a:gd name="connsiteX13" fmla="*/ -1969 w 59843"/>
                      <a:gd name="connsiteY13" fmla="*/ 14400 h 94328"/>
                      <a:gd name="connsiteX14" fmla="*/ 9548 w 59843"/>
                      <a:gd name="connsiteY14" fmla="*/ 9879 h 94328"/>
                      <a:gd name="connsiteX15" fmla="*/ 22115 w 59843"/>
                      <a:gd name="connsiteY15" fmla="*/ 8392 h 94328"/>
                      <a:gd name="connsiteX16" fmla="*/ 39083 w 59843"/>
                      <a:gd name="connsiteY16" fmla="*/ 14023 h 94328"/>
                      <a:gd name="connsiteX17" fmla="*/ 45347 w 59843"/>
                      <a:gd name="connsiteY17" fmla="*/ 29332 h 94328"/>
                      <a:gd name="connsiteX18" fmla="*/ 39083 w 59843"/>
                      <a:gd name="connsiteY18" fmla="*/ 44620 h 94328"/>
                      <a:gd name="connsiteX19" fmla="*/ 22115 w 59843"/>
                      <a:gd name="connsiteY19" fmla="*/ 50272 h 94328"/>
                      <a:gd name="connsiteX20" fmla="*/ 12105 w 59843"/>
                      <a:gd name="connsiteY20" fmla="*/ 49161 h 94328"/>
                      <a:gd name="connsiteX21" fmla="*/ 1936 w 59843"/>
                      <a:gd name="connsiteY21" fmla="*/ 45691 h 94328"/>
                      <a:gd name="connsiteX22" fmla="*/ 1936 w 59843"/>
                      <a:gd name="connsiteY22" fmla="*/ 9217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71"/>
                        </a:moveTo>
                        <a:lnTo>
                          <a:pt x="51056" y="92171"/>
                        </a:lnTo>
                        <a:lnTo>
                          <a:pt x="51056" y="81622"/>
                        </a:lnTo>
                        <a:lnTo>
                          <a:pt x="13393" y="81622"/>
                        </a:lnTo>
                        <a:lnTo>
                          <a:pt x="13393" y="58957"/>
                        </a:lnTo>
                        <a:cubicBezTo>
                          <a:pt x="15204" y="59578"/>
                          <a:pt x="17014" y="60041"/>
                          <a:pt x="18825" y="60345"/>
                        </a:cubicBezTo>
                        <a:cubicBezTo>
                          <a:pt x="20648" y="60649"/>
                          <a:pt x="22472" y="60801"/>
                          <a:pt x="24296" y="60801"/>
                        </a:cubicBezTo>
                        <a:cubicBezTo>
                          <a:pt x="34616" y="60801"/>
                          <a:pt x="42790" y="57972"/>
                          <a:pt x="48816" y="52314"/>
                        </a:cubicBezTo>
                        <a:cubicBezTo>
                          <a:pt x="54855" y="46656"/>
                          <a:pt x="57874" y="38995"/>
                          <a:pt x="57874" y="29332"/>
                        </a:cubicBezTo>
                        <a:cubicBezTo>
                          <a:pt x="57874" y="19377"/>
                          <a:pt x="54776" y="11637"/>
                          <a:pt x="48578" y="6111"/>
                        </a:cubicBezTo>
                        <a:cubicBezTo>
                          <a:pt x="42380" y="599"/>
                          <a:pt x="33645" y="-2157"/>
                          <a:pt x="22373" y="-2157"/>
                        </a:cubicBezTo>
                        <a:cubicBezTo>
                          <a:pt x="18488" y="-2157"/>
                          <a:pt x="14530" y="-1827"/>
                          <a:pt x="10499" y="-1166"/>
                        </a:cubicBezTo>
                        <a:cubicBezTo>
                          <a:pt x="6482" y="-505"/>
                          <a:pt x="2326" y="487"/>
                          <a:pt x="-1969" y="1808"/>
                        </a:cubicBezTo>
                        <a:lnTo>
                          <a:pt x="-1969" y="14400"/>
                        </a:lnTo>
                        <a:cubicBezTo>
                          <a:pt x="1745" y="12378"/>
                          <a:pt x="5583" y="10871"/>
                          <a:pt x="9548" y="9879"/>
                        </a:cubicBezTo>
                        <a:cubicBezTo>
                          <a:pt x="13512" y="8888"/>
                          <a:pt x="17701" y="8392"/>
                          <a:pt x="22115" y="8392"/>
                        </a:cubicBezTo>
                        <a:cubicBezTo>
                          <a:pt x="29264" y="8392"/>
                          <a:pt x="34920" y="10269"/>
                          <a:pt x="39083" y="14023"/>
                        </a:cubicBezTo>
                        <a:cubicBezTo>
                          <a:pt x="43259" y="17778"/>
                          <a:pt x="45347" y="22881"/>
                          <a:pt x="45347" y="29332"/>
                        </a:cubicBezTo>
                        <a:cubicBezTo>
                          <a:pt x="45347" y="35770"/>
                          <a:pt x="43259" y="40866"/>
                          <a:pt x="39083" y="44620"/>
                        </a:cubicBezTo>
                        <a:cubicBezTo>
                          <a:pt x="34920" y="48388"/>
                          <a:pt x="29264" y="50272"/>
                          <a:pt x="22115" y="50272"/>
                        </a:cubicBezTo>
                        <a:cubicBezTo>
                          <a:pt x="18772" y="50272"/>
                          <a:pt x="15435" y="49901"/>
                          <a:pt x="12105" y="49161"/>
                        </a:cubicBezTo>
                        <a:cubicBezTo>
                          <a:pt x="8788" y="48421"/>
                          <a:pt x="5398" y="47264"/>
                          <a:pt x="1936" y="45691"/>
                        </a:cubicBezTo>
                        <a:lnTo>
                          <a:pt x="1936" y="921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85" name="Freeform: Shape 484">
                    <a:extLst>
                      <a:ext uri="{FF2B5EF4-FFF2-40B4-BE49-F238E27FC236}">
                        <a16:creationId xmlns:a16="http://schemas.microsoft.com/office/drawing/2014/main" id="{D11594E8-0FA1-E81A-92E3-0537D9F1FEE8}"/>
                      </a:ext>
                    </a:extLst>
                  </p:cNvPr>
                  <p:cNvSpPr/>
                  <p:nvPr/>
                </p:nvSpPr>
                <p:spPr>
                  <a:xfrm flipV="1">
                    <a:off x="3666248" y="2837563"/>
                    <a:ext cx="55066" cy="92524"/>
                  </a:xfrm>
                  <a:custGeom>
                    <a:avLst/>
                    <a:gdLst>
                      <a:gd name="connsiteX0" fmla="*/ -247 w 55066"/>
                      <a:gd name="connsiteY0" fmla="*/ 8326 h 92524"/>
                      <a:gd name="connsiteX1" fmla="*/ 20190 w 55066"/>
                      <a:gd name="connsiteY1" fmla="*/ 8326 h 92524"/>
                      <a:gd name="connsiteX2" fmla="*/ 20190 w 55066"/>
                      <a:gd name="connsiteY2" fmla="*/ 78919 h 92524"/>
                      <a:gd name="connsiteX3" fmla="*/ -2051 w 55066"/>
                      <a:gd name="connsiteY3" fmla="*/ 74458 h 92524"/>
                      <a:gd name="connsiteX4" fmla="*/ -2051 w 55066"/>
                      <a:gd name="connsiteY4" fmla="*/ 85859 h 92524"/>
                      <a:gd name="connsiteX5" fmla="*/ 20071 w 55066"/>
                      <a:gd name="connsiteY5" fmla="*/ 90321 h 92524"/>
                      <a:gd name="connsiteX6" fmla="*/ 32579 w 55066"/>
                      <a:gd name="connsiteY6" fmla="*/ 90321 h 92524"/>
                      <a:gd name="connsiteX7" fmla="*/ 32579 w 55066"/>
                      <a:gd name="connsiteY7" fmla="*/ 8326 h 92524"/>
                      <a:gd name="connsiteX8" fmla="*/ 53015 w 55066"/>
                      <a:gd name="connsiteY8" fmla="*/ 8326 h 92524"/>
                      <a:gd name="connsiteX9" fmla="*/ 53015 w 55066"/>
                      <a:gd name="connsiteY9" fmla="*/ -2203 h 92524"/>
                      <a:gd name="connsiteX10" fmla="*/ -247 w 55066"/>
                      <a:gd name="connsiteY10" fmla="*/ -2203 h 92524"/>
                      <a:gd name="connsiteX11" fmla="*/ -247 w 55066"/>
                      <a:gd name="connsiteY11" fmla="*/ 832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247" y="8326"/>
                        </a:moveTo>
                        <a:lnTo>
                          <a:pt x="20190" y="8326"/>
                        </a:lnTo>
                        <a:lnTo>
                          <a:pt x="20190" y="78919"/>
                        </a:lnTo>
                        <a:lnTo>
                          <a:pt x="-2051" y="74458"/>
                        </a:lnTo>
                        <a:lnTo>
                          <a:pt x="-2051" y="85859"/>
                        </a:lnTo>
                        <a:lnTo>
                          <a:pt x="20071" y="90321"/>
                        </a:lnTo>
                        <a:lnTo>
                          <a:pt x="32579" y="90321"/>
                        </a:lnTo>
                        <a:lnTo>
                          <a:pt x="32579" y="8326"/>
                        </a:lnTo>
                        <a:lnTo>
                          <a:pt x="53015" y="8326"/>
                        </a:lnTo>
                        <a:lnTo>
                          <a:pt x="53015" y="-2203"/>
                        </a:lnTo>
                        <a:lnTo>
                          <a:pt x="-247" y="-2203"/>
                        </a:lnTo>
                        <a:lnTo>
                          <a:pt x="-247" y="83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86" name="Freeform: Shape 485">
                    <a:extLst>
                      <a:ext uri="{FF2B5EF4-FFF2-40B4-BE49-F238E27FC236}">
                        <a16:creationId xmlns:a16="http://schemas.microsoft.com/office/drawing/2014/main" id="{1FFD956E-59BE-D39E-ED0F-C4D2E3E5FDBE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835898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80 h 95994"/>
                      <a:gd name="connsiteX1" fmla="*/ 15437 w 63926"/>
                      <a:gd name="connsiteY1" fmla="*/ 74362 h 95994"/>
                      <a:gd name="connsiteX2" fmla="*/ 10580 w 63926"/>
                      <a:gd name="connsiteY2" fmla="*/ 45768 h 95994"/>
                      <a:gd name="connsiteX3" fmla="*/ 15437 w 63926"/>
                      <a:gd name="connsiteY3" fmla="*/ 17233 h 95994"/>
                      <a:gd name="connsiteX4" fmla="*/ 29966 w 63926"/>
                      <a:gd name="connsiteY4" fmla="*/ 7715 h 95994"/>
                      <a:gd name="connsiteX5" fmla="*/ 44556 w 63926"/>
                      <a:gd name="connsiteY5" fmla="*/ 17233 h 95994"/>
                      <a:gd name="connsiteX6" fmla="*/ 49432 w 63926"/>
                      <a:gd name="connsiteY6" fmla="*/ 45768 h 95994"/>
                      <a:gd name="connsiteX7" fmla="*/ 44556 w 63926"/>
                      <a:gd name="connsiteY7" fmla="*/ 74362 h 95994"/>
                      <a:gd name="connsiteX8" fmla="*/ 29966 w 63926"/>
                      <a:gd name="connsiteY8" fmla="*/ 83880 h 95994"/>
                      <a:gd name="connsiteX9" fmla="*/ 29966 w 63926"/>
                      <a:gd name="connsiteY9" fmla="*/ 93795 h 95994"/>
                      <a:gd name="connsiteX10" fmla="*/ 53733 w 63926"/>
                      <a:gd name="connsiteY10" fmla="*/ 81481 h 95994"/>
                      <a:gd name="connsiteX11" fmla="*/ 61940 w 63926"/>
                      <a:gd name="connsiteY11" fmla="*/ 45768 h 95994"/>
                      <a:gd name="connsiteX12" fmla="*/ 53733 w 63926"/>
                      <a:gd name="connsiteY12" fmla="*/ 10095 h 95994"/>
                      <a:gd name="connsiteX13" fmla="*/ 29966 w 63926"/>
                      <a:gd name="connsiteY13" fmla="*/ -2199 h 95994"/>
                      <a:gd name="connsiteX14" fmla="*/ 6219 w 63926"/>
                      <a:gd name="connsiteY14" fmla="*/ 10095 h 95994"/>
                      <a:gd name="connsiteX15" fmla="*/ -1987 w 63926"/>
                      <a:gd name="connsiteY15" fmla="*/ 45768 h 95994"/>
                      <a:gd name="connsiteX16" fmla="*/ 6219 w 63926"/>
                      <a:gd name="connsiteY16" fmla="*/ 81481 h 95994"/>
                      <a:gd name="connsiteX17" fmla="*/ 29966 w 63926"/>
                      <a:gd name="connsiteY17" fmla="*/ 9379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80"/>
                        </a:moveTo>
                        <a:cubicBezTo>
                          <a:pt x="23531" y="83880"/>
                          <a:pt x="18688" y="80707"/>
                          <a:pt x="15437" y="74362"/>
                        </a:cubicBezTo>
                        <a:cubicBezTo>
                          <a:pt x="12199" y="68030"/>
                          <a:pt x="10580" y="58498"/>
                          <a:pt x="10580" y="45768"/>
                        </a:cubicBezTo>
                        <a:cubicBezTo>
                          <a:pt x="10580" y="33090"/>
                          <a:pt x="12199" y="23579"/>
                          <a:pt x="15437" y="17233"/>
                        </a:cubicBezTo>
                        <a:cubicBezTo>
                          <a:pt x="18688" y="10888"/>
                          <a:pt x="23531" y="7715"/>
                          <a:pt x="29966" y="7715"/>
                        </a:cubicBezTo>
                        <a:cubicBezTo>
                          <a:pt x="36455" y="7715"/>
                          <a:pt x="41318" y="10888"/>
                          <a:pt x="44556" y="17233"/>
                        </a:cubicBezTo>
                        <a:cubicBezTo>
                          <a:pt x="47806" y="23579"/>
                          <a:pt x="49432" y="33090"/>
                          <a:pt x="49432" y="45768"/>
                        </a:cubicBezTo>
                        <a:cubicBezTo>
                          <a:pt x="49432" y="58498"/>
                          <a:pt x="47806" y="68030"/>
                          <a:pt x="44556" y="74362"/>
                        </a:cubicBezTo>
                        <a:cubicBezTo>
                          <a:pt x="41318" y="80707"/>
                          <a:pt x="36455" y="83880"/>
                          <a:pt x="29966" y="83880"/>
                        </a:cubicBezTo>
                        <a:close/>
                        <a:moveTo>
                          <a:pt x="29966" y="93795"/>
                        </a:moveTo>
                        <a:cubicBezTo>
                          <a:pt x="40340" y="93795"/>
                          <a:pt x="48262" y="89690"/>
                          <a:pt x="53733" y="81481"/>
                        </a:cubicBezTo>
                        <a:cubicBezTo>
                          <a:pt x="59204" y="73285"/>
                          <a:pt x="61940" y="61380"/>
                          <a:pt x="61940" y="45768"/>
                        </a:cubicBezTo>
                        <a:cubicBezTo>
                          <a:pt x="61940" y="30195"/>
                          <a:pt x="59204" y="18304"/>
                          <a:pt x="53733" y="10095"/>
                        </a:cubicBezTo>
                        <a:cubicBezTo>
                          <a:pt x="48262" y="1899"/>
                          <a:pt x="40340" y="-2199"/>
                          <a:pt x="29966" y="-2199"/>
                        </a:cubicBezTo>
                        <a:cubicBezTo>
                          <a:pt x="19606" y="-2199"/>
                          <a:pt x="11690" y="1899"/>
                          <a:pt x="6219" y="10095"/>
                        </a:cubicBezTo>
                        <a:cubicBezTo>
                          <a:pt x="748" y="18304"/>
                          <a:pt x="-1987" y="30195"/>
                          <a:pt x="-1987" y="45768"/>
                        </a:cubicBezTo>
                        <a:cubicBezTo>
                          <a:pt x="-1987" y="61380"/>
                          <a:pt x="748" y="73285"/>
                          <a:pt x="6219" y="81481"/>
                        </a:cubicBezTo>
                        <a:cubicBezTo>
                          <a:pt x="11690" y="89690"/>
                          <a:pt x="19606" y="93795"/>
                          <a:pt x="29966" y="9379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87" name="Graphic 398">
                <a:extLst>
                  <a:ext uri="{FF2B5EF4-FFF2-40B4-BE49-F238E27FC236}">
                    <a16:creationId xmlns:a16="http://schemas.microsoft.com/office/drawing/2014/main" id="{DC2D342C-E971-090C-6718-705528B99692}"/>
                  </a:ext>
                </a:extLst>
              </p:cNvPr>
              <p:cNvGrpSpPr/>
              <p:nvPr/>
            </p:nvGrpSpPr>
            <p:grpSpPr>
              <a:xfrm>
                <a:off x="3581391" y="2269379"/>
                <a:ext cx="321159" cy="95994"/>
                <a:chOff x="3581391" y="2269379"/>
                <a:chExt cx="321159" cy="95994"/>
              </a:xfrm>
              <a:solidFill>
                <a:srgbClr val="000000"/>
              </a:solidFill>
            </p:grpSpPr>
            <p:sp>
              <p:nvSpPr>
                <p:cNvPr id="488" name="Freeform: Shape 487">
                  <a:extLst>
                    <a:ext uri="{FF2B5EF4-FFF2-40B4-BE49-F238E27FC236}">
                      <a16:creationId xmlns:a16="http://schemas.microsoft.com/office/drawing/2014/main" id="{98B0E3FF-EE56-0712-6704-CB23B15CC9A4}"/>
                    </a:ext>
                  </a:extLst>
                </p:cNvPr>
                <p:cNvSpPr/>
                <p:nvPr/>
              </p:nvSpPr>
              <p:spPr>
                <a:xfrm>
                  <a:off x="3858149" y="2315354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85 h 12690"/>
                    <a:gd name="connsiteX1" fmla="*/ 58 w 44401"/>
                    <a:gd name="connsiteY1" fmla="*/ 8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85"/>
                      </a:moveTo>
                      <a:lnTo>
                        <a:pt x="58" y="8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89" name="Graphic 398">
                  <a:extLst>
                    <a:ext uri="{FF2B5EF4-FFF2-40B4-BE49-F238E27FC236}">
                      <a16:creationId xmlns:a16="http://schemas.microsoft.com/office/drawing/2014/main" id="{65E5A7D5-6132-944D-3B0E-15EDE10E7E37}"/>
                    </a:ext>
                  </a:extLst>
                </p:cNvPr>
                <p:cNvGrpSpPr/>
                <p:nvPr/>
              </p:nvGrpSpPr>
              <p:grpSpPr>
                <a:xfrm>
                  <a:off x="3581391" y="2269379"/>
                  <a:ext cx="223926" cy="95994"/>
                  <a:chOff x="3581391" y="2269379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90" name="Freeform: Shape 489">
                    <a:extLst>
                      <a:ext uri="{FF2B5EF4-FFF2-40B4-BE49-F238E27FC236}">
                        <a16:creationId xmlns:a16="http://schemas.microsoft.com/office/drawing/2014/main" id="{110EDDFE-742D-4DBA-541D-057B703CEB2C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271045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26 h 94328"/>
                      <a:gd name="connsiteX1" fmla="*/ 51056 w 59843"/>
                      <a:gd name="connsiteY1" fmla="*/ 92126 h 94328"/>
                      <a:gd name="connsiteX2" fmla="*/ 51056 w 59843"/>
                      <a:gd name="connsiteY2" fmla="*/ 81577 h 94328"/>
                      <a:gd name="connsiteX3" fmla="*/ 13393 w 59843"/>
                      <a:gd name="connsiteY3" fmla="*/ 81577 h 94328"/>
                      <a:gd name="connsiteX4" fmla="*/ 13393 w 59843"/>
                      <a:gd name="connsiteY4" fmla="*/ 58912 h 94328"/>
                      <a:gd name="connsiteX5" fmla="*/ 18825 w 59843"/>
                      <a:gd name="connsiteY5" fmla="*/ 60300 h 94328"/>
                      <a:gd name="connsiteX6" fmla="*/ 24296 w 59843"/>
                      <a:gd name="connsiteY6" fmla="*/ 60756 h 94328"/>
                      <a:gd name="connsiteX7" fmla="*/ 48816 w 59843"/>
                      <a:gd name="connsiteY7" fmla="*/ 52269 h 94328"/>
                      <a:gd name="connsiteX8" fmla="*/ 57874 w 59843"/>
                      <a:gd name="connsiteY8" fmla="*/ 29287 h 94328"/>
                      <a:gd name="connsiteX9" fmla="*/ 48578 w 59843"/>
                      <a:gd name="connsiteY9" fmla="*/ 6067 h 94328"/>
                      <a:gd name="connsiteX10" fmla="*/ 22373 w 59843"/>
                      <a:gd name="connsiteY10" fmla="*/ -2202 h 94328"/>
                      <a:gd name="connsiteX11" fmla="*/ 10499 w 59843"/>
                      <a:gd name="connsiteY11" fmla="*/ -1211 h 94328"/>
                      <a:gd name="connsiteX12" fmla="*/ -1969 w 59843"/>
                      <a:gd name="connsiteY12" fmla="*/ 1764 h 94328"/>
                      <a:gd name="connsiteX13" fmla="*/ -1969 w 59843"/>
                      <a:gd name="connsiteY13" fmla="*/ 14356 h 94328"/>
                      <a:gd name="connsiteX14" fmla="*/ 9548 w 59843"/>
                      <a:gd name="connsiteY14" fmla="*/ 9834 h 94328"/>
                      <a:gd name="connsiteX15" fmla="*/ 22115 w 59843"/>
                      <a:gd name="connsiteY15" fmla="*/ 8347 h 94328"/>
                      <a:gd name="connsiteX16" fmla="*/ 39083 w 59843"/>
                      <a:gd name="connsiteY16" fmla="*/ 13979 h 94328"/>
                      <a:gd name="connsiteX17" fmla="*/ 45347 w 59843"/>
                      <a:gd name="connsiteY17" fmla="*/ 29287 h 94328"/>
                      <a:gd name="connsiteX18" fmla="*/ 39083 w 59843"/>
                      <a:gd name="connsiteY18" fmla="*/ 44576 h 94328"/>
                      <a:gd name="connsiteX19" fmla="*/ 22115 w 59843"/>
                      <a:gd name="connsiteY19" fmla="*/ 50227 h 94328"/>
                      <a:gd name="connsiteX20" fmla="*/ 12105 w 59843"/>
                      <a:gd name="connsiteY20" fmla="*/ 49116 h 94328"/>
                      <a:gd name="connsiteX21" fmla="*/ 1936 w 59843"/>
                      <a:gd name="connsiteY21" fmla="*/ 45646 h 94328"/>
                      <a:gd name="connsiteX22" fmla="*/ 1936 w 59843"/>
                      <a:gd name="connsiteY22" fmla="*/ 9212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26"/>
                        </a:moveTo>
                        <a:lnTo>
                          <a:pt x="51056" y="92126"/>
                        </a:lnTo>
                        <a:lnTo>
                          <a:pt x="51056" y="81577"/>
                        </a:lnTo>
                        <a:lnTo>
                          <a:pt x="13393" y="81577"/>
                        </a:lnTo>
                        <a:lnTo>
                          <a:pt x="13393" y="58912"/>
                        </a:lnTo>
                        <a:cubicBezTo>
                          <a:pt x="15204" y="59534"/>
                          <a:pt x="17014" y="59996"/>
                          <a:pt x="18825" y="60300"/>
                        </a:cubicBezTo>
                        <a:cubicBezTo>
                          <a:pt x="20648" y="60604"/>
                          <a:pt x="22472" y="60756"/>
                          <a:pt x="24296" y="60756"/>
                        </a:cubicBezTo>
                        <a:cubicBezTo>
                          <a:pt x="34616" y="60756"/>
                          <a:pt x="42790" y="57927"/>
                          <a:pt x="48816" y="52269"/>
                        </a:cubicBezTo>
                        <a:cubicBezTo>
                          <a:pt x="54855" y="46611"/>
                          <a:pt x="57874" y="38951"/>
                          <a:pt x="57874" y="29287"/>
                        </a:cubicBezTo>
                        <a:cubicBezTo>
                          <a:pt x="57874" y="19333"/>
                          <a:pt x="54776" y="11593"/>
                          <a:pt x="48578" y="6067"/>
                        </a:cubicBezTo>
                        <a:cubicBezTo>
                          <a:pt x="42380" y="554"/>
                          <a:pt x="33645" y="-2202"/>
                          <a:pt x="22373" y="-2202"/>
                        </a:cubicBezTo>
                        <a:cubicBezTo>
                          <a:pt x="18488" y="-2202"/>
                          <a:pt x="14530" y="-1872"/>
                          <a:pt x="10499" y="-1211"/>
                        </a:cubicBezTo>
                        <a:cubicBezTo>
                          <a:pt x="6482" y="-550"/>
                          <a:pt x="2326" y="442"/>
                          <a:pt x="-1969" y="1764"/>
                        </a:cubicBezTo>
                        <a:lnTo>
                          <a:pt x="-1969" y="14356"/>
                        </a:lnTo>
                        <a:cubicBezTo>
                          <a:pt x="1745" y="12333"/>
                          <a:pt x="5583" y="10826"/>
                          <a:pt x="9548" y="9834"/>
                        </a:cubicBezTo>
                        <a:cubicBezTo>
                          <a:pt x="13512" y="8843"/>
                          <a:pt x="17701" y="8347"/>
                          <a:pt x="22115" y="8347"/>
                        </a:cubicBezTo>
                        <a:cubicBezTo>
                          <a:pt x="29264" y="8347"/>
                          <a:pt x="34920" y="10224"/>
                          <a:pt x="39083" y="13979"/>
                        </a:cubicBezTo>
                        <a:cubicBezTo>
                          <a:pt x="43259" y="17733"/>
                          <a:pt x="45347" y="22836"/>
                          <a:pt x="45347" y="29287"/>
                        </a:cubicBezTo>
                        <a:cubicBezTo>
                          <a:pt x="45347" y="35725"/>
                          <a:pt x="43259" y="40821"/>
                          <a:pt x="39083" y="44576"/>
                        </a:cubicBezTo>
                        <a:cubicBezTo>
                          <a:pt x="34920" y="48343"/>
                          <a:pt x="29264" y="50227"/>
                          <a:pt x="22115" y="50227"/>
                        </a:cubicBezTo>
                        <a:cubicBezTo>
                          <a:pt x="18772" y="50227"/>
                          <a:pt x="15435" y="49857"/>
                          <a:pt x="12105" y="49116"/>
                        </a:cubicBezTo>
                        <a:cubicBezTo>
                          <a:pt x="8788" y="48376"/>
                          <a:pt x="5398" y="47219"/>
                          <a:pt x="1936" y="45646"/>
                        </a:cubicBezTo>
                        <a:lnTo>
                          <a:pt x="1936" y="921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91" name="Freeform: Shape 490">
                    <a:extLst>
                      <a:ext uri="{FF2B5EF4-FFF2-40B4-BE49-F238E27FC236}">
                        <a16:creationId xmlns:a16="http://schemas.microsoft.com/office/drawing/2014/main" id="{339CBEF5-5F2B-B6F1-DC9D-46F2423D8F84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609" y="2269379"/>
                    <a:ext cx="58713" cy="94189"/>
                  </a:xfrm>
                  <a:custGeom>
                    <a:avLst/>
                    <a:gdLst>
                      <a:gd name="connsiteX0" fmla="*/ 13136 w 58713"/>
                      <a:gd name="connsiteY0" fmla="*/ 8240 h 94189"/>
                      <a:gd name="connsiteX1" fmla="*/ 56804 w 58713"/>
                      <a:gd name="connsiteY1" fmla="*/ 8240 h 94189"/>
                      <a:gd name="connsiteX2" fmla="*/ 56804 w 58713"/>
                      <a:gd name="connsiteY2" fmla="*/ -2290 h 94189"/>
                      <a:gd name="connsiteX3" fmla="*/ -1909 w 58713"/>
                      <a:gd name="connsiteY3" fmla="*/ -2290 h 94189"/>
                      <a:gd name="connsiteX4" fmla="*/ -1909 w 58713"/>
                      <a:gd name="connsiteY4" fmla="*/ 8240 h 94189"/>
                      <a:gd name="connsiteX5" fmla="*/ 17497 w 58713"/>
                      <a:gd name="connsiteY5" fmla="*/ 28030 h 94189"/>
                      <a:gd name="connsiteX6" fmla="*/ 32958 w 58713"/>
                      <a:gd name="connsiteY6" fmla="*/ 44072 h 94189"/>
                      <a:gd name="connsiteX7" fmla="*/ 41343 w 58713"/>
                      <a:gd name="connsiteY7" fmla="*/ 55493 h 94189"/>
                      <a:gd name="connsiteX8" fmla="*/ 43742 w 58713"/>
                      <a:gd name="connsiteY8" fmla="*/ 64694 h 94189"/>
                      <a:gd name="connsiteX9" fmla="*/ 38568 w 58713"/>
                      <a:gd name="connsiteY9" fmla="*/ 76711 h 94189"/>
                      <a:gd name="connsiteX10" fmla="*/ 25089 w 58713"/>
                      <a:gd name="connsiteY10" fmla="*/ 81371 h 94189"/>
                      <a:gd name="connsiteX11" fmla="*/ 12660 w 58713"/>
                      <a:gd name="connsiteY11" fmla="*/ 79328 h 94189"/>
                      <a:gd name="connsiteX12" fmla="*/ -1295 w 58713"/>
                      <a:gd name="connsiteY12" fmla="*/ 73122 h 94189"/>
                      <a:gd name="connsiteX13" fmla="*/ -1295 w 58713"/>
                      <a:gd name="connsiteY13" fmla="*/ 85773 h 94189"/>
                      <a:gd name="connsiteX14" fmla="*/ 12819 w 58713"/>
                      <a:gd name="connsiteY14" fmla="*/ 90353 h 94189"/>
                      <a:gd name="connsiteX15" fmla="*/ 24851 w 58713"/>
                      <a:gd name="connsiteY15" fmla="*/ 91900 h 94189"/>
                      <a:gd name="connsiteX16" fmla="*/ 47765 w 58713"/>
                      <a:gd name="connsiteY16" fmla="*/ 84702 h 94189"/>
                      <a:gd name="connsiteX17" fmla="*/ 56309 w 58713"/>
                      <a:gd name="connsiteY17" fmla="*/ 65507 h 94189"/>
                      <a:gd name="connsiteX18" fmla="*/ 54168 w 58713"/>
                      <a:gd name="connsiteY18" fmla="*/ 54680 h 94189"/>
                      <a:gd name="connsiteX19" fmla="*/ 46398 w 58713"/>
                      <a:gd name="connsiteY19" fmla="*/ 42644 h 94189"/>
                      <a:gd name="connsiteX20" fmla="*/ 36546 w 58713"/>
                      <a:gd name="connsiteY20" fmla="*/ 32253 h 94189"/>
                      <a:gd name="connsiteX21" fmla="*/ 13136 w 58713"/>
                      <a:gd name="connsiteY21" fmla="*/ 8240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36" y="8240"/>
                        </a:moveTo>
                        <a:lnTo>
                          <a:pt x="56804" y="8240"/>
                        </a:lnTo>
                        <a:lnTo>
                          <a:pt x="56804" y="-2290"/>
                        </a:lnTo>
                        <a:lnTo>
                          <a:pt x="-1909" y="-2290"/>
                        </a:lnTo>
                        <a:lnTo>
                          <a:pt x="-1909" y="8240"/>
                        </a:lnTo>
                        <a:cubicBezTo>
                          <a:pt x="2835" y="13157"/>
                          <a:pt x="9304" y="19754"/>
                          <a:pt x="17497" y="28030"/>
                        </a:cubicBezTo>
                        <a:cubicBezTo>
                          <a:pt x="25703" y="36318"/>
                          <a:pt x="30857" y="41666"/>
                          <a:pt x="32958" y="44072"/>
                        </a:cubicBezTo>
                        <a:cubicBezTo>
                          <a:pt x="36962" y="48566"/>
                          <a:pt x="39757" y="52373"/>
                          <a:pt x="41343" y="55493"/>
                        </a:cubicBezTo>
                        <a:cubicBezTo>
                          <a:pt x="42942" y="58613"/>
                          <a:pt x="43742" y="61680"/>
                          <a:pt x="43742" y="64694"/>
                        </a:cubicBezTo>
                        <a:cubicBezTo>
                          <a:pt x="43742" y="69612"/>
                          <a:pt x="42017" y="73617"/>
                          <a:pt x="38568" y="76711"/>
                        </a:cubicBezTo>
                        <a:cubicBezTo>
                          <a:pt x="35119" y="79817"/>
                          <a:pt x="30626" y="81371"/>
                          <a:pt x="25089" y="81371"/>
                        </a:cubicBezTo>
                        <a:cubicBezTo>
                          <a:pt x="21164" y="81371"/>
                          <a:pt x="17021" y="80690"/>
                          <a:pt x="12660" y="79328"/>
                        </a:cubicBezTo>
                        <a:cubicBezTo>
                          <a:pt x="8313" y="77967"/>
                          <a:pt x="3661" y="75898"/>
                          <a:pt x="-1295" y="73122"/>
                        </a:cubicBezTo>
                        <a:lnTo>
                          <a:pt x="-1295" y="85773"/>
                        </a:lnTo>
                        <a:cubicBezTo>
                          <a:pt x="3740" y="87795"/>
                          <a:pt x="8445" y="89322"/>
                          <a:pt x="12819" y="90353"/>
                        </a:cubicBezTo>
                        <a:cubicBezTo>
                          <a:pt x="17206" y="91384"/>
                          <a:pt x="21217" y="91900"/>
                          <a:pt x="24851" y="91900"/>
                        </a:cubicBezTo>
                        <a:cubicBezTo>
                          <a:pt x="34432" y="91900"/>
                          <a:pt x="42070" y="89501"/>
                          <a:pt x="47765" y="84702"/>
                        </a:cubicBezTo>
                        <a:cubicBezTo>
                          <a:pt x="53461" y="79916"/>
                          <a:pt x="56309" y="73518"/>
                          <a:pt x="56309" y="65507"/>
                        </a:cubicBezTo>
                        <a:cubicBezTo>
                          <a:pt x="56309" y="61700"/>
                          <a:pt x="55595" y="58091"/>
                          <a:pt x="54168" y="54680"/>
                        </a:cubicBezTo>
                        <a:cubicBezTo>
                          <a:pt x="52754" y="51283"/>
                          <a:pt x="50164" y="47271"/>
                          <a:pt x="46398" y="42644"/>
                        </a:cubicBezTo>
                        <a:cubicBezTo>
                          <a:pt x="45367" y="41441"/>
                          <a:pt x="42083" y="37977"/>
                          <a:pt x="36546" y="32253"/>
                        </a:cubicBezTo>
                        <a:cubicBezTo>
                          <a:pt x="31022" y="26529"/>
                          <a:pt x="23219" y="18525"/>
                          <a:pt x="13136" y="82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92" name="Freeform: Shape 491">
                    <a:extLst>
                      <a:ext uri="{FF2B5EF4-FFF2-40B4-BE49-F238E27FC236}">
                        <a16:creationId xmlns:a16="http://schemas.microsoft.com/office/drawing/2014/main" id="{F2D9C19A-CBAE-3AF2-9AA7-2E8C583D46FE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269379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35 h 95994"/>
                      <a:gd name="connsiteX1" fmla="*/ 15437 w 63926"/>
                      <a:gd name="connsiteY1" fmla="*/ 74317 h 95994"/>
                      <a:gd name="connsiteX2" fmla="*/ 10580 w 63926"/>
                      <a:gd name="connsiteY2" fmla="*/ 45723 h 95994"/>
                      <a:gd name="connsiteX3" fmla="*/ 15437 w 63926"/>
                      <a:gd name="connsiteY3" fmla="*/ 17189 h 95994"/>
                      <a:gd name="connsiteX4" fmla="*/ 29966 w 63926"/>
                      <a:gd name="connsiteY4" fmla="*/ 7671 h 95994"/>
                      <a:gd name="connsiteX5" fmla="*/ 44556 w 63926"/>
                      <a:gd name="connsiteY5" fmla="*/ 17189 h 95994"/>
                      <a:gd name="connsiteX6" fmla="*/ 49432 w 63926"/>
                      <a:gd name="connsiteY6" fmla="*/ 45723 h 95994"/>
                      <a:gd name="connsiteX7" fmla="*/ 44556 w 63926"/>
                      <a:gd name="connsiteY7" fmla="*/ 74317 h 95994"/>
                      <a:gd name="connsiteX8" fmla="*/ 29966 w 63926"/>
                      <a:gd name="connsiteY8" fmla="*/ 83835 h 95994"/>
                      <a:gd name="connsiteX9" fmla="*/ 29966 w 63926"/>
                      <a:gd name="connsiteY9" fmla="*/ 93750 h 95994"/>
                      <a:gd name="connsiteX10" fmla="*/ 53733 w 63926"/>
                      <a:gd name="connsiteY10" fmla="*/ 81436 h 95994"/>
                      <a:gd name="connsiteX11" fmla="*/ 61940 w 63926"/>
                      <a:gd name="connsiteY11" fmla="*/ 45723 h 95994"/>
                      <a:gd name="connsiteX12" fmla="*/ 53733 w 63926"/>
                      <a:gd name="connsiteY12" fmla="*/ 10050 h 95994"/>
                      <a:gd name="connsiteX13" fmla="*/ 29966 w 63926"/>
                      <a:gd name="connsiteY13" fmla="*/ -2244 h 95994"/>
                      <a:gd name="connsiteX14" fmla="*/ 6219 w 63926"/>
                      <a:gd name="connsiteY14" fmla="*/ 10050 h 95994"/>
                      <a:gd name="connsiteX15" fmla="*/ -1987 w 63926"/>
                      <a:gd name="connsiteY15" fmla="*/ 45723 h 95994"/>
                      <a:gd name="connsiteX16" fmla="*/ 6219 w 63926"/>
                      <a:gd name="connsiteY16" fmla="*/ 81436 h 95994"/>
                      <a:gd name="connsiteX17" fmla="*/ 29966 w 63926"/>
                      <a:gd name="connsiteY17" fmla="*/ 9375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35"/>
                        </a:moveTo>
                        <a:cubicBezTo>
                          <a:pt x="23531" y="83835"/>
                          <a:pt x="18688" y="80663"/>
                          <a:pt x="15437" y="74317"/>
                        </a:cubicBezTo>
                        <a:cubicBezTo>
                          <a:pt x="12199" y="67985"/>
                          <a:pt x="10580" y="58454"/>
                          <a:pt x="10580" y="45723"/>
                        </a:cubicBezTo>
                        <a:cubicBezTo>
                          <a:pt x="10580" y="33046"/>
                          <a:pt x="12199" y="23534"/>
                          <a:pt x="15437" y="17189"/>
                        </a:cubicBezTo>
                        <a:cubicBezTo>
                          <a:pt x="18688" y="10843"/>
                          <a:pt x="23531" y="7671"/>
                          <a:pt x="29966" y="7671"/>
                        </a:cubicBezTo>
                        <a:cubicBezTo>
                          <a:pt x="36455" y="7671"/>
                          <a:pt x="41318" y="10843"/>
                          <a:pt x="44556" y="17189"/>
                        </a:cubicBezTo>
                        <a:cubicBezTo>
                          <a:pt x="47806" y="23534"/>
                          <a:pt x="49432" y="33046"/>
                          <a:pt x="49432" y="45723"/>
                        </a:cubicBezTo>
                        <a:cubicBezTo>
                          <a:pt x="49432" y="58454"/>
                          <a:pt x="47806" y="67985"/>
                          <a:pt x="44556" y="74317"/>
                        </a:cubicBezTo>
                        <a:cubicBezTo>
                          <a:pt x="41318" y="80663"/>
                          <a:pt x="36455" y="83835"/>
                          <a:pt x="29966" y="83835"/>
                        </a:cubicBezTo>
                        <a:close/>
                        <a:moveTo>
                          <a:pt x="29966" y="93750"/>
                        </a:moveTo>
                        <a:cubicBezTo>
                          <a:pt x="40340" y="93750"/>
                          <a:pt x="48262" y="89645"/>
                          <a:pt x="53733" y="81436"/>
                        </a:cubicBezTo>
                        <a:cubicBezTo>
                          <a:pt x="59204" y="73240"/>
                          <a:pt x="61940" y="61336"/>
                          <a:pt x="61940" y="45723"/>
                        </a:cubicBezTo>
                        <a:cubicBezTo>
                          <a:pt x="61940" y="30151"/>
                          <a:pt x="59204" y="18260"/>
                          <a:pt x="53733" y="10050"/>
                        </a:cubicBezTo>
                        <a:cubicBezTo>
                          <a:pt x="48262" y="1854"/>
                          <a:pt x="40340" y="-2244"/>
                          <a:pt x="29966" y="-2244"/>
                        </a:cubicBezTo>
                        <a:cubicBezTo>
                          <a:pt x="19606" y="-2244"/>
                          <a:pt x="11690" y="1854"/>
                          <a:pt x="6219" y="10050"/>
                        </a:cubicBezTo>
                        <a:cubicBezTo>
                          <a:pt x="748" y="18260"/>
                          <a:pt x="-1987" y="30151"/>
                          <a:pt x="-1987" y="45723"/>
                        </a:cubicBezTo>
                        <a:cubicBezTo>
                          <a:pt x="-1987" y="61336"/>
                          <a:pt x="748" y="73240"/>
                          <a:pt x="6219" y="81436"/>
                        </a:cubicBezTo>
                        <a:cubicBezTo>
                          <a:pt x="11690" y="89645"/>
                          <a:pt x="19606" y="93750"/>
                          <a:pt x="29966" y="9375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C2D62B5C-80D6-D785-EF3B-4CCD7055EAD0}"/>
                </a:ext>
              </a:extLst>
            </p:cNvPr>
            <p:cNvSpPr/>
            <p:nvPr/>
          </p:nvSpPr>
          <p:spPr>
            <a:xfrm>
              <a:off x="3902551" y="2032095"/>
              <a:ext cx="12686" cy="2832591"/>
            </a:xfrm>
            <a:custGeom>
              <a:avLst/>
              <a:gdLst>
                <a:gd name="connsiteX0" fmla="*/ 0 w 12686"/>
                <a:gd name="connsiteY0" fmla="*/ 2832592 h 2832591"/>
                <a:gd name="connsiteX1" fmla="*/ 0 w 12686"/>
                <a:gd name="connsiteY1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832591">
                  <a:moveTo>
                    <a:pt x="0" y="2832592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89ABCB33-1FEE-6B17-CB9A-2AB451F48861}"/>
                </a:ext>
              </a:extLst>
            </p:cNvPr>
            <p:cNvSpPr/>
            <p:nvPr/>
          </p:nvSpPr>
          <p:spPr>
            <a:xfrm>
              <a:off x="8433056" y="2032095"/>
              <a:ext cx="12686" cy="2832591"/>
            </a:xfrm>
            <a:custGeom>
              <a:avLst/>
              <a:gdLst>
                <a:gd name="connsiteX0" fmla="*/ 0 w 12686"/>
                <a:gd name="connsiteY0" fmla="*/ 2832592 h 2832591"/>
                <a:gd name="connsiteX1" fmla="*/ 0 w 12686"/>
                <a:gd name="connsiteY1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832591">
                  <a:moveTo>
                    <a:pt x="0" y="2832592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4060327-EC00-F691-9D5E-9A984475F920}"/>
                </a:ext>
              </a:extLst>
            </p:cNvPr>
            <p:cNvSpPr/>
            <p:nvPr/>
          </p:nvSpPr>
          <p:spPr>
            <a:xfrm>
              <a:off x="3902551" y="4864686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6FC84EEA-CAD7-5EC9-3F68-C958BEE4032B}"/>
                </a:ext>
              </a:extLst>
            </p:cNvPr>
            <p:cNvSpPr/>
            <p:nvPr/>
          </p:nvSpPr>
          <p:spPr>
            <a:xfrm>
              <a:off x="3902551" y="2032095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501" name="Graphic 497">
            <a:extLst>
              <a:ext uri="{FF2B5EF4-FFF2-40B4-BE49-F238E27FC236}">
                <a16:creationId xmlns:a16="http://schemas.microsoft.com/office/drawing/2014/main" id="{7AC4CCCB-6277-B94A-4CD5-FCE3318CC0AB}"/>
              </a:ext>
            </a:extLst>
          </p:cNvPr>
          <p:cNvGrpSpPr/>
          <p:nvPr/>
        </p:nvGrpSpPr>
        <p:grpSpPr>
          <a:xfrm>
            <a:off x="9652315" y="3468194"/>
            <a:ext cx="4984629" cy="3027277"/>
            <a:chOff x="3570548" y="2028021"/>
            <a:chExt cx="4984629" cy="3027277"/>
          </a:xfrm>
        </p:grpSpPr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1E234588-9270-E90A-92AA-E9F4BEA10926}"/>
                </a:ext>
              </a:extLst>
            </p:cNvPr>
            <p:cNvSpPr/>
            <p:nvPr/>
          </p:nvSpPr>
          <p:spPr>
            <a:xfrm>
              <a:off x="3895648" y="2028554"/>
              <a:ext cx="4546762" cy="2839673"/>
            </a:xfrm>
            <a:custGeom>
              <a:avLst/>
              <a:gdLst>
                <a:gd name="connsiteX0" fmla="*/ 0 w 4546762"/>
                <a:gd name="connsiteY0" fmla="*/ 2839674 h 2839673"/>
                <a:gd name="connsiteX1" fmla="*/ 4546763 w 4546762"/>
                <a:gd name="connsiteY1" fmla="*/ 2839674 h 2839673"/>
                <a:gd name="connsiteX2" fmla="*/ 4546763 w 4546762"/>
                <a:gd name="connsiteY2" fmla="*/ 0 h 2839673"/>
                <a:gd name="connsiteX3" fmla="*/ 0 w 4546762"/>
                <a:gd name="connsiteY3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762" h="2839673">
                  <a:moveTo>
                    <a:pt x="0" y="2839674"/>
                  </a:moveTo>
                  <a:lnTo>
                    <a:pt x="4546763" y="2839674"/>
                  </a:lnTo>
                  <a:lnTo>
                    <a:pt x="4546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503" name="Picture 502">
              <a:extLst>
                <a:ext uri="{FF2B5EF4-FFF2-40B4-BE49-F238E27FC236}">
                  <a16:creationId xmlns:a16="http://schemas.microsoft.com/office/drawing/2014/main" id="{55716FBD-022F-460D-3924-024A1A1A3ED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flipV="1">
              <a:off x="3895648" y="2028021"/>
              <a:ext cx="4546854" cy="2840206"/>
            </a:xfrm>
            <a:custGeom>
              <a:avLst/>
              <a:gdLst>
                <a:gd name="connsiteX0" fmla="*/ 0 w 4546854"/>
                <a:gd name="connsiteY0" fmla="*/ 125 h 2840206"/>
                <a:gd name="connsiteX1" fmla="*/ 4546854 w 4546854"/>
                <a:gd name="connsiteY1" fmla="*/ 125 h 2840206"/>
                <a:gd name="connsiteX2" fmla="*/ 4546854 w 4546854"/>
                <a:gd name="connsiteY2" fmla="*/ 2840332 h 2840206"/>
                <a:gd name="connsiteX3" fmla="*/ 0 w 4546854"/>
                <a:gd name="connsiteY3" fmla="*/ 2840332 h 284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854" h="2840206">
                  <a:moveTo>
                    <a:pt x="0" y="125"/>
                  </a:moveTo>
                  <a:lnTo>
                    <a:pt x="4546854" y="125"/>
                  </a:lnTo>
                  <a:lnTo>
                    <a:pt x="4546854" y="2840332"/>
                  </a:lnTo>
                  <a:lnTo>
                    <a:pt x="0" y="2840332"/>
                  </a:lnTo>
                  <a:close/>
                </a:path>
              </a:pathLst>
            </a:custGeom>
          </p:spPr>
        </p:pic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3C575B1F-9447-1CFC-12DD-2964857BE949}"/>
                </a:ext>
              </a:extLst>
            </p:cNvPr>
            <p:cNvSpPr/>
            <p:nvPr/>
          </p:nvSpPr>
          <p:spPr>
            <a:xfrm>
              <a:off x="6948728" y="3429665"/>
              <a:ext cx="286020" cy="121435"/>
            </a:xfrm>
            <a:custGeom>
              <a:avLst/>
              <a:gdLst>
                <a:gd name="connsiteX0" fmla="*/ 286021 w 286020"/>
                <a:gd name="connsiteY0" fmla="*/ 12327 h 121435"/>
                <a:gd name="connsiteX1" fmla="*/ 281231 w 286020"/>
                <a:gd name="connsiteY1" fmla="*/ 121436 h 121435"/>
                <a:gd name="connsiteX2" fmla="*/ 0 w 286020"/>
                <a:gd name="connsiteY2" fmla="*/ 109109 h 121435"/>
                <a:gd name="connsiteX3" fmla="*/ 4789 w 286020"/>
                <a:gd name="connsiteY3" fmla="*/ 0 h 12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6020" h="121435">
                  <a:moveTo>
                    <a:pt x="286021" y="12327"/>
                  </a:moveTo>
                  <a:lnTo>
                    <a:pt x="281231" y="121436"/>
                  </a:lnTo>
                  <a:lnTo>
                    <a:pt x="0" y="109109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2AA9CDE3-0E1D-3337-4550-C3444FC2E1E7}"/>
                </a:ext>
              </a:extLst>
            </p:cNvPr>
            <p:cNvSpPr/>
            <p:nvPr/>
          </p:nvSpPr>
          <p:spPr>
            <a:xfrm>
              <a:off x="7120772" y="3437206"/>
              <a:ext cx="111582" cy="109108"/>
            </a:xfrm>
            <a:custGeom>
              <a:avLst/>
              <a:gdLst>
                <a:gd name="connsiteX0" fmla="*/ 111582 w 111582"/>
                <a:gd name="connsiteY0" fmla="*/ 59340 h 109108"/>
                <a:gd name="connsiteX1" fmla="*/ 0 w 111582"/>
                <a:gd name="connsiteY1" fmla="*/ 109109 h 109108"/>
                <a:gd name="connsiteX2" fmla="*/ 4789 w 111582"/>
                <a:gd name="connsiteY2" fmla="*/ 0 h 10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582" h="109108">
                  <a:moveTo>
                    <a:pt x="111582" y="59340"/>
                  </a:moveTo>
                  <a:lnTo>
                    <a:pt x="0" y="109109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506" name="Graphic 497">
              <a:extLst>
                <a:ext uri="{FF2B5EF4-FFF2-40B4-BE49-F238E27FC236}">
                  <a16:creationId xmlns:a16="http://schemas.microsoft.com/office/drawing/2014/main" id="{D7CFDADA-1934-F976-7684-F519EE6155A6}"/>
                </a:ext>
              </a:extLst>
            </p:cNvPr>
            <p:cNvGrpSpPr/>
            <p:nvPr/>
          </p:nvGrpSpPr>
          <p:grpSpPr>
            <a:xfrm>
              <a:off x="3784245" y="4868227"/>
              <a:ext cx="4770932" cy="187070"/>
              <a:chOff x="3784245" y="4868227"/>
              <a:chExt cx="4770932" cy="187070"/>
            </a:xfrm>
            <a:solidFill>
              <a:srgbClr val="000000"/>
            </a:solidFill>
          </p:grpSpPr>
          <p:grpSp>
            <p:nvGrpSpPr>
              <p:cNvPr id="507" name="Graphic 497">
                <a:extLst>
                  <a:ext uri="{FF2B5EF4-FFF2-40B4-BE49-F238E27FC236}">
                    <a16:creationId xmlns:a16="http://schemas.microsoft.com/office/drawing/2014/main" id="{D0C6EE5E-F02C-4CCB-5E26-FA109FB664A9}"/>
                  </a:ext>
                </a:extLst>
              </p:cNvPr>
              <p:cNvGrpSpPr/>
              <p:nvPr/>
            </p:nvGrpSpPr>
            <p:grpSpPr>
              <a:xfrm>
                <a:off x="3784245" y="4868227"/>
                <a:ext cx="224169" cy="187070"/>
                <a:chOff x="3784245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08" name="Freeform: Shape 507">
                  <a:extLst>
                    <a:ext uri="{FF2B5EF4-FFF2-40B4-BE49-F238E27FC236}">
                      <a16:creationId xmlns:a16="http://schemas.microsoft.com/office/drawing/2014/main" id="{C27EDFC6-036A-339C-C719-EF77E225D142}"/>
                    </a:ext>
                  </a:extLst>
                </p:cNvPr>
                <p:cNvSpPr/>
                <p:nvPr/>
              </p:nvSpPr>
              <p:spPr>
                <a:xfrm>
                  <a:off x="3895648" y="4868227"/>
                  <a:ext cx="12700" cy="44417"/>
                </a:xfrm>
                <a:custGeom>
                  <a:avLst/>
                  <a:gdLst>
                    <a:gd name="connsiteX0" fmla="*/ 58 w 12700"/>
                    <a:gd name="connsiteY0" fmla="*/ 286 h 44417"/>
                    <a:gd name="connsiteX1" fmla="*/ 58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58" y="286"/>
                      </a:moveTo>
                      <a:lnTo>
                        <a:pt x="58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09" name="Graphic 497">
                  <a:extLst>
                    <a:ext uri="{FF2B5EF4-FFF2-40B4-BE49-F238E27FC236}">
                      <a16:creationId xmlns:a16="http://schemas.microsoft.com/office/drawing/2014/main" id="{616642BD-A85B-FD06-E116-B82D4DAC34FA}"/>
                    </a:ext>
                  </a:extLst>
                </p:cNvPr>
                <p:cNvGrpSpPr/>
                <p:nvPr/>
              </p:nvGrpSpPr>
              <p:grpSpPr>
                <a:xfrm>
                  <a:off x="3784245" y="4959304"/>
                  <a:ext cx="224169" cy="95994"/>
                  <a:chOff x="3784245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10" name="Freeform: Shape 509">
                    <a:extLst>
                      <a:ext uri="{FF2B5EF4-FFF2-40B4-BE49-F238E27FC236}">
                        <a16:creationId xmlns:a16="http://schemas.microsoft.com/office/drawing/2014/main" id="{71D1F3E1-6554-57D4-D439-A6824E38E9A8}"/>
                      </a:ext>
                    </a:extLst>
                  </p:cNvPr>
                  <p:cNvSpPr/>
                  <p:nvPr/>
                </p:nvSpPr>
                <p:spPr>
                  <a:xfrm flipV="1">
                    <a:off x="3784245" y="4960969"/>
                    <a:ext cx="59908" cy="94328"/>
                  </a:xfrm>
                  <a:custGeom>
                    <a:avLst/>
                    <a:gdLst>
                      <a:gd name="connsiteX0" fmla="*/ 1957 w 59908"/>
                      <a:gd name="connsiteY0" fmla="*/ 92338 h 94328"/>
                      <a:gd name="connsiteX1" fmla="*/ 51130 w 59908"/>
                      <a:gd name="connsiteY1" fmla="*/ 92338 h 94328"/>
                      <a:gd name="connsiteX2" fmla="*/ 51130 w 59908"/>
                      <a:gd name="connsiteY2" fmla="*/ 81789 h 94328"/>
                      <a:gd name="connsiteX3" fmla="*/ 13427 w 59908"/>
                      <a:gd name="connsiteY3" fmla="*/ 81789 h 94328"/>
                      <a:gd name="connsiteX4" fmla="*/ 13427 w 59908"/>
                      <a:gd name="connsiteY4" fmla="*/ 59124 h 94328"/>
                      <a:gd name="connsiteX5" fmla="*/ 18864 w 59908"/>
                      <a:gd name="connsiteY5" fmla="*/ 60512 h 94328"/>
                      <a:gd name="connsiteX6" fmla="*/ 24341 w 59908"/>
                      <a:gd name="connsiteY6" fmla="*/ 60968 h 94328"/>
                      <a:gd name="connsiteX7" fmla="*/ 48888 w 59908"/>
                      <a:gd name="connsiteY7" fmla="*/ 52481 h 94328"/>
                      <a:gd name="connsiteX8" fmla="*/ 57956 w 59908"/>
                      <a:gd name="connsiteY8" fmla="*/ 29499 h 94328"/>
                      <a:gd name="connsiteX9" fmla="*/ 48649 w 59908"/>
                      <a:gd name="connsiteY9" fmla="*/ 6279 h 94328"/>
                      <a:gd name="connsiteX10" fmla="*/ 22416 w 59908"/>
                      <a:gd name="connsiteY10" fmla="*/ -1990 h 94328"/>
                      <a:gd name="connsiteX11" fmla="*/ 10530 w 59908"/>
                      <a:gd name="connsiteY11" fmla="*/ -999 h 94328"/>
                      <a:gd name="connsiteX12" fmla="*/ -1952 w 59908"/>
                      <a:gd name="connsiteY12" fmla="*/ 1976 h 94328"/>
                      <a:gd name="connsiteX13" fmla="*/ -1952 w 59908"/>
                      <a:gd name="connsiteY13" fmla="*/ 14567 h 94328"/>
                      <a:gd name="connsiteX14" fmla="*/ 9577 w 59908"/>
                      <a:gd name="connsiteY14" fmla="*/ 10046 h 94328"/>
                      <a:gd name="connsiteX15" fmla="*/ 22158 w 59908"/>
                      <a:gd name="connsiteY15" fmla="*/ 8559 h 94328"/>
                      <a:gd name="connsiteX16" fmla="*/ 39144 w 59908"/>
                      <a:gd name="connsiteY16" fmla="*/ 14191 h 94328"/>
                      <a:gd name="connsiteX17" fmla="*/ 45415 w 59908"/>
                      <a:gd name="connsiteY17" fmla="*/ 29499 h 94328"/>
                      <a:gd name="connsiteX18" fmla="*/ 39144 w 59908"/>
                      <a:gd name="connsiteY18" fmla="*/ 44788 h 94328"/>
                      <a:gd name="connsiteX19" fmla="*/ 22158 w 59908"/>
                      <a:gd name="connsiteY19" fmla="*/ 50439 h 94328"/>
                      <a:gd name="connsiteX20" fmla="*/ 12137 w 59908"/>
                      <a:gd name="connsiteY20" fmla="*/ 49328 h 94328"/>
                      <a:gd name="connsiteX21" fmla="*/ 1957 w 59908"/>
                      <a:gd name="connsiteY21" fmla="*/ 45858 h 94328"/>
                      <a:gd name="connsiteX22" fmla="*/ 195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57" y="92338"/>
                        </a:moveTo>
                        <a:lnTo>
                          <a:pt x="51130" y="92338"/>
                        </a:lnTo>
                        <a:lnTo>
                          <a:pt x="51130" y="81789"/>
                        </a:lnTo>
                        <a:lnTo>
                          <a:pt x="13427" y="81789"/>
                        </a:lnTo>
                        <a:lnTo>
                          <a:pt x="13427" y="59124"/>
                        </a:lnTo>
                        <a:cubicBezTo>
                          <a:pt x="15239" y="59746"/>
                          <a:pt x="17052" y="60208"/>
                          <a:pt x="18864" y="60512"/>
                        </a:cubicBezTo>
                        <a:cubicBezTo>
                          <a:pt x="20690" y="60816"/>
                          <a:pt x="22515" y="60968"/>
                          <a:pt x="24341" y="60968"/>
                        </a:cubicBezTo>
                        <a:cubicBezTo>
                          <a:pt x="34673" y="60968"/>
                          <a:pt x="42855" y="58139"/>
                          <a:pt x="48888" y="52481"/>
                        </a:cubicBezTo>
                        <a:cubicBezTo>
                          <a:pt x="54933" y="46823"/>
                          <a:pt x="57956" y="39163"/>
                          <a:pt x="57956" y="29499"/>
                        </a:cubicBezTo>
                        <a:cubicBezTo>
                          <a:pt x="57956" y="19545"/>
                          <a:pt x="54854" y="11805"/>
                          <a:pt x="48649" y="6279"/>
                        </a:cubicBezTo>
                        <a:cubicBezTo>
                          <a:pt x="42445" y="766"/>
                          <a:pt x="33700" y="-1990"/>
                          <a:pt x="22416" y="-1990"/>
                        </a:cubicBezTo>
                        <a:cubicBezTo>
                          <a:pt x="18527" y="-1990"/>
                          <a:pt x="14564" y="-1660"/>
                          <a:pt x="10530" y="-999"/>
                        </a:cubicBezTo>
                        <a:cubicBezTo>
                          <a:pt x="6508" y="-338"/>
                          <a:pt x="2347" y="654"/>
                          <a:pt x="-1952" y="1976"/>
                        </a:cubicBezTo>
                        <a:lnTo>
                          <a:pt x="-1952" y="14567"/>
                        </a:lnTo>
                        <a:cubicBezTo>
                          <a:pt x="1765" y="12545"/>
                          <a:pt x="5608" y="11038"/>
                          <a:pt x="9577" y="10046"/>
                        </a:cubicBezTo>
                        <a:cubicBezTo>
                          <a:pt x="13546" y="9055"/>
                          <a:pt x="17739" y="8559"/>
                          <a:pt x="22158" y="8559"/>
                        </a:cubicBezTo>
                        <a:cubicBezTo>
                          <a:pt x="29315" y="8559"/>
                          <a:pt x="34977" y="10436"/>
                          <a:pt x="39144" y="14191"/>
                        </a:cubicBezTo>
                        <a:cubicBezTo>
                          <a:pt x="43325" y="17945"/>
                          <a:pt x="45415" y="23048"/>
                          <a:pt x="45415" y="29499"/>
                        </a:cubicBezTo>
                        <a:cubicBezTo>
                          <a:pt x="45415" y="35937"/>
                          <a:pt x="43325" y="41033"/>
                          <a:pt x="39144" y="44788"/>
                        </a:cubicBezTo>
                        <a:cubicBezTo>
                          <a:pt x="34977" y="48555"/>
                          <a:pt x="29315" y="50439"/>
                          <a:pt x="22158" y="50439"/>
                        </a:cubicBezTo>
                        <a:cubicBezTo>
                          <a:pt x="18811" y="50439"/>
                          <a:pt x="15471" y="50069"/>
                          <a:pt x="12137" y="49328"/>
                        </a:cubicBezTo>
                        <a:cubicBezTo>
                          <a:pt x="8816" y="48588"/>
                          <a:pt x="5423" y="47431"/>
                          <a:pt x="1957" y="45858"/>
                        </a:cubicBezTo>
                        <a:lnTo>
                          <a:pt x="195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11" name="Freeform: Shape 510">
                    <a:extLst>
                      <a:ext uri="{FF2B5EF4-FFF2-40B4-BE49-F238E27FC236}">
                        <a16:creationId xmlns:a16="http://schemas.microsoft.com/office/drawing/2014/main" id="{DFDAEE30-9597-D820-C11E-049EF560D54E}"/>
                      </a:ext>
                    </a:extLst>
                  </p:cNvPr>
                  <p:cNvSpPr/>
                  <p:nvPr/>
                </p:nvSpPr>
                <p:spPr>
                  <a:xfrm flipV="1">
                    <a:off x="3863618" y="4959304"/>
                    <a:ext cx="63996" cy="95994"/>
                  </a:xfrm>
                  <a:custGeom>
                    <a:avLst/>
                    <a:gdLst>
                      <a:gd name="connsiteX0" fmla="*/ 30011 w 63996"/>
                      <a:gd name="connsiteY0" fmla="*/ 84047 h 95994"/>
                      <a:gd name="connsiteX1" fmla="*/ 15466 w 63996"/>
                      <a:gd name="connsiteY1" fmla="*/ 74529 h 95994"/>
                      <a:gd name="connsiteX2" fmla="*/ 10604 w 63996"/>
                      <a:gd name="connsiteY2" fmla="*/ 45935 h 95994"/>
                      <a:gd name="connsiteX3" fmla="*/ 15466 w 63996"/>
                      <a:gd name="connsiteY3" fmla="*/ 17401 h 95994"/>
                      <a:gd name="connsiteX4" fmla="*/ 30011 w 63996"/>
                      <a:gd name="connsiteY4" fmla="*/ 7883 h 95994"/>
                      <a:gd name="connsiteX5" fmla="*/ 44616 w 63996"/>
                      <a:gd name="connsiteY5" fmla="*/ 17401 h 95994"/>
                      <a:gd name="connsiteX6" fmla="*/ 49498 w 63996"/>
                      <a:gd name="connsiteY6" fmla="*/ 45935 h 95994"/>
                      <a:gd name="connsiteX7" fmla="*/ 44616 w 63996"/>
                      <a:gd name="connsiteY7" fmla="*/ 74529 h 95994"/>
                      <a:gd name="connsiteX8" fmla="*/ 30011 w 63996"/>
                      <a:gd name="connsiteY8" fmla="*/ 84047 h 95994"/>
                      <a:gd name="connsiteX9" fmla="*/ 30011 w 63996"/>
                      <a:gd name="connsiteY9" fmla="*/ 93962 h 95994"/>
                      <a:gd name="connsiteX10" fmla="*/ 53804 w 63996"/>
                      <a:gd name="connsiteY10" fmla="*/ 81648 h 95994"/>
                      <a:gd name="connsiteX11" fmla="*/ 62019 w 63996"/>
                      <a:gd name="connsiteY11" fmla="*/ 45935 h 95994"/>
                      <a:gd name="connsiteX12" fmla="*/ 53804 w 63996"/>
                      <a:gd name="connsiteY12" fmla="*/ 10262 h 95994"/>
                      <a:gd name="connsiteX13" fmla="*/ 30011 w 63996"/>
                      <a:gd name="connsiteY13" fmla="*/ -2032 h 95994"/>
                      <a:gd name="connsiteX14" fmla="*/ 6239 w 63996"/>
                      <a:gd name="connsiteY14" fmla="*/ 10262 h 95994"/>
                      <a:gd name="connsiteX15" fmla="*/ -1977 w 63996"/>
                      <a:gd name="connsiteY15" fmla="*/ 45935 h 95994"/>
                      <a:gd name="connsiteX16" fmla="*/ 6239 w 63996"/>
                      <a:gd name="connsiteY16" fmla="*/ 81648 h 95994"/>
                      <a:gd name="connsiteX17" fmla="*/ 3001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1" y="84047"/>
                        </a:moveTo>
                        <a:cubicBezTo>
                          <a:pt x="23569" y="84047"/>
                          <a:pt x="18720" y="80875"/>
                          <a:pt x="15466" y="74529"/>
                        </a:cubicBezTo>
                        <a:cubicBezTo>
                          <a:pt x="12225" y="68197"/>
                          <a:pt x="10604" y="58666"/>
                          <a:pt x="10604" y="45935"/>
                        </a:cubicBezTo>
                        <a:cubicBezTo>
                          <a:pt x="10604" y="33258"/>
                          <a:pt x="12225" y="23746"/>
                          <a:pt x="15466" y="17401"/>
                        </a:cubicBezTo>
                        <a:cubicBezTo>
                          <a:pt x="18720" y="11055"/>
                          <a:pt x="23569" y="7883"/>
                          <a:pt x="30011" y="7883"/>
                        </a:cubicBezTo>
                        <a:cubicBezTo>
                          <a:pt x="36507" y="7883"/>
                          <a:pt x="41375" y="11055"/>
                          <a:pt x="44616" y="17401"/>
                        </a:cubicBezTo>
                        <a:cubicBezTo>
                          <a:pt x="47871" y="23746"/>
                          <a:pt x="49498" y="33258"/>
                          <a:pt x="49498" y="45935"/>
                        </a:cubicBezTo>
                        <a:cubicBezTo>
                          <a:pt x="49498" y="58666"/>
                          <a:pt x="47871" y="68197"/>
                          <a:pt x="44616" y="74529"/>
                        </a:cubicBezTo>
                        <a:cubicBezTo>
                          <a:pt x="41375" y="80875"/>
                          <a:pt x="36507" y="84047"/>
                          <a:pt x="30011" y="84047"/>
                        </a:cubicBezTo>
                        <a:close/>
                        <a:moveTo>
                          <a:pt x="30011" y="93962"/>
                        </a:moveTo>
                        <a:cubicBezTo>
                          <a:pt x="40396" y="93962"/>
                          <a:pt x="48327" y="89857"/>
                          <a:pt x="53804" y="81648"/>
                        </a:cubicBezTo>
                        <a:cubicBezTo>
                          <a:pt x="59281" y="73452"/>
                          <a:pt x="62019" y="61548"/>
                          <a:pt x="62019" y="45935"/>
                        </a:cubicBezTo>
                        <a:cubicBezTo>
                          <a:pt x="62019" y="30363"/>
                          <a:pt x="59281" y="18471"/>
                          <a:pt x="53804" y="10262"/>
                        </a:cubicBezTo>
                        <a:cubicBezTo>
                          <a:pt x="48327" y="2066"/>
                          <a:pt x="40396" y="-2032"/>
                          <a:pt x="30011" y="-2032"/>
                        </a:cubicBezTo>
                        <a:cubicBezTo>
                          <a:pt x="19640" y="-2032"/>
                          <a:pt x="11715" y="2066"/>
                          <a:pt x="6239" y="10262"/>
                        </a:cubicBezTo>
                        <a:cubicBezTo>
                          <a:pt x="762" y="18471"/>
                          <a:pt x="-1977" y="30363"/>
                          <a:pt x="-1977" y="45935"/>
                        </a:cubicBezTo>
                        <a:cubicBezTo>
                          <a:pt x="-1977" y="61548"/>
                          <a:pt x="762" y="73452"/>
                          <a:pt x="6239" y="81648"/>
                        </a:cubicBezTo>
                        <a:cubicBezTo>
                          <a:pt x="11715" y="89857"/>
                          <a:pt x="19640" y="93962"/>
                          <a:pt x="3001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12" name="Freeform: Shape 511">
                    <a:extLst>
                      <a:ext uri="{FF2B5EF4-FFF2-40B4-BE49-F238E27FC236}">
                        <a16:creationId xmlns:a16="http://schemas.microsoft.com/office/drawing/2014/main" id="{59753B55-903E-A5FF-96AB-31953E3D8CA2}"/>
                      </a:ext>
                    </a:extLst>
                  </p:cNvPr>
                  <p:cNvSpPr/>
                  <p:nvPr/>
                </p:nvSpPr>
                <p:spPr>
                  <a:xfrm flipV="1">
                    <a:off x="3944419" y="4959304"/>
                    <a:ext cx="63996" cy="95994"/>
                  </a:xfrm>
                  <a:custGeom>
                    <a:avLst/>
                    <a:gdLst>
                      <a:gd name="connsiteX0" fmla="*/ 30018 w 63996"/>
                      <a:gd name="connsiteY0" fmla="*/ 84047 h 95994"/>
                      <a:gd name="connsiteX1" fmla="*/ 15472 w 63996"/>
                      <a:gd name="connsiteY1" fmla="*/ 74529 h 95994"/>
                      <a:gd name="connsiteX2" fmla="*/ 10611 w 63996"/>
                      <a:gd name="connsiteY2" fmla="*/ 45935 h 95994"/>
                      <a:gd name="connsiteX3" fmla="*/ 15472 w 63996"/>
                      <a:gd name="connsiteY3" fmla="*/ 17401 h 95994"/>
                      <a:gd name="connsiteX4" fmla="*/ 30018 w 63996"/>
                      <a:gd name="connsiteY4" fmla="*/ 7883 h 95994"/>
                      <a:gd name="connsiteX5" fmla="*/ 44623 w 63996"/>
                      <a:gd name="connsiteY5" fmla="*/ 17401 h 95994"/>
                      <a:gd name="connsiteX6" fmla="*/ 49504 w 63996"/>
                      <a:gd name="connsiteY6" fmla="*/ 45935 h 95994"/>
                      <a:gd name="connsiteX7" fmla="*/ 44623 w 63996"/>
                      <a:gd name="connsiteY7" fmla="*/ 74529 h 95994"/>
                      <a:gd name="connsiteX8" fmla="*/ 30018 w 63996"/>
                      <a:gd name="connsiteY8" fmla="*/ 84047 h 95994"/>
                      <a:gd name="connsiteX9" fmla="*/ 30018 w 63996"/>
                      <a:gd name="connsiteY9" fmla="*/ 93962 h 95994"/>
                      <a:gd name="connsiteX10" fmla="*/ 53810 w 63996"/>
                      <a:gd name="connsiteY10" fmla="*/ 81648 h 95994"/>
                      <a:gd name="connsiteX11" fmla="*/ 62026 w 63996"/>
                      <a:gd name="connsiteY11" fmla="*/ 45935 h 95994"/>
                      <a:gd name="connsiteX12" fmla="*/ 53810 w 63996"/>
                      <a:gd name="connsiteY12" fmla="*/ 10262 h 95994"/>
                      <a:gd name="connsiteX13" fmla="*/ 30018 w 63996"/>
                      <a:gd name="connsiteY13" fmla="*/ -2032 h 95994"/>
                      <a:gd name="connsiteX14" fmla="*/ 6245 w 63996"/>
                      <a:gd name="connsiteY14" fmla="*/ 10262 h 95994"/>
                      <a:gd name="connsiteX15" fmla="*/ -1970 w 63996"/>
                      <a:gd name="connsiteY15" fmla="*/ 45935 h 95994"/>
                      <a:gd name="connsiteX16" fmla="*/ 6245 w 63996"/>
                      <a:gd name="connsiteY16" fmla="*/ 81648 h 95994"/>
                      <a:gd name="connsiteX17" fmla="*/ 30018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8" y="84047"/>
                        </a:moveTo>
                        <a:cubicBezTo>
                          <a:pt x="23575" y="84047"/>
                          <a:pt x="18727" y="80875"/>
                          <a:pt x="15472" y="74529"/>
                        </a:cubicBezTo>
                        <a:cubicBezTo>
                          <a:pt x="12231" y="68197"/>
                          <a:pt x="10611" y="58666"/>
                          <a:pt x="10611" y="45935"/>
                        </a:cubicBezTo>
                        <a:cubicBezTo>
                          <a:pt x="10611" y="33258"/>
                          <a:pt x="12231" y="23746"/>
                          <a:pt x="15472" y="17401"/>
                        </a:cubicBezTo>
                        <a:cubicBezTo>
                          <a:pt x="18727" y="11055"/>
                          <a:pt x="23575" y="7883"/>
                          <a:pt x="30018" y="7883"/>
                        </a:cubicBezTo>
                        <a:cubicBezTo>
                          <a:pt x="36513" y="7883"/>
                          <a:pt x="41382" y="11055"/>
                          <a:pt x="44623" y="17401"/>
                        </a:cubicBezTo>
                        <a:cubicBezTo>
                          <a:pt x="47877" y="23746"/>
                          <a:pt x="49504" y="33258"/>
                          <a:pt x="49504" y="45935"/>
                        </a:cubicBezTo>
                        <a:cubicBezTo>
                          <a:pt x="49504" y="58666"/>
                          <a:pt x="47877" y="68197"/>
                          <a:pt x="44623" y="74529"/>
                        </a:cubicBezTo>
                        <a:cubicBezTo>
                          <a:pt x="41382" y="80875"/>
                          <a:pt x="36513" y="84047"/>
                          <a:pt x="30018" y="84047"/>
                        </a:cubicBezTo>
                        <a:close/>
                        <a:moveTo>
                          <a:pt x="30018" y="93962"/>
                        </a:moveTo>
                        <a:cubicBezTo>
                          <a:pt x="40403" y="93962"/>
                          <a:pt x="48334" y="89857"/>
                          <a:pt x="53810" y="81648"/>
                        </a:cubicBezTo>
                        <a:cubicBezTo>
                          <a:pt x="59287" y="73452"/>
                          <a:pt x="62026" y="61548"/>
                          <a:pt x="62026" y="45935"/>
                        </a:cubicBezTo>
                        <a:cubicBezTo>
                          <a:pt x="62026" y="30363"/>
                          <a:pt x="59287" y="18471"/>
                          <a:pt x="53810" y="10262"/>
                        </a:cubicBezTo>
                        <a:cubicBezTo>
                          <a:pt x="48334" y="2066"/>
                          <a:pt x="40403" y="-2032"/>
                          <a:pt x="30018" y="-2032"/>
                        </a:cubicBezTo>
                        <a:cubicBezTo>
                          <a:pt x="19646" y="-2032"/>
                          <a:pt x="11722" y="2066"/>
                          <a:pt x="6245" y="10262"/>
                        </a:cubicBezTo>
                        <a:cubicBezTo>
                          <a:pt x="768" y="18471"/>
                          <a:pt x="-1970" y="30363"/>
                          <a:pt x="-1970" y="45935"/>
                        </a:cubicBezTo>
                        <a:cubicBezTo>
                          <a:pt x="-1970" y="61548"/>
                          <a:pt x="768" y="73452"/>
                          <a:pt x="6245" y="81648"/>
                        </a:cubicBezTo>
                        <a:cubicBezTo>
                          <a:pt x="11722" y="89857"/>
                          <a:pt x="19646" y="93962"/>
                          <a:pt x="30018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13" name="Graphic 497">
                <a:extLst>
                  <a:ext uri="{FF2B5EF4-FFF2-40B4-BE49-F238E27FC236}">
                    <a16:creationId xmlns:a16="http://schemas.microsoft.com/office/drawing/2014/main" id="{982AD711-F0B5-9532-01C1-49DF2D6B920D}"/>
                  </a:ext>
                </a:extLst>
              </p:cNvPr>
              <p:cNvGrpSpPr/>
              <p:nvPr/>
            </p:nvGrpSpPr>
            <p:grpSpPr>
              <a:xfrm>
                <a:off x="4352591" y="4868227"/>
                <a:ext cx="224169" cy="187070"/>
                <a:chOff x="435259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14" name="Freeform: Shape 513">
                  <a:extLst>
                    <a:ext uri="{FF2B5EF4-FFF2-40B4-BE49-F238E27FC236}">
                      <a16:creationId xmlns:a16="http://schemas.microsoft.com/office/drawing/2014/main" id="{38A2F91D-E28B-0C3D-0621-E917DBB38AE7}"/>
                    </a:ext>
                  </a:extLst>
                </p:cNvPr>
                <p:cNvSpPr/>
                <p:nvPr/>
              </p:nvSpPr>
              <p:spPr>
                <a:xfrm>
                  <a:off x="4463994" y="4868227"/>
                  <a:ext cx="12700" cy="44417"/>
                </a:xfrm>
                <a:custGeom>
                  <a:avLst/>
                  <a:gdLst>
                    <a:gd name="connsiteX0" fmla="*/ 102 w 12700"/>
                    <a:gd name="connsiteY0" fmla="*/ 286 h 44417"/>
                    <a:gd name="connsiteX1" fmla="*/ 10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02" y="286"/>
                      </a:moveTo>
                      <a:lnTo>
                        <a:pt x="10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15" name="Graphic 497">
                  <a:extLst>
                    <a:ext uri="{FF2B5EF4-FFF2-40B4-BE49-F238E27FC236}">
                      <a16:creationId xmlns:a16="http://schemas.microsoft.com/office/drawing/2014/main" id="{BCD7D9B1-05D0-FDC2-0B20-D4BE4D351953}"/>
                    </a:ext>
                  </a:extLst>
                </p:cNvPr>
                <p:cNvGrpSpPr/>
                <p:nvPr/>
              </p:nvGrpSpPr>
              <p:grpSpPr>
                <a:xfrm>
                  <a:off x="4352591" y="4959304"/>
                  <a:ext cx="224169" cy="95994"/>
                  <a:chOff x="435259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16" name="Freeform: Shape 515">
                    <a:extLst>
                      <a:ext uri="{FF2B5EF4-FFF2-40B4-BE49-F238E27FC236}">
                        <a16:creationId xmlns:a16="http://schemas.microsoft.com/office/drawing/2014/main" id="{6C7A1D32-61DB-CD18-4637-0107ED6740BA}"/>
                      </a:ext>
                    </a:extLst>
                  </p:cNvPr>
                  <p:cNvSpPr/>
                  <p:nvPr/>
                </p:nvSpPr>
                <p:spPr>
                  <a:xfrm flipV="1">
                    <a:off x="4352591" y="4960969"/>
                    <a:ext cx="59908" cy="94328"/>
                  </a:xfrm>
                  <a:custGeom>
                    <a:avLst/>
                    <a:gdLst>
                      <a:gd name="connsiteX0" fmla="*/ 2002 w 59908"/>
                      <a:gd name="connsiteY0" fmla="*/ 92338 h 94328"/>
                      <a:gd name="connsiteX1" fmla="*/ 51175 w 59908"/>
                      <a:gd name="connsiteY1" fmla="*/ 92338 h 94328"/>
                      <a:gd name="connsiteX2" fmla="*/ 51175 w 59908"/>
                      <a:gd name="connsiteY2" fmla="*/ 81789 h 94328"/>
                      <a:gd name="connsiteX3" fmla="*/ 13471 w 59908"/>
                      <a:gd name="connsiteY3" fmla="*/ 81789 h 94328"/>
                      <a:gd name="connsiteX4" fmla="*/ 13471 w 59908"/>
                      <a:gd name="connsiteY4" fmla="*/ 59124 h 94328"/>
                      <a:gd name="connsiteX5" fmla="*/ 18909 w 59908"/>
                      <a:gd name="connsiteY5" fmla="*/ 60512 h 94328"/>
                      <a:gd name="connsiteX6" fmla="*/ 24386 w 59908"/>
                      <a:gd name="connsiteY6" fmla="*/ 60968 h 94328"/>
                      <a:gd name="connsiteX7" fmla="*/ 48932 w 59908"/>
                      <a:gd name="connsiteY7" fmla="*/ 52481 h 94328"/>
                      <a:gd name="connsiteX8" fmla="*/ 58001 w 59908"/>
                      <a:gd name="connsiteY8" fmla="*/ 29499 h 94328"/>
                      <a:gd name="connsiteX9" fmla="*/ 48694 w 59908"/>
                      <a:gd name="connsiteY9" fmla="*/ 6279 h 94328"/>
                      <a:gd name="connsiteX10" fmla="*/ 22461 w 59908"/>
                      <a:gd name="connsiteY10" fmla="*/ -1990 h 94328"/>
                      <a:gd name="connsiteX11" fmla="*/ 10574 w 59908"/>
                      <a:gd name="connsiteY11" fmla="*/ -999 h 94328"/>
                      <a:gd name="connsiteX12" fmla="*/ -1907 w 59908"/>
                      <a:gd name="connsiteY12" fmla="*/ 1976 h 94328"/>
                      <a:gd name="connsiteX13" fmla="*/ -1907 w 59908"/>
                      <a:gd name="connsiteY13" fmla="*/ 14567 h 94328"/>
                      <a:gd name="connsiteX14" fmla="*/ 9622 w 59908"/>
                      <a:gd name="connsiteY14" fmla="*/ 10046 h 94328"/>
                      <a:gd name="connsiteX15" fmla="*/ 22203 w 59908"/>
                      <a:gd name="connsiteY15" fmla="*/ 8559 h 94328"/>
                      <a:gd name="connsiteX16" fmla="*/ 39189 w 59908"/>
                      <a:gd name="connsiteY16" fmla="*/ 14191 h 94328"/>
                      <a:gd name="connsiteX17" fmla="*/ 45460 w 59908"/>
                      <a:gd name="connsiteY17" fmla="*/ 29499 h 94328"/>
                      <a:gd name="connsiteX18" fmla="*/ 39189 w 59908"/>
                      <a:gd name="connsiteY18" fmla="*/ 44788 h 94328"/>
                      <a:gd name="connsiteX19" fmla="*/ 22203 w 59908"/>
                      <a:gd name="connsiteY19" fmla="*/ 50439 h 94328"/>
                      <a:gd name="connsiteX20" fmla="*/ 12182 w 59908"/>
                      <a:gd name="connsiteY20" fmla="*/ 49328 h 94328"/>
                      <a:gd name="connsiteX21" fmla="*/ 2002 w 59908"/>
                      <a:gd name="connsiteY21" fmla="*/ 45858 h 94328"/>
                      <a:gd name="connsiteX22" fmla="*/ 2002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02" y="92338"/>
                        </a:moveTo>
                        <a:lnTo>
                          <a:pt x="51175" y="92338"/>
                        </a:lnTo>
                        <a:lnTo>
                          <a:pt x="51175" y="81789"/>
                        </a:lnTo>
                        <a:lnTo>
                          <a:pt x="13471" y="81789"/>
                        </a:lnTo>
                        <a:lnTo>
                          <a:pt x="13471" y="59124"/>
                        </a:lnTo>
                        <a:cubicBezTo>
                          <a:pt x="15284" y="59746"/>
                          <a:pt x="17096" y="60208"/>
                          <a:pt x="18909" y="60512"/>
                        </a:cubicBezTo>
                        <a:cubicBezTo>
                          <a:pt x="20734" y="60816"/>
                          <a:pt x="22560" y="60968"/>
                          <a:pt x="24386" y="60968"/>
                        </a:cubicBezTo>
                        <a:cubicBezTo>
                          <a:pt x="34718" y="60968"/>
                          <a:pt x="42900" y="58139"/>
                          <a:pt x="48932" y="52481"/>
                        </a:cubicBezTo>
                        <a:cubicBezTo>
                          <a:pt x="54978" y="46823"/>
                          <a:pt x="58001" y="39163"/>
                          <a:pt x="58001" y="29499"/>
                        </a:cubicBezTo>
                        <a:cubicBezTo>
                          <a:pt x="58001" y="19545"/>
                          <a:pt x="54899" y="11805"/>
                          <a:pt x="48694" y="6279"/>
                        </a:cubicBezTo>
                        <a:cubicBezTo>
                          <a:pt x="42490" y="766"/>
                          <a:pt x="33745" y="-1990"/>
                          <a:pt x="22461" y="-1990"/>
                        </a:cubicBezTo>
                        <a:cubicBezTo>
                          <a:pt x="18571" y="-1990"/>
                          <a:pt x="14609" y="-1660"/>
                          <a:pt x="10574" y="-999"/>
                        </a:cubicBezTo>
                        <a:cubicBezTo>
                          <a:pt x="6553" y="-338"/>
                          <a:pt x="2392" y="654"/>
                          <a:pt x="-1907" y="1976"/>
                        </a:cubicBezTo>
                        <a:lnTo>
                          <a:pt x="-1907" y="14567"/>
                        </a:lnTo>
                        <a:cubicBezTo>
                          <a:pt x="1810" y="12545"/>
                          <a:pt x="5653" y="11038"/>
                          <a:pt x="9622" y="10046"/>
                        </a:cubicBezTo>
                        <a:cubicBezTo>
                          <a:pt x="13591" y="9055"/>
                          <a:pt x="17784" y="8559"/>
                          <a:pt x="22203" y="8559"/>
                        </a:cubicBezTo>
                        <a:cubicBezTo>
                          <a:pt x="29360" y="8559"/>
                          <a:pt x="35022" y="10436"/>
                          <a:pt x="39189" y="14191"/>
                        </a:cubicBezTo>
                        <a:cubicBezTo>
                          <a:pt x="43369" y="17945"/>
                          <a:pt x="45460" y="23048"/>
                          <a:pt x="45460" y="29499"/>
                        </a:cubicBezTo>
                        <a:cubicBezTo>
                          <a:pt x="45460" y="35937"/>
                          <a:pt x="43369" y="41033"/>
                          <a:pt x="39189" y="44788"/>
                        </a:cubicBezTo>
                        <a:cubicBezTo>
                          <a:pt x="35022" y="48555"/>
                          <a:pt x="29360" y="50439"/>
                          <a:pt x="22203" y="50439"/>
                        </a:cubicBezTo>
                        <a:cubicBezTo>
                          <a:pt x="18856" y="50439"/>
                          <a:pt x="15515" y="50069"/>
                          <a:pt x="12182" y="49328"/>
                        </a:cubicBezTo>
                        <a:cubicBezTo>
                          <a:pt x="8861" y="48588"/>
                          <a:pt x="5468" y="47431"/>
                          <a:pt x="2002" y="45858"/>
                        </a:cubicBezTo>
                        <a:lnTo>
                          <a:pt x="200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17" name="Freeform: Shape 516">
                    <a:extLst>
                      <a:ext uri="{FF2B5EF4-FFF2-40B4-BE49-F238E27FC236}">
                        <a16:creationId xmlns:a16="http://schemas.microsoft.com/office/drawing/2014/main" id="{A188AF28-10C8-3CB2-A7E9-D2467E022924}"/>
                      </a:ext>
                    </a:extLst>
                  </p:cNvPr>
                  <p:cNvSpPr/>
                  <p:nvPr/>
                </p:nvSpPr>
                <p:spPr>
                  <a:xfrm flipV="1">
                    <a:off x="4437539" y="4960969"/>
                    <a:ext cx="55125" cy="92524"/>
                  </a:xfrm>
                  <a:custGeom>
                    <a:avLst/>
                    <a:gdLst>
                      <a:gd name="connsiteX0" fmla="*/ -184 w 55125"/>
                      <a:gd name="connsiteY0" fmla="*/ 8494 h 92524"/>
                      <a:gd name="connsiteX1" fmla="*/ 20275 w 55125"/>
                      <a:gd name="connsiteY1" fmla="*/ 8494 h 92524"/>
                      <a:gd name="connsiteX2" fmla="*/ 20275 w 55125"/>
                      <a:gd name="connsiteY2" fmla="*/ 79086 h 92524"/>
                      <a:gd name="connsiteX3" fmla="*/ -1989 w 55125"/>
                      <a:gd name="connsiteY3" fmla="*/ 74625 h 92524"/>
                      <a:gd name="connsiteX4" fmla="*/ -1989 w 55125"/>
                      <a:gd name="connsiteY4" fmla="*/ 86027 h 92524"/>
                      <a:gd name="connsiteX5" fmla="*/ 20156 w 55125"/>
                      <a:gd name="connsiteY5" fmla="*/ 90488 h 92524"/>
                      <a:gd name="connsiteX6" fmla="*/ 32678 w 55125"/>
                      <a:gd name="connsiteY6" fmla="*/ 90488 h 92524"/>
                      <a:gd name="connsiteX7" fmla="*/ 32678 w 55125"/>
                      <a:gd name="connsiteY7" fmla="*/ 8494 h 92524"/>
                      <a:gd name="connsiteX8" fmla="*/ 53137 w 55125"/>
                      <a:gd name="connsiteY8" fmla="*/ 8494 h 92524"/>
                      <a:gd name="connsiteX9" fmla="*/ 53137 w 55125"/>
                      <a:gd name="connsiteY9" fmla="*/ -2036 h 92524"/>
                      <a:gd name="connsiteX10" fmla="*/ -184 w 55125"/>
                      <a:gd name="connsiteY10" fmla="*/ -2036 h 92524"/>
                      <a:gd name="connsiteX11" fmla="*/ -184 w 55125"/>
                      <a:gd name="connsiteY11" fmla="*/ 8494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184" y="8494"/>
                        </a:moveTo>
                        <a:lnTo>
                          <a:pt x="20275" y="8494"/>
                        </a:lnTo>
                        <a:lnTo>
                          <a:pt x="20275" y="79086"/>
                        </a:lnTo>
                        <a:lnTo>
                          <a:pt x="-1989" y="74625"/>
                        </a:lnTo>
                        <a:lnTo>
                          <a:pt x="-1989" y="86027"/>
                        </a:lnTo>
                        <a:lnTo>
                          <a:pt x="20156" y="90488"/>
                        </a:lnTo>
                        <a:lnTo>
                          <a:pt x="32678" y="90488"/>
                        </a:lnTo>
                        <a:lnTo>
                          <a:pt x="32678" y="8494"/>
                        </a:lnTo>
                        <a:lnTo>
                          <a:pt x="53137" y="8494"/>
                        </a:lnTo>
                        <a:lnTo>
                          <a:pt x="53137" y="-2036"/>
                        </a:lnTo>
                        <a:lnTo>
                          <a:pt x="-184" y="-2036"/>
                        </a:lnTo>
                        <a:lnTo>
                          <a:pt x="-184" y="84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18" name="Freeform: Shape 517">
                    <a:extLst>
                      <a:ext uri="{FF2B5EF4-FFF2-40B4-BE49-F238E27FC236}">
                        <a16:creationId xmlns:a16="http://schemas.microsoft.com/office/drawing/2014/main" id="{ED9E450F-C3FA-074A-2DF9-4E1159D5CAE9}"/>
                      </a:ext>
                    </a:extLst>
                  </p:cNvPr>
                  <p:cNvSpPr/>
                  <p:nvPr/>
                </p:nvSpPr>
                <p:spPr>
                  <a:xfrm flipV="1">
                    <a:off x="4512765" y="4959304"/>
                    <a:ext cx="63996" cy="95994"/>
                  </a:xfrm>
                  <a:custGeom>
                    <a:avLst/>
                    <a:gdLst>
                      <a:gd name="connsiteX0" fmla="*/ 30062 w 63996"/>
                      <a:gd name="connsiteY0" fmla="*/ 84047 h 95994"/>
                      <a:gd name="connsiteX1" fmla="*/ 15517 w 63996"/>
                      <a:gd name="connsiteY1" fmla="*/ 74529 h 95994"/>
                      <a:gd name="connsiteX2" fmla="*/ 10655 w 63996"/>
                      <a:gd name="connsiteY2" fmla="*/ 45935 h 95994"/>
                      <a:gd name="connsiteX3" fmla="*/ 15517 w 63996"/>
                      <a:gd name="connsiteY3" fmla="*/ 17401 h 95994"/>
                      <a:gd name="connsiteX4" fmla="*/ 30062 w 63996"/>
                      <a:gd name="connsiteY4" fmla="*/ 7883 h 95994"/>
                      <a:gd name="connsiteX5" fmla="*/ 44667 w 63996"/>
                      <a:gd name="connsiteY5" fmla="*/ 17401 h 95994"/>
                      <a:gd name="connsiteX6" fmla="*/ 49549 w 63996"/>
                      <a:gd name="connsiteY6" fmla="*/ 45935 h 95994"/>
                      <a:gd name="connsiteX7" fmla="*/ 44667 w 63996"/>
                      <a:gd name="connsiteY7" fmla="*/ 74529 h 95994"/>
                      <a:gd name="connsiteX8" fmla="*/ 30062 w 63996"/>
                      <a:gd name="connsiteY8" fmla="*/ 84047 h 95994"/>
                      <a:gd name="connsiteX9" fmla="*/ 30062 w 63996"/>
                      <a:gd name="connsiteY9" fmla="*/ 93962 h 95994"/>
                      <a:gd name="connsiteX10" fmla="*/ 53855 w 63996"/>
                      <a:gd name="connsiteY10" fmla="*/ 81648 h 95994"/>
                      <a:gd name="connsiteX11" fmla="*/ 62070 w 63996"/>
                      <a:gd name="connsiteY11" fmla="*/ 45935 h 95994"/>
                      <a:gd name="connsiteX12" fmla="*/ 53855 w 63996"/>
                      <a:gd name="connsiteY12" fmla="*/ 10262 h 95994"/>
                      <a:gd name="connsiteX13" fmla="*/ 30062 w 63996"/>
                      <a:gd name="connsiteY13" fmla="*/ -2032 h 95994"/>
                      <a:gd name="connsiteX14" fmla="*/ 6290 w 63996"/>
                      <a:gd name="connsiteY14" fmla="*/ 10262 h 95994"/>
                      <a:gd name="connsiteX15" fmla="*/ -1926 w 63996"/>
                      <a:gd name="connsiteY15" fmla="*/ 45935 h 95994"/>
                      <a:gd name="connsiteX16" fmla="*/ 6290 w 63996"/>
                      <a:gd name="connsiteY16" fmla="*/ 81648 h 95994"/>
                      <a:gd name="connsiteX17" fmla="*/ 3006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62" y="84047"/>
                        </a:moveTo>
                        <a:cubicBezTo>
                          <a:pt x="23620" y="84047"/>
                          <a:pt x="18771" y="80875"/>
                          <a:pt x="15517" y="74529"/>
                        </a:cubicBezTo>
                        <a:cubicBezTo>
                          <a:pt x="12276" y="68197"/>
                          <a:pt x="10655" y="58666"/>
                          <a:pt x="10655" y="45935"/>
                        </a:cubicBezTo>
                        <a:cubicBezTo>
                          <a:pt x="10655" y="33258"/>
                          <a:pt x="12276" y="23746"/>
                          <a:pt x="15517" y="17401"/>
                        </a:cubicBezTo>
                        <a:cubicBezTo>
                          <a:pt x="18771" y="11055"/>
                          <a:pt x="23620" y="7883"/>
                          <a:pt x="30062" y="7883"/>
                        </a:cubicBezTo>
                        <a:cubicBezTo>
                          <a:pt x="36558" y="7883"/>
                          <a:pt x="41426" y="11055"/>
                          <a:pt x="44667" y="17401"/>
                        </a:cubicBezTo>
                        <a:cubicBezTo>
                          <a:pt x="47922" y="23746"/>
                          <a:pt x="49549" y="33258"/>
                          <a:pt x="49549" y="45935"/>
                        </a:cubicBezTo>
                        <a:cubicBezTo>
                          <a:pt x="49549" y="58666"/>
                          <a:pt x="47922" y="68197"/>
                          <a:pt x="44667" y="74529"/>
                        </a:cubicBezTo>
                        <a:cubicBezTo>
                          <a:pt x="41426" y="80875"/>
                          <a:pt x="36558" y="84047"/>
                          <a:pt x="30062" y="84047"/>
                        </a:cubicBezTo>
                        <a:close/>
                        <a:moveTo>
                          <a:pt x="30062" y="93962"/>
                        </a:moveTo>
                        <a:cubicBezTo>
                          <a:pt x="40447" y="93962"/>
                          <a:pt x="48378" y="89857"/>
                          <a:pt x="53855" y="81648"/>
                        </a:cubicBezTo>
                        <a:cubicBezTo>
                          <a:pt x="59332" y="73452"/>
                          <a:pt x="62070" y="61548"/>
                          <a:pt x="62070" y="45935"/>
                        </a:cubicBezTo>
                        <a:cubicBezTo>
                          <a:pt x="62070" y="30363"/>
                          <a:pt x="59332" y="18471"/>
                          <a:pt x="53855" y="10262"/>
                        </a:cubicBezTo>
                        <a:cubicBezTo>
                          <a:pt x="48378" y="2066"/>
                          <a:pt x="40447" y="-2032"/>
                          <a:pt x="30062" y="-2032"/>
                        </a:cubicBezTo>
                        <a:cubicBezTo>
                          <a:pt x="19691" y="-2032"/>
                          <a:pt x="11767" y="2066"/>
                          <a:pt x="6290" y="10262"/>
                        </a:cubicBezTo>
                        <a:cubicBezTo>
                          <a:pt x="813" y="18471"/>
                          <a:pt x="-1926" y="30363"/>
                          <a:pt x="-1926" y="45935"/>
                        </a:cubicBezTo>
                        <a:cubicBezTo>
                          <a:pt x="-1926" y="61548"/>
                          <a:pt x="813" y="73452"/>
                          <a:pt x="6290" y="81648"/>
                        </a:cubicBezTo>
                        <a:cubicBezTo>
                          <a:pt x="11767" y="89857"/>
                          <a:pt x="19691" y="93962"/>
                          <a:pt x="3006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19" name="Graphic 497">
                <a:extLst>
                  <a:ext uri="{FF2B5EF4-FFF2-40B4-BE49-F238E27FC236}">
                    <a16:creationId xmlns:a16="http://schemas.microsoft.com/office/drawing/2014/main" id="{73595736-B967-4285-445E-5211213ED017}"/>
                  </a:ext>
                </a:extLst>
              </p:cNvPr>
              <p:cNvGrpSpPr/>
              <p:nvPr/>
            </p:nvGrpSpPr>
            <p:grpSpPr>
              <a:xfrm>
                <a:off x="4920936" y="4868227"/>
                <a:ext cx="224169" cy="187070"/>
                <a:chOff x="4920936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20" name="Freeform: Shape 519">
                  <a:extLst>
                    <a:ext uri="{FF2B5EF4-FFF2-40B4-BE49-F238E27FC236}">
                      <a16:creationId xmlns:a16="http://schemas.microsoft.com/office/drawing/2014/main" id="{CE70FC44-C223-796B-D284-BDDD5134917A}"/>
                    </a:ext>
                  </a:extLst>
                </p:cNvPr>
                <p:cNvSpPr/>
                <p:nvPr/>
              </p:nvSpPr>
              <p:spPr>
                <a:xfrm>
                  <a:off x="5032339" y="4868227"/>
                  <a:ext cx="12700" cy="44417"/>
                </a:xfrm>
                <a:custGeom>
                  <a:avLst/>
                  <a:gdLst>
                    <a:gd name="connsiteX0" fmla="*/ 147 w 12700"/>
                    <a:gd name="connsiteY0" fmla="*/ 286 h 44417"/>
                    <a:gd name="connsiteX1" fmla="*/ 14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47" y="286"/>
                      </a:moveTo>
                      <a:lnTo>
                        <a:pt x="14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21" name="Graphic 497">
                  <a:extLst>
                    <a:ext uri="{FF2B5EF4-FFF2-40B4-BE49-F238E27FC236}">
                      <a16:creationId xmlns:a16="http://schemas.microsoft.com/office/drawing/2014/main" id="{82953014-F0EC-F640-61D2-F564EC4ED0F4}"/>
                    </a:ext>
                  </a:extLst>
                </p:cNvPr>
                <p:cNvGrpSpPr/>
                <p:nvPr/>
              </p:nvGrpSpPr>
              <p:grpSpPr>
                <a:xfrm>
                  <a:off x="4920936" y="4959304"/>
                  <a:ext cx="224169" cy="95994"/>
                  <a:chOff x="4920936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22" name="Freeform: Shape 521">
                    <a:extLst>
                      <a:ext uri="{FF2B5EF4-FFF2-40B4-BE49-F238E27FC236}">
                        <a16:creationId xmlns:a16="http://schemas.microsoft.com/office/drawing/2014/main" id="{6FE9296F-C9F7-F93B-0284-E239556ED6F4}"/>
                      </a:ext>
                    </a:extLst>
                  </p:cNvPr>
                  <p:cNvSpPr/>
                  <p:nvPr/>
                </p:nvSpPr>
                <p:spPr>
                  <a:xfrm flipV="1">
                    <a:off x="4920936" y="4960969"/>
                    <a:ext cx="59908" cy="94328"/>
                  </a:xfrm>
                  <a:custGeom>
                    <a:avLst/>
                    <a:gdLst>
                      <a:gd name="connsiteX0" fmla="*/ 2047 w 59908"/>
                      <a:gd name="connsiteY0" fmla="*/ 92338 h 94328"/>
                      <a:gd name="connsiteX1" fmla="*/ 51219 w 59908"/>
                      <a:gd name="connsiteY1" fmla="*/ 92338 h 94328"/>
                      <a:gd name="connsiteX2" fmla="*/ 51219 w 59908"/>
                      <a:gd name="connsiteY2" fmla="*/ 81789 h 94328"/>
                      <a:gd name="connsiteX3" fmla="*/ 13516 w 59908"/>
                      <a:gd name="connsiteY3" fmla="*/ 81789 h 94328"/>
                      <a:gd name="connsiteX4" fmla="*/ 13516 w 59908"/>
                      <a:gd name="connsiteY4" fmla="*/ 59124 h 94328"/>
                      <a:gd name="connsiteX5" fmla="*/ 18953 w 59908"/>
                      <a:gd name="connsiteY5" fmla="*/ 60512 h 94328"/>
                      <a:gd name="connsiteX6" fmla="*/ 24430 w 59908"/>
                      <a:gd name="connsiteY6" fmla="*/ 60968 h 94328"/>
                      <a:gd name="connsiteX7" fmla="*/ 48977 w 59908"/>
                      <a:gd name="connsiteY7" fmla="*/ 52481 h 94328"/>
                      <a:gd name="connsiteX8" fmla="*/ 58046 w 59908"/>
                      <a:gd name="connsiteY8" fmla="*/ 29499 h 94328"/>
                      <a:gd name="connsiteX9" fmla="*/ 48739 w 59908"/>
                      <a:gd name="connsiteY9" fmla="*/ 6279 h 94328"/>
                      <a:gd name="connsiteX10" fmla="*/ 22505 w 59908"/>
                      <a:gd name="connsiteY10" fmla="*/ -1990 h 94328"/>
                      <a:gd name="connsiteX11" fmla="*/ 10619 w 59908"/>
                      <a:gd name="connsiteY11" fmla="*/ -999 h 94328"/>
                      <a:gd name="connsiteX12" fmla="*/ -1863 w 59908"/>
                      <a:gd name="connsiteY12" fmla="*/ 1976 h 94328"/>
                      <a:gd name="connsiteX13" fmla="*/ -1863 w 59908"/>
                      <a:gd name="connsiteY13" fmla="*/ 14567 h 94328"/>
                      <a:gd name="connsiteX14" fmla="*/ 9667 w 59908"/>
                      <a:gd name="connsiteY14" fmla="*/ 10046 h 94328"/>
                      <a:gd name="connsiteX15" fmla="*/ 22247 w 59908"/>
                      <a:gd name="connsiteY15" fmla="*/ 8559 h 94328"/>
                      <a:gd name="connsiteX16" fmla="*/ 39234 w 59908"/>
                      <a:gd name="connsiteY16" fmla="*/ 14191 h 94328"/>
                      <a:gd name="connsiteX17" fmla="*/ 45504 w 59908"/>
                      <a:gd name="connsiteY17" fmla="*/ 29499 h 94328"/>
                      <a:gd name="connsiteX18" fmla="*/ 39234 w 59908"/>
                      <a:gd name="connsiteY18" fmla="*/ 44788 h 94328"/>
                      <a:gd name="connsiteX19" fmla="*/ 22247 w 59908"/>
                      <a:gd name="connsiteY19" fmla="*/ 50439 h 94328"/>
                      <a:gd name="connsiteX20" fmla="*/ 12226 w 59908"/>
                      <a:gd name="connsiteY20" fmla="*/ 49328 h 94328"/>
                      <a:gd name="connsiteX21" fmla="*/ 2047 w 59908"/>
                      <a:gd name="connsiteY21" fmla="*/ 45858 h 94328"/>
                      <a:gd name="connsiteX22" fmla="*/ 204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47" y="92338"/>
                        </a:moveTo>
                        <a:lnTo>
                          <a:pt x="51219" y="92338"/>
                        </a:lnTo>
                        <a:lnTo>
                          <a:pt x="51219" y="81789"/>
                        </a:lnTo>
                        <a:lnTo>
                          <a:pt x="13516" y="81789"/>
                        </a:lnTo>
                        <a:lnTo>
                          <a:pt x="13516" y="59124"/>
                        </a:lnTo>
                        <a:cubicBezTo>
                          <a:pt x="15329" y="59746"/>
                          <a:pt x="17141" y="60208"/>
                          <a:pt x="18953" y="60512"/>
                        </a:cubicBezTo>
                        <a:cubicBezTo>
                          <a:pt x="20779" y="60816"/>
                          <a:pt x="22605" y="60968"/>
                          <a:pt x="24430" y="60968"/>
                        </a:cubicBezTo>
                        <a:cubicBezTo>
                          <a:pt x="34762" y="60968"/>
                          <a:pt x="42945" y="58139"/>
                          <a:pt x="48977" y="52481"/>
                        </a:cubicBezTo>
                        <a:cubicBezTo>
                          <a:pt x="55023" y="46823"/>
                          <a:pt x="58046" y="39163"/>
                          <a:pt x="58046" y="29499"/>
                        </a:cubicBezTo>
                        <a:cubicBezTo>
                          <a:pt x="58046" y="19545"/>
                          <a:pt x="54943" y="11805"/>
                          <a:pt x="48739" y="6279"/>
                        </a:cubicBezTo>
                        <a:cubicBezTo>
                          <a:pt x="42534" y="766"/>
                          <a:pt x="33790" y="-1990"/>
                          <a:pt x="22505" y="-1990"/>
                        </a:cubicBezTo>
                        <a:cubicBezTo>
                          <a:pt x="18616" y="-1990"/>
                          <a:pt x="14654" y="-1660"/>
                          <a:pt x="10619" y="-999"/>
                        </a:cubicBezTo>
                        <a:cubicBezTo>
                          <a:pt x="6597" y="-338"/>
                          <a:pt x="2437" y="654"/>
                          <a:pt x="-1863" y="1976"/>
                        </a:cubicBezTo>
                        <a:lnTo>
                          <a:pt x="-1863" y="14567"/>
                        </a:lnTo>
                        <a:cubicBezTo>
                          <a:pt x="1855" y="12545"/>
                          <a:pt x="5698" y="11038"/>
                          <a:pt x="9667" y="10046"/>
                        </a:cubicBezTo>
                        <a:cubicBezTo>
                          <a:pt x="13635" y="9055"/>
                          <a:pt x="17829" y="8559"/>
                          <a:pt x="22247" y="8559"/>
                        </a:cubicBezTo>
                        <a:cubicBezTo>
                          <a:pt x="29404" y="8559"/>
                          <a:pt x="35067" y="10436"/>
                          <a:pt x="39234" y="14191"/>
                        </a:cubicBezTo>
                        <a:cubicBezTo>
                          <a:pt x="43414" y="17945"/>
                          <a:pt x="45504" y="23048"/>
                          <a:pt x="45504" y="29499"/>
                        </a:cubicBezTo>
                        <a:cubicBezTo>
                          <a:pt x="45504" y="35937"/>
                          <a:pt x="43414" y="41033"/>
                          <a:pt x="39234" y="44788"/>
                        </a:cubicBezTo>
                        <a:cubicBezTo>
                          <a:pt x="35067" y="48555"/>
                          <a:pt x="29404" y="50439"/>
                          <a:pt x="22247" y="50439"/>
                        </a:cubicBezTo>
                        <a:cubicBezTo>
                          <a:pt x="18901" y="50439"/>
                          <a:pt x="15560" y="50069"/>
                          <a:pt x="12226" y="49328"/>
                        </a:cubicBezTo>
                        <a:cubicBezTo>
                          <a:pt x="8906" y="48588"/>
                          <a:pt x="5513" y="47431"/>
                          <a:pt x="2047" y="45858"/>
                        </a:cubicBezTo>
                        <a:lnTo>
                          <a:pt x="204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23" name="Freeform: Shape 522">
                    <a:extLst>
                      <a:ext uri="{FF2B5EF4-FFF2-40B4-BE49-F238E27FC236}">
                        <a16:creationId xmlns:a16="http://schemas.microsoft.com/office/drawing/2014/main" id="{D8EC4600-FE6B-08C0-A277-B910B8E86588}"/>
                      </a:ext>
                    </a:extLst>
                  </p:cNvPr>
                  <p:cNvSpPr/>
                  <p:nvPr/>
                </p:nvSpPr>
                <p:spPr>
                  <a:xfrm flipV="1">
                    <a:off x="5001241" y="4959304"/>
                    <a:ext cx="58777" cy="94189"/>
                  </a:xfrm>
                  <a:custGeom>
                    <a:avLst/>
                    <a:gdLst>
                      <a:gd name="connsiteX0" fmla="*/ 13259 w 58777"/>
                      <a:gd name="connsiteY0" fmla="*/ 8452 h 94189"/>
                      <a:gd name="connsiteX1" fmla="*/ 56974 w 58777"/>
                      <a:gd name="connsiteY1" fmla="*/ 8452 h 94189"/>
                      <a:gd name="connsiteX2" fmla="*/ 56974 w 58777"/>
                      <a:gd name="connsiteY2" fmla="*/ -2078 h 94189"/>
                      <a:gd name="connsiteX3" fmla="*/ -1803 w 58777"/>
                      <a:gd name="connsiteY3" fmla="*/ -2078 h 94189"/>
                      <a:gd name="connsiteX4" fmla="*/ -1803 w 58777"/>
                      <a:gd name="connsiteY4" fmla="*/ 8452 h 94189"/>
                      <a:gd name="connsiteX5" fmla="*/ 17624 w 58777"/>
                      <a:gd name="connsiteY5" fmla="*/ 28241 h 94189"/>
                      <a:gd name="connsiteX6" fmla="*/ 33102 w 58777"/>
                      <a:gd name="connsiteY6" fmla="*/ 44283 h 94189"/>
                      <a:gd name="connsiteX7" fmla="*/ 41496 w 58777"/>
                      <a:gd name="connsiteY7" fmla="*/ 55705 h 94189"/>
                      <a:gd name="connsiteX8" fmla="*/ 43897 w 58777"/>
                      <a:gd name="connsiteY8" fmla="*/ 64906 h 94189"/>
                      <a:gd name="connsiteX9" fmla="*/ 38718 w 58777"/>
                      <a:gd name="connsiteY9" fmla="*/ 76923 h 94189"/>
                      <a:gd name="connsiteX10" fmla="*/ 25224 w 58777"/>
                      <a:gd name="connsiteY10" fmla="*/ 81583 h 94189"/>
                      <a:gd name="connsiteX11" fmla="*/ 12782 w 58777"/>
                      <a:gd name="connsiteY11" fmla="*/ 79540 h 94189"/>
                      <a:gd name="connsiteX12" fmla="*/ -1188 w 58777"/>
                      <a:gd name="connsiteY12" fmla="*/ 73334 h 94189"/>
                      <a:gd name="connsiteX13" fmla="*/ -1188 w 58777"/>
                      <a:gd name="connsiteY13" fmla="*/ 85985 h 94189"/>
                      <a:gd name="connsiteX14" fmla="*/ 12941 w 58777"/>
                      <a:gd name="connsiteY14" fmla="*/ 90565 h 94189"/>
                      <a:gd name="connsiteX15" fmla="*/ 24986 w 58777"/>
                      <a:gd name="connsiteY15" fmla="*/ 92112 h 94189"/>
                      <a:gd name="connsiteX16" fmla="*/ 47926 w 58777"/>
                      <a:gd name="connsiteY16" fmla="*/ 84914 h 94189"/>
                      <a:gd name="connsiteX17" fmla="*/ 56478 w 58777"/>
                      <a:gd name="connsiteY17" fmla="*/ 65719 h 94189"/>
                      <a:gd name="connsiteX18" fmla="*/ 54335 w 58777"/>
                      <a:gd name="connsiteY18" fmla="*/ 54892 h 94189"/>
                      <a:gd name="connsiteX19" fmla="*/ 46556 w 58777"/>
                      <a:gd name="connsiteY19" fmla="*/ 42856 h 94189"/>
                      <a:gd name="connsiteX20" fmla="*/ 36694 w 58777"/>
                      <a:gd name="connsiteY20" fmla="*/ 32465 h 94189"/>
                      <a:gd name="connsiteX21" fmla="*/ 13259 w 58777"/>
                      <a:gd name="connsiteY21" fmla="*/ 8452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259" y="8452"/>
                        </a:moveTo>
                        <a:lnTo>
                          <a:pt x="56974" y="8452"/>
                        </a:lnTo>
                        <a:lnTo>
                          <a:pt x="56974" y="-2078"/>
                        </a:lnTo>
                        <a:lnTo>
                          <a:pt x="-1803" y="-2078"/>
                        </a:lnTo>
                        <a:lnTo>
                          <a:pt x="-1803" y="8452"/>
                        </a:lnTo>
                        <a:cubicBezTo>
                          <a:pt x="2946" y="13369"/>
                          <a:pt x="9422" y="19966"/>
                          <a:pt x="17624" y="28241"/>
                        </a:cubicBezTo>
                        <a:cubicBezTo>
                          <a:pt x="25839" y="36530"/>
                          <a:pt x="30999" y="41877"/>
                          <a:pt x="33102" y="44283"/>
                        </a:cubicBezTo>
                        <a:cubicBezTo>
                          <a:pt x="37111" y="48778"/>
                          <a:pt x="39909" y="52585"/>
                          <a:pt x="41496" y="55705"/>
                        </a:cubicBezTo>
                        <a:cubicBezTo>
                          <a:pt x="43097" y="58825"/>
                          <a:pt x="43897" y="61892"/>
                          <a:pt x="43897" y="64906"/>
                        </a:cubicBezTo>
                        <a:cubicBezTo>
                          <a:pt x="43897" y="69824"/>
                          <a:pt x="42171" y="73829"/>
                          <a:pt x="38718" y="76923"/>
                        </a:cubicBezTo>
                        <a:cubicBezTo>
                          <a:pt x="35265" y="80029"/>
                          <a:pt x="30767" y="81583"/>
                          <a:pt x="25224" y="81583"/>
                        </a:cubicBezTo>
                        <a:cubicBezTo>
                          <a:pt x="21295" y="81583"/>
                          <a:pt x="17148" y="80902"/>
                          <a:pt x="12782" y="79540"/>
                        </a:cubicBezTo>
                        <a:cubicBezTo>
                          <a:pt x="8430" y="78179"/>
                          <a:pt x="3773" y="76110"/>
                          <a:pt x="-1188" y="73334"/>
                        </a:cubicBezTo>
                        <a:lnTo>
                          <a:pt x="-1188" y="85985"/>
                        </a:lnTo>
                        <a:cubicBezTo>
                          <a:pt x="3853" y="88007"/>
                          <a:pt x="8562" y="89534"/>
                          <a:pt x="12941" y="90565"/>
                        </a:cubicBezTo>
                        <a:cubicBezTo>
                          <a:pt x="17333" y="91596"/>
                          <a:pt x="21348" y="92112"/>
                          <a:pt x="24986" y="92112"/>
                        </a:cubicBezTo>
                        <a:cubicBezTo>
                          <a:pt x="34577" y="92112"/>
                          <a:pt x="42224" y="89713"/>
                          <a:pt x="47926" y="84914"/>
                        </a:cubicBezTo>
                        <a:cubicBezTo>
                          <a:pt x="53627" y="80128"/>
                          <a:pt x="56478" y="73730"/>
                          <a:pt x="56478" y="65719"/>
                        </a:cubicBezTo>
                        <a:cubicBezTo>
                          <a:pt x="56478" y="61912"/>
                          <a:pt x="55764" y="58303"/>
                          <a:pt x="54335" y="54892"/>
                        </a:cubicBezTo>
                        <a:cubicBezTo>
                          <a:pt x="52920" y="51495"/>
                          <a:pt x="50327" y="47483"/>
                          <a:pt x="46556" y="42856"/>
                        </a:cubicBezTo>
                        <a:cubicBezTo>
                          <a:pt x="45524" y="41653"/>
                          <a:pt x="42237" y="38189"/>
                          <a:pt x="36694" y="32465"/>
                        </a:cubicBezTo>
                        <a:cubicBezTo>
                          <a:pt x="31164" y="26741"/>
                          <a:pt x="23352" y="18737"/>
                          <a:pt x="13259" y="845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24" name="Freeform: Shape 523">
                    <a:extLst>
                      <a:ext uri="{FF2B5EF4-FFF2-40B4-BE49-F238E27FC236}">
                        <a16:creationId xmlns:a16="http://schemas.microsoft.com/office/drawing/2014/main" id="{03458D58-E8B6-4AE4-F7BE-D8E52B7C1961}"/>
                      </a:ext>
                    </a:extLst>
                  </p:cNvPr>
                  <p:cNvSpPr/>
                  <p:nvPr/>
                </p:nvSpPr>
                <p:spPr>
                  <a:xfrm flipV="1">
                    <a:off x="5081110" y="4959304"/>
                    <a:ext cx="63996" cy="95994"/>
                  </a:xfrm>
                  <a:custGeom>
                    <a:avLst/>
                    <a:gdLst>
                      <a:gd name="connsiteX0" fmla="*/ 30107 w 63996"/>
                      <a:gd name="connsiteY0" fmla="*/ 84047 h 95994"/>
                      <a:gd name="connsiteX1" fmla="*/ 15562 w 63996"/>
                      <a:gd name="connsiteY1" fmla="*/ 74529 h 95994"/>
                      <a:gd name="connsiteX2" fmla="*/ 10700 w 63996"/>
                      <a:gd name="connsiteY2" fmla="*/ 45935 h 95994"/>
                      <a:gd name="connsiteX3" fmla="*/ 15562 w 63996"/>
                      <a:gd name="connsiteY3" fmla="*/ 17401 h 95994"/>
                      <a:gd name="connsiteX4" fmla="*/ 30107 w 63996"/>
                      <a:gd name="connsiteY4" fmla="*/ 7883 h 95994"/>
                      <a:gd name="connsiteX5" fmla="*/ 44712 w 63996"/>
                      <a:gd name="connsiteY5" fmla="*/ 17401 h 95994"/>
                      <a:gd name="connsiteX6" fmla="*/ 49594 w 63996"/>
                      <a:gd name="connsiteY6" fmla="*/ 45935 h 95994"/>
                      <a:gd name="connsiteX7" fmla="*/ 44712 w 63996"/>
                      <a:gd name="connsiteY7" fmla="*/ 74529 h 95994"/>
                      <a:gd name="connsiteX8" fmla="*/ 30107 w 63996"/>
                      <a:gd name="connsiteY8" fmla="*/ 84047 h 95994"/>
                      <a:gd name="connsiteX9" fmla="*/ 30107 w 63996"/>
                      <a:gd name="connsiteY9" fmla="*/ 93962 h 95994"/>
                      <a:gd name="connsiteX10" fmla="*/ 53900 w 63996"/>
                      <a:gd name="connsiteY10" fmla="*/ 81648 h 95994"/>
                      <a:gd name="connsiteX11" fmla="*/ 62115 w 63996"/>
                      <a:gd name="connsiteY11" fmla="*/ 45935 h 95994"/>
                      <a:gd name="connsiteX12" fmla="*/ 53900 w 63996"/>
                      <a:gd name="connsiteY12" fmla="*/ 10262 h 95994"/>
                      <a:gd name="connsiteX13" fmla="*/ 30107 w 63996"/>
                      <a:gd name="connsiteY13" fmla="*/ -2032 h 95994"/>
                      <a:gd name="connsiteX14" fmla="*/ 6334 w 63996"/>
                      <a:gd name="connsiteY14" fmla="*/ 10262 h 95994"/>
                      <a:gd name="connsiteX15" fmla="*/ -1881 w 63996"/>
                      <a:gd name="connsiteY15" fmla="*/ 45935 h 95994"/>
                      <a:gd name="connsiteX16" fmla="*/ 6334 w 63996"/>
                      <a:gd name="connsiteY16" fmla="*/ 81648 h 95994"/>
                      <a:gd name="connsiteX17" fmla="*/ 3010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07" y="84047"/>
                        </a:moveTo>
                        <a:cubicBezTo>
                          <a:pt x="23665" y="84047"/>
                          <a:pt x="18816" y="80875"/>
                          <a:pt x="15562" y="74529"/>
                        </a:cubicBezTo>
                        <a:cubicBezTo>
                          <a:pt x="12321" y="68197"/>
                          <a:pt x="10700" y="58666"/>
                          <a:pt x="10700" y="45935"/>
                        </a:cubicBezTo>
                        <a:cubicBezTo>
                          <a:pt x="10700" y="33258"/>
                          <a:pt x="12321" y="23746"/>
                          <a:pt x="15562" y="17401"/>
                        </a:cubicBezTo>
                        <a:cubicBezTo>
                          <a:pt x="18816" y="11055"/>
                          <a:pt x="23665" y="7883"/>
                          <a:pt x="30107" y="7883"/>
                        </a:cubicBezTo>
                        <a:cubicBezTo>
                          <a:pt x="36603" y="7883"/>
                          <a:pt x="41471" y="11055"/>
                          <a:pt x="44712" y="17401"/>
                        </a:cubicBezTo>
                        <a:cubicBezTo>
                          <a:pt x="47967" y="23746"/>
                          <a:pt x="49594" y="33258"/>
                          <a:pt x="49594" y="45935"/>
                        </a:cubicBezTo>
                        <a:cubicBezTo>
                          <a:pt x="49594" y="58666"/>
                          <a:pt x="47967" y="68197"/>
                          <a:pt x="44712" y="74529"/>
                        </a:cubicBezTo>
                        <a:cubicBezTo>
                          <a:pt x="41471" y="80875"/>
                          <a:pt x="36603" y="84047"/>
                          <a:pt x="30107" y="84047"/>
                        </a:cubicBezTo>
                        <a:close/>
                        <a:moveTo>
                          <a:pt x="30107" y="93962"/>
                        </a:moveTo>
                        <a:cubicBezTo>
                          <a:pt x="40492" y="93962"/>
                          <a:pt x="48423" y="89857"/>
                          <a:pt x="53900" y="81648"/>
                        </a:cubicBezTo>
                        <a:cubicBezTo>
                          <a:pt x="59377" y="73452"/>
                          <a:pt x="62115" y="61548"/>
                          <a:pt x="62115" y="45935"/>
                        </a:cubicBezTo>
                        <a:cubicBezTo>
                          <a:pt x="62115" y="30363"/>
                          <a:pt x="59377" y="18471"/>
                          <a:pt x="53900" y="10262"/>
                        </a:cubicBezTo>
                        <a:cubicBezTo>
                          <a:pt x="48423" y="2066"/>
                          <a:pt x="40492" y="-2032"/>
                          <a:pt x="30107" y="-2032"/>
                        </a:cubicBezTo>
                        <a:cubicBezTo>
                          <a:pt x="19736" y="-2032"/>
                          <a:pt x="11811" y="2066"/>
                          <a:pt x="6334" y="10262"/>
                        </a:cubicBezTo>
                        <a:cubicBezTo>
                          <a:pt x="858" y="18471"/>
                          <a:pt x="-1881" y="30363"/>
                          <a:pt x="-1881" y="45935"/>
                        </a:cubicBezTo>
                        <a:cubicBezTo>
                          <a:pt x="-1881" y="61548"/>
                          <a:pt x="858" y="73452"/>
                          <a:pt x="6334" y="81648"/>
                        </a:cubicBezTo>
                        <a:cubicBezTo>
                          <a:pt x="11811" y="89857"/>
                          <a:pt x="19736" y="93962"/>
                          <a:pt x="3010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25" name="Graphic 497">
                <a:extLst>
                  <a:ext uri="{FF2B5EF4-FFF2-40B4-BE49-F238E27FC236}">
                    <a16:creationId xmlns:a16="http://schemas.microsoft.com/office/drawing/2014/main" id="{B6AA778D-0FBC-569B-163A-B578FF71DB6E}"/>
                  </a:ext>
                </a:extLst>
              </p:cNvPr>
              <p:cNvGrpSpPr/>
              <p:nvPr/>
            </p:nvGrpSpPr>
            <p:grpSpPr>
              <a:xfrm>
                <a:off x="5489281" y="4868227"/>
                <a:ext cx="224169" cy="187070"/>
                <a:chOff x="548928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26" name="Freeform: Shape 525">
                  <a:extLst>
                    <a:ext uri="{FF2B5EF4-FFF2-40B4-BE49-F238E27FC236}">
                      <a16:creationId xmlns:a16="http://schemas.microsoft.com/office/drawing/2014/main" id="{359CD39F-ABD7-579F-F8D4-1B67BA810413}"/>
                    </a:ext>
                  </a:extLst>
                </p:cNvPr>
                <p:cNvSpPr/>
                <p:nvPr/>
              </p:nvSpPr>
              <p:spPr>
                <a:xfrm>
                  <a:off x="5600684" y="4868227"/>
                  <a:ext cx="12700" cy="44417"/>
                </a:xfrm>
                <a:custGeom>
                  <a:avLst/>
                  <a:gdLst>
                    <a:gd name="connsiteX0" fmla="*/ 192 w 12700"/>
                    <a:gd name="connsiteY0" fmla="*/ 286 h 44417"/>
                    <a:gd name="connsiteX1" fmla="*/ 19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92" y="286"/>
                      </a:moveTo>
                      <a:lnTo>
                        <a:pt x="19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27" name="Graphic 497">
                  <a:extLst>
                    <a:ext uri="{FF2B5EF4-FFF2-40B4-BE49-F238E27FC236}">
                      <a16:creationId xmlns:a16="http://schemas.microsoft.com/office/drawing/2014/main" id="{B60A79FB-BCCF-A76B-A861-1E65BFE2F1B7}"/>
                    </a:ext>
                  </a:extLst>
                </p:cNvPr>
                <p:cNvGrpSpPr/>
                <p:nvPr/>
              </p:nvGrpSpPr>
              <p:grpSpPr>
                <a:xfrm>
                  <a:off x="5489281" y="4959304"/>
                  <a:ext cx="224169" cy="95994"/>
                  <a:chOff x="548928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28" name="Freeform: Shape 527">
                    <a:extLst>
                      <a:ext uri="{FF2B5EF4-FFF2-40B4-BE49-F238E27FC236}">
                        <a16:creationId xmlns:a16="http://schemas.microsoft.com/office/drawing/2014/main" id="{3FF01420-56CE-00C5-C7A5-BF14CFF829C6}"/>
                      </a:ext>
                    </a:extLst>
                  </p:cNvPr>
                  <p:cNvSpPr/>
                  <p:nvPr/>
                </p:nvSpPr>
                <p:spPr>
                  <a:xfrm flipV="1">
                    <a:off x="5489281" y="4960969"/>
                    <a:ext cx="59908" cy="94328"/>
                  </a:xfrm>
                  <a:custGeom>
                    <a:avLst/>
                    <a:gdLst>
                      <a:gd name="connsiteX0" fmla="*/ 2091 w 59908"/>
                      <a:gd name="connsiteY0" fmla="*/ 92338 h 94328"/>
                      <a:gd name="connsiteX1" fmla="*/ 51264 w 59908"/>
                      <a:gd name="connsiteY1" fmla="*/ 92338 h 94328"/>
                      <a:gd name="connsiteX2" fmla="*/ 51264 w 59908"/>
                      <a:gd name="connsiteY2" fmla="*/ 81789 h 94328"/>
                      <a:gd name="connsiteX3" fmla="*/ 13561 w 59908"/>
                      <a:gd name="connsiteY3" fmla="*/ 81789 h 94328"/>
                      <a:gd name="connsiteX4" fmla="*/ 13561 w 59908"/>
                      <a:gd name="connsiteY4" fmla="*/ 59124 h 94328"/>
                      <a:gd name="connsiteX5" fmla="*/ 18998 w 59908"/>
                      <a:gd name="connsiteY5" fmla="*/ 60512 h 94328"/>
                      <a:gd name="connsiteX6" fmla="*/ 24475 w 59908"/>
                      <a:gd name="connsiteY6" fmla="*/ 60968 h 94328"/>
                      <a:gd name="connsiteX7" fmla="*/ 49022 w 59908"/>
                      <a:gd name="connsiteY7" fmla="*/ 52481 h 94328"/>
                      <a:gd name="connsiteX8" fmla="*/ 58090 w 59908"/>
                      <a:gd name="connsiteY8" fmla="*/ 29499 h 94328"/>
                      <a:gd name="connsiteX9" fmla="*/ 48784 w 59908"/>
                      <a:gd name="connsiteY9" fmla="*/ 6279 h 94328"/>
                      <a:gd name="connsiteX10" fmla="*/ 22550 w 59908"/>
                      <a:gd name="connsiteY10" fmla="*/ -1990 h 94328"/>
                      <a:gd name="connsiteX11" fmla="*/ 10664 w 59908"/>
                      <a:gd name="connsiteY11" fmla="*/ -999 h 94328"/>
                      <a:gd name="connsiteX12" fmla="*/ -1818 w 59908"/>
                      <a:gd name="connsiteY12" fmla="*/ 1976 h 94328"/>
                      <a:gd name="connsiteX13" fmla="*/ -1818 w 59908"/>
                      <a:gd name="connsiteY13" fmla="*/ 14567 h 94328"/>
                      <a:gd name="connsiteX14" fmla="*/ 9711 w 59908"/>
                      <a:gd name="connsiteY14" fmla="*/ 10046 h 94328"/>
                      <a:gd name="connsiteX15" fmla="*/ 22292 w 59908"/>
                      <a:gd name="connsiteY15" fmla="*/ 8559 h 94328"/>
                      <a:gd name="connsiteX16" fmla="*/ 39278 w 59908"/>
                      <a:gd name="connsiteY16" fmla="*/ 14191 h 94328"/>
                      <a:gd name="connsiteX17" fmla="*/ 45549 w 59908"/>
                      <a:gd name="connsiteY17" fmla="*/ 29499 h 94328"/>
                      <a:gd name="connsiteX18" fmla="*/ 39278 w 59908"/>
                      <a:gd name="connsiteY18" fmla="*/ 44788 h 94328"/>
                      <a:gd name="connsiteX19" fmla="*/ 22292 w 59908"/>
                      <a:gd name="connsiteY19" fmla="*/ 50439 h 94328"/>
                      <a:gd name="connsiteX20" fmla="*/ 12271 w 59908"/>
                      <a:gd name="connsiteY20" fmla="*/ 49328 h 94328"/>
                      <a:gd name="connsiteX21" fmla="*/ 2091 w 59908"/>
                      <a:gd name="connsiteY21" fmla="*/ 45858 h 94328"/>
                      <a:gd name="connsiteX22" fmla="*/ 209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91" y="92338"/>
                        </a:moveTo>
                        <a:lnTo>
                          <a:pt x="51264" y="92338"/>
                        </a:lnTo>
                        <a:lnTo>
                          <a:pt x="51264" y="81789"/>
                        </a:lnTo>
                        <a:lnTo>
                          <a:pt x="13561" y="81789"/>
                        </a:lnTo>
                        <a:lnTo>
                          <a:pt x="13561" y="59124"/>
                        </a:lnTo>
                        <a:cubicBezTo>
                          <a:pt x="15373" y="59746"/>
                          <a:pt x="17186" y="60208"/>
                          <a:pt x="18998" y="60512"/>
                        </a:cubicBezTo>
                        <a:cubicBezTo>
                          <a:pt x="20824" y="60816"/>
                          <a:pt x="22649" y="60968"/>
                          <a:pt x="24475" y="60968"/>
                        </a:cubicBezTo>
                        <a:cubicBezTo>
                          <a:pt x="34807" y="60968"/>
                          <a:pt x="42989" y="58139"/>
                          <a:pt x="49022" y="52481"/>
                        </a:cubicBezTo>
                        <a:cubicBezTo>
                          <a:pt x="55068" y="46823"/>
                          <a:pt x="58090" y="39163"/>
                          <a:pt x="58090" y="29499"/>
                        </a:cubicBezTo>
                        <a:cubicBezTo>
                          <a:pt x="58090" y="19545"/>
                          <a:pt x="54988" y="11805"/>
                          <a:pt x="48784" y="6279"/>
                        </a:cubicBezTo>
                        <a:cubicBezTo>
                          <a:pt x="42579" y="766"/>
                          <a:pt x="33835" y="-1990"/>
                          <a:pt x="22550" y="-1990"/>
                        </a:cubicBezTo>
                        <a:cubicBezTo>
                          <a:pt x="18661" y="-1990"/>
                          <a:pt x="14699" y="-1660"/>
                          <a:pt x="10664" y="-999"/>
                        </a:cubicBezTo>
                        <a:cubicBezTo>
                          <a:pt x="6642" y="-338"/>
                          <a:pt x="2482" y="654"/>
                          <a:pt x="-1818" y="1976"/>
                        </a:cubicBezTo>
                        <a:lnTo>
                          <a:pt x="-1818" y="14567"/>
                        </a:lnTo>
                        <a:cubicBezTo>
                          <a:pt x="1899" y="12545"/>
                          <a:pt x="5743" y="11038"/>
                          <a:pt x="9711" y="10046"/>
                        </a:cubicBezTo>
                        <a:cubicBezTo>
                          <a:pt x="13680" y="9055"/>
                          <a:pt x="17874" y="8559"/>
                          <a:pt x="22292" y="8559"/>
                        </a:cubicBezTo>
                        <a:cubicBezTo>
                          <a:pt x="29449" y="8559"/>
                          <a:pt x="35111" y="10436"/>
                          <a:pt x="39278" y="14191"/>
                        </a:cubicBezTo>
                        <a:cubicBezTo>
                          <a:pt x="43459" y="17945"/>
                          <a:pt x="45549" y="23048"/>
                          <a:pt x="45549" y="29499"/>
                        </a:cubicBezTo>
                        <a:cubicBezTo>
                          <a:pt x="45549" y="35937"/>
                          <a:pt x="43459" y="41033"/>
                          <a:pt x="39278" y="44788"/>
                        </a:cubicBezTo>
                        <a:cubicBezTo>
                          <a:pt x="35111" y="48555"/>
                          <a:pt x="29449" y="50439"/>
                          <a:pt x="22292" y="50439"/>
                        </a:cubicBezTo>
                        <a:cubicBezTo>
                          <a:pt x="18945" y="50439"/>
                          <a:pt x="15605" y="50069"/>
                          <a:pt x="12271" y="49328"/>
                        </a:cubicBezTo>
                        <a:cubicBezTo>
                          <a:pt x="8951" y="48588"/>
                          <a:pt x="5557" y="47431"/>
                          <a:pt x="2091" y="45858"/>
                        </a:cubicBezTo>
                        <a:lnTo>
                          <a:pt x="209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29" name="Freeform: Shape 528">
                    <a:extLst>
                      <a:ext uri="{FF2B5EF4-FFF2-40B4-BE49-F238E27FC236}">
                        <a16:creationId xmlns:a16="http://schemas.microsoft.com/office/drawing/2014/main" id="{B9FCD291-7CAA-FEA5-BAA6-4EBE8E4C5366}"/>
                      </a:ext>
                    </a:extLst>
                  </p:cNvPr>
                  <p:cNvSpPr/>
                  <p:nvPr/>
                </p:nvSpPr>
                <p:spPr>
                  <a:xfrm flipV="1">
                    <a:off x="5569964" y="4959304"/>
                    <a:ext cx="60940" cy="95994"/>
                  </a:xfrm>
                  <a:custGeom>
                    <a:avLst/>
                    <a:gdLst>
                      <a:gd name="connsiteX0" fmla="*/ 40019 w 60940"/>
                      <a:gd name="connsiteY0" fmla="*/ 49663 h 95994"/>
                      <a:gd name="connsiteX1" fmla="*/ 54048 w 60940"/>
                      <a:gd name="connsiteY1" fmla="*/ 41652 h 95994"/>
                      <a:gd name="connsiteX2" fmla="*/ 59109 w 60940"/>
                      <a:gd name="connsiteY2" fmla="*/ 26661 h 95994"/>
                      <a:gd name="connsiteX3" fmla="*/ 49683 w 60940"/>
                      <a:gd name="connsiteY3" fmla="*/ 5463 h 95994"/>
                      <a:gd name="connsiteX4" fmla="*/ 22894 w 60940"/>
                      <a:gd name="connsiteY4" fmla="*/ -2032 h 95994"/>
                      <a:gd name="connsiteX5" fmla="*/ 10908 w 60940"/>
                      <a:gd name="connsiteY5" fmla="*/ -882 h 95994"/>
                      <a:gd name="connsiteX6" fmla="*/ -1832 w 60940"/>
                      <a:gd name="connsiteY6" fmla="*/ 2568 h 95994"/>
                      <a:gd name="connsiteX7" fmla="*/ -1832 w 60940"/>
                      <a:gd name="connsiteY7" fmla="*/ 14644 h 95994"/>
                      <a:gd name="connsiteX8" fmla="*/ 9559 w 60940"/>
                      <a:gd name="connsiteY8" fmla="*/ 10064 h 95994"/>
                      <a:gd name="connsiteX9" fmla="*/ 22537 w 60940"/>
                      <a:gd name="connsiteY9" fmla="*/ 8517 h 95994"/>
                      <a:gd name="connsiteX10" fmla="*/ 40475 w 60940"/>
                      <a:gd name="connsiteY10" fmla="*/ 13157 h 95994"/>
                      <a:gd name="connsiteX11" fmla="*/ 46647 w 60940"/>
                      <a:gd name="connsiteY11" fmla="*/ 26661 h 95994"/>
                      <a:gd name="connsiteX12" fmla="*/ 40912 w 60940"/>
                      <a:gd name="connsiteY12" fmla="*/ 39451 h 95994"/>
                      <a:gd name="connsiteX13" fmla="*/ 24958 w 60940"/>
                      <a:gd name="connsiteY13" fmla="*/ 44071 h 95994"/>
                      <a:gd name="connsiteX14" fmla="*/ 14163 w 60940"/>
                      <a:gd name="connsiteY14" fmla="*/ 44071 h 95994"/>
                      <a:gd name="connsiteX15" fmla="*/ 14163 w 60940"/>
                      <a:gd name="connsiteY15" fmla="*/ 54363 h 95994"/>
                      <a:gd name="connsiteX16" fmla="*/ 25454 w 60940"/>
                      <a:gd name="connsiteY16" fmla="*/ 54363 h 95994"/>
                      <a:gd name="connsiteX17" fmla="*/ 39582 w 60940"/>
                      <a:gd name="connsiteY17" fmla="*/ 58051 h 95994"/>
                      <a:gd name="connsiteX18" fmla="*/ 44484 w 60940"/>
                      <a:gd name="connsiteY18" fmla="*/ 68680 h 95994"/>
                      <a:gd name="connsiteX19" fmla="*/ 39424 w 60940"/>
                      <a:gd name="connsiteY19" fmla="*/ 79606 h 95994"/>
                      <a:gd name="connsiteX20" fmla="*/ 24958 w 60940"/>
                      <a:gd name="connsiteY20" fmla="*/ 83433 h 95994"/>
                      <a:gd name="connsiteX21" fmla="*/ 13905 w 60940"/>
                      <a:gd name="connsiteY21" fmla="*/ 82302 h 95994"/>
                      <a:gd name="connsiteX22" fmla="*/ 947 w 60940"/>
                      <a:gd name="connsiteY22" fmla="*/ 78852 h 95994"/>
                      <a:gd name="connsiteX23" fmla="*/ 947 w 60940"/>
                      <a:gd name="connsiteY23" fmla="*/ 89996 h 95994"/>
                      <a:gd name="connsiteX24" fmla="*/ 14321 w 60940"/>
                      <a:gd name="connsiteY24" fmla="*/ 92971 h 95994"/>
                      <a:gd name="connsiteX25" fmla="*/ 26069 w 60940"/>
                      <a:gd name="connsiteY25" fmla="*/ 93962 h 95994"/>
                      <a:gd name="connsiteX26" fmla="*/ 48631 w 60940"/>
                      <a:gd name="connsiteY26" fmla="*/ 87478 h 95994"/>
                      <a:gd name="connsiteX27" fmla="*/ 56946 w 60940"/>
                      <a:gd name="connsiteY27" fmla="*/ 69988 h 95994"/>
                      <a:gd name="connsiteX28" fmla="*/ 52540 w 60940"/>
                      <a:gd name="connsiteY28" fmla="*/ 57000 h 95994"/>
                      <a:gd name="connsiteX29" fmla="*/ 40019 w 60940"/>
                      <a:gd name="connsiteY29" fmla="*/ 4966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940" h="95994">
                        <a:moveTo>
                          <a:pt x="40019" y="49663"/>
                        </a:moveTo>
                        <a:cubicBezTo>
                          <a:pt x="46012" y="48381"/>
                          <a:pt x="50688" y="45710"/>
                          <a:pt x="54048" y="41652"/>
                        </a:cubicBezTo>
                        <a:cubicBezTo>
                          <a:pt x="57422" y="37607"/>
                          <a:pt x="59109" y="32610"/>
                          <a:pt x="59109" y="26661"/>
                        </a:cubicBezTo>
                        <a:cubicBezTo>
                          <a:pt x="59109" y="17539"/>
                          <a:pt x="55967" y="10474"/>
                          <a:pt x="49683" y="5463"/>
                        </a:cubicBezTo>
                        <a:cubicBezTo>
                          <a:pt x="43399" y="466"/>
                          <a:pt x="34469" y="-2032"/>
                          <a:pt x="22894" y="-2032"/>
                        </a:cubicBezTo>
                        <a:cubicBezTo>
                          <a:pt x="19018" y="-2032"/>
                          <a:pt x="15022" y="-1649"/>
                          <a:pt x="10908" y="-882"/>
                        </a:cubicBezTo>
                        <a:cubicBezTo>
                          <a:pt x="6794" y="-115"/>
                          <a:pt x="2547" y="1035"/>
                          <a:pt x="-1832" y="2568"/>
                        </a:cubicBezTo>
                        <a:lnTo>
                          <a:pt x="-1832" y="14644"/>
                        </a:lnTo>
                        <a:cubicBezTo>
                          <a:pt x="1635" y="12622"/>
                          <a:pt x="5431" y="11095"/>
                          <a:pt x="9559" y="10064"/>
                        </a:cubicBezTo>
                        <a:cubicBezTo>
                          <a:pt x="13700" y="9033"/>
                          <a:pt x="18025" y="8517"/>
                          <a:pt x="22537" y="8517"/>
                        </a:cubicBezTo>
                        <a:cubicBezTo>
                          <a:pt x="30381" y="8517"/>
                          <a:pt x="36361" y="10064"/>
                          <a:pt x="40475" y="13157"/>
                        </a:cubicBezTo>
                        <a:cubicBezTo>
                          <a:pt x="44590" y="16251"/>
                          <a:pt x="46647" y="20752"/>
                          <a:pt x="46647" y="26661"/>
                        </a:cubicBezTo>
                        <a:cubicBezTo>
                          <a:pt x="46647" y="32121"/>
                          <a:pt x="44735" y="36384"/>
                          <a:pt x="40912" y="39451"/>
                        </a:cubicBezTo>
                        <a:cubicBezTo>
                          <a:pt x="37089" y="42531"/>
                          <a:pt x="31771" y="44071"/>
                          <a:pt x="24958" y="44071"/>
                        </a:cubicBezTo>
                        <a:lnTo>
                          <a:pt x="14163" y="44071"/>
                        </a:lnTo>
                        <a:lnTo>
                          <a:pt x="14163" y="54363"/>
                        </a:lnTo>
                        <a:lnTo>
                          <a:pt x="25454" y="54363"/>
                        </a:lnTo>
                        <a:cubicBezTo>
                          <a:pt x="31605" y="54363"/>
                          <a:pt x="36315" y="55592"/>
                          <a:pt x="39582" y="58051"/>
                        </a:cubicBezTo>
                        <a:cubicBezTo>
                          <a:pt x="42850" y="60510"/>
                          <a:pt x="44484" y="64053"/>
                          <a:pt x="44484" y="68680"/>
                        </a:cubicBezTo>
                        <a:cubicBezTo>
                          <a:pt x="44484" y="73425"/>
                          <a:pt x="42797" y="77067"/>
                          <a:pt x="39424" y="79606"/>
                        </a:cubicBezTo>
                        <a:cubicBezTo>
                          <a:pt x="36063" y="82157"/>
                          <a:pt x="31241" y="83433"/>
                          <a:pt x="24958" y="83433"/>
                        </a:cubicBezTo>
                        <a:cubicBezTo>
                          <a:pt x="21518" y="83433"/>
                          <a:pt x="17834" y="83056"/>
                          <a:pt x="13905" y="82302"/>
                        </a:cubicBezTo>
                        <a:cubicBezTo>
                          <a:pt x="9976" y="81562"/>
                          <a:pt x="5656" y="80412"/>
                          <a:pt x="947" y="78852"/>
                        </a:cubicBezTo>
                        <a:lnTo>
                          <a:pt x="947" y="89996"/>
                        </a:lnTo>
                        <a:cubicBezTo>
                          <a:pt x="5709" y="91318"/>
                          <a:pt x="10167" y="92310"/>
                          <a:pt x="14321" y="92971"/>
                        </a:cubicBezTo>
                        <a:cubicBezTo>
                          <a:pt x="18475" y="93632"/>
                          <a:pt x="22391" y="93962"/>
                          <a:pt x="26069" y="93962"/>
                        </a:cubicBezTo>
                        <a:cubicBezTo>
                          <a:pt x="35581" y="93962"/>
                          <a:pt x="43101" y="91801"/>
                          <a:pt x="48631" y="87478"/>
                        </a:cubicBezTo>
                        <a:cubicBezTo>
                          <a:pt x="54174" y="83168"/>
                          <a:pt x="56946" y="77338"/>
                          <a:pt x="56946" y="69988"/>
                        </a:cubicBezTo>
                        <a:cubicBezTo>
                          <a:pt x="56946" y="64859"/>
                          <a:pt x="55477" y="60530"/>
                          <a:pt x="52540" y="57000"/>
                        </a:cubicBezTo>
                        <a:cubicBezTo>
                          <a:pt x="49603" y="53470"/>
                          <a:pt x="45430" y="51025"/>
                          <a:pt x="40019" y="4966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30" name="Freeform: Shape 529">
                    <a:extLst>
                      <a:ext uri="{FF2B5EF4-FFF2-40B4-BE49-F238E27FC236}">
                        <a16:creationId xmlns:a16="http://schemas.microsoft.com/office/drawing/2014/main" id="{CFB63374-5D2A-63FD-BE51-9A2B15B01C9B}"/>
                      </a:ext>
                    </a:extLst>
                  </p:cNvPr>
                  <p:cNvSpPr/>
                  <p:nvPr/>
                </p:nvSpPr>
                <p:spPr>
                  <a:xfrm flipV="1">
                    <a:off x="5649455" y="4959304"/>
                    <a:ext cx="63996" cy="95994"/>
                  </a:xfrm>
                  <a:custGeom>
                    <a:avLst/>
                    <a:gdLst>
                      <a:gd name="connsiteX0" fmla="*/ 30152 w 63996"/>
                      <a:gd name="connsiteY0" fmla="*/ 84047 h 95994"/>
                      <a:gd name="connsiteX1" fmla="*/ 15607 w 63996"/>
                      <a:gd name="connsiteY1" fmla="*/ 74529 h 95994"/>
                      <a:gd name="connsiteX2" fmla="*/ 10745 w 63996"/>
                      <a:gd name="connsiteY2" fmla="*/ 45935 h 95994"/>
                      <a:gd name="connsiteX3" fmla="*/ 15607 w 63996"/>
                      <a:gd name="connsiteY3" fmla="*/ 17401 h 95994"/>
                      <a:gd name="connsiteX4" fmla="*/ 30152 w 63996"/>
                      <a:gd name="connsiteY4" fmla="*/ 7883 h 95994"/>
                      <a:gd name="connsiteX5" fmla="*/ 44757 w 63996"/>
                      <a:gd name="connsiteY5" fmla="*/ 17401 h 95994"/>
                      <a:gd name="connsiteX6" fmla="*/ 49639 w 63996"/>
                      <a:gd name="connsiteY6" fmla="*/ 45935 h 95994"/>
                      <a:gd name="connsiteX7" fmla="*/ 44757 w 63996"/>
                      <a:gd name="connsiteY7" fmla="*/ 74529 h 95994"/>
                      <a:gd name="connsiteX8" fmla="*/ 30152 w 63996"/>
                      <a:gd name="connsiteY8" fmla="*/ 84047 h 95994"/>
                      <a:gd name="connsiteX9" fmla="*/ 30152 w 63996"/>
                      <a:gd name="connsiteY9" fmla="*/ 93962 h 95994"/>
                      <a:gd name="connsiteX10" fmla="*/ 53945 w 63996"/>
                      <a:gd name="connsiteY10" fmla="*/ 81648 h 95994"/>
                      <a:gd name="connsiteX11" fmla="*/ 62160 w 63996"/>
                      <a:gd name="connsiteY11" fmla="*/ 45935 h 95994"/>
                      <a:gd name="connsiteX12" fmla="*/ 53945 w 63996"/>
                      <a:gd name="connsiteY12" fmla="*/ 10262 h 95994"/>
                      <a:gd name="connsiteX13" fmla="*/ 30152 w 63996"/>
                      <a:gd name="connsiteY13" fmla="*/ -2032 h 95994"/>
                      <a:gd name="connsiteX14" fmla="*/ 6379 w 63996"/>
                      <a:gd name="connsiteY14" fmla="*/ 10262 h 95994"/>
                      <a:gd name="connsiteX15" fmla="*/ -1836 w 63996"/>
                      <a:gd name="connsiteY15" fmla="*/ 45935 h 95994"/>
                      <a:gd name="connsiteX16" fmla="*/ 6379 w 63996"/>
                      <a:gd name="connsiteY16" fmla="*/ 81648 h 95994"/>
                      <a:gd name="connsiteX17" fmla="*/ 3015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52" y="84047"/>
                        </a:moveTo>
                        <a:cubicBezTo>
                          <a:pt x="23709" y="84047"/>
                          <a:pt x="18861" y="80875"/>
                          <a:pt x="15607" y="74529"/>
                        </a:cubicBezTo>
                        <a:cubicBezTo>
                          <a:pt x="12365" y="68197"/>
                          <a:pt x="10745" y="58666"/>
                          <a:pt x="10745" y="45935"/>
                        </a:cubicBezTo>
                        <a:cubicBezTo>
                          <a:pt x="10745" y="33258"/>
                          <a:pt x="12365" y="23746"/>
                          <a:pt x="15607" y="17401"/>
                        </a:cubicBezTo>
                        <a:cubicBezTo>
                          <a:pt x="18861" y="11055"/>
                          <a:pt x="23709" y="7883"/>
                          <a:pt x="30152" y="7883"/>
                        </a:cubicBezTo>
                        <a:cubicBezTo>
                          <a:pt x="36648" y="7883"/>
                          <a:pt x="41516" y="11055"/>
                          <a:pt x="44757" y="17401"/>
                        </a:cubicBezTo>
                        <a:cubicBezTo>
                          <a:pt x="48011" y="23746"/>
                          <a:pt x="49639" y="33258"/>
                          <a:pt x="49639" y="45935"/>
                        </a:cubicBezTo>
                        <a:cubicBezTo>
                          <a:pt x="49639" y="58666"/>
                          <a:pt x="48011" y="68197"/>
                          <a:pt x="44757" y="74529"/>
                        </a:cubicBezTo>
                        <a:cubicBezTo>
                          <a:pt x="41516" y="80875"/>
                          <a:pt x="36648" y="84047"/>
                          <a:pt x="30152" y="84047"/>
                        </a:cubicBezTo>
                        <a:close/>
                        <a:moveTo>
                          <a:pt x="30152" y="93962"/>
                        </a:moveTo>
                        <a:cubicBezTo>
                          <a:pt x="40537" y="93962"/>
                          <a:pt x="48468" y="89857"/>
                          <a:pt x="53945" y="81648"/>
                        </a:cubicBezTo>
                        <a:cubicBezTo>
                          <a:pt x="59422" y="73452"/>
                          <a:pt x="62160" y="61548"/>
                          <a:pt x="62160" y="45935"/>
                        </a:cubicBezTo>
                        <a:cubicBezTo>
                          <a:pt x="62160" y="30363"/>
                          <a:pt x="59422" y="18471"/>
                          <a:pt x="53945" y="10262"/>
                        </a:cubicBezTo>
                        <a:cubicBezTo>
                          <a:pt x="48468" y="2066"/>
                          <a:pt x="40537" y="-2032"/>
                          <a:pt x="30152" y="-2032"/>
                        </a:cubicBezTo>
                        <a:cubicBezTo>
                          <a:pt x="19780" y="-2032"/>
                          <a:pt x="11856" y="2066"/>
                          <a:pt x="6379" y="10262"/>
                        </a:cubicBezTo>
                        <a:cubicBezTo>
                          <a:pt x="902" y="18471"/>
                          <a:pt x="-1836" y="30363"/>
                          <a:pt x="-1836" y="45935"/>
                        </a:cubicBezTo>
                        <a:cubicBezTo>
                          <a:pt x="-1836" y="61548"/>
                          <a:pt x="902" y="73452"/>
                          <a:pt x="6379" y="81648"/>
                        </a:cubicBezTo>
                        <a:cubicBezTo>
                          <a:pt x="11856" y="89857"/>
                          <a:pt x="19780" y="93962"/>
                          <a:pt x="3015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31" name="Graphic 497">
                <a:extLst>
                  <a:ext uri="{FF2B5EF4-FFF2-40B4-BE49-F238E27FC236}">
                    <a16:creationId xmlns:a16="http://schemas.microsoft.com/office/drawing/2014/main" id="{AB5D5C79-9024-84AB-8F28-D76AEAC72838}"/>
                  </a:ext>
                </a:extLst>
              </p:cNvPr>
              <p:cNvGrpSpPr/>
              <p:nvPr/>
            </p:nvGrpSpPr>
            <p:grpSpPr>
              <a:xfrm>
                <a:off x="6057627" y="4868227"/>
                <a:ext cx="224169" cy="187070"/>
                <a:chOff x="605762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32" name="Freeform: Shape 531">
                  <a:extLst>
                    <a:ext uri="{FF2B5EF4-FFF2-40B4-BE49-F238E27FC236}">
                      <a16:creationId xmlns:a16="http://schemas.microsoft.com/office/drawing/2014/main" id="{723D8DC1-9A26-82E5-662E-A1D2D86D875C}"/>
                    </a:ext>
                  </a:extLst>
                </p:cNvPr>
                <p:cNvSpPr/>
                <p:nvPr/>
              </p:nvSpPr>
              <p:spPr>
                <a:xfrm>
                  <a:off x="6169030" y="4868227"/>
                  <a:ext cx="12700" cy="44417"/>
                </a:xfrm>
                <a:custGeom>
                  <a:avLst/>
                  <a:gdLst>
                    <a:gd name="connsiteX0" fmla="*/ 237 w 12700"/>
                    <a:gd name="connsiteY0" fmla="*/ 286 h 44417"/>
                    <a:gd name="connsiteX1" fmla="*/ 23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37" y="286"/>
                      </a:moveTo>
                      <a:lnTo>
                        <a:pt x="23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33" name="Graphic 497">
                  <a:extLst>
                    <a:ext uri="{FF2B5EF4-FFF2-40B4-BE49-F238E27FC236}">
                      <a16:creationId xmlns:a16="http://schemas.microsoft.com/office/drawing/2014/main" id="{8D4F6B6E-0A68-91C3-829E-A7E559820977}"/>
                    </a:ext>
                  </a:extLst>
                </p:cNvPr>
                <p:cNvGrpSpPr/>
                <p:nvPr/>
              </p:nvGrpSpPr>
              <p:grpSpPr>
                <a:xfrm>
                  <a:off x="6057627" y="4959304"/>
                  <a:ext cx="224169" cy="95994"/>
                  <a:chOff x="605762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34" name="Freeform: Shape 533">
                    <a:extLst>
                      <a:ext uri="{FF2B5EF4-FFF2-40B4-BE49-F238E27FC236}">
                        <a16:creationId xmlns:a16="http://schemas.microsoft.com/office/drawing/2014/main" id="{6C398F33-6DB8-4F75-6C5B-21EA55F25ADF}"/>
                      </a:ext>
                    </a:extLst>
                  </p:cNvPr>
                  <p:cNvSpPr/>
                  <p:nvPr/>
                </p:nvSpPr>
                <p:spPr>
                  <a:xfrm flipV="1">
                    <a:off x="6057627" y="4960969"/>
                    <a:ext cx="59908" cy="94328"/>
                  </a:xfrm>
                  <a:custGeom>
                    <a:avLst/>
                    <a:gdLst>
                      <a:gd name="connsiteX0" fmla="*/ 2136 w 59908"/>
                      <a:gd name="connsiteY0" fmla="*/ 92338 h 94328"/>
                      <a:gd name="connsiteX1" fmla="*/ 51309 w 59908"/>
                      <a:gd name="connsiteY1" fmla="*/ 92338 h 94328"/>
                      <a:gd name="connsiteX2" fmla="*/ 51309 w 59908"/>
                      <a:gd name="connsiteY2" fmla="*/ 81789 h 94328"/>
                      <a:gd name="connsiteX3" fmla="*/ 13606 w 59908"/>
                      <a:gd name="connsiteY3" fmla="*/ 81789 h 94328"/>
                      <a:gd name="connsiteX4" fmla="*/ 13606 w 59908"/>
                      <a:gd name="connsiteY4" fmla="*/ 59124 h 94328"/>
                      <a:gd name="connsiteX5" fmla="*/ 19043 w 59908"/>
                      <a:gd name="connsiteY5" fmla="*/ 60512 h 94328"/>
                      <a:gd name="connsiteX6" fmla="*/ 24520 w 59908"/>
                      <a:gd name="connsiteY6" fmla="*/ 60968 h 94328"/>
                      <a:gd name="connsiteX7" fmla="*/ 49067 w 59908"/>
                      <a:gd name="connsiteY7" fmla="*/ 52481 h 94328"/>
                      <a:gd name="connsiteX8" fmla="*/ 58135 w 59908"/>
                      <a:gd name="connsiteY8" fmla="*/ 29499 h 94328"/>
                      <a:gd name="connsiteX9" fmla="*/ 48828 w 59908"/>
                      <a:gd name="connsiteY9" fmla="*/ 6279 h 94328"/>
                      <a:gd name="connsiteX10" fmla="*/ 22595 w 59908"/>
                      <a:gd name="connsiteY10" fmla="*/ -1990 h 94328"/>
                      <a:gd name="connsiteX11" fmla="*/ 10709 w 59908"/>
                      <a:gd name="connsiteY11" fmla="*/ -999 h 94328"/>
                      <a:gd name="connsiteX12" fmla="*/ -1773 w 59908"/>
                      <a:gd name="connsiteY12" fmla="*/ 1976 h 94328"/>
                      <a:gd name="connsiteX13" fmla="*/ -1773 w 59908"/>
                      <a:gd name="connsiteY13" fmla="*/ 14567 h 94328"/>
                      <a:gd name="connsiteX14" fmla="*/ 9756 w 59908"/>
                      <a:gd name="connsiteY14" fmla="*/ 10046 h 94328"/>
                      <a:gd name="connsiteX15" fmla="*/ 22337 w 59908"/>
                      <a:gd name="connsiteY15" fmla="*/ 8559 h 94328"/>
                      <a:gd name="connsiteX16" fmla="*/ 39323 w 59908"/>
                      <a:gd name="connsiteY16" fmla="*/ 14191 h 94328"/>
                      <a:gd name="connsiteX17" fmla="*/ 45594 w 59908"/>
                      <a:gd name="connsiteY17" fmla="*/ 29499 h 94328"/>
                      <a:gd name="connsiteX18" fmla="*/ 39323 w 59908"/>
                      <a:gd name="connsiteY18" fmla="*/ 44788 h 94328"/>
                      <a:gd name="connsiteX19" fmla="*/ 22337 w 59908"/>
                      <a:gd name="connsiteY19" fmla="*/ 50439 h 94328"/>
                      <a:gd name="connsiteX20" fmla="*/ 12316 w 59908"/>
                      <a:gd name="connsiteY20" fmla="*/ 49328 h 94328"/>
                      <a:gd name="connsiteX21" fmla="*/ 2136 w 59908"/>
                      <a:gd name="connsiteY21" fmla="*/ 45858 h 94328"/>
                      <a:gd name="connsiteX22" fmla="*/ 213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36" y="92338"/>
                        </a:moveTo>
                        <a:lnTo>
                          <a:pt x="51309" y="92338"/>
                        </a:lnTo>
                        <a:lnTo>
                          <a:pt x="51309" y="81789"/>
                        </a:lnTo>
                        <a:lnTo>
                          <a:pt x="13606" y="81789"/>
                        </a:lnTo>
                        <a:lnTo>
                          <a:pt x="13606" y="59124"/>
                        </a:lnTo>
                        <a:cubicBezTo>
                          <a:pt x="15418" y="59746"/>
                          <a:pt x="17231" y="60208"/>
                          <a:pt x="19043" y="60512"/>
                        </a:cubicBezTo>
                        <a:cubicBezTo>
                          <a:pt x="20869" y="60816"/>
                          <a:pt x="22694" y="60968"/>
                          <a:pt x="24520" y="60968"/>
                        </a:cubicBezTo>
                        <a:cubicBezTo>
                          <a:pt x="34852" y="60968"/>
                          <a:pt x="43034" y="58139"/>
                          <a:pt x="49067" y="52481"/>
                        </a:cubicBezTo>
                        <a:cubicBezTo>
                          <a:pt x="55112" y="46823"/>
                          <a:pt x="58135" y="39163"/>
                          <a:pt x="58135" y="29499"/>
                        </a:cubicBezTo>
                        <a:cubicBezTo>
                          <a:pt x="58135" y="19545"/>
                          <a:pt x="55033" y="11805"/>
                          <a:pt x="48828" y="6279"/>
                        </a:cubicBezTo>
                        <a:cubicBezTo>
                          <a:pt x="42624" y="766"/>
                          <a:pt x="33879" y="-1990"/>
                          <a:pt x="22595" y="-1990"/>
                        </a:cubicBezTo>
                        <a:cubicBezTo>
                          <a:pt x="18706" y="-1990"/>
                          <a:pt x="14743" y="-1660"/>
                          <a:pt x="10709" y="-999"/>
                        </a:cubicBezTo>
                        <a:cubicBezTo>
                          <a:pt x="6687" y="-338"/>
                          <a:pt x="2526" y="654"/>
                          <a:pt x="-1773" y="1976"/>
                        </a:cubicBezTo>
                        <a:lnTo>
                          <a:pt x="-1773" y="14567"/>
                        </a:lnTo>
                        <a:cubicBezTo>
                          <a:pt x="1944" y="12545"/>
                          <a:pt x="5787" y="11038"/>
                          <a:pt x="9756" y="10046"/>
                        </a:cubicBezTo>
                        <a:cubicBezTo>
                          <a:pt x="13725" y="9055"/>
                          <a:pt x="17918" y="8559"/>
                          <a:pt x="22337" y="8559"/>
                        </a:cubicBezTo>
                        <a:cubicBezTo>
                          <a:pt x="29494" y="8559"/>
                          <a:pt x="35156" y="10436"/>
                          <a:pt x="39323" y="14191"/>
                        </a:cubicBezTo>
                        <a:cubicBezTo>
                          <a:pt x="43504" y="17945"/>
                          <a:pt x="45594" y="23048"/>
                          <a:pt x="45594" y="29499"/>
                        </a:cubicBezTo>
                        <a:cubicBezTo>
                          <a:pt x="45594" y="35937"/>
                          <a:pt x="43504" y="41033"/>
                          <a:pt x="39323" y="44788"/>
                        </a:cubicBezTo>
                        <a:cubicBezTo>
                          <a:pt x="35156" y="48555"/>
                          <a:pt x="29494" y="50439"/>
                          <a:pt x="22337" y="50439"/>
                        </a:cubicBezTo>
                        <a:cubicBezTo>
                          <a:pt x="18990" y="50439"/>
                          <a:pt x="15650" y="50069"/>
                          <a:pt x="12316" y="49328"/>
                        </a:cubicBezTo>
                        <a:cubicBezTo>
                          <a:pt x="8995" y="48588"/>
                          <a:pt x="5602" y="47431"/>
                          <a:pt x="2136" y="45858"/>
                        </a:cubicBezTo>
                        <a:lnTo>
                          <a:pt x="213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35" name="Freeform: Shape 534">
                    <a:extLst>
                      <a:ext uri="{FF2B5EF4-FFF2-40B4-BE49-F238E27FC236}">
                        <a16:creationId xmlns:a16="http://schemas.microsoft.com/office/drawing/2014/main" id="{14F98065-626D-1770-BB89-E6C0DF5FB0B5}"/>
                      </a:ext>
                    </a:extLst>
                  </p:cNvPr>
                  <p:cNvSpPr/>
                  <p:nvPr/>
                </p:nvSpPr>
                <p:spPr>
                  <a:xfrm flipV="1">
                    <a:off x="6134836" y="4960969"/>
                    <a:ext cx="67468" cy="92524"/>
                  </a:xfrm>
                  <a:custGeom>
                    <a:avLst/>
                    <a:gdLst>
                      <a:gd name="connsiteX0" fmla="*/ 40015 w 67468"/>
                      <a:gd name="connsiteY0" fmla="*/ 79582 h 92524"/>
                      <a:gd name="connsiteX1" fmla="*/ 8384 w 67468"/>
                      <a:gd name="connsiteY1" fmla="*/ 30187 h 92524"/>
                      <a:gd name="connsiteX2" fmla="*/ 40015 w 67468"/>
                      <a:gd name="connsiteY2" fmla="*/ 30187 h 92524"/>
                      <a:gd name="connsiteX3" fmla="*/ 40015 w 67468"/>
                      <a:gd name="connsiteY3" fmla="*/ 79582 h 92524"/>
                      <a:gd name="connsiteX4" fmla="*/ 36721 w 67468"/>
                      <a:gd name="connsiteY4" fmla="*/ 90488 h 92524"/>
                      <a:gd name="connsiteX5" fmla="*/ 52477 w 67468"/>
                      <a:gd name="connsiteY5" fmla="*/ 90488 h 92524"/>
                      <a:gd name="connsiteX6" fmla="*/ 52477 w 67468"/>
                      <a:gd name="connsiteY6" fmla="*/ 30187 h 92524"/>
                      <a:gd name="connsiteX7" fmla="*/ 65692 w 67468"/>
                      <a:gd name="connsiteY7" fmla="*/ 30187 h 92524"/>
                      <a:gd name="connsiteX8" fmla="*/ 65692 w 67468"/>
                      <a:gd name="connsiteY8" fmla="*/ 19777 h 92524"/>
                      <a:gd name="connsiteX9" fmla="*/ 52477 w 67468"/>
                      <a:gd name="connsiteY9" fmla="*/ 19777 h 92524"/>
                      <a:gd name="connsiteX10" fmla="*/ 52477 w 67468"/>
                      <a:gd name="connsiteY10" fmla="*/ -2036 h 92524"/>
                      <a:gd name="connsiteX11" fmla="*/ 40015 w 67468"/>
                      <a:gd name="connsiteY11" fmla="*/ -2036 h 92524"/>
                      <a:gd name="connsiteX12" fmla="*/ 40015 w 67468"/>
                      <a:gd name="connsiteY12" fmla="*/ 19777 h 92524"/>
                      <a:gd name="connsiteX13" fmla="*/ -1776 w 67468"/>
                      <a:gd name="connsiteY13" fmla="*/ 19777 h 92524"/>
                      <a:gd name="connsiteX14" fmla="*/ -1776 w 67468"/>
                      <a:gd name="connsiteY14" fmla="*/ 31853 h 92524"/>
                      <a:gd name="connsiteX15" fmla="*/ 36721 w 67468"/>
                      <a:gd name="connsiteY15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40015" y="79582"/>
                        </a:moveTo>
                        <a:lnTo>
                          <a:pt x="8384" y="30187"/>
                        </a:lnTo>
                        <a:lnTo>
                          <a:pt x="40015" y="30187"/>
                        </a:lnTo>
                        <a:lnTo>
                          <a:pt x="40015" y="79582"/>
                        </a:lnTo>
                        <a:close/>
                        <a:moveTo>
                          <a:pt x="36721" y="90488"/>
                        </a:moveTo>
                        <a:lnTo>
                          <a:pt x="52477" y="90488"/>
                        </a:lnTo>
                        <a:lnTo>
                          <a:pt x="52477" y="30187"/>
                        </a:lnTo>
                        <a:lnTo>
                          <a:pt x="65692" y="30187"/>
                        </a:lnTo>
                        <a:lnTo>
                          <a:pt x="65692" y="19777"/>
                        </a:lnTo>
                        <a:lnTo>
                          <a:pt x="52477" y="19777"/>
                        </a:lnTo>
                        <a:lnTo>
                          <a:pt x="52477" y="-2036"/>
                        </a:lnTo>
                        <a:lnTo>
                          <a:pt x="40015" y="-2036"/>
                        </a:lnTo>
                        <a:lnTo>
                          <a:pt x="40015" y="19777"/>
                        </a:lnTo>
                        <a:lnTo>
                          <a:pt x="-1776" y="19777"/>
                        </a:lnTo>
                        <a:lnTo>
                          <a:pt x="-1776" y="31853"/>
                        </a:lnTo>
                        <a:lnTo>
                          <a:pt x="36721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36" name="Freeform: Shape 535">
                    <a:extLst>
                      <a:ext uri="{FF2B5EF4-FFF2-40B4-BE49-F238E27FC236}">
                        <a16:creationId xmlns:a16="http://schemas.microsoft.com/office/drawing/2014/main" id="{F67B0614-B36E-414D-96E6-BF28B6185EAF}"/>
                      </a:ext>
                    </a:extLst>
                  </p:cNvPr>
                  <p:cNvSpPr/>
                  <p:nvPr/>
                </p:nvSpPr>
                <p:spPr>
                  <a:xfrm flipV="1">
                    <a:off x="6217801" y="4959304"/>
                    <a:ext cx="63996" cy="95994"/>
                  </a:xfrm>
                  <a:custGeom>
                    <a:avLst/>
                    <a:gdLst>
                      <a:gd name="connsiteX0" fmla="*/ 30197 w 63996"/>
                      <a:gd name="connsiteY0" fmla="*/ 84047 h 95994"/>
                      <a:gd name="connsiteX1" fmla="*/ 15651 w 63996"/>
                      <a:gd name="connsiteY1" fmla="*/ 74529 h 95994"/>
                      <a:gd name="connsiteX2" fmla="*/ 10790 w 63996"/>
                      <a:gd name="connsiteY2" fmla="*/ 45935 h 95994"/>
                      <a:gd name="connsiteX3" fmla="*/ 15651 w 63996"/>
                      <a:gd name="connsiteY3" fmla="*/ 17401 h 95994"/>
                      <a:gd name="connsiteX4" fmla="*/ 30197 w 63996"/>
                      <a:gd name="connsiteY4" fmla="*/ 7883 h 95994"/>
                      <a:gd name="connsiteX5" fmla="*/ 44802 w 63996"/>
                      <a:gd name="connsiteY5" fmla="*/ 17401 h 95994"/>
                      <a:gd name="connsiteX6" fmla="*/ 49683 w 63996"/>
                      <a:gd name="connsiteY6" fmla="*/ 45935 h 95994"/>
                      <a:gd name="connsiteX7" fmla="*/ 44802 w 63996"/>
                      <a:gd name="connsiteY7" fmla="*/ 74529 h 95994"/>
                      <a:gd name="connsiteX8" fmla="*/ 30197 w 63996"/>
                      <a:gd name="connsiteY8" fmla="*/ 84047 h 95994"/>
                      <a:gd name="connsiteX9" fmla="*/ 30197 w 63996"/>
                      <a:gd name="connsiteY9" fmla="*/ 93962 h 95994"/>
                      <a:gd name="connsiteX10" fmla="*/ 53989 w 63996"/>
                      <a:gd name="connsiteY10" fmla="*/ 81648 h 95994"/>
                      <a:gd name="connsiteX11" fmla="*/ 62205 w 63996"/>
                      <a:gd name="connsiteY11" fmla="*/ 45935 h 95994"/>
                      <a:gd name="connsiteX12" fmla="*/ 53989 w 63996"/>
                      <a:gd name="connsiteY12" fmla="*/ 10262 h 95994"/>
                      <a:gd name="connsiteX13" fmla="*/ 30197 w 63996"/>
                      <a:gd name="connsiteY13" fmla="*/ -2032 h 95994"/>
                      <a:gd name="connsiteX14" fmla="*/ 6424 w 63996"/>
                      <a:gd name="connsiteY14" fmla="*/ 10262 h 95994"/>
                      <a:gd name="connsiteX15" fmla="*/ -1791 w 63996"/>
                      <a:gd name="connsiteY15" fmla="*/ 45935 h 95994"/>
                      <a:gd name="connsiteX16" fmla="*/ 6424 w 63996"/>
                      <a:gd name="connsiteY16" fmla="*/ 81648 h 95994"/>
                      <a:gd name="connsiteX17" fmla="*/ 3019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97" y="84047"/>
                        </a:moveTo>
                        <a:cubicBezTo>
                          <a:pt x="23754" y="84047"/>
                          <a:pt x="18906" y="80875"/>
                          <a:pt x="15651" y="74529"/>
                        </a:cubicBezTo>
                        <a:cubicBezTo>
                          <a:pt x="12410" y="68197"/>
                          <a:pt x="10790" y="58666"/>
                          <a:pt x="10790" y="45935"/>
                        </a:cubicBezTo>
                        <a:cubicBezTo>
                          <a:pt x="10790" y="33258"/>
                          <a:pt x="12410" y="23746"/>
                          <a:pt x="15651" y="17401"/>
                        </a:cubicBezTo>
                        <a:cubicBezTo>
                          <a:pt x="18906" y="11055"/>
                          <a:pt x="23754" y="7883"/>
                          <a:pt x="30197" y="7883"/>
                        </a:cubicBezTo>
                        <a:cubicBezTo>
                          <a:pt x="36692" y="7883"/>
                          <a:pt x="41561" y="11055"/>
                          <a:pt x="44802" y="17401"/>
                        </a:cubicBezTo>
                        <a:cubicBezTo>
                          <a:pt x="48056" y="23746"/>
                          <a:pt x="49683" y="33258"/>
                          <a:pt x="49683" y="45935"/>
                        </a:cubicBezTo>
                        <a:cubicBezTo>
                          <a:pt x="49683" y="58666"/>
                          <a:pt x="48056" y="68197"/>
                          <a:pt x="44802" y="74529"/>
                        </a:cubicBezTo>
                        <a:cubicBezTo>
                          <a:pt x="41561" y="80875"/>
                          <a:pt x="36692" y="84047"/>
                          <a:pt x="30197" y="84047"/>
                        </a:cubicBezTo>
                        <a:close/>
                        <a:moveTo>
                          <a:pt x="30197" y="93962"/>
                        </a:moveTo>
                        <a:cubicBezTo>
                          <a:pt x="40582" y="93962"/>
                          <a:pt x="48513" y="89857"/>
                          <a:pt x="53989" y="81648"/>
                        </a:cubicBezTo>
                        <a:cubicBezTo>
                          <a:pt x="59466" y="73452"/>
                          <a:pt x="62205" y="61548"/>
                          <a:pt x="62205" y="45935"/>
                        </a:cubicBezTo>
                        <a:cubicBezTo>
                          <a:pt x="62205" y="30363"/>
                          <a:pt x="59466" y="18471"/>
                          <a:pt x="53989" y="10262"/>
                        </a:cubicBezTo>
                        <a:cubicBezTo>
                          <a:pt x="48513" y="2066"/>
                          <a:pt x="40582" y="-2032"/>
                          <a:pt x="30197" y="-2032"/>
                        </a:cubicBezTo>
                        <a:cubicBezTo>
                          <a:pt x="19825" y="-2032"/>
                          <a:pt x="11901" y="2066"/>
                          <a:pt x="6424" y="10262"/>
                        </a:cubicBezTo>
                        <a:cubicBezTo>
                          <a:pt x="947" y="18471"/>
                          <a:pt x="-1791" y="30363"/>
                          <a:pt x="-1791" y="45935"/>
                        </a:cubicBezTo>
                        <a:cubicBezTo>
                          <a:pt x="-1791" y="61548"/>
                          <a:pt x="947" y="73452"/>
                          <a:pt x="6424" y="81648"/>
                        </a:cubicBezTo>
                        <a:cubicBezTo>
                          <a:pt x="11901" y="89857"/>
                          <a:pt x="19825" y="93962"/>
                          <a:pt x="3019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37" name="Graphic 497">
                <a:extLst>
                  <a:ext uri="{FF2B5EF4-FFF2-40B4-BE49-F238E27FC236}">
                    <a16:creationId xmlns:a16="http://schemas.microsoft.com/office/drawing/2014/main" id="{5CDF224F-8DCE-1755-2118-79B6CBB5ACC5}"/>
                  </a:ext>
                </a:extLst>
              </p:cNvPr>
              <p:cNvGrpSpPr/>
              <p:nvPr/>
            </p:nvGrpSpPr>
            <p:grpSpPr>
              <a:xfrm>
                <a:off x="6625972" y="4868227"/>
                <a:ext cx="224169" cy="187070"/>
                <a:chOff x="6625972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38" name="Freeform: Shape 537">
                  <a:extLst>
                    <a:ext uri="{FF2B5EF4-FFF2-40B4-BE49-F238E27FC236}">
                      <a16:creationId xmlns:a16="http://schemas.microsoft.com/office/drawing/2014/main" id="{F1538856-A610-129C-031F-72B5B40B9C17}"/>
                    </a:ext>
                  </a:extLst>
                </p:cNvPr>
                <p:cNvSpPr/>
                <p:nvPr/>
              </p:nvSpPr>
              <p:spPr>
                <a:xfrm>
                  <a:off x="6737375" y="4868227"/>
                  <a:ext cx="12700" cy="44417"/>
                </a:xfrm>
                <a:custGeom>
                  <a:avLst/>
                  <a:gdLst>
                    <a:gd name="connsiteX0" fmla="*/ 282 w 12700"/>
                    <a:gd name="connsiteY0" fmla="*/ 286 h 44417"/>
                    <a:gd name="connsiteX1" fmla="*/ 28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82" y="286"/>
                      </a:moveTo>
                      <a:lnTo>
                        <a:pt x="28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39" name="Graphic 497">
                  <a:extLst>
                    <a:ext uri="{FF2B5EF4-FFF2-40B4-BE49-F238E27FC236}">
                      <a16:creationId xmlns:a16="http://schemas.microsoft.com/office/drawing/2014/main" id="{9B4EA864-7676-8EF4-D550-C3858B1546A3}"/>
                    </a:ext>
                  </a:extLst>
                </p:cNvPr>
                <p:cNvGrpSpPr/>
                <p:nvPr/>
              </p:nvGrpSpPr>
              <p:grpSpPr>
                <a:xfrm>
                  <a:off x="6625972" y="4959304"/>
                  <a:ext cx="224169" cy="95994"/>
                  <a:chOff x="6625972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40" name="Freeform: Shape 539">
                    <a:extLst>
                      <a:ext uri="{FF2B5EF4-FFF2-40B4-BE49-F238E27FC236}">
                        <a16:creationId xmlns:a16="http://schemas.microsoft.com/office/drawing/2014/main" id="{F01CBA1C-516A-8540-8752-EE7A57FC76EA}"/>
                      </a:ext>
                    </a:extLst>
                  </p:cNvPr>
                  <p:cNvSpPr/>
                  <p:nvPr/>
                </p:nvSpPr>
                <p:spPr>
                  <a:xfrm flipV="1">
                    <a:off x="6625972" y="4960969"/>
                    <a:ext cx="59908" cy="94328"/>
                  </a:xfrm>
                  <a:custGeom>
                    <a:avLst/>
                    <a:gdLst>
                      <a:gd name="connsiteX0" fmla="*/ 2181 w 59908"/>
                      <a:gd name="connsiteY0" fmla="*/ 92338 h 94328"/>
                      <a:gd name="connsiteX1" fmla="*/ 51354 w 59908"/>
                      <a:gd name="connsiteY1" fmla="*/ 92338 h 94328"/>
                      <a:gd name="connsiteX2" fmla="*/ 51354 w 59908"/>
                      <a:gd name="connsiteY2" fmla="*/ 81789 h 94328"/>
                      <a:gd name="connsiteX3" fmla="*/ 13650 w 59908"/>
                      <a:gd name="connsiteY3" fmla="*/ 81789 h 94328"/>
                      <a:gd name="connsiteX4" fmla="*/ 13650 w 59908"/>
                      <a:gd name="connsiteY4" fmla="*/ 59124 h 94328"/>
                      <a:gd name="connsiteX5" fmla="*/ 19088 w 59908"/>
                      <a:gd name="connsiteY5" fmla="*/ 60512 h 94328"/>
                      <a:gd name="connsiteX6" fmla="*/ 24565 w 59908"/>
                      <a:gd name="connsiteY6" fmla="*/ 60968 h 94328"/>
                      <a:gd name="connsiteX7" fmla="*/ 49111 w 59908"/>
                      <a:gd name="connsiteY7" fmla="*/ 52481 h 94328"/>
                      <a:gd name="connsiteX8" fmla="*/ 58180 w 59908"/>
                      <a:gd name="connsiteY8" fmla="*/ 29499 h 94328"/>
                      <a:gd name="connsiteX9" fmla="*/ 48873 w 59908"/>
                      <a:gd name="connsiteY9" fmla="*/ 6279 h 94328"/>
                      <a:gd name="connsiteX10" fmla="*/ 22640 w 59908"/>
                      <a:gd name="connsiteY10" fmla="*/ -1990 h 94328"/>
                      <a:gd name="connsiteX11" fmla="*/ 10753 w 59908"/>
                      <a:gd name="connsiteY11" fmla="*/ -999 h 94328"/>
                      <a:gd name="connsiteX12" fmla="*/ -1728 w 59908"/>
                      <a:gd name="connsiteY12" fmla="*/ 1976 h 94328"/>
                      <a:gd name="connsiteX13" fmla="*/ -1728 w 59908"/>
                      <a:gd name="connsiteY13" fmla="*/ 14567 h 94328"/>
                      <a:gd name="connsiteX14" fmla="*/ 9801 w 59908"/>
                      <a:gd name="connsiteY14" fmla="*/ 10046 h 94328"/>
                      <a:gd name="connsiteX15" fmla="*/ 22382 w 59908"/>
                      <a:gd name="connsiteY15" fmla="*/ 8559 h 94328"/>
                      <a:gd name="connsiteX16" fmla="*/ 39368 w 59908"/>
                      <a:gd name="connsiteY16" fmla="*/ 14191 h 94328"/>
                      <a:gd name="connsiteX17" fmla="*/ 45639 w 59908"/>
                      <a:gd name="connsiteY17" fmla="*/ 29499 h 94328"/>
                      <a:gd name="connsiteX18" fmla="*/ 39368 w 59908"/>
                      <a:gd name="connsiteY18" fmla="*/ 44788 h 94328"/>
                      <a:gd name="connsiteX19" fmla="*/ 22382 w 59908"/>
                      <a:gd name="connsiteY19" fmla="*/ 50439 h 94328"/>
                      <a:gd name="connsiteX20" fmla="*/ 12361 w 59908"/>
                      <a:gd name="connsiteY20" fmla="*/ 49328 h 94328"/>
                      <a:gd name="connsiteX21" fmla="*/ 2181 w 59908"/>
                      <a:gd name="connsiteY21" fmla="*/ 45858 h 94328"/>
                      <a:gd name="connsiteX22" fmla="*/ 218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1" y="92338"/>
                        </a:moveTo>
                        <a:lnTo>
                          <a:pt x="51354" y="92338"/>
                        </a:lnTo>
                        <a:lnTo>
                          <a:pt x="51354" y="81789"/>
                        </a:lnTo>
                        <a:lnTo>
                          <a:pt x="13650" y="81789"/>
                        </a:lnTo>
                        <a:lnTo>
                          <a:pt x="13650" y="59124"/>
                        </a:lnTo>
                        <a:cubicBezTo>
                          <a:pt x="15463" y="59746"/>
                          <a:pt x="17275" y="60208"/>
                          <a:pt x="19088" y="60512"/>
                        </a:cubicBezTo>
                        <a:cubicBezTo>
                          <a:pt x="20913" y="60816"/>
                          <a:pt x="22739" y="60968"/>
                          <a:pt x="24565" y="60968"/>
                        </a:cubicBezTo>
                        <a:cubicBezTo>
                          <a:pt x="34897" y="60968"/>
                          <a:pt x="43079" y="58139"/>
                          <a:pt x="49111" y="52481"/>
                        </a:cubicBezTo>
                        <a:cubicBezTo>
                          <a:pt x="55157" y="46823"/>
                          <a:pt x="58180" y="39163"/>
                          <a:pt x="58180" y="29499"/>
                        </a:cubicBezTo>
                        <a:cubicBezTo>
                          <a:pt x="58180" y="19545"/>
                          <a:pt x="55078" y="11805"/>
                          <a:pt x="48873" y="6279"/>
                        </a:cubicBezTo>
                        <a:cubicBezTo>
                          <a:pt x="42669" y="766"/>
                          <a:pt x="33924" y="-1990"/>
                          <a:pt x="22640" y="-1990"/>
                        </a:cubicBezTo>
                        <a:cubicBezTo>
                          <a:pt x="18750" y="-1990"/>
                          <a:pt x="14788" y="-1660"/>
                          <a:pt x="10753" y="-999"/>
                        </a:cubicBezTo>
                        <a:cubicBezTo>
                          <a:pt x="6732" y="-338"/>
                          <a:pt x="2571" y="654"/>
                          <a:pt x="-1728" y="1976"/>
                        </a:cubicBezTo>
                        <a:lnTo>
                          <a:pt x="-1728" y="14567"/>
                        </a:lnTo>
                        <a:cubicBezTo>
                          <a:pt x="1989" y="12545"/>
                          <a:pt x="5832" y="11038"/>
                          <a:pt x="9801" y="10046"/>
                        </a:cubicBezTo>
                        <a:cubicBezTo>
                          <a:pt x="13770" y="9055"/>
                          <a:pt x="17963" y="8559"/>
                          <a:pt x="22382" y="8559"/>
                        </a:cubicBezTo>
                        <a:cubicBezTo>
                          <a:pt x="29539" y="8559"/>
                          <a:pt x="35201" y="10436"/>
                          <a:pt x="39368" y="14191"/>
                        </a:cubicBezTo>
                        <a:cubicBezTo>
                          <a:pt x="43548" y="17945"/>
                          <a:pt x="45639" y="23048"/>
                          <a:pt x="45639" y="29499"/>
                        </a:cubicBezTo>
                        <a:cubicBezTo>
                          <a:pt x="45639" y="35937"/>
                          <a:pt x="43548" y="41033"/>
                          <a:pt x="39368" y="44788"/>
                        </a:cubicBezTo>
                        <a:cubicBezTo>
                          <a:pt x="35201" y="48555"/>
                          <a:pt x="29539" y="50439"/>
                          <a:pt x="22382" y="50439"/>
                        </a:cubicBezTo>
                        <a:cubicBezTo>
                          <a:pt x="19035" y="50439"/>
                          <a:pt x="15694" y="50069"/>
                          <a:pt x="12361" y="49328"/>
                        </a:cubicBezTo>
                        <a:cubicBezTo>
                          <a:pt x="9040" y="48588"/>
                          <a:pt x="5647" y="47431"/>
                          <a:pt x="2181" y="45858"/>
                        </a:cubicBezTo>
                        <a:lnTo>
                          <a:pt x="218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1" name="Freeform: Shape 540">
                    <a:extLst>
                      <a:ext uri="{FF2B5EF4-FFF2-40B4-BE49-F238E27FC236}">
                        <a16:creationId xmlns:a16="http://schemas.microsoft.com/office/drawing/2014/main" id="{D04E9627-365B-3787-C3E7-DDDBFFA06504}"/>
                      </a:ext>
                    </a:extLst>
                  </p:cNvPr>
                  <p:cNvSpPr/>
                  <p:nvPr/>
                </p:nvSpPr>
                <p:spPr>
                  <a:xfrm flipV="1">
                    <a:off x="6706773" y="4960969"/>
                    <a:ext cx="59908" cy="94328"/>
                  </a:xfrm>
                  <a:custGeom>
                    <a:avLst/>
                    <a:gdLst>
                      <a:gd name="connsiteX0" fmla="*/ 2187 w 59908"/>
                      <a:gd name="connsiteY0" fmla="*/ 92338 h 94328"/>
                      <a:gd name="connsiteX1" fmla="*/ 51360 w 59908"/>
                      <a:gd name="connsiteY1" fmla="*/ 92338 h 94328"/>
                      <a:gd name="connsiteX2" fmla="*/ 51360 w 59908"/>
                      <a:gd name="connsiteY2" fmla="*/ 81789 h 94328"/>
                      <a:gd name="connsiteX3" fmla="*/ 13657 w 59908"/>
                      <a:gd name="connsiteY3" fmla="*/ 81789 h 94328"/>
                      <a:gd name="connsiteX4" fmla="*/ 13657 w 59908"/>
                      <a:gd name="connsiteY4" fmla="*/ 59124 h 94328"/>
                      <a:gd name="connsiteX5" fmla="*/ 19094 w 59908"/>
                      <a:gd name="connsiteY5" fmla="*/ 60512 h 94328"/>
                      <a:gd name="connsiteX6" fmla="*/ 24571 w 59908"/>
                      <a:gd name="connsiteY6" fmla="*/ 60968 h 94328"/>
                      <a:gd name="connsiteX7" fmla="*/ 49118 w 59908"/>
                      <a:gd name="connsiteY7" fmla="*/ 52481 h 94328"/>
                      <a:gd name="connsiteX8" fmla="*/ 58186 w 59908"/>
                      <a:gd name="connsiteY8" fmla="*/ 29499 h 94328"/>
                      <a:gd name="connsiteX9" fmla="*/ 48880 w 59908"/>
                      <a:gd name="connsiteY9" fmla="*/ 6279 h 94328"/>
                      <a:gd name="connsiteX10" fmla="*/ 22646 w 59908"/>
                      <a:gd name="connsiteY10" fmla="*/ -1990 h 94328"/>
                      <a:gd name="connsiteX11" fmla="*/ 10760 w 59908"/>
                      <a:gd name="connsiteY11" fmla="*/ -999 h 94328"/>
                      <a:gd name="connsiteX12" fmla="*/ -1722 w 59908"/>
                      <a:gd name="connsiteY12" fmla="*/ 1976 h 94328"/>
                      <a:gd name="connsiteX13" fmla="*/ -1722 w 59908"/>
                      <a:gd name="connsiteY13" fmla="*/ 14567 h 94328"/>
                      <a:gd name="connsiteX14" fmla="*/ 9807 w 59908"/>
                      <a:gd name="connsiteY14" fmla="*/ 10046 h 94328"/>
                      <a:gd name="connsiteX15" fmla="*/ 22388 w 59908"/>
                      <a:gd name="connsiteY15" fmla="*/ 8559 h 94328"/>
                      <a:gd name="connsiteX16" fmla="*/ 39374 w 59908"/>
                      <a:gd name="connsiteY16" fmla="*/ 14191 h 94328"/>
                      <a:gd name="connsiteX17" fmla="*/ 45645 w 59908"/>
                      <a:gd name="connsiteY17" fmla="*/ 29499 h 94328"/>
                      <a:gd name="connsiteX18" fmla="*/ 39374 w 59908"/>
                      <a:gd name="connsiteY18" fmla="*/ 44788 h 94328"/>
                      <a:gd name="connsiteX19" fmla="*/ 22388 w 59908"/>
                      <a:gd name="connsiteY19" fmla="*/ 50439 h 94328"/>
                      <a:gd name="connsiteX20" fmla="*/ 12367 w 59908"/>
                      <a:gd name="connsiteY20" fmla="*/ 49328 h 94328"/>
                      <a:gd name="connsiteX21" fmla="*/ 2187 w 59908"/>
                      <a:gd name="connsiteY21" fmla="*/ 45858 h 94328"/>
                      <a:gd name="connsiteX22" fmla="*/ 218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7" y="92338"/>
                        </a:moveTo>
                        <a:lnTo>
                          <a:pt x="51360" y="92338"/>
                        </a:lnTo>
                        <a:lnTo>
                          <a:pt x="51360" y="81789"/>
                        </a:lnTo>
                        <a:lnTo>
                          <a:pt x="13657" y="81789"/>
                        </a:lnTo>
                        <a:lnTo>
                          <a:pt x="13657" y="59124"/>
                        </a:lnTo>
                        <a:cubicBezTo>
                          <a:pt x="15469" y="59746"/>
                          <a:pt x="17282" y="60208"/>
                          <a:pt x="19094" y="60512"/>
                        </a:cubicBezTo>
                        <a:cubicBezTo>
                          <a:pt x="20920" y="60816"/>
                          <a:pt x="22745" y="60968"/>
                          <a:pt x="24571" y="60968"/>
                        </a:cubicBezTo>
                        <a:cubicBezTo>
                          <a:pt x="34903" y="60968"/>
                          <a:pt x="43085" y="58139"/>
                          <a:pt x="49118" y="52481"/>
                        </a:cubicBezTo>
                        <a:cubicBezTo>
                          <a:pt x="55163" y="46823"/>
                          <a:pt x="58186" y="39163"/>
                          <a:pt x="58186" y="29499"/>
                        </a:cubicBezTo>
                        <a:cubicBezTo>
                          <a:pt x="58186" y="19545"/>
                          <a:pt x="55084" y="11805"/>
                          <a:pt x="48880" y="6279"/>
                        </a:cubicBezTo>
                        <a:cubicBezTo>
                          <a:pt x="42675" y="766"/>
                          <a:pt x="33931" y="-1990"/>
                          <a:pt x="22646" y="-1990"/>
                        </a:cubicBezTo>
                        <a:cubicBezTo>
                          <a:pt x="18757" y="-1990"/>
                          <a:pt x="14795" y="-1660"/>
                          <a:pt x="10760" y="-999"/>
                        </a:cubicBezTo>
                        <a:cubicBezTo>
                          <a:pt x="6738" y="-338"/>
                          <a:pt x="2577" y="654"/>
                          <a:pt x="-1722" y="1976"/>
                        </a:cubicBezTo>
                        <a:lnTo>
                          <a:pt x="-1722" y="14567"/>
                        </a:lnTo>
                        <a:cubicBezTo>
                          <a:pt x="1995" y="12545"/>
                          <a:pt x="5838" y="11038"/>
                          <a:pt x="9807" y="10046"/>
                        </a:cubicBezTo>
                        <a:cubicBezTo>
                          <a:pt x="13776" y="9055"/>
                          <a:pt x="17970" y="8559"/>
                          <a:pt x="22388" y="8559"/>
                        </a:cubicBezTo>
                        <a:cubicBezTo>
                          <a:pt x="29545" y="8559"/>
                          <a:pt x="35207" y="10436"/>
                          <a:pt x="39374" y="14191"/>
                        </a:cubicBezTo>
                        <a:cubicBezTo>
                          <a:pt x="43555" y="17945"/>
                          <a:pt x="45645" y="23048"/>
                          <a:pt x="45645" y="29499"/>
                        </a:cubicBezTo>
                        <a:cubicBezTo>
                          <a:pt x="45645" y="35937"/>
                          <a:pt x="43555" y="41033"/>
                          <a:pt x="39374" y="44788"/>
                        </a:cubicBezTo>
                        <a:cubicBezTo>
                          <a:pt x="35207" y="48555"/>
                          <a:pt x="29545" y="50439"/>
                          <a:pt x="22388" y="50439"/>
                        </a:cubicBezTo>
                        <a:cubicBezTo>
                          <a:pt x="19041" y="50439"/>
                          <a:pt x="15701" y="50069"/>
                          <a:pt x="12367" y="49328"/>
                        </a:cubicBezTo>
                        <a:cubicBezTo>
                          <a:pt x="9046" y="48588"/>
                          <a:pt x="5653" y="47431"/>
                          <a:pt x="2187" y="45858"/>
                        </a:cubicBezTo>
                        <a:lnTo>
                          <a:pt x="218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2" name="Freeform: Shape 541">
                    <a:extLst>
                      <a:ext uri="{FF2B5EF4-FFF2-40B4-BE49-F238E27FC236}">
                        <a16:creationId xmlns:a16="http://schemas.microsoft.com/office/drawing/2014/main" id="{A7ED9B1F-74F8-97CF-E71C-4CAB6C911A87}"/>
                      </a:ext>
                    </a:extLst>
                  </p:cNvPr>
                  <p:cNvSpPr/>
                  <p:nvPr/>
                </p:nvSpPr>
                <p:spPr>
                  <a:xfrm flipV="1">
                    <a:off x="6786146" y="4959304"/>
                    <a:ext cx="63996" cy="95994"/>
                  </a:xfrm>
                  <a:custGeom>
                    <a:avLst/>
                    <a:gdLst>
                      <a:gd name="connsiteX0" fmla="*/ 30241 w 63996"/>
                      <a:gd name="connsiteY0" fmla="*/ 84047 h 95994"/>
                      <a:gd name="connsiteX1" fmla="*/ 15696 w 63996"/>
                      <a:gd name="connsiteY1" fmla="*/ 74529 h 95994"/>
                      <a:gd name="connsiteX2" fmla="*/ 10834 w 63996"/>
                      <a:gd name="connsiteY2" fmla="*/ 45935 h 95994"/>
                      <a:gd name="connsiteX3" fmla="*/ 15696 w 63996"/>
                      <a:gd name="connsiteY3" fmla="*/ 17401 h 95994"/>
                      <a:gd name="connsiteX4" fmla="*/ 30241 w 63996"/>
                      <a:gd name="connsiteY4" fmla="*/ 7883 h 95994"/>
                      <a:gd name="connsiteX5" fmla="*/ 44846 w 63996"/>
                      <a:gd name="connsiteY5" fmla="*/ 17401 h 95994"/>
                      <a:gd name="connsiteX6" fmla="*/ 49728 w 63996"/>
                      <a:gd name="connsiteY6" fmla="*/ 45935 h 95994"/>
                      <a:gd name="connsiteX7" fmla="*/ 44846 w 63996"/>
                      <a:gd name="connsiteY7" fmla="*/ 74529 h 95994"/>
                      <a:gd name="connsiteX8" fmla="*/ 30241 w 63996"/>
                      <a:gd name="connsiteY8" fmla="*/ 84047 h 95994"/>
                      <a:gd name="connsiteX9" fmla="*/ 30241 w 63996"/>
                      <a:gd name="connsiteY9" fmla="*/ 93962 h 95994"/>
                      <a:gd name="connsiteX10" fmla="*/ 54034 w 63996"/>
                      <a:gd name="connsiteY10" fmla="*/ 81648 h 95994"/>
                      <a:gd name="connsiteX11" fmla="*/ 62249 w 63996"/>
                      <a:gd name="connsiteY11" fmla="*/ 45935 h 95994"/>
                      <a:gd name="connsiteX12" fmla="*/ 54034 w 63996"/>
                      <a:gd name="connsiteY12" fmla="*/ 10262 h 95994"/>
                      <a:gd name="connsiteX13" fmla="*/ 30241 w 63996"/>
                      <a:gd name="connsiteY13" fmla="*/ -2032 h 95994"/>
                      <a:gd name="connsiteX14" fmla="*/ 6469 w 63996"/>
                      <a:gd name="connsiteY14" fmla="*/ 10262 h 95994"/>
                      <a:gd name="connsiteX15" fmla="*/ -1747 w 63996"/>
                      <a:gd name="connsiteY15" fmla="*/ 45935 h 95994"/>
                      <a:gd name="connsiteX16" fmla="*/ 6469 w 63996"/>
                      <a:gd name="connsiteY16" fmla="*/ 81648 h 95994"/>
                      <a:gd name="connsiteX17" fmla="*/ 3024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41" y="84047"/>
                        </a:moveTo>
                        <a:cubicBezTo>
                          <a:pt x="23799" y="84047"/>
                          <a:pt x="18950" y="80875"/>
                          <a:pt x="15696" y="74529"/>
                        </a:cubicBezTo>
                        <a:cubicBezTo>
                          <a:pt x="12455" y="68197"/>
                          <a:pt x="10834" y="58666"/>
                          <a:pt x="10834" y="45935"/>
                        </a:cubicBezTo>
                        <a:cubicBezTo>
                          <a:pt x="10834" y="33258"/>
                          <a:pt x="12455" y="23746"/>
                          <a:pt x="15696" y="17401"/>
                        </a:cubicBezTo>
                        <a:cubicBezTo>
                          <a:pt x="18950" y="11055"/>
                          <a:pt x="23799" y="7883"/>
                          <a:pt x="30241" y="7883"/>
                        </a:cubicBezTo>
                        <a:cubicBezTo>
                          <a:pt x="36737" y="7883"/>
                          <a:pt x="41605" y="11055"/>
                          <a:pt x="44846" y="17401"/>
                        </a:cubicBezTo>
                        <a:cubicBezTo>
                          <a:pt x="48101" y="23746"/>
                          <a:pt x="49728" y="33258"/>
                          <a:pt x="49728" y="45935"/>
                        </a:cubicBezTo>
                        <a:cubicBezTo>
                          <a:pt x="49728" y="58666"/>
                          <a:pt x="48101" y="68197"/>
                          <a:pt x="44846" y="74529"/>
                        </a:cubicBezTo>
                        <a:cubicBezTo>
                          <a:pt x="41605" y="80875"/>
                          <a:pt x="36737" y="84047"/>
                          <a:pt x="30241" y="84047"/>
                        </a:cubicBezTo>
                        <a:close/>
                        <a:moveTo>
                          <a:pt x="30241" y="93962"/>
                        </a:moveTo>
                        <a:cubicBezTo>
                          <a:pt x="40626" y="93962"/>
                          <a:pt x="48557" y="89857"/>
                          <a:pt x="54034" y="81648"/>
                        </a:cubicBezTo>
                        <a:cubicBezTo>
                          <a:pt x="59511" y="73452"/>
                          <a:pt x="62249" y="61548"/>
                          <a:pt x="62249" y="45935"/>
                        </a:cubicBezTo>
                        <a:cubicBezTo>
                          <a:pt x="62249" y="30363"/>
                          <a:pt x="59511" y="18471"/>
                          <a:pt x="54034" y="10262"/>
                        </a:cubicBezTo>
                        <a:cubicBezTo>
                          <a:pt x="48557" y="2066"/>
                          <a:pt x="40626" y="-2032"/>
                          <a:pt x="30241" y="-2032"/>
                        </a:cubicBezTo>
                        <a:cubicBezTo>
                          <a:pt x="19870" y="-2032"/>
                          <a:pt x="11946" y="2066"/>
                          <a:pt x="6469" y="10262"/>
                        </a:cubicBezTo>
                        <a:cubicBezTo>
                          <a:pt x="992" y="18471"/>
                          <a:pt x="-1747" y="30363"/>
                          <a:pt x="-1747" y="45935"/>
                        </a:cubicBezTo>
                        <a:cubicBezTo>
                          <a:pt x="-1747" y="61548"/>
                          <a:pt x="992" y="73452"/>
                          <a:pt x="6469" y="81648"/>
                        </a:cubicBezTo>
                        <a:cubicBezTo>
                          <a:pt x="11946" y="89857"/>
                          <a:pt x="19870" y="93962"/>
                          <a:pt x="3024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43" name="Graphic 497">
                <a:extLst>
                  <a:ext uri="{FF2B5EF4-FFF2-40B4-BE49-F238E27FC236}">
                    <a16:creationId xmlns:a16="http://schemas.microsoft.com/office/drawing/2014/main" id="{A3826701-5D7E-4985-A10D-74FCABAD9B25}"/>
                  </a:ext>
                </a:extLst>
              </p:cNvPr>
              <p:cNvGrpSpPr/>
              <p:nvPr/>
            </p:nvGrpSpPr>
            <p:grpSpPr>
              <a:xfrm>
                <a:off x="7194317" y="4868227"/>
                <a:ext cx="224169" cy="187070"/>
                <a:chOff x="719431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44" name="Freeform: Shape 543">
                  <a:extLst>
                    <a:ext uri="{FF2B5EF4-FFF2-40B4-BE49-F238E27FC236}">
                      <a16:creationId xmlns:a16="http://schemas.microsoft.com/office/drawing/2014/main" id="{0A0C4CBF-24B0-836A-68AC-D5675B30716D}"/>
                    </a:ext>
                  </a:extLst>
                </p:cNvPr>
                <p:cNvSpPr/>
                <p:nvPr/>
              </p:nvSpPr>
              <p:spPr>
                <a:xfrm>
                  <a:off x="7305720" y="4868227"/>
                  <a:ext cx="12700" cy="44417"/>
                </a:xfrm>
                <a:custGeom>
                  <a:avLst/>
                  <a:gdLst>
                    <a:gd name="connsiteX0" fmla="*/ 326 w 12700"/>
                    <a:gd name="connsiteY0" fmla="*/ 286 h 44417"/>
                    <a:gd name="connsiteX1" fmla="*/ 32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26" y="286"/>
                      </a:moveTo>
                      <a:lnTo>
                        <a:pt x="32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45" name="Graphic 497">
                  <a:extLst>
                    <a:ext uri="{FF2B5EF4-FFF2-40B4-BE49-F238E27FC236}">
                      <a16:creationId xmlns:a16="http://schemas.microsoft.com/office/drawing/2014/main" id="{99C5A745-AC65-88F0-41A9-1F96B4A7D7A9}"/>
                    </a:ext>
                  </a:extLst>
                </p:cNvPr>
                <p:cNvGrpSpPr/>
                <p:nvPr/>
              </p:nvGrpSpPr>
              <p:grpSpPr>
                <a:xfrm>
                  <a:off x="7194317" y="4959304"/>
                  <a:ext cx="224169" cy="95994"/>
                  <a:chOff x="719431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46" name="Freeform: Shape 545">
                    <a:extLst>
                      <a:ext uri="{FF2B5EF4-FFF2-40B4-BE49-F238E27FC236}">
                        <a16:creationId xmlns:a16="http://schemas.microsoft.com/office/drawing/2014/main" id="{BD552E20-B1F2-7746-5738-1EBA5CF626A3}"/>
                      </a:ext>
                    </a:extLst>
                  </p:cNvPr>
                  <p:cNvSpPr/>
                  <p:nvPr/>
                </p:nvSpPr>
                <p:spPr>
                  <a:xfrm flipV="1">
                    <a:off x="7194317" y="4960969"/>
                    <a:ext cx="59908" cy="94328"/>
                  </a:xfrm>
                  <a:custGeom>
                    <a:avLst/>
                    <a:gdLst>
                      <a:gd name="connsiteX0" fmla="*/ 2226 w 59908"/>
                      <a:gd name="connsiteY0" fmla="*/ 92338 h 94328"/>
                      <a:gd name="connsiteX1" fmla="*/ 51398 w 59908"/>
                      <a:gd name="connsiteY1" fmla="*/ 92338 h 94328"/>
                      <a:gd name="connsiteX2" fmla="*/ 51398 w 59908"/>
                      <a:gd name="connsiteY2" fmla="*/ 81789 h 94328"/>
                      <a:gd name="connsiteX3" fmla="*/ 13695 w 59908"/>
                      <a:gd name="connsiteY3" fmla="*/ 81789 h 94328"/>
                      <a:gd name="connsiteX4" fmla="*/ 13695 w 59908"/>
                      <a:gd name="connsiteY4" fmla="*/ 59124 h 94328"/>
                      <a:gd name="connsiteX5" fmla="*/ 19132 w 59908"/>
                      <a:gd name="connsiteY5" fmla="*/ 60512 h 94328"/>
                      <a:gd name="connsiteX6" fmla="*/ 24609 w 59908"/>
                      <a:gd name="connsiteY6" fmla="*/ 60968 h 94328"/>
                      <a:gd name="connsiteX7" fmla="*/ 49156 w 59908"/>
                      <a:gd name="connsiteY7" fmla="*/ 52481 h 94328"/>
                      <a:gd name="connsiteX8" fmla="*/ 58225 w 59908"/>
                      <a:gd name="connsiteY8" fmla="*/ 29499 h 94328"/>
                      <a:gd name="connsiteX9" fmla="*/ 48918 w 59908"/>
                      <a:gd name="connsiteY9" fmla="*/ 6279 h 94328"/>
                      <a:gd name="connsiteX10" fmla="*/ 22684 w 59908"/>
                      <a:gd name="connsiteY10" fmla="*/ -1990 h 94328"/>
                      <a:gd name="connsiteX11" fmla="*/ 10798 w 59908"/>
                      <a:gd name="connsiteY11" fmla="*/ -999 h 94328"/>
                      <a:gd name="connsiteX12" fmla="*/ -1684 w 59908"/>
                      <a:gd name="connsiteY12" fmla="*/ 1976 h 94328"/>
                      <a:gd name="connsiteX13" fmla="*/ -1684 w 59908"/>
                      <a:gd name="connsiteY13" fmla="*/ 14567 h 94328"/>
                      <a:gd name="connsiteX14" fmla="*/ 9846 w 59908"/>
                      <a:gd name="connsiteY14" fmla="*/ 10046 h 94328"/>
                      <a:gd name="connsiteX15" fmla="*/ 22426 w 59908"/>
                      <a:gd name="connsiteY15" fmla="*/ 8559 h 94328"/>
                      <a:gd name="connsiteX16" fmla="*/ 39413 w 59908"/>
                      <a:gd name="connsiteY16" fmla="*/ 14191 h 94328"/>
                      <a:gd name="connsiteX17" fmla="*/ 45683 w 59908"/>
                      <a:gd name="connsiteY17" fmla="*/ 29499 h 94328"/>
                      <a:gd name="connsiteX18" fmla="*/ 39413 w 59908"/>
                      <a:gd name="connsiteY18" fmla="*/ 44788 h 94328"/>
                      <a:gd name="connsiteX19" fmla="*/ 22426 w 59908"/>
                      <a:gd name="connsiteY19" fmla="*/ 50439 h 94328"/>
                      <a:gd name="connsiteX20" fmla="*/ 12405 w 59908"/>
                      <a:gd name="connsiteY20" fmla="*/ 49328 h 94328"/>
                      <a:gd name="connsiteX21" fmla="*/ 2226 w 59908"/>
                      <a:gd name="connsiteY21" fmla="*/ 45858 h 94328"/>
                      <a:gd name="connsiteX22" fmla="*/ 222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26" y="92338"/>
                        </a:moveTo>
                        <a:lnTo>
                          <a:pt x="51398" y="92338"/>
                        </a:lnTo>
                        <a:lnTo>
                          <a:pt x="51398" y="81789"/>
                        </a:lnTo>
                        <a:lnTo>
                          <a:pt x="13695" y="81789"/>
                        </a:lnTo>
                        <a:lnTo>
                          <a:pt x="13695" y="59124"/>
                        </a:lnTo>
                        <a:cubicBezTo>
                          <a:pt x="15508" y="59746"/>
                          <a:pt x="17320" y="60208"/>
                          <a:pt x="19132" y="60512"/>
                        </a:cubicBezTo>
                        <a:cubicBezTo>
                          <a:pt x="20958" y="60816"/>
                          <a:pt x="22784" y="60968"/>
                          <a:pt x="24609" y="60968"/>
                        </a:cubicBezTo>
                        <a:cubicBezTo>
                          <a:pt x="34941" y="60968"/>
                          <a:pt x="43124" y="58139"/>
                          <a:pt x="49156" y="52481"/>
                        </a:cubicBezTo>
                        <a:cubicBezTo>
                          <a:pt x="55202" y="46823"/>
                          <a:pt x="58225" y="39163"/>
                          <a:pt x="58225" y="29499"/>
                        </a:cubicBezTo>
                        <a:cubicBezTo>
                          <a:pt x="58225" y="19545"/>
                          <a:pt x="55122" y="11805"/>
                          <a:pt x="48918" y="6279"/>
                        </a:cubicBezTo>
                        <a:cubicBezTo>
                          <a:pt x="42713" y="766"/>
                          <a:pt x="33969" y="-1990"/>
                          <a:pt x="22684" y="-1990"/>
                        </a:cubicBezTo>
                        <a:cubicBezTo>
                          <a:pt x="18795" y="-1990"/>
                          <a:pt x="14833" y="-1660"/>
                          <a:pt x="10798" y="-999"/>
                        </a:cubicBezTo>
                        <a:cubicBezTo>
                          <a:pt x="6776" y="-338"/>
                          <a:pt x="2616" y="654"/>
                          <a:pt x="-1684" y="1976"/>
                        </a:cubicBezTo>
                        <a:lnTo>
                          <a:pt x="-1684" y="14567"/>
                        </a:lnTo>
                        <a:cubicBezTo>
                          <a:pt x="2034" y="12545"/>
                          <a:pt x="5877" y="11038"/>
                          <a:pt x="9846" y="10046"/>
                        </a:cubicBezTo>
                        <a:cubicBezTo>
                          <a:pt x="13814" y="9055"/>
                          <a:pt x="18008" y="8559"/>
                          <a:pt x="22426" y="8559"/>
                        </a:cubicBezTo>
                        <a:cubicBezTo>
                          <a:pt x="29583" y="8559"/>
                          <a:pt x="35246" y="10436"/>
                          <a:pt x="39413" y="14191"/>
                        </a:cubicBezTo>
                        <a:cubicBezTo>
                          <a:pt x="43593" y="17945"/>
                          <a:pt x="45683" y="23048"/>
                          <a:pt x="45683" y="29499"/>
                        </a:cubicBezTo>
                        <a:cubicBezTo>
                          <a:pt x="45683" y="35937"/>
                          <a:pt x="43593" y="41033"/>
                          <a:pt x="39413" y="44788"/>
                        </a:cubicBezTo>
                        <a:cubicBezTo>
                          <a:pt x="35246" y="48555"/>
                          <a:pt x="29583" y="50439"/>
                          <a:pt x="22426" y="50439"/>
                        </a:cubicBezTo>
                        <a:cubicBezTo>
                          <a:pt x="19080" y="50439"/>
                          <a:pt x="15739" y="50069"/>
                          <a:pt x="12405" y="49328"/>
                        </a:cubicBezTo>
                        <a:cubicBezTo>
                          <a:pt x="9085" y="48588"/>
                          <a:pt x="5692" y="47431"/>
                          <a:pt x="2226" y="45858"/>
                        </a:cubicBezTo>
                        <a:lnTo>
                          <a:pt x="222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7" name="Freeform: Shape 546">
                    <a:extLst>
                      <a:ext uri="{FF2B5EF4-FFF2-40B4-BE49-F238E27FC236}">
                        <a16:creationId xmlns:a16="http://schemas.microsoft.com/office/drawing/2014/main" id="{69D01E3F-00DF-B2B5-E68D-5E61E92E1DC5}"/>
                      </a:ext>
                    </a:extLst>
                  </p:cNvPr>
                  <p:cNvSpPr/>
                  <p:nvPr/>
                </p:nvSpPr>
                <p:spPr>
                  <a:xfrm flipV="1">
                    <a:off x="7274186" y="4959304"/>
                    <a:ext cx="63936" cy="95994"/>
                  </a:xfrm>
                  <a:custGeom>
                    <a:avLst/>
                    <a:gdLst>
                      <a:gd name="connsiteX0" fmla="*/ 31328 w 63936"/>
                      <a:gd name="connsiteY0" fmla="*/ 51012 h 95994"/>
                      <a:gd name="connsiteX1" fmla="*/ 17953 w 63936"/>
                      <a:gd name="connsiteY1" fmla="*/ 45241 h 95994"/>
                      <a:gd name="connsiteX2" fmla="*/ 13032 w 63936"/>
                      <a:gd name="connsiteY2" fmla="*/ 29457 h 95994"/>
                      <a:gd name="connsiteX3" fmla="*/ 17953 w 63936"/>
                      <a:gd name="connsiteY3" fmla="*/ 13673 h 95994"/>
                      <a:gd name="connsiteX4" fmla="*/ 31328 w 63936"/>
                      <a:gd name="connsiteY4" fmla="*/ 7883 h 95994"/>
                      <a:gd name="connsiteX5" fmla="*/ 44683 w 63936"/>
                      <a:gd name="connsiteY5" fmla="*/ 13673 h 95994"/>
                      <a:gd name="connsiteX6" fmla="*/ 49604 w 63936"/>
                      <a:gd name="connsiteY6" fmla="*/ 29457 h 95994"/>
                      <a:gd name="connsiteX7" fmla="*/ 44683 w 63936"/>
                      <a:gd name="connsiteY7" fmla="*/ 45241 h 95994"/>
                      <a:gd name="connsiteX8" fmla="*/ 31328 w 63936"/>
                      <a:gd name="connsiteY8" fmla="*/ 51012 h 95994"/>
                      <a:gd name="connsiteX9" fmla="*/ 56192 w 63936"/>
                      <a:gd name="connsiteY9" fmla="*/ 90254 h 95994"/>
                      <a:gd name="connsiteX10" fmla="*/ 56192 w 63936"/>
                      <a:gd name="connsiteY10" fmla="*/ 78852 h 95994"/>
                      <a:gd name="connsiteX11" fmla="*/ 46667 w 63936"/>
                      <a:gd name="connsiteY11" fmla="*/ 82243 h 95994"/>
                      <a:gd name="connsiteX12" fmla="*/ 37142 w 63936"/>
                      <a:gd name="connsiteY12" fmla="*/ 83433 h 95994"/>
                      <a:gd name="connsiteX13" fmla="*/ 18191 w 63936"/>
                      <a:gd name="connsiteY13" fmla="*/ 75065 h 95994"/>
                      <a:gd name="connsiteX14" fmla="*/ 10730 w 63936"/>
                      <a:gd name="connsiteY14" fmla="*/ 49782 h 95994"/>
                      <a:gd name="connsiteX15" fmla="*/ 19898 w 63936"/>
                      <a:gd name="connsiteY15" fmla="*/ 58051 h 95994"/>
                      <a:gd name="connsiteX16" fmla="*/ 32062 w 63936"/>
                      <a:gd name="connsiteY16" fmla="*/ 60926 h 95994"/>
                      <a:gd name="connsiteX17" fmla="*/ 54109 w 63936"/>
                      <a:gd name="connsiteY17" fmla="*/ 52459 h 95994"/>
                      <a:gd name="connsiteX18" fmla="*/ 62205 w 63936"/>
                      <a:gd name="connsiteY18" fmla="*/ 29457 h 95994"/>
                      <a:gd name="connsiteX19" fmla="*/ 53771 w 63936"/>
                      <a:gd name="connsiteY19" fmla="*/ 6574 h 95994"/>
                      <a:gd name="connsiteX20" fmla="*/ 31328 w 63936"/>
                      <a:gd name="connsiteY20" fmla="*/ -2032 h 95994"/>
                      <a:gd name="connsiteX21" fmla="*/ 6761 w 63936"/>
                      <a:gd name="connsiteY21" fmla="*/ 10262 h 95994"/>
                      <a:gd name="connsiteX22" fmla="*/ -1732 w 63936"/>
                      <a:gd name="connsiteY22" fmla="*/ 45935 h 95994"/>
                      <a:gd name="connsiteX23" fmla="*/ 8686 w 63936"/>
                      <a:gd name="connsiteY23" fmla="*/ 80914 h 95994"/>
                      <a:gd name="connsiteX24" fmla="*/ 36646 w 63936"/>
                      <a:gd name="connsiteY24" fmla="*/ 93962 h 95994"/>
                      <a:gd name="connsiteX25" fmla="*/ 46171 w 63936"/>
                      <a:gd name="connsiteY25" fmla="*/ 93030 h 95994"/>
                      <a:gd name="connsiteX26" fmla="*/ 56192 w 63936"/>
                      <a:gd name="connsiteY26" fmla="*/ 9025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936" h="95994">
                        <a:moveTo>
                          <a:pt x="31328" y="51012"/>
                        </a:moveTo>
                        <a:cubicBezTo>
                          <a:pt x="25706" y="51012"/>
                          <a:pt x="21247" y="49088"/>
                          <a:pt x="17953" y="45241"/>
                        </a:cubicBezTo>
                        <a:cubicBezTo>
                          <a:pt x="14672" y="41408"/>
                          <a:pt x="13032" y="36146"/>
                          <a:pt x="13032" y="29457"/>
                        </a:cubicBezTo>
                        <a:cubicBezTo>
                          <a:pt x="13032" y="22808"/>
                          <a:pt x="14672" y="17546"/>
                          <a:pt x="17953" y="13673"/>
                        </a:cubicBezTo>
                        <a:cubicBezTo>
                          <a:pt x="21247" y="9813"/>
                          <a:pt x="25706" y="7883"/>
                          <a:pt x="31328" y="7883"/>
                        </a:cubicBezTo>
                        <a:cubicBezTo>
                          <a:pt x="36950" y="7883"/>
                          <a:pt x="41402" y="9813"/>
                          <a:pt x="44683" y="13673"/>
                        </a:cubicBezTo>
                        <a:cubicBezTo>
                          <a:pt x="47964" y="17546"/>
                          <a:pt x="49604" y="22808"/>
                          <a:pt x="49604" y="29457"/>
                        </a:cubicBezTo>
                        <a:cubicBezTo>
                          <a:pt x="49604" y="36146"/>
                          <a:pt x="47964" y="41408"/>
                          <a:pt x="44683" y="45241"/>
                        </a:cubicBezTo>
                        <a:cubicBezTo>
                          <a:pt x="41402" y="49088"/>
                          <a:pt x="36950" y="51012"/>
                          <a:pt x="31328" y="51012"/>
                        </a:cubicBezTo>
                        <a:close/>
                        <a:moveTo>
                          <a:pt x="56192" y="90254"/>
                        </a:moveTo>
                        <a:lnTo>
                          <a:pt x="56192" y="78852"/>
                        </a:lnTo>
                        <a:cubicBezTo>
                          <a:pt x="53044" y="80333"/>
                          <a:pt x="49869" y="81463"/>
                          <a:pt x="46667" y="82243"/>
                        </a:cubicBezTo>
                        <a:cubicBezTo>
                          <a:pt x="43466" y="83036"/>
                          <a:pt x="40291" y="83433"/>
                          <a:pt x="37142" y="83433"/>
                        </a:cubicBezTo>
                        <a:cubicBezTo>
                          <a:pt x="28874" y="83433"/>
                          <a:pt x="22557" y="80643"/>
                          <a:pt x="18191" y="75065"/>
                        </a:cubicBezTo>
                        <a:cubicBezTo>
                          <a:pt x="13839" y="69486"/>
                          <a:pt x="11352" y="61058"/>
                          <a:pt x="10730" y="49782"/>
                        </a:cubicBezTo>
                        <a:cubicBezTo>
                          <a:pt x="13164" y="53378"/>
                          <a:pt x="16220" y="56134"/>
                          <a:pt x="19898" y="58051"/>
                        </a:cubicBezTo>
                        <a:cubicBezTo>
                          <a:pt x="23589" y="59968"/>
                          <a:pt x="27644" y="60926"/>
                          <a:pt x="32062" y="60926"/>
                        </a:cubicBezTo>
                        <a:cubicBezTo>
                          <a:pt x="41362" y="60926"/>
                          <a:pt x="48711" y="58104"/>
                          <a:pt x="54109" y="52459"/>
                        </a:cubicBezTo>
                        <a:cubicBezTo>
                          <a:pt x="59506" y="46828"/>
                          <a:pt x="62205" y="39160"/>
                          <a:pt x="62205" y="29457"/>
                        </a:cubicBezTo>
                        <a:cubicBezTo>
                          <a:pt x="62205" y="19952"/>
                          <a:pt x="59394" y="12324"/>
                          <a:pt x="53771" y="6574"/>
                        </a:cubicBezTo>
                        <a:cubicBezTo>
                          <a:pt x="48149" y="837"/>
                          <a:pt x="40668" y="-2032"/>
                          <a:pt x="31328" y="-2032"/>
                        </a:cubicBezTo>
                        <a:cubicBezTo>
                          <a:pt x="20612" y="-2032"/>
                          <a:pt x="12423" y="2066"/>
                          <a:pt x="6761" y="10262"/>
                        </a:cubicBezTo>
                        <a:cubicBezTo>
                          <a:pt x="1099" y="18471"/>
                          <a:pt x="-1732" y="30363"/>
                          <a:pt x="-1732" y="45935"/>
                        </a:cubicBezTo>
                        <a:cubicBezTo>
                          <a:pt x="-1732" y="60556"/>
                          <a:pt x="1741" y="72216"/>
                          <a:pt x="8686" y="80914"/>
                        </a:cubicBezTo>
                        <a:cubicBezTo>
                          <a:pt x="15632" y="89613"/>
                          <a:pt x="24952" y="93962"/>
                          <a:pt x="36646" y="93962"/>
                        </a:cubicBezTo>
                        <a:cubicBezTo>
                          <a:pt x="39795" y="93962"/>
                          <a:pt x="42970" y="93651"/>
                          <a:pt x="46171" y="93030"/>
                        </a:cubicBezTo>
                        <a:cubicBezTo>
                          <a:pt x="49373" y="92409"/>
                          <a:pt x="52713" y="91483"/>
                          <a:pt x="56192" y="9025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8" name="Freeform: Shape 547">
                    <a:extLst>
                      <a:ext uri="{FF2B5EF4-FFF2-40B4-BE49-F238E27FC236}">
                        <a16:creationId xmlns:a16="http://schemas.microsoft.com/office/drawing/2014/main" id="{57A10F0E-D3B3-697C-BEFF-DE351575A8D3}"/>
                      </a:ext>
                    </a:extLst>
                  </p:cNvPr>
                  <p:cNvSpPr/>
                  <p:nvPr/>
                </p:nvSpPr>
                <p:spPr>
                  <a:xfrm flipV="1">
                    <a:off x="7354491" y="4959304"/>
                    <a:ext cx="63996" cy="95994"/>
                  </a:xfrm>
                  <a:custGeom>
                    <a:avLst/>
                    <a:gdLst>
                      <a:gd name="connsiteX0" fmla="*/ 30286 w 63996"/>
                      <a:gd name="connsiteY0" fmla="*/ 84047 h 95994"/>
                      <a:gd name="connsiteX1" fmla="*/ 15741 w 63996"/>
                      <a:gd name="connsiteY1" fmla="*/ 74529 h 95994"/>
                      <a:gd name="connsiteX2" fmla="*/ 10879 w 63996"/>
                      <a:gd name="connsiteY2" fmla="*/ 45935 h 95994"/>
                      <a:gd name="connsiteX3" fmla="*/ 15741 w 63996"/>
                      <a:gd name="connsiteY3" fmla="*/ 17401 h 95994"/>
                      <a:gd name="connsiteX4" fmla="*/ 30286 w 63996"/>
                      <a:gd name="connsiteY4" fmla="*/ 7883 h 95994"/>
                      <a:gd name="connsiteX5" fmla="*/ 44891 w 63996"/>
                      <a:gd name="connsiteY5" fmla="*/ 17401 h 95994"/>
                      <a:gd name="connsiteX6" fmla="*/ 49773 w 63996"/>
                      <a:gd name="connsiteY6" fmla="*/ 45935 h 95994"/>
                      <a:gd name="connsiteX7" fmla="*/ 44891 w 63996"/>
                      <a:gd name="connsiteY7" fmla="*/ 74529 h 95994"/>
                      <a:gd name="connsiteX8" fmla="*/ 30286 w 63996"/>
                      <a:gd name="connsiteY8" fmla="*/ 84047 h 95994"/>
                      <a:gd name="connsiteX9" fmla="*/ 30286 w 63996"/>
                      <a:gd name="connsiteY9" fmla="*/ 93962 h 95994"/>
                      <a:gd name="connsiteX10" fmla="*/ 54079 w 63996"/>
                      <a:gd name="connsiteY10" fmla="*/ 81648 h 95994"/>
                      <a:gd name="connsiteX11" fmla="*/ 62294 w 63996"/>
                      <a:gd name="connsiteY11" fmla="*/ 45935 h 95994"/>
                      <a:gd name="connsiteX12" fmla="*/ 54079 w 63996"/>
                      <a:gd name="connsiteY12" fmla="*/ 10262 h 95994"/>
                      <a:gd name="connsiteX13" fmla="*/ 30286 w 63996"/>
                      <a:gd name="connsiteY13" fmla="*/ -2032 h 95994"/>
                      <a:gd name="connsiteX14" fmla="*/ 6513 w 63996"/>
                      <a:gd name="connsiteY14" fmla="*/ 10262 h 95994"/>
                      <a:gd name="connsiteX15" fmla="*/ -1702 w 63996"/>
                      <a:gd name="connsiteY15" fmla="*/ 45935 h 95994"/>
                      <a:gd name="connsiteX16" fmla="*/ 6513 w 63996"/>
                      <a:gd name="connsiteY16" fmla="*/ 81648 h 95994"/>
                      <a:gd name="connsiteX17" fmla="*/ 3028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86" y="84047"/>
                        </a:moveTo>
                        <a:cubicBezTo>
                          <a:pt x="23844" y="84047"/>
                          <a:pt x="18995" y="80875"/>
                          <a:pt x="15741" y="74529"/>
                        </a:cubicBezTo>
                        <a:cubicBezTo>
                          <a:pt x="12500" y="68197"/>
                          <a:pt x="10879" y="58666"/>
                          <a:pt x="10879" y="45935"/>
                        </a:cubicBezTo>
                        <a:cubicBezTo>
                          <a:pt x="10879" y="33258"/>
                          <a:pt x="12500" y="23746"/>
                          <a:pt x="15741" y="17401"/>
                        </a:cubicBezTo>
                        <a:cubicBezTo>
                          <a:pt x="18995" y="11055"/>
                          <a:pt x="23844" y="7883"/>
                          <a:pt x="30286" y="7883"/>
                        </a:cubicBezTo>
                        <a:cubicBezTo>
                          <a:pt x="36782" y="7883"/>
                          <a:pt x="41650" y="11055"/>
                          <a:pt x="44891" y="17401"/>
                        </a:cubicBezTo>
                        <a:cubicBezTo>
                          <a:pt x="48146" y="23746"/>
                          <a:pt x="49773" y="33258"/>
                          <a:pt x="49773" y="45935"/>
                        </a:cubicBezTo>
                        <a:cubicBezTo>
                          <a:pt x="49773" y="58666"/>
                          <a:pt x="48146" y="68197"/>
                          <a:pt x="44891" y="74529"/>
                        </a:cubicBezTo>
                        <a:cubicBezTo>
                          <a:pt x="41650" y="80875"/>
                          <a:pt x="36782" y="84047"/>
                          <a:pt x="30286" y="84047"/>
                        </a:cubicBezTo>
                        <a:close/>
                        <a:moveTo>
                          <a:pt x="30286" y="93962"/>
                        </a:moveTo>
                        <a:cubicBezTo>
                          <a:pt x="40671" y="93962"/>
                          <a:pt x="48602" y="89857"/>
                          <a:pt x="54079" y="81648"/>
                        </a:cubicBezTo>
                        <a:cubicBezTo>
                          <a:pt x="59556" y="73452"/>
                          <a:pt x="62294" y="61548"/>
                          <a:pt x="62294" y="45935"/>
                        </a:cubicBezTo>
                        <a:cubicBezTo>
                          <a:pt x="62294" y="30363"/>
                          <a:pt x="59556" y="18471"/>
                          <a:pt x="54079" y="10262"/>
                        </a:cubicBezTo>
                        <a:cubicBezTo>
                          <a:pt x="48602" y="2066"/>
                          <a:pt x="40671" y="-2032"/>
                          <a:pt x="30286" y="-2032"/>
                        </a:cubicBezTo>
                        <a:cubicBezTo>
                          <a:pt x="19915" y="-2032"/>
                          <a:pt x="11990" y="2066"/>
                          <a:pt x="6513" y="10262"/>
                        </a:cubicBezTo>
                        <a:cubicBezTo>
                          <a:pt x="1037" y="18471"/>
                          <a:pt x="-1702" y="30363"/>
                          <a:pt x="-1702" y="45935"/>
                        </a:cubicBezTo>
                        <a:cubicBezTo>
                          <a:pt x="-1702" y="61548"/>
                          <a:pt x="1037" y="73452"/>
                          <a:pt x="6513" y="81648"/>
                        </a:cubicBezTo>
                        <a:cubicBezTo>
                          <a:pt x="11990" y="89857"/>
                          <a:pt x="19915" y="93962"/>
                          <a:pt x="3028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49" name="Graphic 497">
                <a:extLst>
                  <a:ext uri="{FF2B5EF4-FFF2-40B4-BE49-F238E27FC236}">
                    <a16:creationId xmlns:a16="http://schemas.microsoft.com/office/drawing/2014/main" id="{A634E76C-3373-FCAA-95CB-E33C194CD333}"/>
                  </a:ext>
                </a:extLst>
              </p:cNvPr>
              <p:cNvGrpSpPr/>
              <p:nvPr/>
            </p:nvGrpSpPr>
            <p:grpSpPr>
              <a:xfrm>
                <a:off x="7762663" y="4868227"/>
                <a:ext cx="224169" cy="187070"/>
                <a:chOff x="7762663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50" name="Freeform: Shape 549">
                  <a:extLst>
                    <a:ext uri="{FF2B5EF4-FFF2-40B4-BE49-F238E27FC236}">
                      <a16:creationId xmlns:a16="http://schemas.microsoft.com/office/drawing/2014/main" id="{29468B0D-74FF-DC15-D763-3141CDAF8BC3}"/>
                    </a:ext>
                  </a:extLst>
                </p:cNvPr>
                <p:cNvSpPr/>
                <p:nvPr/>
              </p:nvSpPr>
              <p:spPr>
                <a:xfrm>
                  <a:off x="7874066" y="4868227"/>
                  <a:ext cx="12700" cy="44417"/>
                </a:xfrm>
                <a:custGeom>
                  <a:avLst/>
                  <a:gdLst>
                    <a:gd name="connsiteX0" fmla="*/ 371 w 12700"/>
                    <a:gd name="connsiteY0" fmla="*/ 286 h 44417"/>
                    <a:gd name="connsiteX1" fmla="*/ 371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71" y="286"/>
                      </a:moveTo>
                      <a:lnTo>
                        <a:pt x="371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51" name="Graphic 497">
                  <a:extLst>
                    <a:ext uri="{FF2B5EF4-FFF2-40B4-BE49-F238E27FC236}">
                      <a16:creationId xmlns:a16="http://schemas.microsoft.com/office/drawing/2014/main" id="{E5DF3616-190F-7FD7-3E8F-E7B2793FF31A}"/>
                    </a:ext>
                  </a:extLst>
                </p:cNvPr>
                <p:cNvGrpSpPr/>
                <p:nvPr/>
              </p:nvGrpSpPr>
              <p:grpSpPr>
                <a:xfrm>
                  <a:off x="7762663" y="4959304"/>
                  <a:ext cx="224169" cy="95994"/>
                  <a:chOff x="7762663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52" name="Freeform: Shape 551">
                    <a:extLst>
                      <a:ext uri="{FF2B5EF4-FFF2-40B4-BE49-F238E27FC236}">
                        <a16:creationId xmlns:a16="http://schemas.microsoft.com/office/drawing/2014/main" id="{215D8B29-14D8-8B62-A648-0A0820AA002D}"/>
                      </a:ext>
                    </a:extLst>
                  </p:cNvPr>
                  <p:cNvSpPr/>
                  <p:nvPr/>
                </p:nvSpPr>
                <p:spPr>
                  <a:xfrm flipV="1">
                    <a:off x="7762663" y="4960969"/>
                    <a:ext cx="59908" cy="94328"/>
                  </a:xfrm>
                  <a:custGeom>
                    <a:avLst/>
                    <a:gdLst>
                      <a:gd name="connsiteX0" fmla="*/ 2270 w 59908"/>
                      <a:gd name="connsiteY0" fmla="*/ 92338 h 94328"/>
                      <a:gd name="connsiteX1" fmla="*/ 51443 w 59908"/>
                      <a:gd name="connsiteY1" fmla="*/ 92338 h 94328"/>
                      <a:gd name="connsiteX2" fmla="*/ 51443 w 59908"/>
                      <a:gd name="connsiteY2" fmla="*/ 81789 h 94328"/>
                      <a:gd name="connsiteX3" fmla="*/ 13740 w 59908"/>
                      <a:gd name="connsiteY3" fmla="*/ 81789 h 94328"/>
                      <a:gd name="connsiteX4" fmla="*/ 13740 w 59908"/>
                      <a:gd name="connsiteY4" fmla="*/ 59124 h 94328"/>
                      <a:gd name="connsiteX5" fmla="*/ 19177 w 59908"/>
                      <a:gd name="connsiteY5" fmla="*/ 60512 h 94328"/>
                      <a:gd name="connsiteX6" fmla="*/ 24654 w 59908"/>
                      <a:gd name="connsiteY6" fmla="*/ 60968 h 94328"/>
                      <a:gd name="connsiteX7" fmla="*/ 49201 w 59908"/>
                      <a:gd name="connsiteY7" fmla="*/ 52481 h 94328"/>
                      <a:gd name="connsiteX8" fmla="*/ 58269 w 59908"/>
                      <a:gd name="connsiteY8" fmla="*/ 29499 h 94328"/>
                      <a:gd name="connsiteX9" fmla="*/ 48963 w 59908"/>
                      <a:gd name="connsiteY9" fmla="*/ 6279 h 94328"/>
                      <a:gd name="connsiteX10" fmla="*/ 22729 w 59908"/>
                      <a:gd name="connsiteY10" fmla="*/ -1990 h 94328"/>
                      <a:gd name="connsiteX11" fmla="*/ 10843 w 59908"/>
                      <a:gd name="connsiteY11" fmla="*/ -999 h 94328"/>
                      <a:gd name="connsiteX12" fmla="*/ -1639 w 59908"/>
                      <a:gd name="connsiteY12" fmla="*/ 1976 h 94328"/>
                      <a:gd name="connsiteX13" fmla="*/ -1639 w 59908"/>
                      <a:gd name="connsiteY13" fmla="*/ 14567 h 94328"/>
                      <a:gd name="connsiteX14" fmla="*/ 9890 w 59908"/>
                      <a:gd name="connsiteY14" fmla="*/ 10046 h 94328"/>
                      <a:gd name="connsiteX15" fmla="*/ 22471 w 59908"/>
                      <a:gd name="connsiteY15" fmla="*/ 8559 h 94328"/>
                      <a:gd name="connsiteX16" fmla="*/ 39458 w 59908"/>
                      <a:gd name="connsiteY16" fmla="*/ 14191 h 94328"/>
                      <a:gd name="connsiteX17" fmla="*/ 45728 w 59908"/>
                      <a:gd name="connsiteY17" fmla="*/ 29499 h 94328"/>
                      <a:gd name="connsiteX18" fmla="*/ 39458 w 59908"/>
                      <a:gd name="connsiteY18" fmla="*/ 44788 h 94328"/>
                      <a:gd name="connsiteX19" fmla="*/ 22471 w 59908"/>
                      <a:gd name="connsiteY19" fmla="*/ 50439 h 94328"/>
                      <a:gd name="connsiteX20" fmla="*/ 12450 w 59908"/>
                      <a:gd name="connsiteY20" fmla="*/ 49328 h 94328"/>
                      <a:gd name="connsiteX21" fmla="*/ 2270 w 59908"/>
                      <a:gd name="connsiteY21" fmla="*/ 45858 h 94328"/>
                      <a:gd name="connsiteX22" fmla="*/ 2270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70" y="92338"/>
                        </a:moveTo>
                        <a:lnTo>
                          <a:pt x="51443" y="92338"/>
                        </a:lnTo>
                        <a:lnTo>
                          <a:pt x="51443" y="81789"/>
                        </a:lnTo>
                        <a:lnTo>
                          <a:pt x="13740" y="81789"/>
                        </a:lnTo>
                        <a:lnTo>
                          <a:pt x="13740" y="59124"/>
                        </a:lnTo>
                        <a:cubicBezTo>
                          <a:pt x="15552" y="59746"/>
                          <a:pt x="17365" y="60208"/>
                          <a:pt x="19177" y="60512"/>
                        </a:cubicBezTo>
                        <a:cubicBezTo>
                          <a:pt x="21003" y="60816"/>
                          <a:pt x="22828" y="60968"/>
                          <a:pt x="24654" y="60968"/>
                        </a:cubicBezTo>
                        <a:cubicBezTo>
                          <a:pt x="34986" y="60968"/>
                          <a:pt x="43168" y="58139"/>
                          <a:pt x="49201" y="52481"/>
                        </a:cubicBezTo>
                        <a:cubicBezTo>
                          <a:pt x="55247" y="46823"/>
                          <a:pt x="58269" y="39163"/>
                          <a:pt x="58269" y="29499"/>
                        </a:cubicBezTo>
                        <a:cubicBezTo>
                          <a:pt x="58269" y="19545"/>
                          <a:pt x="55167" y="11805"/>
                          <a:pt x="48963" y="6279"/>
                        </a:cubicBezTo>
                        <a:cubicBezTo>
                          <a:pt x="42758" y="766"/>
                          <a:pt x="34014" y="-1990"/>
                          <a:pt x="22729" y="-1990"/>
                        </a:cubicBezTo>
                        <a:cubicBezTo>
                          <a:pt x="18840" y="-1990"/>
                          <a:pt x="14878" y="-1660"/>
                          <a:pt x="10843" y="-999"/>
                        </a:cubicBezTo>
                        <a:cubicBezTo>
                          <a:pt x="6821" y="-338"/>
                          <a:pt x="2661" y="654"/>
                          <a:pt x="-1639" y="1976"/>
                        </a:cubicBezTo>
                        <a:lnTo>
                          <a:pt x="-1639" y="14567"/>
                        </a:lnTo>
                        <a:cubicBezTo>
                          <a:pt x="2078" y="12545"/>
                          <a:pt x="5922" y="11038"/>
                          <a:pt x="9890" y="10046"/>
                        </a:cubicBezTo>
                        <a:cubicBezTo>
                          <a:pt x="13859" y="9055"/>
                          <a:pt x="18053" y="8559"/>
                          <a:pt x="22471" y="8559"/>
                        </a:cubicBezTo>
                        <a:cubicBezTo>
                          <a:pt x="29628" y="8559"/>
                          <a:pt x="35290" y="10436"/>
                          <a:pt x="39458" y="14191"/>
                        </a:cubicBezTo>
                        <a:cubicBezTo>
                          <a:pt x="43638" y="17945"/>
                          <a:pt x="45728" y="23048"/>
                          <a:pt x="45728" y="29499"/>
                        </a:cubicBezTo>
                        <a:cubicBezTo>
                          <a:pt x="45728" y="35937"/>
                          <a:pt x="43638" y="41033"/>
                          <a:pt x="39458" y="44788"/>
                        </a:cubicBezTo>
                        <a:cubicBezTo>
                          <a:pt x="35290" y="48555"/>
                          <a:pt x="29628" y="50439"/>
                          <a:pt x="22471" y="50439"/>
                        </a:cubicBezTo>
                        <a:cubicBezTo>
                          <a:pt x="19124" y="50439"/>
                          <a:pt x="15784" y="50069"/>
                          <a:pt x="12450" y="49328"/>
                        </a:cubicBezTo>
                        <a:cubicBezTo>
                          <a:pt x="9130" y="48588"/>
                          <a:pt x="5736" y="47431"/>
                          <a:pt x="2270" y="45858"/>
                        </a:cubicBezTo>
                        <a:lnTo>
                          <a:pt x="2270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53" name="Freeform: Shape 552">
                    <a:extLst>
                      <a:ext uri="{FF2B5EF4-FFF2-40B4-BE49-F238E27FC236}">
                        <a16:creationId xmlns:a16="http://schemas.microsoft.com/office/drawing/2014/main" id="{1FC01FE1-6B60-83CD-F3B4-BBD2399E5E6B}"/>
                      </a:ext>
                    </a:extLst>
                  </p:cNvPr>
                  <p:cNvSpPr/>
                  <p:nvPr/>
                </p:nvSpPr>
                <p:spPr>
                  <a:xfrm flipV="1">
                    <a:off x="7844079" y="4960969"/>
                    <a:ext cx="59531" cy="92524"/>
                  </a:xfrm>
                  <a:custGeom>
                    <a:avLst/>
                    <a:gdLst>
                      <a:gd name="connsiteX0" fmla="*/ -1654 w 59531"/>
                      <a:gd name="connsiteY0" fmla="*/ 90488 h 92524"/>
                      <a:gd name="connsiteX1" fmla="*/ 57877 w 59531"/>
                      <a:gd name="connsiteY1" fmla="*/ 90488 h 92524"/>
                      <a:gd name="connsiteX2" fmla="*/ 57877 w 59531"/>
                      <a:gd name="connsiteY2" fmla="*/ 85154 h 92524"/>
                      <a:gd name="connsiteX3" fmla="*/ 24262 w 59531"/>
                      <a:gd name="connsiteY3" fmla="*/ -2036 h 92524"/>
                      <a:gd name="connsiteX4" fmla="*/ 11185 w 59531"/>
                      <a:gd name="connsiteY4" fmla="*/ -2036 h 92524"/>
                      <a:gd name="connsiteX5" fmla="*/ 42816 w 59531"/>
                      <a:gd name="connsiteY5" fmla="*/ 79939 h 92524"/>
                      <a:gd name="connsiteX6" fmla="*/ -1654 w 59531"/>
                      <a:gd name="connsiteY6" fmla="*/ 79939 h 92524"/>
                      <a:gd name="connsiteX7" fmla="*/ -1654 w 59531"/>
                      <a:gd name="connsiteY7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531" h="92524">
                        <a:moveTo>
                          <a:pt x="-1654" y="90488"/>
                        </a:moveTo>
                        <a:lnTo>
                          <a:pt x="57877" y="90488"/>
                        </a:lnTo>
                        <a:lnTo>
                          <a:pt x="57877" y="85154"/>
                        </a:lnTo>
                        <a:lnTo>
                          <a:pt x="24262" y="-2036"/>
                        </a:lnTo>
                        <a:lnTo>
                          <a:pt x="11185" y="-2036"/>
                        </a:lnTo>
                        <a:lnTo>
                          <a:pt x="42816" y="79939"/>
                        </a:lnTo>
                        <a:lnTo>
                          <a:pt x="-1654" y="79939"/>
                        </a:lnTo>
                        <a:lnTo>
                          <a:pt x="-1654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54" name="Freeform: Shape 553">
                    <a:extLst>
                      <a:ext uri="{FF2B5EF4-FFF2-40B4-BE49-F238E27FC236}">
                        <a16:creationId xmlns:a16="http://schemas.microsoft.com/office/drawing/2014/main" id="{754443DD-E716-E797-166F-598987C37928}"/>
                      </a:ext>
                    </a:extLst>
                  </p:cNvPr>
                  <p:cNvSpPr/>
                  <p:nvPr/>
                </p:nvSpPr>
                <p:spPr>
                  <a:xfrm flipV="1">
                    <a:off x="7922837" y="4959304"/>
                    <a:ext cx="63996" cy="95994"/>
                  </a:xfrm>
                  <a:custGeom>
                    <a:avLst/>
                    <a:gdLst>
                      <a:gd name="connsiteX0" fmla="*/ 30331 w 63996"/>
                      <a:gd name="connsiteY0" fmla="*/ 84047 h 95994"/>
                      <a:gd name="connsiteX1" fmla="*/ 15786 w 63996"/>
                      <a:gd name="connsiteY1" fmla="*/ 74529 h 95994"/>
                      <a:gd name="connsiteX2" fmla="*/ 10924 w 63996"/>
                      <a:gd name="connsiteY2" fmla="*/ 45935 h 95994"/>
                      <a:gd name="connsiteX3" fmla="*/ 15786 w 63996"/>
                      <a:gd name="connsiteY3" fmla="*/ 17401 h 95994"/>
                      <a:gd name="connsiteX4" fmla="*/ 30331 w 63996"/>
                      <a:gd name="connsiteY4" fmla="*/ 7883 h 95994"/>
                      <a:gd name="connsiteX5" fmla="*/ 44936 w 63996"/>
                      <a:gd name="connsiteY5" fmla="*/ 17401 h 95994"/>
                      <a:gd name="connsiteX6" fmla="*/ 49818 w 63996"/>
                      <a:gd name="connsiteY6" fmla="*/ 45935 h 95994"/>
                      <a:gd name="connsiteX7" fmla="*/ 44936 w 63996"/>
                      <a:gd name="connsiteY7" fmla="*/ 74529 h 95994"/>
                      <a:gd name="connsiteX8" fmla="*/ 30331 w 63996"/>
                      <a:gd name="connsiteY8" fmla="*/ 84047 h 95994"/>
                      <a:gd name="connsiteX9" fmla="*/ 30331 w 63996"/>
                      <a:gd name="connsiteY9" fmla="*/ 93962 h 95994"/>
                      <a:gd name="connsiteX10" fmla="*/ 54124 w 63996"/>
                      <a:gd name="connsiteY10" fmla="*/ 81648 h 95994"/>
                      <a:gd name="connsiteX11" fmla="*/ 62339 w 63996"/>
                      <a:gd name="connsiteY11" fmla="*/ 45935 h 95994"/>
                      <a:gd name="connsiteX12" fmla="*/ 54124 w 63996"/>
                      <a:gd name="connsiteY12" fmla="*/ 10262 h 95994"/>
                      <a:gd name="connsiteX13" fmla="*/ 30331 w 63996"/>
                      <a:gd name="connsiteY13" fmla="*/ -2032 h 95994"/>
                      <a:gd name="connsiteX14" fmla="*/ 6558 w 63996"/>
                      <a:gd name="connsiteY14" fmla="*/ 10262 h 95994"/>
                      <a:gd name="connsiteX15" fmla="*/ -1657 w 63996"/>
                      <a:gd name="connsiteY15" fmla="*/ 45935 h 95994"/>
                      <a:gd name="connsiteX16" fmla="*/ 6558 w 63996"/>
                      <a:gd name="connsiteY16" fmla="*/ 81648 h 95994"/>
                      <a:gd name="connsiteX17" fmla="*/ 3033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31" y="84047"/>
                        </a:moveTo>
                        <a:cubicBezTo>
                          <a:pt x="23888" y="84047"/>
                          <a:pt x="19040" y="80875"/>
                          <a:pt x="15786" y="74529"/>
                        </a:cubicBezTo>
                        <a:cubicBezTo>
                          <a:pt x="12544" y="68197"/>
                          <a:pt x="10924" y="58666"/>
                          <a:pt x="10924" y="45935"/>
                        </a:cubicBezTo>
                        <a:cubicBezTo>
                          <a:pt x="10924" y="33258"/>
                          <a:pt x="12544" y="23746"/>
                          <a:pt x="15786" y="17401"/>
                        </a:cubicBezTo>
                        <a:cubicBezTo>
                          <a:pt x="19040" y="11055"/>
                          <a:pt x="23888" y="7883"/>
                          <a:pt x="30331" y="7883"/>
                        </a:cubicBezTo>
                        <a:cubicBezTo>
                          <a:pt x="36827" y="7883"/>
                          <a:pt x="41695" y="11055"/>
                          <a:pt x="44936" y="17401"/>
                        </a:cubicBezTo>
                        <a:cubicBezTo>
                          <a:pt x="48190" y="23746"/>
                          <a:pt x="49818" y="33258"/>
                          <a:pt x="49818" y="45935"/>
                        </a:cubicBezTo>
                        <a:cubicBezTo>
                          <a:pt x="49818" y="58666"/>
                          <a:pt x="48190" y="68197"/>
                          <a:pt x="44936" y="74529"/>
                        </a:cubicBezTo>
                        <a:cubicBezTo>
                          <a:pt x="41695" y="80875"/>
                          <a:pt x="36827" y="84047"/>
                          <a:pt x="30331" y="84047"/>
                        </a:cubicBezTo>
                        <a:close/>
                        <a:moveTo>
                          <a:pt x="30331" y="93962"/>
                        </a:moveTo>
                        <a:cubicBezTo>
                          <a:pt x="40716" y="93962"/>
                          <a:pt x="48647" y="89857"/>
                          <a:pt x="54124" y="81648"/>
                        </a:cubicBezTo>
                        <a:cubicBezTo>
                          <a:pt x="59601" y="73452"/>
                          <a:pt x="62339" y="61548"/>
                          <a:pt x="62339" y="45935"/>
                        </a:cubicBezTo>
                        <a:cubicBezTo>
                          <a:pt x="62339" y="30363"/>
                          <a:pt x="59601" y="18471"/>
                          <a:pt x="54124" y="10262"/>
                        </a:cubicBezTo>
                        <a:cubicBezTo>
                          <a:pt x="48647" y="2066"/>
                          <a:pt x="40716" y="-2032"/>
                          <a:pt x="30331" y="-2032"/>
                        </a:cubicBezTo>
                        <a:cubicBezTo>
                          <a:pt x="19959" y="-2032"/>
                          <a:pt x="12035" y="2066"/>
                          <a:pt x="6558" y="10262"/>
                        </a:cubicBezTo>
                        <a:cubicBezTo>
                          <a:pt x="1081" y="18471"/>
                          <a:pt x="-1657" y="30363"/>
                          <a:pt x="-1657" y="45935"/>
                        </a:cubicBezTo>
                        <a:cubicBezTo>
                          <a:pt x="-1657" y="61548"/>
                          <a:pt x="1081" y="73452"/>
                          <a:pt x="6558" y="81648"/>
                        </a:cubicBezTo>
                        <a:cubicBezTo>
                          <a:pt x="12035" y="89857"/>
                          <a:pt x="19959" y="93962"/>
                          <a:pt x="3033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55" name="Graphic 497">
                <a:extLst>
                  <a:ext uri="{FF2B5EF4-FFF2-40B4-BE49-F238E27FC236}">
                    <a16:creationId xmlns:a16="http://schemas.microsoft.com/office/drawing/2014/main" id="{05F204D4-5144-7AAA-1DB3-6B622FEBC52D}"/>
                  </a:ext>
                </a:extLst>
              </p:cNvPr>
              <p:cNvGrpSpPr/>
              <p:nvPr/>
            </p:nvGrpSpPr>
            <p:grpSpPr>
              <a:xfrm>
                <a:off x="8331008" y="4868227"/>
                <a:ext cx="224169" cy="187070"/>
                <a:chOff x="8331008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56" name="Freeform: Shape 555">
                  <a:extLst>
                    <a:ext uri="{FF2B5EF4-FFF2-40B4-BE49-F238E27FC236}">
                      <a16:creationId xmlns:a16="http://schemas.microsoft.com/office/drawing/2014/main" id="{055E7228-B8D2-3AA0-F76D-C5CF914CE363}"/>
                    </a:ext>
                  </a:extLst>
                </p:cNvPr>
                <p:cNvSpPr/>
                <p:nvPr/>
              </p:nvSpPr>
              <p:spPr>
                <a:xfrm>
                  <a:off x="8442411" y="4868227"/>
                  <a:ext cx="12700" cy="44417"/>
                </a:xfrm>
                <a:custGeom>
                  <a:avLst/>
                  <a:gdLst>
                    <a:gd name="connsiteX0" fmla="*/ 416 w 12700"/>
                    <a:gd name="connsiteY0" fmla="*/ 286 h 44417"/>
                    <a:gd name="connsiteX1" fmla="*/ 41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416" y="286"/>
                      </a:moveTo>
                      <a:lnTo>
                        <a:pt x="41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57" name="Graphic 497">
                  <a:extLst>
                    <a:ext uri="{FF2B5EF4-FFF2-40B4-BE49-F238E27FC236}">
                      <a16:creationId xmlns:a16="http://schemas.microsoft.com/office/drawing/2014/main" id="{379D1B21-4593-F862-F738-A0083107B0D3}"/>
                    </a:ext>
                  </a:extLst>
                </p:cNvPr>
                <p:cNvGrpSpPr/>
                <p:nvPr/>
              </p:nvGrpSpPr>
              <p:grpSpPr>
                <a:xfrm>
                  <a:off x="8331008" y="4959304"/>
                  <a:ext cx="224169" cy="95994"/>
                  <a:chOff x="8331008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58" name="Freeform: Shape 557">
                    <a:extLst>
                      <a:ext uri="{FF2B5EF4-FFF2-40B4-BE49-F238E27FC236}">
                        <a16:creationId xmlns:a16="http://schemas.microsoft.com/office/drawing/2014/main" id="{55AD9BB6-2D15-B604-BD8D-4E604806C849}"/>
                      </a:ext>
                    </a:extLst>
                  </p:cNvPr>
                  <p:cNvSpPr/>
                  <p:nvPr/>
                </p:nvSpPr>
                <p:spPr>
                  <a:xfrm flipV="1">
                    <a:off x="8331008" y="4960969"/>
                    <a:ext cx="59908" cy="94328"/>
                  </a:xfrm>
                  <a:custGeom>
                    <a:avLst/>
                    <a:gdLst>
                      <a:gd name="connsiteX0" fmla="*/ 2315 w 59908"/>
                      <a:gd name="connsiteY0" fmla="*/ 92338 h 94328"/>
                      <a:gd name="connsiteX1" fmla="*/ 51488 w 59908"/>
                      <a:gd name="connsiteY1" fmla="*/ 92338 h 94328"/>
                      <a:gd name="connsiteX2" fmla="*/ 51488 w 59908"/>
                      <a:gd name="connsiteY2" fmla="*/ 81789 h 94328"/>
                      <a:gd name="connsiteX3" fmla="*/ 13785 w 59908"/>
                      <a:gd name="connsiteY3" fmla="*/ 81789 h 94328"/>
                      <a:gd name="connsiteX4" fmla="*/ 13785 w 59908"/>
                      <a:gd name="connsiteY4" fmla="*/ 59124 h 94328"/>
                      <a:gd name="connsiteX5" fmla="*/ 19222 w 59908"/>
                      <a:gd name="connsiteY5" fmla="*/ 60512 h 94328"/>
                      <a:gd name="connsiteX6" fmla="*/ 24699 w 59908"/>
                      <a:gd name="connsiteY6" fmla="*/ 60968 h 94328"/>
                      <a:gd name="connsiteX7" fmla="*/ 49246 w 59908"/>
                      <a:gd name="connsiteY7" fmla="*/ 52481 h 94328"/>
                      <a:gd name="connsiteX8" fmla="*/ 58314 w 59908"/>
                      <a:gd name="connsiteY8" fmla="*/ 29499 h 94328"/>
                      <a:gd name="connsiteX9" fmla="*/ 49007 w 59908"/>
                      <a:gd name="connsiteY9" fmla="*/ 6279 h 94328"/>
                      <a:gd name="connsiteX10" fmla="*/ 22774 w 59908"/>
                      <a:gd name="connsiteY10" fmla="*/ -1990 h 94328"/>
                      <a:gd name="connsiteX11" fmla="*/ 10888 w 59908"/>
                      <a:gd name="connsiteY11" fmla="*/ -999 h 94328"/>
                      <a:gd name="connsiteX12" fmla="*/ -1594 w 59908"/>
                      <a:gd name="connsiteY12" fmla="*/ 1976 h 94328"/>
                      <a:gd name="connsiteX13" fmla="*/ -1594 w 59908"/>
                      <a:gd name="connsiteY13" fmla="*/ 14567 h 94328"/>
                      <a:gd name="connsiteX14" fmla="*/ 9935 w 59908"/>
                      <a:gd name="connsiteY14" fmla="*/ 10046 h 94328"/>
                      <a:gd name="connsiteX15" fmla="*/ 22516 w 59908"/>
                      <a:gd name="connsiteY15" fmla="*/ 8559 h 94328"/>
                      <a:gd name="connsiteX16" fmla="*/ 39502 w 59908"/>
                      <a:gd name="connsiteY16" fmla="*/ 14191 h 94328"/>
                      <a:gd name="connsiteX17" fmla="*/ 45773 w 59908"/>
                      <a:gd name="connsiteY17" fmla="*/ 29499 h 94328"/>
                      <a:gd name="connsiteX18" fmla="*/ 39502 w 59908"/>
                      <a:gd name="connsiteY18" fmla="*/ 44788 h 94328"/>
                      <a:gd name="connsiteX19" fmla="*/ 22516 w 59908"/>
                      <a:gd name="connsiteY19" fmla="*/ 50439 h 94328"/>
                      <a:gd name="connsiteX20" fmla="*/ 12495 w 59908"/>
                      <a:gd name="connsiteY20" fmla="*/ 49328 h 94328"/>
                      <a:gd name="connsiteX21" fmla="*/ 2315 w 59908"/>
                      <a:gd name="connsiteY21" fmla="*/ 45858 h 94328"/>
                      <a:gd name="connsiteX22" fmla="*/ 2315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315" y="92338"/>
                        </a:moveTo>
                        <a:lnTo>
                          <a:pt x="51488" y="92338"/>
                        </a:lnTo>
                        <a:lnTo>
                          <a:pt x="51488" y="81789"/>
                        </a:lnTo>
                        <a:lnTo>
                          <a:pt x="13785" y="81789"/>
                        </a:lnTo>
                        <a:lnTo>
                          <a:pt x="13785" y="59124"/>
                        </a:lnTo>
                        <a:cubicBezTo>
                          <a:pt x="15597" y="59746"/>
                          <a:pt x="17410" y="60208"/>
                          <a:pt x="19222" y="60512"/>
                        </a:cubicBezTo>
                        <a:cubicBezTo>
                          <a:pt x="21048" y="60816"/>
                          <a:pt x="22873" y="60968"/>
                          <a:pt x="24699" y="60968"/>
                        </a:cubicBezTo>
                        <a:cubicBezTo>
                          <a:pt x="35031" y="60968"/>
                          <a:pt x="43213" y="58139"/>
                          <a:pt x="49246" y="52481"/>
                        </a:cubicBezTo>
                        <a:cubicBezTo>
                          <a:pt x="55291" y="46823"/>
                          <a:pt x="58314" y="39163"/>
                          <a:pt x="58314" y="29499"/>
                        </a:cubicBezTo>
                        <a:cubicBezTo>
                          <a:pt x="58314" y="19545"/>
                          <a:pt x="55212" y="11805"/>
                          <a:pt x="49007" y="6279"/>
                        </a:cubicBezTo>
                        <a:cubicBezTo>
                          <a:pt x="42803" y="766"/>
                          <a:pt x="34058" y="-1990"/>
                          <a:pt x="22774" y="-1990"/>
                        </a:cubicBezTo>
                        <a:cubicBezTo>
                          <a:pt x="18885" y="-1990"/>
                          <a:pt x="14922" y="-1660"/>
                          <a:pt x="10888" y="-999"/>
                        </a:cubicBezTo>
                        <a:cubicBezTo>
                          <a:pt x="6866" y="-338"/>
                          <a:pt x="2705" y="654"/>
                          <a:pt x="-1594" y="1976"/>
                        </a:cubicBezTo>
                        <a:lnTo>
                          <a:pt x="-1594" y="14567"/>
                        </a:lnTo>
                        <a:cubicBezTo>
                          <a:pt x="2123" y="12545"/>
                          <a:pt x="5966" y="11038"/>
                          <a:pt x="9935" y="10046"/>
                        </a:cubicBezTo>
                        <a:cubicBezTo>
                          <a:pt x="13904" y="9055"/>
                          <a:pt x="18097" y="8559"/>
                          <a:pt x="22516" y="8559"/>
                        </a:cubicBezTo>
                        <a:cubicBezTo>
                          <a:pt x="29673" y="8559"/>
                          <a:pt x="35335" y="10436"/>
                          <a:pt x="39502" y="14191"/>
                        </a:cubicBezTo>
                        <a:cubicBezTo>
                          <a:pt x="43683" y="17945"/>
                          <a:pt x="45773" y="23048"/>
                          <a:pt x="45773" y="29499"/>
                        </a:cubicBezTo>
                        <a:cubicBezTo>
                          <a:pt x="45773" y="35937"/>
                          <a:pt x="43683" y="41033"/>
                          <a:pt x="39502" y="44788"/>
                        </a:cubicBezTo>
                        <a:cubicBezTo>
                          <a:pt x="35335" y="48555"/>
                          <a:pt x="29673" y="50439"/>
                          <a:pt x="22516" y="50439"/>
                        </a:cubicBezTo>
                        <a:cubicBezTo>
                          <a:pt x="19169" y="50439"/>
                          <a:pt x="15829" y="50069"/>
                          <a:pt x="12495" y="49328"/>
                        </a:cubicBezTo>
                        <a:cubicBezTo>
                          <a:pt x="9174" y="48588"/>
                          <a:pt x="5781" y="47431"/>
                          <a:pt x="2315" y="45858"/>
                        </a:cubicBezTo>
                        <a:lnTo>
                          <a:pt x="2315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59" name="Freeform: Shape 558">
                    <a:extLst>
                      <a:ext uri="{FF2B5EF4-FFF2-40B4-BE49-F238E27FC236}">
                        <a16:creationId xmlns:a16="http://schemas.microsoft.com/office/drawing/2014/main" id="{72C545F3-E753-E438-46C3-891DC9EA6550}"/>
                      </a:ext>
                    </a:extLst>
                  </p:cNvPr>
                  <p:cNvSpPr/>
                  <p:nvPr/>
                </p:nvSpPr>
                <p:spPr>
                  <a:xfrm flipV="1">
                    <a:off x="8410619" y="4959304"/>
                    <a:ext cx="63500" cy="95994"/>
                  </a:xfrm>
                  <a:custGeom>
                    <a:avLst/>
                    <a:gdLst>
                      <a:gd name="connsiteX0" fmla="*/ 30132 w 63500"/>
                      <a:gd name="connsiteY0" fmla="*/ 43714 h 95994"/>
                      <a:gd name="connsiteX1" fmla="*/ 16082 w 63500"/>
                      <a:gd name="connsiteY1" fmla="*/ 38935 h 95994"/>
                      <a:gd name="connsiteX2" fmla="*/ 10983 w 63500"/>
                      <a:gd name="connsiteY2" fmla="*/ 25808 h 95994"/>
                      <a:gd name="connsiteX3" fmla="*/ 16082 w 63500"/>
                      <a:gd name="connsiteY3" fmla="*/ 12661 h 95994"/>
                      <a:gd name="connsiteX4" fmla="*/ 30132 w 63500"/>
                      <a:gd name="connsiteY4" fmla="*/ 7883 h 95994"/>
                      <a:gd name="connsiteX5" fmla="*/ 44201 w 63500"/>
                      <a:gd name="connsiteY5" fmla="*/ 12681 h 95994"/>
                      <a:gd name="connsiteX6" fmla="*/ 49360 w 63500"/>
                      <a:gd name="connsiteY6" fmla="*/ 25808 h 95994"/>
                      <a:gd name="connsiteX7" fmla="*/ 44241 w 63500"/>
                      <a:gd name="connsiteY7" fmla="*/ 38935 h 95994"/>
                      <a:gd name="connsiteX8" fmla="*/ 30132 w 63500"/>
                      <a:gd name="connsiteY8" fmla="*/ 43714 h 95994"/>
                      <a:gd name="connsiteX9" fmla="*/ 17610 w 63500"/>
                      <a:gd name="connsiteY9" fmla="*/ 49029 h 95994"/>
                      <a:gd name="connsiteX10" fmla="*/ 5049 w 63500"/>
                      <a:gd name="connsiteY10" fmla="*/ 56524 h 95994"/>
                      <a:gd name="connsiteX11" fmla="*/ 565 w 63500"/>
                      <a:gd name="connsiteY11" fmla="*/ 69988 h 95994"/>
                      <a:gd name="connsiteX12" fmla="*/ 8462 w 63500"/>
                      <a:gd name="connsiteY12" fmla="*/ 87517 h 95994"/>
                      <a:gd name="connsiteX13" fmla="*/ 30132 w 63500"/>
                      <a:gd name="connsiteY13" fmla="*/ 93962 h 95994"/>
                      <a:gd name="connsiteX14" fmla="*/ 51841 w 63500"/>
                      <a:gd name="connsiteY14" fmla="*/ 87517 h 95994"/>
                      <a:gd name="connsiteX15" fmla="*/ 59719 w 63500"/>
                      <a:gd name="connsiteY15" fmla="*/ 69988 h 95994"/>
                      <a:gd name="connsiteX16" fmla="*/ 55214 w 63500"/>
                      <a:gd name="connsiteY16" fmla="*/ 56524 h 95994"/>
                      <a:gd name="connsiteX17" fmla="*/ 42733 w 63500"/>
                      <a:gd name="connsiteY17" fmla="*/ 49029 h 95994"/>
                      <a:gd name="connsiteX18" fmla="*/ 56822 w 63500"/>
                      <a:gd name="connsiteY18" fmla="*/ 40780 h 95994"/>
                      <a:gd name="connsiteX19" fmla="*/ 61882 w 63500"/>
                      <a:gd name="connsiteY19" fmla="*/ 25808 h 95994"/>
                      <a:gd name="connsiteX20" fmla="*/ 53666 w 63500"/>
                      <a:gd name="connsiteY20" fmla="*/ 5146 h 95994"/>
                      <a:gd name="connsiteX21" fmla="*/ 30132 w 63500"/>
                      <a:gd name="connsiteY21" fmla="*/ -2032 h 95994"/>
                      <a:gd name="connsiteX22" fmla="*/ 6597 w 63500"/>
                      <a:gd name="connsiteY22" fmla="*/ 5146 h 95994"/>
                      <a:gd name="connsiteX23" fmla="*/ -1618 w 63500"/>
                      <a:gd name="connsiteY23" fmla="*/ 25808 h 95994"/>
                      <a:gd name="connsiteX24" fmla="*/ 3462 w 63500"/>
                      <a:gd name="connsiteY24" fmla="*/ 40780 h 95994"/>
                      <a:gd name="connsiteX25" fmla="*/ 17610 w 63500"/>
                      <a:gd name="connsiteY25" fmla="*/ 49029 h 95994"/>
                      <a:gd name="connsiteX26" fmla="*/ 13026 w 63500"/>
                      <a:gd name="connsiteY26" fmla="*/ 68799 h 95994"/>
                      <a:gd name="connsiteX27" fmla="*/ 17511 w 63500"/>
                      <a:gd name="connsiteY27" fmla="*/ 57595 h 95994"/>
                      <a:gd name="connsiteX28" fmla="*/ 30132 w 63500"/>
                      <a:gd name="connsiteY28" fmla="*/ 53570 h 95994"/>
                      <a:gd name="connsiteX29" fmla="*/ 42752 w 63500"/>
                      <a:gd name="connsiteY29" fmla="*/ 57595 h 95994"/>
                      <a:gd name="connsiteX30" fmla="*/ 47316 w 63500"/>
                      <a:gd name="connsiteY30" fmla="*/ 68799 h 95994"/>
                      <a:gd name="connsiteX31" fmla="*/ 42752 w 63500"/>
                      <a:gd name="connsiteY31" fmla="*/ 80022 h 95994"/>
                      <a:gd name="connsiteX32" fmla="*/ 30132 w 63500"/>
                      <a:gd name="connsiteY32" fmla="*/ 84047 h 95994"/>
                      <a:gd name="connsiteX33" fmla="*/ 17511 w 63500"/>
                      <a:gd name="connsiteY33" fmla="*/ 80022 h 95994"/>
                      <a:gd name="connsiteX34" fmla="*/ 13026 w 63500"/>
                      <a:gd name="connsiteY34" fmla="*/ 6879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500" h="95994">
                        <a:moveTo>
                          <a:pt x="30132" y="43714"/>
                        </a:moveTo>
                        <a:cubicBezTo>
                          <a:pt x="24179" y="43714"/>
                          <a:pt x="19496" y="42121"/>
                          <a:pt x="16082" y="38935"/>
                        </a:cubicBezTo>
                        <a:cubicBezTo>
                          <a:pt x="12682" y="35750"/>
                          <a:pt x="10983" y="31374"/>
                          <a:pt x="10983" y="25808"/>
                        </a:cubicBezTo>
                        <a:cubicBezTo>
                          <a:pt x="10983" y="20230"/>
                          <a:pt x="12682" y="15847"/>
                          <a:pt x="16082" y="12661"/>
                        </a:cubicBezTo>
                        <a:cubicBezTo>
                          <a:pt x="19496" y="9476"/>
                          <a:pt x="24179" y="7883"/>
                          <a:pt x="30132" y="7883"/>
                        </a:cubicBezTo>
                        <a:cubicBezTo>
                          <a:pt x="36085" y="7883"/>
                          <a:pt x="40775" y="9482"/>
                          <a:pt x="44201" y="12681"/>
                        </a:cubicBezTo>
                        <a:cubicBezTo>
                          <a:pt x="47641" y="15894"/>
                          <a:pt x="49360" y="20269"/>
                          <a:pt x="49360" y="25808"/>
                        </a:cubicBezTo>
                        <a:cubicBezTo>
                          <a:pt x="49360" y="31374"/>
                          <a:pt x="47654" y="35750"/>
                          <a:pt x="44241" y="38935"/>
                        </a:cubicBezTo>
                        <a:cubicBezTo>
                          <a:pt x="40841" y="42121"/>
                          <a:pt x="36138" y="43714"/>
                          <a:pt x="30132" y="43714"/>
                        </a:cubicBezTo>
                        <a:close/>
                        <a:moveTo>
                          <a:pt x="17610" y="49029"/>
                        </a:moveTo>
                        <a:cubicBezTo>
                          <a:pt x="12239" y="50351"/>
                          <a:pt x="8052" y="52849"/>
                          <a:pt x="5049" y="56524"/>
                        </a:cubicBezTo>
                        <a:cubicBezTo>
                          <a:pt x="2059" y="60212"/>
                          <a:pt x="565" y="64700"/>
                          <a:pt x="565" y="69988"/>
                        </a:cubicBezTo>
                        <a:cubicBezTo>
                          <a:pt x="565" y="77378"/>
                          <a:pt x="3197" y="83221"/>
                          <a:pt x="8462" y="87517"/>
                        </a:cubicBezTo>
                        <a:cubicBezTo>
                          <a:pt x="13741" y="91814"/>
                          <a:pt x="20964" y="93962"/>
                          <a:pt x="30132" y="93962"/>
                        </a:cubicBezTo>
                        <a:cubicBezTo>
                          <a:pt x="39352" y="93962"/>
                          <a:pt x="46589" y="91814"/>
                          <a:pt x="51841" y="87517"/>
                        </a:cubicBezTo>
                        <a:cubicBezTo>
                          <a:pt x="57093" y="83221"/>
                          <a:pt x="59719" y="77378"/>
                          <a:pt x="59719" y="69988"/>
                        </a:cubicBezTo>
                        <a:cubicBezTo>
                          <a:pt x="59719" y="64700"/>
                          <a:pt x="58217" y="60212"/>
                          <a:pt x="55214" y="56524"/>
                        </a:cubicBezTo>
                        <a:cubicBezTo>
                          <a:pt x="52224" y="52849"/>
                          <a:pt x="48064" y="50351"/>
                          <a:pt x="42733" y="49029"/>
                        </a:cubicBezTo>
                        <a:cubicBezTo>
                          <a:pt x="48765" y="47627"/>
                          <a:pt x="53461" y="44878"/>
                          <a:pt x="56822" y="40780"/>
                        </a:cubicBezTo>
                        <a:cubicBezTo>
                          <a:pt x="60195" y="36695"/>
                          <a:pt x="61882" y="31704"/>
                          <a:pt x="61882" y="25808"/>
                        </a:cubicBezTo>
                        <a:cubicBezTo>
                          <a:pt x="61882" y="16832"/>
                          <a:pt x="59143" y="9945"/>
                          <a:pt x="53666" y="5146"/>
                        </a:cubicBezTo>
                        <a:cubicBezTo>
                          <a:pt x="48190" y="361"/>
                          <a:pt x="40345" y="-2032"/>
                          <a:pt x="30132" y="-2032"/>
                        </a:cubicBezTo>
                        <a:cubicBezTo>
                          <a:pt x="19932" y="-2032"/>
                          <a:pt x="12087" y="361"/>
                          <a:pt x="6597" y="5146"/>
                        </a:cubicBezTo>
                        <a:cubicBezTo>
                          <a:pt x="1120" y="9945"/>
                          <a:pt x="-1618" y="16832"/>
                          <a:pt x="-1618" y="25808"/>
                        </a:cubicBezTo>
                        <a:cubicBezTo>
                          <a:pt x="-1618" y="31704"/>
                          <a:pt x="75" y="36695"/>
                          <a:pt x="3462" y="40780"/>
                        </a:cubicBezTo>
                        <a:cubicBezTo>
                          <a:pt x="6862" y="44878"/>
                          <a:pt x="11578" y="47627"/>
                          <a:pt x="17610" y="49029"/>
                        </a:cubicBezTo>
                        <a:close/>
                        <a:moveTo>
                          <a:pt x="13026" y="68799"/>
                        </a:moveTo>
                        <a:cubicBezTo>
                          <a:pt x="13026" y="64013"/>
                          <a:pt x="14521" y="60278"/>
                          <a:pt x="17511" y="57595"/>
                        </a:cubicBezTo>
                        <a:cubicBezTo>
                          <a:pt x="20514" y="54911"/>
                          <a:pt x="24721" y="53570"/>
                          <a:pt x="30132" y="53570"/>
                        </a:cubicBezTo>
                        <a:cubicBezTo>
                          <a:pt x="35516" y="53570"/>
                          <a:pt x="39723" y="54911"/>
                          <a:pt x="42752" y="57595"/>
                        </a:cubicBezTo>
                        <a:cubicBezTo>
                          <a:pt x="45795" y="60278"/>
                          <a:pt x="47316" y="64013"/>
                          <a:pt x="47316" y="68799"/>
                        </a:cubicBezTo>
                        <a:cubicBezTo>
                          <a:pt x="47316" y="73597"/>
                          <a:pt x="45795" y="77338"/>
                          <a:pt x="42752" y="80022"/>
                        </a:cubicBezTo>
                        <a:cubicBezTo>
                          <a:pt x="39723" y="82706"/>
                          <a:pt x="35516" y="84047"/>
                          <a:pt x="30132" y="84047"/>
                        </a:cubicBezTo>
                        <a:cubicBezTo>
                          <a:pt x="24721" y="84047"/>
                          <a:pt x="20514" y="82706"/>
                          <a:pt x="17511" y="80022"/>
                        </a:cubicBezTo>
                        <a:cubicBezTo>
                          <a:pt x="14521" y="77338"/>
                          <a:pt x="13026" y="73597"/>
                          <a:pt x="13026" y="6879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60" name="Freeform: Shape 559">
                    <a:extLst>
                      <a:ext uri="{FF2B5EF4-FFF2-40B4-BE49-F238E27FC236}">
                        <a16:creationId xmlns:a16="http://schemas.microsoft.com/office/drawing/2014/main" id="{14FA182B-EAB8-35DC-C99B-710854FB8612}"/>
                      </a:ext>
                    </a:extLst>
                  </p:cNvPr>
                  <p:cNvSpPr/>
                  <p:nvPr/>
                </p:nvSpPr>
                <p:spPr>
                  <a:xfrm flipV="1">
                    <a:off x="8491182" y="4959304"/>
                    <a:ext cx="63996" cy="95994"/>
                  </a:xfrm>
                  <a:custGeom>
                    <a:avLst/>
                    <a:gdLst>
                      <a:gd name="connsiteX0" fmla="*/ 30376 w 63996"/>
                      <a:gd name="connsiteY0" fmla="*/ 84047 h 95994"/>
                      <a:gd name="connsiteX1" fmla="*/ 15830 w 63996"/>
                      <a:gd name="connsiteY1" fmla="*/ 74529 h 95994"/>
                      <a:gd name="connsiteX2" fmla="*/ 10969 w 63996"/>
                      <a:gd name="connsiteY2" fmla="*/ 45935 h 95994"/>
                      <a:gd name="connsiteX3" fmla="*/ 15830 w 63996"/>
                      <a:gd name="connsiteY3" fmla="*/ 17401 h 95994"/>
                      <a:gd name="connsiteX4" fmla="*/ 30376 w 63996"/>
                      <a:gd name="connsiteY4" fmla="*/ 7883 h 95994"/>
                      <a:gd name="connsiteX5" fmla="*/ 44981 w 63996"/>
                      <a:gd name="connsiteY5" fmla="*/ 17401 h 95994"/>
                      <a:gd name="connsiteX6" fmla="*/ 49862 w 63996"/>
                      <a:gd name="connsiteY6" fmla="*/ 45935 h 95994"/>
                      <a:gd name="connsiteX7" fmla="*/ 44981 w 63996"/>
                      <a:gd name="connsiteY7" fmla="*/ 74529 h 95994"/>
                      <a:gd name="connsiteX8" fmla="*/ 30376 w 63996"/>
                      <a:gd name="connsiteY8" fmla="*/ 84047 h 95994"/>
                      <a:gd name="connsiteX9" fmla="*/ 30376 w 63996"/>
                      <a:gd name="connsiteY9" fmla="*/ 93962 h 95994"/>
                      <a:gd name="connsiteX10" fmla="*/ 54168 w 63996"/>
                      <a:gd name="connsiteY10" fmla="*/ 81648 h 95994"/>
                      <a:gd name="connsiteX11" fmla="*/ 62384 w 63996"/>
                      <a:gd name="connsiteY11" fmla="*/ 45935 h 95994"/>
                      <a:gd name="connsiteX12" fmla="*/ 54168 w 63996"/>
                      <a:gd name="connsiteY12" fmla="*/ 10262 h 95994"/>
                      <a:gd name="connsiteX13" fmla="*/ 30376 w 63996"/>
                      <a:gd name="connsiteY13" fmla="*/ -2032 h 95994"/>
                      <a:gd name="connsiteX14" fmla="*/ 6603 w 63996"/>
                      <a:gd name="connsiteY14" fmla="*/ 10262 h 95994"/>
                      <a:gd name="connsiteX15" fmla="*/ -1612 w 63996"/>
                      <a:gd name="connsiteY15" fmla="*/ 45935 h 95994"/>
                      <a:gd name="connsiteX16" fmla="*/ 6603 w 63996"/>
                      <a:gd name="connsiteY16" fmla="*/ 81648 h 95994"/>
                      <a:gd name="connsiteX17" fmla="*/ 3037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76" y="84047"/>
                        </a:moveTo>
                        <a:cubicBezTo>
                          <a:pt x="23933" y="84047"/>
                          <a:pt x="19085" y="80875"/>
                          <a:pt x="15830" y="74529"/>
                        </a:cubicBezTo>
                        <a:cubicBezTo>
                          <a:pt x="12589" y="68197"/>
                          <a:pt x="10969" y="58666"/>
                          <a:pt x="10969" y="45935"/>
                        </a:cubicBezTo>
                        <a:cubicBezTo>
                          <a:pt x="10969" y="33258"/>
                          <a:pt x="12589" y="23746"/>
                          <a:pt x="15830" y="17401"/>
                        </a:cubicBezTo>
                        <a:cubicBezTo>
                          <a:pt x="19085" y="11055"/>
                          <a:pt x="23933" y="7883"/>
                          <a:pt x="30376" y="7883"/>
                        </a:cubicBezTo>
                        <a:cubicBezTo>
                          <a:pt x="36871" y="7883"/>
                          <a:pt x="41740" y="11055"/>
                          <a:pt x="44981" y="17401"/>
                        </a:cubicBezTo>
                        <a:cubicBezTo>
                          <a:pt x="48235" y="23746"/>
                          <a:pt x="49862" y="33258"/>
                          <a:pt x="49862" y="45935"/>
                        </a:cubicBezTo>
                        <a:cubicBezTo>
                          <a:pt x="49862" y="58666"/>
                          <a:pt x="48235" y="68197"/>
                          <a:pt x="44981" y="74529"/>
                        </a:cubicBezTo>
                        <a:cubicBezTo>
                          <a:pt x="41740" y="80875"/>
                          <a:pt x="36871" y="84047"/>
                          <a:pt x="30376" y="84047"/>
                        </a:cubicBezTo>
                        <a:close/>
                        <a:moveTo>
                          <a:pt x="30376" y="93962"/>
                        </a:moveTo>
                        <a:cubicBezTo>
                          <a:pt x="40761" y="93962"/>
                          <a:pt x="48692" y="89857"/>
                          <a:pt x="54168" y="81648"/>
                        </a:cubicBezTo>
                        <a:cubicBezTo>
                          <a:pt x="59645" y="73452"/>
                          <a:pt x="62384" y="61548"/>
                          <a:pt x="62384" y="45935"/>
                        </a:cubicBezTo>
                        <a:cubicBezTo>
                          <a:pt x="62384" y="30363"/>
                          <a:pt x="59645" y="18471"/>
                          <a:pt x="54168" y="10262"/>
                        </a:cubicBezTo>
                        <a:cubicBezTo>
                          <a:pt x="48692" y="2066"/>
                          <a:pt x="40761" y="-2032"/>
                          <a:pt x="30376" y="-2032"/>
                        </a:cubicBezTo>
                        <a:cubicBezTo>
                          <a:pt x="20004" y="-2032"/>
                          <a:pt x="12080" y="2066"/>
                          <a:pt x="6603" y="10262"/>
                        </a:cubicBezTo>
                        <a:cubicBezTo>
                          <a:pt x="1126" y="18471"/>
                          <a:pt x="-1612" y="30363"/>
                          <a:pt x="-1612" y="45935"/>
                        </a:cubicBezTo>
                        <a:cubicBezTo>
                          <a:pt x="-1612" y="61548"/>
                          <a:pt x="1126" y="73452"/>
                          <a:pt x="6603" y="81648"/>
                        </a:cubicBezTo>
                        <a:cubicBezTo>
                          <a:pt x="12080" y="89857"/>
                          <a:pt x="20004" y="93962"/>
                          <a:pt x="3037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561" name="Graphic 497">
              <a:extLst>
                <a:ext uri="{FF2B5EF4-FFF2-40B4-BE49-F238E27FC236}">
                  <a16:creationId xmlns:a16="http://schemas.microsoft.com/office/drawing/2014/main" id="{1C0B699A-E1A0-975A-1357-6113D2866E26}"/>
                </a:ext>
              </a:extLst>
            </p:cNvPr>
            <p:cNvGrpSpPr/>
            <p:nvPr/>
          </p:nvGrpSpPr>
          <p:grpSpPr>
            <a:xfrm>
              <a:off x="3570548" y="2266547"/>
              <a:ext cx="325100" cy="2367732"/>
              <a:chOff x="3570548" y="2266547"/>
              <a:chExt cx="325100" cy="2367732"/>
            </a:xfrm>
            <a:solidFill>
              <a:srgbClr val="000000"/>
            </a:solidFill>
          </p:grpSpPr>
          <p:grpSp>
            <p:nvGrpSpPr>
              <p:cNvPr id="562" name="Graphic 497">
                <a:extLst>
                  <a:ext uri="{FF2B5EF4-FFF2-40B4-BE49-F238E27FC236}">
                    <a16:creationId xmlns:a16="http://schemas.microsoft.com/office/drawing/2014/main" id="{95864A15-C8F1-D827-991A-94804E766513}"/>
                  </a:ext>
                </a:extLst>
              </p:cNvPr>
              <p:cNvGrpSpPr/>
              <p:nvPr/>
            </p:nvGrpSpPr>
            <p:grpSpPr>
              <a:xfrm>
                <a:off x="3570548" y="4538285"/>
                <a:ext cx="325100" cy="95994"/>
                <a:chOff x="3570548" y="4538285"/>
                <a:chExt cx="325100" cy="95994"/>
              </a:xfrm>
              <a:solidFill>
                <a:srgbClr val="000000"/>
              </a:solidFill>
            </p:grpSpPr>
            <p:sp>
              <p:nvSpPr>
                <p:cNvPr id="563" name="Freeform: Shape 562">
                  <a:extLst>
                    <a:ext uri="{FF2B5EF4-FFF2-40B4-BE49-F238E27FC236}">
                      <a16:creationId xmlns:a16="http://schemas.microsoft.com/office/drawing/2014/main" id="{8BC1EFF5-2C5C-C8C0-62C6-7FF4CB7A9FC0}"/>
                    </a:ext>
                  </a:extLst>
                </p:cNvPr>
                <p:cNvSpPr/>
                <p:nvPr/>
              </p:nvSpPr>
              <p:spPr>
                <a:xfrm>
                  <a:off x="3851198" y="4584260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264 h 12690"/>
                    <a:gd name="connsiteX1" fmla="*/ 58 w 44450"/>
                    <a:gd name="connsiteY1" fmla="*/ 264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264"/>
                      </a:moveTo>
                      <a:lnTo>
                        <a:pt x="58" y="26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64" name="Graphic 497">
                  <a:extLst>
                    <a:ext uri="{FF2B5EF4-FFF2-40B4-BE49-F238E27FC236}">
                      <a16:creationId xmlns:a16="http://schemas.microsoft.com/office/drawing/2014/main" id="{4F7085BD-E2B8-2D2B-0FBB-56CEE52C2672}"/>
                    </a:ext>
                  </a:extLst>
                </p:cNvPr>
                <p:cNvGrpSpPr/>
                <p:nvPr/>
              </p:nvGrpSpPr>
              <p:grpSpPr>
                <a:xfrm>
                  <a:off x="3570548" y="4538285"/>
                  <a:ext cx="227761" cy="95994"/>
                  <a:chOff x="3570548" y="4538285"/>
                  <a:chExt cx="227761" cy="95994"/>
                </a:xfrm>
                <a:solidFill>
                  <a:srgbClr val="000000"/>
                </a:solidFill>
              </p:grpSpPr>
              <p:sp>
                <p:nvSpPr>
                  <p:cNvPr id="565" name="Freeform: Shape 564">
                    <a:extLst>
                      <a:ext uri="{FF2B5EF4-FFF2-40B4-BE49-F238E27FC236}">
                        <a16:creationId xmlns:a16="http://schemas.microsoft.com/office/drawing/2014/main" id="{EC68305E-83FB-728F-A96A-B67AE8A6C2F0}"/>
                      </a:ext>
                    </a:extLst>
                  </p:cNvPr>
                  <p:cNvSpPr/>
                  <p:nvPr/>
                </p:nvSpPr>
                <p:spPr>
                  <a:xfrm flipV="1">
                    <a:off x="3570548" y="4539951"/>
                    <a:ext cx="67468" cy="92524"/>
                  </a:xfrm>
                  <a:custGeom>
                    <a:avLst/>
                    <a:gdLst>
                      <a:gd name="connsiteX0" fmla="*/ 39813 w 67468"/>
                      <a:gd name="connsiteY0" fmla="*/ 79549 h 92524"/>
                      <a:gd name="connsiteX1" fmla="*/ 8182 w 67468"/>
                      <a:gd name="connsiteY1" fmla="*/ 30154 h 92524"/>
                      <a:gd name="connsiteX2" fmla="*/ 39813 w 67468"/>
                      <a:gd name="connsiteY2" fmla="*/ 30154 h 92524"/>
                      <a:gd name="connsiteX3" fmla="*/ 39813 w 67468"/>
                      <a:gd name="connsiteY3" fmla="*/ 79549 h 92524"/>
                      <a:gd name="connsiteX4" fmla="*/ 36519 w 67468"/>
                      <a:gd name="connsiteY4" fmla="*/ 90455 h 92524"/>
                      <a:gd name="connsiteX5" fmla="*/ 52275 w 67468"/>
                      <a:gd name="connsiteY5" fmla="*/ 90455 h 92524"/>
                      <a:gd name="connsiteX6" fmla="*/ 52275 w 67468"/>
                      <a:gd name="connsiteY6" fmla="*/ 30154 h 92524"/>
                      <a:gd name="connsiteX7" fmla="*/ 65491 w 67468"/>
                      <a:gd name="connsiteY7" fmla="*/ 30154 h 92524"/>
                      <a:gd name="connsiteX8" fmla="*/ 65491 w 67468"/>
                      <a:gd name="connsiteY8" fmla="*/ 19744 h 92524"/>
                      <a:gd name="connsiteX9" fmla="*/ 52275 w 67468"/>
                      <a:gd name="connsiteY9" fmla="*/ 19744 h 92524"/>
                      <a:gd name="connsiteX10" fmla="*/ 52275 w 67468"/>
                      <a:gd name="connsiteY10" fmla="*/ -2069 h 92524"/>
                      <a:gd name="connsiteX11" fmla="*/ 39813 w 67468"/>
                      <a:gd name="connsiteY11" fmla="*/ -2069 h 92524"/>
                      <a:gd name="connsiteX12" fmla="*/ 39813 w 67468"/>
                      <a:gd name="connsiteY12" fmla="*/ 19744 h 92524"/>
                      <a:gd name="connsiteX13" fmla="*/ -1978 w 67468"/>
                      <a:gd name="connsiteY13" fmla="*/ 19744 h 92524"/>
                      <a:gd name="connsiteX14" fmla="*/ -1978 w 67468"/>
                      <a:gd name="connsiteY14" fmla="*/ 31820 h 92524"/>
                      <a:gd name="connsiteX15" fmla="*/ 36519 w 67468"/>
                      <a:gd name="connsiteY15" fmla="*/ 9045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39813" y="79549"/>
                        </a:moveTo>
                        <a:lnTo>
                          <a:pt x="8182" y="30154"/>
                        </a:lnTo>
                        <a:lnTo>
                          <a:pt x="39813" y="30154"/>
                        </a:lnTo>
                        <a:lnTo>
                          <a:pt x="39813" y="79549"/>
                        </a:lnTo>
                        <a:close/>
                        <a:moveTo>
                          <a:pt x="36519" y="90455"/>
                        </a:moveTo>
                        <a:lnTo>
                          <a:pt x="52275" y="90455"/>
                        </a:lnTo>
                        <a:lnTo>
                          <a:pt x="52275" y="30154"/>
                        </a:lnTo>
                        <a:lnTo>
                          <a:pt x="65491" y="30154"/>
                        </a:lnTo>
                        <a:lnTo>
                          <a:pt x="65491" y="19744"/>
                        </a:lnTo>
                        <a:lnTo>
                          <a:pt x="52275" y="19744"/>
                        </a:lnTo>
                        <a:lnTo>
                          <a:pt x="52275" y="-2069"/>
                        </a:lnTo>
                        <a:lnTo>
                          <a:pt x="39813" y="-2069"/>
                        </a:lnTo>
                        <a:lnTo>
                          <a:pt x="39813" y="19744"/>
                        </a:lnTo>
                        <a:lnTo>
                          <a:pt x="-1978" y="19744"/>
                        </a:lnTo>
                        <a:lnTo>
                          <a:pt x="-1978" y="31820"/>
                        </a:lnTo>
                        <a:lnTo>
                          <a:pt x="36519" y="904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66" name="Freeform: Shape 565">
                    <a:extLst>
                      <a:ext uri="{FF2B5EF4-FFF2-40B4-BE49-F238E27FC236}">
                        <a16:creationId xmlns:a16="http://schemas.microsoft.com/office/drawing/2014/main" id="{A86D2CA4-1090-5EDF-52E7-095BE8718A76}"/>
                      </a:ext>
                    </a:extLst>
                  </p:cNvPr>
                  <p:cNvSpPr/>
                  <p:nvPr/>
                </p:nvSpPr>
                <p:spPr>
                  <a:xfrm flipV="1">
                    <a:off x="3653751" y="4538285"/>
                    <a:ext cx="63500" cy="95994"/>
                  </a:xfrm>
                  <a:custGeom>
                    <a:avLst/>
                    <a:gdLst>
                      <a:gd name="connsiteX0" fmla="*/ 29757 w 63500"/>
                      <a:gd name="connsiteY0" fmla="*/ 43681 h 95994"/>
                      <a:gd name="connsiteX1" fmla="*/ 15708 w 63500"/>
                      <a:gd name="connsiteY1" fmla="*/ 38902 h 95994"/>
                      <a:gd name="connsiteX2" fmla="*/ 10608 w 63500"/>
                      <a:gd name="connsiteY2" fmla="*/ 25775 h 95994"/>
                      <a:gd name="connsiteX3" fmla="*/ 15708 w 63500"/>
                      <a:gd name="connsiteY3" fmla="*/ 12628 h 95994"/>
                      <a:gd name="connsiteX4" fmla="*/ 29757 w 63500"/>
                      <a:gd name="connsiteY4" fmla="*/ 7849 h 95994"/>
                      <a:gd name="connsiteX5" fmla="*/ 43826 w 63500"/>
                      <a:gd name="connsiteY5" fmla="*/ 12648 h 95994"/>
                      <a:gd name="connsiteX6" fmla="*/ 48986 w 63500"/>
                      <a:gd name="connsiteY6" fmla="*/ 25775 h 95994"/>
                      <a:gd name="connsiteX7" fmla="*/ 43866 w 63500"/>
                      <a:gd name="connsiteY7" fmla="*/ 38902 h 95994"/>
                      <a:gd name="connsiteX8" fmla="*/ 29757 w 63500"/>
                      <a:gd name="connsiteY8" fmla="*/ 43681 h 95994"/>
                      <a:gd name="connsiteX9" fmla="*/ 17236 w 63500"/>
                      <a:gd name="connsiteY9" fmla="*/ 48995 h 95994"/>
                      <a:gd name="connsiteX10" fmla="*/ 4675 w 63500"/>
                      <a:gd name="connsiteY10" fmla="*/ 56491 h 95994"/>
                      <a:gd name="connsiteX11" fmla="*/ 190 w 63500"/>
                      <a:gd name="connsiteY11" fmla="*/ 69955 h 95994"/>
                      <a:gd name="connsiteX12" fmla="*/ 8088 w 63500"/>
                      <a:gd name="connsiteY12" fmla="*/ 87484 h 95994"/>
                      <a:gd name="connsiteX13" fmla="*/ 29757 w 63500"/>
                      <a:gd name="connsiteY13" fmla="*/ 93929 h 95994"/>
                      <a:gd name="connsiteX14" fmla="*/ 51466 w 63500"/>
                      <a:gd name="connsiteY14" fmla="*/ 87484 h 95994"/>
                      <a:gd name="connsiteX15" fmla="*/ 59344 w 63500"/>
                      <a:gd name="connsiteY15" fmla="*/ 69955 h 95994"/>
                      <a:gd name="connsiteX16" fmla="*/ 54840 w 63500"/>
                      <a:gd name="connsiteY16" fmla="*/ 56491 h 95994"/>
                      <a:gd name="connsiteX17" fmla="*/ 42358 w 63500"/>
                      <a:gd name="connsiteY17" fmla="*/ 48995 h 95994"/>
                      <a:gd name="connsiteX18" fmla="*/ 56447 w 63500"/>
                      <a:gd name="connsiteY18" fmla="*/ 40746 h 95994"/>
                      <a:gd name="connsiteX19" fmla="*/ 61507 w 63500"/>
                      <a:gd name="connsiteY19" fmla="*/ 25775 h 95994"/>
                      <a:gd name="connsiteX20" fmla="*/ 53292 w 63500"/>
                      <a:gd name="connsiteY20" fmla="*/ 5113 h 95994"/>
                      <a:gd name="connsiteX21" fmla="*/ 29757 w 63500"/>
                      <a:gd name="connsiteY21" fmla="*/ -2065 h 95994"/>
                      <a:gd name="connsiteX22" fmla="*/ 6223 w 63500"/>
                      <a:gd name="connsiteY22" fmla="*/ 5113 h 95994"/>
                      <a:gd name="connsiteX23" fmla="*/ -1993 w 63500"/>
                      <a:gd name="connsiteY23" fmla="*/ 25775 h 95994"/>
                      <a:gd name="connsiteX24" fmla="*/ 3087 w 63500"/>
                      <a:gd name="connsiteY24" fmla="*/ 40746 h 95994"/>
                      <a:gd name="connsiteX25" fmla="*/ 17236 w 63500"/>
                      <a:gd name="connsiteY25" fmla="*/ 48995 h 95994"/>
                      <a:gd name="connsiteX26" fmla="*/ 12652 w 63500"/>
                      <a:gd name="connsiteY26" fmla="*/ 68765 h 95994"/>
                      <a:gd name="connsiteX27" fmla="*/ 17137 w 63500"/>
                      <a:gd name="connsiteY27" fmla="*/ 57562 h 95994"/>
                      <a:gd name="connsiteX28" fmla="*/ 29757 w 63500"/>
                      <a:gd name="connsiteY28" fmla="*/ 53536 h 95994"/>
                      <a:gd name="connsiteX29" fmla="*/ 42378 w 63500"/>
                      <a:gd name="connsiteY29" fmla="*/ 57562 h 95994"/>
                      <a:gd name="connsiteX30" fmla="*/ 46942 w 63500"/>
                      <a:gd name="connsiteY30" fmla="*/ 68765 h 95994"/>
                      <a:gd name="connsiteX31" fmla="*/ 42378 w 63500"/>
                      <a:gd name="connsiteY31" fmla="*/ 79989 h 95994"/>
                      <a:gd name="connsiteX32" fmla="*/ 29757 w 63500"/>
                      <a:gd name="connsiteY32" fmla="*/ 84014 h 95994"/>
                      <a:gd name="connsiteX33" fmla="*/ 17137 w 63500"/>
                      <a:gd name="connsiteY33" fmla="*/ 79989 h 95994"/>
                      <a:gd name="connsiteX34" fmla="*/ 12652 w 63500"/>
                      <a:gd name="connsiteY34" fmla="*/ 6876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500" h="95994">
                        <a:moveTo>
                          <a:pt x="29757" y="43681"/>
                        </a:moveTo>
                        <a:cubicBezTo>
                          <a:pt x="23804" y="43681"/>
                          <a:pt x="19121" y="42088"/>
                          <a:pt x="15708" y="38902"/>
                        </a:cubicBezTo>
                        <a:cubicBezTo>
                          <a:pt x="12308" y="35716"/>
                          <a:pt x="10608" y="31341"/>
                          <a:pt x="10608" y="25775"/>
                        </a:cubicBezTo>
                        <a:cubicBezTo>
                          <a:pt x="10608" y="20197"/>
                          <a:pt x="12308" y="15814"/>
                          <a:pt x="15708" y="12628"/>
                        </a:cubicBezTo>
                        <a:cubicBezTo>
                          <a:pt x="19121" y="9442"/>
                          <a:pt x="23804" y="7849"/>
                          <a:pt x="29757" y="7849"/>
                        </a:cubicBezTo>
                        <a:cubicBezTo>
                          <a:pt x="35710" y="7849"/>
                          <a:pt x="40400" y="9449"/>
                          <a:pt x="43826" y="12648"/>
                        </a:cubicBezTo>
                        <a:cubicBezTo>
                          <a:pt x="47266" y="15860"/>
                          <a:pt x="48986" y="20236"/>
                          <a:pt x="48986" y="25775"/>
                        </a:cubicBezTo>
                        <a:cubicBezTo>
                          <a:pt x="48986" y="31341"/>
                          <a:pt x="47279" y="35716"/>
                          <a:pt x="43866" y="38902"/>
                        </a:cubicBezTo>
                        <a:cubicBezTo>
                          <a:pt x="40466" y="42088"/>
                          <a:pt x="35763" y="43681"/>
                          <a:pt x="29757" y="43681"/>
                        </a:cubicBezTo>
                        <a:close/>
                        <a:moveTo>
                          <a:pt x="17236" y="48995"/>
                        </a:moveTo>
                        <a:cubicBezTo>
                          <a:pt x="11865" y="50317"/>
                          <a:pt x="7678" y="52816"/>
                          <a:pt x="4675" y="56491"/>
                        </a:cubicBezTo>
                        <a:cubicBezTo>
                          <a:pt x="1685" y="60179"/>
                          <a:pt x="190" y="64667"/>
                          <a:pt x="190" y="69955"/>
                        </a:cubicBezTo>
                        <a:cubicBezTo>
                          <a:pt x="190" y="77345"/>
                          <a:pt x="2823" y="83188"/>
                          <a:pt x="8088" y="87484"/>
                        </a:cubicBezTo>
                        <a:cubicBezTo>
                          <a:pt x="13366" y="91781"/>
                          <a:pt x="20589" y="93929"/>
                          <a:pt x="29757" y="93929"/>
                        </a:cubicBezTo>
                        <a:cubicBezTo>
                          <a:pt x="38978" y="93929"/>
                          <a:pt x="46214" y="91781"/>
                          <a:pt x="51466" y="87484"/>
                        </a:cubicBezTo>
                        <a:cubicBezTo>
                          <a:pt x="56718" y="83188"/>
                          <a:pt x="59344" y="77345"/>
                          <a:pt x="59344" y="69955"/>
                        </a:cubicBezTo>
                        <a:cubicBezTo>
                          <a:pt x="59344" y="64667"/>
                          <a:pt x="57843" y="60179"/>
                          <a:pt x="54840" y="56491"/>
                        </a:cubicBezTo>
                        <a:cubicBezTo>
                          <a:pt x="51850" y="52816"/>
                          <a:pt x="47689" y="50317"/>
                          <a:pt x="42358" y="48995"/>
                        </a:cubicBezTo>
                        <a:cubicBezTo>
                          <a:pt x="48390" y="47594"/>
                          <a:pt x="53087" y="44844"/>
                          <a:pt x="56447" y="40746"/>
                        </a:cubicBezTo>
                        <a:cubicBezTo>
                          <a:pt x="59820" y="36662"/>
                          <a:pt x="61507" y="31671"/>
                          <a:pt x="61507" y="25775"/>
                        </a:cubicBezTo>
                        <a:cubicBezTo>
                          <a:pt x="61507" y="16799"/>
                          <a:pt x="58769" y="9912"/>
                          <a:pt x="53292" y="5113"/>
                        </a:cubicBezTo>
                        <a:cubicBezTo>
                          <a:pt x="47815" y="327"/>
                          <a:pt x="39970" y="-2065"/>
                          <a:pt x="29757" y="-2065"/>
                        </a:cubicBezTo>
                        <a:cubicBezTo>
                          <a:pt x="19558" y="-2065"/>
                          <a:pt x="11713" y="327"/>
                          <a:pt x="6223" y="5113"/>
                        </a:cubicBezTo>
                        <a:cubicBezTo>
                          <a:pt x="746" y="9912"/>
                          <a:pt x="-1993" y="16799"/>
                          <a:pt x="-1993" y="25775"/>
                        </a:cubicBezTo>
                        <a:cubicBezTo>
                          <a:pt x="-1993" y="31671"/>
                          <a:pt x="-299" y="36662"/>
                          <a:pt x="3087" y="40746"/>
                        </a:cubicBezTo>
                        <a:cubicBezTo>
                          <a:pt x="6487" y="44844"/>
                          <a:pt x="11203" y="47594"/>
                          <a:pt x="17236" y="48995"/>
                        </a:cubicBezTo>
                        <a:close/>
                        <a:moveTo>
                          <a:pt x="12652" y="68765"/>
                        </a:moveTo>
                        <a:cubicBezTo>
                          <a:pt x="12652" y="63980"/>
                          <a:pt x="14147" y="60245"/>
                          <a:pt x="17137" y="57562"/>
                        </a:cubicBezTo>
                        <a:cubicBezTo>
                          <a:pt x="20140" y="54878"/>
                          <a:pt x="24346" y="53536"/>
                          <a:pt x="29757" y="53536"/>
                        </a:cubicBezTo>
                        <a:cubicBezTo>
                          <a:pt x="35141" y="53536"/>
                          <a:pt x="39348" y="54878"/>
                          <a:pt x="42378" y="57562"/>
                        </a:cubicBezTo>
                        <a:cubicBezTo>
                          <a:pt x="45421" y="60245"/>
                          <a:pt x="46942" y="63980"/>
                          <a:pt x="46942" y="68765"/>
                        </a:cubicBezTo>
                        <a:cubicBezTo>
                          <a:pt x="46942" y="73564"/>
                          <a:pt x="45421" y="77305"/>
                          <a:pt x="42378" y="79989"/>
                        </a:cubicBezTo>
                        <a:cubicBezTo>
                          <a:pt x="39348" y="82672"/>
                          <a:pt x="35141" y="84014"/>
                          <a:pt x="29757" y="84014"/>
                        </a:cubicBezTo>
                        <a:cubicBezTo>
                          <a:pt x="24346" y="84014"/>
                          <a:pt x="20140" y="82672"/>
                          <a:pt x="17137" y="79989"/>
                        </a:cubicBezTo>
                        <a:cubicBezTo>
                          <a:pt x="14147" y="77305"/>
                          <a:pt x="12652" y="73564"/>
                          <a:pt x="12652" y="6876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67" name="Freeform: Shape 566">
                    <a:extLst>
                      <a:ext uri="{FF2B5EF4-FFF2-40B4-BE49-F238E27FC236}">
                        <a16:creationId xmlns:a16="http://schemas.microsoft.com/office/drawing/2014/main" id="{A0254592-A94C-6FA5-624D-011AA7A8F932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4538285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4014 h 95994"/>
                      <a:gd name="connsiteX1" fmla="*/ 15456 w 63996"/>
                      <a:gd name="connsiteY1" fmla="*/ 74496 h 95994"/>
                      <a:gd name="connsiteX2" fmla="*/ 10594 w 63996"/>
                      <a:gd name="connsiteY2" fmla="*/ 45902 h 95994"/>
                      <a:gd name="connsiteX3" fmla="*/ 15456 w 63996"/>
                      <a:gd name="connsiteY3" fmla="*/ 17368 h 95994"/>
                      <a:gd name="connsiteX4" fmla="*/ 30001 w 63996"/>
                      <a:gd name="connsiteY4" fmla="*/ 7849 h 95994"/>
                      <a:gd name="connsiteX5" fmla="*/ 44606 w 63996"/>
                      <a:gd name="connsiteY5" fmla="*/ 17368 h 95994"/>
                      <a:gd name="connsiteX6" fmla="*/ 49488 w 63996"/>
                      <a:gd name="connsiteY6" fmla="*/ 45902 h 95994"/>
                      <a:gd name="connsiteX7" fmla="*/ 44606 w 63996"/>
                      <a:gd name="connsiteY7" fmla="*/ 74496 h 95994"/>
                      <a:gd name="connsiteX8" fmla="*/ 30001 w 63996"/>
                      <a:gd name="connsiteY8" fmla="*/ 84014 h 95994"/>
                      <a:gd name="connsiteX9" fmla="*/ 30001 w 63996"/>
                      <a:gd name="connsiteY9" fmla="*/ 93929 h 95994"/>
                      <a:gd name="connsiteX10" fmla="*/ 53794 w 63996"/>
                      <a:gd name="connsiteY10" fmla="*/ 81615 h 95994"/>
                      <a:gd name="connsiteX11" fmla="*/ 62009 w 63996"/>
                      <a:gd name="connsiteY11" fmla="*/ 45902 h 95994"/>
                      <a:gd name="connsiteX12" fmla="*/ 53794 w 63996"/>
                      <a:gd name="connsiteY12" fmla="*/ 10229 h 95994"/>
                      <a:gd name="connsiteX13" fmla="*/ 30001 w 63996"/>
                      <a:gd name="connsiteY13" fmla="*/ -2065 h 95994"/>
                      <a:gd name="connsiteX14" fmla="*/ 6228 w 63996"/>
                      <a:gd name="connsiteY14" fmla="*/ 10229 h 95994"/>
                      <a:gd name="connsiteX15" fmla="*/ -1987 w 63996"/>
                      <a:gd name="connsiteY15" fmla="*/ 45902 h 95994"/>
                      <a:gd name="connsiteX16" fmla="*/ 6228 w 63996"/>
                      <a:gd name="connsiteY16" fmla="*/ 81615 h 95994"/>
                      <a:gd name="connsiteX17" fmla="*/ 30001 w 63996"/>
                      <a:gd name="connsiteY17" fmla="*/ 9392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4014"/>
                        </a:moveTo>
                        <a:cubicBezTo>
                          <a:pt x="23559" y="84014"/>
                          <a:pt x="18710" y="80841"/>
                          <a:pt x="15456" y="74496"/>
                        </a:cubicBezTo>
                        <a:cubicBezTo>
                          <a:pt x="12215" y="68164"/>
                          <a:pt x="10594" y="58633"/>
                          <a:pt x="10594" y="45902"/>
                        </a:cubicBezTo>
                        <a:cubicBezTo>
                          <a:pt x="10594" y="33224"/>
                          <a:pt x="12215" y="23713"/>
                          <a:pt x="15456" y="17368"/>
                        </a:cubicBezTo>
                        <a:cubicBezTo>
                          <a:pt x="18710" y="11022"/>
                          <a:pt x="23559" y="7849"/>
                          <a:pt x="30001" y="7849"/>
                        </a:cubicBezTo>
                        <a:cubicBezTo>
                          <a:pt x="36497" y="7849"/>
                          <a:pt x="41365" y="11022"/>
                          <a:pt x="44606" y="17368"/>
                        </a:cubicBezTo>
                        <a:cubicBezTo>
                          <a:pt x="47861" y="23713"/>
                          <a:pt x="49488" y="33224"/>
                          <a:pt x="49488" y="45902"/>
                        </a:cubicBezTo>
                        <a:cubicBezTo>
                          <a:pt x="49488" y="58633"/>
                          <a:pt x="47861" y="68164"/>
                          <a:pt x="44606" y="74496"/>
                        </a:cubicBezTo>
                        <a:cubicBezTo>
                          <a:pt x="41365" y="80841"/>
                          <a:pt x="36497" y="84014"/>
                          <a:pt x="30001" y="84014"/>
                        </a:cubicBezTo>
                        <a:close/>
                        <a:moveTo>
                          <a:pt x="30001" y="93929"/>
                        </a:moveTo>
                        <a:cubicBezTo>
                          <a:pt x="40386" y="93929"/>
                          <a:pt x="48317" y="89824"/>
                          <a:pt x="53794" y="81615"/>
                        </a:cubicBezTo>
                        <a:cubicBezTo>
                          <a:pt x="59271" y="73419"/>
                          <a:pt x="62009" y="61514"/>
                          <a:pt x="62009" y="45902"/>
                        </a:cubicBezTo>
                        <a:cubicBezTo>
                          <a:pt x="62009" y="30329"/>
                          <a:pt x="59271" y="18438"/>
                          <a:pt x="53794" y="10229"/>
                        </a:cubicBezTo>
                        <a:cubicBezTo>
                          <a:pt x="48317" y="2033"/>
                          <a:pt x="40386" y="-2065"/>
                          <a:pt x="30001" y="-2065"/>
                        </a:cubicBezTo>
                        <a:cubicBezTo>
                          <a:pt x="19630" y="-2065"/>
                          <a:pt x="11705" y="2033"/>
                          <a:pt x="6228" y="10229"/>
                        </a:cubicBezTo>
                        <a:cubicBezTo>
                          <a:pt x="751" y="18438"/>
                          <a:pt x="-1987" y="30329"/>
                          <a:pt x="-1987" y="45902"/>
                        </a:cubicBezTo>
                        <a:cubicBezTo>
                          <a:pt x="-1987" y="61514"/>
                          <a:pt x="751" y="73419"/>
                          <a:pt x="6228" y="81615"/>
                        </a:cubicBezTo>
                        <a:cubicBezTo>
                          <a:pt x="11705" y="89824"/>
                          <a:pt x="19630" y="93929"/>
                          <a:pt x="30001" y="939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68" name="Graphic 497">
                <a:extLst>
                  <a:ext uri="{FF2B5EF4-FFF2-40B4-BE49-F238E27FC236}">
                    <a16:creationId xmlns:a16="http://schemas.microsoft.com/office/drawing/2014/main" id="{465795CD-6AD8-A5E9-E893-9825FD912EB2}"/>
                  </a:ext>
                </a:extLst>
              </p:cNvPr>
              <p:cNvGrpSpPr/>
              <p:nvPr/>
            </p:nvGrpSpPr>
            <p:grpSpPr>
              <a:xfrm>
                <a:off x="3570548" y="3970351"/>
                <a:ext cx="325100" cy="95994"/>
                <a:chOff x="3570548" y="3970351"/>
                <a:chExt cx="325100" cy="95994"/>
              </a:xfrm>
              <a:solidFill>
                <a:srgbClr val="000000"/>
              </a:solidFill>
            </p:grpSpPr>
            <p:sp>
              <p:nvSpPr>
                <p:cNvPr id="569" name="Freeform: Shape 568">
                  <a:extLst>
                    <a:ext uri="{FF2B5EF4-FFF2-40B4-BE49-F238E27FC236}">
                      <a16:creationId xmlns:a16="http://schemas.microsoft.com/office/drawing/2014/main" id="{18D18260-95DF-F34B-8E22-E4ABB44EF43E}"/>
                    </a:ext>
                  </a:extLst>
                </p:cNvPr>
                <p:cNvSpPr/>
                <p:nvPr/>
              </p:nvSpPr>
              <p:spPr>
                <a:xfrm>
                  <a:off x="3851198" y="4016325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219 h 12690"/>
                    <a:gd name="connsiteX1" fmla="*/ 58 w 44450"/>
                    <a:gd name="connsiteY1" fmla="*/ 21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219"/>
                      </a:moveTo>
                      <a:lnTo>
                        <a:pt x="58" y="219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70" name="Graphic 497">
                  <a:extLst>
                    <a:ext uri="{FF2B5EF4-FFF2-40B4-BE49-F238E27FC236}">
                      <a16:creationId xmlns:a16="http://schemas.microsoft.com/office/drawing/2014/main" id="{2AA04E40-2FD5-1200-07A8-7F3DB30D84F2}"/>
                    </a:ext>
                  </a:extLst>
                </p:cNvPr>
                <p:cNvGrpSpPr/>
                <p:nvPr/>
              </p:nvGrpSpPr>
              <p:grpSpPr>
                <a:xfrm>
                  <a:off x="3570548" y="3970351"/>
                  <a:ext cx="227761" cy="95994"/>
                  <a:chOff x="3570548" y="3970351"/>
                  <a:chExt cx="227761" cy="95994"/>
                </a:xfrm>
                <a:solidFill>
                  <a:srgbClr val="000000"/>
                </a:solidFill>
              </p:grpSpPr>
              <p:sp>
                <p:nvSpPr>
                  <p:cNvPr id="571" name="Freeform: Shape 570">
                    <a:extLst>
                      <a:ext uri="{FF2B5EF4-FFF2-40B4-BE49-F238E27FC236}">
                        <a16:creationId xmlns:a16="http://schemas.microsoft.com/office/drawing/2014/main" id="{9F23BCCE-4CDB-6B2E-7B0F-CD02EDA0A0DF}"/>
                      </a:ext>
                    </a:extLst>
                  </p:cNvPr>
                  <p:cNvSpPr/>
                  <p:nvPr/>
                </p:nvSpPr>
                <p:spPr>
                  <a:xfrm flipV="1">
                    <a:off x="3570548" y="3972016"/>
                    <a:ext cx="67468" cy="92524"/>
                  </a:xfrm>
                  <a:custGeom>
                    <a:avLst/>
                    <a:gdLst>
                      <a:gd name="connsiteX0" fmla="*/ 39813 w 67468"/>
                      <a:gd name="connsiteY0" fmla="*/ 79504 h 92524"/>
                      <a:gd name="connsiteX1" fmla="*/ 8182 w 67468"/>
                      <a:gd name="connsiteY1" fmla="*/ 30109 h 92524"/>
                      <a:gd name="connsiteX2" fmla="*/ 39813 w 67468"/>
                      <a:gd name="connsiteY2" fmla="*/ 30109 h 92524"/>
                      <a:gd name="connsiteX3" fmla="*/ 39813 w 67468"/>
                      <a:gd name="connsiteY3" fmla="*/ 79504 h 92524"/>
                      <a:gd name="connsiteX4" fmla="*/ 36519 w 67468"/>
                      <a:gd name="connsiteY4" fmla="*/ 90410 h 92524"/>
                      <a:gd name="connsiteX5" fmla="*/ 52275 w 67468"/>
                      <a:gd name="connsiteY5" fmla="*/ 90410 h 92524"/>
                      <a:gd name="connsiteX6" fmla="*/ 52275 w 67468"/>
                      <a:gd name="connsiteY6" fmla="*/ 30109 h 92524"/>
                      <a:gd name="connsiteX7" fmla="*/ 65491 w 67468"/>
                      <a:gd name="connsiteY7" fmla="*/ 30109 h 92524"/>
                      <a:gd name="connsiteX8" fmla="*/ 65491 w 67468"/>
                      <a:gd name="connsiteY8" fmla="*/ 19699 h 92524"/>
                      <a:gd name="connsiteX9" fmla="*/ 52275 w 67468"/>
                      <a:gd name="connsiteY9" fmla="*/ 19699 h 92524"/>
                      <a:gd name="connsiteX10" fmla="*/ 52275 w 67468"/>
                      <a:gd name="connsiteY10" fmla="*/ -2114 h 92524"/>
                      <a:gd name="connsiteX11" fmla="*/ 39813 w 67468"/>
                      <a:gd name="connsiteY11" fmla="*/ -2114 h 92524"/>
                      <a:gd name="connsiteX12" fmla="*/ 39813 w 67468"/>
                      <a:gd name="connsiteY12" fmla="*/ 19699 h 92524"/>
                      <a:gd name="connsiteX13" fmla="*/ -1978 w 67468"/>
                      <a:gd name="connsiteY13" fmla="*/ 19699 h 92524"/>
                      <a:gd name="connsiteX14" fmla="*/ -1978 w 67468"/>
                      <a:gd name="connsiteY14" fmla="*/ 31775 h 92524"/>
                      <a:gd name="connsiteX15" fmla="*/ 36519 w 67468"/>
                      <a:gd name="connsiteY15" fmla="*/ 904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39813" y="79504"/>
                        </a:moveTo>
                        <a:lnTo>
                          <a:pt x="8182" y="30109"/>
                        </a:lnTo>
                        <a:lnTo>
                          <a:pt x="39813" y="30109"/>
                        </a:lnTo>
                        <a:lnTo>
                          <a:pt x="39813" y="79504"/>
                        </a:lnTo>
                        <a:close/>
                        <a:moveTo>
                          <a:pt x="36519" y="90410"/>
                        </a:moveTo>
                        <a:lnTo>
                          <a:pt x="52275" y="90410"/>
                        </a:lnTo>
                        <a:lnTo>
                          <a:pt x="52275" y="30109"/>
                        </a:lnTo>
                        <a:lnTo>
                          <a:pt x="65491" y="30109"/>
                        </a:lnTo>
                        <a:lnTo>
                          <a:pt x="65491" y="19699"/>
                        </a:lnTo>
                        <a:lnTo>
                          <a:pt x="52275" y="19699"/>
                        </a:lnTo>
                        <a:lnTo>
                          <a:pt x="52275" y="-2114"/>
                        </a:lnTo>
                        <a:lnTo>
                          <a:pt x="39813" y="-2114"/>
                        </a:lnTo>
                        <a:lnTo>
                          <a:pt x="39813" y="19699"/>
                        </a:lnTo>
                        <a:lnTo>
                          <a:pt x="-1978" y="19699"/>
                        </a:lnTo>
                        <a:lnTo>
                          <a:pt x="-1978" y="31775"/>
                        </a:lnTo>
                        <a:lnTo>
                          <a:pt x="36519" y="90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72" name="Freeform: Shape 571">
                    <a:extLst>
                      <a:ext uri="{FF2B5EF4-FFF2-40B4-BE49-F238E27FC236}">
                        <a16:creationId xmlns:a16="http://schemas.microsoft.com/office/drawing/2014/main" id="{DAB052D1-A96D-0A03-8885-DAF2707356AC}"/>
                      </a:ext>
                    </a:extLst>
                  </p:cNvPr>
                  <p:cNvSpPr/>
                  <p:nvPr/>
                </p:nvSpPr>
                <p:spPr>
                  <a:xfrm flipV="1">
                    <a:off x="3653135" y="3970351"/>
                    <a:ext cx="63877" cy="95994"/>
                  </a:xfrm>
                  <a:custGeom>
                    <a:avLst/>
                    <a:gdLst>
                      <a:gd name="connsiteX0" fmla="*/ 3982 w 63877"/>
                      <a:gd name="connsiteY0" fmla="*/ 1618 h 95994"/>
                      <a:gd name="connsiteX1" fmla="*/ 3982 w 63877"/>
                      <a:gd name="connsiteY1" fmla="*/ 13020 h 95994"/>
                      <a:gd name="connsiteX2" fmla="*/ 13527 w 63877"/>
                      <a:gd name="connsiteY2" fmla="*/ 9609 h 95994"/>
                      <a:gd name="connsiteX3" fmla="*/ 23032 w 63877"/>
                      <a:gd name="connsiteY3" fmla="*/ 8439 h 95994"/>
                      <a:gd name="connsiteX4" fmla="*/ 41963 w 63877"/>
                      <a:gd name="connsiteY4" fmla="*/ 16768 h 95994"/>
                      <a:gd name="connsiteX5" fmla="*/ 49444 w 63877"/>
                      <a:gd name="connsiteY5" fmla="*/ 42090 h 95994"/>
                      <a:gd name="connsiteX6" fmla="*/ 40316 w 63877"/>
                      <a:gd name="connsiteY6" fmla="*/ 33900 h 95994"/>
                      <a:gd name="connsiteX7" fmla="*/ 28112 w 63877"/>
                      <a:gd name="connsiteY7" fmla="*/ 31045 h 95994"/>
                      <a:gd name="connsiteX8" fmla="*/ 6125 w 63877"/>
                      <a:gd name="connsiteY8" fmla="*/ 39433 h 95994"/>
                      <a:gd name="connsiteX9" fmla="*/ -1971 w 63877"/>
                      <a:gd name="connsiteY9" fmla="*/ 62415 h 95994"/>
                      <a:gd name="connsiteX10" fmla="*/ 6462 w 63877"/>
                      <a:gd name="connsiteY10" fmla="*/ 85258 h 95994"/>
                      <a:gd name="connsiteX11" fmla="*/ 28906 w 63877"/>
                      <a:gd name="connsiteY11" fmla="*/ 93884 h 95994"/>
                      <a:gd name="connsiteX12" fmla="*/ 53432 w 63877"/>
                      <a:gd name="connsiteY12" fmla="*/ 81570 h 95994"/>
                      <a:gd name="connsiteX13" fmla="*/ 61906 w 63877"/>
                      <a:gd name="connsiteY13" fmla="*/ 45857 h 95994"/>
                      <a:gd name="connsiteX14" fmla="*/ 51508 w 63877"/>
                      <a:gd name="connsiteY14" fmla="*/ 10938 h 95994"/>
                      <a:gd name="connsiteX15" fmla="*/ 23587 w 63877"/>
                      <a:gd name="connsiteY15" fmla="*/ -2110 h 95994"/>
                      <a:gd name="connsiteX16" fmla="*/ 14023 w 63877"/>
                      <a:gd name="connsiteY16" fmla="*/ -1178 h 95994"/>
                      <a:gd name="connsiteX17" fmla="*/ 3982 w 63877"/>
                      <a:gd name="connsiteY17" fmla="*/ 1618 h 95994"/>
                      <a:gd name="connsiteX18" fmla="*/ 28906 w 63877"/>
                      <a:gd name="connsiteY18" fmla="*/ 40840 h 95994"/>
                      <a:gd name="connsiteX19" fmla="*/ 42260 w 63877"/>
                      <a:gd name="connsiteY19" fmla="*/ 46591 h 95994"/>
                      <a:gd name="connsiteX20" fmla="*/ 47201 w 63877"/>
                      <a:gd name="connsiteY20" fmla="*/ 62415 h 95994"/>
                      <a:gd name="connsiteX21" fmla="*/ 42260 w 63877"/>
                      <a:gd name="connsiteY21" fmla="*/ 78179 h 95994"/>
                      <a:gd name="connsiteX22" fmla="*/ 28906 w 63877"/>
                      <a:gd name="connsiteY22" fmla="*/ 83969 h 95994"/>
                      <a:gd name="connsiteX23" fmla="*/ 15551 w 63877"/>
                      <a:gd name="connsiteY23" fmla="*/ 78179 h 95994"/>
                      <a:gd name="connsiteX24" fmla="*/ 10629 w 63877"/>
                      <a:gd name="connsiteY24" fmla="*/ 62415 h 95994"/>
                      <a:gd name="connsiteX25" fmla="*/ 15551 w 63877"/>
                      <a:gd name="connsiteY25" fmla="*/ 46591 h 95994"/>
                      <a:gd name="connsiteX26" fmla="*/ 28906 w 63877"/>
                      <a:gd name="connsiteY26" fmla="*/ 4084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77" h="95994">
                        <a:moveTo>
                          <a:pt x="3982" y="1618"/>
                        </a:moveTo>
                        <a:lnTo>
                          <a:pt x="3982" y="13020"/>
                        </a:lnTo>
                        <a:cubicBezTo>
                          <a:pt x="7130" y="11526"/>
                          <a:pt x="10312" y="10389"/>
                          <a:pt x="13527" y="9609"/>
                        </a:cubicBezTo>
                        <a:cubicBezTo>
                          <a:pt x="16755" y="8829"/>
                          <a:pt x="19923" y="8439"/>
                          <a:pt x="23032" y="8439"/>
                        </a:cubicBezTo>
                        <a:cubicBezTo>
                          <a:pt x="31300" y="8439"/>
                          <a:pt x="37610" y="11215"/>
                          <a:pt x="41963" y="16768"/>
                        </a:cubicBezTo>
                        <a:cubicBezTo>
                          <a:pt x="46328" y="22320"/>
                          <a:pt x="48822" y="30760"/>
                          <a:pt x="49444" y="42090"/>
                        </a:cubicBezTo>
                        <a:cubicBezTo>
                          <a:pt x="47049" y="38534"/>
                          <a:pt x="44007" y="35804"/>
                          <a:pt x="40316" y="33900"/>
                        </a:cubicBezTo>
                        <a:cubicBezTo>
                          <a:pt x="36638" y="31997"/>
                          <a:pt x="32570" y="31045"/>
                          <a:pt x="28112" y="31045"/>
                        </a:cubicBezTo>
                        <a:cubicBezTo>
                          <a:pt x="18851" y="31045"/>
                          <a:pt x="11522" y="33841"/>
                          <a:pt x="6125" y="39433"/>
                        </a:cubicBezTo>
                        <a:cubicBezTo>
                          <a:pt x="727" y="45038"/>
                          <a:pt x="-1971" y="52698"/>
                          <a:pt x="-1971" y="62415"/>
                        </a:cubicBezTo>
                        <a:cubicBezTo>
                          <a:pt x="-1971" y="71907"/>
                          <a:pt x="840" y="79521"/>
                          <a:pt x="6462" y="85258"/>
                        </a:cubicBezTo>
                        <a:cubicBezTo>
                          <a:pt x="12085" y="91009"/>
                          <a:pt x="19566" y="93884"/>
                          <a:pt x="28906" y="93884"/>
                        </a:cubicBezTo>
                        <a:cubicBezTo>
                          <a:pt x="39621" y="93884"/>
                          <a:pt x="47797" y="89779"/>
                          <a:pt x="53432" y="81570"/>
                        </a:cubicBezTo>
                        <a:cubicBezTo>
                          <a:pt x="59081" y="73374"/>
                          <a:pt x="61906" y="61470"/>
                          <a:pt x="61906" y="45857"/>
                        </a:cubicBezTo>
                        <a:cubicBezTo>
                          <a:pt x="61906" y="31276"/>
                          <a:pt x="58440" y="19636"/>
                          <a:pt x="51508" y="10938"/>
                        </a:cubicBezTo>
                        <a:cubicBezTo>
                          <a:pt x="44589" y="2239"/>
                          <a:pt x="35282" y="-2110"/>
                          <a:pt x="23587" y="-2110"/>
                        </a:cubicBezTo>
                        <a:cubicBezTo>
                          <a:pt x="20439" y="-2110"/>
                          <a:pt x="17251" y="-1799"/>
                          <a:pt x="14023" y="-1178"/>
                        </a:cubicBezTo>
                        <a:cubicBezTo>
                          <a:pt x="10808" y="-557"/>
                          <a:pt x="7461" y="375"/>
                          <a:pt x="3982" y="1618"/>
                        </a:cubicBezTo>
                        <a:close/>
                        <a:moveTo>
                          <a:pt x="28906" y="40840"/>
                        </a:moveTo>
                        <a:cubicBezTo>
                          <a:pt x="34528" y="40840"/>
                          <a:pt x="38980" y="42757"/>
                          <a:pt x="42260" y="46591"/>
                        </a:cubicBezTo>
                        <a:cubicBezTo>
                          <a:pt x="45554" y="50438"/>
                          <a:pt x="47201" y="55713"/>
                          <a:pt x="47201" y="62415"/>
                        </a:cubicBezTo>
                        <a:cubicBezTo>
                          <a:pt x="47201" y="69064"/>
                          <a:pt x="45554" y="74319"/>
                          <a:pt x="42260" y="78179"/>
                        </a:cubicBezTo>
                        <a:cubicBezTo>
                          <a:pt x="38980" y="82039"/>
                          <a:pt x="34528" y="83969"/>
                          <a:pt x="28906" y="83969"/>
                        </a:cubicBezTo>
                        <a:cubicBezTo>
                          <a:pt x="23283" y="83969"/>
                          <a:pt x="18832" y="82039"/>
                          <a:pt x="15551" y="78179"/>
                        </a:cubicBezTo>
                        <a:cubicBezTo>
                          <a:pt x="12270" y="74319"/>
                          <a:pt x="10629" y="69064"/>
                          <a:pt x="10629" y="62415"/>
                        </a:cubicBezTo>
                        <a:cubicBezTo>
                          <a:pt x="10629" y="55713"/>
                          <a:pt x="12270" y="50438"/>
                          <a:pt x="15551" y="46591"/>
                        </a:cubicBezTo>
                        <a:cubicBezTo>
                          <a:pt x="18832" y="42757"/>
                          <a:pt x="23283" y="40840"/>
                          <a:pt x="28906" y="408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73" name="Freeform: Shape 572">
                    <a:extLst>
                      <a:ext uri="{FF2B5EF4-FFF2-40B4-BE49-F238E27FC236}">
                        <a16:creationId xmlns:a16="http://schemas.microsoft.com/office/drawing/2014/main" id="{62D3B1E8-EA88-BABF-691B-C0D1ED5329C0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3970351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3969 h 95994"/>
                      <a:gd name="connsiteX1" fmla="*/ 15456 w 63996"/>
                      <a:gd name="connsiteY1" fmla="*/ 74451 h 95994"/>
                      <a:gd name="connsiteX2" fmla="*/ 10594 w 63996"/>
                      <a:gd name="connsiteY2" fmla="*/ 45857 h 95994"/>
                      <a:gd name="connsiteX3" fmla="*/ 15456 w 63996"/>
                      <a:gd name="connsiteY3" fmla="*/ 17323 h 95994"/>
                      <a:gd name="connsiteX4" fmla="*/ 30001 w 63996"/>
                      <a:gd name="connsiteY4" fmla="*/ 7805 h 95994"/>
                      <a:gd name="connsiteX5" fmla="*/ 44606 w 63996"/>
                      <a:gd name="connsiteY5" fmla="*/ 17323 h 95994"/>
                      <a:gd name="connsiteX6" fmla="*/ 49488 w 63996"/>
                      <a:gd name="connsiteY6" fmla="*/ 45857 h 95994"/>
                      <a:gd name="connsiteX7" fmla="*/ 44606 w 63996"/>
                      <a:gd name="connsiteY7" fmla="*/ 74451 h 95994"/>
                      <a:gd name="connsiteX8" fmla="*/ 30001 w 63996"/>
                      <a:gd name="connsiteY8" fmla="*/ 83969 h 95994"/>
                      <a:gd name="connsiteX9" fmla="*/ 30001 w 63996"/>
                      <a:gd name="connsiteY9" fmla="*/ 93884 h 95994"/>
                      <a:gd name="connsiteX10" fmla="*/ 53794 w 63996"/>
                      <a:gd name="connsiteY10" fmla="*/ 81570 h 95994"/>
                      <a:gd name="connsiteX11" fmla="*/ 62009 w 63996"/>
                      <a:gd name="connsiteY11" fmla="*/ 45857 h 95994"/>
                      <a:gd name="connsiteX12" fmla="*/ 53794 w 63996"/>
                      <a:gd name="connsiteY12" fmla="*/ 10184 h 95994"/>
                      <a:gd name="connsiteX13" fmla="*/ 30001 w 63996"/>
                      <a:gd name="connsiteY13" fmla="*/ -2110 h 95994"/>
                      <a:gd name="connsiteX14" fmla="*/ 6228 w 63996"/>
                      <a:gd name="connsiteY14" fmla="*/ 10184 h 95994"/>
                      <a:gd name="connsiteX15" fmla="*/ -1987 w 63996"/>
                      <a:gd name="connsiteY15" fmla="*/ 45857 h 95994"/>
                      <a:gd name="connsiteX16" fmla="*/ 6228 w 63996"/>
                      <a:gd name="connsiteY16" fmla="*/ 81570 h 95994"/>
                      <a:gd name="connsiteX17" fmla="*/ 30001 w 63996"/>
                      <a:gd name="connsiteY17" fmla="*/ 938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3969"/>
                        </a:moveTo>
                        <a:cubicBezTo>
                          <a:pt x="23559" y="83969"/>
                          <a:pt x="18710" y="80797"/>
                          <a:pt x="15456" y="74451"/>
                        </a:cubicBezTo>
                        <a:cubicBezTo>
                          <a:pt x="12215" y="68119"/>
                          <a:pt x="10594" y="58588"/>
                          <a:pt x="10594" y="45857"/>
                        </a:cubicBezTo>
                        <a:cubicBezTo>
                          <a:pt x="10594" y="33180"/>
                          <a:pt x="12215" y="23668"/>
                          <a:pt x="15456" y="17323"/>
                        </a:cubicBezTo>
                        <a:cubicBezTo>
                          <a:pt x="18710" y="10977"/>
                          <a:pt x="23559" y="7805"/>
                          <a:pt x="30001" y="7805"/>
                        </a:cubicBezTo>
                        <a:cubicBezTo>
                          <a:pt x="36497" y="7805"/>
                          <a:pt x="41365" y="10977"/>
                          <a:pt x="44606" y="17323"/>
                        </a:cubicBezTo>
                        <a:cubicBezTo>
                          <a:pt x="47861" y="23668"/>
                          <a:pt x="49488" y="33180"/>
                          <a:pt x="49488" y="45857"/>
                        </a:cubicBezTo>
                        <a:cubicBezTo>
                          <a:pt x="49488" y="58588"/>
                          <a:pt x="47861" y="68119"/>
                          <a:pt x="44606" y="74451"/>
                        </a:cubicBezTo>
                        <a:cubicBezTo>
                          <a:pt x="41365" y="80797"/>
                          <a:pt x="36497" y="83969"/>
                          <a:pt x="30001" y="83969"/>
                        </a:cubicBezTo>
                        <a:close/>
                        <a:moveTo>
                          <a:pt x="30001" y="93884"/>
                        </a:moveTo>
                        <a:cubicBezTo>
                          <a:pt x="40386" y="93884"/>
                          <a:pt x="48317" y="89779"/>
                          <a:pt x="53794" y="81570"/>
                        </a:cubicBezTo>
                        <a:cubicBezTo>
                          <a:pt x="59271" y="73374"/>
                          <a:pt x="62009" y="61470"/>
                          <a:pt x="62009" y="45857"/>
                        </a:cubicBezTo>
                        <a:cubicBezTo>
                          <a:pt x="62009" y="30285"/>
                          <a:pt x="59271" y="18394"/>
                          <a:pt x="53794" y="10184"/>
                        </a:cubicBezTo>
                        <a:cubicBezTo>
                          <a:pt x="48317" y="1988"/>
                          <a:pt x="40386" y="-2110"/>
                          <a:pt x="30001" y="-2110"/>
                        </a:cubicBezTo>
                        <a:cubicBezTo>
                          <a:pt x="19630" y="-2110"/>
                          <a:pt x="11705" y="1988"/>
                          <a:pt x="6228" y="10184"/>
                        </a:cubicBezTo>
                        <a:cubicBezTo>
                          <a:pt x="751" y="18394"/>
                          <a:pt x="-1987" y="30285"/>
                          <a:pt x="-1987" y="45857"/>
                        </a:cubicBezTo>
                        <a:cubicBezTo>
                          <a:pt x="-1987" y="61470"/>
                          <a:pt x="751" y="73374"/>
                          <a:pt x="6228" y="81570"/>
                        </a:cubicBezTo>
                        <a:cubicBezTo>
                          <a:pt x="11705" y="89779"/>
                          <a:pt x="19630" y="93884"/>
                          <a:pt x="30001" y="938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74" name="Graphic 497">
                <a:extLst>
                  <a:ext uri="{FF2B5EF4-FFF2-40B4-BE49-F238E27FC236}">
                    <a16:creationId xmlns:a16="http://schemas.microsoft.com/office/drawing/2014/main" id="{8A184003-60F4-6C76-88E7-0AAB862FD3E8}"/>
                  </a:ext>
                </a:extLst>
              </p:cNvPr>
              <p:cNvGrpSpPr/>
              <p:nvPr/>
            </p:nvGrpSpPr>
            <p:grpSpPr>
              <a:xfrm>
                <a:off x="3574140" y="3402416"/>
                <a:ext cx="321508" cy="95994"/>
                <a:chOff x="3574140" y="3402416"/>
                <a:chExt cx="321508" cy="95994"/>
              </a:xfrm>
              <a:solidFill>
                <a:srgbClr val="000000"/>
              </a:solidFill>
            </p:grpSpPr>
            <p:sp>
              <p:nvSpPr>
                <p:cNvPr id="575" name="Freeform: Shape 574">
                  <a:extLst>
                    <a:ext uri="{FF2B5EF4-FFF2-40B4-BE49-F238E27FC236}">
                      <a16:creationId xmlns:a16="http://schemas.microsoft.com/office/drawing/2014/main" id="{1EC464C4-A8E8-386F-556C-D5AD7D380C4A}"/>
                    </a:ext>
                  </a:extLst>
                </p:cNvPr>
                <p:cNvSpPr/>
                <p:nvPr/>
              </p:nvSpPr>
              <p:spPr>
                <a:xfrm>
                  <a:off x="3851198" y="3448391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175 h 12690"/>
                    <a:gd name="connsiteX1" fmla="*/ 58 w 44450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76" name="Graphic 497">
                  <a:extLst>
                    <a:ext uri="{FF2B5EF4-FFF2-40B4-BE49-F238E27FC236}">
                      <a16:creationId xmlns:a16="http://schemas.microsoft.com/office/drawing/2014/main" id="{8828003C-7FE3-5DA4-8A4E-D267807F1C1E}"/>
                    </a:ext>
                  </a:extLst>
                </p:cNvPr>
                <p:cNvGrpSpPr/>
                <p:nvPr/>
              </p:nvGrpSpPr>
              <p:grpSpPr>
                <a:xfrm>
                  <a:off x="3574140" y="3402416"/>
                  <a:ext cx="224169" cy="95994"/>
                  <a:chOff x="3574140" y="3402416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77" name="Freeform: Shape 576">
                    <a:extLst>
                      <a:ext uri="{FF2B5EF4-FFF2-40B4-BE49-F238E27FC236}">
                        <a16:creationId xmlns:a16="http://schemas.microsoft.com/office/drawing/2014/main" id="{CA4C7486-D05B-D32E-F3C9-7F55E53BA140}"/>
                      </a:ext>
                    </a:extLst>
                  </p:cNvPr>
                  <p:cNvSpPr/>
                  <p:nvPr/>
                </p:nvSpPr>
                <p:spPr>
                  <a:xfrm flipV="1">
                    <a:off x="3574140" y="3404082"/>
                    <a:ext cx="59908" cy="94328"/>
                  </a:xfrm>
                  <a:custGeom>
                    <a:avLst/>
                    <a:gdLst>
                      <a:gd name="connsiteX0" fmla="*/ 1941 w 59908"/>
                      <a:gd name="connsiteY0" fmla="*/ 92216 h 94328"/>
                      <a:gd name="connsiteX1" fmla="*/ 51113 w 59908"/>
                      <a:gd name="connsiteY1" fmla="*/ 92216 h 94328"/>
                      <a:gd name="connsiteX2" fmla="*/ 51113 w 59908"/>
                      <a:gd name="connsiteY2" fmla="*/ 81667 h 94328"/>
                      <a:gd name="connsiteX3" fmla="*/ 13410 w 59908"/>
                      <a:gd name="connsiteY3" fmla="*/ 81667 h 94328"/>
                      <a:gd name="connsiteX4" fmla="*/ 13410 w 59908"/>
                      <a:gd name="connsiteY4" fmla="*/ 59002 h 94328"/>
                      <a:gd name="connsiteX5" fmla="*/ 18847 w 59908"/>
                      <a:gd name="connsiteY5" fmla="*/ 60390 h 94328"/>
                      <a:gd name="connsiteX6" fmla="*/ 24324 w 59908"/>
                      <a:gd name="connsiteY6" fmla="*/ 60846 h 94328"/>
                      <a:gd name="connsiteX7" fmla="*/ 48871 w 59908"/>
                      <a:gd name="connsiteY7" fmla="*/ 52359 h 94328"/>
                      <a:gd name="connsiteX8" fmla="*/ 57940 w 59908"/>
                      <a:gd name="connsiteY8" fmla="*/ 29376 h 94328"/>
                      <a:gd name="connsiteX9" fmla="*/ 48633 w 59908"/>
                      <a:gd name="connsiteY9" fmla="*/ 6156 h 94328"/>
                      <a:gd name="connsiteX10" fmla="*/ 22399 w 59908"/>
                      <a:gd name="connsiteY10" fmla="*/ -2113 h 94328"/>
                      <a:gd name="connsiteX11" fmla="*/ 10513 w 59908"/>
                      <a:gd name="connsiteY11" fmla="*/ -1121 h 94328"/>
                      <a:gd name="connsiteX12" fmla="*/ -1969 w 59908"/>
                      <a:gd name="connsiteY12" fmla="*/ 1853 h 94328"/>
                      <a:gd name="connsiteX13" fmla="*/ -1969 w 59908"/>
                      <a:gd name="connsiteY13" fmla="*/ 14445 h 94328"/>
                      <a:gd name="connsiteX14" fmla="*/ 9561 w 59908"/>
                      <a:gd name="connsiteY14" fmla="*/ 9924 h 94328"/>
                      <a:gd name="connsiteX15" fmla="*/ 22141 w 59908"/>
                      <a:gd name="connsiteY15" fmla="*/ 8437 h 94328"/>
                      <a:gd name="connsiteX16" fmla="*/ 39128 w 59908"/>
                      <a:gd name="connsiteY16" fmla="*/ 14068 h 94328"/>
                      <a:gd name="connsiteX17" fmla="*/ 45398 w 59908"/>
                      <a:gd name="connsiteY17" fmla="*/ 29376 h 94328"/>
                      <a:gd name="connsiteX18" fmla="*/ 39128 w 59908"/>
                      <a:gd name="connsiteY18" fmla="*/ 44665 h 94328"/>
                      <a:gd name="connsiteX19" fmla="*/ 22141 w 59908"/>
                      <a:gd name="connsiteY19" fmla="*/ 50316 h 94328"/>
                      <a:gd name="connsiteX20" fmla="*/ 12120 w 59908"/>
                      <a:gd name="connsiteY20" fmla="*/ 49206 h 94328"/>
                      <a:gd name="connsiteX21" fmla="*/ 1941 w 59908"/>
                      <a:gd name="connsiteY21" fmla="*/ 45736 h 94328"/>
                      <a:gd name="connsiteX22" fmla="*/ 1941 w 59908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41" y="92216"/>
                        </a:moveTo>
                        <a:lnTo>
                          <a:pt x="51113" y="92216"/>
                        </a:lnTo>
                        <a:lnTo>
                          <a:pt x="51113" y="81667"/>
                        </a:lnTo>
                        <a:lnTo>
                          <a:pt x="13410" y="81667"/>
                        </a:lnTo>
                        <a:lnTo>
                          <a:pt x="13410" y="59002"/>
                        </a:lnTo>
                        <a:cubicBezTo>
                          <a:pt x="15223" y="59623"/>
                          <a:pt x="17035" y="60086"/>
                          <a:pt x="18847" y="60390"/>
                        </a:cubicBezTo>
                        <a:cubicBezTo>
                          <a:pt x="20673" y="60694"/>
                          <a:pt x="22499" y="60846"/>
                          <a:pt x="24324" y="60846"/>
                        </a:cubicBezTo>
                        <a:cubicBezTo>
                          <a:pt x="34656" y="60846"/>
                          <a:pt x="42838" y="58017"/>
                          <a:pt x="48871" y="52359"/>
                        </a:cubicBezTo>
                        <a:cubicBezTo>
                          <a:pt x="54917" y="46701"/>
                          <a:pt x="57940" y="39040"/>
                          <a:pt x="57940" y="29376"/>
                        </a:cubicBezTo>
                        <a:cubicBezTo>
                          <a:pt x="57940" y="19422"/>
                          <a:pt x="54837" y="11682"/>
                          <a:pt x="48633" y="6156"/>
                        </a:cubicBezTo>
                        <a:cubicBezTo>
                          <a:pt x="42428" y="644"/>
                          <a:pt x="33684" y="-2113"/>
                          <a:pt x="22399" y="-2113"/>
                        </a:cubicBezTo>
                        <a:cubicBezTo>
                          <a:pt x="18510" y="-2113"/>
                          <a:pt x="14548" y="-1782"/>
                          <a:pt x="10513" y="-1121"/>
                        </a:cubicBezTo>
                        <a:cubicBezTo>
                          <a:pt x="6491" y="-460"/>
                          <a:pt x="2331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9" y="12422"/>
                          <a:pt x="5592" y="10915"/>
                          <a:pt x="9561" y="9924"/>
                        </a:cubicBezTo>
                        <a:cubicBezTo>
                          <a:pt x="13529" y="8932"/>
                          <a:pt x="17723" y="8437"/>
                          <a:pt x="22141" y="8437"/>
                        </a:cubicBezTo>
                        <a:cubicBezTo>
                          <a:pt x="29298" y="8437"/>
                          <a:pt x="34961" y="10314"/>
                          <a:pt x="39128" y="14068"/>
                        </a:cubicBezTo>
                        <a:cubicBezTo>
                          <a:pt x="43308" y="17822"/>
                          <a:pt x="45398" y="22925"/>
                          <a:pt x="45398" y="29376"/>
                        </a:cubicBezTo>
                        <a:cubicBezTo>
                          <a:pt x="45398" y="35814"/>
                          <a:pt x="43308" y="40910"/>
                          <a:pt x="39128" y="44665"/>
                        </a:cubicBezTo>
                        <a:cubicBezTo>
                          <a:pt x="34961" y="48432"/>
                          <a:pt x="29298" y="50316"/>
                          <a:pt x="22141" y="50316"/>
                        </a:cubicBezTo>
                        <a:cubicBezTo>
                          <a:pt x="18794" y="50316"/>
                          <a:pt x="15454" y="49946"/>
                          <a:pt x="12120" y="49206"/>
                        </a:cubicBezTo>
                        <a:cubicBezTo>
                          <a:pt x="8800" y="48465"/>
                          <a:pt x="5407" y="47309"/>
                          <a:pt x="1941" y="45736"/>
                        </a:cubicBezTo>
                        <a:lnTo>
                          <a:pt x="1941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78" name="Freeform: Shape 577">
                    <a:extLst>
                      <a:ext uri="{FF2B5EF4-FFF2-40B4-BE49-F238E27FC236}">
                        <a16:creationId xmlns:a16="http://schemas.microsoft.com/office/drawing/2014/main" id="{BC2ED8D9-F1DD-6F1A-D34D-2FEBBE798B36}"/>
                      </a:ext>
                    </a:extLst>
                  </p:cNvPr>
                  <p:cNvSpPr/>
                  <p:nvPr/>
                </p:nvSpPr>
                <p:spPr>
                  <a:xfrm flipV="1">
                    <a:off x="3653512" y="3402416"/>
                    <a:ext cx="63996" cy="95994"/>
                  </a:xfrm>
                  <a:custGeom>
                    <a:avLst/>
                    <a:gdLst>
                      <a:gd name="connsiteX0" fmla="*/ 29995 w 63996"/>
                      <a:gd name="connsiteY0" fmla="*/ 83925 h 95994"/>
                      <a:gd name="connsiteX1" fmla="*/ 15449 w 63996"/>
                      <a:gd name="connsiteY1" fmla="*/ 74407 h 95994"/>
                      <a:gd name="connsiteX2" fmla="*/ 10588 w 63996"/>
                      <a:gd name="connsiteY2" fmla="*/ 45813 h 95994"/>
                      <a:gd name="connsiteX3" fmla="*/ 15449 w 63996"/>
                      <a:gd name="connsiteY3" fmla="*/ 17278 h 95994"/>
                      <a:gd name="connsiteX4" fmla="*/ 29995 w 63996"/>
                      <a:gd name="connsiteY4" fmla="*/ 7760 h 95994"/>
                      <a:gd name="connsiteX5" fmla="*/ 44600 w 63996"/>
                      <a:gd name="connsiteY5" fmla="*/ 17278 h 95994"/>
                      <a:gd name="connsiteX6" fmla="*/ 49481 w 63996"/>
                      <a:gd name="connsiteY6" fmla="*/ 45813 h 95994"/>
                      <a:gd name="connsiteX7" fmla="*/ 44600 w 63996"/>
                      <a:gd name="connsiteY7" fmla="*/ 74407 h 95994"/>
                      <a:gd name="connsiteX8" fmla="*/ 29995 w 63996"/>
                      <a:gd name="connsiteY8" fmla="*/ 83925 h 95994"/>
                      <a:gd name="connsiteX9" fmla="*/ 29995 w 63996"/>
                      <a:gd name="connsiteY9" fmla="*/ 93839 h 95994"/>
                      <a:gd name="connsiteX10" fmla="*/ 53787 w 63996"/>
                      <a:gd name="connsiteY10" fmla="*/ 81525 h 95994"/>
                      <a:gd name="connsiteX11" fmla="*/ 62003 w 63996"/>
                      <a:gd name="connsiteY11" fmla="*/ 45813 h 95994"/>
                      <a:gd name="connsiteX12" fmla="*/ 53787 w 63996"/>
                      <a:gd name="connsiteY12" fmla="*/ 10139 h 95994"/>
                      <a:gd name="connsiteX13" fmla="*/ 29995 w 63996"/>
                      <a:gd name="connsiteY13" fmla="*/ -2155 h 95994"/>
                      <a:gd name="connsiteX14" fmla="*/ 6222 w 63996"/>
                      <a:gd name="connsiteY14" fmla="*/ 10139 h 95994"/>
                      <a:gd name="connsiteX15" fmla="*/ -1993 w 63996"/>
                      <a:gd name="connsiteY15" fmla="*/ 45813 h 95994"/>
                      <a:gd name="connsiteX16" fmla="*/ 6222 w 63996"/>
                      <a:gd name="connsiteY16" fmla="*/ 81525 h 95994"/>
                      <a:gd name="connsiteX17" fmla="*/ 29995 w 6399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29995" y="83925"/>
                        </a:moveTo>
                        <a:cubicBezTo>
                          <a:pt x="23552" y="83925"/>
                          <a:pt x="18704" y="80752"/>
                          <a:pt x="15449" y="74407"/>
                        </a:cubicBezTo>
                        <a:cubicBezTo>
                          <a:pt x="12208" y="68074"/>
                          <a:pt x="10588" y="58543"/>
                          <a:pt x="10588" y="45813"/>
                        </a:cubicBezTo>
                        <a:cubicBezTo>
                          <a:pt x="10588" y="33135"/>
                          <a:pt x="12208" y="23623"/>
                          <a:pt x="15449" y="17278"/>
                        </a:cubicBezTo>
                        <a:cubicBezTo>
                          <a:pt x="18704" y="10933"/>
                          <a:pt x="23552" y="7760"/>
                          <a:pt x="29995" y="7760"/>
                        </a:cubicBezTo>
                        <a:cubicBezTo>
                          <a:pt x="36490" y="7760"/>
                          <a:pt x="41359" y="10933"/>
                          <a:pt x="44600" y="17278"/>
                        </a:cubicBezTo>
                        <a:cubicBezTo>
                          <a:pt x="47854" y="23623"/>
                          <a:pt x="49481" y="33135"/>
                          <a:pt x="49481" y="45813"/>
                        </a:cubicBezTo>
                        <a:cubicBezTo>
                          <a:pt x="49481" y="58543"/>
                          <a:pt x="47854" y="68074"/>
                          <a:pt x="44600" y="74407"/>
                        </a:cubicBezTo>
                        <a:cubicBezTo>
                          <a:pt x="41359" y="80752"/>
                          <a:pt x="36490" y="83925"/>
                          <a:pt x="29995" y="83925"/>
                        </a:cubicBezTo>
                        <a:close/>
                        <a:moveTo>
                          <a:pt x="29995" y="93839"/>
                        </a:moveTo>
                        <a:cubicBezTo>
                          <a:pt x="40380" y="93839"/>
                          <a:pt x="48311" y="89735"/>
                          <a:pt x="53787" y="81525"/>
                        </a:cubicBezTo>
                        <a:cubicBezTo>
                          <a:pt x="59264" y="73329"/>
                          <a:pt x="62003" y="61425"/>
                          <a:pt x="62003" y="45813"/>
                        </a:cubicBezTo>
                        <a:cubicBezTo>
                          <a:pt x="62003" y="30240"/>
                          <a:pt x="59264" y="18349"/>
                          <a:pt x="53787" y="10139"/>
                        </a:cubicBezTo>
                        <a:cubicBezTo>
                          <a:pt x="48311" y="1943"/>
                          <a:pt x="40380" y="-2155"/>
                          <a:pt x="29995" y="-2155"/>
                        </a:cubicBezTo>
                        <a:cubicBezTo>
                          <a:pt x="19623" y="-2155"/>
                          <a:pt x="11699" y="1943"/>
                          <a:pt x="6222" y="10139"/>
                        </a:cubicBezTo>
                        <a:cubicBezTo>
                          <a:pt x="745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5" y="73329"/>
                          <a:pt x="6222" y="81525"/>
                        </a:cubicBezTo>
                        <a:cubicBezTo>
                          <a:pt x="11699" y="89735"/>
                          <a:pt x="19623" y="93839"/>
                          <a:pt x="29995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79" name="Freeform: Shape 578">
                    <a:extLst>
                      <a:ext uri="{FF2B5EF4-FFF2-40B4-BE49-F238E27FC236}">
                        <a16:creationId xmlns:a16="http://schemas.microsoft.com/office/drawing/2014/main" id="{93F8A07B-BACA-7C42-52AC-ABF24D71C110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3402416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3925 h 95994"/>
                      <a:gd name="connsiteX1" fmla="*/ 15456 w 63996"/>
                      <a:gd name="connsiteY1" fmla="*/ 74407 h 95994"/>
                      <a:gd name="connsiteX2" fmla="*/ 10594 w 63996"/>
                      <a:gd name="connsiteY2" fmla="*/ 45813 h 95994"/>
                      <a:gd name="connsiteX3" fmla="*/ 15456 w 63996"/>
                      <a:gd name="connsiteY3" fmla="*/ 17278 h 95994"/>
                      <a:gd name="connsiteX4" fmla="*/ 30001 w 63996"/>
                      <a:gd name="connsiteY4" fmla="*/ 7760 h 95994"/>
                      <a:gd name="connsiteX5" fmla="*/ 44606 w 63996"/>
                      <a:gd name="connsiteY5" fmla="*/ 17278 h 95994"/>
                      <a:gd name="connsiteX6" fmla="*/ 49488 w 63996"/>
                      <a:gd name="connsiteY6" fmla="*/ 45813 h 95994"/>
                      <a:gd name="connsiteX7" fmla="*/ 44606 w 63996"/>
                      <a:gd name="connsiteY7" fmla="*/ 74407 h 95994"/>
                      <a:gd name="connsiteX8" fmla="*/ 30001 w 63996"/>
                      <a:gd name="connsiteY8" fmla="*/ 83925 h 95994"/>
                      <a:gd name="connsiteX9" fmla="*/ 30001 w 63996"/>
                      <a:gd name="connsiteY9" fmla="*/ 93839 h 95994"/>
                      <a:gd name="connsiteX10" fmla="*/ 53794 w 63996"/>
                      <a:gd name="connsiteY10" fmla="*/ 81525 h 95994"/>
                      <a:gd name="connsiteX11" fmla="*/ 62009 w 63996"/>
                      <a:gd name="connsiteY11" fmla="*/ 45813 h 95994"/>
                      <a:gd name="connsiteX12" fmla="*/ 53794 w 63996"/>
                      <a:gd name="connsiteY12" fmla="*/ 10139 h 95994"/>
                      <a:gd name="connsiteX13" fmla="*/ 30001 w 63996"/>
                      <a:gd name="connsiteY13" fmla="*/ -2155 h 95994"/>
                      <a:gd name="connsiteX14" fmla="*/ 6228 w 63996"/>
                      <a:gd name="connsiteY14" fmla="*/ 10139 h 95994"/>
                      <a:gd name="connsiteX15" fmla="*/ -1987 w 63996"/>
                      <a:gd name="connsiteY15" fmla="*/ 45813 h 95994"/>
                      <a:gd name="connsiteX16" fmla="*/ 6228 w 63996"/>
                      <a:gd name="connsiteY16" fmla="*/ 81525 h 95994"/>
                      <a:gd name="connsiteX17" fmla="*/ 30001 w 6399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3925"/>
                        </a:moveTo>
                        <a:cubicBezTo>
                          <a:pt x="23559" y="83925"/>
                          <a:pt x="18710" y="80752"/>
                          <a:pt x="15456" y="74407"/>
                        </a:cubicBezTo>
                        <a:cubicBezTo>
                          <a:pt x="12215" y="68074"/>
                          <a:pt x="10594" y="58543"/>
                          <a:pt x="10594" y="45813"/>
                        </a:cubicBezTo>
                        <a:cubicBezTo>
                          <a:pt x="10594" y="33135"/>
                          <a:pt x="12215" y="23623"/>
                          <a:pt x="15456" y="17278"/>
                        </a:cubicBezTo>
                        <a:cubicBezTo>
                          <a:pt x="18710" y="10933"/>
                          <a:pt x="23559" y="7760"/>
                          <a:pt x="30001" y="7760"/>
                        </a:cubicBezTo>
                        <a:cubicBezTo>
                          <a:pt x="36497" y="7760"/>
                          <a:pt x="41365" y="10933"/>
                          <a:pt x="44606" y="17278"/>
                        </a:cubicBezTo>
                        <a:cubicBezTo>
                          <a:pt x="47861" y="23623"/>
                          <a:pt x="49488" y="33135"/>
                          <a:pt x="49488" y="45813"/>
                        </a:cubicBezTo>
                        <a:cubicBezTo>
                          <a:pt x="49488" y="58543"/>
                          <a:pt x="47861" y="68074"/>
                          <a:pt x="44606" y="74407"/>
                        </a:cubicBezTo>
                        <a:cubicBezTo>
                          <a:pt x="41365" y="80752"/>
                          <a:pt x="36497" y="83925"/>
                          <a:pt x="30001" y="83925"/>
                        </a:cubicBezTo>
                        <a:close/>
                        <a:moveTo>
                          <a:pt x="30001" y="93839"/>
                        </a:moveTo>
                        <a:cubicBezTo>
                          <a:pt x="40386" y="93839"/>
                          <a:pt x="48317" y="89735"/>
                          <a:pt x="53794" y="81525"/>
                        </a:cubicBezTo>
                        <a:cubicBezTo>
                          <a:pt x="59271" y="73329"/>
                          <a:pt x="62009" y="61425"/>
                          <a:pt x="62009" y="45813"/>
                        </a:cubicBezTo>
                        <a:cubicBezTo>
                          <a:pt x="62009" y="30240"/>
                          <a:pt x="59271" y="18349"/>
                          <a:pt x="53794" y="10139"/>
                        </a:cubicBezTo>
                        <a:cubicBezTo>
                          <a:pt x="48317" y="1943"/>
                          <a:pt x="40386" y="-2155"/>
                          <a:pt x="30001" y="-2155"/>
                        </a:cubicBezTo>
                        <a:cubicBezTo>
                          <a:pt x="19630" y="-2155"/>
                          <a:pt x="11705" y="1943"/>
                          <a:pt x="6228" y="10139"/>
                        </a:cubicBezTo>
                        <a:cubicBezTo>
                          <a:pt x="751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51" y="73329"/>
                          <a:pt x="6228" y="81525"/>
                        </a:cubicBezTo>
                        <a:cubicBezTo>
                          <a:pt x="11705" y="89735"/>
                          <a:pt x="19630" y="93839"/>
                          <a:pt x="30001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80" name="Graphic 497">
                <a:extLst>
                  <a:ext uri="{FF2B5EF4-FFF2-40B4-BE49-F238E27FC236}">
                    <a16:creationId xmlns:a16="http://schemas.microsoft.com/office/drawing/2014/main" id="{49BE1A14-5B52-3A6C-E222-70A0164DB118}"/>
                  </a:ext>
                </a:extLst>
              </p:cNvPr>
              <p:cNvGrpSpPr/>
              <p:nvPr/>
            </p:nvGrpSpPr>
            <p:grpSpPr>
              <a:xfrm>
                <a:off x="3574140" y="2834481"/>
                <a:ext cx="321508" cy="95994"/>
                <a:chOff x="3574140" y="2834481"/>
                <a:chExt cx="321508" cy="95994"/>
              </a:xfrm>
              <a:solidFill>
                <a:srgbClr val="000000"/>
              </a:solidFill>
            </p:grpSpPr>
            <p:sp>
              <p:nvSpPr>
                <p:cNvPr id="581" name="Freeform: Shape 580">
                  <a:extLst>
                    <a:ext uri="{FF2B5EF4-FFF2-40B4-BE49-F238E27FC236}">
                      <a16:creationId xmlns:a16="http://schemas.microsoft.com/office/drawing/2014/main" id="{65077546-3542-B3C9-428B-7777A9FEEB04}"/>
                    </a:ext>
                  </a:extLst>
                </p:cNvPr>
                <p:cNvSpPr/>
                <p:nvPr/>
              </p:nvSpPr>
              <p:spPr>
                <a:xfrm>
                  <a:off x="3851198" y="2880456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130 h 12690"/>
                    <a:gd name="connsiteX1" fmla="*/ 58 w 44450"/>
                    <a:gd name="connsiteY1" fmla="*/ 13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130"/>
                      </a:moveTo>
                      <a:lnTo>
                        <a:pt x="58" y="130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82" name="Graphic 497">
                  <a:extLst>
                    <a:ext uri="{FF2B5EF4-FFF2-40B4-BE49-F238E27FC236}">
                      <a16:creationId xmlns:a16="http://schemas.microsoft.com/office/drawing/2014/main" id="{5F3EEC0C-35DF-02C4-B970-80ABF344A78C}"/>
                    </a:ext>
                  </a:extLst>
                </p:cNvPr>
                <p:cNvGrpSpPr/>
                <p:nvPr/>
              </p:nvGrpSpPr>
              <p:grpSpPr>
                <a:xfrm>
                  <a:off x="3574140" y="2834481"/>
                  <a:ext cx="224169" cy="95994"/>
                  <a:chOff x="3574140" y="2834481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83" name="Freeform: Shape 582">
                    <a:extLst>
                      <a:ext uri="{FF2B5EF4-FFF2-40B4-BE49-F238E27FC236}">
                        <a16:creationId xmlns:a16="http://schemas.microsoft.com/office/drawing/2014/main" id="{6C213F83-B78D-C63E-05EE-C67D08898DE1}"/>
                      </a:ext>
                    </a:extLst>
                  </p:cNvPr>
                  <p:cNvSpPr/>
                  <p:nvPr/>
                </p:nvSpPr>
                <p:spPr>
                  <a:xfrm flipV="1">
                    <a:off x="3574140" y="2836147"/>
                    <a:ext cx="59908" cy="94328"/>
                  </a:xfrm>
                  <a:custGeom>
                    <a:avLst/>
                    <a:gdLst>
                      <a:gd name="connsiteX0" fmla="*/ 1941 w 59908"/>
                      <a:gd name="connsiteY0" fmla="*/ 92171 h 94328"/>
                      <a:gd name="connsiteX1" fmla="*/ 51113 w 59908"/>
                      <a:gd name="connsiteY1" fmla="*/ 92171 h 94328"/>
                      <a:gd name="connsiteX2" fmla="*/ 51113 w 59908"/>
                      <a:gd name="connsiteY2" fmla="*/ 81622 h 94328"/>
                      <a:gd name="connsiteX3" fmla="*/ 13410 w 59908"/>
                      <a:gd name="connsiteY3" fmla="*/ 81622 h 94328"/>
                      <a:gd name="connsiteX4" fmla="*/ 13410 w 59908"/>
                      <a:gd name="connsiteY4" fmla="*/ 58957 h 94328"/>
                      <a:gd name="connsiteX5" fmla="*/ 18847 w 59908"/>
                      <a:gd name="connsiteY5" fmla="*/ 60345 h 94328"/>
                      <a:gd name="connsiteX6" fmla="*/ 24324 w 59908"/>
                      <a:gd name="connsiteY6" fmla="*/ 60801 h 94328"/>
                      <a:gd name="connsiteX7" fmla="*/ 48871 w 59908"/>
                      <a:gd name="connsiteY7" fmla="*/ 52314 h 94328"/>
                      <a:gd name="connsiteX8" fmla="*/ 57940 w 59908"/>
                      <a:gd name="connsiteY8" fmla="*/ 29332 h 94328"/>
                      <a:gd name="connsiteX9" fmla="*/ 48633 w 59908"/>
                      <a:gd name="connsiteY9" fmla="*/ 6111 h 94328"/>
                      <a:gd name="connsiteX10" fmla="*/ 22399 w 59908"/>
                      <a:gd name="connsiteY10" fmla="*/ -2157 h 94328"/>
                      <a:gd name="connsiteX11" fmla="*/ 10513 w 59908"/>
                      <a:gd name="connsiteY11" fmla="*/ -1166 h 94328"/>
                      <a:gd name="connsiteX12" fmla="*/ -1969 w 59908"/>
                      <a:gd name="connsiteY12" fmla="*/ 1808 h 94328"/>
                      <a:gd name="connsiteX13" fmla="*/ -1969 w 59908"/>
                      <a:gd name="connsiteY13" fmla="*/ 14400 h 94328"/>
                      <a:gd name="connsiteX14" fmla="*/ 9561 w 59908"/>
                      <a:gd name="connsiteY14" fmla="*/ 9879 h 94328"/>
                      <a:gd name="connsiteX15" fmla="*/ 22141 w 59908"/>
                      <a:gd name="connsiteY15" fmla="*/ 8392 h 94328"/>
                      <a:gd name="connsiteX16" fmla="*/ 39128 w 59908"/>
                      <a:gd name="connsiteY16" fmla="*/ 14023 h 94328"/>
                      <a:gd name="connsiteX17" fmla="*/ 45398 w 59908"/>
                      <a:gd name="connsiteY17" fmla="*/ 29332 h 94328"/>
                      <a:gd name="connsiteX18" fmla="*/ 39128 w 59908"/>
                      <a:gd name="connsiteY18" fmla="*/ 44620 h 94328"/>
                      <a:gd name="connsiteX19" fmla="*/ 22141 w 59908"/>
                      <a:gd name="connsiteY19" fmla="*/ 50271 h 94328"/>
                      <a:gd name="connsiteX20" fmla="*/ 12120 w 59908"/>
                      <a:gd name="connsiteY20" fmla="*/ 49161 h 94328"/>
                      <a:gd name="connsiteX21" fmla="*/ 1941 w 59908"/>
                      <a:gd name="connsiteY21" fmla="*/ 45691 h 94328"/>
                      <a:gd name="connsiteX22" fmla="*/ 1941 w 59908"/>
                      <a:gd name="connsiteY22" fmla="*/ 9217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41" y="92171"/>
                        </a:moveTo>
                        <a:lnTo>
                          <a:pt x="51113" y="92171"/>
                        </a:lnTo>
                        <a:lnTo>
                          <a:pt x="51113" y="81622"/>
                        </a:lnTo>
                        <a:lnTo>
                          <a:pt x="13410" y="81622"/>
                        </a:lnTo>
                        <a:lnTo>
                          <a:pt x="13410" y="58957"/>
                        </a:lnTo>
                        <a:cubicBezTo>
                          <a:pt x="15223" y="59578"/>
                          <a:pt x="17035" y="60041"/>
                          <a:pt x="18847" y="60345"/>
                        </a:cubicBezTo>
                        <a:cubicBezTo>
                          <a:pt x="20673" y="60649"/>
                          <a:pt x="22499" y="60801"/>
                          <a:pt x="24324" y="60801"/>
                        </a:cubicBezTo>
                        <a:cubicBezTo>
                          <a:pt x="34656" y="60801"/>
                          <a:pt x="42838" y="57972"/>
                          <a:pt x="48871" y="52314"/>
                        </a:cubicBezTo>
                        <a:cubicBezTo>
                          <a:pt x="54917" y="46656"/>
                          <a:pt x="57940" y="38995"/>
                          <a:pt x="57940" y="29332"/>
                        </a:cubicBezTo>
                        <a:cubicBezTo>
                          <a:pt x="57940" y="19377"/>
                          <a:pt x="54837" y="11637"/>
                          <a:pt x="48633" y="6111"/>
                        </a:cubicBezTo>
                        <a:cubicBezTo>
                          <a:pt x="42428" y="599"/>
                          <a:pt x="33684" y="-2157"/>
                          <a:pt x="22399" y="-2157"/>
                        </a:cubicBezTo>
                        <a:cubicBezTo>
                          <a:pt x="18510" y="-2157"/>
                          <a:pt x="14548" y="-1827"/>
                          <a:pt x="10513" y="-1166"/>
                        </a:cubicBezTo>
                        <a:cubicBezTo>
                          <a:pt x="6491" y="-505"/>
                          <a:pt x="2331" y="486"/>
                          <a:pt x="-1969" y="1808"/>
                        </a:cubicBezTo>
                        <a:lnTo>
                          <a:pt x="-1969" y="14400"/>
                        </a:lnTo>
                        <a:cubicBezTo>
                          <a:pt x="1749" y="12377"/>
                          <a:pt x="5592" y="10870"/>
                          <a:pt x="9561" y="9879"/>
                        </a:cubicBezTo>
                        <a:cubicBezTo>
                          <a:pt x="13529" y="8887"/>
                          <a:pt x="17723" y="8392"/>
                          <a:pt x="22141" y="8392"/>
                        </a:cubicBezTo>
                        <a:cubicBezTo>
                          <a:pt x="29298" y="8392"/>
                          <a:pt x="34961" y="10269"/>
                          <a:pt x="39128" y="14023"/>
                        </a:cubicBezTo>
                        <a:cubicBezTo>
                          <a:pt x="43308" y="17778"/>
                          <a:pt x="45398" y="22880"/>
                          <a:pt x="45398" y="29332"/>
                        </a:cubicBezTo>
                        <a:cubicBezTo>
                          <a:pt x="45398" y="35770"/>
                          <a:pt x="43308" y="40866"/>
                          <a:pt x="39128" y="44620"/>
                        </a:cubicBezTo>
                        <a:cubicBezTo>
                          <a:pt x="34961" y="48388"/>
                          <a:pt x="29298" y="50271"/>
                          <a:pt x="22141" y="50271"/>
                        </a:cubicBezTo>
                        <a:cubicBezTo>
                          <a:pt x="18794" y="50271"/>
                          <a:pt x="15454" y="49901"/>
                          <a:pt x="12120" y="49161"/>
                        </a:cubicBezTo>
                        <a:cubicBezTo>
                          <a:pt x="8800" y="48421"/>
                          <a:pt x="5407" y="47264"/>
                          <a:pt x="1941" y="45691"/>
                        </a:cubicBezTo>
                        <a:lnTo>
                          <a:pt x="1941" y="921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84" name="Freeform: Shape 583">
                    <a:extLst>
                      <a:ext uri="{FF2B5EF4-FFF2-40B4-BE49-F238E27FC236}">
                        <a16:creationId xmlns:a16="http://schemas.microsoft.com/office/drawing/2014/main" id="{D517C367-EACC-29B7-D02D-C5ED27770192}"/>
                      </a:ext>
                    </a:extLst>
                  </p:cNvPr>
                  <p:cNvSpPr/>
                  <p:nvPr/>
                </p:nvSpPr>
                <p:spPr>
                  <a:xfrm flipV="1">
                    <a:off x="3659088" y="2836147"/>
                    <a:ext cx="55125" cy="92524"/>
                  </a:xfrm>
                  <a:custGeom>
                    <a:avLst/>
                    <a:gdLst>
                      <a:gd name="connsiteX0" fmla="*/ -245 w 55125"/>
                      <a:gd name="connsiteY0" fmla="*/ 8326 h 92524"/>
                      <a:gd name="connsiteX1" fmla="*/ 20214 w 55125"/>
                      <a:gd name="connsiteY1" fmla="*/ 8326 h 92524"/>
                      <a:gd name="connsiteX2" fmla="*/ 20214 w 55125"/>
                      <a:gd name="connsiteY2" fmla="*/ 78919 h 92524"/>
                      <a:gd name="connsiteX3" fmla="*/ -2051 w 55125"/>
                      <a:gd name="connsiteY3" fmla="*/ 74457 h 92524"/>
                      <a:gd name="connsiteX4" fmla="*/ -2051 w 55125"/>
                      <a:gd name="connsiteY4" fmla="*/ 85859 h 92524"/>
                      <a:gd name="connsiteX5" fmla="*/ 20095 w 55125"/>
                      <a:gd name="connsiteY5" fmla="*/ 90321 h 92524"/>
                      <a:gd name="connsiteX6" fmla="*/ 32616 w 55125"/>
                      <a:gd name="connsiteY6" fmla="*/ 90321 h 92524"/>
                      <a:gd name="connsiteX7" fmla="*/ 32616 w 55125"/>
                      <a:gd name="connsiteY7" fmla="*/ 8326 h 92524"/>
                      <a:gd name="connsiteX8" fmla="*/ 53075 w 55125"/>
                      <a:gd name="connsiteY8" fmla="*/ 8326 h 92524"/>
                      <a:gd name="connsiteX9" fmla="*/ 53075 w 55125"/>
                      <a:gd name="connsiteY9" fmla="*/ -2203 h 92524"/>
                      <a:gd name="connsiteX10" fmla="*/ -245 w 55125"/>
                      <a:gd name="connsiteY10" fmla="*/ -2203 h 92524"/>
                      <a:gd name="connsiteX11" fmla="*/ -245 w 55125"/>
                      <a:gd name="connsiteY11" fmla="*/ 832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245" y="8326"/>
                        </a:moveTo>
                        <a:lnTo>
                          <a:pt x="20214" y="8326"/>
                        </a:lnTo>
                        <a:lnTo>
                          <a:pt x="20214" y="78919"/>
                        </a:lnTo>
                        <a:lnTo>
                          <a:pt x="-2051" y="74457"/>
                        </a:lnTo>
                        <a:lnTo>
                          <a:pt x="-2051" y="85859"/>
                        </a:lnTo>
                        <a:lnTo>
                          <a:pt x="20095" y="90321"/>
                        </a:lnTo>
                        <a:lnTo>
                          <a:pt x="32616" y="90321"/>
                        </a:lnTo>
                        <a:lnTo>
                          <a:pt x="32616" y="8326"/>
                        </a:lnTo>
                        <a:lnTo>
                          <a:pt x="53075" y="8326"/>
                        </a:lnTo>
                        <a:lnTo>
                          <a:pt x="53075" y="-2203"/>
                        </a:lnTo>
                        <a:lnTo>
                          <a:pt x="-245" y="-2203"/>
                        </a:lnTo>
                        <a:lnTo>
                          <a:pt x="-245" y="83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85" name="Freeform: Shape 584">
                    <a:extLst>
                      <a:ext uri="{FF2B5EF4-FFF2-40B4-BE49-F238E27FC236}">
                        <a16:creationId xmlns:a16="http://schemas.microsoft.com/office/drawing/2014/main" id="{F3140519-A5DD-AF86-2426-9FFD35A21951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2834481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3880 h 95994"/>
                      <a:gd name="connsiteX1" fmla="*/ 15456 w 63996"/>
                      <a:gd name="connsiteY1" fmla="*/ 74362 h 95994"/>
                      <a:gd name="connsiteX2" fmla="*/ 10594 w 63996"/>
                      <a:gd name="connsiteY2" fmla="*/ 45768 h 95994"/>
                      <a:gd name="connsiteX3" fmla="*/ 15456 w 63996"/>
                      <a:gd name="connsiteY3" fmla="*/ 17233 h 95994"/>
                      <a:gd name="connsiteX4" fmla="*/ 30001 w 63996"/>
                      <a:gd name="connsiteY4" fmla="*/ 7715 h 95994"/>
                      <a:gd name="connsiteX5" fmla="*/ 44606 w 63996"/>
                      <a:gd name="connsiteY5" fmla="*/ 17233 h 95994"/>
                      <a:gd name="connsiteX6" fmla="*/ 49488 w 63996"/>
                      <a:gd name="connsiteY6" fmla="*/ 45768 h 95994"/>
                      <a:gd name="connsiteX7" fmla="*/ 44606 w 63996"/>
                      <a:gd name="connsiteY7" fmla="*/ 74362 h 95994"/>
                      <a:gd name="connsiteX8" fmla="*/ 30001 w 63996"/>
                      <a:gd name="connsiteY8" fmla="*/ 83880 h 95994"/>
                      <a:gd name="connsiteX9" fmla="*/ 30001 w 63996"/>
                      <a:gd name="connsiteY9" fmla="*/ 93795 h 95994"/>
                      <a:gd name="connsiteX10" fmla="*/ 53794 w 63996"/>
                      <a:gd name="connsiteY10" fmla="*/ 81481 h 95994"/>
                      <a:gd name="connsiteX11" fmla="*/ 62009 w 63996"/>
                      <a:gd name="connsiteY11" fmla="*/ 45768 h 95994"/>
                      <a:gd name="connsiteX12" fmla="*/ 53794 w 63996"/>
                      <a:gd name="connsiteY12" fmla="*/ 10095 h 95994"/>
                      <a:gd name="connsiteX13" fmla="*/ 30001 w 63996"/>
                      <a:gd name="connsiteY13" fmla="*/ -2200 h 95994"/>
                      <a:gd name="connsiteX14" fmla="*/ 6228 w 63996"/>
                      <a:gd name="connsiteY14" fmla="*/ 10095 h 95994"/>
                      <a:gd name="connsiteX15" fmla="*/ -1987 w 63996"/>
                      <a:gd name="connsiteY15" fmla="*/ 45768 h 95994"/>
                      <a:gd name="connsiteX16" fmla="*/ 6228 w 63996"/>
                      <a:gd name="connsiteY16" fmla="*/ 81481 h 95994"/>
                      <a:gd name="connsiteX17" fmla="*/ 30001 w 63996"/>
                      <a:gd name="connsiteY17" fmla="*/ 9379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3880"/>
                        </a:moveTo>
                        <a:cubicBezTo>
                          <a:pt x="23559" y="83880"/>
                          <a:pt x="18710" y="80707"/>
                          <a:pt x="15456" y="74362"/>
                        </a:cubicBezTo>
                        <a:cubicBezTo>
                          <a:pt x="12215" y="68030"/>
                          <a:pt x="10594" y="58498"/>
                          <a:pt x="10594" y="45768"/>
                        </a:cubicBezTo>
                        <a:cubicBezTo>
                          <a:pt x="10594" y="33090"/>
                          <a:pt x="12215" y="23579"/>
                          <a:pt x="15456" y="17233"/>
                        </a:cubicBezTo>
                        <a:cubicBezTo>
                          <a:pt x="18710" y="10888"/>
                          <a:pt x="23559" y="7715"/>
                          <a:pt x="30001" y="7715"/>
                        </a:cubicBezTo>
                        <a:cubicBezTo>
                          <a:pt x="36497" y="7715"/>
                          <a:pt x="41365" y="10888"/>
                          <a:pt x="44606" y="17233"/>
                        </a:cubicBezTo>
                        <a:cubicBezTo>
                          <a:pt x="47861" y="23579"/>
                          <a:pt x="49488" y="33090"/>
                          <a:pt x="49488" y="45768"/>
                        </a:cubicBezTo>
                        <a:cubicBezTo>
                          <a:pt x="49488" y="58498"/>
                          <a:pt x="47861" y="68030"/>
                          <a:pt x="44606" y="74362"/>
                        </a:cubicBezTo>
                        <a:cubicBezTo>
                          <a:pt x="41365" y="80707"/>
                          <a:pt x="36497" y="83880"/>
                          <a:pt x="30001" y="83880"/>
                        </a:cubicBezTo>
                        <a:close/>
                        <a:moveTo>
                          <a:pt x="30001" y="93795"/>
                        </a:moveTo>
                        <a:cubicBezTo>
                          <a:pt x="40386" y="93795"/>
                          <a:pt x="48317" y="89690"/>
                          <a:pt x="53794" y="81481"/>
                        </a:cubicBezTo>
                        <a:cubicBezTo>
                          <a:pt x="59271" y="73284"/>
                          <a:pt x="62009" y="61380"/>
                          <a:pt x="62009" y="45768"/>
                        </a:cubicBezTo>
                        <a:cubicBezTo>
                          <a:pt x="62009" y="30195"/>
                          <a:pt x="59271" y="18304"/>
                          <a:pt x="53794" y="10095"/>
                        </a:cubicBezTo>
                        <a:cubicBezTo>
                          <a:pt x="48317" y="1899"/>
                          <a:pt x="40386" y="-2200"/>
                          <a:pt x="30001" y="-2200"/>
                        </a:cubicBezTo>
                        <a:cubicBezTo>
                          <a:pt x="19630" y="-2200"/>
                          <a:pt x="11705" y="1899"/>
                          <a:pt x="6228" y="10095"/>
                        </a:cubicBezTo>
                        <a:cubicBezTo>
                          <a:pt x="751" y="18304"/>
                          <a:pt x="-1987" y="30195"/>
                          <a:pt x="-1987" y="45768"/>
                        </a:cubicBezTo>
                        <a:cubicBezTo>
                          <a:pt x="-1987" y="61380"/>
                          <a:pt x="751" y="73284"/>
                          <a:pt x="6228" y="81481"/>
                        </a:cubicBezTo>
                        <a:cubicBezTo>
                          <a:pt x="11705" y="89690"/>
                          <a:pt x="19630" y="93795"/>
                          <a:pt x="30001" y="9379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86" name="Graphic 497">
                <a:extLst>
                  <a:ext uri="{FF2B5EF4-FFF2-40B4-BE49-F238E27FC236}">
                    <a16:creationId xmlns:a16="http://schemas.microsoft.com/office/drawing/2014/main" id="{82AD5272-8104-810D-C16C-A0B8087A09FF}"/>
                  </a:ext>
                </a:extLst>
              </p:cNvPr>
              <p:cNvGrpSpPr/>
              <p:nvPr/>
            </p:nvGrpSpPr>
            <p:grpSpPr>
              <a:xfrm>
                <a:off x="3574140" y="2266547"/>
                <a:ext cx="321508" cy="95994"/>
                <a:chOff x="3574140" y="2266547"/>
                <a:chExt cx="321508" cy="95994"/>
              </a:xfrm>
              <a:solidFill>
                <a:srgbClr val="000000"/>
              </a:solidFill>
            </p:grpSpPr>
            <p:sp>
              <p:nvSpPr>
                <p:cNvPr id="587" name="Freeform: Shape 586">
                  <a:extLst>
                    <a:ext uri="{FF2B5EF4-FFF2-40B4-BE49-F238E27FC236}">
                      <a16:creationId xmlns:a16="http://schemas.microsoft.com/office/drawing/2014/main" id="{185035E6-D456-085A-D01B-3D0F08C276BB}"/>
                    </a:ext>
                  </a:extLst>
                </p:cNvPr>
                <p:cNvSpPr/>
                <p:nvPr/>
              </p:nvSpPr>
              <p:spPr>
                <a:xfrm>
                  <a:off x="3851198" y="2312521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85 h 12690"/>
                    <a:gd name="connsiteX1" fmla="*/ 58 w 44450"/>
                    <a:gd name="connsiteY1" fmla="*/ 8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85"/>
                      </a:moveTo>
                      <a:lnTo>
                        <a:pt x="58" y="8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88" name="Graphic 497">
                  <a:extLst>
                    <a:ext uri="{FF2B5EF4-FFF2-40B4-BE49-F238E27FC236}">
                      <a16:creationId xmlns:a16="http://schemas.microsoft.com/office/drawing/2014/main" id="{A665E200-3C34-36F8-3C49-5636664123C5}"/>
                    </a:ext>
                  </a:extLst>
                </p:cNvPr>
                <p:cNvGrpSpPr/>
                <p:nvPr/>
              </p:nvGrpSpPr>
              <p:grpSpPr>
                <a:xfrm>
                  <a:off x="3574140" y="2266547"/>
                  <a:ext cx="224169" cy="95994"/>
                  <a:chOff x="3574140" y="2266547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89" name="Freeform: Shape 588">
                    <a:extLst>
                      <a:ext uri="{FF2B5EF4-FFF2-40B4-BE49-F238E27FC236}">
                        <a16:creationId xmlns:a16="http://schemas.microsoft.com/office/drawing/2014/main" id="{9B558D3E-4848-7CB3-2F08-56F104A0A85F}"/>
                      </a:ext>
                    </a:extLst>
                  </p:cNvPr>
                  <p:cNvSpPr/>
                  <p:nvPr/>
                </p:nvSpPr>
                <p:spPr>
                  <a:xfrm flipV="1">
                    <a:off x="3574140" y="2268212"/>
                    <a:ext cx="59908" cy="94328"/>
                  </a:xfrm>
                  <a:custGeom>
                    <a:avLst/>
                    <a:gdLst>
                      <a:gd name="connsiteX0" fmla="*/ 1941 w 59908"/>
                      <a:gd name="connsiteY0" fmla="*/ 92126 h 94328"/>
                      <a:gd name="connsiteX1" fmla="*/ 51113 w 59908"/>
                      <a:gd name="connsiteY1" fmla="*/ 92126 h 94328"/>
                      <a:gd name="connsiteX2" fmla="*/ 51113 w 59908"/>
                      <a:gd name="connsiteY2" fmla="*/ 81577 h 94328"/>
                      <a:gd name="connsiteX3" fmla="*/ 13410 w 59908"/>
                      <a:gd name="connsiteY3" fmla="*/ 81577 h 94328"/>
                      <a:gd name="connsiteX4" fmla="*/ 13410 w 59908"/>
                      <a:gd name="connsiteY4" fmla="*/ 58912 h 94328"/>
                      <a:gd name="connsiteX5" fmla="*/ 18847 w 59908"/>
                      <a:gd name="connsiteY5" fmla="*/ 60300 h 94328"/>
                      <a:gd name="connsiteX6" fmla="*/ 24324 w 59908"/>
                      <a:gd name="connsiteY6" fmla="*/ 60756 h 94328"/>
                      <a:gd name="connsiteX7" fmla="*/ 48871 w 59908"/>
                      <a:gd name="connsiteY7" fmla="*/ 52269 h 94328"/>
                      <a:gd name="connsiteX8" fmla="*/ 57940 w 59908"/>
                      <a:gd name="connsiteY8" fmla="*/ 29287 h 94328"/>
                      <a:gd name="connsiteX9" fmla="*/ 48633 w 59908"/>
                      <a:gd name="connsiteY9" fmla="*/ 6067 h 94328"/>
                      <a:gd name="connsiteX10" fmla="*/ 22399 w 59908"/>
                      <a:gd name="connsiteY10" fmla="*/ -2202 h 94328"/>
                      <a:gd name="connsiteX11" fmla="*/ 10513 w 59908"/>
                      <a:gd name="connsiteY11" fmla="*/ -1211 h 94328"/>
                      <a:gd name="connsiteX12" fmla="*/ -1969 w 59908"/>
                      <a:gd name="connsiteY12" fmla="*/ 1764 h 94328"/>
                      <a:gd name="connsiteX13" fmla="*/ -1969 w 59908"/>
                      <a:gd name="connsiteY13" fmla="*/ 14355 h 94328"/>
                      <a:gd name="connsiteX14" fmla="*/ 9561 w 59908"/>
                      <a:gd name="connsiteY14" fmla="*/ 9834 h 94328"/>
                      <a:gd name="connsiteX15" fmla="*/ 22141 w 59908"/>
                      <a:gd name="connsiteY15" fmla="*/ 8347 h 94328"/>
                      <a:gd name="connsiteX16" fmla="*/ 39128 w 59908"/>
                      <a:gd name="connsiteY16" fmla="*/ 13979 h 94328"/>
                      <a:gd name="connsiteX17" fmla="*/ 45398 w 59908"/>
                      <a:gd name="connsiteY17" fmla="*/ 29287 h 94328"/>
                      <a:gd name="connsiteX18" fmla="*/ 39128 w 59908"/>
                      <a:gd name="connsiteY18" fmla="*/ 44575 h 94328"/>
                      <a:gd name="connsiteX19" fmla="*/ 22141 w 59908"/>
                      <a:gd name="connsiteY19" fmla="*/ 50227 h 94328"/>
                      <a:gd name="connsiteX20" fmla="*/ 12120 w 59908"/>
                      <a:gd name="connsiteY20" fmla="*/ 49116 h 94328"/>
                      <a:gd name="connsiteX21" fmla="*/ 1941 w 59908"/>
                      <a:gd name="connsiteY21" fmla="*/ 45646 h 94328"/>
                      <a:gd name="connsiteX22" fmla="*/ 1941 w 59908"/>
                      <a:gd name="connsiteY22" fmla="*/ 9212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41" y="92126"/>
                        </a:moveTo>
                        <a:lnTo>
                          <a:pt x="51113" y="92126"/>
                        </a:lnTo>
                        <a:lnTo>
                          <a:pt x="51113" y="81577"/>
                        </a:lnTo>
                        <a:lnTo>
                          <a:pt x="13410" y="81577"/>
                        </a:lnTo>
                        <a:lnTo>
                          <a:pt x="13410" y="58912"/>
                        </a:lnTo>
                        <a:cubicBezTo>
                          <a:pt x="15223" y="59533"/>
                          <a:pt x="17035" y="59996"/>
                          <a:pt x="18847" y="60300"/>
                        </a:cubicBezTo>
                        <a:cubicBezTo>
                          <a:pt x="20673" y="60604"/>
                          <a:pt x="22499" y="60756"/>
                          <a:pt x="24324" y="60756"/>
                        </a:cubicBezTo>
                        <a:cubicBezTo>
                          <a:pt x="34656" y="60756"/>
                          <a:pt x="42838" y="57927"/>
                          <a:pt x="48871" y="52269"/>
                        </a:cubicBezTo>
                        <a:cubicBezTo>
                          <a:pt x="54917" y="46611"/>
                          <a:pt x="57940" y="38950"/>
                          <a:pt x="57940" y="29287"/>
                        </a:cubicBezTo>
                        <a:cubicBezTo>
                          <a:pt x="57940" y="19332"/>
                          <a:pt x="54837" y="11592"/>
                          <a:pt x="48633" y="6067"/>
                        </a:cubicBezTo>
                        <a:cubicBezTo>
                          <a:pt x="42428" y="554"/>
                          <a:pt x="33684" y="-2202"/>
                          <a:pt x="22399" y="-2202"/>
                        </a:cubicBezTo>
                        <a:cubicBezTo>
                          <a:pt x="18510" y="-2202"/>
                          <a:pt x="14548" y="-1872"/>
                          <a:pt x="10513" y="-1211"/>
                        </a:cubicBezTo>
                        <a:cubicBezTo>
                          <a:pt x="6491" y="-550"/>
                          <a:pt x="2331" y="442"/>
                          <a:pt x="-1969" y="1764"/>
                        </a:cubicBezTo>
                        <a:lnTo>
                          <a:pt x="-1969" y="14355"/>
                        </a:lnTo>
                        <a:cubicBezTo>
                          <a:pt x="1749" y="12333"/>
                          <a:pt x="5592" y="10826"/>
                          <a:pt x="9561" y="9834"/>
                        </a:cubicBezTo>
                        <a:cubicBezTo>
                          <a:pt x="13529" y="8843"/>
                          <a:pt x="17723" y="8347"/>
                          <a:pt x="22141" y="8347"/>
                        </a:cubicBezTo>
                        <a:cubicBezTo>
                          <a:pt x="29298" y="8347"/>
                          <a:pt x="34961" y="10224"/>
                          <a:pt x="39128" y="13979"/>
                        </a:cubicBezTo>
                        <a:cubicBezTo>
                          <a:pt x="43308" y="17733"/>
                          <a:pt x="45398" y="22836"/>
                          <a:pt x="45398" y="29287"/>
                        </a:cubicBezTo>
                        <a:cubicBezTo>
                          <a:pt x="45398" y="35725"/>
                          <a:pt x="43308" y="40821"/>
                          <a:pt x="39128" y="44575"/>
                        </a:cubicBezTo>
                        <a:cubicBezTo>
                          <a:pt x="34961" y="48343"/>
                          <a:pt x="29298" y="50227"/>
                          <a:pt x="22141" y="50227"/>
                        </a:cubicBezTo>
                        <a:cubicBezTo>
                          <a:pt x="18794" y="50227"/>
                          <a:pt x="15454" y="49857"/>
                          <a:pt x="12120" y="49116"/>
                        </a:cubicBezTo>
                        <a:cubicBezTo>
                          <a:pt x="8800" y="48376"/>
                          <a:pt x="5407" y="47219"/>
                          <a:pt x="1941" y="45646"/>
                        </a:cubicBezTo>
                        <a:lnTo>
                          <a:pt x="1941" y="921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90" name="Freeform: Shape 589">
                    <a:extLst>
                      <a:ext uri="{FF2B5EF4-FFF2-40B4-BE49-F238E27FC236}">
                        <a16:creationId xmlns:a16="http://schemas.microsoft.com/office/drawing/2014/main" id="{B39AB8C6-36F4-394E-8D91-8516BD5CE681}"/>
                      </a:ext>
                    </a:extLst>
                  </p:cNvPr>
                  <p:cNvSpPr/>
                  <p:nvPr/>
                </p:nvSpPr>
                <p:spPr>
                  <a:xfrm flipV="1">
                    <a:off x="3654445" y="2266547"/>
                    <a:ext cx="58777" cy="94189"/>
                  </a:xfrm>
                  <a:custGeom>
                    <a:avLst/>
                    <a:gdLst>
                      <a:gd name="connsiteX0" fmla="*/ 13152 w 58777"/>
                      <a:gd name="connsiteY0" fmla="*/ 8240 h 94189"/>
                      <a:gd name="connsiteX1" fmla="*/ 56868 w 58777"/>
                      <a:gd name="connsiteY1" fmla="*/ 8240 h 94189"/>
                      <a:gd name="connsiteX2" fmla="*/ 56868 w 58777"/>
                      <a:gd name="connsiteY2" fmla="*/ -2290 h 94189"/>
                      <a:gd name="connsiteX3" fmla="*/ -1909 w 58777"/>
                      <a:gd name="connsiteY3" fmla="*/ -2290 h 94189"/>
                      <a:gd name="connsiteX4" fmla="*/ -1909 w 58777"/>
                      <a:gd name="connsiteY4" fmla="*/ 8240 h 94189"/>
                      <a:gd name="connsiteX5" fmla="*/ 17518 w 58777"/>
                      <a:gd name="connsiteY5" fmla="*/ 28029 h 94189"/>
                      <a:gd name="connsiteX6" fmla="*/ 32996 w 58777"/>
                      <a:gd name="connsiteY6" fmla="*/ 44071 h 94189"/>
                      <a:gd name="connsiteX7" fmla="*/ 41390 w 58777"/>
                      <a:gd name="connsiteY7" fmla="*/ 55493 h 94189"/>
                      <a:gd name="connsiteX8" fmla="*/ 43791 w 58777"/>
                      <a:gd name="connsiteY8" fmla="*/ 64694 h 94189"/>
                      <a:gd name="connsiteX9" fmla="*/ 38612 w 58777"/>
                      <a:gd name="connsiteY9" fmla="*/ 76710 h 94189"/>
                      <a:gd name="connsiteX10" fmla="*/ 25118 w 58777"/>
                      <a:gd name="connsiteY10" fmla="*/ 81370 h 94189"/>
                      <a:gd name="connsiteX11" fmla="*/ 12676 w 58777"/>
                      <a:gd name="connsiteY11" fmla="*/ 79328 h 94189"/>
                      <a:gd name="connsiteX12" fmla="*/ -1294 w 58777"/>
                      <a:gd name="connsiteY12" fmla="*/ 73121 h 94189"/>
                      <a:gd name="connsiteX13" fmla="*/ -1294 w 58777"/>
                      <a:gd name="connsiteY13" fmla="*/ 85773 h 94189"/>
                      <a:gd name="connsiteX14" fmla="*/ 12835 w 58777"/>
                      <a:gd name="connsiteY14" fmla="*/ 90353 h 94189"/>
                      <a:gd name="connsiteX15" fmla="*/ 24880 w 58777"/>
                      <a:gd name="connsiteY15" fmla="*/ 91900 h 94189"/>
                      <a:gd name="connsiteX16" fmla="*/ 47820 w 58777"/>
                      <a:gd name="connsiteY16" fmla="*/ 84702 h 94189"/>
                      <a:gd name="connsiteX17" fmla="*/ 56372 w 58777"/>
                      <a:gd name="connsiteY17" fmla="*/ 65507 h 94189"/>
                      <a:gd name="connsiteX18" fmla="*/ 54229 w 58777"/>
                      <a:gd name="connsiteY18" fmla="*/ 54680 h 94189"/>
                      <a:gd name="connsiteX19" fmla="*/ 46450 w 58777"/>
                      <a:gd name="connsiteY19" fmla="*/ 42644 h 94189"/>
                      <a:gd name="connsiteX20" fmla="*/ 36588 w 58777"/>
                      <a:gd name="connsiteY20" fmla="*/ 32253 h 94189"/>
                      <a:gd name="connsiteX21" fmla="*/ 13152 w 58777"/>
                      <a:gd name="connsiteY21" fmla="*/ 8240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152" y="8240"/>
                        </a:moveTo>
                        <a:lnTo>
                          <a:pt x="56868" y="8240"/>
                        </a:lnTo>
                        <a:lnTo>
                          <a:pt x="56868" y="-2290"/>
                        </a:lnTo>
                        <a:lnTo>
                          <a:pt x="-1909" y="-2290"/>
                        </a:lnTo>
                        <a:lnTo>
                          <a:pt x="-1909" y="8240"/>
                        </a:lnTo>
                        <a:cubicBezTo>
                          <a:pt x="2840" y="13157"/>
                          <a:pt x="9316" y="19754"/>
                          <a:pt x="17518" y="28029"/>
                        </a:cubicBezTo>
                        <a:cubicBezTo>
                          <a:pt x="25733" y="36318"/>
                          <a:pt x="30893" y="41665"/>
                          <a:pt x="32996" y="44071"/>
                        </a:cubicBezTo>
                        <a:cubicBezTo>
                          <a:pt x="37005" y="48566"/>
                          <a:pt x="39803" y="52373"/>
                          <a:pt x="41390" y="55493"/>
                        </a:cubicBezTo>
                        <a:cubicBezTo>
                          <a:pt x="42991" y="58613"/>
                          <a:pt x="43791" y="61680"/>
                          <a:pt x="43791" y="64694"/>
                        </a:cubicBezTo>
                        <a:cubicBezTo>
                          <a:pt x="43791" y="69612"/>
                          <a:pt x="42065" y="73617"/>
                          <a:pt x="38612" y="76710"/>
                        </a:cubicBezTo>
                        <a:cubicBezTo>
                          <a:pt x="35159" y="79817"/>
                          <a:pt x="30661" y="81370"/>
                          <a:pt x="25118" y="81370"/>
                        </a:cubicBezTo>
                        <a:cubicBezTo>
                          <a:pt x="21189" y="81370"/>
                          <a:pt x="17042" y="80690"/>
                          <a:pt x="12676" y="79328"/>
                        </a:cubicBezTo>
                        <a:cubicBezTo>
                          <a:pt x="8324" y="77966"/>
                          <a:pt x="3667" y="75897"/>
                          <a:pt x="-1294" y="73121"/>
                        </a:cubicBezTo>
                        <a:lnTo>
                          <a:pt x="-1294" y="85773"/>
                        </a:lnTo>
                        <a:cubicBezTo>
                          <a:pt x="3747" y="87795"/>
                          <a:pt x="8456" y="89322"/>
                          <a:pt x="12835" y="90353"/>
                        </a:cubicBezTo>
                        <a:cubicBezTo>
                          <a:pt x="17227" y="91384"/>
                          <a:pt x="21242" y="91900"/>
                          <a:pt x="24880" y="91900"/>
                        </a:cubicBezTo>
                        <a:cubicBezTo>
                          <a:pt x="34471" y="91900"/>
                          <a:pt x="42118" y="89500"/>
                          <a:pt x="47820" y="84702"/>
                        </a:cubicBezTo>
                        <a:cubicBezTo>
                          <a:pt x="53521" y="79916"/>
                          <a:pt x="56372" y="73518"/>
                          <a:pt x="56372" y="65507"/>
                        </a:cubicBezTo>
                        <a:cubicBezTo>
                          <a:pt x="56372" y="61700"/>
                          <a:pt x="55658" y="58091"/>
                          <a:pt x="54229" y="54680"/>
                        </a:cubicBezTo>
                        <a:cubicBezTo>
                          <a:pt x="52814" y="51283"/>
                          <a:pt x="50221" y="47270"/>
                          <a:pt x="46450" y="42644"/>
                        </a:cubicBezTo>
                        <a:cubicBezTo>
                          <a:pt x="45418" y="41441"/>
                          <a:pt x="42131" y="37977"/>
                          <a:pt x="36588" y="32253"/>
                        </a:cubicBezTo>
                        <a:cubicBezTo>
                          <a:pt x="31058" y="26529"/>
                          <a:pt x="23246" y="18524"/>
                          <a:pt x="13152" y="82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91" name="Freeform: Shape 590">
                    <a:extLst>
                      <a:ext uri="{FF2B5EF4-FFF2-40B4-BE49-F238E27FC236}">
                        <a16:creationId xmlns:a16="http://schemas.microsoft.com/office/drawing/2014/main" id="{FA8B55F4-F23A-DAA2-C0B8-F56E0651E05F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2266547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3835 h 95994"/>
                      <a:gd name="connsiteX1" fmla="*/ 15456 w 63996"/>
                      <a:gd name="connsiteY1" fmla="*/ 74317 h 95994"/>
                      <a:gd name="connsiteX2" fmla="*/ 10594 w 63996"/>
                      <a:gd name="connsiteY2" fmla="*/ 45723 h 95994"/>
                      <a:gd name="connsiteX3" fmla="*/ 15456 w 63996"/>
                      <a:gd name="connsiteY3" fmla="*/ 17189 h 95994"/>
                      <a:gd name="connsiteX4" fmla="*/ 30001 w 63996"/>
                      <a:gd name="connsiteY4" fmla="*/ 7670 h 95994"/>
                      <a:gd name="connsiteX5" fmla="*/ 44606 w 63996"/>
                      <a:gd name="connsiteY5" fmla="*/ 17189 h 95994"/>
                      <a:gd name="connsiteX6" fmla="*/ 49488 w 63996"/>
                      <a:gd name="connsiteY6" fmla="*/ 45723 h 95994"/>
                      <a:gd name="connsiteX7" fmla="*/ 44606 w 63996"/>
                      <a:gd name="connsiteY7" fmla="*/ 74317 h 95994"/>
                      <a:gd name="connsiteX8" fmla="*/ 30001 w 63996"/>
                      <a:gd name="connsiteY8" fmla="*/ 83835 h 95994"/>
                      <a:gd name="connsiteX9" fmla="*/ 30001 w 63996"/>
                      <a:gd name="connsiteY9" fmla="*/ 93750 h 95994"/>
                      <a:gd name="connsiteX10" fmla="*/ 53794 w 63996"/>
                      <a:gd name="connsiteY10" fmla="*/ 81436 h 95994"/>
                      <a:gd name="connsiteX11" fmla="*/ 62009 w 63996"/>
                      <a:gd name="connsiteY11" fmla="*/ 45723 h 95994"/>
                      <a:gd name="connsiteX12" fmla="*/ 53794 w 63996"/>
                      <a:gd name="connsiteY12" fmla="*/ 10050 h 95994"/>
                      <a:gd name="connsiteX13" fmla="*/ 30001 w 63996"/>
                      <a:gd name="connsiteY13" fmla="*/ -2244 h 95994"/>
                      <a:gd name="connsiteX14" fmla="*/ 6228 w 63996"/>
                      <a:gd name="connsiteY14" fmla="*/ 10050 h 95994"/>
                      <a:gd name="connsiteX15" fmla="*/ -1987 w 63996"/>
                      <a:gd name="connsiteY15" fmla="*/ 45723 h 95994"/>
                      <a:gd name="connsiteX16" fmla="*/ 6228 w 63996"/>
                      <a:gd name="connsiteY16" fmla="*/ 81436 h 95994"/>
                      <a:gd name="connsiteX17" fmla="*/ 30001 w 63996"/>
                      <a:gd name="connsiteY17" fmla="*/ 9375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3835"/>
                        </a:moveTo>
                        <a:cubicBezTo>
                          <a:pt x="23559" y="83835"/>
                          <a:pt x="18710" y="80662"/>
                          <a:pt x="15456" y="74317"/>
                        </a:cubicBezTo>
                        <a:cubicBezTo>
                          <a:pt x="12215" y="67985"/>
                          <a:pt x="10594" y="58454"/>
                          <a:pt x="10594" y="45723"/>
                        </a:cubicBezTo>
                        <a:cubicBezTo>
                          <a:pt x="10594" y="33045"/>
                          <a:pt x="12215" y="23534"/>
                          <a:pt x="15456" y="17189"/>
                        </a:cubicBezTo>
                        <a:cubicBezTo>
                          <a:pt x="18710" y="10843"/>
                          <a:pt x="23559" y="7670"/>
                          <a:pt x="30001" y="7670"/>
                        </a:cubicBezTo>
                        <a:cubicBezTo>
                          <a:pt x="36497" y="7670"/>
                          <a:pt x="41365" y="10843"/>
                          <a:pt x="44606" y="17189"/>
                        </a:cubicBezTo>
                        <a:cubicBezTo>
                          <a:pt x="47861" y="23534"/>
                          <a:pt x="49488" y="33045"/>
                          <a:pt x="49488" y="45723"/>
                        </a:cubicBezTo>
                        <a:cubicBezTo>
                          <a:pt x="49488" y="58454"/>
                          <a:pt x="47861" y="67985"/>
                          <a:pt x="44606" y="74317"/>
                        </a:cubicBezTo>
                        <a:cubicBezTo>
                          <a:pt x="41365" y="80662"/>
                          <a:pt x="36497" y="83835"/>
                          <a:pt x="30001" y="83835"/>
                        </a:cubicBezTo>
                        <a:close/>
                        <a:moveTo>
                          <a:pt x="30001" y="93750"/>
                        </a:moveTo>
                        <a:cubicBezTo>
                          <a:pt x="40386" y="93750"/>
                          <a:pt x="48317" y="89645"/>
                          <a:pt x="53794" y="81436"/>
                        </a:cubicBezTo>
                        <a:cubicBezTo>
                          <a:pt x="59271" y="73240"/>
                          <a:pt x="62009" y="61335"/>
                          <a:pt x="62009" y="45723"/>
                        </a:cubicBezTo>
                        <a:cubicBezTo>
                          <a:pt x="62009" y="30150"/>
                          <a:pt x="59271" y="18259"/>
                          <a:pt x="53794" y="10050"/>
                        </a:cubicBezTo>
                        <a:cubicBezTo>
                          <a:pt x="48317" y="1854"/>
                          <a:pt x="40386" y="-2244"/>
                          <a:pt x="30001" y="-2244"/>
                        </a:cubicBezTo>
                        <a:cubicBezTo>
                          <a:pt x="19630" y="-2244"/>
                          <a:pt x="11705" y="1854"/>
                          <a:pt x="6228" y="10050"/>
                        </a:cubicBezTo>
                        <a:cubicBezTo>
                          <a:pt x="751" y="18259"/>
                          <a:pt x="-1987" y="30150"/>
                          <a:pt x="-1987" y="45723"/>
                        </a:cubicBezTo>
                        <a:cubicBezTo>
                          <a:pt x="-1987" y="61335"/>
                          <a:pt x="751" y="73240"/>
                          <a:pt x="6228" y="81436"/>
                        </a:cubicBezTo>
                        <a:cubicBezTo>
                          <a:pt x="11705" y="89645"/>
                          <a:pt x="19630" y="93750"/>
                          <a:pt x="30001" y="9375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832DECD-1894-A18A-44AE-C86D687A73A6}"/>
                </a:ext>
              </a:extLst>
            </p:cNvPr>
            <p:cNvSpPr/>
            <p:nvPr/>
          </p:nvSpPr>
          <p:spPr>
            <a:xfrm>
              <a:off x="3895648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BD56A7F9-5C7B-C4BA-4AAE-76A915CA3F85}"/>
                </a:ext>
              </a:extLst>
            </p:cNvPr>
            <p:cNvSpPr/>
            <p:nvPr/>
          </p:nvSpPr>
          <p:spPr>
            <a:xfrm>
              <a:off x="8442411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683C4E92-4DF9-CF83-2442-AF790769B9B0}"/>
                </a:ext>
              </a:extLst>
            </p:cNvPr>
            <p:cNvSpPr/>
            <p:nvPr/>
          </p:nvSpPr>
          <p:spPr>
            <a:xfrm>
              <a:off x="3895648" y="4868227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1FF91ED9-0110-31BF-78F3-81B8C1C14029}"/>
                </a:ext>
              </a:extLst>
            </p:cNvPr>
            <p:cNvSpPr/>
            <p:nvPr/>
          </p:nvSpPr>
          <p:spPr>
            <a:xfrm>
              <a:off x="3895648" y="202855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6" name="Graphic 2">
            <a:extLst>
              <a:ext uri="{FF2B5EF4-FFF2-40B4-BE49-F238E27FC236}">
                <a16:creationId xmlns:a16="http://schemas.microsoft.com/office/drawing/2014/main" id="{CB7EA2BB-6E0F-5488-5A3D-7C24BA07663B}"/>
              </a:ext>
            </a:extLst>
          </p:cNvPr>
          <p:cNvGrpSpPr/>
          <p:nvPr/>
        </p:nvGrpSpPr>
        <p:grpSpPr>
          <a:xfrm>
            <a:off x="407368" y="548680"/>
            <a:ext cx="4967897" cy="3019662"/>
            <a:chOff x="3577804" y="2032095"/>
            <a:chExt cx="4967897" cy="3019662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50408315-3453-D684-616B-BACAA7573093}"/>
                </a:ext>
              </a:extLst>
            </p:cNvPr>
            <p:cNvSpPr/>
            <p:nvPr/>
          </p:nvSpPr>
          <p:spPr>
            <a:xfrm>
              <a:off x="3902551" y="2032095"/>
              <a:ext cx="4530504" cy="2832591"/>
            </a:xfrm>
            <a:custGeom>
              <a:avLst/>
              <a:gdLst>
                <a:gd name="connsiteX0" fmla="*/ 0 w 4530504"/>
                <a:gd name="connsiteY0" fmla="*/ 2832592 h 2832591"/>
                <a:gd name="connsiteX1" fmla="*/ 4530505 w 4530504"/>
                <a:gd name="connsiteY1" fmla="*/ 2832592 h 2832591"/>
                <a:gd name="connsiteX2" fmla="*/ 4530505 w 4530504"/>
                <a:gd name="connsiteY2" fmla="*/ 0 h 2832591"/>
                <a:gd name="connsiteX3" fmla="*/ 0 w 4530504"/>
                <a:gd name="connsiteY3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832591">
                  <a:moveTo>
                    <a:pt x="0" y="2832592"/>
                  </a:moveTo>
                  <a:lnTo>
                    <a:pt x="4530505" y="2832592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5691C7A8-33EB-60A8-DD44-9CA1CAB0C2C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flipV="1">
              <a:off x="3902551" y="2032095"/>
              <a:ext cx="4531266" cy="2832591"/>
            </a:xfrm>
            <a:custGeom>
              <a:avLst/>
              <a:gdLst>
                <a:gd name="connsiteX0" fmla="*/ 0 w 4531266"/>
                <a:gd name="connsiteY0" fmla="*/ 126 h 2832591"/>
                <a:gd name="connsiteX1" fmla="*/ 4531266 w 4531266"/>
                <a:gd name="connsiteY1" fmla="*/ 126 h 2832591"/>
                <a:gd name="connsiteX2" fmla="*/ 4531266 w 4531266"/>
                <a:gd name="connsiteY2" fmla="*/ 2832718 h 2832591"/>
                <a:gd name="connsiteX3" fmla="*/ 0 w 4531266"/>
                <a:gd name="connsiteY3" fmla="*/ 2832718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1266" h="2832591">
                  <a:moveTo>
                    <a:pt x="0" y="126"/>
                  </a:moveTo>
                  <a:lnTo>
                    <a:pt x="4531266" y="126"/>
                  </a:lnTo>
                  <a:lnTo>
                    <a:pt x="4531266" y="2832718"/>
                  </a:lnTo>
                  <a:lnTo>
                    <a:pt x="0" y="2832718"/>
                  </a:lnTo>
                  <a:close/>
                </a:path>
              </a:pathLst>
            </a:custGeom>
          </p:spPr>
        </p:pic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3F09CEAC-972D-80B5-726D-F4363AF54E00}"/>
                </a:ext>
              </a:extLst>
            </p:cNvPr>
            <p:cNvSpPr/>
            <p:nvPr/>
          </p:nvSpPr>
          <p:spPr>
            <a:xfrm>
              <a:off x="5720097" y="3391204"/>
              <a:ext cx="281545" cy="111678"/>
            </a:xfrm>
            <a:custGeom>
              <a:avLst/>
              <a:gdLst>
                <a:gd name="connsiteX0" fmla="*/ 281546 w 281545"/>
                <a:gd name="connsiteY0" fmla="*/ 2743 h 111678"/>
                <a:gd name="connsiteX1" fmla="*/ 280481 w 281545"/>
                <a:gd name="connsiteY1" fmla="*/ 111679 h 111678"/>
                <a:gd name="connsiteX2" fmla="*/ 0 w 281545"/>
                <a:gd name="connsiteY2" fmla="*/ 108936 h 111678"/>
                <a:gd name="connsiteX3" fmla="*/ 1064 w 281545"/>
                <a:gd name="connsiteY3" fmla="*/ 0 h 111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1545" h="111678">
                  <a:moveTo>
                    <a:pt x="281546" y="2743"/>
                  </a:moveTo>
                  <a:lnTo>
                    <a:pt x="280481" y="111679"/>
                  </a:lnTo>
                  <a:lnTo>
                    <a:pt x="0" y="108936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6A4545A0-A17A-5302-FD21-8343C54E224C}"/>
                </a:ext>
              </a:extLst>
            </p:cNvPr>
            <p:cNvSpPr/>
            <p:nvPr/>
          </p:nvSpPr>
          <p:spPr>
            <a:xfrm>
              <a:off x="5891681" y="3392882"/>
              <a:ext cx="109429" cy="108936"/>
            </a:xfrm>
            <a:custGeom>
              <a:avLst/>
              <a:gdLst>
                <a:gd name="connsiteX0" fmla="*/ 109429 w 109429"/>
                <a:gd name="connsiteY0" fmla="*/ 55533 h 108936"/>
                <a:gd name="connsiteX1" fmla="*/ 0 w 109429"/>
                <a:gd name="connsiteY1" fmla="*/ 108936 h 108936"/>
                <a:gd name="connsiteX2" fmla="*/ 1064 w 109429"/>
                <a:gd name="connsiteY2" fmla="*/ 0 h 108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429" h="108936">
                  <a:moveTo>
                    <a:pt x="109429" y="55533"/>
                  </a:moveTo>
                  <a:lnTo>
                    <a:pt x="0" y="108936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1" name="Graphic 2">
              <a:extLst>
                <a:ext uri="{FF2B5EF4-FFF2-40B4-BE49-F238E27FC236}">
                  <a16:creationId xmlns:a16="http://schemas.microsoft.com/office/drawing/2014/main" id="{90E270F3-C344-0D59-5474-E0214EF939E4}"/>
                </a:ext>
              </a:extLst>
            </p:cNvPr>
            <p:cNvGrpSpPr/>
            <p:nvPr/>
          </p:nvGrpSpPr>
          <p:grpSpPr>
            <a:xfrm>
              <a:off x="3791269" y="4864687"/>
              <a:ext cx="4754431" cy="187070"/>
              <a:chOff x="3791269" y="4864687"/>
              <a:chExt cx="4754431" cy="187070"/>
            </a:xfrm>
            <a:solidFill>
              <a:srgbClr val="000000"/>
            </a:solidFill>
          </p:grpSpPr>
          <p:grpSp>
            <p:nvGrpSpPr>
              <p:cNvPr id="12" name="Graphic 2">
                <a:extLst>
                  <a:ext uri="{FF2B5EF4-FFF2-40B4-BE49-F238E27FC236}">
                    <a16:creationId xmlns:a16="http://schemas.microsoft.com/office/drawing/2014/main" id="{2761D0A7-1F02-1D3D-6886-32EE41C25E8A}"/>
                  </a:ext>
                </a:extLst>
              </p:cNvPr>
              <p:cNvGrpSpPr/>
              <p:nvPr/>
            </p:nvGrpSpPr>
            <p:grpSpPr>
              <a:xfrm>
                <a:off x="3791269" y="4864687"/>
                <a:ext cx="223926" cy="187070"/>
                <a:chOff x="3791269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1FA430A9-994C-F2A6-2741-8CAD1DC2C173}"/>
                    </a:ext>
                  </a:extLst>
                </p:cNvPr>
                <p:cNvSpPr/>
                <p:nvPr/>
              </p:nvSpPr>
              <p:spPr>
                <a:xfrm>
                  <a:off x="3902551" y="4864687"/>
                  <a:ext cx="12686" cy="44417"/>
                </a:xfrm>
                <a:custGeom>
                  <a:avLst/>
                  <a:gdLst>
                    <a:gd name="connsiteX0" fmla="*/ 58 w 12686"/>
                    <a:gd name="connsiteY0" fmla="*/ 286 h 44417"/>
                    <a:gd name="connsiteX1" fmla="*/ 58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58" y="286"/>
                      </a:moveTo>
                      <a:lnTo>
                        <a:pt x="58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4" name="Graphic 2">
                  <a:extLst>
                    <a:ext uri="{FF2B5EF4-FFF2-40B4-BE49-F238E27FC236}">
                      <a16:creationId xmlns:a16="http://schemas.microsoft.com/office/drawing/2014/main" id="{9E35F583-799D-109B-3AF9-E6996B3070B1}"/>
                    </a:ext>
                  </a:extLst>
                </p:cNvPr>
                <p:cNvGrpSpPr/>
                <p:nvPr/>
              </p:nvGrpSpPr>
              <p:grpSpPr>
                <a:xfrm>
                  <a:off x="3791269" y="4955763"/>
                  <a:ext cx="223926" cy="95994"/>
                  <a:chOff x="3791269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5" name="Freeform: Shape 14">
                    <a:extLst>
                      <a:ext uri="{FF2B5EF4-FFF2-40B4-BE49-F238E27FC236}">
                        <a16:creationId xmlns:a16="http://schemas.microsoft.com/office/drawing/2014/main" id="{90400080-0033-7F84-B6FF-48BFE76EBF31}"/>
                      </a:ext>
                    </a:extLst>
                  </p:cNvPr>
                  <p:cNvSpPr/>
                  <p:nvPr/>
                </p:nvSpPr>
                <p:spPr>
                  <a:xfrm flipV="1">
                    <a:off x="3791269" y="4957429"/>
                    <a:ext cx="59843" cy="94328"/>
                  </a:xfrm>
                  <a:custGeom>
                    <a:avLst/>
                    <a:gdLst>
                      <a:gd name="connsiteX0" fmla="*/ 1953 w 59843"/>
                      <a:gd name="connsiteY0" fmla="*/ 92338 h 94328"/>
                      <a:gd name="connsiteX1" fmla="*/ 51072 w 59843"/>
                      <a:gd name="connsiteY1" fmla="*/ 92338 h 94328"/>
                      <a:gd name="connsiteX2" fmla="*/ 51072 w 59843"/>
                      <a:gd name="connsiteY2" fmla="*/ 81789 h 94328"/>
                      <a:gd name="connsiteX3" fmla="*/ 13410 w 59843"/>
                      <a:gd name="connsiteY3" fmla="*/ 81789 h 94328"/>
                      <a:gd name="connsiteX4" fmla="*/ 13410 w 59843"/>
                      <a:gd name="connsiteY4" fmla="*/ 59124 h 94328"/>
                      <a:gd name="connsiteX5" fmla="*/ 18841 w 59843"/>
                      <a:gd name="connsiteY5" fmla="*/ 60512 h 94328"/>
                      <a:gd name="connsiteX6" fmla="*/ 24312 w 59843"/>
                      <a:gd name="connsiteY6" fmla="*/ 60968 h 94328"/>
                      <a:gd name="connsiteX7" fmla="*/ 48832 w 59843"/>
                      <a:gd name="connsiteY7" fmla="*/ 52481 h 94328"/>
                      <a:gd name="connsiteX8" fmla="*/ 57891 w 59843"/>
                      <a:gd name="connsiteY8" fmla="*/ 29499 h 94328"/>
                      <a:gd name="connsiteX9" fmla="*/ 48594 w 59843"/>
                      <a:gd name="connsiteY9" fmla="*/ 6279 h 94328"/>
                      <a:gd name="connsiteX10" fmla="*/ 22389 w 59843"/>
                      <a:gd name="connsiteY10" fmla="*/ -1990 h 94328"/>
                      <a:gd name="connsiteX11" fmla="*/ 10516 w 59843"/>
                      <a:gd name="connsiteY11" fmla="*/ -999 h 94328"/>
                      <a:gd name="connsiteX12" fmla="*/ -1952 w 59843"/>
                      <a:gd name="connsiteY12" fmla="*/ 1976 h 94328"/>
                      <a:gd name="connsiteX13" fmla="*/ -1952 w 59843"/>
                      <a:gd name="connsiteY13" fmla="*/ 14567 h 94328"/>
                      <a:gd name="connsiteX14" fmla="*/ 9564 w 59843"/>
                      <a:gd name="connsiteY14" fmla="*/ 10046 h 94328"/>
                      <a:gd name="connsiteX15" fmla="*/ 22132 w 59843"/>
                      <a:gd name="connsiteY15" fmla="*/ 8559 h 94328"/>
                      <a:gd name="connsiteX16" fmla="*/ 39100 w 59843"/>
                      <a:gd name="connsiteY16" fmla="*/ 14190 h 94328"/>
                      <a:gd name="connsiteX17" fmla="*/ 45363 w 59843"/>
                      <a:gd name="connsiteY17" fmla="*/ 29499 h 94328"/>
                      <a:gd name="connsiteX18" fmla="*/ 39100 w 59843"/>
                      <a:gd name="connsiteY18" fmla="*/ 44787 h 94328"/>
                      <a:gd name="connsiteX19" fmla="*/ 22132 w 59843"/>
                      <a:gd name="connsiteY19" fmla="*/ 50439 h 94328"/>
                      <a:gd name="connsiteX20" fmla="*/ 12121 w 59843"/>
                      <a:gd name="connsiteY20" fmla="*/ 49328 h 94328"/>
                      <a:gd name="connsiteX21" fmla="*/ 1953 w 59843"/>
                      <a:gd name="connsiteY21" fmla="*/ 45858 h 94328"/>
                      <a:gd name="connsiteX22" fmla="*/ 1953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53" y="92338"/>
                        </a:moveTo>
                        <a:lnTo>
                          <a:pt x="51072" y="92338"/>
                        </a:lnTo>
                        <a:lnTo>
                          <a:pt x="51072" y="81789"/>
                        </a:lnTo>
                        <a:lnTo>
                          <a:pt x="13410" y="81789"/>
                        </a:lnTo>
                        <a:lnTo>
                          <a:pt x="13410" y="59124"/>
                        </a:lnTo>
                        <a:cubicBezTo>
                          <a:pt x="15220" y="59745"/>
                          <a:pt x="17031" y="60208"/>
                          <a:pt x="18841" y="60512"/>
                        </a:cubicBezTo>
                        <a:cubicBezTo>
                          <a:pt x="20665" y="60816"/>
                          <a:pt x="22488" y="60968"/>
                          <a:pt x="24312" y="60968"/>
                        </a:cubicBezTo>
                        <a:cubicBezTo>
                          <a:pt x="34633" y="60968"/>
                          <a:pt x="42806" y="58139"/>
                          <a:pt x="48832" y="52481"/>
                        </a:cubicBezTo>
                        <a:cubicBezTo>
                          <a:pt x="54871" y="46823"/>
                          <a:pt x="57891" y="39162"/>
                          <a:pt x="57891" y="29499"/>
                        </a:cubicBezTo>
                        <a:cubicBezTo>
                          <a:pt x="57891" y="19544"/>
                          <a:pt x="54792" y="11804"/>
                          <a:pt x="48594" y="6279"/>
                        </a:cubicBezTo>
                        <a:cubicBezTo>
                          <a:pt x="42397" y="766"/>
                          <a:pt x="33662" y="-1990"/>
                          <a:pt x="22389" y="-1990"/>
                        </a:cubicBezTo>
                        <a:cubicBezTo>
                          <a:pt x="18504" y="-1990"/>
                          <a:pt x="14546" y="-1660"/>
                          <a:pt x="10516" y="-999"/>
                        </a:cubicBezTo>
                        <a:cubicBezTo>
                          <a:pt x="6499" y="-338"/>
                          <a:pt x="2343" y="654"/>
                          <a:pt x="-1952" y="1976"/>
                        </a:cubicBezTo>
                        <a:lnTo>
                          <a:pt x="-1952" y="14567"/>
                        </a:lnTo>
                        <a:cubicBezTo>
                          <a:pt x="1761" y="12545"/>
                          <a:pt x="5600" y="11038"/>
                          <a:pt x="9564" y="10046"/>
                        </a:cubicBezTo>
                        <a:cubicBezTo>
                          <a:pt x="13529" y="9055"/>
                          <a:pt x="17718" y="8559"/>
                          <a:pt x="22132" y="8559"/>
                        </a:cubicBezTo>
                        <a:cubicBezTo>
                          <a:pt x="29281" y="8559"/>
                          <a:pt x="34937" y="10436"/>
                          <a:pt x="39100" y="14190"/>
                        </a:cubicBezTo>
                        <a:cubicBezTo>
                          <a:pt x="43275" y="17945"/>
                          <a:pt x="45363" y="23048"/>
                          <a:pt x="45363" y="29499"/>
                        </a:cubicBezTo>
                        <a:cubicBezTo>
                          <a:pt x="45363" y="35937"/>
                          <a:pt x="43275" y="41033"/>
                          <a:pt x="39100" y="44787"/>
                        </a:cubicBezTo>
                        <a:cubicBezTo>
                          <a:pt x="34937" y="48555"/>
                          <a:pt x="29281" y="50439"/>
                          <a:pt x="22132" y="50439"/>
                        </a:cubicBezTo>
                        <a:cubicBezTo>
                          <a:pt x="18788" y="50439"/>
                          <a:pt x="15452" y="50068"/>
                          <a:pt x="12121" y="49328"/>
                        </a:cubicBezTo>
                        <a:cubicBezTo>
                          <a:pt x="8805" y="48588"/>
                          <a:pt x="5415" y="47431"/>
                          <a:pt x="1953" y="45858"/>
                        </a:cubicBezTo>
                        <a:lnTo>
                          <a:pt x="1953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6" name="Freeform: Shape 15">
                    <a:extLst>
                      <a:ext uri="{FF2B5EF4-FFF2-40B4-BE49-F238E27FC236}">
                        <a16:creationId xmlns:a16="http://schemas.microsoft.com/office/drawing/2014/main" id="{47DDA9A8-A54A-942A-D56F-E005C5DA1471}"/>
                      </a:ext>
                    </a:extLst>
                  </p:cNvPr>
                  <p:cNvSpPr/>
                  <p:nvPr/>
                </p:nvSpPr>
                <p:spPr>
                  <a:xfrm flipV="1">
                    <a:off x="3870556" y="4955763"/>
                    <a:ext cx="63926" cy="95994"/>
                  </a:xfrm>
                  <a:custGeom>
                    <a:avLst/>
                    <a:gdLst>
                      <a:gd name="connsiteX0" fmla="*/ 29977 w 63926"/>
                      <a:gd name="connsiteY0" fmla="*/ 84047 h 95994"/>
                      <a:gd name="connsiteX1" fmla="*/ 15447 w 63926"/>
                      <a:gd name="connsiteY1" fmla="*/ 74529 h 95994"/>
                      <a:gd name="connsiteX2" fmla="*/ 10590 w 63926"/>
                      <a:gd name="connsiteY2" fmla="*/ 45935 h 95994"/>
                      <a:gd name="connsiteX3" fmla="*/ 15447 w 63926"/>
                      <a:gd name="connsiteY3" fmla="*/ 17400 h 95994"/>
                      <a:gd name="connsiteX4" fmla="*/ 29977 w 63926"/>
                      <a:gd name="connsiteY4" fmla="*/ 7882 h 95994"/>
                      <a:gd name="connsiteX5" fmla="*/ 44566 w 63926"/>
                      <a:gd name="connsiteY5" fmla="*/ 17400 h 95994"/>
                      <a:gd name="connsiteX6" fmla="*/ 49442 w 63926"/>
                      <a:gd name="connsiteY6" fmla="*/ 45935 h 95994"/>
                      <a:gd name="connsiteX7" fmla="*/ 44566 w 63926"/>
                      <a:gd name="connsiteY7" fmla="*/ 74529 h 95994"/>
                      <a:gd name="connsiteX8" fmla="*/ 29977 w 63926"/>
                      <a:gd name="connsiteY8" fmla="*/ 84047 h 95994"/>
                      <a:gd name="connsiteX9" fmla="*/ 29977 w 63926"/>
                      <a:gd name="connsiteY9" fmla="*/ 93962 h 95994"/>
                      <a:gd name="connsiteX10" fmla="*/ 53743 w 63926"/>
                      <a:gd name="connsiteY10" fmla="*/ 81648 h 95994"/>
                      <a:gd name="connsiteX11" fmla="*/ 61950 w 63926"/>
                      <a:gd name="connsiteY11" fmla="*/ 45935 h 95994"/>
                      <a:gd name="connsiteX12" fmla="*/ 53743 w 63926"/>
                      <a:gd name="connsiteY12" fmla="*/ 10262 h 95994"/>
                      <a:gd name="connsiteX13" fmla="*/ 29977 w 63926"/>
                      <a:gd name="connsiteY13" fmla="*/ -2032 h 95994"/>
                      <a:gd name="connsiteX14" fmla="*/ 6229 w 63926"/>
                      <a:gd name="connsiteY14" fmla="*/ 10262 h 95994"/>
                      <a:gd name="connsiteX15" fmla="*/ -1977 w 63926"/>
                      <a:gd name="connsiteY15" fmla="*/ 45935 h 95994"/>
                      <a:gd name="connsiteX16" fmla="*/ 6229 w 63926"/>
                      <a:gd name="connsiteY16" fmla="*/ 81648 h 95994"/>
                      <a:gd name="connsiteX17" fmla="*/ 29977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77" y="84047"/>
                        </a:moveTo>
                        <a:cubicBezTo>
                          <a:pt x="23541" y="84047"/>
                          <a:pt x="18698" y="80874"/>
                          <a:pt x="15447" y="74529"/>
                        </a:cubicBezTo>
                        <a:cubicBezTo>
                          <a:pt x="12209" y="68197"/>
                          <a:pt x="10590" y="58665"/>
                          <a:pt x="10590" y="45935"/>
                        </a:cubicBezTo>
                        <a:cubicBezTo>
                          <a:pt x="10590" y="33257"/>
                          <a:pt x="12209" y="23746"/>
                          <a:pt x="15447" y="17400"/>
                        </a:cubicBezTo>
                        <a:cubicBezTo>
                          <a:pt x="18698" y="11055"/>
                          <a:pt x="23541" y="7882"/>
                          <a:pt x="29977" y="7882"/>
                        </a:cubicBezTo>
                        <a:cubicBezTo>
                          <a:pt x="36465" y="7882"/>
                          <a:pt x="41328" y="11055"/>
                          <a:pt x="44566" y="17400"/>
                        </a:cubicBezTo>
                        <a:cubicBezTo>
                          <a:pt x="47817" y="23746"/>
                          <a:pt x="49442" y="33257"/>
                          <a:pt x="49442" y="45935"/>
                        </a:cubicBezTo>
                        <a:cubicBezTo>
                          <a:pt x="49442" y="58665"/>
                          <a:pt x="47817" y="68197"/>
                          <a:pt x="44566" y="74529"/>
                        </a:cubicBezTo>
                        <a:cubicBezTo>
                          <a:pt x="41328" y="80874"/>
                          <a:pt x="36465" y="84047"/>
                          <a:pt x="29977" y="84047"/>
                        </a:cubicBezTo>
                        <a:close/>
                        <a:moveTo>
                          <a:pt x="29977" y="93962"/>
                        </a:moveTo>
                        <a:cubicBezTo>
                          <a:pt x="40350" y="93962"/>
                          <a:pt x="48272" y="89857"/>
                          <a:pt x="53743" y="81648"/>
                        </a:cubicBezTo>
                        <a:cubicBezTo>
                          <a:pt x="59214" y="73452"/>
                          <a:pt x="61950" y="61547"/>
                          <a:pt x="61950" y="45935"/>
                        </a:cubicBezTo>
                        <a:cubicBezTo>
                          <a:pt x="61950" y="30362"/>
                          <a:pt x="59214" y="18471"/>
                          <a:pt x="53743" y="10262"/>
                        </a:cubicBezTo>
                        <a:cubicBezTo>
                          <a:pt x="48272" y="2066"/>
                          <a:pt x="40350" y="-2032"/>
                          <a:pt x="29977" y="-2032"/>
                        </a:cubicBezTo>
                        <a:cubicBezTo>
                          <a:pt x="19616" y="-2032"/>
                          <a:pt x="11700" y="2066"/>
                          <a:pt x="6229" y="10262"/>
                        </a:cubicBezTo>
                        <a:cubicBezTo>
                          <a:pt x="759" y="18471"/>
                          <a:pt x="-1977" y="30362"/>
                          <a:pt x="-1977" y="45935"/>
                        </a:cubicBezTo>
                        <a:cubicBezTo>
                          <a:pt x="-1977" y="61547"/>
                          <a:pt x="759" y="73452"/>
                          <a:pt x="6229" y="81648"/>
                        </a:cubicBezTo>
                        <a:cubicBezTo>
                          <a:pt x="11700" y="89857"/>
                          <a:pt x="19616" y="93962"/>
                          <a:pt x="2997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" name="Freeform: Shape 16">
                    <a:extLst>
                      <a:ext uri="{FF2B5EF4-FFF2-40B4-BE49-F238E27FC236}">
                        <a16:creationId xmlns:a16="http://schemas.microsoft.com/office/drawing/2014/main" id="{95FB3E22-E93C-65B1-F7FE-A934DBC10B21}"/>
                      </a:ext>
                    </a:extLst>
                  </p:cNvPr>
                  <p:cNvSpPr/>
                  <p:nvPr/>
                </p:nvSpPr>
                <p:spPr>
                  <a:xfrm flipV="1">
                    <a:off x="3951269" y="4955763"/>
                    <a:ext cx="63926" cy="95994"/>
                  </a:xfrm>
                  <a:custGeom>
                    <a:avLst/>
                    <a:gdLst>
                      <a:gd name="connsiteX0" fmla="*/ 29983 w 63926"/>
                      <a:gd name="connsiteY0" fmla="*/ 84047 h 95994"/>
                      <a:gd name="connsiteX1" fmla="*/ 15453 w 63926"/>
                      <a:gd name="connsiteY1" fmla="*/ 74529 h 95994"/>
                      <a:gd name="connsiteX2" fmla="*/ 10597 w 63926"/>
                      <a:gd name="connsiteY2" fmla="*/ 45935 h 95994"/>
                      <a:gd name="connsiteX3" fmla="*/ 15453 w 63926"/>
                      <a:gd name="connsiteY3" fmla="*/ 17400 h 95994"/>
                      <a:gd name="connsiteX4" fmla="*/ 29983 w 63926"/>
                      <a:gd name="connsiteY4" fmla="*/ 7882 h 95994"/>
                      <a:gd name="connsiteX5" fmla="*/ 44572 w 63926"/>
                      <a:gd name="connsiteY5" fmla="*/ 17400 h 95994"/>
                      <a:gd name="connsiteX6" fmla="*/ 49448 w 63926"/>
                      <a:gd name="connsiteY6" fmla="*/ 45935 h 95994"/>
                      <a:gd name="connsiteX7" fmla="*/ 44572 w 63926"/>
                      <a:gd name="connsiteY7" fmla="*/ 74529 h 95994"/>
                      <a:gd name="connsiteX8" fmla="*/ 29983 w 63926"/>
                      <a:gd name="connsiteY8" fmla="*/ 84047 h 95994"/>
                      <a:gd name="connsiteX9" fmla="*/ 29983 w 63926"/>
                      <a:gd name="connsiteY9" fmla="*/ 93962 h 95994"/>
                      <a:gd name="connsiteX10" fmla="*/ 53750 w 63926"/>
                      <a:gd name="connsiteY10" fmla="*/ 81648 h 95994"/>
                      <a:gd name="connsiteX11" fmla="*/ 61956 w 63926"/>
                      <a:gd name="connsiteY11" fmla="*/ 45935 h 95994"/>
                      <a:gd name="connsiteX12" fmla="*/ 53750 w 63926"/>
                      <a:gd name="connsiteY12" fmla="*/ 10262 h 95994"/>
                      <a:gd name="connsiteX13" fmla="*/ 29983 w 63926"/>
                      <a:gd name="connsiteY13" fmla="*/ -2032 h 95994"/>
                      <a:gd name="connsiteX14" fmla="*/ 6236 w 63926"/>
                      <a:gd name="connsiteY14" fmla="*/ 10262 h 95994"/>
                      <a:gd name="connsiteX15" fmla="*/ -1971 w 63926"/>
                      <a:gd name="connsiteY15" fmla="*/ 45935 h 95994"/>
                      <a:gd name="connsiteX16" fmla="*/ 6236 w 63926"/>
                      <a:gd name="connsiteY16" fmla="*/ 81648 h 95994"/>
                      <a:gd name="connsiteX17" fmla="*/ 29983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83" y="84047"/>
                        </a:moveTo>
                        <a:cubicBezTo>
                          <a:pt x="23547" y="84047"/>
                          <a:pt x="18704" y="80874"/>
                          <a:pt x="15453" y="74529"/>
                        </a:cubicBezTo>
                        <a:cubicBezTo>
                          <a:pt x="12216" y="68197"/>
                          <a:pt x="10597" y="58665"/>
                          <a:pt x="10597" y="45935"/>
                        </a:cubicBezTo>
                        <a:cubicBezTo>
                          <a:pt x="10597" y="33257"/>
                          <a:pt x="12216" y="23746"/>
                          <a:pt x="15453" y="17400"/>
                        </a:cubicBezTo>
                        <a:cubicBezTo>
                          <a:pt x="18704" y="11055"/>
                          <a:pt x="23547" y="7882"/>
                          <a:pt x="29983" y="7882"/>
                        </a:cubicBezTo>
                        <a:cubicBezTo>
                          <a:pt x="36471" y="7882"/>
                          <a:pt x="41334" y="11055"/>
                          <a:pt x="44572" y="17400"/>
                        </a:cubicBezTo>
                        <a:cubicBezTo>
                          <a:pt x="47823" y="23746"/>
                          <a:pt x="49448" y="33257"/>
                          <a:pt x="49448" y="45935"/>
                        </a:cubicBezTo>
                        <a:cubicBezTo>
                          <a:pt x="49448" y="58665"/>
                          <a:pt x="47823" y="68197"/>
                          <a:pt x="44572" y="74529"/>
                        </a:cubicBezTo>
                        <a:cubicBezTo>
                          <a:pt x="41334" y="80874"/>
                          <a:pt x="36471" y="84047"/>
                          <a:pt x="29983" y="84047"/>
                        </a:cubicBezTo>
                        <a:close/>
                        <a:moveTo>
                          <a:pt x="29983" y="93962"/>
                        </a:moveTo>
                        <a:cubicBezTo>
                          <a:pt x="40357" y="93962"/>
                          <a:pt x="48279" y="89857"/>
                          <a:pt x="53750" y="81648"/>
                        </a:cubicBezTo>
                        <a:cubicBezTo>
                          <a:pt x="59221" y="73452"/>
                          <a:pt x="61956" y="61547"/>
                          <a:pt x="61956" y="45935"/>
                        </a:cubicBezTo>
                        <a:cubicBezTo>
                          <a:pt x="61956" y="30362"/>
                          <a:pt x="59221" y="18471"/>
                          <a:pt x="53750" y="10262"/>
                        </a:cubicBezTo>
                        <a:cubicBezTo>
                          <a:pt x="48279" y="2066"/>
                          <a:pt x="40357" y="-2032"/>
                          <a:pt x="29983" y="-2032"/>
                        </a:cubicBezTo>
                        <a:cubicBezTo>
                          <a:pt x="19622" y="-2032"/>
                          <a:pt x="11707" y="2066"/>
                          <a:pt x="6236" y="10262"/>
                        </a:cubicBezTo>
                        <a:cubicBezTo>
                          <a:pt x="765" y="18471"/>
                          <a:pt x="-1971" y="30362"/>
                          <a:pt x="-1971" y="45935"/>
                        </a:cubicBezTo>
                        <a:cubicBezTo>
                          <a:pt x="-1971" y="61547"/>
                          <a:pt x="765" y="73452"/>
                          <a:pt x="6236" y="81648"/>
                        </a:cubicBezTo>
                        <a:cubicBezTo>
                          <a:pt x="11707" y="89857"/>
                          <a:pt x="19622" y="93962"/>
                          <a:pt x="29983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8" name="Graphic 2">
                <a:extLst>
                  <a:ext uri="{FF2B5EF4-FFF2-40B4-BE49-F238E27FC236}">
                    <a16:creationId xmlns:a16="http://schemas.microsoft.com/office/drawing/2014/main" id="{7B7095C4-EC3C-4E95-B76D-49C608703CD2}"/>
                  </a:ext>
                </a:extLst>
              </p:cNvPr>
              <p:cNvGrpSpPr/>
              <p:nvPr/>
            </p:nvGrpSpPr>
            <p:grpSpPr>
              <a:xfrm>
                <a:off x="4357582" y="4864687"/>
                <a:ext cx="223926" cy="187070"/>
                <a:chOff x="4357582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82120C82-A4D0-9C35-C14F-F72FB09EE08D}"/>
                    </a:ext>
                  </a:extLst>
                </p:cNvPr>
                <p:cNvSpPr/>
                <p:nvPr/>
              </p:nvSpPr>
              <p:spPr>
                <a:xfrm>
                  <a:off x="4468864" y="4864687"/>
                  <a:ext cx="12686" cy="44417"/>
                </a:xfrm>
                <a:custGeom>
                  <a:avLst/>
                  <a:gdLst>
                    <a:gd name="connsiteX0" fmla="*/ 102 w 12686"/>
                    <a:gd name="connsiteY0" fmla="*/ 286 h 44417"/>
                    <a:gd name="connsiteX1" fmla="*/ 102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02" y="286"/>
                      </a:moveTo>
                      <a:lnTo>
                        <a:pt x="102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0" name="Graphic 2">
                  <a:extLst>
                    <a:ext uri="{FF2B5EF4-FFF2-40B4-BE49-F238E27FC236}">
                      <a16:creationId xmlns:a16="http://schemas.microsoft.com/office/drawing/2014/main" id="{00292B35-9360-28AB-060A-0B436D381500}"/>
                    </a:ext>
                  </a:extLst>
                </p:cNvPr>
                <p:cNvGrpSpPr/>
                <p:nvPr/>
              </p:nvGrpSpPr>
              <p:grpSpPr>
                <a:xfrm>
                  <a:off x="4357582" y="4955763"/>
                  <a:ext cx="223926" cy="95994"/>
                  <a:chOff x="4357582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1" name="Freeform: Shape 20">
                    <a:extLst>
                      <a:ext uri="{FF2B5EF4-FFF2-40B4-BE49-F238E27FC236}">
                        <a16:creationId xmlns:a16="http://schemas.microsoft.com/office/drawing/2014/main" id="{56542B5D-1461-9C7F-31B9-BBD00517441E}"/>
                      </a:ext>
                    </a:extLst>
                  </p:cNvPr>
                  <p:cNvSpPr/>
                  <p:nvPr/>
                </p:nvSpPr>
                <p:spPr>
                  <a:xfrm flipV="1">
                    <a:off x="4357582" y="4957429"/>
                    <a:ext cx="59843" cy="94328"/>
                  </a:xfrm>
                  <a:custGeom>
                    <a:avLst/>
                    <a:gdLst>
                      <a:gd name="connsiteX0" fmla="*/ 1997 w 59843"/>
                      <a:gd name="connsiteY0" fmla="*/ 92338 h 94328"/>
                      <a:gd name="connsiteX1" fmla="*/ 51117 w 59843"/>
                      <a:gd name="connsiteY1" fmla="*/ 92338 h 94328"/>
                      <a:gd name="connsiteX2" fmla="*/ 51117 w 59843"/>
                      <a:gd name="connsiteY2" fmla="*/ 81789 h 94328"/>
                      <a:gd name="connsiteX3" fmla="*/ 13455 w 59843"/>
                      <a:gd name="connsiteY3" fmla="*/ 81789 h 94328"/>
                      <a:gd name="connsiteX4" fmla="*/ 13455 w 59843"/>
                      <a:gd name="connsiteY4" fmla="*/ 59124 h 94328"/>
                      <a:gd name="connsiteX5" fmla="*/ 18886 w 59843"/>
                      <a:gd name="connsiteY5" fmla="*/ 60512 h 94328"/>
                      <a:gd name="connsiteX6" fmla="*/ 24357 w 59843"/>
                      <a:gd name="connsiteY6" fmla="*/ 60968 h 94328"/>
                      <a:gd name="connsiteX7" fmla="*/ 48877 w 59843"/>
                      <a:gd name="connsiteY7" fmla="*/ 52481 h 94328"/>
                      <a:gd name="connsiteX8" fmla="*/ 57936 w 59843"/>
                      <a:gd name="connsiteY8" fmla="*/ 29499 h 94328"/>
                      <a:gd name="connsiteX9" fmla="*/ 48639 w 59843"/>
                      <a:gd name="connsiteY9" fmla="*/ 6279 h 94328"/>
                      <a:gd name="connsiteX10" fmla="*/ 22434 w 59843"/>
                      <a:gd name="connsiteY10" fmla="*/ -1990 h 94328"/>
                      <a:gd name="connsiteX11" fmla="*/ 10561 w 59843"/>
                      <a:gd name="connsiteY11" fmla="*/ -999 h 94328"/>
                      <a:gd name="connsiteX12" fmla="*/ -1908 w 59843"/>
                      <a:gd name="connsiteY12" fmla="*/ 1976 h 94328"/>
                      <a:gd name="connsiteX13" fmla="*/ -1908 w 59843"/>
                      <a:gd name="connsiteY13" fmla="*/ 14567 h 94328"/>
                      <a:gd name="connsiteX14" fmla="*/ 9609 w 59843"/>
                      <a:gd name="connsiteY14" fmla="*/ 10046 h 94328"/>
                      <a:gd name="connsiteX15" fmla="*/ 22176 w 59843"/>
                      <a:gd name="connsiteY15" fmla="*/ 8559 h 94328"/>
                      <a:gd name="connsiteX16" fmla="*/ 39144 w 59843"/>
                      <a:gd name="connsiteY16" fmla="*/ 14190 h 94328"/>
                      <a:gd name="connsiteX17" fmla="*/ 45408 w 59843"/>
                      <a:gd name="connsiteY17" fmla="*/ 29499 h 94328"/>
                      <a:gd name="connsiteX18" fmla="*/ 39144 w 59843"/>
                      <a:gd name="connsiteY18" fmla="*/ 44787 h 94328"/>
                      <a:gd name="connsiteX19" fmla="*/ 22176 w 59843"/>
                      <a:gd name="connsiteY19" fmla="*/ 50439 h 94328"/>
                      <a:gd name="connsiteX20" fmla="*/ 12166 w 59843"/>
                      <a:gd name="connsiteY20" fmla="*/ 49328 h 94328"/>
                      <a:gd name="connsiteX21" fmla="*/ 1997 w 59843"/>
                      <a:gd name="connsiteY21" fmla="*/ 45858 h 94328"/>
                      <a:gd name="connsiteX22" fmla="*/ 1997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97" y="92338"/>
                        </a:moveTo>
                        <a:lnTo>
                          <a:pt x="51117" y="92338"/>
                        </a:lnTo>
                        <a:lnTo>
                          <a:pt x="51117" y="81789"/>
                        </a:lnTo>
                        <a:lnTo>
                          <a:pt x="13455" y="81789"/>
                        </a:lnTo>
                        <a:lnTo>
                          <a:pt x="13455" y="59124"/>
                        </a:lnTo>
                        <a:cubicBezTo>
                          <a:pt x="15265" y="59745"/>
                          <a:pt x="17075" y="60208"/>
                          <a:pt x="18886" y="60512"/>
                        </a:cubicBezTo>
                        <a:cubicBezTo>
                          <a:pt x="20709" y="60816"/>
                          <a:pt x="22533" y="60968"/>
                          <a:pt x="24357" y="60968"/>
                        </a:cubicBezTo>
                        <a:cubicBezTo>
                          <a:pt x="34678" y="60968"/>
                          <a:pt x="42851" y="58139"/>
                          <a:pt x="48877" y="52481"/>
                        </a:cubicBezTo>
                        <a:cubicBezTo>
                          <a:pt x="54916" y="46823"/>
                          <a:pt x="57936" y="39162"/>
                          <a:pt x="57936" y="29499"/>
                        </a:cubicBezTo>
                        <a:cubicBezTo>
                          <a:pt x="57936" y="19544"/>
                          <a:pt x="54837" y="11804"/>
                          <a:pt x="48639" y="6279"/>
                        </a:cubicBezTo>
                        <a:cubicBezTo>
                          <a:pt x="42441" y="766"/>
                          <a:pt x="33706" y="-1990"/>
                          <a:pt x="22434" y="-1990"/>
                        </a:cubicBezTo>
                        <a:cubicBezTo>
                          <a:pt x="18549" y="-1990"/>
                          <a:pt x="14591" y="-1660"/>
                          <a:pt x="10561" y="-999"/>
                        </a:cubicBezTo>
                        <a:cubicBezTo>
                          <a:pt x="6543" y="-338"/>
                          <a:pt x="2387" y="654"/>
                          <a:pt x="-1908" y="1976"/>
                        </a:cubicBezTo>
                        <a:lnTo>
                          <a:pt x="-1908" y="14567"/>
                        </a:lnTo>
                        <a:cubicBezTo>
                          <a:pt x="1806" y="12545"/>
                          <a:pt x="5645" y="11038"/>
                          <a:pt x="9609" y="10046"/>
                        </a:cubicBezTo>
                        <a:cubicBezTo>
                          <a:pt x="13573" y="9055"/>
                          <a:pt x="17763" y="8559"/>
                          <a:pt x="22176" y="8559"/>
                        </a:cubicBezTo>
                        <a:cubicBezTo>
                          <a:pt x="29326" y="8559"/>
                          <a:pt x="34981" y="10436"/>
                          <a:pt x="39144" y="14190"/>
                        </a:cubicBezTo>
                        <a:cubicBezTo>
                          <a:pt x="43320" y="17945"/>
                          <a:pt x="45408" y="23048"/>
                          <a:pt x="45408" y="29499"/>
                        </a:cubicBezTo>
                        <a:cubicBezTo>
                          <a:pt x="45408" y="35937"/>
                          <a:pt x="43320" y="41033"/>
                          <a:pt x="39144" y="44787"/>
                        </a:cubicBezTo>
                        <a:cubicBezTo>
                          <a:pt x="34981" y="48555"/>
                          <a:pt x="29326" y="50439"/>
                          <a:pt x="22176" y="50439"/>
                        </a:cubicBezTo>
                        <a:cubicBezTo>
                          <a:pt x="18833" y="50439"/>
                          <a:pt x="15496" y="50068"/>
                          <a:pt x="12166" y="49328"/>
                        </a:cubicBezTo>
                        <a:cubicBezTo>
                          <a:pt x="8849" y="48588"/>
                          <a:pt x="5460" y="47431"/>
                          <a:pt x="1997" y="45858"/>
                        </a:cubicBezTo>
                        <a:lnTo>
                          <a:pt x="199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" name="Freeform: Shape 21">
                    <a:extLst>
                      <a:ext uri="{FF2B5EF4-FFF2-40B4-BE49-F238E27FC236}">
                        <a16:creationId xmlns:a16="http://schemas.microsoft.com/office/drawing/2014/main" id="{F5BC3D68-DA4F-AC4D-973F-3A3A5457291F}"/>
                      </a:ext>
                    </a:extLst>
                  </p:cNvPr>
                  <p:cNvSpPr/>
                  <p:nvPr/>
                </p:nvSpPr>
                <p:spPr>
                  <a:xfrm flipV="1">
                    <a:off x="4442439" y="4957429"/>
                    <a:ext cx="55066" cy="92524"/>
                  </a:xfrm>
                  <a:custGeom>
                    <a:avLst/>
                    <a:gdLst>
                      <a:gd name="connsiteX0" fmla="*/ -186 w 55066"/>
                      <a:gd name="connsiteY0" fmla="*/ 8493 h 92524"/>
                      <a:gd name="connsiteX1" fmla="*/ 20251 w 55066"/>
                      <a:gd name="connsiteY1" fmla="*/ 8493 h 92524"/>
                      <a:gd name="connsiteX2" fmla="*/ 20251 w 55066"/>
                      <a:gd name="connsiteY2" fmla="*/ 79086 h 92524"/>
                      <a:gd name="connsiteX3" fmla="*/ -1990 w 55066"/>
                      <a:gd name="connsiteY3" fmla="*/ 74625 h 92524"/>
                      <a:gd name="connsiteX4" fmla="*/ -1990 w 55066"/>
                      <a:gd name="connsiteY4" fmla="*/ 86027 h 92524"/>
                      <a:gd name="connsiteX5" fmla="*/ 20132 w 55066"/>
                      <a:gd name="connsiteY5" fmla="*/ 90488 h 92524"/>
                      <a:gd name="connsiteX6" fmla="*/ 32640 w 55066"/>
                      <a:gd name="connsiteY6" fmla="*/ 90488 h 92524"/>
                      <a:gd name="connsiteX7" fmla="*/ 32640 w 55066"/>
                      <a:gd name="connsiteY7" fmla="*/ 8493 h 92524"/>
                      <a:gd name="connsiteX8" fmla="*/ 53076 w 55066"/>
                      <a:gd name="connsiteY8" fmla="*/ 8493 h 92524"/>
                      <a:gd name="connsiteX9" fmla="*/ 53076 w 55066"/>
                      <a:gd name="connsiteY9" fmla="*/ -2036 h 92524"/>
                      <a:gd name="connsiteX10" fmla="*/ -186 w 55066"/>
                      <a:gd name="connsiteY10" fmla="*/ -2036 h 92524"/>
                      <a:gd name="connsiteX11" fmla="*/ -186 w 55066"/>
                      <a:gd name="connsiteY11" fmla="*/ 8493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186" y="8493"/>
                        </a:moveTo>
                        <a:lnTo>
                          <a:pt x="20251" y="8493"/>
                        </a:lnTo>
                        <a:lnTo>
                          <a:pt x="20251" y="79086"/>
                        </a:lnTo>
                        <a:lnTo>
                          <a:pt x="-1990" y="74625"/>
                        </a:lnTo>
                        <a:lnTo>
                          <a:pt x="-1990" y="86027"/>
                        </a:lnTo>
                        <a:lnTo>
                          <a:pt x="20132" y="90488"/>
                        </a:lnTo>
                        <a:lnTo>
                          <a:pt x="32640" y="90488"/>
                        </a:lnTo>
                        <a:lnTo>
                          <a:pt x="32640" y="8493"/>
                        </a:lnTo>
                        <a:lnTo>
                          <a:pt x="53076" y="8493"/>
                        </a:lnTo>
                        <a:lnTo>
                          <a:pt x="53076" y="-2036"/>
                        </a:lnTo>
                        <a:lnTo>
                          <a:pt x="-186" y="-2036"/>
                        </a:lnTo>
                        <a:lnTo>
                          <a:pt x="-186" y="84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3" name="Freeform: Shape 22">
                    <a:extLst>
                      <a:ext uri="{FF2B5EF4-FFF2-40B4-BE49-F238E27FC236}">
                        <a16:creationId xmlns:a16="http://schemas.microsoft.com/office/drawing/2014/main" id="{1A2C6ABB-D829-632E-3258-198E7DAAFD01}"/>
                      </a:ext>
                    </a:extLst>
                  </p:cNvPr>
                  <p:cNvSpPr/>
                  <p:nvPr/>
                </p:nvSpPr>
                <p:spPr>
                  <a:xfrm flipV="1">
                    <a:off x="4517582" y="4955763"/>
                    <a:ext cx="63926" cy="95994"/>
                  </a:xfrm>
                  <a:custGeom>
                    <a:avLst/>
                    <a:gdLst>
                      <a:gd name="connsiteX0" fmla="*/ 30028 w 63926"/>
                      <a:gd name="connsiteY0" fmla="*/ 84047 h 95994"/>
                      <a:gd name="connsiteX1" fmla="*/ 15498 w 63926"/>
                      <a:gd name="connsiteY1" fmla="*/ 74529 h 95994"/>
                      <a:gd name="connsiteX2" fmla="*/ 10641 w 63926"/>
                      <a:gd name="connsiteY2" fmla="*/ 45935 h 95994"/>
                      <a:gd name="connsiteX3" fmla="*/ 15498 w 63926"/>
                      <a:gd name="connsiteY3" fmla="*/ 17400 h 95994"/>
                      <a:gd name="connsiteX4" fmla="*/ 30028 w 63926"/>
                      <a:gd name="connsiteY4" fmla="*/ 7882 h 95994"/>
                      <a:gd name="connsiteX5" fmla="*/ 44617 w 63926"/>
                      <a:gd name="connsiteY5" fmla="*/ 17400 h 95994"/>
                      <a:gd name="connsiteX6" fmla="*/ 49493 w 63926"/>
                      <a:gd name="connsiteY6" fmla="*/ 45935 h 95994"/>
                      <a:gd name="connsiteX7" fmla="*/ 44617 w 63926"/>
                      <a:gd name="connsiteY7" fmla="*/ 74529 h 95994"/>
                      <a:gd name="connsiteX8" fmla="*/ 30028 w 63926"/>
                      <a:gd name="connsiteY8" fmla="*/ 84047 h 95994"/>
                      <a:gd name="connsiteX9" fmla="*/ 30028 w 63926"/>
                      <a:gd name="connsiteY9" fmla="*/ 93962 h 95994"/>
                      <a:gd name="connsiteX10" fmla="*/ 53794 w 63926"/>
                      <a:gd name="connsiteY10" fmla="*/ 81648 h 95994"/>
                      <a:gd name="connsiteX11" fmla="*/ 62001 w 63926"/>
                      <a:gd name="connsiteY11" fmla="*/ 45935 h 95994"/>
                      <a:gd name="connsiteX12" fmla="*/ 53794 w 63926"/>
                      <a:gd name="connsiteY12" fmla="*/ 10262 h 95994"/>
                      <a:gd name="connsiteX13" fmla="*/ 30028 w 63926"/>
                      <a:gd name="connsiteY13" fmla="*/ -2032 h 95994"/>
                      <a:gd name="connsiteX14" fmla="*/ 6281 w 63926"/>
                      <a:gd name="connsiteY14" fmla="*/ 10262 h 95994"/>
                      <a:gd name="connsiteX15" fmla="*/ -1926 w 63926"/>
                      <a:gd name="connsiteY15" fmla="*/ 45935 h 95994"/>
                      <a:gd name="connsiteX16" fmla="*/ 6281 w 63926"/>
                      <a:gd name="connsiteY16" fmla="*/ 81648 h 95994"/>
                      <a:gd name="connsiteX17" fmla="*/ 30028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28" y="84047"/>
                        </a:moveTo>
                        <a:cubicBezTo>
                          <a:pt x="23592" y="84047"/>
                          <a:pt x="18749" y="80874"/>
                          <a:pt x="15498" y="74529"/>
                        </a:cubicBezTo>
                        <a:cubicBezTo>
                          <a:pt x="12260" y="68197"/>
                          <a:pt x="10641" y="58665"/>
                          <a:pt x="10641" y="45935"/>
                        </a:cubicBezTo>
                        <a:cubicBezTo>
                          <a:pt x="10641" y="33257"/>
                          <a:pt x="12260" y="23746"/>
                          <a:pt x="15498" y="17400"/>
                        </a:cubicBezTo>
                        <a:cubicBezTo>
                          <a:pt x="18749" y="11055"/>
                          <a:pt x="23592" y="7882"/>
                          <a:pt x="30028" y="7882"/>
                        </a:cubicBezTo>
                        <a:cubicBezTo>
                          <a:pt x="36516" y="7882"/>
                          <a:pt x="41379" y="11055"/>
                          <a:pt x="44617" y="17400"/>
                        </a:cubicBezTo>
                        <a:cubicBezTo>
                          <a:pt x="47868" y="23746"/>
                          <a:pt x="49493" y="33257"/>
                          <a:pt x="49493" y="45935"/>
                        </a:cubicBezTo>
                        <a:cubicBezTo>
                          <a:pt x="49493" y="58665"/>
                          <a:pt x="47868" y="68197"/>
                          <a:pt x="44617" y="74529"/>
                        </a:cubicBezTo>
                        <a:cubicBezTo>
                          <a:pt x="41379" y="80874"/>
                          <a:pt x="36516" y="84047"/>
                          <a:pt x="30028" y="84047"/>
                        </a:cubicBezTo>
                        <a:close/>
                        <a:moveTo>
                          <a:pt x="30028" y="93962"/>
                        </a:moveTo>
                        <a:cubicBezTo>
                          <a:pt x="40401" y="93962"/>
                          <a:pt x="48323" y="89857"/>
                          <a:pt x="53794" y="81648"/>
                        </a:cubicBezTo>
                        <a:cubicBezTo>
                          <a:pt x="59265" y="73452"/>
                          <a:pt x="62001" y="61547"/>
                          <a:pt x="62001" y="45935"/>
                        </a:cubicBezTo>
                        <a:cubicBezTo>
                          <a:pt x="62001" y="30362"/>
                          <a:pt x="59265" y="18471"/>
                          <a:pt x="53794" y="10262"/>
                        </a:cubicBezTo>
                        <a:cubicBezTo>
                          <a:pt x="48323" y="2066"/>
                          <a:pt x="40401" y="-2032"/>
                          <a:pt x="30028" y="-2032"/>
                        </a:cubicBezTo>
                        <a:cubicBezTo>
                          <a:pt x="19667" y="-2032"/>
                          <a:pt x="11751" y="2066"/>
                          <a:pt x="6281" y="10262"/>
                        </a:cubicBezTo>
                        <a:cubicBezTo>
                          <a:pt x="810" y="18471"/>
                          <a:pt x="-1926" y="30362"/>
                          <a:pt x="-1926" y="45935"/>
                        </a:cubicBezTo>
                        <a:cubicBezTo>
                          <a:pt x="-1926" y="61547"/>
                          <a:pt x="810" y="73452"/>
                          <a:pt x="6281" y="81648"/>
                        </a:cubicBezTo>
                        <a:cubicBezTo>
                          <a:pt x="11751" y="89857"/>
                          <a:pt x="19667" y="93962"/>
                          <a:pt x="30028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4" name="Graphic 2">
                <a:extLst>
                  <a:ext uri="{FF2B5EF4-FFF2-40B4-BE49-F238E27FC236}">
                    <a16:creationId xmlns:a16="http://schemas.microsoft.com/office/drawing/2014/main" id="{A0BF6A2E-A3FD-6502-AD7E-08574B5CFFF9}"/>
                  </a:ext>
                </a:extLst>
              </p:cNvPr>
              <p:cNvGrpSpPr/>
              <p:nvPr/>
            </p:nvGrpSpPr>
            <p:grpSpPr>
              <a:xfrm>
                <a:off x="4923895" y="4864687"/>
                <a:ext cx="223926" cy="187070"/>
                <a:chOff x="4923895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7DEF1FD8-2180-4C15-854A-D46F652BE520}"/>
                    </a:ext>
                  </a:extLst>
                </p:cNvPr>
                <p:cNvSpPr/>
                <p:nvPr/>
              </p:nvSpPr>
              <p:spPr>
                <a:xfrm>
                  <a:off x="5035177" y="4864687"/>
                  <a:ext cx="12686" cy="44417"/>
                </a:xfrm>
                <a:custGeom>
                  <a:avLst/>
                  <a:gdLst>
                    <a:gd name="connsiteX0" fmla="*/ 147 w 12686"/>
                    <a:gd name="connsiteY0" fmla="*/ 286 h 44417"/>
                    <a:gd name="connsiteX1" fmla="*/ 147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47" y="286"/>
                      </a:moveTo>
                      <a:lnTo>
                        <a:pt x="147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6" name="Graphic 2">
                  <a:extLst>
                    <a:ext uri="{FF2B5EF4-FFF2-40B4-BE49-F238E27FC236}">
                      <a16:creationId xmlns:a16="http://schemas.microsoft.com/office/drawing/2014/main" id="{5A032115-FF85-BBA1-74D3-EB3CA7141103}"/>
                    </a:ext>
                  </a:extLst>
                </p:cNvPr>
                <p:cNvGrpSpPr/>
                <p:nvPr/>
              </p:nvGrpSpPr>
              <p:grpSpPr>
                <a:xfrm>
                  <a:off x="4923895" y="4955763"/>
                  <a:ext cx="223926" cy="95994"/>
                  <a:chOff x="4923895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7" name="Freeform: Shape 26">
                    <a:extLst>
                      <a:ext uri="{FF2B5EF4-FFF2-40B4-BE49-F238E27FC236}">
                        <a16:creationId xmlns:a16="http://schemas.microsoft.com/office/drawing/2014/main" id="{5AECBFA9-7E14-BDC9-B7FE-96634F56C0A6}"/>
                      </a:ext>
                    </a:extLst>
                  </p:cNvPr>
                  <p:cNvSpPr/>
                  <p:nvPr/>
                </p:nvSpPr>
                <p:spPr>
                  <a:xfrm flipV="1">
                    <a:off x="4923895" y="4957429"/>
                    <a:ext cx="59843" cy="94328"/>
                  </a:xfrm>
                  <a:custGeom>
                    <a:avLst/>
                    <a:gdLst>
                      <a:gd name="connsiteX0" fmla="*/ 2042 w 59843"/>
                      <a:gd name="connsiteY0" fmla="*/ 92338 h 94328"/>
                      <a:gd name="connsiteX1" fmla="*/ 51161 w 59843"/>
                      <a:gd name="connsiteY1" fmla="*/ 92338 h 94328"/>
                      <a:gd name="connsiteX2" fmla="*/ 51161 w 59843"/>
                      <a:gd name="connsiteY2" fmla="*/ 81789 h 94328"/>
                      <a:gd name="connsiteX3" fmla="*/ 13499 w 59843"/>
                      <a:gd name="connsiteY3" fmla="*/ 81789 h 94328"/>
                      <a:gd name="connsiteX4" fmla="*/ 13499 w 59843"/>
                      <a:gd name="connsiteY4" fmla="*/ 59124 h 94328"/>
                      <a:gd name="connsiteX5" fmla="*/ 18930 w 59843"/>
                      <a:gd name="connsiteY5" fmla="*/ 60512 h 94328"/>
                      <a:gd name="connsiteX6" fmla="*/ 24401 w 59843"/>
                      <a:gd name="connsiteY6" fmla="*/ 60968 h 94328"/>
                      <a:gd name="connsiteX7" fmla="*/ 48922 w 59843"/>
                      <a:gd name="connsiteY7" fmla="*/ 52481 h 94328"/>
                      <a:gd name="connsiteX8" fmla="*/ 57980 w 59843"/>
                      <a:gd name="connsiteY8" fmla="*/ 29499 h 94328"/>
                      <a:gd name="connsiteX9" fmla="*/ 48684 w 59843"/>
                      <a:gd name="connsiteY9" fmla="*/ 6279 h 94328"/>
                      <a:gd name="connsiteX10" fmla="*/ 22479 w 59843"/>
                      <a:gd name="connsiteY10" fmla="*/ -1990 h 94328"/>
                      <a:gd name="connsiteX11" fmla="*/ 10605 w 59843"/>
                      <a:gd name="connsiteY11" fmla="*/ -999 h 94328"/>
                      <a:gd name="connsiteX12" fmla="*/ -1863 w 59843"/>
                      <a:gd name="connsiteY12" fmla="*/ 1976 h 94328"/>
                      <a:gd name="connsiteX13" fmla="*/ -1863 w 59843"/>
                      <a:gd name="connsiteY13" fmla="*/ 14567 h 94328"/>
                      <a:gd name="connsiteX14" fmla="*/ 9654 w 59843"/>
                      <a:gd name="connsiteY14" fmla="*/ 10046 h 94328"/>
                      <a:gd name="connsiteX15" fmla="*/ 22221 w 59843"/>
                      <a:gd name="connsiteY15" fmla="*/ 8559 h 94328"/>
                      <a:gd name="connsiteX16" fmla="*/ 39189 w 59843"/>
                      <a:gd name="connsiteY16" fmla="*/ 14190 h 94328"/>
                      <a:gd name="connsiteX17" fmla="*/ 45453 w 59843"/>
                      <a:gd name="connsiteY17" fmla="*/ 29499 h 94328"/>
                      <a:gd name="connsiteX18" fmla="*/ 39189 w 59843"/>
                      <a:gd name="connsiteY18" fmla="*/ 44787 h 94328"/>
                      <a:gd name="connsiteX19" fmla="*/ 22221 w 59843"/>
                      <a:gd name="connsiteY19" fmla="*/ 50439 h 94328"/>
                      <a:gd name="connsiteX20" fmla="*/ 12211 w 59843"/>
                      <a:gd name="connsiteY20" fmla="*/ 49328 h 94328"/>
                      <a:gd name="connsiteX21" fmla="*/ 2042 w 59843"/>
                      <a:gd name="connsiteY21" fmla="*/ 45858 h 94328"/>
                      <a:gd name="connsiteX22" fmla="*/ 2042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42" y="92338"/>
                        </a:moveTo>
                        <a:lnTo>
                          <a:pt x="51161" y="92338"/>
                        </a:lnTo>
                        <a:lnTo>
                          <a:pt x="51161" y="81789"/>
                        </a:lnTo>
                        <a:lnTo>
                          <a:pt x="13499" y="81789"/>
                        </a:lnTo>
                        <a:lnTo>
                          <a:pt x="13499" y="59124"/>
                        </a:lnTo>
                        <a:cubicBezTo>
                          <a:pt x="15310" y="59745"/>
                          <a:pt x="17120" y="60208"/>
                          <a:pt x="18930" y="60512"/>
                        </a:cubicBezTo>
                        <a:cubicBezTo>
                          <a:pt x="20754" y="60816"/>
                          <a:pt x="22578" y="60968"/>
                          <a:pt x="24401" y="60968"/>
                        </a:cubicBezTo>
                        <a:cubicBezTo>
                          <a:pt x="34722" y="60968"/>
                          <a:pt x="42896" y="58139"/>
                          <a:pt x="48922" y="52481"/>
                        </a:cubicBezTo>
                        <a:cubicBezTo>
                          <a:pt x="54961" y="46823"/>
                          <a:pt x="57980" y="39162"/>
                          <a:pt x="57980" y="29499"/>
                        </a:cubicBezTo>
                        <a:cubicBezTo>
                          <a:pt x="57980" y="19544"/>
                          <a:pt x="54881" y="11804"/>
                          <a:pt x="48684" y="6279"/>
                        </a:cubicBezTo>
                        <a:cubicBezTo>
                          <a:pt x="42486" y="766"/>
                          <a:pt x="33751" y="-1990"/>
                          <a:pt x="22479" y="-1990"/>
                        </a:cubicBezTo>
                        <a:cubicBezTo>
                          <a:pt x="18594" y="-1990"/>
                          <a:pt x="14636" y="-1660"/>
                          <a:pt x="10605" y="-999"/>
                        </a:cubicBezTo>
                        <a:cubicBezTo>
                          <a:pt x="6588" y="-338"/>
                          <a:pt x="2432" y="654"/>
                          <a:pt x="-1863" y="1976"/>
                        </a:cubicBezTo>
                        <a:lnTo>
                          <a:pt x="-1863" y="14567"/>
                        </a:lnTo>
                        <a:cubicBezTo>
                          <a:pt x="1850" y="12545"/>
                          <a:pt x="5689" y="11038"/>
                          <a:pt x="9654" y="10046"/>
                        </a:cubicBezTo>
                        <a:cubicBezTo>
                          <a:pt x="13618" y="9055"/>
                          <a:pt x="17807" y="8559"/>
                          <a:pt x="22221" y="8559"/>
                        </a:cubicBezTo>
                        <a:cubicBezTo>
                          <a:pt x="29370" y="8559"/>
                          <a:pt x="35026" y="10436"/>
                          <a:pt x="39189" y="14190"/>
                        </a:cubicBezTo>
                        <a:cubicBezTo>
                          <a:pt x="43365" y="17945"/>
                          <a:pt x="45453" y="23048"/>
                          <a:pt x="45453" y="29499"/>
                        </a:cubicBezTo>
                        <a:cubicBezTo>
                          <a:pt x="45453" y="35937"/>
                          <a:pt x="43365" y="41033"/>
                          <a:pt x="39189" y="44787"/>
                        </a:cubicBezTo>
                        <a:cubicBezTo>
                          <a:pt x="35026" y="48555"/>
                          <a:pt x="29370" y="50439"/>
                          <a:pt x="22221" y="50439"/>
                        </a:cubicBezTo>
                        <a:cubicBezTo>
                          <a:pt x="18878" y="50439"/>
                          <a:pt x="15541" y="50068"/>
                          <a:pt x="12211" y="49328"/>
                        </a:cubicBezTo>
                        <a:cubicBezTo>
                          <a:pt x="8894" y="48588"/>
                          <a:pt x="5504" y="47431"/>
                          <a:pt x="2042" y="45858"/>
                        </a:cubicBezTo>
                        <a:lnTo>
                          <a:pt x="204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8" name="Freeform: Shape 27">
                    <a:extLst>
                      <a:ext uri="{FF2B5EF4-FFF2-40B4-BE49-F238E27FC236}">
                        <a16:creationId xmlns:a16="http://schemas.microsoft.com/office/drawing/2014/main" id="{5F4D196C-9FD4-D476-5D98-6C097A16177F}"/>
                      </a:ext>
                    </a:extLst>
                  </p:cNvPr>
                  <p:cNvSpPr/>
                  <p:nvPr/>
                </p:nvSpPr>
                <p:spPr>
                  <a:xfrm flipV="1">
                    <a:off x="5004113" y="4955763"/>
                    <a:ext cx="58713" cy="94189"/>
                  </a:xfrm>
                  <a:custGeom>
                    <a:avLst/>
                    <a:gdLst>
                      <a:gd name="connsiteX0" fmla="*/ 13242 w 58713"/>
                      <a:gd name="connsiteY0" fmla="*/ 8451 h 94189"/>
                      <a:gd name="connsiteX1" fmla="*/ 56910 w 58713"/>
                      <a:gd name="connsiteY1" fmla="*/ 8451 h 94189"/>
                      <a:gd name="connsiteX2" fmla="*/ 56910 w 58713"/>
                      <a:gd name="connsiteY2" fmla="*/ -2078 h 94189"/>
                      <a:gd name="connsiteX3" fmla="*/ -1803 w 58713"/>
                      <a:gd name="connsiteY3" fmla="*/ -2078 h 94189"/>
                      <a:gd name="connsiteX4" fmla="*/ -1803 w 58713"/>
                      <a:gd name="connsiteY4" fmla="*/ 8451 h 94189"/>
                      <a:gd name="connsiteX5" fmla="*/ 17603 w 58713"/>
                      <a:gd name="connsiteY5" fmla="*/ 28241 h 94189"/>
                      <a:gd name="connsiteX6" fmla="*/ 33064 w 58713"/>
                      <a:gd name="connsiteY6" fmla="*/ 44283 h 94189"/>
                      <a:gd name="connsiteX7" fmla="*/ 41449 w 58713"/>
                      <a:gd name="connsiteY7" fmla="*/ 55705 h 94189"/>
                      <a:gd name="connsiteX8" fmla="*/ 43847 w 58713"/>
                      <a:gd name="connsiteY8" fmla="*/ 64906 h 94189"/>
                      <a:gd name="connsiteX9" fmla="*/ 38674 w 58713"/>
                      <a:gd name="connsiteY9" fmla="*/ 76922 h 94189"/>
                      <a:gd name="connsiteX10" fmla="*/ 25195 w 58713"/>
                      <a:gd name="connsiteY10" fmla="*/ 81582 h 94189"/>
                      <a:gd name="connsiteX11" fmla="*/ 12766 w 58713"/>
                      <a:gd name="connsiteY11" fmla="*/ 79540 h 94189"/>
                      <a:gd name="connsiteX12" fmla="*/ -1189 w 58713"/>
                      <a:gd name="connsiteY12" fmla="*/ 73333 h 94189"/>
                      <a:gd name="connsiteX13" fmla="*/ -1189 w 58713"/>
                      <a:gd name="connsiteY13" fmla="*/ 85984 h 94189"/>
                      <a:gd name="connsiteX14" fmla="*/ 12925 w 58713"/>
                      <a:gd name="connsiteY14" fmla="*/ 90565 h 94189"/>
                      <a:gd name="connsiteX15" fmla="*/ 24957 w 58713"/>
                      <a:gd name="connsiteY15" fmla="*/ 92112 h 94189"/>
                      <a:gd name="connsiteX16" fmla="*/ 47871 w 58713"/>
                      <a:gd name="connsiteY16" fmla="*/ 84914 h 94189"/>
                      <a:gd name="connsiteX17" fmla="*/ 56415 w 58713"/>
                      <a:gd name="connsiteY17" fmla="*/ 65719 h 94189"/>
                      <a:gd name="connsiteX18" fmla="*/ 54274 w 58713"/>
                      <a:gd name="connsiteY18" fmla="*/ 54892 h 94189"/>
                      <a:gd name="connsiteX19" fmla="*/ 46504 w 58713"/>
                      <a:gd name="connsiteY19" fmla="*/ 42855 h 94189"/>
                      <a:gd name="connsiteX20" fmla="*/ 36652 w 58713"/>
                      <a:gd name="connsiteY20" fmla="*/ 32465 h 94189"/>
                      <a:gd name="connsiteX21" fmla="*/ 13242 w 58713"/>
                      <a:gd name="connsiteY21" fmla="*/ 8451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242" y="8451"/>
                        </a:moveTo>
                        <a:lnTo>
                          <a:pt x="56910" y="8451"/>
                        </a:lnTo>
                        <a:lnTo>
                          <a:pt x="56910" y="-2078"/>
                        </a:lnTo>
                        <a:lnTo>
                          <a:pt x="-1803" y="-2078"/>
                        </a:lnTo>
                        <a:lnTo>
                          <a:pt x="-1803" y="8451"/>
                        </a:lnTo>
                        <a:cubicBezTo>
                          <a:pt x="2941" y="13369"/>
                          <a:pt x="9410" y="19966"/>
                          <a:pt x="17603" y="28241"/>
                        </a:cubicBezTo>
                        <a:cubicBezTo>
                          <a:pt x="25809" y="36530"/>
                          <a:pt x="30963" y="41877"/>
                          <a:pt x="33064" y="44283"/>
                        </a:cubicBezTo>
                        <a:cubicBezTo>
                          <a:pt x="37068" y="48778"/>
                          <a:pt x="39863" y="52585"/>
                          <a:pt x="41449" y="55705"/>
                        </a:cubicBezTo>
                        <a:cubicBezTo>
                          <a:pt x="43048" y="58825"/>
                          <a:pt x="43847" y="61892"/>
                          <a:pt x="43847" y="64906"/>
                        </a:cubicBezTo>
                        <a:cubicBezTo>
                          <a:pt x="43847" y="69823"/>
                          <a:pt x="42123" y="73829"/>
                          <a:pt x="38674" y="76922"/>
                        </a:cubicBezTo>
                        <a:cubicBezTo>
                          <a:pt x="35225" y="80029"/>
                          <a:pt x="30732" y="81582"/>
                          <a:pt x="25195" y="81582"/>
                        </a:cubicBezTo>
                        <a:cubicBezTo>
                          <a:pt x="21270" y="81582"/>
                          <a:pt x="17127" y="80901"/>
                          <a:pt x="12766" y="79540"/>
                        </a:cubicBezTo>
                        <a:cubicBezTo>
                          <a:pt x="8418" y="78178"/>
                          <a:pt x="3767" y="76109"/>
                          <a:pt x="-1189" y="73333"/>
                        </a:cubicBezTo>
                        <a:lnTo>
                          <a:pt x="-1189" y="85984"/>
                        </a:lnTo>
                        <a:cubicBezTo>
                          <a:pt x="3846" y="88007"/>
                          <a:pt x="8551" y="89534"/>
                          <a:pt x="12925" y="90565"/>
                        </a:cubicBezTo>
                        <a:cubicBezTo>
                          <a:pt x="17312" y="91596"/>
                          <a:pt x="21323" y="92112"/>
                          <a:pt x="24957" y="92112"/>
                        </a:cubicBezTo>
                        <a:cubicBezTo>
                          <a:pt x="34537" y="92112"/>
                          <a:pt x="42176" y="89712"/>
                          <a:pt x="47871" y="84914"/>
                        </a:cubicBezTo>
                        <a:cubicBezTo>
                          <a:pt x="53567" y="80128"/>
                          <a:pt x="56415" y="73730"/>
                          <a:pt x="56415" y="65719"/>
                        </a:cubicBezTo>
                        <a:cubicBezTo>
                          <a:pt x="56415" y="61912"/>
                          <a:pt x="55701" y="58303"/>
                          <a:pt x="54274" y="54892"/>
                        </a:cubicBezTo>
                        <a:cubicBezTo>
                          <a:pt x="52860" y="51494"/>
                          <a:pt x="50270" y="47482"/>
                          <a:pt x="46504" y="42855"/>
                        </a:cubicBezTo>
                        <a:cubicBezTo>
                          <a:pt x="45473" y="41652"/>
                          <a:pt x="42189" y="38189"/>
                          <a:pt x="36652" y="32465"/>
                        </a:cubicBezTo>
                        <a:cubicBezTo>
                          <a:pt x="31128" y="26741"/>
                          <a:pt x="23325" y="18736"/>
                          <a:pt x="13242" y="845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9" name="Freeform: Shape 28">
                    <a:extLst>
                      <a:ext uri="{FF2B5EF4-FFF2-40B4-BE49-F238E27FC236}">
                        <a16:creationId xmlns:a16="http://schemas.microsoft.com/office/drawing/2014/main" id="{781E64AC-894D-407F-D99A-9015E619D730}"/>
                      </a:ext>
                    </a:extLst>
                  </p:cNvPr>
                  <p:cNvSpPr/>
                  <p:nvPr/>
                </p:nvSpPr>
                <p:spPr>
                  <a:xfrm flipV="1">
                    <a:off x="5083895" y="4955763"/>
                    <a:ext cx="63926" cy="95994"/>
                  </a:xfrm>
                  <a:custGeom>
                    <a:avLst/>
                    <a:gdLst>
                      <a:gd name="connsiteX0" fmla="*/ 30072 w 63926"/>
                      <a:gd name="connsiteY0" fmla="*/ 84047 h 95994"/>
                      <a:gd name="connsiteX1" fmla="*/ 15542 w 63926"/>
                      <a:gd name="connsiteY1" fmla="*/ 74529 h 95994"/>
                      <a:gd name="connsiteX2" fmla="*/ 10686 w 63926"/>
                      <a:gd name="connsiteY2" fmla="*/ 45935 h 95994"/>
                      <a:gd name="connsiteX3" fmla="*/ 15542 w 63926"/>
                      <a:gd name="connsiteY3" fmla="*/ 17400 h 95994"/>
                      <a:gd name="connsiteX4" fmla="*/ 30072 w 63926"/>
                      <a:gd name="connsiteY4" fmla="*/ 7882 h 95994"/>
                      <a:gd name="connsiteX5" fmla="*/ 44661 w 63926"/>
                      <a:gd name="connsiteY5" fmla="*/ 17400 h 95994"/>
                      <a:gd name="connsiteX6" fmla="*/ 49538 w 63926"/>
                      <a:gd name="connsiteY6" fmla="*/ 45935 h 95994"/>
                      <a:gd name="connsiteX7" fmla="*/ 44661 w 63926"/>
                      <a:gd name="connsiteY7" fmla="*/ 74529 h 95994"/>
                      <a:gd name="connsiteX8" fmla="*/ 30072 w 63926"/>
                      <a:gd name="connsiteY8" fmla="*/ 84047 h 95994"/>
                      <a:gd name="connsiteX9" fmla="*/ 30072 w 63926"/>
                      <a:gd name="connsiteY9" fmla="*/ 93962 h 95994"/>
                      <a:gd name="connsiteX10" fmla="*/ 53839 w 63926"/>
                      <a:gd name="connsiteY10" fmla="*/ 81648 h 95994"/>
                      <a:gd name="connsiteX11" fmla="*/ 62045 w 63926"/>
                      <a:gd name="connsiteY11" fmla="*/ 45935 h 95994"/>
                      <a:gd name="connsiteX12" fmla="*/ 53839 w 63926"/>
                      <a:gd name="connsiteY12" fmla="*/ 10262 h 95994"/>
                      <a:gd name="connsiteX13" fmla="*/ 30072 w 63926"/>
                      <a:gd name="connsiteY13" fmla="*/ -2032 h 95994"/>
                      <a:gd name="connsiteX14" fmla="*/ 6325 w 63926"/>
                      <a:gd name="connsiteY14" fmla="*/ 10262 h 95994"/>
                      <a:gd name="connsiteX15" fmla="*/ -1881 w 63926"/>
                      <a:gd name="connsiteY15" fmla="*/ 45935 h 95994"/>
                      <a:gd name="connsiteX16" fmla="*/ 6325 w 63926"/>
                      <a:gd name="connsiteY16" fmla="*/ 81648 h 95994"/>
                      <a:gd name="connsiteX17" fmla="*/ 30072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72" y="84047"/>
                        </a:moveTo>
                        <a:cubicBezTo>
                          <a:pt x="23637" y="84047"/>
                          <a:pt x="18793" y="80874"/>
                          <a:pt x="15542" y="74529"/>
                        </a:cubicBezTo>
                        <a:cubicBezTo>
                          <a:pt x="12305" y="68197"/>
                          <a:pt x="10686" y="58665"/>
                          <a:pt x="10686" y="45935"/>
                        </a:cubicBezTo>
                        <a:cubicBezTo>
                          <a:pt x="10686" y="33257"/>
                          <a:pt x="12305" y="23746"/>
                          <a:pt x="15542" y="17400"/>
                        </a:cubicBezTo>
                        <a:cubicBezTo>
                          <a:pt x="18793" y="11055"/>
                          <a:pt x="23637" y="7882"/>
                          <a:pt x="30072" y="7882"/>
                        </a:cubicBezTo>
                        <a:cubicBezTo>
                          <a:pt x="36561" y="7882"/>
                          <a:pt x="41424" y="11055"/>
                          <a:pt x="44661" y="17400"/>
                        </a:cubicBezTo>
                        <a:cubicBezTo>
                          <a:pt x="47912" y="23746"/>
                          <a:pt x="49538" y="33257"/>
                          <a:pt x="49538" y="45935"/>
                        </a:cubicBezTo>
                        <a:cubicBezTo>
                          <a:pt x="49538" y="58665"/>
                          <a:pt x="47912" y="68197"/>
                          <a:pt x="44661" y="74529"/>
                        </a:cubicBezTo>
                        <a:cubicBezTo>
                          <a:pt x="41424" y="80874"/>
                          <a:pt x="36561" y="84047"/>
                          <a:pt x="30072" y="84047"/>
                        </a:cubicBezTo>
                        <a:close/>
                        <a:moveTo>
                          <a:pt x="30072" y="93962"/>
                        </a:moveTo>
                        <a:cubicBezTo>
                          <a:pt x="40446" y="93962"/>
                          <a:pt x="48368" y="89857"/>
                          <a:pt x="53839" y="81648"/>
                        </a:cubicBezTo>
                        <a:cubicBezTo>
                          <a:pt x="59310" y="73452"/>
                          <a:pt x="62045" y="61547"/>
                          <a:pt x="62045" y="45935"/>
                        </a:cubicBezTo>
                        <a:cubicBezTo>
                          <a:pt x="62045" y="30362"/>
                          <a:pt x="59310" y="18471"/>
                          <a:pt x="53839" y="10262"/>
                        </a:cubicBezTo>
                        <a:cubicBezTo>
                          <a:pt x="48368" y="2066"/>
                          <a:pt x="40446" y="-2032"/>
                          <a:pt x="30072" y="-2032"/>
                        </a:cubicBezTo>
                        <a:cubicBezTo>
                          <a:pt x="19712" y="-2032"/>
                          <a:pt x="11796" y="2066"/>
                          <a:pt x="6325" y="10262"/>
                        </a:cubicBezTo>
                        <a:cubicBezTo>
                          <a:pt x="854" y="18471"/>
                          <a:pt x="-1881" y="30362"/>
                          <a:pt x="-1881" y="45935"/>
                        </a:cubicBezTo>
                        <a:cubicBezTo>
                          <a:pt x="-1881" y="61547"/>
                          <a:pt x="854" y="73452"/>
                          <a:pt x="6325" y="81648"/>
                        </a:cubicBezTo>
                        <a:cubicBezTo>
                          <a:pt x="11796" y="89857"/>
                          <a:pt x="19712" y="93962"/>
                          <a:pt x="3007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0" name="Graphic 2">
                <a:extLst>
                  <a:ext uri="{FF2B5EF4-FFF2-40B4-BE49-F238E27FC236}">
                    <a16:creationId xmlns:a16="http://schemas.microsoft.com/office/drawing/2014/main" id="{0137370D-C530-B6B9-3710-1659427296E4}"/>
                  </a:ext>
                </a:extLst>
              </p:cNvPr>
              <p:cNvGrpSpPr/>
              <p:nvPr/>
            </p:nvGrpSpPr>
            <p:grpSpPr>
              <a:xfrm>
                <a:off x="5490208" y="4864687"/>
                <a:ext cx="223926" cy="187070"/>
                <a:chOff x="5490208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5ECE1BB5-F0E8-9C96-D400-8616DEB54B55}"/>
                    </a:ext>
                  </a:extLst>
                </p:cNvPr>
                <p:cNvSpPr/>
                <p:nvPr/>
              </p:nvSpPr>
              <p:spPr>
                <a:xfrm>
                  <a:off x="5601490" y="4864687"/>
                  <a:ext cx="12686" cy="44417"/>
                </a:xfrm>
                <a:custGeom>
                  <a:avLst/>
                  <a:gdLst>
                    <a:gd name="connsiteX0" fmla="*/ 192 w 12686"/>
                    <a:gd name="connsiteY0" fmla="*/ 286 h 44417"/>
                    <a:gd name="connsiteX1" fmla="*/ 192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92" y="286"/>
                      </a:moveTo>
                      <a:lnTo>
                        <a:pt x="192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2" name="Graphic 2">
                  <a:extLst>
                    <a:ext uri="{FF2B5EF4-FFF2-40B4-BE49-F238E27FC236}">
                      <a16:creationId xmlns:a16="http://schemas.microsoft.com/office/drawing/2014/main" id="{8276D48C-C13C-7B79-D5D1-F9FC98B0D0C4}"/>
                    </a:ext>
                  </a:extLst>
                </p:cNvPr>
                <p:cNvGrpSpPr/>
                <p:nvPr/>
              </p:nvGrpSpPr>
              <p:grpSpPr>
                <a:xfrm>
                  <a:off x="5490208" y="4955763"/>
                  <a:ext cx="223926" cy="95994"/>
                  <a:chOff x="5490208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33" name="Freeform: Shape 32">
                    <a:extLst>
                      <a:ext uri="{FF2B5EF4-FFF2-40B4-BE49-F238E27FC236}">
                        <a16:creationId xmlns:a16="http://schemas.microsoft.com/office/drawing/2014/main" id="{8D836EEC-5DBC-1AFC-ACD4-857E2258FA08}"/>
                      </a:ext>
                    </a:extLst>
                  </p:cNvPr>
                  <p:cNvSpPr/>
                  <p:nvPr/>
                </p:nvSpPr>
                <p:spPr>
                  <a:xfrm flipV="1">
                    <a:off x="5490208" y="4957429"/>
                    <a:ext cx="59843" cy="94328"/>
                  </a:xfrm>
                  <a:custGeom>
                    <a:avLst/>
                    <a:gdLst>
                      <a:gd name="connsiteX0" fmla="*/ 2087 w 59843"/>
                      <a:gd name="connsiteY0" fmla="*/ 92338 h 94328"/>
                      <a:gd name="connsiteX1" fmla="*/ 51206 w 59843"/>
                      <a:gd name="connsiteY1" fmla="*/ 92338 h 94328"/>
                      <a:gd name="connsiteX2" fmla="*/ 51206 w 59843"/>
                      <a:gd name="connsiteY2" fmla="*/ 81789 h 94328"/>
                      <a:gd name="connsiteX3" fmla="*/ 13544 w 59843"/>
                      <a:gd name="connsiteY3" fmla="*/ 81789 h 94328"/>
                      <a:gd name="connsiteX4" fmla="*/ 13544 w 59843"/>
                      <a:gd name="connsiteY4" fmla="*/ 59124 h 94328"/>
                      <a:gd name="connsiteX5" fmla="*/ 18975 w 59843"/>
                      <a:gd name="connsiteY5" fmla="*/ 60512 h 94328"/>
                      <a:gd name="connsiteX6" fmla="*/ 24446 w 59843"/>
                      <a:gd name="connsiteY6" fmla="*/ 60968 h 94328"/>
                      <a:gd name="connsiteX7" fmla="*/ 48966 w 59843"/>
                      <a:gd name="connsiteY7" fmla="*/ 52481 h 94328"/>
                      <a:gd name="connsiteX8" fmla="*/ 58025 w 59843"/>
                      <a:gd name="connsiteY8" fmla="*/ 29499 h 94328"/>
                      <a:gd name="connsiteX9" fmla="*/ 48728 w 59843"/>
                      <a:gd name="connsiteY9" fmla="*/ 6279 h 94328"/>
                      <a:gd name="connsiteX10" fmla="*/ 22523 w 59843"/>
                      <a:gd name="connsiteY10" fmla="*/ -1990 h 94328"/>
                      <a:gd name="connsiteX11" fmla="*/ 10650 w 59843"/>
                      <a:gd name="connsiteY11" fmla="*/ -999 h 94328"/>
                      <a:gd name="connsiteX12" fmla="*/ -1818 w 59843"/>
                      <a:gd name="connsiteY12" fmla="*/ 1976 h 94328"/>
                      <a:gd name="connsiteX13" fmla="*/ -1818 w 59843"/>
                      <a:gd name="connsiteY13" fmla="*/ 14567 h 94328"/>
                      <a:gd name="connsiteX14" fmla="*/ 9698 w 59843"/>
                      <a:gd name="connsiteY14" fmla="*/ 10046 h 94328"/>
                      <a:gd name="connsiteX15" fmla="*/ 22266 w 59843"/>
                      <a:gd name="connsiteY15" fmla="*/ 8559 h 94328"/>
                      <a:gd name="connsiteX16" fmla="*/ 39233 w 59843"/>
                      <a:gd name="connsiteY16" fmla="*/ 14190 h 94328"/>
                      <a:gd name="connsiteX17" fmla="*/ 45497 w 59843"/>
                      <a:gd name="connsiteY17" fmla="*/ 29499 h 94328"/>
                      <a:gd name="connsiteX18" fmla="*/ 39233 w 59843"/>
                      <a:gd name="connsiteY18" fmla="*/ 44787 h 94328"/>
                      <a:gd name="connsiteX19" fmla="*/ 22266 w 59843"/>
                      <a:gd name="connsiteY19" fmla="*/ 50439 h 94328"/>
                      <a:gd name="connsiteX20" fmla="*/ 12255 w 59843"/>
                      <a:gd name="connsiteY20" fmla="*/ 49328 h 94328"/>
                      <a:gd name="connsiteX21" fmla="*/ 2087 w 59843"/>
                      <a:gd name="connsiteY21" fmla="*/ 45858 h 94328"/>
                      <a:gd name="connsiteX22" fmla="*/ 2087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87" y="92338"/>
                        </a:moveTo>
                        <a:lnTo>
                          <a:pt x="51206" y="92338"/>
                        </a:lnTo>
                        <a:lnTo>
                          <a:pt x="51206" y="81789"/>
                        </a:lnTo>
                        <a:lnTo>
                          <a:pt x="13544" y="81789"/>
                        </a:lnTo>
                        <a:lnTo>
                          <a:pt x="13544" y="59124"/>
                        </a:lnTo>
                        <a:cubicBezTo>
                          <a:pt x="15354" y="59745"/>
                          <a:pt x="17165" y="60208"/>
                          <a:pt x="18975" y="60512"/>
                        </a:cubicBezTo>
                        <a:cubicBezTo>
                          <a:pt x="20799" y="60816"/>
                          <a:pt x="22622" y="60968"/>
                          <a:pt x="24446" y="60968"/>
                        </a:cubicBezTo>
                        <a:cubicBezTo>
                          <a:pt x="34767" y="60968"/>
                          <a:pt x="42940" y="58139"/>
                          <a:pt x="48966" y="52481"/>
                        </a:cubicBezTo>
                        <a:cubicBezTo>
                          <a:pt x="55005" y="46823"/>
                          <a:pt x="58025" y="39162"/>
                          <a:pt x="58025" y="29499"/>
                        </a:cubicBezTo>
                        <a:cubicBezTo>
                          <a:pt x="58025" y="19544"/>
                          <a:pt x="54926" y="11804"/>
                          <a:pt x="48728" y="6279"/>
                        </a:cubicBezTo>
                        <a:cubicBezTo>
                          <a:pt x="42531" y="766"/>
                          <a:pt x="33796" y="-1990"/>
                          <a:pt x="22523" y="-1990"/>
                        </a:cubicBezTo>
                        <a:cubicBezTo>
                          <a:pt x="18638" y="-1990"/>
                          <a:pt x="14680" y="-1660"/>
                          <a:pt x="10650" y="-999"/>
                        </a:cubicBezTo>
                        <a:cubicBezTo>
                          <a:pt x="6632" y="-338"/>
                          <a:pt x="2476" y="654"/>
                          <a:pt x="-1818" y="1976"/>
                        </a:cubicBezTo>
                        <a:lnTo>
                          <a:pt x="-1818" y="14567"/>
                        </a:lnTo>
                        <a:cubicBezTo>
                          <a:pt x="1895" y="12545"/>
                          <a:pt x="5734" y="11038"/>
                          <a:pt x="9698" y="10046"/>
                        </a:cubicBezTo>
                        <a:cubicBezTo>
                          <a:pt x="13663" y="9055"/>
                          <a:pt x="17852" y="8559"/>
                          <a:pt x="22266" y="8559"/>
                        </a:cubicBezTo>
                        <a:cubicBezTo>
                          <a:pt x="29415" y="8559"/>
                          <a:pt x="35071" y="10436"/>
                          <a:pt x="39233" y="14190"/>
                        </a:cubicBezTo>
                        <a:cubicBezTo>
                          <a:pt x="43409" y="17945"/>
                          <a:pt x="45497" y="23048"/>
                          <a:pt x="45497" y="29499"/>
                        </a:cubicBezTo>
                        <a:cubicBezTo>
                          <a:pt x="45497" y="35937"/>
                          <a:pt x="43409" y="41033"/>
                          <a:pt x="39233" y="44787"/>
                        </a:cubicBezTo>
                        <a:cubicBezTo>
                          <a:pt x="35071" y="48555"/>
                          <a:pt x="29415" y="50439"/>
                          <a:pt x="22266" y="50439"/>
                        </a:cubicBezTo>
                        <a:cubicBezTo>
                          <a:pt x="18922" y="50439"/>
                          <a:pt x="15586" y="50068"/>
                          <a:pt x="12255" y="49328"/>
                        </a:cubicBezTo>
                        <a:cubicBezTo>
                          <a:pt x="8938" y="48588"/>
                          <a:pt x="5549" y="47431"/>
                          <a:pt x="2087" y="45858"/>
                        </a:cubicBezTo>
                        <a:lnTo>
                          <a:pt x="208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4" name="Freeform: Shape 33">
                    <a:extLst>
                      <a:ext uri="{FF2B5EF4-FFF2-40B4-BE49-F238E27FC236}">
                        <a16:creationId xmlns:a16="http://schemas.microsoft.com/office/drawing/2014/main" id="{DD2D6F54-AC21-428F-27E3-BABFA0EFDD1D}"/>
                      </a:ext>
                    </a:extLst>
                  </p:cNvPr>
                  <p:cNvSpPr/>
                  <p:nvPr/>
                </p:nvSpPr>
                <p:spPr>
                  <a:xfrm flipV="1">
                    <a:off x="5570803" y="4955763"/>
                    <a:ext cx="60874" cy="95994"/>
                  </a:xfrm>
                  <a:custGeom>
                    <a:avLst/>
                    <a:gdLst>
                      <a:gd name="connsiteX0" fmla="*/ 39973 w 60874"/>
                      <a:gd name="connsiteY0" fmla="*/ 49663 h 95994"/>
                      <a:gd name="connsiteX1" fmla="*/ 53987 w 60874"/>
                      <a:gd name="connsiteY1" fmla="*/ 41652 h 95994"/>
                      <a:gd name="connsiteX2" fmla="*/ 59042 w 60874"/>
                      <a:gd name="connsiteY2" fmla="*/ 26661 h 95994"/>
                      <a:gd name="connsiteX3" fmla="*/ 49627 w 60874"/>
                      <a:gd name="connsiteY3" fmla="*/ 5463 h 95994"/>
                      <a:gd name="connsiteX4" fmla="*/ 22866 w 60874"/>
                      <a:gd name="connsiteY4" fmla="*/ -2032 h 95994"/>
                      <a:gd name="connsiteX5" fmla="*/ 10894 w 60874"/>
                      <a:gd name="connsiteY5" fmla="*/ -882 h 95994"/>
                      <a:gd name="connsiteX6" fmla="*/ -1832 w 60874"/>
                      <a:gd name="connsiteY6" fmla="*/ 2568 h 95994"/>
                      <a:gd name="connsiteX7" fmla="*/ -1832 w 60874"/>
                      <a:gd name="connsiteY7" fmla="*/ 14644 h 95994"/>
                      <a:gd name="connsiteX8" fmla="*/ 9546 w 60874"/>
                      <a:gd name="connsiteY8" fmla="*/ 10064 h 95994"/>
                      <a:gd name="connsiteX9" fmla="*/ 22510 w 60874"/>
                      <a:gd name="connsiteY9" fmla="*/ 8517 h 95994"/>
                      <a:gd name="connsiteX10" fmla="*/ 40429 w 60874"/>
                      <a:gd name="connsiteY10" fmla="*/ 13157 h 95994"/>
                      <a:gd name="connsiteX11" fmla="*/ 46594 w 60874"/>
                      <a:gd name="connsiteY11" fmla="*/ 26661 h 95994"/>
                      <a:gd name="connsiteX12" fmla="*/ 40865 w 60874"/>
                      <a:gd name="connsiteY12" fmla="*/ 39451 h 95994"/>
                      <a:gd name="connsiteX13" fmla="*/ 24928 w 60874"/>
                      <a:gd name="connsiteY13" fmla="*/ 44071 h 95994"/>
                      <a:gd name="connsiteX14" fmla="*/ 14145 w 60874"/>
                      <a:gd name="connsiteY14" fmla="*/ 44071 h 95994"/>
                      <a:gd name="connsiteX15" fmla="*/ 14145 w 60874"/>
                      <a:gd name="connsiteY15" fmla="*/ 54362 h 95994"/>
                      <a:gd name="connsiteX16" fmla="*/ 25424 w 60874"/>
                      <a:gd name="connsiteY16" fmla="*/ 54362 h 95994"/>
                      <a:gd name="connsiteX17" fmla="*/ 39537 w 60874"/>
                      <a:gd name="connsiteY17" fmla="*/ 58051 h 95994"/>
                      <a:gd name="connsiteX18" fmla="*/ 44433 w 60874"/>
                      <a:gd name="connsiteY18" fmla="*/ 68679 h 95994"/>
                      <a:gd name="connsiteX19" fmla="*/ 39378 w 60874"/>
                      <a:gd name="connsiteY19" fmla="*/ 79605 h 95994"/>
                      <a:gd name="connsiteX20" fmla="*/ 24928 w 60874"/>
                      <a:gd name="connsiteY20" fmla="*/ 83432 h 95994"/>
                      <a:gd name="connsiteX21" fmla="*/ 13887 w 60874"/>
                      <a:gd name="connsiteY21" fmla="*/ 82302 h 95994"/>
                      <a:gd name="connsiteX22" fmla="*/ 943 w 60874"/>
                      <a:gd name="connsiteY22" fmla="*/ 78852 h 95994"/>
                      <a:gd name="connsiteX23" fmla="*/ 943 w 60874"/>
                      <a:gd name="connsiteY23" fmla="*/ 89996 h 95994"/>
                      <a:gd name="connsiteX24" fmla="*/ 14303 w 60874"/>
                      <a:gd name="connsiteY24" fmla="*/ 92970 h 95994"/>
                      <a:gd name="connsiteX25" fmla="*/ 26038 w 60874"/>
                      <a:gd name="connsiteY25" fmla="*/ 93962 h 95994"/>
                      <a:gd name="connsiteX26" fmla="*/ 48576 w 60874"/>
                      <a:gd name="connsiteY26" fmla="*/ 87478 h 95994"/>
                      <a:gd name="connsiteX27" fmla="*/ 56881 w 60874"/>
                      <a:gd name="connsiteY27" fmla="*/ 69988 h 95994"/>
                      <a:gd name="connsiteX28" fmla="*/ 52481 w 60874"/>
                      <a:gd name="connsiteY28" fmla="*/ 57000 h 95994"/>
                      <a:gd name="connsiteX29" fmla="*/ 39973 w 60874"/>
                      <a:gd name="connsiteY29" fmla="*/ 4966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874" h="95994">
                        <a:moveTo>
                          <a:pt x="39973" y="49663"/>
                        </a:moveTo>
                        <a:cubicBezTo>
                          <a:pt x="45959" y="48381"/>
                          <a:pt x="50631" y="45710"/>
                          <a:pt x="53987" y="41652"/>
                        </a:cubicBezTo>
                        <a:cubicBezTo>
                          <a:pt x="57357" y="37607"/>
                          <a:pt x="59042" y="32610"/>
                          <a:pt x="59042" y="26661"/>
                        </a:cubicBezTo>
                        <a:cubicBezTo>
                          <a:pt x="59042" y="17539"/>
                          <a:pt x="55904" y="10473"/>
                          <a:pt x="49627" y="5463"/>
                        </a:cubicBezTo>
                        <a:cubicBezTo>
                          <a:pt x="43349" y="466"/>
                          <a:pt x="34429" y="-2032"/>
                          <a:pt x="22866" y="-2032"/>
                        </a:cubicBezTo>
                        <a:cubicBezTo>
                          <a:pt x="18995" y="-2032"/>
                          <a:pt x="15004" y="-1649"/>
                          <a:pt x="10894" y="-882"/>
                        </a:cubicBezTo>
                        <a:cubicBezTo>
                          <a:pt x="6784" y="-116"/>
                          <a:pt x="2542" y="1035"/>
                          <a:pt x="-1832" y="2568"/>
                        </a:cubicBezTo>
                        <a:lnTo>
                          <a:pt x="-1832" y="14644"/>
                        </a:lnTo>
                        <a:cubicBezTo>
                          <a:pt x="1630" y="12622"/>
                          <a:pt x="5423" y="11095"/>
                          <a:pt x="9546" y="10064"/>
                        </a:cubicBezTo>
                        <a:cubicBezTo>
                          <a:pt x="13682" y="9032"/>
                          <a:pt x="18003" y="8517"/>
                          <a:pt x="22510" y="8517"/>
                        </a:cubicBezTo>
                        <a:cubicBezTo>
                          <a:pt x="30346" y="8517"/>
                          <a:pt x="36319" y="10064"/>
                          <a:pt x="40429" y="13157"/>
                        </a:cubicBezTo>
                        <a:cubicBezTo>
                          <a:pt x="44539" y="16250"/>
                          <a:pt x="46594" y="20752"/>
                          <a:pt x="46594" y="26661"/>
                        </a:cubicBezTo>
                        <a:cubicBezTo>
                          <a:pt x="46594" y="32120"/>
                          <a:pt x="44684" y="36384"/>
                          <a:pt x="40865" y="39451"/>
                        </a:cubicBezTo>
                        <a:cubicBezTo>
                          <a:pt x="37046" y="42531"/>
                          <a:pt x="31734" y="44071"/>
                          <a:pt x="24928" y="44071"/>
                        </a:cubicBezTo>
                        <a:lnTo>
                          <a:pt x="14145" y="44071"/>
                        </a:lnTo>
                        <a:lnTo>
                          <a:pt x="14145" y="54362"/>
                        </a:lnTo>
                        <a:lnTo>
                          <a:pt x="25424" y="54362"/>
                        </a:lnTo>
                        <a:cubicBezTo>
                          <a:pt x="31568" y="54362"/>
                          <a:pt x="36273" y="55592"/>
                          <a:pt x="39537" y="58051"/>
                        </a:cubicBezTo>
                        <a:cubicBezTo>
                          <a:pt x="42801" y="60510"/>
                          <a:pt x="44433" y="64052"/>
                          <a:pt x="44433" y="68679"/>
                        </a:cubicBezTo>
                        <a:cubicBezTo>
                          <a:pt x="44433" y="73425"/>
                          <a:pt x="42748" y="77067"/>
                          <a:pt x="39378" y="79605"/>
                        </a:cubicBezTo>
                        <a:cubicBezTo>
                          <a:pt x="36022" y="82157"/>
                          <a:pt x="31205" y="83432"/>
                          <a:pt x="24928" y="83432"/>
                        </a:cubicBezTo>
                        <a:cubicBezTo>
                          <a:pt x="21492" y="83432"/>
                          <a:pt x="17812" y="83056"/>
                          <a:pt x="13887" y="82302"/>
                        </a:cubicBezTo>
                        <a:cubicBezTo>
                          <a:pt x="9962" y="81562"/>
                          <a:pt x="5648" y="80412"/>
                          <a:pt x="943" y="78852"/>
                        </a:cubicBezTo>
                        <a:lnTo>
                          <a:pt x="943" y="89996"/>
                        </a:lnTo>
                        <a:cubicBezTo>
                          <a:pt x="5700" y="91318"/>
                          <a:pt x="10154" y="92309"/>
                          <a:pt x="14303" y="92970"/>
                        </a:cubicBezTo>
                        <a:cubicBezTo>
                          <a:pt x="18453" y="93631"/>
                          <a:pt x="22364" y="93962"/>
                          <a:pt x="26038" y="93962"/>
                        </a:cubicBezTo>
                        <a:cubicBezTo>
                          <a:pt x="35540" y="93962"/>
                          <a:pt x="43052" y="91800"/>
                          <a:pt x="48576" y="87478"/>
                        </a:cubicBezTo>
                        <a:cubicBezTo>
                          <a:pt x="54113" y="83168"/>
                          <a:pt x="56881" y="77338"/>
                          <a:pt x="56881" y="69988"/>
                        </a:cubicBezTo>
                        <a:cubicBezTo>
                          <a:pt x="56881" y="64859"/>
                          <a:pt x="55415" y="60529"/>
                          <a:pt x="52481" y="57000"/>
                        </a:cubicBezTo>
                        <a:cubicBezTo>
                          <a:pt x="49547" y="53470"/>
                          <a:pt x="45378" y="51024"/>
                          <a:pt x="39973" y="4966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5" name="Freeform: Shape 34">
                    <a:extLst>
                      <a:ext uri="{FF2B5EF4-FFF2-40B4-BE49-F238E27FC236}">
                        <a16:creationId xmlns:a16="http://schemas.microsoft.com/office/drawing/2014/main" id="{176B5B74-3B50-2492-DF12-DEC77E48C369}"/>
                      </a:ext>
                    </a:extLst>
                  </p:cNvPr>
                  <p:cNvSpPr/>
                  <p:nvPr/>
                </p:nvSpPr>
                <p:spPr>
                  <a:xfrm flipV="1">
                    <a:off x="5650209" y="4955763"/>
                    <a:ext cx="63926" cy="95994"/>
                  </a:xfrm>
                  <a:custGeom>
                    <a:avLst/>
                    <a:gdLst>
                      <a:gd name="connsiteX0" fmla="*/ 30117 w 63926"/>
                      <a:gd name="connsiteY0" fmla="*/ 84047 h 95994"/>
                      <a:gd name="connsiteX1" fmla="*/ 15587 w 63926"/>
                      <a:gd name="connsiteY1" fmla="*/ 74529 h 95994"/>
                      <a:gd name="connsiteX2" fmla="*/ 10731 w 63926"/>
                      <a:gd name="connsiteY2" fmla="*/ 45935 h 95994"/>
                      <a:gd name="connsiteX3" fmla="*/ 15587 w 63926"/>
                      <a:gd name="connsiteY3" fmla="*/ 17400 h 95994"/>
                      <a:gd name="connsiteX4" fmla="*/ 30117 w 63926"/>
                      <a:gd name="connsiteY4" fmla="*/ 7882 h 95994"/>
                      <a:gd name="connsiteX5" fmla="*/ 44706 w 63926"/>
                      <a:gd name="connsiteY5" fmla="*/ 17400 h 95994"/>
                      <a:gd name="connsiteX6" fmla="*/ 49582 w 63926"/>
                      <a:gd name="connsiteY6" fmla="*/ 45935 h 95994"/>
                      <a:gd name="connsiteX7" fmla="*/ 44706 w 63926"/>
                      <a:gd name="connsiteY7" fmla="*/ 74529 h 95994"/>
                      <a:gd name="connsiteX8" fmla="*/ 30117 w 63926"/>
                      <a:gd name="connsiteY8" fmla="*/ 84047 h 95994"/>
                      <a:gd name="connsiteX9" fmla="*/ 30117 w 63926"/>
                      <a:gd name="connsiteY9" fmla="*/ 93962 h 95994"/>
                      <a:gd name="connsiteX10" fmla="*/ 53884 w 63926"/>
                      <a:gd name="connsiteY10" fmla="*/ 81648 h 95994"/>
                      <a:gd name="connsiteX11" fmla="*/ 62090 w 63926"/>
                      <a:gd name="connsiteY11" fmla="*/ 45935 h 95994"/>
                      <a:gd name="connsiteX12" fmla="*/ 53884 w 63926"/>
                      <a:gd name="connsiteY12" fmla="*/ 10262 h 95994"/>
                      <a:gd name="connsiteX13" fmla="*/ 30117 w 63926"/>
                      <a:gd name="connsiteY13" fmla="*/ -2032 h 95994"/>
                      <a:gd name="connsiteX14" fmla="*/ 6370 w 63926"/>
                      <a:gd name="connsiteY14" fmla="*/ 10262 h 95994"/>
                      <a:gd name="connsiteX15" fmla="*/ -1837 w 63926"/>
                      <a:gd name="connsiteY15" fmla="*/ 45935 h 95994"/>
                      <a:gd name="connsiteX16" fmla="*/ 6370 w 63926"/>
                      <a:gd name="connsiteY16" fmla="*/ 81648 h 95994"/>
                      <a:gd name="connsiteX17" fmla="*/ 30117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17" y="84047"/>
                        </a:moveTo>
                        <a:cubicBezTo>
                          <a:pt x="23681" y="84047"/>
                          <a:pt x="18838" y="80874"/>
                          <a:pt x="15587" y="74529"/>
                        </a:cubicBezTo>
                        <a:cubicBezTo>
                          <a:pt x="12349" y="68197"/>
                          <a:pt x="10731" y="58665"/>
                          <a:pt x="10731" y="45935"/>
                        </a:cubicBezTo>
                        <a:cubicBezTo>
                          <a:pt x="10731" y="33257"/>
                          <a:pt x="12349" y="23746"/>
                          <a:pt x="15587" y="17400"/>
                        </a:cubicBezTo>
                        <a:cubicBezTo>
                          <a:pt x="18838" y="11055"/>
                          <a:pt x="23681" y="7882"/>
                          <a:pt x="30117" y="7882"/>
                        </a:cubicBezTo>
                        <a:cubicBezTo>
                          <a:pt x="36605" y="7882"/>
                          <a:pt x="41468" y="11055"/>
                          <a:pt x="44706" y="17400"/>
                        </a:cubicBezTo>
                        <a:cubicBezTo>
                          <a:pt x="47957" y="23746"/>
                          <a:pt x="49582" y="33257"/>
                          <a:pt x="49582" y="45935"/>
                        </a:cubicBezTo>
                        <a:cubicBezTo>
                          <a:pt x="49582" y="58665"/>
                          <a:pt x="47957" y="68197"/>
                          <a:pt x="44706" y="74529"/>
                        </a:cubicBezTo>
                        <a:cubicBezTo>
                          <a:pt x="41468" y="80874"/>
                          <a:pt x="36605" y="84047"/>
                          <a:pt x="30117" y="84047"/>
                        </a:cubicBezTo>
                        <a:close/>
                        <a:moveTo>
                          <a:pt x="30117" y="93962"/>
                        </a:moveTo>
                        <a:cubicBezTo>
                          <a:pt x="40490" y="93962"/>
                          <a:pt x="48413" y="89857"/>
                          <a:pt x="53884" y="81648"/>
                        </a:cubicBezTo>
                        <a:cubicBezTo>
                          <a:pt x="59355" y="73452"/>
                          <a:pt x="62090" y="61547"/>
                          <a:pt x="62090" y="45935"/>
                        </a:cubicBezTo>
                        <a:cubicBezTo>
                          <a:pt x="62090" y="30362"/>
                          <a:pt x="59355" y="18471"/>
                          <a:pt x="53884" y="10262"/>
                        </a:cubicBezTo>
                        <a:cubicBezTo>
                          <a:pt x="48413" y="2066"/>
                          <a:pt x="40490" y="-2032"/>
                          <a:pt x="30117" y="-2032"/>
                        </a:cubicBezTo>
                        <a:cubicBezTo>
                          <a:pt x="19756" y="-2032"/>
                          <a:pt x="11841" y="2066"/>
                          <a:pt x="6370" y="10262"/>
                        </a:cubicBezTo>
                        <a:cubicBezTo>
                          <a:pt x="899" y="18471"/>
                          <a:pt x="-1837" y="30362"/>
                          <a:pt x="-1837" y="45935"/>
                        </a:cubicBezTo>
                        <a:cubicBezTo>
                          <a:pt x="-1837" y="61547"/>
                          <a:pt x="899" y="73452"/>
                          <a:pt x="6370" y="81648"/>
                        </a:cubicBezTo>
                        <a:cubicBezTo>
                          <a:pt x="11841" y="89857"/>
                          <a:pt x="19756" y="93962"/>
                          <a:pt x="3011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6" name="Graphic 2">
                <a:extLst>
                  <a:ext uri="{FF2B5EF4-FFF2-40B4-BE49-F238E27FC236}">
                    <a16:creationId xmlns:a16="http://schemas.microsoft.com/office/drawing/2014/main" id="{36A696AC-CF40-C5C0-8904-CAB490C7B1DE}"/>
                  </a:ext>
                </a:extLst>
              </p:cNvPr>
              <p:cNvGrpSpPr/>
              <p:nvPr/>
            </p:nvGrpSpPr>
            <p:grpSpPr>
              <a:xfrm>
                <a:off x="6056522" y="4864687"/>
                <a:ext cx="223926" cy="187070"/>
                <a:chOff x="6056522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874BA9E8-F36B-41AB-187B-4A63A82553D0}"/>
                    </a:ext>
                  </a:extLst>
                </p:cNvPr>
                <p:cNvSpPr/>
                <p:nvPr/>
              </p:nvSpPr>
              <p:spPr>
                <a:xfrm>
                  <a:off x="6167804" y="4864687"/>
                  <a:ext cx="12686" cy="44417"/>
                </a:xfrm>
                <a:custGeom>
                  <a:avLst/>
                  <a:gdLst>
                    <a:gd name="connsiteX0" fmla="*/ 236 w 12686"/>
                    <a:gd name="connsiteY0" fmla="*/ 286 h 44417"/>
                    <a:gd name="connsiteX1" fmla="*/ 236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36" y="286"/>
                      </a:moveTo>
                      <a:lnTo>
                        <a:pt x="236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8" name="Graphic 2">
                  <a:extLst>
                    <a:ext uri="{FF2B5EF4-FFF2-40B4-BE49-F238E27FC236}">
                      <a16:creationId xmlns:a16="http://schemas.microsoft.com/office/drawing/2014/main" id="{0B6681F9-0381-1157-AF61-C3DA67BF2163}"/>
                    </a:ext>
                  </a:extLst>
                </p:cNvPr>
                <p:cNvGrpSpPr/>
                <p:nvPr/>
              </p:nvGrpSpPr>
              <p:grpSpPr>
                <a:xfrm>
                  <a:off x="6056522" y="4955763"/>
                  <a:ext cx="223926" cy="95994"/>
                  <a:chOff x="6056522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39" name="Freeform: Shape 38">
                    <a:extLst>
                      <a:ext uri="{FF2B5EF4-FFF2-40B4-BE49-F238E27FC236}">
                        <a16:creationId xmlns:a16="http://schemas.microsoft.com/office/drawing/2014/main" id="{05DD2486-8F01-D2D7-08D7-3A9540BCD420}"/>
                      </a:ext>
                    </a:extLst>
                  </p:cNvPr>
                  <p:cNvSpPr/>
                  <p:nvPr/>
                </p:nvSpPr>
                <p:spPr>
                  <a:xfrm flipV="1">
                    <a:off x="6056522" y="4957429"/>
                    <a:ext cx="59843" cy="94328"/>
                  </a:xfrm>
                  <a:custGeom>
                    <a:avLst/>
                    <a:gdLst>
                      <a:gd name="connsiteX0" fmla="*/ 2131 w 59843"/>
                      <a:gd name="connsiteY0" fmla="*/ 92338 h 94328"/>
                      <a:gd name="connsiteX1" fmla="*/ 51251 w 59843"/>
                      <a:gd name="connsiteY1" fmla="*/ 92338 h 94328"/>
                      <a:gd name="connsiteX2" fmla="*/ 51251 w 59843"/>
                      <a:gd name="connsiteY2" fmla="*/ 81789 h 94328"/>
                      <a:gd name="connsiteX3" fmla="*/ 13588 w 59843"/>
                      <a:gd name="connsiteY3" fmla="*/ 81789 h 94328"/>
                      <a:gd name="connsiteX4" fmla="*/ 13588 w 59843"/>
                      <a:gd name="connsiteY4" fmla="*/ 59124 h 94328"/>
                      <a:gd name="connsiteX5" fmla="*/ 19020 w 59843"/>
                      <a:gd name="connsiteY5" fmla="*/ 60512 h 94328"/>
                      <a:gd name="connsiteX6" fmla="*/ 24491 w 59843"/>
                      <a:gd name="connsiteY6" fmla="*/ 60968 h 94328"/>
                      <a:gd name="connsiteX7" fmla="*/ 49011 w 59843"/>
                      <a:gd name="connsiteY7" fmla="*/ 52481 h 94328"/>
                      <a:gd name="connsiteX8" fmla="*/ 58070 w 59843"/>
                      <a:gd name="connsiteY8" fmla="*/ 29499 h 94328"/>
                      <a:gd name="connsiteX9" fmla="*/ 48773 w 59843"/>
                      <a:gd name="connsiteY9" fmla="*/ 6279 h 94328"/>
                      <a:gd name="connsiteX10" fmla="*/ 22568 w 59843"/>
                      <a:gd name="connsiteY10" fmla="*/ -1990 h 94328"/>
                      <a:gd name="connsiteX11" fmla="*/ 10694 w 59843"/>
                      <a:gd name="connsiteY11" fmla="*/ -999 h 94328"/>
                      <a:gd name="connsiteX12" fmla="*/ -1774 w 59843"/>
                      <a:gd name="connsiteY12" fmla="*/ 1976 h 94328"/>
                      <a:gd name="connsiteX13" fmla="*/ -1774 w 59843"/>
                      <a:gd name="connsiteY13" fmla="*/ 14567 h 94328"/>
                      <a:gd name="connsiteX14" fmla="*/ 9743 w 59843"/>
                      <a:gd name="connsiteY14" fmla="*/ 10046 h 94328"/>
                      <a:gd name="connsiteX15" fmla="*/ 22310 w 59843"/>
                      <a:gd name="connsiteY15" fmla="*/ 8559 h 94328"/>
                      <a:gd name="connsiteX16" fmla="*/ 39278 w 59843"/>
                      <a:gd name="connsiteY16" fmla="*/ 14190 h 94328"/>
                      <a:gd name="connsiteX17" fmla="*/ 45542 w 59843"/>
                      <a:gd name="connsiteY17" fmla="*/ 29499 h 94328"/>
                      <a:gd name="connsiteX18" fmla="*/ 39278 w 59843"/>
                      <a:gd name="connsiteY18" fmla="*/ 44787 h 94328"/>
                      <a:gd name="connsiteX19" fmla="*/ 22310 w 59843"/>
                      <a:gd name="connsiteY19" fmla="*/ 50439 h 94328"/>
                      <a:gd name="connsiteX20" fmla="*/ 12300 w 59843"/>
                      <a:gd name="connsiteY20" fmla="*/ 49328 h 94328"/>
                      <a:gd name="connsiteX21" fmla="*/ 2131 w 59843"/>
                      <a:gd name="connsiteY21" fmla="*/ 45858 h 94328"/>
                      <a:gd name="connsiteX22" fmla="*/ 2131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31" y="92338"/>
                        </a:moveTo>
                        <a:lnTo>
                          <a:pt x="51251" y="92338"/>
                        </a:lnTo>
                        <a:lnTo>
                          <a:pt x="51251" y="81789"/>
                        </a:lnTo>
                        <a:lnTo>
                          <a:pt x="13588" y="81789"/>
                        </a:lnTo>
                        <a:lnTo>
                          <a:pt x="13588" y="59124"/>
                        </a:lnTo>
                        <a:cubicBezTo>
                          <a:pt x="15399" y="59745"/>
                          <a:pt x="17209" y="60208"/>
                          <a:pt x="19020" y="60512"/>
                        </a:cubicBezTo>
                        <a:cubicBezTo>
                          <a:pt x="20843" y="60816"/>
                          <a:pt x="22667" y="60968"/>
                          <a:pt x="24491" y="60968"/>
                        </a:cubicBezTo>
                        <a:cubicBezTo>
                          <a:pt x="34811" y="60968"/>
                          <a:pt x="42985" y="58139"/>
                          <a:pt x="49011" y="52481"/>
                        </a:cubicBezTo>
                        <a:cubicBezTo>
                          <a:pt x="55050" y="46823"/>
                          <a:pt x="58070" y="39162"/>
                          <a:pt x="58070" y="29499"/>
                        </a:cubicBezTo>
                        <a:cubicBezTo>
                          <a:pt x="58070" y="19544"/>
                          <a:pt x="54971" y="11804"/>
                          <a:pt x="48773" y="6279"/>
                        </a:cubicBezTo>
                        <a:cubicBezTo>
                          <a:pt x="42575" y="766"/>
                          <a:pt x="33840" y="-1990"/>
                          <a:pt x="22568" y="-1990"/>
                        </a:cubicBezTo>
                        <a:cubicBezTo>
                          <a:pt x="18683" y="-1990"/>
                          <a:pt x="14725" y="-1660"/>
                          <a:pt x="10694" y="-999"/>
                        </a:cubicBezTo>
                        <a:cubicBezTo>
                          <a:pt x="6677" y="-338"/>
                          <a:pt x="2521" y="654"/>
                          <a:pt x="-1774" y="1976"/>
                        </a:cubicBezTo>
                        <a:lnTo>
                          <a:pt x="-1774" y="14567"/>
                        </a:lnTo>
                        <a:cubicBezTo>
                          <a:pt x="1940" y="12545"/>
                          <a:pt x="5779" y="11038"/>
                          <a:pt x="9743" y="10046"/>
                        </a:cubicBezTo>
                        <a:cubicBezTo>
                          <a:pt x="13707" y="9055"/>
                          <a:pt x="17897" y="8559"/>
                          <a:pt x="22310" y="8559"/>
                        </a:cubicBezTo>
                        <a:cubicBezTo>
                          <a:pt x="29459" y="8559"/>
                          <a:pt x="35115" y="10436"/>
                          <a:pt x="39278" y="14190"/>
                        </a:cubicBezTo>
                        <a:cubicBezTo>
                          <a:pt x="43454" y="17945"/>
                          <a:pt x="45542" y="23048"/>
                          <a:pt x="45542" y="29499"/>
                        </a:cubicBezTo>
                        <a:cubicBezTo>
                          <a:pt x="45542" y="35937"/>
                          <a:pt x="43454" y="41033"/>
                          <a:pt x="39278" y="44787"/>
                        </a:cubicBezTo>
                        <a:cubicBezTo>
                          <a:pt x="35115" y="48555"/>
                          <a:pt x="29459" y="50439"/>
                          <a:pt x="22310" y="50439"/>
                        </a:cubicBezTo>
                        <a:cubicBezTo>
                          <a:pt x="18967" y="50439"/>
                          <a:pt x="15630" y="50068"/>
                          <a:pt x="12300" y="49328"/>
                        </a:cubicBezTo>
                        <a:cubicBezTo>
                          <a:pt x="8983" y="48588"/>
                          <a:pt x="5594" y="47431"/>
                          <a:pt x="2131" y="45858"/>
                        </a:cubicBezTo>
                        <a:lnTo>
                          <a:pt x="213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0" name="Freeform: Shape 39">
                    <a:extLst>
                      <a:ext uri="{FF2B5EF4-FFF2-40B4-BE49-F238E27FC236}">
                        <a16:creationId xmlns:a16="http://schemas.microsoft.com/office/drawing/2014/main" id="{46EC55D8-1594-1478-1A4C-226F81ACFE64}"/>
                      </a:ext>
                    </a:extLst>
                  </p:cNvPr>
                  <p:cNvSpPr/>
                  <p:nvPr/>
                </p:nvSpPr>
                <p:spPr>
                  <a:xfrm flipV="1">
                    <a:off x="6133647" y="4957429"/>
                    <a:ext cx="67395" cy="92524"/>
                  </a:xfrm>
                  <a:custGeom>
                    <a:avLst/>
                    <a:gdLst>
                      <a:gd name="connsiteX0" fmla="*/ 39969 w 67395"/>
                      <a:gd name="connsiteY0" fmla="*/ 79582 h 92524"/>
                      <a:gd name="connsiteX1" fmla="*/ 8372 w 67395"/>
                      <a:gd name="connsiteY1" fmla="*/ 30187 h 92524"/>
                      <a:gd name="connsiteX2" fmla="*/ 39969 w 67395"/>
                      <a:gd name="connsiteY2" fmla="*/ 30187 h 92524"/>
                      <a:gd name="connsiteX3" fmla="*/ 39969 w 67395"/>
                      <a:gd name="connsiteY3" fmla="*/ 79582 h 92524"/>
                      <a:gd name="connsiteX4" fmla="*/ 36678 w 67395"/>
                      <a:gd name="connsiteY4" fmla="*/ 90488 h 92524"/>
                      <a:gd name="connsiteX5" fmla="*/ 52417 w 67395"/>
                      <a:gd name="connsiteY5" fmla="*/ 90488 h 92524"/>
                      <a:gd name="connsiteX6" fmla="*/ 52417 w 67395"/>
                      <a:gd name="connsiteY6" fmla="*/ 30187 h 92524"/>
                      <a:gd name="connsiteX7" fmla="*/ 65619 w 67395"/>
                      <a:gd name="connsiteY7" fmla="*/ 30187 h 92524"/>
                      <a:gd name="connsiteX8" fmla="*/ 65619 w 67395"/>
                      <a:gd name="connsiteY8" fmla="*/ 19776 h 92524"/>
                      <a:gd name="connsiteX9" fmla="*/ 52417 w 67395"/>
                      <a:gd name="connsiteY9" fmla="*/ 19776 h 92524"/>
                      <a:gd name="connsiteX10" fmla="*/ 52417 w 67395"/>
                      <a:gd name="connsiteY10" fmla="*/ -2036 h 92524"/>
                      <a:gd name="connsiteX11" fmla="*/ 39969 w 67395"/>
                      <a:gd name="connsiteY11" fmla="*/ -2036 h 92524"/>
                      <a:gd name="connsiteX12" fmla="*/ 39969 w 67395"/>
                      <a:gd name="connsiteY12" fmla="*/ 19776 h 92524"/>
                      <a:gd name="connsiteX13" fmla="*/ -1777 w 67395"/>
                      <a:gd name="connsiteY13" fmla="*/ 19776 h 92524"/>
                      <a:gd name="connsiteX14" fmla="*/ -1777 w 67395"/>
                      <a:gd name="connsiteY14" fmla="*/ 31853 h 92524"/>
                      <a:gd name="connsiteX15" fmla="*/ 36678 w 67395"/>
                      <a:gd name="connsiteY15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969" y="79582"/>
                        </a:moveTo>
                        <a:lnTo>
                          <a:pt x="8372" y="30187"/>
                        </a:lnTo>
                        <a:lnTo>
                          <a:pt x="39969" y="30187"/>
                        </a:lnTo>
                        <a:lnTo>
                          <a:pt x="39969" y="79582"/>
                        </a:lnTo>
                        <a:close/>
                        <a:moveTo>
                          <a:pt x="36678" y="90488"/>
                        </a:moveTo>
                        <a:lnTo>
                          <a:pt x="52417" y="90488"/>
                        </a:lnTo>
                        <a:lnTo>
                          <a:pt x="52417" y="30187"/>
                        </a:lnTo>
                        <a:lnTo>
                          <a:pt x="65619" y="30187"/>
                        </a:lnTo>
                        <a:lnTo>
                          <a:pt x="65619" y="19776"/>
                        </a:lnTo>
                        <a:lnTo>
                          <a:pt x="52417" y="19776"/>
                        </a:lnTo>
                        <a:lnTo>
                          <a:pt x="52417" y="-2036"/>
                        </a:lnTo>
                        <a:lnTo>
                          <a:pt x="39969" y="-2036"/>
                        </a:lnTo>
                        <a:lnTo>
                          <a:pt x="39969" y="19776"/>
                        </a:lnTo>
                        <a:lnTo>
                          <a:pt x="-1777" y="19776"/>
                        </a:lnTo>
                        <a:lnTo>
                          <a:pt x="-1777" y="31853"/>
                        </a:lnTo>
                        <a:lnTo>
                          <a:pt x="36678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" name="Freeform: Shape 40">
                    <a:extLst>
                      <a:ext uri="{FF2B5EF4-FFF2-40B4-BE49-F238E27FC236}">
                        <a16:creationId xmlns:a16="http://schemas.microsoft.com/office/drawing/2014/main" id="{9B453F21-0B19-2F4F-1C53-218AF39B32B1}"/>
                      </a:ext>
                    </a:extLst>
                  </p:cNvPr>
                  <p:cNvSpPr/>
                  <p:nvPr/>
                </p:nvSpPr>
                <p:spPr>
                  <a:xfrm flipV="1">
                    <a:off x="6216522" y="4955763"/>
                    <a:ext cx="63926" cy="95994"/>
                  </a:xfrm>
                  <a:custGeom>
                    <a:avLst/>
                    <a:gdLst>
                      <a:gd name="connsiteX0" fmla="*/ 30161 w 63926"/>
                      <a:gd name="connsiteY0" fmla="*/ 84047 h 95994"/>
                      <a:gd name="connsiteX1" fmla="*/ 15632 w 63926"/>
                      <a:gd name="connsiteY1" fmla="*/ 74529 h 95994"/>
                      <a:gd name="connsiteX2" fmla="*/ 10775 w 63926"/>
                      <a:gd name="connsiteY2" fmla="*/ 45935 h 95994"/>
                      <a:gd name="connsiteX3" fmla="*/ 15632 w 63926"/>
                      <a:gd name="connsiteY3" fmla="*/ 17400 h 95994"/>
                      <a:gd name="connsiteX4" fmla="*/ 30161 w 63926"/>
                      <a:gd name="connsiteY4" fmla="*/ 7882 h 95994"/>
                      <a:gd name="connsiteX5" fmla="*/ 44751 w 63926"/>
                      <a:gd name="connsiteY5" fmla="*/ 17400 h 95994"/>
                      <a:gd name="connsiteX6" fmla="*/ 49627 w 63926"/>
                      <a:gd name="connsiteY6" fmla="*/ 45935 h 95994"/>
                      <a:gd name="connsiteX7" fmla="*/ 44751 w 63926"/>
                      <a:gd name="connsiteY7" fmla="*/ 74529 h 95994"/>
                      <a:gd name="connsiteX8" fmla="*/ 30161 w 63926"/>
                      <a:gd name="connsiteY8" fmla="*/ 84047 h 95994"/>
                      <a:gd name="connsiteX9" fmla="*/ 30161 w 63926"/>
                      <a:gd name="connsiteY9" fmla="*/ 93962 h 95994"/>
                      <a:gd name="connsiteX10" fmla="*/ 53928 w 63926"/>
                      <a:gd name="connsiteY10" fmla="*/ 81648 h 95994"/>
                      <a:gd name="connsiteX11" fmla="*/ 62135 w 63926"/>
                      <a:gd name="connsiteY11" fmla="*/ 45935 h 95994"/>
                      <a:gd name="connsiteX12" fmla="*/ 53928 w 63926"/>
                      <a:gd name="connsiteY12" fmla="*/ 10262 h 95994"/>
                      <a:gd name="connsiteX13" fmla="*/ 30161 w 63926"/>
                      <a:gd name="connsiteY13" fmla="*/ -2032 h 95994"/>
                      <a:gd name="connsiteX14" fmla="*/ 6414 w 63926"/>
                      <a:gd name="connsiteY14" fmla="*/ 10262 h 95994"/>
                      <a:gd name="connsiteX15" fmla="*/ -1792 w 63926"/>
                      <a:gd name="connsiteY15" fmla="*/ 45935 h 95994"/>
                      <a:gd name="connsiteX16" fmla="*/ 6414 w 63926"/>
                      <a:gd name="connsiteY16" fmla="*/ 81648 h 95994"/>
                      <a:gd name="connsiteX17" fmla="*/ 30161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61" y="84047"/>
                        </a:moveTo>
                        <a:cubicBezTo>
                          <a:pt x="23726" y="84047"/>
                          <a:pt x="18883" y="80874"/>
                          <a:pt x="15632" y="74529"/>
                        </a:cubicBezTo>
                        <a:cubicBezTo>
                          <a:pt x="12394" y="68197"/>
                          <a:pt x="10775" y="58665"/>
                          <a:pt x="10775" y="45935"/>
                        </a:cubicBezTo>
                        <a:cubicBezTo>
                          <a:pt x="10775" y="33257"/>
                          <a:pt x="12394" y="23746"/>
                          <a:pt x="15632" y="17400"/>
                        </a:cubicBezTo>
                        <a:cubicBezTo>
                          <a:pt x="18883" y="11055"/>
                          <a:pt x="23726" y="7882"/>
                          <a:pt x="30161" y="7882"/>
                        </a:cubicBezTo>
                        <a:cubicBezTo>
                          <a:pt x="36650" y="7882"/>
                          <a:pt x="41513" y="11055"/>
                          <a:pt x="44751" y="17400"/>
                        </a:cubicBezTo>
                        <a:cubicBezTo>
                          <a:pt x="48001" y="23746"/>
                          <a:pt x="49627" y="33257"/>
                          <a:pt x="49627" y="45935"/>
                        </a:cubicBezTo>
                        <a:cubicBezTo>
                          <a:pt x="49627" y="58665"/>
                          <a:pt x="48001" y="68197"/>
                          <a:pt x="44751" y="74529"/>
                        </a:cubicBezTo>
                        <a:cubicBezTo>
                          <a:pt x="41513" y="80874"/>
                          <a:pt x="36650" y="84047"/>
                          <a:pt x="30161" y="84047"/>
                        </a:cubicBezTo>
                        <a:close/>
                        <a:moveTo>
                          <a:pt x="30161" y="93962"/>
                        </a:moveTo>
                        <a:cubicBezTo>
                          <a:pt x="40535" y="93962"/>
                          <a:pt x="48457" y="89857"/>
                          <a:pt x="53928" y="81648"/>
                        </a:cubicBezTo>
                        <a:cubicBezTo>
                          <a:pt x="59399" y="73452"/>
                          <a:pt x="62135" y="61547"/>
                          <a:pt x="62135" y="45935"/>
                        </a:cubicBezTo>
                        <a:cubicBezTo>
                          <a:pt x="62135" y="30362"/>
                          <a:pt x="59399" y="18471"/>
                          <a:pt x="53928" y="10262"/>
                        </a:cubicBezTo>
                        <a:cubicBezTo>
                          <a:pt x="48457" y="2066"/>
                          <a:pt x="40535" y="-2032"/>
                          <a:pt x="30161" y="-2032"/>
                        </a:cubicBezTo>
                        <a:cubicBezTo>
                          <a:pt x="19801" y="-2032"/>
                          <a:pt x="11885" y="2066"/>
                          <a:pt x="6414" y="10262"/>
                        </a:cubicBezTo>
                        <a:cubicBezTo>
                          <a:pt x="943" y="18471"/>
                          <a:pt x="-1792" y="30362"/>
                          <a:pt x="-1792" y="45935"/>
                        </a:cubicBezTo>
                        <a:cubicBezTo>
                          <a:pt x="-1792" y="61547"/>
                          <a:pt x="943" y="73452"/>
                          <a:pt x="6414" y="81648"/>
                        </a:cubicBezTo>
                        <a:cubicBezTo>
                          <a:pt x="11885" y="89857"/>
                          <a:pt x="19801" y="93962"/>
                          <a:pt x="3016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2" name="Graphic 2">
                <a:extLst>
                  <a:ext uri="{FF2B5EF4-FFF2-40B4-BE49-F238E27FC236}">
                    <a16:creationId xmlns:a16="http://schemas.microsoft.com/office/drawing/2014/main" id="{2A69277D-7771-582F-4676-59020500FC87}"/>
                  </a:ext>
                </a:extLst>
              </p:cNvPr>
              <p:cNvGrpSpPr/>
              <p:nvPr/>
            </p:nvGrpSpPr>
            <p:grpSpPr>
              <a:xfrm>
                <a:off x="6622835" y="4864687"/>
                <a:ext cx="223926" cy="187070"/>
                <a:chOff x="6622835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758B3DBE-CD21-356C-1597-8A8041716ED9}"/>
                    </a:ext>
                  </a:extLst>
                </p:cNvPr>
                <p:cNvSpPr/>
                <p:nvPr/>
              </p:nvSpPr>
              <p:spPr>
                <a:xfrm>
                  <a:off x="6734117" y="4864687"/>
                  <a:ext cx="12686" cy="44417"/>
                </a:xfrm>
                <a:custGeom>
                  <a:avLst/>
                  <a:gdLst>
                    <a:gd name="connsiteX0" fmla="*/ 281 w 12686"/>
                    <a:gd name="connsiteY0" fmla="*/ 286 h 44417"/>
                    <a:gd name="connsiteX1" fmla="*/ 281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81" y="286"/>
                      </a:moveTo>
                      <a:lnTo>
                        <a:pt x="281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4" name="Graphic 2">
                  <a:extLst>
                    <a:ext uri="{FF2B5EF4-FFF2-40B4-BE49-F238E27FC236}">
                      <a16:creationId xmlns:a16="http://schemas.microsoft.com/office/drawing/2014/main" id="{5D172A9F-B948-FD37-12E6-3E849DC20567}"/>
                    </a:ext>
                  </a:extLst>
                </p:cNvPr>
                <p:cNvGrpSpPr/>
                <p:nvPr/>
              </p:nvGrpSpPr>
              <p:grpSpPr>
                <a:xfrm>
                  <a:off x="6622835" y="4955763"/>
                  <a:ext cx="223926" cy="95994"/>
                  <a:chOff x="6622835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5" name="Freeform: Shape 44">
                    <a:extLst>
                      <a:ext uri="{FF2B5EF4-FFF2-40B4-BE49-F238E27FC236}">
                        <a16:creationId xmlns:a16="http://schemas.microsoft.com/office/drawing/2014/main" id="{5BF29656-4C29-4D3A-0437-A17F3F747BAA}"/>
                      </a:ext>
                    </a:extLst>
                  </p:cNvPr>
                  <p:cNvSpPr/>
                  <p:nvPr/>
                </p:nvSpPr>
                <p:spPr>
                  <a:xfrm flipV="1">
                    <a:off x="6622835" y="4957429"/>
                    <a:ext cx="59843" cy="94328"/>
                  </a:xfrm>
                  <a:custGeom>
                    <a:avLst/>
                    <a:gdLst>
                      <a:gd name="connsiteX0" fmla="*/ 2176 w 59843"/>
                      <a:gd name="connsiteY0" fmla="*/ 92338 h 94328"/>
                      <a:gd name="connsiteX1" fmla="*/ 51295 w 59843"/>
                      <a:gd name="connsiteY1" fmla="*/ 92338 h 94328"/>
                      <a:gd name="connsiteX2" fmla="*/ 51295 w 59843"/>
                      <a:gd name="connsiteY2" fmla="*/ 81789 h 94328"/>
                      <a:gd name="connsiteX3" fmla="*/ 13633 w 59843"/>
                      <a:gd name="connsiteY3" fmla="*/ 81789 h 94328"/>
                      <a:gd name="connsiteX4" fmla="*/ 13633 w 59843"/>
                      <a:gd name="connsiteY4" fmla="*/ 59124 h 94328"/>
                      <a:gd name="connsiteX5" fmla="*/ 19064 w 59843"/>
                      <a:gd name="connsiteY5" fmla="*/ 60512 h 94328"/>
                      <a:gd name="connsiteX6" fmla="*/ 24535 w 59843"/>
                      <a:gd name="connsiteY6" fmla="*/ 60968 h 94328"/>
                      <a:gd name="connsiteX7" fmla="*/ 49055 w 59843"/>
                      <a:gd name="connsiteY7" fmla="*/ 52481 h 94328"/>
                      <a:gd name="connsiteX8" fmla="*/ 58114 w 59843"/>
                      <a:gd name="connsiteY8" fmla="*/ 29499 h 94328"/>
                      <a:gd name="connsiteX9" fmla="*/ 48818 w 59843"/>
                      <a:gd name="connsiteY9" fmla="*/ 6279 h 94328"/>
                      <a:gd name="connsiteX10" fmla="*/ 22613 w 59843"/>
                      <a:gd name="connsiteY10" fmla="*/ -1990 h 94328"/>
                      <a:gd name="connsiteX11" fmla="*/ 10739 w 59843"/>
                      <a:gd name="connsiteY11" fmla="*/ -999 h 94328"/>
                      <a:gd name="connsiteX12" fmla="*/ -1729 w 59843"/>
                      <a:gd name="connsiteY12" fmla="*/ 1976 h 94328"/>
                      <a:gd name="connsiteX13" fmla="*/ -1729 w 59843"/>
                      <a:gd name="connsiteY13" fmla="*/ 14567 h 94328"/>
                      <a:gd name="connsiteX14" fmla="*/ 9788 w 59843"/>
                      <a:gd name="connsiteY14" fmla="*/ 10046 h 94328"/>
                      <a:gd name="connsiteX15" fmla="*/ 22355 w 59843"/>
                      <a:gd name="connsiteY15" fmla="*/ 8559 h 94328"/>
                      <a:gd name="connsiteX16" fmla="*/ 39323 w 59843"/>
                      <a:gd name="connsiteY16" fmla="*/ 14190 h 94328"/>
                      <a:gd name="connsiteX17" fmla="*/ 45587 w 59843"/>
                      <a:gd name="connsiteY17" fmla="*/ 29499 h 94328"/>
                      <a:gd name="connsiteX18" fmla="*/ 39323 w 59843"/>
                      <a:gd name="connsiteY18" fmla="*/ 44787 h 94328"/>
                      <a:gd name="connsiteX19" fmla="*/ 22355 w 59843"/>
                      <a:gd name="connsiteY19" fmla="*/ 50439 h 94328"/>
                      <a:gd name="connsiteX20" fmla="*/ 12345 w 59843"/>
                      <a:gd name="connsiteY20" fmla="*/ 49328 h 94328"/>
                      <a:gd name="connsiteX21" fmla="*/ 2176 w 59843"/>
                      <a:gd name="connsiteY21" fmla="*/ 45858 h 94328"/>
                      <a:gd name="connsiteX22" fmla="*/ 2176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76" y="92338"/>
                        </a:moveTo>
                        <a:lnTo>
                          <a:pt x="51295" y="92338"/>
                        </a:lnTo>
                        <a:lnTo>
                          <a:pt x="51295" y="81789"/>
                        </a:lnTo>
                        <a:lnTo>
                          <a:pt x="13633" y="81789"/>
                        </a:lnTo>
                        <a:lnTo>
                          <a:pt x="13633" y="59124"/>
                        </a:lnTo>
                        <a:cubicBezTo>
                          <a:pt x="15444" y="59745"/>
                          <a:pt x="17254" y="60208"/>
                          <a:pt x="19064" y="60512"/>
                        </a:cubicBezTo>
                        <a:cubicBezTo>
                          <a:pt x="20888" y="60816"/>
                          <a:pt x="22712" y="60968"/>
                          <a:pt x="24535" y="60968"/>
                        </a:cubicBezTo>
                        <a:cubicBezTo>
                          <a:pt x="34856" y="60968"/>
                          <a:pt x="43029" y="58139"/>
                          <a:pt x="49055" y="52481"/>
                        </a:cubicBezTo>
                        <a:cubicBezTo>
                          <a:pt x="55095" y="46823"/>
                          <a:pt x="58114" y="39162"/>
                          <a:pt x="58114" y="29499"/>
                        </a:cubicBezTo>
                        <a:cubicBezTo>
                          <a:pt x="58114" y="19544"/>
                          <a:pt x="55015" y="11804"/>
                          <a:pt x="48818" y="6279"/>
                        </a:cubicBezTo>
                        <a:cubicBezTo>
                          <a:pt x="42620" y="766"/>
                          <a:pt x="33885" y="-1990"/>
                          <a:pt x="22613" y="-1990"/>
                        </a:cubicBezTo>
                        <a:cubicBezTo>
                          <a:pt x="18727" y="-1990"/>
                          <a:pt x="14770" y="-1660"/>
                          <a:pt x="10739" y="-999"/>
                        </a:cubicBezTo>
                        <a:cubicBezTo>
                          <a:pt x="6722" y="-338"/>
                          <a:pt x="2566" y="654"/>
                          <a:pt x="-1729" y="1976"/>
                        </a:cubicBezTo>
                        <a:lnTo>
                          <a:pt x="-1729" y="14567"/>
                        </a:lnTo>
                        <a:cubicBezTo>
                          <a:pt x="1984" y="12545"/>
                          <a:pt x="5823" y="11038"/>
                          <a:pt x="9788" y="10046"/>
                        </a:cubicBezTo>
                        <a:cubicBezTo>
                          <a:pt x="13752" y="9055"/>
                          <a:pt x="17941" y="8559"/>
                          <a:pt x="22355" y="8559"/>
                        </a:cubicBezTo>
                        <a:cubicBezTo>
                          <a:pt x="29504" y="8559"/>
                          <a:pt x="35160" y="10436"/>
                          <a:pt x="39323" y="14190"/>
                        </a:cubicBezTo>
                        <a:cubicBezTo>
                          <a:pt x="43499" y="17945"/>
                          <a:pt x="45587" y="23048"/>
                          <a:pt x="45587" y="29499"/>
                        </a:cubicBezTo>
                        <a:cubicBezTo>
                          <a:pt x="45587" y="35937"/>
                          <a:pt x="43499" y="41033"/>
                          <a:pt x="39323" y="44787"/>
                        </a:cubicBezTo>
                        <a:cubicBezTo>
                          <a:pt x="35160" y="48555"/>
                          <a:pt x="29504" y="50439"/>
                          <a:pt x="22355" y="50439"/>
                        </a:cubicBezTo>
                        <a:cubicBezTo>
                          <a:pt x="19012" y="50439"/>
                          <a:pt x="15675" y="50068"/>
                          <a:pt x="12345" y="49328"/>
                        </a:cubicBezTo>
                        <a:cubicBezTo>
                          <a:pt x="9028" y="48588"/>
                          <a:pt x="5638" y="47431"/>
                          <a:pt x="2176" y="45858"/>
                        </a:cubicBezTo>
                        <a:lnTo>
                          <a:pt x="217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D51302B8-D025-1870-9F91-2ECB817F6694}"/>
                      </a:ext>
                    </a:extLst>
                  </p:cNvPr>
                  <p:cNvSpPr/>
                  <p:nvPr/>
                </p:nvSpPr>
                <p:spPr>
                  <a:xfrm flipV="1">
                    <a:off x="6703548" y="4957429"/>
                    <a:ext cx="59843" cy="94328"/>
                  </a:xfrm>
                  <a:custGeom>
                    <a:avLst/>
                    <a:gdLst>
                      <a:gd name="connsiteX0" fmla="*/ 2182 w 59843"/>
                      <a:gd name="connsiteY0" fmla="*/ 92338 h 94328"/>
                      <a:gd name="connsiteX1" fmla="*/ 51302 w 59843"/>
                      <a:gd name="connsiteY1" fmla="*/ 92338 h 94328"/>
                      <a:gd name="connsiteX2" fmla="*/ 51302 w 59843"/>
                      <a:gd name="connsiteY2" fmla="*/ 81789 h 94328"/>
                      <a:gd name="connsiteX3" fmla="*/ 13639 w 59843"/>
                      <a:gd name="connsiteY3" fmla="*/ 81789 h 94328"/>
                      <a:gd name="connsiteX4" fmla="*/ 13639 w 59843"/>
                      <a:gd name="connsiteY4" fmla="*/ 59124 h 94328"/>
                      <a:gd name="connsiteX5" fmla="*/ 19071 w 59843"/>
                      <a:gd name="connsiteY5" fmla="*/ 60512 h 94328"/>
                      <a:gd name="connsiteX6" fmla="*/ 24542 w 59843"/>
                      <a:gd name="connsiteY6" fmla="*/ 60968 h 94328"/>
                      <a:gd name="connsiteX7" fmla="*/ 49062 w 59843"/>
                      <a:gd name="connsiteY7" fmla="*/ 52481 h 94328"/>
                      <a:gd name="connsiteX8" fmla="*/ 58121 w 59843"/>
                      <a:gd name="connsiteY8" fmla="*/ 29499 h 94328"/>
                      <a:gd name="connsiteX9" fmla="*/ 48824 w 59843"/>
                      <a:gd name="connsiteY9" fmla="*/ 6279 h 94328"/>
                      <a:gd name="connsiteX10" fmla="*/ 22619 w 59843"/>
                      <a:gd name="connsiteY10" fmla="*/ -1990 h 94328"/>
                      <a:gd name="connsiteX11" fmla="*/ 10745 w 59843"/>
                      <a:gd name="connsiteY11" fmla="*/ -999 h 94328"/>
                      <a:gd name="connsiteX12" fmla="*/ -1723 w 59843"/>
                      <a:gd name="connsiteY12" fmla="*/ 1976 h 94328"/>
                      <a:gd name="connsiteX13" fmla="*/ -1723 w 59843"/>
                      <a:gd name="connsiteY13" fmla="*/ 14567 h 94328"/>
                      <a:gd name="connsiteX14" fmla="*/ 9794 w 59843"/>
                      <a:gd name="connsiteY14" fmla="*/ 10046 h 94328"/>
                      <a:gd name="connsiteX15" fmla="*/ 22361 w 59843"/>
                      <a:gd name="connsiteY15" fmla="*/ 8559 h 94328"/>
                      <a:gd name="connsiteX16" fmla="*/ 39329 w 59843"/>
                      <a:gd name="connsiteY16" fmla="*/ 14190 h 94328"/>
                      <a:gd name="connsiteX17" fmla="*/ 45593 w 59843"/>
                      <a:gd name="connsiteY17" fmla="*/ 29499 h 94328"/>
                      <a:gd name="connsiteX18" fmla="*/ 39329 w 59843"/>
                      <a:gd name="connsiteY18" fmla="*/ 44787 h 94328"/>
                      <a:gd name="connsiteX19" fmla="*/ 22361 w 59843"/>
                      <a:gd name="connsiteY19" fmla="*/ 50439 h 94328"/>
                      <a:gd name="connsiteX20" fmla="*/ 12351 w 59843"/>
                      <a:gd name="connsiteY20" fmla="*/ 49328 h 94328"/>
                      <a:gd name="connsiteX21" fmla="*/ 2182 w 59843"/>
                      <a:gd name="connsiteY21" fmla="*/ 45858 h 94328"/>
                      <a:gd name="connsiteX22" fmla="*/ 2182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82" y="92338"/>
                        </a:moveTo>
                        <a:lnTo>
                          <a:pt x="51302" y="92338"/>
                        </a:lnTo>
                        <a:lnTo>
                          <a:pt x="51302" y="81789"/>
                        </a:lnTo>
                        <a:lnTo>
                          <a:pt x="13639" y="81789"/>
                        </a:lnTo>
                        <a:lnTo>
                          <a:pt x="13639" y="59124"/>
                        </a:lnTo>
                        <a:cubicBezTo>
                          <a:pt x="15450" y="59745"/>
                          <a:pt x="17260" y="60208"/>
                          <a:pt x="19071" y="60512"/>
                        </a:cubicBezTo>
                        <a:cubicBezTo>
                          <a:pt x="20894" y="60816"/>
                          <a:pt x="22718" y="60968"/>
                          <a:pt x="24542" y="60968"/>
                        </a:cubicBezTo>
                        <a:cubicBezTo>
                          <a:pt x="34862" y="60968"/>
                          <a:pt x="43036" y="58139"/>
                          <a:pt x="49062" y="52481"/>
                        </a:cubicBezTo>
                        <a:cubicBezTo>
                          <a:pt x="55101" y="46823"/>
                          <a:pt x="58121" y="39162"/>
                          <a:pt x="58121" y="29499"/>
                        </a:cubicBezTo>
                        <a:cubicBezTo>
                          <a:pt x="58121" y="19544"/>
                          <a:pt x="55022" y="11804"/>
                          <a:pt x="48824" y="6279"/>
                        </a:cubicBezTo>
                        <a:cubicBezTo>
                          <a:pt x="42626" y="766"/>
                          <a:pt x="33891" y="-1990"/>
                          <a:pt x="22619" y="-1990"/>
                        </a:cubicBezTo>
                        <a:cubicBezTo>
                          <a:pt x="18734" y="-1990"/>
                          <a:pt x="14776" y="-1660"/>
                          <a:pt x="10745" y="-999"/>
                        </a:cubicBezTo>
                        <a:cubicBezTo>
                          <a:pt x="6728" y="-338"/>
                          <a:pt x="2572" y="654"/>
                          <a:pt x="-1723" y="1976"/>
                        </a:cubicBezTo>
                        <a:lnTo>
                          <a:pt x="-1723" y="14567"/>
                        </a:lnTo>
                        <a:cubicBezTo>
                          <a:pt x="1991" y="12545"/>
                          <a:pt x="5830" y="11038"/>
                          <a:pt x="9794" y="10046"/>
                        </a:cubicBezTo>
                        <a:cubicBezTo>
                          <a:pt x="13758" y="9055"/>
                          <a:pt x="17948" y="8559"/>
                          <a:pt x="22361" y="8559"/>
                        </a:cubicBezTo>
                        <a:cubicBezTo>
                          <a:pt x="29510" y="8559"/>
                          <a:pt x="35166" y="10436"/>
                          <a:pt x="39329" y="14190"/>
                        </a:cubicBezTo>
                        <a:cubicBezTo>
                          <a:pt x="43505" y="17945"/>
                          <a:pt x="45593" y="23048"/>
                          <a:pt x="45593" y="29499"/>
                        </a:cubicBezTo>
                        <a:cubicBezTo>
                          <a:pt x="45593" y="35937"/>
                          <a:pt x="43505" y="41033"/>
                          <a:pt x="39329" y="44787"/>
                        </a:cubicBezTo>
                        <a:cubicBezTo>
                          <a:pt x="35166" y="48555"/>
                          <a:pt x="29510" y="50439"/>
                          <a:pt x="22361" y="50439"/>
                        </a:cubicBezTo>
                        <a:cubicBezTo>
                          <a:pt x="19018" y="50439"/>
                          <a:pt x="15681" y="50068"/>
                          <a:pt x="12351" y="49328"/>
                        </a:cubicBezTo>
                        <a:cubicBezTo>
                          <a:pt x="9034" y="48588"/>
                          <a:pt x="5645" y="47431"/>
                          <a:pt x="2182" y="45858"/>
                        </a:cubicBezTo>
                        <a:lnTo>
                          <a:pt x="218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1CAA65EE-84BF-D65F-836C-6C30505FBEA0}"/>
                      </a:ext>
                    </a:extLst>
                  </p:cNvPr>
                  <p:cNvSpPr/>
                  <p:nvPr/>
                </p:nvSpPr>
                <p:spPr>
                  <a:xfrm flipV="1">
                    <a:off x="6782835" y="4955763"/>
                    <a:ext cx="63926" cy="95994"/>
                  </a:xfrm>
                  <a:custGeom>
                    <a:avLst/>
                    <a:gdLst>
                      <a:gd name="connsiteX0" fmla="*/ 30206 w 63926"/>
                      <a:gd name="connsiteY0" fmla="*/ 84047 h 95994"/>
                      <a:gd name="connsiteX1" fmla="*/ 15676 w 63926"/>
                      <a:gd name="connsiteY1" fmla="*/ 74529 h 95994"/>
                      <a:gd name="connsiteX2" fmla="*/ 10820 w 63926"/>
                      <a:gd name="connsiteY2" fmla="*/ 45935 h 95994"/>
                      <a:gd name="connsiteX3" fmla="*/ 15676 w 63926"/>
                      <a:gd name="connsiteY3" fmla="*/ 17400 h 95994"/>
                      <a:gd name="connsiteX4" fmla="*/ 30206 w 63926"/>
                      <a:gd name="connsiteY4" fmla="*/ 7882 h 95994"/>
                      <a:gd name="connsiteX5" fmla="*/ 44795 w 63926"/>
                      <a:gd name="connsiteY5" fmla="*/ 17400 h 95994"/>
                      <a:gd name="connsiteX6" fmla="*/ 49672 w 63926"/>
                      <a:gd name="connsiteY6" fmla="*/ 45935 h 95994"/>
                      <a:gd name="connsiteX7" fmla="*/ 44795 w 63926"/>
                      <a:gd name="connsiteY7" fmla="*/ 74529 h 95994"/>
                      <a:gd name="connsiteX8" fmla="*/ 30206 w 63926"/>
                      <a:gd name="connsiteY8" fmla="*/ 84047 h 95994"/>
                      <a:gd name="connsiteX9" fmla="*/ 30206 w 63926"/>
                      <a:gd name="connsiteY9" fmla="*/ 93962 h 95994"/>
                      <a:gd name="connsiteX10" fmla="*/ 53973 w 63926"/>
                      <a:gd name="connsiteY10" fmla="*/ 81648 h 95994"/>
                      <a:gd name="connsiteX11" fmla="*/ 62179 w 63926"/>
                      <a:gd name="connsiteY11" fmla="*/ 45935 h 95994"/>
                      <a:gd name="connsiteX12" fmla="*/ 53973 w 63926"/>
                      <a:gd name="connsiteY12" fmla="*/ 10262 h 95994"/>
                      <a:gd name="connsiteX13" fmla="*/ 30206 w 63926"/>
                      <a:gd name="connsiteY13" fmla="*/ -2032 h 95994"/>
                      <a:gd name="connsiteX14" fmla="*/ 6459 w 63926"/>
                      <a:gd name="connsiteY14" fmla="*/ 10262 h 95994"/>
                      <a:gd name="connsiteX15" fmla="*/ -1747 w 63926"/>
                      <a:gd name="connsiteY15" fmla="*/ 45935 h 95994"/>
                      <a:gd name="connsiteX16" fmla="*/ 6459 w 63926"/>
                      <a:gd name="connsiteY16" fmla="*/ 81648 h 95994"/>
                      <a:gd name="connsiteX17" fmla="*/ 30206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06" y="84047"/>
                        </a:moveTo>
                        <a:cubicBezTo>
                          <a:pt x="23770" y="84047"/>
                          <a:pt x="18927" y="80874"/>
                          <a:pt x="15676" y="74529"/>
                        </a:cubicBezTo>
                        <a:cubicBezTo>
                          <a:pt x="12439" y="68197"/>
                          <a:pt x="10820" y="58665"/>
                          <a:pt x="10820" y="45935"/>
                        </a:cubicBezTo>
                        <a:cubicBezTo>
                          <a:pt x="10820" y="33257"/>
                          <a:pt x="12439" y="23746"/>
                          <a:pt x="15676" y="17400"/>
                        </a:cubicBezTo>
                        <a:cubicBezTo>
                          <a:pt x="18927" y="11055"/>
                          <a:pt x="23770" y="7882"/>
                          <a:pt x="30206" y="7882"/>
                        </a:cubicBezTo>
                        <a:cubicBezTo>
                          <a:pt x="36695" y="7882"/>
                          <a:pt x="41558" y="11055"/>
                          <a:pt x="44795" y="17400"/>
                        </a:cubicBezTo>
                        <a:cubicBezTo>
                          <a:pt x="48046" y="23746"/>
                          <a:pt x="49672" y="33257"/>
                          <a:pt x="49672" y="45935"/>
                        </a:cubicBezTo>
                        <a:cubicBezTo>
                          <a:pt x="49672" y="58665"/>
                          <a:pt x="48046" y="68197"/>
                          <a:pt x="44795" y="74529"/>
                        </a:cubicBezTo>
                        <a:cubicBezTo>
                          <a:pt x="41558" y="80874"/>
                          <a:pt x="36695" y="84047"/>
                          <a:pt x="30206" y="84047"/>
                        </a:cubicBezTo>
                        <a:close/>
                        <a:moveTo>
                          <a:pt x="30206" y="93962"/>
                        </a:moveTo>
                        <a:cubicBezTo>
                          <a:pt x="40580" y="93962"/>
                          <a:pt x="48502" y="89857"/>
                          <a:pt x="53973" y="81648"/>
                        </a:cubicBezTo>
                        <a:cubicBezTo>
                          <a:pt x="59444" y="73452"/>
                          <a:pt x="62179" y="61547"/>
                          <a:pt x="62179" y="45935"/>
                        </a:cubicBezTo>
                        <a:cubicBezTo>
                          <a:pt x="62179" y="30362"/>
                          <a:pt x="59444" y="18471"/>
                          <a:pt x="53973" y="10262"/>
                        </a:cubicBezTo>
                        <a:cubicBezTo>
                          <a:pt x="48502" y="2066"/>
                          <a:pt x="40580" y="-2032"/>
                          <a:pt x="30206" y="-2032"/>
                        </a:cubicBezTo>
                        <a:cubicBezTo>
                          <a:pt x="19846" y="-2032"/>
                          <a:pt x="11930" y="2066"/>
                          <a:pt x="6459" y="10262"/>
                        </a:cubicBezTo>
                        <a:cubicBezTo>
                          <a:pt x="988" y="18471"/>
                          <a:pt x="-1747" y="30362"/>
                          <a:pt x="-1747" y="45935"/>
                        </a:cubicBezTo>
                        <a:cubicBezTo>
                          <a:pt x="-1747" y="61547"/>
                          <a:pt x="988" y="73452"/>
                          <a:pt x="6459" y="81648"/>
                        </a:cubicBezTo>
                        <a:cubicBezTo>
                          <a:pt x="11930" y="89857"/>
                          <a:pt x="19846" y="93962"/>
                          <a:pt x="3020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8" name="Graphic 2">
                <a:extLst>
                  <a:ext uri="{FF2B5EF4-FFF2-40B4-BE49-F238E27FC236}">
                    <a16:creationId xmlns:a16="http://schemas.microsoft.com/office/drawing/2014/main" id="{B83C0369-5DC6-5EAB-559E-579A753B9ECE}"/>
                  </a:ext>
                </a:extLst>
              </p:cNvPr>
              <p:cNvGrpSpPr/>
              <p:nvPr/>
            </p:nvGrpSpPr>
            <p:grpSpPr>
              <a:xfrm>
                <a:off x="7189148" y="4864687"/>
                <a:ext cx="223926" cy="187070"/>
                <a:chOff x="7189148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884576C1-00E3-E8DE-1402-8ADF1F6BFC13}"/>
                    </a:ext>
                  </a:extLst>
                </p:cNvPr>
                <p:cNvSpPr/>
                <p:nvPr/>
              </p:nvSpPr>
              <p:spPr>
                <a:xfrm>
                  <a:off x="7300430" y="4864687"/>
                  <a:ext cx="12686" cy="44417"/>
                </a:xfrm>
                <a:custGeom>
                  <a:avLst/>
                  <a:gdLst>
                    <a:gd name="connsiteX0" fmla="*/ 325 w 12686"/>
                    <a:gd name="connsiteY0" fmla="*/ 286 h 44417"/>
                    <a:gd name="connsiteX1" fmla="*/ 325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25" y="286"/>
                      </a:moveTo>
                      <a:lnTo>
                        <a:pt x="325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0" name="Graphic 2">
                  <a:extLst>
                    <a:ext uri="{FF2B5EF4-FFF2-40B4-BE49-F238E27FC236}">
                      <a16:creationId xmlns:a16="http://schemas.microsoft.com/office/drawing/2014/main" id="{FD5DB2CB-575C-5D2C-BFB6-CC663EEF909C}"/>
                    </a:ext>
                  </a:extLst>
                </p:cNvPr>
                <p:cNvGrpSpPr/>
                <p:nvPr/>
              </p:nvGrpSpPr>
              <p:grpSpPr>
                <a:xfrm>
                  <a:off x="7189148" y="4955763"/>
                  <a:ext cx="223926" cy="95994"/>
                  <a:chOff x="7189148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8077F127-1CD9-4EB9-A775-BE911778F158}"/>
                      </a:ext>
                    </a:extLst>
                  </p:cNvPr>
                  <p:cNvSpPr/>
                  <p:nvPr/>
                </p:nvSpPr>
                <p:spPr>
                  <a:xfrm flipV="1">
                    <a:off x="7189148" y="4957429"/>
                    <a:ext cx="59843" cy="94328"/>
                  </a:xfrm>
                  <a:custGeom>
                    <a:avLst/>
                    <a:gdLst>
                      <a:gd name="connsiteX0" fmla="*/ 2221 w 59843"/>
                      <a:gd name="connsiteY0" fmla="*/ 92338 h 94328"/>
                      <a:gd name="connsiteX1" fmla="*/ 51340 w 59843"/>
                      <a:gd name="connsiteY1" fmla="*/ 92338 h 94328"/>
                      <a:gd name="connsiteX2" fmla="*/ 51340 w 59843"/>
                      <a:gd name="connsiteY2" fmla="*/ 81789 h 94328"/>
                      <a:gd name="connsiteX3" fmla="*/ 13678 w 59843"/>
                      <a:gd name="connsiteY3" fmla="*/ 81789 h 94328"/>
                      <a:gd name="connsiteX4" fmla="*/ 13678 w 59843"/>
                      <a:gd name="connsiteY4" fmla="*/ 59124 h 94328"/>
                      <a:gd name="connsiteX5" fmla="*/ 19109 w 59843"/>
                      <a:gd name="connsiteY5" fmla="*/ 60512 h 94328"/>
                      <a:gd name="connsiteX6" fmla="*/ 24580 w 59843"/>
                      <a:gd name="connsiteY6" fmla="*/ 60968 h 94328"/>
                      <a:gd name="connsiteX7" fmla="*/ 49100 w 59843"/>
                      <a:gd name="connsiteY7" fmla="*/ 52481 h 94328"/>
                      <a:gd name="connsiteX8" fmla="*/ 58159 w 59843"/>
                      <a:gd name="connsiteY8" fmla="*/ 29499 h 94328"/>
                      <a:gd name="connsiteX9" fmla="*/ 48862 w 59843"/>
                      <a:gd name="connsiteY9" fmla="*/ 6279 h 94328"/>
                      <a:gd name="connsiteX10" fmla="*/ 22657 w 59843"/>
                      <a:gd name="connsiteY10" fmla="*/ -1990 h 94328"/>
                      <a:gd name="connsiteX11" fmla="*/ 10784 w 59843"/>
                      <a:gd name="connsiteY11" fmla="*/ -999 h 94328"/>
                      <a:gd name="connsiteX12" fmla="*/ -1684 w 59843"/>
                      <a:gd name="connsiteY12" fmla="*/ 1976 h 94328"/>
                      <a:gd name="connsiteX13" fmla="*/ -1684 w 59843"/>
                      <a:gd name="connsiteY13" fmla="*/ 14567 h 94328"/>
                      <a:gd name="connsiteX14" fmla="*/ 9832 w 59843"/>
                      <a:gd name="connsiteY14" fmla="*/ 10046 h 94328"/>
                      <a:gd name="connsiteX15" fmla="*/ 22400 w 59843"/>
                      <a:gd name="connsiteY15" fmla="*/ 8559 h 94328"/>
                      <a:gd name="connsiteX16" fmla="*/ 39367 w 59843"/>
                      <a:gd name="connsiteY16" fmla="*/ 14190 h 94328"/>
                      <a:gd name="connsiteX17" fmla="*/ 45631 w 59843"/>
                      <a:gd name="connsiteY17" fmla="*/ 29499 h 94328"/>
                      <a:gd name="connsiteX18" fmla="*/ 39367 w 59843"/>
                      <a:gd name="connsiteY18" fmla="*/ 44787 h 94328"/>
                      <a:gd name="connsiteX19" fmla="*/ 22400 w 59843"/>
                      <a:gd name="connsiteY19" fmla="*/ 50439 h 94328"/>
                      <a:gd name="connsiteX20" fmla="*/ 12389 w 59843"/>
                      <a:gd name="connsiteY20" fmla="*/ 49328 h 94328"/>
                      <a:gd name="connsiteX21" fmla="*/ 2221 w 59843"/>
                      <a:gd name="connsiteY21" fmla="*/ 45858 h 94328"/>
                      <a:gd name="connsiteX22" fmla="*/ 2221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21" y="92338"/>
                        </a:moveTo>
                        <a:lnTo>
                          <a:pt x="51340" y="92338"/>
                        </a:lnTo>
                        <a:lnTo>
                          <a:pt x="51340" y="81789"/>
                        </a:lnTo>
                        <a:lnTo>
                          <a:pt x="13678" y="81789"/>
                        </a:lnTo>
                        <a:lnTo>
                          <a:pt x="13678" y="59124"/>
                        </a:lnTo>
                        <a:cubicBezTo>
                          <a:pt x="15488" y="59745"/>
                          <a:pt x="17299" y="60208"/>
                          <a:pt x="19109" y="60512"/>
                        </a:cubicBezTo>
                        <a:cubicBezTo>
                          <a:pt x="20933" y="60816"/>
                          <a:pt x="22756" y="60968"/>
                          <a:pt x="24580" y="60968"/>
                        </a:cubicBezTo>
                        <a:cubicBezTo>
                          <a:pt x="34901" y="60968"/>
                          <a:pt x="43074" y="58139"/>
                          <a:pt x="49100" y="52481"/>
                        </a:cubicBezTo>
                        <a:cubicBezTo>
                          <a:pt x="55139" y="46823"/>
                          <a:pt x="58159" y="39162"/>
                          <a:pt x="58159" y="29499"/>
                        </a:cubicBezTo>
                        <a:cubicBezTo>
                          <a:pt x="58159" y="19544"/>
                          <a:pt x="55060" y="11804"/>
                          <a:pt x="48862" y="6279"/>
                        </a:cubicBezTo>
                        <a:cubicBezTo>
                          <a:pt x="42664" y="766"/>
                          <a:pt x="33929" y="-1990"/>
                          <a:pt x="22657" y="-1990"/>
                        </a:cubicBezTo>
                        <a:cubicBezTo>
                          <a:pt x="18772" y="-1990"/>
                          <a:pt x="14814" y="-1660"/>
                          <a:pt x="10784" y="-999"/>
                        </a:cubicBezTo>
                        <a:cubicBezTo>
                          <a:pt x="6766" y="-338"/>
                          <a:pt x="2610" y="654"/>
                          <a:pt x="-1684" y="1976"/>
                        </a:cubicBezTo>
                        <a:lnTo>
                          <a:pt x="-1684" y="14567"/>
                        </a:lnTo>
                        <a:cubicBezTo>
                          <a:pt x="2029" y="12545"/>
                          <a:pt x="5868" y="11038"/>
                          <a:pt x="9832" y="10046"/>
                        </a:cubicBezTo>
                        <a:cubicBezTo>
                          <a:pt x="13797" y="9055"/>
                          <a:pt x="17986" y="8559"/>
                          <a:pt x="22400" y="8559"/>
                        </a:cubicBezTo>
                        <a:cubicBezTo>
                          <a:pt x="29549" y="8559"/>
                          <a:pt x="35205" y="10436"/>
                          <a:pt x="39367" y="14190"/>
                        </a:cubicBezTo>
                        <a:cubicBezTo>
                          <a:pt x="43543" y="17945"/>
                          <a:pt x="45631" y="23048"/>
                          <a:pt x="45631" y="29499"/>
                        </a:cubicBezTo>
                        <a:cubicBezTo>
                          <a:pt x="45631" y="35937"/>
                          <a:pt x="43543" y="41033"/>
                          <a:pt x="39367" y="44787"/>
                        </a:cubicBezTo>
                        <a:cubicBezTo>
                          <a:pt x="35205" y="48555"/>
                          <a:pt x="29549" y="50439"/>
                          <a:pt x="22400" y="50439"/>
                        </a:cubicBezTo>
                        <a:cubicBezTo>
                          <a:pt x="19056" y="50439"/>
                          <a:pt x="15719" y="50068"/>
                          <a:pt x="12389" y="49328"/>
                        </a:cubicBezTo>
                        <a:cubicBezTo>
                          <a:pt x="9072" y="48588"/>
                          <a:pt x="5683" y="47431"/>
                          <a:pt x="2221" y="45858"/>
                        </a:cubicBezTo>
                        <a:lnTo>
                          <a:pt x="222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E342B92F-1C4D-DD3E-008E-25E8AE0BE679}"/>
                      </a:ext>
                    </a:extLst>
                  </p:cNvPr>
                  <p:cNvSpPr/>
                  <p:nvPr/>
                </p:nvSpPr>
                <p:spPr>
                  <a:xfrm flipV="1">
                    <a:off x="7268930" y="4955763"/>
                    <a:ext cx="63867" cy="95994"/>
                  </a:xfrm>
                  <a:custGeom>
                    <a:avLst/>
                    <a:gdLst>
                      <a:gd name="connsiteX0" fmla="*/ 31291 w 63867"/>
                      <a:gd name="connsiteY0" fmla="*/ 51011 h 95994"/>
                      <a:gd name="connsiteX1" fmla="*/ 17931 w 63867"/>
                      <a:gd name="connsiteY1" fmla="*/ 45241 h 95994"/>
                      <a:gd name="connsiteX2" fmla="*/ 13015 w 63867"/>
                      <a:gd name="connsiteY2" fmla="*/ 29457 h 95994"/>
                      <a:gd name="connsiteX3" fmla="*/ 17931 w 63867"/>
                      <a:gd name="connsiteY3" fmla="*/ 13672 h 95994"/>
                      <a:gd name="connsiteX4" fmla="*/ 31291 w 63867"/>
                      <a:gd name="connsiteY4" fmla="*/ 7882 h 95994"/>
                      <a:gd name="connsiteX5" fmla="*/ 44632 w 63867"/>
                      <a:gd name="connsiteY5" fmla="*/ 13672 h 95994"/>
                      <a:gd name="connsiteX6" fmla="*/ 49548 w 63867"/>
                      <a:gd name="connsiteY6" fmla="*/ 29457 h 95994"/>
                      <a:gd name="connsiteX7" fmla="*/ 44632 w 63867"/>
                      <a:gd name="connsiteY7" fmla="*/ 45241 h 95994"/>
                      <a:gd name="connsiteX8" fmla="*/ 31291 w 63867"/>
                      <a:gd name="connsiteY8" fmla="*/ 51011 h 95994"/>
                      <a:gd name="connsiteX9" fmla="*/ 56129 w 63867"/>
                      <a:gd name="connsiteY9" fmla="*/ 90254 h 95994"/>
                      <a:gd name="connsiteX10" fmla="*/ 56129 w 63867"/>
                      <a:gd name="connsiteY10" fmla="*/ 78852 h 95994"/>
                      <a:gd name="connsiteX11" fmla="*/ 46614 w 63867"/>
                      <a:gd name="connsiteY11" fmla="*/ 82243 h 95994"/>
                      <a:gd name="connsiteX12" fmla="*/ 37099 w 63867"/>
                      <a:gd name="connsiteY12" fmla="*/ 83432 h 95994"/>
                      <a:gd name="connsiteX13" fmla="*/ 18169 w 63867"/>
                      <a:gd name="connsiteY13" fmla="*/ 75064 h 95994"/>
                      <a:gd name="connsiteX14" fmla="*/ 10716 w 63867"/>
                      <a:gd name="connsiteY14" fmla="*/ 49782 h 95994"/>
                      <a:gd name="connsiteX15" fmla="*/ 19874 w 63867"/>
                      <a:gd name="connsiteY15" fmla="*/ 58051 h 95994"/>
                      <a:gd name="connsiteX16" fmla="*/ 32025 w 63867"/>
                      <a:gd name="connsiteY16" fmla="*/ 60926 h 95994"/>
                      <a:gd name="connsiteX17" fmla="*/ 54047 w 63867"/>
                      <a:gd name="connsiteY17" fmla="*/ 52459 h 95994"/>
                      <a:gd name="connsiteX18" fmla="*/ 62135 w 63867"/>
                      <a:gd name="connsiteY18" fmla="*/ 29457 h 95994"/>
                      <a:gd name="connsiteX19" fmla="*/ 53710 w 63867"/>
                      <a:gd name="connsiteY19" fmla="*/ 6574 h 95994"/>
                      <a:gd name="connsiteX20" fmla="*/ 31291 w 63867"/>
                      <a:gd name="connsiteY20" fmla="*/ -2032 h 95994"/>
                      <a:gd name="connsiteX21" fmla="*/ 6751 w 63867"/>
                      <a:gd name="connsiteY21" fmla="*/ 10262 h 95994"/>
                      <a:gd name="connsiteX22" fmla="*/ -1733 w 63867"/>
                      <a:gd name="connsiteY22" fmla="*/ 45935 h 95994"/>
                      <a:gd name="connsiteX23" fmla="*/ 8674 w 63867"/>
                      <a:gd name="connsiteY23" fmla="*/ 80914 h 95994"/>
                      <a:gd name="connsiteX24" fmla="*/ 36604 w 63867"/>
                      <a:gd name="connsiteY24" fmla="*/ 93962 h 95994"/>
                      <a:gd name="connsiteX25" fmla="*/ 46118 w 63867"/>
                      <a:gd name="connsiteY25" fmla="*/ 93030 h 95994"/>
                      <a:gd name="connsiteX26" fmla="*/ 56129 w 63867"/>
                      <a:gd name="connsiteY26" fmla="*/ 9025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291" y="51011"/>
                        </a:moveTo>
                        <a:cubicBezTo>
                          <a:pt x="25675" y="51011"/>
                          <a:pt x="21222" y="49088"/>
                          <a:pt x="17931" y="45241"/>
                        </a:cubicBezTo>
                        <a:cubicBezTo>
                          <a:pt x="14654" y="41407"/>
                          <a:pt x="13015" y="36146"/>
                          <a:pt x="13015" y="29457"/>
                        </a:cubicBezTo>
                        <a:cubicBezTo>
                          <a:pt x="13015" y="22807"/>
                          <a:pt x="14654" y="17546"/>
                          <a:pt x="17931" y="13672"/>
                        </a:cubicBezTo>
                        <a:cubicBezTo>
                          <a:pt x="21222" y="9812"/>
                          <a:pt x="25675" y="7882"/>
                          <a:pt x="31291" y="7882"/>
                        </a:cubicBezTo>
                        <a:cubicBezTo>
                          <a:pt x="36908" y="7882"/>
                          <a:pt x="41354" y="9812"/>
                          <a:pt x="44632" y="13672"/>
                        </a:cubicBezTo>
                        <a:cubicBezTo>
                          <a:pt x="47909" y="17546"/>
                          <a:pt x="49548" y="22807"/>
                          <a:pt x="49548" y="29457"/>
                        </a:cubicBezTo>
                        <a:cubicBezTo>
                          <a:pt x="49548" y="36146"/>
                          <a:pt x="47909" y="41407"/>
                          <a:pt x="44632" y="45241"/>
                        </a:cubicBezTo>
                        <a:cubicBezTo>
                          <a:pt x="41354" y="49088"/>
                          <a:pt x="36908" y="51011"/>
                          <a:pt x="31291" y="51011"/>
                        </a:cubicBezTo>
                        <a:close/>
                        <a:moveTo>
                          <a:pt x="56129" y="90254"/>
                        </a:moveTo>
                        <a:lnTo>
                          <a:pt x="56129" y="78852"/>
                        </a:lnTo>
                        <a:cubicBezTo>
                          <a:pt x="52983" y="80332"/>
                          <a:pt x="49812" y="81463"/>
                          <a:pt x="46614" y="82243"/>
                        </a:cubicBezTo>
                        <a:cubicBezTo>
                          <a:pt x="43416" y="83036"/>
                          <a:pt x="40244" y="83432"/>
                          <a:pt x="37099" y="83432"/>
                        </a:cubicBezTo>
                        <a:cubicBezTo>
                          <a:pt x="28840" y="83432"/>
                          <a:pt x="22530" y="80643"/>
                          <a:pt x="18169" y="75064"/>
                        </a:cubicBezTo>
                        <a:cubicBezTo>
                          <a:pt x="13821" y="69486"/>
                          <a:pt x="11337" y="61058"/>
                          <a:pt x="10716" y="49782"/>
                        </a:cubicBezTo>
                        <a:cubicBezTo>
                          <a:pt x="13147" y="53378"/>
                          <a:pt x="16200" y="56134"/>
                          <a:pt x="19874" y="58051"/>
                        </a:cubicBezTo>
                        <a:cubicBezTo>
                          <a:pt x="23561" y="59968"/>
                          <a:pt x="27611" y="60926"/>
                          <a:pt x="32025" y="60926"/>
                        </a:cubicBezTo>
                        <a:cubicBezTo>
                          <a:pt x="41315" y="60926"/>
                          <a:pt x="48656" y="58104"/>
                          <a:pt x="54047" y="52459"/>
                        </a:cubicBezTo>
                        <a:cubicBezTo>
                          <a:pt x="59439" y="46827"/>
                          <a:pt x="62135" y="39160"/>
                          <a:pt x="62135" y="29457"/>
                        </a:cubicBezTo>
                        <a:cubicBezTo>
                          <a:pt x="62135" y="19952"/>
                          <a:pt x="59327" y="12324"/>
                          <a:pt x="53710" y="6574"/>
                        </a:cubicBezTo>
                        <a:cubicBezTo>
                          <a:pt x="48094" y="836"/>
                          <a:pt x="40621" y="-2032"/>
                          <a:pt x="31291" y="-2032"/>
                        </a:cubicBezTo>
                        <a:cubicBezTo>
                          <a:pt x="20587" y="-2032"/>
                          <a:pt x="12407" y="2066"/>
                          <a:pt x="6751" y="10262"/>
                        </a:cubicBezTo>
                        <a:cubicBezTo>
                          <a:pt x="1095" y="18471"/>
                          <a:pt x="-1733" y="30362"/>
                          <a:pt x="-1733" y="45935"/>
                        </a:cubicBezTo>
                        <a:cubicBezTo>
                          <a:pt x="-1733" y="60556"/>
                          <a:pt x="1736" y="72216"/>
                          <a:pt x="8674" y="80914"/>
                        </a:cubicBezTo>
                        <a:cubicBezTo>
                          <a:pt x="15612" y="89613"/>
                          <a:pt x="24922" y="93962"/>
                          <a:pt x="36604" y="93962"/>
                        </a:cubicBezTo>
                        <a:cubicBezTo>
                          <a:pt x="39749" y="93962"/>
                          <a:pt x="42920" y="93651"/>
                          <a:pt x="46118" y="93030"/>
                        </a:cubicBezTo>
                        <a:cubicBezTo>
                          <a:pt x="49316" y="92408"/>
                          <a:pt x="52653" y="91483"/>
                          <a:pt x="56129" y="9025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051B28F1-26FF-2C0E-C495-2AAE9A23BFD4}"/>
                      </a:ext>
                    </a:extLst>
                  </p:cNvPr>
                  <p:cNvSpPr/>
                  <p:nvPr/>
                </p:nvSpPr>
                <p:spPr>
                  <a:xfrm flipV="1">
                    <a:off x="7349148" y="4955763"/>
                    <a:ext cx="63926" cy="95994"/>
                  </a:xfrm>
                  <a:custGeom>
                    <a:avLst/>
                    <a:gdLst>
                      <a:gd name="connsiteX0" fmla="*/ 30251 w 63926"/>
                      <a:gd name="connsiteY0" fmla="*/ 84047 h 95994"/>
                      <a:gd name="connsiteX1" fmla="*/ 15721 w 63926"/>
                      <a:gd name="connsiteY1" fmla="*/ 74529 h 95994"/>
                      <a:gd name="connsiteX2" fmla="*/ 10865 w 63926"/>
                      <a:gd name="connsiteY2" fmla="*/ 45935 h 95994"/>
                      <a:gd name="connsiteX3" fmla="*/ 15721 w 63926"/>
                      <a:gd name="connsiteY3" fmla="*/ 17400 h 95994"/>
                      <a:gd name="connsiteX4" fmla="*/ 30251 w 63926"/>
                      <a:gd name="connsiteY4" fmla="*/ 7882 h 95994"/>
                      <a:gd name="connsiteX5" fmla="*/ 44840 w 63926"/>
                      <a:gd name="connsiteY5" fmla="*/ 17400 h 95994"/>
                      <a:gd name="connsiteX6" fmla="*/ 49716 w 63926"/>
                      <a:gd name="connsiteY6" fmla="*/ 45935 h 95994"/>
                      <a:gd name="connsiteX7" fmla="*/ 44840 w 63926"/>
                      <a:gd name="connsiteY7" fmla="*/ 74529 h 95994"/>
                      <a:gd name="connsiteX8" fmla="*/ 30251 w 63926"/>
                      <a:gd name="connsiteY8" fmla="*/ 84047 h 95994"/>
                      <a:gd name="connsiteX9" fmla="*/ 30251 w 63926"/>
                      <a:gd name="connsiteY9" fmla="*/ 93962 h 95994"/>
                      <a:gd name="connsiteX10" fmla="*/ 54018 w 63926"/>
                      <a:gd name="connsiteY10" fmla="*/ 81648 h 95994"/>
                      <a:gd name="connsiteX11" fmla="*/ 62224 w 63926"/>
                      <a:gd name="connsiteY11" fmla="*/ 45935 h 95994"/>
                      <a:gd name="connsiteX12" fmla="*/ 54018 w 63926"/>
                      <a:gd name="connsiteY12" fmla="*/ 10262 h 95994"/>
                      <a:gd name="connsiteX13" fmla="*/ 30251 w 63926"/>
                      <a:gd name="connsiteY13" fmla="*/ -2032 h 95994"/>
                      <a:gd name="connsiteX14" fmla="*/ 6504 w 63926"/>
                      <a:gd name="connsiteY14" fmla="*/ 10262 h 95994"/>
                      <a:gd name="connsiteX15" fmla="*/ -1703 w 63926"/>
                      <a:gd name="connsiteY15" fmla="*/ 45935 h 95994"/>
                      <a:gd name="connsiteX16" fmla="*/ 6504 w 63926"/>
                      <a:gd name="connsiteY16" fmla="*/ 81648 h 95994"/>
                      <a:gd name="connsiteX17" fmla="*/ 30251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51" y="84047"/>
                        </a:moveTo>
                        <a:cubicBezTo>
                          <a:pt x="23815" y="84047"/>
                          <a:pt x="18972" y="80874"/>
                          <a:pt x="15721" y="74529"/>
                        </a:cubicBezTo>
                        <a:cubicBezTo>
                          <a:pt x="12483" y="68197"/>
                          <a:pt x="10865" y="58665"/>
                          <a:pt x="10865" y="45935"/>
                        </a:cubicBezTo>
                        <a:cubicBezTo>
                          <a:pt x="10865" y="33257"/>
                          <a:pt x="12483" y="23746"/>
                          <a:pt x="15721" y="17400"/>
                        </a:cubicBezTo>
                        <a:cubicBezTo>
                          <a:pt x="18972" y="11055"/>
                          <a:pt x="23815" y="7882"/>
                          <a:pt x="30251" y="7882"/>
                        </a:cubicBezTo>
                        <a:cubicBezTo>
                          <a:pt x="36739" y="7882"/>
                          <a:pt x="41602" y="11055"/>
                          <a:pt x="44840" y="17400"/>
                        </a:cubicBezTo>
                        <a:cubicBezTo>
                          <a:pt x="48091" y="23746"/>
                          <a:pt x="49716" y="33257"/>
                          <a:pt x="49716" y="45935"/>
                        </a:cubicBezTo>
                        <a:cubicBezTo>
                          <a:pt x="49716" y="58665"/>
                          <a:pt x="48091" y="68197"/>
                          <a:pt x="44840" y="74529"/>
                        </a:cubicBezTo>
                        <a:cubicBezTo>
                          <a:pt x="41602" y="80874"/>
                          <a:pt x="36739" y="84047"/>
                          <a:pt x="30251" y="84047"/>
                        </a:cubicBezTo>
                        <a:close/>
                        <a:moveTo>
                          <a:pt x="30251" y="93962"/>
                        </a:moveTo>
                        <a:cubicBezTo>
                          <a:pt x="40624" y="93962"/>
                          <a:pt x="48547" y="89857"/>
                          <a:pt x="54018" y="81648"/>
                        </a:cubicBezTo>
                        <a:cubicBezTo>
                          <a:pt x="59489" y="73452"/>
                          <a:pt x="62224" y="61547"/>
                          <a:pt x="62224" y="45935"/>
                        </a:cubicBezTo>
                        <a:cubicBezTo>
                          <a:pt x="62224" y="30362"/>
                          <a:pt x="59489" y="18471"/>
                          <a:pt x="54018" y="10262"/>
                        </a:cubicBezTo>
                        <a:cubicBezTo>
                          <a:pt x="48547" y="2066"/>
                          <a:pt x="40624" y="-2032"/>
                          <a:pt x="30251" y="-2032"/>
                        </a:cubicBezTo>
                        <a:cubicBezTo>
                          <a:pt x="19890" y="-2032"/>
                          <a:pt x="11975" y="2066"/>
                          <a:pt x="6504" y="10262"/>
                        </a:cubicBezTo>
                        <a:cubicBezTo>
                          <a:pt x="1033" y="18471"/>
                          <a:pt x="-1703" y="30362"/>
                          <a:pt x="-1703" y="45935"/>
                        </a:cubicBezTo>
                        <a:cubicBezTo>
                          <a:pt x="-1703" y="61547"/>
                          <a:pt x="1033" y="73452"/>
                          <a:pt x="6504" y="81648"/>
                        </a:cubicBezTo>
                        <a:cubicBezTo>
                          <a:pt x="11975" y="89857"/>
                          <a:pt x="19890" y="93962"/>
                          <a:pt x="3025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4" name="Graphic 2">
                <a:extLst>
                  <a:ext uri="{FF2B5EF4-FFF2-40B4-BE49-F238E27FC236}">
                    <a16:creationId xmlns:a16="http://schemas.microsoft.com/office/drawing/2014/main" id="{6B81AB60-8ACD-A773-E149-80DB47B6E8A1}"/>
                  </a:ext>
                </a:extLst>
              </p:cNvPr>
              <p:cNvGrpSpPr/>
              <p:nvPr/>
            </p:nvGrpSpPr>
            <p:grpSpPr>
              <a:xfrm>
                <a:off x="7755461" y="4864687"/>
                <a:ext cx="223926" cy="187070"/>
                <a:chOff x="7755461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187DA37B-6917-B332-F63B-2DCD9A1377E4}"/>
                    </a:ext>
                  </a:extLst>
                </p:cNvPr>
                <p:cNvSpPr/>
                <p:nvPr/>
              </p:nvSpPr>
              <p:spPr>
                <a:xfrm>
                  <a:off x="7866743" y="4864687"/>
                  <a:ext cx="12686" cy="44417"/>
                </a:xfrm>
                <a:custGeom>
                  <a:avLst/>
                  <a:gdLst>
                    <a:gd name="connsiteX0" fmla="*/ 370 w 12686"/>
                    <a:gd name="connsiteY0" fmla="*/ 286 h 44417"/>
                    <a:gd name="connsiteX1" fmla="*/ 370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70" y="286"/>
                      </a:moveTo>
                      <a:lnTo>
                        <a:pt x="370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6" name="Graphic 2">
                  <a:extLst>
                    <a:ext uri="{FF2B5EF4-FFF2-40B4-BE49-F238E27FC236}">
                      <a16:creationId xmlns:a16="http://schemas.microsoft.com/office/drawing/2014/main" id="{03666CC2-D970-0513-95DE-0CBCA0D3A080}"/>
                    </a:ext>
                  </a:extLst>
                </p:cNvPr>
                <p:cNvGrpSpPr/>
                <p:nvPr/>
              </p:nvGrpSpPr>
              <p:grpSpPr>
                <a:xfrm>
                  <a:off x="7755461" y="4955763"/>
                  <a:ext cx="223926" cy="95994"/>
                  <a:chOff x="7755461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57" name="Freeform: Shape 56">
                    <a:extLst>
                      <a:ext uri="{FF2B5EF4-FFF2-40B4-BE49-F238E27FC236}">
                        <a16:creationId xmlns:a16="http://schemas.microsoft.com/office/drawing/2014/main" id="{01A07567-36A8-934C-B336-A391597256A0}"/>
                      </a:ext>
                    </a:extLst>
                  </p:cNvPr>
                  <p:cNvSpPr/>
                  <p:nvPr/>
                </p:nvSpPr>
                <p:spPr>
                  <a:xfrm flipV="1">
                    <a:off x="7755461" y="4957429"/>
                    <a:ext cx="59843" cy="94328"/>
                  </a:xfrm>
                  <a:custGeom>
                    <a:avLst/>
                    <a:gdLst>
                      <a:gd name="connsiteX0" fmla="*/ 2265 w 59843"/>
                      <a:gd name="connsiteY0" fmla="*/ 92338 h 94328"/>
                      <a:gd name="connsiteX1" fmla="*/ 51385 w 59843"/>
                      <a:gd name="connsiteY1" fmla="*/ 92338 h 94328"/>
                      <a:gd name="connsiteX2" fmla="*/ 51385 w 59843"/>
                      <a:gd name="connsiteY2" fmla="*/ 81789 h 94328"/>
                      <a:gd name="connsiteX3" fmla="*/ 13722 w 59843"/>
                      <a:gd name="connsiteY3" fmla="*/ 81789 h 94328"/>
                      <a:gd name="connsiteX4" fmla="*/ 13722 w 59843"/>
                      <a:gd name="connsiteY4" fmla="*/ 59124 h 94328"/>
                      <a:gd name="connsiteX5" fmla="*/ 19154 w 59843"/>
                      <a:gd name="connsiteY5" fmla="*/ 60512 h 94328"/>
                      <a:gd name="connsiteX6" fmla="*/ 24625 w 59843"/>
                      <a:gd name="connsiteY6" fmla="*/ 60968 h 94328"/>
                      <a:gd name="connsiteX7" fmla="*/ 49145 w 59843"/>
                      <a:gd name="connsiteY7" fmla="*/ 52481 h 94328"/>
                      <a:gd name="connsiteX8" fmla="*/ 58203 w 59843"/>
                      <a:gd name="connsiteY8" fmla="*/ 29499 h 94328"/>
                      <a:gd name="connsiteX9" fmla="*/ 48907 w 59843"/>
                      <a:gd name="connsiteY9" fmla="*/ 6279 h 94328"/>
                      <a:gd name="connsiteX10" fmla="*/ 22702 w 59843"/>
                      <a:gd name="connsiteY10" fmla="*/ -1990 h 94328"/>
                      <a:gd name="connsiteX11" fmla="*/ 10828 w 59843"/>
                      <a:gd name="connsiteY11" fmla="*/ -999 h 94328"/>
                      <a:gd name="connsiteX12" fmla="*/ -1640 w 59843"/>
                      <a:gd name="connsiteY12" fmla="*/ 1976 h 94328"/>
                      <a:gd name="connsiteX13" fmla="*/ -1640 w 59843"/>
                      <a:gd name="connsiteY13" fmla="*/ 14567 h 94328"/>
                      <a:gd name="connsiteX14" fmla="*/ 9877 w 59843"/>
                      <a:gd name="connsiteY14" fmla="*/ 10046 h 94328"/>
                      <a:gd name="connsiteX15" fmla="*/ 22444 w 59843"/>
                      <a:gd name="connsiteY15" fmla="*/ 8559 h 94328"/>
                      <a:gd name="connsiteX16" fmla="*/ 39412 w 59843"/>
                      <a:gd name="connsiteY16" fmla="*/ 14190 h 94328"/>
                      <a:gd name="connsiteX17" fmla="*/ 45676 w 59843"/>
                      <a:gd name="connsiteY17" fmla="*/ 29499 h 94328"/>
                      <a:gd name="connsiteX18" fmla="*/ 39412 w 59843"/>
                      <a:gd name="connsiteY18" fmla="*/ 44787 h 94328"/>
                      <a:gd name="connsiteX19" fmla="*/ 22444 w 59843"/>
                      <a:gd name="connsiteY19" fmla="*/ 50439 h 94328"/>
                      <a:gd name="connsiteX20" fmla="*/ 12434 w 59843"/>
                      <a:gd name="connsiteY20" fmla="*/ 49328 h 94328"/>
                      <a:gd name="connsiteX21" fmla="*/ 2265 w 59843"/>
                      <a:gd name="connsiteY21" fmla="*/ 45858 h 94328"/>
                      <a:gd name="connsiteX22" fmla="*/ 2265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65" y="92338"/>
                        </a:moveTo>
                        <a:lnTo>
                          <a:pt x="51385" y="92338"/>
                        </a:lnTo>
                        <a:lnTo>
                          <a:pt x="51385" y="81789"/>
                        </a:lnTo>
                        <a:lnTo>
                          <a:pt x="13722" y="81789"/>
                        </a:lnTo>
                        <a:lnTo>
                          <a:pt x="13722" y="59124"/>
                        </a:lnTo>
                        <a:cubicBezTo>
                          <a:pt x="15533" y="59745"/>
                          <a:pt x="17343" y="60208"/>
                          <a:pt x="19154" y="60512"/>
                        </a:cubicBezTo>
                        <a:cubicBezTo>
                          <a:pt x="20977" y="60816"/>
                          <a:pt x="22801" y="60968"/>
                          <a:pt x="24625" y="60968"/>
                        </a:cubicBezTo>
                        <a:cubicBezTo>
                          <a:pt x="34945" y="60968"/>
                          <a:pt x="43119" y="58139"/>
                          <a:pt x="49145" y="52481"/>
                        </a:cubicBezTo>
                        <a:cubicBezTo>
                          <a:pt x="55184" y="46823"/>
                          <a:pt x="58203" y="39162"/>
                          <a:pt x="58203" y="29499"/>
                        </a:cubicBezTo>
                        <a:cubicBezTo>
                          <a:pt x="58203" y="19544"/>
                          <a:pt x="55105" y="11804"/>
                          <a:pt x="48907" y="6279"/>
                        </a:cubicBezTo>
                        <a:cubicBezTo>
                          <a:pt x="42709" y="766"/>
                          <a:pt x="33974" y="-1990"/>
                          <a:pt x="22702" y="-1990"/>
                        </a:cubicBezTo>
                        <a:cubicBezTo>
                          <a:pt x="18817" y="-1990"/>
                          <a:pt x="14859" y="-1660"/>
                          <a:pt x="10828" y="-999"/>
                        </a:cubicBezTo>
                        <a:cubicBezTo>
                          <a:pt x="6811" y="-338"/>
                          <a:pt x="2655" y="654"/>
                          <a:pt x="-1640" y="1976"/>
                        </a:cubicBezTo>
                        <a:lnTo>
                          <a:pt x="-1640" y="14567"/>
                        </a:lnTo>
                        <a:cubicBezTo>
                          <a:pt x="2074" y="12545"/>
                          <a:pt x="5912" y="11038"/>
                          <a:pt x="9877" y="10046"/>
                        </a:cubicBezTo>
                        <a:cubicBezTo>
                          <a:pt x="13841" y="9055"/>
                          <a:pt x="18030" y="8559"/>
                          <a:pt x="22444" y="8559"/>
                        </a:cubicBezTo>
                        <a:cubicBezTo>
                          <a:pt x="29593" y="8559"/>
                          <a:pt x="35249" y="10436"/>
                          <a:pt x="39412" y="14190"/>
                        </a:cubicBezTo>
                        <a:cubicBezTo>
                          <a:pt x="43588" y="17945"/>
                          <a:pt x="45676" y="23048"/>
                          <a:pt x="45676" y="29499"/>
                        </a:cubicBezTo>
                        <a:cubicBezTo>
                          <a:pt x="45676" y="35937"/>
                          <a:pt x="43588" y="41033"/>
                          <a:pt x="39412" y="44787"/>
                        </a:cubicBezTo>
                        <a:cubicBezTo>
                          <a:pt x="35249" y="48555"/>
                          <a:pt x="29593" y="50439"/>
                          <a:pt x="22444" y="50439"/>
                        </a:cubicBezTo>
                        <a:cubicBezTo>
                          <a:pt x="19101" y="50439"/>
                          <a:pt x="15764" y="50068"/>
                          <a:pt x="12434" y="49328"/>
                        </a:cubicBezTo>
                        <a:cubicBezTo>
                          <a:pt x="9117" y="48588"/>
                          <a:pt x="5727" y="47431"/>
                          <a:pt x="2265" y="45858"/>
                        </a:cubicBezTo>
                        <a:lnTo>
                          <a:pt x="2265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8" name="Freeform: Shape 57">
                    <a:extLst>
                      <a:ext uri="{FF2B5EF4-FFF2-40B4-BE49-F238E27FC236}">
                        <a16:creationId xmlns:a16="http://schemas.microsoft.com/office/drawing/2014/main" id="{39AA19A1-85BB-0368-D450-AF2FA84C9985}"/>
                      </a:ext>
                    </a:extLst>
                  </p:cNvPr>
                  <p:cNvSpPr/>
                  <p:nvPr/>
                </p:nvSpPr>
                <p:spPr>
                  <a:xfrm flipV="1">
                    <a:off x="7836789" y="4957429"/>
                    <a:ext cx="59466" cy="92524"/>
                  </a:xfrm>
                  <a:custGeom>
                    <a:avLst/>
                    <a:gdLst>
                      <a:gd name="connsiteX0" fmla="*/ -1655 w 59466"/>
                      <a:gd name="connsiteY0" fmla="*/ 90488 h 92524"/>
                      <a:gd name="connsiteX1" fmla="*/ 57812 w 59466"/>
                      <a:gd name="connsiteY1" fmla="*/ 90488 h 92524"/>
                      <a:gd name="connsiteX2" fmla="*/ 57812 w 59466"/>
                      <a:gd name="connsiteY2" fmla="*/ 85154 h 92524"/>
                      <a:gd name="connsiteX3" fmla="*/ 24233 w 59466"/>
                      <a:gd name="connsiteY3" fmla="*/ -2036 h 92524"/>
                      <a:gd name="connsiteX4" fmla="*/ 11170 w 59466"/>
                      <a:gd name="connsiteY4" fmla="*/ -2036 h 92524"/>
                      <a:gd name="connsiteX5" fmla="*/ 42767 w 59466"/>
                      <a:gd name="connsiteY5" fmla="*/ 79939 h 92524"/>
                      <a:gd name="connsiteX6" fmla="*/ -1655 w 59466"/>
                      <a:gd name="connsiteY6" fmla="*/ 79939 h 92524"/>
                      <a:gd name="connsiteX7" fmla="*/ -1655 w 59466"/>
                      <a:gd name="connsiteY7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466" h="92524">
                        <a:moveTo>
                          <a:pt x="-1655" y="90488"/>
                        </a:moveTo>
                        <a:lnTo>
                          <a:pt x="57812" y="90488"/>
                        </a:lnTo>
                        <a:lnTo>
                          <a:pt x="57812" y="85154"/>
                        </a:lnTo>
                        <a:lnTo>
                          <a:pt x="24233" y="-2036"/>
                        </a:lnTo>
                        <a:lnTo>
                          <a:pt x="11170" y="-2036"/>
                        </a:lnTo>
                        <a:lnTo>
                          <a:pt x="42767" y="79939"/>
                        </a:lnTo>
                        <a:lnTo>
                          <a:pt x="-1655" y="79939"/>
                        </a:lnTo>
                        <a:lnTo>
                          <a:pt x="-1655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5FCFD8E9-5926-7093-2E1F-160644A38D0C}"/>
                      </a:ext>
                    </a:extLst>
                  </p:cNvPr>
                  <p:cNvSpPr/>
                  <p:nvPr/>
                </p:nvSpPr>
                <p:spPr>
                  <a:xfrm flipV="1">
                    <a:off x="7915461" y="4955763"/>
                    <a:ext cx="63926" cy="95994"/>
                  </a:xfrm>
                  <a:custGeom>
                    <a:avLst/>
                    <a:gdLst>
                      <a:gd name="connsiteX0" fmla="*/ 30295 w 63926"/>
                      <a:gd name="connsiteY0" fmla="*/ 84047 h 95994"/>
                      <a:gd name="connsiteX1" fmla="*/ 15766 w 63926"/>
                      <a:gd name="connsiteY1" fmla="*/ 74529 h 95994"/>
                      <a:gd name="connsiteX2" fmla="*/ 10909 w 63926"/>
                      <a:gd name="connsiteY2" fmla="*/ 45935 h 95994"/>
                      <a:gd name="connsiteX3" fmla="*/ 15766 w 63926"/>
                      <a:gd name="connsiteY3" fmla="*/ 17400 h 95994"/>
                      <a:gd name="connsiteX4" fmla="*/ 30295 w 63926"/>
                      <a:gd name="connsiteY4" fmla="*/ 7882 h 95994"/>
                      <a:gd name="connsiteX5" fmla="*/ 44885 w 63926"/>
                      <a:gd name="connsiteY5" fmla="*/ 17400 h 95994"/>
                      <a:gd name="connsiteX6" fmla="*/ 49761 w 63926"/>
                      <a:gd name="connsiteY6" fmla="*/ 45935 h 95994"/>
                      <a:gd name="connsiteX7" fmla="*/ 44885 w 63926"/>
                      <a:gd name="connsiteY7" fmla="*/ 74529 h 95994"/>
                      <a:gd name="connsiteX8" fmla="*/ 30295 w 63926"/>
                      <a:gd name="connsiteY8" fmla="*/ 84047 h 95994"/>
                      <a:gd name="connsiteX9" fmla="*/ 30295 w 63926"/>
                      <a:gd name="connsiteY9" fmla="*/ 93962 h 95994"/>
                      <a:gd name="connsiteX10" fmla="*/ 54062 w 63926"/>
                      <a:gd name="connsiteY10" fmla="*/ 81648 h 95994"/>
                      <a:gd name="connsiteX11" fmla="*/ 62269 w 63926"/>
                      <a:gd name="connsiteY11" fmla="*/ 45935 h 95994"/>
                      <a:gd name="connsiteX12" fmla="*/ 54062 w 63926"/>
                      <a:gd name="connsiteY12" fmla="*/ 10262 h 95994"/>
                      <a:gd name="connsiteX13" fmla="*/ 30295 w 63926"/>
                      <a:gd name="connsiteY13" fmla="*/ -2032 h 95994"/>
                      <a:gd name="connsiteX14" fmla="*/ 6548 w 63926"/>
                      <a:gd name="connsiteY14" fmla="*/ 10262 h 95994"/>
                      <a:gd name="connsiteX15" fmla="*/ -1658 w 63926"/>
                      <a:gd name="connsiteY15" fmla="*/ 45935 h 95994"/>
                      <a:gd name="connsiteX16" fmla="*/ 6548 w 63926"/>
                      <a:gd name="connsiteY16" fmla="*/ 81648 h 95994"/>
                      <a:gd name="connsiteX17" fmla="*/ 30295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95" y="84047"/>
                        </a:moveTo>
                        <a:cubicBezTo>
                          <a:pt x="23860" y="84047"/>
                          <a:pt x="19017" y="80874"/>
                          <a:pt x="15766" y="74529"/>
                        </a:cubicBezTo>
                        <a:cubicBezTo>
                          <a:pt x="12528" y="68197"/>
                          <a:pt x="10909" y="58665"/>
                          <a:pt x="10909" y="45935"/>
                        </a:cubicBezTo>
                        <a:cubicBezTo>
                          <a:pt x="10909" y="33257"/>
                          <a:pt x="12528" y="23746"/>
                          <a:pt x="15766" y="17400"/>
                        </a:cubicBezTo>
                        <a:cubicBezTo>
                          <a:pt x="19017" y="11055"/>
                          <a:pt x="23860" y="7882"/>
                          <a:pt x="30295" y="7882"/>
                        </a:cubicBezTo>
                        <a:cubicBezTo>
                          <a:pt x="36784" y="7882"/>
                          <a:pt x="41647" y="11055"/>
                          <a:pt x="44885" y="17400"/>
                        </a:cubicBezTo>
                        <a:cubicBezTo>
                          <a:pt x="48135" y="23746"/>
                          <a:pt x="49761" y="33257"/>
                          <a:pt x="49761" y="45935"/>
                        </a:cubicBezTo>
                        <a:cubicBezTo>
                          <a:pt x="49761" y="58665"/>
                          <a:pt x="48135" y="68197"/>
                          <a:pt x="44885" y="74529"/>
                        </a:cubicBezTo>
                        <a:cubicBezTo>
                          <a:pt x="41647" y="80874"/>
                          <a:pt x="36784" y="84047"/>
                          <a:pt x="30295" y="84047"/>
                        </a:cubicBezTo>
                        <a:close/>
                        <a:moveTo>
                          <a:pt x="30295" y="93962"/>
                        </a:moveTo>
                        <a:cubicBezTo>
                          <a:pt x="40669" y="93962"/>
                          <a:pt x="48591" y="89857"/>
                          <a:pt x="54062" y="81648"/>
                        </a:cubicBezTo>
                        <a:cubicBezTo>
                          <a:pt x="59533" y="73452"/>
                          <a:pt x="62269" y="61547"/>
                          <a:pt x="62269" y="45935"/>
                        </a:cubicBezTo>
                        <a:cubicBezTo>
                          <a:pt x="62269" y="30362"/>
                          <a:pt x="59533" y="18471"/>
                          <a:pt x="54062" y="10262"/>
                        </a:cubicBezTo>
                        <a:cubicBezTo>
                          <a:pt x="48591" y="2066"/>
                          <a:pt x="40669" y="-2032"/>
                          <a:pt x="30295" y="-2032"/>
                        </a:cubicBezTo>
                        <a:cubicBezTo>
                          <a:pt x="19935" y="-2032"/>
                          <a:pt x="12019" y="2066"/>
                          <a:pt x="6548" y="10262"/>
                        </a:cubicBezTo>
                        <a:cubicBezTo>
                          <a:pt x="1077" y="18471"/>
                          <a:pt x="-1658" y="30362"/>
                          <a:pt x="-1658" y="45935"/>
                        </a:cubicBezTo>
                        <a:cubicBezTo>
                          <a:pt x="-1658" y="61547"/>
                          <a:pt x="1077" y="73452"/>
                          <a:pt x="6548" y="81648"/>
                        </a:cubicBezTo>
                        <a:cubicBezTo>
                          <a:pt x="12019" y="89857"/>
                          <a:pt x="19935" y="93962"/>
                          <a:pt x="30295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60" name="Graphic 2">
                <a:extLst>
                  <a:ext uri="{FF2B5EF4-FFF2-40B4-BE49-F238E27FC236}">
                    <a16:creationId xmlns:a16="http://schemas.microsoft.com/office/drawing/2014/main" id="{23A72F43-9EB6-DB87-F723-CCE4E638BC74}"/>
                  </a:ext>
                </a:extLst>
              </p:cNvPr>
              <p:cNvGrpSpPr/>
              <p:nvPr/>
            </p:nvGrpSpPr>
            <p:grpSpPr>
              <a:xfrm>
                <a:off x="8321774" y="4864687"/>
                <a:ext cx="223926" cy="187070"/>
                <a:chOff x="8321774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F0B8ED73-14F3-F08A-4D71-92DA93ADE515}"/>
                    </a:ext>
                  </a:extLst>
                </p:cNvPr>
                <p:cNvSpPr/>
                <p:nvPr/>
              </p:nvSpPr>
              <p:spPr>
                <a:xfrm>
                  <a:off x="8433056" y="4864687"/>
                  <a:ext cx="12686" cy="44417"/>
                </a:xfrm>
                <a:custGeom>
                  <a:avLst/>
                  <a:gdLst>
                    <a:gd name="connsiteX0" fmla="*/ 415 w 12686"/>
                    <a:gd name="connsiteY0" fmla="*/ 286 h 44417"/>
                    <a:gd name="connsiteX1" fmla="*/ 415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415" y="286"/>
                      </a:moveTo>
                      <a:lnTo>
                        <a:pt x="415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62" name="Graphic 2">
                  <a:extLst>
                    <a:ext uri="{FF2B5EF4-FFF2-40B4-BE49-F238E27FC236}">
                      <a16:creationId xmlns:a16="http://schemas.microsoft.com/office/drawing/2014/main" id="{FA4EE7DB-A365-C894-40CA-F3817A7C8A0F}"/>
                    </a:ext>
                  </a:extLst>
                </p:cNvPr>
                <p:cNvGrpSpPr/>
                <p:nvPr/>
              </p:nvGrpSpPr>
              <p:grpSpPr>
                <a:xfrm>
                  <a:off x="8321774" y="4955763"/>
                  <a:ext cx="223926" cy="95994"/>
                  <a:chOff x="8321774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63" name="Freeform: Shape 62">
                    <a:extLst>
                      <a:ext uri="{FF2B5EF4-FFF2-40B4-BE49-F238E27FC236}">
                        <a16:creationId xmlns:a16="http://schemas.microsoft.com/office/drawing/2014/main" id="{85410A91-088A-2497-02C1-EA7C330E6117}"/>
                      </a:ext>
                    </a:extLst>
                  </p:cNvPr>
                  <p:cNvSpPr/>
                  <p:nvPr/>
                </p:nvSpPr>
                <p:spPr>
                  <a:xfrm flipV="1">
                    <a:off x="8321774" y="4957429"/>
                    <a:ext cx="59843" cy="94328"/>
                  </a:xfrm>
                  <a:custGeom>
                    <a:avLst/>
                    <a:gdLst>
                      <a:gd name="connsiteX0" fmla="*/ 2310 w 59843"/>
                      <a:gd name="connsiteY0" fmla="*/ 92338 h 94328"/>
                      <a:gd name="connsiteX1" fmla="*/ 51429 w 59843"/>
                      <a:gd name="connsiteY1" fmla="*/ 92338 h 94328"/>
                      <a:gd name="connsiteX2" fmla="*/ 51429 w 59843"/>
                      <a:gd name="connsiteY2" fmla="*/ 81789 h 94328"/>
                      <a:gd name="connsiteX3" fmla="*/ 13767 w 59843"/>
                      <a:gd name="connsiteY3" fmla="*/ 81789 h 94328"/>
                      <a:gd name="connsiteX4" fmla="*/ 13767 w 59843"/>
                      <a:gd name="connsiteY4" fmla="*/ 59124 h 94328"/>
                      <a:gd name="connsiteX5" fmla="*/ 19198 w 59843"/>
                      <a:gd name="connsiteY5" fmla="*/ 60512 h 94328"/>
                      <a:gd name="connsiteX6" fmla="*/ 24669 w 59843"/>
                      <a:gd name="connsiteY6" fmla="*/ 60968 h 94328"/>
                      <a:gd name="connsiteX7" fmla="*/ 49189 w 59843"/>
                      <a:gd name="connsiteY7" fmla="*/ 52481 h 94328"/>
                      <a:gd name="connsiteX8" fmla="*/ 58248 w 59843"/>
                      <a:gd name="connsiteY8" fmla="*/ 29499 h 94328"/>
                      <a:gd name="connsiteX9" fmla="*/ 48951 w 59843"/>
                      <a:gd name="connsiteY9" fmla="*/ 6279 h 94328"/>
                      <a:gd name="connsiteX10" fmla="*/ 22747 w 59843"/>
                      <a:gd name="connsiteY10" fmla="*/ -1990 h 94328"/>
                      <a:gd name="connsiteX11" fmla="*/ 10873 w 59843"/>
                      <a:gd name="connsiteY11" fmla="*/ -999 h 94328"/>
                      <a:gd name="connsiteX12" fmla="*/ -1595 w 59843"/>
                      <a:gd name="connsiteY12" fmla="*/ 1976 h 94328"/>
                      <a:gd name="connsiteX13" fmla="*/ -1595 w 59843"/>
                      <a:gd name="connsiteY13" fmla="*/ 14567 h 94328"/>
                      <a:gd name="connsiteX14" fmla="*/ 9922 w 59843"/>
                      <a:gd name="connsiteY14" fmla="*/ 10046 h 94328"/>
                      <a:gd name="connsiteX15" fmla="*/ 22489 w 59843"/>
                      <a:gd name="connsiteY15" fmla="*/ 8559 h 94328"/>
                      <a:gd name="connsiteX16" fmla="*/ 39457 w 59843"/>
                      <a:gd name="connsiteY16" fmla="*/ 14190 h 94328"/>
                      <a:gd name="connsiteX17" fmla="*/ 45720 w 59843"/>
                      <a:gd name="connsiteY17" fmla="*/ 29499 h 94328"/>
                      <a:gd name="connsiteX18" fmla="*/ 39457 w 59843"/>
                      <a:gd name="connsiteY18" fmla="*/ 44787 h 94328"/>
                      <a:gd name="connsiteX19" fmla="*/ 22489 w 59843"/>
                      <a:gd name="connsiteY19" fmla="*/ 50439 h 94328"/>
                      <a:gd name="connsiteX20" fmla="*/ 12479 w 59843"/>
                      <a:gd name="connsiteY20" fmla="*/ 49328 h 94328"/>
                      <a:gd name="connsiteX21" fmla="*/ 2310 w 59843"/>
                      <a:gd name="connsiteY21" fmla="*/ 45858 h 94328"/>
                      <a:gd name="connsiteX22" fmla="*/ 2310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310" y="92338"/>
                        </a:moveTo>
                        <a:lnTo>
                          <a:pt x="51429" y="92338"/>
                        </a:lnTo>
                        <a:lnTo>
                          <a:pt x="51429" y="81789"/>
                        </a:lnTo>
                        <a:lnTo>
                          <a:pt x="13767" y="81789"/>
                        </a:lnTo>
                        <a:lnTo>
                          <a:pt x="13767" y="59124"/>
                        </a:lnTo>
                        <a:cubicBezTo>
                          <a:pt x="15577" y="59745"/>
                          <a:pt x="17388" y="60208"/>
                          <a:pt x="19198" y="60512"/>
                        </a:cubicBezTo>
                        <a:cubicBezTo>
                          <a:pt x="21022" y="60816"/>
                          <a:pt x="22846" y="60968"/>
                          <a:pt x="24669" y="60968"/>
                        </a:cubicBezTo>
                        <a:cubicBezTo>
                          <a:pt x="34990" y="60968"/>
                          <a:pt x="43163" y="58139"/>
                          <a:pt x="49189" y="52481"/>
                        </a:cubicBezTo>
                        <a:cubicBezTo>
                          <a:pt x="55229" y="46823"/>
                          <a:pt x="58248" y="39162"/>
                          <a:pt x="58248" y="29499"/>
                        </a:cubicBezTo>
                        <a:cubicBezTo>
                          <a:pt x="58248" y="19544"/>
                          <a:pt x="55149" y="11804"/>
                          <a:pt x="48951" y="6279"/>
                        </a:cubicBezTo>
                        <a:cubicBezTo>
                          <a:pt x="42754" y="766"/>
                          <a:pt x="34019" y="-1990"/>
                          <a:pt x="22747" y="-1990"/>
                        </a:cubicBezTo>
                        <a:cubicBezTo>
                          <a:pt x="18861" y="-1990"/>
                          <a:pt x="14904" y="-1660"/>
                          <a:pt x="10873" y="-999"/>
                        </a:cubicBezTo>
                        <a:cubicBezTo>
                          <a:pt x="6856" y="-338"/>
                          <a:pt x="2700" y="654"/>
                          <a:pt x="-1595" y="1976"/>
                        </a:cubicBezTo>
                        <a:lnTo>
                          <a:pt x="-1595" y="14567"/>
                        </a:lnTo>
                        <a:cubicBezTo>
                          <a:pt x="2118" y="12545"/>
                          <a:pt x="5957" y="11038"/>
                          <a:pt x="9922" y="10046"/>
                        </a:cubicBezTo>
                        <a:cubicBezTo>
                          <a:pt x="13886" y="9055"/>
                          <a:pt x="18075" y="8559"/>
                          <a:pt x="22489" y="8559"/>
                        </a:cubicBezTo>
                        <a:cubicBezTo>
                          <a:pt x="29638" y="8559"/>
                          <a:pt x="35294" y="10436"/>
                          <a:pt x="39457" y="14190"/>
                        </a:cubicBezTo>
                        <a:cubicBezTo>
                          <a:pt x="43633" y="17945"/>
                          <a:pt x="45720" y="23048"/>
                          <a:pt x="45720" y="29499"/>
                        </a:cubicBezTo>
                        <a:cubicBezTo>
                          <a:pt x="45720" y="35937"/>
                          <a:pt x="43633" y="41033"/>
                          <a:pt x="39457" y="44787"/>
                        </a:cubicBezTo>
                        <a:cubicBezTo>
                          <a:pt x="35294" y="48555"/>
                          <a:pt x="29638" y="50439"/>
                          <a:pt x="22489" y="50439"/>
                        </a:cubicBezTo>
                        <a:cubicBezTo>
                          <a:pt x="19145" y="50439"/>
                          <a:pt x="15809" y="50068"/>
                          <a:pt x="12479" y="49328"/>
                        </a:cubicBezTo>
                        <a:cubicBezTo>
                          <a:pt x="9162" y="48588"/>
                          <a:pt x="5772" y="47431"/>
                          <a:pt x="2310" y="45858"/>
                        </a:cubicBezTo>
                        <a:lnTo>
                          <a:pt x="2310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4" name="Freeform: Shape 63">
                    <a:extLst>
                      <a:ext uri="{FF2B5EF4-FFF2-40B4-BE49-F238E27FC236}">
                        <a16:creationId xmlns:a16="http://schemas.microsoft.com/office/drawing/2014/main" id="{38419A27-ACB6-D733-1C09-580C369B29F7}"/>
                      </a:ext>
                    </a:extLst>
                  </p:cNvPr>
                  <p:cNvSpPr/>
                  <p:nvPr/>
                </p:nvSpPr>
                <p:spPr>
                  <a:xfrm flipV="1">
                    <a:off x="8401298" y="4955763"/>
                    <a:ext cx="63431" cy="95994"/>
                  </a:xfrm>
                  <a:custGeom>
                    <a:avLst/>
                    <a:gdLst>
                      <a:gd name="connsiteX0" fmla="*/ 30096 w 63431"/>
                      <a:gd name="connsiteY0" fmla="*/ 43714 h 95994"/>
                      <a:gd name="connsiteX1" fmla="*/ 16062 w 63431"/>
                      <a:gd name="connsiteY1" fmla="*/ 38935 h 95994"/>
                      <a:gd name="connsiteX2" fmla="*/ 10968 w 63431"/>
                      <a:gd name="connsiteY2" fmla="*/ 25808 h 95994"/>
                      <a:gd name="connsiteX3" fmla="*/ 16062 w 63431"/>
                      <a:gd name="connsiteY3" fmla="*/ 12661 h 95994"/>
                      <a:gd name="connsiteX4" fmla="*/ 30096 w 63431"/>
                      <a:gd name="connsiteY4" fmla="*/ 7882 h 95994"/>
                      <a:gd name="connsiteX5" fmla="*/ 44150 w 63431"/>
                      <a:gd name="connsiteY5" fmla="*/ 12681 h 95994"/>
                      <a:gd name="connsiteX6" fmla="*/ 49304 w 63431"/>
                      <a:gd name="connsiteY6" fmla="*/ 25808 h 95994"/>
                      <a:gd name="connsiteX7" fmla="*/ 44190 w 63431"/>
                      <a:gd name="connsiteY7" fmla="*/ 38935 h 95994"/>
                      <a:gd name="connsiteX8" fmla="*/ 30096 w 63431"/>
                      <a:gd name="connsiteY8" fmla="*/ 43714 h 95994"/>
                      <a:gd name="connsiteX9" fmla="*/ 17588 w 63431"/>
                      <a:gd name="connsiteY9" fmla="*/ 49028 h 95994"/>
                      <a:gd name="connsiteX10" fmla="*/ 5041 w 63431"/>
                      <a:gd name="connsiteY10" fmla="*/ 56524 h 95994"/>
                      <a:gd name="connsiteX11" fmla="*/ 561 w 63431"/>
                      <a:gd name="connsiteY11" fmla="*/ 69988 h 95994"/>
                      <a:gd name="connsiteX12" fmla="*/ 8450 w 63431"/>
                      <a:gd name="connsiteY12" fmla="*/ 87517 h 95994"/>
                      <a:gd name="connsiteX13" fmla="*/ 30096 w 63431"/>
                      <a:gd name="connsiteY13" fmla="*/ 93962 h 95994"/>
                      <a:gd name="connsiteX14" fmla="*/ 51782 w 63431"/>
                      <a:gd name="connsiteY14" fmla="*/ 87517 h 95994"/>
                      <a:gd name="connsiteX15" fmla="*/ 59651 w 63431"/>
                      <a:gd name="connsiteY15" fmla="*/ 69988 h 95994"/>
                      <a:gd name="connsiteX16" fmla="*/ 55152 w 63431"/>
                      <a:gd name="connsiteY16" fmla="*/ 56524 h 95994"/>
                      <a:gd name="connsiteX17" fmla="*/ 42683 w 63431"/>
                      <a:gd name="connsiteY17" fmla="*/ 49028 h 95994"/>
                      <a:gd name="connsiteX18" fmla="*/ 56757 w 63431"/>
                      <a:gd name="connsiteY18" fmla="*/ 40779 h 95994"/>
                      <a:gd name="connsiteX19" fmla="*/ 61812 w 63431"/>
                      <a:gd name="connsiteY19" fmla="*/ 25808 h 95994"/>
                      <a:gd name="connsiteX20" fmla="*/ 53605 w 63431"/>
                      <a:gd name="connsiteY20" fmla="*/ 5146 h 95994"/>
                      <a:gd name="connsiteX21" fmla="*/ 30096 w 63431"/>
                      <a:gd name="connsiteY21" fmla="*/ -2032 h 95994"/>
                      <a:gd name="connsiteX22" fmla="*/ 6587 w 63431"/>
                      <a:gd name="connsiteY22" fmla="*/ 5146 h 95994"/>
                      <a:gd name="connsiteX23" fmla="*/ -1619 w 63431"/>
                      <a:gd name="connsiteY23" fmla="*/ 25808 h 95994"/>
                      <a:gd name="connsiteX24" fmla="*/ 3455 w 63431"/>
                      <a:gd name="connsiteY24" fmla="*/ 40779 h 95994"/>
                      <a:gd name="connsiteX25" fmla="*/ 17588 w 63431"/>
                      <a:gd name="connsiteY25" fmla="*/ 49028 h 95994"/>
                      <a:gd name="connsiteX26" fmla="*/ 13010 w 63431"/>
                      <a:gd name="connsiteY26" fmla="*/ 68798 h 95994"/>
                      <a:gd name="connsiteX27" fmla="*/ 17489 w 63431"/>
                      <a:gd name="connsiteY27" fmla="*/ 57595 h 95994"/>
                      <a:gd name="connsiteX28" fmla="*/ 30096 w 63431"/>
                      <a:gd name="connsiteY28" fmla="*/ 53569 h 95994"/>
                      <a:gd name="connsiteX29" fmla="*/ 42703 w 63431"/>
                      <a:gd name="connsiteY29" fmla="*/ 57595 h 95994"/>
                      <a:gd name="connsiteX30" fmla="*/ 47262 w 63431"/>
                      <a:gd name="connsiteY30" fmla="*/ 68798 h 95994"/>
                      <a:gd name="connsiteX31" fmla="*/ 42703 w 63431"/>
                      <a:gd name="connsiteY31" fmla="*/ 80022 h 95994"/>
                      <a:gd name="connsiteX32" fmla="*/ 30096 w 63431"/>
                      <a:gd name="connsiteY32" fmla="*/ 84047 h 95994"/>
                      <a:gd name="connsiteX33" fmla="*/ 17489 w 63431"/>
                      <a:gd name="connsiteY33" fmla="*/ 80022 h 95994"/>
                      <a:gd name="connsiteX34" fmla="*/ 13010 w 63431"/>
                      <a:gd name="connsiteY34" fmla="*/ 6879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30096" y="43714"/>
                        </a:moveTo>
                        <a:cubicBezTo>
                          <a:pt x="24150" y="43714"/>
                          <a:pt x="19472" y="42121"/>
                          <a:pt x="16062" y="38935"/>
                        </a:cubicBezTo>
                        <a:cubicBezTo>
                          <a:pt x="12666" y="35749"/>
                          <a:pt x="10968" y="31374"/>
                          <a:pt x="10968" y="25808"/>
                        </a:cubicBezTo>
                        <a:cubicBezTo>
                          <a:pt x="10968" y="20229"/>
                          <a:pt x="12666" y="15847"/>
                          <a:pt x="16062" y="12661"/>
                        </a:cubicBezTo>
                        <a:cubicBezTo>
                          <a:pt x="19472" y="9475"/>
                          <a:pt x="24150" y="7882"/>
                          <a:pt x="30096" y="7882"/>
                        </a:cubicBezTo>
                        <a:cubicBezTo>
                          <a:pt x="36043" y="7882"/>
                          <a:pt x="40728" y="9482"/>
                          <a:pt x="44150" y="12681"/>
                        </a:cubicBezTo>
                        <a:cubicBezTo>
                          <a:pt x="47586" y="15893"/>
                          <a:pt x="49304" y="20269"/>
                          <a:pt x="49304" y="25808"/>
                        </a:cubicBezTo>
                        <a:cubicBezTo>
                          <a:pt x="49304" y="31374"/>
                          <a:pt x="47599" y="35749"/>
                          <a:pt x="44190" y="38935"/>
                        </a:cubicBezTo>
                        <a:cubicBezTo>
                          <a:pt x="40794" y="42121"/>
                          <a:pt x="36096" y="43714"/>
                          <a:pt x="30096" y="43714"/>
                        </a:cubicBezTo>
                        <a:close/>
                        <a:moveTo>
                          <a:pt x="17588" y="49028"/>
                        </a:moveTo>
                        <a:cubicBezTo>
                          <a:pt x="12223" y="50350"/>
                          <a:pt x="8041" y="52849"/>
                          <a:pt x="5041" y="56524"/>
                        </a:cubicBezTo>
                        <a:cubicBezTo>
                          <a:pt x="2054" y="60212"/>
                          <a:pt x="561" y="64700"/>
                          <a:pt x="561" y="69988"/>
                        </a:cubicBezTo>
                        <a:cubicBezTo>
                          <a:pt x="561" y="77378"/>
                          <a:pt x="3191" y="83221"/>
                          <a:pt x="8450" y="87517"/>
                        </a:cubicBezTo>
                        <a:cubicBezTo>
                          <a:pt x="13723" y="91814"/>
                          <a:pt x="20938" y="93962"/>
                          <a:pt x="30096" y="93962"/>
                        </a:cubicBezTo>
                        <a:cubicBezTo>
                          <a:pt x="39307" y="93962"/>
                          <a:pt x="46536" y="91814"/>
                          <a:pt x="51782" y="87517"/>
                        </a:cubicBezTo>
                        <a:cubicBezTo>
                          <a:pt x="57028" y="83221"/>
                          <a:pt x="59651" y="77378"/>
                          <a:pt x="59651" y="69988"/>
                        </a:cubicBezTo>
                        <a:cubicBezTo>
                          <a:pt x="59651" y="64700"/>
                          <a:pt x="58151" y="60212"/>
                          <a:pt x="55152" y="56524"/>
                        </a:cubicBezTo>
                        <a:cubicBezTo>
                          <a:pt x="52165" y="52849"/>
                          <a:pt x="48009" y="50350"/>
                          <a:pt x="42683" y="49028"/>
                        </a:cubicBezTo>
                        <a:cubicBezTo>
                          <a:pt x="48709" y="47627"/>
                          <a:pt x="53401" y="44877"/>
                          <a:pt x="56757" y="40779"/>
                        </a:cubicBezTo>
                        <a:cubicBezTo>
                          <a:pt x="60127" y="36694"/>
                          <a:pt x="61812" y="31704"/>
                          <a:pt x="61812" y="25808"/>
                        </a:cubicBezTo>
                        <a:cubicBezTo>
                          <a:pt x="61812" y="16832"/>
                          <a:pt x="59076" y="9945"/>
                          <a:pt x="53605" y="5146"/>
                        </a:cubicBezTo>
                        <a:cubicBezTo>
                          <a:pt x="48135" y="360"/>
                          <a:pt x="40298" y="-2032"/>
                          <a:pt x="30096" y="-2032"/>
                        </a:cubicBezTo>
                        <a:cubicBezTo>
                          <a:pt x="19908" y="-2032"/>
                          <a:pt x="12071" y="360"/>
                          <a:pt x="6587" y="5146"/>
                        </a:cubicBezTo>
                        <a:cubicBezTo>
                          <a:pt x="1116" y="9945"/>
                          <a:pt x="-1619" y="16832"/>
                          <a:pt x="-1619" y="25808"/>
                        </a:cubicBezTo>
                        <a:cubicBezTo>
                          <a:pt x="-1619" y="31704"/>
                          <a:pt x="72" y="36694"/>
                          <a:pt x="3455" y="40779"/>
                        </a:cubicBezTo>
                        <a:cubicBezTo>
                          <a:pt x="6851" y="44877"/>
                          <a:pt x="11562" y="47627"/>
                          <a:pt x="17588" y="49028"/>
                        </a:cubicBezTo>
                        <a:close/>
                        <a:moveTo>
                          <a:pt x="13010" y="68798"/>
                        </a:moveTo>
                        <a:cubicBezTo>
                          <a:pt x="13010" y="64013"/>
                          <a:pt x="14503" y="60278"/>
                          <a:pt x="17489" y="57595"/>
                        </a:cubicBezTo>
                        <a:cubicBezTo>
                          <a:pt x="20489" y="54911"/>
                          <a:pt x="24691" y="53569"/>
                          <a:pt x="30096" y="53569"/>
                        </a:cubicBezTo>
                        <a:cubicBezTo>
                          <a:pt x="35475" y="53569"/>
                          <a:pt x="39677" y="54911"/>
                          <a:pt x="42703" y="57595"/>
                        </a:cubicBezTo>
                        <a:cubicBezTo>
                          <a:pt x="45743" y="60278"/>
                          <a:pt x="47262" y="64013"/>
                          <a:pt x="47262" y="68798"/>
                        </a:cubicBezTo>
                        <a:cubicBezTo>
                          <a:pt x="47262" y="73597"/>
                          <a:pt x="45743" y="77338"/>
                          <a:pt x="42703" y="80022"/>
                        </a:cubicBezTo>
                        <a:cubicBezTo>
                          <a:pt x="39677" y="82705"/>
                          <a:pt x="35475" y="84047"/>
                          <a:pt x="30096" y="84047"/>
                        </a:cubicBezTo>
                        <a:cubicBezTo>
                          <a:pt x="24691" y="84047"/>
                          <a:pt x="20489" y="82705"/>
                          <a:pt x="17489" y="80022"/>
                        </a:cubicBezTo>
                        <a:cubicBezTo>
                          <a:pt x="14503" y="77338"/>
                          <a:pt x="13010" y="73597"/>
                          <a:pt x="13010" y="6879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5" name="Freeform: Shape 64">
                    <a:extLst>
                      <a:ext uri="{FF2B5EF4-FFF2-40B4-BE49-F238E27FC236}">
                        <a16:creationId xmlns:a16="http://schemas.microsoft.com/office/drawing/2014/main" id="{7E2A805F-6684-9099-94AD-21CCCA302E94}"/>
                      </a:ext>
                    </a:extLst>
                  </p:cNvPr>
                  <p:cNvSpPr/>
                  <p:nvPr/>
                </p:nvSpPr>
                <p:spPr>
                  <a:xfrm flipV="1">
                    <a:off x="8481774" y="4955763"/>
                    <a:ext cx="63926" cy="95994"/>
                  </a:xfrm>
                  <a:custGeom>
                    <a:avLst/>
                    <a:gdLst>
                      <a:gd name="connsiteX0" fmla="*/ 30340 w 63926"/>
                      <a:gd name="connsiteY0" fmla="*/ 84047 h 95994"/>
                      <a:gd name="connsiteX1" fmla="*/ 15810 w 63926"/>
                      <a:gd name="connsiteY1" fmla="*/ 74529 h 95994"/>
                      <a:gd name="connsiteX2" fmla="*/ 10954 w 63926"/>
                      <a:gd name="connsiteY2" fmla="*/ 45935 h 95994"/>
                      <a:gd name="connsiteX3" fmla="*/ 15810 w 63926"/>
                      <a:gd name="connsiteY3" fmla="*/ 17400 h 95994"/>
                      <a:gd name="connsiteX4" fmla="*/ 30340 w 63926"/>
                      <a:gd name="connsiteY4" fmla="*/ 7882 h 95994"/>
                      <a:gd name="connsiteX5" fmla="*/ 44929 w 63926"/>
                      <a:gd name="connsiteY5" fmla="*/ 17400 h 95994"/>
                      <a:gd name="connsiteX6" fmla="*/ 49805 w 63926"/>
                      <a:gd name="connsiteY6" fmla="*/ 45935 h 95994"/>
                      <a:gd name="connsiteX7" fmla="*/ 44929 w 63926"/>
                      <a:gd name="connsiteY7" fmla="*/ 74529 h 95994"/>
                      <a:gd name="connsiteX8" fmla="*/ 30340 w 63926"/>
                      <a:gd name="connsiteY8" fmla="*/ 84047 h 95994"/>
                      <a:gd name="connsiteX9" fmla="*/ 30340 w 63926"/>
                      <a:gd name="connsiteY9" fmla="*/ 93962 h 95994"/>
                      <a:gd name="connsiteX10" fmla="*/ 54107 w 63926"/>
                      <a:gd name="connsiteY10" fmla="*/ 81648 h 95994"/>
                      <a:gd name="connsiteX11" fmla="*/ 62313 w 63926"/>
                      <a:gd name="connsiteY11" fmla="*/ 45935 h 95994"/>
                      <a:gd name="connsiteX12" fmla="*/ 54107 w 63926"/>
                      <a:gd name="connsiteY12" fmla="*/ 10262 h 95994"/>
                      <a:gd name="connsiteX13" fmla="*/ 30340 w 63926"/>
                      <a:gd name="connsiteY13" fmla="*/ -2032 h 95994"/>
                      <a:gd name="connsiteX14" fmla="*/ 6593 w 63926"/>
                      <a:gd name="connsiteY14" fmla="*/ 10262 h 95994"/>
                      <a:gd name="connsiteX15" fmla="*/ -1613 w 63926"/>
                      <a:gd name="connsiteY15" fmla="*/ 45935 h 95994"/>
                      <a:gd name="connsiteX16" fmla="*/ 6593 w 63926"/>
                      <a:gd name="connsiteY16" fmla="*/ 81648 h 95994"/>
                      <a:gd name="connsiteX17" fmla="*/ 30340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40" y="84047"/>
                        </a:moveTo>
                        <a:cubicBezTo>
                          <a:pt x="23904" y="84047"/>
                          <a:pt x="19061" y="80874"/>
                          <a:pt x="15810" y="74529"/>
                        </a:cubicBezTo>
                        <a:cubicBezTo>
                          <a:pt x="12573" y="68197"/>
                          <a:pt x="10954" y="58665"/>
                          <a:pt x="10954" y="45935"/>
                        </a:cubicBezTo>
                        <a:cubicBezTo>
                          <a:pt x="10954" y="33257"/>
                          <a:pt x="12573" y="23746"/>
                          <a:pt x="15810" y="17400"/>
                        </a:cubicBezTo>
                        <a:cubicBezTo>
                          <a:pt x="19061" y="11055"/>
                          <a:pt x="23904" y="7882"/>
                          <a:pt x="30340" y="7882"/>
                        </a:cubicBezTo>
                        <a:cubicBezTo>
                          <a:pt x="36828" y="7882"/>
                          <a:pt x="41692" y="11055"/>
                          <a:pt x="44929" y="17400"/>
                        </a:cubicBezTo>
                        <a:cubicBezTo>
                          <a:pt x="48180" y="23746"/>
                          <a:pt x="49805" y="33257"/>
                          <a:pt x="49805" y="45935"/>
                        </a:cubicBezTo>
                        <a:cubicBezTo>
                          <a:pt x="49805" y="58665"/>
                          <a:pt x="48180" y="68197"/>
                          <a:pt x="44929" y="74529"/>
                        </a:cubicBezTo>
                        <a:cubicBezTo>
                          <a:pt x="41692" y="80874"/>
                          <a:pt x="36828" y="84047"/>
                          <a:pt x="30340" y="84047"/>
                        </a:cubicBezTo>
                        <a:close/>
                        <a:moveTo>
                          <a:pt x="30340" y="93962"/>
                        </a:moveTo>
                        <a:cubicBezTo>
                          <a:pt x="40714" y="93962"/>
                          <a:pt x="48636" y="89857"/>
                          <a:pt x="54107" y="81648"/>
                        </a:cubicBezTo>
                        <a:cubicBezTo>
                          <a:pt x="59578" y="73452"/>
                          <a:pt x="62313" y="61547"/>
                          <a:pt x="62313" y="45935"/>
                        </a:cubicBezTo>
                        <a:cubicBezTo>
                          <a:pt x="62313" y="30362"/>
                          <a:pt x="59578" y="18471"/>
                          <a:pt x="54107" y="10262"/>
                        </a:cubicBezTo>
                        <a:cubicBezTo>
                          <a:pt x="48636" y="2066"/>
                          <a:pt x="40714" y="-2032"/>
                          <a:pt x="30340" y="-2032"/>
                        </a:cubicBezTo>
                        <a:cubicBezTo>
                          <a:pt x="19980" y="-2032"/>
                          <a:pt x="12064" y="2066"/>
                          <a:pt x="6593" y="10262"/>
                        </a:cubicBezTo>
                        <a:cubicBezTo>
                          <a:pt x="1122" y="18471"/>
                          <a:pt x="-1613" y="30362"/>
                          <a:pt x="-1613" y="45935"/>
                        </a:cubicBezTo>
                        <a:cubicBezTo>
                          <a:pt x="-1613" y="61547"/>
                          <a:pt x="1122" y="73452"/>
                          <a:pt x="6593" y="81648"/>
                        </a:cubicBezTo>
                        <a:cubicBezTo>
                          <a:pt x="12064" y="89857"/>
                          <a:pt x="19980" y="93962"/>
                          <a:pt x="30340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66" name="Graphic 2">
              <a:extLst>
                <a:ext uri="{FF2B5EF4-FFF2-40B4-BE49-F238E27FC236}">
                  <a16:creationId xmlns:a16="http://schemas.microsoft.com/office/drawing/2014/main" id="{902F0D07-679D-F8AA-625A-5899761B8812}"/>
                </a:ext>
              </a:extLst>
            </p:cNvPr>
            <p:cNvGrpSpPr/>
            <p:nvPr/>
          </p:nvGrpSpPr>
          <p:grpSpPr>
            <a:xfrm>
              <a:off x="3577804" y="2269379"/>
              <a:ext cx="324747" cy="2362067"/>
              <a:chOff x="3577804" y="2269379"/>
              <a:chExt cx="324747" cy="2362067"/>
            </a:xfrm>
            <a:solidFill>
              <a:srgbClr val="000000"/>
            </a:solidFill>
          </p:grpSpPr>
          <p:grpSp>
            <p:nvGrpSpPr>
              <p:cNvPr id="67" name="Graphic 2">
                <a:extLst>
                  <a:ext uri="{FF2B5EF4-FFF2-40B4-BE49-F238E27FC236}">
                    <a16:creationId xmlns:a16="http://schemas.microsoft.com/office/drawing/2014/main" id="{92091E19-9C28-A346-018F-BA39C0837A98}"/>
                  </a:ext>
                </a:extLst>
              </p:cNvPr>
              <p:cNvGrpSpPr/>
              <p:nvPr/>
            </p:nvGrpSpPr>
            <p:grpSpPr>
              <a:xfrm>
                <a:off x="3577804" y="4535453"/>
                <a:ext cx="324747" cy="95994"/>
                <a:chOff x="3577804" y="4535453"/>
                <a:chExt cx="324747" cy="95994"/>
              </a:xfrm>
              <a:solidFill>
                <a:srgbClr val="000000"/>
              </a:solidFill>
            </p:grpSpPr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C15A74BC-CF88-A5ED-F7E3-B1A0A43E03D5}"/>
                    </a:ext>
                  </a:extLst>
                </p:cNvPr>
                <p:cNvSpPr/>
                <p:nvPr/>
              </p:nvSpPr>
              <p:spPr>
                <a:xfrm>
                  <a:off x="3858149" y="4581427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64 h 12690"/>
                    <a:gd name="connsiteX1" fmla="*/ 58 w 44401"/>
                    <a:gd name="connsiteY1" fmla="*/ 264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64"/>
                      </a:moveTo>
                      <a:lnTo>
                        <a:pt x="58" y="26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69" name="Graphic 2">
                  <a:extLst>
                    <a:ext uri="{FF2B5EF4-FFF2-40B4-BE49-F238E27FC236}">
                      <a16:creationId xmlns:a16="http://schemas.microsoft.com/office/drawing/2014/main" id="{57BFACCA-2264-6A57-05BE-B6979955907C}"/>
                    </a:ext>
                  </a:extLst>
                </p:cNvPr>
                <p:cNvGrpSpPr/>
                <p:nvPr/>
              </p:nvGrpSpPr>
              <p:grpSpPr>
                <a:xfrm>
                  <a:off x="3577804" y="4535453"/>
                  <a:ext cx="227514" cy="95994"/>
                  <a:chOff x="3577804" y="4535453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70" name="Freeform: Shape 69">
                    <a:extLst>
                      <a:ext uri="{FF2B5EF4-FFF2-40B4-BE49-F238E27FC236}">
                        <a16:creationId xmlns:a16="http://schemas.microsoft.com/office/drawing/2014/main" id="{CB62E768-AE5E-40B5-80C6-5FD6F92EE438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4537119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49 h 92524"/>
                      <a:gd name="connsiteX1" fmla="*/ 8171 w 67395"/>
                      <a:gd name="connsiteY1" fmla="*/ 30154 h 92524"/>
                      <a:gd name="connsiteX2" fmla="*/ 39767 w 67395"/>
                      <a:gd name="connsiteY2" fmla="*/ 30154 h 92524"/>
                      <a:gd name="connsiteX3" fmla="*/ 39767 w 67395"/>
                      <a:gd name="connsiteY3" fmla="*/ 79549 h 92524"/>
                      <a:gd name="connsiteX4" fmla="*/ 36477 w 67395"/>
                      <a:gd name="connsiteY4" fmla="*/ 90455 h 92524"/>
                      <a:gd name="connsiteX5" fmla="*/ 52216 w 67395"/>
                      <a:gd name="connsiteY5" fmla="*/ 90455 h 92524"/>
                      <a:gd name="connsiteX6" fmla="*/ 52216 w 67395"/>
                      <a:gd name="connsiteY6" fmla="*/ 30154 h 92524"/>
                      <a:gd name="connsiteX7" fmla="*/ 65417 w 67395"/>
                      <a:gd name="connsiteY7" fmla="*/ 30154 h 92524"/>
                      <a:gd name="connsiteX8" fmla="*/ 65417 w 67395"/>
                      <a:gd name="connsiteY8" fmla="*/ 19743 h 92524"/>
                      <a:gd name="connsiteX9" fmla="*/ 52216 w 67395"/>
                      <a:gd name="connsiteY9" fmla="*/ 19743 h 92524"/>
                      <a:gd name="connsiteX10" fmla="*/ 52216 w 67395"/>
                      <a:gd name="connsiteY10" fmla="*/ -2069 h 92524"/>
                      <a:gd name="connsiteX11" fmla="*/ 39767 w 67395"/>
                      <a:gd name="connsiteY11" fmla="*/ -2069 h 92524"/>
                      <a:gd name="connsiteX12" fmla="*/ 39767 w 67395"/>
                      <a:gd name="connsiteY12" fmla="*/ 19743 h 92524"/>
                      <a:gd name="connsiteX13" fmla="*/ -1978 w 67395"/>
                      <a:gd name="connsiteY13" fmla="*/ 19743 h 92524"/>
                      <a:gd name="connsiteX14" fmla="*/ -1978 w 67395"/>
                      <a:gd name="connsiteY14" fmla="*/ 31819 h 92524"/>
                      <a:gd name="connsiteX15" fmla="*/ 36477 w 67395"/>
                      <a:gd name="connsiteY15" fmla="*/ 9045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49"/>
                        </a:moveTo>
                        <a:lnTo>
                          <a:pt x="8171" y="30154"/>
                        </a:lnTo>
                        <a:lnTo>
                          <a:pt x="39767" y="30154"/>
                        </a:lnTo>
                        <a:lnTo>
                          <a:pt x="39767" y="79549"/>
                        </a:lnTo>
                        <a:close/>
                        <a:moveTo>
                          <a:pt x="36477" y="90455"/>
                        </a:moveTo>
                        <a:lnTo>
                          <a:pt x="52216" y="90455"/>
                        </a:lnTo>
                        <a:lnTo>
                          <a:pt x="52216" y="30154"/>
                        </a:lnTo>
                        <a:lnTo>
                          <a:pt x="65417" y="30154"/>
                        </a:lnTo>
                        <a:lnTo>
                          <a:pt x="65417" y="19743"/>
                        </a:lnTo>
                        <a:lnTo>
                          <a:pt x="52216" y="19743"/>
                        </a:lnTo>
                        <a:lnTo>
                          <a:pt x="52216" y="-2069"/>
                        </a:lnTo>
                        <a:lnTo>
                          <a:pt x="39767" y="-2069"/>
                        </a:lnTo>
                        <a:lnTo>
                          <a:pt x="39767" y="19743"/>
                        </a:lnTo>
                        <a:lnTo>
                          <a:pt x="-1978" y="19743"/>
                        </a:lnTo>
                        <a:lnTo>
                          <a:pt x="-1978" y="31819"/>
                        </a:lnTo>
                        <a:lnTo>
                          <a:pt x="36477" y="904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1" name="Freeform: Shape 70">
                    <a:extLst>
                      <a:ext uri="{FF2B5EF4-FFF2-40B4-BE49-F238E27FC236}">
                        <a16:creationId xmlns:a16="http://schemas.microsoft.com/office/drawing/2014/main" id="{C4FB82F7-3D64-326D-CC08-30EFE82AABCD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916" y="4535453"/>
                    <a:ext cx="63431" cy="95994"/>
                  </a:xfrm>
                  <a:custGeom>
                    <a:avLst/>
                    <a:gdLst>
                      <a:gd name="connsiteX0" fmla="*/ 29723 w 63431"/>
                      <a:gd name="connsiteY0" fmla="*/ 43681 h 95994"/>
                      <a:gd name="connsiteX1" fmla="*/ 15688 w 63431"/>
                      <a:gd name="connsiteY1" fmla="*/ 38902 h 95994"/>
                      <a:gd name="connsiteX2" fmla="*/ 10594 w 63431"/>
                      <a:gd name="connsiteY2" fmla="*/ 25775 h 95994"/>
                      <a:gd name="connsiteX3" fmla="*/ 15688 w 63431"/>
                      <a:gd name="connsiteY3" fmla="*/ 12628 h 95994"/>
                      <a:gd name="connsiteX4" fmla="*/ 29723 w 63431"/>
                      <a:gd name="connsiteY4" fmla="*/ 7849 h 95994"/>
                      <a:gd name="connsiteX5" fmla="*/ 43777 w 63431"/>
                      <a:gd name="connsiteY5" fmla="*/ 12648 h 95994"/>
                      <a:gd name="connsiteX6" fmla="*/ 48930 w 63431"/>
                      <a:gd name="connsiteY6" fmla="*/ 25775 h 95994"/>
                      <a:gd name="connsiteX7" fmla="*/ 43816 w 63431"/>
                      <a:gd name="connsiteY7" fmla="*/ 38902 h 95994"/>
                      <a:gd name="connsiteX8" fmla="*/ 29723 w 63431"/>
                      <a:gd name="connsiteY8" fmla="*/ 43681 h 95994"/>
                      <a:gd name="connsiteX9" fmla="*/ 17215 w 63431"/>
                      <a:gd name="connsiteY9" fmla="*/ 48995 h 95994"/>
                      <a:gd name="connsiteX10" fmla="*/ 4667 w 63431"/>
                      <a:gd name="connsiteY10" fmla="*/ 56491 h 95994"/>
                      <a:gd name="connsiteX11" fmla="*/ 187 w 63431"/>
                      <a:gd name="connsiteY11" fmla="*/ 69955 h 95994"/>
                      <a:gd name="connsiteX12" fmla="*/ 8077 w 63431"/>
                      <a:gd name="connsiteY12" fmla="*/ 87484 h 95994"/>
                      <a:gd name="connsiteX13" fmla="*/ 29723 w 63431"/>
                      <a:gd name="connsiteY13" fmla="*/ 93929 h 95994"/>
                      <a:gd name="connsiteX14" fmla="*/ 51408 w 63431"/>
                      <a:gd name="connsiteY14" fmla="*/ 87484 h 95994"/>
                      <a:gd name="connsiteX15" fmla="*/ 59278 w 63431"/>
                      <a:gd name="connsiteY15" fmla="*/ 69955 h 95994"/>
                      <a:gd name="connsiteX16" fmla="*/ 54778 w 63431"/>
                      <a:gd name="connsiteY16" fmla="*/ 56491 h 95994"/>
                      <a:gd name="connsiteX17" fmla="*/ 42310 w 63431"/>
                      <a:gd name="connsiteY17" fmla="*/ 48995 h 95994"/>
                      <a:gd name="connsiteX18" fmla="*/ 56384 w 63431"/>
                      <a:gd name="connsiteY18" fmla="*/ 40746 h 95994"/>
                      <a:gd name="connsiteX19" fmla="*/ 61438 w 63431"/>
                      <a:gd name="connsiteY19" fmla="*/ 25775 h 95994"/>
                      <a:gd name="connsiteX20" fmla="*/ 53232 w 63431"/>
                      <a:gd name="connsiteY20" fmla="*/ 5113 h 95994"/>
                      <a:gd name="connsiteX21" fmla="*/ 29723 w 63431"/>
                      <a:gd name="connsiteY21" fmla="*/ -2066 h 95994"/>
                      <a:gd name="connsiteX22" fmla="*/ 6213 w 63431"/>
                      <a:gd name="connsiteY22" fmla="*/ 5113 h 95994"/>
                      <a:gd name="connsiteX23" fmla="*/ -1993 w 63431"/>
                      <a:gd name="connsiteY23" fmla="*/ 25775 h 95994"/>
                      <a:gd name="connsiteX24" fmla="*/ 3082 w 63431"/>
                      <a:gd name="connsiteY24" fmla="*/ 40746 h 95994"/>
                      <a:gd name="connsiteX25" fmla="*/ 17215 w 63431"/>
                      <a:gd name="connsiteY25" fmla="*/ 48995 h 95994"/>
                      <a:gd name="connsiteX26" fmla="*/ 12636 w 63431"/>
                      <a:gd name="connsiteY26" fmla="*/ 68765 h 95994"/>
                      <a:gd name="connsiteX27" fmla="*/ 17116 w 63431"/>
                      <a:gd name="connsiteY27" fmla="*/ 57562 h 95994"/>
                      <a:gd name="connsiteX28" fmla="*/ 29723 w 63431"/>
                      <a:gd name="connsiteY28" fmla="*/ 53536 h 95994"/>
                      <a:gd name="connsiteX29" fmla="*/ 42330 w 63431"/>
                      <a:gd name="connsiteY29" fmla="*/ 57562 h 95994"/>
                      <a:gd name="connsiteX30" fmla="*/ 46889 w 63431"/>
                      <a:gd name="connsiteY30" fmla="*/ 68765 h 95994"/>
                      <a:gd name="connsiteX31" fmla="*/ 42330 w 63431"/>
                      <a:gd name="connsiteY31" fmla="*/ 79989 h 95994"/>
                      <a:gd name="connsiteX32" fmla="*/ 29723 w 63431"/>
                      <a:gd name="connsiteY32" fmla="*/ 84014 h 95994"/>
                      <a:gd name="connsiteX33" fmla="*/ 17116 w 63431"/>
                      <a:gd name="connsiteY33" fmla="*/ 79989 h 95994"/>
                      <a:gd name="connsiteX34" fmla="*/ 12636 w 63431"/>
                      <a:gd name="connsiteY34" fmla="*/ 6876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29723" y="43681"/>
                        </a:moveTo>
                        <a:cubicBezTo>
                          <a:pt x="23776" y="43681"/>
                          <a:pt x="19098" y="42088"/>
                          <a:pt x="15688" y="38902"/>
                        </a:cubicBezTo>
                        <a:cubicBezTo>
                          <a:pt x="12292" y="35716"/>
                          <a:pt x="10594" y="31340"/>
                          <a:pt x="10594" y="25775"/>
                        </a:cubicBezTo>
                        <a:cubicBezTo>
                          <a:pt x="10594" y="20196"/>
                          <a:pt x="12292" y="15814"/>
                          <a:pt x="15688" y="12628"/>
                        </a:cubicBezTo>
                        <a:cubicBezTo>
                          <a:pt x="19098" y="9442"/>
                          <a:pt x="23776" y="7849"/>
                          <a:pt x="29723" y="7849"/>
                        </a:cubicBezTo>
                        <a:cubicBezTo>
                          <a:pt x="35669" y="7849"/>
                          <a:pt x="40354" y="9449"/>
                          <a:pt x="43777" y="12648"/>
                        </a:cubicBezTo>
                        <a:cubicBezTo>
                          <a:pt x="47212" y="15860"/>
                          <a:pt x="48930" y="20236"/>
                          <a:pt x="48930" y="25775"/>
                        </a:cubicBezTo>
                        <a:cubicBezTo>
                          <a:pt x="48930" y="31340"/>
                          <a:pt x="47226" y="35716"/>
                          <a:pt x="43816" y="38902"/>
                        </a:cubicBezTo>
                        <a:cubicBezTo>
                          <a:pt x="40420" y="42088"/>
                          <a:pt x="35722" y="43681"/>
                          <a:pt x="29723" y="43681"/>
                        </a:cubicBezTo>
                        <a:close/>
                        <a:moveTo>
                          <a:pt x="17215" y="48995"/>
                        </a:moveTo>
                        <a:cubicBezTo>
                          <a:pt x="11850" y="50317"/>
                          <a:pt x="7667" y="52816"/>
                          <a:pt x="4667" y="56491"/>
                        </a:cubicBezTo>
                        <a:cubicBezTo>
                          <a:pt x="1681" y="60179"/>
                          <a:pt x="187" y="64667"/>
                          <a:pt x="187" y="69955"/>
                        </a:cubicBezTo>
                        <a:cubicBezTo>
                          <a:pt x="187" y="77345"/>
                          <a:pt x="2817" y="83188"/>
                          <a:pt x="8077" y="87484"/>
                        </a:cubicBezTo>
                        <a:cubicBezTo>
                          <a:pt x="13349" y="91780"/>
                          <a:pt x="20565" y="93929"/>
                          <a:pt x="29723" y="93929"/>
                        </a:cubicBezTo>
                        <a:cubicBezTo>
                          <a:pt x="38933" y="93929"/>
                          <a:pt x="46162" y="91780"/>
                          <a:pt x="51408" y="87484"/>
                        </a:cubicBezTo>
                        <a:cubicBezTo>
                          <a:pt x="56654" y="83188"/>
                          <a:pt x="59278" y="77345"/>
                          <a:pt x="59278" y="69955"/>
                        </a:cubicBezTo>
                        <a:cubicBezTo>
                          <a:pt x="59278" y="64667"/>
                          <a:pt x="57778" y="60179"/>
                          <a:pt x="54778" y="56491"/>
                        </a:cubicBezTo>
                        <a:cubicBezTo>
                          <a:pt x="51791" y="52816"/>
                          <a:pt x="47635" y="50317"/>
                          <a:pt x="42310" y="48995"/>
                        </a:cubicBezTo>
                        <a:cubicBezTo>
                          <a:pt x="48336" y="47594"/>
                          <a:pt x="53027" y="44844"/>
                          <a:pt x="56384" y="40746"/>
                        </a:cubicBezTo>
                        <a:cubicBezTo>
                          <a:pt x="59753" y="36661"/>
                          <a:pt x="61438" y="31671"/>
                          <a:pt x="61438" y="25775"/>
                        </a:cubicBezTo>
                        <a:cubicBezTo>
                          <a:pt x="61438" y="16799"/>
                          <a:pt x="58703" y="9911"/>
                          <a:pt x="53232" y="5113"/>
                        </a:cubicBezTo>
                        <a:cubicBezTo>
                          <a:pt x="47761" y="327"/>
                          <a:pt x="39924" y="-2066"/>
                          <a:pt x="29723" y="-2066"/>
                        </a:cubicBezTo>
                        <a:cubicBezTo>
                          <a:pt x="19534" y="-2066"/>
                          <a:pt x="11698" y="327"/>
                          <a:pt x="6213" y="5113"/>
                        </a:cubicBezTo>
                        <a:cubicBezTo>
                          <a:pt x="743" y="9911"/>
                          <a:pt x="-1993" y="16799"/>
                          <a:pt x="-1993" y="25775"/>
                        </a:cubicBezTo>
                        <a:cubicBezTo>
                          <a:pt x="-1993" y="31671"/>
                          <a:pt x="-301" y="36661"/>
                          <a:pt x="3082" y="40746"/>
                        </a:cubicBezTo>
                        <a:cubicBezTo>
                          <a:pt x="6478" y="44844"/>
                          <a:pt x="11189" y="47594"/>
                          <a:pt x="17215" y="48995"/>
                        </a:cubicBezTo>
                        <a:close/>
                        <a:moveTo>
                          <a:pt x="12636" y="68765"/>
                        </a:moveTo>
                        <a:cubicBezTo>
                          <a:pt x="12636" y="63980"/>
                          <a:pt x="14129" y="60245"/>
                          <a:pt x="17116" y="57562"/>
                        </a:cubicBezTo>
                        <a:cubicBezTo>
                          <a:pt x="20115" y="54878"/>
                          <a:pt x="24318" y="53536"/>
                          <a:pt x="29723" y="53536"/>
                        </a:cubicBezTo>
                        <a:cubicBezTo>
                          <a:pt x="35101" y="53536"/>
                          <a:pt x="39303" y="54878"/>
                          <a:pt x="42330" y="57562"/>
                        </a:cubicBezTo>
                        <a:cubicBezTo>
                          <a:pt x="45369" y="60245"/>
                          <a:pt x="46889" y="63980"/>
                          <a:pt x="46889" y="68765"/>
                        </a:cubicBezTo>
                        <a:cubicBezTo>
                          <a:pt x="46889" y="73564"/>
                          <a:pt x="45369" y="77305"/>
                          <a:pt x="42330" y="79989"/>
                        </a:cubicBezTo>
                        <a:cubicBezTo>
                          <a:pt x="39303" y="82672"/>
                          <a:pt x="35101" y="84014"/>
                          <a:pt x="29723" y="84014"/>
                        </a:cubicBezTo>
                        <a:cubicBezTo>
                          <a:pt x="24318" y="84014"/>
                          <a:pt x="20115" y="82672"/>
                          <a:pt x="17116" y="79989"/>
                        </a:cubicBezTo>
                        <a:cubicBezTo>
                          <a:pt x="14129" y="77305"/>
                          <a:pt x="12636" y="73564"/>
                          <a:pt x="12636" y="6876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2" name="Freeform: Shape 71">
                    <a:extLst>
                      <a:ext uri="{FF2B5EF4-FFF2-40B4-BE49-F238E27FC236}">
                        <a16:creationId xmlns:a16="http://schemas.microsoft.com/office/drawing/2014/main" id="{7F023DE1-6CE2-602F-C5FE-D3375C015324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535453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4014 h 95994"/>
                      <a:gd name="connsiteX1" fmla="*/ 15437 w 63926"/>
                      <a:gd name="connsiteY1" fmla="*/ 74496 h 95994"/>
                      <a:gd name="connsiteX2" fmla="*/ 10580 w 63926"/>
                      <a:gd name="connsiteY2" fmla="*/ 45902 h 95994"/>
                      <a:gd name="connsiteX3" fmla="*/ 15437 w 63926"/>
                      <a:gd name="connsiteY3" fmla="*/ 17367 h 95994"/>
                      <a:gd name="connsiteX4" fmla="*/ 29966 w 63926"/>
                      <a:gd name="connsiteY4" fmla="*/ 7849 h 95994"/>
                      <a:gd name="connsiteX5" fmla="*/ 44556 w 63926"/>
                      <a:gd name="connsiteY5" fmla="*/ 17367 h 95994"/>
                      <a:gd name="connsiteX6" fmla="*/ 49432 w 63926"/>
                      <a:gd name="connsiteY6" fmla="*/ 45902 h 95994"/>
                      <a:gd name="connsiteX7" fmla="*/ 44556 w 63926"/>
                      <a:gd name="connsiteY7" fmla="*/ 74496 h 95994"/>
                      <a:gd name="connsiteX8" fmla="*/ 29966 w 63926"/>
                      <a:gd name="connsiteY8" fmla="*/ 84014 h 95994"/>
                      <a:gd name="connsiteX9" fmla="*/ 29966 w 63926"/>
                      <a:gd name="connsiteY9" fmla="*/ 93929 h 95994"/>
                      <a:gd name="connsiteX10" fmla="*/ 53733 w 63926"/>
                      <a:gd name="connsiteY10" fmla="*/ 81615 h 95994"/>
                      <a:gd name="connsiteX11" fmla="*/ 61940 w 63926"/>
                      <a:gd name="connsiteY11" fmla="*/ 45902 h 95994"/>
                      <a:gd name="connsiteX12" fmla="*/ 53733 w 63926"/>
                      <a:gd name="connsiteY12" fmla="*/ 10229 h 95994"/>
                      <a:gd name="connsiteX13" fmla="*/ 29966 w 63926"/>
                      <a:gd name="connsiteY13" fmla="*/ -2066 h 95994"/>
                      <a:gd name="connsiteX14" fmla="*/ 6219 w 63926"/>
                      <a:gd name="connsiteY14" fmla="*/ 10229 h 95994"/>
                      <a:gd name="connsiteX15" fmla="*/ -1987 w 63926"/>
                      <a:gd name="connsiteY15" fmla="*/ 45902 h 95994"/>
                      <a:gd name="connsiteX16" fmla="*/ 6219 w 63926"/>
                      <a:gd name="connsiteY16" fmla="*/ 81615 h 95994"/>
                      <a:gd name="connsiteX17" fmla="*/ 29966 w 63926"/>
                      <a:gd name="connsiteY17" fmla="*/ 9392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4014"/>
                        </a:moveTo>
                        <a:cubicBezTo>
                          <a:pt x="23531" y="84014"/>
                          <a:pt x="18688" y="80841"/>
                          <a:pt x="15437" y="74496"/>
                        </a:cubicBezTo>
                        <a:cubicBezTo>
                          <a:pt x="12199" y="68164"/>
                          <a:pt x="10580" y="58632"/>
                          <a:pt x="10580" y="45902"/>
                        </a:cubicBezTo>
                        <a:cubicBezTo>
                          <a:pt x="10580" y="33224"/>
                          <a:pt x="12199" y="23713"/>
                          <a:pt x="15437" y="17367"/>
                        </a:cubicBezTo>
                        <a:cubicBezTo>
                          <a:pt x="18688" y="11022"/>
                          <a:pt x="23531" y="7849"/>
                          <a:pt x="29966" y="7849"/>
                        </a:cubicBezTo>
                        <a:cubicBezTo>
                          <a:pt x="36455" y="7849"/>
                          <a:pt x="41318" y="11022"/>
                          <a:pt x="44556" y="17367"/>
                        </a:cubicBezTo>
                        <a:cubicBezTo>
                          <a:pt x="47806" y="23713"/>
                          <a:pt x="49432" y="33224"/>
                          <a:pt x="49432" y="45902"/>
                        </a:cubicBezTo>
                        <a:cubicBezTo>
                          <a:pt x="49432" y="58632"/>
                          <a:pt x="47806" y="68164"/>
                          <a:pt x="44556" y="74496"/>
                        </a:cubicBezTo>
                        <a:cubicBezTo>
                          <a:pt x="41318" y="80841"/>
                          <a:pt x="36455" y="84014"/>
                          <a:pt x="29966" y="84014"/>
                        </a:cubicBezTo>
                        <a:close/>
                        <a:moveTo>
                          <a:pt x="29966" y="93929"/>
                        </a:moveTo>
                        <a:cubicBezTo>
                          <a:pt x="40340" y="93929"/>
                          <a:pt x="48262" y="89824"/>
                          <a:pt x="53733" y="81615"/>
                        </a:cubicBezTo>
                        <a:cubicBezTo>
                          <a:pt x="59204" y="73418"/>
                          <a:pt x="61940" y="61514"/>
                          <a:pt x="61940" y="45902"/>
                        </a:cubicBezTo>
                        <a:cubicBezTo>
                          <a:pt x="61940" y="30329"/>
                          <a:pt x="59204" y="18438"/>
                          <a:pt x="53733" y="10229"/>
                        </a:cubicBezTo>
                        <a:cubicBezTo>
                          <a:pt x="48262" y="2033"/>
                          <a:pt x="40340" y="-2066"/>
                          <a:pt x="29966" y="-2066"/>
                        </a:cubicBezTo>
                        <a:cubicBezTo>
                          <a:pt x="19606" y="-2066"/>
                          <a:pt x="11690" y="2033"/>
                          <a:pt x="6219" y="10229"/>
                        </a:cubicBezTo>
                        <a:cubicBezTo>
                          <a:pt x="748" y="18438"/>
                          <a:pt x="-1987" y="30329"/>
                          <a:pt x="-1987" y="45902"/>
                        </a:cubicBezTo>
                        <a:cubicBezTo>
                          <a:pt x="-1987" y="61514"/>
                          <a:pt x="748" y="73418"/>
                          <a:pt x="6219" y="81615"/>
                        </a:cubicBezTo>
                        <a:cubicBezTo>
                          <a:pt x="11690" y="89824"/>
                          <a:pt x="19606" y="93929"/>
                          <a:pt x="29966" y="939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73" name="Graphic 2">
                <a:extLst>
                  <a:ext uri="{FF2B5EF4-FFF2-40B4-BE49-F238E27FC236}">
                    <a16:creationId xmlns:a16="http://schemas.microsoft.com/office/drawing/2014/main" id="{DCB6DC09-837E-EAC7-213C-FF0AA0A7C035}"/>
                  </a:ext>
                </a:extLst>
              </p:cNvPr>
              <p:cNvGrpSpPr/>
              <p:nvPr/>
            </p:nvGrpSpPr>
            <p:grpSpPr>
              <a:xfrm>
                <a:off x="3577804" y="3968934"/>
                <a:ext cx="324747" cy="95994"/>
                <a:chOff x="3577804" y="3968934"/>
                <a:chExt cx="324747" cy="95994"/>
              </a:xfrm>
              <a:solidFill>
                <a:srgbClr val="000000"/>
              </a:solidFill>
            </p:grpSpPr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C88F5A26-4411-5BE1-FF29-14DF2C4BD27D}"/>
                    </a:ext>
                  </a:extLst>
                </p:cNvPr>
                <p:cNvSpPr/>
                <p:nvPr/>
              </p:nvSpPr>
              <p:spPr>
                <a:xfrm>
                  <a:off x="3858149" y="4014909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19 h 12690"/>
                    <a:gd name="connsiteX1" fmla="*/ 58 w 44401"/>
                    <a:gd name="connsiteY1" fmla="*/ 21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19"/>
                      </a:moveTo>
                      <a:lnTo>
                        <a:pt x="58" y="219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75" name="Graphic 2">
                  <a:extLst>
                    <a:ext uri="{FF2B5EF4-FFF2-40B4-BE49-F238E27FC236}">
                      <a16:creationId xmlns:a16="http://schemas.microsoft.com/office/drawing/2014/main" id="{30BB5B17-30B1-D4F1-3FA4-FC63A54C57A6}"/>
                    </a:ext>
                  </a:extLst>
                </p:cNvPr>
                <p:cNvGrpSpPr/>
                <p:nvPr/>
              </p:nvGrpSpPr>
              <p:grpSpPr>
                <a:xfrm>
                  <a:off x="3577804" y="3968934"/>
                  <a:ext cx="227514" cy="95994"/>
                  <a:chOff x="3577804" y="3968934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76" name="Freeform: Shape 75">
                    <a:extLst>
                      <a:ext uri="{FF2B5EF4-FFF2-40B4-BE49-F238E27FC236}">
                        <a16:creationId xmlns:a16="http://schemas.microsoft.com/office/drawing/2014/main" id="{ABBADAA2-8281-51F1-7DB0-FAD639E17DAB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3970600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04 h 92524"/>
                      <a:gd name="connsiteX1" fmla="*/ 8171 w 67395"/>
                      <a:gd name="connsiteY1" fmla="*/ 30109 h 92524"/>
                      <a:gd name="connsiteX2" fmla="*/ 39767 w 67395"/>
                      <a:gd name="connsiteY2" fmla="*/ 30109 h 92524"/>
                      <a:gd name="connsiteX3" fmla="*/ 39767 w 67395"/>
                      <a:gd name="connsiteY3" fmla="*/ 79504 h 92524"/>
                      <a:gd name="connsiteX4" fmla="*/ 36477 w 67395"/>
                      <a:gd name="connsiteY4" fmla="*/ 90410 h 92524"/>
                      <a:gd name="connsiteX5" fmla="*/ 52216 w 67395"/>
                      <a:gd name="connsiteY5" fmla="*/ 90410 h 92524"/>
                      <a:gd name="connsiteX6" fmla="*/ 52216 w 67395"/>
                      <a:gd name="connsiteY6" fmla="*/ 30109 h 92524"/>
                      <a:gd name="connsiteX7" fmla="*/ 65417 w 67395"/>
                      <a:gd name="connsiteY7" fmla="*/ 30109 h 92524"/>
                      <a:gd name="connsiteX8" fmla="*/ 65417 w 67395"/>
                      <a:gd name="connsiteY8" fmla="*/ 19699 h 92524"/>
                      <a:gd name="connsiteX9" fmla="*/ 52216 w 67395"/>
                      <a:gd name="connsiteY9" fmla="*/ 19699 h 92524"/>
                      <a:gd name="connsiteX10" fmla="*/ 52216 w 67395"/>
                      <a:gd name="connsiteY10" fmla="*/ -2114 h 92524"/>
                      <a:gd name="connsiteX11" fmla="*/ 39767 w 67395"/>
                      <a:gd name="connsiteY11" fmla="*/ -2114 h 92524"/>
                      <a:gd name="connsiteX12" fmla="*/ 39767 w 67395"/>
                      <a:gd name="connsiteY12" fmla="*/ 19699 h 92524"/>
                      <a:gd name="connsiteX13" fmla="*/ -1978 w 67395"/>
                      <a:gd name="connsiteY13" fmla="*/ 19699 h 92524"/>
                      <a:gd name="connsiteX14" fmla="*/ -1978 w 67395"/>
                      <a:gd name="connsiteY14" fmla="*/ 31775 h 92524"/>
                      <a:gd name="connsiteX15" fmla="*/ 36477 w 67395"/>
                      <a:gd name="connsiteY15" fmla="*/ 904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04"/>
                        </a:moveTo>
                        <a:lnTo>
                          <a:pt x="8171" y="30109"/>
                        </a:lnTo>
                        <a:lnTo>
                          <a:pt x="39767" y="30109"/>
                        </a:lnTo>
                        <a:lnTo>
                          <a:pt x="39767" y="79504"/>
                        </a:lnTo>
                        <a:close/>
                        <a:moveTo>
                          <a:pt x="36477" y="90410"/>
                        </a:moveTo>
                        <a:lnTo>
                          <a:pt x="52216" y="90410"/>
                        </a:lnTo>
                        <a:lnTo>
                          <a:pt x="52216" y="30109"/>
                        </a:lnTo>
                        <a:lnTo>
                          <a:pt x="65417" y="30109"/>
                        </a:lnTo>
                        <a:lnTo>
                          <a:pt x="65417" y="19699"/>
                        </a:lnTo>
                        <a:lnTo>
                          <a:pt x="52216" y="19699"/>
                        </a:lnTo>
                        <a:lnTo>
                          <a:pt x="52216" y="-2114"/>
                        </a:lnTo>
                        <a:lnTo>
                          <a:pt x="39767" y="-2114"/>
                        </a:lnTo>
                        <a:lnTo>
                          <a:pt x="39767" y="19699"/>
                        </a:lnTo>
                        <a:lnTo>
                          <a:pt x="-1978" y="19699"/>
                        </a:lnTo>
                        <a:lnTo>
                          <a:pt x="-1978" y="31775"/>
                        </a:lnTo>
                        <a:lnTo>
                          <a:pt x="36477" y="90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7" name="Freeform: Shape 76">
                    <a:extLst>
                      <a:ext uri="{FF2B5EF4-FFF2-40B4-BE49-F238E27FC236}">
                        <a16:creationId xmlns:a16="http://schemas.microsoft.com/office/drawing/2014/main" id="{F5A96713-4712-2F10-4EB1-30107C74A0E8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301" y="3968934"/>
                    <a:ext cx="63807" cy="95994"/>
                  </a:xfrm>
                  <a:custGeom>
                    <a:avLst/>
                    <a:gdLst>
                      <a:gd name="connsiteX0" fmla="*/ 3975 w 63807"/>
                      <a:gd name="connsiteY0" fmla="*/ 1618 h 95994"/>
                      <a:gd name="connsiteX1" fmla="*/ 3975 w 63807"/>
                      <a:gd name="connsiteY1" fmla="*/ 13020 h 95994"/>
                      <a:gd name="connsiteX2" fmla="*/ 13510 w 63807"/>
                      <a:gd name="connsiteY2" fmla="*/ 9609 h 95994"/>
                      <a:gd name="connsiteX3" fmla="*/ 23005 w 63807"/>
                      <a:gd name="connsiteY3" fmla="*/ 8439 h 95994"/>
                      <a:gd name="connsiteX4" fmla="*/ 41915 w 63807"/>
                      <a:gd name="connsiteY4" fmla="*/ 16767 h 95994"/>
                      <a:gd name="connsiteX5" fmla="*/ 49388 w 63807"/>
                      <a:gd name="connsiteY5" fmla="*/ 42090 h 95994"/>
                      <a:gd name="connsiteX6" fmla="*/ 40270 w 63807"/>
                      <a:gd name="connsiteY6" fmla="*/ 33900 h 95994"/>
                      <a:gd name="connsiteX7" fmla="*/ 28079 w 63807"/>
                      <a:gd name="connsiteY7" fmla="*/ 31045 h 95994"/>
                      <a:gd name="connsiteX8" fmla="*/ 6116 w 63807"/>
                      <a:gd name="connsiteY8" fmla="*/ 39432 h 95994"/>
                      <a:gd name="connsiteX9" fmla="*/ -1971 w 63807"/>
                      <a:gd name="connsiteY9" fmla="*/ 62415 h 95994"/>
                      <a:gd name="connsiteX10" fmla="*/ 6453 w 63807"/>
                      <a:gd name="connsiteY10" fmla="*/ 85258 h 95994"/>
                      <a:gd name="connsiteX11" fmla="*/ 28872 w 63807"/>
                      <a:gd name="connsiteY11" fmla="*/ 93884 h 95994"/>
                      <a:gd name="connsiteX12" fmla="*/ 53372 w 63807"/>
                      <a:gd name="connsiteY12" fmla="*/ 81570 h 95994"/>
                      <a:gd name="connsiteX13" fmla="*/ 61836 w 63807"/>
                      <a:gd name="connsiteY13" fmla="*/ 45857 h 95994"/>
                      <a:gd name="connsiteX14" fmla="*/ 51449 w 63807"/>
                      <a:gd name="connsiteY14" fmla="*/ 10938 h 95994"/>
                      <a:gd name="connsiteX15" fmla="*/ 23560 w 63807"/>
                      <a:gd name="connsiteY15" fmla="*/ -2110 h 95994"/>
                      <a:gd name="connsiteX16" fmla="*/ 14005 w 63807"/>
                      <a:gd name="connsiteY16" fmla="*/ -1178 h 95994"/>
                      <a:gd name="connsiteX17" fmla="*/ 3975 w 63807"/>
                      <a:gd name="connsiteY17" fmla="*/ 1618 h 95994"/>
                      <a:gd name="connsiteX18" fmla="*/ 28872 w 63807"/>
                      <a:gd name="connsiteY18" fmla="*/ 40840 h 95994"/>
                      <a:gd name="connsiteX19" fmla="*/ 42212 w 63807"/>
                      <a:gd name="connsiteY19" fmla="*/ 46591 h 95994"/>
                      <a:gd name="connsiteX20" fmla="*/ 47148 w 63807"/>
                      <a:gd name="connsiteY20" fmla="*/ 62415 h 95994"/>
                      <a:gd name="connsiteX21" fmla="*/ 42212 w 63807"/>
                      <a:gd name="connsiteY21" fmla="*/ 78179 h 95994"/>
                      <a:gd name="connsiteX22" fmla="*/ 28872 w 63807"/>
                      <a:gd name="connsiteY22" fmla="*/ 83969 h 95994"/>
                      <a:gd name="connsiteX23" fmla="*/ 15532 w 63807"/>
                      <a:gd name="connsiteY23" fmla="*/ 78179 h 95994"/>
                      <a:gd name="connsiteX24" fmla="*/ 10616 w 63807"/>
                      <a:gd name="connsiteY24" fmla="*/ 62415 h 95994"/>
                      <a:gd name="connsiteX25" fmla="*/ 15532 w 63807"/>
                      <a:gd name="connsiteY25" fmla="*/ 46591 h 95994"/>
                      <a:gd name="connsiteX26" fmla="*/ 28872 w 63807"/>
                      <a:gd name="connsiteY26" fmla="*/ 4084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3975" y="1618"/>
                        </a:moveTo>
                        <a:lnTo>
                          <a:pt x="3975" y="13020"/>
                        </a:lnTo>
                        <a:cubicBezTo>
                          <a:pt x="7120" y="11526"/>
                          <a:pt x="10298" y="10389"/>
                          <a:pt x="13510" y="9609"/>
                        </a:cubicBezTo>
                        <a:cubicBezTo>
                          <a:pt x="16734" y="8829"/>
                          <a:pt x="19899" y="8439"/>
                          <a:pt x="23005" y="8439"/>
                        </a:cubicBezTo>
                        <a:cubicBezTo>
                          <a:pt x="31264" y="8439"/>
                          <a:pt x="37567" y="11215"/>
                          <a:pt x="41915" y="16767"/>
                        </a:cubicBezTo>
                        <a:cubicBezTo>
                          <a:pt x="46276" y="22320"/>
                          <a:pt x="48767" y="30760"/>
                          <a:pt x="49388" y="42090"/>
                        </a:cubicBezTo>
                        <a:cubicBezTo>
                          <a:pt x="46996" y="38534"/>
                          <a:pt x="43957" y="35804"/>
                          <a:pt x="40270" y="33900"/>
                        </a:cubicBezTo>
                        <a:cubicBezTo>
                          <a:pt x="36596" y="31996"/>
                          <a:pt x="32532" y="31045"/>
                          <a:pt x="28079" y="31045"/>
                        </a:cubicBezTo>
                        <a:cubicBezTo>
                          <a:pt x="18829" y="31045"/>
                          <a:pt x="11508" y="33841"/>
                          <a:pt x="6116" y="39432"/>
                        </a:cubicBezTo>
                        <a:cubicBezTo>
                          <a:pt x="724" y="45038"/>
                          <a:pt x="-1971" y="52698"/>
                          <a:pt x="-1971" y="62415"/>
                        </a:cubicBezTo>
                        <a:cubicBezTo>
                          <a:pt x="-1971" y="71906"/>
                          <a:pt x="837" y="79521"/>
                          <a:pt x="6453" y="85258"/>
                        </a:cubicBezTo>
                        <a:cubicBezTo>
                          <a:pt x="12069" y="91009"/>
                          <a:pt x="19542" y="93884"/>
                          <a:pt x="28872" y="93884"/>
                        </a:cubicBezTo>
                        <a:cubicBezTo>
                          <a:pt x="39576" y="93884"/>
                          <a:pt x="47743" y="89779"/>
                          <a:pt x="53372" y="81570"/>
                        </a:cubicBezTo>
                        <a:cubicBezTo>
                          <a:pt x="59015" y="73374"/>
                          <a:pt x="61836" y="61470"/>
                          <a:pt x="61836" y="45857"/>
                        </a:cubicBezTo>
                        <a:cubicBezTo>
                          <a:pt x="61836" y="31276"/>
                          <a:pt x="58374" y="19636"/>
                          <a:pt x="51449" y="10938"/>
                        </a:cubicBezTo>
                        <a:cubicBezTo>
                          <a:pt x="44538" y="2239"/>
                          <a:pt x="35241" y="-2110"/>
                          <a:pt x="23560" y="-2110"/>
                        </a:cubicBezTo>
                        <a:cubicBezTo>
                          <a:pt x="20414" y="-2110"/>
                          <a:pt x="17230" y="-1800"/>
                          <a:pt x="14005" y="-1178"/>
                        </a:cubicBezTo>
                        <a:cubicBezTo>
                          <a:pt x="10794" y="-557"/>
                          <a:pt x="7451" y="375"/>
                          <a:pt x="3975" y="1618"/>
                        </a:cubicBezTo>
                        <a:close/>
                        <a:moveTo>
                          <a:pt x="28872" y="40840"/>
                        </a:moveTo>
                        <a:cubicBezTo>
                          <a:pt x="34488" y="40840"/>
                          <a:pt x="38935" y="42757"/>
                          <a:pt x="42212" y="46591"/>
                        </a:cubicBezTo>
                        <a:cubicBezTo>
                          <a:pt x="45503" y="50438"/>
                          <a:pt x="47148" y="55712"/>
                          <a:pt x="47148" y="62415"/>
                        </a:cubicBezTo>
                        <a:cubicBezTo>
                          <a:pt x="47148" y="69064"/>
                          <a:pt x="45503" y="74319"/>
                          <a:pt x="42212" y="78179"/>
                        </a:cubicBezTo>
                        <a:cubicBezTo>
                          <a:pt x="38935" y="82039"/>
                          <a:pt x="34488" y="83969"/>
                          <a:pt x="28872" y="83969"/>
                        </a:cubicBezTo>
                        <a:cubicBezTo>
                          <a:pt x="23256" y="83969"/>
                          <a:pt x="18809" y="82039"/>
                          <a:pt x="15532" y="78179"/>
                        </a:cubicBezTo>
                        <a:cubicBezTo>
                          <a:pt x="12254" y="74319"/>
                          <a:pt x="10616" y="69064"/>
                          <a:pt x="10616" y="62415"/>
                        </a:cubicBezTo>
                        <a:cubicBezTo>
                          <a:pt x="10616" y="55712"/>
                          <a:pt x="12254" y="50438"/>
                          <a:pt x="15532" y="46591"/>
                        </a:cubicBezTo>
                        <a:cubicBezTo>
                          <a:pt x="18809" y="42757"/>
                          <a:pt x="23256" y="40840"/>
                          <a:pt x="28872" y="408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8" name="Freeform: Shape 77">
                    <a:extLst>
                      <a:ext uri="{FF2B5EF4-FFF2-40B4-BE49-F238E27FC236}">
                        <a16:creationId xmlns:a16="http://schemas.microsoft.com/office/drawing/2014/main" id="{4568946E-8824-6846-FBD9-9FF3A632E778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968934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69 h 95994"/>
                      <a:gd name="connsiteX1" fmla="*/ 15437 w 63926"/>
                      <a:gd name="connsiteY1" fmla="*/ 74451 h 95994"/>
                      <a:gd name="connsiteX2" fmla="*/ 10580 w 63926"/>
                      <a:gd name="connsiteY2" fmla="*/ 45857 h 95994"/>
                      <a:gd name="connsiteX3" fmla="*/ 15437 w 63926"/>
                      <a:gd name="connsiteY3" fmla="*/ 17323 h 95994"/>
                      <a:gd name="connsiteX4" fmla="*/ 29966 w 63926"/>
                      <a:gd name="connsiteY4" fmla="*/ 7805 h 95994"/>
                      <a:gd name="connsiteX5" fmla="*/ 44556 w 63926"/>
                      <a:gd name="connsiteY5" fmla="*/ 17323 h 95994"/>
                      <a:gd name="connsiteX6" fmla="*/ 49432 w 63926"/>
                      <a:gd name="connsiteY6" fmla="*/ 45857 h 95994"/>
                      <a:gd name="connsiteX7" fmla="*/ 44556 w 63926"/>
                      <a:gd name="connsiteY7" fmla="*/ 74451 h 95994"/>
                      <a:gd name="connsiteX8" fmla="*/ 29966 w 63926"/>
                      <a:gd name="connsiteY8" fmla="*/ 83969 h 95994"/>
                      <a:gd name="connsiteX9" fmla="*/ 29966 w 63926"/>
                      <a:gd name="connsiteY9" fmla="*/ 93884 h 95994"/>
                      <a:gd name="connsiteX10" fmla="*/ 53733 w 63926"/>
                      <a:gd name="connsiteY10" fmla="*/ 81570 h 95994"/>
                      <a:gd name="connsiteX11" fmla="*/ 61940 w 63926"/>
                      <a:gd name="connsiteY11" fmla="*/ 45857 h 95994"/>
                      <a:gd name="connsiteX12" fmla="*/ 53733 w 63926"/>
                      <a:gd name="connsiteY12" fmla="*/ 10184 h 95994"/>
                      <a:gd name="connsiteX13" fmla="*/ 29966 w 63926"/>
                      <a:gd name="connsiteY13" fmla="*/ -2110 h 95994"/>
                      <a:gd name="connsiteX14" fmla="*/ 6219 w 63926"/>
                      <a:gd name="connsiteY14" fmla="*/ 10184 h 95994"/>
                      <a:gd name="connsiteX15" fmla="*/ -1987 w 63926"/>
                      <a:gd name="connsiteY15" fmla="*/ 45857 h 95994"/>
                      <a:gd name="connsiteX16" fmla="*/ 6219 w 63926"/>
                      <a:gd name="connsiteY16" fmla="*/ 81570 h 95994"/>
                      <a:gd name="connsiteX17" fmla="*/ 29966 w 63926"/>
                      <a:gd name="connsiteY17" fmla="*/ 938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69"/>
                        </a:moveTo>
                        <a:cubicBezTo>
                          <a:pt x="23531" y="83969"/>
                          <a:pt x="18688" y="80797"/>
                          <a:pt x="15437" y="74451"/>
                        </a:cubicBezTo>
                        <a:cubicBezTo>
                          <a:pt x="12199" y="68119"/>
                          <a:pt x="10580" y="58588"/>
                          <a:pt x="10580" y="45857"/>
                        </a:cubicBezTo>
                        <a:cubicBezTo>
                          <a:pt x="10580" y="33180"/>
                          <a:pt x="12199" y="23668"/>
                          <a:pt x="15437" y="17323"/>
                        </a:cubicBezTo>
                        <a:cubicBezTo>
                          <a:pt x="18688" y="10977"/>
                          <a:pt x="23531" y="7805"/>
                          <a:pt x="29966" y="7805"/>
                        </a:cubicBezTo>
                        <a:cubicBezTo>
                          <a:pt x="36455" y="7805"/>
                          <a:pt x="41318" y="10977"/>
                          <a:pt x="44556" y="17323"/>
                        </a:cubicBezTo>
                        <a:cubicBezTo>
                          <a:pt x="47806" y="23668"/>
                          <a:pt x="49432" y="33180"/>
                          <a:pt x="49432" y="45857"/>
                        </a:cubicBezTo>
                        <a:cubicBezTo>
                          <a:pt x="49432" y="58588"/>
                          <a:pt x="47806" y="68119"/>
                          <a:pt x="44556" y="74451"/>
                        </a:cubicBezTo>
                        <a:cubicBezTo>
                          <a:pt x="41318" y="80797"/>
                          <a:pt x="36455" y="83969"/>
                          <a:pt x="29966" y="83969"/>
                        </a:cubicBezTo>
                        <a:close/>
                        <a:moveTo>
                          <a:pt x="29966" y="93884"/>
                        </a:moveTo>
                        <a:cubicBezTo>
                          <a:pt x="40340" y="93884"/>
                          <a:pt x="48262" y="89779"/>
                          <a:pt x="53733" y="81570"/>
                        </a:cubicBezTo>
                        <a:cubicBezTo>
                          <a:pt x="59204" y="73374"/>
                          <a:pt x="61940" y="61470"/>
                          <a:pt x="61940" y="45857"/>
                        </a:cubicBezTo>
                        <a:cubicBezTo>
                          <a:pt x="61940" y="30284"/>
                          <a:pt x="59204" y="18393"/>
                          <a:pt x="53733" y="10184"/>
                        </a:cubicBezTo>
                        <a:cubicBezTo>
                          <a:pt x="48262" y="1988"/>
                          <a:pt x="40340" y="-2110"/>
                          <a:pt x="29966" y="-2110"/>
                        </a:cubicBezTo>
                        <a:cubicBezTo>
                          <a:pt x="19606" y="-2110"/>
                          <a:pt x="11690" y="1988"/>
                          <a:pt x="6219" y="10184"/>
                        </a:cubicBezTo>
                        <a:cubicBezTo>
                          <a:pt x="748" y="18393"/>
                          <a:pt x="-1987" y="30284"/>
                          <a:pt x="-1987" y="45857"/>
                        </a:cubicBezTo>
                        <a:cubicBezTo>
                          <a:pt x="-1987" y="61470"/>
                          <a:pt x="748" y="73374"/>
                          <a:pt x="6219" y="81570"/>
                        </a:cubicBezTo>
                        <a:cubicBezTo>
                          <a:pt x="11690" y="89779"/>
                          <a:pt x="19606" y="93884"/>
                          <a:pt x="29966" y="938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79" name="Graphic 2">
                <a:extLst>
                  <a:ext uri="{FF2B5EF4-FFF2-40B4-BE49-F238E27FC236}">
                    <a16:creationId xmlns:a16="http://schemas.microsoft.com/office/drawing/2014/main" id="{93BF9B49-4FCF-FBC7-6C4E-439667CF2A1B}"/>
                  </a:ext>
                </a:extLst>
              </p:cNvPr>
              <p:cNvGrpSpPr/>
              <p:nvPr/>
            </p:nvGrpSpPr>
            <p:grpSpPr>
              <a:xfrm>
                <a:off x="3581391" y="3402416"/>
                <a:ext cx="321159" cy="95994"/>
                <a:chOff x="3581391" y="3402416"/>
                <a:chExt cx="321159" cy="95994"/>
              </a:xfrm>
              <a:solidFill>
                <a:srgbClr val="000000"/>
              </a:solidFill>
            </p:grpSpPr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0A4DB341-4918-E674-EBB8-CEC739EC94BB}"/>
                    </a:ext>
                  </a:extLst>
                </p:cNvPr>
                <p:cNvSpPr/>
                <p:nvPr/>
              </p:nvSpPr>
              <p:spPr>
                <a:xfrm>
                  <a:off x="3858149" y="344839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75 h 12690"/>
                    <a:gd name="connsiteX1" fmla="*/ 58 w 44401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81" name="Graphic 2">
                  <a:extLst>
                    <a:ext uri="{FF2B5EF4-FFF2-40B4-BE49-F238E27FC236}">
                      <a16:creationId xmlns:a16="http://schemas.microsoft.com/office/drawing/2014/main" id="{A4767DB3-EDC5-B1ED-A191-40CC6B7D6CA7}"/>
                    </a:ext>
                  </a:extLst>
                </p:cNvPr>
                <p:cNvGrpSpPr/>
                <p:nvPr/>
              </p:nvGrpSpPr>
              <p:grpSpPr>
                <a:xfrm>
                  <a:off x="3581391" y="3402416"/>
                  <a:ext cx="223926" cy="95994"/>
                  <a:chOff x="3581391" y="3402416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82" name="Freeform: Shape 81">
                    <a:extLst>
                      <a:ext uri="{FF2B5EF4-FFF2-40B4-BE49-F238E27FC236}">
                        <a16:creationId xmlns:a16="http://schemas.microsoft.com/office/drawing/2014/main" id="{243ACDB4-302D-C459-FC13-E2A3B18F6A40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340408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16 h 94328"/>
                      <a:gd name="connsiteX1" fmla="*/ 51056 w 59843"/>
                      <a:gd name="connsiteY1" fmla="*/ 92216 h 94328"/>
                      <a:gd name="connsiteX2" fmla="*/ 51056 w 59843"/>
                      <a:gd name="connsiteY2" fmla="*/ 81667 h 94328"/>
                      <a:gd name="connsiteX3" fmla="*/ 13393 w 59843"/>
                      <a:gd name="connsiteY3" fmla="*/ 81667 h 94328"/>
                      <a:gd name="connsiteX4" fmla="*/ 13393 w 59843"/>
                      <a:gd name="connsiteY4" fmla="*/ 59002 h 94328"/>
                      <a:gd name="connsiteX5" fmla="*/ 18825 w 59843"/>
                      <a:gd name="connsiteY5" fmla="*/ 60390 h 94328"/>
                      <a:gd name="connsiteX6" fmla="*/ 24296 w 59843"/>
                      <a:gd name="connsiteY6" fmla="*/ 60846 h 94328"/>
                      <a:gd name="connsiteX7" fmla="*/ 48816 w 59843"/>
                      <a:gd name="connsiteY7" fmla="*/ 52359 h 94328"/>
                      <a:gd name="connsiteX8" fmla="*/ 57874 w 59843"/>
                      <a:gd name="connsiteY8" fmla="*/ 29376 h 94328"/>
                      <a:gd name="connsiteX9" fmla="*/ 48578 w 59843"/>
                      <a:gd name="connsiteY9" fmla="*/ 6156 h 94328"/>
                      <a:gd name="connsiteX10" fmla="*/ 22373 w 59843"/>
                      <a:gd name="connsiteY10" fmla="*/ -2113 h 94328"/>
                      <a:gd name="connsiteX11" fmla="*/ 10499 w 59843"/>
                      <a:gd name="connsiteY11" fmla="*/ -1121 h 94328"/>
                      <a:gd name="connsiteX12" fmla="*/ -1969 w 59843"/>
                      <a:gd name="connsiteY12" fmla="*/ 1853 h 94328"/>
                      <a:gd name="connsiteX13" fmla="*/ -1969 w 59843"/>
                      <a:gd name="connsiteY13" fmla="*/ 14445 h 94328"/>
                      <a:gd name="connsiteX14" fmla="*/ 9548 w 59843"/>
                      <a:gd name="connsiteY14" fmla="*/ 9924 h 94328"/>
                      <a:gd name="connsiteX15" fmla="*/ 22115 w 59843"/>
                      <a:gd name="connsiteY15" fmla="*/ 8437 h 94328"/>
                      <a:gd name="connsiteX16" fmla="*/ 39083 w 59843"/>
                      <a:gd name="connsiteY16" fmla="*/ 14068 h 94328"/>
                      <a:gd name="connsiteX17" fmla="*/ 45347 w 59843"/>
                      <a:gd name="connsiteY17" fmla="*/ 29376 h 94328"/>
                      <a:gd name="connsiteX18" fmla="*/ 39083 w 59843"/>
                      <a:gd name="connsiteY18" fmla="*/ 44665 h 94328"/>
                      <a:gd name="connsiteX19" fmla="*/ 22115 w 59843"/>
                      <a:gd name="connsiteY19" fmla="*/ 50316 h 94328"/>
                      <a:gd name="connsiteX20" fmla="*/ 12105 w 59843"/>
                      <a:gd name="connsiteY20" fmla="*/ 49206 h 94328"/>
                      <a:gd name="connsiteX21" fmla="*/ 1936 w 59843"/>
                      <a:gd name="connsiteY21" fmla="*/ 45736 h 94328"/>
                      <a:gd name="connsiteX22" fmla="*/ 1936 w 59843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16"/>
                        </a:moveTo>
                        <a:lnTo>
                          <a:pt x="51056" y="92216"/>
                        </a:lnTo>
                        <a:lnTo>
                          <a:pt x="51056" y="81667"/>
                        </a:lnTo>
                        <a:lnTo>
                          <a:pt x="13393" y="81667"/>
                        </a:lnTo>
                        <a:lnTo>
                          <a:pt x="13393" y="59002"/>
                        </a:lnTo>
                        <a:cubicBezTo>
                          <a:pt x="15204" y="59623"/>
                          <a:pt x="17014" y="60086"/>
                          <a:pt x="18825" y="60390"/>
                        </a:cubicBezTo>
                        <a:cubicBezTo>
                          <a:pt x="20648" y="60694"/>
                          <a:pt x="22472" y="60846"/>
                          <a:pt x="24296" y="60846"/>
                        </a:cubicBezTo>
                        <a:cubicBezTo>
                          <a:pt x="34616" y="60846"/>
                          <a:pt x="42790" y="58017"/>
                          <a:pt x="48816" y="52359"/>
                        </a:cubicBezTo>
                        <a:cubicBezTo>
                          <a:pt x="54855" y="46701"/>
                          <a:pt x="57874" y="39040"/>
                          <a:pt x="57874" y="29376"/>
                        </a:cubicBezTo>
                        <a:cubicBezTo>
                          <a:pt x="57874" y="19422"/>
                          <a:pt x="54776" y="11682"/>
                          <a:pt x="48578" y="6156"/>
                        </a:cubicBezTo>
                        <a:cubicBezTo>
                          <a:pt x="42380" y="644"/>
                          <a:pt x="33645" y="-2113"/>
                          <a:pt x="22373" y="-2113"/>
                        </a:cubicBezTo>
                        <a:cubicBezTo>
                          <a:pt x="18488" y="-2113"/>
                          <a:pt x="14530" y="-1782"/>
                          <a:pt x="10499" y="-1121"/>
                        </a:cubicBezTo>
                        <a:cubicBezTo>
                          <a:pt x="6482" y="-460"/>
                          <a:pt x="2326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5" y="12422"/>
                          <a:pt x="5583" y="10915"/>
                          <a:pt x="9548" y="9924"/>
                        </a:cubicBezTo>
                        <a:cubicBezTo>
                          <a:pt x="13512" y="8932"/>
                          <a:pt x="17701" y="8437"/>
                          <a:pt x="22115" y="8437"/>
                        </a:cubicBezTo>
                        <a:cubicBezTo>
                          <a:pt x="29264" y="8437"/>
                          <a:pt x="34920" y="10314"/>
                          <a:pt x="39083" y="14068"/>
                        </a:cubicBezTo>
                        <a:cubicBezTo>
                          <a:pt x="43259" y="17822"/>
                          <a:pt x="45347" y="22925"/>
                          <a:pt x="45347" y="29376"/>
                        </a:cubicBezTo>
                        <a:cubicBezTo>
                          <a:pt x="45347" y="35814"/>
                          <a:pt x="43259" y="40910"/>
                          <a:pt x="39083" y="44665"/>
                        </a:cubicBezTo>
                        <a:cubicBezTo>
                          <a:pt x="34920" y="48432"/>
                          <a:pt x="29264" y="50316"/>
                          <a:pt x="22115" y="50316"/>
                        </a:cubicBezTo>
                        <a:cubicBezTo>
                          <a:pt x="18772" y="50316"/>
                          <a:pt x="15435" y="49946"/>
                          <a:pt x="12105" y="49206"/>
                        </a:cubicBezTo>
                        <a:cubicBezTo>
                          <a:pt x="8788" y="48465"/>
                          <a:pt x="5398" y="47309"/>
                          <a:pt x="1936" y="45736"/>
                        </a:cubicBezTo>
                        <a:lnTo>
                          <a:pt x="1936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3" name="Freeform: Shape 82">
                    <a:extLst>
                      <a:ext uri="{FF2B5EF4-FFF2-40B4-BE49-F238E27FC236}">
                        <a16:creationId xmlns:a16="http://schemas.microsoft.com/office/drawing/2014/main" id="{10F96415-C80A-D316-C8C1-37E552423B20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678" y="3402416"/>
                    <a:ext cx="63926" cy="95994"/>
                  </a:xfrm>
                  <a:custGeom>
                    <a:avLst/>
                    <a:gdLst>
                      <a:gd name="connsiteX0" fmla="*/ 29960 w 63926"/>
                      <a:gd name="connsiteY0" fmla="*/ 83925 h 95994"/>
                      <a:gd name="connsiteX1" fmla="*/ 15430 w 63926"/>
                      <a:gd name="connsiteY1" fmla="*/ 74407 h 95994"/>
                      <a:gd name="connsiteX2" fmla="*/ 10574 w 63926"/>
                      <a:gd name="connsiteY2" fmla="*/ 45813 h 95994"/>
                      <a:gd name="connsiteX3" fmla="*/ 15430 w 63926"/>
                      <a:gd name="connsiteY3" fmla="*/ 17278 h 95994"/>
                      <a:gd name="connsiteX4" fmla="*/ 29960 w 63926"/>
                      <a:gd name="connsiteY4" fmla="*/ 7760 h 95994"/>
                      <a:gd name="connsiteX5" fmla="*/ 44549 w 63926"/>
                      <a:gd name="connsiteY5" fmla="*/ 17278 h 95994"/>
                      <a:gd name="connsiteX6" fmla="*/ 49425 w 63926"/>
                      <a:gd name="connsiteY6" fmla="*/ 45813 h 95994"/>
                      <a:gd name="connsiteX7" fmla="*/ 44549 w 63926"/>
                      <a:gd name="connsiteY7" fmla="*/ 74407 h 95994"/>
                      <a:gd name="connsiteX8" fmla="*/ 29960 w 63926"/>
                      <a:gd name="connsiteY8" fmla="*/ 83925 h 95994"/>
                      <a:gd name="connsiteX9" fmla="*/ 29960 w 63926"/>
                      <a:gd name="connsiteY9" fmla="*/ 93839 h 95994"/>
                      <a:gd name="connsiteX10" fmla="*/ 53727 w 63926"/>
                      <a:gd name="connsiteY10" fmla="*/ 81525 h 95994"/>
                      <a:gd name="connsiteX11" fmla="*/ 61933 w 63926"/>
                      <a:gd name="connsiteY11" fmla="*/ 45813 h 95994"/>
                      <a:gd name="connsiteX12" fmla="*/ 53727 w 63926"/>
                      <a:gd name="connsiteY12" fmla="*/ 10139 h 95994"/>
                      <a:gd name="connsiteX13" fmla="*/ 29960 w 63926"/>
                      <a:gd name="connsiteY13" fmla="*/ -2155 h 95994"/>
                      <a:gd name="connsiteX14" fmla="*/ 6213 w 63926"/>
                      <a:gd name="connsiteY14" fmla="*/ 10139 h 95994"/>
                      <a:gd name="connsiteX15" fmla="*/ -1993 w 63926"/>
                      <a:gd name="connsiteY15" fmla="*/ 45813 h 95994"/>
                      <a:gd name="connsiteX16" fmla="*/ 6213 w 63926"/>
                      <a:gd name="connsiteY16" fmla="*/ 81525 h 95994"/>
                      <a:gd name="connsiteX17" fmla="*/ 29960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0" y="83925"/>
                        </a:moveTo>
                        <a:cubicBezTo>
                          <a:pt x="23524" y="83925"/>
                          <a:pt x="18681" y="80752"/>
                          <a:pt x="15430" y="74407"/>
                        </a:cubicBezTo>
                        <a:cubicBezTo>
                          <a:pt x="12193" y="68074"/>
                          <a:pt x="10574" y="58543"/>
                          <a:pt x="10574" y="45813"/>
                        </a:cubicBezTo>
                        <a:cubicBezTo>
                          <a:pt x="10574" y="33135"/>
                          <a:pt x="12193" y="23623"/>
                          <a:pt x="15430" y="17278"/>
                        </a:cubicBezTo>
                        <a:cubicBezTo>
                          <a:pt x="18681" y="10933"/>
                          <a:pt x="23524" y="7760"/>
                          <a:pt x="29960" y="7760"/>
                        </a:cubicBezTo>
                        <a:cubicBezTo>
                          <a:pt x="36448" y="7760"/>
                          <a:pt x="41312" y="10933"/>
                          <a:pt x="44549" y="17278"/>
                        </a:cubicBezTo>
                        <a:cubicBezTo>
                          <a:pt x="47800" y="23623"/>
                          <a:pt x="49425" y="33135"/>
                          <a:pt x="49425" y="45813"/>
                        </a:cubicBezTo>
                        <a:cubicBezTo>
                          <a:pt x="49425" y="58543"/>
                          <a:pt x="47800" y="68074"/>
                          <a:pt x="44549" y="74407"/>
                        </a:cubicBezTo>
                        <a:cubicBezTo>
                          <a:pt x="41312" y="80752"/>
                          <a:pt x="36448" y="83925"/>
                          <a:pt x="29960" y="83925"/>
                        </a:cubicBezTo>
                        <a:close/>
                        <a:moveTo>
                          <a:pt x="29960" y="93839"/>
                        </a:moveTo>
                        <a:cubicBezTo>
                          <a:pt x="40334" y="93839"/>
                          <a:pt x="48256" y="89735"/>
                          <a:pt x="53727" y="81525"/>
                        </a:cubicBezTo>
                        <a:cubicBezTo>
                          <a:pt x="59198" y="73329"/>
                          <a:pt x="61933" y="61425"/>
                          <a:pt x="61933" y="45813"/>
                        </a:cubicBezTo>
                        <a:cubicBezTo>
                          <a:pt x="61933" y="30240"/>
                          <a:pt x="59198" y="18349"/>
                          <a:pt x="53727" y="10139"/>
                        </a:cubicBezTo>
                        <a:cubicBezTo>
                          <a:pt x="48256" y="1943"/>
                          <a:pt x="40334" y="-2155"/>
                          <a:pt x="29960" y="-2155"/>
                        </a:cubicBezTo>
                        <a:cubicBezTo>
                          <a:pt x="19600" y="-2155"/>
                          <a:pt x="11684" y="1943"/>
                          <a:pt x="6213" y="10139"/>
                        </a:cubicBezTo>
                        <a:cubicBezTo>
                          <a:pt x="742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2" y="73329"/>
                          <a:pt x="6213" y="81525"/>
                        </a:cubicBezTo>
                        <a:cubicBezTo>
                          <a:pt x="11684" y="89735"/>
                          <a:pt x="19600" y="93839"/>
                          <a:pt x="29960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4" name="Freeform: Shape 83">
                    <a:extLst>
                      <a:ext uri="{FF2B5EF4-FFF2-40B4-BE49-F238E27FC236}">
                        <a16:creationId xmlns:a16="http://schemas.microsoft.com/office/drawing/2014/main" id="{1731AD84-F123-46C3-AA3C-8FDDEFC30D5A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402416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25 h 95994"/>
                      <a:gd name="connsiteX1" fmla="*/ 15437 w 63926"/>
                      <a:gd name="connsiteY1" fmla="*/ 74407 h 95994"/>
                      <a:gd name="connsiteX2" fmla="*/ 10580 w 63926"/>
                      <a:gd name="connsiteY2" fmla="*/ 45813 h 95994"/>
                      <a:gd name="connsiteX3" fmla="*/ 15437 w 63926"/>
                      <a:gd name="connsiteY3" fmla="*/ 17278 h 95994"/>
                      <a:gd name="connsiteX4" fmla="*/ 29966 w 63926"/>
                      <a:gd name="connsiteY4" fmla="*/ 7760 h 95994"/>
                      <a:gd name="connsiteX5" fmla="*/ 44556 w 63926"/>
                      <a:gd name="connsiteY5" fmla="*/ 17278 h 95994"/>
                      <a:gd name="connsiteX6" fmla="*/ 49432 w 63926"/>
                      <a:gd name="connsiteY6" fmla="*/ 45813 h 95994"/>
                      <a:gd name="connsiteX7" fmla="*/ 44556 w 63926"/>
                      <a:gd name="connsiteY7" fmla="*/ 74407 h 95994"/>
                      <a:gd name="connsiteX8" fmla="*/ 29966 w 63926"/>
                      <a:gd name="connsiteY8" fmla="*/ 83925 h 95994"/>
                      <a:gd name="connsiteX9" fmla="*/ 29966 w 63926"/>
                      <a:gd name="connsiteY9" fmla="*/ 93839 h 95994"/>
                      <a:gd name="connsiteX10" fmla="*/ 53733 w 63926"/>
                      <a:gd name="connsiteY10" fmla="*/ 81525 h 95994"/>
                      <a:gd name="connsiteX11" fmla="*/ 61940 w 63926"/>
                      <a:gd name="connsiteY11" fmla="*/ 45813 h 95994"/>
                      <a:gd name="connsiteX12" fmla="*/ 53733 w 63926"/>
                      <a:gd name="connsiteY12" fmla="*/ 10139 h 95994"/>
                      <a:gd name="connsiteX13" fmla="*/ 29966 w 63926"/>
                      <a:gd name="connsiteY13" fmla="*/ -2155 h 95994"/>
                      <a:gd name="connsiteX14" fmla="*/ 6219 w 63926"/>
                      <a:gd name="connsiteY14" fmla="*/ 10139 h 95994"/>
                      <a:gd name="connsiteX15" fmla="*/ -1987 w 63926"/>
                      <a:gd name="connsiteY15" fmla="*/ 45813 h 95994"/>
                      <a:gd name="connsiteX16" fmla="*/ 6219 w 63926"/>
                      <a:gd name="connsiteY16" fmla="*/ 81525 h 95994"/>
                      <a:gd name="connsiteX17" fmla="*/ 29966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25"/>
                        </a:moveTo>
                        <a:cubicBezTo>
                          <a:pt x="23531" y="83925"/>
                          <a:pt x="18688" y="80752"/>
                          <a:pt x="15437" y="74407"/>
                        </a:cubicBezTo>
                        <a:cubicBezTo>
                          <a:pt x="12199" y="68074"/>
                          <a:pt x="10580" y="58543"/>
                          <a:pt x="10580" y="45813"/>
                        </a:cubicBezTo>
                        <a:cubicBezTo>
                          <a:pt x="10580" y="33135"/>
                          <a:pt x="12199" y="23623"/>
                          <a:pt x="15437" y="17278"/>
                        </a:cubicBezTo>
                        <a:cubicBezTo>
                          <a:pt x="18688" y="10933"/>
                          <a:pt x="23531" y="7760"/>
                          <a:pt x="29966" y="7760"/>
                        </a:cubicBezTo>
                        <a:cubicBezTo>
                          <a:pt x="36455" y="7760"/>
                          <a:pt x="41318" y="10933"/>
                          <a:pt x="44556" y="17278"/>
                        </a:cubicBezTo>
                        <a:cubicBezTo>
                          <a:pt x="47806" y="23623"/>
                          <a:pt x="49432" y="33135"/>
                          <a:pt x="49432" y="45813"/>
                        </a:cubicBezTo>
                        <a:cubicBezTo>
                          <a:pt x="49432" y="58543"/>
                          <a:pt x="47806" y="68074"/>
                          <a:pt x="44556" y="74407"/>
                        </a:cubicBezTo>
                        <a:cubicBezTo>
                          <a:pt x="41318" y="80752"/>
                          <a:pt x="36455" y="83925"/>
                          <a:pt x="29966" y="83925"/>
                        </a:cubicBezTo>
                        <a:close/>
                        <a:moveTo>
                          <a:pt x="29966" y="93839"/>
                        </a:moveTo>
                        <a:cubicBezTo>
                          <a:pt x="40340" y="93839"/>
                          <a:pt x="48262" y="89735"/>
                          <a:pt x="53733" y="81525"/>
                        </a:cubicBezTo>
                        <a:cubicBezTo>
                          <a:pt x="59204" y="73329"/>
                          <a:pt x="61940" y="61425"/>
                          <a:pt x="61940" y="45813"/>
                        </a:cubicBezTo>
                        <a:cubicBezTo>
                          <a:pt x="61940" y="30240"/>
                          <a:pt x="59204" y="18349"/>
                          <a:pt x="53733" y="10139"/>
                        </a:cubicBezTo>
                        <a:cubicBezTo>
                          <a:pt x="48262" y="1943"/>
                          <a:pt x="40340" y="-2155"/>
                          <a:pt x="29966" y="-2155"/>
                        </a:cubicBezTo>
                        <a:cubicBezTo>
                          <a:pt x="19606" y="-2155"/>
                          <a:pt x="11690" y="1943"/>
                          <a:pt x="6219" y="10139"/>
                        </a:cubicBezTo>
                        <a:cubicBezTo>
                          <a:pt x="748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48" y="73329"/>
                          <a:pt x="6219" y="81525"/>
                        </a:cubicBezTo>
                        <a:cubicBezTo>
                          <a:pt x="11690" y="89735"/>
                          <a:pt x="19606" y="93839"/>
                          <a:pt x="29966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85" name="Graphic 2">
                <a:extLst>
                  <a:ext uri="{FF2B5EF4-FFF2-40B4-BE49-F238E27FC236}">
                    <a16:creationId xmlns:a16="http://schemas.microsoft.com/office/drawing/2014/main" id="{9B20957C-B57D-E4BD-8502-0B4646DFC9DE}"/>
                  </a:ext>
                </a:extLst>
              </p:cNvPr>
              <p:cNvGrpSpPr/>
              <p:nvPr/>
            </p:nvGrpSpPr>
            <p:grpSpPr>
              <a:xfrm>
                <a:off x="3581391" y="2835898"/>
                <a:ext cx="321159" cy="95994"/>
                <a:chOff x="3581391" y="2835898"/>
                <a:chExt cx="321159" cy="95994"/>
              </a:xfrm>
              <a:solidFill>
                <a:srgbClr val="000000"/>
              </a:solidFill>
            </p:grpSpPr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772878C4-F2B7-F15E-891C-520AF4B90164}"/>
                    </a:ext>
                  </a:extLst>
                </p:cNvPr>
                <p:cNvSpPr/>
                <p:nvPr/>
              </p:nvSpPr>
              <p:spPr>
                <a:xfrm>
                  <a:off x="3858149" y="2881872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30 h 12690"/>
                    <a:gd name="connsiteX1" fmla="*/ 58 w 44401"/>
                    <a:gd name="connsiteY1" fmla="*/ 13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30"/>
                      </a:moveTo>
                      <a:lnTo>
                        <a:pt x="58" y="130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87" name="Graphic 2">
                  <a:extLst>
                    <a:ext uri="{FF2B5EF4-FFF2-40B4-BE49-F238E27FC236}">
                      <a16:creationId xmlns:a16="http://schemas.microsoft.com/office/drawing/2014/main" id="{ECA4885A-42AD-3CE8-11E9-78226C5CB36B}"/>
                    </a:ext>
                  </a:extLst>
                </p:cNvPr>
                <p:cNvGrpSpPr/>
                <p:nvPr/>
              </p:nvGrpSpPr>
              <p:grpSpPr>
                <a:xfrm>
                  <a:off x="3581391" y="2835898"/>
                  <a:ext cx="223926" cy="95994"/>
                  <a:chOff x="3581391" y="283589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88" name="Freeform: Shape 87">
                    <a:extLst>
                      <a:ext uri="{FF2B5EF4-FFF2-40B4-BE49-F238E27FC236}">
                        <a16:creationId xmlns:a16="http://schemas.microsoft.com/office/drawing/2014/main" id="{DC8BCD32-C342-14C8-3021-28593AC8EE87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837563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71 h 94328"/>
                      <a:gd name="connsiteX1" fmla="*/ 51056 w 59843"/>
                      <a:gd name="connsiteY1" fmla="*/ 92171 h 94328"/>
                      <a:gd name="connsiteX2" fmla="*/ 51056 w 59843"/>
                      <a:gd name="connsiteY2" fmla="*/ 81622 h 94328"/>
                      <a:gd name="connsiteX3" fmla="*/ 13393 w 59843"/>
                      <a:gd name="connsiteY3" fmla="*/ 81622 h 94328"/>
                      <a:gd name="connsiteX4" fmla="*/ 13393 w 59843"/>
                      <a:gd name="connsiteY4" fmla="*/ 58957 h 94328"/>
                      <a:gd name="connsiteX5" fmla="*/ 18825 w 59843"/>
                      <a:gd name="connsiteY5" fmla="*/ 60345 h 94328"/>
                      <a:gd name="connsiteX6" fmla="*/ 24296 w 59843"/>
                      <a:gd name="connsiteY6" fmla="*/ 60801 h 94328"/>
                      <a:gd name="connsiteX7" fmla="*/ 48816 w 59843"/>
                      <a:gd name="connsiteY7" fmla="*/ 52314 h 94328"/>
                      <a:gd name="connsiteX8" fmla="*/ 57874 w 59843"/>
                      <a:gd name="connsiteY8" fmla="*/ 29332 h 94328"/>
                      <a:gd name="connsiteX9" fmla="*/ 48578 w 59843"/>
                      <a:gd name="connsiteY9" fmla="*/ 6111 h 94328"/>
                      <a:gd name="connsiteX10" fmla="*/ 22373 w 59843"/>
                      <a:gd name="connsiteY10" fmla="*/ -2157 h 94328"/>
                      <a:gd name="connsiteX11" fmla="*/ 10499 w 59843"/>
                      <a:gd name="connsiteY11" fmla="*/ -1166 h 94328"/>
                      <a:gd name="connsiteX12" fmla="*/ -1969 w 59843"/>
                      <a:gd name="connsiteY12" fmla="*/ 1808 h 94328"/>
                      <a:gd name="connsiteX13" fmla="*/ -1969 w 59843"/>
                      <a:gd name="connsiteY13" fmla="*/ 14400 h 94328"/>
                      <a:gd name="connsiteX14" fmla="*/ 9548 w 59843"/>
                      <a:gd name="connsiteY14" fmla="*/ 9879 h 94328"/>
                      <a:gd name="connsiteX15" fmla="*/ 22115 w 59843"/>
                      <a:gd name="connsiteY15" fmla="*/ 8392 h 94328"/>
                      <a:gd name="connsiteX16" fmla="*/ 39083 w 59843"/>
                      <a:gd name="connsiteY16" fmla="*/ 14023 h 94328"/>
                      <a:gd name="connsiteX17" fmla="*/ 45347 w 59843"/>
                      <a:gd name="connsiteY17" fmla="*/ 29332 h 94328"/>
                      <a:gd name="connsiteX18" fmla="*/ 39083 w 59843"/>
                      <a:gd name="connsiteY18" fmla="*/ 44620 h 94328"/>
                      <a:gd name="connsiteX19" fmla="*/ 22115 w 59843"/>
                      <a:gd name="connsiteY19" fmla="*/ 50272 h 94328"/>
                      <a:gd name="connsiteX20" fmla="*/ 12105 w 59843"/>
                      <a:gd name="connsiteY20" fmla="*/ 49161 h 94328"/>
                      <a:gd name="connsiteX21" fmla="*/ 1936 w 59843"/>
                      <a:gd name="connsiteY21" fmla="*/ 45691 h 94328"/>
                      <a:gd name="connsiteX22" fmla="*/ 1936 w 59843"/>
                      <a:gd name="connsiteY22" fmla="*/ 9217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71"/>
                        </a:moveTo>
                        <a:lnTo>
                          <a:pt x="51056" y="92171"/>
                        </a:lnTo>
                        <a:lnTo>
                          <a:pt x="51056" y="81622"/>
                        </a:lnTo>
                        <a:lnTo>
                          <a:pt x="13393" y="81622"/>
                        </a:lnTo>
                        <a:lnTo>
                          <a:pt x="13393" y="58957"/>
                        </a:lnTo>
                        <a:cubicBezTo>
                          <a:pt x="15204" y="59578"/>
                          <a:pt x="17014" y="60041"/>
                          <a:pt x="18825" y="60345"/>
                        </a:cubicBezTo>
                        <a:cubicBezTo>
                          <a:pt x="20648" y="60649"/>
                          <a:pt x="22472" y="60801"/>
                          <a:pt x="24296" y="60801"/>
                        </a:cubicBezTo>
                        <a:cubicBezTo>
                          <a:pt x="34616" y="60801"/>
                          <a:pt x="42790" y="57972"/>
                          <a:pt x="48816" y="52314"/>
                        </a:cubicBezTo>
                        <a:cubicBezTo>
                          <a:pt x="54855" y="46656"/>
                          <a:pt x="57874" y="38995"/>
                          <a:pt x="57874" y="29332"/>
                        </a:cubicBezTo>
                        <a:cubicBezTo>
                          <a:pt x="57874" y="19377"/>
                          <a:pt x="54776" y="11637"/>
                          <a:pt x="48578" y="6111"/>
                        </a:cubicBezTo>
                        <a:cubicBezTo>
                          <a:pt x="42380" y="599"/>
                          <a:pt x="33645" y="-2157"/>
                          <a:pt x="22373" y="-2157"/>
                        </a:cubicBezTo>
                        <a:cubicBezTo>
                          <a:pt x="18488" y="-2157"/>
                          <a:pt x="14530" y="-1827"/>
                          <a:pt x="10499" y="-1166"/>
                        </a:cubicBezTo>
                        <a:cubicBezTo>
                          <a:pt x="6482" y="-505"/>
                          <a:pt x="2326" y="487"/>
                          <a:pt x="-1969" y="1808"/>
                        </a:cubicBezTo>
                        <a:lnTo>
                          <a:pt x="-1969" y="14400"/>
                        </a:lnTo>
                        <a:cubicBezTo>
                          <a:pt x="1745" y="12378"/>
                          <a:pt x="5583" y="10871"/>
                          <a:pt x="9548" y="9879"/>
                        </a:cubicBezTo>
                        <a:cubicBezTo>
                          <a:pt x="13512" y="8888"/>
                          <a:pt x="17701" y="8392"/>
                          <a:pt x="22115" y="8392"/>
                        </a:cubicBezTo>
                        <a:cubicBezTo>
                          <a:pt x="29264" y="8392"/>
                          <a:pt x="34920" y="10269"/>
                          <a:pt x="39083" y="14023"/>
                        </a:cubicBezTo>
                        <a:cubicBezTo>
                          <a:pt x="43259" y="17778"/>
                          <a:pt x="45347" y="22881"/>
                          <a:pt x="45347" y="29332"/>
                        </a:cubicBezTo>
                        <a:cubicBezTo>
                          <a:pt x="45347" y="35770"/>
                          <a:pt x="43259" y="40866"/>
                          <a:pt x="39083" y="44620"/>
                        </a:cubicBezTo>
                        <a:cubicBezTo>
                          <a:pt x="34920" y="48388"/>
                          <a:pt x="29264" y="50272"/>
                          <a:pt x="22115" y="50272"/>
                        </a:cubicBezTo>
                        <a:cubicBezTo>
                          <a:pt x="18772" y="50272"/>
                          <a:pt x="15435" y="49901"/>
                          <a:pt x="12105" y="49161"/>
                        </a:cubicBezTo>
                        <a:cubicBezTo>
                          <a:pt x="8788" y="48421"/>
                          <a:pt x="5398" y="47264"/>
                          <a:pt x="1936" y="45691"/>
                        </a:cubicBezTo>
                        <a:lnTo>
                          <a:pt x="1936" y="921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9" name="Freeform: Shape 88">
                    <a:extLst>
                      <a:ext uri="{FF2B5EF4-FFF2-40B4-BE49-F238E27FC236}">
                        <a16:creationId xmlns:a16="http://schemas.microsoft.com/office/drawing/2014/main" id="{5C3151E3-37DB-A302-46B4-2999AE6C5606}"/>
                      </a:ext>
                    </a:extLst>
                  </p:cNvPr>
                  <p:cNvSpPr/>
                  <p:nvPr/>
                </p:nvSpPr>
                <p:spPr>
                  <a:xfrm flipV="1">
                    <a:off x="3666248" y="2837563"/>
                    <a:ext cx="55066" cy="92524"/>
                  </a:xfrm>
                  <a:custGeom>
                    <a:avLst/>
                    <a:gdLst>
                      <a:gd name="connsiteX0" fmla="*/ -247 w 55066"/>
                      <a:gd name="connsiteY0" fmla="*/ 8326 h 92524"/>
                      <a:gd name="connsiteX1" fmla="*/ 20190 w 55066"/>
                      <a:gd name="connsiteY1" fmla="*/ 8326 h 92524"/>
                      <a:gd name="connsiteX2" fmla="*/ 20190 w 55066"/>
                      <a:gd name="connsiteY2" fmla="*/ 78919 h 92524"/>
                      <a:gd name="connsiteX3" fmla="*/ -2051 w 55066"/>
                      <a:gd name="connsiteY3" fmla="*/ 74458 h 92524"/>
                      <a:gd name="connsiteX4" fmla="*/ -2051 w 55066"/>
                      <a:gd name="connsiteY4" fmla="*/ 85859 h 92524"/>
                      <a:gd name="connsiteX5" fmla="*/ 20071 w 55066"/>
                      <a:gd name="connsiteY5" fmla="*/ 90321 h 92524"/>
                      <a:gd name="connsiteX6" fmla="*/ 32579 w 55066"/>
                      <a:gd name="connsiteY6" fmla="*/ 90321 h 92524"/>
                      <a:gd name="connsiteX7" fmla="*/ 32579 w 55066"/>
                      <a:gd name="connsiteY7" fmla="*/ 8326 h 92524"/>
                      <a:gd name="connsiteX8" fmla="*/ 53015 w 55066"/>
                      <a:gd name="connsiteY8" fmla="*/ 8326 h 92524"/>
                      <a:gd name="connsiteX9" fmla="*/ 53015 w 55066"/>
                      <a:gd name="connsiteY9" fmla="*/ -2203 h 92524"/>
                      <a:gd name="connsiteX10" fmla="*/ -247 w 55066"/>
                      <a:gd name="connsiteY10" fmla="*/ -2203 h 92524"/>
                      <a:gd name="connsiteX11" fmla="*/ -247 w 55066"/>
                      <a:gd name="connsiteY11" fmla="*/ 832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247" y="8326"/>
                        </a:moveTo>
                        <a:lnTo>
                          <a:pt x="20190" y="8326"/>
                        </a:lnTo>
                        <a:lnTo>
                          <a:pt x="20190" y="78919"/>
                        </a:lnTo>
                        <a:lnTo>
                          <a:pt x="-2051" y="74458"/>
                        </a:lnTo>
                        <a:lnTo>
                          <a:pt x="-2051" y="85859"/>
                        </a:lnTo>
                        <a:lnTo>
                          <a:pt x="20071" y="90321"/>
                        </a:lnTo>
                        <a:lnTo>
                          <a:pt x="32579" y="90321"/>
                        </a:lnTo>
                        <a:lnTo>
                          <a:pt x="32579" y="8326"/>
                        </a:lnTo>
                        <a:lnTo>
                          <a:pt x="53015" y="8326"/>
                        </a:lnTo>
                        <a:lnTo>
                          <a:pt x="53015" y="-2203"/>
                        </a:lnTo>
                        <a:lnTo>
                          <a:pt x="-247" y="-2203"/>
                        </a:lnTo>
                        <a:lnTo>
                          <a:pt x="-247" y="83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0" name="Freeform: Shape 89">
                    <a:extLst>
                      <a:ext uri="{FF2B5EF4-FFF2-40B4-BE49-F238E27FC236}">
                        <a16:creationId xmlns:a16="http://schemas.microsoft.com/office/drawing/2014/main" id="{72CEB69A-6DA3-1BA0-E4CE-00DCDE510A97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835898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80 h 95994"/>
                      <a:gd name="connsiteX1" fmla="*/ 15437 w 63926"/>
                      <a:gd name="connsiteY1" fmla="*/ 74362 h 95994"/>
                      <a:gd name="connsiteX2" fmla="*/ 10580 w 63926"/>
                      <a:gd name="connsiteY2" fmla="*/ 45768 h 95994"/>
                      <a:gd name="connsiteX3" fmla="*/ 15437 w 63926"/>
                      <a:gd name="connsiteY3" fmla="*/ 17233 h 95994"/>
                      <a:gd name="connsiteX4" fmla="*/ 29966 w 63926"/>
                      <a:gd name="connsiteY4" fmla="*/ 7715 h 95994"/>
                      <a:gd name="connsiteX5" fmla="*/ 44556 w 63926"/>
                      <a:gd name="connsiteY5" fmla="*/ 17233 h 95994"/>
                      <a:gd name="connsiteX6" fmla="*/ 49432 w 63926"/>
                      <a:gd name="connsiteY6" fmla="*/ 45768 h 95994"/>
                      <a:gd name="connsiteX7" fmla="*/ 44556 w 63926"/>
                      <a:gd name="connsiteY7" fmla="*/ 74362 h 95994"/>
                      <a:gd name="connsiteX8" fmla="*/ 29966 w 63926"/>
                      <a:gd name="connsiteY8" fmla="*/ 83880 h 95994"/>
                      <a:gd name="connsiteX9" fmla="*/ 29966 w 63926"/>
                      <a:gd name="connsiteY9" fmla="*/ 93795 h 95994"/>
                      <a:gd name="connsiteX10" fmla="*/ 53733 w 63926"/>
                      <a:gd name="connsiteY10" fmla="*/ 81481 h 95994"/>
                      <a:gd name="connsiteX11" fmla="*/ 61940 w 63926"/>
                      <a:gd name="connsiteY11" fmla="*/ 45768 h 95994"/>
                      <a:gd name="connsiteX12" fmla="*/ 53733 w 63926"/>
                      <a:gd name="connsiteY12" fmla="*/ 10095 h 95994"/>
                      <a:gd name="connsiteX13" fmla="*/ 29966 w 63926"/>
                      <a:gd name="connsiteY13" fmla="*/ -2199 h 95994"/>
                      <a:gd name="connsiteX14" fmla="*/ 6219 w 63926"/>
                      <a:gd name="connsiteY14" fmla="*/ 10095 h 95994"/>
                      <a:gd name="connsiteX15" fmla="*/ -1987 w 63926"/>
                      <a:gd name="connsiteY15" fmla="*/ 45768 h 95994"/>
                      <a:gd name="connsiteX16" fmla="*/ 6219 w 63926"/>
                      <a:gd name="connsiteY16" fmla="*/ 81481 h 95994"/>
                      <a:gd name="connsiteX17" fmla="*/ 29966 w 63926"/>
                      <a:gd name="connsiteY17" fmla="*/ 9379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80"/>
                        </a:moveTo>
                        <a:cubicBezTo>
                          <a:pt x="23531" y="83880"/>
                          <a:pt x="18688" y="80707"/>
                          <a:pt x="15437" y="74362"/>
                        </a:cubicBezTo>
                        <a:cubicBezTo>
                          <a:pt x="12199" y="68030"/>
                          <a:pt x="10580" y="58498"/>
                          <a:pt x="10580" y="45768"/>
                        </a:cubicBezTo>
                        <a:cubicBezTo>
                          <a:pt x="10580" y="33090"/>
                          <a:pt x="12199" y="23579"/>
                          <a:pt x="15437" y="17233"/>
                        </a:cubicBezTo>
                        <a:cubicBezTo>
                          <a:pt x="18688" y="10888"/>
                          <a:pt x="23531" y="7715"/>
                          <a:pt x="29966" y="7715"/>
                        </a:cubicBezTo>
                        <a:cubicBezTo>
                          <a:pt x="36455" y="7715"/>
                          <a:pt x="41318" y="10888"/>
                          <a:pt x="44556" y="17233"/>
                        </a:cubicBezTo>
                        <a:cubicBezTo>
                          <a:pt x="47806" y="23579"/>
                          <a:pt x="49432" y="33090"/>
                          <a:pt x="49432" y="45768"/>
                        </a:cubicBezTo>
                        <a:cubicBezTo>
                          <a:pt x="49432" y="58498"/>
                          <a:pt x="47806" y="68030"/>
                          <a:pt x="44556" y="74362"/>
                        </a:cubicBezTo>
                        <a:cubicBezTo>
                          <a:pt x="41318" y="80707"/>
                          <a:pt x="36455" y="83880"/>
                          <a:pt x="29966" y="83880"/>
                        </a:cubicBezTo>
                        <a:close/>
                        <a:moveTo>
                          <a:pt x="29966" y="93795"/>
                        </a:moveTo>
                        <a:cubicBezTo>
                          <a:pt x="40340" y="93795"/>
                          <a:pt x="48262" y="89690"/>
                          <a:pt x="53733" y="81481"/>
                        </a:cubicBezTo>
                        <a:cubicBezTo>
                          <a:pt x="59204" y="73285"/>
                          <a:pt x="61940" y="61380"/>
                          <a:pt x="61940" y="45768"/>
                        </a:cubicBezTo>
                        <a:cubicBezTo>
                          <a:pt x="61940" y="30195"/>
                          <a:pt x="59204" y="18304"/>
                          <a:pt x="53733" y="10095"/>
                        </a:cubicBezTo>
                        <a:cubicBezTo>
                          <a:pt x="48262" y="1899"/>
                          <a:pt x="40340" y="-2199"/>
                          <a:pt x="29966" y="-2199"/>
                        </a:cubicBezTo>
                        <a:cubicBezTo>
                          <a:pt x="19606" y="-2199"/>
                          <a:pt x="11690" y="1899"/>
                          <a:pt x="6219" y="10095"/>
                        </a:cubicBezTo>
                        <a:cubicBezTo>
                          <a:pt x="748" y="18304"/>
                          <a:pt x="-1987" y="30195"/>
                          <a:pt x="-1987" y="45768"/>
                        </a:cubicBezTo>
                        <a:cubicBezTo>
                          <a:pt x="-1987" y="61380"/>
                          <a:pt x="748" y="73285"/>
                          <a:pt x="6219" y="81481"/>
                        </a:cubicBezTo>
                        <a:cubicBezTo>
                          <a:pt x="11690" y="89690"/>
                          <a:pt x="19606" y="93795"/>
                          <a:pt x="29966" y="9379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91" name="Graphic 2">
                <a:extLst>
                  <a:ext uri="{FF2B5EF4-FFF2-40B4-BE49-F238E27FC236}">
                    <a16:creationId xmlns:a16="http://schemas.microsoft.com/office/drawing/2014/main" id="{E2FED24F-CBCE-D138-3603-9D9A694B319F}"/>
                  </a:ext>
                </a:extLst>
              </p:cNvPr>
              <p:cNvGrpSpPr/>
              <p:nvPr/>
            </p:nvGrpSpPr>
            <p:grpSpPr>
              <a:xfrm>
                <a:off x="3581391" y="2269379"/>
                <a:ext cx="321159" cy="95994"/>
                <a:chOff x="3581391" y="2269379"/>
                <a:chExt cx="321159" cy="95994"/>
              </a:xfrm>
              <a:solidFill>
                <a:srgbClr val="000000"/>
              </a:solidFill>
            </p:grpSpPr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A4987E6D-F0B0-15A5-DCE8-0EBC852DB9FC}"/>
                    </a:ext>
                  </a:extLst>
                </p:cNvPr>
                <p:cNvSpPr/>
                <p:nvPr/>
              </p:nvSpPr>
              <p:spPr>
                <a:xfrm>
                  <a:off x="3858149" y="2315354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85 h 12690"/>
                    <a:gd name="connsiteX1" fmla="*/ 58 w 44401"/>
                    <a:gd name="connsiteY1" fmla="*/ 8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85"/>
                      </a:moveTo>
                      <a:lnTo>
                        <a:pt x="58" y="8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93" name="Graphic 2">
                  <a:extLst>
                    <a:ext uri="{FF2B5EF4-FFF2-40B4-BE49-F238E27FC236}">
                      <a16:creationId xmlns:a16="http://schemas.microsoft.com/office/drawing/2014/main" id="{08FECC7A-075D-F108-BF4D-A3E1090AA965}"/>
                    </a:ext>
                  </a:extLst>
                </p:cNvPr>
                <p:cNvGrpSpPr/>
                <p:nvPr/>
              </p:nvGrpSpPr>
              <p:grpSpPr>
                <a:xfrm>
                  <a:off x="3581391" y="2269379"/>
                  <a:ext cx="223926" cy="95994"/>
                  <a:chOff x="3581391" y="2269379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94" name="Freeform: Shape 93">
                    <a:extLst>
                      <a:ext uri="{FF2B5EF4-FFF2-40B4-BE49-F238E27FC236}">
                        <a16:creationId xmlns:a16="http://schemas.microsoft.com/office/drawing/2014/main" id="{E45ADD1D-F625-CFE6-0B88-DAEADE0E2D68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271045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26 h 94328"/>
                      <a:gd name="connsiteX1" fmla="*/ 51056 w 59843"/>
                      <a:gd name="connsiteY1" fmla="*/ 92126 h 94328"/>
                      <a:gd name="connsiteX2" fmla="*/ 51056 w 59843"/>
                      <a:gd name="connsiteY2" fmla="*/ 81577 h 94328"/>
                      <a:gd name="connsiteX3" fmla="*/ 13393 w 59843"/>
                      <a:gd name="connsiteY3" fmla="*/ 81577 h 94328"/>
                      <a:gd name="connsiteX4" fmla="*/ 13393 w 59843"/>
                      <a:gd name="connsiteY4" fmla="*/ 58912 h 94328"/>
                      <a:gd name="connsiteX5" fmla="*/ 18825 w 59843"/>
                      <a:gd name="connsiteY5" fmla="*/ 60300 h 94328"/>
                      <a:gd name="connsiteX6" fmla="*/ 24296 w 59843"/>
                      <a:gd name="connsiteY6" fmla="*/ 60756 h 94328"/>
                      <a:gd name="connsiteX7" fmla="*/ 48816 w 59843"/>
                      <a:gd name="connsiteY7" fmla="*/ 52269 h 94328"/>
                      <a:gd name="connsiteX8" fmla="*/ 57874 w 59843"/>
                      <a:gd name="connsiteY8" fmla="*/ 29287 h 94328"/>
                      <a:gd name="connsiteX9" fmla="*/ 48578 w 59843"/>
                      <a:gd name="connsiteY9" fmla="*/ 6067 h 94328"/>
                      <a:gd name="connsiteX10" fmla="*/ 22373 w 59843"/>
                      <a:gd name="connsiteY10" fmla="*/ -2202 h 94328"/>
                      <a:gd name="connsiteX11" fmla="*/ 10499 w 59843"/>
                      <a:gd name="connsiteY11" fmla="*/ -1211 h 94328"/>
                      <a:gd name="connsiteX12" fmla="*/ -1969 w 59843"/>
                      <a:gd name="connsiteY12" fmla="*/ 1764 h 94328"/>
                      <a:gd name="connsiteX13" fmla="*/ -1969 w 59843"/>
                      <a:gd name="connsiteY13" fmla="*/ 14356 h 94328"/>
                      <a:gd name="connsiteX14" fmla="*/ 9548 w 59843"/>
                      <a:gd name="connsiteY14" fmla="*/ 9834 h 94328"/>
                      <a:gd name="connsiteX15" fmla="*/ 22115 w 59843"/>
                      <a:gd name="connsiteY15" fmla="*/ 8347 h 94328"/>
                      <a:gd name="connsiteX16" fmla="*/ 39083 w 59843"/>
                      <a:gd name="connsiteY16" fmla="*/ 13979 h 94328"/>
                      <a:gd name="connsiteX17" fmla="*/ 45347 w 59843"/>
                      <a:gd name="connsiteY17" fmla="*/ 29287 h 94328"/>
                      <a:gd name="connsiteX18" fmla="*/ 39083 w 59843"/>
                      <a:gd name="connsiteY18" fmla="*/ 44576 h 94328"/>
                      <a:gd name="connsiteX19" fmla="*/ 22115 w 59843"/>
                      <a:gd name="connsiteY19" fmla="*/ 50227 h 94328"/>
                      <a:gd name="connsiteX20" fmla="*/ 12105 w 59843"/>
                      <a:gd name="connsiteY20" fmla="*/ 49116 h 94328"/>
                      <a:gd name="connsiteX21" fmla="*/ 1936 w 59843"/>
                      <a:gd name="connsiteY21" fmla="*/ 45646 h 94328"/>
                      <a:gd name="connsiteX22" fmla="*/ 1936 w 59843"/>
                      <a:gd name="connsiteY22" fmla="*/ 9212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26"/>
                        </a:moveTo>
                        <a:lnTo>
                          <a:pt x="51056" y="92126"/>
                        </a:lnTo>
                        <a:lnTo>
                          <a:pt x="51056" y="81577"/>
                        </a:lnTo>
                        <a:lnTo>
                          <a:pt x="13393" y="81577"/>
                        </a:lnTo>
                        <a:lnTo>
                          <a:pt x="13393" y="58912"/>
                        </a:lnTo>
                        <a:cubicBezTo>
                          <a:pt x="15204" y="59534"/>
                          <a:pt x="17014" y="59996"/>
                          <a:pt x="18825" y="60300"/>
                        </a:cubicBezTo>
                        <a:cubicBezTo>
                          <a:pt x="20648" y="60604"/>
                          <a:pt x="22472" y="60756"/>
                          <a:pt x="24296" y="60756"/>
                        </a:cubicBezTo>
                        <a:cubicBezTo>
                          <a:pt x="34616" y="60756"/>
                          <a:pt x="42790" y="57927"/>
                          <a:pt x="48816" y="52269"/>
                        </a:cubicBezTo>
                        <a:cubicBezTo>
                          <a:pt x="54855" y="46611"/>
                          <a:pt x="57874" y="38951"/>
                          <a:pt x="57874" y="29287"/>
                        </a:cubicBezTo>
                        <a:cubicBezTo>
                          <a:pt x="57874" y="19333"/>
                          <a:pt x="54776" y="11593"/>
                          <a:pt x="48578" y="6067"/>
                        </a:cubicBezTo>
                        <a:cubicBezTo>
                          <a:pt x="42380" y="554"/>
                          <a:pt x="33645" y="-2202"/>
                          <a:pt x="22373" y="-2202"/>
                        </a:cubicBezTo>
                        <a:cubicBezTo>
                          <a:pt x="18488" y="-2202"/>
                          <a:pt x="14530" y="-1872"/>
                          <a:pt x="10499" y="-1211"/>
                        </a:cubicBezTo>
                        <a:cubicBezTo>
                          <a:pt x="6482" y="-550"/>
                          <a:pt x="2326" y="442"/>
                          <a:pt x="-1969" y="1764"/>
                        </a:cubicBezTo>
                        <a:lnTo>
                          <a:pt x="-1969" y="14356"/>
                        </a:lnTo>
                        <a:cubicBezTo>
                          <a:pt x="1745" y="12333"/>
                          <a:pt x="5583" y="10826"/>
                          <a:pt x="9548" y="9834"/>
                        </a:cubicBezTo>
                        <a:cubicBezTo>
                          <a:pt x="13512" y="8843"/>
                          <a:pt x="17701" y="8347"/>
                          <a:pt x="22115" y="8347"/>
                        </a:cubicBezTo>
                        <a:cubicBezTo>
                          <a:pt x="29264" y="8347"/>
                          <a:pt x="34920" y="10224"/>
                          <a:pt x="39083" y="13979"/>
                        </a:cubicBezTo>
                        <a:cubicBezTo>
                          <a:pt x="43259" y="17733"/>
                          <a:pt x="45347" y="22836"/>
                          <a:pt x="45347" y="29287"/>
                        </a:cubicBezTo>
                        <a:cubicBezTo>
                          <a:pt x="45347" y="35725"/>
                          <a:pt x="43259" y="40821"/>
                          <a:pt x="39083" y="44576"/>
                        </a:cubicBezTo>
                        <a:cubicBezTo>
                          <a:pt x="34920" y="48343"/>
                          <a:pt x="29264" y="50227"/>
                          <a:pt x="22115" y="50227"/>
                        </a:cubicBezTo>
                        <a:cubicBezTo>
                          <a:pt x="18772" y="50227"/>
                          <a:pt x="15435" y="49857"/>
                          <a:pt x="12105" y="49116"/>
                        </a:cubicBezTo>
                        <a:cubicBezTo>
                          <a:pt x="8788" y="48376"/>
                          <a:pt x="5398" y="47219"/>
                          <a:pt x="1936" y="45646"/>
                        </a:cubicBezTo>
                        <a:lnTo>
                          <a:pt x="1936" y="921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5" name="Freeform: Shape 94">
                    <a:extLst>
                      <a:ext uri="{FF2B5EF4-FFF2-40B4-BE49-F238E27FC236}">
                        <a16:creationId xmlns:a16="http://schemas.microsoft.com/office/drawing/2014/main" id="{A6859702-9DA4-E785-65B5-F6C786DFA4BA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609" y="2269379"/>
                    <a:ext cx="58713" cy="94189"/>
                  </a:xfrm>
                  <a:custGeom>
                    <a:avLst/>
                    <a:gdLst>
                      <a:gd name="connsiteX0" fmla="*/ 13136 w 58713"/>
                      <a:gd name="connsiteY0" fmla="*/ 8240 h 94189"/>
                      <a:gd name="connsiteX1" fmla="*/ 56804 w 58713"/>
                      <a:gd name="connsiteY1" fmla="*/ 8240 h 94189"/>
                      <a:gd name="connsiteX2" fmla="*/ 56804 w 58713"/>
                      <a:gd name="connsiteY2" fmla="*/ -2290 h 94189"/>
                      <a:gd name="connsiteX3" fmla="*/ -1909 w 58713"/>
                      <a:gd name="connsiteY3" fmla="*/ -2290 h 94189"/>
                      <a:gd name="connsiteX4" fmla="*/ -1909 w 58713"/>
                      <a:gd name="connsiteY4" fmla="*/ 8240 h 94189"/>
                      <a:gd name="connsiteX5" fmla="*/ 17497 w 58713"/>
                      <a:gd name="connsiteY5" fmla="*/ 28030 h 94189"/>
                      <a:gd name="connsiteX6" fmla="*/ 32958 w 58713"/>
                      <a:gd name="connsiteY6" fmla="*/ 44072 h 94189"/>
                      <a:gd name="connsiteX7" fmla="*/ 41343 w 58713"/>
                      <a:gd name="connsiteY7" fmla="*/ 55493 h 94189"/>
                      <a:gd name="connsiteX8" fmla="*/ 43742 w 58713"/>
                      <a:gd name="connsiteY8" fmla="*/ 64694 h 94189"/>
                      <a:gd name="connsiteX9" fmla="*/ 38568 w 58713"/>
                      <a:gd name="connsiteY9" fmla="*/ 76711 h 94189"/>
                      <a:gd name="connsiteX10" fmla="*/ 25089 w 58713"/>
                      <a:gd name="connsiteY10" fmla="*/ 81371 h 94189"/>
                      <a:gd name="connsiteX11" fmla="*/ 12660 w 58713"/>
                      <a:gd name="connsiteY11" fmla="*/ 79328 h 94189"/>
                      <a:gd name="connsiteX12" fmla="*/ -1295 w 58713"/>
                      <a:gd name="connsiteY12" fmla="*/ 73122 h 94189"/>
                      <a:gd name="connsiteX13" fmla="*/ -1295 w 58713"/>
                      <a:gd name="connsiteY13" fmla="*/ 85773 h 94189"/>
                      <a:gd name="connsiteX14" fmla="*/ 12819 w 58713"/>
                      <a:gd name="connsiteY14" fmla="*/ 90353 h 94189"/>
                      <a:gd name="connsiteX15" fmla="*/ 24851 w 58713"/>
                      <a:gd name="connsiteY15" fmla="*/ 91900 h 94189"/>
                      <a:gd name="connsiteX16" fmla="*/ 47765 w 58713"/>
                      <a:gd name="connsiteY16" fmla="*/ 84702 h 94189"/>
                      <a:gd name="connsiteX17" fmla="*/ 56309 w 58713"/>
                      <a:gd name="connsiteY17" fmla="*/ 65507 h 94189"/>
                      <a:gd name="connsiteX18" fmla="*/ 54168 w 58713"/>
                      <a:gd name="connsiteY18" fmla="*/ 54680 h 94189"/>
                      <a:gd name="connsiteX19" fmla="*/ 46398 w 58713"/>
                      <a:gd name="connsiteY19" fmla="*/ 42644 h 94189"/>
                      <a:gd name="connsiteX20" fmla="*/ 36546 w 58713"/>
                      <a:gd name="connsiteY20" fmla="*/ 32253 h 94189"/>
                      <a:gd name="connsiteX21" fmla="*/ 13136 w 58713"/>
                      <a:gd name="connsiteY21" fmla="*/ 8240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36" y="8240"/>
                        </a:moveTo>
                        <a:lnTo>
                          <a:pt x="56804" y="8240"/>
                        </a:lnTo>
                        <a:lnTo>
                          <a:pt x="56804" y="-2290"/>
                        </a:lnTo>
                        <a:lnTo>
                          <a:pt x="-1909" y="-2290"/>
                        </a:lnTo>
                        <a:lnTo>
                          <a:pt x="-1909" y="8240"/>
                        </a:lnTo>
                        <a:cubicBezTo>
                          <a:pt x="2835" y="13157"/>
                          <a:pt x="9304" y="19754"/>
                          <a:pt x="17497" y="28030"/>
                        </a:cubicBezTo>
                        <a:cubicBezTo>
                          <a:pt x="25703" y="36318"/>
                          <a:pt x="30857" y="41666"/>
                          <a:pt x="32958" y="44072"/>
                        </a:cubicBezTo>
                        <a:cubicBezTo>
                          <a:pt x="36962" y="48566"/>
                          <a:pt x="39757" y="52373"/>
                          <a:pt x="41343" y="55493"/>
                        </a:cubicBezTo>
                        <a:cubicBezTo>
                          <a:pt x="42942" y="58613"/>
                          <a:pt x="43742" y="61680"/>
                          <a:pt x="43742" y="64694"/>
                        </a:cubicBezTo>
                        <a:cubicBezTo>
                          <a:pt x="43742" y="69612"/>
                          <a:pt x="42017" y="73617"/>
                          <a:pt x="38568" y="76711"/>
                        </a:cubicBezTo>
                        <a:cubicBezTo>
                          <a:pt x="35119" y="79817"/>
                          <a:pt x="30626" y="81371"/>
                          <a:pt x="25089" y="81371"/>
                        </a:cubicBezTo>
                        <a:cubicBezTo>
                          <a:pt x="21164" y="81371"/>
                          <a:pt x="17021" y="80690"/>
                          <a:pt x="12660" y="79328"/>
                        </a:cubicBezTo>
                        <a:cubicBezTo>
                          <a:pt x="8313" y="77967"/>
                          <a:pt x="3661" y="75898"/>
                          <a:pt x="-1295" y="73122"/>
                        </a:cubicBezTo>
                        <a:lnTo>
                          <a:pt x="-1295" y="85773"/>
                        </a:lnTo>
                        <a:cubicBezTo>
                          <a:pt x="3740" y="87795"/>
                          <a:pt x="8445" y="89322"/>
                          <a:pt x="12819" y="90353"/>
                        </a:cubicBezTo>
                        <a:cubicBezTo>
                          <a:pt x="17206" y="91384"/>
                          <a:pt x="21217" y="91900"/>
                          <a:pt x="24851" y="91900"/>
                        </a:cubicBezTo>
                        <a:cubicBezTo>
                          <a:pt x="34432" y="91900"/>
                          <a:pt x="42070" y="89501"/>
                          <a:pt x="47765" y="84702"/>
                        </a:cubicBezTo>
                        <a:cubicBezTo>
                          <a:pt x="53461" y="79916"/>
                          <a:pt x="56309" y="73518"/>
                          <a:pt x="56309" y="65507"/>
                        </a:cubicBezTo>
                        <a:cubicBezTo>
                          <a:pt x="56309" y="61700"/>
                          <a:pt x="55595" y="58091"/>
                          <a:pt x="54168" y="54680"/>
                        </a:cubicBezTo>
                        <a:cubicBezTo>
                          <a:pt x="52754" y="51283"/>
                          <a:pt x="50164" y="47271"/>
                          <a:pt x="46398" y="42644"/>
                        </a:cubicBezTo>
                        <a:cubicBezTo>
                          <a:pt x="45367" y="41441"/>
                          <a:pt x="42083" y="37977"/>
                          <a:pt x="36546" y="32253"/>
                        </a:cubicBezTo>
                        <a:cubicBezTo>
                          <a:pt x="31022" y="26529"/>
                          <a:pt x="23219" y="18525"/>
                          <a:pt x="13136" y="82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6" name="Freeform: Shape 95">
                    <a:extLst>
                      <a:ext uri="{FF2B5EF4-FFF2-40B4-BE49-F238E27FC236}">
                        <a16:creationId xmlns:a16="http://schemas.microsoft.com/office/drawing/2014/main" id="{5B2F8F1F-8797-DBDE-0F0F-8028C60CBBF9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269379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35 h 95994"/>
                      <a:gd name="connsiteX1" fmla="*/ 15437 w 63926"/>
                      <a:gd name="connsiteY1" fmla="*/ 74317 h 95994"/>
                      <a:gd name="connsiteX2" fmla="*/ 10580 w 63926"/>
                      <a:gd name="connsiteY2" fmla="*/ 45723 h 95994"/>
                      <a:gd name="connsiteX3" fmla="*/ 15437 w 63926"/>
                      <a:gd name="connsiteY3" fmla="*/ 17189 h 95994"/>
                      <a:gd name="connsiteX4" fmla="*/ 29966 w 63926"/>
                      <a:gd name="connsiteY4" fmla="*/ 7671 h 95994"/>
                      <a:gd name="connsiteX5" fmla="*/ 44556 w 63926"/>
                      <a:gd name="connsiteY5" fmla="*/ 17189 h 95994"/>
                      <a:gd name="connsiteX6" fmla="*/ 49432 w 63926"/>
                      <a:gd name="connsiteY6" fmla="*/ 45723 h 95994"/>
                      <a:gd name="connsiteX7" fmla="*/ 44556 w 63926"/>
                      <a:gd name="connsiteY7" fmla="*/ 74317 h 95994"/>
                      <a:gd name="connsiteX8" fmla="*/ 29966 w 63926"/>
                      <a:gd name="connsiteY8" fmla="*/ 83835 h 95994"/>
                      <a:gd name="connsiteX9" fmla="*/ 29966 w 63926"/>
                      <a:gd name="connsiteY9" fmla="*/ 93750 h 95994"/>
                      <a:gd name="connsiteX10" fmla="*/ 53733 w 63926"/>
                      <a:gd name="connsiteY10" fmla="*/ 81436 h 95994"/>
                      <a:gd name="connsiteX11" fmla="*/ 61940 w 63926"/>
                      <a:gd name="connsiteY11" fmla="*/ 45723 h 95994"/>
                      <a:gd name="connsiteX12" fmla="*/ 53733 w 63926"/>
                      <a:gd name="connsiteY12" fmla="*/ 10050 h 95994"/>
                      <a:gd name="connsiteX13" fmla="*/ 29966 w 63926"/>
                      <a:gd name="connsiteY13" fmla="*/ -2244 h 95994"/>
                      <a:gd name="connsiteX14" fmla="*/ 6219 w 63926"/>
                      <a:gd name="connsiteY14" fmla="*/ 10050 h 95994"/>
                      <a:gd name="connsiteX15" fmla="*/ -1987 w 63926"/>
                      <a:gd name="connsiteY15" fmla="*/ 45723 h 95994"/>
                      <a:gd name="connsiteX16" fmla="*/ 6219 w 63926"/>
                      <a:gd name="connsiteY16" fmla="*/ 81436 h 95994"/>
                      <a:gd name="connsiteX17" fmla="*/ 29966 w 63926"/>
                      <a:gd name="connsiteY17" fmla="*/ 9375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35"/>
                        </a:moveTo>
                        <a:cubicBezTo>
                          <a:pt x="23531" y="83835"/>
                          <a:pt x="18688" y="80663"/>
                          <a:pt x="15437" y="74317"/>
                        </a:cubicBezTo>
                        <a:cubicBezTo>
                          <a:pt x="12199" y="67985"/>
                          <a:pt x="10580" y="58454"/>
                          <a:pt x="10580" y="45723"/>
                        </a:cubicBezTo>
                        <a:cubicBezTo>
                          <a:pt x="10580" y="33046"/>
                          <a:pt x="12199" y="23534"/>
                          <a:pt x="15437" y="17189"/>
                        </a:cubicBezTo>
                        <a:cubicBezTo>
                          <a:pt x="18688" y="10843"/>
                          <a:pt x="23531" y="7671"/>
                          <a:pt x="29966" y="7671"/>
                        </a:cubicBezTo>
                        <a:cubicBezTo>
                          <a:pt x="36455" y="7671"/>
                          <a:pt x="41318" y="10843"/>
                          <a:pt x="44556" y="17189"/>
                        </a:cubicBezTo>
                        <a:cubicBezTo>
                          <a:pt x="47806" y="23534"/>
                          <a:pt x="49432" y="33046"/>
                          <a:pt x="49432" y="45723"/>
                        </a:cubicBezTo>
                        <a:cubicBezTo>
                          <a:pt x="49432" y="58454"/>
                          <a:pt x="47806" y="67985"/>
                          <a:pt x="44556" y="74317"/>
                        </a:cubicBezTo>
                        <a:cubicBezTo>
                          <a:pt x="41318" y="80663"/>
                          <a:pt x="36455" y="83835"/>
                          <a:pt x="29966" y="83835"/>
                        </a:cubicBezTo>
                        <a:close/>
                        <a:moveTo>
                          <a:pt x="29966" y="93750"/>
                        </a:moveTo>
                        <a:cubicBezTo>
                          <a:pt x="40340" y="93750"/>
                          <a:pt x="48262" y="89645"/>
                          <a:pt x="53733" y="81436"/>
                        </a:cubicBezTo>
                        <a:cubicBezTo>
                          <a:pt x="59204" y="73240"/>
                          <a:pt x="61940" y="61336"/>
                          <a:pt x="61940" y="45723"/>
                        </a:cubicBezTo>
                        <a:cubicBezTo>
                          <a:pt x="61940" y="30151"/>
                          <a:pt x="59204" y="18260"/>
                          <a:pt x="53733" y="10050"/>
                        </a:cubicBezTo>
                        <a:cubicBezTo>
                          <a:pt x="48262" y="1854"/>
                          <a:pt x="40340" y="-2244"/>
                          <a:pt x="29966" y="-2244"/>
                        </a:cubicBezTo>
                        <a:cubicBezTo>
                          <a:pt x="19606" y="-2244"/>
                          <a:pt x="11690" y="1854"/>
                          <a:pt x="6219" y="10050"/>
                        </a:cubicBezTo>
                        <a:cubicBezTo>
                          <a:pt x="748" y="18260"/>
                          <a:pt x="-1987" y="30151"/>
                          <a:pt x="-1987" y="45723"/>
                        </a:cubicBezTo>
                        <a:cubicBezTo>
                          <a:pt x="-1987" y="61336"/>
                          <a:pt x="748" y="73240"/>
                          <a:pt x="6219" y="81436"/>
                        </a:cubicBezTo>
                        <a:cubicBezTo>
                          <a:pt x="11690" y="89645"/>
                          <a:pt x="19606" y="93750"/>
                          <a:pt x="29966" y="9375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8C35497-3802-53D3-C17E-CAD46416DE1B}"/>
                </a:ext>
              </a:extLst>
            </p:cNvPr>
            <p:cNvSpPr/>
            <p:nvPr/>
          </p:nvSpPr>
          <p:spPr>
            <a:xfrm>
              <a:off x="3902551" y="2032095"/>
              <a:ext cx="12686" cy="2832591"/>
            </a:xfrm>
            <a:custGeom>
              <a:avLst/>
              <a:gdLst>
                <a:gd name="connsiteX0" fmla="*/ 0 w 12686"/>
                <a:gd name="connsiteY0" fmla="*/ 2832592 h 2832591"/>
                <a:gd name="connsiteX1" fmla="*/ 0 w 12686"/>
                <a:gd name="connsiteY1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832591">
                  <a:moveTo>
                    <a:pt x="0" y="2832592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9BCDEFB-FFAE-3494-277C-0F6526F1C34D}"/>
                </a:ext>
              </a:extLst>
            </p:cNvPr>
            <p:cNvSpPr/>
            <p:nvPr/>
          </p:nvSpPr>
          <p:spPr>
            <a:xfrm>
              <a:off x="8433056" y="2032095"/>
              <a:ext cx="12686" cy="2832591"/>
            </a:xfrm>
            <a:custGeom>
              <a:avLst/>
              <a:gdLst>
                <a:gd name="connsiteX0" fmla="*/ 0 w 12686"/>
                <a:gd name="connsiteY0" fmla="*/ 2832592 h 2832591"/>
                <a:gd name="connsiteX1" fmla="*/ 0 w 12686"/>
                <a:gd name="connsiteY1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832591">
                  <a:moveTo>
                    <a:pt x="0" y="2832592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10EAFD9-0F17-8F43-2476-D5379475451A}"/>
                </a:ext>
              </a:extLst>
            </p:cNvPr>
            <p:cNvSpPr/>
            <p:nvPr/>
          </p:nvSpPr>
          <p:spPr>
            <a:xfrm>
              <a:off x="3902551" y="4864686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60748D7F-E022-B829-35E0-61A411AD7C72}"/>
                </a:ext>
              </a:extLst>
            </p:cNvPr>
            <p:cNvSpPr/>
            <p:nvPr/>
          </p:nvSpPr>
          <p:spPr>
            <a:xfrm>
              <a:off x="3902551" y="2032095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105" name="Graphic 101">
            <a:extLst>
              <a:ext uri="{FF2B5EF4-FFF2-40B4-BE49-F238E27FC236}">
                <a16:creationId xmlns:a16="http://schemas.microsoft.com/office/drawing/2014/main" id="{635238EF-1B78-E058-732C-062B4BB52AFA}"/>
              </a:ext>
            </a:extLst>
          </p:cNvPr>
          <p:cNvGrpSpPr/>
          <p:nvPr/>
        </p:nvGrpSpPr>
        <p:grpSpPr>
          <a:xfrm>
            <a:off x="5030139" y="541065"/>
            <a:ext cx="4984629" cy="3027277"/>
            <a:chOff x="3570548" y="2028021"/>
            <a:chExt cx="4984629" cy="3027277"/>
          </a:xfrm>
        </p:grpSpPr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61ECBC13-495D-6931-164D-831CC17668CD}"/>
                </a:ext>
              </a:extLst>
            </p:cNvPr>
            <p:cNvSpPr/>
            <p:nvPr/>
          </p:nvSpPr>
          <p:spPr>
            <a:xfrm>
              <a:off x="3895648" y="2028554"/>
              <a:ext cx="4546762" cy="2839673"/>
            </a:xfrm>
            <a:custGeom>
              <a:avLst/>
              <a:gdLst>
                <a:gd name="connsiteX0" fmla="*/ 0 w 4546762"/>
                <a:gd name="connsiteY0" fmla="*/ 2839674 h 2839673"/>
                <a:gd name="connsiteX1" fmla="*/ 4546763 w 4546762"/>
                <a:gd name="connsiteY1" fmla="*/ 2839674 h 2839673"/>
                <a:gd name="connsiteX2" fmla="*/ 4546763 w 4546762"/>
                <a:gd name="connsiteY2" fmla="*/ 0 h 2839673"/>
                <a:gd name="connsiteX3" fmla="*/ 0 w 4546762"/>
                <a:gd name="connsiteY3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762" h="2839673">
                  <a:moveTo>
                    <a:pt x="0" y="2839674"/>
                  </a:moveTo>
                  <a:lnTo>
                    <a:pt x="4546763" y="2839674"/>
                  </a:lnTo>
                  <a:lnTo>
                    <a:pt x="4546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107" name="Picture 106">
              <a:extLst>
                <a:ext uri="{FF2B5EF4-FFF2-40B4-BE49-F238E27FC236}">
                  <a16:creationId xmlns:a16="http://schemas.microsoft.com/office/drawing/2014/main" id="{739B149F-C159-F700-3048-D186DEE44B28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 flipV="1">
              <a:off x="3895648" y="2028021"/>
              <a:ext cx="4546854" cy="2840206"/>
            </a:xfrm>
            <a:custGeom>
              <a:avLst/>
              <a:gdLst>
                <a:gd name="connsiteX0" fmla="*/ 0 w 4546854"/>
                <a:gd name="connsiteY0" fmla="*/ 125 h 2840206"/>
                <a:gd name="connsiteX1" fmla="*/ 4546854 w 4546854"/>
                <a:gd name="connsiteY1" fmla="*/ 125 h 2840206"/>
                <a:gd name="connsiteX2" fmla="*/ 4546854 w 4546854"/>
                <a:gd name="connsiteY2" fmla="*/ 2840332 h 2840206"/>
                <a:gd name="connsiteX3" fmla="*/ 0 w 4546854"/>
                <a:gd name="connsiteY3" fmla="*/ 2840332 h 284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854" h="2840206">
                  <a:moveTo>
                    <a:pt x="0" y="125"/>
                  </a:moveTo>
                  <a:lnTo>
                    <a:pt x="4546854" y="125"/>
                  </a:lnTo>
                  <a:lnTo>
                    <a:pt x="4546854" y="2840332"/>
                  </a:lnTo>
                  <a:lnTo>
                    <a:pt x="0" y="2840332"/>
                  </a:lnTo>
                  <a:close/>
                </a:path>
              </a:pathLst>
            </a:custGeom>
          </p:spPr>
        </p:pic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4F0BCA9F-D741-21C3-93F6-1974721A38AF}"/>
                </a:ext>
              </a:extLst>
            </p:cNvPr>
            <p:cNvSpPr/>
            <p:nvPr/>
          </p:nvSpPr>
          <p:spPr>
            <a:xfrm>
              <a:off x="5718459" y="3394347"/>
              <a:ext cx="283232" cy="113749"/>
            </a:xfrm>
            <a:custGeom>
              <a:avLst/>
              <a:gdLst>
                <a:gd name="connsiteX0" fmla="*/ 283233 w 283232"/>
                <a:gd name="connsiteY0" fmla="*/ 4551 h 113749"/>
                <a:gd name="connsiteX1" fmla="*/ 281465 w 283232"/>
                <a:gd name="connsiteY1" fmla="*/ 113750 h 113749"/>
                <a:gd name="connsiteX2" fmla="*/ 0 w 283232"/>
                <a:gd name="connsiteY2" fmla="*/ 109200 h 113749"/>
                <a:gd name="connsiteX3" fmla="*/ 1768 w 283232"/>
                <a:gd name="connsiteY3" fmla="*/ 0 h 1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3232" h="113749">
                  <a:moveTo>
                    <a:pt x="283233" y="4551"/>
                  </a:moveTo>
                  <a:lnTo>
                    <a:pt x="281465" y="113750"/>
                  </a:lnTo>
                  <a:lnTo>
                    <a:pt x="0" y="109200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B07CB82-64BB-0523-BB9B-02926C7F7F14}"/>
                </a:ext>
              </a:extLst>
            </p:cNvPr>
            <p:cNvSpPr/>
            <p:nvPr/>
          </p:nvSpPr>
          <p:spPr>
            <a:xfrm>
              <a:off x="5890645" y="3397130"/>
              <a:ext cx="110162" cy="109199"/>
            </a:xfrm>
            <a:custGeom>
              <a:avLst/>
              <a:gdLst>
                <a:gd name="connsiteX0" fmla="*/ 110162 w 110162"/>
                <a:gd name="connsiteY0" fmla="*/ 56366 h 109199"/>
                <a:gd name="connsiteX1" fmla="*/ 0 w 110162"/>
                <a:gd name="connsiteY1" fmla="*/ 109200 h 109199"/>
                <a:gd name="connsiteX2" fmla="*/ 1768 w 110162"/>
                <a:gd name="connsiteY2" fmla="*/ 0 h 10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162" h="109199">
                  <a:moveTo>
                    <a:pt x="110162" y="56366"/>
                  </a:moveTo>
                  <a:lnTo>
                    <a:pt x="0" y="109200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10" name="Graphic 101">
              <a:extLst>
                <a:ext uri="{FF2B5EF4-FFF2-40B4-BE49-F238E27FC236}">
                  <a16:creationId xmlns:a16="http://schemas.microsoft.com/office/drawing/2014/main" id="{A1A89F22-D2BF-036B-946D-3266CCC8CE3C}"/>
                </a:ext>
              </a:extLst>
            </p:cNvPr>
            <p:cNvGrpSpPr/>
            <p:nvPr/>
          </p:nvGrpSpPr>
          <p:grpSpPr>
            <a:xfrm>
              <a:off x="3784245" y="4868227"/>
              <a:ext cx="4770932" cy="187070"/>
              <a:chOff x="3784245" y="4868227"/>
              <a:chExt cx="4770932" cy="187070"/>
            </a:xfrm>
            <a:solidFill>
              <a:srgbClr val="000000"/>
            </a:solidFill>
          </p:grpSpPr>
          <p:grpSp>
            <p:nvGrpSpPr>
              <p:cNvPr id="111" name="Graphic 101">
                <a:extLst>
                  <a:ext uri="{FF2B5EF4-FFF2-40B4-BE49-F238E27FC236}">
                    <a16:creationId xmlns:a16="http://schemas.microsoft.com/office/drawing/2014/main" id="{594CF212-D8F5-C2E6-916E-7E0142F3D3CE}"/>
                  </a:ext>
                </a:extLst>
              </p:cNvPr>
              <p:cNvGrpSpPr/>
              <p:nvPr/>
            </p:nvGrpSpPr>
            <p:grpSpPr>
              <a:xfrm>
                <a:off x="3784245" y="4868227"/>
                <a:ext cx="224169" cy="187070"/>
                <a:chOff x="3784245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FE4AD32A-E5FB-31E3-327D-38EE01288A74}"/>
                    </a:ext>
                  </a:extLst>
                </p:cNvPr>
                <p:cNvSpPr/>
                <p:nvPr/>
              </p:nvSpPr>
              <p:spPr>
                <a:xfrm>
                  <a:off x="3895648" y="4868227"/>
                  <a:ext cx="12700" cy="44417"/>
                </a:xfrm>
                <a:custGeom>
                  <a:avLst/>
                  <a:gdLst>
                    <a:gd name="connsiteX0" fmla="*/ 58 w 12700"/>
                    <a:gd name="connsiteY0" fmla="*/ 286 h 44417"/>
                    <a:gd name="connsiteX1" fmla="*/ 58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58" y="286"/>
                      </a:moveTo>
                      <a:lnTo>
                        <a:pt x="58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13" name="Graphic 101">
                  <a:extLst>
                    <a:ext uri="{FF2B5EF4-FFF2-40B4-BE49-F238E27FC236}">
                      <a16:creationId xmlns:a16="http://schemas.microsoft.com/office/drawing/2014/main" id="{EF8DF011-97ED-6A79-C4BA-C4BE348071BC}"/>
                    </a:ext>
                  </a:extLst>
                </p:cNvPr>
                <p:cNvGrpSpPr/>
                <p:nvPr/>
              </p:nvGrpSpPr>
              <p:grpSpPr>
                <a:xfrm>
                  <a:off x="3784245" y="4959304"/>
                  <a:ext cx="224169" cy="95994"/>
                  <a:chOff x="3784245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14" name="Freeform: Shape 113">
                    <a:extLst>
                      <a:ext uri="{FF2B5EF4-FFF2-40B4-BE49-F238E27FC236}">
                        <a16:creationId xmlns:a16="http://schemas.microsoft.com/office/drawing/2014/main" id="{8DFC28D7-22A1-A7DD-33A1-C372D502BD55}"/>
                      </a:ext>
                    </a:extLst>
                  </p:cNvPr>
                  <p:cNvSpPr/>
                  <p:nvPr/>
                </p:nvSpPr>
                <p:spPr>
                  <a:xfrm flipV="1">
                    <a:off x="3784245" y="4960969"/>
                    <a:ext cx="59908" cy="94328"/>
                  </a:xfrm>
                  <a:custGeom>
                    <a:avLst/>
                    <a:gdLst>
                      <a:gd name="connsiteX0" fmla="*/ 1957 w 59908"/>
                      <a:gd name="connsiteY0" fmla="*/ 92338 h 94328"/>
                      <a:gd name="connsiteX1" fmla="*/ 51130 w 59908"/>
                      <a:gd name="connsiteY1" fmla="*/ 92338 h 94328"/>
                      <a:gd name="connsiteX2" fmla="*/ 51130 w 59908"/>
                      <a:gd name="connsiteY2" fmla="*/ 81789 h 94328"/>
                      <a:gd name="connsiteX3" fmla="*/ 13427 w 59908"/>
                      <a:gd name="connsiteY3" fmla="*/ 81789 h 94328"/>
                      <a:gd name="connsiteX4" fmla="*/ 13427 w 59908"/>
                      <a:gd name="connsiteY4" fmla="*/ 59124 h 94328"/>
                      <a:gd name="connsiteX5" fmla="*/ 18864 w 59908"/>
                      <a:gd name="connsiteY5" fmla="*/ 60512 h 94328"/>
                      <a:gd name="connsiteX6" fmla="*/ 24341 w 59908"/>
                      <a:gd name="connsiteY6" fmla="*/ 60968 h 94328"/>
                      <a:gd name="connsiteX7" fmla="*/ 48888 w 59908"/>
                      <a:gd name="connsiteY7" fmla="*/ 52481 h 94328"/>
                      <a:gd name="connsiteX8" fmla="*/ 57956 w 59908"/>
                      <a:gd name="connsiteY8" fmla="*/ 29499 h 94328"/>
                      <a:gd name="connsiteX9" fmla="*/ 48649 w 59908"/>
                      <a:gd name="connsiteY9" fmla="*/ 6279 h 94328"/>
                      <a:gd name="connsiteX10" fmla="*/ 22416 w 59908"/>
                      <a:gd name="connsiteY10" fmla="*/ -1990 h 94328"/>
                      <a:gd name="connsiteX11" fmla="*/ 10530 w 59908"/>
                      <a:gd name="connsiteY11" fmla="*/ -999 h 94328"/>
                      <a:gd name="connsiteX12" fmla="*/ -1952 w 59908"/>
                      <a:gd name="connsiteY12" fmla="*/ 1976 h 94328"/>
                      <a:gd name="connsiteX13" fmla="*/ -1952 w 59908"/>
                      <a:gd name="connsiteY13" fmla="*/ 14567 h 94328"/>
                      <a:gd name="connsiteX14" fmla="*/ 9577 w 59908"/>
                      <a:gd name="connsiteY14" fmla="*/ 10046 h 94328"/>
                      <a:gd name="connsiteX15" fmla="*/ 22158 w 59908"/>
                      <a:gd name="connsiteY15" fmla="*/ 8559 h 94328"/>
                      <a:gd name="connsiteX16" fmla="*/ 39144 w 59908"/>
                      <a:gd name="connsiteY16" fmla="*/ 14191 h 94328"/>
                      <a:gd name="connsiteX17" fmla="*/ 45415 w 59908"/>
                      <a:gd name="connsiteY17" fmla="*/ 29499 h 94328"/>
                      <a:gd name="connsiteX18" fmla="*/ 39144 w 59908"/>
                      <a:gd name="connsiteY18" fmla="*/ 44788 h 94328"/>
                      <a:gd name="connsiteX19" fmla="*/ 22158 w 59908"/>
                      <a:gd name="connsiteY19" fmla="*/ 50439 h 94328"/>
                      <a:gd name="connsiteX20" fmla="*/ 12137 w 59908"/>
                      <a:gd name="connsiteY20" fmla="*/ 49328 h 94328"/>
                      <a:gd name="connsiteX21" fmla="*/ 1957 w 59908"/>
                      <a:gd name="connsiteY21" fmla="*/ 45858 h 94328"/>
                      <a:gd name="connsiteX22" fmla="*/ 195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57" y="92338"/>
                        </a:moveTo>
                        <a:lnTo>
                          <a:pt x="51130" y="92338"/>
                        </a:lnTo>
                        <a:lnTo>
                          <a:pt x="51130" y="81789"/>
                        </a:lnTo>
                        <a:lnTo>
                          <a:pt x="13427" y="81789"/>
                        </a:lnTo>
                        <a:lnTo>
                          <a:pt x="13427" y="59124"/>
                        </a:lnTo>
                        <a:cubicBezTo>
                          <a:pt x="15239" y="59746"/>
                          <a:pt x="17052" y="60208"/>
                          <a:pt x="18864" y="60512"/>
                        </a:cubicBezTo>
                        <a:cubicBezTo>
                          <a:pt x="20690" y="60816"/>
                          <a:pt x="22515" y="60968"/>
                          <a:pt x="24341" y="60968"/>
                        </a:cubicBezTo>
                        <a:cubicBezTo>
                          <a:pt x="34673" y="60968"/>
                          <a:pt x="42855" y="58139"/>
                          <a:pt x="48888" y="52481"/>
                        </a:cubicBezTo>
                        <a:cubicBezTo>
                          <a:pt x="54933" y="46823"/>
                          <a:pt x="57956" y="39163"/>
                          <a:pt x="57956" y="29499"/>
                        </a:cubicBezTo>
                        <a:cubicBezTo>
                          <a:pt x="57956" y="19545"/>
                          <a:pt x="54854" y="11805"/>
                          <a:pt x="48649" y="6279"/>
                        </a:cubicBezTo>
                        <a:cubicBezTo>
                          <a:pt x="42445" y="766"/>
                          <a:pt x="33700" y="-1990"/>
                          <a:pt x="22416" y="-1990"/>
                        </a:cubicBezTo>
                        <a:cubicBezTo>
                          <a:pt x="18527" y="-1990"/>
                          <a:pt x="14564" y="-1660"/>
                          <a:pt x="10530" y="-999"/>
                        </a:cubicBezTo>
                        <a:cubicBezTo>
                          <a:pt x="6508" y="-338"/>
                          <a:pt x="2347" y="654"/>
                          <a:pt x="-1952" y="1976"/>
                        </a:cubicBezTo>
                        <a:lnTo>
                          <a:pt x="-1952" y="14567"/>
                        </a:lnTo>
                        <a:cubicBezTo>
                          <a:pt x="1765" y="12545"/>
                          <a:pt x="5608" y="11038"/>
                          <a:pt x="9577" y="10046"/>
                        </a:cubicBezTo>
                        <a:cubicBezTo>
                          <a:pt x="13546" y="9055"/>
                          <a:pt x="17739" y="8559"/>
                          <a:pt x="22158" y="8559"/>
                        </a:cubicBezTo>
                        <a:cubicBezTo>
                          <a:pt x="29315" y="8559"/>
                          <a:pt x="34977" y="10436"/>
                          <a:pt x="39144" y="14191"/>
                        </a:cubicBezTo>
                        <a:cubicBezTo>
                          <a:pt x="43325" y="17945"/>
                          <a:pt x="45415" y="23048"/>
                          <a:pt x="45415" y="29499"/>
                        </a:cubicBezTo>
                        <a:cubicBezTo>
                          <a:pt x="45415" y="35937"/>
                          <a:pt x="43325" y="41033"/>
                          <a:pt x="39144" y="44788"/>
                        </a:cubicBezTo>
                        <a:cubicBezTo>
                          <a:pt x="34977" y="48555"/>
                          <a:pt x="29315" y="50439"/>
                          <a:pt x="22158" y="50439"/>
                        </a:cubicBezTo>
                        <a:cubicBezTo>
                          <a:pt x="18811" y="50439"/>
                          <a:pt x="15471" y="50069"/>
                          <a:pt x="12137" y="49328"/>
                        </a:cubicBezTo>
                        <a:cubicBezTo>
                          <a:pt x="8816" y="48588"/>
                          <a:pt x="5423" y="47431"/>
                          <a:pt x="1957" y="45858"/>
                        </a:cubicBezTo>
                        <a:lnTo>
                          <a:pt x="195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15" name="Freeform: Shape 114">
                    <a:extLst>
                      <a:ext uri="{FF2B5EF4-FFF2-40B4-BE49-F238E27FC236}">
                        <a16:creationId xmlns:a16="http://schemas.microsoft.com/office/drawing/2014/main" id="{509D6757-47BE-FAAE-F9FB-9F0DD92356F1}"/>
                      </a:ext>
                    </a:extLst>
                  </p:cNvPr>
                  <p:cNvSpPr/>
                  <p:nvPr/>
                </p:nvSpPr>
                <p:spPr>
                  <a:xfrm flipV="1">
                    <a:off x="3863618" y="4959304"/>
                    <a:ext cx="63996" cy="95994"/>
                  </a:xfrm>
                  <a:custGeom>
                    <a:avLst/>
                    <a:gdLst>
                      <a:gd name="connsiteX0" fmla="*/ 30011 w 63996"/>
                      <a:gd name="connsiteY0" fmla="*/ 84047 h 95994"/>
                      <a:gd name="connsiteX1" fmla="*/ 15466 w 63996"/>
                      <a:gd name="connsiteY1" fmla="*/ 74529 h 95994"/>
                      <a:gd name="connsiteX2" fmla="*/ 10604 w 63996"/>
                      <a:gd name="connsiteY2" fmla="*/ 45935 h 95994"/>
                      <a:gd name="connsiteX3" fmla="*/ 15466 w 63996"/>
                      <a:gd name="connsiteY3" fmla="*/ 17401 h 95994"/>
                      <a:gd name="connsiteX4" fmla="*/ 30011 w 63996"/>
                      <a:gd name="connsiteY4" fmla="*/ 7883 h 95994"/>
                      <a:gd name="connsiteX5" fmla="*/ 44616 w 63996"/>
                      <a:gd name="connsiteY5" fmla="*/ 17401 h 95994"/>
                      <a:gd name="connsiteX6" fmla="*/ 49498 w 63996"/>
                      <a:gd name="connsiteY6" fmla="*/ 45935 h 95994"/>
                      <a:gd name="connsiteX7" fmla="*/ 44616 w 63996"/>
                      <a:gd name="connsiteY7" fmla="*/ 74529 h 95994"/>
                      <a:gd name="connsiteX8" fmla="*/ 30011 w 63996"/>
                      <a:gd name="connsiteY8" fmla="*/ 84047 h 95994"/>
                      <a:gd name="connsiteX9" fmla="*/ 30011 w 63996"/>
                      <a:gd name="connsiteY9" fmla="*/ 93962 h 95994"/>
                      <a:gd name="connsiteX10" fmla="*/ 53804 w 63996"/>
                      <a:gd name="connsiteY10" fmla="*/ 81648 h 95994"/>
                      <a:gd name="connsiteX11" fmla="*/ 62019 w 63996"/>
                      <a:gd name="connsiteY11" fmla="*/ 45935 h 95994"/>
                      <a:gd name="connsiteX12" fmla="*/ 53804 w 63996"/>
                      <a:gd name="connsiteY12" fmla="*/ 10262 h 95994"/>
                      <a:gd name="connsiteX13" fmla="*/ 30011 w 63996"/>
                      <a:gd name="connsiteY13" fmla="*/ -2032 h 95994"/>
                      <a:gd name="connsiteX14" fmla="*/ 6239 w 63996"/>
                      <a:gd name="connsiteY14" fmla="*/ 10262 h 95994"/>
                      <a:gd name="connsiteX15" fmla="*/ -1977 w 63996"/>
                      <a:gd name="connsiteY15" fmla="*/ 45935 h 95994"/>
                      <a:gd name="connsiteX16" fmla="*/ 6239 w 63996"/>
                      <a:gd name="connsiteY16" fmla="*/ 81648 h 95994"/>
                      <a:gd name="connsiteX17" fmla="*/ 3001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1" y="84047"/>
                        </a:moveTo>
                        <a:cubicBezTo>
                          <a:pt x="23569" y="84047"/>
                          <a:pt x="18720" y="80875"/>
                          <a:pt x="15466" y="74529"/>
                        </a:cubicBezTo>
                        <a:cubicBezTo>
                          <a:pt x="12225" y="68197"/>
                          <a:pt x="10604" y="58666"/>
                          <a:pt x="10604" y="45935"/>
                        </a:cubicBezTo>
                        <a:cubicBezTo>
                          <a:pt x="10604" y="33258"/>
                          <a:pt x="12225" y="23746"/>
                          <a:pt x="15466" y="17401"/>
                        </a:cubicBezTo>
                        <a:cubicBezTo>
                          <a:pt x="18720" y="11055"/>
                          <a:pt x="23569" y="7883"/>
                          <a:pt x="30011" y="7883"/>
                        </a:cubicBezTo>
                        <a:cubicBezTo>
                          <a:pt x="36507" y="7883"/>
                          <a:pt x="41375" y="11055"/>
                          <a:pt x="44616" y="17401"/>
                        </a:cubicBezTo>
                        <a:cubicBezTo>
                          <a:pt x="47871" y="23746"/>
                          <a:pt x="49498" y="33258"/>
                          <a:pt x="49498" y="45935"/>
                        </a:cubicBezTo>
                        <a:cubicBezTo>
                          <a:pt x="49498" y="58666"/>
                          <a:pt x="47871" y="68197"/>
                          <a:pt x="44616" y="74529"/>
                        </a:cubicBezTo>
                        <a:cubicBezTo>
                          <a:pt x="41375" y="80875"/>
                          <a:pt x="36507" y="84047"/>
                          <a:pt x="30011" y="84047"/>
                        </a:cubicBezTo>
                        <a:close/>
                        <a:moveTo>
                          <a:pt x="30011" y="93962"/>
                        </a:moveTo>
                        <a:cubicBezTo>
                          <a:pt x="40396" y="93962"/>
                          <a:pt x="48327" y="89857"/>
                          <a:pt x="53804" y="81648"/>
                        </a:cubicBezTo>
                        <a:cubicBezTo>
                          <a:pt x="59281" y="73452"/>
                          <a:pt x="62019" y="61548"/>
                          <a:pt x="62019" y="45935"/>
                        </a:cubicBezTo>
                        <a:cubicBezTo>
                          <a:pt x="62019" y="30363"/>
                          <a:pt x="59281" y="18471"/>
                          <a:pt x="53804" y="10262"/>
                        </a:cubicBezTo>
                        <a:cubicBezTo>
                          <a:pt x="48327" y="2066"/>
                          <a:pt x="40396" y="-2032"/>
                          <a:pt x="30011" y="-2032"/>
                        </a:cubicBezTo>
                        <a:cubicBezTo>
                          <a:pt x="19640" y="-2032"/>
                          <a:pt x="11715" y="2066"/>
                          <a:pt x="6239" y="10262"/>
                        </a:cubicBezTo>
                        <a:cubicBezTo>
                          <a:pt x="762" y="18471"/>
                          <a:pt x="-1977" y="30363"/>
                          <a:pt x="-1977" y="45935"/>
                        </a:cubicBezTo>
                        <a:cubicBezTo>
                          <a:pt x="-1977" y="61548"/>
                          <a:pt x="762" y="73452"/>
                          <a:pt x="6239" y="81648"/>
                        </a:cubicBezTo>
                        <a:cubicBezTo>
                          <a:pt x="11715" y="89857"/>
                          <a:pt x="19640" y="93962"/>
                          <a:pt x="3001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16" name="Freeform: Shape 115">
                    <a:extLst>
                      <a:ext uri="{FF2B5EF4-FFF2-40B4-BE49-F238E27FC236}">
                        <a16:creationId xmlns:a16="http://schemas.microsoft.com/office/drawing/2014/main" id="{2B062D19-9FB7-986E-0473-2247000B959A}"/>
                      </a:ext>
                    </a:extLst>
                  </p:cNvPr>
                  <p:cNvSpPr/>
                  <p:nvPr/>
                </p:nvSpPr>
                <p:spPr>
                  <a:xfrm flipV="1">
                    <a:off x="3944419" y="4959304"/>
                    <a:ext cx="63996" cy="95994"/>
                  </a:xfrm>
                  <a:custGeom>
                    <a:avLst/>
                    <a:gdLst>
                      <a:gd name="connsiteX0" fmla="*/ 30018 w 63996"/>
                      <a:gd name="connsiteY0" fmla="*/ 84047 h 95994"/>
                      <a:gd name="connsiteX1" fmla="*/ 15472 w 63996"/>
                      <a:gd name="connsiteY1" fmla="*/ 74529 h 95994"/>
                      <a:gd name="connsiteX2" fmla="*/ 10611 w 63996"/>
                      <a:gd name="connsiteY2" fmla="*/ 45935 h 95994"/>
                      <a:gd name="connsiteX3" fmla="*/ 15472 w 63996"/>
                      <a:gd name="connsiteY3" fmla="*/ 17401 h 95994"/>
                      <a:gd name="connsiteX4" fmla="*/ 30018 w 63996"/>
                      <a:gd name="connsiteY4" fmla="*/ 7883 h 95994"/>
                      <a:gd name="connsiteX5" fmla="*/ 44623 w 63996"/>
                      <a:gd name="connsiteY5" fmla="*/ 17401 h 95994"/>
                      <a:gd name="connsiteX6" fmla="*/ 49504 w 63996"/>
                      <a:gd name="connsiteY6" fmla="*/ 45935 h 95994"/>
                      <a:gd name="connsiteX7" fmla="*/ 44623 w 63996"/>
                      <a:gd name="connsiteY7" fmla="*/ 74529 h 95994"/>
                      <a:gd name="connsiteX8" fmla="*/ 30018 w 63996"/>
                      <a:gd name="connsiteY8" fmla="*/ 84047 h 95994"/>
                      <a:gd name="connsiteX9" fmla="*/ 30018 w 63996"/>
                      <a:gd name="connsiteY9" fmla="*/ 93962 h 95994"/>
                      <a:gd name="connsiteX10" fmla="*/ 53810 w 63996"/>
                      <a:gd name="connsiteY10" fmla="*/ 81648 h 95994"/>
                      <a:gd name="connsiteX11" fmla="*/ 62026 w 63996"/>
                      <a:gd name="connsiteY11" fmla="*/ 45935 h 95994"/>
                      <a:gd name="connsiteX12" fmla="*/ 53810 w 63996"/>
                      <a:gd name="connsiteY12" fmla="*/ 10262 h 95994"/>
                      <a:gd name="connsiteX13" fmla="*/ 30018 w 63996"/>
                      <a:gd name="connsiteY13" fmla="*/ -2032 h 95994"/>
                      <a:gd name="connsiteX14" fmla="*/ 6245 w 63996"/>
                      <a:gd name="connsiteY14" fmla="*/ 10262 h 95994"/>
                      <a:gd name="connsiteX15" fmla="*/ -1970 w 63996"/>
                      <a:gd name="connsiteY15" fmla="*/ 45935 h 95994"/>
                      <a:gd name="connsiteX16" fmla="*/ 6245 w 63996"/>
                      <a:gd name="connsiteY16" fmla="*/ 81648 h 95994"/>
                      <a:gd name="connsiteX17" fmla="*/ 30018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8" y="84047"/>
                        </a:moveTo>
                        <a:cubicBezTo>
                          <a:pt x="23575" y="84047"/>
                          <a:pt x="18727" y="80875"/>
                          <a:pt x="15472" y="74529"/>
                        </a:cubicBezTo>
                        <a:cubicBezTo>
                          <a:pt x="12231" y="68197"/>
                          <a:pt x="10611" y="58666"/>
                          <a:pt x="10611" y="45935"/>
                        </a:cubicBezTo>
                        <a:cubicBezTo>
                          <a:pt x="10611" y="33258"/>
                          <a:pt x="12231" y="23746"/>
                          <a:pt x="15472" y="17401"/>
                        </a:cubicBezTo>
                        <a:cubicBezTo>
                          <a:pt x="18727" y="11055"/>
                          <a:pt x="23575" y="7883"/>
                          <a:pt x="30018" y="7883"/>
                        </a:cubicBezTo>
                        <a:cubicBezTo>
                          <a:pt x="36513" y="7883"/>
                          <a:pt x="41382" y="11055"/>
                          <a:pt x="44623" y="17401"/>
                        </a:cubicBezTo>
                        <a:cubicBezTo>
                          <a:pt x="47877" y="23746"/>
                          <a:pt x="49504" y="33258"/>
                          <a:pt x="49504" y="45935"/>
                        </a:cubicBezTo>
                        <a:cubicBezTo>
                          <a:pt x="49504" y="58666"/>
                          <a:pt x="47877" y="68197"/>
                          <a:pt x="44623" y="74529"/>
                        </a:cubicBezTo>
                        <a:cubicBezTo>
                          <a:pt x="41382" y="80875"/>
                          <a:pt x="36513" y="84047"/>
                          <a:pt x="30018" y="84047"/>
                        </a:cubicBezTo>
                        <a:close/>
                        <a:moveTo>
                          <a:pt x="30018" y="93962"/>
                        </a:moveTo>
                        <a:cubicBezTo>
                          <a:pt x="40403" y="93962"/>
                          <a:pt x="48334" y="89857"/>
                          <a:pt x="53810" y="81648"/>
                        </a:cubicBezTo>
                        <a:cubicBezTo>
                          <a:pt x="59287" y="73452"/>
                          <a:pt x="62026" y="61548"/>
                          <a:pt x="62026" y="45935"/>
                        </a:cubicBezTo>
                        <a:cubicBezTo>
                          <a:pt x="62026" y="30363"/>
                          <a:pt x="59287" y="18471"/>
                          <a:pt x="53810" y="10262"/>
                        </a:cubicBezTo>
                        <a:cubicBezTo>
                          <a:pt x="48334" y="2066"/>
                          <a:pt x="40403" y="-2032"/>
                          <a:pt x="30018" y="-2032"/>
                        </a:cubicBezTo>
                        <a:cubicBezTo>
                          <a:pt x="19646" y="-2032"/>
                          <a:pt x="11722" y="2066"/>
                          <a:pt x="6245" y="10262"/>
                        </a:cubicBezTo>
                        <a:cubicBezTo>
                          <a:pt x="768" y="18471"/>
                          <a:pt x="-1970" y="30363"/>
                          <a:pt x="-1970" y="45935"/>
                        </a:cubicBezTo>
                        <a:cubicBezTo>
                          <a:pt x="-1970" y="61548"/>
                          <a:pt x="768" y="73452"/>
                          <a:pt x="6245" y="81648"/>
                        </a:cubicBezTo>
                        <a:cubicBezTo>
                          <a:pt x="11722" y="89857"/>
                          <a:pt x="19646" y="93962"/>
                          <a:pt x="30018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17" name="Graphic 101">
                <a:extLst>
                  <a:ext uri="{FF2B5EF4-FFF2-40B4-BE49-F238E27FC236}">
                    <a16:creationId xmlns:a16="http://schemas.microsoft.com/office/drawing/2014/main" id="{F896D5F0-9DE4-A211-5A20-D6DEFAB9E31E}"/>
                  </a:ext>
                </a:extLst>
              </p:cNvPr>
              <p:cNvGrpSpPr/>
              <p:nvPr/>
            </p:nvGrpSpPr>
            <p:grpSpPr>
              <a:xfrm>
                <a:off x="4352591" y="4868227"/>
                <a:ext cx="224169" cy="187070"/>
                <a:chOff x="435259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05185E43-780F-4824-2813-FFF904B2FD57}"/>
                    </a:ext>
                  </a:extLst>
                </p:cNvPr>
                <p:cNvSpPr/>
                <p:nvPr/>
              </p:nvSpPr>
              <p:spPr>
                <a:xfrm>
                  <a:off x="4463994" y="4868227"/>
                  <a:ext cx="12700" cy="44417"/>
                </a:xfrm>
                <a:custGeom>
                  <a:avLst/>
                  <a:gdLst>
                    <a:gd name="connsiteX0" fmla="*/ 102 w 12700"/>
                    <a:gd name="connsiteY0" fmla="*/ 286 h 44417"/>
                    <a:gd name="connsiteX1" fmla="*/ 10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02" y="286"/>
                      </a:moveTo>
                      <a:lnTo>
                        <a:pt x="10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19" name="Graphic 101">
                  <a:extLst>
                    <a:ext uri="{FF2B5EF4-FFF2-40B4-BE49-F238E27FC236}">
                      <a16:creationId xmlns:a16="http://schemas.microsoft.com/office/drawing/2014/main" id="{DFF7570D-EC37-21B8-3E52-E68E98FD00AD}"/>
                    </a:ext>
                  </a:extLst>
                </p:cNvPr>
                <p:cNvGrpSpPr/>
                <p:nvPr/>
              </p:nvGrpSpPr>
              <p:grpSpPr>
                <a:xfrm>
                  <a:off x="4352591" y="4959304"/>
                  <a:ext cx="224169" cy="95994"/>
                  <a:chOff x="435259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20" name="Freeform: Shape 119">
                    <a:extLst>
                      <a:ext uri="{FF2B5EF4-FFF2-40B4-BE49-F238E27FC236}">
                        <a16:creationId xmlns:a16="http://schemas.microsoft.com/office/drawing/2014/main" id="{DB26AD5C-9F92-78A6-6913-5E8A8BF64D40}"/>
                      </a:ext>
                    </a:extLst>
                  </p:cNvPr>
                  <p:cNvSpPr/>
                  <p:nvPr/>
                </p:nvSpPr>
                <p:spPr>
                  <a:xfrm flipV="1">
                    <a:off x="4352591" y="4960969"/>
                    <a:ext cx="59908" cy="94328"/>
                  </a:xfrm>
                  <a:custGeom>
                    <a:avLst/>
                    <a:gdLst>
                      <a:gd name="connsiteX0" fmla="*/ 2002 w 59908"/>
                      <a:gd name="connsiteY0" fmla="*/ 92338 h 94328"/>
                      <a:gd name="connsiteX1" fmla="*/ 51175 w 59908"/>
                      <a:gd name="connsiteY1" fmla="*/ 92338 h 94328"/>
                      <a:gd name="connsiteX2" fmla="*/ 51175 w 59908"/>
                      <a:gd name="connsiteY2" fmla="*/ 81789 h 94328"/>
                      <a:gd name="connsiteX3" fmla="*/ 13471 w 59908"/>
                      <a:gd name="connsiteY3" fmla="*/ 81789 h 94328"/>
                      <a:gd name="connsiteX4" fmla="*/ 13471 w 59908"/>
                      <a:gd name="connsiteY4" fmla="*/ 59124 h 94328"/>
                      <a:gd name="connsiteX5" fmla="*/ 18909 w 59908"/>
                      <a:gd name="connsiteY5" fmla="*/ 60512 h 94328"/>
                      <a:gd name="connsiteX6" fmla="*/ 24386 w 59908"/>
                      <a:gd name="connsiteY6" fmla="*/ 60968 h 94328"/>
                      <a:gd name="connsiteX7" fmla="*/ 48932 w 59908"/>
                      <a:gd name="connsiteY7" fmla="*/ 52481 h 94328"/>
                      <a:gd name="connsiteX8" fmla="*/ 58001 w 59908"/>
                      <a:gd name="connsiteY8" fmla="*/ 29499 h 94328"/>
                      <a:gd name="connsiteX9" fmla="*/ 48694 w 59908"/>
                      <a:gd name="connsiteY9" fmla="*/ 6279 h 94328"/>
                      <a:gd name="connsiteX10" fmla="*/ 22461 w 59908"/>
                      <a:gd name="connsiteY10" fmla="*/ -1990 h 94328"/>
                      <a:gd name="connsiteX11" fmla="*/ 10574 w 59908"/>
                      <a:gd name="connsiteY11" fmla="*/ -999 h 94328"/>
                      <a:gd name="connsiteX12" fmla="*/ -1907 w 59908"/>
                      <a:gd name="connsiteY12" fmla="*/ 1976 h 94328"/>
                      <a:gd name="connsiteX13" fmla="*/ -1907 w 59908"/>
                      <a:gd name="connsiteY13" fmla="*/ 14567 h 94328"/>
                      <a:gd name="connsiteX14" fmla="*/ 9622 w 59908"/>
                      <a:gd name="connsiteY14" fmla="*/ 10046 h 94328"/>
                      <a:gd name="connsiteX15" fmla="*/ 22203 w 59908"/>
                      <a:gd name="connsiteY15" fmla="*/ 8559 h 94328"/>
                      <a:gd name="connsiteX16" fmla="*/ 39189 w 59908"/>
                      <a:gd name="connsiteY16" fmla="*/ 14191 h 94328"/>
                      <a:gd name="connsiteX17" fmla="*/ 45460 w 59908"/>
                      <a:gd name="connsiteY17" fmla="*/ 29499 h 94328"/>
                      <a:gd name="connsiteX18" fmla="*/ 39189 w 59908"/>
                      <a:gd name="connsiteY18" fmla="*/ 44788 h 94328"/>
                      <a:gd name="connsiteX19" fmla="*/ 22203 w 59908"/>
                      <a:gd name="connsiteY19" fmla="*/ 50439 h 94328"/>
                      <a:gd name="connsiteX20" fmla="*/ 12182 w 59908"/>
                      <a:gd name="connsiteY20" fmla="*/ 49328 h 94328"/>
                      <a:gd name="connsiteX21" fmla="*/ 2002 w 59908"/>
                      <a:gd name="connsiteY21" fmla="*/ 45858 h 94328"/>
                      <a:gd name="connsiteX22" fmla="*/ 2002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02" y="92338"/>
                        </a:moveTo>
                        <a:lnTo>
                          <a:pt x="51175" y="92338"/>
                        </a:lnTo>
                        <a:lnTo>
                          <a:pt x="51175" y="81789"/>
                        </a:lnTo>
                        <a:lnTo>
                          <a:pt x="13471" y="81789"/>
                        </a:lnTo>
                        <a:lnTo>
                          <a:pt x="13471" y="59124"/>
                        </a:lnTo>
                        <a:cubicBezTo>
                          <a:pt x="15284" y="59746"/>
                          <a:pt x="17096" y="60208"/>
                          <a:pt x="18909" y="60512"/>
                        </a:cubicBezTo>
                        <a:cubicBezTo>
                          <a:pt x="20734" y="60816"/>
                          <a:pt x="22560" y="60968"/>
                          <a:pt x="24386" y="60968"/>
                        </a:cubicBezTo>
                        <a:cubicBezTo>
                          <a:pt x="34718" y="60968"/>
                          <a:pt x="42900" y="58139"/>
                          <a:pt x="48932" y="52481"/>
                        </a:cubicBezTo>
                        <a:cubicBezTo>
                          <a:pt x="54978" y="46823"/>
                          <a:pt x="58001" y="39163"/>
                          <a:pt x="58001" y="29499"/>
                        </a:cubicBezTo>
                        <a:cubicBezTo>
                          <a:pt x="58001" y="19545"/>
                          <a:pt x="54899" y="11805"/>
                          <a:pt x="48694" y="6279"/>
                        </a:cubicBezTo>
                        <a:cubicBezTo>
                          <a:pt x="42490" y="766"/>
                          <a:pt x="33745" y="-1990"/>
                          <a:pt x="22461" y="-1990"/>
                        </a:cubicBezTo>
                        <a:cubicBezTo>
                          <a:pt x="18571" y="-1990"/>
                          <a:pt x="14609" y="-1660"/>
                          <a:pt x="10574" y="-999"/>
                        </a:cubicBezTo>
                        <a:cubicBezTo>
                          <a:pt x="6553" y="-338"/>
                          <a:pt x="2392" y="654"/>
                          <a:pt x="-1907" y="1976"/>
                        </a:cubicBezTo>
                        <a:lnTo>
                          <a:pt x="-1907" y="14567"/>
                        </a:lnTo>
                        <a:cubicBezTo>
                          <a:pt x="1810" y="12545"/>
                          <a:pt x="5653" y="11038"/>
                          <a:pt x="9622" y="10046"/>
                        </a:cubicBezTo>
                        <a:cubicBezTo>
                          <a:pt x="13591" y="9055"/>
                          <a:pt x="17784" y="8559"/>
                          <a:pt x="22203" y="8559"/>
                        </a:cubicBezTo>
                        <a:cubicBezTo>
                          <a:pt x="29360" y="8559"/>
                          <a:pt x="35022" y="10436"/>
                          <a:pt x="39189" y="14191"/>
                        </a:cubicBezTo>
                        <a:cubicBezTo>
                          <a:pt x="43369" y="17945"/>
                          <a:pt x="45460" y="23048"/>
                          <a:pt x="45460" y="29499"/>
                        </a:cubicBezTo>
                        <a:cubicBezTo>
                          <a:pt x="45460" y="35937"/>
                          <a:pt x="43369" y="41033"/>
                          <a:pt x="39189" y="44788"/>
                        </a:cubicBezTo>
                        <a:cubicBezTo>
                          <a:pt x="35022" y="48555"/>
                          <a:pt x="29360" y="50439"/>
                          <a:pt x="22203" y="50439"/>
                        </a:cubicBezTo>
                        <a:cubicBezTo>
                          <a:pt x="18856" y="50439"/>
                          <a:pt x="15515" y="50069"/>
                          <a:pt x="12182" y="49328"/>
                        </a:cubicBezTo>
                        <a:cubicBezTo>
                          <a:pt x="8861" y="48588"/>
                          <a:pt x="5468" y="47431"/>
                          <a:pt x="2002" y="45858"/>
                        </a:cubicBezTo>
                        <a:lnTo>
                          <a:pt x="200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21" name="Freeform: Shape 120">
                    <a:extLst>
                      <a:ext uri="{FF2B5EF4-FFF2-40B4-BE49-F238E27FC236}">
                        <a16:creationId xmlns:a16="http://schemas.microsoft.com/office/drawing/2014/main" id="{CC562FED-3E38-C463-307F-5B50A1B097D7}"/>
                      </a:ext>
                    </a:extLst>
                  </p:cNvPr>
                  <p:cNvSpPr/>
                  <p:nvPr/>
                </p:nvSpPr>
                <p:spPr>
                  <a:xfrm flipV="1">
                    <a:off x="4437539" y="4960969"/>
                    <a:ext cx="55125" cy="92524"/>
                  </a:xfrm>
                  <a:custGeom>
                    <a:avLst/>
                    <a:gdLst>
                      <a:gd name="connsiteX0" fmla="*/ -184 w 55125"/>
                      <a:gd name="connsiteY0" fmla="*/ 8494 h 92524"/>
                      <a:gd name="connsiteX1" fmla="*/ 20275 w 55125"/>
                      <a:gd name="connsiteY1" fmla="*/ 8494 h 92524"/>
                      <a:gd name="connsiteX2" fmla="*/ 20275 w 55125"/>
                      <a:gd name="connsiteY2" fmla="*/ 79086 h 92524"/>
                      <a:gd name="connsiteX3" fmla="*/ -1989 w 55125"/>
                      <a:gd name="connsiteY3" fmla="*/ 74625 h 92524"/>
                      <a:gd name="connsiteX4" fmla="*/ -1989 w 55125"/>
                      <a:gd name="connsiteY4" fmla="*/ 86027 h 92524"/>
                      <a:gd name="connsiteX5" fmla="*/ 20156 w 55125"/>
                      <a:gd name="connsiteY5" fmla="*/ 90488 h 92524"/>
                      <a:gd name="connsiteX6" fmla="*/ 32678 w 55125"/>
                      <a:gd name="connsiteY6" fmla="*/ 90488 h 92524"/>
                      <a:gd name="connsiteX7" fmla="*/ 32678 w 55125"/>
                      <a:gd name="connsiteY7" fmla="*/ 8494 h 92524"/>
                      <a:gd name="connsiteX8" fmla="*/ 53137 w 55125"/>
                      <a:gd name="connsiteY8" fmla="*/ 8494 h 92524"/>
                      <a:gd name="connsiteX9" fmla="*/ 53137 w 55125"/>
                      <a:gd name="connsiteY9" fmla="*/ -2036 h 92524"/>
                      <a:gd name="connsiteX10" fmla="*/ -184 w 55125"/>
                      <a:gd name="connsiteY10" fmla="*/ -2036 h 92524"/>
                      <a:gd name="connsiteX11" fmla="*/ -184 w 55125"/>
                      <a:gd name="connsiteY11" fmla="*/ 8494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184" y="8494"/>
                        </a:moveTo>
                        <a:lnTo>
                          <a:pt x="20275" y="8494"/>
                        </a:lnTo>
                        <a:lnTo>
                          <a:pt x="20275" y="79086"/>
                        </a:lnTo>
                        <a:lnTo>
                          <a:pt x="-1989" y="74625"/>
                        </a:lnTo>
                        <a:lnTo>
                          <a:pt x="-1989" y="86027"/>
                        </a:lnTo>
                        <a:lnTo>
                          <a:pt x="20156" y="90488"/>
                        </a:lnTo>
                        <a:lnTo>
                          <a:pt x="32678" y="90488"/>
                        </a:lnTo>
                        <a:lnTo>
                          <a:pt x="32678" y="8494"/>
                        </a:lnTo>
                        <a:lnTo>
                          <a:pt x="53137" y="8494"/>
                        </a:lnTo>
                        <a:lnTo>
                          <a:pt x="53137" y="-2036"/>
                        </a:lnTo>
                        <a:lnTo>
                          <a:pt x="-184" y="-2036"/>
                        </a:lnTo>
                        <a:lnTo>
                          <a:pt x="-184" y="84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22" name="Freeform: Shape 121">
                    <a:extLst>
                      <a:ext uri="{FF2B5EF4-FFF2-40B4-BE49-F238E27FC236}">
                        <a16:creationId xmlns:a16="http://schemas.microsoft.com/office/drawing/2014/main" id="{55092840-6CD5-4945-479C-D94BE5FED7FE}"/>
                      </a:ext>
                    </a:extLst>
                  </p:cNvPr>
                  <p:cNvSpPr/>
                  <p:nvPr/>
                </p:nvSpPr>
                <p:spPr>
                  <a:xfrm flipV="1">
                    <a:off x="4512765" y="4959304"/>
                    <a:ext cx="63996" cy="95994"/>
                  </a:xfrm>
                  <a:custGeom>
                    <a:avLst/>
                    <a:gdLst>
                      <a:gd name="connsiteX0" fmla="*/ 30062 w 63996"/>
                      <a:gd name="connsiteY0" fmla="*/ 84047 h 95994"/>
                      <a:gd name="connsiteX1" fmla="*/ 15517 w 63996"/>
                      <a:gd name="connsiteY1" fmla="*/ 74529 h 95994"/>
                      <a:gd name="connsiteX2" fmla="*/ 10655 w 63996"/>
                      <a:gd name="connsiteY2" fmla="*/ 45935 h 95994"/>
                      <a:gd name="connsiteX3" fmla="*/ 15517 w 63996"/>
                      <a:gd name="connsiteY3" fmla="*/ 17401 h 95994"/>
                      <a:gd name="connsiteX4" fmla="*/ 30062 w 63996"/>
                      <a:gd name="connsiteY4" fmla="*/ 7883 h 95994"/>
                      <a:gd name="connsiteX5" fmla="*/ 44667 w 63996"/>
                      <a:gd name="connsiteY5" fmla="*/ 17401 h 95994"/>
                      <a:gd name="connsiteX6" fmla="*/ 49549 w 63996"/>
                      <a:gd name="connsiteY6" fmla="*/ 45935 h 95994"/>
                      <a:gd name="connsiteX7" fmla="*/ 44667 w 63996"/>
                      <a:gd name="connsiteY7" fmla="*/ 74529 h 95994"/>
                      <a:gd name="connsiteX8" fmla="*/ 30062 w 63996"/>
                      <a:gd name="connsiteY8" fmla="*/ 84047 h 95994"/>
                      <a:gd name="connsiteX9" fmla="*/ 30062 w 63996"/>
                      <a:gd name="connsiteY9" fmla="*/ 93962 h 95994"/>
                      <a:gd name="connsiteX10" fmla="*/ 53855 w 63996"/>
                      <a:gd name="connsiteY10" fmla="*/ 81648 h 95994"/>
                      <a:gd name="connsiteX11" fmla="*/ 62070 w 63996"/>
                      <a:gd name="connsiteY11" fmla="*/ 45935 h 95994"/>
                      <a:gd name="connsiteX12" fmla="*/ 53855 w 63996"/>
                      <a:gd name="connsiteY12" fmla="*/ 10262 h 95994"/>
                      <a:gd name="connsiteX13" fmla="*/ 30062 w 63996"/>
                      <a:gd name="connsiteY13" fmla="*/ -2032 h 95994"/>
                      <a:gd name="connsiteX14" fmla="*/ 6290 w 63996"/>
                      <a:gd name="connsiteY14" fmla="*/ 10262 h 95994"/>
                      <a:gd name="connsiteX15" fmla="*/ -1926 w 63996"/>
                      <a:gd name="connsiteY15" fmla="*/ 45935 h 95994"/>
                      <a:gd name="connsiteX16" fmla="*/ 6290 w 63996"/>
                      <a:gd name="connsiteY16" fmla="*/ 81648 h 95994"/>
                      <a:gd name="connsiteX17" fmla="*/ 3006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62" y="84047"/>
                        </a:moveTo>
                        <a:cubicBezTo>
                          <a:pt x="23620" y="84047"/>
                          <a:pt x="18771" y="80875"/>
                          <a:pt x="15517" y="74529"/>
                        </a:cubicBezTo>
                        <a:cubicBezTo>
                          <a:pt x="12276" y="68197"/>
                          <a:pt x="10655" y="58666"/>
                          <a:pt x="10655" y="45935"/>
                        </a:cubicBezTo>
                        <a:cubicBezTo>
                          <a:pt x="10655" y="33258"/>
                          <a:pt x="12276" y="23746"/>
                          <a:pt x="15517" y="17401"/>
                        </a:cubicBezTo>
                        <a:cubicBezTo>
                          <a:pt x="18771" y="11055"/>
                          <a:pt x="23620" y="7883"/>
                          <a:pt x="30062" y="7883"/>
                        </a:cubicBezTo>
                        <a:cubicBezTo>
                          <a:pt x="36558" y="7883"/>
                          <a:pt x="41426" y="11055"/>
                          <a:pt x="44667" y="17401"/>
                        </a:cubicBezTo>
                        <a:cubicBezTo>
                          <a:pt x="47922" y="23746"/>
                          <a:pt x="49549" y="33258"/>
                          <a:pt x="49549" y="45935"/>
                        </a:cubicBezTo>
                        <a:cubicBezTo>
                          <a:pt x="49549" y="58666"/>
                          <a:pt x="47922" y="68197"/>
                          <a:pt x="44667" y="74529"/>
                        </a:cubicBezTo>
                        <a:cubicBezTo>
                          <a:pt x="41426" y="80875"/>
                          <a:pt x="36558" y="84047"/>
                          <a:pt x="30062" y="84047"/>
                        </a:cubicBezTo>
                        <a:close/>
                        <a:moveTo>
                          <a:pt x="30062" y="93962"/>
                        </a:moveTo>
                        <a:cubicBezTo>
                          <a:pt x="40447" y="93962"/>
                          <a:pt x="48378" y="89857"/>
                          <a:pt x="53855" y="81648"/>
                        </a:cubicBezTo>
                        <a:cubicBezTo>
                          <a:pt x="59332" y="73452"/>
                          <a:pt x="62070" y="61548"/>
                          <a:pt x="62070" y="45935"/>
                        </a:cubicBezTo>
                        <a:cubicBezTo>
                          <a:pt x="62070" y="30363"/>
                          <a:pt x="59332" y="18471"/>
                          <a:pt x="53855" y="10262"/>
                        </a:cubicBezTo>
                        <a:cubicBezTo>
                          <a:pt x="48378" y="2066"/>
                          <a:pt x="40447" y="-2032"/>
                          <a:pt x="30062" y="-2032"/>
                        </a:cubicBezTo>
                        <a:cubicBezTo>
                          <a:pt x="19691" y="-2032"/>
                          <a:pt x="11767" y="2066"/>
                          <a:pt x="6290" y="10262"/>
                        </a:cubicBezTo>
                        <a:cubicBezTo>
                          <a:pt x="813" y="18471"/>
                          <a:pt x="-1926" y="30363"/>
                          <a:pt x="-1926" y="45935"/>
                        </a:cubicBezTo>
                        <a:cubicBezTo>
                          <a:pt x="-1926" y="61548"/>
                          <a:pt x="813" y="73452"/>
                          <a:pt x="6290" y="81648"/>
                        </a:cubicBezTo>
                        <a:cubicBezTo>
                          <a:pt x="11767" y="89857"/>
                          <a:pt x="19691" y="93962"/>
                          <a:pt x="3006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23" name="Graphic 101">
                <a:extLst>
                  <a:ext uri="{FF2B5EF4-FFF2-40B4-BE49-F238E27FC236}">
                    <a16:creationId xmlns:a16="http://schemas.microsoft.com/office/drawing/2014/main" id="{8835A8FE-5916-A8F6-E710-FB02B69CB2D0}"/>
                  </a:ext>
                </a:extLst>
              </p:cNvPr>
              <p:cNvGrpSpPr/>
              <p:nvPr/>
            </p:nvGrpSpPr>
            <p:grpSpPr>
              <a:xfrm>
                <a:off x="4920936" y="4868227"/>
                <a:ext cx="224169" cy="187070"/>
                <a:chOff x="4920936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90C10B05-2CE2-554D-61B9-6997F44AA727}"/>
                    </a:ext>
                  </a:extLst>
                </p:cNvPr>
                <p:cNvSpPr/>
                <p:nvPr/>
              </p:nvSpPr>
              <p:spPr>
                <a:xfrm>
                  <a:off x="5032339" y="4868227"/>
                  <a:ext cx="12700" cy="44417"/>
                </a:xfrm>
                <a:custGeom>
                  <a:avLst/>
                  <a:gdLst>
                    <a:gd name="connsiteX0" fmla="*/ 147 w 12700"/>
                    <a:gd name="connsiteY0" fmla="*/ 286 h 44417"/>
                    <a:gd name="connsiteX1" fmla="*/ 14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47" y="286"/>
                      </a:moveTo>
                      <a:lnTo>
                        <a:pt x="14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25" name="Graphic 101">
                  <a:extLst>
                    <a:ext uri="{FF2B5EF4-FFF2-40B4-BE49-F238E27FC236}">
                      <a16:creationId xmlns:a16="http://schemas.microsoft.com/office/drawing/2014/main" id="{6373469D-3212-6889-E792-A2573E646187}"/>
                    </a:ext>
                  </a:extLst>
                </p:cNvPr>
                <p:cNvGrpSpPr/>
                <p:nvPr/>
              </p:nvGrpSpPr>
              <p:grpSpPr>
                <a:xfrm>
                  <a:off x="4920936" y="4959304"/>
                  <a:ext cx="224169" cy="95994"/>
                  <a:chOff x="4920936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26" name="Freeform: Shape 125">
                    <a:extLst>
                      <a:ext uri="{FF2B5EF4-FFF2-40B4-BE49-F238E27FC236}">
                        <a16:creationId xmlns:a16="http://schemas.microsoft.com/office/drawing/2014/main" id="{6A54D6FB-EBCB-BD65-1B4A-C0B3678B9301}"/>
                      </a:ext>
                    </a:extLst>
                  </p:cNvPr>
                  <p:cNvSpPr/>
                  <p:nvPr/>
                </p:nvSpPr>
                <p:spPr>
                  <a:xfrm flipV="1">
                    <a:off x="4920936" y="4960969"/>
                    <a:ext cx="59908" cy="94328"/>
                  </a:xfrm>
                  <a:custGeom>
                    <a:avLst/>
                    <a:gdLst>
                      <a:gd name="connsiteX0" fmla="*/ 2047 w 59908"/>
                      <a:gd name="connsiteY0" fmla="*/ 92338 h 94328"/>
                      <a:gd name="connsiteX1" fmla="*/ 51219 w 59908"/>
                      <a:gd name="connsiteY1" fmla="*/ 92338 h 94328"/>
                      <a:gd name="connsiteX2" fmla="*/ 51219 w 59908"/>
                      <a:gd name="connsiteY2" fmla="*/ 81789 h 94328"/>
                      <a:gd name="connsiteX3" fmla="*/ 13516 w 59908"/>
                      <a:gd name="connsiteY3" fmla="*/ 81789 h 94328"/>
                      <a:gd name="connsiteX4" fmla="*/ 13516 w 59908"/>
                      <a:gd name="connsiteY4" fmla="*/ 59124 h 94328"/>
                      <a:gd name="connsiteX5" fmla="*/ 18953 w 59908"/>
                      <a:gd name="connsiteY5" fmla="*/ 60512 h 94328"/>
                      <a:gd name="connsiteX6" fmla="*/ 24430 w 59908"/>
                      <a:gd name="connsiteY6" fmla="*/ 60968 h 94328"/>
                      <a:gd name="connsiteX7" fmla="*/ 48977 w 59908"/>
                      <a:gd name="connsiteY7" fmla="*/ 52481 h 94328"/>
                      <a:gd name="connsiteX8" fmla="*/ 58046 w 59908"/>
                      <a:gd name="connsiteY8" fmla="*/ 29499 h 94328"/>
                      <a:gd name="connsiteX9" fmla="*/ 48739 w 59908"/>
                      <a:gd name="connsiteY9" fmla="*/ 6279 h 94328"/>
                      <a:gd name="connsiteX10" fmla="*/ 22505 w 59908"/>
                      <a:gd name="connsiteY10" fmla="*/ -1990 h 94328"/>
                      <a:gd name="connsiteX11" fmla="*/ 10619 w 59908"/>
                      <a:gd name="connsiteY11" fmla="*/ -999 h 94328"/>
                      <a:gd name="connsiteX12" fmla="*/ -1863 w 59908"/>
                      <a:gd name="connsiteY12" fmla="*/ 1976 h 94328"/>
                      <a:gd name="connsiteX13" fmla="*/ -1863 w 59908"/>
                      <a:gd name="connsiteY13" fmla="*/ 14567 h 94328"/>
                      <a:gd name="connsiteX14" fmla="*/ 9667 w 59908"/>
                      <a:gd name="connsiteY14" fmla="*/ 10046 h 94328"/>
                      <a:gd name="connsiteX15" fmla="*/ 22247 w 59908"/>
                      <a:gd name="connsiteY15" fmla="*/ 8559 h 94328"/>
                      <a:gd name="connsiteX16" fmla="*/ 39234 w 59908"/>
                      <a:gd name="connsiteY16" fmla="*/ 14191 h 94328"/>
                      <a:gd name="connsiteX17" fmla="*/ 45504 w 59908"/>
                      <a:gd name="connsiteY17" fmla="*/ 29499 h 94328"/>
                      <a:gd name="connsiteX18" fmla="*/ 39234 w 59908"/>
                      <a:gd name="connsiteY18" fmla="*/ 44788 h 94328"/>
                      <a:gd name="connsiteX19" fmla="*/ 22247 w 59908"/>
                      <a:gd name="connsiteY19" fmla="*/ 50439 h 94328"/>
                      <a:gd name="connsiteX20" fmla="*/ 12226 w 59908"/>
                      <a:gd name="connsiteY20" fmla="*/ 49328 h 94328"/>
                      <a:gd name="connsiteX21" fmla="*/ 2047 w 59908"/>
                      <a:gd name="connsiteY21" fmla="*/ 45858 h 94328"/>
                      <a:gd name="connsiteX22" fmla="*/ 204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47" y="92338"/>
                        </a:moveTo>
                        <a:lnTo>
                          <a:pt x="51219" y="92338"/>
                        </a:lnTo>
                        <a:lnTo>
                          <a:pt x="51219" y="81789"/>
                        </a:lnTo>
                        <a:lnTo>
                          <a:pt x="13516" y="81789"/>
                        </a:lnTo>
                        <a:lnTo>
                          <a:pt x="13516" y="59124"/>
                        </a:lnTo>
                        <a:cubicBezTo>
                          <a:pt x="15329" y="59746"/>
                          <a:pt x="17141" y="60208"/>
                          <a:pt x="18953" y="60512"/>
                        </a:cubicBezTo>
                        <a:cubicBezTo>
                          <a:pt x="20779" y="60816"/>
                          <a:pt x="22605" y="60968"/>
                          <a:pt x="24430" y="60968"/>
                        </a:cubicBezTo>
                        <a:cubicBezTo>
                          <a:pt x="34762" y="60968"/>
                          <a:pt x="42945" y="58139"/>
                          <a:pt x="48977" y="52481"/>
                        </a:cubicBezTo>
                        <a:cubicBezTo>
                          <a:pt x="55023" y="46823"/>
                          <a:pt x="58046" y="39163"/>
                          <a:pt x="58046" y="29499"/>
                        </a:cubicBezTo>
                        <a:cubicBezTo>
                          <a:pt x="58046" y="19545"/>
                          <a:pt x="54943" y="11805"/>
                          <a:pt x="48739" y="6279"/>
                        </a:cubicBezTo>
                        <a:cubicBezTo>
                          <a:pt x="42534" y="766"/>
                          <a:pt x="33790" y="-1990"/>
                          <a:pt x="22505" y="-1990"/>
                        </a:cubicBezTo>
                        <a:cubicBezTo>
                          <a:pt x="18616" y="-1990"/>
                          <a:pt x="14654" y="-1660"/>
                          <a:pt x="10619" y="-999"/>
                        </a:cubicBezTo>
                        <a:cubicBezTo>
                          <a:pt x="6597" y="-338"/>
                          <a:pt x="2437" y="654"/>
                          <a:pt x="-1863" y="1976"/>
                        </a:cubicBezTo>
                        <a:lnTo>
                          <a:pt x="-1863" y="14567"/>
                        </a:lnTo>
                        <a:cubicBezTo>
                          <a:pt x="1855" y="12545"/>
                          <a:pt x="5698" y="11038"/>
                          <a:pt x="9667" y="10046"/>
                        </a:cubicBezTo>
                        <a:cubicBezTo>
                          <a:pt x="13635" y="9055"/>
                          <a:pt x="17829" y="8559"/>
                          <a:pt x="22247" y="8559"/>
                        </a:cubicBezTo>
                        <a:cubicBezTo>
                          <a:pt x="29404" y="8559"/>
                          <a:pt x="35067" y="10436"/>
                          <a:pt x="39234" y="14191"/>
                        </a:cubicBezTo>
                        <a:cubicBezTo>
                          <a:pt x="43414" y="17945"/>
                          <a:pt x="45504" y="23048"/>
                          <a:pt x="45504" y="29499"/>
                        </a:cubicBezTo>
                        <a:cubicBezTo>
                          <a:pt x="45504" y="35937"/>
                          <a:pt x="43414" y="41033"/>
                          <a:pt x="39234" y="44788"/>
                        </a:cubicBezTo>
                        <a:cubicBezTo>
                          <a:pt x="35067" y="48555"/>
                          <a:pt x="29404" y="50439"/>
                          <a:pt x="22247" y="50439"/>
                        </a:cubicBezTo>
                        <a:cubicBezTo>
                          <a:pt x="18901" y="50439"/>
                          <a:pt x="15560" y="50069"/>
                          <a:pt x="12226" y="49328"/>
                        </a:cubicBezTo>
                        <a:cubicBezTo>
                          <a:pt x="8906" y="48588"/>
                          <a:pt x="5513" y="47431"/>
                          <a:pt x="2047" y="45858"/>
                        </a:cubicBezTo>
                        <a:lnTo>
                          <a:pt x="204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27" name="Freeform: Shape 126">
                    <a:extLst>
                      <a:ext uri="{FF2B5EF4-FFF2-40B4-BE49-F238E27FC236}">
                        <a16:creationId xmlns:a16="http://schemas.microsoft.com/office/drawing/2014/main" id="{723F8C7B-CD7B-BCF4-B064-509561BB53BD}"/>
                      </a:ext>
                    </a:extLst>
                  </p:cNvPr>
                  <p:cNvSpPr/>
                  <p:nvPr/>
                </p:nvSpPr>
                <p:spPr>
                  <a:xfrm flipV="1">
                    <a:off x="5001241" y="4959304"/>
                    <a:ext cx="58777" cy="94189"/>
                  </a:xfrm>
                  <a:custGeom>
                    <a:avLst/>
                    <a:gdLst>
                      <a:gd name="connsiteX0" fmla="*/ 13259 w 58777"/>
                      <a:gd name="connsiteY0" fmla="*/ 8452 h 94189"/>
                      <a:gd name="connsiteX1" fmla="*/ 56974 w 58777"/>
                      <a:gd name="connsiteY1" fmla="*/ 8452 h 94189"/>
                      <a:gd name="connsiteX2" fmla="*/ 56974 w 58777"/>
                      <a:gd name="connsiteY2" fmla="*/ -2078 h 94189"/>
                      <a:gd name="connsiteX3" fmla="*/ -1803 w 58777"/>
                      <a:gd name="connsiteY3" fmla="*/ -2078 h 94189"/>
                      <a:gd name="connsiteX4" fmla="*/ -1803 w 58777"/>
                      <a:gd name="connsiteY4" fmla="*/ 8452 h 94189"/>
                      <a:gd name="connsiteX5" fmla="*/ 17624 w 58777"/>
                      <a:gd name="connsiteY5" fmla="*/ 28241 h 94189"/>
                      <a:gd name="connsiteX6" fmla="*/ 33102 w 58777"/>
                      <a:gd name="connsiteY6" fmla="*/ 44283 h 94189"/>
                      <a:gd name="connsiteX7" fmla="*/ 41496 w 58777"/>
                      <a:gd name="connsiteY7" fmla="*/ 55705 h 94189"/>
                      <a:gd name="connsiteX8" fmla="*/ 43897 w 58777"/>
                      <a:gd name="connsiteY8" fmla="*/ 64906 h 94189"/>
                      <a:gd name="connsiteX9" fmla="*/ 38718 w 58777"/>
                      <a:gd name="connsiteY9" fmla="*/ 76923 h 94189"/>
                      <a:gd name="connsiteX10" fmla="*/ 25224 w 58777"/>
                      <a:gd name="connsiteY10" fmla="*/ 81583 h 94189"/>
                      <a:gd name="connsiteX11" fmla="*/ 12782 w 58777"/>
                      <a:gd name="connsiteY11" fmla="*/ 79540 h 94189"/>
                      <a:gd name="connsiteX12" fmla="*/ -1188 w 58777"/>
                      <a:gd name="connsiteY12" fmla="*/ 73334 h 94189"/>
                      <a:gd name="connsiteX13" fmla="*/ -1188 w 58777"/>
                      <a:gd name="connsiteY13" fmla="*/ 85985 h 94189"/>
                      <a:gd name="connsiteX14" fmla="*/ 12941 w 58777"/>
                      <a:gd name="connsiteY14" fmla="*/ 90565 h 94189"/>
                      <a:gd name="connsiteX15" fmla="*/ 24986 w 58777"/>
                      <a:gd name="connsiteY15" fmla="*/ 92112 h 94189"/>
                      <a:gd name="connsiteX16" fmla="*/ 47926 w 58777"/>
                      <a:gd name="connsiteY16" fmla="*/ 84914 h 94189"/>
                      <a:gd name="connsiteX17" fmla="*/ 56478 w 58777"/>
                      <a:gd name="connsiteY17" fmla="*/ 65719 h 94189"/>
                      <a:gd name="connsiteX18" fmla="*/ 54335 w 58777"/>
                      <a:gd name="connsiteY18" fmla="*/ 54892 h 94189"/>
                      <a:gd name="connsiteX19" fmla="*/ 46556 w 58777"/>
                      <a:gd name="connsiteY19" fmla="*/ 42856 h 94189"/>
                      <a:gd name="connsiteX20" fmla="*/ 36694 w 58777"/>
                      <a:gd name="connsiteY20" fmla="*/ 32465 h 94189"/>
                      <a:gd name="connsiteX21" fmla="*/ 13259 w 58777"/>
                      <a:gd name="connsiteY21" fmla="*/ 8452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259" y="8452"/>
                        </a:moveTo>
                        <a:lnTo>
                          <a:pt x="56974" y="8452"/>
                        </a:lnTo>
                        <a:lnTo>
                          <a:pt x="56974" y="-2078"/>
                        </a:lnTo>
                        <a:lnTo>
                          <a:pt x="-1803" y="-2078"/>
                        </a:lnTo>
                        <a:lnTo>
                          <a:pt x="-1803" y="8452"/>
                        </a:lnTo>
                        <a:cubicBezTo>
                          <a:pt x="2946" y="13369"/>
                          <a:pt x="9422" y="19966"/>
                          <a:pt x="17624" y="28241"/>
                        </a:cubicBezTo>
                        <a:cubicBezTo>
                          <a:pt x="25839" y="36530"/>
                          <a:pt x="30999" y="41877"/>
                          <a:pt x="33102" y="44283"/>
                        </a:cubicBezTo>
                        <a:cubicBezTo>
                          <a:pt x="37111" y="48778"/>
                          <a:pt x="39909" y="52585"/>
                          <a:pt x="41496" y="55705"/>
                        </a:cubicBezTo>
                        <a:cubicBezTo>
                          <a:pt x="43097" y="58825"/>
                          <a:pt x="43897" y="61892"/>
                          <a:pt x="43897" y="64906"/>
                        </a:cubicBezTo>
                        <a:cubicBezTo>
                          <a:pt x="43897" y="69824"/>
                          <a:pt x="42171" y="73829"/>
                          <a:pt x="38718" y="76923"/>
                        </a:cubicBezTo>
                        <a:cubicBezTo>
                          <a:pt x="35265" y="80029"/>
                          <a:pt x="30767" y="81583"/>
                          <a:pt x="25224" y="81583"/>
                        </a:cubicBezTo>
                        <a:cubicBezTo>
                          <a:pt x="21295" y="81583"/>
                          <a:pt x="17148" y="80902"/>
                          <a:pt x="12782" y="79540"/>
                        </a:cubicBezTo>
                        <a:cubicBezTo>
                          <a:pt x="8430" y="78179"/>
                          <a:pt x="3773" y="76110"/>
                          <a:pt x="-1188" y="73334"/>
                        </a:cubicBezTo>
                        <a:lnTo>
                          <a:pt x="-1188" y="85985"/>
                        </a:lnTo>
                        <a:cubicBezTo>
                          <a:pt x="3853" y="88007"/>
                          <a:pt x="8562" y="89534"/>
                          <a:pt x="12941" y="90565"/>
                        </a:cubicBezTo>
                        <a:cubicBezTo>
                          <a:pt x="17333" y="91596"/>
                          <a:pt x="21348" y="92112"/>
                          <a:pt x="24986" y="92112"/>
                        </a:cubicBezTo>
                        <a:cubicBezTo>
                          <a:pt x="34577" y="92112"/>
                          <a:pt x="42224" y="89713"/>
                          <a:pt x="47926" y="84914"/>
                        </a:cubicBezTo>
                        <a:cubicBezTo>
                          <a:pt x="53627" y="80128"/>
                          <a:pt x="56478" y="73730"/>
                          <a:pt x="56478" y="65719"/>
                        </a:cubicBezTo>
                        <a:cubicBezTo>
                          <a:pt x="56478" y="61912"/>
                          <a:pt x="55764" y="58303"/>
                          <a:pt x="54335" y="54892"/>
                        </a:cubicBezTo>
                        <a:cubicBezTo>
                          <a:pt x="52920" y="51495"/>
                          <a:pt x="50327" y="47483"/>
                          <a:pt x="46556" y="42856"/>
                        </a:cubicBezTo>
                        <a:cubicBezTo>
                          <a:pt x="45524" y="41653"/>
                          <a:pt x="42237" y="38189"/>
                          <a:pt x="36694" y="32465"/>
                        </a:cubicBezTo>
                        <a:cubicBezTo>
                          <a:pt x="31164" y="26741"/>
                          <a:pt x="23352" y="18737"/>
                          <a:pt x="13259" y="845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28" name="Freeform: Shape 127">
                    <a:extLst>
                      <a:ext uri="{FF2B5EF4-FFF2-40B4-BE49-F238E27FC236}">
                        <a16:creationId xmlns:a16="http://schemas.microsoft.com/office/drawing/2014/main" id="{65F1BD1B-0AE6-39FB-355A-93E60CEDC5DB}"/>
                      </a:ext>
                    </a:extLst>
                  </p:cNvPr>
                  <p:cNvSpPr/>
                  <p:nvPr/>
                </p:nvSpPr>
                <p:spPr>
                  <a:xfrm flipV="1">
                    <a:off x="5081110" y="4959304"/>
                    <a:ext cx="63996" cy="95994"/>
                  </a:xfrm>
                  <a:custGeom>
                    <a:avLst/>
                    <a:gdLst>
                      <a:gd name="connsiteX0" fmla="*/ 30107 w 63996"/>
                      <a:gd name="connsiteY0" fmla="*/ 84047 h 95994"/>
                      <a:gd name="connsiteX1" fmla="*/ 15562 w 63996"/>
                      <a:gd name="connsiteY1" fmla="*/ 74529 h 95994"/>
                      <a:gd name="connsiteX2" fmla="*/ 10700 w 63996"/>
                      <a:gd name="connsiteY2" fmla="*/ 45935 h 95994"/>
                      <a:gd name="connsiteX3" fmla="*/ 15562 w 63996"/>
                      <a:gd name="connsiteY3" fmla="*/ 17401 h 95994"/>
                      <a:gd name="connsiteX4" fmla="*/ 30107 w 63996"/>
                      <a:gd name="connsiteY4" fmla="*/ 7883 h 95994"/>
                      <a:gd name="connsiteX5" fmla="*/ 44712 w 63996"/>
                      <a:gd name="connsiteY5" fmla="*/ 17401 h 95994"/>
                      <a:gd name="connsiteX6" fmla="*/ 49594 w 63996"/>
                      <a:gd name="connsiteY6" fmla="*/ 45935 h 95994"/>
                      <a:gd name="connsiteX7" fmla="*/ 44712 w 63996"/>
                      <a:gd name="connsiteY7" fmla="*/ 74529 h 95994"/>
                      <a:gd name="connsiteX8" fmla="*/ 30107 w 63996"/>
                      <a:gd name="connsiteY8" fmla="*/ 84047 h 95994"/>
                      <a:gd name="connsiteX9" fmla="*/ 30107 w 63996"/>
                      <a:gd name="connsiteY9" fmla="*/ 93962 h 95994"/>
                      <a:gd name="connsiteX10" fmla="*/ 53900 w 63996"/>
                      <a:gd name="connsiteY10" fmla="*/ 81648 h 95994"/>
                      <a:gd name="connsiteX11" fmla="*/ 62115 w 63996"/>
                      <a:gd name="connsiteY11" fmla="*/ 45935 h 95994"/>
                      <a:gd name="connsiteX12" fmla="*/ 53900 w 63996"/>
                      <a:gd name="connsiteY12" fmla="*/ 10262 h 95994"/>
                      <a:gd name="connsiteX13" fmla="*/ 30107 w 63996"/>
                      <a:gd name="connsiteY13" fmla="*/ -2032 h 95994"/>
                      <a:gd name="connsiteX14" fmla="*/ 6334 w 63996"/>
                      <a:gd name="connsiteY14" fmla="*/ 10262 h 95994"/>
                      <a:gd name="connsiteX15" fmla="*/ -1881 w 63996"/>
                      <a:gd name="connsiteY15" fmla="*/ 45935 h 95994"/>
                      <a:gd name="connsiteX16" fmla="*/ 6334 w 63996"/>
                      <a:gd name="connsiteY16" fmla="*/ 81648 h 95994"/>
                      <a:gd name="connsiteX17" fmla="*/ 3010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07" y="84047"/>
                        </a:moveTo>
                        <a:cubicBezTo>
                          <a:pt x="23665" y="84047"/>
                          <a:pt x="18816" y="80875"/>
                          <a:pt x="15562" y="74529"/>
                        </a:cubicBezTo>
                        <a:cubicBezTo>
                          <a:pt x="12321" y="68197"/>
                          <a:pt x="10700" y="58666"/>
                          <a:pt x="10700" y="45935"/>
                        </a:cubicBezTo>
                        <a:cubicBezTo>
                          <a:pt x="10700" y="33258"/>
                          <a:pt x="12321" y="23746"/>
                          <a:pt x="15562" y="17401"/>
                        </a:cubicBezTo>
                        <a:cubicBezTo>
                          <a:pt x="18816" y="11055"/>
                          <a:pt x="23665" y="7883"/>
                          <a:pt x="30107" y="7883"/>
                        </a:cubicBezTo>
                        <a:cubicBezTo>
                          <a:pt x="36603" y="7883"/>
                          <a:pt x="41471" y="11055"/>
                          <a:pt x="44712" y="17401"/>
                        </a:cubicBezTo>
                        <a:cubicBezTo>
                          <a:pt x="47967" y="23746"/>
                          <a:pt x="49594" y="33258"/>
                          <a:pt x="49594" y="45935"/>
                        </a:cubicBezTo>
                        <a:cubicBezTo>
                          <a:pt x="49594" y="58666"/>
                          <a:pt x="47967" y="68197"/>
                          <a:pt x="44712" y="74529"/>
                        </a:cubicBezTo>
                        <a:cubicBezTo>
                          <a:pt x="41471" y="80875"/>
                          <a:pt x="36603" y="84047"/>
                          <a:pt x="30107" y="84047"/>
                        </a:cubicBezTo>
                        <a:close/>
                        <a:moveTo>
                          <a:pt x="30107" y="93962"/>
                        </a:moveTo>
                        <a:cubicBezTo>
                          <a:pt x="40492" y="93962"/>
                          <a:pt x="48423" y="89857"/>
                          <a:pt x="53900" y="81648"/>
                        </a:cubicBezTo>
                        <a:cubicBezTo>
                          <a:pt x="59377" y="73452"/>
                          <a:pt x="62115" y="61548"/>
                          <a:pt x="62115" y="45935"/>
                        </a:cubicBezTo>
                        <a:cubicBezTo>
                          <a:pt x="62115" y="30363"/>
                          <a:pt x="59377" y="18471"/>
                          <a:pt x="53900" y="10262"/>
                        </a:cubicBezTo>
                        <a:cubicBezTo>
                          <a:pt x="48423" y="2066"/>
                          <a:pt x="40492" y="-2032"/>
                          <a:pt x="30107" y="-2032"/>
                        </a:cubicBezTo>
                        <a:cubicBezTo>
                          <a:pt x="19736" y="-2032"/>
                          <a:pt x="11811" y="2066"/>
                          <a:pt x="6334" y="10262"/>
                        </a:cubicBezTo>
                        <a:cubicBezTo>
                          <a:pt x="858" y="18471"/>
                          <a:pt x="-1881" y="30363"/>
                          <a:pt x="-1881" y="45935"/>
                        </a:cubicBezTo>
                        <a:cubicBezTo>
                          <a:pt x="-1881" y="61548"/>
                          <a:pt x="858" y="73452"/>
                          <a:pt x="6334" y="81648"/>
                        </a:cubicBezTo>
                        <a:cubicBezTo>
                          <a:pt x="11811" y="89857"/>
                          <a:pt x="19736" y="93962"/>
                          <a:pt x="3010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29" name="Graphic 101">
                <a:extLst>
                  <a:ext uri="{FF2B5EF4-FFF2-40B4-BE49-F238E27FC236}">
                    <a16:creationId xmlns:a16="http://schemas.microsoft.com/office/drawing/2014/main" id="{78BB4238-450F-0461-2601-D242D4206F50}"/>
                  </a:ext>
                </a:extLst>
              </p:cNvPr>
              <p:cNvGrpSpPr/>
              <p:nvPr/>
            </p:nvGrpSpPr>
            <p:grpSpPr>
              <a:xfrm>
                <a:off x="5489281" y="4868227"/>
                <a:ext cx="224169" cy="187070"/>
                <a:chOff x="548928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130" name="Freeform: Shape 129">
                  <a:extLst>
                    <a:ext uri="{FF2B5EF4-FFF2-40B4-BE49-F238E27FC236}">
                      <a16:creationId xmlns:a16="http://schemas.microsoft.com/office/drawing/2014/main" id="{F8930D6F-7EC0-7FA7-7F0C-187EB6230CE2}"/>
                    </a:ext>
                  </a:extLst>
                </p:cNvPr>
                <p:cNvSpPr/>
                <p:nvPr/>
              </p:nvSpPr>
              <p:spPr>
                <a:xfrm>
                  <a:off x="5600684" y="4868227"/>
                  <a:ext cx="12700" cy="44417"/>
                </a:xfrm>
                <a:custGeom>
                  <a:avLst/>
                  <a:gdLst>
                    <a:gd name="connsiteX0" fmla="*/ 192 w 12700"/>
                    <a:gd name="connsiteY0" fmla="*/ 286 h 44417"/>
                    <a:gd name="connsiteX1" fmla="*/ 19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92" y="286"/>
                      </a:moveTo>
                      <a:lnTo>
                        <a:pt x="19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31" name="Graphic 101">
                  <a:extLst>
                    <a:ext uri="{FF2B5EF4-FFF2-40B4-BE49-F238E27FC236}">
                      <a16:creationId xmlns:a16="http://schemas.microsoft.com/office/drawing/2014/main" id="{2DD5F4DC-8BFD-F7D4-73A2-B7B1133CD892}"/>
                    </a:ext>
                  </a:extLst>
                </p:cNvPr>
                <p:cNvGrpSpPr/>
                <p:nvPr/>
              </p:nvGrpSpPr>
              <p:grpSpPr>
                <a:xfrm>
                  <a:off x="5489281" y="4959304"/>
                  <a:ext cx="224169" cy="95994"/>
                  <a:chOff x="548928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32" name="Freeform: Shape 131">
                    <a:extLst>
                      <a:ext uri="{FF2B5EF4-FFF2-40B4-BE49-F238E27FC236}">
                        <a16:creationId xmlns:a16="http://schemas.microsoft.com/office/drawing/2014/main" id="{0EACA2CC-06D9-4238-A9DB-465EE8807732}"/>
                      </a:ext>
                    </a:extLst>
                  </p:cNvPr>
                  <p:cNvSpPr/>
                  <p:nvPr/>
                </p:nvSpPr>
                <p:spPr>
                  <a:xfrm flipV="1">
                    <a:off x="5489281" y="4960969"/>
                    <a:ext cx="59908" cy="94328"/>
                  </a:xfrm>
                  <a:custGeom>
                    <a:avLst/>
                    <a:gdLst>
                      <a:gd name="connsiteX0" fmla="*/ 2091 w 59908"/>
                      <a:gd name="connsiteY0" fmla="*/ 92338 h 94328"/>
                      <a:gd name="connsiteX1" fmla="*/ 51264 w 59908"/>
                      <a:gd name="connsiteY1" fmla="*/ 92338 h 94328"/>
                      <a:gd name="connsiteX2" fmla="*/ 51264 w 59908"/>
                      <a:gd name="connsiteY2" fmla="*/ 81789 h 94328"/>
                      <a:gd name="connsiteX3" fmla="*/ 13561 w 59908"/>
                      <a:gd name="connsiteY3" fmla="*/ 81789 h 94328"/>
                      <a:gd name="connsiteX4" fmla="*/ 13561 w 59908"/>
                      <a:gd name="connsiteY4" fmla="*/ 59124 h 94328"/>
                      <a:gd name="connsiteX5" fmla="*/ 18998 w 59908"/>
                      <a:gd name="connsiteY5" fmla="*/ 60512 h 94328"/>
                      <a:gd name="connsiteX6" fmla="*/ 24475 w 59908"/>
                      <a:gd name="connsiteY6" fmla="*/ 60968 h 94328"/>
                      <a:gd name="connsiteX7" fmla="*/ 49022 w 59908"/>
                      <a:gd name="connsiteY7" fmla="*/ 52481 h 94328"/>
                      <a:gd name="connsiteX8" fmla="*/ 58090 w 59908"/>
                      <a:gd name="connsiteY8" fmla="*/ 29499 h 94328"/>
                      <a:gd name="connsiteX9" fmla="*/ 48784 w 59908"/>
                      <a:gd name="connsiteY9" fmla="*/ 6279 h 94328"/>
                      <a:gd name="connsiteX10" fmla="*/ 22550 w 59908"/>
                      <a:gd name="connsiteY10" fmla="*/ -1990 h 94328"/>
                      <a:gd name="connsiteX11" fmla="*/ 10664 w 59908"/>
                      <a:gd name="connsiteY11" fmla="*/ -999 h 94328"/>
                      <a:gd name="connsiteX12" fmla="*/ -1818 w 59908"/>
                      <a:gd name="connsiteY12" fmla="*/ 1976 h 94328"/>
                      <a:gd name="connsiteX13" fmla="*/ -1818 w 59908"/>
                      <a:gd name="connsiteY13" fmla="*/ 14567 h 94328"/>
                      <a:gd name="connsiteX14" fmla="*/ 9711 w 59908"/>
                      <a:gd name="connsiteY14" fmla="*/ 10046 h 94328"/>
                      <a:gd name="connsiteX15" fmla="*/ 22292 w 59908"/>
                      <a:gd name="connsiteY15" fmla="*/ 8559 h 94328"/>
                      <a:gd name="connsiteX16" fmla="*/ 39278 w 59908"/>
                      <a:gd name="connsiteY16" fmla="*/ 14191 h 94328"/>
                      <a:gd name="connsiteX17" fmla="*/ 45549 w 59908"/>
                      <a:gd name="connsiteY17" fmla="*/ 29499 h 94328"/>
                      <a:gd name="connsiteX18" fmla="*/ 39278 w 59908"/>
                      <a:gd name="connsiteY18" fmla="*/ 44788 h 94328"/>
                      <a:gd name="connsiteX19" fmla="*/ 22292 w 59908"/>
                      <a:gd name="connsiteY19" fmla="*/ 50439 h 94328"/>
                      <a:gd name="connsiteX20" fmla="*/ 12271 w 59908"/>
                      <a:gd name="connsiteY20" fmla="*/ 49328 h 94328"/>
                      <a:gd name="connsiteX21" fmla="*/ 2091 w 59908"/>
                      <a:gd name="connsiteY21" fmla="*/ 45858 h 94328"/>
                      <a:gd name="connsiteX22" fmla="*/ 209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91" y="92338"/>
                        </a:moveTo>
                        <a:lnTo>
                          <a:pt x="51264" y="92338"/>
                        </a:lnTo>
                        <a:lnTo>
                          <a:pt x="51264" y="81789"/>
                        </a:lnTo>
                        <a:lnTo>
                          <a:pt x="13561" y="81789"/>
                        </a:lnTo>
                        <a:lnTo>
                          <a:pt x="13561" y="59124"/>
                        </a:lnTo>
                        <a:cubicBezTo>
                          <a:pt x="15373" y="59746"/>
                          <a:pt x="17186" y="60208"/>
                          <a:pt x="18998" y="60512"/>
                        </a:cubicBezTo>
                        <a:cubicBezTo>
                          <a:pt x="20824" y="60816"/>
                          <a:pt x="22649" y="60968"/>
                          <a:pt x="24475" y="60968"/>
                        </a:cubicBezTo>
                        <a:cubicBezTo>
                          <a:pt x="34807" y="60968"/>
                          <a:pt x="42989" y="58139"/>
                          <a:pt x="49022" y="52481"/>
                        </a:cubicBezTo>
                        <a:cubicBezTo>
                          <a:pt x="55068" y="46823"/>
                          <a:pt x="58090" y="39163"/>
                          <a:pt x="58090" y="29499"/>
                        </a:cubicBezTo>
                        <a:cubicBezTo>
                          <a:pt x="58090" y="19545"/>
                          <a:pt x="54988" y="11805"/>
                          <a:pt x="48784" y="6279"/>
                        </a:cubicBezTo>
                        <a:cubicBezTo>
                          <a:pt x="42579" y="766"/>
                          <a:pt x="33835" y="-1990"/>
                          <a:pt x="22550" y="-1990"/>
                        </a:cubicBezTo>
                        <a:cubicBezTo>
                          <a:pt x="18661" y="-1990"/>
                          <a:pt x="14699" y="-1660"/>
                          <a:pt x="10664" y="-999"/>
                        </a:cubicBezTo>
                        <a:cubicBezTo>
                          <a:pt x="6642" y="-338"/>
                          <a:pt x="2482" y="654"/>
                          <a:pt x="-1818" y="1976"/>
                        </a:cubicBezTo>
                        <a:lnTo>
                          <a:pt x="-1818" y="14567"/>
                        </a:lnTo>
                        <a:cubicBezTo>
                          <a:pt x="1899" y="12545"/>
                          <a:pt x="5743" y="11038"/>
                          <a:pt x="9711" y="10046"/>
                        </a:cubicBezTo>
                        <a:cubicBezTo>
                          <a:pt x="13680" y="9055"/>
                          <a:pt x="17874" y="8559"/>
                          <a:pt x="22292" y="8559"/>
                        </a:cubicBezTo>
                        <a:cubicBezTo>
                          <a:pt x="29449" y="8559"/>
                          <a:pt x="35111" y="10436"/>
                          <a:pt x="39278" y="14191"/>
                        </a:cubicBezTo>
                        <a:cubicBezTo>
                          <a:pt x="43459" y="17945"/>
                          <a:pt x="45549" y="23048"/>
                          <a:pt x="45549" y="29499"/>
                        </a:cubicBezTo>
                        <a:cubicBezTo>
                          <a:pt x="45549" y="35937"/>
                          <a:pt x="43459" y="41033"/>
                          <a:pt x="39278" y="44788"/>
                        </a:cubicBezTo>
                        <a:cubicBezTo>
                          <a:pt x="35111" y="48555"/>
                          <a:pt x="29449" y="50439"/>
                          <a:pt x="22292" y="50439"/>
                        </a:cubicBezTo>
                        <a:cubicBezTo>
                          <a:pt x="18945" y="50439"/>
                          <a:pt x="15605" y="50069"/>
                          <a:pt x="12271" y="49328"/>
                        </a:cubicBezTo>
                        <a:cubicBezTo>
                          <a:pt x="8951" y="48588"/>
                          <a:pt x="5557" y="47431"/>
                          <a:pt x="2091" y="45858"/>
                        </a:cubicBezTo>
                        <a:lnTo>
                          <a:pt x="209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33" name="Freeform: Shape 132">
                    <a:extLst>
                      <a:ext uri="{FF2B5EF4-FFF2-40B4-BE49-F238E27FC236}">
                        <a16:creationId xmlns:a16="http://schemas.microsoft.com/office/drawing/2014/main" id="{CA948D72-ABDA-4D21-89D3-964DF564F077}"/>
                      </a:ext>
                    </a:extLst>
                  </p:cNvPr>
                  <p:cNvSpPr/>
                  <p:nvPr/>
                </p:nvSpPr>
                <p:spPr>
                  <a:xfrm flipV="1">
                    <a:off x="5569964" y="4959304"/>
                    <a:ext cx="60940" cy="95994"/>
                  </a:xfrm>
                  <a:custGeom>
                    <a:avLst/>
                    <a:gdLst>
                      <a:gd name="connsiteX0" fmla="*/ 40019 w 60940"/>
                      <a:gd name="connsiteY0" fmla="*/ 49663 h 95994"/>
                      <a:gd name="connsiteX1" fmla="*/ 54048 w 60940"/>
                      <a:gd name="connsiteY1" fmla="*/ 41652 h 95994"/>
                      <a:gd name="connsiteX2" fmla="*/ 59109 w 60940"/>
                      <a:gd name="connsiteY2" fmla="*/ 26661 h 95994"/>
                      <a:gd name="connsiteX3" fmla="*/ 49683 w 60940"/>
                      <a:gd name="connsiteY3" fmla="*/ 5463 h 95994"/>
                      <a:gd name="connsiteX4" fmla="*/ 22894 w 60940"/>
                      <a:gd name="connsiteY4" fmla="*/ -2032 h 95994"/>
                      <a:gd name="connsiteX5" fmla="*/ 10908 w 60940"/>
                      <a:gd name="connsiteY5" fmla="*/ -882 h 95994"/>
                      <a:gd name="connsiteX6" fmla="*/ -1832 w 60940"/>
                      <a:gd name="connsiteY6" fmla="*/ 2568 h 95994"/>
                      <a:gd name="connsiteX7" fmla="*/ -1832 w 60940"/>
                      <a:gd name="connsiteY7" fmla="*/ 14644 h 95994"/>
                      <a:gd name="connsiteX8" fmla="*/ 9559 w 60940"/>
                      <a:gd name="connsiteY8" fmla="*/ 10064 h 95994"/>
                      <a:gd name="connsiteX9" fmla="*/ 22537 w 60940"/>
                      <a:gd name="connsiteY9" fmla="*/ 8517 h 95994"/>
                      <a:gd name="connsiteX10" fmla="*/ 40475 w 60940"/>
                      <a:gd name="connsiteY10" fmla="*/ 13157 h 95994"/>
                      <a:gd name="connsiteX11" fmla="*/ 46647 w 60940"/>
                      <a:gd name="connsiteY11" fmla="*/ 26661 h 95994"/>
                      <a:gd name="connsiteX12" fmla="*/ 40912 w 60940"/>
                      <a:gd name="connsiteY12" fmla="*/ 39451 h 95994"/>
                      <a:gd name="connsiteX13" fmla="*/ 24958 w 60940"/>
                      <a:gd name="connsiteY13" fmla="*/ 44071 h 95994"/>
                      <a:gd name="connsiteX14" fmla="*/ 14163 w 60940"/>
                      <a:gd name="connsiteY14" fmla="*/ 44071 h 95994"/>
                      <a:gd name="connsiteX15" fmla="*/ 14163 w 60940"/>
                      <a:gd name="connsiteY15" fmla="*/ 54363 h 95994"/>
                      <a:gd name="connsiteX16" fmla="*/ 25454 w 60940"/>
                      <a:gd name="connsiteY16" fmla="*/ 54363 h 95994"/>
                      <a:gd name="connsiteX17" fmla="*/ 39582 w 60940"/>
                      <a:gd name="connsiteY17" fmla="*/ 58051 h 95994"/>
                      <a:gd name="connsiteX18" fmla="*/ 44484 w 60940"/>
                      <a:gd name="connsiteY18" fmla="*/ 68680 h 95994"/>
                      <a:gd name="connsiteX19" fmla="*/ 39424 w 60940"/>
                      <a:gd name="connsiteY19" fmla="*/ 79606 h 95994"/>
                      <a:gd name="connsiteX20" fmla="*/ 24958 w 60940"/>
                      <a:gd name="connsiteY20" fmla="*/ 83433 h 95994"/>
                      <a:gd name="connsiteX21" fmla="*/ 13905 w 60940"/>
                      <a:gd name="connsiteY21" fmla="*/ 82302 h 95994"/>
                      <a:gd name="connsiteX22" fmla="*/ 947 w 60940"/>
                      <a:gd name="connsiteY22" fmla="*/ 78852 h 95994"/>
                      <a:gd name="connsiteX23" fmla="*/ 947 w 60940"/>
                      <a:gd name="connsiteY23" fmla="*/ 89996 h 95994"/>
                      <a:gd name="connsiteX24" fmla="*/ 14321 w 60940"/>
                      <a:gd name="connsiteY24" fmla="*/ 92971 h 95994"/>
                      <a:gd name="connsiteX25" fmla="*/ 26069 w 60940"/>
                      <a:gd name="connsiteY25" fmla="*/ 93962 h 95994"/>
                      <a:gd name="connsiteX26" fmla="*/ 48631 w 60940"/>
                      <a:gd name="connsiteY26" fmla="*/ 87478 h 95994"/>
                      <a:gd name="connsiteX27" fmla="*/ 56946 w 60940"/>
                      <a:gd name="connsiteY27" fmla="*/ 69988 h 95994"/>
                      <a:gd name="connsiteX28" fmla="*/ 52540 w 60940"/>
                      <a:gd name="connsiteY28" fmla="*/ 57000 h 95994"/>
                      <a:gd name="connsiteX29" fmla="*/ 40019 w 60940"/>
                      <a:gd name="connsiteY29" fmla="*/ 4966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940" h="95994">
                        <a:moveTo>
                          <a:pt x="40019" y="49663"/>
                        </a:moveTo>
                        <a:cubicBezTo>
                          <a:pt x="46012" y="48381"/>
                          <a:pt x="50688" y="45710"/>
                          <a:pt x="54048" y="41652"/>
                        </a:cubicBezTo>
                        <a:cubicBezTo>
                          <a:pt x="57422" y="37607"/>
                          <a:pt x="59109" y="32610"/>
                          <a:pt x="59109" y="26661"/>
                        </a:cubicBezTo>
                        <a:cubicBezTo>
                          <a:pt x="59109" y="17539"/>
                          <a:pt x="55967" y="10474"/>
                          <a:pt x="49683" y="5463"/>
                        </a:cubicBezTo>
                        <a:cubicBezTo>
                          <a:pt x="43399" y="466"/>
                          <a:pt x="34469" y="-2032"/>
                          <a:pt x="22894" y="-2032"/>
                        </a:cubicBezTo>
                        <a:cubicBezTo>
                          <a:pt x="19018" y="-2032"/>
                          <a:pt x="15022" y="-1649"/>
                          <a:pt x="10908" y="-882"/>
                        </a:cubicBezTo>
                        <a:cubicBezTo>
                          <a:pt x="6794" y="-115"/>
                          <a:pt x="2547" y="1035"/>
                          <a:pt x="-1832" y="2568"/>
                        </a:cubicBezTo>
                        <a:lnTo>
                          <a:pt x="-1832" y="14644"/>
                        </a:lnTo>
                        <a:cubicBezTo>
                          <a:pt x="1635" y="12622"/>
                          <a:pt x="5431" y="11095"/>
                          <a:pt x="9559" y="10064"/>
                        </a:cubicBezTo>
                        <a:cubicBezTo>
                          <a:pt x="13700" y="9033"/>
                          <a:pt x="18025" y="8517"/>
                          <a:pt x="22537" y="8517"/>
                        </a:cubicBezTo>
                        <a:cubicBezTo>
                          <a:pt x="30381" y="8517"/>
                          <a:pt x="36361" y="10064"/>
                          <a:pt x="40475" y="13157"/>
                        </a:cubicBezTo>
                        <a:cubicBezTo>
                          <a:pt x="44590" y="16251"/>
                          <a:pt x="46647" y="20752"/>
                          <a:pt x="46647" y="26661"/>
                        </a:cubicBezTo>
                        <a:cubicBezTo>
                          <a:pt x="46647" y="32121"/>
                          <a:pt x="44735" y="36384"/>
                          <a:pt x="40912" y="39451"/>
                        </a:cubicBezTo>
                        <a:cubicBezTo>
                          <a:pt x="37089" y="42531"/>
                          <a:pt x="31771" y="44071"/>
                          <a:pt x="24958" y="44071"/>
                        </a:cubicBezTo>
                        <a:lnTo>
                          <a:pt x="14163" y="44071"/>
                        </a:lnTo>
                        <a:lnTo>
                          <a:pt x="14163" y="54363"/>
                        </a:lnTo>
                        <a:lnTo>
                          <a:pt x="25454" y="54363"/>
                        </a:lnTo>
                        <a:cubicBezTo>
                          <a:pt x="31605" y="54363"/>
                          <a:pt x="36315" y="55592"/>
                          <a:pt x="39582" y="58051"/>
                        </a:cubicBezTo>
                        <a:cubicBezTo>
                          <a:pt x="42850" y="60510"/>
                          <a:pt x="44484" y="64053"/>
                          <a:pt x="44484" y="68680"/>
                        </a:cubicBezTo>
                        <a:cubicBezTo>
                          <a:pt x="44484" y="73425"/>
                          <a:pt x="42797" y="77067"/>
                          <a:pt x="39424" y="79606"/>
                        </a:cubicBezTo>
                        <a:cubicBezTo>
                          <a:pt x="36063" y="82157"/>
                          <a:pt x="31241" y="83433"/>
                          <a:pt x="24958" y="83433"/>
                        </a:cubicBezTo>
                        <a:cubicBezTo>
                          <a:pt x="21518" y="83433"/>
                          <a:pt x="17834" y="83056"/>
                          <a:pt x="13905" y="82302"/>
                        </a:cubicBezTo>
                        <a:cubicBezTo>
                          <a:pt x="9976" y="81562"/>
                          <a:pt x="5656" y="80412"/>
                          <a:pt x="947" y="78852"/>
                        </a:cubicBezTo>
                        <a:lnTo>
                          <a:pt x="947" y="89996"/>
                        </a:lnTo>
                        <a:cubicBezTo>
                          <a:pt x="5709" y="91318"/>
                          <a:pt x="10167" y="92310"/>
                          <a:pt x="14321" y="92971"/>
                        </a:cubicBezTo>
                        <a:cubicBezTo>
                          <a:pt x="18475" y="93632"/>
                          <a:pt x="22391" y="93962"/>
                          <a:pt x="26069" y="93962"/>
                        </a:cubicBezTo>
                        <a:cubicBezTo>
                          <a:pt x="35581" y="93962"/>
                          <a:pt x="43101" y="91801"/>
                          <a:pt x="48631" y="87478"/>
                        </a:cubicBezTo>
                        <a:cubicBezTo>
                          <a:pt x="54174" y="83168"/>
                          <a:pt x="56946" y="77338"/>
                          <a:pt x="56946" y="69988"/>
                        </a:cubicBezTo>
                        <a:cubicBezTo>
                          <a:pt x="56946" y="64859"/>
                          <a:pt x="55477" y="60530"/>
                          <a:pt x="52540" y="57000"/>
                        </a:cubicBezTo>
                        <a:cubicBezTo>
                          <a:pt x="49603" y="53470"/>
                          <a:pt x="45430" y="51025"/>
                          <a:pt x="40019" y="4966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34" name="Freeform: Shape 133">
                    <a:extLst>
                      <a:ext uri="{FF2B5EF4-FFF2-40B4-BE49-F238E27FC236}">
                        <a16:creationId xmlns:a16="http://schemas.microsoft.com/office/drawing/2014/main" id="{07D3F084-C2E7-06AA-394B-C5E3FF4B0F08}"/>
                      </a:ext>
                    </a:extLst>
                  </p:cNvPr>
                  <p:cNvSpPr/>
                  <p:nvPr/>
                </p:nvSpPr>
                <p:spPr>
                  <a:xfrm flipV="1">
                    <a:off x="5649455" y="4959304"/>
                    <a:ext cx="63996" cy="95994"/>
                  </a:xfrm>
                  <a:custGeom>
                    <a:avLst/>
                    <a:gdLst>
                      <a:gd name="connsiteX0" fmla="*/ 30152 w 63996"/>
                      <a:gd name="connsiteY0" fmla="*/ 84047 h 95994"/>
                      <a:gd name="connsiteX1" fmla="*/ 15607 w 63996"/>
                      <a:gd name="connsiteY1" fmla="*/ 74529 h 95994"/>
                      <a:gd name="connsiteX2" fmla="*/ 10745 w 63996"/>
                      <a:gd name="connsiteY2" fmla="*/ 45935 h 95994"/>
                      <a:gd name="connsiteX3" fmla="*/ 15607 w 63996"/>
                      <a:gd name="connsiteY3" fmla="*/ 17401 h 95994"/>
                      <a:gd name="connsiteX4" fmla="*/ 30152 w 63996"/>
                      <a:gd name="connsiteY4" fmla="*/ 7883 h 95994"/>
                      <a:gd name="connsiteX5" fmla="*/ 44757 w 63996"/>
                      <a:gd name="connsiteY5" fmla="*/ 17401 h 95994"/>
                      <a:gd name="connsiteX6" fmla="*/ 49639 w 63996"/>
                      <a:gd name="connsiteY6" fmla="*/ 45935 h 95994"/>
                      <a:gd name="connsiteX7" fmla="*/ 44757 w 63996"/>
                      <a:gd name="connsiteY7" fmla="*/ 74529 h 95994"/>
                      <a:gd name="connsiteX8" fmla="*/ 30152 w 63996"/>
                      <a:gd name="connsiteY8" fmla="*/ 84047 h 95994"/>
                      <a:gd name="connsiteX9" fmla="*/ 30152 w 63996"/>
                      <a:gd name="connsiteY9" fmla="*/ 93962 h 95994"/>
                      <a:gd name="connsiteX10" fmla="*/ 53945 w 63996"/>
                      <a:gd name="connsiteY10" fmla="*/ 81648 h 95994"/>
                      <a:gd name="connsiteX11" fmla="*/ 62160 w 63996"/>
                      <a:gd name="connsiteY11" fmla="*/ 45935 h 95994"/>
                      <a:gd name="connsiteX12" fmla="*/ 53945 w 63996"/>
                      <a:gd name="connsiteY12" fmla="*/ 10262 h 95994"/>
                      <a:gd name="connsiteX13" fmla="*/ 30152 w 63996"/>
                      <a:gd name="connsiteY13" fmla="*/ -2032 h 95994"/>
                      <a:gd name="connsiteX14" fmla="*/ 6379 w 63996"/>
                      <a:gd name="connsiteY14" fmla="*/ 10262 h 95994"/>
                      <a:gd name="connsiteX15" fmla="*/ -1836 w 63996"/>
                      <a:gd name="connsiteY15" fmla="*/ 45935 h 95994"/>
                      <a:gd name="connsiteX16" fmla="*/ 6379 w 63996"/>
                      <a:gd name="connsiteY16" fmla="*/ 81648 h 95994"/>
                      <a:gd name="connsiteX17" fmla="*/ 3015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52" y="84047"/>
                        </a:moveTo>
                        <a:cubicBezTo>
                          <a:pt x="23709" y="84047"/>
                          <a:pt x="18861" y="80875"/>
                          <a:pt x="15607" y="74529"/>
                        </a:cubicBezTo>
                        <a:cubicBezTo>
                          <a:pt x="12365" y="68197"/>
                          <a:pt x="10745" y="58666"/>
                          <a:pt x="10745" y="45935"/>
                        </a:cubicBezTo>
                        <a:cubicBezTo>
                          <a:pt x="10745" y="33258"/>
                          <a:pt x="12365" y="23746"/>
                          <a:pt x="15607" y="17401"/>
                        </a:cubicBezTo>
                        <a:cubicBezTo>
                          <a:pt x="18861" y="11055"/>
                          <a:pt x="23709" y="7883"/>
                          <a:pt x="30152" y="7883"/>
                        </a:cubicBezTo>
                        <a:cubicBezTo>
                          <a:pt x="36648" y="7883"/>
                          <a:pt x="41516" y="11055"/>
                          <a:pt x="44757" y="17401"/>
                        </a:cubicBezTo>
                        <a:cubicBezTo>
                          <a:pt x="48011" y="23746"/>
                          <a:pt x="49639" y="33258"/>
                          <a:pt x="49639" y="45935"/>
                        </a:cubicBezTo>
                        <a:cubicBezTo>
                          <a:pt x="49639" y="58666"/>
                          <a:pt x="48011" y="68197"/>
                          <a:pt x="44757" y="74529"/>
                        </a:cubicBezTo>
                        <a:cubicBezTo>
                          <a:pt x="41516" y="80875"/>
                          <a:pt x="36648" y="84047"/>
                          <a:pt x="30152" y="84047"/>
                        </a:cubicBezTo>
                        <a:close/>
                        <a:moveTo>
                          <a:pt x="30152" y="93962"/>
                        </a:moveTo>
                        <a:cubicBezTo>
                          <a:pt x="40537" y="93962"/>
                          <a:pt x="48468" y="89857"/>
                          <a:pt x="53945" y="81648"/>
                        </a:cubicBezTo>
                        <a:cubicBezTo>
                          <a:pt x="59422" y="73452"/>
                          <a:pt x="62160" y="61548"/>
                          <a:pt x="62160" y="45935"/>
                        </a:cubicBezTo>
                        <a:cubicBezTo>
                          <a:pt x="62160" y="30363"/>
                          <a:pt x="59422" y="18471"/>
                          <a:pt x="53945" y="10262"/>
                        </a:cubicBezTo>
                        <a:cubicBezTo>
                          <a:pt x="48468" y="2066"/>
                          <a:pt x="40537" y="-2032"/>
                          <a:pt x="30152" y="-2032"/>
                        </a:cubicBezTo>
                        <a:cubicBezTo>
                          <a:pt x="19780" y="-2032"/>
                          <a:pt x="11856" y="2066"/>
                          <a:pt x="6379" y="10262"/>
                        </a:cubicBezTo>
                        <a:cubicBezTo>
                          <a:pt x="902" y="18471"/>
                          <a:pt x="-1836" y="30363"/>
                          <a:pt x="-1836" y="45935"/>
                        </a:cubicBezTo>
                        <a:cubicBezTo>
                          <a:pt x="-1836" y="61548"/>
                          <a:pt x="902" y="73452"/>
                          <a:pt x="6379" y="81648"/>
                        </a:cubicBezTo>
                        <a:cubicBezTo>
                          <a:pt x="11856" y="89857"/>
                          <a:pt x="19780" y="93962"/>
                          <a:pt x="3015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35" name="Graphic 101">
                <a:extLst>
                  <a:ext uri="{FF2B5EF4-FFF2-40B4-BE49-F238E27FC236}">
                    <a16:creationId xmlns:a16="http://schemas.microsoft.com/office/drawing/2014/main" id="{EE642D25-C2F5-37E3-C77A-8BA55BBD7EB9}"/>
                  </a:ext>
                </a:extLst>
              </p:cNvPr>
              <p:cNvGrpSpPr/>
              <p:nvPr/>
            </p:nvGrpSpPr>
            <p:grpSpPr>
              <a:xfrm>
                <a:off x="6057627" y="4868227"/>
                <a:ext cx="224169" cy="187070"/>
                <a:chOff x="605762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92AA0713-B850-DF18-1245-9BDCD7DC69E6}"/>
                    </a:ext>
                  </a:extLst>
                </p:cNvPr>
                <p:cNvSpPr/>
                <p:nvPr/>
              </p:nvSpPr>
              <p:spPr>
                <a:xfrm>
                  <a:off x="6169030" y="4868227"/>
                  <a:ext cx="12700" cy="44417"/>
                </a:xfrm>
                <a:custGeom>
                  <a:avLst/>
                  <a:gdLst>
                    <a:gd name="connsiteX0" fmla="*/ 237 w 12700"/>
                    <a:gd name="connsiteY0" fmla="*/ 286 h 44417"/>
                    <a:gd name="connsiteX1" fmla="*/ 23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37" y="286"/>
                      </a:moveTo>
                      <a:lnTo>
                        <a:pt x="23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37" name="Graphic 101">
                  <a:extLst>
                    <a:ext uri="{FF2B5EF4-FFF2-40B4-BE49-F238E27FC236}">
                      <a16:creationId xmlns:a16="http://schemas.microsoft.com/office/drawing/2014/main" id="{EF6C1D96-82A5-FC24-4C32-48A48A700025}"/>
                    </a:ext>
                  </a:extLst>
                </p:cNvPr>
                <p:cNvGrpSpPr/>
                <p:nvPr/>
              </p:nvGrpSpPr>
              <p:grpSpPr>
                <a:xfrm>
                  <a:off x="6057627" y="4959304"/>
                  <a:ext cx="224169" cy="95994"/>
                  <a:chOff x="605762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38" name="Freeform: Shape 137">
                    <a:extLst>
                      <a:ext uri="{FF2B5EF4-FFF2-40B4-BE49-F238E27FC236}">
                        <a16:creationId xmlns:a16="http://schemas.microsoft.com/office/drawing/2014/main" id="{4A28DD64-B9BB-371D-D21F-638980D5D39B}"/>
                      </a:ext>
                    </a:extLst>
                  </p:cNvPr>
                  <p:cNvSpPr/>
                  <p:nvPr/>
                </p:nvSpPr>
                <p:spPr>
                  <a:xfrm flipV="1">
                    <a:off x="6057627" y="4960969"/>
                    <a:ext cx="59908" cy="94328"/>
                  </a:xfrm>
                  <a:custGeom>
                    <a:avLst/>
                    <a:gdLst>
                      <a:gd name="connsiteX0" fmla="*/ 2136 w 59908"/>
                      <a:gd name="connsiteY0" fmla="*/ 92338 h 94328"/>
                      <a:gd name="connsiteX1" fmla="*/ 51309 w 59908"/>
                      <a:gd name="connsiteY1" fmla="*/ 92338 h 94328"/>
                      <a:gd name="connsiteX2" fmla="*/ 51309 w 59908"/>
                      <a:gd name="connsiteY2" fmla="*/ 81789 h 94328"/>
                      <a:gd name="connsiteX3" fmla="*/ 13606 w 59908"/>
                      <a:gd name="connsiteY3" fmla="*/ 81789 h 94328"/>
                      <a:gd name="connsiteX4" fmla="*/ 13606 w 59908"/>
                      <a:gd name="connsiteY4" fmla="*/ 59124 h 94328"/>
                      <a:gd name="connsiteX5" fmla="*/ 19043 w 59908"/>
                      <a:gd name="connsiteY5" fmla="*/ 60512 h 94328"/>
                      <a:gd name="connsiteX6" fmla="*/ 24520 w 59908"/>
                      <a:gd name="connsiteY6" fmla="*/ 60968 h 94328"/>
                      <a:gd name="connsiteX7" fmla="*/ 49067 w 59908"/>
                      <a:gd name="connsiteY7" fmla="*/ 52481 h 94328"/>
                      <a:gd name="connsiteX8" fmla="*/ 58135 w 59908"/>
                      <a:gd name="connsiteY8" fmla="*/ 29499 h 94328"/>
                      <a:gd name="connsiteX9" fmla="*/ 48828 w 59908"/>
                      <a:gd name="connsiteY9" fmla="*/ 6279 h 94328"/>
                      <a:gd name="connsiteX10" fmla="*/ 22595 w 59908"/>
                      <a:gd name="connsiteY10" fmla="*/ -1990 h 94328"/>
                      <a:gd name="connsiteX11" fmla="*/ 10709 w 59908"/>
                      <a:gd name="connsiteY11" fmla="*/ -999 h 94328"/>
                      <a:gd name="connsiteX12" fmla="*/ -1773 w 59908"/>
                      <a:gd name="connsiteY12" fmla="*/ 1976 h 94328"/>
                      <a:gd name="connsiteX13" fmla="*/ -1773 w 59908"/>
                      <a:gd name="connsiteY13" fmla="*/ 14567 h 94328"/>
                      <a:gd name="connsiteX14" fmla="*/ 9756 w 59908"/>
                      <a:gd name="connsiteY14" fmla="*/ 10046 h 94328"/>
                      <a:gd name="connsiteX15" fmla="*/ 22337 w 59908"/>
                      <a:gd name="connsiteY15" fmla="*/ 8559 h 94328"/>
                      <a:gd name="connsiteX16" fmla="*/ 39323 w 59908"/>
                      <a:gd name="connsiteY16" fmla="*/ 14191 h 94328"/>
                      <a:gd name="connsiteX17" fmla="*/ 45594 w 59908"/>
                      <a:gd name="connsiteY17" fmla="*/ 29499 h 94328"/>
                      <a:gd name="connsiteX18" fmla="*/ 39323 w 59908"/>
                      <a:gd name="connsiteY18" fmla="*/ 44788 h 94328"/>
                      <a:gd name="connsiteX19" fmla="*/ 22337 w 59908"/>
                      <a:gd name="connsiteY19" fmla="*/ 50439 h 94328"/>
                      <a:gd name="connsiteX20" fmla="*/ 12316 w 59908"/>
                      <a:gd name="connsiteY20" fmla="*/ 49328 h 94328"/>
                      <a:gd name="connsiteX21" fmla="*/ 2136 w 59908"/>
                      <a:gd name="connsiteY21" fmla="*/ 45858 h 94328"/>
                      <a:gd name="connsiteX22" fmla="*/ 213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36" y="92338"/>
                        </a:moveTo>
                        <a:lnTo>
                          <a:pt x="51309" y="92338"/>
                        </a:lnTo>
                        <a:lnTo>
                          <a:pt x="51309" y="81789"/>
                        </a:lnTo>
                        <a:lnTo>
                          <a:pt x="13606" y="81789"/>
                        </a:lnTo>
                        <a:lnTo>
                          <a:pt x="13606" y="59124"/>
                        </a:lnTo>
                        <a:cubicBezTo>
                          <a:pt x="15418" y="59746"/>
                          <a:pt x="17231" y="60208"/>
                          <a:pt x="19043" y="60512"/>
                        </a:cubicBezTo>
                        <a:cubicBezTo>
                          <a:pt x="20869" y="60816"/>
                          <a:pt x="22694" y="60968"/>
                          <a:pt x="24520" y="60968"/>
                        </a:cubicBezTo>
                        <a:cubicBezTo>
                          <a:pt x="34852" y="60968"/>
                          <a:pt x="43034" y="58139"/>
                          <a:pt x="49067" y="52481"/>
                        </a:cubicBezTo>
                        <a:cubicBezTo>
                          <a:pt x="55112" y="46823"/>
                          <a:pt x="58135" y="39163"/>
                          <a:pt x="58135" y="29499"/>
                        </a:cubicBezTo>
                        <a:cubicBezTo>
                          <a:pt x="58135" y="19545"/>
                          <a:pt x="55033" y="11805"/>
                          <a:pt x="48828" y="6279"/>
                        </a:cubicBezTo>
                        <a:cubicBezTo>
                          <a:pt x="42624" y="766"/>
                          <a:pt x="33879" y="-1990"/>
                          <a:pt x="22595" y="-1990"/>
                        </a:cubicBezTo>
                        <a:cubicBezTo>
                          <a:pt x="18706" y="-1990"/>
                          <a:pt x="14743" y="-1660"/>
                          <a:pt x="10709" y="-999"/>
                        </a:cubicBezTo>
                        <a:cubicBezTo>
                          <a:pt x="6687" y="-338"/>
                          <a:pt x="2526" y="654"/>
                          <a:pt x="-1773" y="1976"/>
                        </a:cubicBezTo>
                        <a:lnTo>
                          <a:pt x="-1773" y="14567"/>
                        </a:lnTo>
                        <a:cubicBezTo>
                          <a:pt x="1944" y="12545"/>
                          <a:pt x="5787" y="11038"/>
                          <a:pt x="9756" y="10046"/>
                        </a:cubicBezTo>
                        <a:cubicBezTo>
                          <a:pt x="13725" y="9055"/>
                          <a:pt x="17918" y="8559"/>
                          <a:pt x="22337" y="8559"/>
                        </a:cubicBezTo>
                        <a:cubicBezTo>
                          <a:pt x="29494" y="8559"/>
                          <a:pt x="35156" y="10436"/>
                          <a:pt x="39323" y="14191"/>
                        </a:cubicBezTo>
                        <a:cubicBezTo>
                          <a:pt x="43504" y="17945"/>
                          <a:pt x="45594" y="23048"/>
                          <a:pt x="45594" y="29499"/>
                        </a:cubicBezTo>
                        <a:cubicBezTo>
                          <a:pt x="45594" y="35937"/>
                          <a:pt x="43504" y="41033"/>
                          <a:pt x="39323" y="44788"/>
                        </a:cubicBezTo>
                        <a:cubicBezTo>
                          <a:pt x="35156" y="48555"/>
                          <a:pt x="29494" y="50439"/>
                          <a:pt x="22337" y="50439"/>
                        </a:cubicBezTo>
                        <a:cubicBezTo>
                          <a:pt x="18990" y="50439"/>
                          <a:pt x="15650" y="50069"/>
                          <a:pt x="12316" y="49328"/>
                        </a:cubicBezTo>
                        <a:cubicBezTo>
                          <a:pt x="8995" y="48588"/>
                          <a:pt x="5602" y="47431"/>
                          <a:pt x="2136" y="45858"/>
                        </a:cubicBezTo>
                        <a:lnTo>
                          <a:pt x="213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39" name="Freeform: Shape 138">
                    <a:extLst>
                      <a:ext uri="{FF2B5EF4-FFF2-40B4-BE49-F238E27FC236}">
                        <a16:creationId xmlns:a16="http://schemas.microsoft.com/office/drawing/2014/main" id="{4BCA1116-497E-166A-0769-3D723F9ABAFC}"/>
                      </a:ext>
                    </a:extLst>
                  </p:cNvPr>
                  <p:cNvSpPr/>
                  <p:nvPr/>
                </p:nvSpPr>
                <p:spPr>
                  <a:xfrm flipV="1">
                    <a:off x="6134836" y="4960969"/>
                    <a:ext cx="67468" cy="92524"/>
                  </a:xfrm>
                  <a:custGeom>
                    <a:avLst/>
                    <a:gdLst>
                      <a:gd name="connsiteX0" fmla="*/ 40015 w 67468"/>
                      <a:gd name="connsiteY0" fmla="*/ 79582 h 92524"/>
                      <a:gd name="connsiteX1" fmla="*/ 8384 w 67468"/>
                      <a:gd name="connsiteY1" fmla="*/ 30187 h 92524"/>
                      <a:gd name="connsiteX2" fmla="*/ 40015 w 67468"/>
                      <a:gd name="connsiteY2" fmla="*/ 30187 h 92524"/>
                      <a:gd name="connsiteX3" fmla="*/ 40015 w 67468"/>
                      <a:gd name="connsiteY3" fmla="*/ 79582 h 92524"/>
                      <a:gd name="connsiteX4" fmla="*/ 36721 w 67468"/>
                      <a:gd name="connsiteY4" fmla="*/ 90488 h 92524"/>
                      <a:gd name="connsiteX5" fmla="*/ 52477 w 67468"/>
                      <a:gd name="connsiteY5" fmla="*/ 90488 h 92524"/>
                      <a:gd name="connsiteX6" fmla="*/ 52477 w 67468"/>
                      <a:gd name="connsiteY6" fmla="*/ 30187 h 92524"/>
                      <a:gd name="connsiteX7" fmla="*/ 65692 w 67468"/>
                      <a:gd name="connsiteY7" fmla="*/ 30187 h 92524"/>
                      <a:gd name="connsiteX8" fmla="*/ 65692 w 67468"/>
                      <a:gd name="connsiteY8" fmla="*/ 19777 h 92524"/>
                      <a:gd name="connsiteX9" fmla="*/ 52477 w 67468"/>
                      <a:gd name="connsiteY9" fmla="*/ 19777 h 92524"/>
                      <a:gd name="connsiteX10" fmla="*/ 52477 w 67468"/>
                      <a:gd name="connsiteY10" fmla="*/ -2036 h 92524"/>
                      <a:gd name="connsiteX11" fmla="*/ 40015 w 67468"/>
                      <a:gd name="connsiteY11" fmla="*/ -2036 h 92524"/>
                      <a:gd name="connsiteX12" fmla="*/ 40015 w 67468"/>
                      <a:gd name="connsiteY12" fmla="*/ 19777 h 92524"/>
                      <a:gd name="connsiteX13" fmla="*/ -1776 w 67468"/>
                      <a:gd name="connsiteY13" fmla="*/ 19777 h 92524"/>
                      <a:gd name="connsiteX14" fmla="*/ -1776 w 67468"/>
                      <a:gd name="connsiteY14" fmla="*/ 31853 h 92524"/>
                      <a:gd name="connsiteX15" fmla="*/ 36721 w 67468"/>
                      <a:gd name="connsiteY15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40015" y="79582"/>
                        </a:moveTo>
                        <a:lnTo>
                          <a:pt x="8384" y="30187"/>
                        </a:lnTo>
                        <a:lnTo>
                          <a:pt x="40015" y="30187"/>
                        </a:lnTo>
                        <a:lnTo>
                          <a:pt x="40015" y="79582"/>
                        </a:lnTo>
                        <a:close/>
                        <a:moveTo>
                          <a:pt x="36721" y="90488"/>
                        </a:moveTo>
                        <a:lnTo>
                          <a:pt x="52477" y="90488"/>
                        </a:lnTo>
                        <a:lnTo>
                          <a:pt x="52477" y="30187"/>
                        </a:lnTo>
                        <a:lnTo>
                          <a:pt x="65692" y="30187"/>
                        </a:lnTo>
                        <a:lnTo>
                          <a:pt x="65692" y="19777"/>
                        </a:lnTo>
                        <a:lnTo>
                          <a:pt x="52477" y="19777"/>
                        </a:lnTo>
                        <a:lnTo>
                          <a:pt x="52477" y="-2036"/>
                        </a:lnTo>
                        <a:lnTo>
                          <a:pt x="40015" y="-2036"/>
                        </a:lnTo>
                        <a:lnTo>
                          <a:pt x="40015" y="19777"/>
                        </a:lnTo>
                        <a:lnTo>
                          <a:pt x="-1776" y="19777"/>
                        </a:lnTo>
                        <a:lnTo>
                          <a:pt x="-1776" y="31853"/>
                        </a:lnTo>
                        <a:lnTo>
                          <a:pt x="36721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0" name="Freeform: Shape 139">
                    <a:extLst>
                      <a:ext uri="{FF2B5EF4-FFF2-40B4-BE49-F238E27FC236}">
                        <a16:creationId xmlns:a16="http://schemas.microsoft.com/office/drawing/2014/main" id="{6F5B5EB0-9F46-B223-6364-DE53BACA357B}"/>
                      </a:ext>
                    </a:extLst>
                  </p:cNvPr>
                  <p:cNvSpPr/>
                  <p:nvPr/>
                </p:nvSpPr>
                <p:spPr>
                  <a:xfrm flipV="1">
                    <a:off x="6217801" y="4959304"/>
                    <a:ext cx="63996" cy="95994"/>
                  </a:xfrm>
                  <a:custGeom>
                    <a:avLst/>
                    <a:gdLst>
                      <a:gd name="connsiteX0" fmla="*/ 30197 w 63996"/>
                      <a:gd name="connsiteY0" fmla="*/ 84047 h 95994"/>
                      <a:gd name="connsiteX1" fmla="*/ 15651 w 63996"/>
                      <a:gd name="connsiteY1" fmla="*/ 74529 h 95994"/>
                      <a:gd name="connsiteX2" fmla="*/ 10790 w 63996"/>
                      <a:gd name="connsiteY2" fmla="*/ 45935 h 95994"/>
                      <a:gd name="connsiteX3" fmla="*/ 15651 w 63996"/>
                      <a:gd name="connsiteY3" fmla="*/ 17401 h 95994"/>
                      <a:gd name="connsiteX4" fmla="*/ 30197 w 63996"/>
                      <a:gd name="connsiteY4" fmla="*/ 7883 h 95994"/>
                      <a:gd name="connsiteX5" fmla="*/ 44802 w 63996"/>
                      <a:gd name="connsiteY5" fmla="*/ 17401 h 95994"/>
                      <a:gd name="connsiteX6" fmla="*/ 49683 w 63996"/>
                      <a:gd name="connsiteY6" fmla="*/ 45935 h 95994"/>
                      <a:gd name="connsiteX7" fmla="*/ 44802 w 63996"/>
                      <a:gd name="connsiteY7" fmla="*/ 74529 h 95994"/>
                      <a:gd name="connsiteX8" fmla="*/ 30197 w 63996"/>
                      <a:gd name="connsiteY8" fmla="*/ 84047 h 95994"/>
                      <a:gd name="connsiteX9" fmla="*/ 30197 w 63996"/>
                      <a:gd name="connsiteY9" fmla="*/ 93962 h 95994"/>
                      <a:gd name="connsiteX10" fmla="*/ 53989 w 63996"/>
                      <a:gd name="connsiteY10" fmla="*/ 81648 h 95994"/>
                      <a:gd name="connsiteX11" fmla="*/ 62205 w 63996"/>
                      <a:gd name="connsiteY11" fmla="*/ 45935 h 95994"/>
                      <a:gd name="connsiteX12" fmla="*/ 53989 w 63996"/>
                      <a:gd name="connsiteY12" fmla="*/ 10262 h 95994"/>
                      <a:gd name="connsiteX13" fmla="*/ 30197 w 63996"/>
                      <a:gd name="connsiteY13" fmla="*/ -2032 h 95994"/>
                      <a:gd name="connsiteX14" fmla="*/ 6424 w 63996"/>
                      <a:gd name="connsiteY14" fmla="*/ 10262 h 95994"/>
                      <a:gd name="connsiteX15" fmla="*/ -1791 w 63996"/>
                      <a:gd name="connsiteY15" fmla="*/ 45935 h 95994"/>
                      <a:gd name="connsiteX16" fmla="*/ 6424 w 63996"/>
                      <a:gd name="connsiteY16" fmla="*/ 81648 h 95994"/>
                      <a:gd name="connsiteX17" fmla="*/ 3019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97" y="84047"/>
                        </a:moveTo>
                        <a:cubicBezTo>
                          <a:pt x="23754" y="84047"/>
                          <a:pt x="18906" y="80875"/>
                          <a:pt x="15651" y="74529"/>
                        </a:cubicBezTo>
                        <a:cubicBezTo>
                          <a:pt x="12410" y="68197"/>
                          <a:pt x="10790" y="58666"/>
                          <a:pt x="10790" y="45935"/>
                        </a:cubicBezTo>
                        <a:cubicBezTo>
                          <a:pt x="10790" y="33258"/>
                          <a:pt x="12410" y="23746"/>
                          <a:pt x="15651" y="17401"/>
                        </a:cubicBezTo>
                        <a:cubicBezTo>
                          <a:pt x="18906" y="11055"/>
                          <a:pt x="23754" y="7883"/>
                          <a:pt x="30197" y="7883"/>
                        </a:cubicBezTo>
                        <a:cubicBezTo>
                          <a:pt x="36692" y="7883"/>
                          <a:pt x="41561" y="11055"/>
                          <a:pt x="44802" y="17401"/>
                        </a:cubicBezTo>
                        <a:cubicBezTo>
                          <a:pt x="48056" y="23746"/>
                          <a:pt x="49683" y="33258"/>
                          <a:pt x="49683" y="45935"/>
                        </a:cubicBezTo>
                        <a:cubicBezTo>
                          <a:pt x="49683" y="58666"/>
                          <a:pt x="48056" y="68197"/>
                          <a:pt x="44802" y="74529"/>
                        </a:cubicBezTo>
                        <a:cubicBezTo>
                          <a:pt x="41561" y="80875"/>
                          <a:pt x="36692" y="84047"/>
                          <a:pt x="30197" y="84047"/>
                        </a:cubicBezTo>
                        <a:close/>
                        <a:moveTo>
                          <a:pt x="30197" y="93962"/>
                        </a:moveTo>
                        <a:cubicBezTo>
                          <a:pt x="40582" y="93962"/>
                          <a:pt x="48513" y="89857"/>
                          <a:pt x="53989" y="81648"/>
                        </a:cubicBezTo>
                        <a:cubicBezTo>
                          <a:pt x="59466" y="73452"/>
                          <a:pt x="62205" y="61548"/>
                          <a:pt x="62205" y="45935"/>
                        </a:cubicBezTo>
                        <a:cubicBezTo>
                          <a:pt x="62205" y="30363"/>
                          <a:pt x="59466" y="18471"/>
                          <a:pt x="53989" y="10262"/>
                        </a:cubicBezTo>
                        <a:cubicBezTo>
                          <a:pt x="48513" y="2066"/>
                          <a:pt x="40582" y="-2032"/>
                          <a:pt x="30197" y="-2032"/>
                        </a:cubicBezTo>
                        <a:cubicBezTo>
                          <a:pt x="19825" y="-2032"/>
                          <a:pt x="11901" y="2066"/>
                          <a:pt x="6424" y="10262"/>
                        </a:cubicBezTo>
                        <a:cubicBezTo>
                          <a:pt x="947" y="18471"/>
                          <a:pt x="-1791" y="30363"/>
                          <a:pt x="-1791" y="45935"/>
                        </a:cubicBezTo>
                        <a:cubicBezTo>
                          <a:pt x="-1791" y="61548"/>
                          <a:pt x="947" y="73452"/>
                          <a:pt x="6424" y="81648"/>
                        </a:cubicBezTo>
                        <a:cubicBezTo>
                          <a:pt x="11901" y="89857"/>
                          <a:pt x="19825" y="93962"/>
                          <a:pt x="3019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41" name="Graphic 101">
                <a:extLst>
                  <a:ext uri="{FF2B5EF4-FFF2-40B4-BE49-F238E27FC236}">
                    <a16:creationId xmlns:a16="http://schemas.microsoft.com/office/drawing/2014/main" id="{B396FB53-B5CF-0A6A-9888-37E14EE3B918}"/>
                  </a:ext>
                </a:extLst>
              </p:cNvPr>
              <p:cNvGrpSpPr/>
              <p:nvPr/>
            </p:nvGrpSpPr>
            <p:grpSpPr>
              <a:xfrm>
                <a:off x="6625972" y="4868227"/>
                <a:ext cx="224169" cy="187070"/>
                <a:chOff x="6625972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C5A8C71F-3B55-1423-41F7-1BA5B33A43F5}"/>
                    </a:ext>
                  </a:extLst>
                </p:cNvPr>
                <p:cNvSpPr/>
                <p:nvPr/>
              </p:nvSpPr>
              <p:spPr>
                <a:xfrm>
                  <a:off x="6737375" y="4868227"/>
                  <a:ext cx="12700" cy="44417"/>
                </a:xfrm>
                <a:custGeom>
                  <a:avLst/>
                  <a:gdLst>
                    <a:gd name="connsiteX0" fmla="*/ 282 w 12700"/>
                    <a:gd name="connsiteY0" fmla="*/ 286 h 44417"/>
                    <a:gd name="connsiteX1" fmla="*/ 28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82" y="286"/>
                      </a:moveTo>
                      <a:lnTo>
                        <a:pt x="28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43" name="Graphic 101">
                  <a:extLst>
                    <a:ext uri="{FF2B5EF4-FFF2-40B4-BE49-F238E27FC236}">
                      <a16:creationId xmlns:a16="http://schemas.microsoft.com/office/drawing/2014/main" id="{15A6F6E0-1A42-0CC7-5D66-15385FC7768E}"/>
                    </a:ext>
                  </a:extLst>
                </p:cNvPr>
                <p:cNvGrpSpPr/>
                <p:nvPr/>
              </p:nvGrpSpPr>
              <p:grpSpPr>
                <a:xfrm>
                  <a:off x="6625972" y="4959304"/>
                  <a:ext cx="224169" cy="95994"/>
                  <a:chOff x="6625972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44" name="Freeform: Shape 143">
                    <a:extLst>
                      <a:ext uri="{FF2B5EF4-FFF2-40B4-BE49-F238E27FC236}">
                        <a16:creationId xmlns:a16="http://schemas.microsoft.com/office/drawing/2014/main" id="{D7144375-1A79-AAB2-27CE-686209670F7F}"/>
                      </a:ext>
                    </a:extLst>
                  </p:cNvPr>
                  <p:cNvSpPr/>
                  <p:nvPr/>
                </p:nvSpPr>
                <p:spPr>
                  <a:xfrm flipV="1">
                    <a:off x="6625972" y="4960969"/>
                    <a:ext cx="59908" cy="94328"/>
                  </a:xfrm>
                  <a:custGeom>
                    <a:avLst/>
                    <a:gdLst>
                      <a:gd name="connsiteX0" fmla="*/ 2181 w 59908"/>
                      <a:gd name="connsiteY0" fmla="*/ 92338 h 94328"/>
                      <a:gd name="connsiteX1" fmla="*/ 51354 w 59908"/>
                      <a:gd name="connsiteY1" fmla="*/ 92338 h 94328"/>
                      <a:gd name="connsiteX2" fmla="*/ 51354 w 59908"/>
                      <a:gd name="connsiteY2" fmla="*/ 81789 h 94328"/>
                      <a:gd name="connsiteX3" fmla="*/ 13650 w 59908"/>
                      <a:gd name="connsiteY3" fmla="*/ 81789 h 94328"/>
                      <a:gd name="connsiteX4" fmla="*/ 13650 w 59908"/>
                      <a:gd name="connsiteY4" fmla="*/ 59124 h 94328"/>
                      <a:gd name="connsiteX5" fmla="*/ 19088 w 59908"/>
                      <a:gd name="connsiteY5" fmla="*/ 60512 h 94328"/>
                      <a:gd name="connsiteX6" fmla="*/ 24565 w 59908"/>
                      <a:gd name="connsiteY6" fmla="*/ 60968 h 94328"/>
                      <a:gd name="connsiteX7" fmla="*/ 49111 w 59908"/>
                      <a:gd name="connsiteY7" fmla="*/ 52481 h 94328"/>
                      <a:gd name="connsiteX8" fmla="*/ 58180 w 59908"/>
                      <a:gd name="connsiteY8" fmla="*/ 29499 h 94328"/>
                      <a:gd name="connsiteX9" fmla="*/ 48873 w 59908"/>
                      <a:gd name="connsiteY9" fmla="*/ 6279 h 94328"/>
                      <a:gd name="connsiteX10" fmla="*/ 22640 w 59908"/>
                      <a:gd name="connsiteY10" fmla="*/ -1990 h 94328"/>
                      <a:gd name="connsiteX11" fmla="*/ 10753 w 59908"/>
                      <a:gd name="connsiteY11" fmla="*/ -999 h 94328"/>
                      <a:gd name="connsiteX12" fmla="*/ -1728 w 59908"/>
                      <a:gd name="connsiteY12" fmla="*/ 1976 h 94328"/>
                      <a:gd name="connsiteX13" fmla="*/ -1728 w 59908"/>
                      <a:gd name="connsiteY13" fmla="*/ 14567 h 94328"/>
                      <a:gd name="connsiteX14" fmla="*/ 9801 w 59908"/>
                      <a:gd name="connsiteY14" fmla="*/ 10046 h 94328"/>
                      <a:gd name="connsiteX15" fmla="*/ 22382 w 59908"/>
                      <a:gd name="connsiteY15" fmla="*/ 8559 h 94328"/>
                      <a:gd name="connsiteX16" fmla="*/ 39368 w 59908"/>
                      <a:gd name="connsiteY16" fmla="*/ 14191 h 94328"/>
                      <a:gd name="connsiteX17" fmla="*/ 45639 w 59908"/>
                      <a:gd name="connsiteY17" fmla="*/ 29499 h 94328"/>
                      <a:gd name="connsiteX18" fmla="*/ 39368 w 59908"/>
                      <a:gd name="connsiteY18" fmla="*/ 44788 h 94328"/>
                      <a:gd name="connsiteX19" fmla="*/ 22382 w 59908"/>
                      <a:gd name="connsiteY19" fmla="*/ 50439 h 94328"/>
                      <a:gd name="connsiteX20" fmla="*/ 12361 w 59908"/>
                      <a:gd name="connsiteY20" fmla="*/ 49328 h 94328"/>
                      <a:gd name="connsiteX21" fmla="*/ 2181 w 59908"/>
                      <a:gd name="connsiteY21" fmla="*/ 45858 h 94328"/>
                      <a:gd name="connsiteX22" fmla="*/ 218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1" y="92338"/>
                        </a:moveTo>
                        <a:lnTo>
                          <a:pt x="51354" y="92338"/>
                        </a:lnTo>
                        <a:lnTo>
                          <a:pt x="51354" y="81789"/>
                        </a:lnTo>
                        <a:lnTo>
                          <a:pt x="13650" y="81789"/>
                        </a:lnTo>
                        <a:lnTo>
                          <a:pt x="13650" y="59124"/>
                        </a:lnTo>
                        <a:cubicBezTo>
                          <a:pt x="15463" y="59746"/>
                          <a:pt x="17275" y="60208"/>
                          <a:pt x="19088" y="60512"/>
                        </a:cubicBezTo>
                        <a:cubicBezTo>
                          <a:pt x="20913" y="60816"/>
                          <a:pt x="22739" y="60968"/>
                          <a:pt x="24565" y="60968"/>
                        </a:cubicBezTo>
                        <a:cubicBezTo>
                          <a:pt x="34897" y="60968"/>
                          <a:pt x="43079" y="58139"/>
                          <a:pt x="49111" y="52481"/>
                        </a:cubicBezTo>
                        <a:cubicBezTo>
                          <a:pt x="55157" y="46823"/>
                          <a:pt x="58180" y="39163"/>
                          <a:pt x="58180" y="29499"/>
                        </a:cubicBezTo>
                        <a:cubicBezTo>
                          <a:pt x="58180" y="19545"/>
                          <a:pt x="55078" y="11805"/>
                          <a:pt x="48873" y="6279"/>
                        </a:cubicBezTo>
                        <a:cubicBezTo>
                          <a:pt x="42669" y="766"/>
                          <a:pt x="33924" y="-1990"/>
                          <a:pt x="22640" y="-1990"/>
                        </a:cubicBezTo>
                        <a:cubicBezTo>
                          <a:pt x="18750" y="-1990"/>
                          <a:pt x="14788" y="-1660"/>
                          <a:pt x="10753" y="-999"/>
                        </a:cubicBezTo>
                        <a:cubicBezTo>
                          <a:pt x="6732" y="-338"/>
                          <a:pt x="2571" y="654"/>
                          <a:pt x="-1728" y="1976"/>
                        </a:cubicBezTo>
                        <a:lnTo>
                          <a:pt x="-1728" y="14567"/>
                        </a:lnTo>
                        <a:cubicBezTo>
                          <a:pt x="1989" y="12545"/>
                          <a:pt x="5832" y="11038"/>
                          <a:pt x="9801" y="10046"/>
                        </a:cubicBezTo>
                        <a:cubicBezTo>
                          <a:pt x="13770" y="9055"/>
                          <a:pt x="17963" y="8559"/>
                          <a:pt x="22382" y="8559"/>
                        </a:cubicBezTo>
                        <a:cubicBezTo>
                          <a:pt x="29539" y="8559"/>
                          <a:pt x="35201" y="10436"/>
                          <a:pt x="39368" y="14191"/>
                        </a:cubicBezTo>
                        <a:cubicBezTo>
                          <a:pt x="43548" y="17945"/>
                          <a:pt x="45639" y="23048"/>
                          <a:pt x="45639" y="29499"/>
                        </a:cubicBezTo>
                        <a:cubicBezTo>
                          <a:pt x="45639" y="35937"/>
                          <a:pt x="43548" y="41033"/>
                          <a:pt x="39368" y="44788"/>
                        </a:cubicBezTo>
                        <a:cubicBezTo>
                          <a:pt x="35201" y="48555"/>
                          <a:pt x="29539" y="50439"/>
                          <a:pt x="22382" y="50439"/>
                        </a:cubicBezTo>
                        <a:cubicBezTo>
                          <a:pt x="19035" y="50439"/>
                          <a:pt x="15694" y="50069"/>
                          <a:pt x="12361" y="49328"/>
                        </a:cubicBezTo>
                        <a:cubicBezTo>
                          <a:pt x="9040" y="48588"/>
                          <a:pt x="5647" y="47431"/>
                          <a:pt x="2181" y="45858"/>
                        </a:cubicBezTo>
                        <a:lnTo>
                          <a:pt x="218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5" name="Freeform: Shape 144">
                    <a:extLst>
                      <a:ext uri="{FF2B5EF4-FFF2-40B4-BE49-F238E27FC236}">
                        <a16:creationId xmlns:a16="http://schemas.microsoft.com/office/drawing/2014/main" id="{B59866F9-14CA-6433-2A91-583CE52066C3}"/>
                      </a:ext>
                    </a:extLst>
                  </p:cNvPr>
                  <p:cNvSpPr/>
                  <p:nvPr/>
                </p:nvSpPr>
                <p:spPr>
                  <a:xfrm flipV="1">
                    <a:off x="6706773" y="4960969"/>
                    <a:ext cx="59908" cy="94328"/>
                  </a:xfrm>
                  <a:custGeom>
                    <a:avLst/>
                    <a:gdLst>
                      <a:gd name="connsiteX0" fmla="*/ 2187 w 59908"/>
                      <a:gd name="connsiteY0" fmla="*/ 92338 h 94328"/>
                      <a:gd name="connsiteX1" fmla="*/ 51360 w 59908"/>
                      <a:gd name="connsiteY1" fmla="*/ 92338 h 94328"/>
                      <a:gd name="connsiteX2" fmla="*/ 51360 w 59908"/>
                      <a:gd name="connsiteY2" fmla="*/ 81789 h 94328"/>
                      <a:gd name="connsiteX3" fmla="*/ 13657 w 59908"/>
                      <a:gd name="connsiteY3" fmla="*/ 81789 h 94328"/>
                      <a:gd name="connsiteX4" fmla="*/ 13657 w 59908"/>
                      <a:gd name="connsiteY4" fmla="*/ 59124 h 94328"/>
                      <a:gd name="connsiteX5" fmla="*/ 19094 w 59908"/>
                      <a:gd name="connsiteY5" fmla="*/ 60512 h 94328"/>
                      <a:gd name="connsiteX6" fmla="*/ 24571 w 59908"/>
                      <a:gd name="connsiteY6" fmla="*/ 60968 h 94328"/>
                      <a:gd name="connsiteX7" fmla="*/ 49118 w 59908"/>
                      <a:gd name="connsiteY7" fmla="*/ 52481 h 94328"/>
                      <a:gd name="connsiteX8" fmla="*/ 58186 w 59908"/>
                      <a:gd name="connsiteY8" fmla="*/ 29499 h 94328"/>
                      <a:gd name="connsiteX9" fmla="*/ 48880 w 59908"/>
                      <a:gd name="connsiteY9" fmla="*/ 6279 h 94328"/>
                      <a:gd name="connsiteX10" fmla="*/ 22646 w 59908"/>
                      <a:gd name="connsiteY10" fmla="*/ -1990 h 94328"/>
                      <a:gd name="connsiteX11" fmla="*/ 10760 w 59908"/>
                      <a:gd name="connsiteY11" fmla="*/ -999 h 94328"/>
                      <a:gd name="connsiteX12" fmla="*/ -1722 w 59908"/>
                      <a:gd name="connsiteY12" fmla="*/ 1976 h 94328"/>
                      <a:gd name="connsiteX13" fmla="*/ -1722 w 59908"/>
                      <a:gd name="connsiteY13" fmla="*/ 14567 h 94328"/>
                      <a:gd name="connsiteX14" fmla="*/ 9807 w 59908"/>
                      <a:gd name="connsiteY14" fmla="*/ 10046 h 94328"/>
                      <a:gd name="connsiteX15" fmla="*/ 22388 w 59908"/>
                      <a:gd name="connsiteY15" fmla="*/ 8559 h 94328"/>
                      <a:gd name="connsiteX16" fmla="*/ 39374 w 59908"/>
                      <a:gd name="connsiteY16" fmla="*/ 14191 h 94328"/>
                      <a:gd name="connsiteX17" fmla="*/ 45645 w 59908"/>
                      <a:gd name="connsiteY17" fmla="*/ 29499 h 94328"/>
                      <a:gd name="connsiteX18" fmla="*/ 39374 w 59908"/>
                      <a:gd name="connsiteY18" fmla="*/ 44788 h 94328"/>
                      <a:gd name="connsiteX19" fmla="*/ 22388 w 59908"/>
                      <a:gd name="connsiteY19" fmla="*/ 50439 h 94328"/>
                      <a:gd name="connsiteX20" fmla="*/ 12367 w 59908"/>
                      <a:gd name="connsiteY20" fmla="*/ 49328 h 94328"/>
                      <a:gd name="connsiteX21" fmla="*/ 2187 w 59908"/>
                      <a:gd name="connsiteY21" fmla="*/ 45858 h 94328"/>
                      <a:gd name="connsiteX22" fmla="*/ 218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7" y="92338"/>
                        </a:moveTo>
                        <a:lnTo>
                          <a:pt x="51360" y="92338"/>
                        </a:lnTo>
                        <a:lnTo>
                          <a:pt x="51360" y="81789"/>
                        </a:lnTo>
                        <a:lnTo>
                          <a:pt x="13657" y="81789"/>
                        </a:lnTo>
                        <a:lnTo>
                          <a:pt x="13657" y="59124"/>
                        </a:lnTo>
                        <a:cubicBezTo>
                          <a:pt x="15469" y="59746"/>
                          <a:pt x="17282" y="60208"/>
                          <a:pt x="19094" y="60512"/>
                        </a:cubicBezTo>
                        <a:cubicBezTo>
                          <a:pt x="20920" y="60816"/>
                          <a:pt x="22745" y="60968"/>
                          <a:pt x="24571" y="60968"/>
                        </a:cubicBezTo>
                        <a:cubicBezTo>
                          <a:pt x="34903" y="60968"/>
                          <a:pt x="43085" y="58139"/>
                          <a:pt x="49118" y="52481"/>
                        </a:cubicBezTo>
                        <a:cubicBezTo>
                          <a:pt x="55163" y="46823"/>
                          <a:pt x="58186" y="39163"/>
                          <a:pt x="58186" y="29499"/>
                        </a:cubicBezTo>
                        <a:cubicBezTo>
                          <a:pt x="58186" y="19545"/>
                          <a:pt x="55084" y="11805"/>
                          <a:pt x="48880" y="6279"/>
                        </a:cubicBezTo>
                        <a:cubicBezTo>
                          <a:pt x="42675" y="766"/>
                          <a:pt x="33931" y="-1990"/>
                          <a:pt x="22646" y="-1990"/>
                        </a:cubicBezTo>
                        <a:cubicBezTo>
                          <a:pt x="18757" y="-1990"/>
                          <a:pt x="14795" y="-1660"/>
                          <a:pt x="10760" y="-999"/>
                        </a:cubicBezTo>
                        <a:cubicBezTo>
                          <a:pt x="6738" y="-338"/>
                          <a:pt x="2577" y="654"/>
                          <a:pt x="-1722" y="1976"/>
                        </a:cubicBezTo>
                        <a:lnTo>
                          <a:pt x="-1722" y="14567"/>
                        </a:lnTo>
                        <a:cubicBezTo>
                          <a:pt x="1995" y="12545"/>
                          <a:pt x="5838" y="11038"/>
                          <a:pt x="9807" y="10046"/>
                        </a:cubicBezTo>
                        <a:cubicBezTo>
                          <a:pt x="13776" y="9055"/>
                          <a:pt x="17970" y="8559"/>
                          <a:pt x="22388" y="8559"/>
                        </a:cubicBezTo>
                        <a:cubicBezTo>
                          <a:pt x="29545" y="8559"/>
                          <a:pt x="35207" y="10436"/>
                          <a:pt x="39374" y="14191"/>
                        </a:cubicBezTo>
                        <a:cubicBezTo>
                          <a:pt x="43555" y="17945"/>
                          <a:pt x="45645" y="23048"/>
                          <a:pt x="45645" y="29499"/>
                        </a:cubicBezTo>
                        <a:cubicBezTo>
                          <a:pt x="45645" y="35937"/>
                          <a:pt x="43555" y="41033"/>
                          <a:pt x="39374" y="44788"/>
                        </a:cubicBezTo>
                        <a:cubicBezTo>
                          <a:pt x="35207" y="48555"/>
                          <a:pt x="29545" y="50439"/>
                          <a:pt x="22388" y="50439"/>
                        </a:cubicBezTo>
                        <a:cubicBezTo>
                          <a:pt x="19041" y="50439"/>
                          <a:pt x="15701" y="50069"/>
                          <a:pt x="12367" y="49328"/>
                        </a:cubicBezTo>
                        <a:cubicBezTo>
                          <a:pt x="9046" y="48588"/>
                          <a:pt x="5653" y="47431"/>
                          <a:pt x="2187" y="45858"/>
                        </a:cubicBezTo>
                        <a:lnTo>
                          <a:pt x="218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6" name="Freeform: Shape 145">
                    <a:extLst>
                      <a:ext uri="{FF2B5EF4-FFF2-40B4-BE49-F238E27FC236}">
                        <a16:creationId xmlns:a16="http://schemas.microsoft.com/office/drawing/2014/main" id="{72C1608F-7A2E-76BF-052C-052C9CE29DB4}"/>
                      </a:ext>
                    </a:extLst>
                  </p:cNvPr>
                  <p:cNvSpPr/>
                  <p:nvPr/>
                </p:nvSpPr>
                <p:spPr>
                  <a:xfrm flipV="1">
                    <a:off x="6786146" y="4959304"/>
                    <a:ext cx="63996" cy="95994"/>
                  </a:xfrm>
                  <a:custGeom>
                    <a:avLst/>
                    <a:gdLst>
                      <a:gd name="connsiteX0" fmla="*/ 30241 w 63996"/>
                      <a:gd name="connsiteY0" fmla="*/ 84047 h 95994"/>
                      <a:gd name="connsiteX1" fmla="*/ 15696 w 63996"/>
                      <a:gd name="connsiteY1" fmla="*/ 74529 h 95994"/>
                      <a:gd name="connsiteX2" fmla="*/ 10834 w 63996"/>
                      <a:gd name="connsiteY2" fmla="*/ 45935 h 95994"/>
                      <a:gd name="connsiteX3" fmla="*/ 15696 w 63996"/>
                      <a:gd name="connsiteY3" fmla="*/ 17401 h 95994"/>
                      <a:gd name="connsiteX4" fmla="*/ 30241 w 63996"/>
                      <a:gd name="connsiteY4" fmla="*/ 7883 h 95994"/>
                      <a:gd name="connsiteX5" fmla="*/ 44846 w 63996"/>
                      <a:gd name="connsiteY5" fmla="*/ 17401 h 95994"/>
                      <a:gd name="connsiteX6" fmla="*/ 49728 w 63996"/>
                      <a:gd name="connsiteY6" fmla="*/ 45935 h 95994"/>
                      <a:gd name="connsiteX7" fmla="*/ 44846 w 63996"/>
                      <a:gd name="connsiteY7" fmla="*/ 74529 h 95994"/>
                      <a:gd name="connsiteX8" fmla="*/ 30241 w 63996"/>
                      <a:gd name="connsiteY8" fmla="*/ 84047 h 95994"/>
                      <a:gd name="connsiteX9" fmla="*/ 30241 w 63996"/>
                      <a:gd name="connsiteY9" fmla="*/ 93962 h 95994"/>
                      <a:gd name="connsiteX10" fmla="*/ 54034 w 63996"/>
                      <a:gd name="connsiteY10" fmla="*/ 81648 h 95994"/>
                      <a:gd name="connsiteX11" fmla="*/ 62249 w 63996"/>
                      <a:gd name="connsiteY11" fmla="*/ 45935 h 95994"/>
                      <a:gd name="connsiteX12" fmla="*/ 54034 w 63996"/>
                      <a:gd name="connsiteY12" fmla="*/ 10262 h 95994"/>
                      <a:gd name="connsiteX13" fmla="*/ 30241 w 63996"/>
                      <a:gd name="connsiteY13" fmla="*/ -2032 h 95994"/>
                      <a:gd name="connsiteX14" fmla="*/ 6469 w 63996"/>
                      <a:gd name="connsiteY14" fmla="*/ 10262 h 95994"/>
                      <a:gd name="connsiteX15" fmla="*/ -1747 w 63996"/>
                      <a:gd name="connsiteY15" fmla="*/ 45935 h 95994"/>
                      <a:gd name="connsiteX16" fmla="*/ 6469 w 63996"/>
                      <a:gd name="connsiteY16" fmla="*/ 81648 h 95994"/>
                      <a:gd name="connsiteX17" fmla="*/ 3024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41" y="84047"/>
                        </a:moveTo>
                        <a:cubicBezTo>
                          <a:pt x="23799" y="84047"/>
                          <a:pt x="18950" y="80875"/>
                          <a:pt x="15696" y="74529"/>
                        </a:cubicBezTo>
                        <a:cubicBezTo>
                          <a:pt x="12455" y="68197"/>
                          <a:pt x="10834" y="58666"/>
                          <a:pt x="10834" y="45935"/>
                        </a:cubicBezTo>
                        <a:cubicBezTo>
                          <a:pt x="10834" y="33258"/>
                          <a:pt x="12455" y="23746"/>
                          <a:pt x="15696" y="17401"/>
                        </a:cubicBezTo>
                        <a:cubicBezTo>
                          <a:pt x="18950" y="11055"/>
                          <a:pt x="23799" y="7883"/>
                          <a:pt x="30241" y="7883"/>
                        </a:cubicBezTo>
                        <a:cubicBezTo>
                          <a:pt x="36737" y="7883"/>
                          <a:pt x="41605" y="11055"/>
                          <a:pt x="44846" y="17401"/>
                        </a:cubicBezTo>
                        <a:cubicBezTo>
                          <a:pt x="48101" y="23746"/>
                          <a:pt x="49728" y="33258"/>
                          <a:pt x="49728" y="45935"/>
                        </a:cubicBezTo>
                        <a:cubicBezTo>
                          <a:pt x="49728" y="58666"/>
                          <a:pt x="48101" y="68197"/>
                          <a:pt x="44846" y="74529"/>
                        </a:cubicBezTo>
                        <a:cubicBezTo>
                          <a:pt x="41605" y="80875"/>
                          <a:pt x="36737" y="84047"/>
                          <a:pt x="30241" y="84047"/>
                        </a:cubicBezTo>
                        <a:close/>
                        <a:moveTo>
                          <a:pt x="30241" y="93962"/>
                        </a:moveTo>
                        <a:cubicBezTo>
                          <a:pt x="40626" y="93962"/>
                          <a:pt x="48557" y="89857"/>
                          <a:pt x="54034" y="81648"/>
                        </a:cubicBezTo>
                        <a:cubicBezTo>
                          <a:pt x="59511" y="73452"/>
                          <a:pt x="62249" y="61548"/>
                          <a:pt x="62249" y="45935"/>
                        </a:cubicBezTo>
                        <a:cubicBezTo>
                          <a:pt x="62249" y="30363"/>
                          <a:pt x="59511" y="18471"/>
                          <a:pt x="54034" y="10262"/>
                        </a:cubicBezTo>
                        <a:cubicBezTo>
                          <a:pt x="48557" y="2066"/>
                          <a:pt x="40626" y="-2032"/>
                          <a:pt x="30241" y="-2032"/>
                        </a:cubicBezTo>
                        <a:cubicBezTo>
                          <a:pt x="19870" y="-2032"/>
                          <a:pt x="11946" y="2066"/>
                          <a:pt x="6469" y="10262"/>
                        </a:cubicBezTo>
                        <a:cubicBezTo>
                          <a:pt x="992" y="18471"/>
                          <a:pt x="-1747" y="30363"/>
                          <a:pt x="-1747" y="45935"/>
                        </a:cubicBezTo>
                        <a:cubicBezTo>
                          <a:pt x="-1747" y="61548"/>
                          <a:pt x="992" y="73452"/>
                          <a:pt x="6469" y="81648"/>
                        </a:cubicBezTo>
                        <a:cubicBezTo>
                          <a:pt x="11946" y="89857"/>
                          <a:pt x="19870" y="93962"/>
                          <a:pt x="3024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47" name="Graphic 101">
                <a:extLst>
                  <a:ext uri="{FF2B5EF4-FFF2-40B4-BE49-F238E27FC236}">
                    <a16:creationId xmlns:a16="http://schemas.microsoft.com/office/drawing/2014/main" id="{37E173C7-F542-83C5-40BC-1BAF2DFDAD61}"/>
                  </a:ext>
                </a:extLst>
              </p:cNvPr>
              <p:cNvGrpSpPr/>
              <p:nvPr/>
            </p:nvGrpSpPr>
            <p:grpSpPr>
              <a:xfrm>
                <a:off x="7194317" y="4868227"/>
                <a:ext cx="224169" cy="187070"/>
                <a:chOff x="719431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148" name="Freeform: Shape 147">
                  <a:extLst>
                    <a:ext uri="{FF2B5EF4-FFF2-40B4-BE49-F238E27FC236}">
                      <a16:creationId xmlns:a16="http://schemas.microsoft.com/office/drawing/2014/main" id="{50C7BCAF-D192-7C45-834A-3275337D71DC}"/>
                    </a:ext>
                  </a:extLst>
                </p:cNvPr>
                <p:cNvSpPr/>
                <p:nvPr/>
              </p:nvSpPr>
              <p:spPr>
                <a:xfrm>
                  <a:off x="7305720" y="4868227"/>
                  <a:ext cx="12700" cy="44417"/>
                </a:xfrm>
                <a:custGeom>
                  <a:avLst/>
                  <a:gdLst>
                    <a:gd name="connsiteX0" fmla="*/ 326 w 12700"/>
                    <a:gd name="connsiteY0" fmla="*/ 286 h 44417"/>
                    <a:gd name="connsiteX1" fmla="*/ 32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26" y="286"/>
                      </a:moveTo>
                      <a:lnTo>
                        <a:pt x="32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49" name="Graphic 101">
                  <a:extLst>
                    <a:ext uri="{FF2B5EF4-FFF2-40B4-BE49-F238E27FC236}">
                      <a16:creationId xmlns:a16="http://schemas.microsoft.com/office/drawing/2014/main" id="{F69CDB6F-B020-3322-6F23-779667CC50D7}"/>
                    </a:ext>
                  </a:extLst>
                </p:cNvPr>
                <p:cNvGrpSpPr/>
                <p:nvPr/>
              </p:nvGrpSpPr>
              <p:grpSpPr>
                <a:xfrm>
                  <a:off x="7194317" y="4959304"/>
                  <a:ext cx="224169" cy="95994"/>
                  <a:chOff x="719431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50" name="Freeform: Shape 149">
                    <a:extLst>
                      <a:ext uri="{FF2B5EF4-FFF2-40B4-BE49-F238E27FC236}">
                        <a16:creationId xmlns:a16="http://schemas.microsoft.com/office/drawing/2014/main" id="{567E5EF8-9212-E2B1-5E7D-3F7DE8527FF0}"/>
                      </a:ext>
                    </a:extLst>
                  </p:cNvPr>
                  <p:cNvSpPr/>
                  <p:nvPr/>
                </p:nvSpPr>
                <p:spPr>
                  <a:xfrm flipV="1">
                    <a:off x="7194317" y="4960969"/>
                    <a:ext cx="59908" cy="94328"/>
                  </a:xfrm>
                  <a:custGeom>
                    <a:avLst/>
                    <a:gdLst>
                      <a:gd name="connsiteX0" fmla="*/ 2226 w 59908"/>
                      <a:gd name="connsiteY0" fmla="*/ 92338 h 94328"/>
                      <a:gd name="connsiteX1" fmla="*/ 51398 w 59908"/>
                      <a:gd name="connsiteY1" fmla="*/ 92338 h 94328"/>
                      <a:gd name="connsiteX2" fmla="*/ 51398 w 59908"/>
                      <a:gd name="connsiteY2" fmla="*/ 81789 h 94328"/>
                      <a:gd name="connsiteX3" fmla="*/ 13695 w 59908"/>
                      <a:gd name="connsiteY3" fmla="*/ 81789 h 94328"/>
                      <a:gd name="connsiteX4" fmla="*/ 13695 w 59908"/>
                      <a:gd name="connsiteY4" fmla="*/ 59124 h 94328"/>
                      <a:gd name="connsiteX5" fmla="*/ 19132 w 59908"/>
                      <a:gd name="connsiteY5" fmla="*/ 60512 h 94328"/>
                      <a:gd name="connsiteX6" fmla="*/ 24609 w 59908"/>
                      <a:gd name="connsiteY6" fmla="*/ 60968 h 94328"/>
                      <a:gd name="connsiteX7" fmla="*/ 49156 w 59908"/>
                      <a:gd name="connsiteY7" fmla="*/ 52481 h 94328"/>
                      <a:gd name="connsiteX8" fmla="*/ 58225 w 59908"/>
                      <a:gd name="connsiteY8" fmla="*/ 29499 h 94328"/>
                      <a:gd name="connsiteX9" fmla="*/ 48918 w 59908"/>
                      <a:gd name="connsiteY9" fmla="*/ 6279 h 94328"/>
                      <a:gd name="connsiteX10" fmla="*/ 22684 w 59908"/>
                      <a:gd name="connsiteY10" fmla="*/ -1990 h 94328"/>
                      <a:gd name="connsiteX11" fmla="*/ 10798 w 59908"/>
                      <a:gd name="connsiteY11" fmla="*/ -999 h 94328"/>
                      <a:gd name="connsiteX12" fmla="*/ -1684 w 59908"/>
                      <a:gd name="connsiteY12" fmla="*/ 1976 h 94328"/>
                      <a:gd name="connsiteX13" fmla="*/ -1684 w 59908"/>
                      <a:gd name="connsiteY13" fmla="*/ 14567 h 94328"/>
                      <a:gd name="connsiteX14" fmla="*/ 9846 w 59908"/>
                      <a:gd name="connsiteY14" fmla="*/ 10046 h 94328"/>
                      <a:gd name="connsiteX15" fmla="*/ 22426 w 59908"/>
                      <a:gd name="connsiteY15" fmla="*/ 8559 h 94328"/>
                      <a:gd name="connsiteX16" fmla="*/ 39413 w 59908"/>
                      <a:gd name="connsiteY16" fmla="*/ 14191 h 94328"/>
                      <a:gd name="connsiteX17" fmla="*/ 45683 w 59908"/>
                      <a:gd name="connsiteY17" fmla="*/ 29499 h 94328"/>
                      <a:gd name="connsiteX18" fmla="*/ 39413 w 59908"/>
                      <a:gd name="connsiteY18" fmla="*/ 44788 h 94328"/>
                      <a:gd name="connsiteX19" fmla="*/ 22426 w 59908"/>
                      <a:gd name="connsiteY19" fmla="*/ 50439 h 94328"/>
                      <a:gd name="connsiteX20" fmla="*/ 12405 w 59908"/>
                      <a:gd name="connsiteY20" fmla="*/ 49328 h 94328"/>
                      <a:gd name="connsiteX21" fmla="*/ 2226 w 59908"/>
                      <a:gd name="connsiteY21" fmla="*/ 45858 h 94328"/>
                      <a:gd name="connsiteX22" fmla="*/ 222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26" y="92338"/>
                        </a:moveTo>
                        <a:lnTo>
                          <a:pt x="51398" y="92338"/>
                        </a:lnTo>
                        <a:lnTo>
                          <a:pt x="51398" y="81789"/>
                        </a:lnTo>
                        <a:lnTo>
                          <a:pt x="13695" y="81789"/>
                        </a:lnTo>
                        <a:lnTo>
                          <a:pt x="13695" y="59124"/>
                        </a:lnTo>
                        <a:cubicBezTo>
                          <a:pt x="15508" y="59746"/>
                          <a:pt x="17320" y="60208"/>
                          <a:pt x="19132" y="60512"/>
                        </a:cubicBezTo>
                        <a:cubicBezTo>
                          <a:pt x="20958" y="60816"/>
                          <a:pt x="22784" y="60968"/>
                          <a:pt x="24609" y="60968"/>
                        </a:cubicBezTo>
                        <a:cubicBezTo>
                          <a:pt x="34941" y="60968"/>
                          <a:pt x="43124" y="58139"/>
                          <a:pt x="49156" y="52481"/>
                        </a:cubicBezTo>
                        <a:cubicBezTo>
                          <a:pt x="55202" y="46823"/>
                          <a:pt x="58225" y="39163"/>
                          <a:pt x="58225" y="29499"/>
                        </a:cubicBezTo>
                        <a:cubicBezTo>
                          <a:pt x="58225" y="19545"/>
                          <a:pt x="55122" y="11805"/>
                          <a:pt x="48918" y="6279"/>
                        </a:cubicBezTo>
                        <a:cubicBezTo>
                          <a:pt x="42713" y="766"/>
                          <a:pt x="33969" y="-1990"/>
                          <a:pt x="22684" y="-1990"/>
                        </a:cubicBezTo>
                        <a:cubicBezTo>
                          <a:pt x="18795" y="-1990"/>
                          <a:pt x="14833" y="-1660"/>
                          <a:pt x="10798" y="-999"/>
                        </a:cubicBezTo>
                        <a:cubicBezTo>
                          <a:pt x="6776" y="-338"/>
                          <a:pt x="2616" y="654"/>
                          <a:pt x="-1684" y="1976"/>
                        </a:cubicBezTo>
                        <a:lnTo>
                          <a:pt x="-1684" y="14567"/>
                        </a:lnTo>
                        <a:cubicBezTo>
                          <a:pt x="2034" y="12545"/>
                          <a:pt x="5877" y="11038"/>
                          <a:pt x="9846" y="10046"/>
                        </a:cubicBezTo>
                        <a:cubicBezTo>
                          <a:pt x="13814" y="9055"/>
                          <a:pt x="18008" y="8559"/>
                          <a:pt x="22426" y="8559"/>
                        </a:cubicBezTo>
                        <a:cubicBezTo>
                          <a:pt x="29583" y="8559"/>
                          <a:pt x="35246" y="10436"/>
                          <a:pt x="39413" y="14191"/>
                        </a:cubicBezTo>
                        <a:cubicBezTo>
                          <a:pt x="43593" y="17945"/>
                          <a:pt x="45683" y="23048"/>
                          <a:pt x="45683" y="29499"/>
                        </a:cubicBezTo>
                        <a:cubicBezTo>
                          <a:pt x="45683" y="35937"/>
                          <a:pt x="43593" y="41033"/>
                          <a:pt x="39413" y="44788"/>
                        </a:cubicBezTo>
                        <a:cubicBezTo>
                          <a:pt x="35246" y="48555"/>
                          <a:pt x="29583" y="50439"/>
                          <a:pt x="22426" y="50439"/>
                        </a:cubicBezTo>
                        <a:cubicBezTo>
                          <a:pt x="19080" y="50439"/>
                          <a:pt x="15739" y="50069"/>
                          <a:pt x="12405" y="49328"/>
                        </a:cubicBezTo>
                        <a:cubicBezTo>
                          <a:pt x="9085" y="48588"/>
                          <a:pt x="5692" y="47431"/>
                          <a:pt x="2226" y="45858"/>
                        </a:cubicBezTo>
                        <a:lnTo>
                          <a:pt x="222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1" name="Freeform: Shape 150">
                    <a:extLst>
                      <a:ext uri="{FF2B5EF4-FFF2-40B4-BE49-F238E27FC236}">
                        <a16:creationId xmlns:a16="http://schemas.microsoft.com/office/drawing/2014/main" id="{6D565D26-5F20-4A89-9EAE-DC50A289B8F8}"/>
                      </a:ext>
                    </a:extLst>
                  </p:cNvPr>
                  <p:cNvSpPr/>
                  <p:nvPr/>
                </p:nvSpPr>
                <p:spPr>
                  <a:xfrm flipV="1">
                    <a:off x="7274186" y="4959304"/>
                    <a:ext cx="63936" cy="95994"/>
                  </a:xfrm>
                  <a:custGeom>
                    <a:avLst/>
                    <a:gdLst>
                      <a:gd name="connsiteX0" fmla="*/ 31328 w 63936"/>
                      <a:gd name="connsiteY0" fmla="*/ 51012 h 95994"/>
                      <a:gd name="connsiteX1" fmla="*/ 17953 w 63936"/>
                      <a:gd name="connsiteY1" fmla="*/ 45241 h 95994"/>
                      <a:gd name="connsiteX2" fmla="*/ 13032 w 63936"/>
                      <a:gd name="connsiteY2" fmla="*/ 29457 h 95994"/>
                      <a:gd name="connsiteX3" fmla="*/ 17953 w 63936"/>
                      <a:gd name="connsiteY3" fmla="*/ 13673 h 95994"/>
                      <a:gd name="connsiteX4" fmla="*/ 31328 w 63936"/>
                      <a:gd name="connsiteY4" fmla="*/ 7883 h 95994"/>
                      <a:gd name="connsiteX5" fmla="*/ 44683 w 63936"/>
                      <a:gd name="connsiteY5" fmla="*/ 13673 h 95994"/>
                      <a:gd name="connsiteX6" fmla="*/ 49604 w 63936"/>
                      <a:gd name="connsiteY6" fmla="*/ 29457 h 95994"/>
                      <a:gd name="connsiteX7" fmla="*/ 44683 w 63936"/>
                      <a:gd name="connsiteY7" fmla="*/ 45241 h 95994"/>
                      <a:gd name="connsiteX8" fmla="*/ 31328 w 63936"/>
                      <a:gd name="connsiteY8" fmla="*/ 51012 h 95994"/>
                      <a:gd name="connsiteX9" fmla="*/ 56192 w 63936"/>
                      <a:gd name="connsiteY9" fmla="*/ 90254 h 95994"/>
                      <a:gd name="connsiteX10" fmla="*/ 56192 w 63936"/>
                      <a:gd name="connsiteY10" fmla="*/ 78852 h 95994"/>
                      <a:gd name="connsiteX11" fmla="*/ 46667 w 63936"/>
                      <a:gd name="connsiteY11" fmla="*/ 82243 h 95994"/>
                      <a:gd name="connsiteX12" fmla="*/ 37142 w 63936"/>
                      <a:gd name="connsiteY12" fmla="*/ 83433 h 95994"/>
                      <a:gd name="connsiteX13" fmla="*/ 18191 w 63936"/>
                      <a:gd name="connsiteY13" fmla="*/ 75065 h 95994"/>
                      <a:gd name="connsiteX14" fmla="*/ 10730 w 63936"/>
                      <a:gd name="connsiteY14" fmla="*/ 49782 h 95994"/>
                      <a:gd name="connsiteX15" fmla="*/ 19898 w 63936"/>
                      <a:gd name="connsiteY15" fmla="*/ 58051 h 95994"/>
                      <a:gd name="connsiteX16" fmla="*/ 32062 w 63936"/>
                      <a:gd name="connsiteY16" fmla="*/ 60926 h 95994"/>
                      <a:gd name="connsiteX17" fmla="*/ 54109 w 63936"/>
                      <a:gd name="connsiteY17" fmla="*/ 52459 h 95994"/>
                      <a:gd name="connsiteX18" fmla="*/ 62205 w 63936"/>
                      <a:gd name="connsiteY18" fmla="*/ 29457 h 95994"/>
                      <a:gd name="connsiteX19" fmla="*/ 53771 w 63936"/>
                      <a:gd name="connsiteY19" fmla="*/ 6574 h 95994"/>
                      <a:gd name="connsiteX20" fmla="*/ 31328 w 63936"/>
                      <a:gd name="connsiteY20" fmla="*/ -2032 h 95994"/>
                      <a:gd name="connsiteX21" fmla="*/ 6761 w 63936"/>
                      <a:gd name="connsiteY21" fmla="*/ 10262 h 95994"/>
                      <a:gd name="connsiteX22" fmla="*/ -1732 w 63936"/>
                      <a:gd name="connsiteY22" fmla="*/ 45935 h 95994"/>
                      <a:gd name="connsiteX23" fmla="*/ 8686 w 63936"/>
                      <a:gd name="connsiteY23" fmla="*/ 80914 h 95994"/>
                      <a:gd name="connsiteX24" fmla="*/ 36646 w 63936"/>
                      <a:gd name="connsiteY24" fmla="*/ 93962 h 95994"/>
                      <a:gd name="connsiteX25" fmla="*/ 46171 w 63936"/>
                      <a:gd name="connsiteY25" fmla="*/ 93030 h 95994"/>
                      <a:gd name="connsiteX26" fmla="*/ 56192 w 63936"/>
                      <a:gd name="connsiteY26" fmla="*/ 9025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936" h="95994">
                        <a:moveTo>
                          <a:pt x="31328" y="51012"/>
                        </a:moveTo>
                        <a:cubicBezTo>
                          <a:pt x="25706" y="51012"/>
                          <a:pt x="21247" y="49088"/>
                          <a:pt x="17953" y="45241"/>
                        </a:cubicBezTo>
                        <a:cubicBezTo>
                          <a:pt x="14672" y="41408"/>
                          <a:pt x="13032" y="36146"/>
                          <a:pt x="13032" y="29457"/>
                        </a:cubicBezTo>
                        <a:cubicBezTo>
                          <a:pt x="13032" y="22808"/>
                          <a:pt x="14672" y="17546"/>
                          <a:pt x="17953" y="13673"/>
                        </a:cubicBezTo>
                        <a:cubicBezTo>
                          <a:pt x="21247" y="9813"/>
                          <a:pt x="25706" y="7883"/>
                          <a:pt x="31328" y="7883"/>
                        </a:cubicBezTo>
                        <a:cubicBezTo>
                          <a:pt x="36950" y="7883"/>
                          <a:pt x="41402" y="9813"/>
                          <a:pt x="44683" y="13673"/>
                        </a:cubicBezTo>
                        <a:cubicBezTo>
                          <a:pt x="47964" y="17546"/>
                          <a:pt x="49604" y="22808"/>
                          <a:pt x="49604" y="29457"/>
                        </a:cubicBezTo>
                        <a:cubicBezTo>
                          <a:pt x="49604" y="36146"/>
                          <a:pt x="47964" y="41408"/>
                          <a:pt x="44683" y="45241"/>
                        </a:cubicBezTo>
                        <a:cubicBezTo>
                          <a:pt x="41402" y="49088"/>
                          <a:pt x="36950" y="51012"/>
                          <a:pt x="31328" y="51012"/>
                        </a:cubicBezTo>
                        <a:close/>
                        <a:moveTo>
                          <a:pt x="56192" y="90254"/>
                        </a:moveTo>
                        <a:lnTo>
                          <a:pt x="56192" y="78852"/>
                        </a:lnTo>
                        <a:cubicBezTo>
                          <a:pt x="53044" y="80333"/>
                          <a:pt x="49869" y="81463"/>
                          <a:pt x="46667" y="82243"/>
                        </a:cubicBezTo>
                        <a:cubicBezTo>
                          <a:pt x="43466" y="83036"/>
                          <a:pt x="40291" y="83433"/>
                          <a:pt x="37142" y="83433"/>
                        </a:cubicBezTo>
                        <a:cubicBezTo>
                          <a:pt x="28874" y="83433"/>
                          <a:pt x="22557" y="80643"/>
                          <a:pt x="18191" y="75065"/>
                        </a:cubicBezTo>
                        <a:cubicBezTo>
                          <a:pt x="13839" y="69486"/>
                          <a:pt x="11352" y="61058"/>
                          <a:pt x="10730" y="49782"/>
                        </a:cubicBezTo>
                        <a:cubicBezTo>
                          <a:pt x="13164" y="53378"/>
                          <a:pt x="16220" y="56134"/>
                          <a:pt x="19898" y="58051"/>
                        </a:cubicBezTo>
                        <a:cubicBezTo>
                          <a:pt x="23589" y="59968"/>
                          <a:pt x="27644" y="60926"/>
                          <a:pt x="32062" y="60926"/>
                        </a:cubicBezTo>
                        <a:cubicBezTo>
                          <a:pt x="41362" y="60926"/>
                          <a:pt x="48711" y="58104"/>
                          <a:pt x="54109" y="52459"/>
                        </a:cubicBezTo>
                        <a:cubicBezTo>
                          <a:pt x="59506" y="46828"/>
                          <a:pt x="62205" y="39160"/>
                          <a:pt x="62205" y="29457"/>
                        </a:cubicBezTo>
                        <a:cubicBezTo>
                          <a:pt x="62205" y="19952"/>
                          <a:pt x="59394" y="12324"/>
                          <a:pt x="53771" y="6574"/>
                        </a:cubicBezTo>
                        <a:cubicBezTo>
                          <a:pt x="48149" y="837"/>
                          <a:pt x="40668" y="-2032"/>
                          <a:pt x="31328" y="-2032"/>
                        </a:cubicBezTo>
                        <a:cubicBezTo>
                          <a:pt x="20612" y="-2032"/>
                          <a:pt x="12423" y="2066"/>
                          <a:pt x="6761" y="10262"/>
                        </a:cubicBezTo>
                        <a:cubicBezTo>
                          <a:pt x="1099" y="18471"/>
                          <a:pt x="-1732" y="30363"/>
                          <a:pt x="-1732" y="45935"/>
                        </a:cubicBezTo>
                        <a:cubicBezTo>
                          <a:pt x="-1732" y="60556"/>
                          <a:pt x="1741" y="72216"/>
                          <a:pt x="8686" y="80914"/>
                        </a:cubicBezTo>
                        <a:cubicBezTo>
                          <a:pt x="15632" y="89613"/>
                          <a:pt x="24952" y="93962"/>
                          <a:pt x="36646" y="93962"/>
                        </a:cubicBezTo>
                        <a:cubicBezTo>
                          <a:pt x="39795" y="93962"/>
                          <a:pt x="42970" y="93651"/>
                          <a:pt x="46171" y="93030"/>
                        </a:cubicBezTo>
                        <a:cubicBezTo>
                          <a:pt x="49373" y="92409"/>
                          <a:pt x="52713" y="91483"/>
                          <a:pt x="56192" y="9025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2" name="Freeform: Shape 151">
                    <a:extLst>
                      <a:ext uri="{FF2B5EF4-FFF2-40B4-BE49-F238E27FC236}">
                        <a16:creationId xmlns:a16="http://schemas.microsoft.com/office/drawing/2014/main" id="{8D118244-5721-CE97-21E4-35165BE9BB04}"/>
                      </a:ext>
                    </a:extLst>
                  </p:cNvPr>
                  <p:cNvSpPr/>
                  <p:nvPr/>
                </p:nvSpPr>
                <p:spPr>
                  <a:xfrm flipV="1">
                    <a:off x="7354491" y="4959304"/>
                    <a:ext cx="63996" cy="95994"/>
                  </a:xfrm>
                  <a:custGeom>
                    <a:avLst/>
                    <a:gdLst>
                      <a:gd name="connsiteX0" fmla="*/ 30286 w 63996"/>
                      <a:gd name="connsiteY0" fmla="*/ 84047 h 95994"/>
                      <a:gd name="connsiteX1" fmla="*/ 15741 w 63996"/>
                      <a:gd name="connsiteY1" fmla="*/ 74529 h 95994"/>
                      <a:gd name="connsiteX2" fmla="*/ 10879 w 63996"/>
                      <a:gd name="connsiteY2" fmla="*/ 45935 h 95994"/>
                      <a:gd name="connsiteX3" fmla="*/ 15741 w 63996"/>
                      <a:gd name="connsiteY3" fmla="*/ 17401 h 95994"/>
                      <a:gd name="connsiteX4" fmla="*/ 30286 w 63996"/>
                      <a:gd name="connsiteY4" fmla="*/ 7883 h 95994"/>
                      <a:gd name="connsiteX5" fmla="*/ 44891 w 63996"/>
                      <a:gd name="connsiteY5" fmla="*/ 17401 h 95994"/>
                      <a:gd name="connsiteX6" fmla="*/ 49773 w 63996"/>
                      <a:gd name="connsiteY6" fmla="*/ 45935 h 95994"/>
                      <a:gd name="connsiteX7" fmla="*/ 44891 w 63996"/>
                      <a:gd name="connsiteY7" fmla="*/ 74529 h 95994"/>
                      <a:gd name="connsiteX8" fmla="*/ 30286 w 63996"/>
                      <a:gd name="connsiteY8" fmla="*/ 84047 h 95994"/>
                      <a:gd name="connsiteX9" fmla="*/ 30286 w 63996"/>
                      <a:gd name="connsiteY9" fmla="*/ 93962 h 95994"/>
                      <a:gd name="connsiteX10" fmla="*/ 54079 w 63996"/>
                      <a:gd name="connsiteY10" fmla="*/ 81648 h 95994"/>
                      <a:gd name="connsiteX11" fmla="*/ 62294 w 63996"/>
                      <a:gd name="connsiteY11" fmla="*/ 45935 h 95994"/>
                      <a:gd name="connsiteX12" fmla="*/ 54079 w 63996"/>
                      <a:gd name="connsiteY12" fmla="*/ 10262 h 95994"/>
                      <a:gd name="connsiteX13" fmla="*/ 30286 w 63996"/>
                      <a:gd name="connsiteY13" fmla="*/ -2032 h 95994"/>
                      <a:gd name="connsiteX14" fmla="*/ 6513 w 63996"/>
                      <a:gd name="connsiteY14" fmla="*/ 10262 h 95994"/>
                      <a:gd name="connsiteX15" fmla="*/ -1702 w 63996"/>
                      <a:gd name="connsiteY15" fmla="*/ 45935 h 95994"/>
                      <a:gd name="connsiteX16" fmla="*/ 6513 w 63996"/>
                      <a:gd name="connsiteY16" fmla="*/ 81648 h 95994"/>
                      <a:gd name="connsiteX17" fmla="*/ 3028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86" y="84047"/>
                        </a:moveTo>
                        <a:cubicBezTo>
                          <a:pt x="23844" y="84047"/>
                          <a:pt x="18995" y="80875"/>
                          <a:pt x="15741" y="74529"/>
                        </a:cubicBezTo>
                        <a:cubicBezTo>
                          <a:pt x="12500" y="68197"/>
                          <a:pt x="10879" y="58666"/>
                          <a:pt x="10879" y="45935"/>
                        </a:cubicBezTo>
                        <a:cubicBezTo>
                          <a:pt x="10879" y="33258"/>
                          <a:pt x="12500" y="23746"/>
                          <a:pt x="15741" y="17401"/>
                        </a:cubicBezTo>
                        <a:cubicBezTo>
                          <a:pt x="18995" y="11055"/>
                          <a:pt x="23844" y="7883"/>
                          <a:pt x="30286" y="7883"/>
                        </a:cubicBezTo>
                        <a:cubicBezTo>
                          <a:pt x="36782" y="7883"/>
                          <a:pt x="41650" y="11055"/>
                          <a:pt x="44891" y="17401"/>
                        </a:cubicBezTo>
                        <a:cubicBezTo>
                          <a:pt x="48146" y="23746"/>
                          <a:pt x="49773" y="33258"/>
                          <a:pt x="49773" y="45935"/>
                        </a:cubicBezTo>
                        <a:cubicBezTo>
                          <a:pt x="49773" y="58666"/>
                          <a:pt x="48146" y="68197"/>
                          <a:pt x="44891" y="74529"/>
                        </a:cubicBezTo>
                        <a:cubicBezTo>
                          <a:pt x="41650" y="80875"/>
                          <a:pt x="36782" y="84047"/>
                          <a:pt x="30286" y="84047"/>
                        </a:cubicBezTo>
                        <a:close/>
                        <a:moveTo>
                          <a:pt x="30286" y="93962"/>
                        </a:moveTo>
                        <a:cubicBezTo>
                          <a:pt x="40671" y="93962"/>
                          <a:pt x="48602" y="89857"/>
                          <a:pt x="54079" y="81648"/>
                        </a:cubicBezTo>
                        <a:cubicBezTo>
                          <a:pt x="59556" y="73452"/>
                          <a:pt x="62294" y="61548"/>
                          <a:pt x="62294" y="45935"/>
                        </a:cubicBezTo>
                        <a:cubicBezTo>
                          <a:pt x="62294" y="30363"/>
                          <a:pt x="59556" y="18471"/>
                          <a:pt x="54079" y="10262"/>
                        </a:cubicBezTo>
                        <a:cubicBezTo>
                          <a:pt x="48602" y="2066"/>
                          <a:pt x="40671" y="-2032"/>
                          <a:pt x="30286" y="-2032"/>
                        </a:cubicBezTo>
                        <a:cubicBezTo>
                          <a:pt x="19915" y="-2032"/>
                          <a:pt x="11990" y="2066"/>
                          <a:pt x="6513" y="10262"/>
                        </a:cubicBezTo>
                        <a:cubicBezTo>
                          <a:pt x="1037" y="18471"/>
                          <a:pt x="-1702" y="30363"/>
                          <a:pt x="-1702" y="45935"/>
                        </a:cubicBezTo>
                        <a:cubicBezTo>
                          <a:pt x="-1702" y="61548"/>
                          <a:pt x="1037" y="73452"/>
                          <a:pt x="6513" y="81648"/>
                        </a:cubicBezTo>
                        <a:cubicBezTo>
                          <a:pt x="11990" y="89857"/>
                          <a:pt x="19915" y="93962"/>
                          <a:pt x="3028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53" name="Graphic 101">
                <a:extLst>
                  <a:ext uri="{FF2B5EF4-FFF2-40B4-BE49-F238E27FC236}">
                    <a16:creationId xmlns:a16="http://schemas.microsoft.com/office/drawing/2014/main" id="{34681D4A-35B0-B6D8-AFB2-EE3892183525}"/>
                  </a:ext>
                </a:extLst>
              </p:cNvPr>
              <p:cNvGrpSpPr/>
              <p:nvPr/>
            </p:nvGrpSpPr>
            <p:grpSpPr>
              <a:xfrm>
                <a:off x="7762663" y="4868227"/>
                <a:ext cx="224169" cy="187070"/>
                <a:chOff x="7762663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id="{176C5E3D-B2B4-2F1A-7BCB-D95777906A43}"/>
                    </a:ext>
                  </a:extLst>
                </p:cNvPr>
                <p:cNvSpPr/>
                <p:nvPr/>
              </p:nvSpPr>
              <p:spPr>
                <a:xfrm>
                  <a:off x="7874066" y="4868227"/>
                  <a:ext cx="12700" cy="44417"/>
                </a:xfrm>
                <a:custGeom>
                  <a:avLst/>
                  <a:gdLst>
                    <a:gd name="connsiteX0" fmla="*/ 371 w 12700"/>
                    <a:gd name="connsiteY0" fmla="*/ 286 h 44417"/>
                    <a:gd name="connsiteX1" fmla="*/ 371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71" y="286"/>
                      </a:moveTo>
                      <a:lnTo>
                        <a:pt x="371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55" name="Graphic 101">
                  <a:extLst>
                    <a:ext uri="{FF2B5EF4-FFF2-40B4-BE49-F238E27FC236}">
                      <a16:creationId xmlns:a16="http://schemas.microsoft.com/office/drawing/2014/main" id="{5FFBA478-4765-25DB-233E-8CF921821F0C}"/>
                    </a:ext>
                  </a:extLst>
                </p:cNvPr>
                <p:cNvGrpSpPr/>
                <p:nvPr/>
              </p:nvGrpSpPr>
              <p:grpSpPr>
                <a:xfrm>
                  <a:off x="7762663" y="4959304"/>
                  <a:ext cx="224169" cy="95994"/>
                  <a:chOff x="7762663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56" name="Freeform: Shape 155">
                    <a:extLst>
                      <a:ext uri="{FF2B5EF4-FFF2-40B4-BE49-F238E27FC236}">
                        <a16:creationId xmlns:a16="http://schemas.microsoft.com/office/drawing/2014/main" id="{38378788-B67C-6B63-4667-4A11C3688E76}"/>
                      </a:ext>
                    </a:extLst>
                  </p:cNvPr>
                  <p:cNvSpPr/>
                  <p:nvPr/>
                </p:nvSpPr>
                <p:spPr>
                  <a:xfrm flipV="1">
                    <a:off x="7762663" y="4960969"/>
                    <a:ext cx="59908" cy="94328"/>
                  </a:xfrm>
                  <a:custGeom>
                    <a:avLst/>
                    <a:gdLst>
                      <a:gd name="connsiteX0" fmla="*/ 2270 w 59908"/>
                      <a:gd name="connsiteY0" fmla="*/ 92338 h 94328"/>
                      <a:gd name="connsiteX1" fmla="*/ 51443 w 59908"/>
                      <a:gd name="connsiteY1" fmla="*/ 92338 h 94328"/>
                      <a:gd name="connsiteX2" fmla="*/ 51443 w 59908"/>
                      <a:gd name="connsiteY2" fmla="*/ 81789 h 94328"/>
                      <a:gd name="connsiteX3" fmla="*/ 13740 w 59908"/>
                      <a:gd name="connsiteY3" fmla="*/ 81789 h 94328"/>
                      <a:gd name="connsiteX4" fmla="*/ 13740 w 59908"/>
                      <a:gd name="connsiteY4" fmla="*/ 59124 h 94328"/>
                      <a:gd name="connsiteX5" fmla="*/ 19177 w 59908"/>
                      <a:gd name="connsiteY5" fmla="*/ 60512 h 94328"/>
                      <a:gd name="connsiteX6" fmla="*/ 24654 w 59908"/>
                      <a:gd name="connsiteY6" fmla="*/ 60968 h 94328"/>
                      <a:gd name="connsiteX7" fmla="*/ 49201 w 59908"/>
                      <a:gd name="connsiteY7" fmla="*/ 52481 h 94328"/>
                      <a:gd name="connsiteX8" fmla="*/ 58269 w 59908"/>
                      <a:gd name="connsiteY8" fmla="*/ 29499 h 94328"/>
                      <a:gd name="connsiteX9" fmla="*/ 48963 w 59908"/>
                      <a:gd name="connsiteY9" fmla="*/ 6279 h 94328"/>
                      <a:gd name="connsiteX10" fmla="*/ 22729 w 59908"/>
                      <a:gd name="connsiteY10" fmla="*/ -1990 h 94328"/>
                      <a:gd name="connsiteX11" fmla="*/ 10843 w 59908"/>
                      <a:gd name="connsiteY11" fmla="*/ -999 h 94328"/>
                      <a:gd name="connsiteX12" fmla="*/ -1639 w 59908"/>
                      <a:gd name="connsiteY12" fmla="*/ 1976 h 94328"/>
                      <a:gd name="connsiteX13" fmla="*/ -1639 w 59908"/>
                      <a:gd name="connsiteY13" fmla="*/ 14567 h 94328"/>
                      <a:gd name="connsiteX14" fmla="*/ 9890 w 59908"/>
                      <a:gd name="connsiteY14" fmla="*/ 10046 h 94328"/>
                      <a:gd name="connsiteX15" fmla="*/ 22471 w 59908"/>
                      <a:gd name="connsiteY15" fmla="*/ 8559 h 94328"/>
                      <a:gd name="connsiteX16" fmla="*/ 39458 w 59908"/>
                      <a:gd name="connsiteY16" fmla="*/ 14191 h 94328"/>
                      <a:gd name="connsiteX17" fmla="*/ 45728 w 59908"/>
                      <a:gd name="connsiteY17" fmla="*/ 29499 h 94328"/>
                      <a:gd name="connsiteX18" fmla="*/ 39458 w 59908"/>
                      <a:gd name="connsiteY18" fmla="*/ 44788 h 94328"/>
                      <a:gd name="connsiteX19" fmla="*/ 22471 w 59908"/>
                      <a:gd name="connsiteY19" fmla="*/ 50439 h 94328"/>
                      <a:gd name="connsiteX20" fmla="*/ 12450 w 59908"/>
                      <a:gd name="connsiteY20" fmla="*/ 49328 h 94328"/>
                      <a:gd name="connsiteX21" fmla="*/ 2270 w 59908"/>
                      <a:gd name="connsiteY21" fmla="*/ 45858 h 94328"/>
                      <a:gd name="connsiteX22" fmla="*/ 2270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70" y="92338"/>
                        </a:moveTo>
                        <a:lnTo>
                          <a:pt x="51443" y="92338"/>
                        </a:lnTo>
                        <a:lnTo>
                          <a:pt x="51443" y="81789"/>
                        </a:lnTo>
                        <a:lnTo>
                          <a:pt x="13740" y="81789"/>
                        </a:lnTo>
                        <a:lnTo>
                          <a:pt x="13740" y="59124"/>
                        </a:lnTo>
                        <a:cubicBezTo>
                          <a:pt x="15552" y="59746"/>
                          <a:pt x="17365" y="60208"/>
                          <a:pt x="19177" y="60512"/>
                        </a:cubicBezTo>
                        <a:cubicBezTo>
                          <a:pt x="21003" y="60816"/>
                          <a:pt x="22828" y="60968"/>
                          <a:pt x="24654" y="60968"/>
                        </a:cubicBezTo>
                        <a:cubicBezTo>
                          <a:pt x="34986" y="60968"/>
                          <a:pt x="43168" y="58139"/>
                          <a:pt x="49201" y="52481"/>
                        </a:cubicBezTo>
                        <a:cubicBezTo>
                          <a:pt x="55247" y="46823"/>
                          <a:pt x="58269" y="39163"/>
                          <a:pt x="58269" y="29499"/>
                        </a:cubicBezTo>
                        <a:cubicBezTo>
                          <a:pt x="58269" y="19545"/>
                          <a:pt x="55167" y="11805"/>
                          <a:pt x="48963" y="6279"/>
                        </a:cubicBezTo>
                        <a:cubicBezTo>
                          <a:pt x="42758" y="766"/>
                          <a:pt x="34014" y="-1990"/>
                          <a:pt x="22729" y="-1990"/>
                        </a:cubicBezTo>
                        <a:cubicBezTo>
                          <a:pt x="18840" y="-1990"/>
                          <a:pt x="14878" y="-1660"/>
                          <a:pt x="10843" y="-999"/>
                        </a:cubicBezTo>
                        <a:cubicBezTo>
                          <a:pt x="6821" y="-338"/>
                          <a:pt x="2661" y="654"/>
                          <a:pt x="-1639" y="1976"/>
                        </a:cubicBezTo>
                        <a:lnTo>
                          <a:pt x="-1639" y="14567"/>
                        </a:lnTo>
                        <a:cubicBezTo>
                          <a:pt x="2078" y="12545"/>
                          <a:pt x="5922" y="11038"/>
                          <a:pt x="9890" y="10046"/>
                        </a:cubicBezTo>
                        <a:cubicBezTo>
                          <a:pt x="13859" y="9055"/>
                          <a:pt x="18053" y="8559"/>
                          <a:pt x="22471" y="8559"/>
                        </a:cubicBezTo>
                        <a:cubicBezTo>
                          <a:pt x="29628" y="8559"/>
                          <a:pt x="35290" y="10436"/>
                          <a:pt x="39458" y="14191"/>
                        </a:cubicBezTo>
                        <a:cubicBezTo>
                          <a:pt x="43638" y="17945"/>
                          <a:pt x="45728" y="23048"/>
                          <a:pt x="45728" y="29499"/>
                        </a:cubicBezTo>
                        <a:cubicBezTo>
                          <a:pt x="45728" y="35937"/>
                          <a:pt x="43638" y="41033"/>
                          <a:pt x="39458" y="44788"/>
                        </a:cubicBezTo>
                        <a:cubicBezTo>
                          <a:pt x="35290" y="48555"/>
                          <a:pt x="29628" y="50439"/>
                          <a:pt x="22471" y="50439"/>
                        </a:cubicBezTo>
                        <a:cubicBezTo>
                          <a:pt x="19124" y="50439"/>
                          <a:pt x="15784" y="50069"/>
                          <a:pt x="12450" y="49328"/>
                        </a:cubicBezTo>
                        <a:cubicBezTo>
                          <a:pt x="9130" y="48588"/>
                          <a:pt x="5736" y="47431"/>
                          <a:pt x="2270" y="45858"/>
                        </a:cubicBezTo>
                        <a:lnTo>
                          <a:pt x="2270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7" name="Freeform: Shape 156">
                    <a:extLst>
                      <a:ext uri="{FF2B5EF4-FFF2-40B4-BE49-F238E27FC236}">
                        <a16:creationId xmlns:a16="http://schemas.microsoft.com/office/drawing/2014/main" id="{5DC22661-5129-4A98-E708-5A5F43832A27}"/>
                      </a:ext>
                    </a:extLst>
                  </p:cNvPr>
                  <p:cNvSpPr/>
                  <p:nvPr/>
                </p:nvSpPr>
                <p:spPr>
                  <a:xfrm flipV="1">
                    <a:off x="7844079" y="4960969"/>
                    <a:ext cx="59531" cy="92524"/>
                  </a:xfrm>
                  <a:custGeom>
                    <a:avLst/>
                    <a:gdLst>
                      <a:gd name="connsiteX0" fmla="*/ -1654 w 59531"/>
                      <a:gd name="connsiteY0" fmla="*/ 90488 h 92524"/>
                      <a:gd name="connsiteX1" fmla="*/ 57877 w 59531"/>
                      <a:gd name="connsiteY1" fmla="*/ 90488 h 92524"/>
                      <a:gd name="connsiteX2" fmla="*/ 57877 w 59531"/>
                      <a:gd name="connsiteY2" fmla="*/ 85154 h 92524"/>
                      <a:gd name="connsiteX3" fmla="*/ 24262 w 59531"/>
                      <a:gd name="connsiteY3" fmla="*/ -2036 h 92524"/>
                      <a:gd name="connsiteX4" fmla="*/ 11185 w 59531"/>
                      <a:gd name="connsiteY4" fmla="*/ -2036 h 92524"/>
                      <a:gd name="connsiteX5" fmla="*/ 42816 w 59531"/>
                      <a:gd name="connsiteY5" fmla="*/ 79939 h 92524"/>
                      <a:gd name="connsiteX6" fmla="*/ -1654 w 59531"/>
                      <a:gd name="connsiteY6" fmla="*/ 79939 h 92524"/>
                      <a:gd name="connsiteX7" fmla="*/ -1654 w 59531"/>
                      <a:gd name="connsiteY7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531" h="92524">
                        <a:moveTo>
                          <a:pt x="-1654" y="90488"/>
                        </a:moveTo>
                        <a:lnTo>
                          <a:pt x="57877" y="90488"/>
                        </a:lnTo>
                        <a:lnTo>
                          <a:pt x="57877" y="85154"/>
                        </a:lnTo>
                        <a:lnTo>
                          <a:pt x="24262" y="-2036"/>
                        </a:lnTo>
                        <a:lnTo>
                          <a:pt x="11185" y="-2036"/>
                        </a:lnTo>
                        <a:lnTo>
                          <a:pt x="42816" y="79939"/>
                        </a:lnTo>
                        <a:lnTo>
                          <a:pt x="-1654" y="79939"/>
                        </a:lnTo>
                        <a:lnTo>
                          <a:pt x="-1654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8" name="Freeform: Shape 157">
                    <a:extLst>
                      <a:ext uri="{FF2B5EF4-FFF2-40B4-BE49-F238E27FC236}">
                        <a16:creationId xmlns:a16="http://schemas.microsoft.com/office/drawing/2014/main" id="{EAD6F48D-82F0-D431-9FFF-C6329354FC55}"/>
                      </a:ext>
                    </a:extLst>
                  </p:cNvPr>
                  <p:cNvSpPr/>
                  <p:nvPr/>
                </p:nvSpPr>
                <p:spPr>
                  <a:xfrm flipV="1">
                    <a:off x="7922837" y="4959304"/>
                    <a:ext cx="63996" cy="95994"/>
                  </a:xfrm>
                  <a:custGeom>
                    <a:avLst/>
                    <a:gdLst>
                      <a:gd name="connsiteX0" fmla="*/ 30331 w 63996"/>
                      <a:gd name="connsiteY0" fmla="*/ 84047 h 95994"/>
                      <a:gd name="connsiteX1" fmla="*/ 15786 w 63996"/>
                      <a:gd name="connsiteY1" fmla="*/ 74529 h 95994"/>
                      <a:gd name="connsiteX2" fmla="*/ 10924 w 63996"/>
                      <a:gd name="connsiteY2" fmla="*/ 45935 h 95994"/>
                      <a:gd name="connsiteX3" fmla="*/ 15786 w 63996"/>
                      <a:gd name="connsiteY3" fmla="*/ 17401 h 95994"/>
                      <a:gd name="connsiteX4" fmla="*/ 30331 w 63996"/>
                      <a:gd name="connsiteY4" fmla="*/ 7883 h 95994"/>
                      <a:gd name="connsiteX5" fmla="*/ 44936 w 63996"/>
                      <a:gd name="connsiteY5" fmla="*/ 17401 h 95994"/>
                      <a:gd name="connsiteX6" fmla="*/ 49818 w 63996"/>
                      <a:gd name="connsiteY6" fmla="*/ 45935 h 95994"/>
                      <a:gd name="connsiteX7" fmla="*/ 44936 w 63996"/>
                      <a:gd name="connsiteY7" fmla="*/ 74529 h 95994"/>
                      <a:gd name="connsiteX8" fmla="*/ 30331 w 63996"/>
                      <a:gd name="connsiteY8" fmla="*/ 84047 h 95994"/>
                      <a:gd name="connsiteX9" fmla="*/ 30331 w 63996"/>
                      <a:gd name="connsiteY9" fmla="*/ 93962 h 95994"/>
                      <a:gd name="connsiteX10" fmla="*/ 54124 w 63996"/>
                      <a:gd name="connsiteY10" fmla="*/ 81648 h 95994"/>
                      <a:gd name="connsiteX11" fmla="*/ 62339 w 63996"/>
                      <a:gd name="connsiteY11" fmla="*/ 45935 h 95994"/>
                      <a:gd name="connsiteX12" fmla="*/ 54124 w 63996"/>
                      <a:gd name="connsiteY12" fmla="*/ 10262 h 95994"/>
                      <a:gd name="connsiteX13" fmla="*/ 30331 w 63996"/>
                      <a:gd name="connsiteY13" fmla="*/ -2032 h 95994"/>
                      <a:gd name="connsiteX14" fmla="*/ 6558 w 63996"/>
                      <a:gd name="connsiteY14" fmla="*/ 10262 h 95994"/>
                      <a:gd name="connsiteX15" fmla="*/ -1657 w 63996"/>
                      <a:gd name="connsiteY15" fmla="*/ 45935 h 95994"/>
                      <a:gd name="connsiteX16" fmla="*/ 6558 w 63996"/>
                      <a:gd name="connsiteY16" fmla="*/ 81648 h 95994"/>
                      <a:gd name="connsiteX17" fmla="*/ 3033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31" y="84047"/>
                        </a:moveTo>
                        <a:cubicBezTo>
                          <a:pt x="23888" y="84047"/>
                          <a:pt x="19040" y="80875"/>
                          <a:pt x="15786" y="74529"/>
                        </a:cubicBezTo>
                        <a:cubicBezTo>
                          <a:pt x="12544" y="68197"/>
                          <a:pt x="10924" y="58666"/>
                          <a:pt x="10924" y="45935"/>
                        </a:cubicBezTo>
                        <a:cubicBezTo>
                          <a:pt x="10924" y="33258"/>
                          <a:pt x="12544" y="23746"/>
                          <a:pt x="15786" y="17401"/>
                        </a:cubicBezTo>
                        <a:cubicBezTo>
                          <a:pt x="19040" y="11055"/>
                          <a:pt x="23888" y="7883"/>
                          <a:pt x="30331" y="7883"/>
                        </a:cubicBezTo>
                        <a:cubicBezTo>
                          <a:pt x="36827" y="7883"/>
                          <a:pt x="41695" y="11055"/>
                          <a:pt x="44936" y="17401"/>
                        </a:cubicBezTo>
                        <a:cubicBezTo>
                          <a:pt x="48190" y="23746"/>
                          <a:pt x="49818" y="33258"/>
                          <a:pt x="49818" y="45935"/>
                        </a:cubicBezTo>
                        <a:cubicBezTo>
                          <a:pt x="49818" y="58666"/>
                          <a:pt x="48190" y="68197"/>
                          <a:pt x="44936" y="74529"/>
                        </a:cubicBezTo>
                        <a:cubicBezTo>
                          <a:pt x="41695" y="80875"/>
                          <a:pt x="36827" y="84047"/>
                          <a:pt x="30331" y="84047"/>
                        </a:cubicBezTo>
                        <a:close/>
                        <a:moveTo>
                          <a:pt x="30331" y="93962"/>
                        </a:moveTo>
                        <a:cubicBezTo>
                          <a:pt x="40716" y="93962"/>
                          <a:pt x="48647" y="89857"/>
                          <a:pt x="54124" y="81648"/>
                        </a:cubicBezTo>
                        <a:cubicBezTo>
                          <a:pt x="59601" y="73452"/>
                          <a:pt x="62339" y="61548"/>
                          <a:pt x="62339" y="45935"/>
                        </a:cubicBezTo>
                        <a:cubicBezTo>
                          <a:pt x="62339" y="30363"/>
                          <a:pt x="59601" y="18471"/>
                          <a:pt x="54124" y="10262"/>
                        </a:cubicBezTo>
                        <a:cubicBezTo>
                          <a:pt x="48647" y="2066"/>
                          <a:pt x="40716" y="-2032"/>
                          <a:pt x="30331" y="-2032"/>
                        </a:cubicBezTo>
                        <a:cubicBezTo>
                          <a:pt x="19959" y="-2032"/>
                          <a:pt x="12035" y="2066"/>
                          <a:pt x="6558" y="10262"/>
                        </a:cubicBezTo>
                        <a:cubicBezTo>
                          <a:pt x="1081" y="18471"/>
                          <a:pt x="-1657" y="30363"/>
                          <a:pt x="-1657" y="45935"/>
                        </a:cubicBezTo>
                        <a:cubicBezTo>
                          <a:pt x="-1657" y="61548"/>
                          <a:pt x="1081" y="73452"/>
                          <a:pt x="6558" y="81648"/>
                        </a:cubicBezTo>
                        <a:cubicBezTo>
                          <a:pt x="12035" y="89857"/>
                          <a:pt x="19959" y="93962"/>
                          <a:pt x="3033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59" name="Graphic 101">
                <a:extLst>
                  <a:ext uri="{FF2B5EF4-FFF2-40B4-BE49-F238E27FC236}">
                    <a16:creationId xmlns:a16="http://schemas.microsoft.com/office/drawing/2014/main" id="{CFF7422C-300B-7402-427B-BCF54C2F18EE}"/>
                  </a:ext>
                </a:extLst>
              </p:cNvPr>
              <p:cNvGrpSpPr/>
              <p:nvPr/>
            </p:nvGrpSpPr>
            <p:grpSpPr>
              <a:xfrm>
                <a:off x="8331008" y="4868227"/>
                <a:ext cx="224169" cy="187070"/>
                <a:chOff x="8331008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160" name="Freeform: Shape 159">
                  <a:extLst>
                    <a:ext uri="{FF2B5EF4-FFF2-40B4-BE49-F238E27FC236}">
                      <a16:creationId xmlns:a16="http://schemas.microsoft.com/office/drawing/2014/main" id="{66F000C4-7BC0-D50A-07E9-33797E0DDA8F}"/>
                    </a:ext>
                  </a:extLst>
                </p:cNvPr>
                <p:cNvSpPr/>
                <p:nvPr/>
              </p:nvSpPr>
              <p:spPr>
                <a:xfrm>
                  <a:off x="8442411" y="4868227"/>
                  <a:ext cx="12700" cy="44417"/>
                </a:xfrm>
                <a:custGeom>
                  <a:avLst/>
                  <a:gdLst>
                    <a:gd name="connsiteX0" fmla="*/ 416 w 12700"/>
                    <a:gd name="connsiteY0" fmla="*/ 286 h 44417"/>
                    <a:gd name="connsiteX1" fmla="*/ 41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416" y="286"/>
                      </a:moveTo>
                      <a:lnTo>
                        <a:pt x="41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61" name="Graphic 101">
                  <a:extLst>
                    <a:ext uri="{FF2B5EF4-FFF2-40B4-BE49-F238E27FC236}">
                      <a16:creationId xmlns:a16="http://schemas.microsoft.com/office/drawing/2014/main" id="{86668843-6331-D03E-9A5C-31A5830F71D9}"/>
                    </a:ext>
                  </a:extLst>
                </p:cNvPr>
                <p:cNvGrpSpPr/>
                <p:nvPr/>
              </p:nvGrpSpPr>
              <p:grpSpPr>
                <a:xfrm>
                  <a:off x="8331008" y="4959304"/>
                  <a:ext cx="224169" cy="95994"/>
                  <a:chOff x="8331008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62" name="Freeform: Shape 161">
                    <a:extLst>
                      <a:ext uri="{FF2B5EF4-FFF2-40B4-BE49-F238E27FC236}">
                        <a16:creationId xmlns:a16="http://schemas.microsoft.com/office/drawing/2014/main" id="{2B53FEED-23A0-ED34-3BDE-F4CD5E1BC217}"/>
                      </a:ext>
                    </a:extLst>
                  </p:cNvPr>
                  <p:cNvSpPr/>
                  <p:nvPr/>
                </p:nvSpPr>
                <p:spPr>
                  <a:xfrm flipV="1">
                    <a:off x="8331008" y="4960969"/>
                    <a:ext cx="59908" cy="94328"/>
                  </a:xfrm>
                  <a:custGeom>
                    <a:avLst/>
                    <a:gdLst>
                      <a:gd name="connsiteX0" fmla="*/ 2315 w 59908"/>
                      <a:gd name="connsiteY0" fmla="*/ 92338 h 94328"/>
                      <a:gd name="connsiteX1" fmla="*/ 51488 w 59908"/>
                      <a:gd name="connsiteY1" fmla="*/ 92338 h 94328"/>
                      <a:gd name="connsiteX2" fmla="*/ 51488 w 59908"/>
                      <a:gd name="connsiteY2" fmla="*/ 81789 h 94328"/>
                      <a:gd name="connsiteX3" fmla="*/ 13785 w 59908"/>
                      <a:gd name="connsiteY3" fmla="*/ 81789 h 94328"/>
                      <a:gd name="connsiteX4" fmla="*/ 13785 w 59908"/>
                      <a:gd name="connsiteY4" fmla="*/ 59124 h 94328"/>
                      <a:gd name="connsiteX5" fmla="*/ 19222 w 59908"/>
                      <a:gd name="connsiteY5" fmla="*/ 60512 h 94328"/>
                      <a:gd name="connsiteX6" fmla="*/ 24699 w 59908"/>
                      <a:gd name="connsiteY6" fmla="*/ 60968 h 94328"/>
                      <a:gd name="connsiteX7" fmla="*/ 49246 w 59908"/>
                      <a:gd name="connsiteY7" fmla="*/ 52481 h 94328"/>
                      <a:gd name="connsiteX8" fmla="*/ 58314 w 59908"/>
                      <a:gd name="connsiteY8" fmla="*/ 29499 h 94328"/>
                      <a:gd name="connsiteX9" fmla="*/ 49007 w 59908"/>
                      <a:gd name="connsiteY9" fmla="*/ 6279 h 94328"/>
                      <a:gd name="connsiteX10" fmla="*/ 22774 w 59908"/>
                      <a:gd name="connsiteY10" fmla="*/ -1990 h 94328"/>
                      <a:gd name="connsiteX11" fmla="*/ 10888 w 59908"/>
                      <a:gd name="connsiteY11" fmla="*/ -999 h 94328"/>
                      <a:gd name="connsiteX12" fmla="*/ -1594 w 59908"/>
                      <a:gd name="connsiteY12" fmla="*/ 1976 h 94328"/>
                      <a:gd name="connsiteX13" fmla="*/ -1594 w 59908"/>
                      <a:gd name="connsiteY13" fmla="*/ 14567 h 94328"/>
                      <a:gd name="connsiteX14" fmla="*/ 9935 w 59908"/>
                      <a:gd name="connsiteY14" fmla="*/ 10046 h 94328"/>
                      <a:gd name="connsiteX15" fmla="*/ 22516 w 59908"/>
                      <a:gd name="connsiteY15" fmla="*/ 8559 h 94328"/>
                      <a:gd name="connsiteX16" fmla="*/ 39502 w 59908"/>
                      <a:gd name="connsiteY16" fmla="*/ 14191 h 94328"/>
                      <a:gd name="connsiteX17" fmla="*/ 45773 w 59908"/>
                      <a:gd name="connsiteY17" fmla="*/ 29499 h 94328"/>
                      <a:gd name="connsiteX18" fmla="*/ 39502 w 59908"/>
                      <a:gd name="connsiteY18" fmla="*/ 44788 h 94328"/>
                      <a:gd name="connsiteX19" fmla="*/ 22516 w 59908"/>
                      <a:gd name="connsiteY19" fmla="*/ 50439 h 94328"/>
                      <a:gd name="connsiteX20" fmla="*/ 12495 w 59908"/>
                      <a:gd name="connsiteY20" fmla="*/ 49328 h 94328"/>
                      <a:gd name="connsiteX21" fmla="*/ 2315 w 59908"/>
                      <a:gd name="connsiteY21" fmla="*/ 45858 h 94328"/>
                      <a:gd name="connsiteX22" fmla="*/ 2315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315" y="92338"/>
                        </a:moveTo>
                        <a:lnTo>
                          <a:pt x="51488" y="92338"/>
                        </a:lnTo>
                        <a:lnTo>
                          <a:pt x="51488" y="81789"/>
                        </a:lnTo>
                        <a:lnTo>
                          <a:pt x="13785" y="81789"/>
                        </a:lnTo>
                        <a:lnTo>
                          <a:pt x="13785" y="59124"/>
                        </a:lnTo>
                        <a:cubicBezTo>
                          <a:pt x="15597" y="59746"/>
                          <a:pt x="17410" y="60208"/>
                          <a:pt x="19222" y="60512"/>
                        </a:cubicBezTo>
                        <a:cubicBezTo>
                          <a:pt x="21048" y="60816"/>
                          <a:pt x="22873" y="60968"/>
                          <a:pt x="24699" y="60968"/>
                        </a:cubicBezTo>
                        <a:cubicBezTo>
                          <a:pt x="35031" y="60968"/>
                          <a:pt x="43213" y="58139"/>
                          <a:pt x="49246" y="52481"/>
                        </a:cubicBezTo>
                        <a:cubicBezTo>
                          <a:pt x="55291" y="46823"/>
                          <a:pt x="58314" y="39163"/>
                          <a:pt x="58314" y="29499"/>
                        </a:cubicBezTo>
                        <a:cubicBezTo>
                          <a:pt x="58314" y="19545"/>
                          <a:pt x="55212" y="11805"/>
                          <a:pt x="49007" y="6279"/>
                        </a:cubicBezTo>
                        <a:cubicBezTo>
                          <a:pt x="42803" y="766"/>
                          <a:pt x="34058" y="-1990"/>
                          <a:pt x="22774" y="-1990"/>
                        </a:cubicBezTo>
                        <a:cubicBezTo>
                          <a:pt x="18885" y="-1990"/>
                          <a:pt x="14922" y="-1660"/>
                          <a:pt x="10888" y="-999"/>
                        </a:cubicBezTo>
                        <a:cubicBezTo>
                          <a:pt x="6866" y="-338"/>
                          <a:pt x="2705" y="654"/>
                          <a:pt x="-1594" y="1976"/>
                        </a:cubicBezTo>
                        <a:lnTo>
                          <a:pt x="-1594" y="14567"/>
                        </a:lnTo>
                        <a:cubicBezTo>
                          <a:pt x="2123" y="12545"/>
                          <a:pt x="5966" y="11038"/>
                          <a:pt x="9935" y="10046"/>
                        </a:cubicBezTo>
                        <a:cubicBezTo>
                          <a:pt x="13904" y="9055"/>
                          <a:pt x="18097" y="8559"/>
                          <a:pt x="22516" y="8559"/>
                        </a:cubicBezTo>
                        <a:cubicBezTo>
                          <a:pt x="29673" y="8559"/>
                          <a:pt x="35335" y="10436"/>
                          <a:pt x="39502" y="14191"/>
                        </a:cubicBezTo>
                        <a:cubicBezTo>
                          <a:pt x="43683" y="17945"/>
                          <a:pt x="45773" y="23048"/>
                          <a:pt x="45773" y="29499"/>
                        </a:cubicBezTo>
                        <a:cubicBezTo>
                          <a:pt x="45773" y="35937"/>
                          <a:pt x="43683" y="41033"/>
                          <a:pt x="39502" y="44788"/>
                        </a:cubicBezTo>
                        <a:cubicBezTo>
                          <a:pt x="35335" y="48555"/>
                          <a:pt x="29673" y="50439"/>
                          <a:pt x="22516" y="50439"/>
                        </a:cubicBezTo>
                        <a:cubicBezTo>
                          <a:pt x="19169" y="50439"/>
                          <a:pt x="15829" y="50069"/>
                          <a:pt x="12495" y="49328"/>
                        </a:cubicBezTo>
                        <a:cubicBezTo>
                          <a:pt x="9174" y="48588"/>
                          <a:pt x="5781" y="47431"/>
                          <a:pt x="2315" y="45858"/>
                        </a:cubicBezTo>
                        <a:lnTo>
                          <a:pt x="2315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63" name="Freeform: Shape 162">
                    <a:extLst>
                      <a:ext uri="{FF2B5EF4-FFF2-40B4-BE49-F238E27FC236}">
                        <a16:creationId xmlns:a16="http://schemas.microsoft.com/office/drawing/2014/main" id="{07C68974-BE34-A700-2A89-DBEFF137FFBD}"/>
                      </a:ext>
                    </a:extLst>
                  </p:cNvPr>
                  <p:cNvSpPr/>
                  <p:nvPr/>
                </p:nvSpPr>
                <p:spPr>
                  <a:xfrm flipV="1">
                    <a:off x="8410619" y="4959304"/>
                    <a:ext cx="63500" cy="95994"/>
                  </a:xfrm>
                  <a:custGeom>
                    <a:avLst/>
                    <a:gdLst>
                      <a:gd name="connsiteX0" fmla="*/ 30132 w 63500"/>
                      <a:gd name="connsiteY0" fmla="*/ 43714 h 95994"/>
                      <a:gd name="connsiteX1" fmla="*/ 16082 w 63500"/>
                      <a:gd name="connsiteY1" fmla="*/ 38935 h 95994"/>
                      <a:gd name="connsiteX2" fmla="*/ 10983 w 63500"/>
                      <a:gd name="connsiteY2" fmla="*/ 25808 h 95994"/>
                      <a:gd name="connsiteX3" fmla="*/ 16082 w 63500"/>
                      <a:gd name="connsiteY3" fmla="*/ 12661 h 95994"/>
                      <a:gd name="connsiteX4" fmla="*/ 30132 w 63500"/>
                      <a:gd name="connsiteY4" fmla="*/ 7883 h 95994"/>
                      <a:gd name="connsiteX5" fmla="*/ 44201 w 63500"/>
                      <a:gd name="connsiteY5" fmla="*/ 12681 h 95994"/>
                      <a:gd name="connsiteX6" fmla="*/ 49360 w 63500"/>
                      <a:gd name="connsiteY6" fmla="*/ 25808 h 95994"/>
                      <a:gd name="connsiteX7" fmla="*/ 44241 w 63500"/>
                      <a:gd name="connsiteY7" fmla="*/ 38935 h 95994"/>
                      <a:gd name="connsiteX8" fmla="*/ 30132 w 63500"/>
                      <a:gd name="connsiteY8" fmla="*/ 43714 h 95994"/>
                      <a:gd name="connsiteX9" fmla="*/ 17610 w 63500"/>
                      <a:gd name="connsiteY9" fmla="*/ 49029 h 95994"/>
                      <a:gd name="connsiteX10" fmla="*/ 5049 w 63500"/>
                      <a:gd name="connsiteY10" fmla="*/ 56524 h 95994"/>
                      <a:gd name="connsiteX11" fmla="*/ 565 w 63500"/>
                      <a:gd name="connsiteY11" fmla="*/ 69988 h 95994"/>
                      <a:gd name="connsiteX12" fmla="*/ 8462 w 63500"/>
                      <a:gd name="connsiteY12" fmla="*/ 87517 h 95994"/>
                      <a:gd name="connsiteX13" fmla="*/ 30132 w 63500"/>
                      <a:gd name="connsiteY13" fmla="*/ 93962 h 95994"/>
                      <a:gd name="connsiteX14" fmla="*/ 51841 w 63500"/>
                      <a:gd name="connsiteY14" fmla="*/ 87517 h 95994"/>
                      <a:gd name="connsiteX15" fmla="*/ 59719 w 63500"/>
                      <a:gd name="connsiteY15" fmla="*/ 69988 h 95994"/>
                      <a:gd name="connsiteX16" fmla="*/ 55214 w 63500"/>
                      <a:gd name="connsiteY16" fmla="*/ 56524 h 95994"/>
                      <a:gd name="connsiteX17" fmla="*/ 42733 w 63500"/>
                      <a:gd name="connsiteY17" fmla="*/ 49029 h 95994"/>
                      <a:gd name="connsiteX18" fmla="*/ 56822 w 63500"/>
                      <a:gd name="connsiteY18" fmla="*/ 40780 h 95994"/>
                      <a:gd name="connsiteX19" fmla="*/ 61882 w 63500"/>
                      <a:gd name="connsiteY19" fmla="*/ 25808 h 95994"/>
                      <a:gd name="connsiteX20" fmla="*/ 53666 w 63500"/>
                      <a:gd name="connsiteY20" fmla="*/ 5146 h 95994"/>
                      <a:gd name="connsiteX21" fmla="*/ 30132 w 63500"/>
                      <a:gd name="connsiteY21" fmla="*/ -2032 h 95994"/>
                      <a:gd name="connsiteX22" fmla="*/ 6597 w 63500"/>
                      <a:gd name="connsiteY22" fmla="*/ 5146 h 95994"/>
                      <a:gd name="connsiteX23" fmla="*/ -1618 w 63500"/>
                      <a:gd name="connsiteY23" fmla="*/ 25808 h 95994"/>
                      <a:gd name="connsiteX24" fmla="*/ 3462 w 63500"/>
                      <a:gd name="connsiteY24" fmla="*/ 40780 h 95994"/>
                      <a:gd name="connsiteX25" fmla="*/ 17610 w 63500"/>
                      <a:gd name="connsiteY25" fmla="*/ 49029 h 95994"/>
                      <a:gd name="connsiteX26" fmla="*/ 13026 w 63500"/>
                      <a:gd name="connsiteY26" fmla="*/ 68799 h 95994"/>
                      <a:gd name="connsiteX27" fmla="*/ 17511 w 63500"/>
                      <a:gd name="connsiteY27" fmla="*/ 57595 h 95994"/>
                      <a:gd name="connsiteX28" fmla="*/ 30132 w 63500"/>
                      <a:gd name="connsiteY28" fmla="*/ 53570 h 95994"/>
                      <a:gd name="connsiteX29" fmla="*/ 42752 w 63500"/>
                      <a:gd name="connsiteY29" fmla="*/ 57595 h 95994"/>
                      <a:gd name="connsiteX30" fmla="*/ 47316 w 63500"/>
                      <a:gd name="connsiteY30" fmla="*/ 68799 h 95994"/>
                      <a:gd name="connsiteX31" fmla="*/ 42752 w 63500"/>
                      <a:gd name="connsiteY31" fmla="*/ 80022 h 95994"/>
                      <a:gd name="connsiteX32" fmla="*/ 30132 w 63500"/>
                      <a:gd name="connsiteY32" fmla="*/ 84047 h 95994"/>
                      <a:gd name="connsiteX33" fmla="*/ 17511 w 63500"/>
                      <a:gd name="connsiteY33" fmla="*/ 80022 h 95994"/>
                      <a:gd name="connsiteX34" fmla="*/ 13026 w 63500"/>
                      <a:gd name="connsiteY34" fmla="*/ 6879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500" h="95994">
                        <a:moveTo>
                          <a:pt x="30132" y="43714"/>
                        </a:moveTo>
                        <a:cubicBezTo>
                          <a:pt x="24179" y="43714"/>
                          <a:pt x="19496" y="42121"/>
                          <a:pt x="16082" y="38935"/>
                        </a:cubicBezTo>
                        <a:cubicBezTo>
                          <a:pt x="12682" y="35750"/>
                          <a:pt x="10983" y="31374"/>
                          <a:pt x="10983" y="25808"/>
                        </a:cubicBezTo>
                        <a:cubicBezTo>
                          <a:pt x="10983" y="20230"/>
                          <a:pt x="12682" y="15847"/>
                          <a:pt x="16082" y="12661"/>
                        </a:cubicBezTo>
                        <a:cubicBezTo>
                          <a:pt x="19496" y="9476"/>
                          <a:pt x="24179" y="7883"/>
                          <a:pt x="30132" y="7883"/>
                        </a:cubicBezTo>
                        <a:cubicBezTo>
                          <a:pt x="36085" y="7883"/>
                          <a:pt x="40775" y="9482"/>
                          <a:pt x="44201" y="12681"/>
                        </a:cubicBezTo>
                        <a:cubicBezTo>
                          <a:pt x="47641" y="15894"/>
                          <a:pt x="49360" y="20269"/>
                          <a:pt x="49360" y="25808"/>
                        </a:cubicBezTo>
                        <a:cubicBezTo>
                          <a:pt x="49360" y="31374"/>
                          <a:pt x="47654" y="35750"/>
                          <a:pt x="44241" y="38935"/>
                        </a:cubicBezTo>
                        <a:cubicBezTo>
                          <a:pt x="40841" y="42121"/>
                          <a:pt x="36138" y="43714"/>
                          <a:pt x="30132" y="43714"/>
                        </a:cubicBezTo>
                        <a:close/>
                        <a:moveTo>
                          <a:pt x="17610" y="49029"/>
                        </a:moveTo>
                        <a:cubicBezTo>
                          <a:pt x="12239" y="50351"/>
                          <a:pt x="8052" y="52849"/>
                          <a:pt x="5049" y="56524"/>
                        </a:cubicBezTo>
                        <a:cubicBezTo>
                          <a:pt x="2059" y="60212"/>
                          <a:pt x="565" y="64700"/>
                          <a:pt x="565" y="69988"/>
                        </a:cubicBezTo>
                        <a:cubicBezTo>
                          <a:pt x="565" y="77378"/>
                          <a:pt x="3197" y="83221"/>
                          <a:pt x="8462" y="87517"/>
                        </a:cubicBezTo>
                        <a:cubicBezTo>
                          <a:pt x="13741" y="91814"/>
                          <a:pt x="20964" y="93962"/>
                          <a:pt x="30132" y="93962"/>
                        </a:cubicBezTo>
                        <a:cubicBezTo>
                          <a:pt x="39352" y="93962"/>
                          <a:pt x="46589" y="91814"/>
                          <a:pt x="51841" y="87517"/>
                        </a:cubicBezTo>
                        <a:cubicBezTo>
                          <a:pt x="57093" y="83221"/>
                          <a:pt x="59719" y="77378"/>
                          <a:pt x="59719" y="69988"/>
                        </a:cubicBezTo>
                        <a:cubicBezTo>
                          <a:pt x="59719" y="64700"/>
                          <a:pt x="58217" y="60212"/>
                          <a:pt x="55214" y="56524"/>
                        </a:cubicBezTo>
                        <a:cubicBezTo>
                          <a:pt x="52224" y="52849"/>
                          <a:pt x="48064" y="50351"/>
                          <a:pt x="42733" y="49029"/>
                        </a:cubicBezTo>
                        <a:cubicBezTo>
                          <a:pt x="48765" y="47627"/>
                          <a:pt x="53461" y="44878"/>
                          <a:pt x="56822" y="40780"/>
                        </a:cubicBezTo>
                        <a:cubicBezTo>
                          <a:pt x="60195" y="36695"/>
                          <a:pt x="61882" y="31704"/>
                          <a:pt x="61882" y="25808"/>
                        </a:cubicBezTo>
                        <a:cubicBezTo>
                          <a:pt x="61882" y="16832"/>
                          <a:pt x="59143" y="9945"/>
                          <a:pt x="53666" y="5146"/>
                        </a:cubicBezTo>
                        <a:cubicBezTo>
                          <a:pt x="48190" y="361"/>
                          <a:pt x="40345" y="-2032"/>
                          <a:pt x="30132" y="-2032"/>
                        </a:cubicBezTo>
                        <a:cubicBezTo>
                          <a:pt x="19932" y="-2032"/>
                          <a:pt x="12087" y="361"/>
                          <a:pt x="6597" y="5146"/>
                        </a:cubicBezTo>
                        <a:cubicBezTo>
                          <a:pt x="1120" y="9945"/>
                          <a:pt x="-1618" y="16832"/>
                          <a:pt x="-1618" y="25808"/>
                        </a:cubicBezTo>
                        <a:cubicBezTo>
                          <a:pt x="-1618" y="31704"/>
                          <a:pt x="75" y="36695"/>
                          <a:pt x="3462" y="40780"/>
                        </a:cubicBezTo>
                        <a:cubicBezTo>
                          <a:pt x="6862" y="44878"/>
                          <a:pt x="11578" y="47627"/>
                          <a:pt x="17610" y="49029"/>
                        </a:cubicBezTo>
                        <a:close/>
                        <a:moveTo>
                          <a:pt x="13026" y="68799"/>
                        </a:moveTo>
                        <a:cubicBezTo>
                          <a:pt x="13026" y="64013"/>
                          <a:pt x="14521" y="60278"/>
                          <a:pt x="17511" y="57595"/>
                        </a:cubicBezTo>
                        <a:cubicBezTo>
                          <a:pt x="20514" y="54911"/>
                          <a:pt x="24721" y="53570"/>
                          <a:pt x="30132" y="53570"/>
                        </a:cubicBezTo>
                        <a:cubicBezTo>
                          <a:pt x="35516" y="53570"/>
                          <a:pt x="39723" y="54911"/>
                          <a:pt x="42752" y="57595"/>
                        </a:cubicBezTo>
                        <a:cubicBezTo>
                          <a:pt x="45795" y="60278"/>
                          <a:pt x="47316" y="64013"/>
                          <a:pt x="47316" y="68799"/>
                        </a:cubicBezTo>
                        <a:cubicBezTo>
                          <a:pt x="47316" y="73597"/>
                          <a:pt x="45795" y="77338"/>
                          <a:pt x="42752" y="80022"/>
                        </a:cubicBezTo>
                        <a:cubicBezTo>
                          <a:pt x="39723" y="82706"/>
                          <a:pt x="35516" y="84047"/>
                          <a:pt x="30132" y="84047"/>
                        </a:cubicBezTo>
                        <a:cubicBezTo>
                          <a:pt x="24721" y="84047"/>
                          <a:pt x="20514" y="82706"/>
                          <a:pt x="17511" y="80022"/>
                        </a:cubicBezTo>
                        <a:cubicBezTo>
                          <a:pt x="14521" y="77338"/>
                          <a:pt x="13026" y="73597"/>
                          <a:pt x="13026" y="6879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64" name="Freeform: Shape 163">
                    <a:extLst>
                      <a:ext uri="{FF2B5EF4-FFF2-40B4-BE49-F238E27FC236}">
                        <a16:creationId xmlns:a16="http://schemas.microsoft.com/office/drawing/2014/main" id="{111BECEA-03D6-1B8C-6980-B59248FC7982}"/>
                      </a:ext>
                    </a:extLst>
                  </p:cNvPr>
                  <p:cNvSpPr/>
                  <p:nvPr/>
                </p:nvSpPr>
                <p:spPr>
                  <a:xfrm flipV="1">
                    <a:off x="8491182" y="4959304"/>
                    <a:ext cx="63996" cy="95994"/>
                  </a:xfrm>
                  <a:custGeom>
                    <a:avLst/>
                    <a:gdLst>
                      <a:gd name="connsiteX0" fmla="*/ 30376 w 63996"/>
                      <a:gd name="connsiteY0" fmla="*/ 84047 h 95994"/>
                      <a:gd name="connsiteX1" fmla="*/ 15830 w 63996"/>
                      <a:gd name="connsiteY1" fmla="*/ 74529 h 95994"/>
                      <a:gd name="connsiteX2" fmla="*/ 10969 w 63996"/>
                      <a:gd name="connsiteY2" fmla="*/ 45935 h 95994"/>
                      <a:gd name="connsiteX3" fmla="*/ 15830 w 63996"/>
                      <a:gd name="connsiteY3" fmla="*/ 17401 h 95994"/>
                      <a:gd name="connsiteX4" fmla="*/ 30376 w 63996"/>
                      <a:gd name="connsiteY4" fmla="*/ 7883 h 95994"/>
                      <a:gd name="connsiteX5" fmla="*/ 44981 w 63996"/>
                      <a:gd name="connsiteY5" fmla="*/ 17401 h 95994"/>
                      <a:gd name="connsiteX6" fmla="*/ 49862 w 63996"/>
                      <a:gd name="connsiteY6" fmla="*/ 45935 h 95994"/>
                      <a:gd name="connsiteX7" fmla="*/ 44981 w 63996"/>
                      <a:gd name="connsiteY7" fmla="*/ 74529 h 95994"/>
                      <a:gd name="connsiteX8" fmla="*/ 30376 w 63996"/>
                      <a:gd name="connsiteY8" fmla="*/ 84047 h 95994"/>
                      <a:gd name="connsiteX9" fmla="*/ 30376 w 63996"/>
                      <a:gd name="connsiteY9" fmla="*/ 93962 h 95994"/>
                      <a:gd name="connsiteX10" fmla="*/ 54168 w 63996"/>
                      <a:gd name="connsiteY10" fmla="*/ 81648 h 95994"/>
                      <a:gd name="connsiteX11" fmla="*/ 62384 w 63996"/>
                      <a:gd name="connsiteY11" fmla="*/ 45935 h 95994"/>
                      <a:gd name="connsiteX12" fmla="*/ 54168 w 63996"/>
                      <a:gd name="connsiteY12" fmla="*/ 10262 h 95994"/>
                      <a:gd name="connsiteX13" fmla="*/ 30376 w 63996"/>
                      <a:gd name="connsiteY13" fmla="*/ -2032 h 95994"/>
                      <a:gd name="connsiteX14" fmla="*/ 6603 w 63996"/>
                      <a:gd name="connsiteY14" fmla="*/ 10262 h 95994"/>
                      <a:gd name="connsiteX15" fmla="*/ -1612 w 63996"/>
                      <a:gd name="connsiteY15" fmla="*/ 45935 h 95994"/>
                      <a:gd name="connsiteX16" fmla="*/ 6603 w 63996"/>
                      <a:gd name="connsiteY16" fmla="*/ 81648 h 95994"/>
                      <a:gd name="connsiteX17" fmla="*/ 3037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76" y="84047"/>
                        </a:moveTo>
                        <a:cubicBezTo>
                          <a:pt x="23933" y="84047"/>
                          <a:pt x="19085" y="80875"/>
                          <a:pt x="15830" y="74529"/>
                        </a:cubicBezTo>
                        <a:cubicBezTo>
                          <a:pt x="12589" y="68197"/>
                          <a:pt x="10969" y="58666"/>
                          <a:pt x="10969" y="45935"/>
                        </a:cubicBezTo>
                        <a:cubicBezTo>
                          <a:pt x="10969" y="33258"/>
                          <a:pt x="12589" y="23746"/>
                          <a:pt x="15830" y="17401"/>
                        </a:cubicBezTo>
                        <a:cubicBezTo>
                          <a:pt x="19085" y="11055"/>
                          <a:pt x="23933" y="7883"/>
                          <a:pt x="30376" y="7883"/>
                        </a:cubicBezTo>
                        <a:cubicBezTo>
                          <a:pt x="36871" y="7883"/>
                          <a:pt x="41740" y="11055"/>
                          <a:pt x="44981" y="17401"/>
                        </a:cubicBezTo>
                        <a:cubicBezTo>
                          <a:pt x="48235" y="23746"/>
                          <a:pt x="49862" y="33258"/>
                          <a:pt x="49862" y="45935"/>
                        </a:cubicBezTo>
                        <a:cubicBezTo>
                          <a:pt x="49862" y="58666"/>
                          <a:pt x="48235" y="68197"/>
                          <a:pt x="44981" y="74529"/>
                        </a:cubicBezTo>
                        <a:cubicBezTo>
                          <a:pt x="41740" y="80875"/>
                          <a:pt x="36871" y="84047"/>
                          <a:pt x="30376" y="84047"/>
                        </a:cubicBezTo>
                        <a:close/>
                        <a:moveTo>
                          <a:pt x="30376" y="93962"/>
                        </a:moveTo>
                        <a:cubicBezTo>
                          <a:pt x="40761" y="93962"/>
                          <a:pt x="48692" y="89857"/>
                          <a:pt x="54168" y="81648"/>
                        </a:cubicBezTo>
                        <a:cubicBezTo>
                          <a:pt x="59645" y="73452"/>
                          <a:pt x="62384" y="61548"/>
                          <a:pt x="62384" y="45935"/>
                        </a:cubicBezTo>
                        <a:cubicBezTo>
                          <a:pt x="62384" y="30363"/>
                          <a:pt x="59645" y="18471"/>
                          <a:pt x="54168" y="10262"/>
                        </a:cubicBezTo>
                        <a:cubicBezTo>
                          <a:pt x="48692" y="2066"/>
                          <a:pt x="40761" y="-2032"/>
                          <a:pt x="30376" y="-2032"/>
                        </a:cubicBezTo>
                        <a:cubicBezTo>
                          <a:pt x="20004" y="-2032"/>
                          <a:pt x="12080" y="2066"/>
                          <a:pt x="6603" y="10262"/>
                        </a:cubicBezTo>
                        <a:cubicBezTo>
                          <a:pt x="1126" y="18471"/>
                          <a:pt x="-1612" y="30363"/>
                          <a:pt x="-1612" y="45935"/>
                        </a:cubicBezTo>
                        <a:cubicBezTo>
                          <a:pt x="-1612" y="61548"/>
                          <a:pt x="1126" y="73452"/>
                          <a:pt x="6603" y="81648"/>
                        </a:cubicBezTo>
                        <a:cubicBezTo>
                          <a:pt x="12080" y="89857"/>
                          <a:pt x="20004" y="93962"/>
                          <a:pt x="3037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165" name="Graphic 101">
              <a:extLst>
                <a:ext uri="{FF2B5EF4-FFF2-40B4-BE49-F238E27FC236}">
                  <a16:creationId xmlns:a16="http://schemas.microsoft.com/office/drawing/2014/main" id="{B9F8E0C2-3759-7FD0-F4DD-5CC12192B816}"/>
                </a:ext>
              </a:extLst>
            </p:cNvPr>
            <p:cNvGrpSpPr/>
            <p:nvPr/>
          </p:nvGrpSpPr>
          <p:grpSpPr>
            <a:xfrm>
              <a:off x="3570548" y="2266547"/>
              <a:ext cx="325100" cy="2367732"/>
              <a:chOff x="3570548" y="2266547"/>
              <a:chExt cx="325100" cy="2367732"/>
            </a:xfrm>
            <a:solidFill>
              <a:srgbClr val="000000"/>
            </a:solidFill>
          </p:grpSpPr>
          <p:grpSp>
            <p:nvGrpSpPr>
              <p:cNvPr id="166" name="Graphic 101">
                <a:extLst>
                  <a:ext uri="{FF2B5EF4-FFF2-40B4-BE49-F238E27FC236}">
                    <a16:creationId xmlns:a16="http://schemas.microsoft.com/office/drawing/2014/main" id="{8B960070-7FA0-C40D-1AF0-D325C85C9B8E}"/>
                  </a:ext>
                </a:extLst>
              </p:cNvPr>
              <p:cNvGrpSpPr/>
              <p:nvPr/>
            </p:nvGrpSpPr>
            <p:grpSpPr>
              <a:xfrm>
                <a:off x="3570548" y="4538285"/>
                <a:ext cx="325100" cy="95994"/>
                <a:chOff x="3570548" y="4538285"/>
                <a:chExt cx="325100" cy="95994"/>
              </a:xfrm>
              <a:solidFill>
                <a:srgbClr val="000000"/>
              </a:solidFill>
            </p:grpSpPr>
            <p:sp>
              <p:nvSpPr>
                <p:cNvPr id="167" name="Freeform: Shape 166">
                  <a:extLst>
                    <a:ext uri="{FF2B5EF4-FFF2-40B4-BE49-F238E27FC236}">
                      <a16:creationId xmlns:a16="http://schemas.microsoft.com/office/drawing/2014/main" id="{A7644D6F-59AF-2E65-C6E2-B3A519B32D82}"/>
                    </a:ext>
                  </a:extLst>
                </p:cNvPr>
                <p:cNvSpPr/>
                <p:nvPr/>
              </p:nvSpPr>
              <p:spPr>
                <a:xfrm>
                  <a:off x="3851198" y="4584260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264 h 12690"/>
                    <a:gd name="connsiteX1" fmla="*/ 58 w 44450"/>
                    <a:gd name="connsiteY1" fmla="*/ 264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264"/>
                      </a:moveTo>
                      <a:lnTo>
                        <a:pt x="58" y="26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68" name="Graphic 101">
                  <a:extLst>
                    <a:ext uri="{FF2B5EF4-FFF2-40B4-BE49-F238E27FC236}">
                      <a16:creationId xmlns:a16="http://schemas.microsoft.com/office/drawing/2014/main" id="{653F3FCA-5E82-F5A3-B045-8CFEDD22C021}"/>
                    </a:ext>
                  </a:extLst>
                </p:cNvPr>
                <p:cNvGrpSpPr/>
                <p:nvPr/>
              </p:nvGrpSpPr>
              <p:grpSpPr>
                <a:xfrm>
                  <a:off x="3570548" y="4538285"/>
                  <a:ext cx="227761" cy="95994"/>
                  <a:chOff x="3570548" y="4538285"/>
                  <a:chExt cx="227761" cy="95994"/>
                </a:xfrm>
                <a:solidFill>
                  <a:srgbClr val="000000"/>
                </a:solidFill>
              </p:grpSpPr>
              <p:sp>
                <p:nvSpPr>
                  <p:cNvPr id="169" name="Freeform: Shape 168">
                    <a:extLst>
                      <a:ext uri="{FF2B5EF4-FFF2-40B4-BE49-F238E27FC236}">
                        <a16:creationId xmlns:a16="http://schemas.microsoft.com/office/drawing/2014/main" id="{FF1D111E-0E01-990C-6A38-7CCB87AD3380}"/>
                      </a:ext>
                    </a:extLst>
                  </p:cNvPr>
                  <p:cNvSpPr/>
                  <p:nvPr/>
                </p:nvSpPr>
                <p:spPr>
                  <a:xfrm flipV="1">
                    <a:off x="3570548" y="4539951"/>
                    <a:ext cx="67468" cy="92524"/>
                  </a:xfrm>
                  <a:custGeom>
                    <a:avLst/>
                    <a:gdLst>
                      <a:gd name="connsiteX0" fmla="*/ 39813 w 67468"/>
                      <a:gd name="connsiteY0" fmla="*/ 79549 h 92524"/>
                      <a:gd name="connsiteX1" fmla="*/ 8182 w 67468"/>
                      <a:gd name="connsiteY1" fmla="*/ 30154 h 92524"/>
                      <a:gd name="connsiteX2" fmla="*/ 39813 w 67468"/>
                      <a:gd name="connsiteY2" fmla="*/ 30154 h 92524"/>
                      <a:gd name="connsiteX3" fmla="*/ 39813 w 67468"/>
                      <a:gd name="connsiteY3" fmla="*/ 79549 h 92524"/>
                      <a:gd name="connsiteX4" fmla="*/ 36519 w 67468"/>
                      <a:gd name="connsiteY4" fmla="*/ 90455 h 92524"/>
                      <a:gd name="connsiteX5" fmla="*/ 52275 w 67468"/>
                      <a:gd name="connsiteY5" fmla="*/ 90455 h 92524"/>
                      <a:gd name="connsiteX6" fmla="*/ 52275 w 67468"/>
                      <a:gd name="connsiteY6" fmla="*/ 30154 h 92524"/>
                      <a:gd name="connsiteX7" fmla="*/ 65491 w 67468"/>
                      <a:gd name="connsiteY7" fmla="*/ 30154 h 92524"/>
                      <a:gd name="connsiteX8" fmla="*/ 65491 w 67468"/>
                      <a:gd name="connsiteY8" fmla="*/ 19744 h 92524"/>
                      <a:gd name="connsiteX9" fmla="*/ 52275 w 67468"/>
                      <a:gd name="connsiteY9" fmla="*/ 19744 h 92524"/>
                      <a:gd name="connsiteX10" fmla="*/ 52275 w 67468"/>
                      <a:gd name="connsiteY10" fmla="*/ -2069 h 92524"/>
                      <a:gd name="connsiteX11" fmla="*/ 39813 w 67468"/>
                      <a:gd name="connsiteY11" fmla="*/ -2069 h 92524"/>
                      <a:gd name="connsiteX12" fmla="*/ 39813 w 67468"/>
                      <a:gd name="connsiteY12" fmla="*/ 19744 h 92524"/>
                      <a:gd name="connsiteX13" fmla="*/ -1978 w 67468"/>
                      <a:gd name="connsiteY13" fmla="*/ 19744 h 92524"/>
                      <a:gd name="connsiteX14" fmla="*/ -1978 w 67468"/>
                      <a:gd name="connsiteY14" fmla="*/ 31820 h 92524"/>
                      <a:gd name="connsiteX15" fmla="*/ 36519 w 67468"/>
                      <a:gd name="connsiteY15" fmla="*/ 9045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39813" y="79549"/>
                        </a:moveTo>
                        <a:lnTo>
                          <a:pt x="8182" y="30154"/>
                        </a:lnTo>
                        <a:lnTo>
                          <a:pt x="39813" y="30154"/>
                        </a:lnTo>
                        <a:lnTo>
                          <a:pt x="39813" y="79549"/>
                        </a:lnTo>
                        <a:close/>
                        <a:moveTo>
                          <a:pt x="36519" y="90455"/>
                        </a:moveTo>
                        <a:lnTo>
                          <a:pt x="52275" y="90455"/>
                        </a:lnTo>
                        <a:lnTo>
                          <a:pt x="52275" y="30154"/>
                        </a:lnTo>
                        <a:lnTo>
                          <a:pt x="65491" y="30154"/>
                        </a:lnTo>
                        <a:lnTo>
                          <a:pt x="65491" y="19744"/>
                        </a:lnTo>
                        <a:lnTo>
                          <a:pt x="52275" y="19744"/>
                        </a:lnTo>
                        <a:lnTo>
                          <a:pt x="52275" y="-2069"/>
                        </a:lnTo>
                        <a:lnTo>
                          <a:pt x="39813" y="-2069"/>
                        </a:lnTo>
                        <a:lnTo>
                          <a:pt x="39813" y="19744"/>
                        </a:lnTo>
                        <a:lnTo>
                          <a:pt x="-1978" y="19744"/>
                        </a:lnTo>
                        <a:lnTo>
                          <a:pt x="-1978" y="31820"/>
                        </a:lnTo>
                        <a:lnTo>
                          <a:pt x="36519" y="904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0" name="Freeform: Shape 169">
                    <a:extLst>
                      <a:ext uri="{FF2B5EF4-FFF2-40B4-BE49-F238E27FC236}">
                        <a16:creationId xmlns:a16="http://schemas.microsoft.com/office/drawing/2014/main" id="{600D00B2-3B70-9B2D-7B82-3DC131E0156F}"/>
                      </a:ext>
                    </a:extLst>
                  </p:cNvPr>
                  <p:cNvSpPr/>
                  <p:nvPr/>
                </p:nvSpPr>
                <p:spPr>
                  <a:xfrm flipV="1">
                    <a:off x="3653751" y="4538285"/>
                    <a:ext cx="63500" cy="95994"/>
                  </a:xfrm>
                  <a:custGeom>
                    <a:avLst/>
                    <a:gdLst>
                      <a:gd name="connsiteX0" fmla="*/ 29757 w 63500"/>
                      <a:gd name="connsiteY0" fmla="*/ 43681 h 95994"/>
                      <a:gd name="connsiteX1" fmla="*/ 15708 w 63500"/>
                      <a:gd name="connsiteY1" fmla="*/ 38902 h 95994"/>
                      <a:gd name="connsiteX2" fmla="*/ 10608 w 63500"/>
                      <a:gd name="connsiteY2" fmla="*/ 25775 h 95994"/>
                      <a:gd name="connsiteX3" fmla="*/ 15708 w 63500"/>
                      <a:gd name="connsiteY3" fmla="*/ 12628 h 95994"/>
                      <a:gd name="connsiteX4" fmla="*/ 29757 w 63500"/>
                      <a:gd name="connsiteY4" fmla="*/ 7849 h 95994"/>
                      <a:gd name="connsiteX5" fmla="*/ 43826 w 63500"/>
                      <a:gd name="connsiteY5" fmla="*/ 12648 h 95994"/>
                      <a:gd name="connsiteX6" fmla="*/ 48986 w 63500"/>
                      <a:gd name="connsiteY6" fmla="*/ 25775 h 95994"/>
                      <a:gd name="connsiteX7" fmla="*/ 43866 w 63500"/>
                      <a:gd name="connsiteY7" fmla="*/ 38902 h 95994"/>
                      <a:gd name="connsiteX8" fmla="*/ 29757 w 63500"/>
                      <a:gd name="connsiteY8" fmla="*/ 43681 h 95994"/>
                      <a:gd name="connsiteX9" fmla="*/ 17236 w 63500"/>
                      <a:gd name="connsiteY9" fmla="*/ 48995 h 95994"/>
                      <a:gd name="connsiteX10" fmla="*/ 4675 w 63500"/>
                      <a:gd name="connsiteY10" fmla="*/ 56491 h 95994"/>
                      <a:gd name="connsiteX11" fmla="*/ 190 w 63500"/>
                      <a:gd name="connsiteY11" fmla="*/ 69955 h 95994"/>
                      <a:gd name="connsiteX12" fmla="*/ 8088 w 63500"/>
                      <a:gd name="connsiteY12" fmla="*/ 87484 h 95994"/>
                      <a:gd name="connsiteX13" fmla="*/ 29757 w 63500"/>
                      <a:gd name="connsiteY13" fmla="*/ 93929 h 95994"/>
                      <a:gd name="connsiteX14" fmla="*/ 51466 w 63500"/>
                      <a:gd name="connsiteY14" fmla="*/ 87484 h 95994"/>
                      <a:gd name="connsiteX15" fmla="*/ 59344 w 63500"/>
                      <a:gd name="connsiteY15" fmla="*/ 69955 h 95994"/>
                      <a:gd name="connsiteX16" fmla="*/ 54840 w 63500"/>
                      <a:gd name="connsiteY16" fmla="*/ 56491 h 95994"/>
                      <a:gd name="connsiteX17" fmla="*/ 42358 w 63500"/>
                      <a:gd name="connsiteY17" fmla="*/ 48995 h 95994"/>
                      <a:gd name="connsiteX18" fmla="*/ 56447 w 63500"/>
                      <a:gd name="connsiteY18" fmla="*/ 40746 h 95994"/>
                      <a:gd name="connsiteX19" fmla="*/ 61507 w 63500"/>
                      <a:gd name="connsiteY19" fmla="*/ 25775 h 95994"/>
                      <a:gd name="connsiteX20" fmla="*/ 53292 w 63500"/>
                      <a:gd name="connsiteY20" fmla="*/ 5113 h 95994"/>
                      <a:gd name="connsiteX21" fmla="*/ 29757 w 63500"/>
                      <a:gd name="connsiteY21" fmla="*/ -2065 h 95994"/>
                      <a:gd name="connsiteX22" fmla="*/ 6223 w 63500"/>
                      <a:gd name="connsiteY22" fmla="*/ 5113 h 95994"/>
                      <a:gd name="connsiteX23" fmla="*/ -1993 w 63500"/>
                      <a:gd name="connsiteY23" fmla="*/ 25775 h 95994"/>
                      <a:gd name="connsiteX24" fmla="*/ 3087 w 63500"/>
                      <a:gd name="connsiteY24" fmla="*/ 40746 h 95994"/>
                      <a:gd name="connsiteX25" fmla="*/ 17236 w 63500"/>
                      <a:gd name="connsiteY25" fmla="*/ 48995 h 95994"/>
                      <a:gd name="connsiteX26" fmla="*/ 12652 w 63500"/>
                      <a:gd name="connsiteY26" fmla="*/ 68765 h 95994"/>
                      <a:gd name="connsiteX27" fmla="*/ 17137 w 63500"/>
                      <a:gd name="connsiteY27" fmla="*/ 57562 h 95994"/>
                      <a:gd name="connsiteX28" fmla="*/ 29757 w 63500"/>
                      <a:gd name="connsiteY28" fmla="*/ 53536 h 95994"/>
                      <a:gd name="connsiteX29" fmla="*/ 42378 w 63500"/>
                      <a:gd name="connsiteY29" fmla="*/ 57562 h 95994"/>
                      <a:gd name="connsiteX30" fmla="*/ 46942 w 63500"/>
                      <a:gd name="connsiteY30" fmla="*/ 68765 h 95994"/>
                      <a:gd name="connsiteX31" fmla="*/ 42378 w 63500"/>
                      <a:gd name="connsiteY31" fmla="*/ 79989 h 95994"/>
                      <a:gd name="connsiteX32" fmla="*/ 29757 w 63500"/>
                      <a:gd name="connsiteY32" fmla="*/ 84014 h 95994"/>
                      <a:gd name="connsiteX33" fmla="*/ 17137 w 63500"/>
                      <a:gd name="connsiteY33" fmla="*/ 79989 h 95994"/>
                      <a:gd name="connsiteX34" fmla="*/ 12652 w 63500"/>
                      <a:gd name="connsiteY34" fmla="*/ 6876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500" h="95994">
                        <a:moveTo>
                          <a:pt x="29757" y="43681"/>
                        </a:moveTo>
                        <a:cubicBezTo>
                          <a:pt x="23804" y="43681"/>
                          <a:pt x="19121" y="42088"/>
                          <a:pt x="15708" y="38902"/>
                        </a:cubicBezTo>
                        <a:cubicBezTo>
                          <a:pt x="12308" y="35716"/>
                          <a:pt x="10608" y="31341"/>
                          <a:pt x="10608" y="25775"/>
                        </a:cubicBezTo>
                        <a:cubicBezTo>
                          <a:pt x="10608" y="20197"/>
                          <a:pt x="12308" y="15814"/>
                          <a:pt x="15708" y="12628"/>
                        </a:cubicBezTo>
                        <a:cubicBezTo>
                          <a:pt x="19121" y="9442"/>
                          <a:pt x="23804" y="7849"/>
                          <a:pt x="29757" y="7849"/>
                        </a:cubicBezTo>
                        <a:cubicBezTo>
                          <a:pt x="35710" y="7849"/>
                          <a:pt x="40400" y="9449"/>
                          <a:pt x="43826" y="12648"/>
                        </a:cubicBezTo>
                        <a:cubicBezTo>
                          <a:pt x="47266" y="15860"/>
                          <a:pt x="48986" y="20236"/>
                          <a:pt x="48986" y="25775"/>
                        </a:cubicBezTo>
                        <a:cubicBezTo>
                          <a:pt x="48986" y="31341"/>
                          <a:pt x="47279" y="35716"/>
                          <a:pt x="43866" y="38902"/>
                        </a:cubicBezTo>
                        <a:cubicBezTo>
                          <a:pt x="40466" y="42088"/>
                          <a:pt x="35763" y="43681"/>
                          <a:pt x="29757" y="43681"/>
                        </a:cubicBezTo>
                        <a:close/>
                        <a:moveTo>
                          <a:pt x="17236" y="48995"/>
                        </a:moveTo>
                        <a:cubicBezTo>
                          <a:pt x="11865" y="50317"/>
                          <a:pt x="7678" y="52816"/>
                          <a:pt x="4675" y="56491"/>
                        </a:cubicBezTo>
                        <a:cubicBezTo>
                          <a:pt x="1685" y="60179"/>
                          <a:pt x="190" y="64667"/>
                          <a:pt x="190" y="69955"/>
                        </a:cubicBezTo>
                        <a:cubicBezTo>
                          <a:pt x="190" y="77345"/>
                          <a:pt x="2823" y="83188"/>
                          <a:pt x="8088" y="87484"/>
                        </a:cubicBezTo>
                        <a:cubicBezTo>
                          <a:pt x="13366" y="91781"/>
                          <a:pt x="20589" y="93929"/>
                          <a:pt x="29757" y="93929"/>
                        </a:cubicBezTo>
                        <a:cubicBezTo>
                          <a:pt x="38978" y="93929"/>
                          <a:pt x="46214" y="91781"/>
                          <a:pt x="51466" y="87484"/>
                        </a:cubicBezTo>
                        <a:cubicBezTo>
                          <a:pt x="56718" y="83188"/>
                          <a:pt x="59344" y="77345"/>
                          <a:pt x="59344" y="69955"/>
                        </a:cubicBezTo>
                        <a:cubicBezTo>
                          <a:pt x="59344" y="64667"/>
                          <a:pt x="57843" y="60179"/>
                          <a:pt x="54840" y="56491"/>
                        </a:cubicBezTo>
                        <a:cubicBezTo>
                          <a:pt x="51850" y="52816"/>
                          <a:pt x="47689" y="50317"/>
                          <a:pt x="42358" y="48995"/>
                        </a:cubicBezTo>
                        <a:cubicBezTo>
                          <a:pt x="48390" y="47594"/>
                          <a:pt x="53087" y="44844"/>
                          <a:pt x="56447" y="40746"/>
                        </a:cubicBezTo>
                        <a:cubicBezTo>
                          <a:pt x="59820" y="36662"/>
                          <a:pt x="61507" y="31671"/>
                          <a:pt x="61507" y="25775"/>
                        </a:cubicBezTo>
                        <a:cubicBezTo>
                          <a:pt x="61507" y="16799"/>
                          <a:pt x="58769" y="9912"/>
                          <a:pt x="53292" y="5113"/>
                        </a:cubicBezTo>
                        <a:cubicBezTo>
                          <a:pt x="47815" y="327"/>
                          <a:pt x="39970" y="-2065"/>
                          <a:pt x="29757" y="-2065"/>
                        </a:cubicBezTo>
                        <a:cubicBezTo>
                          <a:pt x="19558" y="-2065"/>
                          <a:pt x="11713" y="327"/>
                          <a:pt x="6223" y="5113"/>
                        </a:cubicBezTo>
                        <a:cubicBezTo>
                          <a:pt x="746" y="9912"/>
                          <a:pt x="-1993" y="16799"/>
                          <a:pt x="-1993" y="25775"/>
                        </a:cubicBezTo>
                        <a:cubicBezTo>
                          <a:pt x="-1993" y="31671"/>
                          <a:pt x="-299" y="36662"/>
                          <a:pt x="3087" y="40746"/>
                        </a:cubicBezTo>
                        <a:cubicBezTo>
                          <a:pt x="6487" y="44844"/>
                          <a:pt x="11203" y="47594"/>
                          <a:pt x="17236" y="48995"/>
                        </a:cubicBezTo>
                        <a:close/>
                        <a:moveTo>
                          <a:pt x="12652" y="68765"/>
                        </a:moveTo>
                        <a:cubicBezTo>
                          <a:pt x="12652" y="63980"/>
                          <a:pt x="14147" y="60245"/>
                          <a:pt x="17137" y="57562"/>
                        </a:cubicBezTo>
                        <a:cubicBezTo>
                          <a:pt x="20140" y="54878"/>
                          <a:pt x="24346" y="53536"/>
                          <a:pt x="29757" y="53536"/>
                        </a:cubicBezTo>
                        <a:cubicBezTo>
                          <a:pt x="35141" y="53536"/>
                          <a:pt x="39348" y="54878"/>
                          <a:pt x="42378" y="57562"/>
                        </a:cubicBezTo>
                        <a:cubicBezTo>
                          <a:pt x="45421" y="60245"/>
                          <a:pt x="46942" y="63980"/>
                          <a:pt x="46942" y="68765"/>
                        </a:cubicBezTo>
                        <a:cubicBezTo>
                          <a:pt x="46942" y="73564"/>
                          <a:pt x="45421" y="77305"/>
                          <a:pt x="42378" y="79989"/>
                        </a:cubicBezTo>
                        <a:cubicBezTo>
                          <a:pt x="39348" y="82672"/>
                          <a:pt x="35141" y="84014"/>
                          <a:pt x="29757" y="84014"/>
                        </a:cubicBezTo>
                        <a:cubicBezTo>
                          <a:pt x="24346" y="84014"/>
                          <a:pt x="20140" y="82672"/>
                          <a:pt x="17137" y="79989"/>
                        </a:cubicBezTo>
                        <a:cubicBezTo>
                          <a:pt x="14147" y="77305"/>
                          <a:pt x="12652" y="73564"/>
                          <a:pt x="12652" y="6876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1" name="Freeform: Shape 170">
                    <a:extLst>
                      <a:ext uri="{FF2B5EF4-FFF2-40B4-BE49-F238E27FC236}">
                        <a16:creationId xmlns:a16="http://schemas.microsoft.com/office/drawing/2014/main" id="{D3F42457-AB95-9000-2E03-F126C513E797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4538285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4014 h 95994"/>
                      <a:gd name="connsiteX1" fmla="*/ 15456 w 63996"/>
                      <a:gd name="connsiteY1" fmla="*/ 74496 h 95994"/>
                      <a:gd name="connsiteX2" fmla="*/ 10594 w 63996"/>
                      <a:gd name="connsiteY2" fmla="*/ 45902 h 95994"/>
                      <a:gd name="connsiteX3" fmla="*/ 15456 w 63996"/>
                      <a:gd name="connsiteY3" fmla="*/ 17368 h 95994"/>
                      <a:gd name="connsiteX4" fmla="*/ 30001 w 63996"/>
                      <a:gd name="connsiteY4" fmla="*/ 7849 h 95994"/>
                      <a:gd name="connsiteX5" fmla="*/ 44606 w 63996"/>
                      <a:gd name="connsiteY5" fmla="*/ 17368 h 95994"/>
                      <a:gd name="connsiteX6" fmla="*/ 49488 w 63996"/>
                      <a:gd name="connsiteY6" fmla="*/ 45902 h 95994"/>
                      <a:gd name="connsiteX7" fmla="*/ 44606 w 63996"/>
                      <a:gd name="connsiteY7" fmla="*/ 74496 h 95994"/>
                      <a:gd name="connsiteX8" fmla="*/ 30001 w 63996"/>
                      <a:gd name="connsiteY8" fmla="*/ 84014 h 95994"/>
                      <a:gd name="connsiteX9" fmla="*/ 30001 w 63996"/>
                      <a:gd name="connsiteY9" fmla="*/ 93929 h 95994"/>
                      <a:gd name="connsiteX10" fmla="*/ 53794 w 63996"/>
                      <a:gd name="connsiteY10" fmla="*/ 81615 h 95994"/>
                      <a:gd name="connsiteX11" fmla="*/ 62009 w 63996"/>
                      <a:gd name="connsiteY11" fmla="*/ 45902 h 95994"/>
                      <a:gd name="connsiteX12" fmla="*/ 53794 w 63996"/>
                      <a:gd name="connsiteY12" fmla="*/ 10229 h 95994"/>
                      <a:gd name="connsiteX13" fmla="*/ 30001 w 63996"/>
                      <a:gd name="connsiteY13" fmla="*/ -2065 h 95994"/>
                      <a:gd name="connsiteX14" fmla="*/ 6228 w 63996"/>
                      <a:gd name="connsiteY14" fmla="*/ 10229 h 95994"/>
                      <a:gd name="connsiteX15" fmla="*/ -1987 w 63996"/>
                      <a:gd name="connsiteY15" fmla="*/ 45902 h 95994"/>
                      <a:gd name="connsiteX16" fmla="*/ 6228 w 63996"/>
                      <a:gd name="connsiteY16" fmla="*/ 81615 h 95994"/>
                      <a:gd name="connsiteX17" fmla="*/ 30001 w 63996"/>
                      <a:gd name="connsiteY17" fmla="*/ 9392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4014"/>
                        </a:moveTo>
                        <a:cubicBezTo>
                          <a:pt x="23559" y="84014"/>
                          <a:pt x="18710" y="80841"/>
                          <a:pt x="15456" y="74496"/>
                        </a:cubicBezTo>
                        <a:cubicBezTo>
                          <a:pt x="12215" y="68164"/>
                          <a:pt x="10594" y="58633"/>
                          <a:pt x="10594" y="45902"/>
                        </a:cubicBezTo>
                        <a:cubicBezTo>
                          <a:pt x="10594" y="33224"/>
                          <a:pt x="12215" y="23713"/>
                          <a:pt x="15456" y="17368"/>
                        </a:cubicBezTo>
                        <a:cubicBezTo>
                          <a:pt x="18710" y="11022"/>
                          <a:pt x="23559" y="7849"/>
                          <a:pt x="30001" y="7849"/>
                        </a:cubicBezTo>
                        <a:cubicBezTo>
                          <a:pt x="36497" y="7849"/>
                          <a:pt x="41365" y="11022"/>
                          <a:pt x="44606" y="17368"/>
                        </a:cubicBezTo>
                        <a:cubicBezTo>
                          <a:pt x="47861" y="23713"/>
                          <a:pt x="49488" y="33224"/>
                          <a:pt x="49488" y="45902"/>
                        </a:cubicBezTo>
                        <a:cubicBezTo>
                          <a:pt x="49488" y="58633"/>
                          <a:pt x="47861" y="68164"/>
                          <a:pt x="44606" y="74496"/>
                        </a:cubicBezTo>
                        <a:cubicBezTo>
                          <a:pt x="41365" y="80841"/>
                          <a:pt x="36497" y="84014"/>
                          <a:pt x="30001" y="84014"/>
                        </a:cubicBezTo>
                        <a:close/>
                        <a:moveTo>
                          <a:pt x="30001" y="93929"/>
                        </a:moveTo>
                        <a:cubicBezTo>
                          <a:pt x="40386" y="93929"/>
                          <a:pt x="48317" y="89824"/>
                          <a:pt x="53794" y="81615"/>
                        </a:cubicBezTo>
                        <a:cubicBezTo>
                          <a:pt x="59271" y="73419"/>
                          <a:pt x="62009" y="61514"/>
                          <a:pt x="62009" y="45902"/>
                        </a:cubicBezTo>
                        <a:cubicBezTo>
                          <a:pt x="62009" y="30329"/>
                          <a:pt x="59271" y="18438"/>
                          <a:pt x="53794" y="10229"/>
                        </a:cubicBezTo>
                        <a:cubicBezTo>
                          <a:pt x="48317" y="2033"/>
                          <a:pt x="40386" y="-2065"/>
                          <a:pt x="30001" y="-2065"/>
                        </a:cubicBezTo>
                        <a:cubicBezTo>
                          <a:pt x="19630" y="-2065"/>
                          <a:pt x="11705" y="2033"/>
                          <a:pt x="6228" y="10229"/>
                        </a:cubicBezTo>
                        <a:cubicBezTo>
                          <a:pt x="751" y="18438"/>
                          <a:pt x="-1987" y="30329"/>
                          <a:pt x="-1987" y="45902"/>
                        </a:cubicBezTo>
                        <a:cubicBezTo>
                          <a:pt x="-1987" y="61514"/>
                          <a:pt x="751" y="73419"/>
                          <a:pt x="6228" y="81615"/>
                        </a:cubicBezTo>
                        <a:cubicBezTo>
                          <a:pt x="11705" y="89824"/>
                          <a:pt x="19630" y="93929"/>
                          <a:pt x="30001" y="939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72" name="Graphic 101">
                <a:extLst>
                  <a:ext uri="{FF2B5EF4-FFF2-40B4-BE49-F238E27FC236}">
                    <a16:creationId xmlns:a16="http://schemas.microsoft.com/office/drawing/2014/main" id="{3C93FAFB-69B7-619A-CB17-CCEDFF441561}"/>
                  </a:ext>
                </a:extLst>
              </p:cNvPr>
              <p:cNvGrpSpPr/>
              <p:nvPr/>
            </p:nvGrpSpPr>
            <p:grpSpPr>
              <a:xfrm>
                <a:off x="3570548" y="3970351"/>
                <a:ext cx="325100" cy="95994"/>
                <a:chOff x="3570548" y="3970351"/>
                <a:chExt cx="325100" cy="95994"/>
              </a:xfrm>
              <a:solidFill>
                <a:srgbClr val="000000"/>
              </a:solidFill>
            </p:grpSpPr>
            <p:sp>
              <p:nvSpPr>
                <p:cNvPr id="173" name="Freeform: Shape 172">
                  <a:extLst>
                    <a:ext uri="{FF2B5EF4-FFF2-40B4-BE49-F238E27FC236}">
                      <a16:creationId xmlns:a16="http://schemas.microsoft.com/office/drawing/2014/main" id="{F9175E55-AE90-46A7-3D8E-9551CF2FA3C8}"/>
                    </a:ext>
                  </a:extLst>
                </p:cNvPr>
                <p:cNvSpPr/>
                <p:nvPr/>
              </p:nvSpPr>
              <p:spPr>
                <a:xfrm>
                  <a:off x="3851198" y="4016325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219 h 12690"/>
                    <a:gd name="connsiteX1" fmla="*/ 58 w 44450"/>
                    <a:gd name="connsiteY1" fmla="*/ 21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219"/>
                      </a:moveTo>
                      <a:lnTo>
                        <a:pt x="58" y="219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74" name="Graphic 101">
                  <a:extLst>
                    <a:ext uri="{FF2B5EF4-FFF2-40B4-BE49-F238E27FC236}">
                      <a16:creationId xmlns:a16="http://schemas.microsoft.com/office/drawing/2014/main" id="{103FC39E-35B5-0FEF-A0CA-5951611D48E4}"/>
                    </a:ext>
                  </a:extLst>
                </p:cNvPr>
                <p:cNvGrpSpPr/>
                <p:nvPr/>
              </p:nvGrpSpPr>
              <p:grpSpPr>
                <a:xfrm>
                  <a:off x="3570548" y="3970351"/>
                  <a:ext cx="227761" cy="95994"/>
                  <a:chOff x="3570548" y="3970351"/>
                  <a:chExt cx="227761" cy="95994"/>
                </a:xfrm>
                <a:solidFill>
                  <a:srgbClr val="000000"/>
                </a:solidFill>
              </p:grpSpPr>
              <p:sp>
                <p:nvSpPr>
                  <p:cNvPr id="175" name="Freeform: Shape 174">
                    <a:extLst>
                      <a:ext uri="{FF2B5EF4-FFF2-40B4-BE49-F238E27FC236}">
                        <a16:creationId xmlns:a16="http://schemas.microsoft.com/office/drawing/2014/main" id="{DD14651E-091B-5A16-A774-A3A032F39E29}"/>
                      </a:ext>
                    </a:extLst>
                  </p:cNvPr>
                  <p:cNvSpPr/>
                  <p:nvPr/>
                </p:nvSpPr>
                <p:spPr>
                  <a:xfrm flipV="1">
                    <a:off x="3570548" y="3972016"/>
                    <a:ext cx="67468" cy="92524"/>
                  </a:xfrm>
                  <a:custGeom>
                    <a:avLst/>
                    <a:gdLst>
                      <a:gd name="connsiteX0" fmla="*/ 39813 w 67468"/>
                      <a:gd name="connsiteY0" fmla="*/ 79504 h 92524"/>
                      <a:gd name="connsiteX1" fmla="*/ 8182 w 67468"/>
                      <a:gd name="connsiteY1" fmla="*/ 30109 h 92524"/>
                      <a:gd name="connsiteX2" fmla="*/ 39813 w 67468"/>
                      <a:gd name="connsiteY2" fmla="*/ 30109 h 92524"/>
                      <a:gd name="connsiteX3" fmla="*/ 39813 w 67468"/>
                      <a:gd name="connsiteY3" fmla="*/ 79504 h 92524"/>
                      <a:gd name="connsiteX4" fmla="*/ 36519 w 67468"/>
                      <a:gd name="connsiteY4" fmla="*/ 90410 h 92524"/>
                      <a:gd name="connsiteX5" fmla="*/ 52275 w 67468"/>
                      <a:gd name="connsiteY5" fmla="*/ 90410 h 92524"/>
                      <a:gd name="connsiteX6" fmla="*/ 52275 w 67468"/>
                      <a:gd name="connsiteY6" fmla="*/ 30109 h 92524"/>
                      <a:gd name="connsiteX7" fmla="*/ 65491 w 67468"/>
                      <a:gd name="connsiteY7" fmla="*/ 30109 h 92524"/>
                      <a:gd name="connsiteX8" fmla="*/ 65491 w 67468"/>
                      <a:gd name="connsiteY8" fmla="*/ 19699 h 92524"/>
                      <a:gd name="connsiteX9" fmla="*/ 52275 w 67468"/>
                      <a:gd name="connsiteY9" fmla="*/ 19699 h 92524"/>
                      <a:gd name="connsiteX10" fmla="*/ 52275 w 67468"/>
                      <a:gd name="connsiteY10" fmla="*/ -2114 h 92524"/>
                      <a:gd name="connsiteX11" fmla="*/ 39813 w 67468"/>
                      <a:gd name="connsiteY11" fmla="*/ -2114 h 92524"/>
                      <a:gd name="connsiteX12" fmla="*/ 39813 w 67468"/>
                      <a:gd name="connsiteY12" fmla="*/ 19699 h 92524"/>
                      <a:gd name="connsiteX13" fmla="*/ -1978 w 67468"/>
                      <a:gd name="connsiteY13" fmla="*/ 19699 h 92524"/>
                      <a:gd name="connsiteX14" fmla="*/ -1978 w 67468"/>
                      <a:gd name="connsiteY14" fmla="*/ 31775 h 92524"/>
                      <a:gd name="connsiteX15" fmla="*/ 36519 w 67468"/>
                      <a:gd name="connsiteY15" fmla="*/ 904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39813" y="79504"/>
                        </a:moveTo>
                        <a:lnTo>
                          <a:pt x="8182" y="30109"/>
                        </a:lnTo>
                        <a:lnTo>
                          <a:pt x="39813" y="30109"/>
                        </a:lnTo>
                        <a:lnTo>
                          <a:pt x="39813" y="79504"/>
                        </a:lnTo>
                        <a:close/>
                        <a:moveTo>
                          <a:pt x="36519" y="90410"/>
                        </a:moveTo>
                        <a:lnTo>
                          <a:pt x="52275" y="90410"/>
                        </a:lnTo>
                        <a:lnTo>
                          <a:pt x="52275" y="30109"/>
                        </a:lnTo>
                        <a:lnTo>
                          <a:pt x="65491" y="30109"/>
                        </a:lnTo>
                        <a:lnTo>
                          <a:pt x="65491" y="19699"/>
                        </a:lnTo>
                        <a:lnTo>
                          <a:pt x="52275" y="19699"/>
                        </a:lnTo>
                        <a:lnTo>
                          <a:pt x="52275" y="-2114"/>
                        </a:lnTo>
                        <a:lnTo>
                          <a:pt x="39813" y="-2114"/>
                        </a:lnTo>
                        <a:lnTo>
                          <a:pt x="39813" y="19699"/>
                        </a:lnTo>
                        <a:lnTo>
                          <a:pt x="-1978" y="19699"/>
                        </a:lnTo>
                        <a:lnTo>
                          <a:pt x="-1978" y="31775"/>
                        </a:lnTo>
                        <a:lnTo>
                          <a:pt x="36519" y="90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6" name="Freeform: Shape 175">
                    <a:extLst>
                      <a:ext uri="{FF2B5EF4-FFF2-40B4-BE49-F238E27FC236}">
                        <a16:creationId xmlns:a16="http://schemas.microsoft.com/office/drawing/2014/main" id="{74357560-40DE-66E4-3BEE-1C21B23C2A27}"/>
                      </a:ext>
                    </a:extLst>
                  </p:cNvPr>
                  <p:cNvSpPr/>
                  <p:nvPr/>
                </p:nvSpPr>
                <p:spPr>
                  <a:xfrm flipV="1">
                    <a:off x="3653135" y="3970351"/>
                    <a:ext cx="63877" cy="95994"/>
                  </a:xfrm>
                  <a:custGeom>
                    <a:avLst/>
                    <a:gdLst>
                      <a:gd name="connsiteX0" fmla="*/ 3982 w 63877"/>
                      <a:gd name="connsiteY0" fmla="*/ 1618 h 95994"/>
                      <a:gd name="connsiteX1" fmla="*/ 3982 w 63877"/>
                      <a:gd name="connsiteY1" fmla="*/ 13020 h 95994"/>
                      <a:gd name="connsiteX2" fmla="*/ 13527 w 63877"/>
                      <a:gd name="connsiteY2" fmla="*/ 9609 h 95994"/>
                      <a:gd name="connsiteX3" fmla="*/ 23032 w 63877"/>
                      <a:gd name="connsiteY3" fmla="*/ 8439 h 95994"/>
                      <a:gd name="connsiteX4" fmla="*/ 41963 w 63877"/>
                      <a:gd name="connsiteY4" fmla="*/ 16768 h 95994"/>
                      <a:gd name="connsiteX5" fmla="*/ 49444 w 63877"/>
                      <a:gd name="connsiteY5" fmla="*/ 42090 h 95994"/>
                      <a:gd name="connsiteX6" fmla="*/ 40316 w 63877"/>
                      <a:gd name="connsiteY6" fmla="*/ 33900 h 95994"/>
                      <a:gd name="connsiteX7" fmla="*/ 28112 w 63877"/>
                      <a:gd name="connsiteY7" fmla="*/ 31045 h 95994"/>
                      <a:gd name="connsiteX8" fmla="*/ 6125 w 63877"/>
                      <a:gd name="connsiteY8" fmla="*/ 39433 h 95994"/>
                      <a:gd name="connsiteX9" fmla="*/ -1971 w 63877"/>
                      <a:gd name="connsiteY9" fmla="*/ 62415 h 95994"/>
                      <a:gd name="connsiteX10" fmla="*/ 6462 w 63877"/>
                      <a:gd name="connsiteY10" fmla="*/ 85258 h 95994"/>
                      <a:gd name="connsiteX11" fmla="*/ 28906 w 63877"/>
                      <a:gd name="connsiteY11" fmla="*/ 93884 h 95994"/>
                      <a:gd name="connsiteX12" fmla="*/ 53432 w 63877"/>
                      <a:gd name="connsiteY12" fmla="*/ 81570 h 95994"/>
                      <a:gd name="connsiteX13" fmla="*/ 61906 w 63877"/>
                      <a:gd name="connsiteY13" fmla="*/ 45857 h 95994"/>
                      <a:gd name="connsiteX14" fmla="*/ 51508 w 63877"/>
                      <a:gd name="connsiteY14" fmla="*/ 10938 h 95994"/>
                      <a:gd name="connsiteX15" fmla="*/ 23587 w 63877"/>
                      <a:gd name="connsiteY15" fmla="*/ -2110 h 95994"/>
                      <a:gd name="connsiteX16" fmla="*/ 14023 w 63877"/>
                      <a:gd name="connsiteY16" fmla="*/ -1178 h 95994"/>
                      <a:gd name="connsiteX17" fmla="*/ 3982 w 63877"/>
                      <a:gd name="connsiteY17" fmla="*/ 1618 h 95994"/>
                      <a:gd name="connsiteX18" fmla="*/ 28906 w 63877"/>
                      <a:gd name="connsiteY18" fmla="*/ 40840 h 95994"/>
                      <a:gd name="connsiteX19" fmla="*/ 42260 w 63877"/>
                      <a:gd name="connsiteY19" fmla="*/ 46591 h 95994"/>
                      <a:gd name="connsiteX20" fmla="*/ 47201 w 63877"/>
                      <a:gd name="connsiteY20" fmla="*/ 62415 h 95994"/>
                      <a:gd name="connsiteX21" fmla="*/ 42260 w 63877"/>
                      <a:gd name="connsiteY21" fmla="*/ 78179 h 95994"/>
                      <a:gd name="connsiteX22" fmla="*/ 28906 w 63877"/>
                      <a:gd name="connsiteY22" fmla="*/ 83969 h 95994"/>
                      <a:gd name="connsiteX23" fmla="*/ 15551 w 63877"/>
                      <a:gd name="connsiteY23" fmla="*/ 78179 h 95994"/>
                      <a:gd name="connsiteX24" fmla="*/ 10629 w 63877"/>
                      <a:gd name="connsiteY24" fmla="*/ 62415 h 95994"/>
                      <a:gd name="connsiteX25" fmla="*/ 15551 w 63877"/>
                      <a:gd name="connsiteY25" fmla="*/ 46591 h 95994"/>
                      <a:gd name="connsiteX26" fmla="*/ 28906 w 63877"/>
                      <a:gd name="connsiteY26" fmla="*/ 4084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77" h="95994">
                        <a:moveTo>
                          <a:pt x="3982" y="1618"/>
                        </a:moveTo>
                        <a:lnTo>
                          <a:pt x="3982" y="13020"/>
                        </a:lnTo>
                        <a:cubicBezTo>
                          <a:pt x="7130" y="11526"/>
                          <a:pt x="10312" y="10389"/>
                          <a:pt x="13527" y="9609"/>
                        </a:cubicBezTo>
                        <a:cubicBezTo>
                          <a:pt x="16755" y="8829"/>
                          <a:pt x="19923" y="8439"/>
                          <a:pt x="23032" y="8439"/>
                        </a:cubicBezTo>
                        <a:cubicBezTo>
                          <a:pt x="31300" y="8439"/>
                          <a:pt x="37610" y="11215"/>
                          <a:pt x="41963" y="16768"/>
                        </a:cubicBezTo>
                        <a:cubicBezTo>
                          <a:pt x="46328" y="22320"/>
                          <a:pt x="48822" y="30760"/>
                          <a:pt x="49444" y="42090"/>
                        </a:cubicBezTo>
                        <a:cubicBezTo>
                          <a:pt x="47049" y="38534"/>
                          <a:pt x="44007" y="35804"/>
                          <a:pt x="40316" y="33900"/>
                        </a:cubicBezTo>
                        <a:cubicBezTo>
                          <a:pt x="36638" y="31997"/>
                          <a:pt x="32570" y="31045"/>
                          <a:pt x="28112" y="31045"/>
                        </a:cubicBezTo>
                        <a:cubicBezTo>
                          <a:pt x="18851" y="31045"/>
                          <a:pt x="11522" y="33841"/>
                          <a:pt x="6125" y="39433"/>
                        </a:cubicBezTo>
                        <a:cubicBezTo>
                          <a:pt x="727" y="45038"/>
                          <a:pt x="-1971" y="52698"/>
                          <a:pt x="-1971" y="62415"/>
                        </a:cubicBezTo>
                        <a:cubicBezTo>
                          <a:pt x="-1971" y="71907"/>
                          <a:pt x="840" y="79521"/>
                          <a:pt x="6462" y="85258"/>
                        </a:cubicBezTo>
                        <a:cubicBezTo>
                          <a:pt x="12085" y="91009"/>
                          <a:pt x="19566" y="93884"/>
                          <a:pt x="28906" y="93884"/>
                        </a:cubicBezTo>
                        <a:cubicBezTo>
                          <a:pt x="39621" y="93884"/>
                          <a:pt x="47797" y="89779"/>
                          <a:pt x="53432" y="81570"/>
                        </a:cubicBezTo>
                        <a:cubicBezTo>
                          <a:pt x="59081" y="73374"/>
                          <a:pt x="61906" y="61470"/>
                          <a:pt x="61906" y="45857"/>
                        </a:cubicBezTo>
                        <a:cubicBezTo>
                          <a:pt x="61906" y="31276"/>
                          <a:pt x="58440" y="19636"/>
                          <a:pt x="51508" y="10938"/>
                        </a:cubicBezTo>
                        <a:cubicBezTo>
                          <a:pt x="44589" y="2239"/>
                          <a:pt x="35282" y="-2110"/>
                          <a:pt x="23587" y="-2110"/>
                        </a:cubicBezTo>
                        <a:cubicBezTo>
                          <a:pt x="20439" y="-2110"/>
                          <a:pt x="17251" y="-1799"/>
                          <a:pt x="14023" y="-1178"/>
                        </a:cubicBezTo>
                        <a:cubicBezTo>
                          <a:pt x="10808" y="-557"/>
                          <a:pt x="7461" y="375"/>
                          <a:pt x="3982" y="1618"/>
                        </a:cubicBezTo>
                        <a:close/>
                        <a:moveTo>
                          <a:pt x="28906" y="40840"/>
                        </a:moveTo>
                        <a:cubicBezTo>
                          <a:pt x="34528" y="40840"/>
                          <a:pt x="38980" y="42757"/>
                          <a:pt x="42260" y="46591"/>
                        </a:cubicBezTo>
                        <a:cubicBezTo>
                          <a:pt x="45554" y="50438"/>
                          <a:pt x="47201" y="55713"/>
                          <a:pt x="47201" y="62415"/>
                        </a:cubicBezTo>
                        <a:cubicBezTo>
                          <a:pt x="47201" y="69064"/>
                          <a:pt x="45554" y="74319"/>
                          <a:pt x="42260" y="78179"/>
                        </a:cubicBezTo>
                        <a:cubicBezTo>
                          <a:pt x="38980" y="82039"/>
                          <a:pt x="34528" y="83969"/>
                          <a:pt x="28906" y="83969"/>
                        </a:cubicBezTo>
                        <a:cubicBezTo>
                          <a:pt x="23283" y="83969"/>
                          <a:pt x="18832" y="82039"/>
                          <a:pt x="15551" y="78179"/>
                        </a:cubicBezTo>
                        <a:cubicBezTo>
                          <a:pt x="12270" y="74319"/>
                          <a:pt x="10629" y="69064"/>
                          <a:pt x="10629" y="62415"/>
                        </a:cubicBezTo>
                        <a:cubicBezTo>
                          <a:pt x="10629" y="55713"/>
                          <a:pt x="12270" y="50438"/>
                          <a:pt x="15551" y="46591"/>
                        </a:cubicBezTo>
                        <a:cubicBezTo>
                          <a:pt x="18832" y="42757"/>
                          <a:pt x="23283" y="40840"/>
                          <a:pt x="28906" y="408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7" name="Freeform: Shape 176">
                    <a:extLst>
                      <a:ext uri="{FF2B5EF4-FFF2-40B4-BE49-F238E27FC236}">
                        <a16:creationId xmlns:a16="http://schemas.microsoft.com/office/drawing/2014/main" id="{7278555D-AE3C-682A-77C0-A79197A4AF2F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3970351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3969 h 95994"/>
                      <a:gd name="connsiteX1" fmla="*/ 15456 w 63996"/>
                      <a:gd name="connsiteY1" fmla="*/ 74451 h 95994"/>
                      <a:gd name="connsiteX2" fmla="*/ 10594 w 63996"/>
                      <a:gd name="connsiteY2" fmla="*/ 45857 h 95994"/>
                      <a:gd name="connsiteX3" fmla="*/ 15456 w 63996"/>
                      <a:gd name="connsiteY3" fmla="*/ 17323 h 95994"/>
                      <a:gd name="connsiteX4" fmla="*/ 30001 w 63996"/>
                      <a:gd name="connsiteY4" fmla="*/ 7805 h 95994"/>
                      <a:gd name="connsiteX5" fmla="*/ 44606 w 63996"/>
                      <a:gd name="connsiteY5" fmla="*/ 17323 h 95994"/>
                      <a:gd name="connsiteX6" fmla="*/ 49488 w 63996"/>
                      <a:gd name="connsiteY6" fmla="*/ 45857 h 95994"/>
                      <a:gd name="connsiteX7" fmla="*/ 44606 w 63996"/>
                      <a:gd name="connsiteY7" fmla="*/ 74451 h 95994"/>
                      <a:gd name="connsiteX8" fmla="*/ 30001 w 63996"/>
                      <a:gd name="connsiteY8" fmla="*/ 83969 h 95994"/>
                      <a:gd name="connsiteX9" fmla="*/ 30001 w 63996"/>
                      <a:gd name="connsiteY9" fmla="*/ 93884 h 95994"/>
                      <a:gd name="connsiteX10" fmla="*/ 53794 w 63996"/>
                      <a:gd name="connsiteY10" fmla="*/ 81570 h 95994"/>
                      <a:gd name="connsiteX11" fmla="*/ 62009 w 63996"/>
                      <a:gd name="connsiteY11" fmla="*/ 45857 h 95994"/>
                      <a:gd name="connsiteX12" fmla="*/ 53794 w 63996"/>
                      <a:gd name="connsiteY12" fmla="*/ 10184 h 95994"/>
                      <a:gd name="connsiteX13" fmla="*/ 30001 w 63996"/>
                      <a:gd name="connsiteY13" fmla="*/ -2110 h 95994"/>
                      <a:gd name="connsiteX14" fmla="*/ 6228 w 63996"/>
                      <a:gd name="connsiteY14" fmla="*/ 10184 h 95994"/>
                      <a:gd name="connsiteX15" fmla="*/ -1987 w 63996"/>
                      <a:gd name="connsiteY15" fmla="*/ 45857 h 95994"/>
                      <a:gd name="connsiteX16" fmla="*/ 6228 w 63996"/>
                      <a:gd name="connsiteY16" fmla="*/ 81570 h 95994"/>
                      <a:gd name="connsiteX17" fmla="*/ 30001 w 63996"/>
                      <a:gd name="connsiteY17" fmla="*/ 938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3969"/>
                        </a:moveTo>
                        <a:cubicBezTo>
                          <a:pt x="23559" y="83969"/>
                          <a:pt x="18710" y="80797"/>
                          <a:pt x="15456" y="74451"/>
                        </a:cubicBezTo>
                        <a:cubicBezTo>
                          <a:pt x="12215" y="68119"/>
                          <a:pt x="10594" y="58588"/>
                          <a:pt x="10594" y="45857"/>
                        </a:cubicBezTo>
                        <a:cubicBezTo>
                          <a:pt x="10594" y="33180"/>
                          <a:pt x="12215" y="23668"/>
                          <a:pt x="15456" y="17323"/>
                        </a:cubicBezTo>
                        <a:cubicBezTo>
                          <a:pt x="18710" y="10977"/>
                          <a:pt x="23559" y="7805"/>
                          <a:pt x="30001" y="7805"/>
                        </a:cubicBezTo>
                        <a:cubicBezTo>
                          <a:pt x="36497" y="7805"/>
                          <a:pt x="41365" y="10977"/>
                          <a:pt x="44606" y="17323"/>
                        </a:cubicBezTo>
                        <a:cubicBezTo>
                          <a:pt x="47861" y="23668"/>
                          <a:pt x="49488" y="33180"/>
                          <a:pt x="49488" y="45857"/>
                        </a:cubicBezTo>
                        <a:cubicBezTo>
                          <a:pt x="49488" y="58588"/>
                          <a:pt x="47861" y="68119"/>
                          <a:pt x="44606" y="74451"/>
                        </a:cubicBezTo>
                        <a:cubicBezTo>
                          <a:pt x="41365" y="80797"/>
                          <a:pt x="36497" y="83969"/>
                          <a:pt x="30001" y="83969"/>
                        </a:cubicBezTo>
                        <a:close/>
                        <a:moveTo>
                          <a:pt x="30001" y="93884"/>
                        </a:moveTo>
                        <a:cubicBezTo>
                          <a:pt x="40386" y="93884"/>
                          <a:pt x="48317" y="89779"/>
                          <a:pt x="53794" y="81570"/>
                        </a:cubicBezTo>
                        <a:cubicBezTo>
                          <a:pt x="59271" y="73374"/>
                          <a:pt x="62009" y="61470"/>
                          <a:pt x="62009" y="45857"/>
                        </a:cubicBezTo>
                        <a:cubicBezTo>
                          <a:pt x="62009" y="30285"/>
                          <a:pt x="59271" y="18394"/>
                          <a:pt x="53794" y="10184"/>
                        </a:cubicBezTo>
                        <a:cubicBezTo>
                          <a:pt x="48317" y="1988"/>
                          <a:pt x="40386" y="-2110"/>
                          <a:pt x="30001" y="-2110"/>
                        </a:cubicBezTo>
                        <a:cubicBezTo>
                          <a:pt x="19630" y="-2110"/>
                          <a:pt x="11705" y="1988"/>
                          <a:pt x="6228" y="10184"/>
                        </a:cubicBezTo>
                        <a:cubicBezTo>
                          <a:pt x="751" y="18394"/>
                          <a:pt x="-1987" y="30285"/>
                          <a:pt x="-1987" y="45857"/>
                        </a:cubicBezTo>
                        <a:cubicBezTo>
                          <a:pt x="-1987" y="61470"/>
                          <a:pt x="751" y="73374"/>
                          <a:pt x="6228" y="81570"/>
                        </a:cubicBezTo>
                        <a:cubicBezTo>
                          <a:pt x="11705" y="89779"/>
                          <a:pt x="19630" y="93884"/>
                          <a:pt x="30001" y="938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78" name="Graphic 101">
                <a:extLst>
                  <a:ext uri="{FF2B5EF4-FFF2-40B4-BE49-F238E27FC236}">
                    <a16:creationId xmlns:a16="http://schemas.microsoft.com/office/drawing/2014/main" id="{DEA4A3A6-6EBD-A9BE-45BB-90499113A8C0}"/>
                  </a:ext>
                </a:extLst>
              </p:cNvPr>
              <p:cNvGrpSpPr/>
              <p:nvPr/>
            </p:nvGrpSpPr>
            <p:grpSpPr>
              <a:xfrm>
                <a:off x="3574140" y="3402416"/>
                <a:ext cx="321508" cy="95994"/>
                <a:chOff x="3574140" y="3402416"/>
                <a:chExt cx="321508" cy="95994"/>
              </a:xfrm>
              <a:solidFill>
                <a:srgbClr val="000000"/>
              </a:solidFill>
            </p:grpSpPr>
            <p:sp>
              <p:nvSpPr>
                <p:cNvPr id="179" name="Freeform: Shape 178">
                  <a:extLst>
                    <a:ext uri="{FF2B5EF4-FFF2-40B4-BE49-F238E27FC236}">
                      <a16:creationId xmlns:a16="http://schemas.microsoft.com/office/drawing/2014/main" id="{A5DB8AAF-1BB7-8516-3FFD-D8366115A2F4}"/>
                    </a:ext>
                  </a:extLst>
                </p:cNvPr>
                <p:cNvSpPr/>
                <p:nvPr/>
              </p:nvSpPr>
              <p:spPr>
                <a:xfrm>
                  <a:off x="3851198" y="3448391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175 h 12690"/>
                    <a:gd name="connsiteX1" fmla="*/ 58 w 44450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80" name="Graphic 101">
                  <a:extLst>
                    <a:ext uri="{FF2B5EF4-FFF2-40B4-BE49-F238E27FC236}">
                      <a16:creationId xmlns:a16="http://schemas.microsoft.com/office/drawing/2014/main" id="{80B47CEB-FE07-23D0-5AF5-21FA0BC9C192}"/>
                    </a:ext>
                  </a:extLst>
                </p:cNvPr>
                <p:cNvGrpSpPr/>
                <p:nvPr/>
              </p:nvGrpSpPr>
              <p:grpSpPr>
                <a:xfrm>
                  <a:off x="3574140" y="3402416"/>
                  <a:ext cx="224169" cy="95994"/>
                  <a:chOff x="3574140" y="3402416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81" name="Freeform: Shape 180">
                    <a:extLst>
                      <a:ext uri="{FF2B5EF4-FFF2-40B4-BE49-F238E27FC236}">
                        <a16:creationId xmlns:a16="http://schemas.microsoft.com/office/drawing/2014/main" id="{A8E665FC-3EA8-FB26-21BC-3CE1EF49CCF4}"/>
                      </a:ext>
                    </a:extLst>
                  </p:cNvPr>
                  <p:cNvSpPr/>
                  <p:nvPr/>
                </p:nvSpPr>
                <p:spPr>
                  <a:xfrm flipV="1">
                    <a:off x="3574140" y="3404082"/>
                    <a:ext cx="59908" cy="94328"/>
                  </a:xfrm>
                  <a:custGeom>
                    <a:avLst/>
                    <a:gdLst>
                      <a:gd name="connsiteX0" fmla="*/ 1941 w 59908"/>
                      <a:gd name="connsiteY0" fmla="*/ 92216 h 94328"/>
                      <a:gd name="connsiteX1" fmla="*/ 51113 w 59908"/>
                      <a:gd name="connsiteY1" fmla="*/ 92216 h 94328"/>
                      <a:gd name="connsiteX2" fmla="*/ 51113 w 59908"/>
                      <a:gd name="connsiteY2" fmla="*/ 81667 h 94328"/>
                      <a:gd name="connsiteX3" fmla="*/ 13410 w 59908"/>
                      <a:gd name="connsiteY3" fmla="*/ 81667 h 94328"/>
                      <a:gd name="connsiteX4" fmla="*/ 13410 w 59908"/>
                      <a:gd name="connsiteY4" fmla="*/ 59002 h 94328"/>
                      <a:gd name="connsiteX5" fmla="*/ 18847 w 59908"/>
                      <a:gd name="connsiteY5" fmla="*/ 60390 h 94328"/>
                      <a:gd name="connsiteX6" fmla="*/ 24324 w 59908"/>
                      <a:gd name="connsiteY6" fmla="*/ 60846 h 94328"/>
                      <a:gd name="connsiteX7" fmla="*/ 48871 w 59908"/>
                      <a:gd name="connsiteY7" fmla="*/ 52359 h 94328"/>
                      <a:gd name="connsiteX8" fmla="*/ 57940 w 59908"/>
                      <a:gd name="connsiteY8" fmla="*/ 29376 h 94328"/>
                      <a:gd name="connsiteX9" fmla="*/ 48633 w 59908"/>
                      <a:gd name="connsiteY9" fmla="*/ 6156 h 94328"/>
                      <a:gd name="connsiteX10" fmla="*/ 22399 w 59908"/>
                      <a:gd name="connsiteY10" fmla="*/ -2113 h 94328"/>
                      <a:gd name="connsiteX11" fmla="*/ 10513 w 59908"/>
                      <a:gd name="connsiteY11" fmla="*/ -1121 h 94328"/>
                      <a:gd name="connsiteX12" fmla="*/ -1969 w 59908"/>
                      <a:gd name="connsiteY12" fmla="*/ 1853 h 94328"/>
                      <a:gd name="connsiteX13" fmla="*/ -1969 w 59908"/>
                      <a:gd name="connsiteY13" fmla="*/ 14445 h 94328"/>
                      <a:gd name="connsiteX14" fmla="*/ 9561 w 59908"/>
                      <a:gd name="connsiteY14" fmla="*/ 9924 h 94328"/>
                      <a:gd name="connsiteX15" fmla="*/ 22141 w 59908"/>
                      <a:gd name="connsiteY15" fmla="*/ 8437 h 94328"/>
                      <a:gd name="connsiteX16" fmla="*/ 39128 w 59908"/>
                      <a:gd name="connsiteY16" fmla="*/ 14068 h 94328"/>
                      <a:gd name="connsiteX17" fmla="*/ 45398 w 59908"/>
                      <a:gd name="connsiteY17" fmla="*/ 29376 h 94328"/>
                      <a:gd name="connsiteX18" fmla="*/ 39128 w 59908"/>
                      <a:gd name="connsiteY18" fmla="*/ 44665 h 94328"/>
                      <a:gd name="connsiteX19" fmla="*/ 22141 w 59908"/>
                      <a:gd name="connsiteY19" fmla="*/ 50316 h 94328"/>
                      <a:gd name="connsiteX20" fmla="*/ 12120 w 59908"/>
                      <a:gd name="connsiteY20" fmla="*/ 49206 h 94328"/>
                      <a:gd name="connsiteX21" fmla="*/ 1941 w 59908"/>
                      <a:gd name="connsiteY21" fmla="*/ 45736 h 94328"/>
                      <a:gd name="connsiteX22" fmla="*/ 1941 w 59908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41" y="92216"/>
                        </a:moveTo>
                        <a:lnTo>
                          <a:pt x="51113" y="92216"/>
                        </a:lnTo>
                        <a:lnTo>
                          <a:pt x="51113" y="81667"/>
                        </a:lnTo>
                        <a:lnTo>
                          <a:pt x="13410" y="81667"/>
                        </a:lnTo>
                        <a:lnTo>
                          <a:pt x="13410" y="59002"/>
                        </a:lnTo>
                        <a:cubicBezTo>
                          <a:pt x="15223" y="59623"/>
                          <a:pt x="17035" y="60086"/>
                          <a:pt x="18847" y="60390"/>
                        </a:cubicBezTo>
                        <a:cubicBezTo>
                          <a:pt x="20673" y="60694"/>
                          <a:pt x="22499" y="60846"/>
                          <a:pt x="24324" y="60846"/>
                        </a:cubicBezTo>
                        <a:cubicBezTo>
                          <a:pt x="34656" y="60846"/>
                          <a:pt x="42838" y="58017"/>
                          <a:pt x="48871" y="52359"/>
                        </a:cubicBezTo>
                        <a:cubicBezTo>
                          <a:pt x="54917" y="46701"/>
                          <a:pt x="57940" y="39040"/>
                          <a:pt x="57940" y="29376"/>
                        </a:cubicBezTo>
                        <a:cubicBezTo>
                          <a:pt x="57940" y="19422"/>
                          <a:pt x="54837" y="11682"/>
                          <a:pt x="48633" y="6156"/>
                        </a:cubicBezTo>
                        <a:cubicBezTo>
                          <a:pt x="42428" y="644"/>
                          <a:pt x="33684" y="-2113"/>
                          <a:pt x="22399" y="-2113"/>
                        </a:cubicBezTo>
                        <a:cubicBezTo>
                          <a:pt x="18510" y="-2113"/>
                          <a:pt x="14548" y="-1782"/>
                          <a:pt x="10513" y="-1121"/>
                        </a:cubicBezTo>
                        <a:cubicBezTo>
                          <a:pt x="6491" y="-460"/>
                          <a:pt x="2331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9" y="12422"/>
                          <a:pt x="5592" y="10915"/>
                          <a:pt x="9561" y="9924"/>
                        </a:cubicBezTo>
                        <a:cubicBezTo>
                          <a:pt x="13529" y="8932"/>
                          <a:pt x="17723" y="8437"/>
                          <a:pt x="22141" y="8437"/>
                        </a:cubicBezTo>
                        <a:cubicBezTo>
                          <a:pt x="29298" y="8437"/>
                          <a:pt x="34961" y="10314"/>
                          <a:pt x="39128" y="14068"/>
                        </a:cubicBezTo>
                        <a:cubicBezTo>
                          <a:pt x="43308" y="17822"/>
                          <a:pt x="45398" y="22925"/>
                          <a:pt x="45398" y="29376"/>
                        </a:cubicBezTo>
                        <a:cubicBezTo>
                          <a:pt x="45398" y="35814"/>
                          <a:pt x="43308" y="40910"/>
                          <a:pt x="39128" y="44665"/>
                        </a:cubicBezTo>
                        <a:cubicBezTo>
                          <a:pt x="34961" y="48432"/>
                          <a:pt x="29298" y="50316"/>
                          <a:pt x="22141" y="50316"/>
                        </a:cubicBezTo>
                        <a:cubicBezTo>
                          <a:pt x="18794" y="50316"/>
                          <a:pt x="15454" y="49946"/>
                          <a:pt x="12120" y="49206"/>
                        </a:cubicBezTo>
                        <a:cubicBezTo>
                          <a:pt x="8800" y="48465"/>
                          <a:pt x="5407" y="47309"/>
                          <a:pt x="1941" y="45736"/>
                        </a:cubicBezTo>
                        <a:lnTo>
                          <a:pt x="1941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82" name="Freeform: Shape 181">
                    <a:extLst>
                      <a:ext uri="{FF2B5EF4-FFF2-40B4-BE49-F238E27FC236}">
                        <a16:creationId xmlns:a16="http://schemas.microsoft.com/office/drawing/2014/main" id="{B9DC15CE-5577-2492-927E-D42C0808BDC1}"/>
                      </a:ext>
                    </a:extLst>
                  </p:cNvPr>
                  <p:cNvSpPr/>
                  <p:nvPr/>
                </p:nvSpPr>
                <p:spPr>
                  <a:xfrm flipV="1">
                    <a:off x="3653512" y="3402416"/>
                    <a:ext cx="63996" cy="95994"/>
                  </a:xfrm>
                  <a:custGeom>
                    <a:avLst/>
                    <a:gdLst>
                      <a:gd name="connsiteX0" fmla="*/ 29995 w 63996"/>
                      <a:gd name="connsiteY0" fmla="*/ 83925 h 95994"/>
                      <a:gd name="connsiteX1" fmla="*/ 15449 w 63996"/>
                      <a:gd name="connsiteY1" fmla="*/ 74407 h 95994"/>
                      <a:gd name="connsiteX2" fmla="*/ 10588 w 63996"/>
                      <a:gd name="connsiteY2" fmla="*/ 45813 h 95994"/>
                      <a:gd name="connsiteX3" fmla="*/ 15449 w 63996"/>
                      <a:gd name="connsiteY3" fmla="*/ 17278 h 95994"/>
                      <a:gd name="connsiteX4" fmla="*/ 29995 w 63996"/>
                      <a:gd name="connsiteY4" fmla="*/ 7760 h 95994"/>
                      <a:gd name="connsiteX5" fmla="*/ 44600 w 63996"/>
                      <a:gd name="connsiteY5" fmla="*/ 17278 h 95994"/>
                      <a:gd name="connsiteX6" fmla="*/ 49481 w 63996"/>
                      <a:gd name="connsiteY6" fmla="*/ 45813 h 95994"/>
                      <a:gd name="connsiteX7" fmla="*/ 44600 w 63996"/>
                      <a:gd name="connsiteY7" fmla="*/ 74407 h 95994"/>
                      <a:gd name="connsiteX8" fmla="*/ 29995 w 63996"/>
                      <a:gd name="connsiteY8" fmla="*/ 83925 h 95994"/>
                      <a:gd name="connsiteX9" fmla="*/ 29995 w 63996"/>
                      <a:gd name="connsiteY9" fmla="*/ 93839 h 95994"/>
                      <a:gd name="connsiteX10" fmla="*/ 53787 w 63996"/>
                      <a:gd name="connsiteY10" fmla="*/ 81525 h 95994"/>
                      <a:gd name="connsiteX11" fmla="*/ 62003 w 63996"/>
                      <a:gd name="connsiteY11" fmla="*/ 45813 h 95994"/>
                      <a:gd name="connsiteX12" fmla="*/ 53787 w 63996"/>
                      <a:gd name="connsiteY12" fmla="*/ 10139 h 95994"/>
                      <a:gd name="connsiteX13" fmla="*/ 29995 w 63996"/>
                      <a:gd name="connsiteY13" fmla="*/ -2155 h 95994"/>
                      <a:gd name="connsiteX14" fmla="*/ 6222 w 63996"/>
                      <a:gd name="connsiteY14" fmla="*/ 10139 h 95994"/>
                      <a:gd name="connsiteX15" fmla="*/ -1993 w 63996"/>
                      <a:gd name="connsiteY15" fmla="*/ 45813 h 95994"/>
                      <a:gd name="connsiteX16" fmla="*/ 6222 w 63996"/>
                      <a:gd name="connsiteY16" fmla="*/ 81525 h 95994"/>
                      <a:gd name="connsiteX17" fmla="*/ 29995 w 6399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29995" y="83925"/>
                        </a:moveTo>
                        <a:cubicBezTo>
                          <a:pt x="23552" y="83925"/>
                          <a:pt x="18704" y="80752"/>
                          <a:pt x="15449" y="74407"/>
                        </a:cubicBezTo>
                        <a:cubicBezTo>
                          <a:pt x="12208" y="68074"/>
                          <a:pt x="10588" y="58543"/>
                          <a:pt x="10588" y="45813"/>
                        </a:cubicBezTo>
                        <a:cubicBezTo>
                          <a:pt x="10588" y="33135"/>
                          <a:pt x="12208" y="23623"/>
                          <a:pt x="15449" y="17278"/>
                        </a:cubicBezTo>
                        <a:cubicBezTo>
                          <a:pt x="18704" y="10933"/>
                          <a:pt x="23552" y="7760"/>
                          <a:pt x="29995" y="7760"/>
                        </a:cubicBezTo>
                        <a:cubicBezTo>
                          <a:pt x="36490" y="7760"/>
                          <a:pt x="41359" y="10933"/>
                          <a:pt x="44600" y="17278"/>
                        </a:cubicBezTo>
                        <a:cubicBezTo>
                          <a:pt x="47854" y="23623"/>
                          <a:pt x="49481" y="33135"/>
                          <a:pt x="49481" y="45813"/>
                        </a:cubicBezTo>
                        <a:cubicBezTo>
                          <a:pt x="49481" y="58543"/>
                          <a:pt x="47854" y="68074"/>
                          <a:pt x="44600" y="74407"/>
                        </a:cubicBezTo>
                        <a:cubicBezTo>
                          <a:pt x="41359" y="80752"/>
                          <a:pt x="36490" y="83925"/>
                          <a:pt x="29995" y="83925"/>
                        </a:cubicBezTo>
                        <a:close/>
                        <a:moveTo>
                          <a:pt x="29995" y="93839"/>
                        </a:moveTo>
                        <a:cubicBezTo>
                          <a:pt x="40380" y="93839"/>
                          <a:pt x="48311" y="89735"/>
                          <a:pt x="53787" y="81525"/>
                        </a:cubicBezTo>
                        <a:cubicBezTo>
                          <a:pt x="59264" y="73329"/>
                          <a:pt x="62003" y="61425"/>
                          <a:pt x="62003" y="45813"/>
                        </a:cubicBezTo>
                        <a:cubicBezTo>
                          <a:pt x="62003" y="30240"/>
                          <a:pt x="59264" y="18349"/>
                          <a:pt x="53787" y="10139"/>
                        </a:cubicBezTo>
                        <a:cubicBezTo>
                          <a:pt x="48311" y="1943"/>
                          <a:pt x="40380" y="-2155"/>
                          <a:pt x="29995" y="-2155"/>
                        </a:cubicBezTo>
                        <a:cubicBezTo>
                          <a:pt x="19623" y="-2155"/>
                          <a:pt x="11699" y="1943"/>
                          <a:pt x="6222" y="10139"/>
                        </a:cubicBezTo>
                        <a:cubicBezTo>
                          <a:pt x="745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5" y="73329"/>
                          <a:pt x="6222" y="81525"/>
                        </a:cubicBezTo>
                        <a:cubicBezTo>
                          <a:pt x="11699" y="89735"/>
                          <a:pt x="19623" y="93839"/>
                          <a:pt x="29995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83" name="Freeform: Shape 182">
                    <a:extLst>
                      <a:ext uri="{FF2B5EF4-FFF2-40B4-BE49-F238E27FC236}">
                        <a16:creationId xmlns:a16="http://schemas.microsoft.com/office/drawing/2014/main" id="{29C0BFDE-3ACD-4182-197D-5C4EF3AD9BB3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3402416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3925 h 95994"/>
                      <a:gd name="connsiteX1" fmla="*/ 15456 w 63996"/>
                      <a:gd name="connsiteY1" fmla="*/ 74407 h 95994"/>
                      <a:gd name="connsiteX2" fmla="*/ 10594 w 63996"/>
                      <a:gd name="connsiteY2" fmla="*/ 45813 h 95994"/>
                      <a:gd name="connsiteX3" fmla="*/ 15456 w 63996"/>
                      <a:gd name="connsiteY3" fmla="*/ 17278 h 95994"/>
                      <a:gd name="connsiteX4" fmla="*/ 30001 w 63996"/>
                      <a:gd name="connsiteY4" fmla="*/ 7760 h 95994"/>
                      <a:gd name="connsiteX5" fmla="*/ 44606 w 63996"/>
                      <a:gd name="connsiteY5" fmla="*/ 17278 h 95994"/>
                      <a:gd name="connsiteX6" fmla="*/ 49488 w 63996"/>
                      <a:gd name="connsiteY6" fmla="*/ 45813 h 95994"/>
                      <a:gd name="connsiteX7" fmla="*/ 44606 w 63996"/>
                      <a:gd name="connsiteY7" fmla="*/ 74407 h 95994"/>
                      <a:gd name="connsiteX8" fmla="*/ 30001 w 63996"/>
                      <a:gd name="connsiteY8" fmla="*/ 83925 h 95994"/>
                      <a:gd name="connsiteX9" fmla="*/ 30001 w 63996"/>
                      <a:gd name="connsiteY9" fmla="*/ 93839 h 95994"/>
                      <a:gd name="connsiteX10" fmla="*/ 53794 w 63996"/>
                      <a:gd name="connsiteY10" fmla="*/ 81525 h 95994"/>
                      <a:gd name="connsiteX11" fmla="*/ 62009 w 63996"/>
                      <a:gd name="connsiteY11" fmla="*/ 45813 h 95994"/>
                      <a:gd name="connsiteX12" fmla="*/ 53794 w 63996"/>
                      <a:gd name="connsiteY12" fmla="*/ 10139 h 95994"/>
                      <a:gd name="connsiteX13" fmla="*/ 30001 w 63996"/>
                      <a:gd name="connsiteY13" fmla="*/ -2155 h 95994"/>
                      <a:gd name="connsiteX14" fmla="*/ 6228 w 63996"/>
                      <a:gd name="connsiteY14" fmla="*/ 10139 h 95994"/>
                      <a:gd name="connsiteX15" fmla="*/ -1987 w 63996"/>
                      <a:gd name="connsiteY15" fmla="*/ 45813 h 95994"/>
                      <a:gd name="connsiteX16" fmla="*/ 6228 w 63996"/>
                      <a:gd name="connsiteY16" fmla="*/ 81525 h 95994"/>
                      <a:gd name="connsiteX17" fmla="*/ 30001 w 6399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3925"/>
                        </a:moveTo>
                        <a:cubicBezTo>
                          <a:pt x="23559" y="83925"/>
                          <a:pt x="18710" y="80752"/>
                          <a:pt x="15456" y="74407"/>
                        </a:cubicBezTo>
                        <a:cubicBezTo>
                          <a:pt x="12215" y="68074"/>
                          <a:pt x="10594" y="58543"/>
                          <a:pt x="10594" y="45813"/>
                        </a:cubicBezTo>
                        <a:cubicBezTo>
                          <a:pt x="10594" y="33135"/>
                          <a:pt x="12215" y="23623"/>
                          <a:pt x="15456" y="17278"/>
                        </a:cubicBezTo>
                        <a:cubicBezTo>
                          <a:pt x="18710" y="10933"/>
                          <a:pt x="23559" y="7760"/>
                          <a:pt x="30001" y="7760"/>
                        </a:cubicBezTo>
                        <a:cubicBezTo>
                          <a:pt x="36497" y="7760"/>
                          <a:pt x="41365" y="10933"/>
                          <a:pt x="44606" y="17278"/>
                        </a:cubicBezTo>
                        <a:cubicBezTo>
                          <a:pt x="47861" y="23623"/>
                          <a:pt x="49488" y="33135"/>
                          <a:pt x="49488" y="45813"/>
                        </a:cubicBezTo>
                        <a:cubicBezTo>
                          <a:pt x="49488" y="58543"/>
                          <a:pt x="47861" y="68074"/>
                          <a:pt x="44606" y="74407"/>
                        </a:cubicBezTo>
                        <a:cubicBezTo>
                          <a:pt x="41365" y="80752"/>
                          <a:pt x="36497" y="83925"/>
                          <a:pt x="30001" y="83925"/>
                        </a:cubicBezTo>
                        <a:close/>
                        <a:moveTo>
                          <a:pt x="30001" y="93839"/>
                        </a:moveTo>
                        <a:cubicBezTo>
                          <a:pt x="40386" y="93839"/>
                          <a:pt x="48317" y="89735"/>
                          <a:pt x="53794" y="81525"/>
                        </a:cubicBezTo>
                        <a:cubicBezTo>
                          <a:pt x="59271" y="73329"/>
                          <a:pt x="62009" y="61425"/>
                          <a:pt x="62009" y="45813"/>
                        </a:cubicBezTo>
                        <a:cubicBezTo>
                          <a:pt x="62009" y="30240"/>
                          <a:pt x="59271" y="18349"/>
                          <a:pt x="53794" y="10139"/>
                        </a:cubicBezTo>
                        <a:cubicBezTo>
                          <a:pt x="48317" y="1943"/>
                          <a:pt x="40386" y="-2155"/>
                          <a:pt x="30001" y="-2155"/>
                        </a:cubicBezTo>
                        <a:cubicBezTo>
                          <a:pt x="19630" y="-2155"/>
                          <a:pt x="11705" y="1943"/>
                          <a:pt x="6228" y="10139"/>
                        </a:cubicBezTo>
                        <a:cubicBezTo>
                          <a:pt x="751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51" y="73329"/>
                          <a:pt x="6228" y="81525"/>
                        </a:cubicBezTo>
                        <a:cubicBezTo>
                          <a:pt x="11705" y="89735"/>
                          <a:pt x="19630" y="93839"/>
                          <a:pt x="30001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84" name="Graphic 101">
                <a:extLst>
                  <a:ext uri="{FF2B5EF4-FFF2-40B4-BE49-F238E27FC236}">
                    <a16:creationId xmlns:a16="http://schemas.microsoft.com/office/drawing/2014/main" id="{0FDB6A65-6D8D-A90C-A459-DD2C9BBEC630}"/>
                  </a:ext>
                </a:extLst>
              </p:cNvPr>
              <p:cNvGrpSpPr/>
              <p:nvPr/>
            </p:nvGrpSpPr>
            <p:grpSpPr>
              <a:xfrm>
                <a:off x="3574140" y="2834481"/>
                <a:ext cx="321508" cy="95994"/>
                <a:chOff x="3574140" y="2834481"/>
                <a:chExt cx="321508" cy="95994"/>
              </a:xfrm>
              <a:solidFill>
                <a:srgbClr val="000000"/>
              </a:solidFill>
            </p:grpSpPr>
            <p:sp>
              <p:nvSpPr>
                <p:cNvPr id="185" name="Freeform: Shape 184">
                  <a:extLst>
                    <a:ext uri="{FF2B5EF4-FFF2-40B4-BE49-F238E27FC236}">
                      <a16:creationId xmlns:a16="http://schemas.microsoft.com/office/drawing/2014/main" id="{09C521D0-289D-1FF4-F664-3DDA071F35D0}"/>
                    </a:ext>
                  </a:extLst>
                </p:cNvPr>
                <p:cNvSpPr/>
                <p:nvPr/>
              </p:nvSpPr>
              <p:spPr>
                <a:xfrm>
                  <a:off x="3851198" y="2880456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130 h 12690"/>
                    <a:gd name="connsiteX1" fmla="*/ 58 w 44450"/>
                    <a:gd name="connsiteY1" fmla="*/ 13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130"/>
                      </a:moveTo>
                      <a:lnTo>
                        <a:pt x="58" y="130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86" name="Graphic 101">
                  <a:extLst>
                    <a:ext uri="{FF2B5EF4-FFF2-40B4-BE49-F238E27FC236}">
                      <a16:creationId xmlns:a16="http://schemas.microsoft.com/office/drawing/2014/main" id="{D9E9FB3C-3136-C418-E20E-54501B4DE392}"/>
                    </a:ext>
                  </a:extLst>
                </p:cNvPr>
                <p:cNvGrpSpPr/>
                <p:nvPr/>
              </p:nvGrpSpPr>
              <p:grpSpPr>
                <a:xfrm>
                  <a:off x="3574140" y="2834481"/>
                  <a:ext cx="224169" cy="95994"/>
                  <a:chOff x="3574140" y="2834481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87" name="Freeform: Shape 186">
                    <a:extLst>
                      <a:ext uri="{FF2B5EF4-FFF2-40B4-BE49-F238E27FC236}">
                        <a16:creationId xmlns:a16="http://schemas.microsoft.com/office/drawing/2014/main" id="{339E261C-22EC-FA3D-F14D-9A896DF18B67}"/>
                      </a:ext>
                    </a:extLst>
                  </p:cNvPr>
                  <p:cNvSpPr/>
                  <p:nvPr/>
                </p:nvSpPr>
                <p:spPr>
                  <a:xfrm flipV="1">
                    <a:off x="3574140" y="2836147"/>
                    <a:ext cx="59908" cy="94328"/>
                  </a:xfrm>
                  <a:custGeom>
                    <a:avLst/>
                    <a:gdLst>
                      <a:gd name="connsiteX0" fmla="*/ 1941 w 59908"/>
                      <a:gd name="connsiteY0" fmla="*/ 92171 h 94328"/>
                      <a:gd name="connsiteX1" fmla="*/ 51113 w 59908"/>
                      <a:gd name="connsiteY1" fmla="*/ 92171 h 94328"/>
                      <a:gd name="connsiteX2" fmla="*/ 51113 w 59908"/>
                      <a:gd name="connsiteY2" fmla="*/ 81622 h 94328"/>
                      <a:gd name="connsiteX3" fmla="*/ 13410 w 59908"/>
                      <a:gd name="connsiteY3" fmla="*/ 81622 h 94328"/>
                      <a:gd name="connsiteX4" fmla="*/ 13410 w 59908"/>
                      <a:gd name="connsiteY4" fmla="*/ 58957 h 94328"/>
                      <a:gd name="connsiteX5" fmla="*/ 18847 w 59908"/>
                      <a:gd name="connsiteY5" fmla="*/ 60345 h 94328"/>
                      <a:gd name="connsiteX6" fmla="*/ 24324 w 59908"/>
                      <a:gd name="connsiteY6" fmla="*/ 60801 h 94328"/>
                      <a:gd name="connsiteX7" fmla="*/ 48871 w 59908"/>
                      <a:gd name="connsiteY7" fmla="*/ 52314 h 94328"/>
                      <a:gd name="connsiteX8" fmla="*/ 57940 w 59908"/>
                      <a:gd name="connsiteY8" fmla="*/ 29332 h 94328"/>
                      <a:gd name="connsiteX9" fmla="*/ 48633 w 59908"/>
                      <a:gd name="connsiteY9" fmla="*/ 6111 h 94328"/>
                      <a:gd name="connsiteX10" fmla="*/ 22399 w 59908"/>
                      <a:gd name="connsiteY10" fmla="*/ -2157 h 94328"/>
                      <a:gd name="connsiteX11" fmla="*/ 10513 w 59908"/>
                      <a:gd name="connsiteY11" fmla="*/ -1166 h 94328"/>
                      <a:gd name="connsiteX12" fmla="*/ -1969 w 59908"/>
                      <a:gd name="connsiteY12" fmla="*/ 1808 h 94328"/>
                      <a:gd name="connsiteX13" fmla="*/ -1969 w 59908"/>
                      <a:gd name="connsiteY13" fmla="*/ 14400 h 94328"/>
                      <a:gd name="connsiteX14" fmla="*/ 9561 w 59908"/>
                      <a:gd name="connsiteY14" fmla="*/ 9879 h 94328"/>
                      <a:gd name="connsiteX15" fmla="*/ 22141 w 59908"/>
                      <a:gd name="connsiteY15" fmla="*/ 8392 h 94328"/>
                      <a:gd name="connsiteX16" fmla="*/ 39128 w 59908"/>
                      <a:gd name="connsiteY16" fmla="*/ 14023 h 94328"/>
                      <a:gd name="connsiteX17" fmla="*/ 45398 w 59908"/>
                      <a:gd name="connsiteY17" fmla="*/ 29332 h 94328"/>
                      <a:gd name="connsiteX18" fmla="*/ 39128 w 59908"/>
                      <a:gd name="connsiteY18" fmla="*/ 44620 h 94328"/>
                      <a:gd name="connsiteX19" fmla="*/ 22141 w 59908"/>
                      <a:gd name="connsiteY19" fmla="*/ 50271 h 94328"/>
                      <a:gd name="connsiteX20" fmla="*/ 12120 w 59908"/>
                      <a:gd name="connsiteY20" fmla="*/ 49161 h 94328"/>
                      <a:gd name="connsiteX21" fmla="*/ 1941 w 59908"/>
                      <a:gd name="connsiteY21" fmla="*/ 45691 h 94328"/>
                      <a:gd name="connsiteX22" fmla="*/ 1941 w 59908"/>
                      <a:gd name="connsiteY22" fmla="*/ 9217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41" y="92171"/>
                        </a:moveTo>
                        <a:lnTo>
                          <a:pt x="51113" y="92171"/>
                        </a:lnTo>
                        <a:lnTo>
                          <a:pt x="51113" y="81622"/>
                        </a:lnTo>
                        <a:lnTo>
                          <a:pt x="13410" y="81622"/>
                        </a:lnTo>
                        <a:lnTo>
                          <a:pt x="13410" y="58957"/>
                        </a:lnTo>
                        <a:cubicBezTo>
                          <a:pt x="15223" y="59578"/>
                          <a:pt x="17035" y="60041"/>
                          <a:pt x="18847" y="60345"/>
                        </a:cubicBezTo>
                        <a:cubicBezTo>
                          <a:pt x="20673" y="60649"/>
                          <a:pt x="22499" y="60801"/>
                          <a:pt x="24324" y="60801"/>
                        </a:cubicBezTo>
                        <a:cubicBezTo>
                          <a:pt x="34656" y="60801"/>
                          <a:pt x="42838" y="57972"/>
                          <a:pt x="48871" y="52314"/>
                        </a:cubicBezTo>
                        <a:cubicBezTo>
                          <a:pt x="54917" y="46656"/>
                          <a:pt x="57940" y="38995"/>
                          <a:pt x="57940" y="29332"/>
                        </a:cubicBezTo>
                        <a:cubicBezTo>
                          <a:pt x="57940" y="19377"/>
                          <a:pt x="54837" y="11637"/>
                          <a:pt x="48633" y="6111"/>
                        </a:cubicBezTo>
                        <a:cubicBezTo>
                          <a:pt x="42428" y="599"/>
                          <a:pt x="33684" y="-2157"/>
                          <a:pt x="22399" y="-2157"/>
                        </a:cubicBezTo>
                        <a:cubicBezTo>
                          <a:pt x="18510" y="-2157"/>
                          <a:pt x="14548" y="-1827"/>
                          <a:pt x="10513" y="-1166"/>
                        </a:cubicBezTo>
                        <a:cubicBezTo>
                          <a:pt x="6491" y="-505"/>
                          <a:pt x="2331" y="486"/>
                          <a:pt x="-1969" y="1808"/>
                        </a:cubicBezTo>
                        <a:lnTo>
                          <a:pt x="-1969" y="14400"/>
                        </a:lnTo>
                        <a:cubicBezTo>
                          <a:pt x="1749" y="12377"/>
                          <a:pt x="5592" y="10870"/>
                          <a:pt x="9561" y="9879"/>
                        </a:cubicBezTo>
                        <a:cubicBezTo>
                          <a:pt x="13529" y="8887"/>
                          <a:pt x="17723" y="8392"/>
                          <a:pt x="22141" y="8392"/>
                        </a:cubicBezTo>
                        <a:cubicBezTo>
                          <a:pt x="29298" y="8392"/>
                          <a:pt x="34961" y="10269"/>
                          <a:pt x="39128" y="14023"/>
                        </a:cubicBezTo>
                        <a:cubicBezTo>
                          <a:pt x="43308" y="17778"/>
                          <a:pt x="45398" y="22880"/>
                          <a:pt x="45398" y="29332"/>
                        </a:cubicBezTo>
                        <a:cubicBezTo>
                          <a:pt x="45398" y="35770"/>
                          <a:pt x="43308" y="40866"/>
                          <a:pt x="39128" y="44620"/>
                        </a:cubicBezTo>
                        <a:cubicBezTo>
                          <a:pt x="34961" y="48388"/>
                          <a:pt x="29298" y="50271"/>
                          <a:pt x="22141" y="50271"/>
                        </a:cubicBezTo>
                        <a:cubicBezTo>
                          <a:pt x="18794" y="50271"/>
                          <a:pt x="15454" y="49901"/>
                          <a:pt x="12120" y="49161"/>
                        </a:cubicBezTo>
                        <a:cubicBezTo>
                          <a:pt x="8800" y="48421"/>
                          <a:pt x="5407" y="47264"/>
                          <a:pt x="1941" y="45691"/>
                        </a:cubicBezTo>
                        <a:lnTo>
                          <a:pt x="1941" y="921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88" name="Freeform: Shape 187">
                    <a:extLst>
                      <a:ext uri="{FF2B5EF4-FFF2-40B4-BE49-F238E27FC236}">
                        <a16:creationId xmlns:a16="http://schemas.microsoft.com/office/drawing/2014/main" id="{AE560F96-0989-808F-CDCB-BB263D918349}"/>
                      </a:ext>
                    </a:extLst>
                  </p:cNvPr>
                  <p:cNvSpPr/>
                  <p:nvPr/>
                </p:nvSpPr>
                <p:spPr>
                  <a:xfrm flipV="1">
                    <a:off x="3659088" y="2836147"/>
                    <a:ext cx="55125" cy="92524"/>
                  </a:xfrm>
                  <a:custGeom>
                    <a:avLst/>
                    <a:gdLst>
                      <a:gd name="connsiteX0" fmla="*/ -245 w 55125"/>
                      <a:gd name="connsiteY0" fmla="*/ 8326 h 92524"/>
                      <a:gd name="connsiteX1" fmla="*/ 20214 w 55125"/>
                      <a:gd name="connsiteY1" fmla="*/ 8326 h 92524"/>
                      <a:gd name="connsiteX2" fmla="*/ 20214 w 55125"/>
                      <a:gd name="connsiteY2" fmla="*/ 78919 h 92524"/>
                      <a:gd name="connsiteX3" fmla="*/ -2051 w 55125"/>
                      <a:gd name="connsiteY3" fmla="*/ 74457 h 92524"/>
                      <a:gd name="connsiteX4" fmla="*/ -2051 w 55125"/>
                      <a:gd name="connsiteY4" fmla="*/ 85859 h 92524"/>
                      <a:gd name="connsiteX5" fmla="*/ 20095 w 55125"/>
                      <a:gd name="connsiteY5" fmla="*/ 90321 h 92524"/>
                      <a:gd name="connsiteX6" fmla="*/ 32616 w 55125"/>
                      <a:gd name="connsiteY6" fmla="*/ 90321 h 92524"/>
                      <a:gd name="connsiteX7" fmla="*/ 32616 w 55125"/>
                      <a:gd name="connsiteY7" fmla="*/ 8326 h 92524"/>
                      <a:gd name="connsiteX8" fmla="*/ 53075 w 55125"/>
                      <a:gd name="connsiteY8" fmla="*/ 8326 h 92524"/>
                      <a:gd name="connsiteX9" fmla="*/ 53075 w 55125"/>
                      <a:gd name="connsiteY9" fmla="*/ -2203 h 92524"/>
                      <a:gd name="connsiteX10" fmla="*/ -245 w 55125"/>
                      <a:gd name="connsiteY10" fmla="*/ -2203 h 92524"/>
                      <a:gd name="connsiteX11" fmla="*/ -245 w 55125"/>
                      <a:gd name="connsiteY11" fmla="*/ 832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245" y="8326"/>
                        </a:moveTo>
                        <a:lnTo>
                          <a:pt x="20214" y="8326"/>
                        </a:lnTo>
                        <a:lnTo>
                          <a:pt x="20214" y="78919"/>
                        </a:lnTo>
                        <a:lnTo>
                          <a:pt x="-2051" y="74457"/>
                        </a:lnTo>
                        <a:lnTo>
                          <a:pt x="-2051" y="85859"/>
                        </a:lnTo>
                        <a:lnTo>
                          <a:pt x="20095" y="90321"/>
                        </a:lnTo>
                        <a:lnTo>
                          <a:pt x="32616" y="90321"/>
                        </a:lnTo>
                        <a:lnTo>
                          <a:pt x="32616" y="8326"/>
                        </a:lnTo>
                        <a:lnTo>
                          <a:pt x="53075" y="8326"/>
                        </a:lnTo>
                        <a:lnTo>
                          <a:pt x="53075" y="-2203"/>
                        </a:lnTo>
                        <a:lnTo>
                          <a:pt x="-245" y="-2203"/>
                        </a:lnTo>
                        <a:lnTo>
                          <a:pt x="-245" y="83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89" name="Freeform: Shape 188">
                    <a:extLst>
                      <a:ext uri="{FF2B5EF4-FFF2-40B4-BE49-F238E27FC236}">
                        <a16:creationId xmlns:a16="http://schemas.microsoft.com/office/drawing/2014/main" id="{283F480B-5734-4063-2B23-631F921AFBD2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2834481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3880 h 95994"/>
                      <a:gd name="connsiteX1" fmla="*/ 15456 w 63996"/>
                      <a:gd name="connsiteY1" fmla="*/ 74362 h 95994"/>
                      <a:gd name="connsiteX2" fmla="*/ 10594 w 63996"/>
                      <a:gd name="connsiteY2" fmla="*/ 45768 h 95994"/>
                      <a:gd name="connsiteX3" fmla="*/ 15456 w 63996"/>
                      <a:gd name="connsiteY3" fmla="*/ 17233 h 95994"/>
                      <a:gd name="connsiteX4" fmla="*/ 30001 w 63996"/>
                      <a:gd name="connsiteY4" fmla="*/ 7715 h 95994"/>
                      <a:gd name="connsiteX5" fmla="*/ 44606 w 63996"/>
                      <a:gd name="connsiteY5" fmla="*/ 17233 h 95994"/>
                      <a:gd name="connsiteX6" fmla="*/ 49488 w 63996"/>
                      <a:gd name="connsiteY6" fmla="*/ 45768 h 95994"/>
                      <a:gd name="connsiteX7" fmla="*/ 44606 w 63996"/>
                      <a:gd name="connsiteY7" fmla="*/ 74362 h 95994"/>
                      <a:gd name="connsiteX8" fmla="*/ 30001 w 63996"/>
                      <a:gd name="connsiteY8" fmla="*/ 83880 h 95994"/>
                      <a:gd name="connsiteX9" fmla="*/ 30001 w 63996"/>
                      <a:gd name="connsiteY9" fmla="*/ 93795 h 95994"/>
                      <a:gd name="connsiteX10" fmla="*/ 53794 w 63996"/>
                      <a:gd name="connsiteY10" fmla="*/ 81481 h 95994"/>
                      <a:gd name="connsiteX11" fmla="*/ 62009 w 63996"/>
                      <a:gd name="connsiteY11" fmla="*/ 45768 h 95994"/>
                      <a:gd name="connsiteX12" fmla="*/ 53794 w 63996"/>
                      <a:gd name="connsiteY12" fmla="*/ 10095 h 95994"/>
                      <a:gd name="connsiteX13" fmla="*/ 30001 w 63996"/>
                      <a:gd name="connsiteY13" fmla="*/ -2200 h 95994"/>
                      <a:gd name="connsiteX14" fmla="*/ 6228 w 63996"/>
                      <a:gd name="connsiteY14" fmla="*/ 10095 h 95994"/>
                      <a:gd name="connsiteX15" fmla="*/ -1987 w 63996"/>
                      <a:gd name="connsiteY15" fmla="*/ 45768 h 95994"/>
                      <a:gd name="connsiteX16" fmla="*/ 6228 w 63996"/>
                      <a:gd name="connsiteY16" fmla="*/ 81481 h 95994"/>
                      <a:gd name="connsiteX17" fmla="*/ 30001 w 63996"/>
                      <a:gd name="connsiteY17" fmla="*/ 9379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3880"/>
                        </a:moveTo>
                        <a:cubicBezTo>
                          <a:pt x="23559" y="83880"/>
                          <a:pt x="18710" y="80707"/>
                          <a:pt x="15456" y="74362"/>
                        </a:cubicBezTo>
                        <a:cubicBezTo>
                          <a:pt x="12215" y="68030"/>
                          <a:pt x="10594" y="58498"/>
                          <a:pt x="10594" y="45768"/>
                        </a:cubicBezTo>
                        <a:cubicBezTo>
                          <a:pt x="10594" y="33090"/>
                          <a:pt x="12215" y="23579"/>
                          <a:pt x="15456" y="17233"/>
                        </a:cubicBezTo>
                        <a:cubicBezTo>
                          <a:pt x="18710" y="10888"/>
                          <a:pt x="23559" y="7715"/>
                          <a:pt x="30001" y="7715"/>
                        </a:cubicBezTo>
                        <a:cubicBezTo>
                          <a:pt x="36497" y="7715"/>
                          <a:pt x="41365" y="10888"/>
                          <a:pt x="44606" y="17233"/>
                        </a:cubicBezTo>
                        <a:cubicBezTo>
                          <a:pt x="47861" y="23579"/>
                          <a:pt x="49488" y="33090"/>
                          <a:pt x="49488" y="45768"/>
                        </a:cubicBezTo>
                        <a:cubicBezTo>
                          <a:pt x="49488" y="58498"/>
                          <a:pt x="47861" y="68030"/>
                          <a:pt x="44606" y="74362"/>
                        </a:cubicBezTo>
                        <a:cubicBezTo>
                          <a:pt x="41365" y="80707"/>
                          <a:pt x="36497" y="83880"/>
                          <a:pt x="30001" y="83880"/>
                        </a:cubicBezTo>
                        <a:close/>
                        <a:moveTo>
                          <a:pt x="30001" y="93795"/>
                        </a:moveTo>
                        <a:cubicBezTo>
                          <a:pt x="40386" y="93795"/>
                          <a:pt x="48317" y="89690"/>
                          <a:pt x="53794" y="81481"/>
                        </a:cubicBezTo>
                        <a:cubicBezTo>
                          <a:pt x="59271" y="73284"/>
                          <a:pt x="62009" y="61380"/>
                          <a:pt x="62009" y="45768"/>
                        </a:cubicBezTo>
                        <a:cubicBezTo>
                          <a:pt x="62009" y="30195"/>
                          <a:pt x="59271" y="18304"/>
                          <a:pt x="53794" y="10095"/>
                        </a:cubicBezTo>
                        <a:cubicBezTo>
                          <a:pt x="48317" y="1899"/>
                          <a:pt x="40386" y="-2200"/>
                          <a:pt x="30001" y="-2200"/>
                        </a:cubicBezTo>
                        <a:cubicBezTo>
                          <a:pt x="19630" y="-2200"/>
                          <a:pt x="11705" y="1899"/>
                          <a:pt x="6228" y="10095"/>
                        </a:cubicBezTo>
                        <a:cubicBezTo>
                          <a:pt x="751" y="18304"/>
                          <a:pt x="-1987" y="30195"/>
                          <a:pt x="-1987" y="45768"/>
                        </a:cubicBezTo>
                        <a:cubicBezTo>
                          <a:pt x="-1987" y="61380"/>
                          <a:pt x="751" y="73284"/>
                          <a:pt x="6228" y="81481"/>
                        </a:cubicBezTo>
                        <a:cubicBezTo>
                          <a:pt x="11705" y="89690"/>
                          <a:pt x="19630" y="93795"/>
                          <a:pt x="30001" y="9379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90" name="Graphic 101">
                <a:extLst>
                  <a:ext uri="{FF2B5EF4-FFF2-40B4-BE49-F238E27FC236}">
                    <a16:creationId xmlns:a16="http://schemas.microsoft.com/office/drawing/2014/main" id="{0EBFD96D-A207-77AB-DF42-DA2CEB82E2DD}"/>
                  </a:ext>
                </a:extLst>
              </p:cNvPr>
              <p:cNvGrpSpPr/>
              <p:nvPr/>
            </p:nvGrpSpPr>
            <p:grpSpPr>
              <a:xfrm>
                <a:off x="3574140" y="2266547"/>
                <a:ext cx="321508" cy="95994"/>
                <a:chOff x="3574140" y="2266547"/>
                <a:chExt cx="321508" cy="95994"/>
              </a:xfrm>
              <a:solidFill>
                <a:srgbClr val="000000"/>
              </a:solidFill>
            </p:grpSpPr>
            <p:sp>
              <p:nvSpPr>
                <p:cNvPr id="191" name="Freeform: Shape 190">
                  <a:extLst>
                    <a:ext uri="{FF2B5EF4-FFF2-40B4-BE49-F238E27FC236}">
                      <a16:creationId xmlns:a16="http://schemas.microsoft.com/office/drawing/2014/main" id="{8AE45531-9AF5-24A0-DAF3-40B2BB71D695}"/>
                    </a:ext>
                  </a:extLst>
                </p:cNvPr>
                <p:cNvSpPr/>
                <p:nvPr/>
              </p:nvSpPr>
              <p:spPr>
                <a:xfrm>
                  <a:off x="3851198" y="2312521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85 h 12690"/>
                    <a:gd name="connsiteX1" fmla="*/ 58 w 44450"/>
                    <a:gd name="connsiteY1" fmla="*/ 8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85"/>
                      </a:moveTo>
                      <a:lnTo>
                        <a:pt x="58" y="8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92" name="Graphic 101">
                  <a:extLst>
                    <a:ext uri="{FF2B5EF4-FFF2-40B4-BE49-F238E27FC236}">
                      <a16:creationId xmlns:a16="http://schemas.microsoft.com/office/drawing/2014/main" id="{19C3215C-1090-8254-F612-2BC3A41FCB55}"/>
                    </a:ext>
                  </a:extLst>
                </p:cNvPr>
                <p:cNvGrpSpPr/>
                <p:nvPr/>
              </p:nvGrpSpPr>
              <p:grpSpPr>
                <a:xfrm>
                  <a:off x="3574140" y="2266547"/>
                  <a:ext cx="224169" cy="95994"/>
                  <a:chOff x="3574140" y="2266547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93" name="Freeform: Shape 192">
                    <a:extLst>
                      <a:ext uri="{FF2B5EF4-FFF2-40B4-BE49-F238E27FC236}">
                        <a16:creationId xmlns:a16="http://schemas.microsoft.com/office/drawing/2014/main" id="{B010C899-BEA7-AFCF-94D5-6EDE37065C22}"/>
                      </a:ext>
                    </a:extLst>
                  </p:cNvPr>
                  <p:cNvSpPr/>
                  <p:nvPr/>
                </p:nvSpPr>
                <p:spPr>
                  <a:xfrm flipV="1">
                    <a:off x="3574140" y="2268212"/>
                    <a:ext cx="59908" cy="94328"/>
                  </a:xfrm>
                  <a:custGeom>
                    <a:avLst/>
                    <a:gdLst>
                      <a:gd name="connsiteX0" fmla="*/ 1941 w 59908"/>
                      <a:gd name="connsiteY0" fmla="*/ 92126 h 94328"/>
                      <a:gd name="connsiteX1" fmla="*/ 51113 w 59908"/>
                      <a:gd name="connsiteY1" fmla="*/ 92126 h 94328"/>
                      <a:gd name="connsiteX2" fmla="*/ 51113 w 59908"/>
                      <a:gd name="connsiteY2" fmla="*/ 81577 h 94328"/>
                      <a:gd name="connsiteX3" fmla="*/ 13410 w 59908"/>
                      <a:gd name="connsiteY3" fmla="*/ 81577 h 94328"/>
                      <a:gd name="connsiteX4" fmla="*/ 13410 w 59908"/>
                      <a:gd name="connsiteY4" fmla="*/ 58912 h 94328"/>
                      <a:gd name="connsiteX5" fmla="*/ 18847 w 59908"/>
                      <a:gd name="connsiteY5" fmla="*/ 60300 h 94328"/>
                      <a:gd name="connsiteX6" fmla="*/ 24324 w 59908"/>
                      <a:gd name="connsiteY6" fmla="*/ 60756 h 94328"/>
                      <a:gd name="connsiteX7" fmla="*/ 48871 w 59908"/>
                      <a:gd name="connsiteY7" fmla="*/ 52269 h 94328"/>
                      <a:gd name="connsiteX8" fmla="*/ 57940 w 59908"/>
                      <a:gd name="connsiteY8" fmla="*/ 29287 h 94328"/>
                      <a:gd name="connsiteX9" fmla="*/ 48633 w 59908"/>
                      <a:gd name="connsiteY9" fmla="*/ 6067 h 94328"/>
                      <a:gd name="connsiteX10" fmla="*/ 22399 w 59908"/>
                      <a:gd name="connsiteY10" fmla="*/ -2202 h 94328"/>
                      <a:gd name="connsiteX11" fmla="*/ 10513 w 59908"/>
                      <a:gd name="connsiteY11" fmla="*/ -1211 h 94328"/>
                      <a:gd name="connsiteX12" fmla="*/ -1969 w 59908"/>
                      <a:gd name="connsiteY12" fmla="*/ 1764 h 94328"/>
                      <a:gd name="connsiteX13" fmla="*/ -1969 w 59908"/>
                      <a:gd name="connsiteY13" fmla="*/ 14355 h 94328"/>
                      <a:gd name="connsiteX14" fmla="*/ 9561 w 59908"/>
                      <a:gd name="connsiteY14" fmla="*/ 9834 h 94328"/>
                      <a:gd name="connsiteX15" fmla="*/ 22141 w 59908"/>
                      <a:gd name="connsiteY15" fmla="*/ 8347 h 94328"/>
                      <a:gd name="connsiteX16" fmla="*/ 39128 w 59908"/>
                      <a:gd name="connsiteY16" fmla="*/ 13979 h 94328"/>
                      <a:gd name="connsiteX17" fmla="*/ 45398 w 59908"/>
                      <a:gd name="connsiteY17" fmla="*/ 29287 h 94328"/>
                      <a:gd name="connsiteX18" fmla="*/ 39128 w 59908"/>
                      <a:gd name="connsiteY18" fmla="*/ 44575 h 94328"/>
                      <a:gd name="connsiteX19" fmla="*/ 22141 w 59908"/>
                      <a:gd name="connsiteY19" fmla="*/ 50227 h 94328"/>
                      <a:gd name="connsiteX20" fmla="*/ 12120 w 59908"/>
                      <a:gd name="connsiteY20" fmla="*/ 49116 h 94328"/>
                      <a:gd name="connsiteX21" fmla="*/ 1941 w 59908"/>
                      <a:gd name="connsiteY21" fmla="*/ 45646 h 94328"/>
                      <a:gd name="connsiteX22" fmla="*/ 1941 w 59908"/>
                      <a:gd name="connsiteY22" fmla="*/ 9212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41" y="92126"/>
                        </a:moveTo>
                        <a:lnTo>
                          <a:pt x="51113" y="92126"/>
                        </a:lnTo>
                        <a:lnTo>
                          <a:pt x="51113" y="81577"/>
                        </a:lnTo>
                        <a:lnTo>
                          <a:pt x="13410" y="81577"/>
                        </a:lnTo>
                        <a:lnTo>
                          <a:pt x="13410" y="58912"/>
                        </a:lnTo>
                        <a:cubicBezTo>
                          <a:pt x="15223" y="59533"/>
                          <a:pt x="17035" y="59996"/>
                          <a:pt x="18847" y="60300"/>
                        </a:cubicBezTo>
                        <a:cubicBezTo>
                          <a:pt x="20673" y="60604"/>
                          <a:pt x="22499" y="60756"/>
                          <a:pt x="24324" y="60756"/>
                        </a:cubicBezTo>
                        <a:cubicBezTo>
                          <a:pt x="34656" y="60756"/>
                          <a:pt x="42838" y="57927"/>
                          <a:pt x="48871" y="52269"/>
                        </a:cubicBezTo>
                        <a:cubicBezTo>
                          <a:pt x="54917" y="46611"/>
                          <a:pt x="57940" y="38950"/>
                          <a:pt x="57940" y="29287"/>
                        </a:cubicBezTo>
                        <a:cubicBezTo>
                          <a:pt x="57940" y="19332"/>
                          <a:pt x="54837" y="11592"/>
                          <a:pt x="48633" y="6067"/>
                        </a:cubicBezTo>
                        <a:cubicBezTo>
                          <a:pt x="42428" y="554"/>
                          <a:pt x="33684" y="-2202"/>
                          <a:pt x="22399" y="-2202"/>
                        </a:cubicBezTo>
                        <a:cubicBezTo>
                          <a:pt x="18510" y="-2202"/>
                          <a:pt x="14548" y="-1872"/>
                          <a:pt x="10513" y="-1211"/>
                        </a:cubicBezTo>
                        <a:cubicBezTo>
                          <a:pt x="6491" y="-550"/>
                          <a:pt x="2331" y="442"/>
                          <a:pt x="-1969" y="1764"/>
                        </a:cubicBezTo>
                        <a:lnTo>
                          <a:pt x="-1969" y="14355"/>
                        </a:lnTo>
                        <a:cubicBezTo>
                          <a:pt x="1749" y="12333"/>
                          <a:pt x="5592" y="10826"/>
                          <a:pt x="9561" y="9834"/>
                        </a:cubicBezTo>
                        <a:cubicBezTo>
                          <a:pt x="13529" y="8843"/>
                          <a:pt x="17723" y="8347"/>
                          <a:pt x="22141" y="8347"/>
                        </a:cubicBezTo>
                        <a:cubicBezTo>
                          <a:pt x="29298" y="8347"/>
                          <a:pt x="34961" y="10224"/>
                          <a:pt x="39128" y="13979"/>
                        </a:cubicBezTo>
                        <a:cubicBezTo>
                          <a:pt x="43308" y="17733"/>
                          <a:pt x="45398" y="22836"/>
                          <a:pt x="45398" y="29287"/>
                        </a:cubicBezTo>
                        <a:cubicBezTo>
                          <a:pt x="45398" y="35725"/>
                          <a:pt x="43308" y="40821"/>
                          <a:pt x="39128" y="44575"/>
                        </a:cubicBezTo>
                        <a:cubicBezTo>
                          <a:pt x="34961" y="48343"/>
                          <a:pt x="29298" y="50227"/>
                          <a:pt x="22141" y="50227"/>
                        </a:cubicBezTo>
                        <a:cubicBezTo>
                          <a:pt x="18794" y="50227"/>
                          <a:pt x="15454" y="49857"/>
                          <a:pt x="12120" y="49116"/>
                        </a:cubicBezTo>
                        <a:cubicBezTo>
                          <a:pt x="8800" y="48376"/>
                          <a:pt x="5407" y="47219"/>
                          <a:pt x="1941" y="45646"/>
                        </a:cubicBezTo>
                        <a:lnTo>
                          <a:pt x="1941" y="921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4" name="Freeform: Shape 193">
                    <a:extLst>
                      <a:ext uri="{FF2B5EF4-FFF2-40B4-BE49-F238E27FC236}">
                        <a16:creationId xmlns:a16="http://schemas.microsoft.com/office/drawing/2014/main" id="{3B28D13F-8349-92FA-114C-117411AD19B1}"/>
                      </a:ext>
                    </a:extLst>
                  </p:cNvPr>
                  <p:cNvSpPr/>
                  <p:nvPr/>
                </p:nvSpPr>
                <p:spPr>
                  <a:xfrm flipV="1">
                    <a:off x="3654445" y="2266547"/>
                    <a:ext cx="58777" cy="94189"/>
                  </a:xfrm>
                  <a:custGeom>
                    <a:avLst/>
                    <a:gdLst>
                      <a:gd name="connsiteX0" fmla="*/ 13152 w 58777"/>
                      <a:gd name="connsiteY0" fmla="*/ 8240 h 94189"/>
                      <a:gd name="connsiteX1" fmla="*/ 56868 w 58777"/>
                      <a:gd name="connsiteY1" fmla="*/ 8240 h 94189"/>
                      <a:gd name="connsiteX2" fmla="*/ 56868 w 58777"/>
                      <a:gd name="connsiteY2" fmla="*/ -2290 h 94189"/>
                      <a:gd name="connsiteX3" fmla="*/ -1909 w 58777"/>
                      <a:gd name="connsiteY3" fmla="*/ -2290 h 94189"/>
                      <a:gd name="connsiteX4" fmla="*/ -1909 w 58777"/>
                      <a:gd name="connsiteY4" fmla="*/ 8240 h 94189"/>
                      <a:gd name="connsiteX5" fmla="*/ 17518 w 58777"/>
                      <a:gd name="connsiteY5" fmla="*/ 28029 h 94189"/>
                      <a:gd name="connsiteX6" fmla="*/ 32996 w 58777"/>
                      <a:gd name="connsiteY6" fmla="*/ 44071 h 94189"/>
                      <a:gd name="connsiteX7" fmla="*/ 41390 w 58777"/>
                      <a:gd name="connsiteY7" fmla="*/ 55493 h 94189"/>
                      <a:gd name="connsiteX8" fmla="*/ 43791 w 58777"/>
                      <a:gd name="connsiteY8" fmla="*/ 64694 h 94189"/>
                      <a:gd name="connsiteX9" fmla="*/ 38612 w 58777"/>
                      <a:gd name="connsiteY9" fmla="*/ 76710 h 94189"/>
                      <a:gd name="connsiteX10" fmla="*/ 25118 w 58777"/>
                      <a:gd name="connsiteY10" fmla="*/ 81370 h 94189"/>
                      <a:gd name="connsiteX11" fmla="*/ 12676 w 58777"/>
                      <a:gd name="connsiteY11" fmla="*/ 79328 h 94189"/>
                      <a:gd name="connsiteX12" fmla="*/ -1294 w 58777"/>
                      <a:gd name="connsiteY12" fmla="*/ 73121 h 94189"/>
                      <a:gd name="connsiteX13" fmla="*/ -1294 w 58777"/>
                      <a:gd name="connsiteY13" fmla="*/ 85773 h 94189"/>
                      <a:gd name="connsiteX14" fmla="*/ 12835 w 58777"/>
                      <a:gd name="connsiteY14" fmla="*/ 90353 h 94189"/>
                      <a:gd name="connsiteX15" fmla="*/ 24880 w 58777"/>
                      <a:gd name="connsiteY15" fmla="*/ 91900 h 94189"/>
                      <a:gd name="connsiteX16" fmla="*/ 47820 w 58777"/>
                      <a:gd name="connsiteY16" fmla="*/ 84702 h 94189"/>
                      <a:gd name="connsiteX17" fmla="*/ 56372 w 58777"/>
                      <a:gd name="connsiteY17" fmla="*/ 65507 h 94189"/>
                      <a:gd name="connsiteX18" fmla="*/ 54229 w 58777"/>
                      <a:gd name="connsiteY18" fmla="*/ 54680 h 94189"/>
                      <a:gd name="connsiteX19" fmla="*/ 46450 w 58777"/>
                      <a:gd name="connsiteY19" fmla="*/ 42644 h 94189"/>
                      <a:gd name="connsiteX20" fmla="*/ 36588 w 58777"/>
                      <a:gd name="connsiteY20" fmla="*/ 32253 h 94189"/>
                      <a:gd name="connsiteX21" fmla="*/ 13152 w 58777"/>
                      <a:gd name="connsiteY21" fmla="*/ 8240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152" y="8240"/>
                        </a:moveTo>
                        <a:lnTo>
                          <a:pt x="56868" y="8240"/>
                        </a:lnTo>
                        <a:lnTo>
                          <a:pt x="56868" y="-2290"/>
                        </a:lnTo>
                        <a:lnTo>
                          <a:pt x="-1909" y="-2290"/>
                        </a:lnTo>
                        <a:lnTo>
                          <a:pt x="-1909" y="8240"/>
                        </a:lnTo>
                        <a:cubicBezTo>
                          <a:pt x="2840" y="13157"/>
                          <a:pt x="9316" y="19754"/>
                          <a:pt x="17518" y="28029"/>
                        </a:cubicBezTo>
                        <a:cubicBezTo>
                          <a:pt x="25733" y="36318"/>
                          <a:pt x="30893" y="41665"/>
                          <a:pt x="32996" y="44071"/>
                        </a:cubicBezTo>
                        <a:cubicBezTo>
                          <a:pt x="37005" y="48566"/>
                          <a:pt x="39803" y="52373"/>
                          <a:pt x="41390" y="55493"/>
                        </a:cubicBezTo>
                        <a:cubicBezTo>
                          <a:pt x="42991" y="58613"/>
                          <a:pt x="43791" y="61680"/>
                          <a:pt x="43791" y="64694"/>
                        </a:cubicBezTo>
                        <a:cubicBezTo>
                          <a:pt x="43791" y="69612"/>
                          <a:pt x="42065" y="73617"/>
                          <a:pt x="38612" y="76710"/>
                        </a:cubicBezTo>
                        <a:cubicBezTo>
                          <a:pt x="35159" y="79817"/>
                          <a:pt x="30661" y="81370"/>
                          <a:pt x="25118" y="81370"/>
                        </a:cubicBezTo>
                        <a:cubicBezTo>
                          <a:pt x="21189" y="81370"/>
                          <a:pt x="17042" y="80690"/>
                          <a:pt x="12676" y="79328"/>
                        </a:cubicBezTo>
                        <a:cubicBezTo>
                          <a:pt x="8324" y="77966"/>
                          <a:pt x="3667" y="75897"/>
                          <a:pt x="-1294" y="73121"/>
                        </a:cubicBezTo>
                        <a:lnTo>
                          <a:pt x="-1294" y="85773"/>
                        </a:lnTo>
                        <a:cubicBezTo>
                          <a:pt x="3747" y="87795"/>
                          <a:pt x="8456" y="89322"/>
                          <a:pt x="12835" y="90353"/>
                        </a:cubicBezTo>
                        <a:cubicBezTo>
                          <a:pt x="17227" y="91384"/>
                          <a:pt x="21242" y="91900"/>
                          <a:pt x="24880" y="91900"/>
                        </a:cubicBezTo>
                        <a:cubicBezTo>
                          <a:pt x="34471" y="91900"/>
                          <a:pt x="42118" y="89500"/>
                          <a:pt x="47820" y="84702"/>
                        </a:cubicBezTo>
                        <a:cubicBezTo>
                          <a:pt x="53521" y="79916"/>
                          <a:pt x="56372" y="73518"/>
                          <a:pt x="56372" y="65507"/>
                        </a:cubicBezTo>
                        <a:cubicBezTo>
                          <a:pt x="56372" y="61700"/>
                          <a:pt x="55658" y="58091"/>
                          <a:pt x="54229" y="54680"/>
                        </a:cubicBezTo>
                        <a:cubicBezTo>
                          <a:pt x="52814" y="51283"/>
                          <a:pt x="50221" y="47270"/>
                          <a:pt x="46450" y="42644"/>
                        </a:cubicBezTo>
                        <a:cubicBezTo>
                          <a:pt x="45418" y="41441"/>
                          <a:pt x="42131" y="37977"/>
                          <a:pt x="36588" y="32253"/>
                        </a:cubicBezTo>
                        <a:cubicBezTo>
                          <a:pt x="31058" y="26529"/>
                          <a:pt x="23246" y="18524"/>
                          <a:pt x="13152" y="82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5" name="Freeform: Shape 194">
                    <a:extLst>
                      <a:ext uri="{FF2B5EF4-FFF2-40B4-BE49-F238E27FC236}">
                        <a16:creationId xmlns:a16="http://schemas.microsoft.com/office/drawing/2014/main" id="{0B443936-4B99-F9E7-4DB6-4EF43E779ABA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2266547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3835 h 95994"/>
                      <a:gd name="connsiteX1" fmla="*/ 15456 w 63996"/>
                      <a:gd name="connsiteY1" fmla="*/ 74317 h 95994"/>
                      <a:gd name="connsiteX2" fmla="*/ 10594 w 63996"/>
                      <a:gd name="connsiteY2" fmla="*/ 45723 h 95994"/>
                      <a:gd name="connsiteX3" fmla="*/ 15456 w 63996"/>
                      <a:gd name="connsiteY3" fmla="*/ 17189 h 95994"/>
                      <a:gd name="connsiteX4" fmla="*/ 30001 w 63996"/>
                      <a:gd name="connsiteY4" fmla="*/ 7670 h 95994"/>
                      <a:gd name="connsiteX5" fmla="*/ 44606 w 63996"/>
                      <a:gd name="connsiteY5" fmla="*/ 17189 h 95994"/>
                      <a:gd name="connsiteX6" fmla="*/ 49488 w 63996"/>
                      <a:gd name="connsiteY6" fmla="*/ 45723 h 95994"/>
                      <a:gd name="connsiteX7" fmla="*/ 44606 w 63996"/>
                      <a:gd name="connsiteY7" fmla="*/ 74317 h 95994"/>
                      <a:gd name="connsiteX8" fmla="*/ 30001 w 63996"/>
                      <a:gd name="connsiteY8" fmla="*/ 83835 h 95994"/>
                      <a:gd name="connsiteX9" fmla="*/ 30001 w 63996"/>
                      <a:gd name="connsiteY9" fmla="*/ 93750 h 95994"/>
                      <a:gd name="connsiteX10" fmla="*/ 53794 w 63996"/>
                      <a:gd name="connsiteY10" fmla="*/ 81436 h 95994"/>
                      <a:gd name="connsiteX11" fmla="*/ 62009 w 63996"/>
                      <a:gd name="connsiteY11" fmla="*/ 45723 h 95994"/>
                      <a:gd name="connsiteX12" fmla="*/ 53794 w 63996"/>
                      <a:gd name="connsiteY12" fmla="*/ 10050 h 95994"/>
                      <a:gd name="connsiteX13" fmla="*/ 30001 w 63996"/>
                      <a:gd name="connsiteY13" fmla="*/ -2244 h 95994"/>
                      <a:gd name="connsiteX14" fmla="*/ 6228 w 63996"/>
                      <a:gd name="connsiteY14" fmla="*/ 10050 h 95994"/>
                      <a:gd name="connsiteX15" fmla="*/ -1987 w 63996"/>
                      <a:gd name="connsiteY15" fmla="*/ 45723 h 95994"/>
                      <a:gd name="connsiteX16" fmla="*/ 6228 w 63996"/>
                      <a:gd name="connsiteY16" fmla="*/ 81436 h 95994"/>
                      <a:gd name="connsiteX17" fmla="*/ 30001 w 63996"/>
                      <a:gd name="connsiteY17" fmla="*/ 9375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3835"/>
                        </a:moveTo>
                        <a:cubicBezTo>
                          <a:pt x="23559" y="83835"/>
                          <a:pt x="18710" y="80662"/>
                          <a:pt x="15456" y="74317"/>
                        </a:cubicBezTo>
                        <a:cubicBezTo>
                          <a:pt x="12215" y="67985"/>
                          <a:pt x="10594" y="58454"/>
                          <a:pt x="10594" y="45723"/>
                        </a:cubicBezTo>
                        <a:cubicBezTo>
                          <a:pt x="10594" y="33045"/>
                          <a:pt x="12215" y="23534"/>
                          <a:pt x="15456" y="17189"/>
                        </a:cubicBezTo>
                        <a:cubicBezTo>
                          <a:pt x="18710" y="10843"/>
                          <a:pt x="23559" y="7670"/>
                          <a:pt x="30001" y="7670"/>
                        </a:cubicBezTo>
                        <a:cubicBezTo>
                          <a:pt x="36497" y="7670"/>
                          <a:pt x="41365" y="10843"/>
                          <a:pt x="44606" y="17189"/>
                        </a:cubicBezTo>
                        <a:cubicBezTo>
                          <a:pt x="47861" y="23534"/>
                          <a:pt x="49488" y="33045"/>
                          <a:pt x="49488" y="45723"/>
                        </a:cubicBezTo>
                        <a:cubicBezTo>
                          <a:pt x="49488" y="58454"/>
                          <a:pt x="47861" y="67985"/>
                          <a:pt x="44606" y="74317"/>
                        </a:cubicBezTo>
                        <a:cubicBezTo>
                          <a:pt x="41365" y="80662"/>
                          <a:pt x="36497" y="83835"/>
                          <a:pt x="30001" y="83835"/>
                        </a:cubicBezTo>
                        <a:close/>
                        <a:moveTo>
                          <a:pt x="30001" y="93750"/>
                        </a:moveTo>
                        <a:cubicBezTo>
                          <a:pt x="40386" y="93750"/>
                          <a:pt x="48317" y="89645"/>
                          <a:pt x="53794" y="81436"/>
                        </a:cubicBezTo>
                        <a:cubicBezTo>
                          <a:pt x="59271" y="73240"/>
                          <a:pt x="62009" y="61335"/>
                          <a:pt x="62009" y="45723"/>
                        </a:cubicBezTo>
                        <a:cubicBezTo>
                          <a:pt x="62009" y="30150"/>
                          <a:pt x="59271" y="18259"/>
                          <a:pt x="53794" y="10050"/>
                        </a:cubicBezTo>
                        <a:cubicBezTo>
                          <a:pt x="48317" y="1854"/>
                          <a:pt x="40386" y="-2244"/>
                          <a:pt x="30001" y="-2244"/>
                        </a:cubicBezTo>
                        <a:cubicBezTo>
                          <a:pt x="19630" y="-2244"/>
                          <a:pt x="11705" y="1854"/>
                          <a:pt x="6228" y="10050"/>
                        </a:cubicBezTo>
                        <a:cubicBezTo>
                          <a:pt x="751" y="18259"/>
                          <a:pt x="-1987" y="30150"/>
                          <a:pt x="-1987" y="45723"/>
                        </a:cubicBezTo>
                        <a:cubicBezTo>
                          <a:pt x="-1987" y="61335"/>
                          <a:pt x="751" y="73240"/>
                          <a:pt x="6228" y="81436"/>
                        </a:cubicBezTo>
                        <a:cubicBezTo>
                          <a:pt x="11705" y="89645"/>
                          <a:pt x="19630" y="93750"/>
                          <a:pt x="30001" y="9375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35FD593B-0261-7377-F6B6-53A6308A5B88}"/>
                </a:ext>
              </a:extLst>
            </p:cNvPr>
            <p:cNvSpPr/>
            <p:nvPr/>
          </p:nvSpPr>
          <p:spPr>
            <a:xfrm>
              <a:off x="3895648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5963093-A710-91DB-A15F-C1C65A3BA95D}"/>
                </a:ext>
              </a:extLst>
            </p:cNvPr>
            <p:cNvSpPr/>
            <p:nvPr/>
          </p:nvSpPr>
          <p:spPr>
            <a:xfrm>
              <a:off x="8442411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98BE9971-C623-857D-0C58-1B851CBE1C17}"/>
                </a:ext>
              </a:extLst>
            </p:cNvPr>
            <p:cNvSpPr/>
            <p:nvPr/>
          </p:nvSpPr>
          <p:spPr>
            <a:xfrm>
              <a:off x="3895648" y="4868227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7F238920-7006-5CA9-8AFD-968926A88EF6}"/>
                </a:ext>
              </a:extLst>
            </p:cNvPr>
            <p:cNvSpPr/>
            <p:nvPr/>
          </p:nvSpPr>
          <p:spPr>
            <a:xfrm>
              <a:off x="3895648" y="202855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204" name="Graphic 200">
            <a:extLst>
              <a:ext uri="{FF2B5EF4-FFF2-40B4-BE49-F238E27FC236}">
                <a16:creationId xmlns:a16="http://schemas.microsoft.com/office/drawing/2014/main" id="{09C10EE5-116F-2685-0A72-6757DE312A19}"/>
              </a:ext>
            </a:extLst>
          </p:cNvPr>
          <p:cNvGrpSpPr/>
          <p:nvPr/>
        </p:nvGrpSpPr>
        <p:grpSpPr>
          <a:xfrm>
            <a:off x="9652315" y="536194"/>
            <a:ext cx="4984629" cy="3027277"/>
            <a:chOff x="3570548" y="2028021"/>
            <a:chExt cx="4984629" cy="3027277"/>
          </a:xfrm>
        </p:grpSpPr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DA014DBA-3993-9D13-6D6B-5B8630CE9A46}"/>
                </a:ext>
              </a:extLst>
            </p:cNvPr>
            <p:cNvSpPr/>
            <p:nvPr/>
          </p:nvSpPr>
          <p:spPr>
            <a:xfrm>
              <a:off x="3895648" y="2028554"/>
              <a:ext cx="4546762" cy="2839673"/>
            </a:xfrm>
            <a:custGeom>
              <a:avLst/>
              <a:gdLst>
                <a:gd name="connsiteX0" fmla="*/ 0 w 4546762"/>
                <a:gd name="connsiteY0" fmla="*/ 2839674 h 2839673"/>
                <a:gd name="connsiteX1" fmla="*/ 4546763 w 4546762"/>
                <a:gd name="connsiteY1" fmla="*/ 2839674 h 2839673"/>
                <a:gd name="connsiteX2" fmla="*/ 4546763 w 4546762"/>
                <a:gd name="connsiteY2" fmla="*/ 0 h 2839673"/>
                <a:gd name="connsiteX3" fmla="*/ 0 w 4546762"/>
                <a:gd name="connsiteY3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762" h="2839673">
                  <a:moveTo>
                    <a:pt x="0" y="2839674"/>
                  </a:moveTo>
                  <a:lnTo>
                    <a:pt x="4546763" y="2839674"/>
                  </a:lnTo>
                  <a:lnTo>
                    <a:pt x="4546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206" name="Picture 205">
              <a:extLst>
                <a:ext uri="{FF2B5EF4-FFF2-40B4-BE49-F238E27FC236}">
                  <a16:creationId xmlns:a16="http://schemas.microsoft.com/office/drawing/2014/main" id="{B5E9440F-D148-E383-89F9-929C790EFC5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 flipV="1">
              <a:off x="3895648" y="2028021"/>
              <a:ext cx="4546854" cy="2840206"/>
            </a:xfrm>
            <a:custGeom>
              <a:avLst/>
              <a:gdLst>
                <a:gd name="connsiteX0" fmla="*/ 0 w 4546854"/>
                <a:gd name="connsiteY0" fmla="*/ 125 h 2840206"/>
                <a:gd name="connsiteX1" fmla="*/ 4546854 w 4546854"/>
                <a:gd name="connsiteY1" fmla="*/ 125 h 2840206"/>
                <a:gd name="connsiteX2" fmla="*/ 4546854 w 4546854"/>
                <a:gd name="connsiteY2" fmla="*/ 2840332 h 2840206"/>
                <a:gd name="connsiteX3" fmla="*/ 0 w 4546854"/>
                <a:gd name="connsiteY3" fmla="*/ 2840332 h 284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854" h="2840206">
                  <a:moveTo>
                    <a:pt x="0" y="125"/>
                  </a:moveTo>
                  <a:lnTo>
                    <a:pt x="4546854" y="125"/>
                  </a:lnTo>
                  <a:lnTo>
                    <a:pt x="4546854" y="2840332"/>
                  </a:lnTo>
                  <a:lnTo>
                    <a:pt x="0" y="2840332"/>
                  </a:lnTo>
                  <a:close/>
                </a:path>
              </a:pathLst>
            </a:custGeom>
          </p:spPr>
        </p:pic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EABCC24-4EAA-1A6E-E912-24B43A60698C}"/>
                </a:ext>
              </a:extLst>
            </p:cNvPr>
            <p:cNvSpPr/>
            <p:nvPr/>
          </p:nvSpPr>
          <p:spPr>
            <a:xfrm>
              <a:off x="5726336" y="3393014"/>
              <a:ext cx="282399" cy="111546"/>
            </a:xfrm>
            <a:custGeom>
              <a:avLst/>
              <a:gdLst>
                <a:gd name="connsiteX0" fmla="*/ 282399 w 282399"/>
                <a:gd name="connsiteY0" fmla="*/ 2336 h 111546"/>
                <a:gd name="connsiteX1" fmla="*/ 281492 w 282399"/>
                <a:gd name="connsiteY1" fmla="*/ 111546 h 111546"/>
                <a:gd name="connsiteX2" fmla="*/ 0 w 282399"/>
                <a:gd name="connsiteY2" fmla="*/ 109210 h 111546"/>
                <a:gd name="connsiteX3" fmla="*/ 908 w 282399"/>
                <a:gd name="connsiteY3" fmla="*/ 0 h 111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399" h="111546">
                  <a:moveTo>
                    <a:pt x="282399" y="2336"/>
                  </a:moveTo>
                  <a:lnTo>
                    <a:pt x="281492" y="111546"/>
                  </a:lnTo>
                  <a:lnTo>
                    <a:pt x="0" y="109210"/>
                  </a:lnTo>
                  <a:lnTo>
                    <a:pt x="908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E92E992-1314-629C-F520-2868A7244ADD}"/>
                </a:ext>
              </a:extLst>
            </p:cNvPr>
            <p:cNvSpPr/>
            <p:nvPr/>
          </p:nvSpPr>
          <p:spPr>
            <a:xfrm>
              <a:off x="5898539" y="3394443"/>
              <a:ext cx="109742" cy="109209"/>
            </a:xfrm>
            <a:custGeom>
              <a:avLst/>
              <a:gdLst>
                <a:gd name="connsiteX0" fmla="*/ 109743 w 109742"/>
                <a:gd name="connsiteY0" fmla="*/ 55512 h 109209"/>
                <a:gd name="connsiteX1" fmla="*/ 0 w 109742"/>
                <a:gd name="connsiteY1" fmla="*/ 109210 h 109209"/>
                <a:gd name="connsiteX2" fmla="*/ 908 w 109742"/>
                <a:gd name="connsiteY2" fmla="*/ 0 h 109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742" h="109209">
                  <a:moveTo>
                    <a:pt x="109743" y="55512"/>
                  </a:moveTo>
                  <a:lnTo>
                    <a:pt x="0" y="109210"/>
                  </a:lnTo>
                  <a:lnTo>
                    <a:pt x="908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209" name="Graphic 200">
              <a:extLst>
                <a:ext uri="{FF2B5EF4-FFF2-40B4-BE49-F238E27FC236}">
                  <a16:creationId xmlns:a16="http://schemas.microsoft.com/office/drawing/2014/main" id="{F66D6705-E416-CA67-8000-A50F294FDBF5}"/>
                </a:ext>
              </a:extLst>
            </p:cNvPr>
            <p:cNvGrpSpPr/>
            <p:nvPr/>
          </p:nvGrpSpPr>
          <p:grpSpPr>
            <a:xfrm>
              <a:off x="3784245" y="4868227"/>
              <a:ext cx="4770932" cy="187070"/>
              <a:chOff x="3784245" y="4868227"/>
              <a:chExt cx="4770932" cy="187070"/>
            </a:xfrm>
            <a:solidFill>
              <a:srgbClr val="000000"/>
            </a:solidFill>
          </p:grpSpPr>
          <p:grpSp>
            <p:nvGrpSpPr>
              <p:cNvPr id="210" name="Graphic 200">
                <a:extLst>
                  <a:ext uri="{FF2B5EF4-FFF2-40B4-BE49-F238E27FC236}">
                    <a16:creationId xmlns:a16="http://schemas.microsoft.com/office/drawing/2014/main" id="{89CEAF84-CED5-CC07-6A8C-DBD1120EA402}"/>
                  </a:ext>
                </a:extLst>
              </p:cNvPr>
              <p:cNvGrpSpPr/>
              <p:nvPr/>
            </p:nvGrpSpPr>
            <p:grpSpPr>
              <a:xfrm>
                <a:off x="3784245" y="4868227"/>
                <a:ext cx="224169" cy="187070"/>
                <a:chOff x="3784245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211" name="Freeform: Shape 210">
                  <a:extLst>
                    <a:ext uri="{FF2B5EF4-FFF2-40B4-BE49-F238E27FC236}">
                      <a16:creationId xmlns:a16="http://schemas.microsoft.com/office/drawing/2014/main" id="{6EA13C77-41E9-0EB9-95A2-00AFED3C64B7}"/>
                    </a:ext>
                  </a:extLst>
                </p:cNvPr>
                <p:cNvSpPr/>
                <p:nvPr/>
              </p:nvSpPr>
              <p:spPr>
                <a:xfrm>
                  <a:off x="3895648" y="4868227"/>
                  <a:ext cx="12700" cy="44417"/>
                </a:xfrm>
                <a:custGeom>
                  <a:avLst/>
                  <a:gdLst>
                    <a:gd name="connsiteX0" fmla="*/ 58 w 12700"/>
                    <a:gd name="connsiteY0" fmla="*/ 286 h 44417"/>
                    <a:gd name="connsiteX1" fmla="*/ 58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58" y="286"/>
                      </a:moveTo>
                      <a:lnTo>
                        <a:pt x="58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12" name="Graphic 200">
                  <a:extLst>
                    <a:ext uri="{FF2B5EF4-FFF2-40B4-BE49-F238E27FC236}">
                      <a16:creationId xmlns:a16="http://schemas.microsoft.com/office/drawing/2014/main" id="{76BFEC46-B2FE-7CA3-ACE3-3553A88E5DC6}"/>
                    </a:ext>
                  </a:extLst>
                </p:cNvPr>
                <p:cNvGrpSpPr/>
                <p:nvPr/>
              </p:nvGrpSpPr>
              <p:grpSpPr>
                <a:xfrm>
                  <a:off x="3784245" y="4959304"/>
                  <a:ext cx="224169" cy="95994"/>
                  <a:chOff x="3784245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213" name="Freeform: Shape 212">
                    <a:extLst>
                      <a:ext uri="{FF2B5EF4-FFF2-40B4-BE49-F238E27FC236}">
                        <a16:creationId xmlns:a16="http://schemas.microsoft.com/office/drawing/2014/main" id="{9FB8F65A-7E62-FE05-7297-4BD1BCB176D9}"/>
                      </a:ext>
                    </a:extLst>
                  </p:cNvPr>
                  <p:cNvSpPr/>
                  <p:nvPr/>
                </p:nvSpPr>
                <p:spPr>
                  <a:xfrm flipV="1">
                    <a:off x="3784245" y="4960969"/>
                    <a:ext cx="59908" cy="94328"/>
                  </a:xfrm>
                  <a:custGeom>
                    <a:avLst/>
                    <a:gdLst>
                      <a:gd name="connsiteX0" fmla="*/ 1957 w 59908"/>
                      <a:gd name="connsiteY0" fmla="*/ 92338 h 94328"/>
                      <a:gd name="connsiteX1" fmla="*/ 51130 w 59908"/>
                      <a:gd name="connsiteY1" fmla="*/ 92338 h 94328"/>
                      <a:gd name="connsiteX2" fmla="*/ 51130 w 59908"/>
                      <a:gd name="connsiteY2" fmla="*/ 81789 h 94328"/>
                      <a:gd name="connsiteX3" fmla="*/ 13427 w 59908"/>
                      <a:gd name="connsiteY3" fmla="*/ 81789 h 94328"/>
                      <a:gd name="connsiteX4" fmla="*/ 13427 w 59908"/>
                      <a:gd name="connsiteY4" fmla="*/ 59124 h 94328"/>
                      <a:gd name="connsiteX5" fmla="*/ 18864 w 59908"/>
                      <a:gd name="connsiteY5" fmla="*/ 60512 h 94328"/>
                      <a:gd name="connsiteX6" fmla="*/ 24341 w 59908"/>
                      <a:gd name="connsiteY6" fmla="*/ 60968 h 94328"/>
                      <a:gd name="connsiteX7" fmla="*/ 48888 w 59908"/>
                      <a:gd name="connsiteY7" fmla="*/ 52481 h 94328"/>
                      <a:gd name="connsiteX8" fmla="*/ 57956 w 59908"/>
                      <a:gd name="connsiteY8" fmla="*/ 29499 h 94328"/>
                      <a:gd name="connsiteX9" fmla="*/ 48649 w 59908"/>
                      <a:gd name="connsiteY9" fmla="*/ 6279 h 94328"/>
                      <a:gd name="connsiteX10" fmla="*/ 22416 w 59908"/>
                      <a:gd name="connsiteY10" fmla="*/ -1990 h 94328"/>
                      <a:gd name="connsiteX11" fmla="*/ 10530 w 59908"/>
                      <a:gd name="connsiteY11" fmla="*/ -999 h 94328"/>
                      <a:gd name="connsiteX12" fmla="*/ -1952 w 59908"/>
                      <a:gd name="connsiteY12" fmla="*/ 1976 h 94328"/>
                      <a:gd name="connsiteX13" fmla="*/ -1952 w 59908"/>
                      <a:gd name="connsiteY13" fmla="*/ 14567 h 94328"/>
                      <a:gd name="connsiteX14" fmla="*/ 9577 w 59908"/>
                      <a:gd name="connsiteY14" fmla="*/ 10046 h 94328"/>
                      <a:gd name="connsiteX15" fmla="*/ 22158 w 59908"/>
                      <a:gd name="connsiteY15" fmla="*/ 8559 h 94328"/>
                      <a:gd name="connsiteX16" fmla="*/ 39144 w 59908"/>
                      <a:gd name="connsiteY16" fmla="*/ 14191 h 94328"/>
                      <a:gd name="connsiteX17" fmla="*/ 45415 w 59908"/>
                      <a:gd name="connsiteY17" fmla="*/ 29499 h 94328"/>
                      <a:gd name="connsiteX18" fmla="*/ 39144 w 59908"/>
                      <a:gd name="connsiteY18" fmla="*/ 44788 h 94328"/>
                      <a:gd name="connsiteX19" fmla="*/ 22158 w 59908"/>
                      <a:gd name="connsiteY19" fmla="*/ 50439 h 94328"/>
                      <a:gd name="connsiteX20" fmla="*/ 12137 w 59908"/>
                      <a:gd name="connsiteY20" fmla="*/ 49328 h 94328"/>
                      <a:gd name="connsiteX21" fmla="*/ 1957 w 59908"/>
                      <a:gd name="connsiteY21" fmla="*/ 45858 h 94328"/>
                      <a:gd name="connsiteX22" fmla="*/ 195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57" y="92338"/>
                        </a:moveTo>
                        <a:lnTo>
                          <a:pt x="51130" y="92338"/>
                        </a:lnTo>
                        <a:lnTo>
                          <a:pt x="51130" y="81789"/>
                        </a:lnTo>
                        <a:lnTo>
                          <a:pt x="13427" y="81789"/>
                        </a:lnTo>
                        <a:lnTo>
                          <a:pt x="13427" y="59124"/>
                        </a:lnTo>
                        <a:cubicBezTo>
                          <a:pt x="15239" y="59746"/>
                          <a:pt x="17052" y="60208"/>
                          <a:pt x="18864" y="60512"/>
                        </a:cubicBezTo>
                        <a:cubicBezTo>
                          <a:pt x="20690" y="60816"/>
                          <a:pt x="22515" y="60968"/>
                          <a:pt x="24341" y="60968"/>
                        </a:cubicBezTo>
                        <a:cubicBezTo>
                          <a:pt x="34673" y="60968"/>
                          <a:pt x="42855" y="58139"/>
                          <a:pt x="48888" y="52481"/>
                        </a:cubicBezTo>
                        <a:cubicBezTo>
                          <a:pt x="54933" y="46823"/>
                          <a:pt x="57956" y="39163"/>
                          <a:pt x="57956" y="29499"/>
                        </a:cubicBezTo>
                        <a:cubicBezTo>
                          <a:pt x="57956" y="19545"/>
                          <a:pt x="54854" y="11805"/>
                          <a:pt x="48649" y="6279"/>
                        </a:cubicBezTo>
                        <a:cubicBezTo>
                          <a:pt x="42445" y="766"/>
                          <a:pt x="33700" y="-1990"/>
                          <a:pt x="22416" y="-1990"/>
                        </a:cubicBezTo>
                        <a:cubicBezTo>
                          <a:pt x="18527" y="-1990"/>
                          <a:pt x="14564" y="-1660"/>
                          <a:pt x="10530" y="-999"/>
                        </a:cubicBezTo>
                        <a:cubicBezTo>
                          <a:pt x="6508" y="-338"/>
                          <a:pt x="2347" y="654"/>
                          <a:pt x="-1952" y="1976"/>
                        </a:cubicBezTo>
                        <a:lnTo>
                          <a:pt x="-1952" y="14567"/>
                        </a:lnTo>
                        <a:cubicBezTo>
                          <a:pt x="1765" y="12545"/>
                          <a:pt x="5608" y="11038"/>
                          <a:pt x="9577" y="10046"/>
                        </a:cubicBezTo>
                        <a:cubicBezTo>
                          <a:pt x="13546" y="9055"/>
                          <a:pt x="17739" y="8559"/>
                          <a:pt x="22158" y="8559"/>
                        </a:cubicBezTo>
                        <a:cubicBezTo>
                          <a:pt x="29315" y="8559"/>
                          <a:pt x="34977" y="10436"/>
                          <a:pt x="39144" y="14191"/>
                        </a:cubicBezTo>
                        <a:cubicBezTo>
                          <a:pt x="43325" y="17945"/>
                          <a:pt x="45415" y="23048"/>
                          <a:pt x="45415" y="29499"/>
                        </a:cubicBezTo>
                        <a:cubicBezTo>
                          <a:pt x="45415" y="35937"/>
                          <a:pt x="43325" y="41033"/>
                          <a:pt x="39144" y="44788"/>
                        </a:cubicBezTo>
                        <a:cubicBezTo>
                          <a:pt x="34977" y="48555"/>
                          <a:pt x="29315" y="50439"/>
                          <a:pt x="22158" y="50439"/>
                        </a:cubicBezTo>
                        <a:cubicBezTo>
                          <a:pt x="18811" y="50439"/>
                          <a:pt x="15471" y="50069"/>
                          <a:pt x="12137" y="49328"/>
                        </a:cubicBezTo>
                        <a:cubicBezTo>
                          <a:pt x="8816" y="48588"/>
                          <a:pt x="5423" y="47431"/>
                          <a:pt x="1957" y="45858"/>
                        </a:cubicBezTo>
                        <a:lnTo>
                          <a:pt x="195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14" name="Freeform: Shape 213">
                    <a:extLst>
                      <a:ext uri="{FF2B5EF4-FFF2-40B4-BE49-F238E27FC236}">
                        <a16:creationId xmlns:a16="http://schemas.microsoft.com/office/drawing/2014/main" id="{68395A27-D9B7-7871-059A-FFA0984A3018}"/>
                      </a:ext>
                    </a:extLst>
                  </p:cNvPr>
                  <p:cNvSpPr/>
                  <p:nvPr/>
                </p:nvSpPr>
                <p:spPr>
                  <a:xfrm flipV="1">
                    <a:off x="3863618" y="4959304"/>
                    <a:ext cx="63996" cy="95994"/>
                  </a:xfrm>
                  <a:custGeom>
                    <a:avLst/>
                    <a:gdLst>
                      <a:gd name="connsiteX0" fmla="*/ 30011 w 63996"/>
                      <a:gd name="connsiteY0" fmla="*/ 84047 h 95994"/>
                      <a:gd name="connsiteX1" fmla="*/ 15466 w 63996"/>
                      <a:gd name="connsiteY1" fmla="*/ 74529 h 95994"/>
                      <a:gd name="connsiteX2" fmla="*/ 10604 w 63996"/>
                      <a:gd name="connsiteY2" fmla="*/ 45935 h 95994"/>
                      <a:gd name="connsiteX3" fmla="*/ 15466 w 63996"/>
                      <a:gd name="connsiteY3" fmla="*/ 17401 h 95994"/>
                      <a:gd name="connsiteX4" fmla="*/ 30011 w 63996"/>
                      <a:gd name="connsiteY4" fmla="*/ 7883 h 95994"/>
                      <a:gd name="connsiteX5" fmla="*/ 44616 w 63996"/>
                      <a:gd name="connsiteY5" fmla="*/ 17401 h 95994"/>
                      <a:gd name="connsiteX6" fmla="*/ 49498 w 63996"/>
                      <a:gd name="connsiteY6" fmla="*/ 45935 h 95994"/>
                      <a:gd name="connsiteX7" fmla="*/ 44616 w 63996"/>
                      <a:gd name="connsiteY7" fmla="*/ 74529 h 95994"/>
                      <a:gd name="connsiteX8" fmla="*/ 30011 w 63996"/>
                      <a:gd name="connsiteY8" fmla="*/ 84047 h 95994"/>
                      <a:gd name="connsiteX9" fmla="*/ 30011 w 63996"/>
                      <a:gd name="connsiteY9" fmla="*/ 93962 h 95994"/>
                      <a:gd name="connsiteX10" fmla="*/ 53804 w 63996"/>
                      <a:gd name="connsiteY10" fmla="*/ 81648 h 95994"/>
                      <a:gd name="connsiteX11" fmla="*/ 62019 w 63996"/>
                      <a:gd name="connsiteY11" fmla="*/ 45935 h 95994"/>
                      <a:gd name="connsiteX12" fmla="*/ 53804 w 63996"/>
                      <a:gd name="connsiteY12" fmla="*/ 10262 h 95994"/>
                      <a:gd name="connsiteX13" fmla="*/ 30011 w 63996"/>
                      <a:gd name="connsiteY13" fmla="*/ -2032 h 95994"/>
                      <a:gd name="connsiteX14" fmla="*/ 6239 w 63996"/>
                      <a:gd name="connsiteY14" fmla="*/ 10262 h 95994"/>
                      <a:gd name="connsiteX15" fmla="*/ -1977 w 63996"/>
                      <a:gd name="connsiteY15" fmla="*/ 45935 h 95994"/>
                      <a:gd name="connsiteX16" fmla="*/ 6239 w 63996"/>
                      <a:gd name="connsiteY16" fmla="*/ 81648 h 95994"/>
                      <a:gd name="connsiteX17" fmla="*/ 3001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1" y="84047"/>
                        </a:moveTo>
                        <a:cubicBezTo>
                          <a:pt x="23569" y="84047"/>
                          <a:pt x="18720" y="80875"/>
                          <a:pt x="15466" y="74529"/>
                        </a:cubicBezTo>
                        <a:cubicBezTo>
                          <a:pt x="12225" y="68197"/>
                          <a:pt x="10604" y="58666"/>
                          <a:pt x="10604" y="45935"/>
                        </a:cubicBezTo>
                        <a:cubicBezTo>
                          <a:pt x="10604" y="33258"/>
                          <a:pt x="12225" y="23746"/>
                          <a:pt x="15466" y="17401"/>
                        </a:cubicBezTo>
                        <a:cubicBezTo>
                          <a:pt x="18720" y="11055"/>
                          <a:pt x="23569" y="7883"/>
                          <a:pt x="30011" y="7883"/>
                        </a:cubicBezTo>
                        <a:cubicBezTo>
                          <a:pt x="36507" y="7883"/>
                          <a:pt x="41375" y="11055"/>
                          <a:pt x="44616" y="17401"/>
                        </a:cubicBezTo>
                        <a:cubicBezTo>
                          <a:pt x="47871" y="23746"/>
                          <a:pt x="49498" y="33258"/>
                          <a:pt x="49498" y="45935"/>
                        </a:cubicBezTo>
                        <a:cubicBezTo>
                          <a:pt x="49498" y="58666"/>
                          <a:pt x="47871" y="68197"/>
                          <a:pt x="44616" y="74529"/>
                        </a:cubicBezTo>
                        <a:cubicBezTo>
                          <a:pt x="41375" y="80875"/>
                          <a:pt x="36507" y="84047"/>
                          <a:pt x="30011" y="84047"/>
                        </a:cubicBezTo>
                        <a:close/>
                        <a:moveTo>
                          <a:pt x="30011" y="93962"/>
                        </a:moveTo>
                        <a:cubicBezTo>
                          <a:pt x="40396" y="93962"/>
                          <a:pt x="48327" y="89857"/>
                          <a:pt x="53804" y="81648"/>
                        </a:cubicBezTo>
                        <a:cubicBezTo>
                          <a:pt x="59281" y="73452"/>
                          <a:pt x="62019" y="61548"/>
                          <a:pt x="62019" y="45935"/>
                        </a:cubicBezTo>
                        <a:cubicBezTo>
                          <a:pt x="62019" y="30363"/>
                          <a:pt x="59281" y="18471"/>
                          <a:pt x="53804" y="10262"/>
                        </a:cubicBezTo>
                        <a:cubicBezTo>
                          <a:pt x="48327" y="2066"/>
                          <a:pt x="40396" y="-2032"/>
                          <a:pt x="30011" y="-2032"/>
                        </a:cubicBezTo>
                        <a:cubicBezTo>
                          <a:pt x="19640" y="-2032"/>
                          <a:pt x="11715" y="2066"/>
                          <a:pt x="6239" y="10262"/>
                        </a:cubicBezTo>
                        <a:cubicBezTo>
                          <a:pt x="762" y="18471"/>
                          <a:pt x="-1977" y="30363"/>
                          <a:pt x="-1977" y="45935"/>
                        </a:cubicBezTo>
                        <a:cubicBezTo>
                          <a:pt x="-1977" y="61548"/>
                          <a:pt x="762" y="73452"/>
                          <a:pt x="6239" y="81648"/>
                        </a:cubicBezTo>
                        <a:cubicBezTo>
                          <a:pt x="11715" y="89857"/>
                          <a:pt x="19640" y="93962"/>
                          <a:pt x="3001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15" name="Freeform: Shape 214">
                    <a:extLst>
                      <a:ext uri="{FF2B5EF4-FFF2-40B4-BE49-F238E27FC236}">
                        <a16:creationId xmlns:a16="http://schemas.microsoft.com/office/drawing/2014/main" id="{2C4FE534-0AB5-AE1F-77E0-AFFAC586AE41}"/>
                      </a:ext>
                    </a:extLst>
                  </p:cNvPr>
                  <p:cNvSpPr/>
                  <p:nvPr/>
                </p:nvSpPr>
                <p:spPr>
                  <a:xfrm flipV="1">
                    <a:off x="3944419" y="4959304"/>
                    <a:ext cx="63996" cy="95994"/>
                  </a:xfrm>
                  <a:custGeom>
                    <a:avLst/>
                    <a:gdLst>
                      <a:gd name="connsiteX0" fmla="*/ 30018 w 63996"/>
                      <a:gd name="connsiteY0" fmla="*/ 84047 h 95994"/>
                      <a:gd name="connsiteX1" fmla="*/ 15472 w 63996"/>
                      <a:gd name="connsiteY1" fmla="*/ 74529 h 95994"/>
                      <a:gd name="connsiteX2" fmla="*/ 10611 w 63996"/>
                      <a:gd name="connsiteY2" fmla="*/ 45935 h 95994"/>
                      <a:gd name="connsiteX3" fmla="*/ 15472 w 63996"/>
                      <a:gd name="connsiteY3" fmla="*/ 17401 h 95994"/>
                      <a:gd name="connsiteX4" fmla="*/ 30018 w 63996"/>
                      <a:gd name="connsiteY4" fmla="*/ 7883 h 95994"/>
                      <a:gd name="connsiteX5" fmla="*/ 44623 w 63996"/>
                      <a:gd name="connsiteY5" fmla="*/ 17401 h 95994"/>
                      <a:gd name="connsiteX6" fmla="*/ 49504 w 63996"/>
                      <a:gd name="connsiteY6" fmla="*/ 45935 h 95994"/>
                      <a:gd name="connsiteX7" fmla="*/ 44623 w 63996"/>
                      <a:gd name="connsiteY7" fmla="*/ 74529 h 95994"/>
                      <a:gd name="connsiteX8" fmla="*/ 30018 w 63996"/>
                      <a:gd name="connsiteY8" fmla="*/ 84047 h 95994"/>
                      <a:gd name="connsiteX9" fmla="*/ 30018 w 63996"/>
                      <a:gd name="connsiteY9" fmla="*/ 93962 h 95994"/>
                      <a:gd name="connsiteX10" fmla="*/ 53810 w 63996"/>
                      <a:gd name="connsiteY10" fmla="*/ 81648 h 95994"/>
                      <a:gd name="connsiteX11" fmla="*/ 62026 w 63996"/>
                      <a:gd name="connsiteY11" fmla="*/ 45935 h 95994"/>
                      <a:gd name="connsiteX12" fmla="*/ 53810 w 63996"/>
                      <a:gd name="connsiteY12" fmla="*/ 10262 h 95994"/>
                      <a:gd name="connsiteX13" fmla="*/ 30018 w 63996"/>
                      <a:gd name="connsiteY13" fmla="*/ -2032 h 95994"/>
                      <a:gd name="connsiteX14" fmla="*/ 6245 w 63996"/>
                      <a:gd name="connsiteY14" fmla="*/ 10262 h 95994"/>
                      <a:gd name="connsiteX15" fmla="*/ -1970 w 63996"/>
                      <a:gd name="connsiteY15" fmla="*/ 45935 h 95994"/>
                      <a:gd name="connsiteX16" fmla="*/ 6245 w 63996"/>
                      <a:gd name="connsiteY16" fmla="*/ 81648 h 95994"/>
                      <a:gd name="connsiteX17" fmla="*/ 30018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8" y="84047"/>
                        </a:moveTo>
                        <a:cubicBezTo>
                          <a:pt x="23575" y="84047"/>
                          <a:pt x="18727" y="80875"/>
                          <a:pt x="15472" y="74529"/>
                        </a:cubicBezTo>
                        <a:cubicBezTo>
                          <a:pt x="12231" y="68197"/>
                          <a:pt x="10611" y="58666"/>
                          <a:pt x="10611" y="45935"/>
                        </a:cubicBezTo>
                        <a:cubicBezTo>
                          <a:pt x="10611" y="33258"/>
                          <a:pt x="12231" y="23746"/>
                          <a:pt x="15472" y="17401"/>
                        </a:cubicBezTo>
                        <a:cubicBezTo>
                          <a:pt x="18727" y="11055"/>
                          <a:pt x="23575" y="7883"/>
                          <a:pt x="30018" y="7883"/>
                        </a:cubicBezTo>
                        <a:cubicBezTo>
                          <a:pt x="36513" y="7883"/>
                          <a:pt x="41382" y="11055"/>
                          <a:pt x="44623" y="17401"/>
                        </a:cubicBezTo>
                        <a:cubicBezTo>
                          <a:pt x="47877" y="23746"/>
                          <a:pt x="49504" y="33258"/>
                          <a:pt x="49504" y="45935"/>
                        </a:cubicBezTo>
                        <a:cubicBezTo>
                          <a:pt x="49504" y="58666"/>
                          <a:pt x="47877" y="68197"/>
                          <a:pt x="44623" y="74529"/>
                        </a:cubicBezTo>
                        <a:cubicBezTo>
                          <a:pt x="41382" y="80875"/>
                          <a:pt x="36513" y="84047"/>
                          <a:pt x="30018" y="84047"/>
                        </a:cubicBezTo>
                        <a:close/>
                        <a:moveTo>
                          <a:pt x="30018" y="93962"/>
                        </a:moveTo>
                        <a:cubicBezTo>
                          <a:pt x="40403" y="93962"/>
                          <a:pt x="48334" y="89857"/>
                          <a:pt x="53810" y="81648"/>
                        </a:cubicBezTo>
                        <a:cubicBezTo>
                          <a:pt x="59287" y="73452"/>
                          <a:pt x="62026" y="61548"/>
                          <a:pt x="62026" y="45935"/>
                        </a:cubicBezTo>
                        <a:cubicBezTo>
                          <a:pt x="62026" y="30363"/>
                          <a:pt x="59287" y="18471"/>
                          <a:pt x="53810" y="10262"/>
                        </a:cubicBezTo>
                        <a:cubicBezTo>
                          <a:pt x="48334" y="2066"/>
                          <a:pt x="40403" y="-2032"/>
                          <a:pt x="30018" y="-2032"/>
                        </a:cubicBezTo>
                        <a:cubicBezTo>
                          <a:pt x="19646" y="-2032"/>
                          <a:pt x="11722" y="2066"/>
                          <a:pt x="6245" y="10262"/>
                        </a:cubicBezTo>
                        <a:cubicBezTo>
                          <a:pt x="768" y="18471"/>
                          <a:pt x="-1970" y="30363"/>
                          <a:pt x="-1970" y="45935"/>
                        </a:cubicBezTo>
                        <a:cubicBezTo>
                          <a:pt x="-1970" y="61548"/>
                          <a:pt x="768" y="73452"/>
                          <a:pt x="6245" y="81648"/>
                        </a:cubicBezTo>
                        <a:cubicBezTo>
                          <a:pt x="11722" y="89857"/>
                          <a:pt x="19646" y="93962"/>
                          <a:pt x="30018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16" name="Graphic 200">
                <a:extLst>
                  <a:ext uri="{FF2B5EF4-FFF2-40B4-BE49-F238E27FC236}">
                    <a16:creationId xmlns:a16="http://schemas.microsoft.com/office/drawing/2014/main" id="{42E9BB17-D5F5-D3C9-C522-5247DF8444DD}"/>
                  </a:ext>
                </a:extLst>
              </p:cNvPr>
              <p:cNvGrpSpPr/>
              <p:nvPr/>
            </p:nvGrpSpPr>
            <p:grpSpPr>
              <a:xfrm>
                <a:off x="4352591" y="4868227"/>
                <a:ext cx="224169" cy="187070"/>
                <a:chOff x="435259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217" name="Freeform: Shape 216">
                  <a:extLst>
                    <a:ext uri="{FF2B5EF4-FFF2-40B4-BE49-F238E27FC236}">
                      <a16:creationId xmlns:a16="http://schemas.microsoft.com/office/drawing/2014/main" id="{B2272549-39D5-18B0-5555-049CF0DAA0C0}"/>
                    </a:ext>
                  </a:extLst>
                </p:cNvPr>
                <p:cNvSpPr/>
                <p:nvPr/>
              </p:nvSpPr>
              <p:spPr>
                <a:xfrm>
                  <a:off x="4463994" y="4868227"/>
                  <a:ext cx="12700" cy="44417"/>
                </a:xfrm>
                <a:custGeom>
                  <a:avLst/>
                  <a:gdLst>
                    <a:gd name="connsiteX0" fmla="*/ 102 w 12700"/>
                    <a:gd name="connsiteY0" fmla="*/ 286 h 44417"/>
                    <a:gd name="connsiteX1" fmla="*/ 10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02" y="286"/>
                      </a:moveTo>
                      <a:lnTo>
                        <a:pt x="10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18" name="Graphic 200">
                  <a:extLst>
                    <a:ext uri="{FF2B5EF4-FFF2-40B4-BE49-F238E27FC236}">
                      <a16:creationId xmlns:a16="http://schemas.microsoft.com/office/drawing/2014/main" id="{4E1DAE43-AF33-32F7-E570-D4760EFCDCB1}"/>
                    </a:ext>
                  </a:extLst>
                </p:cNvPr>
                <p:cNvGrpSpPr/>
                <p:nvPr/>
              </p:nvGrpSpPr>
              <p:grpSpPr>
                <a:xfrm>
                  <a:off x="4352591" y="4959304"/>
                  <a:ext cx="224169" cy="95994"/>
                  <a:chOff x="435259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219" name="Freeform: Shape 218">
                    <a:extLst>
                      <a:ext uri="{FF2B5EF4-FFF2-40B4-BE49-F238E27FC236}">
                        <a16:creationId xmlns:a16="http://schemas.microsoft.com/office/drawing/2014/main" id="{5339D3C0-6F38-3E52-58E7-7560213C6813}"/>
                      </a:ext>
                    </a:extLst>
                  </p:cNvPr>
                  <p:cNvSpPr/>
                  <p:nvPr/>
                </p:nvSpPr>
                <p:spPr>
                  <a:xfrm flipV="1">
                    <a:off x="4352591" y="4960969"/>
                    <a:ext cx="59908" cy="94328"/>
                  </a:xfrm>
                  <a:custGeom>
                    <a:avLst/>
                    <a:gdLst>
                      <a:gd name="connsiteX0" fmla="*/ 2002 w 59908"/>
                      <a:gd name="connsiteY0" fmla="*/ 92338 h 94328"/>
                      <a:gd name="connsiteX1" fmla="*/ 51175 w 59908"/>
                      <a:gd name="connsiteY1" fmla="*/ 92338 h 94328"/>
                      <a:gd name="connsiteX2" fmla="*/ 51175 w 59908"/>
                      <a:gd name="connsiteY2" fmla="*/ 81789 h 94328"/>
                      <a:gd name="connsiteX3" fmla="*/ 13471 w 59908"/>
                      <a:gd name="connsiteY3" fmla="*/ 81789 h 94328"/>
                      <a:gd name="connsiteX4" fmla="*/ 13471 w 59908"/>
                      <a:gd name="connsiteY4" fmla="*/ 59124 h 94328"/>
                      <a:gd name="connsiteX5" fmla="*/ 18909 w 59908"/>
                      <a:gd name="connsiteY5" fmla="*/ 60512 h 94328"/>
                      <a:gd name="connsiteX6" fmla="*/ 24386 w 59908"/>
                      <a:gd name="connsiteY6" fmla="*/ 60968 h 94328"/>
                      <a:gd name="connsiteX7" fmla="*/ 48932 w 59908"/>
                      <a:gd name="connsiteY7" fmla="*/ 52481 h 94328"/>
                      <a:gd name="connsiteX8" fmla="*/ 58001 w 59908"/>
                      <a:gd name="connsiteY8" fmla="*/ 29499 h 94328"/>
                      <a:gd name="connsiteX9" fmla="*/ 48694 w 59908"/>
                      <a:gd name="connsiteY9" fmla="*/ 6279 h 94328"/>
                      <a:gd name="connsiteX10" fmla="*/ 22461 w 59908"/>
                      <a:gd name="connsiteY10" fmla="*/ -1990 h 94328"/>
                      <a:gd name="connsiteX11" fmla="*/ 10574 w 59908"/>
                      <a:gd name="connsiteY11" fmla="*/ -999 h 94328"/>
                      <a:gd name="connsiteX12" fmla="*/ -1907 w 59908"/>
                      <a:gd name="connsiteY12" fmla="*/ 1976 h 94328"/>
                      <a:gd name="connsiteX13" fmla="*/ -1907 w 59908"/>
                      <a:gd name="connsiteY13" fmla="*/ 14567 h 94328"/>
                      <a:gd name="connsiteX14" fmla="*/ 9622 w 59908"/>
                      <a:gd name="connsiteY14" fmla="*/ 10046 h 94328"/>
                      <a:gd name="connsiteX15" fmla="*/ 22203 w 59908"/>
                      <a:gd name="connsiteY15" fmla="*/ 8559 h 94328"/>
                      <a:gd name="connsiteX16" fmla="*/ 39189 w 59908"/>
                      <a:gd name="connsiteY16" fmla="*/ 14191 h 94328"/>
                      <a:gd name="connsiteX17" fmla="*/ 45460 w 59908"/>
                      <a:gd name="connsiteY17" fmla="*/ 29499 h 94328"/>
                      <a:gd name="connsiteX18" fmla="*/ 39189 w 59908"/>
                      <a:gd name="connsiteY18" fmla="*/ 44788 h 94328"/>
                      <a:gd name="connsiteX19" fmla="*/ 22203 w 59908"/>
                      <a:gd name="connsiteY19" fmla="*/ 50439 h 94328"/>
                      <a:gd name="connsiteX20" fmla="*/ 12182 w 59908"/>
                      <a:gd name="connsiteY20" fmla="*/ 49328 h 94328"/>
                      <a:gd name="connsiteX21" fmla="*/ 2002 w 59908"/>
                      <a:gd name="connsiteY21" fmla="*/ 45858 h 94328"/>
                      <a:gd name="connsiteX22" fmla="*/ 2002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02" y="92338"/>
                        </a:moveTo>
                        <a:lnTo>
                          <a:pt x="51175" y="92338"/>
                        </a:lnTo>
                        <a:lnTo>
                          <a:pt x="51175" y="81789"/>
                        </a:lnTo>
                        <a:lnTo>
                          <a:pt x="13471" y="81789"/>
                        </a:lnTo>
                        <a:lnTo>
                          <a:pt x="13471" y="59124"/>
                        </a:lnTo>
                        <a:cubicBezTo>
                          <a:pt x="15284" y="59746"/>
                          <a:pt x="17096" y="60208"/>
                          <a:pt x="18909" y="60512"/>
                        </a:cubicBezTo>
                        <a:cubicBezTo>
                          <a:pt x="20734" y="60816"/>
                          <a:pt x="22560" y="60968"/>
                          <a:pt x="24386" y="60968"/>
                        </a:cubicBezTo>
                        <a:cubicBezTo>
                          <a:pt x="34718" y="60968"/>
                          <a:pt x="42900" y="58139"/>
                          <a:pt x="48932" y="52481"/>
                        </a:cubicBezTo>
                        <a:cubicBezTo>
                          <a:pt x="54978" y="46823"/>
                          <a:pt x="58001" y="39163"/>
                          <a:pt x="58001" y="29499"/>
                        </a:cubicBezTo>
                        <a:cubicBezTo>
                          <a:pt x="58001" y="19545"/>
                          <a:pt x="54899" y="11805"/>
                          <a:pt x="48694" y="6279"/>
                        </a:cubicBezTo>
                        <a:cubicBezTo>
                          <a:pt x="42490" y="766"/>
                          <a:pt x="33745" y="-1990"/>
                          <a:pt x="22461" y="-1990"/>
                        </a:cubicBezTo>
                        <a:cubicBezTo>
                          <a:pt x="18571" y="-1990"/>
                          <a:pt x="14609" y="-1660"/>
                          <a:pt x="10574" y="-999"/>
                        </a:cubicBezTo>
                        <a:cubicBezTo>
                          <a:pt x="6553" y="-338"/>
                          <a:pt x="2392" y="654"/>
                          <a:pt x="-1907" y="1976"/>
                        </a:cubicBezTo>
                        <a:lnTo>
                          <a:pt x="-1907" y="14567"/>
                        </a:lnTo>
                        <a:cubicBezTo>
                          <a:pt x="1810" y="12545"/>
                          <a:pt x="5653" y="11038"/>
                          <a:pt x="9622" y="10046"/>
                        </a:cubicBezTo>
                        <a:cubicBezTo>
                          <a:pt x="13591" y="9055"/>
                          <a:pt x="17784" y="8559"/>
                          <a:pt x="22203" y="8559"/>
                        </a:cubicBezTo>
                        <a:cubicBezTo>
                          <a:pt x="29360" y="8559"/>
                          <a:pt x="35022" y="10436"/>
                          <a:pt x="39189" y="14191"/>
                        </a:cubicBezTo>
                        <a:cubicBezTo>
                          <a:pt x="43369" y="17945"/>
                          <a:pt x="45460" y="23048"/>
                          <a:pt x="45460" y="29499"/>
                        </a:cubicBezTo>
                        <a:cubicBezTo>
                          <a:pt x="45460" y="35937"/>
                          <a:pt x="43369" y="41033"/>
                          <a:pt x="39189" y="44788"/>
                        </a:cubicBezTo>
                        <a:cubicBezTo>
                          <a:pt x="35022" y="48555"/>
                          <a:pt x="29360" y="50439"/>
                          <a:pt x="22203" y="50439"/>
                        </a:cubicBezTo>
                        <a:cubicBezTo>
                          <a:pt x="18856" y="50439"/>
                          <a:pt x="15515" y="50069"/>
                          <a:pt x="12182" y="49328"/>
                        </a:cubicBezTo>
                        <a:cubicBezTo>
                          <a:pt x="8861" y="48588"/>
                          <a:pt x="5468" y="47431"/>
                          <a:pt x="2002" y="45858"/>
                        </a:cubicBezTo>
                        <a:lnTo>
                          <a:pt x="200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0" name="Freeform: Shape 219">
                    <a:extLst>
                      <a:ext uri="{FF2B5EF4-FFF2-40B4-BE49-F238E27FC236}">
                        <a16:creationId xmlns:a16="http://schemas.microsoft.com/office/drawing/2014/main" id="{9B1EFBDA-9822-197E-03C2-AC2A8FC5B552}"/>
                      </a:ext>
                    </a:extLst>
                  </p:cNvPr>
                  <p:cNvSpPr/>
                  <p:nvPr/>
                </p:nvSpPr>
                <p:spPr>
                  <a:xfrm flipV="1">
                    <a:off x="4437539" y="4960969"/>
                    <a:ext cx="55125" cy="92524"/>
                  </a:xfrm>
                  <a:custGeom>
                    <a:avLst/>
                    <a:gdLst>
                      <a:gd name="connsiteX0" fmla="*/ -184 w 55125"/>
                      <a:gd name="connsiteY0" fmla="*/ 8494 h 92524"/>
                      <a:gd name="connsiteX1" fmla="*/ 20275 w 55125"/>
                      <a:gd name="connsiteY1" fmla="*/ 8494 h 92524"/>
                      <a:gd name="connsiteX2" fmla="*/ 20275 w 55125"/>
                      <a:gd name="connsiteY2" fmla="*/ 79086 h 92524"/>
                      <a:gd name="connsiteX3" fmla="*/ -1989 w 55125"/>
                      <a:gd name="connsiteY3" fmla="*/ 74625 h 92524"/>
                      <a:gd name="connsiteX4" fmla="*/ -1989 w 55125"/>
                      <a:gd name="connsiteY4" fmla="*/ 86027 h 92524"/>
                      <a:gd name="connsiteX5" fmla="*/ 20156 w 55125"/>
                      <a:gd name="connsiteY5" fmla="*/ 90488 h 92524"/>
                      <a:gd name="connsiteX6" fmla="*/ 32678 w 55125"/>
                      <a:gd name="connsiteY6" fmla="*/ 90488 h 92524"/>
                      <a:gd name="connsiteX7" fmla="*/ 32678 w 55125"/>
                      <a:gd name="connsiteY7" fmla="*/ 8494 h 92524"/>
                      <a:gd name="connsiteX8" fmla="*/ 53137 w 55125"/>
                      <a:gd name="connsiteY8" fmla="*/ 8494 h 92524"/>
                      <a:gd name="connsiteX9" fmla="*/ 53137 w 55125"/>
                      <a:gd name="connsiteY9" fmla="*/ -2036 h 92524"/>
                      <a:gd name="connsiteX10" fmla="*/ -184 w 55125"/>
                      <a:gd name="connsiteY10" fmla="*/ -2036 h 92524"/>
                      <a:gd name="connsiteX11" fmla="*/ -184 w 55125"/>
                      <a:gd name="connsiteY11" fmla="*/ 8494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184" y="8494"/>
                        </a:moveTo>
                        <a:lnTo>
                          <a:pt x="20275" y="8494"/>
                        </a:lnTo>
                        <a:lnTo>
                          <a:pt x="20275" y="79086"/>
                        </a:lnTo>
                        <a:lnTo>
                          <a:pt x="-1989" y="74625"/>
                        </a:lnTo>
                        <a:lnTo>
                          <a:pt x="-1989" y="86027"/>
                        </a:lnTo>
                        <a:lnTo>
                          <a:pt x="20156" y="90488"/>
                        </a:lnTo>
                        <a:lnTo>
                          <a:pt x="32678" y="90488"/>
                        </a:lnTo>
                        <a:lnTo>
                          <a:pt x="32678" y="8494"/>
                        </a:lnTo>
                        <a:lnTo>
                          <a:pt x="53137" y="8494"/>
                        </a:lnTo>
                        <a:lnTo>
                          <a:pt x="53137" y="-2036"/>
                        </a:lnTo>
                        <a:lnTo>
                          <a:pt x="-184" y="-2036"/>
                        </a:lnTo>
                        <a:lnTo>
                          <a:pt x="-184" y="84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1" name="Freeform: Shape 220">
                    <a:extLst>
                      <a:ext uri="{FF2B5EF4-FFF2-40B4-BE49-F238E27FC236}">
                        <a16:creationId xmlns:a16="http://schemas.microsoft.com/office/drawing/2014/main" id="{AE46BBB4-FE7A-45A3-D001-35CF0BD2A9BF}"/>
                      </a:ext>
                    </a:extLst>
                  </p:cNvPr>
                  <p:cNvSpPr/>
                  <p:nvPr/>
                </p:nvSpPr>
                <p:spPr>
                  <a:xfrm flipV="1">
                    <a:off x="4512765" y="4959304"/>
                    <a:ext cx="63996" cy="95994"/>
                  </a:xfrm>
                  <a:custGeom>
                    <a:avLst/>
                    <a:gdLst>
                      <a:gd name="connsiteX0" fmla="*/ 30062 w 63996"/>
                      <a:gd name="connsiteY0" fmla="*/ 84047 h 95994"/>
                      <a:gd name="connsiteX1" fmla="*/ 15517 w 63996"/>
                      <a:gd name="connsiteY1" fmla="*/ 74529 h 95994"/>
                      <a:gd name="connsiteX2" fmla="*/ 10655 w 63996"/>
                      <a:gd name="connsiteY2" fmla="*/ 45935 h 95994"/>
                      <a:gd name="connsiteX3" fmla="*/ 15517 w 63996"/>
                      <a:gd name="connsiteY3" fmla="*/ 17401 h 95994"/>
                      <a:gd name="connsiteX4" fmla="*/ 30062 w 63996"/>
                      <a:gd name="connsiteY4" fmla="*/ 7883 h 95994"/>
                      <a:gd name="connsiteX5" fmla="*/ 44667 w 63996"/>
                      <a:gd name="connsiteY5" fmla="*/ 17401 h 95994"/>
                      <a:gd name="connsiteX6" fmla="*/ 49549 w 63996"/>
                      <a:gd name="connsiteY6" fmla="*/ 45935 h 95994"/>
                      <a:gd name="connsiteX7" fmla="*/ 44667 w 63996"/>
                      <a:gd name="connsiteY7" fmla="*/ 74529 h 95994"/>
                      <a:gd name="connsiteX8" fmla="*/ 30062 w 63996"/>
                      <a:gd name="connsiteY8" fmla="*/ 84047 h 95994"/>
                      <a:gd name="connsiteX9" fmla="*/ 30062 w 63996"/>
                      <a:gd name="connsiteY9" fmla="*/ 93962 h 95994"/>
                      <a:gd name="connsiteX10" fmla="*/ 53855 w 63996"/>
                      <a:gd name="connsiteY10" fmla="*/ 81648 h 95994"/>
                      <a:gd name="connsiteX11" fmla="*/ 62070 w 63996"/>
                      <a:gd name="connsiteY11" fmla="*/ 45935 h 95994"/>
                      <a:gd name="connsiteX12" fmla="*/ 53855 w 63996"/>
                      <a:gd name="connsiteY12" fmla="*/ 10262 h 95994"/>
                      <a:gd name="connsiteX13" fmla="*/ 30062 w 63996"/>
                      <a:gd name="connsiteY13" fmla="*/ -2032 h 95994"/>
                      <a:gd name="connsiteX14" fmla="*/ 6290 w 63996"/>
                      <a:gd name="connsiteY14" fmla="*/ 10262 h 95994"/>
                      <a:gd name="connsiteX15" fmla="*/ -1926 w 63996"/>
                      <a:gd name="connsiteY15" fmla="*/ 45935 h 95994"/>
                      <a:gd name="connsiteX16" fmla="*/ 6290 w 63996"/>
                      <a:gd name="connsiteY16" fmla="*/ 81648 h 95994"/>
                      <a:gd name="connsiteX17" fmla="*/ 3006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62" y="84047"/>
                        </a:moveTo>
                        <a:cubicBezTo>
                          <a:pt x="23620" y="84047"/>
                          <a:pt x="18771" y="80875"/>
                          <a:pt x="15517" y="74529"/>
                        </a:cubicBezTo>
                        <a:cubicBezTo>
                          <a:pt x="12276" y="68197"/>
                          <a:pt x="10655" y="58666"/>
                          <a:pt x="10655" y="45935"/>
                        </a:cubicBezTo>
                        <a:cubicBezTo>
                          <a:pt x="10655" y="33258"/>
                          <a:pt x="12276" y="23746"/>
                          <a:pt x="15517" y="17401"/>
                        </a:cubicBezTo>
                        <a:cubicBezTo>
                          <a:pt x="18771" y="11055"/>
                          <a:pt x="23620" y="7883"/>
                          <a:pt x="30062" y="7883"/>
                        </a:cubicBezTo>
                        <a:cubicBezTo>
                          <a:pt x="36558" y="7883"/>
                          <a:pt x="41426" y="11055"/>
                          <a:pt x="44667" y="17401"/>
                        </a:cubicBezTo>
                        <a:cubicBezTo>
                          <a:pt x="47922" y="23746"/>
                          <a:pt x="49549" y="33258"/>
                          <a:pt x="49549" y="45935"/>
                        </a:cubicBezTo>
                        <a:cubicBezTo>
                          <a:pt x="49549" y="58666"/>
                          <a:pt x="47922" y="68197"/>
                          <a:pt x="44667" y="74529"/>
                        </a:cubicBezTo>
                        <a:cubicBezTo>
                          <a:pt x="41426" y="80875"/>
                          <a:pt x="36558" y="84047"/>
                          <a:pt x="30062" y="84047"/>
                        </a:cubicBezTo>
                        <a:close/>
                        <a:moveTo>
                          <a:pt x="30062" y="93962"/>
                        </a:moveTo>
                        <a:cubicBezTo>
                          <a:pt x="40447" y="93962"/>
                          <a:pt x="48378" y="89857"/>
                          <a:pt x="53855" y="81648"/>
                        </a:cubicBezTo>
                        <a:cubicBezTo>
                          <a:pt x="59332" y="73452"/>
                          <a:pt x="62070" y="61548"/>
                          <a:pt x="62070" y="45935"/>
                        </a:cubicBezTo>
                        <a:cubicBezTo>
                          <a:pt x="62070" y="30363"/>
                          <a:pt x="59332" y="18471"/>
                          <a:pt x="53855" y="10262"/>
                        </a:cubicBezTo>
                        <a:cubicBezTo>
                          <a:pt x="48378" y="2066"/>
                          <a:pt x="40447" y="-2032"/>
                          <a:pt x="30062" y="-2032"/>
                        </a:cubicBezTo>
                        <a:cubicBezTo>
                          <a:pt x="19691" y="-2032"/>
                          <a:pt x="11767" y="2066"/>
                          <a:pt x="6290" y="10262"/>
                        </a:cubicBezTo>
                        <a:cubicBezTo>
                          <a:pt x="813" y="18471"/>
                          <a:pt x="-1926" y="30363"/>
                          <a:pt x="-1926" y="45935"/>
                        </a:cubicBezTo>
                        <a:cubicBezTo>
                          <a:pt x="-1926" y="61548"/>
                          <a:pt x="813" y="73452"/>
                          <a:pt x="6290" y="81648"/>
                        </a:cubicBezTo>
                        <a:cubicBezTo>
                          <a:pt x="11767" y="89857"/>
                          <a:pt x="19691" y="93962"/>
                          <a:pt x="3006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22" name="Graphic 200">
                <a:extLst>
                  <a:ext uri="{FF2B5EF4-FFF2-40B4-BE49-F238E27FC236}">
                    <a16:creationId xmlns:a16="http://schemas.microsoft.com/office/drawing/2014/main" id="{9E071C76-04F1-2E9E-C982-4ED6DE6929AD}"/>
                  </a:ext>
                </a:extLst>
              </p:cNvPr>
              <p:cNvGrpSpPr/>
              <p:nvPr/>
            </p:nvGrpSpPr>
            <p:grpSpPr>
              <a:xfrm>
                <a:off x="4920936" y="4868227"/>
                <a:ext cx="224169" cy="187070"/>
                <a:chOff x="4920936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223" name="Freeform: Shape 222">
                  <a:extLst>
                    <a:ext uri="{FF2B5EF4-FFF2-40B4-BE49-F238E27FC236}">
                      <a16:creationId xmlns:a16="http://schemas.microsoft.com/office/drawing/2014/main" id="{5B811770-57C8-AFD8-0469-FFDD1514638E}"/>
                    </a:ext>
                  </a:extLst>
                </p:cNvPr>
                <p:cNvSpPr/>
                <p:nvPr/>
              </p:nvSpPr>
              <p:spPr>
                <a:xfrm>
                  <a:off x="5032339" y="4868227"/>
                  <a:ext cx="12700" cy="44417"/>
                </a:xfrm>
                <a:custGeom>
                  <a:avLst/>
                  <a:gdLst>
                    <a:gd name="connsiteX0" fmla="*/ 147 w 12700"/>
                    <a:gd name="connsiteY0" fmla="*/ 286 h 44417"/>
                    <a:gd name="connsiteX1" fmla="*/ 14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47" y="286"/>
                      </a:moveTo>
                      <a:lnTo>
                        <a:pt x="14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24" name="Graphic 200">
                  <a:extLst>
                    <a:ext uri="{FF2B5EF4-FFF2-40B4-BE49-F238E27FC236}">
                      <a16:creationId xmlns:a16="http://schemas.microsoft.com/office/drawing/2014/main" id="{89210526-28C8-3B96-E0B6-6ED4DFE55B24}"/>
                    </a:ext>
                  </a:extLst>
                </p:cNvPr>
                <p:cNvGrpSpPr/>
                <p:nvPr/>
              </p:nvGrpSpPr>
              <p:grpSpPr>
                <a:xfrm>
                  <a:off x="4920936" y="4959304"/>
                  <a:ext cx="224169" cy="95994"/>
                  <a:chOff x="4920936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225" name="Freeform: Shape 224">
                    <a:extLst>
                      <a:ext uri="{FF2B5EF4-FFF2-40B4-BE49-F238E27FC236}">
                        <a16:creationId xmlns:a16="http://schemas.microsoft.com/office/drawing/2014/main" id="{724F3EC1-74B7-8909-84EA-DF4A572DA7EB}"/>
                      </a:ext>
                    </a:extLst>
                  </p:cNvPr>
                  <p:cNvSpPr/>
                  <p:nvPr/>
                </p:nvSpPr>
                <p:spPr>
                  <a:xfrm flipV="1">
                    <a:off x="4920936" y="4960969"/>
                    <a:ext cx="59908" cy="94328"/>
                  </a:xfrm>
                  <a:custGeom>
                    <a:avLst/>
                    <a:gdLst>
                      <a:gd name="connsiteX0" fmla="*/ 2047 w 59908"/>
                      <a:gd name="connsiteY0" fmla="*/ 92338 h 94328"/>
                      <a:gd name="connsiteX1" fmla="*/ 51219 w 59908"/>
                      <a:gd name="connsiteY1" fmla="*/ 92338 h 94328"/>
                      <a:gd name="connsiteX2" fmla="*/ 51219 w 59908"/>
                      <a:gd name="connsiteY2" fmla="*/ 81789 h 94328"/>
                      <a:gd name="connsiteX3" fmla="*/ 13516 w 59908"/>
                      <a:gd name="connsiteY3" fmla="*/ 81789 h 94328"/>
                      <a:gd name="connsiteX4" fmla="*/ 13516 w 59908"/>
                      <a:gd name="connsiteY4" fmla="*/ 59124 h 94328"/>
                      <a:gd name="connsiteX5" fmla="*/ 18953 w 59908"/>
                      <a:gd name="connsiteY5" fmla="*/ 60512 h 94328"/>
                      <a:gd name="connsiteX6" fmla="*/ 24430 w 59908"/>
                      <a:gd name="connsiteY6" fmla="*/ 60968 h 94328"/>
                      <a:gd name="connsiteX7" fmla="*/ 48977 w 59908"/>
                      <a:gd name="connsiteY7" fmla="*/ 52481 h 94328"/>
                      <a:gd name="connsiteX8" fmla="*/ 58046 w 59908"/>
                      <a:gd name="connsiteY8" fmla="*/ 29499 h 94328"/>
                      <a:gd name="connsiteX9" fmla="*/ 48739 w 59908"/>
                      <a:gd name="connsiteY9" fmla="*/ 6279 h 94328"/>
                      <a:gd name="connsiteX10" fmla="*/ 22505 w 59908"/>
                      <a:gd name="connsiteY10" fmla="*/ -1990 h 94328"/>
                      <a:gd name="connsiteX11" fmla="*/ 10619 w 59908"/>
                      <a:gd name="connsiteY11" fmla="*/ -999 h 94328"/>
                      <a:gd name="connsiteX12" fmla="*/ -1863 w 59908"/>
                      <a:gd name="connsiteY12" fmla="*/ 1976 h 94328"/>
                      <a:gd name="connsiteX13" fmla="*/ -1863 w 59908"/>
                      <a:gd name="connsiteY13" fmla="*/ 14567 h 94328"/>
                      <a:gd name="connsiteX14" fmla="*/ 9667 w 59908"/>
                      <a:gd name="connsiteY14" fmla="*/ 10046 h 94328"/>
                      <a:gd name="connsiteX15" fmla="*/ 22247 w 59908"/>
                      <a:gd name="connsiteY15" fmla="*/ 8559 h 94328"/>
                      <a:gd name="connsiteX16" fmla="*/ 39234 w 59908"/>
                      <a:gd name="connsiteY16" fmla="*/ 14191 h 94328"/>
                      <a:gd name="connsiteX17" fmla="*/ 45504 w 59908"/>
                      <a:gd name="connsiteY17" fmla="*/ 29499 h 94328"/>
                      <a:gd name="connsiteX18" fmla="*/ 39234 w 59908"/>
                      <a:gd name="connsiteY18" fmla="*/ 44788 h 94328"/>
                      <a:gd name="connsiteX19" fmla="*/ 22247 w 59908"/>
                      <a:gd name="connsiteY19" fmla="*/ 50439 h 94328"/>
                      <a:gd name="connsiteX20" fmla="*/ 12226 w 59908"/>
                      <a:gd name="connsiteY20" fmla="*/ 49328 h 94328"/>
                      <a:gd name="connsiteX21" fmla="*/ 2047 w 59908"/>
                      <a:gd name="connsiteY21" fmla="*/ 45858 h 94328"/>
                      <a:gd name="connsiteX22" fmla="*/ 204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47" y="92338"/>
                        </a:moveTo>
                        <a:lnTo>
                          <a:pt x="51219" y="92338"/>
                        </a:lnTo>
                        <a:lnTo>
                          <a:pt x="51219" y="81789"/>
                        </a:lnTo>
                        <a:lnTo>
                          <a:pt x="13516" y="81789"/>
                        </a:lnTo>
                        <a:lnTo>
                          <a:pt x="13516" y="59124"/>
                        </a:lnTo>
                        <a:cubicBezTo>
                          <a:pt x="15329" y="59746"/>
                          <a:pt x="17141" y="60208"/>
                          <a:pt x="18953" y="60512"/>
                        </a:cubicBezTo>
                        <a:cubicBezTo>
                          <a:pt x="20779" y="60816"/>
                          <a:pt x="22605" y="60968"/>
                          <a:pt x="24430" y="60968"/>
                        </a:cubicBezTo>
                        <a:cubicBezTo>
                          <a:pt x="34762" y="60968"/>
                          <a:pt x="42945" y="58139"/>
                          <a:pt x="48977" y="52481"/>
                        </a:cubicBezTo>
                        <a:cubicBezTo>
                          <a:pt x="55023" y="46823"/>
                          <a:pt x="58046" y="39163"/>
                          <a:pt x="58046" y="29499"/>
                        </a:cubicBezTo>
                        <a:cubicBezTo>
                          <a:pt x="58046" y="19545"/>
                          <a:pt x="54943" y="11805"/>
                          <a:pt x="48739" y="6279"/>
                        </a:cubicBezTo>
                        <a:cubicBezTo>
                          <a:pt x="42534" y="766"/>
                          <a:pt x="33790" y="-1990"/>
                          <a:pt x="22505" y="-1990"/>
                        </a:cubicBezTo>
                        <a:cubicBezTo>
                          <a:pt x="18616" y="-1990"/>
                          <a:pt x="14654" y="-1660"/>
                          <a:pt x="10619" y="-999"/>
                        </a:cubicBezTo>
                        <a:cubicBezTo>
                          <a:pt x="6597" y="-338"/>
                          <a:pt x="2437" y="654"/>
                          <a:pt x="-1863" y="1976"/>
                        </a:cubicBezTo>
                        <a:lnTo>
                          <a:pt x="-1863" y="14567"/>
                        </a:lnTo>
                        <a:cubicBezTo>
                          <a:pt x="1855" y="12545"/>
                          <a:pt x="5698" y="11038"/>
                          <a:pt x="9667" y="10046"/>
                        </a:cubicBezTo>
                        <a:cubicBezTo>
                          <a:pt x="13635" y="9055"/>
                          <a:pt x="17829" y="8559"/>
                          <a:pt x="22247" y="8559"/>
                        </a:cubicBezTo>
                        <a:cubicBezTo>
                          <a:pt x="29404" y="8559"/>
                          <a:pt x="35067" y="10436"/>
                          <a:pt x="39234" y="14191"/>
                        </a:cubicBezTo>
                        <a:cubicBezTo>
                          <a:pt x="43414" y="17945"/>
                          <a:pt x="45504" y="23048"/>
                          <a:pt x="45504" y="29499"/>
                        </a:cubicBezTo>
                        <a:cubicBezTo>
                          <a:pt x="45504" y="35937"/>
                          <a:pt x="43414" y="41033"/>
                          <a:pt x="39234" y="44788"/>
                        </a:cubicBezTo>
                        <a:cubicBezTo>
                          <a:pt x="35067" y="48555"/>
                          <a:pt x="29404" y="50439"/>
                          <a:pt x="22247" y="50439"/>
                        </a:cubicBezTo>
                        <a:cubicBezTo>
                          <a:pt x="18901" y="50439"/>
                          <a:pt x="15560" y="50069"/>
                          <a:pt x="12226" y="49328"/>
                        </a:cubicBezTo>
                        <a:cubicBezTo>
                          <a:pt x="8906" y="48588"/>
                          <a:pt x="5513" y="47431"/>
                          <a:pt x="2047" y="45858"/>
                        </a:cubicBezTo>
                        <a:lnTo>
                          <a:pt x="204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6" name="Freeform: Shape 225">
                    <a:extLst>
                      <a:ext uri="{FF2B5EF4-FFF2-40B4-BE49-F238E27FC236}">
                        <a16:creationId xmlns:a16="http://schemas.microsoft.com/office/drawing/2014/main" id="{A37942D8-2B76-1F5E-4738-9CA88CCDFE1C}"/>
                      </a:ext>
                    </a:extLst>
                  </p:cNvPr>
                  <p:cNvSpPr/>
                  <p:nvPr/>
                </p:nvSpPr>
                <p:spPr>
                  <a:xfrm flipV="1">
                    <a:off x="5001241" y="4959304"/>
                    <a:ext cx="58777" cy="94189"/>
                  </a:xfrm>
                  <a:custGeom>
                    <a:avLst/>
                    <a:gdLst>
                      <a:gd name="connsiteX0" fmla="*/ 13259 w 58777"/>
                      <a:gd name="connsiteY0" fmla="*/ 8452 h 94189"/>
                      <a:gd name="connsiteX1" fmla="*/ 56974 w 58777"/>
                      <a:gd name="connsiteY1" fmla="*/ 8452 h 94189"/>
                      <a:gd name="connsiteX2" fmla="*/ 56974 w 58777"/>
                      <a:gd name="connsiteY2" fmla="*/ -2078 h 94189"/>
                      <a:gd name="connsiteX3" fmla="*/ -1803 w 58777"/>
                      <a:gd name="connsiteY3" fmla="*/ -2078 h 94189"/>
                      <a:gd name="connsiteX4" fmla="*/ -1803 w 58777"/>
                      <a:gd name="connsiteY4" fmla="*/ 8452 h 94189"/>
                      <a:gd name="connsiteX5" fmla="*/ 17624 w 58777"/>
                      <a:gd name="connsiteY5" fmla="*/ 28241 h 94189"/>
                      <a:gd name="connsiteX6" fmla="*/ 33102 w 58777"/>
                      <a:gd name="connsiteY6" fmla="*/ 44283 h 94189"/>
                      <a:gd name="connsiteX7" fmla="*/ 41496 w 58777"/>
                      <a:gd name="connsiteY7" fmla="*/ 55705 h 94189"/>
                      <a:gd name="connsiteX8" fmla="*/ 43897 w 58777"/>
                      <a:gd name="connsiteY8" fmla="*/ 64906 h 94189"/>
                      <a:gd name="connsiteX9" fmla="*/ 38718 w 58777"/>
                      <a:gd name="connsiteY9" fmla="*/ 76923 h 94189"/>
                      <a:gd name="connsiteX10" fmla="*/ 25224 w 58777"/>
                      <a:gd name="connsiteY10" fmla="*/ 81583 h 94189"/>
                      <a:gd name="connsiteX11" fmla="*/ 12782 w 58777"/>
                      <a:gd name="connsiteY11" fmla="*/ 79540 h 94189"/>
                      <a:gd name="connsiteX12" fmla="*/ -1188 w 58777"/>
                      <a:gd name="connsiteY12" fmla="*/ 73334 h 94189"/>
                      <a:gd name="connsiteX13" fmla="*/ -1188 w 58777"/>
                      <a:gd name="connsiteY13" fmla="*/ 85985 h 94189"/>
                      <a:gd name="connsiteX14" fmla="*/ 12941 w 58777"/>
                      <a:gd name="connsiteY14" fmla="*/ 90565 h 94189"/>
                      <a:gd name="connsiteX15" fmla="*/ 24986 w 58777"/>
                      <a:gd name="connsiteY15" fmla="*/ 92112 h 94189"/>
                      <a:gd name="connsiteX16" fmla="*/ 47926 w 58777"/>
                      <a:gd name="connsiteY16" fmla="*/ 84914 h 94189"/>
                      <a:gd name="connsiteX17" fmla="*/ 56478 w 58777"/>
                      <a:gd name="connsiteY17" fmla="*/ 65719 h 94189"/>
                      <a:gd name="connsiteX18" fmla="*/ 54335 w 58777"/>
                      <a:gd name="connsiteY18" fmla="*/ 54892 h 94189"/>
                      <a:gd name="connsiteX19" fmla="*/ 46556 w 58777"/>
                      <a:gd name="connsiteY19" fmla="*/ 42856 h 94189"/>
                      <a:gd name="connsiteX20" fmla="*/ 36694 w 58777"/>
                      <a:gd name="connsiteY20" fmla="*/ 32465 h 94189"/>
                      <a:gd name="connsiteX21" fmla="*/ 13259 w 58777"/>
                      <a:gd name="connsiteY21" fmla="*/ 8452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259" y="8452"/>
                        </a:moveTo>
                        <a:lnTo>
                          <a:pt x="56974" y="8452"/>
                        </a:lnTo>
                        <a:lnTo>
                          <a:pt x="56974" y="-2078"/>
                        </a:lnTo>
                        <a:lnTo>
                          <a:pt x="-1803" y="-2078"/>
                        </a:lnTo>
                        <a:lnTo>
                          <a:pt x="-1803" y="8452"/>
                        </a:lnTo>
                        <a:cubicBezTo>
                          <a:pt x="2946" y="13369"/>
                          <a:pt x="9422" y="19966"/>
                          <a:pt x="17624" y="28241"/>
                        </a:cubicBezTo>
                        <a:cubicBezTo>
                          <a:pt x="25839" y="36530"/>
                          <a:pt x="30999" y="41877"/>
                          <a:pt x="33102" y="44283"/>
                        </a:cubicBezTo>
                        <a:cubicBezTo>
                          <a:pt x="37111" y="48778"/>
                          <a:pt x="39909" y="52585"/>
                          <a:pt x="41496" y="55705"/>
                        </a:cubicBezTo>
                        <a:cubicBezTo>
                          <a:pt x="43097" y="58825"/>
                          <a:pt x="43897" y="61892"/>
                          <a:pt x="43897" y="64906"/>
                        </a:cubicBezTo>
                        <a:cubicBezTo>
                          <a:pt x="43897" y="69824"/>
                          <a:pt x="42171" y="73829"/>
                          <a:pt x="38718" y="76923"/>
                        </a:cubicBezTo>
                        <a:cubicBezTo>
                          <a:pt x="35265" y="80029"/>
                          <a:pt x="30767" y="81583"/>
                          <a:pt x="25224" y="81583"/>
                        </a:cubicBezTo>
                        <a:cubicBezTo>
                          <a:pt x="21295" y="81583"/>
                          <a:pt x="17148" y="80902"/>
                          <a:pt x="12782" y="79540"/>
                        </a:cubicBezTo>
                        <a:cubicBezTo>
                          <a:pt x="8430" y="78179"/>
                          <a:pt x="3773" y="76110"/>
                          <a:pt x="-1188" y="73334"/>
                        </a:cubicBezTo>
                        <a:lnTo>
                          <a:pt x="-1188" y="85985"/>
                        </a:lnTo>
                        <a:cubicBezTo>
                          <a:pt x="3853" y="88007"/>
                          <a:pt x="8562" y="89534"/>
                          <a:pt x="12941" y="90565"/>
                        </a:cubicBezTo>
                        <a:cubicBezTo>
                          <a:pt x="17333" y="91596"/>
                          <a:pt x="21348" y="92112"/>
                          <a:pt x="24986" y="92112"/>
                        </a:cubicBezTo>
                        <a:cubicBezTo>
                          <a:pt x="34577" y="92112"/>
                          <a:pt x="42224" y="89713"/>
                          <a:pt x="47926" y="84914"/>
                        </a:cubicBezTo>
                        <a:cubicBezTo>
                          <a:pt x="53627" y="80128"/>
                          <a:pt x="56478" y="73730"/>
                          <a:pt x="56478" y="65719"/>
                        </a:cubicBezTo>
                        <a:cubicBezTo>
                          <a:pt x="56478" y="61912"/>
                          <a:pt x="55764" y="58303"/>
                          <a:pt x="54335" y="54892"/>
                        </a:cubicBezTo>
                        <a:cubicBezTo>
                          <a:pt x="52920" y="51495"/>
                          <a:pt x="50327" y="47483"/>
                          <a:pt x="46556" y="42856"/>
                        </a:cubicBezTo>
                        <a:cubicBezTo>
                          <a:pt x="45524" y="41653"/>
                          <a:pt x="42237" y="38189"/>
                          <a:pt x="36694" y="32465"/>
                        </a:cubicBezTo>
                        <a:cubicBezTo>
                          <a:pt x="31164" y="26741"/>
                          <a:pt x="23352" y="18737"/>
                          <a:pt x="13259" y="845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7" name="Freeform: Shape 226">
                    <a:extLst>
                      <a:ext uri="{FF2B5EF4-FFF2-40B4-BE49-F238E27FC236}">
                        <a16:creationId xmlns:a16="http://schemas.microsoft.com/office/drawing/2014/main" id="{6452F64F-7762-5135-22D5-179F9EE089DC}"/>
                      </a:ext>
                    </a:extLst>
                  </p:cNvPr>
                  <p:cNvSpPr/>
                  <p:nvPr/>
                </p:nvSpPr>
                <p:spPr>
                  <a:xfrm flipV="1">
                    <a:off x="5081110" y="4959304"/>
                    <a:ext cx="63996" cy="95994"/>
                  </a:xfrm>
                  <a:custGeom>
                    <a:avLst/>
                    <a:gdLst>
                      <a:gd name="connsiteX0" fmla="*/ 30107 w 63996"/>
                      <a:gd name="connsiteY0" fmla="*/ 84047 h 95994"/>
                      <a:gd name="connsiteX1" fmla="*/ 15562 w 63996"/>
                      <a:gd name="connsiteY1" fmla="*/ 74529 h 95994"/>
                      <a:gd name="connsiteX2" fmla="*/ 10700 w 63996"/>
                      <a:gd name="connsiteY2" fmla="*/ 45935 h 95994"/>
                      <a:gd name="connsiteX3" fmla="*/ 15562 w 63996"/>
                      <a:gd name="connsiteY3" fmla="*/ 17401 h 95994"/>
                      <a:gd name="connsiteX4" fmla="*/ 30107 w 63996"/>
                      <a:gd name="connsiteY4" fmla="*/ 7883 h 95994"/>
                      <a:gd name="connsiteX5" fmla="*/ 44712 w 63996"/>
                      <a:gd name="connsiteY5" fmla="*/ 17401 h 95994"/>
                      <a:gd name="connsiteX6" fmla="*/ 49594 w 63996"/>
                      <a:gd name="connsiteY6" fmla="*/ 45935 h 95994"/>
                      <a:gd name="connsiteX7" fmla="*/ 44712 w 63996"/>
                      <a:gd name="connsiteY7" fmla="*/ 74529 h 95994"/>
                      <a:gd name="connsiteX8" fmla="*/ 30107 w 63996"/>
                      <a:gd name="connsiteY8" fmla="*/ 84047 h 95994"/>
                      <a:gd name="connsiteX9" fmla="*/ 30107 w 63996"/>
                      <a:gd name="connsiteY9" fmla="*/ 93962 h 95994"/>
                      <a:gd name="connsiteX10" fmla="*/ 53900 w 63996"/>
                      <a:gd name="connsiteY10" fmla="*/ 81648 h 95994"/>
                      <a:gd name="connsiteX11" fmla="*/ 62115 w 63996"/>
                      <a:gd name="connsiteY11" fmla="*/ 45935 h 95994"/>
                      <a:gd name="connsiteX12" fmla="*/ 53900 w 63996"/>
                      <a:gd name="connsiteY12" fmla="*/ 10262 h 95994"/>
                      <a:gd name="connsiteX13" fmla="*/ 30107 w 63996"/>
                      <a:gd name="connsiteY13" fmla="*/ -2032 h 95994"/>
                      <a:gd name="connsiteX14" fmla="*/ 6334 w 63996"/>
                      <a:gd name="connsiteY14" fmla="*/ 10262 h 95994"/>
                      <a:gd name="connsiteX15" fmla="*/ -1881 w 63996"/>
                      <a:gd name="connsiteY15" fmla="*/ 45935 h 95994"/>
                      <a:gd name="connsiteX16" fmla="*/ 6334 w 63996"/>
                      <a:gd name="connsiteY16" fmla="*/ 81648 h 95994"/>
                      <a:gd name="connsiteX17" fmla="*/ 3010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07" y="84047"/>
                        </a:moveTo>
                        <a:cubicBezTo>
                          <a:pt x="23665" y="84047"/>
                          <a:pt x="18816" y="80875"/>
                          <a:pt x="15562" y="74529"/>
                        </a:cubicBezTo>
                        <a:cubicBezTo>
                          <a:pt x="12321" y="68197"/>
                          <a:pt x="10700" y="58666"/>
                          <a:pt x="10700" y="45935"/>
                        </a:cubicBezTo>
                        <a:cubicBezTo>
                          <a:pt x="10700" y="33258"/>
                          <a:pt x="12321" y="23746"/>
                          <a:pt x="15562" y="17401"/>
                        </a:cubicBezTo>
                        <a:cubicBezTo>
                          <a:pt x="18816" y="11055"/>
                          <a:pt x="23665" y="7883"/>
                          <a:pt x="30107" y="7883"/>
                        </a:cubicBezTo>
                        <a:cubicBezTo>
                          <a:pt x="36603" y="7883"/>
                          <a:pt x="41471" y="11055"/>
                          <a:pt x="44712" y="17401"/>
                        </a:cubicBezTo>
                        <a:cubicBezTo>
                          <a:pt x="47967" y="23746"/>
                          <a:pt x="49594" y="33258"/>
                          <a:pt x="49594" y="45935"/>
                        </a:cubicBezTo>
                        <a:cubicBezTo>
                          <a:pt x="49594" y="58666"/>
                          <a:pt x="47967" y="68197"/>
                          <a:pt x="44712" y="74529"/>
                        </a:cubicBezTo>
                        <a:cubicBezTo>
                          <a:pt x="41471" y="80875"/>
                          <a:pt x="36603" y="84047"/>
                          <a:pt x="30107" y="84047"/>
                        </a:cubicBezTo>
                        <a:close/>
                        <a:moveTo>
                          <a:pt x="30107" y="93962"/>
                        </a:moveTo>
                        <a:cubicBezTo>
                          <a:pt x="40492" y="93962"/>
                          <a:pt x="48423" y="89857"/>
                          <a:pt x="53900" y="81648"/>
                        </a:cubicBezTo>
                        <a:cubicBezTo>
                          <a:pt x="59377" y="73452"/>
                          <a:pt x="62115" y="61548"/>
                          <a:pt x="62115" y="45935"/>
                        </a:cubicBezTo>
                        <a:cubicBezTo>
                          <a:pt x="62115" y="30363"/>
                          <a:pt x="59377" y="18471"/>
                          <a:pt x="53900" y="10262"/>
                        </a:cubicBezTo>
                        <a:cubicBezTo>
                          <a:pt x="48423" y="2066"/>
                          <a:pt x="40492" y="-2032"/>
                          <a:pt x="30107" y="-2032"/>
                        </a:cubicBezTo>
                        <a:cubicBezTo>
                          <a:pt x="19736" y="-2032"/>
                          <a:pt x="11811" y="2066"/>
                          <a:pt x="6334" y="10262"/>
                        </a:cubicBezTo>
                        <a:cubicBezTo>
                          <a:pt x="858" y="18471"/>
                          <a:pt x="-1881" y="30363"/>
                          <a:pt x="-1881" y="45935"/>
                        </a:cubicBezTo>
                        <a:cubicBezTo>
                          <a:pt x="-1881" y="61548"/>
                          <a:pt x="858" y="73452"/>
                          <a:pt x="6334" y="81648"/>
                        </a:cubicBezTo>
                        <a:cubicBezTo>
                          <a:pt x="11811" y="89857"/>
                          <a:pt x="19736" y="93962"/>
                          <a:pt x="3010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28" name="Graphic 200">
                <a:extLst>
                  <a:ext uri="{FF2B5EF4-FFF2-40B4-BE49-F238E27FC236}">
                    <a16:creationId xmlns:a16="http://schemas.microsoft.com/office/drawing/2014/main" id="{3B0275EA-CAE2-65DF-1511-869D40633CCB}"/>
                  </a:ext>
                </a:extLst>
              </p:cNvPr>
              <p:cNvGrpSpPr/>
              <p:nvPr/>
            </p:nvGrpSpPr>
            <p:grpSpPr>
              <a:xfrm>
                <a:off x="5489281" y="4868227"/>
                <a:ext cx="224169" cy="187070"/>
                <a:chOff x="548928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229" name="Freeform: Shape 228">
                  <a:extLst>
                    <a:ext uri="{FF2B5EF4-FFF2-40B4-BE49-F238E27FC236}">
                      <a16:creationId xmlns:a16="http://schemas.microsoft.com/office/drawing/2014/main" id="{77A4B9E1-6FE2-F8F2-DD43-6CD0317EB6F9}"/>
                    </a:ext>
                  </a:extLst>
                </p:cNvPr>
                <p:cNvSpPr/>
                <p:nvPr/>
              </p:nvSpPr>
              <p:spPr>
                <a:xfrm>
                  <a:off x="5600684" y="4868227"/>
                  <a:ext cx="12700" cy="44417"/>
                </a:xfrm>
                <a:custGeom>
                  <a:avLst/>
                  <a:gdLst>
                    <a:gd name="connsiteX0" fmla="*/ 192 w 12700"/>
                    <a:gd name="connsiteY0" fmla="*/ 286 h 44417"/>
                    <a:gd name="connsiteX1" fmla="*/ 19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92" y="286"/>
                      </a:moveTo>
                      <a:lnTo>
                        <a:pt x="19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30" name="Graphic 200">
                  <a:extLst>
                    <a:ext uri="{FF2B5EF4-FFF2-40B4-BE49-F238E27FC236}">
                      <a16:creationId xmlns:a16="http://schemas.microsoft.com/office/drawing/2014/main" id="{0F2DFBD6-CA3F-F072-B19A-3494933263EC}"/>
                    </a:ext>
                  </a:extLst>
                </p:cNvPr>
                <p:cNvGrpSpPr/>
                <p:nvPr/>
              </p:nvGrpSpPr>
              <p:grpSpPr>
                <a:xfrm>
                  <a:off x="5489281" y="4959304"/>
                  <a:ext cx="224169" cy="95994"/>
                  <a:chOff x="548928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231" name="Freeform: Shape 230">
                    <a:extLst>
                      <a:ext uri="{FF2B5EF4-FFF2-40B4-BE49-F238E27FC236}">
                        <a16:creationId xmlns:a16="http://schemas.microsoft.com/office/drawing/2014/main" id="{633833D6-7375-84BC-23CB-1F8AEC08C905}"/>
                      </a:ext>
                    </a:extLst>
                  </p:cNvPr>
                  <p:cNvSpPr/>
                  <p:nvPr/>
                </p:nvSpPr>
                <p:spPr>
                  <a:xfrm flipV="1">
                    <a:off x="5489281" y="4960969"/>
                    <a:ext cx="59908" cy="94328"/>
                  </a:xfrm>
                  <a:custGeom>
                    <a:avLst/>
                    <a:gdLst>
                      <a:gd name="connsiteX0" fmla="*/ 2091 w 59908"/>
                      <a:gd name="connsiteY0" fmla="*/ 92338 h 94328"/>
                      <a:gd name="connsiteX1" fmla="*/ 51264 w 59908"/>
                      <a:gd name="connsiteY1" fmla="*/ 92338 h 94328"/>
                      <a:gd name="connsiteX2" fmla="*/ 51264 w 59908"/>
                      <a:gd name="connsiteY2" fmla="*/ 81789 h 94328"/>
                      <a:gd name="connsiteX3" fmla="*/ 13561 w 59908"/>
                      <a:gd name="connsiteY3" fmla="*/ 81789 h 94328"/>
                      <a:gd name="connsiteX4" fmla="*/ 13561 w 59908"/>
                      <a:gd name="connsiteY4" fmla="*/ 59124 h 94328"/>
                      <a:gd name="connsiteX5" fmla="*/ 18998 w 59908"/>
                      <a:gd name="connsiteY5" fmla="*/ 60512 h 94328"/>
                      <a:gd name="connsiteX6" fmla="*/ 24475 w 59908"/>
                      <a:gd name="connsiteY6" fmla="*/ 60968 h 94328"/>
                      <a:gd name="connsiteX7" fmla="*/ 49022 w 59908"/>
                      <a:gd name="connsiteY7" fmla="*/ 52481 h 94328"/>
                      <a:gd name="connsiteX8" fmla="*/ 58090 w 59908"/>
                      <a:gd name="connsiteY8" fmla="*/ 29499 h 94328"/>
                      <a:gd name="connsiteX9" fmla="*/ 48784 w 59908"/>
                      <a:gd name="connsiteY9" fmla="*/ 6279 h 94328"/>
                      <a:gd name="connsiteX10" fmla="*/ 22550 w 59908"/>
                      <a:gd name="connsiteY10" fmla="*/ -1990 h 94328"/>
                      <a:gd name="connsiteX11" fmla="*/ 10664 w 59908"/>
                      <a:gd name="connsiteY11" fmla="*/ -999 h 94328"/>
                      <a:gd name="connsiteX12" fmla="*/ -1818 w 59908"/>
                      <a:gd name="connsiteY12" fmla="*/ 1976 h 94328"/>
                      <a:gd name="connsiteX13" fmla="*/ -1818 w 59908"/>
                      <a:gd name="connsiteY13" fmla="*/ 14567 h 94328"/>
                      <a:gd name="connsiteX14" fmla="*/ 9711 w 59908"/>
                      <a:gd name="connsiteY14" fmla="*/ 10046 h 94328"/>
                      <a:gd name="connsiteX15" fmla="*/ 22292 w 59908"/>
                      <a:gd name="connsiteY15" fmla="*/ 8559 h 94328"/>
                      <a:gd name="connsiteX16" fmla="*/ 39278 w 59908"/>
                      <a:gd name="connsiteY16" fmla="*/ 14191 h 94328"/>
                      <a:gd name="connsiteX17" fmla="*/ 45549 w 59908"/>
                      <a:gd name="connsiteY17" fmla="*/ 29499 h 94328"/>
                      <a:gd name="connsiteX18" fmla="*/ 39278 w 59908"/>
                      <a:gd name="connsiteY18" fmla="*/ 44788 h 94328"/>
                      <a:gd name="connsiteX19" fmla="*/ 22292 w 59908"/>
                      <a:gd name="connsiteY19" fmla="*/ 50439 h 94328"/>
                      <a:gd name="connsiteX20" fmla="*/ 12271 w 59908"/>
                      <a:gd name="connsiteY20" fmla="*/ 49328 h 94328"/>
                      <a:gd name="connsiteX21" fmla="*/ 2091 w 59908"/>
                      <a:gd name="connsiteY21" fmla="*/ 45858 h 94328"/>
                      <a:gd name="connsiteX22" fmla="*/ 209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91" y="92338"/>
                        </a:moveTo>
                        <a:lnTo>
                          <a:pt x="51264" y="92338"/>
                        </a:lnTo>
                        <a:lnTo>
                          <a:pt x="51264" y="81789"/>
                        </a:lnTo>
                        <a:lnTo>
                          <a:pt x="13561" y="81789"/>
                        </a:lnTo>
                        <a:lnTo>
                          <a:pt x="13561" y="59124"/>
                        </a:lnTo>
                        <a:cubicBezTo>
                          <a:pt x="15373" y="59746"/>
                          <a:pt x="17186" y="60208"/>
                          <a:pt x="18998" y="60512"/>
                        </a:cubicBezTo>
                        <a:cubicBezTo>
                          <a:pt x="20824" y="60816"/>
                          <a:pt x="22649" y="60968"/>
                          <a:pt x="24475" y="60968"/>
                        </a:cubicBezTo>
                        <a:cubicBezTo>
                          <a:pt x="34807" y="60968"/>
                          <a:pt x="42989" y="58139"/>
                          <a:pt x="49022" y="52481"/>
                        </a:cubicBezTo>
                        <a:cubicBezTo>
                          <a:pt x="55068" y="46823"/>
                          <a:pt x="58090" y="39163"/>
                          <a:pt x="58090" y="29499"/>
                        </a:cubicBezTo>
                        <a:cubicBezTo>
                          <a:pt x="58090" y="19545"/>
                          <a:pt x="54988" y="11805"/>
                          <a:pt x="48784" y="6279"/>
                        </a:cubicBezTo>
                        <a:cubicBezTo>
                          <a:pt x="42579" y="766"/>
                          <a:pt x="33835" y="-1990"/>
                          <a:pt x="22550" y="-1990"/>
                        </a:cubicBezTo>
                        <a:cubicBezTo>
                          <a:pt x="18661" y="-1990"/>
                          <a:pt x="14699" y="-1660"/>
                          <a:pt x="10664" y="-999"/>
                        </a:cubicBezTo>
                        <a:cubicBezTo>
                          <a:pt x="6642" y="-338"/>
                          <a:pt x="2482" y="654"/>
                          <a:pt x="-1818" y="1976"/>
                        </a:cubicBezTo>
                        <a:lnTo>
                          <a:pt x="-1818" y="14567"/>
                        </a:lnTo>
                        <a:cubicBezTo>
                          <a:pt x="1899" y="12545"/>
                          <a:pt x="5743" y="11038"/>
                          <a:pt x="9711" y="10046"/>
                        </a:cubicBezTo>
                        <a:cubicBezTo>
                          <a:pt x="13680" y="9055"/>
                          <a:pt x="17874" y="8559"/>
                          <a:pt x="22292" y="8559"/>
                        </a:cubicBezTo>
                        <a:cubicBezTo>
                          <a:pt x="29449" y="8559"/>
                          <a:pt x="35111" y="10436"/>
                          <a:pt x="39278" y="14191"/>
                        </a:cubicBezTo>
                        <a:cubicBezTo>
                          <a:pt x="43459" y="17945"/>
                          <a:pt x="45549" y="23048"/>
                          <a:pt x="45549" y="29499"/>
                        </a:cubicBezTo>
                        <a:cubicBezTo>
                          <a:pt x="45549" y="35937"/>
                          <a:pt x="43459" y="41033"/>
                          <a:pt x="39278" y="44788"/>
                        </a:cubicBezTo>
                        <a:cubicBezTo>
                          <a:pt x="35111" y="48555"/>
                          <a:pt x="29449" y="50439"/>
                          <a:pt x="22292" y="50439"/>
                        </a:cubicBezTo>
                        <a:cubicBezTo>
                          <a:pt x="18945" y="50439"/>
                          <a:pt x="15605" y="50069"/>
                          <a:pt x="12271" y="49328"/>
                        </a:cubicBezTo>
                        <a:cubicBezTo>
                          <a:pt x="8951" y="48588"/>
                          <a:pt x="5557" y="47431"/>
                          <a:pt x="2091" y="45858"/>
                        </a:cubicBezTo>
                        <a:lnTo>
                          <a:pt x="209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32" name="Freeform: Shape 231">
                    <a:extLst>
                      <a:ext uri="{FF2B5EF4-FFF2-40B4-BE49-F238E27FC236}">
                        <a16:creationId xmlns:a16="http://schemas.microsoft.com/office/drawing/2014/main" id="{43B6E157-4932-3EE3-8AAC-1C54C7D03499}"/>
                      </a:ext>
                    </a:extLst>
                  </p:cNvPr>
                  <p:cNvSpPr/>
                  <p:nvPr/>
                </p:nvSpPr>
                <p:spPr>
                  <a:xfrm flipV="1">
                    <a:off x="5569964" y="4959304"/>
                    <a:ext cx="60940" cy="95994"/>
                  </a:xfrm>
                  <a:custGeom>
                    <a:avLst/>
                    <a:gdLst>
                      <a:gd name="connsiteX0" fmla="*/ 40019 w 60940"/>
                      <a:gd name="connsiteY0" fmla="*/ 49663 h 95994"/>
                      <a:gd name="connsiteX1" fmla="*/ 54048 w 60940"/>
                      <a:gd name="connsiteY1" fmla="*/ 41652 h 95994"/>
                      <a:gd name="connsiteX2" fmla="*/ 59109 w 60940"/>
                      <a:gd name="connsiteY2" fmla="*/ 26661 h 95994"/>
                      <a:gd name="connsiteX3" fmla="*/ 49683 w 60940"/>
                      <a:gd name="connsiteY3" fmla="*/ 5463 h 95994"/>
                      <a:gd name="connsiteX4" fmla="*/ 22894 w 60940"/>
                      <a:gd name="connsiteY4" fmla="*/ -2032 h 95994"/>
                      <a:gd name="connsiteX5" fmla="*/ 10908 w 60940"/>
                      <a:gd name="connsiteY5" fmla="*/ -882 h 95994"/>
                      <a:gd name="connsiteX6" fmla="*/ -1832 w 60940"/>
                      <a:gd name="connsiteY6" fmla="*/ 2568 h 95994"/>
                      <a:gd name="connsiteX7" fmla="*/ -1832 w 60940"/>
                      <a:gd name="connsiteY7" fmla="*/ 14644 h 95994"/>
                      <a:gd name="connsiteX8" fmla="*/ 9559 w 60940"/>
                      <a:gd name="connsiteY8" fmla="*/ 10064 h 95994"/>
                      <a:gd name="connsiteX9" fmla="*/ 22537 w 60940"/>
                      <a:gd name="connsiteY9" fmla="*/ 8517 h 95994"/>
                      <a:gd name="connsiteX10" fmla="*/ 40475 w 60940"/>
                      <a:gd name="connsiteY10" fmla="*/ 13157 h 95994"/>
                      <a:gd name="connsiteX11" fmla="*/ 46647 w 60940"/>
                      <a:gd name="connsiteY11" fmla="*/ 26661 h 95994"/>
                      <a:gd name="connsiteX12" fmla="*/ 40912 w 60940"/>
                      <a:gd name="connsiteY12" fmla="*/ 39451 h 95994"/>
                      <a:gd name="connsiteX13" fmla="*/ 24958 w 60940"/>
                      <a:gd name="connsiteY13" fmla="*/ 44071 h 95994"/>
                      <a:gd name="connsiteX14" fmla="*/ 14163 w 60940"/>
                      <a:gd name="connsiteY14" fmla="*/ 44071 h 95994"/>
                      <a:gd name="connsiteX15" fmla="*/ 14163 w 60940"/>
                      <a:gd name="connsiteY15" fmla="*/ 54363 h 95994"/>
                      <a:gd name="connsiteX16" fmla="*/ 25454 w 60940"/>
                      <a:gd name="connsiteY16" fmla="*/ 54363 h 95994"/>
                      <a:gd name="connsiteX17" fmla="*/ 39582 w 60940"/>
                      <a:gd name="connsiteY17" fmla="*/ 58051 h 95994"/>
                      <a:gd name="connsiteX18" fmla="*/ 44484 w 60940"/>
                      <a:gd name="connsiteY18" fmla="*/ 68680 h 95994"/>
                      <a:gd name="connsiteX19" fmla="*/ 39424 w 60940"/>
                      <a:gd name="connsiteY19" fmla="*/ 79606 h 95994"/>
                      <a:gd name="connsiteX20" fmla="*/ 24958 w 60940"/>
                      <a:gd name="connsiteY20" fmla="*/ 83433 h 95994"/>
                      <a:gd name="connsiteX21" fmla="*/ 13905 w 60940"/>
                      <a:gd name="connsiteY21" fmla="*/ 82302 h 95994"/>
                      <a:gd name="connsiteX22" fmla="*/ 947 w 60940"/>
                      <a:gd name="connsiteY22" fmla="*/ 78852 h 95994"/>
                      <a:gd name="connsiteX23" fmla="*/ 947 w 60940"/>
                      <a:gd name="connsiteY23" fmla="*/ 89996 h 95994"/>
                      <a:gd name="connsiteX24" fmla="*/ 14321 w 60940"/>
                      <a:gd name="connsiteY24" fmla="*/ 92971 h 95994"/>
                      <a:gd name="connsiteX25" fmla="*/ 26069 w 60940"/>
                      <a:gd name="connsiteY25" fmla="*/ 93962 h 95994"/>
                      <a:gd name="connsiteX26" fmla="*/ 48631 w 60940"/>
                      <a:gd name="connsiteY26" fmla="*/ 87478 h 95994"/>
                      <a:gd name="connsiteX27" fmla="*/ 56946 w 60940"/>
                      <a:gd name="connsiteY27" fmla="*/ 69988 h 95994"/>
                      <a:gd name="connsiteX28" fmla="*/ 52540 w 60940"/>
                      <a:gd name="connsiteY28" fmla="*/ 57000 h 95994"/>
                      <a:gd name="connsiteX29" fmla="*/ 40019 w 60940"/>
                      <a:gd name="connsiteY29" fmla="*/ 4966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940" h="95994">
                        <a:moveTo>
                          <a:pt x="40019" y="49663"/>
                        </a:moveTo>
                        <a:cubicBezTo>
                          <a:pt x="46012" y="48381"/>
                          <a:pt x="50688" y="45710"/>
                          <a:pt x="54048" y="41652"/>
                        </a:cubicBezTo>
                        <a:cubicBezTo>
                          <a:pt x="57422" y="37607"/>
                          <a:pt x="59109" y="32610"/>
                          <a:pt x="59109" y="26661"/>
                        </a:cubicBezTo>
                        <a:cubicBezTo>
                          <a:pt x="59109" y="17539"/>
                          <a:pt x="55967" y="10474"/>
                          <a:pt x="49683" y="5463"/>
                        </a:cubicBezTo>
                        <a:cubicBezTo>
                          <a:pt x="43399" y="466"/>
                          <a:pt x="34469" y="-2032"/>
                          <a:pt x="22894" y="-2032"/>
                        </a:cubicBezTo>
                        <a:cubicBezTo>
                          <a:pt x="19018" y="-2032"/>
                          <a:pt x="15022" y="-1649"/>
                          <a:pt x="10908" y="-882"/>
                        </a:cubicBezTo>
                        <a:cubicBezTo>
                          <a:pt x="6794" y="-115"/>
                          <a:pt x="2547" y="1035"/>
                          <a:pt x="-1832" y="2568"/>
                        </a:cubicBezTo>
                        <a:lnTo>
                          <a:pt x="-1832" y="14644"/>
                        </a:lnTo>
                        <a:cubicBezTo>
                          <a:pt x="1635" y="12622"/>
                          <a:pt x="5431" y="11095"/>
                          <a:pt x="9559" y="10064"/>
                        </a:cubicBezTo>
                        <a:cubicBezTo>
                          <a:pt x="13700" y="9033"/>
                          <a:pt x="18025" y="8517"/>
                          <a:pt x="22537" y="8517"/>
                        </a:cubicBezTo>
                        <a:cubicBezTo>
                          <a:pt x="30381" y="8517"/>
                          <a:pt x="36361" y="10064"/>
                          <a:pt x="40475" y="13157"/>
                        </a:cubicBezTo>
                        <a:cubicBezTo>
                          <a:pt x="44590" y="16251"/>
                          <a:pt x="46647" y="20752"/>
                          <a:pt x="46647" y="26661"/>
                        </a:cubicBezTo>
                        <a:cubicBezTo>
                          <a:pt x="46647" y="32121"/>
                          <a:pt x="44735" y="36384"/>
                          <a:pt x="40912" y="39451"/>
                        </a:cubicBezTo>
                        <a:cubicBezTo>
                          <a:pt x="37089" y="42531"/>
                          <a:pt x="31771" y="44071"/>
                          <a:pt x="24958" y="44071"/>
                        </a:cubicBezTo>
                        <a:lnTo>
                          <a:pt x="14163" y="44071"/>
                        </a:lnTo>
                        <a:lnTo>
                          <a:pt x="14163" y="54363"/>
                        </a:lnTo>
                        <a:lnTo>
                          <a:pt x="25454" y="54363"/>
                        </a:lnTo>
                        <a:cubicBezTo>
                          <a:pt x="31605" y="54363"/>
                          <a:pt x="36315" y="55592"/>
                          <a:pt x="39582" y="58051"/>
                        </a:cubicBezTo>
                        <a:cubicBezTo>
                          <a:pt x="42850" y="60510"/>
                          <a:pt x="44484" y="64053"/>
                          <a:pt x="44484" y="68680"/>
                        </a:cubicBezTo>
                        <a:cubicBezTo>
                          <a:pt x="44484" y="73425"/>
                          <a:pt x="42797" y="77067"/>
                          <a:pt x="39424" y="79606"/>
                        </a:cubicBezTo>
                        <a:cubicBezTo>
                          <a:pt x="36063" y="82157"/>
                          <a:pt x="31241" y="83433"/>
                          <a:pt x="24958" y="83433"/>
                        </a:cubicBezTo>
                        <a:cubicBezTo>
                          <a:pt x="21518" y="83433"/>
                          <a:pt x="17834" y="83056"/>
                          <a:pt x="13905" y="82302"/>
                        </a:cubicBezTo>
                        <a:cubicBezTo>
                          <a:pt x="9976" y="81562"/>
                          <a:pt x="5656" y="80412"/>
                          <a:pt x="947" y="78852"/>
                        </a:cubicBezTo>
                        <a:lnTo>
                          <a:pt x="947" y="89996"/>
                        </a:lnTo>
                        <a:cubicBezTo>
                          <a:pt x="5709" y="91318"/>
                          <a:pt x="10167" y="92310"/>
                          <a:pt x="14321" y="92971"/>
                        </a:cubicBezTo>
                        <a:cubicBezTo>
                          <a:pt x="18475" y="93632"/>
                          <a:pt x="22391" y="93962"/>
                          <a:pt x="26069" y="93962"/>
                        </a:cubicBezTo>
                        <a:cubicBezTo>
                          <a:pt x="35581" y="93962"/>
                          <a:pt x="43101" y="91801"/>
                          <a:pt x="48631" y="87478"/>
                        </a:cubicBezTo>
                        <a:cubicBezTo>
                          <a:pt x="54174" y="83168"/>
                          <a:pt x="56946" y="77338"/>
                          <a:pt x="56946" y="69988"/>
                        </a:cubicBezTo>
                        <a:cubicBezTo>
                          <a:pt x="56946" y="64859"/>
                          <a:pt x="55477" y="60530"/>
                          <a:pt x="52540" y="57000"/>
                        </a:cubicBezTo>
                        <a:cubicBezTo>
                          <a:pt x="49603" y="53470"/>
                          <a:pt x="45430" y="51025"/>
                          <a:pt x="40019" y="4966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33" name="Freeform: Shape 232">
                    <a:extLst>
                      <a:ext uri="{FF2B5EF4-FFF2-40B4-BE49-F238E27FC236}">
                        <a16:creationId xmlns:a16="http://schemas.microsoft.com/office/drawing/2014/main" id="{1B9FBF69-63D2-22C2-8837-3C2C1359FAE9}"/>
                      </a:ext>
                    </a:extLst>
                  </p:cNvPr>
                  <p:cNvSpPr/>
                  <p:nvPr/>
                </p:nvSpPr>
                <p:spPr>
                  <a:xfrm flipV="1">
                    <a:off x="5649455" y="4959304"/>
                    <a:ext cx="63996" cy="95994"/>
                  </a:xfrm>
                  <a:custGeom>
                    <a:avLst/>
                    <a:gdLst>
                      <a:gd name="connsiteX0" fmla="*/ 30152 w 63996"/>
                      <a:gd name="connsiteY0" fmla="*/ 84047 h 95994"/>
                      <a:gd name="connsiteX1" fmla="*/ 15607 w 63996"/>
                      <a:gd name="connsiteY1" fmla="*/ 74529 h 95994"/>
                      <a:gd name="connsiteX2" fmla="*/ 10745 w 63996"/>
                      <a:gd name="connsiteY2" fmla="*/ 45935 h 95994"/>
                      <a:gd name="connsiteX3" fmla="*/ 15607 w 63996"/>
                      <a:gd name="connsiteY3" fmla="*/ 17401 h 95994"/>
                      <a:gd name="connsiteX4" fmla="*/ 30152 w 63996"/>
                      <a:gd name="connsiteY4" fmla="*/ 7883 h 95994"/>
                      <a:gd name="connsiteX5" fmla="*/ 44757 w 63996"/>
                      <a:gd name="connsiteY5" fmla="*/ 17401 h 95994"/>
                      <a:gd name="connsiteX6" fmla="*/ 49639 w 63996"/>
                      <a:gd name="connsiteY6" fmla="*/ 45935 h 95994"/>
                      <a:gd name="connsiteX7" fmla="*/ 44757 w 63996"/>
                      <a:gd name="connsiteY7" fmla="*/ 74529 h 95994"/>
                      <a:gd name="connsiteX8" fmla="*/ 30152 w 63996"/>
                      <a:gd name="connsiteY8" fmla="*/ 84047 h 95994"/>
                      <a:gd name="connsiteX9" fmla="*/ 30152 w 63996"/>
                      <a:gd name="connsiteY9" fmla="*/ 93962 h 95994"/>
                      <a:gd name="connsiteX10" fmla="*/ 53945 w 63996"/>
                      <a:gd name="connsiteY10" fmla="*/ 81648 h 95994"/>
                      <a:gd name="connsiteX11" fmla="*/ 62160 w 63996"/>
                      <a:gd name="connsiteY11" fmla="*/ 45935 h 95994"/>
                      <a:gd name="connsiteX12" fmla="*/ 53945 w 63996"/>
                      <a:gd name="connsiteY12" fmla="*/ 10262 h 95994"/>
                      <a:gd name="connsiteX13" fmla="*/ 30152 w 63996"/>
                      <a:gd name="connsiteY13" fmla="*/ -2032 h 95994"/>
                      <a:gd name="connsiteX14" fmla="*/ 6379 w 63996"/>
                      <a:gd name="connsiteY14" fmla="*/ 10262 h 95994"/>
                      <a:gd name="connsiteX15" fmla="*/ -1836 w 63996"/>
                      <a:gd name="connsiteY15" fmla="*/ 45935 h 95994"/>
                      <a:gd name="connsiteX16" fmla="*/ 6379 w 63996"/>
                      <a:gd name="connsiteY16" fmla="*/ 81648 h 95994"/>
                      <a:gd name="connsiteX17" fmla="*/ 3015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52" y="84047"/>
                        </a:moveTo>
                        <a:cubicBezTo>
                          <a:pt x="23709" y="84047"/>
                          <a:pt x="18861" y="80875"/>
                          <a:pt x="15607" y="74529"/>
                        </a:cubicBezTo>
                        <a:cubicBezTo>
                          <a:pt x="12365" y="68197"/>
                          <a:pt x="10745" y="58666"/>
                          <a:pt x="10745" y="45935"/>
                        </a:cubicBezTo>
                        <a:cubicBezTo>
                          <a:pt x="10745" y="33258"/>
                          <a:pt x="12365" y="23746"/>
                          <a:pt x="15607" y="17401"/>
                        </a:cubicBezTo>
                        <a:cubicBezTo>
                          <a:pt x="18861" y="11055"/>
                          <a:pt x="23709" y="7883"/>
                          <a:pt x="30152" y="7883"/>
                        </a:cubicBezTo>
                        <a:cubicBezTo>
                          <a:pt x="36648" y="7883"/>
                          <a:pt x="41516" y="11055"/>
                          <a:pt x="44757" y="17401"/>
                        </a:cubicBezTo>
                        <a:cubicBezTo>
                          <a:pt x="48011" y="23746"/>
                          <a:pt x="49639" y="33258"/>
                          <a:pt x="49639" y="45935"/>
                        </a:cubicBezTo>
                        <a:cubicBezTo>
                          <a:pt x="49639" y="58666"/>
                          <a:pt x="48011" y="68197"/>
                          <a:pt x="44757" y="74529"/>
                        </a:cubicBezTo>
                        <a:cubicBezTo>
                          <a:pt x="41516" y="80875"/>
                          <a:pt x="36648" y="84047"/>
                          <a:pt x="30152" y="84047"/>
                        </a:cubicBezTo>
                        <a:close/>
                        <a:moveTo>
                          <a:pt x="30152" y="93962"/>
                        </a:moveTo>
                        <a:cubicBezTo>
                          <a:pt x="40537" y="93962"/>
                          <a:pt x="48468" y="89857"/>
                          <a:pt x="53945" y="81648"/>
                        </a:cubicBezTo>
                        <a:cubicBezTo>
                          <a:pt x="59422" y="73452"/>
                          <a:pt x="62160" y="61548"/>
                          <a:pt x="62160" y="45935"/>
                        </a:cubicBezTo>
                        <a:cubicBezTo>
                          <a:pt x="62160" y="30363"/>
                          <a:pt x="59422" y="18471"/>
                          <a:pt x="53945" y="10262"/>
                        </a:cubicBezTo>
                        <a:cubicBezTo>
                          <a:pt x="48468" y="2066"/>
                          <a:pt x="40537" y="-2032"/>
                          <a:pt x="30152" y="-2032"/>
                        </a:cubicBezTo>
                        <a:cubicBezTo>
                          <a:pt x="19780" y="-2032"/>
                          <a:pt x="11856" y="2066"/>
                          <a:pt x="6379" y="10262"/>
                        </a:cubicBezTo>
                        <a:cubicBezTo>
                          <a:pt x="902" y="18471"/>
                          <a:pt x="-1836" y="30363"/>
                          <a:pt x="-1836" y="45935"/>
                        </a:cubicBezTo>
                        <a:cubicBezTo>
                          <a:pt x="-1836" y="61548"/>
                          <a:pt x="902" y="73452"/>
                          <a:pt x="6379" y="81648"/>
                        </a:cubicBezTo>
                        <a:cubicBezTo>
                          <a:pt x="11856" y="89857"/>
                          <a:pt x="19780" y="93962"/>
                          <a:pt x="3015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34" name="Graphic 200">
                <a:extLst>
                  <a:ext uri="{FF2B5EF4-FFF2-40B4-BE49-F238E27FC236}">
                    <a16:creationId xmlns:a16="http://schemas.microsoft.com/office/drawing/2014/main" id="{26110560-EE93-053E-32FD-37E028B0B35E}"/>
                  </a:ext>
                </a:extLst>
              </p:cNvPr>
              <p:cNvGrpSpPr/>
              <p:nvPr/>
            </p:nvGrpSpPr>
            <p:grpSpPr>
              <a:xfrm>
                <a:off x="6057627" y="4868227"/>
                <a:ext cx="224169" cy="187070"/>
                <a:chOff x="605762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235" name="Freeform: Shape 234">
                  <a:extLst>
                    <a:ext uri="{FF2B5EF4-FFF2-40B4-BE49-F238E27FC236}">
                      <a16:creationId xmlns:a16="http://schemas.microsoft.com/office/drawing/2014/main" id="{D6D0AEAD-2625-F08A-3B04-AA3D1319D207}"/>
                    </a:ext>
                  </a:extLst>
                </p:cNvPr>
                <p:cNvSpPr/>
                <p:nvPr/>
              </p:nvSpPr>
              <p:spPr>
                <a:xfrm>
                  <a:off x="6169030" y="4868227"/>
                  <a:ext cx="12700" cy="44417"/>
                </a:xfrm>
                <a:custGeom>
                  <a:avLst/>
                  <a:gdLst>
                    <a:gd name="connsiteX0" fmla="*/ 237 w 12700"/>
                    <a:gd name="connsiteY0" fmla="*/ 286 h 44417"/>
                    <a:gd name="connsiteX1" fmla="*/ 23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37" y="286"/>
                      </a:moveTo>
                      <a:lnTo>
                        <a:pt x="23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36" name="Graphic 200">
                  <a:extLst>
                    <a:ext uri="{FF2B5EF4-FFF2-40B4-BE49-F238E27FC236}">
                      <a16:creationId xmlns:a16="http://schemas.microsoft.com/office/drawing/2014/main" id="{C2B3DA59-6392-04B9-9F27-B1FFE9F90875}"/>
                    </a:ext>
                  </a:extLst>
                </p:cNvPr>
                <p:cNvGrpSpPr/>
                <p:nvPr/>
              </p:nvGrpSpPr>
              <p:grpSpPr>
                <a:xfrm>
                  <a:off x="6057627" y="4959304"/>
                  <a:ext cx="224169" cy="95994"/>
                  <a:chOff x="605762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237" name="Freeform: Shape 236">
                    <a:extLst>
                      <a:ext uri="{FF2B5EF4-FFF2-40B4-BE49-F238E27FC236}">
                        <a16:creationId xmlns:a16="http://schemas.microsoft.com/office/drawing/2014/main" id="{66C68E91-52EC-6F5C-D8A0-53138A1D0E50}"/>
                      </a:ext>
                    </a:extLst>
                  </p:cNvPr>
                  <p:cNvSpPr/>
                  <p:nvPr/>
                </p:nvSpPr>
                <p:spPr>
                  <a:xfrm flipV="1">
                    <a:off x="6057627" y="4960969"/>
                    <a:ext cx="59908" cy="94328"/>
                  </a:xfrm>
                  <a:custGeom>
                    <a:avLst/>
                    <a:gdLst>
                      <a:gd name="connsiteX0" fmla="*/ 2136 w 59908"/>
                      <a:gd name="connsiteY0" fmla="*/ 92338 h 94328"/>
                      <a:gd name="connsiteX1" fmla="*/ 51309 w 59908"/>
                      <a:gd name="connsiteY1" fmla="*/ 92338 h 94328"/>
                      <a:gd name="connsiteX2" fmla="*/ 51309 w 59908"/>
                      <a:gd name="connsiteY2" fmla="*/ 81789 h 94328"/>
                      <a:gd name="connsiteX3" fmla="*/ 13606 w 59908"/>
                      <a:gd name="connsiteY3" fmla="*/ 81789 h 94328"/>
                      <a:gd name="connsiteX4" fmla="*/ 13606 w 59908"/>
                      <a:gd name="connsiteY4" fmla="*/ 59124 h 94328"/>
                      <a:gd name="connsiteX5" fmla="*/ 19043 w 59908"/>
                      <a:gd name="connsiteY5" fmla="*/ 60512 h 94328"/>
                      <a:gd name="connsiteX6" fmla="*/ 24520 w 59908"/>
                      <a:gd name="connsiteY6" fmla="*/ 60968 h 94328"/>
                      <a:gd name="connsiteX7" fmla="*/ 49067 w 59908"/>
                      <a:gd name="connsiteY7" fmla="*/ 52481 h 94328"/>
                      <a:gd name="connsiteX8" fmla="*/ 58135 w 59908"/>
                      <a:gd name="connsiteY8" fmla="*/ 29499 h 94328"/>
                      <a:gd name="connsiteX9" fmla="*/ 48828 w 59908"/>
                      <a:gd name="connsiteY9" fmla="*/ 6279 h 94328"/>
                      <a:gd name="connsiteX10" fmla="*/ 22595 w 59908"/>
                      <a:gd name="connsiteY10" fmla="*/ -1990 h 94328"/>
                      <a:gd name="connsiteX11" fmla="*/ 10709 w 59908"/>
                      <a:gd name="connsiteY11" fmla="*/ -999 h 94328"/>
                      <a:gd name="connsiteX12" fmla="*/ -1773 w 59908"/>
                      <a:gd name="connsiteY12" fmla="*/ 1976 h 94328"/>
                      <a:gd name="connsiteX13" fmla="*/ -1773 w 59908"/>
                      <a:gd name="connsiteY13" fmla="*/ 14567 h 94328"/>
                      <a:gd name="connsiteX14" fmla="*/ 9756 w 59908"/>
                      <a:gd name="connsiteY14" fmla="*/ 10046 h 94328"/>
                      <a:gd name="connsiteX15" fmla="*/ 22337 w 59908"/>
                      <a:gd name="connsiteY15" fmla="*/ 8559 h 94328"/>
                      <a:gd name="connsiteX16" fmla="*/ 39323 w 59908"/>
                      <a:gd name="connsiteY16" fmla="*/ 14191 h 94328"/>
                      <a:gd name="connsiteX17" fmla="*/ 45594 w 59908"/>
                      <a:gd name="connsiteY17" fmla="*/ 29499 h 94328"/>
                      <a:gd name="connsiteX18" fmla="*/ 39323 w 59908"/>
                      <a:gd name="connsiteY18" fmla="*/ 44788 h 94328"/>
                      <a:gd name="connsiteX19" fmla="*/ 22337 w 59908"/>
                      <a:gd name="connsiteY19" fmla="*/ 50439 h 94328"/>
                      <a:gd name="connsiteX20" fmla="*/ 12316 w 59908"/>
                      <a:gd name="connsiteY20" fmla="*/ 49328 h 94328"/>
                      <a:gd name="connsiteX21" fmla="*/ 2136 w 59908"/>
                      <a:gd name="connsiteY21" fmla="*/ 45858 h 94328"/>
                      <a:gd name="connsiteX22" fmla="*/ 213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36" y="92338"/>
                        </a:moveTo>
                        <a:lnTo>
                          <a:pt x="51309" y="92338"/>
                        </a:lnTo>
                        <a:lnTo>
                          <a:pt x="51309" y="81789"/>
                        </a:lnTo>
                        <a:lnTo>
                          <a:pt x="13606" y="81789"/>
                        </a:lnTo>
                        <a:lnTo>
                          <a:pt x="13606" y="59124"/>
                        </a:lnTo>
                        <a:cubicBezTo>
                          <a:pt x="15418" y="59746"/>
                          <a:pt x="17231" y="60208"/>
                          <a:pt x="19043" y="60512"/>
                        </a:cubicBezTo>
                        <a:cubicBezTo>
                          <a:pt x="20869" y="60816"/>
                          <a:pt x="22694" y="60968"/>
                          <a:pt x="24520" y="60968"/>
                        </a:cubicBezTo>
                        <a:cubicBezTo>
                          <a:pt x="34852" y="60968"/>
                          <a:pt x="43034" y="58139"/>
                          <a:pt x="49067" y="52481"/>
                        </a:cubicBezTo>
                        <a:cubicBezTo>
                          <a:pt x="55112" y="46823"/>
                          <a:pt x="58135" y="39163"/>
                          <a:pt x="58135" y="29499"/>
                        </a:cubicBezTo>
                        <a:cubicBezTo>
                          <a:pt x="58135" y="19545"/>
                          <a:pt x="55033" y="11805"/>
                          <a:pt x="48828" y="6279"/>
                        </a:cubicBezTo>
                        <a:cubicBezTo>
                          <a:pt x="42624" y="766"/>
                          <a:pt x="33879" y="-1990"/>
                          <a:pt x="22595" y="-1990"/>
                        </a:cubicBezTo>
                        <a:cubicBezTo>
                          <a:pt x="18706" y="-1990"/>
                          <a:pt x="14743" y="-1660"/>
                          <a:pt x="10709" y="-999"/>
                        </a:cubicBezTo>
                        <a:cubicBezTo>
                          <a:pt x="6687" y="-338"/>
                          <a:pt x="2526" y="654"/>
                          <a:pt x="-1773" y="1976"/>
                        </a:cubicBezTo>
                        <a:lnTo>
                          <a:pt x="-1773" y="14567"/>
                        </a:lnTo>
                        <a:cubicBezTo>
                          <a:pt x="1944" y="12545"/>
                          <a:pt x="5787" y="11038"/>
                          <a:pt x="9756" y="10046"/>
                        </a:cubicBezTo>
                        <a:cubicBezTo>
                          <a:pt x="13725" y="9055"/>
                          <a:pt x="17918" y="8559"/>
                          <a:pt x="22337" y="8559"/>
                        </a:cubicBezTo>
                        <a:cubicBezTo>
                          <a:pt x="29494" y="8559"/>
                          <a:pt x="35156" y="10436"/>
                          <a:pt x="39323" y="14191"/>
                        </a:cubicBezTo>
                        <a:cubicBezTo>
                          <a:pt x="43504" y="17945"/>
                          <a:pt x="45594" y="23048"/>
                          <a:pt x="45594" y="29499"/>
                        </a:cubicBezTo>
                        <a:cubicBezTo>
                          <a:pt x="45594" y="35937"/>
                          <a:pt x="43504" y="41033"/>
                          <a:pt x="39323" y="44788"/>
                        </a:cubicBezTo>
                        <a:cubicBezTo>
                          <a:pt x="35156" y="48555"/>
                          <a:pt x="29494" y="50439"/>
                          <a:pt x="22337" y="50439"/>
                        </a:cubicBezTo>
                        <a:cubicBezTo>
                          <a:pt x="18990" y="50439"/>
                          <a:pt x="15650" y="50069"/>
                          <a:pt x="12316" y="49328"/>
                        </a:cubicBezTo>
                        <a:cubicBezTo>
                          <a:pt x="8995" y="48588"/>
                          <a:pt x="5602" y="47431"/>
                          <a:pt x="2136" y="45858"/>
                        </a:cubicBezTo>
                        <a:lnTo>
                          <a:pt x="213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38" name="Freeform: Shape 237">
                    <a:extLst>
                      <a:ext uri="{FF2B5EF4-FFF2-40B4-BE49-F238E27FC236}">
                        <a16:creationId xmlns:a16="http://schemas.microsoft.com/office/drawing/2014/main" id="{18CE471B-8AB7-4BBA-7796-E562424E3FA1}"/>
                      </a:ext>
                    </a:extLst>
                  </p:cNvPr>
                  <p:cNvSpPr/>
                  <p:nvPr/>
                </p:nvSpPr>
                <p:spPr>
                  <a:xfrm flipV="1">
                    <a:off x="6134836" y="4960969"/>
                    <a:ext cx="67468" cy="92524"/>
                  </a:xfrm>
                  <a:custGeom>
                    <a:avLst/>
                    <a:gdLst>
                      <a:gd name="connsiteX0" fmla="*/ 40015 w 67468"/>
                      <a:gd name="connsiteY0" fmla="*/ 79582 h 92524"/>
                      <a:gd name="connsiteX1" fmla="*/ 8384 w 67468"/>
                      <a:gd name="connsiteY1" fmla="*/ 30187 h 92524"/>
                      <a:gd name="connsiteX2" fmla="*/ 40015 w 67468"/>
                      <a:gd name="connsiteY2" fmla="*/ 30187 h 92524"/>
                      <a:gd name="connsiteX3" fmla="*/ 40015 w 67468"/>
                      <a:gd name="connsiteY3" fmla="*/ 79582 h 92524"/>
                      <a:gd name="connsiteX4" fmla="*/ 36721 w 67468"/>
                      <a:gd name="connsiteY4" fmla="*/ 90488 h 92524"/>
                      <a:gd name="connsiteX5" fmla="*/ 52477 w 67468"/>
                      <a:gd name="connsiteY5" fmla="*/ 90488 h 92524"/>
                      <a:gd name="connsiteX6" fmla="*/ 52477 w 67468"/>
                      <a:gd name="connsiteY6" fmla="*/ 30187 h 92524"/>
                      <a:gd name="connsiteX7" fmla="*/ 65692 w 67468"/>
                      <a:gd name="connsiteY7" fmla="*/ 30187 h 92524"/>
                      <a:gd name="connsiteX8" fmla="*/ 65692 w 67468"/>
                      <a:gd name="connsiteY8" fmla="*/ 19777 h 92524"/>
                      <a:gd name="connsiteX9" fmla="*/ 52477 w 67468"/>
                      <a:gd name="connsiteY9" fmla="*/ 19777 h 92524"/>
                      <a:gd name="connsiteX10" fmla="*/ 52477 w 67468"/>
                      <a:gd name="connsiteY10" fmla="*/ -2036 h 92524"/>
                      <a:gd name="connsiteX11" fmla="*/ 40015 w 67468"/>
                      <a:gd name="connsiteY11" fmla="*/ -2036 h 92524"/>
                      <a:gd name="connsiteX12" fmla="*/ 40015 w 67468"/>
                      <a:gd name="connsiteY12" fmla="*/ 19777 h 92524"/>
                      <a:gd name="connsiteX13" fmla="*/ -1776 w 67468"/>
                      <a:gd name="connsiteY13" fmla="*/ 19777 h 92524"/>
                      <a:gd name="connsiteX14" fmla="*/ -1776 w 67468"/>
                      <a:gd name="connsiteY14" fmla="*/ 31853 h 92524"/>
                      <a:gd name="connsiteX15" fmla="*/ 36721 w 67468"/>
                      <a:gd name="connsiteY15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40015" y="79582"/>
                        </a:moveTo>
                        <a:lnTo>
                          <a:pt x="8384" y="30187"/>
                        </a:lnTo>
                        <a:lnTo>
                          <a:pt x="40015" y="30187"/>
                        </a:lnTo>
                        <a:lnTo>
                          <a:pt x="40015" y="79582"/>
                        </a:lnTo>
                        <a:close/>
                        <a:moveTo>
                          <a:pt x="36721" y="90488"/>
                        </a:moveTo>
                        <a:lnTo>
                          <a:pt x="52477" y="90488"/>
                        </a:lnTo>
                        <a:lnTo>
                          <a:pt x="52477" y="30187"/>
                        </a:lnTo>
                        <a:lnTo>
                          <a:pt x="65692" y="30187"/>
                        </a:lnTo>
                        <a:lnTo>
                          <a:pt x="65692" y="19777"/>
                        </a:lnTo>
                        <a:lnTo>
                          <a:pt x="52477" y="19777"/>
                        </a:lnTo>
                        <a:lnTo>
                          <a:pt x="52477" y="-2036"/>
                        </a:lnTo>
                        <a:lnTo>
                          <a:pt x="40015" y="-2036"/>
                        </a:lnTo>
                        <a:lnTo>
                          <a:pt x="40015" y="19777"/>
                        </a:lnTo>
                        <a:lnTo>
                          <a:pt x="-1776" y="19777"/>
                        </a:lnTo>
                        <a:lnTo>
                          <a:pt x="-1776" y="31853"/>
                        </a:lnTo>
                        <a:lnTo>
                          <a:pt x="36721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39" name="Freeform: Shape 238">
                    <a:extLst>
                      <a:ext uri="{FF2B5EF4-FFF2-40B4-BE49-F238E27FC236}">
                        <a16:creationId xmlns:a16="http://schemas.microsoft.com/office/drawing/2014/main" id="{31BF9CD9-99A8-6E68-A13A-B84A404A9653}"/>
                      </a:ext>
                    </a:extLst>
                  </p:cNvPr>
                  <p:cNvSpPr/>
                  <p:nvPr/>
                </p:nvSpPr>
                <p:spPr>
                  <a:xfrm flipV="1">
                    <a:off x="6217801" y="4959304"/>
                    <a:ext cx="63996" cy="95994"/>
                  </a:xfrm>
                  <a:custGeom>
                    <a:avLst/>
                    <a:gdLst>
                      <a:gd name="connsiteX0" fmla="*/ 30197 w 63996"/>
                      <a:gd name="connsiteY0" fmla="*/ 84047 h 95994"/>
                      <a:gd name="connsiteX1" fmla="*/ 15651 w 63996"/>
                      <a:gd name="connsiteY1" fmla="*/ 74529 h 95994"/>
                      <a:gd name="connsiteX2" fmla="*/ 10790 w 63996"/>
                      <a:gd name="connsiteY2" fmla="*/ 45935 h 95994"/>
                      <a:gd name="connsiteX3" fmla="*/ 15651 w 63996"/>
                      <a:gd name="connsiteY3" fmla="*/ 17401 h 95994"/>
                      <a:gd name="connsiteX4" fmla="*/ 30197 w 63996"/>
                      <a:gd name="connsiteY4" fmla="*/ 7883 h 95994"/>
                      <a:gd name="connsiteX5" fmla="*/ 44802 w 63996"/>
                      <a:gd name="connsiteY5" fmla="*/ 17401 h 95994"/>
                      <a:gd name="connsiteX6" fmla="*/ 49683 w 63996"/>
                      <a:gd name="connsiteY6" fmla="*/ 45935 h 95994"/>
                      <a:gd name="connsiteX7" fmla="*/ 44802 w 63996"/>
                      <a:gd name="connsiteY7" fmla="*/ 74529 h 95994"/>
                      <a:gd name="connsiteX8" fmla="*/ 30197 w 63996"/>
                      <a:gd name="connsiteY8" fmla="*/ 84047 h 95994"/>
                      <a:gd name="connsiteX9" fmla="*/ 30197 w 63996"/>
                      <a:gd name="connsiteY9" fmla="*/ 93962 h 95994"/>
                      <a:gd name="connsiteX10" fmla="*/ 53989 w 63996"/>
                      <a:gd name="connsiteY10" fmla="*/ 81648 h 95994"/>
                      <a:gd name="connsiteX11" fmla="*/ 62205 w 63996"/>
                      <a:gd name="connsiteY11" fmla="*/ 45935 h 95994"/>
                      <a:gd name="connsiteX12" fmla="*/ 53989 w 63996"/>
                      <a:gd name="connsiteY12" fmla="*/ 10262 h 95994"/>
                      <a:gd name="connsiteX13" fmla="*/ 30197 w 63996"/>
                      <a:gd name="connsiteY13" fmla="*/ -2032 h 95994"/>
                      <a:gd name="connsiteX14" fmla="*/ 6424 w 63996"/>
                      <a:gd name="connsiteY14" fmla="*/ 10262 h 95994"/>
                      <a:gd name="connsiteX15" fmla="*/ -1791 w 63996"/>
                      <a:gd name="connsiteY15" fmla="*/ 45935 h 95994"/>
                      <a:gd name="connsiteX16" fmla="*/ 6424 w 63996"/>
                      <a:gd name="connsiteY16" fmla="*/ 81648 h 95994"/>
                      <a:gd name="connsiteX17" fmla="*/ 3019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97" y="84047"/>
                        </a:moveTo>
                        <a:cubicBezTo>
                          <a:pt x="23754" y="84047"/>
                          <a:pt x="18906" y="80875"/>
                          <a:pt x="15651" y="74529"/>
                        </a:cubicBezTo>
                        <a:cubicBezTo>
                          <a:pt x="12410" y="68197"/>
                          <a:pt x="10790" y="58666"/>
                          <a:pt x="10790" y="45935"/>
                        </a:cubicBezTo>
                        <a:cubicBezTo>
                          <a:pt x="10790" y="33258"/>
                          <a:pt x="12410" y="23746"/>
                          <a:pt x="15651" y="17401"/>
                        </a:cubicBezTo>
                        <a:cubicBezTo>
                          <a:pt x="18906" y="11055"/>
                          <a:pt x="23754" y="7883"/>
                          <a:pt x="30197" y="7883"/>
                        </a:cubicBezTo>
                        <a:cubicBezTo>
                          <a:pt x="36692" y="7883"/>
                          <a:pt x="41561" y="11055"/>
                          <a:pt x="44802" y="17401"/>
                        </a:cubicBezTo>
                        <a:cubicBezTo>
                          <a:pt x="48056" y="23746"/>
                          <a:pt x="49683" y="33258"/>
                          <a:pt x="49683" y="45935"/>
                        </a:cubicBezTo>
                        <a:cubicBezTo>
                          <a:pt x="49683" y="58666"/>
                          <a:pt x="48056" y="68197"/>
                          <a:pt x="44802" y="74529"/>
                        </a:cubicBezTo>
                        <a:cubicBezTo>
                          <a:pt x="41561" y="80875"/>
                          <a:pt x="36692" y="84047"/>
                          <a:pt x="30197" y="84047"/>
                        </a:cubicBezTo>
                        <a:close/>
                        <a:moveTo>
                          <a:pt x="30197" y="93962"/>
                        </a:moveTo>
                        <a:cubicBezTo>
                          <a:pt x="40582" y="93962"/>
                          <a:pt x="48513" y="89857"/>
                          <a:pt x="53989" y="81648"/>
                        </a:cubicBezTo>
                        <a:cubicBezTo>
                          <a:pt x="59466" y="73452"/>
                          <a:pt x="62205" y="61548"/>
                          <a:pt x="62205" y="45935"/>
                        </a:cubicBezTo>
                        <a:cubicBezTo>
                          <a:pt x="62205" y="30363"/>
                          <a:pt x="59466" y="18471"/>
                          <a:pt x="53989" y="10262"/>
                        </a:cubicBezTo>
                        <a:cubicBezTo>
                          <a:pt x="48513" y="2066"/>
                          <a:pt x="40582" y="-2032"/>
                          <a:pt x="30197" y="-2032"/>
                        </a:cubicBezTo>
                        <a:cubicBezTo>
                          <a:pt x="19825" y="-2032"/>
                          <a:pt x="11901" y="2066"/>
                          <a:pt x="6424" y="10262"/>
                        </a:cubicBezTo>
                        <a:cubicBezTo>
                          <a:pt x="947" y="18471"/>
                          <a:pt x="-1791" y="30363"/>
                          <a:pt x="-1791" y="45935"/>
                        </a:cubicBezTo>
                        <a:cubicBezTo>
                          <a:pt x="-1791" y="61548"/>
                          <a:pt x="947" y="73452"/>
                          <a:pt x="6424" y="81648"/>
                        </a:cubicBezTo>
                        <a:cubicBezTo>
                          <a:pt x="11901" y="89857"/>
                          <a:pt x="19825" y="93962"/>
                          <a:pt x="3019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40" name="Graphic 200">
                <a:extLst>
                  <a:ext uri="{FF2B5EF4-FFF2-40B4-BE49-F238E27FC236}">
                    <a16:creationId xmlns:a16="http://schemas.microsoft.com/office/drawing/2014/main" id="{16F757DA-4403-D2A6-DEEF-31EBBE341B8A}"/>
                  </a:ext>
                </a:extLst>
              </p:cNvPr>
              <p:cNvGrpSpPr/>
              <p:nvPr/>
            </p:nvGrpSpPr>
            <p:grpSpPr>
              <a:xfrm>
                <a:off x="6625972" y="4868227"/>
                <a:ext cx="224169" cy="187070"/>
                <a:chOff x="6625972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241" name="Freeform: Shape 240">
                  <a:extLst>
                    <a:ext uri="{FF2B5EF4-FFF2-40B4-BE49-F238E27FC236}">
                      <a16:creationId xmlns:a16="http://schemas.microsoft.com/office/drawing/2014/main" id="{7F52202D-496C-2CEA-7453-297313BF89DF}"/>
                    </a:ext>
                  </a:extLst>
                </p:cNvPr>
                <p:cNvSpPr/>
                <p:nvPr/>
              </p:nvSpPr>
              <p:spPr>
                <a:xfrm>
                  <a:off x="6737375" y="4868227"/>
                  <a:ext cx="12700" cy="44417"/>
                </a:xfrm>
                <a:custGeom>
                  <a:avLst/>
                  <a:gdLst>
                    <a:gd name="connsiteX0" fmla="*/ 282 w 12700"/>
                    <a:gd name="connsiteY0" fmla="*/ 286 h 44417"/>
                    <a:gd name="connsiteX1" fmla="*/ 28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82" y="286"/>
                      </a:moveTo>
                      <a:lnTo>
                        <a:pt x="28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42" name="Graphic 200">
                  <a:extLst>
                    <a:ext uri="{FF2B5EF4-FFF2-40B4-BE49-F238E27FC236}">
                      <a16:creationId xmlns:a16="http://schemas.microsoft.com/office/drawing/2014/main" id="{214FE16F-7EAB-7E72-40F4-A5FF396B95C5}"/>
                    </a:ext>
                  </a:extLst>
                </p:cNvPr>
                <p:cNvGrpSpPr/>
                <p:nvPr/>
              </p:nvGrpSpPr>
              <p:grpSpPr>
                <a:xfrm>
                  <a:off x="6625972" y="4959304"/>
                  <a:ext cx="224169" cy="95994"/>
                  <a:chOff x="6625972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243" name="Freeform: Shape 242">
                    <a:extLst>
                      <a:ext uri="{FF2B5EF4-FFF2-40B4-BE49-F238E27FC236}">
                        <a16:creationId xmlns:a16="http://schemas.microsoft.com/office/drawing/2014/main" id="{EF78FFB9-A26E-F490-C43B-C542B925B825}"/>
                      </a:ext>
                    </a:extLst>
                  </p:cNvPr>
                  <p:cNvSpPr/>
                  <p:nvPr/>
                </p:nvSpPr>
                <p:spPr>
                  <a:xfrm flipV="1">
                    <a:off x="6625972" y="4960969"/>
                    <a:ext cx="59908" cy="94328"/>
                  </a:xfrm>
                  <a:custGeom>
                    <a:avLst/>
                    <a:gdLst>
                      <a:gd name="connsiteX0" fmla="*/ 2181 w 59908"/>
                      <a:gd name="connsiteY0" fmla="*/ 92338 h 94328"/>
                      <a:gd name="connsiteX1" fmla="*/ 51354 w 59908"/>
                      <a:gd name="connsiteY1" fmla="*/ 92338 h 94328"/>
                      <a:gd name="connsiteX2" fmla="*/ 51354 w 59908"/>
                      <a:gd name="connsiteY2" fmla="*/ 81789 h 94328"/>
                      <a:gd name="connsiteX3" fmla="*/ 13650 w 59908"/>
                      <a:gd name="connsiteY3" fmla="*/ 81789 h 94328"/>
                      <a:gd name="connsiteX4" fmla="*/ 13650 w 59908"/>
                      <a:gd name="connsiteY4" fmla="*/ 59124 h 94328"/>
                      <a:gd name="connsiteX5" fmla="*/ 19088 w 59908"/>
                      <a:gd name="connsiteY5" fmla="*/ 60512 h 94328"/>
                      <a:gd name="connsiteX6" fmla="*/ 24565 w 59908"/>
                      <a:gd name="connsiteY6" fmla="*/ 60968 h 94328"/>
                      <a:gd name="connsiteX7" fmla="*/ 49111 w 59908"/>
                      <a:gd name="connsiteY7" fmla="*/ 52481 h 94328"/>
                      <a:gd name="connsiteX8" fmla="*/ 58180 w 59908"/>
                      <a:gd name="connsiteY8" fmla="*/ 29499 h 94328"/>
                      <a:gd name="connsiteX9" fmla="*/ 48873 w 59908"/>
                      <a:gd name="connsiteY9" fmla="*/ 6279 h 94328"/>
                      <a:gd name="connsiteX10" fmla="*/ 22640 w 59908"/>
                      <a:gd name="connsiteY10" fmla="*/ -1990 h 94328"/>
                      <a:gd name="connsiteX11" fmla="*/ 10753 w 59908"/>
                      <a:gd name="connsiteY11" fmla="*/ -999 h 94328"/>
                      <a:gd name="connsiteX12" fmla="*/ -1728 w 59908"/>
                      <a:gd name="connsiteY12" fmla="*/ 1976 h 94328"/>
                      <a:gd name="connsiteX13" fmla="*/ -1728 w 59908"/>
                      <a:gd name="connsiteY13" fmla="*/ 14567 h 94328"/>
                      <a:gd name="connsiteX14" fmla="*/ 9801 w 59908"/>
                      <a:gd name="connsiteY14" fmla="*/ 10046 h 94328"/>
                      <a:gd name="connsiteX15" fmla="*/ 22382 w 59908"/>
                      <a:gd name="connsiteY15" fmla="*/ 8559 h 94328"/>
                      <a:gd name="connsiteX16" fmla="*/ 39368 w 59908"/>
                      <a:gd name="connsiteY16" fmla="*/ 14191 h 94328"/>
                      <a:gd name="connsiteX17" fmla="*/ 45639 w 59908"/>
                      <a:gd name="connsiteY17" fmla="*/ 29499 h 94328"/>
                      <a:gd name="connsiteX18" fmla="*/ 39368 w 59908"/>
                      <a:gd name="connsiteY18" fmla="*/ 44788 h 94328"/>
                      <a:gd name="connsiteX19" fmla="*/ 22382 w 59908"/>
                      <a:gd name="connsiteY19" fmla="*/ 50439 h 94328"/>
                      <a:gd name="connsiteX20" fmla="*/ 12361 w 59908"/>
                      <a:gd name="connsiteY20" fmla="*/ 49328 h 94328"/>
                      <a:gd name="connsiteX21" fmla="*/ 2181 w 59908"/>
                      <a:gd name="connsiteY21" fmla="*/ 45858 h 94328"/>
                      <a:gd name="connsiteX22" fmla="*/ 218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1" y="92338"/>
                        </a:moveTo>
                        <a:lnTo>
                          <a:pt x="51354" y="92338"/>
                        </a:lnTo>
                        <a:lnTo>
                          <a:pt x="51354" y="81789"/>
                        </a:lnTo>
                        <a:lnTo>
                          <a:pt x="13650" y="81789"/>
                        </a:lnTo>
                        <a:lnTo>
                          <a:pt x="13650" y="59124"/>
                        </a:lnTo>
                        <a:cubicBezTo>
                          <a:pt x="15463" y="59746"/>
                          <a:pt x="17275" y="60208"/>
                          <a:pt x="19088" y="60512"/>
                        </a:cubicBezTo>
                        <a:cubicBezTo>
                          <a:pt x="20913" y="60816"/>
                          <a:pt x="22739" y="60968"/>
                          <a:pt x="24565" y="60968"/>
                        </a:cubicBezTo>
                        <a:cubicBezTo>
                          <a:pt x="34897" y="60968"/>
                          <a:pt x="43079" y="58139"/>
                          <a:pt x="49111" y="52481"/>
                        </a:cubicBezTo>
                        <a:cubicBezTo>
                          <a:pt x="55157" y="46823"/>
                          <a:pt x="58180" y="39163"/>
                          <a:pt x="58180" y="29499"/>
                        </a:cubicBezTo>
                        <a:cubicBezTo>
                          <a:pt x="58180" y="19545"/>
                          <a:pt x="55078" y="11805"/>
                          <a:pt x="48873" y="6279"/>
                        </a:cubicBezTo>
                        <a:cubicBezTo>
                          <a:pt x="42669" y="766"/>
                          <a:pt x="33924" y="-1990"/>
                          <a:pt x="22640" y="-1990"/>
                        </a:cubicBezTo>
                        <a:cubicBezTo>
                          <a:pt x="18750" y="-1990"/>
                          <a:pt x="14788" y="-1660"/>
                          <a:pt x="10753" y="-999"/>
                        </a:cubicBezTo>
                        <a:cubicBezTo>
                          <a:pt x="6732" y="-338"/>
                          <a:pt x="2571" y="654"/>
                          <a:pt x="-1728" y="1976"/>
                        </a:cubicBezTo>
                        <a:lnTo>
                          <a:pt x="-1728" y="14567"/>
                        </a:lnTo>
                        <a:cubicBezTo>
                          <a:pt x="1989" y="12545"/>
                          <a:pt x="5832" y="11038"/>
                          <a:pt x="9801" y="10046"/>
                        </a:cubicBezTo>
                        <a:cubicBezTo>
                          <a:pt x="13770" y="9055"/>
                          <a:pt x="17963" y="8559"/>
                          <a:pt x="22382" y="8559"/>
                        </a:cubicBezTo>
                        <a:cubicBezTo>
                          <a:pt x="29539" y="8559"/>
                          <a:pt x="35201" y="10436"/>
                          <a:pt x="39368" y="14191"/>
                        </a:cubicBezTo>
                        <a:cubicBezTo>
                          <a:pt x="43548" y="17945"/>
                          <a:pt x="45639" y="23048"/>
                          <a:pt x="45639" y="29499"/>
                        </a:cubicBezTo>
                        <a:cubicBezTo>
                          <a:pt x="45639" y="35937"/>
                          <a:pt x="43548" y="41033"/>
                          <a:pt x="39368" y="44788"/>
                        </a:cubicBezTo>
                        <a:cubicBezTo>
                          <a:pt x="35201" y="48555"/>
                          <a:pt x="29539" y="50439"/>
                          <a:pt x="22382" y="50439"/>
                        </a:cubicBezTo>
                        <a:cubicBezTo>
                          <a:pt x="19035" y="50439"/>
                          <a:pt x="15694" y="50069"/>
                          <a:pt x="12361" y="49328"/>
                        </a:cubicBezTo>
                        <a:cubicBezTo>
                          <a:pt x="9040" y="48588"/>
                          <a:pt x="5647" y="47431"/>
                          <a:pt x="2181" y="45858"/>
                        </a:cubicBezTo>
                        <a:lnTo>
                          <a:pt x="218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44" name="Freeform: Shape 243">
                    <a:extLst>
                      <a:ext uri="{FF2B5EF4-FFF2-40B4-BE49-F238E27FC236}">
                        <a16:creationId xmlns:a16="http://schemas.microsoft.com/office/drawing/2014/main" id="{7EB40B29-49EF-9834-5BEC-403D25F8DA06}"/>
                      </a:ext>
                    </a:extLst>
                  </p:cNvPr>
                  <p:cNvSpPr/>
                  <p:nvPr/>
                </p:nvSpPr>
                <p:spPr>
                  <a:xfrm flipV="1">
                    <a:off x="6706773" y="4960969"/>
                    <a:ext cx="59908" cy="94328"/>
                  </a:xfrm>
                  <a:custGeom>
                    <a:avLst/>
                    <a:gdLst>
                      <a:gd name="connsiteX0" fmla="*/ 2187 w 59908"/>
                      <a:gd name="connsiteY0" fmla="*/ 92338 h 94328"/>
                      <a:gd name="connsiteX1" fmla="*/ 51360 w 59908"/>
                      <a:gd name="connsiteY1" fmla="*/ 92338 h 94328"/>
                      <a:gd name="connsiteX2" fmla="*/ 51360 w 59908"/>
                      <a:gd name="connsiteY2" fmla="*/ 81789 h 94328"/>
                      <a:gd name="connsiteX3" fmla="*/ 13657 w 59908"/>
                      <a:gd name="connsiteY3" fmla="*/ 81789 h 94328"/>
                      <a:gd name="connsiteX4" fmla="*/ 13657 w 59908"/>
                      <a:gd name="connsiteY4" fmla="*/ 59124 h 94328"/>
                      <a:gd name="connsiteX5" fmla="*/ 19094 w 59908"/>
                      <a:gd name="connsiteY5" fmla="*/ 60512 h 94328"/>
                      <a:gd name="connsiteX6" fmla="*/ 24571 w 59908"/>
                      <a:gd name="connsiteY6" fmla="*/ 60968 h 94328"/>
                      <a:gd name="connsiteX7" fmla="*/ 49118 w 59908"/>
                      <a:gd name="connsiteY7" fmla="*/ 52481 h 94328"/>
                      <a:gd name="connsiteX8" fmla="*/ 58186 w 59908"/>
                      <a:gd name="connsiteY8" fmla="*/ 29499 h 94328"/>
                      <a:gd name="connsiteX9" fmla="*/ 48880 w 59908"/>
                      <a:gd name="connsiteY9" fmla="*/ 6279 h 94328"/>
                      <a:gd name="connsiteX10" fmla="*/ 22646 w 59908"/>
                      <a:gd name="connsiteY10" fmla="*/ -1990 h 94328"/>
                      <a:gd name="connsiteX11" fmla="*/ 10760 w 59908"/>
                      <a:gd name="connsiteY11" fmla="*/ -999 h 94328"/>
                      <a:gd name="connsiteX12" fmla="*/ -1722 w 59908"/>
                      <a:gd name="connsiteY12" fmla="*/ 1976 h 94328"/>
                      <a:gd name="connsiteX13" fmla="*/ -1722 w 59908"/>
                      <a:gd name="connsiteY13" fmla="*/ 14567 h 94328"/>
                      <a:gd name="connsiteX14" fmla="*/ 9807 w 59908"/>
                      <a:gd name="connsiteY14" fmla="*/ 10046 h 94328"/>
                      <a:gd name="connsiteX15" fmla="*/ 22388 w 59908"/>
                      <a:gd name="connsiteY15" fmla="*/ 8559 h 94328"/>
                      <a:gd name="connsiteX16" fmla="*/ 39374 w 59908"/>
                      <a:gd name="connsiteY16" fmla="*/ 14191 h 94328"/>
                      <a:gd name="connsiteX17" fmla="*/ 45645 w 59908"/>
                      <a:gd name="connsiteY17" fmla="*/ 29499 h 94328"/>
                      <a:gd name="connsiteX18" fmla="*/ 39374 w 59908"/>
                      <a:gd name="connsiteY18" fmla="*/ 44788 h 94328"/>
                      <a:gd name="connsiteX19" fmla="*/ 22388 w 59908"/>
                      <a:gd name="connsiteY19" fmla="*/ 50439 h 94328"/>
                      <a:gd name="connsiteX20" fmla="*/ 12367 w 59908"/>
                      <a:gd name="connsiteY20" fmla="*/ 49328 h 94328"/>
                      <a:gd name="connsiteX21" fmla="*/ 2187 w 59908"/>
                      <a:gd name="connsiteY21" fmla="*/ 45858 h 94328"/>
                      <a:gd name="connsiteX22" fmla="*/ 218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7" y="92338"/>
                        </a:moveTo>
                        <a:lnTo>
                          <a:pt x="51360" y="92338"/>
                        </a:lnTo>
                        <a:lnTo>
                          <a:pt x="51360" y="81789"/>
                        </a:lnTo>
                        <a:lnTo>
                          <a:pt x="13657" y="81789"/>
                        </a:lnTo>
                        <a:lnTo>
                          <a:pt x="13657" y="59124"/>
                        </a:lnTo>
                        <a:cubicBezTo>
                          <a:pt x="15469" y="59746"/>
                          <a:pt x="17282" y="60208"/>
                          <a:pt x="19094" y="60512"/>
                        </a:cubicBezTo>
                        <a:cubicBezTo>
                          <a:pt x="20920" y="60816"/>
                          <a:pt x="22745" y="60968"/>
                          <a:pt x="24571" y="60968"/>
                        </a:cubicBezTo>
                        <a:cubicBezTo>
                          <a:pt x="34903" y="60968"/>
                          <a:pt x="43085" y="58139"/>
                          <a:pt x="49118" y="52481"/>
                        </a:cubicBezTo>
                        <a:cubicBezTo>
                          <a:pt x="55163" y="46823"/>
                          <a:pt x="58186" y="39163"/>
                          <a:pt x="58186" y="29499"/>
                        </a:cubicBezTo>
                        <a:cubicBezTo>
                          <a:pt x="58186" y="19545"/>
                          <a:pt x="55084" y="11805"/>
                          <a:pt x="48880" y="6279"/>
                        </a:cubicBezTo>
                        <a:cubicBezTo>
                          <a:pt x="42675" y="766"/>
                          <a:pt x="33931" y="-1990"/>
                          <a:pt x="22646" y="-1990"/>
                        </a:cubicBezTo>
                        <a:cubicBezTo>
                          <a:pt x="18757" y="-1990"/>
                          <a:pt x="14795" y="-1660"/>
                          <a:pt x="10760" y="-999"/>
                        </a:cubicBezTo>
                        <a:cubicBezTo>
                          <a:pt x="6738" y="-338"/>
                          <a:pt x="2577" y="654"/>
                          <a:pt x="-1722" y="1976"/>
                        </a:cubicBezTo>
                        <a:lnTo>
                          <a:pt x="-1722" y="14567"/>
                        </a:lnTo>
                        <a:cubicBezTo>
                          <a:pt x="1995" y="12545"/>
                          <a:pt x="5838" y="11038"/>
                          <a:pt x="9807" y="10046"/>
                        </a:cubicBezTo>
                        <a:cubicBezTo>
                          <a:pt x="13776" y="9055"/>
                          <a:pt x="17970" y="8559"/>
                          <a:pt x="22388" y="8559"/>
                        </a:cubicBezTo>
                        <a:cubicBezTo>
                          <a:pt x="29545" y="8559"/>
                          <a:pt x="35207" y="10436"/>
                          <a:pt x="39374" y="14191"/>
                        </a:cubicBezTo>
                        <a:cubicBezTo>
                          <a:pt x="43555" y="17945"/>
                          <a:pt x="45645" y="23048"/>
                          <a:pt x="45645" y="29499"/>
                        </a:cubicBezTo>
                        <a:cubicBezTo>
                          <a:pt x="45645" y="35937"/>
                          <a:pt x="43555" y="41033"/>
                          <a:pt x="39374" y="44788"/>
                        </a:cubicBezTo>
                        <a:cubicBezTo>
                          <a:pt x="35207" y="48555"/>
                          <a:pt x="29545" y="50439"/>
                          <a:pt x="22388" y="50439"/>
                        </a:cubicBezTo>
                        <a:cubicBezTo>
                          <a:pt x="19041" y="50439"/>
                          <a:pt x="15701" y="50069"/>
                          <a:pt x="12367" y="49328"/>
                        </a:cubicBezTo>
                        <a:cubicBezTo>
                          <a:pt x="9046" y="48588"/>
                          <a:pt x="5653" y="47431"/>
                          <a:pt x="2187" y="45858"/>
                        </a:cubicBezTo>
                        <a:lnTo>
                          <a:pt x="218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45" name="Freeform: Shape 244">
                    <a:extLst>
                      <a:ext uri="{FF2B5EF4-FFF2-40B4-BE49-F238E27FC236}">
                        <a16:creationId xmlns:a16="http://schemas.microsoft.com/office/drawing/2014/main" id="{5A60D90D-7F5E-5BBD-E2EE-C18D9BD553FA}"/>
                      </a:ext>
                    </a:extLst>
                  </p:cNvPr>
                  <p:cNvSpPr/>
                  <p:nvPr/>
                </p:nvSpPr>
                <p:spPr>
                  <a:xfrm flipV="1">
                    <a:off x="6786146" y="4959304"/>
                    <a:ext cx="63996" cy="95994"/>
                  </a:xfrm>
                  <a:custGeom>
                    <a:avLst/>
                    <a:gdLst>
                      <a:gd name="connsiteX0" fmla="*/ 30241 w 63996"/>
                      <a:gd name="connsiteY0" fmla="*/ 84047 h 95994"/>
                      <a:gd name="connsiteX1" fmla="*/ 15696 w 63996"/>
                      <a:gd name="connsiteY1" fmla="*/ 74529 h 95994"/>
                      <a:gd name="connsiteX2" fmla="*/ 10834 w 63996"/>
                      <a:gd name="connsiteY2" fmla="*/ 45935 h 95994"/>
                      <a:gd name="connsiteX3" fmla="*/ 15696 w 63996"/>
                      <a:gd name="connsiteY3" fmla="*/ 17401 h 95994"/>
                      <a:gd name="connsiteX4" fmla="*/ 30241 w 63996"/>
                      <a:gd name="connsiteY4" fmla="*/ 7883 h 95994"/>
                      <a:gd name="connsiteX5" fmla="*/ 44846 w 63996"/>
                      <a:gd name="connsiteY5" fmla="*/ 17401 h 95994"/>
                      <a:gd name="connsiteX6" fmla="*/ 49728 w 63996"/>
                      <a:gd name="connsiteY6" fmla="*/ 45935 h 95994"/>
                      <a:gd name="connsiteX7" fmla="*/ 44846 w 63996"/>
                      <a:gd name="connsiteY7" fmla="*/ 74529 h 95994"/>
                      <a:gd name="connsiteX8" fmla="*/ 30241 w 63996"/>
                      <a:gd name="connsiteY8" fmla="*/ 84047 h 95994"/>
                      <a:gd name="connsiteX9" fmla="*/ 30241 w 63996"/>
                      <a:gd name="connsiteY9" fmla="*/ 93962 h 95994"/>
                      <a:gd name="connsiteX10" fmla="*/ 54034 w 63996"/>
                      <a:gd name="connsiteY10" fmla="*/ 81648 h 95994"/>
                      <a:gd name="connsiteX11" fmla="*/ 62249 w 63996"/>
                      <a:gd name="connsiteY11" fmla="*/ 45935 h 95994"/>
                      <a:gd name="connsiteX12" fmla="*/ 54034 w 63996"/>
                      <a:gd name="connsiteY12" fmla="*/ 10262 h 95994"/>
                      <a:gd name="connsiteX13" fmla="*/ 30241 w 63996"/>
                      <a:gd name="connsiteY13" fmla="*/ -2032 h 95994"/>
                      <a:gd name="connsiteX14" fmla="*/ 6469 w 63996"/>
                      <a:gd name="connsiteY14" fmla="*/ 10262 h 95994"/>
                      <a:gd name="connsiteX15" fmla="*/ -1747 w 63996"/>
                      <a:gd name="connsiteY15" fmla="*/ 45935 h 95994"/>
                      <a:gd name="connsiteX16" fmla="*/ 6469 w 63996"/>
                      <a:gd name="connsiteY16" fmla="*/ 81648 h 95994"/>
                      <a:gd name="connsiteX17" fmla="*/ 3024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41" y="84047"/>
                        </a:moveTo>
                        <a:cubicBezTo>
                          <a:pt x="23799" y="84047"/>
                          <a:pt x="18950" y="80875"/>
                          <a:pt x="15696" y="74529"/>
                        </a:cubicBezTo>
                        <a:cubicBezTo>
                          <a:pt x="12455" y="68197"/>
                          <a:pt x="10834" y="58666"/>
                          <a:pt x="10834" y="45935"/>
                        </a:cubicBezTo>
                        <a:cubicBezTo>
                          <a:pt x="10834" y="33258"/>
                          <a:pt x="12455" y="23746"/>
                          <a:pt x="15696" y="17401"/>
                        </a:cubicBezTo>
                        <a:cubicBezTo>
                          <a:pt x="18950" y="11055"/>
                          <a:pt x="23799" y="7883"/>
                          <a:pt x="30241" y="7883"/>
                        </a:cubicBezTo>
                        <a:cubicBezTo>
                          <a:pt x="36737" y="7883"/>
                          <a:pt x="41605" y="11055"/>
                          <a:pt x="44846" y="17401"/>
                        </a:cubicBezTo>
                        <a:cubicBezTo>
                          <a:pt x="48101" y="23746"/>
                          <a:pt x="49728" y="33258"/>
                          <a:pt x="49728" y="45935"/>
                        </a:cubicBezTo>
                        <a:cubicBezTo>
                          <a:pt x="49728" y="58666"/>
                          <a:pt x="48101" y="68197"/>
                          <a:pt x="44846" y="74529"/>
                        </a:cubicBezTo>
                        <a:cubicBezTo>
                          <a:pt x="41605" y="80875"/>
                          <a:pt x="36737" y="84047"/>
                          <a:pt x="30241" y="84047"/>
                        </a:cubicBezTo>
                        <a:close/>
                        <a:moveTo>
                          <a:pt x="30241" y="93962"/>
                        </a:moveTo>
                        <a:cubicBezTo>
                          <a:pt x="40626" y="93962"/>
                          <a:pt x="48557" y="89857"/>
                          <a:pt x="54034" y="81648"/>
                        </a:cubicBezTo>
                        <a:cubicBezTo>
                          <a:pt x="59511" y="73452"/>
                          <a:pt x="62249" y="61548"/>
                          <a:pt x="62249" y="45935"/>
                        </a:cubicBezTo>
                        <a:cubicBezTo>
                          <a:pt x="62249" y="30363"/>
                          <a:pt x="59511" y="18471"/>
                          <a:pt x="54034" y="10262"/>
                        </a:cubicBezTo>
                        <a:cubicBezTo>
                          <a:pt x="48557" y="2066"/>
                          <a:pt x="40626" y="-2032"/>
                          <a:pt x="30241" y="-2032"/>
                        </a:cubicBezTo>
                        <a:cubicBezTo>
                          <a:pt x="19870" y="-2032"/>
                          <a:pt x="11946" y="2066"/>
                          <a:pt x="6469" y="10262"/>
                        </a:cubicBezTo>
                        <a:cubicBezTo>
                          <a:pt x="992" y="18471"/>
                          <a:pt x="-1747" y="30363"/>
                          <a:pt x="-1747" y="45935"/>
                        </a:cubicBezTo>
                        <a:cubicBezTo>
                          <a:pt x="-1747" y="61548"/>
                          <a:pt x="992" y="73452"/>
                          <a:pt x="6469" y="81648"/>
                        </a:cubicBezTo>
                        <a:cubicBezTo>
                          <a:pt x="11946" y="89857"/>
                          <a:pt x="19870" y="93962"/>
                          <a:pt x="3024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46" name="Graphic 200">
                <a:extLst>
                  <a:ext uri="{FF2B5EF4-FFF2-40B4-BE49-F238E27FC236}">
                    <a16:creationId xmlns:a16="http://schemas.microsoft.com/office/drawing/2014/main" id="{FE384FC5-42B9-9B92-20A5-7F5F0537392E}"/>
                  </a:ext>
                </a:extLst>
              </p:cNvPr>
              <p:cNvGrpSpPr/>
              <p:nvPr/>
            </p:nvGrpSpPr>
            <p:grpSpPr>
              <a:xfrm>
                <a:off x="7194317" y="4868227"/>
                <a:ext cx="224169" cy="187070"/>
                <a:chOff x="719431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247" name="Freeform: Shape 246">
                  <a:extLst>
                    <a:ext uri="{FF2B5EF4-FFF2-40B4-BE49-F238E27FC236}">
                      <a16:creationId xmlns:a16="http://schemas.microsoft.com/office/drawing/2014/main" id="{12791B0D-FFC1-B067-2D43-9D727DFB29CC}"/>
                    </a:ext>
                  </a:extLst>
                </p:cNvPr>
                <p:cNvSpPr/>
                <p:nvPr/>
              </p:nvSpPr>
              <p:spPr>
                <a:xfrm>
                  <a:off x="7305720" y="4868227"/>
                  <a:ext cx="12700" cy="44417"/>
                </a:xfrm>
                <a:custGeom>
                  <a:avLst/>
                  <a:gdLst>
                    <a:gd name="connsiteX0" fmla="*/ 326 w 12700"/>
                    <a:gd name="connsiteY0" fmla="*/ 286 h 44417"/>
                    <a:gd name="connsiteX1" fmla="*/ 32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26" y="286"/>
                      </a:moveTo>
                      <a:lnTo>
                        <a:pt x="32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48" name="Graphic 200">
                  <a:extLst>
                    <a:ext uri="{FF2B5EF4-FFF2-40B4-BE49-F238E27FC236}">
                      <a16:creationId xmlns:a16="http://schemas.microsoft.com/office/drawing/2014/main" id="{0B9638A6-A5E9-00D2-13D4-A8BCB1C3069B}"/>
                    </a:ext>
                  </a:extLst>
                </p:cNvPr>
                <p:cNvGrpSpPr/>
                <p:nvPr/>
              </p:nvGrpSpPr>
              <p:grpSpPr>
                <a:xfrm>
                  <a:off x="7194317" y="4959304"/>
                  <a:ext cx="224169" cy="95994"/>
                  <a:chOff x="719431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249" name="Freeform: Shape 248">
                    <a:extLst>
                      <a:ext uri="{FF2B5EF4-FFF2-40B4-BE49-F238E27FC236}">
                        <a16:creationId xmlns:a16="http://schemas.microsoft.com/office/drawing/2014/main" id="{044E9370-C2D3-A9C4-61C9-B84AC2C3A383}"/>
                      </a:ext>
                    </a:extLst>
                  </p:cNvPr>
                  <p:cNvSpPr/>
                  <p:nvPr/>
                </p:nvSpPr>
                <p:spPr>
                  <a:xfrm flipV="1">
                    <a:off x="7194317" y="4960969"/>
                    <a:ext cx="59908" cy="94328"/>
                  </a:xfrm>
                  <a:custGeom>
                    <a:avLst/>
                    <a:gdLst>
                      <a:gd name="connsiteX0" fmla="*/ 2226 w 59908"/>
                      <a:gd name="connsiteY0" fmla="*/ 92338 h 94328"/>
                      <a:gd name="connsiteX1" fmla="*/ 51398 w 59908"/>
                      <a:gd name="connsiteY1" fmla="*/ 92338 h 94328"/>
                      <a:gd name="connsiteX2" fmla="*/ 51398 w 59908"/>
                      <a:gd name="connsiteY2" fmla="*/ 81789 h 94328"/>
                      <a:gd name="connsiteX3" fmla="*/ 13695 w 59908"/>
                      <a:gd name="connsiteY3" fmla="*/ 81789 h 94328"/>
                      <a:gd name="connsiteX4" fmla="*/ 13695 w 59908"/>
                      <a:gd name="connsiteY4" fmla="*/ 59124 h 94328"/>
                      <a:gd name="connsiteX5" fmla="*/ 19132 w 59908"/>
                      <a:gd name="connsiteY5" fmla="*/ 60512 h 94328"/>
                      <a:gd name="connsiteX6" fmla="*/ 24609 w 59908"/>
                      <a:gd name="connsiteY6" fmla="*/ 60968 h 94328"/>
                      <a:gd name="connsiteX7" fmla="*/ 49156 w 59908"/>
                      <a:gd name="connsiteY7" fmla="*/ 52481 h 94328"/>
                      <a:gd name="connsiteX8" fmla="*/ 58225 w 59908"/>
                      <a:gd name="connsiteY8" fmla="*/ 29499 h 94328"/>
                      <a:gd name="connsiteX9" fmla="*/ 48918 w 59908"/>
                      <a:gd name="connsiteY9" fmla="*/ 6279 h 94328"/>
                      <a:gd name="connsiteX10" fmla="*/ 22684 w 59908"/>
                      <a:gd name="connsiteY10" fmla="*/ -1990 h 94328"/>
                      <a:gd name="connsiteX11" fmla="*/ 10798 w 59908"/>
                      <a:gd name="connsiteY11" fmla="*/ -999 h 94328"/>
                      <a:gd name="connsiteX12" fmla="*/ -1684 w 59908"/>
                      <a:gd name="connsiteY12" fmla="*/ 1976 h 94328"/>
                      <a:gd name="connsiteX13" fmla="*/ -1684 w 59908"/>
                      <a:gd name="connsiteY13" fmla="*/ 14567 h 94328"/>
                      <a:gd name="connsiteX14" fmla="*/ 9846 w 59908"/>
                      <a:gd name="connsiteY14" fmla="*/ 10046 h 94328"/>
                      <a:gd name="connsiteX15" fmla="*/ 22426 w 59908"/>
                      <a:gd name="connsiteY15" fmla="*/ 8559 h 94328"/>
                      <a:gd name="connsiteX16" fmla="*/ 39413 w 59908"/>
                      <a:gd name="connsiteY16" fmla="*/ 14191 h 94328"/>
                      <a:gd name="connsiteX17" fmla="*/ 45683 w 59908"/>
                      <a:gd name="connsiteY17" fmla="*/ 29499 h 94328"/>
                      <a:gd name="connsiteX18" fmla="*/ 39413 w 59908"/>
                      <a:gd name="connsiteY18" fmla="*/ 44788 h 94328"/>
                      <a:gd name="connsiteX19" fmla="*/ 22426 w 59908"/>
                      <a:gd name="connsiteY19" fmla="*/ 50439 h 94328"/>
                      <a:gd name="connsiteX20" fmla="*/ 12405 w 59908"/>
                      <a:gd name="connsiteY20" fmla="*/ 49328 h 94328"/>
                      <a:gd name="connsiteX21" fmla="*/ 2226 w 59908"/>
                      <a:gd name="connsiteY21" fmla="*/ 45858 h 94328"/>
                      <a:gd name="connsiteX22" fmla="*/ 222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26" y="92338"/>
                        </a:moveTo>
                        <a:lnTo>
                          <a:pt x="51398" y="92338"/>
                        </a:lnTo>
                        <a:lnTo>
                          <a:pt x="51398" y="81789"/>
                        </a:lnTo>
                        <a:lnTo>
                          <a:pt x="13695" y="81789"/>
                        </a:lnTo>
                        <a:lnTo>
                          <a:pt x="13695" y="59124"/>
                        </a:lnTo>
                        <a:cubicBezTo>
                          <a:pt x="15508" y="59746"/>
                          <a:pt x="17320" y="60208"/>
                          <a:pt x="19132" y="60512"/>
                        </a:cubicBezTo>
                        <a:cubicBezTo>
                          <a:pt x="20958" y="60816"/>
                          <a:pt x="22784" y="60968"/>
                          <a:pt x="24609" y="60968"/>
                        </a:cubicBezTo>
                        <a:cubicBezTo>
                          <a:pt x="34941" y="60968"/>
                          <a:pt x="43124" y="58139"/>
                          <a:pt x="49156" y="52481"/>
                        </a:cubicBezTo>
                        <a:cubicBezTo>
                          <a:pt x="55202" y="46823"/>
                          <a:pt x="58225" y="39163"/>
                          <a:pt x="58225" y="29499"/>
                        </a:cubicBezTo>
                        <a:cubicBezTo>
                          <a:pt x="58225" y="19545"/>
                          <a:pt x="55122" y="11805"/>
                          <a:pt x="48918" y="6279"/>
                        </a:cubicBezTo>
                        <a:cubicBezTo>
                          <a:pt x="42713" y="766"/>
                          <a:pt x="33969" y="-1990"/>
                          <a:pt x="22684" y="-1990"/>
                        </a:cubicBezTo>
                        <a:cubicBezTo>
                          <a:pt x="18795" y="-1990"/>
                          <a:pt x="14833" y="-1660"/>
                          <a:pt x="10798" y="-999"/>
                        </a:cubicBezTo>
                        <a:cubicBezTo>
                          <a:pt x="6776" y="-338"/>
                          <a:pt x="2616" y="654"/>
                          <a:pt x="-1684" y="1976"/>
                        </a:cubicBezTo>
                        <a:lnTo>
                          <a:pt x="-1684" y="14567"/>
                        </a:lnTo>
                        <a:cubicBezTo>
                          <a:pt x="2034" y="12545"/>
                          <a:pt x="5877" y="11038"/>
                          <a:pt x="9846" y="10046"/>
                        </a:cubicBezTo>
                        <a:cubicBezTo>
                          <a:pt x="13814" y="9055"/>
                          <a:pt x="18008" y="8559"/>
                          <a:pt x="22426" y="8559"/>
                        </a:cubicBezTo>
                        <a:cubicBezTo>
                          <a:pt x="29583" y="8559"/>
                          <a:pt x="35246" y="10436"/>
                          <a:pt x="39413" y="14191"/>
                        </a:cubicBezTo>
                        <a:cubicBezTo>
                          <a:pt x="43593" y="17945"/>
                          <a:pt x="45683" y="23048"/>
                          <a:pt x="45683" y="29499"/>
                        </a:cubicBezTo>
                        <a:cubicBezTo>
                          <a:pt x="45683" y="35937"/>
                          <a:pt x="43593" y="41033"/>
                          <a:pt x="39413" y="44788"/>
                        </a:cubicBezTo>
                        <a:cubicBezTo>
                          <a:pt x="35246" y="48555"/>
                          <a:pt x="29583" y="50439"/>
                          <a:pt x="22426" y="50439"/>
                        </a:cubicBezTo>
                        <a:cubicBezTo>
                          <a:pt x="19080" y="50439"/>
                          <a:pt x="15739" y="50069"/>
                          <a:pt x="12405" y="49328"/>
                        </a:cubicBezTo>
                        <a:cubicBezTo>
                          <a:pt x="9085" y="48588"/>
                          <a:pt x="5692" y="47431"/>
                          <a:pt x="2226" y="45858"/>
                        </a:cubicBezTo>
                        <a:lnTo>
                          <a:pt x="222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0" name="Freeform: Shape 249">
                    <a:extLst>
                      <a:ext uri="{FF2B5EF4-FFF2-40B4-BE49-F238E27FC236}">
                        <a16:creationId xmlns:a16="http://schemas.microsoft.com/office/drawing/2014/main" id="{11DD029B-20F9-AAD2-DD00-78087E3BB866}"/>
                      </a:ext>
                    </a:extLst>
                  </p:cNvPr>
                  <p:cNvSpPr/>
                  <p:nvPr/>
                </p:nvSpPr>
                <p:spPr>
                  <a:xfrm flipV="1">
                    <a:off x="7274186" y="4959304"/>
                    <a:ext cx="63936" cy="95994"/>
                  </a:xfrm>
                  <a:custGeom>
                    <a:avLst/>
                    <a:gdLst>
                      <a:gd name="connsiteX0" fmla="*/ 31328 w 63936"/>
                      <a:gd name="connsiteY0" fmla="*/ 51012 h 95994"/>
                      <a:gd name="connsiteX1" fmla="*/ 17953 w 63936"/>
                      <a:gd name="connsiteY1" fmla="*/ 45241 h 95994"/>
                      <a:gd name="connsiteX2" fmla="*/ 13032 w 63936"/>
                      <a:gd name="connsiteY2" fmla="*/ 29457 h 95994"/>
                      <a:gd name="connsiteX3" fmla="*/ 17953 w 63936"/>
                      <a:gd name="connsiteY3" fmla="*/ 13673 h 95994"/>
                      <a:gd name="connsiteX4" fmla="*/ 31328 w 63936"/>
                      <a:gd name="connsiteY4" fmla="*/ 7883 h 95994"/>
                      <a:gd name="connsiteX5" fmla="*/ 44683 w 63936"/>
                      <a:gd name="connsiteY5" fmla="*/ 13673 h 95994"/>
                      <a:gd name="connsiteX6" fmla="*/ 49604 w 63936"/>
                      <a:gd name="connsiteY6" fmla="*/ 29457 h 95994"/>
                      <a:gd name="connsiteX7" fmla="*/ 44683 w 63936"/>
                      <a:gd name="connsiteY7" fmla="*/ 45241 h 95994"/>
                      <a:gd name="connsiteX8" fmla="*/ 31328 w 63936"/>
                      <a:gd name="connsiteY8" fmla="*/ 51012 h 95994"/>
                      <a:gd name="connsiteX9" fmla="*/ 56192 w 63936"/>
                      <a:gd name="connsiteY9" fmla="*/ 90254 h 95994"/>
                      <a:gd name="connsiteX10" fmla="*/ 56192 w 63936"/>
                      <a:gd name="connsiteY10" fmla="*/ 78852 h 95994"/>
                      <a:gd name="connsiteX11" fmla="*/ 46667 w 63936"/>
                      <a:gd name="connsiteY11" fmla="*/ 82243 h 95994"/>
                      <a:gd name="connsiteX12" fmla="*/ 37142 w 63936"/>
                      <a:gd name="connsiteY12" fmla="*/ 83433 h 95994"/>
                      <a:gd name="connsiteX13" fmla="*/ 18191 w 63936"/>
                      <a:gd name="connsiteY13" fmla="*/ 75065 h 95994"/>
                      <a:gd name="connsiteX14" fmla="*/ 10730 w 63936"/>
                      <a:gd name="connsiteY14" fmla="*/ 49782 h 95994"/>
                      <a:gd name="connsiteX15" fmla="*/ 19898 w 63936"/>
                      <a:gd name="connsiteY15" fmla="*/ 58051 h 95994"/>
                      <a:gd name="connsiteX16" fmla="*/ 32062 w 63936"/>
                      <a:gd name="connsiteY16" fmla="*/ 60926 h 95994"/>
                      <a:gd name="connsiteX17" fmla="*/ 54109 w 63936"/>
                      <a:gd name="connsiteY17" fmla="*/ 52459 h 95994"/>
                      <a:gd name="connsiteX18" fmla="*/ 62205 w 63936"/>
                      <a:gd name="connsiteY18" fmla="*/ 29457 h 95994"/>
                      <a:gd name="connsiteX19" fmla="*/ 53771 w 63936"/>
                      <a:gd name="connsiteY19" fmla="*/ 6574 h 95994"/>
                      <a:gd name="connsiteX20" fmla="*/ 31328 w 63936"/>
                      <a:gd name="connsiteY20" fmla="*/ -2032 h 95994"/>
                      <a:gd name="connsiteX21" fmla="*/ 6761 w 63936"/>
                      <a:gd name="connsiteY21" fmla="*/ 10262 h 95994"/>
                      <a:gd name="connsiteX22" fmla="*/ -1732 w 63936"/>
                      <a:gd name="connsiteY22" fmla="*/ 45935 h 95994"/>
                      <a:gd name="connsiteX23" fmla="*/ 8686 w 63936"/>
                      <a:gd name="connsiteY23" fmla="*/ 80914 h 95994"/>
                      <a:gd name="connsiteX24" fmla="*/ 36646 w 63936"/>
                      <a:gd name="connsiteY24" fmla="*/ 93962 h 95994"/>
                      <a:gd name="connsiteX25" fmla="*/ 46171 w 63936"/>
                      <a:gd name="connsiteY25" fmla="*/ 93030 h 95994"/>
                      <a:gd name="connsiteX26" fmla="*/ 56192 w 63936"/>
                      <a:gd name="connsiteY26" fmla="*/ 9025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936" h="95994">
                        <a:moveTo>
                          <a:pt x="31328" y="51012"/>
                        </a:moveTo>
                        <a:cubicBezTo>
                          <a:pt x="25706" y="51012"/>
                          <a:pt x="21247" y="49088"/>
                          <a:pt x="17953" y="45241"/>
                        </a:cubicBezTo>
                        <a:cubicBezTo>
                          <a:pt x="14672" y="41408"/>
                          <a:pt x="13032" y="36146"/>
                          <a:pt x="13032" y="29457"/>
                        </a:cubicBezTo>
                        <a:cubicBezTo>
                          <a:pt x="13032" y="22808"/>
                          <a:pt x="14672" y="17546"/>
                          <a:pt x="17953" y="13673"/>
                        </a:cubicBezTo>
                        <a:cubicBezTo>
                          <a:pt x="21247" y="9813"/>
                          <a:pt x="25706" y="7883"/>
                          <a:pt x="31328" y="7883"/>
                        </a:cubicBezTo>
                        <a:cubicBezTo>
                          <a:pt x="36950" y="7883"/>
                          <a:pt x="41402" y="9813"/>
                          <a:pt x="44683" y="13673"/>
                        </a:cubicBezTo>
                        <a:cubicBezTo>
                          <a:pt x="47964" y="17546"/>
                          <a:pt x="49604" y="22808"/>
                          <a:pt x="49604" y="29457"/>
                        </a:cubicBezTo>
                        <a:cubicBezTo>
                          <a:pt x="49604" y="36146"/>
                          <a:pt x="47964" y="41408"/>
                          <a:pt x="44683" y="45241"/>
                        </a:cubicBezTo>
                        <a:cubicBezTo>
                          <a:pt x="41402" y="49088"/>
                          <a:pt x="36950" y="51012"/>
                          <a:pt x="31328" y="51012"/>
                        </a:cubicBezTo>
                        <a:close/>
                        <a:moveTo>
                          <a:pt x="56192" y="90254"/>
                        </a:moveTo>
                        <a:lnTo>
                          <a:pt x="56192" y="78852"/>
                        </a:lnTo>
                        <a:cubicBezTo>
                          <a:pt x="53044" y="80333"/>
                          <a:pt x="49869" y="81463"/>
                          <a:pt x="46667" y="82243"/>
                        </a:cubicBezTo>
                        <a:cubicBezTo>
                          <a:pt x="43466" y="83036"/>
                          <a:pt x="40291" y="83433"/>
                          <a:pt x="37142" y="83433"/>
                        </a:cubicBezTo>
                        <a:cubicBezTo>
                          <a:pt x="28874" y="83433"/>
                          <a:pt x="22557" y="80643"/>
                          <a:pt x="18191" y="75065"/>
                        </a:cubicBezTo>
                        <a:cubicBezTo>
                          <a:pt x="13839" y="69486"/>
                          <a:pt x="11352" y="61058"/>
                          <a:pt x="10730" y="49782"/>
                        </a:cubicBezTo>
                        <a:cubicBezTo>
                          <a:pt x="13164" y="53378"/>
                          <a:pt x="16220" y="56134"/>
                          <a:pt x="19898" y="58051"/>
                        </a:cubicBezTo>
                        <a:cubicBezTo>
                          <a:pt x="23589" y="59968"/>
                          <a:pt x="27644" y="60926"/>
                          <a:pt x="32062" y="60926"/>
                        </a:cubicBezTo>
                        <a:cubicBezTo>
                          <a:pt x="41362" y="60926"/>
                          <a:pt x="48711" y="58104"/>
                          <a:pt x="54109" y="52459"/>
                        </a:cubicBezTo>
                        <a:cubicBezTo>
                          <a:pt x="59506" y="46828"/>
                          <a:pt x="62205" y="39160"/>
                          <a:pt x="62205" y="29457"/>
                        </a:cubicBezTo>
                        <a:cubicBezTo>
                          <a:pt x="62205" y="19952"/>
                          <a:pt x="59394" y="12324"/>
                          <a:pt x="53771" y="6574"/>
                        </a:cubicBezTo>
                        <a:cubicBezTo>
                          <a:pt x="48149" y="837"/>
                          <a:pt x="40668" y="-2032"/>
                          <a:pt x="31328" y="-2032"/>
                        </a:cubicBezTo>
                        <a:cubicBezTo>
                          <a:pt x="20612" y="-2032"/>
                          <a:pt x="12423" y="2066"/>
                          <a:pt x="6761" y="10262"/>
                        </a:cubicBezTo>
                        <a:cubicBezTo>
                          <a:pt x="1099" y="18471"/>
                          <a:pt x="-1732" y="30363"/>
                          <a:pt x="-1732" y="45935"/>
                        </a:cubicBezTo>
                        <a:cubicBezTo>
                          <a:pt x="-1732" y="60556"/>
                          <a:pt x="1741" y="72216"/>
                          <a:pt x="8686" y="80914"/>
                        </a:cubicBezTo>
                        <a:cubicBezTo>
                          <a:pt x="15632" y="89613"/>
                          <a:pt x="24952" y="93962"/>
                          <a:pt x="36646" y="93962"/>
                        </a:cubicBezTo>
                        <a:cubicBezTo>
                          <a:pt x="39795" y="93962"/>
                          <a:pt x="42970" y="93651"/>
                          <a:pt x="46171" y="93030"/>
                        </a:cubicBezTo>
                        <a:cubicBezTo>
                          <a:pt x="49373" y="92409"/>
                          <a:pt x="52713" y="91483"/>
                          <a:pt x="56192" y="9025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1" name="Freeform: Shape 250">
                    <a:extLst>
                      <a:ext uri="{FF2B5EF4-FFF2-40B4-BE49-F238E27FC236}">
                        <a16:creationId xmlns:a16="http://schemas.microsoft.com/office/drawing/2014/main" id="{A1818B5C-CDEC-0FE5-88EF-440F8CC86F3D}"/>
                      </a:ext>
                    </a:extLst>
                  </p:cNvPr>
                  <p:cNvSpPr/>
                  <p:nvPr/>
                </p:nvSpPr>
                <p:spPr>
                  <a:xfrm flipV="1">
                    <a:off x="7354491" y="4959304"/>
                    <a:ext cx="63996" cy="95994"/>
                  </a:xfrm>
                  <a:custGeom>
                    <a:avLst/>
                    <a:gdLst>
                      <a:gd name="connsiteX0" fmla="*/ 30286 w 63996"/>
                      <a:gd name="connsiteY0" fmla="*/ 84047 h 95994"/>
                      <a:gd name="connsiteX1" fmla="*/ 15741 w 63996"/>
                      <a:gd name="connsiteY1" fmla="*/ 74529 h 95994"/>
                      <a:gd name="connsiteX2" fmla="*/ 10879 w 63996"/>
                      <a:gd name="connsiteY2" fmla="*/ 45935 h 95994"/>
                      <a:gd name="connsiteX3" fmla="*/ 15741 w 63996"/>
                      <a:gd name="connsiteY3" fmla="*/ 17401 h 95994"/>
                      <a:gd name="connsiteX4" fmla="*/ 30286 w 63996"/>
                      <a:gd name="connsiteY4" fmla="*/ 7883 h 95994"/>
                      <a:gd name="connsiteX5" fmla="*/ 44891 w 63996"/>
                      <a:gd name="connsiteY5" fmla="*/ 17401 h 95994"/>
                      <a:gd name="connsiteX6" fmla="*/ 49773 w 63996"/>
                      <a:gd name="connsiteY6" fmla="*/ 45935 h 95994"/>
                      <a:gd name="connsiteX7" fmla="*/ 44891 w 63996"/>
                      <a:gd name="connsiteY7" fmla="*/ 74529 h 95994"/>
                      <a:gd name="connsiteX8" fmla="*/ 30286 w 63996"/>
                      <a:gd name="connsiteY8" fmla="*/ 84047 h 95994"/>
                      <a:gd name="connsiteX9" fmla="*/ 30286 w 63996"/>
                      <a:gd name="connsiteY9" fmla="*/ 93962 h 95994"/>
                      <a:gd name="connsiteX10" fmla="*/ 54079 w 63996"/>
                      <a:gd name="connsiteY10" fmla="*/ 81648 h 95994"/>
                      <a:gd name="connsiteX11" fmla="*/ 62294 w 63996"/>
                      <a:gd name="connsiteY11" fmla="*/ 45935 h 95994"/>
                      <a:gd name="connsiteX12" fmla="*/ 54079 w 63996"/>
                      <a:gd name="connsiteY12" fmla="*/ 10262 h 95994"/>
                      <a:gd name="connsiteX13" fmla="*/ 30286 w 63996"/>
                      <a:gd name="connsiteY13" fmla="*/ -2032 h 95994"/>
                      <a:gd name="connsiteX14" fmla="*/ 6513 w 63996"/>
                      <a:gd name="connsiteY14" fmla="*/ 10262 h 95994"/>
                      <a:gd name="connsiteX15" fmla="*/ -1702 w 63996"/>
                      <a:gd name="connsiteY15" fmla="*/ 45935 h 95994"/>
                      <a:gd name="connsiteX16" fmla="*/ 6513 w 63996"/>
                      <a:gd name="connsiteY16" fmla="*/ 81648 h 95994"/>
                      <a:gd name="connsiteX17" fmla="*/ 3028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86" y="84047"/>
                        </a:moveTo>
                        <a:cubicBezTo>
                          <a:pt x="23844" y="84047"/>
                          <a:pt x="18995" y="80875"/>
                          <a:pt x="15741" y="74529"/>
                        </a:cubicBezTo>
                        <a:cubicBezTo>
                          <a:pt x="12500" y="68197"/>
                          <a:pt x="10879" y="58666"/>
                          <a:pt x="10879" y="45935"/>
                        </a:cubicBezTo>
                        <a:cubicBezTo>
                          <a:pt x="10879" y="33258"/>
                          <a:pt x="12500" y="23746"/>
                          <a:pt x="15741" y="17401"/>
                        </a:cubicBezTo>
                        <a:cubicBezTo>
                          <a:pt x="18995" y="11055"/>
                          <a:pt x="23844" y="7883"/>
                          <a:pt x="30286" y="7883"/>
                        </a:cubicBezTo>
                        <a:cubicBezTo>
                          <a:pt x="36782" y="7883"/>
                          <a:pt x="41650" y="11055"/>
                          <a:pt x="44891" y="17401"/>
                        </a:cubicBezTo>
                        <a:cubicBezTo>
                          <a:pt x="48146" y="23746"/>
                          <a:pt x="49773" y="33258"/>
                          <a:pt x="49773" y="45935"/>
                        </a:cubicBezTo>
                        <a:cubicBezTo>
                          <a:pt x="49773" y="58666"/>
                          <a:pt x="48146" y="68197"/>
                          <a:pt x="44891" y="74529"/>
                        </a:cubicBezTo>
                        <a:cubicBezTo>
                          <a:pt x="41650" y="80875"/>
                          <a:pt x="36782" y="84047"/>
                          <a:pt x="30286" y="84047"/>
                        </a:cubicBezTo>
                        <a:close/>
                        <a:moveTo>
                          <a:pt x="30286" y="93962"/>
                        </a:moveTo>
                        <a:cubicBezTo>
                          <a:pt x="40671" y="93962"/>
                          <a:pt x="48602" y="89857"/>
                          <a:pt x="54079" y="81648"/>
                        </a:cubicBezTo>
                        <a:cubicBezTo>
                          <a:pt x="59556" y="73452"/>
                          <a:pt x="62294" y="61548"/>
                          <a:pt x="62294" y="45935"/>
                        </a:cubicBezTo>
                        <a:cubicBezTo>
                          <a:pt x="62294" y="30363"/>
                          <a:pt x="59556" y="18471"/>
                          <a:pt x="54079" y="10262"/>
                        </a:cubicBezTo>
                        <a:cubicBezTo>
                          <a:pt x="48602" y="2066"/>
                          <a:pt x="40671" y="-2032"/>
                          <a:pt x="30286" y="-2032"/>
                        </a:cubicBezTo>
                        <a:cubicBezTo>
                          <a:pt x="19915" y="-2032"/>
                          <a:pt x="11990" y="2066"/>
                          <a:pt x="6513" y="10262"/>
                        </a:cubicBezTo>
                        <a:cubicBezTo>
                          <a:pt x="1037" y="18471"/>
                          <a:pt x="-1702" y="30363"/>
                          <a:pt x="-1702" y="45935"/>
                        </a:cubicBezTo>
                        <a:cubicBezTo>
                          <a:pt x="-1702" y="61548"/>
                          <a:pt x="1037" y="73452"/>
                          <a:pt x="6513" y="81648"/>
                        </a:cubicBezTo>
                        <a:cubicBezTo>
                          <a:pt x="11990" y="89857"/>
                          <a:pt x="19915" y="93962"/>
                          <a:pt x="3028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52" name="Graphic 200">
                <a:extLst>
                  <a:ext uri="{FF2B5EF4-FFF2-40B4-BE49-F238E27FC236}">
                    <a16:creationId xmlns:a16="http://schemas.microsoft.com/office/drawing/2014/main" id="{561F4410-12A0-A9AF-2C07-A897E51A5771}"/>
                  </a:ext>
                </a:extLst>
              </p:cNvPr>
              <p:cNvGrpSpPr/>
              <p:nvPr/>
            </p:nvGrpSpPr>
            <p:grpSpPr>
              <a:xfrm>
                <a:off x="7762663" y="4868227"/>
                <a:ext cx="224169" cy="187070"/>
                <a:chOff x="7762663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253" name="Freeform: Shape 252">
                  <a:extLst>
                    <a:ext uri="{FF2B5EF4-FFF2-40B4-BE49-F238E27FC236}">
                      <a16:creationId xmlns:a16="http://schemas.microsoft.com/office/drawing/2014/main" id="{2735615B-CE63-81E9-7B17-CA651D41D86B}"/>
                    </a:ext>
                  </a:extLst>
                </p:cNvPr>
                <p:cNvSpPr/>
                <p:nvPr/>
              </p:nvSpPr>
              <p:spPr>
                <a:xfrm>
                  <a:off x="7874066" y="4868227"/>
                  <a:ext cx="12700" cy="44417"/>
                </a:xfrm>
                <a:custGeom>
                  <a:avLst/>
                  <a:gdLst>
                    <a:gd name="connsiteX0" fmla="*/ 371 w 12700"/>
                    <a:gd name="connsiteY0" fmla="*/ 286 h 44417"/>
                    <a:gd name="connsiteX1" fmla="*/ 371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71" y="286"/>
                      </a:moveTo>
                      <a:lnTo>
                        <a:pt x="371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54" name="Graphic 200">
                  <a:extLst>
                    <a:ext uri="{FF2B5EF4-FFF2-40B4-BE49-F238E27FC236}">
                      <a16:creationId xmlns:a16="http://schemas.microsoft.com/office/drawing/2014/main" id="{31B5584A-0267-603E-9E58-9A55F986A2E0}"/>
                    </a:ext>
                  </a:extLst>
                </p:cNvPr>
                <p:cNvGrpSpPr/>
                <p:nvPr/>
              </p:nvGrpSpPr>
              <p:grpSpPr>
                <a:xfrm>
                  <a:off x="7762663" y="4959304"/>
                  <a:ext cx="224169" cy="95994"/>
                  <a:chOff x="7762663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255" name="Freeform: Shape 254">
                    <a:extLst>
                      <a:ext uri="{FF2B5EF4-FFF2-40B4-BE49-F238E27FC236}">
                        <a16:creationId xmlns:a16="http://schemas.microsoft.com/office/drawing/2014/main" id="{75794DED-754D-88ED-1F34-FCA3761BCEFF}"/>
                      </a:ext>
                    </a:extLst>
                  </p:cNvPr>
                  <p:cNvSpPr/>
                  <p:nvPr/>
                </p:nvSpPr>
                <p:spPr>
                  <a:xfrm flipV="1">
                    <a:off x="7762663" y="4960969"/>
                    <a:ext cx="59908" cy="94328"/>
                  </a:xfrm>
                  <a:custGeom>
                    <a:avLst/>
                    <a:gdLst>
                      <a:gd name="connsiteX0" fmla="*/ 2270 w 59908"/>
                      <a:gd name="connsiteY0" fmla="*/ 92338 h 94328"/>
                      <a:gd name="connsiteX1" fmla="*/ 51443 w 59908"/>
                      <a:gd name="connsiteY1" fmla="*/ 92338 h 94328"/>
                      <a:gd name="connsiteX2" fmla="*/ 51443 w 59908"/>
                      <a:gd name="connsiteY2" fmla="*/ 81789 h 94328"/>
                      <a:gd name="connsiteX3" fmla="*/ 13740 w 59908"/>
                      <a:gd name="connsiteY3" fmla="*/ 81789 h 94328"/>
                      <a:gd name="connsiteX4" fmla="*/ 13740 w 59908"/>
                      <a:gd name="connsiteY4" fmla="*/ 59124 h 94328"/>
                      <a:gd name="connsiteX5" fmla="*/ 19177 w 59908"/>
                      <a:gd name="connsiteY5" fmla="*/ 60512 h 94328"/>
                      <a:gd name="connsiteX6" fmla="*/ 24654 w 59908"/>
                      <a:gd name="connsiteY6" fmla="*/ 60968 h 94328"/>
                      <a:gd name="connsiteX7" fmla="*/ 49201 w 59908"/>
                      <a:gd name="connsiteY7" fmla="*/ 52481 h 94328"/>
                      <a:gd name="connsiteX8" fmla="*/ 58269 w 59908"/>
                      <a:gd name="connsiteY8" fmla="*/ 29499 h 94328"/>
                      <a:gd name="connsiteX9" fmla="*/ 48963 w 59908"/>
                      <a:gd name="connsiteY9" fmla="*/ 6279 h 94328"/>
                      <a:gd name="connsiteX10" fmla="*/ 22729 w 59908"/>
                      <a:gd name="connsiteY10" fmla="*/ -1990 h 94328"/>
                      <a:gd name="connsiteX11" fmla="*/ 10843 w 59908"/>
                      <a:gd name="connsiteY11" fmla="*/ -999 h 94328"/>
                      <a:gd name="connsiteX12" fmla="*/ -1639 w 59908"/>
                      <a:gd name="connsiteY12" fmla="*/ 1976 h 94328"/>
                      <a:gd name="connsiteX13" fmla="*/ -1639 w 59908"/>
                      <a:gd name="connsiteY13" fmla="*/ 14567 h 94328"/>
                      <a:gd name="connsiteX14" fmla="*/ 9890 w 59908"/>
                      <a:gd name="connsiteY14" fmla="*/ 10046 h 94328"/>
                      <a:gd name="connsiteX15" fmla="*/ 22471 w 59908"/>
                      <a:gd name="connsiteY15" fmla="*/ 8559 h 94328"/>
                      <a:gd name="connsiteX16" fmla="*/ 39458 w 59908"/>
                      <a:gd name="connsiteY16" fmla="*/ 14191 h 94328"/>
                      <a:gd name="connsiteX17" fmla="*/ 45728 w 59908"/>
                      <a:gd name="connsiteY17" fmla="*/ 29499 h 94328"/>
                      <a:gd name="connsiteX18" fmla="*/ 39458 w 59908"/>
                      <a:gd name="connsiteY18" fmla="*/ 44788 h 94328"/>
                      <a:gd name="connsiteX19" fmla="*/ 22471 w 59908"/>
                      <a:gd name="connsiteY19" fmla="*/ 50439 h 94328"/>
                      <a:gd name="connsiteX20" fmla="*/ 12450 w 59908"/>
                      <a:gd name="connsiteY20" fmla="*/ 49328 h 94328"/>
                      <a:gd name="connsiteX21" fmla="*/ 2270 w 59908"/>
                      <a:gd name="connsiteY21" fmla="*/ 45858 h 94328"/>
                      <a:gd name="connsiteX22" fmla="*/ 2270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70" y="92338"/>
                        </a:moveTo>
                        <a:lnTo>
                          <a:pt x="51443" y="92338"/>
                        </a:lnTo>
                        <a:lnTo>
                          <a:pt x="51443" y="81789"/>
                        </a:lnTo>
                        <a:lnTo>
                          <a:pt x="13740" y="81789"/>
                        </a:lnTo>
                        <a:lnTo>
                          <a:pt x="13740" y="59124"/>
                        </a:lnTo>
                        <a:cubicBezTo>
                          <a:pt x="15552" y="59746"/>
                          <a:pt x="17365" y="60208"/>
                          <a:pt x="19177" y="60512"/>
                        </a:cubicBezTo>
                        <a:cubicBezTo>
                          <a:pt x="21003" y="60816"/>
                          <a:pt x="22828" y="60968"/>
                          <a:pt x="24654" y="60968"/>
                        </a:cubicBezTo>
                        <a:cubicBezTo>
                          <a:pt x="34986" y="60968"/>
                          <a:pt x="43168" y="58139"/>
                          <a:pt x="49201" y="52481"/>
                        </a:cubicBezTo>
                        <a:cubicBezTo>
                          <a:pt x="55247" y="46823"/>
                          <a:pt x="58269" y="39163"/>
                          <a:pt x="58269" y="29499"/>
                        </a:cubicBezTo>
                        <a:cubicBezTo>
                          <a:pt x="58269" y="19545"/>
                          <a:pt x="55167" y="11805"/>
                          <a:pt x="48963" y="6279"/>
                        </a:cubicBezTo>
                        <a:cubicBezTo>
                          <a:pt x="42758" y="766"/>
                          <a:pt x="34014" y="-1990"/>
                          <a:pt x="22729" y="-1990"/>
                        </a:cubicBezTo>
                        <a:cubicBezTo>
                          <a:pt x="18840" y="-1990"/>
                          <a:pt x="14878" y="-1660"/>
                          <a:pt x="10843" y="-999"/>
                        </a:cubicBezTo>
                        <a:cubicBezTo>
                          <a:pt x="6821" y="-338"/>
                          <a:pt x="2661" y="654"/>
                          <a:pt x="-1639" y="1976"/>
                        </a:cubicBezTo>
                        <a:lnTo>
                          <a:pt x="-1639" y="14567"/>
                        </a:lnTo>
                        <a:cubicBezTo>
                          <a:pt x="2078" y="12545"/>
                          <a:pt x="5922" y="11038"/>
                          <a:pt x="9890" y="10046"/>
                        </a:cubicBezTo>
                        <a:cubicBezTo>
                          <a:pt x="13859" y="9055"/>
                          <a:pt x="18053" y="8559"/>
                          <a:pt x="22471" y="8559"/>
                        </a:cubicBezTo>
                        <a:cubicBezTo>
                          <a:pt x="29628" y="8559"/>
                          <a:pt x="35290" y="10436"/>
                          <a:pt x="39458" y="14191"/>
                        </a:cubicBezTo>
                        <a:cubicBezTo>
                          <a:pt x="43638" y="17945"/>
                          <a:pt x="45728" y="23048"/>
                          <a:pt x="45728" y="29499"/>
                        </a:cubicBezTo>
                        <a:cubicBezTo>
                          <a:pt x="45728" y="35937"/>
                          <a:pt x="43638" y="41033"/>
                          <a:pt x="39458" y="44788"/>
                        </a:cubicBezTo>
                        <a:cubicBezTo>
                          <a:pt x="35290" y="48555"/>
                          <a:pt x="29628" y="50439"/>
                          <a:pt x="22471" y="50439"/>
                        </a:cubicBezTo>
                        <a:cubicBezTo>
                          <a:pt x="19124" y="50439"/>
                          <a:pt x="15784" y="50069"/>
                          <a:pt x="12450" y="49328"/>
                        </a:cubicBezTo>
                        <a:cubicBezTo>
                          <a:pt x="9130" y="48588"/>
                          <a:pt x="5736" y="47431"/>
                          <a:pt x="2270" y="45858"/>
                        </a:cubicBezTo>
                        <a:lnTo>
                          <a:pt x="2270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6" name="Freeform: Shape 255">
                    <a:extLst>
                      <a:ext uri="{FF2B5EF4-FFF2-40B4-BE49-F238E27FC236}">
                        <a16:creationId xmlns:a16="http://schemas.microsoft.com/office/drawing/2014/main" id="{53530B58-323E-18F0-62CD-011EB4E82C45}"/>
                      </a:ext>
                    </a:extLst>
                  </p:cNvPr>
                  <p:cNvSpPr/>
                  <p:nvPr/>
                </p:nvSpPr>
                <p:spPr>
                  <a:xfrm flipV="1">
                    <a:off x="7844079" y="4960969"/>
                    <a:ext cx="59531" cy="92524"/>
                  </a:xfrm>
                  <a:custGeom>
                    <a:avLst/>
                    <a:gdLst>
                      <a:gd name="connsiteX0" fmla="*/ -1654 w 59531"/>
                      <a:gd name="connsiteY0" fmla="*/ 90488 h 92524"/>
                      <a:gd name="connsiteX1" fmla="*/ 57877 w 59531"/>
                      <a:gd name="connsiteY1" fmla="*/ 90488 h 92524"/>
                      <a:gd name="connsiteX2" fmla="*/ 57877 w 59531"/>
                      <a:gd name="connsiteY2" fmla="*/ 85154 h 92524"/>
                      <a:gd name="connsiteX3" fmla="*/ 24262 w 59531"/>
                      <a:gd name="connsiteY3" fmla="*/ -2036 h 92524"/>
                      <a:gd name="connsiteX4" fmla="*/ 11185 w 59531"/>
                      <a:gd name="connsiteY4" fmla="*/ -2036 h 92524"/>
                      <a:gd name="connsiteX5" fmla="*/ 42816 w 59531"/>
                      <a:gd name="connsiteY5" fmla="*/ 79939 h 92524"/>
                      <a:gd name="connsiteX6" fmla="*/ -1654 w 59531"/>
                      <a:gd name="connsiteY6" fmla="*/ 79939 h 92524"/>
                      <a:gd name="connsiteX7" fmla="*/ -1654 w 59531"/>
                      <a:gd name="connsiteY7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531" h="92524">
                        <a:moveTo>
                          <a:pt x="-1654" y="90488"/>
                        </a:moveTo>
                        <a:lnTo>
                          <a:pt x="57877" y="90488"/>
                        </a:lnTo>
                        <a:lnTo>
                          <a:pt x="57877" y="85154"/>
                        </a:lnTo>
                        <a:lnTo>
                          <a:pt x="24262" y="-2036"/>
                        </a:lnTo>
                        <a:lnTo>
                          <a:pt x="11185" y="-2036"/>
                        </a:lnTo>
                        <a:lnTo>
                          <a:pt x="42816" y="79939"/>
                        </a:lnTo>
                        <a:lnTo>
                          <a:pt x="-1654" y="79939"/>
                        </a:lnTo>
                        <a:lnTo>
                          <a:pt x="-1654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7" name="Freeform: Shape 256">
                    <a:extLst>
                      <a:ext uri="{FF2B5EF4-FFF2-40B4-BE49-F238E27FC236}">
                        <a16:creationId xmlns:a16="http://schemas.microsoft.com/office/drawing/2014/main" id="{85AF1093-C8B4-C4B9-B068-1651B72463E0}"/>
                      </a:ext>
                    </a:extLst>
                  </p:cNvPr>
                  <p:cNvSpPr/>
                  <p:nvPr/>
                </p:nvSpPr>
                <p:spPr>
                  <a:xfrm flipV="1">
                    <a:off x="7922837" y="4959304"/>
                    <a:ext cx="63996" cy="95994"/>
                  </a:xfrm>
                  <a:custGeom>
                    <a:avLst/>
                    <a:gdLst>
                      <a:gd name="connsiteX0" fmla="*/ 30331 w 63996"/>
                      <a:gd name="connsiteY0" fmla="*/ 84047 h 95994"/>
                      <a:gd name="connsiteX1" fmla="*/ 15786 w 63996"/>
                      <a:gd name="connsiteY1" fmla="*/ 74529 h 95994"/>
                      <a:gd name="connsiteX2" fmla="*/ 10924 w 63996"/>
                      <a:gd name="connsiteY2" fmla="*/ 45935 h 95994"/>
                      <a:gd name="connsiteX3" fmla="*/ 15786 w 63996"/>
                      <a:gd name="connsiteY3" fmla="*/ 17401 h 95994"/>
                      <a:gd name="connsiteX4" fmla="*/ 30331 w 63996"/>
                      <a:gd name="connsiteY4" fmla="*/ 7883 h 95994"/>
                      <a:gd name="connsiteX5" fmla="*/ 44936 w 63996"/>
                      <a:gd name="connsiteY5" fmla="*/ 17401 h 95994"/>
                      <a:gd name="connsiteX6" fmla="*/ 49818 w 63996"/>
                      <a:gd name="connsiteY6" fmla="*/ 45935 h 95994"/>
                      <a:gd name="connsiteX7" fmla="*/ 44936 w 63996"/>
                      <a:gd name="connsiteY7" fmla="*/ 74529 h 95994"/>
                      <a:gd name="connsiteX8" fmla="*/ 30331 w 63996"/>
                      <a:gd name="connsiteY8" fmla="*/ 84047 h 95994"/>
                      <a:gd name="connsiteX9" fmla="*/ 30331 w 63996"/>
                      <a:gd name="connsiteY9" fmla="*/ 93962 h 95994"/>
                      <a:gd name="connsiteX10" fmla="*/ 54124 w 63996"/>
                      <a:gd name="connsiteY10" fmla="*/ 81648 h 95994"/>
                      <a:gd name="connsiteX11" fmla="*/ 62339 w 63996"/>
                      <a:gd name="connsiteY11" fmla="*/ 45935 h 95994"/>
                      <a:gd name="connsiteX12" fmla="*/ 54124 w 63996"/>
                      <a:gd name="connsiteY12" fmla="*/ 10262 h 95994"/>
                      <a:gd name="connsiteX13" fmla="*/ 30331 w 63996"/>
                      <a:gd name="connsiteY13" fmla="*/ -2032 h 95994"/>
                      <a:gd name="connsiteX14" fmla="*/ 6558 w 63996"/>
                      <a:gd name="connsiteY14" fmla="*/ 10262 h 95994"/>
                      <a:gd name="connsiteX15" fmla="*/ -1657 w 63996"/>
                      <a:gd name="connsiteY15" fmla="*/ 45935 h 95994"/>
                      <a:gd name="connsiteX16" fmla="*/ 6558 w 63996"/>
                      <a:gd name="connsiteY16" fmla="*/ 81648 h 95994"/>
                      <a:gd name="connsiteX17" fmla="*/ 3033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31" y="84047"/>
                        </a:moveTo>
                        <a:cubicBezTo>
                          <a:pt x="23888" y="84047"/>
                          <a:pt x="19040" y="80875"/>
                          <a:pt x="15786" y="74529"/>
                        </a:cubicBezTo>
                        <a:cubicBezTo>
                          <a:pt x="12544" y="68197"/>
                          <a:pt x="10924" y="58666"/>
                          <a:pt x="10924" y="45935"/>
                        </a:cubicBezTo>
                        <a:cubicBezTo>
                          <a:pt x="10924" y="33258"/>
                          <a:pt x="12544" y="23746"/>
                          <a:pt x="15786" y="17401"/>
                        </a:cubicBezTo>
                        <a:cubicBezTo>
                          <a:pt x="19040" y="11055"/>
                          <a:pt x="23888" y="7883"/>
                          <a:pt x="30331" y="7883"/>
                        </a:cubicBezTo>
                        <a:cubicBezTo>
                          <a:pt x="36827" y="7883"/>
                          <a:pt x="41695" y="11055"/>
                          <a:pt x="44936" y="17401"/>
                        </a:cubicBezTo>
                        <a:cubicBezTo>
                          <a:pt x="48190" y="23746"/>
                          <a:pt x="49818" y="33258"/>
                          <a:pt x="49818" y="45935"/>
                        </a:cubicBezTo>
                        <a:cubicBezTo>
                          <a:pt x="49818" y="58666"/>
                          <a:pt x="48190" y="68197"/>
                          <a:pt x="44936" y="74529"/>
                        </a:cubicBezTo>
                        <a:cubicBezTo>
                          <a:pt x="41695" y="80875"/>
                          <a:pt x="36827" y="84047"/>
                          <a:pt x="30331" y="84047"/>
                        </a:cubicBezTo>
                        <a:close/>
                        <a:moveTo>
                          <a:pt x="30331" y="93962"/>
                        </a:moveTo>
                        <a:cubicBezTo>
                          <a:pt x="40716" y="93962"/>
                          <a:pt x="48647" y="89857"/>
                          <a:pt x="54124" y="81648"/>
                        </a:cubicBezTo>
                        <a:cubicBezTo>
                          <a:pt x="59601" y="73452"/>
                          <a:pt x="62339" y="61548"/>
                          <a:pt x="62339" y="45935"/>
                        </a:cubicBezTo>
                        <a:cubicBezTo>
                          <a:pt x="62339" y="30363"/>
                          <a:pt x="59601" y="18471"/>
                          <a:pt x="54124" y="10262"/>
                        </a:cubicBezTo>
                        <a:cubicBezTo>
                          <a:pt x="48647" y="2066"/>
                          <a:pt x="40716" y="-2032"/>
                          <a:pt x="30331" y="-2032"/>
                        </a:cubicBezTo>
                        <a:cubicBezTo>
                          <a:pt x="19959" y="-2032"/>
                          <a:pt x="12035" y="2066"/>
                          <a:pt x="6558" y="10262"/>
                        </a:cubicBezTo>
                        <a:cubicBezTo>
                          <a:pt x="1081" y="18471"/>
                          <a:pt x="-1657" y="30363"/>
                          <a:pt x="-1657" y="45935"/>
                        </a:cubicBezTo>
                        <a:cubicBezTo>
                          <a:pt x="-1657" y="61548"/>
                          <a:pt x="1081" y="73452"/>
                          <a:pt x="6558" y="81648"/>
                        </a:cubicBezTo>
                        <a:cubicBezTo>
                          <a:pt x="12035" y="89857"/>
                          <a:pt x="19959" y="93962"/>
                          <a:pt x="3033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58" name="Graphic 200">
                <a:extLst>
                  <a:ext uri="{FF2B5EF4-FFF2-40B4-BE49-F238E27FC236}">
                    <a16:creationId xmlns:a16="http://schemas.microsoft.com/office/drawing/2014/main" id="{CE178E5D-4E5C-D159-1456-2E7F11B31CFB}"/>
                  </a:ext>
                </a:extLst>
              </p:cNvPr>
              <p:cNvGrpSpPr/>
              <p:nvPr/>
            </p:nvGrpSpPr>
            <p:grpSpPr>
              <a:xfrm>
                <a:off x="8331008" y="4868227"/>
                <a:ext cx="224169" cy="187070"/>
                <a:chOff x="8331008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259" name="Freeform: Shape 258">
                  <a:extLst>
                    <a:ext uri="{FF2B5EF4-FFF2-40B4-BE49-F238E27FC236}">
                      <a16:creationId xmlns:a16="http://schemas.microsoft.com/office/drawing/2014/main" id="{8EFDFDE1-85E7-DE88-7F2C-2253DE8AAEDC}"/>
                    </a:ext>
                  </a:extLst>
                </p:cNvPr>
                <p:cNvSpPr/>
                <p:nvPr/>
              </p:nvSpPr>
              <p:spPr>
                <a:xfrm>
                  <a:off x="8442411" y="4868227"/>
                  <a:ext cx="12700" cy="44417"/>
                </a:xfrm>
                <a:custGeom>
                  <a:avLst/>
                  <a:gdLst>
                    <a:gd name="connsiteX0" fmla="*/ 416 w 12700"/>
                    <a:gd name="connsiteY0" fmla="*/ 286 h 44417"/>
                    <a:gd name="connsiteX1" fmla="*/ 41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416" y="286"/>
                      </a:moveTo>
                      <a:lnTo>
                        <a:pt x="41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60" name="Graphic 200">
                  <a:extLst>
                    <a:ext uri="{FF2B5EF4-FFF2-40B4-BE49-F238E27FC236}">
                      <a16:creationId xmlns:a16="http://schemas.microsoft.com/office/drawing/2014/main" id="{0E7F7EA6-3256-D7E2-635B-14849785E6F4}"/>
                    </a:ext>
                  </a:extLst>
                </p:cNvPr>
                <p:cNvGrpSpPr/>
                <p:nvPr/>
              </p:nvGrpSpPr>
              <p:grpSpPr>
                <a:xfrm>
                  <a:off x="8331008" y="4959304"/>
                  <a:ext cx="224169" cy="95994"/>
                  <a:chOff x="8331008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261" name="Freeform: Shape 260">
                    <a:extLst>
                      <a:ext uri="{FF2B5EF4-FFF2-40B4-BE49-F238E27FC236}">
                        <a16:creationId xmlns:a16="http://schemas.microsoft.com/office/drawing/2014/main" id="{E450B816-5C59-5FDB-91C2-39BDFF1A6FFE}"/>
                      </a:ext>
                    </a:extLst>
                  </p:cNvPr>
                  <p:cNvSpPr/>
                  <p:nvPr/>
                </p:nvSpPr>
                <p:spPr>
                  <a:xfrm flipV="1">
                    <a:off x="8331008" y="4960969"/>
                    <a:ext cx="59908" cy="94328"/>
                  </a:xfrm>
                  <a:custGeom>
                    <a:avLst/>
                    <a:gdLst>
                      <a:gd name="connsiteX0" fmla="*/ 2315 w 59908"/>
                      <a:gd name="connsiteY0" fmla="*/ 92338 h 94328"/>
                      <a:gd name="connsiteX1" fmla="*/ 51488 w 59908"/>
                      <a:gd name="connsiteY1" fmla="*/ 92338 h 94328"/>
                      <a:gd name="connsiteX2" fmla="*/ 51488 w 59908"/>
                      <a:gd name="connsiteY2" fmla="*/ 81789 h 94328"/>
                      <a:gd name="connsiteX3" fmla="*/ 13785 w 59908"/>
                      <a:gd name="connsiteY3" fmla="*/ 81789 h 94328"/>
                      <a:gd name="connsiteX4" fmla="*/ 13785 w 59908"/>
                      <a:gd name="connsiteY4" fmla="*/ 59124 h 94328"/>
                      <a:gd name="connsiteX5" fmla="*/ 19222 w 59908"/>
                      <a:gd name="connsiteY5" fmla="*/ 60512 h 94328"/>
                      <a:gd name="connsiteX6" fmla="*/ 24699 w 59908"/>
                      <a:gd name="connsiteY6" fmla="*/ 60968 h 94328"/>
                      <a:gd name="connsiteX7" fmla="*/ 49246 w 59908"/>
                      <a:gd name="connsiteY7" fmla="*/ 52481 h 94328"/>
                      <a:gd name="connsiteX8" fmla="*/ 58314 w 59908"/>
                      <a:gd name="connsiteY8" fmla="*/ 29499 h 94328"/>
                      <a:gd name="connsiteX9" fmla="*/ 49007 w 59908"/>
                      <a:gd name="connsiteY9" fmla="*/ 6279 h 94328"/>
                      <a:gd name="connsiteX10" fmla="*/ 22774 w 59908"/>
                      <a:gd name="connsiteY10" fmla="*/ -1990 h 94328"/>
                      <a:gd name="connsiteX11" fmla="*/ 10888 w 59908"/>
                      <a:gd name="connsiteY11" fmla="*/ -999 h 94328"/>
                      <a:gd name="connsiteX12" fmla="*/ -1594 w 59908"/>
                      <a:gd name="connsiteY12" fmla="*/ 1976 h 94328"/>
                      <a:gd name="connsiteX13" fmla="*/ -1594 w 59908"/>
                      <a:gd name="connsiteY13" fmla="*/ 14567 h 94328"/>
                      <a:gd name="connsiteX14" fmla="*/ 9935 w 59908"/>
                      <a:gd name="connsiteY14" fmla="*/ 10046 h 94328"/>
                      <a:gd name="connsiteX15" fmla="*/ 22516 w 59908"/>
                      <a:gd name="connsiteY15" fmla="*/ 8559 h 94328"/>
                      <a:gd name="connsiteX16" fmla="*/ 39502 w 59908"/>
                      <a:gd name="connsiteY16" fmla="*/ 14191 h 94328"/>
                      <a:gd name="connsiteX17" fmla="*/ 45773 w 59908"/>
                      <a:gd name="connsiteY17" fmla="*/ 29499 h 94328"/>
                      <a:gd name="connsiteX18" fmla="*/ 39502 w 59908"/>
                      <a:gd name="connsiteY18" fmla="*/ 44788 h 94328"/>
                      <a:gd name="connsiteX19" fmla="*/ 22516 w 59908"/>
                      <a:gd name="connsiteY19" fmla="*/ 50439 h 94328"/>
                      <a:gd name="connsiteX20" fmla="*/ 12495 w 59908"/>
                      <a:gd name="connsiteY20" fmla="*/ 49328 h 94328"/>
                      <a:gd name="connsiteX21" fmla="*/ 2315 w 59908"/>
                      <a:gd name="connsiteY21" fmla="*/ 45858 h 94328"/>
                      <a:gd name="connsiteX22" fmla="*/ 2315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315" y="92338"/>
                        </a:moveTo>
                        <a:lnTo>
                          <a:pt x="51488" y="92338"/>
                        </a:lnTo>
                        <a:lnTo>
                          <a:pt x="51488" y="81789"/>
                        </a:lnTo>
                        <a:lnTo>
                          <a:pt x="13785" y="81789"/>
                        </a:lnTo>
                        <a:lnTo>
                          <a:pt x="13785" y="59124"/>
                        </a:lnTo>
                        <a:cubicBezTo>
                          <a:pt x="15597" y="59746"/>
                          <a:pt x="17410" y="60208"/>
                          <a:pt x="19222" y="60512"/>
                        </a:cubicBezTo>
                        <a:cubicBezTo>
                          <a:pt x="21048" y="60816"/>
                          <a:pt x="22873" y="60968"/>
                          <a:pt x="24699" y="60968"/>
                        </a:cubicBezTo>
                        <a:cubicBezTo>
                          <a:pt x="35031" y="60968"/>
                          <a:pt x="43213" y="58139"/>
                          <a:pt x="49246" y="52481"/>
                        </a:cubicBezTo>
                        <a:cubicBezTo>
                          <a:pt x="55291" y="46823"/>
                          <a:pt x="58314" y="39163"/>
                          <a:pt x="58314" y="29499"/>
                        </a:cubicBezTo>
                        <a:cubicBezTo>
                          <a:pt x="58314" y="19545"/>
                          <a:pt x="55212" y="11805"/>
                          <a:pt x="49007" y="6279"/>
                        </a:cubicBezTo>
                        <a:cubicBezTo>
                          <a:pt x="42803" y="766"/>
                          <a:pt x="34058" y="-1990"/>
                          <a:pt x="22774" y="-1990"/>
                        </a:cubicBezTo>
                        <a:cubicBezTo>
                          <a:pt x="18885" y="-1990"/>
                          <a:pt x="14922" y="-1660"/>
                          <a:pt x="10888" y="-999"/>
                        </a:cubicBezTo>
                        <a:cubicBezTo>
                          <a:pt x="6866" y="-338"/>
                          <a:pt x="2705" y="654"/>
                          <a:pt x="-1594" y="1976"/>
                        </a:cubicBezTo>
                        <a:lnTo>
                          <a:pt x="-1594" y="14567"/>
                        </a:lnTo>
                        <a:cubicBezTo>
                          <a:pt x="2123" y="12545"/>
                          <a:pt x="5966" y="11038"/>
                          <a:pt x="9935" y="10046"/>
                        </a:cubicBezTo>
                        <a:cubicBezTo>
                          <a:pt x="13904" y="9055"/>
                          <a:pt x="18097" y="8559"/>
                          <a:pt x="22516" y="8559"/>
                        </a:cubicBezTo>
                        <a:cubicBezTo>
                          <a:pt x="29673" y="8559"/>
                          <a:pt x="35335" y="10436"/>
                          <a:pt x="39502" y="14191"/>
                        </a:cubicBezTo>
                        <a:cubicBezTo>
                          <a:pt x="43683" y="17945"/>
                          <a:pt x="45773" y="23048"/>
                          <a:pt x="45773" y="29499"/>
                        </a:cubicBezTo>
                        <a:cubicBezTo>
                          <a:pt x="45773" y="35937"/>
                          <a:pt x="43683" y="41033"/>
                          <a:pt x="39502" y="44788"/>
                        </a:cubicBezTo>
                        <a:cubicBezTo>
                          <a:pt x="35335" y="48555"/>
                          <a:pt x="29673" y="50439"/>
                          <a:pt x="22516" y="50439"/>
                        </a:cubicBezTo>
                        <a:cubicBezTo>
                          <a:pt x="19169" y="50439"/>
                          <a:pt x="15829" y="50069"/>
                          <a:pt x="12495" y="49328"/>
                        </a:cubicBezTo>
                        <a:cubicBezTo>
                          <a:pt x="9174" y="48588"/>
                          <a:pt x="5781" y="47431"/>
                          <a:pt x="2315" y="45858"/>
                        </a:cubicBezTo>
                        <a:lnTo>
                          <a:pt x="2315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62" name="Freeform: Shape 261">
                    <a:extLst>
                      <a:ext uri="{FF2B5EF4-FFF2-40B4-BE49-F238E27FC236}">
                        <a16:creationId xmlns:a16="http://schemas.microsoft.com/office/drawing/2014/main" id="{2F31CFB3-40A2-ABBE-D815-F614BF6C78E9}"/>
                      </a:ext>
                    </a:extLst>
                  </p:cNvPr>
                  <p:cNvSpPr/>
                  <p:nvPr/>
                </p:nvSpPr>
                <p:spPr>
                  <a:xfrm flipV="1">
                    <a:off x="8410619" y="4959304"/>
                    <a:ext cx="63500" cy="95994"/>
                  </a:xfrm>
                  <a:custGeom>
                    <a:avLst/>
                    <a:gdLst>
                      <a:gd name="connsiteX0" fmla="*/ 30132 w 63500"/>
                      <a:gd name="connsiteY0" fmla="*/ 43714 h 95994"/>
                      <a:gd name="connsiteX1" fmla="*/ 16082 w 63500"/>
                      <a:gd name="connsiteY1" fmla="*/ 38935 h 95994"/>
                      <a:gd name="connsiteX2" fmla="*/ 10983 w 63500"/>
                      <a:gd name="connsiteY2" fmla="*/ 25808 h 95994"/>
                      <a:gd name="connsiteX3" fmla="*/ 16082 w 63500"/>
                      <a:gd name="connsiteY3" fmla="*/ 12661 h 95994"/>
                      <a:gd name="connsiteX4" fmla="*/ 30132 w 63500"/>
                      <a:gd name="connsiteY4" fmla="*/ 7883 h 95994"/>
                      <a:gd name="connsiteX5" fmla="*/ 44201 w 63500"/>
                      <a:gd name="connsiteY5" fmla="*/ 12681 h 95994"/>
                      <a:gd name="connsiteX6" fmla="*/ 49360 w 63500"/>
                      <a:gd name="connsiteY6" fmla="*/ 25808 h 95994"/>
                      <a:gd name="connsiteX7" fmla="*/ 44241 w 63500"/>
                      <a:gd name="connsiteY7" fmla="*/ 38935 h 95994"/>
                      <a:gd name="connsiteX8" fmla="*/ 30132 w 63500"/>
                      <a:gd name="connsiteY8" fmla="*/ 43714 h 95994"/>
                      <a:gd name="connsiteX9" fmla="*/ 17610 w 63500"/>
                      <a:gd name="connsiteY9" fmla="*/ 49029 h 95994"/>
                      <a:gd name="connsiteX10" fmla="*/ 5049 w 63500"/>
                      <a:gd name="connsiteY10" fmla="*/ 56524 h 95994"/>
                      <a:gd name="connsiteX11" fmla="*/ 565 w 63500"/>
                      <a:gd name="connsiteY11" fmla="*/ 69988 h 95994"/>
                      <a:gd name="connsiteX12" fmla="*/ 8462 w 63500"/>
                      <a:gd name="connsiteY12" fmla="*/ 87517 h 95994"/>
                      <a:gd name="connsiteX13" fmla="*/ 30132 w 63500"/>
                      <a:gd name="connsiteY13" fmla="*/ 93962 h 95994"/>
                      <a:gd name="connsiteX14" fmla="*/ 51841 w 63500"/>
                      <a:gd name="connsiteY14" fmla="*/ 87517 h 95994"/>
                      <a:gd name="connsiteX15" fmla="*/ 59719 w 63500"/>
                      <a:gd name="connsiteY15" fmla="*/ 69988 h 95994"/>
                      <a:gd name="connsiteX16" fmla="*/ 55214 w 63500"/>
                      <a:gd name="connsiteY16" fmla="*/ 56524 h 95994"/>
                      <a:gd name="connsiteX17" fmla="*/ 42733 w 63500"/>
                      <a:gd name="connsiteY17" fmla="*/ 49029 h 95994"/>
                      <a:gd name="connsiteX18" fmla="*/ 56822 w 63500"/>
                      <a:gd name="connsiteY18" fmla="*/ 40780 h 95994"/>
                      <a:gd name="connsiteX19" fmla="*/ 61882 w 63500"/>
                      <a:gd name="connsiteY19" fmla="*/ 25808 h 95994"/>
                      <a:gd name="connsiteX20" fmla="*/ 53666 w 63500"/>
                      <a:gd name="connsiteY20" fmla="*/ 5146 h 95994"/>
                      <a:gd name="connsiteX21" fmla="*/ 30132 w 63500"/>
                      <a:gd name="connsiteY21" fmla="*/ -2032 h 95994"/>
                      <a:gd name="connsiteX22" fmla="*/ 6597 w 63500"/>
                      <a:gd name="connsiteY22" fmla="*/ 5146 h 95994"/>
                      <a:gd name="connsiteX23" fmla="*/ -1618 w 63500"/>
                      <a:gd name="connsiteY23" fmla="*/ 25808 h 95994"/>
                      <a:gd name="connsiteX24" fmla="*/ 3462 w 63500"/>
                      <a:gd name="connsiteY24" fmla="*/ 40780 h 95994"/>
                      <a:gd name="connsiteX25" fmla="*/ 17610 w 63500"/>
                      <a:gd name="connsiteY25" fmla="*/ 49029 h 95994"/>
                      <a:gd name="connsiteX26" fmla="*/ 13026 w 63500"/>
                      <a:gd name="connsiteY26" fmla="*/ 68799 h 95994"/>
                      <a:gd name="connsiteX27" fmla="*/ 17511 w 63500"/>
                      <a:gd name="connsiteY27" fmla="*/ 57595 h 95994"/>
                      <a:gd name="connsiteX28" fmla="*/ 30132 w 63500"/>
                      <a:gd name="connsiteY28" fmla="*/ 53570 h 95994"/>
                      <a:gd name="connsiteX29" fmla="*/ 42752 w 63500"/>
                      <a:gd name="connsiteY29" fmla="*/ 57595 h 95994"/>
                      <a:gd name="connsiteX30" fmla="*/ 47316 w 63500"/>
                      <a:gd name="connsiteY30" fmla="*/ 68799 h 95994"/>
                      <a:gd name="connsiteX31" fmla="*/ 42752 w 63500"/>
                      <a:gd name="connsiteY31" fmla="*/ 80022 h 95994"/>
                      <a:gd name="connsiteX32" fmla="*/ 30132 w 63500"/>
                      <a:gd name="connsiteY32" fmla="*/ 84047 h 95994"/>
                      <a:gd name="connsiteX33" fmla="*/ 17511 w 63500"/>
                      <a:gd name="connsiteY33" fmla="*/ 80022 h 95994"/>
                      <a:gd name="connsiteX34" fmla="*/ 13026 w 63500"/>
                      <a:gd name="connsiteY34" fmla="*/ 6879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500" h="95994">
                        <a:moveTo>
                          <a:pt x="30132" y="43714"/>
                        </a:moveTo>
                        <a:cubicBezTo>
                          <a:pt x="24179" y="43714"/>
                          <a:pt x="19496" y="42121"/>
                          <a:pt x="16082" y="38935"/>
                        </a:cubicBezTo>
                        <a:cubicBezTo>
                          <a:pt x="12682" y="35750"/>
                          <a:pt x="10983" y="31374"/>
                          <a:pt x="10983" y="25808"/>
                        </a:cubicBezTo>
                        <a:cubicBezTo>
                          <a:pt x="10983" y="20230"/>
                          <a:pt x="12682" y="15847"/>
                          <a:pt x="16082" y="12661"/>
                        </a:cubicBezTo>
                        <a:cubicBezTo>
                          <a:pt x="19496" y="9476"/>
                          <a:pt x="24179" y="7883"/>
                          <a:pt x="30132" y="7883"/>
                        </a:cubicBezTo>
                        <a:cubicBezTo>
                          <a:pt x="36085" y="7883"/>
                          <a:pt x="40775" y="9482"/>
                          <a:pt x="44201" y="12681"/>
                        </a:cubicBezTo>
                        <a:cubicBezTo>
                          <a:pt x="47641" y="15894"/>
                          <a:pt x="49360" y="20269"/>
                          <a:pt x="49360" y="25808"/>
                        </a:cubicBezTo>
                        <a:cubicBezTo>
                          <a:pt x="49360" y="31374"/>
                          <a:pt x="47654" y="35750"/>
                          <a:pt x="44241" y="38935"/>
                        </a:cubicBezTo>
                        <a:cubicBezTo>
                          <a:pt x="40841" y="42121"/>
                          <a:pt x="36138" y="43714"/>
                          <a:pt x="30132" y="43714"/>
                        </a:cubicBezTo>
                        <a:close/>
                        <a:moveTo>
                          <a:pt x="17610" y="49029"/>
                        </a:moveTo>
                        <a:cubicBezTo>
                          <a:pt x="12239" y="50351"/>
                          <a:pt x="8052" y="52849"/>
                          <a:pt x="5049" y="56524"/>
                        </a:cubicBezTo>
                        <a:cubicBezTo>
                          <a:pt x="2059" y="60212"/>
                          <a:pt x="565" y="64700"/>
                          <a:pt x="565" y="69988"/>
                        </a:cubicBezTo>
                        <a:cubicBezTo>
                          <a:pt x="565" y="77378"/>
                          <a:pt x="3197" y="83221"/>
                          <a:pt x="8462" y="87517"/>
                        </a:cubicBezTo>
                        <a:cubicBezTo>
                          <a:pt x="13741" y="91814"/>
                          <a:pt x="20964" y="93962"/>
                          <a:pt x="30132" y="93962"/>
                        </a:cubicBezTo>
                        <a:cubicBezTo>
                          <a:pt x="39352" y="93962"/>
                          <a:pt x="46589" y="91814"/>
                          <a:pt x="51841" y="87517"/>
                        </a:cubicBezTo>
                        <a:cubicBezTo>
                          <a:pt x="57093" y="83221"/>
                          <a:pt x="59719" y="77378"/>
                          <a:pt x="59719" y="69988"/>
                        </a:cubicBezTo>
                        <a:cubicBezTo>
                          <a:pt x="59719" y="64700"/>
                          <a:pt x="58217" y="60212"/>
                          <a:pt x="55214" y="56524"/>
                        </a:cubicBezTo>
                        <a:cubicBezTo>
                          <a:pt x="52224" y="52849"/>
                          <a:pt x="48064" y="50351"/>
                          <a:pt x="42733" y="49029"/>
                        </a:cubicBezTo>
                        <a:cubicBezTo>
                          <a:pt x="48765" y="47627"/>
                          <a:pt x="53461" y="44878"/>
                          <a:pt x="56822" y="40780"/>
                        </a:cubicBezTo>
                        <a:cubicBezTo>
                          <a:pt x="60195" y="36695"/>
                          <a:pt x="61882" y="31704"/>
                          <a:pt x="61882" y="25808"/>
                        </a:cubicBezTo>
                        <a:cubicBezTo>
                          <a:pt x="61882" y="16832"/>
                          <a:pt x="59143" y="9945"/>
                          <a:pt x="53666" y="5146"/>
                        </a:cubicBezTo>
                        <a:cubicBezTo>
                          <a:pt x="48190" y="361"/>
                          <a:pt x="40345" y="-2032"/>
                          <a:pt x="30132" y="-2032"/>
                        </a:cubicBezTo>
                        <a:cubicBezTo>
                          <a:pt x="19932" y="-2032"/>
                          <a:pt x="12087" y="361"/>
                          <a:pt x="6597" y="5146"/>
                        </a:cubicBezTo>
                        <a:cubicBezTo>
                          <a:pt x="1120" y="9945"/>
                          <a:pt x="-1618" y="16832"/>
                          <a:pt x="-1618" y="25808"/>
                        </a:cubicBezTo>
                        <a:cubicBezTo>
                          <a:pt x="-1618" y="31704"/>
                          <a:pt x="75" y="36695"/>
                          <a:pt x="3462" y="40780"/>
                        </a:cubicBezTo>
                        <a:cubicBezTo>
                          <a:pt x="6862" y="44878"/>
                          <a:pt x="11578" y="47627"/>
                          <a:pt x="17610" y="49029"/>
                        </a:cubicBezTo>
                        <a:close/>
                        <a:moveTo>
                          <a:pt x="13026" y="68799"/>
                        </a:moveTo>
                        <a:cubicBezTo>
                          <a:pt x="13026" y="64013"/>
                          <a:pt x="14521" y="60278"/>
                          <a:pt x="17511" y="57595"/>
                        </a:cubicBezTo>
                        <a:cubicBezTo>
                          <a:pt x="20514" y="54911"/>
                          <a:pt x="24721" y="53570"/>
                          <a:pt x="30132" y="53570"/>
                        </a:cubicBezTo>
                        <a:cubicBezTo>
                          <a:pt x="35516" y="53570"/>
                          <a:pt x="39723" y="54911"/>
                          <a:pt x="42752" y="57595"/>
                        </a:cubicBezTo>
                        <a:cubicBezTo>
                          <a:pt x="45795" y="60278"/>
                          <a:pt x="47316" y="64013"/>
                          <a:pt x="47316" y="68799"/>
                        </a:cubicBezTo>
                        <a:cubicBezTo>
                          <a:pt x="47316" y="73597"/>
                          <a:pt x="45795" y="77338"/>
                          <a:pt x="42752" y="80022"/>
                        </a:cubicBezTo>
                        <a:cubicBezTo>
                          <a:pt x="39723" y="82706"/>
                          <a:pt x="35516" y="84047"/>
                          <a:pt x="30132" y="84047"/>
                        </a:cubicBezTo>
                        <a:cubicBezTo>
                          <a:pt x="24721" y="84047"/>
                          <a:pt x="20514" y="82706"/>
                          <a:pt x="17511" y="80022"/>
                        </a:cubicBezTo>
                        <a:cubicBezTo>
                          <a:pt x="14521" y="77338"/>
                          <a:pt x="13026" y="73597"/>
                          <a:pt x="13026" y="6879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63" name="Freeform: Shape 262">
                    <a:extLst>
                      <a:ext uri="{FF2B5EF4-FFF2-40B4-BE49-F238E27FC236}">
                        <a16:creationId xmlns:a16="http://schemas.microsoft.com/office/drawing/2014/main" id="{6FC011F6-F91D-1C39-A2B2-179793F4C880}"/>
                      </a:ext>
                    </a:extLst>
                  </p:cNvPr>
                  <p:cNvSpPr/>
                  <p:nvPr/>
                </p:nvSpPr>
                <p:spPr>
                  <a:xfrm flipV="1">
                    <a:off x="8491182" y="4959304"/>
                    <a:ext cx="63996" cy="95994"/>
                  </a:xfrm>
                  <a:custGeom>
                    <a:avLst/>
                    <a:gdLst>
                      <a:gd name="connsiteX0" fmla="*/ 30376 w 63996"/>
                      <a:gd name="connsiteY0" fmla="*/ 84047 h 95994"/>
                      <a:gd name="connsiteX1" fmla="*/ 15830 w 63996"/>
                      <a:gd name="connsiteY1" fmla="*/ 74529 h 95994"/>
                      <a:gd name="connsiteX2" fmla="*/ 10969 w 63996"/>
                      <a:gd name="connsiteY2" fmla="*/ 45935 h 95994"/>
                      <a:gd name="connsiteX3" fmla="*/ 15830 w 63996"/>
                      <a:gd name="connsiteY3" fmla="*/ 17401 h 95994"/>
                      <a:gd name="connsiteX4" fmla="*/ 30376 w 63996"/>
                      <a:gd name="connsiteY4" fmla="*/ 7883 h 95994"/>
                      <a:gd name="connsiteX5" fmla="*/ 44981 w 63996"/>
                      <a:gd name="connsiteY5" fmla="*/ 17401 h 95994"/>
                      <a:gd name="connsiteX6" fmla="*/ 49862 w 63996"/>
                      <a:gd name="connsiteY6" fmla="*/ 45935 h 95994"/>
                      <a:gd name="connsiteX7" fmla="*/ 44981 w 63996"/>
                      <a:gd name="connsiteY7" fmla="*/ 74529 h 95994"/>
                      <a:gd name="connsiteX8" fmla="*/ 30376 w 63996"/>
                      <a:gd name="connsiteY8" fmla="*/ 84047 h 95994"/>
                      <a:gd name="connsiteX9" fmla="*/ 30376 w 63996"/>
                      <a:gd name="connsiteY9" fmla="*/ 93962 h 95994"/>
                      <a:gd name="connsiteX10" fmla="*/ 54168 w 63996"/>
                      <a:gd name="connsiteY10" fmla="*/ 81648 h 95994"/>
                      <a:gd name="connsiteX11" fmla="*/ 62384 w 63996"/>
                      <a:gd name="connsiteY11" fmla="*/ 45935 h 95994"/>
                      <a:gd name="connsiteX12" fmla="*/ 54168 w 63996"/>
                      <a:gd name="connsiteY12" fmla="*/ 10262 h 95994"/>
                      <a:gd name="connsiteX13" fmla="*/ 30376 w 63996"/>
                      <a:gd name="connsiteY13" fmla="*/ -2032 h 95994"/>
                      <a:gd name="connsiteX14" fmla="*/ 6603 w 63996"/>
                      <a:gd name="connsiteY14" fmla="*/ 10262 h 95994"/>
                      <a:gd name="connsiteX15" fmla="*/ -1612 w 63996"/>
                      <a:gd name="connsiteY15" fmla="*/ 45935 h 95994"/>
                      <a:gd name="connsiteX16" fmla="*/ 6603 w 63996"/>
                      <a:gd name="connsiteY16" fmla="*/ 81648 h 95994"/>
                      <a:gd name="connsiteX17" fmla="*/ 3037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76" y="84047"/>
                        </a:moveTo>
                        <a:cubicBezTo>
                          <a:pt x="23933" y="84047"/>
                          <a:pt x="19085" y="80875"/>
                          <a:pt x="15830" y="74529"/>
                        </a:cubicBezTo>
                        <a:cubicBezTo>
                          <a:pt x="12589" y="68197"/>
                          <a:pt x="10969" y="58666"/>
                          <a:pt x="10969" y="45935"/>
                        </a:cubicBezTo>
                        <a:cubicBezTo>
                          <a:pt x="10969" y="33258"/>
                          <a:pt x="12589" y="23746"/>
                          <a:pt x="15830" y="17401"/>
                        </a:cubicBezTo>
                        <a:cubicBezTo>
                          <a:pt x="19085" y="11055"/>
                          <a:pt x="23933" y="7883"/>
                          <a:pt x="30376" y="7883"/>
                        </a:cubicBezTo>
                        <a:cubicBezTo>
                          <a:pt x="36871" y="7883"/>
                          <a:pt x="41740" y="11055"/>
                          <a:pt x="44981" y="17401"/>
                        </a:cubicBezTo>
                        <a:cubicBezTo>
                          <a:pt x="48235" y="23746"/>
                          <a:pt x="49862" y="33258"/>
                          <a:pt x="49862" y="45935"/>
                        </a:cubicBezTo>
                        <a:cubicBezTo>
                          <a:pt x="49862" y="58666"/>
                          <a:pt x="48235" y="68197"/>
                          <a:pt x="44981" y="74529"/>
                        </a:cubicBezTo>
                        <a:cubicBezTo>
                          <a:pt x="41740" y="80875"/>
                          <a:pt x="36871" y="84047"/>
                          <a:pt x="30376" y="84047"/>
                        </a:cubicBezTo>
                        <a:close/>
                        <a:moveTo>
                          <a:pt x="30376" y="93962"/>
                        </a:moveTo>
                        <a:cubicBezTo>
                          <a:pt x="40761" y="93962"/>
                          <a:pt x="48692" y="89857"/>
                          <a:pt x="54168" y="81648"/>
                        </a:cubicBezTo>
                        <a:cubicBezTo>
                          <a:pt x="59645" y="73452"/>
                          <a:pt x="62384" y="61548"/>
                          <a:pt x="62384" y="45935"/>
                        </a:cubicBezTo>
                        <a:cubicBezTo>
                          <a:pt x="62384" y="30363"/>
                          <a:pt x="59645" y="18471"/>
                          <a:pt x="54168" y="10262"/>
                        </a:cubicBezTo>
                        <a:cubicBezTo>
                          <a:pt x="48692" y="2066"/>
                          <a:pt x="40761" y="-2032"/>
                          <a:pt x="30376" y="-2032"/>
                        </a:cubicBezTo>
                        <a:cubicBezTo>
                          <a:pt x="20004" y="-2032"/>
                          <a:pt x="12080" y="2066"/>
                          <a:pt x="6603" y="10262"/>
                        </a:cubicBezTo>
                        <a:cubicBezTo>
                          <a:pt x="1126" y="18471"/>
                          <a:pt x="-1612" y="30363"/>
                          <a:pt x="-1612" y="45935"/>
                        </a:cubicBezTo>
                        <a:cubicBezTo>
                          <a:pt x="-1612" y="61548"/>
                          <a:pt x="1126" y="73452"/>
                          <a:pt x="6603" y="81648"/>
                        </a:cubicBezTo>
                        <a:cubicBezTo>
                          <a:pt x="12080" y="89857"/>
                          <a:pt x="20004" y="93962"/>
                          <a:pt x="3037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264" name="Graphic 200">
              <a:extLst>
                <a:ext uri="{FF2B5EF4-FFF2-40B4-BE49-F238E27FC236}">
                  <a16:creationId xmlns:a16="http://schemas.microsoft.com/office/drawing/2014/main" id="{D4FB32DD-C45C-B0A0-521E-A593BFE942E5}"/>
                </a:ext>
              </a:extLst>
            </p:cNvPr>
            <p:cNvGrpSpPr/>
            <p:nvPr/>
          </p:nvGrpSpPr>
          <p:grpSpPr>
            <a:xfrm>
              <a:off x="3570548" y="2266547"/>
              <a:ext cx="325100" cy="2367732"/>
              <a:chOff x="3570548" y="2266547"/>
              <a:chExt cx="325100" cy="2367732"/>
            </a:xfrm>
            <a:solidFill>
              <a:srgbClr val="000000"/>
            </a:solidFill>
          </p:grpSpPr>
          <p:grpSp>
            <p:nvGrpSpPr>
              <p:cNvPr id="265" name="Graphic 200">
                <a:extLst>
                  <a:ext uri="{FF2B5EF4-FFF2-40B4-BE49-F238E27FC236}">
                    <a16:creationId xmlns:a16="http://schemas.microsoft.com/office/drawing/2014/main" id="{B3D84692-495E-8950-096A-FB16E42768E2}"/>
                  </a:ext>
                </a:extLst>
              </p:cNvPr>
              <p:cNvGrpSpPr/>
              <p:nvPr/>
            </p:nvGrpSpPr>
            <p:grpSpPr>
              <a:xfrm>
                <a:off x="3570548" y="4538285"/>
                <a:ext cx="325100" cy="95994"/>
                <a:chOff x="3570548" y="4538285"/>
                <a:chExt cx="325100" cy="95994"/>
              </a:xfrm>
              <a:solidFill>
                <a:srgbClr val="000000"/>
              </a:solidFill>
            </p:grpSpPr>
            <p:sp>
              <p:nvSpPr>
                <p:cNvPr id="266" name="Freeform: Shape 265">
                  <a:extLst>
                    <a:ext uri="{FF2B5EF4-FFF2-40B4-BE49-F238E27FC236}">
                      <a16:creationId xmlns:a16="http://schemas.microsoft.com/office/drawing/2014/main" id="{5F27D0F7-A47F-AE64-4F6B-715142FF833B}"/>
                    </a:ext>
                  </a:extLst>
                </p:cNvPr>
                <p:cNvSpPr/>
                <p:nvPr/>
              </p:nvSpPr>
              <p:spPr>
                <a:xfrm>
                  <a:off x="3851198" y="4584260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264 h 12690"/>
                    <a:gd name="connsiteX1" fmla="*/ 58 w 44450"/>
                    <a:gd name="connsiteY1" fmla="*/ 264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264"/>
                      </a:moveTo>
                      <a:lnTo>
                        <a:pt x="58" y="26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67" name="Graphic 200">
                  <a:extLst>
                    <a:ext uri="{FF2B5EF4-FFF2-40B4-BE49-F238E27FC236}">
                      <a16:creationId xmlns:a16="http://schemas.microsoft.com/office/drawing/2014/main" id="{0C637237-64B4-76FC-422C-2BA3E2A1A02D}"/>
                    </a:ext>
                  </a:extLst>
                </p:cNvPr>
                <p:cNvGrpSpPr/>
                <p:nvPr/>
              </p:nvGrpSpPr>
              <p:grpSpPr>
                <a:xfrm>
                  <a:off x="3570548" y="4538285"/>
                  <a:ext cx="227761" cy="95994"/>
                  <a:chOff x="3570548" y="4538285"/>
                  <a:chExt cx="227761" cy="95994"/>
                </a:xfrm>
                <a:solidFill>
                  <a:srgbClr val="000000"/>
                </a:solidFill>
              </p:grpSpPr>
              <p:sp>
                <p:nvSpPr>
                  <p:cNvPr id="268" name="Freeform: Shape 267">
                    <a:extLst>
                      <a:ext uri="{FF2B5EF4-FFF2-40B4-BE49-F238E27FC236}">
                        <a16:creationId xmlns:a16="http://schemas.microsoft.com/office/drawing/2014/main" id="{7CEAFBAF-9564-10D6-13C1-23723B63850C}"/>
                      </a:ext>
                    </a:extLst>
                  </p:cNvPr>
                  <p:cNvSpPr/>
                  <p:nvPr/>
                </p:nvSpPr>
                <p:spPr>
                  <a:xfrm flipV="1">
                    <a:off x="3570548" y="4539951"/>
                    <a:ext cx="67468" cy="92524"/>
                  </a:xfrm>
                  <a:custGeom>
                    <a:avLst/>
                    <a:gdLst>
                      <a:gd name="connsiteX0" fmla="*/ 39813 w 67468"/>
                      <a:gd name="connsiteY0" fmla="*/ 79549 h 92524"/>
                      <a:gd name="connsiteX1" fmla="*/ 8182 w 67468"/>
                      <a:gd name="connsiteY1" fmla="*/ 30154 h 92524"/>
                      <a:gd name="connsiteX2" fmla="*/ 39813 w 67468"/>
                      <a:gd name="connsiteY2" fmla="*/ 30154 h 92524"/>
                      <a:gd name="connsiteX3" fmla="*/ 39813 w 67468"/>
                      <a:gd name="connsiteY3" fmla="*/ 79549 h 92524"/>
                      <a:gd name="connsiteX4" fmla="*/ 36519 w 67468"/>
                      <a:gd name="connsiteY4" fmla="*/ 90455 h 92524"/>
                      <a:gd name="connsiteX5" fmla="*/ 52275 w 67468"/>
                      <a:gd name="connsiteY5" fmla="*/ 90455 h 92524"/>
                      <a:gd name="connsiteX6" fmla="*/ 52275 w 67468"/>
                      <a:gd name="connsiteY6" fmla="*/ 30154 h 92524"/>
                      <a:gd name="connsiteX7" fmla="*/ 65491 w 67468"/>
                      <a:gd name="connsiteY7" fmla="*/ 30154 h 92524"/>
                      <a:gd name="connsiteX8" fmla="*/ 65491 w 67468"/>
                      <a:gd name="connsiteY8" fmla="*/ 19744 h 92524"/>
                      <a:gd name="connsiteX9" fmla="*/ 52275 w 67468"/>
                      <a:gd name="connsiteY9" fmla="*/ 19744 h 92524"/>
                      <a:gd name="connsiteX10" fmla="*/ 52275 w 67468"/>
                      <a:gd name="connsiteY10" fmla="*/ -2069 h 92524"/>
                      <a:gd name="connsiteX11" fmla="*/ 39813 w 67468"/>
                      <a:gd name="connsiteY11" fmla="*/ -2069 h 92524"/>
                      <a:gd name="connsiteX12" fmla="*/ 39813 w 67468"/>
                      <a:gd name="connsiteY12" fmla="*/ 19744 h 92524"/>
                      <a:gd name="connsiteX13" fmla="*/ -1978 w 67468"/>
                      <a:gd name="connsiteY13" fmla="*/ 19744 h 92524"/>
                      <a:gd name="connsiteX14" fmla="*/ -1978 w 67468"/>
                      <a:gd name="connsiteY14" fmla="*/ 31820 h 92524"/>
                      <a:gd name="connsiteX15" fmla="*/ 36519 w 67468"/>
                      <a:gd name="connsiteY15" fmla="*/ 9045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39813" y="79549"/>
                        </a:moveTo>
                        <a:lnTo>
                          <a:pt x="8182" y="30154"/>
                        </a:lnTo>
                        <a:lnTo>
                          <a:pt x="39813" y="30154"/>
                        </a:lnTo>
                        <a:lnTo>
                          <a:pt x="39813" y="79549"/>
                        </a:lnTo>
                        <a:close/>
                        <a:moveTo>
                          <a:pt x="36519" y="90455"/>
                        </a:moveTo>
                        <a:lnTo>
                          <a:pt x="52275" y="90455"/>
                        </a:lnTo>
                        <a:lnTo>
                          <a:pt x="52275" y="30154"/>
                        </a:lnTo>
                        <a:lnTo>
                          <a:pt x="65491" y="30154"/>
                        </a:lnTo>
                        <a:lnTo>
                          <a:pt x="65491" y="19744"/>
                        </a:lnTo>
                        <a:lnTo>
                          <a:pt x="52275" y="19744"/>
                        </a:lnTo>
                        <a:lnTo>
                          <a:pt x="52275" y="-2069"/>
                        </a:lnTo>
                        <a:lnTo>
                          <a:pt x="39813" y="-2069"/>
                        </a:lnTo>
                        <a:lnTo>
                          <a:pt x="39813" y="19744"/>
                        </a:lnTo>
                        <a:lnTo>
                          <a:pt x="-1978" y="19744"/>
                        </a:lnTo>
                        <a:lnTo>
                          <a:pt x="-1978" y="31820"/>
                        </a:lnTo>
                        <a:lnTo>
                          <a:pt x="36519" y="904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69" name="Freeform: Shape 268">
                    <a:extLst>
                      <a:ext uri="{FF2B5EF4-FFF2-40B4-BE49-F238E27FC236}">
                        <a16:creationId xmlns:a16="http://schemas.microsoft.com/office/drawing/2014/main" id="{317FA11E-D98B-F23B-4E78-28134BE3825B}"/>
                      </a:ext>
                    </a:extLst>
                  </p:cNvPr>
                  <p:cNvSpPr/>
                  <p:nvPr/>
                </p:nvSpPr>
                <p:spPr>
                  <a:xfrm flipV="1">
                    <a:off x="3653751" y="4538285"/>
                    <a:ext cx="63500" cy="95994"/>
                  </a:xfrm>
                  <a:custGeom>
                    <a:avLst/>
                    <a:gdLst>
                      <a:gd name="connsiteX0" fmla="*/ 29757 w 63500"/>
                      <a:gd name="connsiteY0" fmla="*/ 43681 h 95994"/>
                      <a:gd name="connsiteX1" fmla="*/ 15708 w 63500"/>
                      <a:gd name="connsiteY1" fmla="*/ 38902 h 95994"/>
                      <a:gd name="connsiteX2" fmla="*/ 10608 w 63500"/>
                      <a:gd name="connsiteY2" fmla="*/ 25775 h 95994"/>
                      <a:gd name="connsiteX3" fmla="*/ 15708 w 63500"/>
                      <a:gd name="connsiteY3" fmla="*/ 12628 h 95994"/>
                      <a:gd name="connsiteX4" fmla="*/ 29757 w 63500"/>
                      <a:gd name="connsiteY4" fmla="*/ 7849 h 95994"/>
                      <a:gd name="connsiteX5" fmla="*/ 43826 w 63500"/>
                      <a:gd name="connsiteY5" fmla="*/ 12648 h 95994"/>
                      <a:gd name="connsiteX6" fmla="*/ 48986 w 63500"/>
                      <a:gd name="connsiteY6" fmla="*/ 25775 h 95994"/>
                      <a:gd name="connsiteX7" fmla="*/ 43866 w 63500"/>
                      <a:gd name="connsiteY7" fmla="*/ 38902 h 95994"/>
                      <a:gd name="connsiteX8" fmla="*/ 29757 w 63500"/>
                      <a:gd name="connsiteY8" fmla="*/ 43681 h 95994"/>
                      <a:gd name="connsiteX9" fmla="*/ 17236 w 63500"/>
                      <a:gd name="connsiteY9" fmla="*/ 48995 h 95994"/>
                      <a:gd name="connsiteX10" fmla="*/ 4675 w 63500"/>
                      <a:gd name="connsiteY10" fmla="*/ 56491 h 95994"/>
                      <a:gd name="connsiteX11" fmla="*/ 190 w 63500"/>
                      <a:gd name="connsiteY11" fmla="*/ 69955 h 95994"/>
                      <a:gd name="connsiteX12" fmla="*/ 8088 w 63500"/>
                      <a:gd name="connsiteY12" fmla="*/ 87484 h 95994"/>
                      <a:gd name="connsiteX13" fmla="*/ 29757 w 63500"/>
                      <a:gd name="connsiteY13" fmla="*/ 93929 h 95994"/>
                      <a:gd name="connsiteX14" fmla="*/ 51466 w 63500"/>
                      <a:gd name="connsiteY14" fmla="*/ 87484 h 95994"/>
                      <a:gd name="connsiteX15" fmla="*/ 59344 w 63500"/>
                      <a:gd name="connsiteY15" fmla="*/ 69955 h 95994"/>
                      <a:gd name="connsiteX16" fmla="*/ 54840 w 63500"/>
                      <a:gd name="connsiteY16" fmla="*/ 56491 h 95994"/>
                      <a:gd name="connsiteX17" fmla="*/ 42358 w 63500"/>
                      <a:gd name="connsiteY17" fmla="*/ 48995 h 95994"/>
                      <a:gd name="connsiteX18" fmla="*/ 56447 w 63500"/>
                      <a:gd name="connsiteY18" fmla="*/ 40746 h 95994"/>
                      <a:gd name="connsiteX19" fmla="*/ 61507 w 63500"/>
                      <a:gd name="connsiteY19" fmla="*/ 25775 h 95994"/>
                      <a:gd name="connsiteX20" fmla="*/ 53292 w 63500"/>
                      <a:gd name="connsiteY20" fmla="*/ 5113 h 95994"/>
                      <a:gd name="connsiteX21" fmla="*/ 29757 w 63500"/>
                      <a:gd name="connsiteY21" fmla="*/ -2065 h 95994"/>
                      <a:gd name="connsiteX22" fmla="*/ 6223 w 63500"/>
                      <a:gd name="connsiteY22" fmla="*/ 5113 h 95994"/>
                      <a:gd name="connsiteX23" fmla="*/ -1993 w 63500"/>
                      <a:gd name="connsiteY23" fmla="*/ 25775 h 95994"/>
                      <a:gd name="connsiteX24" fmla="*/ 3087 w 63500"/>
                      <a:gd name="connsiteY24" fmla="*/ 40746 h 95994"/>
                      <a:gd name="connsiteX25" fmla="*/ 17236 w 63500"/>
                      <a:gd name="connsiteY25" fmla="*/ 48995 h 95994"/>
                      <a:gd name="connsiteX26" fmla="*/ 12652 w 63500"/>
                      <a:gd name="connsiteY26" fmla="*/ 68765 h 95994"/>
                      <a:gd name="connsiteX27" fmla="*/ 17137 w 63500"/>
                      <a:gd name="connsiteY27" fmla="*/ 57562 h 95994"/>
                      <a:gd name="connsiteX28" fmla="*/ 29757 w 63500"/>
                      <a:gd name="connsiteY28" fmla="*/ 53536 h 95994"/>
                      <a:gd name="connsiteX29" fmla="*/ 42378 w 63500"/>
                      <a:gd name="connsiteY29" fmla="*/ 57562 h 95994"/>
                      <a:gd name="connsiteX30" fmla="*/ 46942 w 63500"/>
                      <a:gd name="connsiteY30" fmla="*/ 68765 h 95994"/>
                      <a:gd name="connsiteX31" fmla="*/ 42378 w 63500"/>
                      <a:gd name="connsiteY31" fmla="*/ 79989 h 95994"/>
                      <a:gd name="connsiteX32" fmla="*/ 29757 w 63500"/>
                      <a:gd name="connsiteY32" fmla="*/ 84014 h 95994"/>
                      <a:gd name="connsiteX33" fmla="*/ 17137 w 63500"/>
                      <a:gd name="connsiteY33" fmla="*/ 79989 h 95994"/>
                      <a:gd name="connsiteX34" fmla="*/ 12652 w 63500"/>
                      <a:gd name="connsiteY34" fmla="*/ 6876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500" h="95994">
                        <a:moveTo>
                          <a:pt x="29757" y="43681"/>
                        </a:moveTo>
                        <a:cubicBezTo>
                          <a:pt x="23804" y="43681"/>
                          <a:pt x="19121" y="42088"/>
                          <a:pt x="15708" y="38902"/>
                        </a:cubicBezTo>
                        <a:cubicBezTo>
                          <a:pt x="12308" y="35716"/>
                          <a:pt x="10608" y="31341"/>
                          <a:pt x="10608" y="25775"/>
                        </a:cubicBezTo>
                        <a:cubicBezTo>
                          <a:pt x="10608" y="20197"/>
                          <a:pt x="12308" y="15814"/>
                          <a:pt x="15708" y="12628"/>
                        </a:cubicBezTo>
                        <a:cubicBezTo>
                          <a:pt x="19121" y="9442"/>
                          <a:pt x="23804" y="7849"/>
                          <a:pt x="29757" y="7849"/>
                        </a:cubicBezTo>
                        <a:cubicBezTo>
                          <a:pt x="35710" y="7849"/>
                          <a:pt x="40400" y="9449"/>
                          <a:pt x="43826" y="12648"/>
                        </a:cubicBezTo>
                        <a:cubicBezTo>
                          <a:pt x="47266" y="15860"/>
                          <a:pt x="48986" y="20236"/>
                          <a:pt x="48986" y="25775"/>
                        </a:cubicBezTo>
                        <a:cubicBezTo>
                          <a:pt x="48986" y="31341"/>
                          <a:pt x="47279" y="35716"/>
                          <a:pt x="43866" y="38902"/>
                        </a:cubicBezTo>
                        <a:cubicBezTo>
                          <a:pt x="40466" y="42088"/>
                          <a:pt x="35763" y="43681"/>
                          <a:pt x="29757" y="43681"/>
                        </a:cubicBezTo>
                        <a:close/>
                        <a:moveTo>
                          <a:pt x="17236" y="48995"/>
                        </a:moveTo>
                        <a:cubicBezTo>
                          <a:pt x="11865" y="50317"/>
                          <a:pt x="7678" y="52816"/>
                          <a:pt x="4675" y="56491"/>
                        </a:cubicBezTo>
                        <a:cubicBezTo>
                          <a:pt x="1685" y="60179"/>
                          <a:pt x="190" y="64667"/>
                          <a:pt x="190" y="69955"/>
                        </a:cubicBezTo>
                        <a:cubicBezTo>
                          <a:pt x="190" y="77345"/>
                          <a:pt x="2823" y="83188"/>
                          <a:pt x="8088" y="87484"/>
                        </a:cubicBezTo>
                        <a:cubicBezTo>
                          <a:pt x="13366" y="91781"/>
                          <a:pt x="20589" y="93929"/>
                          <a:pt x="29757" y="93929"/>
                        </a:cubicBezTo>
                        <a:cubicBezTo>
                          <a:pt x="38978" y="93929"/>
                          <a:pt x="46214" y="91781"/>
                          <a:pt x="51466" y="87484"/>
                        </a:cubicBezTo>
                        <a:cubicBezTo>
                          <a:pt x="56718" y="83188"/>
                          <a:pt x="59344" y="77345"/>
                          <a:pt x="59344" y="69955"/>
                        </a:cubicBezTo>
                        <a:cubicBezTo>
                          <a:pt x="59344" y="64667"/>
                          <a:pt x="57843" y="60179"/>
                          <a:pt x="54840" y="56491"/>
                        </a:cubicBezTo>
                        <a:cubicBezTo>
                          <a:pt x="51850" y="52816"/>
                          <a:pt x="47689" y="50317"/>
                          <a:pt x="42358" y="48995"/>
                        </a:cubicBezTo>
                        <a:cubicBezTo>
                          <a:pt x="48390" y="47594"/>
                          <a:pt x="53087" y="44844"/>
                          <a:pt x="56447" y="40746"/>
                        </a:cubicBezTo>
                        <a:cubicBezTo>
                          <a:pt x="59820" y="36662"/>
                          <a:pt x="61507" y="31671"/>
                          <a:pt x="61507" y="25775"/>
                        </a:cubicBezTo>
                        <a:cubicBezTo>
                          <a:pt x="61507" y="16799"/>
                          <a:pt x="58769" y="9912"/>
                          <a:pt x="53292" y="5113"/>
                        </a:cubicBezTo>
                        <a:cubicBezTo>
                          <a:pt x="47815" y="327"/>
                          <a:pt x="39970" y="-2065"/>
                          <a:pt x="29757" y="-2065"/>
                        </a:cubicBezTo>
                        <a:cubicBezTo>
                          <a:pt x="19558" y="-2065"/>
                          <a:pt x="11713" y="327"/>
                          <a:pt x="6223" y="5113"/>
                        </a:cubicBezTo>
                        <a:cubicBezTo>
                          <a:pt x="746" y="9912"/>
                          <a:pt x="-1993" y="16799"/>
                          <a:pt x="-1993" y="25775"/>
                        </a:cubicBezTo>
                        <a:cubicBezTo>
                          <a:pt x="-1993" y="31671"/>
                          <a:pt x="-299" y="36662"/>
                          <a:pt x="3087" y="40746"/>
                        </a:cubicBezTo>
                        <a:cubicBezTo>
                          <a:pt x="6487" y="44844"/>
                          <a:pt x="11203" y="47594"/>
                          <a:pt x="17236" y="48995"/>
                        </a:cubicBezTo>
                        <a:close/>
                        <a:moveTo>
                          <a:pt x="12652" y="68765"/>
                        </a:moveTo>
                        <a:cubicBezTo>
                          <a:pt x="12652" y="63980"/>
                          <a:pt x="14147" y="60245"/>
                          <a:pt x="17137" y="57562"/>
                        </a:cubicBezTo>
                        <a:cubicBezTo>
                          <a:pt x="20140" y="54878"/>
                          <a:pt x="24346" y="53536"/>
                          <a:pt x="29757" y="53536"/>
                        </a:cubicBezTo>
                        <a:cubicBezTo>
                          <a:pt x="35141" y="53536"/>
                          <a:pt x="39348" y="54878"/>
                          <a:pt x="42378" y="57562"/>
                        </a:cubicBezTo>
                        <a:cubicBezTo>
                          <a:pt x="45421" y="60245"/>
                          <a:pt x="46942" y="63980"/>
                          <a:pt x="46942" y="68765"/>
                        </a:cubicBezTo>
                        <a:cubicBezTo>
                          <a:pt x="46942" y="73564"/>
                          <a:pt x="45421" y="77305"/>
                          <a:pt x="42378" y="79989"/>
                        </a:cubicBezTo>
                        <a:cubicBezTo>
                          <a:pt x="39348" y="82672"/>
                          <a:pt x="35141" y="84014"/>
                          <a:pt x="29757" y="84014"/>
                        </a:cubicBezTo>
                        <a:cubicBezTo>
                          <a:pt x="24346" y="84014"/>
                          <a:pt x="20140" y="82672"/>
                          <a:pt x="17137" y="79989"/>
                        </a:cubicBezTo>
                        <a:cubicBezTo>
                          <a:pt x="14147" y="77305"/>
                          <a:pt x="12652" y="73564"/>
                          <a:pt x="12652" y="6876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70" name="Freeform: Shape 269">
                    <a:extLst>
                      <a:ext uri="{FF2B5EF4-FFF2-40B4-BE49-F238E27FC236}">
                        <a16:creationId xmlns:a16="http://schemas.microsoft.com/office/drawing/2014/main" id="{E95922A9-A0A2-1562-EA21-BC4B088DA75E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4538285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4014 h 95994"/>
                      <a:gd name="connsiteX1" fmla="*/ 15456 w 63996"/>
                      <a:gd name="connsiteY1" fmla="*/ 74496 h 95994"/>
                      <a:gd name="connsiteX2" fmla="*/ 10594 w 63996"/>
                      <a:gd name="connsiteY2" fmla="*/ 45902 h 95994"/>
                      <a:gd name="connsiteX3" fmla="*/ 15456 w 63996"/>
                      <a:gd name="connsiteY3" fmla="*/ 17368 h 95994"/>
                      <a:gd name="connsiteX4" fmla="*/ 30001 w 63996"/>
                      <a:gd name="connsiteY4" fmla="*/ 7849 h 95994"/>
                      <a:gd name="connsiteX5" fmla="*/ 44606 w 63996"/>
                      <a:gd name="connsiteY5" fmla="*/ 17368 h 95994"/>
                      <a:gd name="connsiteX6" fmla="*/ 49488 w 63996"/>
                      <a:gd name="connsiteY6" fmla="*/ 45902 h 95994"/>
                      <a:gd name="connsiteX7" fmla="*/ 44606 w 63996"/>
                      <a:gd name="connsiteY7" fmla="*/ 74496 h 95994"/>
                      <a:gd name="connsiteX8" fmla="*/ 30001 w 63996"/>
                      <a:gd name="connsiteY8" fmla="*/ 84014 h 95994"/>
                      <a:gd name="connsiteX9" fmla="*/ 30001 w 63996"/>
                      <a:gd name="connsiteY9" fmla="*/ 93929 h 95994"/>
                      <a:gd name="connsiteX10" fmla="*/ 53794 w 63996"/>
                      <a:gd name="connsiteY10" fmla="*/ 81615 h 95994"/>
                      <a:gd name="connsiteX11" fmla="*/ 62009 w 63996"/>
                      <a:gd name="connsiteY11" fmla="*/ 45902 h 95994"/>
                      <a:gd name="connsiteX12" fmla="*/ 53794 w 63996"/>
                      <a:gd name="connsiteY12" fmla="*/ 10229 h 95994"/>
                      <a:gd name="connsiteX13" fmla="*/ 30001 w 63996"/>
                      <a:gd name="connsiteY13" fmla="*/ -2065 h 95994"/>
                      <a:gd name="connsiteX14" fmla="*/ 6228 w 63996"/>
                      <a:gd name="connsiteY14" fmla="*/ 10229 h 95994"/>
                      <a:gd name="connsiteX15" fmla="*/ -1987 w 63996"/>
                      <a:gd name="connsiteY15" fmla="*/ 45902 h 95994"/>
                      <a:gd name="connsiteX16" fmla="*/ 6228 w 63996"/>
                      <a:gd name="connsiteY16" fmla="*/ 81615 h 95994"/>
                      <a:gd name="connsiteX17" fmla="*/ 30001 w 63996"/>
                      <a:gd name="connsiteY17" fmla="*/ 9392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4014"/>
                        </a:moveTo>
                        <a:cubicBezTo>
                          <a:pt x="23559" y="84014"/>
                          <a:pt x="18710" y="80841"/>
                          <a:pt x="15456" y="74496"/>
                        </a:cubicBezTo>
                        <a:cubicBezTo>
                          <a:pt x="12215" y="68164"/>
                          <a:pt x="10594" y="58633"/>
                          <a:pt x="10594" y="45902"/>
                        </a:cubicBezTo>
                        <a:cubicBezTo>
                          <a:pt x="10594" y="33224"/>
                          <a:pt x="12215" y="23713"/>
                          <a:pt x="15456" y="17368"/>
                        </a:cubicBezTo>
                        <a:cubicBezTo>
                          <a:pt x="18710" y="11022"/>
                          <a:pt x="23559" y="7849"/>
                          <a:pt x="30001" y="7849"/>
                        </a:cubicBezTo>
                        <a:cubicBezTo>
                          <a:pt x="36497" y="7849"/>
                          <a:pt x="41365" y="11022"/>
                          <a:pt x="44606" y="17368"/>
                        </a:cubicBezTo>
                        <a:cubicBezTo>
                          <a:pt x="47861" y="23713"/>
                          <a:pt x="49488" y="33224"/>
                          <a:pt x="49488" y="45902"/>
                        </a:cubicBezTo>
                        <a:cubicBezTo>
                          <a:pt x="49488" y="58633"/>
                          <a:pt x="47861" y="68164"/>
                          <a:pt x="44606" y="74496"/>
                        </a:cubicBezTo>
                        <a:cubicBezTo>
                          <a:pt x="41365" y="80841"/>
                          <a:pt x="36497" y="84014"/>
                          <a:pt x="30001" y="84014"/>
                        </a:cubicBezTo>
                        <a:close/>
                        <a:moveTo>
                          <a:pt x="30001" y="93929"/>
                        </a:moveTo>
                        <a:cubicBezTo>
                          <a:pt x="40386" y="93929"/>
                          <a:pt x="48317" y="89824"/>
                          <a:pt x="53794" y="81615"/>
                        </a:cubicBezTo>
                        <a:cubicBezTo>
                          <a:pt x="59271" y="73419"/>
                          <a:pt x="62009" y="61514"/>
                          <a:pt x="62009" y="45902"/>
                        </a:cubicBezTo>
                        <a:cubicBezTo>
                          <a:pt x="62009" y="30329"/>
                          <a:pt x="59271" y="18438"/>
                          <a:pt x="53794" y="10229"/>
                        </a:cubicBezTo>
                        <a:cubicBezTo>
                          <a:pt x="48317" y="2033"/>
                          <a:pt x="40386" y="-2065"/>
                          <a:pt x="30001" y="-2065"/>
                        </a:cubicBezTo>
                        <a:cubicBezTo>
                          <a:pt x="19630" y="-2065"/>
                          <a:pt x="11705" y="2033"/>
                          <a:pt x="6228" y="10229"/>
                        </a:cubicBezTo>
                        <a:cubicBezTo>
                          <a:pt x="751" y="18438"/>
                          <a:pt x="-1987" y="30329"/>
                          <a:pt x="-1987" y="45902"/>
                        </a:cubicBezTo>
                        <a:cubicBezTo>
                          <a:pt x="-1987" y="61514"/>
                          <a:pt x="751" y="73419"/>
                          <a:pt x="6228" y="81615"/>
                        </a:cubicBezTo>
                        <a:cubicBezTo>
                          <a:pt x="11705" y="89824"/>
                          <a:pt x="19630" y="93929"/>
                          <a:pt x="30001" y="939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71" name="Graphic 200">
                <a:extLst>
                  <a:ext uri="{FF2B5EF4-FFF2-40B4-BE49-F238E27FC236}">
                    <a16:creationId xmlns:a16="http://schemas.microsoft.com/office/drawing/2014/main" id="{F40067B0-BE9E-D7E5-D55C-1AA4A877666B}"/>
                  </a:ext>
                </a:extLst>
              </p:cNvPr>
              <p:cNvGrpSpPr/>
              <p:nvPr/>
            </p:nvGrpSpPr>
            <p:grpSpPr>
              <a:xfrm>
                <a:off x="3570548" y="3970351"/>
                <a:ext cx="325100" cy="95994"/>
                <a:chOff x="3570548" y="3970351"/>
                <a:chExt cx="325100" cy="95994"/>
              </a:xfrm>
              <a:solidFill>
                <a:srgbClr val="000000"/>
              </a:solidFill>
            </p:grpSpPr>
            <p:sp>
              <p:nvSpPr>
                <p:cNvPr id="272" name="Freeform: Shape 271">
                  <a:extLst>
                    <a:ext uri="{FF2B5EF4-FFF2-40B4-BE49-F238E27FC236}">
                      <a16:creationId xmlns:a16="http://schemas.microsoft.com/office/drawing/2014/main" id="{234BC44C-48B8-6B8C-384F-FA84095BA375}"/>
                    </a:ext>
                  </a:extLst>
                </p:cNvPr>
                <p:cNvSpPr/>
                <p:nvPr/>
              </p:nvSpPr>
              <p:spPr>
                <a:xfrm>
                  <a:off x="3851198" y="4016325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219 h 12690"/>
                    <a:gd name="connsiteX1" fmla="*/ 58 w 44450"/>
                    <a:gd name="connsiteY1" fmla="*/ 21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219"/>
                      </a:moveTo>
                      <a:lnTo>
                        <a:pt x="58" y="219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73" name="Graphic 200">
                  <a:extLst>
                    <a:ext uri="{FF2B5EF4-FFF2-40B4-BE49-F238E27FC236}">
                      <a16:creationId xmlns:a16="http://schemas.microsoft.com/office/drawing/2014/main" id="{D98815BE-77FE-4377-B613-314DC5AE6B28}"/>
                    </a:ext>
                  </a:extLst>
                </p:cNvPr>
                <p:cNvGrpSpPr/>
                <p:nvPr/>
              </p:nvGrpSpPr>
              <p:grpSpPr>
                <a:xfrm>
                  <a:off x="3570548" y="3970351"/>
                  <a:ext cx="227761" cy="95994"/>
                  <a:chOff x="3570548" y="3970351"/>
                  <a:chExt cx="227761" cy="95994"/>
                </a:xfrm>
                <a:solidFill>
                  <a:srgbClr val="000000"/>
                </a:solidFill>
              </p:grpSpPr>
              <p:sp>
                <p:nvSpPr>
                  <p:cNvPr id="274" name="Freeform: Shape 273">
                    <a:extLst>
                      <a:ext uri="{FF2B5EF4-FFF2-40B4-BE49-F238E27FC236}">
                        <a16:creationId xmlns:a16="http://schemas.microsoft.com/office/drawing/2014/main" id="{CDAD3321-6D1E-E5F6-250C-372DE8C09221}"/>
                      </a:ext>
                    </a:extLst>
                  </p:cNvPr>
                  <p:cNvSpPr/>
                  <p:nvPr/>
                </p:nvSpPr>
                <p:spPr>
                  <a:xfrm flipV="1">
                    <a:off x="3570548" y="3972016"/>
                    <a:ext cx="67468" cy="92524"/>
                  </a:xfrm>
                  <a:custGeom>
                    <a:avLst/>
                    <a:gdLst>
                      <a:gd name="connsiteX0" fmla="*/ 39813 w 67468"/>
                      <a:gd name="connsiteY0" fmla="*/ 79504 h 92524"/>
                      <a:gd name="connsiteX1" fmla="*/ 8182 w 67468"/>
                      <a:gd name="connsiteY1" fmla="*/ 30109 h 92524"/>
                      <a:gd name="connsiteX2" fmla="*/ 39813 w 67468"/>
                      <a:gd name="connsiteY2" fmla="*/ 30109 h 92524"/>
                      <a:gd name="connsiteX3" fmla="*/ 39813 w 67468"/>
                      <a:gd name="connsiteY3" fmla="*/ 79504 h 92524"/>
                      <a:gd name="connsiteX4" fmla="*/ 36519 w 67468"/>
                      <a:gd name="connsiteY4" fmla="*/ 90410 h 92524"/>
                      <a:gd name="connsiteX5" fmla="*/ 52275 w 67468"/>
                      <a:gd name="connsiteY5" fmla="*/ 90410 h 92524"/>
                      <a:gd name="connsiteX6" fmla="*/ 52275 w 67468"/>
                      <a:gd name="connsiteY6" fmla="*/ 30109 h 92524"/>
                      <a:gd name="connsiteX7" fmla="*/ 65491 w 67468"/>
                      <a:gd name="connsiteY7" fmla="*/ 30109 h 92524"/>
                      <a:gd name="connsiteX8" fmla="*/ 65491 w 67468"/>
                      <a:gd name="connsiteY8" fmla="*/ 19699 h 92524"/>
                      <a:gd name="connsiteX9" fmla="*/ 52275 w 67468"/>
                      <a:gd name="connsiteY9" fmla="*/ 19699 h 92524"/>
                      <a:gd name="connsiteX10" fmla="*/ 52275 w 67468"/>
                      <a:gd name="connsiteY10" fmla="*/ -2114 h 92524"/>
                      <a:gd name="connsiteX11" fmla="*/ 39813 w 67468"/>
                      <a:gd name="connsiteY11" fmla="*/ -2114 h 92524"/>
                      <a:gd name="connsiteX12" fmla="*/ 39813 w 67468"/>
                      <a:gd name="connsiteY12" fmla="*/ 19699 h 92524"/>
                      <a:gd name="connsiteX13" fmla="*/ -1978 w 67468"/>
                      <a:gd name="connsiteY13" fmla="*/ 19699 h 92524"/>
                      <a:gd name="connsiteX14" fmla="*/ -1978 w 67468"/>
                      <a:gd name="connsiteY14" fmla="*/ 31775 h 92524"/>
                      <a:gd name="connsiteX15" fmla="*/ 36519 w 67468"/>
                      <a:gd name="connsiteY15" fmla="*/ 904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39813" y="79504"/>
                        </a:moveTo>
                        <a:lnTo>
                          <a:pt x="8182" y="30109"/>
                        </a:lnTo>
                        <a:lnTo>
                          <a:pt x="39813" y="30109"/>
                        </a:lnTo>
                        <a:lnTo>
                          <a:pt x="39813" y="79504"/>
                        </a:lnTo>
                        <a:close/>
                        <a:moveTo>
                          <a:pt x="36519" y="90410"/>
                        </a:moveTo>
                        <a:lnTo>
                          <a:pt x="52275" y="90410"/>
                        </a:lnTo>
                        <a:lnTo>
                          <a:pt x="52275" y="30109"/>
                        </a:lnTo>
                        <a:lnTo>
                          <a:pt x="65491" y="30109"/>
                        </a:lnTo>
                        <a:lnTo>
                          <a:pt x="65491" y="19699"/>
                        </a:lnTo>
                        <a:lnTo>
                          <a:pt x="52275" y="19699"/>
                        </a:lnTo>
                        <a:lnTo>
                          <a:pt x="52275" y="-2114"/>
                        </a:lnTo>
                        <a:lnTo>
                          <a:pt x="39813" y="-2114"/>
                        </a:lnTo>
                        <a:lnTo>
                          <a:pt x="39813" y="19699"/>
                        </a:lnTo>
                        <a:lnTo>
                          <a:pt x="-1978" y="19699"/>
                        </a:lnTo>
                        <a:lnTo>
                          <a:pt x="-1978" y="31775"/>
                        </a:lnTo>
                        <a:lnTo>
                          <a:pt x="36519" y="90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75" name="Freeform: Shape 274">
                    <a:extLst>
                      <a:ext uri="{FF2B5EF4-FFF2-40B4-BE49-F238E27FC236}">
                        <a16:creationId xmlns:a16="http://schemas.microsoft.com/office/drawing/2014/main" id="{37976E5A-7298-7618-DB98-7F25A59EAF76}"/>
                      </a:ext>
                    </a:extLst>
                  </p:cNvPr>
                  <p:cNvSpPr/>
                  <p:nvPr/>
                </p:nvSpPr>
                <p:spPr>
                  <a:xfrm flipV="1">
                    <a:off x="3653135" y="3970351"/>
                    <a:ext cx="63877" cy="95994"/>
                  </a:xfrm>
                  <a:custGeom>
                    <a:avLst/>
                    <a:gdLst>
                      <a:gd name="connsiteX0" fmla="*/ 3982 w 63877"/>
                      <a:gd name="connsiteY0" fmla="*/ 1618 h 95994"/>
                      <a:gd name="connsiteX1" fmla="*/ 3982 w 63877"/>
                      <a:gd name="connsiteY1" fmla="*/ 13020 h 95994"/>
                      <a:gd name="connsiteX2" fmla="*/ 13527 w 63877"/>
                      <a:gd name="connsiteY2" fmla="*/ 9609 h 95994"/>
                      <a:gd name="connsiteX3" fmla="*/ 23032 w 63877"/>
                      <a:gd name="connsiteY3" fmla="*/ 8439 h 95994"/>
                      <a:gd name="connsiteX4" fmla="*/ 41963 w 63877"/>
                      <a:gd name="connsiteY4" fmla="*/ 16768 h 95994"/>
                      <a:gd name="connsiteX5" fmla="*/ 49444 w 63877"/>
                      <a:gd name="connsiteY5" fmla="*/ 42090 h 95994"/>
                      <a:gd name="connsiteX6" fmla="*/ 40316 w 63877"/>
                      <a:gd name="connsiteY6" fmla="*/ 33900 h 95994"/>
                      <a:gd name="connsiteX7" fmla="*/ 28112 w 63877"/>
                      <a:gd name="connsiteY7" fmla="*/ 31045 h 95994"/>
                      <a:gd name="connsiteX8" fmla="*/ 6125 w 63877"/>
                      <a:gd name="connsiteY8" fmla="*/ 39433 h 95994"/>
                      <a:gd name="connsiteX9" fmla="*/ -1971 w 63877"/>
                      <a:gd name="connsiteY9" fmla="*/ 62415 h 95994"/>
                      <a:gd name="connsiteX10" fmla="*/ 6462 w 63877"/>
                      <a:gd name="connsiteY10" fmla="*/ 85258 h 95994"/>
                      <a:gd name="connsiteX11" fmla="*/ 28906 w 63877"/>
                      <a:gd name="connsiteY11" fmla="*/ 93884 h 95994"/>
                      <a:gd name="connsiteX12" fmla="*/ 53432 w 63877"/>
                      <a:gd name="connsiteY12" fmla="*/ 81570 h 95994"/>
                      <a:gd name="connsiteX13" fmla="*/ 61906 w 63877"/>
                      <a:gd name="connsiteY13" fmla="*/ 45857 h 95994"/>
                      <a:gd name="connsiteX14" fmla="*/ 51508 w 63877"/>
                      <a:gd name="connsiteY14" fmla="*/ 10938 h 95994"/>
                      <a:gd name="connsiteX15" fmla="*/ 23587 w 63877"/>
                      <a:gd name="connsiteY15" fmla="*/ -2110 h 95994"/>
                      <a:gd name="connsiteX16" fmla="*/ 14023 w 63877"/>
                      <a:gd name="connsiteY16" fmla="*/ -1178 h 95994"/>
                      <a:gd name="connsiteX17" fmla="*/ 3982 w 63877"/>
                      <a:gd name="connsiteY17" fmla="*/ 1618 h 95994"/>
                      <a:gd name="connsiteX18" fmla="*/ 28906 w 63877"/>
                      <a:gd name="connsiteY18" fmla="*/ 40840 h 95994"/>
                      <a:gd name="connsiteX19" fmla="*/ 42260 w 63877"/>
                      <a:gd name="connsiteY19" fmla="*/ 46591 h 95994"/>
                      <a:gd name="connsiteX20" fmla="*/ 47201 w 63877"/>
                      <a:gd name="connsiteY20" fmla="*/ 62415 h 95994"/>
                      <a:gd name="connsiteX21" fmla="*/ 42260 w 63877"/>
                      <a:gd name="connsiteY21" fmla="*/ 78179 h 95994"/>
                      <a:gd name="connsiteX22" fmla="*/ 28906 w 63877"/>
                      <a:gd name="connsiteY22" fmla="*/ 83969 h 95994"/>
                      <a:gd name="connsiteX23" fmla="*/ 15551 w 63877"/>
                      <a:gd name="connsiteY23" fmla="*/ 78179 h 95994"/>
                      <a:gd name="connsiteX24" fmla="*/ 10629 w 63877"/>
                      <a:gd name="connsiteY24" fmla="*/ 62415 h 95994"/>
                      <a:gd name="connsiteX25" fmla="*/ 15551 w 63877"/>
                      <a:gd name="connsiteY25" fmla="*/ 46591 h 95994"/>
                      <a:gd name="connsiteX26" fmla="*/ 28906 w 63877"/>
                      <a:gd name="connsiteY26" fmla="*/ 4084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77" h="95994">
                        <a:moveTo>
                          <a:pt x="3982" y="1618"/>
                        </a:moveTo>
                        <a:lnTo>
                          <a:pt x="3982" y="13020"/>
                        </a:lnTo>
                        <a:cubicBezTo>
                          <a:pt x="7130" y="11526"/>
                          <a:pt x="10312" y="10389"/>
                          <a:pt x="13527" y="9609"/>
                        </a:cubicBezTo>
                        <a:cubicBezTo>
                          <a:pt x="16755" y="8829"/>
                          <a:pt x="19923" y="8439"/>
                          <a:pt x="23032" y="8439"/>
                        </a:cubicBezTo>
                        <a:cubicBezTo>
                          <a:pt x="31300" y="8439"/>
                          <a:pt x="37610" y="11215"/>
                          <a:pt x="41963" y="16768"/>
                        </a:cubicBezTo>
                        <a:cubicBezTo>
                          <a:pt x="46328" y="22320"/>
                          <a:pt x="48822" y="30760"/>
                          <a:pt x="49444" y="42090"/>
                        </a:cubicBezTo>
                        <a:cubicBezTo>
                          <a:pt x="47049" y="38534"/>
                          <a:pt x="44007" y="35804"/>
                          <a:pt x="40316" y="33900"/>
                        </a:cubicBezTo>
                        <a:cubicBezTo>
                          <a:pt x="36638" y="31997"/>
                          <a:pt x="32570" y="31045"/>
                          <a:pt x="28112" y="31045"/>
                        </a:cubicBezTo>
                        <a:cubicBezTo>
                          <a:pt x="18851" y="31045"/>
                          <a:pt x="11522" y="33841"/>
                          <a:pt x="6125" y="39433"/>
                        </a:cubicBezTo>
                        <a:cubicBezTo>
                          <a:pt x="727" y="45038"/>
                          <a:pt x="-1971" y="52698"/>
                          <a:pt x="-1971" y="62415"/>
                        </a:cubicBezTo>
                        <a:cubicBezTo>
                          <a:pt x="-1971" y="71907"/>
                          <a:pt x="840" y="79521"/>
                          <a:pt x="6462" y="85258"/>
                        </a:cubicBezTo>
                        <a:cubicBezTo>
                          <a:pt x="12085" y="91009"/>
                          <a:pt x="19566" y="93884"/>
                          <a:pt x="28906" y="93884"/>
                        </a:cubicBezTo>
                        <a:cubicBezTo>
                          <a:pt x="39621" y="93884"/>
                          <a:pt x="47797" y="89779"/>
                          <a:pt x="53432" y="81570"/>
                        </a:cubicBezTo>
                        <a:cubicBezTo>
                          <a:pt x="59081" y="73374"/>
                          <a:pt x="61906" y="61470"/>
                          <a:pt x="61906" y="45857"/>
                        </a:cubicBezTo>
                        <a:cubicBezTo>
                          <a:pt x="61906" y="31276"/>
                          <a:pt x="58440" y="19636"/>
                          <a:pt x="51508" y="10938"/>
                        </a:cubicBezTo>
                        <a:cubicBezTo>
                          <a:pt x="44589" y="2239"/>
                          <a:pt x="35282" y="-2110"/>
                          <a:pt x="23587" y="-2110"/>
                        </a:cubicBezTo>
                        <a:cubicBezTo>
                          <a:pt x="20439" y="-2110"/>
                          <a:pt x="17251" y="-1799"/>
                          <a:pt x="14023" y="-1178"/>
                        </a:cubicBezTo>
                        <a:cubicBezTo>
                          <a:pt x="10808" y="-557"/>
                          <a:pt x="7461" y="375"/>
                          <a:pt x="3982" y="1618"/>
                        </a:cubicBezTo>
                        <a:close/>
                        <a:moveTo>
                          <a:pt x="28906" y="40840"/>
                        </a:moveTo>
                        <a:cubicBezTo>
                          <a:pt x="34528" y="40840"/>
                          <a:pt x="38980" y="42757"/>
                          <a:pt x="42260" y="46591"/>
                        </a:cubicBezTo>
                        <a:cubicBezTo>
                          <a:pt x="45554" y="50438"/>
                          <a:pt x="47201" y="55713"/>
                          <a:pt x="47201" y="62415"/>
                        </a:cubicBezTo>
                        <a:cubicBezTo>
                          <a:pt x="47201" y="69064"/>
                          <a:pt x="45554" y="74319"/>
                          <a:pt x="42260" y="78179"/>
                        </a:cubicBezTo>
                        <a:cubicBezTo>
                          <a:pt x="38980" y="82039"/>
                          <a:pt x="34528" y="83969"/>
                          <a:pt x="28906" y="83969"/>
                        </a:cubicBezTo>
                        <a:cubicBezTo>
                          <a:pt x="23283" y="83969"/>
                          <a:pt x="18832" y="82039"/>
                          <a:pt x="15551" y="78179"/>
                        </a:cubicBezTo>
                        <a:cubicBezTo>
                          <a:pt x="12270" y="74319"/>
                          <a:pt x="10629" y="69064"/>
                          <a:pt x="10629" y="62415"/>
                        </a:cubicBezTo>
                        <a:cubicBezTo>
                          <a:pt x="10629" y="55713"/>
                          <a:pt x="12270" y="50438"/>
                          <a:pt x="15551" y="46591"/>
                        </a:cubicBezTo>
                        <a:cubicBezTo>
                          <a:pt x="18832" y="42757"/>
                          <a:pt x="23283" y="40840"/>
                          <a:pt x="28906" y="408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76" name="Freeform: Shape 275">
                    <a:extLst>
                      <a:ext uri="{FF2B5EF4-FFF2-40B4-BE49-F238E27FC236}">
                        <a16:creationId xmlns:a16="http://schemas.microsoft.com/office/drawing/2014/main" id="{46728AC3-DCB0-7E6D-36E7-F217EE231E52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3970351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3969 h 95994"/>
                      <a:gd name="connsiteX1" fmla="*/ 15456 w 63996"/>
                      <a:gd name="connsiteY1" fmla="*/ 74451 h 95994"/>
                      <a:gd name="connsiteX2" fmla="*/ 10594 w 63996"/>
                      <a:gd name="connsiteY2" fmla="*/ 45857 h 95994"/>
                      <a:gd name="connsiteX3" fmla="*/ 15456 w 63996"/>
                      <a:gd name="connsiteY3" fmla="*/ 17323 h 95994"/>
                      <a:gd name="connsiteX4" fmla="*/ 30001 w 63996"/>
                      <a:gd name="connsiteY4" fmla="*/ 7805 h 95994"/>
                      <a:gd name="connsiteX5" fmla="*/ 44606 w 63996"/>
                      <a:gd name="connsiteY5" fmla="*/ 17323 h 95994"/>
                      <a:gd name="connsiteX6" fmla="*/ 49488 w 63996"/>
                      <a:gd name="connsiteY6" fmla="*/ 45857 h 95994"/>
                      <a:gd name="connsiteX7" fmla="*/ 44606 w 63996"/>
                      <a:gd name="connsiteY7" fmla="*/ 74451 h 95994"/>
                      <a:gd name="connsiteX8" fmla="*/ 30001 w 63996"/>
                      <a:gd name="connsiteY8" fmla="*/ 83969 h 95994"/>
                      <a:gd name="connsiteX9" fmla="*/ 30001 w 63996"/>
                      <a:gd name="connsiteY9" fmla="*/ 93884 h 95994"/>
                      <a:gd name="connsiteX10" fmla="*/ 53794 w 63996"/>
                      <a:gd name="connsiteY10" fmla="*/ 81570 h 95994"/>
                      <a:gd name="connsiteX11" fmla="*/ 62009 w 63996"/>
                      <a:gd name="connsiteY11" fmla="*/ 45857 h 95994"/>
                      <a:gd name="connsiteX12" fmla="*/ 53794 w 63996"/>
                      <a:gd name="connsiteY12" fmla="*/ 10184 h 95994"/>
                      <a:gd name="connsiteX13" fmla="*/ 30001 w 63996"/>
                      <a:gd name="connsiteY13" fmla="*/ -2110 h 95994"/>
                      <a:gd name="connsiteX14" fmla="*/ 6228 w 63996"/>
                      <a:gd name="connsiteY14" fmla="*/ 10184 h 95994"/>
                      <a:gd name="connsiteX15" fmla="*/ -1987 w 63996"/>
                      <a:gd name="connsiteY15" fmla="*/ 45857 h 95994"/>
                      <a:gd name="connsiteX16" fmla="*/ 6228 w 63996"/>
                      <a:gd name="connsiteY16" fmla="*/ 81570 h 95994"/>
                      <a:gd name="connsiteX17" fmla="*/ 30001 w 63996"/>
                      <a:gd name="connsiteY17" fmla="*/ 938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3969"/>
                        </a:moveTo>
                        <a:cubicBezTo>
                          <a:pt x="23559" y="83969"/>
                          <a:pt x="18710" y="80797"/>
                          <a:pt x="15456" y="74451"/>
                        </a:cubicBezTo>
                        <a:cubicBezTo>
                          <a:pt x="12215" y="68119"/>
                          <a:pt x="10594" y="58588"/>
                          <a:pt x="10594" y="45857"/>
                        </a:cubicBezTo>
                        <a:cubicBezTo>
                          <a:pt x="10594" y="33180"/>
                          <a:pt x="12215" y="23668"/>
                          <a:pt x="15456" y="17323"/>
                        </a:cubicBezTo>
                        <a:cubicBezTo>
                          <a:pt x="18710" y="10977"/>
                          <a:pt x="23559" y="7805"/>
                          <a:pt x="30001" y="7805"/>
                        </a:cubicBezTo>
                        <a:cubicBezTo>
                          <a:pt x="36497" y="7805"/>
                          <a:pt x="41365" y="10977"/>
                          <a:pt x="44606" y="17323"/>
                        </a:cubicBezTo>
                        <a:cubicBezTo>
                          <a:pt x="47861" y="23668"/>
                          <a:pt x="49488" y="33180"/>
                          <a:pt x="49488" y="45857"/>
                        </a:cubicBezTo>
                        <a:cubicBezTo>
                          <a:pt x="49488" y="58588"/>
                          <a:pt x="47861" y="68119"/>
                          <a:pt x="44606" y="74451"/>
                        </a:cubicBezTo>
                        <a:cubicBezTo>
                          <a:pt x="41365" y="80797"/>
                          <a:pt x="36497" y="83969"/>
                          <a:pt x="30001" y="83969"/>
                        </a:cubicBezTo>
                        <a:close/>
                        <a:moveTo>
                          <a:pt x="30001" y="93884"/>
                        </a:moveTo>
                        <a:cubicBezTo>
                          <a:pt x="40386" y="93884"/>
                          <a:pt x="48317" y="89779"/>
                          <a:pt x="53794" y="81570"/>
                        </a:cubicBezTo>
                        <a:cubicBezTo>
                          <a:pt x="59271" y="73374"/>
                          <a:pt x="62009" y="61470"/>
                          <a:pt x="62009" y="45857"/>
                        </a:cubicBezTo>
                        <a:cubicBezTo>
                          <a:pt x="62009" y="30285"/>
                          <a:pt x="59271" y="18394"/>
                          <a:pt x="53794" y="10184"/>
                        </a:cubicBezTo>
                        <a:cubicBezTo>
                          <a:pt x="48317" y="1988"/>
                          <a:pt x="40386" y="-2110"/>
                          <a:pt x="30001" y="-2110"/>
                        </a:cubicBezTo>
                        <a:cubicBezTo>
                          <a:pt x="19630" y="-2110"/>
                          <a:pt x="11705" y="1988"/>
                          <a:pt x="6228" y="10184"/>
                        </a:cubicBezTo>
                        <a:cubicBezTo>
                          <a:pt x="751" y="18394"/>
                          <a:pt x="-1987" y="30285"/>
                          <a:pt x="-1987" y="45857"/>
                        </a:cubicBezTo>
                        <a:cubicBezTo>
                          <a:pt x="-1987" y="61470"/>
                          <a:pt x="751" y="73374"/>
                          <a:pt x="6228" y="81570"/>
                        </a:cubicBezTo>
                        <a:cubicBezTo>
                          <a:pt x="11705" y="89779"/>
                          <a:pt x="19630" y="93884"/>
                          <a:pt x="30001" y="938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77" name="Graphic 200">
                <a:extLst>
                  <a:ext uri="{FF2B5EF4-FFF2-40B4-BE49-F238E27FC236}">
                    <a16:creationId xmlns:a16="http://schemas.microsoft.com/office/drawing/2014/main" id="{7E86454A-B1E6-A219-90EB-768BC6480A58}"/>
                  </a:ext>
                </a:extLst>
              </p:cNvPr>
              <p:cNvGrpSpPr/>
              <p:nvPr/>
            </p:nvGrpSpPr>
            <p:grpSpPr>
              <a:xfrm>
                <a:off x="3574140" y="3402416"/>
                <a:ext cx="321508" cy="95994"/>
                <a:chOff x="3574140" y="3402416"/>
                <a:chExt cx="321508" cy="95994"/>
              </a:xfrm>
              <a:solidFill>
                <a:srgbClr val="000000"/>
              </a:solidFill>
            </p:grpSpPr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EA47B8CB-9F9C-13A9-9470-C135EF6BF73C}"/>
                    </a:ext>
                  </a:extLst>
                </p:cNvPr>
                <p:cNvSpPr/>
                <p:nvPr/>
              </p:nvSpPr>
              <p:spPr>
                <a:xfrm>
                  <a:off x="3851198" y="3448391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175 h 12690"/>
                    <a:gd name="connsiteX1" fmla="*/ 58 w 44450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79" name="Graphic 200">
                  <a:extLst>
                    <a:ext uri="{FF2B5EF4-FFF2-40B4-BE49-F238E27FC236}">
                      <a16:creationId xmlns:a16="http://schemas.microsoft.com/office/drawing/2014/main" id="{3B289F5C-6C0F-6808-D69C-3B8FE1120FED}"/>
                    </a:ext>
                  </a:extLst>
                </p:cNvPr>
                <p:cNvGrpSpPr/>
                <p:nvPr/>
              </p:nvGrpSpPr>
              <p:grpSpPr>
                <a:xfrm>
                  <a:off x="3574140" y="3402416"/>
                  <a:ext cx="224169" cy="95994"/>
                  <a:chOff x="3574140" y="3402416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280" name="Freeform: Shape 279">
                    <a:extLst>
                      <a:ext uri="{FF2B5EF4-FFF2-40B4-BE49-F238E27FC236}">
                        <a16:creationId xmlns:a16="http://schemas.microsoft.com/office/drawing/2014/main" id="{30982158-75A8-A57F-CC1F-451D8A8E8081}"/>
                      </a:ext>
                    </a:extLst>
                  </p:cNvPr>
                  <p:cNvSpPr/>
                  <p:nvPr/>
                </p:nvSpPr>
                <p:spPr>
                  <a:xfrm flipV="1">
                    <a:off x="3574140" y="3404082"/>
                    <a:ext cx="59908" cy="94328"/>
                  </a:xfrm>
                  <a:custGeom>
                    <a:avLst/>
                    <a:gdLst>
                      <a:gd name="connsiteX0" fmla="*/ 1941 w 59908"/>
                      <a:gd name="connsiteY0" fmla="*/ 92216 h 94328"/>
                      <a:gd name="connsiteX1" fmla="*/ 51113 w 59908"/>
                      <a:gd name="connsiteY1" fmla="*/ 92216 h 94328"/>
                      <a:gd name="connsiteX2" fmla="*/ 51113 w 59908"/>
                      <a:gd name="connsiteY2" fmla="*/ 81667 h 94328"/>
                      <a:gd name="connsiteX3" fmla="*/ 13410 w 59908"/>
                      <a:gd name="connsiteY3" fmla="*/ 81667 h 94328"/>
                      <a:gd name="connsiteX4" fmla="*/ 13410 w 59908"/>
                      <a:gd name="connsiteY4" fmla="*/ 59002 h 94328"/>
                      <a:gd name="connsiteX5" fmla="*/ 18847 w 59908"/>
                      <a:gd name="connsiteY5" fmla="*/ 60390 h 94328"/>
                      <a:gd name="connsiteX6" fmla="*/ 24324 w 59908"/>
                      <a:gd name="connsiteY6" fmla="*/ 60846 h 94328"/>
                      <a:gd name="connsiteX7" fmla="*/ 48871 w 59908"/>
                      <a:gd name="connsiteY7" fmla="*/ 52359 h 94328"/>
                      <a:gd name="connsiteX8" fmla="*/ 57940 w 59908"/>
                      <a:gd name="connsiteY8" fmla="*/ 29376 h 94328"/>
                      <a:gd name="connsiteX9" fmla="*/ 48633 w 59908"/>
                      <a:gd name="connsiteY9" fmla="*/ 6156 h 94328"/>
                      <a:gd name="connsiteX10" fmla="*/ 22399 w 59908"/>
                      <a:gd name="connsiteY10" fmla="*/ -2113 h 94328"/>
                      <a:gd name="connsiteX11" fmla="*/ 10513 w 59908"/>
                      <a:gd name="connsiteY11" fmla="*/ -1121 h 94328"/>
                      <a:gd name="connsiteX12" fmla="*/ -1969 w 59908"/>
                      <a:gd name="connsiteY12" fmla="*/ 1853 h 94328"/>
                      <a:gd name="connsiteX13" fmla="*/ -1969 w 59908"/>
                      <a:gd name="connsiteY13" fmla="*/ 14445 h 94328"/>
                      <a:gd name="connsiteX14" fmla="*/ 9561 w 59908"/>
                      <a:gd name="connsiteY14" fmla="*/ 9924 h 94328"/>
                      <a:gd name="connsiteX15" fmla="*/ 22141 w 59908"/>
                      <a:gd name="connsiteY15" fmla="*/ 8437 h 94328"/>
                      <a:gd name="connsiteX16" fmla="*/ 39128 w 59908"/>
                      <a:gd name="connsiteY16" fmla="*/ 14068 h 94328"/>
                      <a:gd name="connsiteX17" fmla="*/ 45398 w 59908"/>
                      <a:gd name="connsiteY17" fmla="*/ 29376 h 94328"/>
                      <a:gd name="connsiteX18" fmla="*/ 39128 w 59908"/>
                      <a:gd name="connsiteY18" fmla="*/ 44665 h 94328"/>
                      <a:gd name="connsiteX19" fmla="*/ 22141 w 59908"/>
                      <a:gd name="connsiteY19" fmla="*/ 50316 h 94328"/>
                      <a:gd name="connsiteX20" fmla="*/ 12120 w 59908"/>
                      <a:gd name="connsiteY20" fmla="*/ 49206 h 94328"/>
                      <a:gd name="connsiteX21" fmla="*/ 1941 w 59908"/>
                      <a:gd name="connsiteY21" fmla="*/ 45736 h 94328"/>
                      <a:gd name="connsiteX22" fmla="*/ 1941 w 59908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41" y="92216"/>
                        </a:moveTo>
                        <a:lnTo>
                          <a:pt x="51113" y="92216"/>
                        </a:lnTo>
                        <a:lnTo>
                          <a:pt x="51113" y="81667"/>
                        </a:lnTo>
                        <a:lnTo>
                          <a:pt x="13410" y="81667"/>
                        </a:lnTo>
                        <a:lnTo>
                          <a:pt x="13410" y="59002"/>
                        </a:lnTo>
                        <a:cubicBezTo>
                          <a:pt x="15223" y="59623"/>
                          <a:pt x="17035" y="60086"/>
                          <a:pt x="18847" y="60390"/>
                        </a:cubicBezTo>
                        <a:cubicBezTo>
                          <a:pt x="20673" y="60694"/>
                          <a:pt x="22499" y="60846"/>
                          <a:pt x="24324" y="60846"/>
                        </a:cubicBezTo>
                        <a:cubicBezTo>
                          <a:pt x="34656" y="60846"/>
                          <a:pt x="42838" y="58017"/>
                          <a:pt x="48871" y="52359"/>
                        </a:cubicBezTo>
                        <a:cubicBezTo>
                          <a:pt x="54917" y="46701"/>
                          <a:pt x="57940" y="39040"/>
                          <a:pt x="57940" y="29376"/>
                        </a:cubicBezTo>
                        <a:cubicBezTo>
                          <a:pt x="57940" y="19422"/>
                          <a:pt x="54837" y="11682"/>
                          <a:pt x="48633" y="6156"/>
                        </a:cubicBezTo>
                        <a:cubicBezTo>
                          <a:pt x="42428" y="644"/>
                          <a:pt x="33684" y="-2113"/>
                          <a:pt x="22399" y="-2113"/>
                        </a:cubicBezTo>
                        <a:cubicBezTo>
                          <a:pt x="18510" y="-2113"/>
                          <a:pt x="14548" y="-1782"/>
                          <a:pt x="10513" y="-1121"/>
                        </a:cubicBezTo>
                        <a:cubicBezTo>
                          <a:pt x="6491" y="-460"/>
                          <a:pt x="2331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9" y="12422"/>
                          <a:pt x="5592" y="10915"/>
                          <a:pt x="9561" y="9924"/>
                        </a:cubicBezTo>
                        <a:cubicBezTo>
                          <a:pt x="13529" y="8932"/>
                          <a:pt x="17723" y="8437"/>
                          <a:pt x="22141" y="8437"/>
                        </a:cubicBezTo>
                        <a:cubicBezTo>
                          <a:pt x="29298" y="8437"/>
                          <a:pt x="34961" y="10314"/>
                          <a:pt x="39128" y="14068"/>
                        </a:cubicBezTo>
                        <a:cubicBezTo>
                          <a:pt x="43308" y="17822"/>
                          <a:pt x="45398" y="22925"/>
                          <a:pt x="45398" y="29376"/>
                        </a:cubicBezTo>
                        <a:cubicBezTo>
                          <a:pt x="45398" y="35814"/>
                          <a:pt x="43308" y="40910"/>
                          <a:pt x="39128" y="44665"/>
                        </a:cubicBezTo>
                        <a:cubicBezTo>
                          <a:pt x="34961" y="48432"/>
                          <a:pt x="29298" y="50316"/>
                          <a:pt x="22141" y="50316"/>
                        </a:cubicBezTo>
                        <a:cubicBezTo>
                          <a:pt x="18794" y="50316"/>
                          <a:pt x="15454" y="49946"/>
                          <a:pt x="12120" y="49206"/>
                        </a:cubicBezTo>
                        <a:cubicBezTo>
                          <a:pt x="8800" y="48465"/>
                          <a:pt x="5407" y="47309"/>
                          <a:pt x="1941" y="45736"/>
                        </a:cubicBezTo>
                        <a:lnTo>
                          <a:pt x="1941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81" name="Freeform: Shape 280">
                    <a:extLst>
                      <a:ext uri="{FF2B5EF4-FFF2-40B4-BE49-F238E27FC236}">
                        <a16:creationId xmlns:a16="http://schemas.microsoft.com/office/drawing/2014/main" id="{BF95E7CF-3F41-965D-7FC5-850C77733F09}"/>
                      </a:ext>
                    </a:extLst>
                  </p:cNvPr>
                  <p:cNvSpPr/>
                  <p:nvPr/>
                </p:nvSpPr>
                <p:spPr>
                  <a:xfrm flipV="1">
                    <a:off x="3653512" y="3402416"/>
                    <a:ext cx="63996" cy="95994"/>
                  </a:xfrm>
                  <a:custGeom>
                    <a:avLst/>
                    <a:gdLst>
                      <a:gd name="connsiteX0" fmla="*/ 29995 w 63996"/>
                      <a:gd name="connsiteY0" fmla="*/ 83925 h 95994"/>
                      <a:gd name="connsiteX1" fmla="*/ 15449 w 63996"/>
                      <a:gd name="connsiteY1" fmla="*/ 74407 h 95994"/>
                      <a:gd name="connsiteX2" fmla="*/ 10588 w 63996"/>
                      <a:gd name="connsiteY2" fmla="*/ 45813 h 95994"/>
                      <a:gd name="connsiteX3" fmla="*/ 15449 w 63996"/>
                      <a:gd name="connsiteY3" fmla="*/ 17278 h 95994"/>
                      <a:gd name="connsiteX4" fmla="*/ 29995 w 63996"/>
                      <a:gd name="connsiteY4" fmla="*/ 7760 h 95994"/>
                      <a:gd name="connsiteX5" fmla="*/ 44600 w 63996"/>
                      <a:gd name="connsiteY5" fmla="*/ 17278 h 95994"/>
                      <a:gd name="connsiteX6" fmla="*/ 49481 w 63996"/>
                      <a:gd name="connsiteY6" fmla="*/ 45813 h 95994"/>
                      <a:gd name="connsiteX7" fmla="*/ 44600 w 63996"/>
                      <a:gd name="connsiteY7" fmla="*/ 74407 h 95994"/>
                      <a:gd name="connsiteX8" fmla="*/ 29995 w 63996"/>
                      <a:gd name="connsiteY8" fmla="*/ 83925 h 95994"/>
                      <a:gd name="connsiteX9" fmla="*/ 29995 w 63996"/>
                      <a:gd name="connsiteY9" fmla="*/ 93839 h 95994"/>
                      <a:gd name="connsiteX10" fmla="*/ 53787 w 63996"/>
                      <a:gd name="connsiteY10" fmla="*/ 81525 h 95994"/>
                      <a:gd name="connsiteX11" fmla="*/ 62003 w 63996"/>
                      <a:gd name="connsiteY11" fmla="*/ 45813 h 95994"/>
                      <a:gd name="connsiteX12" fmla="*/ 53787 w 63996"/>
                      <a:gd name="connsiteY12" fmla="*/ 10139 h 95994"/>
                      <a:gd name="connsiteX13" fmla="*/ 29995 w 63996"/>
                      <a:gd name="connsiteY13" fmla="*/ -2155 h 95994"/>
                      <a:gd name="connsiteX14" fmla="*/ 6222 w 63996"/>
                      <a:gd name="connsiteY14" fmla="*/ 10139 h 95994"/>
                      <a:gd name="connsiteX15" fmla="*/ -1993 w 63996"/>
                      <a:gd name="connsiteY15" fmla="*/ 45813 h 95994"/>
                      <a:gd name="connsiteX16" fmla="*/ 6222 w 63996"/>
                      <a:gd name="connsiteY16" fmla="*/ 81525 h 95994"/>
                      <a:gd name="connsiteX17" fmla="*/ 29995 w 6399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29995" y="83925"/>
                        </a:moveTo>
                        <a:cubicBezTo>
                          <a:pt x="23552" y="83925"/>
                          <a:pt x="18704" y="80752"/>
                          <a:pt x="15449" y="74407"/>
                        </a:cubicBezTo>
                        <a:cubicBezTo>
                          <a:pt x="12208" y="68074"/>
                          <a:pt x="10588" y="58543"/>
                          <a:pt x="10588" y="45813"/>
                        </a:cubicBezTo>
                        <a:cubicBezTo>
                          <a:pt x="10588" y="33135"/>
                          <a:pt x="12208" y="23623"/>
                          <a:pt x="15449" y="17278"/>
                        </a:cubicBezTo>
                        <a:cubicBezTo>
                          <a:pt x="18704" y="10933"/>
                          <a:pt x="23552" y="7760"/>
                          <a:pt x="29995" y="7760"/>
                        </a:cubicBezTo>
                        <a:cubicBezTo>
                          <a:pt x="36490" y="7760"/>
                          <a:pt x="41359" y="10933"/>
                          <a:pt x="44600" y="17278"/>
                        </a:cubicBezTo>
                        <a:cubicBezTo>
                          <a:pt x="47854" y="23623"/>
                          <a:pt x="49481" y="33135"/>
                          <a:pt x="49481" y="45813"/>
                        </a:cubicBezTo>
                        <a:cubicBezTo>
                          <a:pt x="49481" y="58543"/>
                          <a:pt x="47854" y="68074"/>
                          <a:pt x="44600" y="74407"/>
                        </a:cubicBezTo>
                        <a:cubicBezTo>
                          <a:pt x="41359" y="80752"/>
                          <a:pt x="36490" y="83925"/>
                          <a:pt x="29995" y="83925"/>
                        </a:cubicBezTo>
                        <a:close/>
                        <a:moveTo>
                          <a:pt x="29995" y="93839"/>
                        </a:moveTo>
                        <a:cubicBezTo>
                          <a:pt x="40380" y="93839"/>
                          <a:pt x="48311" y="89735"/>
                          <a:pt x="53787" y="81525"/>
                        </a:cubicBezTo>
                        <a:cubicBezTo>
                          <a:pt x="59264" y="73329"/>
                          <a:pt x="62003" y="61425"/>
                          <a:pt x="62003" y="45813"/>
                        </a:cubicBezTo>
                        <a:cubicBezTo>
                          <a:pt x="62003" y="30240"/>
                          <a:pt x="59264" y="18349"/>
                          <a:pt x="53787" y="10139"/>
                        </a:cubicBezTo>
                        <a:cubicBezTo>
                          <a:pt x="48311" y="1943"/>
                          <a:pt x="40380" y="-2155"/>
                          <a:pt x="29995" y="-2155"/>
                        </a:cubicBezTo>
                        <a:cubicBezTo>
                          <a:pt x="19623" y="-2155"/>
                          <a:pt x="11699" y="1943"/>
                          <a:pt x="6222" y="10139"/>
                        </a:cubicBezTo>
                        <a:cubicBezTo>
                          <a:pt x="745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5" y="73329"/>
                          <a:pt x="6222" y="81525"/>
                        </a:cubicBezTo>
                        <a:cubicBezTo>
                          <a:pt x="11699" y="89735"/>
                          <a:pt x="19623" y="93839"/>
                          <a:pt x="29995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82" name="Freeform: Shape 281">
                    <a:extLst>
                      <a:ext uri="{FF2B5EF4-FFF2-40B4-BE49-F238E27FC236}">
                        <a16:creationId xmlns:a16="http://schemas.microsoft.com/office/drawing/2014/main" id="{F3C14367-0D3F-EB9A-C478-0B6AA364282E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3402416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3925 h 95994"/>
                      <a:gd name="connsiteX1" fmla="*/ 15456 w 63996"/>
                      <a:gd name="connsiteY1" fmla="*/ 74407 h 95994"/>
                      <a:gd name="connsiteX2" fmla="*/ 10594 w 63996"/>
                      <a:gd name="connsiteY2" fmla="*/ 45813 h 95994"/>
                      <a:gd name="connsiteX3" fmla="*/ 15456 w 63996"/>
                      <a:gd name="connsiteY3" fmla="*/ 17278 h 95994"/>
                      <a:gd name="connsiteX4" fmla="*/ 30001 w 63996"/>
                      <a:gd name="connsiteY4" fmla="*/ 7760 h 95994"/>
                      <a:gd name="connsiteX5" fmla="*/ 44606 w 63996"/>
                      <a:gd name="connsiteY5" fmla="*/ 17278 h 95994"/>
                      <a:gd name="connsiteX6" fmla="*/ 49488 w 63996"/>
                      <a:gd name="connsiteY6" fmla="*/ 45813 h 95994"/>
                      <a:gd name="connsiteX7" fmla="*/ 44606 w 63996"/>
                      <a:gd name="connsiteY7" fmla="*/ 74407 h 95994"/>
                      <a:gd name="connsiteX8" fmla="*/ 30001 w 63996"/>
                      <a:gd name="connsiteY8" fmla="*/ 83925 h 95994"/>
                      <a:gd name="connsiteX9" fmla="*/ 30001 w 63996"/>
                      <a:gd name="connsiteY9" fmla="*/ 93839 h 95994"/>
                      <a:gd name="connsiteX10" fmla="*/ 53794 w 63996"/>
                      <a:gd name="connsiteY10" fmla="*/ 81525 h 95994"/>
                      <a:gd name="connsiteX11" fmla="*/ 62009 w 63996"/>
                      <a:gd name="connsiteY11" fmla="*/ 45813 h 95994"/>
                      <a:gd name="connsiteX12" fmla="*/ 53794 w 63996"/>
                      <a:gd name="connsiteY12" fmla="*/ 10139 h 95994"/>
                      <a:gd name="connsiteX13" fmla="*/ 30001 w 63996"/>
                      <a:gd name="connsiteY13" fmla="*/ -2155 h 95994"/>
                      <a:gd name="connsiteX14" fmla="*/ 6228 w 63996"/>
                      <a:gd name="connsiteY14" fmla="*/ 10139 h 95994"/>
                      <a:gd name="connsiteX15" fmla="*/ -1987 w 63996"/>
                      <a:gd name="connsiteY15" fmla="*/ 45813 h 95994"/>
                      <a:gd name="connsiteX16" fmla="*/ 6228 w 63996"/>
                      <a:gd name="connsiteY16" fmla="*/ 81525 h 95994"/>
                      <a:gd name="connsiteX17" fmla="*/ 30001 w 6399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3925"/>
                        </a:moveTo>
                        <a:cubicBezTo>
                          <a:pt x="23559" y="83925"/>
                          <a:pt x="18710" y="80752"/>
                          <a:pt x="15456" y="74407"/>
                        </a:cubicBezTo>
                        <a:cubicBezTo>
                          <a:pt x="12215" y="68074"/>
                          <a:pt x="10594" y="58543"/>
                          <a:pt x="10594" y="45813"/>
                        </a:cubicBezTo>
                        <a:cubicBezTo>
                          <a:pt x="10594" y="33135"/>
                          <a:pt x="12215" y="23623"/>
                          <a:pt x="15456" y="17278"/>
                        </a:cubicBezTo>
                        <a:cubicBezTo>
                          <a:pt x="18710" y="10933"/>
                          <a:pt x="23559" y="7760"/>
                          <a:pt x="30001" y="7760"/>
                        </a:cubicBezTo>
                        <a:cubicBezTo>
                          <a:pt x="36497" y="7760"/>
                          <a:pt x="41365" y="10933"/>
                          <a:pt x="44606" y="17278"/>
                        </a:cubicBezTo>
                        <a:cubicBezTo>
                          <a:pt x="47861" y="23623"/>
                          <a:pt x="49488" y="33135"/>
                          <a:pt x="49488" y="45813"/>
                        </a:cubicBezTo>
                        <a:cubicBezTo>
                          <a:pt x="49488" y="58543"/>
                          <a:pt x="47861" y="68074"/>
                          <a:pt x="44606" y="74407"/>
                        </a:cubicBezTo>
                        <a:cubicBezTo>
                          <a:pt x="41365" y="80752"/>
                          <a:pt x="36497" y="83925"/>
                          <a:pt x="30001" y="83925"/>
                        </a:cubicBezTo>
                        <a:close/>
                        <a:moveTo>
                          <a:pt x="30001" y="93839"/>
                        </a:moveTo>
                        <a:cubicBezTo>
                          <a:pt x="40386" y="93839"/>
                          <a:pt x="48317" y="89735"/>
                          <a:pt x="53794" y="81525"/>
                        </a:cubicBezTo>
                        <a:cubicBezTo>
                          <a:pt x="59271" y="73329"/>
                          <a:pt x="62009" y="61425"/>
                          <a:pt x="62009" y="45813"/>
                        </a:cubicBezTo>
                        <a:cubicBezTo>
                          <a:pt x="62009" y="30240"/>
                          <a:pt x="59271" y="18349"/>
                          <a:pt x="53794" y="10139"/>
                        </a:cubicBezTo>
                        <a:cubicBezTo>
                          <a:pt x="48317" y="1943"/>
                          <a:pt x="40386" y="-2155"/>
                          <a:pt x="30001" y="-2155"/>
                        </a:cubicBezTo>
                        <a:cubicBezTo>
                          <a:pt x="19630" y="-2155"/>
                          <a:pt x="11705" y="1943"/>
                          <a:pt x="6228" y="10139"/>
                        </a:cubicBezTo>
                        <a:cubicBezTo>
                          <a:pt x="751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51" y="73329"/>
                          <a:pt x="6228" y="81525"/>
                        </a:cubicBezTo>
                        <a:cubicBezTo>
                          <a:pt x="11705" y="89735"/>
                          <a:pt x="19630" y="93839"/>
                          <a:pt x="30001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83" name="Graphic 200">
                <a:extLst>
                  <a:ext uri="{FF2B5EF4-FFF2-40B4-BE49-F238E27FC236}">
                    <a16:creationId xmlns:a16="http://schemas.microsoft.com/office/drawing/2014/main" id="{25A92A2F-33A2-B69A-1552-FE1842106A4C}"/>
                  </a:ext>
                </a:extLst>
              </p:cNvPr>
              <p:cNvGrpSpPr/>
              <p:nvPr/>
            </p:nvGrpSpPr>
            <p:grpSpPr>
              <a:xfrm>
                <a:off x="3574140" y="2834481"/>
                <a:ext cx="321508" cy="95994"/>
                <a:chOff x="3574140" y="2834481"/>
                <a:chExt cx="321508" cy="95994"/>
              </a:xfrm>
              <a:solidFill>
                <a:srgbClr val="000000"/>
              </a:solidFill>
            </p:grpSpPr>
            <p:sp>
              <p:nvSpPr>
                <p:cNvPr id="284" name="Freeform: Shape 283">
                  <a:extLst>
                    <a:ext uri="{FF2B5EF4-FFF2-40B4-BE49-F238E27FC236}">
                      <a16:creationId xmlns:a16="http://schemas.microsoft.com/office/drawing/2014/main" id="{E4F026F9-B8B2-1EFC-375C-C09059FAC9C9}"/>
                    </a:ext>
                  </a:extLst>
                </p:cNvPr>
                <p:cNvSpPr/>
                <p:nvPr/>
              </p:nvSpPr>
              <p:spPr>
                <a:xfrm>
                  <a:off x="3851198" y="2880456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130 h 12690"/>
                    <a:gd name="connsiteX1" fmla="*/ 58 w 44450"/>
                    <a:gd name="connsiteY1" fmla="*/ 13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130"/>
                      </a:moveTo>
                      <a:lnTo>
                        <a:pt x="58" y="130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85" name="Graphic 200">
                  <a:extLst>
                    <a:ext uri="{FF2B5EF4-FFF2-40B4-BE49-F238E27FC236}">
                      <a16:creationId xmlns:a16="http://schemas.microsoft.com/office/drawing/2014/main" id="{95D0957D-5FDE-38F1-8102-5B558F683863}"/>
                    </a:ext>
                  </a:extLst>
                </p:cNvPr>
                <p:cNvGrpSpPr/>
                <p:nvPr/>
              </p:nvGrpSpPr>
              <p:grpSpPr>
                <a:xfrm>
                  <a:off x="3574140" y="2834481"/>
                  <a:ext cx="224169" cy="95994"/>
                  <a:chOff x="3574140" y="2834481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286" name="Freeform: Shape 285">
                    <a:extLst>
                      <a:ext uri="{FF2B5EF4-FFF2-40B4-BE49-F238E27FC236}">
                        <a16:creationId xmlns:a16="http://schemas.microsoft.com/office/drawing/2014/main" id="{948CCA67-AB85-B1C2-FEA4-D438CA6C4386}"/>
                      </a:ext>
                    </a:extLst>
                  </p:cNvPr>
                  <p:cNvSpPr/>
                  <p:nvPr/>
                </p:nvSpPr>
                <p:spPr>
                  <a:xfrm flipV="1">
                    <a:off x="3574140" y="2836147"/>
                    <a:ext cx="59908" cy="94328"/>
                  </a:xfrm>
                  <a:custGeom>
                    <a:avLst/>
                    <a:gdLst>
                      <a:gd name="connsiteX0" fmla="*/ 1941 w 59908"/>
                      <a:gd name="connsiteY0" fmla="*/ 92171 h 94328"/>
                      <a:gd name="connsiteX1" fmla="*/ 51113 w 59908"/>
                      <a:gd name="connsiteY1" fmla="*/ 92171 h 94328"/>
                      <a:gd name="connsiteX2" fmla="*/ 51113 w 59908"/>
                      <a:gd name="connsiteY2" fmla="*/ 81622 h 94328"/>
                      <a:gd name="connsiteX3" fmla="*/ 13410 w 59908"/>
                      <a:gd name="connsiteY3" fmla="*/ 81622 h 94328"/>
                      <a:gd name="connsiteX4" fmla="*/ 13410 w 59908"/>
                      <a:gd name="connsiteY4" fmla="*/ 58957 h 94328"/>
                      <a:gd name="connsiteX5" fmla="*/ 18847 w 59908"/>
                      <a:gd name="connsiteY5" fmla="*/ 60345 h 94328"/>
                      <a:gd name="connsiteX6" fmla="*/ 24324 w 59908"/>
                      <a:gd name="connsiteY6" fmla="*/ 60801 h 94328"/>
                      <a:gd name="connsiteX7" fmla="*/ 48871 w 59908"/>
                      <a:gd name="connsiteY7" fmla="*/ 52314 h 94328"/>
                      <a:gd name="connsiteX8" fmla="*/ 57940 w 59908"/>
                      <a:gd name="connsiteY8" fmla="*/ 29332 h 94328"/>
                      <a:gd name="connsiteX9" fmla="*/ 48633 w 59908"/>
                      <a:gd name="connsiteY9" fmla="*/ 6111 h 94328"/>
                      <a:gd name="connsiteX10" fmla="*/ 22399 w 59908"/>
                      <a:gd name="connsiteY10" fmla="*/ -2157 h 94328"/>
                      <a:gd name="connsiteX11" fmla="*/ 10513 w 59908"/>
                      <a:gd name="connsiteY11" fmla="*/ -1166 h 94328"/>
                      <a:gd name="connsiteX12" fmla="*/ -1969 w 59908"/>
                      <a:gd name="connsiteY12" fmla="*/ 1808 h 94328"/>
                      <a:gd name="connsiteX13" fmla="*/ -1969 w 59908"/>
                      <a:gd name="connsiteY13" fmla="*/ 14400 h 94328"/>
                      <a:gd name="connsiteX14" fmla="*/ 9561 w 59908"/>
                      <a:gd name="connsiteY14" fmla="*/ 9879 h 94328"/>
                      <a:gd name="connsiteX15" fmla="*/ 22141 w 59908"/>
                      <a:gd name="connsiteY15" fmla="*/ 8392 h 94328"/>
                      <a:gd name="connsiteX16" fmla="*/ 39128 w 59908"/>
                      <a:gd name="connsiteY16" fmla="*/ 14023 h 94328"/>
                      <a:gd name="connsiteX17" fmla="*/ 45398 w 59908"/>
                      <a:gd name="connsiteY17" fmla="*/ 29332 h 94328"/>
                      <a:gd name="connsiteX18" fmla="*/ 39128 w 59908"/>
                      <a:gd name="connsiteY18" fmla="*/ 44620 h 94328"/>
                      <a:gd name="connsiteX19" fmla="*/ 22141 w 59908"/>
                      <a:gd name="connsiteY19" fmla="*/ 50271 h 94328"/>
                      <a:gd name="connsiteX20" fmla="*/ 12120 w 59908"/>
                      <a:gd name="connsiteY20" fmla="*/ 49161 h 94328"/>
                      <a:gd name="connsiteX21" fmla="*/ 1941 w 59908"/>
                      <a:gd name="connsiteY21" fmla="*/ 45691 h 94328"/>
                      <a:gd name="connsiteX22" fmla="*/ 1941 w 59908"/>
                      <a:gd name="connsiteY22" fmla="*/ 9217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41" y="92171"/>
                        </a:moveTo>
                        <a:lnTo>
                          <a:pt x="51113" y="92171"/>
                        </a:lnTo>
                        <a:lnTo>
                          <a:pt x="51113" y="81622"/>
                        </a:lnTo>
                        <a:lnTo>
                          <a:pt x="13410" y="81622"/>
                        </a:lnTo>
                        <a:lnTo>
                          <a:pt x="13410" y="58957"/>
                        </a:lnTo>
                        <a:cubicBezTo>
                          <a:pt x="15223" y="59578"/>
                          <a:pt x="17035" y="60041"/>
                          <a:pt x="18847" y="60345"/>
                        </a:cubicBezTo>
                        <a:cubicBezTo>
                          <a:pt x="20673" y="60649"/>
                          <a:pt x="22499" y="60801"/>
                          <a:pt x="24324" y="60801"/>
                        </a:cubicBezTo>
                        <a:cubicBezTo>
                          <a:pt x="34656" y="60801"/>
                          <a:pt x="42838" y="57972"/>
                          <a:pt x="48871" y="52314"/>
                        </a:cubicBezTo>
                        <a:cubicBezTo>
                          <a:pt x="54917" y="46656"/>
                          <a:pt x="57940" y="38995"/>
                          <a:pt x="57940" y="29332"/>
                        </a:cubicBezTo>
                        <a:cubicBezTo>
                          <a:pt x="57940" y="19377"/>
                          <a:pt x="54837" y="11637"/>
                          <a:pt x="48633" y="6111"/>
                        </a:cubicBezTo>
                        <a:cubicBezTo>
                          <a:pt x="42428" y="599"/>
                          <a:pt x="33684" y="-2157"/>
                          <a:pt x="22399" y="-2157"/>
                        </a:cubicBezTo>
                        <a:cubicBezTo>
                          <a:pt x="18510" y="-2157"/>
                          <a:pt x="14548" y="-1827"/>
                          <a:pt x="10513" y="-1166"/>
                        </a:cubicBezTo>
                        <a:cubicBezTo>
                          <a:pt x="6491" y="-505"/>
                          <a:pt x="2331" y="486"/>
                          <a:pt x="-1969" y="1808"/>
                        </a:cubicBezTo>
                        <a:lnTo>
                          <a:pt x="-1969" y="14400"/>
                        </a:lnTo>
                        <a:cubicBezTo>
                          <a:pt x="1749" y="12377"/>
                          <a:pt x="5592" y="10870"/>
                          <a:pt x="9561" y="9879"/>
                        </a:cubicBezTo>
                        <a:cubicBezTo>
                          <a:pt x="13529" y="8887"/>
                          <a:pt x="17723" y="8392"/>
                          <a:pt x="22141" y="8392"/>
                        </a:cubicBezTo>
                        <a:cubicBezTo>
                          <a:pt x="29298" y="8392"/>
                          <a:pt x="34961" y="10269"/>
                          <a:pt x="39128" y="14023"/>
                        </a:cubicBezTo>
                        <a:cubicBezTo>
                          <a:pt x="43308" y="17778"/>
                          <a:pt x="45398" y="22880"/>
                          <a:pt x="45398" y="29332"/>
                        </a:cubicBezTo>
                        <a:cubicBezTo>
                          <a:pt x="45398" y="35770"/>
                          <a:pt x="43308" y="40866"/>
                          <a:pt x="39128" y="44620"/>
                        </a:cubicBezTo>
                        <a:cubicBezTo>
                          <a:pt x="34961" y="48388"/>
                          <a:pt x="29298" y="50271"/>
                          <a:pt x="22141" y="50271"/>
                        </a:cubicBezTo>
                        <a:cubicBezTo>
                          <a:pt x="18794" y="50271"/>
                          <a:pt x="15454" y="49901"/>
                          <a:pt x="12120" y="49161"/>
                        </a:cubicBezTo>
                        <a:cubicBezTo>
                          <a:pt x="8800" y="48421"/>
                          <a:pt x="5407" y="47264"/>
                          <a:pt x="1941" y="45691"/>
                        </a:cubicBezTo>
                        <a:lnTo>
                          <a:pt x="1941" y="921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87" name="Freeform: Shape 286">
                    <a:extLst>
                      <a:ext uri="{FF2B5EF4-FFF2-40B4-BE49-F238E27FC236}">
                        <a16:creationId xmlns:a16="http://schemas.microsoft.com/office/drawing/2014/main" id="{BABC7ACF-7695-20EB-8B0E-B1C250F871A9}"/>
                      </a:ext>
                    </a:extLst>
                  </p:cNvPr>
                  <p:cNvSpPr/>
                  <p:nvPr/>
                </p:nvSpPr>
                <p:spPr>
                  <a:xfrm flipV="1">
                    <a:off x="3659088" y="2836147"/>
                    <a:ext cx="55125" cy="92524"/>
                  </a:xfrm>
                  <a:custGeom>
                    <a:avLst/>
                    <a:gdLst>
                      <a:gd name="connsiteX0" fmla="*/ -245 w 55125"/>
                      <a:gd name="connsiteY0" fmla="*/ 8326 h 92524"/>
                      <a:gd name="connsiteX1" fmla="*/ 20214 w 55125"/>
                      <a:gd name="connsiteY1" fmla="*/ 8326 h 92524"/>
                      <a:gd name="connsiteX2" fmla="*/ 20214 w 55125"/>
                      <a:gd name="connsiteY2" fmla="*/ 78919 h 92524"/>
                      <a:gd name="connsiteX3" fmla="*/ -2051 w 55125"/>
                      <a:gd name="connsiteY3" fmla="*/ 74457 h 92524"/>
                      <a:gd name="connsiteX4" fmla="*/ -2051 w 55125"/>
                      <a:gd name="connsiteY4" fmla="*/ 85859 h 92524"/>
                      <a:gd name="connsiteX5" fmla="*/ 20095 w 55125"/>
                      <a:gd name="connsiteY5" fmla="*/ 90321 h 92524"/>
                      <a:gd name="connsiteX6" fmla="*/ 32616 w 55125"/>
                      <a:gd name="connsiteY6" fmla="*/ 90321 h 92524"/>
                      <a:gd name="connsiteX7" fmla="*/ 32616 w 55125"/>
                      <a:gd name="connsiteY7" fmla="*/ 8326 h 92524"/>
                      <a:gd name="connsiteX8" fmla="*/ 53075 w 55125"/>
                      <a:gd name="connsiteY8" fmla="*/ 8326 h 92524"/>
                      <a:gd name="connsiteX9" fmla="*/ 53075 w 55125"/>
                      <a:gd name="connsiteY9" fmla="*/ -2203 h 92524"/>
                      <a:gd name="connsiteX10" fmla="*/ -245 w 55125"/>
                      <a:gd name="connsiteY10" fmla="*/ -2203 h 92524"/>
                      <a:gd name="connsiteX11" fmla="*/ -245 w 55125"/>
                      <a:gd name="connsiteY11" fmla="*/ 832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245" y="8326"/>
                        </a:moveTo>
                        <a:lnTo>
                          <a:pt x="20214" y="8326"/>
                        </a:lnTo>
                        <a:lnTo>
                          <a:pt x="20214" y="78919"/>
                        </a:lnTo>
                        <a:lnTo>
                          <a:pt x="-2051" y="74457"/>
                        </a:lnTo>
                        <a:lnTo>
                          <a:pt x="-2051" y="85859"/>
                        </a:lnTo>
                        <a:lnTo>
                          <a:pt x="20095" y="90321"/>
                        </a:lnTo>
                        <a:lnTo>
                          <a:pt x="32616" y="90321"/>
                        </a:lnTo>
                        <a:lnTo>
                          <a:pt x="32616" y="8326"/>
                        </a:lnTo>
                        <a:lnTo>
                          <a:pt x="53075" y="8326"/>
                        </a:lnTo>
                        <a:lnTo>
                          <a:pt x="53075" y="-2203"/>
                        </a:lnTo>
                        <a:lnTo>
                          <a:pt x="-245" y="-2203"/>
                        </a:lnTo>
                        <a:lnTo>
                          <a:pt x="-245" y="83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88" name="Freeform: Shape 287">
                    <a:extLst>
                      <a:ext uri="{FF2B5EF4-FFF2-40B4-BE49-F238E27FC236}">
                        <a16:creationId xmlns:a16="http://schemas.microsoft.com/office/drawing/2014/main" id="{AF068F99-2975-6377-49A8-E775F8F9BB23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2834481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3880 h 95994"/>
                      <a:gd name="connsiteX1" fmla="*/ 15456 w 63996"/>
                      <a:gd name="connsiteY1" fmla="*/ 74362 h 95994"/>
                      <a:gd name="connsiteX2" fmla="*/ 10594 w 63996"/>
                      <a:gd name="connsiteY2" fmla="*/ 45768 h 95994"/>
                      <a:gd name="connsiteX3" fmla="*/ 15456 w 63996"/>
                      <a:gd name="connsiteY3" fmla="*/ 17233 h 95994"/>
                      <a:gd name="connsiteX4" fmla="*/ 30001 w 63996"/>
                      <a:gd name="connsiteY4" fmla="*/ 7715 h 95994"/>
                      <a:gd name="connsiteX5" fmla="*/ 44606 w 63996"/>
                      <a:gd name="connsiteY5" fmla="*/ 17233 h 95994"/>
                      <a:gd name="connsiteX6" fmla="*/ 49488 w 63996"/>
                      <a:gd name="connsiteY6" fmla="*/ 45768 h 95994"/>
                      <a:gd name="connsiteX7" fmla="*/ 44606 w 63996"/>
                      <a:gd name="connsiteY7" fmla="*/ 74362 h 95994"/>
                      <a:gd name="connsiteX8" fmla="*/ 30001 w 63996"/>
                      <a:gd name="connsiteY8" fmla="*/ 83880 h 95994"/>
                      <a:gd name="connsiteX9" fmla="*/ 30001 w 63996"/>
                      <a:gd name="connsiteY9" fmla="*/ 93795 h 95994"/>
                      <a:gd name="connsiteX10" fmla="*/ 53794 w 63996"/>
                      <a:gd name="connsiteY10" fmla="*/ 81481 h 95994"/>
                      <a:gd name="connsiteX11" fmla="*/ 62009 w 63996"/>
                      <a:gd name="connsiteY11" fmla="*/ 45768 h 95994"/>
                      <a:gd name="connsiteX12" fmla="*/ 53794 w 63996"/>
                      <a:gd name="connsiteY12" fmla="*/ 10095 h 95994"/>
                      <a:gd name="connsiteX13" fmla="*/ 30001 w 63996"/>
                      <a:gd name="connsiteY13" fmla="*/ -2200 h 95994"/>
                      <a:gd name="connsiteX14" fmla="*/ 6228 w 63996"/>
                      <a:gd name="connsiteY14" fmla="*/ 10095 h 95994"/>
                      <a:gd name="connsiteX15" fmla="*/ -1987 w 63996"/>
                      <a:gd name="connsiteY15" fmla="*/ 45768 h 95994"/>
                      <a:gd name="connsiteX16" fmla="*/ 6228 w 63996"/>
                      <a:gd name="connsiteY16" fmla="*/ 81481 h 95994"/>
                      <a:gd name="connsiteX17" fmla="*/ 30001 w 63996"/>
                      <a:gd name="connsiteY17" fmla="*/ 9379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3880"/>
                        </a:moveTo>
                        <a:cubicBezTo>
                          <a:pt x="23559" y="83880"/>
                          <a:pt x="18710" y="80707"/>
                          <a:pt x="15456" y="74362"/>
                        </a:cubicBezTo>
                        <a:cubicBezTo>
                          <a:pt x="12215" y="68030"/>
                          <a:pt x="10594" y="58498"/>
                          <a:pt x="10594" y="45768"/>
                        </a:cubicBezTo>
                        <a:cubicBezTo>
                          <a:pt x="10594" y="33090"/>
                          <a:pt x="12215" y="23579"/>
                          <a:pt x="15456" y="17233"/>
                        </a:cubicBezTo>
                        <a:cubicBezTo>
                          <a:pt x="18710" y="10888"/>
                          <a:pt x="23559" y="7715"/>
                          <a:pt x="30001" y="7715"/>
                        </a:cubicBezTo>
                        <a:cubicBezTo>
                          <a:pt x="36497" y="7715"/>
                          <a:pt x="41365" y="10888"/>
                          <a:pt x="44606" y="17233"/>
                        </a:cubicBezTo>
                        <a:cubicBezTo>
                          <a:pt x="47861" y="23579"/>
                          <a:pt x="49488" y="33090"/>
                          <a:pt x="49488" y="45768"/>
                        </a:cubicBezTo>
                        <a:cubicBezTo>
                          <a:pt x="49488" y="58498"/>
                          <a:pt x="47861" y="68030"/>
                          <a:pt x="44606" y="74362"/>
                        </a:cubicBezTo>
                        <a:cubicBezTo>
                          <a:pt x="41365" y="80707"/>
                          <a:pt x="36497" y="83880"/>
                          <a:pt x="30001" y="83880"/>
                        </a:cubicBezTo>
                        <a:close/>
                        <a:moveTo>
                          <a:pt x="30001" y="93795"/>
                        </a:moveTo>
                        <a:cubicBezTo>
                          <a:pt x="40386" y="93795"/>
                          <a:pt x="48317" y="89690"/>
                          <a:pt x="53794" y="81481"/>
                        </a:cubicBezTo>
                        <a:cubicBezTo>
                          <a:pt x="59271" y="73284"/>
                          <a:pt x="62009" y="61380"/>
                          <a:pt x="62009" y="45768"/>
                        </a:cubicBezTo>
                        <a:cubicBezTo>
                          <a:pt x="62009" y="30195"/>
                          <a:pt x="59271" y="18304"/>
                          <a:pt x="53794" y="10095"/>
                        </a:cubicBezTo>
                        <a:cubicBezTo>
                          <a:pt x="48317" y="1899"/>
                          <a:pt x="40386" y="-2200"/>
                          <a:pt x="30001" y="-2200"/>
                        </a:cubicBezTo>
                        <a:cubicBezTo>
                          <a:pt x="19630" y="-2200"/>
                          <a:pt x="11705" y="1899"/>
                          <a:pt x="6228" y="10095"/>
                        </a:cubicBezTo>
                        <a:cubicBezTo>
                          <a:pt x="751" y="18304"/>
                          <a:pt x="-1987" y="30195"/>
                          <a:pt x="-1987" y="45768"/>
                        </a:cubicBezTo>
                        <a:cubicBezTo>
                          <a:pt x="-1987" y="61380"/>
                          <a:pt x="751" y="73284"/>
                          <a:pt x="6228" y="81481"/>
                        </a:cubicBezTo>
                        <a:cubicBezTo>
                          <a:pt x="11705" y="89690"/>
                          <a:pt x="19630" y="93795"/>
                          <a:pt x="30001" y="9379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89" name="Graphic 200">
                <a:extLst>
                  <a:ext uri="{FF2B5EF4-FFF2-40B4-BE49-F238E27FC236}">
                    <a16:creationId xmlns:a16="http://schemas.microsoft.com/office/drawing/2014/main" id="{4BED25E1-BF9D-FE52-9FC7-A7726CC24767}"/>
                  </a:ext>
                </a:extLst>
              </p:cNvPr>
              <p:cNvGrpSpPr/>
              <p:nvPr/>
            </p:nvGrpSpPr>
            <p:grpSpPr>
              <a:xfrm>
                <a:off x="3574140" y="2266547"/>
                <a:ext cx="321508" cy="95994"/>
                <a:chOff x="3574140" y="2266547"/>
                <a:chExt cx="321508" cy="95994"/>
              </a:xfrm>
              <a:solidFill>
                <a:srgbClr val="000000"/>
              </a:solidFill>
            </p:grpSpPr>
            <p:sp>
              <p:nvSpPr>
                <p:cNvPr id="290" name="Freeform: Shape 289">
                  <a:extLst>
                    <a:ext uri="{FF2B5EF4-FFF2-40B4-BE49-F238E27FC236}">
                      <a16:creationId xmlns:a16="http://schemas.microsoft.com/office/drawing/2014/main" id="{8B1C252D-1E84-A8A6-1198-B95C06CD558E}"/>
                    </a:ext>
                  </a:extLst>
                </p:cNvPr>
                <p:cNvSpPr/>
                <p:nvPr/>
              </p:nvSpPr>
              <p:spPr>
                <a:xfrm>
                  <a:off x="3851198" y="2312521"/>
                  <a:ext cx="44450" cy="12690"/>
                </a:xfrm>
                <a:custGeom>
                  <a:avLst/>
                  <a:gdLst>
                    <a:gd name="connsiteX0" fmla="*/ 44508 w 44450"/>
                    <a:gd name="connsiteY0" fmla="*/ 85 h 12690"/>
                    <a:gd name="connsiteX1" fmla="*/ 58 w 44450"/>
                    <a:gd name="connsiteY1" fmla="*/ 8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08" y="85"/>
                      </a:moveTo>
                      <a:lnTo>
                        <a:pt x="58" y="8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91" name="Graphic 200">
                  <a:extLst>
                    <a:ext uri="{FF2B5EF4-FFF2-40B4-BE49-F238E27FC236}">
                      <a16:creationId xmlns:a16="http://schemas.microsoft.com/office/drawing/2014/main" id="{FFDC4179-ACC5-D749-21F4-8A655F049156}"/>
                    </a:ext>
                  </a:extLst>
                </p:cNvPr>
                <p:cNvGrpSpPr/>
                <p:nvPr/>
              </p:nvGrpSpPr>
              <p:grpSpPr>
                <a:xfrm>
                  <a:off x="3574140" y="2266547"/>
                  <a:ext cx="224169" cy="95994"/>
                  <a:chOff x="3574140" y="2266547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292" name="Freeform: Shape 291">
                    <a:extLst>
                      <a:ext uri="{FF2B5EF4-FFF2-40B4-BE49-F238E27FC236}">
                        <a16:creationId xmlns:a16="http://schemas.microsoft.com/office/drawing/2014/main" id="{6CC3B63B-A429-9F25-8D9C-A81019E58F1B}"/>
                      </a:ext>
                    </a:extLst>
                  </p:cNvPr>
                  <p:cNvSpPr/>
                  <p:nvPr/>
                </p:nvSpPr>
                <p:spPr>
                  <a:xfrm flipV="1">
                    <a:off x="3574140" y="2268212"/>
                    <a:ext cx="59908" cy="94328"/>
                  </a:xfrm>
                  <a:custGeom>
                    <a:avLst/>
                    <a:gdLst>
                      <a:gd name="connsiteX0" fmla="*/ 1941 w 59908"/>
                      <a:gd name="connsiteY0" fmla="*/ 92126 h 94328"/>
                      <a:gd name="connsiteX1" fmla="*/ 51113 w 59908"/>
                      <a:gd name="connsiteY1" fmla="*/ 92126 h 94328"/>
                      <a:gd name="connsiteX2" fmla="*/ 51113 w 59908"/>
                      <a:gd name="connsiteY2" fmla="*/ 81577 h 94328"/>
                      <a:gd name="connsiteX3" fmla="*/ 13410 w 59908"/>
                      <a:gd name="connsiteY3" fmla="*/ 81577 h 94328"/>
                      <a:gd name="connsiteX4" fmla="*/ 13410 w 59908"/>
                      <a:gd name="connsiteY4" fmla="*/ 58912 h 94328"/>
                      <a:gd name="connsiteX5" fmla="*/ 18847 w 59908"/>
                      <a:gd name="connsiteY5" fmla="*/ 60300 h 94328"/>
                      <a:gd name="connsiteX6" fmla="*/ 24324 w 59908"/>
                      <a:gd name="connsiteY6" fmla="*/ 60756 h 94328"/>
                      <a:gd name="connsiteX7" fmla="*/ 48871 w 59908"/>
                      <a:gd name="connsiteY7" fmla="*/ 52269 h 94328"/>
                      <a:gd name="connsiteX8" fmla="*/ 57940 w 59908"/>
                      <a:gd name="connsiteY8" fmla="*/ 29287 h 94328"/>
                      <a:gd name="connsiteX9" fmla="*/ 48633 w 59908"/>
                      <a:gd name="connsiteY9" fmla="*/ 6067 h 94328"/>
                      <a:gd name="connsiteX10" fmla="*/ 22399 w 59908"/>
                      <a:gd name="connsiteY10" fmla="*/ -2202 h 94328"/>
                      <a:gd name="connsiteX11" fmla="*/ 10513 w 59908"/>
                      <a:gd name="connsiteY11" fmla="*/ -1211 h 94328"/>
                      <a:gd name="connsiteX12" fmla="*/ -1969 w 59908"/>
                      <a:gd name="connsiteY12" fmla="*/ 1764 h 94328"/>
                      <a:gd name="connsiteX13" fmla="*/ -1969 w 59908"/>
                      <a:gd name="connsiteY13" fmla="*/ 14355 h 94328"/>
                      <a:gd name="connsiteX14" fmla="*/ 9561 w 59908"/>
                      <a:gd name="connsiteY14" fmla="*/ 9834 h 94328"/>
                      <a:gd name="connsiteX15" fmla="*/ 22141 w 59908"/>
                      <a:gd name="connsiteY15" fmla="*/ 8347 h 94328"/>
                      <a:gd name="connsiteX16" fmla="*/ 39128 w 59908"/>
                      <a:gd name="connsiteY16" fmla="*/ 13979 h 94328"/>
                      <a:gd name="connsiteX17" fmla="*/ 45398 w 59908"/>
                      <a:gd name="connsiteY17" fmla="*/ 29287 h 94328"/>
                      <a:gd name="connsiteX18" fmla="*/ 39128 w 59908"/>
                      <a:gd name="connsiteY18" fmla="*/ 44575 h 94328"/>
                      <a:gd name="connsiteX19" fmla="*/ 22141 w 59908"/>
                      <a:gd name="connsiteY19" fmla="*/ 50227 h 94328"/>
                      <a:gd name="connsiteX20" fmla="*/ 12120 w 59908"/>
                      <a:gd name="connsiteY20" fmla="*/ 49116 h 94328"/>
                      <a:gd name="connsiteX21" fmla="*/ 1941 w 59908"/>
                      <a:gd name="connsiteY21" fmla="*/ 45646 h 94328"/>
                      <a:gd name="connsiteX22" fmla="*/ 1941 w 59908"/>
                      <a:gd name="connsiteY22" fmla="*/ 9212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41" y="92126"/>
                        </a:moveTo>
                        <a:lnTo>
                          <a:pt x="51113" y="92126"/>
                        </a:lnTo>
                        <a:lnTo>
                          <a:pt x="51113" y="81577"/>
                        </a:lnTo>
                        <a:lnTo>
                          <a:pt x="13410" y="81577"/>
                        </a:lnTo>
                        <a:lnTo>
                          <a:pt x="13410" y="58912"/>
                        </a:lnTo>
                        <a:cubicBezTo>
                          <a:pt x="15223" y="59533"/>
                          <a:pt x="17035" y="59996"/>
                          <a:pt x="18847" y="60300"/>
                        </a:cubicBezTo>
                        <a:cubicBezTo>
                          <a:pt x="20673" y="60604"/>
                          <a:pt x="22499" y="60756"/>
                          <a:pt x="24324" y="60756"/>
                        </a:cubicBezTo>
                        <a:cubicBezTo>
                          <a:pt x="34656" y="60756"/>
                          <a:pt x="42838" y="57927"/>
                          <a:pt x="48871" y="52269"/>
                        </a:cubicBezTo>
                        <a:cubicBezTo>
                          <a:pt x="54917" y="46611"/>
                          <a:pt x="57940" y="38950"/>
                          <a:pt x="57940" y="29287"/>
                        </a:cubicBezTo>
                        <a:cubicBezTo>
                          <a:pt x="57940" y="19332"/>
                          <a:pt x="54837" y="11592"/>
                          <a:pt x="48633" y="6067"/>
                        </a:cubicBezTo>
                        <a:cubicBezTo>
                          <a:pt x="42428" y="554"/>
                          <a:pt x="33684" y="-2202"/>
                          <a:pt x="22399" y="-2202"/>
                        </a:cubicBezTo>
                        <a:cubicBezTo>
                          <a:pt x="18510" y="-2202"/>
                          <a:pt x="14548" y="-1872"/>
                          <a:pt x="10513" y="-1211"/>
                        </a:cubicBezTo>
                        <a:cubicBezTo>
                          <a:pt x="6491" y="-550"/>
                          <a:pt x="2331" y="442"/>
                          <a:pt x="-1969" y="1764"/>
                        </a:cubicBezTo>
                        <a:lnTo>
                          <a:pt x="-1969" y="14355"/>
                        </a:lnTo>
                        <a:cubicBezTo>
                          <a:pt x="1749" y="12333"/>
                          <a:pt x="5592" y="10826"/>
                          <a:pt x="9561" y="9834"/>
                        </a:cubicBezTo>
                        <a:cubicBezTo>
                          <a:pt x="13529" y="8843"/>
                          <a:pt x="17723" y="8347"/>
                          <a:pt x="22141" y="8347"/>
                        </a:cubicBezTo>
                        <a:cubicBezTo>
                          <a:pt x="29298" y="8347"/>
                          <a:pt x="34961" y="10224"/>
                          <a:pt x="39128" y="13979"/>
                        </a:cubicBezTo>
                        <a:cubicBezTo>
                          <a:pt x="43308" y="17733"/>
                          <a:pt x="45398" y="22836"/>
                          <a:pt x="45398" y="29287"/>
                        </a:cubicBezTo>
                        <a:cubicBezTo>
                          <a:pt x="45398" y="35725"/>
                          <a:pt x="43308" y="40821"/>
                          <a:pt x="39128" y="44575"/>
                        </a:cubicBezTo>
                        <a:cubicBezTo>
                          <a:pt x="34961" y="48343"/>
                          <a:pt x="29298" y="50227"/>
                          <a:pt x="22141" y="50227"/>
                        </a:cubicBezTo>
                        <a:cubicBezTo>
                          <a:pt x="18794" y="50227"/>
                          <a:pt x="15454" y="49857"/>
                          <a:pt x="12120" y="49116"/>
                        </a:cubicBezTo>
                        <a:cubicBezTo>
                          <a:pt x="8800" y="48376"/>
                          <a:pt x="5407" y="47219"/>
                          <a:pt x="1941" y="45646"/>
                        </a:cubicBezTo>
                        <a:lnTo>
                          <a:pt x="1941" y="921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93" name="Freeform: Shape 292">
                    <a:extLst>
                      <a:ext uri="{FF2B5EF4-FFF2-40B4-BE49-F238E27FC236}">
                        <a16:creationId xmlns:a16="http://schemas.microsoft.com/office/drawing/2014/main" id="{B276A362-F3E2-4283-F4FB-A81FF669C519}"/>
                      </a:ext>
                    </a:extLst>
                  </p:cNvPr>
                  <p:cNvSpPr/>
                  <p:nvPr/>
                </p:nvSpPr>
                <p:spPr>
                  <a:xfrm flipV="1">
                    <a:off x="3654445" y="2266547"/>
                    <a:ext cx="58777" cy="94189"/>
                  </a:xfrm>
                  <a:custGeom>
                    <a:avLst/>
                    <a:gdLst>
                      <a:gd name="connsiteX0" fmla="*/ 13152 w 58777"/>
                      <a:gd name="connsiteY0" fmla="*/ 8240 h 94189"/>
                      <a:gd name="connsiteX1" fmla="*/ 56868 w 58777"/>
                      <a:gd name="connsiteY1" fmla="*/ 8240 h 94189"/>
                      <a:gd name="connsiteX2" fmla="*/ 56868 w 58777"/>
                      <a:gd name="connsiteY2" fmla="*/ -2290 h 94189"/>
                      <a:gd name="connsiteX3" fmla="*/ -1909 w 58777"/>
                      <a:gd name="connsiteY3" fmla="*/ -2290 h 94189"/>
                      <a:gd name="connsiteX4" fmla="*/ -1909 w 58777"/>
                      <a:gd name="connsiteY4" fmla="*/ 8240 h 94189"/>
                      <a:gd name="connsiteX5" fmla="*/ 17518 w 58777"/>
                      <a:gd name="connsiteY5" fmla="*/ 28029 h 94189"/>
                      <a:gd name="connsiteX6" fmla="*/ 32996 w 58777"/>
                      <a:gd name="connsiteY6" fmla="*/ 44071 h 94189"/>
                      <a:gd name="connsiteX7" fmla="*/ 41390 w 58777"/>
                      <a:gd name="connsiteY7" fmla="*/ 55493 h 94189"/>
                      <a:gd name="connsiteX8" fmla="*/ 43791 w 58777"/>
                      <a:gd name="connsiteY8" fmla="*/ 64694 h 94189"/>
                      <a:gd name="connsiteX9" fmla="*/ 38612 w 58777"/>
                      <a:gd name="connsiteY9" fmla="*/ 76710 h 94189"/>
                      <a:gd name="connsiteX10" fmla="*/ 25118 w 58777"/>
                      <a:gd name="connsiteY10" fmla="*/ 81370 h 94189"/>
                      <a:gd name="connsiteX11" fmla="*/ 12676 w 58777"/>
                      <a:gd name="connsiteY11" fmla="*/ 79328 h 94189"/>
                      <a:gd name="connsiteX12" fmla="*/ -1294 w 58777"/>
                      <a:gd name="connsiteY12" fmla="*/ 73121 h 94189"/>
                      <a:gd name="connsiteX13" fmla="*/ -1294 w 58777"/>
                      <a:gd name="connsiteY13" fmla="*/ 85773 h 94189"/>
                      <a:gd name="connsiteX14" fmla="*/ 12835 w 58777"/>
                      <a:gd name="connsiteY14" fmla="*/ 90353 h 94189"/>
                      <a:gd name="connsiteX15" fmla="*/ 24880 w 58777"/>
                      <a:gd name="connsiteY15" fmla="*/ 91900 h 94189"/>
                      <a:gd name="connsiteX16" fmla="*/ 47820 w 58777"/>
                      <a:gd name="connsiteY16" fmla="*/ 84702 h 94189"/>
                      <a:gd name="connsiteX17" fmla="*/ 56372 w 58777"/>
                      <a:gd name="connsiteY17" fmla="*/ 65507 h 94189"/>
                      <a:gd name="connsiteX18" fmla="*/ 54229 w 58777"/>
                      <a:gd name="connsiteY18" fmla="*/ 54680 h 94189"/>
                      <a:gd name="connsiteX19" fmla="*/ 46450 w 58777"/>
                      <a:gd name="connsiteY19" fmla="*/ 42644 h 94189"/>
                      <a:gd name="connsiteX20" fmla="*/ 36588 w 58777"/>
                      <a:gd name="connsiteY20" fmla="*/ 32253 h 94189"/>
                      <a:gd name="connsiteX21" fmla="*/ 13152 w 58777"/>
                      <a:gd name="connsiteY21" fmla="*/ 8240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152" y="8240"/>
                        </a:moveTo>
                        <a:lnTo>
                          <a:pt x="56868" y="8240"/>
                        </a:lnTo>
                        <a:lnTo>
                          <a:pt x="56868" y="-2290"/>
                        </a:lnTo>
                        <a:lnTo>
                          <a:pt x="-1909" y="-2290"/>
                        </a:lnTo>
                        <a:lnTo>
                          <a:pt x="-1909" y="8240"/>
                        </a:lnTo>
                        <a:cubicBezTo>
                          <a:pt x="2840" y="13157"/>
                          <a:pt x="9316" y="19754"/>
                          <a:pt x="17518" y="28029"/>
                        </a:cubicBezTo>
                        <a:cubicBezTo>
                          <a:pt x="25733" y="36318"/>
                          <a:pt x="30893" y="41665"/>
                          <a:pt x="32996" y="44071"/>
                        </a:cubicBezTo>
                        <a:cubicBezTo>
                          <a:pt x="37005" y="48566"/>
                          <a:pt x="39803" y="52373"/>
                          <a:pt x="41390" y="55493"/>
                        </a:cubicBezTo>
                        <a:cubicBezTo>
                          <a:pt x="42991" y="58613"/>
                          <a:pt x="43791" y="61680"/>
                          <a:pt x="43791" y="64694"/>
                        </a:cubicBezTo>
                        <a:cubicBezTo>
                          <a:pt x="43791" y="69612"/>
                          <a:pt x="42065" y="73617"/>
                          <a:pt x="38612" y="76710"/>
                        </a:cubicBezTo>
                        <a:cubicBezTo>
                          <a:pt x="35159" y="79817"/>
                          <a:pt x="30661" y="81370"/>
                          <a:pt x="25118" y="81370"/>
                        </a:cubicBezTo>
                        <a:cubicBezTo>
                          <a:pt x="21189" y="81370"/>
                          <a:pt x="17042" y="80690"/>
                          <a:pt x="12676" y="79328"/>
                        </a:cubicBezTo>
                        <a:cubicBezTo>
                          <a:pt x="8324" y="77966"/>
                          <a:pt x="3667" y="75897"/>
                          <a:pt x="-1294" y="73121"/>
                        </a:cubicBezTo>
                        <a:lnTo>
                          <a:pt x="-1294" y="85773"/>
                        </a:lnTo>
                        <a:cubicBezTo>
                          <a:pt x="3747" y="87795"/>
                          <a:pt x="8456" y="89322"/>
                          <a:pt x="12835" y="90353"/>
                        </a:cubicBezTo>
                        <a:cubicBezTo>
                          <a:pt x="17227" y="91384"/>
                          <a:pt x="21242" y="91900"/>
                          <a:pt x="24880" y="91900"/>
                        </a:cubicBezTo>
                        <a:cubicBezTo>
                          <a:pt x="34471" y="91900"/>
                          <a:pt x="42118" y="89500"/>
                          <a:pt x="47820" y="84702"/>
                        </a:cubicBezTo>
                        <a:cubicBezTo>
                          <a:pt x="53521" y="79916"/>
                          <a:pt x="56372" y="73518"/>
                          <a:pt x="56372" y="65507"/>
                        </a:cubicBezTo>
                        <a:cubicBezTo>
                          <a:pt x="56372" y="61700"/>
                          <a:pt x="55658" y="58091"/>
                          <a:pt x="54229" y="54680"/>
                        </a:cubicBezTo>
                        <a:cubicBezTo>
                          <a:pt x="52814" y="51283"/>
                          <a:pt x="50221" y="47270"/>
                          <a:pt x="46450" y="42644"/>
                        </a:cubicBezTo>
                        <a:cubicBezTo>
                          <a:pt x="45418" y="41441"/>
                          <a:pt x="42131" y="37977"/>
                          <a:pt x="36588" y="32253"/>
                        </a:cubicBezTo>
                        <a:cubicBezTo>
                          <a:pt x="31058" y="26529"/>
                          <a:pt x="23246" y="18524"/>
                          <a:pt x="13152" y="82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94" name="Freeform: Shape 293">
                    <a:extLst>
                      <a:ext uri="{FF2B5EF4-FFF2-40B4-BE49-F238E27FC236}">
                        <a16:creationId xmlns:a16="http://schemas.microsoft.com/office/drawing/2014/main" id="{CD4D9196-6A7C-052A-BBDA-FEE4FDC44ACE}"/>
                      </a:ext>
                    </a:extLst>
                  </p:cNvPr>
                  <p:cNvSpPr/>
                  <p:nvPr/>
                </p:nvSpPr>
                <p:spPr>
                  <a:xfrm flipV="1">
                    <a:off x="3734314" y="2266547"/>
                    <a:ext cx="63996" cy="95994"/>
                  </a:xfrm>
                  <a:custGeom>
                    <a:avLst/>
                    <a:gdLst>
                      <a:gd name="connsiteX0" fmla="*/ 30001 w 63996"/>
                      <a:gd name="connsiteY0" fmla="*/ 83835 h 95994"/>
                      <a:gd name="connsiteX1" fmla="*/ 15456 w 63996"/>
                      <a:gd name="connsiteY1" fmla="*/ 74317 h 95994"/>
                      <a:gd name="connsiteX2" fmla="*/ 10594 w 63996"/>
                      <a:gd name="connsiteY2" fmla="*/ 45723 h 95994"/>
                      <a:gd name="connsiteX3" fmla="*/ 15456 w 63996"/>
                      <a:gd name="connsiteY3" fmla="*/ 17189 h 95994"/>
                      <a:gd name="connsiteX4" fmla="*/ 30001 w 63996"/>
                      <a:gd name="connsiteY4" fmla="*/ 7670 h 95994"/>
                      <a:gd name="connsiteX5" fmla="*/ 44606 w 63996"/>
                      <a:gd name="connsiteY5" fmla="*/ 17189 h 95994"/>
                      <a:gd name="connsiteX6" fmla="*/ 49488 w 63996"/>
                      <a:gd name="connsiteY6" fmla="*/ 45723 h 95994"/>
                      <a:gd name="connsiteX7" fmla="*/ 44606 w 63996"/>
                      <a:gd name="connsiteY7" fmla="*/ 74317 h 95994"/>
                      <a:gd name="connsiteX8" fmla="*/ 30001 w 63996"/>
                      <a:gd name="connsiteY8" fmla="*/ 83835 h 95994"/>
                      <a:gd name="connsiteX9" fmla="*/ 30001 w 63996"/>
                      <a:gd name="connsiteY9" fmla="*/ 93750 h 95994"/>
                      <a:gd name="connsiteX10" fmla="*/ 53794 w 63996"/>
                      <a:gd name="connsiteY10" fmla="*/ 81436 h 95994"/>
                      <a:gd name="connsiteX11" fmla="*/ 62009 w 63996"/>
                      <a:gd name="connsiteY11" fmla="*/ 45723 h 95994"/>
                      <a:gd name="connsiteX12" fmla="*/ 53794 w 63996"/>
                      <a:gd name="connsiteY12" fmla="*/ 10050 h 95994"/>
                      <a:gd name="connsiteX13" fmla="*/ 30001 w 63996"/>
                      <a:gd name="connsiteY13" fmla="*/ -2244 h 95994"/>
                      <a:gd name="connsiteX14" fmla="*/ 6228 w 63996"/>
                      <a:gd name="connsiteY14" fmla="*/ 10050 h 95994"/>
                      <a:gd name="connsiteX15" fmla="*/ -1987 w 63996"/>
                      <a:gd name="connsiteY15" fmla="*/ 45723 h 95994"/>
                      <a:gd name="connsiteX16" fmla="*/ 6228 w 63996"/>
                      <a:gd name="connsiteY16" fmla="*/ 81436 h 95994"/>
                      <a:gd name="connsiteX17" fmla="*/ 30001 w 63996"/>
                      <a:gd name="connsiteY17" fmla="*/ 9375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01" y="83835"/>
                        </a:moveTo>
                        <a:cubicBezTo>
                          <a:pt x="23559" y="83835"/>
                          <a:pt x="18710" y="80662"/>
                          <a:pt x="15456" y="74317"/>
                        </a:cubicBezTo>
                        <a:cubicBezTo>
                          <a:pt x="12215" y="67985"/>
                          <a:pt x="10594" y="58454"/>
                          <a:pt x="10594" y="45723"/>
                        </a:cubicBezTo>
                        <a:cubicBezTo>
                          <a:pt x="10594" y="33045"/>
                          <a:pt x="12215" y="23534"/>
                          <a:pt x="15456" y="17189"/>
                        </a:cubicBezTo>
                        <a:cubicBezTo>
                          <a:pt x="18710" y="10843"/>
                          <a:pt x="23559" y="7670"/>
                          <a:pt x="30001" y="7670"/>
                        </a:cubicBezTo>
                        <a:cubicBezTo>
                          <a:pt x="36497" y="7670"/>
                          <a:pt x="41365" y="10843"/>
                          <a:pt x="44606" y="17189"/>
                        </a:cubicBezTo>
                        <a:cubicBezTo>
                          <a:pt x="47861" y="23534"/>
                          <a:pt x="49488" y="33045"/>
                          <a:pt x="49488" y="45723"/>
                        </a:cubicBezTo>
                        <a:cubicBezTo>
                          <a:pt x="49488" y="58454"/>
                          <a:pt x="47861" y="67985"/>
                          <a:pt x="44606" y="74317"/>
                        </a:cubicBezTo>
                        <a:cubicBezTo>
                          <a:pt x="41365" y="80662"/>
                          <a:pt x="36497" y="83835"/>
                          <a:pt x="30001" y="83835"/>
                        </a:cubicBezTo>
                        <a:close/>
                        <a:moveTo>
                          <a:pt x="30001" y="93750"/>
                        </a:moveTo>
                        <a:cubicBezTo>
                          <a:pt x="40386" y="93750"/>
                          <a:pt x="48317" y="89645"/>
                          <a:pt x="53794" y="81436"/>
                        </a:cubicBezTo>
                        <a:cubicBezTo>
                          <a:pt x="59271" y="73240"/>
                          <a:pt x="62009" y="61335"/>
                          <a:pt x="62009" y="45723"/>
                        </a:cubicBezTo>
                        <a:cubicBezTo>
                          <a:pt x="62009" y="30150"/>
                          <a:pt x="59271" y="18259"/>
                          <a:pt x="53794" y="10050"/>
                        </a:cubicBezTo>
                        <a:cubicBezTo>
                          <a:pt x="48317" y="1854"/>
                          <a:pt x="40386" y="-2244"/>
                          <a:pt x="30001" y="-2244"/>
                        </a:cubicBezTo>
                        <a:cubicBezTo>
                          <a:pt x="19630" y="-2244"/>
                          <a:pt x="11705" y="1854"/>
                          <a:pt x="6228" y="10050"/>
                        </a:cubicBezTo>
                        <a:cubicBezTo>
                          <a:pt x="751" y="18259"/>
                          <a:pt x="-1987" y="30150"/>
                          <a:pt x="-1987" y="45723"/>
                        </a:cubicBezTo>
                        <a:cubicBezTo>
                          <a:pt x="-1987" y="61335"/>
                          <a:pt x="751" y="73240"/>
                          <a:pt x="6228" y="81436"/>
                        </a:cubicBezTo>
                        <a:cubicBezTo>
                          <a:pt x="11705" y="89645"/>
                          <a:pt x="19630" y="93750"/>
                          <a:pt x="30001" y="9375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B3A14F2C-E937-78B6-22C8-9DAB5891B996}"/>
                </a:ext>
              </a:extLst>
            </p:cNvPr>
            <p:cNvSpPr/>
            <p:nvPr/>
          </p:nvSpPr>
          <p:spPr>
            <a:xfrm>
              <a:off x="3895648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0FCCB05D-D4B0-375C-5E7C-A78F070EAF6F}"/>
                </a:ext>
              </a:extLst>
            </p:cNvPr>
            <p:cNvSpPr/>
            <p:nvPr/>
          </p:nvSpPr>
          <p:spPr>
            <a:xfrm>
              <a:off x="8442411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52832C5A-4C56-1EC8-237F-0AE648DE5CE7}"/>
                </a:ext>
              </a:extLst>
            </p:cNvPr>
            <p:cNvSpPr/>
            <p:nvPr/>
          </p:nvSpPr>
          <p:spPr>
            <a:xfrm>
              <a:off x="3895648" y="4868227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2B878013-61CF-B778-EDC3-46CF8D46A21E}"/>
                </a:ext>
              </a:extLst>
            </p:cNvPr>
            <p:cNvSpPr/>
            <p:nvPr/>
          </p:nvSpPr>
          <p:spPr>
            <a:xfrm>
              <a:off x="3895648" y="202855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</p:spTree>
    <p:extLst>
      <p:ext uri="{BB962C8B-B14F-4D97-AF65-F5344CB8AC3E}">
        <p14:creationId xmlns:p14="http://schemas.microsoft.com/office/powerpoint/2010/main" val="120294491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2" name="Graphic 398">
            <a:extLst>
              <a:ext uri="{FF2B5EF4-FFF2-40B4-BE49-F238E27FC236}">
                <a16:creationId xmlns:a16="http://schemas.microsoft.com/office/drawing/2014/main" id="{39F8C2F8-3233-795F-724E-2B39454796E6}"/>
              </a:ext>
            </a:extLst>
          </p:cNvPr>
          <p:cNvGrpSpPr/>
          <p:nvPr/>
        </p:nvGrpSpPr>
        <p:grpSpPr>
          <a:xfrm>
            <a:off x="409919" y="3464040"/>
            <a:ext cx="4867938" cy="3019662"/>
            <a:chOff x="3577804" y="2032095"/>
            <a:chExt cx="4867938" cy="3019662"/>
          </a:xfrm>
        </p:grpSpPr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57C3929B-43F8-A057-A482-5700DB12F225}"/>
                </a:ext>
              </a:extLst>
            </p:cNvPr>
            <p:cNvSpPr/>
            <p:nvPr/>
          </p:nvSpPr>
          <p:spPr>
            <a:xfrm>
              <a:off x="3902551" y="2032095"/>
              <a:ext cx="4530504" cy="2832591"/>
            </a:xfrm>
            <a:custGeom>
              <a:avLst/>
              <a:gdLst>
                <a:gd name="connsiteX0" fmla="*/ 0 w 4530504"/>
                <a:gd name="connsiteY0" fmla="*/ 2832592 h 2832591"/>
                <a:gd name="connsiteX1" fmla="*/ 4530505 w 4530504"/>
                <a:gd name="connsiteY1" fmla="*/ 2832592 h 2832591"/>
                <a:gd name="connsiteX2" fmla="*/ 4530505 w 4530504"/>
                <a:gd name="connsiteY2" fmla="*/ 0 h 2832591"/>
                <a:gd name="connsiteX3" fmla="*/ 0 w 4530504"/>
                <a:gd name="connsiteY3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832591">
                  <a:moveTo>
                    <a:pt x="0" y="2832592"/>
                  </a:moveTo>
                  <a:lnTo>
                    <a:pt x="4530505" y="2832592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404" name="Picture 403">
              <a:extLst>
                <a:ext uri="{FF2B5EF4-FFF2-40B4-BE49-F238E27FC236}">
                  <a16:creationId xmlns:a16="http://schemas.microsoft.com/office/drawing/2014/main" id="{F49C45F7-FA2A-ED2C-07AD-48C04847438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flipV="1">
              <a:off x="3902551" y="2032095"/>
              <a:ext cx="4531266" cy="2832591"/>
            </a:xfrm>
            <a:custGeom>
              <a:avLst/>
              <a:gdLst>
                <a:gd name="connsiteX0" fmla="*/ 0 w 4531266"/>
                <a:gd name="connsiteY0" fmla="*/ 126 h 2832591"/>
                <a:gd name="connsiteX1" fmla="*/ 4531266 w 4531266"/>
                <a:gd name="connsiteY1" fmla="*/ 126 h 2832591"/>
                <a:gd name="connsiteX2" fmla="*/ 4531266 w 4531266"/>
                <a:gd name="connsiteY2" fmla="*/ 2832718 h 2832591"/>
                <a:gd name="connsiteX3" fmla="*/ 0 w 4531266"/>
                <a:gd name="connsiteY3" fmla="*/ 2832718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1266" h="2832591">
                  <a:moveTo>
                    <a:pt x="0" y="126"/>
                  </a:moveTo>
                  <a:lnTo>
                    <a:pt x="4531266" y="126"/>
                  </a:lnTo>
                  <a:lnTo>
                    <a:pt x="4531266" y="2832718"/>
                  </a:lnTo>
                  <a:lnTo>
                    <a:pt x="0" y="2832718"/>
                  </a:lnTo>
                  <a:close/>
                </a:path>
              </a:pathLst>
            </a:custGeom>
          </p:spPr>
        </p:pic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2256FC3C-DF2D-DCFB-5E75-A874AA1C4D7D}"/>
                </a:ext>
              </a:extLst>
            </p:cNvPr>
            <p:cNvSpPr/>
            <p:nvPr/>
          </p:nvSpPr>
          <p:spPr>
            <a:xfrm>
              <a:off x="5988509" y="3405291"/>
              <a:ext cx="284761" cy="120461"/>
            </a:xfrm>
            <a:custGeom>
              <a:avLst/>
              <a:gdLst>
                <a:gd name="connsiteX0" fmla="*/ 284762 w 284761"/>
                <a:gd name="connsiteY0" fmla="*/ 11613 h 120461"/>
                <a:gd name="connsiteX1" fmla="*/ 280255 w 284761"/>
                <a:gd name="connsiteY1" fmla="*/ 120461 h 120461"/>
                <a:gd name="connsiteX2" fmla="*/ 0 w 284761"/>
                <a:gd name="connsiteY2" fmla="*/ 108848 h 120461"/>
                <a:gd name="connsiteX3" fmla="*/ 4507 w 284761"/>
                <a:gd name="connsiteY3" fmla="*/ 0 h 12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761" h="120461">
                  <a:moveTo>
                    <a:pt x="284762" y="11613"/>
                  </a:moveTo>
                  <a:lnTo>
                    <a:pt x="280255" y="120461"/>
                  </a:lnTo>
                  <a:lnTo>
                    <a:pt x="0" y="108848"/>
                  </a:lnTo>
                  <a:lnTo>
                    <a:pt x="4507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BA4CE3-2120-7B80-695C-291BC12EF53E}"/>
                </a:ext>
              </a:extLst>
            </p:cNvPr>
            <p:cNvSpPr/>
            <p:nvPr/>
          </p:nvSpPr>
          <p:spPr>
            <a:xfrm>
              <a:off x="6159955" y="3412395"/>
              <a:ext cx="111062" cy="108848"/>
            </a:xfrm>
            <a:custGeom>
              <a:avLst/>
              <a:gdLst>
                <a:gd name="connsiteX0" fmla="*/ 111062 w 111062"/>
                <a:gd name="connsiteY0" fmla="*/ 58933 h 108848"/>
                <a:gd name="connsiteX1" fmla="*/ 0 w 111062"/>
                <a:gd name="connsiteY1" fmla="*/ 108848 h 108848"/>
                <a:gd name="connsiteX2" fmla="*/ 4507 w 111062"/>
                <a:gd name="connsiteY2" fmla="*/ 0 h 10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062" h="108848">
                  <a:moveTo>
                    <a:pt x="111062" y="58933"/>
                  </a:moveTo>
                  <a:lnTo>
                    <a:pt x="0" y="108848"/>
                  </a:lnTo>
                  <a:lnTo>
                    <a:pt x="4507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407" name="Graphic 398">
              <a:extLst>
                <a:ext uri="{FF2B5EF4-FFF2-40B4-BE49-F238E27FC236}">
                  <a16:creationId xmlns:a16="http://schemas.microsoft.com/office/drawing/2014/main" id="{6E235128-D718-D6BF-0C1E-789D1C248785}"/>
                </a:ext>
              </a:extLst>
            </p:cNvPr>
            <p:cNvGrpSpPr/>
            <p:nvPr/>
          </p:nvGrpSpPr>
          <p:grpSpPr>
            <a:xfrm>
              <a:off x="3791269" y="4864687"/>
              <a:ext cx="4654473" cy="187070"/>
              <a:chOff x="3791269" y="4864687"/>
              <a:chExt cx="4654473" cy="187070"/>
            </a:xfrm>
            <a:solidFill>
              <a:srgbClr val="000000"/>
            </a:solidFill>
          </p:grpSpPr>
          <p:grpSp>
            <p:nvGrpSpPr>
              <p:cNvPr id="408" name="Graphic 398">
                <a:extLst>
                  <a:ext uri="{FF2B5EF4-FFF2-40B4-BE49-F238E27FC236}">
                    <a16:creationId xmlns:a16="http://schemas.microsoft.com/office/drawing/2014/main" id="{D15586AC-5F70-046F-12B9-50C9BEF61FDF}"/>
                  </a:ext>
                </a:extLst>
              </p:cNvPr>
              <p:cNvGrpSpPr/>
              <p:nvPr/>
            </p:nvGrpSpPr>
            <p:grpSpPr>
              <a:xfrm>
                <a:off x="3791269" y="4864687"/>
                <a:ext cx="223926" cy="187070"/>
                <a:chOff x="3791269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09" name="Freeform: Shape 408">
                  <a:extLst>
                    <a:ext uri="{FF2B5EF4-FFF2-40B4-BE49-F238E27FC236}">
                      <a16:creationId xmlns:a16="http://schemas.microsoft.com/office/drawing/2014/main" id="{A9FAF12B-572C-4A23-A387-E0C219B5DB16}"/>
                    </a:ext>
                  </a:extLst>
                </p:cNvPr>
                <p:cNvSpPr/>
                <p:nvPr/>
              </p:nvSpPr>
              <p:spPr>
                <a:xfrm>
                  <a:off x="3902551" y="4864687"/>
                  <a:ext cx="12686" cy="44417"/>
                </a:xfrm>
                <a:custGeom>
                  <a:avLst/>
                  <a:gdLst>
                    <a:gd name="connsiteX0" fmla="*/ 58 w 12686"/>
                    <a:gd name="connsiteY0" fmla="*/ 286 h 44417"/>
                    <a:gd name="connsiteX1" fmla="*/ 58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58" y="286"/>
                      </a:moveTo>
                      <a:lnTo>
                        <a:pt x="58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10" name="Graphic 398">
                  <a:extLst>
                    <a:ext uri="{FF2B5EF4-FFF2-40B4-BE49-F238E27FC236}">
                      <a16:creationId xmlns:a16="http://schemas.microsoft.com/office/drawing/2014/main" id="{9852310B-DB36-7EDB-B4E4-F188F229BF9A}"/>
                    </a:ext>
                  </a:extLst>
                </p:cNvPr>
                <p:cNvGrpSpPr/>
                <p:nvPr/>
              </p:nvGrpSpPr>
              <p:grpSpPr>
                <a:xfrm>
                  <a:off x="3791269" y="4955763"/>
                  <a:ext cx="223926" cy="95994"/>
                  <a:chOff x="3791269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11" name="Freeform: Shape 410">
                    <a:extLst>
                      <a:ext uri="{FF2B5EF4-FFF2-40B4-BE49-F238E27FC236}">
                        <a16:creationId xmlns:a16="http://schemas.microsoft.com/office/drawing/2014/main" id="{D6006DDA-4A91-45D1-5751-F0D7024CD589}"/>
                      </a:ext>
                    </a:extLst>
                  </p:cNvPr>
                  <p:cNvSpPr/>
                  <p:nvPr/>
                </p:nvSpPr>
                <p:spPr>
                  <a:xfrm flipV="1">
                    <a:off x="3791269" y="4957429"/>
                    <a:ext cx="59843" cy="94328"/>
                  </a:xfrm>
                  <a:custGeom>
                    <a:avLst/>
                    <a:gdLst>
                      <a:gd name="connsiteX0" fmla="*/ 1953 w 59843"/>
                      <a:gd name="connsiteY0" fmla="*/ 92338 h 94328"/>
                      <a:gd name="connsiteX1" fmla="*/ 51072 w 59843"/>
                      <a:gd name="connsiteY1" fmla="*/ 92338 h 94328"/>
                      <a:gd name="connsiteX2" fmla="*/ 51072 w 59843"/>
                      <a:gd name="connsiteY2" fmla="*/ 81789 h 94328"/>
                      <a:gd name="connsiteX3" fmla="*/ 13410 w 59843"/>
                      <a:gd name="connsiteY3" fmla="*/ 81789 h 94328"/>
                      <a:gd name="connsiteX4" fmla="*/ 13410 w 59843"/>
                      <a:gd name="connsiteY4" fmla="*/ 59124 h 94328"/>
                      <a:gd name="connsiteX5" fmla="*/ 18841 w 59843"/>
                      <a:gd name="connsiteY5" fmla="*/ 60512 h 94328"/>
                      <a:gd name="connsiteX6" fmla="*/ 24312 w 59843"/>
                      <a:gd name="connsiteY6" fmla="*/ 60968 h 94328"/>
                      <a:gd name="connsiteX7" fmla="*/ 48832 w 59843"/>
                      <a:gd name="connsiteY7" fmla="*/ 52481 h 94328"/>
                      <a:gd name="connsiteX8" fmla="*/ 57891 w 59843"/>
                      <a:gd name="connsiteY8" fmla="*/ 29499 h 94328"/>
                      <a:gd name="connsiteX9" fmla="*/ 48594 w 59843"/>
                      <a:gd name="connsiteY9" fmla="*/ 6279 h 94328"/>
                      <a:gd name="connsiteX10" fmla="*/ 22389 w 59843"/>
                      <a:gd name="connsiteY10" fmla="*/ -1990 h 94328"/>
                      <a:gd name="connsiteX11" fmla="*/ 10516 w 59843"/>
                      <a:gd name="connsiteY11" fmla="*/ -999 h 94328"/>
                      <a:gd name="connsiteX12" fmla="*/ -1952 w 59843"/>
                      <a:gd name="connsiteY12" fmla="*/ 1976 h 94328"/>
                      <a:gd name="connsiteX13" fmla="*/ -1952 w 59843"/>
                      <a:gd name="connsiteY13" fmla="*/ 14567 h 94328"/>
                      <a:gd name="connsiteX14" fmla="*/ 9564 w 59843"/>
                      <a:gd name="connsiteY14" fmla="*/ 10046 h 94328"/>
                      <a:gd name="connsiteX15" fmla="*/ 22132 w 59843"/>
                      <a:gd name="connsiteY15" fmla="*/ 8559 h 94328"/>
                      <a:gd name="connsiteX16" fmla="*/ 39100 w 59843"/>
                      <a:gd name="connsiteY16" fmla="*/ 14190 h 94328"/>
                      <a:gd name="connsiteX17" fmla="*/ 45363 w 59843"/>
                      <a:gd name="connsiteY17" fmla="*/ 29499 h 94328"/>
                      <a:gd name="connsiteX18" fmla="*/ 39100 w 59843"/>
                      <a:gd name="connsiteY18" fmla="*/ 44787 h 94328"/>
                      <a:gd name="connsiteX19" fmla="*/ 22132 w 59843"/>
                      <a:gd name="connsiteY19" fmla="*/ 50439 h 94328"/>
                      <a:gd name="connsiteX20" fmla="*/ 12121 w 59843"/>
                      <a:gd name="connsiteY20" fmla="*/ 49328 h 94328"/>
                      <a:gd name="connsiteX21" fmla="*/ 1953 w 59843"/>
                      <a:gd name="connsiteY21" fmla="*/ 45858 h 94328"/>
                      <a:gd name="connsiteX22" fmla="*/ 1953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53" y="92338"/>
                        </a:moveTo>
                        <a:lnTo>
                          <a:pt x="51072" y="92338"/>
                        </a:lnTo>
                        <a:lnTo>
                          <a:pt x="51072" y="81789"/>
                        </a:lnTo>
                        <a:lnTo>
                          <a:pt x="13410" y="81789"/>
                        </a:lnTo>
                        <a:lnTo>
                          <a:pt x="13410" y="59124"/>
                        </a:lnTo>
                        <a:cubicBezTo>
                          <a:pt x="15220" y="59745"/>
                          <a:pt x="17031" y="60208"/>
                          <a:pt x="18841" y="60512"/>
                        </a:cubicBezTo>
                        <a:cubicBezTo>
                          <a:pt x="20665" y="60816"/>
                          <a:pt x="22488" y="60968"/>
                          <a:pt x="24312" y="60968"/>
                        </a:cubicBezTo>
                        <a:cubicBezTo>
                          <a:pt x="34633" y="60968"/>
                          <a:pt x="42806" y="58139"/>
                          <a:pt x="48832" y="52481"/>
                        </a:cubicBezTo>
                        <a:cubicBezTo>
                          <a:pt x="54871" y="46823"/>
                          <a:pt x="57891" y="39162"/>
                          <a:pt x="57891" y="29499"/>
                        </a:cubicBezTo>
                        <a:cubicBezTo>
                          <a:pt x="57891" y="19544"/>
                          <a:pt x="54792" y="11804"/>
                          <a:pt x="48594" y="6279"/>
                        </a:cubicBezTo>
                        <a:cubicBezTo>
                          <a:pt x="42397" y="766"/>
                          <a:pt x="33662" y="-1990"/>
                          <a:pt x="22389" y="-1990"/>
                        </a:cubicBezTo>
                        <a:cubicBezTo>
                          <a:pt x="18504" y="-1990"/>
                          <a:pt x="14546" y="-1660"/>
                          <a:pt x="10516" y="-999"/>
                        </a:cubicBezTo>
                        <a:cubicBezTo>
                          <a:pt x="6499" y="-338"/>
                          <a:pt x="2343" y="654"/>
                          <a:pt x="-1952" y="1976"/>
                        </a:cubicBezTo>
                        <a:lnTo>
                          <a:pt x="-1952" y="14567"/>
                        </a:lnTo>
                        <a:cubicBezTo>
                          <a:pt x="1761" y="12545"/>
                          <a:pt x="5600" y="11038"/>
                          <a:pt x="9564" y="10046"/>
                        </a:cubicBezTo>
                        <a:cubicBezTo>
                          <a:pt x="13529" y="9055"/>
                          <a:pt x="17718" y="8559"/>
                          <a:pt x="22132" y="8559"/>
                        </a:cubicBezTo>
                        <a:cubicBezTo>
                          <a:pt x="29281" y="8559"/>
                          <a:pt x="34937" y="10436"/>
                          <a:pt x="39100" y="14190"/>
                        </a:cubicBezTo>
                        <a:cubicBezTo>
                          <a:pt x="43275" y="17945"/>
                          <a:pt x="45363" y="23048"/>
                          <a:pt x="45363" y="29499"/>
                        </a:cubicBezTo>
                        <a:cubicBezTo>
                          <a:pt x="45363" y="35937"/>
                          <a:pt x="43275" y="41033"/>
                          <a:pt x="39100" y="44787"/>
                        </a:cubicBezTo>
                        <a:cubicBezTo>
                          <a:pt x="34937" y="48555"/>
                          <a:pt x="29281" y="50439"/>
                          <a:pt x="22132" y="50439"/>
                        </a:cubicBezTo>
                        <a:cubicBezTo>
                          <a:pt x="18788" y="50439"/>
                          <a:pt x="15452" y="50068"/>
                          <a:pt x="12121" y="49328"/>
                        </a:cubicBezTo>
                        <a:cubicBezTo>
                          <a:pt x="8805" y="48588"/>
                          <a:pt x="5415" y="47431"/>
                          <a:pt x="1953" y="45858"/>
                        </a:cubicBezTo>
                        <a:lnTo>
                          <a:pt x="1953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2" name="Freeform: Shape 411">
                    <a:extLst>
                      <a:ext uri="{FF2B5EF4-FFF2-40B4-BE49-F238E27FC236}">
                        <a16:creationId xmlns:a16="http://schemas.microsoft.com/office/drawing/2014/main" id="{C0D99366-A283-B55C-6561-DEBFD65850C4}"/>
                      </a:ext>
                    </a:extLst>
                  </p:cNvPr>
                  <p:cNvSpPr/>
                  <p:nvPr/>
                </p:nvSpPr>
                <p:spPr>
                  <a:xfrm flipV="1">
                    <a:off x="3870556" y="4955763"/>
                    <a:ext cx="63926" cy="95994"/>
                  </a:xfrm>
                  <a:custGeom>
                    <a:avLst/>
                    <a:gdLst>
                      <a:gd name="connsiteX0" fmla="*/ 29977 w 63926"/>
                      <a:gd name="connsiteY0" fmla="*/ 84047 h 95994"/>
                      <a:gd name="connsiteX1" fmla="*/ 15447 w 63926"/>
                      <a:gd name="connsiteY1" fmla="*/ 74529 h 95994"/>
                      <a:gd name="connsiteX2" fmla="*/ 10590 w 63926"/>
                      <a:gd name="connsiteY2" fmla="*/ 45935 h 95994"/>
                      <a:gd name="connsiteX3" fmla="*/ 15447 w 63926"/>
                      <a:gd name="connsiteY3" fmla="*/ 17400 h 95994"/>
                      <a:gd name="connsiteX4" fmla="*/ 29977 w 63926"/>
                      <a:gd name="connsiteY4" fmla="*/ 7882 h 95994"/>
                      <a:gd name="connsiteX5" fmla="*/ 44566 w 63926"/>
                      <a:gd name="connsiteY5" fmla="*/ 17400 h 95994"/>
                      <a:gd name="connsiteX6" fmla="*/ 49442 w 63926"/>
                      <a:gd name="connsiteY6" fmla="*/ 45935 h 95994"/>
                      <a:gd name="connsiteX7" fmla="*/ 44566 w 63926"/>
                      <a:gd name="connsiteY7" fmla="*/ 74529 h 95994"/>
                      <a:gd name="connsiteX8" fmla="*/ 29977 w 63926"/>
                      <a:gd name="connsiteY8" fmla="*/ 84047 h 95994"/>
                      <a:gd name="connsiteX9" fmla="*/ 29977 w 63926"/>
                      <a:gd name="connsiteY9" fmla="*/ 93962 h 95994"/>
                      <a:gd name="connsiteX10" fmla="*/ 53743 w 63926"/>
                      <a:gd name="connsiteY10" fmla="*/ 81648 h 95994"/>
                      <a:gd name="connsiteX11" fmla="*/ 61950 w 63926"/>
                      <a:gd name="connsiteY11" fmla="*/ 45935 h 95994"/>
                      <a:gd name="connsiteX12" fmla="*/ 53743 w 63926"/>
                      <a:gd name="connsiteY12" fmla="*/ 10262 h 95994"/>
                      <a:gd name="connsiteX13" fmla="*/ 29977 w 63926"/>
                      <a:gd name="connsiteY13" fmla="*/ -2032 h 95994"/>
                      <a:gd name="connsiteX14" fmla="*/ 6229 w 63926"/>
                      <a:gd name="connsiteY14" fmla="*/ 10262 h 95994"/>
                      <a:gd name="connsiteX15" fmla="*/ -1977 w 63926"/>
                      <a:gd name="connsiteY15" fmla="*/ 45935 h 95994"/>
                      <a:gd name="connsiteX16" fmla="*/ 6229 w 63926"/>
                      <a:gd name="connsiteY16" fmla="*/ 81648 h 95994"/>
                      <a:gd name="connsiteX17" fmla="*/ 29977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77" y="84047"/>
                        </a:moveTo>
                        <a:cubicBezTo>
                          <a:pt x="23541" y="84047"/>
                          <a:pt x="18698" y="80874"/>
                          <a:pt x="15447" y="74529"/>
                        </a:cubicBezTo>
                        <a:cubicBezTo>
                          <a:pt x="12209" y="68197"/>
                          <a:pt x="10590" y="58665"/>
                          <a:pt x="10590" y="45935"/>
                        </a:cubicBezTo>
                        <a:cubicBezTo>
                          <a:pt x="10590" y="33257"/>
                          <a:pt x="12209" y="23746"/>
                          <a:pt x="15447" y="17400"/>
                        </a:cubicBezTo>
                        <a:cubicBezTo>
                          <a:pt x="18698" y="11055"/>
                          <a:pt x="23541" y="7882"/>
                          <a:pt x="29977" y="7882"/>
                        </a:cubicBezTo>
                        <a:cubicBezTo>
                          <a:pt x="36465" y="7882"/>
                          <a:pt x="41328" y="11055"/>
                          <a:pt x="44566" y="17400"/>
                        </a:cubicBezTo>
                        <a:cubicBezTo>
                          <a:pt x="47817" y="23746"/>
                          <a:pt x="49442" y="33257"/>
                          <a:pt x="49442" y="45935"/>
                        </a:cubicBezTo>
                        <a:cubicBezTo>
                          <a:pt x="49442" y="58665"/>
                          <a:pt x="47817" y="68197"/>
                          <a:pt x="44566" y="74529"/>
                        </a:cubicBezTo>
                        <a:cubicBezTo>
                          <a:pt x="41328" y="80874"/>
                          <a:pt x="36465" y="84047"/>
                          <a:pt x="29977" y="84047"/>
                        </a:cubicBezTo>
                        <a:close/>
                        <a:moveTo>
                          <a:pt x="29977" y="93962"/>
                        </a:moveTo>
                        <a:cubicBezTo>
                          <a:pt x="40350" y="93962"/>
                          <a:pt x="48272" y="89857"/>
                          <a:pt x="53743" y="81648"/>
                        </a:cubicBezTo>
                        <a:cubicBezTo>
                          <a:pt x="59214" y="73452"/>
                          <a:pt x="61950" y="61547"/>
                          <a:pt x="61950" y="45935"/>
                        </a:cubicBezTo>
                        <a:cubicBezTo>
                          <a:pt x="61950" y="30362"/>
                          <a:pt x="59214" y="18471"/>
                          <a:pt x="53743" y="10262"/>
                        </a:cubicBezTo>
                        <a:cubicBezTo>
                          <a:pt x="48272" y="2066"/>
                          <a:pt x="40350" y="-2032"/>
                          <a:pt x="29977" y="-2032"/>
                        </a:cubicBezTo>
                        <a:cubicBezTo>
                          <a:pt x="19616" y="-2032"/>
                          <a:pt x="11700" y="2066"/>
                          <a:pt x="6229" y="10262"/>
                        </a:cubicBezTo>
                        <a:cubicBezTo>
                          <a:pt x="759" y="18471"/>
                          <a:pt x="-1977" y="30362"/>
                          <a:pt x="-1977" y="45935"/>
                        </a:cubicBezTo>
                        <a:cubicBezTo>
                          <a:pt x="-1977" y="61547"/>
                          <a:pt x="759" y="73452"/>
                          <a:pt x="6229" y="81648"/>
                        </a:cubicBezTo>
                        <a:cubicBezTo>
                          <a:pt x="11700" y="89857"/>
                          <a:pt x="19616" y="93962"/>
                          <a:pt x="2997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3" name="Freeform: Shape 412">
                    <a:extLst>
                      <a:ext uri="{FF2B5EF4-FFF2-40B4-BE49-F238E27FC236}">
                        <a16:creationId xmlns:a16="http://schemas.microsoft.com/office/drawing/2014/main" id="{0AF8E4D4-2A24-9AFF-AFF3-5A379EE3F3EA}"/>
                      </a:ext>
                    </a:extLst>
                  </p:cNvPr>
                  <p:cNvSpPr/>
                  <p:nvPr/>
                </p:nvSpPr>
                <p:spPr>
                  <a:xfrm flipV="1">
                    <a:off x="3951269" y="4955763"/>
                    <a:ext cx="63926" cy="95994"/>
                  </a:xfrm>
                  <a:custGeom>
                    <a:avLst/>
                    <a:gdLst>
                      <a:gd name="connsiteX0" fmla="*/ 29983 w 63926"/>
                      <a:gd name="connsiteY0" fmla="*/ 84047 h 95994"/>
                      <a:gd name="connsiteX1" fmla="*/ 15453 w 63926"/>
                      <a:gd name="connsiteY1" fmla="*/ 74529 h 95994"/>
                      <a:gd name="connsiteX2" fmla="*/ 10597 w 63926"/>
                      <a:gd name="connsiteY2" fmla="*/ 45935 h 95994"/>
                      <a:gd name="connsiteX3" fmla="*/ 15453 w 63926"/>
                      <a:gd name="connsiteY3" fmla="*/ 17400 h 95994"/>
                      <a:gd name="connsiteX4" fmla="*/ 29983 w 63926"/>
                      <a:gd name="connsiteY4" fmla="*/ 7882 h 95994"/>
                      <a:gd name="connsiteX5" fmla="*/ 44572 w 63926"/>
                      <a:gd name="connsiteY5" fmla="*/ 17400 h 95994"/>
                      <a:gd name="connsiteX6" fmla="*/ 49448 w 63926"/>
                      <a:gd name="connsiteY6" fmla="*/ 45935 h 95994"/>
                      <a:gd name="connsiteX7" fmla="*/ 44572 w 63926"/>
                      <a:gd name="connsiteY7" fmla="*/ 74529 h 95994"/>
                      <a:gd name="connsiteX8" fmla="*/ 29983 w 63926"/>
                      <a:gd name="connsiteY8" fmla="*/ 84047 h 95994"/>
                      <a:gd name="connsiteX9" fmla="*/ 29983 w 63926"/>
                      <a:gd name="connsiteY9" fmla="*/ 93962 h 95994"/>
                      <a:gd name="connsiteX10" fmla="*/ 53750 w 63926"/>
                      <a:gd name="connsiteY10" fmla="*/ 81648 h 95994"/>
                      <a:gd name="connsiteX11" fmla="*/ 61956 w 63926"/>
                      <a:gd name="connsiteY11" fmla="*/ 45935 h 95994"/>
                      <a:gd name="connsiteX12" fmla="*/ 53750 w 63926"/>
                      <a:gd name="connsiteY12" fmla="*/ 10262 h 95994"/>
                      <a:gd name="connsiteX13" fmla="*/ 29983 w 63926"/>
                      <a:gd name="connsiteY13" fmla="*/ -2032 h 95994"/>
                      <a:gd name="connsiteX14" fmla="*/ 6236 w 63926"/>
                      <a:gd name="connsiteY14" fmla="*/ 10262 h 95994"/>
                      <a:gd name="connsiteX15" fmla="*/ -1971 w 63926"/>
                      <a:gd name="connsiteY15" fmla="*/ 45935 h 95994"/>
                      <a:gd name="connsiteX16" fmla="*/ 6236 w 63926"/>
                      <a:gd name="connsiteY16" fmla="*/ 81648 h 95994"/>
                      <a:gd name="connsiteX17" fmla="*/ 29983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83" y="84047"/>
                        </a:moveTo>
                        <a:cubicBezTo>
                          <a:pt x="23547" y="84047"/>
                          <a:pt x="18704" y="80874"/>
                          <a:pt x="15453" y="74529"/>
                        </a:cubicBezTo>
                        <a:cubicBezTo>
                          <a:pt x="12216" y="68197"/>
                          <a:pt x="10597" y="58665"/>
                          <a:pt x="10597" y="45935"/>
                        </a:cubicBezTo>
                        <a:cubicBezTo>
                          <a:pt x="10597" y="33257"/>
                          <a:pt x="12216" y="23746"/>
                          <a:pt x="15453" y="17400"/>
                        </a:cubicBezTo>
                        <a:cubicBezTo>
                          <a:pt x="18704" y="11055"/>
                          <a:pt x="23547" y="7882"/>
                          <a:pt x="29983" y="7882"/>
                        </a:cubicBezTo>
                        <a:cubicBezTo>
                          <a:pt x="36471" y="7882"/>
                          <a:pt x="41334" y="11055"/>
                          <a:pt x="44572" y="17400"/>
                        </a:cubicBezTo>
                        <a:cubicBezTo>
                          <a:pt x="47823" y="23746"/>
                          <a:pt x="49448" y="33257"/>
                          <a:pt x="49448" y="45935"/>
                        </a:cubicBezTo>
                        <a:cubicBezTo>
                          <a:pt x="49448" y="58665"/>
                          <a:pt x="47823" y="68197"/>
                          <a:pt x="44572" y="74529"/>
                        </a:cubicBezTo>
                        <a:cubicBezTo>
                          <a:pt x="41334" y="80874"/>
                          <a:pt x="36471" y="84047"/>
                          <a:pt x="29983" y="84047"/>
                        </a:cubicBezTo>
                        <a:close/>
                        <a:moveTo>
                          <a:pt x="29983" y="93962"/>
                        </a:moveTo>
                        <a:cubicBezTo>
                          <a:pt x="40357" y="93962"/>
                          <a:pt x="48279" y="89857"/>
                          <a:pt x="53750" y="81648"/>
                        </a:cubicBezTo>
                        <a:cubicBezTo>
                          <a:pt x="59221" y="73452"/>
                          <a:pt x="61956" y="61547"/>
                          <a:pt x="61956" y="45935"/>
                        </a:cubicBezTo>
                        <a:cubicBezTo>
                          <a:pt x="61956" y="30362"/>
                          <a:pt x="59221" y="18471"/>
                          <a:pt x="53750" y="10262"/>
                        </a:cubicBezTo>
                        <a:cubicBezTo>
                          <a:pt x="48279" y="2066"/>
                          <a:pt x="40357" y="-2032"/>
                          <a:pt x="29983" y="-2032"/>
                        </a:cubicBezTo>
                        <a:cubicBezTo>
                          <a:pt x="19622" y="-2032"/>
                          <a:pt x="11707" y="2066"/>
                          <a:pt x="6236" y="10262"/>
                        </a:cubicBezTo>
                        <a:cubicBezTo>
                          <a:pt x="765" y="18471"/>
                          <a:pt x="-1971" y="30362"/>
                          <a:pt x="-1971" y="45935"/>
                        </a:cubicBezTo>
                        <a:cubicBezTo>
                          <a:pt x="-1971" y="61547"/>
                          <a:pt x="765" y="73452"/>
                          <a:pt x="6236" y="81648"/>
                        </a:cubicBezTo>
                        <a:cubicBezTo>
                          <a:pt x="11707" y="89857"/>
                          <a:pt x="19622" y="93962"/>
                          <a:pt x="29983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14" name="Graphic 398">
                <a:extLst>
                  <a:ext uri="{FF2B5EF4-FFF2-40B4-BE49-F238E27FC236}">
                    <a16:creationId xmlns:a16="http://schemas.microsoft.com/office/drawing/2014/main" id="{2FCB98A0-0335-4CE2-1D5F-0103F6048F1E}"/>
                  </a:ext>
                </a:extLst>
              </p:cNvPr>
              <p:cNvGrpSpPr/>
              <p:nvPr/>
            </p:nvGrpSpPr>
            <p:grpSpPr>
              <a:xfrm>
                <a:off x="4357582" y="4864687"/>
                <a:ext cx="223926" cy="187070"/>
                <a:chOff x="4357582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15" name="Freeform: Shape 414">
                  <a:extLst>
                    <a:ext uri="{FF2B5EF4-FFF2-40B4-BE49-F238E27FC236}">
                      <a16:creationId xmlns:a16="http://schemas.microsoft.com/office/drawing/2014/main" id="{CA63A737-668C-6ABB-3E01-E4CDCA4D6797}"/>
                    </a:ext>
                  </a:extLst>
                </p:cNvPr>
                <p:cNvSpPr/>
                <p:nvPr/>
              </p:nvSpPr>
              <p:spPr>
                <a:xfrm>
                  <a:off x="4468864" y="4864687"/>
                  <a:ext cx="12686" cy="44417"/>
                </a:xfrm>
                <a:custGeom>
                  <a:avLst/>
                  <a:gdLst>
                    <a:gd name="connsiteX0" fmla="*/ 102 w 12686"/>
                    <a:gd name="connsiteY0" fmla="*/ 286 h 44417"/>
                    <a:gd name="connsiteX1" fmla="*/ 102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02" y="286"/>
                      </a:moveTo>
                      <a:lnTo>
                        <a:pt x="102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16" name="Graphic 398">
                  <a:extLst>
                    <a:ext uri="{FF2B5EF4-FFF2-40B4-BE49-F238E27FC236}">
                      <a16:creationId xmlns:a16="http://schemas.microsoft.com/office/drawing/2014/main" id="{E12ACED0-C19B-FB19-0B0B-39C2E4065B9B}"/>
                    </a:ext>
                  </a:extLst>
                </p:cNvPr>
                <p:cNvGrpSpPr/>
                <p:nvPr/>
              </p:nvGrpSpPr>
              <p:grpSpPr>
                <a:xfrm>
                  <a:off x="4357582" y="4955763"/>
                  <a:ext cx="223926" cy="95994"/>
                  <a:chOff x="4357582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17" name="Freeform: Shape 416">
                    <a:extLst>
                      <a:ext uri="{FF2B5EF4-FFF2-40B4-BE49-F238E27FC236}">
                        <a16:creationId xmlns:a16="http://schemas.microsoft.com/office/drawing/2014/main" id="{FD5AE56E-19BA-0D46-E4F8-0DBF5FE03D7F}"/>
                      </a:ext>
                    </a:extLst>
                  </p:cNvPr>
                  <p:cNvSpPr/>
                  <p:nvPr/>
                </p:nvSpPr>
                <p:spPr>
                  <a:xfrm flipV="1">
                    <a:off x="4357582" y="4957429"/>
                    <a:ext cx="59843" cy="94328"/>
                  </a:xfrm>
                  <a:custGeom>
                    <a:avLst/>
                    <a:gdLst>
                      <a:gd name="connsiteX0" fmla="*/ 1997 w 59843"/>
                      <a:gd name="connsiteY0" fmla="*/ 92338 h 94328"/>
                      <a:gd name="connsiteX1" fmla="*/ 51117 w 59843"/>
                      <a:gd name="connsiteY1" fmla="*/ 92338 h 94328"/>
                      <a:gd name="connsiteX2" fmla="*/ 51117 w 59843"/>
                      <a:gd name="connsiteY2" fmla="*/ 81789 h 94328"/>
                      <a:gd name="connsiteX3" fmla="*/ 13455 w 59843"/>
                      <a:gd name="connsiteY3" fmla="*/ 81789 h 94328"/>
                      <a:gd name="connsiteX4" fmla="*/ 13455 w 59843"/>
                      <a:gd name="connsiteY4" fmla="*/ 59124 h 94328"/>
                      <a:gd name="connsiteX5" fmla="*/ 18886 w 59843"/>
                      <a:gd name="connsiteY5" fmla="*/ 60512 h 94328"/>
                      <a:gd name="connsiteX6" fmla="*/ 24357 w 59843"/>
                      <a:gd name="connsiteY6" fmla="*/ 60968 h 94328"/>
                      <a:gd name="connsiteX7" fmla="*/ 48877 w 59843"/>
                      <a:gd name="connsiteY7" fmla="*/ 52481 h 94328"/>
                      <a:gd name="connsiteX8" fmla="*/ 57936 w 59843"/>
                      <a:gd name="connsiteY8" fmla="*/ 29499 h 94328"/>
                      <a:gd name="connsiteX9" fmla="*/ 48639 w 59843"/>
                      <a:gd name="connsiteY9" fmla="*/ 6279 h 94328"/>
                      <a:gd name="connsiteX10" fmla="*/ 22434 w 59843"/>
                      <a:gd name="connsiteY10" fmla="*/ -1990 h 94328"/>
                      <a:gd name="connsiteX11" fmla="*/ 10561 w 59843"/>
                      <a:gd name="connsiteY11" fmla="*/ -999 h 94328"/>
                      <a:gd name="connsiteX12" fmla="*/ -1908 w 59843"/>
                      <a:gd name="connsiteY12" fmla="*/ 1976 h 94328"/>
                      <a:gd name="connsiteX13" fmla="*/ -1908 w 59843"/>
                      <a:gd name="connsiteY13" fmla="*/ 14567 h 94328"/>
                      <a:gd name="connsiteX14" fmla="*/ 9609 w 59843"/>
                      <a:gd name="connsiteY14" fmla="*/ 10046 h 94328"/>
                      <a:gd name="connsiteX15" fmla="*/ 22176 w 59843"/>
                      <a:gd name="connsiteY15" fmla="*/ 8559 h 94328"/>
                      <a:gd name="connsiteX16" fmla="*/ 39144 w 59843"/>
                      <a:gd name="connsiteY16" fmla="*/ 14190 h 94328"/>
                      <a:gd name="connsiteX17" fmla="*/ 45408 w 59843"/>
                      <a:gd name="connsiteY17" fmla="*/ 29499 h 94328"/>
                      <a:gd name="connsiteX18" fmla="*/ 39144 w 59843"/>
                      <a:gd name="connsiteY18" fmla="*/ 44787 h 94328"/>
                      <a:gd name="connsiteX19" fmla="*/ 22176 w 59843"/>
                      <a:gd name="connsiteY19" fmla="*/ 50439 h 94328"/>
                      <a:gd name="connsiteX20" fmla="*/ 12166 w 59843"/>
                      <a:gd name="connsiteY20" fmla="*/ 49328 h 94328"/>
                      <a:gd name="connsiteX21" fmla="*/ 1997 w 59843"/>
                      <a:gd name="connsiteY21" fmla="*/ 45858 h 94328"/>
                      <a:gd name="connsiteX22" fmla="*/ 1997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97" y="92338"/>
                        </a:moveTo>
                        <a:lnTo>
                          <a:pt x="51117" y="92338"/>
                        </a:lnTo>
                        <a:lnTo>
                          <a:pt x="51117" y="81789"/>
                        </a:lnTo>
                        <a:lnTo>
                          <a:pt x="13455" y="81789"/>
                        </a:lnTo>
                        <a:lnTo>
                          <a:pt x="13455" y="59124"/>
                        </a:lnTo>
                        <a:cubicBezTo>
                          <a:pt x="15265" y="59745"/>
                          <a:pt x="17075" y="60208"/>
                          <a:pt x="18886" y="60512"/>
                        </a:cubicBezTo>
                        <a:cubicBezTo>
                          <a:pt x="20709" y="60816"/>
                          <a:pt x="22533" y="60968"/>
                          <a:pt x="24357" y="60968"/>
                        </a:cubicBezTo>
                        <a:cubicBezTo>
                          <a:pt x="34678" y="60968"/>
                          <a:pt x="42851" y="58139"/>
                          <a:pt x="48877" y="52481"/>
                        </a:cubicBezTo>
                        <a:cubicBezTo>
                          <a:pt x="54916" y="46823"/>
                          <a:pt x="57936" y="39162"/>
                          <a:pt x="57936" y="29499"/>
                        </a:cubicBezTo>
                        <a:cubicBezTo>
                          <a:pt x="57936" y="19544"/>
                          <a:pt x="54837" y="11804"/>
                          <a:pt x="48639" y="6279"/>
                        </a:cubicBezTo>
                        <a:cubicBezTo>
                          <a:pt x="42441" y="766"/>
                          <a:pt x="33706" y="-1990"/>
                          <a:pt x="22434" y="-1990"/>
                        </a:cubicBezTo>
                        <a:cubicBezTo>
                          <a:pt x="18549" y="-1990"/>
                          <a:pt x="14591" y="-1660"/>
                          <a:pt x="10561" y="-999"/>
                        </a:cubicBezTo>
                        <a:cubicBezTo>
                          <a:pt x="6543" y="-338"/>
                          <a:pt x="2387" y="654"/>
                          <a:pt x="-1908" y="1976"/>
                        </a:cubicBezTo>
                        <a:lnTo>
                          <a:pt x="-1908" y="14567"/>
                        </a:lnTo>
                        <a:cubicBezTo>
                          <a:pt x="1806" y="12545"/>
                          <a:pt x="5645" y="11038"/>
                          <a:pt x="9609" y="10046"/>
                        </a:cubicBezTo>
                        <a:cubicBezTo>
                          <a:pt x="13573" y="9055"/>
                          <a:pt x="17763" y="8559"/>
                          <a:pt x="22176" y="8559"/>
                        </a:cubicBezTo>
                        <a:cubicBezTo>
                          <a:pt x="29326" y="8559"/>
                          <a:pt x="34981" y="10436"/>
                          <a:pt x="39144" y="14190"/>
                        </a:cubicBezTo>
                        <a:cubicBezTo>
                          <a:pt x="43320" y="17945"/>
                          <a:pt x="45408" y="23048"/>
                          <a:pt x="45408" y="29499"/>
                        </a:cubicBezTo>
                        <a:cubicBezTo>
                          <a:pt x="45408" y="35937"/>
                          <a:pt x="43320" y="41033"/>
                          <a:pt x="39144" y="44787"/>
                        </a:cubicBezTo>
                        <a:cubicBezTo>
                          <a:pt x="34981" y="48555"/>
                          <a:pt x="29326" y="50439"/>
                          <a:pt x="22176" y="50439"/>
                        </a:cubicBezTo>
                        <a:cubicBezTo>
                          <a:pt x="18833" y="50439"/>
                          <a:pt x="15496" y="50068"/>
                          <a:pt x="12166" y="49328"/>
                        </a:cubicBezTo>
                        <a:cubicBezTo>
                          <a:pt x="8849" y="48588"/>
                          <a:pt x="5460" y="47431"/>
                          <a:pt x="1997" y="45858"/>
                        </a:cubicBezTo>
                        <a:lnTo>
                          <a:pt x="199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8" name="Freeform: Shape 417">
                    <a:extLst>
                      <a:ext uri="{FF2B5EF4-FFF2-40B4-BE49-F238E27FC236}">
                        <a16:creationId xmlns:a16="http://schemas.microsoft.com/office/drawing/2014/main" id="{D40B0CB4-4029-B022-61E3-AECDD722C1EB}"/>
                      </a:ext>
                    </a:extLst>
                  </p:cNvPr>
                  <p:cNvSpPr/>
                  <p:nvPr/>
                </p:nvSpPr>
                <p:spPr>
                  <a:xfrm flipV="1">
                    <a:off x="4442439" y="4957429"/>
                    <a:ext cx="55066" cy="92524"/>
                  </a:xfrm>
                  <a:custGeom>
                    <a:avLst/>
                    <a:gdLst>
                      <a:gd name="connsiteX0" fmla="*/ -186 w 55066"/>
                      <a:gd name="connsiteY0" fmla="*/ 8493 h 92524"/>
                      <a:gd name="connsiteX1" fmla="*/ 20251 w 55066"/>
                      <a:gd name="connsiteY1" fmla="*/ 8493 h 92524"/>
                      <a:gd name="connsiteX2" fmla="*/ 20251 w 55066"/>
                      <a:gd name="connsiteY2" fmla="*/ 79086 h 92524"/>
                      <a:gd name="connsiteX3" fmla="*/ -1990 w 55066"/>
                      <a:gd name="connsiteY3" fmla="*/ 74625 h 92524"/>
                      <a:gd name="connsiteX4" fmla="*/ -1990 w 55066"/>
                      <a:gd name="connsiteY4" fmla="*/ 86027 h 92524"/>
                      <a:gd name="connsiteX5" fmla="*/ 20132 w 55066"/>
                      <a:gd name="connsiteY5" fmla="*/ 90488 h 92524"/>
                      <a:gd name="connsiteX6" fmla="*/ 32640 w 55066"/>
                      <a:gd name="connsiteY6" fmla="*/ 90488 h 92524"/>
                      <a:gd name="connsiteX7" fmla="*/ 32640 w 55066"/>
                      <a:gd name="connsiteY7" fmla="*/ 8493 h 92524"/>
                      <a:gd name="connsiteX8" fmla="*/ 53076 w 55066"/>
                      <a:gd name="connsiteY8" fmla="*/ 8493 h 92524"/>
                      <a:gd name="connsiteX9" fmla="*/ 53076 w 55066"/>
                      <a:gd name="connsiteY9" fmla="*/ -2036 h 92524"/>
                      <a:gd name="connsiteX10" fmla="*/ -186 w 55066"/>
                      <a:gd name="connsiteY10" fmla="*/ -2036 h 92524"/>
                      <a:gd name="connsiteX11" fmla="*/ -186 w 55066"/>
                      <a:gd name="connsiteY11" fmla="*/ 8493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186" y="8493"/>
                        </a:moveTo>
                        <a:lnTo>
                          <a:pt x="20251" y="8493"/>
                        </a:lnTo>
                        <a:lnTo>
                          <a:pt x="20251" y="79086"/>
                        </a:lnTo>
                        <a:lnTo>
                          <a:pt x="-1990" y="74625"/>
                        </a:lnTo>
                        <a:lnTo>
                          <a:pt x="-1990" y="86027"/>
                        </a:lnTo>
                        <a:lnTo>
                          <a:pt x="20132" y="90488"/>
                        </a:lnTo>
                        <a:lnTo>
                          <a:pt x="32640" y="90488"/>
                        </a:lnTo>
                        <a:lnTo>
                          <a:pt x="32640" y="8493"/>
                        </a:lnTo>
                        <a:lnTo>
                          <a:pt x="53076" y="8493"/>
                        </a:lnTo>
                        <a:lnTo>
                          <a:pt x="53076" y="-2036"/>
                        </a:lnTo>
                        <a:lnTo>
                          <a:pt x="-186" y="-2036"/>
                        </a:lnTo>
                        <a:lnTo>
                          <a:pt x="-186" y="84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9" name="Freeform: Shape 418">
                    <a:extLst>
                      <a:ext uri="{FF2B5EF4-FFF2-40B4-BE49-F238E27FC236}">
                        <a16:creationId xmlns:a16="http://schemas.microsoft.com/office/drawing/2014/main" id="{C111BDD4-BDAD-4D1F-28AA-BCFA00BB1C56}"/>
                      </a:ext>
                    </a:extLst>
                  </p:cNvPr>
                  <p:cNvSpPr/>
                  <p:nvPr/>
                </p:nvSpPr>
                <p:spPr>
                  <a:xfrm flipV="1">
                    <a:off x="4517582" y="4955763"/>
                    <a:ext cx="63926" cy="95994"/>
                  </a:xfrm>
                  <a:custGeom>
                    <a:avLst/>
                    <a:gdLst>
                      <a:gd name="connsiteX0" fmla="*/ 30028 w 63926"/>
                      <a:gd name="connsiteY0" fmla="*/ 84047 h 95994"/>
                      <a:gd name="connsiteX1" fmla="*/ 15498 w 63926"/>
                      <a:gd name="connsiteY1" fmla="*/ 74529 h 95994"/>
                      <a:gd name="connsiteX2" fmla="*/ 10641 w 63926"/>
                      <a:gd name="connsiteY2" fmla="*/ 45935 h 95994"/>
                      <a:gd name="connsiteX3" fmla="*/ 15498 w 63926"/>
                      <a:gd name="connsiteY3" fmla="*/ 17400 h 95994"/>
                      <a:gd name="connsiteX4" fmla="*/ 30028 w 63926"/>
                      <a:gd name="connsiteY4" fmla="*/ 7882 h 95994"/>
                      <a:gd name="connsiteX5" fmla="*/ 44617 w 63926"/>
                      <a:gd name="connsiteY5" fmla="*/ 17400 h 95994"/>
                      <a:gd name="connsiteX6" fmla="*/ 49493 w 63926"/>
                      <a:gd name="connsiteY6" fmla="*/ 45935 h 95994"/>
                      <a:gd name="connsiteX7" fmla="*/ 44617 w 63926"/>
                      <a:gd name="connsiteY7" fmla="*/ 74529 h 95994"/>
                      <a:gd name="connsiteX8" fmla="*/ 30028 w 63926"/>
                      <a:gd name="connsiteY8" fmla="*/ 84047 h 95994"/>
                      <a:gd name="connsiteX9" fmla="*/ 30028 w 63926"/>
                      <a:gd name="connsiteY9" fmla="*/ 93962 h 95994"/>
                      <a:gd name="connsiteX10" fmla="*/ 53794 w 63926"/>
                      <a:gd name="connsiteY10" fmla="*/ 81648 h 95994"/>
                      <a:gd name="connsiteX11" fmla="*/ 62001 w 63926"/>
                      <a:gd name="connsiteY11" fmla="*/ 45935 h 95994"/>
                      <a:gd name="connsiteX12" fmla="*/ 53794 w 63926"/>
                      <a:gd name="connsiteY12" fmla="*/ 10262 h 95994"/>
                      <a:gd name="connsiteX13" fmla="*/ 30028 w 63926"/>
                      <a:gd name="connsiteY13" fmla="*/ -2032 h 95994"/>
                      <a:gd name="connsiteX14" fmla="*/ 6281 w 63926"/>
                      <a:gd name="connsiteY14" fmla="*/ 10262 h 95994"/>
                      <a:gd name="connsiteX15" fmla="*/ -1926 w 63926"/>
                      <a:gd name="connsiteY15" fmla="*/ 45935 h 95994"/>
                      <a:gd name="connsiteX16" fmla="*/ 6281 w 63926"/>
                      <a:gd name="connsiteY16" fmla="*/ 81648 h 95994"/>
                      <a:gd name="connsiteX17" fmla="*/ 30028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28" y="84047"/>
                        </a:moveTo>
                        <a:cubicBezTo>
                          <a:pt x="23592" y="84047"/>
                          <a:pt x="18749" y="80874"/>
                          <a:pt x="15498" y="74529"/>
                        </a:cubicBezTo>
                        <a:cubicBezTo>
                          <a:pt x="12260" y="68197"/>
                          <a:pt x="10641" y="58665"/>
                          <a:pt x="10641" y="45935"/>
                        </a:cubicBezTo>
                        <a:cubicBezTo>
                          <a:pt x="10641" y="33257"/>
                          <a:pt x="12260" y="23746"/>
                          <a:pt x="15498" y="17400"/>
                        </a:cubicBezTo>
                        <a:cubicBezTo>
                          <a:pt x="18749" y="11055"/>
                          <a:pt x="23592" y="7882"/>
                          <a:pt x="30028" y="7882"/>
                        </a:cubicBezTo>
                        <a:cubicBezTo>
                          <a:pt x="36516" y="7882"/>
                          <a:pt x="41379" y="11055"/>
                          <a:pt x="44617" y="17400"/>
                        </a:cubicBezTo>
                        <a:cubicBezTo>
                          <a:pt x="47868" y="23746"/>
                          <a:pt x="49493" y="33257"/>
                          <a:pt x="49493" y="45935"/>
                        </a:cubicBezTo>
                        <a:cubicBezTo>
                          <a:pt x="49493" y="58665"/>
                          <a:pt x="47868" y="68197"/>
                          <a:pt x="44617" y="74529"/>
                        </a:cubicBezTo>
                        <a:cubicBezTo>
                          <a:pt x="41379" y="80874"/>
                          <a:pt x="36516" y="84047"/>
                          <a:pt x="30028" y="84047"/>
                        </a:cubicBezTo>
                        <a:close/>
                        <a:moveTo>
                          <a:pt x="30028" y="93962"/>
                        </a:moveTo>
                        <a:cubicBezTo>
                          <a:pt x="40401" y="93962"/>
                          <a:pt x="48323" y="89857"/>
                          <a:pt x="53794" y="81648"/>
                        </a:cubicBezTo>
                        <a:cubicBezTo>
                          <a:pt x="59265" y="73452"/>
                          <a:pt x="62001" y="61547"/>
                          <a:pt x="62001" y="45935"/>
                        </a:cubicBezTo>
                        <a:cubicBezTo>
                          <a:pt x="62001" y="30362"/>
                          <a:pt x="59265" y="18471"/>
                          <a:pt x="53794" y="10262"/>
                        </a:cubicBezTo>
                        <a:cubicBezTo>
                          <a:pt x="48323" y="2066"/>
                          <a:pt x="40401" y="-2032"/>
                          <a:pt x="30028" y="-2032"/>
                        </a:cubicBezTo>
                        <a:cubicBezTo>
                          <a:pt x="19667" y="-2032"/>
                          <a:pt x="11751" y="2066"/>
                          <a:pt x="6281" y="10262"/>
                        </a:cubicBezTo>
                        <a:cubicBezTo>
                          <a:pt x="810" y="18471"/>
                          <a:pt x="-1926" y="30362"/>
                          <a:pt x="-1926" y="45935"/>
                        </a:cubicBezTo>
                        <a:cubicBezTo>
                          <a:pt x="-1926" y="61547"/>
                          <a:pt x="810" y="73452"/>
                          <a:pt x="6281" y="81648"/>
                        </a:cubicBezTo>
                        <a:cubicBezTo>
                          <a:pt x="11751" y="89857"/>
                          <a:pt x="19667" y="93962"/>
                          <a:pt x="30028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20" name="Graphic 398">
                <a:extLst>
                  <a:ext uri="{FF2B5EF4-FFF2-40B4-BE49-F238E27FC236}">
                    <a16:creationId xmlns:a16="http://schemas.microsoft.com/office/drawing/2014/main" id="{BC500A39-DD51-049C-C772-BF3280EAB5E9}"/>
                  </a:ext>
                </a:extLst>
              </p:cNvPr>
              <p:cNvGrpSpPr/>
              <p:nvPr/>
            </p:nvGrpSpPr>
            <p:grpSpPr>
              <a:xfrm>
                <a:off x="4923895" y="4864687"/>
                <a:ext cx="223926" cy="187070"/>
                <a:chOff x="4923895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21" name="Freeform: Shape 420">
                  <a:extLst>
                    <a:ext uri="{FF2B5EF4-FFF2-40B4-BE49-F238E27FC236}">
                      <a16:creationId xmlns:a16="http://schemas.microsoft.com/office/drawing/2014/main" id="{5ACE904E-3622-6F0C-673C-8DAD61BDCC16}"/>
                    </a:ext>
                  </a:extLst>
                </p:cNvPr>
                <p:cNvSpPr/>
                <p:nvPr/>
              </p:nvSpPr>
              <p:spPr>
                <a:xfrm>
                  <a:off x="5035177" y="4864687"/>
                  <a:ext cx="12686" cy="44417"/>
                </a:xfrm>
                <a:custGeom>
                  <a:avLst/>
                  <a:gdLst>
                    <a:gd name="connsiteX0" fmla="*/ 147 w 12686"/>
                    <a:gd name="connsiteY0" fmla="*/ 286 h 44417"/>
                    <a:gd name="connsiteX1" fmla="*/ 147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47" y="286"/>
                      </a:moveTo>
                      <a:lnTo>
                        <a:pt x="147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22" name="Graphic 398">
                  <a:extLst>
                    <a:ext uri="{FF2B5EF4-FFF2-40B4-BE49-F238E27FC236}">
                      <a16:creationId xmlns:a16="http://schemas.microsoft.com/office/drawing/2014/main" id="{E1DB7762-57C3-018B-FBC2-831188EBA93B}"/>
                    </a:ext>
                  </a:extLst>
                </p:cNvPr>
                <p:cNvGrpSpPr/>
                <p:nvPr/>
              </p:nvGrpSpPr>
              <p:grpSpPr>
                <a:xfrm>
                  <a:off x="4923895" y="4955763"/>
                  <a:ext cx="223926" cy="95994"/>
                  <a:chOff x="4923895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23" name="Freeform: Shape 422">
                    <a:extLst>
                      <a:ext uri="{FF2B5EF4-FFF2-40B4-BE49-F238E27FC236}">
                        <a16:creationId xmlns:a16="http://schemas.microsoft.com/office/drawing/2014/main" id="{0EB93218-45C7-D9F0-C853-A1D419AB8703}"/>
                      </a:ext>
                    </a:extLst>
                  </p:cNvPr>
                  <p:cNvSpPr/>
                  <p:nvPr/>
                </p:nvSpPr>
                <p:spPr>
                  <a:xfrm flipV="1">
                    <a:off x="4923895" y="4957429"/>
                    <a:ext cx="59843" cy="94328"/>
                  </a:xfrm>
                  <a:custGeom>
                    <a:avLst/>
                    <a:gdLst>
                      <a:gd name="connsiteX0" fmla="*/ 2042 w 59843"/>
                      <a:gd name="connsiteY0" fmla="*/ 92338 h 94328"/>
                      <a:gd name="connsiteX1" fmla="*/ 51161 w 59843"/>
                      <a:gd name="connsiteY1" fmla="*/ 92338 h 94328"/>
                      <a:gd name="connsiteX2" fmla="*/ 51161 w 59843"/>
                      <a:gd name="connsiteY2" fmla="*/ 81789 h 94328"/>
                      <a:gd name="connsiteX3" fmla="*/ 13499 w 59843"/>
                      <a:gd name="connsiteY3" fmla="*/ 81789 h 94328"/>
                      <a:gd name="connsiteX4" fmla="*/ 13499 w 59843"/>
                      <a:gd name="connsiteY4" fmla="*/ 59124 h 94328"/>
                      <a:gd name="connsiteX5" fmla="*/ 18930 w 59843"/>
                      <a:gd name="connsiteY5" fmla="*/ 60512 h 94328"/>
                      <a:gd name="connsiteX6" fmla="*/ 24401 w 59843"/>
                      <a:gd name="connsiteY6" fmla="*/ 60968 h 94328"/>
                      <a:gd name="connsiteX7" fmla="*/ 48922 w 59843"/>
                      <a:gd name="connsiteY7" fmla="*/ 52481 h 94328"/>
                      <a:gd name="connsiteX8" fmla="*/ 57980 w 59843"/>
                      <a:gd name="connsiteY8" fmla="*/ 29499 h 94328"/>
                      <a:gd name="connsiteX9" fmla="*/ 48684 w 59843"/>
                      <a:gd name="connsiteY9" fmla="*/ 6279 h 94328"/>
                      <a:gd name="connsiteX10" fmla="*/ 22479 w 59843"/>
                      <a:gd name="connsiteY10" fmla="*/ -1990 h 94328"/>
                      <a:gd name="connsiteX11" fmla="*/ 10605 w 59843"/>
                      <a:gd name="connsiteY11" fmla="*/ -999 h 94328"/>
                      <a:gd name="connsiteX12" fmla="*/ -1863 w 59843"/>
                      <a:gd name="connsiteY12" fmla="*/ 1976 h 94328"/>
                      <a:gd name="connsiteX13" fmla="*/ -1863 w 59843"/>
                      <a:gd name="connsiteY13" fmla="*/ 14567 h 94328"/>
                      <a:gd name="connsiteX14" fmla="*/ 9654 w 59843"/>
                      <a:gd name="connsiteY14" fmla="*/ 10046 h 94328"/>
                      <a:gd name="connsiteX15" fmla="*/ 22221 w 59843"/>
                      <a:gd name="connsiteY15" fmla="*/ 8559 h 94328"/>
                      <a:gd name="connsiteX16" fmla="*/ 39189 w 59843"/>
                      <a:gd name="connsiteY16" fmla="*/ 14190 h 94328"/>
                      <a:gd name="connsiteX17" fmla="*/ 45453 w 59843"/>
                      <a:gd name="connsiteY17" fmla="*/ 29499 h 94328"/>
                      <a:gd name="connsiteX18" fmla="*/ 39189 w 59843"/>
                      <a:gd name="connsiteY18" fmla="*/ 44787 h 94328"/>
                      <a:gd name="connsiteX19" fmla="*/ 22221 w 59843"/>
                      <a:gd name="connsiteY19" fmla="*/ 50439 h 94328"/>
                      <a:gd name="connsiteX20" fmla="*/ 12211 w 59843"/>
                      <a:gd name="connsiteY20" fmla="*/ 49328 h 94328"/>
                      <a:gd name="connsiteX21" fmla="*/ 2042 w 59843"/>
                      <a:gd name="connsiteY21" fmla="*/ 45858 h 94328"/>
                      <a:gd name="connsiteX22" fmla="*/ 2042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42" y="92338"/>
                        </a:moveTo>
                        <a:lnTo>
                          <a:pt x="51161" y="92338"/>
                        </a:lnTo>
                        <a:lnTo>
                          <a:pt x="51161" y="81789"/>
                        </a:lnTo>
                        <a:lnTo>
                          <a:pt x="13499" y="81789"/>
                        </a:lnTo>
                        <a:lnTo>
                          <a:pt x="13499" y="59124"/>
                        </a:lnTo>
                        <a:cubicBezTo>
                          <a:pt x="15310" y="59745"/>
                          <a:pt x="17120" y="60208"/>
                          <a:pt x="18930" y="60512"/>
                        </a:cubicBezTo>
                        <a:cubicBezTo>
                          <a:pt x="20754" y="60816"/>
                          <a:pt x="22578" y="60968"/>
                          <a:pt x="24401" y="60968"/>
                        </a:cubicBezTo>
                        <a:cubicBezTo>
                          <a:pt x="34722" y="60968"/>
                          <a:pt x="42896" y="58139"/>
                          <a:pt x="48922" y="52481"/>
                        </a:cubicBezTo>
                        <a:cubicBezTo>
                          <a:pt x="54961" y="46823"/>
                          <a:pt x="57980" y="39162"/>
                          <a:pt x="57980" y="29499"/>
                        </a:cubicBezTo>
                        <a:cubicBezTo>
                          <a:pt x="57980" y="19544"/>
                          <a:pt x="54881" y="11804"/>
                          <a:pt x="48684" y="6279"/>
                        </a:cubicBezTo>
                        <a:cubicBezTo>
                          <a:pt x="42486" y="766"/>
                          <a:pt x="33751" y="-1990"/>
                          <a:pt x="22479" y="-1990"/>
                        </a:cubicBezTo>
                        <a:cubicBezTo>
                          <a:pt x="18594" y="-1990"/>
                          <a:pt x="14636" y="-1660"/>
                          <a:pt x="10605" y="-999"/>
                        </a:cubicBezTo>
                        <a:cubicBezTo>
                          <a:pt x="6588" y="-338"/>
                          <a:pt x="2432" y="654"/>
                          <a:pt x="-1863" y="1976"/>
                        </a:cubicBezTo>
                        <a:lnTo>
                          <a:pt x="-1863" y="14567"/>
                        </a:lnTo>
                        <a:cubicBezTo>
                          <a:pt x="1850" y="12545"/>
                          <a:pt x="5689" y="11038"/>
                          <a:pt x="9654" y="10046"/>
                        </a:cubicBezTo>
                        <a:cubicBezTo>
                          <a:pt x="13618" y="9055"/>
                          <a:pt x="17807" y="8559"/>
                          <a:pt x="22221" y="8559"/>
                        </a:cubicBezTo>
                        <a:cubicBezTo>
                          <a:pt x="29370" y="8559"/>
                          <a:pt x="35026" y="10436"/>
                          <a:pt x="39189" y="14190"/>
                        </a:cubicBezTo>
                        <a:cubicBezTo>
                          <a:pt x="43365" y="17945"/>
                          <a:pt x="45453" y="23048"/>
                          <a:pt x="45453" y="29499"/>
                        </a:cubicBezTo>
                        <a:cubicBezTo>
                          <a:pt x="45453" y="35937"/>
                          <a:pt x="43365" y="41033"/>
                          <a:pt x="39189" y="44787"/>
                        </a:cubicBezTo>
                        <a:cubicBezTo>
                          <a:pt x="35026" y="48555"/>
                          <a:pt x="29370" y="50439"/>
                          <a:pt x="22221" y="50439"/>
                        </a:cubicBezTo>
                        <a:cubicBezTo>
                          <a:pt x="18878" y="50439"/>
                          <a:pt x="15541" y="50068"/>
                          <a:pt x="12211" y="49328"/>
                        </a:cubicBezTo>
                        <a:cubicBezTo>
                          <a:pt x="8894" y="48588"/>
                          <a:pt x="5504" y="47431"/>
                          <a:pt x="2042" y="45858"/>
                        </a:cubicBezTo>
                        <a:lnTo>
                          <a:pt x="204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24" name="Freeform: Shape 423">
                    <a:extLst>
                      <a:ext uri="{FF2B5EF4-FFF2-40B4-BE49-F238E27FC236}">
                        <a16:creationId xmlns:a16="http://schemas.microsoft.com/office/drawing/2014/main" id="{B748F3AB-6A8D-5C24-FDE2-7498297A8EB2}"/>
                      </a:ext>
                    </a:extLst>
                  </p:cNvPr>
                  <p:cNvSpPr/>
                  <p:nvPr/>
                </p:nvSpPr>
                <p:spPr>
                  <a:xfrm flipV="1">
                    <a:off x="5004113" y="4955763"/>
                    <a:ext cx="58713" cy="94189"/>
                  </a:xfrm>
                  <a:custGeom>
                    <a:avLst/>
                    <a:gdLst>
                      <a:gd name="connsiteX0" fmla="*/ 13242 w 58713"/>
                      <a:gd name="connsiteY0" fmla="*/ 8451 h 94189"/>
                      <a:gd name="connsiteX1" fmla="*/ 56910 w 58713"/>
                      <a:gd name="connsiteY1" fmla="*/ 8451 h 94189"/>
                      <a:gd name="connsiteX2" fmla="*/ 56910 w 58713"/>
                      <a:gd name="connsiteY2" fmla="*/ -2078 h 94189"/>
                      <a:gd name="connsiteX3" fmla="*/ -1803 w 58713"/>
                      <a:gd name="connsiteY3" fmla="*/ -2078 h 94189"/>
                      <a:gd name="connsiteX4" fmla="*/ -1803 w 58713"/>
                      <a:gd name="connsiteY4" fmla="*/ 8451 h 94189"/>
                      <a:gd name="connsiteX5" fmla="*/ 17603 w 58713"/>
                      <a:gd name="connsiteY5" fmla="*/ 28241 h 94189"/>
                      <a:gd name="connsiteX6" fmla="*/ 33064 w 58713"/>
                      <a:gd name="connsiteY6" fmla="*/ 44283 h 94189"/>
                      <a:gd name="connsiteX7" fmla="*/ 41449 w 58713"/>
                      <a:gd name="connsiteY7" fmla="*/ 55705 h 94189"/>
                      <a:gd name="connsiteX8" fmla="*/ 43847 w 58713"/>
                      <a:gd name="connsiteY8" fmla="*/ 64906 h 94189"/>
                      <a:gd name="connsiteX9" fmla="*/ 38674 w 58713"/>
                      <a:gd name="connsiteY9" fmla="*/ 76922 h 94189"/>
                      <a:gd name="connsiteX10" fmla="*/ 25195 w 58713"/>
                      <a:gd name="connsiteY10" fmla="*/ 81582 h 94189"/>
                      <a:gd name="connsiteX11" fmla="*/ 12766 w 58713"/>
                      <a:gd name="connsiteY11" fmla="*/ 79540 h 94189"/>
                      <a:gd name="connsiteX12" fmla="*/ -1189 w 58713"/>
                      <a:gd name="connsiteY12" fmla="*/ 73333 h 94189"/>
                      <a:gd name="connsiteX13" fmla="*/ -1189 w 58713"/>
                      <a:gd name="connsiteY13" fmla="*/ 85984 h 94189"/>
                      <a:gd name="connsiteX14" fmla="*/ 12925 w 58713"/>
                      <a:gd name="connsiteY14" fmla="*/ 90565 h 94189"/>
                      <a:gd name="connsiteX15" fmla="*/ 24957 w 58713"/>
                      <a:gd name="connsiteY15" fmla="*/ 92112 h 94189"/>
                      <a:gd name="connsiteX16" fmla="*/ 47871 w 58713"/>
                      <a:gd name="connsiteY16" fmla="*/ 84914 h 94189"/>
                      <a:gd name="connsiteX17" fmla="*/ 56415 w 58713"/>
                      <a:gd name="connsiteY17" fmla="*/ 65719 h 94189"/>
                      <a:gd name="connsiteX18" fmla="*/ 54274 w 58713"/>
                      <a:gd name="connsiteY18" fmla="*/ 54892 h 94189"/>
                      <a:gd name="connsiteX19" fmla="*/ 46504 w 58713"/>
                      <a:gd name="connsiteY19" fmla="*/ 42855 h 94189"/>
                      <a:gd name="connsiteX20" fmla="*/ 36652 w 58713"/>
                      <a:gd name="connsiteY20" fmla="*/ 32465 h 94189"/>
                      <a:gd name="connsiteX21" fmla="*/ 13242 w 58713"/>
                      <a:gd name="connsiteY21" fmla="*/ 8451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242" y="8451"/>
                        </a:moveTo>
                        <a:lnTo>
                          <a:pt x="56910" y="8451"/>
                        </a:lnTo>
                        <a:lnTo>
                          <a:pt x="56910" y="-2078"/>
                        </a:lnTo>
                        <a:lnTo>
                          <a:pt x="-1803" y="-2078"/>
                        </a:lnTo>
                        <a:lnTo>
                          <a:pt x="-1803" y="8451"/>
                        </a:lnTo>
                        <a:cubicBezTo>
                          <a:pt x="2941" y="13369"/>
                          <a:pt x="9410" y="19966"/>
                          <a:pt x="17603" y="28241"/>
                        </a:cubicBezTo>
                        <a:cubicBezTo>
                          <a:pt x="25809" y="36530"/>
                          <a:pt x="30963" y="41877"/>
                          <a:pt x="33064" y="44283"/>
                        </a:cubicBezTo>
                        <a:cubicBezTo>
                          <a:pt x="37068" y="48778"/>
                          <a:pt x="39863" y="52585"/>
                          <a:pt x="41449" y="55705"/>
                        </a:cubicBezTo>
                        <a:cubicBezTo>
                          <a:pt x="43048" y="58825"/>
                          <a:pt x="43847" y="61892"/>
                          <a:pt x="43847" y="64906"/>
                        </a:cubicBezTo>
                        <a:cubicBezTo>
                          <a:pt x="43847" y="69823"/>
                          <a:pt x="42123" y="73829"/>
                          <a:pt x="38674" y="76922"/>
                        </a:cubicBezTo>
                        <a:cubicBezTo>
                          <a:pt x="35225" y="80029"/>
                          <a:pt x="30732" y="81582"/>
                          <a:pt x="25195" y="81582"/>
                        </a:cubicBezTo>
                        <a:cubicBezTo>
                          <a:pt x="21270" y="81582"/>
                          <a:pt x="17127" y="80901"/>
                          <a:pt x="12766" y="79540"/>
                        </a:cubicBezTo>
                        <a:cubicBezTo>
                          <a:pt x="8418" y="78178"/>
                          <a:pt x="3767" y="76109"/>
                          <a:pt x="-1189" y="73333"/>
                        </a:cubicBezTo>
                        <a:lnTo>
                          <a:pt x="-1189" y="85984"/>
                        </a:lnTo>
                        <a:cubicBezTo>
                          <a:pt x="3846" y="88007"/>
                          <a:pt x="8551" y="89534"/>
                          <a:pt x="12925" y="90565"/>
                        </a:cubicBezTo>
                        <a:cubicBezTo>
                          <a:pt x="17312" y="91596"/>
                          <a:pt x="21323" y="92112"/>
                          <a:pt x="24957" y="92112"/>
                        </a:cubicBezTo>
                        <a:cubicBezTo>
                          <a:pt x="34537" y="92112"/>
                          <a:pt x="42176" y="89712"/>
                          <a:pt x="47871" y="84914"/>
                        </a:cubicBezTo>
                        <a:cubicBezTo>
                          <a:pt x="53567" y="80128"/>
                          <a:pt x="56415" y="73730"/>
                          <a:pt x="56415" y="65719"/>
                        </a:cubicBezTo>
                        <a:cubicBezTo>
                          <a:pt x="56415" y="61912"/>
                          <a:pt x="55701" y="58303"/>
                          <a:pt x="54274" y="54892"/>
                        </a:cubicBezTo>
                        <a:cubicBezTo>
                          <a:pt x="52860" y="51494"/>
                          <a:pt x="50270" y="47482"/>
                          <a:pt x="46504" y="42855"/>
                        </a:cubicBezTo>
                        <a:cubicBezTo>
                          <a:pt x="45473" y="41652"/>
                          <a:pt x="42189" y="38189"/>
                          <a:pt x="36652" y="32465"/>
                        </a:cubicBezTo>
                        <a:cubicBezTo>
                          <a:pt x="31128" y="26741"/>
                          <a:pt x="23325" y="18736"/>
                          <a:pt x="13242" y="845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25" name="Freeform: Shape 424">
                    <a:extLst>
                      <a:ext uri="{FF2B5EF4-FFF2-40B4-BE49-F238E27FC236}">
                        <a16:creationId xmlns:a16="http://schemas.microsoft.com/office/drawing/2014/main" id="{C2A618F4-9BC5-980C-BF8A-2345393ED4F1}"/>
                      </a:ext>
                    </a:extLst>
                  </p:cNvPr>
                  <p:cNvSpPr/>
                  <p:nvPr/>
                </p:nvSpPr>
                <p:spPr>
                  <a:xfrm flipV="1">
                    <a:off x="5083895" y="4955763"/>
                    <a:ext cx="63926" cy="95994"/>
                  </a:xfrm>
                  <a:custGeom>
                    <a:avLst/>
                    <a:gdLst>
                      <a:gd name="connsiteX0" fmla="*/ 30072 w 63926"/>
                      <a:gd name="connsiteY0" fmla="*/ 84047 h 95994"/>
                      <a:gd name="connsiteX1" fmla="*/ 15542 w 63926"/>
                      <a:gd name="connsiteY1" fmla="*/ 74529 h 95994"/>
                      <a:gd name="connsiteX2" fmla="*/ 10686 w 63926"/>
                      <a:gd name="connsiteY2" fmla="*/ 45935 h 95994"/>
                      <a:gd name="connsiteX3" fmla="*/ 15542 w 63926"/>
                      <a:gd name="connsiteY3" fmla="*/ 17400 h 95994"/>
                      <a:gd name="connsiteX4" fmla="*/ 30072 w 63926"/>
                      <a:gd name="connsiteY4" fmla="*/ 7882 h 95994"/>
                      <a:gd name="connsiteX5" fmla="*/ 44661 w 63926"/>
                      <a:gd name="connsiteY5" fmla="*/ 17400 h 95994"/>
                      <a:gd name="connsiteX6" fmla="*/ 49538 w 63926"/>
                      <a:gd name="connsiteY6" fmla="*/ 45935 h 95994"/>
                      <a:gd name="connsiteX7" fmla="*/ 44661 w 63926"/>
                      <a:gd name="connsiteY7" fmla="*/ 74529 h 95994"/>
                      <a:gd name="connsiteX8" fmla="*/ 30072 w 63926"/>
                      <a:gd name="connsiteY8" fmla="*/ 84047 h 95994"/>
                      <a:gd name="connsiteX9" fmla="*/ 30072 w 63926"/>
                      <a:gd name="connsiteY9" fmla="*/ 93962 h 95994"/>
                      <a:gd name="connsiteX10" fmla="*/ 53839 w 63926"/>
                      <a:gd name="connsiteY10" fmla="*/ 81648 h 95994"/>
                      <a:gd name="connsiteX11" fmla="*/ 62045 w 63926"/>
                      <a:gd name="connsiteY11" fmla="*/ 45935 h 95994"/>
                      <a:gd name="connsiteX12" fmla="*/ 53839 w 63926"/>
                      <a:gd name="connsiteY12" fmla="*/ 10262 h 95994"/>
                      <a:gd name="connsiteX13" fmla="*/ 30072 w 63926"/>
                      <a:gd name="connsiteY13" fmla="*/ -2032 h 95994"/>
                      <a:gd name="connsiteX14" fmla="*/ 6325 w 63926"/>
                      <a:gd name="connsiteY14" fmla="*/ 10262 h 95994"/>
                      <a:gd name="connsiteX15" fmla="*/ -1881 w 63926"/>
                      <a:gd name="connsiteY15" fmla="*/ 45935 h 95994"/>
                      <a:gd name="connsiteX16" fmla="*/ 6325 w 63926"/>
                      <a:gd name="connsiteY16" fmla="*/ 81648 h 95994"/>
                      <a:gd name="connsiteX17" fmla="*/ 30072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72" y="84047"/>
                        </a:moveTo>
                        <a:cubicBezTo>
                          <a:pt x="23637" y="84047"/>
                          <a:pt x="18793" y="80874"/>
                          <a:pt x="15542" y="74529"/>
                        </a:cubicBezTo>
                        <a:cubicBezTo>
                          <a:pt x="12305" y="68197"/>
                          <a:pt x="10686" y="58665"/>
                          <a:pt x="10686" y="45935"/>
                        </a:cubicBezTo>
                        <a:cubicBezTo>
                          <a:pt x="10686" y="33257"/>
                          <a:pt x="12305" y="23746"/>
                          <a:pt x="15542" y="17400"/>
                        </a:cubicBezTo>
                        <a:cubicBezTo>
                          <a:pt x="18793" y="11055"/>
                          <a:pt x="23637" y="7882"/>
                          <a:pt x="30072" y="7882"/>
                        </a:cubicBezTo>
                        <a:cubicBezTo>
                          <a:pt x="36561" y="7882"/>
                          <a:pt x="41424" y="11055"/>
                          <a:pt x="44661" y="17400"/>
                        </a:cubicBezTo>
                        <a:cubicBezTo>
                          <a:pt x="47912" y="23746"/>
                          <a:pt x="49538" y="33257"/>
                          <a:pt x="49538" y="45935"/>
                        </a:cubicBezTo>
                        <a:cubicBezTo>
                          <a:pt x="49538" y="58665"/>
                          <a:pt x="47912" y="68197"/>
                          <a:pt x="44661" y="74529"/>
                        </a:cubicBezTo>
                        <a:cubicBezTo>
                          <a:pt x="41424" y="80874"/>
                          <a:pt x="36561" y="84047"/>
                          <a:pt x="30072" y="84047"/>
                        </a:cubicBezTo>
                        <a:close/>
                        <a:moveTo>
                          <a:pt x="30072" y="93962"/>
                        </a:moveTo>
                        <a:cubicBezTo>
                          <a:pt x="40446" y="93962"/>
                          <a:pt x="48368" y="89857"/>
                          <a:pt x="53839" y="81648"/>
                        </a:cubicBezTo>
                        <a:cubicBezTo>
                          <a:pt x="59310" y="73452"/>
                          <a:pt x="62045" y="61547"/>
                          <a:pt x="62045" y="45935"/>
                        </a:cubicBezTo>
                        <a:cubicBezTo>
                          <a:pt x="62045" y="30362"/>
                          <a:pt x="59310" y="18471"/>
                          <a:pt x="53839" y="10262"/>
                        </a:cubicBezTo>
                        <a:cubicBezTo>
                          <a:pt x="48368" y="2066"/>
                          <a:pt x="40446" y="-2032"/>
                          <a:pt x="30072" y="-2032"/>
                        </a:cubicBezTo>
                        <a:cubicBezTo>
                          <a:pt x="19712" y="-2032"/>
                          <a:pt x="11796" y="2066"/>
                          <a:pt x="6325" y="10262"/>
                        </a:cubicBezTo>
                        <a:cubicBezTo>
                          <a:pt x="854" y="18471"/>
                          <a:pt x="-1881" y="30362"/>
                          <a:pt x="-1881" y="45935"/>
                        </a:cubicBezTo>
                        <a:cubicBezTo>
                          <a:pt x="-1881" y="61547"/>
                          <a:pt x="854" y="73452"/>
                          <a:pt x="6325" y="81648"/>
                        </a:cubicBezTo>
                        <a:cubicBezTo>
                          <a:pt x="11796" y="89857"/>
                          <a:pt x="19712" y="93962"/>
                          <a:pt x="3007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26" name="Graphic 398">
                <a:extLst>
                  <a:ext uri="{FF2B5EF4-FFF2-40B4-BE49-F238E27FC236}">
                    <a16:creationId xmlns:a16="http://schemas.microsoft.com/office/drawing/2014/main" id="{33D65379-5E11-530D-87EF-5F7D87A8BA1D}"/>
                  </a:ext>
                </a:extLst>
              </p:cNvPr>
              <p:cNvGrpSpPr/>
              <p:nvPr/>
            </p:nvGrpSpPr>
            <p:grpSpPr>
              <a:xfrm>
                <a:off x="5490208" y="4864687"/>
                <a:ext cx="223926" cy="187070"/>
                <a:chOff x="5490208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BCE9A96B-5B67-CB16-E07E-2A6B82AF14D2}"/>
                    </a:ext>
                  </a:extLst>
                </p:cNvPr>
                <p:cNvSpPr/>
                <p:nvPr/>
              </p:nvSpPr>
              <p:spPr>
                <a:xfrm>
                  <a:off x="5601490" y="4864687"/>
                  <a:ext cx="12686" cy="44417"/>
                </a:xfrm>
                <a:custGeom>
                  <a:avLst/>
                  <a:gdLst>
                    <a:gd name="connsiteX0" fmla="*/ 192 w 12686"/>
                    <a:gd name="connsiteY0" fmla="*/ 286 h 44417"/>
                    <a:gd name="connsiteX1" fmla="*/ 192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92" y="286"/>
                      </a:moveTo>
                      <a:lnTo>
                        <a:pt x="192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28" name="Graphic 398">
                  <a:extLst>
                    <a:ext uri="{FF2B5EF4-FFF2-40B4-BE49-F238E27FC236}">
                      <a16:creationId xmlns:a16="http://schemas.microsoft.com/office/drawing/2014/main" id="{A22B2F7A-4030-76E4-4839-E4A05E9FED78}"/>
                    </a:ext>
                  </a:extLst>
                </p:cNvPr>
                <p:cNvGrpSpPr/>
                <p:nvPr/>
              </p:nvGrpSpPr>
              <p:grpSpPr>
                <a:xfrm>
                  <a:off x="5490208" y="4955763"/>
                  <a:ext cx="223926" cy="95994"/>
                  <a:chOff x="5490208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29" name="Freeform: Shape 428">
                    <a:extLst>
                      <a:ext uri="{FF2B5EF4-FFF2-40B4-BE49-F238E27FC236}">
                        <a16:creationId xmlns:a16="http://schemas.microsoft.com/office/drawing/2014/main" id="{240E1484-B133-7DEC-46D3-9B620E9F12C5}"/>
                      </a:ext>
                    </a:extLst>
                  </p:cNvPr>
                  <p:cNvSpPr/>
                  <p:nvPr/>
                </p:nvSpPr>
                <p:spPr>
                  <a:xfrm flipV="1">
                    <a:off x="5490208" y="4957429"/>
                    <a:ext cx="59843" cy="94328"/>
                  </a:xfrm>
                  <a:custGeom>
                    <a:avLst/>
                    <a:gdLst>
                      <a:gd name="connsiteX0" fmla="*/ 2087 w 59843"/>
                      <a:gd name="connsiteY0" fmla="*/ 92338 h 94328"/>
                      <a:gd name="connsiteX1" fmla="*/ 51206 w 59843"/>
                      <a:gd name="connsiteY1" fmla="*/ 92338 h 94328"/>
                      <a:gd name="connsiteX2" fmla="*/ 51206 w 59843"/>
                      <a:gd name="connsiteY2" fmla="*/ 81789 h 94328"/>
                      <a:gd name="connsiteX3" fmla="*/ 13544 w 59843"/>
                      <a:gd name="connsiteY3" fmla="*/ 81789 h 94328"/>
                      <a:gd name="connsiteX4" fmla="*/ 13544 w 59843"/>
                      <a:gd name="connsiteY4" fmla="*/ 59124 h 94328"/>
                      <a:gd name="connsiteX5" fmla="*/ 18975 w 59843"/>
                      <a:gd name="connsiteY5" fmla="*/ 60512 h 94328"/>
                      <a:gd name="connsiteX6" fmla="*/ 24446 w 59843"/>
                      <a:gd name="connsiteY6" fmla="*/ 60968 h 94328"/>
                      <a:gd name="connsiteX7" fmla="*/ 48966 w 59843"/>
                      <a:gd name="connsiteY7" fmla="*/ 52481 h 94328"/>
                      <a:gd name="connsiteX8" fmla="*/ 58025 w 59843"/>
                      <a:gd name="connsiteY8" fmla="*/ 29499 h 94328"/>
                      <a:gd name="connsiteX9" fmla="*/ 48728 w 59843"/>
                      <a:gd name="connsiteY9" fmla="*/ 6279 h 94328"/>
                      <a:gd name="connsiteX10" fmla="*/ 22523 w 59843"/>
                      <a:gd name="connsiteY10" fmla="*/ -1990 h 94328"/>
                      <a:gd name="connsiteX11" fmla="*/ 10650 w 59843"/>
                      <a:gd name="connsiteY11" fmla="*/ -999 h 94328"/>
                      <a:gd name="connsiteX12" fmla="*/ -1818 w 59843"/>
                      <a:gd name="connsiteY12" fmla="*/ 1976 h 94328"/>
                      <a:gd name="connsiteX13" fmla="*/ -1818 w 59843"/>
                      <a:gd name="connsiteY13" fmla="*/ 14567 h 94328"/>
                      <a:gd name="connsiteX14" fmla="*/ 9698 w 59843"/>
                      <a:gd name="connsiteY14" fmla="*/ 10046 h 94328"/>
                      <a:gd name="connsiteX15" fmla="*/ 22266 w 59843"/>
                      <a:gd name="connsiteY15" fmla="*/ 8559 h 94328"/>
                      <a:gd name="connsiteX16" fmla="*/ 39233 w 59843"/>
                      <a:gd name="connsiteY16" fmla="*/ 14190 h 94328"/>
                      <a:gd name="connsiteX17" fmla="*/ 45497 w 59843"/>
                      <a:gd name="connsiteY17" fmla="*/ 29499 h 94328"/>
                      <a:gd name="connsiteX18" fmla="*/ 39233 w 59843"/>
                      <a:gd name="connsiteY18" fmla="*/ 44787 h 94328"/>
                      <a:gd name="connsiteX19" fmla="*/ 22266 w 59843"/>
                      <a:gd name="connsiteY19" fmla="*/ 50439 h 94328"/>
                      <a:gd name="connsiteX20" fmla="*/ 12255 w 59843"/>
                      <a:gd name="connsiteY20" fmla="*/ 49328 h 94328"/>
                      <a:gd name="connsiteX21" fmla="*/ 2087 w 59843"/>
                      <a:gd name="connsiteY21" fmla="*/ 45858 h 94328"/>
                      <a:gd name="connsiteX22" fmla="*/ 2087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87" y="92338"/>
                        </a:moveTo>
                        <a:lnTo>
                          <a:pt x="51206" y="92338"/>
                        </a:lnTo>
                        <a:lnTo>
                          <a:pt x="51206" y="81789"/>
                        </a:lnTo>
                        <a:lnTo>
                          <a:pt x="13544" y="81789"/>
                        </a:lnTo>
                        <a:lnTo>
                          <a:pt x="13544" y="59124"/>
                        </a:lnTo>
                        <a:cubicBezTo>
                          <a:pt x="15354" y="59745"/>
                          <a:pt x="17165" y="60208"/>
                          <a:pt x="18975" y="60512"/>
                        </a:cubicBezTo>
                        <a:cubicBezTo>
                          <a:pt x="20799" y="60816"/>
                          <a:pt x="22622" y="60968"/>
                          <a:pt x="24446" y="60968"/>
                        </a:cubicBezTo>
                        <a:cubicBezTo>
                          <a:pt x="34767" y="60968"/>
                          <a:pt x="42940" y="58139"/>
                          <a:pt x="48966" y="52481"/>
                        </a:cubicBezTo>
                        <a:cubicBezTo>
                          <a:pt x="55005" y="46823"/>
                          <a:pt x="58025" y="39162"/>
                          <a:pt x="58025" y="29499"/>
                        </a:cubicBezTo>
                        <a:cubicBezTo>
                          <a:pt x="58025" y="19544"/>
                          <a:pt x="54926" y="11804"/>
                          <a:pt x="48728" y="6279"/>
                        </a:cubicBezTo>
                        <a:cubicBezTo>
                          <a:pt x="42531" y="766"/>
                          <a:pt x="33796" y="-1990"/>
                          <a:pt x="22523" y="-1990"/>
                        </a:cubicBezTo>
                        <a:cubicBezTo>
                          <a:pt x="18638" y="-1990"/>
                          <a:pt x="14680" y="-1660"/>
                          <a:pt x="10650" y="-999"/>
                        </a:cubicBezTo>
                        <a:cubicBezTo>
                          <a:pt x="6632" y="-338"/>
                          <a:pt x="2476" y="654"/>
                          <a:pt x="-1818" y="1976"/>
                        </a:cubicBezTo>
                        <a:lnTo>
                          <a:pt x="-1818" y="14567"/>
                        </a:lnTo>
                        <a:cubicBezTo>
                          <a:pt x="1895" y="12545"/>
                          <a:pt x="5734" y="11038"/>
                          <a:pt x="9698" y="10046"/>
                        </a:cubicBezTo>
                        <a:cubicBezTo>
                          <a:pt x="13663" y="9055"/>
                          <a:pt x="17852" y="8559"/>
                          <a:pt x="22266" y="8559"/>
                        </a:cubicBezTo>
                        <a:cubicBezTo>
                          <a:pt x="29415" y="8559"/>
                          <a:pt x="35071" y="10436"/>
                          <a:pt x="39233" y="14190"/>
                        </a:cubicBezTo>
                        <a:cubicBezTo>
                          <a:pt x="43409" y="17945"/>
                          <a:pt x="45497" y="23048"/>
                          <a:pt x="45497" y="29499"/>
                        </a:cubicBezTo>
                        <a:cubicBezTo>
                          <a:pt x="45497" y="35937"/>
                          <a:pt x="43409" y="41033"/>
                          <a:pt x="39233" y="44787"/>
                        </a:cubicBezTo>
                        <a:cubicBezTo>
                          <a:pt x="35071" y="48555"/>
                          <a:pt x="29415" y="50439"/>
                          <a:pt x="22266" y="50439"/>
                        </a:cubicBezTo>
                        <a:cubicBezTo>
                          <a:pt x="18922" y="50439"/>
                          <a:pt x="15586" y="50068"/>
                          <a:pt x="12255" y="49328"/>
                        </a:cubicBezTo>
                        <a:cubicBezTo>
                          <a:pt x="8938" y="48588"/>
                          <a:pt x="5549" y="47431"/>
                          <a:pt x="2087" y="45858"/>
                        </a:cubicBezTo>
                        <a:lnTo>
                          <a:pt x="208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30" name="Freeform: Shape 429">
                    <a:extLst>
                      <a:ext uri="{FF2B5EF4-FFF2-40B4-BE49-F238E27FC236}">
                        <a16:creationId xmlns:a16="http://schemas.microsoft.com/office/drawing/2014/main" id="{B14E2998-5232-FA01-5EC3-C0BBEA329A89}"/>
                      </a:ext>
                    </a:extLst>
                  </p:cNvPr>
                  <p:cNvSpPr/>
                  <p:nvPr/>
                </p:nvSpPr>
                <p:spPr>
                  <a:xfrm flipV="1">
                    <a:off x="5570803" y="4955763"/>
                    <a:ext cx="60874" cy="95994"/>
                  </a:xfrm>
                  <a:custGeom>
                    <a:avLst/>
                    <a:gdLst>
                      <a:gd name="connsiteX0" fmla="*/ 39973 w 60874"/>
                      <a:gd name="connsiteY0" fmla="*/ 49663 h 95994"/>
                      <a:gd name="connsiteX1" fmla="*/ 53987 w 60874"/>
                      <a:gd name="connsiteY1" fmla="*/ 41652 h 95994"/>
                      <a:gd name="connsiteX2" fmla="*/ 59042 w 60874"/>
                      <a:gd name="connsiteY2" fmla="*/ 26661 h 95994"/>
                      <a:gd name="connsiteX3" fmla="*/ 49627 w 60874"/>
                      <a:gd name="connsiteY3" fmla="*/ 5463 h 95994"/>
                      <a:gd name="connsiteX4" fmla="*/ 22866 w 60874"/>
                      <a:gd name="connsiteY4" fmla="*/ -2032 h 95994"/>
                      <a:gd name="connsiteX5" fmla="*/ 10894 w 60874"/>
                      <a:gd name="connsiteY5" fmla="*/ -882 h 95994"/>
                      <a:gd name="connsiteX6" fmla="*/ -1832 w 60874"/>
                      <a:gd name="connsiteY6" fmla="*/ 2568 h 95994"/>
                      <a:gd name="connsiteX7" fmla="*/ -1832 w 60874"/>
                      <a:gd name="connsiteY7" fmla="*/ 14644 h 95994"/>
                      <a:gd name="connsiteX8" fmla="*/ 9546 w 60874"/>
                      <a:gd name="connsiteY8" fmla="*/ 10064 h 95994"/>
                      <a:gd name="connsiteX9" fmla="*/ 22510 w 60874"/>
                      <a:gd name="connsiteY9" fmla="*/ 8517 h 95994"/>
                      <a:gd name="connsiteX10" fmla="*/ 40429 w 60874"/>
                      <a:gd name="connsiteY10" fmla="*/ 13157 h 95994"/>
                      <a:gd name="connsiteX11" fmla="*/ 46594 w 60874"/>
                      <a:gd name="connsiteY11" fmla="*/ 26661 h 95994"/>
                      <a:gd name="connsiteX12" fmla="*/ 40865 w 60874"/>
                      <a:gd name="connsiteY12" fmla="*/ 39451 h 95994"/>
                      <a:gd name="connsiteX13" fmla="*/ 24928 w 60874"/>
                      <a:gd name="connsiteY13" fmla="*/ 44071 h 95994"/>
                      <a:gd name="connsiteX14" fmla="*/ 14145 w 60874"/>
                      <a:gd name="connsiteY14" fmla="*/ 44071 h 95994"/>
                      <a:gd name="connsiteX15" fmla="*/ 14145 w 60874"/>
                      <a:gd name="connsiteY15" fmla="*/ 54362 h 95994"/>
                      <a:gd name="connsiteX16" fmla="*/ 25424 w 60874"/>
                      <a:gd name="connsiteY16" fmla="*/ 54362 h 95994"/>
                      <a:gd name="connsiteX17" fmla="*/ 39537 w 60874"/>
                      <a:gd name="connsiteY17" fmla="*/ 58051 h 95994"/>
                      <a:gd name="connsiteX18" fmla="*/ 44433 w 60874"/>
                      <a:gd name="connsiteY18" fmla="*/ 68679 h 95994"/>
                      <a:gd name="connsiteX19" fmla="*/ 39378 w 60874"/>
                      <a:gd name="connsiteY19" fmla="*/ 79605 h 95994"/>
                      <a:gd name="connsiteX20" fmla="*/ 24928 w 60874"/>
                      <a:gd name="connsiteY20" fmla="*/ 83432 h 95994"/>
                      <a:gd name="connsiteX21" fmla="*/ 13887 w 60874"/>
                      <a:gd name="connsiteY21" fmla="*/ 82302 h 95994"/>
                      <a:gd name="connsiteX22" fmla="*/ 943 w 60874"/>
                      <a:gd name="connsiteY22" fmla="*/ 78852 h 95994"/>
                      <a:gd name="connsiteX23" fmla="*/ 943 w 60874"/>
                      <a:gd name="connsiteY23" fmla="*/ 89996 h 95994"/>
                      <a:gd name="connsiteX24" fmla="*/ 14303 w 60874"/>
                      <a:gd name="connsiteY24" fmla="*/ 92970 h 95994"/>
                      <a:gd name="connsiteX25" fmla="*/ 26038 w 60874"/>
                      <a:gd name="connsiteY25" fmla="*/ 93962 h 95994"/>
                      <a:gd name="connsiteX26" fmla="*/ 48576 w 60874"/>
                      <a:gd name="connsiteY26" fmla="*/ 87478 h 95994"/>
                      <a:gd name="connsiteX27" fmla="*/ 56881 w 60874"/>
                      <a:gd name="connsiteY27" fmla="*/ 69988 h 95994"/>
                      <a:gd name="connsiteX28" fmla="*/ 52481 w 60874"/>
                      <a:gd name="connsiteY28" fmla="*/ 57000 h 95994"/>
                      <a:gd name="connsiteX29" fmla="*/ 39973 w 60874"/>
                      <a:gd name="connsiteY29" fmla="*/ 4966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874" h="95994">
                        <a:moveTo>
                          <a:pt x="39973" y="49663"/>
                        </a:moveTo>
                        <a:cubicBezTo>
                          <a:pt x="45959" y="48381"/>
                          <a:pt x="50631" y="45710"/>
                          <a:pt x="53987" y="41652"/>
                        </a:cubicBezTo>
                        <a:cubicBezTo>
                          <a:pt x="57357" y="37607"/>
                          <a:pt x="59042" y="32610"/>
                          <a:pt x="59042" y="26661"/>
                        </a:cubicBezTo>
                        <a:cubicBezTo>
                          <a:pt x="59042" y="17539"/>
                          <a:pt x="55904" y="10473"/>
                          <a:pt x="49627" y="5463"/>
                        </a:cubicBezTo>
                        <a:cubicBezTo>
                          <a:pt x="43349" y="466"/>
                          <a:pt x="34429" y="-2032"/>
                          <a:pt x="22866" y="-2032"/>
                        </a:cubicBezTo>
                        <a:cubicBezTo>
                          <a:pt x="18995" y="-2032"/>
                          <a:pt x="15004" y="-1649"/>
                          <a:pt x="10894" y="-882"/>
                        </a:cubicBezTo>
                        <a:cubicBezTo>
                          <a:pt x="6784" y="-116"/>
                          <a:pt x="2542" y="1035"/>
                          <a:pt x="-1832" y="2568"/>
                        </a:cubicBezTo>
                        <a:lnTo>
                          <a:pt x="-1832" y="14644"/>
                        </a:lnTo>
                        <a:cubicBezTo>
                          <a:pt x="1630" y="12622"/>
                          <a:pt x="5423" y="11095"/>
                          <a:pt x="9546" y="10064"/>
                        </a:cubicBezTo>
                        <a:cubicBezTo>
                          <a:pt x="13682" y="9032"/>
                          <a:pt x="18003" y="8517"/>
                          <a:pt x="22510" y="8517"/>
                        </a:cubicBezTo>
                        <a:cubicBezTo>
                          <a:pt x="30346" y="8517"/>
                          <a:pt x="36319" y="10064"/>
                          <a:pt x="40429" y="13157"/>
                        </a:cubicBezTo>
                        <a:cubicBezTo>
                          <a:pt x="44539" y="16250"/>
                          <a:pt x="46594" y="20752"/>
                          <a:pt x="46594" y="26661"/>
                        </a:cubicBezTo>
                        <a:cubicBezTo>
                          <a:pt x="46594" y="32120"/>
                          <a:pt x="44684" y="36384"/>
                          <a:pt x="40865" y="39451"/>
                        </a:cubicBezTo>
                        <a:cubicBezTo>
                          <a:pt x="37046" y="42531"/>
                          <a:pt x="31734" y="44071"/>
                          <a:pt x="24928" y="44071"/>
                        </a:cubicBezTo>
                        <a:lnTo>
                          <a:pt x="14145" y="44071"/>
                        </a:lnTo>
                        <a:lnTo>
                          <a:pt x="14145" y="54362"/>
                        </a:lnTo>
                        <a:lnTo>
                          <a:pt x="25424" y="54362"/>
                        </a:lnTo>
                        <a:cubicBezTo>
                          <a:pt x="31568" y="54362"/>
                          <a:pt x="36273" y="55592"/>
                          <a:pt x="39537" y="58051"/>
                        </a:cubicBezTo>
                        <a:cubicBezTo>
                          <a:pt x="42801" y="60510"/>
                          <a:pt x="44433" y="64052"/>
                          <a:pt x="44433" y="68679"/>
                        </a:cubicBezTo>
                        <a:cubicBezTo>
                          <a:pt x="44433" y="73425"/>
                          <a:pt x="42748" y="77067"/>
                          <a:pt x="39378" y="79605"/>
                        </a:cubicBezTo>
                        <a:cubicBezTo>
                          <a:pt x="36022" y="82157"/>
                          <a:pt x="31205" y="83432"/>
                          <a:pt x="24928" y="83432"/>
                        </a:cubicBezTo>
                        <a:cubicBezTo>
                          <a:pt x="21492" y="83432"/>
                          <a:pt x="17812" y="83056"/>
                          <a:pt x="13887" y="82302"/>
                        </a:cubicBezTo>
                        <a:cubicBezTo>
                          <a:pt x="9962" y="81562"/>
                          <a:pt x="5648" y="80412"/>
                          <a:pt x="943" y="78852"/>
                        </a:cubicBezTo>
                        <a:lnTo>
                          <a:pt x="943" y="89996"/>
                        </a:lnTo>
                        <a:cubicBezTo>
                          <a:pt x="5700" y="91318"/>
                          <a:pt x="10154" y="92309"/>
                          <a:pt x="14303" y="92970"/>
                        </a:cubicBezTo>
                        <a:cubicBezTo>
                          <a:pt x="18453" y="93631"/>
                          <a:pt x="22364" y="93962"/>
                          <a:pt x="26038" y="93962"/>
                        </a:cubicBezTo>
                        <a:cubicBezTo>
                          <a:pt x="35540" y="93962"/>
                          <a:pt x="43052" y="91800"/>
                          <a:pt x="48576" y="87478"/>
                        </a:cubicBezTo>
                        <a:cubicBezTo>
                          <a:pt x="54113" y="83168"/>
                          <a:pt x="56881" y="77338"/>
                          <a:pt x="56881" y="69988"/>
                        </a:cubicBezTo>
                        <a:cubicBezTo>
                          <a:pt x="56881" y="64859"/>
                          <a:pt x="55415" y="60529"/>
                          <a:pt x="52481" y="57000"/>
                        </a:cubicBezTo>
                        <a:cubicBezTo>
                          <a:pt x="49547" y="53470"/>
                          <a:pt x="45378" y="51024"/>
                          <a:pt x="39973" y="4966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31" name="Freeform: Shape 430">
                    <a:extLst>
                      <a:ext uri="{FF2B5EF4-FFF2-40B4-BE49-F238E27FC236}">
                        <a16:creationId xmlns:a16="http://schemas.microsoft.com/office/drawing/2014/main" id="{4B34D487-5495-5C90-D5A6-2778F3B0AAAE}"/>
                      </a:ext>
                    </a:extLst>
                  </p:cNvPr>
                  <p:cNvSpPr/>
                  <p:nvPr/>
                </p:nvSpPr>
                <p:spPr>
                  <a:xfrm flipV="1">
                    <a:off x="5650209" y="4955763"/>
                    <a:ext cx="63926" cy="95994"/>
                  </a:xfrm>
                  <a:custGeom>
                    <a:avLst/>
                    <a:gdLst>
                      <a:gd name="connsiteX0" fmla="*/ 30117 w 63926"/>
                      <a:gd name="connsiteY0" fmla="*/ 84047 h 95994"/>
                      <a:gd name="connsiteX1" fmla="*/ 15587 w 63926"/>
                      <a:gd name="connsiteY1" fmla="*/ 74529 h 95994"/>
                      <a:gd name="connsiteX2" fmla="*/ 10731 w 63926"/>
                      <a:gd name="connsiteY2" fmla="*/ 45935 h 95994"/>
                      <a:gd name="connsiteX3" fmla="*/ 15587 w 63926"/>
                      <a:gd name="connsiteY3" fmla="*/ 17400 h 95994"/>
                      <a:gd name="connsiteX4" fmla="*/ 30117 w 63926"/>
                      <a:gd name="connsiteY4" fmla="*/ 7882 h 95994"/>
                      <a:gd name="connsiteX5" fmla="*/ 44706 w 63926"/>
                      <a:gd name="connsiteY5" fmla="*/ 17400 h 95994"/>
                      <a:gd name="connsiteX6" fmla="*/ 49582 w 63926"/>
                      <a:gd name="connsiteY6" fmla="*/ 45935 h 95994"/>
                      <a:gd name="connsiteX7" fmla="*/ 44706 w 63926"/>
                      <a:gd name="connsiteY7" fmla="*/ 74529 h 95994"/>
                      <a:gd name="connsiteX8" fmla="*/ 30117 w 63926"/>
                      <a:gd name="connsiteY8" fmla="*/ 84047 h 95994"/>
                      <a:gd name="connsiteX9" fmla="*/ 30117 w 63926"/>
                      <a:gd name="connsiteY9" fmla="*/ 93962 h 95994"/>
                      <a:gd name="connsiteX10" fmla="*/ 53884 w 63926"/>
                      <a:gd name="connsiteY10" fmla="*/ 81648 h 95994"/>
                      <a:gd name="connsiteX11" fmla="*/ 62090 w 63926"/>
                      <a:gd name="connsiteY11" fmla="*/ 45935 h 95994"/>
                      <a:gd name="connsiteX12" fmla="*/ 53884 w 63926"/>
                      <a:gd name="connsiteY12" fmla="*/ 10262 h 95994"/>
                      <a:gd name="connsiteX13" fmla="*/ 30117 w 63926"/>
                      <a:gd name="connsiteY13" fmla="*/ -2032 h 95994"/>
                      <a:gd name="connsiteX14" fmla="*/ 6370 w 63926"/>
                      <a:gd name="connsiteY14" fmla="*/ 10262 h 95994"/>
                      <a:gd name="connsiteX15" fmla="*/ -1837 w 63926"/>
                      <a:gd name="connsiteY15" fmla="*/ 45935 h 95994"/>
                      <a:gd name="connsiteX16" fmla="*/ 6370 w 63926"/>
                      <a:gd name="connsiteY16" fmla="*/ 81648 h 95994"/>
                      <a:gd name="connsiteX17" fmla="*/ 30117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17" y="84047"/>
                        </a:moveTo>
                        <a:cubicBezTo>
                          <a:pt x="23681" y="84047"/>
                          <a:pt x="18838" y="80874"/>
                          <a:pt x="15587" y="74529"/>
                        </a:cubicBezTo>
                        <a:cubicBezTo>
                          <a:pt x="12349" y="68197"/>
                          <a:pt x="10731" y="58665"/>
                          <a:pt x="10731" y="45935"/>
                        </a:cubicBezTo>
                        <a:cubicBezTo>
                          <a:pt x="10731" y="33257"/>
                          <a:pt x="12349" y="23746"/>
                          <a:pt x="15587" y="17400"/>
                        </a:cubicBezTo>
                        <a:cubicBezTo>
                          <a:pt x="18838" y="11055"/>
                          <a:pt x="23681" y="7882"/>
                          <a:pt x="30117" y="7882"/>
                        </a:cubicBezTo>
                        <a:cubicBezTo>
                          <a:pt x="36605" y="7882"/>
                          <a:pt x="41468" y="11055"/>
                          <a:pt x="44706" y="17400"/>
                        </a:cubicBezTo>
                        <a:cubicBezTo>
                          <a:pt x="47957" y="23746"/>
                          <a:pt x="49582" y="33257"/>
                          <a:pt x="49582" y="45935"/>
                        </a:cubicBezTo>
                        <a:cubicBezTo>
                          <a:pt x="49582" y="58665"/>
                          <a:pt x="47957" y="68197"/>
                          <a:pt x="44706" y="74529"/>
                        </a:cubicBezTo>
                        <a:cubicBezTo>
                          <a:pt x="41468" y="80874"/>
                          <a:pt x="36605" y="84047"/>
                          <a:pt x="30117" y="84047"/>
                        </a:cubicBezTo>
                        <a:close/>
                        <a:moveTo>
                          <a:pt x="30117" y="93962"/>
                        </a:moveTo>
                        <a:cubicBezTo>
                          <a:pt x="40490" y="93962"/>
                          <a:pt x="48413" y="89857"/>
                          <a:pt x="53884" y="81648"/>
                        </a:cubicBezTo>
                        <a:cubicBezTo>
                          <a:pt x="59355" y="73452"/>
                          <a:pt x="62090" y="61547"/>
                          <a:pt x="62090" y="45935"/>
                        </a:cubicBezTo>
                        <a:cubicBezTo>
                          <a:pt x="62090" y="30362"/>
                          <a:pt x="59355" y="18471"/>
                          <a:pt x="53884" y="10262"/>
                        </a:cubicBezTo>
                        <a:cubicBezTo>
                          <a:pt x="48413" y="2066"/>
                          <a:pt x="40490" y="-2032"/>
                          <a:pt x="30117" y="-2032"/>
                        </a:cubicBezTo>
                        <a:cubicBezTo>
                          <a:pt x="19756" y="-2032"/>
                          <a:pt x="11841" y="2066"/>
                          <a:pt x="6370" y="10262"/>
                        </a:cubicBezTo>
                        <a:cubicBezTo>
                          <a:pt x="899" y="18471"/>
                          <a:pt x="-1837" y="30362"/>
                          <a:pt x="-1837" y="45935"/>
                        </a:cubicBezTo>
                        <a:cubicBezTo>
                          <a:pt x="-1837" y="61547"/>
                          <a:pt x="899" y="73452"/>
                          <a:pt x="6370" y="81648"/>
                        </a:cubicBezTo>
                        <a:cubicBezTo>
                          <a:pt x="11841" y="89857"/>
                          <a:pt x="19756" y="93962"/>
                          <a:pt x="3011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32" name="Graphic 398">
                <a:extLst>
                  <a:ext uri="{FF2B5EF4-FFF2-40B4-BE49-F238E27FC236}">
                    <a16:creationId xmlns:a16="http://schemas.microsoft.com/office/drawing/2014/main" id="{32DD4C9C-8FC3-2430-E95D-FBECB2FED250}"/>
                  </a:ext>
                </a:extLst>
              </p:cNvPr>
              <p:cNvGrpSpPr/>
              <p:nvPr/>
            </p:nvGrpSpPr>
            <p:grpSpPr>
              <a:xfrm>
                <a:off x="6056522" y="4864687"/>
                <a:ext cx="223926" cy="187070"/>
                <a:chOff x="6056522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33" name="Freeform: Shape 432">
                  <a:extLst>
                    <a:ext uri="{FF2B5EF4-FFF2-40B4-BE49-F238E27FC236}">
                      <a16:creationId xmlns:a16="http://schemas.microsoft.com/office/drawing/2014/main" id="{CCFF13BB-455B-795A-60F7-4926E58B3FD7}"/>
                    </a:ext>
                  </a:extLst>
                </p:cNvPr>
                <p:cNvSpPr/>
                <p:nvPr/>
              </p:nvSpPr>
              <p:spPr>
                <a:xfrm>
                  <a:off x="6167804" y="4864687"/>
                  <a:ext cx="12686" cy="44417"/>
                </a:xfrm>
                <a:custGeom>
                  <a:avLst/>
                  <a:gdLst>
                    <a:gd name="connsiteX0" fmla="*/ 236 w 12686"/>
                    <a:gd name="connsiteY0" fmla="*/ 286 h 44417"/>
                    <a:gd name="connsiteX1" fmla="*/ 236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36" y="286"/>
                      </a:moveTo>
                      <a:lnTo>
                        <a:pt x="236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34" name="Graphic 398">
                  <a:extLst>
                    <a:ext uri="{FF2B5EF4-FFF2-40B4-BE49-F238E27FC236}">
                      <a16:creationId xmlns:a16="http://schemas.microsoft.com/office/drawing/2014/main" id="{056692D2-BB28-ECBC-CAF4-5DA5A6350A3C}"/>
                    </a:ext>
                  </a:extLst>
                </p:cNvPr>
                <p:cNvGrpSpPr/>
                <p:nvPr/>
              </p:nvGrpSpPr>
              <p:grpSpPr>
                <a:xfrm>
                  <a:off x="6056522" y="4955763"/>
                  <a:ext cx="223926" cy="95994"/>
                  <a:chOff x="6056522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35" name="Freeform: Shape 434">
                    <a:extLst>
                      <a:ext uri="{FF2B5EF4-FFF2-40B4-BE49-F238E27FC236}">
                        <a16:creationId xmlns:a16="http://schemas.microsoft.com/office/drawing/2014/main" id="{92955017-66C0-DEEC-2FD9-1471B356901F}"/>
                      </a:ext>
                    </a:extLst>
                  </p:cNvPr>
                  <p:cNvSpPr/>
                  <p:nvPr/>
                </p:nvSpPr>
                <p:spPr>
                  <a:xfrm flipV="1">
                    <a:off x="6056522" y="4957429"/>
                    <a:ext cx="59843" cy="94328"/>
                  </a:xfrm>
                  <a:custGeom>
                    <a:avLst/>
                    <a:gdLst>
                      <a:gd name="connsiteX0" fmla="*/ 2131 w 59843"/>
                      <a:gd name="connsiteY0" fmla="*/ 92338 h 94328"/>
                      <a:gd name="connsiteX1" fmla="*/ 51251 w 59843"/>
                      <a:gd name="connsiteY1" fmla="*/ 92338 h 94328"/>
                      <a:gd name="connsiteX2" fmla="*/ 51251 w 59843"/>
                      <a:gd name="connsiteY2" fmla="*/ 81789 h 94328"/>
                      <a:gd name="connsiteX3" fmla="*/ 13588 w 59843"/>
                      <a:gd name="connsiteY3" fmla="*/ 81789 h 94328"/>
                      <a:gd name="connsiteX4" fmla="*/ 13588 w 59843"/>
                      <a:gd name="connsiteY4" fmla="*/ 59124 h 94328"/>
                      <a:gd name="connsiteX5" fmla="*/ 19020 w 59843"/>
                      <a:gd name="connsiteY5" fmla="*/ 60512 h 94328"/>
                      <a:gd name="connsiteX6" fmla="*/ 24491 w 59843"/>
                      <a:gd name="connsiteY6" fmla="*/ 60968 h 94328"/>
                      <a:gd name="connsiteX7" fmla="*/ 49011 w 59843"/>
                      <a:gd name="connsiteY7" fmla="*/ 52481 h 94328"/>
                      <a:gd name="connsiteX8" fmla="*/ 58070 w 59843"/>
                      <a:gd name="connsiteY8" fmla="*/ 29499 h 94328"/>
                      <a:gd name="connsiteX9" fmla="*/ 48773 w 59843"/>
                      <a:gd name="connsiteY9" fmla="*/ 6279 h 94328"/>
                      <a:gd name="connsiteX10" fmla="*/ 22568 w 59843"/>
                      <a:gd name="connsiteY10" fmla="*/ -1990 h 94328"/>
                      <a:gd name="connsiteX11" fmla="*/ 10694 w 59843"/>
                      <a:gd name="connsiteY11" fmla="*/ -999 h 94328"/>
                      <a:gd name="connsiteX12" fmla="*/ -1774 w 59843"/>
                      <a:gd name="connsiteY12" fmla="*/ 1976 h 94328"/>
                      <a:gd name="connsiteX13" fmla="*/ -1774 w 59843"/>
                      <a:gd name="connsiteY13" fmla="*/ 14567 h 94328"/>
                      <a:gd name="connsiteX14" fmla="*/ 9743 w 59843"/>
                      <a:gd name="connsiteY14" fmla="*/ 10046 h 94328"/>
                      <a:gd name="connsiteX15" fmla="*/ 22310 w 59843"/>
                      <a:gd name="connsiteY15" fmla="*/ 8559 h 94328"/>
                      <a:gd name="connsiteX16" fmla="*/ 39278 w 59843"/>
                      <a:gd name="connsiteY16" fmla="*/ 14190 h 94328"/>
                      <a:gd name="connsiteX17" fmla="*/ 45542 w 59843"/>
                      <a:gd name="connsiteY17" fmla="*/ 29499 h 94328"/>
                      <a:gd name="connsiteX18" fmla="*/ 39278 w 59843"/>
                      <a:gd name="connsiteY18" fmla="*/ 44787 h 94328"/>
                      <a:gd name="connsiteX19" fmla="*/ 22310 w 59843"/>
                      <a:gd name="connsiteY19" fmla="*/ 50439 h 94328"/>
                      <a:gd name="connsiteX20" fmla="*/ 12300 w 59843"/>
                      <a:gd name="connsiteY20" fmla="*/ 49328 h 94328"/>
                      <a:gd name="connsiteX21" fmla="*/ 2131 w 59843"/>
                      <a:gd name="connsiteY21" fmla="*/ 45858 h 94328"/>
                      <a:gd name="connsiteX22" fmla="*/ 2131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31" y="92338"/>
                        </a:moveTo>
                        <a:lnTo>
                          <a:pt x="51251" y="92338"/>
                        </a:lnTo>
                        <a:lnTo>
                          <a:pt x="51251" y="81789"/>
                        </a:lnTo>
                        <a:lnTo>
                          <a:pt x="13588" y="81789"/>
                        </a:lnTo>
                        <a:lnTo>
                          <a:pt x="13588" y="59124"/>
                        </a:lnTo>
                        <a:cubicBezTo>
                          <a:pt x="15399" y="59745"/>
                          <a:pt x="17209" y="60208"/>
                          <a:pt x="19020" y="60512"/>
                        </a:cubicBezTo>
                        <a:cubicBezTo>
                          <a:pt x="20843" y="60816"/>
                          <a:pt x="22667" y="60968"/>
                          <a:pt x="24491" y="60968"/>
                        </a:cubicBezTo>
                        <a:cubicBezTo>
                          <a:pt x="34811" y="60968"/>
                          <a:pt x="42985" y="58139"/>
                          <a:pt x="49011" y="52481"/>
                        </a:cubicBezTo>
                        <a:cubicBezTo>
                          <a:pt x="55050" y="46823"/>
                          <a:pt x="58070" y="39162"/>
                          <a:pt x="58070" y="29499"/>
                        </a:cubicBezTo>
                        <a:cubicBezTo>
                          <a:pt x="58070" y="19544"/>
                          <a:pt x="54971" y="11804"/>
                          <a:pt x="48773" y="6279"/>
                        </a:cubicBezTo>
                        <a:cubicBezTo>
                          <a:pt x="42575" y="766"/>
                          <a:pt x="33840" y="-1990"/>
                          <a:pt x="22568" y="-1990"/>
                        </a:cubicBezTo>
                        <a:cubicBezTo>
                          <a:pt x="18683" y="-1990"/>
                          <a:pt x="14725" y="-1660"/>
                          <a:pt x="10694" y="-999"/>
                        </a:cubicBezTo>
                        <a:cubicBezTo>
                          <a:pt x="6677" y="-338"/>
                          <a:pt x="2521" y="654"/>
                          <a:pt x="-1774" y="1976"/>
                        </a:cubicBezTo>
                        <a:lnTo>
                          <a:pt x="-1774" y="14567"/>
                        </a:lnTo>
                        <a:cubicBezTo>
                          <a:pt x="1940" y="12545"/>
                          <a:pt x="5779" y="11038"/>
                          <a:pt x="9743" y="10046"/>
                        </a:cubicBezTo>
                        <a:cubicBezTo>
                          <a:pt x="13707" y="9055"/>
                          <a:pt x="17897" y="8559"/>
                          <a:pt x="22310" y="8559"/>
                        </a:cubicBezTo>
                        <a:cubicBezTo>
                          <a:pt x="29459" y="8559"/>
                          <a:pt x="35115" y="10436"/>
                          <a:pt x="39278" y="14190"/>
                        </a:cubicBezTo>
                        <a:cubicBezTo>
                          <a:pt x="43454" y="17945"/>
                          <a:pt x="45542" y="23048"/>
                          <a:pt x="45542" y="29499"/>
                        </a:cubicBezTo>
                        <a:cubicBezTo>
                          <a:pt x="45542" y="35937"/>
                          <a:pt x="43454" y="41033"/>
                          <a:pt x="39278" y="44787"/>
                        </a:cubicBezTo>
                        <a:cubicBezTo>
                          <a:pt x="35115" y="48555"/>
                          <a:pt x="29459" y="50439"/>
                          <a:pt x="22310" y="50439"/>
                        </a:cubicBezTo>
                        <a:cubicBezTo>
                          <a:pt x="18967" y="50439"/>
                          <a:pt x="15630" y="50068"/>
                          <a:pt x="12300" y="49328"/>
                        </a:cubicBezTo>
                        <a:cubicBezTo>
                          <a:pt x="8983" y="48588"/>
                          <a:pt x="5594" y="47431"/>
                          <a:pt x="2131" y="45858"/>
                        </a:cubicBezTo>
                        <a:lnTo>
                          <a:pt x="213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36" name="Freeform: Shape 435">
                    <a:extLst>
                      <a:ext uri="{FF2B5EF4-FFF2-40B4-BE49-F238E27FC236}">
                        <a16:creationId xmlns:a16="http://schemas.microsoft.com/office/drawing/2014/main" id="{DB47EFCA-74F1-8B73-C8DE-2AC7076C30F5}"/>
                      </a:ext>
                    </a:extLst>
                  </p:cNvPr>
                  <p:cNvSpPr/>
                  <p:nvPr/>
                </p:nvSpPr>
                <p:spPr>
                  <a:xfrm flipV="1">
                    <a:off x="6133647" y="4957429"/>
                    <a:ext cx="67395" cy="92524"/>
                  </a:xfrm>
                  <a:custGeom>
                    <a:avLst/>
                    <a:gdLst>
                      <a:gd name="connsiteX0" fmla="*/ 39969 w 67395"/>
                      <a:gd name="connsiteY0" fmla="*/ 79582 h 92524"/>
                      <a:gd name="connsiteX1" fmla="*/ 8372 w 67395"/>
                      <a:gd name="connsiteY1" fmla="*/ 30187 h 92524"/>
                      <a:gd name="connsiteX2" fmla="*/ 39969 w 67395"/>
                      <a:gd name="connsiteY2" fmla="*/ 30187 h 92524"/>
                      <a:gd name="connsiteX3" fmla="*/ 39969 w 67395"/>
                      <a:gd name="connsiteY3" fmla="*/ 79582 h 92524"/>
                      <a:gd name="connsiteX4" fmla="*/ 36678 w 67395"/>
                      <a:gd name="connsiteY4" fmla="*/ 90488 h 92524"/>
                      <a:gd name="connsiteX5" fmla="*/ 52417 w 67395"/>
                      <a:gd name="connsiteY5" fmla="*/ 90488 h 92524"/>
                      <a:gd name="connsiteX6" fmla="*/ 52417 w 67395"/>
                      <a:gd name="connsiteY6" fmla="*/ 30187 h 92524"/>
                      <a:gd name="connsiteX7" fmla="*/ 65619 w 67395"/>
                      <a:gd name="connsiteY7" fmla="*/ 30187 h 92524"/>
                      <a:gd name="connsiteX8" fmla="*/ 65619 w 67395"/>
                      <a:gd name="connsiteY8" fmla="*/ 19776 h 92524"/>
                      <a:gd name="connsiteX9" fmla="*/ 52417 w 67395"/>
                      <a:gd name="connsiteY9" fmla="*/ 19776 h 92524"/>
                      <a:gd name="connsiteX10" fmla="*/ 52417 w 67395"/>
                      <a:gd name="connsiteY10" fmla="*/ -2036 h 92524"/>
                      <a:gd name="connsiteX11" fmla="*/ 39969 w 67395"/>
                      <a:gd name="connsiteY11" fmla="*/ -2036 h 92524"/>
                      <a:gd name="connsiteX12" fmla="*/ 39969 w 67395"/>
                      <a:gd name="connsiteY12" fmla="*/ 19776 h 92524"/>
                      <a:gd name="connsiteX13" fmla="*/ -1777 w 67395"/>
                      <a:gd name="connsiteY13" fmla="*/ 19776 h 92524"/>
                      <a:gd name="connsiteX14" fmla="*/ -1777 w 67395"/>
                      <a:gd name="connsiteY14" fmla="*/ 31853 h 92524"/>
                      <a:gd name="connsiteX15" fmla="*/ 36678 w 67395"/>
                      <a:gd name="connsiteY15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969" y="79582"/>
                        </a:moveTo>
                        <a:lnTo>
                          <a:pt x="8372" y="30187"/>
                        </a:lnTo>
                        <a:lnTo>
                          <a:pt x="39969" y="30187"/>
                        </a:lnTo>
                        <a:lnTo>
                          <a:pt x="39969" y="79582"/>
                        </a:lnTo>
                        <a:close/>
                        <a:moveTo>
                          <a:pt x="36678" y="90488"/>
                        </a:moveTo>
                        <a:lnTo>
                          <a:pt x="52417" y="90488"/>
                        </a:lnTo>
                        <a:lnTo>
                          <a:pt x="52417" y="30187"/>
                        </a:lnTo>
                        <a:lnTo>
                          <a:pt x="65619" y="30187"/>
                        </a:lnTo>
                        <a:lnTo>
                          <a:pt x="65619" y="19776"/>
                        </a:lnTo>
                        <a:lnTo>
                          <a:pt x="52417" y="19776"/>
                        </a:lnTo>
                        <a:lnTo>
                          <a:pt x="52417" y="-2036"/>
                        </a:lnTo>
                        <a:lnTo>
                          <a:pt x="39969" y="-2036"/>
                        </a:lnTo>
                        <a:lnTo>
                          <a:pt x="39969" y="19776"/>
                        </a:lnTo>
                        <a:lnTo>
                          <a:pt x="-1777" y="19776"/>
                        </a:lnTo>
                        <a:lnTo>
                          <a:pt x="-1777" y="31853"/>
                        </a:lnTo>
                        <a:lnTo>
                          <a:pt x="36678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37" name="Freeform: Shape 436">
                    <a:extLst>
                      <a:ext uri="{FF2B5EF4-FFF2-40B4-BE49-F238E27FC236}">
                        <a16:creationId xmlns:a16="http://schemas.microsoft.com/office/drawing/2014/main" id="{30F4D5AF-510D-D1E4-B092-D6404A28A82F}"/>
                      </a:ext>
                    </a:extLst>
                  </p:cNvPr>
                  <p:cNvSpPr/>
                  <p:nvPr/>
                </p:nvSpPr>
                <p:spPr>
                  <a:xfrm flipV="1">
                    <a:off x="6216522" y="4955763"/>
                    <a:ext cx="63926" cy="95994"/>
                  </a:xfrm>
                  <a:custGeom>
                    <a:avLst/>
                    <a:gdLst>
                      <a:gd name="connsiteX0" fmla="*/ 30161 w 63926"/>
                      <a:gd name="connsiteY0" fmla="*/ 84047 h 95994"/>
                      <a:gd name="connsiteX1" fmla="*/ 15632 w 63926"/>
                      <a:gd name="connsiteY1" fmla="*/ 74529 h 95994"/>
                      <a:gd name="connsiteX2" fmla="*/ 10775 w 63926"/>
                      <a:gd name="connsiteY2" fmla="*/ 45935 h 95994"/>
                      <a:gd name="connsiteX3" fmla="*/ 15632 w 63926"/>
                      <a:gd name="connsiteY3" fmla="*/ 17400 h 95994"/>
                      <a:gd name="connsiteX4" fmla="*/ 30161 w 63926"/>
                      <a:gd name="connsiteY4" fmla="*/ 7882 h 95994"/>
                      <a:gd name="connsiteX5" fmla="*/ 44751 w 63926"/>
                      <a:gd name="connsiteY5" fmla="*/ 17400 h 95994"/>
                      <a:gd name="connsiteX6" fmla="*/ 49627 w 63926"/>
                      <a:gd name="connsiteY6" fmla="*/ 45935 h 95994"/>
                      <a:gd name="connsiteX7" fmla="*/ 44751 w 63926"/>
                      <a:gd name="connsiteY7" fmla="*/ 74529 h 95994"/>
                      <a:gd name="connsiteX8" fmla="*/ 30161 w 63926"/>
                      <a:gd name="connsiteY8" fmla="*/ 84047 h 95994"/>
                      <a:gd name="connsiteX9" fmla="*/ 30161 w 63926"/>
                      <a:gd name="connsiteY9" fmla="*/ 93962 h 95994"/>
                      <a:gd name="connsiteX10" fmla="*/ 53928 w 63926"/>
                      <a:gd name="connsiteY10" fmla="*/ 81648 h 95994"/>
                      <a:gd name="connsiteX11" fmla="*/ 62135 w 63926"/>
                      <a:gd name="connsiteY11" fmla="*/ 45935 h 95994"/>
                      <a:gd name="connsiteX12" fmla="*/ 53928 w 63926"/>
                      <a:gd name="connsiteY12" fmla="*/ 10262 h 95994"/>
                      <a:gd name="connsiteX13" fmla="*/ 30161 w 63926"/>
                      <a:gd name="connsiteY13" fmla="*/ -2032 h 95994"/>
                      <a:gd name="connsiteX14" fmla="*/ 6414 w 63926"/>
                      <a:gd name="connsiteY14" fmla="*/ 10262 h 95994"/>
                      <a:gd name="connsiteX15" fmla="*/ -1792 w 63926"/>
                      <a:gd name="connsiteY15" fmla="*/ 45935 h 95994"/>
                      <a:gd name="connsiteX16" fmla="*/ 6414 w 63926"/>
                      <a:gd name="connsiteY16" fmla="*/ 81648 h 95994"/>
                      <a:gd name="connsiteX17" fmla="*/ 30161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61" y="84047"/>
                        </a:moveTo>
                        <a:cubicBezTo>
                          <a:pt x="23726" y="84047"/>
                          <a:pt x="18883" y="80874"/>
                          <a:pt x="15632" y="74529"/>
                        </a:cubicBezTo>
                        <a:cubicBezTo>
                          <a:pt x="12394" y="68197"/>
                          <a:pt x="10775" y="58665"/>
                          <a:pt x="10775" y="45935"/>
                        </a:cubicBezTo>
                        <a:cubicBezTo>
                          <a:pt x="10775" y="33257"/>
                          <a:pt x="12394" y="23746"/>
                          <a:pt x="15632" y="17400"/>
                        </a:cubicBezTo>
                        <a:cubicBezTo>
                          <a:pt x="18883" y="11055"/>
                          <a:pt x="23726" y="7882"/>
                          <a:pt x="30161" y="7882"/>
                        </a:cubicBezTo>
                        <a:cubicBezTo>
                          <a:pt x="36650" y="7882"/>
                          <a:pt x="41513" y="11055"/>
                          <a:pt x="44751" y="17400"/>
                        </a:cubicBezTo>
                        <a:cubicBezTo>
                          <a:pt x="48001" y="23746"/>
                          <a:pt x="49627" y="33257"/>
                          <a:pt x="49627" y="45935"/>
                        </a:cubicBezTo>
                        <a:cubicBezTo>
                          <a:pt x="49627" y="58665"/>
                          <a:pt x="48001" y="68197"/>
                          <a:pt x="44751" y="74529"/>
                        </a:cubicBezTo>
                        <a:cubicBezTo>
                          <a:pt x="41513" y="80874"/>
                          <a:pt x="36650" y="84047"/>
                          <a:pt x="30161" y="84047"/>
                        </a:cubicBezTo>
                        <a:close/>
                        <a:moveTo>
                          <a:pt x="30161" y="93962"/>
                        </a:moveTo>
                        <a:cubicBezTo>
                          <a:pt x="40535" y="93962"/>
                          <a:pt x="48457" y="89857"/>
                          <a:pt x="53928" y="81648"/>
                        </a:cubicBezTo>
                        <a:cubicBezTo>
                          <a:pt x="59399" y="73452"/>
                          <a:pt x="62135" y="61547"/>
                          <a:pt x="62135" y="45935"/>
                        </a:cubicBezTo>
                        <a:cubicBezTo>
                          <a:pt x="62135" y="30362"/>
                          <a:pt x="59399" y="18471"/>
                          <a:pt x="53928" y="10262"/>
                        </a:cubicBezTo>
                        <a:cubicBezTo>
                          <a:pt x="48457" y="2066"/>
                          <a:pt x="40535" y="-2032"/>
                          <a:pt x="30161" y="-2032"/>
                        </a:cubicBezTo>
                        <a:cubicBezTo>
                          <a:pt x="19801" y="-2032"/>
                          <a:pt x="11885" y="2066"/>
                          <a:pt x="6414" y="10262"/>
                        </a:cubicBezTo>
                        <a:cubicBezTo>
                          <a:pt x="943" y="18471"/>
                          <a:pt x="-1792" y="30362"/>
                          <a:pt x="-1792" y="45935"/>
                        </a:cubicBezTo>
                        <a:cubicBezTo>
                          <a:pt x="-1792" y="61547"/>
                          <a:pt x="943" y="73452"/>
                          <a:pt x="6414" y="81648"/>
                        </a:cubicBezTo>
                        <a:cubicBezTo>
                          <a:pt x="11885" y="89857"/>
                          <a:pt x="19801" y="93962"/>
                          <a:pt x="3016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38" name="Graphic 398">
                <a:extLst>
                  <a:ext uri="{FF2B5EF4-FFF2-40B4-BE49-F238E27FC236}">
                    <a16:creationId xmlns:a16="http://schemas.microsoft.com/office/drawing/2014/main" id="{A0D24359-67B6-2D48-1792-2D782BE53CCD}"/>
                  </a:ext>
                </a:extLst>
              </p:cNvPr>
              <p:cNvGrpSpPr/>
              <p:nvPr/>
            </p:nvGrpSpPr>
            <p:grpSpPr>
              <a:xfrm>
                <a:off x="6622835" y="4864687"/>
                <a:ext cx="223926" cy="187070"/>
                <a:chOff x="6622835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39" name="Freeform: Shape 438">
                  <a:extLst>
                    <a:ext uri="{FF2B5EF4-FFF2-40B4-BE49-F238E27FC236}">
                      <a16:creationId xmlns:a16="http://schemas.microsoft.com/office/drawing/2014/main" id="{BEB1CE60-CC20-B48D-E439-FEA51AB90A6A}"/>
                    </a:ext>
                  </a:extLst>
                </p:cNvPr>
                <p:cNvSpPr/>
                <p:nvPr/>
              </p:nvSpPr>
              <p:spPr>
                <a:xfrm>
                  <a:off x="6734117" y="4864687"/>
                  <a:ext cx="12686" cy="44417"/>
                </a:xfrm>
                <a:custGeom>
                  <a:avLst/>
                  <a:gdLst>
                    <a:gd name="connsiteX0" fmla="*/ 281 w 12686"/>
                    <a:gd name="connsiteY0" fmla="*/ 286 h 44417"/>
                    <a:gd name="connsiteX1" fmla="*/ 281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81" y="286"/>
                      </a:moveTo>
                      <a:lnTo>
                        <a:pt x="281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40" name="Graphic 398">
                  <a:extLst>
                    <a:ext uri="{FF2B5EF4-FFF2-40B4-BE49-F238E27FC236}">
                      <a16:creationId xmlns:a16="http://schemas.microsoft.com/office/drawing/2014/main" id="{41407953-5FAD-B33E-EDAF-4C3B23A029B3}"/>
                    </a:ext>
                  </a:extLst>
                </p:cNvPr>
                <p:cNvGrpSpPr/>
                <p:nvPr/>
              </p:nvGrpSpPr>
              <p:grpSpPr>
                <a:xfrm>
                  <a:off x="6622835" y="4955763"/>
                  <a:ext cx="223926" cy="95994"/>
                  <a:chOff x="6622835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41" name="Freeform: Shape 440">
                    <a:extLst>
                      <a:ext uri="{FF2B5EF4-FFF2-40B4-BE49-F238E27FC236}">
                        <a16:creationId xmlns:a16="http://schemas.microsoft.com/office/drawing/2014/main" id="{4AAB6A44-E466-6CAA-33F9-977705F922FA}"/>
                      </a:ext>
                    </a:extLst>
                  </p:cNvPr>
                  <p:cNvSpPr/>
                  <p:nvPr/>
                </p:nvSpPr>
                <p:spPr>
                  <a:xfrm flipV="1">
                    <a:off x="6622835" y="4957429"/>
                    <a:ext cx="59843" cy="94328"/>
                  </a:xfrm>
                  <a:custGeom>
                    <a:avLst/>
                    <a:gdLst>
                      <a:gd name="connsiteX0" fmla="*/ 2176 w 59843"/>
                      <a:gd name="connsiteY0" fmla="*/ 92338 h 94328"/>
                      <a:gd name="connsiteX1" fmla="*/ 51295 w 59843"/>
                      <a:gd name="connsiteY1" fmla="*/ 92338 h 94328"/>
                      <a:gd name="connsiteX2" fmla="*/ 51295 w 59843"/>
                      <a:gd name="connsiteY2" fmla="*/ 81789 h 94328"/>
                      <a:gd name="connsiteX3" fmla="*/ 13633 w 59843"/>
                      <a:gd name="connsiteY3" fmla="*/ 81789 h 94328"/>
                      <a:gd name="connsiteX4" fmla="*/ 13633 w 59843"/>
                      <a:gd name="connsiteY4" fmla="*/ 59124 h 94328"/>
                      <a:gd name="connsiteX5" fmla="*/ 19064 w 59843"/>
                      <a:gd name="connsiteY5" fmla="*/ 60512 h 94328"/>
                      <a:gd name="connsiteX6" fmla="*/ 24535 w 59843"/>
                      <a:gd name="connsiteY6" fmla="*/ 60968 h 94328"/>
                      <a:gd name="connsiteX7" fmla="*/ 49055 w 59843"/>
                      <a:gd name="connsiteY7" fmla="*/ 52481 h 94328"/>
                      <a:gd name="connsiteX8" fmla="*/ 58114 w 59843"/>
                      <a:gd name="connsiteY8" fmla="*/ 29499 h 94328"/>
                      <a:gd name="connsiteX9" fmla="*/ 48818 w 59843"/>
                      <a:gd name="connsiteY9" fmla="*/ 6279 h 94328"/>
                      <a:gd name="connsiteX10" fmla="*/ 22613 w 59843"/>
                      <a:gd name="connsiteY10" fmla="*/ -1990 h 94328"/>
                      <a:gd name="connsiteX11" fmla="*/ 10739 w 59843"/>
                      <a:gd name="connsiteY11" fmla="*/ -999 h 94328"/>
                      <a:gd name="connsiteX12" fmla="*/ -1729 w 59843"/>
                      <a:gd name="connsiteY12" fmla="*/ 1976 h 94328"/>
                      <a:gd name="connsiteX13" fmla="*/ -1729 w 59843"/>
                      <a:gd name="connsiteY13" fmla="*/ 14567 h 94328"/>
                      <a:gd name="connsiteX14" fmla="*/ 9788 w 59843"/>
                      <a:gd name="connsiteY14" fmla="*/ 10046 h 94328"/>
                      <a:gd name="connsiteX15" fmla="*/ 22355 w 59843"/>
                      <a:gd name="connsiteY15" fmla="*/ 8559 h 94328"/>
                      <a:gd name="connsiteX16" fmla="*/ 39323 w 59843"/>
                      <a:gd name="connsiteY16" fmla="*/ 14190 h 94328"/>
                      <a:gd name="connsiteX17" fmla="*/ 45587 w 59843"/>
                      <a:gd name="connsiteY17" fmla="*/ 29499 h 94328"/>
                      <a:gd name="connsiteX18" fmla="*/ 39323 w 59843"/>
                      <a:gd name="connsiteY18" fmla="*/ 44787 h 94328"/>
                      <a:gd name="connsiteX19" fmla="*/ 22355 w 59843"/>
                      <a:gd name="connsiteY19" fmla="*/ 50439 h 94328"/>
                      <a:gd name="connsiteX20" fmla="*/ 12345 w 59843"/>
                      <a:gd name="connsiteY20" fmla="*/ 49328 h 94328"/>
                      <a:gd name="connsiteX21" fmla="*/ 2176 w 59843"/>
                      <a:gd name="connsiteY21" fmla="*/ 45858 h 94328"/>
                      <a:gd name="connsiteX22" fmla="*/ 2176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76" y="92338"/>
                        </a:moveTo>
                        <a:lnTo>
                          <a:pt x="51295" y="92338"/>
                        </a:lnTo>
                        <a:lnTo>
                          <a:pt x="51295" y="81789"/>
                        </a:lnTo>
                        <a:lnTo>
                          <a:pt x="13633" y="81789"/>
                        </a:lnTo>
                        <a:lnTo>
                          <a:pt x="13633" y="59124"/>
                        </a:lnTo>
                        <a:cubicBezTo>
                          <a:pt x="15444" y="59745"/>
                          <a:pt x="17254" y="60208"/>
                          <a:pt x="19064" y="60512"/>
                        </a:cubicBezTo>
                        <a:cubicBezTo>
                          <a:pt x="20888" y="60816"/>
                          <a:pt x="22712" y="60968"/>
                          <a:pt x="24535" y="60968"/>
                        </a:cubicBezTo>
                        <a:cubicBezTo>
                          <a:pt x="34856" y="60968"/>
                          <a:pt x="43029" y="58139"/>
                          <a:pt x="49055" y="52481"/>
                        </a:cubicBezTo>
                        <a:cubicBezTo>
                          <a:pt x="55095" y="46823"/>
                          <a:pt x="58114" y="39162"/>
                          <a:pt x="58114" y="29499"/>
                        </a:cubicBezTo>
                        <a:cubicBezTo>
                          <a:pt x="58114" y="19544"/>
                          <a:pt x="55015" y="11804"/>
                          <a:pt x="48818" y="6279"/>
                        </a:cubicBezTo>
                        <a:cubicBezTo>
                          <a:pt x="42620" y="766"/>
                          <a:pt x="33885" y="-1990"/>
                          <a:pt x="22613" y="-1990"/>
                        </a:cubicBezTo>
                        <a:cubicBezTo>
                          <a:pt x="18727" y="-1990"/>
                          <a:pt x="14770" y="-1660"/>
                          <a:pt x="10739" y="-999"/>
                        </a:cubicBezTo>
                        <a:cubicBezTo>
                          <a:pt x="6722" y="-338"/>
                          <a:pt x="2566" y="654"/>
                          <a:pt x="-1729" y="1976"/>
                        </a:cubicBezTo>
                        <a:lnTo>
                          <a:pt x="-1729" y="14567"/>
                        </a:lnTo>
                        <a:cubicBezTo>
                          <a:pt x="1984" y="12545"/>
                          <a:pt x="5823" y="11038"/>
                          <a:pt x="9788" y="10046"/>
                        </a:cubicBezTo>
                        <a:cubicBezTo>
                          <a:pt x="13752" y="9055"/>
                          <a:pt x="17941" y="8559"/>
                          <a:pt x="22355" y="8559"/>
                        </a:cubicBezTo>
                        <a:cubicBezTo>
                          <a:pt x="29504" y="8559"/>
                          <a:pt x="35160" y="10436"/>
                          <a:pt x="39323" y="14190"/>
                        </a:cubicBezTo>
                        <a:cubicBezTo>
                          <a:pt x="43499" y="17945"/>
                          <a:pt x="45587" y="23048"/>
                          <a:pt x="45587" y="29499"/>
                        </a:cubicBezTo>
                        <a:cubicBezTo>
                          <a:pt x="45587" y="35937"/>
                          <a:pt x="43499" y="41033"/>
                          <a:pt x="39323" y="44787"/>
                        </a:cubicBezTo>
                        <a:cubicBezTo>
                          <a:pt x="35160" y="48555"/>
                          <a:pt x="29504" y="50439"/>
                          <a:pt x="22355" y="50439"/>
                        </a:cubicBezTo>
                        <a:cubicBezTo>
                          <a:pt x="19012" y="50439"/>
                          <a:pt x="15675" y="50068"/>
                          <a:pt x="12345" y="49328"/>
                        </a:cubicBezTo>
                        <a:cubicBezTo>
                          <a:pt x="9028" y="48588"/>
                          <a:pt x="5638" y="47431"/>
                          <a:pt x="2176" y="45858"/>
                        </a:cubicBezTo>
                        <a:lnTo>
                          <a:pt x="217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42" name="Freeform: Shape 441">
                    <a:extLst>
                      <a:ext uri="{FF2B5EF4-FFF2-40B4-BE49-F238E27FC236}">
                        <a16:creationId xmlns:a16="http://schemas.microsoft.com/office/drawing/2014/main" id="{DFD2C93B-9484-3B08-5162-98B27B411287}"/>
                      </a:ext>
                    </a:extLst>
                  </p:cNvPr>
                  <p:cNvSpPr/>
                  <p:nvPr/>
                </p:nvSpPr>
                <p:spPr>
                  <a:xfrm flipV="1">
                    <a:off x="6703548" y="4957429"/>
                    <a:ext cx="59843" cy="94328"/>
                  </a:xfrm>
                  <a:custGeom>
                    <a:avLst/>
                    <a:gdLst>
                      <a:gd name="connsiteX0" fmla="*/ 2182 w 59843"/>
                      <a:gd name="connsiteY0" fmla="*/ 92338 h 94328"/>
                      <a:gd name="connsiteX1" fmla="*/ 51302 w 59843"/>
                      <a:gd name="connsiteY1" fmla="*/ 92338 h 94328"/>
                      <a:gd name="connsiteX2" fmla="*/ 51302 w 59843"/>
                      <a:gd name="connsiteY2" fmla="*/ 81789 h 94328"/>
                      <a:gd name="connsiteX3" fmla="*/ 13639 w 59843"/>
                      <a:gd name="connsiteY3" fmla="*/ 81789 h 94328"/>
                      <a:gd name="connsiteX4" fmla="*/ 13639 w 59843"/>
                      <a:gd name="connsiteY4" fmla="*/ 59124 h 94328"/>
                      <a:gd name="connsiteX5" fmla="*/ 19071 w 59843"/>
                      <a:gd name="connsiteY5" fmla="*/ 60512 h 94328"/>
                      <a:gd name="connsiteX6" fmla="*/ 24542 w 59843"/>
                      <a:gd name="connsiteY6" fmla="*/ 60968 h 94328"/>
                      <a:gd name="connsiteX7" fmla="*/ 49062 w 59843"/>
                      <a:gd name="connsiteY7" fmla="*/ 52481 h 94328"/>
                      <a:gd name="connsiteX8" fmla="*/ 58121 w 59843"/>
                      <a:gd name="connsiteY8" fmla="*/ 29499 h 94328"/>
                      <a:gd name="connsiteX9" fmla="*/ 48824 w 59843"/>
                      <a:gd name="connsiteY9" fmla="*/ 6279 h 94328"/>
                      <a:gd name="connsiteX10" fmla="*/ 22619 w 59843"/>
                      <a:gd name="connsiteY10" fmla="*/ -1990 h 94328"/>
                      <a:gd name="connsiteX11" fmla="*/ 10745 w 59843"/>
                      <a:gd name="connsiteY11" fmla="*/ -999 h 94328"/>
                      <a:gd name="connsiteX12" fmla="*/ -1723 w 59843"/>
                      <a:gd name="connsiteY12" fmla="*/ 1976 h 94328"/>
                      <a:gd name="connsiteX13" fmla="*/ -1723 w 59843"/>
                      <a:gd name="connsiteY13" fmla="*/ 14567 h 94328"/>
                      <a:gd name="connsiteX14" fmla="*/ 9794 w 59843"/>
                      <a:gd name="connsiteY14" fmla="*/ 10046 h 94328"/>
                      <a:gd name="connsiteX15" fmla="*/ 22361 w 59843"/>
                      <a:gd name="connsiteY15" fmla="*/ 8559 h 94328"/>
                      <a:gd name="connsiteX16" fmla="*/ 39329 w 59843"/>
                      <a:gd name="connsiteY16" fmla="*/ 14190 h 94328"/>
                      <a:gd name="connsiteX17" fmla="*/ 45593 w 59843"/>
                      <a:gd name="connsiteY17" fmla="*/ 29499 h 94328"/>
                      <a:gd name="connsiteX18" fmla="*/ 39329 w 59843"/>
                      <a:gd name="connsiteY18" fmla="*/ 44787 h 94328"/>
                      <a:gd name="connsiteX19" fmla="*/ 22361 w 59843"/>
                      <a:gd name="connsiteY19" fmla="*/ 50439 h 94328"/>
                      <a:gd name="connsiteX20" fmla="*/ 12351 w 59843"/>
                      <a:gd name="connsiteY20" fmla="*/ 49328 h 94328"/>
                      <a:gd name="connsiteX21" fmla="*/ 2182 w 59843"/>
                      <a:gd name="connsiteY21" fmla="*/ 45858 h 94328"/>
                      <a:gd name="connsiteX22" fmla="*/ 2182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82" y="92338"/>
                        </a:moveTo>
                        <a:lnTo>
                          <a:pt x="51302" y="92338"/>
                        </a:lnTo>
                        <a:lnTo>
                          <a:pt x="51302" y="81789"/>
                        </a:lnTo>
                        <a:lnTo>
                          <a:pt x="13639" y="81789"/>
                        </a:lnTo>
                        <a:lnTo>
                          <a:pt x="13639" y="59124"/>
                        </a:lnTo>
                        <a:cubicBezTo>
                          <a:pt x="15450" y="59745"/>
                          <a:pt x="17260" y="60208"/>
                          <a:pt x="19071" y="60512"/>
                        </a:cubicBezTo>
                        <a:cubicBezTo>
                          <a:pt x="20894" y="60816"/>
                          <a:pt x="22718" y="60968"/>
                          <a:pt x="24542" y="60968"/>
                        </a:cubicBezTo>
                        <a:cubicBezTo>
                          <a:pt x="34862" y="60968"/>
                          <a:pt x="43036" y="58139"/>
                          <a:pt x="49062" y="52481"/>
                        </a:cubicBezTo>
                        <a:cubicBezTo>
                          <a:pt x="55101" y="46823"/>
                          <a:pt x="58121" y="39162"/>
                          <a:pt x="58121" y="29499"/>
                        </a:cubicBezTo>
                        <a:cubicBezTo>
                          <a:pt x="58121" y="19544"/>
                          <a:pt x="55022" y="11804"/>
                          <a:pt x="48824" y="6279"/>
                        </a:cubicBezTo>
                        <a:cubicBezTo>
                          <a:pt x="42626" y="766"/>
                          <a:pt x="33891" y="-1990"/>
                          <a:pt x="22619" y="-1990"/>
                        </a:cubicBezTo>
                        <a:cubicBezTo>
                          <a:pt x="18734" y="-1990"/>
                          <a:pt x="14776" y="-1660"/>
                          <a:pt x="10745" y="-999"/>
                        </a:cubicBezTo>
                        <a:cubicBezTo>
                          <a:pt x="6728" y="-338"/>
                          <a:pt x="2572" y="654"/>
                          <a:pt x="-1723" y="1976"/>
                        </a:cubicBezTo>
                        <a:lnTo>
                          <a:pt x="-1723" y="14567"/>
                        </a:lnTo>
                        <a:cubicBezTo>
                          <a:pt x="1991" y="12545"/>
                          <a:pt x="5830" y="11038"/>
                          <a:pt x="9794" y="10046"/>
                        </a:cubicBezTo>
                        <a:cubicBezTo>
                          <a:pt x="13758" y="9055"/>
                          <a:pt x="17948" y="8559"/>
                          <a:pt x="22361" y="8559"/>
                        </a:cubicBezTo>
                        <a:cubicBezTo>
                          <a:pt x="29510" y="8559"/>
                          <a:pt x="35166" y="10436"/>
                          <a:pt x="39329" y="14190"/>
                        </a:cubicBezTo>
                        <a:cubicBezTo>
                          <a:pt x="43505" y="17945"/>
                          <a:pt x="45593" y="23048"/>
                          <a:pt x="45593" y="29499"/>
                        </a:cubicBezTo>
                        <a:cubicBezTo>
                          <a:pt x="45593" y="35937"/>
                          <a:pt x="43505" y="41033"/>
                          <a:pt x="39329" y="44787"/>
                        </a:cubicBezTo>
                        <a:cubicBezTo>
                          <a:pt x="35166" y="48555"/>
                          <a:pt x="29510" y="50439"/>
                          <a:pt x="22361" y="50439"/>
                        </a:cubicBezTo>
                        <a:cubicBezTo>
                          <a:pt x="19018" y="50439"/>
                          <a:pt x="15681" y="50068"/>
                          <a:pt x="12351" y="49328"/>
                        </a:cubicBezTo>
                        <a:cubicBezTo>
                          <a:pt x="9034" y="48588"/>
                          <a:pt x="5645" y="47431"/>
                          <a:pt x="2182" y="45858"/>
                        </a:cubicBezTo>
                        <a:lnTo>
                          <a:pt x="218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43" name="Freeform: Shape 442">
                    <a:extLst>
                      <a:ext uri="{FF2B5EF4-FFF2-40B4-BE49-F238E27FC236}">
                        <a16:creationId xmlns:a16="http://schemas.microsoft.com/office/drawing/2014/main" id="{9E6F4F3F-B479-F7F9-1B42-EEA80A290CAB}"/>
                      </a:ext>
                    </a:extLst>
                  </p:cNvPr>
                  <p:cNvSpPr/>
                  <p:nvPr/>
                </p:nvSpPr>
                <p:spPr>
                  <a:xfrm flipV="1">
                    <a:off x="6782835" y="4955763"/>
                    <a:ext cx="63926" cy="95994"/>
                  </a:xfrm>
                  <a:custGeom>
                    <a:avLst/>
                    <a:gdLst>
                      <a:gd name="connsiteX0" fmla="*/ 30206 w 63926"/>
                      <a:gd name="connsiteY0" fmla="*/ 84047 h 95994"/>
                      <a:gd name="connsiteX1" fmla="*/ 15676 w 63926"/>
                      <a:gd name="connsiteY1" fmla="*/ 74529 h 95994"/>
                      <a:gd name="connsiteX2" fmla="*/ 10820 w 63926"/>
                      <a:gd name="connsiteY2" fmla="*/ 45935 h 95994"/>
                      <a:gd name="connsiteX3" fmla="*/ 15676 w 63926"/>
                      <a:gd name="connsiteY3" fmla="*/ 17400 h 95994"/>
                      <a:gd name="connsiteX4" fmla="*/ 30206 w 63926"/>
                      <a:gd name="connsiteY4" fmla="*/ 7882 h 95994"/>
                      <a:gd name="connsiteX5" fmla="*/ 44795 w 63926"/>
                      <a:gd name="connsiteY5" fmla="*/ 17400 h 95994"/>
                      <a:gd name="connsiteX6" fmla="*/ 49672 w 63926"/>
                      <a:gd name="connsiteY6" fmla="*/ 45935 h 95994"/>
                      <a:gd name="connsiteX7" fmla="*/ 44795 w 63926"/>
                      <a:gd name="connsiteY7" fmla="*/ 74529 h 95994"/>
                      <a:gd name="connsiteX8" fmla="*/ 30206 w 63926"/>
                      <a:gd name="connsiteY8" fmla="*/ 84047 h 95994"/>
                      <a:gd name="connsiteX9" fmla="*/ 30206 w 63926"/>
                      <a:gd name="connsiteY9" fmla="*/ 93962 h 95994"/>
                      <a:gd name="connsiteX10" fmla="*/ 53973 w 63926"/>
                      <a:gd name="connsiteY10" fmla="*/ 81648 h 95994"/>
                      <a:gd name="connsiteX11" fmla="*/ 62179 w 63926"/>
                      <a:gd name="connsiteY11" fmla="*/ 45935 h 95994"/>
                      <a:gd name="connsiteX12" fmla="*/ 53973 w 63926"/>
                      <a:gd name="connsiteY12" fmla="*/ 10262 h 95994"/>
                      <a:gd name="connsiteX13" fmla="*/ 30206 w 63926"/>
                      <a:gd name="connsiteY13" fmla="*/ -2032 h 95994"/>
                      <a:gd name="connsiteX14" fmla="*/ 6459 w 63926"/>
                      <a:gd name="connsiteY14" fmla="*/ 10262 h 95994"/>
                      <a:gd name="connsiteX15" fmla="*/ -1747 w 63926"/>
                      <a:gd name="connsiteY15" fmla="*/ 45935 h 95994"/>
                      <a:gd name="connsiteX16" fmla="*/ 6459 w 63926"/>
                      <a:gd name="connsiteY16" fmla="*/ 81648 h 95994"/>
                      <a:gd name="connsiteX17" fmla="*/ 30206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06" y="84047"/>
                        </a:moveTo>
                        <a:cubicBezTo>
                          <a:pt x="23770" y="84047"/>
                          <a:pt x="18927" y="80874"/>
                          <a:pt x="15676" y="74529"/>
                        </a:cubicBezTo>
                        <a:cubicBezTo>
                          <a:pt x="12439" y="68197"/>
                          <a:pt x="10820" y="58665"/>
                          <a:pt x="10820" y="45935"/>
                        </a:cubicBezTo>
                        <a:cubicBezTo>
                          <a:pt x="10820" y="33257"/>
                          <a:pt x="12439" y="23746"/>
                          <a:pt x="15676" y="17400"/>
                        </a:cubicBezTo>
                        <a:cubicBezTo>
                          <a:pt x="18927" y="11055"/>
                          <a:pt x="23770" y="7882"/>
                          <a:pt x="30206" y="7882"/>
                        </a:cubicBezTo>
                        <a:cubicBezTo>
                          <a:pt x="36695" y="7882"/>
                          <a:pt x="41558" y="11055"/>
                          <a:pt x="44795" y="17400"/>
                        </a:cubicBezTo>
                        <a:cubicBezTo>
                          <a:pt x="48046" y="23746"/>
                          <a:pt x="49672" y="33257"/>
                          <a:pt x="49672" y="45935"/>
                        </a:cubicBezTo>
                        <a:cubicBezTo>
                          <a:pt x="49672" y="58665"/>
                          <a:pt x="48046" y="68197"/>
                          <a:pt x="44795" y="74529"/>
                        </a:cubicBezTo>
                        <a:cubicBezTo>
                          <a:pt x="41558" y="80874"/>
                          <a:pt x="36695" y="84047"/>
                          <a:pt x="30206" y="84047"/>
                        </a:cubicBezTo>
                        <a:close/>
                        <a:moveTo>
                          <a:pt x="30206" y="93962"/>
                        </a:moveTo>
                        <a:cubicBezTo>
                          <a:pt x="40580" y="93962"/>
                          <a:pt x="48502" y="89857"/>
                          <a:pt x="53973" y="81648"/>
                        </a:cubicBezTo>
                        <a:cubicBezTo>
                          <a:pt x="59444" y="73452"/>
                          <a:pt x="62179" y="61547"/>
                          <a:pt x="62179" y="45935"/>
                        </a:cubicBezTo>
                        <a:cubicBezTo>
                          <a:pt x="62179" y="30362"/>
                          <a:pt x="59444" y="18471"/>
                          <a:pt x="53973" y="10262"/>
                        </a:cubicBezTo>
                        <a:cubicBezTo>
                          <a:pt x="48502" y="2066"/>
                          <a:pt x="40580" y="-2032"/>
                          <a:pt x="30206" y="-2032"/>
                        </a:cubicBezTo>
                        <a:cubicBezTo>
                          <a:pt x="19846" y="-2032"/>
                          <a:pt x="11930" y="2066"/>
                          <a:pt x="6459" y="10262"/>
                        </a:cubicBezTo>
                        <a:cubicBezTo>
                          <a:pt x="988" y="18471"/>
                          <a:pt x="-1747" y="30362"/>
                          <a:pt x="-1747" y="45935"/>
                        </a:cubicBezTo>
                        <a:cubicBezTo>
                          <a:pt x="-1747" y="61547"/>
                          <a:pt x="988" y="73452"/>
                          <a:pt x="6459" y="81648"/>
                        </a:cubicBezTo>
                        <a:cubicBezTo>
                          <a:pt x="11930" y="89857"/>
                          <a:pt x="19846" y="93962"/>
                          <a:pt x="3020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44" name="Graphic 398">
                <a:extLst>
                  <a:ext uri="{FF2B5EF4-FFF2-40B4-BE49-F238E27FC236}">
                    <a16:creationId xmlns:a16="http://schemas.microsoft.com/office/drawing/2014/main" id="{165423A3-9FDF-EDEE-33E3-23D8CDC63717}"/>
                  </a:ext>
                </a:extLst>
              </p:cNvPr>
              <p:cNvGrpSpPr/>
              <p:nvPr/>
            </p:nvGrpSpPr>
            <p:grpSpPr>
              <a:xfrm>
                <a:off x="7189148" y="4864687"/>
                <a:ext cx="223926" cy="187070"/>
                <a:chOff x="7189148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45" name="Freeform: Shape 444">
                  <a:extLst>
                    <a:ext uri="{FF2B5EF4-FFF2-40B4-BE49-F238E27FC236}">
                      <a16:creationId xmlns:a16="http://schemas.microsoft.com/office/drawing/2014/main" id="{7CE2BE51-8E25-6B42-9159-006EB9510E62}"/>
                    </a:ext>
                  </a:extLst>
                </p:cNvPr>
                <p:cNvSpPr/>
                <p:nvPr/>
              </p:nvSpPr>
              <p:spPr>
                <a:xfrm>
                  <a:off x="7300430" y="4864687"/>
                  <a:ext cx="12686" cy="44417"/>
                </a:xfrm>
                <a:custGeom>
                  <a:avLst/>
                  <a:gdLst>
                    <a:gd name="connsiteX0" fmla="*/ 325 w 12686"/>
                    <a:gd name="connsiteY0" fmla="*/ 286 h 44417"/>
                    <a:gd name="connsiteX1" fmla="*/ 325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25" y="286"/>
                      </a:moveTo>
                      <a:lnTo>
                        <a:pt x="325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46" name="Graphic 398">
                  <a:extLst>
                    <a:ext uri="{FF2B5EF4-FFF2-40B4-BE49-F238E27FC236}">
                      <a16:creationId xmlns:a16="http://schemas.microsoft.com/office/drawing/2014/main" id="{E71DD353-DFAB-359F-77F3-937DC5D15D44}"/>
                    </a:ext>
                  </a:extLst>
                </p:cNvPr>
                <p:cNvGrpSpPr/>
                <p:nvPr/>
              </p:nvGrpSpPr>
              <p:grpSpPr>
                <a:xfrm>
                  <a:off x="7189148" y="4955763"/>
                  <a:ext cx="223926" cy="95994"/>
                  <a:chOff x="7189148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47" name="Freeform: Shape 446">
                    <a:extLst>
                      <a:ext uri="{FF2B5EF4-FFF2-40B4-BE49-F238E27FC236}">
                        <a16:creationId xmlns:a16="http://schemas.microsoft.com/office/drawing/2014/main" id="{A6941691-F668-F38E-7810-35B56EC35BF2}"/>
                      </a:ext>
                    </a:extLst>
                  </p:cNvPr>
                  <p:cNvSpPr/>
                  <p:nvPr/>
                </p:nvSpPr>
                <p:spPr>
                  <a:xfrm flipV="1">
                    <a:off x="7189148" y="4957429"/>
                    <a:ext cx="59843" cy="94328"/>
                  </a:xfrm>
                  <a:custGeom>
                    <a:avLst/>
                    <a:gdLst>
                      <a:gd name="connsiteX0" fmla="*/ 2221 w 59843"/>
                      <a:gd name="connsiteY0" fmla="*/ 92338 h 94328"/>
                      <a:gd name="connsiteX1" fmla="*/ 51340 w 59843"/>
                      <a:gd name="connsiteY1" fmla="*/ 92338 h 94328"/>
                      <a:gd name="connsiteX2" fmla="*/ 51340 w 59843"/>
                      <a:gd name="connsiteY2" fmla="*/ 81789 h 94328"/>
                      <a:gd name="connsiteX3" fmla="*/ 13678 w 59843"/>
                      <a:gd name="connsiteY3" fmla="*/ 81789 h 94328"/>
                      <a:gd name="connsiteX4" fmla="*/ 13678 w 59843"/>
                      <a:gd name="connsiteY4" fmla="*/ 59124 h 94328"/>
                      <a:gd name="connsiteX5" fmla="*/ 19109 w 59843"/>
                      <a:gd name="connsiteY5" fmla="*/ 60512 h 94328"/>
                      <a:gd name="connsiteX6" fmla="*/ 24580 w 59843"/>
                      <a:gd name="connsiteY6" fmla="*/ 60968 h 94328"/>
                      <a:gd name="connsiteX7" fmla="*/ 49100 w 59843"/>
                      <a:gd name="connsiteY7" fmla="*/ 52481 h 94328"/>
                      <a:gd name="connsiteX8" fmla="*/ 58159 w 59843"/>
                      <a:gd name="connsiteY8" fmla="*/ 29499 h 94328"/>
                      <a:gd name="connsiteX9" fmla="*/ 48862 w 59843"/>
                      <a:gd name="connsiteY9" fmla="*/ 6279 h 94328"/>
                      <a:gd name="connsiteX10" fmla="*/ 22657 w 59843"/>
                      <a:gd name="connsiteY10" fmla="*/ -1990 h 94328"/>
                      <a:gd name="connsiteX11" fmla="*/ 10784 w 59843"/>
                      <a:gd name="connsiteY11" fmla="*/ -999 h 94328"/>
                      <a:gd name="connsiteX12" fmla="*/ -1684 w 59843"/>
                      <a:gd name="connsiteY12" fmla="*/ 1976 h 94328"/>
                      <a:gd name="connsiteX13" fmla="*/ -1684 w 59843"/>
                      <a:gd name="connsiteY13" fmla="*/ 14567 h 94328"/>
                      <a:gd name="connsiteX14" fmla="*/ 9832 w 59843"/>
                      <a:gd name="connsiteY14" fmla="*/ 10046 h 94328"/>
                      <a:gd name="connsiteX15" fmla="*/ 22400 w 59843"/>
                      <a:gd name="connsiteY15" fmla="*/ 8559 h 94328"/>
                      <a:gd name="connsiteX16" fmla="*/ 39367 w 59843"/>
                      <a:gd name="connsiteY16" fmla="*/ 14190 h 94328"/>
                      <a:gd name="connsiteX17" fmla="*/ 45631 w 59843"/>
                      <a:gd name="connsiteY17" fmla="*/ 29499 h 94328"/>
                      <a:gd name="connsiteX18" fmla="*/ 39367 w 59843"/>
                      <a:gd name="connsiteY18" fmla="*/ 44787 h 94328"/>
                      <a:gd name="connsiteX19" fmla="*/ 22400 w 59843"/>
                      <a:gd name="connsiteY19" fmla="*/ 50439 h 94328"/>
                      <a:gd name="connsiteX20" fmla="*/ 12389 w 59843"/>
                      <a:gd name="connsiteY20" fmla="*/ 49328 h 94328"/>
                      <a:gd name="connsiteX21" fmla="*/ 2221 w 59843"/>
                      <a:gd name="connsiteY21" fmla="*/ 45858 h 94328"/>
                      <a:gd name="connsiteX22" fmla="*/ 2221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21" y="92338"/>
                        </a:moveTo>
                        <a:lnTo>
                          <a:pt x="51340" y="92338"/>
                        </a:lnTo>
                        <a:lnTo>
                          <a:pt x="51340" y="81789"/>
                        </a:lnTo>
                        <a:lnTo>
                          <a:pt x="13678" y="81789"/>
                        </a:lnTo>
                        <a:lnTo>
                          <a:pt x="13678" y="59124"/>
                        </a:lnTo>
                        <a:cubicBezTo>
                          <a:pt x="15488" y="59745"/>
                          <a:pt x="17299" y="60208"/>
                          <a:pt x="19109" y="60512"/>
                        </a:cubicBezTo>
                        <a:cubicBezTo>
                          <a:pt x="20933" y="60816"/>
                          <a:pt x="22756" y="60968"/>
                          <a:pt x="24580" y="60968"/>
                        </a:cubicBezTo>
                        <a:cubicBezTo>
                          <a:pt x="34901" y="60968"/>
                          <a:pt x="43074" y="58139"/>
                          <a:pt x="49100" y="52481"/>
                        </a:cubicBezTo>
                        <a:cubicBezTo>
                          <a:pt x="55139" y="46823"/>
                          <a:pt x="58159" y="39162"/>
                          <a:pt x="58159" y="29499"/>
                        </a:cubicBezTo>
                        <a:cubicBezTo>
                          <a:pt x="58159" y="19544"/>
                          <a:pt x="55060" y="11804"/>
                          <a:pt x="48862" y="6279"/>
                        </a:cubicBezTo>
                        <a:cubicBezTo>
                          <a:pt x="42664" y="766"/>
                          <a:pt x="33929" y="-1990"/>
                          <a:pt x="22657" y="-1990"/>
                        </a:cubicBezTo>
                        <a:cubicBezTo>
                          <a:pt x="18772" y="-1990"/>
                          <a:pt x="14814" y="-1660"/>
                          <a:pt x="10784" y="-999"/>
                        </a:cubicBezTo>
                        <a:cubicBezTo>
                          <a:pt x="6766" y="-338"/>
                          <a:pt x="2610" y="654"/>
                          <a:pt x="-1684" y="1976"/>
                        </a:cubicBezTo>
                        <a:lnTo>
                          <a:pt x="-1684" y="14567"/>
                        </a:lnTo>
                        <a:cubicBezTo>
                          <a:pt x="2029" y="12545"/>
                          <a:pt x="5868" y="11038"/>
                          <a:pt x="9832" y="10046"/>
                        </a:cubicBezTo>
                        <a:cubicBezTo>
                          <a:pt x="13797" y="9055"/>
                          <a:pt x="17986" y="8559"/>
                          <a:pt x="22400" y="8559"/>
                        </a:cubicBezTo>
                        <a:cubicBezTo>
                          <a:pt x="29549" y="8559"/>
                          <a:pt x="35205" y="10436"/>
                          <a:pt x="39367" y="14190"/>
                        </a:cubicBezTo>
                        <a:cubicBezTo>
                          <a:pt x="43543" y="17945"/>
                          <a:pt x="45631" y="23048"/>
                          <a:pt x="45631" y="29499"/>
                        </a:cubicBezTo>
                        <a:cubicBezTo>
                          <a:pt x="45631" y="35937"/>
                          <a:pt x="43543" y="41033"/>
                          <a:pt x="39367" y="44787"/>
                        </a:cubicBezTo>
                        <a:cubicBezTo>
                          <a:pt x="35205" y="48555"/>
                          <a:pt x="29549" y="50439"/>
                          <a:pt x="22400" y="50439"/>
                        </a:cubicBezTo>
                        <a:cubicBezTo>
                          <a:pt x="19056" y="50439"/>
                          <a:pt x="15719" y="50068"/>
                          <a:pt x="12389" y="49328"/>
                        </a:cubicBezTo>
                        <a:cubicBezTo>
                          <a:pt x="9072" y="48588"/>
                          <a:pt x="5683" y="47431"/>
                          <a:pt x="2221" y="45858"/>
                        </a:cubicBezTo>
                        <a:lnTo>
                          <a:pt x="222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48" name="Freeform: Shape 447">
                    <a:extLst>
                      <a:ext uri="{FF2B5EF4-FFF2-40B4-BE49-F238E27FC236}">
                        <a16:creationId xmlns:a16="http://schemas.microsoft.com/office/drawing/2014/main" id="{ABC0C7DF-887C-BB19-BC51-0228B7080072}"/>
                      </a:ext>
                    </a:extLst>
                  </p:cNvPr>
                  <p:cNvSpPr/>
                  <p:nvPr/>
                </p:nvSpPr>
                <p:spPr>
                  <a:xfrm flipV="1">
                    <a:off x="7268930" y="4955763"/>
                    <a:ext cx="63867" cy="95994"/>
                  </a:xfrm>
                  <a:custGeom>
                    <a:avLst/>
                    <a:gdLst>
                      <a:gd name="connsiteX0" fmla="*/ 31291 w 63867"/>
                      <a:gd name="connsiteY0" fmla="*/ 51011 h 95994"/>
                      <a:gd name="connsiteX1" fmla="*/ 17931 w 63867"/>
                      <a:gd name="connsiteY1" fmla="*/ 45241 h 95994"/>
                      <a:gd name="connsiteX2" fmla="*/ 13015 w 63867"/>
                      <a:gd name="connsiteY2" fmla="*/ 29457 h 95994"/>
                      <a:gd name="connsiteX3" fmla="*/ 17931 w 63867"/>
                      <a:gd name="connsiteY3" fmla="*/ 13672 h 95994"/>
                      <a:gd name="connsiteX4" fmla="*/ 31291 w 63867"/>
                      <a:gd name="connsiteY4" fmla="*/ 7882 h 95994"/>
                      <a:gd name="connsiteX5" fmla="*/ 44632 w 63867"/>
                      <a:gd name="connsiteY5" fmla="*/ 13672 h 95994"/>
                      <a:gd name="connsiteX6" fmla="*/ 49548 w 63867"/>
                      <a:gd name="connsiteY6" fmla="*/ 29457 h 95994"/>
                      <a:gd name="connsiteX7" fmla="*/ 44632 w 63867"/>
                      <a:gd name="connsiteY7" fmla="*/ 45241 h 95994"/>
                      <a:gd name="connsiteX8" fmla="*/ 31291 w 63867"/>
                      <a:gd name="connsiteY8" fmla="*/ 51011 h 95994"/>
                      <a:gd name="connsiteX9" fmla="*/ 56129 w 63867"/>
                      <a:gd name="connsiteY9" fmla="*/ 90254 h 95994"/>
                      <a:gd name="connsiteX10" fmla="*/ 56129 w 63867"/>
                      <a:gd name="connsiteY10" fmla="*/ 78852 h 95994"/>
                      <a:gd name="connsiteX11" fmla="*/ 46614 w 63867"/>
                      <a:gd name="connsiteY11" fmla="*/ 82243 h 95994"/>
                      <a:gd name="connsiteX12" fmla="*/ 37099 w 63867"/>
                      <a:gd name="connsiteY12" fmla="*/ 83432 h 95994"/>
                      <a:gd name="connsiteX13" fmla="*/ 18169 w 63867"/>
                      <a:gd name="connsiteY13" fmla="*/ 75064 h 95994"/>
                      <a:gd name="connsiteX14" fmla="*/ 10716 w 63867"/>
                      <a:gd name="connsiteY14" fmla="*/ 49782 h 95994"/>
                      <a:gd name="connsiteX15" fmla="*/ 19874 w 63867"/>
                      <a:gd name="connsiteY15" fmla="*/ 58051 h 95994"/>
                      <a:gd name="connsiteX16" fmla="*/ 32025 w 63867"/>
                      <a:gd name="connsiteY16" fmla="*/ 60926 h 95994"/>
                      <a:gd name="connsiteX17" fmla="*/ 54047 w 63867"/>
                      <a:gd name="connsiteY17" fmla="*/ 52459 h 95994"/>
                      <a:gd name="connsiteX18" fmla="*/ 62135 w 63867"/>
                      <a:gd name="connsiteY18" fmla="*/ 29457 h 95994"/>
                      <a:gd name="connsiteX19" fmla="*/ 53710 w 63867"/>
                      <a:gd name="connsiteY19" fmla="*/ 6574 h 95994"/>
                      <a:gd name="connsiteX20" fmla="*/ 31291 w 63867"/>
                      <a:gd name="connsiteY20" fmla="*/ -2032 h 95994"/>
                      <a:gd name="connsiteX21" fmla="*/ 6751 w 63867"/>
                      <a:gd name="connsiteY21" fmla="*/ 10262 h 95994"/>
                      <a:gd name="connsiteX22" fmla="*/ -1733 w 63867"/>
                      <a:gd name="connsiteY22" fmla="*/ 45935 h 95994"/>
                      <a:gd name="connsiteX23" fmla="*/ 8674 w 63867"/>
                      <a:gd name="connsiteY23" fmla="*/ 80914 h 95994"/>
                      <a:gd name="connsiteX24" fmla="*/ 36604 w 63867"/>
                      <a:gd name="connsiteY24" fmla="*/ 93962 h 95994"/>
                      <a:gd name="connsiteX25" fmla="*/ 46118 w 63867"/>
                      <a:gd name="connsiteY25" fmla="*/ 93030 h 95994"/>
                      <a:gd name="connsiteX26" fmla="*/ 56129 w 63867"/>
                      <a:gd name="connsiteY26" fmla="*/ 9025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291" y="51011"/>
                        </a:moveTo>
                        <a:cubicBezTo>
                          <a:pt x="25675" y="51011"/>
                          <a:pt x="21222" y="49088"/>
                          <a:pt x="17931" y="45241"/>
                        </a:cubicBezTo>
                        <a:cubicBezTo>
                          <a:pt x="14654" y="41407"/>
                          <a:pt x="13015" y="36146"/>
                          <a:pt x="13015" y="29457"/>
                        </a:cubicBezTo>
                        <a:cubicBezTo>
                          <a:pt x="13015" y="22807"/>
                          <a:pt x="14654" y="17546"/>
                          <a:pt x="17931" y="13672"/>
                        </a:cubicBezTo>
                        <a:cubicBezTo>
                          <a:pt x="21222" y="9812"/>
                          <a:pt x="25675" y="7882"/>
                          <a:pt x="31291" y="7882"/>
                        </a:cubicBezTo>
                        <a:cubicBezTo>
                          <a:pt x="36908" y="7882"/>
                          <a:pt x="41354" y="9812"/>
                          <a:pt x="44632" y="13672"/>
                        </a:cubicBezTo>
                        <a:cubicBezTo>
                          <a:pt x="47909" y="17546"/>
                          <a:pt x="49548" y="22807"/>
                          <a:pt x="49548" y="29457"/>
                        </a:cubicBezTo>
                        <a:cubicBezTo>
                          <a:pt x="49548" y="36146"/>
                          <a:pt x="47909" y="41407"/>
                          <a:pt x="44632" y="45241"/>
                        </a:cubicBezTo>
                        <a:cubicBezTo>
                          <a:pt x="41354" y="49088"/>
                          <a:pt x="36908" y="51011"/>
                          <a:pt x="31291" y="51011"/>
                        </a:cubicBezTo>
                        <a:close/>
                        <a:moveTo>
                          <a:pt x="56129" y="90254"/>
                        </a:moveTo>
                        <a:lnTo>
                          <a:pt x="56129" y="78852"/>
                        </a:lnTo>
                        <a:cubicBezTo>
                          <a:pt x="52983" y="80332"/>
                          <a:pt x="49812" y="81463"/>
                          <a:pt x="46614" y="82243"/>
                        </a:cubicBezTo>
                        <a:cubicBezTo>
                          <a:pt x="43416" y="83036"/>
                          <a:pt x="40244" y="83432"/>
                          <a:pt x="37099" y="83432"/>
                        </a:cubicBezTo>
                        <a:cubicBezTo>
                          <a:pt x="28840" y="83432"/>
                          <a:pt x="22530" y="80643"/>
                          <a:pt x="18169" y="75064"/>
                        </a:cubicBezTo>
                        <a:cubicBezTo>
                          <a:pt x="13821" y="69486"/>
                          <a:pt x="11337" y="61058"/>
                          <a:pt x="10716" y="49782"/>
                        </a:cubicBezTo>
                        <a:cubicBezTo>
                          <a:pt x="13147" y="53378"/>
                          <a:pt x="16200" y="56134"/>
                          <a:pt x="19874" y="58051"/>
                        </a:cubicBezTo>
                        <a:cubicBezTo>
                          <a:pt x="23561" y="59968"/>
                          <a:pt x="27611" y="60926"/>
                          <a:pt x="32025" y="60926"/>
                        </a:cubicBezTo>
                        <a:cubicBezTo>
                          <a:pt x="41315" y="60926"/>
                          <a:pt x="48656" y="58104"/>
                          <a:pt x="54047" y="52459"/>
                        </a:cubicBezTo>
                        <a:cubicBezTo>
                          <a:pt x="59439" y="46827"/>
                          <a:pt x="62135" y="39160"/>
                          <a:pt x="62135" y="29457"/>
                        </a:cubicBezTo>
                        <a:cubicBezTo>
                          <a:pt x="62135" y="19952"/>
                          <a:pt x="59327" y="12324"/>
                          <a:pt x="53710" y="6574"/>
                        </a:cubicBezTo>
                        <a:cubicBezTo>
                          <a:pt x="48094" y="836"/>
                          <a:pt x="40621" y="-2032"/>
                          <a:pt x="31291" y="-2032"/>
                        </a:cubicBezTo>
                        <a:cubicBezTo>
                          <a:pt x="20587" y="-2032"/>
                          <a:pt x="12407" y="2066"/>
                          <a:pt x="6751" y="10262"/>
                        </a:cubicBezTo>
                        <a:cubicBezTo>
                          <a:pt x="1095" y="18471"/>
                          <a:pt x="-1733" y="30362"/>
                          <a:pt x="-1733" y="45935"/>
                        </a:cubicBezTo>
                        <a:cubicBezTo>
                          <a:pt x="-1733" y="60556"/>
                          <a:pt x="1736" y="72216"/>
                          <a:pt x="8674" y="80914"/>
                        </a:cubicBezTo>
                        <a:cubicBezTo>
                          <a:pt x="15612" y="89613"/>
                          <a:pt x="24922" y="93962"/>
                          <a:pt x="36604" y="93962"/>
                        </a:cubicBezTo>
                        <a:cubicBezTo>
                          <a:pt x="39749" y="93962"/>
                          <a:pt x="42920" y="93651"/>
                          <a:pt x="46118" y="93030"/>
                        </a:cubicBezTo>
                        <a:cubicBezTo>
                          <a:pt x="49316" y="92408"/>
                          <a:pt x="52653" y="91483"/>
                          <a:pt x="56129" y="9025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49" name="Freeform: Shape 448">
                    <a:extLst>
                      <a:ext uri="{FF2B5EF4-FFF2-40B4-BE49-F238E27FC236}">
                        <a16:creationId xmlns:a16="http://schemas.microsoft.com/office/drawing/2014/main" id="{E66363F3-4A77-D271-5D2C-CBF7088C5853}"/>
                      </a:ext>
                    </a:extLst>
                  </p:cNvPr>
                  <p:cNvSpPr/>
                  <p:nvPr/>
                </p:nvSpPr>
                <p:spPr>
                  <a:xfrm flipV="1">
                    <a:off x="7349148" y="4955763"/>
                    <a:ext cx="63926" cy="95994"/>
                  </a:xfrm>
                  <a:custGeom>
                    <a:avLst/>
                    <a:gdLst>
                      <a:gd name="connsiteX0" fmla="*/ 30251 w 63926"/>
                      <a:gd name="connsiteY0" fmla="*/ 84047 h 95994"/>
                      <a:gd name="connsiteX1" fmla="*/ 15721 w 63926"/>
                      <a:gd name="connsiteY1" fmla="*/ 74529 h 95994"/>
                      <a:gd name="connsiteX2" fmla="*/ 10865 w 63926"/>
                      <a:gd name="connsiteY2" fmla="*/ 45935 h 95994"/>
                      <a:gd name="connsiteX3" fmla="*/ 15721 w 63926"/>
                      <a:gd name="connsiteY3" fmla="*/ 17400 h 95994"/>
                      <a:gd name="connsiteX4" fmla="*/ 30251 w 63926"/>
                      <a:gd name="connsiteY4" fmla="*/ 7882 h 95994"/>
                      <a:gd name="connsiteX5" fmla="*/ 44840 w 63926"/>
                      <a:gd name="connsiteY5" fmla="*/ 17400 h 95994"/>
                      <a:gd name="connsiteX6" fmla="*/ 49716 w 63926"/>
                      <a:gd name="connsiteY6" fmla="*/ 45935 h 95994"/>
                      <a:gd name="connsiteX7" fmla="*/ 44840 w 63926"/>
                      <a:gd name="connsiteY7" fmla="*/ 74529 h 95994"/>
                      <a:gd name="connsiteX8" fmla="*/ 30251 w 63926"/>
                      <a:gd name="connsiteY8" fmla="*/ 84047 h 95994"/>
                      <a:gd name="connsiteX9" fmla="*/ 30251 w 63926"/>
                      <a:gd name="connsiteY9" fmla="*/ 93962 h 95994"/>
                      <a:gd name="connsiteX10" fmla="*/ 54018 w 63926"/>
                      <a:gd name="connsiteY10" fmla="*/ 81648 h 95994"/>
                      <a:gd name="connsiteX11" fmla="*/ 62224 w 63926"/>
                      <a:gd name="connsiteY11" fmla="*/ 45935 h 95994"/>
                      <a:gd name="connsiteX12" fmla="*/ 54018 w 63926"/>
                      <a:gd name="connsiteY12" fmla="*/ 10262 h 95994"/>
                      <a:gd name="connsiteX13" fmla="*/ 30251 w 63926"/>
                      <a:gd name="connsiteY13" fmla="*/ -2032 h 95994"/>
                      <a:gd name="connsiteX14" fmla="*/ 6504 w 63926"/>
                      <a:gd name="connsiteY14" fmla="*/ 10262 h 95994"/>
                      <a:gd name="connsiteX15" fmla="*/ -1703 w 63926"/>
                      <a:gd name="connsiteY15" fmla="*/ 45935 h 95994"/>
                      <a:gd name="connsiteX16" fmla="*/ 6504 w 63926"/>
                      <a:gd name="connsiteY16" fmla="*/ 81648 h 95994"/>
                      <a:gd name="connsiteX17" fmla="*/ 30251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51" y="84047"/>
                        </a:moveTo>
                        <a:cubicBezTo>
                          <a:pt x="23815" y="84047"/>
                          <a:pt x="18972" y="80874"/>
                          <a:pt x="15721" y="74529"/>
                        </a:cubicBezTo>
                        <a:cubicBezTo>
                          <a:pt x="12483" y="68197"/>
                          <a:pt x="10865" y="58665"/>
                          <a:pt x="10865" y="45935"/>
                        </a:cubicBezTo>
                        <a:cubicBezTo>
                          <a:pt x="10865" y="33257"/>
                          <a:pt x="12483" y="23746"/>
                          <a:pt x="15721" y="17400"/>
                        </a:cubicBezTo>
                        <a:cubicBezTo>
                          <a:pt x="18972" y="11055"/>
                          <a:pt x="23815" y="7882"/>
                          <a:pt x="30251" y="7882"/>
                        </a:cubicBezTo>
                        <a:cubicBezTo>
                          <a:pt x="36739" y="7882"/>
                          <a:pt x="41602" y="11055"/>
                          <a:pt x="44840" y="17400"/>
                        </a:cubicBezTo>
                        <a:cubicBezTo>
                          <a:pt x="48091" y="23746"/>
                          <a:pt x="49716" y="33257"/>
                          <a:pt x="49716" y="45935"/>
                        </a:cubicBezTo>
                        <a:cubicBezTo>
                          <a:pt x="49716" y="58665"/>
                          <a:pt x="48091" y="68197"/>
                          <a:pt x="44840" y="74529"/>
                        </a:cubicBezTo>
                        <a:cubicBezTo>
                          <a:pt x="41602" y="80874"/>
                          <a:pt x="36739" y="84047"/>
                          <a:pt x="30251" y="84047"/>
                        </a:cubicBezTo>
                        <a:close/>
                        <a:moveTo>
                          <a:pt x="30251" y="93962"/>
                        </a:moveTo>
                        <a:cubicBezTo>
                          <a:pt x="40624" y="93962"/>
                          <a:pt x="48547" y="89857"/>
                          <a:pt x="54018" y="81648"/>
                        </a:cubicBezTo>
                        <a:cubicBezTo>
                          <a:pt x="59489" y="73452"/>
                          <a:pt x="62224" y="61547"/>
                          <a:pt x="62224" y="45935"/>
                        </a:cubicBezTo>
                        <a:cubicBezTo>
                          <a:pt x="62224" y="30362"/>
                          <a:pt x="59489" y="18471"/>
                          <a:pt x="54018" y="10262"/>
                        </a:cubicBezTo>
                        <a:cubicBezTo>
                          <a:pt x="48547" y="2066"/>
                          <a:pt x="40624" y="-2032"/>
                          <a:pt x="30251" y="-2032"/>
                        </a:cubicBezTo>
                        <a:cubicBezTo>
                          <a:pt x="19890" y="-2032"/>
                          <a:pt x="11975" y="2066"/>
                          <a:pt x="6504" y="10262"/>
                        </a:cubicBezTo>
                        <a:cubicBezTo>
                          <a:pt x="1033" y="18471"/>
                          <a:pt x="-1703" y="30362"/>
                          <a:pt x="-1703" y="45935"/>
                        </a:cubicBezTo>
                        <a:cubicBezTo>
                          <a:pt x="-1703" y="61547"/>
                          <a:pt x="1033" y="73452"/>
                          <a:pt x="6504" y="81648"/>
                        </a:cubicBezTo>
                        <a:cubicBezTo>
                          <a:pt x="11975" y="89857"/>
                          <a:pt x="19890" y="93962"/>
                          <a:pt x="3025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50" name="Graphic 398">
                <a:extLst>
                  <a:ext uri="{FF2B5EF4-FFF2-40B4-BE49-F238E27FC236}">
                    <a16:creationId xmlns:a16="http://schemas.microsoft.com/office/drawing/2014/main" id="{AB7C6543-573C-2511-D5D4-79F56FAC578D}"/>
                  </a:ext>
                </a:extLst>
              </p:cNvPr>
              <p:cNvGrpSpPr/>
              <p:nvPr/>
            </p:nvGrpSpPr>
            <p:grpSpPr>
              <a:xfrm>
                <a:off x="7755461" y="4864687"/>
                <a:ext cx="223926" cy="187070"/>
                <a:chOff x="7755461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51" name="Freeform: Shape 450">
                  <a:extLst>
                    <a:ext uri="{FF2B5EF4-FFF2-40B4-BE49-F238E27FC236}">
                      <a16:creationId xmlns:a16="http://schemas.microsoft.com/office/drawing/2014/main" id="{0B72AB0D-A370-86C2-45F6-7651E9629975}"/>
                    </a:ext>
                  </a:extLst>
                </p:cNvPr>
                <p:cNvSpPr/>
                <p:nvPr/>
              </p:nvSpPr>
              <p:spPr>
                <a:xfrm>
                  <a:off x="7866743" y="4864687"/>
                  <a:ext cx="12686" cy="44417"/>
                </a:xfrm>
                <a:custGeom>
                  <a:avLst/>
                  <a:gdLst>
                    <a:gd name="connsiteX0" fmla="*/ 370 w 12686"/>
                    <a:gd name="connsiteY0" fmla="*/ 286 h 44417"/>
                    <a:gd name="connsiteX1" fmla="*/ 370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70" y="286"/>
                      </a:moveTo>
                      <a:lnTo>
                        <a:pt x="370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52" name="Graphic 398">
                  <a:extLst>
                    <a:ext uri="{FF2B5EF4-FFF2-40B4-BE49-F238E27FC236}">
                      <a16:creationId xmlns:a16="http://schemas.microsoft.com/office/drawing/2014/main" id="{43552AB0-F6AC-9759-4AF2-65ED2890C6CC}"/>
                    </a:ext>
                  </a:extLst>
                </p:cNvPr>
                <p:cNvGrpSpPr/>
                <p:nvPr/>
              </p:nvGrpSpPr>
              <p:grpSpPr>
                <a:xfrm>
                  <a:off x="7755461" y="4955763"/>
                  <a:ext cx="223926" cy="95994"/>
                  <a:chOff x="7755461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53" name="Freeform: Shape 452">
                    <a:extLst>
                      <a:ext uri="{FF2B5EF4-FFF2-40B4-BE49-F238E27FC236}">
                        <a16:creationId xmlns:a16="http://schemas.microsoft.com/office/drawing/2014/main" id="{534519AE-067F-1DBF-AA9B-DFDF248306CF}"/>
                      </a:ext>
                    </a:extLst>
                  </p:cNvPr>
                  <p:cNvSpPr/>
                  <p:nvPr/>
                </p:nvSpPr>
                <p:spPr>
                  <a:xfrm flipV="1">
                    <a:off x="7755461" y="4957429"/>
                    <a:ext cx="59843" cy="94328"/>
                  </a:xfrm>
                  <a:custGeom>
                    <a:avLst/>
                    <a:gdLst>
                      <a:gd name="connsiteX0" fmla="*/ 2265 w 59843"/>
                      <a:gd name="connsiteY0" fmla="*/ 92338 h 94328"/>
                      <a:gd name="connsiteX1" fmla="*/ 51385 w 59843"/>
                      <a:gd name="connsiteY1" fmla="*/ 92338 h 94328"/>
                      <a:gd name="connsiteX2" fmla="*/ 51385 w 59843"/>
                      <a:gd name="connsiteY2" fmla="*/ 81789 h 94328"/>
                      <a:gd name="connsiteX3" fmla="*/ 13722 w 59843"/>
                      <a:gd name="connsiteY3" fmla="*/ 81789 h 94328"/>
                      <a:gd name="connsiteX4" fmla="*/ 13722 w 59843"/>
                      <a:gd name="connsiteY4" fmla="*/ 59124 h 94328"/>
                      <a:gd name="connsiteX5" fmla="*/ 19154 w 59843"/>
                      <a:gd name="connsiteY5" fmla="*/ 60512 h 94328"/>
                      <a:gd name="connsiteX6" fmla="*/ 24625 w 59843"/>
                      <a:gd name="connsiteY6" fmla="*/ 60968 h 94328"/>
                      <a:gd name="connsiteX7" fmla="*/ 49145 w 59843"/>
                      <a:gd name="connsiteY7" fmla="*/ 52481 h 94328"/>
                      <a:gd name="connsiteX8" fmla="*/ 58203 w 59843"/>
                      <a:gd name="connsiteY8" fmla="*/ 29499 h 94328"/>
                      <a:gd name="connsiteX9" fmla="*/ 48907 w 59843"/>
                      <a:gd name="connsiteY9" fmla="*/ 6279 h 94328"/>
                      <a:gd name="connsiteX10" fmla="*/ 22702 w 59843"/>
                      <a:gd name="connsiteY10" fmla="*/ -1990 h 94328"/>
                      <a:gd name="connsiteX11" fmla="*/ 10828 w 59843"/>
                      <a:gd name="connsiteY11" fmla="*/ -999 h 94328"/>
                      <a:gd name="connsiteX12" fmla="*/ -1640 w 59843"/>
                      <a:gd name="connsiteY12" fmla="*/ 1976 h 94328"/>
                      <a:gd name="connsiteX13" fmla="*/ -1640 w 59843"/>
                      <a:gd name="connsiteY13" fmla="*/ 14567 h 94328"/>
                      <a:gd name="connsiteX14" fmla="*/ 9877 w 59843"/>
                      <a:gd name="connsiteY14" fmla="*/ 10046 h 94328"/>
                      <a:gd name="connsiteX15" fmla="*/ 22444 w 59843"/>
                      <a:gd name="connsiteY15" fmla="*/ 8559 h 94328"/>
                      <a:gd name="connsiteX16" fmla="*/ 39412 w 59843"/>
                      <a:gd name="connsiteY16" fmla="*/ 14190 h 94328"/>
                      <a:gd name="connsiteX17" fmla="*/ 45676 w 59843"/>
                      <a:gd name="connsiteY17" fmla="*/ 29499 h 94328"/>
                      <a:gd name="connsiteX18" fmla="*/ 39412 w 59843"/>
                      <a:gd name="connsiteY18" fmla="*/ 44787 h 94328"/>
                      <a:gd name="connsiteX19" fmla="*/ 22444 w 59843"/>
                      <a:gd name="connsiteY19" fmla="*/ 50439 h 94328"/>
                      <a:gd name="connsiteX20" fmla="*/ 12434 w 59843"/>
                      <a:gd name="connsiteY20" fmla="*/ 49328 h 94328"/>
                      <a:gd name="connsiteX21" fmla="*/ 2265 w 59843"/>
                      <a:gd name="connsiteY21" fmla="*/ 45858 h 94328"/>
                      <a:gd name="connsiteX22" fmla="*/ 2265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65" y="92338"/>
                        </a:moveTo>
                        <a:lnTo>
                          <a:pt x="51385" y="92338"/>
                        </a:lnTo>
                        <a:lnTo>
                          <a:pt x="51385" y="81789"/>
                        </a:lnTo>
                        <a:lnTo>
                          <a:pt x="13722" y="81789"/>
                        </a:lnTo>
                        <a:lnTo>
                          <a:pt x="13722" y="59124"/>
                        </a:lnTo>
                        <a:cubicBezTo>
                          <a:pt x="15533" y="59745"/>
                          <a:pt x="17343" y="60208"/>
                          <a:pt x="19154" y="60512"/>
                        </a:cubicBezTo>
                        <a:cubicBezTo>
                          <a:pt x="20977" y="60816"/>
                          <a:pt x="22801" y="60968"/>
                          <a:pt x="24625" y="60968"/>
                        </a:cubicBezTo>
                        <a:cubicBezTo>
                          <a:pt x="34945" y="60968"/>
                          <a:pt x="43119" y="58139"/>
                          <a:pt x="49145" y="52481"/>
                        </a:cubicBezTo>
                        <a:cubicBezTo>
                          <a:pt x="55184" y="46823"/>
                          <a:pt x="58203" y="39162"/>
                          <a:pt x="58203" y="29499"/>
                        </a:cubicBezTo>
                        <a:cubicBezTo>
                          <a:pt x="58203" y="19544"/>
                          <a:pt x="55105" y="11804"/>
                          <a:pt x="48907" y="6279"/>
                        </a:cubicBezTo>
                        <a:cubicBezTo>
                          <a:pt x="42709" y="766"/>
                          <a:pt x="33974" y="-1990"/>
                          <a:pt x="22702" y="-1990"/>
                        </a:cubicBezTo>
                        <a:cubicBezTo>
                          <a:pt x="18817" y="-1990"/>
                          <a:pt x="14859" y="-1660"/>
                          <a:pt x="10828" y="-999"/>
                        </a:cubicBezTo>
                        <a:cubicBezTo>
                          <a:pt x="6811" y="-338"/>
                          <a:pt x="2655" y="654"/>
                          <a:pt x="-1640" y="1976"/>
                        </a:cubicBezTo>
                        <a:lnTo>
                          <a:pt x="-1640" y="14567"/>
                        </a:lnTo>
                        <a:cubicBezTo>
                          <a:pt x="2074" y="12545"/>
                          <a:pt x="5912" y="11038"/>
                          <a:pt x="9877" y="10046"/>
                        </a:cubicBezTo>
                        <a:cubicBezTo>
                          <a:pt x="13841" y="9055"/>
                          <a:pt x="18030" y="8559"/>
                          <a:pt x="22444" y="8559"/>
                        </a:cubicBezTo>
                        <a:cubicBezTo>
                          <a:pt x="29593" y="8559"/>
                          <a:pt x="35249" y="10436"/>
                          <a:pt x="39412" y="14190"/>
                        </a:cubicBezTo>
                        <a:cubicBezTo>
                          <a:pt x="43588" y="17945"/>
                          <a:pt x="45676" y="23048"/>
                          <a:pt x="45676" y="29499"/>
                        </a:cubicBezTo>
                        <a:cubicBezTo>
                          <a:pt x="45676" y="35937"/>
                          <a:pt x="43588" y="41033"/>
                          <a:pt x="39412" y="44787"/>
                        </a:cubicBezTo>
                        <a:cubicBezTo>
                          <a:pt x="35249" y="48555"/>
                          <a:pt x="29593" y="50439"/>
                          <a:pt x="22444" y="50439"/>
                        </a:cubicBezTo>
                        <a:cubicBezTo>
                          <a:pt x="19101" y="50439"/>
                          <a:pt x="15764" y="50068"/>
                          <a:pt x="12434" y="49328"/>
                        </a:cubicBezTo>
                        <a:cubicBezTo>
                          <a:pt x="9117" y="48588"/>
                          <a:pt x="5727" y="47431"/>
                          <a:pt x="2265" y="45858"/>
                        </a:cubicBezTo>
                        <a:lnTo>
                          <a:pt x="2265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54" name="Freeform: Shape 453">
                    <a:extLst>
                      <a:ext uri="{FF2B5EF4-FFF2-40B4-BE49-F238E27FC236}">
                        <a16:creationId xmlns:a16="http://schemas.microsoft.com/office/drawing/2014/main" id="{98546B9A-6F9F-4C3C-9AF8-DAE4FBCE4BC7}"/>
                      </a:ext>
                    </a:extLst>
                  </p:cNvPr>
                  <p:cNvSpPr/>
                  <p:nvPr/>
                </p:nvSpPr>
                <p:spPr>
                  <a:xfrm flipV="1">
                    <a:off x="7836789" y="4957429"/>
                    <a:ext cx="59466" cy="92524"/>
                  </a:xfrm>
                  <a:custGeom>
                    <a:avLst/>
                    <a:gdLst>
                      <a:gd name="connsiteX0" fmla="*/ -1655 w 59466"/>
                      <a:gd name="connsiteY0" fmla="*/ 90488 h 92524"/>
                      <a:gd name="connsiteX1" fmla="*/ 57812 w 59466"/>
                      <a:gd name="connsiteY1" fmla="*/ 90488 h 92524"/>
                      <a:gd name="connsiteX2" fmla="*/ 57812 w 59466"/>
                      <a:gd name="connsiteY2" fmla="*/ 85154 h 92524"/>
                      <a:gd name="connsiteX3" fmla="*/ 24233 w 59466"/>
                      <a:gd name="connsiteY3" fmla="*/ -2036 h 92524"/>
                      <a:gd name="connsiteX4" fmla="*/ 11170 w 59466"/>
                      <a:gd name="connsiteY4" fmla="*/ -2036 h 92524"/>
                      <a:gd name="connsiteX5" fmla="*/ 42767 w 59466"/>
                      <a:gd name="connsiteY5" fmla="*/ 79939 h 92524"/>
                      <a:gd name="connsiteX6" fmla="*/ -1655 w 59466"/>
                      <a:gd name="connsiteY6" fmla="*/ 79939 h 92524"/>
                      <a:gd name="connsiteX7" fmla="*/ -1655 w 59466"/>
                      <a:gd name="connsiteY7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466" h="92524">
                        <a:moveTo>
                          <a:pt x="-1655" y="90488"/>
                        </a:moveTo>
                        <a:lnTo>
                          <a:pt x="57812" y="90488"/>
                        </a:lnTo>
                        <a:lnTo>
                          <a:pt x="57812" y="85154"/>
                        </a:lnTo>
                        <a:lnTo>
                          <a:pt x="24233" y="-2036"/>
                        </a:lnTo>
                        <a:lnTo>
                          <a:pt x="11170" y="-2036"/>
                        </a:lnTo>
                        <a:lnTo>
                          <a:pt x="42767" y="79939"/>
                        </a:lnTo>
                        <a:lnTo>
                          <a:pt x="-1655" y="79939"/>
                        </a:lnTo>
                        <a:lnTo>
                          <a:pt x="-1655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55" name="Freeform: Shape 454">
                    <a:extLst>
                      <a:ext uri="{FF2B5EF4-FFF2-40B4-BE49-F238E27FC236}">
                        <a16:creationId xmlns:a16="http://schemas.microsoft.com/office/drawing/2014/main" id="{808E273F-B67E-A783-7190-DA3DEC8BED74}"/>
                      </a:ext>
                    </a:extLst>
                  </p:cNvPr>
                  <p:cNvSpPr/>
                  <p:nvPr/>
                </p:nvSpPr>
                <p:spPr>
                  <a:xfrm flipV="1">
                    <a:off x="7915461" y="4955763"/>
                    <a:ext cx="63926" cy="95994"/>
                  </a:xfrm>
                  <a:custGeom>
                    <a:avLst/>
                    <a:gdLst>
                      <a:gd name="connsiteX0" fmla="*/ 30295 w 63926"/>
                      <a:gd name="connsiteY0" fmla="*/ 84047 h 95994"/>
                      <a:gd name="connsiteX1" fmla="*/ 15766 w 63926"/>
                      <a:gd name="connsiteY1" fmla="*/ 74529 h 95994"/>
                      <a:gd name="connsiteX2" fmla="*/ 10909 w 63926"/>
                      <a:gd name="connsiteY2" fmla="*/ 45935 h 95994"/>
                      <a:gd name="connsiteX3" fmla="*/ 15766 w 63926"/>
                      <a:gd name="connsiteY3" fmla="*/ 17400 h 95994"/>
                      <a:gd name="connsiteX4" fmla="*/ 30295 w 63926"/>
                      <a:gd name="connsiteY4" fmla="*/ 7882 h 95994"/>
                      <a:gd name="connsiteX5" fmla="*/ 44885 w 63926"/>
                      <a:gd name="connsiteY5" fmla="*/ 17400 h 95994"/>
                      <a:gd name="connsiteX6" fmla="*/ 49761 w 63926"/>
                      <a:gd name="connsiteY6" fmla="*/ 45935 h 95994"/>
                      <a:gd name="connsiteX7" fmla="*/ 44885 w 63926"/>
                      <a:gd name="connsiteY7" fmla="*/ 74529 h 95994"/>
                      <a:gd name="connsiteX8" fmla="*/ 30295 w 63926"/>
                      <a:gd name="connsiteY8" fmla="*/ 84047 h 95994"/>
                      <a:gd name="connsiteX9" fmla="*/ 30295 w 63926"/>
                      <a:gd name="connsiteY9" fmla="*/ 93962 h 95994"/>
                      <a:gd name="connsiteX10" fmla="*/ 54062 w 63926"/>
                      <a:gd name="connsiteY10" fmla="*/ 81648 h 95994"/>
                      <a:gd name="connsiteX11" fmla="*/ 62269 w 63926"/>
                      <a:gd name="connsiteY11" fmla="*/ 45935 h 95994"/>
                      <a:gd name="connsiteX12" fmla="*/ 54062 w 63926"/>
                      <a:gd name="connsiteY12" fmla="*/ 10262 h 95994"/>
                      <a:gd name="connsiteX13" fmla="*/ 30295 w 63926"/>
                      <a:gd name="connsiteY13" fmla="*/ -2032 h 95994"/>
                      <a:gd name="connsiteX14" fmla="*/ 6548 w 63926"/>
                      <a:gd name="connsiteY14" fmla="*/ 10262 h 95994"/>
                      <a:gd name="connsiteX15" fmla="*/ -1658 w 63926"/>
                      <a:gd name="connsiteY15" fmla="*/ 45935 h 95994"/>
                      <a:gd name="connsiteX16" fmla="*/ 6548 w 63926"/>
                      <a:gd name="connsiteY16" fmla="*/ 81648 h 95994"/>
                      <a:gd name="connsiteX17" fmla="*/ 30295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95" y="84047"/>
                        </a:moveTo>
                        <a:cubicBezTo>
                          <a:pt x="23860" y="84047"/>
                          <a:pt x="19017" y="80874"/>
                          <a:pt x="15766" y="74529"/>
                        </a:cubicBezTo>
                        <a:cubicBezTo>
                          <a:pt x="12528" y="68197"/>
                          <a:pt x="10909" y="58665"/>
                          <a:pt x="10909" y="45935"/>
                        </a:cubicBezTo>
                        <a:cubicBezTo>
                          <a:pt x="10909" y="33257"/>
                          <a:pt x="12528" y="23746"/>
                          <a:pt x="15766" y="17400"/>
                        </a:cubicBezTo>
                        <a:cubicBezTo>
                          <a:pt x="19017" y="11055"/>
                          <a:pt x="23860" y="7882"/>
                          <a:pt x="30295" y="7882"/>
                        </a:cubicBezTo>
                        <a:cubicBezTo>
                          <a:pt x="36784" y="7882"/>
                          <a:pt x="41647" y="11055"/>
                          <a:pt x="44885" y="17400"/>
                        </a:cubicBezTo>
                        <a:cubicBezTo>
                          <a:pt x="48135" y="23746"/>
                          <a:pt x="49761" y="33257"/>
                          <a:pt x="49761" y="45935"/>
                        </a:cubicBezTo>
                        <a:cubicBezTo>
                          <a:pt x="49761" y="58665"/>
                          <a:pt x="48135" y="68197"/>
                          <a:pt x="44885" y="74529"/>
                        </a:cubicBezTo>
                        <a:cubicBezTo>
                          <a:pt x="41647" y="80874"/>
                          <a:pt x="36784" y="84047"/>
                          <a:pt x="30295" y="84047"/>
                        </a:cubicBezTo>
                        <a:close/>
                        <a:moveTo>
                          <a:pt x="30295" y="93962"/>
                        </a:moveTo>
                        <a:cubicBezTo>
                          <a:pt x="40669" y="93962"/>
                          <a:pt x="48591" y="89857"/>
                          <a:pt x="54062" y="81648"/>
                        </a:cubicBezTo>
                        <a:cubicBezTo>
                          <a:pt x="59533" y="73452"/>
                          <a:pt x="62269" y="61547"/>
                          <a:pt x="62269" y="45935"/>
                        </a:cubicBezTo>
                        <a:cubicBezTo>
                          <a:pt x="62269" y="30362"/>
                          <a:pt x="59533" y="18471"/>
                          <a:pt x="54062" y="10262"/>
                        </a:cubicBezTo>
                        <a:cubicBezTo>
                          <a:pt x="48591" y="2066"/>
                          <a:pt x="40669" y="-2032"/>
                          <a:pt x="30295" y="-2032"/>
                        </a:cubicBezTo>
                        <a:cubicBezTo>
                          <a:pt x="19935" y="-2032"/>
                          <a:pt x="12019" y="2066"/>
                          <a:pt x="6548" y="10262"/>
                        </a:cubicBezTo>
                        <a:cubicBezTo>
                          <a:pt x="1077" y="18471"/>
                          <a:pt x="-1658" y="30362"/>
                          <a:pt x="-1658" y="45935"/>
                        </a:cubicBezTo>
                        <a:cubicBezTo>
                          <a:pt x="-1658" y="61547"/>
                          <a:pt x="1077" y="73452"/>
                          <a:pt x="6548" y="81648"/>
                        </a:cubicBezTo>
                        <a:cubicBezTo>
                          <a:pt x="12019" y="89857"/>
                          <a:pt x="19935" y="93962"/>
                          <a:pt x="30295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56" name="Graphic 398">
                <a:extLst>
                  <a:ext uri="{FF2B5EF4-FFF2-40B4-BE49-F238E27FC236}">
                    <a16:creationId xmlns:a16="http://schemas.microsoft.com/office/drawing/2014/main" id="{41860AFA-0DD4-1249-14B9-29E8166B5575}"/>
                  </a:ext>
                </a:extLst>
              </p:cNvPr>
              <p:cNvGrpSpPr/>
              <p:nvPr/>
            </p:nvGrpSpPr>
            <p:grpSpPr>
              <a:xfrm>
                <a:off x="8218370" y="4864687"/>
                <a:ext cx="227372" cy="187070"/>
                <a:chOff x="8218370" y="4864687"/>
                <a:chExt cx="227372" cy="187070"/>
              </a:xfrm>
              <a:solidFill>
                <a:srgbClr val="000000"/>
              </a:solidFill>
            </p:grpSpPr>
            <p:sp>
              <p:nvSpPr>
                <p:cNvPr id="457" name="Freeform: Shape 456">
                  <a:extLst>
                    <a:ext uri="{FF2B5EF4-FFF2-40B4-BE49-F238E27FC236}">
                      <a16:creationId xmlns:a16="http://schemas.microsoft.com/office/drawing/2014/main" id="{B44E6891-28E7-EB5D-F04A-B5ACBB34BAD9}"/>
                    </a:ext>
                  </a:extLst>
                </p:cNvPr>
                <p:cNvSpPr/>
                <p:nvPr/>
              </p:nvSpPr>
              <p:spPr>
                <a:xfrm>
                  <a:off x="8433056" y="4864687"/>
                  <a:ext cx="12686" cy="44417"/>
                </a:xfrm>
                <a:custGeom>
                  <a:avLst/>
                  <a:gdLst>
                    <a:gd name="connsiteX0" fmla="*/ 415 w 12686"/>
                    <a:gd name="connsiteY0" fmla="*/ 286 h 44417"/>
                    <a:gd name="connsiteX1" fmla="*/ 415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415" y="286"/>
                      </a:moveTo>
                      <a:lnTo>
                        <a:pt x="415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58" name="Graphic 398">
                  <a:extLst>
                    <a:ext uri="{FF2B5EF4-FFF2-40B4-BE49-F238E27FC236}">
                      <a16:creationId xmlns:a16="http://schemas.microsoft.com/office/drawing/2014/main" id="{1CF2B7AF-D580-9420-ABFB-3C128821F6FC}"/>
                    </a:ext>
                  </a:extLst>
                </p:cNvPr>
                <p:cNvGrpSpPr/>
                <p:nvPr/>
              </p:nvGrpSpPr>
              <p:grpSpPr>
                <a:xfrm>
                  <a:off x="8218370" y="4955763"/>
                  <a:ext cx="223926" cy="95994"/>
                  <a:chOff x="8218370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59" name="Freeform: Shape 458">
                    <a:extLst>
                      <a:ext uri="{FF2B5EF4-FFF2-40B4-BE49-F238E27FC236}">
                        <a16:creationId xmlns:a16="http://schemas.microsoft.com/office/drawing/2014/main" id="{B0D5D8FB-68B0-5C9F-CCA4-5C67EA323717}"/>
                      </a:ext>
                    </a:extLst>
                  </p:cNvPr>
                  <p:cNvSpPr/>
                  <p:nvPr/>
                </p:nvSpPr>
                <p:spPr>
                  <a:xfrm flipV="1">
                    <a:off x="8218370" y="4957429"/>
                    <a:ext cx="59843" cy="94328"/>
                  </a:xfrm>
                  <a:custGeom>
                    <a:avLst/>
                    <a:gdLst>
                      <a:gd name="connsiteX0" fmla="*/ 2310 w 59843"/>
                      <a:gd name="connsiteY0" fmla="*/ 92338 h 94328"/>
                      <a:gd name="connsiteX1" fmla="*/ 51429 w 59843"/>
                      <a:gd name="connsiteY1" fmla="*/ 92338 h 94328"/>
                      <a:gd name="connsiteX2" fmla="*/ 51429 w 59843"/>
                      <a:gd name="connsiteY2" fmla="*/ 81789 h 94328"/>
                      <a:gd name="connsiteX3" fmla="*/ 13767 w 59843"/>
                      <a:gd name="connsiteY3" fmla="*/ 81789 h 94328"/>
                      <a:gd name="connsiteX4" fmla="*/ 13767 w 59843"/>
                      <a:gd name="connsiteY4" fmla="*/ 59124 h 94328"/>
                      <a:gd name="connsiteX5" fmla="*/ 19198 w 59843"/>
                      <a:gd name="connsiteY5" fmla="*/ 60512 h 94328"/>
                      <a:gd name="connsiteX6" fmla="*/ 24669 w 59843"/>
                      <a:gd name="connsiteY6" fmla="*/ 60968 h 94328"/>
                      <a:gd name="connsiteX7" fmla="*/ 49189 w 59843"/>
                      <a:gd name="connsiteY7" fmla="*/ 52481 h 94328"/>
                      <a:gd name="connsiteX8" fmla="*/ 58248 w 59843"/>
                      <a:gd name="connsiteY8" fmla="*/ 29499 h 94328"/>
                      <a:gd name="connsiteX9" fmla="*/ 48951 w 59843"/>
                      <a:gd name="connsiteY9" fmla="*/ 6279 h 94328"/>
                      <a:gd name="connsiteX10" fmla="*/ 22747 w 59843"/>
                      <a:gd name="connsiteY10" fmla="*/ -1990 h 94328"/>
                      <a:gd name="connsiteX11" fmla="*/ 10873 w 59843"/>
                      <a:gd name="connsiteY11" fmla="*/ -999 h 94328"/>
                      <a:gd name="connsiteX12" fmla="*/ -1595 w 59843"/>
                      <a:gd name="connsiteY12" fmla="*/ 1976 h 94328"/>
                      <a:gd name="connsiteX13" fmla="*/ -1595 w 59843"/>
                      <a:gd name="connsiteY13" fmla="*/ 14567 h 94328"/>
                      <a:gd name="connsiteX14" fmla="*/ 9922 w 59843"/>
                      <a:gd name="connsiteY14" fmla="*/ 10046 h 94328"/>
                      <a:gd name="connsiteX15" fmla="*/ 22489 w 59843"/>
                      <a:gd name="connsiteY15" fmla="*/ 8559 h 94328"/>
                      <a:gd name="connsiteX16" fmla="*/ 39457 w 59843"/>
                      <a:gd name="connsiteY16" fmla="*/ 14190 h 94328"/>
                      <a:gd name="connsiteX17" fmla="*/ 45720 w 59843"/>
                      <a:gd name="connsiteY17" fmla="*/ 29499 h 94328"/>
                      <a:gd name="connsiteX18" fmla="*/ 39457 w 59843"/>
                      <a:gd name="connsiteY18" fmla="*/ 44787 h 94328"/>
                      <a:gd name="connsiteX19" fmla="*/ 22489 w 59843"/>
                      <a:gd name="connsiteY19" fmla="*/ 50439 h 94328"/>
                      <a:gd name="connsiteX20" fmla="*/ 12479 w 59843"/>
                      <a:gd name="connsiteY20" fmla="*/ 49328 h 94328"/>
                      <a:gd name="connsiteX21" fmla="*/ 2310 w 59843"/>
                      <a:gd name="connsiteY21" fmla="*/ 45858 h 94328"/>
                      <a:gd name="connsiteX22" fmla="*/ 2310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310" y="92338"/>
                        </a:moveTo>
                        <a:lnTo>
                          <a:pt x="51429" y="92338"/>
                        </a:lnTo>
                        <a:lnTo>
                          <a:pt x="51429" y="81789"/>
                        </a:lnTo>
                        <a:lnTo>
                          <a:pt x="13767" y="81789"/>
                        </a:lnTo>
                        <a:lnTo>
                          <a:pt x="13767" y="59124"/>
                        </a:lnTo>
                        <a:cubicBezTo>
                          <a:pt x="15577" y="59745"/>
                          <a:pt x="17388" y="60208"/>
                          <a:pt x="19198" y="60512"/>
                        </a:cubicBezTo>
                        <a:cubicBezTo>
                          <a:pt x="21022" y="60816"/>
                          <a:pt x="22846" y="60968"/>
                          <a:pt x="24669" y="60968"/>
                        </a:cubicBezTo>
                        <a:cubicBezTo>
                          <a:pt x="34990" y="60968"/>
                          <a:pt x="43163" y="58139"/>
                          <a:pt x="49189" y="52481"/>
                        </a:cubicBezTo>
                        <a:cubicBezTo>
                          <a:pt x="55229" y="46823"/>
                          <a:pt x="58248" y="39162"/>
                          <a:pt x="58248" y="29499"/>
                        </a:cubicBezTo>
                        <a:cubicBezTo>
                          <a:pt x="58248" y="19544"/>
                          <a:pt x="55149" y="11804"/>
                          <a:pt x="48951" y="6279"/>
                        </a:cubicBezTo>
                        <a:cubicBezTo>
                          <a:pt x="42754" y="766"/>
                          <a:pt x="34019" y="-1990"/>
                          <a:pt x="22747" y="-1990"/>
                        </a:cubicBezTo>
                        <a:cubicBezTo>
                          <a:pt x="18861" y="-1990"/>
                          <a:pt x="14904" y="-1660"/>
                          <a:pt x="10873" y="-999"/>
                        </a:cubicBezTo>
                        <a:cubicBezTo>
                          <a:pt x="6856" y="-338"/>
                          <a:pt x="2700" y="654"/>
                          <a:pt x="-1595" y="1976"/>
                        </a:cubicBezTo>
                        <a:lnTo>
                          <a:pt x="-1595" y="14567"/>
                        </a:lnTo>
                        <a:cubicBezTo>
                          <a:pt x="2118" y="12545"/>
                          <a:pt x="5957" y="11038"/>
                          <a:pt x="9922" y="10046"/>
                        </a:cubicBezTo>
                        <a:cubicBezTo>
                          <a:pt x="13886" y="9055"/>
                          <a:pt x="18075" y="8559"/>
                          <a:pt x="22489" y="8559"/>
                        </a:cubicBezTo>
                        <a:cubicBezTo>
                          <a:pt x="29638" y="8559"/>
                          <a:pt x="35294" y="10436"/>
                          <a:pt x="39457" y="14190"/>
                        </a:cubicBezTo>
                        <a:cubicBezTo>
                          <a:pt x="43633" y="17945"/>
                          <a:pt x="45720" y="23048"/>
                          <a:pt x="45720" y="29499"/>
                        </a:cubicBezTo>
                        <a:cubicBezTo>
                          <a:pt x="45720" y="35937"/>
                          <a:pt x="43633" y="41033"/>
                          <a:pt x="39457" y="44787"/>
                        </a:cubicBezTo>
                        <a:cubicBezTo>
                          <a:pt x="35294" y="48555"/>
                          <a:pt x="29638" y="50439"/>
                          <a:pt x="22489" y="50439"/>
                        </a:cubicBezTo>
                        <a:cubicBezTo>
                          <a:pt x="19145" y="50439"/>
                          <a:pt x="15809" y="50068"/>
                          <a:pt x="12479" y="49328"/>
                        </a:cubicBezTo>
                        <a:cubicBezTo>
                          <a:pt x="9162" y="48588"/>
                          <a:pt x="5772" y="47431"/>
                          <a:pt x="2310" y="45858"/>
                        </a:cubicBezTo>
                        <a:lnTo>
                          <a:pt x="2310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0" name="Freeform: Shape 459">
                    <a:extLst>
                      <a:ext uri="{FF2B5EF4-FFF2-40B4-BE49-F238E27FC236}">
                        <a16:creationId xmlns:a16="http://schemas.microsoft.com/office/drawing/2014/main" id="{E88CA212-3A19-FA00-99EC-AF40241B65E2}"/>
                      </a:ext>
                    </a:extLst>
                  </p:cNvPr>
                  <p:cNvSpPr/>
                  <p:nvPr/>
                </p:nvSpPr>
                <p:spPr>
                  <a:xfrm flipV="1">
                    <a:off x="8297894" y="4955763"/>
                    <a:ext cx="63431" cy="95994"/>
                  </a:xfrm>
                  <a:custGeom>
                    <a:avLst/>
                    <a:gdLst>
                      <a:gd name="connsiteX0" fmla="*/ 30096 w 63431"/>
                      <a:gd name="connsiteY0" fmla="*/ 43714 h 95994"/>
                      <a:gd name="connsiteX1" fmla="*/ 16062 w 63431"/>
                      <a:gd name="connsiteY1" fmla="*/ 38935 h 95994"/>
                      <a:gd name="connsiteX2" fmla="*/ 10968 w 63431"/>
                      <a:gd name="connsiteY2" fmla="*/ 25808 h 95994"/>
                      <a:gd name="connsiteX3" fmla="*/ 16062 w 63431"/>
                      <a:gd name="connsiteY3" fmla="*/ 12661 h 95994"/>
                      <a:gd name="connsiteX4" fmla="*/ 30096 w 63431"/>
                      <a:gd name="connsiteY4" fmla="*/ 7882 h 95994"/>
                      <a:gd name="connsiteX5" fmla="*/ 44150 w 63431"/>
                      <a:gd name="connsiteY5" fmla="*/ 12681 h 95994"/>
                      <a:gd name="connsiteX6" fmla="*/ 49304 w 63431"/>
                      <a:gd name="connsiteY6" fmla="*/ 25808 h 95994"/>
                      <a:gd name="connsiteX7" fmla="*/ 44190 w 63431"/>
                      <a:gd name="connsiteY7" fmla="*/ 38935 h 95994"/>
                      <a:gd name="connsiteX8" fmla="*/ 30096 w 63431"/>
                      <a:gd name="connsiteY8" fmla="*/ 43714 h 95994"/>
                      <a:gd name="connsiteX9" fmla="*/ 17588 w 63431"/>
                      <a:gd name="connsiteY9" fmla="*/ 49028 h 95994"/>
                      <a:gd name="connsiteX10" fmla="*/ 5041 w 63431"/>
                      <a:gd name="connsiteY10" fmla="*/ 56524 h 95994"/>
                      <a:gd name="connsiteX11" fmla="*/ 561 w 63431"/>
                      <a:gd name="connsiteY11" fmla="*/ 69988 h 95994"/>
                      <a:gd name="connsiteX12" fmla="*/ 8450 w 63431"/>
                      <a:gd name="connsiteY12" fmla="*/ 87517 h 95994"/>
                      <a:gd name="connsiteX13" fmla="*/ 30096 w 63431"/>
                      <a:gd name="connsiteY13" fmla="*/ 93962 h 95994"/>
                      <a:gd name="connsiteX14" fmla="*/ 51782 w 63431"/>
                      <a:gd name="connsiteY14" fmla="*/ 87517 h 95994"/>
                      <a:gd name="connsiteX15" fmla="*/ 59651 w 63431"/>
                      <a:gd name="connsiteY15" fmla="*/ 69988 h 95994"/>
                      <a:gd name="connsiteX16" fmla="*/ 55152 w 63431"/>
                      <a:gd name="connsiteY16" fmla="*/ 56524 h 95994"/>
                      <a:gd name="connsiteX17" fmla="*/ 42683 w 63431"/>
                      <a:gd name="connsiteY17" fmla="*/ 49028 h 95994"/>
                      <a:gd name="connsiteX18" fmla="*/ 56757 w 63431"/>
                      <a:gd name="connsiteY18" fmla="*/ 40779 h 95994"/>
                      <a:gd name="connsiteX19" fmla="*/ 61812 w 63431"/>
                      <a:gd name="connsiteY19" fmla="*/ 25808 h 95994"/>
                      <a:gd name="connsiteX20" fmla="*/ 53605 w 63431"/>
                      <a:gd name="connsiteY20" fmla="*/ 5146 h 95994"/>
                      <a:gd name="connsiteX21" fmla="*/ 30096 w 63431"/>
                      <a:gd name="connsiteY21" fmla="*/ -2032 h 95994"/>
                      <a:gd name="connsiteX22" fmla="*/ 6587 w 63431"/>
                      <a:gd name="connsiteY22" fmla="*/ 5146 h 95994"/>
                      <a:gd name="connsiteX23" fmla="*/ -1619 w 63431"/>
                      <a:gd name="connsiteY23" fmla="*/ 25808 h 95994"/>
                      <a:gd name="connsiteX24" fmla="*/ 3455 w 63431"/>
                      <a:gd name="connsiteY24" fmla="*/ 40779 h 95994"/>
                      <a:gd name="connsiteX25" fmla="*/ 17588 w 63431"/>
                      <a:gd name="connsiteY25" fmla="*/ 49028 h 95994"/>
                      <a:gd name="connsiteX26" fmla="*/ 13010 w 63431"/>
                      <a:gd name="connsiteY26" fmla="*/ 68798 h 95994"/>
                      <a:gd name="connsiteX27" fmla="*/ 17489 w 63431"/>
                      <a:gd name="connsiteY27" fmla="*/ 57595 h 95994"/>
                      <a:gd name="connsiteX28" fmla="*/ 30096 w 63431"/>
                      <a:gd name="connsiteY28" fmla="*/ 53569 h 95994"/>
                      <a:gd name="connsiteX29" fmla="*/ 42703 w 63431"/>
                      <a:gd name="connsiteY29" fmla="*/ 57595 h 95994"/>
                      <a:gd name="connsiteX30" fmla="*/ 47262 w 63431"/>
                      <a:gd name="connsiteY30" fmla="*/ 68798 h 95994"/>
                      <a:gd name="connsiteX31" fmla="*/ 42703 w 63431"/>
                      <a:gd name="connsiteY31" fmla="*/ 80022 h 95994"/>
                      <a:gd name="connsiteX32" fmla="*/ 30096 w 63431"/>
                      <a:gd name="connsiteY32" fmla="*/ 84047 h 95994"/>
                      <a:gd name="connsiteX33" fmla="*/ 17489 w 63431"/>
                      <a:gd name="connsiteY33" fmla="*/ 80022 h 95994"/>
                      <a:gd name="connsiteX34" fmla="*/ 13010 w 63431"/>
                      <a:gd name="connsiteY34" fmla="*/ 6879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30096" y="43714"/>
                        </a:moveTo>
                        <a:cubicBezTo>
                          <a:pt x="24150" y="43714"/>
                          <a:pt x="19472" y="42121"/>
                          <a:pt x="16062" y="38935"/>
                        </a:cubicBezTo>
                        <a:cubicBezTo>
                          <a:pt x="12666" y="35749"/>
                          <a:pt x="10968" y="31374"/>
                          <a:pt x="10968" y="25808"/>
                        </a:cubicBezTo>
                        <a:cubicBezTo>
                          <a:pt x="10968" y="20229"/>
                          <a:pt x="12666" y="15847"/>
                          <a:pt x="16062" y="12661"/>
                        </a:cubicBezTo>
                        <a:cubicBezTo>
                          <a:pt x="19472" y="9475"/>
                          <a:pt x="24150" y="7882"/>
                          <a:pt x="30096" y="7882"/>
                        </a:cubicBezTo>
                        <a:cubicBezTo>
                          <a:pt x="36043" y="7882"/>
                          <a:pt x="40728" y="9482"/>
                          <a:pt x="44150" y="12681"/>
                        </a:cubicBezTo>
                        <a:cubicBezTo>
                          <a:pt x="47586" y="15893"/>
                          <a:pt x="49304" y="20269"/>
                          <a:pt x="49304" y="25808"/>
                        </a:cubicBezTo>
                        <a:cubicBezTo>
                          <a:pt x="49304" y="31374"/>
                          <a:pt x="47599" y="35749"/>
                          <a:pt x="44190" y="38935"/>
                        </a:cubicBezTo>
                        <a:cubicBezTo>
                          <a:pt x="40794" y="42121"/>
                          <a:pt x="36096" y="43714"/>
                          <a:pt x="30096" y="43714"/>
                        </a:cubicBezTo>
                        <a:close/>
                        <a:moveTo>
                          <a:pt x="17588" y="49028"/>
                        </a:moveTo>
                        <a:cubicBezTo>
                          <a:pt x="12223" y="50350"/>
                          <a:pt x="8041" y="52849"/>
                          <a:pt x="5041" y="56524"/>
                        </a:cubicBezTo>
                        <a:cubicBezTo>
                          <a:pt x="2054" y="60212"/>
                          <a:pt x="561" y="64700"/>
                          <a:pt x="561" y="69988"/>
                        </a:cubicBezTo>
                        <a:cubicBezTo>
                          <a:pt x="561" y="77378"/>
                          <a:pt x="3191" y="83221"/>
                          <a:pt x="8450" y="87517"/>
                        </a:cubicBezTo>
                        <a:cubicBezTo>
                          <a:pt x="13723" y="91814"/>
                          <a:pt x="20938" y="93962"/>
                          <a:pt x="30096" y="93962"/>
                        </a:cubicBezTo>
                        <a:cubicBezTo>
                          <a:pt x="39307" y="93962"/>
                          <a:pt x="46536" y="91814"/>
                          <a:pt x="51782" y="87517"/>
                        </a:cubicBezTo>
                        <a:cubicBezTo>
                          <a:pt x="57028" y="83221"/>
                          <a:pt x="59651" y="77378"/>
                          <a:pt x="59651" y="69988"/>
                        </a:cubicBezTo>
                        <a:cubicBezTo>
                          <a:pt x="59651" y="64700"/>
                          <a:pt x="58151" y="60212"/>
                          <a:pt x="55152" y="56524"/>
                        </a:cubicBezTo>
                        <a:cubicBezTo>
                          <a:pt x="52165" y="52849"/>
                          <a:pt x="48009" y="50350"/>
                          <a:pt x="42683" y="49028"/>
                        </a:cubicBezTo>
                        <a:cubicBezTo>
                          <a:pt x="48709" y="47627"/>
                          <a:pt x="53401" y="44877"/>
                          <a:pt x="56757" y="40779"/>
                        </a:cubicBezTo>
                        <a:cubicBezTo>
                          <a:pt x="60127" y="36694"/>
                          <a:pt x="61812" y="31704"/>
                          <a:pt x="61812" y="25808"/>
                        </a:cubicBezTo>
                        <a:cubicBezTo>
                          <a:pt x="61812" y="16832"/>
                          <a:pt x="59076" y="9945"/>
                          <a:pt x="53605" y="5146"/>
                        </a:cubicBezTo>
                        <a:cubicBezTo>
                          <a:pt x="48135" y="360"/>
                          <a:pt x="40298" y="-2032"/>
                          <a:pt x="30096" y="-2032"/>
                        </a:cubicBezTo>
                        <a:cubicBezTo>
                          <a:pt x="19908" y="-2032"/>
                          <a:pt x="12071" y="360"/>
                          <a:pt x="6587" y="5146"/>
                        </a:cubicBezTo>
                        <a:cubicBezTo>
                          <a:pt x="1116" y="9945"/>
                          <a:pt x="-1619" y="16832"/>
                          <a:pt x="-1619" y="25808"/>
                        </a:cubicBezTo>
                        <a:cubicBezTo>
                          <a:pt x="-1619" y="31704"/>
                          <a:pt x="72" y="36694"/>
                          <a:pt x="3455" y="40779"/>
                        </a:cubicBezTo>
                        <a:cubicBezTo>
                          <a:pt x="6851" y="44877"/>
                          <a:pt x="11562" y="47627"/>
                          <a:pt x="17588" y="49028"/>
                        </a:cubicBezTo>
                        <a:close/>
                        <a:moveTo>
                          <a:pt x="13010" y="68798"/>
                        </a:moveTo>
                        <a:cubicBezTo>
                          <a:pt x="13010" y="64013"/>
                          <a:pt x="14503" y="60278"/>
                          <a:pt x="17489" y="57595"/>
                        </a:cubicBezTo>
                        <a:cubicBezTo>
                          <a:pt x="20489" y="54911"/>
                          <a:pt x="24691" y="53569"/>
                          <a:pt x="30096" y="53569"/>
                        </a:cubicBezTo>
                        <a:cubicBezTo>
                          <a:pt x="35475" y="53569"/>
                          <a:pt x="39677" y="54911"/>
                          <a:pt x="42703" y="57595"/>
                        </a:cubicBezTo>
                        <a:cubicBezTo>
                          <a:pt x="45743" y="60278"/>
                          <a:pt x="47262" y="64013"/>
                          <a:pt x="47262" y="68798"/>
                        </a:cubicBezTo>
                        <a:cubicBezTo>
                          <a:pt x="47262" y="73597"/>
                          <a:pt x="45743" y="77338"/>
                          <a:pt x="42703" y="80022"/>
                        </a:cubicBezTo>
                        <a:cubicBezTo>
                          <a:pt x="39677" y="82705"/>
                          <a:pt x="35475" y="84047"/>
                          <a:pt x="30096" y="84047"/>
                        </a:cubicBezTo>
                        <a:cubicBezTo>
                          <a:pt x="24691" y="84047"/>
                          <a:pt x="20489" y="82705"/>
                          <a:pt x="17489" y="80022"/>
                        </a:cubicBezTo>
                        <a:cubicBezTo>
                          <a:pt x="14503" y="77338"/>
                          <a:pt x="13010" y="73597"/>
                          <a:pt x="13010" y="6879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1" name="Freeform: Shape 460">
                    <a:extLst>
                      <a:ext uri="{FF2B5EF4-FFF2-40B4-BE49-F238E27FC236}">
                        <a16:creationId xmlns:a16="http://schemas.microsoft.com/office/drawing/2014/main" id="{8DEA7D0B-5700-C909-E52D-8A6E7BCF7672}"/>
                      </a:ext>
                    </a:extLst>
                  </p:cNvPr>
                  <p:cNvSpPr/>
                  <p:nvPr/>
                </p:nvSpPr>
                <p:spPr>
                  <a:xfrm flipV="1">
                    <a:off x="8378370" y="4955763"/>
                    <a:ext cx="63926" cy="95994"/>
                  </a:xfrm>
                  <a:custGeom>
                    <a:avLst/>
                    <a:gdLst>
                      <a:gd name="connsiteX0" fmla="*/ 30340 w 63926"/>
                      <a:gd name="connsiteY0" fmla="*/ 84047 h 95994"/>
                      <a:gd name="connsiteX1" fmla="*/ 15810 w 63926"/>
                      <a:gd name="connsiteY1" fmla="*/ 74529 h 95994"/>
                      <a:gd name="connsiteX2" fmla="*/ 10954 w 63926"/>
                      <a:gd name="connsiteY2" fmla="*/ 45935 h 95994"/>
                      <a:gd name="connsiteX3" fmla="*/ 15810 w 63926"/>
                      <a:gd name="connsiteY3" fmla="*/ 17400 h 95994"/>
                      <a:gd name="connsiteX4" fmla="*/ 30340 w 63926"/>
                      <a:gd name="connsiteY4" fmla="*/ 7882 h 95994"/>
                      <a:gd name="connsiteX5" fmla="*/ 44929 w 63926"/>
                      <a:gd name="connsiteY5" fmla="*/ 17400 h 95994"/>
                      <a:gd name="connsiteX6" fmla="*/ 49805 w 63926"/>
                      <a:gd name="connsiteY6" fmla="*/ 45935 h 95994"/>
                      <a:gd name="connsiteX7" fmla="*/ 44929 w 63926"/>
                      <a:gd name="connsiteY7" fmla="*/ 74529 h 95994"/>
                      <a:gd name="connsiteX8" fmla="*/ 30340 w 63926"/>
                      <a:gd name="connsiteY8" fmla="*/ 84047 h 95994"/>
                      <a:gd name="connsiteX9" fmla="*/ 30340 w 63926"/>
                      <a:gd name="connsiteY9" fmla="*/ 93962 h 95994"/>
                      <a:gd name="connsiteX10" fmla="*/ 54107 w 63926"/>
                      <a:gd name="connsiteY10" fmla="*/ 81648 h 95994"/>
                      <a:gd name="connsiteX11" fmla="*/ 62313 w 63926"/>
                      <a:gd name="connsiteY11" fmla="*/ 45935 h 95994"/>
                      <a:gd name="connsiteX12" fmla="*/ 54107 w 63926"/>
                      <a:gd name="connsiteY12" fmla="*/ 10262 h 95994"/>
                      <a:gd name="connsiteX13" fmla="*/ 30340 w 63926"/>
                      <a:gd name="connsiteY13" fmla="*/ -2032 h 95994"/>
                      <a:gd name="connsiteX14" fmla="*/ 6593 w 63926"/>
                      <a:gd name="connsiteY14" fmla="*/ 10262 h 95994"/>
                      <a:gd name="connsiteX15" fmla="*/ -1613 w 63926"/>
                      <a:gd name="connsiteY15" fmla="*/ 45935 h 95994"/>
                      <a:gd name="connsiteX16" fmla="*/ 6593 w 63926"/>
                      <a:gd name="connsiteY16" fmla="*/ 81648 h 95994"/>
                      <a:gd name="connsiteX17" fmla="*/ 30340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40" y="84047"/>
                        </a:moveTo>
                        <a:cubicBezTo>
                          <a:pt x="23904" y="84047"/>
                          <a:pt x="19061" y="80874"/>
                          <a:pt x="15810" y="74529"/>
                        </a:cubicBezTo>
                        <a:cubicBezTo>
                          <a:pt x="12573" y="68197"/>
                          <a:pt x="10954" y="58665"/>
                          <a:pt x="10954" y="45935"/>
                        </a:cubicBezTo>
                        <a:cubicBezTo>
                          <a:pt x="10954" y="33257"/>
                          <a:pt x="12573" y="23746"/>
                          <a:pt x="15810" y="17400"/>
                        </a:cubicBezTo>
                        <a:cubicBezTo>
                          <a:pt x="19061" y="11055"/>
                          <a:pt x="23904" y="7882"/>
                          <a:pt x="30340" y="7882"/>
                        </a:cubicBezTo>
                        <a:cubicBezTo>
                          <a:pt x="36828" y="7882"/>
                          <a:pt x="41692" y="11055"/>
                          <a:pt x="44929" y="17400"/>
                        </a:cubicBezTo>
                        <a:cubicBezTo>
                          <a:pt x="48180" y="23746"/>
                          <a:pt x="49805" y="33257"/>
                          <a:pt x="49805" y="45935"/>
                        </a:cubicBezTo>
                        <a:cubicBezTo>
                          <a:pt x="49805" y="58665"/>
                          <a:pt x="48180" y="68197"/>
                          <a:pt x="44929" y="74529"/>
                        </a:cubicBezTo>
                        <a:cubicBezTo>
                          <a:pt x="41692" y="80874"/>
                          <a:pt x="36828" y="84047"/>
                          <a:pt x="30340" y="84047"/>
                        </a:cubicBezTo>
                        <a:close/>
                        <a:moveTo>
                          <a:pt x="30340" y="93962"/>
                        </a:moveTo>
                        <a:cubicBezTo>
                          <a:pt x="40714" y="93962"/>
                          <a:pt x="48636" y="89857"/>
                          <a:pt x="54107" y="81648"/>
                        </a:cubicBezTo>
                        <a:cubicBezTo>
                          <a:pt x="59578" y="73452"/>
                          <a:pt x="62313" y="61547"/>
                          <a:pt x="62313" y="45935"/>
                        </a:cubicBezTo>
                        <a:cubicBezTo>
                          <a:pt x="62313" y="30362"/>
                          <a:pt x="59578" y="18471"/>
                          <a:pt x="54107" y="10262"/>
                        </a:cubicBezTo>
                        <a:cubicBezTo>
                          <a:pt x="48636" y="2066"/>
                          <a:pt x="40714" y="-2032"/>
                          <a:pt x="30340" y="-2032"/>
                        </a:cubicBezTo>
                        <a:cubicBezTo>
                          <a:pt x="19980" y="-2032"/>
                          <a:pt x="12064" y="2066"/>
                          <a:pt x="6593" y="10262"/>
                        </a:cubicBezTo>
                        <a:cubicBezTo>
                          <a:pt x="1122" y="18471"/>
                          <a:pt x="-1613" y="30362"/>
                          <a:pt x="-1613" y="45935"/>
                        </a:cubicBezTo>
                        <a:cubicBezTo>
                          <a:pt x="-1613" y="61547"/>
                          <a:pt x="1122" y="73452"/>
                          <a:pt x="6593" y="81648"/>
                        </a:cubicBezTo>
                        <a:cubicBezTo>
                          <a:pt x="12064" y="89857"/>
                          <a:pt x="19980" y="93962"/>
                          <a:pt x="30340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462" name="Graphic 398">
              <a:extLst>
                <a:ext uri="{FF2B5EF4-FFF2-40B4-BE49-F238E27FC236}">
                  <a16:creationId xmlns:a16="http://schemas.microsoft.com/office/drawing/2014/main" id="{8ECA4072-1AB5-0F7C-7EED-78E5715E0EE4}"/>
                </a:ext>
              </a:extLst>
            </p:cNvPr>
            <p:cNvGrpSpPr/>
            <p:nvPr/>
          </p:nvGrpSpPr>
          <p:grpSpPr>
            <a:xfrm>
              <a:off x="3577804" y="2269379"/>
              <a:ext cx="324747" cy="2362067"/>
              <a:chOff x="3577804" y="2269379"/>
              <a:chExt cx="324747" cy="2362067"/>
            </a:xfrm>
            <a:solidFill>
              <a:srgbClr val="000000"/>
            </a:solidFill>
          </p:grpSpPr>
          <p:grpSp>
            <p:nvGrpSpPr>
              <p:cNvPr id="463" name="Graphic 398">
                <a:extLst>
                  <a:ext uri="{FF2B5EF4-FFF2-40B4-BE49-F238E27FC236}">
                    <a16:creationId xmlns:a16="http://schemas.microsoft.com/office/drawing/2014/main" id="{AD683782-B798-D90E-197B-9A0652A51EE5}"/>
                  </a:ext>
                </a:extLst>
              </p:cNvPr>
              <p:cNvGrpSpPr/>
              <p:nvPr/>
            </p:nvGrpSpPr>
            <p:grpSpPr>
              <a:xfrm>
                <a:off x="3577804" y="4535453"/>
                <a:ext cx="324747" cy="95994"/>
                <a:chOff x="3577804" y="4535453"/>
                <a:chExt cx="324747" cy="95994"/>
              </a:xfrm>
              <a:solidFill>
                <a:srgbClr val="000000"/>
              </a:solidFill>
            </p:grpSpPr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D51E3121-6EAD-159C-8D03-309A71907E3A}"/>
                    </a:ext>
                  </a:extLst>
                </p:cNvPr>
                <p:cNvSpPr/>
                <p:nvPr/>
              </p:nvSpPr>
              <p:spPr>
                <a:xfrm>
                  <a:off x="3858149" y="4581427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64 h 12690"/>
                    <a:gd name="connsiteX1" fmla="*/ 58 w 44401"/>
                    <a:gd name="connsiteY1" fmla="*/ 264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64"/>
                      </a:moveTo>
                      <a:lnTo>
                        <a:pt x="58" y="26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65" name="Graphic 398">
                  <a:extLst>
                    <a:ext uri="{FF2B5EF4-FFF2-40B4-BE49-F238E27FC236}">
                      <a16:creationId xmlns:a16="http://schemas.microsoft.com/office/drawing/2014/main" id="{5FF78596-BFDB-AF45-6B90-54D260986496}"/>
                    </a:ext>
                  </a:extLst>
                </p:cNvPr>
                <p:cNvGrpSpPr/>
                <p:nvPr/>
              </p:nvGrpSpPr>
              <p:grpSpPr>
                <a:xfrm>
                  <a:off x="3577804" y="4535453"/>
                  <a:ext cx="227514" cy="95994"/>
                  <a:chOff x="3577804" y="4535453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466" name="Freeform: Shape 465">
                    <a:extLst>
                      <a:ext uri="{FF2B5EF4-FFF2-40B4-BE49-F238E27FC236}">
                        <a16:creationId xmlns:a16="http://schemas.microsoft.com/office/drawing/2014/main" id="{D82927B7-16D3-3355-56EF-D470D4D638BE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4537119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49 h 92524"/>
                      <a:gd name="connsiteX1" fmla="*/ 8171 w 67395"/>
                      <a:gd name="connsiteY1" fmla="*/ 30154 h 92524"/>
                      <a:gd name="connsiteX2" fmla="*/ 39767 w 67395"/>
                      <a:gd name="connsiteY2" fmla="*/ 30154 h 92524"/>
                      <a:gd name="connsiteX3" fmla="*/ 39767 w 67395"/>
                      <a:gd name="connsiteY3" fmla="*/ 79549 h 92524"/>
                      <a:gd name="connsiteX4" fmla="*/ 36477 w 67395"/>
                      <a:gd name="connsiteY4" fmla="*/ 90455 h 92524"/>
                      <a:gd name="connsiteX5" fmla="*/ 52216 w 67395"/>
                      <a:gd name="connsiteY5" fmla="*/ 90455 h 92524"/>
                      <a:gd name="connsiteX6" fmla="*/ 52216 w 67395"/>
                      <a:gd name="connsiteY6" fmla="*/ 30154 h 92524"/>
                      <a:gd name="connsiteX7" fmla="*/ 65417 w 67395"/>
                      <a:gd name="connsiteY7" fmla="*/ 30154 h 92524"/>
                      <a:gd name="connsiteX8" fmla="*/ 65417 w 67395"/>
                      <a:gd name="connsiteY8" fmla="*/ 19743 h 92524"/>
                      <a:gd name="connsiteX9" fmla="*/ 52216 w 67395"/>
                      <a:gd name="connsiteY9" fmla="*/ 19743 h 92524"/>
                      <a:gd name="connsiteX10" fmla="*/ 52216 w 67395"/>
                      <a:gd name="connsiteY10" fmla="*/ -2069 h 92524"/>
                      <a:gd name="connsiteX11" fmla="*/ 39767 w 67395"/>
                      <a:gd name="connsiteY11" fmla="*/ -2069 h 92524"/>
                      <a:gd name="connsiteX12" fmla="*/ 39767 w 67395"/>
                      <a:gd name="connsiteY12" fmla="*/ 19743 h 92524"/>
                      <a:gd name="connsiteX13" fmla="*/ -1978 w 67395"/>
                      <a:gd name="connsiteY13" fmla="*/ 19743 h 92524"/>
                      <a:gd name="connsiteX14" fmla="*/ -1978 w 67395"/>
                      <a:gd name="connsiteY14" fmla="*/ 31819 h 92524"/>
                      <a:gd name="connsiteX15" fmla="*/ 36477 w 67395"/>
                      <a:gd name="connsiteY15" fmla="*/ 9045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49"/>
                        </a:moveTo>
                        <a:lnTo>
                          <a:pt x="8171" y="30154"/>
                        </a:lnTo>
                        <a:lnTo>
                          <a:pt x="39767" y="30154"/>
                        </a:lnTo>
                        <a:lnTo>
                          <a:pt x="39767" y="79549"/>
                        </a:lnTo>
                        <a:close/>
                        <a:moveTo>
                          <a:pt x="36477" y="90455"/>
                        </a:moveTo>
                        <a:lnTo>
                          <a:pt x="52216" y="90455"/>
                        </a:lnTo>
                        <a:lnTo>
                          <a:pt x="52216" y="30154"/>
                        </a:lnTo>
                        <a:lnTo>
                          <a:pt x="65417" y="30154"/>
                        </a:lnTo>
                        <a:lnTo>
                          <a:pt x="65417" y="19743"/>
                        </a:lnTo>
                        <a:lnTo>
                          <a:pt x="52216" y="19743"/>
                        </a:lnTo>
                        <a:lnTo>
                          <a:pt x="52216" y="-2069"/>
                        </a:lnTo>
                        <a:lnTo>
                          <a:pt x="39767" y="-2069"/>
                        </a:lnTo>
                        <a:lnTo>
                          <a:pt x="39767" y="19743"/>
                        </a:lnTo>
                        <a:lnTo>
                          <a:pt x="-1978" y="19743"/>
                        </a:lnTo>
                        <a:lnTo>
                          <a:pt x="-1978" y="31819"/>
                        </a:lnTo>
                        <a:lnTo>
                          <a:pt x="36477" y="904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7" name="Freeform: Shape 466">
                    <a:extLst>
                      <a:ext uri="{FF2B5EF4-FFF2-40B4-BE49-F238E27FC236}">
                        <a16:creationId xmlns:a16="http://schemas.microsoft.com/office/drawing/2014/main" id="{FB4D0B70-EAAC-D9BF-A0EA-965940168B97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916" y="4535453"/>
                    <a:ext cx="63431" cy="95994"/>
                  </a:xfrm>
                  <a:custGeom>
                    <a:avLst/>
                    <a:gdLst>
                      <a:gd name="connsiteX0" fmla="*/ 29723 w 63431"/>
                      <a:gd name="connsiteY0" fmla="*/ 43681 h 95994"/>
                      <a:gd name="connsiteX1" fmla="*/ 15688 w 63431"/>
                      <a:gd name="connsiteY1" fmla="*/ 38902 h 95994"/>
                      <a:gd name="connsiteX2" fmla="*/ 10594 w 63431"/>
                      <a:gd name="connsiteY2" fmla="*/ 25775 h 95994"/>
                      <a:gd name="connsiteX3" fmla="*/ 15688 w 63431"/>
                      <a:gd name="connsiteY3" fmla="*/ 12628 h 95994"/>
                      <a:gd name="connsiteX4" fmla="*/ 29723 w 63431"/>
                      <a:gd name="connsiteY4" fmla="*/ 7849 h 95994"/>
                      <a:gd name="connsiteX5" fmla="*/ 43777 w 63431"/>
                      <a:gd name="connsiteY5" fmla="*/ 12648 h 95994"/>
                      <a:gd name="connsiteX6" fmla="*/ 48930 w 63431"/>
                      <a:gd name="connsiteY6" fmla="*/ 25775 h 95994"/>
                      <a:gd name="connsiteX7" fmla="*/ 43816 w 63431"/>
                      <a:gd name="connsiteY7" fmla="*/ 38902 h 95994"/>
                      <a:gd name="connsiteX8" fmla="*/ 29723 w 63431"/>
                      <a:gd name="connsiteY8" fmla="*/ 43681 h 95994"/>
                      <a:gd name="connsiteX9" fmla="*/ 17215 w 63431"/>
                      <a:gd name="connsiteY9" fmla="*/ 48995 h 95994"/>
                      <a:gd name="connsiteX10" fmla="*/ 4667 w 63431"/>
                      <a:gd name="connsiteY10" fmla="*/ 56491 h 95994"/>
                      <a:gd name="connsiteX11" fmla="*/ 187 w 63431"/>
                      <a:gd name="connsiteY11" fmla="*/ 69955 h 95994"/>
                      <a:gd name="connsiteX12" fmla="*/ 8077 w 63431"/>
                      <a:gd name="connsiteY12" fmla="*/ 87484 h 95994"/>
                      <a:gd name="connsiteX13" fmla="*/ 29723 w 63431"/>
                      <a:gd name="connsiteY13" fmla="*/ 93929 h 95994"/>
                      <a:gd name="connsiteX14" fmla="*/ 51408 w 63431"/>
                      <a:gd name="connsiteY14" fmla="*/ 87484 h 95994"/>
                      <a:gd name="connsiteX15" fmla="*/ 59278 w 63431"/>
                      <a:gd name="connsiteY15" fmla="*/ 69955 h 95994"/>
                      <a:gd name="connsiteX16" fmla="*/ 54778 w 63431"/>
                      <a:gd name="connsiteY16" fmla="*/ 56491 h 95994"/>
                      <a:gd name="connsiteX17" fmla="*/ 42310 w 63431"/>
                      <a:gd name="connsiteY17" fmla="*/ 48995 h 95994"/>
                      <a:gd name="connsiteX18" fmla="*/ 56384 w 63431"/>
                      <a:gd name="connsiteY18" fmla="*/ 40746 h 95994"/>
                      <a:gd name="connsiteX19" fmla="*/ 61438 w 63431"/>
                      <a:gd name="connsiteY19" fmla="*/ 25775 h 95994"/>
                      <a:gd name="connsiteX20" fmla="*/ 53232 w 63431"/>
                      <a:gd name="connsiteY20" fmla="*/ 5113 h 95994"/>
                      <a:gd name="connsiteX21" fmla="*/ 29723 w 63431"/>
                      <a:gd name="connsiteY21" fmla="*/ -2066 h 95994"/>
                      <a:gd name="connsiteX22" fmla="*/ 6213 w 63431"/>
                      <a:gd name="connsiteY22" fmla="*/ 5113 h 95994"/>
                      <a:gd name="connsiteX23" fmla="*/ -1993 w 63431"/>
                      <a:gd name="connsiteY23" fmla="*/ 25775 h 95994"/>
                      <a:gd name="connsiteX24" fmla="*/ 3082 w 63431"/>
                      <a:gd name="connsiteY24" fmla="*/ 40746 h 95994"/>
                      <a:gd name="connsiteX25" fmla="*/ 17215 w 63431"/>
                      <a:gd name="connsiteY25" fmla="*/ 48995 h 95994"/>
                      <a:gd name="connsiteX26" fmla="*/ 12636 w 63431"/>
                      <a:gd name="connsiteY26" fmla="*/ 68765 h 95994"/>
                      <a:gd name="connsiteX27" fmla="*/ 17116 w 63431"/>
                      <a:gd name="connsiteY27" fmla="*/ 57562 h 95994"/>
                      <a:gd name="connsiteX28" fmla="*/ 29723 w 63431"/>
                      <a:gd name="connsiteY28" fmla="*/ 53536 h 95994"/>
                      <a:gd name="connsiteX29" fmla="*/ 42330 w 63431"/>
                      <a:gd name="connsiteY29" fmla="*/ 57562 h 95994"/>
                      <a:gd name="connsiteX30" fmla="*/ 46889 w 63431"/>
                      <a:gd name="connsiteY30" fmla="*/ 68765 h 95994"/>
                      <a:gd name="connsiteX31" fmla="*/ 42330 w 63431"/>
                      <a:gd name="connsiteY31" fmla="*/ 79989 h 95994"/>
                      <a:gd name="connsiteX32" fmla="*/ 29723 w 63431"/>
                      <a:gd name="connsiteY32" fmla="*/ 84014 h 95994"/>
                      <a:gd name="connsiteX33" fmla="*/ 17116 w 63431"/>
                      <a:gd name="connsiteY33" fmla="*/ 79989 h 95994"/>
                      <a:gd name="connsiteX34" fmla="*/ 12636 w 63431"/>
                      <a:gd name="connsiteY34" fmla="*/ 6876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29723" y="43681"/>
                        </a:moveTo>
                        <a:cubicBezTo>
                          <a:pt x="23776" y="43681"/>
                          <a:pt x="19098" y="42088"/>
                          <a:pt x="15688" y="38902"/>
                        </a:cubicBezTo>
                        <a:cubicBezTo>
                          <a:pt x="12292" y="35716"/>
                          <a:pt x="10594" y="31340"/>
                          <a:pt x="10594" y="25775"/>
                        </a:cubicBezTo>
                        <a:cubicBezTo>
                          <a:pt x="10594" y="20196"/>
                          <a:pt x="12292" y="15814"/>
                          <a:pt x="15688" y="12628"/>
                        </a:cubicBezTo>
                        <a:cubicBezTo>
                          <a:pt x="19098" y="9442"/>
                          <a:pt x="23776" y="7849"/>
                          <a:pt x="29723" y="7849"/>
                        </a:cubicBezTo>
                        <a:cubicBezTo>
                          <a:pt x="35669" y="7849"/>
                          <a:pt x="40354" y="9449"/>
                          <a:pt x="43777" y="12648"/>
                        </a:cubicBezTo>
                        <a:cubicBezTo>
                          <a:pt x="47212" y="15860"/>
                          <a:pt x="48930" y="20236"/>
                          <a:pt x="48930" y="25775"/>
                        </a:cubicBezTo>
                        <a:cubicBezTo>
                          <a:pt x="48930" y="31340"/>
                          <a:pt x="47226" y="35716"/>
                          <a:pt x="43816" y="38902"/>
                        </a:cubicBezTo>
                        <a:cubicBezTo>
                          <a:pt x="40420" y="42088"/>
                          <a:pt x="35722" y="43681"/>
                          <a:pt x="29723" y="43681"/>
                        </a:cubicBezTo>
                        <a:close/>
                        <a:moveTo>
                          <a:pt x="17215" y="48995"/>
                        </a:moveTo>
                        <a:cubicBezTo>
                          <a:pt x="11850" y="50317"/>
                          <a:pt x="7667" y="52816"/>
                          <a:pt x="4667" y="56491"/>
                        </a:cubicBezTo>
                        <a:cubicBezTo>
                          <a:pt x="1681" y="60179"/>
                          <a:pt x="187" y="64667"/>
                          <a:pt x="187" y="69955"/>
                        </a:cubicBezTo>
                        <a:cubicBezTo>
                          <a:pt x="187" y="77345"/>
                          <a:pt x="2817" y="83188"/>
                          <a:pt x="8077" y="87484"/>
                        </a:cubicBezTo>
                        <a:cubicBezTo>
                          <a:pt x="13349" y="91780"/>
                          <a:pt x="20565" y="93929"/>
                          <a:pt x="29723" y="93929"/>
                        </a:cubicBezTo>
                        <a:cubicBezTo>
                          <a:pt x="38933" y="93929"/>
                          <a:pt x="46162" y="91780"/>
                          <a:pt x="51408" y="87484"/>
                        </a:cubicBezTo>
                        <a:cubicBezTo>
                          <a:pt x="56654" y="83188"/>
                          <a:pt x="59278" y="77345"/>
                          <a:pt x="59278" y="69955"/>
                        </a:cubicBezTo>
                        <a:cubicBezTo>
                          <a:pt x="59278" y="64667"/>
                          <a:pt x="57778" y="60179"/>
                          <a:pt x="54778" y="56491"/>
                        </a:cubicBezTo>
                        <a:cubicBezTo>
                          <a:pt x="51791" y="52816"/>
                          <a:pt x="47635" y="50317"/>
                          <a:pt x="42310" y="48995"/>
                        </a:cubicBezTo>
                        <a:cubicBezTo>
                          <a:pt x="48336" y="47594"/>
                          <a:pt x="53027" y="44844"/>
                          <a:pt x="56384" y="40746"/>
                        </a:cubicBezTo>
                        <a:cubicBezTo>
                          <a:pt x="59753" y="36661"/>
                          <a:pt x="61438" y="31671"/>
                          <a:pt x="61438" y="25775"/>
                        </a:cubicBezTo>
                        <a:cubicBezTo>
                          <a:pt x="61438" y="16799"/>
                          <a:pt x="58703" y="9911"/>
                          <a:pt x="53232" y="5113"/>
                        </a:cubicBezTo>
                        <a:cubicBezTo>
                          <a:pt x="47761" y="327"/>
                          <a:pt x="39924" y="-2066"/>
                          <a:pt x="29723" y="-2066"/>
                        </a:cubicBezTo>
                        <a:cubicBezTo>
                          <a:pt x="19534" y="-2066"/>
                          <a:pt x="11698" y="327"/>
                          <a:pt x="6213" y="5113"/>
                        </a:cubicBezTo>
                        <a:cubicBezTo>
                          <a:pt x="743" y="9911"/>
                          <a:pt x="-1993" y="16799"/>
                          <a:pt x="-1993" y="25775"/>
                        </a:cubicBezTo>
                        <a:cubicBezTo>
                          <a:pt x="-1993" y="31671"/>
                          <a:pt x="-301" y="36661"/>
                          <a:pt x="3082" y="40746"/>
                        </a:cubicBezTo>
                        <a:cubicBezTo>
                          <a:pt x="6478" y="44844"/>
                          <a:pt x="11189" y="47594"/>
                          <a:pt x="17215" y="48995"/>
                        </a:cubicBezTo>
                        <a:close/>
                        <a:moveTo>
                          <a:pt x="12636" y="68765"/>
                        </a:moveTo>
                        <a:cubicBezTo>
                          <a:pt x="12636" y="63980"/>
                          <a:pt x="14129" y="60245"/>
                          <a:pt x="17116" y="57562"/>
                        </a:cubicBezTo>
                        <a:cubicBezTo>
                          <a:pt x="20115" y="54878"/>
                          <a:pt x="24318" y="53536"/>
                          <a:pt x="29723" y="53536"/>
                        </a:cubicBezTo>
                        <a:cubicBezTo>
                          <a:pt x="35101" y="53536"/>
                          <a:pt x="39303" y="54878"/>
                          <a:pt x="42330" y="57562"/>
                        </a:cubicBezTo>
                        <a:cubicBezTo>
                          <a:pt x="45369" y="60245"/>
                          <a:pt x="46889" y="63980"/>
                          <a:pt x="46889" y="68765"/>
                        </a:cubicBezTo>
                        <a:cubicBezTo>
                          <a:pt x="46889" y="73564"/>
                          <a:pt x="45369" y="77305"/>
                          <a:pt x="42330" y="79989"/>
                        </a:cubicBezTo>
                        <a:cubicBezTo>
                          <a:pt x="39303" y="82672"/>
                          <a:pt x="35101" y="84014"/>
                          <a:pt x="29723" y="84014"/>
                        </a:cubicBezTo>
                        <a:cubicBezTo>
                          <a:pt x="24318" y="84014"/>
                          <a:pt x="20115" y="82672"/>
                          <a:pt x="17116" y="79989"/>
                        </a:cubicBezTo>
                        <a:cubicBezTo>
                          <a:pt x="14129" y="77305"/>
                          <a:pt x="12636" y="73564"/>
                          <a:pt x="12636" y="6876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8" name="Freeform: Shape 467">
                    <a:extLst>
                      <a:ext uri="{FF2B5EF4-FFF2-40B4-BE49-F238E27FC236}">
                        <a16:creationId xmlns:a16="http://schemas.microsoft.com/office/drawing/2014/main" id="{2F2520BC-49EF-543D-49E9-CD32DD16C39A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535453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4014 h 95994"/>
                      <a:gd name="connsiteX1" fmla="*/ 15437 w 63926"/>
                      <a:gd name="connsiteY1" fmla="*/ 74496 h 95994"/>
                      <a:gd name="connsiteX2" fmla="*/ 10580 w 63926"/>
                      <a:gd name="connsiteY2" fmla="*/ 45902 h 95994"/>
                      <a:gd name="connsiteX3" fmla="*/ 15437 w 63926"/>
                      <a:gd name="connsiteY3" fmla="*/ 17367 h 95994"/>
                      <a:gd name="connsiteX4" fmla="*/ 29966 w 63926"/>
                      <a:gd name="connsiteY4" fmla="*/ 7849 h 95994"/>
                      <a:gd name="connsiteX5" fmla="*/ 44556 w 63926"/>
                      <a:gd name="connsiteY5" fmla="*/ 17367 h 95994"/>
                      <a:gd name="connsiteX6" fmla="*/ 49432 w 63926"/>
                      <a:gd name="connsiteY6" fmla="*/ 45902 h 95994"/>
                      <a:gd name="connsiteX7" fmla="*/ 44556 w 63926"/>
                      <a:gd name="connsiteY7" fmla="*/ 74496 h 95994"/>
                      <a:gd name="connsiteX8" fmla="*/ 29966 w 63926"/>
                      <a:gd name="connsiteY8" fmla="*/ 84014 h 95994"/>
                      <a:gd name="connsiteX9" fmla="*/ 29966 w 63926"/>
                      <a:gd name="connsiteY9" fmla="*/ 93929 h 95994"/>
                      <a:gd name="connsiteX10" fmla="*/ 53733 w 63926"/>
                      <a:gd name="connsiteY10" fmla="*/ 81615 h 95994"/>
                      <a:gd name="connsiteX11" fmla="*/ 61940 w 63926"/>
                      <a:gd name="connsiteY11" fmla="*/ 45902 h 95994"/>
                      <a:gd name="connsiteX12" fmla="*/ 53733 w 63926"/>
                      <a:gd name="connsiteY12" fmla="*/ 10229 h 95994"/>
                      <a:gd name="connsiteX13" fmla="*/ 29966 w 63926"/>
                      <a:gd name="connsiteY13" fmla="*/ -2066 h 95994"/>
                      <a:gd name="connsiteX14" fmla="*/ 6219 w 63926"/>
                      <a:gd name="connsiteY14" fmla="*/ 10229 h 95994"/>
                      <a:gd name="connsiteX15" fmla="*/ -1987 w 63926"/>
                      <a:gd name="connsiteY15" fmla="*/ 45902 h 95994"/>
                      <a:gd name="connsiteX16" fmla="*/ 6219 w 63926"/>
                      <a:gd name="connsiteY16" fmla="*/ 81615 h 95994"/>
                      <a:gd name="connsiteX17" fmla="*/ 29966 w 63926"/>
                      <a:gd name="connsiteY17" fmla="*/ 9392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4014"/>
                        </a:moveTo>
                        <a:cubicBezTo>
                          <a:pt x="23531" y="84014"/>
                          <a:pt x="18688" y="80841"/>
                          <a:pt x="15437" y="74496"/>
                        </a:cubicBezTo>
                        <a:cubicBezTo>
                          <a:pt x="12199" y="68164"/>
                          <a:pt x="10580" y="58632"/>
                          <a:pt x="10580" y="45902"/>
                        </a:cubicBezTo>
                        <a:cubicBezTo>
                          <a:pt x="10580" y="33224"/>
                          <a:pt x="12199" y="23713"/>
                          <a:pt x="15437" y="17367"/>
                        </a:cubicBezTo>
                        <a:cubicBezTo>
                          <a:pt x="18688" y="11022"/>
                          <a:pt x="23531" y="7849"/>
                          <a:pt x="29966" y="7849"/>
                        </a:cubicBezTo>
                        <a:cubicBezTo>
                          <a:pt x="36455" y="7849"/>
                          <a:pt x="41318" y="11022"/>
                          <a:pt x="44556" y="17367"/>
                        </a:cubicBezTo>
                        <a:cubicBezTo>
                          <a:pt x="47806" y="23713"/>
                          <a:pt x="49432" y="33224"/>
                          <a:pt x="49432" y="45902"/>
                        </a:cubicBezTo>
                        <a:cubicBezTo>
                          <a:pt x="49432" y="58632"/>
                          <a:pt x="47806" y="68164"/>
                          <a:pt x="44556" y="74496"/>
                        </a:cubicBezTo>
                        <a:cubicBezTo>
                          <a:pt x="41318" y="80841"/>
                          <a:pt x="36455" y="84014"/>
                          <a:pt x="29966" y="84014"/>
                        </a:cubicBezTo>
                        <a:close/>
                        <a:moveTo>
                          <a:pt x="29966" y="93929"/>
                        </a:moveTo>
                        <a:cubicBezTo>
                          <a:pt x="40340" y="93929"/>
                          <a:pt x="48262" y="89824"/>
                          <a:pt x="53733" y="81615"/>
                        </a:cubicBezTo>
                        <a:cubicBezTo>
                          <a:pt x="59204" y="73418"/>
                          <a:pt x="61940" y="61514"/>
                          <a:pt x="61940" y="45902"/>
                        </a:cubicBezTo>
                        <a:cubicBezTo>
                          <a:pt x="61940" y="30329"/>
                          <a:pt x="59204" y="18438"/>
                          <a:pt x="53733" y="10229"/>
                        </a:cubicBezTo>
                        <a:cubicBezTo>
                          <a:pt x="48262" y="2033"/>
                          <a:pt x="40340" y="-2066"/>
                          <a:pt x="29966" y="-2066"/>
                        </a:cubicBezTo>
                        <a:cubicBezTo>
                          <a:pt x="19606" y="-2066"/>
                          <a:pt x="11690" y="2033"/>
                          <a:pt x="6219" y="10229"/>
                        </a:cubicBezTo>
                        <a:cubicBezTo>
                          <a:pt x="748" y="18438"/>
                          <a:pt x="-1987" y="30329"/>
                          <a:pt x="-1987" y="45902"/>
                        </a:cubicBezTo>
                        <a:cubicBezTo>
                          <a:pt x="-1987" y="61514"/>
                          <a:pt x="748" y="73418"/>
                          <a:pt x="6219" y="81615"/>
                        </a:cubicBezTo>
                        <a:cubicBezTo>
                          <a:pt x="11690" y="89824"/>
                          <a:pt x="19606" y="93929"/>
                          <a:pt x="29966" y="939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69" name="Graphic 398">
                <a:extLst>
                  <a:ext uri="{FF2B5EF4-FFF2-40B4-BE49-F238E27FC236}">
                    <a16:creationId xmlns:a16="http://schemas.microsoft.com/office/drawing/2014/main" id="{4B84C3FB-9797-1854-93CD-39CB57A93C15}"/>
                  </a:ext>
                </a:extLst>
              </p:cNvPr>
              <p:cNvGrpSpPr/>
              <p:nvPr/>
            </p:nvGrpSpPr>
            <p:grpSpPr>
              <a:xfrm>
                <a:off x="3577804" y="3968934"/>
                <a:ext cx="324747" cy="95994"/>
                <a:chOff x="3577804" y="3968934"/>
                <a:chExt cx="324747" cy="95994"/>
              </a:xfrm>
              <a:solidFill>
                <a:srgbClr val="000000"/>
              </a:solidFill>
            </p:grpSpPr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C3AFD918-A0B3-5A94-2C56-940E27D08C4A}"/>
                    </a:ext>
                  </a:extLst>
                </p:cNvPr>
                <p:cNvSpPr/>
                <p:nvPr/>
              </p:nvSpPr>
              <p:spPr>
                <a:xfrm>
                  <a:off x="3858149" y="4014909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19 h 12690"/>
                    <a:gd name="connsiteX1" fmla="*/ 58 w 44401"/>
                    <a:gd name="connsiteY1" fmla="*/ 21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19"/>
                      </a:moveTo>
                      <a:lnTo>
                        <a:pt x="58" y="219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71" name="Graphic 398">
                  <a:extLst>
                    <a:ext uri="{FF2B5EF4-FFF2-40B4-BE49-F238E27FC236}">
                      <a16:creationId xmlns:a16="http://schemas.microsoft.com/office/drawing/2014/main" id="{605C90D8-2799-7A8E-B77F-110347E525B5}"/>
                    </a:ext>
                  </a:extLst>
                </p:cNvPr>
                <p:cNvGrpSpPr/>
                <p:nvPr/>
              </p:nvGrpSpPr>
              <p:grpSpPr>
                <a:xfrm>
                  <a:off x="3577804" y="3968934"/>
                  <a:ext cx="227514" cy="95994"/>
                  <a:chOff x="3577804" y="3968934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472" name="Freeform: Shape 471">
                    <a:extLst>
                      <a:ext uri="{FF2B5EF4-FFF2-40B4-BE49-F238E27FC236}">
                        <a16:creationId xmlns:a16="http://schemas.microsoft.com/office/drawing/2014/main" id="{7350270C-1B0A-5E99-E16C-2C32D81E6FAE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3970600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04 h 92524"/>
                      <a:gd name="connsiteX1" fmla="*/ 8171 w 67395"/>
                      <a:gd name="connsiteY1" fmla="*/ 30109 h 92524"/>
                      <a:gd name="connsiteX2" fmla="*/ 39767 w 67395"/>
                      <a:gd name="connsiteY2" fmla="*/ 30109 h 92524"/>
                      <a:gd name="connsiteX3" fmla="*/ 39767 w 67395"/>
                      <a:gd name="connsiteY3" fmla="*/ 79504 h 92524"/>
                      <a:gd name="connsiteX4" fmla="*/ 36477 w 67395"/>
                      <a:gd name="connsiteY4" fmla="*/ 90410 h 92524"/>
                      <a:gd name="connsiteX5" fmla="*/ 52216 w 67395"/>
                      <a:gd name="connsiteY5" fmla="*/ 90410 h 92524"/>
                      <a:gd name="connsiteX6" fmla="*/ 52216 w 67395"/>
                      <a:gd name="connsiteY6" fmla="*/ 30109 h 92524"/>
                      <a:gd name="connsiteX7" fmla="*/ 65417 w 67395"/>
                      <a:gd name="connsiteY7" fmla="*/ 30109 h 92524"/>
                      <a:gd name="connsiteX8" fmla="*/ 65417 w 67395"/>
                      <a:gd name="connsiteY8" fmla="*/ 19699 h 92524"/>
                      <a:gd name="connsiteX9" fmla="*/ 52216 w 67395"/>
                      <a:gd name="connsiteY9" fmla="*/ 19699 h 92524"/>
                      <a:gd name="connsiteX10" fmla="*/ 52216 w 67395"/>
                      <a:gd name="connsiteY10" fmla="*/ -2114 h 92524"/>
                      <a:gd name="connsiteX11" fmla="*/ 39767 w 67395"/>
                      <a:gd name="connsiteY11" fmla="*/ -2114 h 92524"/>
                      <a:gd name="connsiteX12" fmla="*/ 39767 w 67395"/>
                      <a:gd name="connsiteY12" fmla="*/ 19699 h 92524"/>
                      <a:gd name="connsiteX13" fmla="*/ -1978 w 67395"/>
                      <a:gd name="connsiteY13" fmla="*/ 19699 h 92524"/>
                      <a:gd name="connsiteX14" fmla="*/ -1978 w 67395"/>
                      <a:gd name="connsiteY14" fmla="*/ 31775 h 92524"/>
                      <a:gd name="connsiteX15" fmla="*/ 36477 w 67395"/>
                      <a:gd name="connsiteY15" fmla="*/ 904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04"/>
                        </a:moveTo>
                        <a:lnTo>
                          <a:pt x="8171" y="30109"/>
                        </a:lnTo>
                        <a:lnTo>
                          <a:pt x="39767" y="30109"/>
                        </a:lnTo>
                        <a:lnTo>
                          <a:pt x="39767" y="79504"/>
                        </a:lnTo>
                        <a:close/>
                        <a:moveTo>
                          <a:pt x="36477" y="90410"/>
                        </a:moveTo>
                        <a:lnTo>
                          <a:pt x="52216" y="90410"/>
                        </a:lnTo>
                        <a:lnTo>
                          <a:pt x="52216" y="30109"/>
                        </a:lnTo>
                        <a:lnTo>
                          <a:pt x="65417" y="30109"/>
                        </a:lnTo>
                        <a:lnTo>
                          <a:pt x="65417" y="19699"/>
                        </a:lnTo>
                        <a:lnTo>
                          <a:pt x="52216" y="19699"/>
                        </a:lnTo>
                        <a:lnTo>
                          <a:pt x="52216" y="-2114"/>
                        </a:lnTo>
                        <a:lnTo>
                          <a:pt x="39767" y="-2114"/>
                        </a:lnTo>
                        <a:lnTo>
                          <a:pt x="39767" y="19699"/>
                        </a:lnTo>
                        <a:lnTo>
                          <a:pt x="-1978" y="19699"/>
                        </a:lnTo>
                        <a:lnTo>
                          <a:pt x="-1978" y="31775"/>
                        </a:lnTo>
                        <a:lnTo>
                          <a:pt x="36477" y="90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3" name="Freeform: Shape 472">
                    <a:extLst>
                      <a:ext uri="{FF2B5EF4-FFF2-40B4-BE49-F238E27FC236}">
                        <a16:creationId xmlns:a16="http://schemas.microsoft.com/office/drawing/2014/main" id="{CB92FFDA-218F-D3D4-B97B-66AF57F39EA4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301" y="3968934"/>
                    <a:ext cx="63807" cy="95994"/>
                  </a:xfrm>
                  <a:custGeom>
                    <a:avLst/>
                    <a:gdLst>
                      <a:gd name="connsiteX0" fmla="*/ 3975 w 63807"/>
                      <a:gd name="connsiteY0" fmla="*/ 1618 h 95994"/>
                      <a:gd name="connsiteX1" fmla="*/ 3975 w 63807"/>
                      <a:gd name="connsiteY1" fmla="*/ 13020 h 95994"/>
                      <a:gd name="connsiteX2" fmla="*/ 13510 w 63807"/>
                      <a:gd name="connsiteY2" fmla="*/ 9609 h 95994"/>
                      <a:gd name="connsiteX3" fmla="*/ 23005 w 63807"/>
                      <a:gd name="connsiteY3" fmla="*/ 8439 h 95994"/>
                      <a:gd name="connsiteX4" fmla="*/ 41915 w 63807"/>
                      <a:gd name="connsiteY4" fmla="*/ 16767 h 95994"/>
                      <a:gd name="connsiteX5" fmla="*/ 49388 w 63807"/>
                      <a:gd name="connsiteY5" fmla="*/ 42090 h 95994"/>
                      <a:gd name="connsiteX6" fmla="*/ 40270 w 63807"/>
                      <a:gd name="connsiteY6" fmla="*/ 33900 h 95994"/>
                      <a:gd name="connsiteX7" fmla="*/ 28079 w 63807"/>
                      <a:gd name="connsiteY7" fmla="*/ 31045 h 95994"/>
                      <a:gd name="connsiteX8" fmla="*/ 6116 w 63807"/>
                      <a:gd name="connsiteY8" fmla="*/ 39432 h 95994"/>
                      <a:gd name="connsiteX9" fmla="*/ -1971 w 63807"/>
                      <a:gd name="connsiteY9" fmla="*/ 62415 h 95994"/>
                      <a:gd name="connsiteX10" fmla="*/ 6453 w 63807"/>
                      <a:gd name="connsiteY10" fmla="*/ 85258 h 95994"/>
                      <a:gd name="connsiteX11" fmla="*/ 28872 w 63807"/>
                      <a:gd name="connsiteY11" fmla="*/ 93884 h 95994"/>
                      <a:gd name="connsiteX12" fmla="*/ 53372 w 63807"/>
                      <a:gd name="connsiteY12" fmla="*/ 81570 h 95994"/>
                      <a:gd name="connsiteX13" fmla="*/ 61836 w 63807"/>
                      <a:gd name="connsiteY13" fmla="*/ 45857 h 95994"/>
                      <a:gd name="connsiteX14" fmla="*/ 51449 w 63807"/>
                      <a:gd name="connsiteY14" fmla="*/ 10938 h 95994"/>
                      <a:gd name="connsiteX15" fmla="*/ 23560 w 63807"/>
                      <a:gd name="connsiteY15" fmla="*/ -2110 h 95994"/>
                      <a:gd name="connsiteX16" fmla="*/ 14005 w 63807"/>
                      <a:gd name="connsiteY16" fmla="*/ -1178 h 95994"/>
                      <a:gd name="connsiteX17" fmla="*/ 3975 w 63807"/>
                      <a:gd name="connsiteY17" fmla="*/ 1618 h 95994"/>
                      <a:gd name="connsiteX18" fmla="*/ 28872 w 63807"/>
                      <a:gd name="connsiteY18" fmla="*/ 40840 h 95994"/>
                      <a:gd name="connsiteX19" fmla="*/ 42212 w 63807"/>
                      <a:gd name="connsiteY19" fmla="*/ 46591 h 95994"/>
                      <a:gd name="connsiteX20" fmla="*/ 47148 w 63807"/>
                      <a:gd name="connsiteY20" fmla="*/ 62415 h 95994"/>
                      <a:gd name="connsiteX21" fmla="*/ 42212 w 63807"/>
                      <a:gd name="connsiteY21" fmla="*/ 78179 h 95994"/>
                      <a:gd name="connsiteX22" fmla="*/ 28872 w 63807"/>
                      <a:gd name="connsiteY22" fmla="*/ 83969 h 95994"/>
                      <a:gd name="connsiteX23" fmla="*/ 15532 w 63807"/>
                      <a:gd name="connsiteY23" fmla="*/ 78179 h 95994"/>
                      <a:gd name="connsiteX24" fmla="*/ 10616 w 63807"/>
                      <a:gd name="connsiteY24" fmla="*/ 62415 h 95994"/>
                      <a:gd name="connsiteX25" fmla="*/ 15532 w 63807"/>
                      <a:gd name="connsiteY25" fmla="*/ 46591 h 95994"/>
                      <a:gd name="connsiteX26" fmla="*/ 28872 w 63807"/>
                      <a:gd name="connsiteY26" fmla="*/ 4084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3975" y="1618"/>
                        </a:moveTo>
                        <a:lnTo>
                          <a:pt x="3975" y="13020"/>
                        </a:lnTo>
                        <a:cubicBezTo>
                          <a:pt x="7120" y="11526"/>
                          <a:pt x="10298" y="10389"/>
                          <a:pt x="13510" y="9609"/>
                        </a:cubicBezTo>
                        <a:cubicBezTo>
                          <a:pt x="16734" y="8829"/>
                          <a:pt x="19899" y="8439"/>
                          <a:pt x="23005" y="8439"/>
                        </a:cubicBezTo>
                        <a:cubicBezTo>
                          <a:pt x="31264" y="8439"/>
                          <a:pt x="37567" y="11215"/>
                          <a:pt x="41915" y="16767"/>
                        </a:cubicBezTo>
                        <a:cubicBezTo>
                          <a:pt x="46276" y="22320"/>
                          <a:pt x="48767" y="30760"/>
                          <a:pt x="49388" y="42090"/>
                        </a:cubicBezTo>
                        <a:cubicBezTo>
                          <a:pt x="46996" y="38534"/>
                          <a:pt x="43957" y="35804"/>
                          <a:pt x="40270" y="33900"/>
                        </a:cubicBezTo>
                        <a:cubicBezTo>
                          <a:pt x="36596" y="31996"/>
                          <a:pt x="32532" y="31045"/>
                          <a:pt x="28079" y="31045"/>
                        </a:cubicBezTo>
                        <a:cubicBezTo>
                          <a:pt x="18829" y="31045"/>
                          <a:pt x="11508" y="33841"/>
                          <a:pt x="6116" y="39432"/>
                        </a:cubicBezTo>
                        <a:cubicBezTo>
                          <a:pt x="724" y="45038"/>
                          <a:pt x="-1971" y="52698"/>
                          <a:pt x="-1971" y="62415"/>
                        </a:cubicBezTo>
                        <a:cubicBezTo>
                          <a:pt x="-1971" y="71906"/>
                          <a:pt x="837" y="79521"/>
                          <a:pt x="6453" y="85258"/>
                        </a:cubicBezTo>
                        <a:cubicBezTo>
                          <a:pt x="12069" y="91009"/>
                          <a:pt x="19542" y="93884"/>
                          <a:pt x="28872" y="93884"/>
                        </a:cubicBezTo>
                        <a:cubicBezTo>
                          <a:pt x="39576" y="93884"/>
                          <a:pt x="47743" y="89779"/>
                          <a:pt x="53372" y="81570"/>
                        </a:cubicBezTo>
                        <a:cubicBezTo>
                          <a:pt x="59015" y="73374"/>
                          <a:pt x="61836" y="61470"/>
                          <a:pt x="61836" y="45857"/>
                        </a:cubicBezTo>
                        <a:cubicBezTo>
                          <a:pt x="61836" y="31276"/>
                          <a:pt x="58374" y="19636"/>
                          <a:pt x="51449" y="10938"/>
                        </a:cubicBezTo>
                        <a:cubicBezTo>
                          <a:pt x="44538" y="2239"/>
                          <a:pt x="35241" y="-2110"/>
                          <a:pt x="23560" y="-2110"/>
                        </a:cubicBezTo>
                        <a:cubicBezTo>
                          <a:pt x="20414" y="-2110"/>
                          <a:pt x="17230" y="-1800"/>
                          <a:pt x="14005" y="-1178"/>
                        </a:cubicBezTo>
                        <a:cubicBezTo>
                          <a:pt x="10794" y="-557"/>
                          <a:pt x="7451" y="375"/>
                          <a:pt x="3975" y="1618"/>
                        </a:cubicBezTo>
                        <a:close/>
                        <a:moveTo>
                          <a:pt x="28872" y="40840"/>
                        </a:moveTo>
                        <a:cubicBezTo>
                          <a:pt x="34488" y="40840"/>
                          <a:pt x="38935" y="42757"/>
                          <a:pt x="42212" y="46591"/>
                        </a:cubicBezTo>
                        <a:cubicBezTo>
                          <a:pt x="45503" y="50438"/>
                          <a:pt x="47148" y="55712"/>
                          <a:pt x="47148" y="62415"/>
                        </a:cubicBezTo>
                        <a:cubicBezTo>
                          <a:pt x="47148" y="69064"/>
                          <a:pt x="45503" y="74319"/>
                          <a:pt x="42212" y="78179"/>
                        </a:cubicBezTo>
                        <a:cubicBezTo>
                          <a:pt x="38935" y="82039"/>
                          <a:pt x="34488" y="83969"/>
                          <a:pt x="28872" y="83969"/>
                        </a:cubicBezTo>
                        <a:cubicBezTo>
                          <a:pt x="23256" y="83969"/>
                          <a:pt x="18809" y="82039"/>
                          <a:pt x="15532" y="78179"/>
                        </a:cubicBezTo>
                        <a:cubicBezTo>
                          <a:pt x="12254" y="74319"/>
                          <a:pt x="10616" y="69064"/>
                          <a:pt x="10616" y="62415"/>
                        </a:cubicBezTo>
                        <a:cubicBezTo>
                          <a:pt x="10616" y="55712"/>
                          <a:pt x="12254" y="50438"/>
                          <a:pt x="15532" y="46591"/>
                        </a:cubicBezTo>
                        <a:cubicBezTo>
                          <a:pt x="18809" y="42757"/>
                          <a:pt x="23256" y="40840"/>
                          <a:pt x="28872" y="408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4" name="Freeform: Shape 473">
                    <a:extLst>
                      <a:ext uri="{FF2B5EF4-FFF2-40B4-BE49-F238E27FC236}">
                        <a16:creationId xmlns:a16="http://schemas.microsoft.com/office/drawing/2014/main" id="{1578C2C9-7E8B-7C7F-6D59-128FF22CF193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968934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69 h 95994"/>
                      <a:gd name="connsiteX1" fmla="*/ 15437 w 63926"/>
                      <a:gd name="connsiteY1" fmla="*/ 74451 h 95994"/>
                      <a:gd name="connsiteX2" fmla="*/ 10580 w 63926"/>
                      <a:gd name="connsiteY2" fmla="*/ 45857 h 95994"/>
                      <a:gd name="connsiteX3" fmla="*/ 15437 w 63926"/>
                      <a:gd name="connsiteY3" fmla="*/ 17323 h 95994"/>
                      <a:gd name="connsiteX4" fmla="*/ 29966 w 63926"/>
                      <a:gd name="connsiteY4" fmla="*/ 7805 h 95994"/>
                      <a:gd name="connsiteX5" fmla="*/ 44556 w 63926"/>
                      <a:gd name="connsiteY5" fmla="*/ 17323 h 95994"/>
                      <a:gd name="connsiteX6" fmla="*/ 49432 w 63926"/>
                      <a:gd name="connsiteY6" fmla="*/ 45857 h 95994"/>
                      <a:gd name="connsiteX7" fmla="*/ 44556 w 63926"/>
                      <a:gd name="connsiteY7" fmla="*/ 74451 h 95994"/>
                      <a:gd name="connsiteX8" fmla="*/ 29966 w 63926"/>
                      <a:gd name="connsiteY8" fmla="*/ 83969 h 95994"/>
                      <a:gd name="connsiteX9" fmla="*/ 29966 w 63926"/>
                      <a:gd name="connsiteY9" fmla="*/ 93884 h 95994"/>
                      <a:gd name="connsiteX10" fmla="*/ 53733 w 63926"/>
                      <a:gd name="connsiteY10" fmla="*/ 81570 h 95994"/>
                      <a:gd name="connsiteX11" fmla="*/ 61940 w 63926"/>
                      <a:gd name="connsiteY11" fmla="*/ 45857 h 95994"/>
                      <a:gd name="connsiteX12" fmla="*/ 53733 w 63926"/>
                      <a:gd name="connsiteY12" fmla="*/ 10184 h 95994"/>
                      <a:gd name="connsiteX13" fmla="*/ 29966 w 63926"/>
                      <a:gd name="connsiteY13" fmla="*/ -2110 h 95994"/>
                      <a:gd name="connsiteX14" fmla="*/ 6219 w 63926"/>
                      <a:gd name="connsiteY14" fmla="*/ 10184 h 95994"/>
                      <a:gd name="connsiteX15" fmla="*/ -1987 w 63926"/>
                      <a:gd name="connsiteY15" fmla="*/ 45857 h 95994"/>
                      <a:gd name="connsiteX16" fmla="*/ 6219 w 63926"/>
                      <a:gd name="connsiteY16" fmla="*/ 81570 h 95994"/>
                      <a:gd name="connsiteX17" fmla="*/ 29966 w 63926"/>
                      <a:gd name="connsiteY17" fmla="*/ 938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69"/>
                        </a:moveTo>
                        <a:cubicBezTo>
                          <a:pt x="23531" y="83969"/>
                          <a:pt x="18688" y="80797"/>
                          <a:pt x="15437" y="74451"/>
                        </a:cubicBezTo>
                        <a:cubicBezTo>
                          <a:pt x="12199" y="68119"/>
                          <a:pt x="10580" y="58588"/>
                          <a:pt x="10580" y="45857"/>
                        </a:cubicBezTo>
                        <a:cubicBezTo>
                          <a:pt x="10580" y="33180"/>
                          <a:pt x="12199" y="23668"/>
                          <a:pt x="15437" y="17323"/>
                        </a:cubicBezTo>
                        <a:cubicBezTo>
                          <a:pt x="18688" y="10977"/>
                          <a:pt x="23531" y="7805"/>
                          <a:pt x="29966" y="7805"/>
                        </a:cubicBezTo>
                        <a:cubicBezTo>
                          <a:pt x="36455" y="7805"/>
                          <a:pt x="41318" y="10977"/>
                          <a:pt x="44556" y="17323"/>
                        </a:cubicBezTo>
                        <a:cubicBezTo>
                          <a:pt x="47806" y="23668"/>
                          <a:pt x="49432" y="33180"/>
                          <a:pt x="49432" y="45857"/>
                        </a:cubicBezTo>
                        <a:cubicBezTo>
                          <a:pt x="49432" y="58588"/>
                          <a:pt x="47806" y="68119"/>
                          <a:pt x="44556" y="74451"/>
                        </a:cubicBezTo>
                        <a:cubicBezTo>
                          <a:pt x="41318" y="80797"/>
                          <a:pt x="36455" y="83969"/>
                          <a:pt x="29966" y="83969"/>
                        </a:cubicBezTo>
                        <a:close/>
                        <a:moveTo>
                          <a:pt x="29966" y="93884"/>
                        </a:moveTo>
                        <a:cubicBezTo>
                          <a:pt x="40340" y="93884"/>
                          <a:pt x="48262" y="89779"/>
                          <a:pt x="53733" y="81570"/>
                        </a:cubicBezTo>
                        <a:cubicBezTo>
                          <a:pt x="59204" y="73374"/>
                          <a:pt x="61940" y="61470"/>
                          <a:pt x="61940" y="45857"/>
                        </a:cubicBezTo>
                        <a:cubicBezTo>
                          <a:pt x="61940" y="30284"/>
                          <a:pt x="59204" y="18393"/>
                          <a:pt x="53733" y="10184"/>
                        </a:cubicBezTo>
                        <a:cubicBezTo>
                          <a:pt x="48262" y="1988"/>
                          <a:pt x="40340" y="-2110"/>
                          <a:pt x="29966" y="-2110"/>
                        </a:cubicBezTo>
                        <a:cubicBezTo>
                          <a:pt x="19606" y="-2110"/>
                          <a:pt x="11690" y="1988"/>
                          <a:pt x="6219" y="10184"/>
                        </a:cubicBezTo>
                        <a:cubicBezTo>
                          <a:pt x="748" y="18393"/>
                          <a:pt x="-1987" y="30284"/>
                          <a:pt x="-1987" y="45857"/>
                        </a:cubicBezTo>
                        <a:cubicBezTo>
                          <a:pt x="-1987" y="61470"/>
                          <a:pt x="748" y="73374"/>
                          <a:pt x="6219" y="81570"/>
                        </a:cubicBezTo>
                        <a:cubicBezTo>
                          <a:pt x="11690" y="89779"/>
                          <a:pt x="19606" y="93884"/>
                          <a:pt x="29966" y="938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75" name="Graphic 398">
                <a:extLst>
                  <a:ext uri="{FF2B5EF4-FFF2-40B4-BE49-F238E27FC236}">
                    <a16:creationId xmlns:a16="http://schemas.microsoft.com/office/drawing/2014/main" id="{DB3CA51B-C395-6E7B-BBD4-8894FAED97E8}"/>
                  </a:ext>
                </a:extLst>
              </p:cNvPr>
              <p:cNvGrpSpPr/>
              <p:nvPr/>
            </p:nvGrpSpPr>
            <p:grpSpPr>
              <a:xfrm>
                <a:off x="3581391" y="3402416"/>
                <a:ext cx="321159" cy="95994"/>
                <a:chOff x="3581391" y="3402416"/>
                <a:chExt cx="321159" cy="95994"/>
              </a:xfrm>
              <a:solidFill>
                <a:srgbClr val="000000"/>
              </a:solidFill>
            </p:grpSpPr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7A0A6332-29F3-C282-28F2-034BACA3DFFB}"/>
                    </a:ext>
                  </a:extLst>
                </p:cNvPr>
                <p:cNvSpPr/>
                <p:nvPr/>
              </p:nvSpPr>
              <p:spPr>
                <a:xfrm>
                  <a:off x="3858149" y="344839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75 h 12690"/>
                    <a:gd name="connsiteX1" fmla="*/ 58 w 44401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77" name="Graphic 398">
                  <a:extLst>
                    <a:ext uri="{FF2B5EF4-FFF2-40B4-BE49-F238E27FC236}">
                      <a16:creationId xmlns:a16="http://schemas.microsoft.com/office/drawing/2014/main" id="{C8CDEACA-A33E-78DD-BBDA-FB295E9FAEB4}"/>
                    </a:ext>
                  </a:extLst>
                </p:cNvPr>
                <p:cNvGrpSpPr/>
                <p:nvPr/>
              </p:nvGrpSpPr>
              <p:grpSpPr>
                <a:xfrm>
                  <a:off x="3581391" y="3402416"/>
                  <a:ext cx="223926" cy="95994"/>
                  <a:chOff x="3581391" y="3402416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78" name="Freeform: Shape 477">
                    <a:extLst>
                      <a:ext uri="{FF2B5EF4-FFF2-40B4-BE49-F238E27FC236}">
                        <a16:creationId xmlns:a16="http://schemas.microsoft.com/office/drawing/2014/main" id="{11F904F2-9BAA-73C5-0B92-1CCAF711F79D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340408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16 h 94328"/>
                      <a:gd name="connsiteX1" fmla="*/ 51056 w 59843"/>
                      <a:gd name="connsiteY1" fmla="*/ 92216 h 94328"/>
                      <a:gd name="connsiteX2" fmla="*/ 51056 w 59843"/>
                      <a:gd name="connsiteY2" fmla="*/ 81667 h 94328"/>
                      <a:gd name="connsiteX3" fmla="*/ 13393 w 59843"/>
                      <a:gd name="connsiteY3" fmla="*/ 81667 h 94328"/>
                      <a:gd name="connsiteX4" fmla="*/ 13393 w 59843"/>
                      <a:gd name="connsiteY4" fmla="*/ 59002 h 94328"/>
                      <a:gd name="connsiteX5" fmla="*/ 18825 w 59843"/>
                      <a:gd name="connsiteY5" fmla="*/ 60390 h 94328"/>
                      <a:gd name="connsiteX6" fmla="*/ 24296 w 59843"/>
                      <a:gd name="connsiteY6" fmla="*/ 60846 h 94328"/>
                      <a:gd name="connsiteX7" fmla="*/ 48816 w 59843"/>
                      <a:gd name="connsiteY7" fmla="*/ 52359 h 94328"/>
                      <a:gd name="connsiteX8" fmla="*/ 57874 w 59843"/>
                      <a:gd name="connsiteY8" fmla="*/ 29376 h 94328"/>
                      <a:gd name="connsiteX9" fmla="*/ 48578 w 59843"/>
                      <a:gd name="connsiteY9" fmla="*/ 6156 h 94328"/>
                      <a:gd name="connsiteX10" fmla="*/ 22373 w 59843"/>
                      <a:gd name="connsiteY10" fmla="*/ -2113 h 94328"/>
                      <a:gd name="connsiteX11" fmla="*/ 10499 w 59843"/>
                      <a:gd name="connsiteY11" fmla="*/ -1121 h 94328"/>
                      <a:gd name="connsiteX12" fmla="*/ -1969 w 59843"/>
                      <a:gd name="connsiteY12" fmla="*/ 1853 h 94328"/>
                      <a:gd name="connsiteX13" fmla="*/ -1969 w 59843"/>
                      <a:gd name="connsiteY13" fmla="*/ 14445 h 94328"/>
                      <a:gd name="connsiteX14" fmla="*/ 9548 w 59843"/>
                      <a:gd name="connsiteY14" fmla="*/ 9924 h 94328"/>
                      <a:gd name="connsiteX15" fmla="*/ 22115 w 59843"/>
                      <a:gd name="connsiteY15" fmla="*/ 8437 h 94328"/>
                      <a:gd name="connsiteX16" fmla="*/ 39083 w 59843"/>
                      <a:gd name="connsiteY16" fmla="*/ 14068 h 94328"/>
                      <a:gd name="connsiteX17" fmla="*/ 45347 w 59843"/>
                      <a:gd name="connsiteY17" fmla="*/ 29376 h 94328"/>
                      <a:gd name="connsiteX18" fmla="*/ 39083 w 59843"/>
                      <a:gd name="connsiteY18" fmla="*/ 44665 h 94328"/>
                      <a:gd name="connsiteX19" fmla="*/ 22115 w 59843"/>
                      <a:gd name="connsiteY19" fmla="*/ 50316 h 94328"/>
                      <a:gd name="connsiteX20" fmla="*/ 12105 w 59843"/>
                      <a:gd name="connsiteY20" fmla="*/ 49206 h 94328"/>
                      <a:gd name="connsiteX21" fmla="*/ 1936 w 59843"/>
                      <a:gd name="connsiteY21" fmla="*/ 45736 h 94328"/>
                      <a:gd name="connsiteX22" fmla="*/ 1936 w 59843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16"/>
                        </a:moveTo>
                        <a:lnTo>
                          <a:pt x="51056" y="92216"/>
                        </a:lnTo>
                        <a:lnTo>
                          <a:pt x="51056" y="81667"/>
                        </a:lnTo>
                        <a:lnTo>
                          <a:pt x="13393" y="81667"/>
                        </a:lnTo>
                        <a:lnTo>
                          <a:pt x="13393" y="59002"/>
                        </a:lnTo>
                        <a:cubicBezTo>
                          <a:pt x="15204" y="59623"/>
                          <a:pt x="17014" y="60086"/>
                          <a:pt x="18825" y="60390"/>
                        </a:cubicBezTo>
                        <a:cubicBezTo>
                          <a:pt x="20648" y="60694"/>
                          <a:pt x="22472" y="60846"/>
                          <a:pt x="24296" y="60846"/>
                        </a:cubicBezTo>
                        <a:cubicBezTo>
                          <a:pt x="34616" y="60846"/>
                          <a:pt x="42790" y="58017"/>
                          <a:pt x="48816" y="52359"/>
                        </a:cubicBezTo>
                        <a:cubicBezTo>
                          <a:pt x="54855" y="46701"/>
                          <a:pt x="57874" y="39040"/>
                          <a:pt x="57874" y="29376"/>
                        </a:cubicBezTo>
                        <a:cubicBezTo>
                          <a:pt x="57874" y="19422"/>
                          <a:pt x="54776" y="11682"/>
                          <a:pt x="48578" y="6156"/>
                        </a:cubicBezTo>
                        <a:cubicBezTo>
                          <a:pt x="42380" y="644"/>
                          <a:pt x="33645" y="-2113"/>
                          <a:pt x="22373" y="-2113"/>
                        </a:cubicBezTo>
                        <a:cubicBezTo>
                          <a:pt x="18488" y="-2113"/>
                          <a:pt x="14530" y="-1782"/>
                          <a:pt x="10499" y="-1121"/>
                        </a:cubicBezTo>
                        <a:cubicBezTo>
                          <a:pt x="6482" y="-460"/>
                          <a:pt x="2326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5" y="12422"/>
                          <a:pt x="5583" y="10915"/>
                          <a:pt x="9548" y="9924"/>
                        </a:cubicBezTo>
                        <a:cubicBezTo>
                          <a:pt x="13512" y="8932"/>
                          <a:pt x="17701" y="8437"/>
                          <a:pt x="22115" y="8437"/>
                        </a:cubicBezTo>
                        <a:cubicBezTo>
                          <a:pt x="29264" y="8437"/>
                          <a:pt x="34920" y="10314"/>
                          <a:pt x="39083" y="14068"/>
                        </a:cubicBezTo>
                        <a:cubicBezTo>
                          <a:pt x="43259" y="17822"/>
                          <a:pt x="45347" y="22925"/>
                          <a:pt x="45347" y="29376"/>
                        </a:cubicBezTo>
                        <a:cubicBezTo>
                          <a:pt x="45347" y="35814"/>
                          <a:pt x="43259" y="40910"/>
                          <a:pt x="39083" y="44665"/>
                        </a:cubicBezTo>
                        <a:cubicBezTo>
                          <a:pt x="34920" y="48432"/>
                          <a:pt x="29264" y="50316"/>
                          <a:pt x="22115" y="50316"/>
                        </a:cubicBezTo>
                        <a:cubicBezTo>
                          <a:pt x="18772" y="50316"/>
                          <a:pt x="15435" y="49946"/>
                          <a:pt x="12105" y="49206"/>
                        </a:cubicBezTo>
                        <a:cubicBezTo>
                          <a:pt x="8788" y="48465"/>
                          <a:pt x="5398" y="47309"/>
                          <a:pt x="1936" y="45736"/>
                        </a:cubicBezTo>
                        <a:lnTo>
                          <a:pt x="1936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9" name="Freeform: Shape 478">
                    <a:extLst>
                      <a:ext uri="{FF2B5EF4-FFF2-40B4-BE49-F238E27FC236}">
                        <a16:creationId xmlns:a16="http://schemas.microsoft.com/office/drawing/2014/main" id="{3953DA7F-FFC5-98E5-36C9-99FB9CCF9C86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678" y="3402416"/>
                    <a:ext cx="63926" cy="95994"/>
                  </a:xfrm>
                  <a:custGeom>
                    <a:avLst/>
                    <a:gdLst>
                      <a:gd name="connsiteX0" fmla="*/ 29960 w 63926"/>
                      <a:gd name="connsiteY0" fmla="*/ 83925 h 95994"/>
                      <a:gd name="connsiteX1" fmla="*/ 15430 w 63926"/>
                      <a:gd name="connsiteY1" fmla="*/ 74407 h 95994"/>
                      <a:gd name="connsiteX2" fmla="*/ 10574 w 63926"/>
                      <a:gd name="connsiteY2" fmla="*/ 45813 h 95994"/>
                      <a:gd name="connsiteX3" fmla="*/ 15430 w 63926"/>
                      <a:gd name="connsiteY3" fmla="*/ 17278 h 95994"/>
                      <a:gd name="connsiteX4" fmla="*/ 29960 w 63926"/>
                      <a:gd name="connsiteY4" fmla="*/ 7760 h 95994"/>
                      <a:gd name="connsiteX5" fmla="*/ 44549 w 63926"/>
                      <a:gd name="connsiteY5" fmla="*/ 17278 h 95994"/>
                      <a:gd name="connsiteX6" fmla="*/ 49425 w 63926"/>
                      <a:gd name="connsiteY6" fmla="*/ 45813 h 95994"/>
                      <a:gd name="connsiteX7" fmla="*/ 44549 w 63926"/>
                      <a:gd name="connsiteY7" fmla="*/ 74407 h 95994"/>
                      <a:gd name="connsiteX8" fmla="*/ 29960 w 63926"/>
                      <a:gd name="connsiteY8" fmla="*/ 83925 h 95994"/>
                      <a:gd name="connsiteX9" fmla="*/ 29960 w 63926"/>
                      <a:gd name="connsiteY9" fmla="*/ 93839 h 95994"/>
                      <a:gd name="connsiteX10" fmla="*/ 53727 w 63926"/>
                      <a:gd name="connsiteY10" fmla="*/ 81525 h 95994"/>
                      <a:gd name="connsiteX11" fmla="*/ 61933 w 63926"/>
                      <a:gd name="connsiteY11" fmla="*/ 45813 h 95994"/>
                      <a:gd name="connsiteX12" fmla="*/ 53727 w 63926"/>
                      <a:gd name="connsiteY12" fmla="*/ 10139 h 95994"/>
                      <a:gd name="connsiteX13" fmla="*/ 29960 w 63926"/>
                      <a:gd name="connsiteY13" fmla="*/ -2155 h 95994"/>
                      <a:gd name="connsiteX14" fmla="*/ 6213 w 63926"/>
                      <a:gd name="connsiteY14" fmla="*/ 10139 h 95994"/>
                      <a:gd name="connsiteX15" fmla="*/ -1993 w 63926"/>
                      <a:gd name="connsiteY15" fmla="*/ 45813 h 95994"/>
                      <a:gd name="connsiteX16" fmla="*/ 6213 w 63926"/>
                      <a:gd name="connsiteY16" fmla="*/ 81525 h 95994"/>
                      <a:gd name="connsiteX17" fmla="*/ 29960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0" y="83925"/>
                        </a:moveTo>
                        <a:cubicBezTo>
                          <a:pt x="23524" y="83925"/>
                          <a:pt x="18681" y="80752"/>
                          <a:pt x="15430" y="74407"/>
                        </a:cubicBezTo>
                        <a:cubicBezTo>
                          <a:pt x="12193" y="68074"/>
                          <a:pt x="10574" y="58543"/>
                          <a:pt x="10574" y="45813"/>
                        </a:cubicBezTo>
                        <a:cubicBezTo>
                          <a:pt x="10574" y="33135"/>
                          <a:pt x="12193" y="23623"/>
                          <a:pt x="15430" y="17278"/>
                        </a:cubicBezTo>
                        <a:cubicBezTo>
                          <a:pt x="18681" y="10933"/>
                          <a:pt x="23524" y="7760"/>
                          <a:pt x="29960" y="7760"/>
                        </a:cubicBezTo>
                        <a:cubicBezTo>
                          <a:pt x="36448" y="7760"/>
                          <a:pt x="41312" y="10933"/>
                          <a:pt x="44549" y="17278"/>
                        </a:cubicBezTo>
                        <a:cubicBezTo>
                          <a:pt x="47800" y="23623"/>
                          <a:pt x="49425" y="33135"/>
                          <a:pt x="49425" y="45813"/>
                        </a:cubicBezTo>
                        <a:cubicBezTo>
                          <a:pt x="49425" y="58543"/>
                          <a:pt x="47800" y="68074"/>
                          <a:pt x="44549" y="74407"/>
                        </a:cubicBezTo>
                        <a:cubicBezTo>
                          <a:pt x="41312" y="80752"/>
                          <a:pt x="36448" y="83925"/>
                          <a:pt x="29960" y="83925"/>
                        </a:cubicBezTo>
                        <a:close/>
                        <a:moveTo>
                          <a:pt x="29960" y="93839"/>
                        </a:moveTo>
                        <a:cubicBezTo>
                          <a:pt x="40334" y="93839"/>
                          <a:pt x="48256" y="89735"/>
                          <a:pt x="53727" y="81525"/>
                        </a:cubicBezTo>
                        <a:cubicBezTo>
                          <a:pt x="59198" y="73329"/>
                          <a:pt x="61933" y="61425"/>
                          <a:pt x="61933" y="45813"/>
                        </a:cubicBezTo>
                        <a:cubicBezTo>
                          <a:pt x="61933" y="30240"/>
                          <a:pt x="59198" y="18349"/>
                          <a:pt x="53727" y="10139"/>
                        </a:cubicBezTo>
                        <a:cubicBezTo>
                          <a:pt x="48256" y="1943"/>
                          <a:pt x="40334" y="-2155"/>
                          <a:pt x="29960" y="-2155"/>
                        </a:cubicBezTo>
                        <a:cubicBezTo>
                          <a:pt x="19600" y="-2155"/>
                          <a:pt x="11684" y="1943"/>
                          <a:pt x="6213" y="10139"/>
                        </a:cubicBezTo>
                        <a:cubicBezTo>
                          <a:pt x="742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2" y="73329"/>
                          <a:pt x="6213" y="81525"/>
                        </a:cubicBezTo>
                        <a:cubicBezTo>
                          <a:pt x="11684" y="89735"/>
                          <a:pt x="19600" y="93839"/>
                          <a:pt x="29960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80" name="Freeform: Shape 479">
                    <a:extLst>
                      <a:ext uri="{FF2B5EF4-FFF2-40B4-BE49-F238E27FC236}">
                        <a16:creationId xmlns:a16="http://schemas.microsoft.com/office/drawing/2014/main" id="{7E2AB3D9-C8FE-4274-DE2F-5CFE99480EAB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402416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25 h 95994"/>
                      <a:gd name="connsiteX1" fmla="*/ 15437 w 63926"/>
                      <a:gd name="connsiteY1" fmla="*/ 74407 h 95994"/>
                      <a:gd name="connsiteX2" fmla="*/ 10580 w 63926"/>
                      <a:gd name="connsiteY2" fmla="*/ 45813 h 95994"/>
                      <a:gd name="connsiteX3" fmla="*/ 15437 w 63926"/>
                      <a:gd name="connsiteY3" fmla="*/ 17278 h 95994"/>
                      <a:gd name="connsiteX4" fmla="*/ 29966 w 63926"/>
                      <a:gd name="connsiteY4" fmla="*/ 7760 h 95994"/>
                      <a:gd name="connsiteX5" fmla="*/ 44556 w 63926"/>
                      <a:gd name="connsiteY5" fmla="*/ 17278 h 95994"/>
                      <a:gd name="connsiteX6" fmla="*/ 49432 w 63926"/>
                      <a:gd name="connsiteY6" fmla="*/ 45813 h 95994"/>
                      <a:gd name="connsiteX7" fmla="*/ 44556 w 63926"/>
                      <a:gd name="connsiteY7" fmla="*/ 74407 h 95994"/>
                      <a:gd name="connsiteX8" fmla="*/ 29966 w 63926"/>
                      <a:gd name="connsiteY8" fmla="*/ 83925 h 95994"/>
                      <a:gd name="connsiteX9" fmla="*/ 29966 w 63926"/>
                      <a:gd name="connsiteY9" fmla="*/ 93839 h 95994"/>
                      <a:gd name="connsiteX10" fmla="*/ 53733 w 63926"/>
                      <a:gd name="connsiteY10" fmla="*/ 81525 h 95994"/>
                      <a:gd name="connsiteX11" fmla="*/ 61940 w 63926"/>
                      <a:gd name="connsiteY11" fmla="*/ 45813 h 95994"/>
                      <a:gd name="connsiteX12" fmla="*/ 53733 w 63926"/>
                      <a:gd name="connsiteY12" fmla="*/ 10139 h 95994"/>
                      <a:gd name="connsiteX13" fmla="*/ 29966 w 63926"/>
                      <a:gd name="connsiteY13" fmla="*/ -2155 h 95994"/>
                      <a:gd name="connsiteX14" fmla="*/ 6219 w 63926"/>
                      <a:gd name="connsiteY14" fmla="*/ 10139 h 95994"/>
                      <a:gd name="connsiteX15" fmla="*/ -1987 w 63926"/>
                      <a:gd name="connsiteY15" fmla="*/ 45813 h 95994"/>
                      <a:gd name="connsiteX16" fmla="*/ 6219 w 63926"/>
                      <a:gd name="connsiteY16" fmla="*/ 81525 h 95994"/>
                      <a:gd name="connsiteX17" fmla="*/ 29966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25"/>
                        </a:moveTo>
                        <a:cubicBezTo>
                          <a:pt x="23531" y="83925"/>
                          <a:pt x="18688" y="80752"/>
                          <a:pt x="15437" y="74407"/>
                        </a:cubicBezTo>
                        <a:cubicBezTo>
                          <a:pt x="12199" y="68074"/>
                          <a:pt x="10580" y="58543"/>
                          <a:pt x="10580" y="45813"/>
                        </a:cubicBezTo>
                        <a:cubicBezTo>
                          <a:pt x="10580" y="33135"/>
                          <a:pt x="12199" y="23623"/>
                          <a:pt x="15437" y="17278"/>
                        </a:cubicBezTo>
                        <a:cubicBezTo>
                          <a:pt x="18688" y="10933"/>
                          <a:pt x="23531" y="7760"/>
                          <a:pt x="29966" y="7760"/>
                        </a:cubicBezTo>
                        <a:cubicBezTo>
                          <a:pt x="36455" y="7760"/>
                          <a:pt x="41318" y="10933"/>
                          <a:pt x="44556" y="17278"/>
                        </a:cubicBezTo>
                        <a:cubicBezTo>
                          <a:pt x="47806" y="23623"/>
                          <a:pt x="49432" y="33135"/>
                          <a:pt x="49432" y="45813"/>
                        </a:cubicBezTo>
                        <a:cubicBezTo>
                          <a:pt x="49432" y="58543"/>
                          <a:pt x="47806" y="68074"/>
                          <a:pt x="44556" y="74407"/>
                        </a:cubicBezTo>
                        <a:cubicBezTo>
                          <a:pt x="41318" y="80752"/>
                          <a:pt x="36455" y="83925"/>
                          <a:pt x="29966" y="83925"/>
                        </a:cubicBezTo>
                        <a:close/>
                        <a:moveTo>
                          <a:pt x="29966" y="93839"/>
                        </a:moveTo>
                        <a:cubicBezTo>
                          <a:pt x="40340" y="93839"/>
                          <a:pt x="48262" y="89735"/>
                          <a:pt x="53733" y="81525"/>
                        </a:cubicBezTo>
                        <a:cubicBezTo>
                          <a:pt x="59204" y="73329"/>
                          <a:pt x="61940" y="61425"/>
                          <a:pt x="61940" y="45813"/>
                        </a:cubicBezTo>
                        <a:cubicBezTo>
                          <a:pt x="61940" y="30240"/>
                          <a:pt x="59204" y="18349"/>
                          <a:pt x="53733" y="10139"/>
                        </a:cubicBezTo>
                        <a:cubicBezTo>
                          <a:pt x="48262" y="1943"/>
                          <a:pt x="40340" y="-2155"/>
                          <a:pt x="29966" y="-2155"/>
                        </a:cubicBezTo>
                        <a:cubicBezTo>
                          <a:pt x="19606" y="-2155"/>
                          <a:pt x="11690" y="1943"/>
                          <a:pt x="6219" y="10139"/>
                        </a:cubicBezTo>
                        <a:cubicBezTo>
                          <a:pt x="748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48" y="73329"/>
                          <a:pt x="6219" y="81525"/>
                        </a:cubicBezTo>
                        <a:cubicBezTo>
                          <a:pt x="11690" y="89735"/>
                          <a:pt x="19606" y="93839"/>
                          <a:pt x="29966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81" name="Graphic 398">
                <a:extLst>
                  <a:ext uri="{FF2B5EF4-FFF2-40B4-BE49-F238E27FC236}">
                    <a16:creationId xmlns:a16="http://schemas.microsoft.com/office/drawing/2014/main" id="{0226902C-2956-5D5D-A6D6-4D628724914E}"/>
                  </a:ext>
                </a:extLst>
              </p:cNvPr>
              <p:cNvGrpSpPr/>
              <p:nvPr/>
            </p:nvGrpSpPr>
            <p:grpSpPr>
              <a:xfrm>
                <a:off x="3581391" y="2835898"/>
                <a:ext cx="321159" cy="95994"/>
                <a:chOff x="3581391" y="2835898"/>
                <a:chExt cx="321159" cy="95994"/>
              </a:xfrm>
              <a:solidFill>
                <a:srgbClr val="000000"/>
              </a:solidFill>
            </p:grpSpPr>
            <p:sp>
              <p:nvSpPr>
                <p:cNvPr id="482" name="Freeform: Shape 481">
                  <a:extLst>
                    <a:ext uri="{FF2B5EF4-FFF2-40B4-BE49-F238E27FC236}">
                      <a16:creationId xmlns:a16="http://schemas.microsoft.com/office/drawing/2014/main" id="{5B0CA14E-9B55-C2AC-4EF2-7E90B574CC17}"/>
                    </a:ext>
                  </a:extLst>
                </p:cNvPr>
                <p:cNvSpPr/>
                <p:nvPr/>
              </p:nvSpPr>
              <p:spPr>
                <a:xfrm>
                  <a:off x="3858149" y="2881872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30 h 12690"/>
                    <a:gd name="connsiteX1" fmla="*/ 58 w 44401"/>
                    <a:gd name="connsiteY1" fmla="*/ 13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30"/>
                      </a:moveTo>
                      <a:lnTo>
                        <a:pt x="58" y="130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83" name="Graphic 398">
                  <a:extLst>
                    <a:ext uri="{FF2B5EF4-FFF2-40B4-BE49-F238E27FC236}">
                      <a16:creationId xmlns:a16="http://schemas.microsoft.com/office/drawing/2014/main" id="{97CA4A6A-96A0-E092-9555-601BDB936C3E}"/>
                    </a:ext>
                  </a:extLst>
                </p:cNvPr>
                <p:cNvGrpSpPr/>
                <p:nvPr/>
              </p:nvGrpSpPr>
              <p:grpSpPr>
                <a:xfrm>
                  <a:off x="3581391" y="2835898"/>
                  <a:ext cx="223926" cy="95994"/>
                  <a:chOff x="3581391" y="283589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84" name="Freeform: Shape 483">
                    <a:extLst>
                      <a:ext uri="{FF2B5EF4-FFF2-40B4-BE49-F238E27FC236}">
                        <a16:creationId xmlns:a16="http://schemas.microsoft.com/office/drawing/2014/main" id="{D1F7A859-723D-24A4-844C-28F23250C272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837563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71 h 94328"/>
                      <a:gd name="connsiteX1" fmla="*/ 51056 w 59843"/>
                      <a:gd name="connsiteY1" fmla="*/ 92171 h 94328"/>
                      <a:gd name="connsiteX2" fmla="*/ 51056 w 59843"/>
                      <a:gd name="connsiteY2" fmla="*/ 81622 h 94328"/>
                      <a:gd name="connsiteX3" fmla="*/ 13393 w 59843"/>
                      <a:gd name="connsiteY3" fmla="*/ 81622 h 94328"/>
                      <a:gd name="connsiteX4" fmla="*/ 13393 w 59843"/>
                      <a:gd name="connsiteY4" fmla="*/ 58957 h 94328"/>
                      <a:gd name="connsiteX5" fmla="*/ 18825 w 59843"/>
                      <a:gd name="connsiteY5" fmla="*/ 60345 h 94328"/>
                      <a:gd name="connsiteX6" fmla="*/ 24296 w 59843"/>
                      <a:gd name="connsiteY6" fmla="*/ 60801 h 94328"/>
                      <a:gd name="connsiteX7" fmla="*/ 48816 w 59843"/>
                      <a:gd name="connsiteY7" fmla="*/ 52314 h 94328"/>
                      <a:gd name="connsiteX8" fmla="*/ 57874 w 59843"/>
                      <a:gd name="connsiteY8" fmla="*/ 29332 h 94328"/>
                      <a:gd name="connsiteX9" fmla="*/ 48578 w 59843"/>
                      <a:gd name="connsiteY9" fmla="*/ 6111 h 94328"/>
                      <a:gd name="connsiteX10" fmla="*/ 22373 w 59843"/>
                      <a:gd name="connsiteY10" fmla="*/ -2157 h 94328"/>
                      <a:gd name="connsiteX11" fmla="*/ 10499 w 59843"/>
                      <a:gd name="connsiteY11" fmla="*/ -1166 h 94328"/>
                      <a:gd name="connsiteX12" fmla="*/ -1969 w 59843"/>
                      <a:gd name="connsiteY12" fmla="*/ 1808 h 94328"/>
                      <a:gd name="connsiteX13" fmla="*/ -1969 w 59843"/>
                      <a:gd name="connsiteY13" fmla="*/ 14400 h 94328"/>
                      <a:gd name="connsiteX14" fmla="*/ 9548 w 59843"/>
                      <a:gd name="connsiteY14" fmla="*/ 9879 h 94328"/>
                      <a:gd name="connsiteX15" fmla="*/ 22115 w 59843"/>
                      <a:gd name="connsiteY15" fmla="*/ 8392 h 94328"/>
                      <a:gd name="connsiteX16" fmla="*/ 39083 w 59843"/>
                      <a:gd name="connsiteY16" fmla="*/ 14023 h 94328"/>
                      <a:gd name="connsiteX17" fmla="*/ 45347 w 59843"/>
                      <a:gd name="connsiteY17" fmla="*/ 29332 h 94328"/>
                      <a:gd name="connsiteX18" fmla="*/ 39083 w 59843"/>
                      <a:gd name="connsiteY18" fmla="*/ 44620 h 94328"/>
                      <a:gd name="connsiteX19" fmla="*/ 22115 w 59843"/>
                      <a:gd name="connsiteY19" fmla="*/ 50272 h 94328"/>
                      <a:gd name="connsiteX20" fmla="*/ 12105 w 59843"/>
                      <a:gd name="connsiteY20" fmla="*/ 49161 h 94328"/>
                      <a:gd name="connsiteX21" fmla="*/ 1936 w 59843"/>
                      <a:gd name="connsiteY21" fmla="*/ 45691 h 94328"/>
                      <a:gd name="connsiteX22" fmla="*/ 1936 w 59843"/>
                      <a:gd name="connsiteY22" fmla="*/ 9217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71"/>
                        </a:moveTo>
                        <a:lnTo>
                          <a:pt x="51056" y="92171"/>
                        </a:lnTo>
                        <a:lnTo>
                          <a:pt x="51056" y="81622"/>
                        </a:lnTo>
                        <a:lnTo>
                          <a:pt x="13393" y="81622"/>
                        </a:lnTo>
                        <a:lnTo>
                          <a:pt x="13393" y="58957"/>
                        </a:lnTo>
                        <a:cubicBezTo>
                          <a:pt x="15204" y="59578"/>
                          <a:pt x="17014" y="60041"/>
                          <a:pt x="18825" y="60345"/>
                        </a:cubicBezTo>
                        <a:cubicBezTo>
                          <a:pt x="20648" y="60649"/>
                          <a:pt x="22472" y="60801"/>
                          <a:pt x="24296" y="60801"/>
                        </a:cubicBezTo>
                        <a:cubicBezTo>
                          <a:pt x="34616" y="60801"/>
                          <a:pt x="42790" y="57972"/>
                          <a:pt x="48816" y="52314"/>
                        </a:cubicBezTo>
                        <a:cubicBezTo>
                          <a:pt x="54855" y="46656"/>
                          <a:pt x="57874" y="38995"/>
                          <a:pt x="57874" y="29332"/>
                        </a:cubicBezTo>
                        <a:cubicBezTo>
                          <a:pt x="57874" y="19377"/>
                          <a:pt x="54776" y="11637"/>
                          <a:pt x="48578" y="6111"/>
                        </a:cubicBezTo>
                        <a:cubicBezTo>
                          <a:pt x="42380" y="599"/>
                          <a:pt x="33645" y="-2157"/>
                          <a:pt x="22373" y="-2157"/>
                        </a:cubicBezTo>
                        <a:cubicBezTo>
                          <a:pt x="18488" y="-2157"/>
                          <a:pt x="14530" y="-1827"/>
                          <a:pt x="10499" y="-1166"/>
                        </a:cubicBezTo>
                        <a:cubicBezTo>
                          <a:pt x="6482" y="-505"/>
                          <a:pt x="2326" y="487"/>
                          <a:pt x="-1969" y="1808"/>
                        </a:cubicBezTo>
                        <a:lnTo>
                          <a:pt x="-1969" y="14400"/>
                        </a:lnTo>
                        <a:cubicBezTo>
                          <a:pt x="1745" y="12378"/>
                          <a:pt x="5583" y="10871"/>
                          <a:pt x="9548" y="9879"/>
                        </a:cubicBezTo>
                        <a:cubicBezTo>
                          <a:pt x="13512" y="8888"/>
                          <a:pt x="17701" y="8392"/>
                          <a:pt x="22115" y="8392"/>
                        </a:cubicBezTo>
                        <a:cubicBezTo>
                          <a:pt x="29264" y="8392"/>
                          <a:pt x="34920" y="10269"/>
                          <a:pt x="39083" y="14023"/>
                        </a:cubicBezTo>
                        <a:cubicBezTo>
                          <a:pt x="43259" y="17778"/>
                          <a:pt x="45347" y="22881"/>
                          <a:pt x="45347" y="29332"/>
                        </a:cubicBezTo>
                        <a:cubicBezTo>
                          <a:pt x="45347" y="35770"/>
                          <a:pt x="43259" y="40866"/>
                          <a:pt x="39083" y="44620"/>
                        </a:cubicBezTo>
                        <a:cubicBezTo>
                          <a:pt x="34920" y="48388"/>
                          <a:pt x="29264" y="50272"/>
                          <a:pt x="22115" y="50272"/>
                        </a:cubicBezTo>
                        <a:cubicBezTo>
                          <a:pt x="18772" y="50272"/>
                          <a:pt x="15435" y="49901"/>
                          <a:pt x="12105" y="49161"/>
                        </a:cubicBezTo>
                        <a:cubicBezTo>
                          <a:pt x="8788" y="48421"/>
                          <a:pt x="5398" y="47264"/>
                          <a:pt x="1936" y="45691"/>
                        </a:cubicBezTo>
                        <a:lnTo>
                          <a:pt x="1936" y="921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85" name="Freeform: Shape 484">
                    <a:extLst>
                      <a:ext uri="{FF2B5EF4-FFF2-40B4-BE49-F238E27FC236}">
                        <a16:creationId xmlns:a16="http://schemas.microsoft.com/office/drawing/2014/main" id="{D11594E8-0FA1-E81A-92E3-0537D9F1FEE8}"/>
                      </a:ext>
                    </a:extLst>
                  </p:cNvPr>
                  <p:cNvSpPr/>
                  <p:nvPr/>
                </p:nvSpPr>
                <p:spPr>
                  <a:xfrm flipV="1">
                    <a:off x="3666248" y="2837563"/>
                    <a:ext cx="55066" cy="92524"/>
                  </a:xfrm>
                  <a:custGeom>
                    <a:avLst/>
                    <a:gdLst>
                      <a:gd name="connsiteX0" fmla="*/ -247 w 55066"/>
                      <a:gd name="connsiteY0" fmla="*/ 8326 h 92524"/>
                      <a:gd name="connsiteX1" fmla="*/ 20190 w 55066"/>
                      <a:gd name="connsiteY1" fmla="*/ 8326 h 92524"/>
                      <a:gd name="connsiteX2" fmla="*/ 20190 w 55066"/>
                      <a:gd name="connsiteY2" fmla="*/ 78919 h 92524"/>
                      <a:gd name="connsiteX3" fmla="*/ -2051 w 55066"/>
                      <a:gd name="connsiteY3" fmla="*/ 74458 h 92524"/>
                      <a:gd name="connsiteX4" fmla="*/ -2051 w 55066"/>
                      <a:gd name="connsiteY4" fmla="*/ 85859 h 92524"/>
                      <a:gd name="connsiteX5" fmla="*/ 20071 w 55066"/>
                      <a:gd name="connsiteY5" fmla="*/ 90321 h 92524"/>
                      <a:gd name="connsiteX6" fmla="*/ 32579 w 55066"/>
                      <a:gd name="connsiteY6" fmla="*/ 90321 h 92524"/>
                      <a:gd name="connsiteX7" fmla="*/ 32579 w 55066"/>
                      <a:gd name="connsiteY7" fmla="*/ 8326 h 92524"/>
                      <a:gd name="connsiteX8" fmla="*/ 53015 w 55066"/>
                      <a:gd name="connsiteY8" fmla="*/ 8326 h 92524"/>
                      <a:gd name="connsiteX9" fmla="*/ 53015 w 55066"/>
                      <a:gd name="connsiteY9" fmla="*/ -2203 h 92524"/>
                      <a:gd name="connsiteX10" fmla="*/ -247 w 55066"/>
                      <a:gd name="connsiteY10" fmla="*/ -2203 h 92524"/>
                      <a:gd name="connsiteX11" fmla="*/ -247 w 55066"/>
                      <a:gd name="connsiteY11" fmla="*/ 832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247" y="8326"/>
                        </a:moveTo>
                        <a:lnTo>
                          <a:pt x="20190" y="8326"/>
                        </a:lnTo>
                        <a:lnTo>
                          <a:pt x="20190" y="78919"/>
                        </a:lnTo>
                        <a:lnTo>
                          <a:pt x="-2051" y="74458"/>
                        </a:lnTo>
                        <a:lnTo>
                          <a:pt x="-2051" y="85859"/>
                        </a:lnTo>
                        <a:lnTo>
                          <a:pt x="20071" y="90321"/>
                        </a:lnTo>
                        <a:lnTo>
                          <a:pt x="32579" y="90321"/>
                        </a:lnTo>
                        <a:lnTo>
                          <a:pt x="32579" y="8326"/>
                        </a:lnTo>
                        <a:lnTo>
                          <a:pt x="53015" y="8326"/>
                        </a:lnTo>
                        <a:lnTo>
                          <a:pt x="53015" y="-2203"/>
                        </a:lnTo>
                        <a:lnTo>
                          <a:pt x="-247" y="-2203"/>
                        </a:lnTo>
                        <a:lnTo>
                          <a:pt x="-247" y="83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86" name="Freeform: Shape 485">
                    <a:extLst>
                      <a:ext uri="{FF2B5EF4-FFF2-40B4-BE49-F238E27FC236}">
                        <a16:creationId xmlns:a16="http://schemas.microsoft.com/office/drawing/2014/main" id="{1FFD956E-59BE-D39E-ED0F-C4D2E3E5FDBE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835898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80 h 95994"/>
                      <a:gd name="connsiteX1" fmla="*/ 15437 w 63926"/>
                      <a:gd name="connsiteY1" fmla="*/ 74362 h 95994"/>
                      <a:gd name="connsiteX2" fmla="*/ 10580 w 63926"/>
                      <a:gd name="connsiteY2" fmla="*/ 45768 h 95994"/>
                      <a:gd name="connsiteX3" fmla="*/ 15437 w 63926"/>
                      <a:gd name="connsiteY3" fmla="*/ 17233 h 95994"/>
                      <a:gd name="connsiteX4" fmla="*/ 29966 w 63926"/>
                      <a:gd name="connsiteY4" fmla="*/ 7715 h 95994"/>
                      <a:gd name="connsiteX5" fmla="*/ 44556 w 63926"/>
                      <a:gd name="connsiteY5" fmla="*/ 17233 h 95994"/>
                      <a:gd name="connsiteX6" fmla="*/ 49432 w 63926"/>
                      <a:gd name="connsiteY6" fmla="*/ 45768 h 95994"/>
                      <a:gd name="connsiteX7" fmla="*/ 44556 w 63926"/>
                      <a:gd name="connsiteY7" fmla="*/ 74362 h 95994"/>
                      <a:gd name="connsiteX8" fmla="*/ 29966 w 63926"/>
                      <a:gd name="connsiteY8" fmla="*/ 83880 h 95994"/>
                      <a:gd name="connsiteX9" fmla="*/ 29966 w 63926"/>
                      <a:gd name="connsiteY9" fmla="*/ 93795 h 95994"/>
                      <a:gd name="connsiteX10" fmla="*/ 53733 w 63926"/>
                      <a:gd name="connsiteY10" fmla="*/ 81481 h 95994"/>
                      <a:gd name="connsiteX11" fmla="*/ 61940 w 63926"/>
                      <a:gd name="connsiteY11" fmla="*/ 45768 h 95994"/>
                      <a:gd name="connsiteX12" fmla="*/ 53733 w 63926"/>
                      <a:gd name="connsiteY12" fmla="*/ 10095 h 95994"/>
                      <a:gd name="connsiteX13" fmla="*/ 29966 w 63926"/>
                      <a:gd name="connsiteY13" fmla="*/ -2199 h 95994"/>
                      <a:gd name="connsiteX14" fmla="*/ 6219 w 63926"/>
                      <a:gd name="connsiteY14" fmla="*/ 10095 h 95994"/>
                      <a:gd name="connsiteX15" fmla="*/ -1987 w 63926"/>
                      <a:gd name="connsiteY15" fmla="*/ 45768 h 95994"/>
                      <a:gd name="connsiteX16" fmla="*/ 6219 w 63926"/>
                      <a:gd name="connsiteY16" fmla="*/ 81481 h 95994"/>
                      <a:gd name="connsiteX17" fmla="*/ 29966 w 63926"/>
                      <a:gd name="connsiteY17" fmla="*/ 9379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80"/>
                        </a:moveTo>
                        <a:cubicBezTo>
                          <a:pt x="23531" y="83880"/>
                          <a:pt x="18688" y="80707"/>
                          <a:pt x="15437" y="74362"/>
                        </a:cubicBezTo>
                        <a:cubicBezTo>
                          <a:pt x="12199" y="68030"/>
                          <a:pt x="10580" y="58498"/>
                          <a:pt x="10580" y="45768"/>
                        </a:cubicBezTo>
                        <a:cubicBezTo>
                          <a:pt x="10580" y="33090"/>
                          <a:pt x="12199" y="23579"/>
                          <a:pt x="15437" y="17233"/>
                        </a:cubicBezTo>
                        <a:cubicBezTo>
                          <a:pt x="18688" y="10888"/>
                          <a:pt x="23531" y="7715"/>
                          <a:pt x="29966" y="7715"/>
                        </a:cubicBezTo>
                        <a:cubicBezTo>
                          <a:pt x="36455" y="7715"/>
                          <a:pt x="41318" y="10888"/>
                          <a:pt x="44556" y="17233"/>
                        </a:cubicBezTo>
                        <a:cubicBezTo>
                          <a:pt x="47806" y="23579"/>
                          <a:pt x="49432" y="33090"/>
                          <a:pt x="49432" y="45768"/>
                        </a:cubicBezTo>
                        <a:cubicBezTo>
                          <a:pt x="49432" y="58498"/>
                          <a:pt x="47806" y="68030"/>
                          <a:pt x="44556" y="74362"/>
                        </a:cubicBezTo>
                        <a:cubicBezTo>
                          <a:pt x="41318" y="80707"/>
                          <a:pt x="36455" y="83880"/>
                          <a:pt x="29966" y="83880"/>
                        </a:cubicBezTo>
                        <a:close/>
                        <a:moveTo>
                          <a:pt x="29966" y="93795"/>
                        </a:moveTo>
                        <a:cubicBezTo>
                          <a:pt x="40340" y="93795"/>
                          <a:pt x="48262" y="89690"/>
                          <a:pt x="53733" y="81481"/>
                        </a:cubicBezTo>
                        <a:cubicBezTo>
                          <a:pt x="59204" y="73285"/>
                          <a:pt x="61940" y="61380"/>
                          <a:pt x="61940" y="45768"/>
                        </a:cubicBezTo>
                        <a:cubicBezTo>
                          <a:pt x="61940" y="30195"/>
                          <a:pt x="59204" y="18304"/>
                          <a:pt x="53733" y="10095"/>
                        </a:cubicBezTo>
                        <a:cubicBezTo>
                          <a:pt x="48262" y="1899"/>
                          <a:pt x="40340" y="-2199"/>
                          <a:pt x="29966" y="-2199"/>
                        </a:cubicBezTo>
                        <a:cubicBezTo>
                          <a:pt x="19606" y="-2199"/>
                          <a:pt x="11690" y="1899"/>
                          <a:pt x="6219" y="10095"/>
                        </a:cubicBezTo>
                        <a:cubicBezTo>
                          <a:pt x="748" y="18304"/>
                          <a:pt x="-1987" y="30195"/>
                          <a:pt x="-1987" y="45768"/>
                        </a:cubicBezTo>
                        <a:cubicBezTo>
                          <a:pt x="-1987" y="61380"/>
                          <a:pt x="748" y="73285"/>
                          <a:pt x="6219" y="81481"/>
                        </a:cubicBezTo>
                        <a:cubicBezTo>
                          <a:pt x="11690" y="89690"/>
                          <a:pt x="19606" y="93795"/>
                          <a:pt x="29966" y="9379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87" name="Graphic 398">
                <a:extLst>
                  <a:ext uri="{FF2B5EF4-FFF2-40B4-BE49-F238E27FC236}">
                    <a16:creationId xmlns:a16="http://schemas.microsoft.com/office/drawing/2014/main" id="{DC2D342C-E971-090C-6718-705528B99692}"/>
                  </a:ext>
                </a:extLst>
              </p:cNvPr>
              <p:cNvGrpSpPr/>
              <p:nvPr/>
            </p:nvGrpSpPr>
            <p:grpSpPr>
              <a:xfrm>
                <a:off x="3581391" y="2269379"/>
                <a:ext cx="321159" cy="95994"/>
                <a:chOff x="3581391" y="2269379"/>
                <a:chExt cx="321159" cy="95994"/>
              </a:xfrm>
              <a:solidFill>
                <a:srgbClr val="000000"/>
              </a:solidFill>
            </p:grpSpPr>
            <p:sp>
              <p:nvSpPr>
                <p:cNvPr id="488" name="Freeform: Shape 487">
                  <a:extLst>
                    <a:ext uri="{FF2B5EF4-FFF2-40B4-BE49-F238E27FC236}">
                      <a16:creationId xmlns:a16="http://schemas.microsoft.com/office/drawing/2014/main" id="{98B0E3FF-EE56-0712-6704-CB23B15CC9A4}"/>
                    </a:ext>
                  </a:extLst>
                </p:cNvPr>
                <p:cNvSpPr/>
                <p:nvPr/>
              </p:nvSpPr>
              <p:spPr>
                <a:xfrm>
                  <a:off x="3858149" y="2315354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85 h 12690"/>
                    <a:gd name="connsiteX1" fmla="*/ 58 w 44401"/>
                    <a:gd name="connsiteY1" fmla="*/ 8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85"/>
                      </a:moveTo>
                      <a:lnTo>
                        <a:pt x="58" y="8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89" name="Graphic 398">
                  <a:extLst>
                    <a:ext uri="{FF2B5EF4-FFF2-40B4-BE49-F238E27FC236}">
                      <a16:creationId xmlns:a16="http://schemas.microsoft.com/office/drawing/2014/main" id="{65E5A7D5-6132-944D-3B0E-15EDE10E7E37}"/>
                    </a:ext>
                  </a:extLst>
                </p:cNvPr>
                <p:cNvGrpSpPr/>
                <p:nvPr/>
              </p:nvGrpSpPr>
              <p:grpSpPr>
                <a:xfrm>
                  <a:off x="3581391" y="2269379"/>
                  <a:ext cx="223926" cy="95994"/>
                  <a:chOff x="3581391" y="2269379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90" name="Freeform: Shape 489">
                    <a:extLst>
                      <a:ext uri="{FF2B5EF4-FFF2-40B4-BE49-F238E27FC236}">
                        <a16:creationId xmlns:a16="http://schemas.microsoft.com/office/drawing/2014/main" id="{110EDDFE-742D-4DBA-541D-057B703CEB2C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271045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26 h 94328"/>
                      <a:gd name="connsiteX1" fmla="*/ 51056 w 59843"/>
                      <a:gd name="connsiteY1" fmla="*/ 92126 h 94328"/>
                      <a:gd name="connsiteX2" fmla="*/ 51056 w 59843"/>
                      <a:gd name="connsiteY2" fmla="*/ 81577 h 94328"/>
                      <a:gd name="connsiteX3" fmla="*/ 13393 w 59843"/>
                      <a:gd name="connsiteY3" fmla="*/ 81577 h 94328"/>
                      <a:gd name="connsiteX4" fmla="*/ 13393 w 59843"/>
                      <a:gd name="connsiteY4" fmla="*/ 58912 h 94328"/>
                      <a:gd name="connsiteX5" fmla="*/ 18825 w 59843"/>
                      <a:gd name="connsiteY5" fmla="*/ 60300 h 94328"/>
                      <a:gd name="connsiteX6" fmla="*/ 24296 w 59843"/>
                      <a:gd name="connsiteY6" fmla="*/ 60756 h 94328"/>
                      <a:gd name="connsiteX7" fmla="*/ 48816 w 59843"/>
                      <a:gd name="connsiteY7" fmla="*/ 52269 h 94328"/>
                      <a:gd name="connsiteX8" fmla="*/ 57874 w 59843"/>
                      <a:gd name="connsiteY8" fmla="*/ 29287 h 94328"/>
                      <a:gd name="connsiteX9" fmla="*/ 48578 w 59843"/>
                      <a:gd name="connsiteY9" fmla="*/ 6067 h 94328"/>
                      <a:gd name="connsiteX10" fmla="*/ 22373 w 59843"/>
                      <a:gd name="connsiteY10" fmla="*/ -2202 h 94328"/>
                      <a:gd name="connsiteX11" fmla="*/ 10499 w 59843"/>
                      <a:gd name="connsiteY11" fmla="*/ -1211 h 94328"/>
                      <a:gd name="connsiteX12" fmla="*/ -1969 w 59843"/>
                      <a:gd name="connsiteY12" fmla="*/ 1764 h 94328"/>
                      <a:gd name="connsiteX13" fmla="*/ -1969 w 59843"/>
                      <a:gd name="connsiteY13" fmla="*/ 14356 h 94328"/>
                      <a:gd name="connsiteX14" fmla="*/ 9548 w 59843"/>
                      <a:gd name="connsiteY14" fmla="*/ 9834 h 94328"/>
                      <a:gd name="connsiteX15" fmla="*/ 22115 w 59843"/>
                      <a:gd name="connsiteY15" fmla="*/ 8347 h 94328"/>
                      <a:gd name="connsiteX16" fmla="*/ 39083 w 59843"/>
                      <a:gd name="connsiteY16" fmla="*/ 13979 h 94328"/>
                      <a:gd name="connsiteX17" fmla="*/ 45347 w 59843"/>
                      <a:gd name="connsiteY17" fmla="*/ 29287 h 94328"/>
                      <a:gd name="connsiteX18" fmla="*/ 39083 w 59843"/>
                      <a:gd name="connsiteY18" fmla="*/ 44576 h 94328"/>
                      <a:gd name="connsiteX19" fmla="*/ 22115 w 59843"/>
                      <a:gd name="connsiteY19" fmla="*/ 50227 h 94328"/>
                      <a:gd name="connsiteX20" fmla="*/ 12105 w 59843"/>
                      <a:gd name="connsiteY20" fmla="*/ 49116 h 94328"/>
                      <a:gd name="connsiteX21" fmla="*/ 1936 w 59843"/>
                      <a:gd name="connsiteY21" fmla="*/ 45646 h 94328"/>
                      <a:gd name="connsiteX22" fmla="*/ 1936 w 59843"/>
                      <a:gd name="connsiteY22" fmla="*/ 9212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26"/>
                        </a:moveTo>
                        <a:lnTo>
                          <a:pt x="51056" y="92126"/>
                        </a:lnTo>
                        <a:lnTo>
                          <a:pt x="51056" y="81577"/>
                        </a:lnTo>
                        <a:lnTo>
                          <a:pt x="13393" y="81577"/>
                        </a:lnTo>
                        <a:lnTo>
                          <a:pt x="13393" y="58912"/>
                        </a:lnTo>
                        <a:cubicBezTo>
                          <a:pt x="15204" y="59534"/>
                          <a:pt x="17014" y="59996"/>
                          <a:pt x="18825" y="60300"/>
                        </a:cubicBezTo>
                        <a:cubicBezTo>
                          <a:pt x="20648" y="60604"/>
                          <a:pt x="22472" y="60756"/>
                          <a:pt x="24296" y="60756"/>
                        </a:cubicBezTo>
                        <a:cubicBezTo>
                          <a:pt x="34616" y="60756"/>
                          <a:pt x="42790" y="57927"/>
                          <a:pt x="48816" y="52269"/>
                        </a:cubicBezTo>
                        <a:cubicBezTo>
                          <a:pt x="54855" y="46611"/>
                          <a:pt x="57874" y="38951"/>
                          <a:pt x="57874" y="29287"/>
                        </a:cubicBezTo>
                        <a:cubicBezTo>
                          <a:pt x="57874" y="19333"/>
                          <a:pt x="54776" y="11593"/>
                          <a:pt x="48578" y="6067"/>
                        </a:cubicBezTo>
                        <a:cubicBezTo>
                          <a:pt x="42380" y="554"/>
                          <a:pt x="33645" y="-2202"/>
                          <a:pt x="22373" y="-2202"/>
                        </a:cubicBezTo>
                        <a:cubicBezTo>
                          <a:pt x="18488" y="-2202"/>
                          <a:pt x="14530" y="-1872"/>
                          <a:pt x="10499" y="-1211"/>
                        </a:cubicBezTo>
                        <a:cubicBezTo>
                          <a:pt x="6482" y="-550"/>
                          <a:pt x="2326" y="442"/>
                          <a:pt x="-1969" y="1764"/>
                        </a:cubicBezTo>
                        <a:lnTo>
                          <a:pt x="-1969" y="14356"/>
                        </a:lnTo>
                        <a:cubicBezTo>
                          <a:pt x="1745" y="12333"/>
                          <a:pt x="5583" y="10826"/>
                          <a:pt x="9548" y="9834"/>
                        </a:cubicBezTo>
                        <a:cubicBezTo>
                          <a:pt x="13512" y="8843"/>
                          <a:pt x="17701" y="8347"/>
                          <a:pt x="22115" y="8347"/>
                        </a:cubicBezTo>
                        <a:cubicBezTo>
                          <a:pt x="29264" y="8347"/>
                          <a:pt x="34920" y="10224"/>
                          <a:pt x="39083" y="13979"/>
                        </a:cubicBezTo>
                        <a:cubicBezTo>
                          <a:pt x="43259" y="17733"/>
                          <a:pt x="45347" y="22836"/>
                          <a:pt x="45347" y="29287"/>
                        </a:cubicBezTo>
                        <a:cubicBezTo>
                          <a:pt x="45347" y="35725"/>
                          <a:pt x="43259" y="40821"/>
                          <a:pt x="39083" y="44576"/>
                        </a:cubicBezTo>
                        <a:cubicBezTo>
                          <a:pt x="34920" y="48343"/>
                          <a:pt x="29264" y="50227"/>
                          <a:pt x="22115" y="50227"/>
                        </a:cubicBezTo>
                        <a:cubicBezTo>
                          <a:pt x="18772" y="50227"/>
                          <a:pt x="15435" y="49857"/>
                          <a:pt x="12105" y="49116"/>
                        </a:cubicBezTo>
                        <a:cubicBezTo>
                          <a:pt x="8788" y="48376"/>
                          <a:pt x="5398" y="47219"/>
                          <a:pt x="1936" y="45646"/>
                        </a:cubicBezTo>
                        <a:lnTo>
                          <a:pt x="1936" y="921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91" name="Freeform: Shape 490">
                    <a:extLst>
                      <a:ext uri="{FF2B5EF4-FFF2-40B4-BE49-F238E27FC236}">
                        <a16:creationId xmlns:a16="http://schemas.microsoft.com/office/drawing/2014/main" id="{339CBEF5-5F2B-B6F1-DC9D-46F2423D8F84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609" y="2269379"/>
                    <a:ext cx="58713" cy="94189"/>
                  </a:xfrm>
                  <a:custGeom>
                    <a:avLst/>
                    <a:gdLst>
                      <a:gd name="connsiteX0" fmla="*/ 13136 w 58713"/>
                      <a:gd name="connsiteY0" fmla="*/ 8240 h 94189"/>
                      <a:gd name="connsiteX1" fmla="*/ 56804 w 58713"/>
                      <a:gd name="connsiteY1" fmla="*/ 8240 h 94189"/>
                      <a:gd name="connsiteX2" fmla="*/ 56804 w 58713"/>
                      <a:gd name="connsiteY2" fmla="*/ -2290 h 94189"/>
                      <a:gd name="connsiteX3" fmla="*/ -1909 w 58713"/>
                      <a:gd name="connsiteY3" fmla="*/ -2290 h 94189"/>
                      <a:gd name="connsiteX4" fmla="*/ -1909 w 58713"/>
                      <a:gd name="connsiteY4" fmla="*/ 8240 h 94189"/>
                      <a:gd name="connsiteX5" fmla="*/ 17497 w 58713"/>
                      <a:gd name="connsiteY5" fmla="*/ 28030 h 94189"/>
                      <a:gd name="connsiteX6" fmla="*/ 32958 w 58713"/>
                      <a:gd name="connsiteY6" fmla="*/ 44072 h 94189"/>
                      <a:gd name="connsiteX7" fmla="*/ 41343 w 58713"/>
                      <a:gd name="connsiteY7" fmla="*/ 55493 h 94189"/>
                      <a:gd name="connsiteX8" fmla="*/ 43742 w 58713"/>
                      <a:gd name="connsiteY8" fmla="*/ 64694 h 94189"/>
                      <a:gd name="connsiteX9" fmla="*/ 38568 w 58713"/>
                      <a:gd name="connsiteY9" fmla="*/ 76711 h 94189"/>
                      <a:gd name="connsiteX10" fmla="*/ 25089 w 58713"/>
                      <a:gd name="connsiteY10" fmla="*/ 81371 h 94189"/>
                      <a:gd name="connsiteX11" fmla="*/ 12660 w 58713"/>
                      <a:gd name="connsiteY11" fmla="*/ 79328 h 94189"/>
                      <a:gd name="connsiteX12" fmla="*/ -1295 w 58713"/>
                      <a:gd name="connsiteY12" fmla="*/ 73122 h 94189"/>
                      <a:gd name="connsiteX13" fmla="*/ -1295 w 58713"/>
                      <a:gd name="connsiteY13" fmla="*/ 85773 h 94189"/>
                      <a:gd name="connsiteX14" fmla="*/ 12819 w 58713"/>
                      <a:gd name="connsiteY14" fmla="*/ 90353 h 94189"/>
                      <a:gd name="connsiteX15" fmla="*/ 24851 w 58713"/>
                      <a:gd name="connsiteY15" fmla="*/ 91900 h 94189"/>
                      <a:gd name="connsiteX16" fmla="*/ 47765 w 58713"/>
                      <a:gd name="connsiteY16" fmla="*/ 84702 h 94189"/>
                      <a:gd name="connsiteX17" fmla="*/ 56309 w 58713"/>
                      <a:gd name="connsiteY17" fmla="*/ 65507 h 94189"/>
                      <a:gd name="connsiteX18" fmla="*/ 54168 w 58713"/>
                      <a:gd name="connsiteY18" fmla="*/ 54680 h 94189"/>
                      <a:gd name="connsiteX19" fmla="*/ 46398 w 58713"/>
                      <a:gd name="connsiteY19" fmla="*/ 42644 h 94189"/>
                      <a:gd name="connsiteX20" fmla="*/ 36546 w 58713"/>
                      <a:gd name="connsiteY20" fmla="*/ 32253 h 94189"/>
                      <a:gd name="connsiteX21" fmla="*/ 13136 w 58713"/>
                      <a:gd name="connsiteY21" fmla="*/ 8240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36" y="8240"/>
                        </a:moveTo>
                        <a:lnTo>
                          <a:pt x="56804" y="8240"/>
                        </a:lnTo>
                        <a:lnTo>
                          <a:pt x="56804" y="-2290"/>
                        </a:lnTo>
                        <a:lnTo>
                          <a:pt x="-1909" y="-2290"/>
                        </a:lnTo>
                        <a:lnTo>
                          <a:pt x="-1909" y="8240"/>
                        </a:lnTo>
                        <a:cubicBezTo>
                          <a:pt x="2835" y="13157"/>
                          <a:pt x="9304" y="19754"/>
                          <a:pt x="17497" y="28030"/>
                        </a:cubicBezTo>
                        <a:cubicBezTo>
                          <a:pt x="25703" y="36318"/>
                          <a:pt x="30857" y="41666"/>
                          <a:pt x="32958" y="44072"/>
                        </a:cubicBezTo>
                        <a:cubicBezTo>
                          <a:pt x="36962" y="48566"/>
                          <a:pt x="39757" y="52373"/>
                          <a:pt x="41343" y="55493"/>
                        </a:cubicBezTo>
                        <a:cubicBezTo>
                          <a:pt x="42942" y="58613"/>
                          <a:pt x="43742" y="61680"/>
                          <a:pt x="43742" y="64694"/>
                        </a:cubicBezTo>
                        <a:cubicBezTo>
                          <a:pt x="43742" y="69612"/>
                          <a:pt x="42017" y="73617"/>
                          <a:pt x="38568" y="76711"/>
                        </a:cubicBezTo>
                        <a:cubicBezTo>
                          <a:pt x="35119" y="79817"/>
                          <a:pt x="30626" y="81371"/>
                          <a:pt x="25089" y="81371"/>
                        </a:cubicBezTo>
                        <a:cubicBezTo>
                          <a:pt x="21164" y="81371"/>
                          <a:pt x="17021" y="80690"/>
                          <a:pt x="12660" y="79328"/>
                        </a:cubicBezTo>
                        <a:cubicBezTo>
                          <a:pt x="8313" y="77967"/>
                          <a:pt x="3661" y="75898"/>
                          <a:pt x="-1295" y="73122"/>
                        </a:cubicBezTo>
                        <a:lnTo>
                          <a:pt x="-1295" y="85773"/>
                        </a:lnTo>
                        <a:cubicBezTo>
                          <a:pt x="3740" y="87795"/>
                          <a:pt x="8445" y="89322"/>
                          <a:pt x="12819" y="90353"/>
                        </a:cubicBezTo>
                        <a:cubicBezTo>
                          <a:pt x="17206" y="91384"/>
                          <a:pt x="21217" y="91900"/>
                          <a:pt x="24851" y="91900"/>
                        </a:cubicBezTo>
                        <a:cubicBezTo>
                          <a:pt x="34432" y="91900"/>
                          <a:pt x="42070" y="89501"/>
                          <a:pt x="47765" y="84702"/>
                        </a:cubicBezTo>
                        <a:cubicBezTo>
                          <a:pt x="53461" y="79916"/>
                          <a:pt x="56309" y="73518"/>
                          <a:pt x="56309" y="65507"/>
                        </a:cubicBezTo>
                        <a:cubicBezTo>
                          <a:pt x="56309" y="61700"/>
                          <a:pt x="55595" y="58091"/>
                          <a:pt x="54168" y="54680"/>
                        </a:cubicBezTo>
                        <a:cubicBezTo>
                          <a:pt x="52754" y="51283"/>
                          <a:pt x="50164" y="47271"/>
                          <a:pt x="46398" y="42644"/>
                        </a:cubicBezTo>
                        <a:cubicBezTo>
                          <a:pt x="45367" y="41441"/>
                          <a:pt x="42083" y="37977"/>
                          <a:pt x="36546" y="32253"/>
                        </a:cubicBezTo>
                        <a:cubicBezTo>
                          <a:pt x="31022" y="26529"/>
                          <a:pt x="23219" y="18525"/>
                          <a:pt x="13136" y="82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92" name="Freeform: Shape 491">
                    <a:extLst>
                      <a:ext uri="{FF2B5EF4-FFF2-40B4-BE49-F238E27FC236}">
                        <a16:creationId xmlns:a16="http://schemas.microsoft.com/office/drawing/2014/main" id="{F2D9C19A-CBAE-3AF2-9AA7-2E8C583D46FE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269379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35 h 95994"/>
                      <a:gd name="connsiteX1" fmla="*/ 15437 w 63926"/>
                      <a:gd name="connsiteY1" fmla="*/ 74317 h 95994"/>
                      <a:gd name="connsiteX2" fmla="*/ 10580 w 63926"/>
                      <a:gd name="connsiteY2" fmla="*/ 45723 h 95994"/>
                      <a:gd name="connsiteX3" fmla="*/ 15437 w 63926"/>
                      <a:gd name="connsiteY3" fmla="*/ 17189 h 95994"/>
                      <a:gd name="connsiteX4" fmla="*/ 29966 w 63926"/>
                      <a:gd name="connsiteY4" fmla="*/ 7671 h 95994"/>
                      <a:gd name="connsiteX5" fmla="*/ 44556 w 63926"/>
                      <a:gd name="connsiteY5" fmla="*/ 17189 h 95994"/>
                      <a:gd name="connsiteX6" fmla="*/ 49432 w 63926"/>
                      <a:gd name="connsiteY6" fmla="*/ 45723 h 95994"/>
                      <a:gd name="connsiteX7" fmla="*/ 44556 w 63926"/>
                      <a:gd name="connsiteY7" fmla="*/ 74317 h 95994"/>
                      <a:gd name="connsiteX8" fmla="*/ 29966 w 63926"/>
                      <a:gd name="connsiteY8" fmla="*/ 83835 h 95994"/>
                      <a:gd name="connsiteX9" fmla="*/ 29966 w 63926"/>
                      <a:gd name="connsiteY9" fmla="*/ 93750 h 95994"/>
                      <a:gd name="connsiteX10" fmla="*/ 53733 w 63926"/>
                      <a:gd name="connsiteY10" fmla="*/ 81436 h 95994"/>
                      <a:gd name="connsiteX11" fmla="*/ 61940 w 63926"/>
                      <a:gd name="connsiteY11" fmla="*/ 45723 h 95994"/>
                      <a:gd name="connsiteX12" fmla="*/ 53733 w 63926"/>
                      <a:gd name="connsiteY12" fmla="*/ 10050 h 95994"/>
                      <a:gd name="connsiteX13" fmla="*/ 29966 w 63926"/>
                      <a:gd name="connsiteY13" fmla="*/ -2244 h 95994"/>
                      <a:gd name="connsiteX14" fmla="*/ 6219 w 63926"/>
                      <a:gd name="connsiteY14" fmla="*/ 10050 h 95994"/>
                      <a:gd name="connsiteX15" fmla="*/ -1987 w 63926"/>
                      <a:gd name="connsiteY15" fmla="*/ 45723 h 95994"/>
                      <a:gd name="connsiteX16" fmla="*/ 6219 w 63926"/>
                      <a:gd name="connsiteY16" fmla="*/ 81436 h 95994"/>
                      <a:gd name="connsiteX17" fmla="*/ 29966 w 63926"/>
                      <a:gd name="connsiteY17" fmla="*/ 9375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35"/>
                        </a:moveTo>
                        <a:cubicBezTo>
                          <a:pt x="23531" y="83835"/>
                          <a:pt x="18688" y="80663"/>
                          <a:pt x="15437" y="74317"/>
                        </a:cubicBezTo>
                        <a:cubicBezTo>
                          <a:pt x="12199" y="67985"/>
                          <a:pt x="10580" y="58454"/>
                          <a:pt x="10580" y="45723"/>
                        </a:cubicBezTo>
                        <a:cubicBezTo>
                          <a:pt x="10580" y="33046"/>
                          <a:pt x="12199" y="23534"/>
                          <a:pt x="15437" y="17189"/>
                        </a:cubicBezTo>
                        <a:cubicBezTo>
                          <a:pt x="18688" y="10843"/>
                          <a:pt x="23531" y="7671"/>
                          <a:pt x="29966" y="7671"/>
                        </a:cubicBezTo>
                        <a:cubicBezTo>
                          <a:pt x="36455" y="7671"/>
                          <a:pt x="41318" y="10843"/>
                          <a:pt x="44556" y="17189"/>
                        </a:cubicBezTo>
                        <a:cubicBezTo>
                          <a:pt x="47806" y="23534"/>
                          <a:pt x="49432" y="33046"/>
                          <a:pt x="49432" y="45723"/>
                        </a:cubicBezTo>
                        <a:cubicBezTo>
                          <a:pt x="49432" y="58454"/>
                          <a:pt x="47806" y="67985"/>
                          <a:pt x="44556" y="74317"/>
                        </a:cubicBezTo>
                        <a:cubicBezTo>
                          <a:pt x="41318" y="80663"/>
                          <a:pt x="36455" y="83835"/>
                          <a:pt x="29966" y="83835"/>
                        </a:cubicBezTo>
                        <a:close/>
                        <a:moveTo>
                          <a:pt x="29966" y="93750"/>
                        </a:moveTo>
                        <a:cubicBezTo>
                          <a:pt x="40340" y="93750"/>
                          <a:pt x="48262" y="89645"/>
                          <a:pt x="53733" y="81436"/>
                        </a:cubicBezTo>
                        <a:cubicBezTo>
                          <a:pt x="59204" y="73240"/>
                          <a:pt x="61940" y="61336"/>
                          <a:pt x="61940" y="45723"/>
                        </a:cubicBezTo>
                        <a:cubicBezTo>
                          <a:pt x="61940" y="30151"/>
                          <a:pt x="59204" y="18260"/>
                          <a:pt x="53733" y="10050"/>
                        </a:cubicBezTo>
                        <a:cubicBezTo>
                          <a:pt x="48262" y="1854"/>
                          <a:pt x="40340" y="-2244"/>
                          <a:pt x="29966" y="-2244"/>
                        </a:cubicBezTo>
                        <a:cubicBezTo>
                          <a:pt x="19606" y="-2244"/>
                          <a:pt x="11690" y="1854"/>
                          <a:pt x="6219" y="10050"/>
                        </a:cubicBezTo>
                        <a:cubicBezTo>
                          <a:pt x="748" y="18260"/>
                          <a:pt x="-1987" y="30151"/>
                          <a:pt x="-1987" y="45723"/>
                        </a:cubicBezTo>
                        <a:cubicBezTo>
                          <a:pt x="-1987" y="61336"/>
                          <a:pt x="748" y="73240"/>
                          <a:pt x="6219" y="81436"/>
                        </a:cubicBezTo>
                        <a:cubicBezTo>
                          <a:pt x="11690" y="89645"/>
                          <a:pt x="19606" y="93750"/>
                          <a:pt x="29966" y="9375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C2D62B5C-80D6-D785-EF3B-4CCD7055EAD0}"/>
                </a:ext>
              </a:extLst>
            </p:cNvPr>
            <p:cNvSpPr/>
            <p:nvPr/>
          </p:nvSpPr>
          <p:spPr>
            <a:xfrm>
              <a:off x="3902551" y="2032095"/>
              <a:ext cx="12686" cy="2832591"/>
            </a:xfrm>
            <a:custGeom>
              <a:avLst/>
              <a:gdLst>
                <a:gd name="connsiteX0" fmla="*/ 0 w 12686"/>
                <a:gd name="connsiteY0" fmla="*/ 2832592 h 2832591"/>
                <a:gd name="connsiteX1" fmla="*/ 0 w 12686"/>
                <a:gd name="connsiteY1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832591">
                  <a:moveTo>
                    <a:pt x="0" y="2832592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89ABCB33-1FEE-6B17-CB9A-2AB451F48861}"/>
                </a:ext>
              </a:extLst>
            </p:cNvPr>
            <p:cNvSpPr/>
            <p:nvPr/>
          </p:nvSpPr>
          <p:spPr>
            <a:xfrm>
              <a:off x="8433056" y="2032095"/>
              <a:ext cx="12686" cy="2832591"/>
            </a:xfrm>
            <a:custGeom>
              <a:avLst/>
              <a:gdLst>
                <a:gd name="connsiteX0" fmla="*/ 0 w 12686"/>
                <a:gd name="connsiteY0" fmla="*/ 2832592 h 2832591"/>
                <a:gd name="connsiteX1" fmla="*/ 0 w 12686"/>
                <a:gd name="connsiteY1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832591">
                  <a:moveTo>
                    <a:pt x="0" y="2832592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4060327-EC00-F691-9D5E-9A984475F920}"/>
                </a:ext>
              </a:extLst>
            </p:cNvPr>
            <p:cNvSpPr/>
            <p:nvPr/>
          </p:nvSpPr>
          <p:spPr>
            <a:xfrm>
              <a:off x="3902551" y="4864686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6FC84EEA-CAD7-5EC9-3F68-C958BEE4032B}"/>
                </a:ext>
              </a:extLst>
            </p:cNvPr>
            <p:cNvSpPr/>
            <p:nvPr/>
          </p:nvSpPr>
          <p:spPr>
            <a:xfrm>
              <a:off x="3902551" y="2032095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6" name="Graphic 2">
            <a:extLst>
              <a:ext uri="{FF2B5EF4-FFF2-40B4-BE49-F238E27FC236}">
                <a16:creationId xmlns:a16="http://schemas.microsoft.com/office/drawing/2014/main" id="{CB7EA2BB-6E0F-5488-5A3D-7C24BA07663B}"/>
              </a:ext>
            </a:extLst>
          </p:cNvPr>
          <p:cNvGrpSpPr/>
          <p:nvPr/>
        </p:nvGrpSpPr>
        <p:grpSpPr>
          <a:xfrm>
            <a:off x="407368" y="548680"/>
            <a:ext cx="4867938" cy="2877009"/>
            <a:chOff x="3577804" y="2032095"/>
            <a:chExt cx="4867938" cy="2877009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50408315-3453-D684-616B-BACAA7573093}"/>
                </a:ext>
              </a:extLst>
            </p:cNvPr>
            <p:cNvSpPr/>
            <p:nvPr/>
          </p:nvSpPr>
          <p:spPr>
            <a:xfrm>
              <a:off x="3902551" y="2032095"/>
              <a:ext cx="4530504" cy="2832591"/>
            </a:xfrm>
            <a:custGeom>
              <a:avLst/>
              <a:gdLst>
                <a:gd name="connsiteX0" fmla="*/ 0 w 4530504"/>
                <a:gd name="connsiteY0" fmla="*/ 2832592 h 2832591"/>
                <a:gd name="connsiteX1" fmla="*/ 4530505 w 4530504"/>
                <a:gd name="connsiteY1" fmla="*/ 2832592 h 2832591"/>
                <a:gd name="connsiteX2" fmla="*/ 4530505 w 4530504"/>
                <a:gd name="connsiteY2" fmla="*/ 0 h 2832591"/>
                <a:gd name="connsiteX3" fmla="*/ 0 w 4530504"/>
                <a:gd name="connsiteY3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832591">
                  <a:moveTo>
                    <a:pt x="0" y="2832592"/>
                  </a:moveTo>
                  <a:lnTo>
                    <a:pt x="4530505" y="2832592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5691C7A8-33EB-60A8-DD44-9CA1CAB0C2C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V="1">
              <a:off x="3902551" y="2032095"/>
              <a:ext cx="4531266" cy="2832591"/>
            </a:xfrm>
            <a:custGeom>
              <a:avLst/>
              <a:gdLst>
                <a:gd name="connsiteX0" fmla="*/ 0 w 4531266"/>
                <a:gd name="connsiteY0" fmla="*/ 126 h 2832591"/>
                <a:gd name="connsiteX1" fmla="*/ 4531266 w 4531266"/>
                <a:gd name="connsiteY1" fmla="*/ 126 h 2832591"/>
                <a:gd name="connsiteX2" fmla="*/ 4531266 w 4531266"/>
                <a:gd name="connsiteY2" fmla="*/ 2832718 h 2832591"/>
                <a:gd name="connsiteX3" fmla="*/ 0 w 4531266"/>
                <a:gd name="connsiteY3" fmla="*/ 2832718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1266" h="2832591">
                  <a:moveTo>
                    <a:pt x="0" y="126"/>
                  </a:moveTo>
                  <a:lnTo>
                    <a:pt x="4531266" y="126"/>
                  </a:lnTo>
                  <a:lnTo>
                    <a:pt x="4531266" y="2832718"/>
                  </a:lnTo>
                  <a:lnTo>
                    <a:pt x="0" y="2832718"/>
                  </a:lnTo>
                  <a:close/>
                </a:path>
              </a:pathLst>
            </a:custGeom>
          </p:spPr>
        </p:pic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3F09CEAC-972D-80B5-726D-F4363AF54E00}"/>
                </a:ext>
              </a:extLst>
            </p:cNvPr>
            <p:cNvSpPr/>
            <p:nvPr/>
          </p:nvSpPr>
          <p:spPr>
            <a:xfrm>
              <a:off x="5720097" y="3391204"/>
              <a:ext cx="281545" cy="111678"/>
            </a:xfrm>
            <a:custGeom>
              <a:avLst/>
              <a:gdLst>
                <a:gd name="connsiteX0" fmla="*/ 281546 w 281545"/>
                <a:gd name="connsiteY0" fmla="*/ 2743 h 111678"/>
                <a:gd name="connsiteX1" fmla="*/ 280481 w 281545"/>
                <a:gd name="connsiteY1" fmla="*/ 111679 h 111678"/>
                <a:gd name="connsiteX2" fmla="*/ 0 w 281545"/>
                <a:gd name="connsiteY2" fmla="*/ 108936 h 111678"/>
                <a:gd name="connsiteX3" fmla="*/ 1064 w 281545"/>
                <a:gd name="connsiteY3" fmla="*/ 0 h 111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1545" h="111678">
                  <a:moveTo>
                    <a:pt x="281546" y="2743"/>
                  </a:moveTo>
                  <a:lnTo>
                    <a:pt x="280481" y="111679"/>
                  </a:lnTo>
                  <a:lnTo>
                    <a:pt x="0" y="108936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6A4545A0-A17A-5302-FD21-8343C54E224C}"/>
                </a:ext>
              </a:extLst>
            </p:cNvPr>
            <p:cNvSpPr/>
            <p:nvPr/>
          </p:nvSpPr>
          <p:spPr>
            <a:xfrm>
              <a:off x="5891681" y="3392882"/>
              <a:ext cx="109429" cy="108936"/>
            </a:xfrm>
            <a:custGeom>
              <a:avLst/>
              <a:gdLst>
                <a:gd name="connsiteX0" fmla="*/ 109429 w 109429"/>
                <a:gd name="connsiteY0" fmla="*/ 55533 h 108936"/>
                <a:gd name="connsiteX1" fmla="*/ 0 w 109429"/>
                <a:gd name="connsiteY1" fmla="*/ 108936 h 108936"/>
                <a:gd name="connsiteX2" fmla="*/ 1064 w 109429"/>
                <a:gd name="connsiteY2" fmla="*/ 0 h 108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429" h="108936">
                  <a:moveTo>
                    <a:pt x="109429" y="55533"/>
                  </a:moveTo>
                  <a:lnTo>
                    <a:pt x="0" y="108936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1" name="Graphic 2">
              <a:extLst>
                <a:ext uri="{FF2B5EF4-FFF2-40B4-BE49-F238E27FC236}">
                  <a16:creationId xmlns:a16="http://schemas.microsoft.com/office/drawing/2014/main" id="{90E270F3-C344-0D59-5474-E0214EF939E4}"/>
                </a:ext>
              </a:extLst>
            </p:cNvPr>
            <p:cNvGrpSpPr/>
            <p:nvPr/>
          </p:nvGrpSpPr>
          <p:grpSpPr>
            <a:xfrm>
              <a:off x="3902551" y="4864687"/>
              <a:ext cx="4543191" cy="44417"/>
              <a:chOff x="3902551" y="4864687"/>
              <a:chExt cx="4543191" cy="44417"/>
            </a:xfrm>
            <a:solidFill>
              <a:srgbClr val="000000"/>
            </a:solidFill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1FA430A9-994C-F2A6-2741-8CAD1DC2C173}"/>
                  </a:ext>
                </a:extLst>
              </p:cNvPr>
              <p:cNvSpPr/>
              <p:nvPr/>
            </p:nvSpPr>
            <p:spPr>
              <a:xfrm>
                <a:off x="3902551" y="4864687"/>
                <a:ext cx="12686" cy="44417"/>
              </a:xfrm>
              <a:custGeom>
                <a:avLst/>
                <a:gdLst>
                  <a:gd name="connsiteX0" fmla="*/ 58 w 12686"/>
                  <a:gd name="connsiteY0" fmla="*/ 286 h 44417"/>
                  <a:gd name="connsiteX1" fmla="*/ 58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58" y="286"/>
                    </a:moveTo>
                    <a:lnTo>
                      <a:pt x="58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82120C82-A4D0-9C35-C14F-F72FB09EE08D}"/>
                  </a:ext>
                </a:extLst>
              </p:cNvPr>
              <p:cNvSpPr/>
              <p:nvPr/>
            </p:nvSpPr>
            <p:spPr>
              <a:xfrm>
                <a:off x="4468864" y="4864687"/>
                <a:ext cx="12686" cy="44417"/>
              </a:xfrm>
              <a:custGeom>
                <a:avLst/>
                <a:gdLst>
                  <a:gd name="connsiteX0" fmla="*/ 102 w 12686"/>
                  <a:gd name="connsiteY0" fmla="*/ 286 h 44417"/>
                  <a:gd name="connsiteX1" fmla="*/ 102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102" y="286"/>
                    </a:moveTo>
                    <a:lnTo>
                      <a:pt x="102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7DEF1FD8-2180-4C15-854A-D46F652BE520}"/>
                  </a:ext>
                </a:extLst>
              </p:cNvPr>
              <p:cNvSpPr/>
              <p:nvPr/>
            </p:nvSpPr>
            <p:spPr>
              <a:xfrm>
                <a:off x="5035177" y="4864687"/>
                <a:ext cx="12686" cy="44417"/>
              </a:xfrm>
              <a:custGeom>
                <a:avLst/>
                <a:gdLst>
                  <a:gd name="connsiteX0" fmla="*/ 147 w 12686"/>
                  <a:gd name="connsiteY0" fmla="*/ 286 h 44417"/>
                  <a:gd name="connsiteX1" fmla="*/ 147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147" y="286"/>
                    </a:moveTo>
                    <a:lnTo>
                      <a:pt x="147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5ECE1BB5-F0E8-9C96-D400-8616DEB54B55}"/>
                  </a:ext>
                </a:extLst>
              </p:cNvPr>
              <p:cNvSpPr/>
              <p:nvPr/>
            </p:nvSpPr>
            <p:spPr>
              <a:xfrm>
                <a:off x="5601490" y="4864687"/>
                <a:ext cx="12686" cy="44417"/>
              </a:xfrm>
              <a:custGeom>
                <a:avLst/>
                <a:gdLst>
                  <a:gd name="connsiteX0" fmla="*/ 192 w 12686"/>
                  <a:gd name="connsiteY0" fmla="*/ 286 h 44417"/>
                  <a:gd name="connsiteX1" fmla="*/ 192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192" y="286"/>
                    </a:moveTo>
                    <a:lnTo>
                      <a:pt x="192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874BA9E8-F36B-41AB-187B-4A63A82553D0}"/>
                  </a:ext>
                </a:extLst>
              </p:cNvPr>
              <p:cNvSpPr/>
              <p:nvPr/>
            </p:nvSpPr>
            <p:spPr>
              <a:xfrm>
                <a:off x="6167804" y="4864687"/>
                <a:ext cx="12686" cy="44417"/>
              </a:xfrm>
              <a:custGeom>
                <a:avLst/>
                <a:gdLst>
                  <a:gd name="connsiteX0" fmla="*/ 236 w 12686"/>
                  <a:gd name="connsiteY0" fmla="*/ 286 h 44417"/>
                  <a:gd name="connsiteX1" fmla="*/ 236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236" y="286"/>
                    </a:moveTo>
                    <a:lnTo>
                      <a:pt x="236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758B3DBE-CD21-356C-1597-8A8041716ED9}"/>
                  </a:ext>
                </a:extLst>
              </p:cNvPr>
              <p:cNvSpPr/>
              <p:nvPr/>
            </p:nvSpPr>
            <p:spPr>
              <a:xfrm>
                <a:off x="6734117" y="4864687"/>
                <a:ext cx="12686" cy="44417"/>
              </a:xfrm>
              <a:custGeom>
                <a:avLst/>
                <a:gdLst>
                  <a:gd name="connsiteX0" fmla="*/ 281 w 12686"/>
                  <a:gd name="connsiteY0" fmla="*/ 286 h 44417"/>
                  <a:gd name="connsiteX1" fmla="*/ 281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281" y="286"/>
                    </a:moveTo>
                    <a:lnTo>
                      <a:pt x="281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884576C1-00E3-E8DE-1402-8ADF1F6BFC13}"/>
                  </a:ext>
                </a:extLst>
              </p:cNvPr>
              <p:cNvSpPr/>
              <p:nvPr/>
            </p:nvSpPr>
            <p:spPr>
              <a:xfrm>
                <a:off x="7300430" y="4864687"/>
                <a:ext cx="12686" cy="44417"/>
              </a:xfrm>
              <a:custGeom>
                <a:avLst/>
                <a:gdLst>
                  <a:gd name="connsiteX0" fmla="*/ 325 w 12686"/>
                  <a:gd name="connsiteY0" fmla="*/ 286 h 44417"/>
                  <a:gd name="connsiteX1" fmla="*/ 325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325" y="286"/>
                    </a:moveTo>
                    <a:lnTo>
                      <a:pt x="325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187DA37B-6917-B332-F63B-2DCD9A1377E4}"/>
                  </a:ext>
                </a:extLst>
              </p:cNvPr>
              <p:cNvSpPr/>
              <p:nvPr/>
            </p:nvSpPr>
            <p:spPr>
              <a:xfrm>
                <a:off x="7866743" y="4864687"/>
                <a:ext cx="12686" cy="44417"/>
              </a:xfrm>
              <a:custGeom>
                <a:avLst/>
                <a:gdLst>
                  <a:gd name="connsiteX0" fmla="*/ 370 w 12686"/>
                  <a:gd name="connsiteY0" fmla="*/ 286 h 44417"/>
                  <a:gd name="connsiteX1" fmla="*/ 370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370" y="286"/>
                    </a:moveTo>
                    <a:lnTo>
                      <a:pt x="370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F0B8ED73-14F3-F08A-4D71-92DA93ADE515}"/>
                  </a:ext>
                </a:extLst>
              </p:cNvPr>
              <p:cNvSpPr/>
              <p:nvPr/>
            </p:nvSpPr>
            <p:spPr>
              <a:xfrm>
                <a:off x="8433056" y="4864687"/>
                <a:ext cx="12686" cy="44417"/>
              </a:xfrm>
              <a:custGeom>
                <a:avLst/>
                <a:gdLst>
                  <a:gd name="connsiteX0" fmla="*/ 415 w 12686"/>
                  <a:gd name="connsiteY0" fmla="*/ 286 h 44417"/>
                  <a:gd name="connsiteX1" fmla="*/ 415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415" y="286"/>
                    </a:moveTo>
                    <a:lnTo>
                      <a:pt x="415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66" name="Graphic 2">
              <a:extLst>
                <a:ext uri="{FF2B5EF4-FFF2-40B4-BE49-F238E27FC236}">
                  <a16:creationId xmlns:a16="http://schemas.microsoft.com/office/drawing/2014/main" id="{902F0D07-679D-F8AA-625A-5899761B8812}"/>
                </a:ext>
              </a:extLst>
            </p:cNvPr>
            <p:cNvGrpSpPr/>
            <p:nvPr/>
          </p:nvGrpSpPr>
          <p:grpSpPr>
            <a:xfrm>
              <a:off x="3577804" y="2269379"/>
              <a:ext cx="324747" cy="2362067"/>
              <a:chOff x="3577804" y="2269379"/>
              <a:chExt cx="324747" cy="2362067"/>
            </a:xfrm>
            <a:solidFill>
              <a:srgbClr val="000000"/>
            </a:solidFill>
          </p:grpSpPr>
          <p:grpSp>
            <p:nvGrpSpPr>
              <p:cNvPr id="67" name="Graphic 2">
                <a:extLst>
                  <a:ext uri="{FF2B5EF4-FFF2-40B4-BE49-F238E27FC236}">
                    <a16:creationId xmlns:a16="http://schemas.microsoft.com/office/drawing/2014/main" id="{92091E19-9C28-A346-018F-BA39C0837A98}"/>
                  </a:ext>
                </a:extLst>
              </p:cNvPr>
              <p:cNvGrpSpPr/>
              <p:nvPr/>
            </p:nvGrpSpPr>
            <p:grpSpPr>
              <a:xfrm>
                <a:off x="3577804" y="4535453"/>
                <a:ext cx="324747" cy="95994"/>
                <a:chOff x="3577804" y="4535453"/>
                <a:chExt cx="324747" cy="95994"/>
              </a:xfrm>
              <a:solidFill>
                <a:srgbClr val="000000"/>
              </a:solidFill>
            </p:grpSpPr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C15A74BC-CF88-A5ED-F7E3-B1A0A43E03D5}"/>
                    </a:ext>
                  </a:extLst>
                </p:cNvPr>
                <p:cNvSpPr/>
                <p:nvPr/>
              </p:nvSpPr>
              <p:spPr>
                <a:xfrm>
                  <a:off x="3858149" y="4581427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64 h 12690"/>
                    <a:gd name="connsiteX1" fmla="*/ 58 w 44401"/>
                    <a:gd name="connsiteY1" fmla="*/ 264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64"/>
                      </a:moveTo>
                      <a:lnTo>
                        <a:pt x="58" y="26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69" name="Graphic 2">
                  <a:extLst>
                    <a:ext uri="{FF2B5EF4-FFF2-40B4-BE49-F238E27FC236}">
                      <a16:creationId xmlns:a16="http://schemas.microsoft.com/office/drawing/2014/main" id="{57BFACCA-2264-6A57-05BE-B6979955907C}"/>
                    </a:ext>
                  </a:extLst>
                </p:cNvPr>
                <p:cNvGrpSpPr/>
                <p:nvPr/>
              </p:nvGrpSpPr>
              <p:grpSpPr>
                <a:xfrm>
                  <a:off x="3577804" y="4535453"/>
                  <a:ext cx="227514" cy="95994"/>
                  <a:chOff x="3577804" y="4535453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70" name="Freeform: Shape 69">
                    <a:extLst>
                      <a:ext uri="{FF2B5EF4-FFF2-40B4-BE49-F238E27FC236}">
                        <a16:creationId xmlns:a16="http://schemas.microsoft.com/office/drawing/2014/main" id="{CB62E768-AE5E-40B5-80C6-5FD6F92EE438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4537119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49 h 92524"/>
                      <a:gd name="connsiteX1" fmla="*/ 8171 w 67395"/>
                      <a:gd name="connsiteY1" fmla="*/ 30154 h 92524"/>
                      <a:gd name="connsiteX2" fmla="*/ 39767 w 67395"/>
                      <a:gd name="connsiteY2" fmla="*/ 30154 h 92524"/>
                      <a:gd name="connsiteX3" fmla="*/ 39767 w 67395"/>
                      <a:gd name="connsiteY3" fmla="*/ 79549 h 92524"/>
                      <a:gd name="connsiteX4" fmla="*/ 36477 w 67395"/>
                      <a:gd name="connsiteY4" fmla="*/ 90455 h 92524"/>
                      <a:gd name="connsiteX5" fmla="*/ 52216 w 67395"/>
                      <a:gd name="connsiteY5" fmla="*/ 90455 h 92524"/>
                      <a:gd name="connsiteX6" fmla="*/ 52216 w 67395"/>
                      <a:gd name="connsiteY6" fmla="*/ 30154 h 92524"/>
                      <a:gd name="connsiteX7" fmla="*/ 65417 w 67395"/>
                      <a:gd name="connsiteY7" fmla="*/ 30154 h 92524"/>
                      <a:gd name="connsiteX8" fmla="*/ 65417 w 67395"/>
                      <a:gd name="connsiteY8" fmla="*/ 19743 h 92524"/>
                      <a:gd name="connsiteX9" fmla="*/ 52216 w 67395"/>
                      <a:gd name="connsiteY9" fmla="*/ 19743 h 92524"/>
                      <a:gd name="connsiteX10" fmla="*/ 52216 w 67395"/>
                      <a:gd name="connsiteY10" fmla="*/ -2069 h 92524"/>
                      <a:gd name="connsiteX11" fmla="*/ 39767 w 67395"/>
                      <a:gd name="connsiteY11" fmla="*/ -2069 h 92524"/>
                      <a:gd name="connsiteX12" fmla="*/ 39767 w 67395"/>
                      <a:gd name="connsiteY12" fmla="*/ 19743 h 92524"/>
                      <a:gd name="connsiteX13" fmla="*/ -1978 w 67395"/>
                      <a:gd name="connsiteY13" fmla="*/ 19743 h 92524"/>
                      <a:gd name="connsiteX14" fmla="*/ -1978 w 67395"/>
                      <a:gd name="connsiteY14" fmla="*/ 31819 h 92524"/>
                      <a:gd name="connsiteX15" fmla="*/ 36477 w 67395"/>
                      <a:gd name="connsiteY15" fmla="*/ 9045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49"/>
                        </a:moveTo>
                        <a:lnTo>
                          <a:pt x="8171" y="30154"/>
                        </a:lnTo>
                        <a:lnTo>
                          <a:pt x="39767" y="30154"/>
                        </a:lnTo>
                        <a:lnTo>
                          <a:pt x="39767" y="79549"/>
                        </a:lnTo>
                        <a:close/>
                        <a:moveTo>
                          <a:pt x="36477" y="90455"/>
                        </a:moveTo>
                        <a:lnTo>
                          <a:pt x="52216" y="90455"/>
                        </a:lnTo>
                        <a:lnTo>
                          <a:pt x="52216" y="30154"/>
                        </a:lnTo>
                        <a:lnTo>
                          <a:pt x="65417" y="30154"/>
                        </a:lnTo>
                        <a:lnTo>
                          <a:pt x="65417" y="19743"/>
                        </a:lnTo>
                        <a:lnTo>
                          <a:pt x="52216" y="19743"/>
                        </a:lnTo>
                        <a:lnTo>
                          <a:pt x="52216" y="-2069"/>
                        </a:lnTo>
                        <a:lnTo>
                          <a:pt x="39767" y="-2069"/>
                        </a:lnTo>
                        <a:lnTo>
                          <a:pt x="39767" y="19743"/>
                        </a:lnTo>
                        <a:lnTo>
                          <a:pt x="-1978" y="19743"/>
                        </a:lnTo>
                        <a:lnTo>
                          <a:pt x="-1978" y="31819"/>
                        </a:lnTo>
                        <a:lnTo>
                          <a:pt x="36477" y="904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1" name="Freeform: Shape 70">
                    <a:extLst>
                      <a:ext uri="{FF2B5EF4-FFF2-40B4-BE49-F238E27FC236}">
                        <a16:creationId xmlns:a16="http://schemas.microsoft.com/office/drawing/2014/main" id="{C4FB82F7-3D64-326D-CC08-30EFE82AABCD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916" y="4535453"/>
                    <a:ext cx="63431" cy="95994"/>
                  </a:xfrm>
                  <a:custGeom>
                    <a:avLst/>
                    <a:gdLst>
                      <a:gd name="connsiteX0" fmla="*/ 29723 w 63431"/>
                      <a:gd name="connsiteY0" fmla="*/ 43681 h 95994"/>
                      <a:gd name="connsiteX1" fmla="*/ 15688 w 63431"/>
                      <a:gd name="connsiteY1" fmla="*/ 38902 h 95994"/>
                      <a:gd name="connsiteX2" fmla="*/ 10594 w 63431"/>
                      <a:gd name="connsiteY2" fmla="*/ 25775 h 95994"/>
                      <a:gd name="connsiteX3" fmla="*/ 15688 w 63431"/>
                      <a:gd name="connsiteY3" fmla="*/ 12628 h 95994"/>
                      <a:gd name="connsiteX4" fmla="*/ 29723 w 63431"/>
                      <a:gd name="connsiteY4" fmla="*/ 7849 h 95994"/>
                      <a:gd name="connsiteX5" fmla="*/ 43777 w 63431"/>
                      <a:gd name="connsiteY5" fmla="*/ 12648 h 95994"/>
                      <a:gd name="connsiteX6" fmla="*/ 48930 w 63431"/>
                      <a:gd name="connsiteY6" fmla="*/ 25775 h 95994"/>
                      <a:gd name="connsiteX7" fmla="*/ 43816 w 63431"/>
                      <a:gd name="connsiteY7" fmla="*/ 38902 h 95994"/>
                      <a:gd name="connsiteX8" fmla="*/ 29723 w 63431"/>
                      <a:gd name="connsiteY8" fmla="*/ 43681 h 95994"/>
                      <a:gd name="connsiteX9" fmla="*/ 17215 w 63431"/>
                      <a:gd name="connsiteY9" fmla="*/ 48995 h 95994"/>
                      <a:gd name="connsiteX10" fmla="*/ 4667 w 63431"/>
                      <a:gd name="connsiteY10" fmla="*/ 56491 h 95994"/>
                      <a:gd name="connsiteX11" fmla="*/ 187 w 63431"/>
                      <a:gd name="connsiteY11" fmla="*/ 69955 h 95994"/>
                      <a:gd name="connsiteX12" fmla="*/ 8077 w 63431"/>
                      <a:gd name="connsiteY12" fmla="*/ 87484 h 95994"/>
                      <a:gd name="connsiteX13" fmla="*/ 29723 w 63431"/>
                      <a:gd name="connsiteY13" fmla="*/ 93929 h 95994"/>
                      <a:gd name="connsiteX14" fmla="*/ 51408 w 63431"/>
                      <a:gd name="connsiteY14" fmla="*/ 87484 h 95994"/>
                      <a:gd name="connsiteX15" fmla="*/ 59278 w 63431"/>
                      <a:gd name="connsiteY15" fmla="*/ 69955 h 95994"/>
                      <a:gd name="connsiteX16" fmla="*/ 54778 w 63431"/>
                      <a:gd name="connsiteY16" fmla="*/ 56491 h 95994"/>
                      <a:gd name="connsiteX17" fmla="*/ 42310 w 63431"/>
                      <a:gd name="connsiteY17" fmla="*/ 48995 h 95994"/>
                      <a:gd name="connsiteX18" fmla="*/ 56384 w 63431"/>
                      <a:gd name="connsiteY18" fmla="*/ 40746 h 95994"/>
                      <a:gd name="connsiteX19" fmla="*/ 61438 w 63431"/>
                      <a:gd name="connsiteY19" fmla="*/ 25775 h 95994"/>
                      <a:gd name="connsiteX20" fmla="*/ 53232 w 63431"/>
                      <a:gd name="connsiteY20" fmla="*/ 5113 h 95994"/>
                      <a:gd name="connsiteX21" fmla="*/ 29723 w 63431"/>
                      <a:gd name="connsiteY21" fmla="*/ -2066 h 95994"/>
                      <a:gd name="connsiteX22" fmla="*/ 6213 w 63431"/>
                      <a:gd name="connsiteY22" fmla="*/ 5113 h 95994"/>
                      <a:gd name="connsiteX23" fmla="*/ -1993 w 63431"/>
                      <a:gd name="connsiteY23" fmla="*/ 25775 h 95994"/>
                      <a:gd name="connsiteX24" fmla="*/ 3082 w 63431"/>
                      <a:gd name="connsiteY24" fmla="*/ 40746 h 95994"/>
                      <a:gd name="connsiteX25" fmla="*/ 17215 w 63431"/>
                      <a:gd name="connsiteY25" fmla="*/ 48995 h 95994"/>
                      <a:gd name="connsiteX26" fmla="*/ 12636 w 63431"/>
                      <a:gd name="connsiteY26" fmla="*/ 68765 h 95994"/>
                      <a:gd name="connsiteX27" fmla="*/ 17116 w 63431"/>
                      <a:gd name="connsiteY27" fmla="*/ 57562 h 95994"/>
                      <a:gd name="connsiteX28" fmla="*/ 29723 w 63431"/>
                      <a:gd name="connsiteY28" fmla="*/ 53536 h 95994"/>
                      <a:gd name="connsiteX29" fmla="*/ 42330 w 63431"/>
                      <a:gd name="connsiteY29" fmla="*/ 57562 h 95994"/>
                      <a:gd name="connsiteX30" fmla="*/ 46889 w 63431"/>
                      <a:gd name="connsiteY30" fmla="*/ 68765 h 95994"/>
                      <a:gd name="connsiteX31" fmla="*/ 42330 w 63431"/>
                      <a:gd name="connsiteY31" fmla="*/ 79989 h 95994"/>
                      <a:gd name="connsiteX32" fmla="*/ 29723 w 63431"/>
                      <a:gd name="connsiteY32" fmla="*/ 84014 h 95994"/>
                      <a:gd name="connsiteX33" fmla="*/ 17116 w 63431"/>
                      <a:gd name="connsiteY33" fmla="*/ 79989 h 95994"/>
                      <a:gd name="connsiteX34" fmla="*/ 12636 w 63431"/>
                      <a:gd name="connsiteY34" fmla="*/ 6876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29723" y="43681"/>
                        </a:moveTo>
                        <a:cubicBezTo>
                          <a:pt x="23776" y="43681"/>
                          <a:pt x="19098" y="42088"/>
                          <a:pt x="15688" y="38902"/>
                        </a:cubicBezTo>
                        <a:cubicBezTo>
                          <a:pt x="12292" y="35716"/>
                          <a:pt x="10594" y="31340"/>
                          <a:pt x="10594" y="25775"/>
                        </a:cubicBezTo>
                        <a:cubicBezTo>
                          <a:pt x="10594" y="20196"/>
                          <a:pt x="12292" y="15814"/>
                          <a:pt x="15688" y="12628"/>
                        </a:cubicBezTo>
                        <a:cubicBezTo>
                          <a:pt x="19098" y="9442"/>
                          <a:pt x="23776" y="7849"/>
                          <a:pt x="29723" y="7849"/>
                        </a:cubicBezTo>
                        <a:cubicBezTo>
                          <a:pt x="35669" y="7849"/>
                          <a:pt x="40354" y="9449"/>
                          <a:pt x="43777" y="12648"/>
                        </a:cubicBezTo>
                        <a:cubicBezTo>
                          <a:pt x="47212" y="15860"/>
                          <a:pt x="48930" y="20236"/>
                          <a:pt x="48930" y="25775"/>
                        </a:cubicBezTo>
                        <a:cubicBezTo>
                          <a:pt x="48930" y="31340"/>
                          <a:pt x="47226" y="35716"/>
                          <a:pt x="43816" y="38902"/>
                        </a:cubicBezTo>
                        <a:cubicBezTo>
                          <a:pt x="40420" y="42088"/>
                          <a:pt x="35722" y="43681"/>
                          <a:pt x="29723" y="43681"/>
                        </a:cubicBezTo>
                        <a:close/>
                        <a:moveTo>
                          <a:pt x="17215" y="48995"/>
                        </a:moveTo>
                        <a:cubicBezTo>
                          <a:pt x="11850" y="50317"/>
                          <a:pt x="7667" y="52816"/>
                          <a:pt x="4667" y="56491"/>
                        </a:cubicBezTo>
                        <a:cubicBezTo>
                          <a:pt x="1681" y="60179"/>
                          <a:pt x="187" y="64667"/>
                          <a:pt x="187" y="69955"/>
                        </a:cubicBezTo>
                        <a:cubicBezTo>
                          <a:pt x="187" y="77345"/>
                          <a:pt x="2817" y="83188"/>
                          <a:pt x="8077" y="87484"/>
                        </a:cubicBezTo>
                        <a:cubicBezTo>
                          <a:pt x="13349" y="91780"/>
                          <a:pt x="20565" y="93929"/>
                          <a:pt x="29723" y="93929"/>
                        </a:cubicBezTo>
                        <a:cubicBezTo>
                          <a:pt x="38933" y="93929"/>
                          <a:pt x="46162" y="91780"/>
                          <a:pt x="51408" y="87484"/>
                        </a:cubicBezTo>
                        <a:cubicBezTo>
                          <a:pt x="56654" y="83188"/>
                          <a:pt x="59278" y="77345"/>
                          <a:pt x="59278" y="69955"/>
                        </a:cubicBezTo>
                        <a:cubicBezTo>
                          <a:pt x="59278" y="64667"/>
                          <a:pt x="57778" y="60179"/>
                          <a:pt x="54778" y="56491"/>
                        </a:cubicBezTo>
                        <a:cubicBezTo>
                          <a:pt x="51791" y="52816"/>
                          <a:pt x="47635" y="50317"/>
                          <a:pt x="42310" y="48995"/>
                        </a:cubicBezTo>
                        <a:cubicBezTo>
                          <a:pt x="48336" y="47594"/>
                          <a:pt x="53027" y="44844"/>
                          <a:pt x="56384" y="40746"/>
                        </a:cubicBezTo>
                        <a:cubicBezTo>
                          <a:pt x="59753" y="36661"/>
                          <a:pt x="61438" y="31671"/>
                          <a:pt x="61438" y="25775"/>
                        </a:cubicBezTo>
                        <a:cubicBezTo>
                          <a:pt x="61438" y="16799"/>
                          <a:pt x="58703" y="9911"/>
                          <a:pt x="53232" y="5113"/>
                        </a:cubicBezTo>
                        <a:cubicBezTo>
                          <a:pt x="47761" y="327"/>
                          <a:pt x="39924" y="-2066"/>
                          <a:pt x="29723" y="-2066"/>
                        </a:cubicBezTo>
                        <a:cubicBezTo>
                          <a:pt x="19534" y="-2066"/>
                          <a:pt x="11698" y="327"/>
                          <a:pt x="6213" y="5113"/>
                        </a:cubicBezTo>
                        <a:cubicBezTo>
                          <a:pt x="743" y="9911"/>
                          <a:pt x="-1993" y="16799"/>
                          <a:pt x="-1993" y="25775"/>
                        </a:cubicBezTo>
                        <a:cubicBezTo>
                          <a:pt x="-1993" y="31671"/>
                          <a:pt x="-301" y="36661"/>
                          <a:pt x="3082" y="40746"/>
                        </a:cubicBezTo>
                        <a:cubicBezTo>
                          <a:pt x="6478" y="44844"/>
                          <a:pt x="11189" y="47594"/>
                          <a:pt x="17215" y="48995"/>
                        </a:cubicBezTo>
                        <a:close/>
                        <a:moveTo>
                          <a:pt x="12636" y="68765"/>
                        </a:moveTo>
                        <a:cubicBezTo>
                          <a:pt x="12636" y="63980"/>
                          <a:pt x="14129" y="60245"/>
                          <a:pt x="17116" y="57562"/>
                        </a:cubicBezTo>
                        <a:cubicBezTo>
                          <a:pt x="20115" y="54878"/>
                          <a:pt x="24318" y="53536"/>
                          <a:pt x="29723" y="53536"/>
                        </a:cubicBezTo>
                        <a:cubicBezTo>
                          <a:pt x="35101" y="53536"/>
                          <a:pt x="39303" y="54878"/>
                          <a:pt x="42330" y="57562"/>
                        </a:cubicBezTo>
                        <a:cubicBezTo>
                          <a:pt x="45369" y="60245"/>
                          <a:pt x="46889" y="63980"/>
                          <a:pt x="46889" y="68765"/>
                        </a:cubicBezTo>
                        <a:cubicBezTo>
                          <a:pt x="46889" y="73564"/>
                          <a:pt x="45369" y="77305"/>
                          <a:pt x="42330" y="79989"/>
                        </a:cubicBezTo>
                        <a:cubicBezTo>
                          <a:pt x="39303" y="82672"/>
                          <a:pt x="35101" y="84014"/>
                          <a:pt x="29723" y="84014"/>
                        </a:cubicBezTo>
                        <a:cubicBezTo>
                          <a:pt x="24318" y="84014"/>
                          <a:pt x="20115" y="82672"/>
                          <a:pt x="17116" y="79989"/>
                        </a:cubicBezTo>
                        <a:cubicBezTo>
                          <a:pt x="14129" y="77305"/>
                          <a:pt x="12636" y="73564"/>
                          <a:pt x="12636" y="6876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2" name="Freeform: Shape 71">
                    <a:extLst>
                      <a:ext uri="{FF2B5EF4-FFF2-40B4-BE49-F238E27FC236}">
                        <a16:creationId xmlns:a16="http://schemas.microsoft.com/office/drawing/2014/main" id="{7F023DE1-6CE2-602F-C5FE-D3375C015324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535453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4014 h 95994"/>
                      <a:gd name="connsiteX1" fmla="*/ 15437 w 63926"/>
                      <a:gd name="connsiteY1" fmla="*/ 74496 h 95994"/>
                      <a:gd name="connsiteX2" fmla="*/ 10580 w 63926"/>
                      <a:gd name="connsiteY2" fmla="*/ 45902 h 95994"/>
                      <a:gd name="connsiteX3" fmla="*/ 15437 w 63926"/>
                      <a:gd name="connsiteY3" fmla="*/ 17367 h 95994"/>
                      <a:gd name="connsiteX4" fmla="*/ 29966 w 63926"/>
                      <a:gd name="connsiteY4" fmla="*/ 7849 h 95994"/>
                      <a:gd name="connsiteX5" fmla="*/ 44556 w 63926"/>
                      <a:gd name="connsiteY5" fmla="*/ 17367 h 95994"/>
                      <a:gd name="connsiteX6" fmla="*/ 49432 w 63926"/>
                      <a:gd name="connsiteY6" fmla="*/ 45902 h 95994"/>
                      <a:gd name="connsiteX7" fmla="*/ 44556 w 63926"/>
                      <a:gd name="connsiteY7" fmla="*/ 74496 h 95994"/>
                      <a:gd name="connsiteX8" fmla="*/ 29966 w 63926"/>
                      <a:gd name="connsiteY8" fmla="*/ 84014 h 95994"/>
                      <a:gd name="connsiteX9" fmla="*/ 29966 w 63926"/>
                      <a:gd name="connsiteY9" fmla="*/ 93929 h 95994"/>
                      <a:gd name="connsiteX10" fmla="*/ 53733 w 63926"/>
                      <a:gd name="connsiteY10" fmla="*/ 81615 h 95994"/>
                      <a:gd name="connsiteX11" fmla="*/ 61940 w 63926"/>
                      <a:gd name="connsiteY11" fmla="*/ 45902 h 95994"/>
                      <a:gd name="connsiteX12" fmla="*/ 53733 w 63926"/>
                      <a:gd name="connsiteY12" fmla="*/ 10229 h 95994"/>
                      <a:gd name="connsiteX13" fmla="*/ 29966 w 63926"/>
                      <a:gd name="connsiteY13" fmla="*/ -2066 h 95994"/>
                      <a:gd name="connsiteX14" fmla="*/ 6219 w 63926"/>
                      <a:gd name="connsiteY14" fmla="*/ 10229 h 95994"/>
                      <a:gd name="connsiteX15" fmla="*/ -1987 w 63926"/>
                      <a:gd name="connsiteY15" fmla="*/ 45902 h 95994"/>
                      <a:gd name="connsiteX16" fmla="*/ 6219 w 63926"/>
                      <a:gd name="connsiteY16" fmla="*/ 81615 h 95994"/>
                      <a:gd name="connsiteX17" fmla="*/ 29966 w 63926"/>
                      <a:gd name="connsiteY17" fmla="*/ 9392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4014"/>
                        </a:moveTo>
                        <a:cubicBezTo>
                          <a:pt x="23531" y="84014"/>
                          <a:pt x="18688" y="80841"/>
                          <a:pt x="15437" y="74496"/>
                        </a:cubicBezTo>
                        <a:cubicBezTo>
                          <a:pt x="12199" y="68164"/>
                          <a:pt x="10580" y="58632"/>
                          <a:pt x="10580" y="45902"/>
                        </a:cubicBezTo>
                        <a:cubicBezTo>
                          <a:pt x="10580" y="33224"/>
                          <a:pt x="12199" y="23713"/>
                          <a:pt x="15437" y="17367"/>
                        </a:cubicBezTo>
                        <a:cubicBezTo>
                          <a:pt x="18688" y="11022"/>
                          <a:pt x="23531" y="7849"/>
                          <a:pt x="29966" y="7849"/>
                        </a:cubicBezTo>
                        <a:cubicBezTo>
                          <a:pt x="36455" y="7849"/>
                          <a:pt x="41318" y="11022"/>
                          <a:pt x="44556" y="17367"/>
                        </a:cubicBezTo>
                        <a:cubicBezTo>
                          <a:pt x="47806" y="23713"/>
                          <a:pt x="49432" y="33224"/>
                          <a:pt x="49432" y="45902"/>
                        </a:cubicBezTo>
                        <a:cubicBezTo>
                          <a:pt x="49432" y="58632"/>
                          <a:pt x="47806" y="68164"/>
                          <a:pt x="44556" y="74496"/>
                        </a:cubicBezTo>
                        <a:cubicBezTo>
                          <a:pt x="41318" y="80841"/>
                          <a:pt x="36455" y="84014"/>
                          <a:pt x="29966" y="84014"/>
                        </a:cubicBezTo>
                        <a:close/>
                        <a:moveTo>
                          <a:pt x="29966" y="93929"/>
                        </a:moveTo>
                        <a:cubicBezTo>
                          <a:pt x="40340" y="93929"/>
                          <a:pt x="48262" y="89824"/>
                          <a:pt x="53733" y="81615"/>
                        </a:cubicBezTo>
                        <a:cubicBezTo>
                          <a:pt x="59204" y="73418"/>
                          <a:pt x="61940" y="61514"/>
                          <a:pt x="61940" y="45902"/>
                        </a:cubicBezTo>
                        <a:cubicBezTo>
                          <a:pt x="61940" y="30329"/>
                          <a:pt x="59204" y="18438"/>
                          <a:pt x="53733" y="10229"/>
                        </a:cubicBezTo>
                        <a:cubicBezTo>
                          <a:pt x="48262" y="2033"/>
                          <a:pt x="40340" y="-2066"/>
                          <a:pt x="29966" y="-2066"/>
                        </a:cubicBezTo>
                        <a:cubicBezTo>
                          <a:pt x="19606" y="-2066"/>
                          <a:pt x="11690" y="2033"/>
                          <a:pt x="6219" y="10229"/>
                        </a:cubicBezTo>
                        <a:cubicBezTo>
                          <a:pt x="748" y="18438"/>
                          <a:pt x="-1987" y="30329"/>
                          <a:pt x="-1987" y="45902"/>
                        </a:cubicBezTo>
                        <a:cubicBezTo>
                          <a:pt x="-1987" y="61514"/>
                          <a:pt x="748" y="73418"/>
                          <a:pt x="6219" y="81615"/>
                        </a:cubicBezTo>
                        <a:cubicBezTo>
                          <a:pt x="11690" y="89824"/>
                          <a:pt x="19606" y="93929"/>
                          <a:pt x="29966" y="939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73" name="Graphic 2">
                <a:extLst>
                  <a:ext uri="{FF2B5EF4-FFF2-40B4-BE49-F238E27FC236}">
                    <a16:creationId xmlns:a16="http://schemas.microsoft.com/office/drawing/2014/main" id="{DCB6DC09-837E-EAC7-213C-FF0AA0A7C035}"/>
                  </a:ext>
                </a:extLst>
              </p:cNvPr>
              <p:cNvGrpSpPr/>
              <p:nvPr/>
            </p:nvGrpSpPr>
            <p:grpSpPr>
              <a:xfrm>
                <a:off x="3577804" y="3968934"/>
                <a:ext cx="324747" cy="95994"/>
                <a:chOff x="3577804" y="3968934"/>
                <a:chExt cx="324747" cy="95994"/>
              </a:xfrm>
              <a:solidFill>
                <a:srgbClr val="000000"/>
              </a:solidFill>
            </p:grpSpPr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C88F5A26-4411-5BE1-FF29-14DF2C4BD27D}"/>
                    </a:ext>
                  </a:extLst>
                </p:cNvPr>
                <p:cNvSpPr/>
                <p:nvPr/>
              </p:nvSpPr>
              <p:spPr>
                <a:xfrm>
                  <a:off x="3858149" y="4014909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19 h 12690"/>
                    <a:gd name="connsiteX1" fmla="*/ 58 w 44401"/>
                    <a:gd name="connsiteY1" fmla="*/ 21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19"/>
                      </a:moveTo>
                      <a:lnTo>
                        <a:pt x="58" y="219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75" name="Graphic 2">
                  <a:extLst>
                    <a:ext uri="{FF2B5EF4-FFF2-40B4-BE49-F238E27FC236}">
                      <a16:creationId xmlns:a16="http://schemas.microsoft.com/office/drawing/2014/main" id="{30BB5B17-30B1-D4F1-3FA4-FC63A54C57A6}"/>
                    </a:ext>
                  </a:extLst>
                </p:cNvPr>
                <p:cNvGrpSpPr/>
                <p:nvPr/>
              </p:nvGrpSpPr>
              <p:grpSpPr>
                <a:xfrm>
                  <a:off x="3577804" y="3968934"/>
                  <a:ext cx="227514" cy="95994"/>
                  <a:chOff x="3577804" y="3968934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76" name="Freeform: Shape 75">
                    <a:extLst>
                      <a:ext uri="{FF2B5EF4-FFF2-40B4-BE49-F238E27FC236}">
                        <a16:creationId xmlns:a16="http://schemas.microsoft.com/office/drawing/2014/main" id="{ABBADAA2-8281-51F1-7DB0-FAD639E17DAB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3970600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04 h 92524"/>
                      <a:gd name="connsiteX1" fmla="*/ 8171 w 67395"/>
                      <a:gd name="connsiteY1" fmla="*/ 30109 h 92524"/>
                      <a:gd name="connsiteX2" fmla="*/ 39767 w 67395"/>
                      <a:gd name="connsiteY2" fmla="*/ 30109 h 92524"/>
                      <a:gd name="connsiteX3" fmla="*/ 39767 w 67395"/>
                      <a:gd name="connsiteY3" fmla="*/ 79504 h 92524"/>
                      <a:gd name="connsiteX4" fmla="*/ 36477 w 67395"/>
                      <a:gd name="connsiteY4" fmla="*/ 90410 h 92524"/>
                      <a:gd name="connsiteX5" fmla="*/ 52216 w 67395"/>
                      <a:gd name="connsiteY5" fmla="*/ 90410 h 92524"/>
                      <a:gd name="connsiteX6" fmla="*/ 52216 w 67395"/>
                      <a:gd name="connsiteY6" fmla="*/ 30109 h 92524"/>
                      <a:gd name="connsiteX7" fmla="*/ 65417 w 67395"/>
                      <a:gd name="connsiteY7" fmla="*/ 30109 h 92524"/>
                      <a:gd name="connsiteX8" fmla="*/ 65417 w 67395"/>
                      <a:gd name="connsiteY8" fmla="*/ 19699 h 92524"/>
                      <a:gd name="connsiteX9" fmla="*/ 52216 w 67395"/>
                      <a:gd name="connsiteY9" fmla="*/ 19699 h 92524"/>
                      <a:gd name="connsiteX10" fmla="*/ 52216 w 67395"/>
                      <a:gd name="connsiteY10" fmla="*/ -2114 h 92524"/>
                      <a:gd name="connsiteX11" fmla="*/ 39767 w 67395"/>
                      <a:gd name="connsiteY11" fmla="*/ -2114 h 92524"/>
                      <a:gd name="connsiteX12" fmla="*/ 39767 w 67395"/>
                      <a:gd name="connsiteY12" fmla="*/ 19699 h 92524"/>
                      <a:gd name="connsiteX13" fmla="*/ -1978 w 67395"/>
                      <a:gd name="connsiteY13" fmla="*/ 19699 h 92524"/>
                      <a:gd name="connsiteX14" fmla="*/ -1978 w 67395"/>
                      <a:gd name="connsiteY14" fmla="*/ 31775 h 92524"/>
                      <a:gd name="connsiteX15" fmla="*/ 36477 w 67395"/>
                      <a:gd name="connsiteY15" fmla="*/ 904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04"/>
                        </a:moveTo>
                        <a:lnTo>
                          <a:pt x="8171" y="30109"/>
                        </a:lnTo>
                        <a:lnTo>
                          <a:pt x="39767" y="30109"/>
                        </a:lnTo>
                        <a:lnTo>
                          <a:pt x="39767" y="79504"/>
                        </a:lnTo>
                        <a:close/>
                        <a:moveTo>
                          <a:pt x="36477" y="90410"/>
                        </a:moveTo>
                        <a:lnTo>
                          <a:pt x="52216" y="90410"/>
                        </a:lnTo>
                        <a:lnTo>
                          <a:pt x="52216" y="30109"/>
                        </a:lnTo>
                        <a:lnTo>
                          <a:pt x="65417" y="30109"/>
                        </a:lnTo>
                        <a:lnTo>
                          <a:pt x="65417" y="19699"/>
                        </a:lnTo>
                        <a:lnTo>
                          <a:pt x="52216" y="19699"/>
                        </a:lnTo>
                        <a:lnTo>
                          <a:pt x="52216" y="-2114"/>
                        </a:lnTo>
                        <a:lnTo>
                          <a:pt x="39767" y="-2114"/>
                        </a:lnTo>
                        <a:lnTo>
                          <a:pt x="39767" y="19699"/>
                        </a:lnTo>
                        <a:lnTo>
                          <a:pt x="-1978" y="19699"/>
                        </a:lnTo>
                        <a:lnTo>
                          <a:pt x="-1978" y="31775"/>
                        </a:lnTo>
                        <a:lnTo>
                          <a:pt x="36477" y="90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7" name="Freeform: Shape 76">
                    <a:extLst>
                      <a:ext uri="{FF2B5EF4-FFF2-40B4-BE49-F238E27FC236}">
                        <a16:creationId xmlns:a16="http://schemas.microsoft.com/office/drawing/2014/main" id="{F5A96713-4712-2F10-4EB1-30107C74A0E8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301" y="3968934"/>
                    <a:ext cx="63807" cy="95994"/>
                  </a:xfrm>
                  <a:custGeom>
                    <a:avLst/>
                    <a:gdLst>
                      <a:gd name="connsiteX0" fmla="*/ 3975 w 63807"/>
                      <a:gd name="connsiteY0" fmla="*/ 1618 h 95994"/>
                      <a:gd name="connsiteX1" fmla="*/ 3975 w 63807"/>
                      <a:gd name="connsiteY1" fmla="*/ 13020 h 95994"/>
                      <a:gd name="connsiteX2" fmla="*/ 13510 w 63807"/>
                      <a:gd name="connsiteY2" fmla="*/ 9609 h 95994"/>
                      <a:gd name="connsiteX3" fmla="*/ 23005 w 63807"/>
                      <a:gd name="connsiteY3" fmla="*/ 8439 h 95994"/>
                      <a:gd name="connsiteX4" fmla="*/ 41915 w 63807"/>
                      <a:gd name="connsiteY4" fmla="*/ 16767 h 95994"/>
                      <a:gd name="connsiteX5" fmla="*/ 49388 w 63807"/>
                      <a:gd name="connsiteY5" fmla="*/ 42090 h 95994"/>
                      <a:gd name="connsiteX6" fmla="*/ 40270 w 63807"/>
                      <a:gd name="connsiteY6" fmla="*/ 33900 h 95994"/>
                      <a:gd name="connsiteX7" fmla="*/ 28079 w 63807"/>
                      <a:gd name="connsiteY7" fmla="*/ 31045 h 95994"/>
                      <a:gd name="connsiteX8" fmla="*/ 6116 w 63807"/>
                      <a:gd name="connsiteY8" fmla="*/ 39432 h 95994"/>
                      <a:gd name="connsiteX9" fmla="*/ -1971 w 63807"/>
                      <a:gd name="connsiteY9" fmla="*/ 62415 h 95994"/>
                      <a:gd name="connsiteX10" fmla="*/ 6453 w 63807"/>
                      <a:gd name="connsiteY10" fmla="*/ 85258 h 95994"/>
                      <a:gd name="connsiteX11" fmla="*/ 28872 w 63807"/>
                      <a:gd name="connsiteY11" fmla="*/ 93884 h 95994"/>
                      <a:gd name="connsiteX12" fmla="*/ 53372 w 63807"/>
                      <a:gd name="connsiteY12" fmla="*/ 81570 h 95994"/>
                      <a:gd name="connsiteX13" fmla="*/ 61836 w 63807"/>
                      <a:gd name="connsiteY13" fmla="*/ 45857 h 95994"/>
                      <a:gd name="connsiteX14" fmla="*/ 51449 w 63807"/>
                      <a:gd name="connsiteY14" fmla="*/ 10938 h 95994"/>
                      <a:gd name="connsiteX15" fmla="*/ 23560 w 63807"/>
                      <a:gd name="connsiteY15" fmla="*/ -2110 h 95994"/>
                      <a:gd name="connsiteX16" fmla="*/ 14005 w 63807"/>
                      <a:gd name="connsiteY16" fmla="*/ -1178 h 95994"/>
                      <a:gd name="connsiteX17" fmla="*/ 3975 w 63807"/>
                      <a:gd name="connsiteY17" fmla="*/ 1618 h 95994"/>
                      <a:gd name="connsiteX18" fmla="*/ 28872 w 63807"/>
                      <a:gd name="connsiteY18" fmla="*/ 40840 h 95994"/>
                      <a:gd name="connsiteX19" fmla="*/ 42212 w 63807"/>
                      <a:gd name="connsiteY19" fmla="*/ 46591 h 95994"/>
                      <a:gd name="connsiteX20" fmla="*/ 47148 w 63807"/>
                      <a:gd name="connsiteY20" fmla="*/ 62415 h 95994"/>
                      <a:gd name="connsiteX21" fmla="*/ 42212 w 63807"/>
                      <a:gd name="connsiteY21" fmla="*/ 78179 h 95994"/>
                      <a:gd name="connsiteX22" fmla="*/ 28872 w 63807"/>
                      <a:gd name="connsiteY22" fmla="*/ 83969 h 95994"/>
                      <a:gd name="connsiteX23" fmla="*/ 15532 w 63807"/>
                      <a:gd name="connsiteY23" fmla="*/ 78179 h 95994"/>
                      <a:gd name="connsiteX24" fmla="*/ 10616 w 63807"/>
                      <a:gd name="connsiteY24" fmla="*/ 62415 h 95994"/>
                      <a:gd name="connsiteX25" fmla="*/ 15532 w 63807"/>
                      <a:gd name="connsiteY25" fmla="*/ 46591 h 95994"/>
                      <a:gd name="connsiteX26" fmla="*/ 28872 w 63807"/>
                      <a:gd name="connsiteY26" fmla="*/ 4084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3975" y="1618"/>
                        </a:moveTo>
                        <a:lnTo>
                          <a:pt x="3975" y="13020"/>
                        </a:lnTo>
                        <a:cubicBezTo>
                          <a:pt x="7120" y="11526"/>
                          <a:pt x="10298" y="10389"/>
                          <a:pt x="13510" y="9609"/>
                        </a:cubicBezTo>
                        <a:cubicBezTo>
                          <a:pt x="16734" y="8829"/>
                          <a:pt x="19899" y="8439"/>
                          <a:pt x="23005" y="8439"/>
                        </a:cubicBezTo>
                        <a:cubicBezTo>
                          <a:pt x="31264" y="8439"/>
                          <a:pt x="37567" y="11215"/>
                          <a:pt x="41915" y="16767"/>
                        </a:cubicBezTo>
                        <a:cubicBezTo>
                          <a:pt x="46276" y="22320"/>
                          <a:pt x="48767" y="30760"/>
                          <a:pt x="49388" y="42090"/>
                        </a:cubicBezTo>
                        <a:cubicBezTo>
                          <a:pt x="46996" y="38534"/>
                          <a:pt x="43957" y="35804"/>
                          <a:pt x="40270" y="33900"/>
                        </a:cubicBezTo>
                        <a:cubicBezTo>
                          <a:pt x="36596" y="31996"/>
                          <a:pt x="32532" y="31045"/>
                          <a:pt x="28079" y="31045"/>
                        </a:cubicBezTo>
                        <a:cubicBezTo>
                          <a:pt x="18829" y="31045"/>
                          <a:pt x="11508" y="33841"/>
                          <a:pt x="6116" y="39432"/>
                        </a:cubicBezTo>
                        <a:cubicBezTo>
                          <a:pt x="724" y="45038"/>
                          <a:pt x="-1971" y="52698"/>
                          <a:pt x="-1971" y="62415"/>
                        </a:cubicBezTo>
                        <a:cubicBezTo>
                          <a:pt x="-1971" y="71906"/>
                          <a:pt x="837" y="79521"/>
                          <a:pt x="6453" y="85258"/>
                        </a:cubicBezTo>
                        <a:cubicBezTo>
                          <a:pt x="12069" y="91009"/>
                          <a:pt x="19542" y="93884"/>
                          <a:pt x="28872" y="93884"/>
                        </a:cubicBezTo>
                        <a:cubicBezTo>
                          <a:pt x="39576" y="93884"/>
                          <a:pt x="47743" y="89779"/>
                          <a:pt x="53372" y="81570"/>
                        </a:cubicBezTo>
                        <a:cubicBezTo>
                          <a:pt x="59015" y="73374"/>
                          <a:pt x="61836" y="61470"/>
                          <a:pt x="61836" y="45857"/>
                        </a:cubicBezTo>
                        <a:cubicBezTo>
                          <a:pt x="61836" y="31276"/>
                          <a:pt x="58374" y="19636"/>
                          <a:pt x="51449" y="10938"/>
                        </a:cubicBezTo>
                        <a:cubicBezTo>
                          <a:pt x="44538" y="2239"/>
                          <a:pt x="35241" y="-2110"/>
                          <a:pt x="23560" y="-2110"/>
                        </a:cubicBezTo>
                        <a:cubicBezTo>
                          <a:pt x="20414" y="-2110"/>
                          <a:pt x="17230" y="-1800"/>
                          <a:pt x="14005" y="-1178"/>
                        </a:cubicBezTo>
                        <a:cubicBezTo>
                          <a:pt x="10794" y="-557"/>
                          <a:pt x="7451" y="375"/>
                          <a:pt x="3975" y="1618"/>
                        </a:cubicBezTo>
                        <a:close/>
                        <a:moveTo>
                          <a:pt x="28872" y="40840"/>
                        </a:moveTo>
                        <a:cubicBezTo>
                          <a:pt x="34488" y="40840"/>
                          <a:pt x="38935" y="42757"/>
                          <a:pt x="42212" y="46591"/>
                        </a:cubicBezTo>
                        <a:cubicBezTo>
                          <a:pt x="45503" y="50438"/>
                          <a:pt x="47148" y="55712"/>
                          <a:pt x="47148" y="62415"/>
                        </a:cubicBezTo>
                        <a:cubicBezTo>
                          <a:pt x="47148" y="69064"/>
                          <a:pt x="45503" y="74319"/>
                          <a:pt x="42212" y="78179"/>
                        </a:cubicBezTo>
                        <a:cubicBezTo>
                          <a:pt x="38935" y="82039"/>
                          <a:pt x="34488" y="83969"/>
                          <a:pt x="28872" y="83969"/>
                        </a:cubicBezTo>
                        <a:cubicBezTo>
                          <a:pt x="23256" y="83969"/>
                          <a:pt x="18809" y="82039"/>
                          <a:pt x="15532" y="78179"/>
                        </a:cubicBezTo>
                        <a:cubicBezTo>
                          <a:pt x="12254" y="74319"/>
                          <a:pt x="10616" y="69064"/>
                          <a:pt x="10616" y="62415"/>
                        </a:cubicBezTo>
                        <a:cubicBezTo>
                          <a:pt x="10616" y="55712"/>
                          <a:pt x="12254" y="50438"/>
                          <a:pt x="15532" y="46591"/>
                        </a:cubicBezTo>
                        <a:cubicBezTo>
                          <a:pt x="18809" y="42757"/>
                          <a:pt x="23256" y="40840"/>
                          <a:pt x="28872" y="408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8" name="Freeform: Shape 77">
                    <a:extLst>
                      <a:ext uri="{FF2B5EF4-FFF2-40B4-BE49-F238E27FC236}">
                        <a16:creationId xmlns:a16="http://schemas.microsoft.com/office/drawing/2014/main" id="{4568946E-8824-6846-FBD9-9FF3A632E778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968934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69 h 95994"/>
                      <a:gd name="connsiteX1" fmla="*/ 15437 w 63926"/>
                      <a:gd name="connsiteY1" fmla="*/ 74451 h 95994"/>
                      <a:gd name="connsiteX2" fmla="*/ 10580 w 63926"/>
                      <a:gd name="connsiteY2" fmla="*/ 45857 h 95994"/>
                      <a:gd name="connsiteX3" fmla="*/ 15437 w 63926"/>
                      <a:gd name="connsiteY3" fmla="*/ 17323 h 95994"/>
                      <a:gd name="connsiteX4" fmla="*/ 29966 w 63926"/>
                      <a:gd name="connsiteY4" fmla="*/ 7805 h 95994"/>
                      <a:gd name="connsiteX5" fmla="*/ 44556 w 63926"/>
                      <a:gd name="connsiteY5" fmla="*/ 17323 h 95994"/>
                      <a:gd name="connsiteX6" fmla="*/ 49432 w 63926"/>
                      <a:gd name="connsiteY6" fmla="*/ 45857 h 95994"/>
                      <a:gd name="connsiteX7" fmla="*/ 44556 w 63926"/>
                      <a:gd name="connsiteY7" fmla="*/ 74451 h 95994"/>
                      <a:gd name="connsiteX8" fmla="*/ 29966 w 63926"/>
                      <a:gd name="connsiteY8" fmla="*/ 83969 h 95994"/>
                      <a:gd name="connsiteX9" fmla="*/ 29966 w 63926"/>
                      <a:gd name="connsiteY9" fmla="*/ 93884 h 95994"/>
                      <a:gd name="connsiteX10" fmla="*/ 53733 w 63926"/>
                      <a:gd name="connsiteY10" fmla="*/ 81570 h 95994"/>
                      <a:gd name="connsiteX11" fmla="*/ 61940 w 63926"/>
                      <a:gd name="connsiteY11" fmla="*/ 45857 h 95994"/>
                      <a:gd name="connsiteX12" fmla="*/ 53733 w 63926"/>
                      <a:gd name="connsiteY12" fmla="*/ 10184 h 95994"/>
                      <a:gd name="connsiteX13" fmla="*/ 29966 w 63926"/>
                      <a:gd name="connsiteY13" fmla="*/ -2110 h 95994"/>
                      <a:gd name="connsiteX14" fmla="*/ 6219 w 63926"/>
                      <a:gd name="connsiteY14" fmla="*/ 10184 h 95994"/>
                      <a:gd name="connsiteX15" fmla="*/ -1987 w 63926"/>
                      <a:gd name="connsiteY15" fmla="*/ 45857 h 95994"/>
                      <a:gd name="connsiteX16" fmla="*/ 6219 w 63926"/>
                      <a:gd name="connsiteY16" fmla="*/ 81570 h 95994"/>
                      <a:gd name="connsiteX17" fmla="*/ 29966 w 63926"/>
                      <a:gd name="connsiteY17" fmla="*/ 938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69"/>
                        </a:moveTo>
                        <a:cubicBezTo>
                          <a:pt x="23531" y="83969"/>
                          <a:pt x="18688" y="80797"/>
                          <a:pt x="15437" y="74451"/>
                        </a:cubicBezTo>
                        <a:cubicBezTo>
                          <a:pt x="12199" y="68119"/>
                          <a:pt x="10580" y="58588"/>
                          <a:pt x="10580" y="45857"/>
                        </a:cubicBezTo>
                        <a:cubicBezTo>
                          <a:pt x="10580" y="33180"/>
                          <a:pt x="12199" y="23668"/>
                          <a:pt x="15437" y="17323"/>
                        </a:cubicBezTo>
                        <a:cubicBezTo>
                          <a:pt x="18688" y="10977"/>
                          <a:pt x="23531" y="7805"/>
                          <a:pt x="29966" y="7805"/>
                        </a:cubicBezTo>
                        <a:cubicBezTo>
                          <a:pt x="36455" y="7805"/>
                          <a:pt x="41318" y="10977"/>
                          <a:pt x="44556" y="17323"/>
                        </a:cubicBezTo>
                        <a:cubicBezTo>
                          <a:pt x="47806" y="23668"/>
                          <a:pt x="49432" y="33180"/>
                          <a:pt x="49432" y="45857"/>
                        </a:cubicBezTo>
                        <a:cubicBezTo>
                          <a:pt x="49432" y="58588"/>
                          <a:pt x="47806" y="68119"/>
                          <a:pt x="44556" y="74451"/>
                        </a:cubicBezTo>
                        <a:cubicBezTo>
                          <a:pt x="41318" y="80797"/>
                          <a:pt x="36455" y="83969"/>
                          <a:pt x="29966" y="83969"/>
                        </a:cubicBezTo>
                        <a:close/>
                        <a:moveTo>
                          <a:pt x="29966" y="93884"/>
                        </a:moveTo>
                        <a:cubicBezTo>
                          <a:pt x="40340" y="93884"/>
                          <a:pt x="48262" y="89779"/>
                          <a:pt x="53733" y="81570"/>
                        </a:cubicBezTo>
                        <a:cubicBezTo>
                          <a:pt x="59204" y="73374"/>
                          <a:pt x="61940" y="61470"/>
                          <a:pt x="61940" y="45857"/>
                        </a:cubicBezTo>
                        <a:cubicBezTo>
                          <a:pt x="61940" y="30284"/>
                          <a:pt x="59204" y="18393"/>
                          <a:pt x="53733" y="10184"/>
                        </a:cubicBezTo>
                        <a:cubicBezTo>
                          <a:pt x="48262" y="1988"/>
                          <a:pt x="40340" y="-2110"/>
                          <a:pt x="29966" y="-2110"/>
                        </a:cubicBezTo>
                        <a:cubicBezTo>
                          <a:pt x="19606" y="-2110"/>
                          <a:pt x="11690" y="1988"/>
                          <a:pt x="6219" y="10184"/>
                        </a:cubicBezTo>
                        <a:cubicBezTo>
                          <a:pt x="748" y="18393"/>
                          <a:pt x="-1987" y="30284"/>
                          <a:pt x="-1987" y="45857"/>
                        </a:cubicBezTo>
                        <a:cubicBezTo>
                          <a:pt x="-1987" y="61470"/>
                          <a:pt x="748" y="73374"/>
                          <a:pt x="6219" y="81570"/>
                        </a:cubicBezTo>
                        <a:cubicBezTo>
                          <a:pt x="11690" y="89779"/>
                          <a:pt x="19606" y="93884"/>
                          <a:pt x="29966" y="938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79" name="Graphic 2">
                <a:extLst>
                  <a:ext uri="{FF2B5EF4-FFF2-40B4-BE49-F238E27FC236}">
                    <a16:creationId xmlns:a16="http://schemas.microsoft.com/office/drawing/2014/main" id="{93BF9B49-4FCF-FBC7-6C4E-439667CF2A1B}"/>
                  </a:ext>
                </a:extLst>
              </p:cNvPr>
              <p:cNvGrpSpPr/>
              <p:nvPr/>
            </p:nvGrpSpPr>
            <p:grpSpPr>
              <a:xfrm>
                <a:off x="3581391" y="3402416"/>
                <a:ext cx="321159" cy="95994"/>
                <a:chOff x="3581391" y="3402416"/>
                <a:chExt cx="321159" cy="95994"/>
              </a:xfrm>
              <a:solidFill>
                <a:srgbClr val="000000"/>
              </a:solidFill>
            </p:grpSpPr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0A4DB341-4918-E674-EBB8-CEC739EC94BB}"/>
                    </a:ext>
                  </a:extLst>
                </p:cNvPr>
                <p:cNvSpPr/>
                <p:nvPr/>
              </p:nvSpPr>
              <p:spPr>
                <a:xfrm>
                  <a:off x="3858149" y="344839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75 h 12690"/>
                    <a:gd name="connsiteX1" fmla="*/ 58 w 44401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81" name="Graphic 2">
                  <a:extLst>
                    <a:ext uri="{FF2B5EF4-FFF2-40B4-BE49-F238E27FC236}">
                      <a16:creationId xmlns:a16="http://schemas.microsoft.com/office/drawing/2014/main" id="{A4767DB3-EDC5-B1ED-A191-40CC6B7D6CA7}"/>
                    </a:ext>
                  </a:extLst>
                </p:cNvPr>
                <p:cNvGrpSpPr/>
                <p:nvPr/>
              </p:nvGrpSpPr>
              <p:grpSpPr>
                <a:xfrm>
                  <a:off x="3581391" y="3402416"/>
                  <a:ext cx="223926" cy="95994"/>
                  <a:chOff x="3581391" y="3402416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82" name="Freeform: Shape 81">
                    <a:extLst>
                      <a:ext uri="{FF2B5EF4-FFF2-40B4-BE49-F238E27FC236}">
                        <a16:creationId xmlns:a16="http://schemas.microsoft.com/office/drawing/2014/main" id="{243ACDB4-302D-C459-FC13-E2A3B18F6A40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340408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16 h 94328"/>
                      <a:gd name="connsiteX1" fmla="*/ 51056 w 59843"/>
                      <a:gd name="connsiteY1" fmla="*/ 92216 h 94328"/>
                      <a:gd name="connsiteX2" fmla="*/ 51056 w 59843"/>
                      <a:gd name="connsiteY2" fmla="*/ 81667 h 94328"/>
                      <a:gd name="connsiteX3" fmla="*/ 13393 w 59843"/>
                      <a:gd name="connsiteY3" fmla="*/ 81667 h 94328"/>
                      <a:gd name="connsiteX4" fmla="*/ 13393 w 59843"/>
                      <a:gd name="connsiteY4" fmla="*/ 59002 h 94328"/>
                      <a:gd name="connsiteX5" fmla="*/ 18825 w 59843"/>
                      <a:gd name="connsiteY5" fmla="*/ 60390 h 94328"/>
                      <a:gd name="connsiteX6" fmla="*/ 24296 w 59843"/>
                      <a:gd name="connsiteY6" fmla="*/ 60846 h 94328"/>
                      <a:gd name="connsiteX7" fmla="*/ 48816 w 59843"/>
                      <a:gd name="connsiteY7" fmla="*/ 52359 h 94328"/>
                      <a:gd name="connsiteX8" fmla="*/ 57874 w 59843"/>
                      <a:gd name="connsiteY8" fmla="*/ 29376 h 94328"/>
                      <a:gd name="connsiteX9" fmla="*/ 48578 w 59843"/>
                      <a:gd name="connsiteY9" fmla="*/ 6156 h 94328"/>
                      <a:gd name="connsiteX10" fmla="*/ 22373 w 59843"/>
                      <a:gd name="connsiteY10" fmla="*/ -2113 h 94328"/>
                      <a:gd name="connsiteX11" fmla="*/ 10499 w 59843"/>
                      <a:gd name="connsiteY11" fmla="*/ -1121 h 94328"/>
                      <a:gd name="connsiteX12" fmla="*/ -1969 w 59843"/>
                      <a:gd name="connsiteY12" fmla="*/ 1853 h 94328"/>
                      <a:gd name="connsiteX13" fmla="*/ -1969 w 59843"/>
                      <a:gd name="connsiteY13" fmla="*/ 14445 h 94328"/>
                      <a:gd name="connsiteX14" fmla="*/ 9548 w 59843"/>
                      <a:gd name="connsiteY14" fmla="*/ 9924 h 94328"/>
                      <a:gd name="connsiteX15" fmla="*/ 22115 w 59843"/>
                      <a:gd name="connsiteY15" fmla="*/ 8437 h 94328"/>
                      <a:gd name="connsiteX16" fmla="*/ 39083 w 59843"/>
                      <a:gd name="connsiteY16" fmla="*/ 14068 h 94328"/>
                      <a:gd name="connsiteX17" fmla="*/ 45347 w 59843"/>
                      <a:gd name="connsiteY17" fmla="*/ 29376 h 94328"/>
                      <a:gd name="connsiteX18" fmla="*/ 39083 w 59843"/>
                      <a:gd name="connsiteY18" fmla="*/ 44665 h 94328"/>
                      <a:gd name="connsiteX19" fmla="*/ 22115 w 59843"/>
                      <a:gd name="connsiteY19" fmla="*/ 50316 h 94328"/>
                      <a:gd name="connsiteX20" fmla="*/ 12105 w 59843"/>
                      <a:gd name="connsiteY20" fmla="*/ 49206 h 94328"/>
                      <a:gd name="connsiteX21" fmla="*/ 1936 w 59843"/>
                      <a:gd name="connsiteY21" fmla="*/ 45736 h 94328"/>
                      <a:gd name="connsiteX22" fmla="*/ 1936 w 59843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16"/>
                        </a:moveTo>
                        <a:lnTo>
                          <a:pt x="51056" y="92216"/>
                        </a:lnTo>
                        <a:lnTo>
                          <a:pt x="51056" y="81667"/>
                        </a:lnTo>
                        <a:lnTo>
                          <a:pt x="13393" y="81667"/>
                        </a:lnTo>
                        <a:lnTo>
                          <a:pt x="13393" y="59002"/>
                        </a:lnTo>
                        <a:cubicBezTo>
                          <a:pt x="15204" y="59623"/>
                          <a:pt x="17014" y="60086"/>
                          <a:pt x="18825" y="60390"/>
                        </a:cubicBezTo>
                        <a:cubicBezTo>
                          <a:pt x="20648" y="60694"/>
                          <a:pt x="22472" y="60846"/>
                          <a:pt x="24296" y="60846"/>
                        </a:cubicBezTo>
                        <a:cubicBezTo>
                          <a:pt x="34616" y="60846"/>
                          <a:pt x="42790" y="58017"/>
                          <a:pt x="48816" y="52359"/>
                        </a:cubicBezTo>
                        <a:cubicBezTo>
                          <a:pt x="54855" y="46701"/>
                          <a:pt x="57874" y="39040"/>
                          <a:pt x="57874" y="29376"/>
                        </a:cubicBezTo>
                        <a:cubicBezTo>
                          <a:pt x="57874" y="19422"/>
                          <a:pt x="54776" y="11682"/>
                          <a:pt x="48578" y="6156"/>
                        </a:cubicBezTo>
                        <a:cubicBezTo>
                          <a:pt x="42380" y="644"/>
                          <a:pt x="33645" y="-2113"/>
                          <a:pt x="22373" y="-2113"/>
                        </a:cubicBezTo>
                        <a:cubicBezTo>
                          <a:pt x="18488" y="-2113"/>
                          <a:pt x="14530" y="-1782"/>
                          <a:pt x="10499" y="-1121"/>
                        </a:cubicBezTo>
                        <a:cubicBezTo>
                          <a:pt x="6482" y="-460"/>
                          <a:pt x="2326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5" y="12422"/>
                          <a:pt x="5583" y="10915"/>
                          <a:pt x="9548" y="9924"/>
                        </a:cubicBezTo>
                        <a:cubicBezTo>
                          <a:pt x="13512" y="8932"/>
                          <a:pt x="17701" y="8437"/>
                          <a:pt x="22115" y="8437"/>
                        </a:cubicBezTo>
                        <a:cubicBezTo>
                          <a:pt x="29264" y="8437"/>
                          <a:pt x="34920" y="10314"/>
                          <a:pt x="39083" y="14068"/>
                        </a:cubicBezTo>
                        <a:cubicBezTo>
                          <a:pt x="43259" y="17822"/>
                          <a:pt x="45347" y="22925"/>
                          <a:pt x="45347" y="29376"/>
                        </a:cubicBezTo>
                        <a:cubicBezTo>
                          <a:pt x="45347" y="35814"/>
                          <a:pt x="43259" y="40910"/>
                          <a:pt x="39083" y="44665"/>
                        </a:cubicBezTo>
                        <a:cubicBezTo>
                          <a:pt x="34920" y="48432"/>
                          <a:pt x="29264" y="50316"/>
                          <a:pt x="22115" y="50316"/>
                        </a:cubicBezTo>
                        <a:cubicBezTo>
                          <a:pt x="18772" y="50316"/>
                          <a:pt x="15435" y="49946"/>
                          <a:pt x="12105" y="49206"/>
                        </a:cubicBezTo>
                        <a:cubicBezTo>
                          <a:pt x="8788" y="48465"/>
                          <a:pt x="5398" y="47309"/>
                          <a:pt x="1936" y="45736"/>
                        </a:cubicBezTo>
                        <a:lnTo>
                          <a:pt x="1936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3" name="Freeform: Shape 82">
                    <a:extLst>
                      <a:ext uri="{FF2B5EF4-FFF2-40B4-BE49-F238E27FC236}">
                        <a16:creationId xmlns:a16="http://schemas.microsoft.com/office/drawing/2014/main" id="{10F96415-C80A-D316-C8C1-37E552423B20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678" y="3402416"/>
                    <a:ext cx="63926" cy="95994"/>
                  </a:xfrm>
                  <a:custGeom>
                    <a:avLst/>
                    <a:gdLst>
                      <a:gd name="connsiteX0" fmla="*/ 29960 w 63926"/>
                      <a:gd name="connsiteY0" fmla="*/ 83925 h 95994"/>
                      <a:gd name="connsiteX1" fmla="*/ 15430 w 63926"/>
                      <a:gd name="connsiteY1" fmla="*/ 74407 h 95994"/>
                      <a:gd name="connsiteX2" fmla="*/ 10574 w 63926"/>
                      <a:gd name="connsiteY2" fmla="*/ 45813 h 95994"/>
                      <a:gd name="connsiteX3" fmla="*/ 15430 w 63926"/>
                      <a:gd name="connsiteY3" fmla="*/ 17278 h 95994"/>
                      <a:gd name="connsiteX4" fmla="*/ 29960 w 63926"/>
                      <a:gd name="connsiteY4" fmla="*/ 7760 h 95994"/>
                      <a:gd name="connsiteX5" fmla="*/ 44549 w 63926"/>
                      <a:gd name="connsiteY5" fmla="*/ 17278 h 95994"/>
                      <a:gd name="connsiteX6" fmla="*/ 49425 w 63926"/>
                      <a:gd name="connsiteY6" fmla="*/ 45813 h 95994"/>
                      <a:gd name="connsiteX7" fmla="*/ 44549 w 63926"/>
                      <a:gd name="connsiteY7" fmla="*/ 74407 h 95994"/>
                      <a:gd name="connsiteX8" fmla="*/ 29960 w 63926"/>
                      <a:gd name="connsiteY8" fmla="*/ 83925 h 95994"/>
                      <a:gd name="connsiteX9" fmla="*/ 29960 w 63926"/>
                      <a:gd name="connsiteY9" fmla="*/ 93839 h 95994"/>
                      <a:gd name="connsiteX10" fmla="*/ 53727 w 63926"/>
                      <a:gd name="connsiteY10" fmla="*/ 81525 h 95994"/>
                      <a:gd name="connsiteX11" fmla="*/ 61933 w 63926"/>
                      <a:gd name="connsiteY11" fmla="*/ 45813 h 95994"/>
                      <a:gd name="connsiteX12" fmla="*/ 53727 w 63926"/>
                      <a:gd name="connsiteY12" fmla="*/ 10139 h 95994"/>
                      <a:gd name="connsiteX13" fmla="*/ 29960 w 63926"/>
                      <a:gd name="connsiteY13" fmla="*/ -2155 h 95994"/>
                      <a:gd name="connsiteX14" fmla="*/ 6213 w 63926"/>
                      <a:gd name="connsiteY14" fmla="*/ 10139 h 95994"/>
                      <a:gd name="connsiteX15" fmla="*/ -1993 w 63926"/>
                      <a:gd name="connsiteY15" fmla="*/ 45813 h 95994"/>
                      <a:gd name="connsiteX16" fmla="*/ 6213 w 63926"/>
                      <a:gd name="connsiteY16" fmla="*/ 81525 h 95994"/>
                      <a:gd name="connsiteX17" fmla="*/ 29960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0" y="83925"/>
                        </a:moveTo>
                        <a:cubicBezTo>
                          <a:pt x="23524" y="83925"/>
                          <a:pt x="18681" y="80752"/>
                          <a:pt x="15430" y="74407"/>
                        </a:cubicBezTo>
                        <a:cubicBezTo>
                          <a:pt x="12193" y="68074"/>
                          <a:pt x="10574" y="58543"/>
                          <a:pt x="10574" y="45813"/>
                        </a:cubicBezTo>
                        <a:cubicBezTo>
                          <a:pt x="10574" y="33135"/>
                          <a:pt x="12193" y="23623"/>
                          <a:pt x="15430" y="17278"/>
                        </a:cubicBezTo>
                        <a:cubicBezTo>
                          <a:pt x="18681" y="10933"/>
                          <a:pt x="23524" y="7760"/>
                          <a:pt x="29960" y="7760"/>
                        </a:cubicBezTo>
                        <a:cubicBezTo>
                          <a:pt x="36448" y="7760"/>
                          <a:pt x="41312" y="10933"/>
                          <a:pt x="44549" y="17278"/>
                        </a:cubicBezTo>
                        <a:cubicBezTo>
                          <a:pt x="47800" y="23623"/>
                          <a:pt x="49425" y="33135"/>
                          <a:pt x="49425" y="45813"/>
                        </a:cubicBezTo>
                        <a:cubicBezTo>
                          <a:pt x="49425" y="58543"/>
                          <a:pt x="47800" y="68074"/>
                          <a:pt x="44549" y="74407"/>
                        </a:cubicBezTo>
                        <a:cubicBezTo>
                          <a:pt x="41312" y="80752"/>
                          <a:pt x="36448" y="83925"/>
                          <a:pt x="29960" y="83925"/>
                        </a:cubicBezTo>
                        <a:close/>
                        <a:moveTo>
                          <a:pt x="29960" y="93839"/>
                        </a:moveTo>
                        <a:cubicBezTo>
                          <a:pt x="40334" y="93839"/>
                          <a:pt x="48256" y="89735"/>
                          <a:pt x="53727" y="81525"/>
                        </a:cubicBezTo>
                        <a:cubicBezTo>
                          <a:pt x="59198" y="73329"/>
                          <a:pt x="61933" y="61425"/>
                          <a:pt x="61933" y="45813"/>
                        </a:cubicBezTo>
                        <a:cubicBezTo>
                          <a:pt x="61933" y="30240"/>
                          <a:pt x="59198" y="18349"/>
                          <a:pt x="53727" y="10139"/>
                        </a:cubicBezTo>
                        <a:cubicBezTo>
                          <a:pt x="48256" y="1943"/>
                          <a:pt x="40334" y="-2155"/>
                          <a:pt x="29960" y="-2155"/>
                        </a:cubicBezTo>
                        <a:cubicBezTo>
                          <a:pt x="19600" y="-2155"/>
                          <a:pt x="11684" y="1943"/>
                          <a:pt x="6213" y="10139"/>
                        </a:cubicBezTo>
                        <a:cubicBezTo>
                          <a:pt x="742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2" y="73329"/>
                          <a:pt x="6213" y="81525"/>
                        </a:cubicBezTo>
                        <a:cubicBezTo>
                          <a:pt x="11684" y="89735"/>
                          <a:pt x="19600" y="93839"/>
                          <a:pt x="29960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4" name="Freeform: Shape 83">
                    <a:extLst>
                      <a:ext uri="{FF2B5EF4-FFF2-40B4-BE49-F238E27FC236}">
                        <a16:creationId xmlns:a16="http://schemas.microsoft.com/office/drawing/2014/main" id="{1731AD84-F123-46C3-AA3C-8FDDEFC30D5A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402416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25 h 95994"/>
                      <a:gd name="connsiteX1" fmla="*/ 15437 w 63926"/>
                      <a:gd name="connsiteY1" fmla="*/ 74407 h 95994"/>
                      <a:gd name="connsiteX2" fmla="*/ 10580 w 63926"/>
                      <a:gd name="connsiteY2" fmla="*/ 45813 h 95994"/>
                      <a:gd name="connsiteX3" fmla="*/ 15437 w 63926"/>
                      <a:gd name="connsiteY3" fmla="*/ 17278 h 95994"/>
                      <a:gd name="connsiteX4" fmla="*/ 29966 w 63926"/>
                      <a:gd name="connsiteY4" fmla="*/ 7760 h 95994"/>
                      <a:gd name="connsiteX5" fmla="*/ 44556 w 63926"/>
                      <a:gd name="connsiteY5" fmla="*/ 17278 h 95994"/>
                      <a:gd name="connsiteX6" fmla="*/ 49432 w 63926"/>
                      <a:gd name="connsiteY6" fmla="*/ 45813 h 95994"/>
                      <a:gd name="connsiteX7" fmla="*/ 44556 w 63926"/>
                      <a:gd name="connsiteY7" fmla="*/ 74407 h 95994"/>
                      <a:gd name="connsiteX8" fmla="*/ 29966 w 63926"/>
                      <a:gd name="connsiteY8" fmla="*/ 83925 h 95994"/>
                      <a:gd name="connsiteX9" fmla="*/ 29966 w 63926"/>
                      <a:gd name="connsiteY9" fmla="*/ 93839 h 95994"/>
                      <a:gd name="connsiteX10" fmla="*/ 53733 w 63926"/>
                      <a:gd name="connsiteY10" fmla="*/ 81525 h 95994"/>
                      <a:gd name="connsiteX11" fmla="*/ 61940 w 63926"/>
                      <a:gd name="connsiteY11" fmla="*/ 45813 h 95994"/>
                      <a:gd name="connsiteX12" fmla="*/ 53733 w 63926"/>
                      <a:gd name="connsiteY12" fmla="*/ 10139 h 95994"/>
                      <a:gd name="connsiteX13" fmla="*/ 29966 w 63926"/>
                      <a:gd name="connsiteY13" fmla="*/ -2155 h 95994"/>
                      <a:gd name="connsiteX14" fmla="*/ 6219 w 63926"/>
                      <a:gd name="connsiteY14" fmla="*/ 10139 h 95994"/>
                      <a:gd name="connsiteX15" fmla="*/ -1987 w 63926"/>
                      <a:gd name="connsiteY15" fmla="*/ 45813 h 95994"/>
                      <a:gd name="connsiteX16" fmla="*/ 6219 w 63926"/>
                      <a:gd name="connsiteY16" fmla="*/ 81525 h 95994"/>
                      <a:gd name="connsiteX17" fmla="*/ 29966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25"/>
                        </a:moveTo>
                        <a:cubicBezTo>
                          <a:pt x="23531" y="83925"/>
                          <a:pt x="18688" y="80752"/>
                          <a:pt x="15437" y="74407"/>
                        </a:cubicBezTo>
                        <a:cubicBezTo>
                          <a:pt x="12199" y="68074"/>
                          <a:pt x="10580" y="58543"/>
                          <a:pt x="10580" y="45813"/>
                        </a:cubicBezTo>
                        <a:cubicBezTo>
                          <a:pt x="10580" y="33135"/>
                          <a:pt x="12199" y="23623"/>
                          <a:pt x="15437" y="17278"/>
                        </a:cubicBezTo>
                        <a:cubicBezTo>
                          <a:pt x="18688" y="10933"/>
                          <a:pt x="23531" y="7760"/>
                          <a:pt x="29966" y="7760"/>
                        </a:cubicBezTo>
                        <a:cubicBezTo>
                          <a:pt x="36455" y="7760"/>
                          <a:pt x="41318" y="10933"/>
                          <a:pt x="44556" y="17278"/>
                        </a:cubicBezTo>
                        <a:cubicBezTo>
                          <a:pt x="47806" y="23623"/>
                          <a:pt x="49432" y="33135"/>
                          <a:pt x="49432" y="45813"/>
                        </a:cubicBezTo>
                        <a:cubicBezTo>
                          <a:pt x="49432" y="58543"/>
                          <a:pt x="47806" y="68074"/>
                          <a:pt x="44556" y="74407"/>
                        </a:cubicBezTo>
                        <a:cubicBezTo>
                          <a:pt x="41318" y="80752"/>
                          <a:pt x="36455" y="83925"/>
                          <a:pt x="29966" y="83925"/>
                        </a:cubicBezTo>
                        <a:close/>
                        <a:moveTo>
                          <a:pt x="29966" y="93839"/>
                        </a:moveTo>
                        <a:cubicBezTo>
                          <a:pt x="40340" y="93839"/>
                          <a:pt x="48262" y="89735"/>
                          <a:pt x="53733" y="81525"/>
                        </a:cubicBezTo>
                        <a:cubicBezTo>
                          <a:pt x="59204" y="73329"/>
                          <a:pt x="61940" y="61425"/>
                          <a:pt x="61940" y="45813"/>
                        </a:cubicBezTo>
                        <a:cubicBezTo>
                          <a:pt x="61940" y="30240"/>
                          <a:pt x="59204" y="18349"/>
                          <a:pt x="53733" y="10139"/>
                        </a:cubicBezTo>
                        <a:cubicBezTo>
                          <a:pt x="48262" y="1943"/>
                          <a:pt x="40340" y="-2155"/>
                          <a:pt x="29966" y="-2155"/>
                        </a:cubicBezTo>
                        <a:cubicBezTo>
                          <a:pt x="19606" y="-2155"/>
                          <a:pt x="11690" y="1943"/>
                          <a:pt x="6219" y="10139"/>
                        </a:cubicBezTo>
                        <a:cubicBezTo>
                          <a:pt x="748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48" y="73329"/>
                          <a:pt x="6219" y="81525"/>
                        </a:cubicBezTo>
                        <a:cubicBezTo>
                          <a:pt x="11690" y="89735"/>
                          <a:pt x="19606" y="93839"/>
                          <a:pt x="29966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85" name="Graphic 2">
                <a:extLst>
                  <a:ext uri="{FF2B5EF4-FFF2-40B4-BE49-F238E27FC236}">
                    <a16:creationId xmlns:a16="http://schemas.microsoft.com/office/drawing/2014/main" id="{9B20957C-B57D-E4BD-8502-0B4646DFC9DE}"/>
                  </a:ext>
                </a:extLst>
              </p:cNvPr>
              <p:cNvGrpSpPr/>
              <p:nvPr/>
            </p:nvGrpSpPr>
            <p:grpSpPr>
              <a:xfrm>
                <a:off x="3581391" y="2835898"/>
                <a:ext cx="321159" cy="95994"/>
                <a:chOff x="3581391" y="2835898"/>
                <a:chExt cx="321159" cy="95994"/>
              </a:xfrm>
              <a:solidFill>
                <a:srgbClr val="000000"/>
              </a:solidFill>
            </p:grpSpPr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772878C4-F2B7-F15E-891C-520AF4B90164}"/>
                    </a:ext>
                  </a:extLst>
                </p:cNvPr>
                <p:cNvSpPr/>
                <p:nvPr/>
              </p:nvSpPr>
              <p:spPr>
                <a:xfrm>
                  <a:off x="3858149" y="2881872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30 h 12690"/>
                    <a:gd name="connsiteX1" fmla="*/ 58 w 44401"/>
                    <a:gd name="connsiteY1" fmla="*/ 13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30"/>
                      </a:moveTo>
                      <a:lnTo>
                        <a:pt x="58" y="130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87" name="Graphic 2">
                  <a:extLst>
                    <a:ext uri="{FF2B5EF4-FFF2-40B4-BE49-F238E27FC236}">
                      <a16:creationId xmlns:a16="http://schemas.microsoft.com/office/drawing/2014/main" id="{ECA4885A-42AD-3CE8-11E9-78226C5CB36B}"/>
                    </a:ext>
                  </a:extLst>
                </p:cNvPr>
                <p:cNvGrpSpPr/>
                <p:nvPr/>
              </p:nvGrpSpPr>
              <p:grpSpPr>
                <a:xfrm>
                  <a:off x="3581391" y="2835898"/>
                  <a:ext cx="223926" cy="95994"/>
                  <a:chOff x="3581391" y="283589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88" name="Freeform: Shape 87">
                    <a:extLst>
                      <a:ext uri="{FF2B5EF4-FFF2-40B4-BE49-F238E27FC236}">
                        <a16:creationId xmlns:a16="http://schemas.microsoft.com/office/drawing/2014/main" id="{DC8BCD32-C342-14C8-3021-28593AC8EE87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837563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71 h 94328"/>
                      <a:gd name="connsiteX1" fmla="*/ 51056 w 59843"/>
                      <a:gd name="connsiteY1" fmla="*/ 92171 h 94328"/>
                      <a:gd name="connsiteX2" fmla="*/ 51056 w 59843"/>
                      <a:gd name="connsiteY2" fmla="*/ 81622 h 94328"/>
                      <a:gd name="connsiteX3" fmla="*/ 13393 w 59843"/>
                      <a:gd name="connsiteY3" fmla="*/ 81622 h 94328"/>
                      <a:gd name="connsiteX4" fmla="*/ 13393 w 59843"/>
                      <a:gd name="connsiteY4" fmla="*/ 58957 h 94328"/>
                      <a:gd name="connsiteX5" fmla="*/ 18825 w 59843"/>
                      <a:gd name="connsiteY5" fmla="*/ 60345 h 94328"/>
                      <a:gd name="connsiteX6" fmla="*/ 24296 w 59843"/>
                      <a:gd name="connsiteY6" fmla="*/ 60801 h 94328"/>
                      <a:gd name="connsiteX7" fmla="*/ 48816 w 59843"/>
                      <a:gd name="connsiteY7" fmla="*/ 52314 h 94328"/>
                      <a:gd name="connsiteX8" fmla="*/ 57874 w 59843"/>
                      <a:gd name="connsiteY8" fmla="*/ 29332 h 94328"/>
                      <a:gd name="connsiteX9" fmla="*/ 48578 w 59843"/>
                      <a:gd name="connsiteY9" fmla="*/ 6111 h 94328"/>
                      <a:gd name="connsiteX10" fmla="*/ 22373 w 59843"/>
                      <a:gd name="connsiteY10" fmla="*/ -2157 h 94328"/>
                      <a:gd name="connsiteX11" fmla="*/ 10499 w 59843"/>
                      <a:gd name="connsiteY11" fmla="*/ -1166 h 94328"/>
                      <a:gd name="connsiteX12" fmla="*/ -1969 w 59843"/>
                      <a:gd name="connsiteY12" fmla="*/ 1808 h 94328"/>
                      <a:gd name="connsiteX13" fmla="*/ -1969 w 59843"/>
                      <a:gd name="connsiteY13" fmla="*/ 14400 h 94328"/>
                      <a:gd name="connsiteX14" fmla="*/ 9548 w 59843"/>
                      <a:gd name="connsiteY14" fmla="*/ 9879 h 94328"/>
                      <a:gd name="connsiteX15" fmla="*/ 22115 w 59843"/>
                      <a:gd name="connsiteY15" fmla="*/ 8392 h 94328"/>
                      <a:gd name="connsiteX16" fmla="*/ 39083 w 59843"/>
                      <a:gd name="connsiteY16" fmla="*/ 14023 h 94328"/>
                      <a:gd name="connsiteX17" fmla="*/ 45347 w 59843"/>
                      <a:gd name="connsiteY17" fmla="*/ 29332 h 94328"/>
                      <a:gd name="connsiteX18" fmla="*/ 39083 w 59843"/>
                      <a:gd name="connsiteY18" fmla="*/ 44620 h 94328"/>
                      <a:gd name="connsiteX19" fmla="*/ 22115 w 59843"/>
                      <a:gd name="connsiteY19" fmla="*/ 50272 h 94328"/>
                      <a:gd name="connsiteX20" fmla="*/ 12105 w 59843"/>
                      <a:gd name="connsiteY20" fmla="*/ 49161 h 94328"/>
                      <a:gd name="connsiteX21" fmla="*/ 1936 w 59843"/>
                      <a:gd name="connsiteY21" fmla="*/ 45691 h 94328"/>
                      <a:gd name="connsiteX22" fmla="*/ 1936 w 59843"/>
                      <a:gd name="connsiteY22" fmla="*/ 9217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71"/>
                        </a:moveTo>
                        <a:lnTo>
                          <a:pt x="51056" y="92171"/>
                        </a:lnTo>
                        <a:lnTo>
                          <a:pt x="51056" y="81622"/>
                        </a:lnTo>
                        <a:lnTo>
                          <a:pt x="13393" y="81622"/>
                        </a:lnTo>
                        <a:lnTo>
                          <a:pt x="13393" y="58957"/>
                        </a:lnTo>
                        <a:cubicBezTo>
                          <a:pt x="15204" y="59578"/>
                          <a:pt x="17014" y="60041"/>
                          <a:pt x="18825" y="60345"/>
                        </a:cubicBezTo>
                        <a:cubicBezTo>
                          <a:pt x="20648" y="60649"/>
                          <a:pt x="22472" y="60801"/>
                          <a:pt x="24296" y="60801"/>
                        </a:cubicBezTo>
                        <a:cubicBezTo>
                          <a:pt x="34616" y="60801"/>
                          <a:pt x="42790" y="57972"/>
                          <a:pt x="48816" y="52314"/>
                        </a:cubicBezTo>
                        <a:cubicBezTo>
                          <a:pt x="54855" y="46656"/>
                          <a:pt x="57874" y="38995"/>
                          <a:pt x="57874" y="29332"/>
                        </a:cubicBezTo>
                        <a:cubicBezTo>
                          <a:pt x="57874" y="19377"/>
                          <a:pt x="54776" y="11637"/>
                          <a:pt x="48578" y="6111"/>
                        </a:cubicBezTo>
                        <a:cubicBezTo>
                          <a:pt x="42380" y="599"/>
                          <a:pt x="33645" y="-2157"/>
                          <a:pt x="22373" y="-2157"/>
                        </a:cubicBezTo>
                        <a:cubicBezTo>
                          <a:pt x="18488" y="-2157"/>
                          <a:pt x="14530" y="-1827"/>
                          <a:pt x="10499" y="-1166"/>
                        </a:cubicBezTo>
                        <a:cubicBezTo>
                          <a:pt x="6482" y="-505"/>
                          <a:pt x="2326" y="487"/>
                          <a:pt x="-1969" y="1808"/>
                        </a:cubicBezTo>
                        <a:lnTo>
                          <a:pt x="-1969" y="14400"/>
                        </a:lnTo>
                        <a:cubicBezTo>
                          <a:pt x="1745" y="12378"/>
                          <a:pt x="5583" y="10871"/>
                          <a:pt x="9548" y="9879"/>
                        </a:cubicBezTo>
                        <a:cubicBezTo>
                          <a:pt x="13512" y="8888"/>
                          <a:pt x="17701" y="8392"/>
                          <a:pt x="22115" y="8392"/>
                        </a:cubicBezTo>
                        <a:cubicBezTo>
                          <a:pt x="29264" y="8392"/>
                          <a:pt x="34920" y="10269"/>
                          <a:pt x="39083" y="14023"/>
                        </a:cubicBezTo>
                        <a:cubicBezTo>
                          <a:pt x="43259" y="17778"/>
                          <a:pt x="45347" y="22881"/>
                          <a:pt x="45347" y="29332"/>
                        </a:cubicBezTo>
                        <a:cubicBezTo>
                          <a:pt x="45347" y="35770"/>
                          <a:pt x="43259" y="40866"/>
                          <a:pt x="39083" y="44620"/>
                        </a:cubicBezTo>
                        <a:cubicBezTo>
                          <a:pt x="34920" y="48388"/>
                          <a:pt x="29264" y="50272"/>
                          <a:pt x="22115" y="50272"/>
                        </a:cubicBezTo>
                        <a:cubicBezTo>
                          <a:pt x="18772" y="50272"/>
                          <a:pt x="15435" y="49901"/>
                          <a:pt x="12105" y="49161"/>
                        </a:cubicBezTo>
                        <a:cubicBezTo>
                          <a:pt x="8788" y="48421"/>
                          <a:pt x="5398" y="47264"/>
                          <a:pt x="1936" y="45691"/>
                        </a:cubicBezTo>
                        <a:lnTo>
                          <a:pt x="1936" y="921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9" name="Freeform: Shape 88">
                    <a:extLst>
                      <a:ext uri="{FF2B5EF4-FFF2-40B4-BE49-F238E27FC236}">
                        <a16:creationId xmlns:a16="http://schemas.microsoft.com/office/drawing/2014/main" id="{5C3151E3-37DB-A302-46B4-2999AE6C5606}"/>
                      </a:ext>
                    </a:extLst>
                  </p:cNvPr>
                  <p:cNvSpPr/>
                  <p:nvPr/>
                </p:nvSpPr>
                <p:spPr>
                  <a:xfrm flipV="1">
                    <a:off x="3666248" y="2837563"/>
                    <a:ext cx="55066" cy="92524"/>
                  </a:xfrm>
                  <a:custGeom>
                    <a:avLst/>
                    <a:gdLst>
                      <a:gd name="connsiteX0" fmla="*/ -247 w 55066"/>
                      <a:gd name="connsiteY0" fmla="*/ 8326 h 92524"/>
                      <a:gd name="connsiteX1" fmla="*/ 20190 w 55066"/>
                      <a:gd name="connsiteY1" fmla="*/ 8326 h 92524"/>
                      <a:gd name="connsiteX2" fmla="*/ 20190 w 55066"/>
                      <a:gd name="connsiteY2" fmla="*/ 78919 h 92524"/>
                      <a:gd name="connsiteX3" fmla="*/ -2051 w 55066"/>
                      <a:gd name="connsiteY3" fmla="*/ 74458 h 92524"/>
                      <a:gd name="connsiteX4" fmla="*/ -2051 w 55066"/>
                      <a:gd name="connsiteY4" fmla="*/ 85859 h 92524"/>
                      <a:gd name="connsiteX5" fmla="*/ 20071 w 55066"/>
                      <a:gd name="connsiteY5" fmla="*/ 90321 h 92524"/>
                      <a:gd name="connsiteX6" fmla="*/ 32579 w 55066"/>
                      <a:gd name="connsiteY6" fmla="*/ 90321 h 92524"/>
                      <a:gd name="connsiteX7" fmla="*/ 32579 w 55066"/>
                      <a:gd name="connsiteY7" fmla="*/ 8326 h 92524"/>
                      <a:gd name="connsiteX8" fmla="*/ 53015 w 55066"/>
                      <a:gd name="connsiteY8" fmla="*/ 8326 h 92524"/>
                      <a:gd name="connsiteX9" fmla="*/ 53015 w 55066"/>
                      <a:gd name="connsiteY9" fmla="*/ -2203 h 92524"/>
                      <a:gd name="connsiteX10" fmla="*/ -247 w 55066"/>
                      <a:gd name="connsiteY10" fmla="*/ -2203 h 92524"/>
                      <a:gd name="connsiteX11" fmla="*/ -247 w 55066"/>
                      <a:gd name="connsiteY11" fmla="*/ 832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247" y="8326"/>
                        </a:moveTo>
                        <a:lnTo>
                          <a:pt x="20190" y="8326"/>
                        </a:lnTo>
                        <a:lnTo>
                          <a:pt x="20190" y="78919"/>
                        </a:lnTo>
                        <a:lnTo>
                          <a:pt x="-2051" y="74458"/>
                        </a:lnTo>
                        <a:lnTo>
                          <a:pt x="-2051" y="85859"/>
                        </a:lnTo>
                        <a:lnTo>
                          <a:pt x="20071" y="90321"/>
                        </a:lnTo>
                        <a:lnTo>
                          <a:pt x="32579" y="90321"/>
                        </a:lnTo>
                        <a:lnTo>
                          <a:pt x="32579" y="8326"/>
                        </a:lnTo>
                        <a:lnTo>
                          <a:pt x="53015" y="8326"/>
                        </a:lnTo>
                        <a:lnTo>
                          <a:pt x="53015" y="-2203"/>
                        </a:lnTo>
                        <a:lnTo>
                          <a:pt x="-247" y="-2203"/>
                        </a:lnTo>
                        <a:lnTo>
                          <a:pt x="-247" y="83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0" name="Freeform: Shape 89">
                    <a:extLst>
                      <a:ext uri="{FF2B5EF4-FFF2-40B4-BE49-F238E27FC236}">
                        <a16:creationId xmlns:a16="http://schemas.microsoft.com/office/drawing/2014/main" id="{72CEB69A-6DA3-1BA0-E4CE-00DCDE510A97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835898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80 h 95994"/>
                      <a:gd name="connsiteX1" fmla="*/ 15437 w 63926"/>
                      <a:gd name="connsiteY1" fmla="*/ 74362 h 95994"/>
                      <a:gd name="connsiteX2" fmla="*/ 10580 w 63926"/>
                      <a:gd name="connsiteY2" fmla="*/ 45768 h 95994"/>
                      <a:gd name="connsiteX3" fmla="*/ 15437 w 63926"/>
                      <a:gd name="connsiteY3" fmla="*/ 17233 h 95994"/>
                      <a:gd name="connsiteX4" fmla="*/ 29966 w 63926"/>
                      <a:gd name="connsiteY4" fmla="*/ 7715 h 95994"/>
                      <a:gd name="connsiteX5" fmla="*/ 44556 w 63926"/>
                      <a:gd name="connsiteY5" fmla="*/ 17233 h 95994"/>
                      <a:gd name="connsiteX6" fmla="*/ 49432 w 63926"/>
                      <a:gd name="connsiteY6" fmla="*/ 45768 h 95994"/>
                      <a:gd name="connsiteX7" fmla="*/ 44556 w 63926"/>
                      <a:gd name="connsiteY7" fmla="*/ 74362 h 95994"/>
                      <a:gd name="connsiteX8" fmla="*/ 29966 w 63926"/>
                      <a:gd name="connsiteY8" fmla="*/ 83880 h 95994"/>
                      <a:gd name="connsiteX9" fmla="*/ 29966 w 63926"/>
                      <a:gd name="connsiteY9" fmla="*/ 93795 h 95994"/>
                      <a:gd name="connsiteX10" fmla="*/ 53733 w 63926"/>
                      <a:gd name="connsiteY10" fmla="*/ 81481 h 95994"/>
                      <a:gd name="connsiteX11" fmla="*/ 61940 w 63926"/>
                      <a:gd name="connsiteY11" fmla="*/ 45768 h 95994"/>
                      <a:gd name="connsiteX12" fmla="*/ 53733 w 63926"/>
                      <a:gd name="connsiteY12" fmla="*/ 10095 h 95994"/>
                      <a:gd name="connsiteX13" fmla="*/ 29966 w 63926"/>
                      <a:gd name="connsiteY13" fmla="*/ -2199 h 95994"/>
                      <a:gd name="connsiteX14" fmla="*/ 6219 w 63926"/>
                      <a:gd name="connsiteY14" fmla="*/ 10095 h 95994"/>
                      <a:gd name="connsiteX15" fmla="*/ -1987 w 63926"/>
                      <a:gd name="connsiteY15" fmla="*/ 45768 h 95994"/>
                      <a:gd name="connsiteX16" fmla="*/ 6219 w 63926"/>
                      <a:gd name="connsiteY16" fmla="*/ 81481 h 95994"/>
                      <a:gd name="connsiteX17" fmla="*/ 29966 w 63926"/>
                      <a:gd name="connsiteY17" fmla="*/ 9379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80"/>
                        </a:moveTo>
                        <a:cubicBezTo>
                          <a:pt x="23531" y="83880"/>
                          <a:pt x="18688" y="80707"/>
                          <a:pt x="15437" y="74362"/>
                        </a:cubicBezTo>
                        <a:cubicBezTo>
                          <a:pt x="12199" y="68030"/>
                          <a:pt x="10580" y="58498"/>
                          <a:pt x="10580" y="45768"/>
                        </a:cubicBezTo>
                        <a:cubicBezTo>
                          <a:pt x="10580" y="33090"/>
                          <a:pt x="12199" y="23579"/>
                          <a:pt x="15437" y="17233"/>
                        </a:cubicBezTo>
                        <a:cubicBezTo>
                          <a:pt x="18688" y="10888"/>
                          <a:pt x="23531" y="7715"/>
                          <a:pt x="29966" y="7715"/>
                        </a:cubicBezTo>
                        <a:cubicBezTo>
                          <a:pt x="36455" y="7715"/>
                          <a:pt x="41318" y="10888"/>
                          <a:pt x="44556" y="17233"/>
                        </a:cubicBezTo>
                        <a:cubicBezTo>
                          <a:pt x="47806" y="23579"/>
                          <a:pt x="49432" y="33090"/>
                          <a:pt x="49432" y="45768"/>
                        </a:cubicBezTo>
                        <a:cubicBezTo>
                          <a:pt x="49432" y="58498"/>
                          <a:pt x="47806" y="68030"/>
                          <a:pt x="44556" y="74362"/>
                        </a:cubicBezTo>
                        <a:cubicBezTo>
                          <a:pt x="41318" y="80707"/>
                          <a:pt x="36455" y="83880"/>
                          <a:pt x="29966" y="83880"/>
                        </a:cubicBezTo>
                        <a:close/>
                        <a:moveTo>
                          <a:pt x="29966" y="93795"/>
                        </a:moveTo>
                        <a:cubicBezTo>
                          <a:pt x="40340" y="93795"/>
                          <a:pt x="48262" y="89690"/>
                          <a:pt x="53733" y="81481"/>
                        </a:cubicBezTo>
                        <a:cubicBezTo>
                          <a:pt x="59204" y="73285"/>
                          <a:pt x="61940" y="61380"/>
                          <a:pt x="61940" y="45768"/>
                        </a:cubicBezTo>
                        <a:cubicBezTo>
                          <a:pt x="61940" y="30195"/>
                          <a:pt x="59204" y="18304"/>
                          <a:pt x="53733" y="10095"/>
                        </a:cubicBezTo>
                        <a:cubicBezTo>
                          <a:pt x="48262" y="1899"/>
                          <a:pt x="40340" y="-2199"/>
                          <a:pt x="29966" y="-2199"/>
                        </a:cubicBezTo>
                        <a:cubicBezTo>
                          <a:pt x="19606" y="-2199"/>
                          <a:pt x="11690" y="1899"/>
                          <a:pt x="6219" y="10095"/>
                        </a:cubicBezTo>
                        <a:cubicBezTo>
                          <a:pt x="748" y="18304"/>
                          <a:pt x="-1987" y="30195"/>
                          <a:pt x="-1987" y="45768"/>
                        </a:cubicBezTo>
                        <a:cubicBezTo>
                          <a:pt x="-1987" y="61380"/>
                          <a:pt x="748" y="73285"/>
                          <a:pt x="6219" y="81481"/>
                        </a:cubicBezTo>
                        <a:cubicBezTo>
                          <a:pt x="11690" y="89690"/>
                          <a:pt x="19606" y="93795"/>
                          <a:pt x="29966" y="9379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91" name="Graphic 2">
                <a:extLst>
                  <a:ext uri="{FF2B5EF4-FFF2-40B4-BE49-F238E27FC236}">
                    <a16:creationId xmlns:a16="http://schemas.microsoft.com/office/drawing/2014/main" id="{E2FED24F-CBCE-D138-3603-9D9A694B319F}"/>
                  </a:ext>
                </a:extLst>
              </p:cNvPr>
              <p:cNvGrpSpPr/>
              <p:nvPr/>
            </p:nvGrpSpPr>
            <p:grpSpPr>
              <a:xfrm>
                <a:off x="3581391" y="2269379"/>
                <a:ext cx="321159" cy="95994"/>
                <a:chOff x="3581391" y="2269379"/>
                <a:chExt cx="321159" cy="95994"/>
              </a:xfrm>
              <a:solidFill>
                <a:srgbClr val="000000"/>
              </a:solidFill>
            </p:grpSpPr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A4987E6D-F0B0-15A5-DCE8-0EBC852DB9FC}"/>
                    </a:ext>
                  </a:extLst>
                </p:cNvPr>
                <p:cNvSpPr/>
                <p:nvPr/>
              </p:nvSpPr>
              <p:spPr>
                <a:xfrm>
                  <a:off x="3858149" y="2315354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85 h 12690"/>
                    <a:gd name="connsiteX1" fmla="*/ 58 w 44401"/>
                    <a:gd name="connsiteY1" fmla="*/ 8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85"/>
                      </a:moveTo>
                      <a:lnTo>
                        <a:pt x="58" y="8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93" name="Graphic 2">
                  <a:extLst>
                    <a:ext uri="{FF2B5EF4-FFF2-40B4-BE49-F238E27FC236}">
                      <a16:creationId xmlns:a16="http://schemas.microsoft.com/office/drawing/2014/main" id="{08FECC7A-075D-F108-BF4D-A3E1090AA965}"/>
                    </a:ext>
                  </a:extLst>
                </p:cNvPr>
                <p:cNvGrpSpPr/>
                <p:nvPr/>
              </p:nvGrpSpPr>
              <p:grpSpPr>
                <a:xfrm>
                  <a:off x="3581391" y="2269379"/>
                  <a:ext cx="223926" cy="95994"/>
                  <a:chOff x="3581391" y="2269379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94" name="Freeform: Shape 93">
                    <a:extLst>
                      <a:ext uri="{FF2B5EF4-FFF2-40B4-BE49-F238E27FC236}">
                        <a16:creationId xmlns:a16="http://schemas.microsoft.com/office/drawing/2014/main" id="{E45ADD1D-F625-CFE6-0B88-DAEADE0E2D68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271045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26 h 94328"/>
                      <a:gd name="connsiteX1" fmla="*/ 51056 w 59843"/>
                      <a:gd name="connsiteY1" fmla="*/ 92126 h 94328"/>
                      <a:gd name="connsiteX2" fmla="*/ 51056 w 59843"/>
                      <a:gd name="connsiteY2" fmla="*/ 81577 h 94328"/>
                      <a:gd name="connsiteX3" fmla="*/ 13393 w 59843"/>
                      <a:gd name="connsiteY3" fmla="*/ 81577 h 94328"/>
                      <a:gd name="connsiteX4" fmla="*/ 13393 w 59843"/>
                      <a:gd name="connsiteY4" fmla="*/ 58912 h 94328"/>
                      <a:gd name="connsiteX5" fmla="*/ 18825 w 59843"/>
                      <a:gd name="connsiteY5" fmla="*/ 60300 h 94328"/>
                      <a:gd name="connsiteX6" fmla="*/ 24296 w 59843"/>
                      <a:gd name="connsiteY6" fmla="*/ 60756 h 94328"/>
                      <a:gd name="connsiteX7" fmla="*/ 48816 w 59843"/>
                      <a:gd name="connsiteY7" fmla="*/ 52269 h 94328"/>
                      <a:gd name="connsiteX8" fmla="*/ 57874 w 59843"/>
                      <a:gd name="connsiteY8" fmla="*/ 29287 h 94328"/>
                      <a:gd name="connsiteX9" fmla="*/ 48578 w 59843"/>
                      <a:gd name="connsiteY9" fmla="*/ 6067 h 94328"/>
                      <a:gd name="connsiteX10" fmla="*/ 22373 w 59843"/>
                      <a:gd name="connsiteY10" fmla="*/ -2202 h 94328"/>
                      <a:gd name="connsiteX11" fmla="*/ 10499 w 59843"/>
                      <a:gd name="connsiteY11" fmla="*/ -1211 h 94328"/>
                      <a:gd name="connsiteX12" fmla="*/ -1969 w 59843"/>
                      <a:gd name="connsiteY12" fmla="*/ 1764 h 94328"/>
                      <a:gd name="connsiteX13" fmla="*/ -1969 w 59843"/>
                      <a:gd name="connsiteY13" fmla="*/ 14356 h 94328"/>
                      <a:gd name="connsiteX14" fmla="*/ 9548 w 59843"/>
                      <a:gd name="connsiteY14" fmla="*/ 9834 h 94328"/>
                      <a:gd name="connsiteX15" fmla="*/ 22115 w 59843"/>
                      <a:gd name="connsiteY15" fmla="*/ 8347 h 94328"/>
                      <a:gd name="connsiteX16" fmla="*/ 39083 w 59843"/>
                      <a:gd name="connsiteY16" fmla="*/ 13979 h 94328"/>
                      <a:gd name="connsiteX17" fmla="*/ 45347 w 59843"/>
                      <a:gd name="connsiteY17" fmla="*/ 29287 h 94328"/>
                      <a:gd name="connsiteX18" fmla="*/ 39083 w 59843"/>
                      <a:gd name="connsiteY18" fmla="*/ 44576 h 94328"/>
                      <a:gd name="connsiteX19" fmla="*/ 22115 w 59843"/>
                      <a:gd name="connsiteY19" fmla="*/ 50227 h 94328"/>
                      <a:gd name="connsiteX20" fmla="*/ 12105 w 59843"/>
                      <a:gd name="connsiteY20" fmla="*/ 49116 h 94328"/>
                      <a:gd name="connsiteX21" fmla="*/ 1936 w 59843"/>
                      <a:gd name="connsiteY21" fmla="*/ 45646 h 94328"/>
                      <a:gd name="connsiteX22" fmla="*/ 1936 w 59843"/>
                      <a:gd name="connsiteY22" fmla="*/ 9212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26"/>
                        </a:moveTo>
                        <a:lnTo>
                          <a:pt x="51056" y="92126"/>
                        </a:lnTo>
                        <a:lnTo>
                          <a:pt x="51056" y="81577"/>
                        </a:lnTo>
                        <a:lnTo>
                          <a:pt x="13393" y="81577"/>
                        </a:lnTo>
                        <a:lnTo>
                          <a:pt x="13393" y="58912"/>
                        </a:lnTo>
                        <a:cubicBezTo>
                          <a:pt x="15204" y="59534"/>
                          <a:pt x="17014" y="59996"/>
                          <a:pt x="18825" y="60300"/>
                        </a:cubicBezTo>
                        <a:cubicBezTo>
                          <a:pt x="20648" y="60604"/>
                          <a:pt x="22472" y="60756"/>
                          <a:pt x="24296" y="60756"/>
                        </a:cubicBezTo>
                        <a:cubicBezTo>
                          <a:pt x="34616" y="60756"/>
                          <a:pt x="42790" y="57927"/>
                          <a:pt x="48816" y="52269"/>
                        </a:cubicBezTo>
                        <a:cubicBezTo>
                          <a:pt x="54855" y="46611"/>
                          <a:pt x="57874" y="38951"/>
                          <a:pt x="57874" y="29287"/>
                        </a:cubicBezTo>
                        <a:cubicBezTo>
                          <a:pt x="57874" y="19333"/>
                          <a:pt x="54776" y="11593"/>
                          <a:pt x="48578" y="6067"/>
                        </a:cubicBezTo>
                        <a:cubicBezTo>
                          <a:pt x="42380" y="554"/>
                          <a:pt x="33645" y="-2202"/>
                          <a:pt x="22373" y="-2202"/>
                        </a:cubicBezTo>
                        <a:cubicBezTo>
                          <a:pt x="18488" y="-2202"/>
                          <a:pt x="14530" y="-1872"/>
                          <a:pt x="10499" y="-1211"/>
                        </a:cubicBezTo>
                        <a:cubicBezTo>
                          <a:pt x="6482" y="-550"/>
                          <a:pt x="2326" y="442"/>
                          <a:pt x="-1969" y="1764"/>
                        </a:cubicBezTo>
                        <a:lnTo>
                          <a:pt x="-1969" y="14356"/>
                        </a:lnTo>
                        <a:cubicBezTo>
                          <a:pt x="1745" y="12333"/>
                          <a:pt x="5583" y="10826"/>
                          <a:pt x="9548" y="9834"/>
                        </a:cubicBezTo>
                        <a:cubicBezTo>
                          <a:pt x="13512" y="8843"/>
                          <a:pt x="17701" y="8347"/>
                          <a:pt x="22115" y="8347"/>
                        </a:cubicBezTo>
                        <a:cubicBezTo>
                          <a:pt x="29264" y="8347"/>
                          <a:pt x="34920" y="10224"/>
                          <a:pt x="39083" y="13979"/>
                        </a:cubicBezTo>
                        <a:cubicBezTo>
                          <a:pt x="43259" y="17733"/>
                          <a:pt x="45347" y="22836"/>
                          <a:pt x="45347" y="29287"/>
                        </a:cubicBezTo>
                        <a:cubicBezTo>
                          <a:pt x="45347" y="35725"/>
                          <a:pt x="43259" y="40821"/>
                          <a:pt x="39083" y="44576"/>
                        </a:cubicBezTo>
                        <a:cubicBezTo>
                          <a:pt x="34920" y="48343"/>
                          <a:pt x="29264" y="50227"/>
                          <a:pt x="22115" y="50227"/>
                        </a:cubicBezTo>
                        <a:cubicBezTo>
                          <a:pt x="18772" y="50227"/>
                          <a:pt x="15435" y="49857"/>
                          <a:pt x="12105" y="49116"/>
                        </a:cubicBezTo>
                        <a:cubicBezTo>
                          <a:pt x="8788" y="48376"/>
                          <a:pt x="5398" y="47219"/>
                          <a:pt x="1936" y="45646"/>
                        </a:cubicBezTo>
                        <a:lnTo>
                          <a:pt x="1936" y="921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5" name="Freeform: Shape 94">
                    <a:extLst>
                      <a:ext uri="{FF2B5EF4-FFF2-40B4-BE49-F238E27FC236}">
                        <a16:creationId xmlns:a16="http://schemas.microsoft.com/office/drawing/2014/main" id="{A6859702-9DA4-E785-65B5-F6C786DFA4BA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609" y="2269379"/>
                    <a:ext cx="58713" cy="94189"/>
                  </a:xfrm>
                  <a:custGeom>
                    <a:avLst/>
                    <a:gdLst>
                      <a:gd name="connsiteX0" fmla="*/ 13136 w 58713"/>
                      <a:gd name="connsiteY0" fmla="*/ 8240 h 94189"/>
                      <a:gd name="connsiteX1" fmla="*/ 56804 w 58713"/>
                      <a:gd name="connsiteY1" fmla="*/ 8240 h 94189"/>
                      <a:gd name="connsiteX2" fmla="*/ 56804 w 58713"/>
                      <a:gd name="connsiteY2" fmla="*/ -2290 h 94189"/>
                      <a:gd name="connsiteX3" fmla="*/ -1909 w 58713"/>
                      <a:gd name="connsiteY3" fmla="*/ -2290 h 94189"/>
                      <a:gd name="connsiteX4" fmla="*/ -1909 w 58713"/>
                      <a:gd name="connsiteY4" fmla="*/ 8240 h 94189"/>
                      <a:gd name="connsiteX5" fmla="*/ 17497 w 58713"/>
                      <a:gd name="connsiteY5" fmla="*/ 28030 h 94189"/>
                      <a:gd name="connsiteX6" fmla="*/ 32958 w 58713"/>
                      <a:gd name="connsiteY6" fmla="*/ 44072 h 94189"/>
                      <a:gd name="connsiteX7" fmla="*/ 41343 w 58713"/>
                      <a:gd name="connsiteY7" fmla="*/ 55493 h 94189"/>
                      <a:gd name="connsiteX8" fmla="*/ 43742 w 58713"/>
                      <a:gd name="connsiteY8" fmla="*/ 64694 h 94189"/>
                      <a:gd name="connsiteX9" fmla="*/ 38568 w 58713"/>
                      <a:gd name="connsiteY9" fmla="*/ 76711 h 94189"/>
                      <a:gd name="connsiteX10" fmla="*/ 25089 w 58713"/>
                      <a:gd name="connsiteY10" fmla="*/ 81371 h 94189"/>
                      <a:gd name="connsiteX11" fmla="*/ 12660 w 58713"/>
                      <a:gd name="connsiteY11" fmla="*/ 79328 h 94189"/>
                      <a:gd name="connsiteX12" fmla="*/ -1295 w 58713"/>
                      <a:gd name="connsiteY12" fmla="*/ 73122 h 94189"/>
                      <a:gd name="connsiteX13" fmla="*/ -1295 w 58713"/>
                      <a:gd name="connsiteY13" fmla="*/ 85773 h 94189"/>
                      <a:gd name="connsiteX14" fmla="*/ 12819 w 58713"/>
                      <a:gd name="connsiteY14" fmla="*/ 90353 h 94189"/>
                      <a:gd name="connsiteX15" fmla="*/ 24851 w 58713"/>
                      <a:gd name="connsiteY15" fmla="*/ 91900 h 94189"/>
                      <a:gd name="connsiteX16" fmla="*/ 47765 w 58713"/>
                      <a:gd name="connsiteY16" fmla="*/ 84702 h 94189"/>
                      <a:gd name="connsiteX17" fmla="*/ 56309 w 58713"/>
                      <a:gd name="connsiteY17" fmla="*/ 65507 h 94189"/>
                      <a:gd name="connsiteX18" fmla="*/ 54168 w 58713"/>
                      <a:gd name="connsiteY18" fmla="*/ 54680 h 94189"/>
                      <a:gd name="connsiteX19" fmla="*/ 46398 w 58713"/>
                      <a:gd name="connsiteY19" fmla="*/ 42644 h 94189"/>
                      <a:gd name="connsiteX20" fmla="*/ 36546 w 58713"/>
                      <a:gd name="connsiteY20" fmla="*/ 32253 h 94189"/>
                      <a:gd name="connsiteX21" fmla="*/ 13136 w 58713"/>
                      <a:gd name="connsiteY21" fmla="*/ 8240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36" y="8240"/>
                        </a:moveTo>
                        <a:lnTo>
                          <a:pt x="56804" y="8240"/>
                        </a:lnTo>
                        <a:lnTo>
                          <a:pt x="56804" y="-2290"/>
                        </a:lnTo>
                        <a:lnTo>
                          <a:pt x="-1909" y="-2290"/>
                        </a:lnTo>
                        <a:lnTo>
                          <a:pt x="-1909" y="8240"/>
                        </a:lnTo>
                        <a:cubicBezTo>
                          <a:pt x="2835" y="13157"/>
                          <a:pt x="9304" y="19754"/>
                          <a:pt x="17497" y="28030"/>
                        </a:cubicBezTo>
                        <a:cubicBezTo>
                          <a:pt x="25703" y="36318"/>
                          <a:pt x="30857" y="41666"/>
                          <a:pt x="32958" y="44072"/>
                        </a:cubicBezTo>
                        <a:cubicBezTo>
                          <a:pt x="36962" y="48566"/>
                          <a:pt x="39757" y="52373"/>
                          <a:pt x="41343" y="55493"/>
                        </a:cubicBezTo>
                        <a:cubicBezTo>
                          <a:pt x="42942" y="58613"/>
                          <a:pt x="43742" y="61680"/>
                          <a:pt x="43742" y="64694"/>
                        </a:cubicBezTo>
                        <a:cubicBezTo>
                          <a:pt x="43742" y="69612"/>
                          <a:pt x="42017" y="73617"/>
                          <a:pt x="38568" y="76711"/>
                        </a:cubicBezTo>
                        <a:cubicBezTo>
                          <a:pt x="35119" y="79817"/>
                          <a:pt x="30626" y="81371"/>
                          <a:pt x="25089" y="81371"/>
                        </a:cubicBezTo>
                        <a:cubicBezTo>
                          <a:pt x="21164" y="81371"/>
                          <a:pt x="17021" y="80690"/>
                          <a:pt x="12660" y="79328"/>
                        </a:cubicBezTo>
                        <a:cubicBezTo>
                          <a:pt x="8313" y="77967"/>
                          <a:pt x="3661" y="75898"/>
                          <a:pt x="-1295" y="73122"/>
                        </a:cubicBezTo>
                        <a:lnTo>
                          <a:pt x="-1295" y="85773"/>
                        </a:lnTo>
                        <a:cubicBezTo>
                          <a:pt x="3740" y="87795"/>
                          <a:pt x="8445" y="89322"/>
                          <a:pt x="12819" y="90353"/>
                        </a:cubicBezTo>
                        <a:cubicBezTo>
                          <a:pt x="17206" y="91384"/>
                          <a:pt x="21217" y="91900"/>
                          <a:pt x="24851" y="91900"/>
                        </a:cubicBezTo>
                        <a:cubicBezTo>
                          <a:pt x="34432" y="91900"/>
                          <a:pt x="42070" y="89501"/>
                          <a:pt x="47765" y="84702"/>
                        </a:cubicBezTo>
                        <a:cubicBezTo>
                          <a:pt x="53461" y="79916"/>
                          <a:pt x="56309" y="73518"/>
                          <a:pt x="56309" y="65507"/>
                        </a:cubicBezTo>
                        <a:cubicBezTo>
                          <a:pt x="56309" y="61700"/>
                          <a:pt x="55595" y="58091"/>
                          <a:pt x="54168" y="54680"/>
                        </a:cubicBezTo>
                        <a:cubicBezTo>
                          <a:pt x="52754" y="51283"/>
                          <a:pt x="50164" y="47271"/>
                          <a:pt x="46398" y="42644"/>
                        </a:cubicBezTo>
                        <a:cubicBezTo>
                          <a:pt x="45367" y="41441"/>
                          <a:pt x="42083" y="37977"/>
                          <a:pt x="36546" y="32253"/>
                        </a:cubicBezTo>
                        <a:cubicBezTo>
                          <a:pt x="31022" y="26529"/>
                          <a:pt x="23219" y="18525"/>
                          <a:pt x="13136" y="82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6" name="Freeform: Shape 95">
                    <a:extLst>
                      <a:ext uri="{FF2B5EF4-FFF2-40B4-BE49-F238E27FC236}">
                        <a16:creationId xmlns:a16="http://schemas.microsoft.com/office/drawing/2014/main" id="{5B2F8F1F-8797-DBDE-0F0F-8028C60CBBF9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269379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35 h 95994"/>
                      <a:gd name="connsiteX1" fmla="*/ 15437 w 63926"/>
                      <a:gd name="connsiteY1" fmla="*/ 74317 h 95994"/>
                      <a:gd name="connsiteX2" fmla="*/ 10580 w 63926"/>
                      <a:gd name="connsiteY2" fmla="*/ 45723 h 95994"/>
                      <a:gd name="connsiteX3" fmla="*/ 15437 w 63926"/>
                      <a:gd name="connsiteY3" fmla="*/ 17189 h 95994"/>
                      <a:gd name="connsiteX4" fmla="*/ 29966 w 63926"/>
                      <a:gd name="connsiteY4" fmla="*/ 7671 h 95994"/>
                      <a:gd name="connsiteX5" fmla="*/ 44556 w 63926"/>
                      <a:gd name="connsiteY5" fmla="*/ 17189 h 95994"/>
                      <a:gd name="connsiteX6" fmla="*/ 49432 w 63926"/>
                      <a:gd name="connsiteY6" fmla="*/ 45723 h 95994"/>
                      <a:gd name="connsiteX7" fmla="*/ 44556 w 63926"/>
                      <a:gd name="connsiteY7" fmla="*/ 74317 h 95994"/>
                      <a:gd name="connsiteX8" fmla="*/ 29966 w 63926"/>
                      <a:gd name="connsiteY8" fmla="*/ 83835 h 95994"/>
                      <a:gd name="connsiteX9" fmla="*/ 29966 w 63926"/>
                      <a:gd name="connsiteY9" fmla="*/ 93750 h 95994"/>
                      <a:gd name="connsiteX10" fmla="*/ 53733 w 63926"/>
                      <a:gd name="connsiteY10" fmla="*/ 81436 h 95994"/>
                      <a:gd name="connsiteX11" fmla="*/ 61940 w 63926"/>
                      <a:gd name="connsiteY11" fmla="*/ 45723 h 95994"/>
                      <a:gd name="connsiteX12" fmla="*/ 53733 w 63926"/>
                      <a:gd name="connsiteY12" fmla="*/ 10050 h 95994"/>
                      <a:gd name="connsiteX13" fmla="*/ 29966 w 63926"/>
                      <a:gd name="connsiteY13" fmla="*/ -2244 h 95994"/>
                      <a:gd name="connsiteX14" fmla="*/ 6219 w 63926"/>
                      <a:gd name="connsiteY14" fmla="*/ 10050 h 95994"/>
                      <a:gd name="connsiteX15" fmla="*/ -1987 w 63926"/>
                      <a:gd name="connsiteY15" fmla="*/ 45723 h 95994"/>
                      <a:gd name="connsiteX16" fmla="*/ 6219 w 63926"/>
                      <a:gd name="connsiteY16" fmla="*/ 81436 h 95994"/>
                      <a:gd name="connsiteX17" fmla="*/ 29966 w 63926"/>
                      <a:gd name="connsiteY17" fmla="*/ 9375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35"/>
                        </a:moveTo>
                        <a:cubicBezTo>
                          <a:pt x="23531" y="83835"/>
                          <a:pt x="18688" y="80663"/>
                          <a:pt x="15437" y="74317"/>
                        </a:cubicBezTo>
                        <a:cubicBezTo>
                          <a:pt x="12199" y="67985"/>
                          <a:pt x="10580" y="58454"/>
                          <a:pt x="10580" y="45723"/>
                        </a:cubicBezTo>
                        <a:cubicBezTo>
                          <a:pt x="10580" y="33046"/>
                          <a:pt x="12199" y="23534"/>
                          <a:pt x="15437" y="17189"/>
                        </a:cubicBezTo>
                        <a:cubicBezTo>
                          <a:pt x="18688" y="10843"/>
                          <a:pt x="23531" y="7671"/>
                          <a:pt x="29966" y="7671"/>
                        </a:cubicBezTo>
                        <a:cubicBezTo>
                          <a:pt x="36455" y="7671"/>
                          <a:pt x="41318" y="10843"/>
                          <a:pt x="44556" y="17189"/>
                        </a:cubicBezTo>
                        <a:cubicBezTo>
                          <a:pt x="47806" y="23534"/>
                          <a:pt x="49432" y="33046"/>
                          <a:pt x="49432" y="45723"/>
                        </a:cubicBezTo>
                        <a:cubicBezTo>
                          <a:pt x="49432" y="58454"/>
                          <a:pt x="47806" y="67985"/>
                          <a:pt x="44556" y="74317"/>
                        </a:cubicBezTo>
                        <a:cubicBezTo>
                          <a:pt x="41318" y="80663"/>
                          <a:pt x="36455" y="83835"/>
                          <a:pt x="29966" y="83835"/>
                        </a:cubicBezTo>
                        <a:close/>
                        <a:moveTo>
                          <a:pt x="29966" y="93750"/>
                        </a:moveTo>
                        <a:cubicBezTo>
                          <a:pt x="40340" y="93750"/>
                          <a:pt x="48262" y="89645"/>
                          <a:pt x="53733" y="81436"/>
                        </a:cubicBezTo>
                        <a:cubicBezTo>
                          <a:pt x="59204" y="73240"/>
                          <a:pt x="61940" y="61336"/>
                          <a:pt x="61940" y="45723"/>
                        </a:cubicBezTo>
                        <a:cubicBezTo>
                          <a:pt x="61940" y="30151"/>
                          <a:pt x="59204" y="18260"/>
                          <a:pt x="53733" y="10050"/>
                        </a:cubicBezTo>
                        <a:cubicBezTo>
                          <a:pt x="48262" y="1854"/>
                          <a:pt x="40340" y="-2244"/>
                          <a:pt x="29966" y="-2244"/>
                        </a:cubicBezTo>
                        <a:cubicBezTo>
                          <a:pt x="19606" y="-2244"/>
                          <a:pt x="11690" y="1854"/>
                          <a:pt x="6219" y="10050"/>
                        </a:cubicBezTo>
                        <a:cubicBezTo>
                          <a:pt x="748" y="18260"/>
                          <a:pt x="-1987" y="30151"/>
                          <a:pt x="-1987" y="45723"/>
                        </a:cubicBezTo>
                        <a:cubicBezTo>
                          <a:pt x="-1987" y="61336"/>
                          <a:pt x="748" y="73240"/>
                          <a:pt x="6219" y="81436"/>
                        </a:cubicBezTo>
                        <a:cubicBezTo>
                          <a:pt x="11690" y="89645"/>
                          <a:pt x="19606" y="93750"/>
                          <a:pt x="29966" y="9375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8C35497-3802-53D3-C17E-CAD46416DE1B}"/>
                </a:ext>
              </a:extLst>
            </p:cNvPr>
            <p:cNvSpPr/>
            <p:nvPr/>
          </p:nvSpPr>
          <p:spPr>
            <a:xfrm>
              <a:off x="3902551" y="2032095"/>
              <a:ext cx="12686" cy="2832591"/>
            </a:xfrm>
            <a:custGeom>
              <a:avLst/>
              <a:gdLst>
                <a:gd name="connsiteX0" fmla="*/ 0 w 12686"/>
                <a:gd name="connsiteY0" fmla="*/ 2832592 h 2832591"/>
                <a:gd name="connsiteX1" fmla="*/ 0 w 12686"/>
                <a:gd name="connsiteY1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832591">
                  <a:moveTo>
                    <a:pt x="0" y="2832592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9BCDEFB-FFAE-3494-277C-0F6526F1C34D}"/>
                </a:ext>
              </a:extLst>
            </p:cNvPr>
            <p:cNvSpPr/>
            <p:nvPr/>
          </p:nvSpPr>
          <p:spPr>
            <a:xfrm>
              <a:off x="8433056" y="2032095"/>
              <a:ext cx="12686" cy="2832591"/>
            </a:xfrm>
            <a:custGeom>
              <a:avLst/>
              <a:gdLst>
                <a:gd name="connsiteX0" fmla="*/ 0 w 12686"/>
                <a:gd name="connsiteY0" fmla="*/ 2832592 h 2832591"/>
                <a:gd name="connsiteX1" fmla="*/ 0 w 12686"/>
                <a:gd name="connsiteY1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832591">
                  <a:moveTo>
                    <a:pt x="0" y="2832592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10EAFD9-0F17-8F43-2476-D5379475451A}"/>
                </a:ext>
              </a:extLst>
            </p:cNvPr>
            <p:cNvSpPr/>
            <p:nvPr/>
          </p:nvSpPr>
          <p:spPr>
            <a:xfrm>
              <a:off x="3902551" y="4864686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60748D7F-E022-B829-35E0-61A411AD7C72}"/>
                </a:ext>
              </a:extLst>
            </p:cNvPr>
            <p:cNvSpPr/>
            <p:nvPr/>
          </p:nvSpPr>
          <p:spPr>
            <a:xfrm>
              <a:off x="3902551" y="2032095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105" name="Graphic 101">
            <a:extLst>
              <a:ext uri="{FF2B5EF4-FFF2-40B4-BE49-F238E27FC236}">
                <a16:creationId xmlns:a16="http://schemas.microsoft.com/office/drawing/2014/main" id="{635238EF-1B78-E058-732C-062B4BB52AFA}"/>
              </a:ext>
            </a:extLst>
          </p:cNvPr>
          <p:cNvGrpSpPr/>
          <p:nvPr/>
        </p:nvGrpSpPr>
        <p:grpSpPr>
          <a:xfrm>
            <a:off x="5310789" y="541065"/>
            <a:ext cx="4603913" cy="2884623"/>
            <a:chOff x="3851198" y="2028021"/>
            <a:chExt cx="4603913" cy="2884623"/>
          </a:xfrm>
        </p:grpSpPr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61ECBC13-495D-6931-164D-831CC17668CD}"/>
                </a:ext>
              </a:extLst>
            </p:cNvPr>
            <p:cNvSpPr/>
            <p:nvPr/>
          </p:nvSpPr>
          <p:spPr>
            <a:xfrm>
              <a:off x="3895648" y="2028554"/>
              <a:ext cx="4546762" cy="2839673"/>
            </a:xfrm>
            <a:custGeom>
              <a:avLst/>
              <a:gdLst>
                <a:gd name="connsiteX0" fmla="*/ 0 w 4546762"/>
                <a:gd name="connsiteY0" fmla="*/ 2839674 h 2839673"/>
                <a:gd name="connsiteX1" fmla="*/ 4546763 w 4546762"/>
                <a:gd name="connsiteY1" fmla="*/ 2839674 h 2839673"/>
                <a:gd name="connsiteX2" fmla="*/ 4546763 w 4546762"/>
                <a:gd name="connsiteY2" fmla="*/ 0 h 2839673"/>
                <a:gd name="connsiteX3" fmla="*/ 0 w 4546762"/>
                <a:gd name="connsiteY3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762" h="2839673">
                  <a:moveTo>
                    <a:pt x="0" y="2839674"/>
                  </a:moveTo>
                  <a:lnTo>
                    <a:pt x="4546763" y="2839674"/>
                  </a:lnTo>
                  <a:lnTo>
                    <a:pt x="4546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107" name="Picture 106">
              <a:extLst>
                <a:ext uri="{FF2B5EF4-FFF2-40B4-BE49-F238E27FC236}">
                  <a16:creationId xmlns:a16="http://schemas.microsoft.com/office/drawing/2014/main" id="{739B149F-C159-F700-3048-D186DEE44B2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flipV="1">
              <a:off x="3895648" y="2028021"/>
              <a:ext cx="4546854" cy="2840206"/>
            </a:xfrm>
            <a:custGeom>
              <a:avLst/>
              <a:gdLst>
                <a:gd name="connsiteX0" fmla="*/ 0 w 4546854"/>
                <a:gd name="connsiteY0" fmla="*/ 125 h 2840206"/>
                <a:gd name="connsiteX1" fmla="*/ 4546854 w 4546854"/>
                <a:gd name="connsiteY1" fmla="*/ 125 h 2840206"/>
                <a:gd name="connsiteX2" fmla="*/ 4546854 w 4546854"/>
                <a:gd name="connsiteY2" fmla="*/ 2840332 h 2840206"/>
                <a:gd name="connsiteX3" fmla="*/ 0 w 4546854"/>
                <a:gd name="connsiteY3" fmla="*/ 2840332 h 284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854" h="2840206">
                  <a:moveTo>
                    <a:pt x="0" y="125"/>
                  </a:moveTo>
                  <a:lnTo>
                    <a:pt x="4546854" y="125"/>
                  </a:lnTo>
                  <a:lnTo>
                    <a:pt x="4546854" y="2840332"/>
                  </a:lnTo>
                  <a:lnTo>
                    <a:pt x="0" y="2840332"/>
                  </a:lnTo>
                  <a:close/>
                </a:path>
              </a:pathLst>
            </a:custGeom>
          </p:spPr>
        </p:pic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4F0BCA9F-D741-21C3-93F6-1974721A38AF}"/>
                </a:ext>
              </a:extLst>
            </p:cNvPr>
            <p:cNvSpPr/>
            <p:nvPr/>
          </p:nvSpPr>
          <p:spPr>
            <a:xfrm>
              <a:off x="5718459" y="3394347"/>
              <a:ext cx="283232" cy="113749"/>
            </a:xfrm>
            <a:custGeom>
              <a:avLst/>
              <a:gdLst>
                <a:gd name="connsiteX0" fmla="*/ 283233 w 283232"/>
                <a:gd name="connsiteY0" fmla="*/ 4551 h 113749"/>
                <a:gd name="connsiteX1" fmla="*/ 281465 w 283232"/>
                <a:gd name="connsiteY1" fmla="*/ 113750 h 113749"/>
                <a:gd name="connsiteX2" fmla="*/ 0 w 283232"/>
                <a:gd name="connsiteY2" fmla="*/ 109200 h 113749"/>
                <a:gd name="connsiteX3" fmla="*/ 1768 w 283232"/>
                <a:gd name="connsiteY3" fmla="*/ 0 h 1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3232" h="113749">
                  <a:moveTo>
                    <a:pt x="283233" y="4551"/>
                  </a:moveTo>
                  <a:lnTo>
                    <a:pt x="281465" y="113750"/>
                  </a:lnTo>
                  <a:lnTo>
                    <a:pt x="0" y="109200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B07CB82-64BB-0523-BB9B-02926C7F7F14}"/>
                </a:ext>
              </a:extLst>
            </p:cNvPr>
            <p:cNvSpPr/>
            <p:nvPr/>
          </p:nvSpPr>
          <p:spPr>
            <a:xfrm>
              <a:off x="5890645" y="3397130"/>
              <a:ext cx="110162" cy="109199"/>
            </a:xfrm>
            <a:custGeom>
              <a:avLst/>
              <a:gdLst>
                <a:gd name="connsiteX0" fmla="*/ 110162 w 110162"/>
                <a:gd name="connsiteY0" fmla="*/ 56366 h 109199"/>
                <a:gd name="connsiteX1" fmla="*/ 0 w 110162"/>
                <a:gd name="connsiteY1" fmla="*/ 109200 h 109199"/>
                <a:gd name="connsiteX2" fmla="*/ 1768 w 110162"/>
                <a:gd name="connsiteY2" fmla="*/ 0 h 10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162" h="109199">
                  <a:moveTo>
                    <a:pt x="110162" y="56366"/>
                  </a:moveTo>
                  <a:lnTo>
                    <a:pt x="0" y="109200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10" name="Graphic 101">
              <a:extLst>
                <a:ext uri="{FF2B5EF4-FFF2-40B4-BE49-F238E27FC236}">
                  <a16:creationId xmlns:a16="http://schemas.microsoft.com/office/drawing/2014/main" id="{A1A89F22-D2BF-036B-946D-3266CCC8CE3C}"/>
                </a:ext>
              </a:extLst>
            </p:cNvPr>
            <p:cNvGrpSpPr/>
            <p:nvPr/>
          </p:nvGrpSpPr>
          <p:grpSpPr>
            <a:xfrm>
              <a:off x="3895648" y="4868227"/>
              <a:ext cx="4559463" cy="44417"/>
              <a:chOff x="3895648" y="4868227"/>
              <a:chExt cx="4559463" cy="44417"/>
            </a:xfrm>
            <a:solidFill>
              <a:srgbClr val="000000"/>
            </a:solidFill>
          </p:grpSpPr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FE4AD32A-E5FB-31E3-327D-38EE01288A74}"/>
                  </a:ext>
                </a:extLst>
              </p:cNvPr>
              <p:cNvSpPr/>
              <p:nvPr/>
            </p:nvSpPr>
            <p:spPr>
              <a:xfrm>
                <a:off x="3895648" y="4868227"/>
                <a:ext cx="12700" cy="44417"/>
              </a:xfrm>
              <a:custGeom>
                <a:avLst/>
                <a:gdLst>
                  <a:gd name="connsiteX0" fmla="*/ 58 w 12700"/>
                  <a:gd name="connsiteY0" fmla="*/ 286 h 44417"/>
                  <a:gd name="connsiteX1" fmla="*/ 58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58" y="286"/>
                    </a:moveTo>
                    <a:lnTo>
                      <a:pt x="58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05185E43-780F-4824-2813-FFF904B2FD57}"/>
                  </a:ext>
                </a:extLst>
              </p:cNvPr>
              <p:cNvSpPr/>
              <p:nvPr/>
            </p:nvSpPr>
            <p:spPr>
              <a:xfrm>
                <a:off x="4463994" y="4868227"/>
                <a:ext cx="12700" cy="44417"/>
              </a:xfrm>
              <a:custGeom>
                <a:avLst/>
                <a:gdLst>
                  <a:gd name="connsiteX0" fmla="*/ 102 w 12700"/>
                  <a:gd name="connsiteY0" fmla="*/ 286 h 44417"/>
                  <a:gd name="connsiteX1" fmla="*/ 102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02" y="286"/>
                    </a:moveTo>
                    <a:lnTo>
                      <a:pt x="102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90C10B05-2CE2-554D-61B9-6997F44AA727}"/>
                  </a:ext>
                </a:extLst>
              </p:cNvPr>
              <p:cNvSpPr/>
              <p:nvPr/>
            </p:nvSpPr>
            <p:spPr>
              <a:xfrm>
                <a:off x="5032339" y="4868227"/>
                <a:ext cx="12700" cy="44417"/>
              </a:xfrm>
              <a:custGeom>
                <a:avLst/>
                <a:gdLst>
                  <a:gd name="connsiteX0" fmla="*/ 147 w 12700"/>
                  <a:gd name="connsiteY0" fmla="*/ 286 h 44417"/>
                  <a:gd name="connsiteX1" fmla="*/ 147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47" y="286"/>
                    </a:moveTo>
                    <a:lnTo>
                      <a:pt x="147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F8930D6F-7EC0-7FA7-7F0C-187EB6230CE2}"/>
                  </a:ext>
                </a:extLst>
              </p:cNvPr>
              <p:cNvSpPr/>
              <p:nvPr/>
            </p:nvSpPr>
            <p:spPr>
              <a:xfrm>
                <a:off x="5600684" y="4868227"/>
                <a:ext cx="12700" cy="44417"/>
              </a:xfrm>
              <a:custGeom>
                <a:avLst/>
                <a:gdLst>
                  <a:gd name="connsiteX0" fmla="*/ 192 w 12700"/>
                  <a:gd name="connsiteY0" fmla="*/ 286 h 44417"/>
                  <a:gd name="connsiteX1" fmla="*/ 192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92" y="286"/>
                    </a:moveTo>
                    <a:lnTo>
                      <a:pt x="192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92AA0713-B850-DF18-1245-9BDCD7DC69E6}"/>
                  </a:ext>
                </a:extLst>
              </p:cNvPr>
              <p:cNvSpPr/>
              <p:nvPr/>
            </p:nvSpPr>
            <p:spPr>
              <a:xfrm>
                <a:off x="6169030" y="4868227"/>
                <a:ext cx="12700" cy="44417"/>
              </a:xfrm>
              <a:custGeom>
                <a:avLst/>
                <a:gdLst>
                  <a:gd name="connsiteX0" fmla="*/ 237 w 12700"/>
                  <a:gd name="connsiteY0" fmla="*/ 286 h 44417"/>
                  <a:gd name="connsiteX1" fmla="*/ 237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37" y="286"/>
                    </a:moveTo>
                    <a:lnTo>
                      <a:pt x="237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C5A8C71F-3B55-1423-41F7-1BA5B33A43F5}"/>
                  </a:ext>
                </a:extLst>
              </p:cNvPr>
              <p:cNvSpPr/>
              <p:nvPr/>
            </p:nvSpPr>
            <p:spPr>
              <a:xfrm>
                <a:off x="6737375" y="4868227"/>
                <a:ext cx="12700" cy="44417"/>
              </a:xfrm>
              <a:custGeom>
                <a:avLst/>
                <a:gdLst>
                  <a:gd name="connsiteX0" fmla="*/ 282 w 12700"/>
                  <a:gd name="connsiteY0" fmla="*/ 286 h 44417"/>
                  <a:gd name="connsiteX1" fmla="*/ 282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82" y="286"/>
                    </a:moveTo>
                    <a:lnTo>
                      <a:pt x="282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50C7BCAF-D192-7C45-834A-3275337D71DC}"/>
                  </a:ext>
                </a:extLst>
              </p:cNvPr>
              <p:cNvSpPr/>
              <p:nvPr/>
            </p:nvSpPr>
            <p:spPr>
              <a:xfrm>
                <a:off x="7305720" y="4868227"/>
                <a:ext cx="12700" cy="44417"/>
              </a:xfrm>
              <a:custGeom>
                <a:avLst/>
                <a:gdLst>
                  <a:gd name="connsiteX0" fmla="*/ 326 w 12700"/>
                  <a:gd name="connsiteY0" fmla="*/ 286 h 44417"/>
                  <a:gd name="connsiteX1" fmla="*/ 326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26" y="286"/>
                    </a:moveTo>
                    <a:lnTo>
                      <a:pt x="326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176C5E3D-B2B4-2F1A-7BCB-D95777906A43}"/>
                  </a:ext>
                </a:extLst>
              </p:cNvPr>
              <p:cNvSpPr/>
              <p:nvPr/>
            </p:nvSpPr>
            <p:spPr>
              <a:xfrm>
                <a:off x="7874066" y="4868227"/>
                <a:ext cx="12700" cy="44417"/>
              </a:xfrm>
              <a:custGeom>
                <a:avLst/>
                <a:gdLst>
                  <a:gd name="connsiteX0" fmla="*/ 371 w 12700"/>
                  <a:gd name="connsiteY0" fmla="*/ 286 h 44417"/>
                  <a:gd name="connsiteX1" fmla="*/ 371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71" y="286"/>
                    </a:moveTo>
                    <a:lnTo>
                      <a:pt x="371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66F000C4-7BC0-D50A-07E9-33797E0DDA8F}"/>
                  </a:ext>
                </a:extLst>
              </p:cNvPr>
              <p:cNvSpPr/>
              <p:nvPr/>
            </p:nvSpPr>
            <p:spPr>
              <a:xfrm>
                <a:off x="8442411" y="4868227"/>
                <a:ext cx="12700" cy="44417"/>
              </a:xfrm>
              <a:custGeom>
                <a:avLst/>
                <a:gdLst>
                  <a:gd name="connsiteX0" fmla="*/ 416 w 12700"/>
                  <a:gd name="connsiteY0" fmla="*/ 286 h 44417"/>
                  <a:gd name="connsiteX1" fmla="*/ 416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416" y="286"/>
                    </a:moveTo>
                    <a:lnTo>
                      <a:pt x="416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165" name="Graphic 101">
              <a:extLst>
                <a:ext uri="{FF2B5EF4-FFF2-40B4-BE49-F238E27FC236}">
                  <a16:creationId xmlns:a16="http://schemas.microsoft.com/office/drawing/2014/main" id="{B9F8E0C2-3759-7FD0-F4DD-5CC12192B816}"/>
                </a:ext>
              </a:extLst>
            </p:cNvPr>
            <p:cNvGrpSpPr/>
            <p:nvPr/>
          </p:nvGrpSpPr>
          <p:grpSpPr>
            <a:xfrm>
              <a:off x="3851198" y="2312521"/>
              <a:ext cx="44450" cy="2284429"/>
              <a:chOff x="3851198" y="2312521"/>
              <a:chExt cx="44450" cy="2284429"/>
            </a:xfrm>
            <a:solidFill>
              <a:srgbClr val="000000"/>
            </a:solidFill>
          </p:grpSpPr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A7644D6F-59AF-2E65-C6E2-B3A519B32D82}"/>
                  </a:ext>
                </a:extLst>
              </p:cNvPr>
              <p:cNvSpPr/>
              <p:nvPr/>
            </p:nvSpPr>
            <p:spPr>
              <a:xfrm>
                <a:off x="3851198" y="4584260"/>
                <a:ext cx="44450" cy="12690"/>
              </a:xfrm>
              <a:custGeom>
                <a:avLst/>
                <a:gdLst>
                  <a:gd name="connsiteX0" fmla="*/ 44508 w 44450"/>
                  <a:gd name="connsiteY0" fmla="*/ 264 h 12690"/>
                  <a:gd name="connsiteX1" fmla="*/ 58 w 44450"/>
                  <a:gd name="connsiteY1" fmla="*/ 26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64"/>
                    </a:moveTo>
                    <a:lnTo>
                      <a:pt x="58" y="26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F9175E55-AE90-46A7-3D8E-9551CF2FA3C8}"/>
                  </a:ext>
                </a:extLst>
              </p:cNvPr>
              <p:cNvSpPr/>
              <p:nvPr/>
            </p:nvSpPr>
            <p:spPr>
              <a:xfrm>
                <a:off x="3851198" y="4016325"/>
                <a:ext cx="44450" cy="12690"/>
              </a:xfrm>
              <a:custGeom>
                <a:avLst/>
                <a:gdLst>
                  <a:gd name="connsiteX0" fmla="*/ 44508 w 44450"/>
                  <a:gd name="connsiteY0" fmla="*/ 219 h 12690"/>
                  <a:gd name="connsiteX1" fmla="*/ 58 w 44450"/>
                  <a:gd name="connsiteY1" fmla="*/ 21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19"/>
                    </a:moveTo>
                    <a:lnTo>
                      <a:pt x="58" y="219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A5DB8AAF-1BB7-8516-3FFD-D8366115A2F4}"/>
                  </a:ext>
                </a:extLst>
              </p:cNvPr>
              <p:cNvSpPr/>
              <p:nvPr/>
            </p:nvSpPr>
            <p:spPr>
              <a:xfrm>
                <a:off x="3851198" y="3448391"/>
                <a:ext cx="44450" cy="12690"/>
              </a:xfrm>
              <a:custGeom>
                <a:avLst/>
                <a:gdLst>
                  <a:gd name="connsiteX0" fmla="*/ 44508 w 44450"/>
                  <a:gd name="connsiteY0" fmla="*/ 175 h 12690"/>
                  <a:gd name="connsiteX1" fmla="*/ 58 w 44450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09C521D0-289D-1FF4-F664-3DDA071F35D0}"/>
                  </a:ext>
                </a:extLst>
              </p:cNvPr>
              <p:cNvSpPr/>
              <p:nvPr/>
            </p:nvSpPr>
            <p:spPr>
              <a:xfrm>
                <a:off x="3851198" y="2880456"/>
                <a:ext cx="44450" cy="12690"/>
              </a:xfrm>
              <a:custGeom>
                <a:avLst/>
                <a:gdLst>
                  <a:gd name="connsiteX0" fmla="*/ 44508 w 44450"/>
                  <a:gd name="connsiteY0" fmla="*/ 130 h 12690"/>
                  <a:gd name="connsiteX1" fmla="*/ 58 w 44450"/>
                  <a:gd name="connsiteY1" fmla="*/ 13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30"/>
                    </a:moveTo>
                    <a:lnTo>
                      <a:pt x="58" y="130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8AE45531-9AF5-24A0-DAF3-40B2BB71D695}"/>
                  </a:ext>
                </a:extLst>
              </p:cNvPr>
              <p:cNvSpPr/>
              <p:nvPr/>
            </p:nvSpPr>
            <p:spPr>
              <a:xfrm>
                <a:off x="3851198" y="2312521"/>
                <a:ext cx="44450" cy="12690"/>
              </a:xfrm>
              <a:custGeom>
                <a:avLst/>
                <a:gdLst>
                  <a:gd name="connsiteX0" fmla="*/ 44508 w 44450"/>
                  <a:gd name="connsiteY0" fmla="*/ 85 h 12690"/>
                  <a:gd name="connsiteX1" fmla="*/ 58 w 44450"/>
                  <a:gd name="connsiteY1" fmla="*/ 8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85"/>
                    </a:moveTo>
                    <a:lnTo>
                      <a:pt x="58" y="8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35FD593B-0261-7377-F6B6-53A6308A5B88}"/>
                </a:ext>
              </a:extLst>
            </p:cNvPr>
            <p:cNvSpPr/>
            <p:nvPr/>
          </p:nvSpPr>
          <p:spPr>
            <a:xfrm>
              <a:off x="3895648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5963093-A710-91DB-A15F-C1C65A3BA95D}"/>
                </a:ext>
              </a:extLst>
            </p:cNvPr>
            <p:cNvSpPr/>
            <p:nvPr/>
          </p:nvSpPr>
          <p:spPr>
            <a:xfrm>
              <a:off x="8442411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98BE9971-C623-857D-0C58-1B851CBE1C17}"/>
                </a:ext>
              </a:extLst>
            </p:cNvPr>
            <p:cNvSpPr/>
            <p:nvPr/>
          </p:nvSpPr>
          <p:spPr>
            <a:xfrm>
              <a:off x="3895648" y="4868227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7F238920-7006-5CA9-8AFD-968926A88EF6}"/>
                </a:ext>
              </a:extLst>
            </p:cNvPr>
            <p:cNvSpPr/>
            <p:nvPr/>
          </p:nvSpPr>
          <p:spPr>
            <a:xfrm>
              <a:off x="3895648" y="202855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204" name="Graphic 200">
            <a:extLst>
              <a:ext uri="{FF2B5EF4-FFF2-40B4-BE49-F238E27FC236}">
                <a16:creationId xmlns:a16="http://schemas.microsoft.com/office/drawing/2014/main" id="{09C10EE5-116F-2685-0A72-6757DE312A19}"/>
              </a:ext>
            </a:extLst>
          </p:cNvPr>
          <p:cNvGrpSpPr/>
          <p:nvPr/>
        </p:nvGrpSpPr>
        <p:grpSpPr>
          <a:xfrm>
            <a:off x="9932965" y="536194"/>
            <a:ext cx="4603913" cy="2884623"/>
            <a:chOff x="3851198" y="2028021"/>
            <a:chExt cx="4603913" cy="2884623"/>
          </a:xfrm>
        </p:grpSpPr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DA014DBA-3993-9D13-6D6B-5B8630CE9A46}"/>
                </a:ext>
              </a:extLst>
            </p:cNvPr>
            <p:cNvSpPr/>
            <p:nvPr/>
          </p:nvSpPr>
          <p:spPr>
            <a:xfrm>
              <a:off x="3895648" y="2028554"/>
              <a:ext cx="4546762" cy="2839673"/>
            </a:xfrm>
            <a:custGeom>
              <a:avLst/>
              <a:gdLst>
                <a:gd name="connsiteX0" fmla="*/ 0 w 4546762"/>
                <a:gd name="connsiteY0" fmla="*/ 2839674 h 2839673"/>
                <a:gd name="connsiteX1" fmla="*/ 4546763 w 4546762"/>
                <a:gd name="connsiteY1" fmla="*/ 2839674 h 2839673"/>
                <a:gd name="connsiteX2" fmla="*/ 4546763 w 4546762"/>
                <a:gd name="connsiteY2" fmla="*/ 0 h 2839673"/>
                <a:gd name="connsiteX3" fmla="*/ 0 w 4546762"/>
                <a:gd name="connsiteY3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762" h="2839673">
                  <a:moveTo>
                    <a:pt x="0" y="2839674"/>
                  </a:moveTo>
                  <a:lnTo>
                    <a:pt x="4546763" y="2839674"/>
                  </a:lnTo>
                  <a:lnTo>
                    <a:pt x="4546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206" name="Picture 205">
              <a:extLst>
                <a:ext uri="{FF2B5EF4-FFF2-40B4-BE49-F238E27FC236}">
                  <a16:creationId xmlns:a16="http://schemas.microsoft.com/office/drawing/2014/main" id="{B5E9440F-D148-E383-89F9-929C790EFC5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flipV="1">
              <a:off x="3895648" y="2028021"/>
              <a:ext cx="4546854" cy="2840206"/>
            </a:xfrm>
            <a:custGeom>
              <a:avLst/>
              <a:gdLst>
                <a:gd name="connsiteX0" fmla="*/ 0 w 4546854"/>
                <a:gd name="connsiteY0" fmla="*/ 125 h 2840206"/>
                <a:gd name="connsiteX1" fmla="*/ 4546854 w 4546854"/>
                <a:gd name="connsiteY1" fmla="*/ 125 h 2840206"/>
                <a:gd name="connsiteX2" fmla="*/ 4546854 w 4546854"/>
                <a:gd name="connsiteY2" fmla="*/ 2840332 h 2840206"/>
                <a:gd name="connsiteX3" fmla="*/ 0 w 4546854"/>
                <a:gd name="connsiteY3" fmla="*/ 2840332 h 284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854" h="2840206">
                  <a:moveTo>
                    <a:pt x="0" y="125"/>
                  </a:moveTo>
                  <a:lnTo>
                    <a:pt x="4546854" y="125"/>
                  </a:lnTo>
                  <a:lnTo>
                    <a:pt x="4546854" y="2840332"/>
                  </a:lnTo>
                  <a:lnTo>
                    <a:pt x="0" y="2840332"/>
                  </a:lnTo>
                  <a:close/>
                </a:path>
              </a:pathLst>
            </a:custGeom>
          </p:spPr>
        </p:pic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EABCC24-4EAA-1A6E-E912-24B43A60698C}"/>
                </a:ext>
              </a:extLst>
            </p:cNvPr>
            <p:cNvSpPr/>
            <p:nvPr/>
          </p:nvSpPr>
          <p:spPr>
            <a:xfrm>
              <a:off x="5726336" y="3393014"/>
              <a:ext cx="282399" cy="111546"/>
            </a:xfrm>
            <a:custGeom>
              <a:avLst/>
              <a:gdLst>
                <a:gd name="connsiteX0" fmla="*/ 282399 w 282399"/>
                <a:gd name="connsiteY0" fmla="*/ 2336 h 111546"/>
                <a:gd name="connsiteX1" fmla="*/ 281492 w 282399"/>
                <a:gd name="connsiteY1" fmla="*/ 111546 h 111546"/>
                <a:gd name="connsiteX2" fmla="*/ 0 w 282399"/>
                <a:gd name="connsiteY2" fmla="*/ 109210 h 111546"/>
                <a:gd name="connsiteX3" fmla="*/ 908 w 282399"/>
                <a:gd name="connsiteY3" fmla="*/ 0 h 111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399" h="111546">
                  <a:moveTo>
                    <a:pt x="282399" y="2336"/>
                  </a:moveTo>
                  <a:lnTo>
                    <a:pt x="281492" y="111546"/>
                  </a:lnTo>
                  <a:lnTo>
                    <a:pt x="0" y="109210"/>
                  </a:lnTo>
                  <a:lnTo>
                    <a:pt x="908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E92E992-1314-629C-F520-2868A7244ADD}"/>
                </a:ext>
              </a:extLst>
            </p:cNvPr>
            <p:cNvSpPr/>
            <p:nvPr/>
          </p:nvSpPr>
          <p:spPr>
            <a:xfrm>
              <a:off x="5898539" y="3394443"/>
              <a:ext cx="109742" cy="109209"/>
            </a:xfrm>
            <a:custGeom>
              <a:avLst/>
              <a:gdLst>
                <a:gd name="connsiteX0" fmla="*/ 109743 w 109742"/>
                <a:gd name="connsiteY0" fmla="*/ 55512 h 109209"/>
                <a:gd name="connsiteX1" fmla="*/ 0 w 109742"/>
                <a:gd name="connsiteY1" fmla="*/ 109210 h 109209"/>
                <a:gd name="connsiteX2" fmla="*/ 908 w 109742"/>
                <a:gd name="connsiteY2" fmla="*/ 0 h 109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742" h="109209">
                  <a:moveTo>
                    <a:pt x="109743" y="55512"/>
                  </a:moveTo>
                  <a:lnTo>
                    <a:pt x="0" y="109210"/>
                  </a:lnTo>
                  <a:lnTo>
                    <a:pt x="908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209" name="Graphic 200">
              <a:extLst>
                <a:ext uri="{FF2B5EF4-FFF2-40B4-BE49-F238E27FC236}">
                  <a16:creationId xmlns:a16="http://schemas.microsoft.com/office/drawing/2014/main" id="{F66D6705-E416-CA67-8000-A50F294FDBF5}"/>
                </a:ext>
              </a:extLst>
            </p:cNvPr>
            <p:cNvGrpSpPr/>
            <p:nvPr/>
          </p:nvGrpSpPr>
          <p:grpSpPr>
            <a:xfrm>
              <a:off x="3895648" y="4868227"/>
              <a:ext cx="4559463" cy="44417"/>
              <a:chOff x="3895648" y="4868227"/>
              <a:chExt cx="4559463" cy="44417"/>
            </a:xfrm>
            <a:solidFill>
              <a:srgbClr val="000000"/>
            </a:solidFill>
          </p:grpSpPr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6EA13C77-41E9-0EB9-95A2-00AFED3C64B7}"/>
                  </a:ext>
                </a:extLst>
              </p:cNvPr>
              <p:cNvSpPr/>
              <p:nvPr/>
            </p:nvSpPr>
            <p:spPr>
              <a:xfrm>
                <a:off x="3895648" y="4868227"/>
                <a:ext cx="12700" cy="44417"/>
              </a:xfrm>
              <a:custGeom>
                <a:avLst/>
                <a:gdLst>
                  <a:gd name="connsiteX0" fmla="*/ 58 w 12700"/>
                  <a:gd name="connsiteY0" fmla="*/ 286 h 44417"/>
                  <a:gd name="connsiteX1" fmla="*/ 58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58" y="286"/>
                    </a:moveTo>
                    <a:lnTo>
                      <a:pt x="58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B2272549-39D5-18B0-5555-049CF0DAA0C0}"/>
                  </a:ext>
                </a:extLst>
              </p:cNvPr>
              <p:cNvSpPr/>
              <p:nvPr/>
            </p:nvSpPr>
            <p:spPr>
              <a:xfrm>
                <a:off x="4463994" y="4868227"/>
                <a:ext cx="12700" cy="44417"/>
              </a:xfrm>
              <a:custGeom>
                <a:avLst/>
                <a:gdLst>
                  <a:gd name="connsiteX0" fmla="*/ 102 w 12700"/>
                  <a:gd name="connsiteY0" fmla="*/ 286 h 44417"/>
                  <a:gd name="connsiteX1" fmla="*/ 102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02" y="286"/>
                    </a:moveTo>
                    <a:lnTo>
                      <a:pt x="102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5B811770-57C8-AFD8-0469-FFDD1514638E}"/>
                  </a:ext>
                </a:extLst>
              </p:cNvPr>
              <p:cNvSpPr/>
              <p:nvPr/>
            </p:nvSpPr>
            <p:spPr>
              <a:xfrm>
                <a:off x="5032339" y="4868227"/>
                <a:ext cx="12700" cy="44417"/>
              </a:xfrm>
              <a:custGeom>
                <a:avLst/>
                <a:gdLst>
                  <a:gd name="connsiteX0" fmla="*/ 147 w 12700"/>
                  <a:gd name="connsiteY0" fmla="*/ 286 h 44417"/>
                  <a:gd name="connsiteX1" fmla="*/ 147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47" y="286"/>
                    </a:moveTo>
                    <a:lnTo>
                      <a:pt x="147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77A4B9E1-6FE2-F8F2-DD43-6CD0317EB6F9}"/>
                  </a:ext>
                </a:extLst>
              </p:cNvPr>
              <p:cNvSpPr/>
              <p:nvPr/>
            </p:nvSpPr>
            <p:spPr>
              <a:xfrm>
                <a:off x="5600684" y="4868227"/>
                <a:ext cx="12700" cy="44417"/>
              </a:xfrm>
              <a:custGeom>
                <a:avLst/>
                <a:gdLst>
                  <a:gd name="connsiteX0" fmla="*/ 192 w 12700"/>
                  <a:gd name="connsiteY0" fmla="*/ 286 h 44417"/>
                  <a:gd name="connsiteX1" fmla="*/ 192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92" y="286"/>
                    </a:moveTo>
                    <a:lnTo>
                      <a:pt x="192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D6D0AEAD-2625-F08A-3B04-AA3D1319D207}"/>
                  </a:ext>
                </a:extLst>
              </p:cNvPr>
              <p:cNvSpPr/>
              <p:nvPr/>
            </p:nvSpPr>
            <p:spPr>
              <a:xfrm>
                <a:off x="6169030" y="4868227"/>
                <a:ext cx="12700" cy="44417"/>
              </a:xfrm>
              <a:custGeom>
                <a:avLst/>
                <a:gdLst>
                  <a:gd name="connsiteX0" fmla="*/ 237 w 12700"/>
                  <a:gd name="connsiteY0" fmla="*/ 286 h 44417"/>
                  <a:gd name="connsiteX1" fmla="*/ 237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37" y="286"/>
                    </a:moveTo>
                    <a:lnTo>
                      <a:pt x="237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7F52202D-496C-2CEA-7453-297313BF89DF}"/>
                  </a:ext>
                </a:extLst>
              </p:cNvPr>
              <p:cNvSpPr/>
              <p:nvPr/>
            </p:nvSpPr>
            <p:spPr>
              <a:xfrm>
                <a:off x="6737375" y="4868227"/>
                <a:ext cx="12700" cy="44417"/>
              </a:xfrm>
              <a:custGeom>
                <a:avLst/>
                <a:gdLst>
                  <a:gd name="connsiteX0" fmla="*/ 282 w 12700"/>
                  <a:gd name="connsiteY0" fmla="*/ 286 h 44417"/>
                  <a:gd name="connsiteX1" fmla="*/ 282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82" y="286"/>
                    </a:moveTo>
                    <a:lnTo>
                      <a:pt x="282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12791B0D-FFC1-B067-2D43-9D727DFB29CC}"/>
                  </a:ext>
                </a:extLst>
              </p:cNvPr>
              <p:cNvSpPr/>
              <p:nvPr/>
            </p:nvSpPr>
            <p:spPr>
              <a:xfrm>
                <a:off x="7305720" y="4868227"/>
                <a:ext cx="12700" cy="44417"/>
              </a:xfrm>
              <a:custGeom>
                <a:avLst/>
                <a:gdLst>
                  <a:gd name="connsiteX0" fmla="*/ 326 w 12700"/>
                  <a:gd name="connsiteY0" fmla="*/ 286 h 44417"/>
                  <a:gd name="connsiteX1" fmla="*/ 326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26" y="286"/>
                    </a:moveTo>
                    <a:lnTo>
                      <a:pt x="326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2735615B-CE63-81E9-7B17-CA651D41D86B}"/>
                  </a:ext>
                </a:extLst>
              </p:cNvPr>
              <p:cNvSpPr/>
              <p:nvPr/>
            </p:nvSpPr>
            <p:spPr>
              <a:xfrm>
                <a:off x="7874066" y="4868227"/>
                <a:ext cx="12700" cy="44417"/>
              </a:xfrm>
              <a:custGeom>
                <a:avLst/>
                <a:gdLst>
                  <a:gd name="connsiteX0" fmla="*/ 371 w 12700"/>
                  <a:gd name="connsiteY0" fmla="*/ 286 h 44417"/>
                  <a:gd name="connsiteX1" fmla="*/ 371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71" y="286"/>
                    </a:moveTo>
                    <a:lnTo>
                      <a:pt x="371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8EFDFDE1-85E7-DE88-7F2C-2253DE8AAEDC}"/>
                  </a:ext>
                </a:extLst>
              </p:cNvPr>
              <p:cNvSpPr/>
              <p:nvPr/>
            </p:nvSpPr>
            <p:spPr>
              <a:xfrm>
                <a:off x="8442411" y="4868227"/>
                <a:ext cx="12700" cy="44417"/>
              </a:xfrm>
              <a:custGeom>
                <a:avLst/>
                <a:gdLst>
                  <a:gd name="connsiteX0" fmla="*/ 416 w 12700"/>
                  <a:gd name="connsiteY0" fmla="*/ 286 h 44417"/>
                  <a:gd name="connsiteX1" fmla="*/ 416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416" y="286"/>
                    </a:moveTo>
                    <a:lnTo>
                      <a:pt x="416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264" name="Graphic 200">
              <a:extLst>
                <a:ext uri="{FF2B5EF4-FFF2-40B4-BE49-F238E27FC236}">
                  <a16:creationId xmlns:a16="http://schemas.microsoft.com/office/drawing/2014/main" id="{D4FB32DD-C45C-B0A0-521E-A593BFE942E5}"/>
                </a:ext>
              </a:extLst>
            </p:cNvPr>
            <p:cNvGrpSpPr/>
            <p:nvPr/>
          </p:nvGrpSpPr>
          <p:grpSpPr>
            <a:xfrm>
              <a:off x="3851198" y="2312521"/>
              <a:ext cx="44450" cy="2284429"/>
              <a:chOff x="3851198" y="2312521"/>
              <a:chExt cx="44450" cy="2284429"/>
            </a:xfrm>
            <a:solidFill>
              <a:srgbClr val="000000"/>
            </a:solidFill>
          </p:grpSpPr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5F27D0F7-A47F-AE64-4F6B-715142FF833B}"/>
                  </a:ext>
                </a:extLst>
              </p:cNvPr>
              <p:cNvSpPr/>
              <p:nvPr/>
            </p:nvSpPr>
            <p:spPr>
              <a:xfrm>
                <a:off x="3851198" y="4584260"/>
                <a:ext cx="44450" cy="12690"/>
              </a:xfrm>
              <a:custGeom>
                <a:avLst/>
                <a:gdLst>
                  <a:gd name="connsiteX0" fmla="*/ 44508 w 44450"/>
                  <a:gd name="connsiteY0" fmla="*/ 264 h 12690"/>
                  <a:gd name="connsiteX1" fmla="*/ 58 w 44450"/>
                  <a:gd name="connsiteY1" fmla="*/ 26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64"/>
                    </a:moveTo>
                    <a:lnTo>
                      <a:pt x="58" y="26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234BC44C-48B8-6B8C-384F-FA84095BA375}"/>
                  </a:ext>
                </a:extLst>
              </p:cNvPr>
              <p:cNvSpPr/>
              <p:nvPr/>
            </p:nvSpPr>
            <p:spPr>
              <a:xfrm>
                <a:off x="3851198" y="4016325"/>
                <a:ext cx="44450" cy="12690"/>
              </a:xfrm>
              <a:custGeom>
                <a:avLst/>
                <a:gdLst>
                  <a:gd name="connsiteX0" fmla="*/ 44508 w 44450"/>
                  <a:gd name="connsiteY0" fmla="*/ 219 h 12690"/>
                  <a:gd name="connsiteX1" fmla="*/ 58 w 44450"/>
                  <a:gd name="connsiteY1" fmla="*/ 21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19"/>
                    </a:moveTo>
                    <a:lnTo>
                      <a:pt x="58" y="219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EA47B8CB-9F9C-13A9-9470-C135EF6BF73C}"/>
                  </a:ext>
                </a:extLst>
              </p:cNvPr>
              <p:cNvSpPr/>
              <p:nvPr/>
            </p:nvSpPr>
            <p:spPr>
              <a:xfrm>
                <a:off x="3851198" y="3448391"/>
                <a:ext cx="44450" cy="12690"/>
              </a:xfrm>
              <a:custGeom>
                <a:avLst/>
                <a:gdLst>
                  <a:gd name="connsiteX0" fmla="*/ 44508 w 44450"/>
                  <a:gd name="connsiteY0" fmla="*/ 175 h 12690"/>
                  <a:gd name="connsiteX1" fmla="*/ 58 w 44450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E4F026F9-B8B2-1EFC-375C-C09059FAC9C9}"/>
                  </a:ext>
                </a:extLst>
              </p:cNvPr>
              <p:cNvSpPr/>
              <p:nvPr/>
            </p:nvSpPr>
            <p:spPr>
              <a:xfrm>
                <a:off x="3851198" y="2880456"/>
                <a:ext cx="44450" cy="12690"/>
              </a:xfrm>
              <a:custGeom>
                <a:avLst/>
                <a:gdLst>
                  <a:gd name="connsiteX0" fmla="*/ 44508 w 44450"/>
                  <a:gd name="connsiteY0" fmla="*/ 130 h 12690"/>
                  <a:gd name="connsiteX1" fmla="*/ 58 w 44450"/>
                  <a:gd name="connsiteY1" fmla="*/ 13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30"/>
                    </a:moveTo>
                    <a:lnTo>
                      <a:pt x="58" y="130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8B1C252D-1E84-A8A6-1198-B95C06CD558E}"/>
                  </a:ext>
                </a:extLst>
              </p:cNvPr>
              <p:cNvSpPr/>
              <p:nvPr/>
            </p:nvSpPr>
            <p:spPr>
              <a:xfrm>
                <a:off x="3851198" y="2312521"/>
                <a:ext cx="44450" cy="12690"/>
              </a:xfrm>
              <a:custGeom>
                <a:avLst/>
                <a:gdLst>
                  <a:gd name="connsiteX0" fmla="*/ 44508 w 44450"/>
                  <a:gd name="connsiteY0" fmla="*/ 85 h 12690"/>
                  <a:gd name="connsiteX1" fmla="*/ 58 w 44450"/>
                  <a:gd name="connsiteY1" fmla="*/ 8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85"/>
                    </a:moveTo>
                    <a:lnTo>
                      <a:pt x="58" y="8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B3A14F2C-E937-78B6-22C8-9DAB5891B996}"/>
                </a:ext>
              </a:extLst>
            </p:cNvPr>
            <p:cNvSpPr/>
            <p:nvPr/>
          </p:nvSpPr>
          <p:spPr>
            <a:xfrm>
              <a:off x="3895648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0FCCB05D-D4B0-375C-5E7C-A78F070EAF6F}"/>
                </a:ext>
              </a:extLst>
            </p:cNvPr>
            <p:cNvSpPr/>
            <p:nvPr/>
          </p:nvSpPr>
          <p:spPr>
            <a:xfrm>
              <a:off x="8442411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52832C5A-4C56-1EC8-237F-0AE648DE5CE7}"/>
                </a:ext>
              </a:extLst>
            </p:cNvPr>
            <p:cNvSpPr/>
            <p:nvPr/>
          </p:nvSpPr>
          <p:spPr>
            <a:xfrm>
              <a:off x="3895648" y="4868227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2B878013-61CF-B778-EDC3-46CF8D46A21E}"/>
                </a:ext>
              </a:extLst>
            </p:cNvPr>
            <p:cNvSpPr/>
            <p:nvPr/>
          </p:nvSpPr>
          <p:spPr>
            <a:xfrm>
              <a:off x="3895648" y="202855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303" name="Graphic 299">
            <a:extLst>
              <a:ext uri="{FF2B5EF4-FFF2-40B4-BE49-F238E27FC236}">
                <a16:creationId xmlns:a16="http://schemas.microsoft.com/office/drawing/2014/main" id="{96419200-C6E5-A561-667E-92C7D5602629}"/>
              </a:ext>
            </a:extLst>
          </p:cNvPr>
          <p:cNvGrpSpPr/>
          <p:nvPr/>
        </p:nvGrpSpPr>
        <p:grpSpPr>
          <a:xfrm>
            <a:off x="5313204" y="3468910"/>
            <a:ext cx="4607366" cy="3027277"/>
            <a:chOff x="3851198" y="2028021"/>
            <a:chExt cx="4607366" cy="3027277"/>
          </a:xfrm>
        </p:grpSpPr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8CB6A7CF-4ED3-F2F4-2C5A-B8F6DEFB1C26}"/>
                </a:ext>
              </a:extLst>
            </p:cNvPr>
            <p:cNvSpPr/>
            <p:nvPr/>
          </p:nvSpPr>
          <p:spPr>
            <a:xfrm>
              <a:off x="3895648" y="2028554"/>
              <a:ext cx="4546762" cy="2839673"/>
            </a:xfrm>
            <a:custGeom>
              <a:avLst/>
              <a:gdLst>
                <a:gd name="connsiteX0" fmla="*/ 0 w 4546762"/>
                <a:gd name="connsiteY0" fmla="*/ 2839674 h 2839673"/>
                <a:gd name="connsiteX1" fmla="*/ 4546763 w 4546762"/>
                <a:gd name="connsiteY1" fmla="*/ 2839674 h 2839673"/>
                <a:gd name="connsiteX2" fmla="*/ 4546763 w 4546762"/>
                <a:gd name="connsiteY2" fmla="*/ 0 h 2839673"/>
                <a:gd name="connsiteX3" fmla="*/ 0 w 4546762"/>
                <a:gd name="connsiteY3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762" h="2839673">
                  <a:moveTo>
                    <a:pt x="0" y="2839674"/>
                  </a:moveTo>
                  <a:lnTo>
                    <a:pt x="4546763" y="2839674"/>
                  </a:lnTo>
                  <a:lnTo>
                    <a:pt x="4546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305" name="Picture 304">
              <a:extLst>
                <a:ext uri="{FF2B5EF4-FFF2-40B4-BE49-F238E27FC236}">
                  <a16:creationId xmlns:a16="http://schemas.microsoft.com/office/drawing/2014/main" id="{128A967E-D45D-6E6E-1D8B-5839129358B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 flipV="1">
              <a:off x="3895648" y="2028021"/>
              <a:ext cx="4546854" cy="2840206"/>
            </a:xfrm>
            <a:custGeom>
              <a:avLst/>
              <a:gdLst>
                <a:gd name="connsiteX0" fmla="*/ 0 w 4546854"/>
                <a:gd name="connsiteY0" fmla="*/ 125 h 2840206"/>
                <a:gd name="connsiteX1" fmla="*/ 4546854 w 4546854"/>
                <a:gd name="connsiteY1" fmla="*/ 125 h 2840206"/>
                <a:gd name="connsiteX2" fmla="*/ 4546854 w 4546854"/>
                <a:gd name="connsiteY2" fmla="*/ 2840332 h 2840206"/>
                <a:gd name="connsiteX3" fmla="*/ 0 w 4546854"/>
                <a:gd name="connsiteY3" fmla="*/ 2840332 h 284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854" h="2840206">
                  <a:moveTo>
                    <a:pt x="0" y="125"/>
                  </a:moveTo>
                  <a:lnTo>
                    <a:pt x="4546854" y="125"/>
                  </a:lnTo>
                  <a:lnTo>
                    <a:pt x="4546854" y="2840332"/>
                  </a:lnTo>
                  <a:lnTo>
                    <a:pt x="0" y="2840332"/>
                  </a:lnTo>
                  <a:close/>
                </a:path>
              </a:pathLst>
            </a:custGeom>
          </p:spPr>
        </p:pic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EFD912FE-747C-6FAD-F6DA-09DA50BCD420}"/>
                </a:ext>
              </a:extLst>
            </p:cNvPr>
            <p:cNvSpPr/>
            <p:nvPr/>
          </p:nvSpPr>
          <p:spPr>
            <a:xfrm>
              <a:off x="6647246" y="3403658"/>
              <a:ext cx="283922" cy="115604"/>
            </a:xfrm>
            <a:custGeom>
              <a:avLst/>
              <a:gdLst>
                <a:gd name="connsiteX0" fmla="*/ 283922 w 283922"/>
                <a:gd name="connsiteY0" fmla="*/ 6419 h 115604"/>
                <a:gd name="connsiteX1" fmla="*/ 281428 w 283922"/>
                <a:gd name="connsiteY1" fmla="*/ 115604 h 115604"/>
                <a:gd name="connsiteX2" fmla="*/ 0 w 283922"/>
                <a:gd name="connsiteY2" fmla="*/ 109185 h 115604"/>
                <a:gd name="connsiteX3" fmla="*/ 2494 w 283922"/>
                <a:gd name="connsiteY3" fmla="*/ 0 h 115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3922" h="115604">
                  <a:moveTo>
                    <a:pt x="283922" y="6419"/>
                  </a:moveTo>
                  <a:lnTo>
                    <a:pt x="281428" y="115604"/>
                  </a:lnTo>
                  <a:lnTo>
                    <a:pt x="0" y="109185"/>
                  </a:lnTo>
                  <a:lnTo>
                    <a:pt x="2494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3727D5D1-3BBB-8F48-1B06-9E5271465AEE}"/>
                </a:ext>
              </a:extLst>
            </p:cNvPr>
            <p:cNvSpPr/>
            <p:nvPr/>
          </p:nvSpPr>
          <p:spPr>
            <a:xfrm>
              <a:off x="6819410" y="3407585"/>
              <a:ext cx="110511" cy="109185"/>
            </a:xfrm>
            <a:custGeom>
              <a:avLst/>
              <a:gdLst>
                <a:gd name="connsiteX0" fmla="*/ 110511 w 110511"/>
                <a:gd name="connsiteY0" fmla="*/ 57085 h 109185"/>
                <a:gd name="connsiteX1" fmla="*/ 0 w 110511"/>
                <a:gd name="connsiteY1" fmla="*/ 109185 h 109185"/>
                <a:gd name="connsiteX2" fmla="*/ 2494 w 110511"/>
                <a:gd name="connsiteY2" fmla="*/ 0 h 10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511" h="109185">
                  <a:moveTo>
                    <a:pt x="110511" y="57085"/>
                  </a:moveTo>
                  <a:lnTo>
                    <a:pt x="0" y="109185"/>
                  </a:lnTo>
                  <a:lnTo>
                    <a:pt x="2494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308" name="Graphic 299">
              <a:extLst>
                <a:ext uri="{FF2B5EF4-FFF2-40B4-BE49-F238E27FC236}">
                  <a16:creationId xmlns:a16="http://schemas.microsoft.com/office/drawing/2014/main" id="{5ECF64AA-4B51-9767-B382-AFDAF1C41111}"/>
                </a:ext>
              </a:extLst>
            </p:cNvPr>
            <p:cNvGrpSpPr/>
            <p:nvPr/>
          </p:nvGrpSpPr>
          <p:grpSpPr>
            <a:xfrm>
              <a:off x="3890453" y="4868227"/>
              <a:ext cx="4568111" cy="187071"/>
              <a:chOff x="3890453" y="4868227"/>
              <a:chExt cx="4568111" cy="187071"/>
            </a:xfrm>
            <a:solidFill>
              <a:srgbClr val="000000"/>
            </a:solidFill>
          </p:grpSpPr>
          <p:grpSp>
            <p:nvGrpSpPr>
              <p:cNvPr id="309" name="Graphic 299">
                <a:extLst>
                  <a:ext uri="{FF2B5EF4-FFF2-40B4-BE49-F238E27FC236}">
                    <a16:creationId xmlns:a16="http://schemas.microsoft.com/office/drawing/2014/main" id="{2B5EFF64-6DFE-ED78-782F-7B44DCDB8590}"/>
                  </a:ext>
                </a:extLst>
              </p:cNvPr>
              <p:cNvGrpSpPr/>
              <p:nvPr/>
            </p:nvGrpSpPr>
            <p:grpSpPr>
              <a:xfrm>
                <a:off x="3890453" y="4868227"/>
                <a:ext cx="224170" cy="187071"/>
                <a:chOff x="3890453" y="4868227"/>
                <a:chExt cx="224170" cy="187071"/>
              </a:xfrm>
              <a:solidFill>
                <a:srgbClr val="000000"/>
              </a:solidFill>
            </p:grpSpPr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FF4D77D1-2452-8C26-C494-C9A469F20D5B}"/>
                    </a:ext>
                  </a:extLst>
                </p:cNvPr>
                <p:cNvSpPr/>
                <p:nvPr/>
              </p:nvSpPr>
              <p:spPr>
                <a:xfrm>
                  <a:off x="3895648" y="4868227"/>
                  <a:ext cx="12700" cy="44417"/>
                </a:xfrm>
                <a:custGeom>
                  <a:avLst/>
                  <a:gdLst>
                    <a:gd name="connsiteX0" fmla="*/ 58 w 12700"/>
                    <a:gd name="connsiteY0" fmla="*/ 286 h 44417"/>
                    <a:gd name="connsiteX1" fmla="*/ 58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58" y="286"/>
                      </a:moveTo>
                      <a:lnTo>
                        <a:pt x="58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11" name="Graphic 299">
                  <a:extLst>
                    <a:ext uri="{FF2B5EF4-FFF2-40B4-BE49-F238E27FC236}">
                      <a16:creationId xmlns:a16="http://schemas.microsoft.com/office/drawing/2014/main" id="{4BFD13F2-2442-C9EF-77F9-9377F27BD891}"/>
                    </a:ext>
                  </a:extLst>
                </p:cNvPr>
                <p:cNvGrpSpPr/>
                <p:nvPr/>
              </p:nvGrpSpPr>
              <p:grpSpPr>
                <a:xfrm>
                  <a:off x="3890453" y="4959304"/>
                  <a:ext cx="224170" cy="95994"/>
                  <a:chOff x="3890453" y="4959304"/>
                  <a:chExt cx="224170" cy="95994"/>
                </a:xfrm>
                <a:solidFill>
                  <a:srgbClr val="000000"/>
                </a:solidFill>
              </p:grpSpPr>
              <p:sp>
                <p:nvSpPr>
                  <p:cNvPr id="312" name="Freeform: Shape 311">
                    <a:extLst>
                      <a:ext uri="{FF2B5EF4-FFF2-40B4-BE49-F238E27FC236}">
                        <a16:creationId xmlns:a16="http://schemas.microsoft.com/office/drawing/2014/main" id="{8BEA9A70-D588-373E-32F1-7A893F33F8EF}"/>
                      </a:ext>
                    </a:extLst>
                  </p:cNvPr>
                  <p:cNvSpPr/>
                  <p:nvPr/>
                </p:nvSpPr>
                <p:spPr>
                  <a:xfrm flipV="1">
                    <a:off x="3890453" y="4960969"/>
                    <a:ext cx="59908" cy="94328"/>
                  </a:xfrm>
                  <a:custGeom>
                    <a:avLst/>
                    <a:gdLst>
                      <a:gd name="connsiteX0" fmla="*/ 1957 w 59908"/>
                      <a:gd name="connsiteY0" fmla="*/ 92338 h 94328"/>
                      <a:gd name="connsiteX1" fmla="*/ 51130 w 59908"/>
                      <a:gd name="connsiteY1" fmla="*/ 92338 h 94328"/>
                      <a:gd name="connsiteX2" fmla="*/ 51130 w 59908"/>
                      <a:gd name="connsiteY2" fmla="*/ 81789 h 94328"/>
                      <a:gd name="connsiteX3" fmla="*/ 13427 w 59908"/>
                      <a:gd name="connsiteY3" fmla="*/ 81789 h 94328"/>
                      <a:gd name="connsiteX4" fmla="*/ 13427 w 59908"/>
                      <a:gd name="connsiteY4" fmla="*/ 59124 h 94328"/>
                      <a:gd name="connsiteX5" fmla="*/ 18864 w 59908"/>
                      <a:gd name="connsiteY5" fmla="*/ 60512 h 94328"/>
                      <a:gd name="connsiteX6" fmla="*/ 24341 w 59908"/>
                      <a:gd name="connsiteY6" fmla="*/ 60968 h 94328"/>
                      <a:gd name="connsiteX7" fmla="*/ 48888 w 59908"/>
                      <a:gd name="connsiteY7" fmla="*/ 52481 h 94328"/>
                      <a:gd name="connsiteX8" fmla="*/ 57956 w 59908"/>
                      <a:gd name="connsiteY8" fmla="*/ 29499 h 94328"/>
                      <a:gd name="connsiteX9" fmla="*/ 48649 w 59908"/>
                      <a:gd name="connsiteY9" fmla="*/ 6279 h 94328"/>
                      <a:gd name="connsiteX10" fmla="*/ 22416 w 59908"/>
                      <a:gd name="connsiteY10" fmla="*/ -1990 h 94328"/>
                      <a:gd name="connsiteX11" fmla="*/ 10530 w 59908"/>
                      <a:gd name="connsiteY11" fmla="*/ -999 h 94328"/>
                      <a:gd name="connsiteX12" fmla="*/ -1952 w 59908"/>
                      <a:gd name="connsiteY12" fmla="*/ 1976 h 94328"/>
                      <a:gd name="connsiteX13" fmla="*/ -1952 w 59908"/>
                      <a:gd name="connsiteY13" fmla="*/ 14567 h 94328"/>
                      <a:gd name="connsiteX14" fmla="*/ 9577 w 59908"/>
                      <a:gd name="connsiteY14" fmla="*/ 10046 h 94328"/>
                      <a:gd name="connsiteX15" fmla="*/ 22158 w 59908"/>
                      <a:gd name="connsiteY15" fmla="*/ 8559 h 94328"/>
                      <a:gd name="connsiteX16" fmla="*/ 39144 w 59908"/>
                      <a:gd name="connsiteY16" fmla="*/ 14191 h 94328"/>
                      <a:gd name="connsiteX17" fmla="*/ 45415 w 59908"/>
                      <a:gd name="connsiteY17" fmla="*/ 29499 h 94328"/>
                      <a:gd name="connsiteX18" fmla="*/ 39144 w 59908"/>
                      <a:gd name="connsiteY18" fmla="*/ 44788 h 94328"/>
                      <a:gd name="connsiteX19" fmla="*/ 22158 w 59908"/>
                      <a:gd name="connsiteY19" fmla="*/ 50439 h 94328"/>
                      <a:gd name="connsiteX20" fmla="*/ 12137 w 59908"/>
                      <a:gd name="connsiteY20" fmla="*/ 49328 h 94328"/>
                      <a:gd name="connsiteX21" fmla="*/ 1957 w 59908"/>
                      <a:gd name="connsiteY21" fmla="*/ 45858 h 94328"/>
                      <a:gd name="connsiteX22" fmla="*/ 195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57" y="92338"/>
                        </a:moveTo>
                        <a:lnTo>
                          <a:pt x="51130" y="92338"/>
                        </a:lnTo>
                        <a:lnTo>
                          <a:pt x="51130" y="81789"/>
                        </a:lnTo>
                        <a:lnTo>
                          <a:pt x="13427" y="81789"/>
                        </a:lnTo>
                        <a:lnTo>
                          <a:pt x="13427" y="59124"/>
                        </a:lnTo>
                        <a:cubicBezTo>
                          <a:pt x="15239" y="59746"/>
                          <a:pt x="17052" y="60208"/>
                          <a:pt x="18864" y="60512"/>
                        </a:cubicBezTo>
                        <a:cubicBezTo>
                          <a:pt x="20690" y="60816"/>
                          <a:pt x="22515" y="60968"/>
                          <a:pt x="24341" y="60968"/>
                        </a:cubicBezTo>
                        <a:cubicBezTo>
                          <a:pt x="34673" y="60968"/>
                          <a:pt x="42855" y="58139"/>
                          <a:pt x="48888" y="52481"/>
                        </a:cubicBezTo>
                        <a:cubicBezTo>
                          <a:pt x="54933" y="46823"/>
                          <a:pt x="57956" y="39163"/>
                          <a:pt x="57956" y="29499"/>
                        </a:cubicBezTo>
                        <a:cubicBezTo>
                          <a:pt x="57956" y="19545"/>
                          <a:pt x="54854" y="11805"/>
                          <a:pt x="48649" y="6279"/>
                        </a:cubicBezTo>
                        <a:cubicBezTo>
                          <a:pt x="42445" y="766"/>
                          <a:pt x="33700" y="-1990"/>
                          <a:pt x="22416" y="-1990"/>
                        </a:cubicBezTo>
                        <a:cubicBezTo>
                          <a:pt x="18527" y="-1990"/>
                          <a:pt x="14564" y="-1660"/>
                          <a:pt x="10530" y="-999"/>
                        </a:cubicBezTo>
                        <a:cubicBezTo>
                          <a:pt x="6508" y="-338"/>
                          <a:pt x="2347" y="654"/>
                          <a:pt x="-1952" y="1976"/>
                        </a:cubicBezTo>
                        <a:lnTo>
                          <a:pt x="-1952" y="14567"/>
                        </a:lnTo>
                        <a:cubicBezTo>
                          <a:pt x="1765" y="12545"/>
                          <a:pt x="5608" y="11038"/>
                          <a:pt x="9577" y="10046"/>
                        </a:cubicBezTo>
                        <a:cubicBezTo>
                          <a:pt x="13546" y="9055"/>
                          <a:pt x="17739" y="8559"/>
                          <a:pt x="22158" y="8559"/>
                        </a:cubicBezTo>
                        <a:cubicBezTo>
                          <a:pt x="29315" y="8559"/>
                          <a:pt x="34977" y="10436"/>
                          <a:pt x="39144" y="14191"/>
                        </a:cubicBezTo>
                        <a:cubicBezTo>
                          <a:pt x="43325" y="17945"/>
                          <a:pt x="45415" y="23048"/>
                          <a:pt x="45415" y="29499"/>
                        </a:cubicBezTo>
                        <a:cubicBezTo>
                          <a:pt x="45415" y="35937"/>
                          <a:pt x="43325" y="41033"/>
                          <a:pt x="39144" y="44788"/>
                        </a:cubicBezTo>
                        <a:cubicBezTo>
                          <a:pt x="34977" y="48555"/>
                          <a:pt x="29315" y="50439"/>
                          <a:pt x="22158" y="50439"/>
                        </a:cubicBezTo>
                        <a:cubicBezTo>
                          <a:pt x="18811" y="50439"/>
                          <a:pt x="15471" y="50069"/>
                          <a:pt x="12137" y="49328"/>
                        </a:cubicBezTo>
                        <a:cubicBezTo>
                          <a:pt x="8816" y="48588"/>
                          <a:pt x="5423" y="47431"/>
                          <a:pt x="1957" y="45858"/>
                        </a:cubicBezTo>
                        <a:lnTo>
                          <a:pt x="195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13" name="Freeform: Shape 312">
                    <a:extLst>
                      <a:ext uri="{FF2B5EF4-FFF2-40B4-BE49-F238E27FC236}">
                        <a16:creationId xmlns:a16="http://schemas.microsoft.com/office/drawing/2014/main" id="{F80F959D-28C3-2813-36B2-2BCCC24F8765}"/>
                      </a:ext>
                    </a:extLst>
                  </p:cNvPr>
                  <p:cNvSpPr/>
                  <p:nvPr/>
                </p:nvSpPr>
                <p:spPr>
                  <a:xfrm flipV="1">
                    <a:off x="3969826" y="4959304"/>
                    <a:ext cx="63996" cy="95994"/>
                  </a:xfrm>
                  <a:custGeom>
                    <a:avLst/>
                    <a:gdLst>
                      <a:gd name="connsiteX0" fmla="*/ 30011 w 63996"/>
                      <a:gd name="connsiteY0" fmla="*/ 84047 h 95994"/>
                      <a:gd name="connsiteX1" fmla="*/ 15466 w 63996"/>
                      <a:gd name="connsiteY1" fmla="*/ 74529 h 95994"/>
                      <a:gd name="connsiteX2" fmla="*/ 10604 w 63996"/>
                      <a:gd name="connsiteY2" fmla="*/ 45935 h 95994"/>
                      <a:gd name="connsiteX3" fmla="*/ 15466 w 63996"/>
                      <a:gd name="connsiteY3" fmla="*/ 17401 h 95994"/>
                      <a:gd name="connsiteX4" fmla="*/ 30011 w 63996"/>
                      <a:gd name="connsiteY4" fmla="*/ 7883 h 95994"/>
                      <a:gd name="connsiteX5" fmla="*/ 44616 w 63996"/>
                      <a:gd name="connsiteY5" fmla="*/ 17401 h 95994"/>
                      <a:gd name="connsiteX6" fmla="*/ 49498 w 63996"/>
                      <a:gd name="connsiteY6" fmla="*/ 45935 h 95994"/>
                      <a:gd name="connsiteX7" fmla="*/ 44616 w 63996"/>
                      <a:gd name="connsiteY7" fmla="*/ 74529 h 95994"/>
                      <a:gd name="connsiteX8" fmla="*/ 30011 w 63996"/>
                      <a:gd name="connsiteY8" fmla="*/ 84047 h 95994"/>
                      <a:gd name="connsiteX9" fmla="*/ 30011 w 63996"/>
                      <a:gd name="connsiteY9" fmla="*/ 93962 h 95994"/>
                      <a:gd name="connsiteX10" fmla="*/ 53804 w 63996"/>
                      <a:gd name="connsiteY10" fmla="*/ 81648 h 95994"/>
                      <a:gd name="connsiteX11" fmla="*/ 62019 w 63996"/>
                      <a:gd name="connsiteY11" fmla="*/ 45935 h 95994"/>
                      <a:gd name="connsiteX12" fmla="*/ 53804 w 63996"/>
                      <a:gd name="connsiteY12" fmla="*/ 10262 h 95994"/>
                      <a:gd name="connsiteX13" fmla="*/ 30011 w 63996"/>
                      <a:gd name="connsiteY13" fmla="*/ -2032 h 95994"/>
                      <a:gd name="connsiteX14" fmla="*/ 6239 w 63996"/>
                      <a:gd name="connsiteY14" fmla="*/ 10262 h 95994"/>
                      <a:gd name="connsiteX15" fmla="*/ -1977 w 63996"/>
                      <a:gd name="connsiteY15" fmla="*/ 45935 h 95994"/>
                      <a:gd name="connsiteX16" fmla="*/ 6239 w 63996"/>
                      <a:gd name="connsiteY16" fmla="*/ 81648 h 95994"/>
                      <a:gd name="connsiteX17" fmla="*/ 3001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1" y="84047"/>
                        </a:moveTo>
                        <a:cubicBezTo>
                          <a:pt x="23569" y="84047"/>
                          <a:pt x="18720" y="80875"/>
                          <a:pt x="15466" y="74529"/>
                        </a:cubicBezTo>
                        <a:cubicBezTo>
                          <a:pt x="12225" y="68197"/>
                          <a:pt x="10604" y="58666"/>
                          <a:pt x="10604" y="45935"/>
                        </a:cubicBezTo>
                        <a:cubicBezTo>
                          <a:pt x="10604" y="33258"/>
                          <a:pt x="12225" y="23746"/>
                          <a:pt x="15466" y="17401"/>
                        </a:cubicBezTo>
                        <a:cubicBezTo>
                          <a:pt x="18720" y="11055"/>
                          <a:pt x="23569" y="7883"/>
                          <a:pt x="30011" y="7883"/>
                        </a:cubicBezTo>
                        <a:cubicBezTo>
                          <a:pt x="36507" y="7883"/>
                          <a:pt x="41375" y="11055"/>
                          <a:pt x="44616" y="17401"/>
                        </a:cubicBezTo>
                        <a:cubicBezTo>
                          <a:pt x="47871" y="23746"/>
                          <a:pt x="49498" y="33258"/>
                          <a:pt x="49498" y="45935"/>
                        </a:cubicBezTo>
                        <a:cubicBezTo>
                          <a:pt x="49498" y="58666"/>
                          <a:pt x="47871" y="68197"/>
                          <a:pt x="44616" y="74529"/>
                        </a:cubicBezTo>
                        <a:cubicBezTo>
                          <a:pt x="41375" y="80875"/>
                          <a:pt x="36507" y="84047"/>
                          <a:pt x="30011" y="84047"/>
                        </a:cubicBezTo>
                        <a:close/>
                        <a:moveTo>
                          <a:pt x="30011" y="93962"/>
                        </a:moveTo>
                        <a:cubicBezTo>
                          <a:pt x="40396" y="93962"/>
                          <a:pt x="48327" y="89857"/>
                          <a:pt x="53804" y="81648"/>
                        </a:cubicBezTo>
                        <a:cubicBezTo>
                          <a:pt x="59281" y="73452"/>
                          <a:pt x="62019" y="61548"/>
                          <a:pt x="62019" y="45935"/>
                        </a:cubicBezTo>
                        <a:cubicBezTo>
                          <a:pt x="62019" y="30363"/>
                          <a:pt x="59281" y="18471"/>
                          <a:pt x="53804" y="10262"/>
                        </a:cubicBezTo>
                        <a:cubicBezTo>
                          <a:pt x="48327" y="2066"/>
                          <a:pt x="40396" y="-2032"/>
                          <a:pt x="30011" y="-2032"/>
                        </a:cubicBezTo>
                        <a:cubicBezTo>
                          <a:pt x="19640" y="-2032"/>
                          <a:pt x="11715" y="2066"/>
                          <a:pt x="6239" y="10262"/>
                        </a:cubicBezTo>
                        <a:cubicBezTo>
                          <a:pt x="762" y="18471"/>
                          <a:pt x="-1977" y="30363"/>
                          <a:pt x="-1977" y="45935"/>
                        </a:cubicBezTo>
                        <a:cubicBezTo>
                          <a:pt x="-1977" y="61548"/>
                          <a:pt x="762" y="73452"/>
                          <a:pt x="6239" y="81648"/>
                        </a:cubicBezTo>
                        <a:cubicBezTo>
                          <a:pt x="11715" y="89857"/>
                          <a:pt x="19640" y="93962"/>
                          <a:pt x="3001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14" name="Freeform: Shape 313">
                    <a:extLst>
                      <a:ext uri="{FF2B5EF4-FFF2-40B4-BE49-F238E27FC236}">
                        <a16:creationId xmlns:a16="http://schemas.microsoft.com/office/drawing/2014/main" id="{7B486684-4CF0-8E2B-4EE1-6DA0C5FA802C}"/>
                      </a:ext>
                    </a:extLst>
                  </p:cNvPr>
                  <p:cNvSpPr/>
                  <p:nvPr/>
                </p:nvSpPr>
                <p:spPr>
                  <a:xfrm flipV="1">
                    <a:off x="4050627" y="4959304"/>
                    <a:ext cx="63996" cy="95994"/>
                  </a:xfrm>
                  <a:custGeom>
                    <a:avLst/>
                    <a:gdLst>
                      <a:gd name="connsiteX0" fmla="*/ 30018 w 63996"/>
                      <a:gd name="connsiteY0" fmla="*/ 84047 h 95994"/>
                      <a:gd name="connsiteX1" fmla="*/ 15472 w 63996"/>
                      <a:gd name="connsiteY1" fmla="*/ 74529 h 95994"/>
                      <a:gd name="connsiteX2" fmla="*/ 10611 w 63996"/>
                      <a:gd name="connsiteY2" fmla="*/ 45935 h 95994"/>
                      <a:gd name="connsiteX3" fmla="*/ 15472 w 63996"/>
                      <a:gd name="connsiteY3" fmla="*/ 17401 h 95994"/>
                      <a:gd name="connsiteX4" fmla="*/ 30018 w 63996"/>
                      <a:gd name="connsiteY4" fmla="*/ 7883 h 95994"/>
                      <a:gd name="connsiteX5" fmla="*/ 44623 w 63996"/>
                      <a:gd name="connsiteY5" fmla="*/ 17401 h 95994"/>
                      <a:gd name="connsiteX6" fmla="*/ 49504 w 63996"/>
                      <a:gd name="connsiteY6" fmla="*/ 45935 h 95994"/>
                      <a:gd name="connsiteX7" fmla="*/ 44623 w 63996"/>
                      <a:gd name="connsiteY7" fmla="*/ 74529 h 95994"/>
                      <a:gd name="connsiteX8" fmla="*/ 30018 w 63996"/>
                      <a:gd name="connsiteY8" fmla="*/ 84047 h 95994"/>
                      <a:gd name="connsiteX9" fmla="*/ 30018 w 63996"/>
                      <a:gd name="connsiteY9" fmla="*/ 93962 h 95994"/>
                      <a:gd name="connsiteX10" fmla="*/ 53810 w 63996"/>
                      <a:gd name="connsiteY10" fmla="*/ 81648 h 95994"/>
                      <a:gd name="connsiteX11" fmla="*/ 62026 w 63996"/>
                      <a:gd name="connsiteY11" fmla="*/ 45935 h 95994"/>
                      <a:gd name="connsiteX12" fmla="*/ 53810 w 63996"/>
                      <a:gd name="connsiteY12" fmla="*/ 10262 h 95994"/>
                      <a:gd name="connsiteX13" fmla="*/ 30018 w 63996"/>
                      <a:gd name="connsiteY13" fmla="*/ -2032 h 95994"/>
                      <a:gd name="connsiteX14" fmla="*/ 6245 w 63996"/>
                      <a:gd name="connsiteY14" fmla="*/ 10262 h 95994"/>
                      <a:gd name="connsiteX15" fmla="*/ -1970 w 63996"/>
                      <a:gd name="connsiteY15" fmla="*/ 45935 h 95994"/>
                      <a:gd name="connsiteX16" fmla="*/ 6245 w 63996"/>
                      <a:gd name="connsiteY16" fmla="*/ 81648 h 95994"/>
                      <a:gd name="connsiteX17" fmla="*/ 30018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8" y="84047"/>
                        </a:moveTo>
                        <a:cubicBezTo>
                          <a:pt x="23575" y="84047"/>
                          <a:pt x="18727" y="80875"/>
                          <a:pt x="15472" y="74529"/>
                        </a:cubicBezTo>
                        <a:cubicBezTo>
                          <a:pt x="12231" y="68197"/>
                          <a:pt x="10611" y="58666"/>
                          <a:pt x="10611" y="45935"/>
                        </a:cubicBezTo>
                        <a:cubicBezTo>
                          <a:pt x="10611" y="33258"/>
                          <a:pt x="12231" y="23746"/>
                          <a:pt x="15472" y="17401"/>
                        </a:cubicBezTo>
                        <a:cubicBezTo>
                          <a:pt x="18727" y="11055"/>
                          <a:pt x="23575" y="7883"/>
                          <a:pt x="30018" y="7883"/>
                        </a:cubicBezTo>
                        <a:cubicBezTo>
                          <a:pt x="36513" y="7883"/>
                          <a:pt x="41382" y="11055"/>
                          <a:pt x="44623" y="17401"/>
                        </a:cubicBezTo>
                        <a:cubicBezTo>
                          <a:pt x="47877" y="23746"/>
                          <a:pt x="49504" y="33258"/>
                          <a:pt x="49504" y="45935"/>
                        </a:cubicBezTo>
                        <a:cubicBezTo>
                          <a:pt x="49504" y="58666"/>
                          <a:pt x="47877" y="68197"/>
                          <a:pt x="44623" y="74529"/>
                        </a:cubicBezTo>
                        <a:cubicBezTo>
                          <a:pt x="41382" y="80875"/>
                          <a:pt x="36513" y="84047"/>
                          <a:pt x="30018" y="84047"/>
                        </a:cubicBezTo>
                        <a:close/>
                        <a:moveTo>
                          <a:pt x="30018" y="93962"/>
                        </a:moveTo>
                        <a:cubicBezTo>
                          <a:pt x="40403" y="93962"/>
                          <a:pt x="48334" y="89857"/>
                          <a:pt x="53810" y="81648"/>
                        </a:cubicBezTo>
                        <a:cubicBezTo>
                          <a:pt x="59287" y="73452"/>
                          <a:pt x="62026" y="61548"/>
                          <a:pt x="62026" y="45935"/>
                        </a:cubicBezTo>
                        <a:cubicBezTo>
                          <a:pt x="62026" y="30363"/>
                          <a:pt x="59287" y="18471"/>
                          <a:pt x="53810" y="10262"/>
                        </a:cubicBezTo>
                        <a:cubicBezTo>
                          <a:pt x="48334" y="2066"/>
                          <a:pt x="40403" y="-2032"/>
                          <a:pt x="30018" y="-2032"/>
                        </a:cubicBezTo>
                        <a:cubicBezTo>
                          <a:pt x="19646" y="-2032"/>
                          <a:pt x="11722" y="2066"/>
                          <a:pt x="6245" y="10262"/>
                        </a:cubicBezTo>
                        <a:cubicBezTo>
                          <a:pt x="768" y="18471"/>
                          <a:pt x="-1970" y="30363"/>
                          <a:pt x="-1970" y="45935"/>
                        </a:cubicBezTo>
                        <a:cubicBezTo>
                          <a:pt x="-1970" y="61548"/>
                          <a:pt x="768" y="73452"/>
                          <a:pt x="6245" y="81648"/>
                        </a:cubicBezTo>
                        <a:cubicBezTo>
                          <a:pt x="11722" y="89857"/>
                          <a:pt x="19646" y="93962"/>
                          <a:pt x="30018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15" name="Graphic 299">
                <a:extLst>
                  <a:ext uri="{FF2B5EF4-FFF2-40B4-BE49-F238E27FC236}">
                    <a16:creationId xmlns:a16="http://schemas.microsoft.com/office/drawing/2014/main" id="{CE8D1D5E-8ABC-45EA-3D4B-F14665F2A7EA}"/>
                  </a:ext>
                </a:extLst>
              </p:cNvPr>
              <p:cNvGrpSpPr/>
              <p:nvPr/>
            </p:nvGrpSpPr>
            <p:grpSpPr>
              <a:xfrm>
                <a:off x="4352591" y="4868227"/>
                <a:ext cx="224169" cy="187070"/>
                <a:chOff x="435259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85DE7EB9-F749-991D-D0A9-F5FC2CD0A7AB}"/>
                    </a:ext>
                  </a:extLst>
                </p:cNvPr>
                <p:cNvSpPr/>
                <p:nvPr/>
              </p:nvSpPr>
              <p:spPr>
                <a:xfrm>
                  <a:off x="4463994" y="4868227"/>
                  <a:ext cx="12700" cy="44417"/>
                </a:xfrm>
                <a:custGeom>
                  <a:avLst/>
                  <a:gdLst>
                    <a:gd name="connsiteX0" fmla="*/ 102 w 12700"/>
                    <a:gd name="connsiteY0" fmla="*/ 286 h 44417"/>
                    <a:gd name="connsiteX1" fmla="*/ 10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02" y="286"/>
                      </a:moveTo>
                      <a:lnTo>
                        <a:pt x="10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17" name="Graphic 299">
                  <a:extLst>
                    <a:ext uri="{FF2B5EF4-FFF2-40B4-BE49-F238E27FC236}">
                      <a16:creationId xmlns:a16="http://schemas.microsoft.com/office/drawing/2014/main" id="{48CB437F-6E6F-CD93-FC13-6D352F90CAA1}"/>
                    </a:ext>
                  </a:extLst>
                </p:cNvPr>
                <p:cNvGrpSpPr/>
                <p:nvPr/>
              </p:nvGrpSpPr>
              <p:grpSpPr>
                <a:xfrm>
                  <a:off x="4352591" y="4959304"/>
                  <a:ext cx="224169" cy="95994"/>
                  <a:chOff x="435259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18" name="Freeform: Shape 317">
                    <a:extLst>
                      <a:ext uri="{FF2B5EF4-FFF2-40B4-BE49-F238E27FC236}">
                        <a16:creationId xmlns:a16="http://schemas.microsoft.com/office/drawing/2014/main" id="{7C6DDB94-A8BC-4328-E9DD-3BA106BB3449}"/>
                      </a:ext>
                    </a:extLst>
                  </p:cNvPr>
                  <p:cNvSpPr/>
                  <p:nvPr/>
                </p:nvSpPr>
                <p:spPr>
                  <a:xfrm flipV="1">
                    <a:off x="4352591" y="4960969"/>
                    <a:ext cx="59908" cy="94328"/>
                  </a:xfrm>
                  <a:custGeom>
                    <a:avLst/>
                    <a:gdLst>
                      <a:gd name="connsiteX0" fmla="*/ 2002 w 59908"/>
                      <a:gd name="connsiteY0" fmla="*/ 92338 h 94328"/>
                      <a:gd name="connsiteX1" fmla="*/ 51175 w 59908"/>
                      <a:gd name="connsiteY1" fmla="*/ 92338 h 94328"/>
                      <a:gd name="connsiteX2" fmla="*/ 51175 w 59908"/>
                      <a:gd name="connsiteY2" fmla="*/ 81789 h 94328"/>
                      <a:gd name="connsiteX3" fmla="*/ 13471 w 59908"/>
                      <a:gd name="connsiteY3" fmla="*/ 81789 h 94328"/>
                      <a:gd name="connsiteX4" fmla="*/ 13471 w 59908"/>
                      <a:gd name="connsiteY4" fmla="*/ 59124 h 94328"/>
                      <a:gd name="connsiteX5" fmla="*/ 18909 w 59908"/>
                      <a:gd name="connsiteY5" fmla="*/ 60512 h 94328"/>
                      <a:gd name="connsiteX6" fmla="*/ 24386 w 59908"/>
                      <a:gd name="connsiteY6" fmla="*/ 60968 h 94328"/>
                      <a:gd name="connsiteX7" fmla="*/ 48932 w 59908"/>
                      <a:gd name="connsiteY7" fmla="*/ 52481 h 94328"/>
                      <a:gd name="connsiteX8" fmla="*/ 58001 w 59908"/>
                      <a:gd name="connsiteY8" fmla="*/ 29499 h 94328"/>
                      <a:gd name="connsiteX9" fmla="*/ 48694 w 59908"/>
                      <a:gd name="connsiteY9" fmla="*/ 6279 h 94328"/>
                      <a:gd name="connsiteX10" fmla="*/ 22461 w 59908"/>
                      <a:gd name="connsiteY10" fmla="*/ -1990 h 94328"/>
                      <a:gd name="connsiteX11" fmla="*/ 10574 w 59908"/>
                      <a:gd name="connsiteY11" fmla="*/ -999 h 94328"/>
                      <a:gd name="connsiteX12" fmla="*/ -1907 w 59908"/>
                      <a:gd name="connsiteY12" fmla="*/ 1976 h 94328"/>
                      <a:gd name="connsiteX13" fmla="*/ -1907 w 59908"/>
                      <a:gd name="connsiteY13" fmla="*/ 14567 h 94328"/>
                      <a:gd name="connsiteX14" fmla="*/ 9622 w 59908"/>
                      <a:gd name="connsiteY14" fmla="*/ 10046 h 94328"/>
                      <a:gd name="connsiteX15" fmla="*/ 22203 w 59908"/>
                      <a:gd name="connsiteY15" fmla="*/ 8559 h 94328"/>
                      <a:gd name="connsiteX16" fmla="*/ 39189 w 59908"/>
                      <a:gd name="connsiteY16" fmla="*/ 14191 h 94328"/>
                      <a:gd name="connsiteX17" fmla="*/ 45460 w 59908"/>
                      <a:gd name="connsiteY17" fmla="*/ 29499 h 94328"/>
                      <a:gd name="connsiteX18" fmla="*/ 39189 w 59908"/>
                      <a:gd name="connsiteY18" fmla="*/ 44788 h 94328"/>
                      <a:gd name="connsiteX19" fmla="*/ 22203 w 59908"/>
                      <a:gd name="connsiteY19" fmla="*/ 50439 h 94328"/>
                      <a:gd name="connsiteX20" fmla="*/ 12182 w 59908"/>
                      <a:gd name="connsiteY20" fmla="*/ 49328 h 94328"/>
                      <a:gd name="connsiteX21" fmla="*/ 2002 w 59908"/>
                      <a:gd name="connsiteY21" fmla="*/ 45858 h 94328"/>
                      <a:gd name="connsiteX22" fmla="*/ 2002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02" y="92338"/>
                        </a:moveTo>
                        <a:lnTo>
                          <a:pt x="51175" y="92338"/>
                        </a:lnTo>
                        <a:lnTo>
                          <a:pt x="51175" y="81789"/>
                        </a:lnTo>
                        <a:lnTo>
                          <a:pt x="13471" y="81789"/>
                        </a:lnTo>
                        <a:lnTo>
                          <a:pt x="13471" y="59124"/>
                        </a:lnTo>
                        <a:cubicBezTo>
                          <a:pt x="15284" y="59746"/>
                          <a:pt x="17096" y="60208"/>
                          <a:pt x="18909" y="60512"/>
                        </a:cubicBezTo>
                        <a:cubicBezTo>
                          <a:pt x="20734" y="60816"/>
                          <a:pt x="22560" y="60968"/>
                          <a:pt x="24386" y="60968"/>
                        </a:cubicBezTo>
                        <a:cubicBezTo>
                          <a:pt x="34718" y="60968"/>
                          <a:pt x="42900" y="58139"/>
                          <a:pt x="48932" y="52481"/>
                        </a:cubicBezTo>
                        <a:cubicBezTo>
                          <a:pt x="54978" y="46823"/>
                          <a:pt x="58001" y="39163"/>
                          <a:pt x="58001" y="29499"/>
                        </a:cubicBezTo>
                        <a:cubicBezTo>
                          <a:pt x="58001" y="19545"/>
                          <a:pt x="54899" y="11805"/>
                          <a:pt x="48694" y="6279"/>
                        </a:cubicBezTo>
                        <a:cubicBezTo>
                          <a:pt x="42490" y="766"/>
                          <a:pt x="33745" y="-1990"/>
                          <a:pt x="22461" y="-1990"/>
                        </a:cubicBezTo>
                        <a:cubicBezTo>
                          <a:pt x="18571" y="-1990"/>
                          <a:pt x="14609" y="-1660"/>
                          <a:pt x="10574" y="-999"/>
                        </a:cubicBezTo>
                        <a:cubicBezTo>
                          <a:pt x="6553" y="-338"/>
                          <a:pt x="2392" y="654"/>
                          <a:pt x="-1907" y="1976"/>
                        </a:cubicBezTo>
                        <a:lnTo>
                          <a:pt x="-1907" y="14567"/>
                        </a:lnTo>
                        <a:cubicBezTo>
                          <a:pt x="1810" y="12545"/>
                          <a:pt x="5653" y="11038"/>
                          <a:pt x="9622" y="10046"/>
                        </a:cubicBezTo>
                        <a:cubicBezTo>
                          <a:pt x="13591" y="9055"/>
                          <a:pt x="17784" y="8559"/>
                          <a:pt x="22203" y="8559"/>
                        </a:cubicBezTo>
                        <a:cubicBezTo>
                          <a:pt x="29360" y="8559"/>
                          <a:pt x="35022" y="10436"/>
                          <a:pt x="39189" y="14191"/>
                        </a:cubicBezTo>
                        <a:cubicBezTo>
                          <a:pt x="43369" y="17945"/>
                          <a:pt x="45460" y="23048"/>
                          <a:pt x="45460" y="29499"/>
                        </a:cubicBezTo>
                        <a:cubicBezTo>
                          <a:pt x="45460" y="35937"/>
                          <a:pt x="43369" y="41033"/>
                          <a:pt x="39189" y="44788"/>
                        </a:cubicBezTo>
                        <a:cubicBezTo>
                          <a:pt x="35022" y="48555"/>
                          <a:pt x="29360" y="50439"/>
                          <a:pt x="22203" y="50439"/>
                        </a:cubicBezTo>
                        <a:cubicBezTo>
                          <a:pt x="18856" y="50439"/>
                          <a:pt x="15515" y="50069"/>
                          <a:pt x="12182" y="49328"/>
                        </a:cubicBezTo>
                        <a:cubicBezTo>
                          <a:pt x="8861" y="48588"/>
                          <a:pt x="5468" y="47431"/>
                          <a:pt x="2002" y="45858"/>
                        </a:cubicBezTo>
                        <a:lnTo>
                          <a:pt x="200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19" name="Freeform: Shape 318">
                    <a:extLst>
                      <a:ext uri="{FF2B5EF4-FFF2-40B4-BE49-F238E27FC236}">
                        <a16:creationId xmlns:a16="http://schemas.microsoft.com/office/drawing/2014/main" id="{C697CD54-65EA-E846-B66E-8B0A9C4B993B}"/>
                      </a:ext>
                    </a:extLst>
                  </p:cNvPr>
                  <p:cNvSpPr/>
                  <p:nvPr/>
                </p:nvSpPr>
                <p:spPr>
                  <a:xfrm flipV="1">
                    <a:off x="4437539" y="4960969"/>
                    <a:ext cx="55125" cy="92524"/>
                  </a:xfrm>
                  <a:custGeom>
                    <a:avLst/>
                    <a:gdLst>
                      <a:gd name="connsiteX0" fmla="*/ -184 w 55125"/>
                      <a:gd name="connsiteY0" fmla="*/ 8494 h 92524"/>
                      <a:gd name="connsiteX1" fmla="*/ 20275 w 55125"/>
                      <a:gd name="connsiteY1" fmla="*/ 8494 h 92524"/>
                      <a:gd name="connsiteX2" fmla="*/ 20275 w 55125"/>
                      <a:gd name="connsiteY2" fmla="*/ 79086 h 92524"/>
                      <a:gd name="connsiteX3" fmla="*/ -1989 w 55125"/>
                      <a:gd name="connsiteY3" fmla="*/ 74625 h 92524"/>
                      <a:gd name="connsiteX4" fmla="*/ -1989 w 55125"/>
                      <a:gd name="connsiteY4" fmla="*/ 86027 h 92524"/>
                      <a:gd name="connsiteX5" fmla="*/ 20156 w 55125"/>
                      <a:gd name="connsiteY5" fmla="*/ 90488 h 92524"/>
                      <a:gd name="connsiteX6" fmla="*/ 32678 w 55125"/>
                      <a:gd name="connsiteY6" fmla="*/ 90488 h 92524"/>
                      <a:gd name="connsiteX7" fmla="*/ 32678 w 55125"/>
                      <a:gd name="connsiteY7" fmla="*/ 8494 h 92524"/>
                      <a:gd name="connsiteX8" fmla="*/ 53137 w 55125"/>
                      <a:gd name="connsiteY8" fmla="*/ 8494 h 92524"/>
                      <a:gd name="connsiteX9" fmla="*/ 53137 w 55125"/>
                      <a:gd name="connsiteY9" fmla="*/ -2036 h 92524"/>
                      <a:gd name="connsiteX10" fmla="*/ -184 w 55125"/>
                      <a:gd name="connsiteY10" fmla="*/ -2036 h 92524"/>
                      <a:gd name="connsiteX11" fmla="*/ -184 w 55125"/>
                      <a:gd name="connsiteY11" fmla="*/ 8494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184" y="8494"/>
                        </a:moveTo>
                        <a:lnTo>
                          <a:pt x="20275" y="8494"/>
                        </a:lnTo>
                        <a:lnTo>
                          <a:pt x="20275" y="79086"/>
                        </a:lnTo>
                        <a:lnTo>
                          <a:pt x="-1989" y="74625"/>
                        </a:lnTo>
                        <a:lnTo>
                          <a:pt x="-1989" y="86027"/>
                        </a:lnTo>
                        <a:lnTo>
                          <a:pt x="20156" y="90488"/>
                        </a:lnTo>
                        <a:lnTo>
                          <a:pt x="32678" y="90488"/>
                        </a:lnTo>
                        <a:lnTo>
                          <a:pt x="32678" y="8494"/>
                        </a:lnTo>
                        <a:lnTo>
                          <a:pt x="53137" y="8494"/>
                        </a:lnTo>
                        <a:lnTo>
                          <a:pt x="53137" y="-2036"/>
                        </a:lnTo>
                        <a:lnTo>
                          <a:pt x="-184" y="-2036"/>
                        </a:lnTo>
                        <a:lnTo>
                          <a:pt x="-184" y="84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20" name="Freeform: Shape 319">
                    <a:extLst>
                      <a:ext uri="{FF2B5EF4-FFF2-40B4-BE49-F238E27FC236}">
                        <a16:creationId xmlns:a16="http://schemas.microsoft.com/office/drawing/2014/main" id="{6E5C26DE-417C-63AA-8D7B-526B17C970DA}"/>
                      </a:ext>
                    </a:extLst>
                  </p:cNvPr>
                  <p:cNvSpPr/>
                  <p:nvPr/>
                </p:nvSpPr>
                <p:spPr>
                  <a:xfrm flipV="1">
                    <a:off x="4512765" y="4959304"/>
                    <a:ext cx="63996" cy="95994"/>
                  </a:xfrm>
                  <a:custGeom>
                    <a:avLst/>
                    <a:gdLst>
                      <a:gd name="connsiteX0" fmla="*/ 30062 w 63996"/>
                      <a:gd name="connsiteY0" fmla="*/ 84047 h 95994"/>
                      <a:gd name="connsiteX1" fmla="*/ 15517 w 63996"/>
                      <a:gd name="connsiteY1" fmla="*/ 74529 h 95994"/>
                      <a:gd name="connsiteX2" fmla="*/ 10655 w 63996"/>
                      <a:gd name="connsiteY2" fmla="*/ 45935 h 95994"/>
                      <a:gd name="connsiteX3" fmla="*/ 15517 w 63996"/>
                      <a:gd name="connsiteY3" fmla="*/ 17401 h 95994"/>
                      <a:gd name="connsiteX4" fmla="*/ 30062 w 63996"/>
                      <a:gd name="connsiteY4" fmla="*/ 7883 h 95994"/>
                      <a:gd name="connsiteX5" fmla="*/ 44667 w 63996"/>
                      <a:gd name="connsiteY5" fmla="*/ 17401 h 95994"/>
                      <a:gd name="connsiteX6" fmla="*/ 49549 w 63996"/>
                      <a:gd name="connsiteY6" fmla="*/ 45935 h 95994"/>
                      <a:gd name="connsiteX7" fmla="*/ 44667 w 63996"/>
                      <a:gd name="connsiteY7" fmla="*/ 74529 h 95994"/>
                      <a:gd name="connsiteX8" fmla="*/ 30062 w 63996"/>
                      <a:gd name="connsiteY8" fmla="*/ 84047 h 95994"/>
                      <a:gd name="connsiteX9" fmla="*/ 30062 w 63996"/>
                      <a:gd name="connsiteY9" fmla="*/ 93962 h 95994"/>
                      <a:gd name="connsiteX10" fmla="*/ 53855 w 63996"/>
                      <a:gd name="connsiteY10" fmla="*/ 81648 h 95994"/>
                      <a:gd name="connsiteX11" fmla="*/ 62070 w 63996"/>
                      <a:gd name="connsiteY11" fmla="*/ 45935 h 95994"/>
                      <a:gd name="connsiteX12" fmla="*/ 53855 w 63996"/>
                      <a:gd name="connsiteY12" fmla="*/ 10262 h 95994"/>
                      <a:gd name="connsiteX13" fmla="*/ 30062 w 63996"/>
                      <a:gd name="connsiteY13" fmla="*/ -2032 h 95994"/>
                      <a:gd name="connsiteX14" fmla="*/ 6290 w 63996"/>
                      <a:gd name="connsiteY14" fmla="*/ 10262 h 95994"/>
                      <a:gd name="connsiteX15" fmla="*/ -1926 w 63996"/>
                      <a:gd name="connsiteY15" fmla="*/ 45935 h 95994"/>
                      <a:gd name="connsiteX16" fmla="*/ 6290 w 63996"/>
                      <a:gd name="connsiteY16" fmla="*/ 81648 h 95994"/>
                      <a:gd name="connsiteX17" fmla="*/ 3006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62" y="84047"/>
                        </a:moveTo>
                        <a:cubicBezTo>
                          <a:pt x="23620" y="84047"/>
                          <a:pt x="18771" y="80875"/>
                          <a:pt x="15517" y="74529"/>
                        </a:cubicBezTo>
                        <a:cubicBezTo>
                          <a:pt x="12276" y="68197"/>
                          <a:pt x="10655" y="58666"/>
                          <a:pt x="10655" y="45935"/>
                        </a:cubicBezTo>
                        <a:cubicBezTo>
                          <a:pt x="10655" y="33258"/>
                          <a:pt x="12276" y="23746"/>
                          <a:pt x="15517" y="17401"/>
                        </a:cubicBezTo>
                        <a:cubicBezTo>
                          <a:pt x="18771" y="11055"/>
                          <a:pt x="23620" y="7883"/>
                          <a:pt x="30062" y="7883"/>
                        </a:cubicBezTo>
                        <a:cubicBezTo>
                          <a:pt x="36558" y="7883"/>
                          <a:pt x="41426" y="11055"/>
                          <a:pt x="44667" y="17401"/>
                        </a:cubicBezTo>
                        <a:cubicBezTo>
                          <a:pt x="47922" y="23746"/>
                          <a:pt x="49549" y="33258"/>
                          <a:pt x="49549" y="45935"/>
                        </a:cubicBezTo>
                        <a:cubicBezTo>
                          <a:pt x="49549" y="58666"/>
                          <a:pt x="47922" y="68197"/>
                          <a:pt x="44667" y="74529"/>
                        </a:cubicBezTo>
                        <a:cubicBezTo>
                          <a:pt x="41426" y="80875"/>
                          <a:pt x="36558" y="84047"/>
                          <a:pt x="30062" y="84047"/>
                        </a:cubicBezTo>
                        <a:close/>
                        <a:moveTo>
                          <a:pt x="30062" y="93962"/>
                        </a:moveTo>
                        <a:cubicBezTo>
                          <a:pt x="40447" y="93962"/>
                          <a:pt x="48378" y="89857"/>
                          <a:pt x="53855" y="81648"/>
                        </a:cubicBezTo>
                        <a:cubicBezTo>
                          <a:pt x="59332" y="73452"/>
                          <a:pt x="62070" y="61548"/>
                          <a:pt x="62070" y="45935"/>
                        </a:cubicBezTo>
                        <a:cubicBezTo>
                          <a:pt x="62070" y="30363"/>
                          <a:pt x="59332" y="18471"/>
                          <a:pt x="53855" y="10262"/>
                        </a:cubicBezTo>
                        <a:cubicBezTo>
                          <a:pt x="48378" y="2066"/>
                          <a:pt x="40447" y="-2032"/>
                          <a:pt x="30062" y="-2032"/>
                        </a:cubicBezTo>
                        <a:cubicBezTo>
                          <a:pt x="19691" y="-2032"/>
                          <a:pt x="11767" y="2066"/>
                          <a:pt x="6290" y="10262"/>
                        </a:cubicBezTo>
                        <a:cubicBezTo>
                          <a:pt x="813" y="18471"/>
                          <a:pt x="-1926" y="30363"/>
                          <a:pt x="-1926" y="45935"/>
                        </a:cubicBezTo>
                        <a:cubicBezTo>
                          <a:pt x="-1926" y="61548"/>
                          <a:pt x="813" y="73452"/>
                          <a:pt x="6290" y="81648"/>
                        </a:cubicBezTo>
                        <a:cubicBezTo>
                          <a:pt x="11767" y="89857"/>
                          <a:pt x="19691" y="93962"/>
                          <a:pt x="3006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21" name="Graphic 299">
                <a:extLst>
                  <a:ext uri="{FF2B5EF4-FFF2-40B4-BE49-F238E27FC236}">
                    <a16:creationId xmlns:a16="http://schemas.microsoft.com/office/drawing/2014/main" id="{277910BE-56FF-6C9E-F0CD-31E39BBF30BC}"/>
                  </a:ext>
                </a:extLst>
              </p:cNvPr>
              <p:cNvGrpSpPr/>
              <p:nvPr/>
            </p:nvGrpSpPr>
            <p:grpSpPr>
              <a:xfrm>
                <a:off x="4920936" y="4868227"/>
                <a:ext cx="224169" cy="187070"/>
                <a:chOff x="4920936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177B2962-500B-DA0D-BABE-7E2E3021B6F9}"/>
                    </a:ext>
                  </a:extLst>
                </p:cNvPr>
                <p:cNvSpPr/>
                <p:nvPr/>
              </p:nvSpPr>
              <p:spPr>
                <a:xfrm>
                  <a:off x="5032339" y="4868227"/>
                  <a:ext cx="12700" cy="44417"/>
                </a:xfrm>
                <a:custGeom>
                  <a:avLst/>
                  <a:gdLst>
                    <a:gd name="connsiteX0" fmla="*/ 147 w 12700"/>
                    <a:gd name="connsiteY0" fmla="*/ 286 h 44417"/>
                    <a:gd name="connsiteX1" fmla="*/ 14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47" y="286"/>
                      </a:moveTo>
                      <a:lnTo>
                        <a:pt x="14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23" name="Graphic 299">
                  <a:extLst>
                    <a:ext uri="{FF2B5EF4-FFF2-40B4-BE49-F238E27FC236}">
                      <a16:creationId xmlns:a16="http://schemas.microsoft.com/office/drawing/2014/main" id="{DA2C89FF-FAB5-FE40-8D65-FFC05631405D}"/>
                    </a:ext>
                  </a:extLst>
                </p:cNvPr>
                <p:cNvGrpSpPr/>
                <p:nvPr/>
              </p:nvGrpSpPr>
              <p:grpSpPr>
                <a:xfrm>
                  <a:off x="4920936" y="4959304"/>
                  <a:ext cx="224169" cy="95994"/>
                  <a:chOff x="4920936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24" name="Freeform: Shape 323">
                    <a:extLst>
                      <a:ext uri="{FF2B5EF4-FFF2-40B4-BE49-F238E27FC236}">
                        <a16:creationId xmlns:a16="http://schemas.microsoft.com/office/drawing/2014/main" id="{993F4288-1CC0-E327-CA87-BAEB9D188B48}"/>
                      </a:ext>
                    </a:extLst>
                  </p:cNvPr>
                  <p:cNvSpPr/>
                  <p:nvPr/>
                </p:nvSpPr>
                <p:spPr>
                  <a:xfrm flipV="1">
                    <a:off x="4920936" y="4960969"/>
                    <a:ext cx="59908" cy="94328"/>
                  </a:xfrm>
                  <a:custGeom>
                    <a:avLst/>
                    <a:gdLst>
                      <a:gd name="connsiteX0" fmla="*/ 2047 w 59908"/>
                      <a:gd name="connsiteY0" fmla="*/ 92338 h 94328"/>
                      <a:gd name="connsiteX1" fmla="*/ 51219 w 59908"/>
                      <a:gd name="connsiteY1" fmla="*/ 92338 h 94328"/>
                      <a:gd name="connsiteX2" fmla="*/ 51219 w 59908"/>
                      <a:gd name="connsiteY2" fmla="*/ 81789 h 94328"/>
                      <a:gd name="connsiteX3" fmla="*/ 13516 w 59908"/>
                      <a:gd name="connsiteY3" fmla="*/ 81789 h 94328"/>
                      <a:gd name="connsiteX4" fmla="*/ 13516 w 59908"/>
                      <a:gd name="connsiteY4" fmla="*/ 59124 h 94328"/>
                      <a:gd name="connsiteX5" fmla="*/ 18953 w 59908"/>
                      <a:gd name="connsiteY5" fmla="*/ 60512 h 94328"/>
                      <a:gd name="connsiteX6" fmla="*/ 24430 w 59908"/>
                      <a:gd name="connsiteY6" fmla="*/ 60968 h 94328"/>
                      <a:gd name="connsiteX7" fmla="*/ 48977 w 59908"/>
                      <a:gd name="connsiteY7" fmla="*/ 52481 h 94328"/>
                      <a:gd name="connsiteX8" fmla="*/ 58046 w 59908"/>
                      <a:gd name="connsiteY8" fmla="*/ 29499 h 94328"/>
                      <a:gd name="connsiteX9" fmla="*/ 48739 w 59908"/>
                      <a:gd name="connsiteY9" fmla="*/ 6279 h 94328"/>
                      <a:gd name="connsiteX10" fmla="*/ 22505 w 59908"/>
                      <a:gd name="connsiteY10" fmla="*/ -1990 h 94328"/>
                      <a:gd name="connsiteX11" fmla="*/ 10619 w 59908"/>
                      <a:gd name="connsiteY11" fmla="*/ -999 h 94328"/>
                      <a:gd name="connsiteX12" fmla="*/ -1863 w 59908"/>
                      <a:gd name="connsiteY12" fmla="*/ 1976 h 94328"/>
                      <a:gd name="connsiteX13" fmla="*/ -1863 w 59908"/>
                      <a:gd name="connsiteY13" fmla="*/ 14567 h 94328"/>
                      <a:gd name="connsiteX14" fmla="*/ 9667 w 59908"/>
                      <a:gd name="connsiteY14" fmla="*/ 10046 h 94328"/>
                      <a:gd name="connsiteX15" fmla="*/ 22247 w 59908"/>
                      <a:gd name="connsiteY15" fmla="*/ 8559 h 94328"/>
                      <a:gd name="connsiteX16" fmla="*/ 39234 w 59908"/>
                      <a:gd name="connsiteY16" fmla="*/ 14191 h 94328"/>
                      <a:gd name="connsiteX17" fmla="*/ 45504 w 59908"/>
                      <a:gd name="connsiteY17" fmla="*/ 29499 h 94328"/>
                      <a:gd name="connsiteX18" fmla="*/ 39234 w 59908"/>
                      <a:gd name="connsiteY18" fmla="*/ 44788 h 94328"/>
                      <a:gd name="connsiteX19" fmla="*/ 22247 w 59908"/>
                      <a:gd name="connsiteY19" fmla="*/ 50439 h 94328"/>
                      <a:gd name="connsiteX20" fmla="*/ 12226 w 59908"/>
                      <a:gd name="connsiteY20" fmla="*/ 49328 h 94328"/>
                      <a:gd name="connsiteX21" fmla="*/ 2047 w 59908"/>
                      <a:gd name="connsiteY21" fmla="*/ 45858 h 94328"/>
                      <a:gd name="connsiteX22" fmla="*/ 204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47" y="92338"/>
                        </a:moveTo>
                        <a:lnTo>
                          <a:pt x="51219" y="92338"/>
                        </a:lnTo>
                        <a:lnTo>
                          <a:pt x="51219" y="81789"/>
                        </a:lnTo>
                        <a:lnTo>
                          <a:pt x="13516" y="81789"/>
                        </a:lnTo>
                        <a:lnTo>
                          <a:pt x="13516" y="59124"/>
                        </a:lnTo>
                        <a:cubicBezTo>
                          <a:pt x="15329" y="59746"/>
                          <a:pt x="17141" y="60208"/>
                          <a:pt x="18953" y="60512"/>
                        </a:cubicBezTo>
                        <a:cubicBezTo>
                          <a:pt x="20779" y="60816"/>
                          <a:pt x="22605" y="60968"/>
                          <a:pt x="24430" y="60968"/>
                        </a:cubicBezTo>
                        <a:cubicBezTo>
                          <a:pt x="34762" y="60968"/>
                          <a:pt x="42945" y="58139"/>
                          <a:pt x="48977" y="52481"/>
                        </a:cubicBezTo>
                        <a:cubicBezTo>
                          <a:pt x="55023" y="46823"/>
                          <a:pt x="58046" y="39163"/>
                          <a:pt x="58046" y="29499"/>
                        </a:cubicBezTo>
                        <a:cubicBezTo>
                          <a:pt x="58046" y="19545"/>
                          <a:pt x="54943" y="11805"/>
                          <a:pt x="48739" y="6279"/>
                        </a:cubicBezTo>
                        <a:cubicBezTo>
                          <a:pt x="42534" y="766"/>
                          <a:pt x="33790" y="-1990"/>
                          <a:pt x="22505" y="-1990"/>
                        </a:cubicBezTo>
                        <a:cubicBezTo>
                          <a:pt x="18616" y="-1990"/>
                          <a:pt x="14654" y="-1660"/>
                          <a:pt x="10619" y="-999"/>
                        </a:cubicBezTo>
                        <a:cubicBezTo>
                          <a:pt x="6597" y="-338"/>
                          <a:pt x="2437" y="654"/>
                          <a:pt x="-1863" y="1976"/>
                        </a:cubicBezTo>
                        <a:lnTo>
                          <a:pt x="-1863" y="14567"/>
                        </a:lnTo>
                        <a:cubicBezTo>
                          <a:pt x="1855" y="12545"/>
                          <a:pt x="5698" y="11038"/>
                          <a:pt x="9667" y="10046"/>
                        </a:cubicBezTo>
                        <a:cubicBezTo>
                          <a:pt x="13635" y="9055"/>
                          <a:pt x="17829" y="8559"/>
                          <a:pt x="22247" y="8559"/>
                        </a:cubicBezTo>
                        <a:cubicBezTo>
                          <a:pt x="29404" y="8559"/>
                          <a:pt x="35067" y="10436"/>
                          <a:pt x="39234" y="14191"/>
                        </a:cubicBezTo>
                        <a:cubicBezTo>
                          <a:pt x="43414" y="17945"/>
                          <a:pt x="45504" y="23048"/>
                          <a:pt x="45504" y="29499"/>
                        </a:cubicBezTo>
                        <a:cubicBezTo>
                          <a:pt x="45504" y="35937"/>
                          <a:pt x="43414" y="41033"/>
                          <a:pt x="39234" y="44788"/>
                        </a:cubicBezTo>
                        <a:cubicBezTo>
                          <a:pt x="35067" y="48555"/>
                          <a:pt x="29404" y="50439"/>
                          <a:pt x="22247" y="50439"/>
                        </a:cubicBezTo>
                        <a:cubicBezTo>
                          <a:pt x="18901" y="50439"/>
                          <a:pt x="15560" y="50069"/>
                          <a:pt x="12226" y="49328"/>
                        </a:cubicBezTo>
                        <a:cubicBezTo>
                          <a:pt x="8906" y="48588"/>
                          <a:pt x="5513" y="47431"/>
                          <a:pt x="2047" y="45858"/>
                        </a:cubicBezTo>
                        <a:lnTo>
                          <a:pt x="204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25" name="Freeform: Shape 324">
                    <a:extLst>
                      <a:ext uri="{FF2B5EF4-FFF2-40B4-BE49-F238E27FC236}">
                        <a16:creationId xmlns:a16="http://schemas.microsoft.com/office/drawing/2014/main" id="{80B096F0-2C45-C57E-E314-6F92A6280AE3}"/>
                      </a:ext>
                    </a:extLst>
                  </p:cNvPr>
                  <p:cNvSpPr/>
                  <p:nvPr/>
                </p:nvSpPr>
                <p:spPr>
                  <a:xfrm flipV="1">
                    <a:off x="5001241" y="4959304"/>
                    <a:ext cx="58777" cy="94189"/>
                  </a:xfrm>
                  <a:custGeom>
                    <a:avLst/>
                    <a:gdLst>
                      <a:gd name="connsiteX0" fmla="*/ 13259 w 58777"/>
                      <a:gd name="connsiteY0" fmla="*/ 8452 h 94189"/>
                      <a:gd name="connsiteX1" fmla="*/ 56974 w 58777"/>
                      <a:gd name="connsiteY1" fmla="*/ 8452 h 94189"/>
                      <a:gd name="connsiteX2" fmla="*/ 56974 w 58777"/>
                      <a:gd name="connsiteY2" fmla="*/ -2078 h 94189"/>
                      <a:gd name="connsiteX3" fmla="*/ -1803 w 58777"/>
                      <a:gd name="connsiteY3" fmla="*/ -2078 h 94189"/>
                      <a:gd name="connsiteX4" fmla="*/ -1803 w 58777"/>
                      <a:gd name="connsiteY4" fmla="*/ 8452 h 94189"/>
                      <a:gd name="connsiteX5" fmla="*/ 17624 w 58777"/>
                      <a:gd name="connsiteY5" fmla="*/ 28241 h 94189"/>
                      <a:gd name="connsiteX6" fmla="*/ 33102 w 58777"/>
                      <a:gd name="connsiteY6" fmla="*/ 44283 h 94189"/>
                      <a:gd name="connsiteX7" fmla="*/ 41496 w 58777"/>
                      <a:gd name="connsiteY7" fmla="*/ 55705 h 94189"/>
                      <a:gd name="connsiteX8" fmla="*/ 43897 w 58777"/>
                      <a:gd name="connsiteY8" fmla="*/ 64906 h 94189"/>
                      <a:gd name="connsiteX9" fmla="*/ 38718 w 58777"/>
                      <a:gd name="connsiteY9" fmla="*/ 76923 h 94189"/>
                      <a:gd name="connsiteX10" fmla="*/ 25224 w 58777"/>
                      <a:gd name="connsiteY10" fmla="*/ 81583 h 94189"/>
                      <a:gd name="connsiteX11" fmla="*/ 12782 w 58777"/>
                      <a:gd name="connsiteY11" fmla="*/ 79540 h 94189"/>
                      <a:gd name="connsiteX12" fmla="*/ -1188 w 58777"/>
                      <a:gd name="connsiteY12" fmla="*/ 73334 h 94189"/>
                      <a:gd name="connsiteX13" fmla="*/ -1188 w 58777"/>
                      <a:gd name="connsiteY13" fmla="*/ 85985 h 94189"/>
                      <a:gd name="connsiteX14" fmla="*/ 12941 w 58777"/>
                      <a:gd name="connsiteY14" fmla="*/ 90565 h 94189"/>
                      <a:gd name="connsiteX15" fmla="*/ 24986 w 58777"/>
                      <a:gd name="connsiteY15" fmla="*/ 92112 h 94189"/>
                      <a:gd name="connsiteX16" fmla="*/ 47926 w 58777"/>
                      <a:gd name="connsiteY16" fmla="*/ 84914 h 94189"/>
                      <a:gd name="connsiteX17" fmla="*/ 56478 w 58777"/>
                      <a:gd name="connsiteY17" fmla="*/ 65719 h 94189"/>
                      <a:gd name="connsiteX18" fmla="*/ 54335 w 58777"/>
                      <a:gd name="connsiteY18" fmla="*/ 54892 h 94189"/>
                      <a:gd name="connsiteX19" fmla="*/ 46556 w 58777"/>
                      <a:gd name="connsiteY19" fmla="*/ 42856 h 94189"/>
                      <a:gd name="connsiteX20" fmla="*/ 36694 w 58777"/>
                      <a:gd name="connsiteY20" fmla="*/ 32465 h 94189"/>
                      <a:gd name="connsiteX21" fmla="*/ 13259 w 58777"/>
                      <a:gd name="connsiteY21" fmla="*/ 8452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259" y="8452"/>
                        </a:moveTo>
                        <a:lnTo>
                          <a:pt x="56974" y="8452"/>
                        </a:lnTo>
                        <a:lnTo>
                          <a:pt x="56974" y="-2078"/>
                        </a:lnTo>
                        <a:lnTo>
                          <a:pt x="-1803" y="-2078"/>
                        </a:lnTo>
                        <a:lnTo>
                          <a:pt x="-1803" y="8452"/>
                        </a:lnTo>
                        <a:cubicBezTo>
                          <a:pt x="2946" y="13369"/>
                          <a:pt x="9422" y="19966"/>
                          <a:pt x="17624" y="28241"/>
                        </a:cubicBezTo>
                        <a:cubicBezTo>
                          <a:pt x="25839" y="36530"/>
                          <a:pt x="30999" y="41877"/>
                          <a:pt x="33102" y="44283"/>
                        </a:cubicBezTo>
                        <a:cubicBezTo>
                          <a:pt x="37111" y="48778"/>
                          <a:pt x="39909" y="52585"/>
                          <a:pt x="41496" y="55705"/>
                        </a:cubicBezTo>
                        <a:cubicBezTo>
                          <a:pt x="43097" y="58825"/>
                          <a:pt x="43897" y="61892"/>
                          <a:pt x="43897" y="64906"/>
                        </a:cubicBezTo>
                        <a:cubicBezTo>
                          <a:pt x="43897" y="69824"/>
                          <a:pt x="42171" y="73829"/>
                          <a:pt x="38718" y="76923"/>
                        </a:cubicBezTo>
                        <a:cubicBezTo>
                          <a:pt x="35265" y="80029"/>
                          <a:pt x="30767" y="81583"/>
                          <a:pt x="25224" y="81583"/>
                        </a:cubicBezTo>
                        <a:cubicBezTo>
                          <a:pt x="21295" y="81583"/>
                          <a:pt x="17148" y="80902"/>
                          <a:pt x="12782" y="79540"/>
                        </a:cubicBezTo>
                        <a:cubicBezTo>
                          <a:pt x="8430" y="78179"/>
                          <a:pt x="3773" y="76110"/>
                          <a:pt x="-1188" y="73334"/>
                        </a:cubicBezTo>
                        <a:lnTo>
                          <a:pt x="-1188" y="85985"/>
                        </a:lnTo>
                        <a:cubicBezTo>
                          <a:pt x="3853" y="88007"/>
                          <a:pt x="8562" y="89534"/>
                          <a:pt x="12941" y="90565"/>
                        </a:cubicBezTo>
                        <a:cubicBezTo>
                          <a:pt x="17333" y="91596"/>
                          <a:pt x="21348" y="92112"/>
                          <a:pt x="24986" y="92112"/>
                        </a:cubicBezTo>
                        <a:cubicBezTo>
                          <a:pt x="34577" y="92112"/>
                          <a:pt x="42224" y="89713"/>
                          <a:pt x="47926" y="84914"/>
                        </a:cubicBezTo>
                        <a:cubicBezTo>
                          <a:pt x="53627" y="80128"/>
                          <a:pt x="56478" y="73730"/>
                          <a:pt x="56478" y="65719"/>
                        </a:cubicBezTo>
                        <a:cubicBezTo>
                          <a:pt x="56478" y="61912"/>
                          <a:pt x="55764" y="58303"/>
                          <a:pt x="54335" y="54892"/>
                        </a:cubicBezTo>
                        <a:cubicBezTo>
                          <a:pt x="52920" y="51495"/>
                          <a:pt x="50327" y="47483"/>
                          <a:pt x="46556" y="42856"/>
                        </a:cubicBezTo>
                        <a:cubicBezTo>
                          <a:pt x="45524" y="41653"/>
                          <a:pt x="42237" y="38189"/>
                          <a:pt x="36694" y="32465"/>
                        </a:cubicBezTo>
                        <a:cubicBezTo>
                          <a:pt x="31164" y="26741"/>
                          <a:pt x="23352" y="18737"/>
                          <a:pt x="13259" y="845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26" name="Freeform: Shape 325">
                    <a:extLst>
                      <a:ext uri="{FF2B5EF4-FFF2-40B4-BE49-F238E27FC236}">
                        <a16:creationId xmlns:a16="http://schemas.microsoft.com/office/drawing/2014/main" id="{031C7C38-302A-A376-3099-7DEAD39C2439}"/>
                      </a:ext>
                    </a:extLst>
                  </p:cNvPr>
                  <p:cNvSpPr/>
                  <p:nvPr/>
                </p:nvSpPr>
                <p:spPr>
                  <a:xfrm flipV="1">
                    <a:off x="5081110" y="4959304"/>
                    <a:ext cx="63996" cy="95994"/>
                  </a:xfrm>
                  <a:custGeom>
                    <a:avLst/>
                    <a:gdLst>
                      <a:gd name="connsiteX0" fmla="*/ 30107 w 63996"/>
                      <a:gd name="connsiteY0" fmla="*/ 84047 h 95994"/>
                      <a:gd name="connsiteX1" fmla="*/ 15562 w 63996"/>
                      <a:gd name="connsiteY1" fmla="*/ 74529 h 95994"/>
                      <a:gd name="connsiteX2" fmla="*/ 10700 w 63996"/>
                      <a:gd name="connsiteY2" fmla="*/ 45935 h 95994"/>
                      <a:gd name="connsiteX3" fmla="*/ 15562 w 63996"/>
                      <a:gd name="connsiteY3" fmla="*/ 17401 h 95994"/>
                      <a:gd name="connsiteX4" fmla="*/ 30107 w 63996"/>
                      <a:gd name="connsiteY4" fmla="*/ 7883 h 95994"/>
                      <a:gd name="connsiteX5" fmla="*/ 44712 w 63996"/>
                      <a:gd name="connsiteY5" fmla="*/ 17401 h 95994"/>
                      <a:gd name="connsiteX6" fmla="*/ 49594 w 63996"/>
                      <a:gd name="connsiteY6" fmla="*/ 45935 h 95994"/>
                      <a:gd name="connsiteX7" fmla="*/ 44712 w 63996"/>
                      <a:gd name="connsiteY7" fmla="*/ 74529 h 95994"/>
                      <a:gd name="connsiteX8" fmla="*/ 30107 w 63996"/>
                      <a:gd name="connsiteY8" fmla="*/ 84047 h 95994"/>
                      <a:gd name="connsiteX9" fmla="*/ 30107 w 63996"/>
                      <a:gd name="connsiteY9" fmla="*/ 93962 h 95994"/>
                      <a:gd name="connsiteX10" fmla="*/ 53900 w 63996"/>
                      <a:gd name="connsiteY10" fmla="*/ 81648 h 95994"/>
                      <a:gd name="connsiteX11" fmla="*/ 62115 w 63996"/>
                      <a:gd name="connsiteY11" fmla="*/ 45935 h 95994"/>
                      <a:gd name="connsiteX12" fmla="*/ 53900 w 63996"/>
                      <a:gd name="connsiteY12" fmla="*/ 10262 h 95994"/>
                      <a:gd name="connsiteX13" fmla="*/ 30107 w 63996"/>
                      <a:gd name="connsiteY13" fmla="*/ -2032 h 95994"/>
                      <a:gd name="connsiteX14" fmla="*/ 6334 w 63996"/>
                      <a:gd name="connsiteY14" fmla="*/ 10262 h 95994"/>
                      <a:gd name="connsiteX15" fmla="*/ -1881 w 63996"/>
                      <a:gd name="connsiteY15" fmla="*/ 45935 h 95994"/>
                      <a:gd name="connsiteX16" fmla="*/ 6334 w 63996"/>
                      <a:gd name="connsiteY16" fmla="*/ 81648 h 95994"/>
                      <a:gd name="connsiteX17" fmla="*/ 3010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07" y="84047"/>
                        </a:moveTo>
                        <a:cubicBezTo>
                          <a:pt x="23665" y="84047"/>
                          <a:pt x="18816" y="80875"/>
                          <a:pt x="15562" y="74529"/>
                        </a:cubicBezTo>
                        <a:cubicBezTo>
                          <a:pt x="12321" y="68197"/>
                          <a:pt x="10700" y="58666"/>
                          <a:pt x="10700" y="45935"/>
                        </a:cubicBezTo>
                        <a:cubicBezTo>
                          <a:pt x="10700" y="33258"/>
                          <a:pt x="12321" y="23746"/>
                          <a:pt x="15562" y="17401"/>
                        </a:cubicBezTo>
                        <a:cubicBezTo>
                          <a:pt x="18816" y="11055"/>
                          <a:pt x="23665" y="7883"/>
                          <a:pt x="30107" y="7883"/>
                        </a:cubicBezTo>
                        <a:cubicBezTo>
                          <a:pt x="36603" y="7883"/>
                          <a:pt x="41471" y="11055"/>
                          <a:pt x="44712" y="17401"/>
                        </a:cubicBezTo>
                        <a:cubicBezTo>
                          <a:pt x="47967" y="23746"/>
                          <a:pt x="49594" y="33258"/>
                          <a:pt x="49594" y="45935"/>
                        </a:cubicBezTo>
                        <a:cubicBezTo>
                          <a:pt x="49594" y="58666"/>
                          <a:pt x="47967" y="68197"/>
                          <a:pt x="44712" y="74529"/>
                        </a:cubicBezTo>
                        <a:cubicBezTo>
                          <a:pt x="41471" y="80875"/>
                          <a:pt x="36603" y="84047"/>
                          <a:pt x="30107" y="84047"/>
                        </a:cubicBezTo>
                        <a:close/>
                        <a:moveTo>
                          <a:pt x="30107" y="93962"/>
                        </a:moveTo>
                        <a:cubicBezTo>
                          <a:pt x="40492" y="93962"/>
                          <a:pt x="48423" y="89857"/>
                          <a:pt x="53900" y="81648"/>
                        </a:cubicBezTo>
                        <a:cubicBezTo>
                          <a:pt x="59377" y="73452"/>
                          <a:pt x="62115" y="61548"/>
                          <a:pt x="62115" y="45935"/>
                        </a:cubicBezTo>
                        <a:cubicBezTo>
                          <a:pt x="62115" y="30363"/>
                          <a:pt x="59377" y="18471"/>
                          <a:pt x="53900" y="10262"/>
                        </a:cubicBezTo>
                        <a:cubicBezTo>
                          <a:pt x="48423" y="2066"/>
                          <a:pt x="40492" y="-2032"/>
                          <a:pt x="30107" y="-2032"/>
                        </a:cubicBezTo>
                        <a:cubicBezTo>
                          <a:pt x="19736" y="-2032"/>
                          <a:pt x="11811" y="2066"/>
                          <a:pt x="6334" y="10262"/>
                        </a:cubicBezTo>
                        <a:cubicBezTo>
                          <a:pt x="858" y="18471"/>
                          <a:pt x="-1881" y="30363"/>
                          <a:pt x="-1881" y="45935"/>
                        </a:cubicBezTo>
                        <a:cubicBezTo>
                          <a:pt x="-1881" y="61548"/>
                          <a:pt x="858" y="73452"/>
                          <a:pt x="6334" y="81648"/>
                        </a:cubicBezTo>
                        <a:cubicBezTo>
                          <a:pt x="11811" y="89857"/>
                          <a:pt x="19736" y="93962"/>
                          <a:pt x="3010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27" name="Graphic 299">
                <a:extLst>
                  <a:ext uri="{FF2B5EF4-FFF2-40B4-BE49-F238E27FC236}">
                    <a16:creationId xmlns:a16="http://schemas.microsoft.com/office/drawing/2014/main" id="{E8D040C9-3529-15B4-7C98-F06531CE074D}"/>
                  </a:ext>
                </a:extLst>
              </p:cNvPr>
              <p:cNvGrpSpPr/>
              <p:nvPr/>
            </p:nvGrpSpPr>
            <p:grpSpPr>
              <a:xfrm>
                <a:off x="5489281" y="4868227"/>
                <a:ext cx="224169" cy="187070"/>
                <a:chOff x="548928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66DB5E0F-3950-3133-EA1A-343475EFA7C9}"/>
                    </a:ext>
                  </a:extLst>
                </p:cNvPr>
                <p:cNvSpPr/>
                <p:nvPr/>
              </p:nvSpPr>
              <p:spPr>
                <a:xfrm>
                  <a:off x="5600684" y="4868227"/>
                  <a:ext cx="12700" cy="44417"/>
                </a:xfrm>
                <a:custGeom>
                  <a:avLst/>
                  <a:gdLst>
                    <a:gd name="connsiteX0" fmla="*/ 192 w 12700"/>
                    <a:gd name="connsiteY0" fmla="*/ 286 h 44417"/>
                    <a:gd name="connsiteX1" fmla="*/ 19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92" y="286"/>
                      </a:moveTo>
                      <a:lnTo>
                        <a:pt x="19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29" name="Graphic 299">
                  <a:extLst>
                    <a:ext uri="{FF2B5EF4-FFF2-40B4-BE49-F238E27FC236}">
                      <a16:creationId xmlns:a16="http://schemas.microsoft.com/office/drawing/2014/main" id="{0451470B-A44B-A595-D818-7099917520E9}"/>
                    </a:ext>
                  </a:extLst>
                </p:cNvPr>
                <p:cNvGrpSpPr/>
                <p:nvPr/>
              </p:nvGrpSpPr>
              <p:grpSpPr>
                <a:xfrm>
                  <a:off x="5489281" y="4959304"/>
                  <a:ext cx="224169" cy="95994"/>
                  <a:chOff x="548928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30" name="Freeform: Shape 329">
                    <a:extLst>
                      <a:ext uri="{FF2B5EF4-FFF2-40B4-BE49-F238E27FC236}">
                        <a16:creationId xmlns:a16="http://schemas.microsoft.com/office/drawing/2014/main" id="{DB4C3D88-5E1E-DBF4-BDFB-EA6B5DFF9AE1}"/>
                      </a:ext>
                    </a:extLst>
                  </p:cNvPr>
                  <p:cNvSpPr/>
                  <p:nvPr/>
                </p:nvSpPr>
                <p:spPr>
                  <a:xfrm flipV="1">
                    <a:off x="5489281" y="4960969"/>
                    <a:ext cx="59908" cy="94328"/>
                  </a:xfrm>
                  <a:custGeom>
                    <a:avLst/>
                    <a:gdLst>
                      <a:gd name="connsiteX0" fmla="*/ 2091 w 59908"/>
                      <a:gd name="connsiteY0" fmla="*/ 92338 h 94328"/>
                      <a:gd name="connsiteX1" fmla="*/ 51264 w 59908"/>
                      <a:gd name="connsiteY1" fmla="*/ 92338 h 94328"/>
                      <a:gd name="connsiteX2" fmla="*/ 51264 w 59908"/>
                      <a:gd name="connsiteY2" fmla="*/ 81789 h 94328"/>
                      <a:gd name="connsiteX3" fmla="*/ 13561 w 59908"/>
                      <a:gd name="connsiteY3" fmla="*/ 81789 h 94328"/>
                      <a:gd name="connsiteX4" fmla="*/ 13561 w 59908"/>
                      <a:gd name="connsiteY4" fmla="*/ 59124 h 94328"/>
                      <a:gd name="connsiteX5" fmla="*/ 18998 w 59908"/>
                      <a:gd name="connsiteY5" fmla="*/ 60512 h 94328"/>
                      <a:gd name="connsiteX6" fmla="*/ 24475 w 59908"/>
                      <a:gd name="connsiteY6" fmla="*/ 60968 h 94328"/>
                      <a:gd name="connsiteX7" fmla="*/ 49022 w 59908"/>
                      <a:gd name="connsiteY7" fmla="*/ 52481 h 94328"/>
                      <a:gd name="connsiteX8" fmla="*/ 58090 w 59908"/>
                      <a:gd name="connsiteY8" fmla="*/ 29499 h 94328"/>
                      <a:gd name="connsiteX9" fmla="*/ 48784 w 59908"/>
                      <a:gd name="connsiteY9" fmla="*/ 6279 h 94328"/>
                      <a:gd name="connsiteX10" fmla="*/ 22550 w 59908"/>
                      <a:gd name="connsiteY10" fmla="*/ -1990 h 94328"/>
                      <a:gd name="connsiteX11" fmla="*/ 10664 w 59908"/>
                      <a:gd name="connsiteY11" fmla="*/ -999 h 94328"/>
                      <a:gd name="connsiteX12" fmla="*/ -1818 w 59908"/>
                      <a:gd name="connsiteY12" fmla="*/ 1976 h 94328"/>
                      <a:gd name="connsiteX13" fmla="*/ -1818 w 59908"/>
                      <a:gd name="connsiteY13" fmla="*/ 14567 h 94328"/>
                      <a:gd name="connsiteX14" fmla="*/ 9711 w 59908"/>
                      <a:gd name="connsiteY14" fmla="*/ 10046 h 94328"/>
                      <a:gd name="connsiteX15" fmla="*/ 22292 w 59908"/>
                      <a:gd name="connsiteY15" fmla="*/ 8559 h 94328"/>
                      <a:gd name="connsiteX16" fmla="*/ 39278 w 59908"/>
                      <a:gd name="connsiteY16" fmla="*/ 14191 h 94328"/>
                      <a:gd name="connsiteX17" fmla="*/ 45549 w 59908"/>
                      <a:gd name="connsiteY17" fmla="*/ 29499 h 94328"/>
                      <a:gd name="connsiteX18" fmla="*/ 39278 w 59908"/>
                      <a:gd name="connsiteY18" fmla="*/ 44788 h 94328"/>
                      <a:gd name="connsiteX19" fmla="*/ 22292 w 59908"/>
                      <a:gd name="connsiteY19" fmla="*/ 50439 h 94328"/>
                      <a:gd name="connsiteX20" fmla="*/ 12271 w 59908"/>
                      <a:gd name="connsiteY20" fmla="*/ 49328 h 94328"/>
                      <a:gd name="connsiteX21" fmla="*/ 2091 w 59908"/>
                      <a:gd name="connsiteY21" fmla="*/ 45858 h 94328"/>
                      <a:gd name="connsiteX22" fmla="*/ 209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91" y="92338"/>
                        </a:moveTo>
                        <a:lnTo>
                          <a:pt x="51264" y="92338"/>
                        </a:lnTo>
                        <a:lnTo>
                          <a:pt x="51264" y="81789"/>
                        </a:lnTo>
                        <a:lnTo>
                          <a:pt x="13561" y="81789"/>
                        </a:lnTo>
                        <a:lnTo>
                          <a:pt x="13561" y="59124"/>
                        </a:lnTo>
                        <a:cubicBezTo>
                          <a:pt x="15373" y="59746"/>
                          <a:pt x="17186" y="60208"/>
                          <a:pt x="18998" y="60512"/>
                        </a:cubicBezTo>
                        <a:cubicBezTo>
                          <a:pt x="20824" y="60816"/>
                          <a:pt x="22649" y="60968"/>
                          <a:pt x="24475" y="60968"/>
                        </a:cubicBezTo>
                        <a:cubicBezTo>
                          <a:pt x="34807" y="60968"/>
                          <a:pt x="42989" y="58139"/>
                          <a:pt x="49022" y="52481"/>
                        </a:cubicBezTo>
                        <a:cubicBezTo>
                          <a:pt x="55068" y="46823"/>
                          <a:pt x="58090" y="39163"/>
                          <a:pt x="58090" y="29499"/>
                        </a:cubicBezTo>
                        <a:cubicBezTo>
                          <a:pt x="58090" y="19545"/>
                          <a:pt x="54988" y="11805"/>
                          <a:pt x="48784" y="6279"/>
                        </a:cubicBezTo>
                        <a:cubicBezTo>
                          <a:pt x="42579" y="766"/>
                          <a:pt x="33835" y="-1990"/>
                          <a:pt x="22550" y="-1990"/>
                        </a:cubicBezTo>
                        <a:cubicBezTo>
                          <a:pt x="18661" y="-1990"/>
                          <a:pt x="14699" y="-1660"/>
                          <a:pt x="10664" y="-999"/>
                        </a:cubicBezTo>
                        <a:cubicBezTo>
                          <a:pt x="6642" y="-338"/>
                          <a:pt x="2482" y="654"/>
                          <a:pt x="-1818" y="1976"/>
                        </a:cubicBezTo>
                        <a:lnTo>
                          <a:pt x="-1818" y="14567"/>
                        </a:lnTo>
                        <a:cubicBezTo>
                          <a:pt x="1899" y="12545"/>
                          <a:pt x="5743" y="11038"/>
                          <a:pt x="9711" y="10046"/>
                        </a:cubicBezTo>
                        <a:cubicBezTo>
                          <a:pt x="13680" y="9055"/>
                          <a:pt x="17874" y="8559"/>
                          <a:pt x="22292" y="8559"/>
                        </a:cubicBezTo>
                        <a:cubicBezTo>
                          <a:pt x="29449" y="8559"/>
                          <a:pt x="35111" y="10436"/>
                          <a:pt x="39278" y="14191"/>
                        </a:cubicBezTo>
                        <a:cubicBezTo>
                          <a:pt x="43459" y="17945"/>
                          <a:pt x="45549" y="23048"/>
                          <a:pt x="45549" y="29499"/>
                        </a:cubicBezTo>
                        <a:cubicBezTo>
                          <a:pt x="45549" y="35937"/>
                          <a:pt x="43459" y="41033"/>
                          <a:pt x="39278" y="44788"/>
                        </a:cubicBezTo>
                        <a:cubicBezTo>
                          <a:pt x="35111" y="48555"/>
                          <a:pt x="29449" y="50439"/>
                          <a:pt x="22292" y="50439"/>
                        </a:cubicBezTo>
                        <a:cubicBezTo>
                          <a:pt x="18945" y="50439"/>
                          <a:pt x="15605" y="50069"/>
                          <a:pt x="12271" y="49328"/>
                        </a:cubicBezTo>
                        <a:cubicBezTo>
                          <a:pt x="8951" y="48588"/>
                          <a:pt x="5557" y="47431"/>
                          <a:pt x="2091" y="45858"/>
                        </a:cubicBezTo>
                        <a:lnTo>
                          <a:pt x="209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31" name="Freeform: Shape 330">
                    <a:extLst>
                      <a:ext uri="{FF2B5EF4-FFF2-40B4-BE49-F238E27FC236}">
                        <a16:creationId xmlns:a16="http://schemas.microsoft.com/office/drawing/2014/main" id="{36C13770-4E00-82F8-29C5-84736487447F}"/>
                      </a:ext>
                    </a:extLst>
                  </p:cNvPr>
                  <p:cNvSpPr/>
                  <p:nvPr/>
                </p:nvSpPr>
                <p:spPr>
                  <a:xfrm flipV="1">
                    <a:off x="5569964" y="4959304"/>
                    <a:ext cx="60940" cy="95994"/>
                  </a:xfrm>
                  <a:custGeom>
                    <a:avLst/>
                    <a:gdLst>
                      <a:gd name="connsiteX0" fmla="*/ 40019 w 60940"/>
                      <a:gd name="connsiteY0" fmla="*/ 49663 h 95994"/>
                      <a:gd name="connsiteX1" fmla="*/ 54048 w 60940"/>
                      <a:gd name="connsiteY1" fmla="*/ 41652 h 95994"/>
                      <a:gd name="connsiteX2" fmla="*/ 59109 w 60940"/>
                      <a:gd name="connsiteY2" fmla="*/ 26661 h 95994"/>
                      <a:gd name="connsiteX3" fmla="*/ 49683 w 60940"/>
                      <a:gd name="connsiteY3" fmla="*/ 5463 h 95994"/>
                      <a:gd name="connsiteX4" fmla="*/ 22894 w 60940"/>
                      <a:gd name="connsiteY4" fmla="*/ -2032 h 95994"/>
                      <a:gd name="connsiteX5" fmla="*/ 10908 w 60940"/>
                      <a:gd name="connsiteY5" fmla="*/ -882 h 95994"/>
                      <a:gd name="connsiteX6" fmla="*/ -1832 w 60940"/>
                      <a:gd name="connsiteY6" fmla="*/ 2568 h 95994"/>
                      <a:gd name="connsiteX7" fmla="*/ -1832 w 60940"/>
                      <a:gd name="connsiteY7" fmla="*/ 14644 h 95994"/>
                      <a:gd name="connsiteX8" fmla="*/ 9559 w 60940"/>
                      <a:gd name="connsiteY8" fmla="*/ 10064 h 95994"/>
                      <a:gd name="connsiteX9" fmla="*/ 22537 w 60940"/>
                      <a:gd name="connsiteY9" fmla="*/ 8517 h 95994"/>
                      <a:gd name="connsiteX10" fmla="*/ 40475 w 60940"/>
                      <a:gd name="connsiteY10" fmla="*/ 13157 h 95994"/>
                      <a:gd name="connsiteX11" fmla="*/ 46647 w 60940"/>
                      <a:gd name="connsiteY11" fmla="*/ 26661 h 95994"/>
                      <a:gd name="connsiteX12" fmla="*/ 40912 w 60940"/>
                      <a:gd name="connsiteY12" fmla="*/ 39451 h 95994"/>
                      <a:gd name="connsiteX13" fmla="*/ 24958 w 60940"/>
                      <a:gd name="connsiteY13" fmla="*/ 44071 h 95994"/>
                      <a:gd name="connsiteX14" fmla="*/ 14163 w 60940"/>
                      <a:gd name="connsiteY14" fmla="*/ 44071 h 95994"/>
                      <a:gd name="connsiteX15" fmla="*/ 14163 w 60940"/>
                      <a:gd name="connsiteY15" fmla="*/ 54363 h 95994"/>
                      <a:gd name="connsiteX16" fmla="*/ 25454 w 60940"/>
                      <a:gd name="connsiteY16" fmla="*/ 54363 h 95994"/>
                      <a:gd name="connsiteX17" fmla="*/ 39582 w 60940"/>
                      <a:gd name="connsiteY17" fmla="*/ 58051 h 95994"/>
                      <a:gd name="connsiteX18" fmla="*/ 44484 w 60940"/>
                      <a:gd name="connsiteY18" fmla="*/ 68680 h 95994"/>
                      <a:gd name="connsiteX19" fmla="*/ 39424 w 60940"/>
                      <a:gd name="connsiteY19" fmla="*/ 79606 h 95994"/>
                      <a:gd name="connsiteX20" fmla="*/ 24958 w 60940"/>
                      <a:gd name="connsiteY20" fmla="*/ 83433 h 95994"/>
                      <a:gd name="connsiteX21" fmla="*/ 13905 w 60940"/>
                      <a:gd name="connsiteY21" fmla="*/ 82302 h 95994"/>
                      <a:gd name="connsiteX22" fmla="*/ 947 w 60940"/>
                      <a:gd name="connsiteY22" fmla="*/ 78852 h 95994"/>
                      <a:gd name="connsiteX23" fmla="*/ 947 w 60940"/>
                      <a:gd name="connsiteY23" fmla="*/ 89996 h 95994"/>
                      <a:gd name="connsiteX24" fmla="*/ 14321 w 60940"/>
                      <a:gd name="connsiteY24" fmla="*/ 92971 h 95994"/>
                      <a:gd name="connsiteX25" fmla="*/ 26069 w 60940"/>
                      <a:gd name="connsiteY25" fmla="*/ 93962 h 95994"/>
                      <a:gd name="connsiteX26" fmla="*/ 48631 w 60940"/>
                      <a:gd name="connsiteY26" fmla="*/ 87478 h 95994"/>
                      <a:gd name="connsiteX27" fmla="*/ 56946 w 60940"/>
                      <a:gd name="connsiteY27" fmla="*/ 69988 h 95994"/>
                      <a:gd name="connsiteX28" fmla="*/ 52540 w 60940"/>
                      <a:gd name="connsiteY28" fmla="*/ 57000 h 95994"/>
                      <a:gd name="connsiteX29" fmla="*/ 40019 w 60940"/>
                      <a:gd name="connsiteY29" fmla="*/ 4966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940" h="95994">
                        <a:moveTo>
                          <a:pt x="40019" y="49663"/>
                        </a:moveTo>
                        <a:cubicBezTo>
                          <a:pt x="46012" y="48381"/>
                          <a:pt x="50688" y="45710"/>
                          <a:pt x="54048" y="41652"/>
                        </a:cubicBezTo>
                        <a:cubicBezTo>
                          <a:pt x="57422" y="37607"/>
                          <a:pt x="59109" y="32610"/>
                          <a:pt x="59109" y="26661"/>
                        </a:cubicBezTo>
                        <a:cubicBezTo>
                          <a:pt x="59109" y="17539"/>
                          <a:pt x="55967" y="10474"/>
                          <a:pt x="49683" y="5463"/>
                        </a:cubicBezTo>
                        <a:cubicBezTo>
                          <a:pt x="43399" y="466"/>
                          <a:pt x="34469" y="-2032"/>
                          <a:pt x="22894" y="-2032"/>
                        </a:cubicBezTo>
                        <a:cubicBezTo>
                          <a:pt x="19018" y="-2032"/>
                          <a:pt x="15022" y="-1649"/>
                          <a:pt x="10908" y="-882"/>
                        </a:cubicBezTo>
                        <a:cubicBezTo>
                          <a:pt x="6794" y="-115"/>
                          <a:pt x="2547" y="1035"/>
                          <a:pt x="-1832" y="2568"/>
                        </a:cubicBezTo>
                        <a:lnTo>
                          <a:pt x="-1832" y="14644"/>
                        </a:lnTo>
                        <a:cubicBezTo>
                          <a:pt x="1635" y="12622"/>
                          <a:pt x="5431" y="11095"/>
                          <a:pt x="9559" y="10064"/>
                        </a:cubicBezTo>
                        <a:cubicBezTo>
                          <a:pt x="13700" y="9033"/>
                          <a:pt x="18025" y="8517"/>
                          <a:pt x="22537" y="8517"/>
                        </a:cubicBezTo>
                        <a:cubicBezTo>
                          <a:pt x="30381" y="8517"/>
                          <a:pt x="36361" y="10064"/>
                          <a:pt x="40475" y="13157"/>
                        </a:cubicBezTo>
                        <a:cubicBezTo>
                          <a:pt x="44590" y="16251"/>
                          <a:pt x="46647" y="20752"/>
                          <a:pt x="46647" y="26661"/>
                        </a:cubicBezTo>
                        <a:cubicBezTo>
                          <a:pt x="46647" y="32121"/>
                          <a:pt x="44735" y="36384"/>
                          <a:pt x="40912" y="39451"/>
                        </a:cubicBezTo>
                        <a:cubicBezTo>
                          <a:pt x="37089" y="42531"/>
                          <a:pt x="31771" y="44071"/>
                          <a:pt x="24958" y="44071"/>
                        </a:cubicBezTo>
                        <a:lnTo>
                          <a:pt x="14163" y="44071"/>
                        </a:lnTo>
                        <a:lnTo>
                          <a:pt x="14163" y="54363"/>
                        </a:lnTo>
                        <a:lnTo>
                          <a:pt x="25454" y="54363"/>
                        </a:lnTo>
                        <a:cubicBezTo>
                          <a:pt x="31605" y="54363"/>
                          <a:pt x="36315" y="55592"/>
                          <a:pt x="39582" y="58051"/>
                        </a:cubicBezTo>
                        <a:cubicBezTo>
                          <a:pt x="42850" y="60510"/>
                          <a:pt x="44484" y="64053"/>
                          <a:pt x="44484" y="68680"/>
                        </a:cubicBezTo>
                        <a:cubicBezTo>
                          <a:pt x="44484" y="73425"/>
                          <a:pt x="42797" y="77067"/>
                          <a:pt x="39424" y="79606"/>
                        </a:cubicBezTo>
                        <a:cubicBezTo>
                          <a:pt x="36063" y="82157"/>
                          <a:pt x="31241" y="83433"/>
                          <a:pt x="24958" y="83433"/>
                        </a:cubicBezTo>
                        <a:cubicBezTo>
                          <a:pt x="21518" y="83433"/>
                          <a:pt x="17834" y="83056"/>
                          <a:pt x="13905" y="82302"/>
                        </a:cubicBezTo>
                        <a:cubicBezTo>
                          <a:pt x="9976" y="81562"/>
                          <a:pt x="5656" y="80412"/>
                          <a:pt x="947" y="78852"/>
                        </a:cubicBezTo>
                        <a:lnTo>
                          <a:pt x="947" y="89996"/>
                        </a:lnTo>
                        <a:cubicBezTo>
                          <a:pt x="5709" y="91318"/>
                          <a:pt x="10167" y="92310"/>
                          <a:pt x="14321" y="92971"/>
                        </a:cubicBezTo>
                        <a:cubicBezTo>
                          <a:pt x="18475" y="93632"/>
                          <a:pt x="22391" y="93962"/>
                          <a:pt x="26069" y="93962"/>
                        </a:cubicBezTo>
                        <a:cubicBezTo>
                          <a:pt x="35581" y="93962"/>
                          <a:pt x="43101" y="91801"/>
                          <a:pt x="48631" y="87478"/>
                        </a:cubicBezTo>
                        <a:cubicBezTo>
                          <a:pt x="54174" y="83168"/>
                          <a:pt x="56946" y="77338"/>
                          <a:pt x="56946" y="69988"/>
                        </a:cubicBezTo>
                        <a:cubicBezTo>
                          <a:pt x="56946" y="64859"/>
                          <a:pt x="55477" y="60530"/>
                          <a:pt x="52540" y="57000"/>
                        </a:cubicBezTo>
                        <a:cubicBezTo>
                          <a:pt x="49603" y="53470"/>
                          <a:pt x="45430" y="51025"/>
                          <a:pt x="40019" y="4966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32" name="Freeform: Shape 331">
                    <a:extLst>
                      <a:ext uri="{FF2B5EF4-FFF2-40B4-BE49-F238E27FC236}">
                        <a16:creationId xmlns:a16="http://schemas.microsoft.com/office/drawing/2014/main" id="{0164AC4E-50D7-78DD-744E-DDF1C58027B9}"/>
                      </a:ext>
                    </a:extLst>
                  </p:cNvPr>
                  <p:cNvSpPr/>
                  <p:nvPr/>
                </p:nvSpPr>
                <p:spPr>
                  <a:xfrm flipV="1">
                    <a:off x="5649455" y="4959304"/>
                    <a:ext cx="63996" cy="95994"/>
                  </a:xfrm>
                  <a:custGeom>
                    <a:avLst/>
                    <a:gdLst>
                      <a:gd name="connsiteX0" fmla="*/ 30152 w 63996"/>
                      <a:gd name="connsiteY0" fmla="*/ 84047 h 95994"/>
                      <a:gd name="connsiteX1" fmla="*/ 15607 w 63996"/>
                      <a:gd name="connsiteY1" fmla="*/ 74529 h 95994"/>
                      <a:gd name="connsiteX2" fmla="*/ 10745 w 63996"/>
                      <a:gd name="connsiteY2" fmla="*/ 45935 h 95994"/>
                      <a:gd name="connsiteX3" fmla="*/ 15607 w 63996"/>
                      <a:gd name="connsiteY3" fmla="*/ 17401 h 95994"/>
                      <a:gd name="connsiteX4" fmla="*/ 30152 w 63996"/>
                      <a:gd name="connsiteY4" fmla="*/ 7883 h 95994"/>
                      <a:gd name="connsiteX5" fmla="*/ 44757 w 63996"/>
                      <a:gd name="connsiteY5" fmla="*/ 17401 h 95994"/>
                      <a:gd name="connsiteX6" fmla="*/ 49639 w 63996"/>
                      <a:gd name="connsiteY6" fmla="*/ 45935 h 95994"/>
                      <a:gd name="connsiteX7" fmla="*/ 44757 w 63996"/>
                      <a:gd name="connsiteY7" fmla="*/ 74529 h 95994"/>
                      <a:gd name="connsiteX8" fmla="*/ 30152 w 63996"/>
                      <a:gd name="connsiteY8" fmla="*/ 84047 h 95994"/>
                      <a:gd name="connsiteX9" fmla="*/ 30152 w 63996"/>
                      <a:gd name="connsiteY9" fmla="*/ 93962 h 95994"/>
                      <a:gd name="connsiteX10" fmla="*/ 53945 w 63996"/>
                      <a:gd name="connsiteY10" fmla="*/ 81648 h 95994"/>
                      <a:gd name="connsiteX11" fmla="*/ 62160 w 63996"/>
                      <a:gd name="connsiteY11" fmla="*/ 45935 h 95994"/>
                      <a:gd name="connsiteX12" fmla="*/ 53945 w 63996"/>
                      <a:gd name="connsiteY12" fmla="*/ 10262 h 95994"/>
                      <a:gd name="connsiteX13" fmla="*/ 30152 w 63996"/>
                      <a:gd name="connsiteY13" fmla="*/ -2032 h 95994"/>
                      <a:gd name="connsiteX14" fmla="*/ 6379 w 63996"/>
                      <a:gd name="connsiteY14" fmla="*/ 10262 h 95994"/>
                      <a:gd name="connsiteX15" fmla="*/ -1836 w 63996"/>
                      <a:gd name="connsiteY15" fmla="*/ 45935 h 95994"/>
                      <a:gd name="connsiteX16" fmla="*/ 6379 w 63996"/>
                      <a:gd name="connsiteY16" fmla="*/ 81648 h 95994"/>
                      <a:gd name="connsiteX17" fmla="*/ 3015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52" y="84047"/>
                        </a:moveTo>
                        <a:cubicBezTo>
                          <a:pt x="23709" y="84047"/>
                          <a:pt x="18861" y="80875"/>
                          <a:pt x="15607" y="74529"/>
                        </a:cubicBezTo>
                        <a:cubicBezTo>
                          <a:pt x="12365" y="68197"/>
                          <a:pt x="10745" y="58666"/>
                          <a:pt x="10745" y="45935"/>
                        </a:cubicBezTo>
                        <a:cubicBezTo>
                          <a:pt x="10745" y="33258"/>
                          <a:pt x="12365" y="23746"/>
                          <a:pt x="15607" y="17401"/>
                        </a:cubicBezTo>
                        <a:cubicBezTo>
                          <a:pt x="18861" y="11055"/>
                          <a:pt x="23709" y="7883"/>
                          <a:pt x="30152" y="7883"/>
                        </a:cubicBezTo>
                        <a:cubicBezTo>
                          <a:pt x="36648" y="7883"/>
                          <a:pt x="41516" y="11055"/>
                          <a:pt x="44757" y="17401"/>
                        </a:cubicBezTo>
                        <a:cubicBezTo>
                          <a:pt x="48011" y="23746"/>
                          <a:pt x="49639" y="33258"/>
                          <a:pt x="49639" y="45935"/>
                        </a:cubicBezTo>
                        <a:cubicBezTo>
                          <a:pt x="49639" y="58666"/>
                          <a:pt x="48011" y="68197"/>
                          <a:pt x="44757" y="74529"/>
                        </a:cubicBezTo>
                        <a:cubicBezTo>
                          <a:pt x="41516" y="80875"/>
                          <a:pt x="36648" y="84047"/>
                          <a:pt x="30152" y="84047"/>
                        </a:cubicBezTo>
                        <a:close/>
                        <a:moveTo>
                          <a:pt x="30152" y="93962"/>
                        </a:moveTo>
                        <a:cubicBezTo>
                          <a:pt x="40537" y="93962"/>
                          <a:pt x="48468" y="89857"/>
                          <a:pt x="53945" y="81648"/>
                        </a:cubicBezTo>
                        <a:cubicBezTo>
                          <a:pt x="59422" y="73452"/>
                          <a:pt x="62160" y="61548"/>
                          <a:pt x="62160" y="45935"/>
                        </a:cubicBezTo>
                        <a:cubicBezTo>
                          <a:pt x="62160" y="30363"/>
                          <a:pt x="59422" y="18471"/>
                          <a:pt x="53945" y="10262"/>
                        </a:cubicBezTo>
                        <a:cubicBezTo>
                          <a:pt x="48468" y="2066"/>
                          <a:pt x="40537" y="-2032"/>
                          <a:pt x="30152" y="-2032"/>
                        </a:cubicBezTo>
                        <a:cubicBezTo>
                          <a:pt x="19780" y="-2032"/>
                          <a:pt x="11856" y="2066"/>
                          <a:pt x="6379" y="10262"/>
                        </a:cubicBezTo>
                        <a:cubicBezTo>
                          <a:pt x="902" y="18471"/>
                          <a:pt x="-1836" y="30363"/>
                          <a:pt x="-1836" y="45935"/>
                        </a:cubicBezTo>
                        <a:cubicBezTo>
                          <a:pt x="-1836" y="61548"/>
                          <a:pt x="902" y="73452"/>
                          <a:pt x="6379" y="81648"/>
                        </a:cubicBezTo>
                        <a:cubicBezTo>
                          <a:pt x="11856" y="89857"/>
                          <a:pt x="19780" y="93962"/>
                          <a:pt x="3015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33" name="Graphic 299">
                <a:extLst>
                  <a:ext uri="{FF2B5EF4-FFF2-40B4-BE49-F238E27FC236}">
                    <a16:creationId xmlns:a16="http://schemas.microsoft.com/office/drawing/2014/main" id="{DCA32A70-3073-FBEA-4BF0-250CC0DFAC1C}"/>
                  </a:ext>
                </a:extLst>
              </p:cNvPr>
              <p:cNvGrpSpPr/>
              <p:nvPr/>
            </p:nvGrpSpPr>
            <p:grpSpPr>
              <a:xfrm>
                <a:off x="6057627" y="4868227"/>
                <a:ext cx="224169" cy="187070"/>
                <a:chOff x="605762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9FEA0FB1-B8A5-AC1E-0636-A8F3A620945C}"/>
                    </a:ext>
                  </a:extLst>
                </p:cNvPr>
                <p:cNvSpPr/>
                <p:nvPr/>
              </p:nvSpPr>
              <p:spPr>
                <a:xfrm>
                  <a:off x="6169030" y="4868227"/>
                  <a:ext cx="12700" cy="44417"/>
                </a:xfrm>
                <a:custGeom>
                  <a:avLst/>
                  <a:gdLst>
                    <a:gd name="connsiteX0" fmla="*/ 237 w 12700"/>
                    <a:gd name="connsiteY0" fmla="*/ 286 h 44417"/>
                    <a:gd name="connsiteX1" fmla="*/ 23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37" y="286"/>
                      </a:moveTo>
                      <a:lnTo>
                        <a:pt x="23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35" name="Graphic 299">
                  <a:extLst>
                    <a:ext uri="{FF2B5EF4-FFF2-40B4-BE49-F238E27FC236}">
                      <a16:creationId xmlns:a16="http://schemas.microsoft.com/office/drawing/2014/main" id="{A39B3DB8-0187-36DF-4DB5-FA4EF6A8AA1A}"/>
                    </a:ext>
                  </a:extLst>
                </p:cNvPr>
                <p:cNvGrpSpPr/>
                <p:nvPr/>
              </p:nvGrpSpPr>
              <p:grpSpPr>
                <a:xfrm>
                  <a:off x="6057627" y="4959304"/>
                  <a:ext cx="224169" cy="95994"/>
                  <a:chOff x="605762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36" name="Freeform: Shape 335">
                    <a:extLst>
                      <a:ext uri="{FF2B5EF4-FFF2-40B4-BE49-F238E27FC236}">
                        <a16:creationId xmlns:a16="http://schemas.microsoft.com/office/drawing/2014/main" id="{12E35962-B8CC-F920-BEAB-B5B24D4AE200}"/>
                      </a:ext>
                    </a:extLst>
                  </p:cNvPr>
                  <p:cNvSpPr/>
                  <p:nvPr/>
                </p:nvSpPr>
                <p:spPr>
                  <a:xfrm flipV="1">
                    <a:off x="6057627" y="4960969"/>
                    <a:ext cx="59908" cy="94328"/>
                  </a:xfrm>
                  <a:custGeom>
                    <a:avLst/>
                    <a:gdLst>
                      <a:gd name="connsiteX0" fmla="*/ 2136 w 59908"/>
                      <a:gd name="connsiteY0" fmla="*/ 92338 h 94328"/>
                      <a:gd name="connsiteX1" fmla="*/ 51309 w 59908"/>
                      <a:gd name="connsiteY1" fmla="*/ 92338 h 94328"/>
                      <a:gd name="connsiteX2" fmla="*/ 51309 w 59908"/>
                      <a:gd name="connsiteY2" fmla="*/ 81789 h 94328"/>
                      <a:gd name="connsiteX3" fmla="*/ 13606 w 59908"/>
                      <a:gd name="connsiteY3" fmla="*/ 81789 h 94328"/>
                      <a:gd name="connsiteX4" fmla="*/ 13606 w 59908"/>
                      <a:gd name="connsiteY4" fmla="*/ 59124 h 94328"/>
                      <a:gd name="connsiteX5" fmla="*/ 19043 w 59908"/>
                      <a:gd name="connsiteY5" fmla="*/ 60512 h 94328"/>
                      <a:gd name="connsiteX6" fmla="*/ 24520 w 59908"/>
                      <a:gd name="connsiteY6" fmla="*/ 60968 h 94328"/>
                      <a:gd name="connsiteX7" fmla="*/ 49067 w 59908"/>
                      <a:gd name="connsiteY7" fmla="*/ 52481 h 94328"/>
                      <a:gd name="connsiteX8" fmla="*/ 58135 w 59908"/>
                      <a:gd name="connsiteY8" fmla="*/ 29499 h 94328"/>
                      <a:gd name="connsiteX9" fmla="*/ 48828 w 59908"/>
                      <a:gd name="connsiteY9" fmla="*/ 6279 h 94328"/>
                      <a:gd name="connsiteX10" fmla="*/ 22595 w 59908"/>
                      <a:gd name="connsiteY10" fmla="*/ -1990 h 94328"/>
                      <a:gd name="connsiteX11" fmla="*/ 10709 w 59908"/>
                      <a:gd name="connsiteY11" fmla="*/ -999 h 94328"/>
                      <a:gd name="connsiteX12" fmla="*/ -1773 w 59908"/>
                      <a:gd name="connsiteY12" fmla="*/ 1976 h 94328"/>
                      <a:gd name="connsiteX13" fmla="*/ -1773 w 59908"/>
                      <a:gd name="connsiteY13" fmla="*/ 14567 h 94328"/>
                      <a:gd name="connsiteX14" fmla="*/ 9756 w 59908"/>
                      <a:gd name="connsiteY14" fmla="*/ 10046 h 94328"/>
                      <a:gd name="connsiteX15" fmla="*/ 22337 w 59908"/>
                      <a:gd name="connsiteY15" fmla="*/ 8559 h 94328"/>
                      <a:gd name="connsiteX16" fmla="*/ 39323 w 59908"/>
                      <a:gd name="connsiteY16" fmla="*/ 14191 h 94328"/>
                      <a:gd name="connsiteX17" fmla="*/ 45594 w 59908"/>
                      <a:gd name="connsiteY17" fmla="*/ 29499 h 94328"/>
                      <a:gd name="connsiteX18" fmla="*/ 39323 w 59908"/>
                      <a:gd name="connsiteY18" fmla="*/ 44788 h 94328"/>
                      <a:gd name="connsiteX19" fmla="*/ 22337 w 59908"/>
                      <a:gd name="connsiteY19" fmla="*/ 50439 h 94328"/>
                      <a:gd name="connsiteX20" fmla="*/ 12316 w 59908"/>
                      <a:gd name="connsiteY20" fmla="*/ 49328 h 94328"/>
                      <a:gd name="connsiteX21" fmla="*/ 2136 w 59908"/>
                      <a:gd name="connsiteY21" fmla="*/ 45858 h 94328"/>
                      <a:gd name="connsiteX22" fmla="*/ 213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36" y="92338"/>
                        </a:moveTo>
                        <a:lnTo>
                          <a:pt x="51309" y="92338"/>
                        </a:lnTo>
                        <a:lnTo>
                          <a:pt x="51309" y="81789"/>
                        </a:lnTo>
                        <a:lnTo>
                          <a:pt x="13606" y="81789"/>
                        </a:lnTo>
                        <a:lnTo>
                          <a:pt x="13606" y="59124"/>
                        </a:lnTo>
                        <a:cubicBezTo>
                          <a:pt x="15418" y="59746"/>
                          <a:pt x="17231" y="60208"/>
                          <a:pt x="19043" y="60512"/>
                        </a:cubicBezTo>
                        <a:cubicBezTo>
                          <a:pt x="20869" y="60816"/>
                          <a:pt x="22694" y="60968"/>
                          <a:pt x="24520" y="60968"/>
                        </a:cubicBezTo>
                        <a:cubicBezTo>
                          <a:pt x="34852" y="60968"/>
                          <a:pt x="43034" y="58139"/>
                          <a:pt x="49067" y="52481"/>
                        </a:cubicBezTo>
                        <a:cubicBezTo>
                          <a:pt x="55112" y="46823"/>
                          <a:pt x="58135" y="39163"/>
                          <a:pt x="58135" y="29499"/>
                        </a:cubicBezTo>
                        <a:cubicBezTo>
                          <a:pt x="58135" y="19545"/>
                          <a:pt x="55033" y="11805"/>
                          <a:pt x="48828" y="6279"/>
                        </a:cubicBezTo>
                        <a:cubicBezTo>
                          <a:pt x="42624" y="766"/>
                          <a:pt x="33879" y="-1990"/>
                          <a:pt x="22595" y="-1990"/>
                        </a:cubicBezTo>
                        <a:cubicBezTo>
                          <a:pt x="18706" y="-1990"/>
                          <a:pt x="14743" y="-1660"/>
                          <a:pt x="10709" y="-999"/>
                        </a:cubicBezTo>
                        <a:cubicBezTo>
                          <a:pt x="6687" y="-338"/>
                          <a:pt x="2526" y="654"/>
                          <a:pt x="-1773" y="1976"/>
                        </a:cubicBezTo>
                        <a:lnTo>
                          <a:pt x="-1773" y="14567"/>
                        </a:lnTo>
                        <a:cubicBezTo>
                          <a:pt x="1944" y="12545"/>
                          <a:pt x="5787" y="11038"/>
                          <a:pt x="9756" y="10046"/>
                        </a:cubicBezTo>
                        <a:cubicBezTo>
                          <a:pt x="13725" y="9055"/>
                          <a:pt x="17918" y="8559"/>
                          <a:pt x="22337" y="8559"/>
                        </a:cubicBezTo>
                        <a:cubicBezTo>
                          <a:pt x="29494" y="8559"/>
                          <a:pt x="35156" y="10436"/>
                          <a:pt x="39323" y="14191"/>
                        </a:cubicBezTo>
                        <a:cubicBezTo>
                          <a:pt x="43504" y="17945"/>
                          <a:pt x="45594" y="23048"/>
                          <a:pt x="45594" y="29499"/>
                        </a:cubicBezTo>
                        <a:cubicBezTo>
                          <a:pt x="45594" y="35937"/>
                          <a:pt x="43504" y="41033"/>
                          <a:pt x="39323" y="44788"/>
                        </a:cubicBezTo>
                        <a:cubicBezTo>
                          <a:pt x="35156" y="48555"/>
                          <a:pt x="29494" y="50439"/>
                          <a:pt x="22337" y="50439"/>
                        </a:cubicBezTo>
                        <a:cubicBezTo>
                          <a:pt x="18990" y="50439"/>
                          <a:pt x="15650" y="50069"/>
                          <a:pt x="12316" y="49328"/>
                        </a:cubicBezTo>
                        <a:cubicBezTo>
                          <a:pt x="8995" y="48588"/>
                          <a:pt x="5602" y="47431"/>
                          <a:pt x="2136" y="45858"/>
                        </a:cubicBezTo>
                        <a:lnTo>
                          <a:pt x="213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37" name="Freeform: Shape 336">
                    <a:extLst>
                      <a:ext uri="{FF2B5EF4-FFF2-40B4-BE49-F238E27FC236}">
                        <a16:creationId xmlns:a16="http://schemas.microsoft.com/office/drawing/2014/main" id="{81792F39-AA25-8A92-9FCA-A9C12635C4E0}"/>
                      </a:ext>
                    </a:extLst>
                  </p:cNvPr>
                  <p:cNvSpPr/>
                  <p:nvPr/>
                </p:nvSpPr>
                <p:spPr>
                  <a:xfrm flipV="1">
                    <a:off x="6134836" y="4960969"/>
                    <a:ext cx="67468" cy="92524"/>
                  </a:xfrm>
                  <a:custGeom>
                    <a:avLst/>
                    <a:gdLst>
                      <a:gd name="connsiteX0" fmla="*/ 40015 w 67468"/>
                      <a:gd name="connsiteY0" fmla="*/ 79582 h 92524"/>
                      <a:gd name="connsiteX1" fmla="*/ 8384 w 67468"/>
                      <a:gd name="connsiteY1" fmla="*/ 30187 h 92524"/>
                      <a:gd name="connsiteX2" fmla="*/ 40015 w 67468"/>
                      <a:gd name="connsiteY2" fmla="*/ 30187 h 92524"/>
                      <a:gd name="connsiteX3" fmla="*/ 40015 w 67468"/>
                      <a:gd name="connsiteY3" fmla="*/ 79582 h 92524"/>
                      <a:gd name="connsiteX4" fmla="*/ 36721 w 67468"/>
                      <a:gd name="connsiteY4" fmla="*/ 90488 h 92524"/>
                      <a:gd name="connsiteX5" fmla="*/ 52477 w 67468"/>
                      <a:gd name="connsiteY5" fmla="*/ 90488 h 92524"/>
                      <a:gd name="connsiteX6" fmla="*/ 52477 w 67468"/>
                      <a:gd name="connsiteY6" fmla="*/ 30187 h 92524"/>
                      <a:gd name="connsiteX7" fmla="*/ 65692 w 67468"/>
                      <a:gd name="connsiteY7" fmla="*/ 30187 h 92524"/>
                      <a:gd name="connsiteX8" fmla="*/ 65692 w 67468"/>
                      <a:gd name="connsiteY8" fmla="*/ 19777 h 92524"/>
                      <a:gd name="connsiteX9" fmla="*/ 52477 w 67468"/>
                      <a:gd name="connsiteY9" fmla="*/ 19777 h 92524"/>
                      <a:gd name="connsiteX10" fmla="*/ 52477 w 67468"/>
                      <a:gd name="connsiteY10" fmla="*/ -2036 h 92524"/>
                      <a:gd name="connsiteX11" fmla="*/ 40015 w 67468"/>
                      <a:gd name="connsiteY11" fmla="*/ -2036 h 92524"/>
                      <a:gd name="connsiteX12" fmla="*/ 40015 w 67468"/>
                      <a:gd name="connsiteY12" fmla="*/ 19777 h 92524"/>
                      <a:gd name="connsiteX13" fmla="*/ -1776 w 67468"/>
                      <a:gd name="connsiteY13" fmla="*/ 19777 h 92524"/>
                      <a:gd name="connsiteX14" fmla="*/ -1776 w 67468"/>
                      <a:gd name="connsiteY14" fmla="*/ 31853 h 92524"/>
                      <a:gd name="connsiteX15" fmla="*/ 36721 w 67468"/>
                      <a:gd name="connsiteY15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40015" y="79582"/>
                        </a:moveTo>
                        <a:lnTo>
                          <a:pt x="8384" y="30187"/>
                        </a:lnTo>
                        <a:lnTo>
                          <a:pt x="40015" y="30187"/>
                        </a:lnTo>
                        <a:lnTo>
                          <a:pt x="40015" y="79582"/>
                        </a:lnTo>
                        <a:close/>
                        <a:moveTo>
                          <a:pt x="36721" y="90488"/>
                        </a:moveTo>
                        <a:lnTo>
                          <a:pt x="52477" y="90488"/>
                        </a:lnTo>
                        <a:lnTo>
                          <a:pt x="52477" y="30187"/>
                        </a:lnTo>
                        <a:lnTo>
                          <a:pt x="65692" y="30187"/>
                        </a:lnTo>
                        <a:lnTo>
                          <a:pt x="65692" y="19777"/>
                        </a:lnTo>
                        <a:lnTo>
                          <a:pt x="52477" y="19777"/>
                        </a:lnTo>
                        <a:lnTo>
                          <a:pt x="52477" y="-2036"/>
                        </a:lnTo>
                        <a:lnTo>
                          <a:pt x="40015" y="-2036"/>
                        </a:lnTo>
                        <a:lnTo>
                          <a:pt x="40015" y="19777"/>
                        </a:lnTo>
                        <a:lnTo>
                          <a:pt x="-1776" y="19777"/>
                        </a:lnTo>
                        <a:lnTo>
                          <a:pt x="-1776" y="31853"/>
                        </a:lnTo>
                        <a:lnTo>
                          <a:pt x="36721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38" name="Freeform: Shape 337">
                    <a:extLst>
                      <a:ext uri="{FF2B5EF4-FFF2-40B4-BE49-F238E27FC236}">
                        <a16:creationId xmlns:a16="http://schemas.microsoft.com/office/drawing/2014/main" id="{542B7489-52F3-3E3A-0A0B-DAEC77AA9CED}"/>
                      </a:ext>
                    </a:extLst>
                  </p:cNvPr>
                  <p:cNvSpPr/>
                  <p:nvPr/>
                </p:nvSpPr>
                <p:spPr>
                  <a:xfrm flipV="1">
                    <a:off x="6217801" y="4959304"/>
                    <a:ext cx="63996" cy="95994"/>
                  </a:xfrm>
                  <a:custGeom>
                    <a:avLst/>
                    <a:gdLst>
                      <a:gd name="connsiteX0" fmla="*/ 30197 w 63996"/>
                      <a:gd name="connsiteY0" fmla="*/ 84047 h 95994"/>
                      <a:gd name="connsiteX1" fmla="*/ 15651 w 63996"/>
                      <a:gd name="connsiteY1" fmla="*/ 74529 h 95994"/>
                      <a:gd name="connsiteX2" fmla="*/ 10790 w 63996"/>
                      <a:gd name="connsiteY2" fmla="*/ 45935 h 95994"/>
                      <a:gd name="connsiteX3" fmla="*/ 15651 w 63996"/>
                      <a:gd name="connsiteY3" fmla="*/ 17401 h 95994"/>
                      <a:gd name="connsiteX4" fmla="*/ 30197 w 63996"/>
                      <a:gd name="connsiteY4" fmla="*/ 7883 h 95994"/>
                      <a:gd name="connsiteX5" fmla="*/ 44802 w 63996"/>
                      <a:gd name="connsiteY5" fmla="*/ 17401 h 95994"/>
                      <a:gd name="connsiteX6" fmla="*/ 49683 w 63996"/>
                      <a:gd name="connsiteY6" fmla="*/ 45935 h 95994"/>
                      <a:gd name="connsiteX7" fmla="*/ 44802 w 63996"/>
                      <a:gd name="connsiteY7" fmla="*/ 74529 h 95994"/>
                      <a:gd name="connsiteX8" fmla="*/ 30197 w 63996"/>
                      <a:gd name="connsiteY8" fmla="*/ 84047 h 95994"/>
                      <a:gd name="connsiteX9" fmla="*/ 30197 w 63996"/>
                      <a:gd name="connsiteY9" fmla="*/ 93962 h 95994"/>
                      <a:gd name="connsiteX10" fmla="*/ 53989 w 63996"/>
                      <a:gd name="connsiteY10" fmla="*/ 81648 h 95994"/>
                      <a:gd name="connsiteX11" fmla="*/ 62205 w 63996"/>
                      <a:gd name="connsiteY11" fmla="*/ 45935 h 95994"/>
                      <a:gd name="connsiteX12" fmla="*/ 53989 w 63996"/>
                      <a:gd name="connsiteY12" fmla="*/ 10262 h 95994"/>
                      <a:gd name="connsiteX13" fmla="*/ 30197 w 63996"/>
                      <a:gd name="connsiteY13" fmla="*/ -2032 h 95994"/>
                      <a:gd name="connsiteX14" fmla="*/ 6424 w 63996"/>
                      <a:gd name="connsiteY14" fmla="*/ 10262 h 95994"/>
                      <a:gd name="connsiteX15" fmla="*/ -1791 w 63996"/>
                      <a:gd name="connsiteY15" fmla="*/ 45935 h 95994"/>
                      <a:gd name="connsiteX16" fmla="*/ 6424 w 63996"/>
                      <a:gd name="connsiteY16" fmla="*/ 81648 h 95994"/>
                      <a:gd name="connsiteX17" fmla="*/ 3019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97" y="84047"/>
                        </a:moveTo>
                        <a:cubicBezTo>
                          <a:pt x="23754" y="84047"/>
                          <a:pt x="18906" y="80875"/>
                          <a:pt x="15651" y="74529"/>
                        </a:cubicBezTo>
                        <a:cubicBezTo>
                          <a:pt x="12410" y="68197"/>
                          <a:pt x="10790" y="58666"/>
                          <a:pt x="10790" y="45935"/>
                        </a:cubicBezTo>
                        <a:cubicBezTo>
                          <a:pt x="10790" y="33258"/>
                          <a:pt x="12410" y="23746"/>
                          <a:pt x="15651" y="17401"/>
                        </a:cubicBezTo>
                        <a:cubicBezTo>
                          <a:pt x="18906" y="11055"/>
                          <a:pt x="23754" y="7883"/>
                          <a:pt x="30197" y="7883"/>
                        </a:cubicBezTo>
                        <a:cubicBezTo>
                          <a:pt x="36692" y="7883"/>
                          <a:pt x="41561" y="11055"/>
                          <a:pt x="44802" y="17401"/>
                        </a:cubicBezTo>
                        <a:cubicBezTo>
                          <a:pt x="48056" y="23746"/>
                          <a:pt x="49683" y="33258"/>
                          <a:pt x="49683" y="45935"/>
                        </a:cubicBezTo>
                        <a:cubicBezTo>
                          <a:pt x="49683" y="58666"/>
                          <a:pt x="48056" y="68197"/>
                          <a:pt x="44802" y="74529"/>
                        </a:cubicBezTo>
                        <a:cubicBezTo>
                          <a:pt x="41561" y="80875"/>
                          <a:pt x="36692" y="84047"/>
                          <a:pt x="30197" y="84047"/>
                        </a:cubicBezTo>
                        <a:close/>
                        <a:moveTo>
                          <a:pt x="30197" y="93962"/>
                        </a:moveTo>
                        <a:cubicBezTo>
                          <a:pt x="40582" y="93962"/>
                          <a:pt x="48513" y="89857"/>
                          <a:pt x="53989" y="81648"/>
                        </a:cubicBezTo>
                        <a:cubicBezTo>
                          <a:pt x="59466" y="73452"/>
                          <a:pt x="62205" y="61548"/>
                          <a:pt x="62205" y="45935"/>
                        </a:cubicBezTo>
                        <a:cubicBezTo>
                          <a:pt x="62205" y="30363"/>
                          <a:pt x="59466" y="18471"/>
                          <a:pt x="53989" y="10262"/>
                        </a:cubicBezTo>
                        <a:cubicBezTo>
                          <a:pt x="48513" y="2066"/>
                          <a:pt x="40582" y="-2032"/>
                          <a:pt x="30197" y="-2032"/>
                        </a:cubicBezTo>
                        <a:cubicBezTo>
                          <a:pt x="19825" y="-2032"/>
                          <a:pt x="11901" y="2066"/>
                          <a:pt x="6424" y="10262"/>
                        </a:cubicBezTo>
                        <a:cubicBezTo>
                          <a:pt x="947" y="18471"/>
                          <a:pt x="-1791" y="30363"/>
                          <a:pt x="-1791" y="45935"/>
                        </a:cubicBezTo>
                        <a:cubicBezTo>
                          <a:pt x="-1791" y="61548"/>
                          <a:pt x="947" y="73452"/>
                          <a:pt x="6424" y="81648"/>
                        </a:cubicBezTo>
                        <a:cubicBezTo>
                          <a:pt x="11901" y="89857"/>
                          <a:pt x="19825" y="93962"/>
                          <a:pt x="3019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39" name="Graphic 299">
                <a:extLst>
                  <a:ext uri="{FF2B5EF4-FFF2-40B4-BE49-F238E27FC236}">
                    <a16:creationId xmlns:a16="http://schemas.microsoft.com/office/drawing/2014/main" id="{F18FE8AF-87A1-EBB2-6CE1-7A386BA2871C}"/>
                  </a:ext>
                </a:extLst>
              </p:cNvPr>
              <p:cNvGrpSpPr/>
              <p:nvPr/>
            </p:nvGrpSpPr>
            <p:grpSpPr>
              <a:xfrm>
                <a:off x="6625972" y="4868227"/>
                <a:ext cx="224169" cy="187070"/>
                <a:chOff x="6625972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76C96C1F-9418-B238-9DCE-E0A693820DF7}"/>
                    </a:ext>
                  </a:extLst>
                </p:cNvPr>
                <p:cNvSpPr/>
                <p:nvPr/>
              </p:nvSpPr>
              <p:spPr>
                <a:xfrm>
                  <a:off x="6737375" y="4868227"/>
                  <a:ext cx="12700" cy="44417"/>
                </a:xfrm>
                <a:custGeom>
                  <a:avLst/>
                  <a:gdLst>
                    <a:gd name="connsiteX0" fmla="*/ 282 w 12700"/>
                    <a:gd name="connsiteY0" fmla="*/ 286 h 44417"/>
                    <a:gd name="connsiteX1" fmla="*/ 28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82" y="286"/>
                      </a:moveTo>
                      <a:lnTo>
                        <a:pt x="28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41" name="Graphic 299">
                  <a:extLst>
                    <a:ext uri="{FF2B5EF4-FFF2-40B4-BE49-F238E27FC236}">
                      <a16:creationId xmlns:a16="http://schemas.microsoft.com/office/drawing/2014/main" id="{B8B932DF-A96B-7C81-3963-D75CD789F4F0}"/>
                    </a:ext>
                  </a:extLst>
                </p:cNvPr>
                <p:cNvGrpSpPr/>
                <p:nvPr/>
              </p:nvGrpSpPr>
              <p:grpSpPr>
                <a:xfrm>
                  <a:off x="6625972" y="4959304"/>
                  <a:ext cx="224169" cy="95994"/>
                  <a:chOff x="6625972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42" name="Freeform: Shape 341">
                    <a:extLst>
                      <a:ext uri="{FF2B5EF4-FFF2-40B4-BE49-F238E27FC236}">
                        <a16:creationId xmlns:a16="http://schemas.microsoft.com/office/drawing/2014/main" id="{786BF360-7BD9-56E4-7E4E-512DE81CCF4B}"/>
                      </a:ext>
                    </a:extLst>
                  </p:cNvPr>
                  <p:cNvSpPr/>
                  <p:nvPr/>
                </p:nvSpPr>
                <p:spPr>
                  <a:xfrm flipV="1">
                    <a:off x="6625972" y="4960969"/>
                    <a:ext cx="59908" cy="94328"/>
                  </a:xfrm>
                  <a:custGeom>
                    <a:avLst/>
                    <a:gdLst>
                      <a:gd name="connsiteX0" fmla="*/ 2181 w 59908"/>
                      <a:gd name="connsiteY0" fmla="*/ 92338 h 94328"/>
                      <a:gd name="connsiteX1" fmla="*/ 51354 w 59908"/>
                      <a:gd name="connsiteY1" fmla="*/ 92338 h 94328"/>
                      <a:gd name="connsiteX2" fmla="*/ 51354 w 59908"/>
                      <a:gd name="connsiteY2" fmla="*/ 81789 h 94328"/>
                      <a:gd name="connsiteX3" fmla="*/ 13650 w 59908"/>
                      <a:gd name="connsiteY3" fmla="*/ 81789 h 94328"/>
                      <a:gd name="connsiteX4" fmla="*/ 13650 w 59908"/>
                      <a:gd name="connsiteY4" fmla="*/ 59124 h 94328"/>
                      <a:gd name="connsiteX5" fmla="*/ 19088 w 59908"/>
                      <a:gd name="connsiteY5" fmla="*/ 60512 h 94328"/>
                      <a:gd name="connsiteX6" fmla="*/ 24565 w 59908"/>
                      <a:gd name="connsiteY6" fmla="*/ 60968 h 94328"/>
                      <a:gd name="connsiteX7" fmla="*/ 49111 w 59908"/>
                      <a:gd name="connsiteY7" fmla="*/ 52481 h 94328"/>
                      <a:gd name="connsiteX8" fmla="*/ 58180 w 59908"/>
                      <a:gd name="connsiteY8" fmla="*/ 29499 h 94328"/>
                      <a:gd name="connsiteX9" fmla="*/ 48873 w 59908"/>
                      <a:gd name="connsiteY9" fmla="*/ 6279 h 94328"/>
                      <a:gd name="connsiteX10" fmla="*/ 22640 w 59908"/>
                      <a:gd name="connsiteY10" fmla="*/ -1990 h 94328"/>
                      <a:gd name="connsiteX11" fmla="*/ 10753 w 59908"/>
                      <a:gd name="connsiteY11" fmla="*/ -999 h 94328"/>
                      <a:gd name="connsiteX12" fmla="*/ -1728 w 59908"/>
                      <a:gd name="connsiteY12" fmla="*/ 1976 h 94328"/>
                      <a:gd name="connsiteX13" fmla="*/ -1728 w 59908"/>
                      <a:gd name="connsiteY13" fmla="*/ 14567 h 94328"/>
                      <a:gd name="connsiteX14" fmla="*/ 9801 w 59908"/>
                      <a:gd name="connsiteY14" fmla="*/ 10046 h 94328"/>
                      <a:gd name="connsiteX15" fmla="*/ 22382 w 59908"/>
                      <a:gd name="connsiteY15" fmla="*/ 8559 h 94328"/>
                      <a:gd name="connsiteX16" fmla="*/ 39368 w 59908"/>
                      <a:gd name="connsiteY16" fmla="*/ 14191 h 94328"/>
                      <a:gd name="connsiteX17" fmla="*/ 45639 w 59908"/>
                      <a:gd name="connsiteY17" fmla="*/ 29499 h 94328"/>
                      <a:gd name="connsiteX18" fmla="*/ 39368 w 59908"/>
                      <a:gd name="connsiteY18" fmla="*/ 44788 h 94328"/>
                      <a:gd name="connsiteX19" fmla="*/ 22382 w 59908"/>
                      <a:gd name="connsiteY19" fmla="*/ 50439 h 94328"/>
                      <a:gd name="connsiteX20" fmla="*/ 12361 w 59908"/>
                      <a:gd name="connsiteY20" fmla="*/ 49328 h 94328"/>
                      <a:gd name="connsiteX21" fmla="*/ 2181 w 59908"/>
                      <a:gd name="connsiteY21" fmla="*/ 45858 h 94328"/>
                      <a:gd name="connsiteX22" fmla="*/ 218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1" y="92338"/>
                        </a:moveTo>
                        <a:lnTo>
                          <a:pt x="51354" y="92338"/>
                        </a:lnTo>
                        <a:lnTo>
                          <a:pt x="51354" y="81789"/>
                        </a:lnTo>
                        <a:lnTo>
                          <a:pt x="13650" y="81789"/>
                        </a:lnTo>
                        <a:lnTo>
                          <a:pt x="13650" y="59124"/>
                        </a:lnTo>
                        <a:cubicBezTo>
                          <a:pt x="15463" y="59746"/>
                          <a:pt x="17275" y="60208"/>
                          <a:pt x="19088" y="60512"/>
                        </a:cubicBezTo>
                        <a:cubicBezTo>
                          <a:pt x="20913" y="60816"/>
                          <a:pt x="22739" y="60968"/>
                          <a:pt x="24565" y="60968"/>
                        </a:cubicBezTo>
                        <a:cubicBezTo>
                          <a:pt x="34897" y="60968"/>
                          <a:pt x="43079" y="58139"/>
                          <a:pt x="49111" y="52481"/>
                        </a:cubicBezTo>
                        <a:cubicBezTo>
                          <a:pt x="55157" y="46823"/>
                          <a:pt x="58180" y="39163"/>
                          <a:pt x="58180" y="29499"/>
                        </a:cubicBezTo>
                        <a:cubicBezTo>
                          <a:pt x="58180" y="19545"/>
                          <a:pt x="55078" y="11805"/>
                          <a:pt x="48873" y="6279"/>
                        </a:cubicBezTo>
                        <a:cubicBezTo>
                          <a:pt x="42669" y="766"/>
                          <a:pt x="33924" y="-1990"/>
                          <a:pt x="22640" y="-1990"/>
                        </a:cubicBezTo>
                        <a:cubicBezTo>
                          <a:pt x="18750" y="-1990"/>
                          <a:pt x="14788" y="-1660"/>
                          <a:pt x="10753" y="-999"/>
                        </a:cubicBezTo>
                        <a:cubicBezTo>
                          <a:pt x="6732" y="-338"/>
                          <a:pt x="2571" y="654"/>
                          <a:pt x="-1728" y="1976"/>
                        </a:cubicBezTo>
                        <a:lnTo>
                          <a:pt x="-1728" y="14567"/>
                        </a:lnTo>
                        <a:cubicBezTo>
                          <a:pt x="1989" y="12545"/>
                          <a:pt x="5832" y="11038"/>
                          <a:pt x="9801" y="10046"/>
                        </a:cubicBezTo>
                        <a:cubicBezTo>
                          <a:pt x="13770" y="9055"/>
                          <a:pt x="17963" y="8559"/>
                          <a:pt x="22382" y="8559"/>
                        </a:cubicBezTo>
                        <a:cubicBezTo>
                          <a:pt x="29539" y="8559"/>
                          <a:pt x="35201" y="10436"/>
                          <a:pt x="39368" y="14191"/>
                        </a:cubicBezTo>
                        <a:cubicBezTo>
                          <a:pt x="43548" y="17945"/>
                          <a:pt x="45639" y="23048"/>
                          <a:pt x="45639" y="29499"/>
                        </a:cubicBezTo>
                        <a:cubicBezTo>
                          <a:pt x="45639" y="35937"/>
                          <a:pt x="43548" y="41033"/>
                          <a:pt x="39368" y="44788"/>
                        </a:cubicBezTo>
                        <a:cubicBezTo>
                          <a:pt x="35201" y="48555"/>
                          <a:pt x="29539" y="50439"/>
                          <a:pt x="22382" y="50439"/>
                        </a:cubicBezTo>
                        <a:cubicBezTo>
                          <a:pt x="19035" y="50439"/>
                          <a:pt x="15694" y="50069"/>
                          <a:pt x="12361" y="49328"/>
                        </a:cubicBezTo>
                        <a:cubicBezTo>
                          <a:pt x="9040" y="48588"/>
                          <a:pt x="5647" y="47431"/>
                          <a:pt x="2181" y="45858"/>
                        </a:cubicBezTo>
                        <a:lnTo>
                          <a:pt x="218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43" name="Freeform: Shape 342">
                    <a:extLst>
                      <a:ext uri="{FF2B5EF4-FFF2-40B4-BE49-F238E27FC236}">
                        <a16:creationId xmlns:a16="http://schemas.microsoft.com/office/drawing/2014/main" id="{33AA4AE7-96F9-835B-798E-6500089D20AC}"/>
                      </a:ext>
                    </a:extLst>
                  </p:cNvPr>
                  <p:cNvSpPr/>
                  <p:nvPr/>
                </p:nvSpPr>
                <p:spPr>
                  <a:xfrm flipV="1">
                    <a:off x="6706773" y="4960969"/>
                    <a:ext cx="59908" cy="94328"/>
                  </a:xfrm>
                  <a:custGeom>
                    <a:avLst/>
                    <a:gdLst>
                      <a:gd name="connsiteX0" fmla="*/ 2187 w 59908"/>
                      <a:gd name="connsiteY0" fmla="*/ 92338 h 94328"/>
                      <a:gd name="connsiteX1" fmla="*/ 51360 w 59908"/>
                      <a:gd name="connsiteY1" fmla="*/ 92338 h 94328"/>
                      <a:gd name="connsiteX2" fmla="*/ 51360 w 59908"/>
                      <a:gd name="connsiteY2" fmla="*/ 81789 h 94328"/>
                      <a:gd name="connsiteX3" fmla="*/ 13657 w 59908"/>
                      <a:gd name="connsiteY3" fmla="*/ 81789 h 94328"/>
                      <a:gd name="connsiteX4" fmla="*/ 13657 w 59908"/>
                      <a:gd name="connsiteY4" fmla="*/ 59124 h 94328"/>
                      <a:gd name="connsiteX5" fmla="*/ 19094 w 59908"/>
                      <a:gd name="connsiteY5" fmla="*/ 60512 h 94328"/>
                      <a:gd name="connsiteX6" fmla="*/ 24571 w 59908"/>
                      <a:gd name="connsiteY6" fmla="*/ 60968 h 94328"/>
                      <a:gd name="connsiteX7" fmla="*/ 49118 w 59908"/>
                      <a:gd name="connsiteY7" fmla="*/ 52481 h 94328"/>
                      <a:gd name="connsiteX8" fmla="*/ 58186 w 59908"/>
                      <a:gd name="connsiteY8" fmla="*/ 29499 h 94328"/>
                      <a:gd name="connsiteX9" fmla="*/ 48880 w 59908"/>
                      <a:gd name="connsiteY9" fmla="*/ 6279 h 94328"/>
                      <a:gd name="connsiteX10" fmla="*/ 22646 w 59908"/>
                      <a:gd name="connsiteY10" fmla="*/ -1990 h 94328"/>
                      <a:gd name="connsiteX11" fmla="*/ 10760 w 59908"/>
                      <a:gd name="connsiteY11" fmla="*/ -999 h 94328"/>
                      <a:gd name="connsiteX12" fmla="*/ -1722 w 59908"/>
                      <a:gd name="connsiteY12" fmla="*/ 1976 h 94328"/>
                      <a:gd name="connsiteX13" fmla="*/ -1722 w 59908"/>
                      <a:gd name="connsiteY13" fmla="*/ 14567 h 94328"/>
                      <a:gd name="connsiteX14" fmla="*/ 9807 w 59908"/>
                      <a:gd name="connsiteY14" fmla="*/ 10046 h 94328"/>
                      <a:gd name="connsiteX15" fmla="*/ 22388 w 59908"/>
                      <a:gd name="connsiteY15" fmla="*/ 8559 h 94328"/>
                      <a:gd name="connsiteX16" fmla="*/ 39374 w 59908"/>
                      <a:gd name="connsiteY16" fmla="*/ 14191 h 94328"/>
                      <a:gd name="connsiteX17" fmla="*/ 45645 w 59908"/>
                      <a:gd name="connsiteY17" fmla="*/ 29499 h 94328"/>
                      <a:gd name="connsiteX18" fmla="*/ 39374 w 59908"/>
                      <a:gd name="connsiteY18" fmla="*/ 44788 h 94328"/>
                      <a:gd name="connsiteX19" fmla="*/ 22388 w 59908"/>
                      <a:gd name="connsiteY19" fmla="*/ 50439 h 94328"/>
                      <a:gd name="connsiteX20" fmla="*/ 12367 w 59908"/>
                      <a:gd name="connsiteY20" fmla="*/ 49328 h 94328"/>
                      <a:gd name="connsiteX21" fmla="*/ 2187 w 59908"/>
                      <a:gd name="connsiteY21" fmla="*/ 45858 h 94328"/>
                      <a:gd name="connsiteX22" fmla="*/ 218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7" y="92338"/>
                        </a:moveTo>
                        <a:lnTo>
                          <a:pt x="51360" y="92338"/>
                        </a:lnTo>
                        <a:lnTo>
                          <a:pt x="51360" y="81789"/>
                        </a:lnTo>
                        <a:lnTo>
                          <a:pt x="13657" y="81789"/>
                        </a:lnTo>
                        <a:lnTo>
                          <a:pt x="13657" y="59124"/>
                        </a:lnTo>
                        <a:cubicBezTo>
                          <a:pt x="15469" y="59746"/>
                          <a:pt x="17282" y="60208"/>
                          <a:pt x="19094" y="60512"/>
                        </a:cubicBezTo>
                        <a:cubicBezTo>
                          <a:pt x="20920" y="60816"/>
                          <a:pt x="22745" y="60968"/>
                          <a:pt x="24571" y="60968"/>
                        </a:cubicBezTo>
                        <a:cubicBezTo>
                          <a:pt x="34903" y="60968"/>
                          <a:pt x="43085" y="58139"/>
                          <a:pt x="49118" y="52481"/>
                        </a:cubicBezTo>
                        <a:cubicBezTo>
                          <a:pt x="55163" y="46823"/>
                          <a:pt x="58186" y="39163"/>
                          <a:pt x="58186" y="29499"/>
                        </a:cubicBezTo>
                        <a:cubicBezTo>
                          <a:pt x="58186" y="19545"/>
                          <a:pt x="55084" y="11805"/>
                          <a:pt x="48880" y="6279"/>
                        </a:cubicBezTo>
                        <a:cubicBezTo>
                          <a:pt x="42675" y="766"/>
                          <a:pt x="33931" y="-1990"/>
                          <a:pt x="22646" y="-1990"/>
                        </a:cubicBezTo>
                        <a:cubicBezTo>
                          <a:pt x="18757" y="-1990"/>
                          <a:pt x="14795" y="-1660"/>
                          <a:pt x="10760" y="-999"/>
                        </a:cubicBezTo>
                        <a:cubicBezTo>
                          <a:pt x="6738" y="-338"/>
                          <a:pt x="2577" y="654"/>
                          <a:pt x="-1722" y="1976"/>
                        </a:cubicBezTo>
                        <a:lnTo>
                          <a:pt x="-1722" y="14567"/>
                        </a:lnTo>
                        <a:cubicBezTo>
                          <a:pt x="1995" y="12545"/>
                          <a:pt x="5838" y="11038"/>
                          <a:pt x="9807" y="10046"/>
                        </a:cubicBezTo>
                        <a:cubicBezTo>
                          <a:pt x="13776" y="9055"/>
                          <a:pt x="17970" y="8559"/>
                          <a:pt x="22388" y="8559"/>
                        </a:cubicBezTo>
                        <a:cubicBezTo>
                          <a:pt x="29545" y="8559"/>
                          <a:pt x="35207" y="10436"/>
                          <a:pt x="39374" y="14191"/>
                        </a:cubicBezTo>
                        <a:cubicBezTo>
                          <a:pt x="43555" y="17945"/>
                          <a:pt x="45645" y="23048"/>
                          <a:pt x="45645" y="29499"/>
                        </a:cubicBezTo>
                        <a:cubicBezTo>
                          <a:pt x="45645" y="35937"/>
                          <a:pt x="43555" y="41033"/>
                          <a:pt x="39374" y="44788"/>
                        </a:cubicBezTo>
                        <a:cubicBezTo>
                          <a:pt x="35207" y="48555"/>
                          <a:pt x="29545" y="50439"/>
                          <a:pt x="22388" y="50439"/>
                        </a:cubicBezTo>
                        <a:cubicBezTo>
                          <a:pt x="19041" y="50439"/>
                          <a:pt x="15701" y="50069"/>
                          <a:pt x="12367" y="49328"/>
                        </a:cubicBezTo>
                        <a:cubicBezTo>
                          <a:pt x="9046" y="48588"/>
                          <a:pt x="5653" y="47431"/>
                          <a:pt x="2187" y="45858"/>
                        </a:cubicBezTo>
                        <a:lnTo>
                          <a:pt x="218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44" name="Freeform: Shape 343">
                    <a:extLst>
                      <a:ext uri="{FF2B5EF4-FFF2-40B4-BE49-F238E27FC236}">
                        <a16:creationId xmlns:a16="http://schemas.microsoft.com/office/drawing/2014/main" id="{A602540E-C5A6-E849-593E-FB31E113E87C}"/>
                      </a:ext>
                    </a:extLst>
                  </p:cNvPr>
                  <p:cNvSpPr/>
                  <p:nvPr/>
                </p:nvSpPr>
                <p:spPr>
                  <a:xfrm flipV="1">
                    <a:off x="6786146" y="4959304"/>
                    <a:ext cx="63996" cy="95994"/>
                  </a:xfrm>
                  <a:custGeom>
                    <a:avLst/>
                    <a:gdLst>
                      <a:gd name="connsiteX0" fmla="*/ 30241 w 63996"/>
                      <a:gd name="connsiteY0" fmla="*/ 84047 h 95994"/>
                      <a:gd name="connsiteX1" fmla="*/ 15696 w 63996"/>
                      <a:gd name="connsiteY1" fmla="*/ 74529 h 95994"/>
                      <a:gd name="connsiteX2" fmla="*/ 10834 w 63996"/>
                      <a:gd name="connsiteY2" fmla="*/ 45935 h 95994"/>
                      <a:gd name="connsiteX3" fmla="*/ 15696 w 63996"/>
                      <a:gd name="connsiteY3" fmla="*/ 17401 h 95994"/>
                      <a:gd name="connsiteX4" fmla="*/ 30241 w 63996"/>
                      <a:gd name="connsiteY4" fmla="*/ 7883 h 95994"/>
                      <a:gd name="connsiteX5" fmla="*/ 44846 w 63996"/>
                      <a:gd name="connsiteY5" fmla="*/ 17401 h 95994"/>
                      <a:gd name="connsiteX6" fmla="*/ 49728 w 63996"/>
                      <a:gd name="connsiteY6" fmla="*/ 45935 h 95994"/>
                      <a:gd name="connsiteX7" fmla="*/ 44846 w 63996"/>
                      <a:gd name="connsiteY7" fmla="*/ 74529 h 95994"/>
                      <a:gd name="connsiteX8" fmla="*/ 30241 w 63996"/>
                      <a:gd name="connsiteY8" fmla="*/ 84047 h 95994"/>
                      <a:gd name="connsiteX9" fmla="*/ 30241 w 63996"/>
                      <a:gd name="connsiteY9" fmla="*/ 93962 h 95994"/>
                      <a:gd name="connsiteX10" fmla="*/ 54034 w 63996"/>
                      <a:gd name="connsiteY10" fmla="*/ 81648 h 95994"/>
                      <a:gd name="connsiteX11" fmla="*/ 62249 w 63996"/>
                      <a:gd name="connsiteY11" fmla="*/ 45935 h 95994"/>
                      <a:gd name="connsiteX12" fmla="*/ 54034 w 63996"/>
                      <a:gd name="connsiteY12" fmla="*/ 10262 h 95994"/>
                      <a:gd name="connsiteX13" fmla="*/ 30241 w 63996"/>
                      <a:gd name="connsiteY13" fmla="*/ -2032 h 95994"/>
                      <a:gd name="connsiteX14" fmla="*/ 6469 w 63996"/>
                      <a:gd name="connsiteY14" fmla="*/ 10262 h 95994"/>
                      <a:gd name="connsiteX15" fmla="*/ -1747 w 63996"/>
                      <a:gd name="connsiteY15" fmla="*/ 45935 h 95994"/>
                      <a:gd name="connsiteX16" fmla="*/ 6469 w 63996"/>
                      <a:gd name="connsiteY16" fmla="*/ 81648 h 95994"/>
                      <a:gd name="connsiteX17" fmla="*/ 3024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41" y="84047"/>
                        </a:moveTo>
                        <a:cubicBezTo>
                          <a:pt x="23799" y="84047"/>
                          <a:pt x="18950" y="80875"/>
                          <a:pt x="15696" y="74529"/>
                        </a:cubicBezTo>
                        <a:cubicBezTo>
                          <a:pt x="12455" y="68197"/>
                          <a:pt x="10834" y="58666"/>
                          <a:pt x="10834" y="45935"/>
                        </a:cubicBezTo>
                        <a:cubicBezTo>
                          <a:pt x="10834" y="33258"/>
                          <a:pt x="12455" y="23746"/>
                          <a:pt x="15696" y="17401"/>
                        </a:cubicBezTo>
                        <a:cubicBezTo>
                          <a:pt x="18950" y="11055"/>
                          <a:pt x="23799" y="7883"/>
                          <a:pt x="30241" y="7883"/>
                        </a:cubicBezTo>
                        <a:cubicBezTo>
                          <a:pt x="36737" y="7883"/>
                          <a:pt x="41605" y="11055"/>
                          <a:pt x="44846" y="17401"/>
                        </a:cubicBezTo>
                        <a:cubicBezTo>
                          <a:pt x="48101" y="23746"/>
                          <a:pt x="49728" y="33258"/>
                          <a:pt x="49728" y="45935"/>
                        </a:cubicBezTo>
                        <a:cubicBezTo>
                          <a:pt x="49728" y="58666"/>
                          <a:pt x="48101" y="68197"/>
                          <a:pt x="44846" y="74529"/>
                        </a:cubicBezTo>
                        <a:cubicBezTo>
                          <a:pt x="41605" y="80875"/>
                          <a:pt x="36737" y="84047"/>
                          <a:pt x="30241" y="84047"/>
                        </a:cubicBezTo>
                        <a:close/>
                        <a:moveTo>
                          <a:pt x="30241" y="93962"/>
                        </a:moveTo>
                        <a:cubicBezTo>
                          <a:pt x="40626" y="93962"/>
                          <a:pt x="48557" y="89857"/>
                          <a:pt x="54034" y="81648"/>
                        </a:cubicBezTo>
                        <a:cubicBezTo>
                          <a:pt x="59511" y="73452"/>
                          <a:pt x="62249" y="61548"/>
                          <a:pt x="62249" y="45935"/>
                        </a:cubicBezTo>
                        <a:cubicBezTo>
                          <a:pt x="62249" y="30363"/>
                          <a:pt x="59511" y="18471"/>
                          <a:pt x="54034" y="10262"/>
                        </a:cubicBezTo>
                        <a:cubicBezTo>
                          <a:pt x="48557" y="2066"/>
                          <a:pt x="40626" y="-2032"/>
                          <a:pt x="30241" y="-2032"/>
                        </a:cubicBezTo>
                        <a:cubicBezTo>
                          <a:pt x="19870" y="-2032"/>
                          <a:pt x="11946" y="2066"/>
                          <a:pt x="6469" y="10262"/>
                        </a:cubicBezTo>
                        <a:cubicBezTo>
                          <a:pt x="992" y="18471"/>
                          <a:pt x="-1747" y="30363"/>
                          <a:pt x="-1747" y="45935"/>
                        </a:cubicBezTo>
                        <a:cubicBezTo>
                          <a:pt x="-1747" y="61548"/>
                          <a:pt x="992" y="73452"/>
                          <a:pt x="6469" y="81648"/>
                        </a:cubicBezTo>
                        <a:cubicBezTo>
                          <a:pt x="11946" y="89857"/>
                          <a:pt x="19870" y="93962"/>
                          <a:pt x="3024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45" name="Graphic 299">
                <a:extLst>
                  <a:ext uri="{FF2B5EF4-FFF2-40B4-BE49-F238E27FC236}">
                    <a16:creationId xmlns:a16="http://schemas.microsoft.com/office/drawing/2014/main" id="{FA8BAD42-F70D-82AF-7879-444A092ED9A7}"/>
                  </a:ext>
                </a:extLst>
              </p:cNvPr>
              <p:cNvGrpSpPr/>
              <p:nvPr/>
            </p:nvGrpSpPr>
            <p:grpSpPr>
              <a:xfrm>
                <a:off x="7194317" y="4868227"/>
                <a:ext cx="224169" cy="187070"/>
                <a:chOff x="719431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46" name="Freeform: Shape 345">
                  <a:extLst>
                    <a:ext uri="{FF2B5EF4-FFF2-40B4-BE49-F238E27FC236}">
                      <a16:creationId xmlns:a16="http://schemas.microsoft.com/office/drawing/2014/main" id="{17B8DA17-BAAA-4638-7372-4A73E44DD3B8}"/>
                    </a:ext>
                  </a:extLst>
                </p:cNvPr>
                <p:cNvSpPr/>
                <p:nvPr/>
              </p:nvSpPr>
              <p:spPr>
                <a:xfrm>
                  <a:off x="7305720" y="4868227"/>
                  <a:ext cx="12700" cy="44417"/>
                </a:xfrm>
                <a:custGeom>
                  <a:avLst/>
                  <a:gdLst>
                    <a:gd name="connsiteX0" fmla="*/ 326 w 12700"/>
                    <a:gd name="connsiteY0" fmla="*/ 286 h 44417"/>
                    <a:gd name="connsiteX1" fmla="*/ 32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26" y="286"/>
                      </a:moveTo>
                      <a:lnTo>
                        <a:pt x="32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47" name="Graphic 299">
                  <a:extLst>
                    <a:ext uri="{FF2B5EF4-FFF2-40B4-BE49-F238E27FC236}">
                      <a16:creationId xmlns:a16="http://schemas.microsoft.com/office/drawing/2014/main" id="{46E5B54A-7359-0D45-4544-D26B47C79707}"/>
                    </a:ext>
                  </a:extLst>
                </p:cNvPr>
                <p:cNvGrpSpPr/>
                <p:nvPr/>
              </p:nvGrpSpPr>
              <p:grpSpPr>
                <a:xfrm>
                  <a:off x="7194317" y="4959304"/>
                  <a:ext cx="224169" cy="95994"/>
                  <a:chOff x="719431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48" name="Freeform: Shape 347">
                    <a:extLst>
                      <a:ext uri="{FF2B5EF4-FFF2-40B4-BE49-F238E27FC236}">
                        <a16:creationId xmlns:a16="http://schemas.microsoft.com/office/drawing/2014/main" id="{343DD07E-6E51-1577-3FED-3CD5D563BE4F}"/>
                      </a:ext>
                    </a:extLst>
                  </p:cNvPr>
                  <p:cNvSpPr/>
                  <p:nvPr/>
                </p:nvSpPr>
                <p:spPr>
                  <a:xfrm flipV="1">
                    <a:off x="7194317" y="4960969"/>
                    <a:ext cx="59908" cy="94328"/>
                  </a:xfrm>
                  <a:custGeom>
                    <a:avLst/>
                    <a:gdLst>
                      <a:gd name="connsiteX0" fmla="*/ 2226 w 59908"/>
                      <a:gd name="connsiteY0" fmla="*/ 92338 h 94328"/>
                      <a:gd name="connsiteX1" fmla="*/ 51398 w 59908"/>
                      <a:gd name="connsiteY1" fmla="*/ 92338 h 94328"/>
                      <a:gd name="connsiteX2" fmla="*/ 51398 w 59908"/>
                      <a:gd name="connsiteY2" fmla="*/ 81789 h 94328"/>
                      <a:gd name="connsiteX3" fmla="*/ 13695 w 59908"/>
                      <a:gd name="connsiteY3" fmla="*/ 81789 h 94328"/>
                      <a:gd name="connsiteX4" fmla="*/ 13695 w 59908"/>
                      <a:gd name="connsiteY4" fmla="*/ 59124 h 94328"/>
                      <a:gd name="connsiteX5" fmla="*/ 19132 w 59908"/>
                      <a:gd name="connsiteY5" fmla="*/ 60512 h 94328"/>
                      <a:gd name="connsiteX6" fmla="*/ 24609 w 59908"/>
                      <a:gd name="connsiteY6" fmla="*/ 60968 h 94328"/>
                      <a:gd name="connsiteX7" fmla="*/ 49156 w 59908"/>
                      <a:gd name="connsiteY7" fmla="*/ 52481 h 94328"/>
                      <a:gd name="connsiteX8" fmla="*/ 58225 w 59908"/>
                      <a:gd name="connsiteY8" fmla="*/ 29499 h 94328"/>
                      <a:gd name="connsiteX9" fmla="*/ 48918 w 59908"/>
                      <a:gd name="connsiteY9" fmla="*/ 6279 h 94328"/>
                      <a:gd name="connsiteX10" fmla="*/ 22684 w 59908"/>
                      <a:gd name="connsiteY10" fmla="*/ -1990 h 94328"/>
                      <a:gd name="connsiteX11" fmla="*/ 10798 w 59908"/>
                      <a:gd name="connsiteY11" fmla="*/ -999 h 94328"/>
                      <a:gd name="connsiteX12" fmla="*/ -1684 w 59908"/>
                      <a:gd name="connsiteY12" fmla="*/ 1976 h 94328"/>
                      <a:gd name="connsiteX13" fmla="*/ -1684 w 59908"/>
                      <a:gd name="connsiteY13" fmla="*/ 14567 h 94328"/>
                      <a:gd name="connsiteX14" fmla="*/ 9846 w 59908"/>
                      <a:gd name="connsiteY14" fmla="*/ 10046 h 94328"/>
                      <a:gd name="connsiteX15" fmla="*/ 22426 w 59908"/>
                      <a:gd name="connsiteY15" fmla="*/ 8559 h 94328"/>
                      <a:gd name="connsiteX16" fmla="*/ 39413 w 59908"/>
                      <a:gd name="connsiteY16" fmla="*/ 14191 h 94328"/>
                      <a:gd name="connsiteX17" fmla="*/ 45683 w 59908"/>
                      <a:gd name="connsiteY17" fmla="*/ 29499 h 94328"/>
                      <a:gd name="connsiteX18" fmla="*/ 39413 w 59908"/>
                      <a:gd name="connsiteY18" fmla="*/ 44788 h 94328"/>
                      <a:gd name="connsiteX19" fmla="*/ 22426 w 59908"/>
                      <a:gd name="connsiteY19" fmla="*/ 50439 h 94328"/>
                      <a:gd name="connsiteX20" fmla="*/ 12405 w 59908"/>
                      <a:gd name="connsiteY20" fmla="*/ 49328 h 94328"/>
                      <a:gd name="connsiteX21" fmla="*/ 2226 w 59908"/>
                      <a:gd name="connsiteY21" fmla="*/ 45858 h 94328"/>
                      <a:gd name="connsiteX22" fmla="*/ 222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26" y="92338"/>
                        </a:moveTo>
                        <a:lnTo>
                          <a:pt x="51398" y="92338"/>
                        </a:lnTo>
                        <a:lnTo>
                          <a:pt x="51398" y="81789"/>
                        </a:lnTo>
                        <a:lnTo>
                          <a:pt x="13695" y="81789"/>
                        </a:lnTo>
                        <a:lnTo>
                          <a:pt x="13695" y="59124"/>
                        </a:lnTo>
                        <a:cubicBezTo>
                          <a:pt x="15508" y="59746"/>
                          <a:pt x="17320" y="60208"/>
                          <a:pt x="19132" y="60512"/>
                        </a:cubicBezTo>
                        <a:cubicBezTo>
                          <a:pt x="20958" y="60816"/>
                          <a:pt x="22784" y="60968"/>
                          <a:pt x="24609" y="60968"/>
                        </a:cubicBezTo>
                        <a:cubicBezTo>
                          <a:pt x="34941" y="60968"/>
                          <a:pt x="43124" y="58139"/>
                          <a:pt x="49156" y="52481"/>
                        </a:cubicBezTo>
                        <a:cubicBezTo>
                          <a:pt x="55202" y="46823"/>
                          <a:pt x="58225" y="39163"/>
                          <a:pt x="58225" y="29499"/>
                        </a:cubicBezTo>
                        <a:cubicBezTo>
                          <a:pt x="58225" y="19545"/>
                          <a:pt x="55122" y="11805"/>
                          <a:pt x="48918" y="6279"/>
                        </a:cubicBezTo>
                        <a:cubicBezTo>
                          <a:pt x="42713" y="766"/>
                          <a:pt x="33969" y="-1990"/>
                          <a:pt x="22684" y="-1990"/>
                        </a:cubicBezTo>
                        <a:cubicBezTo>
                          <a:pt x="18795" y="-1990"/>
                          <a:pt x="14833" y="-1660"/>
                          <a:pt x="10798" y="-999"/>
                        </a:cubicBezTo>
                        <a:cubicBezTo>
                          <a:pt x="6776" y="-338"/>
                          <a:pt x="2616" y="654"/>
                          <a:pt x="-1684" y="1976"/>
                        </a:cubicBezTo>
                        <a:lnTo>
                          <a:pt x="-1684" y="14567"/>
                        </a:lnTo>
                        <a:cubicBezTo>
                          <a:pt x="2034" y="12545"/>
                          <a:pt x="5877" y="11038"/>
                          <a:pt x="9846" y="10046"/>
                        </a:cubicBezTo>
                        <a:cubicBezTo>
                          <a:pt x="13814" y="9055"/>
                          <a:pt x="18008" y="8559"/>
                          <a:pt x="22426" y="8559"/>
                        </a:cubicBezTo>
                        <a:cubicBezTo>
                          <a:pt x="29583" y="8559"/>
                          <a:pt x="35246" y="10436"/>
                          <a:pt x="39413" y="14191"/>
                        </a:cubicBezTo>
                        <a:cubicBezTo>
                          <a:pt x="43593" y="17945"/>
                          <a:pt x="45683" y="23048"/>
                          <a:pt x="45683" y="29499"/>
                        </a:cubicBezTo>
                        <a:cubicBezTo>
                          <a:pt x="45683" y="35937"/>
                          <a:pt x="43593" y="41033"/>
                          <a:pt x="39413" y="44788"/>
                        </a:cubicBezTo>
                        <a:cubicBezTo>
                          <a:pt x="35246" y="48555"/>
                          <a:pt x="29583" y="50439"/>
                          <a:pt x="22426" y="50439"/>
                        </a:cubicBezTo>
                        <a:cubicBezTo>
                          <a:pt x="19080" y="50439"/>
                          <a:pt x="15739" y="50069"/>
                          <a:pt x="12405" y="49328"/>
                        </a:cubicBezTo>
                        <a:cubicBezTo>
                          <a:pt x="9085" y="48588"/>
                          <a:pt x="5692" y="47431"/>
                          <a:pt x="2226" y="45858"/>
                        </a:cubicBezTo>
                        <a:lnTo>
                          <a:pt x="222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49" name="Freeform: Shape 348">
                    <a:extLst>
                      <a:ext uri="{FF2B5EF4-FFF2-40B4-BE49-F238E27FC236}">
                        <a16:creationId xmlns:a16="http://schemas.microsoft.com/office/drawing/2014/main" id="{4F41B029-1391-8297-73C8-3A88627F702E}"/>
                      </a:ext>
                    </a:extLst>
                  </p:cNvPr>
                  <p:cNvSpPr/>
                  <p:nvPr/>
                </p:nvSpPr>
                <p:spPr>
                  <a:xfrm flipV="1">
                    <a:off x="7274186" y="4959304"/>
                    <a:ext cx="63936" cy="95994"/>
                  </a:xfrm>
                  <a:custGeom>
                    <a:avLst/>
                    <a:gdLst>
                      <a:gd name="connsiteX0" fmla="*/ 31328 w 63936"/>
                      <a:gd name="connsiteY0" fmla="*/ 51012 h 95994"/>
                      <a:gd name="connsiteX1" fmla="*/ 17953 w 63936"/>
                      <a:gd name="connsiteY1" fmla="*/ 45241 h 95994"/>
                      <a:gd name="connsiteX2" fmla="*/ 13032 w 63936"/>
                      <a:gd name="connsiteY2" fmla="*/ 29457 h 95994"/>
                      <a:gd name="connsiteX3" fmla="*/ 17953 w 63936"/>
                      <a:gd name="connsiteY3" fmla="*/ 13673 h 95994"/>
                      <a:gd name="connsiteX4" fmla="*/ 31328 w 63936"/>
                      <a:gd name="connsiteY4" fmla="*/ 7883 h 95994"/>
                      <a:gd name="connsiteX5" fmla="*/ 44683 w 63936"/>
                      <a:gd name="connsiteY5" fmla="*/ 13673 h 95994"/>
                      <a:gd name="connsiteX6" fmla="*/ 49604 w 63936"/>
                      <a:gd name="connsiteY6" fmla="*/ 29457 h 95994"/>
                      <a:gd name="connsiteX7" fmla="*/ 44683 w 63936"/>
                      <a:gd name="connsiteY7" fmla="*/ 45241 h 95994"/>
                      <a:gd name="connsiteX8" fmla="*/ 31328 w 63936"/>
                      <a:gd name="connsiteY8" fmla="*/ 51012 h 95994"/>
                      <a:gd name="connsiteX9" fmla="*/ 56192 w 63936"/>
                      <a:gd name="connsiteY9" fmla="*/ 90254 h 95994"/>
                      <a:gd name="connsiteX10" fmla="*/ 56192 w 63936"/>
                      <a:gd name="connsiteY10" fmla="*/ 78852 h 95994"/>
                      <a:gd name="connsiteX11" fmla="*/ 46667 w 63936"/>
                      <a:gd name="connsiteY11" fmla="*/ 82243 h 95994"/>
                      <a:gd name="connsiteX12" fmla="*/ 37142 w 63936"/>
                      <a:gd name="connsiteY12" fmla="*/ 83433 h 95994"/>
                      <a:gd name="connsiteX13" fmla="*/ 18191 w 63936"/>
                      <a:gd name="connsiteY13" fmla="*/ 75065 h 95994"/>
                      <a:gd name="connsiteX14" fmla="*/ 10730 w 63936"/>
                      <a:gd name="connsiteY14" fmla="*/ 49782 h 95994"/>
                      <a:gd name="connsiteX15" fmla="*/ 19898 w 63936"/>
                      <a:gd name="connsiteY15" fmla="*/ 58051 h 95994"/>
                      <a:gd name="connsiteX16" fmla="*/ 32062 w 63936"/>
                      <a:gd name="connsiteY16" fmla="*/ 60926 h 95994"/>
                      <a:gd name="connsiteX17" fmla="*/ 54109 w 63936"/>
                      <a:gd name="connsiteY17" fmla="*/ 52459 h 95994"/>
                      <a:gd name="connsiteX18" fmla="*/ 62205 w 63936"/>
                      <a:gd name="connsiteY18" fmla="*/ 29457 h 95994"/>
                      <a:gd name="connsiteX19" fmla="*/ 53771 w 63936"/>
                      <a:gd name="connsiteY19" fmla="*/ 6574 h 95994"/>
                      <a:gd name="connsiteX20" fmla="*/ 31328 w 63936"/>
                      <a:gd name="connsiteY20" fmla="*/ -2032 h 95994"/>
                      <a:gd name="connsiteX21" fmla="*/ 6761 w 63936"/>
                      <a:gd name="connsiteY21" fmla="*/ 10262 h 95994"/>
                      <a:gd name="connsiteX22" fmla="*/ -1732 w 63936"/>
                      <a:gd name="connsiteY22" fmla="*/ 45935 h 95994"/>
                      <a:gd name="connsiteX23" fmla="*/ 8686 w 63936"/>
                      <a:gd name="connsiteY23" fmla="*/ 80914 h 95994"/>
                      <a:gd name="connsiteX24" fmla="*/ 36646 w 63936"/>
                      <a:gd name="connsiteY24" fmla="*/ 93962 h 95994"/>
                      <a:gd name="connsiteX25" fmla="*/ 46171 w 63936"/>
                      <a:gd name="connsiteY25" fmla="*/ 93030 h 95994"/>
                      <a:gd name="connsiteX26" fmla="*/ 56192 w 63936"/>
                      <a:gd name="connsiteY26" fmla="*/ 9025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936" h="95994">
                        <a:moveTo>
                          <a:pt x="31328" y="51012"/>
                        </a:moveTo>
                        <a:cubicBezTo>
                          <a:pt x="25706" y="51012"/>
                          <a:pt x="21247" y="49088"/>
                          <a:pt x="17953" y="45241"/>
                        </a:cubicBezTo>
                        <a:cubicBezTo>
                          <a:pt x="14672" y="41408"/>
                          <a:pt x="13032" y="36146"/>
                          <a:pt x="13032" y="29457"/>
                        </a:cubicBezTo>
                        <a:cubicBezTo>
                          <a:pt x="13032" y="22808"/>
                          <a:pt x="14672" y="17546"/>
                          <a:pt x="17953" y="13673"/>
                        </a:cubicBezTo>
                        <a:cubicBezTo>
                          <a:pt x="21247" y="9813"/>
                          <a:pt x="25706" y="7883"/>
                          <a:pt x="31328" y="7883"/>
                        </a:cubicBezTo>
                        <a:cubicBezTo>
                          <a:pt x="36950" y="7883"/>
                          <a:pt x="41402" y="9813"/>
                          <a:pt x="44683" y="13673"/>
                        </a:cubicBezTo>
                        <a:cubicBezTo>
                          <a:pt x="47964" y="17546"/>
                          <a:pt x="49604" y="22808"/>
                          <a:pt x="49604" y="29457"/>
                        </a:cubicBezTo>
                        <a:cubicBezTo>
                          <a:pt x="49604" y="36146"/>
                          <a:pt x="47964" y="41408"/>
                          <a:pt x="44683" y="45241"/>
                        </a:cubicBezTo>
                        <a:cubicBezTo>
                          <a:pt x="41402" y="49088"/>
                          <a:pt x="36950" y="51012"/>
                          <a:pt x="31328" y="51012"/>
                        </a:cubicBezTo>
                        <a:close/>
                        <a:moveTo>
                          <a:pt x="56192" y="90254"/>
                        </a:moveTo>
                        <a:lnTo>
                          <a:pt x="56192" y="78852"/>
                        </a:lnTo>
                        <a:cubicBezTo>
                          <a:pt x="53044" y="80333"/>
                          <a:pt x="49869" y="81463"/>
                          <a:pt x="46667" y="82243"/>
                        </a:cubicBezTo>
                        <a:cubicBezTo>
                          <a:pt x="43466" y="83036"/>
                          <a:pt x="40291" y="83433"/>
                          <a:pt x="37142" y="83433"/>
                        </a:cubicBezTo>
                        <a:cubicBezTo>
                          <a:pt x="28874" y="83433"/>
                          <a:pt x="22557" y="80643"/>
                          <a:pt x="18191" y="75065"/>
                        </a:cubicBezTo>
                        <a:cubicBezTo>
                          <a:pt x="13839" y="69486"/>
                          <a:pt x="11352" y="61058"/>
                          <a:pt x="10730" y="49782"/>
                        </a:cubicBezTo>
                        <a:cubicBezTo>
                          <a:pt x="13164" y="53378"/>
                          <a:pt x="16220" y="56134"/>
                          <a:pt x="19898" y="58051"/>
                        </a:cubicBezTo>
                        <a:cubicBezTo>
                          <a:pt x="23589" y="59968"/>
                          <a:pt x="27644" y="60926"/>
                          <a:pt x="32062" y="60926"/>
                        </a:cubicBezTo>
                        <a:cubicBezTo>
                          <a:pt x="41362" y="60926"/>
                          <a:pt x="48711" y="58104"/>
                          <a:pt x="54109" y="52459"/>
                        </a:cubicBezTo>
                        <a:cubicBezTo>
                          <a:pt x="59506" y="46828"/>
                          <a:pt x="62205" y="39160"/>
                          <a:pt x="62205" y="29457"/>
                        </a:cubicBezTo>
                        <a:cubicBezTo>
                          <a:pt x="62205" y="19952"/>
                          <a:pt x="59394" y="12324"/>
                          <a:pt x="53771" y="6574"/>
                        </a:cubicBezTo>
                        <a:cubicBezTo>
                          <a:pt x="48149" y="837"/>
                          <a:pt x="40668" y="-2032"/>
                          <a:pt x="31328" y="-2032"/>
                        </a:cubicBezTo>
                        <a:cubicBezTo>
                          <a:pt x="20612" y="-2032"/>
                          <a:pt x="12423" y="2066"/>
                          <a:pt x="6761" y="10262"/>
                        </a:cubicBezTo>
                        <a:cubicBezTo>
                          <a:pt x="1099" y="18471"/>
                          <a:pt x="-1732" y="30363"/>
                          <a:pt x="-1732" y="45935"/>
                        </a:cubicBezTo>
                        <a:cubicBezTo>
                          <a:pt x="-1732" y="60556"/>
                          <a:pt x="1741" y="72216"/>
                          <a:pt x="8686" y="80914"/>
                        </a:cubicBezTo>
                        <a:cubicBezTo>
                          <a:pt x="15632" y="89613"/>
                          <a:pt x="24952" y="93962"/>
                          <a:pt x="36646" y="93962"/>
                        </a:cubicBezTo>
                        <a:cubicBezTo>
                          <a:pt x="39795" y="93962"/>
                          <a:pt x="42970" y="93651"/>
                          <a:pt x="46171" y="93030"/>
                        </a:cubicBezTo>
                        <a:cubicBezTo>
                          <a:pt x="49373" y="92409"/>
                          <a:pt x="52713" y="91483"/>
                          <a:pt x="56192" y="9025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50" name="Freeform: Shape 349">
                    <a:extLst>
                      <a:ext uri="{FF2B5EF4-FFF2-40B4-BE49-F238E27FC236}">
                        <a16:creationId xmlns:a16="http://schemas.microsoft.com/office/drawing/2014/main" id="{44313273-08B2-D8FE-50B3-52385BA74D73}"/>
                      </a:ext>
                    </a:extLst>
                  </p:cNvPr>
                  <p:cNvSpPr/>
                  <p:nvPr/>
                </p:nvSpPr>
                <p:spPr>
                  <a:xfrm flipV="1">
                    <a:off x="7354491" y="4959304"/>
                    <a:ext cx="63996" cy="95994"/>
                  </a:xfrm>
                  <a:custGeom>
                    <a:avLst/>
                    <a:gdLst>
                      <a:gd name="connsiteX0" fmla="*/ 30286 w 63996"/>
                      <a:gd name="connsiteY0" fmla="*/ 84047 h 95994"/>
                      <a:gd name="connsiteX1" fmla="*/ 15741 w 63996"/>
                      <a:gd name="connsiteY1" fmla="*/ 74529 h 95994"/>
                      <a:gd name="connsiteX2" fmla="*/ 10879 w 63996"/>
                      <a:gd name="connsiteY2" fmla="*/ 45935 h 95994"/>
                      <a:gd name="connsiteX3" fmla="*/ 15741 w 63996"/>
                      <a:gd name="connsiteY3" fmla="*/ 17401 h 95994"/>
                      <a:gd name="connsiteX4" fmla="*/ 30286 w 63996"/>
                      <a:gd name="connsiteY4" fmla="*/ 7883 h 95994"/>
                      <a:gd name="connsiteX5" fmla="*/ 44891 w 63996"/>
                      <a:gd name="connsiteY5" fmla="*/ 17401 h 95994"/>
                      <a:gd name="connsiteX6" fmla="*/ 49773 w 63996"/>
                      <a:gd name="connsiteY6" fmla="*/ 45935 h 95994"/>
                      <a:gd name="connsiteX7" fmla="*/ 44891 w 63996"/>
                      <a:gd name="connsiteY7" fmla="*/ 74529 h 95994"/>
                      <a:gd name="connsiteX8" fmla="*/ 30286 w 63996"/>
                      <a:gd name="connsiteY8" fmla="*/ 84047 h 95994"/>
                      <a:gd name="connsiteX9" fmla="*/ 30286 w 63996"/>
                      <a:gd name="connsiteY9" fmla="*/ 93962 h 95994"/>
                      <a:gd name="connsiteX10" fmla="*/ 54079 w 63996"/>
                      <a:gd name="connsiteY10" fmla="*/ 81648 h 95994"/>
                      <a:gd name="connsiteX11" fmla="*/ 62294 w 63996"/>
                      <a:gd name="connsiteY11" fmla="*/ 45935 h 95994"/>
                      <a:gd name="connsiteX12" fmla="*/ 54079 w 63996"/>
                      <a:gd name="connsiteY12" fmla="*/ 10262 h 95994"/>
                      <a:gd name="connsiteX13" fmla="*/ 30286 w 63996"/>
                      <a:gd name="connsiteY13" fmla="*/ -2032 h 95994"/>
                      <a:gd name="connsiteX14" fmla="*/ 6513 w 63996"/>
                      <a:gd name="connsiteY14" fmla="*/ 10262 h 95994"/>
                      <a:gd name="connsiteX15" fmla="*/ -1702 w 63996"/>
                      <a:gd name="connsiteY15" fmla="*/ 45935 h 95994"/>
                      <a:gd name="connsiteX16" fmla="*/ 6513 w 63996"/>
                      <a:gd name="connsiteY16" fmla="*/ 81648 h 95994"/>
                      <a:gd name="connsiteX17" fmla="*/ 3028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86" y="84047"/>
                        </a:moveTo>
                        <a:cubicBezTo>
                          <a:pt x="23844" y="84047"/>
                          <a:pt x="18995" y="80875"/>
                          <a:pt x="15741" y="74529"/>
                        </a:cubicBezTo>
                        <a:cubicBezTo>
                          <a:pt x="12500" y="68197"/>
                          <a:pt x="10879" y="58666"/>
                          <a:pt x="10879" y="45935"/>
                        </a:cubicBezTo>
                        <a:cubicBezTo>
                          <a:pt x="10879" y="33258"/>
                          <a:pt x="12500" y="23746"/>
                          <a:pt x="15741" y="17401"/>
                        </a:cubicBezTo>
                        <a:cubicBezTo>
                          <a:pt x="18995" y="11055"/>
                          <a:pt x="23844" y="7883"/>
                          <a:pt x="30286" y="7883"/>
                        </a:cubicBezTo>
                        <a:cubicBezTo>
                          <a:pt x="36782" y="7883"/>
                          <a:pt x="41650" y="11055"/>
                          <a:pt x="44891" y="17401"/>
                        </a:cubicBezTo>
                        <a:cubicBezTo>
                          <a:pt x="48146" y="23746"/>
                          <a:pt x="49773" y="33258"/>
                          <a:pt x="49773" y="45935"/>
                        </a:cubicBezTo>
                        <a:cubicBezTo>
                          <a:pt x="49773" y="58666"/>
                          <a:pt x="48146" y="68197"/>
                          <a:pt x="44891" y="74529"/>
                        </a:cubicBezTo>
                        <a:cubicBezTo>
                          <a:pt x="41650" y="80875"/>
                          <a:pt x="36782" y="84047"/>
                          <a:pt x="30286" y="84047"/>
                        </a:cubicBezTo>
                        <a:close/>
                        <a:moveTo>
                          <a:pt x="30286" y="93962"/>
                        </a:moveTo>
                        <a:cubicBezTo>
                          <a:pt x="40671" y="93962"/>
                          <a:pt x="48602" y="89857"/>
                          <a:pt x="54079" y="81648"/>
                        </a:cubicBezTo>
                        <a:cubicBezTo>
                          <a:pt x="59556" y="73452"/>
                          <a:pt x="62294" y="61548"/>
                          <a:pt x="62294" y="45935"/>
                        </a:cubicBezTo>
                        <a:cubicBezTo>
                          <a:pt x="62294" y="30363"/>
                          <a:pt x="59556" y="18471"/>
                          <a:pt x="54079" y="10262"/>
                        </a:cubicBezTo>
                        <a:cubicBezTo>
                          <a:pt x="48602" y="2066"/>
                          <a:pt x="40671" y="-2032"/>
                          <a:pt x="30286" y="-2032"/>
                        </a:cubicBezTo>
                        <a:cubicBezTo>
                          <a:pt x="19915" y="-2032"/>
                          <a:pt x="11990" y="2066"/>
                          <a:pt x="6513" y="10262"/>
                        </a:cubicBezTo>
                        <a:cubicBezTo>
                          <a:pt x="1037" y="18471"/>
                          <a:pt x="-1702" y="30363"/>
                          <a:pt x="-1702" y="45935"/>
                        </a:cubicBezTo>
                        <a:cubicBezTo>
                          <a:pt x="-1702" y="61548"/>
                          <a:pt x="1037" y="73452"/>
                          <a:pt x="6513" y="81648"/>
                        </a:cubicBezTo>
                        <a:cubicBezTo>
                          <a:pt x="11990" y="89857"/>
                          <a:pt x="19915" y="93962"/>
                          <a:pt x="3028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51" name="Graphic 299">
                <a:extLst>
                  <a:ext uri="{FF2B5EF4-FFF2-40B4-BE49-F238E27FC236}">
                    <a16:creationId xmlns:a16="http://schemas.microsoft.com/office/drawing/2014/main" id="{A9FFDDBD-C675-C3F9-23EE-80A5662066EC}"/>
                  </a:ext>
                </a:extLst>
              </p:cNvPr>
              <p:cNvGrpSpPr/>
              <p:nvPr/>
            </p:nvGrpSpPr>
            <p:grpSpPr>
              <a:xfrm>
                <a:off x="7762663" y="4868227"/>
                <a:ext cx="224169" cy="187070"/>
                <a:chOff x="7762663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AE07F8E5-5EF6-8433-724D-082046346F5C}"/>
                    </a:ext>
                  </a:extLst>
                </p:cNvPr>
                <p:cNvSpPr/>
                <p:nvPr/>
              </p:nvSpPr>
              <p:spPr>
                <a:xfrm>
                  <a:off x="7874066" y="4868227"/>
                  <a:ext cx="12700" cy="44417"/>
                </a:xfrm>
                <a:custGeom>
                  <a:avLst/>
                  <a:gdLst>
                    <a:gd name="connsiteX0" fmla="*/ 371 w 12700"/>
                    <a:gd name="connsiteY0" fmla="*/ 286 h 44417"/>
                    <a:gd name="connsiteX1" fmla="*/ 371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71" y="286"/>
                      </a:moveTo>
                      <a:lnTo>
                        <a:pt x="371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53" name="Graphic 299">
                  <a:extLst>
                    <a:ext uri="{FF2B5EF4-FFF2-40B4-BE49-F238E27FC236}">
                      <a16:creationId xmlns:a16="http://schemas.microsoft.com/office/drawing/2014/main" id="{046F50CD-4072-7F9E-0A0C-95A920C276FC}"/>
                    </a:ext>
                  </a:extLst>
                </p:cNvPr>
                <p:cNvGrpSpPr/>
                <p:nvPr/>
              </p:nvGrpSpPr>
              <p:grpSpPr>
                <a:xfrm>
                  <a:off x="7762663" y="4959304"/>
                  <a:ext cx="224169" cy="95994"/>
                  <a:chOff x="7762663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54" name="Freeform: Shape 353">
                    <a:extLst>
                      <a:ext uri="{FF2B5EF4-FFF2-40B4-BE49-F238E27FC236}">
                        <a16:creationId xmlns:a16="http://schemas.microsoft.com/office/drawing/2014/main" id="{D7AF9E13-03AF-C4E1-3F81-F4F51C7EBF87}"/>
                      </a:ext>
                    </a:extLst>
                  </p:cNvPr>
                  <p:cNvSpPr/>
                  <p:nvPr/>
                </p:nvSpPr>
                <p:spPr>
                  <a:xfrm flipV="1">
                    <a:off x="7762663" y="4960969"/>
                    <a:ext cx="59908" cy="94328"/>
                  </a:xfrm>
                  <a:custGeom>
                    <a:avLst/>
                    <a:gdLst>
                      <a:gd name="connsiteX0" fmla="*/ 2270 w 59908"/>
                      <a:gd name="connsiteY0" fmla="*/ 92338 h 94328"/>
                      <a:gd name="connsiteX1" fmla="*/ 51443 w 59908"/>
                      <a:gd name="connsiteY1" fmla="*/ 92338 h 94328"/>
                      <a:gd name="connsiteX2" fmla="*/ 51443 w 59908"/>
                      <a:gd name="connsiteY2" fmla="*/ 81789 h 94328"/>
                      <a:gd name="connsiteX3" fmla="*/ 13740 w 59908"/>
                      <a:gd name="connsiteY3" fmla="*/ 81789 h 94328"/>
                      <a:gd name="connsiteX4" fmla="*/ 13740 w 59908"/>
                      <a:gd name="connsiteY4" fmla="*/ 59124 h 94328"/>
                      <a:gd name="connsiteX5" fmla="*/ 19177 w 59908"/>
                      <a:gd name="connsiteY5" fmla="*/ 60512 h 94328"/>
                      <a:gd name="connsiteX6" fmla="*/ 24654 w 59908"/>
                      <a:gd name="connsiteY6" fmla="*/ 60968 h 94328"/>
                      <a:gd name="connsiteX7" fmla="*/ 49201 w 59908"/>
                      <a:gd name="connsiteY7" fmla="*/ 52481 h 94328"/>
                      <a:gd name="connsiteX8" fmla="*/ 58269 w 59908"/>
                      <a:gd name="connsiteY8" fmla="*/ 29499 h 94328"/>
                      <a:gd name="connsiteX9" fmla="*/ 48963 w 59908"/>
                      <a:gd name="connsiteY9" fmla="*/ 6279 h 94328"/>
                      <a:gd name="connsiteX10" fmla="*/ 22729 w 59908"/>
                      <a:gd name="connsiteY10" fmla="*/ -1990 h 94328"/>
                      <a:gd name="connsiteX11" fmla="*/ 10843 w 59908"/>
                      <a:gd name="connsiteY11" fmla="*/ -999 h 94328"/>
                      <a:gd name="connsiteX12" fmla="*/ -1639 w 59908"/>
                      <a:gd name="connsiteY12" fmla="*/ 1976 h 94328"/>
                      <a:gd name="connsiteX13" fmla="*/ -1639 w 59908"/>
                      <a:gd name="connsiteY13" fmla="*/ 14567 h 94328"/>
                      <a:gd name="connsiteX14" fmla="*/ 9890 w 59908"/>
                      <a:gd name="connsiteY14" fmla="*/ 10046 h 94328"/>
                      <a:gd name="connsiteX15" fmla="*/ 22471 w 59908"/>
                      <a:gd name="connsiteY15" fmla="*/ 8559 h 94328"/>
                      <a:gd name="connsiteX16" fmla="*/ 39458 w 59908"/>
                      <a:gd name="connsiteY16" fmla="*/ 14191 h 94328"/>
                      <a:gd name="connsiteX17" fmla="*/ 45728 w 59908"/>
                      <a:gd name="connsiteY17" fmla="*/ 29499 h 94328"/>
                      <a:gd name="connsiteX18" fmla="*/ 39458 w 59908"/>
                      <a:gd name="connsiteY18" fmla="*/ 44788 h 94328"/>
                      <a:gd name="connsiteX19" fmla="*/ 22471 w 59908"/>
                      <a:gd name="connsiteY19" fmla="*/ 50439 h 94328"/>
                      <a:gd name="connsiteX20" fmla="*/ 12450 w 59908"/>
                      <a:gd name="connsiteY20" fmla="*/ 49328 h 94328"/>
                      <a:gd name="connsiteX21" fmla="*/ 2270 w 59908"/>
                      <a:gd name="connsiteY21" fmla="*/ 45858 h 94328"/>
                      <a:gd name="connsiteX22" fmla="*/ 2270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70" y="92338"/>
                        </a:moveTo>
                        <a:lnTo>
                          <a:pt x="51443" y="92338"/>
                        </a:lnTo>
                        <a:lnTo>
                          <a:pt x="51443" y="81789"/>
                        </a:lnTo>
                        <a:lnTo>
                          <a:pt x="13740" y="81789"/>
                        </a:lnTo>
                        <a:lnTo>
                          <a:pt x="13740" y="59124"/>
                        </a:lnTo>
                        <a:cubicBezTo>
                          <a:pt x="15552" y="59746"/>
                          <a:pt x="17365" y="60208"/>
                          <a:pt x="19177" y="60512"/>
                        </a:cubicBezTo>
                        <a:cubicBezTo>
                          <a:pt x="21003" y="60816"/>
                          <a:pt x="22828" y="60968"/>
                          <a:pt x="24654" y="60968"/>
                        </a:cubicBezTo>
                        <a:cubicBezTo>
                          <a:pt x="34986" y="60968"/>
                          <a:pt x="43168" y="58139"/>
                          <a:pt x="49201" y="52481"/>
                        </a:cubicBezTo>
                        <a:cubicBezTo>
                          <a:pt x="55247" y="46823"/>
                          <a:pt x="58269" y="39163"/>
                          <a:pt x="58269" y="29499"/>
                        </a:cubicBezTo>
                        <a:cubicBezTo>
                          <a:pt x="58269" y="19545"/>
                          <a:pt x="55167" y="11805"/>
                          <a:pt x="48963" y="6279"/>
                        </a:cubicBezTo>
                        <a:cubicBezTo>
                          <a:pt x="42758" y="766"/>
                          <a:pt x="34014" y="-1990"/>
                          <a:pt x="22729" y="-1990"/>
                        </a:cubicBezTo>
                        <a:cubicBezTo>
                          <a:pt x="18840" y="-1990"/>
                          <a:pt x="14878" y="-1660"/>
                          <a:pt x="10843" y="-999"/>
                        </a:cubicBezTo>
                        <a:cubicBezTo>
                          <a:pt x="6821" y="-338"/>
                          <a:pt x="2661" y="654"/>
                          <a:pt x="-1639" y="1976"/>
                        </a:cubicBezTo>
                        <a:lnTo>
                          <a:pt x="-1639" y="14567"/>
                        </a:lnTo>
                        <a:cubicBezTo>
                          <a:pt x="2078" y="12545"/>
                          <a:pt x="5922" y="11038"/>
                          <a:pt x="9890" y="10046"/>
                        </a:cubicBezTo>
                        <a:cubicBezTo>
                          <a:pt x="13859" y="9055"/>
                          <a:pt x="18053" y="8559"/>
                          <a:pt x="22471" y="8559"/>
                        </a:cubicBezTo>
                        <a:cubicBezTo>
                          <a:pt x="29628" y="8559"/>
                          <a:pt x="35290" y="10436"/>
                          <a:pt x="39458" y="14191"/>
                        </a:cubicBezTo>
                        <a:cubicBezTo>
                          <a:pt x="43638" y="17945"/>
                          <a:pt x="45728" y="23048"/>
                          <a:pt x="45728" y="29499"/>
                        </a:cubicBezTo>
                        <a:cubicBezTo>
                          <a:pt x="45728" y="35937"/>
                          <a:pt x="43638" y="41033"/>
                          <a:pt x="39458" y="44788"/>
                        </a:cubicBezTo>
                        <a:cubicBezTo>
                          <a:pt x="35290" y="48555"/>
                          <a:pt x="29628" y="50439"/>
                          <a:pt x="22471" y="50439"/>
                        </a:cubicBezTo>
                        <a:cubicBezTo>
                          <a:pt x="19124" y="50439"/>
                          <a:pt x="15784" y="50069"/>
                          <a:pt x="12450" y="49328"/>
                        </a:cubicBezTo>
                        <a:cubicBezTo>
                          <a:pt x="9130" y="48588"/>
                          <a:pt x="5736" y="47431"/>
                          <a:pt x="2270" y="45858"/>
                        </a:cubicBezTo>
                        <a:lnTo>
                          <a:pt x="2270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55" name="Freeform: Shape 354">
                    <a:extLst>
                      <a:ext uri="{FF2B5EF4-FFF2-40B4-BE49-F238E27FC236}">
                        <a16:creationId xmlns:a16="http://schemas.microsoft.com/office/drawing/2014/main" id="{516CFD5C-BCCC-FDD4-2735-C277724A0947}"/>
                      </a:ext>
                    </a:extLst>
                  </p:cNvPr>
                  <p:cNvSpPr/>
                  <p:nvPr/>
                </p:nvSpPr>
                <p:spPr>
                  <a:xfrm flipV="1">
                    <a:off x="7844079" y="4960969"/>
                    <a:ext cx="59531" cy="92524"/>
                  </a:xfrm>
                  <a:custGeom>
                    <a:avLst/>
                    <a:gdLst>
                      <a:gd name="connsiteX0" fmla="*/ -1654 w 59531"/>
                      <a:gd name="connsiteY0" fmla="*/ 90488 h 92524"/>
                      <a:gd name="connsiteX1" fmla="*/ 57877 w 59531"/>
                      <a:gd name="connsiteY1" fmla="*/ 90488 h 92524"/>
                      <a:gd name="connsiteX2" fmla="*/ 57877 w 59531"/>
                      <a:gd name="connsiteY2" fmla="*/ 85154 h 92524"/>
                      <a:gd name="connsiteX3" fmla="*/ 24262 w 59531"/>
                      <a:gd name="connsiteY3" fmla="*/ -2036 h 92524"/>
                      <a:gd name="connsiteX4" fmla="*/ 11185 w 59531"/>
                      <a:gd name="connsiteY4" fmla="*/ -2036 h 92524"/>
                      <a:gd name="connsiteX5" fmla="*/ 42816 w 59531"/>
                      <a:gd name="connsiteY5" fmla="*/ 79939 h 92524"/>
                      <a:gd name="connsiteX6" fmla="*/ -1654 w 59531"/>
                      <a:gd name="connsiteY6" fmla="*/ 79939 h 92524"/>
                      <a:gd name="connsiteX7" fmla="*/ -1654 w 59531"/>
                      <a:gd name="connsiteY7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531" h="92524">
                        <a:moveTo>
                          <a:pt x="-1654" y="90488"/>
                        </a:moveTo>
                        <a:lnTo>
                          <a:pt x="57877" y="90488"/>
                        </a:lnTo>
                        <a:lnTo>
                          <a:pt x="57877" y="85154"/>
                        </a:lnTo>
                        <a:lnTo>
                          <a:pt x="24262" y="-2036"/>
                        </a:lnTo>
                        <a:lnTo>
                          <a:pt x="11185" y="-2036"/>
                        </a:lnTo>
                        <a:lnTo>
                          <a:pt x="42816" y="79939"/>
                        </a:lnTo>
                        <a:lnTo>
                          <a:pt x="-1654" y="79939"/>
                        </a:lnTo>
                        <a:lnTo>
                          <a:pt x="-1654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56" name="Freeform: Shape 355">
                    <a:extLst>
                      <a:ext uri="{FF2B5EF4-FFF2-40B4-BE49-F238E27FC236}">
                        <a16:creationId xmlns:a16="http://schemas.microsoft.com/office/drawing/2014/main" id="{C0160592-1ED5-47B6-7E61-1C4527374381}"/>
                      </a:ext>
                    </a:extLst>
                  </p:cNvPr>
                  <p:cNvSpPr/>
                  <p:nvPr/>
                </p:nvSpPr>
                <p:spPr>
                  <a:xfrm flipV="1">
                    <a:off x="7922837" y="4959304"/>
                    <a:ext cx="63996" cy="95994"/>
                  </a:xfrm>
                  <a:custGeom>
                    <a:avLst/>
                    <a:gdLst>
                      <a:gd name="connsiteX0" fmla="*/ 30331 w 63996"/>
                      <a:gd name="connsiteY0" fmla="*/ 84047 h 95994"/>
                      <a:gd name="connsiteX1" fmla="*/ 15786 w 63996"/>
                      <a:gd name="connsiteY1" fmla="*/ 74529 h 95994"/>
                      <a:gd name="connsiteX2" fmla="*/ 10924 w 63996"/>
                      <a:gd name="connsiteY2" fmla="*/ 45935 h 95994"/>
                      <a:gd name="connsiteX3" fmla="*/ 15786 w 63996"/>
                      <a:gd name="connsiteY3" fmla="*/ 17401 h 95994"/>
                      <a:gd name="connsiteX4" fmla="*/ 30331 w 63996"/>
                      <a:gd name="connsiteY4" fmla="*/ 7883 h 95994"/>
                      <a:gd name="connsiteX5" fmla="*/ 44936 w 63996"/>
                      <a:gd name="connsiteY5" fmla="*/ 17401 h 95994"/>
                      <a:gd name="connsiteX6" fmla="*/ 49818 w 63996"/>
                      <a:gd name="connsiteY6" fmla="*/ 45935 h 95994"/>
                      <a:gd name="connsiteX7" fmla="*/ 44936 w 63996"/>
                      <a:gd name="connsiteY7" fmla="*/ 74529 h 95994"/>
                      <a:gd name="connsiteX8" fmla="*/ 30331 w 63996"/>
                      <a:gd name="connsiteY8" fmla="*/ 84047 h 95994"/>
                      <a:gd name="connsiteX9" fmla="*/ 30331 w 63996"/>
                      <a:gd name="connsiteY9" fmla="*/ 93962 h 95994"/>
                      <a:gd name="connsiteX10" fmla="*/ 54124 w 63996"/>
                      <a:gd name="connsiteY10" fmla="*/ 81648 h 95994"/>
                      <a:gd name="connsiteX11" fmla="*/ 62339 w 63996"/>
                      <a:gd name="connsiteY11" fmla="*/ 45935 h 95994"/>
                      <a:gd name="connsiteX12" fmla="*/ 54124 w 63996"/>
                      <a:gd name="connsiteY12" fmla="*/ 10262 h 95994"/>
                      <a:gd name="connsiteX13" fmla="*/ 30331 w 63996"/>
                      <a:gd name="connsiteY13" fmla="*/ -2032 h 95994"/>
                      <a:gd name="connsiteX14" fmla="*/ 6558 w 63996"/>
                      <a:gd name="connsiteY14" fmla="*/ 10262 h 95994"/>
                      <a:gd name="connsiteX15" fmla="*/ -1657 w 63996"/>
                      <a:gd name="connsiteY15" fmla="*/ 45935 h 95994"/>
                      <a:gd name="connsiteX16" fmla="*/ 6558 w 63996"/>
                      <a:gd name="connsiteY16" fmla="*/ 81648 h 95994"/>
                      <a:gd name="connsiteX17" fmla="*/ 3033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31" y="84047"/>
                        </a:moveTo>
                        <a:cubicBezTo>
                          <a:pt x="23888" y="84047"/>
                          <a:pt x="19040" y="80875"/>
                          <a:pt x="15786" y="74529"/>
                        </a:cubicBezTo>
                        <a:cubicBezTo>
                          <a:pt x="12544" y="68197"/>
                          <a:pt x="10924" y="58666"/>
                          <a:pt x="10924" y="45935"/>
                        </a:cubicBezTo>
                        <a:cubicBezTo>
                          <a:pt x="10924" y="33258"/>
                          <a:pt x="12544" y="23746"/>
                          <a:pt x="15786" y="17401"/>
                        </a:cubicBezTo>
                        <a:cubicBezTo>
                          <a:pt x="19040" y="11055"/>
                          <a:pt x="23888" y="7883"/>
                          <a:pt x="30331" y="7883"/>
                        </a:cubicBezTo>
                        <a:cubicBezTo>
                          <a:pt x="36827" y="7883"/>
                          <a:pt x="41695" y="11055"/>
                          <a:pt x="44936" y="17401"/>
                        </a:cubicBezTo>
                        <a:cubicBezTo>
                          <a:pt x="48190" y="23746"/>
                          <a:pt x="49818" y="33258"/>
                          <a:pt x="49818" y="45935"/>
                        </a:cubicBezTo>
                        <a:cubicBezTo>
                          <a:pt x="49818" y="58666"/>
                          <a:pt x="48190" y="68197"/>
                          <a:pt x="44936" y="74529"/>
                        </a:cubicBezTo>
                        <a:cubicBezTo>
                          <a:pt x="41695" y="80875"/>
                          <a:pt x="36827" y="84047"/>
                          <a:pt x="30331" y="84047"/>
                        </a:cubicBezTo>
                        <a:close/>
                        <a:moveTo>
                          <a:pt x="30331" y="93962"/>
                        </a:moveTo>
                        <a:cubicBezTo>
                          <a:pt x="40716" y="93962"/>
                          <a:pt x="48647" y="89857"/>
                          <a:pt x="54124" y="81648"/>
                        </a:cubicBezTo>
                        <a:cubicBezTo>
                          <a:pt x="59601" y="73452"/>
                          <a:pt x="62339" y="61548"/>
                          <a:pt x="62339" y="45935"/>
                        </a:cubicBezTo>
                        <a:cubicBezTo>
                          <a:pt x="62339" y="30363"/>
                          <a:pt x="59601" y="18471"/>
                          <a:pt x="54124" y="10262"/>
                        </a:cubicBezTo>
                        <a:cubicBezTo>
                          <a:pt x="48647" y="2066"/>
                          <a:pt x="40716" y="-2032"/>
                          <a:pt x="30331" y="-2032"/>
                        </a:cubicBezTo>
                        <a:cubicBezTo>
                          <a:pt x="19959" y="-2032"/>
                          <a:pt x="12035" y="2066"/>
                          <a:pt x="6558" y="10262"/>
                        </a:cubicBezTo>
                        <a:cubicBezTo>
                          <a:pt x="1081" y="18471"/>
                          <a:pt x="-1657" y="30363"/>
                          <a:pt x="-1657" y="45935"/>
                        </a:cubicBezTo>
                        <a:cubicBezTo>
                          <a:pt x="-1657" y="61548"/>
                          <a:pt x="1081" y="73452"/>
                          <a:pt x="6558" y="81648"/>
                        </a:cubicBezTo>
                        <a:cubicBezTo>
                          <a:pt x="12035" y="89857"/>
                          <a:pt x="19959" y="93962"/>
                          <a:pt x="3033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57" name="Graphic 299">
                <a:extLst>
                  <a:ext uri="{FF2B5EF4-FFF2-40B4-BE49-F238E27FC236}">
                    <a16:creationId xmlns:a16="http://schemas.microsoft.com/office/drawing/2014/main" id="{85FF640B-428B-8EA3-C547-9139FDE86B40}"/>
                  </a:ext>
                </a:extLst>
              </p:cNvPr>
              <p:cNvGrpSpPr/>
              <p:nvPr/>
            </p:nvGrpSpPr>
            <p:grpSpPr>
              <a:xfrm>
                <a:off x="8234394" y="4868227"/>
                <a:ext cx="224170" cy="187071"/>
                <a:chOff x="8234394" y="4868227"/>
                <a:chExt cx="224170" cy="187071"/>
              </a:xfrm>
              <a:solidFill>
                <a:srgbClr val="000000"/>
              </a:solidFill>
            </p:grpSpPr>
            <p:sp>
              <p:nvSpPr>
                <p:cNvPr id="358" name="Freeform: Shape 357">
                  <a:extLst>
                    <a:ext uri="{FF2B5EF4-FFF2-40B4-BE49-F238E27FC236}">
                      <a16:creationId xmlns:a16="http://schemas.microsoft.com/office/drawing/2014/main" id="{DB5B44EA-F41A-C7D7-E3F2-E9C40DCF9E94}"/>
                    </a:ext>
                  </a:extLst>
                </p:cNvPr>
                <p:cNvSpPr/>
                <p:nvPr/>
              </p:nvSpPr>
              <p:spPr>
                <a:xfrm>
                  <a:off x="8442411" y="4868227"/>
                  <a:ext cx="12700" cy="44417"/>
                </a:xfrm>
                <a:custGeom>
                  <a:avLst/>
                  <a:gdLst>
                    <a:gd name="connsiteX0" fmla="*/ 416 w 12700"/>
                    <a:gd name="connsiteY0" fmla="*/ 286 h 44417"/>
                    <a:gd name="connsiteX1" fmla="*/ 41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416" y="286"/>
                      </a:moveTo>
                      <a:lnTo>
                        <a:pt x="41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59" name="Graphic 299">
                  <a:extLst>
                    <a:ext uri="{FF2B5EF4-FFF2-40B4-BE49-F238E27FC236}">
                      <a16:creationId xmlns:a16="http://schemas.microsoft.com/office/drawing/2014/main" id="{7B5E9D22-C84D-C8D0-304C-099BD4E6102B}"/>
                    </a:ext>
                  </a:extLst>
                </p:cNvPr>
                <p:cNvGrpSpPr/>
                <p:nvPr/>
              </p:nvGrpSpPr>
              <p:grpSpPr>
                <a:xfrm>
                  <a:off x="8234394" y="4959304"/>
                  <a:ext cx="224170" cy="95994"/>
                  <a:chOff x="8234394" y="4959304"/>
                  <a:chExt cx="224170" cy="95994"/>
                </a:xfrm>
                <a:solidFill>
                  <a:srgbClr val="000000"/>
                </a:solidFill>
              </p:grpSpPr>
              <p:sp>
                <p:nvSpPr>
                  <p:cNvPr id="360" name="Freeform: Shape 359">
                    <a:extLst>
                      <a:ext uri="{FF2B5EF4-FFF2-40B4-BE49-F238E27FC236}">
                        <a16:creationId xmlns:a16="http://schemas.microsoft.com/office/drawing/2014/main" id="{BE746FD7-550D-C4A4-4FFD-08549A58C41A}"/>
                      </a:ext>
                    </a:extLst>
                  </p:cNvPr>
                  <p:cNvSpPr/>
                  <p:nvPr/>
                </p:nvSpPr>
                <p:spPr>
                  <a:xfrm flipV="1">
                    <a:off x="8234394" y="4960969"/>
                    <a:ext cx="59908" cy="94328"/>
                  </a:xfrm>
                  <a:custGeom>
                    <a:avLst/>
                    <a:gdLst>
                      <a:gd name="connsiteX0" fmla="*/ 2315 w 59908"/>
                      <a:gd name="connsiteY0" fmla="*/ 92338 h 94328"/>
                      <a:gd name="connsiteX1" fmla="*/ 51488 w 59908"/>
                      <a:gd name="connsiteY1" fmla="*/ 92338 h 94328"/>
                      <a:gd name="connsiteX2" fmla="*/ 51488 w 59908"/>
                      <a:gd name="connsiteY2" fmla="*/ 81789 h 94328"/>
                      <a:gd name="connsiteX3" fmla="*/ 13785 w 59908"/>
                      <a:gd name="connsiteY3" fmla="*/ 81789 h 94328"/>
                      <a:gd name="connsiteX4" fmla="*/ 13785 w 59908"/>
                      <a:gd name="connsiteY4" fmla="*/ 59124 h 94328"/>
                      <a:gd name="connsiteX5" fmla="*/ 19222 w 59908"/>
                      <a:gd name="connsiteY5" fmla="*/ 60512 h 94328"/>
                      <a:gd name="connsiteX6" fmla="*/ 24699 w 59908"/>
                      <a:gd name="connsiteY6" fmla="*/ 60968 h 94328"/>
                      <a:gd name="connsiteX7" fmla="*/ 49246 w 59908"/>
                      <a:gd name="connsiteY7" fmla="*/ 52481 h 94328"/>
                      <a:gd name="connsiteX8" fmla="*/ 58314 w 59908"/>
                      <a:gd name="connsiteY8" fmla="*/ 29499 h 94328"/>
                      <a:gd name="connsiteX9" fmla="*/ 49007 w 59908"/>
                      <a:gd name="connsiteY9" fmla="*/ 6279 h 94328"/>
                      <a:gd name="connsiteX10" fmla="*/ 22774 w 59908"/>
                      <a:gd name="connsiteY10" fmla="*/ -1990 h 94328"/>
                      <a:gd name="connsiteX11" fmla="*/ 10888 w 59908"/>
                      <a:gd name="connsiteY11" fmla="*/ -999 h 94328"/>
                      <a:gd name="connsiteX12" fmla="*/ -1594 w 59908"/>
                      <a:gd name="connsiteY12" fmla="*/ 1976 h 94328"/>
                      <a:gd name="connsiteX13" fmla="*/ -1594 w 59908"/>
                      <a:gd name="connsiteY13" fmla="*/ 14567 h 94328"/>
                      <a:gd name="connsiteX14" fmla="*/ 9935 w 59908"/>
                      <a:gd name="connsiteY14" fmla="*/ 10046 h 94328"/>
                      <a:gd name="connsiteX15" fmla="*/ 22516 w 59908"/>
                      <a:gd name="connsiteY15" fmla="*/ 8559 h 94328"/>
                      <a:gd name="connsiteX16" fmla="*/ 39502 w 59908"/>
                      <a:gd name="connsiteY16" fmla="*/ 14191 h 94328"/>
                      <a:gd name="connsiteX17" fmla="*/ 45773 w 59908"/>
                      <a:gd name="connsiteY17" fmla="*/ 29499 h 94328"/>
                      <a:gd name="connsiteX18" fmla="*/ 39502 w 59908"/>
                      <a:gd name="connsiteY18" fmla="*/ 44788 h 94328"/>
                      <a:gd name="connsiteX19" fmla="*/ 22516 w 59908"/>
                      <a:gd name="connsiteY19" fmla="*/ 50439 h 94328"/>
                      <a:gd name="connsiteX20" fmla="*/ 12495 w 59908"/>
                      <a:gd name="connsiteY20" fmla="*/ 49328 h 94328"/>
                      <a:gd name="connsiteX21" fmla="*/ 2315 w 59908"/>
                      <a:gd name="connsiteY21" fmla="*/ 45858 h 94328"/>
                      <a:gd name="connsiteX22" fmla="*/ 2315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315" y="92338"/>
                        </a:moveTo>
                        <a:lnTo>
                          <a:pt x="51488" y="92338"/>
                        </a:lnTo>
                        <a:lnTo>
                          <a:pt x="51488" y="81789"/>
                        </a:lnTo>
                        <a:lnTo>
                          <a:pt x="13785" y="81789"/>
                        </a:lnTo>
                        <a:lnTo>
                          <a:pt x="13785" y="59124"/>
                        </a:lnTo>
                        <a:cubicBezTo>
                          <a:pt x="15597" y="59746"/>
                          <a:pt x="17410" y="60208"/>
                          <a:pt x="19222" y="60512"/>
                        </a:cubicBezTo>
                        <a:cubicBezTo>
                          <a:pt x="21048" y="60816"/>
                          <a:pt x="22873" y="60968"/>
                          <a:pt x="24699" y="60968"/>
                        </a:cubicBezTo>
                        <a:cubicBezTo>
                          <a:pt x="35031" y="60968"/>
                          <a:pt x="43213" y="58139"/>
                          <a:pt x="49246" y="52481"/>
                        </a:cubicBezTo>
                        <a:cubicBezTo>
                          <a:pt x="55291" y="46823"/>
                          <a:pt x="58314" y="39163"/>
                          <a:pt x="58314" y="29499"/>
                        </a:cubicBezTo>
                        <a:cubicBezTo>
                          <a:pt x="58314" y="19545"/>
                          <a:pt x="55212" y="11805"/>
                          <a:pt x="49007" y="6279"/>
                        </a:cubicBezTo>
                        <a:cubicBezTo>
                          <a:pt x="42803" y="766"/>
                          <a:pt x="34058" y="-1990"/>
                          <a:pt x="22774" y="-1990"/>
                        </a:cubicBezTo>
                        <a:cubicBezTo>
                          <a:pt x="18885" y="-1990"/>
                          <a:pt x="14922" y="-1660"/>
                          <a:pt x="10888" y="-999"/>
                        </a:cubicBezTo>
                        <a:cubicBezTo>
                          <a:pt x="6866" y="-338"/>
                          <a:pt x="2705" y="654"/>
                          <a:pt x="-1594" y="1976"/>
                        </a:cubicBezTo>
                        <a:lnTo>
                          <a:pt x="-1594" y="14567"/>
                        </a:lnTo>
                        <a:cubicBezTo>
                          <a:pt x="2123" y="12545"/>
                          <a:pt x="5966" y="11038"/>
                          <a:pt x="9935" y="10046"/>
                        </a:cubicBezTo>
                        <a:cubicBezTo>
                          <a:pt x="13904" y="9055"/>
                          <a:pt x="18097" y="8559"/>
                          <a:pt x="22516" y="8559"/>
                        </a:cubicBezTo>
                        <a:cubicBezTo>
                          <a:pt x="29673" y="8559"/>
                          <a:pt x="35335" y="10436"/>
                          <a:pt x="39502" y="14191"/>
                        </a:cubicBezTo>
                        <a:cubicBezTo>
                          <a:pt x="43683" y="17945"/>
                          <a:pt x="45773" y="23048"/>
                          <a:pt x="45773" y="29499"/>
                        </a:cubicBezTo>
                        <a:cubicBezTo>
                          <a:pt x="45773" y="35937"/>
                          <a:pt x="43683" y="41033"/>
                          <a:pt x="39502" y="44788"/>
                        </a:cubicBezTo>
                        <a:cubicBezTo>
                          <a:pt x="35335" y="48555"/>
                          <a:pt x="29673" y="50439"/>
                          <a:pt x="22516" y="50439"/>
                        </a:cubicBezTo>
                        <a:cubicBezTo>
                          <a:pt x="19169" y="50439"/>
                          <a:pt x="15829" y="50069"/>
                          <a:pt x="12495" y="49328"/>
                        </a:cubicBezTo>
                        <a:cubicBezTo>
                          <a:pt x="9174" y="48588"/>
                          <a:pt x="5781" y="47431"/>
                          <a:pt x="2315" y="45858"/>
                        </a:cubicBezTo>
                        <a:lnTo>
                          <a:pt x="2315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61" name="Freeform: Shape 360">
                    <a:extLst>
                      <a:ext uri="{FF2B5EF4-FFF2-40B4-BE49-F238E27FC236}">
                        <a16:creationId xmlns:a16="http://schemas.microsoft.com/office/drawing/2014/main" id="{C0B63246-884B-1A71-6B87-1C9A39C2CC7E}"/>
                      </a:ext>
                    </a:extLst>
                  </p:cNvPr>
                  <p:cNvSpPr/>
                  <p:nvPr/>
                </p:nvSpPr>
                <p:spPr>
                  <a:xfrm flipV="1">
                    <a:off x="8314005" y="4959304"/>
                    <a:ext cx="63500" cy="95994"/>
                  </a:xfrm>
                  <a:custGeom>
                    <a:avLst/>
                    <a:gdLst>
                      <a:gd name="connsiteX0" fmla="*/ 30132 w 63500"/>
                      <a:gd name="connsiteY0" fmla="*/ 43714 h 95994"/>
                      <a:gd name="connsiteX1" fmla="*/ 16082 w 63500"/>
                      <a:gd name="connsiteY1" fmla="*/ 38935 h 95994"/>
                      <a:gd name="connsiteX2" fmla="*/ 10983 w 63500"/>
                      <a:gd name="connsiteY2" fmla="*/ 25808 h 95994"/>
                      <a:gd name="connsiteX3" fmla="*/ 16082 w 63500"/>
                      <a:gd name="connsiteY3" fmla="*/ 12661 h 95994"/>
                      <a:gd name="connsiteX4" fmla="*/ 30132 w 63500"/>
                      <a:gd name="connsiteY4" fmla="*/ 7883 h 95994"/>
                      <a:gd name="connsiteX5" fmla="*/ 44201 w 63500"/>
                      <a:gd name="connsiteY5" fmla="*/ 12681 h 95994"/>
                      <a:gd name="connsiteX6" fmla="*/ 49360 w 63500"/>
                      <a:gd name="connsiteY6" fmla="*/ 25808 h 95994"/>
                      <a:gd name="connsiteX7" fmla="*/ 44241 w 63500"/>
                      <a:gd name="connsiteY7" fmla="*/ 38935 h 95994"/>
                      <a:gd name="connsiteX8" fmla="*/ 30132 w 63500"/>
                      <a:gd name="connsiteY8" fmla="*/ 43714 h 95994"/>
                      <a:gd name="connsiteX9" fmla="*/ 17610 w 63500"/>
                      <a:gd name="connsiteY9" fmla="*/ 49029 h 95994"/>
                      <a:gd name="connsiteX10" fmla="*/ 5049 w 63500"/>
                      <a:gd name="connsiteY10" fmla="*/ 56524 h 95994"/>
                      <a:gd name="connsiteX11" fmla="*/ 565 w 63500"/>
                      <a:gd name="connsiteY11" fmla="*/ 69988 h 95994"/>
                      <a:gd name="connsiteX12" fmla="*/ 8462 w 63500"/>
                      <a:gd name="connsiteY12" fmla="*/ 87517 h 95994"/>
                      <a:gd name="connsiteX13" fmla="*/ 30132 w 63500"/>
                      <a:gd name="connsiteY13" fmla="*/ 93962 h 95994"/>
                      <a:gd name="connsiteX14" fmla="*/ 51841 w 63500"/>
                      <a:gd name="connsiteY14" fmla="*/ 87517 h 95994"/>
                      <a:gd name="connsiteX15" fmla="*/ 59719 w 63500"/>
                      <a:gd name="connsiteY15" fmla="*/ 69988 h 95994"/>
                      <a:gd name="connsiteX16" fmla="*/ 55214 w 63500"/>
                      <a:gd name="connsiteY16" fmla="*/ 56524 h 95994"/>
                      <a:gd name="connsiteX17" fmla="*/ 42733 w 63500"/>
                      <a:gd name="connsiteY17" fmla="*/ 49029 h 95994"/>
                      <a:gd name="connsiteX18" fmla="*/ 56822 w 63500"/>
                      <a:gd name="connsiteY18" fmla="*/ 40780 h 95994"/>
                      <a:gd name="connsiteX19" fmla="*/ 61882 w 63500"/>
                      <a:gd name="connsiteY19" fmla="*/ 25808 h 95994"/>
                      <a:gd name="connsiteX20" fmla="*/ 53666 w 63500"/>
                      <a:gd name="connsiteY20" fmla="*/ 5146 h 95994"/>
                      <a:gd name="connsiteX21" fmla="*/ 30132 w 63500"/>
                      <a:gd name="connsiteY21" fmla="*/ -2032 h 95994"/>
                      <a:gd name="connsiteX22" fmla="*/ 6597 w 63500"/>
                      <a:gd name="connsiteY22" fmla="*/ 5146 h 95994"/>
                      <a:gd name="connsiteX23" fmla="*/ -1618 w 63500"/>
                      <a:gd name="connsiteY23" fmla="*/ 25808 h 95994"/>
                      <a:gd name="connsiteX24" fmla="*/ 3462 w 63500"/>
                      <a:gd name="connsiteY24" fmla="*/ 40780 h 95994"/>
                      <a:gd name="connsiteX25" fmla="*/ 17610 w 63500"/>
                      <a:gd name="connsiteY25" fmla="*/ 49029 h 95994"/>
                      <a:gd name="connsiteX26" fmla="*/ 13026 w 63500"/>
                      <a:gd name="connsiteY26" fmla="*/ 68799 h 95994"/>
                      <a:gd name="connsiteX27" fmla="*/ 17511 w 63500"/>
                      <a:gd name="connsiteY27" fmla="*/ 57595 h 95994"/>
                      <a:gd name="connsiteX28" fmla="*/ 30132 w 63500"/>
                      <a:gd name="connsiteY28" fmla="*/ 53570 h 95994"/>
                      <a:gd name="connsiteX29" fmla="*/ 42752 w 63500"/>
                      <a:gd name="connsiteY29" fmla="*/ 57595 h 95994"/>
                      <a:gd name="connsiteX30" fmla="*/ 47316 w 63500"/>
                      <a:gd name="connsiteY30" fmla="*/ 68799 h 95994"/>
                      <a:gd name="connsiteX31" fmla="*/ 42752 w 63500"/>
                      <a:gd name="connsiteY31" fmla="*/ 80022 h 95994"/>
                      <a:gd name="connsiteX32" fmla="*/ 30132 w 63500"/>
                      <a:gd name="connsiteY32" fmla="*/ 84047 h 95994"/>
                      <a:gd name="connsiteX33" fmla="*/ 17511 w 63500"/>
                      <a:gd name="connsiteY33" fmla="*/ 80022 h 95994"/>
                      <a:gd name="connsiteX34" fmla="*/ 13026 w 63500"/>
                      <a:gd name="connsiteY34" fmla="*/ 6879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500" h="95994">
                        <a:moveTo>
                          <a:pt x="30132" y="43714"/>
                        </a:moveTo>
                        <a:cubicBezTo>
                          <a:pt x="24179" y="43714"/>
                          <a:pt x="19496" y="42121"/>
                          <a:pt x="16082" y="38935"/>
                        </a:cubicBezTo>
                        <a:cubicBezTo>
                          <a:pt x="12682" y="35750"/>
                          <a:pt x="10983" y="31374"/>
                          <a:pt x="10983" y="25808"/>
                        </a:cubicBezTo>
                        <a:cubicBezTo>
                          <a:pt x="10983" y="20230"/>
                          <a:pt x="12682" y="15847"/>
                          <a:pt x="16082" y="12661"/>
                        </a:cubicBezTo>
                        <a:cubicBezTo>
                          <a:pt x="19496" y="9476"/>
                          <a:pt x="24179" y="7883"/>
                          <a:pt x="30132" y="7883"/>
                        </a:cubicBezTo>
                        <a:cubicBezTo>
                          <a:pt x="36085" y="7883"/>
                          <a:pt x="40775" y="9482"/>
                          <a:pt x="44201" y="12681"/>
                        </a:cubicBezTo>
                        <a:cubicBezTo>
                          <a:pt x="47641" y="15894"/>
                          <a:pt x="49360" y="20269"/>
                          <a:pt x="49360" y="25808"/>
                        </a:cubicBezTo>
                        <a:cubicBezTo>
                          <a:pt x="49360" y="31374"/>
                          <a:pt x="47654" y="35750"/>
                          <a:pt x="44241" y="38935"/>
                        </a:cubicBezTo>
                        <a:cubicBezTo>
                          <a:pt x="40841" y="42121"/>
                          <a:pt x="36138" y="43714"/>
                          <a:pt x="30132" y="43714"/>
                        </a:cubicBezTo>
                        <a:close/>
                        <a:moveTo>
                          <a:pt x="17610" y="49029"/>
                        </a:moveTo>
                        <a:cubicBezTo>
                          <a:pt x="12239" y="50351"/>
                          <a:pt x="8052" y="52849"/>
                          <a:pt x="5049" y="56524"/>
                        </a:cubicBezTo>
                        <a:cubicBezTo>
                          <a:pt x="2059" y="60212"/>
                          <a:pt x="565" y="64700"/>
                          <a:pt x="565" y="69988"/>
                        </a:cubicBezTo>
                        <a:cubicBezTo>
                          <a:pt x="565" y="77378"/>
                          <a:pt x="3197" y="83221"/>
                          <a:pt x="8462" y="87517"/>
                        </a:cubicBezTo>
                        <a:cubicBezTo>
                          <a:pt x="13741" y="91814"/>
                          <a:pt x="20964" y="93962"/>
                          <a:pt x="30132" y="93962"/>
                        </a:cubicBezTo>
                        <a:cubicBezTo>
                          <a:pt x="39352" y="93962"/>
                          <a:pt x="46589" y="91814"/>
                          <a:pt x="51841" y="87517"/>
                        </a:cubicBezTo>
                        <a:cubicBezTo>
                          <a:pt x="57093" y="83221"/>
                          <a:pt x="59719" y="77378"/>
                          <a:pt x="59719" y="69988"/>
                        </a:cubicBezTo>
                        <a:cubicBezTo>
                          <a:pt x="59719" y="64700"/>
                          <a:pt x="58217" y="60212"/>
                          <a:pt x="55214" y="56524"/>
                        </a:cubicBezTo>
                        <a:cubicBezTo>
                          <a:pt x="52224" y="52849"/>
                          <a:pt x="48064" y="50351"/>
                          <a:pt x="42733" y="49029"/>
                        </a:cubicBezTo>
                        <a:cubicBezTo>
                          <a:pt x="48765" y="47627"/>
                          <a:pt x="53461" y="44878"/>
                          <a:pt x="56822" y="40780"/>
                        </a:cubicBezTo>
                        <a:cubicBezTo>
                          <a:pt x="60195" y="36695"/>
                          <a:pt x="61882" y="31704"/>
                          <a:pt x="61882" y="25808"/>
                        </a:cubicBezTo>
                        <a:cubicBezTo>
                          <a:pt x="61882" y="16832"/>
                          <a:pt x="59143" y="9945"/>
                          <a:pt x="53666" y="5146"/>
                        </a:cubicBezTo>
                        <a:cubicBezTo>
                          <a:pt x="48190" y="361"/>
                          <a:pt x="40345" y="-2032"/>
                          <a:pt x="30132" y="-2032"/>
                        </a:cubicBezTo>
                        <a:cubicBezTo>
                          <a:pt x="19932" y="-2032"/>
                          <a:pt x="12087" y="361"/>
                          <a:pt x="6597" y="5146"/>
                        </a:cubicBezTo>
                        <a:cubicBezTo>
                          <a:pt x="1120" y="9945"/>
                          <a:pt x="-1618" y="16832"/>
                          <a:pt x="-1618" y="25808"/>
                        </a:cubicBezTo>
                        <a:cubicBezTo>
                          <a:pt x="-1618" y="31704"/>
                          <a:pt x="75" y="36695"/>
                          <a:pt x="3462" y="40780"/>
                        </a:cubicBezTo>
                        <a:cubicBezTo>
                          <a:pt x="6862" y="44878"/>
                          <a:pt x="11578" y="47627"/>
                          <a:pt x="17610" y="49029"/>
                        </a:cubicBezTo>
                        <a:close/>
                        <a:moveTo>
                          <a:pt x="13026" y="68799"/>
                        </a:moveTo>
                        <a:cubicBezTo>
                          <a:pt x="13026" y="64013"/>
                          <a:pt x="14521" y="60278"/>
                          <a:pt x="17511" y="57595"/>
                        </a:cubicBezTo>
                        <a:cubicBezTo>
                          <a:pt x="20514" y="54911"/>
                          <a:pt x="24721" y="53570"/>
                          <a:pt x="30132" y="53570"/>
                        </a:cubicBezTo>
                        <a:cubicBezTo>
                          <a:pt x="35516" y="53570"/>
                          <a:pt x="39723" y="54911"/>
                          <a:pt x="42752" y="57595"/>
                        </a:cubicBezTo>
                        <a:cubicBezTo>
                          <a:pt x="45795" y="60278"/>
                          <a:pt x="47316" y="64013"/>
                          <a:pt x="47316" y="68799"/>
                        </a:cubicBezTo>
                        <a:cubicBezTo>
                          <a:pt x="47316" y="73597"/>
                          <a:pt x="45795" y="77338"/>
                          <a:pt x="42752" y="80022"/>
                        </a:cubicBezTo>
                        <a:cubicBezTo>
                          <a:pt x="39723" y="82706"/>
                          <a:pt x="35516" y="84047"/>
                          <a:pt x="30132" y="84047"/>
                        </a:cubicBezTo>
                        <a:cubicBezTo>
                          <a:pt x="24721" y="84047"/>
                          <a:pt x="20514" y="82706"/>
                          <a:pt x="17511" y="80022"/>
                        </a:cubicBezTo>
                        <a:cubicBezTo>
                          <a:pt x="14521" y="77338"/>
                          <a:pt x="13026" y="73597"/>
                          <a:pt x="13026" y="6879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62" name="Freeform: Shape 361">
                    <a:extLst>
                      <a:ext uri="{FF2B5EF4-FFF2-40B4-BE49-F238E27FC236}">
                        <a16:creationId xmlns:a16="http://schemas.microsoft.com/office/drawing/2014/main" id="{87504549-9F6E-5DD3-D5A9-C5107BA7402F}"/>
                      </a:ext>
                    </a:extLst>
                  </p:cNvPr>
                  <p:cNvSpPr/>
                  <p:nvPr/>
                </p:nvSpPr>
                <p:spPr>
                  <a:xfrm flipV="1">
                    <a:off x="8394568" y="4959304"/>
                    <a:ext cx="63996" cy="95994"/>
                  </a:xfrm>
                  <a:custGeom>
                    <a:avLst/>
                    <a:gdLst>
                      <a:gd name="connsiteX0" fmla="*/ 30376 w 63996"/>
                      <a:gd name="connsiteY0" fmla="*/ 84047 h 95994"/>
                      <a:gd name="connsiteX1" fmla="*/ 15830 w 63996"/>
                      <a:gd name="connsiteY1" fmla="*/ 74529 h 95994"/>
                      <a:gd name="connsiteX2" fmla="*/ 10969 w 63996"/>
                      <a:gd name="connsiteY2" fmla="*/ 45935 h 95994"/>
                      <a:gd name="connsiteX3" fmla="*/ 15830 w 63996"/>
                      <a:gd name="connsiteY3" fmla="*/ 17401 h 95994"/>
                      <a:gd name="connsiteX4" fmla="*/ 30376 w 63996"/>
                      <a:gd name="connsiteY4" fmla="*/ 7883 h 95994"/>
                      <a:gd name="connsiteX5" fmla="*/ 44981 w 63996"/>
                      <a:gd name="connsiteY5" fmla="*/ 17401 h 95994"/>
                      <a:gd name="connsiteX6" fmla="*/ 49862 w 63996"/>
                      <a:gd name="connsiteY6" fmla="*/ 45935 h 95994"/>
                      <a:gd name="connsiteX7" fmla="*/ 44981 w 63996"/>
                      <a:gd name="connsiteY7" fmla="*/ 74529 h 95994"/>
                      <a:gd name="connsiteX8" fmla="*/ 30376 w 63996"/>
                      <a:gd name="connsiteY8" fmla="*/ 84047 h 95994"/>
                      <a:gd name="connsiteX9" fmla="*/ 30376 w 63996"/>
                      <a:gd name="connsiteY9" fmla="*/ 93962 h 95994"/>
                      <a:gd name="connsiteX10" fmla="*/ 54168 w 63996"/>
                      <a:gd name="connsiteY10" fmla="*/ 81648 h 95994"/>
                      <a:gd name="connsiteX11" fmla="*/ 62384 w 63996"/>
                      <a:gd name="connsiteY11" fmla="*/ 45935 h 95994"/>
                      <a:gd name="connsiteX12" fmla="*/ 54168 w 63996"/>
                      <a:gd name="connsiteY12" fmla="*/ 10262 h 95994"/>
                      <a:gd name="connsiteX13" fmla="*/ 30376 w 63996"/>
                      <a:gd name="connsiteY13" fmla="*/ -2032 h 95994"/>
                      <a:gd name="connsiteX14" fmla="*/ 6603 w 63996"/>
                      <a:gd name="connsiteY14" fmla="*/ 10262 h 95994"/>
                      <a:gd name="connsiteX15" fmla="*/ -1612 w 63996"/>
                      <a:gd name="connsiteY15" fmla="*/ 45935 h 95994"/>
                      <a:gd name="connsiteX16" fmla="*/ 6603 w 63996"/>
                      <a:gd name="connsiteY16" fmla="*/ 81648 h 95994"/>
                      <a:gd name="connsiteX17" fmla="*/ 3037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76" y="84047"/>
                        </a:moveTo>
                        <a:cubicBezTo>
                          <a:pt x="23933" y="84047"/>
                          <a:pt x="19085" y="80875"/>
                          <a:pt x="15830" y="74529"/>
                        </a:cubicBezTo>
                        <a:cubicBezTo>
                          <a:pt x="12589" y="68197"/>
                          <a:pt x="10969" y="58666"/>
                          <a:pt x="10969" y="45935"/>
                        </a:cubicBezTo>
                        <a:cubicBezTo>
                          <a:pt x="10969" y="33258"/>
                          <a:pt x="12589" y="23746"/>
                          <a:pt x="15830" y="17401"/>
                        </a:cubicBezTo>
                        <a:cubicBezTo>
                          <a:pt x="19085" y="11055"/>
                          <a:pt x="23933" y="7883"/>
                          <a:pt x="30376" y="7883"/>
                        </a:cubicBezTo>
                        <a:cubicBezTo>
                          <a:pt x="36871" y="7883"/>
                          <a:pt x="41740" y="11055"/>
                          <a:pt x="44981" y="17401"/>
                        </a:cubicBezTo>
                        <a:cubicBezTo>
                          <a:pt x="48235" y="23746"/>
                          <a:pt x="49862" y="33258"/>
                          <a:pt x="49862" y="45935"/>
                        </a:cubicBezTo>
                        <a:cubicBezTo>
                          <a:pt x="49862" y="58666"/>
                          <a:pt x="48235" y="68197"/>
                          <a:pt x="44981" y="74529"/>
                        </a:cubicBezTo>
                        <a:cubicBezTo>
                          <a:pt x="41740" y="80875"/>
                          <a:pt x="36871" y="84047"/>
                          <a:pt x="30376" y="84047"/>
                        </a:cubicBezTo>
                        <a:close/>
                        <a:moveTo>
                          <a:pt x="30376" y="93962"/>
                        </a:moveTo>
                        <a:cubicBezTo>
                          <a:pt x="40761" y="93962"/>
                          <a:pt x="48692" y="89857"/>
                          <a:pt x="54168" y="81648"/>
                        </a:cubicBezTo>
                        <a:cubicBezTo>
                          <a:pt x="59645" y="73452"/>
                          <a:pt x="62384" y="61548"/>
                          <a:pt x="62384" y="45935"/>
                        </a:cubicBezTo>
                        <a:cubicBezTo>
                          <a:pt x="62384" y="30363"/>
                          <a:pt x="59645" y="18471"/>
                          <a:pt x="54168" y="10262"/>
                        </a:cubicBezTo>
                        <a:cubicBezTo>
                          <a:pt x="48692" y="2066"/>
                          <a:pt x="40761" y="-2032"/>
                          <a:pt x="30376" y="-2032"/>
                        </a:cubicBezTo>
                        <a:cubicBezTo>
                          <a:pt x="20004" y="-2032"/>
                          <a:pt x="12080" y="2066"/>
                          <a:pt x="6603" y="10262"/>
                        </a:cubicBezTo>
                        <a:cubicBezTo>
                          <a:pt x="1126" y="18471"/>
                          <a:pt x="-1612" y="30363"/>
                          <a:pt x="-1612" y="45935"/>
                        </a:cubicBezTo>
                        <a:cubicBezTo>
                          <a:pt x="-1612" y="61548"/>
                          <a:pt x="1126" y="73452"/>
                          <a:pt x="6603" y="81648"/>
                        </a:cubicBezTo>
                        <a:cubicBezTo>
                          <a:pt x="12080" y="89857"/>
                          <a:pt x="20004" y="93962"/>
                          <a:pt x="3037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363" name="Graphic 299">
              <a:extLst>
                <a:ext uri="{FF2B5EF4-FFF2-40B4-BE49-F238E27FC236}">
                  <a16:creationId xmlns:a16="http://schemas.microsoft.com/office/drawing/2014/main" id="{0E5F115E-2FC7-D531-2F5A-FD6EEDC29145}"/>
                </a:ext>
              </a:extLst>
            </p:cNvPr>
            <p:cNvGrpSpPr/>
            <p:nvPr/>
          </p:nvGrpSpPr>
          <p:grpSpPr>
            <a:xfrm>
              <a:off x="3851198" y="2312521"/>
              <a:ext cx="44450" cy="2284429"/>
              <a:chOff x="3851198" y="2312521"/>
              <a:chExt cx="44450" cy="2284429"/>
            </a:xfrm>
            <a:solidFill>
              <a:srgbClr val="000000"/>
            </a:solidFill>
          </p:grpSpPr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2307F20B-9E3E-F38F-4CB5-723CA6B3B5D2}"/>
                  </a:ext>
                </a:extLst>
              </p:cNvPr>
              <p:cNvSpPr/>
              <p:nvPr/>
            </p:nvSpPr>
            <p:spPr>
              <a:xfrm>
                <a:off x="3851198" y="4584260"/>
                <a:ext cx="44450" cy="12690"/>
              </a:xfrm>
              <a:custGeom>
                <a:avLst/>
                <a:gdLst>
                  <a:gd name="connsiteX0" fmla="*/ 44508 w 44450"/>
                  <a:gd name="connsiteY0" fmla="*/ 264 h 12690"/>
                  <a:gd name="connsiteX1" fmla="*/ 58 w 44450"/>
                  <a:gd name="connsiteY1" fmla="*/ 26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64"/>
                    </a:moveTo>
                    <a:lnTo>
                      <a:pt x="58" y="26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13D097A6-350A-7EDE-44DC-64DA287FC1CB}"/>
                  </a:ext>
                </a:extLst>
              </p:cNvPr>
              <p:cNvSpPr/>
              <p:nvPr/>
            </p:nvSpPr>
            <p:spPr>
              <a:xfrm>
                <a:off x="3851198" y="4016325"/>
                <a:ext cx="44450" cy="12690"/>
              </a:xfrm>
              <a:custGeom>
                <a:avLst/>
                <a:gdLst>
                  <a:gd name="connsiteX0" fmla="*/ 44508 w 44450"/>
                  <a:gd name="connsiteY0" fmla="*/ 219 h 12690"/>
                  <a:gd name="connsiteX1" fmla="*/ 58 w 44450"/>
                  <a:gd name="connsiteY1" fmla="*/ 21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19"/>
                    </a:moveTo>
                    <a:lnTo>
                      <a:pt x="58" y="219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B01A4172-6B29-0B3F-ACEE-163AD07C7957}"/>
                  </a:ext>
                </a:extLst>
              </p:cNvPr>
              <p:cNvSpPr/>
              <p:nvPr/>
            </p:nvSpPr>
            <p:spPr>
              <a:xfrm>
                <a:off x="3851198" y="3448391"/>
                <a:ext cx="44450" cy="12690"/>
              </a:xfrm>
              <a:custGeom>
                <a:avLst/>
                <a:gdLst>
                  <a:gd name="connsiteX0" fmla="*/ 44508 w 44450"/>
                  <a:gd name="connsiteY0" fmla="*/ 175 h 12690"/>
                  <a:gd name="connsiteX1" fmla="*/ 58 w 44450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2A75182A-D4B1-2A1E-E201-6AAAE91D9F15}"/>
                  </a:ext>
                </a:extLst>
              </p:cNvPr>
              <p:cNvSpPr/>
              <p:nvPr/>
            </p:nvSpPr>
            <p:spPr>
              <a:xfrm>
                <a:off x="3851198" y="2880456"/>
                <a:ext cx="44450" cy="12690"/>
              </a:xfrm>
              <a:custGeom>
                <a:avLst/>
                <a:gdLst>
                  <a:gd name="connsiteX0" fmla="*/ 44508 w 44450"/>
                  <a:gd name="connsiteY0" fmla="*/ 130 h 12690"/>
                  <a:gd name="connsiteX1" fmla="*/ 58 w 44450"/>
                  <a:gd name="connsiteY1" fmla="*/ 13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30"/>
                    </a:moveTo>
                    <a:lnTo>
                      <a:pt x="58" y="130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0DC26EB3-07C5-F503-D293-08438B5F0F62}"/>
                  </a:ext>
                </a:extLst>
              </p:cNvPr>
              <p:cNvSpPr/>
              <p:nvPr/>
            </p:nvSpPr>
            <p:spPr>
              <a:xfrm>
                <a:off x="3851198" y="2312521"/>
                <a:ext cx="44450" cy="12690"/>
              </a:xfrm>
              <a:custGeom>
                <a:avLst/>
                <a:gdLst>
                  <a:gd name="connsiteX0" fmla="*/ 44508 w 44450"/>
                  <a:gd name="connsiteY0" fmla="*/ 85 h 12690"/>
                  <a:gd name="connsiteX1" fmla="*/ 58 w 44450"/>
                  <a:gd name="connsiteY1" fmla="*/ 8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85"/>
                    </a:moveTo>
                    <a:lnTo>
                      <a:pt x="58" y="8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9EA841DF-8380-BEFB-EB32-AE9DDF229CD6}"/>
                </a:ext>
              </a:extLst>
            </p:cNvPr>
            <p:cNvSpPr/>
            <p:nvPr/>
          </p:nvSpPr>
          <p:spPr>
            <a:xfrm>
              <a:off x="3895648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41717BC-BEA8-7E94-2E4F-764B58793164}"/>
                </a:ext>
              </a:extLst>
            </p:cNvPr>
            <p:cNvSpPr/>
            <p:nvPr/>
          </p:nvSpPr>
          <p:spPr>
            <a:xfrm>
              <a:off x="8442411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E305BCC5-B16F-E9E9-DCC2-0D10B5556F9B}"/>
                </a:ext>
              </a:extLst>
            </p:cNvPr>
            <p:cNvSpPr/>
            <p:nvPr/>
          </p:nvSpPr>
          <p:spPr>
            <a:xfrm>
              <a:off x="3895648" y="4868227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18DA1346-CEF2-F574-C28D-9EE44282E1EF}"/>
                </a:ext>
              </a:extLst>
            </p:cNvPr>
            <p:cNvSpPr/>
            <p:nvPr/>
          </p:nvSpPr>
          <p:spPr>
            <a:xfrm>
              <a:off x="3895648" y="202855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501" name="Graphic 497">
            <a:extLst>
              <a:ext uri="{FF2B5EF4-FFF2-40B4-BE49-F238E27FC236}">
                <a16:creationId xmlns:a16="http://schemas.microsoft.com/office/drawing/2014/main" id="{7AC4CCCB-6277-B94A-4CD5-FCE3318CC0AB}"/>
              </a:ext>
            </a:extLst>
          </p:cNvPr>
          <p:cNvGrpSpPr/>
          <p:nvPr/>
        </p:nvGrpSpPr>
        <p:grpSpPr>
          <a:xfrm>
            <a:off x="9932965" y="3468194"/>
            <a:ext cx="4703979" cy="3027277"/>
            <a:chOff x="3851198" y="2028021"/>
            <a:chExt cx="4703979" cy="3027277"/>
          </a:xfrm>
        </p:grpSpPr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1E234588-9270-E90A-92AA-E9F4BEA10926}"/>
                </a:ext>
              </a:extLst>
            </p:cNvPr>
            <p:cNvSpPr/>
            <p:nvPr/>
          </p:nvSpPr>
          <p:spPr>
            <a:xfrm>
              <a:off x="3895648" y="2028554"/>
              <a:ext cx="4546762" cy="2839673"/>
            </a:xfrm>
            <a:custGeom>
              <a:avLst/>
              <a:gdLst>
                <a:gd name="connsiteX0" fmla="*/ 0 w 4546762"/>
                <a:gd name="connsiteY0" fmla="*/ 2839674 h 2839673"/>
                <a:gd name="connsiteX1" fmla="*/ 4546763 w 4546762"/>
                <a:gd name="connsiteY1" fmla="*/ 2839674 h 2839673"/>
                <a:gd name="connsiteX2" fmla="*/ 4546763 w 4546762"/>
                <a:gd name="connsiteY2" fmla="*/ 0 h 2839673"/>
                <a:gd name="connsiteX3" fmla="*/ 0 w 4546762"/>
                <a:gd name="connsiteY3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762" h="2839673">
                  <a:moveTo>
                    <a:pt x="0" y="2839674"/>
                  </a:moveTo>
                  <a:lnTo>
                    <a:pt x="4546763" y="2839674"/>
                  </a:lnTo>
                  <a:lnTo>
                    <a:pt x="4546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503" name="Picture 502">
              <a:extLst>
                <a:ext uri="{FF2B5EF4-FFF2-40B4-BE49-F238E27FC236}">
                  <a16:creationId xmlns:a16="http://schemas.microsoft.com/office/drawing/2014/main" id="{55716FBD-022F-460D-3924-024A1A1A3ED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 flipV="1">
              <a:off x="3895648" y="2028021"/>
              <a:ext cx="4546854" cy="2840206"/>
            </a:xfrm>
            <a:custGeom>
              <a:avLst/>
              <a:gdLst>
                <a:gd name="connsiteX0" fmla="*/ 0 w 4546854"/>
                <a:gd name="connsiteY0" fmla="*/ 125 h 2840206"/>
                <a:gd name="connsiteX1" fmla="*/ 4546854 w 4546854"/>
                <a:gd name="connsiteY1" fmla="*/ 125 h 2840206"/>
                <a:gd name="connsiteX2" fmla="*/ 4546854 w 4546854"/>
                <a:gd name="connsiteY2" fmla="*/ 2840332 h 2840206"/>
                <a:gd name="connsiteX3" fmla="*/ 0 w 4546854"/>
                <a:gd name="connsiteY3" fmla="*/ 2840332 h 284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854" h="2840206">
                  <a:moveTo>
                    <a:pt x="0" y="125"/>
                  </a:moveTo>
                  <a:lnTo>
                    <a:pt x="4546854" y="125"/>
                  </a:lnTo>
                  <a:lnTo>
                    <a:pt x="4546854" y="2840332"/>
                  </a:lnTo>
                  <a:lnTo>
                    <a:pt x="0" y="2840332"/>
                  </a:lnTo>
                  <a:close/>
                </a:path>
              </a:pathLst>
            </a:custGeom>
          </p:spPr>
        </p:pic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3C575B1F-9447-1CFC-12DD-2964857BE949}"/>
                </a:ext>
              </a:extLst>
            </p:cNvPr>
            <p:cNvSpPr/>
            <p:nvPr/>
          </p:nvSpPr>
          <p:spPr>
            <a:xfrm>
              <a:off x="6948728" y="3429665"/>
              <a:ext cx="286020" cy="121435"/>
            </a:xfrm>
            <a:custGeom>
              <a:avLst/>
              <a:gdLst>
                <a:gd name="connsiteX0" fmla="*/ 286021 w 286020"/>
                <a:gd name="connsiteY0" fmla="*/ 12327 h 121435"/>
                <a:gd name="connsiteX1" fmla="*/ 281231 w 286020"/>
                <a:gd name="connsiteY1" fmla="*/ 121436 h 121435"/>
                <a:gd name="connsiteX2" fmla="*/ 0 w 286020"/>
                <a:gd name="connsiteY2" fmla="*/ 109109 h 121435"/>
                <a:gd name="connsiteX3" fmla="*/ 4789 w 286020"/>
                <a:gd name="connsiteY3" fmla="*/ 0 h 12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6020" h="121435">
                  <a:moveTo>
                    <a:pt x="286021" y="12327"/>
                  </a:moveTo>
                  <a:lnTo>
                    <a:pt x="281231" y="121436"/>
                  </a:lnTo>
                  <a:lnTo>
                    <a:pt x="0" y="109109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2AA9CDE3-0E1D-3337-4550-C3444FC2E1E7}"/>
                </a:ext>
              </a:extLst>
            </p:cNvPr>
            <p:cNvSpPr/>
            <p:nvPr/>
          </p:nvSpPr>
          <p:spPr>
            <a:xfrm>
              <a:off x="7120772" y="3437206"/>
              <a:ext cx="111582" cy="109108"/>
            </a:xfrm>
            <a:custGeom>
              <a:avLst/>
              <a:gdLst>
                <a:gd name="connsiteX0" fmla="*/ 111582 w 111582"/>
                <a:gd name="connsiteY0" fmla="*/ 59340 h 109108"/>
                <a:gd name="connsiteX1" fmla="*/ 0 w 111582"/>
                <a:gd name="connsiteY1" fmla="*/ 109109 h 109108"/>
                <a:gd name="connsiteX2" fmla="*/ 4789 w 111582"/>
                <a:gd name="connsiteY2" fmla="*/ 0 h 10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582" h="109108">
                  <a:moveTo>
                    <a:pt x="111582" y="59340"/>
                  </a:moveTo>
                  <a:lnTo>
                    <a:pt x="0" y="109109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506" name="Graphic 497">
              <a:extLst>
                <a:ext uri="{FF2B5EF4-FFF2-40B4-BE49-F238E27FC236}">
                  <a16:creationId xmlns:a16="http://schemas.microsoft.com/office/drawing/2014/main" id="{D7CFDADA-1934-F976-7684-F519EE6155A6}"/>
                </a:ext>
              </a:extLst>
            </p:cNvPr>
            <p:cNvGrpSpPr/>
            <p:nvPr/>
          </p:nvGrpSpPr>
          <p:grpSpPr>
            <a:xfrm>
              <a:off x="3894519" y="4868227"/>
              <a:ext cx="4660658" cy="187071"/>
              <a:chOff x="3894519" y="4868227"/>
              <a:chExt cx="4660658" cy="187071"/>
            </a:xfrm>
            <a:solidFill>
              <a:srgbClr val="000000"/>
            </a:solidFill>
          </p:grpSpPr>
          <p:grpSp>
            <p:nvGrpSpPr>
              <p:cNvPr id="507" name="Graphic 497">
                <a:extLst>
                  <a:ext uri="{FF2B5EF4-FFF2-40B4-BE49-F238E27FC236}">
                    <a16:creationId xmlns:a16="http://schemas.microsoft.com/office/drawing/2014/main" id="{D0C6EE5E-F02C-4CCB-5E26-FA109FB664A9}"/>
                  </a:ext>
                </a:extLst>
              </p:cNvPr>
              <p:cNvGrpSpPr/>
              <p:nvPr/>
            </p:nvGrpSpPr>
            <p:grpSpPr>
              <a:xfrm>
                <a:off x="3894519" y="4868227"/>
                <a:ext cx="224170" cy="187071"/>
                <a:chOff x="3894519" y="4868227"/>
                <a:chExt cx="224170" cy="187071"/>
              </a:xfrm>
              <a:solidFill>
                <a:srgbClr val="000000"/>
              </a:solidFill>
            </p:grpSpPr>
            <p:sp>
              <p:nvSpPr>
                <p:cNvPr id="508" name="Freeform: Shape 507">
                  <a:extLst>
                    <a:ext uri="{FF2B5EF4-FFF2-40B4-BE49-F238E27FC236}">
                      <a16:creationId xmlns:a16="http://schemas.microsoft.com/office/drawing/2014/main" id="{C27EDFC6-036A-339C-C719-EF77E225D142}"/>
                    </a:ext>
                  </a:extLst>
                </p:cNvPr>
                <p:cNvSpPr/>
                <p:nvPr/>
              </p:nvSpPr>
              <p:spPr>
                <a:xfrm>
                  <a:off x="3895648" y="4868227"/>
                  <a:ext cx="12700" cy="44417"/>
                </a:xfrm>
                <a:custGeom>
                  <a:avLst/>
                  <a:gdLst>
                    <a:gd name="connsiteX0" fmla="*/ 58 w 12700"/>
                    <a:gd name="connsiteY0" fmla="*/ 286 h 44417"/>
                    <a:gd name="connsiteX1" fmla="*/ 58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58" y="286"/>
                      </a:moveTo>
                      <a:lnTo>
                        <a:pt x="58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09" name="Graphic 497">
                  <a:extLst>
                    <a:ext uri="{FF2B5EF4-FFF2-40B4-BE49-F238E27FC236}">
                      <a16:creationId xmlns:a16="http://schemas.microsoft.com/office/drawing/2014/main" id="{616642BD-A85B-FD06-E116-B82D4DAC34FA}"/>
                    </a:ext>
                  </a:extLst>
                </p:cNvPr>
                <p:cNvGrpSpPr/>
                <p:nvPr/>
              </p:nvGrpSpPr>
              <p:grpSpPr>
                <a:xfrm>
                  <a:off x="3894519" y="4959304"/>
                  <a:ext cx="224170" cy="95994"/>
                  <a:chOff x="3894519" y="4959304"/>
                  <a:chExt cx="224170" cy="95994"/>
                </a:xfrm>
                <a:solidFill>
                  <a:srgbClr val="000000"/>
                </a:solidFill>
              </p:grpSpPr>
              <p:sp>
                <p:nvSpPr>
                  <p:cNvPr id="510" name="Freeform: Shape 509">
                    <a:extLst>
                      <a:ext uri="{FF2B5EF4-FFF2-40B4-BE49-F238E27FC236}">
                        <a16:creationId xmlns:a16="http://schemas.microsoft.com/office/drawing/2014/main" id="{71D1F3E1-6554-57D4-D439-A6824E38E9A8}"/>
                      </a:ext>
                    </a:extLst>
                  </p:cNvPr>
                  <p:cNvSpPr/>
                  <p:nvPr/>
                </p:nvSpPr>
                <p:spPr>
                  <a:xfrm flipV="1">
                    <a:off x="3894519" y="4960969"/>
                    <a:ext cx="59908" cy="94328"/>
                  </a:xfrm>
                  <a:custGeom>
                    <a:avLst/>
                    <a:gdLst>
                      <a:gd name="connsiteX0" fmla="*/ 1957 w 59908"/>
                      <a:gd name="connsiteY0" fmla="*/ 92338 h 94328"/>
                      <a:gd name="connsiteX1" fmla="*/ 51130 w 59908"/>
                      <a:gd name="connsiteY1" fmla="*/ 92338 h 94328"/>
                      <a:gd name="connsiteX2" fmla="*/ 51130 w 59908"/>
                      <a:gd name="connsiteY2" fmla="*/ 81789 h 94328"/>
                      <a:gd name="connsiteX3" fmla="*/ 13427 w 59908"/>
                      <a:gd name="connsiteY3" fmla="*/ 81789 h 94328"/>
                      <a:gd name="connsiteX4" fmla="*/ 13427 w 59908"/>
                      <a:gd name="connsiteY4" fmla="*/ 59124 h 94328"/>
                      <a:gd name="connsiteX5" fmla="*/ 18864 w 59908"/>
                      <a:gd name="connsiteY5" fmla="*/ 60512 h 94328"/>
                      <a:gd name="connsiteX6" fmla="*/ 24341 w 59908"/>
                      <a:gd name="connsiteY6" fmla="*/ 60968 h 94328"/>
                      <a:gd name="connsiteX7" fmla="*/ 48888 w 59908"/>
                      <a:gd name="connsiteY7" fmla="*/ 52481 h 94328"/>
                      <a:gd name="connsiteX8" fmla="*/ 57956 w 59908"/>
                      <a:gd name="connsiteY8" fmla="*/ 29499 h 94328"/>
                      <a:gd name="connsiteX9" fmla="*/ 48649 w 59908"/>
                      <a:gd name="connsiteY9" fmla="*/ 6279 h 94328"/>
                      <a:gd name="connsiteX10" fmla="*/ 22416 w 59908"/>
                      <a:gd name="connsiteY10" fmla="*/ -1990 h 94328"/>
                      <a:gd name="connsiteX11" fmla="*/ 10530 w 59908"/>
                      <a:gd name="connsiteY11" fmla="*/ -999 h 94328"/>
                      <a:gd name="connsiteX12" fmla="*/ -1952 w 59908"/>
                      <a:gd name="connsiteY12" fmla="*/ 1976 h 94328"/>
                      <a:gd name="connsiteX13" fmla="*/ -1952 w 59908"/>
                      <a:gd name="connsiteY13" fmla="*/ 14567 h 94328"/>
                      <a:gd name="connsiteX14" fmla="*/ 9577 w 59908"/>
                      <a:gd name="connsiteY14" fmla="*/ 10046 h 94328"/>
                      <a:gd name="connsiteX15" fmla="*/ 22158 w 59908"/>
                      <a:gd name="connsiteY15" fmla="*/ 8559 h 94328"/>
                      <a:gd name="connsiteX16" fmla="*/ 39144 w 59908"/>
                      <a:gd name="connsiteY16" fmla="*/ 14191 h 94328"/>
                      <a:gd name="connsiteX17" fmla="*/ 45415 w 59908"/>
                      <a:gd name="connsiteY17" fmla="*/ 29499 h 94328"/>
                      <a:gd name="connsiteX18" fmla="*/ 39144 w 59908"/>
                      <a:gd name="connsiteY18" fmla="*/ 44788 h 94328"/>
                      <a:gd name="connsiteX19" fmla="*/ 22158 w 59908"/>
                      <a:gd name="connsiteY19" fmla="*/ 50439 h 94328"/>
                      <a:gd name="connsiteX20" fmla="*/ 12137 w 59908"/>
                      <a:gd name="connsiteY20" fmla="*/ 49328 h 94328"/>
                      <a:gd name="connsiteX21" fmla="*/ 1957 w 59908"/>
                      <a:gd name="connsiteY21" fmla="*/ 45858 h 94328"/>
                      <a:gd name="connsiteX22" fmla="*/ 195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57" y="92338"/>
                        </a:moveTo>
                        <a:lnTo>
                          <a:pt x="51130" y="92338"/>
                        </a:lnTo>
                        <a:lnTo>
                          <a:pt x="51130" y="81789"/>
                        </a:lnTo>
                        <a:lnTo>
                          <a:pt x="13427" y="81789"/>
                        </a:lnTo>
                        <a:lnTo>
                          <a:pt x="13427" y="59124"/>
                        </a:lnTo>
                        <a:cubicBezTo>
                          <a:pt x="15239" y="59746"/>
                          <a:pt x="17052" y="60208"/>
                          <a:pt x="18864" y="60512"/>
                        </a:cubicBezTo>
                        <a:cubicBezTo>
                          <a:pt x="20690" y="60816"/>
                          <a:pt x="22515" y="60968"/>
                          <a:pt x="24341" y="60968"/>
                        </a:cubicBezTo>
                        <a:cubicBezTo>
                          <a:pt x="34673" y="60968"/>
                          <a:pt x="42855" y="58139"/>
                          <a:pt x="48888" y="52481"/>
                        </a:cubicBezTo>
                        <a:cubicBezTo>
                          <a:pt x="54933" y="46823"/>
                          <a:pt x="57956" y="39163"/>
                          <a:pt x="57956" y="29499"/>
                        </a:cubicBezTo>
                        <a:cubicBezTo>
                          <a:pt x="57956" y="19545"/>
                          <a:pt x="54854" y="11805"/>
                          <a:pt x="48649" y="6279"/>
                        </a:cubicBezTo>
                        <a:cubicBezTo>
                          <a:pt x="42445" y="766"/>
                          <a:pt x="33700" y="-1990"/>
                          <a:pt x="22416" y="-1990"/>
                        </a:cubicBezTo>
                        <a:cubicBezTo>
                          <a:pt x="18527" y="-1990"/>
                          <a:pt x="14564" y="-1660"/>
                          <a:pt x="10530" y="-999"/>
                        </a:cubicBezTo>
                        <a:cubicBezTo>
                          <a:pt x="6508" y="-338"/>
                          <a:pt x="2347" y="654"/>
                          <a:pt x="-1952" y="1976"/>
                        </a:cubicBezTo>
                        <a:lnTo>
                          <a:pt x="-1952" y="14567"/>
                        </a:lnTo>
                        <a:cubicBezTo>
                          <a:pt x="1765" y="12545"/>
                          <a:pt x="5608" y="11038"/>
                          <a:pt x="9577" y="10046"/>
                        </a:cubicBezTo>
                        <a:cubicBezTo>
                          <a:pt x="13546" y="9055"/>
                          <a:pt x="17739" y="8559"/>
                          <a:pt x="22158" y="8559"/>
                        </a:cubicBezTo>
                        <a:cubicBezTo>
                          <a:pt x="29315" y="8559"/>
                          <a:pt x="34977" y="10436"/>
                          <a:pt x="39144" y="14191"/>
                        </a:cubicBezTo>
                        <a:cubicBezTo>
                          <a:pt x="43325" y="17945"/>
                          <a:pt x="45415" y="23048"/>
                          <a:pt x="45415" y="29499"/>
                        </a:cubicBezTo>
                        <a:cubicBezTo>
                          <a:pt x="45415" y="35937"/>
                          <a:pt x="43325" y="41033"/>
                          <a:pt x="39144" y="44788"/>
                        </a:cubicBezTo>
                        <a:cubicBezTo>
                          <a:pt x="34977" y="48555"/>
                          <a:pt x="29315" y="50439"/>
                          <a:pt x="22158" y="50439"/>
                        </a:cubicBezTo>
                        <a:cubicBezTo>
                          <a:pt x="18811" y="50439"/>
                          <a:pt x="15471" y="50069"/>
                          <a:pt x="12137" y="49328"/>
                        </a:cubicBezTo>
                        <a:cubicBezTo>
                          <a:pt x="8816" y="48588"/>
                          <a:pt x="5423" y="47431"/>
                          <a:pt x="1957" y="45858"/>
                        </a:cubicBezTo>
                        <a:lnTo>
                          <a:pt x="195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11" name="Freeform: Shape 510">
                    <a:extLst>
                      <a:ext uri="{FF2B5EF4-FFF2-40B4-BE49-F238E27FC236}">
                        <a16:creationId xmlns:a16="http://schemas.microsoft.com/office/drawing/2014/main" id="{DFDAEE30-9597-D820-C11E-049EF560D54E}"/>
                      </a:ext>
                    </a:extLst>
                  </p:cNvPr>
                  <p:cNvSpPr/>
                  <p:nvPr/>
                </p:nvSpPr>
                <p:spPr>
                  <a:xfrm flipV="1">
                    <a:off x="3973892" y="4959304"/>
                    <a:ext cx="63996" cy="95994"/>
                  </a:xfrm>
                  <a:custGeom>
                    <a:avLst/>
                    <a:gdLst>
                      <a:gd name="connsiteX0" fmla="*/ 30011 w 63996"/>
                      <a:gd name="connsiteY0" fmla="*/ 84047 h 95994"/>
                      <a:gd name="connsiteX1" fmla="*/ 15466 w 63996"/>
                      <a:gd name="connsiteY1" fmla="*/ 74529 h 95994"/>
                      <a:gd name="connsiteX2" fmla="*/ 10604 w 63996"/>
                      <a:gd name="connsiteY2" fmla="*/ 45935 h 95994"/>
                      <a:gd name="connsiteX3" fmla="*/ 15466 w 63996"/>
                      <a:gd name="connsiteY3" fmla="*/ 17401 h 95994"/>
                      <a:gd name="connsiteX4" fmla="*/ 30011 w 63996"/>
                      <a:gd name="connsiteY4" fmla="*/ 7883 h 95994"/>
                      <a:gd name="connsiteX5" fmla="*/ 44616 w 63996"/>
                      <a:gd name="connsiteY5" fmla="*/ 17401 h 95994"/>
                      <a:gd name="connsiteX6" fmla="*/ 49498 w 63996"/>
                      <a:gd name="connsiteY6" fmla="*/ 45935 h 95994"/>
                      <a:gd name="connsiteX7" fmla="*/ 44616 w 63996"/>
                      <a:gd name="connsiteY7" fmla="*/ 74529 h 95994"/>
                      <a:gd name="connsiteX8" fmla="*/ 30011 w 63996"/>
                      <a:gd name="connsiteY8" fmla="*/ 84047 h 95994"/>
                      <a:gd name="connsiteX9" fmla="*/ 30011 w 63996"/>
                      <a:gd name="connsiteY9" fmla="*/ 93962 h 95994"/>
                      <a:gd name="connsiteX10" fmla="*/ 53804 w 63996"/>
                      <a:gd name="connsiteY10" fmla="*/ 81648 h 95994"/>
                      <a:gd name="connsiteX11" fmla="*/ 62019 w 63996"/>
                      <a:gd name="connsiteY11" fmla="*/ 45935 h 95994"/>
                      <a:gd name="connsiteX12" fmla="*/ 53804 w 63996"/>
                      <a:gd name="connsiteY12" fmla="*/ 10262 h 95994"/>
                      <a:gd name="connsiteX13" fmla="*/ 30011 w 63996"/>
                      <a:gd name="connsiteY13" fmla="*/ -2032 h 95994"/>
                      <a:gd name="connsiteX14" fmla="*/ 6239 w 63996"/>
                      <a:gd name="connsiteY14" fmla="*/ 10262 h 95994"/>
                      <a:gd name="connsiteX15" fmla="*/ -1977 w 63996"/>
                      <a:gd name="connsiteY15" fmla="*/ 45935 h 95994"/>
                      <a:gd name="connsiteX16" fmla="*/ 6239 w 63996"/>
                      <a:gd name="connsiteY16" fmla="*/ 81648 h 95994"/>
                      <a:gd name="connsiteX17" fmla="*/ 3001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1" y="84047"/>
                        </a:moveTo>
                        <a:cubicBezTo>
                          <a:pt x="23569" y="84047"/>
                          <a:pt x="18720" y="80875"/>
                          <a:pt x="15466" y="74529"/>
                        </a:cubicBezTo>
                        <a:cubicBezTo>
                          <a:pt x="12225" y="68197"/>
                          <a:pt x="10604" y="58666"/>
                          <a:pt x="10604" y="45935"/>
                        </a:cubicBezTo>
                        <a:cubicBezTo>
                          <a:pt x="10604" y="33258"/>
                          <a:pt x="12225" y="23746"/>
                          <a:pt x="15466" y="17401"/>
                        </a:cubicBezTo>
                        <a:cubicBezTo>
                          <a:pt x="18720" y="11055"/>
                          <a:pt x="23569" y="7883"/>
                          <a:pt x="30011" y="7883"/>
                        </a:cubicBezTo>
                        <a:cubicBezTo>
                          <a:pt x="36507" y="7883"/>
                          <a:pt x="41375" y="11055"/>
                          <a:pt x="44616" y="17401"/>
                        </a:cubicBezTo>
                        <a:cubicBezTo>
                          <a:pt x="47871" y="23746"/>
                          <a:pt x="49498" y="33258"/>
                          <a:pt x="49498" y="45935"/>
                        </a:cubicBezTo>
                        <a:cubicBezTo>
                          <a:pt x="49498" y="58666"/>
                          <a:pt x="47871" y="68197"/>
                          <a:pt x="44616" y="74529"/>
                        </a:cubicBezTo>
                        <a:cubicBezTo>
                          <a:pt x="41375" y="80875"/>
                          <a:pt x="36507" y="84047"/>
                          <a:pt x="30011" y="84047"/>
                        </a:cubicBezTo>
                        <a:close/>
                        <a:moveTo>
                          <a:pt x="30011" y="93962"/>
                        </a:moveTo>
                        <a:cubicBezTo>
                          <a:pt x="40396" y="93962"/>
                          <a:pt x="48327" y="89857"/>
                          <a:pt x="53804" y="81648"/>
                        </a:cubicBezTo>
                        <a:cubicBezTo>
                          <a:pt x="59281" y="73452"/>
                          <a:pt x="62019" y="61548"/>
                          <a:pt x="62019" y="45935"/>
                        </a:cubicBezTo>
                        <a:cubicBezTo>
                          <a:pt x="62019" y="30363"/>
                          <a:pt x="59281" y="18471"/>
                          <a:pt x="53804" y="10262"/>
                        </a:cubicBezTo>
                        <a:cubicBezTo>
                          <a:pt x="48327" y="2066"/>
                          <a:pt x="40396" y="-2032"/>
                          <a:pt x="30011" y="-2032"/>
                        </a:cubicBezTo>
                        <a:cubicBezTo>
                          <a:pt x="19640" y="-2032"/>
                          <a:pt x="11715" y="2066"/>
                          <a:pt x="6239" y="10262"/>
                        </a:cubicBezTo>
                        <a:cubicBezTo>
                          <a:pt x="762" y="18471"/>
                          <a:pt x="-1977" y="30363"/>
                          <a:pt x="-1977" y="45935"/>
                        </a:cubicBezTo>
                        <a:cubicBezTo>
                          <a:pt x="-1977" y="61548"/>
                          <a:pt x="762" y="73452"/>
                          <a:pt x="6239" y="81648"/>
                        </a:cubicBezTo>
                        <a:cubicBezTo>
                          <a:pt x="11715" y="89857"/>
                          <a:pt x="19640" y="93962"/>
                          <a:pt x="3001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12" name="Freeform: Shape 511">
                    <a:extLst>
                      <a:ext uri="{FF2B5EF4-FFF2-40B4-BE49-F238E27FC236}">
                        <a16:creationId xmlns:a16="http://schemas.microsoft.com/office/drawing/2014/main" id="{59753B55-903E-A5FF-96AB-31953E3D8CA2}"/>
                      </a:ext>
                    </a:extLst>
                  </p:cNvPr>
                  <p:cNvSpPr/>
                  <p:nvPr/>
                </p:nvSpPr>
                <p:spPr>
                  <a:xfrm flipV="1">
                    <a:off x="4054693" y="4959304"/>
                    <a:ext cx="63996" cy="95994"/>
                  </a:xfrm>
                  <a:custGeom>
                    <a:avLst/>
                    <a:gdLst>
                      <a:gd name="connsiteX0" fmla="*/ 30018 w 63996"/>
                      <a:gd name="connsiteY0" fmla="*/ 84047 h 95994"/>
                      <a:gd name="connsiteX1" fmla="*/ 15472 w 63996"/>
                      <a:gd name="connsiteY1" fmla="*/ 74529 h 95994"/>
                      <a:gd name="connsiteX2" fmla="*/ 10611 w 63996"/>
                      <a:gd name="connsiteY2" fmla="*/ 45935 h 95994"/>
                      <a:gd name="connsiteX3" fmla="*/ 15472 w 63996"/>
                      <a:gd name="connsiteY3" fmla="*/ 17401 h 95994"/>
                      <a:gd name="connsiteX4" fmla="*/ 30018 w 63996"/>
                      <a:gd name="connsiteY4" fmla="*/ 7883 h 95994"/>
                      <a:gd name="connsiteX5" fmla="*/ 44623 w 63996"/>
                      <a:gd name="connsiteY5" fmla="*/ 17401 h 95994"/>
                      <a:gd name="connsiteX6" fmla="*/ 49504 w 63996"/>
                      <a:gd name="connsiteY6" fmla="*/ 45935 h 95994"/>
                      <a:gd name="connsiteX7" fmla="*/ 44623 w 63996"/>
                      <a:gd name="connsiteY7" fmla="*/ 74529 h 95994"/>
                      <a:gd name="connsiteX8" fmla="*/ 30018 w 63996"/>
                      <a:gd name="connsiteY8" fmla="*/ 84047 h 95994"/>
                      <a:gd name="connsiteX9" fmla="*/ 30018 w 63996"/>
                      <a:gd name="connsiteY9" fmla="*/ 93962 h 95994"/>
                      <a:gd name="connsiteX10" fmla="*/ 53810 w 63996"/>
                      <a:gd name="connsiteY10" fmla="*/ 81648 h 95994"/>
                      <a:gd name="connsiteX11" fmla="*/ 62026 w 63996"/>
                      <a:gd name="connsiteY11" fmla="*/ 45935 h 95994"/>
                      <a:gd name="connsiteX12" fmla="*/ 53810 w 63996"/>
                      <a:gd name="connsiteY12" fmla="*/ 10262 h 95994"/>
                      <a:gd name="connsiteX13" fmla="*/ 30018 w 63996"/>
                      <a:gd name="connsiteY13" fmla="*/ -2032 h 95994"/>
                      <a:gd name="connsiteX14" fmla="*/ 6245 w 63996"/>
                      <a:gd name="connsiteY14" fmla="*/ 10262 h 95994"/>
                      <a:gd name="connsiteX15" fmla="*/ -1970 w 63996"/>
                      <a:gd name="connsiteY15" fmla="*/ 45935 h 95994"/>
                      <a:gd name="connsiteX16" fmla="*/ 6245 w 63996"/>
                      <a:gd name="connsiteY16" fmla="*/ 81648 h 95994"/>
                      <a:gd name="connsiteX17" fmla="*/ 30018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8" y="84047"/>
                        </a:moveTo>
                        <a:cubicBezTo>
                          <a:pt x="23575" y="84047"/>
                          <a:pt x="18727" y="80875"/>
                          <a:pt x="15472" y="74529"/>
                        </a:cubicBezTo>
                        <a:cubicBezTo>
                          <a:pt x="12231" y="68197"/>
                          <a:pt x="10611" y="58666"/>
                          <a:pt x="10611" y="45935"/>
                        </a:cubicBezTo>
                        <a:cubicBezTo>
                          <a:pt x="10611" y="33258"/>
                          <a:pt x="12231" y="23746"/>
                          <a:pt x="15472" y="17401"/>
                        </a:cubicBezTo>
                        <a:cubicBezTo>
                          <a:pt x="18727" y="11055"/>
                          <a:pt x="23575" y="7883"/>
                          <a:pt x="30018" y="7883"/>
                        </a:cubicBezTo>
                        <a:cubicBezTo>
                          <a:pt x="36513" y="7883"/>
                          <a:pt x="41382" y="11055"/>
                          <a:pt x="44623" y="17401"/>
                        </a:cubicBezTo>
                        <a:cubicBezTo>
                          <a:pt x="47877" y="23746"/>
                          <a:pt x="49504" y="33258"/>
                          <a:pt x="49504" y="45935"/>
                        </a:cubicBezTo>
                        <a:cubicBezTo>
                          <a:pt x="49504" y="58666"/>
                          <a:pt x="47877" y="68197"/>
                          <a:pt x="44623" y="74529"/>
                        </a:cubicBezTo>
                        <a:cubicBezTo>
                          <a:pt x="41382" y="80875"/>
                          <a:pt x="36513" y="84047"/>
                          <a:pt x="30018" y="84047"/>
                        </a:cubicBezTo>
                        <a:close/>
                        <a:moveTo>
                          <a:pt x="30018" y="93962"/>
                        </a:moveTo>
                        <a:cubicBezTo>
                          <a:pt x="40403" y="93962"/>
                          <a:pt x="48334" y="89857"/>
                          <a:pt x="53810" y="81648"/>
                        </a:cubicBezTo>
                        <a:cubicBezTo>
                          <a:pt x="59287" y="73452"/>
                          <a:pt x="62026" y="61548"/>
                          <a:pt x="62026" y="45935"/>
                        </a:cubicBezTo>
                        <a:cubicBezTo>
                          <a:pt x="62026" y="30363"/>
                          <a:pt x="59287" y="18471"/>
                          <a:pt x="53810" y="10262"/>
                        </a:cubicBezTo>
                        <a:cubicBezTo>
                          <a:pt x="48334" y="2066"/>
                          <a:pt x="40403" y="-2032"/>
                          <a:pt x="30018" y="-2032"/>
                        </a:cubicBezTo>
                        <a:cubicBezTo>
                          <a:pt x="19646" y="-2032"/>
                          <a:pt x="11722" y="2066"/>
                          <a:pt x="6245" y="10262"/>
                        </a:cubicBezTo>
                        <a:cubicBezTo>
                          <a:pt x="768" y="18471"/>
                          <a:pt x="-1970" y="30363"/>
                          <a:pt x="-1970" y="45935"/>
                        </a:cubicBezTo>
                        <a:cubicBezTo>
                          <a:pt x="-1970" y="61548"/>
                          <a:pt x="768" y="73452"/>
                          <a:pt x="6245" y="81648"/>
                        </a:cubicBezTo>
                        <a:cubicBezTo>
                          <a:pt x="11722" y="89857"/>
                          <a:pt x="19646" y="93962"/>
                          <a:pt x="30018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13" name="Graphic 497">
                <a:extLst>
                  <a:ext uri="{FF2B5EF4-FFF2-40B4-BE49-F238E27FC236}">
                    <a16:creationId xmlns:a16="http://schemas.microsoft.com/office/drawing/2014/main" id="{982AD711-F0B5-9532-01C1-49DF2D6B920D}"/>
                  </a:ext>
                </a:extLst>
              </p:cNvPr>
              <p:cNvGrpSpPr/>
              <p:nvPr/>
            </p:nvGrpSpPr>
            <p:grpSpPr>
              <a:xfrm>
                <a:off x="4352591" y="4868227"/>
                <a:ext cx="224169" cy="187070"/>
                <a:chOff x="435259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14" name="Freeform: Shape 513">
                  <a:extLst>
                    <a:ext uri="{FF2B5EF4-FFF2-40B4-BE49-F238E27FC236}">
                      <a16:creationId xmlns:a16="http://schemas.microsoft.com/office/drawing/2014/main" id="{38A2F91D-E28B-0C3D-0621-E917DBB38AE7}"/>
                    </a:ext>
                  </a:extLst>
                </p:cNvPr>
                <p:cNvSpPr/>
                <p:nvPr/>
              </p:nvSpPr>
              <p:spPr>
                <a:xfrm>
                  <a:off x="4463994" y="4868227"/>
                  <a:ext cx="12700" cy="44417"/>
                </a:xfrm>
                <a:custGeom>
                  <a:avLst/>
                  <a:gdLst>
                    <a:gd name="connsiteX0" fmla="*/ 102 w 12700"/>
                    <a:gd name="connsiteY0" fmla="*/ 286 h 44417"/>
                    <a:gd name="connsiteX1" fmla="*/ 10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02" y="286"/>
                      </a:moveTo>
                      <a:lnTo>
                        <a:pt x="10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15" name="Graphic 497">
                  <a:extLst>
                    <a:ext uri="{FF2B5EF4-FFF2-40B4-BE49-F238E27FC236}">
                      <a16:creationId xmlns:a16="http://schemas.microsoft.com/office/drawing/2014/main" id="{BCD7D9B1-05D0-FDC2-0B20-D4BE4D351953}"/>
                    </a:ext>
                  </a:extLst>
                </p:cNvPr>
                <p:cNvGrpSpPr/>
                <p:nvPr/>
              </p:nvGrpSpPr>
              <p:grpSpPr>
                <a:xfrm>
                  <a:off x="4352591" y="4959304"/>
                  <a:ext cx="224169" cy="95994"/>
                  <a:chOff x="435259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16" name="Freeform: Shape 515">
                    <a:extLst>
                      <a:ext uri="{FF2B5EF4-FFF2-40B4-BE49-F238E27FC236}">
                        <a16:creationId xmlns:a16="http://schemas.microsoft.com/office/drawing/2014/main" id="{6C7A1D32-61DB-CD18-4637-0107ED6740BA}"/>
                      </a:ext>
                    </a:extLst>
                  </p:cNvPr>
                  <p:cNvSpPr/>
                  <p:nvPr/>
                </p:nvSpPr>
                <p:spPr>
                  <a:xfrm flipV="1">
                    <a:off x="4352591" y="4960969"/>
                    <a:ext cx="59908" cy="94328"/>
                  </a:xfrm>
                  <a:custGeom>
                    <a:avLst/>
                    <a:gdLst>
                      <a:gd name="connsiteX0" fmla="*/ 2002 w 59908"/>
                      <a:gd name="connsiteY0" fmla="*/ 92338 h 94328"/>
                      <a:gd name="connsiteX1" fmla="*/ 51175 w 59908"/>
                      <a:gd name="connsiteY1" fmla="*/ 92338 h 94328"/>
                      <a:gd name="connsiteX2" fmla="*/ 51175 w 59908"/>
                      <a:gd name="connsiteY2" fmla="*/ 81789 h 94328"/>
                      <a:gd name="connsiteX3" fmla="*/ 13471 w 59908"/>
                      <a:gd name="connsiteY3" fmla="*/ 81789 h 94328"/>
                      <a:gd name="connsiteX4" fmla="*/ 13471 w 59908"/>
                      <a:gd name="connsiteY4" fmla="*/ 59124 h 94328"/>
                      <a:gd name="connsiteX5" fmla="*/ 18909 w 59908"/>
                      <a:gd name="connsiteY5" fmla="*/ 60512 h 94328"/>
                      <a:gd name="connsiteX6" fmla="*/ 24386 w 59908"/>
                      <a:gd name="connsiteY6" fmla="*/ 60968 h 94328"/>
                      <a:gd name="connsiteX7" fmla="*/ 48932 w 59908"/>
                      <a:gd name="connsiteY7" fmla="*/ 52481 h 94328"/>
                      <a:gd name="connsiteX8" fmla="*/ 58001 w 59908"/>
                      <a:gd name="connsiteY8" fmla="*/ 29499 h 94328"/>
                      <a:gd name="connsiteX9" fmla="*/ 48694 w 59908"/>
                      <a:gd name="connsiteY9" fmla="*/ 6279 h 94328"/>
                      <a:gd name="connsiteX10" fmla="*/ 22461 w 59908"/>
                      <a:gd name="connsiteY10" fmla="*/ -1990 h 94328"/>
                      <a:gd name="connsiteX11" fmla="*/ 10574 w 59908"/>
                      <a:gd name="connsiteY11" fmla="*/ -999 h 94328"/>
                      <a:gd name="connsiteX12" fmla="*/ -1907 w 59908"/>
                      <a:gd name="connsiteY12" fmla="*/ 1976 h 94328"/>
                      <a:gd name="connsiteX13" fmla="*/ -1907 w 59908"/>
                      <a:gd name="connsiteY13" fmla="*/ 14567 h 94328"/>
                      <a:gd name="connsiteX14" fmla="*/ 9622 w 59908"/>
                      <a:gd name="connsiteY14" fmla="*/ 10046 h 94328"/>
                      <a:gd name="connsiteX15" fmla="*/ 22203 w 59908"/>
                      <a:gd name="connsiteY15" fmla="*/ 8559 h 94328"/>
                      <a:gd name="connsiteX16" fmla="*/ 39189 w 59908"/>
                      <a:gd name="connsiteY16" fmla="*/ 14191 h 94328"/>
                      <a:gd name="connsiteX17" fmla="*/ 45460 w 59908"/>
                      <a:gd name="connsiteY17" fmla="*/ 29499 h 94328"/>
                      <a:gd name="connsiteX18" fmla="*/ 39189 w 59908"/>
                      <a:gd name="connsiteY18" fmla="*/ 44788 h 94328"/>
                      <a:gd name="connsiteX19" fmla="*/ 22203 w 59908"/>
                      <a:gd name="connsiteY19" fmla="*/ 50439 h 94328"/>
                      <a:gd name="connsiteX20" fmla="*/ 12182 w 59908"/>
                      <a:gd name="connsiteY20" fmla="*/ 49328 h 94328"/>
                      <a:gd name="connsiteX21" fmla="*/ 2002 w 59908"/>
                      <a:gd name="connsiteY21" fmla="*/ 45858 h 94328"/>
                      <a:gd name="connsiteX22" fmla="*/ 2002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02" y="92338"/>
                        </a:moveTo>
                        <a:lnTo>
                          <a:pt x="51175" y="92338"/>
                        </a:lnTo>
                        <a:lnTo>
                          <a:pt x="51175" y="81789"/>
                        </a:lnTo>
                        <a:lnTo>
                          <a:pt x="13471" y="81789"/>
                        </a:lnTo>
                        <a:lnTo>
                          <a:pt x="13471" y="59124"/>
                        </a:lnTo>
                        <a:cubicBezTo>
                          <a:pt x="15284" y="59746"/>
                          <a:pt x="17096" y="60208"/>
                          <a:pt x="18909" y="60512"/>
                        </a:cubicBezTo>
                        <a:cubicBezTo>
                          <a:pt x="20734" y="60816"/>
                          <a:pt x="22560" y="60968"/>
                          <a:pt x="24386" y="60968"/>
                        </a:cubicBezTo>
                        <a:cubicBezTo>
                          <a:pt x="34718" y="60968"/>
                          <a:pt x="42900" y="58139"/>
                          <a:pt x="48932" y="52481"/>
                        </a:cubicBezTo>
                        <a:cubicBezTo>
                          <a:pt x="54978" y="46823"/>
                          <a:pt x="58001" y="39163"/>
                          <a:pt x="58001" y="29499"/>
                        </a:cubicBezTo>
                        <a:cubicBezTo>
                          <a:pt x="58001" y="19545"/>
                          <a:pt x="54899" y="11805"/>
                          <a:pt x="48694" y="6279"/>
                        </a:cubicBezTo>
                        <a:cubicBezTo>
                          <a:pt x="42490" y="766"/>
                          <a:pt x="33745" y="-1990"/>
                          <a:pt x="22461" y="-1990"/>
                        </a:cubicBezTo>
                        <a:cubicBezTo>
                          <a:pt x="18571" y="-1990"/>
                          <a:pt x="14609" y="-1660"/>
                          <a:pt x="10574" y="-999"/>
                        </a:cubicBezTo>
                        <a:cubicBezTo>
                          <a:pt x="6553" y="-338"/>
                          <a:pt x="2392" y="654"/>
                          <a:pt x="-1907" y="1976"/>
                        </a:cubicBezTo>
                        <a:lnTo>
                          <a:pt x="-1907" y="14567"/>
                        </a:lnTo>
                        <a:cubicBezTo>
                          <a:pt x="1810" y="12545"/>
                          <a:pt x="5653" y="11038"/>
                          <a:pt x="9622" y="10046"/>
                        </a:cubicBezTo>
                        <a:cubicBezTo>
                          <a:pt x="13591" y="9055"/>
                          <a:pt x="17784" y="8559"/>
                          <a:pt x="22203" y="8559"/>
                        </a:cubicBezTo>
                        <a:cubicBezTo>
                          <a:pt x="29360" y="8559"/>
                          <a:pt x="35022" y="10436"/>
                          <a:pt x="39189" y="14191"/>
                        </a:cubicBezTo>
                        <a:cubicBezTo>
                          <a:pt x="43369" y="17945"/>
                          <a:pt x="45460" y="23048"/>
                          <a:pt x="45460" y="29499"/>
                        </a:cubicBezTo>
                        <a:cubicBezTo>
                          <a:pt x="45460" y="35937"/>
                          <a:pt x="43369" y="41033"/>
                          <a:pt x="39189" y="44788"/>
                        </a:cubicBezTo>
                        <a:cubicBezTo>
                          <a:pt x="35022" y="48555"/>
                          <a:pt x="29360" y="50439"/>
                          <a:pt x="22203" y="50439"/>
                        </a:cubicBezTo>
                        <a:cubicBezTo>
                          <a:pt x="18856" y="50439"/>
                          <a:pt x="15515" y="50069"/>
                          <a:pt x="12182" y="49328"/>
                        </a:cubicBezTo>
                        <a:cubicBezTo>
                          <a:pt x="8861" y="48588"/>
                          <a:pt x="5468" y="47431"/>
                          <a:pt x="2002" y="45858"/>
                        </a:cubicBezTo>
                        <a:lnTo>
                          <a:pt x="200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17" name="Freeform: Shape 516">
                    <a:extLst>
                      <a:ext uri="{FF2B5EF4-FFF2-40B4-BE49-F238E27FC236}">
                        <a16:creationId xmlns:a16="http://schemas.microsoft.com/office/drawing/2014/main" id="{A188AF28-10C8-3CB2-A7E9-D2467E022924}"/>
                      </a:ext>
                    </a:extLst>
                  </p:cNvPr>
                  <p:cNvSpPr/>
                  <p:nvPr/>
                </p:nvSpPr>
                <p:spPr>
                  <a:xfrm flipV="1">
                    <a:off x="4437539" y="4960969"/>
                    <a:ext cx="55125" cy="92524"/>
                  </a:xfrm>
                  <a:custGeom>
                    <a:avLst/>
                    <a:gdLst>
                      <a:gd name="connsiteX0" fmla="*/ -184 w 55125"/>
                      <a:gd name="connsiteY0" fmla="*/ 8494 h 92524"/>
                      <a:gd name="connsiteX1" fmla="*/ 20275 w 55125"/>
                      <a:gd name="connsiteY1" fmla="*/ 8494 h 92524"/>
                      <a:gd name="connsiteX2" fmla="*/ 20275 w 55125"/>
                      <a:gd name="connsiteY2" fmla="*/ 79086 h 92524"/>
                      <a:gd name="connsiteX3" fmla="*/ -1989 w 55125"/>
                      <a:gd name="connsiteY3" fmla="*/ 74625 h 92524"/>
                      <a:gd name="connsiteX4" fmla="*/ -1989 w 55125"/>
                      <a:gd name="connsiteY4" fmla="*/ 86027 h 92524"/>
                      <a:gd name="connsiteX5" fmla="*/ 20156 w 55125"/>
                      <a:gd name="connsiteY5" fmla="*/ 90488 h 92524"/>
                      <a:gd name="connsiteX6" fmla="*/ 32678 w 55125"/>
                      <a:gd name="connsiteY6" fmla="*/ 90488 h 92524"/>
                      <a:gd name="connsiteX7" fmla="*/ 32678 w 55125"/>
                      <a:gd name="connsiteY7" fmla="*/ 8494 h 92524"/>
                      <a:gd name="connsiteX8" fmla="*/ 53137 w 55125"/>
                      <a:gd name="connsiteY8" fmla="*/ 8494 h 92524"/>
                      <a:gd name="connsiteX9" fmla="*/ 53137 w 55125"/>
                      <a:gd name="connsiteY9" fmla="*/ -2036 h 92524"/>
                      <a:gd name="connsiteX10" fmla="*/ -184 w 55125"/>
                      <a:gd name="connsiteY10" fmla="*/ -2036 h 92524"/>
                      <a:gd name="connsiteX11" fmla="*/ -184 w 55125"/>
                      <a:gd name="connsiteY11" fmla="*/ 8494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184" y="8494"/>
                        </a:moveTo>
                        <a:lnTo>
                          <a:pt x="20275" y="8494"/>
                        </a:lnTo>
                        <a:lnTo>
                          <a:pt x="20275" y="79086"/>
                        </a:lnTo>
                        <a:lnTo>
                          <a:pt x="-1989" y="74625"/>
                        </a:lnTo>
                        <a:lnTo>
                          <a:pt x="-1989" y="86027"/>
                        </a:lnTo>
                        <a:lnTo>
                          <a:pt x="20156" y="90488"/>
                        </a:lnTo>
                        <a:lnTo>
                          <a:pt x="32678" y="90488"/>
                        </a:lnTo>
                        <a:lnTo>
                          <a:pt x="32678" y="8494"/>
                        </a:lnTo>
                        <a:lnTo>
                          <a:pt x="53137" y="8494"/>
                        </a:lnTo>
                        <a:lnTo>
                          <a:pt x="53137" y="-2036"/>
                        </a:lnTo>
                        <a:lnTo>
                          <a:pt x="-184" y="-2036"/>
                        </a:lnTo>
                        <a:lnTo>
                          <a:pt x="-184" y="84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18" name="Freeform: Shape 517">
                    <a:extLst>
                      <a:ext uri="{FF2B5EF4-FFF2-40B4-BE49-F238E27FC236}">
                        <a16:creationId xmlns:a16="http://schemas.microsoft.com/office/drawing/2014/main" id="{ED9E450F-C3FA-074A-2DF9-4E1159D5CAE9}"/>
                      </a:ext>
                    </a:extLst>
                  </p:cNvPr>
                  <p:cNvSpPr/>
                  <p:nvPr/>
                </p:nvSpPr>
                <p:spPr>
                  <a:xfrm flipV="1">
                    <a:off x="4512765" y="4959304"/>
                    <a:ext cx="63996" cy="95994"/>
                  </a:xfrm>
                  <a:custGeom>
                    <a:avLst/>
                    <a:gdLst>
                      <a:gd name="connsiteX0" fmla="*/ 30062 w 63996"/>
                      <a:gd name="connsiteY0" fmla="*/ 84047 h 95994"/>
                      <a:gd name="connsiteX1" fmla="*/ 15517 w 63996"/>
                      <a:gd name="connsiteY1" fmla="*/ 74529 h 95994"/>
                      <a:gd name="connsiteX2" fmla="*/ 10655 w 63996"/>
                      <a:gd name="connsiteY2" fmla="*/ 45935 h 95994"/>
                      <a:gd name="connsiteX3" fmla="*/ 15517 w 63996"/>
                      <a:gd name="connsiteY3" fmla="*/ 17401 h 95994"/>
                      <a:gd name="connsiteX4" fmla="*/ 30062 w 63996"/>
                      <a:gd name="connsiteY4" fmla="*/ 7883 h 95994"/>
                      <a:gd name="connsiteX5" fmla="*/ 44667 w 63996"/>
                      <a:gd name="connsiteY5" fmla="*/ 17401 h 95994"/>
                      <a:gd name="connsiteX6" fmla="*/ 49549 w 63996"/>
                      <a:gd name="connsiteY6" fmla="*/ 45935 h 95994"/>
                      <a:gd name="connsiteX7" fmla="*/ 44667 w 63996"/>
                      <a:gd name="connsiteY7" fmla="*/ 74529 h 95994"/>
                      <a:gd name="connsiteX8" fmla="*/ 30062 w 63996"/>
                      <a:gd name="connsiteY8" fmla="*/ 84047 h 95994"/>
                      <a:gd name="connsiteX9" fmla="*/ 30062 w 63996"/>
                      <a:gd name="connsiteY9" fmla="*/ 93962 h 95994"/>
                      <a:gd name="connsiteX10" fmla="*/ 53855 w 63996"/>
                      <a:gd name="connsiteY10" fmla="*/ 81648 h 95994"/>
                      <a:gd name="connsiteX11" fmla="*/ 62070 w 63996"/>
                      <a:gd name="connsiteY11" fmla="*/ 45935 h 95994"/>
                      <a:gd name="connsiteX12" fmla="*/ 53855 w 63996"/>
                      <a:gd name="connsiteY12" fmla="*/ 10262 h 95994"/>
                      <a:gd name="connsiteX13" fmla="*/ 30062 w 63996"/>
                      <a:gd name="connsiteY13" fmla="*/ -2032 h 95994"/>
                      <a:gd name="connsiteX14" fmla="*/ 6290 w 63996"/>
                      <a:gd name="connsiteY14" fmla="*/ 10262 h 95994"/>
                      <a:gd name="connsiteX15" fmla="*/ -1926 w 63996"/>
                      <a:gd name="connsiteY15" fmla="*/ 45935 h 95994"/>
                      <a:gd name="connsiteX16" fmla="*/ 6290 w 63996"/>
                      <a:gd name="connsiteY16" fmla="*/ 81648 h 95994"/>
                      <a:gd name="connsiteX17" fmla="*/ 3006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62" y="84047"/>
                        </a:moveTo>
                        <a:cubicBezTo>
                          <a:pt x="23620" y="84047"/>
                          <a:pt x="18771" y="80875"/>
                          <a:pt x="15517" y="74529"/>
                        </a:cubicBezTo>
                        <a:cubicBezTo>
                          <a:pt x="12276" y="68197"/>
                          <a:pt x="10655" y="58666"/>
                          <a:pt x="10655" y="45935"/>
                        </a:cubicBezTo>
                        <a:cubicBezTo>
                          <a:pt x="10655" y="33258"/>
                          <a:pt x="12276" y="23746"/>
                          <a:pt x="15517" y="17401"/>
                        </a:cubicBezTo>
                        <a:cubicBezTo>
                          <a:pt x="18771" y="11055"/>
                          <a:pt x="23620" y="7883"/>
                          <a:pt x="30062" y="7883"/>
                        </a:cubicBezTo>
                        <a:cubicBezTo>
                          <a:pt x="36558" y="7883"/>
                          <a:pt x="41426" y="11055"/>
                          <a:pt x="44667" y="17401"/>
                        </a:cubicBezTo>
                        <a:cubicBezTo>
                          <a:pt x="47922" y="23746"/>
                          <a:pt x="49549" y="33258"/>
                          <a:pt x="49549" y="45935"/>
                        </a:cubicBezTo>
                        <a:cubicBezTo>
                          <a:pt x="49549" y="58666"/>
                          <a:pt x="47922" y="68197"/>
                          <a:pt x="44667" y="74529"/>
                        </a:cubicBezTo>
                        <a:cubicBezTo>
                          <a:pt x="41426" y="80875"/>
                          <a:pt x="36558" y="84047"/>
                          <a:pt x="30062" y="84047"/>
                        </a:cubicBezTo>
                        <a:close/>
                        <a:moveTo>
                          <a:pt x="30062" y="93962"/>
                        </a:moveTo>
                        <a:cubicBezTo>
                          <a:pt x="40447" y="93962"/>
                          <a:pt x="48378" y="89857"/>
                          <a:pt x="53855" y="81648"/>
                        </a:cubicBezTo>
                        <a:cubicBezTo>
                          <a:pt x="59332" y="73452"/>
                          <a:pt x="62070" y="61548"/>
                          <a:pt x="62070" y="45935"/>
                        </a:cubicBezTo>
                        <a:cubicBezTo>
                          <a:pt x="62070" y="30363"/>
                          <a:pt x="59332" y="18471"/>
                          <a:pt x="53855" y="10262"/>
                        </a:cubicBezTo>
                        <a:cubicBezTo>
                          <a:pt x="48378" y="2066"/>
                          <a:pt x="40447" y="-2032"/>
                          <a:pt x="30062" y="-2032"/>
                        </a:cubicBezTo>
                        <a:cubicBezTo>
                          <a:pt x="19691" y="-2032"/>
                          <a:pt x="11767" y="2066"/>
                          <a:pt x="6290" y="10262"/>
                        </a:cubicBezTo>
                        <a:cubicBezTo>
                          <a:pt x="813" y="18471"/>
                          <a:pt x="-1926" y="30363"/>
                          <a:pt x="-1926" y="45935"/>
                        </a:cubicBezTo>
                        <a:cubicBezTo>
                          <a:pt x="-1926" y="61548"/>
                          <a:pt x="813" y="73452"/>
                          <a:pt x="6290" y="81648"/>
                        </a:cubicBezTo>
                        <a:cubicBezTo>
                          <a:pt x="11767" y="89857"/>
                          <a:pt x="19691" y="93962"/>
                          <a:pt x="3006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19" name="Graphic 497">
                <a:extLst>
                  <a:ext uri="{FF2B5EF4-FFF2-40B4-BE49-F238E27FC236}">
                    <a16:creationId xmlns:a16="http://schemas.microsoft.com/office/drawing/2014/main" id="{73595736-B967-4285-445E-5211213ED017}"/>
                  </a:ext>
                </a:extLst>
              </p:cNvPr>
              <p:cNvGrpSpPr/>
              <p:nvPr/>
            </p:nvGrpSpPr>
            <p:grpSpPr>
              <a:xfrm>
                <a:off x="4920936" y="4868227"/>
                <a:ext cx="224169" cy="187070"/>
                <a:chOff x="4920936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20" name="Freeform: Shape 519">
                  <a:extLst>
                    <a:ext uri="{FF2B5EF4-FFF2-40B4-BE49-F238E27FC236}">
                      <a16:creationId xmlns:a16="http://schemas.microsoft.com/office/drawing/2014/main" id="{CE70FC44-C223-796B-D284-BDDD5134917A}"/>
                    </a:ext>
                  </a:extLst>
                </p:cNvPr>
                <p:cNvSpPr/>
                <p:nvPr/>
              </p:nvSpPr>
              <p:spPr>
                <a:xfrm>
                  <a:off x="5032339" y="4868227"/>
                  <a:ext cx="12700" cy="44417"/>
                </a:xfrm>
                <a:custGeom>
                  <a:avLst/>
                  <a:gdLst>
                    <a:gd name="connsiteX0" fmla="*/ 147 w 12700"/>
                    <a:gd name="connsiteY0" fmla="*/ 286 h 44417"/>
                    <a:gd name="connsiteX1" fmla="*/ 14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47" y="286"/>
                      </a:moveTo>
                      <a:lnTo>
                        <a:pt x="14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21" name="Graphic 497">
                  <a:extLst>
                    <a:ext uri="{FF2B5EF4-FFF2-40B4-BE49-F238E27FC236}">
                      <a16:creationId xmlns:a16="http://schemas.microsoft.com/office/drawing/2014/main" id="{82953014-F0EC-F640-61D2-F564EC4ED0F4}"/>
                    </a:ext>
                  </a:extLst>
                </p:cNvPr>
                <p:cNvGrpSpPr/>
                <p:nvPr/>
              </p:nvGrpSpPr>
              <p:grpSpPr>
                <a:xfrm>
                  <a:off x="4920936" y="4959304"/>
                  <a:ext cx="224169" cy="95994"/>
                  <a:chOff x="4920936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22" name="Freeform: Shape 521">
                    <a:extLst>
                      <a:ext uri="{FF2B5EF4-FFF2-40B4-BE49-F238E27FC236}">
                        <a16:creationId xmlns:a16="http://schemas.microsoft.com/office/drawing/2014/main" id="{6FE9296F-C9F7-F93B-0284-E239556ED6F4}"/>
                      </a:ext>
                    </a:extLst>
                  </p:cNvPr>
                  <p:cNvSpPr/>
                  <p:nvPr/>
                </p:nvSpPr>
                <p:spPr>
                  <a:xfrm flipV="1">
                    <a:off x="4920936" y="4960969"/>
                    <a:ext cx="59908" cy="94328"/>
                  </a:xfrm>
                  <a:custGeom>
                    <a:avLst/>
                    <a:gdLst>
                      <a:gd name="connsiteX0" fmla="*/ 2047 w 59908"/>
                      <a:gd name="connsiteY0" fmla="*/ 92338 h 94328"/>
                      <a:gd name="connsiteX1" fmla="*/ 51219 w 59908"/>
                      <a:gd name="connsiteY1" fmla="*/ 92338 h 94328"/>
                      <a:gd name="connsiteX2" fmla="*/ 51219 w 59908"/>
                      <a:gd name="connsiteY2" fmla="*/ 81789 h 94328"/>
                      <a:gd name="connsiteX3" fmla="*/ 13516 w 59908"/>
                      <a:gd name="connsiteY3" fmla="*/ 81789 h 94328"/>
                      <a:gd name="connsiteX4" fmla="*/ 13516 w 59908"/>
                      <a:gd name="connsiteY4" fmla="*/ 59124 h 94328"/>
                      <a:gd name="connsiteX5" fmla="*/ 18953 w 59908"/>
                      <a:gd name="connsiteY5" fmla="*/ 60512 h 94328"/>
                      <a:gd name="connsiteX6" fmla="*/ 24430 w 59908"/>
                      <a:gd name="connsiteY6" fmla="*/ 60968 h 94328"/>
                      <a:gd name="connsiteX7" fmla="*/ 48977 w 59908"/>
                      <a:gd name="connsiteY7" fmla="*/ 52481 h 94328"/>
                      <a:gd name="connsiteX8" fmla="*/ 58046 w 59908"/>
                      <a:gd name="connsiteY8" fmla="*/ 29499 h 94328"/>
                      <a:gd name="connsiteX9" fmla="*/ 48739 w 59908"/>
                      <a:gd name="connsiteY9" fmla="*/ 6279 h 94328"/>
                      <a:gd name="connsiteX10" fmla="*/ 22505 w 59908"/>
                      <a:gd name="connsiteY10" fmla="*/ -1990 h 94328"/>
                      <a:gd name="connsiteX11" fmla="*/ 10619 w 59908"/>
                      <a:gd name="connsiteY11" fmla="*/ -999 h 94328"/>
                      <a:gd name="connsiteX12" fmla="*/ -1863 w 59908"/>
                      <a:gd name="connsiteY12" fmla="*/ 1976 h 94328"/>
                      <a:gd name="connsiteX13" fmla="*/ -1863 w 59908"/>
                      <a:gd name="connsiteY13" fmla="*/ 14567 h 94328"/>
                      <a:gd name="connsiteX14" fmla="*/ 9667 w 59908"/>
                      <a:gd name="connsiteY14" fmla="*/ 10046 h 94328"/>
                      <a:gd name="connsiteX15" fmla="*/ 22247 w 59908"/>
                      <a:gd name="connsiteY15" fmla="*/ 8559 h 94328"/>
                      <a:gd name="connsiteX16" fmla="*/ 39234 w 59908"/>
                      <a:gd name="connsiteY16" fmla="*/ 14191 h 94328"/>
                      <a:gd name="connsiteX17" fmla="*/ 45504 w 59908"/>
                      <a:gd name="connsiteY17" fmla="*/ 29499 h 94328"/>
                      <a:gd name="connsiteX18" fmla="*/ 39234 w 59908"/>
                      <a:gd name="connsiteY18" fmla="*/ 44788 h 94328"/>
                      <a:gd name="connsiteX19" fmla="*/ 22247 w 59908"/>
                      <a:gd name="connsiteY19" fmla="*/ 50439 h 94328"/>
                      <a:gd name="connsiteX20" fmla="*/ 12226 w 59908"/>
                      <a:gd name="connsiteY20" fmla="*/ 49328 h 94328"/>
                      <a:gd name="connsiteX21" fmla="*/ 2047 w 59908"/>
                      <a:gd name="connsiteY21" fmla="*/ 45858 h 94328"/>
                      <a:gd name="connsiteX22" fmla="*/ 204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47" y="92338"/>
                        </a:moveTo>
                        <a:lnTo>
                          <a:pt x="51219" y="92338"/>
                        </a:lnTo>
                        <a:lnTo>
                          <a:pt x="51219" y="81789"/>
                        </a:lnTo>
                        <a:lnTo>
                          <a:pt x="13516" y="81789"/>
                        </a:lnTo>
                        <a:lnTo>
                          <a:pt x="13516" y="59124"/>
                        </a:lnTo>
                        <a:cubicBezTo>
                          <a:pt x="15329" y="59746"/>
                          <a:pt x="17141" y="60208"/>
                          <a:pt x="18953" y="60512"/>
                        </a:cubicBezTo>
                        <a:cubicBezTo>
                          <a:pt x="20779" y="60816"/>
                          <a:pt x="22605" y="60968"/>
                          <a:pt x="24430" y="60968"/>
                        </a:cubicBezTo>
                        <a:cubicBezTo>
                          <a:pt x="34762" y="60968"/>
                          <a:pt x="42945" y="58139"/>
                          <a:pt x="48977" y="52481"/>
                        </a:cubicBezTo>
                        <a:cubicBezTo>
                          <a:pt x="55023" y="46823"/>
                          <a:pt x="58046" y="39163"/>
                          <a:pt x="58046" y="29499"/>
                        </a:cubicBezTo>
                        <a:cubicBezTo>
                          <a:pt x="58046" y="19545"/>
                          <a:pt x="54943" y="11805"/>
                          <a:pt x="48739" y="6279"/>
                        </a:cubicBezTo>
                        <a:cubicBezTo>
                          <a:pt x="42534" y="766"/>
                          <a:pt x="33790" y="-1990"/>
                          <a:pt x="22505" y="-1990"/>
                        </a:cubicBezTo>
                        <a:cubicBezTo>
                          <a:pt x="18616" y="-1990"/>
                          <a:pt x="14654" y="-1660"/>
                          <a:pt x="10619" y="-999"/>
                        </a:cubicBezTo>
                        <a:cubicBezTo>
                          <a:pt x="6597" y="-338"/>
                          <a:pt x="2437" y="654"/>
                          <a:pt x="-1863" y="1976"/>
                        </a:cubicBezTo>
                        <a:lnTo>
                          <a:pt x="-1863" y="14567"/>
                        </a:lnTo>
                        <a:cubicBezTo>
                          <a:pt x="1855" y="12545"/>
                          <a:pt x="5698" y="11038"/>
                          <a:pt x="9667" y="10046"/>
                        </a:cubicBezTo>
                        <a:cubicBezTo>
                          <a:pt x="13635" y="9055"/>
                          <a:pt x="17829" y="8559"/>
                          <a:pt x="22247" y="8559"/>
                        </a:cubicBezTo>
                        <a:cubicBezTo>
                          <a:pt x="29404" y="8559"/>
                          <a:pt x="35067" y="10436"/>
                          <a:pt x="39234" y="14191"/>
                        </a:cubicBezTo>
                        <a:cubicBezTo>
                          <a:pt x="43414" y="17945"/>
                          <a:pt x="45504" y="23048"/>
                          <a:pt x="45504" y="29499"/>
                        </a:cubicBezTo>
                        <a:cubicBezTo>
                          <a:pt x="45504" y="35937"/>
                          <a:pt x="43414" y="41033"/>
                          <a:pt x="39234" y="44788"/>
                        </a:cubicBezTo>
                        <a:cubicBezTo>
                          <a:pt x="35067" y="48555"/>
                          <a:pt x="29404" y="50439"/>
                          <a:pt x="22247" y="50439"/>
                        </a:cubicBezTo>
                        <a:cubicBezTo>
                          <a:pt x="18901" y="50439"/>
                          <a:pt x="15560" y="50069"/>
                          <a:pt x="12226" y="49328"/>
                        </a:cubicBezTo>
                        <a:cubicBezTo>
                          <a:pt x="8906" y="48588"/>
                          <a:pt x="5513" y="47431"/>
                          <a:pt x="2047" y="45858"/>
                        </a:cubicBezTo>
                        <a:lnTo>
                          <a:pt x="204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23" name="Freeform: Shape 522">
                    <a:extLst>
                      <a:ext uri="{FF2B5EF4-FFF2-40B4-BE49-F238E27FC236}">
                        <a16:creationId xmlns:a16="http://schemas.microsoft.com/office/drawing/2014/main" id="{D8EC4600-FE6B-08C0-A277-B910B8E86588}"/>
                      </a:ext>
                    </a:extLst>
                  </p:cNvPr>
                  <p:cNvSpPr/>
                  <p:nvPr/>
                </p:nvSpPr>
                <p:spPr>
                  <a:xfrm flipV="1">
                    <a:off x="5001241" y="4959304"/>
                    <a:ext cx="58777" cy="94189"/>
                  </a:xfrm>
                  <a:custGeom>
                    <a:avLst/>
                    <a:gdLst>
                      <a:gd name="connsiteX0" fmla="*/ 13259 w 58777"/>
                      <a:gd name="connsiteY0" fmla="*/ 8452 h 94189"/>
                      <a:gd name="connsiteX1" fmla="*/ 56974 w 58777"/>
                      <a:gd name="connsiteY1" fmla="*/ 8452 h 94189"/>
                      <a:gd name="connsiteX2" fmla="*/ 56974 w 58777"/>
                      <a:gd name="connsiteY2" fmla="*/ -2078 h 94189"/>
                      <a:gd name="connsiteX3" fmla="*/ -1803 w 58777"/>
                      <a:gd name="connsiteY3" fmla="*/ -2078 h 94189"/>
                      <a:gd name="connsiteX4" fmla="*/ -1803 w 58777"/>
                      <a:gd name="connsiteY4" fmla="*/ 8452 h 94189"/>
                      <a:gd name="connsiteX5" fmla="*/ 17624 w 58777"/>
                      <a:gd name="connsiteY5" fmla="*/ 28241 h 94189"/>
                      <a:gd name="connsiteX6" fmla="*/ 33102 w 58777"/>
                      <a:gd name="connsiteY6" fmla="*/ 44283 h 94189"/>
                      <a:gd name="connsiteX7" fmla="*/ 41496 w 58777"/>
                      <a:gd name="connsiteY7" fmla="*/ 55705 h 94189"/>
                      <a:gd name="connsiteX8" fmla="*/ 43897 w 58777"/>
                      <a:gd name="connsiteY8" fmla="*/ 64906 h 94189"/>
                      <a:gd name="connsiteX9" fmla="*/ 38718 w 58777"/>
                      <a:gd name="connsiteY9" fmla="*/ 76923 h 94189"/>
                      <a:gd name="connsiteX10" fmla="*/ 25224 w 58777"/>
                      <a:gd name="connsiteY10" fmla="*/ 81583 h 94189"/>
                      <a:gd name="connsiteX11" fmla="*/ 12782 w 58777"/>
                      <a:gd name="connsiteY11" fmla="*/ 79540 h 94189"/>
                      <a:gd name="connsiteX12" fmla="*/ -1188 w 58777"/>
                      <a:gd name="connsiteY12" fmla="*/ 73334 h 94189"/>
                      <a:gd name="connsiteX13" fmla="*/ -1188 w 58777"/>
                      <a:gd name="connsiteY13" fmla="*/ 85985 h 94189"/>
                      <a:gd name="connsiteX14" fmla="*/ 12941 w 58777"/>
                      <a:gd name="connsiteY14" fmla="*/ 90565 h 94189"/>
                      <a:gd name="connsiteX15" fmla="*/ 24986 w 58777"/>
                      <a:gd name="connsiteY15" fmla="*/ 92112 h 94189"/>
                      <a:gd name="connsiteX16" fmla="*/ 47926 w 58777"/>
                      <a:gd name="connsiteY16" fmla="*/ 84914 h 94189"/>
                      <a:gd name="connsiteX17" fmla="*/ 56478 w 58777"/>
                      <a:gd name="connsiteY17" fmla="*/ 65719 h 94189"/>
                      <a:gd name="connsiteX18" fmla="*/ 54335 w 58777"/>
                      <a:gd name="connsiteY18" fmla="*/ 54892 h 94189"/>
                      <a:gd name="connsiteX19" fmla="*/ 46556 w 58777"/>
                      <a:gd name="connsiteY19" fmla="*/ 42856 h 94189"/>
                      <a:gd name="connsiteX20" fmla="*/ 36694 w 58777"/>
                      <a:gd name="connsiteY20" fmla="*/ 32465 h 94189"/>
                      <a:gd name="connsiteX21" fmla="*/ 13259 w 58777"/>
                      <a:gd name="connsiteY21" fmla="*/ 8452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259" y="8452"/>
                        </a:moveTo>
                        <a:lnTo>
                          <a:pt x="56974" y="8452"/>
                        </a:lnTo>
                        <a:lnTo>
                          <a:pt x="56974" y="-2078"/>
                        </a:lnTo>
                        <a:lnTo>
                          <a:pt x="-1803" y="-2078"/>
                        </a:lnTo>
                        <a:lnTo>
                          <a:pt x="-1803" y="8452"/>
                        </a:lnTo>
                        <a:cubicBezTo>
                          <a:pt x="2946" y="13369"/>
                          <a:pt x="9422" y="19966"/>
                          <a:pt x="17624" y="28241"/>
                        </a:cubicBezTo>
                        <a:cubicBezTo>
                          <a:pt x="25839" y="36530"/>
                          <a:pt x="30999" y="41877"/>
                          <a:pt x="33102" y="44283"/>
                        </a:cubicBezTo>
                        <a:cubicBezTo>
                          <a:pt x="37111" y="48778"/>
                          <a:pt x="39909" y="52585"/>
                          <a:pt x="41496" y="55705"/>
                        </a:cubicBezTo>
                        <a:cubicBezTo>
                          <a:pt x="43097" y="58825"/>
                          <a:pt x="43897" y="61892"/>
                          <a:pt x="43897" y="64906"/>
                        </a:cubicBezTo>
                        <a:cubicBezTo>
                          <a:pt x="43897" y="69824"/>
                          <a:pt x="42171" y="73829"/>
                          <a:pt x="38718" y="76923"/>
                        </a:cubicBezTo>
                        <a:cubicBezTo>
                          <a:pt x="35265" y="80029"/>
                          <a:pt x="30767" y="81583"/>
                          <a:pt x="25224" y="81583"/>
                        </a:cubicBezTo>
                        <a:cubicBezTo>
                          <a:pt x="21295" y="81583"/>
                          <a:pt x="17148" y="80902"/>
                          <a:pt x="12782" y="79540"/>
                        </a:cubicBezTo>
                        <a:cubicBezTo>
                          <a:pt x="8430" y="78179"/>
                          <a:pt x="3773" y="76110"/>
                          <a:pt x="-1188" y="73334"/>
                        </a:cubicBezTo>
                        <a:lnTo>
                          <a:pt x="-1188" y="85985"/>
                        </a:lnTo>
                        <a:cubicBezTo>
                          <a:pt x="3853" y="88007"/>
                          <a:pt x="8562" y="89534"/>
                          <a:pt x="12941" y="90565"/>
                        </a:cubicBezTo>
                        <a:cubicBezTo>
                          <a:pt x="17333" y="91596"/>
                          <a:pt x="21348" y="92112"/>
                          <a:pt x="24986" y="92112"/>
                        </a:cubicBezTo>
                        <a:cubicBezTo>
                          <a:pt x="34577" y="92112"/>
                          <a:pt x="42224" y="89713"/>
                          <a:pt x="47926" y="84914"/>
                        </a:cubicBezTo>
                        <a:cubicBezTo>
                          <a:pt x="53627" y="80128"/>
                          <a:pt x="56478" y="73730"/>
                          <a:pt x="56478" y="65719"/>
                        </a:cubicBezTo>
                        <a:cubicBezTo>
                          <a:pt x="56478" y="61912"/>
                          <a:pt x="55764" y="58303"/>
                          <a:pt x="54335" y="54892"/>
                        </a:cubicBezTo>
                        <a:cubicBezTo>
                          <a:pt x="52920" y="51495"/>
                          <a:pt x="50327" y="47483"/>
                          <a:pt x="46556" y="42856"/>
                        </a:cubicBezTo>
                        <a:cubicBezTo>
                          <a:pt x="45524" y="41653"/>
                          <a:pt x="42237" y="38189"/>
                          <a:pt x="36694" y="32465"/>
                        </a:cubicBezTo>
                        <a:cubicBezTo>
                          <a:pt x="31164" y="26741"/>
                          <a:pt x="23352" y="18737"/>
                          <a:pt x="13259" y="845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24" name="Freeform: Shape 523">
                    <a:extLst>
                      <a:ext uri="{FF2B5EF4-FFF2-40B4-BE49-F238E27FC236}">
                        <a16:creationId xmlns:a16="http://schemas.microsoft.com/office/drawing/2014/main" id="{03458D58-E8B6-4AE4-F7BE-D8E52B7C1961}"/>
                      </a:ext>
                    </a:extLst>
                  </p:cNvPr>
                  <p:cNvSpPr/>
                  <p:nvPr/>
                </p:nvSpPr>
                <p:spPr>
                  <a:xfrm flipV="1">
                    <a:off x="5081110" y="4959304"/>
                    <a:ext cx="63996" cy="95994"/>
                  </a:xfrm>
                  <a:custGeom>
                    <a:avLst/>
                    <a:gdLst>
                      <a:gd name="connsiteX0" fmla="*/ 30107 w 63996"/>
                      <a:gd name="connsiteY0" fmla="*/ 84047 h 95994"/>
                      <a:gd name="connsiteX1" fmla="*/ 15562 w 63996"/>
                      <a:gd name="connsiteY1" fmla="*/ 74529 h 95994"/>
                      <a:gd name="connsiteX2" fmla="*/ 10700 w 63996"/>
                      <a:gd name="connsiteY2" fmla="*/ 45935 h 95994"/>
                      <a:gd name="connsiteX3" fmla="*/ 15562 w 63996"/>
                      <a:gd name="connsiteY3" fmla="*/ 17401 h 95994"/>
                      <a:gd name="connsiteX4" fmla="*/ 30107 w 63996"/>
                      <a:gd name="connsiteY4" fmla="*/ 7883 h 95994"/>
                      <a:gd name="connsiteX5" fmla="*/ 44712 w 63996"/>
                      <a:gd name="connsiteY5" fmla="*/ 17401 h 95994"/>
                      <a:gd name="connsiteX6" fmla="*/ 49594 w 63996"/>
                      <a:gd name="connsiteY6" fmla="*/ 45935 h 95994"/>
                      <a:gd name="connsiteX7" fmla="*/ 44712 w 63996"/>
                      <a:gd name="connsiteY7" fmla="*/ 74529 h 95994"/>
                      <a:gd name="connsiteX8" fmla="*/ 30107 w 63996"/>
                      <a:gd name="connsiteY8" fmla="*/ 84047 h 95994"/>
                      <a:gd name="connsiteX9" fmla="*/ 30107 w 63996"/>
                      <a:gd name="connsiteY9" fmla="*/ 93962 h 95994"/>
                      <a:gd name="connsiteX10" fmla="*/ 53900 w 63996"/>
                      <a:gd name="connsiteY10" fmla="*/ 81648 h 95994"/>
                      <a:gd name="connsiteX11" fmla="*/ 62115 w 63996"/>
                      <a:gd name="connsiteY11" fmla="*/ 45935 h 95994"/>
                      <a:gd name="connsiteX12" fmla="*/ 53900 w 63996"/>
                      <a:gd name="connsiteY12" fmla="*/ 10262 h 95994"/>
                      <a:gd name="connsiteX13" fmla="*/ 30107 w 63996"/>
                      <a:gd name="connsiteY13" fmla="*/ -2032 h 95994"/>
                      <a:gd name="connsiteX14" fmla="*/ 6334 w 63996"/>
                      <a:gd name="connsiteY14" fmla="*/ 10262 h 95994"/>
                      <a:gd name="connsiteX15" fmla="*/ -1881 w 63996"/>
                      <a:gd name="connsiteY15" fmla="*/ 45935 h 95994"/>
                      <a:gd name="connsiteX16" fmla="*/ 6334 w 63996"/>
                      <a:gd name="connsiteY16" fmla="*/ 81648 h 95994"/>
                      <a:gd name="connsiteX17" fmla="*/ 3010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07" y="84047"/>
                        </a:moveTo>
                        <a:cubicBezTo>
                          <a:pt x="23665" y="84047"/>
                          <a:pt x="18816" y="80875"/>
                          <a:pt x="15562" y="74529"/>
                        </a:cubicBezTo>
                        <a:cubicBezTo>
                          <a:pt x="12321" y="68197"/>
                          <a:pt x="10700" y="58666"/>
                          <a:pt x="10700" y="45935"/>
                        </a:cubicBezTo>
                        <a:cubicBezTo>
                          <a:pt x="10700" y="33258"/>
                          <a:pt x="12321" y="23746"/>
                          <a:pt x="15562" y="17401"/>
                        </a:cubicBezTo>
                        <a:cubicBezTo>
                          <a:pt x="18816" y="11055"/>
                          <a:pt x="23665" y="7883"/>
                          <a:pt x="30107" y="7883"/>
                        </a:cubicBezTo>
                        <a:cubicBezTo>
                          <a:pt x="36603" y="7883"/>
                          <a:pt x="41471" y="11055"/>
                          <a:pt x="44712" y="17401"/>
                        </a:cubicBezTo>
                        <a:cubicBezTo>
                          <a:pt x="47967" y="23746"/>
                          <a:pt x="49594" y="33258"/>
                          <a:pt x="49594" y="45935"/>
                        </a:cubicBezTo>
                        <a:cubicBezTo>
                          <a:pt x="49594" y="58666"/>
                          <a:pt x="47967" y="68197"/>
                          <a:pt x="44712" y="74529"/>
                        </a:cubicBezTo>
                        <a:cubicBezTo>
                          <a:pt x="41471" y="80875"/>
                          <a:pt x="36603" y="84047"/>
                          <a:pt x="30107" y="84047"/>
                        </a:cubicBezTo>
                        <a:close/>
                        <a:moveTo>
                          <a:pt x="30107" y="93962"/>
                        </a:moveTo>
                        <a:cubicBezTo>
                          <a:pt x="40492" y="93962"/>
                          <a:pt x="48423" y="89857"/>
                          <a:pt x="53900" y="81648"/>
                        </a:cubicBezTo>
                        <a:cubicBezTo>
                          <a:pt x="59377" y="73452"/>
                          <a:pt x="62115" y="61548"/>
                          <a:pt x="62115" y="45935"/>
                        </a:cubicBezTo>
                        <a:cubicBezTo>
                          <a:pt x="62115" y="30363"/>
                          <a:pt x="59377" y="18471"/>
                          <a:pt x="53900" y="10262"/>
                        </a:cubicBezTo>
                        <a:cubicBezTo>
                          <a:pt x="48423" y="2066"/>
                          <a:pt x="40492" y="-2032"/>
                          <a:pt x="30107" y="-2032"/>
                        </a:cubicBezTo>
                        <a:cubicBezTo>
                          <a:pt x="19736" y="-2032"/>
                          <a:pt x="11811" y="2066"/>
                          <a:pt x="6334" y="10262"/>
                        </a:cubicBezTo>
                        <a:cubicBezTo>
                          <a:pt x="858" y="18471"/>
                          <a:pt x="-1881" y="30363"/>
                          <a:pt x="-1881" y="45935"/>
                        </a:cubicBezTo>
                        <a:cubicBezTo>
                          <a:pt x="-1881" y="61548"/>
                          <a:pt x="858" y="73452"/>
                          <a:pt x="6334" y="81648"/>
                        </a:cubicBezTo>
                        <a:cubicBezTo>
                          <a:pt x="11811" y="89857"/>
                          <a:pt x="19736" y="93962"/>
                          <a:pt x="3010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25" name="Graphic 497">
                <a:extLst>
                  <a:ext uri="{FF2B5EF4-FFF2-40B4-BE49-F238E27FC236}">
                    <a16:creationId xmlns:a16="http://schemas.microsoft.com/office/drawing/2014/main" id="{B6AA778D-0FBC-569B-163A-B578FF71DB6E}"/>
                  </a:ext>
                </a:extLst>
              </p:cNvPr>
              <p:cNvGrpSpPr/>
              <p:nvPr/>
            </p:nvGrpSpPr>
            <p:grpSpPr>
              <a:xfrm>
                <a:off x="5489281" y="4868227"/>
                <a:ext cx="224169" cy="187070"/>
                <a:chOff x="548928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26" name="Freeform: Shape 525">
                  <a:extLst>
                    <a:ext uri="{FF2B5EF4-FFF2-40B4-BE49-F238E27FC236}">
                      <a16:creationId xmlns:a16="http://schemas.microsoft.com/office/drawing/2014/main" id="{359CD39F-ABD7-579F-F8D4-1B67BA810413}"/>
                    </a:ext>
                  </a:extLst>
                </p:cNvPr>
                <p:cNvSpPr/>
                <p:nvPr/>
              </p:nvSpPr>
              <p:spPr>
                <a:xfrm>
                  <a:off x="5600684" y="4868227"/>
                  <a:ext cx="12700" cy="44417"/>
                </a:xfrm>
                <a:custGeom>
                  <a:avLst/>
                  <a:gdLst>
                    <a:gd name="connsiteX0" fmla="*/ 192 w 12700"/>
                    <a:gd name="connsiteY0" fmla="*/ 286 h 44417"/>
                    <a:gd name="connsiteX1" fmla="*/ 19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92" y="286"/>
                      </a:moveTo>
                      <a:lnTo>
                        <a:pt x="19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27" name="Graphic 497">
                  <a:extLst>
                    <a:ext uri="{FF2B5EF4-FFF2-40B4-BE49-F238E27FC236}">
                      <a16:creationId xmlns:a16="http://schemas.microsoft.com/office/drawing/2014/main" id="{B60A79FB-BCCF-A76B-A861-1E65BFE2F1B7}"/>
                    </a:ext>
                  </a:extLst>
                </p:cNvPr>
                <p:cNvGrpSpPr/>
                <p:nvPr/>
              </p:nvGrpSpPr>
              <p:grpSpPr>
                <a:xfrm>
                  <a:off x="5489281" y="4959304"/>
                  <a:ext cx="224169" cy="95994"/>
                  <a:chOff x="548928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28" name="Freeform: Shape 527">
                    <a:extLst>
                      <a:ext uri="{FF2B5EF4-FFF2-40B4-BE49-F238E27FC236}">
                        <a16:creationId xmlns:a16="http://schemas.microsoft.com/office/drawing/2014/main" id="{3FF01420-56CE-00C5-C7A5-BF14CFF829C6}"/>
                      </a:ext>
                    </a:extLst>
                  </p:cNvPr>
                  <p:cNvSpPr/>
                  <p:nvPr/>
                </p:nvSpPr>
                <p:spPr>
                  <a:xfrm flipV="1">
                    <a:off x="5489281" y="4960969"/>
                    <a:ext cx="59908" cy="94328"/>
                  </a:xfrm>
                  <a:custGeom>
                    <a:avLst/>
                    <a:gdLst>
                      <a:gd name="connsiteX0" fmla="*/ 2091 w 59908"/>
                      <a:gd name="connsiteY0" fmla="*/ 92338 h 94328"/>
                      <a:gd name="connsiteX1" fmla="*/ 51264 w 59908"/>
                      <a:gd name="connsiteY1" fmla="*/ 92338 h 94328"/>
                      <a:gd name="connsiteX2" fmla="*/ 51264 w 59908"/>
                      <a:gd name="connsiteY2" fmla="*/ 81789 h 94328"/>
                      <a:gd name="connsiteX3" fmla="*/ 13561 w 59908"/>
                      <a:gd name="connsiteY3" fmla="*/ 81789 h 94328"/>
                      <a:gd name="connsiteX4" fmla="*/ 13561 w 59908"/>
                      <a:gd name="connsiteY4" fmla="*/ 59124 h 94328"/>
                      <a:gd name="connsiteX5" fmla="*/ 18998 w 59908"/>
                      <a:gd name="connsiteY5" fmla="*/ 60512 h 94328"/>
                      <a:gd name="connsiteX6" fmla="*/ 24475 w 59908"/>
                      <a:gd name="connsiteY6" fmla="*/ 60968 h 94328"/>
                      <a:gd name="connsiteX7" fmla="*/ 49022 w 59908"/>
                      <a:gd name="connsiteY7" fmla="*/ 52481 h 94328"/>
                      <a:gd name="connsiteX8" fmla="*/ 58090 w 59908"/>
                      <a:gd name="connsiteY8" fmla="*/ 29499 h 94328"/>
                      <a:gd name="connsiteX9" fmla="*/ 48784 w 59908"/>
                      <a:gd name="connsiteY9" fmla="*/ 6279 h 94328"/>
                      <a:gd name="connsiteX10" fmla="*/ 22550 w 59908"/>
                      <a:gd name="connsiteY10" fmla="*/ -1990 h 94328"/>
                      <a:gd name="connsiteX11" fmla="*/ 10664 w 59908"/>
                      <a:gd name="connsiteY11" fmla="*/ -999 h 94328"/>
                      <a:gd name="connsiteX12" fmla="*/ -1818 w 59908"/>
                      <a:gd name="connsiteY12" fmla="*/ 1976 h 94328"/>
                      <a:gd name="connsiteX13" fmla="*/ -1818 w 59908"/>
                      <a:gd name="connsiteY13" fmla="*/ 14567 h 94328"/>
                      <a:gd name="connsiteX14" fmla="*/ 9711 w 59908"/>
                      <a:gd name="connsiteY14" fmla="*/ 10046 h 94328"/>
                      <a:gd name="connsiteX15" fmla="*/ 22292 w 59908"/>
                      <a:gd name="connsiteY15" fmla="*/ 8559 h 94328"/>
                      <a:gd name="connsiteX16" fmla="*/ 39278 w 59908"/>
                      <a:gd name="connsiteY16" fmla="*/ 14191 h 94328"/>
                      <a:gd name="connsiteX17" fmla="*/ 45549 w 59908"/>
                      <a:gd name="connsiteY17" fmla="*/ 29499 h 94328"/>
                      <a:gd name="connsiteX18" fmla="*/ 39278 w 59908"/>
                      <a:gd name="connsiteY18" fmla="*/ 44788 h 94328"/>
                      <a:gd name="connsiteX19" fmla="*/ 22292 w 59908"/>
                      <a:gd name="connsiteY19" fmla="*/ 50439 h 94328"/>
                      <a:gd name="connsiteX20" fmla="*/ 12271 w 59908"/>
                      <a:gd name="connsiteY20" fmla="*/ 49328 h 94328"/>
                      <a:gd name="connsiteX21" fmla="*/ 2091 w 59908"/>
                      <a:gd name="connsiteY21" fmla="*/ 45858 h 94328"/>
                      <a:gd name="connsiteX22" fmla="*/ 209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91" y="92338"/>
                        </a:moveTo>
                        <a:lnTo>
                          <a:pt x="51264" y="92338"/>
                        </a:lnTo>
                        <a:lnTo>
                          <a:pt x="51264" y="81789"/>
                        </a:lnTo>
                        <a:lnTo>
                          <a:pt x="13561" y="81789"/>
                        </a:lnTo>
                        <a:lnTo>
                          <a:pt x="13561" y="59124"/>
                        </a:lnTo>
                        <a:cubicBezTo>
                          <a:pt x="15373" y="59746"/>
                          <a:pt x="17186" y="60208"/>
                          <a:pt x="18998" y="60512"/>
                        </a:cubicBezTo>
                        <a:cubicBezTo>
                          <a:pt x="20824" y="60816"/>
                          <a:pt x="22649" y="60968"/>
                          <a:pt x="24475" y="60968"/>
                        </a:cubicBezTo>
                        <a:cubicBezTo>
                          <a:pt x="34807" y="60968"/>
                          <a:pt x="42989" y="58139"/>
                          <a:pt x="49022" y="52481"/>
                        </a:cubicBezTo>
                        <a:cubicBezTo>
                          <a:pt x="55068" y="46823"/>
                          <a:pt x="58090" y="39163"/>
                          <a:pt x="58090" y="29499"/>
                        </a:cubicBezTo>
                        <a:cubicBezTo>
                          <a:pt x="58090" y="19545"/>
                          <a:pt x="54988" y="11805"/>
                          <a:pt x="48784" y="6279"/>
                        </a:cubicBezTo>
                        <a:cubicBezTo>
                          <a:pt x="42579" y="766"/>
                          <a:pt x="33835" y="-1990"/>
                          <a:pt x="22550" y="-1990"/>
                        </a:cubicBezTo>
                        <a:cubicBezTo>
                          <a:pt x="18661" y="-1990"/>
                          <a:pt x="14699" y="-1660"/>
                          <a:pt x="10664" y="-999"/>
                        </a:cubicBezTo>
                        <a:cubicBezTo>
                          <a:pt x="6642" y="-338"/>
                          <a:pt x="2482" y="654"/>
                          <a:pt x="-1818" y="1976"/>
                        </a:cubicBezTo>
                        <a:lnTo>
                          <a:pt x="-1818" y="14567"/>
                        </a:lnTo>
                        <a:cubicBezTo>
                          <a:pt x="1899" y="12545"/>
                          <a:pt x="5743" y="11038"/>
                          <a:pt x="9711" y="10046"/>
                        </a:cubicBezTo>
                        <a:cubicBezTo>
                          <a:pt x="13680" y="9055"/>
                          <a:pt x="17874" y="8559"/>
                          <a:pt x="22292" y="8559"/>
                        </a:cubicBezTo>
                        <a:cubicBezTo>
                          <a:pt x="29449" y="8559"/>
                          <a:pt x="35111" y="10436"/>
                          <a:pt x="39278" y="14191"/>
                        </a:cubicBezTo>
                        <a:cubicBezTo>
                          <a:pt x="43459" y="17945"/>
                          <a:pt x="45549" y="23048"/>
                          <a:pt x="45549" y="29499"/>
                        </a:cubicBezTo>
                        <a:cubicBezTo>
                          <a:pt x="45549" y="35937"/>
                          <a:pt x="43459" y="41033"/>
                          <a:pt x="39278" y="44788"/>
                        </a:cubicBezTo>
                        <a:cubicBezTo>
                          <a:pt x="35111" y="48555"/>
                          <a:pt x="29449" y="50439"/>
                          <a:pt x="22292" y="50439"/>
                        </a:cubicBezTo>
                        <a:cubicBezTo>
                          <a:pt x="18945" y="50439"/>
                          <a:pt x="15605" y="50069"/>
                          <a:pt x="12271" y="49328"/>
                        </a:cubicBezTo>
                        <a:cubicBezTo>
                          <a:pt x="8951" y="48588"/>
                          <a:pt x="5557" y="47431"/>
                          <a:pt x="2091" y="45858"/>
                        </a:cubicBezTo>
                        <a:lnTo>
                          <a:pt x="209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29" name="Freeform: Shape 528">
                    <a:extLst>
                      <a:ext uri="{FF2B5EF4-FFF2-40B4-BE49-F238E27FC236}">
                        <a16:creationId xmlns:a16="http://schemas.microsoft.com/office/drawing/2014/main" id="{B9FCD291-7CAA-FEA5-BAA6-4EBE8E4C5366}"/>
                      </a:ext>
                    </a:extLst>
                  </p:cNvPr>
                  <p:cNvSpPr/>
                  <p:nvPr/>
                </p:nvSpPr>
                <p:spPr>
                  <a:xfrm flipV="1">
                    <a:off x="5569964" y="4959304"/>
                    <a:ext cx="60940" cy="95994"/>
                  </a:xfrm>
                  <a:custGeom>
                    <a:avLst/>
                    <a:gdLst>
                      <a:gd name="connsiteX0" fmla="*/ 40019 w 60940"/>
                      <a:gd name="connsiteY0" fmla="*/ 49663 h 95994"/>
                      <a:gd name="connsiteX1" fmla="*/ 54048 w 60940"/>
                      <a:gd name="connsiteY1" fmla="*/ 41652 h 95994"/>
                      <a:gd name="connsiteX2" fmla="*/ 59109 w 60940"/>
                      <a:gd name="connsiteY2" fmla="*/ 26661 h 95994"/>
                      <a:gd name="connsiteX3" fmla="*/ 49683 w 60940"/>
                      <a:gd name="connsiteY3" fmla="*/ 5463 h 95994"/>
                      <a:gd name="connsiteX4" fmla="*/ 22894 w 60940"/>
                      <a:gd name="connsiteY4" fmla="*/ -2032 h 95994"/>
                      <a:gd name="connsiteX5" fmla="*/ 10908 w 60940"/>
                      <a:gd name="connsiteY5" fmla="*/ -882 h 95994"/>
                      <a:gd name="connsiteX6" fmla="*/ -1832 w 60940"/>
                      <a:gd name="connsiteY6" fmla="*/ 2568 h 95994"/>
                      <a:gd name="connsiteX7" fmla="*/ -1832 w 60940"/>
                      <a:gd name="connsiteY7" fmla="*/ 14644 h 95994"/>
                      <a:gd name="connsiteX8" fmla="*/ 9559 w 60940"/>
                      <a:gd name="connsiteY8" fmla="*/ 10064 h 95994"/>
                      <a:gd name="connsiteX9" fmla="*/ 22537 w 60940"/>
                      <a:gd name="connsiteY9" fmla="*/ 8517 h 95994"/>
                      <a:gd name="connsiteX10" fmla="*/ 40475 w 60940"/>
                      <a:gd name="connsiteY10" fmla="*/ 13157 h 95994"/>
                      <a:gd name="connsiteX11" fmla="*/ 46647 w 60940"/>
                      <a:gd name="connsiteY11" fmla="*/ 26661 h 95994"/>
                      <a:gd name="connsiteX12" fmla="*/ 40912 w 60940"/>
                      <a:gd name="connsiteY12" fmla="*/ 39451 h 95994"/>
                      <a:gd name="connsiteX13" fmla="*/ 24958 w 60940"/>
                      <a:gd name="connsiteY13" fmla="*/ 44071 h 95994"/>
                      <a:gd name="connsiteX14" fmla="*/ 14163 w 60940"/>
                      <a:gd name="connsiteY14" fmla="*/ 44071 h 95994"/>
                      <a:gd name="connsiteX15" fmla="*/ 14163 w 60940"/>
                      <a:gd name="connsiteY15" fmla="*/ 54363 h 95994"/>
                      <a:gd name="connsiteX16" fmla="*/ 25454 w 60940"/>
                      <a:gd name="connsiteY16" fmla="*/ 54363 h 95994"/>
                      <a:gd name="connsiteX17" fmla="*/ 39582 w 60940"/>
                      <a:gd name="connsiteY17" fmla="*/ 58051 h 95994"/>
                      <a:gd name="connsiteX18" fmla="*/ 44484 w 60940"/>
                      <a:gd name="connsiteY18" fmla="*/ 68680 h 95994"/>
                      <a:gd name="connsiteX19" fmla="*/ 39424 w 60940"/>
                      <a:gd name="connsiteY19" fmla="*/ 79606 h 95994"/>
                      <a:gd name="connsiteX20" fmla="*/ 24958 w 60940"/>
                      <a:gd name="connsiteY20" fmla="*/ 83433 h 95994"/>
                      <a:gd name="connsiteX21" fmla="*/ 13905 w 60940"/>
                      <a:gd name="connsiteY21" fmla="*/ 82302 h 95994"/>
                      <a:gd name="connsiteX22" fmla="*/ 947 w 60940"/>
                      <a:gd name="connsiteY22" fmla="*/ 78852 h 95994"/>
                      <a:gd name="connsiteX23" fmla="*/ 947 w 60940"/>
                      <a:gd name="connsiteY23" fmla="*/ 89996 h 95994"/>
                      <a:gd name="connsiteX24" fmla="*/ 14321 w 60940"/>
                      <a:gd name="connsiteY24" fmla="*/ 92971 h 95994"/>
                      <a:gd name="connsiteX25" fmla="*/ 26069 w 60940"/>
                      <a:gd name="connsiteY25" fmla="*/ 93962 h 95994"/>
                      <a:gd name="connsiteX26" fmla="*/ 48631 w 60940"/>
                      <a:gd name="connsiteY26" fmla="*/ 87478 h 95994"/>
                      <a:gd name="connsiteX27" fmla="*/ 56946 w 60940"/>
                      <a:gd name="connsiteY27" fmla="*/ 69988 h 95994"/>
                      <a:gd name="connsiteX28" fmla="*/ 52540 w 60940"/>
                      <a:gd name="connsiteY28" fmla="*/ 57000 h 95994"/>
                      <a:gd name="connsiteX29" fmla="*/ 40019 w 60940"/>
                      <a:gd name="connsiteY29" fmla="*/ 4966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940" h="95994">
                        <a:moveTo>
                          <a:pt x="40019" y="49663"/>
                        </a:moveTo>
                        <a:cubicBezTo>
                          <a:pt x="46012" y="48381"/>
                          <a:pt x="50688" y="45710"/>
                          <a:pt x="54048" y="41652"/>
                        </a:cubicBezTo>
                        <a:cubicBezTo>
                          <a:pt x="57422" y="37607"/>
                          <a:pt x="59109" y="32610"/>
                          <a:pt x="59109" y="26661"/>
                        </a:cubicBezTo>
                        <a:cubicBezTo>
                          <a:pt x="59109" y="17539"/>
                          <a:pt x="55967" y="10474"/>
                          <a:pt x="49683" y="5463"/>
                        </a:cubicBezTo>
                        <a:cubicBezTo>
                          <a:pt x="43399" y="466"/>
                          <a:pt x="34469" y="-2032"/>
                          <a:pt x="22894" y="-2032"/>
                        </a:cubicBezTo>
                        <a:cubicBezTo>
                          <a:pt x="19018" y="-2032"/>
                          <a:pt x="15022" y="-1649"/>
                          <a:pt x="10908" y="-882"/>
                        </a:cubicBezTo>
                        <a:cubicBezTo>
                          <a:pt x="6794" y="-115"/>
                          <a:pt x="2547" y="1035"/>
                          <a:pt x="-1832" y="2568"/>
                        </a:cubicBezTo>
                        <a:lnTo>
                          <a:pt x="-1832" y="14644"/>
                        </a:lnTo>
                        <a:cubicBezTo>
                          <a:pt x="1635" y="12622"/>
                          <a:pt x="5431" y="11095"/>
                          <a:pt x="9559" y="10064"/>
                        </a:cubicBezTo>
                        <a:cubicBezTo>
                          <a:pt x="13700" y="9033"/>
                          <a:pt x="18025" y="8517"/>
                          <a:pt x="22537" y="8517"/>
                        </a:cubicBezTo>
                        <a:cubicBezTo>
                          <a:pt x="30381" y="8517"/>
                          <a:pt x="36361" y="10064"/>
                          <a:pt x="40475" y="13157"/>
                        </a:cubicBezTo>
                        <a:cubicBezTo>
                          <a:pt x="44590" y="16251"/>
                          <a:pt x="46647" y="20752"/>
                          <a:pt x="46647" y="26661"/>
                        </a:cubicBezTo>
                        <a:cubicBezTo>
                          <a:pt x="46647" y="32121"/>
                          <a:pt x="44735" y="36384"/>
                          <a:pt x="40912" y="39451"/>
                        </a:cubicBezTo>
                        <a:cubicBezTo>
                          <a:pt x="37089" y="42531"/>
                          <a:pt x="31771" y="44071"/>
                          <a:pt x="24958" y="44071"/>
                        </a:cubicBezTo>
                        <a:lnTo>
                          <a:pt x="14163" y="44071"/>
                        </a:lnTo>
                        <a:lnTo>
                          <a:pt x="14163" y="54363"/>
                        </a:lnTo>
                        <a:lnTo>
                          <a:pt x="25454" y="54363"/>
                        </a:lnTo>
                        <a:cubicBezTo>
                          <a:pt x="31605" y="54363"/>
                          <a:pt x="36315" y="55592"/>
                          <a:pt x="39582" y="58051"/>
                        </a:cubicBezTo>
                        <a:cubicBezTo>
                          <a:pt x="42850" y="60510"/>
                          <a:pt x="44484" y="64053"/>
                          <a:pt x="44484" y="68680"/>
                        </a:cubicBezTo>
                        <a:cubicBezTo>
                          <a:pt x="44484" y="73425"/>
                          <a:pt x="42797" y="77067"/>
                          <a:pt x="39424" y="79606"/>
                        </a:cubicBezTo>
                        <a:cubicBezTo>
                          <a:pt x="36063" y="82157"/>
                          <a:pt x="31241" y="83433"/>
                          <a:pt x="24958" y="83433"/>
                        </a:cubicBezTo>
                        <a:cubicBezTo>
                          <a:pt x="21518" y="83433"/>
                          <a:pt x="17834" y="83056"/>
                          <a:pt x="13905" y="82302"/>
                        </a:cubicBezTo>
                        <a:cubicBezTo>
                          <a:pt x="9976" y="81562"/>
                          <a:pt x="5656" y="80412"/>
                          <a:pt x="947" y="78852"/>
                        </a:cubicBezTo>
                        <a:lnTo>
                          <a:pt x="947" y="89996"/>
                        </a:lnTo>
                        <a:cubicBezTo>
                          <a:pt x="5709" y="91318"/>
                          <a:pt x="10167" y="92310"/>
                          <a:pt x="14321" y="92971"/>
                        </a:cubicBezTo>
                        <a:cubicBezTo>
                          <a:pt x="18475" y="93632"/>
                          <a:pt x="22391" y="93962"/>
                          <a:pt x="26069" y="93962"/>
                        </a:cubicBezTo>
                        <a:cubicBezTo>
                          <a:pt x="35581" y="93962"/>
                          <a:pt x="43101" y="91801"/>
                          <a:pt x="48631" y="87478"/>
                        </a:cubicBezTo>
                        <a:cubicBezTo>
                          <a:pt x="54174" y="83168"/>
                          <a:pt x="56946" y="77338"/>
                          <a:pt x="56946" y="69988"/>
                        </a:cubicBezTo>
                        <a:cubicBezTo>
                          <a:pt x="56946" y="64859"/>
                          <a:pt x="55477" y="60530"/>
                          <a:pt x="52540" y="57000"/>
                        </a:cubicBezTo>
                        <a:cubicBezTo>
                          <a:pt x="49603" y="53470"/>
                          <a:pt x="45430" y="51025"/>
                          <a:pt x="40019" y="4966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30" name="Freeform: Shape 529">
                    <a:extLst>
                      <a:ext uri="{FF2B5EF4-FFF2-40B4-BE49-F238E27FC236}">
                        <a16:creationId xmlns:a16="http://schemas.microsoft.com/office/drawing/2014/main" id="{CFB63374-5D2A-63FD-BE51-9A2B15B01C9B}"/>
                      </a:ext>
                    </a:extLst>
                  </p:cNvPr>
                  <p:cNvSpPr/>
                  <p:nvPr/>
                </p:nvSpPr>
                <p:spPr>
                  <a:xfrm flipV="1">
                    <a:off x="5649455" y="4959304"/>
                    <a:ext cx="63996" cy="95994"/>
                  </a:xfrm>
                  <a:custGeom>
                    <a:avLst/>
                    <a:gdLst>
                      <a:gd name="connsiteX0" fmla="*/ 30152 w 63996"/>
                      <a:gd name="connsiteY0" fmla="*/ 84047 h 95994"/>
                      <a:gd name="connsiteX1" fmla="*/ 15607 w 63996"/>
                      <a:gd name="connsiteY1" fmla="*/ 74529 h 95994"/>
                      <a:gd name="connsiteX2" fmla="*/ 10745 w 63996"/>
                      <a:gd name="connsiteY2" fmla="*/ 45935 h 95994"/>
                      <a:gd name="connsiteX3" fmla="*/ 15607 w 63996"/>
                      <a:gd name="connsiteY3" fmla="*/ 17401 h 95994"/>
                      <a:gd name="connsiteX4" fmla="*/ 30152 w 63996"/>
                      <a:gd name="connsiteY4" fmla="*/ 7883 h 95994"/>
                      <a:gd name="connsiteX5" fmla="*/ 44757 w 63996"/>
                      <a:gd name="connsiteY5" fmla="*/ 17401 h 95994"/>
                      <a:gd name="connsiteX6" fmla="*/ 49639 w 63996"/>
                      <a:gd name="connsiteY6" fmla="*/ 45935 h 95994"/>
                      <a:gd name="connsiteX7" fmla="*/ 44757 w 63996"/>
                      <a:gd name="connsiteY7" fmla="*/ 74529 h 95994"/>
                      <a:gd name="connsiteX8" fmla="*/ 30152 w 63996"/>
                      <a:gd name="connsiteY8" fmla="*/ 84047 h 95994"/>
                      <a:gd name="connsiteX9" fmla="*/ 30152 w 63996"/>
                      <a:gd name="connsiteY9" fmla="*/ 93962 h 95994"/>
                      <a:gd name="connsiteX10" fmla="*/ 53945 w 63996"/>
                      <a:gd name="connsiteY10" fmla="*/ 81648 h 95994"/>
                      <a:gd name="connsiteX11" fmla="*/ 62160 w 63996"/>
                      <a:gd name="connsiteY11" fmla="*/ 45935 h 95994"/>
                      <a:gd name="connsiteX12" fmla="*/ 53945 w 63996"/>
                      <a:gd name="connsiteY12" fmla="*/ 10262 h 95994"/>
                      <a:gd name="connsiteX13" fmla="*/ 30152 w 63996"/>
                      <a:gd name="connsiteY13" fmla="*/ -2032 h 95994"/>
                      <a:gd name="connsiteX14" fmla="*/ 6379 w 63996"/>
                      <a:gd name="connsiteY14" fmla="*/ 10262 h 95994"/>
                      <a:gd name="connsiteX15" fmla="*/ -1836 w 63996"/>
                      <a:gd name="connsiteY15" fmla="*/ 45935 h 95994"/>
                      <a:gd name="connsiteX16" fmla="*/ 6379 w 63996"/>
                      <a:gd name="connsiteY16" fmla="*/ 81648 h 95994"/>
                      <a:gd name="connsiteX17" fmla="*/ 3015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52" y="84047"/>
                        </a:moveTo>
                        <a:cubicBezTo>
                          <a:pt x="23709" y="84047"/>
                          <a:pt x="18861" y="80875"/>
                          <a:pt x="15607" y="74529"/>
                        </a:cubicBezTo>
                        <a:cubicBezTo>
                          <a:pt x="12365" y="68197"/>
                          <a:pt x="10745" y="58666"/>
                          <a:pt x="10745" y="45935"/>
                        </a:cubicBezTo>
                        <a:cubicBezTo>
                          <a:pt x="10745" y="33258"/>
                          <a:pt x="12365" y="23746"/>
                          <a:pt x="15607" y="17401"/>
                        </a:cubicBezTo>
                        <a:cubicBezTo>
                          <a:pt x="18861" y="11055"/>
                          <a:pt x="23709" y="7883"/>
                          <a:pt x="30152" y="7883"/>
                        </a:cubicBezTo>
                        <a:cubicBezTo>
                          <a:pt x="36648" y="7883"/>
                          <a:pt x="41516" y="11055"/>
                          <a:pt x="44757" y="17401"/>
                        </a:cubicBezTo>
                        <a:cubicBezTo>
                          <a:pt x="48011" y="23746"/>
                          <a:pt x="49639" y="33258"/>
                          <a:pt x="49639" y="45935"/>
                        </a:cubicBezTo>
                        <a:cubicBezTo>
                          <a:pt x="49639" y="58666"/>
                          <a:pt x="48011" y="68197"/>
                          <a:pt x="44757" y="74529"/>
                        </a:cubicBezTo>
                        <a:cubicBezTo>
                          <a:pt x="41516" y="80875"/>
                          <a:pt x="36648" y="84047"/>
                          <a:pt x="30152" y="84047"/>
                        </a:cubicBezTo>
                        <a:close/>
                        <a:moveTo>
                          <a:pt x="30152" y="93962"/>
                        </a:moveTo>
                        <a:cubicBezTo>
                          <a:pt x="40537" y="93962"/>
                          <a:pt x="48468" y="89857"/>
                          <a:pt x="53945" y="81648"/>
                        </a:cubicBezTo>
                        <a:cubicBezTo>
                          <a:pt x="59422" y="73452"/>
                          <a:pt x="62160" y="61548"/>
                          <a:pt x="62160" y="45935"/>
                        </a:cubicBezTo>
                        <a:cubicBezTo>
                          <a:pt x="62160" y="30363"/>
                          <a:pt x="59422" y="18471"/>
                          <a:pt x="53945" y="10262"/>
                        </a:cubicBezTo>
                        <a:cubicBezTo>
                          <a:pt x="48468" y="2066"/>
                          <a:pt x="40537" y="-2032"/>
                          <a:pt x="30152" y="-2032"/>
                        </a:cubicBezTo>
                        <a:cubicBezTo>
                          <a:pt x="19780" y="-2032"/>
                          <a:pt x="11856" y="2066"/>
                          <a:pt x="6379" y="10262"/>
                        </a:cubicBezTo>
                        <a:cubicBezTo>
                          <a:pt x="902" y="18471"/>
                          <a:pt x="-1836" y="30363"/>
                          <a:pt x="-1836" y="45935"/>
                        </a:cubicBezTo>
                        <a:cubicBezTo>
                          <a:pt x="-1836" y="61548"/>
                          <a:pt x="902" y="73452"/>
                          <a:pt x="6379" y="81648"/>
                        </a:cubicBezTo>
                        <a:cubicBezTo>
                          <a:pt x="11856" y="89857"/>
                          <a:pt x="19780" y="93962"/>
                          <a:pt x="3015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31" name="Graphic 497">
                <a:extLst>
                  <a:ext uri="{FF2B5EF4-FFF2-40B4-BE49-F238E27FC236}">
                    <a16:creationId xmlns:a16="http://schemas.microsoft.com/office/drawing/2014/main" id="{AB5D5C79-9024-84AB-8F28-D76AEAC72838}"/>
                  </a:ext>
                </a:extLst>
              </p:cNvPr>
              <p:cNvGrpSpPr/>
              <p:nvPr/>
            </p:nvGrpSpPr>
            <p:grpSpPr>
              <a:xfrm>
                <a:off x="6057627" y="4868227"/>
                <a:ext cx="224169" cy="187070"/>
                <a:chOff x="605762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32" name="Freeform: Shape 531">
                  <a:extLst>
                    <a:ext uri="{FF2B5EF4-FFF2-40B4-BE49-F238E27FC236}">
                      <a16:creationId xmlns:a16="http://schemas.microsoft.com/office/drawing/2014/main" id="{723D8DC1-9A26-82E5-662E-A1D2D86D875C}"/>
                    </a:ext>
                  </a:extLst>
                </p:cNvPr>
                <p:cNvSpPr/>
                <p:nvPr/>
              </p:nvSpPr>
              <p:spPr>
                <a:xfrm>
                  <a:off x="6169030" y="4868227"/>
                  <a:ext cx="12700" cy="44417"/>
                </a:xfrm>
                <a:custGeom>
                  <a:avLst/>
                  <a:gdLst>
                    <a:gd name="connsiteX0" fmla="*/ 237 w 12700"/>
                    <a:gd name="connsiteY0" fmla="*/ 286 h 44417"/>
                    <a:gd name="connsiteX1" fmla="*/ 23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37" y="286"/>
                      </a:moveTo>
                      <a:lnTo>
                        <a:pt x="23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33" name="Graphic 497">
                  <a:extLst>
                    <a:ext uri="{FF2B5EF4-FFF2-40B4-BE49-F238E27FC236}">
                      <a16:creationId xmlns:a16="http://schemas.microsoft.com/office/drawing/2014/main" id="{8D4F6B6E-0A68-91C3-829E-A7E559820977}"/>
                    </a:ext>
                  </a:extLst>
                </p:cNvPr>
                <p:cNvGrpSpPr/>
                <p:nvPr/>
              </p:nvGrpSpPr>
              <p:grpSpPr>
                <a:xfrm>
                  <a:off x="6057627" y="4959304"/>
                  <a:ext cx="224169" cy="95994"/>
                  <a:chOff x="605762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34" name="Freeform: Shape 533">
                    <a:extLst>
                      <a:ext uri="{FF2B5EF4-FFF2-40B4-BE49-F238E27FC236}">
                        <a16:creationId xmlns:a16="http://schemas.microsoft.com/office/drawing/2014/main" id="{6C398F33-6DB8-4F75-6C5B-21EA55F25ADF}"/>
                      </a:ext>
                    </a:extLst>
                  </p:cNvPr>
                  <p:cNvSpPr/>
                  <p:nvPr/>
                </p:nvSpPr>
                <p:spPr>
                  <a:xfrm flipV="1">
                    <a:off x="6057627" y="4960969"/>
                    <a:ext cx="59908" cy="94328"/>
                  </a:xfrm>
                  <a:custGeom>
                    <a:avLst/>
                    <a:gdLst>
                      <a:gd name="connsiteX0" fmla="*/ 2136 w 59908"/>
                      <a:gd name="connsiteY0" fmla="*/ 92338 h 94328"/>
                      <a:gd name="connsiteX1" fmla="*/ 51309 w 59908"/>
                      <a:gd name="connsiteY1" fmla="*/ 92338 h 94328"/>
                      <a:gd name="connsiteX2" fmla="*/ 51309 w 59908"/>
                      <a:gd name="connsiteY2" fmla="*/ 81789 h 94328"/>
                      <a:gd name="connsiteX3" fmla="*/ 13606 w 59908"/>
                      <a:gd name="connsiteY3" fmla="*/ 81789 h 94328"/>
                      <a:gd name="connsiteX4" fmla="*/ 13606 w 59908"/>
                      <a:gd name="connsiteY4" fmla="*/ 59124 h 94328"/>
                      <a:gd name="connsiteX5" fmla="*/ 19043 w 59908"/>
                      <a:gd name="connsiteY5" fmla="*/ 60512 h 94328"/>
                      <a:gd name="connsiteX6" fmla="*/ 24520 w 59908"/>
                      <a:gd name="connsiteY6" fmla="*/ 60968 h 94328"/>
                      <a:gd name="connsiteX7" fmla="*/ 49067 w 59908"/>
                      <a:gd name="connsiteY7" fmla="*/ 52481 h 94328"/>
                      <a:gd name="connsiteX8" fmla="*/ 58135 w 59908"/>
                      <a:gd name="connsiteY8" fmla="*/ 29499 h 94328"/>
                      <a:gd name="connsiteX9" fmla="*/ 48828 w 59908"/>
                      <a:gd name="connsiteY9" fmla="*/ 6279 h 94328"/>
                      <a:gd name="connsiteX10" fmla="*/ 22595 w 59908"/>
                      <a:gd name="connsiteY10" fmla="*/ -1990 h 94328"/>
                      <a:gd name="connsiteX11" fmla="*/ 10709 w 59908"/>
                      <a:gd name="connsiteY11" fmla="*/ -999 h 94328"/>
                      <a:gd name="connsiteX12" fmla="*/ -1773 w 59908"/>
                      <a:gd name="connsiteY12" fmla="*/ 1976 h 94328"/>
                      <a:gd name="connsiteX13" fmla="*/ -1773 w 59908"/>
                      <a:gd name="connsiteY13" fmla="*/ 14567 h 94328"/>
                      <a:gd name="connsiteX14" fmla="*/ 9756 w 59908"/>
                      <a:gd name="connsiteY14" fmla="*/ 10046 h 94328"/>
                      <a:gd name="connsiteX15" fmla="*/ 22337 w 59908"/>
                      <a:gd name="connsiteY15" fmla="*/ 8559 h 94328"/>
                      <a:gd name="connsiteX16" fmla="*/ 39323 w 59908"/>
                      <a:gd name="connsiteY16" fmla="*/ 14191 h 94328"/>
                      <a:gd name="connsiteX17" fmla="*/ 45594 w 59908"/>
                      <a:gd name="connsiteY17" fmla="*/ 29499 h 94328"/>
                      <a:gd name="connsiteX18" fmla="*/ 39323 w 59908"/>
                      <a:gd name="connsiteY18" fmla="*/ 44788 h 94328"/>
                      <a:gd name="connsiteX19" fmla="*/ 22337 w 59908"/>
                      <a:gd name="connsiteY19" fmla="*/ 50439 h 94328"/>
                      <a:gd name="connsiteX20" fmla="*/ 12316 w 59908"/>
                      <a:gd name="connsiteY20" fmla="*/ 49328 h 94328"/>
                      <a:gd name="connsiteX21" fmla="*/ 2136 w 59908"/>
                      <a:gd name="connsiteY21" fmla="*/ 45858 h 94328"/>
                      <a:gd name="connsiteX22" fmla="*/ 213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36" y="92338"/>
                        </a:moveTo>
                        <a:lnTo>
                          <a:pt x="51309" y="92338"/>
                        </a:lnTo>
                        <a:lnTo>
                          <a:pt x="51309" y="81789"/>
                        </a:lnTo>
                        <a:lnTo>
                          <a:pt x="13606" y="81789"/>
                        </a:lnTo>
                        <a:lnTo>
                          <a:pt x="13606" y="59124"/>
                        </a:lnTo>
                        <a:cubicBezTo>
                          <a:pt x="15418" y="59746"/>
                          <a:pt x="17231" y="60208"/>
                          <a:pt x="19043" y="60512"/>
                        </a:cubicBezTo>
                        <a:cubicBezTo>
                          <a:pt x="20869" y="60816"/>
                          <a:pt x="22694" y="60968"/>
                          <a:pt x="24520" y="60968"/>
                        </a:cubicBezTo>
                        <a:cubicBezTo>
                          <a:pt x="34852" y="60968"/>
                          <a:pt x="43034" y="58139"/>
                          <a:pt x="49067" y="52481"/>
                        </a:cubicBezTo>
                        <a:cubicBezTo>
                          <a:pt x="55112" y="46823"/>
                          <a:pt x="58135" y="39163"/>
                          <a:pt x="58135" y="29499"/>
                        </a:cubicBezTo>
                        <a:cubicBezTo>
                          <a:pt x="58135" y="19545"/>
                          <a:pt x="55033" y="11805"/>
                          <a:pt x="48828" y="6279"/>
                        </a:cubicBezTo>
                        <a:cubicBezTo>
                          <a:pt x="42624" y="766"/>
                          <a:pt x="33879" y="-1990"/>
                          <a:pt x="22595" y="-1990"/>
                        </a:cubicBezTo>
                        <a:cubicBezTo>
                          <a:pt x="18706" y="-1990"/>
                          <a:pt x="14743" y="-1660"/>
                          <a:pt x="10709" y="-999"/>
                        </a:cubicBezTo>
                        <a:cubicBezTo>
                          <a:pt x="6687" y="-338"/>
                          <a:pt x="2526" y="654"/>
                          <a:pt x="-1773" y="1976"/>
                        </a:cubicBezTo>
                        <a:lnTo>
                          <a:pt x="-1773" y="14567"/>
                        </a:lnTo>
                        <a:cubicBezTo>
                          <a:pt x="1944" y="12545"/>
                          <a:pt x="5787" y="11038"/>
                          <a:pt x="9756" y="10046"/>
                        </a:cubicBezTo>
                        <a:cubicBezTo>
                          <a:pt x="13725" y="9055"/>
                          <a:pt x="17918" y="8559"/>
                          <a:pt x="22337" y="8559"/>
                        </a:cubicBezTo>
                        <a:cubicBezTo>
                          <a:pt x="29494" y="8559"/>
                          <a:pt x="35156" y="10436"/>
                          <a:pt x="39323" y="14191"/>
                        </a:cubicBezTo>
                        <a:cubicBezTo>
                          <a:pt x="43504" y="17945"/>
                          <a:pt x="45594" y="23048"/>
                          <a:pt x="45594" y="29499"/>
                        </a:cubicBezTo>
                        <a:cubicBezTo>
                          <a:pt x="45594" y="35937"/>
                          <a:pt x="43504" y="41033"/>
                          <a:pt x="39323" y="44788"/>
                        </a:cubicBezTo>
                        <a:cubicBezTo>
                          <a:pt x="35156" y="48555"/>
                          <a:pt x="29494" y="50439"/>
                          <a:pt x="22337" y="50439"/>
                        </a:cubicBezTo>
                        <a:cubicBezTo>
                          <a:pt x="18990" y="50439"/>
                          <a:pt x="15650" y="50069"/>
                          <a:pt x="12316" y="49328"/>
                        </a:cubicBezTo>
                        <a:cubicBezTo>
                          <a:pt x="8995" y="48588"/>
                          <a:pt x="5602" y="47431"/>
                          <a:pt x="2136" y="45858"/>
                        </a:cubicBezTo>
                        <a:lnTo>
                          <a:pt x="213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35" name="Freeform: Shape 534">
                    <a:extLst>
                      <a:ext uri="{FF2B5EF4-FFF2-40B4-BE49-F238E27FC236}">
                        <a16:creationId xmlns:a16="http://schemas.microsoft.com/office/drawing/2014/main" id="{14F98065-626D-1770-BB89-E6C0DF5FB0B5}"/>
                      </a:ext>
                    </a:extLst>
                  </p:cNvPr>
                  <p:cNvSpPr/>
                  <p:nvPr/>
                </p:nvSpPr>
                <p:spPr>
                  <a:xfrm flipV="1">
                    <a:off x="6134836" y="4960969"/>
                    <a:ext cx="67468" cy="92524"/>
                  </a:xfrm>
                  <a:custGeom>
                    <a:avLst/>
                    <a:gdLst>
                      <a:gd name="connsiteX0" fmla="*/ 40015 w 67468"/>
                      <a:gd name="connsiteY0" fmla="*/ 79582 h 92524"/>
                      <a:gd name="connsiteX1" fmla="*/ 8384 w 67468"/>
                      <a:gd name="connsiteY1" fmla="*/ 30187 h 92524"/>
                      <a:gd name="connsiteX2" fmla="*/ 40015 w 67468"/>
                      <a:gd name="connsiteY2" fmla="*/ 30187 h 92524"/>
                      <a:gd name="connsiteX3" fmla="*/ 40015 w 67468"/>
                      <a:gd name="connsiteY3" fmla="*/ 79582 h 92524"/>
                      <a:gd name="connsiteX4" fmla="*/ 36721 w 67468"/>
                      <a:gd name="connsiteY4" fmla="*/ 90488 h 92524"/>
                      <a:gd name="connsiteX5" fmla="*/ 52477 w 67468"/>
                      <a:gd name="connsiteY5" fmla="*/ 90488 h 92524"/>
                      <a:gd name="connsiteX6" fmla="*/ 52477 w 67468"/>
                      <a:gd name="connsiteY6" fmla="*/ 30187 h 92524"/>
                      <a:gd name="connsiteX7" fmla="*/ 65692 w 67468"/>
                      <a:gd name="connsiteY7" fmla="*/ 30187 h 92524"/>
                      <a:gd name="connsiteX8" fmla="*/ 65692 w 67468"/>
                      <a:gd name="connsiteY8" fmla="*/ 19777 h 92524"/>
                      <a:gd name="connsiteX9" fmla="*/ 52477 w 67468"/>
                      <a:gd name="connsiteY9" fmla="*/ 19777 h 92524"/>
                      <a:gd name="connsiteX10" fmla="*/ 52477 w 67468"/>
                      <a:gd name="connsiteY10" fmla="*/ -2036 h 92524"/>
                      <a:gd name="connsiteX11" fmla="*/ 40015 w 67468"/>
                      <a:gd name="connsiteY11" fmla="*/ -2036 h 92524"/>
                      <a:gd name="connsiteX12" fmla="*/ 40015 w 67468"/>
                      <a:gd name="connsiteY12" fmla="*/ 19777 h 92524"/>
                      <a:gd name="connsiteX13" fmla="*/ -1776 w 67468"/>
                      <a:gd name="connsiteY13" fmla="*/ 19777 h 92524"/>
                      <a:gd name="connsiteX14" fmla="*/ -1776 w 67468"/>
                      <a:gd name="connsiteY14" fmla="*/ 31853 h 92524"/>
                      <a:gd name="connsiteX15" fmla="*/ 36721 w 67468"/>
                      <a:gd name="connsiteY15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40015" y="79582"/>
                        </a:moveTo>
                        <a:lnTo>
                          <a:pt x="8384" y="30187"/>
                        </a:lnTo>
                        <a:lnTo>
                          <a:pt x="40015" y="30187"/>
                        </a:lnTo>
                        <a:lnTo>
                          <a:pt x="40015" y="79582"/>
                        </a:lnTo>
                        <a:close/>
                        <a:moveTo>
                          <a:pt x="36721" y="90488"/>
                        </a:moveTo>
                        <a:lnTo>
                          <a:pt x="52477" y="90488"/>
                        </a:lnTo>
                        <a:lnTo>
                          <a:pt x="52477" y="30187"/>
                        </a:lnTo>
                        <a:lnTo>
                          <a:pt x="65692" y="30187"/>
                        </a:lnTo>
                        <a:lnTo>
                          <a:pt x="65692" y="19777"/>
                        </a:lnTo>
                        <a:lnTo>
                          <a:pt x="52477" y="19777"/>
                        </a:lnTo>
                        <a:lnTo>
                          <a:pt x="52477" y="-2036"/>
                        </a:lnTo>
                        <a:lnTo>
                          <a:pt x="40015" y="-2036"/>
                        </a:lnTo>
                        <a:lnTo>
                          <a:pt x="40015" y="19777"/>
                        </a:lnTo>
                        <a:lnTo>
                          <a:pt x="-1776" y="19777"/>
                        </a:lnTo>
                        <a:lnTo>
                          <a:pt x="-1776" y="31853"/>
                        </a:lnTo>
                        <a:lnTo>
                          <a:pt x="36721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36" name="Freeform: Shape 535">
                    <a:extLst>
                      <a:ext uri="{FF2B5EF4-FFF2-40B4-BE49-F238E27FC236}">
                        <a16:creationId xmlns:a16="http://schemas.microsoft.com/office/drawing/2014/main" id="{F67B0614-B36E-414D-96E6-BF28B6185EAF}"/>
                      </a:ext>
                    </a:extLst>
                  </p:cNvPr>
                  <p:cNvSpPr/>
                  <p:nvPr/>
                </p:nvSpPr>
                <p:spPr>
                  <a:xfrm flipV="1">
                    <a:off x="6217801" y="4959304"/>
                    <a:ext cx="63996" cy="95994"/>
                  </a:xfrm>
                  <a:custGeom>
                    <a:avLst/>
                    <a:gdLst>
                      <a:gd name="connsiteX0" fmla="*/ 30197 w 63996"/>
                      <a:gd name="connsiteY0" fmla="*/ 84047 h 95994"/>
                      <a:gd name="connsiteX1" fmla="*/ 15651 w 63996"/>
                      <a:gd name="connsiteY1" fmla="*/ 74529 h 95994"/>
                      <a:gd name="connsiteX2" fmla="*/ 10790 w 63996"/>
                      <a:gd name="connsiteY2" fmla="*/ 45935 h 95994"/>
                      <a:gd name="connsiteX3" fmla="*/ 15651 w 63996"/>
                      <a:gd name="connsiteY3" fmla="*/ 17401 h 95994"/>
                      <a:gd name="connsiteX4" fmla="*/ 30197 w 63996"/>
                      <a:gd name="connsiteY4" fmla="*/ 7883 h 95994"/>
                      <a:gd name="connsiteX5" fmla="*/ 44802 w 63996"/>
                      <a:gd name="connsiteY5" fmla="*/ 17401 h 95994"/>
                      <a:gd name="connsiteX6" fmla="*/ 49683 w 63996"/>
                      <a:gd name="connsiteY6" fmla="*/ 45935 h 95994"/>
                      <a:gd name="connsiteX7" fmla="*/ 44802 w 63996"/>
                      <a:gd name="connsiteY7" fmla="*/ 74529 h 95994"/>
                      <a:gd name="connsiteX8" fmla="*/ 30197 w 63996"/>
                      <a:gd name="connsiteY8" fmla="*/ 84047 h 95994"/>
                      <a:gd name="connsiteX9" fmla="*/ 30197 w 63996"/>
                      <a:gd name="connsiteY9" fmla="*/ 93962 h 95994"/>
                      <a:gd name="connsiteX10" fmla="*/ 53989 w 63996"/>
                      <a:gd name="connsiteY10" fmla="*/ 81648 h 95994"/>
                      <a:gd name="connsiteX11" fmla="*/ 62205 w 63996"/>
                      <a:gd name="connsiteY11" fmla="*/ 45935 h 95994"/>
                      <a:gd name="connsiteX12" fmla="*/ 53989 w 63996"/>
                      <a:gd name="connsiteY12" fmla="*/ 10262 h 95994"/>
                      <a:gd name="connsiteX13" fmla="*/ 30197 w 63996"/>
                      <a:gd name="connsiteY13" fmla="*/ -2032 h 95994"/>
                      <a:gd name="connsiteX14" fmla="*/ 6424 w 63996"/>
                      <a:gd name="connsiteY14" fmla="*/ 10262 h 95994"/>
                      <a:gd name="connsiteX15" fmla="*/ -1791 w 63996"/>
                      <a:gd name="connsiteY15" fmla="*/ 45935 h 95994"/>
                      <a:gd name="connsiteX16" fmla="*/ 6424 w 63996"/>
                      <a:gd name="connsiteY16" fmla="*/ 81648 h 95994"/>
                      <a:gd name="connsiteX17" fmla="*/ 3019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97" y="84047"/>
                        </a:moveTo>
                        <a:cubicBezTo>
                          <a:pt x="23754" y="84047"/>
                          <a:pt x="18906" y="80875"/>
                          <a:pt x="15651" y="74529"/>
                        </a:cubicBezTo>
                        <a:cubicBezTo>
                          <a:pt x="12410" y="68197"/>
                          <a:pt x="10790" y="58666"/>
                          <a:pt x="10790" y="45935"/>
                        </a:cubicBezTo>
                        <a:cubicBezTo>
                          <a:pt x="10790" y="33258"/>
                          <a:pt x="12410" y="23746"/>
                          <a:pt x="15651" y="17401"/>
                        </a:cubicBezTo>
                        <a:cubicBezTo>
                          <a:pt x="18906" y="11055"/>
                          <a:pt x="23754" y="7883"/>
                          <a:pt x="30197" y="7883"/>
                        </a:cubicBezTo>
                        <a:cubicBezTo>
                          <a:pt x="36692" y="7883"/>
                          <a:pt x="41561" y="11055"/>
                          <a:pt x="44802" y="17401"/>
                        </a:cubicBezTo>
                        <a:cubicBezTo>
                          <a:pt x="48056" y="23746"/>
                          <a:pt x="49683" y="33258"/>
                          <a:pt x="49683" y="45935"/>
                        </a:cubicBezTo>
                        <a:cubicBezTo>
                          <a:pt x="49683" y="58666"/>
                          <a:pt x="48056" y="68197"/>
                          <a:pt x="44802" y="74529"/>
                        </a:cubicBezTo>
                        <a:cubicBezTo>
                          <a:pt x="41561" y="80875"/>
                          <a:pt x="36692" y="84047"/>
                          <a:pt x="30197" y="84047"/>
                        </a:cubicBezTo>
                        <a:close/>
                        <a:moveTo>
                          <a:pt x="30197" y="93962"/>
                        </a:moveTo>
                        <a:cubicBezTo>
                          <a:pt x="40582" y="93962"/>
                          <a:pt x="48513" y="89857"/>
                          <a:pt x="53989" y="81648"/>
                        </a:cubicBezTo>
                        <a:cubicBezTo>
                          <a:pt x="59466" y="73452"/>
                          <a:pt x="62205" y="61548"/>
                          <a:pt x="62205" y="45935"/>
                        </a:cubicBezTo>
                        <a:cubicBezTo>
                          <a:pt x="62205" y="30363"/>
                          <a:pt x="59466" y="18471"/>
                          <a:pt x="53989" y="10262"/>
                        </a:cubicBezTo>
                        <a:cubicBezTo>
                          <a:pt x="48513" y="2066"/>
                          <a:pt x="40582" y="-2032"/>
                          <a:pt x="30197" y="-2032"/>
                        </a:cubicBezTo>
                        <a:cubicBezTo>
                          <a:pt x="19825" y="-2032"/>
                          <a:pt x="11901" y="2066"/>
                          <a:pt x="6424" y="10262"/>
                        </a:cubicBezTo>
                        <a:cubicBezTo>
                          <a:pt x="947" y="18471"/>
                          <a:pt x="-1791" y="30363"/>
                          <a:pt x="-1791" y="45935"/>
                        </a:cubicBezTo>
                        <a:cubicBezTo>
                          <a:pt x="-1791" y="61548"/>
                          <a:pt x="947" y="73452"/>
                          <a:pt x="6424" y="81648"/>
                        </a:cubicBezTo>
                        <a:cubicBezTo>
                          <a:pt x="11901" y="89857"/>
                          <a:pt x="19825" y="93962"/>
                          <a:pt x="3019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37" name="Graphic 497">
                <a:extLst>
                  <a:ext uri="{FF2B5EF4-FFF2-40B4-BE49-F238E27FC236}">
                    <a16:creationId xmlns:a16="http://schemas.microsoft.com/office/drawing/2014/main" id="{5CDF224F-8DCE-1755-2118-79B6CBB5ACC5}"/>
                  </a:ext>
                </a:extLst>
              </p:cNvPr>
              <p:cNvGrpSpPr/>
              <p:nvPr/>
            </p:nvGrpSpPr>
            <p:grpSpPr>
              <a:xfrm>
                <a:off x="6625972" y="4868227"/>
                <a:ext cx="224169" cy="187070"/>
                <a:chOff x="6625972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38" name="Freeform: Shape 537">
                  <a:extLst>
                    <a:ext uri="{FF2B5EF4-FFF2-40B4-BE49-F238E27FC236}">
                      <a16:creationId xmlns:a16="http://schemas.microsoft.com/office/drawing/2014/main" id="{F1538856-A610-129C-031F-72B5B40B9C17}"/>
                    </a:ext>
                  </a:extLst>
                </p:cNvPr>
                <p:cNvSpPr/>
                <p:nvPr/>
              </p:nvSpPr>
              <p:spPr>
                <a:xfrm>
                  <a:off x="6737375" y="4868227"/>
                  <a:ext cx="12700" cy="44417"/>
                </a:xfrm>
                <a:custGeom>
                  <a:avLst/>
                  <a:gdLst>
                    <a:gd name="connsiteX0" fmla="*/ 282 w 12700"/>
                    <a:gd name="connsiteY0" fmla="*/ 286 h 44417"/>
                    <a:gd name="connsiteX1" fmla="*/ 28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82" y="286"/>
                      </a:moveTo>
                      <a:lnTo>
                        <a:pt x="28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39" name="Graphic 497">
                  <a:extLst>
                    <a:ext uri="{FF2B5EF4-FFF2-40B4-BE49-F238E27FC236}">
                      <a16:creationId xmlns:a16="http://schemas.microsoft.com/office/drawing/2014/main" id="{9B4EA864-7676-8EF4-D550-C3858B1546A3}"/>
                    </a:ext>
                  </a:extLst>
                </p:cNvPr>
                <p:cNvGrpSpPr/>
                <p:nvPr/>
              </p:nvGrpSpPr>
              <p:grpSpPr>
                <a:xfrm>
                  <a:off x="6625972" y="4959304"/>
                  <a:ext cx="224169" cy="95994"/>
                  <a:chOff x="6625972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40" name="Freeform: Shape 539">
                    <a:extLst>
                      <a:ext uri="{FF2B5EF4-FFF2-40B4-BE49-F238E27FC236}">
                        <a16:creationId xmlns:a16="http://schemas.microsoft.com/office/drawing/2014/main" id="{F01CBA1C-516A-8540-8752-EE7A57FC76EA}"/>
                      </a:ext>
                    </a:extLst>
                  </p:cNvPr>
                  <p:cNvSpPr/>
                  <p:nvPr/>
                </p:nvSpPr>
                <p:spPr>
                  <a:xfrm flipV="1">
                    <a:off x="6625972" y="4960969"/>
                    <a:ext cx="59908" cy="94328"/>
                  </a:xfrm>
                  <a:custGeom>
                    <a:avLst/>
                    <a:gdLst>
                      <a:gd name="connsiteX0" fmla="*/ 2181 w 59908"/>
                      <a:gd name="connsiteY0" fmla="*/ 92338 h 94328"/>
                      <a:gd name="connsiteX1" fmla="*/ 51354 w 59908"/>
                      <a:gd name="connsiteY1" fmla="*/ 92338 h 94328"/>
                      <a:gd name="connsiteX2" fmla="*/ 51354 w 59908"/>
                      <a:gd name="connsiteY2" fmla="*/ 81789 h 94328"/>
                      <a:gd name="connsiteX3" fmla="*/ 13650 w 59908"/>
                      <a:gd name="connsiteY3" fmla="*/ 81789 h 94328"/>
                      <a:gd name="connsiteX4" fmla="*/ 13650 w 59908"/>
                      <a:gd name="connsiteY4" fmla="*/ 59124 h 94328"/>
                      <a:gd name="connsiteX5" fmla="*/ 19088 w 59908"/>
                      <a:gd name="connsiteY5" fmla="*/ 60512 h 94328"/>
                      <a:gd name="connsiteX6" fmla="*/ 24565 w 59908"/>
                      <a:gd name="connsiteY6" fmla="*/ 60968 h 94328"/>
                      <a:gd name="connsiteX7" fmla="*/ 49111 w 59908"/>
                      <a:gd name="connsiteY7" fmla="*/ 52481 h 94328"/>
                      <a:gd name="connsiteX8" fmla="*/ 58180 w 59908"/>
                      <a:gd name="connsiteY8" fmla="*/ 29499 h 94328"/>
                      <a:gd name="connsiteX9" fmla="*/ 48873 w 59908"/>
                      <a:gd name="connsiteY9" fmla="*/ 6279 h 94328"/>
                      <a:gd name="connsiteX10" fmla="*/ 22640 w 59908"/>
                      <a:gd name="connsiteY10" fmla="*/ -1990 h 94328"/>
                      <a:gd name="connsiteX11" fmla="*/ 10753 w 59908"/>
                      <a:gd name="connsiteY11" fmla="*/ -999 h 94328"/>
                      <a:gd name="connsiteX12" fmla="*/ -1728 w 59908"/>
                      <a:gd name="connsiteY12" fmla="*/ 1976 h 94328"/>
                      <a:gd name="connsiteX13" fmla="*/ -1728 w 59908"/>
                      <a:gd name="connsiteY13" fmla="*/ 14567 h 94328"/>
                      <a:gd name="connsiteX14" fmla="*/ 9801 w 59908"/>
                      <a:gd name="connsiteY14" fmla="*/ 10046 h 94328"/>
                      <a:gd name="connsiteX15" fmla="*/ 22382 w 59908"/>
                      <a:gd name="connsiteY15" fmla="*/ 8559 h 94328"/>
                      <a:gd name="connsiteX16" fmla="*/ 39368 w 59908"/>
                      <a:gd name="connsiteY16" fmla="*/ 14191 h 94328"/>
                      <a:gd name="connsiteX17" fmla="*/ 45639 w 59908"/>
                      <a:gd name="connsiteY17" fmla="*/ 29499 h 94328"/>
                      <a:gd name="connsiteX18" fmla="*/ 39368 w 59908"/>
                      <a:gd name="connsiteY18" fmla="*/ 44788 h 94328"/>
                      <a:gd name="connsiteX19" fmla="*/ 22382 w 59908"/>
                      <a:gd name="connsiteY19" fmla="*/ 50439 h 94328"/>
                      <a:gd name="connsiteX20" fmla="*/ 12361 w 59908"/>
                      <a:gd name="connsiteY20" fmla="*/ 49328 h 94328"/>
                      <a:gd name="connsiteX21" fmla="*/ 2181 w 59908"/>
                      <a:gd name="connsiteY21" fmla="*/ 45858 h 94328"/>
                      <a:gd name="connsiteX22" fmla="*/ 218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1" y="92338"/>
                        </a:moveTo>
                        <a:lnTo>
                          <a:pt x="51354" y="92338"/>
                        </a:lnTo>
                        <a:lnTo>
                          <a:pt x="51354" y="81789"/>
                        </a:lnTo>
                        <a:lnTo>
                          <a:pt x="13650" y="81789"/>
                        </a:lnTo>
                        <a:lnTo>
                          <a:pt x="13650" y="59124"/>
                        </a:lnTo>
                        <a:cubicBezTo>
                          <a:pt x="15463" y="59746"/>
                          <a:pt x="17275" y="60208"/>
                          <a:pt x="19088" y="60512"/>
                        </a:cubicBezTo>
                        <a:cubicBezTo>
                          <a:pt x="20913" y="60816"/>
                          <a:pt x="22739" y="60968"/>
                          <a:pt x="24565" y="60968"/>
                        </a:cubicBezTo>
                        <a:cubicBezTo>
                          <a:pt x="34897" y="60968"/>
                          <a:pt x="43079" y="58139"/>
                          <a:pt x="49111" y="52481"/>
                        </a:cubicBezTo>
                        <a:cubicBezTo>
                          <a:pt x="55157" y="46823"/>
                          <a:pt x="58180" y="39163"/>
                          <a:pt x="58180" y="29499"/>
                        </a:cubicBezTo>
                        <a:cubicBezTo>
                          <a:pt x="58180" y="19545"/>
                          <a:pt x="55078" y="11805"/>
                          <a:pt x="48873" y="6279"/>
                        </a:cubicBezTo>
                        <a:cubicBezTo>
                          <a:pt x="42669" y="766"/>
                          <a:pt x="33924" y="-1990"/>
                          <a:pt x="22640" y="-1990"/>
                        </a:cubicBezTo>
                        <a:cubicBezTo>
                          <a:pt x="18750" y="-1990"/>
                          <a:pt x="14788" y="-1660"/>
                          <a:pt x="10753" y="-999"/>
                        </a:cubicBezTo>
                        <a:cubicBezTo>
                          <a:pt x="6732" y="-338"/>
                          <a:pt x="2571" y="654"/>
                          <a:pt x="-1728" y="1976"/>
                        </a:cubicBezTo>
                        <a:lnTo>
                          <a:pt x="-1728" y="14567"/>
                        </a:lnTo>
                        <a:cubicBezTo>
                          <a:pt x="1989" y="12545"/>
                          <a:pt x="5832" y="11038"/>
                          <a:pt x="9801" y="10046"/>
                        </a:cubicBezTo>
                        <a:cubicBezTo>
                          <a:pt x="13770" y="9055"/>
                          <a:pt x="17963" y="8559"/>
                          <a:pt x="22382" y="8559"/>
                        </a:cubicBezTo>
                        <a:cubicBezTo>
                          <a:pt x="29539" y="8559"/>
                          <a:pt x="35201" y="10436"/>
                          <a:pt x="39368" y="14191"/>
                        </a:cubicBezTo>
                        <a:cubicBezTo>
                          <a:pt x="43548" y="17945"/>
                          <a:pt x="45639" y="23048"/>
                          <a:pt x="45639" y="29499"/>
                        </a:cubicBezTo>
                        <a:cubicBezTo>
                          <a:pt x="45639" y="35937"/>
                          <a:pt x="43548" y="41033"/>
                          <a:pt x="39368" y="44788"/>
                        </a:cubicBezTo>
                        <a:cubicBezTo>
                          <a:pt x="35201" y="48555"/>
                          <a:pt x="29539" y="50439"/>
                          <a:pt x="22382" y="50439"/>
                        </a:cubicBezTo>
                        <a:cubicBezTo>
                          <a:pt x="19035" y="50439"/>
                          <a:pt x="15694" y="50069"/>
                          <a:pt x="12361" y="49328"/>
                        </a:cubicBezTo>
                        <a:cubicBezTo>
                          <a:pt x="9040" y="48588"/>
                          <a:pt x="5647" y="47431"/>
                          <a:pt x="2181" y="45858"/>
                        </a:cubicBezTo>
                        <a:lnTo>
                          <a:pt x="218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1" name="Freeform: Shape 540">
                    <a:extLst>
                      <a:ext uri="{FF2B5EF4-FFF2-40B4-BE49-F238E27FC236}">
                        <a16:creationId xmlns:a16="http://schemas.microsoft.com/office/drawing/2014/main" id="{D04E9627-365B-3787-C3E7-DDDBFFA06504}"/>
                      </a:ext>
                    </a:extLst>
                  </p:cNvPr>
                  <p:cNvSpPr/>
                  <p:nvPr/>
                </p:nvSpPr>
                <p:spPr>
                  <a:xfrm flipV="1">
                    <a:off x="6706773" y="4960969"/>
                    <a:ext cx="59908" cy="94328"/>
                  </a:xfrm>
                  <a:custGeom>
                    <a:avLst/>
                    <a:gdLst>
                      <a:gd name="connsiteX0" fmla="*/ 2187 w 59908"/>
                      <a:gd name="connsiteY0" fmla="*/ 92338 h 94328"/>
                      <a:gd name="connsiteX1" fmla="*/ 51360 w 59908"/>
                      <a:gd name="connsiteY1" fmla="*/ 92338 h 94328"/>
                      <a:gd name="connsiteX2" fmla="*/ 51360 w 59908"/>
                      <a:gd name="connsiteY2" fmla="*/ 81789 h 94328"/>
                      <a:gd name="connsiteX3" fmla="*/ 13657 w 59908"/>
                      <a:gd name="connsiteY3" fmla="*/ 81789 h 94328"/>
                      <a:gd name="connsiteX4" fmla="*/ 13657 w 59908"/>
                      <a:gd name="connsiteY4" fmla="*/ 59124 h 94328"/>
                      <a:gd name="connsiteX5" fmla="*/ 19094 w 59908"/>
                      <a:gd name="connsiteY5" fmla="*/ 60512 h 94328"/>
                      <a:gd name="connsiteX6" fmla="*/ 24571 w 59908"/>
                      <a:gd name="connsiteY6" fmla="*/ 60968 h 94328"/>
                      <a:gd name="connsiteX7" fmla="*/ 49118 w 59908"/>
                      <a:gd name="connsiteY7" fmla="*/ 52481 h 94328"/>
                      <a:gd name="connsiteX8" fmla="*/ 58186 w 59908"/>
                      <a:gd name="connsiteY8" fmla="*/ 29499 h 94328"/>
                      <a:gd name="connsiteX9" fmla="*/ 48880 w 59908"/>
                      <a:gd name="connsiteY9" fmla="*/ 6279 h 94328"/>
                      <a:gd name="connsiteX10" fmla="*/ 22646 w 59908"/>
                      <a:gd name="connsiteY10" fmla="*/ -1990 h 94328"/>
                      <a:gd name="connsiteX11" fmla="*/ 10760 w 59908"/>
                      <a:gd name="connsiteY11" fmla="*/ -999 h 94328"/>
                      <a:gd name="connsiteX12" fmla="*/ -1722 w 59908"/>
                      <a:gd name="connsiteY12" fmla="*/ 1976 h 94328"/>
                      <a:gd name="connsiteX13" fmla="*/ -1722 w 59908"/>
                      <a:gd name="connsiteY13" fmla="*/ 14567 h 94328"/>
                      <a:gd name="connsiteX14" fmla="*/ 9807 w 59908"/>
                      <a:gd name="connsiteY14" fmla="*/ 10046 h 94328"/>
                      <a:gd name="connsiteX15" fmla="*/ 22388 w 59908"/>
                      <a:gd name="connsiteY15" fmla="*/ 8559 h 94328"/>
                      <a:gd name="connsiteX16" fmla="*/ 39374 w 59908"/>
                      <a:gd name="connsiteY16" fmla="*/ 14191 h 94328"/>
                      <a:gd name="connsiteX17" fmla="*/ 45645 w 59908"/>
                      <a:gd name="connsiteY17" fmla="*/ 29499 h 94328"/>
                      <a:gd name="connsiteX18" fmla="*/ 39374 w 59908"/>
                      <a:gd name="connsiteY18" fmla="*/ 44788 h 94328"/>
                      <a:gd name="connsiteX19" fmla="*/ 22388 w 59908"/>
                      <a:gd name="connsiteY19" fmla="*/ 50439 h 94328"/>
                      <a:gd name="connsiteX20" fmla="*/ 12367 w 59908"/>
                      <a:gd name="connsiteY20" fmla="*/ 49328 h 94328"/>
                      <a:gd name="connsiteX21" fmla="*/ 2187 w 59908"/>
                      <a:gd name="connsiteY21" fmla="*/ 45858 h 94328"/>
                      <a:gd name="connsiteX22" fmla="*/ 218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7" y="92338"/>
                        </a:moveTo>
                        <a:lnTo>
                          <a:pt x="51360" y="92338"/>
                        </a:lnTo>
                        <a:lnTo>
                          <a:pt x="51360" y="81789"/>
                        </a:lnTo>
                        <a:lnTo>
                          <a:pt x="13657" y="81789"/>
                        </a:lnTo>
                        <a:lnTo>
                          <a:pt x="13657" y="59124"/>
                        </a:lnTo>
                        <a:cubicBezTo>
                          <a:pt x="15469" y="59746"/>
                          <a:pt x="17282" y="60208"/>
                          <a:pt x="19094" y="60512"/>
                        </a:cubicBezTo>
                        <a:cubicBezTo>
                          <a:pt x="20920" y="60816"/>
                          <a:pt x="22745" y="60968"/>
                          <a:pt x="24571" y="60968"/>
                        </a:cubicBezTo>
                        <a:cubicBezTo>
                          <a:pt x="34903" y="60968"/>
                          <a:pt x="43085" y="58139"/>
                          <a:pt x="49118" y="52481"/>
                        </a:cubicBezTo>
                        <a:cubicBezTo>
                          <a:pt x="55163" y="46823"/>
                          <a:pt x="58186" y="39163"/>
                          <a:pt x="58186" y="29499"/>
                        </a:cubicBezTo>
                        <a:cubicBezTo>
                          <a:pt x="58186" y="19545"/>
                          <a:pt x="55084" y="11805"/>
                          <a:pt x="48880" y="6279"/>
                        </a:cubicBezTo>
                        <a:cubicBezTo>
                          <a:pt x="42675" y="766"/>
                          <a:pt x="33931" y="-1990"/>
                          <a:pt x="22646" y="-1990"/>
                        </a:cubicBezTo>
                        <a:cubicBezTo>
                          <a:pt x="18757" y="-1990"/>
                          <a:pt x="14795" y="-1660"/>
                          <a:pt x="10760" y="-999"/>
                        </a:cubicBezTo>
                        <a:cubicBezTo>
                          <a:pt x="6738" y="-338"/>
                          <a:pt x="2577" y="654"/>
                          <a:pt x="-1722" y="1976"/>
                        </a:cubicBezTo>
                        <a:lnTo>
                          <a:pt x="-1722" y="14567"/>
                        </a:lnTo>
                        <a:cubicBezTo>
                          <a:pt x="1995" y="12545"/>
                          <a:pt x="5838" y="11038"/>
                          <a:pt x="9807" y="10046"/>
                        </a:cubicBezTo>
                        <a:cubicBezTo>
                          <a:pt x="13776" y="9055"/>
                          <a:pt x="17970" y="8559"/>
                          <a:pt x="22388" y="8559"/>
                        </a:cubicBezTo>
                        <a:cubicBezTo>
                          <a:pt x="29545" y="8559"/>
                          <a:pt x="35207" y="10436"/>
                          <a:pt x="39374" y="14191"/>
                        </a:cubicBezTo>
                        <a:cubicBezTo>
                          <a:pt x="43555" y="17945"/>
                          <a:pt x="45645" y="23048"/>
                          <a:pt x="45645" y="29499"/>
                        </a:cubicBezTo>
                        <a:cubicBezTo>
                          <a:pt x="45645" y="35937"/>
                          <a:pt x="43555" y="41033"/>
                          <a:pt x="39374" y="44788"/>
                        </a:cubicBezTo>
                        <a:cubicBezTo>
                          <a:pt x="35207" y="48555"/>
                          <a:pt x="29545" y="50439"/>
                          <a:pt x="22388" y="50439"/>
                        </a:cubicBezTo>
                        <a:cubicBezTo>
                          <a:pt x="19041" y="50439"/>
                          <a:pt x="15701" y="50069"/>
                          <a:pt x="12367" y="49328"/>
                        </a:cubicBezTo>
                        <a:cubicBezTo>
                          <a:pt x="9046" y="48588"/>
                          <a:pt x="5653" y="47431"/>
                          <a:pt x="2187" y="45858"/>
                        </a:cubicBezTo>
                        <a:lnTo>
                          <a:pt x="218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2" name="Freeform: Shape 541">
                    <a:extLst>
                      <a:ext uri="{FF2B5EF4-FFF2-40B4-BE49-F238E27FC236}">
                        <a16:creationId xmlns:a16="http://schemas.microsoft.com/office/drawing/2014/main" id="{A7ED9B1F-74F8-97CF-E71C-4CAB6C911A87}"/>
                      </a:ext>
                    </a:extLst>
                  </p:cNvPr>
                  <p:cNvSpPr/>
                  <p:nvPr/>
                </p:nvSpPr>
                <p:spPr>
                  <a:xfrm flipV="1">
                    <a:off x="6786146" y="4959304"/>
                    <a:ext cx="63996" cy="95994"/>
                  </a:xfrm>
                  <a:custGeom>
                    <a:avLst/>
                    <a:gdLst>
                      <a:gd name="connsiteX0" fmla="*/ 30241 w 63996"/>
                      <a:gd name="connsiteY0" fmla="*/ 84047 h 95994"/>
                      <a:gd name="connsiteX1" fmla="*/ 15696 w 63996"/>
                      <a:gd name="connsiteY1" fmla="*/ 74529 h 95994"/>
                      <a:gd name="connsiteX2" fmla="*/ 10834 w 63996"/>
                      <a:gd name="connsiteY2" fmla="*/ 45935 h 95994"/>
                      <a:gd name="connsiteX3" fmla="*/ 15696 w 63996"/>
                      <a:gd name="connsiteY3" fmla="*/ 17401 h 95994"/>
                      <a:gd name="connsiteX4" fmla="*/ 30241 w 63996"/>
                      <a:gd name="connsiteY4" fmla="*/ 7883 h 95994"/>
                      <a:gd name="connsiteX5" fmla="*/ 44846 w 63996"/>
                      <a:gd name="connsiteY5" fmla="*/ 17401 h 95994"/>
                      <a:gd name="connsiteX6" fmla="*/ 49728 w 63996"/>
                      <a:gd name="connsiteY6" fmla="*/ 45935 h 95994"/>
                      <a:gd name="connsiteX7" fmla="*/ 44846 w 63996"/>
                      <a:gd name="connsiteY7" fmla="*/ 74529 h 95994"/>
                      <a:gd name="connsiteX8" fmla="*/ 30241 w 63996"/>
                      <a:gd name="connsiteY8" fmla="*/ 84047 h 95994"/>
                      <a:gd name="connsiteX9" fmla="*/ 30241 w 63996"/>
                      <a:gd name="connsiteY9" fmla="*/ 93962 h 95994"/>
                      <a:gd name="connsiteX10" fmla="*/ 54034 w 63996"/>
                      <a:gd name="connsiteY10" fmla="*/ 81648 h 95994"/>
                      <a:gd name="connsiteX11" fmla="*/ 62249 w 63996"/>
                      <a:gd name="connsiteY11" fmla="*/ 45935 h 95994"/>
                      <a:gd name="connsiteX12" fmla="*/ 54034 w 63996"/>
                      <a:gd name="connsiteY12" fmla="*/ 10262 h 95994"/>
                      <a:gd name="connsiteX13" fmla="*/ 30241 w 63996"/>
                      <a:gd name="connsiteY13" fmla="*/ -2032 h 95994"/>
                      <a:gd name="connsiteX14" fmla="*/ 6469 w 63996"/>
                      <a:gd name="connsiteY14" fmla="*/ 10262 h 95994"/>
                      <a:gd name="connsiteX15" fmla="*/ -1747 w 63996"/>
                      <a:gd name="connsiteY15" fmla="*/ 45935 h 95994"/>
                      <a:gd name="connsiteX16" fmla="*/ 6469 w 63996"/>
                      <a:gd name="connsiteY16" fmla="*/ 81648 h 95994"/>
                      <a:gd name="connsiteX17" fmla="*/ 3024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41" y="84047"/>
                        </a:moveTo>
                        <a:cubicBezTo>
                          <a:pt x="23799" y="84047"/>
                          <a:pt x="18950" y="80875"/>
                          <a:pt x="15696" y="74529"/>
                        </a:cubicBezTo>
                        <a:cubicBezTo>
                          <a:pt x="12455" y="68197"/>
                          <a:pt x="10834" y="58666"/>
                          <a:pt x="10834" y="45935"/>
                        </a:cubicBezTo>
                        <a:cubicBezTo>
                          <a:pt x="10834" y="33258"/>
                          <a:pt x="12455" y="23746"/>
                          <a:pt x="15696" y="17401"/>
                        </a:cubicBezTo>
                        <a:cubicBezTo>
                          <a:pt x="18950" y="11055"/>
                          <a:pt x="23799" y="7883"/>
                          <a:pt x="30241" y="7883"/>
                        </a:cubicBezTo>
                        <a:cubicBezTo>
                          <a:pt x="36737" y="7883"/>
                          <a:pt x="41605" y="11055"/>
                          <a:pt x="44846" y="17401"/>
                        </a:cubicBezTo>
                        <a:cubicBezTo>
                          <a:pt x="48101" y="23746"/>
                          <a:pt x="49728" y="33258"/>
                          <a:pt x="49728" y="45935"/>
                        </a:cubicBezTo>
                        <a:cubicBezTo>
                          <a:pt x="49728" y="58666"/>
                          <a:pt x="48101" y="68197"/>
                          <a:pt x="44846" y="74529"/>
                        </a:cubicBezTo>
                        <a:cubicBezTo>
                          <a:pt x="41605" y="80875"/>
                          <a:pt x="36737" y="84047"/>
                          <a:pt x="30241" y="84047"/>
                        </a:cubicBezTo>
                        <a:close/>
                        <a:moveTo>
                          <a:pt x="30241" y="93962"/>
                        </a:moveTo>
                        <a:cubicBezTo>
                          <a:pt x="40626" y="93962"/>
                          <a:pt x="48557" y="89857"/>
                          <a:pt x="54034" y="81648"/>
                        </a:cubicBezTo>
                        <a:cubicBezTo>
                          <a:pt x="59511" y="73452"/>
                          <a:pt x="62249" y="61548"/>
                          <a:pt x="62249" y="45935"/>
                        </a:cubicBezTo>
                        <a:cubicBezTo>
                          <a:pt x="62249" y="30363"/>
                          <a:pt x="59511" y="18471"/>
                          <a:pt x="54034" y="10262"/>
                        </a:cubicBezTo>
                        <a:cubicBezTo>
                          <a:pt x="48557" y="2066"/>
                          <a:pt x="40626" y="-2032"/>
                          <a:pt x="30241" y="-2032"/>
                        </a:cubicBezTo>
                        <a:cubicBezTo>
                          <a:pt x="19870" y="-2032"/>
                          <a:pt x="11946" y="2066"/>
                          <a:pt x="6469" y="10262"/>
                        </a:cubicBezTo>
                        <a:cubicBezTo>
                          <a:pt x="992" y="18471"/>
                          <a:pt x="-1747" y="30363"/>
                          <a:pt x="-1747" y="45935"/>
                        </a:cubicBezTo>
                        <a:cubicBezTo>
                          <a:pt x="-1747" y="61548"/>
                          <a:pt x="992" y="73452"/>
                          <a:pt x="6469" y="81648"/>
                        </a:cubicBezTo>
                        <a:cubicBezTo>
                          <a:pt x="11946" y="89857"/>
                          <a:pt x="19870" y="93962"/>
                          <a:pt x="3024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43" name="Graphic 497">
                <a:extLst>
                  <a:ext uri="{FF2B5EF4-FFF2-40B4-BE49-F238E27FC236}">
                    <a16:creationId xmlns:a16="http://schemas.microsoft.com/office/drawing/2014/main" id="{A3826701-5D7E-4985-A10D-74FCABAD9B25}"/>
                  </a:ext>
                </a:extLst>
              </p:cNvPr>
              <p:cNvGrpSpPr/>
              <p:nvPr/>
            </p:nvGrpSpPr>
            <p:grpSpPr>
              <a:xfrm>
                <a:off x="7194317" y="4868227"/>
                <a:ext cx="224169" cy="187070"/>
                <a:chOff x="719431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44" name="Freeform: Shape 543">
                  <a:extLst>
                    <a:ext uri="{FF2B5EF4-FFF2-40B4-BE49-F238E27FC236}">
                      <a16:creationId xmlns:a16="http://schemas.microsoft.com/office/drawing/2014/main" id="{0A0C4CBF-24B0-836A-68AC-D5675B30716D}"/>
                    </a:ext>
                  </a:extLst>
                </p:cNvPr>
                <p:cNvSpPr/>
                <p:nvPr/>
              </p:nvSpPr>
              <p:spPr>
                <a:xfrm>
                  <a:off x="7305720" y="4868227"/>
                  <a:ext cx="12700" cy="44417"/>
                </a:xfrm>
                <a:custGeom>
                  <a:avLst/>
                  <a:gdLst>
                    <a:gd name="connsiteX0" fmla="*/ 326 w 12700"/>
                    <a:gd name="connsiteY0" fmla="*/ 286 h 44417"/>
                    <a:gd name="connsiteX1" fmla="*/ 32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26" y="286"/>
                      </a:moveTo>
                      <a:lnTo>
                        <a:pt x="32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45" name="Graphic 497">
                  <a:extLst>
                    <a:ext uri="{FF2B5EF4-FFF2-40B4-BE49-F238E27FC236}">
                      <a16:creationId xmlns:a16="http://schemas.microsoft.com/office/drawing/2014/main" id="{99C5A745-AC65-88F0-41A9-1F96B4A7D7A9}"/>
                    </a:ext>
                  </a:extLst>
                </p:cNvPr>
                <p:cNvGrpSpPr/>
                <p:nvPr/>
              </p:nvGrpSpPr>
              <p:grpSpPr>
                <a:xfrm>
                  <a:off x="7194317" y="4959304"/>
                  <a:ext cx="224169" cy="95994"/>
                  <a:chOff x="719431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46" name="Freeform: Shape 545">
                    <a:extLst>
                      <a:ext uri="{FF2B5EF4-FFF2-40B4-BE49-F238E27FC236}">
                        <a16:creationId xmlns:a16="http://schemas.microsoft.com/office/drawing/2014/main" id="{BD552E20-B1F2-7746-5738-1EBA5CF626A3}"/>
                      </a:ext>
                    </a:extLst>
                  </p:cNvPr>
                  <p:cNvSpPr/>
                  <p:nvPr/>
                </p:nvSpPr>
                <p:spPr>
                  <a:xfrm flipV="1">
                    <a:off x="7194317" y="4960969"/>
                    <a:ext cx="59908" cy="94328"/>
                  </a:xfrm>
                  <a:custGeom>
                    <a:avLst/>
                    <a:gdLst>
                      <a:gd name="connsiteX0" fmla="*/ 2226 w 59908"/>
                      <a:gd name="connsiteY0" fmla="*/ 92338 h 94328"/>
                      <a:gd name="connsiteX1" fmla="*/ 51398 w 59908"/>
                      <a:gd name="connsiteY1" fmla="*/ 92338 h 94328"/>
                      <a:gd name="connsiteX2" fmla="*/ 51398 w 59908"/>
                      <a:gd name="connsiteY2" fmla="*/ 81789 h 94328"/>
                      <a:gd name="connsiteX3" fmla="*/ 13695 w 59908"/>
                      <a:gd name="connsiteY3" fmla="*/ 81789 h 94328"/>
                      <a:gd name="connsiteX4" fmla="*/ 13695 w 59908"/>
                      <a:gd name="connsiteY4" fmla="*/ 59124 h 94328"/>
                      <a:gd name="connsiteX5" fmla="*/ 19132 w 59908"/>
                      <a:gd name="connsiteY5" fmla="*/ 60512 h 94328"/>
                      <a:gd name="connsiteX6" fmla="*/ 24609 w 59908"/>
                      <a:gd name="connsiteY6" fmla="*/ 60968 h 94328"/>
                      <a:gd name="connsiteX7" fmla="*/ 49156 w 59908"/>
                      <a:gd name="connsiteY7" fmla="*/ 52481 h 94328"/>
                      <a:gd name="connsiteX8" fmla="*/ 58225 w 59908"/>
                      <a:gd name="connsiteY8" fmla="*/ 29499 h 94328"/>
                      <a:gd name="connsiteX9" fmla="*/ 48918 w 59908"/>
                      <a:gd name="connsiteY9" fmla="*/ 6279 h 94328"/>
                      <a:gd name="connsiteX10" fmla="*/ 22684 w 59908"/>
                      <a:gd name="connsiteY10" fmla="*/ -1990 h 94328"/>
                      <a:gd name="connsiteX11" fmla="*/ 10798 w 59908"/>
                      <a:gd name="connsiteY11" fmla="*/ -999 h 94328"/>
                      <a:gd name="connsiteX12" fmla="*/ -1684 w 59908"/>
                      <a:gd name="connsiteY12" fmla="*/ 1976 h 94328"/>
                      <a:gd name="connsiteX13" fmla="*/ -1684 w 59908"/>
                      <a:gd name="connsiteY13" fmla="*/ 14567 h 94328"/>
                      <a:gd name="connsiteX14" fmla="*/ 9846 w 59908"/>
                      <a:gd name="connsiteY14" fmla="*/ 10046 h 94328"/>
                      <a:gd name="connsiteX15" fmla="*/ 22426 w 59908"/>
                      <a:gd name="connsiteY15" fmla="*/ 8559 h 94328"/>
                      <a:gd name="connsiteX16" fmla="*/ 39413 w 59908"/>
                      <a:gd name="connsiteY16" fmla="*/ 14191 h 94328"/>
                      <a:gd name="connsiteX17" fmla="*/ 45683 w 59908"/>
                      <a:gd name="connsiteY17" fmla="*/ 29499 h 94328"/>
                      <a:gd name="connsiteX18" fmla="*/ 39413 w 59908"/>
                      <a:gd name="connsiteY18" fmla="*/ 44788 h 94328"/>
                      <a:gd name="connsiteX19" fmla="*/ 22426 w 59908"/>
                      <a:gd name="connsiteY19" fmla="*/ 50439 h 94328"/>
                      <a:gd name="connsiteX20" fmla="*/ 12405 w 59908"/>
                      <a:gd name="connsiteY20" fmla="*/ 49328 h 94328"/>
                      <a:gd name="connsiteX21" fmla="*/ 2226 w 59908"/>
                      <a:gd name="connsiteY21" fmla="*/ 45858 h 94328"/>
                      <a:gd name="connsiteX22" fmla="*/ 222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26" y="92338"/>
                        </a:moveTo>
                        <a:lnTo>
                          <a:pt x="51398" y="92338"/>
                        </a:lnTo>
                        <a:lnTo>
                          <a:pt x="51398" y="81789"/>
                        </a:lnTo>
                        <a:lnTo>
                          <a:pt x="13695" y="81789"/>
                        </a:lnTo>
                        <a:lnTo>
                          <a:pt x="13695" y="59124"/>
                        </a:lnTo>
                        <a:cubicBezTo>
                          <a:pt x="15508" y="59746"/>
                          <a:pt x="17320" y="60208"/>
                          <a:pt x="19132" y="60512"/>
                        </a:cubicBezTo>
                        <a:cubicBezTo>
                          <a:pt x="20958" y="60816"/>
                          <a:pt x="22784" y="60968"/>
                          <a:pt x="24609" y="60968"/>
                        </a:cubicBezTo>
                        <a:cubicBezTo>
                          <a:pt x="34941" y="60968"/>
                          <a:pt x="43124" y="58139"/>
                          <a:pt x="49156" y="52481"/>
                        </a:cubicBezTo>
                        <a:cubicBezTo>
                          <a:pt x="55202" y="46823"/>
                          <a:pt x="58225" y="39163"/>
                          <a:pt x="58225" y="29499"/>
                        </a:cubicBezTo>
                        <a:cubicBezTo>
                          <a:pt x="58225" y="19545"/>
                          <a:pt x="55122" y="11805"/>
                          <a:pt x="48918" y="6279"/>
                        </a:cubicBezTo>
                        <a:cubicBezTo>
                          <a:pt x="42713" y="766"/>
                          <a:pt x="33969" y="-1990"/>
                          <a:pt x="22684" y="-1990"/>
                        </a:cubicBezTo>
                        <a:cubicBezTo>
                          <a:pt x="18795" y="-1990"/>
                          <a:pt x="14833" y="-1660"/>
                          <a:pt x="10798" y="-999"/>
                        </a:cubicBezTo>
                        <a:cubicBezTo>
                          <a:pt x="6776" y="-338"/>
                          <a:pt x="2616" y="654"/>
                          <a:pt x="-1684" y="1976"/>
                        </a:cubicBezTo>
                        <a:lnTo>
                          <a:pt x="-1684" y="14567"/>
                        </a:lnTo>
                        <a:cubicBezTo>
                          <a:pt x="2034" y="12545"/>
                          <a:pt x="5877" y="11038"/>
                          <a:pt x="9846" y="10046"/>
                        </a:cubicBezTo>
                        <a:cubicBezTo>
                          <a:pt x="13814" y="9055"/>
                          <a:pt x="18008" y="8559"/>
                          <a:pt x="22426" y="8559"/>
                        </a:cubicBezTo>
                        <a:cubicBezTo>
                          <a:pt x="29583" y="8559"/>
                          <a:pt x="35246" y="10436"/>
                          <a:pt x="39413" y="14191"/>
                        </a:cubicBezTo>
                        <a:cubicBezTo>
                          <a:pt x="43593" y="17945"/>
                          <a:pt x="45683" y="23048"/>
                          <a:pt x="45683" y="29499"/>
                        </a:cubicBezTo>
                        <a:cubicBezTo>
                          <a:pt x="45683" y="35937"/>
                          <a:pt x="43593" y="41033"/>
                          <a:pt x="39413" y="44788"/>
                        </a:cubicBezTo>
                        <a:cubicBezTo>
                          <a:pt x="35246" y="48555"/>
                          <a:pt x="29583" y="50439"/>
                          <a:pt x="22426" y="50439"/>
                        </a:cubicBezTo>
                        <a:cubicBezTo>
                          <a:pt x="19080" y="50439"/>
                          <a:pt x="15739" y="50069"/>
                          <a:pt x="12405" y="49328"/>
                        </a:cubicBezTo>
                        <a:cubicBezTo>
                          <a:pt x="9085" y="48588"/>
                          <a:pt x="5692" y="47431"/>
                          <a:pt x="2226" y="45858"/>
                        </a:cubicBezTo>
                        <a:lnTo>
                          <a:pt x="222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7" name="Freeform: Shape 546">
                    <a:extLst>
                      <a:ext uri="{FF2B5EF4-FFF2-40B4-BE49-F238E27FC236}">
                        <a16:creationId xmlns:a16="http://schemas.microsoft.com/office/drawing/2014/main" id="{69D01E3F-00DF-B2B5-E68D-5E61E92E1DC5}"/>
                      </a:ext>
                    </a:extLst>
                  </p:cNvPr>
                  <p:cNvSpPr/>
                  <p:nvPr/>
                </p:nvSpPr>
                <p:spPr>
                  <a:xfrm flipV="1">
                    <a:off x="7274186" y="4959304"/>
                    <a:ext cx="63936" cy="95994"/>
                  </a:xfrm>
                  <a:custGeom>
                    <a:avLst/>
                    <a:gdLst>
                      <a:gd name="connsiteX0" fmla="*/ 31328 w 63936"/>
                      <a:gd name="connsiteY0" fmla="*/ 51012 h 95994"/>
                      <a:gd name="connsiteX1" fmla="*/ 17953 w 63936"/>
                      <a:gd name="connsiteY1" fmla="*/ 45241 h 95994"/>
                      <a:gd name="connsiteX2" fmla="*/ 13032 w 63936"/>
                      <a:gd name="connsiteY2" fmla="*/ 29457 h 95994"/>
                      <a:gd name="connsiteX3" fmla="*/ 17953 w 63936"/>
                      <a:gd name="connsiteY3" fmla="*/ 13673 h 95994"/>
                      <a:gd name="connsiteX4" fmla="*/ 31328 w 63936"/>
                      <a:gd name="connsiteY4" fmla="*/ 7883 h 95994"/>
                      <a:gd name="connsiteX5" fmla="*/ 44683 w 63936"/>
                      <a:gd name="connsiteY5" fmla="*/ 13673 h 95994"/>
                      <a:gd name="connsiteX6" fmla="*/ 49604 w 63936"/>
                      <a:gd name="connsiteY6" fmla="*/ 29457 h 95994"/>
                      <a:gd name="connsiteX7" fmla="*/ 44683 w 63936"/>
                      <a:gd name="connsiteY7" fmla="*/ 45241 h 95994"/>
                      <a:gd name="connsiteX8" fmla="*/ 31328 w 63936"/>
                      <a:gd name="connsiteY8" fmla="*/ 51012 h 95994"/>
                      <a:gd name="connsiteX9" fmla="*/ 56192 w 63936"/>
                      <a:gd name="connsiteY9" fmla="*/ 90254 h 95994"/>
                      <a:gd name="connsiteX10" fmla="*/ 56192 w 63936"/>
                      <a:gd name="connsiteY10" fmla="*/ 78852 h 95994"/>
                      <a:gd name="connsiteX11" fmla="*/ 46667 w 63936"/>
                      <a:gd name="connsiteY11" fmla="*/ 82243 h 95994"/>
                      <a:gd name="connsiteX12" fmla="*/ 37142 w 63936"/>
                      <a:gd name="connsiteY12" fmla="*/ 83433 h 95994"/>
                      <a:gd name="connsiteX13" fmla="*/ 18191 w 63936"/>
                      <a:gd name="connsiteY13" fmla="*/ 75065 h 95994"/>
                      <a:gd name="connsiteX14" fmla="*/ 10730 w 63936"/>
                      <a:gd name="connsiteY14" fmla="*/ 49782 h 95994"/>
                      <a:gd name="connsiteX15" fmla="*/ 19898 w 63936"/>
                      <a:gd name="connsiteY15" fmla="*/ 58051 h 95994"/>
                      <a:gd name="connsiteX16" fmla="*/ 32062 w 63936"/>
                      <a:gd name="connsiteY16" fmla="*/ 60926 h 95994"/>
                      <a:gd name="connsiteX17" fmla="*/ 54109 w 63936"/>
                      <a:gd name="connsiteY17" fmla="*/ 52459 h 95994"/>
                      <a:gd name="connsiteX18" fmla="*/ 62205 w 63936"/>
                      <a:gd name="connsiteY18" fmla="*/ 29457 h 95994"/>
                      <a:gd name="connsiteX19" fmla="*/ 53771 w 63936"/>
                      <a:gd name="connsiteY19" fmla="*/ 6574 h 95994"/>
                      <a:gd name="connsiteX20" fmla="*/ 31328 w 63936"/>
                      <a:gd name="connsiteY20" fmla="*/ -2032 h 95994"/>
                      <a:gd name="connsiteX21" fmla="*/ 6761 w 63936"/>
                      <a:gd name="connsiteY21" fmla="*/ 10262 h 95994"/>
                      <a:gd name="connsiteX22" fmla="*/ -1732 w 63936"/>
                      <a:gd name="connsiteY22" fmla="*/ 45935 h 95994"/>
                      <a:gd name="connsiteX23" fmla="*/ 8686 w 63936"/>
                      <a:gd name="connsiteY23" fmla="*/ 80914 h 95994"/>
                      <a:gd name="connsiteX24" fmla="*/ 36646 w 63936"/>
                      <a:gd name="connsiteY24" fmla="*/ 93962 h 95994"/>
                      <a:gd name="connsiteX25" fmla="*/ 46171 w 63936"/>
                      <a:gd name="connsiteY25" fmla="*/ 93030 h 95994"/>
                      <a:gd name="connsiteX26" fmla="*/ 56192 w 63936"/>
                      <a:gd name="connsiteY26" fmla="*/ 9025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936" h="95994">
                        <a:moveTo>
                          <a:pt x="31328" y="51012"/>
                        </a:moveTo>
                        <a:cubicBezTo>
                          <a:pt x="25706" y="51012"/>
                          <a:pt x="21247" y="49088"/>
                          <a:pt x="17953" y="45241"/>
                        </a:cubicBezTo>
                        <a:cubicBezTo>
                          <a:pt x="14672" y="41408"/>
                          <a:pt x="13032" y="36146"/>
                          <a:pt x="13032" y="29457"/>
                        </a:cubicBezTo>
                        <a:cubicBezTo>
                          <a:pt x="13032" y="22808"/>
                          <a:pt x="14672" y="17546"/>
                          <a:pt x="17953" y="13673"/>
                        </a:cubicBezTo>
                        <a:cubicBezTo>
                          <a:pt x="21247" y="9813"/>
                          <a:pt x="25706" y="7883"/>
                          <a:pt x="31328" y="7883"/>
                        </a:cubicBezTo>
                        <a:cubicBezTo>
                          <a:pt x="36950" y="7883"/>
                          <a:pt x="41402" y="9813"/>
                          <a:pt x="44683" y="13673"/>
                        </a:cubicBezTo>
                        <a:cubicBezTo>
                          <a:pt x="47964" y="17546"/>
                          <a:pt x="49604" y="22808"/>
                          <a:pt x="49604" y="29457"/>
                        </a:cubicBezTo>
                        <a:cubicBezTo>
                          <a:pt x="49604" y="36146"/>
                          <a:pt x="47964" y="41408"/>
                          <a:pt x="44683" y="45241"/>
                        </a:cubicBezTo>
                        <a:cubicBezTo>
                          <a:pt x="41402" y="49088"/>
                          <a:pt x="36950" y="51012"/>
                          <a:pt x="31328" y="51012"/>
                        </a:cubicBezTo>
                        <a:close/>
                        <a:moveTo>
                          <a:pt x="56192" y="90254"/>
                        </a:moveTo>
                        <a:lnTo>
                          <a:pt x="56192" y="78852"/>
                        </a:lnTo>
                        <a:cubicBezTo>
                          <a:pt x="53044" y="80333"/>
                          <a:pt x="49869" y="81463"/>
                          <a:pt x="46667" y="82243"/>
                        </a:cubicBezTo>
                        <a:cubicBezTo>
                          <a:pt x="43466" y="83036"/>
                          <a:pt x="40291" y="83433"/>
                          <a:pt x="37142" y="83433"/>
                        </a:cubicBezTo>
                        <a:cubicBezTo>
                          <a:pt x="28874" y="83433"/>
                          <a:pt x="22557" y="80643"/>
                          <a:pt x="18191" y="75065"/>
                        </a:cubicBezTo>
                        <a:cubicBezTo>
                          <a:pt x="13839" y="69486"/>
                          <a:pt x="11352" y="61058"/>
                          <a:pt x="10730" y="49782"/>
                        </a:cubicBezTo>
                        <a:cubicBezTo>
                          <a:pt x="13164" y="53378"/>
                          <a:pt x="16220" y="56134"/>
                          <a:pt x="19898" y="58051"/>
                        </a:cubicBezTo>
                        <a:cubicBezTo>
                          <a:pt x="23589" y="59968"/>
                          <a:pt x="27644" y="60926"/>
                          <a:pt x="32062" y="60926"/>
                        </a:cubicBezTo>
                        <a:cubicBezTo>
                          <a:pt x="41362" y="60926"/>
                          <a:pt x="48711" y="58104"/>
                          <a:pt x="54109" y="52459"/>
                        </a:cubicBezTo>
                        <a:cubicBezTo>
                          <a:pt x="59506" y="46828"/>
                          <a:pt x="62205" y="39160"/>
                          <a:pt x="62205" y="29457"/>
                        </a:cubicBezTo>
                        <a:cubicBezTo>
                          <a:pt x="62205" y="19952"/>
                          <a:pt x="59394" y="12324"/>
                          <a:pt x="53771" y="6574"/>
                        </a:cubicBezTo>
                        <a:cubicBezTo>
                          <a:pt x="48149" y="837"/>
                          <a:pt x="40668" y="-2032"/>
                          <a:pt x="31328" y="-2032"/>
                        </a:cubicBezTo>
                        <a:cubicBezTo>
                          <a:pt x="20612" y="-2032"/>
                          <a:pt x="12423" y="2066"/>
                          <a:pt x="6761" y="10262"/>
                        </a:cubicBezTo>
                        <a:cubicBezTo>
                          <a:pt x="1099" y="18471"/>
                          <a:pt x="-1732" y="30363"/>
                          <a:pt x="-1732" y="45935"/>
                        </a:cubicBezTo>
                        <a:cubicBezTo>
                          <a:pt x="-1732" y="60556"/>
                          <a:pt x="1741" y="72216"/>
                          <a:pt x="8686" y="80914"/>
                        </a:cubicBezTo>
                        <a:cubicBezTo>
                          <a:pt x="15632" y="89613"/>
                          <a:pt x="24952" y="93962"/>
                          <a:pt x="36646" y="93962"/>
                        </a:cubicBezTo>
                        <a:cubicBezTo>
                          <a:pt x="39795" y="93962"/>
                          <a:pt x="42970" y="93651"/>
                          <a:pt x="46171" y="93030"/>
                        </a:cubicBezTo>
                        <a:cubicBezTo>
                          <a:pt x="49373" y="92409"/>
                          <a:pt x="52713" y="91483"/>
                          <a:pt x="56192" y="9025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8" name="Freeform: Shape 547">
                    <a:extLst>
                      <a:ext uri="{FF2B5EF4-FFF2-40B4-BE49-F238E27FC236}">
                        <a16:creationId xmlns:a16="http://schemas.microsoft.com/office/drawing/2014/main" id="{57A10F0E-D3B3-697C-BEFF-DE351575A8D3}"/>
                      </a:ext>
                    </a:extLst>
                  </p:cNvPr>
                  <p:cNvSpPr/>
                  <p:nvPr/>
                </p:nvSpPr>
                <p:spPr>
                  <a:xfrm flipV="1">
                    <a:off x="7354491" y="4959304"/>
                    <a:ext cx="63996" cy="95994"/>
                  </a:xfrm>
                  <a:custGeom>
                    <a:avLst/>
                    <a:gdLst>
                      <a:gd name="connsiteX0" fmla="*/ 30286 w 63996"/>
                      <a:gd name="connsiteY0" fmla="*/ 84047 h 95994"/>
                      <a:gd name="connsiteX1" fmla="*/ 15741 w 63996"/>
                      <a:gd name="connsiteY1" fmla="*/ 74529 h 95994"/>
                      <a:gd name="connsiteX2" fmla="*/ 10879 w 63996"/>
                      <a:gd name="connsiteY2" fmla="*/ 45935 h 95994"/>
                      <a:gd name="connsiteX3" fmla="*/ 15741 w 63996"/>
                      <a:gd name="connsiteY3" fmla="*/ 17401 h 95994"/>
                      <a:gd name="connsiteX4" fmla="*/ 30286 w 63996"/>
                      <a:gd name="connsiteY4" fmla="*/ 7883 h 95994"/>
                      <a:gd name="connsiteX5" fmla="*/ 44891 w 63996"/>
                      <a:gd name="connsiteY5" fmla="*/ 17401 h 95994"/>
                      <a:gd name="connsiteX6" fmla="*/ 49773 w 63996"/>
                      <a:gd name="connsiteY6" fmla="*/ 45935 h 95994"/>
                      <a:gd name="connsiteX7" fmla="*/ 44891 w 63996"/>
                      <a:gd name="connsiteY7" fmla="*/ 74529 h 95994"/>
                      <a:gd name="connsiteX8" fmla="*/ 30286 w 63996"/>
                      <a:gd name="connsiteY8" fmla="*/ 84047 h 95994"/>
                      <a:gd name="connsiteX9" fmla="*/ 30286 w 63996"/>
                      <a:gd name="connsiteY9" fmla="*/ 93962 h 95994"/>
                      <a:gd name="connsiteX10" fmla="*/ 54079 w 63996"/>
                      <a:gd name="connsiteY10" fmla="*/ 81648 h 95994"/>
                      <a:gd name="connsiteX11" fmla="*/ 62294 w 63996"/>
                      <a:gd name="connsiteY11" fmla="*/ 45935 h 95994"/>
                      <a:gd name="connsiteX12" fmla="*/ 54079 w 63996"/>
                      <a:gd name="connsiteY12" fmla="*/ 10262 h 95994"/>
                      <a:gd name="connsiteX13" fmla="*/ 30286 w 63996"/>
                      <a:gd name="connsiteY13" fmla="*/ -2032 h 95994"/>
                      <a:gd name="connsiteX14" fmla="*/ 6513 w 63996"/>
                      <a:gd name="connsiteY14" fmla="*/ 10262 h 95994"/>
                      <a:gd name="connsiteX15" fmla="*/ -1702 w 63996"/>
                      <a:gd name="connsiteY15" fmla="*/ 45935 h 95994"/>
                      <a:gd name="connsiteX16" fmla="*/ 6513 w 63996"/>
                      <a:gd name="connsiteY16" fmla="*/ 81648 h 95994"/>
                      <a:gd name="connsiteX17" fmla="*/ 3028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86" y="84047"/>
                        </a:moveTo>
                        <a:cubicBezTo>
                          <a:pt x="23844" y="84047"/>
                          <a:pt x="18995" y="80875"/>
                          <a:pt x="15741" y="74529"/>
                        </a:cubicBezTo>
                        <a:cubicBezTo>
                          <a:pt x="12500" y="68197"/>
                          <a:pt x="10879" y="58666"/>
                          <a:pt x="10879" y="45935"/>
                        </a:cubicBezTo>
                        <a:cubicBezTo>
                          <a:pt x="10879" y="33258"/>
                          <a:pt x="12500" y="23746"/>
                          <a:pt x="15741" y="17401"/>
                        </a:cubicBezTo>
                        <a:cubicBezTo>
                          <a:pt x="18995" y="11055"/>
                          <a:pt x="23844" y="7883"/>
                          <a:pt x="30286" y="7883"/>
                        </a:cubicBezTo>
                        <a:cubicBezTo>
                          <a:pt x="36782" y="7883"/>
                          <a:pt x="41650" y="11055"/>
                          <a:pt x="44891" y="17401"/>
                        </a:cubicBezTo>
                        <a:cubicBezTo>
                          <a:pt x="48146" y="23746"/>
                          <a:pt x="49773" y="33258"/>
                          <a:pt x="49773" y="45935"/>
                        </a:cubicBezTo>
                        <a:cubicBezTo>
                          <a:pt x="49773" y="58666"/>
                          <a:pt x="48146" y="68197"/>
                          <a:pt x="44891" y="74529"/>
                        </a:cubicBezTo>
                        <a:cubicBezTo>
                          <a:pt x="41650" y="80875"/>
                          <a:pt x="36782" y="84047"/>
                          <a:pt x="30286" y="84047"/>
                        </a:cubicBezTo>
                        <a:close/>
                        <a:moveTo>
                          <a:pt x="30286" y="93962"/>
                        </a:moveTo>
                        <a:cubicBezTo>
                          <a:pt x="40671" y="93962"/>
                          <a:pt x="48602" y="89857"/>
                          <a:pt x="54079" y="81648"/>
                        </a:cubicBezTo>
                        <a:cubicBezTo>
                          <a:pt x="59556" y="73452"/>
                          <a:pt x="62294" y="61548"/>
                          <a:pt x="62294" y="45935"/>
                        </a:cubicBezTo>
                        <a:cubicBezTo>
                          <a:pt x="62294" y="30363"/>
                          <a:pt x="59556" y="18471"/>
                          <a:pt x="54079" y="10262"/>
                        </a:cubicBezTo>
                        <a:cubicBezTo>
                          <a:pt x="48602" y="2066"/>
                          <a:pt x="40671" y="-2032"/>
                          <a:pt x="30286" y="-2032"/>
                        </a:cubicBezTo>
                        <a:cubicBezTo>
                          <a:pt x="19915" y="-2032"/>
                          <a:pt x="11990" y="2066"/>
                          <a:pt x="6513" y="10262"/>
                        </a:cubicBezTo>
                        <a:cubicBezTo>
                          <a:pt x="1037" y="18471"/>
                          <a:pt x="-1702" y="30363"/>
                          <a:pt x="-1702" y="45935"/>
                        </a:cubicBezTo>
                        <a:cubicBezTo>
                          <a:pt x="-1702" y="61548"/>
                          <a:pt x="1037" y="73452"/>
                          <a:pt x="6513" y="81648"/>
                        </a:cubicBezTo>
                        <a:cubicBezTo>
                          <a:pt x="11990" y="89857"/>
                          <a:pt x="19915" y="93962"/>
                          <a:pt x="3028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49" name="Graphic 497">
                <a:extLst>
                  <a:ext uri="{FF2B5EF4-FFF2-40B4-BE49-F238E27FC236}">
                    <a16:creationId xmlns:a16="http://schemas.microsoft.com/office/drawing/2014/main" id="{A634E76C-3373-FCAA-95CB-E33C194CD333}"/>
                  </a:ext>
                </a:extLst>
              </p:cNvPr>
              <p:cNvGrpSpPr/>
              <p:nvPr/>
            </p:nvGrpSpPr>
            <p:grpSpPr>
              <a:xfrm>
                <a:off x="7762663" y="4868227"/>
                <a:ext cx="224169" cy="187070"/>
                <a:chOff x="7762663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50" name="Freeform: Shape 549">
                  <a:extLst>
                    <a:ext uri="{FF2B5EF4-FFF2-40B4-BE49-F238E27FC236}">
                      <a16:creationId xmlns:a16="http://schemas.microsoft.com/office/drawing/2014/main" id="{29468B0D-74FF-DC15-D763-3141CDAF8BC3}"/>
                    </a:ext>
                  </a:extLst>
                </p:cNvPr>
                <p:cNvSpPr/>
                <p:nvPr/>
              </p:nvSpPr>
              <p:spPr>
                <a:xfrm>
                  <a:off x="7874066" y="4868227"/>
                  <a:ext cx="12700" cy="44417"/>
                </a:xfrm>
                <a:custGeom>
                  <a:avLst/>
                  <a:gdLst>
                    <a:gd name="connsiteX0" fmla="*/ 371 w 12700"/>
                    <a:gd name="connsiteY0" fmla="*/ 286 h 44417"/>
                    <a:gd name="connsiteX1" fmla="*/ 371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71" y="286"/>
                      </a:moveTo>
                      <a:lnTo>
                        <a:pt x="371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51" name="Graphic 497">
                  <a:extLst>
                    <a:ext uri="{FF2B5EF4-FFF2-40B4-BE49-F238E27FC236}">
                      <a16:creationId xmlns:a16="http://schemas.microsoft.com/office/drawing/2014/main" id="{E5DF3616-190F-7FD7-3E8F-E7B2793FF31A}"/>
                    </a:ext>
                  </a:extLst>
                </p:cNvPr>
                <p:cNvGrpSpPr/>
                <p:nvPr/>
              </p:nvGrpSpPr>
              <p:grpSpPr>
                <a:xfrm>
                  <a:off x="7762663" y="4959304"/>
                  <a:ext cx="224169" cy="95994"/>
                  <a:chOff x="7762663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52" name="Freeform: Shape 551">
                    <a:extLst>
                      <a:ext uri="{FF2B5EF4-FFF2-40B4-BE49-F238E27FC236}">
                        <a16:creationId xmlns:a16="http://schemas.microsoft.com/office/drawing/2014/main" id="{215D8B29-14D8-8B62-A648-0A0820AA002D}"/>
                      </a:ext>
                    </a:extLst>
                  </p:cNvPr>
                  <p:cNvSpPr/>
                  <p:nvPr/>
                </p:nvSpPr>
                <p:spPr>
                  <a:xfrm flipV="1">
                    <a:off x="7762663" y="4960969"/>
                    <a:ext cx="59908" cy="94328"/>
                  </a:xfrm>
                  <a:custGeom>
                    <a:avLst/>
                    <a:gdLst>
                      <a:gd name="connsiteX0" fmla="*/ 2270 w 59908"/>
                      <a:gd name="connsiteY0" fmla="*/ 92338 h 94328"/>
                      <a:gd name="connsiteX1" fmla="*/ 51443 w 59908"/>
                      <a:gd name="connsiteY1" fmla="*/ 92338 h 94328"/>
                      <a:gd name="connsiteX2" fmla="*/ 51443 w 59908"/>
                      <a:gd name="connsiteY2" fmla="*/ 81789 h 94328"/>
                      <a:gd name="connsiteX3" fmla="*/ 13740 w 59908"/>
                      <a:gd name="connsiteY3" fmla="*/ 81789 h 94328"/>
                      <a:gd name="connsiteX4" fmla="*/ 13740 w 59908"/>
                      <a:gd name="connsiteY4" fmla="*/ 59124 h 94328"/>
                      <a:gd name="connsiteX5" fmla="*/ 19177 w 59908"/>
                      <a:gd name="connsiteY5" fmla="*/ 60512 h 94328"/>
                      <a:gd name="connsiteX6" fmla="*/ 24654 w 59908"/>
                      <a:gd name="connsiteY6" fmla="*/ 60968 h 94328"/>
                      <a:gd name="connsiteX7" fmla="*/ 49201 w 59908"/>
                      <a:gd name="connsiteY7" fmla="*/ 52481 h 94328"/>
                      <a:gd name="connsiteX8" fmla="*/ 58269 w 59908"/>
                      <a:gd name="connsiteY8" fmla="*/ 29499 h 94328"/>
                      <a:gd name="connsiteX9" fmla="*/ 48963 w 59908"/>
                      <a:gd name="connsiteY9" fmla="*/ 6279 h 94328"/>
                      <a:gd name="connsiteX10" fmla="*/ 22729 w 59908"/>
                      <a:gd name="connsiteY10" fmla="*/ -1990 h 94328"/>
                      <a:gd name="connsiteX11" fmla="*/ 10843 w 59908"/>
                      <a:gd name="connsiteY11" fmla="*/ -999 h 94328"/>
                      <a:gd name="connsiteX12" fmla="*/ -1639 w 59908"/>
                      <a:gd name="connsiteY12" fmla="*/ 1976 h 94328"/>
                      <a:gd name="connsiteX13" fmla="*/ -1639 w 59908"/>
                      <a:gd name="connsiteY13" fmla="*/ 14567 h 94328"/>
                      <a:gd name="connsiteX14" fmla="*/ 9890 w 59908"/>
                      <a:gd name="connsiteY14" fmla="*/ 10046 h 94328"/>
                      <a:gd name="connsiteX15" fmla="*/ 22471 w 59908"/>
                      <a:gd name="connsiteY15" fmla="*/ 8559 h 94328"/>
                      <a:gd name="connsiteX16" fmla="*/ 39458 w 59908"/>
                      <a:gd name="connsiteY16" fmla="*/ 14191 h 94328"/>
                      <a:gd name="connsiteX17" fmla="*/ 45728 w 59908"/>
                      <a:gd name="connsiteY17" fmla="*/ 29499 h 94328"/>
                      <a:gd name="connsiteX18" fmla="*/ 39458 w 59908"/>
                      <a:gd name="connsiteY18" fmla="*/ 44788 h 94328"/>
                      <a:gd name="connsiteX19" fmla="*/ 22471 w 59908"/>
                      <a:gd name="connsiteY19" fmla="*/ 50439 h 94328"/>
                      <a:gd name="connsiteX20" fmla="*/ 12450 w 59908"/>
                      <a:gd name="connsiteY20" fmla="*/ 49328 h 94328"/>
                      <a:gd name="connsiteX21" fmla="*/ 2270 w 59908"/>
                      <a:gd name="connsiteY21" fmla="*/ 45858 h 94328"/>
                      <a:gd name="connsiteX22" fmla="*/ 2270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70" y="92338"/>
                        </a:moveTo>
                        <a:lnTo>
                          <a:pt x="51443" y="92338"/>
                        </a:lnTo>
                        <a:lnTo>
                          <a:pt x="51443" y="81789"/>
                        </a:lnTo>
                        <a:lnTo>
                          <a:pt x="13740" y="81789"/>
                        </a:lnTo>
                        <a:lnTo>
                          <a:pt x="13740" y="59124"/>
                        </a:lnTo>
                        <a:cubicBezTo>
                          <a:pt x="15552" y="59746"/>
                          <a:pt x="17365" y="60208"/>
                          <a:pt x="19177" y="60512"/>
                        </a:cubicBezTo>
                        <a:cubicBezTo>
                          <a:pt x="21003" y="60816"/>
                          <a:pt x="22828" y="60968"/>
                          <a:pt x="24654" y="60968"/>
                        </a:cubicBezTo>
                        <a:cubicBezTo>
                          <a:pt x="34986" y="60968"/>
                          <a:pt x="43168" y="58139"/>
                          <a:pt x="49201" y="52481"/>
                        </a:cubicBezTo>
                        <a:cubicBezTo>
                          <a:pt x="55247" y="46823"/>
                          <a:pt x="58269" y="39163"/>
                          <a:pt x="58269" y="29499"/>
                        </a:cubicBezTo>
                        <a:cubicBezTo>
                          <a:pt x="58269" y="19545"/>
                          <a:pt x="55167" y="11805"/>
                          <a:pt x="48963" y="6279"/>
                        </a:cubicBezTo>
                        <a:cubicBezTo>
                          <a:pt x="42758" y="766"/>
                          <a:pt x="34014" y="-1990"/>
                          <a:pt x="22729" y="-1990"/>
                        </a:cubicBezTo>
                        <a:cubicBezTo>
                          <a:pt x="18840" y="-1990"/>
                          <a:pt x="14878" y="-1660"/>
                          <a:pt x="10843" y="-999"/>
                        </a:cubicBezTo>
                        <a:cubicBezTo>
                          <a:pt x="6821" y="-338"/>
                          <a:pt x="2661" y="654"/>
                          <a:pt x="-1639" y="1976"/>
                        </a:cubicBezTo>
                        <a:lnTo>
                          <a:pt x="-1639" y="14567"/>
                        </a:lnTo>
                        <a:cubicBezTo>
                          <a:pt x="2078" y="12545"/>
                          <a:pt x="5922" y="11038"/>
                          <a:pt x="9890" y="10046"/>
                        </a:cubicBezTo>
                        <a:cubicBezTo>
                          <a:pt x="13859" y="9055"/>
                          <a:pt x="18053" y="8559"/>
                          <a:pt x="22471" y="8559"/>
                        </a:cubicBezTo>
                        <a:cubicBezTo>
                          <a:pt x="29628" y="8559"/>
                          <a:pt x="35290" y="10436"/>
                          <a:pt x="39458" y="14191"/>
                        </a:cubicBezTo>
                        <a:cubicBezTo>
                          <a:pt x="43638" y="17945"/>
                          <a:pt x="45728" y="23048"/>
                          <a:pt x="45728" y="29499"/>
                        </a:cubicBezTo>
                        <a:cubicBezTo>
                          <a:pt x="45728" y="35937"/>
                          <a:pt x="43638" y="41033"/>
                          <a:pt x="39458" y="44788"/>
                        </a:cubicBezTo>
                        <a:cubicBezTo>
                          <a:pt x="35290" y="48555"/>
                          <a:pt x="29628" y="50439"/>
                          <a:pt x="22471" y="50439"/>
                        </a:cubicBezTo>
                        <a:cubicBezTo>
                          <a:pt x="19124" y="50439"/>
                          <a:pt x="15784" y="50069"/>
                          <a:pt x="12450" y="49328"/>
                        </a:cubicBezTo>
                        <a:cubicBezTo>
                          <a:pt x="9130" y="48588"/>
                          <a:pt x="5736" y="47431"/>
                          <a:pt x="2270" y="45858"/>
                        </a:cubicBezTo>
                        <a:lnTo>
                          <a:pt x="2270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53" name="Freeform: Shape 552">
                    <a:extLst>
                      <a:ext uri="{FF2B5EF4-FFF2-40B4-BE49-F238E27FC236}">
                        <a16:creationId xmlns:a16="http://schemas.microsoft.com/office/drawing/2014/main" id="{1FC01FE1-6B60-83CD-F3B4-BBD2399E5E6B}"/>
                      </a:ext>
                    </a:extLst>
                  </p:cNvPr>
                  <p:cNvSpPr/>
                  <p:nvPr/>
                </p:nvSpPr>
                <p:spPr>
                  <a:xfrm flipV="1">
                    <a:off x="7844079" y="4960969"/>
                    <a:ext cx="59531" cy="92524"/>
                  </a:xfrm>
                  <a:custGeom>
                    <a:avLst/>
                    <a:gdLst>
                      <a:gd name="connsiteX0" fmla="*/ -1654 w 59531"/>
                      <a:gd name="connsiteY0" fmla="*/ 90488 h 92524"/>
                      <a:gd name="connsiteX1" fmla="*/ 57877 w 59531"/>
                      <a:gd name="connsiteY1" fmla="*/ 90488 h 92524"/>
                      <a:gd name="connsiteX2" fmla="*/ 57877 w 59531"/>
                      <a:gd name="connsiteY2" fmla="*/ 85154 h 92524"/>
                      <a:gd name="connsiteX3" fmla="*/ 24262 w 59531"/>
                      <a:gd name="connsiteY3" fmla="*/ -2036 h 92524"/>
                      <a:gd name="connsiteX4" fmla="*/ 11185 w 59531"/>
                      <a:gd name="connsiteY4" fmla="*/ -2036 h 92524"/>
                      <a:gd name="connsiteX5" fmla="*/ 42816 w 59531"/>
                      <a:gd name="connsiteY5" fmla="*/ 79939 h 92524"/>
                      <a:gd name="connsiteX6" fmla="*/ -1654 w 59531"/>
                      <a:gd name="connsiteY6" fmla="*/ 79939 h 92524"/>
                      <a:gd name="connsiteX7" fmla="*/ -1654 w 59531"/>
                      <a:gd name="connsiteY7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531" h="92524">
                        <a:moveTo>
                          <a:pt x="-1654" y="90488"/>
                        </a:moveTo>
                        <a:lnTo>
                          <a:pt x="57877" y="90488"/>
                        </a:lnTo>
                        <a:lnTo>
                          <a:pt x="57877" y="85154"/>
                        </a:lnTo>
                        <a:lnTo>
                          <a:pt x="24262" y="-2036"/>
                        </a:lnTo>
                        <a:lnTo>
                          <a:pt x="11185" y="-2036"/>
                        </a:lnTo>
                        <a:lnTo>
                          <a:pt x="42816" y="79939"/>
                        </a:lnTo>
                        <a:lnTo>
                          <a:pt x="-1654" y="79939"/>
                        </a:lnTo>
                        <a:lnTo>
                          <a:pt x="-1654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54" name="Freeform: Shape 553">
                    <a:extLst>
                      <a:ext uri="{FF2B5EF4-FFF2-40B4-BE49-F238E27FC236}">
                        <a16:creationId xmlns:a16="http://schemas.microsoft.com/office/drawing/2014/main" id="{754443DD-E716-E797-166F-598987C37928}"/>
                      </a:ext>
                    </a:extLst>
                  </p:cNvPr>
                  <p:cNvSpPr/>
                  <p:nvPr/>
                </p:nvSpPr>
                <p:spPr>
                  <a:xfrm flipV="1">
                    <a:off x="7922837" y="4959304"/>
                    <a:ext cx="63996" cy="95994"/>
                  </a:xfrm>
                  <a:custGeom>
                    <a:avLst/>
                    <a:gdLst>
                      <a:gd name="connsiteX0" fmla="*/ 30331 w 63996"/>
                      <a:gd name="connsiteY0" fmla="*/ 84047 h 95994"/>
                      <a:gd name="connsiteX1" fmla="*/ 15786 w 63996"/>
                      <a:gd name="connsiteY1" fmla="*/ 74529 h 95994"/>
                      <a:gd name="connsiteX2" fmla="*/ 10924 w 63996"/>
                      <a:gd name="connsiteY2" fmla="*/ 45935 h 95994"/>
                      <a:gd name="connsiteX3" fmla="*/ 15786 w 63996"/>
                      <a:gd name="connsiteY3" fmla="*/ 17401 h 95994"/>
                      <a:gd name="connsiteX4" fmla="*/ 30331 w 63996"/>
                      <a:gd name="connsiteY4" fmla="*/ 7883 h 95994"/>
                      <a:gd name="connsiteX5" fmla="*/ 44936 w 63996"/>
                      <a:gd name="connsiteY5" fmla="*/ 17401 h 95994"/>
                      <a:gd name="connsiteX6" fmla="*/ 49818 w 63996"/>
                      <a:gd name="connsiteY6" fmla="*/ 45935 h 95994"/>
                      <a:gd name="connsiteX7" fmla="*/ 44936 w 63996"/>
                      <a:gd name="connsiteY7" fmla="*/ 74529 h 95994"/>
                      <a:gd name="connsiteX8" fmla="*/ 30331 w 63996"/>
                      <a:gd name="connsiteY8" fmla="*/ 84047 h 95994"/>
                      <a:gd name="connsiteX9" fmla="*/ 30331 w 63996"/>
                      <a:gd name="connsiteY9" fmla="*/ 93962 h 95994"/>
                      <a:gd name="connsiteX10" fmla="*/ 54124 w 63996"/>
                      <a:gd name="connsiteY10" fmla="*/ 81648 h 95994"/>
                      <a:gd name="connsiteX11" fmla="*/ 62339 w 63996"/>
                      <a:gd name="connsiteY11" fmla="*/ 45935 h 95994"/>
                      <a:gd name="connsiteX12" fmla="*/ 54124 w 63996"/>
                      <a:gd name="connsiteY12" fmla="*/ 10262 h 95994"/>
                      <a:gd name="connsiteX13" fmla="*/ 30331 w 63996"/>
                      <a:gd name="connsiteY13" fmla="*/ -2032 h 95994"/>
                      <a:gd name="connsiteX14" fmla="*/ 6558 w 63996"/>
                      <a:gd name="connsiteY14" fmla="*/ 10262 h 95994"/>
                      <a:gd name="connsiteX15" fmla="*/ -1657 w 63996"/>
                      <a:gd name="connsiteY15" fmla="*/ 45935 h 95994"/>
                      <a:gd name="connsiteX16" fmla="*/ 6558 w 63996"/>
                      <a:gd name="connsiteY16" fmla="*/ 81648 h 95994"/>
                      <a:gd name="connsiteX17" fmla="*/ 3033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31" y="84047"/>
                        </a:moveTo>
                        <a:cubicBezTo>
                          <a:pt x="23888" y="84047"/>
                          <a:pt x="19040" y="80875"/>
                          <a:pt x="15786" y="74529"/>
                        </a:cubicBezTo>
                        <a:cubicBezTo>
                          <a:pt x="12544" y="68197"/>
                          <a:pt x="10924" y="58666"/>
                          <a:pt x="10924" y="45935"/>
                        </a:cubicBezTo>
                        <a:cubicBezTo>
                          <a:pt x="10924" y="33258"/>
                          <a:pt x="12544" y="23746"/>
                          <a:pt x="15786" y="17401"/>
                        </a:cubicBezTo>
                        <a:cubicBezTo>
                          <a:pt x="19040" y="11055"/>
                          <a:pt x="23888" y="7883"/>
                          <a:pt x="30331" y="7883"/>
                        </a:cubicBezTo>
                        <a:cubicBezTo>
                          <a:pt x="36827" y="7883"/>
                          <a:pt x="41695" y="11055"/>
                          <a:pt x="44936" y="17401"/>
                        </a:cubicBezTo>
                        <a:cubicBezTo>
                          <a:pt x="48190" y="23746"/>
                          <a:pt x="49818" y="33258"/>
                          <a:pt x="49818" y="45935"/>
                        </a:cubicBezTo>
                        <a:cubicBezTo>
                          <a:pt x="49818" y="58666"/>
                          <a:pt x="48190" y="68197"/>
                          <a:pt x="44936" y="74529"/>
                        </a:cubicBezTo>
                        <a:cubicBezTo>
                          <a:pt x="41695" y="80875"/>
                          <a:pt x="36827" y="84047"/>
                          <a:pt x="30331" y="84047"/>
                        </a:cubicBezTo>
                        <a:close/>
                        <a:moveTo>
                          <a:pt x="30331" y="93962"/>
                        </a:moveTo>
                        <a:cubicBezTo>
                          <a:pt x="40716" y="93962"/>
                          <a:pt x="48647" y="89857"/>
                          <a:pt x="54124" y="81648"/>
                        </a:cubicBezTo>
                        <a:cubicBezTo>
                          <a:pt x="59601" y="73452"/>
                          <a:pt x="62339" y="61548"/>
                          <a:pt x="62339" y="45935"/>
                        </a:cubicBezTo>
                        <a:cubicBezTo>
                          <a:pt x="62339" y="30363"/>
                          <a:pt x="59601" y="18471"/>
                          <a:pt x="54124" y="10262"/>
                        </a:cubicBezTo>
                        <a:cubicBezTo>
                          <a:pt x="48647" y="2066"/>
                          <a:pt x="40716" y="-2032"/>
                          <a:pt x="30331" y="-2032"/>
                        </a:cubicBezTo>
                        <a:cubicBezTo>
                          <a:pt x="19959" y="-2032"/>
                          <a:pt x="12035" y="2066"/>
                          <a:pt x="6558" y="10262"/>
                        </a:cubicBezTo>
                        <a:cubicBezTo>
                          <a:pt x="1081" y="18471"/>
                          <a:pt x="-1657" y="30363"/>
                          <a:pt x="-1657" y="45935"/>
                        </a:cubicBezTo>
                        <a:cubicBezTo>
                          <a:pt x="-1657" y="61548"/>
                          <a:pt x="1081" y="73452"/>
                          <a:pt x="6558" y="81648"/>
                        </a:cubicBezTo>
                        <a:cubicBezTo>
                          <a:pt x="12035" y="89857"/>
                          <a:pt x="19959" y="93962"/>
                          <a:pt x="3033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55" name="Graphic 497">
                <a:extLst>
                  <a:ext uri="{FF2B5EF4-FFF2-40B4-BE49-F238E27FC236}">
                    <a16:creationId xmlns:a16="http://schemas.microsoft.com/office/drawing/2014/main" id="{05F204D4-5144-7AAA-1DB3-6B622FEBC52D}"/>
                  </a:ext>
                </a:extLst>
              </p:cNvPr>
              <p:cNvGrpSpPr/>
              <p:nvPr/>
            </p:nvGrpSpPr>
            <p:grpSpPr>
              <a:xfrm>
                <a:off x="8331008" y="4868227"/>
                <a:ext cx="224169" cy="187070"/>
                <a:chOff x="8331008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56" name="Freeform: Shape 555">
                  <a:extLst>
                    <a:ext uri="{FF2B5EF4-FFF2-40B4-BE49-F238E27FC236}">
                      <a16:creationId xmlns:a16="http://schemas.microsoft.com/office/drawing/2014/main" id="{055E7228-B8D2-3AA0-F76D-C5CF914CE363}"/>
                    </a:ext>
                  </a:extLst>
                </p:cNvPr>
                <p:cNvSpPr/>
                <p:nvPr/>
              </p:nvSpPr>
              <p:spPr>
                <a:xfrm>
                  <a:off x="8442411" y="4868227"/>
                  <a:ext cx="12700" cy="44417"/>
                </a:xfrm>
                <a:custGeom>
                  <a:avLst/>
                  <a:gdLst>
                    <a:gd name="connsiteX0" fmla="*/ 416 w 12700"/>
                    <a:gd name="connsiteY0" fmla="*/ 286 h 44417"/>
                    <a:gd name="connsiteX1" fmla="*/ 41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416" y="286"/>
                      </a:moveTo>
                      <a:lnTo>
                        <a:pt x="41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57" name="Graphic 497">
                  <a:extLst>
                    <a:ext uri="{FF2B5EF4-FFF2-40B4-BE49-F238E27FC236}">
                      <a16:creationId xmlns:a16="http://schemas.microsoft.com/office/drawing/2014/main" id="{379D1B21-4593-F862-F738-A0083107B0D3}"/>
                    </a:ext>
                  </a:extLst>
                </p:cNvPr>
                <p:cNvGrpSpPr/>
                <p:nvPr/>
              </p:nvGrpSpPr>
              <p:grpSpPr>
                <a:xfrm>
                  <a:off x="8331008" y="4959304"/>
                  <a:ext cx="224169" cy="95994"/>
                  <a:chOff x="8331008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58" name="Freeform: Shape 557">
                    <a:extLst>
                      <a:ext uri="{FF2B5EF4-FFF2-40B4-BE49-F238E27FC236}">
                        <a16:creationId xmlns:a16="http://schemas.microsoft.com/office/drawing/2014/main" id="{55AD9BB6-2D15-B604-BD8D-4E604806C849}"/>
                      </a:ext>
                    </a:extLst>
                  </p:cNvPr>
                  <p:cNvSpPr/>
                  <p:nvPr/>
                </p:nvSpPr>
                <p:spPr>
                  <a:xfrm flipV="1">
                    <a:off x="8331008" y="4960969"/>
                    <a:ext cx="59908" cy="94328"/>
                  </a:xfrm>
                  <a:custGeom>
                    <a:avLst/>
                    <a:gdLst>
                      <a:gd name="connsiteX0" fmla="*/ 2315 w 59908"/>
                      <a:gd name="connsiteY0" fmla="*/ 92338 h 94328"/>
                      <a:gd name="connsiteX1" fmla="*/ 51488 w 59908"/>
                      <a:gd name="connsiteY1" fmla="*/ 92338 h 94328"/>
                      <a:gd name="connsiteX2" fmla="*/ 51488 w 59908"/>
                      <a:gd name="connsiteY2" fmla="*/ 81789 h 94328"/>
                      <a:gd name="connsiteX3" fmla="*/ 13785 w 59908"/>
                      <a:gd name="connsiteY3" fmla="*/ 81789 h 94328"/>
                      <a:gd name="connsiteX4" fmla="*/ 13785 w 59908"/>
                      <a:gd name="connsiteY4" fmla="*/ 59124 h 94328"/>
                      <a:gd name="connsiteX5" fmla="*/ 19222 w 59908"/>
                      <a:gd name="connsiteY5" fmla="*/ 60512 h 94328"/>
                      <a:gd name="connsiteX6" fmla="*/ 24699 w 59908"/>
                      <a:gd name="connsiteY6" fmla="*/ 60968 h 94328"/>
                      <a:gd name="connsiteX7" fmla="*/ 49246 w 59908"/>
                      <a:gd name="connsiteY7" fmla="*/ 52481 h 94328"/>
                      <a:gd name="connsiteX8" fmla="*/ 58314 w 59908"/>
                      <a:gd name="connsiteY8" fmla="*/ 29499 h 94328"/>
                      <a:gd name="connsiteX9" fmla="*/ 49007 w 59908"/>
                      <a:gd name="connsiteY9" fmla="*/ 6279 h 94328"/>
                      <a:gd name="connsiteX10" fmla="*/ 22774 w 59908"/>
                      <a:gd name="connsiteY10" fmla="*/ -1990 h 94328"/>
                      <a:gd name="connsiteX11" fmla="*/ 10888 w 59908"/>
                      <a:gd name="connsiteY11" fmla="*/ -999 h 94328"/>
                      <a:gd name="connsiteX12" fmla="*/ -1594 w 59908"/>
                      <a:gd name="connsiteY12" fmla="*/ 1976 h 94328"/>
                      <a:gd name="connsiteX13" fmla="*/ -1594 w 59908"/>
                      <a:gd name="connsiteY13" fmla="*/ 14567 h 94328"/>
                      <a:gd name="connsiteX14" fmla="*/ 9935 w 59908"/>
                      <a:gd name="connsiteY14" fmla="*/ 10046 h 94328"/>
                      <a:gd name="connsiteX15" fmla="*/ 22516 w 59908"/>
                      <a:gd name="connsiteY15" fmla="*/ 8559 h 94328"/>
                      <a:gd name="connsiteX16" fmla="*/ 39502 w 59908"/>
                      <a:gd name="connsiteY16" fmla="*/ 14191 h 94328"/>
                      <a:gd name="connsiteX17" fmla="*/ 45773 w 59908"/>
                      <a:gd name="connsiteY17" fmla="*/ 29499 h 94328"/>
                      <a:gd name="connsiteX18" fmla="*/ 39502 w 59908"/>
                      <a:gd name="connsiteY18" fmla="*/ 44788 h 94328"/>
                      <a:gd name="connsiteX19" fmla="*/ 22516 w 59908"/>
                      <a:gd name="connsiteY19" fmla="*/ 50439 h 94328"/>
                      <a:gd name="connsiteX20" fmla="*/ 12495 w 59908"/>
                      <a:gd name="connsiteY20" fmla="*/ 49328 h 94328"/>
                      <a:gd name="connsiteX21" fmla="*/ 2315 w 59908"/>
                      <a:gd name="connsiteY21" fmla="*/ 45858 h 94328"/>
                      <a:gd name="connsiteX22" fmla="*/ 2315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315" y="92338"/>
                        </a:moveTo>
                        <a:lnTo>
                          <a:pt x="51488" y="92338"/>
                        </a:lnTo>
                        <a:lnTo>
                          <a:pt x="51488" y="81789"/>
                        </a:lnTo>
                        <a:lnTo>
                          <a:pt x="13785" y="81789"/>
                        </a:lnTo>
                        <a:lnTo>
                          <a:pt x="13785" y="59124"/>
                        </a:lnTo>
                        <a:cubicBezTo>
                          <a:pt x="15597" y="59746"/>
                          <a:pt x="17410" y="60208"/>
                          <a:pt x="19222" y="60512"/>
                        </a:cubicBezTo>
                        <a:cubicBezTo>
                          <a:pt x="21048" y="60816"/>
                          <a:pt x="22873" y="60968"/>
                          <a:pt x="24699" y="60968"/>
                        </a:cubicBezTo>
                        <a:cubicBezTo>
                          <a:pt x="35031" y="60968"/>
                          <a:pt x="43213" y="58139"/>
                          <a:pt x="49246" y="52481"/>
                        </a:cubicBezTo>
                        <a:cubicBezTo>
                          <a:pt x="55291" y="46823"/>
                          <a:pt x="58314" y="39163"/>
                          <a:pt x="58314" y="29499"/>
                        </a:cubicBezTo>
                        <a:cubicBezTo>
                          <a:pt x="58314" y="19545"/>
                          <a:pt x="55212" y="11805"/>
                          <a:pt x="49007" y="6279"/>
                        </a:cubicBezTo>
                        <a:cubicBezTo>
                          <a:pt x="42803" y="766"/>
                          <a:pt x="34058" y="-1990"/>
                          <a:pt x="22774" y="-1990"/>
                        </a:cubicBezTo>
                        <a:cubicBezTo>
                          <a:pt x="18885" y="-1990"/>
                          <a:pt x="14922" y="-1660"/>
                          <a:pt x="10888" y="-999"/>
                        </a:cubicBezTo>
                        <a:cubicBezTo>
                          <a:pt x="6866" y="-338"/>
                          <a:pt x="2705" y="654"/>
                          <a:pt x="-1594" y="1976"/>
                        </a:cubicBezTo>
                        <a:lnTo>
                          <a:pt x="-1594" y="14567"/>
                        </a:lnTo>
                        <a:cubicBezTo>
                          <a:pt x="2123" y="12545"/>
                          <a:pt x="5966" y="11038"/>
                          <a:pt x="9935" y="10046"/>
                        </a:cubicBezTo>
                        <a:cubicBezTo>
                          <a:pt x="13904" y="9055"/>
                          <a:pt x="18097" y="8559"/>
                          <a:pt x="22516" y="8559"/>
                        </a:cubicBezTo>
                        <a:cubicBezTo>
                          <a:pt x="29673" y="8559"/>
                          <a:pt x="35335" y="10436"/>
                          <a:pt x="39502" y="14191"/>
                        </a:cubicBezTo>
                        <a:cubicBezTo>
                          <a:pt x="43683" y="17945"/>
                          <a:pt x="45773" y="23048"/>
                          <a:pt x="45773" y="29499"/>
                        </a:cubicBezTo>
                        <a:cubicBezTo>
                          <a:pt x="45773" y="35937"/>
                          <a:pt x="43683" y="41033"/>
                          <a:pt x="39502" y="44788"/>
                        </a:cubicBezTo>
                        <a:cubicBezTo>
                          <a:pt x="35335" y="48555"/>
                          <a:pt x="29673" y="50439"/>
                          <a:pt x="22516" y="50439"/>
                        </a:cubicBezTo>
                        <a:cubicBezTo>
                          <a:pt x="19169" y="50439"/>
                          <a:pt x="15829" y="50069"/>
                          <a:pt x="12495" y="49328"/>
                        </a:cubicBezTo>
                        <a:cubicBezTo>
                          <a:pt x="9174" y="48588"/>
                          <a:pt x="5781" y="47431"/>
                          <a:pt x="2315" y="45858"/>
                        </a:cubicBezTo>
                        <a:lnTo>
                          <a:pt x="2315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59" name="Freeform: Shape 558">
                    <a:extLst>
                      <a:ext uri="{FF2B5EF4-FFF2-40B4-BE49-F238E27FC236}">
                        <a16:creationId xmlns:a16="http://schemas.microsoft.com/office/drawing/2014/main" id="{72C545F3-E753-E438-46C3-891DC9EA6550}"/>
                      </a:ext>
                    </a:extLst>
                  </p:cNvPr>
                  <p:cNvSpPr/>
                  <p:nvPr/>
                </p:nvSpPr>
                <p:spPr>
                  <a:xfrm flipV="1">
                    <a:off x="8410619" y="4959304"/>
                    <a:ext cx="63500" cy="95994"/>
                  </a:xfrm>
                  <a:custGeom>
                    <a:avLst/>
                    <a:gdLst>
                      <a:gd name="connsiteX0" fmla="*/ 30132 w 63500"/>
                      <a:gd name="connsiteY0" fmla="*/ 43714 h 95994"/>
                      <a:gd name="connsiteX1" fmla="*/ 16082 w 63500"/>
                      <a:gd name="connsiteY1" fmla="*/ 38935 h 95994"/>
                      <a:gd name="connsiteX2" fmla="*/ 10983 w 63500"/>
                      <a:gd name="connsiteY2" fmla="*/ 25808 h 95994"/>
                      <a:gd name="connsiteX3" fmla="*/ 16082 w 63500"/>
                      <a:gd name="connsiteY3" fmla="*/ 12661 h 95994"/>
                      <a:gd name="connsiteX4" fmla="*/ 30132 w 63500"/>
                      <a:gd name="connsiteY4" fmla="*/ 7883 h 95994"/>
                      <a:gd name="connsiteX5" fmla="*/ 44201 w 63500"/>
                      <a:gd name="connsiteY5" fmla="*/ 12681 h 95994"/>
                      <a:gd name="connsiteX6" fmla="*/ 49360 w 63500"/>
                      <a:gd name="connsiteY6" fmla="*/ 25808 h 95994"/>
                      <a:gd name="connsiteX7" fmla="*/ 44241 w 63500"/>
                      <a:gd name="connsiteY7" fmla="*/ 38935 h 95994"/>
                      <a:gd name="connsiteX8" fmla="*/ 30132 w 63500"/>
                      <a:gd name="connsiteY8" fmla="*/ 43714 h 95994"/>
                      <a:gd name="connsiteX9" fmla="*/ 17610 w 63500"/>
                      <a:gd name="connsiteY9" fmla="*/ 49029 h 95994"/>
                      <a:gd name="connsiteX10" fmla="*/ 5049 w 63500"/>
                      <a:gd name="connsiteY10" fmla="*/ 56524 h 95994"/>
                      <a:gd name="connsiteX11" fmla="*/ 565 w 63500"/>
                      <a:gd name="connsiteY11" fmla="*/ 69988 h 95994"/>
                      <a:gd name="connsiteX12" fmla="*/ 8462 w 63500"/>
                      <a:gd name="connsiteY12" fmla="*/ 87517 h 95994"/>
                      <a:gd name="connsiteX13" fmla="*/ 30132 w 63500"/>
                      <a:gd name="connsiteY13" fmla="*/ 93962 h 95994"/>
                      <a:gd name="connsiteX14" fmla="*/ 51841 w 63500"/>
                      <a:gd name="connsiteY14" fmla="*/ 87517 h 95994"/>
                      <a:gd name="connsiteX15" fmla="*/ 59719 w 63500"/>
                      <a:gd name="connsiteY15" fmla="*/ 69988 h 95994"/>
                      <a:gd name="connsiteX16" fmla="*/ 55214 w 63500"/>
                      <a:gd name="connsiteY16" fmla="*/ 56524 h 95994"/>
                      <a:gd name="connsiteX17" fmla="*/ 42733 w 63500"/>
                      <a:gd name="connsiteY17" fmla="*/ 49029 h 95994"/>
                      <a:gd name="connsiteX18" fmla="*/ 56822 w 63500"/>
                      <a:gd name="connsiteY18" fmla="*/ 40780 h 95994"/>
                      <a:gd name="connsiteX19" fmla="*/ 61882 w 63500"/>
                      <a:gd name="connsiteY19" fmla="*/ 25808 h 95994"/>
                      <a:gd name="connsiteX20" fmla="*/ 53666 w 63500"/>
                      <a:gd name="connsiteY20" fmla="*/ 5146 h 95994"/>
                      <a:gd name="connsiteX21" fmla="*/ 30132 w 63500"/>
                      <a:gd name="connsiteY21" fmla="*/ -2032 h 95994"/>
                      <a:gd name="connsiteX22" fmla="*/ 6597 w 63500"/>
                      <a:gd name="connsiteY22" fmla="*/ 5146 h 95994"/>
                      <a:gd name="connsiteX23" fmla="*/ -1618 w 63500"/>
                      <a:gd name="connsiteY23" fmla="*/ 25808 h 95994"/>
                      <a:gd name="connsiteX24" fmla="*/ 3462 w 63500"/>
                      <a:gd name="connsiteY24" fmla="*/ 40780 h 95994"/>
                      <a:gd name="connsiteX25" fmla="*/ 17610 w 63500"/>
                      <a:gd name="connsiteY25" fmla="*/ 49029 h 95994"/>
                      <a:gd name="connsiteX26" fmla="*/ 13026 w 63500"/>
                      <a:gd name="connsiteY26" fmla="*/ 68799 h 95994"/>
                      <a:gd name="connsiteX27" fmla="*/ 17511 w 63500"/>
                      <a:gd name="connsiteY27" fmla="*/ 57595 h 95994"/>
                      <a:gd name="connsiteX28" fmla="*/ 30132 w 63500"/>
                      <a:gd name="connsiteY28" fmla="*/ 53570 h 95994"/>
                      <a:gd name="connsiteX29" fmla="*/ 42752 w 63500"/>
                      <a:gd name="connsiteY29" fmla="*/ 57595 h 95994"/>
                      <a:gd name="connsiteX30" fmla="*/ 47316 w 63500"/>
                      <a:gd name="connsiteY30" fmla="*/ 68799 h 95994"/>
                      <a:gd name="connsiteX31" fmla="*/ 42752 w 63500"/>
                      <a:gd name="connsiteY31" fmla="*/ 80022 h 95994"/>
                      <a:gd name="connsiteX32" fmla="*/ 30132 w 63500"/>
                      <a:gd name="connsiteY32" fmla="*/ 84047 h 95994"/>
                      <a:gd name="connsiteX33" fmla="*/ 17511 w 63500"/>
                      <a:gd name="connsiteY33" fmla="*/ 80022 h 95994"/>
                      <a:gd name="connsiteX34" fmla="*/ 13026 w 63500"/>
                      <a:gd name="connsiteY34" fmla="*/ 6879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500" h="95994">
                        <a:moveTo>
                          <a:pt x="30132" y="43714"/>
                        </a:moveTo>
                        <a:cubicBezTo>
                          <a:pt x="24179" y="43714"/>
                          <a:pt x="19496" y="42121"/>
                          <a:pt x="16082" y="38935"/>
                        </a:cubicBezTo>
                        <a:cubicBezTo>
                          <a:pt x="12682" y="35750"/>
                          <a:pt x="10983" y="31374"/>
                          <a:pt x="10983" y="25808"/>
                        </a:cubicBezTo>
                        <a:cubicBezTo>
                          <a:pt x="10983" y="20230"/>
                          <a:pt x="12682" y="15847"/>
                          <a:pt x="16082" y="12661"/>
                        </a:cubicBezTo>
                        <a:cubicBezTo>
                          <a:pt x="19496" y="9476"/>
                          <a:pt x="24179" y="7883"/>
                          <a:pt x="30132" y="7883"/>
                        </a:cubicBezTo>
                        <a:cubicBezTo>
                          <a:pt x="36085" y="7883"/>
                          <a:pt x="40775" y="9482"/>
                          <a:pt x="44201" y="12681"/>
                        </a:cubicBezTo>
                        <a:cubicBezTo>
                          <a:pt x="47641" y="15894"/>
                          <a:pt x="49360" y="20269"/>
                          <a:pt x="49360" y="25808"/>
                        </a:cubicBezTo>
                        <a:cubicBezTo>
                          <a:pt x="49360" y="31374"/>
                          <a:pt x="47654" y="35750"/>
                          <a:pt x="44241" y="38935"/>
                        </a:cubicBezTo>
                        <a:cubicBezTo>
                          <a:pt x="40841" y="42121"/>
                          <a:pt x="36138" y="43714"/>
                          <a:pt x="30132" y="43714"/>
                        </a:cubicBezTo>
                        <a:close/>
                        <a:moveTo>
                          <a:pt x="17610" y="49029"/>
                        </a:moveTo>
                        <a:cubicBezTo>
                          <a:pt x="12239" y="50351"/>
                          <a:pt x="8052" y="52849"/>
                          <a:pt x="5049" y="56524"/>
                        </a:cubicBezTo>
                        <a:cubicBezTo>
                          <a:pt x="2059" y="60212"/>
                          <a:pt x="565" y="64700"/>
                          <a:pt x="565" y="69988"/>
                        </a:cubicBezTo>
                        <a:cubicBezTo>
                          <a:pt x="565" y="77378"/>
                          <a:pt x="3197" y="83221"/>
                          <a:pt x="8462" y="87517"/>
                        </a:cubicBezTo>
                        <a:cubicBezTo>
                          <a:pt x="13741" y="91814"/>
                          <a:pt x="20964" y="93962"/>
                          <a:pt x="30132" y="93962"/>
                        </a:cubicBezTo>
                        <a:cubicBezTo>
                          <a:pt x="39352" y="93962"/>
                          <a:pt x="46589" y="91814"/>
                          <a:pt x="51841" y="87517"/>
                        </a:cubicBezTo>
                        <a:cubicBezTo>
                          <a:pt x="57093" y="83221"/>
                          <a:pt x="59719" y="77378"/>
                          <a:pt x="59719" y="69988"/>
                        </a:cubicBezTo>
                        <a:cubicBezTo>
                          <a:pt x="59719" y="64700"/>
                          <a:pt x="58217" y="60212"/>
                          <a:pt x="55214" y="56524"/>
                        </a:cubicBezTo>
                        <a:cubicBezTo>
                          <a:pt x="52224" y="52849"/>
                          <a:pt x="48064" y="50351"/>
                          <a:pt x="42733" y="49029"/>
                        </a:cubicBezTo>
                        <a:cubicBezTo>
                          <a:pt x="48765" y="47627"/>
                          <a:pt x="53461" y="44878"/>
                          <a:pt x="56822" y="40780"/>
                        </a:cubicBezTo>
                        <a:cubicBezTo>
                          <a:pt x="60195" y="36695"/>
                          <a:pt x="61882" y="31704"/>
                          <a:pt x="61882" y="25808"/>
                        </a:cubicBezTo>
                        <a:cubicBezTo>
                          <a:pt x="61882" y="16832"/>
                          <a:pt x="59143" y="9945"/>
                          <a:pt x="53666" y="5146"/>
                        </a:cubicBezTo>
                        <a:cubicBezTo>
                          <a:pt x="48190" y="361"/>
                          <a:pt x="40345" y="-2032"/>
                          <a:pt x="30132" y="-2032"/>
                        </a:cubicBezTo>
                        <a:cubicBezTo>
                          <a:pt x="19932" y="-2032"/>
                          <a:pt x="12087" y="361"/>
                          <a:pt x="6597" y="5146"/>
                        </a:cubicBezTo>
                        <a:cubicBezTo>
                          <a:pt x="1120" y="9945"/>
                          <a:pt x="-1618" y="16832"/>
                          <a:pt x="-1618" y="25808"/>
                        </a:cubicBezTo>
                        <a:cubicBezTo>
                          <a:pt x="-1618" y="31704"/>
                          <a:pt x="75" y="36695"/>
                          <a:pt x="3462" y="40780"/>
                        </a:cubicBezTo>
                        <a:cubicBezTo>
                          <a:pt x="6862" y="44878"/>
                          <a:pt x="11578" y="47627"/>
                          <a:pt x="17610" y="49029"/>
                        </a:cubicBezTo>
                        <a:close/>
                        <a:moveTo>
                          <a:pt x="13026" y="68799"/>
                        </a:moveTo>
                        <a:cubicBezTo>
                          <a:pt x="13026" y="64013"/>
                          <a:pt x="14521" y="60278"/>
                          <a:pt x="17511" y="57595"/>
                        </a:cubicBezTo>
                        <a:cubicBezTo>
                          <a:pt x="20514" y="54911"/>
                          <a:pt x="24721" y="53570"/>
                          <a:pt x="30132" y="53570"/>
                        </a:cubicBezTo>
                        <a:cubicBezTo>
                          <a:pt x="35516" y="53570"/>
                          <a:pt x="39723" y="54911"/>
                          <a:pt x="42752" y="57595"/>
                        </a:cubicBezTo>
                        <a:cubicBezTo>
                          <a:pt x="45795" y="60278"/>
                          <a:pt x="47316" y="64013"/>
                          <a:pt x="47316" y="68799"/>
                        </a:cubicBezTo>
                        <a:cubicBezTo>
                          <a:pt x="47316" y="73597"/>
                          <a:pt x="45795" y="77338"/>
                          <a:pt x="42752" y="80022"/>
                        </a:cubicBezTo>
                        <a:cubicBezTo>
                          <a:pt x="39723" y="82706"/>
                          <a:pt x="35516" y="84047"/>
                          <a:pt x="30132" y="84047"/>
                        </a:cubicBezTo>
                        <a:cubicBezTo>
                          <a:pt x="24721" y="84047"/>
                          <a:pt x="20514" y="82706"/>
                          <a:pt x="17511" y="80022"/>
                        </a:cubicBezTo>
                        <a:cubicBezTo>
                          <a:pt x="14521" y="77338"/>
                          <a:pt x="13026" y="73597"/>
                          <a:pt x="13026" y="6879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60" name="Freeform: Shape 559">
                    <a:extLst>
                      <a:ext uri="{FF2B5EF4-FFF2-40B4-BE49-F238E27FC236}">
                        <a16:creationId xmlns:a16="http://schemas.microsoft.com/office/drawing/2014/main" id="{14FA182B-EAB8-35DC-C99B-710854FB8612}"/>
                      </a:ext>
                    </a:extLst>
                  </p:cNvPr>
                  <p:cNvSpPr/>
                  <p:nvPr/>
                </p:nvSpPr>
                <p:spPr>
                  <a:xfrm flipV="1">
                    <a:off x="8491182" y="4959304"/>
                    <a:ext cx="63996" cy="95994"/>
                  </a:xfrm>
                  <a:custGeom>
                    <a:avLst/>
                    <a:gdLst>
                      <a:gd name="connsiteX0" fmla="*/ 30376 w 63996"/>
                      <a:gd name="connsiteY0" fmla="*/ 84047 h 95994"/>
                      <a:gd name="connsiteX1" fmla="*/ 15830 w 63996"/>
                      <a:gd name="connsiteY1" fmla="*/ 74529 h 95994"/>
                      <a:gd name="connsiteX2" fmla="*/ 10969 w 63996"/>
                      <a:gd name="connsiteY2" fmla="*/ 45935 h 95994"/>
                      <a:gd name="connsiteX3" fmla="*/ 15830 w 63996"/>
                      <a:gd name="connsiteY3" fmla="*/ 17401 h 95994"/>
                      <a:gd name="connsiteX4" fmla="*/ 30376 w 63996"/>
                      <a:gd name="connsiteY4" fmla="*/ 7883 h 95994"/>
                      <a:gd name="connsiteX5" fmla="*/ 44981 w 63996"/>
                      <a:gd name="connsiteY5" fmla="*/ 17401 h 95994"/>
                      <a:gd name="connsiteX6" fmla="*/ 49862 w 63996"/>
                      <a:gd name="connsiteY6" fmla="*/ 45935 h 95994"/>
                      <a:gd name="connsiteX7" fmla="*/ 44981 w 63996"/>
                      <a:gd name="connsiteY7" fmla="*/ 74529 h 95994"/>
                      <a:gd name="connsiteX8" fmla="*/ 30376 w 63996"/>
                      <a:gd name="connsiteY8" fmla="*/ 84047 h 95994"/>
                      <a:gd name="connsiteX9" fmla="*/ 30376 w 63996"/>
                      <a:gd name="connsiteY9" fmla="*/ 93962 h 95994"/>
                      <a:gd name="connsiteX10" fmla="*/ 54168 w 63996"/>
                      <a:gd name="connsiteY10" fmla="*/ 81648 h 95994"/>
                      <a:gd name="connsiteX11" fmla="*/ 62384 w 63996"/>
                      <a:gd name="connsiteY11" fmla="*/ 45935 h 95994"/>
                      <a:gd name="connsiteX12" fmla="*/ 54168 w 63996"/>
                      <a:gd name="connsiteY12" fmla="*/ 10262 h 95994"/>
                      <a:gd name="connsiteX13" fmla="*/ 30376 w 63996"/>
                      <a:gd name="connsiteY13" fmla="*/ -2032 h 95994"/>
                      <a:gd name="connsiteX14" fmla="*/ 6603 w 63996"/>
                      <a:gd name="connsiteY14" fmla="*/ 10262 h 95994"/>
                      <a:gd name="connsiteX15" fmla="*/ -1612 w 63996"/>
                      <a:gd name="connsiteY15" fmla="*/ 45935 h 95994"/>
                      <a:gd name="connsiteX16" fmla="*/ 6603 w 63996"/>
                      <a:gd name="connsiteY16" fmla="*/ 81648 h 95994"/>
                      <a:gd name="connsiteX17" fmla="*/ 3037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76" y="84047"/>
                        </a:moveTo>
                        <a:cubicBezTo>
                          <a:pt x="23933" y="84047"/>
                          <a:pt x="19085" y="80875"/>
                          <a:pt x="15830" y="74529"/>
                        </a:cubicBezTo>
                        <a:cubicBezTo>
                          <a:pt x="12589" y="68197"/>
                          <a:pt x="10969" y="58666"/>
                          <a:pt x="10969" y="45935"/>
                        </a:cubicBezTo>
                        <a:cubicBezTo>
                          <a:pt x="10969" y="33258"/>
                          <a:pt x="12589" y="23746"/>
                          <a:pt x="15830" y="17401"/>
                        </a:cubicBezTo>
                        <a:cubicBezTo>
                          <a:pt x="19085" y="11055"/>
                          <a:pt x="23933" y="7883"/>
                          <a:pt x="30376" y="7883"/>
                        </a:cubicBezTo>
                        <a:cubicBezTo>
                          <a:pt x="36871" y="7883"/>
                          <a:pt x="41740" y="11055"/>
                          <a:pt x="44981" y="17401"/>
                        </a:cubicBezTo>
                        <a:cubicBezTo>
                          <a:pt x="48235" y="23746"/>
                          <a:pt x="49862" y="33258"/>
                          <a:pt x="49862" y="45935"/>
                        </a:cubicBezTo>
                        <a:cubicBezTo>
                          <a:pt x="49862" y="58666"/>
                          <a:pt x="48235" y="68197"/>
                          <a:pt x="44981" y="74529"/>
                        </a:cubicBezTo>
                        <a:cubicBezTo>
                          <a:pt x="41740" y="80875"/>
                          <a:pt x="36871" y="84047"/>
                          <a:pt x="30376" y="84047"/>
                        </a:cubicBezTo>
                        <a:close/>
                        <a:moveTo>
                          <a:pt x="30376" y="93962"/>
                        </a:moveTo>
                        <a:cubicBezTo>
                          <a:pt x="40761" y="93962"/>
                          <a:pt x="48692" y="89857"/>
                          <a:pt x="54168" y="81648"/>
                        </a:cubicBezTo>
                        <a:cubicBezTo>
                          <a:pt x="59645" y="73452"/>
                          <a:pt x="62384" y="61548"/>
                          <a:pt x="62384" y="45935"/>
                        </a:cubicBezTo>
                        <a:cubicBezTo>
                          <a:pt x="62384" y="30363"/>
                          <a:pt x="59645" y="18471"/>
                          <a:pt x="54168" y="10262"/>
                        </a:cubicBezTo>
                        <a:cubicBezTo>
                          <a:pt x="48692" y="2066"/>
                          <a:pt x="40761" y="-2032"/>
                          <a:pt x="30376" y="-2032"/>
                        </a:cubicBezTo>
                        <a:cubicBezTo>
                          <a:pt x="20004" y="-2032"/>
                          <a:pt x="12080" y="2066"/>
                          <a:pt x="6603" y="10262"/>
                        </a:cubicBezTo>
                        <a:cubicBezTo>
                          <a:pt x="1126" y="18471"/>
                          <a:pt x="-1612" y="30363"/>
                          <a:pt x="-1612" y="45935"/>
                        </a:cubicBezTo>
                        <a:cubicBezTo>
                          <a:pt x="-1612" y="61548"/>
                          <a:pt x="1126" y="73452"/>
                          <a:pt x="6603" y="81648"/>
                        </a:cubicBezTo>
                        <a:cubicBezTo>
                          <a:pt x="12080" y="89857"/>
                          <a:pt x="20004" y="93962"/>
                          <a:pt x="3037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561" name="Graphic 497">
              <a:extLst>
                <a:ext uri="{FF2B5EF4-FFF2-40B4-BE49-F238E27FC236}">
                  <a16:creationId xmlns:a16="http://schemas.microsoft.com/office/drawing/2014/main" id="{1C0B699A-E1A0-975A-1357-6113D2866E26}"/>
                </a:ext>
              </a:extLst>
            </p:cNvPr>
            <p:cNvGrpSpPr/>
            <p:nvPr/>
          </p:nvGrpSpPr>
          <p:grpSpPr>
            <a:xfrm>
              <a:off x="3851198" y="2312521"/>
              <a:ext cx="44450" cy="2284429"/>
              <a:chOff x="3851198" y="2312521"/>
              <a:chExt cx="44450" cy="2284429"/>
            </a:xfrm>
            <a:solidFill>
              <a:srgbClr val="000000"/>
            </a:solidFill>
          </p:grpSpPr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8BC1EFF5-2C5C-C8C0-62C6-7FF4CB7A9FC0}"/>
                  </a:ext>
                </a:extLst>
              </p:cNvPr>
              <p:cNvSpPr/>
              <p:nvPr/>
            </p:nvSpPr>
            <p:spPr>
              <a:xfrm>
                <a:off x="3851198" y="4584260"/>
                <a:ext cx="44450" cy="12690"/>
              </a:xfrm>
              <a:custGeom>
                <a:avLst/>
                <a:gdLst>
                  <a:gd name="connsiteX0" fmla="*/ 44508 w 44450"/>
                  <a:gd name="connsiteY0" fmla="*/ 264 h 12690"/>
                  <a:gd name="connsiteX1" fmla="*/ 58 w 44450"/>
                  <a:gd name="connsiteY1" fmla="*/ 26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64"/>
                    </a:moveTo>
                    <a:lnTo>
                      <a:pt x="58" y="26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18D18260-95DF-F34B-8E22-E4ABB44EF43E}"/>
                  </a:ext>
                </a:extLst>
              </p:cNvPr>
              <p:cNvSpPr/>
              <p:nvPr/>
            </p:nvSpPr>
            <p:spPr>
              <a:xfrm>
                <a:off x="3851198" y="4016325"/>
                <a:ext cx="44450" cy="12690"/>
              </a:xfrm>
              <a:custGeom>
                <a:avLst/>
                <a:gdLst>
                  <a:gd name="connsiteX0" fmla="*/ 44508 w 44450"/>
                  <a:gd name="connsiteY0" fmla="*/ 219 h 12690"/>
                  <a:gd name="connsiteX1" fmla="*/ 58 w 44450"/>
                  <a:gd name="connsiteY1" fmla="*/ 21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19"/>
                    </a:moveTo>
                    <a:lnTo>
                      <a:pt x="58" y="219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1EC464C4-A8E8-386F-556C-D5AD7D380C4A}"/>
                  </a:ext>
                </a:extLst>
              </p:cNvPr>
              <p:cNvSpPr/>
              <p:nvPr/>
            </p:nvSpPr>
            <p:spPr>
              <a:xfrm>
                <a:off x="3851198" y="3448391"/>
                <a:ext cx="44450" cy="12690"/>
              </a:xfrm>
              <a:custGeom>
                <a:avLst/>
                <a:gdLst>
                  <a:gd name="connsiteX0" fmla="*/ 44508 w 44450"/>
                  <a:gd name="connsiteY0" fmla="*/ 175 h 12690"/>
                  <a:gd name="connsiteX1" fmla="*/ 58 w 44450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65077546-3542-B3C9-428B-7777A9FEEB04}"/>
                  </a:ext>
                </a:extLst>
              </p:cNvPr>
              <p:cNvSpPr/>
              <p:nvPr/>
            </p:nvSpPr>
            <p:spPr>
              <a:xfrm>
                <a:off x="3851198" y="2880456"/>
                <a:ext cx="44450" cy="12690"/>
              </a:xfrm>
              <a:custGeom>
                <a:avLst/>
                <a:gdLst>
                  <a:gd name="connsiteX0" fmla="*/ 44508 w 44450"/>
                  <a:gd name="connsiteY0" fmla="*/ 130 h 12690"/>
                  <a:gd name="connsiteX1" fmla="*/ 58 w 44450"/>
                  <a:gd name="connsiteY1" fmla="*/ 13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30"/>
                    </a:moveTo>
                    <a:lnTo>
                      <a:pt x="58" y="130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185035E6-D456-085A-D01B-3D0F08C276BB}"/>
                  </a:ext>
                </a:extLst>
              </p:cNvPr>
              <p:cNvSpPr/>
              <p:nvPr/>
            </p:nvSpPr>
            <p:spPr>
              <a:xfrm>
                <a:off x="3851198" y="2312521"/>
                <a:ext cx="44450" cy="12690"/>
              </a:xfrm>
              <a:custGeom>
                <a:avLst/>
                <a:gdLst>
                  <a:gd name="connsiteX0" fmla="*/ 44508 w 44450"/>
                  <a:gd name="connsiteY0" fmla="*/ 85 h 12690"/>
                  <a:gd name="connsiteX1" fmla="*/ 58 w 44450"/>
                  <a:gd name="connsiteY1" fmla="*/ 8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85"/>
                    </a:moveTo>
                    <a:lnTo>
                      <a:pt x="58" y="8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832DECD-1894-A18A-44AE-C86D687A73A6}"/>
                </a:ext>
              </a:extLst>
            </p:cNvPr>
            <p:cNvSpPr/>
            <p:nvPr/>
          </p:nvSpPr>
          <p:spPr>
            <a:xfrm>
              <a:off x="3895648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BD56A7F9-5C7B-C4BA-4AAE-76A915CA3F85}"/>
                </a:ext>
              </a:extLst>
            </p:cNvPr>
            <p:cNvSpPr/>
            <p:nvPr/>
          </p:nvSpPr>
          <p:spPr>
            <a:xfrm>
              <a:off x="8442411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683C4E92-4DF9-CF83-2442-AF790769B9B0}"/>
                </a:ext>
              </a:extLst>
            </p:cNvPr>
            <p:cNvSpPr/>
            <p:nvPr/>
          </p:nvSpPr>
          <p:spPr>
            <a:xfrm>
              <a:off x="3895648" y="4868227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1FF91ED9-0110-31BF-78F3-81B8C1C14029}"/>
                </a:ext>
              </a:extLst>
            </p:cNvPr>
            <p:cNvSpPr/>
            <p:nvPr/>
          </p:nvSpPr>
          <p:spPr>
            <a:xfrm>
              <a:off x="3895648" y="202855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</p:spTree>
    <p:extLst>
      <p:ext uri="{BB962C8B-B14F-4D97-AF65-F5344CB8AC3E}">
        <p14:creationId xmlns:p14="http://schemas.microsoft.com/office/powerpoint/2010/main" val="169374923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2" name="Graphic 398">
            <a:extLst>
              <a:ext uri="{FF2B5EF4-FFF2-40B4-BE49-F238E27FC236}">
                <a16:creationId xmlns:a16="http://schemas.microsoft.com/office/drawing/2014/main" id="{39F8C2F8-3233-795F-724E-2B39454796E6}"/>
              </a:ext>
            </a:extLst>
          </p:cNvPr>
          <p:cNvGrpSpPr/>
          <p:nvPr/>
        </p:nvGrpSpPr>
        <p:grpSpPr>
          <a:xfrm>
            <a:off x="409919" y="3464040"/>
            <a:ext cx="4867938" cy="3019662"/>
            <a:chOff x="3577804" y="2032095"/>
            <a:chExt cx="4867938" cy="3019662"/>
          </a:xfrm>
        </p:grpSpPr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57C3929B-43F8-A057-A482-5700DB12F225}"/>
                </a:ext>
              </a:extLst>
            </p:cNvPr>
            <p:cNvSpPr/>
            <p:nvPr/>
          </p:nvSpPr>
          <p:spPr>
            <a:xfrm>
              <a:off x="3902551" y="2032095"/>
              <a:ext cx="4530504" cy="2832591"/>
            </a:xfrm>
            <a:custGeom>
              <a:avLst/>
              <a:gdLst>
                <a:gd name="connsiteX0" fmla="*/ 0 w 4530504"/>
                <a:gd name="connsiteY0" fmla="*/ 2832592 h 2832591"/>
                <a:gd name="connsiteX1" fmla="*/ 4530505 w 4530504"/>
                <a:gd name="connsiteY1" fmla="*/ 2832592 h 2832591"/>
                <a:gd name="connsiteX2" fmla="*/ 4530505 w 4530504"/>
                <a:gd name="connsiteY2" fmla="*/ 0 h 2832591"/>
                <a:gd name="connsiteX3" fmla="*/ 0 w 4530504"/>
                <a:gd name="connsiteY3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832591">
                  <a:moveTo>
                    <a:pt x="0" y="2832592"/>
                  </a:moveTo>
                  <a:lnTo>
                    <a:pt x="4530505" y="2832592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404" name="Picture 403">
              <a:extLst>
                <a:ext uri="{FF2B5EF4-FFF2-40B4-BE49-F238E27FC236}">
                  <a16:creationId xmlns:a16="http://schemas.microsoft.com/office/drawing/2014/main" id="{F49C45F7-FA2A-ED2C-07AD-48C04847438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flipV="1">
              <a:off x="3902551" y="2032095"/>
              <a:ext cx="4531266" cy="2832591"/>
            </a:xfrm>
            <a:custGeom>
              <a:avLst/>
              <a:gdLst>
                <a:gd name="connsiteX0" fmla="*/ 0 w 4531266"/>
                <a:gd name="connsiteY0" fmla="*/ 126 h 2832591"/>
                <a:gd name="connsiteX1" fmla="*/ 4531266 w 4531266"/>
                <a:gd name="connsiteY1" fmla="*/ 126 h 2832591"/>
                <a:gd name="connsiteX2" fmla="*/ 4531266 w 4531266"/>
                <a:gd name="connsiteY2" fmla="*/ 2832718 h 2832591"/>
                <a:gd name="connsiteX3" fmla="*/ 0 w 4531266"/>
                <a:gd name="connsiteY3" fmla="*/ 2832718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1266" h="2832591">
                  <a:moveTo>
                    <a:pt x="0" y="126"/>
                  </a:moveTo>
                  <a:lnTo>
                    <a:pt x="4531266" y="126"/>
                  </a:lnTo>
                  <a:lnTo>
                    <a:pt x="4531266" y="2832718"/>
                  </a:lnTo>
                  <a:lnTo>
                    <a:pt x="0" y="2832718"/>
                  </a:lnTo>
                  <a:close/>
                </a:path>
              </a:pathLst>
            </a:custGeom>
          </p:spPr>
        </p:pic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2256FC3C-DF2D-DCFB-5E75-A874AA1C4D7D}"/>
                </a:ext>
              </a:extLst>
            </p:cNvPr>
            <p:cNvSpPr/>
            <p:nvPr/>
          </p:nvSpPr>
          <p:spPr>
            <a:xfrm>
              <a:off x="5988509" y="3405291"/>
              <a:ext cx="284761" cy="120461"/>
            </a:xfrm>
            <a:custGeom>
              <a:avLst/>
              <a:gdLst>
                <a:gd name="connsiteX0" fmla="*/ 284762 w 284761"/>
                <a:gd name="connsiteY0" fmla="*/ 11613 h 120461"/>
                <a:gd name="connsiteX1" fmla="*/ 280255 w 284761"/>
                <a:gd name="connsiteY1" fmla="*/ 120461 h 120461"/>
                <a:gd name="connsiteX2" fmla="*/ 0 w 284761"/>
                <a:gd name="connsiteY2" fmla="*/ 108848 h 120461"/>
                <a:gd name="connsiteX3" fmla="*/ 4507 w 284761"/>
                <a:gd name="connsiteY3" fmla="*/ 0 h 12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761" h="120461">
                  <a:moveTo>
                    <a:pt x="284762" y="11613"/>
                  </a:moveTo>
                  <a:lnTo>
                    <a:pt x="280255" y="120461"/>
                  </a:lnTo>
                  <a:lnTo>
                    <a:pt x="0" y="108848"/>
                  </a:lnTo>
                  <a:lnTo>
                    <a:pt x="4507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BA4CE3-2120-7B80-695C-291BC12EF53E}"/>
                </a:ext>
              </a:extLst>
            </p:cNvPr>
            <p:cNvSpPr/>
            <p:nvPr/>
          </p:nvSpPr>
          <p:spPr>
            <a:xfrm>
              <a:off x="6159955" y="3412395"/>
              <a:ext cx="111062" cy="108848"/>
            </a:xfrm>
            <a:custGeom>
              <a:avLst/>
              <a:gdLst>
                <a:gd name="connsiteX0" fmla="*/ 111062 w 111062"/>
                <a:gd name="connsiteY0" fmla="*/ 58933 h 108848"/>
                <a:gd name="connsiteX1" fmla="*/ 0 w 111062"/>
                <a:gd name="connsiteY1" fmla="*/ 108848 h 108848"/>
                <a:gd name="connsiteX2" fmla="*/ 4507 w 111062"/>
                <a:gd name="connsiteY2" fmla="*/ 0 h 10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062" h="108848">
                  <a:moveTo>
                    <a:pt x="111062" y="58933"/>
                  </a:moveTo>
                  <a:lnTo>
                    <a:pt x="0" y="108848"/>
                  </a:lnTo>
                  <a:lnTo>
                    <a:pt x="4507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407" name="Graphic 398">
              <a:extLst>
                <a:ext uri="{FF2B5EF4-FFF2-40B4-BE49-F238E27FC236}">
                  <a16:creationId xmlns:a16="http://schemas.microsoft.com/office/drawing/2014/main" id="{6E235128-D718-D6BF-0C1E-789D1C248785}"/>
                </a:ext>
              </a:extLst>
            </p:cNvPr>
            <p:cNvGrpSpPr/>
            <p:nvPr/>
          </p:nvGrpSpPr>
          <p:grpSpPr>
            <a:xfrm>
              <a:off x="3791269" y="4864687"/>
              <a:ext cx="4654473" cy="187070"/>
              <a:chOff x="3791269" y="4864687"/>
              <a:chExt cx="4654473" cy="187070"/>
            </a:xfrm>
            <a:solidFill>
              <a:srgbClr val="000000"/>
            </a:solidFill>
          </p:grpSpPr>
          <p:grpSp>
            <p:nvGrpSpPr>
              <p:cNvPr id="408" name="Graphic 398">
                <a:extLst>
                  <a:ext uri="{FF2B5EF4-FFF2-40B4-BE49-F238E27FC236}">
                    <a16:creationId xmlns:a16="http://schemas.microsoft.com/office/drawing/2014/main" id="{D15586AC-5F70-046F-12B9-50C9BEF61FDF}"/>
                  </a:ext>
                </a:extLst>
              </p:cNvPr>
              <p:cNvGrpSpPr/>
              <p:nvPr/>
            </p:nvGrpSpPr>
            <p:grpSpPr>
              <a:xfrm>
                <a:off x="3791269" y="4864687"/>
                <a:ext cx="223926" cy="187070"/>
                <a:chOff x="3791269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09" name="Freeform: Shape 408">
                  <a:extLst>
                    <a:ext uri="{FF2B5EF4-FFF2-40B4-BE49-F238E27FC236}">
                      <a16:creationId xmlns:a16="http://schemas.microsoft.com/office/drawing/2014/main" id="{A9FAF12B-572C-4A23-A387-E0C219B5DB16}"/>
                    </a:ext>
                  </a:extLst>
                </p:cNvPr>
                <p:cNvSpPr/>
                <p:nvPr/>
              </p:nvSpPr>
              <p:spPr>
                <a:xfrm>
                  <a:off x="3902551" y="4864687"/>
                  <a:ext cx="12686" cy="44417"/>
                </a:xfrm>
                <a:custGeom>
                  <a:avLst/>
                  <a:gdLst>
                    <a:gd name="connsiteX0" fmla="*/ 58 w 12686"/>
                    <a:gd name="connsiteY0" fmla="*/ 286 h 44417"/>
                    <a:gd name="connsiteX1" fmla="*/ 58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58" y="286"/>
                      </a:moveTo>
                      <a:lnTo>
                        <a:pt x="58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10" name="Graphic 398">
                  <a:extLst>
                    <a:ext uri="{FF2B5EF4-FFF2-40B4-BE49-F238E27FC236}">
                      <a16:creationId xmlns:a16="http://schemas.microsoft.com/office/drawing/2014/main" id="{9852310B-DB36-7EDB-B4E4-F188F229BF9A}"/>
                    </a:ext>
                  </a:extLst>
                </p:cNvPr>
                <p:cNvGrpSpPr/>
                <p:nvPr/>
              </p:nvGrpSpPr>
              <p:grpSpPr>
                <a:xfrm>
                  <a:off x="3791269" y="4955763"/>
                  <a:ext cx="223926" cy="95994"/>
                  <a:chOff x="3791269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11" name="Freeform: Shape 410">
                    <a:extLst>
                      <a:ext uri="{FF2B5EF4-FFF2-40B4-BE49-F238E27FC236}">
                        <a16:creationId xmlns:a16="http://schemas.microsoft.com/office/drawing/2014/main" id="{D6006DDA-4A91-45D1-5751-F0D7024CD589}"/>
                      </a:ext>
                    </a:extLst>
                  </p:cNvPr>
                  <p:cNvSpPr/>
                  <p:nvPr/>
                </p:nvSpPr>
                <p:spPr>
                  <a:xfrm flipV="1">
                    <a:off x="3791269" y="4957429"/>
                    <a:ext cx="59843" cy="94328"/>
                  </a:xfrm>
                  <a:custGeom>
                    <a:avLst/>
                    <a:gdLst>
                      <a:gd name="connsiteX0" fmla="*/ 1953 w 59843"/>
                      <a:gd name="connsiteY0" fmla="*/ 92338 h 94328"/>
                      <a:gd name="connsiteX1" fmla="*/ 51072 w 59843"/>
                      <a:gd name="connsiteY1" fmla="*/ 92338 h 94328"/>
                      <a:gd name="connsiteX2" fmla="*/ 51072 w 59843"/>
                      <a:gd name="connsiteY2" fmla="*/ 81789 h 94328"/>
                      <a:gd name="connsiteX3" fmla="*/ 13410 w 59843"/>
                      <a:gd name="connsiteY3" fmla="*/ 81789 h 94328"/>
                      <a:gd name="connsiteX4" fmla="*/ 13410 w 59843"/>
                      <a:gd name="connsiteY4" fmla="*/ 59124 h 94328"/>
                      <a:gd name="connsiteX5" fmla="*/ 18841 w 59843"/>
                      <a:gd name="connsiteY5" fmla="*/ 60512 h 94328"/>
                      <a:gd name="connsiteX6" fmla="*/ 24312 w 59843"/>
                      <a:gd name="connsiteY6" fmla="*/ 60968 h 94328"/>
                      <a:gd name="connsiteX7" fmla="*/ 48832 w 59843"/>
                      <a:gd name="connsiteY7" fmla="*/ 52481 h 94328"/>
                      <a:gd name="connsiteX8" fmla="*/ 57891 w 59843"/>
                      <a:gd name="connsiteY8" fmla="*/ 29499 h 94328"/>
                      <a:gd name="connsiteX9" fmla="*/ 48594 w 59843"/>
                      <a:gd name="connsiteY9" fmla="*/ 6279 h 94328"/>
                      <a:gd name="connsiteX10" fmla="*/ 22389 w 59843"/>
                      <a:gd name="connsiteY10" fmla="*/ -1990 h 94328"/>
                      <a:gd name="connsiteX11" fmla="*/ 10516 w 59843"/>
                      <a:gd name="connsiteY11" fmla="*/ -999 h 94328"/>
                      <a:gd name="connsiteX12" fmla="*/ -1952 w 59843"/>
                      <a:gd name="connsiteY12" fmla="*/ 1976 h 94328"/>
                      <a:gd name="connsiteX13" fmla="*/ -1952 w 59843"/>
                      <a:gd name="connsiteY13" fmla="*/ 14567 h 94328"/>
                      <a:gd name="connsiteX14" fmla="*/ 9564 w 59843"/>
                      <a:gd name="connsiteY14" fmla="*/ 10046 h 94328"/>
                      <a:gd name="connsiteX15" fmla="*/ 22132 w 59843"/>
                      <a:gd name="connsiteY15" fmla="*/ 8559 h 94328"/>
                      <a:gd name="connsiteX16" fmla="*/ 39100 w 59843"/>
                      <a:gd name="connsiteY16" fmla="*/ 14190 h 94328"/>
                      <a:gd name="connsiteX17" fmla="*/ 45363 w 59843"/>
                      <a:gd name="connsiteY17" fmla="*/ 29499 h 94328"/>
                      <a:gd name="connsiteX18" fmla="*/ 39100 w 59843"/>
                      <a:gd name="connsiteY18" fmla="*/ 44787 h 94328"/>
                      <a:gd name="connsiteX19" fmla="*/ 22132 w 59843"/>
                      <a:gd name="connsiteY19" fmla="*/ 50439 h 94328"/>
                      <a:gd name="connsiteX20" fmla="*/ 12121 w 59843"/>
                      <a:gd name="connsiteY20" fmla="*/ 49328 h 94328"/>
                      <a:gd name="connsiteX21" fmla="*/ 1953 w 59843"/>
                      <a:gd name="connsiteY21" fmla="*/ 45858 h 94328"/>
                      <a:gd name="connsiteX22" fmla="*/ 1953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53" y="92338"/>
                        </a:moveTo>
                        <a:lnTo>
                          <a:pt x="51072" y="92338"/>
                        </a:lnTo>
                        <a:lnTo>
                          <a:pt x="51072" y="81789"/>
                        </a:lnTo>
                        <a:lnTo>
                          <a:pt x="13410" y="81789"/>
                        </a:lnTo>
                        <a:lnTo>
                          <a:pt x="13410" y="59124"/>
                        </a:lnTo>
                        <a:cubicBezTo>
                          <a:pt x="15220" y="59745"/>
                          <a:pt x="17031" y="60208"/>
                          <a:pt x="18841" y="60512"/>
                        </a:cubicBezTo>
                        <a:cubicBezTo>
                          <a:pt x="20665" y="60816"/>
                          <a:pt x="22488" y="60968"/>
                          <a:pt x="24312" y="60968"/>
                        </a:cubicBezTo>
                        <a:cubicBezTo>
                          <a:pt x="34633" y="60968"/>
                          <a:pt x="42806" y="58139"/>
                          <a:pt x="48832" y="52481"/>
                        </a:cubicBezTo>
                        <a:cubicBezTo>
                          <a:pt x="54871" y="46823"/>
                          <a:pt x="57891" y="39162"/>
                          <a:pt x="57891" y="29499"/>
                        </a:cubicBezTo>
                        <a:cubicBezTo>
                          <a:pt x="57891" y="19544"/>
                          <a:pt x="54792" y="11804"/>
                          <a:pt x="48594" y="6279"/>
                        </a:cubicBezTo>
                        <a:cubicBezTo>
                          <a:pt x="42397" y="766"/>
                          <a:pt x="33662" y="-1990"/>
                          <a:pt x="22389" y="-1990"/>
                        </a:cubicBezTo>
                        <a:cubicBezTo>
                          <a:pt x="18504" y="-1990"/>
                          <a:pt x="14546" y="-1660"/>
                          <a:pt x="10516" y="-999"/>
                        </a:cubicBezTo>
                        <a:cubicBezTo>
                          <a:pt x="6499" y="-338"/>
                          <a:pt x="2343" y="654"/>
                          <a:pt x="-1952" y="1976"/>
                        </a:cubicBezTo>
                        <a:lnTo>
                          <a:pt x="-1952" y="14567"/>
                        </a:lnTo>
                        <a:cubicBezTo>
                          <a:pt x="1761" y="12545"/>
                          <a:pt x="5600" y="11038"/>
                          <a:pt x="9564" y="10046"/>
                        </a:cubicBezTo>
                        <a:cubicBezTo>
                          <a:pt x="13529" y="9055"/>
                          <a:pt x="17718" y="8559"/>
                          <a:pt x="22132" y="8559"/>
                        </a:cubicBezTo>
                        <a:cubicBezTo>
                          <a:pt x="29281" y="8559"/>
                          <a:pt x="34937" y="10436"/>
                          <a:pt x="39100" y="14190"/>
                        </a:cubicBezTo>
                        <a:cubicBezTo>
                          <a:pt x="43275" y="17945"/>
                          <a:pt x="45363" y="23048"/>
                          <a:pt x="45363" y="29499"/>
                        </a:cubicBezTo>
                        <a:cubicBezTo>
                          <a:pt x="45363" y="35937"/>
                          <a:pt x="43275" y="41033"/>
                          <a:pt x="39100" y="44787"/>
                        </a:cubicBezTo>
                        <a:cubicBezTo>
                          <a:pt x="34937" y="48555"/>
                          <a:pt x="29281" y="50439"/>
                          <a:pt x="22132" y="50439"/>
                        </a:cubicBezTo>
                        <a:cubicBezTo>
                          <a:pt x="18788" y="50439"/>
                          <a:pt x="15452" y="50068"/>
                          <a:pt x="12121" y="49328"/>
                        </a:cubicBezTo>
                        <a:cubicBezTo>
                          <a:pt x="8805" y="48588"/>
                          <a:pt x="5415" y="47431"/>
                          <a:pt x="1953" y="45858"/>
                        </a:cubicBezTo>
                        <a:lnTo>
                          <a:pt x="1953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2" name="Freeform: Shape 411">
                    <a:extLst>
                      <a:ext uri="{FF2B5EF4-FFF2-40B4-BE49-F238E27FC236}">
                        <a16:creationId xmlns:a16="http://schemas.microsoft.com/office/drawing/2014/main" id="{C0D99366-A283-B55C-6561-DEBFD65850C4}"/>
                      </a:ext>
                    </a:extLst>
                  </p:cNvPr>
                  <p:cNvSpPr/>
                  <p:nvPr/>
                </p:nvSpPr>
                <p:spPr>
                  <a:xfrm flipV="1">
                    <a:off x="3870556" y="4955763"/>
                    <a:ext cx="63926" cy="95994"/>
                  </a:xfrm>
                  <a:custGeom>
                    <a:avLst/>
                    <a:gdLst>
                      <a:gd name="connsiteX0" fmla="*/ 29977 w 63926"/>
                      <a:gd name="connsiteY0" fmla="*/ 84047 h 95994"/>
                      <a:gd name="connsiteX1" fmla="*/ 15447 w 63926"/>
                      <a:gd name="connsiteY1" fmla="*/ 74529 h 95994"/>
                      <a:gd name="connsiteX2" fmla="*/ 10590 w 63926"/>
                      <a:gd name="connsiteY2" fmla="*/ 45935 h 95994"/>
                      <a:gd name="connsiteX3" fmla="*/ 15447 w 63926"/>
                      <a:gd name="connsiteY3" fmla="*/ 17400 h 95994"/>
                      <a:gd name="connsiteX4" fmla="*/ 29977 w 63926"/>
                      <a:gd name="connsiteY4" fmla="*/ 7882 h 95994"/>
                      <a:gd name="connsiteX5" fmla="*/ 44566 w 63926"/>
                      <a:gd name="connsiteY5" fmla="*/ 17400 h 95994"/>
                      <a:gd name="connsiteX6" fmla="*/ 49442 w 63926"/>
                      <a:gd name="connsiteY6" fmla="*/ 45935 h 95994"/>
                      <a:gd name="connsiteX7" fmla="*/ 44566 w 63926"/>
                      <a:gd name="connsiteY7" fmla="*/ 74529 h 95994"/>
                      <a:gd name="connsiteX8" fmla="*/ 29977 w 63926"/>
                      <a:gd name="connsiteY8" fmla="*/ 84047 h 95994"/>
                      <a:gd name="connsiteX9" fmla="*/ 29977 w 63926"/>
                      <a:gd name="connsiteY9" fmla="*/ 93962 h 95994"/>
                      <a:gd name="connsiteX10" fmla="*/ 53743 w 63926"/>
                      <a:gd name="connsiteY10" fmla="*/ 81648 h 95994"/>
                      <a:gd name="connsiteX11" fmla="*/ 61950 w 63926"/>
                      <a:gd name="connsiteY11" fmla="*/ 45935 h 95994"/>
                      <a:gd name="connsiteX12" fmla="*/ 53743 w 63926"/>
                      <a:gd name="connsiteY12" fmla="*/ 10262 h 95994"/>
                      <a:gd name="connsiteX13" fmla="*/ 29977 w 63926"/>
                      <a:gd name="connsiteY13" fmla="*/ -2032 h 95994"/>
                      <a:gd name="connsiteX14" fmla="*/ 6229 w 63926"/>
                      <a:gd name="connsiteY14" fmla="*/ 10262 h 95994"/>
                      <a:gd name="connsiteX15" fmla="*/ -1977 w 63926"/>
                      <a:gd name="connsiteY15" fmla="*/ 45935 h 95994"/>
                      <a:gd name="connsiteX16" fmla="*/ 6229 w 63926"/>
                      <a:gd name="connsiteY16" fmla="*/ 81648 h 95994"/>
                      <a:gd name="connsiteX17" fmla="*/ 29977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77" y="84047"/>
                        </a:moveTo>
                        <a:cubicBezTo>
                          <a:pt x="23541" y="84047"/>
                          <a:pt x="18698" y="80874"/>
                          <a:pt x="15447" y="74529"/>
                        </a:cubicBezTo>
                        <a:cubicBezTo>
                          <a:pt x="12209" y="68197"/>
                          <a:pt x="10590" y="58665"/>
                          <a:pt x="10590" y="45935"/>
                        </a:cubicBezTo>
                        <a:cubicBezTo>
                          <a:pt x="10590" y="33257"/>
                          <a:pt x="12209" y="23746"/>
                          <a:pt x="15447" y="17400"/>
                        </a:cubicBezTo>
                        <a:cubicBezTo>
                          <a:pt x="18698" y="11055"/>
                          <a:pt x="23541" y="7882"/>
                          <a:pt x="29977" y="7882"/>
                        </a:cubicBezTo>
                        <a:cubicBezTo>
                          <a:pt x="36465" y="7882"/>
                          <a:pt x="41328" y="11055"/>
                          <a:pt x="44566" y="17400"/>
                        </a:cubicBezTo>
                        <a:cubicBezTo>
                          <a:pt x="47817" y="23746"/>
                          <a:pt x="49442" y="33257"/>
                          <a:pt x="49442" y="45935"/>
                        </a:cubicBezTo>
                        <a:cubicBezTo>
                          <a:pt x="49442" y="58665"/>
                          <a:pt x="47817" y="68197"/>
                          <a:pt x="44566" y="74529"/>
                        </a:cubicBezTo>
                        <a:cubicBezTo>
                          <a:pt x="41328" y="80874"/>
                          <a:pt x="36465" y="84047"/>
                          <a:pt x="29977" y="84047"/>
                        </a:cubicBezTo>
                        <a:close/>
                        <a:moveTo>
                          <a:pt x="29977" y="93962"/>
                        </a:moveTo>
                        <a:cubicBezTo>
                          <a:pt x="40350" y="93962"/>
                          <a:pt x="48272" y="89857"/>
                          <a:pt x="53743" y="81648"/>
                        </a:cubicBezTo>
                        <a:cubicBezTo>
                          <a:pt x="59214" y="73452"/>
                          <a:pt x="61950" y="61547"/>
                          <a:pt x="61950" y="45935"/>
                        </a:cubicBezTo>
                        <a:cubicBezTo>
                          <a:pt x="61950" y="30362"/>
                          <a:pt x="59214" y="18471"/>
                          <a:pt x="53743" y="10262"/>
                        </a:cubicBezTo>
                        <a:cubicBezTo>
                          <a:pt x="48272" y="2066"/>
                          <a:pt x="40350" y="-2032"/>
                          <a:pt x="29977" y="-2032"/>
                        </a:cubicBezTo>
                        <a:cubicBezTo>
                          <a:pt x="19616" y="-2032"/>
                          <a:pt x="11700" y="2066"/>
                          <a:pt x="6229" y="10262"/>
                        </a:cubicBezTo>
                        <a:cubicBezTo>
                          <a:pt x="759" y="18471"/>
                          <a:pt x="-1977" y="30362"/>
                          <a:pt x="-1977" y="45935"/>
                        </a:cubicBezTo>
                        <a:cubicBezTo>
                          <a:pt x="-1977" y="61547"/>
                          <a:pt x="759" y="73452"/>
                          <a:pt x="6229" y="81648"/>
                        </a:cubicBezTo>
                        <a:cubicBezTo>
                          <a:pt x="11700" y="89857"/>
                          <a:pt x="19616" y="93962"/>
                          <a:pt x="2997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3" name="Freeform: Shape 412">
                    <a:extLst>
                      <a:ext uri="{FF2B5EF4-FFF2-40B4-BE49-F238E27FC236}">
                        <a16:creationId xmlns:a16="http://schemas.microsoft.com/office/drawing/2014/main" id="{0AF8E4D4-2A24-9AFF-AFF3-5A379EE3F3EA}"/>
                      </a:ext>
                    </a:extLst>
                  </p:cNvPr>
                  <p:cNvSpPr/>
                  <p:nvPr/>
                </p:nvSpPr>
                <p:spPr>
                  <a:xfrm flipV="1">
                    <a:off x="3951269" y="4955763"/>
                    <a:ext cx="63926" cy="95994"/>
                  </a:xfrm>
                  <a:custGeom>
                    <a:avLst/>
                    <a:gdLst>
                      <a:gd name="connsiteX0" fmla="*/ 29983 w 63926"/>
                      <a:gd name="connsiteY0" fmla="*/ 84047 h 95994"/>
                      <a:gd name="connsiteX1" fmla="*/ 15453 w 63926"/>
                      <a:gd name="connsiteY1" fmla="*/ 74529 h 95994"/>
                      <a:gd name="connsiteX2" fmla="*/ 10597 w 63926"/>
                      <a:gd name="connsiteY2" fmla="*/ 45935 h 95994"/>
                      <a:gd name="connsiteX3" fmla="*/ 15453 w 63926"/>
                      <a:gd name="connsiteY3" fmla="*/ 17400 h 95994"/>
                      <a:gd name="connsiteX4" fmla="*/ 29983 w 63926"/>
                      <a:gd name="connsiteY4" fmla="*/ 7882 h 95994"/>
                      <a:gd name="connsiteX5" fmla="*/ 44572 w 63926"/>
                      <a:gd name="connsiteY5" fmla="*/ 17400 h 95994"/>
                      <a:gd name="connsiteX6" fmla="*/ 49448 w 63926"/>
                      <a:gd name="connsiteY6" fmla="*/ 45935 h 95994"/>
                      <a:gd name="connsiteX7" fmla="*/ 44572 w 63926"/>
                      <a:gd name="connsiteY7" fmla="*/ 74529 h 95994"/>
                      <a:gd name="connsiteX8" fmla="*/ 29983 w 63926"/>
                      <a:gd name="connsiteY8" fmla="*/ 84047 h 95994"/>
                      <a:gd name="connsiteX9" fmla="*/ 29983 w 63926"/>
                      <a:gd name="connsiteY9" fmla="*/ 93962 h 95994"/>
                      <a:gd name="connsiteX10" fmla="*/ 53750 w 63926"/>
                      <a:gd name="connsiteY10" fmla="*/ 81648 h 95994"/>
                      <a:gd name="connsiteX11" fmla="*/ 61956 w 63926"/>
                      <a:gd name="connsiteY11" fmla="*/ 45935 h 95994"/>
                      <a:gd name="connsiteX12" fmla="*/ 53750 w 63926"/>
                      <a:gd name="connsiteY12" fmla="*/ 10262 h 95994"/>
                      <a:gd name="connsiteX13" fmla="*/ 29983 w 63926"/>
                      <a:gd name="connsiteY13" fmla="*/ -2032 h 95994"/>
                      <a:gd name="connsiteX14" fmla="*/ 6236 w 63926"/>
                      <a:gd name="connsiteY14" fmla="*/ 10262 h 95994"/>
                      <a:gd name="connsiteX15" fmla="*/ -1971 w 63926"/>
                      <a:gd name="connsiteY15" fmla="*/ 45935 h 95994"/>
                      <a:gd name="connsiteX16" fmla="*/ 6236 w 63926"/>
                      <a:gd name="connsiteY16" fmla="*/ 81648 h 95994"/>
                      <a:gd name="connsiteX17" fmla="*/ 29983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83" y="84047"/>
                        </a:moveTo>
                        <a:cubicBezTo>
                          <a:pt x="23547" y="84047"/>
                          <a:pt x="18704" y="80874"/>
                          <a:pt x="15453" y="74529"/>
                        </a:cubicBezTo>
                        <a:cubicBezTo>
                          <a:pt x="12216" y="68197"/>
                          <a:pt x="10597" y="58665"/>
                          <a:pt x="10597" y="45935"/>
                        </a:cubicBezTo>
                        <a:cubicBezTo>
                          <a:pt x="10597" y="33257"/>
                          <a:pt x="12216" y="23746"/>
                          <a:pt x="15453" y="17400"/>
                        </a:cubicBezTo>
                        <a:cubicBezTo>
                          <a:pt x="18704" y="11055"/>
                          <a:pt x="23547" y="7882"/>
                          <a:pt x="29983" y="7882"/>
                        </a:cubicBezTo>
                        <a:cubicBezTo>
                          <a:pt x="36471" y="7882"/>
                          <a:pt x="41334" y="11055"/>
                          <a:pt x="44572" y="17400"/>
                        </a:cubicBezTo>
                        <a:cubicBezTo>
                          <a:pt x="47823" y="23746"/>
                          <a:pt x="49448" y="33257"/>
                          <a:pt x="49448" y="45935"/>
                        </a:cubicBezTo>
                        <a:cubicBezTo>
                          <a:pt x="49448" y="58665"/>
                          <a:pt x="47823" y="68197"/>
                          <a:pt x="44572" y="74529"/>
                        </a:cubicBezTo>
                        <a:cubicBezTo>
                          <a:pt x="41334" y="80874"/>
                          <a:pt x="36471" y="84047"/>
                          <a:pt x="29983" y="84047"/>
                        </a:cubicBezTo>
                        <a:close/>
                        <a:moveTo>
                          <a:pt x="29983" y="93962"/>
                        </a:moveTo>
                        <a:cubicBezTo>
                          <a:pt x="40357" y="93962"/>
                          <a:pt x="48279" y="89857"/>
                          <a:pt x="53750" y="81648"/>
                        </a:cubicBezTo>
                        <a:cubicBezTo>
                          <a:pt x="59221" y="73452"/>
                          <a:pt x="61956" y="61547"/>
                          <a:pt x="61956" y="45935"/>
                        </a:cubicBezTo>
                        <a:cubicBezTo>
                          <a:pt x="61956" y="30362"/>
                          <a:pt x="59221" y="18471"/>
                          <a:pt x="53750" y="10262"/>
                        </a:cubicBezTo>
                        <a:cubicBezTo>
                          <a:pt x="48279" y="2066"/>
                          <a:pt x="40357" y="-2032"/>
                          <a:pt x="29983" y="-2032"/>
                        </a:cubicBezTo>
                        <a:cubicBezTo>
                          <a:pt x="19622" y="-2032"/>
                          <a:pt x="11707" y="2066"/>
                          <a:pt x="6236" y="10262"/>
                        </a:cubicBezTo>
                        <a:cubicBezTo>
                          <a:pt x="765" y="18471"/>
                          <a:pt x="-1971" y="30362"/>
                          <a:pt x="-1971" y="45935"/>
                        </a:cubicBezTo>
                        <a:cubicBezTo>
                          <a:pt x="-1971" y="61547"/>
                          <a:pt x="765" y="73452"/>
                          <a:pt x="6236" y="81648"/>
                        </a:cubicBezTo>
                        <a:cubicBezTo>
                          <a:pt x="11707" y="89857"/>
                          <a:pt x="19622" y="93962"/>
                          <a:pt x="29983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14" name="Graphic 398">
                <a:extLst>
                  <a:ext uri="{FF2B5EF4-FFF2-40B4-BE49-F238E27FC236}">
                    <a16:creationId xmlns:a16="http://schemas.microsoft.com/office/drawing/2014/main" id="{2FCB98A0-0335-4CE2-1D5F-0103F6048F1E}"/>
                  </a:ext>
                </a:extLst>
              </p:cNvPr>
              <p:cNvGrpSpPr/>
              <p:nvPr/>
            </p:nvGrpSpPr>
            <p:grpSpPr>
              <a:xfrm>
                <a:off x="4357582" y="4864687"/>
                <a:ext cx="223926" cy="187070"/>
                <a:chOff x="4357582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15" name="Freeform: Shape 414">
                  <a:extLst>
                    <a:ext uri="{FF2B5EF4-FFF2-40B4-BE49-F238E27FC236}">
                      <a16:creationId xmlns:a16="http://schemas.microsoft.com/office/drawing/2014/main" id="{CA63A737-668C-6ABB-3E01-E4CDCA4D6797}"/>
                    </a:ext>
                  </a:extLst>
                </p:cNvPr>
                <p:cNvSpPr/>
                <p:nvPr/>
              </p:nvSpPr>
              <p:spPr>
                <a:xfrm>
                  <a:off x="4468864" y="4864687"/>
                  <a:ext cx="12686" cy="44417"/>
                </a:xfrm>
                <a:custGeom>
                  <a:avLst/>
                  <a:gdLst>
                    <a:gd name="connsiteX0" fmla="*/ 102 w 12686"/>
                    <a:gd name="connsiteY0" fmla="*/ 286 h 44417"/>
                    <a:gd name="connsiteX1" fmla="*/ 102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02" y="286"/>
                      </a:moveTo>
                      <a:lnTo>
                        <a:pt x="102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16" name="Graphic 398">
                  <a:extLst>
                    <a:ext uri="{FF2B5EF4-FFF2-40B4-BE49-F238E27FC236}">
                      <a16:creationId xmlns:a16="http://schemas.microsoft.com/office/drawing/2014/main" id="{E12ACED0-C19B-FB19-0B0B-39C2E4065B9B}"/>
                    </a:ext>
                  </a:extLst>
                </p:cNvPr>
                <p:cNvGrpSpPr/>
                <p:nvPr/>
              </p:nvGrpSpPr>
              <p:grpSpPr>
                <a:xfrm>
                  <a:off x="4357582" y="4955763"/>
                  <a:ext cx="223926" cy="95994"/>
                  <a:chOff x="4357582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17" name="Freeform: Shape 416">
                    <a:extLst>
                      <a:ext uri="{FF2B5EF4-FFF2-40B4-BE49-F238E27FC236}">
                        <a16:creationId xmlns:a16="http://schemas.microsoft.com/office/drawing/2014/main" id="{FD5AE56E-19BA-0D46-E4F8-0DBF5FE03D7F}"/>
                      </a:ext>
                    </a:extLst>
                  </p:cNvPr>
                  <p:cNvSpPr/>
                  <p:nvPr/>
                </p:nvSpPr>
                <p:spPr>
                  <a:xfrm flipV="1">
                    <a:off x="4357582" y="4957429"/>
                    <a:ext cx="59843" cy="94328"/>
                  </a:xfrm>
                  <a:custGeom>
                    <a:avLst/>
                    <a:gdLst>
                      <a:gd name="connsiteX0" fmla="*/ 1997 w 59843"/>
                      <a:gd name="connsiteY0" fmla="*/ 92338 h 94328"/>
                      <a:gd name="connsiteX1" fmla="*/ 51117 w 59843"/>
                      <a:gd name="connsiteY1" fmla="*/ 92338 h 94328"/>
                      <a:gd name="connsiteX2" fmla="*/ 51117 w 59843"/>
                      <a:gd name="connsiteY2" fmla="*/ 81789 h 94328"/>
                      <a:gd name="connsiteX3" fmla="*/ 13455 w 59843"/>
                      <a:gd name="connsiteY3" fmla="*/ 81789 h 94328"/>
                      <a:gd name="connsiteX4" fmla="*/ 13455 w 59843"/>
                      <a:gd name="connsiteY4" fmla="*/ 59124 h 94328"/>
                      <a:gd name="connsiteX5" fmla="*/ 18886 w 59843"/>
                      <a:gd name="connsiteY5" fmla="*/ 60512 h 94328"/>
                      <a:gd name="connsiteX6" fmla="*/ 24357 w 59843"/>
                      <a:gd name="connsiteY6" fmla="*/ 60968 h 94328"/>
                      <a:gd name="connsiteX7" fmla="*/ 48877 w 59843"/>
                      <a:gd name="connsiteY7" fmla="*/ 52481 h 94328"/>
                      <a:gd name="connsiteX8" fmla="*/ 57936 w 59843"/>
                      <a:gd name="connsiteY8" fmla="*/ 29499 h 94328"/>
                      <a:gd name="connsiteX9" fmla="*/ 48639 w 59843"/>
                      <a:gd name="connsiteY9" fmla="*/ 6279 h 94328"/>
                      <a:gd name="connsiteX10" fmla="*/ 22434 w 59843"/>
                      <a:gd name="connsiteY10" fmla="*/ -1990 h 94328"/>
                      <a:gd name="connsiteX11" fmla="*/ 10561 w 59843"/>
                      <a:gd name="connsiteY11" fmla="*/ -999 h 94328"/>
                      <a:gd name="connsiteX12" fmla="*/ -1908 w 59843"/>
                      <a:gd name="connsiteY12" fmla="*/ 1976 h 94328"/>
                      <a:gd name="connsiteX13" fmla="*/ -1908 w 59843"/>
                      <a:gd name="connsiteY13" fmla="*/ 14567 h 94328"/>
                      <a:gd name="connsiteX14" fmla="*/ 9609 w 59843"/>
                      <a:gd name="connsiteY14" fmla="*/ 10046 h 94328"/>
                      <a:gd name="connsiteX15" fmla="*/ 22176 w 59843"/>
                      <a:gd name="connsiteY15" fmla="*/ 8559 h 94328"/>
                      <a:gd name="connsiteX16" fmla="*/ 39144 w 59843"/>
                      <a:gd name="connsiteY16" fmla="*/ 14190 h 94328"/>
                      <a:gd name="connsiteX17" fmla="*/ 45408 w 59843"/>
                      <a:gd name="connsiteY17" fmla="*/ 29499 h 94328"/>
                      <a:gd name="connsiteX18" fmla="*/ 39144 w 59843"/>
                      <a:gd name="connsiteY18" fmla="*/ 44787 h 94328"/>
                      <a:gd name="connsiteX19" fmla="*/ 22176 w 59843"/>
                      <a:gd name="connsiteY19" fmla="*/ 50439 h 94328"/>
                      <a:gd name="connsiteX20" fmla="*/ 12166 w 59843"/>
                      <a:gd name="connsiteY20" fmla="*/ 49328 h 94328"/>
                      <a:gd name="connsiteX21" fmla="*/ 1997 w 59843"/>
                      <a:gd name="connsiteY21" fmla="*/ 45858 h 94328"/>
                      <a:gd name="connsiteX22" fmla="*/ 1997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97" y="92338"/>
                        </a:moveTo>
                        <a:lnTo>
                          <a:pt x="51117" y="92338"/>
                        </a:lnTo>
                        <a:lnTo>
                          <a:pt x="51117" y="81789"/>
                        </a:lnTo>
                        <a:lnTo>
                          <a:pt x="13455" y="81789"/>
                        </a:lnTo>
                        <a:lnTo>
                          <a:pt x="13455" y="59124"/>
                        </a:lnTo>
                        <a:cubicBezTo>
                          <a:pt x="15265" y="59745"/>
                          <a:pt x="17075" y="60208"/>
                          <a:pt x="18886" y="60512"/>
                        </a:cubicBezTo>
                        <a:cubicBezTo>
                          <a:pt x="20709" y="60816"/>
                          <a:pt x="22533" y="60968"/>
                          <a:pt x="24357" y="60968"/>
                        </a:cubicBezTo>
                        <a:cubicBezTo>
                          <a:pt x="34678" y="60968"/>
                          <a:pt x="42851" y="58139"/>
                          <a:pt x="48877" y="52481"/>
                        </a:cubicBezTo>
                        <a:cubicBezTo>
                          <a:pt x="54916" y="46823"/>
                          <a:pt x="57936" y="39162"/>
                          <a:pt x="57936" y="29499"/>
                        </a:cubicBezTo>
                        <a:cubicBezTo>
                          <a:pt x="57936" y="19544"/>
                          <a:pt x="54837" y="11804"/>
                          <a:pt x="48639" y="6279"/>
                        </a:cubicBezTo>
                        <a:cubicBezTo>
                          <a:pt x="42441" y="766"/>
                          <a:pt x="33706" y="-1990"/>
                          <a:pt x="22434" y="-1990"/>
                        </a:cubicBezTo>
                        <a:cubicBezTo>
                          <a:pt x="18549" y="-1990"/>
                          <a:pt x="14591" y="-1660"/>
                          <a:pt x="10561" y="-999"/>
                        </a:cubicBezTo>
                        <a:cubicBezTo>
                          <a:pt x="6543" y="-338"/>
                          <a:pt x="2387" y="654"/>
                          <a:pt x="-1908" y="1976"/>
                        </a:cubicBezTo>
                        <a:lnTo>
                          <a:pt x="-1908" y="14567"/>
                        </a:lnTo>
                        <a:cubicBezTo>
                          <a:pt x="1806" y="12545"/>
                          <a:pt x="5645" y="11038"/>
                          <a:pt x="9609" y="10046"/>
                        </a:cubicBezTo>
                        <a:cubicBezTo>
                          <a:pt x="13573" y="9055"/>
                          <a:pt x="17763" y="8559"/>
                          <a:pt x="22176" y="8559"/>
                        </a:cubicBezTo>
                        <a:cubicBezTo>
                          <a:pt x="29326" y="8559"/>
                          <a:pt x="34981" y="10436"/>
                          <a:pt x="39144" y="14190"/>
                        </a:cubicBezTo>
                        <a:cubicBezTo>
                          <a:pt x="43320" y="17945"/>
                          <a:pt x="45408" y="23048"/>
                          <a:pt x="45408" y="29499"/>
                        </a:cubicBezTo>
                        <a:cubicBezTo>
                          <a:pt x="45408" y="35937"/>
                          <a:pt x="43320" y="41033"/>
                          <a:pt x="39144" y="44787"/>
                        </a:cubicBezTo>
                        <a:cubicBezTo>
                          <a:pt x="34981" y="48555"/>
                          <a:pt x="29326" y="50439"/>
                          <a:pt x="22176" y="50439"/>
                        </a:cubicBezTo>
                        <a:cubicBezTo>
                          <a:pt x="18833" y="50439"/>
                          <a:pt x="15496" y="50068"/>
                          <a:pt x="12166" y="49328"/>
                        </a:cubicBezTo>
                        <a:cubicBezTo>
                          <a:pt x="8849" y="48588"/>
                          <a:pt x="5460" y="47431"/>
                          <a:pt x="1997" y="45858"/>
                        </a:cubicBezTo>
                        <a:lnTo>
                          <a:pt x="199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8" name="Freeform: Shape 417">
                    <a:extLst>
                      <a:ext uri="{FF2B5EF4-FFF2-40B4-BE49-F238E27FC236}">
                        <a16:creationId xmlns:a16="http://schemas.microsoft.com/office/drawing/2014/main" id="{D40B0CB4-4029-B022-61E3-AECDD722C1EB}"/>
                      </a:ext>
                    </a:extLst>
                  </p:cNvPr>
                  <p:cNvSpPr/>
                  <p:nvPr/>
                </p:nvSpPr>
                <p:spPr>
                  <a:xfrm flipV="1">
                    <a:off x="4442439" y="4957429"/>
                    <a:ext cx="55066" cy="92524"/>
                  </a:xfrm>
                  <a:custGeom>
                    <a:avLst/>
                    <a:gdLst>
                      <a:gd name="connsiteX0" fmla="*/ -186 w 55066"/>
                      <a:gd name="connsiteY0" fmla="*/ 8493 h 92524"/>
                      <a:gd name="connsiteX1" fmla="*/ 20251 w 55066"/>
                      <a:gd name="connsiteY1" fmla="*/ 8493 h 92524"/>
                      <a:gd name="connsiteX2" fmla="*/ 20251 w 55066"/>
                      <a:gd name="connsiteY2" fmla="*/ 79086 h 92524"/>
                      <a:gd name="connsiteX3" fmla="*/ -1990 w 55066"/>
                      <a:gd name="connsiteY3" fmla="*/ 74625 h 92524"/>
                      <a:gd name="connsiteX4" fmla="*/ -1990 w 55066"/>
                      <a:gd name="connsiteY4" fmla="*/ 86027 h 92524"/>
                      <a:gd name="connsiteX5" fmla="*/ 20132 w 55066"/>
                      <a:gd name="connsiteY5" fmla="*/ 90488 h 92524"/>
                      <a:gd name="connsiteX6" fmla="*/ 32640 w 55066"/>
                      <a:gd name="connsiteY6" fmla="*/ 90488 h 92524"/>
                      <a:gd name="connsiteX7" fmla="*/ 32640 w 55066"/>
                      <a:gd name="connsiteY7" fmla="*/ 8493 h 92524"/>
                      <a:gd name="connsiteX8" fmla="*/ 53076 w 55066"/>
                      <a:gd name="connsiteY8" fmla="*/ 8493 h 92524"/>
                      <a:gd name="connsiteX9" fmla="*/ 53076 w 55066"/>
                      <a:gd name="connsiteY9" fmla="*/ -2036 h 92524"/>
                      <a:gd name="connsiteX10" fmla="*/ -186 w 55066"/>
                      <a:gd name="connsiteY10" fmla="*/ -2036 h 92524"/>
                      <a:gd name="connsiteX11" fmla="*/ -186 w 55066"/>
                      <a:gd name="connsiteY11" fmla="*/ 8493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186" y="8493"/>
                        </a:moveTo>
                        <a:lnTo>
                          <a:pt x="20251" y="8493"/>
                        </a:lnTo>
                        <a:lnTo>
                          <a:pt x="20251" y="79086"/>
                        </a:lnTo>
                        <a:lnTo>
                          <a:pt x="-1990" y="74625"/>
                        </a:lnTo>
                        <a:lnTo>
                          <a:pt x="-1990" y="86027"/>
                        </a:lnTo>
                        <a:lnTo>
                          <a:pt x="20132" y="90488"/>
                        </a:lnTo>
                        <a:lnTo>
                          <a:pt x="32640" y="90488"/>
                        </a:lnTo>
                        <a:lnTo>
                          <a:pt x="32640" y="8493"/>
                        </a:lnTo>
                        <a:lnTo>
                          <a:pt x="53076" y="8493"/>
                        </a:lnTo>
                        <a:lnTo>
                          <a:pt x="53076" y="-2036"/>
                        </a:lnTo>
                        <a:lnTo>
                          <a:pt x="-186" y="-2036"/>
                        </a:lnTo>
                        <a:lnTo>
                          <a:pt x="-186" y="84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9" name="Freeform: Shape 418">
                    <a:extLst>
                      <a:ext uri="{FF2B5EF4-FFF2-40B4-BE49-F238E27FC236}">
                        <a16:creationId xmlns:a16="http://schemas.microsoft.com/office/drawing/2014/main" id="{C111BDD4-BDAD-4D1F-28AA-BCFA00BB1C56}"/>
                      </a:ext>
                    </a:extLst>
                  </p:cNvPr>
                  <p:cNvSpPr/>
                  <p:nvPr/>
                </p:nvSpPr>
                <p:spPr>
                  <a:xfrm flipV="1">
                    <a:off x="4517582" y="4955763"/>
                    <a:ext cx="63926" cy="95994"/>
                  </a:xfrm>
                  <a:custGeom>
                    <a:avLst/>
                    <a:gdLst>
                      <a:gd name="connsiteX0" fmla="*/ 30028 w 63926"/>
                      <a:gd name="connsiteY0" fmla="*/ 84047 h 95994"/>
                      <a:gd name="connsiteX1" fmla="*/ 15498 w 63926"/>
                      <a:gd name="connsiteY1" fmla="*/ 74529 h 95994"/>
                      <a:gd name="connsiteX2" fmla="*/ 10641 w 63926"/>
                      <a:gd name="connsiteY2" fmla="*/ 45935 h 95994"/>
                      <a:gd name="connsiteX3" fmla="*/ 15498 w 63926"/>
                      <a:gd name="connsiteY3" fmla="*/ 17400 h 95994"/>
                      <a:gd name="connsiteX4" fmla="*/ 30028 w 63926"/>
                      <a:gd name="connsiteY4" fmla="*/ 7882 h 95994"/>
                      <a:gd name="connsiteX5" fmla="*/ 44617 w 63926"/>
                      <a:gd name="connsiteY5" fmla="*/ 17400 h 95994"/>
                      <a:gd name="connsiteX6" fmla="*/ 49493 w 63926"/>
                      <a:gd name="connsiteY6" fmla="*/ 45935 h 95994"/>
                      <a:gd name="connsiteX7" fmla="*/ 44617 w 63926"/>
                      <a:gd name="connsiteY7" fmla="*/ 74529 h 95994"/>
                      <a:gd name="connsiteX8" fmla="*/ 30028 w 63926"/>
                      <a:gd name="connsiteY8" fmla="*/ 84047 h 95994"/>
                      <a:gd name="connsiteX9" fmla="*/ 30028 w 63926"/>
                      <a:gd name="connsiteY9" fmla="*/ 93962 h 95994"/>
                      <a:gd name="connsiteX10" fmla="*/ 53794 w 63926"/>
                      <a:gd name="connsiteY10" fmla="*/ 81648 h 95994"/>
                      <a:gd name="connsiteX11" fmla="*/ 62001 w 63926"/>
                      <a:gd name="connsiteY11" fmla="*/ 45935 h 95994"/>
                      <a:gd name="connsiteX12" fmla="*/ 53794 w 63926"/>
                      <a:gd name="connsiteY12" fmla="*/ 10262 h 95994"/>
                      <a:gd name="connsiteX13" fmla="*/ 30028 w 63926"/>
                      <a:gd name="connsiteY13" fmla="*/ -2032 h 95994"/>
                      <a:gd name="connsiteX14" fmla="*/ 6281 w 63926"/>
                      <a:gd name="connsiteY14" fmla="*/ 10262 h 95994"/>
                      <a:gd name="connsiteX15" fmla="*/ -1926 w 63926"/>
                      <a:gd name="connsiteY15" fmla="*/ 45935 h 95994"/>
                      <a:gd name="connsiteX16" fmla="*/ 6281 w 63926"/>
                      <a:gd name="connsiteY16" fmla="*/ 81648 h 95994"/>
                      <a:gd name="connsiteX17" fmla="*/ 30028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28" y="84047"/>
                        </a:moveTo>
                        <a:cubicBezTo>
                          <a:pt x="23592" y="84047"/>
                          <a:pt x="18749" y="80874"/>
                          <a:pt x="15498" y="74529"/>
                        </a:cubicBezTo>
                        <a:cubicBezTo>
                          <a:pt x="12260" y="68197"/>
                          <a:pt x="10641" y="58665"/>
                          <a:pt x="10641" y="45935"/>
                        </a:cubicBezTo>
                        <a:cubicBezTo>
                          <a:pt x="10641" y="33257"/>
                          <a:pt x="12260" y="23746"/>
                          <a:pt x="15498" y="17400"/>
                        </a:cubicBezTo>
                        <a:cubicBezTo>
                          <a:pt x="18749" y="11055"/>
                          <a:pt x="23592" y="7882"/>
                          <a:pt x="30028" y="7882"/>
                        </a:cubicBezTo>
                        <a:cubicBezTo>
                          <a:pt x="36516" y="7882"/>
                          <a:pt x="41379" y="11055"/>
                          <a:pt x="44617" y="17400"/>
                        </a:cubicBezTo>
                        <a:cubicBezTo>
                          <a:pt x="47868" y="23746"/>
                          <a:pt x="49493" y="33257"/>
                          <a:pt x="49493" y="45935"/>
                        </a:cubicBezTo>
                        <a:cubicBezTo>
                          <a:pt x="49493" y="58665"/>
                          <a:pt x="47868" y="68197"/>
                          <a:pt x="44617" y="74529"/>
                        </a:cubicBezTo>
                        <a:cubicBezTo>
                          <a:pt x="41379" y="80874"/>
                          <a:pt x="36516" y="84047"/>
                          <a:pt x="30028" y="84047"/>
                        </a:cubicBezTo>
                        <a:close/>
                        <a:moveTo>
                          <a:pt x="30028" y="93962"/>
                        </a:moveTo>
                        <a:cubicBezTo>
                          <a:pt x="40401" y="93962"/>
                          <a:pt x="48323" y="89857"/>
                          <a:pt x="53794" y="81648"/>
                        </a:cubicBezTo>
                        <a:cubicBezTo>
                          <a:pt x="59265" y="73452"/>
                          <a:pt x="62001" y="61547"/>
                          <a:pt x="62001" y="45935"/>
                        </a:cubicBezTo>
                        <a:cubicBezTo>
                          <a:pt x="62001" y="30362"/>
                          <a:pt x="59265" y="18471"/>
                          <a:pt x="53794" y="10262"/>
                        </a:cubicBezTo>
                        <a:cubicBezTo>
                          <a:pt x="48323" y="2066"/>
                          <a:pt x="40401" y="-2032"/>
                          <a:pt x="30028" y="-2032"/>
                        </a:cubicBezTo>
                        <a:cubicBezTo>
                          <a:pt x="19667" y="-2032"/>
                          <a:pt x="11751" y="2066"/>
                          <a:pt x="6281" y="10262"/>
                        </a:cubicBezTo>
                        <a:cubicBezTo>
                          <a:pt x="810" y="18471"/>
                          <a:pt x="-1926" y="30362"/>
                          <a:pt x="-1926" y="45935"/>
                        </a:cubicBezTo>
                        <a:cubicBezTo>
                          <a:pt x="-1926" y="61547"/>
                          <a:pt x="810" y="73452"/>
                          <a:pt x="6281" y="81648"/>
                        </a:cubicBezTo>
                        <a:cubicBezTo>
                          <a:pt x="11751" y="89857"/>
                          <a:pt x="19667" y="93962"/>
                          <a:pt x="30028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20" name="Graphic 398">
                <a:extLst>
                  <a:ext uri="{FF2B5EF4-FFF2-40B4-BE49-F238E27FC236}">
                    <a16:creationId xmlns:a16="http://schemas.microsoft.com/office/drawing/2014/main" id="{BC500A39-DD51-049C-C772-BF3280EAB5E9}"/>
                  </a:ext>
                </a:extLst>
              </p:cNvPr>
              <p:cNvGrpSpPr/>
              <p:nvPr/>
            </p:nvGrpSpPr>
            <p:grpSpPr>
              <a:xfrm>
                <a:off x="4923895" y="4864687"/>
                <a:ext cx="223926" cy="187070"/>
                <a:chOff x="4923895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21" name="Freeform: Shape 420">
                  <a:extLst>
                    <a:ext uri="{FF2B5EF4-FFF2-40B4-BE49-F238E27FC236}">
                      <a16:creationId xmlns:a16="http://schemas.microsoft.com/office/drawing/2014/main" id="{5ACE904E-3622-6F0C-673C-8DAD61BDCC16}"/>
                    </a:ext>
                  </a:extLst>
                </p:cNvPr>
                <p:cNvSpPr/>
                <p:nvPr/>
              </p:nvSpPr>
              <p:spPr>
                <a:xfrm>
                  <a:off x="5035177" y="4864687"/>
                  <a:ext cx="12686" cy="44417"/>
                </a:xfrm>
                <a:custGeom>
                  <a:avLst/>
                  <a:gdLst>
                    <a:gd name="connsiteX0" fmla="*/ 147 w 12686"/>
                    <a:gd name="connsiteY0" fmla="*/ 286 h 44417"/>
                    <a:gd name="connsiteX1" fmla="*/ 147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47" y="286"/>
                      </a:moveTo>
                      <a:lnTo>
                        <a:pt x="147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22" name="Graphic 398">
                  <a:extLst>
                    <a:ext uri="{FF2B5EF4-FFF2-40B4-BE49-F238E27FC236}">
                      <a16:creationId xmlns:a16="http://schemas.microsoft.com/office/drawing/2014/main" id="{E1DB7762-57C3-018B-FBC2-831188EBA93B}"/>
                    </a:ext>
                  </a:extLst>
                </p:cNvPr>
                <p:cNvGrpSpPr/>
                <p:nvPr/>
              </p:nvGrpSpPr>
              <p:grpSpPr>
                <a:xfrm>
                  <a:off x="4923895" y="4955763"/>
                  <a:ext cx="223926" cy="95994"/>
                  <a:chOff x="4923895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23" name="Freeform: Shape 422">
                    <a:extLst>
                      <a:ext uri="{FF2B5EF4-FFF2-40B4-BE49-F238E27FC236}">
                        <a16:creationId xmlns:a16="http://schemas.microsoft.com/office/drawing/2014/main" id="{0EB93218-45C7-D9F0-C853-A1D419AB8703}"/>
                      </a:ext>
                    </a:extLst>
                  </p:cNvPr>
                  <p:cNvSpPr/>
                  <p:nvPr/>
                </p:nvSpPr>
                <p:spPr>
                  <a:xfrm flipV="1">
                    <a:off x="4923895" y="4957429"/>
                    <a:ext cx="59843" cy="94328"/>
                  </a:xfrm>
                  <a:custGeom>
                    <a:avLst/>
                    <a:gdLst>
                      <a:gd name="connsiteX0" fmla="*/ 2042 w 59843"/>
                      <a:gd name="connsiteY0" fmla="*/ 92338 h 94328"/>
                      <a:gd name="connsiteX1" fmla="*/ 51161 w 59843"/>
                      <a:gd name="connsiteY1" fmla="*/ 92338 h 94328"/>
                      <a:gd name="connsiteX2" fmla="*/ 51161 w 59843"/>
                      <a:gd name="connsiteY2" fmla="*/ 81789 h 94328"/>
                      <a:gd name="connsiteX3" fmla="*/ 13499 w 59843"/>
                      <a:gd name="connsiteY3" fmla="*/ 81789 h 94328"/>
                      <a:gd name="connsiteX4" fmla="*/ 13499 w 59843"/>
                      <a:gd name="connsiteY4" fmla="*/ 59124 h 94328"/>
                      <a:gd name="connsiteX5" fmla="*/ 18930 w 59843"/>
                      <a:gd name="connsiteY5" fmla="*/ 60512 h 94328"/>
                      <a:gd name="connsiteX6" fmla="*/ 24401 w 59843"/>
                      <a:gd name="connsiteY6" fmla="*/ 60968 h 94328"/>
                      <a:gd name="connsiteX7" fmla="*/ 48922 w 59843"/>
                      <a:gd name="connsiteY7" fmla="*/ 52481 h 94328"/>
                      <a:gd name="connsiteX8" fmla="*/ 57980 w 59843"/>
                      <a:gd name="connsiteY8" fmla="*/ 29499 h 94328"/>
                      <a:gd name="connsiteX9" fmla="*/ 48684 w 59843"/>
                      <a:gd name="connsiteY9" fmla="*/ 6279 h 94328"/>
                      <a:gd name="connsiteX10" fmla="*/ 22479 w 59843"/>
                      <a:gd name="connsiteY10" fmla="*/ -1990 h 94328"/>
                      <a:gd name="connsiteX11" fmla="*/ 10605 w 59843"/>
                      <a:gd name="connsiteY11" fmla="*/ -999 h 94328"/>
                      <a:gd name="connsiteX12" fmla="*/ -1863 w 59843"/>
                      <a:gd name="connsiteY12" fmla="*/ 1976 h 94328"/>
                      <a:gd name="connsiteX13" fmla="*/ -1863 w 59843"/>
                      <a:gd name="connsiteY13" fmla="*/ 14567 h 94328"/>
                      <a:gd name="connsiteX14" fmla="*/ 9654 w 59843"/>
                      <a:gd name="connsiteY14" fmla="*/ 10046 h 94328"/>
                      <a:gd name="connsiteX15" fmla="*/ 22221 w 59843"/>
                      <a:gd name="connsiteY15" fmla="*/ 8559 h 94328"/>
                      <a:gd name="connsiteX16" fmla="*/ 39189 w 59843"/>
                      <a:gd name="connsiteY16" fmla="*/ 14190 h 94328"/>
                      <a:gd name="connsiteX17" fmla="*/ 45453 w 59843"/>
                      <a:gd name="connsiteY17" fmla="*/ 29499 h 94328"/>
                      <a:gd name="connsiteX18" fmla="*/ 39189 w 59843"/>
                      <a:gd name="connsiteY18" fmla="*/ 44787 h 94328"/>
                      <a:gd name="connsiteX19" fmla="*/ 22221 w 59843"/>
                      <a:gd name="connsiteY19" fmla="*/ 50439 h 94328"/>
                      <a:gd name="connsiteX20" fmla="*/ 12211 w 59843"/>
                      <a:gd name="connsiteY20" fmla="*/ 49328 h 94328"/>
                      <a:gd name="connsiteX21" fmla="*/ 2042 w 59843"/>
                      <a:gd name="connsiteY21" fmla="*/ 45858 h 94328"/>
                      <a:gd name="connsiteX22" fmla="*/ 2042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42" y="92338"/>
                        </a:moveTo>
                        <a:lnTo>
                          <a:pt x="51161" y="92338"/>
                        </a:lnTo>
                        <a:lnTo>
                          <a:pt x="51161" y="81789"/>
                        </a:lnTo>
                        <a:lnTo>
                          <a:pt x="13499" y="81789"/>
                        </a:lnTo>
                        <a:lnTo>
                          <a:pt x="13499" y="59124"/>
                        </a:lnTo>
                        <a:cubicBezTo>
                          <a:pt x="15310" y="59745"/>
                          <a:pt x="17120" y="60208"/>
                          <a:pt x="18930" y="60512"/>
                        </a:cubicBezTo>
                        <a:cubicBezTo>
                          <a:pt x="20754" y="60816"/>
                          <a:pt x="22578" y="60968"/>
                          <a:pt x="24401" y="60968"/>
                        </a:cubicBezTo>
                        <a:cubicBezTo>
                          <a:pt x="34722" y="60968"/>
                          <a:pt x="42896" y="58139"/>
                          <a:pt x="48922" y="52481"/>
                        </a:cubicBezTo>
                        <a:cubicBezTo>
                          <a:pt x="54961" y="46823"/>
                          <a:pt x="57980" y="39162"/>
                          <a:pt x="57980" y="29499"/>
                        </a:cubicBezTo>
                        <a:cubicBezTo>
                          <a:pt x="57980" y="19544"/>
                          <a:pt x="54881" y="11804"/>
                          <a:pt x="48684" y="6279"/>
                        </a:cubicBezTo>
                        <a:cubicBezTo>
                          <a:pt x="42486" y="766"/>
                          <a:pt x="33751" y="-1990"/>
                          <a:pt x="22479" y="-1990"/>
                        </a:cubicBezTo>
                        <a:cubicBezTo>
                          <a:pt x="18594" y="-1990"/>
                          <a:pt x="14636" y="-1660"/>
                          <a:pt x="10605" y="-999"/>
                        </a:cubicBezTo>
                        <a:cubicBezTo>
                          <a:pt x="6588" y="-338"/>
                          <a:pt x="2432" y="654"/>
                          <a:pt x="-1863" y="1976"/>
                        </a:cubicBezTo>
                        <a:lnTo>
                          <a:pt x="-1863" y="14567"/>
                        </a:lnTo>
                        <a:cubicBezTo>
                          <a:pt x="1850" y="12545"/>
                          <a:pt x="5689" y="11038"/>
                          <a:pt x="9654" y="10046"/>
                        </a:cubicBezTo>
                        <a:cubicBezTo>
                          <a:pt x="13618" y="9055"/>
                          <a:pt x="17807" y="8559"/>
                          <a:pt x="22221" y="8559"/>
                        </a:cubicBezTo>
                        <a:cubicBezTo>
                          <a:pt x="29370" y="8559"/>
                          <a:pt x="35026" y="10436"/>
                          <a:pt x="39189" y="14190"/>
                        </a:cubicBezTo>
                        <a:cubicBezTo>
                          <a:pt x="43365" y="17945"/>
                          <a:pt x="45453" y="23048"/>
                          <a:pt x="45453" y="29499"/>
                        </a:cubicBezTo>
                        <a:cubicBezTo>
                          <a:pt x="45453" y="35937"/>
                          <a:pt x="43365" y="41033"/>
                          <a:pt x="39189" y="44787"/>
                        </a:cubicBezTo>
                        <a:cubicBezTo>
                          <a:pt x="35026" y="48555"/>
                          <a:pt x="29370" y="50439"/>
                          <a:pt x="22221" y="50439"/>
                        </a:cubicBezTo>
                        <a:cubicBezTo>
                          <a:pt x="18878" y="50439"/>
                          <a:pt x="15541" y="50068"/>
                          <a:pt x="12211" y="49328"/>
                        </a:cubicBezTo>
                        <a:cubicBezTo>
                          <a:pt x="8894" y="48588"/>
                          <a:pt x="5504" y="47431"/>
                          <a:pt x="2042" y="45858"/>
                        </a:cubicBezTo>
                        <a:lnTo>
                          <a:pt x="204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24" name="Freeform: Shape 423">
                    <a:extLst>
                      <a:ext uri="{FF2B5EF4-FFF2-40B4-BE49-F238E27FC236}">
                        <a16:creationId xmlns:a16="http://schemas.microsoft.com/office/drawing/2014/main" id="{B748F3AB-6A8D-5C24-FDE2-7498297A8EB2}"/>
                      </a:ext>
                    </a:extLst>
                  </p:cNvPr>
                  <p:cNvSpPr/>
                  <p:nvPr/>
                </p:nvSpPr>
                <p:spPr>
                  <a:xfrm flipV="1">
                    <a:off x="5004113" y="4955763"/>
                    <a:ext cx="58713" cy="94189"/>
                  </a:xfrm>
                  <a:custGeom>
                    <a:avLst/>
                    <a:gdLst>
                      <a:gd name="connsiteX0" fmla="*/ 13242 w 58713"/>
                      <a:gd name="connsiteY0" fmla="*/ 8451 h 94189"/>
                      <a:gd name="connsiteX1" fmla="*/ 56910 w 58713"/>
                      <a:gd name="connsiteY1" fmla="*/ 8451 h 94189"/>
                      <a:gd name="connsiteX2" fmla="*/ 56910 w 58713"/>
                      <a:gd name="connsiteY2" fmla="*/ -2078 h 94189"/>
                      <a:gd name="connsiteX3" fmla="*/ -1803 w 58713"/>
                      <a:gd name="connsiteY3" fmla="*/ -2078 h 94189"/>
                      <a:gd name="connsiteX4" fmla="*/ -1803 w 58713"/>
                      <a:gd name="connsiteY4" fmla="*/ 8451 h 94189"/>
                      <a:gd name="connsiteX5" fmla="*/ 17603 w 58713"/>
                      <a:gd name="connsiteY5" fmla="*/ 28241 h 94189"/>
                      <a:gd name="connsiteX6" fmla="*/ 33064 w 58713"/>
                      <a:gd name="connsiteY6" fmla="*/ 44283 h 94189"/>
                      <a:gd name="connsiteX7" fmla="*/ 41449 w 58713"/>
                      <a:gd name="connsiteY7" fmla="*/ 55705 h 94189"/>
                      <a:gd name="connsiteX8" fmla="*/ 43847 w 58713"/>
                      <a:gd name="connsiteY8" fmla="*/ 64906 h 94189"/>
                      <a:gd name="connsiteX9" fmla="*/ 38674 w 58713"/>
                      <a:gd name="connsiteY9" fmla="*/ 76922 h 94189"/>
                      <a:gd name="connsiteX10" fmla="*/ 25195 w 58713"/>
                      <a:gd name="connsiteY10" fmla="*/ 81582 h 94189"/>
                      <a:gd name="connsiteX11" fmla="*/ 12766 w 58713"/>
                      <a:gd name="connsiteY11" fmla="*/ 79540 h 94189"/>
                      <a:gd name="connsiteX12" fmla="*/ -1189 w 58713"/>
                      <a:gd name="connsiteY12" fmla="*/ 73333 h 94189"/>
                      <a:gd name="connsiteX13" fmla="*/ -1189 w 58713"/>
                      <a:gd name="connsiteY13" fmla="*/ 85984 h 94189"/>
                      <a:gd name="connsiteX14" fmla="*/ 12925 w 58713"/>
                      <a:gd name="connsiteY14" fmla="*/ 90565 h 94189"/>
                      <a:gd name="connsiteX15" fmla="*/ 24957 w 58713"/>
                      <a:gd name="connsiteY15" fmla="*/ 92112 h 94189"/>
                      <a:gd name="connsiteX16" fmla="*/ 47871 w 58713"/>
                      <a:gd name="connsiteY16" fmla="*/ 84914 h 94189"/>
                      <a:gd name="connsiteX17" fmla="*/ 56415 w 58713"/>
                      <a:gd name="connsiteY17" fmla="*/ 65719 h 94189"/>
                      <a:gd name="connsiteX18" fmla="*/ 54274 w 58713"/>
                      <a:gd name="connsiteY18" fmla="*/ 54892 h 94189"/>
                      <a:gd name="connsiteX19" fmla="*/ 46504 w 58713"/>
                      <a:gd name="connsiteY19" fmla="*/ 42855 h 94189"/>
                      <a:gd name="connsiteX20" fmla="*/ 36652 w 58713"/>
                      <a:gd name="connsiteY20" fmla="*/ 32465 h 94189"/>
                      <a:gd name="connsiteX21" fmla="*/ 13242 w 58713"/>
                      <a:gd name="connsiteY21" fmla="*/ 8451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242" y="8451"/>
                        </a:moveTo>
                        <a:lnTo>
                          <a:pt x="56910" y="8451"/>
                        </a:lnTo>
                        <a:lnTo>
                          <a:pt x="56910" y="-2078"/>
                        </a:lnTo>
                        <a:lnTo>
                          <a:pt x="-1803" y="-2078"/>
                        </a:lnTo>
                        <a:lnTo>
                          <a:pt x="-1803" y="8451"/>
                        </a:lnTo>
                        <a:cubicBezTo>
                          <a:pt x="2941" y="13369"/>
                          <a:pt x="9410" y="19966"/>
                          <a:pt x="17603" y="28241"/>
                        </a:cubicBezTo>
                        <a:cubicBezTo>
                          <a:pt x="25809" y="36530"/>
                          <a:pt x="30963" y="41877"/>
                          <a:pt x="33064" y="44283"/>
                        </a:cubicBezTo>
                        <a:cubicBezTo>
                          <a:pt x="37068" y="48778"/>
                          <a:pt x="39863" y="52585"/>
                          <a:pt x="41449" y="55705"/>
                        </a:cubicBezTo>
                        <a:cubicBezTo>
                          <a:pt x="43048" y="58825"/>
                          <a:pt x="43847" y="61892"/>
                          <a:pt x="43847" y="64906"/>
                        </a:cubicBezTo>
                        <a:cubicBezTo>
                          <a:pt x="43847" y="69823"/>
                          <a:pt x="42123" y="73829"/>
                          <a:pt x="38674" y="76922"/>
                        </a:cubicBezTo>
                        <a:cubicBezTo>
                          <a:pt x="35225" y="80029"/>
                          <a:pt x="30732" y="81582"/>
                          <a:pt x="25195" y="81582"/>
                        </a:cubicBezTo>
                        <a:cubicBezTo>
                          <a:pt x="21270" y="81582"/>
                          <a:pt x="17127" y="80901"/>
                          <a:pt x="12766" y="79540"/>
                        </a:cubicBezTo>
                        <a:cubicBezTo>
                          <a:pt x="8418" y="78178"/>
                          <a:pt x="3767" y="76109"/>
                          <a:pt x="-1189" y="73333"/>
                        </a:cubicBezTo>
                        <a:lnTo>
                          <a:pt x="-1189" y="85984"/>
                        </a:lnTo>
                        <a:cubicBezTo>
                          <a:pt x="3846" y="88007"/>
                          <a:pt x="8551" y="89534"/>
                          <a:pt x="12925" y="90565"/>
                        </a:cubicBezTo>
                        <a:cubicBezTo>
                          <a:pt x="17312" y="91596"/>
                          <a:pt x="21323" y="92112"/>
                          <a:pt x="24957" y="92112"/>
                        </a:cubicBezTo>
                        <a:cubicBezTo>
                          <a:pt x="34537" y="92112"/>
                          <a:pt x="42176" y="89712"/>
                          <a:pt x="47871" y="84914"/>
                        </a:cubicBezTo>
                        <a:cubicBezTo>
                          <a:pt x="53567" y="80128"/>
                          <a:pt x="56415" y="73730"/>
                          <a:pt x="56415" y="65719"/>
                        </a:cubicBezTo>
                        <a:cubicBezTo>
                          <a:pt x="56415" y="61912"/>
                          <a:pt x="55701" y="58303"/>
                          <a:pt x="54274" y="54892"/>
                        </a:cubicBezTo>
                        <a:cubicBezTo>
                          <a:pt x="52860" y="51494"/>
                          <a:pt x="50270" y="47482"/>
                          <a:pt x="46504" y="42855"/>
                        </a:cubicBezTo>
                        <a:cubicBezTo>
                          <a:pt x="45473" y="41652"/>
                          <a:pt x="42189" y="38189"/>
                          <a:pt x="36652" y="32465"/>
                        </a:cubicBezTo>
                        <a:cubicBezTo>
                          <a:pt x="31128" y="26741"/>
                          <a:pt x="23325" y="18736"/>
                          <a:pt x="13242" y="845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25" name="Freeform: Shape 424">
                    <a:extLst>
                      <a:ext uri="{FF2B5EF4-FFF2-40B4-BE49-F238E27FC236}">
                        <a16:creationId xmlns:a16="http://schemas.microsoft.com/office/drawing/2014/main" id="{C2A618F4-9BC5-980C-BF8A-2345393ED4F1}"/>
                      </a:ext>
                    </a:extLst>
                  </p:cNvPr>
                  <p:cNvSpPr/>
                  <p:nvPr/>
                </p:nvSpPr>
                <p:spPr>
                  <a:xfrm flipV="1">
                    <a:off x="5083895" y="4955763"/>
                    <a:ext cx="63926" cy="95994"/>
                  </a:xfrm>
                  <a:custGeom>
                    <a:avLst/>
                    <a:gdLst>
                      <a:gd name="connsiteX0" fmla="*/ 30072 w 63926"/>
                      <a:gd name="connsiteY0" fmla="*/ 84047 h 95994"/>
                      <a:gd name="connsiteX1" fmla="*/ 15542 w 63926"/>
                      <a:gd name="connsiteY1" fmla="*/ 74529 h 95994"/>
                      <a:gd name="connsiteX2" fmla="*/ 10686 w 63926"/>
                      <a:gd name="connsiteY2" fmla="*/ 45935 h 95994"/>
                      <a:gd name="connsiteX3" fmla="*/ 15542 w 63926"/>
                      <a:gd name="connsiteY3" fmla="*/ 17400 h 95994"/>
                      <a:gd name="connsiteX4" fmla="*/ 30072 w 63926"/>
                      <a:gd name="connsiteY4" fmla="*/ 7882 h 95994"/>
                      <a:gd name="connsiteX5" fmla="*/ 44661 w 63926"/>
                      <a:gd name="connsiteY5" fmla="*/ 17400 h 95994"/>
                      <a:gd name="connsiteX6" fmla="*/ 49538 w 63926"/>
                      <a:gd name="connsiteY6" fmla="*/ 45935 h 95994"/>
                      <a:gd name="connsiteX7" fmla="*/ 44661 w 63926"/>
                      <a:gd name="connsiteY7" fmla="*/ 74529 h 95994"/>
                      <a:gd name="connsiteX8" fmla="*/ 30072 w 63926"/>
                      <a:gd name="connsiteY8" fmla="*/ 84047 h 95994"/>
                      <a:gd name="connsiteX9" fmla="*/ 30072 w 63926"/>
                      <a:gd name="connsiteY9" fmla="*/ 93962 h 95994"/>
                      <a:gd name="connsiteX10" fmla="*/ 53839 w 63926"/>
                      <a:gd name="connsiteY10" fmla="*/ 81648 h 95994"/>
                      <a:gd name="connsiteX11" fmla="*/ 62045 w 63926"/>
                      <a:gd name="connsiteY11" fmla="*/ 45935 h 95994"/>
                      <a:gd name="connsiteX12" fmla="*/ 53839 w 63926"/>
                      <a:gd name="connsiteY12" fmla="*/ 10262 h 95994"/>
                      <a:gd name="connsiteX13" fmla="*/ 30072 w 63926"/>
                      <a:gd name="connsiteY13" fmla="*/ -2032 h 95994"/>
                      <a:gd name="connsiteX14" fmla="*/ 6325 w 63926"/>
                      <a:gd name="connsiteY14" fmla="*/ 10262 h 95994"/>
                      <a:gd name="connsiteX15" fmla="*/ -1881 w 63926"/>
                      <a:gd name="connsiteY15" fmla="*/ 45935 h 95994"/>
                      <a:gd name="connsiteX16" fmla="*/ 6325 w 63926"/>
                      <a:gd name="connsiteY16" fmla="*/ 81648 h 95994"/>
                      <a:gd name="connsiteX17" fmla="*/ 30072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72" y="84047"/>
                        </a:moveTo>
                        <a:cubicBezTo>
                          <a:pt x="23637" y="84047"/>
                          <a:pt x="18793" y="80874"/>
                          <a:pt x="15542" y="74529"/>
                        </a:cubicBezTo>
                        <a:cubicBezTo>
                          <a:pt x="12305" y="68197"/>
                          <a:pt x="10686" y="58665"/>
                          <a:pt x="10686" y="45935"/>
                        </a:cubicBezTo>
                        <a:cubicBezTo>
                          <a:pt x="10686" y="33257"/>
                          <a:pt x="12305" y="23746"/>
                          <a:pt x="15542" y="17400"/>
                        </a:cubicBezTo>
                        <a:cubicBezTo>
                          <a:pt x="18793" y="11055"/>
                          <a:pt x="23637" y="7882"/>
                          <a:pt x="30072" y="7882"/>
                        </a:cubicBezTo>
                        <a:cubicBezTo>
                          <a:pt x="36561" y="7882"/>
                          <a:pt x="41424" y="11055"/>
                          <a:pt x="44661" y="17400"/>
                        </a:cubicBezTo>
                        <a:cubicBezTo>
                          <a:pt x="47912" y="23746"/>
                          <a:pt x="49538" y="33257"/>
                          <a:pt x="49538" y="45935"/>
                        </a:cubicBezTo>
                        <a:cubicBezTo>
                          <a:pt x="49538" y="58665"/>
                          <a:pt x="47912" y="68197"/>
                          <a:pt x="44661" y="74529"/>
                        </a:cubicBezTo>
                        <a:cubicBezTo>
                          <a:pt x="41424" y="80874"/>
                          <a:pt x="36561" y="84047"/>
                          <a:pt x="30072" y="84047"/>
                        </a:cubicBezTo>
                        <a:close/>
                        <a:moveTo>
                          <a:pt x="30072" y="93962"/>
                        </a:moveTo>
                        <a:cubicBezTo>
                          <a:pt x="40446" y="93962"/>
                          <a:pt x="48368" y="89857"/>
                          <a:pt x="53839" y="81648"/>
                        </a:cubicBezTo>
                        <a:cubicBezTo>
                          <a:pt x="59310" y="73452"/>
                          <a:pt x="62045" y="61547"/>
                          <a:pt x="62045" y="45935"/>
                        </a:cubicBezTo>
                        <a:cubicBezTo>
                          <a:pt x="62045" y="30362"/>
                          <a:pt x="59310" y="18471"/>
                          <a:pt x="53839" y="10262"/>
                        </a:cubicBezTo>
                        <a:cubicBezTo>
                          <a:pt x="48368" y="2066"/>
                          <a:pt x="40446" y="-2032"/>
                          <a:pt x="30072" y="-2032"/>
                        </a:cubicBezTo>
                        <a:cubicBezTo>
                          <a:pt x="19712" y="-2032"/>
                          <a:pt x="11796" y="2066"/>
                          <a:pt x="6325" y="10262"/>
                        </a:cubicBezTo>
                        <a:cubicBezTo>
                          <a:pt x="854" y="18471"/>
                          <a:pt x="-1881" y="30362"/>
                          <a:pt x="-1881" y="45935"/>
                        </a:cubicBezTo>
                        <a:cubicBezTo>
                          <a:pt x="-1881" y="61547"/>
                          <a:pt x="854" y="73452"/>
                          <a:pt x="6325" y="81648"/>
                        </a:cubicBezTo>
                        <a:cubicBezTo>
                          <a:pt x="11796" y="89857"/>
                          <a:pt x="19712" y="93962"/>
                          <a:pt x="3007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26" name="Graphic 398">
                <a:extLst>
                  <a:ext uri="{FF2B5EF4-FFF2-40B4-BE49-F238E27FC236}">
                    <a16:creationId xmlns:a16="http://schemas.microsoft.com/office/drawing/2014/main" id="{33D65379-5E11-530D-87EF-5F7D87A8BA1D}"/>
                  </a:ext>
                </a:extLst>
              </p:cNvPr>
              <p:cNvGrpSpPr/>
              <p:nvPr/>
            </p:nvGrpSpPr>
            <p:grpSpPr>
              <a:xfrm>
                <a:off x="5490208" y="4864687"/>
                <a:ext cx="223926" cy="187070"/>
                <a:chOff x="5490208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BCE9A96B-5B67-CB16-E07E-2A6B82AF14D2}"/>
                    </a:ext>
                  </a:extLst>
                </p:cNvPr>
                <p:cNvSpPr/>
                <p:nvPr/>
              </p:nvSpPr>
              <p:spPr>
                <a:xfrm>
                  <a:off x="5601490" y="4864687"/>
                  <a:ext cx="12686" cy="44417"/>
                </a:xfrm>
                <a:custGeom>
                  <a:avLst/>
                  <a:gdLst>
                    <a:gd name="connsiteX0" fmla="*/ 192 w 12686"/>
                    <a:gd name="connsiteY0" fmla="*/ 286 h 44417"/>
                    <a:gd name="connsiteX1" fmla="*/ 192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92" y="286"/>
                      </a:moveTo>
                      <a:lnTo>
                        <a:pt x="192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28" name="Graphic 398">
                  <a:extLst>
                    <a:ext uri="{FF2B5EF4-FFF2-40B4-BE49-F238E27FC236}">
                      <a16:creationId xmlns:a16="http://schemas.microsoft.com/office/drawing/2014/main" id="{A22B2F7A-4030-76E4-4839-E4A05E9FED78}"/>
                    </a:ext>
                  </a:extLst>
                </p:cNvPr>
                <p:cNvGrpSpPr/>
                <p:nvPr/>
              </p:nvGrpSpPr>
              <p:grpSpPr>
                <a:xfrm>
                  <a:off x="5490208" y="4955763"/>
                  <a:ext cx="223926" cy="95994"/>
                  <a:chOff x="5490208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29" name="Freeform: Shape 428">
                    <a:extLst>
                      <a:ext uri="{FF2B5EF4-FFF2-40B4-BE49-F238E27FC236}">
                        <a16:creationId xmlns:a16="http://schemas.microsoft.com/office/drawing/2014/main" id="{240E1484-B133-7DEC-46D3-9B620E9F12C5}"/>
                      </a:ext>
                    </a:extLst>
                  </p:cNvPr>
                  <p:cNvSpPr/>
                  <p:nvPr/>
                </p:nvSpPr>
                <p:spPr>
                  <a:xfrm flipV="1">
                    <a:off x="5490208" y="4957429"/>
                    <a:ext cx="59843" cy="94328"/>
                  </a:xfrm>
                  <a:custGeom>
                    <a:avLst/>
                    <a:gdLst>
                      <a:gd name="connsiteX0" fmla="*/ 2087 w 59843"/>
                      <a:gd name="connsiteY0" fmla="*/ 92338 h 94328"/>
                      <a:gd name="connsiteX1" fmla="*/ 51206 w 59843"/>
                      <a:gd name="connsiteY1" fmla="*/ 92338 h 94328"/>
                      <a:gd name="connsiteX2" fmla="*/ 51206 w 59843"/>
                      <a:gd name="connsiteY2" fmla="*/ 81789 h 94328"/>
                      <a:gd name="connsiteX3" fmla="*/ 13544 w 59843"/>
                      <a:gd name="connsiteY3" fmla="*/ 81789 h 94328"/>
                      <a:gd name="connsiteX4" fmla="*/ 13544 w 59843"/>
                      <a:gd name="connsiteY4" fmla="*/ 59124 h 94328"/>
                      <a:gd name="connsiteX5" fmla="*/ 18975 w 59843"/>
                      <a:gd name="connsiteY5" fmla="*/ 60512 h 94328"/>
                      <a:gd name="connsiteX6" fmla="*/ 24446 w 59843"/>
                      <a:gd name="connsiteY6" fmla="*/ 60968 h 94328"/>
                      <a:gd name="connsiteX7" fmla="*/ 48966 w 59843"/>
                      <a:gd name="connsiteY7" fmla="*/ 52481 h 94328"/>
                      <a:gd name="connsiteX8" fmla="*/ 58025 w 59843"/>
                      <a:gd name="connsiteY8" fmla="*/ 29499 h 94328"/>
                      <a:gd name="connsiteX9" fmla="*/ 48728 w 59843"/>
                      <a:gd name="connsiteY9" fmla="*/ 6279 h 94328"/>
                      <a:gd name="connsiteX10" fmla="*/ 22523 w 59843"/>
                      <a:gd name="connsiteY10" fmla="*/ -1990 h 94328"/>
                      <a:gd name="connsiteX11" fmla="*/ 10650 w 59843"/>
                      <a:gd name="connsiteY11" fmla="*/ -999 h 94328"/>
                      <a:gd name="connsiteX12" fmla="*/ -1818 w 59843"/>
                      <a:gd name="connsiteY12" fmla="*/ 1976 h 94328"/>
                      <a:gd name="connsiteX13" fmla="*/ -1818 w 59843"/>
                      <a:gd name="connsiteY13" fmla="*/ 14567 h 94328"/>
                      <a:gd name="connsiteX14" fmla="*/ 9698 w 59843"/>
                      <a:gd name="connsiteY14" fmla="*/ 10046 h 94328"/>
                      <a:gd name="connsiteX15" fmla="*/ 22266 w 59843"/>
                      <a:gd name="connsiteY15" fmla="*/ 8559 h 94328"/>
                      <a:gd name="connsiteX16" fmla="*/ 39233 w 59843"/>
                      <a:gd name="connsiteY16" fmla="*/ 14190 h 94328"/>
                      <a:gd name="connsiteX17" fmla="*/ 45497 w 59843"/>
                      <a:gd name="connsiteY17" fmla="*/ 29499 h 94328"/>
                      <a:gd name="connsiteX18" fmla="*/ 39233 w 59843"/>
                      <a:gd name="connsiteY18" fmla="*/ 44787 h 94328"/>
                      <a:gd name="connsiteX19" fmla="*/ 22266 w 59843"/>
                      <a:gd name="connsiteY19" fmla="*/ 50439 h 94328"/>
                      <a:gd name="connsiteX20" fmla="*/ 12255 w 59843"/>
                      <a:gd name="connsiteY20" fmla="*/ 49328 h 94328"/>
                      <a:gd name="connsiteX21" fmla="*/ 2087 w 59843"/>
                      <a:gd name="connsiteY21" fmla="*/ 45858 h 94328"/>
                      <a:gd name="connsiteX22" fmla="*/ 2087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87" y="92338"/>
                        </a:moveTo>
                        <a:lnTo>
                          <a:pt x="51206" y="92338"/>
                        </a:lnTo>
                        <a:lnTo>
                          <a:pt x="51206" y="81789"/>
                        </a:lnTo>
                        <a:lnTo>
                          <a:pt x="13544" y="81789"/>
                        </a:lnTo>
                        <a:lnTo>
                          <a:pt x="13544" y="59124"/>
                        </a:lnTo>
                        <a:cubicBezTo>
                          <a:pt x="15354" y="59745"/>
                          <a:pt x="17165" y="60208"/>
                          <a:pt x="18975" y="60512"/>
                        </a:cubicBezTo>
                        <a:cubicBezTo>
                          <a:pt x="20799" y="60816"/>
                          <a:pt x="22622" y="60968"/>
                          <a:pt x="24446" y="60968"/>
                        </a:cubicBezTo>
                        <a:cubicBezTo>
                          <a:pt x="34767" y="60968"/>
                          <a:pt x="42940" y="58139"/>
                          <a:pt x="48966" y="52481"/>
                        </a:cubicBezTo>
                        <a:cubicBezTo>
                          <a:pt x="55005" y="46823"/>
                          <a:pt x="58025" y="39162"/>
                          <a:pt x="58025" y="29499"/>
                        </a:cubicBezTo>
                        <a:cubicBezTo>
                          <a:pt x="58025" y="19544"/>
                          <a:pt x="54926" y="11804"/>
                          <a:pt x="48728" y="6279"/>
                        </a:cubicBezTo>
                        <a:cubicBezTo>
                          <a:pt x="42531" y="766"/>
                          <a:pt x="33796" y="-1990"/>
                          <a:pt x="22523" y="-1990"/>
                        </a:cubicBezTo>
                        <a:cubicBezTo>
                          <a:pt x="18638" y="-1990"/>
                          <a:pt x="14680" y="-1660"/>
                          <a:pt x="10650" y="-999"/>
                        </a:cubicBezTo>
                        <a:cubicBezTo>
                          <a:pt x="6632" y="-338"/>
                          <a:pt x="2476" y="654"/>
                          <a:pt x="-1818" y="1976"/>
                        </a:cubicBezTo>
                        <a:lnTo>
                          <a:pt x="-1818" y="14567"/>
                        </a:lnTo>
                        <a:cubicBezTo>
                          <a:pt x="1895" y="12545"/>
                          <a:pt x="5734" y="11038"/>
                          <a:pt x="9698" y="10046"/>
                        </a:cubicBezTo>
                        <a:cubicBezTo>
                          <a:pt x="13663" y="9055"/>
                          <a:pt x="17852" y="8559"/>
                          <a:pt x="22266" y="8559"/>
                        </a:cubicBezTo>
                        <a:cubicBezTo>
                          <a:pt x="29415" y="8559"/>
                          <a:pt x="35071" y="10436"/>
                          <a:pt x="39233" y="14190"/>
                        </a:cubicBezTo>
                        <a:cubicBezTo>
                          <a:pt x="43409" y="17945"/>
                          <a:pt x="45497" y="23048"/>
                          <a:pt x="45497" y="29499"/>
                        </a:cubicBezTo>
                        <a:cubicBezTo>
                          <a:pt x="45497" y="35937"/>
                          <a:pt x="43409" y="41033"/>
                          <a:pt x="39233" y="44787"/>
                        </a:cubicBezTo>
                        <a:cubicBezTo>
                          <a:pt x="35071" y="48555"/>
                          <a:pt x="29415" y="50439"/>
                          <a:pt x="22266" y="50439"/>
                        </a:cubicBezTo>
                        <a:cubicBezTo>
                          <a:pt x="18922" y="50439"/>
                          <a:pt x="15586" y="50068"/>
                          <a:pt x="12255" y="49328"/>
                        </a:cubicBezTo>
                        <a:cubicBezTo>
                          <a:pt x="8938" y="48588"/>
                          <a:pt x="5549" y="47431"/>
                          <a:pt x="2087" y="45858"/>
                        </a:cubicBezTo>
                        <a:lnTo>
                          <a:pt x="208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30" name="Freeform: Shape 429">
                    <a:extLst>
                      <a:ext uri="{FF2B5EF4-FFF2-40B4-BE49-F238E27FC236}">
                        <a16:creationId xmlns:a16="http://schemas.microsoft.com/office/drawing/2014/main" id="{B14E2998-5232-FA01-5EC3-C0BBEA329A89}"/>
                      </a:ext>
                    </a:extLst>
                  </p:cNvPr>
                  <p:cNvSpPr/>
                  <p:nvPr/>
                </p:nvSpPr>
                <p:spPr>
                  <a:xfrm flipV="1">
                    <a:off x="5570803" y="4955763"/>
                    <a:ext cx="60874" cy="95994"/>
                  </a:xfrm>
                  <a:custGeom>
                    <a:avLst/>
                    <a:gdLst>
                      <a:gd name="connsiteX0" fmla="*/ 39973 w 60874"/>
                      <a:gd name="connsiteY0" fmla="*/ 49663 h 95994"/>
                      <a:gd name="connsiteX1" fmla="*/ 53987 w 60874"/>
                      <a:gd name="connsiteY1" fmla="*/ 41652 h 95994"/>
                      <a:gd name="connsiteX2" fmla="*/ 59042 w 60874"/>
                      <a:gd name="connsiteY2" fmla="*/ 26661 h 95994"/>
                      <a:gd name="connsiteX3" fmla="*/ 49627 w 60874"/>
                      <a:gd name="connsiteY3" fmla="*/ 5463 h 95994"/>
                      <a:gd name="connsiteX4" fmla="*/ 22866 w 60874"/>
                      <a:gd name="connsiteY4" fmla="*/ -2032 h 95994"/>
                      <a:gd name="connsiteX5" fmla="*/ 10894 w 60874"/>
                      <a:gd name="connsiteY5" fmla="*/ -882 h 95994"/>
                      <a:gd name="connsiteX6" fmla="*/ -1832 w 60874"/>
                      <a:gd name="connsiteY6" fmla="*/ 2568 h 95994"/>
                      <a:gd name="connsiteX7" fmla="*/ -1832 w 60874"/>
                      <a:gd name="connsiteY7" fmla="*/ 14644 h 95994"/>
                      <a:gd name="connsiteX8" fmla="*/ 9546 w 60874"/>
                      <a:gd name="connsiteY8" fmla="*/ 10064 h 95994"/>
                      <a:gd name="connsiteX9" fmla="*/ 22510 w 60874"/>
                      <a:gd name="connsiteY9" fmla="*/ 8517 h 95994"/>
                      <a:gd name="connsiteX10" fmla="*/ 40429 w 60874"/>
                      <a:gd name="connsiteY10" fmla="*/ 13157 h 95994"/>
                      <a:gd name="connsiteX11" fmla="*/ 46594 w 60874"/>
                      <a:gd name="connsiteY11" fmla="*/ 26661 h 95994"/>
                      <a:gd name="connsiteX12" fmla="*/ 40865 w 60874"/>
                      <a:gd name="connsiteY12" fmla="*/ 39451 h 95994"/>
                      <a:gd name="connsiteX13" fmla="*/ 24928 w 60874"/>
                      <a:gd name="connsiteY13" fmla="*/ 44071 h 95994"/>
                      <a:gd name="connsiteX14" fmla="*/ 14145 w 60874"/>
                      <a:gd name="connsiteY14" fmla="*/ 44071 h 95994"/>
                      <a:gd name="connsiteX15" fmla="*/ 14145 w 60874"/>
                      <a:gd name="connsiteY15" fmla="*/ 54362 h 95994"/>
                      <a:gd name="connsiteX16" fmla="*/ 25424 w 60874"/>
                      <a:gd name="connsiteY16" fmla="*/ 54362 h 95994"/>
                      <a:gd name="connsiteX17" fmla="*/ 39537 w 60874"/>
                      <a:gd name="connsiteY17" fmla="*/ 58051 h 95994"/>
                      <a:gd name="connsiteX18" fmla="*/ 44433 w 60874"/>
                      <a:gd name="connsiteY18" fmla="*/ 68679 h 95994"/>
                      <a:gd name="connsiteX19" fmla="*/ 39378 w 60874"/>
                      <a:gd name="connsiteY19" fmla="*/ 79605 h 95994"/>
                      <a:gd name="connsiteX20" fmla="*/ 24928 w 60874"/>
                      <a:gd name="connsiteY20" fmla="*/ 83432 h 95994"/>
                      <a:gd name="connsiteX21" fmla="*/ 13887 w 60874"/>
                      <a:gd name="connsiteY21" fmla="*/ 82302 h 95994"/>
                      <a:gd name="connsiteX22" fmla="*/ 943 w 60874"/>
                      <a:gd name="connsiteY22" fmla="*/ 78852 h 95994"/>
                      <a:gd name="connsiteX23" fmla="*/ 943 w 60874"/>
                      <a:gd name="connsiteY23" fmla="*/ 89996 h 95994"/>
                      <a:gd name="connsiteX24" fmla="*/ 14303 w 60874"/>
                      <a:gd name="connsiteY24" fmla="*/ 92970 h 95994"/>
                      <a:gd name="connsiteX25" fmla="*/ 26038 w 60874"/>
                      <a:gd name="connsiteY25" fmla="*/ 93962 h 95994"/>
                      <a:gd name="connsiteX26" fmla="*/ 48576 w 60874"/>
                      <a:gd name="connsiteY26" fmla="*/ 87478 h 95994"/>
                      <a:gd name="connsiteX27" fmla="*/ 56881 w 60874"/>
                      <a:gd name="connsiteY27" fmla="*/ 69988 h 95994"/>
                      <a:gd name="connsiteX28" fmla="*/ 52481 w 60874"/>
                      <a:gd name="connsiteY28" fmla="*/ 57000 h 95994"/>
                      <a:gd name="connsiteX29" fmla="*/ 39973 w 60874"/>
                      <a:gd name="connsiteY29" fmla="*/ 4966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874" h="95994">
                        <a:moveTo>
                          <a:pt x="39973" y="49663"/>
                        </a:moveTo>
                        <a:cubicBezTo>
                          <a:pt x="45959" y="48381"/>
                          <a:pt x="50631" y="45710"/>
                          <a:pt x="53987" y="41652"/>
                        </a:cubicBezTo>
                        <a:cubicBezTo>
                          <a:pt x="57357" y="37607"/>
                          <a:pt x="59042" y="32610"/>
                          <a:pt x="59042" y="26661"/>
                        </a:cubicBezTo>
                        <a:cubicBezTo>
                          <a:pt x="59042" y="17539"/>
                          <a:pt x="55904" y="10473"/>
                          <a:pt x="49627" y="5463"/>
                        </a:cubicBezTo>
                        <a:cubicBezTo>
                          <a:pt x="43349" y="466"/>
                          <a:pt x="34429" y="-2032"/>
                          <a:pt x="22866" y="-2032"/>
                        </a:cubicBezTo>
                        <a:cubicBezTo>
                          <a:pt x="18995" y="-2032"/>
                          <a:pt x="15004" y="-1649"/>
                          <a:pt x="10894" y="-882"/>
                        </a:cubicBezTo>
                        <a:cubicBezTo>
                          <a:pt x="6784" y="-116"/>
                          <a:pt x="2542" y="1035"/>
                          <a:pt x="-1832" y="2568"/>
                        </a:cubicBezTo>
                        <a:lnTo>
                          <a:pt x="-1832" y="14644"/>
                        </a:lnTo>
                        <a:cubicBezTo>
                          <a:pt x="1630" y="12622"/>
                          <a:pt x="5423" y="11095"/>
                          <a:pt x="9546" y="10064"/>
                        </a:cubicBezTo>
                        <a:cubicBezTo>
                          <a:pt x="13682" y="9032"/>
                          <a:pt x="18003" y="8517"/>
                          <a:pt x="22510" y="8517"/>
                        </a:cubicBezTo>
                        <a:cubicBezTo>
                          <a:pt x="30346" y="8517"/>
                          <a:pt x="36319" y="10064"/>
                          <a:pt x="40429" y="13157"/>
                        </a:cubicBezTo>
                        <a:cubicBezTo>
                          <a:pt x="44539" y="16250"/>
                          <a:pt x="46594" y="20752"/>
                          <a:pt x="46594" y="26661"/>
                        </a:cubicBezTo>
                        <a:cubicBezTo>
                          <a:pt x="46594" y="32120"/>
                          <a:pt x="44684" y="36384"/>
                          <a:pt x="40865" y="39451"/>
                        </a:cubicBezTo>
                        <a:cubicBezTo>
                          <a:pt x="37046" y="42531"/>
                          <a:pt x="31734" y="44071"/>
                          <a:pt x="24928" y="44071"/>
                        </a:cubicBezTo>
                        <a:lnTo>
                          <a:pt x="14145" y="44071"/>
                        </a:lnTo>
                        <a:lnTo>
                          <a:pt x="14145" y="54362"/>
                        </a:lnTo>
                        <a:lnTo>
                          <a:pt x="25424" y="54362"/>
                        </a:lnTo>
                        <a:cubicBezTo>
                          <a:pt x="31568" y="54362"/>
                          <a:pt x="36273" y="55592"/>
                          <a:pt x="39537" y="58051"/>
                        </a:cubicBezTo>
                        <a:cubicBezTo>
                          <a:pt x="42801" y="60510"/>
                          <a:pt x="44433" y="64052"/>
                          <a:pt x="44433" y="68679"/>
                        </a:cubicBezTo>
                        <a:cubicBezTo>
                          <a:pt x="44433" y="73425"/>
                          <a:pt x="42748" y="77067"/>
                          <a:pt x="39378" y="79605"/>
                        </a:cubicBezTo>
                        <a:cubicBezTo>
                          <a:pt x="36022" y="82157"/>
                          <a:pt x="31205" y="83432"/>
                          <a:pt x="24928" y="83432"/>
                        </a:cubicBezTo>
                        <a:cubicBezTo>
                          <a:pt x="21492" y="83432"/>
                          <a:pt x="17812" y="83056"/>
                          <a:pt x="13887" y="82302"/>
                        </a:cubicBezTo>
                        <a:cubicBezTo>
                          <a:pt x="9962" y="81562"/>
                          <a:pt x="5648" y="80412"/>
                          <a:pt x="943" y="78852"/>
                        </a:cubicBezTo>
                        <a:lnTo>
                          <a:pt x="943" y="89996"/>
                        </a:lnTo>
                        <a:cubicBezTo>
                          <a:pt x="5700" y="91318"/>
                          <a:pt x="10154" y="92309"/>
                          <a:pt x="14303" y="92970"/>
                        </a:cubicBezTo>
                        <a:cubicBezTo>
                          <a:pt x="18453" y="93631"/>
                          <a:pt x="22364" y="93962"/>
                          <a:pt x="26038" y="93962"/>
                        </a:cubicBezTo>
                        <a:cubicBezTo>
                          <a:pt x="35540" y="93962"/>
                          <a:pt x="43052" y="91800"/>
                          <a:pt x="48576" y="87478"/>
                        </a:cubicBezTo>
                        <a:cubicBezTo>
                          <a:pt x="54113" y="83168"/>
                          <a:pt x="56881" y="77338"/>
                          <a:pt x="56881" y="69988"/>
                        </a:cubicBezTo>
                        <a:cubicBezTo>
                          <a:pt x="56881" y="64859"/>
                          <a:pt x="55415" y="60529"/>
                          <a:pt x="52481" y="57000"/>
                        </a:cubicBezTo>
                        <a:cubicBezTo>
                          <a:pt x="49547" y="53470"/>
                          <a:pt x="45378" y="51024"/>
                          <a:pt x="39973" y="4966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31" name="Freeform: Shape 430">
                    <a:extLst>
                      <a:ext uri="{FF2B5EF4-FFF2-40B4-BE49-F238E27FC236}">
                        <a16:creationId xmlns:a16="http://schemas.microsoft.com/office/drawing/2014/main" id="{4B34D487-5495-5C90-D5A6-2778F3B0AAAE}"/>
                      </a:ext>
                    </a:extLst>
                  </p:cNvPr>
                  <p:cNvSpPr/>
                  <p:nvPr/>
                </p:nvSpPr>
                <p:spPr>
                  <a:xfrm flipV="1">
                    <a:off x="5650209" y="4955763"/>
                    <a:ext cx="63926" cy="95994"/>
                  </a:xfrm>
                  <a:custGeom>
                    <a:avLst/>
                    <a:gdLst>
                      <a:gd name="connsiteX0" fmla="*/ 30117 w 63926"/>
                      <a:gd name="connsiteY0" fmla="*/ 84047 h 95994"/>
                      <a:gd name="connsiteX1" fmla="*/ 15587 w 63926"/>
                      <a:gd name="connsiteY1" fmla="*/ 74529 h 95994"/>
                      <a:gd name="connsiteX2" fmla="*/ 10731 w 63926"/>
                      <a:gd name="connsiteY2" fmla="*/ 45935 h 95994"/>
                      <a:gd name="connsiteX3" fmla="*/ 15587 w 63926"/>
                      <a:gd name="connsiteY3" fmla="*/ 17400 h 95994"/>
                      <a:gd name="connsiteX4" fmla="*/ 30117 w 63926"/>
                      <a:gd name="connsiteY4" fmla="*/ 7882 h 95994"/>
                      <a:gd name="connsiteX5" fmla="*/ 44706 w 63926"/>
                      <a:gd name="connsiteY5" fmla="*/ 17400 h 95994"/>
                      <a:gd name="connsiteX6" fmla="*/ 49582 w 63926"/>
                      <a:gd name="connsiteY6" fmla="*/ 45935 h 95994"/>
                      <a:gd name="connsiteX7" fmla="*/ 44706 w 63926"/>
                      <a:gd name="connsiteY7" fmla="*/ 74529 h 95994"/>
                      <a:gd name="connsiteX8" fmla="*/ 30117 w 63926"/>
                      <a:gd name="connsiteY8" fmla="*/ 84047 h 95994"/>
                      <a:gd name="connsiteX9" fmla="*/ 30117 w 63926"/>
                      <a:gd name="connsiteY9" fmla="*/ 93962 h 95994"/>
                      <a:gd name="connsiteX10" fmla="*/ 53884 w 63926"/>
                      <a:gd name="connsiteY10" fmla="*/ 81648 h 95994"/>
                      <a:gd name="connsiteX11" fmla="*/ 62090 w 63926"/>
                      <a:gd name="connsiteY11" fmla="*/ 45935 h 95994"/>
                      <a:gd name="connsiteX12" fmla="*/ 53884 w 63926"/>
                      <a:gd name="connsiteY12" fmla="*/ 10262 h 95994"/>
                      <a:gd name="connsiteX13" fmla="*/ 30117 w 63926"/>
                      <a:gd name="connsiteY13" fmla="*/ -2032 h 95994"/>
                      <a:gd name="connsiteX14" fmla="*/ 6370 w 63926"/>
                      <a:gd name="connsiteY14" fmla="*/ 10262 h 95994"/>
                      <a:gd name="connsiteX15" fmla="*/ -1837 w 63926"/>
                      <a:gd name="connsiteY15" fmla="*/ 45935 h 95994"/>
                      <a:gd name="connsiteX16" fmla="*/ 6370 w 63926"/>
                      <a:gd name="connsiteY16" fmla="*/ 81648 h 95994"/>
                      <a:gd name="connsiteX17" fmla="*/ 30117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17" y="84047"/>
                        </a:moveTo>
                        <a:cubicBezTo>
                          <a:pt x="23681" y="84047"/>
                          <a:pt x="18838" y="80874"/>
                          <a:pt x="15587" y="74529"/>
                        </a:cubicBezTo>
                        <a:cubicBezTo>
                          <a:pt x="12349" y="68197"/>
                          <a:pt x="10731" y="58665"/>
                          <a:pt x="10731" y="45935"/>
                        </a:cubicBezTo>
                        <a:cubicBezTo>
                          <a:pt x="10731" y="33257"/>
                          <a:pt x="12349" y="23746"/>
                          <a:pt x="15587" y="17400"/>
                        </a:cubicBezTo>
                        <a:cubicBezTo>
                          <a:pt x="18838" y="11055"/>
                          <a:pt x="23681" y="7882"/>
                          <a:pt x="30117" y="7882"/>
                        </a:cubicBezTo>
                        <a:cubicBezTo>
                          <a:pt x="36605" y="7882"/>
                          <a:pt x="41468" y="11055"/>
                          <a:pt x="44706" y="17400"/>
                        </a:cubicBezTo>
                        <a:cubicBezTo>
                          <a:pt x="47957" y="23746"/>
                          <a:pt x="49582" y="33257"/>
                          <a:pt x="49582" y="45935"/>
                        </a:cubicBezTo>
                        <a:cubicBezTo>
                          <a:pt x="49582" y="58665"/>
                          <a:pt x="47957" y="68197"/>
                          <a:pt x="44706" y="74529"/>
                        </a:cubicBezTo>
                        <a:cubicBezTo>
                          <a:pt x="41468" y="80874"/>
                          <a:pt x="36605" y="84047"/>
                          <a:pt x="30117" y="84047"/>
                        </a:cubicBezTo>
                        <a:close/>
                        <a:moveTo>
                          <a:pt x="30117" y="93962"/>
                        </a:moveTo>
                        <a:cubicBezTo>
                          <a:pt x="40490" y="93962"/>
                          <a:pt x="48413" y="89857"/>
                          <a:pt x="53884" y="81648"/>
                        </a:cubicBezTo>
                        <a:cubicBezTo>
                          <a:pt x="59355" y="73452"/>
                          <a:pt x="62090" y="61547"/>
                          <a:pt x="62090" y="45935"/>
                        </a:cubicBezTo>
                        <a:cubicBezTo>
                          <a:pt x="62090" y="30362"/>
                          <a:pt x="59355" y="18471"/>
                          <a:pt x="53884" y="10262"/>
                        </a:cubicBezTo>
                        <a:cubicBezTo>
                          <a:pt x="48413" y="2066"/>
                          <a:pt x="40490" y="-2032"/>
                          <a:pt x="30117" y="-2032"/>
                        </a:cubicBezTo>
                        <a:cubicBezTo>
                          <a:pt x="19756" y="-2032"/>
                          <a:pt x="11841" y="2066"/>
                          <a:pt x="6370" y="10262"/>
                        </a:cubicBezTo>
                        <a:cubicBezTo>
                          <a:pt x="899" y="18471"/>
                          <a:pt x="-1837" y="30362"/>
                          <a:pt x="-1837" y="45935"/>
                        </a:cubicBezTo>
                        <a:cubicBezTo>
                          <a:pt x="-1837" y="61547"/>
                          <a:pt x="899" y="73452"/>
                          <a:pt x="6370" y="81648"/>
                        </a:cubicBezTo>
                        <a:cubicBezTo>
                          <a:pt x="11841" y="89857"/>
                          <a:pt x="19756" y="93962"/>
                          <a:pt x="3011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32" name="Graphic 398">
                <a:extLst>
                  <a:ext uri="{FF2B5EF4-FFF2-40B4-BE49-F238E27FC236}">
                    <a16:creationId xmlns:a16="http://schemas.microsoft.com/office/drawing/2014/main" id="{32DD4C9C-8FC3-2430-E95D-FBECB2FED250}"/>
                  </a:ext>
                </a:extLst>
              </p:cNvPr>
              <p:cNvGrpSpPr/>
              <p:nvPr/>
            </p:nvGrpSpPr>
            <p:grpSpPr>
              <a:xfrm>
                <a:off x="6056522" y="4864687"/>
                <a:ext cx="223926" cy="187070"/>
                <a:chOff x="6056522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33" name="Freeform: Shape 432">
                  <a:extLst>
                    <a:ext uri="{FF2B5EF4-FFF2-40B4-BE49-F238E27FC236}">
                      <a16:creationId xmlns:a16="http://schemas.microsoft.com/office/drawing/2014/main" id="{CCFF13BB-455B-795A-60F7-4926E58B3FD7}"/>
                    </a:ext>
                  </a:extLst>
                </p:cNvPr>
                <p:cNvSpPr/>
                <p:nvPr/>
              </p:nvSpPr>
              <p:spPr>
                <a:xfrm>
                  <a:off x="6167804" y="4864687"/>
                  <a:ext cx="12686" cy="44417"/>
                </a:xfrm>
                <a:custGeom>
                  <a:avLst/>
                  <a:gdLst>
                    <a:gd name="connsiteX0" fmla="*/ 236 w 12686"/>
                    <a:gd name="connsiteY0" fmla="*/ 286 h 44417"/>
                    <a:gd name="connsiteX1" fmla="*/ 236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36" y="286"/>
                      </a:moveTo>
                      <a:lnTo>
                        <a:pt x="236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34" name="Graphic 398">
                  <a:extLst>
                    <a:ext uri="{FF2B5EF4-FFF2-40B4-BE49-F238E27FC236}">
                      <a16:creationId xmlns:a16="http://schemas.microsoft.com/office/drawing/2014/main" id="{056692D2-BB28-ECBC-CAF4-5DA5A6350A3C}"/>
                    </a:ext>
                  </a:extLst>
                </p:cNvPr>
                <p:cNvGrpSpPr/>
                <p:nvPr/>
              </p:nvGrpSpPr>
              <p:grpSpPr>
                <a:xfrm>
                  <a:off x="6056522" y="4955763"/>
                  <a:ext cx="223926" cy="95994"/>
                  <a:chOff x="6056522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35" name="Freeform: Shape 434">
                    <a:extLst>
                      <a:ext uri="{FF2B5EF4-FFF2-40B4-BE49-F238E27FC236}">
                        <a16:creationId xmlns:a16="http://schemas.microsoft.com/office/drawing/2014/main" id="{92955017-66C0-DEEC-2FD9-1471B356901F}"/>
                      </a:ext>
                    </a:extLst>
                  </p:cNvPr>
                  <p:cNvSpPr/>
                  <p:nvPr/>
                </p:nvSpPr>
                <p:spPr>
                  <a:xfrm flipV="1">
                    <a:off x="6056522" y="4957429"/>
                    <a:ext cx="59843" cy="94328"/>
                  </a:xfrm>
                  <a:custGeom>
                    <a:avLst/>
                    <a:gdLst>
                      <a:gd name="connsiteX0" fmla="*/ 2131 w 59843"/>
                      <a:gd name="connsiteY0" fmla="*/ 92338 h 94328"/>
                      <a:gd name="connsiteX1" fmla="*/ 51251 w 59843"/>
                      <a:gd name="connsiteY1" fmla="*/ 92338 h 94328"/>
                      <a:gd name="connsiteX2" fmla="*/ 51251 w 59843"/>
                      <a:gd name="connsiteY2" fmla="*/ 81789 h 94328"/>
                      <a:gd name="connsiteX3" fmla="*/ 13588 w 59843"/>
                      <a:gd name="connsiteY3" fmla="*/ 81789 h 94328"/>
                      <a:gd name="connsiteX4" fmla="*/ 13588 w 59843"/>
                      <a:gd name="connsiteY4" fmla="*/ 59124 h 94328"/>
                      <a:gd name="connsiteX5" fmla="*/ 19020 w 59843"/>
                      <a:gd name="connsiteY5" fmla="*/ 60512 h 94328"/>
                      <a:gd name="connsiteX6" fmla="*/ 24491 w 59843"/>
                      <a:gd name="connsiteY6" fmla="*/ 60968 h 94328"/>
                      <a:gd name="connsiteX7" fmla="*/ 49011 w 59843"/>
                      <a:gd name="connsiteY7" fmla="*/ 52481 h 94328"/>
                      <a:gd name="connsiteX8" fmla="*/ 58070 w 59843"/>
                      <a:gd name="connsiteY8" fmla="*/ 29499 h 94328"/>
                      <a:gd name="connsiteX9" fmla="*/ 48773 w 59843"/>
                      <a:gd name="connsiteY9" fmla="*/ 6279 h 94328"/>
                      <a:gd name="connsiteX10" fmla="*/ 22568 w 59843"/>
                      <a:gd name="connsiteY10" fmla="*/ -1990 h 94328"/>
                      <a:gd name="connsiteX11" fmla="*/ 10694 w 59843"/>
                      <a:gd name="connsiteY11" fmla="*/ -999 h 94328"/>
                      <a:gd name="connsiteX12" fmla="*/ -1774 w 59843"/>
                      <a:gd name="connsiteY12" fmla="*/ 1976 h 94328"/>
                      <a:gd name="connsiteX13" fmla="*/ -1774 w 59843"/>
                      <a:gd name="connsiteY13" fmla="*/ 14567 h 94328"/>
                      <a:gd name="connsiteX14" fmla="*/ 9743 w 59843"/>
                      <a:gd name="connsiteY14" fmla="*/ 10046 h 94328"/>
                      <a:gd name="connsiteX15" fmla="*/ 22310 w 59843"/>
                      <a:gd name="connsiteY15" fmla="*/ 8559 h 94328"/>
                      <a:gd name="connsiteX16" fmla="*/ 39278 w 59843"/>
                      <a:gd name="connsiteY16" fmla="*/ 14190 h 94328"/>
                      <a:gd name="connsiteX17" fmla="*/ 45542 w 59843"/>
                      <a:gd name="connsiteY17" fmla="*/ 29499 h 94328"/>
                      <a:gd name="connsiteX18" fmla="*/ 39278 w 59843"/>
                      <a:gd name="connsiteY18" fmla="*/ 44787 h 94328"/>
                      <a:gd name="connsiteX19" fmla="*/ 22310 w 59843"/>
                      <a:gd name="connsiteY19" fmla="*/ 50439 h 94328"/>
                      <a:gd name="connsiteX20" fmla="*/ 12300 w 59843"/>
                      <a:gd name="connsiteY20" fmla="*/ 49328 h 94328"/>
                      <a:gd name="connsiteX21" fmla="*/ 2131 w 59843"/>
                      <a:gd name="connsiteY21" fmla="*/ 45858 h 94328"/>
                      <a:gd name="connsiteX22" fmla="*/ 2131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31" y="92338"/>
                        </a:moveTo>
                        <a:lnTo>
                          <a:pt x="51251" y="92338"/>
                        </a:lnTo>
                        <a:lnTo>
                          <a:pt x="51251" y="81789"/>
                        </a:lnTo>
                        <a:lnTo>
                          <a:pt x="13588" y="81789"/>
                        </a:lnTo>
                        <a:lnTo>
                          <a:pt x="13588" y="59124"/>
                        </a:lnTo>
                        <a:cubicBezTo>
                          <a:pt x="15399" y="59745"/>
                          <a:pt x="17209" y="60208"/>
                          <a:pt x="19020" y="60512"/>
                        </a:cubicBezTo>
                        <a:cubicBezTo>
                          <a:pt x="20843" y="60816"/>
                          <a:pt x="22667" y="60968"/>
                          <a:pt x="24491" y="60968"/>
                        </a:cubicBezTo>
                        <a:cubicBezTo>
                          <a:pt x="34811" y="60968"/>
                          <a:pt x="42985" y="58139"/>
                          <a:pt x="49011" y="52481"/>
                        </a:cubicBezTo>
                        <a:cubicBezTo>
                          <a:pt x="55050" y="46823"/>
                          <a:pt x="58070" y="39162"/>
                          <a:pt x="58070" y="29499"/>
                        </a:cubicBezTo>
                        <a:cubicBezTo>
                          <a:pt x="58070" y="19544"/>
                          <a:pt x="54971" y="11804"/>
                          <a:pt x="48773" y="6279"/>
                        </a:cubicBezTo>
                        <a:cubicBezTo>
                          <a:pt x="42575" y="766"/>
                          <a:pt x="33840" y="-1990"/>
                          <a:pt x="22568" y="-1990"/>
                        </a:cubicBezTo>
                        <a:cubicBezTo>
                          <a:pt x="18683" y="-1990"/>
                          <a:pt x="14725" y="-1660"/>
                          <a:pt x="10694" y="-999"/>
                        </a:cubicBezTo>
                        <a:cubicBezTo>
                          <a:pt x="6677" y="-338"/>
                          <a:pt x="2521" y="654"/>
                          <a:pt x="-1774" y="1976"/>
                        </a:cubicBezTo>
                        <a:lnTo>
                          <a:pt x="-1774" y="14567"/>
                        </a:lnTo>
                        <a:cubicBezTo>
                          <a:pt x="1940" y="12545"/>
                          <a:pt x="5779" y="11038"/>
                          <a:pt x="9743" y="10046"/>
                        </a:cubicBezTo>
                        <a:cubicBezTo>
                          <a:pt x="13707" y="9055"/>
                          <a:pt x="17897" y="8559"/>
                          <a:pt x="22310" y="8559"/>
                        </a:cubicBezTo>
                        <a:cubicBezTo>
                          <a:pt x="29459" y="8559"/>
                          <a:pt x="35115" y="10436"/>
                          <a:pt x="39278" y="14190"/>
                        </a:cubicBezTo>
                        <a:cubicBezTo>
                          <a:pt x="43454" y="17945"/>
                          <a:pt x="45542" y="23048"/>
                          <a:pt x="45542" y="29499"/>
                        </a:cubicBezTo>
                        <a:cubicBezTo>
                          <a:pt x="45542" y="35937"/>
                          <a:pt x="43454" y="41033"/>
                          <a:pt x="39278" y="44787"/>
                        </a:cubicBezTo>
                        <a:cubicBezTo>
                          <a:pt x="35115" y="48555"/>
                          <a:pt x="29459" y="50439"/>
                          <a:pt x="22310" y="50439"/>
                        </a:cubicBezTo>
                        <a:cubicBezTo>
                          <a:pt x="18967" y="50439"/>
                          <a:pt x="15630" y="50068"/>
                          <a:pt x="12300" y="49328"/>
                        </a:cubicBezTo>
                        <a:cubicBezTo>
                          <a:pt x="8983" y="48588"/>
                          <a:pt x="5594" y="47431"/>
                          <a:pt x="2131" y="45858"/>
                        </a:cubicBezTo>
                        <a:lnTo>
                          <a:pt x="213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36" name="Freeform: Shape 435">
                    <a:extLst>
                      <a:ext uri="{FF2B5EF4-FFF2-40B4-BE49-F238E27FC236}">
                        <a16:creationId xmlns:a16="http://schemas.microsoft.com/office/drawing/2014/main" id="{DB47EFCA-74F1-8B73-C8DE-2AC7076C30F5}"/>
                      </a:ext>
                    </a:extLst>
                  </p:cNvPr>
                  <p:cNvSpPr/>
                  <p:nvPr/>
                </p:nvSpPr>
                <p:spPr>
                  <a:xfrm flipV="1">
                    <a:off x="6133647" y="4957429"/>
                    <a:ext cx="67395" cy="92524"/>
                  </a:xfrm>
                  <a:custGeom>
                    <a:avLst/>
                    <a:gdLst>
                      <a:gd name="connsiteX0" fmla="*/ 39969 w 67395"/>
                      <a:gd name="connsiteY0" fmla="*/ 79582 h 92524"/>
                      <a:gd name="connsiteX1" fmla="*/ 8372 w 67395"/>
                      <a:gd name="connsiteY1" fmla="*/ 30187 h 92524"/>
                      <a:gd name="connsiteX2" fmla="*/ 39969 w 67395"/>
                      <a:gd name="connsiteY2" fmla="*/ 30187 h 92524"/>
                      <a:gd name="connsiteX3" fmla="*/ 39969 w 67395"/>
                      <a:gd name="connsiteY3" fmla="*/ 79582 h 92524"/>
                      <a:gd name="connsiteX4" fmla="*/ 36678 w 67395"/>
                      <a:gd name="connsiteY4" fmla="*/ 90488 h 92524"/>
                      <a:gd name="connsiteX5" fmla="*/ 52417 w 67395"/>
                      <a:gd name="connsiteY5" fmla="*/ 90488 h 92524"/>
                      <a:gd name="connsiteX6" fmla="*/ 52417 w 67395"/>
                      <a:gd name="connsiteY6" fmla="*/ 30187 h 92524"/>
                      <a:gd name="connsiteX7" fmla="*/ 65619 w 67395"/>
                      <a:gd name="connsiteY7" fmla="*/ 30187 h 92524"/>
                      <a:gd name="connsiteX8" fmla="*/ 65619 w 67395"/>
                      <a:gd name="connsiteY8" fmla="*/ 19776 h 92524"/>
                      <a:gd name="connsiteX9" fmla="*/ 52417 w 67395"/>
                      <a:gd name="connsiteY9" fmla="*/ 19776 h 92524"/>
                      <a:gd name="connsiteX10" fmla="*/ 52417 w 67395"/>
                      <a:gd name="connsiteY10" fmla="*/ -2036 h 92524"/>
                      <a:gd name="connsiteX11" fmla="*/ 39969 w 67395"/>
                      <a:gd name="connsiteY11" fmla="*/ -2036 h 92524"/>
                      <a:gd name="connsiteX12" fmla="*/ 39969 w 67395"/>
                      <a:gd name="connsiteY12" fmla="*/ 19776 h 92524"/>
                      <a:gd name="connsiteX13" fmla="*/ -1777 w 67395"/>
                      <a:gd name="connsiteY13" fmla="*/ 19776 h 92524"/>
                      <a:gd name="connsiteX14" fmla="*/ -1777 w 67395"/>
                      <a:gd name="connsiteY14" fmla="*/ 31853 h 92524"/>
                      <a:gd name="connsiteX15" fmla="*/ 36678 w 67395"/>
                      <a:gd name="connsiteY15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969" y="79582"/>
                        </a:moveTo>
                        <a:lnTo>
                          <a:pt x="8372" y="30187"/>
                        </a:lnTo>
                        <a:lnTo>
                          <a:pt x="39969" y="30187"/>
                        </a:lnTo>
                        <a:lnTo>
                          <a:pt x="39969" y="79582"/>
                        </a:lnTo>
                        <a:close/>
                        <a:moveTo>
                          <a:pt x="36678" y="90488"/>
                        </a:moveTo>
                        <a:lnTo>
                          <a:pt x="52417" y="90488"/>
                        </a:lnTo>
                        <a:lnTo>
                          <a:pt x="52417" y="30187"/>
                        </a:lnTo>
                        <a:lnTo>
                          <a:pt x="65619" y="30187"/>
                        </a:lnTo>
                        <a:lnTo>
                          <a:pt x="65619" y="19776"/>
                        </a:lnTo>
                        <a:lnTo>
                          <a:pt x="52417" y="19776"/>
                        </a:lnTo>
                        <a:lnTo>
                          <a:pt x="52417" y="-2036"/>
                        </a:lnTo>
                        <a:lnTo>
                          <a:pt x="39969" y="-2036"/>
                        </a:lnTo>
                        <a:lnTo>
                          <a:pt x="39969" y="19776"/>
                        </a:lnTo>
                        <a:lnTo>
                          <a:pt x="-1777" y="19776"/>
                        </a:lnTo>
                        <a:lnTo>
                          <a:pt x="-1777" y="31853"/>
                        </a:lnTo>
                        <a:lnTo>
                          <a:pt x="36678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37" name="Freeform: Shape 436">
                    <a:extLst>
                      <a:ext uri="{FF2B5EF4-FFF2-40B4-BE49-F238E27FC236}">
                        <a16:creationId xmlns:a16="http://schemas.microsoft.com/office/drawing/2014/main" id="{30F4D5AF-510D-D1E4-B092-D6404A28A82F}"/>
                      </a:ext>
                    </a:extLst>
                  </p:cNvPr>
                  <p:cNvSpPr/>
                  <p:nvPr/>
                </p:nvSpPr>
                <p:spPr>
                  <a:xfrm flipV="1">
                    <a:off x="6216522" y="4955763"/>
                    <a:ext cx="63926" cy="95994"/>
                  </a:xfrm>
                  <a:custGeom>
                    <a:avLst/>
                    <a:gdLst>
                      <a:gd name="connsiteX0" fmla="*/ 30161 w 63926"/>
                      <a:gd name="connsiteY0" fmla="*/ 84047 h 95994"/>
                      <a:gd name="connsiteX1" fmla="*/ 15632 w 63926"/>
                      <a:gd name="connsiteY1" fmla="*/ 74529 h 95994"/>
                      <a:gd name="connsiteX2" fmla="*/ 10775 w 63926"/>
                      <a:gd name="connsiteY2" fmla="*/ 45935 h 95994"/>
                      <a:gd name="connsiteX3" fmla="*/ 15632 w 63926"/>
                      <a:gd name="connsiteY3" fmla="*/ 17400 h 95994"/>
                      <a:gd name="connsiteX4" fmla="*/ 30161 w 63926"/>
                      <a:gd name="connsiteY4" fmla="*/ 7882 h 95994"/>
                      <a:gd name="connsiteX5" fmla="*/ 44751 w 63926"/>
                      <a:gd name="connsiteY5" fmla="*/ 17400 h 95994"/>
                      <a:gd name="connsiteX6" fmla="*/ 49627 w 63926"/>
                      <a:gd name="connsiteY6" fmla="*/ 45935 h 95994"/>
                      <a:gd name="connsiteX7" fmla="*/ 44751 w 63926"/>
                      <a:gd name="connsiteY7" fmla="*/ 74529 h 95994"/>
                      <a:gd name="connsiteX8" fmla="*/ 30161 w 63926"/>
                      <a:gd name="connsiteY8" fmla="*/ 84047 h 95994"/>
                      <a:gd name="connsiteX9" fmla="*/ 30161 w 63926"/>
                      <a:gd name="connsiteY9" fmla="*/ 93962 h 95994"/>
                      <a:gd name="connsiteX10" fmla="*/ 53928 w 63926"/>
                      <a:gd name="connsiteY10" fmla="*/ 81648 h 95994"/>
                      <a:gd name="connsiteX11" fmla="*/ 62135 w 63926"/>
                      <a:gd name="connsiteY11" fmla="*/ 45935 h 95994"/>
                      <a:gd name="connsiteX12" fmla="*/ 53928 w 63926"/>
                      <a:gd name="connsiteY12" fmla="*/ 10262 h 95994"/>
                      <a:gd name="connsiteX13" fmla="*/ 30161 w 63926"/>
                      <a:gd name="connsiteY13" fmla="*/ -2032 h 95994"/>
                      <a:gd name="connsiteX14" fmla="*/ 6414 w 63926"/>
                      <a:gd name="connsiteY14" fmla="*/ 10262 h 95994"/>
                      <a:gd name="connsiteX15" fmla="*/ -1792 w 63926"/>
                      <a:gd name="connsiteY15" fmla="*/ 45935 h 95994"/>
                      <a:gd name="connsiteX16" fmla="*/ 6414 w 63926"/>
                      <a:gd name="connsiteY16" fmla="*/ 81648 h 95994"/>
                      <a:gd name="connsiteX17" fmla="*/ 30161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61" y="84047"/>
                        </a:moveTo>
                        <a:cubicBezTo>
                          <a:pt x="23726" y="84047"/>
                          <a:pt x="18883" y="80874"/>
                          <a:pt x="15632" y="74529"/>
                        </a:cubicBezTo>
                        <a:cubicBezTo>
                          <a:pt x="12394" y="68197"/>
                          <a:pt x="10775" y="58665"/>
                          <a:pt x="10775" y="45935"/>
                        </a:cubicBezTo>
                        <a:cubicBezTo>
                          <a:pt x="10775" y="33257"/>
                          <a:pt x="12394" y="23746"/>
                          <a:pt x="15632" y="17400"/>
                        </a:cubicBezTo>
                        <a:cubicBezTo>
                          <a:pt x="18883" y="11055"/>
                          <a:pt x="23726" y="7882"/>
                          <a:pt x="30161" y="7882"/>
                        </a:cubicBezTo>
                        <a:cubicBezTo>
                          <a:pt x="36650" y="7882"/>
                          <a:pt x="41513" y="11055"/>
                          <a:pt x="44751" y="17400"/>
                        </a:cubicBezTo>
                        <a:cubicBezTo>
                          <a:pt x="48001" y="23746"/>
                          <a:pt x="49627" y="33257"/>
                          <a:pt x="49627" y="45935"/>
                        </a:cubicBezTo>
                        <a:cubicBezTo>
                          <a:pt x="49627" y="58665"/>
                          <a:pt x="48001" y="68197"/>
                          <a:pt x="44751" y="74529"/>
                        </a:cubicBezTo>
                        <a:cubicBezTo>
                          <a:pt x="41513" y="80874"/>
                          <a:pt x="36650" y="84047"/>
                          <a:pt x="30161" y="84047"/>
                        </a:cubicBezTo>
                        <a:close/>
                        <a:moveTo>
                          <a:pt x="30161" y="93962"/>
                        </a:moveTo>
                        <a:cubicBezTo>
                          <a:pt x="40535" y="93962"/>
                          <a:pt x="48457" y="89857"/>
                          <a:pt x="53928" y="81648"/>
                        </a:cubicBezTo>
                        <a:cubicBezTo>
                          <a:pt x="59399" y="73452"/>
                          <a:pt x="62135" y="61547"/>
                          <a:pt x="62135" y="45935"/>
                        </a:cubicBezTo>
                        <a:cubicBezTo>
                          <a:pt x="62135" y="30362"/>
                          <a:pt x="59399" y="18471"/>
                          <a:pt x="53928" y="10262"/>
                        </a:cubicBezTo>
                        <a:cubicBezTo>
                          <a:pt x="48457" y="2066"/>
                          <a:pt x="40535" y="-2032"/>
                          <a:pt x="30161" y="-2032"/>
                        </a:cubicBezTo>
                        <a:cubicBezTo>
                          <a:pt x="19801" y="-2032"/>
                          <a:pt x="11885" y="2066"/>
                          <a:pt x="6414" y="10262"/>
                        </a:cubicBezTo>
                        <a:cubicBezTo>
                          <a:pt x="943" y="18471"/>
                          <a:pt x="-1792" y="30362"/>
                          <a:pt x="-1792" y="45935"/>
                        </a:cubicBezTo>
                        <a:cubicBezTo>
                          <a:pt x="-1792" y="61547"/>
                          <a:pt x="943" y="73452"/>
                          <a:pt x="6414" y="81648"/>
                        </a:cubicBezTo>
                        <a:cubicBezTo>
                          <a:pt x="11885" y="89857"/>
                          <a:pt x="19801" y="93962"/>
                          <a:pt x="3016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38" name="Graphic 398">
                <a:extLst>
                  <a:ext uri="{FF2B5EF4-FFF2-40B4-BE49-F238E27FC236}">
                    <a16:creationId xmlns:a16="http://schemas.microsoft.com/office/drawing/2014/main" id="{A0D24359-67B6-2D48-1792-2D782BE53CCD}"/>
                  </a:ext>
                </a:extLst>
              </p:cNvPr>
              <p:cNvGrpSpPr/>
              <p:nvPr/>
            </p:nvGrpSpPr>
            <p:grpSpPr>
              <a:xfrm>
                <a:off x="6622835" y="4864687"/>
                <a:ext cx="223926" cy="187070"/>
                <a:chOff x="6622835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39" name="Freeform: Shape 438">
                  <a:extLst>
                    <a:ext uri="{FF2B5EF4-FFF2-40B4-BE49-F238E27FC236}">
                      <a16:creationId xmlns:a16="http://schemas.microsoft.com/office/drawing/2014/main" id="{BEB1CE60-CC20-B48D-E439-FEA51AB90A6A}"/>
                    </a:ext>
                  </a:extLst>
                </p:cNvPr>
                <p:cNvSpPr/>
                <p:nvPr/>
              </p:nvSpPr>
              <p:spPr>
                <a:xfrm>
                  <a:off x="6734117" y="4864687"/>
                  <a:ext cx="12686" cy="44417"/>
                </a:xfrm>
                <a:custGeom>
                  <a:avLst/>
                  <a:gdLst>
                    <a:gd name="connsiteX0" fmla="*/ 281 w 12686"/>
                    <a:gd name="connsiteY0" fmla="*/ 286 h 44417"/>
                    <a:gd name="connsiteX1" fmla="*/ 281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81" y="286"/>
                      </a:moveTo>
                      <a:lnTo>
                        <a:pt x="281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40" name="Graphic 398">
                  <a:extLst>
                    <a:ext uri="{FF2B5EF4-FFF2-40B4-BE49-F238E27FC236}">
                      <a16:creationId xmlns:a16="http://schemas.microsoft.com/office/drawing/2014/main" id="{41407953-5FAD-B33E-EDAF-4C3B23A029B3}"/>
                    </a:ext>
                  </a:extLst>
                </p:cNvPr>
                <p:cNvGrpSpPr/>
                <p:nvPr/>
              </p:nvGrpSpPr>
              <p:grpSpPr>
                <a:xfrm>
                  <a:off x="6622835" y="4955763"/>
                  <a:ext cx="223926" cy="95994"/>
                  <a:chOff x="6622835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41" name="Freeform: Shape 440">
                    <a:extLst>
                      <a:ext uri="{FF2B5EF4-FFF2-40B4-BE49-F238E27FC236}">
                        <a16:creationId xmlns:a16="http://schemas.microsoft.com/office/drawing/2014/main" id="{4AAB6A44-E466-6CAA-33F9-977705F922FA}"/>
                      </a:ext>
                    </a:extLst>
                  </p:cNvPr>
                  <p:cNvSpPr/>
                  <p:nvPr/>
                </p:nvSpPr>
                <p:spPr>
                  <a:xfrm flipV="1">
                    <a:off x="6622835" y="4957429"/>
                    <a:ext cx="59843" cy="94328"/>
                  </a:xfrm>
                  <a:custGeom>
                    <a:avLst/>
                    <a:gdLst>
                      <a:gd name="connsiteX0" fmla="*/ 2176 w 59843"/>
                      <a:gd name="connsiteY0" fmla="*/ 92338 h 94328"/>
                      <a:gd name="connsiteX1" fmla="*/ 51295 w 59843"/>
                      <a:gd name="connsiteY1" fmla="*/ 92338 h 94328"/>
                      <a:gd name="connsiteX2" fmla="*/ 51295 w 59843"/>
                      <a:gd name="connsiteY2" fmla="*/ 81789 h 94328"/>
                      <a:gd name="connsiteX3" fmla="*/ 13633 w 59843"/>
                      <a:gd name="connsiteY3" fmla="*/ 81789 h 94328"/>
                      <a:gd name="connsiteX4" fmla="*/ 13633 w 59843"/>
                      <a:gd name="connsiteY4" fmla="*/ 59124 h 94328"/>
                      <a:gd name="connsiteX5" fmla="*/ 19064 w 59843"/>
                      <a:gd name="connsiteY5" fmla="*/ 60512 h 94328"/>
                      <a:gd name="connsiteX6" fmla="*/ 24535 w 59843"/>
                      <a:gd name="connsiteY6" fmla="*/ 60968 h 94328"/>
                      <a:gd name="connsiteX7" fmla="*/ 49055 w 59843"/>
                      <a:gd name="connsiteY7" fmla="*/ 52481 h 94328"/>
                      <a:gd name="connsiteX8" fmla="*/ 58114 w 59843"/>
                      <a:gd name="connsiteY8" fmla="*/ 29499 h 94328"/>
                      <a:gd name="connsiteX9" fmla="*/ 48818 w 59843"/>
                      <a:gd name="connsiteY9" fmla="*/ 6279 h 94328"/>
                      <a:gd name="connsiteX10" fmla="*/ 22613 w 59843"/>
                      <a:gd name="connsiteY10" fmla="*/ -1990 h 94328"/>
                      <a:gd name="connsiteX11" fmla="*/ 10739 w 59843"/>
                      <a:gd name="connsiteY11" fmla="*/ -999 h 94328"/>
                      <a:gd name="connsiteX12" fmla="*/ -1729 w 59843"/>
                      <a:gd name="connsiteY12" fmla="*/ 1976 h 94328"/>
                      <a:gd name="connsiteX13" fmla="*/ -1729 w 59843"/>
                      <a:gd name="connsiteY13" fmla="*/ 14567 h 94328"/>
                      <a:gd name="connsiteX14" fmla="*/ 9788 w 59843"/>
                      <a:gd name="connsiteY14" fmla="*/ 10046 h 94328"/>
                      <a:gd name="connsiteX15" fmla="*/ 22355 w 59843"/>
                      <a:gd name="connsiteY15" fmla="*/ 8559 h 94328"/>
                      <a:gd name="connsiteX16" fmla="*/ 39323 w 59843"/>
                      <a:gd name="connsiteY16" fmla="*/ 14190 h 94328"/>
                      <a:gd name="connsiteX17" fmla="*/ 45587 w 59843"/>
                      <a:gd name="connsiteY17" fmla="*/ 29499 h 94328"/>
                      <a:gd name="connsiteX18" fmla="*/ 39323 w 59843"/>
                      <a:gd name="connsiteY18" fmla="*/ 44787 h 94328"/>
                      <a:gd name="connsiteX19" fmla="*/ 22355 w 59843"/>
                      <a:gd name="connsiteY19" fmla="*/ 50439 h 94328"/>
                      <a:gd name="connsiteX20" fmla="*/ 12345 w 59843"/>
                      <a:gd name="connsiteY20" fmla="*/ 49328 h 94328"/>
                      <a:gd name="connsiteX21" fmla="*/ 2176 w 59843"/>
                      <a:gd name="connsiteY21" fmla="*/ 45858 h 94328"/>
                      <a:gd name="connsiteX22" fmla="*/ 2176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76" y="92338"/>
                        </a:moveTo>
                        <a:lnTo>
                          <a:pt x="51295" y="92338"/>
                        </a:lnTo>
                        <a:lnTo>
                          <a:pt x="51295" y="81789"/>
                        </a:lnTo>
                        <a:lnTo>
                          <a:pt x="13633" y="81789"/>
                        </a:lnTo>
                        <a:lnTo>
                          <a:pt x="13633" y="59124"/>
                        </a:lnTo>
                        <a:cubicBezTo>
                          <a:pt x="15444" y="59745"/>
                          <a:pt x="17254" y="60208"/>
                          <a:pt x="19064" y="60512"/>
                        </a:cubicBezTo>
                        <a:cubicBezTo>
                          <a:pt x="20888" y="60816"/>
                          <a:pt x="22712" y="60968"/>
                          <a:pt x="24535" y="60968"/>
                        </a:cubicBezTo>
                        <a:cubicBezTo>
                          <a:pt x="34856" y="60968"/>
                          <a:pt x="43029" y="58139"/>
                          <a:pt x="49055" y="52481"/>
                        </a:cubicBezTo>
                        <a:cubicBezTo>
                          <a:pt x="55095" y="46823"/>
                          <a:pt x="58114" y="39162"/>
                          <a:pt x="58114" y="29499"/>
                        </a:cubicBezTo>
                        <a:cubicBezTo>
                          <a:pt x="58114" y="19544"/>
                          <a:pt x="55015" y="11804"/>
                          <a:pt x="48818" y="6279"/>
                        </a:cubicBezTo>
                        <a:cubicBezTo>
                          <a:pt x="42620" y="766"/>
                          <a:pt x="33885" y="-1990"/>
                          <a:pt x="22613" y="-1990"/>
                        </a:cubicBezTo>
                        <a:cubicBezTo>
                          <a:pt x="18727" y="-1990"/>
                          <a:pt x="14770" y="-1660"/>
                          <a:pt x="10739" y="-999"/>
                        </a:cubicBezTo>
                        <a:cubicBezTo>
                          <a:pt x="6722" y="-338"/>
                          <a:pt x="2566" y="654"/>
                          <a:pt x="-1729" y="1976"/>
                        </a:cubicBezTo>
                        <a:lnTo>
                          <a:pt x="-1729" y="14567"/>
                        </a:lnTo>
                        <a:cubicBezTo>
                          <a:pt x="1984" y="12545"/>
                          <a:pt x="5823" y="11038"/>
                          <a:pt x="9788" y="10046"/>
                        </a:cubicBezTo>
                        <a:cubicBezTo>
                          <a:pt x="13752" y="9055"/>
                          <a:pt x="17941" y="8559"/>
                          <a:pt x="22355" y="8559"/>
                        </a:cubicBezTo>
                        <a:cubicBezTo>
                          <a:pt x="29504" y="8559"/>
                          <a:pt x="35160" y="10436"/>
                          <a:pt x="39323" y="14190"/>
                        </a:cubicBezTo>
                        <a:cubicBezTo>
                          <a:pt x="43499" y="17945"/>
                          <a:pt x="45587" y="23048"/>
                          <a:pt x="45587" y="29499"/>
                        </a:cubicBezTo>
                        <a:cubicBezTo>
                          <a:pt x="45587" y="35937"/>
                          <a:pt x="43499" y="41033"/>
                          <a:pt x="39323" y="44787"/>
                        </a:cubicBezTo>
                        <a:cubicBezTo>
                          <a:pt x="35160" y="48555"/>
                          <a:pt x="29504" y="50439"/>
                          <a:pt x="22355" y="50439"/>
                        </a:cubicBezTo>
                        <a:cubicBezTo>
                          <a:pt x="19012" y="50439"/>
                          <a:pt x="15675" y="50068"/>
                          <a:pt x="12345" y="49328"/>
                        </a:cubicBezTo>
                        <a:cubicBezTo>
                          <a:pt x="9028" y="48588"/>
                          <a:pt x="5638" y="47431"/>
                          <a:pt x="2176" y="45858"/>
                        </a:cubicBezTo>
                        <a:lnTo>
                          <a:pt x="217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42" name="Freeform: Shape 441">
                    <a:extLst>
                      <a:ext uri="{FF2B5EF4-FFF2-40B4-BE49-F238E27FC236}">
                        <a16:creationId xmlns:a16="http://schemas.microsoft.com/office/drawing/2014/main" id="{DFD2C93B-9484-3B08-5162-98B27B411287}"/>
                      </a:ext>
                    </a:extLst>
                  </p:cNvPr>
                  <p:cNvSpPr/>
                  <p:nvPr/>
                </p:nvSpPr>
                <p:spPr>
                  <a:xfrm flipV="1">
                    <a:off x="6703548" y="4957429"/>
                    <a:ext cx="59843" cy="94328"/>
                  </a:xfrm>
                  <a:custGeom>
                    <a:avLst/>
                    <a:gdLst>
                      <a:gd name="connsiteX0" fmla="*/ 2182 w 59843"/>
                      <a:gd name="connsiteY0" fmla="*/ 92338 h 94328"/>
                      <a:gd name="connsiteX1" fmla="*/ 51302 w 59843"/>
                      <a:gd name="connsiteY1" fmla="*/ 92338 h 94328"/>
                      <a:gd name="connsiteX2" fmla="*/ 51302 w 59843"/>
                      <a:gd name="connsiteY2" fmla="*/ 81789 h 94328"/>
                      <a:gd name="connsiteX3" fmla="*/ 13639 w 59843"/>
                      <a:gd name="connsiteY3" fmla="*/ 81789 h 94328"/>
                      <a:gd name="connsiteX4" fmla="*/ 13639 w 59843"/>
                      <a:gd name="connsiteY4" fmla="*/ 59124 h 94328"/>
                      <a:gd name="connsiteX5" fmla="*/ 19071 w 59843"/>
                      <a:gd name="connsiteY5" fmla="*/ 60512 h 94328"/>
                      <a:gd name="connsiteX6" fmla="*/ 24542 w 59843"/>
                      <a:gd name="connsiteY6" fmla="*/ 60968 h 94328"/>
                      <a:gd name="connsiteX7" fmla="*/ 49062 w 59843"/>
                      <a:gd name="connsiteY7" fmla="*/ 52481 h 94328"/>
                      <a:gd name="connsiteX8" fmla="*/ 58121 w 59843"/>
                      <a:gd name="connsiteY8" fmla="*/ 29499 h 94328"/>
                      <a:gd name="connsiteX9" fmla="*/ 48824 w 59843"/>
                      <a:gd name="connsiteY9" fmla="*/ 6279 h 94328"/>
                      <a:gd name="connsiteX10" fmla="*/ 22619 w 59843"/>
                      <a:gd name="connsiteY10" fmla="*/ -1990 h 94328"/>
                      <a:gd name="connsiteX11" fmla="*/ 10745 w 59843"/>
                      <a:gd name="connsiteY11" fmla="*/ -999 h 94328"/>
                      <a:gd name="connsiteX12" fmla="*/ -1723 w 59843"/>
                      <a:gd name="connsiteY12" fmla="*/ 1976 h 94328"/>
                      <a:gd name="connsiteX13" fmla="*/ -1723 w 59843"/>
                      <a:gd name="connsiteY13" fmla="*/ 14567 h 94328"/>
                      <a:gd name="connsiteX14" fmla="*/ 9794 w 59843"/>
                      <a:gd name="connsiteY14" fmla="*/ 10046 h 94328"/>
                      <a:gd name="connsiteX15" fmla="*/ 22361 w 59843"/>
                      <a:gd name="connsiteY15" fmla="*/ 8559 h 94328"/>
                      <a:gd name="connsiteX16" fmla="*/ 39329 w 59843"/>
                      <a:gd name="connsiteY16" fmla="*/ 14190 h 94328"/>
                      <a:gd name="connsiteX17" fmla="*/ 45593 w 59843"/>
                      <a:gd name="connsiteY17" fmla="*/ 29499 h 94328"/>
                      <a:gd name="connsiteX18" fmla="*/ 39329 w 59843"/>
                      <a:gd name="connsiteY18" fmla="*/ 44787 h 94328"/>
                      <a:gd name="connsiteX19" fmla="*/ 22361 w 59843"/>
                      <a:gd name="connsiteY19" fmla="*/ 50439 h 94328"/>
                      <a:gd name="connsiteX20" fmla="*/ 12351 w 59843"/>
                      <a:gd name="connsiteY20" fmla="*/ 49328 h 94328"/>
                      <a:gd name="connsiteX21" fmla="*/ 2182 w 59843"/>
                      <a:gd name="connsiteY21" fmla="*/ 45858 h 94328"/>
                      <a:gd name="connsiteX22" fmla="*/ 2182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82" y="92338"/>
                        </a:moveTo>
                        <a:lnTo>
                          <a:pt x="51302" y="92338"/>
                        </a:lnTo>
                        <a:lnTo>
                          <a:pt x="51302" y="81789"/>
                        </a:lnTo>
                        <a:lnTo>
                          <a:pt x="13639" y="81789"/>
                        </a:lnTo>
                        <a:lnTo>
                          <a:pt x="13639" y="59124"/>
                        </a:lnTo>
                        <a:cubicBezTo>
                          <a:pt x="15450" y="59745"/>
                          <a:pt x="17260" y="60208"/>
                          <a:pt x="19071" y="60512"/>
                        </a:cubicBezTo>
                        <a:cubicBezTo>
                          <a:pt x="20894" y="60816"/>
                          <a:pt x="22718" y="60968"/>
                          <a:pt x="24542" y="60968"/>
                        </a:cubicBezTo>
                        <a:cubicBezTo>
                          <a:pt x="34862" y="60968"/>
                          <a:pt x="43036" y="58139"/>
                          <a:pt x="49062" y="52481"/>
                        </a:cubicBezTo>
                        <a:cubicBezTo>
                          <a:pt x="55101" y="46823"/>
                          <a:pt x="58121" y="39162"/>
                          <a:pt x="58121" y="29499"/>
                        </a:cubicBezTo>
                        <a:cubicBezTo>
                          <a:pt x="58121" y="19544"/>
                          <a:pt x="55022" y="11804"/>
                          <a:pt x="48824" y="6279"/>
                        </a:cubicBezTo>
                        <a:cubicBezTo>
                          <a:pt x="42626" y="766"/>
                          <a:pt x="33891" y="-1990"/>
                          <a:pt x="22619" y="-1990"/>
                        </a:cubicBezTo>
                        <a:cubicBezTo>
                          <a:pt x="18734" y="-1990"/>
                          <a:pt x="14776" y="-1660"/>
                          <a:pt x="10745" y="-999"/>
                        </a:cubicBezTo>
                        <a:cubicBezTo>
                          <a:pt x="6728" y="-338"/>
                          <a:pt x="2572" y="654"/>
                          <a:pt x="-1723" y="1976"/>
                        </a:cubicBezTo>
                        <a:lnTo>
                          <a:pt x="-1723" y="14567"/>
                        </a:lnTo>
                        <a:cubicBezTo>
                          <a:pt x="1991" y="12545"/>
                          <a:pt x="5830" y="11038"/>
                          <a:pt x="9794" y="10046"/>
                        </a:cubicBezTo>
                        <a:cubicBezTo>
                          <a:pt x="13758" y="9055"/>
                          <a:pt x="17948" y="8559"/>
                          <a:pt x="22361" y="8559"/>
                        </a:cubicBezTo>
                        <a:cubicBezTo>
                          <a:pt x="29510" y="8559"/>
                          <a:pt x="35166" y="10436"/>
                          <a:pt x="39329" y="14190"/>
                        </a:cubicBezTo>
                        <a:cubicBezTo>
                          <a:pt x="43505" y="17945"/>
                          <a:pt x="45593" y="23048"/>
                          <a:pt x="45593" y="29499"/>
                        </a:cubicBezTo>
                        <a:cubicBezTo>
                          <a:pt x="45593" y="35937"/>
                          <a:pt x="43505" y="41033"/>
                          <a:pt x="39329" y="44787"/>
                        </a:cubicBezTo>
                        <a:cubicBezTo>
                          <a:pt x="35166" y="48555"/>
                          <a:pt x="29510" y="50439"/>
                          <a:pt x="22361" y="50439"/>
                        </a:cubicBezTo>
                        <a:cubicBezTo>
                          <a:pt x="19018" y="50439"/>
                          <a:pt x="15681" y="50068"/>
                          <a:pt x="12351" y="49328"/>
                        </a:cubicBezTo>
                        <a:cubicBezTo>
                          <a:pt x="9034" y="48588"/>
                          <a:pt x="5645" y="47431"/>
                          <a:pt x="2182" y="45858"/>
                        </a:cubicBezTo>
                        <a:lnTo>
                          <a:pt x="218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43" name="Freeform: Shape 442">
                    <a:extLst>
                      <a:ext uri="{FF2B5EF4-FFF2-40B4-BE49-F238E27FC236}">
                        <a16:creationId xmlns:a16="http://schemas.microsoft.com/office/drawing/2014/main" id="{9E6F4F3F-B479-F7F9-1B42-EEA80A290CAB}"/>
                      </a:ext>
                    </a:extLst>
                  </p:cNvPr>
                  <p:cNvSpPr/>
                  <p:nvPr/>
                </p:nvSpPr>
                <p:spPr>
                  <a:xfrm flipV="1">
                    <a:off x="6782835" y="4955763"/>
                    <a:ext cx="63926" cy="95994"/>
                  </a:xfrm>
                  <a:custGeom>
                    <a:avLst/>
                    <a:gdLst>
                      <a:gd name="connsiteX0" fmla="*/ 30206 w 63926"/>
                      <a:gd name="connsiteY0" fmla="*/ 84047 h 95994"/>
                      <a:gd name="connsiteX1" fmla="*/ 15676 w 63926"/>
                      <a:gd name="connsiteY1" fmla="*/ 74529 h 95994"/>
                      <a:gd name="connsiteX2" fmla="*/ 10820 w 63926"/>
                      <a:gd name="connsiteY2" fmla="*/ 45935 h 95994"/>
                      <a:gd name="connsiteX3" fmla="*/ 15676 w 63926"/>
                      <a:gd name="connsiteY3" fmla="*/ 17400 h 95994"/>
                      <a:gd name="connsiteX4" fmla="*/ 30206 w 63926"/>
                      <a:gd name="connsiteY4" fmla="*/ 7882 h 95994"/>
                      <a:gd name="connsiteX5" fmla="*/ 44795 w 63926"/>
                      <a:gd name="connsiteY5" fmla="*/ 17400 h 95994"/>
                      <a:gd name="connsiteX6" fmla="*/ 49672 w 63926"/>
                      <a:gd name="connsiteY6" fmla="*/ 45935 h 95994"/>
                      <a:gd name="connsiteX7" fmla="*/ 44795 w 63926"/>
                      <a:gd name="connsiteY7" fmla="*/ 74529 h 95994"/>
                      <a:gd name="connsiteX8" fmla="*/ 30206 w 63926"/>
                      <a:gd name="connsiteY8" fmla="*/ 84047 h 95994"/>
                      <a:gd name="connsiteX9" fmla="*/ 30206 w 63926"/>
                      <a:gd name="connsiteY9" fmla="*/ 93962 h 95994"/>
                      <a:gd name="connsiteX10" fmla="*/ 53973 w 63926"/>
                      <a:gd name="connsiteY10" fmla="*/ 81648 h 95994"/>
                      <a:gd name="connsiteX11" fmla="*/ 62179 w 63926"/>
                      <a:gd name="connsiteY11" fmla="*/ 45935 h 95994"/>
                      <a:gd name="connsiteX12" fmla="*/ 53973 w 63926"/>
                      <a:gd name="connsiteY12" fmla="*/ 10262 h 95994"/>
                      <a:gd name="connsiteX13" fmla="*/ 30206 w 63926"/>
                      <a:gd name="connsiteY13" fmla="*/ -2032 h 95994"/>
                      <a:gd name="connsiteX14" fmla="*/ 6459 w 63926"/>
                      <a:gd name="connsiteY14" fmla="*/ 10262 h 95994"/>
                      <a:gd name="connsiteX15" fmla="*/ -1747 w 63926"/>
                      <a:gd name="connsiteY15" fmla="*/ 45935 h 95994"/>
                      <a:gd name="connsiteX16" fmla="*/ 6459 w 63926"/>
                      <a:gd name="connsiteY16" fmla="*/ 81648 h 95994"/>
                      <a:gd name="connsiteX17" fmla="*/ 30206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06" y="84047"/>
                        </a:moveTo>
                        <a:cubicBezTo>
                          <a:pt x="23770" y="84047"/>
                          <a:pt x="18927" y="80874"/>
                          <a:pt x="15676" y="74529"/>
                        </a:cubicBezTo>
                        <a:cubicBezTo>
                          <a:pt x="12439" y="68197"/>
                          <a:pt x="10820" y="58665"/>
                          <a:pt x="10820" y="45935"/>
                        </a:cubicBezTo>
                        <a:cubicBezTo>
                          <a:pt x="10820" y="33257"/>
                          <a:pt x="12439" y="23746"/>
                          <a:pt x="15676" y="17400"/>
                        </a:cubicBezTo>
                        <a:cubicBezTo>
                          <a:pt x="18927" y="11055"/>
                          <a:pt x="23770" y="7882"/>
                          <a:pt x="30206" y="7882"/>
                        </a:cubicBezTo>
                        <a:cubicBezTo>
                          <a:pt x="36695" y="7882"/>
                          <a:pt x="41558" y="11055"/>
                          <a:pt x="44795" y="17400"/>
                        </a:cubicBezTo>
                        <a:cubicBezTo>
                          <a:pt x="48046" y="23746"/>
                          <a:pt x="49672" y="33257"/>
                          <a:pt x="49672" y="45935"/>
                        </a:cubicBezTo>
                        <a:cubicBezTo>
                          <a:pt x="49672" y="58665"/>
                          <a:pt x="48046" y="68197"/>
                          <a:pt x="44795" y="74529"/>
                        </a:cubicBezTo>
                        <a:cubicBezTo>
                          <a:pt x="41558" y="80874"/>
                          <a:pt x="36695" y="84047"/>
                          <a:pt x="30206" y="84047"/>
                        </a:cubicBezTo>
                        <a:close/>
                        <a:moveTo>
                          <a:pt x="30206" y="93962"/>
                        </a:moveTo>
                        <a:cubicBezTo>
                          <a:pt x="40580" y="93962"/>
                          <a:pt x="48502" y="89857"/>
                          <a:pt x="53973" y="81648"/>
                        </a:cubicBezTo>
                        <a:cubicBezTo>
                          <a:pt x="59444" y="73452"/>
                          <a:pt x="62179" y="61547"/>
                          <a:pt x="62179" y="45935"/>
                        </a:cubicBezTo>
                        <a:cubicBezTo>
                          <a:pt x="62179" y="30362"/>
                          <a:pt x="59444" y="18471"/>
                          <a:pt x="53973" y="10262"/>
                        </a:cubicBezTo>
                        <a:cubicBezTo>
                          <a:pt x="48502" y="2066"/>
                          <a:pt x="40580" y="-2032"/>
                          <a:pt x="30206" y="-2032"/>
                        </a:cubicBezTo>
                        <a:cubicBezTo>
                          <a:pt x="19846" y="-2032"/>
                          <a:pt x="11930" y="2066"/>
                          <a:pt x="6459" y="10262"/>
                        </a:cubicBezTo>
                        <a:cubicBezTo>
                          <a:pt x="988" y="18471"/>
                          <a:pt x="-1747" y="30362"/>
                          <a:pt x="-1747" y="45935"/>
                        </a:cubicBezTo>
                        <a:cubicBezTo>
                          <a:pt x="-1747" y="61547"/>
                          <a:pt x="988" y="73452"/>
                          <a:pt x="6459" y="81648"/>
                        </a:cubicBezTo>
                        <a:cubicBezTo>
                          <a:pt x="11930" y="89857"/>
                          <a:pt x="19846" y="93962"/>
                          <a:pt x="3020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44" name="Graphic 398">
                <a:extLst>
                  <a:ext uri="{FF2B5EF4-FFF2-40B4-BE49-F238E27FC236}">
                    <a16:creationId xmlns:a16="http://schemas.microsoft.com/office/drawing/2014/main" id="{165423A3-9FDF-EDEE-33E3-23D8CDC63717}"/>
                  </a:ext>
                </a:extLst>
              </p:cNvPr>
              <p:cNvGrpSpPr/>
              <p:nvPr/>
            </p:nvGrpSpPr>
            <p:grpSpPr>
              <a:xfrm>
                <a:off x="7189148" y="4864687"/>
                <a:ext cx="223926" cy="187070"/>
                <a:chOff x="7189148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45" name="Freeform: Shape 444">
                  <a:extLst>
                    <a:ext uri="{FF2B5EF4-FFF2-40B4-BE49-F238E27FC236}">
                      <a16:creationId xmlns:a16="http://schemas.microsoft.com/office/drawing/2014/main" id="{7CE2BE51-8E25-6B42-9159-006EB9510E62}"/>
                    </a:ext>
                  </a:extLst>
                </p:cNvPr>
                <p:cNvSpPr/>
                <p:nvPr/>
              </p:nvSpPr>
              <p:spPr>
                <a:xfrm>
                  <a:off x="7300430" y="4864687"/>
                  <a:ext cx="12686" cy="44417"/>
                </a:xfrm>
                <a:custGeom>
                  <a:avLst/>
                  <a:gdLst>
                    <a:gd name="connsiteX0" fmla="*/ 325 w 12686"/>
                    <a:gd name="connsiteY0" fmla="*/ 286 h 44417"/>
                    <a:gd name="connsiteX1" fmla="*/ 325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25" y="286"/>
                      </a:moveTo>
                      <a:lnTo>
                        <a:pt x="325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46" name="Graphic 398">
                  <a:extLst>
                    <a:ext uri="{FF2B5EF4-FFF2-40B4-BE49-F238E27FC236}">
                      <a16:creationId xmlns:a16="http://schemas.microsoft.com/office/drawing/2014/main" id="{E71DD353-DFAB-359F-77F3-937DC5D15D44}"/>
                    </a:ext>
                  </a:extLst>
                </p:cNvPr>
                <p:cNvGrpSpPr/>
                <p:nvPr/>
              </p:nvGrpSpPr>
              <p:grpSpPr>
                <a:xfrm>
                  <a:off x="7189148" y="4955763"/>
                  <a:ext cx="223926" cy="95994"/>
                  <a:chOff x="7189148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47" name="Freeform: Shape 446">
                    <a:extLst>
                      <a:ext uri="{FF2B5EF4-FFF2-40B4-BE49-F238E27FC236}">
                        <a16:creationId xmlns:a16="http://schemas.microsoft.com/office/drawing/2014/main" id="{A6941691-F668-F38E-7810-35B56EC35BF2}"/>
                      </a:ext>
                    </a:extLst>
                  </p:cNvPr>
                  <p:cNvSpPr/>
                  <p:nvPr/>
                </p:nvSpPr>
                <p:spPr>
                  <a:xfrm flipV="1">
                    <a:off x="7189148" y="4957429"/>
                    <a:ext cx="59843" cy="94328"/>
                  </a:xfrm>
                  <a:custGeom>
                    <a:avLst/>
                    <a:gdLst>
                      <a:gd name="connsiteX0" fmla="*/ 2221 w 59843"/>
                      <a:gd name="connsiteY0" fmla="*/ 92338 h 94328"/>
                      <a:gd name="connsiteX1" fmla="*/ 51340 w 59843"/>
                      <a:gd name="connsiteY1" fmla="*/ 92338 h 94328"/>
                      <a:gd name="connsiteX2" fmla="*/ 51340 w 59843"/>
                      <a:gd name="connsiteY2" fmla="*/ 81789 h 94328"/>
                      <a:gd name="connsiteX3" fmla="*/ 13678 w 59843"/>
                      <a:gd name="connsiteY3" fmla="*/ 81789 h 94328"/>
                      <a:gd name="connsiteX4" fmla="*/ 13678 w 59843"/>
                      <a:gd name="connsiteY4" fmla="*/ 59124 h 94328"/>
                      <a:gd name="connsiteX5" fmla="*/ 19109 w 59843"/>
                      <a:gd name="connsiteY5" fmla="*/ 60512 h 94328"/>
                      <a:gd name="connsiteX6" fmla="*/ 24580 w 59843"/>
                      <a:gd name="connsiteY6" fmla="*/ 60968 h 94328"/>
                      <a:gd name="connsiteX7" fmla="*/ 49100 w 59843"/>
                      <a:gd name="connsiteY7" fmla="*/ 52481 h 94328"/>
                      <a:gd name="connsiteX8" fmla="*/ 58159 w 59843"/>
                      <a:gd name="connsiteY8" fmla="*/ 29499 h 94328"/>
                      <a:gd name="connsiteX9" fmla="*/ 48862 w 59843"/>
                      <a:gd name="connsiteY9" fmla="*/ 6279 h 94328"/>
                      <a:gd name="connsiteX10" fmla="*/ 22657 w 59843"/>
                      <a:gd name="connsiteY10" fmla="*/ -1990 h 94328"/>
                      <a:gd name="connsiteX11" fmla="*/ 10784 w 59843"/>
                      <a:gd name="connsiteY11" fmla="*/ -999 h 94328"/>
                      <a:gd name="connsiteX12" fmla="*/ -1684 w 59843"/>
                      <a:gd name="connsiteY12" fmla="*/ 1976 h 94328"/>
                      <a:gd name="connsiteX13" fmla="*/ -1684 w 59843"/>
                      <a:gd name="connsiteY13" fmla="*/ 14567 h 94328"/>
                      <a:gd name="connsiteX14" fmla="*/ 9832 w 59843"/>
                      <a:gd name="connsiteY14" fmla="*/ 10046 h 94328"/>
                      <a:gd name="connsiteX15" fmla="*/ 22400 w 59843"/>
                      <a:gd name="connsiteY15" fmla="*/ 8559 h 94328"/>
                      <a:gd name="connsiteX16" fmla="*/ 39367 w 59843"/>
                      <a:gd name="connsiteY16" fmla="*/ 14190 h 94328"/>
                      <a:gd name="connsiteX17" fmla="*/ 45631 w 59843"/>
                      <a:gd name="connsiteY17" fmla="*/ 29499 h 94328"/>
                      <a:gd name="connsiteX18" fmla="*/ 39367 w 59843"/>
                      <a:gd name="connsiteY18" fmla="*/ 44787 h 94328"/>
                      <a:gd name="connsiteX19" fmla="*/ 22400 w 59843"/>
                      <a:gd name="connsiteY19" fmla="*/ 50439 h 94328"/>
                      <a:gd name="connsiteX20" fmla="*/ 12389 w 59843"/>
                      <a:gd name="connsiteY20" fmla="*/ 49328 h 94328"/>
                      <a:gd name="connsiteX21" fmla="*/ 2221 w 59843"/>
                      <a:gd name="connsiteY21" fmla="*/ 45858 h 94328"/>
                      <a:gd name="connsiteX22" fmla="*/ 2221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21" y="92338"/>
                        </a:moveTo>
                        <a:lnTo>
                          <a:pt x="51340" y="92338"/>
                        </a:lnTo>
                        <a:lnTo>
                          <a:pt x="51340" y="81789"/>
                        </a:lnTo>
                        <a:lnTo>
                          <a:pt x="13678" y="81789"/>
                        </a:lnTo>
                        <a:lnTo>
                          <a:pt x="13678" y="59124"/>
                        </a:lnTo>
                        <a:cubicBezTo>
                          <a:pt x="15488" y="59745"/>
                          <a:pt x="17299" y="60208"/>
                          <a:pt x="19109" y="60512"/>
                        </a:cubicBezTo>
                        <a:cubicBezTo>
                          <a:pt x="20933" y="60816"/>
                          <a:pt x="22756" y="60968"/>
                          <a:pt x="24580" y="60968"/>
                        </a:cubicBezTo>
                        <a:cubicBezTo>
                          <a:pt x="34901" y="60968"/>
                          <a:pt x="43074" y="58139"/>
                          <a:pt x="49100" y="52481"/>
                        </a:cubicBezTo>
                        <a:cubicBezTo>
                          <a:pt x="55139" y="46823"/>
                          <a:pt x="58159" y="39162"/>
                          <a:pt x="58159" y="29499"/>
                        </a:cubicBezTo>
                        <a:cubicBezTo>
                          <a:pt x="58159" y="19544"/>
                          <a:pt x="55060" y="11804"/>
                          <a:pt x="48862" y="6279"/>
                        </a:cubicBezTo>
                        <a:cubicBezTo>
                          <a:pt x="42664" y="766"/>
                          <a:pt x="33929" y="-1990"/>
                          <a:pt x="22657" y="-1990"/>
                        </a:cubicBezTo>
                        <a:cubicBezTo>
                          <a:pt x="18772" y="-1990"/>
                          <a:pt x="14814" y="-1660"/>
                          <a:pt x="10784" y="-999"/>
                        </a:cubicBezTo>
                        <a:cubicBezTo>
                          <a:pt x="6766" y="-338"/>
                          <a:pt x="2610" y="654"/>
                          <a:pt x="-1684" y="1976"/>
                        </a:cubicBezTo>
                        <a:lnTo>
                          <a:pt x="-1684" y="14567"/>
                        </a:lnTo>
                        <a:cubicBezTo>
                          <a:pt x="2029" y="12545"/>
                          <a:pt x="5868" y="11038"/>
                          <a:pt x="9832" y="10046"/>
                        </a:cubicBezTo>
                        <a:cubicBezTo>
                          <a:pt x="13797" y="9055"/>
                          <a:pt x="17986" y="8559"/>
                          <a:pt x="22400" y="8559"/>
                        </a:cubicBezTo>
                        <a:cubicBezTo>
                          <a:pt x="29549" y="8559"/>
                          <a:pt x="35205" y="10436"/>
                          <a:pt x="39367" y="14190"/>
                        </a:cubicBezTo>
                        <a:cubicBezTo>
                          <a:pt x="43543" y="17945"/>
                          <a:pt x="45631" y="23048"/>
                          <a:pt x="45631" y="29499"/>
                        </a:cubicBezTo>
                        <a:cubicBezTo>
                          <a:pt x="45631" y="35937"/>
                          <a:pt x="43543" y="41033"/>
                          <a:pt x="39367" y="44787"/>
                        </a:cubicBezTo>
                        <a:cubicBezTo>
                          <a:pt x="35205" y="48555"/>
                          <a:pt x="29549" y="50439"/>
                          <a:pt x="22400" y="50439"/>
                        </a:cubicBezTo>
                        <a:cubicBezTo>
                          <a:pt x="19056" y="50439"/>
                          <a:pt x="15719" y="50068"/>
                          <a:pt x="12389" y="49328"/>
                        </a:cubicBezTo>
                        <a:cubicBezTo>
                          <a:pt x="9072" y="48588"/>
                          <a:pt x="5683" y="47431"/>
                          <a:pt x="2221" y="45858"/>
                        </a:cubicBezTo>
                        <a:lnTo>
                          <a:pt x="222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48" name="Freeform: Shape 447">
                    <a:extLst>
                      <a:ext uri="{FF2B5EF4-FFF2-40B4-BE49-F238E27FC236}">
                        <a16:creationId xmlns:a16="http://schemas.microsoft.com/office/drawing/2014/main" id="{ABC0C7DF-887C-BB19-BC51-0228B7080072}"/>
                      </a:ext>
                    </a:extLst>
                  </p:cNvPr>
                  <p:cNvSpPr/>
                  <p:nvPr/>
                </p:nvSpPr>
                <p:spPr>
                  <a:xfrm flipV="1">
                    <a:off x="7268930" y="4955763"/>
                    <a:ext cx="63867" cy="95994"/>
                  </a:xfrm>
                  <a:custGeom>
                    <a:avLst/>
                    <a:gdLst>
                      <a:gd name="connsiteX0" fmla="*/ 31291 w 63867"/>
                      <a:gd name="connsiteY0" fmla="*/ 51011 h 95994"/>
                      <a:gd name="connsiteX1" fmla="*/ 17931 w 63867"/>
                      <a:gd name="connsiteY1" fmla="*/ 45241 h 95994"/>
                      <a:gd name="connsiteX2" fmla="*/ 13015 w 63867"/>
                      <a:gd name="connsiteY2" fmla="*/ 29457 h 95994"/>
                      <a:gd name="connsiteX3" fmla="*/ 17931 w 63867"/>
                      <a:gd name="connsiteY3" fmla="*/ 13672 h 95994"/>
                      <a:gd name="connsiteX4" fmla="*/ 31291 w 63867"/>
                      <a:gd name="connsiteY4" fmla="*/ 7882 h 95994"/>
                      <a:gd name="connsiteX5" fmla="*/ 44632 w 63867"/>
                      <a:gd name="connsiteY5" fmla="*/ 13672 h 95994"/>
                      <a:gd name="connsiteX6" fmla="*/ 49548 w 63867"/>
                      <a:gd name="connsiteY6" fmla="*/ 29457 h 95994"/>
                      <a:gd name="connsiteX7" fmla="*/ 44632 w 63867"/>
                      <a:gd name="connsiteY7" fmla="*/ 45241 h 95994"/>
                      <a:gd name="connsiteX8" fmla="*/ 31291 w 63867"/>
                      <a:gd name="connsiteY8" fmla="*/ 51011 h 95994"/>
                      <a:gd name="connsiteX9" fmla="*/ 56129 w 63867"/>
                      <a:gd name="connsiteY9" fmla="*/ 90254 h 95994"/>
                      <a:gd name="connsiteX10" fmla="*/ 56129 w 63867"/>
                      <a:gd name="connsiteY10" fmla="*/ 78852 h 95994"/>
                      <a:gd name="connsiteX11" fmla="*/ 46614 w 63867"/>
                      <a:gd name="connsiteY11" fmla="*/ 82243 h 95994"/>
                      <a:gd name="connsiteX12" fmla="*/ 37099 w 63867"/>
                      <a:gd name="connsiteY12" fmla="*/ 83432 h 95994"/>
                      <a:gd name="connsiteX13" fmla="*/ 18169 w 63867"/>
                      <a:gd name="connsiteY13" fmla="*/ 75064 h 95994"/>
                      <a:gd name="connsiteX14" fmla="*/ 10716 w 63867"/>
                      <a:gd name="connsiteY14" fmla="*/ 49782 h 95994"/>
                      <a:gd name="connsiteX15" fmla="*/ 19874 w 63867"/>
                      <a:gd name="connsiteY15" fmla="*/ 58051 h 95994"/>
                      <a:gd name="connsiteX16" fmla="*/ 32025 w 63867"/>
                      <a:gd name="connsiteY16" fmla="*/ 60926 h 95994"/>
                      <a:gd name="connsiteX17" fmla="*/ 54047 w 63867"/>
                      <a:gd name="connsiteY17" fmla="*/ 52459 h 95994"/>
                      <a:gd name="connsiteX18" fmla="*/ 62135 w 63867"/>
                      <a:gd name="connsiteY18" fmla="*/ 29457 h 95994"/>
                      <a:gd name="connsiteX19" fmla="*/ 53710 w 63867"/>
                      <a:gd name="connsiteY19" fmla="*/ 6574 h 95994"/>
                      <a:gd name="connsiteX20" fmla="*/ 31291 w 63867"/>
                      <a:gd name="connsiteY20" fmla="*/ -2032 h 95994"/>
                      <a:gd name="connsiteX21" fmla="*/ 6751 w 63867"/>
                      <a:gd name="connsiteY21" fmla="*/ 10262 h 95994"/>
                      <a:gd name="connsiteX22" fmla="*/ -1733 w 63867"/>
                      <a:gd name="connsiteY22" fmla="*/ 45935 h 95994"/>
                      <a:gd name="connsiteX23" fmla="*/ 8674 w 63867"/>
                      <a:gd name="connsiteY23" fmla="*/ 80914 h 95994"/>
                      <a:gd name="connsiteX24" fmla="*/ 36604 w 63867"/>
                      <a:gd name="connsiteY24" fmla="*/ 93962 h 95994"/>
                      <a:gd name="connsiteX25" fmla="*/ 46118 w 63867"/>
                      <a:gd name="connsiteY25" fmla="*/ 93030 h 95994"/>
                      <a:gd name="connsiteX26" fmla="*/ 56129 w 63867"/>
                      <a:gd name="connsiteY26" fmla="*/ 9025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291" y="51011"/>
                        </a:moveTo>
                        <a:cubicBezTo>
                          <a:pt x="25675" y="51011"/>
                          <a:pt x="21222" y="49088"/>
                          <a:pt x="17931" y="45241"/>
                        </a:cubicBezTo>
                        <a:cubicBezTo>
                          <a:pt x="14654" y="41407"/>
                          <a:pt x="13015" y="36146"/>
                          <a:pt x="13015" y="29457"/>
                        </a:cubicBezTo>
                        <a:cubicBezTo>
                          <a:pt x="13015" y="22807"/>
                          <a:pt x="14654" y="17546"/>
                          <a:pt x="17931" y="13672"/>
                        </a:cubicBezTo>
                        <a:cubicBezTo>
                          <a:pt x="21222" y="9812"/>
                          <a:pt x="25675" y="7882"/>
                          <a:pt x="31291" y="7882"/>
                        </a:cubicBezTo>
                        <a:cubicBezTo>
                          <a:pt x="36908" y="7882"/>
                          <a:pt x="41354" y="9812"/>
                          <a:pt x="44632" y="13672"/>
                        </a:cubicBezTo>
                        <a:cubicBezTo>
                          <a:pt x="47909" y="17546"/>
                          <a:pt x="49548" y="22807"/>
                          <a:pt x="49548" y="29457"/>
                        </a:cubicBezTo>
                        <a:cubicBezTo>
                          <a:pt x="49548" y="36146"/>
                          <a:pt x="47909" y="41407"/>
                          <a:pt x="44632" y="45241"/>
                        </a:cubicBezTo>
                        <a:cubicBezTo>
                          <a:pt x="41354" y="49088"/>
                          <a:pt x="36908" y="51011"/>
                          <a:pt x="31291" y="51011"/>
                        </a:cubicBezTo>
                        <a:close/>
                        <a:moveTo>
                          <a:pt x="56129" y="90254"/>
                        </a:moveTo>
                        <a:lnTo>
                          <a:pt x="56129" y="78852"/>
                        </a:lnTo>
                        <a:cubicBezTo>
                          <a:pt x="52983" y="80332"/>
                          <a:pt x="49812" y="81463"/>
                          <a:pt x="46614" y="82243"/>
                        </a:cubicBezTo>
                        <a:cubicBezTo>
                          <a:pt x="43416" y="83036"/>
                          <a:pt x="40244" y="83432"/>
                          <a:pt x="37099" y="83432"/>
                        </a:cubicBezTo>
                        <a:cubicBezTo>
                          <a:pt x="28840" y="83432"/>
                          <a:pt x="22530" y="80643"/>
                          <a:pt x="18169" y="75064"/>
                        </a:cubicBezTo>
                        <a:cubicBezTo>
                          <a:pt x="13821" y="69486"/>
                          <a:pt x="11337" y="61058"/>
                          <a:pt x="10716" y="49782"/>
                        </a:cubicBezTo>
                        <a:cubicBezTo>
                          <a:pt x="13147" y="53378"/>
                          <a:pt x="16200" y="56134"/>
                          <a:pt x="19874" y="58051"/>
                        </a:cubicBezTo>
                        <a:cubicBezTo>
                          <a:pt x="23561" y="59968"/>
                          <a:pt x="27611" y="60926"/>
                          <a:pt x="32025" y="60926"/>
                        </a:cubicBezTo>
                        <a:cubicBezTo>
                          <a:pt x="41315" y="60926"/>
                          <a:pt x="48656" y="58104"/>
                          <a:pt x="54047" y="52459"/>
                        </a:cubicBezTo>
                        <a:cubicBezTo>
                          <a:pt x="59439" y="46827"/>
                          <a:pt x="62135" y="39160"/>
                          <a:pt x="62135" y="29457"/>
                        </a:cubicBezTo>
                        <a:cubicBezTo>
                          <a:pt x="62135" y="19952"/>
                          <a:pt x="59327" y="12324"/>
                          <a:pt x="53710" y="6574"/>
                        </a:cubicBezTo>
                        <a:cubicBezTo>
                          <a:pt x="48094" y="836"/>
                          <a:pt x="40621" y="-2032"/>
                          <a:pt x="31291" y="-2032"/>
                        </a:cubicBezTo>
                        <a:cubicBezTo>
                          <a:pt x="20587" y="-2032"/>
                          <a:pt x="12407" y="2066"/>
                          <a:pt x="6751" y="10262"/>
                        </a:cubicBezTo>
                        <a:cubicBezTo>
                          <a:pt x="1095" y="18471"/>
                          <a:pt x="-1733" y="30362"/>
                          <a:pt x="-1733" y="45935"/>
                        </a:cubicBezTo>
                        <a:cubicBezTo>
                          <a:pt x="-1733" y="60556"/>
                          <a:pt x="1736" y="72216"/>
                          <a:pt x="8674" y="80914"/>
                        </a:cubicBezTo>
                        <a:cubicBezTo>
                          <a:pt x="15612" y="89613"/>
                          <a:pt x="24922" y="93962"/>
                          <a:pt x="36604" y="93962"/>
                        </a:cubicBezTo>
                        <a:cubicBezTo>
                          <a:pt x="39749" y="93962"/>
                          <a:pt x="42920" y="93651"/>
                          <a:pt x="46118" y="93030"/>
                        </a:cubicBezTo>
                        <a:cubicBezTo>
                          <a:pt x="49316" y="92408"/>
                          <a:pt x="52653" y="91483"/>
                          <a:pt x="56129" y="9025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49" name="Freeform: Shape 448">
                    <a:extLst>
                      <a:ext uri="{FF2B5EF4-FFF2-40B4-BE49-F238E27FC236}">
                        <a16:creationId xmlns:a16="http://schemas.microsoft.com/office/drawing/2014/main" id="{E66363F3-4A77-D271-5D2C-CBF7088C5853}"/>
                      </a:ext>
                    </a:extLst>
                  </p:cNvPr>
                  <p:cNvSpPr/>
                  <p:nvPr/>
                </p:nvSpPr>
                <p:spPr>
                  <a:xfrm flipV="1">
                    <a:off x="7349148" y="4955763"/>
                    <a:ext cx="63926" cy="95994"/>
                  </a:xfrm>
                  <a:custGeom>
                    <a:avLst/>
                    <a:gdLst>
                      <a:gd name="connsiteX0" fmla="*/ 30251 w 63926"/>
                      <a:gd name="connsiteY0" fmla="*/ 84047 h 95994"/>
                      <a:gd name="connsiteX1" fmla="*/ 15721 w 63926"/>
                      <a:gd name="connsiteY1" fmla="*/ 74529 h 95994"/>
                      <a:gd name="connsiteX2" fmla="*/ 10865 w 63926"/>
                      <a:gd name="connsiteY2" fmla="*/ 45935 h 95994"/>
                      <a:gd name="connsiteX3" fmla="*/ 15721 w 63926"/>
                      <a:gd name="connsiteY3" fmla="*/ 17400 h 95994"/>
                      <a:gd name="connsiteX4" fmla="*/ 30251 w 63926"/>
                      <a:gd name="connsiteY4" fmla="*/ 7882 h 95994"/>
                      <a:gd name="connsiteX5" fmla="*/ 44840 w 63926"/>
                      <a:gd name="connsiteY5" fmla="*/ 17400 h 95994"/>
                      <a:gd name="connsiteX6" fmla="*/ 49716 w 63926"/>
                      <a:gd name="connsiteY6" fmla="*/ 45935 h 95994"/>
                      <a:gd name="connsiteX7" fmla="*/ 44840 w 63926"/>
                      <a:gd name="connsiteY7" fmla="*/ 74529 h 95994"/>
                      <a:gd name="connsiteX8" fmla="*/ 30251 w 63926"/>
                      <a:gd name="connsiteY8" fmla="*/ 84047 h 95994"/>
                      <a:gd name="connsiteX9" fmla="*/ 30251 w 63926"/>
                      <a:gd name="connsiteY9" fmla="*/ 93962 h 95994"/>
                      <a:gd name="connsiteX10" fmla="*/ 54018 w 63926"/>
                      <a:gd name="connsiteY10" fmla="*/ 81648 h 95994"/>
                      <a:gd name="connsiteX11" fmla="*/ 62224 w 63926"/>
                      <a:gd name="connsiteY11" fmla="*/ 45935 h 95994"/>
                      <a:gd name="connsiteX12" fmla="*/ 54018 w 63926"/>
                      <a:gd name="connsiteY12" fmla="*/ 10262 h 95994"/>
                      <a:gd name="connsiteX13" fmla="*/ 30251 w 63926"/>
                      <a:gd name="connsiteY13" fmla="*/ -2032 h 95994"/>
                      <a:gd name="connsiteX14" fmla="*/ 6504 w 63926"/>
                      <a:gd name="connsiteY14" fmla="*/ 10262 h 95994"/>
                      <a:gd name="connsiteX15" fmla="*/ -1703 w 63926"/>
                      <a:gd name="connsiteY15" fmla="*/ 45935 h 95994"/>
                      <a:gd name="connsiteX16" fmla="*/ 6504 w 63926"/>
                      <a:gd name="connsiteY16" fmla="*/ 81648 h 95994"/>
                      <a:gd name="connsiteX17" fmla="*/ 30251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51" y="84047"/>
                        </a:moveTo>
                        <a:cubicBezTo>
                          <a:pt x="23815" y="84047"/>
                          <a:pt x="18972" y="80874"/>
                          <a:pt x="15721" y="74529"/>
                        </a:cubicBezTo>
                        <a:cubicBezTo>
                          <a:pt x="12483" y="68197"/>
                          <a:pt x="10865" y="58665"/>
                          <a:pt x="10865" y="45935"/>
                        </a:cubicBezTo>
                        <a:cubicBezTo>
                          <a:pt x="10865" y="33257"/>
                          <a:pt x="12483" y="23746"/>
                          <a:pt x="15721" y="17400"/>
                        </a:cubicBezTo>
                        <a:cubicBezTo>
                          <a:pt x="18972" y="11055"/>
                          <a:pt x="23815" y="7882"/>
                          <a:pt x="30251" y="7882"/>
                        </a:cubicBezTo>
                        <a:cubicBezTo>
                          <a:pt x="36739" y="7882"/>
                          <a:pt x="41602" y="11055"/>
                          <a:pt x="44840" y="17400"/>
                        </a:cubicBezTo>
                        <a:cubicBezTo>
                          <a:pt x="48091" y="23746"/>
                          <a:pt x="49716" y="33257"/>
                          <a:pt x="49716" y="45935"/>
                        </a:cubicBezTo>
                        <a:cubicBezTo>
                          <a:pt x="49716" y="58665"/>
                          <a:pt x="48091" y="68197"/>
                          <a:pt x="44840" y="74529"/>
                        </a:cubicBezTo>
                        <a:cubicBezTo>
                          <a:pt x="41602" y="80874"/>
                          <a:pt x="36739" y="84047"/>
                          <a:pt x="30251" y="84047"/>
                        </a:cubicBezTo>
                        <a:close/>
                        <a:moveTo>
                          <a:pt x="30251" y="93962"/>
                        </a:moveTo>
                        <a:cubicBezTo>
                          <a:pt x="40624" y="93962"/>
                          <a:pt x="48547" y="89857"/>
                          <a:pt x="54018" y="81648"/>
                        </a:cubicBezTo>
                        <a:cubicBezTo>
                          <a:pt x="59489" y="73452"/>
                          <a:pt x="62224" y="61547"/>
                          <a:pt x="62224" y="45935"/>
                        </a:cubicBezTo>
                        <a:cubicBezTo>
                          <a:pt x="62224" y="30362"/>
                          <a:pt x="59489" y="18471"/>
                          <a:pt x="54018" y="10262"/>
                        </a:cubicBezTo>
                        <a:cubicBezTo>
                          <a:pt x="48547" y="2066"/>
                          <a:pt x="40624" y="-2032"/>
                          <a:pt x="30251" y="-2032"/>
                        </a:cubicBezTo>
                        <a:cubicBezTo>
                          <a:pt x="19890" y="-2032"/>
                          <a:pt x="11975" y="2066"/>
                          <a:pt x="6504" y="10262"/>
                        </a:cubicBezTo>
                        <a:cubicBezTo>
                          <a:pt x="1033" y="18471"/>
                          <a:pt x="-1703" y="30362"/>
                          <a:pt x="-1703" y="45935"/>
                        </a:cubicBezTo>
                        <a:cubicBezTo>
                          <a:pt x="-1703" y="61547"/>
                          <a:pt x="1033" y="73452"/>
                          <a:pt x="6504" y="81648"/>
                        </a:cubicBezTo>
                        <a:cubicBezTo>
                          <a:pt x="11975" y="89857"/>
                          <a:pt x="19890" y="93962"/>
                          <a:pt x="3025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50" name="Graphic 398">
                <a:extLst>
                  <a:ext uri="{FF2B5EF4-FFF2-40B4-BE49-F238E27FC236}">
                    <a16:creationId xmlns:a16="http://schemas.microsoft.com/office/drawing/2014/main" id="{AB7C6543-573C-2511-D5D4-79F56FAC578D}"/>
                  </a:ext>
                </a:extLst>
              </p:cNvPr>
              <p:cNvGrpSpPr/>
              <p:nvPr/>
            </p:nvGrpSpPr>
            <p:grpSpPr>
              <a:xfrm>
                <a:off x="7755461" y="4864687"/>
                <a:ext cx="223926" cy="187070"/>
                <a:chOff x="7755461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51" name="Freeform: Shape 450">
                  <a:extLst>
                    <a:ext uri="{FF2B5EF4-FFF2-40B4-BE49-F238E27FC236}">
                      <a16:creationId xmlns:a16="http://schemas.microsoft.com/office/drawing/2014/main" id="{0B72AB0D-A370-86C2-45F6-7651E9629975}"/>
                    </a:ext>
                  </a:extLst>
                </p:cNvPr>
                <p:cNvSpPr/>
                <p:nvPr/>
              </p:nvSpPr>
              <p:spPr>
                <a:xfrm>
                  <a:off x="7866743" y="4864687"/>
                  <a:ext cx="12686" cy="44417"/>
                </a:xfrm>
                <a:custGeom>
                  <a:avLst/>
                  <a:gdLst>
                    <a:gd name="connsiteX0" fmla="*/ 370 w 12686"/>
                    <a:gd name="connsiteY0" fmla="*/ 286 h 44417"/>
                    <a:gd name="connsiteX1" fmla="*/ 370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70" y="286"/>
                      </a:moveTo>
                      <a:lnTo>
                        <a:pt x="370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52" name="Graphic 398">
                  <a:extLst>
                    <a:ext uri="{FF2B5EF4-FFF2-40B4-BE49-F238E27FC236}">
                      <a16:creationId xmlns:a16="http://schemas.microsoft.com/office/drawing/2014/main" id="{43552AB0-F6AC-9759-4AF2-65ED2890C6CC}"/>
                    </a:ext>
                  </a:extLst>
                </p:cNvPr>
                <p:cNvGrpSpPr/>
                <p:nvPr/>
              </p:nvGrpSpPr>
              <p:grpSpPr>
                <a:xfrm>
                  <a:off x="7755461" y="4955763"/>
                  <a:ext cx="223926" cy="95994"/>
                  <a:chOff x="7755461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53" name="Freeform: Shape 452">
                    <a:extLst>
                      <a:ext uri="{FF2B5EF4-FFF2-40B4-BE49-F238E27FC236}">
                        <a16:creationId xmlns:a16="http://schemas.microsoft.com/office/drawing/2014/main" id="{534519AE-067F-1DBF-AA9B-DFDF248306CF}"/>
                      </a:ext>
                    </a:extLst>
                  </p:cNvPr>
                  <p:cNvSpPr/>
                  <p:nvPr/>
                </p:nvSpPr>
                <p:spPr>
                  <a:xfrm flipV="1">
                    <a:off x="7755461" y="4957429"/>
                    <a:ext cx="59843" cy="94328"/>
                  </a:xfrm>
                  <a:custGeom>
                    <a:avLst/>
                    <a:gdLst>
                      <a:gd name="connsiteX0" fmla="*/ 2265 w 59843"/>
                      <a:gd name="connsiteY0" fmla="*/ 92338 h 94328"/>
                      <a:gd name="connsiteX1" fmla="*/ 51385 w 59843"/>
                      <a:gd name="connsiteY1" fmla="*/ 92338 h 94328"/>
                      <a:gd name="connsiteX2" fmla="*/ 51385 w 59843"/>
                      <a:gd name="connsiteY2" fmla="*/ 81789 h 94328"/>
                      <a:gd name="connsiteX3" fmla="*/ 13722 w 59843"/>
                      <a:gd name="connsiteY3" fmla="*/ 81789 h 94328"/>
                      <a:gd name="connsiteX4" fmla="*/ 13722 w 59843"/>
                      <a:gd name="connsiteY4" fmla="*/ 59124 h 94328"/>
                      <a:gd name="connsiteX5" fmla="*/ 19154 w 59843"/>
                      <a:gd name="connsiteY5" fmla="*/ 60512 h 94328"/>
                      <a:gd name="connsiteX6" fmla="*/ 24625 w 59843"/>
                      <a:gd name="connsiteY6" fmla="*/ 60968 h 94328"/>
                      <a:gd name="connsiteX7" fmla="*/ 49145 w 59843"/>
                      <a:gd name="connsiteY7" fmla="*/ 52481 h 94328"/>
                      <a:gd name="connsiteX8" fmla="*/ 58203 w 59843"/>
                      <a:gd name="connsiteY8" fmla="*/ 29499 h 94328"/>
                      <a:gd name="connsiteX9" fmla="*/ 48907 w 59843"/>
                      <a:gd name="connsiteY9" fmla="*/ 6279 h 94328"/>
                      <a:gd name="connsiteX10" fmla="*/ 22702 w 59843"/>
                      <a:gd name="connsiteY10" fmla="*/ -1990 h 94328"/>
                      <a:gd name="connsiteX11" fmla="*/ 10828 w 59843"/>
                      <a:gd name="connsiteY11" fmla="*/ -999 h 94328"/>
                      <a:gd name="connsiteX12" fmla="*/ -1640 w 59843"/>
                      <a:gd name="connsiteY12" fmla="*/ 1976 h 94328"/>
                      <a:gd name="connsiteX13" fmla="*/ -1640 w 59843"/>
                      <a:gd name="connsiteY13" fmla="*/ 14567 h 94328"/>
                      <a:gd name="connsiteX14" fmla="*/ 9877 w 59843"/>
                      <a:gd name="connsiteY14" fmla="*/ 10046 h 94328"/>
                      <a:gd name="connsiteX15" fmla="*/ 22444 w 59843"/>
                      <a:gd name="connsiteY15" fmla="*/ 8559 h 94328"/>
                      <a:gd name="connsiteX16" fmla="*/ 39412 w 59843"/>
                      <a:gd name="connsiteY16" fmla="*/ 14190 h 94328"/>
                      <a:gd name="connsiteX17" fmla="*/ 45676 w 59843"/>
                      <a:gd name="connsiteY17" fmla="*/ 29499 h 94328"/>
                      <a:gd name="connsiteX18" fmla="*/ 39412 w 59843"/>
                      <a:gd name="connsiteY18" fmla="*/ 44787 h 94328"/>
                      <a:gd name="connsiteX19" fmla="*/ 22444 w 59843"/>
                      <a:gd name="connsiteY19" fmla="*/ 50439 h 94328"/>
                      <a:gd name="connsiteX20" fmla="*/ 12434 w 59843"/>
                      <a:gd name="connsiteY20" fmla="*/ 49328 h 94328"/>
                      <a:gd name="connsiteX21" fmla="*/ 2265 w 59843"/>
                      <a:gd name="connsiteY21" fmla="*/ 45858 h 94328"/>
                      <a:gd name="connsiteX22" fmla="*/ 2265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65" y="92338"/>
                        </a:moveTo>
                        <a:lnTo>
                          <a:pt x="51385" y="92338"/>
                        </a:lnTo>
                        <a:lnTo>
                          <a:pt x="51385" y="81789"/>
                        </a:lnTo>
                        <a:lnTo>
                          <a:pt x="13722" y="81789"/>
                        </a:lnTo>
                        <a:lnTo>
                          <a:pt x="13722" y="59124"/>
                        </a:lnTo>
                        <a:cubicBezTo>
                          <a:pt x="15533" y="59745"/>
                          <a:pt x="17343" y="60208"/>
                          <a:pt x="19154" y="60512"/>
                        </a:cubicBezTo>
                        <a:cubicBezTo>
                          <a:pt x="20977" y="60816"/>
                          <a:pt x="22801" y="60968"/>
                          <a:pt x="24625" y="60968"/>
                        </a:cubicBezTo>
                        <a:cubicBezTo>
                          <a:pt x="34945" y="60968"/>
                          <a:pt x="43119" y="58139"/>
                          <a:pt x="49145" y="52481"/>
                        </a:cubicBezTo>
                        <a:cubicBezTo>
                          <a:pt x="55184" y="46823"/>
                          <a:pt x="58203" y="39162"/>
                          <a:pt x="58203" y="29499"/>
                        </a:cubicBezTo>
                        <a:cubicBezTo>
                          <a:pt x="58203" y="19544"/>
                          <a:pt x="55105" y="11804"/>
                          <a:pt x="48907" y="6279"/>
                        </a:cubicBezTo>
                        <a:cubicBezTo>
                          <a:pt x="42709" y="766"/>
                          <a:pt x="33974" y="-1990"/>
                          <a:pt x="22702" y="-1990"/>
                        </a:cubicBezTo>
                        <a:cubicBezTo>
                          <a:pt x="18817" y="-1990"/>
                          <a:pt x="14859" y="-1660"/>
                          <a:pt x="10828" y="-999"/>
                        </a:cubicBezTo>
                        <a:cubicBezTo>
                          <a:pt x="6811" y="-338"/>
                          <a:pt x="2655" y="654"/>
                          <a:pt x="-1640" y="1976"/>
                        </a:cubicBezTo>
                        <a:lnTo>
                          <a:pt x="-1640" y="14567"/>
                        </a:lnTo>
                        <a:cubicBezTo>
                          <a:pt x="2074" y="12545"/>
                          <a:pt x="5912" y="11038"/>
                          <a:pt x="9877" y="10046"/>
                        </a:cubicBezTo>
                        <a:cubicBezTo>
                          <a:pt x="13841" y="9055"/>
                          <a:pt x="18030" y="8559"/>
                          <a:pt x="22444" y="8559"/>
                        </a:cubicBezTo>
                        <a:cubicBezTo>
                          <a:pt x="29593" y="8559"/>
                          <a:pt x="35249" y="10436"/>
                          <a:pt x="39412" y="14190"/>
                        </a:cubicBezTo>
                        <a:cubicBezTo>
                          <a:pt x="43588" y="17945"/>
                          <a:pt x="45676" y="23048"/>
                          <a:pt x="45676" y="29499"/>
                        </a:cubicBezTo>
                        <a:cubicBezTo>
                          <a:pt x="45676" y="35937"/>
                          <a:pt x="43588" y="41033"/>
                          <a:pt x="39412" y="44787"/>
                        </a:cubicBezTo>
                        <a:cubicBezTo>
                          <a:pt x="35249" y="48555"/>
                          <a:pt x="29593" y="50439"/>
                          <a:pt x="22444" y="50439"/>
                        </a:cubicBezTo>
                        <a:cubicBezTo>
                          <a:pt x="19101" y="50439"/>
                          <a:pt x="15764" y="50068"/>
                          <a:pt x="12434" y="49328"/>
                        </a:cubicBezTo>
                        <a:cubicBezTo>
                          <a:pt x="9117" y="48588"/>
                          <a:pt x="5727" y="47431"/>
                          <a:pt x="2265" y="45858"/>
                        </a:cubicBezTo>
                        <a:lnTo>
                          <a:pt x="2265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54" name="Freeform: Shape 453">
                    <a:extLst>
                      <a:ext uri="{FF2B5EF4-FFF2-40B4-BE49-F238E27FC236}">
                        <a16:creationId xmlns:a16="http://schemas.microsoft.com/office/drawing/2014/main" id="{98546B9A-6F9F-4C3C-9AF8-DAE4FBCE4BC7}"/>
                      </a:ext>
                    </a:extLst>
                  </p:cNvPr>
                  <p:cNvSpPr/>
                  <p:nvPr/>
                </p:nvSpPr>
                <p:spPr>
                  <a:xfrm flipV="1">
                    <a:off x="7836789" y="4957429"/>
                    <a:ext cx="59466" cy="92524"/>
                  </a:xfrm>
                  <a:custGeom>
                    <a:avLst/>
                    <a:gdLst>
                      <a:gd name="connsiteX0" fmla="*/ -1655 w 59466"/>
                      <a:gd name="connsiteY0" fmla="*/ 90488 h 92524"/>
                      <a:gd name="connsiteX1" fmla="*/ 57812 w 59466"/>
                      <a:gd name="connsiteY1" fmla="*/ 90488 h 92524"/>
                      <a:gd name="connsiteX2" fmla="*/ 57812 w 59466"/>
                      <a:gd name="connsiteY2" fmla="*/ 85154 h 92524"/>
                      <a:gd name="connsiteX3" fmla="*/ 24233 w 59466"/>
                      <a:gd name="connsiteY3" fmla="*/ -2036 h 92524"/>
                      <a:gd name="connsiteX4" fmla="*/ 11170 w 59466"/>
                      <a:gd name="connsiteY4" fmla="*/ -2036 h 92524"/>
                      <a:gd name="connsiteX5" fmla="*/ 42767 w 59466"/>
                      <a:gd name="connsiteY5" fmla="*/ 79939 h 92524"/>
                      <a:gd name="connsiteX6" fmla="*/ -1655 w 59466"/>
                      <a:gd name="connsiteY6" fmla="*/ 79939 h 92524"/>
                      <a:gd name="connsiteX7" fmla="*/ -1655 w 59466"/>
                      <a:gd name="connsiteY7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466" h="92524">
                        <a:moveTo>
                          <a:pt x="-1655" y="90488"/>
                        </a:moveTo>
                        <a:lnTo>
                          <a:pt x="57812" y="90488"/>
                        </a:lnTo>
                        <a:lnTo>
                          <a:pt x="57812" y="85154"/>
                        </a:lnTo>
                        <a:lnTo>
                          <a:pt x="24233" y="-2036"/>
                        </a:lnTo>
                        <a:lnTo>
                          <a:pt x="11170" y="-2036"/>
                        </a:lnTo>
                        <a:lnTo>
                          <a:pt x="42767" y="79939"/>
                        </a:lnTo>
                        <a:lnTo>
                          <a:pt x="-1655" y="79939"/>
                        </a:lnTo>
                        <a:lnTo>
                          <a:pt x="-1655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55" name="Freeform: Shape 454">
                    <a:extLst>
                      <a:ext uri="{FF2B5EF4-FFF2-40B4-BE49-F238E27FC236}">
                        <a16:creationId xmlns:a16="http://schemas.microsoft.com/office/drawing/2014/main" id="{808E273F-B67E-A783-7190-DA3DEC8BED74}"/>
                      </a:ext>
                    </a:extLst>
                  </p:cNvPr>
                  <p:cNvSpPr/>
                  <p:nvPr/>
                </p:nvSpPr>
                <p:spPr>
                  <a:xfrm flipV="1">
                    <a:off x="7915461" y="4955763"/>
                    <a:ext cx="63926" cy="95994"/>
                  </a:xfrm>
                  <a:custGeom>
                    <a:avLst/>
                    <a:gdLst>
                      <a:gd name="connsiteX0" fmla="*/ 30295 w 63926"/>
                      <a:gd name="connsiteY0" fmla="*/ 84047 h 95994"/>
                      <a:gd name="connsiteX1" fmla="*/ 15766 w 63926"/>
                      <a:gd name="connsiteY1" fmla="*/ 74529 h 95994"/>
                      <a:gd name="connsiteX2" fmla="*/ 10909 w 63926"/>
                      <a:gd name="connsiteY2" fmla="*/ 45935 h 95994"/>
                      <a:gd name="connsiteX3" fmla="*/ 15766 w 63926"/>
                      <a:gd name="connsiteY3" fmla="*/ 17400 h 95994"/>
                      <a:gd name="connsiteX4" fmla="*/ 30295 w 63926"/>
                      <a:gd name="connsiteY4" fmla="*/ 7882 h 95994"/>
                      <a:gd name="connsiteX5" fmla="*/ 44885 w 63926"/>
                      <a:gd name="connsiteY5" fmla="*/ 17400 h 95994"/>
                      <a:gd name="connsiteX6" fmla="*/ 49761 w 63926"/>
                      <a:gd name="connsiteY6" fmla="*/ 45935 h 95994"/>
                      <a:gd name="connsiteX7" fmla="*/ 44885 w 63926"/>
                      <a:gd name="connsiteY7" fmla="*/ 74529 h 95994"/>
                      <a:gd name="connsiteX8" fmla="*/ 30295 w 63926"/>
                      <a:gd name="connsiteY8" fmla="*/ 84047 h 95994"/>
                      <a:gd name="connsiteX9" fmla="*/ 30295 w 63926"/>
                      <a:gd name="connsiteY9" fmla="*/ 93962 h 95994"/>
                      <a:gd name="connsiteX10" fmla="*/ 54062 w 63926"/>
                      <a:gd name="connsiteY10" fmla="*/ 81648 h 95994"/>
                      <a:gd name="connsiteX11" fmla="*/ 62269 w 63926"/>
                      <a:gd name="connsiteY11" fmla="*/ 45935 h 95994"/>
                      <a:gd name="connsiteX12" fmla="*/ 54062 w 63926"/>
                      <a:gd name="connsiteY12" fmla="*/ 10262 h 95994"/>
                      <a:gd name="connsiteX13" fmla="*/ 30295 w 63926"/>
                      <a:gd name="connsiteY13" fmla="*/ -2032 h 95994"/>
                      <a:gd name="connsiteX14" fmla="*/ 6548 w 63926"/>
                      <a:gd name="connsiteY14" fmla="*/ 10262 h 95994"/>
                      <a:gd name="connsiteX15" fmla="*/ -1658 w 63926"/>
                      <a:gd name="connsiteY15" fmla="*/ 45935 h 95994"/>
                      <a:gd name="connsiteX16" fmla="*/ 6548 w 63926"/>
                      <a:gd name="connsiteY16" fmla="*/ 81648 h 95994"/>
                      <a:gd name="connsiteX17" fmla="*/ 30295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95" y="84047"/>
                        </a:moveTo>
                        <a:cubicBezTo>
                          <a:pt x="23860" y="84047"/>
                          <a:pt x="19017" y="80874"/>
                          <a:pt x="15766" y="74529"/>
                        </a:cubicBezTo>
                        <a:cubicBezTo>
                          <a:pt x="12528" y="68197"/>
                          <a:pt x="10909" y="58665"/>
                          <a:pt x="10909" y="45935"/>
                        </a:cubicBezTo>
                        <a:cubicBezTo>
                          <a:pt x="10909" y="33257"/>
                          <a:pt x="12528" y="23746"/>
                          <a:pt x="15766" y="17400"/>
                        </a:cubicBezTo>
                        <a:cubicBezTo>
                          <a:pt x="19017" y="11055"/>
                          <a:pt x="23860" y="7882"/>
                          <a:pt x="30295" y="7882"/>
                        </a:cubicBezTo>
                        <a:cubicBezTo>
                          <a:pt x="36784" y="7882"/>
                          <a:pt x="41647" y="11055"/>
                          <a:pt x="44885" y="17400"/>
                        </a:cubicBezTo>
                        <a:cubicBezTo>
                          <a:pt x="48135" y="23746"/>
                          <a:pt x="49761" y="33257"/>
                          <a:pt x="49761" y="45935"/>
                        </a:cubicBezTo>
                        <a:cubicBezTo>
                          <a:pt x="49761" y="58665"/>
                          <a:pt x="48135" y="68197"/>
                          <a:pt x="44885" y="74529"/>
                        </a:cubicBezTo>
                        <a:cubicBezTo>
                          <a:pt x="41647" y="80874"/>
                          <a:pt x="36784" y="84047"/>
                          <a:pt x="30295" y="84047"/>
                        </a:cubicBezTo>
                        <a:close/>
                        <a:moveTo>
                          <a:pt x="30295" y="93962"/>
                        </a:moveTo>
                        <a:cubicBezTo>
                          <a:pt x="40669" y="93962"/>
                          <a:pt x="48591" y="89857"/>
                          <a:pt x="54062" y="81648"/>
                        </a:cubicBezTo>
                        <a:cubicBezTo>
                          <a:pt x="59533" y="73452"/>
                          <a:pt x="62269" y="61547"/>
                          <a:pt x="62269" y="45935"/>
                        </a:cubicBezTo>
                        <a:cubicBezTo>
                          <a:pt x="62269" y="30362"/>
                          <a:pt x="59533" y="18471"/>
                          <a:pt x="54062" y="10262"/>
                        </a:cubicBezTo>
                        <a:cubicBezTo>
                          <a:pt x="48591" y="2066"/>
                          <a:pt x="40669" y="-2032"/>
                          <a:pt x="30295" y="-2032"/>
                        </a:cubicBezTo>
                        <a:cubicBezTo>
                          <a:pt x="19935" y="-2032"/>
                          <a:pt x="12019" y="2066"/>
                          <a:pt x="6548" y="10262"/>
                        </a:cubicBezTo>
                        <a:cubicBezTo>
                          <a:pt x="1077" y="18471"/>
                          <a:pt x="-1658" y="30362"/>
                          <a:pt x="-1658" y="45935"/>
                        </a:cubicBezTo>
                        <a:cubicBezTo>
                          <a:pt x="-1658" y="61547"/>
                          <a:pt x="1077" y="73452"/>
                          <a:pt x="6548" y="81648"/>
                        </a:cubicBezTo>
                        <a:cubicBezTo>
                          <a:pt x="12019" y="89857"/>
                          <a:pt x="19935" y="93962"/>
                          <a:pt x="30295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56" name="Graphic 398">
                <a:extLst>
                  <a:ext uri="{FF2B5EF4-FFF2-40B4-BE49-F238E27FC236}">
                    <a16:creationId xmlns:a16="http://schemas.microsoft.com/office/drawing/2014/main" id="{41860AFA-0DD4-1249-14B9-29E8166B5575}"/>
                  </a:ext>
                </a:extLst>
              </p:cNvPr>
              <p:cNvGrpSpPr/>
              <p:nvPr/>
            </p:nvGrpSpPr>
            <p:grpSpPr>
              <a:xfrm>
                <a:off x="8218370" y="4864687"/>
                <a:ext cx="227372" cy="187070"/>
                <a:chOff x="8218370" y="4864687"/>
                <a:chExt cx="227372" cy="187070"/>
              </a:xfrm>
              <a:solidFill>
                <a:srgbClr val="000000"/>
              </a:solidFill>
            </p:grpSpPr>
            <p:sp>
              <p:nvSpPr>
                <p:cNvPr id="457" name="Freeform: Shape 456">
                  <a:extLst>
                    <a:ext uri="{FF2B5EF4-FFF2-40B4-BE49-F238E27FC236}">
                      <a16:creationId xmlns:a16="http://schemas.microsoft.com/office/drawing/2014/main" id="{B44E6891-28E7-EB5D-F04A-B5ACBB34BAD9}"/>
                    </a:ext>
                  </a:extLst>
                </p:cNvPr>
                <p:cNvSpPr/>
                <p:nvPr/>
              </p:nvSpPr>
              <p:spPr>
                <a:xfrm>
                  <a:off x="8433056" y="4864687"/>
                  <a:ext cx="12686" cy="44417"/>
                </a:xfrm>
                <a:custGeom>
                  <a:avLst/>
                  <a:gdLst>
                    <a:gd name="connsiteX0" fmla="*/ 415 w 12686"/>
                    <a:gd name="connsiteY0" fmla="*/ 286 h 44417"/>
                    <a:gd name="connsiteX1" fmla="*/ 415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415" y="286"/>
                      </a:moveTo>
                      <a:lnTo>
                        <a:pt x="415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58" name="Graphic 398">
                  <a:extLst>
                    <a:ext uri="{FF2B5EF4-FFF2-40B4-BE49-F238E27FC236}">
                      <a16:creationId xmlns:a16="http://schemas.microsoft.com/office/drawing/2014/main" id="{1CF2B7AF-D580-9420-ABFB-3C128821F6FC}"/>
                    </a:ext>
                  </a:extLst>
                </p:cNvPr>
                <p:cNvGrpSpPr/>
                <p:nvPr/>
              </p:nvGrpSpPr>
              <p:grpSpPr>
                <a:xfrm>
                  <a:off x="8218370" y="4955763"/>
                  <a:ext cx="223926" cy="95994"/>
                  <a:chOff x="8218370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59" name="Freeform: Shape 458">
                    <a:extLst>
                      <a:ext uri="{FF2B5EF4-FFF2-40B4-BE49-F238E27FC236}">
                        <a16:creationId xmlns:a16="http://schemas.microsoft.com/office/drawing/2014/main" id="{B0D5D8FB-68B0-5C9F-CCA4-5C67EA323717}"/>
                      </a:ext>
                    </a:extLst>
                  </p:cNvPr>
                  <p:cNvSpPr/>
                  <p:nvPr/>
                </p:nvSpPr>
                <p:spPr>
                  <a:xfrm flipV="1">
                    <a:off x="8218370" y="4957429"/>
                    <a:ext cx="59843" cy="94328"/>
                  </a:xfrm>
                  <a:custGeom>
                    <a:avLst/>
                    <a:gdLst>
                      <a:gd name="connsiteX0" fmla="*/ 2310 w 59843"/>
                      <a:gd name="connsiteY0" fmla="*/ 92338 h 94328"/>
                      <a:gd name="connsiteX1" fmla="*/ 51429 w 59843"/>
                      <a:gd name="connsiteY1" fmla="*/ 92338 h 94328"/>
                      <a:gd name="connsiteX2" fmla="*/ 51429 w 59843"/>
                      <a:gd name="connsiteY2" fmla="*/ 81789 h 94328"/>
                      <a:gd name="connsiteX3" fmla="*/ 13767 w 59843"/>
                      <a:gd name="connsiteY3" fmla="*/ 81789 h 94328"/>
                      <a:gd name="connsiteX4" fmla="*/ 13767 w 59843"/>
                      <a:gd name="connsiteY4" fmla="*/ 59124 h 94328"/>
                      <a:gd name="connsiteX5" fmla="*/ 19198 w 59843"/>
                      <a:gd name="connsiteY5" fmla="*/ 60512 h 94328"/>
                      <a:gd name="connsiteX6" fmla="*/ 24669 w 59843"/>
                      <a:gd name="connsiteY6" fmla="*/ 60968 h 94328"/>
                      <a:gd name="connsiteX7" fmla="*/ 49189 w 59843"/>
                      <a:gd name="connsiteY7" fmla="*/ 52481 h 94328"/>
                      <a:gd name="connsiteX8" fmla="*/ 58248 w 59843"/>
                      <a:gd name="connsiteY8" fmla="*/ 29499 h 94328"/>
                      <a:gd name="connsiteX9" fmla="*/ 48951 w 59843"/>
                      <a:gd name="connsiteY9" fmla="*/ 6279 h 94328"/>
                      <a:gd name="connsiteX10" fmla="*/ 22747 w 59843"/>
                      <a:gd name="connsiteY10" fmla="*/ -1990 h 94328"/>
                      <a:gd name="connsiteX11" fmla="*/ 10873 w 59843"/>
                      <a:gd name="connsiteY11" fmla="*/ -999 h 94328"/>
                      <a:gd name="connsiteX12" fmla="*/ -1595 w 59843"/>
                      <a:gd name="connsiteY12" fmla="*/ 1976 h 94328"/>
                      <a:gd name="connsiteX13" fmla="*/ -1595 w 59843"/>
                      <a:gd name="connsiteY13" fmla="*/ 14567 h 94328"/>
                      <a:gd name="connsiteX14" fmla="*/ 9922 w 59843"/>
                      <a:gd name="connsiteY14" fmla="*/ 10046 h 94328"/>
                      <a:gd name="connsiteX15" fmla="*/ 22489 w 59843"/>
                      <a:gd name="connsiteY15" fmla="*/ 8559 h 94328"/>
                      <a:gd name="connsiteX16" fmla="*/ 39457 w 59843"/>
                      <a:gd name="connsiteY16" fmla="*/ 14190 h 94328"/>
                      <a:gd name="connsiteX17" fmla="*/ 45720 w 59843"/>
                      <a:gd name="connsiteY17" fmla="*/ 29499 h 94328"/>
                      <a:gd name="connsiteX18" fmla="*/ 39457 w 59843"/>
                      <a:gd name="connsiteY18" fmla="*/ 44787 h 94328"/>
                      <a:gd name="connsiteX19" fmla="*/ 22489 w 59843"/>
                      <a:gd name="connsiteY19" fmla="*/ 50439 h 94328"/>
                      <a:gd name="connsiteX20" fmla="*/ 12479 w 59843"/>
                      <a:gd name="connsiteY20" fmla="*/ 49328 h 94328"/>
                      <a:gd name="connsiteX21" fmla="*/ 2310 w 59843"/>
                      <a:gd name="connsiteY21" fmla="*/ 45858 h 94328"/>
                      <a:gd name="connsiteX22" fmla="*/ 2310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310" y="92338"/>
                        </a:moveTo>
                        <a:lnTo>
                          <a:pt x="51429" y="92338"/>
                        </a:lnTo>
                        <a:lnTo>
                          <a:pt x="51429" y="81789"/>
                        </a:lnTo>
                        <a:lnTo>
                          <a:pt x="13767" y="81789"/>
                        </a:lnTo>
                        <a:lnTo>
                          <a:pt x="13767" y="59124"/>
                        </a:lnTo>
                        <a:cubicBezTo>
                          <a:pt x="15577" y="59745"/>
                          <a:pt x="17388" y="60208"/>
                          <a:pt x="19198" y="60512"/>
                        </a:cubicBezTo>
                        <a:cubicBezTo>
                          <a:pt x="21022" y="60816"/>
                          <a:pt x="22846" y="60968"/>
                          <a:pt x="24669" y="60968"/>
                        </a:cubicBezTo>
                        <a:cubicBezTo>
                          <a:pt x="34990" y="60968"/>
                          <a:pt x="43163" y="58139"/>
                          <a:pt x="49189" y="52481"/>
                        </a:cubicBezTo>
                        <a:cubicBezTo>
                          <a:pt x="55229" y="46823"/>
                          <a:pt x="58248" y="39162"/>
                          <a:pt x="58248" y="29499"/>
                        </a:cubicBezTo>
                        <a:cubicBezTo>
                          <a:pt x="58248" y="19544"/>
                          <a:pt x="55149" y="11804"/>
                          <a:pt x="48951" y="6279"/>
                        </a:cubicBezTo>
                        <a:cubicBezTo>
                          <a:pt x="42754" y="766"/>
                          <a:pt x="34019" y="-1990"/>
                          <a:pt x="22747" y="-1990"/>
                        </a:cubicBezTo>
                        <a:cubicBezTo>
                          <a:pt x="18861" y="-1990"/>
                          <a:pt x="14904" y="-1660"/>
                          <a:pt x="10873" y="-999"/>
                        </a:cubicBezTo>
                        <a:cubicBezTo>
                          <a:pt x="6856" y="-338"/>
                          <a:pt x="2700" y="654"/>
                          <a:pt x="-1595" y="1976"/>
                        </a:cubicBezTo>
                        <a:lnTo>
                          <a:pt x="-1595" y="14567"/>
                        </a:lnTo>
                        <a:cubicBezTo>
                          <a:pt x="2118" y="12545"/>
                          <a:pt x="5957" y="11038"/>
                          <a:pt x="9922" y="10046"/>
                        </a:cubicBezTo>
                        <a:cubicBezTo>
                          <a:pt x="13886" y="9055"/>
                          <a:pt x="18075" y="8559"/>
                          <a:pt x="22489" y="8559"/>
                        </a:cubicBezTo>
                        <a:cubicBezTo>
                          <a:pt x="29638" y="8559"/>
                          <a:pt x="35294" y="10436"/>
                          <a:pt x="39457" y="14190"/>
                        </a:cubicBezTo>
                        <a:cubicBezTo>
                          <a:pt x="43633" y="17945"/>
                          <a:pt x="45720" y="23048"/>
                          <a:pt x="45720" y="29499"/>
                        </a:cubicBezTo>
                        <a:cubicBezTo>
                          <a:pt x="45720" y="35937"/>
                          <a:pt x="43633" y="41033"/>
                          <a:pt x="39457" y="44787"/>
                        </a:cubicBezTo>
                        <a:cubicBezTo>
                          <a:pt x="35294" y="48555"/>
                          <a:pt x="29638" y="50439"/>
                          <a:pt x="22489" y="50439"/>
                        </a:cubicBezTo>
                        <a:cubicBezTo>
                          <a:pt x="19145" y="50439"/>
                          <a:pt x="15809" y="50068"/>
                          <a:pt x="12479" y="49328"/>
                        </a:cubicBezTo>
                        <a:cubicBezTo>
                          <a:pt x="9162" y="48588"/>
                          <a:pt x="5772" y="47431"/>
                          <a:pt x="2310" y="45858"/>
                        </a:cubicBezTo>
                        <a:lnTo>
                          <a:pt x="2310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0" name="Freeform: Shape 459">
                    <a:extLst>
                      <a:ext uri="{FF2B5EF4-FFF2-40B4-BE49-F238E27FC236}">
                        <a16:creationId xmlns:a16="http://schemas.microsoft.com/office/drawing/2014/main" id="{E88CA212-3A19-FA00-99EC-AF40241B65E2}"/>
                      </a:ext>
                    </a:extLst>
                  </p:cNvPr>
                  <p:cNvSpPr/>
                  <p:nvPr/>
                </p:nvSpPr>
                <p:spPr>
                  <a:xfrm flipV="1">
                    <a:off x="8297894" y="4955763"/>
                    <a:ext cx="63431" cy="95994"/>
                  </a:xfrm>
                  <a:custGeom>
                    <a:avLst/>
                    <a:gdLst>
                      <a:gd name="connsiteX0" fmla="*/ 30096 w 63431"/>
                      <a:gd name="connsiteY0" fmla="*/ 43714 h 95994"/>
                      <a:gd name="connsiteX1" fmla="*/ 16062 w 63431"/>
                      <a:gd name="connsiteY1" fmla="*/ 38935 h 95994"/>
                      <a:gd name="connsiteX2" fmla="*/ 10968 w 63431"/>
                      <a:gd name="connsiteY2" fmla="*/ 25808 h 95994"/>
                      <a:gd name="connsiteX3" fmla="*/ 16062 w 63431"/>
                      <a:gd name="connsiteY3" fmla="*/ 12661 h 95994"/>
                      <a:gd name="connsiteX4" fmla="*/ 30096 w 63431"/>
                      <a:gd name="connsiteY4" fmla="*/ 7882 h 95994"/>
                      <a:gd name="connsiteX5" fmla="*/ 44150 w 63431"/>
                      <a:gd name="connsiteY5" fmla="*/ 12681 h 95994"/>
                      <a:gd name="connsiteX6" fmla="*/ 49304 w 63431"/>
                      <a:gd name="connsiteY6" fmla="*/ 25808 h 95994"/>
                      <a:gd name="connsiteX7" fmla="*/ 44190 w 63431"/>
                      <a:gd name="connsiteY7" fmla="*/ 38935 h 95994"/>
                      <a:gd name="connsiteX8" fmla="*/ 30096 w 63431"/>
                      <a:gd name="connsiteY8" fmla="*/ 43714 h 95994"/>
                      <a:gd name="connsiteX9" fmla="*/ 17588 w 63431"/>
                      <a:gd name="connsiteY9" fmla="*/ 49028 h 95994"/>
                      <a:gd name="connsiteX10" fmla="*/ 5041 w 63431"/>
                      <a:gd name="connsiteY10" fmla="*/ 56524 h 95994"/>
                      <a:gd name="connsiteX11" fmla="*/ 561 w 63431"/>
                      <a:gd name="connsiteY11" fmla="*/ 69988 h 95994"/>
                      <a:gd name="connsiteX12" fmla="*/ 8450 w 63431"/>
                      <a:gd name="connsiteY12" fmla="*/ 87517 h 95994"/>
                      <a:gd name="connsiteX13" fmla="*/ 30096 w 63431"/>
                      <a:gd name="connsiteY13" fmla="*/ 93962 h 95994"/>
                      <a:gd name="connsiteX14" fmla="*/ 51782 w 63431"/>
                      <a:gd name="connsiteY14" fmla="*/ 87517 h 95994"/>
                      <a:gd name="connsiteX15" fmla="*/ 59651 w 63431"/>
                      <a:gd name="connsiteY15" fmla="*/ 69988 h 95994"/>
                      <a:gd name="connsiteX16" fmla="*/ 55152 w 63431"/>
                      <a:gd name="connsiteY16" fmla="*/ 56524 h 95994"/>
                      <a:gd name="connsiteX17" fmla="*/ 42683 w 63431"/>
                      <a:gd name="connsiteY17" fmla="*/ 49028 h 95994"/>
                      <a:gd name="connsiteX18" fmla="*/ 56757 w 63431"/>
                      <a:gd name="connsiteY18" fmla="*/ 40779 h 95994"/>
                      <a:gd name="connsiteX19" fmla="*/ 61812 w 63431"/>
                      <a:gd name="connsiteY19" fmla="*/ 25808 h 95994"/>
                      <a:gd name="connsiteX20" fmla="*/ 53605 w 63431"/>
                      <a:gd name="connsiteY20" fmla="*/ 5146 h 95994"/>
                      <a:gd name="connsiteX21" fmla="*/ 30096 w 63431"/>
                      <a:gd name="connsiteY21" fmla="*/ -2032 h 95994"/>
                      <a:gd name="connsiteX22" fmla="*/ 6587 w 63431"/>
                      <a:gd name="connsiteY22" fmla="*/ 5146 h 95994"/>
                      <a:gd name="connsiteX23" fmla="*/ -1619 w 63431"/>
                      <a:gd name="connsiteY23" fmla="*/ 25808 h 95994"/>
                      <a:gd name="connsiteX24" fmla="*/ 3455 w 63431"/>
                      <a:gd name="connsiteY24" fmla="*/ 40779 h 95994"/>
                      <a:gd name="connsiteX25" fmla="*/ 17588 w 63431"/>
                      <a:gd name="connsiteY25" fmla="*/ 49028 h 95994"/>
                      <a:gd name="connsiteX26" fmla="*/ 13010 w 63431"/>
                      <a:gd name="connsiteY26" fmla="*/ 68798 h 95994"/>
                      <a:gd name="connsiteX27" fmla="*/ 17489 w 63431"/>
                      <a:gd name="connsiteY27" fmla="*/ 57595 h 95994"/>
                      <a:gd name="connsiteX28" fmla="*/ 30096 w 63431"/>
                      <a:gd name="connsiteY28" fmla="*/ 53569 h 95994"/>
                      <a:gd name="connsiteX29" fmla="*/ 42703 w 63431"/>
                      <a:gd name="connsiteY29" fmla="*/ 57595 h 95994"/>
                      <a:gd name="connsiteX30" fmla="*/ 47262 w 63431"/>
                      <a:gd name="connsiteY30" fmla="*/ 68798 h 95994"/>
                      <a:gd name="connsiteX31" fmla="*/ 42703 w 63431"/>
                      <a:gd name="connsiteY31" fmla="*/ 80022 h 95994"/>
                      <a:gd name="connsiteX32" fmla="*/ 30096 w 63431"/>
                      <a:gd name="connsiteY32" fmla="*/ 84047 h 95994"/>
                      <a:gd name="connsiteX33" fmla="*/ 17489 w 63431"/>
                      <a:gd name="connsiteY33" fmla="*/ 80022 h 95994"/>
                      <a:gd name="connsiteX34" fmla="*/ 13010 w 63431"/>
                      <a:gd name="connsiteY34" fmla="*/ 6879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30096" y="43714"/>
                        </a:moveTo>
                        <a:cubicBezTo>
                          <a:pt x="24150" y="43714"/>
                          <a:pt x="19472" y="42121"/>
                          <a:pt x="16062" y="38935"/>
                        </a:cubicBezTo>
                        <a:cubicBezTo>
                          <a:pt x="12666" y="35749"/>
                          <a:pt x="10968" y="31374"/>
                          <a:pt x="10968" y="25808"/>
                        </a:cubicBezTo>
                        <a:cubicBezTo>
                          <a:pt x="10968" y="20229"/>
                          <a:pt x="12666" y="15847"/>
                          <a:pt x="16062" y="12661"/>
                        </a:cubicBezTo>
                        <a:cubicBezTo>
                          <a:pt x="19472" y="9475"/>
                          <a:pt x="24150" y="7882"/>
                          <a:pt x="30096" y="7882"/>
                        </a:cubicBezTo>
                        <a:cubicBezTo>
                          <a:pt x="36043" y="7882"/>
                          <a:pt x="40728" y="9482"/>
                          <a:pt x="44150" y="12681"/>
                        </a:cubicBezTo>
                        <a:cubicBezTo>
                          <a:pt x="47586" y="15893"/>
                          <a:pt x="49304" y="20269"/>
                          <a:pt x="49304" y="25808"/>
                        </a:cubicBezTo>
                        <a:cubicBezTo>
                          <a:pt x="49304" y="31374"/>
                          <a:pt x="47599" y="35749"/>
                          <a:pt x="44190" y="38935"/>
                        </a:cubicBezTo>
                        <a:cubicBezTo>
                          <a:pt x="40794" y="42121"/>
                          <a:pt x="36096" y="43714"/>
                          <a:pt x="30096" y="43714"/>
                        </a:cubicBezTo>
                        <a:close/>
                        <a:moveTo>
                          <a:pt x="17588" y="49028"/>
                        </a:moveTo>
                        <a:cubicBezTo>
                          <a:pt x="12223" y="50350"/>
                          <a:pt x="8041" y="52849"/>
                          <a:pt x="5041" y="56524"/>
                        </a:cubicBezTo>
                        <a:cubicBezTo>
                          <a:pt x="2054" y="60212"/>
                          <a:pt x="561" y="64700"/>
                          <a:pt x="561" y="69988"/>
                        </a:cubicBezTo>
                        <a:cubicBezTo>
                          <a:pt x="561" y="77378"/>
                          <a:pt x="3191" y="83221"/>
                          <a:pt x="8450" y="87517"/>
                        </a:cubicBezTo>
                        <a:cubicBezTo>
                          <a:pt x="13723" y="91814"/>
                          <a:pt x="20938" y="93962"/>
                          <a:pt x="30096" y="93962"/>
                        </a:cubicBezTo>
                        <a:cubicBezTo>
                          <a:pt x="39307" y="93962"/>
                          <a:pt x="46536" y="91814"/>
                          <a:pt x="51782" y="87517"/>
                        </a:cubicBezTo>
                        <a:cubicBezTo>
                          <a:pt x="57028" y="83221"/>
                          <a:pt x="59651" y="77378"/>
                          <a:pt x="59651" y="69988"/>
                        </a:cubicBezTo>
                        <a:cubicBezTo>
                          <a:pt x="59651" y="64700"/>
                          <a:pt x="58151" y="60212"/>
                          <a:pt x="55152" y="56524"/>
                        </a:cubicBezTo>
                        <a:cubicBezTo>
                          <a:pt x="52165" y="52849"/>
                          <a:pt x="48009" y="50350"/>
                          <a:pt x="42683" y="49028"/>
                        </a:cubicBezTo>
                        <a:cubicBezTo>
                          <a:pt x="48709" y="47627"/>
                          <a:pt x="53401" y="44877"/>
                          <a:pt x="56757" y="40779"/>
                        </a:cubicBezTo>
                        <a:cubicBezTo>
                          <a:pt x="60127" y="36694"/>
                          <a:pt x="61812" y="31704"/>
                          <a:pt x="61812" y="25808"/>
                        </a:cubicBezTo>
                        <a:cubicBezTo>
                          <a:pt x="61812" y="16832"/>
                          <a:pt x="59076" y="9945"/>
                          <a:pt x="53605" y="5146"/>
                        </a:cubicBezTo>
                        <a:cubicBezTo>
                          <a:pt x="48135" y="360"/>
                          <a:pt x="40298" y="-2032"/>
                          <a:pt x="30096" y="-2032"/>
                        </a:cubicBezTo>
                        <a:cubicBezTo>
                          <a:pt x="19908" y="-2032"/>
                          <a:pt x="12071" y="360"/>
                          <a:pt x="6587" y="5146"/>
                        </a:cubicBezTo>
                        <a:cubicBezTo>
                          <a:pt x="1116" y="9945"/>
                          <a:pt x="-1619" y="16832"/>
                          <a:pt x="-1619" y="25808"/>
                        </a:cubicBezTo>
                        <a:cubicBezTo>
                          <a:pt x="-1619" y="31704"/>
                          <a:pt x="72" y="36694"/>
                          <a:pt x="3455" y="40779"/>
                        </a:cubicBezTo>
                        <a:cubicBezTo>
                          <a:pt x="6851" y="44877"/>
                          <a:pt x="11562" y="47627"/>
                          <a:pt x="17588" y="49028"/>
                        </a:cubicBezTo>
                        <a:close/>
                        <a:moveTo>
                          <a:pt x="13010" y="68798"/>
                        </a:moveTo>
                        <a:cubicBezTo>
                          <a:pt x="13010" y="64013"/>
                          <a:pt x="14503" y="60278"/>
                          <a:pt x="17489" y="57595"/>
                        </a:cubicBezTo>
                        <a:cubicBezTo>
                          <a:pt x="20489" y="54911"/>
                          <a:pt x="24691" y="53569"/>
                          <a:pt x="30096" y="53569"/>
                        </a:cubicBezTo>
                        <a:cubicBezTo>
                          <a:pt x="35475" y="53569"/>
                          <a:pt x="39677" y="54911"/>
                          <a:pt x="42703" y="57595"/>
                        </a:cubicBezTo>
                        <a:cubicBezTo>
                          <a:pt x="45743" y="60278"/>
                          <a:pt x="47262" y="64013"/>
                          <a:pt x="47262" y="68798"/>
                        </a:cubicBezTo>
                        <a:cubicBezTo>
                          <a:pt x="47262" y="73597"/>
                          <a:pt x="45743" y="77338"/>
                          <a:pt x="42703" y="80022"/>
                        </a:cubicBezTo>
                        <a:cubicBezTo>
                          <a:pt x="39677" y="82705"/>
                          <a:pt x="35475" y="84047"/>
                          <a:pt x="30096" y="84047"/>
                        </a:cubicBezTo>
                        <a:cubicBezTo>
                          <a:pt x="24691" y="84047"/>
                          <a:pt x="20489" y="82705"/>
                          <a:pt x="17489" y="80022"/>
                        </a:cubicBezTo>
                        <a:cubicBezTo>
                          <a:pt x="14503" y="77338"/>
                          <a:pt x="13010" y="73597"/>
                          <a:pt x="13010" y="6879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1" name="Freeform: Shape 460">
                    <a:extLst>
                      <a:ext uri="{FF2B5EF4-FFF2-40B4-BE49-F238E27FC236}">
                        <a16:creationId xmlns:a16="http://schemas.microsoft.com/office/drawing/2014/main" id="{8DEA7D0B-5700-C909-E52D-8A6E7BCF7672}"/>
                      </a:ext>
                    </a:extLst>
                  </p:cNvPr>
                  <p:cNvSpPr/>
                  <p:nvPr/>
                </p:nvSpPr>
                <p:spPr>
                  <a:xfrm flipV="1">
                    <a:off x="8378370" y="4955763"/>
                    <a:ext cx="63926" cy="95994"/>
                  </a:xfrm>
                  <a:custGeom>
                    <a:avLst/>
                    <a:gdLst>
                      <a:gd name="connsiteX0" fmla="*/ 30340 w 63926"/>
                      <a:gd name="connsiteY0" fmla="*/ 84047 h 95994"/>
                      <a:gd name="connsiteX1" fmla="*/ 15810 w 63926"/>
                      <a:gd name="connsiteY1" fmla="*/ 74529 h 95994"/>
                      <a:gd name="connsiteX2" fmla="*/ 10954 w 63926"/>
                      <a:gd name="connsiteY2" fmla="*/ 45935 h 95994"/>
                      <a:gd name="connsiteX3" fmla="*/ 15810 w 63926"/>
                      <a:gd name="connsiteY3" fmla="*/ 17400 h 95994"/>
                      <a:gd name="connsiteX4" fmla="*/ 30340 w 63926"/>
                      <a:gd name="connsiteY4" fmla="*/ 7882 h 95994"/>
                      <a:gd name="connsiteX5" fmla="*/ 44929 w 63926"/>
                      <a:gd name="connsiteY5" fmla="*/ 17400 h 95994"/>
                      <a:gd name="connsiteX6" fmla="*/ 49805 w 63926"/>
                      <a:gd name="connsiteY6" fmla="*/ 45935 h 95994"/>
                      <a:gd name="connsiteX7" fmla="*/ 44929 w 63926"/>
                      <a:gd name="connsiteY7" fmla="*/ 74529 h 95994"/>
                      <a:gd name="connsiteX8" fmla="*/ 30340 w 63926"/>
                      <a:gd name="connsiteY8" fmla="*/ 84047 h 95994"/>
                      <a:gd name="connsiteX9" fmla="*/ 30340 w 63926"/>
                      <a:gd name="connsiteY9" fmla="*/ 93962 h 95994"/>
                      <a:gd name="connsiteX10" fmla="*/ 54107 w 63926"/>
                      <a:gd name="connsiteY10" fmla="*/ 81648 h 95994"/>
                      <a:gd name="connsiteX11" fmla="*/ 62313 w 63926"/>
                      <a:gd name="connsiteY11" fmla="*/ 45935 h 95994"/>
                      <a:gd name="connsiteX12" fmla="*/ 54107 w 63926"/>
                      <a:gd name="connsiteY12" fmla="*/ 10262 h 95994"/>
                      <a:gd name="connsiteX13" fmla="*/ 30340 w 63926"/>
                      <a:gd name="connsiteY13" fmla="*/ -2032 h 95994"/>
                      <a:gd name="connsiteX14" fmla="*/ 6593 w 63926"/>
                      <a:gd name="connsiteY14" fmla="*/ 10262 h 95994"/>
                      <a:gd name="connsiteX15" fmla="*/ -1613 w 63926"/>
                      <a:gd name="connsiteY15" fmla="*/ 45935 h 95994"/>
                      <a:gd name="connsiteX16" fmla="*/ 6593 w 63926"/>
                      <a:gd name="connsiteY16" fmla="*/ 81648 h 95994"/>
                      <a:gd name="connsiteX17" fmla="*/ 30340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40" y="84047"/>
                        </a:moveTo>
                        <a:cubicBezTo>
                          <a:pt x="23904" y="84047"/>
                          <a:pt x="19061" y="80874"/>
                          <a:pt x="15810" y="74529"/>
                        </a:cubicBezTo>
                        <a:cubicBezTo>
                          <a:pt x="12573" y="68197"/>
                          <a:pt x="10954" y="58665"/>
                          <a:pt x="10954" y="45935"/>
                        </a:cubicBezTo>
                        <a:cubicBezTo>
                          <a:pt x="10954" y="33257"/>
                          <a:pt x="12573" y="23746"/>
                          <a:pt x="15810" y="17400"/>
                        </a:cubicBezTo>
                        <a:cubicBezTo>
                          <a:pt x="19061" y="11055"/>
                          <a:pt x="23904" y="7882"/>
                          <a:pt x="30340" y="7882"/>
                        </a:cubicBezTo>
                        <a:cubicBezTo>
                          <a:pt x="36828" y="7882"/>
                          <a:pt x="41692" y="11055"/>
                          <a:pt x="44929" y="17400"/>
                        </a:cubicBezTo>
                        <a:cubicBezTo>
                          <a:pt x="48180" y="23746"/>
                          <a:pt x="49805" y="33257"/>
                          <a:pt x="49805" y="45935"/>
                        </a:cubicBezTo>
                        <a:cubicBezTo>
                          <a:pt x="49805" y="58665"/>
                          <a:pt x="48180" y="68197"/>
                          <a:pt x="44929" y="74529"/>
                        </a:cubicBezTo>
                        <a:cubicBezTo>
                          <a:pt x="41692" y="80874"/>
                          <a:pt x="36828" y="84047"/>
                          <a:pt x="30340" y="84047"/>
                        </a:cubicBezTo>
                        <a:close/>
                        <a:moveTo>
                          <a:pt x="30340" y="93962"/>
                        </a:moveTo>
                        <a:cubicBezTo>
                          <a:pt x="40714" y="93962"/>
                          <a:pt x="48636" y="89857"/>
                          <a:pt x="54107" y="81648"/>
                        </a:cubicBezTo>
                        <a:cubicBezTo>
                          <a:pt x="59578" y="73452"/>
                          <a:pt x="62313" y="61547"/>
                          <a:pt x="62313" y="45935"/>
                        </a:cubicBezTo>
                        <a:cubicBezTo>
                          <a:pt x="62313" y="30362"/>
                          <a:pt x="59578" y="18471"/>
                          <a:pt x="54107" y="10262"/>
                        </a:cubicBezTo>
                        <a:cubicBezTo>
                          <a:pt x="48636" y="2066"/>
                          <a:pt x="40714" y="-2032"/>
                          <a:pt x="30340" y="-2032"/>
                        </a:cubicBezTo>
                        <a:cubicBezTo>
                          <a:pt x="19980" y="-2032"/>
                          <a:pt x="12064" y="2066"/>
                          <a:pt x="6593" y="10262"/>
                        </a:cubicBezTo>
                        <a:cubicBezTo>
                          <a:pt x="1122" y="18471"/>
                          <a:pt x="-1613" y="30362"/>
                          <a:pt x="-1613" y="45935"/>
                        </a:cubicBezTo>
                        <a:cubicBezTo>
                          <a:pt x="-1613" y="61547"/>
                          <a:pt x="1122" y="73452"/>
                          <a:pt x="6593" y="81648"/>
                        </a:cubicBezTo>
                        <a:cubicBezTo>
                          <a:pt x="12064" y="89857"/>
                          <a:pt x="19980" y="93962"/>
                          <a:pt x="30340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462" name="Graphic 398">
              <a:extLst>
                <a:ext uri="{FF2B5EF4-FFF2-40B4-BE49-F238E27FC236}">
                  <a16:creationId xmlns:a16="http://schemas.microsoft.com/office/drawing/2014/main" id="{8ECA4072-1AB5-0F7C-7EED-78E5715E0EE4}"/>
                </a:ext>
              </a:extLst>
            </p:cNvPr>
            <p:cNvGrpSpPr/>
            <p:nvPr/>
          </p:nvGrpSpPr>
          <p:grpSpPr>
            <a:xfrm>
              <a:off x="3577804" y="2269379"/>
              <a:ext cx="324747" cy="2362067"/>
              <a:chOff x="3577804" y="2269379"/>
              <a:chExt cx="324747" cy="2362067"/>
            </a:xfrm>
            <a:solidFill>
              <a:srgbClr val="000000"/>
            </a:solidFill>
          </p:grpSpPr>
          <p:grpSp>
            <p:nvGrpSpPr>
              <p:cNvPr id="463" name="Graphic 398">
                <a:extLst>
                  <a:ext uri="{FF2B5EF4-FFF2-40B4-BE49-F238E27FC236}">
                    <a16:creationId xmlns:a16="http://schemas.microsoft.com/office/drawing/2014/main" id="{AD683782-B798-D90E-197B-9A0652A51EE5}"/>
                  </a:ext>
                </a:extLst>
              </p:cNvPr>
              <p:cNvGrpSpPr/>
              <p:nvPr/>
            </p:nvGrpSpPr>
            <p:grpSpPr>
              <a:xfrm>
                <a:off x="3577804" y="4535453"/>
                <a:ext cx="324747" cy="95994"/>
                <a:chOff x="3577804" y="4535453"/>
                <a:chExt cx="324747" cy="95994"/>
              </a:xfrm>
              <a:solidFill>
                <a:srgbClr val="000000"/>
              </a:solidFill>
            </p:grpSpPr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D51E3121-6EAD-159C-8D03-309A71907E3A}"/>
                    </a:ext>
                  </a:extLst>
                </p:cNvPr>
                <p:cNvSpPr/>
                <p:nvPr/>
              </p:nvSpPr>
              <p:spPr>
                <a:xfrm>
                  <a:off x="3858149" y="4581427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64 h 12690"/>
                    <a:gd name="connsiteX1" fmla="*/ 58 w 44401"/>
                    <a:gd name="connsiteY1" fmla="*/ 264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64"/>
                      </a:moveTo>
                      <a:lnTo>
                        <a:pt x="58" y="26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65" name="Graphic 398">
                  <a:extLst>
                    <a:ext uri="{FF2B5EF4-FFF2-40B4-BE49-F238E27FC236}">
                      <a16:creationId xmlns:a16="http://schemas.microsoft.com/office/drawing/2014/main" id="{5FF78596-BFDB-AF45-6B90-54D260986496}"/>
                    </a:ext>
                  </a:extLst>
                </p:cNvPr>
                <p:cNvGrpSpPr/>
                <p:nvPr/>
              </p:nvGrpSpPr>
              <p:grpSpPr>
                <a:xfrm>
                  <a:off x="3577804" y="4535453"/>
                  <a:ext cx="227514" cy="95994"/>
                  <a:chOff x="3577804" y="4535453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466" name="Freeform: Shape 465">
                    <a:extLst>
                      <a:ext uri="{FF2B5EF4-FFF2-40B4-BE49-F238E27FC236}">
                        <a16:creationId xmlns:a16="http://schemas.microsoft.com/office/drawing/2014/main" id="{D82927B7-16D3-3355-56EF-D470D4D638BE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4537119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49 h 92524"/>
                      <a:gd name="connsiteX1" fmla="*/ 8171 w 67395"/>
                      <a:gd name="connsiteY1" fmla="*/ 30154 h 92524"/>
                      <a:gd name="connsiteX2" fmla="*/ 39767 w 67395"/>
                      <a:gd name="connsiteY2" fmla="*/ 30154 h 92524"/>
                      <a:gd name="connsiteX3" fmla="*/ 39767 w 67395"/>
                      <a:gd name="connsiteY3" fmla="*/ 79549 h 92524"/>
                      <a:gd name="connsiteX4" fmla="*/ 36477 w 67395"/>
                      <a:gd name="connsiteY4" fmla="*/ 90455 h 92524"/>
                      <a:gd name="connsiteX5" fmla="*/ 52216 w 67395"/>
                      <a:gd name="connsiteY5" fmla="*/ 90455 h 92524"/>
                      <a:gd name="connsiteX6" fmla="*/ 52216 w 67395"/>
                      <a:gd name="connsiteY6" fmla="*/ 30154 h 92524"/>
                      <a:gd name="connsiteX7" fmla="*/ 65417 w 67395"/>
                      <a:gd name="connsiteY7" fmla="*/ 30154 h 92524"/>
                      <a:gd name="connsiteX8" fmla="*/ 65417 w 67395"/>
                      <a:gd name="connsiteY8" fmla="*/ 19743 h 92524"/>
                      <a:gd name="connsiteX9" fmla="*/ 52216 w 67395"/>
                      <a:gd name="connsiteY9" fmla="*/ 19743 h 92524"/>
                      <a:gd name="connsiteX10" fmla="*/ 52216 w 67395"/>
                      <a:gd name="connsiteY10" fmla="*/ -2069 h 92524"/>
                      <a:gd name="connsiteX11" fmla="*/ 39767 w 67395"/>
                      <a:gd name="connsiteY11" fmla="*/ -2069 h 92524"/>
                      <a:gd name="connsiteX12" fmla="*/ 39767 w 67395"/>
                      <a:gd name="connsiteY12" fmla="*/ 19743 h 92524"/>
                      <a:gd name="connsiteX13" fmla="*/ -1978 w 67395"/>
                      <a:gd name="connsiteY13" fmla="*/ 19743 h 92524"/>
                      <a:gd name="connsiteX14" fmla="*/ -1978 w 67395"/>
                      <a:gd name="connsiteY14" fmla="*/ 31819 h 92524"/>
                      <a:gd name="connsiteX15" fmla="*/ 36477 w 67395"/>
                      <a:gd name="connsiteY15" fmla="*/ 9045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49"/>
                        </a:moveTo>
                        <a:lnTo>
                          <a:pt x="8171" y="30154"/>
                        </a:lnTo>
                        <a:lnTo>
                          <a:pt x="39767" y="30154"/>
                        </a:lnTo>
                        <a:lnTo>
                          <a:pt x="39767" y="79549"/>
                        </a:lnTo>
                        <a:close/>
                        <a:moveTo>
                          <a:pt x="36477" y="90455"/>
                        </a:moveTo>
                        <a:lnTo>
                          <a:pt x="52216" y="90455"/>
                        </a:lnTo>
                        <a:lnTo>
                          <a:pt x="52216" y="30154"/>
                        </a:lnTo>
                        <a:lnTo>
                          <a:pt x="65417" y="30154"/>
                        </a:lnTo>
                        <a:lnTo>
                          <a:pt x="65417" y="19743"/>
                        </a:lnTo>
                        <a:lnTo>
                          <a:pt x="52216" y="19743"/>
                        </a:lnTo>
                        <a:lnTo>
                          <a:pt x="52216" y="-2069"/>
                        </a:lnTo>
                        <a:lnTo>
                          <a:pt x="39767" y="-2069"/>
                        </a:lnTo>
                        <a:lnTo>
                          <a:pt x="39767" y="19743"/>
                        </a:lnTo>
                        <a:lnTo>
                          <a:pt x="-1978" y="19743"/>
                        </a:lnTo>
                        <a:lnTo>
                          <a:pt x="-1978" y="31819"/>
                        </a:lnTo>
                        <a:lnTo>
                          <a:pt x="36477" y="904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7" name="Freeform: Shape 466">
                    <a:extLst>
                      <a:ext uri="{FF2B5EF4-FFF2-40B4-BE49-F238E27FC236}">
                        <a16:creationId xmlns:a16="http://schemas.microsoft.com/office/drawing/2014/main" id="{FB4D0B70-EAAC-D9BF-A0EA-965940168B97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916" y="4535453"/>
                    <a:ext cx="63431" cy="95994"/>
                  </a:xfrm>
                  <a:custGeom>
                    <a:avLst/>
                    <a:gdLst>
                      <a:gd name="connsiteX0" fmla="*/ 29723 w 63431"/>
                      <a:gd name="connsiteY0" fmla="*/ 43681 h 95994"/>
                      <a:gd name="connsiteX1" fmla="*/ 15688 w 63431"/>
                      <a:gd name="connsiteY1" fmla="*/ 38902 h 95994"/>
                      <a:gd name="connsiteX2" fmla="*/ 10594 w 63431"/>
                      <a:gd name="connsiteY2" fmla="*/ 25775 h 95994"/>
                      <a:gd name="connsiteX3" fmla="*/ 15688 w 63431"/>
                      <a:gd name="connsiteY3" fmla="*/ 12628 h 95994"/>
                      <a:gd name="connsiteX4" fmla="*/ 29723 w 63431"/>
                      <a:gd name="connsiteY4" fmla="*/ 7849 h 95994"/>
                      <a:gd name="connsiteX5" fmla="*/ 43777 w 63431"/>
                      <a:gd name="connsiteY5" fmla="*/ 12648 h 95994"/>
                      <a:gd name="connsiteX6" fmla="*/ 48930 w 63431"/>
                      <a:gd name="connsiteY6" fmla="*/ 25775 h 95994"/>
                      <a:gd name="connsiteX7" fmla="*/ 43816 w 63431"/>
                      <a:gd name="connsiteY7" fmla="*/ 38902 h 95994"/>
                      <a:gd name="connsiteX8" fmla="*/ 29723 w 63431"/>
                      <a:gd name="connsiteY8" fmla="*/ 43681 h 95994"/>
                      <a:gd name="connsiteX9" fmla="*/ 17215 w 63431"/>
                      <a:gd name="connsiteY9" fmla="*/ 48995 h 95994"/>
                      <a:gd name="connsiteX10" fmla="*/ 4667 w 63431"/>
                      <a:gd name="connsiteY10" fmla="*/ 56491 h 95994"/>
                      <a:gd name="connsiteX11" fmla="*/ 187 w 63431"/>
                      <a:gd name="connsiteY11" fmla="*/ 69955 h 95994"/>
                      <a:gd name="connsiteX12" fmla="*/ 8077 w 63431"/>
                      <a:gd name="connsiteY12" fmla="*/ 87484 h 95994"/>
                      <a:gd name="connsiteX13" fmla="*/ 29723 w 63431"/>
                      <a:gd name="connsiteY13" fmla="*/ 93929 h 95994"/>
                      <a:gd name="connsiteX14" fmla="*/ 51408 w 63431"/>
                      <a:gd name="connsiteY14" fmla="*/ 87484 h 95994"/>
                      <a:gd name="connsiteX15" fmla="*/ 59278 w 63431"/>
                      <a:gd name="connsiteY15" fmla="*/ 69955 h 95994"/>
                      <a:gd name="connsiteX16" fmla="*/ 54778 w 63431"/>
                      <a:gd name="connsiteY16" fmla="*/ 56491 h 95994"/>
                      <a:gd name="connsiteX17" fmla="*/ 42310 w 63431"/>
                      <a:gd name="connsiteY17" fmla="*/ 48995 h 95994"/>
                      <a:gd name="connsiteX18" fmla="*/ 56384 w 63431"/>
                      <a:gd name="connsiteY18" fmla="*/ 40746 h 95994"/>
                      <a:gd name="connsiteX19" fmla="*/ 61438 w 63431"/>
                      <a:gd name="connsiteY19" fmla="*/ 25775 h 95994"/>
                      <a:gd name="connsiteX20" fmla="*/ 53232 w 63431"/>
                      <a:gd name="connsiteY20" fmla="*/ 5113 h 95994"/>
                      <a:gd name="connsiteX21" fmla="*/ 29723 w 63431"/>
                      <a:gd name="connsiteY21" fmla="*/ -2066 h 95994"/>
                      <a:gd name="connsiteX22" fmla="*/ 6213 w 63431"/>
                      <a:gd name="connsiteY22" fmla="*/ 5113 h 95994"/>
                      <a:gd name="connsiteX23" fmla="*/ -1993 w 63431"/>
                      <a:gd name="connsiteY23" fmla="*/ 25775 h 95994"/>
                      <a:gd name="connsiteX24" fmla="*/ 3082 w 63431"/>
                      <a:gd name="connsiteY24" fmla="*/ 40746 h 95994"/>
                      <a:gd name="connsiteX25" fmla="*/ 17215 w 63431"/>
                      <a:gd name="connsiteY25" fmla="*/ 48995 h 95994"/>
                      <a:gd name="connsiteX26" fmla="*/ 12636 w 63431"/>
                      <a:gd name="connsiteY26" fmla="*/ 68765 h 95994"/>
                      <a:gd name="connsiteX27" fmla="*/ 17116 w 63431"/>
                      <a:gd name="connsiteY27" fmla="*/ 57562 h 95994"/>
                      <a:gd name="connsiteX28" fmla="*/ 29723 w 63431"/>
                      <a:gd name="connsiteY28" fmla="*/ 53536 h 95994"/>
                      <a:gd name="connsiteX29" fmla="*/ 42330 w 63431"/>
                      <a:gd name="connsiteY29" fmla="*/ 57562 h 95994"/>
                      <a:gd name="connsiteX30" fmla="*/ 46889 w 63431"/>
                      <a:gd name="connsiteY30" fmla="*/ 68765 h 95994"/>
                      <a:gd name="connsiteX31" fmla="*/ 42330 w 63431"/>
                      <a:gd name="connsiteY31" fmla="*/ 79989 h 95994"/>
                      <a:gd name="connsiteX32" fmla="*/ 29723 w 63431"/>
                      <a:gd name="connsiteY32" fmla="*/ 84014 h 95994"/>
                      <a:gd name="connsiteX33" fmla="*/ 17116 w 63431"/>
                      <a:gd name="connsiteY33" fmla="*/ 79989 h 95994"/>
                      <a:gd name="connsiteX34" fmla="*/ 12636 w 63431"/>
                      <a:gd name="connsiteY34" fmla="*/ 6876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29723" y="43681"/>
                        </a:moveTo>
                        <a:cubicBezTo>
                          <a:pt x="23776" y="43681"/>
                          <a:pt x="19098" y="42088"/>
                          <a:pt x="15688" y="38902"/>
                        </a:cubicBezTo>
                        <a:cubicBezTo>
                          <a:pt x="12292" y="35716"/>
                          <a:pt x="10594" y="31340"/>
                          <a:pt x="10594" y="25775"/>
                        </a:cubicBezTo>
                        <a:cubicBezTo>
                          <a:pt x="10594" y="20196"/>
                          <a:pt x="12292" y="15814"/>
                          <a:pt x="15688" y="12628"/>
                        </a:cubicBezTo>
                        <a:cubicBezTo>
                          <a:pt x="19098" y="9442"/>
                          <a:pt x="23776" y="7849"/>
                          <a:pt x="29723" y="7849"/>
                        </a:cubicBezTo>
                        <a:cubicBezTo>
                          <a:pt x="35669" y="7849"/>
                          <a:pt x="40354" y="9449"/>
                          <a:pt x="43777" y="12648"/>
                        </a:cubicBezTo>
                        <a:cubicBezTo>
                          <a:pt x="47212" y="15860"/>
                          <a:pt x="48930" y="20236"/>
                          <a:pt x="48930" y="25775"/>
                        </a:cubicBezTo>
                        <a:cubicBezTo>
                          <a:pt x="48930" y="31340"/>
                          <a:pt x="47226" y="35716"/>
                          <a:pt x="43816" y="38902"/>
                        </a:cubicBezTo>
                        <a:cubicBezTo>
                          <a:pt x="40420" y="42088"/>
                          <a:pt x="35722" y="43681"/>
                          <a:pt x="29723" y="43681"/>
                        </a:cubicBezTo>
                        <a:close/>
                        <a:moveTo>
                          <a:pt x="17215" y="48995"/>
                        </a:moveTo>
                        <a:cubicBezTo>
                          <a:pt x="11850" y="50317"/>
                          <a:pt x="7667" y="52816"/>
                          <a:pt x="4667" y="56491"/>
                        </a:cubicBezTo>
                        <a:cubicBezTo>
                          <a:pt x="1681" y="60179"/>
                          <a:pt x="187" y="64667"/>
                          <a:pt x="187" y="69955"/>
                        </a:cubicBezTo>
                        <a:cubicBezTo>
                          <a:pt x="187" y="77345"/>
                          <a:pt x="2817" y="83188"/>
                          <a:pt x="8077" y="87484"/>
                        </a:cubicBezTo>
                        <a:cubicBezTo>
                          <a:pt x="13349" y="91780"/>
                          <a:pt x="20565" y="93929"/>
                          <a:pt x="29723" y="93929"/>
                        </a:cubicBezTo>
                        <a:cubicBezTo>
                          <a:pt x="38933" y="93929"/>
                          <a:pt x="46162" y="91780"/>
                          <a:pt x="51408" y="87484"/>
                        </a:cubicBezTo>
                        <a:cubicBezTo>
                          <a:pt x="56654" y="83188"/>
                          <a:pt x="59278" y="77345"/>
                          <a:pt x="59278" y="69955"/>
                        </a:cubicBezTo>
                        <a:cubicBezTo>
                          <a:pt x="59278" y="64667"/>
                          <a:pt x="57778" y="60179"/>
                          <a:pt x="54778" y="56491"/>
                        </a:cubicBezTo>
                        <a:cubicBezTo>
                          <a:pt x="51791" y="52816"/>
                          <a:pt x="47635" y="50317"/>
                          <a:pt x="42310" y="48995"/>
                        </a:cubicBezTo>
                        <a:cubicBezTo>
                          <a:pt x="48336" y="47594"/>
                          <a:pt x="53027" y="44844"/>
                          <a:pt x="56384" y="40746"/>
                        </a:cubicBezTo>
                        <a:cubicBezTo>
                          <a:pt x="59753" y="36661"/>
                          <a:pt x="61438" y="31671"/>
                          <a:pt x="61438" y="25775"/>
                        </a:cubicBezTo>
                        <a:cubicBezTo>
                          <a:pt x="61438" y="16799"/>
                          <a:pt x="58703" y="9911"/>
                          <a:pt x="53232" y="5113"/>
                        </a:cubicBezTo>
                        <a:cubicBezTo>
                          <a:pt x="47761" y="327"/>
                          <a:pt x="39924" y="-2066"/>
                          <a:pt x="29723" y="-2066"/>
                        </a:cubicBezTo>
                        <a:cubicBezTo>
                          <a:pt x="19534" y="-2066"/>
                          <a:pt x="11698" y="327"/>
                          <a:pt x="6213" y="5113"/>
                        </a:cubicBezTo>
                        <a:cubicBezTo>
                          <a:pt x="743" y="9911"/>
                          <a:pt x="-1993" y="16799"/>
                          <a:pt x="-1993" y="25775"/>
                        </a:cubicBezTo>
                        <a:cubicBezTo>
                          <a:pt x="-1993" y="31671"/>
                          <a:pt x="-301" y="36661"/>
                          <a:pt x="3082" y="40746"/>
                        </a:cubicBezTo>
                        <a:cubicBezTo>
                          <a:pt x="6478" y="44844"/>
                          <a:pt x="11189" y="47594"/>
                          <a:pt x="17215" y="48995"/>
                        </a:cubicBezTo>
                        <a:close/>
                        <a:moveTo>
                          <a:pt x="12636" y="68765"/>
                        </a:moveTo>
                        <a:cubicBezTo>
                          <a:pt x="12636" y="63980"/>
                          <a:pt x="14129" y="60245"/>
                          <a:pt x="17116" y="57562"/>
                        </a:cubicBezTo>
                        <a:cubicBezTo>
                          <a:pt x="20115" y="54878"/>
                          <a:pt x="24318" y="53536"/>
                          <a:pt x="29723" y="53536"/>
                        </a:cubicBezTo>
                        <a:cubicBezTo>
                          <a:pt x="35101" y="53536"/>
                          <a:pt x="39303" y="54878"/>
                          <a:pt x="42330" y="57562"/>
                        </a:cubicBezTo>
                        <a:cubicBezTo>
                          <a:pt x="45369" y="60245"/>
                          <a:pt x="46889" y="63980"/>
                          <a:pt x="46889" y="68765"/>
                        </a:cubicBezTo>
                        <a:cubicBezTo>
                          <a:pt x="46889" y="73564"/>
                          <a:pt x="45369" y="77305"/>
                          <a:pt x="42330" y="79989"/>
                        </a:cubicBezTo>
                        <a:cubicBezTo>
                          <a:pt x="39303" y="82672"/>
                          <a:pt x="35101" y="84014"/>
                          <a:pt x="29723" y="84014"/>
                        </a:cubicBezTo>
                        <a:cubicBezTo>
                          <a:pt x="24318" y="84014"/>
                          <a:pt x="20115" y="82672"/>
                          <a:pt x="17116" y="79989"/>
                        </a:cubicBezTo>
                        <a:cubicBezTo>
                          <a:pt x="14129" y="77305"/>
                          <a:pt x="12636" y="73564"/>
                          <a:pt x="12636" y="6876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8" name="Freeform: Shape 467">
                    <a:extLst>
                      <a:ext uri="{FF2B5EF4-FFF2-40B4-BE49-F238E27FC236}">
                        <a16:creationId xmlns:a16="http://schemas.microsoft.com/office/drawing/2014/main" id="{2F2520BC-49EF-543D-49E9-CD32DD16C39A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535453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4014 h 95994"/>
                      <a:gd name="connsiteX1" fmla="*/ 15437 w 63926"/>
                      <a:gd name="connsiteY1" fmla="*/ 74496 h 95994"/>
                      <a:gd name="connsiteX2" fmla="*/ 10580 w 63926"/>
                      <a:gd name="connsiteY2" fmla="*/ 45902 h 95994"/>
                      <a:gd name="connsiteX3" fmla="*/ 15437 w 63926"/>
                      <a:gd name="connsiteY3" fmla="*/ 17367 h 95994"/>
                      <a:gd name="connsiteX4" fmla="*/ 29966 w 63926"/>
                      <a:gd name="connsiteY4" fmla="*/ 7849 h 95994"/>
                      <a:gd name="connsiteX5" fmla="*/ 44556 w 63926"/>
                      <a:gd name="connsiteY5" fmla="*/ 17367 h 95994"/>
                      <a:gd name="connsiteX6" fmla="*/ 49432 w 63926"/>
                      <a:gd name="connsiteY6" fmla="*/ 45902 h 95994"/>
                      <a:gd name="connsiteX7" fmla="*/ 44556 w 63926"/>
                      <a:gd name="connsiteY7" fmla="*/ 74496 h 95994"/>
                      <a:gd name="connsiteX8" fmla="*/ 29966 w 63926"/>
                      <a:gd name="connsiteY8" fmla="*/ 84014 h 95994"/>
                      <a:gd name="connsiteX9" fmla="*/ 29966 w 63926"/>
                      <a:gd name="connsiteY9" fmla="*/ 93929 h 95994"/>
                      <a:gd name="connsiteX10" fmla="*/ 53733 w 63926"/>
                      <a:gd name="connsiteY10" fmla="*/ 81615 h 95994"/>
                      <a:gd name="connsiteX11" fmla="*/ 61940 w 63926"/>
                      <a:gd name="connsiteY11" fmla="*/ 45902 h 95994"/>
                      <a:gd name="connsiteX12" fmla="*/ 53733 w 63926"/>
                      <a:gd name="connsiteY12" fmla="*/ 10229 h 95994"/>
                      <a:gd name="connsiteX13" fmla="*/ 29966 w 63926"/>
                      <a:gd name="connsiteY13" fmla="*/ -2066 h 95994"/>
                      <a:gd name="connsiteX14" fmla="*/ 6219 w 63926"/>
                      <a:gd name="connsiteY14" fmla="*/ 10229 h 95994"/>
                      <a:gd name="connsiteX15" fmla="*/ -1987 w 63926"/>
                      <a:gd name="connsiteY15" fmla="*/ 45902 h 95994"/>
                      <a:gd name="connsiteX16" fmla="*/ 6219 w 63926"/>
                      <a:gd name="connsiteY16" fmla="*/ 81615 h 95994"/>
                      <a:gd name="connsiteX17" fmla="*/ 29966 w 63926"/>
                      <a:gd name="connsiteY17" fmla="*/ 9392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4014"/>
                        </a:moveTo>
                        <a:cubicBezTo>
                          <a:pt x="23531" y="84014"/>
                          <a:pt x="18688" y="80841"/>
                          <a:pt x="15437" y="74496"/>
                        </a:cubicBezTo>
                        <a:cubicBezTo>
                          <a:pt x="12199" y="68164"/>
                          <a:pt x="10580" y="58632"/>
                          <a:pt x="10580" y="45902"/>
                        </a:cubicBezTo>
                        <a:cubicBezTo>
                          <a:pt x="10580" y="33224"/>
                          <a:pt x="12199" y="23713"/>
                          <a:pt x="15437" y="17367"/>
                        </a:cubicBezTo>
                        <a:cubicBezTo>
                          <a:pt x="18688" y="11022"/>
                          <a:pt x="23531" y="7849"/>
                          <a:pt x="29966" y="7849"/>
                        </a:cubicBezTo>
                        <a:cubicBezTo>
                          <a:pt x="36455" y="7849"/>
                          <a:pt x="41318" y="11022"/>
                          <a:pt x="44556" y="17367"/>
                        </a:cubicBezTo>
                        <a:cubicBezTo>
                          <a:pt x="47806" y="23713"/>
                          <a:pt x="49432" y="33224"/>
                          <a:pt x="49432" y="45902"/>
                        </a:cubicBezTo>
                        <a:cubicBezTo>
                          <a:pt x="49432" y="58632"/>
                          <a:pt x="47806" y="68164"/>
                          <a:pt x="44556" y="74496"/>
                        </a:cubicBezTo>
                        <a:cubicBezTo>
                          <a:pt x="41318" y="80841"/>
                          <a:pt x="36455" y="84014"/>
                          <a:pt x="29966" y="84014"/>
                        </a:cubicBezTo>
                        <a:close/>
                        <a:moveTo>
                          <a:pt x="29966" y="93929"/>
                        </a:moveTo>
                        <a:cubicBezTo>
                          <a:pt x="40340" y="93929"/>
                          <a:pt x="48262" y="89824"/>
                          <a:pt x="53733" y="81615"/>
                        </a:cubicBezTo>
                        <a:cubicBezTo>
                          <a:pt x="59204" y="73418"/>
                          <a:pt x="61940" y="61514"/>
                          <a:pt x="61940" y="45902"/>
                        </a:cubicBezTo>
                        <a:cubicBezTo>
                          <a:pt x="61940" y="30329"/>
                          <a:pt x="59204" y="18438"/>
                          <a:pt x="53733" y="10229"/>
                        </a:cubicBezTo>
                        <a:cubicBezTo>
                          <a:pt x="48262" y="2033"/>
                          <a:pt x="40340" y="-2066"/>
                          <a:pt x="29966" y="-2066"/>
                        </a:cubicBezTo>
                        <a:cubicBezTo>
                          <a:pt x="19606" y="-2066"/>
                          <a:pt x="11690" y="2033"/>
                          <a:pt x="6219" y="10229"/>
                        </a:cubicBezTo>
                        <a:cubicBezTo>
                          <a:pt x="748" y="18438"/>
                          <a:pt x="-1987" y="30329"/>
                          <a:pt x="-1987" y="45902"/>
                        </a:cubicBezTo>
                        <a:cubicBezTo>
                          <a:pt x="-1987" y="61514"/>
                          <a:pt x="748" y="73418"/>
                          <a:pt x="6219" y="81615"/>
                        </a:cubicBezTo>
                        <a:cubicBezTo>
                          <a:pt x="11690" y="89824"/>
                          <a:pt x="19606" y="93929"/>
                          <a:pt x="29966" y="939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69" name="Graphic 398">
                <a:extLst>
                  <a:ext uri="{FF2B5EF4-FFF2-40B4-BE49-F238E27FC236}">
                    <a16:creationId xmlns:a16="http://schemas.microsoft.com/office/drawing/2014/main" id="{4B84C3FB-9797-1854-93CD-39CB57A93C15}"/>
                  </a:ext>
                </a:extLst>
              </p:cNvPr>
              <p:cNvGrpSpPr/>
              <p:nvPr/>
            </p:nvGrpSpPr>
            <p:grpSpPr>
              <a:xfrm>
                <a:off x="3577804" y="3968934"/>
                <a:ext cx="324747" cy="95994"/>
                <a:chOff x="3577804" y="3968934"/>
                <a:chExt cx="324747" cy="95994"/>
              </a:xfrm>
              <a:solidFill>
                <a:srgbClr val="000000"/>
              </a:solidFill>
            </p:grpSpPr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C3AFD918-A0B3-5A94-2C56-940E27D08C4A}"/>
                    </a:ext>
                  </a:extLst>
                </p:cNvPr>
                <p:cNvSpPr/>
                <p:nvPr/>
              </p:nvSpPr>
              <p:spPr>
                <a:xfrm>
                  <a:off x="3858149" y="4014909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19 h 12690"/>
                    <a:gd name="connsiteX1" fmla="*/ 58 w 44401"/>
                    <a:gd name="connsiteY1" fmla="*/ 21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19"/>
                      </a:moveTo>
                      <a:lnTo>
                        <a:pt x="58" y="219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71" name="Graphic 398">
                  <a:extLst>
                    <a:ext uri="{FF2B5EF4-FFF2-40B4-BE49-F238E27FC236}">
                      <a16:creationId xmlns:a16="http://schemas.microsoft.com/office/drawing/2014/main" id="{605C90D8-2799-7A8E-B77F-110347E525B5}"/>
                    </a:ext>
                  </a:extLst>
                </p:cNvPr>
                <p:cNvGrpSpPr/>
                <p:nvPr/>
              </p:nvGrpSpPr>
              <p:grpSpPr>
                <a:xfrm>
                  <a:off x="3577804" y="3968934"/>
                  <a:ext cx="227514" cy="95994"/>
                  <a:chOff x="3577804" y="3968934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472" name="Freeform: Shape 471">
                    <a:extLst>
                      <a:ext uri="{FF2B5EF4-FFF2-40B4-BE49-F238E27FC236}">
                        <a16:creationId xmlns:a16="http://schemas.microsoft.com/office/drawing/2014/main" id="{7350270C-1B0A-5E99-E16C-2C32D81E6FAE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3970600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04 h 92524"/>
                      <a:gd name="connsiteX1" fmla="*/ 8171 w 67395"/>
                      <a:gd name="connsiteY1" fmla="*/ 30109 h 92524"/>
                      <a:gd name="connsiteX2" fmla="*/ 39767 w 67395"/>
                      <a:gd name="connsiteY2" fmla="*/ 30109 h 92524"/>
                      <a:gd name="connsiteX3" fmla="*/ 39767 w 67395"/>
                      <a:gd name="connsiteY3" fmla="*/ 79504 h 92524"/>
                      <a:gd name="connsiteX4" fmla="*/ 36477 w 67395"/>
                      <a:gd name="connsiteY4" fmla="*/ 90410 h 92524"/>
                      <a:gd name="connsiteX5" fmla="*/ 52216 w 67395"/>
                      <a:gd name="connsiteY5" fmla="*/ 90410 h 92524"/>
                      <a:gd name="connsiteX6" fmla="*/ 52216 w 67395"/>
                      <a:gd name="connsiteY6" fmla="*/ 30109 h 92524"/>
                      <a:gd name="connsiteX7" fmla="*/ 65417 w 67395"/>
                      <a:gd name="connsiteY7" fmla="*/ 30109 h 92524"/>
                      <a:gd name="connsiteX8" fmla="*/ 65417 w 67395"/>
                      <a:gd name="connsiteY8" fmla="*/ 19699 h 92524"/>
                      <a:gd name="connsiteX9" fmla="*/ 52216 w 67395"/>
                      <a:gd name="connsiteY9" fmla="*/ 19699 h 92524"/>
                      <a:gd name="connsiteX10" fmla="*/ 52216 w 67395"/>
                      <a:gd name="connsiteY10" fmla="*/ -2114 h 92524"/>
                      <a:gd name="connsiteX11" fmla="*/ 39767 w 67395"/>
                      <a:gd name="connsiteY11" fmla="*/ -2114 h 92524"/>
                      <a:gd name="connsiteX12" fmla="*/ 39767 w 67395"/>
                      <a:gd name="connsiteY12" fmla="*/ 19699 h 92524"/>
                      <a:gd name="connsiteX13" fmla="*/ -1978 w 67395"/>
                      <a:gd name="connsiteY13" fmla="*/ 19699 h 92524"/>
                      <a:gd name="connsiteX14" fmla="*/ -1978 w 67395"/>
                      <a:gd name="connsiteY14" fmla="*/ 31775 h 92524"/>
                      <a:gd name="connsiteX15" fmla="*/ 36477 w 67395"/>
                      <a:gd name="connsiteY15" fmla="*/ 904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04"/>
                        </a:moveTo>
                        <a:lnTo>
                          <a:pt x="8171" y="30109"/>
                        </a:lnTo>
                        <a:lnTo>
                          <a:pt x="39767" y="30109"/>
                        </a:lnTo>
                        <a:lnTo>
                          <a:pt x="39767" y="79504"/>
                        </a:lnTo>
                        <a:close/>
                        <a:moveTo>
                          <a:pt x="36477" y="90410"/>
                        </a:moveTo>
                        <a:lnTo>
                          <a:pt x="52216" y="90410"/>
                        </a:lnTo>
                        <a:lnTo>
                          <a:pt x="52216" y="30109"/>
                        </a:lnTo>
                        <a:lnTo>
                          <a:pt x="65417" y="30109"/>
                        </a:lnTo>
                        <a:lnTo>
                          <a:pt x="65417" y="19699"/>
                        </a:lnTo>
                        <a:lnTo>
                          <a:pt x="52216" y="19699"/>
                        </a:lnTo>
                        <a:lnTo>
                          <a:pt x="52216" y="-2114"/>
                        </a:lnTo>
                        <a:lnTo>
                          <a:pt x="39767" y="-2114"/>
                        </a:lnTo>
                        <a:lnTo>
                          <a:pt x="39767" y="19699"/>
                        </a:lnTo>
                        <a:lnTo>
                          <a:pt x="-1978" y="19699"/>
                        </a:lnTo>
                        <a:lnTo>
                          <a:pt x="-1978" y="31775"/>
                        </a:lnTo>
                        <a:lnTo>
                          <a:pt x="36477" y="90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3" name="Freeform: Shape 472">
                    <a:extLst>
                      <a:ext uri="{FF2B5EF4-FFF2-40B4-BE49-F238E27FC236}">
                        <a16:creationId xmlns:a16="http://schemas.microsoft.com/office/drawing/2014/main" id="{CB92FFDA-218F-D3D4-B97B-66AF57F39EA4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301" y="3968934"/>
                    <a:ext cx="63807" cy="95994"/>
                  </a:xfrm>
                  <a:custGeom>
                    <a:avLst/>
                    <a:gdLst>
                      <a:gd name="connsiteX0" fmla="*/ 3975 w 63807"/>
                      <a:gd name="connsiteY0" fmla="*/ 1618 h 95994"/>
                      <a:gd name="connsiteX1" fmla="*/ 3975 w 63807"/>
                      <a:gd name="connsiteY1" fmla="*/ 13020 h 95994"/>
                      <a:gd name="connsiteX2" fmla="*/ 13510 w 63807"/>
                      <a:gd name="connsiteY2" fmla="*/ 9609 h 95994"/>
                      <a:gd name="connsiteX3" fmla="*/ 23005 w 63807"/>
                      <a:gd name="connsiteY3" fmla="*/ 8439 h 95994"/>
                      <a:gd name="connsiteX4" fmla="*/ 41915 w 63807"/>
                      <a:gd name="connsiteY4" fmla="*/ 16767 h 95994"/>
                      <a:gd name="connsiteX5" fmla="*/ 49388 w 63807"/>
                      <a:gd name="connsiteY5" fmla="*/ 42090 h 95994"/>
                      <a:gd name="connsiteX6" fmla="*/ 40270 w 63807"/>
                      <a:gd name="connsiteY6" fmla="*/ 33900 h 95994"/>
                      <a:gd name="connsiteX7" fmla="*/ 28079 w 63807"/>
                      <a:gd name="connsiteY7" fmla="*/ 31045 h 95994"/>
                      <a:gd name="connsiteX8" fmla="*/ 6116 w 63807"/>
                      <a:gd name="connsiteY8" fmla="*/ 39432 h 95994"/>
                      <a:gd name="connsiteX9" fmla="*/ -1971 w 63807"/>
                      <a:gd name="connsiteY9" fmla="*/ 62415 h 95994"/>
                      <a:gd name="connsiteX10" fmla="*/ 6453 w 63807"/>
                      <a:gd name="connsiteY10" fmla="*/ 85258 h 95994"/>
                      <a:gd name="connsiteX11" fmla="*/ 28872 w 63807"/>
                      <a:gd name="connsiteY11" fmla="*/ 93884 h 95994"/>
                      <a:gd name="connsiteX12" fmla="*/ 53372 w 63807"/>
                      <a:gd name="connsiteY12" fmla="*/ 81570 h 95994"/>
                      <a:gd name="connsiteX13" fmla="*/ 61836 w 63807"/>
                      <a:gd name="connsiteY13" fmla="*/ 45857 h 95994"/>
                      <a:gd name="connsiteX14" fmla="*/ 51449 w 63807"/>
                      <a:gd name="connsiteY14" fmla="*/ 10938 h 95994"/>
                      <a:gd name="connsiteX15" fmla="*/ 23560 w 63807"/>
                      <a:gd name="connsiteY15" fmla="*/ -2110 h 95994"/>
                      <a:gd name="connsiteX16" fmla="*/ 14005 w 63807"/>
                      <a:gd name="connsiteY16" fmla="*/ -1178 h 95994"/>
                      <a:gd name="connsiteX17" fmla="*/ 3975 w 63807"/>
                      <a:gd name="connsiteY17" fmla="*/ 1618 h 95994"/>
                      <a:gd name="connsiteX18" fmla="*/ 28872 w 63807"/>
                      <a:gd name="connsiteY18" fmla="*/ 40840 h 95994"/>
                      <a:gd name="connsiteX19" fmla="*/ 42212 w 63807"/>
                      <a:gd name="connsiteY19" fmla="*/ 46591 h 95994"/>
                      <a:gd name="connsiteX20" fmla="*/ 47148 w 63807"/>
                      <a:gd name="connsiteY20" fmla="*/ 62415 h 95994"/>
                      <a:gd name="connsiteX21" fmla="*/ 42212 w 63807"/>
                      <a:gd name="connsiteY21" fmla="*/ 78179 h 95994"/>
                      <a:gd name="connsiteX22" fmla="*/ 28872 w 63807"/>
                      <a:gd name="connsiteY22" fmla="*/ 83969 h 95994"/>
                      <a:gd name="connsiteX23" fmla="*/ 15532 w 63807"/>
                      <a:gd name="connsiteY23" fmla="*/ 78179 h 95994"/>
                      <a:gd name="connsiteX24" fmla="*/ 10616 w 63807"/>
                      <a:gd name="connsiteY24" fmla="*/ 62415 h 95994"/>
                      <a:gd name="connsiteX25" fmla="*/ 15532 w 63807"/>
                      <a:gd name="connsiteY25" fmla="*/ 46591 h 95994"/>
                      <a:gd name="connsiteX26" fmla="*/ 28872 w 63807"/>
                      <a:gd name="connsiteY26" fmla="*/ 4084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3975" y="1618"/>
                        </a:moveTo>
                        <a:lnTo>
                          <a:pt x="3975" y="13020"/>
                        </a:lnTo>
                        <a:cubicBezTo>
                          <a:pt x="7120" y="11526"/>
                          <a:pt x="10298" y="10389"/>
                          <a:pt x="13510" y="9609"/>
                        </a:cubicBezTo>
                        <a:cubicBezTo>
                          <a:pt x="16734" y="8829"/>
                          <a:pt x="19899" y="8439"/>
                          <a:pt x="23005" y="8439"/>
                        </a:cubicBezTo>
                        <a:cubicBezTo>
                          <a:pt x="31264" y="8439"/>
                          <a:pt x="37567" y="11215"/>
                          <a:pt x="41915" y="16767"/>
                        </a:cubicBezTo>
                        <a:cubicBezTo>
                          <a:pt x="46276" y="22320"/>
                          <a:pt x="48767" y="30760"/>
                          <a:pt x="49388" y="42090"/>
                        </a:cubicBezTo>
                        <a:cubicBezTo>
                          <a:pt x="46996" y="38534"/>
                          <a:pt x="43957" y="35804"/>
                          <a:pt x="40270" y="33900"/>
                        </a:cubicBezTo>
                        <a:cubicBezTo>
                          <a:pt x="36596" y="31996"/>
                          <a:pt x="32532" y="31045"/>
                          <a:pt x="28079" y="31045"/>
                        </a:cubicBezTo>
                        <a:cubicBezTo>
                          <a:pt x="18829" y="31045"/>
                          <a:pt x="11508" y="33841"/>
                          <a:pt x="6116" y="39432"/>
                        </a:cubicBezTo>
                        <a:cubicBezTo>
                          <a:pt x="724" y="45038"/>
                          <a:pt x="-1971" y="52698"/>
                          <a:pt x="-1971" y="62415"/>
                        </a:cubicBezTo>
                        <a:cubicBezTo>
                          <a:pt x="-1971" y="71906"/>
                          <a:pt x="837" y="79521"/>
                          <a:pt x="6453" y="85258"/>
                        </a:cubicBezTo>
                        <a:cubicBezTo>
                          <a:pt x="12069" y="91009"/>
                          <a:pt x="19542" y="93884"/>
                          <a:pt x="28872" y="93884"/>
                        </a:cubicBezTo>
                        <a:cubicBezTo>
                          <a:pt x="39576" y="93884"/>
                          <a:pt x="47743" y="89779"/>
                          <a:pt x="53372" y="81570"/>
                        </a:cubicBezTo>
                        <a:cubicBezTo>
                          <a:pt x="59015" y="73374"/>
                          <a:pt x="61836" y="61470"/>
                          <a:pt x="61836" y="45857"/>
                        </a:cubicBezTo>
                        <a:cubicBezTo>
                          <a:pt x="61836" y="31276"/>
                          <a:pt x="58374" y="19636"/>
                          <a:pt x="51449" y="10938"/>
                        </a:cubicBezTo>
                        <a:cubicBezTo>
                          <a:pt x="44538" y="2239"/>
                          <a:pt x="35241" y="-2110"/>
                          <a:pt x="23560" y="-2110"/>
                        </a:cubicBezTo>
                        <a:cubicBezTo>
                          <a:pt x="20414" y="-2110"/>
                          <a:pt x="17230" y="-1800"/>
                          <a:pt x="14005" y="-1178"/>
                        </a:cubicBezTo>
                        <a:cubicBezTo>
                          <a:pt x="10794" y="-557"/>
                          <a:pt x="7451" y="375"/>
                          <a:pt x="3975" y="1618"/>
                        </a:cubicBezTo>
                        <a:close/>
                        <a:moveTo>
                          <a:pt x="28872" y="40840"/>
                        </a:moveTo>
                        <a:cubicBezTo>
                          <a:pt x="34488" y="40840"/>
                          <a:pt x="38935" y="42757"/>
                          <a:pt x="42212" y="46591"/>
                        </a:cubicBezTo>
                        <a:cubicBezTo>
                          <a:pt x="45503" y="50438"/>
                          <a:pt x="47148" y="55712"/>
                          <a:pt x="47148" y="62415"/>
                        </a:cubicBezTo>
                        <a:cubicBezTo>
                          <a:pt x="47148" y="69064"/>
                          <a:pt x="45503" y="74319"/>
                          <a:pt x="42212" y="78179"/>
                        </a:cubicBezTo>
                        <a:cubicBezTo>
                          <a:pt x="38935" y="82039"/>
                          <a:pt x="34488" y="83969"/>
                          <a:pt x="28872" y="83969"/>
                        </a:cubicBezTo>
                        <a:cubicBezTo>
                          <a:pt x="23256" y="83969"/>
                          <a:pt x="18809" y="82039"/>
                          <a:pt x="15532" y="78179"/>
                        </a:cubicBezTo>
                        <a:cubicBezTo>
                          <a:pt x="12254" y="74319"/>
                          <a:pt x="10616" y="69064"/>
                          <a:pt x="10616" y="62415"/>
                        </a:cubicBezTo>
                        <a:cubicBezTo>
                          <a:pt x="10616" y="55712"/>
                          <a:pt x="12254" y="50438"/>
                          <a:pt x="15532" y="46591"/>
                        </a:cubicBezTo>
                        <a:cubicBezTo>
                          <a:pt x="18809" y="42757"/>
                          <a:pt x="23256" y="40840"/>
                          <a:pt x="28872" y="408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4" name="Freeform: Shape 473">
                    <a:extLst>
                      <a:ext uri="{FF2B5EF4-FFF2-40B4-BE49-F238E27FC236}">
                        <a16:creationId xmlns:a16="http://schemas.microsoft.com/office/drawing/2014/main" id="{1578C2C9-7E8B-7C7F-6D59-128FF22CF193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968934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69 h 95994"/>
                      <a:gd name="connsiteX1" fmla="*/ 15437 w 63926"/>
                      <a:gd name="connsiteY1" fmla="*/ 74451 h 95994"/>
                      <a:gd name="connsiteX2" fmla="*/ 10580 w 63926"/>
                      <a:gd name="connsiteY2" fmla="*/ 45857 h 95994"/>
                      <a:gd name="connsiteX3" fmla="*/ 15437 w 63926"/>
                      <a:gd name="connsiteY3" fmla="*/ 17323 h 95994"/>
                      <a:gd name="connsiteX4" fmla="*/ 29966 w 63926"/>
                      <a:gd name="connsiteY4" fmla="*/ 7805 h 95994"/>
                      <a:gd name="connsiteX5" fmla="*/ 44556 w 63926"/>
                      <a:gd name="connsiteY5" fmla="*/ 17323 h 95994"/>
                      <a:gd name="connsiteX6" fmla="*/ 49432 w 63926"/>
                      <a:gd name="connsiteY6" fmla="*/ 45857 h 95994"/>
                      <a:gd name="connsiteX7" fmla="*/ 44556 w 63926"/>
                      <a:gd name="connsiteY7" fmla="*/ 74451 h 95994"/>
                      <a:gd name="connsiteX8" fmla="*/ 29966 w 63926"/>
                      <a:gd name="connsiteY8" fmla="*/ 83969 h 95994"/>
                      <a:gd name="connsiteX9" fmla="*/ 29966 w 63926"/>
                      <a:gd name="connsiteY9" fmla="*/ 93884 h 95994"/>
                      <a:gd name="connsiteX10" fmla="*/ 53733 w 63926"/>
                      <a:gd name="connsiteY10" fmla="*/ 81570 h 95994"/>
                      <a:gd name="connsiteX11" fmla="*/ 61940 w 63926"/>
                      <a:gd name="connsiteY11" fmla="*/ 45857 h 95994"/>
                      <a:gd name="connsiteX12" fmla="*/ 53733 w 63926"/>
                      <a:gd name="connsiteY12" fmla="*/ 10184 h 95994"/>
                      <a:gd name="connsiteX13" fmla="*/ 29966 w 63926"/>
                      <a:gd name="connsiteY13" fmla="*/ -2110 h 95994"/>
                      <a:gd name="connsiteX14" fmla="*/ 6219 w 63926"/>
                      <a:gd name="connsiteY14" fmla="*/ 10184 h 95994"/>
                      <a:gd name="connsiteX15" fmla="*/ -1987 w 63926"/>
                      <a:gd name="connsiteY15" fmla="*/ 45857 h 95994"/>
                      <a:gd name="connsiteX16" fmla="*/ 6219 w 63926"/>
                      <a:gd name="connsiteY16" fmla="*/ 81570 h 95994"/>
                      <a:gd name="connsiteX17" fmla="*/ 29966 w 63926"/>
                      <a:gd name="connsiteY17" fmla="*/ 938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69"/>
                        </a:moveTo>
                        <a:cubicBezTo>
                          <a:pt x="23531" y="83969"/>
                          <a:pt x="18688" y="80797"/>
                          <a:pt x="15437" y="74451"/>
                        </a:cubicBezTo>
                        <a:cubicBezTo>
                          <a:pt x="12199" y="68119"/>
                          <a:pt x="10580" y="58588"/>
                          <a:pt x="10580" y="45857"/>
                        </a:cubicBezTo>
                        <a:cubicBezTo>
                          <a:pt x="10580" y="33180"/>
                          <a:pt x="12199" y="23668"/>
                          <a:pt x="15437" y="17323"/>
                        </a:cubicBezTo>
                        <a:cubicBezTo>
                          <a:pt x="18688" y="10977"/>
                          <a:pt x="23531" y="7805"/>
                          <a:pt x="29966" y="7805"/>
                        </a:cubicBezTo>
                        <a:cubicBezTo>
                          <a:pt x="36455" y="7805"/>
                          <a:pt x="41318" y="10977"/>
                          <a:pt x="44556" y="17323"/>
                        </a:cubicBezTo>
                        <a:cubicBezTo>
                          <a:pt x="47806" y="23668"/>
                          <a:pt x="49432" y="33180"/>
                          <a:pt x="49432" y="45857"/>
                        </a:cubicBezTo>
                        <a:cubicBezTo>
                          <a:pt x="49432" y="58588"/>
                          <a:pt x="47806" y="68119"/>
                          <a:pt x="44556" y="74451"/>
                        </a:cubicBezTo>
                        <a:cubicBezTo>
                          <a:pt x="41318" y="80797"/>
                          <a:pt x="36455" y="83969"/>
                          <a:pt x="29966" y="83969"/>
                        </a:cubicBezTo>
                        <a:close/>
                        <a:moveTo>
                          <a:pt x="29966" y="93884"/>
                        </a:moveTo>
                        <a:cubicBezTo>
                          <a:pt x="40340" y="93884"/>
                          <a:pt x="48262" y="89779"/>
                          <a:pt x="53733" y="81570"/>
                        </a:cubicBezTo>
                        <a:cubicBezTo>
                          <a:pt x="59204" y="73374"/>
                          <a:pt x="61940" y="61470"/>
                          <a:pt x="61940" y="45857"/>
                        </a:cubicBezTo>
                        <a:cubicBezTo>
                          <a:pt x="61940" y="30284"/>
                          <a:pt x="59204" y="18393"/>
                          <a:pt x="53733" y="10184"/>
                        </a:cubicBezTo>
                        <a:cubicBezTo>
                          <a:pt x="48262" y="1988"/>
                          <a:pt x="40340" y="-2110"/>
                          <a:pt x="29966" y="-2110"/>
                        </a:cubicBezTo>
                        <a:cubicBezTo>
                          <a:pt x="19606" y="-2110"/>
                          <a:pt x="11690" y="1988"/>
                          <a:pt x="6219" y="10184"/>
                        </a:cubicBezTo>
                        <a:cubicBezTo>
                          <a:pt x="748" y="18393"/>
                          <a:pt x="-1987" y="30284"/>
                          <a:pt x="-1987" y="45857"/>
                        </a:cubicBezTo>
                        <a:cubicBezTo>
                          <a:pt x="-1987" y="61470"/>
                          <a:pt x="748" y="73374"/>
                          <a:pt x="6219" y="81570"/>
                        </a:cubicBezTo>
                        <a:cubicBezTo>
                          <a:pt x="11690" y="89779"/>
                          <a:pt x="19606" y="93884"/>
                          <a:pt x="29966" y="938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75" name="Graphic 398">
                <a:extLst>
                  <a:ext uri="{FF2B5EF4-FFF2-40B4-BE49-F238E27FC236}">
                    <a16:creationId xmlns:a16="http://schemas.microsoft.com/office/drawing/2014/main" id="{DB3CA51B-C395-6E7B-BBD4-8894FAED97E8}"/>
                  </a:ext>
                </a:extLst>
              </p:cNvPr>
              <p:cNvGrpSpPr/>
              <p:nvPr/>
            </p:nvGrpSpPr>
            <p:grpSpPr>
              <a:xfrm>
                <a:off x="3581391" y="3402416"/>
                <a:ext cx="321159" cy="95994"/>
                <a:chOff x="3581391" y="3402416"/>
                <a:chExt cx="321159" cy="95994"/>
              </a:xfrm>
              <a:solidFill>
                <a:srgbClr val="000000"/>
              </a:solidFill>
            </p:grpSpPr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7A0A6332-29F3-C282-28F2-034BACA3DFFB}"/>
                    </a:ext>
                  </a:extLst>
                </p:cNvPr>
                <p:cNvSpPr/>
                <p:nvPr/>
              </p:nvSpPr>
              <p:spPr>
                <a:xfrm>
                  <a:off x="3858149" y="344839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75 h 12690"/>
                    <a:gd name="connsiteX1" fmla="*/ 58 w 44401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77" name="Graphic 398">
                  <a:extLst>
                    <a:ext uri="{FF2B5EF4-FFF2-40B4-BE49-F238E27FC236}">
                      <a16:creationId xmlns:a16="http://schemas.microsoft.com/office/drawing/2014/main" id="{C8CDEACA-A33E-78DD-BBDA-FB295E9FAEB4}"/>
                    </a:ext>
                  </a:extLst>
                </p:cNvPr>
                <p:cNvGrpSpPr/>
                <p:nvPr/>
              </p:nvGrpSpPr>
              <p:grpSpPr>
                <a:xfrm>
                  <a:off x="3581391" y="3402416"/>
                  <a:ext cx="223926" cy="95994"/>
                  <a:chOff x="3581391" y="3402416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78" name="Freeform: Shape 477">
                    <a:extLst>
                      <a:ext uri="{FF2B5EF4-FFF2-40B4-BE49-F238E27FC236}">
                        <a16:creationId xmlns:a16="http://schemas.microsoft.com/office/drawing/2014/main" id="{11F904F2-9BAA-73C5-0B92-1CCAF711F79D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340408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16 h 94328"/>
                      <a:gd name="connsiteX1" fmla="*/ 51056 w 59843"/>
                      <a:gd name="connsiteY1" fmla="*/ 92216 h 94328"/>
                      <a:gd name="connsiteX2" fmla="*/ 51056 w 59843"/>
                      <a:gd name="connsiteY2" fmla="*/ 81667 h 94328"/>
                      <a:gd name="connsiteX3" fmla="*/ 13393 w 59843"/>
                      <a:gd name="connsiteY3" fmla="*/ 81667 h 94328"/>
                      <a:gd name="connsiteX4" fmla="*/ 13393 w 59843"/>
                      <a:gd name="connsiteY4" fmla="*/ 59002 h 94328"/>
                      <a:gd name="connsiteX5" fmla="*/ 18825 w 59843"/>
                      <a:gd name="connsiteY5" fmla="*/ 60390 h 94328"/>
                      <a:gd name="connsiteX6" fmla="*/ 24296 w 59843"/>
                      <a:gd name="connsiteY6" fmla="*/ 60846 h 94328"/>
                      <a:gd name="connsiteX7" fmla="*/ 48816 w 59843"/>
                      <a:gd name="connsiteY7" fmla="*/ 52359 h 94328"/>
                      <a:gd name="connsiteX8" fmla="*/ 57874 w 59843"/>
                      <a:gd name="connsiteY8" fmla="*/ 29376 h 94328"/>
                      <a:gd name="connsiteX9" fmla="*/ 48578 w 59843"/>
                      <a:gd name="connsiteY9" fmla="*/ 6156 h 94328"/>
                      <a:gd name="connsiteX10" fmla="*/ 22373 w 59843"/>
                      <a:gd name="connsiteY10" fmla="*/ -2113 h 94328"/>
                      <a:gd name="connsiteX11" fmla="*/ 10499 w 59843"/>
                      <a:gd name="connsiteY11" fmla="*/ -1121 h 94328"/>
                      <a:gd name="connsiteX12" fmla="*/ -1969 w 59843"/>
                      <a:gd name="connsiteY12" fmla="*/ 1853 h 94328"/>
                      <a:gd name="connsiteX13" fmla="*/ -1969 w 59843"/>
                      <a:gd name="connsiteY13" fmla="*/ 14445 h 94328"/>
                      <a:gd name="connsiteX14" fmla="*/ 9548 w 59843"/>
                      <a:gd name="connsiteY14" fmla="*/ 9924 h 94328"/>
                      <a:gd name="connsiteX15" fmla="*/ 22115 w 59843"/>
                      <a:gd name="connsiteY15" fmla="*/ 8437 h 94328"/>
                      <a:gd name="connsiteX16" fmla="*/ 39083 w 59843"/>
                      <a:gd name="connsiteY16" fmla="*/ 14068 h 94328"/>
                      <a:gd name="connsiteX17" fmla="*/ 45347 w 59843"/>
                      <a:gd name="connsiteY17" fmla="*/ 29376 h 94328"/>
                      <a:gd name="connsiteX18" fmla="*/ 39083 w 59843"/>
                      <a:gd name="connsiteY18" fmla="*/ 44665 h 94328"/>
                      <a:gd name="connsiteX19" fmla="*/ 22115 w 59843"/>
                      <a:gd name="connsiteY19" fmla="*/ 50316 h 94328"/>
                      <a:gd name="connsiteX20" fmla="*/ 12105 w 59843"/>
                      <a:gd name="connsiteY20" fmla="*/ 49206 h 94328"/>
                      <a:gd name="connsiteX21" fmla="*/ 1936 w 59843"/>
                      <a:gd name="connsiteY21" fmla="*/ 45736 h 94328"/>
                      <a:gd name="connsiteX22" fmla="*/ 1936 w 59843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16"/>
                        </a:moveTo>
                        <a:lnTo>
                          <a:pt x="51056" y="92216"/>
                        </a:lnTo>
                        <a:lnTo>
                          <a:pt x="51056" y="81667"/>
                        </a:lnTo>
                        <a:lnTo>
                          <a:pt x="13393" y="81667"/>
                        </a:lnTo>
                        <a:lnTo>
                          <a:pt x="13393" y="59002"/>
                        </a:lnTo>
                        <a:cubicBezTo>
                          <a:pt x="15204" y="59623"/>
                          <a:pt x="17014" y="60086"/>
                          <a:pt x="18825" y="60390"/>
                        </a:cubicBezTo>
                        <a:cubicBezTo>
                          <a:pt x="20648" y="60694"/>
                          <a:pt x="22472" y="60846"/>
                          <a:pt x="24296" y="60846"/>
                        </a:cubicBezTo>
                        <a:cubicBezTo>
                          <a:pt x="34616" y="60846"/>
                          <a:pt x="42790" y="58017"/>
                          <a:pt x="48816" y="52359"/>
                        </a:cubicBezTo>
                        <a:cubicBezTo>
                          <a:pt x="54855" y="46701"/>
                          <a:pt x="57874" y="39040"/>
                          <a:pt x="57874" y="29376"/>
                        </a:cubicBezTo>
                        <a:cubicBezTo>
                          <a:pt x="57874" y="19422"/>
                          <a:pt x="54776" y="11682"/>
                          <a:pt x="48578" y="6156"/>
                        </a:cubicBezTo>
                        <a:cubicBezTo>
                          <a:pt x="42380" y="644"/>
                          <a:pt x="33645" y="-2113"/>
                          <a:pt x="22373" y="-2113"/>
                        </a:cubicBezTo>
                        <a:cubicBezTo>
                          <a:pt x="18488" y="-2113"/>
                          <a:pt x="14530" y="-1782"/>
                          <a:pt x="10499" y="-1121"/>
                        </a:cubicBezTo>
                        <a:cubicBezTo>
                          <a:pt x="6482" y="-460"/>
                          <a:pt x="2326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5" y="12422"/>
                          <a:pt x="5583" y="10915"/>
                          <a:pt x="9548" y="9924"/>
                        </a:cubicBezTo>
                        <a:cubicBezTo>
                          <a:pt x="13512" y="8932"/>
                          <a:pt x="17701" y="8437"/>
                          <a:pt x="22115" y="8437"/>
                        </a:cubicBezTo>
                        <a:cubicBezTo>
                          <a:pt x="29264" y="8437"/>
                          <a:pt x="34920" y="10314"/>
                          <a:pt x="39083" y="14068"/>
                        </a:cubicBezTo>
                        <a:cubicBezTo>
                          <a:pt x="43259" y="17822"/>
                          <a:pt x="45347" y="22925"/>
                          <a:pt x="45347" y="29376"/>
                        </a:cubicBezTo>
                        <a:cubicBezTo>
                          <a:pt x="45347" y="35814"/>
                          <a:pt x="43259" y="40910"/>
                          <a:pt x="39083" y="44665"/>
                        </a:cubicBezTo>
                        <a:cubicBezTo>
                          <a:pt x="34920" y="48432"/>
                          <a:pt x="29264" y="50316"/>
                          <a:pt x="22115" y="50316"/>
                        </a:cubicBezTo>
                        <a:cubicBezTo>
                          <a:pt x="18772" y="50316"/>
                          <a:pt x="15435" y="49946"/>
                          <a:pt x="12105" y="49206"/>
                        </a:cubicBezTo>
                        <a:cubicBezTo>
                          <a:pt x="8788" y="48465"/>
                          <a:pt x="5398" y="47309"/>
                          <a:pt x="1936" y="45736"/>
                        </a:cubicBezTo>
                        <a:lnTo>
                          <a:pt x="1936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9" name="Freeform: Shape 478">
                    <a:extLst>
                      <a:ext uri="{FF2B5EF4-FFF2-40B4-BE49-F238E27FC236}">
                        <a16:creationId xmlns:a16="http://schemas.microsoft.com/office/drawing/2014/main" id="{3953DA7F-FFC5-98E5-36C9-99FB9CCF9C86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678" y="3402416"/>
                    <a:ext cx="63926" cy="95994"/>
                  </a:xfrm>
                  <a:custGeom>
                    <a:avLst/>
                    <a:gdLst>
                      <a:gd name="connsiteX0" fmla="*/ 29960 w 63926"/>
                      <a:gd name="connsiteY0" fmla="*/ 83925 h 95994"/>
                      <a:gd name="connsiteX1" fmla="*/ 15430 w 63926"/>
                      <a:gd name="connsiteY1" fmla="*/ 74407 h 95994"/>
                      <a:gd name="connsiteX2" fmla="*/ 10574 w 63926"/>
                      <a:gd name="connsiteY2" fmla="*/ 45813 h 95994"/>
                      <a:gd name="connsiteX3" fmla="*/ 15430 w 63926"/>
                      <a:gd name="connsiteY3" fmla="*/ 17278 h 95994"/>
                      <a:gd name="connsiteX4" fmla="*/ 29960 w 63926"/>
                      <a:gd name="connsiteY4" fmla="*/ 7760 h 95994"/>
                      <a:gd name="connsiteX5" fmla="*/ 44549 w 63926"/>
                      <a:gd name="connsiteY5" fmla="*/ 17278 h 95994"/>
                      <a:gd name="connsiteX6" fmla="*/ 49425 w 63926"/>
                      <a:gd name="connsiteY6" fmla="*/ 45813 h 95994"/>
                      <a:gd name="connsiteX7" fmla="*/ 44549 w 63926"/>
                      <a:gd name="connsiteY7" fmla="*/ 74407 h 95994"/>
                      <a:gd name="connsiteX8" fmla="*/ 29960 w 63926"/>
                      <a:gd name="connsiteY8" fmla="*/ 83925 h 95994"/>
                      <a:gd name="connsiteX9" fmla="*/ 29960 w 63926"/>
                      <a:gd name="connsiteY9" fmla="*/ 93839 h 95994"/>
                      <a:gd name="connsiteX10" fmla="*/ 53727 w 63926"/>
                      <a:gd name="connsiteY10" fmla="*/ 81525 h 95994"/>
                      <a:gd name="connsiteX11" fmla="*/ 61933 w 63926"/>
                      <a:gd name="connsiteY11" fmla="*/ 45813 h 95994"/>
                      <a:gd name="connsiteX12" fmla="*/ 53727 w 63926"/>
                      <a:gd name="connsiteY12" fmla="*/ 10139 h 95994"/>
                      <a:gd name="connsiteX13" fmla="*/ 29960 w 63926"/>
                      <a:gd name="connsiteY13" fmla="*/ -2155 h 95994"/>
                      <a:gd name="connsiteX14" fmla="*/ 6213 w 63926"/>
                      <a:gd name="connsiteY14" fmla="*/ 10139 h 95994"/>
                      <a:gd name="connsiteX15" fmla="*/ -1993 w 63926"/>
                      <a:gd name="connsiteY15" fmla="*/ 45813 h 95994"/>
                      <a:gd name="connsiteX16" fmla="*/ 6213 w 63926"/>
                      <a:gd name="connsiteY16" fmla="*/ 81525 h 95994"/>
                      <a:gd name="connsiteX17" fmla="*/ 29960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0" y="83925"/>
                        </a:moveTo>
                        <a:cubicBezTo>
                          <a:pt x="23524" y="83925"/>
                          <a:pt x="18681" y="80752"/>
                          <a:pt x="15430" y="74407"/>
                        </a:cubicBezTo>
                        <a:cubicBezTo>
                          <a:pt x="12193" y="68074"/>
                          <a:pt x="10574" y="58543"/>
                          <a:pt x="10574" y="45813"/>
                        </a:cubicBezTo>
                        <a:cubicBezTo>
                          <a:pt x="10574" y="33135"/>
                          <a:pt x="12193" y="23623"/>
                          <a:pt x="15430" y="17278"/>
                        </a:cubicBezTo>
                        <a:cubicBezTo>
                          <a:pt x="18681" y="10933"/>
                          <a:pt x="23524" y="7760"/>
                          <a:pt x="29960" y="7760"/>
                        </a:cubicBezTo>
                        <a:cubicBezTo>
                          <a:pt x="36448" y="7760"/>
                          <a:pt x="41312" y="10933"/>
                          <a:pt x="44549" y="17278"/>
                        </a:cubicBezTo>
                        <a:cubicBezTo>
                          <a:pt x="47800" y="23623"/>
                          <a:pt x="49425" y="33135"/>
                          <a:pt x="49425" y="45813"/>
                        </a:cubicBezTo>
                        <a:cubicBezTo>
                          <a:pt x="49425" y="58543"/>
                          <a:pt x="47800" y="68074"/>
                          <a:pt x="44549" y="74407"/>
                        </a:cubicBezTo>
                        <a:cubicBezTo>
                          <a:pt x="41312" y="80752"/>
                          <a:pt x="36448" y="83925"/>
                          <a:pt x="29960" y="83925"/>
                        </a:cubicBezTo>
                        <a:close/>
                        <a:moveTo>
                          <a:pt x="29960" y="93839"/>
                        </a:moveTo>
                        <a:cubicBezTo>
                          <a:pt x="40334" y="93839"/>
                          <a:pt x="48256" y="89735"/>
                          <a:pt x="53727" y="81525"/>
                        </a:cubicBezTo>
                        <a:cubicBezTo>
                          <a:pt x="59198" y="73329"/>
                          <a:pt x="61933" y="61425"/>
                          <a:pt x="61933" y="45813"/>
                        </a:cubicBezTo>
                        <a:cubicBezTo>
                          <a:pt x="61933" y="30240"/>
                          <a:pt x="59198" y="18349"/>
                          <a:pt x="53727" y="10139"/>
                        </a:cubicBezTo>
                        <a:cubicBezTo>
                          <a:pt x="48256" y="1943"/>
                          <a:pt x="40334" y="-2155"/>
                          <a:pt x="29960" y="-2155"/>
                        </a:cubicBezTo>
                        <a:cubicBezTo>
                          <a:pt x="19600" y="-2155"/>
                          <a:pt x="11684" y="1943"/>
                          <a:pt x="6213" y="10139"/>
                        </a:cubicBezTo>
                        <a:cubicBezTo>
                          <a:pt x="742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2" y="73329"/>
                          <a:pt x="6213" y="81525"/>
                        </a:cubicBezTo>
                        <a:cubicBezTo>
                          <a:pt x="11684" y="89735"/>
                          <a:pt x="19600" y="93839"/>
                          <a:pt x="29960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80" name="Freeform: Shape 479">
                    <a:extLst>
                      <a:ext uri="{FF2B5EF4-FFF2-40B4-BE49-F238E27FC236}">
                        <a16:creationId xmlns:a16="http://schemas.microsoft.com/office/drawing/2014/main" id="{7E2AB3D9-C8FE-4274-DE2F-5CFE99480EAB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402416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25 h 95994"/>
                      <a:gd name="connsiteX1" fmla="*/ 15437 w 63926"/>
                      <a:gd name="connsiteY1" fmla="*/ 74407 h 95994"/>
                      <a:gd name="connsiteX2" fmla="*/ 10580 w 63926"/>
                      <a:gd name="connsiteY2" fmla="*/ 45813 h 95994"/>
                      <a:gd name="connsiteX3" fmla="*/ 15437 w 63926"/>
                      <a:gd name="connsiteY3" fmla="*/ 17278 h 95994"/>
                      <a:gd name="connsiteX4" fmla="*/ 29966 w 63926"/>
                      <a:gd name="connsiteY4" fmla="*/ 7760 h 95994"/>
                      <a:gd name="connsiteX5" fmla="*/ 44556 w 63926"/>
                      <a:gd name="connsiteY5" fmla="*/ 17278 h 95994"/>
                      <a:gd name="connsiteX6" fmla="*/ 49432 w 63926"/>
                      <a:gd name="connsiteY6" fmla="*/ 45813 h 95994"/>
                      <a:gd name="connsiteX7" fmla="*/ 44556 w 63926"/>
                      <a:gd name="connsiteY7" fmla="*/ 74407 h 95994"/>
                      <a:gd name="connsiteX8" fmla="*/ 29966 w 63926"/>
                      <a:gd name="connsiteY8" fmla="*/ 83925 h 95994"/>
                      <a:gd name="connsiteX9" fmla="*/ 29966 w 63926"/>
                      <a:gd name="connsiteY9" fmla="*/ 93839 h 95994"/>
                      <a:gd name="connsiteX10" fmla="*/ 53733 w 63926"/>
                      <a:gd name="connsiteY10" fmla="*/ 81525 h 95994"/>
                      <a:gd name="connsiteX11" fmla="*/ 61940 w 63926"/>
                      <a:gd name="connsiteY11" fmla="*/ 45813 h 95994"/>
                      <a:gd name="connsiteX12" fmla="*/ 53733 w 63926"/>
                      <a:gd name="connsiteY12" fmla="*/ 10139 h 95994"/>
                      <a:gd name="connsiteX13" fmla="*/ 29966 w 63926"/>
                      <a:gd name="connsiteY13" fmla="*/ -2155 h 95994"/>
                      <a:gd name="connsiteX14" fmla="*/ 6219 w 63926"/>
                      <a:gd name="connsiteY14" fmla="*/ 10139 h 95994"/>
                      <a:gd name="connsiteX15" fmla="*/ -1987 w 63926"/>
                      <a:gd name="connsiteY15" fmla="*/ 45813 h 95994"/>
                      <a:gd name="connsiteX16" fmla="*/ 6219 w 63926"/>
                      <a:gd name="connsiteY16" fmla="*/ 81525 h 95994"/>
                      <a:gd name="connsiteX17" fmla="*/ 29966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25"/>
                        </a:moveTo>
                        <a:cubicBezTo>
                          <a:pt x="23531" y="83925"/>
                          <a:pt x="18688" y="80752"/>
                          <a:pt x="15437" y="74407"/>
                        </a:cubicBezTo>
                        <a:cubicBezTo>
                          <a:pt x="12199" y="68074"/>
                          <a:pt x="10580" y="58543"/>
                          <a:pt x="10580" y="45813"/>
                        </a:cubicBezTo>
                        <a:cubicBezTo>
                          <a:pt x="10580" y="33135"/>
                          <a:pt x="12199" y="23623"/>
                          <a:pt x="15437" y="17278"/>
                        </a:cubicBezTo>
                        <a:cubicBezTo>
                          <a:pt x="18688" y="10933"/>
                          <a:pt x="23531" y="7760"/>
                          <a:pt x="29966" y="7760"/>
                        </a:cubicBezTo>
                        <a:cubicBezTo>
                          <a:pt x="36455" y="7760"/>
                          <a:pt x="41318" y="10933"/>
                          <a:pt x="44556" y="17278"/>
                        </a:cubicBezTo>
                        <a:cubicBezTo>
                          <a:pt x="47806" y="23623"/>
                          <a:pt x="49432" y="33135"/>
                          <a:pt x="49432" y="45813"/>
                        </a:cubicBezTo>
                        <a:cubicBezTo>
                          <a:pt x="49432" y="58543"/>
                          <a:pt x="47806" y="68074"/>
                          <a:pt x="44556" y="74407"/>
                        </a:cubicBezTo>
                        <a:cubicBezTo>
                          <a:pt x="41318" y="80752"/>
                          <a:pt x="36455" y="83925"/>
                          <a:pt x="29966" y="83925"/>
                        </a:cubicBezTo>
                        <a:close/>
                        <a:moveTo>
                          <a:pt x="29966" y="93839"/>
                        </a:moveTo>
                        <a:cubicBezTo>
                          <a:pt x="40340" y="93839"/>
                          <a:pt x="48262" y="89735"/>
                          <a:pt x="53733" y="81525"/>
                        </a:cubicBezTo>
                        <a:cubicBezTo>
                          <a:pt x="59204" y="73329"/>
                          <a:pt x="61940" y="61425"/>
                          <a:pt x="61940" y="45813"/>
                        </a:cubicBezTo>
                        <a:cubicBezTo>
                          <a:pt x="61940" y="30240"/>
                          <a:pt x="59204" y="18349"/>
                          <a:pt x="53733" y="10139"/>
                        </a:cubicBezTo>
                        <a:cubicBezTo>
                          <a:pt x="48262" y="1943"/>
                          <a:pt x="40340" y="-2155"/>
                          <a:pt x="29966" y="-2155"/>
                        </a:cubicBezTo>
                        <a:cubicBezTo>
                          <a:pt x="19606" y="-2155"/>
                          <a:pt x="11690" y="1943"/>
                          <a:pt x="6219" y="10139"/>
                        </a:cubicBezTo>
                        <a:cubicBezTo>
                          <a:pt x="748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48" y="73329"/>
                          <a:pt x="6219" y="81525"/>
                        </a:cubicBezTo>
                        <a:cubicBezTo>
                          <a:pt x="11690" y="89735"/>
                          <a:pt x="19606" y="93839"/>
                          <a:pt x="29966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81" name="Graphic 398">
                <a:extLst>
                  <a:ext uri="{FF2B5EF4-FFF2-40B4-BE49-F238E27FC236}">
                    <a16:creationId xmlns:a16="http://schemas.microsoft.com/office/drawing/2014/main" id="{0226902C-2956-5D5D-A6D6-4D628724914E}"/>
                  </a:ext>
                </a:extLst>
              </p:cNvPr>
              <p:cNvGrpSpPr/>
              <p:nvPr/>
            </p:nvGrpSpPr>
            <p:grpSpPr>
              <a:xfrm>
                <a:off x="3581391" y="2835898"/>
                <a:ext cx="321159" cy="95994"/>
                <a:chOff x="3581391" y="2835898"/>
                <a:chExt cx="321159" cy="95994"/>
              </a:xfrm>
              <a:solidFill>
                <a:srgbClr val="000000"/>
              </a:solidFill>
            </p:grpSpPr>
            <p:sp>
              <p:nvSpPr>
                <p:cNvPr id="482" name="Freeform: Shape 481">
                  <a:extLst>
                    <a:ext uri="{FF2B5EF4-FFF2-40B4-BE49-F238E27FC236}">
                      <a16:creationId xmlns:a16="http://schemas.microsoft.com/office/drawing/2014/main" id="{5B0CA14E-9B55-C2AC-4EF2-7E90B574CC17}"/>
                    </a:ext>
                  </a:extLst>
                </p:cNvPr>
                <p:cNvSpPr/>
                <p:nvPr/>
              </p:nvSpPr>
              <p:spPr>
                <a:xfrm>
                  <a:off x="3858149" y="2881872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30 h 12690"/>
                    <a:gd name="connsiteX1" fmla="*/ 58 w 44401"/>
                    <a:gd name="connsiteY1" fmla="*/ 13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30"/>
                      </a:moveTo>
                      <a:lnTo>
                        <a:pt x="58" y="130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83" name="Graphic 398">
                  <a:extLst>
                    <a:ext uri="{FF2B5EF4-FFF2-40B4-BE49-F238E27FC236}">
                      <a16:creationId xmlns:a16="http://schemas.microsoft.com/office/drawing/2014/main" id="{97CA4A6A-96A0-E092-9555-601BDB936C3E}"/>
                    </a:ext>
                  </a:extLst>
                </p:cNvPr>
                <p:cNvGrpSpPr/>
                <p:nvPr/>
              </p:nvGrpSpPr>
              <p:grpSpPr>
                <a:xfrm>
                  <a:off x="3581391" y="2835898"/>
                  <a:ext cx="223926" cy="95994"/>
                  <a:chOff x="3581391" y="283589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84" name="Freeform: Shape 483">
                    <a:extLst>
                      <a:ext uri="{FF2B5EF4-FFF2-40B4-BE49-F238E27FC236}">
                        <a16:creationId xmlns:a16="http://schemas.microsoft.com/office/drawing/2014/main" id="{D1F7A859-723D-24A4-844C-28F23250C272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837563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71 h 94328"/>
                      <a:gd name="connsiteX1" fmla="*/ 51056 w 59843"/>
                      <a:gd name="connsiteY1" fmla="*/ 92171 h 94328"/>
                      <a:gd name="connsiteX2" fmla="*/ 51056 w 59843"/>
                      <a:gd name="connsiteY2" fmla="*/ 81622 h 94328"/>
                      <a:gd name="connsiteX3" fmla="*/ 13393 w 59843"/>
                      <a:gd name="connsiteY3" fmla="*/ 81622 h 94328"/>
                      <a:gd name="connsiteX4" fmla="*/ 13393 w 59843"/>
                      <a:gd name="connsiteY4" fmla="*/ 58957 h 94328"/>
                      <a:gd name="connsiteX5" fmla="*/ 18825 w 59843"/>
                      <a:gd name="connsiteY5" fmla="*/ 60345 h 94328"/>
                      <a:gd name="connsiteX6" fmla="*/ 24296 w 59843"/>
                      <a:gd name="connsiteY6" fmla="*/ 60801 h 94328"/>
                      <a:gd name="connsiteX7" fmla="*/ 48816 w 59843"/>
                      <a:gd name="connsiteY7" fmla="*/ 52314 h 94328"/>
                      <a:gd name="connsiteX8" fmla="*/ 57874 w 59843"/>
                      <a:gd name="connsiteY8" fmla="*/ 29332 h 94328"/>
                      <a:gd name="connsiteX9" fmla="*/ 48578 w 59843"/>
                      <a:gd name="connsiteY9" fmla="*/ 6111 h 94328"/>
                      <a:gd name="connsiteX10" fmla="*/ 22373 w 59843"/>
                      <a:gd name="connsiteY10" fmla="*/ -2157 h 94328"/>
                      <a:gd name="connsiteX11" fmla="*/ 10499 w 59843"/>
                      <a:gd name="connsiteY11" fmla="*/ -1166 h 94328"/>
                      <a:gd name="connsiteX12" fmla="*/ -1969 w 59843"/>
                      <a:gd name="connsiteY12" fmla="*/ 1808 h 94328"/>
                      <a:gd name="connsiteX13" fmla="*/ -1969 w 59843"/>
                      <a:gd name="connsiteY13" fmla="*/ 14400 h 94328"/>
                      <a:gd name="connsiteX14" fmla="*/ 9548 w 59843"/>
                      <a:gd name="connsiteY14" fmla="*/ 9879 h 94328"/>
                      <a:gd name="connsiteX15" fmla="*/ 22115 w 59843"/>
                      <a:gd name="connsiteY15" fmla="*/ 8392 h 94328"/>
                      <a:gd name="connsiteX16" fmla="*/ 39083 w 59843"/>
                      <a:gd name="connsiteY16" fmla="*/ 14023 h 94328"/>
                      <a:gd name="connsiteX17" fmla="*/ 45347 w 59843"/>
                      <a:gd name="connsiteY17" fmla="*/ 29332 h 94328"/>
                      <a:gd name="connsiteX18" fmla="*/ 39083 w 59843"/>
                      <a:gd name="connsiteY18" fmla="*/ 44620 h 94328"/>
                      <a:gd name="connsiteX19" fmla="*/ 22115 w 59843"/>
                      <a:gd name="connsiteY19" fmla="*/ 50272 h 94328"/>
                      <a:gd name="connsiteX20" fmla="*/ 12105 w 59843"/>
                      <a:gd name="connsiteY20" fmla="*/ 49161 h 94328"/>
                      <a:gd name="connsiteX21" fmla="*/ 1936 w 59843"/>
                      <a:gd name="connsiteY21" fmla="*/ 45691 h 94328"/>
                      <a:gd name="connsiteX22" fmla="*/ 1936 w 59843"/>
                      <a:gd name="connsiteY22" fmla="*/ 9217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71"/>
                        </a:moveTo>
                        <a:lnTo>
                          <a:pt x="51056" y="92171"/>
                        </a:lnTo>
                        <a:lnTo>
                          <a:pt x="51056" y="81622"/>
                        </a:lnTo>
                        <a:lnTo>
                          <a:pt x="13393" y="81622"/>
                        </a:lnTo>
                        <a:lnTo>
                          <a:pt x="13393" y="58957"/>
                        </a:lnTo>
                        <a:cubicBezTo>
                          <a:pt x="15204" y="59578"/>
                          <a:pt x="17014" y="60041"/>
                          <a:pt x="18825" y="60345"/>
                        </a:cubicBezTo>
                        <a:cubicBezTo>
                          <a:pt x="20648" y="60649"/>
                          <a:pt x="22472" y="60801"/>
                          <a:pt x="24296" y="60801"/>
                        </a:cubicBezTo>
                        <a:cubicBezTo>
                          <a:pt x="34616" y="60801"/>
                          <a:pt x="42790" y="57972"/>
                          <a:pt x="48816" y="52314"/>
                        </a:cubicBezTo>
                        <a:cubicBezTo>
                          <a:pt x="54855" y="46656"/>
                          <a:pt x="57874" y="38995"/>
                          <a:pt x="57874" y="29332"/>
                        </a:cubicBezTo>
                        <a:cubicBezTo>
                          <a:pt x="57874" y="19377"/>
                          <a:pt x="54776" y="11637"/>
                          <a:pt x="48578" y="6111"/>
                        </a:cubicBezTo>
                        <a:cubicBezTo>
                          <a:pt x="42380" y="599"/>
                          <a:pt x="33645" y="-2157"/>
                          <a:pt x="22373" y="-2157"/>
                        </a:cubicBezTo>
                        <a:cubicBezTo>
                          <a:pt x="18488" y="-2157"/>
                          <a:pt x="14530" y="-1827"/>
                          <a:pt x="10499" y="-1166"/>
                        </a:cubicBezTo>
                        <a:cubicBezTo>
                          <a:pt x="6482" y="-505"/>
                          <a:pt x="2326" y="487"/>
                          <a:pt x="-1969" y="1808"/>
                        </a:cubicBezTo>
                        <a:lnTo>
                          <a:pt x="-1969" y="14400"/>
                        </a:lnTo>
                        <a:cubicBezTo>
                          <a:pt x="1745" y="12378"/>
                          <a:pt x="5583" y="10871"/>
                          <a:pt x="9548" y="9879"/>
                        </a:cubicBezTo>
                        <a:cubicBezTo>
                          <a:pt x="13512" y="8888"/>
                          <a:pt x="17701" y="8392"/>
                          <a:pt x="22115" y="8392"/>
                        </a:cubicBezTo>
                        <a:cubicBezTo>
                          <a:pt x="29264" y="8392"/>
                          <a:pt x="34920" y="10269"/>
                          <a:pt x="39083" y="14023"/>
                        </a:cubicBezTo>
                        <a:cubicBezTo>
                          <a:pt x="43259" y="17778"/>
                          <a:pt x="45347" y="22881"/>
                          <a:pt x="45347" y="29332"/>
                        </a:cubicBezTo>
                        <a:cubicBezTo>
                          <a:pt x="45347" y="35770"/>
                          <a:pt x="43259" y="40866"/>
                          <a:pt x="39083" y="44620"/>
                        </a:cubicBezTo>
                        <a:cubicBezTo>
                          <a:pt x="34920" y="48388"/>
                          <a:pt x="29264" y="50272"/>
                          <a:pt x="22115" y="50272"/>
                        </a:cubicBezTo>
                        <a:cubicBezTo>
                          <a:pt x="18772" y="50272"/>
                          <a:pt x="15435" y="49901"/>
                          <a:pt x="12105" y="49161"/>
                        </a:cubicBezTo>
                        <a:cubicBezTo>
                          <a:pt x="8788" y="48421"/>
                          <a:pt x="5398" y="47264"/>
                          <a:pt x="1936" y="45691"/>
                        </a:cubicBezTo>
                        <a:lnTo>
                          <a:pt x="1936" y="921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85" name="Freeform: Shape 484">
                    <a:extLst>
                      <a:ext uri="{FF2B5EF4-FFF2-40B4-BE49-F238E27FC236}">
                        <a16:creationId xmlns:a16="http://schemas.microsoft.com/office/drawing/2014/main" id="{D11594E8-0FA1-E81A-92E3-0537D9F1FEE8}"/>
                      </a:ext>
                    </a:extLst>
                  </p:cNvPr>
                  <p:cNvSpPr/>
                  <p:nvPr/>
                </p:nvSpPr>
                <p:spPr>
                  <a:xfrm flipV="1">
                    <a:off x="3666248" y="2837563"/>
                    <a:ext cx="55066" cy="92524"/>
                  </a:xfrm>
                  <a:custGeom>
                    <a:avLst/>
                    <a:gdLst>
                      <a:gd name="connsiteX0" fmla="*/ -247 w 55066"/>
                      <a:gd name="connsiteY0" fmla="*/ 8326 h 92524"/>
                      <a:gd name="connsiteX1" fmla="*/ 20190 w 55066"/>
                      <a:gd name="connsiteY1" fmla="*/ 8326 h 92524"/>
                      <a:gd name="connsiteX2" fmla="*/ 20190 w 55066"/>
                      <a:gd name="connsiteY2" fmla="*/ 78919 h 92524"/>
                      <a:gd name="connsiteX3" fmla="*/ -2051 w 55066"/>
                      <a:gd name="connsiteY3" fmla="*/ 74458 h 92524"/>
                      <a:gd name="connsiteX4" fmla="*/ -2051 w 55066"/>
                      <a:gd name="connsiteY4" fmla="*/ 85859 h 92524"/>
                      <a:gd name="connsiteX5" fmla="*/ 20071 w 55066"/>
                      <a:gd name="connsiteY5" fmla="*/ 90321 h 92524"/>
                      <a:gd name="connsiteX6" fmla="*/ 32579 w 55066"/>
                      <a:gd name="connsiteY6" fmla="*/ 90321 h 92524"/>
                      <a:gd name="connsiteX7" fmla="*/ 32579 w 55066"/>
                      <a:gd name="connsiteY7" fmla="*/ 8326 h 92524"/>
                      <a:gd name="connsiteX8" fmla="*/ 53015 w 55066"/>
                      <a:gd name="connsiteY8" fmla="*/ 8326 h 92524"/>
                      <a:gd name="connsiteX9" fmla="*/ 53015 w 55066"/>
                      <a:gd name="connsiteY9" fmla="*/ -2203 h 92524"/>
                      <a:gd name="connsiteX10" fmla="*/ -247 w 55066"/>
                      <a:gd name="connsiteY10" fmla="*/ -2203 h 92524"/>
                      <a:gd name="connsiteX11" fmla="*/ -247 w 55066"/>
                      <a:gd name="connsiteY11" fmla="*/ 832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247" y="8326"/>
                        </a:moveTo>
                        <a:lnTo>
                          <a:pt x="20190" y="8326"/>
                        </a:lnTo>
                        <a:lnTo>
                          <a:pt x="20190" y="78919"/>
                        </a:lnTo>
                        <a:lnTo>
                          <a:pt x="-2051" y="74458"/>
                        </a:lnTo>
                        <a:lnTo>
                          <a:pt x="-2051" y="85859"/>
                        </a:lnTo>
                        <a:lnTo>
                          <a:pt x="20071" y="90321"/>
                        </a:lnTo>
                        <a:lnTo>
                          <a:pt x="32579" y="90321"/>
                        </a:lnTo>
                        <a:lnTo>
                          <a:pt x="32579" y="8326"/>
                        </a:lnTo>
                        <a:lnTo>
                          <a:pt x="53015" y="8326"/>
                        </a:lnTo>
                        <a:lnTo>
                          <a:pt x="53015" y="-2203"/>
                        </a:lnTo>
                        <a:lnTo>
                          <a:pt x="-247" y="-2203"/>
                        </a:lnTo>
                        <a:lnTo>
                          <a:pt x="-247" y="83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86" name="Freeform: Shape 485">
                    <a:extLst>
                      <a:ext uri="{FF2B5EF4-FFF2-40B4-BE49-F238E27FC236}">
                        <a16:creationId xmlns:a16="http://schemas.microsoft.com/office/drawing/2014/main" id="{1FFD956E-59BE-D39E-ED0F-C4D2E3E5FDBE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835898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80 h 95994"/>
                      <a:gd name="connsiteX1" fmla="*/ 15437 w 63926"/>
                      <a:gd name="connsiteY1" fmla="*/ 74362 h 95994"/>
                      <a:gd name="connsiteX2" fmla="*/ 10580 w 63926"/>
                      <a:gd name="connsiteY2" fmla="*/ 45768 h 95994"/>
                      <a:gd name="connsiteX3" fmla="*/ 15437 w 63926"/>
                      <a:gd name="connsiteY3" fmla="*/ 17233 h 95994"/>
                      <a:gd name="connsiteX4" fmla="*/ 29966 w 63926"/>
                      <a:gd name="connsiteY4" fmla="*/ 7715 h 95994"/>
                      <a:gd name="connsiteX5" fmla="*/ 44556 w 63926"/>
                      <a:gd name="connsiteY5" fmla="*/ 17233 h 95994"/>
                      <a:gd name="connsiteX6" fmla="*/ 49432 w 63926"/>
                      <a:gd name="connsiteY6" fmla="*/ 45768 h 95994"/>
                      <a:gd name="connsiteX7" fmla="*/ 44556 w 63926"/>
                      <a:gd name="connsiteY7" fmla="*/ 74362 h 95994"/>
                      <a:gd name="connsiteX8" fmla="*/ 29966 w 63926"/>
                      <a:gd name="connsiteY8" fmla="*/ 83880 h 95994"/>
                      <a:gd name="connsiteX9" fmla="*/ 29966 w 63926"/>
                      <a:gd name="connsiteY9" fmla="*/ 93795 h 95994"/>
                      <a:gd name="connsiteX10" fmla="*/ 53733 w 63926"/>
                      <a:gd name="connsiteY10" fmla="*/ 81481 h 95994"/>
                      <a:gd name="connsiteX11" fmla="*/ 61940 w 63926"/>
                      <a:gd name="connsiteY11" fmla="*/ 45768 h 95994"/>
                      <a:gd name="connsiteX12" fmla="*/ 53733 w 63926"/>
                      <a:gd name="connsiteY12" fmla="*/ 10095 h 95994"/>
                      <a:gd name="connsiteX13" fmla="*/ 29966 w 63926"/>
                      <a:gd name="connsiteY13" fmla="*/ -2199 h 95994"/>
                      <a:gd name="connsiteX14" fmla="*/ 6219 w 63926"/>
                      <a:gd name="connsiteY14" fmla="*/ 10095 h 95994"/>
                      <a:gd name="connsiteX15" fmla="*/ -1987 w 63926"/>
                      <a:gd name="connsiteY15" fmla="*/ 45768 h 95994"/>
                      <a:gd name="connsiteX16" fmla="*/ 6219 w 63926"/>
                      <a:gd name="connsiteY16" fmla="*/ 81481 h 95994"/>
                      <a:gd name="connsiteX17" fmla="*/ 29966 w 63926"/>
                      <a:gd name="connsiteY17" fmla="*/ 9379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80"/>
                        </a:moveTo>
                        <a:cubicBezTo>
                          <a:pt x="23531" y="83880"/>
                          <a:pt x="18688" y="80707"/>
                          <a:pt x="15437" y="74362"/>
                        </a:cubicBezTo>
                        <a:cubicBezTo>
                          <a:pt x="12199" y="68030"/>
                          <a:pt x="10580" y="58498"/>
                          <a:pt x="10580" y="45768"/>
                        </a:cubicBezTo>
                        <a:cubicBezTo>
                          <a:pt x="10580" y="33090"/>
                          <a:pt x="12199" y="23579"/>
                          <a:pt x="15437" y="17233"/>
                        </a:cubicBezTo>
                        <a:cubicBezTo>
                          <a:pt x="18688" y="10888"/>
                          <a:pt x="23531" y="7715"/>
                          <a:pt x="29966" y="7715"/>
                        </a:cubicBezTo>
                        <a:cubicBezTo>
                          <a:pt x="36455" y="7715"/>
                          <a:pt x="41318" y="10888"/>
                          <a:pt x="44556" y="17233"/>
                        </a:cubicBezTo>
                        <a:cubicBezTo>
                          <a:pt x="47806" y="23579"/>
                          <a:pt x="49432" y="33090"/>
                          <a:pt x="49432" y="45768"/>
                        </a:cubicBezTo>
                        <a:cubicBezTo>
                          <a:pt x="49432" y="58498"/>
                          <a:pt x="47806" y="68030"/>
                          <a:pt x="44556" y="74362"/>
                        </a:cubicBezTo>
                        <a:cubicBezTo>
                          <a:pt x="41318" y="80707"/>
                          <a:pt x="36455" y="83880"/>
                          <a:pt x="29966" y="83880"/>
                        </a:cubicBezTo>
                        <a:close/>
                        <a:moveTo>
                          <a:pt x="29966" y="93795"/>
                        </a:moveTo>
                        <a:cubicBezTo>
                          <a:pt x="40340" y="93795"/>
                          <a:pt x="48262" y="89690"/>
                          <a:pt x="53733" y="81481"/>
                        </a:cubicBezTo>
                        <a:cubicBezTo>
                          <a:pt x="59204" y="73285"/>
                          <a:pt x="61940" y="61380"/>
                          <a:pt x="61940" y="45768"/>
                        </a:cubicBezTo>
                        <a:cubicBezTo>
                          <a:pt x="61940" y="30195"/>
                          <a:pt x="59204" y="18304"/>
                          <a:pt x="53733" y="10095"/>
                        </a:cubicBezTo>
                        <a:cubicBezTo>
                          <a:pt x="48262" y="1899"/>
                          <a:pt x="40340" y="-2199"/>
                          <a:pt x="29966" y="-2199"/>
                        </a:cubicBezTo>
                        <a:cubicBezTo>
                          <a:pt x="19606" y="-2199"/>
                          <a:pt x="11690" y="1899"/>
                          <a:pt x="6219" y="10095"/>
                        </a:cubicBezTo>
                        <a:cubicBezTo>
                          <a:pt x="748" y="18304"/>
                          <a:pt x="-1987" y="30195"/>
                          <a:pt x="-1987" y="45768"/>
                        </a:cubicBezTo>
                        <a:cubicBezTo>
                          <a:pt x="-1987" y="61380"/>
                          <a:pt x="748" y="73285"/>
                          <a:pt x="6219" y="81481"/>
                        </a:cubicBezTo>
                        <a:cubicBezTo>
                          <a:pt x="11690" y="89690"/>
                          <a:pt x="19606" y="93795"/>
                          <a:pt x="29966" y="9379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87" name="Graphic 398">
                <a:extLst>
                  <a:ext uri="{FF2B5EF4-FFF2-40B4-BE49-F238E27FC236}">
                    <a16:creationId xmlns:a16="http://schemas.microsoft.com/office/drawing/2014/main" id="{DC2D342C-E971-090C-6718-705528B99692}"/>
                  </a:ext>
                </a:extLst>
              </p:cNvPr>
              <p:cNvGrpSpPr/>
              <p:nvPr/>
            </p:nvGrpSpPr>
            <p:grpSpPr>
              <a:xfrm>
                <a:off x="3581391" y="2269379"/>
                <a:ext cx="321159" cy="95994"/>
                <a:chOff x="3581391" y="2269379"/>
                <a:chExt cx="321159" cy="95994"/>
              </a:xfrm>
              <a:solidFill>
                <a:srgbClr val="000000"/>
              </a:solidFill>
            </p:grpSpPr>
            <p:sp>
              <p:nvSpPr>
                <p:cNvPr id="488" name="Freeform: Shape 487">
                  <a:extLst>
                    <a:ext uri="{FF2B5EF4-FFF2-40B4-BE49-F238E27FC236}">
                      <a16:creationId xmlns:a16="http://schemas.microsoft.com/office/drawing/2014/main" id="{98B0E3FF-EE56-0712-6704-CB23B15CC9A4}"/>
                    </a:ext>
                  </a:extLst>
                </p:cNvPr>
                <p:cNvSpPr/>
                <p:nvPr/>
              </p:nvSpPr>
              <p:spPr>
                <a:xfrm>
                  <a:off x="3858149" y="2315354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85 h 12690"/>
                    <a:gd name="connsiteX1" fmla="*/ 58 w 44401"/>
                    <a:gd name="connsiteY1" fmla="*/ 8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85"/>
                      </a:moveTo>
                      <a:lnTo>
                        <a:pt x="58" y="8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89" name="Graphic 398">
                  <a:extLst>
                    <a:ext uri="{FF2B5EF4-FFF2-40B4-BE49-F238E27FC236}">
                      <a16:creationId xmlns:a16="http://schemas.microsoft.com/office/drawing/2014/main" id="{65E5A7D5-6132-944D-3B0E-15EDE10E7E37}"/>
                    </a:ext>
                  </a:extLst>
                </p:cNvPr>
                <p:cNvGrpSpPr/>
                <p:nvPr/>
              </p:nvGrpSpPr>
              <p:grpSpPr>
                <a:xfrm>
                  <a:off x="3581391" y="2269379"/>
                  <a:ext cx="223926" cy="95994"/>
                  <a:chOff x="3581391" y="2269379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90" name="Freeform: Shape 489">
                    <a:extLst>
                      <a:ext uri="{FF2B5EF4-FFF2-40B4-BE49-F238E27FC236}">
                        <a16:creationId xmlns:a16="http://schemas.microsoft.com/office/drawing/2014/main" id="{110EDDFE-742D-4DBA-541D-057B703CEB2C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271045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26 h 94328"/>
                      <a:gd name="connsiteX1" fmla="*/ 51056 w 59843"/>
                      <a:gd name="connsiteY1" fmla="*/ 92126 h 94328"/>
                      <a:gd name="connsiteX2" fmla="*/ 51056 w 59843"/>
                      <a:gd name="connsiteY2" fmla="*/ 81577 h 94328"/>
                      <a:gd name="connsiteX3" fmla="*/ 13393 w 59843"/>
                      <a:gd name="connsiteY3" fmla="*/ 81577 h 94328"/>
                      <a:gd name="connsiteX4" fmla="*/ 13393 w 59843"/>
                      <a:gd name="connsiteY4" fmla="*/ 58912 h 94328"/>
                      <a:gd name="connsiteX5" fmla="*/ 18825 w 59843"/>
                      <a:gd name="connsiteY5" fmla="*/ 60300 h 94328"/>
                      <a:gd name="connsiteX6" fmla="*/ 24296 w 59843"/>
                      <a:gd name="connsiteY6" fmla="*/ 60756 h 94328"/>
                      <a:gd name="connsiteX7" fmla="*/ 48816 w 59843"/>
                      <a:gd name="connsiteY7" fmla="*/ 52269 h 94328"/>
                      <a:gd name="connsiteX8" fmla="*/ 57874 w 59843"/>
                      <a:gd name="connsiteY8" fmla="*/ 29287 h 94328"/>
                      <a:gd name="connsiteX9" fmla="*/ 48578 w 59843"/>
                      <a:gd name="connsiteY9" fmla="*/ 6067 h 94328"/>
                      <a:gd name="connsiteX10" fmla="*/ 22373 w 59843"/>
                      <a:gd name="connsiteY10" fmla="*/ -2202 h 94328"/>
                      <a:gd name="connsiteX11" fmla="*/ 10499 w 59843"/>
                      <a:gd name="connsiteY11" fmla="*/ -1211 h 94328"/>
                      <a:gd name="connsiteX12" fmla="*/ -1969 w 59843"/>
                      <a:gd name="connsiteY12" fmla="*/ 1764 h 94328"/>
                      <a:gd name="connsiteX13" fmla="*/ -1969 w 59843"/>
                      <a:gd name="connsiteY13" fmla="*/ 14356 h 94328"/>
                      <a:gd name="connsiteX14" fmla="*/ 9548 w 59843"/>
                      <a:gd name="connsiteY14" fmla="*/ 9834 h 94328"/>
                      <a:gd name="connsiteX15" fmla="*/ 22115 w 59843"/>
                      <a:gd name="connsiteY15" fmla="*/ 8347 h 94328"/>
                      <a:gd name="connsiteX16" fmla="*/ 39083 w 59843"/>
                      <a:gd name="connsiteY16" fmla="*/ 13979 h 94328"/>
                      <a:gd name="connsiteX17" fmla="*/ 45347 w 59843"/>
                      <a:gd name="connsiteY17" fmla="*/ 29287 h 94328"/>
                      <a:gd name="connsiteX18" fmla="*/ 39083 w 59843"/>
                      <a:gd name="connsiteY18" fmla="*/ 44576 h 94328"/>
                      <a:gd name="connsiteX19" fmla="*/ 22115 w 59843"/>
                      <a:gd name="connsiteY19" fmla="*/ 50227 h 94328"/>
                      <a:gd name="connsiteX20" fmla="*/ 12105 w 59843"/>
                      <a:gd name="connsiteY20" fmla="*/ 49116 h 94328"/>
                      <a:gd name="connsiteX21" fmla="*/ 1936 w 59843"/>
                      <a:gd name="connsiteY21" fmla="*/ 45646 h 94328"/>
                      <a:gd name="connsiteX22" fmla="*/ 1936 w 59843"/>
                      <a:gd name="connsiteY22" fmla="*/ 9212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26"/>
                        </a:moveTo>
                        <a:lnTo>
                          <a:pt x="51056" y="92126"/>
                        </a:lnTo>
                        <a:lnTo>
                          <a:pt x="51056" y="81577"/>
                        </a:lnTo>
                        <a:lnTo>
                          <a:pt x="13393" y="81577"/>
                        </a:lnTo>
                        <a:lnTo>
                          <a:pt x="13393" y="58912"/>
                        </a:lnTo>
                        <a:cubicBezTo>
                          <a:pt x="15204" y="59534"/>
                          <a:pt x="17014" y="59996"/>
                          <a:pt x="18825" y="60300"/>
                        </a:cubicBezTo>
                        <a:cubicBezTo>
                          <a:pt x="20648" y="60604"/>
                          <a:pt x="22472" y="60756"/>
                          <a:pt x="24296" y="60756"/>
                        </a:cubicBezTo>
                        <a:cubicBezTo>
                          <a:pt x="34616" y="60756"/>
                          <a:pt x="42790" y="57927"/>
                          <a:pt x="48816" y="52269"/>
                        </a:cubicBezTo>
                        <a:cubicBezTo>
                          <a:pt x="54855" y="46611"/>
                          <a:pt x="57874" y="38951"/>
                          <a:pt x="57874" y="29287"/>
                        </a:cubicBezTo>
                        <a:cubicBezTo>
                          <a:pt x="57874" y="19333"/>
                          <a:pt x="54776" y="11593"/>
                          <a:pt x="48578" y="6067"/>
                        </a:cubicBezTo>
                        <a:cubicBezTo>
                          <a:pt x="42380" y="554"/>
                          <a:pt x="33645" y="-2202"/>
                          <a:pt x="22373" y="-2202"/>
                        </a:cubicBezTo>
                        <a:cubicBezTo>
                          <a:pt x="18488" y="-2202"/>
                          <a:pt x="14530" y="-1872"/>
                          <a:pt x="10499" y="-1211"/>
                        </a:cubicBezTo>
                        <a:cubicBezTo>
                          <a:pt x="6482" y="-550"/>
                          <a:pt x="2326" y="442"/>
                          <a:pt x="-1969" y="1764"/>
                        </a:cubicBezTo>
                        <a:lnTo>
                          <a:pt x="-1969" y="14356"/>
                        </a:lnTo>
                        <a:cubicBezTo>
                          <a:pt x="1745" y="12333"/>
                          <a:pt x="5583" y="10826"/>
                          <a:pt x="9548" y="9834"/>
                        </a:cubicBezTo>
                        <a:cubicBezTo>
                          <a:pt x="13512" y="8843"/>
                          <a:pt x="17701" y="8347"/>
                          <a:pt x="22115" y="8347"/>
                        </a:cubicBezTo>
                        <a:cubicBezTo>
                          <a:pt x="29264" y="8347"/>
                          <a:pt x="34920" y="10224"/>
                          <a:pt x="39083" y="13979"/>
                        </a:cubicBezTo>
                        <a:cubicBezTo>
                          <a:pt x="43259" y="17733"/>
                          <a:pt x="45347" y="22836"/>
                          <a:pt x="45347" y="29287"/>
                        </a:cubicBezTo>
                        <a:cubicBezTo>
                          <a:pt x="45347" y="35725"/>
                          <a:pt x="43259" y="40821"/>
                          <a:pt x="39083" y="44576"/>
                        </a:cubicBezTo>
                        <a:cubicBezTo>
                          <a:pt x="34920" y="48343"/>
                          <a:pt x="29264" y="50227"/>
                          <a:pt x="22115" y="50227"/>
                        </a:cubicBezTo>
                        <a:cubicBezTo>
                          <a:pt x="18772" y="50227"/>
                          <a:pt x="15435" y="49857"/>
                          <a:pt x="12105" y="49116"/>
                        </a:cubicBezTo>
                        <a:cubicBezTo>
                          <a:pt x="8788" y="48376"/>
                          <a:pt x="5398" y="47219"/>
                          <a:pt x="1936" y="45646"/>
                        </a:cubicBezTo>
                        <a:lnTo>
                          <a:pt x="1936" y="921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91" name="Freeform: Shape 490">
                    <a:extLst>
                      <a:ext uri="{FF2B5EF4-FFF2-40B4-BE49-F238E27FC236}">
                        <a16:creationId xmlns:a16="http://schemas.microsoft.com/office/drawing/2014/main" id="{339CBEF5-5F2B-B6F1-DC9D-46F2423D8F84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609" y="2269379"/>
                    <a:ext cx="58713" cy="94189"/>
                  </a:xfrm>
                  <a:custGeom>
                    <a:avLst/>
                    <a:gdLst>
                      <a:gd name="connsiteX0" fmla="*/ 13136 w 58713"/>
                      <a:gd name="connsiteY0" fmla="*/ 8240 h 94189"/>
                      <a:gd name="connsiteX1" fmla="*/ 56804 w 58713"/>
                      <a:gd name="connsiteY1" fmla="*/ 8240 h 94189"/>
                      <a:gd name="connsiteX2" fmla="*/ 56804 w 58713"/>
                      <a:gd name="connsiteY2" fmla="*/ -2290 h 94189"/>
                      <a:gd name="connsiteX3" fmla="*/ -1909 w 58713"/>
                      <a:gd name="connsiteY3" fmla="*/ -2290 h 94189"/>
                      <a:gd name="connsiteX4" fmla="*/ -1909 w 58713"/>
                      <a:gd name="connsiteY4" fmla="*/ 8240 h 94189"/>
                      <a:gd name="connsiteX5" fmla="*/ 17497 w 58713"/>
                      <a:gd name="connsiteY5" fmla="*/ 28030 h 94189"/>
                      <a:gd name="connsiteX6" fmla="*/ 32958 w 58713"/>
                      <a:gd name="connsiteY6" fmla="*/ 44072 h 94189"/>
                      <a:gd name="connsiteX7" fmla="*/ 41343 w 58713"/>
                      <a:gd name="connsiteY7" fmla="*/ 55493 h 94189"/>
                      <a:gd name="connsiteX8" fmla="*/ 43742 w 58713"/>
                      <a:gd name="connsiteY8" fmla="*/ 64694 h 94189"/>
                      <a:gd name="connsiteX9" fmla="*/ 38568 w 58713"/>
                      <a:gd name="connsiteY9" fmla="*/ 76711 h 94189"/>
                      <a:gd name="connsiteX10" fmla="*/ 25089 w 58713"/>
                      <a:gd name="connsiteY10" fmla="*/ 81371 h 94189"/>
                      <a:gd name="connsiteX11" fmla="*/ 12660 w 58713"/>
                      <a:gd name="connsiteY11" fmla="*/ 79328 h 94189"/>
                      <a:gd name="connsiteX12" fmla="*/ -1295 w 58713"/>
                      <a:gd name="connsiteY12" fmla="*/ 73122 h 94189"/>
                      <a:gd name="connsiteX13" fmla="*/ -1295 w 58713"/>
                      <a:gd name="connsiteY13" fmla="*/ 85773 h 94189"/>
                      <a:gd name="connsiteX14" fmla="*/ 12819 w 58713"/>
                      <a:gd name="connsiteY14" fmla="*/ 90353 h 94189"/>
                      <a:gd name="connsiteX15" fmla="*/ 24851 w 58713"/>
                      <a:gd name="connsiteY15" fmla="*/ 91900 h 94189"/>
                      <a:gd name="connsiteX16" fmla="*/ 47765 w 58713"/>
                      <a:gd name="connsiteY16" fmla="*/ 84702 h 94189"/>
                      <a:gd name="connsiteX17" fmla="*/ 56309 w 58713"/>
                      <a:gd name="connsiteY17" fmla="*/ 65507 h 94189"/>
                      <a:gd name="connsiteX18" fmla="*/ 54168 w 58713"/>
                      <a:gd name="connsiteY18" fmla="*/ 54680 h 94189"/>
                      <a:gd name="connsiteX19" fmla="*/ 46398 w 58713"/>
                      <a:gd name="connsiteY19" fmla="*/ 42644 h 94189"/>
                      <a:gd name="connsiteX20" fmla="*/ 36546 w 58713"/>
                      <a:gd name="connsiteY20" fmla="*/ 32253 h 94189"/>
                      <a:gd name="connsiteX21" fmla="*/ 13136 w 58713"/>
                      <a:gd name="connsiteY21" fmla="*/ 8240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36" y="8240"/>
                        </a:moveTo>
                        <a:lnTo>
                          <a:pt x="56804" y="8240"/>
                        </a:lnTo>
                        <a:lnTo>
                          <a:pt x="56804" y="-2290"/>
                        </a:lnTo>
                        <a:lnTo>
                          <a:pt x="-1909" y="-2290"/>
                        </a:lnTo>
                        <a:lnTo>
                          <a:pt x="-1909" y="8240"/>
                        </a:lnTo>
                        <a:cubicBezTo>
                          <a:pt x="2835" y="13157"/>
                          <a:pt x="9304" y="19754"/>
                          <a:pt x="17497" y="28030"/>
                        </a:cubicBezTo>
                        <a:cubicBezTo>
                          <a:pt x="25703" y="36318"/>
                          <a:pt x="30857" y="41666"/>
                          <a:pt x="32958" y="44072"/>
                        </a:cubicBezTo>
                        <a:cubicBezTo>
                          <a:pt x="36962" y="48566"/>
                          <a:pt x="39757" y="52373"/>
                          <a:pt x="41343" y="55493"/>
                        </a:cubicBezTo>
                        <a:cubicBezTo>
                          <a:pt x="42942" y="58613"/>
                          <a:pt x="43742" y="61680"/>
                          <a:pt x="43742" y="64694"/>
                        </a:cubicBezTo>
                        <a:cubicBezTo>
                          <a:pt x="43742" y="69612"/>
                          <a:pt x="42017" y="73617"/>
                          <a:pt x="38568" y="76711"/>
                        </a:cubicBezTo>
                        <a:cubicBezTo>
                          <a:pt x="35119" y="79817"/>
                          <a:pt x="30626" y="81371"/>
                          <a:pt x="25089" y="81371"/>
                        </a:cubicBezTo>
                        <a:cubicBezTo>
                          <a:pt x="21164" y="81371"/>
                          <a:pt x="17021" y="80690"/>
                          <a:pt x="12660" y="79328"/>
                        </a:cubicBezTo>
                        <a:cubicBezTo>
                          <a:pt x="8313" y="77967"/>
                          <a:pt x="3661" y="75898"/>
                          <a:pt x="-1295" y="73122"/>
                        </a:cubicBezTo>
                        <a:lnTo>
                          <a:pt x="-1295" y="85773"/>
                        </a:lnTo>
                        <a:cubicBezTo>
                          <a:pt x="3740" y="87795"/>
                          <a:pt x="8445" y="89322"/>
                          <a:pt x="12819" y="90353"/>
                        </a:cubicBezTo>
                        <a:cubicBezTo>
                          <a:pt x="17206" y="91384"/>
                          <a:pt x="21217" y="91900"/>
                          <a:pt x="24851" y="91900"/>
                        </a:cubicBezTo>
                        <a:cubicBezTo>
                          <a:pt x="34432" y="91900"/>
                          <a:pt x="42070" y="89501"/>
                          <a:pt x="47765" y="84702"/>
                        </a:cubicBezTo>
                        <a:cubicBezTo>
                          <a:pt x="53461" y="79916"/>
                          <a:pt x="56309" y="73518"/>
                          <a:pt x="56309" y="65507"/>
                        </a:cubicBezTo>
                        <a:cubicBezTo>
                          <a:pt x="56309" y="61700"/>
                          <a:pt x="55595" y="58091"/>
                          <a:pt x="54168" y="54680"/>
                        </a:cubicBezTo>
                        <a:cubicBezTo>
                          <a:pt x="52754" y="51283"/>
                          <a:pt x="50164" y="47271"/>
                          <a:pt x="46398" y="42644"/>
                        </a:cubicBezTo>
                        <a:cubicBezTo>
                          <a:pt x="45367" y="41441"/>
                          <a:pt x="42083" y="37977"/>
                          <a:pt x="36546" y="32253"/>
                        </a:cubicBezTo>
                        <a:cubicBezTo>
                          <a:pt x="31022" y="26529"/>
                          <a:pt x="23219" y="18525"/>
                          <a:pt x="13136" y="82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92" name="Freeform: Shape 491">
                    <a:extLst>
                      <a:ext uri="{FF2B5EF4-FFF2-40B4-BE49-F238E27FC236}">
                        <a16:creationId xmlns:a16="http://schemas.microsoft.com/office/drawing/2014/main" id="{F2D9C19A-CBAE-3AF2-9AA7-2E8C583D46FE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269379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35 h 95994"/>
                      <a:gd name="connsiteX1" fmla="*/ 15437 w 63926"/>
                      <a:gd name="connsiteY1" fmla="*/ 74317 h 95994"/>
                      <a:gd name="connsiteX2" fmla="*/ 10580 w 63926"/>
                      <a:gd name="connsiteY2" fmla="*/ 45723 h 95994"/>
                      <a:gd name="connsiteX3" fmla="*/ 15437 w 63926"/>
                      <a:gd name="connsiteY3" fmla="*/ 17189 h 95994"/>
                      <a:gd name="connsiteX4" fmla="*/ 29966 w 63926"/>
                      <a:gd name="connsiteY4" fmla="*/ 7671 h 95994"/>
                      <a:gd name="connsiteX5" fmla="*/ 44556 w 63926"/>
                      <a:gd name="connsiteY5" fmla="*/ 17189 h 95994"/>
                      <a:gd name="connsiteX6" fmla="*/ 49432 w 63926"/>
                      <a:gd name="connsiteY6" fmla="*/ 45723 h 95994"/>
                      <a:gd name="connsiteX7" fmla="*/ 44556 w 63926"/>
                      <a:gd name="connsiteY7" fmla="*/ 74317 h 95994"/>
                      <a:gd name="connsiteX8" fmla="*/ 29966 w 63926"/>
                      <a:gd name="connsiteY8" fmla="*/ 83835 h 95994"/>
                      <a:gd name="connsiteX9" fmla="*/ 29966 w 63926"/>
                      <a:gd name="connsiteY9" fmla="*/ 93750 h 95994"/>
                      <a:gd name="connsiteX10" fmla="*/ 53733 w 63926"/>
                      <a:gd name="connsiteY10" fmla="*/ 81436 h 95994"/>
                      <a:gd name="connsiteX11" fmla="*/ 61940 w 63926"/>
                      <a:gd name="connsiteY11" fmla="*/ 45723 h 95994"/>
                      <a:gd name="connsiteX12" fmla="*/ 53733 w 63926"/>
                      <a:gd name="connsiteY12" fmla="*/ 10050 h 95994"/>
                      <a:gd name="connsiteX13" fmla="*/ 29966 w 63926"/>
                      <a:gd name="connsiteY13" fmla="*/ -2244 h 95994"/>
                      <a:gd name="connsiteX14" fmla="*/ 6219 w 63926"/>
                      <a:gd name="connsiteY14" fmla="*/ 10050 h 95994"/>
                      <a:gd name="connsiteX15" fmla="*/ -1987 w 63926"/>
                      <a:gd name="connsiteY15" fmla="*/ 45723 h 95994"/>
                      <a:gd name="connsiteX16" fmla="*/ 6219 w 63926"/>
                      <a:gd name="connsiteY16" fmla="*/ 81436 h 95994"/>
                      <a:gd name="connsiteX17" fmla="*/ 29966 w 63926"/>
                      <a:gd name="connsiteY17" fmla="*/ 9375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35"/>
                        </a:moveTo>
                        <a:cubicBezTo>
                          <a:pt x="23531" y="83835"/>
                          <a:pt x="18688" y="80663"/>
                          <a:pt x="15437" y="74317"/>
                        </a:cubicBezTo>
                        <a:cubicBezTo>
                          <a:pt x="12199" y="67985"/>
                          <a:pt x="10580" y="58454"/>
                          <a:pt x="10580" y="45723"/>
                        </a:cubicBezTo>
                        <a:cubicBezTo>
                          <a:pt x="10580" y="33046"/>
                          <a:pt x="12199" y="23534"/>
                          <a:pt x="15437" y="17189"/>
                        </a:cubicBezTo>
                        <a:cubicBezTo>
                          <a:pt x="18688" y="10843"/>
                          <a:pt x="23531" y="7671"/>
                          <a:pt x="29966" y="7671"/>
                        </a:cubicBezTo>
                        <a:cubicBezTo>
                          <a:pt x="36455" y="7671"/>
                          <a:pt x="41318" y="10843"/>
                          <a:pt x="44556" y="17189"/>
                        </a:cubicBezTo>
                        <a:cubicBezTo>
                          <a:pt x="47806" y="23534"/>
                          <a:pt x="49432" y="33046"/>
                          <a:pt x="49432" y="45723"/>
                        </a:cubicBezTo>
                        <a:cubicBezTo>
                          <a:pt x="49432" y="58454"/>
                          <a:pt x="47806" y="67985"/>
                          <a:pt x="44556" y="74317"/>
                        </a:cubicBezTo>
                        <a:cubicBezTo>
                          <a:pt x="41318" y="80663"/>
                          <a:pt x="36455" y="83835"/>
                          <a:pt x="29966" y="83835"/>
                        </a:cubicBezTo>
                        <a:close/>
                        <a:moveTo>
                          <a:pt x="29966" y="93750"/>
                        </a:moveTo>
                        <a:cubicBezTo>
                          <a:pt x="40340" y="93750"/>
                          <a:pt x="48262" y="89645"/>
                          <a:pt x="53733" y="81436"/>
                        </a:cubicBezTo>
                        <a:cubicBezTo>
                          <a:pt x="59204" y="73240"/>
                          <a:pt x="61940" y="61336"/>
                          <a:pt x="61940" y="45723"/>
                        </a:cubicBezTo>
                        <a:cubicBezTo>
                          <a:pt x="61940" y="30151"/>
                          <a:pt x="59204" y="18260"/>
                          <a:pt x="53733" y="10050"/>
                        </a:cubicBezTo>
                        <a:cubicBezTo>
                          <a:pt x="48262" y="1854"/>
                          <a:pt x="40340" y="-2244"/>
                          <a:pt x="29966" y="-2244"/>
                        </a:cubicBezTo>
                        <a:cubicBezTo>
                          <a:pt x="19606" y="-2244"/>
                          <a:pt x="11690" y="1854"/>
                          <a:pt x="6219" y="10050"/>
                        </a:cubicBezTo>
                        <a:cubicBezTo>
                          <a:pt x="748" y="18260"/>
                          <a:pt x="-1987" y="30151"/>
                          <a:pt x="-1987" y="45723"/>
                        </a:cubicBezTo>
                        <a:cubicBezTo>
                          <a:pt x="-1987" y="61336"/>
                          <a:pt x="748" y="73240"/>
                          <a:pt x="6219" y="81436"/>
                        </a:cubicBezTo>
                        <a:cubicBezTo>
                          <a:pt x="11690" y="89645"/>
                          <a:pt x="19606" y="93750"/>
                          <a:pt x="29966" y="9375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C2D62B5C-80D6-D785-EF3B-4CCD7055EAD0}"/>
                </a:ext>
              </a:extLst>
            </p:cNvPr>
            <p:cNvSpPr/>
            <p:nvPr/>
          </p:nvSpPr>
          <p:spPr>
            <a:xfrm>
              <a:off x="3902551" y="2032095"/>
              <a:ext cx="12686" cy="2832591"/>
            </a:xfrm>
            <a:custGeom>
              <a:avLst/>
              <a:gdLst>
                <a:gd name="connsiteX0" fmla="*/ 0 w 12686"/>
                <a:gd name="connsiteY0" fmla="*/ 2832592 h 2832591"/>
                <a:gd name="connsiteX1" fmla="*/ 0 w 12686"/>
                <a:gd name="connsiteY1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832591">
                  <a:moveTo>
                    <a:pt x="0" y="2832592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89ABCB33-1FEE-6B17-CB9A-2AB451F48861}"/>
                </a:ext>
              </a:extLst>
            </p:cNvPr>
            <p:cNvSpPr/>
            <p:nvPr/>
          </p:nvSpPr>
          <p:spPr>
            <a:xfrm>
              <a:off x="8433056" y="2032095"/>
              <a:ext cx="12686" cy="2832591"/>
            </a:xfrm>
            <a:custGeom>
              <a:avLst/>
              <a:gdLst>
                <a:gd name="connsiteX0" fmla="*/ 0 w 12686"/>
                <a:gd name="connsiteY0" fmla="*/ 2832592 h 2832591"/>
                <a:gd name="connsiteX1" fmla="*/ 0 w 12686"/>
                <a:gd name="connsiteY1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832591">
                  <a:moveTo>
                    <a:pt x="0" y="2832592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4060327-EC00-F691-9D5E-9A984475F920}"/>
                </a:ext>
              </a:extLst>
            </p:cNvPr>
            <p:cNvSpPr/>
            <p:nvPr/>
          </p:nvSpPr>
          <p:spPr>
            <a:xfrm>
              <a:off x="3902551" y="4864686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6FC84EEA-CAD7-5EC9-3F68-C958BEE4032B}"/>
                </a:ext>
              </a:extLst>
            </p:cNvPr>
            <p:cNvSpPr/>
            <p:nvPr/>
          </p:nvSpPr>
          <p:spPr>
            <a:xfrm>
              <a:off x="3902551" y="2032095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6" name="Graphic 2">
            <a:extLst>
              <a:ext uri="{FF2B5EF4-FFF2-40B4-BE49-F238E27FC236}">
                <a16:creationId xmlns:a16="http://schemas.microsoft.com/office/drawing/2014/main" id="{CB7EA2BB-6E0F-5488-5A3D-7C24BA07663B}"/>
              </a:ext>
            </a:extLst>
          </p:cNvPr>
          <p:cNvGrpSpPr/>
          <p:nvPr/>
        </p:nvGrpSpPr>
        <p:grpSpPr>
          <a:xfrm>
            <a:off x="407368" y="548680"/>
            <a:ext cx="4867938" cy="2877009"/>
            <a:chOff x="3577804" y="2032095"/>
            <a:chExt cx="4867938" cy="2877009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50408315-3453-D684-616B-BACAA7573093}"/>
                </a:ext>
              </a:extLst>
            </p:cNvPr>
            <p:cNvSpPr/>
            <p:nvPr/>
          </p:nvSpPr>
          <p:spPr>
            <a:xfrm>
              <a:off x="3902551" y="2032095"/>
              <a:ext cx="4530504" cy="2832591"/>
            </a:xfrm>
            <a:custGeom>
              <a:avLst/>
              <a:gdLst>
                <a:gd name="connsiteX0" fmla="*/ 0 w 4530504"/>
                <a:gd name="connsiteY0" fmla="*/ 2832592 h 2832591"/>
                <a:gd name="connsiteX1" fmla="*/ 4530505 w 4530504"/>
                <a:gd name="connsiteY1" fmla="*/ 2832592 h 2832591"/>
                <a:gd name="connsiteX2" fmla="*/ 4530505 w 4530504"/>
                <a:gd name="connsiteY2" fmla="*/ 0 h 2832591"/>
                <a:gd name="connsiteX3" fmla="*/ 0 w 4530504"/>
                <a:gd name="connsiteY3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832591">
                  <a:moveTo>
                    <a:pt x="0" y="2832592"/>
                  </a:moveTo>
                  <a:lnTo>
                    <a:pt x="4530505" y="2832592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5691C7A8-33EB-60A8-DD44-9CA1CAB0C2C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V="1">
              <a:off x="3902551" y="2032095"/>
              <a:ext cx="4531266" cy="2832591"/>
            </a:xfrm>
            <a:custGeom>
              <a:avLst/>
              <a:gdLst>
                <a:gd name="connsiteX0" fmla="*/ 0 w 4531266"/>
                <a:gd name="connsiteY0" fmla="*/ 126 h 2832591"/>
                <a:gd name="connsiteX1" fmla="*/ 4531266 w 4531266"/>
                <a:gd name="connsiteY1" fmla="*/ 126 h 2832591"/>
                <a:gd name="connsiteX2" fmla="*/ 4531266 w 4531266"/>
                <a:gd name="connsiteY2" fmla="*/ 2832718 h 2832591"/>
                <a:gd name="connsiteX3" fmla="*/ 0 w 4531266"/>
                <a:gd name="connsiteY3" fmla="*/ 2832718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1266" h="2832591">
                  <a:moveTo>
                    <a:pt x="0" y="126"/>
                  </a:moveTo>
                  <a:lnTo>
                    <a:pt x="4531266" y="126"/>
                  </a:lnTo>
                  <a:lnTo>
                    <a:pt x="4531266" y="2832718"/>
                  </a:lnTo>
                  <a:lnTo>
                    <a:pt x="0" y="2832718"/>
                  </a:lnTo>
                  <a:close/>
                </a:path>
              </a:pathLst>
            </a:custGeom>
          </p:spPr>
        </p:pic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3F09CEAC-972D-80B5-726D-F4363AF54E00}"/>
                </a:ext>
              </a:extLst>
            </p:cNvPr>
            <p:cNvSpPr/>
            <p:nvPr/>
          </p:nvSpPr>
          <p:spPr>
            <a:xfrm>
              <a:off x="5720097" y="3391204"/>
              <a:ext cx="281545" cy="111678"/>
            </a:xfrm>
            <a:custGeom>
              <a:avLst/>
              <a:gdLst>
                <a:gd name="connsiteX0" fmla="*/ 281546 w 281545"/>
                <a:gd name="connsiteY0" fmla="*/ 2743 h 111678"/>
                <a:gd name="connsiteX1" fmla="*/ 280481 w 281545"/>
                <a:gd name="connsiteY1" fmla="*/ 111679 h 111678"/>
                <a:gd name="connsiteX2" fmla="*/ 0 w 281545"/>
                <a:gd name="connsiteY2" fmla="*/ 108936 h 111678"/>
                <a:gd name="connsiteX3" fmla="*/ 1064 w 281545"/>
                <a:gd name="connsiteY3" fmla="*/ 0 h 111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1545" h="111678">
                  <a:moveTo>
                    <a:pt x="281546" y="2743"/>
                  </a:moveTo>
                  <a:lnTo>
                    <a:pt x="280481" y="111679"/>
                  </a:lnTo>
                  <a:lnTo>
                    <a:pt x="0" y="108936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6A4545A0-A17A-5302-FD21-8343C54E224C}"/>
                </a:ext>
              </a:extLst>
            </p:cNvPr>
            <p:cNvSpPr/>
            <p:nvPr/>
          </p:nvSpPr>
          <p:spPr>
            <a:xfrm>
              <a:off x="5891681" y="3392882"/>
              <a:ext cx="109429" cy="108936"/>
            </a:xfrm>
            <a:custGeom>
              <a:avLst/>
              <a:gdLst>
                <a:gd name="connsiteX0" fmla="*/ 109429 w 109429"/>
                <a:gd name="connsiteY0" fmla="*/ 55533 h 108936"/>
                <a:gd name="connsiteX1" fmla="*/ 0 w 109429"/>
                <a:gd name="connsiteY1" fmla="*/ 108936 h 108936"/>
                <a:gd name="connsiteX2" fmla="*/ 1064 w 109429"/>
                <a:gd name="connsiteY2" fmla="*/ 0 h 108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429" h="108936">
                  <a:moveTo>
                    <a:pt x="109429" y="55533"/>
                  </a:moveTo>
                  <a:lnTo>
                    <a:pt x="0" y="108936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1" name="Graphic 2">
              <a:extLst>
                <a:ext uri="{FF2B5EF4-FFF2-40B4-BE49-F238E27FC236}">
                  <a16:creationId xmlns:a16="http://schemas.microsoft.com/office/drawing/2014/main" id="{90E270F3-C344-0D59-5474-E0214EF939E4}"/>
                </a:ext>
              </a:extLst>
            </p:cNvPr>
            <p:cNvGrpSpPr/>
            <p:nvPr/>
          </p:nvGrpSpPr>
          <p:grpSpPr>
            <a:xfrm>
              <a:off x="3902551" y="4864687"/>
              <a:ext cx="4543191" cy="44417"/>
              <a:chOff x="3902551" y="4864687"/>
              <a:chExt cx="4543191" cy="44417"/>
            </a:xfrm>
            <a:solidFill>
              <a:srgbClr val="000000"/>
            </a:solidFill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1FA430A9-994C-F2A6-2741-8CAD1DC2C173}"/>
                  </a:ext>
                </a:extLst>
              </p:cNvPr>
              <p:cNvSpPr/>
              <p:nvPr/>
            </p:nvSpPr>
            <p:spPr>
              <a:xfrm>
                <a:off x="3902551" y="4864687"/>
                <a:ext cx="12686" cy="44417"/>
              </a:xfrm>
              <a:custGeom>
                <a:avLst/>
                <a:gdLst>
                  <a:gd name="connsiteX0" fmla="*/ 58 w 12686"/>
                  <a:gd name="connsiteY0" fmla="*/ 286 h 44417"/>
                  <a:gd name="connsiteX1" fmla="*/ 58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58" y="286"/>
                    </a:moveTo>
                    <a:lnTo>
                      <a:pt x="58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82120C82-A4D0-9C35-C14F-F72FB09EE08D}"/>
                  </a:ext>
                </a:extLst>
              </p:cNvPr>
              <p:cNvSpPr/>
              <p:nvPr/>
            </p:nvSpPr>
            <p:spPr>
              <a:xfrm>
                <a:off x="4468864" y="4864687"/>
                <a:ext cx="12686" cy="44417"/>
              </a:xfrm>
              <a:custGeom>
                <a:avLst/>
                <a:gdLst>
                  <a:gd name="connsiteX0" fmla="*/ 102 w 12686"/>
                  <a:gd name="connsiteY0" fmla="*/ 286 h 44417"/>
                  <a:gd name="connsiteX1" fmla="*/ 102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102" y="286"/>
                    </a:moveTo>
                    <a:lnTo>
                      <a:pt x="102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7DEF1FD8-2180-4C15-854A-D46F652BE520}"/>
                  </a:ext>
                </a:extLst>
              </p:cNvPr>
              <p:cNvSpPr/>
              <p:nvPr/>
            </p:nvSpPr>
            <p:spPr>
              <a:xfrm>
                <a:off x="5035177" y="4864687"/>
                <a:ext cx="12686" cy="44417"/>
              </a:xfrm>
              <a:custGeom>
                <a:avLst/>
                <a:gdLst>
                  <a:gd name="connsiteX0" fmla="*/ 147 w 12686"/>
                  <a:gd name="connsiteY0" fmla="*/ 286 h 44417"/>
                  <a:gd name="connsiteX1" fmla="*/ 147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147" y="286"/>
                    </a:moveTo>
                    <a:lnTo>
                      <a:pt x="147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5ECE1BB5-F0E8-9C96-D400-8616DEB54B55}"/>
                  </a:ext>
                </a:extLst>
              </p:cNvPr>
              <p:cNvSpPr/>
              <p:nvPr/>
            </p:nvSpPr>
            <p:spPr>
              <a:xfrm>
                <a:off x="5601490" y="4864687"/>
                <a:ext cx="12686" cy="44417"/>
              </a:xfrm>
              <a:custGeom>
                <a:avLst/>
                <a:gdLst>
                  <a:gd name="connsiteX0" fmla="*/ 192 w 12686"/>
                  <a:gd name="connsiteY0" fmla="*/ 286 h 44417"/>
                  <a:gd name="connsiteX1" fmla="*/ 192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192" y="286"/>
                    </a:moveTo>
                    <a:lnTo>
                      <a:pt x="192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874BA9E8-F36B-41AB-187B-4A63A82553D0}"/>
                  </a:ext>
                </a:extLst>
              </p:cNvPr>
              <p:cNvSpPr/>
              <p:nvPr/>
            </p:nvSpPr>
            <p:spPr>
              <a:xfrm>
                <a:off x="6167804" y="4864687"/>
                <a:ext cx="12686" cy="44417"/>
              </a:xfrm>
              <a:custGeom>
                <a:avLst/>
                <a:gdLst>
                  <a:gd name="connsiteX0" fmla="*/ 236 w 12686"/>
                  <a:gd name="connsiteY0" fmla="*/ 286 h 44417"/>
                  <a:gd name="connsiteX1" fmla="*/ 236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236" y="286"/>
                    </a:moveTo>
                    <a:lnTo>
                      <a:pt x="236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758B3DBE-CD21-356C-1597-8A8041716ED9}"/>
                  </a:ext>
                </a:extLst>
              </p:cNvPr>
              <p:cNvSpPr/>
              <p:nvPr/>
            </p:nvSpPr>
            <p:spPr>
              <a:xfrm>
                <a:off x="6734117" y="4864687"/>
                <a:ext cx="12686" cy="44417"/>
              </a:xfrm>
              <a:custGeom>
                <a:avLst/>
                <a:gdLst>
                  <a:gd name="connsiteX0" fmla="*/ 281 w 12686"/>
                  <a:gd name="connsiteY0" fmla="*/ 286 h 44417"/>
                  <a:gd name="connsiteX1" fmla="*/ 281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281" y="286"/>
                    </a:moveTo>
                    <a:lnTo>
                      <a:pt x="281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884576C1-00E3-E8DE-1402-8ADF1F6BFC13}"/>
                  </a:ext>
                </a:extLst>
              </p:cNvPr>
              <p:cNvSpPr/>
              <p:nvPr/>
            </p:nvSpPr>
            <p:spPr>
              <a:xfrm>
                <a:off x="7300430" y="4864687"/>
                <a:ext cx="12686" cy="44417"/>
              </a:xfrm>
              <a:custGeom>
                <a:avLst/>
                <a:gdLst>
                  <a:gd name="connsiteX0" fmla="*/ 325 w 12686"/>
                  <a:gd name="connsiteY0" fmla="*/ 286 h 44417"/>
                  <a:gd name="connsiteX1" fmla="*/ 325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325" y="286"/>
                    </a:moveTo>
                    <a:lnTo>
                      <a:pt x="325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187DA37B-6917-B332-F63B-2DCD9A1377E4}"/>
                  </a:ext>
                </a:extLst>
              </p:cNvPr>
              <p:cNvSpPr/>
              <p:nvPr/>
            </p:nvSpPr>
            <p:spPr>
              <a:xfrm>
                <a:off x="7866743" y="4864687"/>
                <a:ext cx="12686" cy="44417"/>
              </a:xfrm>
              <a:custGeom>
                <a:avLst/>
                <a:gdLst>
                  <a:gd name="connsiteX0" fmla="*/ 370 w 12686"/>
                  <a:gd name="connsiteY0" fmla="*/ 286 h 44417"/>
                  <a:gd name="connsiteX1" fmla="*/ 370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370" y="286"/>
                    </a:moveTo>
                    <a:lnTo>
                      <a:pt x="370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F0B8ED73-14F3-F08A-4D71-92DA93ADE515}"/>
                  </a:ext>
                </a:extLst>
              </p:cNvPr>
              <p:cNvSpPr/>
              <p:nvPr/>
            </p:nvSpPr>
            <p:spPr>
              <a:xfrm>
                <a:off x="8433056" y="4864687"/>
                <a:ext cx="12686" cy="44417"/>
              </a:xfrm>
              <a:custGeom>
                <a:avLst/>
                <a:gdLst>
                  <a:gd name="connsiteX0" fmla="*/ 415 w 12686"/>
                  <a:gd name="connsiteY0" fmla="*/ 286 h 44417"/>
                  <a:gd name="connsiteX1" fmla="*/ 415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415" y="286"/>
                    </a:moveTo>
                    <a:lnTo>
                      <a:pt x="415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66" name="Graphic 2">
              <a:extLst>
                <a:ext uri="{FF2B5EF4-FFF2-40B4-BE49-F238E27FC236}">
                  <a16:creationId xmlns:a16="http://schemas.microsoft.com/office/drawing/2014/main" id="{902F0D07-679D-F8AA-625A-5899761B8812}"/>
                </a:ext>
              </a:extLst>
            </p:cNvPr>
            <p:cNvGrpSpPr/>
            <p:nvPr/>
          </p:nvGrpSpPr>
          <p:grpSpPr>
            <a:xfrm>
              <a:off x="3577804" y="2269379"/>
              <a:ext cx="324747" cy="2362067"/>
              <a:chOff x="3577804" y="2269379"/>
              <a:chExt cx="324747" cy="2362067"/>
            </a:xfrm>
            <a:solidFill>
              <a:srgbClr val="000000"/>
            </a:solidFill>
          </p:grpSpPr>
          <p:grpSp>
            <p:nvGrpSpPr>
              <p:cNvPr id="67" name="Graphic 2">
                <a:extLst>
                  <a:ext uri="{FF2B5EF4-FFF2-40B4-BE49-F238E27FC236}">
                    <a16:creationId xmlns:a16="http://schemas.microsoft.com/office/drawing/2014/main" id="{92091E19-9C28-A346-018F-BA39C0837A98}"/>
                  </a:ext>
                </a:extLst>
              </p:cNvPr>
              <p:cNvGrpSpPr/>
              <p:nvPr/>
            </p:nvGrpSpPr>
            <p:grpSpPr>
              <a:xfrm>
                <a:off x="3577804" y="4535453"/>
                <a:ext cx="324747" cy="95994"/>
                <a:chOff x="3577804" y="4535453"/>
                <a:chExt cx="324747" cy="95994"/>
              </a:xfrm>
              <a:solidFill>
                <a:srgbClr val="000000"/>
              </a:solidFill>
            </p:grpSpPr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C15A74BC-CF88-A5ED-F7E3-B1A0A43E03D5}"/>
                    </a:ext>
                  </a:extLst>
                </p:cNvPr>
                <p:cNvSpPr/>
                <p:nvPr/>
              </p:nvSpPr>
              <p:spPr>
                <a:xfrm>
                  <a:off x="3858149" y="4581427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64 h 12690"/>
                    <a:gd name="connsiteX1" fmla="*/ 58 w 44401"/>
                    <a:gd name="connsiteY1" fmla="*/ 264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64"/>
                      </a:moveTo>
                      <a:lnTo>
                        <a:pt x="58" y="26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69" name="Graphic 2">
                  <a:extLst>
                    <a:ext uri="{FF2B5EF4-FFF2-40B4-BE49-F238E27FC236}">
                      <a16:creationId xmlns:a16="http://schemas.microsoft.com/office/drawing/2014/main" id="{57BFACCA-2264-6A57-05BE-B6979955907C}"/>
                    </a:ext>
                  </a:extLst>
                </p:cNvPr>
                <p:cNvGrpSpPr/>
                <p:nvPr/>
              </p:nvGrpSpPr>
              <p:grpSpPr>
                <a:xfrm>
                  <a:off x="3577804" y="4535453"/>
                  <a:ext cx="227514" cy="95994"/>
                  <a:chOff x="3577804" y="4535453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70" name="Freeform: Shape 69">
                    <a:extLst>
                      <a:ext uri="{FF2B5EF4-FFF2-40B4-BE49-F238E27FC236}">
                        <a16:creationId xmlns:a16="http://schemas.microsoft.com/office/drawing/2014/main" id="{CB62E768-AE5E-40B5-80C6-5FD6F92EE438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4537119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49 h 92524"/>
                      <a:gd name="connsiteX1" fmla="*/ 8171 w 67395"/>
                      <a:gd name="connsiteY1" fmla="*/ 30154 h 92524"/>
                      <a:gd name="connsiteX2" fmla="*/ 39767 w 67395"/>
                      <a:gd name="connsiteY2" fmla="*/ 30154 h 92524"/>
                      <a:gd name="connsiteX3" fmla="*/ 39767 w 67395"/>
                      <a:gd name="connsiteY3" fmla="*/ 79549 h 92524"/>
                      <a:gd name="connsiteX4" fmla="*/ 36477 w 67395"/>
                      <a:gd name="connsiteY4" fmla="*/ 90455 h 92524"/>
                      <a:gd name="connsiteX5" fmla="*/ 52216 w 67395"/>
                      <a:gd name="connsiteY5" fmla="*/ 90455 h 92524"/>
                      <a:gd name="connsiteX6" fmla="*/ 52216 w 67395"/>
                      <a:gd name="connsiteY6" fmla="*/ 30154 h 92524"/>
                      <a:gd name="connsiteX7" fmla="*/ 65417 w 67395"/>
                      <a:gd name="connsiteY7" fmla="*/ 30154 h 92524"/>
                      <a:gd name="connsiteX8" fmla="*/ 65417 w 67395"/>
                      <a:gd name="connsiteY8" fmla="*/ 19743 h 92524"/>
                      <a:gd name="connsiteX9" fmla="*/ 52216 w 67395"/>
                      <a:gd name="connsiteY9" fmla="*/ 19743 h 92524"/>
                      <a:gd name="connsiteX10" fmla="*/ 52216 w 67395"/>
                      <a:gd name="connsiteY10" fmla="*/ -2069 h 92524"/>
                      <a:gd name="connsiteX11" fmla="*/ 39767 w 67395"/>
                      <a:gd name="connsiteY11" fmla="*/ -2069 h 92524"/>
                      <a:gd name="connsiteX12" fmla="*/ 39767 w 67395"/>
                      <a:gd name="connsiteY12" fmla="*/ 19743 h 92524"/>
                      <a:gd name="connsiteX13" fmla="*/ -1978 w 67395"/>
                      <a:gd name="connsiteY13" fmla="*/ 19743 h 92524"/>
                      <a:gd name="connsiteX14" fmla="*/ -1978 w 67395"/>
                      <a:gd name="connsiteY14" fmla="*/ 31819 h 92524"/>
                      <a:gd name="connsiteX15" fmla="*/ 36477 w 67395"/>
                      <a:gd name="connsiteY15" fmla="*/ 9045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49"/>
                        </a:moveTo>
                        <a:lnTo>
                          <a:pt x="8171" y="30154"/>
                        </a:lnTo>
                        <a:lnTo>
                          <a:pt x="39767" y="30154"/>
                        </a:lnTo>
                        <a:lnTo>
                          <a:pt x="39767" y="79549"/>
                        </a:lnTo>
                        <a:close/>
                        <a:moveTo>
                          <a:pt x="36477" y="90455"/>
                        </a:moveTo>
                        <a:lnTo>
                          <a:pt x="52216" y="90455"/>
                        </a:lnTo>
                        <a:lnTo>
                          <a:pt x="52216" y="30154"/>
                        </a:lnTo>
                        <a:lnTo>
                          <a:pt x="65417" y="30154"/>
                        </a:lnTo>
                        <a:lnTo>
                          <a:pt x="65417" y="19743"/>
                        </a:lnTo>
                        <a:lnTo>
                          <a:pt x="52216" y="19743"/>
                        </a:lnTo>
                        <a:lnTo>
                          <a:pt x="52216" y="-2069"/>
                        </a:lnTo>
                        <a:lnTo>
                          <a:pt x="39767" y="-2069"/>
                        </a:lnTo>
                        <a:lnTo>
                          <a:pt x="39767" y="19743"/>
                        </a:lnTo>
                        <a:lnTo>
                          <a:pt x="-1978" y="19743"/>
                        </a:lnTo>
                        <a:lnTo>
                          <a:pt x="-1978" y="31819"/>
                        </a:lnTo>
                        <a:lnTo>
                          <a:pt x="36477" y="904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1" name="Freeform: Shape 70">
                    <a:extLst>
                      <a:ext uri="{FF2B5EF4-FFF2-40B4-BE49-F238E27FC236}">
                        <a16:creationId xmlns:a16="http://schemas.microsoft.com/office/drawing/2014/main" id="{C4FB82F7-3D64-326D-CC08-30EFE82AABCD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916" y="4535453"/>
                    <a:ext cx="63431" cy="95994"/>
                  </a:xfrm>
                  <a:custGeom>
                    <a:avLst/>
                    <a:gdLst>
                      <a:gd name="connsiteX0" fmla="*/ 29723 w 63431"/>
                      <a:gd name="connsiteY0" fmla="*/ 43681 h 95994"/>
                      <a:gd name="connsiteX1" fmla="*/ 15688 w 63431"/>
                      <a:gd name="connsiteY1" fmla="*/ 38902 h 95994"/>
                      <a:gd name="connsiteX2" fmla="*/ 10594 w 63431"/>
                      <a:gd name="connsiteY2" fmla="*/ 25775 h 95994"/>
                      <a:gd name="connsiteX3" fmla="*/ 15688 w 63431"/>
                      <a:gd name="connsiteY3" fmla="*/ 12628 h 95994"/>
                      <a:gd name="connsiteX4" fmla="*/ 29723 w 63431"/>
                      <a:gd name="connsiteY4" fmla="*/ 7849 h 95994"/>
                      <a:gd name="connsiteX5" fmla="*/ 43777 w 63431"/>
                      <a:gd name="connsiteY5" fmla="*/ 12648 h 95994"/>
                      <a:gd name="connsiteX6" fmla="*/ 48930 w 63431"/>
                      <a:gd name="connsiteY6" fmla="*/ 25775 h 95994"/>
                      <a:gd name="connsiteX7" fmla="*/ 43816 w 63431"/>
                      <a:gd name="connsiteY7" fmla="*/ 38902 h 95994"/>
                      <a:gd name="connsiteX8" fmla="*/ 29723 w 63431"/>
                      <a:gd name="connsiteY8" fmla="*/ 43681 h 95994"/>
                      <a:gd name="connsiteX9" fmla="*/ 17215 w 63431"/>
                      <a:gd name="connsiteY9" fmla="*/ 48995 h 95994"/>
                      <a:gd name="connsiteX10" fmla="*/ 4667 w 63431"/>
                      <a:gd name="connsiteY10" fmla="*/ 56491 h 95994"/>
                      <a:gd name="connsiteX11" fmla="*/ 187 w 63431"/>
                      <a:gd name="connsiteY11" fmla="*/ 69955 h 95994"/>
                      <a:gd name="connsiteX12" fmla="*/ 8077 w 63431"/>
                      <a:gd name="connsiteY12" fmla="*/ 87484 h 95994"/>
                      <a:gd name="connsiteX13" fmla="*/ 29723 w 63431"/>
                      <a:gd name="connsiteY13" fmla="*/ 93929 h 95994"/>
                      <a:gd name="connsiteX14" fmla="*/ 51408 w 63431"/>
                      <a:gd name="connsiteY14" fmla="*/ 87484 h 95994"/>
                      <a:gd name="connsiteX15" fmla="*/ 59278 w 63431"/>
                      <a:gd name="connsiteY15" fmla="*/ 69955 h 95994"/>
                      <a:gd name="connsiteX16" fmla="*/ 54778 w 63431"/>
                      <a:gd name="connsiteY16" fmla="*/ 56491 h 95994"/>
                      <a:gd name="connsiteX17" fmla="*/ 42310 w 63431"/>
                      <a:gd name="connsiteY17" fmla="*/ 48995 h 95994"/>
                      <a:gd name="connsiteX18" fmla="*/ 56384 w 63431"/>
                      <a:gd name="connsiteY18" fmla="*/ 40746 h 95994"/>
                      <a:gd name="connsiteX19" fmla="*/ 61438 w 63431"/>
                      <a:gd name="connsiteY19" fmla="*/ 25775 h 95994"/>
                      <a:gd name="connsiteX20" fmla="*/ 53232 w 63431"/>
                      <a:gd name="connsiteY20" fmla="*/ 5113 h 95994"/>
                      <a:gd name="connsiteX21" fmla="*/ 29723 w 63431"/>
                      <a:gd name="connsiteY21" fmla="*/ -2066 h 95994"/>
                      <a:gd name="connsiteX22" fmla="*/ 6213 w 63431"/>
                      <a:gd name="connsiteY22" fmla="*/ 5113 h 95994"/>
                      <a:gd name="connsiteX23" fmla="*/ -1993 w 63431"/>
                      <a:gd name="connsiteY23" fmla="*/ 25775 h 95994"/>
                      <a:gd name="connsiteX24" fmla="*/ 3082 w 63431"/>
                      <a:gd name="connsiteY24" fmla="*/ 40746 h 95994"/>
                      <a:gd name="connsiteX25" fmla="*/ 17215 w 63431"/>
                      <a:gd name="connsiteY25" fmla="*/ 48995 h 95994"/>
                      <a:gd name="connsiteX26" fmla="*/ 12636 w 63431"/>
                      <a:gd name="connsiteY26" fmla="*/ 68765 h 95994"/>
                      <a:gd name="connsiteX27" fmla="*/ 17116 w 63431"/>
                      <a:gd name="connsiteY27" fmla="*/ 57562 h 95994"/>
                      <a:gd name="connsiteX28" fmla="*/ 29723 w 63431"/>
                      <a:gd name="connsiteY28" fmla="*/ 53536 h 95994"/>
                      <a:gd name="connsiteX29" fmla="*/ 42330 w 63431"/>
                      <a:gd name="connsiteY29" fmla="*/ 57562 h 95994"/>
                      <a:gd name="connsiteX30" fmla="*/ 46889 w 63431"/>
                      <a:gd name="connsiteY30" fmla="*/ 68765 h 95994"/>
                      <a:gd name="connsiteX31" fmla="*/ 42330 w 63431"/>
                      <a:gd name="connsiteY31" fmla="*/ 79989 h 95994"/>
                      <a:gd name="connsiteX32" fmla="*/ 29723 w 63431"/>
                      <a:gd name="connsiteY32" fmla="*/ 84014 h 95994"/>
                      <a:gd name="connsiteX33" fmla="*/ 17116 w 63431"/>
                      <a:gd name="connsiteY33" fmla="*/ 79989 h 95994"/>
                      <a:gd name="connsiteX34" fmla="*/ 12636 w 63431"/>
                      <a:gd name="connsiteY34" fmla="*/ 6876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29723" y="43681"/>
                        </a:moveTo>
                        <a:cubicBezTo>
                          <a:pt x="23776" y="43681"/>
                          <a:pt x="19098" y="42088"/>
                          <a:pt x="15688" y="38902"/>
                        </a:cubicBezTo>
                        <a:cubicBezTo>
                          <a:pt x="12292" y="35716"/>
                          <a:pt x="10594" y="31340"/>
                          <a:pt x="10594" y="25775"/>
                        </a:cubicBezTo>
                        <a:cubicBezTo>
                          <a:pt x="10594" y="20196"/>
                          <a:pt x="12292" y="15814"/>
                          <a:pt x="15688" y="12628"/>
                        </a:cubicBezTo>
                        <a:cubicBezTo>
                          <a:pt x="19098" y="9442"/>
                          <a:pt x="23776" y="7849"/>
                          <a:pt x="29723" y="7849"/>
                        </a:cubicBezTo>
                        <a:cubicBezTo>
                          <a:pt x="35669" y="7849"/>
                          <a:pt x="40354" y="9449"/>
                          <a:pt x="43777" y="12648"/>
                        </a:cubicBezTo>
                        <a:cubicBezTo>
                          <a:pt x="47212" y="15860"/>
                          <a:pt x="48930" y="20236"/>
                          <a:pt x="48930" y="25775"/>
                        </a:cubicBezTo>
                        <a:cubicBezTo>
                          <a:pt x="48930" y="31340"/>
                          <a:pt x="47226" y="35716"/>
                          <a:pt x="43816" y="38902"/>
                        </a:cubicBezTo>
                        <a:cubicBezTo>
                          <a:pt x="40420" y="42088"/>
                          <a:pt x="35722" y="43681"/>
                          <a:pt x="29723" y="43681"/>
                        </a:cubicBezTo>
                        <a:close/>
                        <a:moveTo>
                          <a:pt x="17215" y="48995"/>
                        </a:moveTo>
                        <a:cubicBezTo>
                          <a:pt x="11850" y="50317"/>
                          <a:pt x="7667" y="52816"/>
                          <a:pt x="4667" y="56491"/>
                        </a:cubicBezTo>
                        <a:cubicBezTo>
                          <a:pt x="1681" y="60179"/>
                          <a:pt x="187" y="64667"/>
                          <a:pt x="187" y="69955"/>
                        </a:cubicBezTo>
                        <a:cubicBezTo>
                          <a:pt x="187" y="77345"/>
                          <a:pt x="2817" y="83188"/>
                          <a:pt x="8077" y="87484"/>
                        </a:cubicBezTo>
                        <a:cubicBezTo>
                          <a:pt x="13349" y="91780"/>
                          <a:pt x="20565" y="93929"/>
                          <a:pt x="29723" y="93929"/>
                        </a:cubicBezTo>
                        <a:cubicBezTo>
                          <a:pt x="38933" y="93929"/>
                          <a:pt x="46162" y="91780"/>
                          <a:pt x="51408" y="87484"/>
                        </a:cubicBezTo>
                        <a:cubicBezTo>
                          <a:pt x="56654" y="83188"/>
                          <a:pt x="59278" y="77345"/>
                          <a:pt x="59278" y="69955"/>
                        </a:cubicBezTo>
                        <a:cubicBezTo>
                          <a:pt x="59278" y="64667"/>
                          <a:pt x="57778" y="60179"/>
                          <a:pt x="54778" y="56491"/>
                        </a:cubicBezTo>
                        <a:cubicBezTo>
                          <a:pt x="51791" y="52816"/>
                          <a:pt x="47635" y="50317"/>
                          <a:pt x="42310" y="48995"/>
                        </a:cubicBezTo>
                        <a:cubicBezTo>
                          <a:pt x="48336" y="47594"/>
                          <a:pt x="53027" y="44844"/>
                          <a:pt x="56384" y="40746"/>
                        </a:cubicBezTo>
                        <a:cubicBezTo>
                          <a:pt x="59753" y="36661"/>
                          <a:pt x="61438" y="31671"/>
                          <a:pt x="61438" y="25775"/>
                        </a:cubicBezTo>
                        <a:cubicBezTo>
                          <a:pt x="61438" y="16799"/>
                          <a:pt x="58703" y="9911"/>
                          <a:pt x="53232" y="5113"/>
                        </a:cubicBezTo>
                        <a:cubicBezTo>
                          <a:pt x="47761" y="327"/>
                          <a:pt x="39924" y="-2066"/>
                          <a:pt x="29723" y="-2066"/>
                        </a:cubicBezTo>
                        <a:cubicBezTo>
                          <a:pt x="19534" y="-2066"/>
                          <a:pt x="11698" y="327"/>
                          <a:pt x="6213" y="5113"/>
                        </a:cubicBezTo>
                        <a:cubicBezTo>
                          <a:pt x="743" y="9911"/>
                          <a:pt x="-1993" y="16799"/>
                          <a:pt x="-1993" y="25775"/>
                        </a:cubicBezTo>
                        <a:cubicBezTo>
                          <a:pt x="-1993" y="31671"/>
                          <a:pt x="-301" y="36661"/>
                          <a:pt x="3082" y="40746"/>
                        </a:cubicBezTo>
                        <a:cubicBezTo>
                          <a:pt x="6478" y="44844"/>
                          <a:pt x="11189" y="47594"/>
                          <a:pt x="17215" y="48995"/>
                        </a:cubicBezTo>
                        <a:close/>
                        <a:moveTo>
                          <a:pt x="12636" y="68765"/>
                        </a:moveTo>
                        <a:cubicBezTo>
                          <a:pt x="12636" y="63980"/>
                          <a:pt x="14129" y="60245"/>
                          <a:pt x="17116" y="57562"/>
                        </a:cubicBezTo>
                        <a:cubicBezTo>
                          <a:pt x="20115" y="54878"/>
                          <a:pt x="24318" y="53536"/>
                          <a:pt x="29723" y="53536"/>
                        </a:cubicBezTo>
                        <a:cubicBezTo>
                          <a:pt x="35101" y="53536"/>
                          <a:pt x="39303" y="54878"/>
                          <a:pt x="42330" y="57562"/>
                        </a:cubicBezTo>
                        <a:cubicBezTo>
                          <a:pt x="45369" y="60245"/>
                          <a:pt x="46889" y="63980"/>
                          <a:pt x="46889" y="68765"/>
                        </a:cubicBezTo>
                        <a:cubicBezTo>
                          <a:pt x="46889" y="73564"/>
                          <a:pt x="45369" y="77305"/>
                          <a:pt x="42330" y="79989"/>
                        </a:cubicBezTo>
                        <a:cubicBezTo>
                          <a:pt x="39303" y="82672"/>
                          <a:pt x="35101" y="84014"/>
                          <a:pt x="29723" y="84014"/>
                        </a:cubicBezTo>
                        <a:cubicBezTo>
                          <a:pt x="24318" y="84014"/>
                          <a:pt x="20115" y="82672"/>
                          <a:pt x="17116" y="79989"/>
                        </a:cubicBezTo>
                        <a:cubicBezTo>
                          <a:pt x="14129" y="77305"/>
                          <a:pt x="12636" y="73564"/>
                          <a:pt x="12636" y="6876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2" name="Freeform: Shape 71">
                    <a:extLst>
                      <a:ext uri="{FF2B5EF4-FFF2-40B4-BE49-F238E27FC236}">
                        <a16:creationId xmlns:a16="http://schemas.microsoft.com/office/drawing/2014/main" id="{7F023DE1-6CE2-602F-C5FE-D3375C015324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535453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4014 h 95994"/>
                      <a:gd name="connsiteX1" fmla="*/ 15437 w 63926"/>
                      <a:gd name="connsiteY1" fmla="*/ 74496 h 95994"/>
                      <a:gd name="connsiteX2" fmla="*/ 10580 w 63926"/>
                      <a:gd name="connsiteY2" fmla="*/ 45902 h 95994"/>
                      <a:gd name="connsiteX3" fmla="*/ 15437 w 63926"/>
                      <a:gd name="connsiteY3" fmla="*/ 17367 h 95994"/>
                      <a:gd name="connsiteX4" fmla="*/ 29966 w 63926"/>
                      <a:gd name="connsiteY4" fmla="*/ 7849 h 95994"/>
                      <a:gd name="connsiteX5" fmla="*/ 44556 w 63926"/>
                      <a:gd name="connsiteY5" fmla="*/ 17367 h 95994"/>
                      <a:gd name="connsiteX6" fmla="*/ 49432 w 63926"/>
                      <a:gd name="connsiteY6" fmla="*/ 45902 h 95994"/>
                      <a:gd name="connsiteX7" fmla="*/ 44556 w 63926"/>
                      <a:gd name="connsiteY7" fmla="*/ 74496 h 95994"/>
                      <a:gd name="connsiteX8" fmla="*/ 29966 w 63926"/>
                      <a:gd name="connsiteY8" fmla="*/ 84014 h 95994"/>
                      <a:gd name="connsiteX9" fmla="*/ 29966 w 63926"/>
                      <a:gd name="connsiteY9" fmla="*/ 93929 h 95994"/>
                      <a:gd name="connsiteX10" fmla="*/ 53733 w 63926"/>
                      <a:gd name="connsiteY10" fmla="*/ 81615 h 95994"/>
                      <a:gd name="connsiteX11" fmla="*/ 61940 w 63926"/>
                      <a:gd name="connsiteY11" fmla="*/ 45902 h 95994"/>
                      <a:gd name="connsiteX12" fmla="*/ 53733 w 63926"/>
                      <a:gd name="connsiteY12" fmla="*/ 10229 h 95994"/>
                      <a:gd name="connsiteX13" fmla="*/ 29966 w 63926"/>
                      <a:gd name="connsiteY13" fmla="*/ -2066 h 95994"/>
                      <a:gd name="connsiteX14" fmla="*/ 6219 w 63926"/>
                      <a:gd name="connsiteY14" fmla="*/ 10229 h 95994"/>
                      <a:gd name="connsiteX15" fmla="*/ -1987 w 63926"/>
                      <a:gd name="connsiteY15" fmla="*/ 45902 h 95994"/>
                      <a:gd name="connsiteX16" fmla="*/ 6219 w 63926"/>
                      <a:gd name="connsiteY16" fmla="*/ 81615 h 95994"/>
                      <a:gd name="connsiteX17" fmla="*/ 29966 w 63926"/>
                      <a:gd name="connsiteY17" fmla="*/ 9392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4014"/>
                        </a:moveTo>
                        <a:cubicBezTo>
                          <a:pt x="23531" y="84014"/>
                          <a:pt x="18688" y="80841"/>
                          <a:pt x="15437" y="74496"/>
                        </a:cubicBezTo>
                        <a:cubicBezTo>
                          <a:pt x="12199" y="68164"/>
                          <a:pt x="10580" y="58632"/>
                          <a:pt x="10580" y="45902"/>
                        </a:cubicBezTo>
                        <a:cubicBezTo>
                          <a:pt x="10580" y="33224"/>
                          <a:pt x="12199" y="23713"/>
                          <a:pt x="15437" y="17367"/>
                        </a:cubicBezTo>
                        <a:cubicBezTo>
                          <a:pt x="18688" y="11022"/>
                          <a:pt x="23531" y="7849"/>
                          <a:pt x="29966" y="7849"/>
                        </a:cubicBezTo>
                        <a:cubicBezTo>
                          <a:pt x="36455" y="7849"/>
                          <a:pt x="41318" y="11022"/>
                          <a:pt x="44556" y="17367"/>
                        </a:cubicBezTo>
                        <a:cubicBezTo>
                          <a:pt x="47806" y="23713"/>
                          <a:pt x="49432" y="33224"/>
                          <a:pt x="49432" y="45902"/>
                        </a:cubicBezTo>
                        <a:cubicBezTo>
                          <a:pt x="49432" y="58632"/>
                          <a:pt x="47806" y="68164"/>
                          <a:pt x="44556" y="74496"/>
                        </a:cubicBezTo>
                        <a:cubicBezTo>
                          <a:pt x="41318" y="80841"/>
                          <a:pt x="36455" y="84014"/>
                          <a:pt x="29966" y="84014"/>
                        </a:cubicBezTo>
                        <a:close/>
                        <a:moveTo>
                          <a:pt x="29966" y="93929"/>
                        </a:moveTo>
                        <a:cubicBezTo>
                          <a:pt x="40340" y="93929"/>
                          <a:pt x="48262" y="89824"/>
                          <a:pt x="53733" y="81615"/>
                        </a:cubicBezTo>
                        <a:cubicBezTo>
                          <a:pt x="59204" y="73418"/>
                          <a:pt x="61940" y="61514"/>
                          <a:pt x="61940" y="45902"/>
                        </a:cubicBezTo>
                        <a:cubicBezTo>
                          <a:pt x="61940" y="30329"/>
                          <a:pt x="59204" y="18438"/>
                          <a:pt x="53733" y="10229"/>
                        </a:cubicBezTo>
                        <a:cubicBezTo>
                          <a:pt x="48262" y="2033"/>
                          <a:pt x="40340" y="-2066"/>
                          <a:pt x="29966" y="-2066"/>
                        </a:cubicBezTo>
                        <a:cubicBezTo>
                          <a:pt x="19606" y="-2066"/>
                          <a:pt x="11690" y="2033"/>
                          <a:pt x="6219" y="10229"/>
                        </a:cubicBezTo>
                        <a:cubicBezTo>
                          <a:pt x="748" y="18438"/>
                          <a:pt x="-1987" y="30329"/>
                          <a:pt x="-1987" y="45902"/>
                        </a:cubicBezTo>
                        <a:cubicBezTo>
                          <a:pt x="-1987" y="61514"/>
                          <a:pt x="748" y="73418"/>
                          <a:pt x="6219" y="81615"/>
                        </a:cubicBezTo>
                        <a:cubicBezTo>
                          <a:pt x="11690" y="89824"/>
                          <a:pt x="19606" y="93929"/>
                          <a:pt x="29966" y="939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73" name="Graphic 2">
                <a:extLst>
                  <a:ext uri="{FF2B5EF4-FFF2-40B4-BE49-F238E27FC236}">
                    <a16:creationId xmlns:a16="http://schemas.microsoft.com/office/drawing/2014/main" id="{DCB6DC09-837E-EAC7-213C-FF0AA0A7C035}"/>
                  </a:ext>
                </a:extLst>
              </p:cNvPr>
              <p:cNvGrpSpPr/>
              <p:nvPr/>
            </p:nvGrpSpPr>
            <p:grpSpPr>
              <a:xfrm>
                <a:off x="3577804" y="3968934"/>
                <a:ext cx="324747" cy="95994"/>
                <a:chOff x="3577804" y="3968934"/>
                <a:chExt cx="324747" cy="95994"/>
              </a:xfrm>
              <a:solidFill>
                <a:srgbClr val="000000"/>
              </a:solidFill>
            </p:grpSpPr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C88F5A26-4411-5BE1-FF29-14DF2C4BD27D}"/>
                    </a:ext>
                  </a:extLst>
                </p:cNvPr>
                <p:cNvSpPr/>
                <p:nvPr/>
              </p:nvSpPr>
              <p:spPr>
                <a:xfrm>
                  <a:off x="3858149" y="4014909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19 h 12690"/>
                    <a:gd name="connsiteX1" fmla="*/ 58 w 44401"/>
                    <a:gd name="connsiteY1" fmla="*/ 21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19"/>
                      </a:moveTo>
                      <a:lnTo>
                        <a:pt x="58" y="219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75" name="Graphic 2">
                  <a:extLst>
                    <a:ext uri="{FF2B5EF4-FFF2-40B4-BE49-F238E27FC236}">
                      <a16:creationId xmlns:a16="http://schemas.microsoft.com/office/drawing/2014/main" id="{30BB5B17-30B1-D4F1-3FA4-FC63A54C57A6}"/>
                    </a:ext>
                  </a:extLst>
                </p:cNvPr>
                <p:cNvGrpSpPr/>
                <p:nvPr/>
              </p:nvGrpSpPr>
              <p:grpSpPr>
                <a:xfrm>
                  <a:off x="3577804" y="3968934"/>
                  <a:ext cx="227514" cy="95994"/>
                  <a:chOff x="3577804" y="3968934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76" name="Freeform: Shape 75">
                    <a:extLst>
                      <a:ext uri="{FF2B5EF4-FFF2-40B4-BE49-F238E27FC236}">
                        <a16:creationId xmlns:a16="http://schemas.microsoft.com/office/drawing/2014/main" id="{ABBADAA2-8281-51F1-7DB0-FAD639E17DAB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3970600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04 h 92524"/>
                      <a:gd name="connsiteX1" fmla="*/ 8171 w 67395"/>
                      <a:gd name="connsiteY1" fmla="*/ 30109 h 92524"/>
                      <a:gd name="connsiteX2" fmla="*/ 39767 w 67395"/>
                      <a:gd name="connsiteY2" fmla="*/ 30109 h 92524"/>
                      <a:gd name="connsiteX3" fmla="*/ 39767 w 67395"/>
                      <a:gd name="connsiteY3" fmla="*/ 79504 h 92524"/>
                      <a:gd name="connsiteX4" fmla="*/ 36477 w 67395"/>
                      <a:gd name="connsiteY4" fmla="*/ 90410 h 92524"/>
                      <a:gd name="connsiteX5" fmla="*/ 52216 w 67395"/>
                      <a:gd name="connsiteY5" fmla="*/ 90410 h 92524"/>
                      <a:gd name="connsiteX6" fmla="*/ 52216 w 67395"/>
                      <a:gd name="connsiteY6" fmla="*/ 30109 h 92524"/>
                      <a:gd name="connsiteX7" fmla="*/ 65417 w 67395"/>
                      <a:gd name="connsiteY7" fmla="*/ 30109 h 92524"/>
                      <a:gd name="connsiteX8" fmla="*/ 65417 w 67395"/>
                      <a:gd name="connsiteY8" fmla="*/ 19699 h 92524"/>
                      <a:gd name="connsiteX9" fmla="*/ 52216 w 67395"/>
                      <a:gd name="connsiteY9" fmla="*/ 19699 h 92524"/>
                      <a:gd name="connsiteX10" fmla="*/ 52216 w 67395"/>
                      <a:gd name="connsiteY10" fmla="*/ -2114 h 92524"/>
                      <a:gd name="connsiteX11" fmla="*/ 39767 w 67395"/>
                      <a:gd name="connsiteY11" fmla="*/ -2114 h 92524"/>
                      <a:gd name="connsiteX12" fmla="*/ 39767 w 67395"/>
                      <a:gd name="connsiteY12" fmla="*/ 19699 h 92524"/>
                      <a:gd name="connsiteX13" fmla="*/ -1978 w 67395"/>
                      <a:gd name="connsiteY13" fmla="*/ 19699 h 92524"/>
                      <a:gd name="connsiteX14" fmla="*/ -1978 w 67395"/>
                      <a:gd name="connsiteY14" fmla="*/ 31775 h 92524"/>
                      <a:gd name="connsiteX15" fmla="*/ 36477 w 67395"/>
                      <a:gd name="connsiteY15" fmla="*/ 904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04"/>
                        </a:moveTo>
                        <a:lnTo>
                          <a:pt x="8171" y="30109"/>
                        </a:lnTo>
                        <a:lnTo>
                          <a:pt x="39767" y="30109"/>
                        </a:lnTo>
                        <a:lnTo>
                          <a:pt x="39767" y="79504"/>
                        </a:lnTo>
                        <a:close/>
                        <a:moveTo>
                          <a:pt x="36477" y="90410"/>
                        </a:moveTo>
                        <a:lnTo>
                          <a:pt x="52216" y="90410"/>
                        </a:lnTo>
                        <a:lnTo>
                          <a:pt x="52216" y="30109"/>
                        </a:lnTo>
                        <a:lnTo>
                          <a:pt x="65417" y="30109"/>
                        </a:lnTo>
                        <a:lnTo>
                          <a:pt x="65417" y="19699"/>
                        </a:lnTo>
                        <a:lnTo>
                          <a:pt x="52216" y="19699"/>
                        </a:lnTo>
                        <a:lnTo>
                          <a:pt x="52216" y="-2114"/>
                        </a:lnTo>
                        <a:lnTo>
                          <a:pt x="39767" y="-2114"/>
                        </a:lnTo>
                        <a:lnTo>
                          <a:pt x="39767" y="19699"/>
                        </a:lnTo>
                        <a:lnTo>
                          <a:pt x="-1978" y="19699"/>
                        </a:lnTo>
                        <a:lnTo>
                          <a:pt x="-1978" y="31775"/>
                        </a:lnTo>
                        <a:lnTo>
                          <a:pt x="36477" y="90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7" name="Freeform: Shape 76">
                    <a:extLst>
                      <a:ext uri="{FF2B5EF4-FFF2-40B4-BE49-F238E27FC236}">
                        <a16:creationId xmlns:a16="http://schemas.microsoft.com/office/drawing/2014/main" id="{F5A96713-4712-2F10-4EB1-30107C74A0E8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301" y="3968934"/>
                    <a:ext cx="63807" cy="95994"/>
                  </a:xfrm>
                  <a:custGeom>
                    <a:avLst/>
                    <a:gdLst>
                      <a:gd name="connsiteX0" fmla="*/ 3975 w 63807"/>
                      <a:gd name="connsiteY0" fmla="*/ 1618 h 95994"/>
                      <a:gd name="connsiteX1" fmla="*/ 3975 w 63807"/>
                      <a:gd name="connsiteY1" fmla="*/ 13020 h 95994"/>
                      <a:gd name="connsiteX2" fmla="*/ 13510 w 63807"/>
                      <a:gd name="connsiteY2" fmla="*/ 9609 h 95994"/>
                      <a:gd name="connsiteX3" fmla="*/ 23005 w 63807"/>
                      <a:gd name="connsiteY3" fmla="*/ 8439 h 95994"/>
                      <a:gd name="connsiteX4" fmla="*/ 41915 w 63807"/>
                      <a:gd name="connsiteY4" fmla="*/ 16767 h 95994"/>
                      <a:gd name="connsiteX5" fmla="*/ 49388 w 63807"/>
                      <a:gd name="connsiteY5" fmla="*/ 42090 h 95994"/>
                      <a:gd name="connsiteX6" fmla="*/ 40270 w 63807"/>
                      <a:gd name="connsiteY6" fmla="*/ 33900 h 95994"/>
                      <a:gd name="connsiteX7" fmla="*/ 28079 w 63807"/>
                      <a:gd name="connsiteY7" fmla="*/ 31045 h 95994"/>
                      <a:gd name="connsiteX8" fmla="*/ 6116 w 63807"/>
                      <a:gd name="connsiteY8" fmla="*/ 39432 h 95994"/>
                      <a:gd name="connsiteX9" fmla="*/ -1971 w 63807"/>
                      <a:gd name="connsiteY9" fmla="*/ 62415 h 95994"/>
                      <a:gd name="connsiteX10" fmla="*/ 6453 w 63807"/>
                      <a:gd name="connsiteY10" fmla="*/ 85258 h 95994"/>
                      <a:gd name="connsiteX11" fmla="*/ 28872 w 63807"/>
                      <a:gd name="connsiteY11" fmla="*/ 93884 h 95994"/>
                      <a:gd name="connsiteX12" fmla="*/ 53372 w 63807"/>
                      <a:gd name="connsiteY12" fmla="*/ 81570 h 95994"/>
                      <a:gd name="connsiteX13" fmla="*/ 61836 w 63807"/>
                      <a:gd name="connsiteY13" fmla="*/ 45857 h 95994"/>
                      <a:gd name="connsiteX14" fmla="*/ 51449 w 63807"/>
                      <a:gd name="connsiteY14" fmla="*/ 10938 h 95994"/>
                      <a:gd name="connsiteX15" fmla="*/ 23560 w 63807"/>
                      <a:gd name="connsiteY15" fmla="*/ -2110 h 95994"/>
                      <a:gd name="connsiteX16" fmla="*/ 14005 w 63807"/>
                      <a:gd name="connsiteY16" fmla="*/ -1178 h 95994"/>
                      <a:gd name="connsiteX17" fmla="*/ 3975 w 63807"/>
                      <a:gd name="connsiteY17" fmla="*/ 1618 h 95994"/>
                      <a:gd name="connsiteX18" fmla="*/ 28872 w 63807"/>
                      <a:gd name="connsiteY18" fmla="*/ 40840 h 95994"/>
                      <a:gd name="connsiteX19" fmla="*/ 42212 w 63807"/>
                      <a:gd name="connsiteY19" fmla="*/ 46591 h 95994"/>
                      <a:gd name="connsiteX20" fmla="*/ 47148 w 63807"/>
                      <a:gd name="connsiteY20" fmla="*/ 62415 h 95994"/>
                      <a:gd name="connsiteX21" fmla="*/ 42212 w 63807"/>
                      <a:gd name="connsiteY21" fmla="*/ 78179 h 95994"/>
                      <a:gd name="connsiteX22" fmla="*/ 28872 w 63807"/>
                      <a:gd name="connsiteY22" fmla="*/ 83969 h 95994"/>
                      <a:gd name="connsiteX23" fmla="*/ 15532 w 63807"/>
                      <a:gd name="connsiteY23" fmla="*/ 78179 h 95994"/>
                      <a:gd name="connsiteX24" fmla="*/ 10616 w 63807"/>
                      <a:gd name="connsiteY24" fmla="*/ 62415 h 95994"/>
                      <a:gd name="connsiteX25" fmla="*/ 15532 w 63807"/>
                      <a:gd name="connsiteY25" fmla="*/ 46591 h 95994"/>
                      <a:gd name="connsiteX26" fmla="*/ 28872 w 63807"/>
                      <a:gd name="connsiteY26" fmla="*/ 4084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3975" y="1618"/>
                        </a:moveTo>
                        <a:lnTo>
                          <a:pt x="3975" y="13020"/>
                        </a:lnTo>
                        <a:cubicBezTo>
                          <a:pt x="7120" y="11526"/>
                          <a:pt x="10298" y="10389"/>
                          <a:pt x="13510" y="9609"/>
                        </a:cubicBezTo>
                        <a:cubicBezTo>
                          <a:pt x="16734" y="8829"/>
                          <a:pt x="19899" y="8439"/>
                          <a:pt x="23005" y="8439"/>
                        </a:cubicBezTo>
                        <a:cubicBezTo>
                          <a:pt x="31264" y="8439"/>
                          <a:pt x="37567" y="11215"/>
                          <a:pt x="41915" y="16767"/>
                        </a:cubicBezTo>
                        <a:cubicBezTo>
                          <a:pt x="46276" y="22320"/>
                          <a:pt x="48767" y="30760"/>
                          <a:pt x="49388" y="42090"/>
                        </a:cubicBezTo>
                        <a:cubicBezTo>
                          <a:pt x="46996" y="38534"/>
                          <a:pt x="43957" y="35804"/>
                          <a:pt x="40270" y="33900"/>
                        </a:cubicBezTo>
                        <a:cubicBezTo>
                          <a:pt x="36596" y="31996"/>
                          <a:pt x="32532" y="31045"/>
                          <a:pt x="28079" y="31045"/>
                        </a:cubicBezTo>
                        <a:cubicBezTo>
                          <a:pt x="18829" y="31045"/>
                          <a:pt x="11508" y="33841"/>
                          <a:pt x="6116" y="39432"/>
                        </a:cubicBezTo>
                        <a:cubicBezTo>
                          <a:pt x="724" y="45038"/>
                          <a:pt x="-1971" y="52698"/>
                          <a:pt x="-1971" y="62415"/>
                        </a:cubicBezTo>
                        <a:cubicBezTo>
                          <a:pt x="-1971" y="71906"/>
                          <a:pt x="837" y="79521"/>
                          <a:pt x="6453" y="85258"/>
                        </a:cubicBezTo>
                        <a:cubicBezTo>
                          <a:pt x="12069" y="91009"/>
                          <a:pt x="19542" y="93884"/>
                          <a:pt x="28872" y="93884"/>
                        </a:cubicBezTo>
                        <a:cubicBezTo>
                          <a:pt x="39576" y="93884"/>
                          <a:pt x="47743" y="89779"/>
                          <a:pt x="53372" y="81570"/>
                        </a:cubicBezTo>
                        <a:cubicBezTo>
                          <a:pt x="59015" y="73374"/>
                          <a:pt x="61836" y="61470"/>
                          <a:pt x="61836" y="45857"/>
                        </a:cubicBezTo>
                        <a:cubicBezTo>
                          <a:pt x="61836" y="31276"/>
                          <a:pt x="58374" y="19636"/>
                          <a:pt x="51449" y="10938"/>
                        </a:cubicBezTo>
                        <a:cubicBezTo>
                          <a:pt x="44538" y="2239"/>
                          <a:pt x="35241" y="-2110"/>
                          <a:pt x="23560" y="-2110"/>
                        </a:cubicBezTo>
                        <a:cubicBezTo>
                          <a:pt x="20414" y="-2110"/>
                          <a:pt x="17230" y="-1800"/>
                          <a:pt x="14005" y="-1178"/>
                        </a:cubicBezTo>
                        <a:cubicBezTo>
                          <a:pt x="10794" y="-557"/>
                          <a:pt x="7451" y="375"/>
                          <a:pt x="3975" y="1618"/>
                        </a:cubicBezTo>
                        <a:close/>
                        <a:moveTo>
                          <a:pt x="28872" y="40840"/>
                        </a:moveTo>
                        <a:cubicBezTo>
                          <a:pt x="34488" y="40840"/>
                          <a:pt x="38935" y="42757"/>
                          <a:pt x="42212" y="46591"/>
                        </a:cubicBezTo>
                        <a:cubicBezTo>
                          <a:pt x="45503" y="50438"/>
                          <a:pt x="47148" y="55712"/>
                          <a:pt x="47148" y="62415"/>
                        </a:cubicBezTo>
                        <a:cubicBezTo>
                          <a:pt x="47148" y="69064"/>
                          <a:pt x="45503" y="74319"/>
                          <a:pt x="42212" y="78179"/>
                        </a:cubicBezTo>
                        <a:cubicBezTo>
                          <a:pt x="38935" y="82039"/>
                          <a:pt x="34488" y="83969"/>
                          <a:pt x="28872" y="83969"/>
                        </a:cubicBezTo>
                        <a:cubicBezTo>
                          <a:pt x="23256" y="83969"/>
                          <a:pt x="18809" y="82039"/>
                          <a:pt x="15532" y="78179"/>
                        </a:cubicBezTo>
                        <a:cubicBezTo>
                          <a:pt x="12254" y="74319"/>
                          <a:pt x="10616" y="69064"/>
                          <a:pt x="10616" y="62415"/>
                        </a:cubicBezTo>
                        <a:cubicBezTo>
                          <a:pt x="10616" y="55712"/>
                          <a:pt x="12254" y="50438"/>
                          <a:pt x="15532" y="46591"/>
                        </a:cubicBezTo>
                        <a:cubicBezTo>
                          <a:pt x="18809" y="42757"/>
                          <a:pt x="23256" y="40840"/>
                          <a:pt x="28872" y="408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8" name="Freeform: Shape 77">
                    <a:extLst>
                      <a:ext uri="{FF2B5EF4-FFF2-40B4-BE49-F238E27FC236}">
                        <a16:creationId xmlns:a16="http://schemas.microsoft.com/office/drawing/2014/main" id="{4568946E-8824-6846-FBD9-9FF3A632E778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968934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69 h 95994"/>
                      <a:gd name="connsiteX1" fmla="*/ 15437 w 63926"/>
                      <a:gd name="connsiteY1" fmla="*/ 74451 h 95994"/>
                      <a:gd name="connsiteX2" fmla="*/ 10580 w 63926"/>
                      <a:gd name="connsiteY2" fmla="*/ 45857 h 95994"/>
                      <a:gd name="connsiteX3" fmla="*/ 15437 w 63926"/>
                      <a:gd name="connsiteY3" fmla="*/ 17323 h 95994"/>
                      <a:gd name="connsiteX4" fmla="*/ 29966 w 63926"/>
                      <a:gd name="connsiteY4" fmla="*/ 7805 h 95994"/>
                      <a:gd name="connsiteX5" fmla="*/ 44556 w 63926"/>
                      <a:gd name="connsiteY5" fmla="*/ 17323 h 95994"/>
                      <a:gd name="connsiteX6" fmla="*/ 49432 w 63926"/>
                      <a:gd name="connsiteY6" fmla="*/ 45857 h 95994"/>
                      <a:gd name="connsiteX7" fmla="*/ 44556 w 63926"/>
                      <a:gd name="connsiteY7" fmla="*/ 74451 h 95994"/>
                      <a:gd name="connsiteX8" fmla="*/ 29966 w 63926"/>
                      <a:gd name="connsiteY8" fmla="*/ 83969 h 95994"/>
                      <a:gd name="connsiteX9" fmla="*/ 29966 w 63926"/>
                      <a:gd name="connsiteY9" fmla="*/ 93884 h 95994"/>
                      <a:gd name="connsiteX10" fmla="*/ 53733 w 63926"/>
                      <a:gd name="connsiteY10" fmla="*/ 81570 h 95994"/>
                      <a:gd name="connsiteX11" fmla="*/ 61940 w 63926"/>
                      <a:gd name="connsiteY11" fmla="*/ 45857 h 95994"/>
                      <a:gd name="connsiteX12" fmla="*/ 53733 w 63926"/>
                      <a:gd name="connsiteY12" fmla="*/ 10184 h 95994"/>
                      <a:gd name="connsiteX13" fmla="*/ 29966 w 63926"/>
                      <a:gd name="connsiteY13" fmla="*/ -2110 h 95994"/>
                      <a:gd name="connsiteX14" fmla="*/ 6219 w 63926"/>
                      <a:gd name="connsiteY14" fmla="*/ 10184 h 95994"/>
                      <a:gd name="connsiteX15" fmla="*/ -1987 w 63926"/>
                      <a:gd name="connsiteY15" fmla="*/ 45857 h 95994"/>
                      <a:gd name="connsiteX16" fmla="*/ 6219 w 63926"/>
                      <a:gd name="connsiteY16" fmla="*/ 81570 h 95994"/>
                      <a:gd name="connsiteX17" fmla="*/ 29966 w 63926"/>
                      <a:gd name="connsiteY17" fmla="*/ 938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69"/>
                        </a:moveTo>
                        <a:cubicBezTo>
                          <a:pt x="23531" y="83969"/>
                          <a:pt x="18688" y="80797"/>
                          <a:pt x="15437" y="74451"/>
                        </a:cubicBezTo>
                        <a:cubicBezTo>
                          <a:pt x="12199" y="68119"/>
                          <a:pt x="10580" y="58588"/>
                          <a:pt x="10580" y="45857"/>
                        </a:cubicBezTo>
                        <a:cubicBezTo>
                          <a:pt x="10580" y="33180"/>
                          <a:pt x="12199" y="23668"/>
                          <a:pt x="15437" y="17323"/>
                        </a:cubicBezTo>
                        <a:cubicBezTo>
                          <a:pt x="18688" y="10977"/>
                          <a:pt x="23531" y="7805"/>
                          <a:pt x="29966" y="7805"/>
                        </a:cubicBezTo>
                        <a:cubicBezTo>
                          <a:pt x="36455" y="7805"/>
                          <a:pt x="41318" y="10977"/>
                          <a:pt x="44556" y="17323"/>
                        </a:cubicBezTo>
                        <a:cubicBezTo>
                          <a:pt x="47806" y="23668"/>
                          <a:pt x="49432" y="33180"/>
                          <a:pt x="49432" y="45857"/>
                        </a:cubicBezTo>
                        <a:cubicBezTo>
                          <a:pt x="49432" y="58588"/>
                          <a:pt x="47806" y="68119"/>
                          <a:pt x="44556" y="74451"/>
                        </a:cubicBezTo>
                        <a:cubicBezTo>
                          <a:pt x="41318" y="80797"/>
                          <a:pt x="36455" y="83969"/>
                          <a:pt x="29966" y="83969"/>
                        </a:cubicBezTo>
                        <a:close/>
                        <a:moveTo>
                          <a:pt x="29966" y="93884"/>
                        </a:moveTo>
                        <a:cubicBezTo>
                          <a:pt x="40340" y="93884"/>
                          <a:pt x="48262" y="89779"/>
                          <a:pt x="53733" y="81570"/>
                        </a:cubicBezTo>
                        <a:cubicBezTo>
                          <a:pt x="59204" y="73374"/>
                          <a:pt x="61940" y="61470"/>
                          <a:pt x="61940" y="45857"/>
                        </a:cubicBezTo>
                        <a:cubicBezTo>
                          <a:pt x="61940" y="30284"/>
                          <a:pt x="59204" y="18393"/>
                          <a:pt x="53733" y="10184"/>
                        </a:cubicBezTo>
                        <a:cubicBezTo>
                          <a:pt x="48262" y="1988"/>
                          <a:pt x="40340" y="-2110"/>
                          <a:pt x="29966" y="-2110"/>
                        </a:cubicBezTo>
                        <a:cubicBezTo>
                          <a:pt x="19606" y="-2110"/>
                          <a:pt x="11690" y="1988"/>
                          <a:pt x="6219" y="10184"/>
                        </a:cubicBezTo>
                        <a:cubicBezTo>
                          <a:pt x="748" y="18393"/>
                          <a:pt x="-1987" y="30284"/>
                          <a:pt x="-1987" y="45857"/>
                        </a:cubicBezTo>
                        <a:cubicBezTo>
                          <a:pt x="-1987" y="61470"/>
                          <a:pt x="748" y="73374"/>
                          <a:pt x="6219" y="81570"/>
                        </a:cubicBezTo>
                        <a:cubicBezTo>
                          <a:pt x="11690" y="89779"/>
                          <a:pt x="19606" y="93884"/>
                          <a:pt x="29966" y="938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79" name="Graphic 2">
                <a:extLst>
                  <a:ext uri="{FF2B5EF4-FFF2-40B4-BE49-F238E27FC236}">
                    <a16:creationId xmlns:a16="http://schemas.microsoft.com/office/drawing/2014/main" id="{93BF9B49-4FCF-FBC7-6C4E-439667CF2A1B}"/>
                  </a:ext>
                </a:extLst>
              </p:cNvPr>
              <p:cNvGrpSpPr/>
              <p:nvPr/>
            </p:nvGrpSpPr>
            <p:grpSpPr>
              <a:xfrm>
                <a:off x="3581391" y="3402416"/>
                <a:ext cx="321159" cy="95994"/>
                <a:chOff x="3581391" y="3402416"/>
                <a:chExt cx="321159" cy="95994"/>
              </a:xfrm>
              <a:solidFill>
                <a:srgbClr val="000000"/>
              </a:solidFill>
            </p:grpSpPr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0A4DB341-4918-E674-EBB8-CEC739EC94BB}"/>
                    </a:ext>
                  </a:extLst>
                </p:cNvPr>
                <p:cNvSpPr/>
                <p:nvPr/>
              </p:nvSpPr>
              <p:spPr>
                <a:xfrm>
                  <a:off x="3858149" y="344839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75 h 12690"/>
                    <a:gd name="connsiteX1" fmla="*/ 58 w 44401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81" name="Graphic 2">
                  <a:extLst>
                    <a:ext uri="{FF2B5EF4-FFF2-40B4-BE49-F238E27FC236}">
                      <a16:creationId xmlns:a16="http://schemas.microsoft.com/office/drawing/2014/main" id="{A4767DB3-EDC5-B1ED-A191-40CC6B7D6CA7}"/>
                    </a:ext>
                  </a:extLst>
                </p:cNvPr>
                <p:cNvGrpSpPr/>
                <p:nvPr/>
              </p:nvGrpSpPr>
              <p:grpSpPr>
                <a:xfrm>
                  <a:off x="3581391" y="3402416"/>
                  <a:ext cx="223926" cy="95994"/>
                  <a:chOff x="3581391" y="3402416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82" name="Freeform: Shape 81">
                    <a:extLst>
                      <a:ext uri="{FF2B5EF4-FFF2-40B4-BE49-F238E27FC236}">
                        <a16:creationId xmlns:a16="http://schemas.microsoft.com/office/drawing/2014/main" id="{243ACDB4-302D-C459-FC13-E2A3B18F6A40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340408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16 h 94328"/>
                      <a:gd name="connsiteX1" fmla="*/ 51056 w 59843"/>
                      <a:gd name="connsiteY1" fmla="*/ 92216 h 94328"/>
                      <a:gd name="connsiteX2" fmla="*/ 51056 w 59843"/>
                      <a:gd name="connsiteY2" fmla="*/ 81667 h 94328"/>
                      <a:gd name="connsiteX3" fmla="*/ 13393 w 59843"/>
                      <a:gd name="connsiteY3" fmla="*/ 81667 h 94328"/>
                      <a:gd name="connsiteX4" fmla="*/ 13393 w 59843"/>
                      <a:gd name="connsiteY4" fmla="*/ 59002 h 94328"/>
                      <a:gd name="connsiteX5" fmla="*/ 18825 w 59843"/>
                      <a:gd name="connsiteY5" fmla="*/ 60390 h 94328"/>
                      <a:gd name="connsiteX6" fmla="*/ 24296 w 59843"/>
                      <a:gd name="connsiteY6" fmla="*/ 60846 h 94328"/>
                      <a:gd name="connsiteX7" fmla="*/ 48816 w 59843"/>
                      <a:gd name="connsiteY7" fmla="*/ 52359 h 94328"/>
                      <a:gd name="connsiteX8" fmla="*/ 57874 w 59843"/>
                      <a:gd name="connsiteY8" fmla="*/ 29376 h 94328"/>
                      <a:gd name="connsiteX9" fmla="*/ 48578 w 59843"/>
                      <a:gd name="connsiteY9" fmla="*/ 6156 h 94328"/>
                      <a:gd name="connsiteX10" fmla="*/ 22373 w 59843"/>
                      <a:gd name="connsiteY10" fmla="*/ -2113 h 94328"/>
                      <a:gd name="connsiteX11" fmla="*/ 10499 w 59843"/>
                      <a:gd name="connsiteY11" fmla="*/ -1121 h 94328"/>
                      <a:gd name="connsiteX12" fmla="*/ -1969 w 59843"/>
                      <a:gd name="connsiteY12" fmla="*/ 1853 h 94328"/>
                      <a:gd name="connsiteX13" fmla="*/ -1969 w 59843"/>
                      <a:gd name="connsiteY13" fmla="*/ 14445 h 94328"/>
                      <a:gd name="connsiteX14" fmla="*/ 9548 w 59843"/>
                      <a:gd name="connsiteY14" fmla="*/ 9924 h 94328"/>
                      <a:gd name="connsiteX15" fmla="*/ 22115 w 59843"/>
                      <a:gd name="connsiteY15" fmla="*/ 8437 h 94328"/>
                      <a:gd name="connsiteX16" fmla="*/ 39083 w 59843"/>
                      <a:gd name="connsiteY16" fmla="*/ 14068 h 94328"/>
                      <a:gd name="connsiteX17" fmla="*/ 45347 w 59843"/>
                      <a:gd name="connsiteY17" fmla="*/ 29376 h 94328"/>
                      <a:gd name="connsiteX18" fmla="*/ 39083 w 59843"/>
                      <a:gd name="connsiteY18" fmla="*/ 44665 h 94328"/>
                      <a:gd name="connsiteX19" fmla="*/ 22115 w 59843"/>
                      <a:gd name="connsiteY19" fmla="*/ 50316 h 94328"/>
                      <a:gd name="connsiteX20" fmla="*/ 12105 w 59843"/>
                      <a:gd name="connsiteY20" fmla="*/ 49206 h 94328"/>
                      <a:gd name="connsiteX21" fmla="*/ 1936 w 59843"/>
                      <a:gd name="connsiteY21" fmla="*/ 45736 h 94328"/>
                      <a:gd name="connsiteX22" fmla="*/ 1936 w 59843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16"/>
                        </a:moveTo>
                        <a:lnTo>
                          <a:pt x="51056" y="92216"/>
                        </a:lnTo>
                        <a:lnTo>
                          <a:pt x="51056" y="81667"/>
                        </a:lnTo>
                        <a:lnTo>
                          <a:pt x="13393" y="81667"/>
                        </a:lnTo>
                        <a:lnTo>
                          <a:pt x="13393" y="59002"/>
                        </a:lnTo>
                        <a:cubicBezTo>
                          <a:pt x="15204" y="59623"/>
                          <a:pt x="17014" y="60086"/>
                          <a:pt x="18825" y="60390"/>
                        </a:cubicBezTo>
                        <a:cubicBezTo>
                          <a:pt x="20648" y="60694"/>
                          <a:pt x="22472" y="60846"/>
                          <a:pt x="24296" y="60846"/>
                        </a:cubicBezTo>
                        <a:cubicBezTo>
                          <a:pt x="34616" y="60846"/>
                          <a:pt x="42790" y="58017"/>
                          <a:pt x="48816" y="52359"/>
                        </a:cubicBezTo>
                        <a:cubicBezTo>
                          <a:pt x="54855" y="46701"/>
                          <a:pt x="57874" y="39040"/>
                          <a:pt x="57874" y="29376"/>
                        </a:cubicBezTo>
                        <a:cubicBezTo>
                          <a:pt x="57874" y="19422"/>
                          <a:pt x="54776" y="11682"/>
                          <a:pt x="48578" y="6156"/>
                        </a:cubicBezTo>
                        <a:cubicBezTo>
                          <a:pt x="42380" y="644"/>
                          <a:pt x="33645" y="-2113"/>
                          <a:pt x="22373" y="-2113"/>
                        </a:cubicBezTo>
                        <a:cubicBezTo>
                          <a:pt x="18488" y="-2113"/>
                          <a:pt x="14530" y="-1782"/>
                          <a:pt x="10499" y="-1121"/>
                        </a:cubicBezTo>
                        <a:cubicBezTo>
                          <a:pt x="6482" y="-460"/>
                          <a:pt x="2326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5" y="12422"/>
                          <a:pt x="5583" y="10915"/>
                          <a:pt x="9548" y="9924"/>
                        </a:cubicBezTo>
                        <a:cubicBezTo>
                          <a:pt x="13512" y="8932"/>
                          <a:pt x="17701" y="8437"/>
                          <a:pt x="22115" y="8437"/>
                        </a:cubicBezTo>
                        <a:cubicBezTo>
                          <a:pt x="29264" y="8437"/>
                          <a:pt x="34920" y="10314"/>
                          <a:pt x="39083" y="14068"/>
                        </a:cubicBezTo>
                        <a:cubicBezTo>
                          <a:pt x="43259" y="17822"/>
                          <a:pt x="45347" y="22925"/>
                          <a:pt x="45347" y="29376"/>
                        </a:cubicBezTo>
                        <a:cubicBezTo>
                          <a:pt x="45347" y="35814"/>
                          <a:pt x="43259" y="40910"/>
                          <a:pt x="39083" y="44665"/>
                        </a:cubicBezTo>
                        <a:cubicBezTo>
                          <a:pt x="34920" y="48432"/>
                          <a:pt x="29264" y="50316"/>
                          <a:pt x="22115" y="50316"/>
                        </a:cubicBezTo>
                        <a:cubicBezTo>
                          <a:pt x="18772" y="50316"/>
                          <a:pt x="15435" y="49946"/>
                          <a:pt x="12105" y="49206"/>
                        </a:cubicBezTo>
                        <a:cubicBezTo>
                          <a:pt x="8788" y="48465"/>
                          <a:pt x="5398" y="47309"/>
                          <a:pt x="1936" y="45736"/>
                        </a:cubicBezTo>
                        <a:lnTo>
                          <a:pt x="1936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3" name="Freeform: Shape 82">
                    <a:extLst>
                      <a:ext uri="{FF2B5EF4-FFF2-40B4-BE49-F238E27FC236}">
                        <a16:creationId xmlns:a16="http://schemas.microsoft.com/office/drawing/2014/main" id="{10F96415-C80A-D316-C8C1-37E552423B20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678" y="3402416"/>
                    <a:ext cx="63926" cy="95994"/>
                  </a:xfrm>
                  <a:custGeom>
                    <a:avLst/>
                    <a:gdLst>
                      <a:gd name="connsiteX0" fmla="*/ 29960 w 63926"/>
                      <a:gd name="connsiteY0" fmla="*/ 83925 h 95994"/>
                      <a:gd name="connsiteX1" fmla="*/ 15430 w 63926"/>
                      <a:gd name="connsiteY1" fmla="*/ 74407 h 95994"/>
                      <a:gd name="connsiteX2" fmla="*/ 10574 w 63926"/>
                      <a:gd name="connsiteY2" fmla="*/ 45813 h 95994"/>
                      <a:gd name="connsiteX3" fmla="*/ 15430 w 63926"/>
                      <a:gd name="connsiteY3" fmla="*/ 17278 h 95994"/>
                      <a:gd name="connsiteX4" fmla="*/ 29960 w 63926"/>
                      <a:gd name="connsiteY4" fmla="*/ 7760 h 95994"/>
                      <a:gd name="connsiteX5" fmla="*/ 44549 w 63926"/>
                      <a:gd name="connsiteY5" fmla="*/ 17278 h 95994"/>
                      <a:gd name="connsiteX6" fmla="*/ 49425 w 63926"/>
                      <a:gd name="connsiteY6" fmla="*/ 45813 h 95994"/>
                      <a:gd name="connsiteX7" fmla="*/ 44549 w 63926"/>
                      <a:gd name="connsiteY7" fmla="*/ 74407 h 95994"/>
                      <a:gd name="connsiteX8" fmla="*/ 29960 w 63926"/>
                      <a:gd name="connsiteY8" fmla="*/ 83925 h 95994"/>
                      <a:gd name="connsiteX9" fmla="*/ 29960 w 63926"/>
                      <a:gd name="connsiteY9" fmla="*/ 93839 h 95994"/>
                      <a:gd name="connsiteX10" fmla="*/ 53727 w 63926"/>
                      <a:gd name="connsiteY10" fmla="*/ 81525 h 95994"/>
                      <a:gd name="connsiteX11" fmla="*/ 61933 w 63926"/>
                      <a:gd name="connsiteY11" fmla="*/ 45813 h 95994"/>
                      <a:gd name="connsiteX12" fmla="*/ 53727 w 63926"/>
                      <a:gd name="connsiteY12" fmla="*/ 10139 h 95994"/>
                      <a:gd name="connsiteX13" fmla="*/ 29960 w 63926"/>
                      <a:gd name="connsiteY13" fmla="*/ -2155 h 95994"/>
                      <a:gd name="connsiteX14" fmla="*/ 6213 w 63926"/>
                      <a:gd name="connsiteY14" fmla="*/ 10139 h 95994"/>
                      <a:gd name="connsiteX15" fmla="*/ -1993 w 63926"/>
                      <a:gd name="connsiteY15" fmla="*/ 45813 h 95994"/>
                      <a:gd name="connsiteX16" fmla="*/ 6213 w 63926"/>
                      <a:gd name="connsiteY16" fmla="*/ 81525 h 95994"/>
                      <a:gd name="connsiteX17" fmla="*/ 29960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0" y="83925"/>
                        </a:moveTo>
                        <a:cubicBezTo>
                          <a:pt x="23524" y="83925"/>
                          <a:pt x="18681" y="80752"/>
                          <a:pt x="15430" y="74407"/>
                        </a:cubicBezTo>
                        <a:cubicBezTo>
                          <a:pt x="12193" y="68074"/>
                          <a:pt x="10574" y="58543"/>
                          <a:pt x="10574" y="45813"/>
                        </a:cubicBezTo>
                        <a:cubicBezTo>
                          <a:pt x="10574" y="33135"/>
                          <a:pt x="12193" y="23623"/>
                          <a:pt x="15430" y="17278"/>
                        </a:cubicBezTo>
                        <a:cubicBezTo>
                          <a:pt x="18681" y="10933"/>
                          <a:pt x="23524" y="7760"/>
                          <a:pt x="29960" y="7760"/>
                        </a:cubicBezTo>
                        <a:cubicBezTo>
                          <a:pt x="36448" y="7760"/>
                          <a:pt x="41312" y="10933"/>
                          <a:pt x="44549" y="17278"/>
                        </a:cubicBezTo>
                        <a:cubicBezTo>
                          <a:pt x="47800" y="23623"/>
                          <a:pt x="49425" y="33135"/>
                          <a:pt x="49425" y="45813"/>
                        </a:cubicBezTo>
                        <a:cubicBezTo>
                          <a:pt x="49425" y="58543"/>
                          <a:pt x="47800" y="68074"/>
                          <a:pt x="44549" y="74407"/>
                        </a:cubicBezTo>
                        <a:cubicBezTo>
                          <a:pt x="41312" y="80752"/>
                          <a:pt x="36448" y="83925"/>
                          <a:pt x="29960" y="83925"/>
                        </a:cubicBezTo>
                        <a:close/>
                        <a:moveTo>
                          <a:pt x="29960" y="93839"/>
                        </a:moveTo>
                        <a:cubicBezTo>
                          <a:pt x="40334" y="93839"/>
                          <a:pt x="48256" y="89735"/>
                          <a:pt x="53727" y="81525"/>
                        </a:cubicBezTo>
                        <a:cubicBezTo>
                          <a:pt x="59198" y="73329"/>
                          <a:pt x="61933" y="61425"/>
                          <a:pt x="61933" y="45813"/>
                        </a:cubicBezTo>
                        <a:cubicBezTo>
                          <a:pt x="61933" y="30240"/>
                          <a:pt x="59198" y="18349"/>
                          <a:pt x="53727" y="10139"/>
                        </a:cubicBezTo>
                        <a:cubicBezTo>
                          <a:pt x="48256" y="1943"/>
                          <a:pt x="40334" y="-2155"/>
                          <a:pt x="29960" y="-2155"/>
                        </a:cubicBezTo>
                        <a:cubicBezTo>
                          <a:pt x="19600" y="-2155"/>
                          <a:pt x="11684" y="1943"/>
                          <a:pt x="6213" y="10139"/>
                        </a:cubicBezTo>
                        <a:cubicBezTo>
                          <a:pt x="742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2" y="73329"/>
                          <a:pt x="6213" y="81525"/>
                        </a:cubicBezTo>
                        <a:cubicBezTo>
                          <a:pt x="11684" y="89735"/>
                          <a:pt x="19600" y="93839"/>
                          <a:pt x="29960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4" name="Freeform: Shape 83">
                    <a:extLst>
                      <a:ext uri="{FF2B5EF4-FFF2-40B4-BE49-F238E27FC236}">
                        <a16:creationId xmlns:a16="http://schemas.microsoft.com/office/drawing/2014/main" id="{1731AD84-F123-46C3-AA3C-8FDDEFC30D5A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402416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25 h 95994"/>
                      <a:gd name="connsiteX1" fmla="*/ 15437 w 63926"/>
                      <a:gd name="connsiteY1" fmla="*/ 74407 h 95994"/>
                      <a:gd name="connsiteX2" fmla="*/ 10580 w 63926"/>
                      <a:gd name="connsiteY2" fmla="*/ 45813 h 95994"/>
                      <a:gd name="connsiteX3" fmla="*/ 15437 w 63926"/>
                      <a:gd name="connsiteY3" fmla="*/ 17278 h 95994"/>
                      <a:gd name="connsiteX4" fmla="*/ 29966 w 63926"/>
                      <a:gd name="connsiteY4" fmla="*/ 7760 h 95994"/>
                      <a:gd name="connsiteX5" fmla="*/ 44556 w 63926"/>
                      <a:gd name="connsiteY5" fmla="*/ 17278 h 95994"/>
                      <a:gd name="connsiteX6" fmla="*/ 49432 w 63926"/>
                      <a:gd name="connsiteY6" fmla="*/ 45813 h 95994"/>
                      <a:gd name="connsiteX7" fmla="*/ 44556 w 63926"/>
                      <a:gd name="connsiteY7" fmla="*/ 74407 h 95994"/>
                      <a:gd name="connsiteX8" fmla="*/ 29966 w 63926"/>
                      <a:gd name="connsiteY8" fmla="*/ 83925 h 95994"/>
                      <a:gd name="connsiteX9" fmla="*/ 29966 w 63926"/>
                      <a:gd name="connsiteY9" fmla="*/ 93839 h 95994"/>
                      <a:gd name="connsiteX10" fmla="*/ 53733 w 63926"/>
                      <a:gd name="connsiteY10" fmla="*/ 81525 h 95994"/>
                      <a:gd name="connsiteX11" fmla="*/ 61940 w 63926"/>
                      <a:gd name="connsiteY11" fmla="*/ 45813 h 95994"/>
                      <a:gd name="connsiteX12" fmla="*/ 53733 w 63926"/>
                      <a:gd name="connsiteY12" fmla="*/ 10139 h 95994"/>
                      <a:gd name="connsiteX13" fmla="*/ 29966 w 63926"/>
                      <a:gd name="connsiteY13" fmla="*/ -2155 h 95994"/>
                      <a:gd name="connsiteX14" fmla="*/ 6219 w 63926"/>
                      <a:gd name="connsiteY14" fmla="*/ 10139 h 95994"/>
                      <a:gd name="connsiteX15" fmla="*/ -1987 w 63926"/>
                      <a:gd name="connsiteY15" fmla="*/ 45813 h 95994"/>
                      <a:gd name="connsiteX16" fmla="*/ 6219 w 63926"/>
                      <a:gd name="connsiteY16" fmla="*/ 81525 h 95994"/>
                      <a:gd name="connsiteX17" fmla="*/ 29966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25"/>
                        </a:moveTo>
                        <a:cubicBezTo>
                          <a:pt x="23531" y="83925"/>
                          <a:pt x="18688" y="80752"/>
                          <a:pt x="15437" y="74407"/>
                        </a:cubicBezTo>
                        <a:cubicBezTo>
                          <a:pt x="12199" y="68074"/>
                          <a:pt x="10580" y="58543"/>
                          <a:pt x="10580" y="45813"/>
                        </a:cubicBezTo>
                        <a:cubicBezTo>
                          <a:pt x="10580" y="33135"/>
                          <a:pt x="12199" y="23623"/>
                          <a:pt x="15437" y="17278"/>
                        </a:cubicBezTo>
                        <a:cubicBezTo>
                          <a:pt x="18688" y="10933"/>
                          <a:pt x="23531" y="7760"/>
                          <a:pt x="29966" y="7760"/>
                        </a:cubicBezTo>
                        <a:cubicBezTo>
                          <a:pt x="36455" y="7760"/>
                          <a:pt x="41318" y="10933"/>
                          <a:pt x="44556" y="17278"/>
                        </a:cubicBezTo>
                        <a:cubicBezTo>
                          <a:pt x="47806" y="23623"/>
                          <a:pt x="49432" y="33135"/>
                          <a:pt x="49432" y="45813"/>
                        </a:cubicBezTo>
                        <a:cubicBezTo>
                          <a:pt x="49432" y="58543"/>
                          <a:pt x="47806" y="68074"/>
                          <a:pt x="44556" y="74407"/>
                        </a:cubicBezTo>
                        <a:cubicBezTo>
                          <a:pt x="41318" y="80752"/>
                          <a:pt x="36455" y="83925"/>
                          <a:pt x="29966" y="83925"/>
                        </a:cubicBezTo>
                        <a:close/>
                        <a:moveTo>
                          <a:pt x="29966" y="93839"/>
                        </a:moveTo>
                        <a:cubicBezTo>
                          <a:pt x="40340" y="93839"/>
                          <a:pt x="48262" y="89735"/>
                          <a:pt x="53733" y="81525"/>
                        </a:cubicBezTo>
                        <a:cubicBezTo>
                          <a:pt x="59204" y="73329"/>
                          <a:pt x="61940" y="61425"/>
                          <a:pt x="61940" y="45813"/>
                        </a:cubicBezTo>
                        <a:cubicBezTo>
                          <a:pt x="61940" y="30240"/>
                          <a:pt x="59204" y="18349"/>
                          <a:pt x="53733" y="10139"/>
                        </a:cubicBezTo>
                        <a:cubicBezTo>
                          <a:pt x="48262" y="1943"/>
                          <a:pt x="40340" y="-2155"/>
                          <a:pt x="29966" y="-2155"/>
                        </a:cubicBezTo>
                        <a:cubicBezTo>
                          <a:pt x="19606" y="-2155"/>
                          <a:pt x="11690" y="1943"/>
                          <a:pt x="6219" y="10139"/>
                        </a:cubicBezTo>
                        <a:cubicBezTo>
                          <a:pt x="748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48" y="73329"/>
                          <a:pt x="6219" y="81525"/>
                        </a:cubicBezTo>
                        <a:cubicBezTo>
                          <a:pt x="11690" y="89735"/>
                          <a:pt x="19606" y="93839"/>
                          <a:pt x="29966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85" name="Graphic 2">
                <a:extLst>
                  <a:ext uri="{FF2B5EF4-FFF2-40B4-BE49-F238E27FC236}">
                    <a16:creationId xmlns:a16="http://schemas.microsoft.com/office/drawing/2014/main" id="{9B20957C-B57D-E4BD-8502-0B4646DFC9DE}"/>
                  </a:ext>
                </a:extLst>
              </p:cNvPr>
              <p:cNvGrpSpPr/>
              <p:nvPr/>
            </p:nvGrpSpPr>
            <p:grpSpPr>
              <a:xfrm>
                <a:off x="3581391" y="2835898"/>
                <a:ext cx="321159" cy="95994"/>
                <a:chOff x="3581391" y="2835898"/>
                <a:chExt cx="321159" cy="95994"/>
              </a:xfrm>
              <a:solidFill>
                <a:srgbClr val="000000"/>
              </a:solidFill>
            </p:grpSpPr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772878C4-F2B7-F15E-891C-520AF4B90164}"/>
                    </a:ext>
                  </a:extLst>
                </p:cNvPr>
                <p:cNvSpPr/>
                <p:nvPr/>
              </p:nvSpPr>
              <p:spPr>
                <a:xfrm>
                  <a:off x="3858149" y="2881872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30 h 12690"/>
                    <a:gd name="connsiteX1" fmla="*/ 58 w 44401"/>
                    <a:gd name="connsiteY1" fmla="*/ 13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30"/>
                      </a:moveTo>
                      <a:lnTo>
                        <a:pt x="58" y="130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87" name="Graphic 2">
                  <a:extLst>
                    <a:ext uri="{FF2B5EF4-FFF2-40B4-BE49-F238E27FC236}">
                      <a16:creationId xmlns:a16="http://schemas.microsoft.com/office/drawing/2014/main" id="{ECA4885A-42AD-3CE8-11E9-78226C5CB36B}"/>
                    </a:ext>
                  </a:extLst>
                </p:cNvPr>
                <p:cNvGrpSpPr/>
                <p:nvPr/>
              </p:nvGrpSpPr>
              <p:grpSpPr>
                <a:xfrm>
                  <a:off x="3581391" y="2835898"/>
                  <a:ext cx="223926" cy="95994"/>
                  <a:chOff x="3581391" y="283589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88" name="Freeform: Shape 87">
                    <a:extLst>
                      <a:ext uri="{FF2B5EF4-FFF2-40B4-BE49-F238E27FC236}">
                        <a16:creationId xmlns:a16="http://schemas.microsoft.com/office/drawing/2014/main" id="{DC8BCD32-C342-14C8-3021-28593AC8EE87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837563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71 h 94328"/>
                      <a:gd name="connsiteX1" fmla="*/ 51056 w 59843"/>
                      <a:gd name="connsiteY1" fmla="*/ 92171 h 94328"/>
                      <a:gd name="connsiteX2" fmla="*/ 51056 w 59843"/>
                      <a:gd name="connsiteY2" fmla="*/ 81622 h 94328"/>
                      <a:gd name="connsiteX3" fmla="*/ 13393 w 59843"/>
                      <a:gd name="connsiteY3" fmla="*/ 81622 h 94328"/>
                      <a:gd name="connsiteX4" fmla="*/ 13393 w 59843"/>
                      <a:gd name="connsiteY4" fmla="*/ 58957 h 94328"/>
                      <a:gd name="connsiteX5" fmla="*/ 18825 w 59843"/>
                      <a:gd name="connsiteY5" fmla="*/ 60345 h 94328"/>
                      <a:gd name="connsiteX6" fmla="*/ 24296 w 59843"/>
                      <a:gd name="connsiteY6" fmla="*/ 60801 h 94328"/>
                      <a:gd name="connsiteX7" fmla="*/ 48816 w 59843"/>
                      <a:gd name="connsiteY7" fmla="*/ 52314 h 94328"/>
                      <a:gd name="connsiteX8" fmla="*/ 57874 w 59843"/>
                      <a:gd name="connsiteY8" fmla="*/ 29332 h 94328"/>
                      <a:gd name="connsiteX9" fmla="*/ 48578 w 59843"/>
                      <a:gd name="connsiteY9" fmla="*/ 6111 h 94328"/>
                      <a:gd name="connsiteX10" fmla="*/ 22373 w 59843"/>
                      <a:gd name="connsiteY10" fmla="*/ -2157 h 94328"/>
                      <a:gd name="connsiteX11" fmla="*/ 10499 w 59843"/>
                      <a:gd name="connsiteY11" fmla="*/ -1166 h 94328"/>
                      <a:gd name="connsiteX12" fmla="*/ -1969 w 59843"/>
                      <a:gd name="connsiteY12" fmla="*/ 1808 h 94328"/>
                      <a:gd name="connsiteX13" fmla="*/ -1969 w 59843"/>
                      <a:gd name="connsiteY13" fmla="*/ 14400 h 94328"/>
                      <a:gd name="connsiteX14" fmla="*/ 9548 w 59843"/>
                      <a:gd name="connsiteY14" fmla="*/ 9879 h 94328"/>
                      <a:gd name="connsiteX15" fmla="*/ 22115 w 59843"/>
                      <a:gd name="connsiteY15" fmla="*/ 8392 h 94328"/>
                      <a:gd name="connsiteX16" fmla="*/ 39083 w 59843"/>
                      <a:gd name="connsiteY16" fmla="*/ 14023 h 94328"/>
                      <a:gd name="connsiteX17" fmla="*/ 45347 w 59843"/>
                      <a:gd name="connsiteY17" fmla="*/ 29332 h 94328"/>
                      <a:gd name="connsiteX18" fmla="*/ 39083 w 59843"/>
                      <a:gd name="connsiteY18" fmla="*/ 44620 h 94328"/>
                      <a:gd name="connsiteX19" fmla="*/ 22115 w 59843"/>
                      <a:gd name="connsiteY19" fmla="*/ 50272 h 94328"/>
                      <a:gd name="connsiteX20" fmla="*/ 12105 w 59843"/>
                      <a:gd name="connsiteY20" fmla="*/ 49161 h 94328"/>
                      <a:gd name="connsiteX21" fmla="*/ 1936 w 59843"/>
                      <a:gd name="connsiteY21" fmla="*/ 45691 h 94328"/>
                      <a:gd name="connsiteX22" fmla="*/ 1936 w 59843"/>
                      <a:gd name="connsiteY22" fmla="*/ 9217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71"/>
                        </a:moveTo>
                        <a:lnTo>
                          <a:pt x="51056" y="92171"/>
                        </a:lnTo>
                        <a:lnTo>
                          <a:pt x="51056" y="81622"/>
                        </a:lnTo>
                        <a:lnTo>
                          <a:pt x="13393" y="81622"/>
                        </a:lnTo>
                        <a:lnTo>
                          <a:pt x="13393" y="58957"/>
                        </a:lnTo>
                        <a:cubicBezTo>
                          <a:pt x="15204" y="59578"/>
                          <a:pt x="17014" y="60041"/>
                          <a:pt x="18825" y="60345"/>
                        </a:cubicBezTo>
                        <a:cubicBezTo>
                          <a:pt x="20648" y="60649"/>
                          <a:pt x="22472" y="60801"/>
                          <a:pt x="24296" y="60801"/>
                        </a:cubicBezTo>
                        <a:cubicBezTo>
                          <a:pt x="34616" y="60801"/>
                          <a:pt x="42790" y="57972"/>
                          <a:pt x="48816" y="52314"/>
                        </a:cubicBezTo>
                        <a:cubicBezTo>
                          <a:pt x="54855" y="46656"/>
                          <a:pt x="57874" y="38995"/>
                          <a:pt x="57874" y="29332"/>
                        </a:cubicBezTo>
                        <a:cubicBezTo>
                          <a:pt x="57874" y="19377"/>
                          <a:pt x="54776" y="11637"/>
                          <a:pt x="48578" y="6111"/>
                        </a:cubicBezTo>
                        <a:cubicBezTo>
                          <a:pt x="42380" y="599"/>
                          <a:pt x="33645" y="-2157"/>
                          <a:pt x="22373" y="-2157"/>
                        </a:cubicBezTo>
                        <a:cubicBezTo>
                          <a:pt x="18488" y="-2157"/>
                          <a:pt x="14530" y="-1827"/>
                          <a:pt x="10499" y="-1166"/>
                        </a:cubicBezTo>
                        <a:cubicBezTo>
                          <a:pt x="6482" y="-505"/>
                          <a:pt x="2326" y="487"/>
                          <a:pt x="-1969" y="1808"/>
                        </a:cubicBezTo>
                        <a:lnTo>
                          <a:pt x="-1969" y="14400"/>
                        </a:lnTo>
                        <a:cubicBezTo>
                          <a:pt x="1745" y="12378"/>
                          <a:pt x="5583" y="10871"/>
                          <a:pt x="9548" y="9879"/>
                        </a:cubicBezTo>
                        <a:cubicBezTo>
                          <a:pt x="13512" y="8888"/>
                          <a:pt x="17701" y="8392"/>
                          <a:pt x="22115" y="8392"/>
                        </a:cubicBezTo>
                        <a:cubicBezTo>
                          <a:pt x="29264" y="8392"/>
                          <a:pt x="34920" y="10269"/>
                          <a:pt x="39083" y="14023"/>
                        </a:cubicBezTo>
                        <a:cubicBezTo>
                          <a:pt x="43259" y="17778"/>
                          <a:pt x="45347" y="22881"/>
                          <a:pt x="45347" y="29332"/>
                        </a:cubicBezTo>
                        <a:cubicBezTo>
                          <a:pt x="45347" y="35770"/>
                          <a:pt x="43259" y="40866"/>
                          <a:pt x="39083" y="44620"/>
                        </a:cubicBezTo>
                        <a:cubicBezTo>
                          <a:pt x="34920" y="48388"/>
                          <a:pt x="29264" y="50272"/>
                          <a:pt x="22115" y="50272"/>
                        </a:cubicBezTo>
                        <a:cubicBezTo>
                          <a:pt x="18772" y="50272"/>
                          <a:pt x="15435" y="49901"/>
                          <a:pt x="12105" y="49161"/>
                        </a:cubicBezTo>
                        <a:cubicBezTo>
                          <a:pt x="8788" y="48421"/>
                          <a:pt x="5398" y="47264"/>
                          <a:pt x="1936" y="45691"/>
                        </a:cubicBezTo>
                        <a:lnTo>
                          <a:pt x="1936" y="921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9" name="Freeform: Shape 88">
                    <a:extLst>
                      <a:ext uri="{FF2B5EF4-FFF2-40B4-BE49-F238E27FC236}">
                        <a16:creationId xmlns:a16="http://schemas.microsoft.com/office/drawing/2014/main" id="{5C3151E3-37DB-A302-46B4-2999AE6C5606}"/>
                      </a:ext>
                    </a:extLst>
                  </p:cNvPr>
                  <p:cNvSpPr/>
                  <p:nvPr/>
                </p:nvSpPr>
                <p:spPr>
                  <a:xfrm flipV="1">
                    <a:off x="3666248" y="2837563"/>
                    <a:ext cx="55066" cy="92524"/>
                  </a:xfrm>
                  <a:custGeom>
                    <a:avLst/>
                    <a:gdLst>
                      <a:gd name="connsiteX0" fmla="*/ -247 w 55066"/>
                      <a:gd name="connsiteY0" fmla="*/ 8326 h 92524"/>
                      <a:gd name="connsiteX1" fmla="*/ 20190 w 55066"/>
                      <a:gd name="connsiteY1" fmla="*/ 8326 h 92524"/>
                      <a:gd name="connsiteX2" fmla="*/ 20190 w 55066"/>
                      <a:gd name="connsiteY2" fmla="*/ 78919 h 92524"/>
                      <a:gd name="connsiteX3" fmla="*/ -2051 w 55066"/>
                      <a:gd name="connsiteY3" fmla="*/ 74458 h 92524"/>
                      <a:gd name="connsiteX4" fmla="*/ -2051 w 55066"/>
                      <a:gd name="connsiteY4" fmla="*/ 85859 h 92524"/>
                      <a:gd name="connsiteX5" fmla="*/ 20071 w 55066"/>
                      <a:gd name="connsiteY5" fmla="*/ 90321 h 92524"/>
                      <a:gd name="connsiteX6" fmla="*/ 32579 w 55066"/>
                      <a:gd name="connsiteY6" fmla="*/ 90321 h 92524"/>
                      <a:gd name="connsiteX7" fmla="*/ 32579 w 55066"/>
                      <a:gd name="connsiteY7" fmla="*/ 8326 h 92524"/>
                      <a:gd name="connsiteX8" fmla="*/ 53015 w 55066"/>
                      <a:gd name="connsiteY8" fmla="*/ 8326 h 92524"/>
                      <a:gd name="connsiteX9" fmla="*/ 53015 w 55066"/>
                      <a:gd name="connsiteY9" fmla="*/ -2203 h 92524"/>
                      <a:gd name="connsiteX10" fmla="*/ -247 w 55066"/>
                      <a:gd name="connsiteY10" fmla="*/ -2203 h 92524"/>
                      <a:gd name="connsiteX11" fmla="*/ -247 w 55066"/>
                      <a:gd name="connsiteY11" fmla="*/ 832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247" y="8326"/>
                        </a:moveTo>
                        <a:lnTo>
                          <a:pt x="20190" y="8326"/>
                        </a:lnTo>
                        <a:lnTo>
                          <a:pt x="20190" y="78919"/>
                        </a:lnTo>
                        <a:lnTo>
                          <a:pt x="-2051" y="74458"/>
                        </a:lnTo>
                        <a:lnTo>
                          <a:pt x="-2051" y="85859"/>
                        </a:lnTo>
                        <a:lnTo>
                          <a:pt x="20071" y="90321"/>
                        </a:lnTo>
                        <a:lnTo>
                          <a:pt x="32579" y="90321"/>
                        </a:lnTo>
                        <a:lnTo>
                          <a:pt x="32579" y="8326"/>
                        </a:lnTo>
                        <a:lnTo>
                          <a:pt x="53015" y="8326"/>
                        </a:lnTo>
                        <a:lnTo>
                          <a:pt x="53015" y="-2203"/>
                        </a:lnTo>
                        <a:lnTo>
                          <a:pt x="-247" y="-2203"/>
                        </a:lnTo>
                        <a:lnTo>
                          <a:pt x="-247" y="83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0" name="Freeform: Shape 89">
                    <a:extLst>
                      <a:ext uri="{FF2B5EF4-FFF2-40B4-BE49-F238E27FC236}">
                        <a16:creationId xmlns:a16="http://schemas.microsoft.com/office/drawing/2014/main" id="{72CEB69A-6DA3-1BA0-E4CE-00DCDE510A97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835898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80 h 95994"/>
                      <a:gd name="connsiteX1" fmla="*/ 15437 w 63926"/>
                      <a:gd name="connsiteY1" fmla="*/ 74362 h 95994"/>
                      <a:gd name="connsiteX2" fmla="*/ 10580 w 63926"/>
                      <a:gd name="connsiteY2" fmla="*/ 45768 h 95994"/>
                      <a:gd name="connsiteX3" fmla="*/ 15437 w 63926"/>
                      <a:gd name="connsiteY3" fmla="*/ 17233 h 95994"/>
                      <a:gd name="connsiteX4" fmla="*/ 29966 w 63926"/>
                      <a:gd name="connsiteY4" fmla="*/ 7715 h 95994"/>
                      <a:gd name="connsiteX5" fmla="*/ 44556 w 63926"/>
                      <a:gd name="connsiteY5" fmla="*/ 17233 h 95994"/>
                      <a:gd name="connsiteX6" fmla="*/ 49432 w 63926"/>
                      <a:gd name="connsiteY6" fmla="*/ 45768 h 95994"/>
                      <a:gd name="connsiteX7" fmla="*/ 44556 w 63926"/>
                      <a:gd name="connsiteY7" fmla="*/ 74362 h 95994"/>
                      <a:gd name="connsiteX8" fmla="*/ 29966 w 63926"/>
                      <a:gd name="connsiteY8" fmla="*/ 83880 h 95994"/>
                      <a:gd name="connsiteX9" fmla="*/ 29966 w 63926"/>
                      <a:gd name="connsiteY9" fmla="*/ 93795 h 95994"/>
                      <a:gd name="connsiteX10" fmla="*/ 53733 w 63926"/>
                      <a:gd name="connsiteY10" fmla="*/ 81481 h 95994"/>
                      <a:gd name="connsiteX11" fmla="*/ 61940 w 63926"/>
                      <a:gd name="connsiteY11" fmla="*/ 45768 h 95994"/>
                      <a:gd name="connsiteX12" fmla="*/ 53733 w 63926"/>
                      <a:gd name="connsiteY12" fmla="*/ 10095 h 95994"/>
                      <a:gd name="connsiteX13" fmla="*/ 29966 w 63926"/>
                      <a:gd name="connsiteY13" fmla="*/ -2199 h 95994"/>
                      <a:gd name="connsiteX14" fmla="*/ 6219 w 63926"/>
                      <a:gd name="connsiteY14" fmla="*/ 10095 h 95994"/>
                      <a:gd name="connsiteX15" fmla="*/ -1987 w 63926"/>
                      <a:gd name="connsiteY15" fmla="*/ 45768 h 95994"/>
                      <a:gd name="connsiteX16" fmla="*/ 6219 w 63926"/>
                      <a:gd name="connsiteY16" fmla="*/ 81481 h 95994"/>
                      <a:gd name="connsiteX17" fmla="*/ 29966 w 63926"/>
                      <a:gd name="connsiteY17" fmla="*/ 9379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80"/>
                        </a:moveTo>
                        <a:cubicBezTo>
                          <a:pt x="23531" y="83880"/>
                          <a:pt x="18688" y="80707"/>
                          <a:pt x="15437" y="74362"/>
                        </a:cubicBezTo>
                        <a:cubicBezTo>
                          <a:pt x="12199" y="68030"/>
                          <a:pt x="10580" y="58498"/>
                          <a:pt x="10580" y="45768"/>
                        </a:cubicBezTo>
                        <a:cubicBezTo>
                          <a:pt x="10580" y="33090"/>
                          <a:pt x="12199" y="23579"/>
                          <a:pt x="15437" y="17233"/>
                        </a:cubicBezTo>
                        <a:cubicBezTo>
                          <a:pt x="18688" y="10888"/>
                          <a:pt x="23531" y="7715"/>
                          <a:pt x="29966" y="7715"/>
                        </a:cubicBezTo>
                        <a:cubicBezTo>
                          <a:pt x="36455" y="7715"/>
                          <a:pt x="41318" y="10888"/>
                          <a:pt x="44556" y="17233"/>
                        </a:cubicBezTo>
                        <a:cubicBezTo>
                          <a:pt x="47806" y="23579"/>
                          <a:pt x="49432" y="33090"/>
                          <a:pt x="49432" y="45768"/>
                        </a:cubicBezTo>
                        <a:cubicBezTo>
                          <a:pt x="49432" y="58498"/>
                          <a:pt x="47806" y="68030"/>
                          <a:pt x="44556" y="74362"/>
                        </a:cubicBezTo>
                        <a:cubicBezTo>
                          <a:pt x="41318" y="80707"/>
                          <a:pt x="36455" y="83880"/>
                          <a:pt x="29966" y="83880"/>
                        </a:cubicBezTo>
                        <a:close/>
                        <a:moveTo>
                          <a:pt x="29966" y="93795"/>
                        </a:moveTo>
                        <a:cubicBezTo>
                          <a:pt x="40340" y="93795"/>
                          <a:pt x="48262" y="89690"/>
                          <a:pt x="53733" y="81481"/>
                        </a:cubicBezTo>
                        <a:cubicBezTo>
                          <a:pt x="59204" y="73285"/>
                          <a:pt x="61940" y="61380"/>
                          <a:pt x="61940" y="45768"/>
                        </a:cubicBezTo>
                        <a:cubicBezTo>
                          <a:pt x="61940" y="30195"/>
                          <a:pt x="59204" y="18304"/>
                          <a:pt x="53733" y="10095"/>
                        </a:cubicBezTo>
                        <a:cubicBezTo>
                          <a:pt x="48262" y="1899"/>
                          <a:pt x="40340" y="-2199"/>
                          <a:pt x="29966" y="-2199"/>
                        </a:cubicBezTo>
                        <a:cubicBezTo>
                          <a:pt x="19606" y="-2199"/>
                          <a:pt x="11690" y="1899"/>
                          <a:pt x="6219" y="10095"/>
                        </a:cubicBezTo>
                        <a:cubicBezTo>
                          <a:pt x="748" y="18304"/>
                          <a:pt x="-1987" y="30195"/>
                          <a:pt x="-1987" y="45768"/>
                        </a:cubicBezTo>
                        <a:cubicBezTo>
                          <a:pt x="-1987" y="61380"/>
                          <a:pt x="748" y="73285"/>
                          <a:pt x="6219" y="81481"/>
                        </a:cubicBezTo>
                        <a:cubicBezTo>
                          <a:pt x="11690" y="89690"/>
                          <a:pt x="19606" y="93795"/>
                          <a:pt x="29966" y="9379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91" name="Graphic 2">
                <a:extLst>
                  <a:ext uri="{FF2B5EF4-FFF2-40B4-BE49-F238E27FC236}">
                    <a16:creationId xmlns:a16="http://schemas.microsoft.com/office/drawing/2014/main" id="{E2FED24F-CBCE-D138-3603-9D9A694B319F}"/>
                  </a:ext>
                </a:extLst>
              </p:cNvPr>
              <p:cNvGrpSpPr/>
              <p:nvPr/>
            </p:nvGrpSpPr>
            <p:grpSpPr>
              <a:xfrm>
                <a:off x="3581391" y="2269379"/>
                <a:ext cx="321159" cy="95994"/>
                <a:chOff x="3581391" y="2269379"/>
                <a:chExt cx="321159" cy="95994"/>
              </a:xfrm>
              <a:solidFill>
                <a:srgbClr val="000000"/>
              </a:solidFill>
            </p:grpSpPr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A4987E6D-F0B0-15A5-DCE8-0EBC852DB9FC}"/>
                    </a:ext>
                  </a:extLst>
                </p:cNvPr>
                <p:cNvSpPr/>
                <p:nvPr/>
              </p:nvSpPr>
              <p:spPr>
                <a:xfrm>
                  <a:off x="3858149" y="2315354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85 h 12690"/>
                    <a:gd name="connsiteX1" fmla="*/ 58 w 44401"/>
                    <a:gd name="connsiteY1" fmla="*/ 8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85"/>
                      </a:moveTo>
                      <a:lnTo>
                        <a:pt x="58" y="8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93" name="Graphic 2">
                  <a:extLst>
                    <a:ext uri="{FF2B5EF4-FFF2-40B4-BE49-F238E27FC236}">
                      <a16:creationId xmlns:a16="http://schemas.microsoft.com/office/drawing/2014/main" id="{08FECC7A-075D-F108-BF4D-A3E1090AA965}"/>
                    </a:ext>
                  </a:extLst>
                </p:cNvPr>
                <p:cNvGrpSpPr/>
                <p:nvPr/>
              </p:nvGrpSpPr>
              <p:grpSpPr>
                <a:xfrm>
                  <a:off x="3581391" y="2269379"/>
                  <a:ext cx="223926" cy="95994"/>
                  <a:chOff x="3581391" y="2269379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94" name="Freeform: Shape 93">
                    <a:extLst>
                      <a:ext uri="{FF2B5EF4-FFF2-40B4-BE49-F238E27FC236}">
                        <a16:creationId xmlns:a16="http://schemas.microsoft.com/office/drawing/2014/main" id="{E45ADD1D-F625-CFE6-0B88-DAEADE0E2D68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271045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26 h 94328"/>
                      <a:gd name="connsiteX1" fmla="*/ 51056 w 59843"/>
                      <a:gd name="connsiteY1" fmla="*/ 92126 h 94328"/>
                      <a:gd name="connsiteX2" fmla="*/ 51056 w 59843"/>
                      <a:gd name="connsiteY2" fmla="*/ 81577 h 94328"/>
                      <a:gd name="connsiteX3" fmla="*/ 13393 w 59843"/>
                      <a:gd name="connsiteY3" fmla="*/ 81577 h 94328"/>
                      <a:gd name="connsiteX4" fmla="*/ 13393 w 59843"/>
                      <a:gd name="connsiteY4" fmla="*/ 58912 h 94328"/>
                      <a:gd name="connsiteX5" fmla="*/ 18825 w 59843"/>
                      <a:gd name="connsiteY5" fmla="*/ 60300 h 94328"/>
                      <a:gd name="connsiteX6" fmla="*/ 24296 w 59843"/>
                      <a:gd name="connsiteY6" fmla="*/ 60756 h 94328"/>
                      <a:gd name="connsiteX7" fmla="*/ 48816 w 59843"/>
                      <a:gd name="connsiteY7" fmla="*/ 52269 h 94328"/>
                      <a:gd name="connsiteX8" fmla="*/ 57874 w 59843"/>
                      <a:gd name="connsiteY8" fmla="*/ 29287 h 94328"/>
                      <a:gd name="connsiteX9" fmla="*/ 48578 w 59843"/>
                      <a:gd name="connsiteY9" fmla="*/ 6067 h 94328"/>
                      <a:gd name="connsiteX10" fmla="*/ 22373 w 59843"/>
                      <a:gd name="connsiteY10" fmla="*/ -2202 h 94328"/>
                      <a:gd name="connsiteX11" fmla="*/ 10499 w 59843"/>
                      <a:gd name="connsiteY11" fmla="*/ -1211 h 94328"/>
                      <a:gd name="connsiteX12" fmla="*/ -1969 w 59843"/>
                      <a:gd name="connsiteY12" fmla="*/ 1764 h 94328"/>
                      <a:gd name="connsiteX13" fmla="*/ -1969 w 59843"/>
                      <a:gd name="connsiteY13" fmla="*/ 14356 h 94328"/>
                      <a:gd name="connsiteX14" fmla="*/ 9548 w 59843"/>
                      <a:gd name="connsiteY14" fmla="*/ 9834 h 94328"/>
                      <a:gd name="connsiteX15" fmla="*/ 22115 w 59843"/>
                      <a:gd name="connsiteY15" fmla="*/ 8347 h 94328"/>
                      <a:gd name="connsiteX16" fmla="*/ 39083 w 59843"/>
                      <a:gd name="connsiteY16" fmla="*/ 13979 h 94328"/>
                      <a:gd name="connsiteX17" fmla="*/ 45347 w 59843"/>
                      <a:gd name="connsiteY17" fmla="*/ 29287 h 94328"/>
                      <a:gd name="connsiteX18" fmla="*/ 39083 w 59843"/>
                      <a:gd name="connsiteY18" fmla="*/ 44576 h 94328"/>
                      <a:gd name="connsiteX19" fmla="*/ 22115 w 59843"/>
                      <a:gd name="connsiteY19" fmla="*/ 50227 h 94328"/>
                      <a:gd name="connsiteX20" fmla="*/ 12105 w 59843"/>
                      <a:gd name="connsiteY20" fmla="*/ 49116 h 94328"/>
                      <a:gd name="connsiteX21" fmla="*/ 1936 w 59843"/>
                      <a:gd name="connsiteY21" fmla="*/ 45646 h 94328"/>
                      <a:gd name="connsiteX22" fmla="*/ 1936 w 59843"/>
                      <a:gd name="connsiteY22" fmla="*/ 9212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26"/>
                        </a:moveTo>
                        <a:lnTo>
                          <a:pt x="51056" y="92126"/>
                        </a:lnTo>
                        <a:lnTo>
                          <a:pt x="51056" y="81577"/>
                        </a:lnTo>
                        <a:lnTo>
                          <a:pt x="13393" y="81577"/>
                        </a:lnTo>
                        <a:lnTo>
                          <a:pt x="13393" y="58912"/>
                        </a:lnTo>
                        <a:cubicBezTo>
                          <a:pt x="15204" y="59534"/>
                          <a:pt x="17014" y="59996"/>
                          <a:pt x="18825" y="60300"/>
                        </a:cubicBezTo>
                        <a:cubicBezTo>
                          <a:pt x="20648" y="60604"/>
                          <a:pt x="22472" y="60756"/>
                          <a:pt x="24296" y="60756"/>
                        </a:cubicBezTo>
                        <a:cubicBezTo>
                          <a:pt x="34616" y="60756"/>
                          <a:pt x="42790" y="57927"/>
                          <a:pt x="48816" y="52269"/>
                        </a:cubicBezTo>
                        <a:cubicBezTo>
                          <a:pt x="54855" y="46611"/>
                          <a:pt x="57874" y="38951"/>
                          <a:pt x="57874" y="29287"/>
                        </a:cubicBezTo>
                        <a:cubicBezTo>
                          <a:pt x="57874" y="19333"/>
                          <a:pt x="54776" y="11593"/>
                          <a:pt x="48578" y="6067"/>
                        </a:cubicBezTo>
                        <a:cubicBezTo>
                          <a:pt x="42380" y="554"/>
                          <a:pt x="33645" y="-2202"/>
                          <a:pt x="22373" y="-2202"/>
                        </a:cubicBezTo>
                        <a:cubicBezTo>
                          <a:pt x="18488" y="-2202"/>
                          <a:pt x="14530" y="-1872"/>
                          <a:pt x="10499" y="-1211"/>
                        </a:cubicBezTo>
                        <a:cubicBezTo>
                          <a:pt x="6482" y="-550"/>
                          <a:pt x="2326" y="442"/>
                          <a:pt x="-1969" y="1764"/>
                        </a:cubicBezTo>
                        <a:lnTo>
                          <a:pt x="-1969" y="14356"/>
                        </a:lnTo>
                        <a:cubicBezTo>
                          <a:pt x="1745" y="12333"/>
                          <a:pt x="5583" y="10826"/>
                          <a:pt x="9548" y="9834"/>
                        </a:cubicBezTo>
                        <a:cubicBezTo>
                          <a:pt x="13512" y="8843"/>
                          <a:pt x="17701" y="8347"/>
                          <a:pt x="22115" y="8347"/>
                        </a:cubicBezTo>
                        <a:cubicBezTo>
                          <a:pt x="29264" y="8347"/>
                          <a:pt x="34920" y="10224"/>
                          <a:pt x="39083" y="13979"/>
                        </a:cubicBezTo>
                        <a:cubicBezTo>
                          <a:pt x="43259" y="17733"/>
                          <a:pt x="45347" y="22836"/>
                          <a:pt x="45347" y="29287"/>
                        </a:cubicBezTo>
                        <a:cubicBezTo>
                          <a:pt x="45347" y="35725"/>
                          <a:pt x="43259" y="40821"/>
                          <a:pt x="39083" y="44576"/>
                        </a:cubicBezTo>
                        <a:cubicBezTo>
                          <a:pt x="34920" y="48343"/>
                          <a:pt x="29264" y="50227"/>
                          <a:pt x="22115" y="50227"/>
                        </a:cubicBezTo>
                        <a:cubicBezTo>
                          <a:pt x="18772" y="50227"/>
                          <a:pt x="15435" y="49857"/>
                          <a:pt x="12105" y="49116"/>
                        </a:cubicBezTo>
                        <a:cubicBezTo>
                          <a:pt x="8788" y="48376"/>
                          <a:pt x="5398" y="47219"/>
                          <a:pt x="1936" y="45646"/>
                        </a:cubicBezTo>
                        <a:lnTo>
                          <a:pt x="1936" y="921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5" name="Freeform: Shape 94">
                    <a:extLst>
                      <a:ext uri="{FF2B5EF4-FFF2-40B4-BE49-F238E27FC236}">
                        <a16:creationId xmlns:a16="http://schemas.microsoft.com/office/drawing/2014/main" id="{A6859702-9DA4-E785-65B5-F6C786DFA4BA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609" y="2269379"/>
                    <a:ext cx="58713" cy="94189"/>
                  </a:xfrm>
                  <a:custGeom>
                    <a:avLst/>
                    <a:gdLst>
                      <a:gd name="connsiteX0" fmla="*/ 13136 w 58713"/>
                      <a:gd name="connsiteY0" fmla="*/ 8240 h 94189"/>
                      <a:gd name="connsiteX1" fmla="*/ 56804 w 58713"/>
                      <a:gd name="connsiteY1" fmla="*/ 8240 h 94189"/>
                      <a:gd name="connsiteX2" fmla="*/ 56804 w 58713"/>
                      <a:gd name="connsiteY2" fmla="*/ -2290 h 94189"/>
                      <a:gd name="connsiteX3" fmla="*/ -1909 w 58713"/>
                      <a:gd name="connsiteY3" fmla="*/ -2290 h 94189"/>
                      <a:gd name="connsiteX4" fmla="*/ -1909 w 58713"/>
                      <a:gd name="connsiteY4" fmla="*/ 8240 h 94189"/>
                      <a:gd name="connsiteX5" fmla="*/ 17497 w 58713"/>
                      <a:gd name="connsiteY5" fmla="*/ 28030 h 94189"/>
                      <a:gd name="connsiteX6" fmla="*/ 32958 w 58713"/>
                      <a:gd name="connsiteY6" fmla="*/ 44072 h 94189"/>
                      <a:gd name="connsiteX7" fmla="*/ 41343 w 58713"/>
                      <a:gd name="connsiteY7" fmla="*/ 55493 h 94189"/>
                      <a:gd name="connsiteX8" fmla="*/ 43742 w 58713"/>
                      <a:gd name="connsiteY8" fmla="*/ 64694 h 94189"/>
                      <a:gd name="connsiteX9" fmla="*/ 38568 w 58713"/>
                      <a:gd name="connsiteY9" fmla="*/ 76711 h 94189"/>
                      <a:gd name="connsiteX10" fmla="*/ 25089 w 58713"/>
                      <a:gd name="connsiteY10" fmla="*/ 81371 h 94189"/>
                      <a:gd name="connsiteX11" fmla="*/ 12660 w 58713"/>
                      <a:gd name="connsiteY11" fmla="*/ 79328 h 94189"/>
                      <a:gd name="connsiteX12" fmla="*/ -1295 w 58713"/>
                      <a:gd name="connsiteY12" fmla="*/ 73122 h 94189"/>
                      <a:gd name="connsiteX13" fmla="*/ -1295 w 58713"/>
                      <a:gd name="connsiteY13" fmla="*/ 85773 h 94189"/>
                      <a:gd name="connsiteX14" fmla="*/ 12819 w 58713"/>
                      <a:gd name="connsiteY14" fmla="*/ 90353 h 94189"/>
                      <a:gd name="connsiteX15" fmla="*/ 24851 w 58713"/>
                      <a:gd name="connsiteY15" fmla="*/ 91900 h 94189"/>
                      <a:gd name="connsiteX16" fmla="*/ 47765 w 58713"/>
                      <a:gd name="connsiteY16" fmla="*/ 84702 h 94189"/>
                      <a:gd name="connsiteX17" fmla="*/ 56309 w 58713"/>
                      <a:gd name="connsiteY17" fmla="*/ 65507 h 94189"/>
                      <a:gd name="connsiteX18" fmla="*/ 54168 w 58713"/>
                      <a:gd name="connsiteY18" fmla="*/ 54680 h 94189"/>
                      <a:gd name="connsiteX19" fmla="*/ 46398 w 58713"/>
                      <a:gd name="connsiteY19" fmla="*/ 42644 h 94189"/>
                      <a:gd name="connsiteX20" fmla="*/ 36546 w 58713"/>
                      <a:gd name="connsiteY20" fmla="*/ 32253 h 94189"/>
                      <a:gd name="connsiteX21" fmla="*/ 13136 w 58713"/>
                      <a:gd name="connsiteY21" fmla="*/ 8240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36" y="8240"/>
                        </a:moveTo>
                        <a:lnTo>
                          <a:pt x="56804" y="8240"/>
                        </a:lnTo>
                        <a:lnTo>
                          <a:pt x="56804" y="-2290"/>
                        </a:lnTo>
                        <a:lnTo>
                          <a:pt x="-1909" y="-2290"/>
                        </a:lnTo>
                        <a:lnTo>
                          <a:pt x="-1909" y="8240"/>
                        </a:lnTo>
                        <a:cubicBezTo>
                          <a:pt x="2835" y="13157"/>
                          <a:pt x="9304" y="19754"/>
                          <a:pt x="17497" y="28030"/>
                        </a:cubicBezTo>
                        <a:cubicBezTo>
                          <a:pt x="25703" y="36318"/>
                          <a:pt x="30857" y="41666"/>
                          <a:pt x="32958" y="44072"/>
                        </a:cubicBezTo>
                        <a:cubicBezTo>
                          <a:pt x="36962" y="48566"/>
                          <a:pt x="39757" y="52373"/>
                          <a:pt x="41343" y="55493"/>
                        </a:cubicBezTo>
                        <a:cubicBezTo>
                          <a:pt x="42942" y="58613"/>
                          <a:pt x="43742" y="61680"/>
                          <a:pt x="43742" y="64694"/>
                        </a:cubicBezTo>
                        <a:cubicBezTo>
                          <a:pt x="43742" y="69612"/>
                          <a:pt x="42017" y="73617"/>
                          <a:pt x="38568" y="76711"/>
                        </a:cubicBezTo>
                        <a:cubicBezTo>
                          <a:pt x="35119" y="79817"/>
                          <a:pt x="30626" y="81371"/>
                          <a:pt x="25089" y="81371"/>
                        </a:cubicBezTo>
                        <a:cubicBezTo>
                          <a:pt x="21164" y="81371"/>
                          <a:pt x="17021" y="80690"/>
                          <a:pt x="12660" y="79328"/>
                        </a:cubicBezTo>
                        <a:cubicBezTo>
                          <a:pt x="8313" y="77967"/>
                          <a:pt x="3661" y="75898"/>
                          <a:pt x="-1295" y="73122"/>
                        </a:cubicBezTo>
                        <a:lnTo>
                          <a:pt x="-1295" y="85773"/>
                        </a:lnTo>
                        <a:cubicBezTo>
                          <a:pt x="3740" y="87795"/>
                          <a:pt x="8445" y="89322"/>
                          <a:pt x="12819" y="90353"/>
                        </a:cubicBezTo>
                        <a:cubicBezTo>
                          <a:pt x="17206" y="91384"/>
                          <a:pt x="21217" y="91900"/>
                          <a:pt x="24851" y="91900"/>
                        </a:cubicBezTo>
                        <a:cubicBezTo>
                          <a:pt x="34432" y="91900"/>
                          <a:pt x="42070" y="89501"/>
                          <a:pt x="47765" y="84702"/>
                        </a:cubicBezTo>
                        <a:cubicBezTo>
                          <a:pt x="53461" y="79916"/>
                          <a:pt x="56309" y="73518"/>
                          <a:pt x="56309" y="65507"/>
                        </a:cubicBezTo>
                        <a:cubicBezTo>
                          <a:pt x="56309" y="61700"/>
                          <a:pt x="55595" y="58091"/>
                          <a:pt x="54168" y="54680"/>
                        </a:cubicBezTo>
                        <a:cubicBezTo>
                          <a:pt x="52754" y="51283"/>
                          <a:pt x="50164" y="47271"/>
                          <a:pt x="46398" y="42644"/>
                        </a:cubicBezTo>
                        <a:cubicBezTo>
                          <a:pt x="45367" y="41441"/>
                          <a:pt x="42083" y="37977"/>
                          <a:pt x="36546" y="32253"/>
                        </a:cubicBezTo>
                        <a:cubicBezTo>
                          <a:pt x="31022" y="26529"/>
                          <a:pt x="23219" y="18525"/>
                          <a:pt x="13136" y="82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6" name="Freeform: Shape 95">
                    <a:extLst>
                      <a:ext uri="{FF2B5EF4-FFF2-40B4-BE49-F238E27FC236}">
                        <a16:creationId xmlns:a16="http://schemas.microsoft.com/office/drawing/2014/main" id="{5B2F8F1F-8797-DBDE-0F0F-8028C60CBBF9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269379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35 h 95994"/>
                      <a:gd name="connsiteX1" fmla="*/ 15437 w 63926"/>
                      <a:gd name="connsiteY1" fmla="*/ 74317 h 95994"/>
                      <a:gd name="connsiteX2" fmla="*/ 10580 w 63926"/>
                      <a:gd name="connsiteY2" fmla="*/ 45723 h 95994"/>
                      <a:gd name="connsiteX3" fmla="*/ 15437 w 63926"/>
                      <a:gd name="connsiteY3" fmla="*/ 17189 h 95994"/>
                      <a:gd name="connsiteX4" fmla="*/ 29966 w 63926"/>
                      <a:gd name="connsiteY4" fmla="*/ 7671 h 95994"/>
                      <a:gd name="connsiteX5" fmla="*/ 44556 w 63926"/>
                      <a:gd name="connsiteY5" fmla="*/ 17189 h 95994"/>
                      <a:gd name="connsiteX6" fmla="*/ 49432 w 63926"/>
                      <a:gd name="connsiteY6" fmla="*/ 45723 h 95994"/>
                      <a:gd name="connsiteX7" fmla="*/ 44556 w 63926"/>
                      <a:gd name="connsiteY7" fmla="*/ 74317 h 95994"/>
                      <a:gd name="connsiteX8" fmla="*/ 29966 w 63926"/>
                      <a:gd name="connsiteY8" fmla="*/ 83835 h 95994"/>
                      <a:gd name="connsiteX9" fmla="*/ 29966 w 63926"/>
                      <a:gd name="connsiteY9" fmla="*/ 93750 h 95994"/>
                      <a:gd name="connsiteX10" fmla="*/ 53733 w 63926"/>
                      <a:gd name="connsiteY10" fmla="*/ 81436 h 95994"/>
                      <a:gd name="connsiteX11" fmla="*/ 61940 w 63926"/>
                      <a:gd name="connsiteY11" fmla="*/ 45723 h 95994"/>
                      <a:gd name="connsiteX12" fmla="*/ 53733 w 63926"/>
                      <a:gd name="connsiteY12" fmla="*/ 10050 h 95994"/>
                      <a:gd name="connsiteX13" fmla="*/ 29966 w 63926"/>
                      <a:gd name="connsiteY13" fmla="*/ -2244 h 95994"/>
                      <a:gd name="connsiteX14" fmla="*/ 6219 w 63926"/>
                      <a:gd name="connsiteY14" fmla="*/ 10050 h 95994"/>
                      <a:gd name="connsiteX15" fmla="*/ -1987 w 63926"/>
                      <a:gd name="connsiteY15" fmla="*/ 45723 h 95994"/>
                      <a:gd name="connsiteX16" fmla="*/ 6219 w 63926"/>
                      <a:gd name="connsiteY16" fmla="*/ 81436 h 95994"/>
                      <a:gd name="connsiteX17" fmla="*/ 29966 w 63926"/>
                      <a:gd name="connsiteY17" fmla="*/ 9375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35"/>
                        </a:moveTo>
                        <a:cubicBezTo>
                          <a:pt x="23531" y="83835"/>
                          <a:pt x="18688" y="80663"/>
                          <a:pt x="15437" y="74317"/>
                        </a:cubicBezTo>
                        <a:cubicBezTo>
                          <a:pt x="12199" y="67985"/>
                          <a:pt x="10580" y="58454"/>
                          <a:pt x="10580" y="45723"/>
                        </a:cubicBezTo>
                        <a:cubicBezTo>
                          <a:pt x="10580" y="33046"/>
                          <a:pt x="12199" y="23534"/>
                          <a:pt x="15437" y="17189"/>
                        </a:cubicBezTo>
                        <a:cubicBezTo>
                          <a:pt x="18688" y="10843"/>
                          <a:pt x="23531" y="7671"/>
                          <a:pt x="29966" y="7671"/>
                        </a:cubicBezTo>
                        <a:cubicBezTo>
                          <a:pt x="36455" y="7671"/>
                          <a:pt x="41318" y="10843"/>
                          <a:pt x="44556" y="17189"/>
                        </a:cubicBezTo>
                        <a:cubicBezTo>
                          <a:pt x="47806" y="23534"/>
                          <a:pt x="49432" y="33046"/>
                          <a:pt x="49432" y="45723"/>
                        </a:cubicBezTo>
                        <a:cubicBezTo>
                          <a:pt x="49432" y="58454"/>
                          <a:pt x="47806" y="67985"/>
                          <a:pt x="44556" y="74317"/>
                        </a:cubicBezTo>
                        <a:cubicBezTo>
                          <a:pt x="41318" y="80663"/>
                          <a:pt x="36455" y="83835"/>
                          <a:pt x="29966" y="83835"/>
                        </a:cubicBezTo>
                        <a:close/>
                        <a:moveTo>
                          <a:pt x="29966" y="93750"/>
                        </a:moveTo>
                        <a:cubicBezTo>
                          <a:pt x="40340" y="93750"/>
                          <a:pt x="48262" y="89645"/>
                          <a:pt x="53733" y="81436"/>
                        </a:cubicBezTo>
                        <a:cubicBezTo>
                          <a:pt x="59204" y="73240"/>
                          <a:pt x="61940" y="61336"/>
                          <a:pt x="61940" y="45723"/>
                        </a:cubicBezTo>
                        <a:cubicBezTo>
                          <a:pt x="61940" y="30151"/>
                          <a:pt x="59204" y="18260"/>
                          <a:pt x="53733" y="10050"/>
                        </a:cubicBezTo>
                        <a:cubicBezTo>
                          <a:pt x="48262" y="1854"/>
                          <a:pt x="40340" y="-2244"/>
                          <a:pt x="29966" y="-2244"/>
                        </a:cubicBezTo>
                        <a:cubicBezTo>
                          <a:pt x="19606" y="-2244"/>
                          <a:pt x="11690" y="1854"/>
                          <a:pt x="6219" y="10050"/>
                        </a:cubicBezTo>
                        <a:cubicBezTo>
                          <a:pt x="748" y="18260"/>
                          <a:pt x="-1987" y="30151"/>
                          <a:pt x="-1987" y="45723"/>
                        </a:cubicBezTo>
                        <a:cubicBezTo>
                          <a:pt x="-1987" y="61336"/>
                          <a:pt x="748" y="73240"/>
                          <a:pt x="6219" y="81436"/>
                        </a:cubicBezTo>
                        <a:cubicBezTo>
                          <a:pt x="11690" y="89645"/>
                          <a:pt x="19606" y="93750"/>
                          <a:pt x="29966" y="9375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8C35497-3802-53D3-C17E-CAD46416DE1B}"/>
                </a:ext>
              </a:extLst>
            </p:cNvPr>
            <p:cNvSpPr/>
            <p:nvPr/>
          </p:nvSpPr>
          <p:spPr>
            <a:xfrm>
              <a:off x="3902551" y="2032095"/>
              <a:ext cx="12686" cy="2832591"/>
            </a:xfrm>
            <a:custGeom>
              <a:avLst/>
              <a:gdLst>
                <a:gd name="connsiteX0" fmla="*/ 0 w 12686"/>
                <a:gd name="connsiteY0" fmla="*/ 2832592 h 2832591"/>
                <a:gd name="connsiteX1" fmla="*/ 0 w 12686"/>
                <a:gd name="connsiteY1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832591">
                  <a:moveTo>
                    <a:pt x="0" y="2832592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9BCDEFB-FFAE-3494-277C-0F6526F1C34D}"/>
                </a:ext>
              </a:extLst>
            </p:cNvPr>
            <p:cNvSpPr/>
            <p:nvPr/>
          </p:nvSpPr>
          <p:spPr>
            <a:xfrm>
              <a:off x="8433056" y="2032095"/>
              <a:ext cx="12686" cy="2832591"/>
            </a:xfrm>
            <a:custGeom>
              <a:avLst/>
              <a:gdLst>
                <a:gd name="connsiteX0" fmla="*/ 0 w 12686"/>
                <a:gd name="connsiteY0" fmla="*/ 2832592 h 2832591"/>
                <a:gd name="connsiteX1" fmla="*/ 0 w 12686"/>
                <a:gd name="connsiteY1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832591">
                  <a:moveTo>
                    <a:pt x="0" y="2832592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10EAFD9-0F17-8F43-2476-D5379475451A}"/>
                </a:ext>
              </a:extLst>
            </p:cNvPr>
            <p:cNvSpPr/>
            <p:nvPr/>
          </p:nvSpPr>
          <p:spPr>
            <a:xfrm>
              <a:off x="3902551" y="4864686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60748D7F-E022-B829-35E0-61A411AD7C72}"/>
                </a:ext>
              </a:extLst>
            </p:cNvPr>
            <p:cNvSpPr/>
            <p:nvPr/>
          </p:nvSpPr>
          <p:spPr>
            <a:xfrm>
              <a:off x="3902551" y="2032095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105" name="Graphic 101">
            <a:extLst>
              <a:ext uri="{FF2B5EF4-FFF2-40B4-BE49-F238E27FC236}">
                <a16:creationId xmlns:a16="http://schemas.microsoft.com/office/drawing/2014/main" id="{635238EF-1B78-E058-732C-062B4BB52AFA}"/>
              </a:ext>
            </a:extLst>
          </p:cNvPr>
          <p:cNvGrpSpPr/>
          <p:nvPr/>
        </p:nvGrpSpPr>
        <p:grpSpPr>
          <a:xfrm>
            <a:off x="5310789" y="541065"/>
            <a:ext cx="4603913" cy="2884623"/>
            <a:chOff x="3851198" y="2028021"/>
            <a:chExt cx="4603913" cy="2884623"/>
          </a:xfrm>
        </p:grpSpPr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61ECBC13-495D-6931-164D-831CC17668CD}"/>
                </a:ext>
              </a:extLst>
            </p:cNvPr>
            <p:cNvSpPr/>
            <p:nvPr/>
          </p:nvSpPr>
          <p:spPr>
            <a:xfrm>
              <a:off x="3895648" y="2028554"/>
              <a:ext cx="4546762" cy="2839673"/>
            </a:xfrm>
            <a:custGeom>
              <a:avLst/>
              <a:gdLst>
                <a:gd name="connsiteX0" fmla="*/ 0 w 4546762"/>
                <a:gd name="connsiteY0" fmla="*/ 2839674 h 2839673"/>
                <a:gd name="connsiteX1" fmla="*/ 4546763 w 4546762"/>
                <a:gd name="connsiteY1" fmla="*/ 2839674 h 2839673"/>
                <a:gd name="connsiteX2" fmla="*/ 4546763 w 4546762"/>
                <a:gd name="connsiteY2" fmla="*/ 0 h 2839673"/>
                <a:gd name="connsiteX3" fmla="*/ 0 w 4546762"/>
                <a:gd name="connsiteY3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762" h="2839673">
                  <a:moveTo>
                    <a:pt x="0" y="2839674"/>
                  </a:moveTo>
                  <a:lnTo>
                    <a:pt x="4546763" y="2839674"/>
                  </a:lnTo>
                  <a:lnTo>
                    <a:pt x="4546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107" name="Picture 106">
              <a:extLst>
                <a:ext uri="{FF2B5EF4-FFF2-40B4-BE49-F238E27FC236}">
                  <a16:creationId xmlns:a16="http://schemas.microsoft.com/office/drawing/2014/main" id="{739B149F-C159-F700-3048-D186DEE44B2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flipV="1">
              <a:off x="3895648" y="2028021"/>
              <a:ext cx="4546854" cy="2840206"/>
            </a:xfrm>
            <a:custGeom>
              <a:avLst/>
              <a:gdLst>
                <a:gd name="connsiteX0" fmla="*/ 0 w 4546854"/>
                <a:gd name="connsiteY0" fmla="*/ 125 h 2840206"/>
                <a:gd name="connsiteX1" fmla="*/ 4546854 w 4546854"/>
                <a:gd name="connsiteY1" fmla="*/ 125 h 2840206"/>
                <a:gd name="connsiteX2" fmla="*/ 4546854 w 4546854"/>
                <a:gd name="connsiteY2" fmla="*/ 2840332 h 2840206"/>
                <a:gd name="connsiteX3" fmla="*/ 0 w 4546854"/>
                <a:gd name="connsiteY3" fmla="*/ 2840332 h 284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854" h="2840206">
                  <a:moveTo>
                    <a:pt x="0" y="125"/>
                  </a:moveTo>
                  <a:lnTo>
                    <a:pt x="4546854" y="125"/>
                  </a:lnTo>
                  <a:lnTo>
                    <a:pt x="4546854" y="2840332"/>
                  </a:lnTo>
                  <a:lnTo>
                    <a:pt x="0" y="2840332"/>
                  </a:lnTo>
                  <a:close/>
                </a:path>
              </a:pathLst>
            </a:custGeom>
          </p:spPr>
        </p:pic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4F0BCA9F-D741-21C3-93F6-1974721A38AF}"/>
                </a:ext>
              </a:extLst>
            </p:cNvPr>
            <p:cNvSpPr/>
            <p:nvPr/>
          </p:nvSpPr>
          <p:spPr>
            <a:xfrm>
              <a:off x="5718459" y="3394347"/>
              <a:ext cx="283232" cy="113749"/>
            </a:xfrm>
            <a:custGeom>
              <a:avLst/>
              <a:gdLst>
                <a:gd name="connsiteX0" fmla="*/ 283233 w 283232"/>
                <a:gd name="connsiteY0" fmla="*/ 4551 h 113749"/>
                <a:gd name="connsiteX1" fmla="*/ 281465 w 283232"/>
                <a:gd name="connsiteY1" fmla="*/ 113750 h 113749"/>
                <a:gd name="connsiteX2" fmla="*/ 0 w 283232"/>
                <a:gd name="connsiteY2" fmla="*/ 109200 h 113749"/>
                <a:gd name="connsiteX3" fmla="*/ 1768 w 283232"/>
                <a:gd name="connsiteY3" fmla="*/ 0 h 1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3232" h="113749">
                  <a:moveTo>
                    <a:pt x="283233" y="4551"/>
                  </a:moveTo>
                  <a:lnTo>
                    <a:pt x="281465" y="113750"/>
                  </a:lnTo>
                  <a:lnTo>
                    <a:pt x="0" y="109200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B07CB82-64BB-0523-BB9B-02926C7F7F14}"/>
                </a:ext>
              </a:extLst>
            </p:cNvPr>
            <p:cNvSpPr/>
            <p:nvPr/>
          </p:nvSpPr>
          <p:spPr>
            <a:xfrm>
              <a:off x="5890645" y="3397130"/>
              <a:ext cx="110162" cy="109199"/>
            </a:xfrm>
            <a:custGeom>
              <a:avLst/>
              <a:gdLst>
                <a:gd name="connsiteX0" fmla="*/ 110162 w 110162"/>
                <a:gd name="connsiteY0" fmla="*/ 56366 h 109199"/>
                <a:gd name="connsiteX1" fmla="*/ 0 w 110162"/>
                <a:gd name="connsiteY1" fmla="*/ 109200 h 109199"/>
                <a:gd name="connsiteX2" fmla="*/ 1768 w 110162"/>
                <a:gd name="connsiteY2" fmla="*/ 0 h 10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162" h="109199">
                  <a:moveTo>
                    <a:pt x="110162" y="56366"/>
                  </a:moveTo>
                  <a:lnTo>
                    <a:pt x="0" y="109200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10" name="Graphic 101">
              <a:extLst>
                <a:ext uri="{FF2B5EF4-FFF2-40B4-BE49-F238E27FC236}">
                  <a16:creationId xmlns:a16="http://schemas.microsoft.com/office/drawing/2014/main" id="{A1A89F22-D2BF-036B-946D-3266CCC8CE3C}"/>
                </a:ext>
              </a:extLst>
            </p:cNvPr>
            <p:cNvGrpSpPr/>
            <p:nvPr/>
          </p:nvGrpSpPr>
          <p:grpSpPr>
            <a:xfrm>
              <a:off x="3895648" y="4868227"/>
              <a:ext cx="4559463" cy="44417"/>
              <a:chOff x="3895648" y="4868227"/>
              <a:chExt cx="4559463" cy="44417"/>
            </a:xfrm>
            <a:solidFill>
              <a:srgbClr val="000000"/>
            </a:solidFill>
          </p:grpSpPr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FE4AD32A-E5FB-31E3-327D-38EE01288A74}"/>
                  </a:ext>
                </a:extLst>
              </p:cNvPr>
              <p:cNvSpPr/>
              <p:nvPr/>
            </p:nvSpPr>
            <p:spPr>
              <a:xfrm>
                <a:off x="3895648" y="4868227"/>
                <a:ext cx="12700" cy="44417"/>
              </a:xfrm>
              <a:custGeom>
                <a:avLst/>
                <a:gdLst>
                  <a:gd name="connsiteX0" fmla="*/ 58 w 12700"/>
                  <a:gd name="connsiteY0" fmla="*/ 286 h 44417"/>
                  <a:gd name="connsiteX1" fmla="*/ 58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58" y="286"/>
                    </a:moveTo>
                    <a:lnTo>
                      <a:pt x="58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05185E43-780F-4824-2813-FFF904B2FD57}"/>
                  </a:ext>
                </a:extLst>
              </p:cNvPr>
              <p:cNvSpPr/>
              <p:nvPr/>
            </p:nvSpPr>
            <p:spPr>
              <a:xfrm>
                <a:off x="4463994" y="4868227"/>
                <a:ext cx="12700" cy="44417"/>
              </a:xfrm>
              <a:custGeom>
                <a:avLst/>
                <a:gdLst>
                  <a:gd name="connsiteX0" fmla="*/ 102 w 12700"/>
                  <a:gd name="connsiteY0" fmla="*/ 286 h 44417"/>
                  <a:gd name="connsiteX1" fmla="*/ 102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02" y="286"/>
                    </a:moveTo>
                    <a:lnTo>
                      <a:pt x="102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90C10B05-2CE2-554D-61B9-6997F44AA727}"/>
                  </a:ext>
                </a:extLst>
              </p:cNvPr>
              <p:cNvSpPr/>
              <p:nvPr/>
            </p:nvSpPr>
            <p:spPr>
              <a:xfrm>
                <a:off x="5032339" y="4868227"/>
                <a:ext cx="12700" cy="44417"/>
              </a:xfrm>
              <a:custGeom>
                <a:avLst/>
                <a:gdLst>
                  <a:gd name="connsiteX0" fmla="*/ 147 w 12700"/>
                  <a:gd name="connsiteY0" fmla="*/ 286 h 44417"/>
                  <a:gd name="connsiteX1" fmla="*/ 147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47" y="286"/>
                    </a:moveTo>
                    <a:lnTo>
                      <a:pt x="147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F8930D6F-7EC0-7FA7-7F0C-187EB6230CE2}"/>
                  </a:ext>
                </a:extLst>
              </p:cNvPr>
              <p:cNvSpPr/>
              <p:nvPr/>
            </p:nvSpPr>
            <p:spPr>
              <a:xfrm>
                <a:off x="5600684" y="4868227"/>
                <a:ext cx="12700" cy="44417"/>
              </a:xfrm>
              <a:custGeom>
                <a:avLst/>
                <a:gdLst>
                  <a:gd name="connsiteX0" fmla="*/ 192 w 12700"/>
                  <a:gd name="connsiteY0" fmla="*/ 286 h 44417"/>
                  <a:gd name="connsiteX1" fmla="*/ 192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92" y="286"/>
                    </a:moveTo>
                    <a:lnTo>
                      <a:pt x="192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92AA0713-B850-DF18-1245-9BDCD7DC69E6}"/>
                  </a:ext>
                </a:extLst>
              </p:cNvPr>
              <p:cNvSpPr/>
              <p:nvPr/>
            </p:nvSpPr>
            <p:spPr>
              <a:xfrm>
                <a:off x="6169030" y="4868227"/>
                <a:ext cx="12700" cy="44417"/>
              </a:xfrm>
              <a:custGeom>
                <a:avLst/>
                <a:gdLst>
                  <a:gd name="connsiteX0" fmla="*/ 237 w 12700"/>
                  <a:gd name="connsiteY0" fmla="*/ 286 h 44417"/>
                  <a:gd name="connsiteX1" fmla="*/ 237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37" y="286"/>
                    </a:moveTo>
                    <a:lnTo>
                      <a:pt x="237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C5A8C71F-3B55-1423-41F7-1BA5B33A43F5}"/>
                  </a:ext>
                </a:extLst>
              </p:cNvPr>
              <p:cNvSpPr/>
              <p:nvPr/>
            </p:nvSpPr>
            <p:spPr>
              <a:xfrm>
                <a:off x="6737375" y="4868227"/>
                <a:ext cx="12700" cy="44417"/>
              </a:xfrm>
              <a:custGeom>
                <a:avLst/>
                <a:gdLst>
                  <a:gd name="connsiteX0" fmla="*/ 282 w 12700"/>
                  <a:gd name="connsiteY0" fmla="*/ 286 h 44417"/>
                  <a:gd name="connsiteX1" fmla="*/ 282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82" y="286"/>
                    </a:moveTo>
                    <a:lnTo>
                      <a:pt x="282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50C7BCAF-D192-7C45-834A-3275337D71DC}"/>
                  </a:ext>
                </a:extLst>
              </p:cNvPr>
              <p:cNvSpPr/>
              <p:nvPr/>
            </p:nvSpPr>
            <p:spPr>
              <a:xfrm>
                <a:off x="7305720" y="4868227"/>
                <a:ext cx="12700" cy="44417"/>
              </a:xfrm>
              <a:custGeom>
                <a:avLst/>
                <a:gdLst>
                  <a:gd name="connsiteX0" fmla="*/ 326 w 12700"/>
                  <a:gd name="connsiteY0" fmla="*/ 286 h 44417"/>
                  <a:gd name="connsiteX1" fmla="*/ 326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26" y="286"/>
                    </a:moveTo>
                    <a:lnTo>
                      <a:pt x="326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176C5E3D-B2B4-2F1A-7BCB-D95777906A43}"/>
                  </a:ext>
                </a:extLst>
              </p:cNvPr>
              <p:cNvSpPr/>
              <p:nvPr/>
            </p:nvSpPr>
            <p:spPr>
              <a:xfrm>
                <a:off x="7874066" y="4868227"/>
                <a:ext cx="12700" cy="44417"/>
              </a:xfrm>
              <a:custGeom>
                <a:avLst/>
                <a:gdLst>
                  <a:gd name="connsiteX0" fmla="*/ 371 w 12700"/>
                  <a:gd name="connsiteY0" fmla="*/ 286 h 44417"/>
                  <a:gd name="connsiteX1" fmla="*/ 371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71" y="286"/>
                    </a:moveTo>
                    <a:lnTo>
                      <a:pt x="371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66F000C4-7BC0-D50A-07E9-33797E0DDA8F}"/>
                  </a:ext>
                </a:extLst>
              </p:cNvPr>
              <p:cNvSpPr/>
              <p:nvPr/>
            </p:nvSpPr>
            <p:spPr>
              <a:xfrm>
                <a:off x="8442411" y="4868227"/>
                <a:ext cx="12700" cy="44417"/>
              </a:xfrm>
              <a:custGeom>
                <a:avLst/>
                <a:gdLst>
                  <a:gd name="connsiteX0" fmla="*/ 416 w 12700"/>
                  <a:gd name="connsiteY0" fmla="*/ 286 h 44417"/>
                  <a:gd name="connsiteX1" fmla="*/ 416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416" y="286"/>
                    </a:moveTo>
                    <a:lnTo>
                      <a:pt x="416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165" name="Graphic 101">
              <a:extLst>
                <a:ext uri="{FF2B5EF4-FFF2-40B4-BE49-F238E27FC236}">
                  <a16:creationId xmlns:a16="http://schemas.microsoft.com/office/drawing/2014/main" id="{B9F8E0C2-3759-7FD0-F4DD-5CC12192B816}"/>
                </a:ext>
              </a:extLst>
            </p:cNvPr>
            <p:cNvGrpSpPr/>
            <p:nvPr/>
          </p:nvGrpSpPr>
          <p:grpSpPr>
            <a:xfrm>
              <a:off x="3851198" y="2312521"/>
              <a:ext cx="44450" cy="2284429"/>
              <a:chOff x="3851198" y="2312521"/>
              <a:chExt cx="44450" cy="2284429"/>
            </a:xfrm>
            <a:solidFill>
              <a:srgbClr val="000000"/>
            </a:solidFill>
          </p:grpSpPr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A7644D6F-59AF-2E65-C6E2-B3A519B32D82}"/>
                  </a:ext>
                </a:extLst>
              </p:cNvPr>
              <p:cNvSpPr/>
              <p:nvPr/>
            </p:nvSpPr>
            <p:spPr>
              <a:xfrm>
                <a:off x="3851198" y="4584260"/>
                <a:ext cx="44450" cy="12690"/>
              </a:xfrm>
              <a:custGeom>
                <a:avLst/>
                <a:gdLst>
                  <a:gd name="connsiteX0" fmla="*/ 44508 w 44450"/>
                  <a:gd name="connsiteY0" fmla="*/ 264 h 12690"/>
                  <a:gd name="connsiteX1" fmla="*/ 58 w 44450"/>
                  <a:gd name="connsiteY1" fmla="*/ 26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64"/>
                    </a:moveTo>
                    <a:lnTo>
                      <a:pt x="58" y="26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F9175E55-AE90-46A7-3D8E-9551CF2FA3C8}"/>
                  </a:ext>
                </a:extLst>
              </p:cNvPr>
              <p:cNvSpPr/>
              <p:nvPr/>
            </p:nvSpPr>
            <p:spPr>
              <a:xfrm>
                <a:off x="3851198" y="4016325"/>
                <a:ext cx="44450" cy="12690"/>
              </a:xfrm>
              <a:custGeom>
                <a:avLst/>
                <a:gdLst>
                  <a:gd name="connsiteX0" fmla="*/ 44508 w 44450"/>
                  <a:gd name="connsiteY0" fmla="*/ 219 h 12690"/>
                  <a:gd name="connsiteX1" fmla="*/ 58 w 44450"/>
                  <a:gd name="connsiteY1" fmla="*/ 21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19"/>
                    </a:moveTo>
                    <a:lnTo>
                      <a:pt x="58" y="219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A5DB8AAF-1BB7-8516-3FFD-D8366115A2F4}"/>
                  </a:ext>
                </a:extLst>
              </p:cNvPr>
              <p:cNvSpPr/>
              <p:nvPr/>
            </p:nvSpPr>
            <p:spPr>
              <a:xfrm>
                <a:off x="3851198" y="3448391"/>
                <a:ext cx="44450" cy="12690"/>
              </a:xfrm>
              <a:custGeom>
                <a:avLst/>
                <a:gdLst>
                  <a:gd name="connsiteX0" fmla="*/ 44508 w 44450"/>
                  <a:gd name="connsiteY0" fmla="*/ 175 h 12690"/>
                  <a:gd name="connsiteX1" fmla="*/ 58 w 44450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09C521D0-289D-1FF4-F664-3DDA071F35D0}"/>
                  </a:ext>
                </a:extLst>
              </p:cNvPr>
              <p:cNvSpPr/>
              <p:nvPr/>
            </p:nvSpPr>
            <p:spPr>
              <a:xfrm>
                <a:off x="3851198" y="2880456"/>
                <a:ext cx="44450" cy="12690"/>
              </a:xfrm>
              <a:custGeom>
                <a:avLst/>
                <a:gdLst>
                  <a:gd name="connsiteX0" fmla="*/ 44508 w 44450"/>
                  <a:gd name="connsiteY0" fmla="*/ 130 h 12690"/>
                  <a:gd name="connsiteX1" fmla="*/ 58 w 44450"/>
                  <a:gd name="connsiteY1" fmla="*/ 13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30"/>
                    </a:moveTo>
                    <a:lnTo>
                      <a:pt x="58" y="130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8AE45531-9AF5-24A0-DAF3-40B2BB71D695}"/>
                  </a:ext>
                </a:extLst>
              </p:cNvPr>
              <p:cNvSpPr/>
              <p:nvPr/>
            </p:nvSpPr>
            <p:spPr>
              <a:xfrm>
                <a:off x="3851198" y="2312521"/>
                <a:ext cx="44450" cy="12690"/>
              </a:xfrm>
              <a:custGeom>
                <a:avLst/>
                <a:gdLst>
                  <a:gd name="connsiteX0" fmla="*/ 44508 w 44450"/>
                  <a:gd name="connsiteY0" fmla="*/ 85 h 12690"/>
                  <a:gd name="connsiteX1" fmla="*/ 58 w 44450"/>
                  <a:gd name="connsiteY1" fmla="*/ 8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85"/>
                    </a:moveTo>
                    <a:lnTo>
                      <a:pt x="58" y="8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35FD593B-0261-7377-F6B6-53A6308A5B88}"/>
                </a:ext>
              </a:extLst>
            </p:cNvPr>
            <p:cNvSpPr/>
            <p:nvPr/>
          </p:nvSpPr>
          <p:spPr>
            <a:xfrm>
              <a:off x="3895648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5963093-A710-91DB-A15F-C1C65A3BA95D}"/>
                </a:ext>
              </a:extLst>
            </p:cNvPr>
            <p:cNvSpPr/>
            <p:nvPr/>
          </p:nvSpPr>
          <p:spPr>
            <a:xfrm>
              <a:off x="8442411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98BE9971-C623-857D-0C58-1B851CBE1C17}"/>
                </a:ext>
              </a:extLst>
            </p:cNvPr>
            <p:cNvSpPr/>
            <p:nvPr/>
          </p:nvSpPr>
          <p:spPr>
            <a:xfrm>
              <a:off x="3895648" y="4868227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7F238920-7006-5CA9-8AFD-968926A88EF6}"/>
                </a:ext>
              </a:extLst>
            </p:cNvPr>
            <p:cNvSpPr/>
            <p:nvPr/>
          </p:nvSpPr>
          <p:spPr>
            <a:xfrm>
              <a:off x="3895648" y="202855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204" name="Graphic 200">
            <a:extLst>
              <a:ext uri="{FF2B5EF4-FFF2-40B4-BE49-F238E27FC236}">
                <a16:creationId xmlns:a16="http://schemas.microsoft.com/office/drawing/2014/main" id="{09C10EE5-116F-2685-0A72-6757DE312A19}"/>
              </a:ext>
            </a:extLst>
          </p:cNvPr>
          <p:cNvGrpSpPr/>
          <p:nvPr/>
        </p:nvGrpSpPr>
        <p:grpSpPr>
          <a:xfrm>
            <a:off x="9932965" y="536194"/>
            <a:ext cx="4603913" cy="2884623"/>
            <a:chOff x="3851198" y="2028021"/>
            <a:chExt cx="4603913" cy="2884623"/>
          </a:xfrm>
        </p:grpSpPr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DA014DBA-3993-9D13-6D6B-5B8630CE9A46}"/>
                </a:ext>
              </a:extLst>
            </p:cNvPr>
            <p:cNvSpPr/>
            <p:nvPr/>
          </p:nvSpPr>
          <p:spPr>
            <a:xfrm>
              <a:off x="3895648" y="2028554"/>
              <a:ext cx="4546762" cy="2839673"/>
            </a:xfrm>
            <a:custGeom>
              <a:avLst/>
              <a:gdLst>
                <a:gd name="connsiteX0" fmla="*/ 0 w 4546762"/>
                <a:gd name="connsiteY0" fmla="*/ 2839674 h 2839673"/>
                <a:gd name="connsiteX1" fmla="*/ 4546763 w 4546762"/>
                <a:gd name="connsiteY1" fmla="*/ 2839674 h 2839673"/>
                <a:gd name="connsiteX2" fmla="*/ 4546763 w 4546762"/>
                <a:gd name="connsiteY2" fmla="*/ 0 h 2839673"/>
                <a:gd name="connsiteX3" fmla="*/ 0 w 4546762"/>
                <a:gd name="connsiteY3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762" h="2839673">
                  <a:moveTo>
                    <a:pt x="0" y="2839674"/>
                  </a:moveTo>
                  <a:lnTo>
                    <a:pt x="4546763" y="2839674"/>
                  </a:lnTo>
                  <a:lnTo>
                    <a:pt x="4546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206" name="Picture 205">
              <a:extLst>
                <a:ext uri="{FF2B5EF4-FFF2-40B4-BE49-F238E27FC236}">
                  <a16:creationId xmlns:a16="http://schemas.microsoft.com/office/drawing/2014/main" id="{B5E9440F-D148-E383-89F9-929C790EFC5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flipV="1">
              <a:off x="3895648" y="2028021"/>
              <a:ext cx="4546854" cy="2840206"/>
            </a:xfrm>
            <a:custGeom>
              <a:avLst/>
              <a:gdLst>
                <a:gd name="connsiteX0" fmla="*/ 0 w 4546854"/>
                <a:gd name="connsiteY0" fmla="*/ 125 h 2840206"/>
                <a:gd name="connsiteX1" fmla="*/ 4546854 w 4546854"/>
                <a:gd name="connsiteY1" fmla="*/ 125 h 2840206"/>
                <a:gd name="connsiteX2" fmla="*/ 4546854 w 4546854"/>
                <a:gd name="connsiteY2" fmla="*/ 2840332 h 2840206"/>
                <a:gd name="connsiteX3" fmla="*/ 0 w 4546854"/>
                <a:gd name="connsiteY3" fmla="*/ 2840332 h 284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854" h="2840206">
                  <a:moveTo>
                    <a:pt x="0" y="125"/>
                  </a:moveTo>
                  <a:lnTo>
                    <a:pt x="4546854" y="125"/>
                  </a:lnTo>
                  <a:lnTo>
                    <a:pt x="4546854" y="2840332"/>
                  </a:lnTo>
                  <a:lnTo>
                    <a:pt x="0" y="2840332"/>
                  </a:lnTo>
                  <a:close/>
                </a:path>
              </a:pathLst>
            </a:custGeom>
          </p:spPr>
        </p:pic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EABCC24-4EAA-1A6E-E912-24B43A60698C}"/>
                </a:ext>
              </a:extLst>
            </p:cNvPr>
            <p:cNvSpPr/>
            <p:nvPr/>
          </p:nvSpPr>
          <p:spPr>
            <a:xfrm>
              <a:off x="5726336" y="3393014"/>
              <a:ext cx="282399" cy="111546"/>
            </a:xfrm>
            <a:custGeom>
              <a:avLst/>
              <a:gdLst>
                <a:gd name="connsiteX0" fmla="*/ 282399 w 282399"/>
                <a:gd name="connsiteY0" fmla="*/ 2336 h 111546"/>
                <a:gd name="connsiteX1" fmla="*/ 281492 w 282399"/>
                <a:gd name="connsiteY1" fmla="*/ 111546 h 111546"/>
                <a:gd name="connsiteX2" fmla="*/ 0 w 282399"/>
                <a:gd name="connsiteY2" fmla="*/ 109210 h 111546"/>
                <a:gd name="connsiteX3" fmla="*/ 908 w 282399"/>
                <a:gd name="connsiteY3" fmla="*/ 0 h 111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399" h="111546">
                  <a:moveTo>
                    <a:pt x="282399" y="2336"/>
                  </a:moveTo>
                  <a:lnTo>
                    <a:pt x="281492" y="111546"/>
                  </a:lnTo>
                  <a:lnTo>
                    <a:pt x="0" y="109210"/>
                  </a:lnTo>
                  <a:lnTo>
                    <a:pt x="908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E92E992-1314-629C-F520-2868A7244ADD}"/>
                </a:ext>
              </a:extLst>
            </p:cNvPr>
            <p:cNvSpPr/>
            <p:nvPr/>
          </p:nvSpPr>
          <p:spPr>
            <a:xfrm>
              <a:off x="5898539" y="3394443"/>
              <a:ext cx="109742" cy="109209"/>
            </a:xfrm>
            <a:custGeom>
              <a:avLst/>
              <a:gdLst>
                <a:gd name="connsiteX0" fmla="*/ 109743 w 109742"/>
                <a:gd name="connsiteY0" fmla="*/ 55512 h 109209"/>
                <a:gd name="connsiteX1" fmla="*/ 0 w 109742"/>
                <a:gd name="connsiteY1" fmla="*/ 109210 h 109209"/>
                <a:gd name="connsiteX2" fmla="*/ 908 w 109742"/>
                <a:gd name="connsiteY2" fmla="*/ 0 h 109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742" h="109209">
                  <a:moveTo>
                    <a:pt x="109743" y="55512"/>
                  </a:moveTo>
                  <a:lnTo>
                    <a:pt x="0" y="109210"/>
                  </a:lnTo>
                  <a:lnTo>
                    <a:pt x="908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209" name="Graphic 200">
              <a:extLst>
                <a:ext uri="{FF2B5EF4-FFF2-40B4-BE49-F238E27FC236}">
                  <a16:creationId xmlns:a16="http://schemas.microsoft.com/office/drawing/2014/main" id="{F66D6705-E416-CA67-8000-A50F294FDBF5}"/>
                </a:ext>
              </a:extLst>
            </p:cNvPr>
            <p:cNvGrpSpPr/>
            <p:nvPr/>
          </p:nvGrpSpPr>
          <p:grpSpPr>
            <a:xfrm>
              <a:off x="3895648" y="4868227"/>
              <a:ext cx="4559463" cy="44417"/>
              <a:chOff x="3895648" y="4868227"/>
              <a:chExt cx="4559463" cy="44417"/>
            </a:xfrm>
            <a:solidFill>
              <a:srgbClr val="000000"/>
            </a:solidFill>
          </p:grpSpPr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6EA13C77-41E9-0EB9-95A2-00AFED3C64B7}"/>
                  </a:ext>
                </a:extLst>
              </p:cNvPr>
              <p:cNvSpPr/>
              <p:nvPr/>
            </p:nvSpPr>
            <p:spPr>
              <a:xfrm>
                <a:off x="3895648" y="4868227"/>
                <a:ext cx="12700" cy="44417"/>
              </a:xfrm>
              <a:custGeom>
                <a:avLst/>
                <a:gdLst>
                  <a:gd name="connsiteX0" fmla="*/ 58 w 12700"/>
                  <a:gd name="connsiteY0" fmla="*/ 286 h 44417"/>
                  <a:gd name="connsiteX1" fmla="*/ 58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58" y="286"/>
                    </a:moveTo>
                    <a:lnTo>
                      <a:pt x="58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B2272549-39D5-18B0-5555-049CF0DAA0C0}"/>
                  </a:ext>
                </a:extLst>
              </p:cNvPr>
              <p:cNvSpPr/>
              <p:nvPr/>
            </p:nvSpPr>
            <p:spPr>
              <a:xfrm>
                <a:off x="4463994" y="4868227"/>
                <a:ext cx="12700" cy="44417"/>
              </a:xfrm>
              <a:custGeom>
                <a:avLst/>
                <a:gdLst>
                  <a:gd name="connsiteX0" fmla="*/ 102 w 12700"/>
                  <a:gd name="connsiteY0" fmla="*/ 286 h 44417"/>
                  <a:gd name="connsiteX1" fmla="*/ 102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02" y="286"/>
                    </a:moveTo>
                    <a:lnTo>
                      <a:pt x="102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5B811770-57C8-AFD8-0469-FFDD1514638E}"/>
                  </a:ext>
                </a:extLst>
              </p:cNvPr>
              <p:cNvSpPr/>
              <p:nvPr/>
            </p:nvSpPr>
            <p:spPr>
              <a:xfrm>
                <a:off x="5032339" y="4868227"/>
                <a:ext cx="12700" cy="44417"/>
              </a:xfrm>
              <a:custGeom>
                <a:avLst/>
                <a:gdLst>
                  <a:gd name="connsiteX0" fmla="*/ 147 w 12700"/>
                  <a:gd name="connsiteY0" fmla="*/ 286 h 44417"/>
                  <a:gd name="connsiteX1" fmla="*/ 147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47" y="286"/>
                    </a:moveTo>
                    <a:lnTo>
                      <a:pt x="147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77A4B9E1-6FE2-F8F2-DD43-6CD0317EB6F9}"/>
                  </a:ext>
                </a:extLst>
              </p:cNvPr>
              <p:cNvSpPr/>
              <p:nvPr/>
            </p:nvSpPr>
            <p:spPr>
              <a:xfrm>
                <a:off x="5600684" y="4868227"/>
                <a:ext cx="12700" cy="44417"/>
              </a:xfrm>
              <a:custGeom>
                <a:avLst/>
                <a:gdLst>
                  <a:gd name="connsiteX0" fmla="*/ 192 w 12700"/>
                  <a:gd name="connsiteY0" fmla="*/ 286 h 44417"/>
                  <a:gd name="connsiteX1" fmla="*/ 192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92" y="286"/>
                    </a:moveTo>
                    <a:lnTo>
                      <a:pt x="192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D6D0AEAD-2625-F08A-3B04-AA3D1319D207}"/>
                  </a:ext>
                </a:extLst>
              </p:cNvPr>
              <p:cNvSpPr/>
              <p:nvPr/>
            </p:nvSpPr>
            <p:spPr>
              <a:xfrm>
                <a:off x="6169030" y="4868227"/>
                <a:ext cx="12700" cy="44417"/>
              </a:xfrm>
              <a:custGeom>
                <a:avLst/>
                <a:gdLst>
                  <a:gd name="connsiteX0" fmla="*/ 237 w 12700"/>
                  <a:gd name="connsiteY0" fmla="*/ 286 h 44417"/>
                  <a:gd name="connsiteX1" fmla="*/ 237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37" y="286"/>
                    </a:moveTo>
                    <a:lnTo>
                      <a:pt x="237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7F52202D-496C-2CEA-7453-297313BF89DF}"/>
                  </a:ext>
                </a:extLst>
              </p:cNvPr>
              <p:cNvSpPr/>
              <p:nvPr/>
            </p:nvSpPr>
            <p:spPr>
              <a:xfrm>
                <a:off x="6737375" y="4868227"/>
                <a:ext cx="12700" cy="44417"/>
              </a:xfrm>
              <a:custGeom>
                <a:avLst/>
                <a:gdLst>
                  <a:gd name="connsiteX0" fmla="*/ 282 w 12700"/>
                  <a:gd name="connsiteY0" fmla="*/ 286 h 44417"/>
                  <a:gd name="connsiteX1" fmla="*/ 282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82" y="286"/>
                    </a:moveTo>
                    <a:lnTo>
                      <a:pt x="282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12791B0D-FFC1-B067-2D43-9D727DFB29CC}"/>
                  </a:ext>
                </a:extLst>
              </p:cNvPr>
              <p:cNvSpPr/>
              <p:nvPr/>
            </p:nvSpPr>
            <p:spPr>
              <a:xfrm>
                <a:off x="7305720" y="4868227"/>
                <a:ext cx="12700" cy="44417"/>
              </a:xfrm>
              <a:custGeom>
                <a:avLst/>
                <a:gdLst>
                  <a:gd name="connsiteX0" fmla="*/ 326 w 12700"/>
                  <a:gd name="connsiteY0" fmla="*/ 286 h 44417"/>
                  <a:gd name="connsiteX1" fmla="*/ 326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26" y="286"/>
                    </a:moveTo>
                    <a:lnTo>
                      <a:pt x="326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2735615B-CE63-81E9-7B17-CA651D41D86B}"/>
                  </a:ext>
                </a:extLst>
              </p:cNvPr>
              <p:cNvSpPr/>
              <p:nvPr/>
            </p:nvSpPr>
            <p:spPr>
              <a:xfrm>
                <a:off x="7874066" y="4868227"/>
                <a:ext cx="12700" cy="44417"/>
              </a:xfrm>
              <a:custGeom>
                <a:avLst/>
                <a:gdLst>
                  <a:gd name="connsiteX0" fmla="*/ 371 w 12700"/>
                  <a:gd name="connsiteY0" fmla="*/ 286 h 44417"/>
                  <a:gd name="connsiteX1" fmla="*/ 371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71" y="286"/>
                    </a:moveTo>
                    <a:lnTo>
                      <a:pt x="371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8EFDFDE1-85E7-DE88-7F2C-2253DE8AAEDC}"/>
                  </a:ext>
                </a:extLst>
              </p:cNvPr>
              <p:cNvSpPr/>
              <p:nvPr/>
            </p:nvSpPr>
            <p:spPr>
              <a:xfrm>
                <a:off x="8442411" y="4868227"/>
                <a:ext cx="12700" cy="44417"/>
              </a:xfrm>
              <a:custGeom>
                <a:avLst/>
                <a:gdLst>
                  <a:gd name="connsiteX0" fmla="*/ 416 w 12700"/>
                  <a:gd name="connsiteY0" fmla="*/ 286 h 44417"/>
                  <a:gd name="connsiteX1" fmla="*/ 416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416" y="286"/>
                    </a:moveTo>
                    <a:lnTo>
                      <a:pt x="416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264" name="Graphic 200">
              <a:extLst>
                <a:ext uri="{FF2B5EF4-FFF2-40B4-BE49-F238E27FC236}">
                  <a16:creationId xmlns:a16="http://schemas.microsoft.com/office/drawing/2014/main" id="{D4FB32DD-C45C-B0A0-521E-A593BFE942E5}"/>
                </a:ext>
              </a:extLst>
            </p:cNvPr>
            <p:cNvGrpSpPr/>
            <p:nvPr/>
          </p:nvGrpSpPr>
          <p:grpSpPr>
            <a:xfrm>
              <a:off x="3851198" y="2312521"/>
              <a:ext cx="44450" cy="2284429"/>
              <a:chOff x="3851198" y="2312521"/>
              <a:chExt cx="44450" cy="2284429"/>
            </a:xfrm>
            <a:solidFill>
              <a:srgbClr val="000000"/>
            </a:solidFill>
          </p:grpSpPr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5F27D0F7-A47F-AE64-4F6B-715142FF833B}"/>
                  </a:ext>
                </a:extLst>
              </p:cNvPr>
              <p:cNvSpPr/>
              <p:nvPr/>
            </p:nvSpPr>
            <p:spPr>
              <a:xfrm>
                <a:off x="3851198" y="4584260"/>
                <a:ext cx="44450" cy="12690"/>
              </a:xfrm>
              <a:custGeom>
                <a:avLst/>
                <a:gdLst>
                  <a:gd name="connsiteX0" fmla="*/ 44508 w 44450"/>
                  <a:gd name="connsiteY0" fmla="*/ 264 h 12690"/>
                  <a:gd name="connsiteX1" fmla="*/ 58 w 44450"/>
                  <a:gd name="connsiteY1" fmla="*/ 26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64"/>
                    </a:moveTo>
                    <a:lnTo>
                      <a:pt x="58" y="26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234BC44C-48B8-6B8C-384F-FA84095BA375}"/>
                  </a:ext>
                </a:extLst>
              </p:cNvPr>
              <p:cNvSpPr/>
              <p:nvPr/>
            </p:nvSpPr>
            <p:spPr>
              <a:xfrm>
                <a:off x="3851198" y="4016325"/>
                <a:ext cx="44450" cy="12690"/>
              </a:xfrm>
              <a:custGeom>
                <a:avLst/>
                <a:gdLst>
                  <a:gd name="connsiteX0" fmla="*/ 44508 w 44450"/>
                  <a:gd name="connsiteY0" fmla="*/ 219 h 12690"/>
                  <a:gd name="connsiteX1" fmla="*/ 58 w 44450"/>
                  <a:gd name="connsiteY1" fmla="*/ 21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19"/>
                    </a:moveTo>
                    <a:lnTo>
                      <a:pt x="58" y="219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EA47B8CB-9F9C-13A9-9470-C135EF6BF73C}"/>
                  </a:ext>
                </a:extLst>
              </p:cNvPr>
              <p:cNvSpPr/>
              <p:nvPr/>
            </p:nvSpPr>
            <p:spPr>
              <a:xfrm>
                <a:off x="3851198" y="3448391"/>
                <a:ext cx="44450" cy="12690"/>
              </a:xfrm>
              <a:custGeom>
                <a:avLst/>
                <a:gdLst>
                  <a:gd name="connsiteX0" fmla="*/ 44508 w 44450"/>
                  <a:gd name="connsiteY0" fmla="*/ 175 h 12690"/>
                  <a:gd name="connsiteX1" fmla="*/ 58 w 44450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E4F026F9-B8B2-1EFC-375C-C09059FAC9C9}"/>
                  </a:ext>
                </a:extLst>
              </p:cNvPr>
              <p:cNvSpPr/>
              <p:nvPr/>
            </p:nvSpPr>
            <p:spPr>
              <a:xfrm>
                <a:off x="3851198" y="2880456"/>
                <a:ext cx="44450" cy="12690"/>
              </a:xfrm>
              <a:custGeom>
                <a:avLst/>
                <a:gdLst>
                  <a:gd name="connsiteX0" fmla="*/ 44508 w 44450"/>
                  <a:gd name="connsiteY0" fmla="*/ 130 h 12690"/>
                  <a:gd name="connsiteX1" fmla="*/ 58 w 44450"/>
                  <a:gd name="connsiteY1" fmla="*/ 13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30"/>
                    </a:moveTo>
                    <a:lnTo>
                      <a:pt x="58" y="130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8B1C252D-1E84-A8A6-1198-B95C06CD558E}"/>
                  </a:ext>
                </a:extLst>
              </p:cNvPr>
              <p:cNvSpPr/>
              <p:nvPr/>
            </p:nvSpPr>
            <p:spPr>
              <a:xfrm>
                <a:off x="3851198" y="2312521"/>
                <a:ext cx="44450" cy="12690"/>
              </a:xfrm>
              <a:custGeom>
                <a:avLst/>
                <a:gdLst>
                  <a:gd name="connsiteX0" fmla="*/ 44508 w 44450"/>
                  <a:gd name="connsiteY0" fmla="*/ 85 h 12690"/>
                  <a:gd name="connsiteX1" fmla="*/ 58 w 44450"/>
                  <a:gd name="connsiteY1" fmla="*/ 8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85"/>
                    </a:moveTo>
                    <a:lnTo>
                      <a:pt x="58" y="8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B3A14F2C-E937-78B6-22C8-9DAB5891B996}"/>
                </a:ext>
              </a:extLst>
            </p:cNvPr>
            <p:cNvSpPr/>
            <p:nvPr/>
          </p:nvSpPr>
          <p:spPr>
            <a:xfrm>
              <a:off x="3895648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0FCCB05D-D4B0-375C-5E7C-A78F070EAF6F}"/>
                </a:ext>
              </a:extLst>
            </p:cNvPr>
            <p:cNvSpPr/>
            <p:nvPr/>
          </p:nvSpPr>
          <p:spPr>
            <a:xfrm>
              <a:off x="8442411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52832C5A-4C56-1EC8-237F-0AE648DE5CE7}"/>
                </a:ext>
              </a:extLst>
            </p:cNvPr>
            <p:cNvSpPr/>
            <p:nvPr/>
          </p:nvSpPr>
          <p:spPr>
            <a:xfrm>
              <a:off x="3895648" y="4868227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2B878013-61CF-B778-EDC3-46CF8D46A21E}"/>
                </a:ext>
              </a:extLst>
            </p:cNvPr>
            <p:cNvSpPr/>
            <p:nvPr/>
          </p:nvSpPr>
          <p:spPr>
            <a:xfrm>
              <a:off x="3895648" y="202855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303" name="Graphic 299">
            <a:extLst>
              <a:ext uri="{FF2B5EF4-FFF2-40B4-BE49-F238E27FC236}">
                <a16:creationId xmlns:a16="http://schemas.microsoft.com/office/drawing/2014/main" id="{96419200-C6E5-A561-667E-92C7D5602629}"/>
              </a:ext>
            </a:extLst>
          </p:cNvPr>
          <p:cNvGrpSpPr/>
          <p:nvPr/>
        </p:nvGrpSpPr>
        <p:grpSpPr>
          <a:xfrm>
            <a:off x="5313204" y="3468910"/>
            <a:ext cx="4607366" cy="3027277"/>
            <a:chOff x="3851198" y="2028021"/>
            <a:chExt cx="4607366" cy="3027277"/>
          </a:xfrm>
        </p:grpSpPr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8CB6A7CF-4ED3-F2F4-2C5A-B8F6DEFB1C26}"/>
                </a:ext>
              </a:extLst>
            </p:cNvPr>
            <p:cNvSpPr/>
            <p:nvPr/>
          </p:nvSpPr>
          <p:spPr>
            <a:xfrm>
              <a:off x="3895648" y="2028554"/>
              <a:ext cx="4546762" cy="2839673"/>
            </a:xfrm>
            <a:custGeom>
              <a:avLst/>
              <a:gdLst>
                <a:gd name="connsiteX0" fmla="*/ 0 w 4546762"/>
                <a:gd name="connsiteY0" fmla="*/ 2839674 h 2839673"/>
                <a:gd name="connsiteX1" fmla="*/ 4546763 w 4546762"/>
                <a:gd name="connsiteY1" fmla="*/ 2839674 h 2839673"/>
                <a:gd name="connsiteX2" fmla="*/ 4546763 w 4546762"/>
                <a:gd name="connsiteY2" fmla="*/ 0 h 2839673"/>
                <a:gd name="connsiteX3" fmla="*/ 0 w 4546762"/>
                <a:gd name="connsiteY3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762" h="2839673">
                  <a:moveTo>
                    <a:pt x="0" y="2839674"/>
                  </a:moveTo>
                  <a:lnTo>
                    <a:pt x="4546763" y="2839674"/>
                  </a:lnTo>
                  <a:lnTo>
                    <a:pt x="4546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305" name="Picture 304">
              <a:extLst>
                <a:ext uri="{FF2B5EF4-FFF2-40B4-BE49-F238E27FC236}">
                  <a16:creationId xmlns:a16="http://schemas.microsoft.com/office/drawing/2014/main" id="{128A967E-D45D-6E6E-1D8B-5839129358B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 flipV="1">
              <a:off x="3895648" y="2028021"/>
              <a:ext cx="4546854" cy="2840206"/>
            </a:xfrm>
            <a:custGeom>
              <a:avLst/>
              <a:gdLst>
                <a:gd name="connsiteX0" fmla="*/ 0 w 4546854"/>
                <a:gd name="connsiteY0" fmla="*/ 125 h 2840206"/>
                <a:gd name="connsiteX1" fmla="*/ 4546854 w 4546854"/>
                <a:gd name="connsiteY1" fmla="*/ 125 h 2840206"/>
                <a:gd name="connsiteX2" fmla="*/ 4546854 w 4546854"/>
                <a:gd name="connsiteY2" fmla="*/ 2840332 h 2840206"/>
                <a:gd name="connsiteX3" fmla="*/ 0 w 4546854"/>
                <a:gd name="connsiteY3" fmla="*/ 2840332 h 284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854" h="2840206">
                  <a:moveTo>
                    <a:pt x="0" y="125"/>
                  </a:moveTo>
                  <a:lnTo>
                    <a:pt x="4546854" y="125"/>
                  </a:lnTo>
                  <a:lnTo>
                    <a:pt x="4546854" y="2840332"/>
                  </a:lnTo>
                  <a:lnTo>
                    <a:pt x="0" y="2840332"/>
                  </a:lnTo>
                  <a:close/>
                </a:path>
              </a:pathLst>
            </a:custGeom>
          </p:spPr>
        </p:pic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EFD912FE-747C-6FAD-F6DA-09DA50BCD420}"/>
                </a:ext>
              </a:extLst>
            </p:cNvPr>
            <p:cNvSpPr/>
            <p:nvPr/>
          </p:nvSpPr>
          <p:spPr>
            <a:xfrm>
              <a:off x="6647246" y="3403658"/>
              <a:ext cx="283922" cy="115604"/>
            </a:xfrm>
            <a:custGeom>
              <a:avLst/>
              <a:gdLst>
                <a:gd name="connsiteX0" fmla="*/ 283922 w 283922"/>
                <a:gd name="connsiteY0" fmla="*/ 6419 h 115604"/>
                <a:gd name="connsiteX1" fmla="*/ 281428 w 283922"/>
                <a:gd name="connsiteY1" fmla="*/ 115604 h 115604"/>
                <a:gd name="connsiteX2" fmla="*/ 0 w 283922"/>
                <a:gd name="connsiteY2" fmla="*/ 109185 h 115604"/>
                <a:gd name="connsiteX3" fmla="*/ 2494 w 283922"/>
                <a:gd name="connsiteY3" fmla="*/ 0 h 115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3922" h="115604">
                  <a:moveTo>
                    <a:pt x="283922" y="6419"/>
                  </a:moveTo>
                  <a:lnTo>
                    <a:pt x="281428" y="115604"/>
                  </a:lnTo>
                  <a:lnTo>
                    <a:pt x="0" y="109185"/>
                  </a:lnTo>
                  <a:lnTo>
                    <a:pt x="2494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3727D5D1-3BBB-8F48-1B06-9E5271465AEE}"/>
                </a:ext>
              </a:extLst>
            </p:cNvPr>
            <p:cNvSpPr/>
            <p:nvPr/>
          </p:nvSpPr>
          <p:spPr>
            <a:xfrm>
              <a:off x="6819410" y="3407585"/>
              <a:ext cx="110511" cy="109185"/>
            </a:xfrm>
            <a:custGeom>
              <a:avLst/>
              <a:gdLst>
                <a:gd name="connsiteX0" fmla="*/ 110511 w 110511"/>
                <a:gd name="connsiteY0" fmla="*/ 57085 h 109185"/>
                <a:gd name="connsiteX1" fmla="*/ 0 w 110511"/>
                <a:gd name="connsiteY1" fmla="*/ 109185 h 109185"/>
                <a:gd name="connsiteX2" fmla="*/ 2494 w 110511"/>
                <a:gd name="connsiteY2" fmla="*/ 0 h 10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511" h="109185">
                  <a:moveTo>
                    <a:pt x="110511" y="57085"/>
                  </a:moveTo>
                  <a:lnTo>
                    <a:pt x="0" y="109185"/>
                  </a:lnTo>
                  <a:lnTo>
                    <a:pt x="2494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308" name="Graphic 299">
              <a:extLst>
                <a:ext uri="{FF2B5EF4-FFF2-40B4-BE49-F238E27FC236}">
                  <a16:creationId xmlns:a16="http://schemas.microsoft.com/office/drawing/2014/main" id="{5ECF64AA-4B51-9767-B382-AFDAF1C41111}"/>
                </a:ext>
              </a:extLst>
            </p:cNvPr>
            <p:cNvGrpSpPr/>
            <p:nvPr/>
          </p:nvGrpSpPr>
          <p:grpSpPr>
            <a:xfrm>
              <a:off x="3890453" y="4868227"/>
              <a:ext cx="4568111" cy="187071"/>
              <a:chOff x="3890453" y="4868227"/>
              <a:chExt cx="4568111" cy="187071"/>
            </a:xfrm>
            <a:solidFill>
              <a:srgbClr val="000000"/>
            </a:solidFill>
          </p:grpSpPr>
          <p:grpSp>
            <p:nvGrpSpPr>
              <p:cNvPr id="309" name="Graphic 299">
                <a:extLst>
                  <a:ext uri="{FF2B5EF4-FFF2-40B4-BE49-F238E27FC236}">
                    <a16:creationId xmlns:a16="http://schemas.microsoft.com/office/drawing/2014/main" id="{2B5EFF64-6DFE-ED78-782F-7B44DCDB8590}"/>
                  </a:ext>
                </a:extLst>
              </p:cNvPr>
              <p:cNvGrpSpPr/>
              <p:nvPr/>
            </p:nvGrpSpPr>
            <p:grpSpPr>
              <a:xfrm>
                <a:off x="3890453" y="4868227"/>
                <a:ext cx="224170" cy="187071"/>
                <a:chOff x="3890453" y="4868227"/>
                <a:chExt cx="224170" cy="187071"/>
              </a:xfrm>
              <a:solidFill>
                <a:srgbClr val="000000"/>
              </a:solidFill>
            </p:grpSpPr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FF4D77D1-2452-8C26-C494-C9A469F20D5B}"/>
                    </a:ext>
                  </a:extLst>
                </p:cNvPr>
                <p:cNvSpPr/>
                <p:nvPr/>
              </p:nvSpPr>
              <p:spPr>
                <a:xfrm>
                  <a:off x="3895648" y="4868227"/>
                  <a:ext cx="12700" cy="44417"/>
                </a:xfrm>
                <a:custGeom>
                  <a:avLst/>
                  <a:gdLst>
                    <a:gd name="connsiteX0" fmla="*/ 58 w 12700"/>
                    <a:gd name="connsiteY0" fmla="*/ 286 h 44417"/>
                    <a:gd name="connsiteX1" fmla="*/ 58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58" y="286"/>
                      </a:moveTo>
                      <a:lnTo>
                        <a:pt x="58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11" name="Graphic 299">
                  <a:extLst>
                    <a:ext uri="{FF2B5EF4-FFF2-40B4-BE49-F238E27FC236}">
                      <a16:creationId xmlns:a16="http://schemas.microsoft.com/office/drawing/2014/main" id="{4BFD13F2-2442-C9EF-77F9-9377F27BD891}"/>
                    </a:ext>
                  </a:extLst>
                </p:cNvPr>
                <p:cNvGrpSpPr/>
                <p:nvPr/>
              </p:nvGrpSpPr>
              <p:grpSpPr>
                <a:xfrm>
                  <a:off x="3890453" y="4959304"/>
                  <a:ext cx="224170" cy="95994"/>
                  <a:chOff x="3890453" y="4959304"/>
                  <a:chExt cx="224170" cy="95994"/>
                </a:xfrm>
                <a:solidFill>
                  <a:srgbClr val="000000"/>
                </a:solidFill>
              </p:grpSpPr>
              <p:sp>
                <p:nvSpPr>
                  <p:cNvPr id="312" name="Freeform: Shape 311">
                    <a:extLst>
                      <a:ext uri="{FF2B5EF4-FFF2-40B4-BE49-F238E27FC236}">
                        <a16:creationId xmlns:a16="http://schemas.microsoft.com/office/drawing/2014/main" id="{8BEA9A70-D588-373E-32F1-7A893F33F8EF}"/>
                      </a:ext>
                    </a:extLst>
                  </p:cNvPr>
                  <p:cNvSpPr/>
                  <p:nvPr/>
                </p:nvSpPr>
                <p:spPr>
                  <a:xfrm flipV="1">
                    <a:off x="3890453" y="4960969"/>
                    <a:ext cx="59908" cy="94328"/>
                  </a:xfrm>
                  <a:custGeom>
                    <a:avLst/>
                    <a:gdLst>
                      <a:gd name="connsiteX0" fmla="*/ 1957 w 59908"/>
                      <a:gd name="connsiteY0" fmla="*/ 92338 h 94328"/>
                      <a:gd name="connsiteX1" fmla="*/ 51130 w 59908"/>
                      <a:gd name="connsiteY1" fmla="*/ 92338 h 94328"/>
                      <a:gd name="connsiteX2" fmla="*/ 51130 w 59908"/>
                      <a:gd name="connsiteY2" fmla="*/ 81789 h 94328"/>
                      <a:gd name="connsiteX3" fmla="*/ 13427 w 59908"/>
                      <a:gd name="connsiteY3" fmla="*/ 81789 h 94328"/>
                      <a:gd name="connsiteX4" fmla="*/ 13427 w 59908"/>
                      <a:gd name="connsiteY4" fmla="*/ 59124 h 94328"/>
                      <a:gd name="connsiteX5" fmla="*/ 18864 w 59908"/>
                      <a:gd name="connsiteY5" fmla="*/ 60512 h 94328"/>
                      <a:gd name="connsiteX6" fmla="*/ 24341 w 59908"/>
                      <a:gd name="connsiteY6" fmla="*/ 60968 h 94328"/>
                      <a:gd name="connsiteX7" fmla="*/ 48888 w 59908"/>
                      <a:gd name="connsiteY7" fmla="*/ 52481 h 94328"/>
                      <a:gd name="connsiteX8" fmla="*/ 57956 w 59908"/>
                      <a:gd name="connsiteY8" fmla="*/ 29499 h 94328"/>
                      <a:gd name="connsiteX9" fmla="*/ 48649 w 59908"/>
                      <a:gd name="connsiteY9" fmla="*/ 6279 h 94328"/>
                      <a:gd name="connsiteX10" fmla="*/ 22416 w 59908"/>
                      <a:gd name="connsiteY10" fmla="*/ -1990 h 94328"/>
                      <a:gd name="connsiteX11" fmla="*/ 10530 w 59908"/>
                      <a:gd name="connsiteY11" fmla="*/ -999 h 94328"/>
                      <a:gd name="connsiteX12" fmla="*/ -1952 w 59908"/>
                      <a:gd name="connsiteY12" fmla="*/ 1976 h 94328"/>
                      <a:gd name="connsiteX13" fmla="*/ -1952 w 59908"/>
                      <a:gd name="connsiteY13" fmla="*/ 14567 h 94328"/>
                      <a:gd name="connsiteX14" fmla="*/ 9577 w 59908"/>
                      <a:gd name="connsiteY14" fmla="*/ 10046 h 94328"/>
                      <a:gd name="connsiteX15" fmla="*/ 22158 w 59908"/>
                      <a:gd name="connsiteY15" fmla="*/ 8559 h 94328"/>
                      <a:gd name="connsiteX16" fmla="*/ 39144 w 59908"/>
                      <a:gd name="connsiteY16" fmla="*/ 14191 h 94328"/>
                      <a:gd name="connsiteX17" fmla="*/ 45415 w 59908"/>
                      <a:gd name="connsiteY17" fmla="*/ 29499 h 94328"/>
                      <a:gd name="connsiteX18" fmla="*/ 39144 w 59908"/>
                      <a:gd name="connsiteY18" fmla="*/ 44788 h 94328"/>
                      <a:gd name="connsiteX19" fmla="*/ 22158 w 59908"/>
                      <a:gd name="connsiteY19" fmla="*/ 50439 h 94328"/>
                      <a:gd name="connsiteX20" fmla="*/ 12137 w 59908"/>
                      <a:gd name="connsiteY20" fmla="*/ 49328 h 94328"/>
                      <a:gd name="connsiteX21" fmla="*/ 1957 w 59908"/>
                      <a:gd name="connsiteY21" fmla="*/ 45858 h 94328"/>
                      <a:gd name="connsiteX22" fmla="*/ 195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57" y="92338"/>
                        </a:moveTo>
                        <a:lnTo>
                          <a:pt x="51130" y="92338"/>
                        </a:lnTo>
                        <a:lnTo>
                          <a:pt x="51130" y="81789"/>
                        </a:lnTo>
                        <a:lnTo>
                          <a:pt x="13427" y="81789"/>
                        </a:lnTo>
                        <a:lnTo>
                          <a:pt x="13427" y="59124"/>
                        </a:lnTo>
                        <a:cubicBezTo>
                          <a:pt x="15239" y="59746"/>
                          <a:pt x="17052" y="60208"/>
                          <a:pt x="18864" y="60512"/>
                        </a:cubicBezTo>
                        <a:cubicBezTo>
                          <a:pt x="20690" y="60816"/>
                          <a:pt x="22515" y="60968"/>
                          <a:pt x="24341" y="60968"/>
                        </a:cubicBezTo>
                        <a:cubicBezTo>
                          <a:pt x="34673" y="60968"/>
                          <a:pt x="42855" y="58139"/>
                          <a:pt x="48888" y="52481"/>
                        </a:cubicBezTo>
                        <a:cubicBezTo>
                          <a:pt x="54933" y="46823"/>
                          <a:pt x="57956" y="39163"/>
                          <a:pt x="57956" y="29499"/>
                        </a:cubicBezTo>
                        <a:cubicBezTo>
                          <a:pt x="57956" y="19545"/>
                          <a:pt x="54854" y="11805"/>
                          <a:pt x="48649" y="6279"/>
                        </a:cubicBezTo>
                        <a:cubicBezTo>
                          <a:pt x="42445" y="766"/>
                          <a:pt x="33700" y="-1990"/>
                          <a:pt x="22416" y="-1990"/>
                        </a:cubicBezTo>
                        <a:cubicBezTo>
                          <a:pt x="18527" y="-1990"/>
                          <a:pt x="14564" y="-1660"/>
                          <a:pt x="10530" y="-999"/>
                        </a:cubicBezTo>
                        <a:cubicBezTo>
                          <a:pt x="6508" y="-338"/>
                          <a:pt x="2347" y="654"/>
                          <a:pt x="-1952" y="1976"/>
                        </a:cubicBezTo>
                        <a:lnTo>
                          <a:pt x="-1952" y="14567"/>
                        </a:lnTo>
                        <a:cubicBezTo>
                          <a:pt x="1765" y="12545"/>
                          <a:pt x="5608" y="11038"/>
                          <a:pt x="9577" y="10046"/>
                        </a:cubicBezTo>
                        <a:cubicBezTo>
                          <a:pt x="13546" y="9055"/>
                          <a:pt x="17739" y="8559"/>
                          <a:pt x="22158" y="8559"/>
                        </a:cubicBezTo>
                        <a:cubicBezTo>
                          <a:pt x="29315" y="8559"/>
                          <a:pt x="34977" y="10436"/>
                          <a:pt x="39144" y="14191"/>
                        </a:cubicBezTo>
                        <a:cubicBezTo>
                          <a:pt x="43325" y="17945"/>
                          <a:pt x="45415" y="23048"/>
                          <a:pt x="45415" y="29499"/>
                        </a:cubicBezTo>
                        <a:cubicBezTo>
                          <a:pt x="45415" y="35937"/>
                          <a:pt x="43325" y="41033"/>
                          <a:pt x="39144" y="44788"/>
                        </a:cubicBezTo>
                        <a:cubicBezTo>
                          <a:pt x="34977" y="48555"/>
                          <a:pt x="29315" y="50439"/>
                          <a:pt x="22158" y="50439"/>
                        </a:cubicBezTo>
                        <a:cubicBezTo>
                          <a:pt x="18811" y="50439"/>
                          <a:pt x="15471" y="50069"/>
                          <a:pt x="12137" y="49328"/>
                        </a:cubicBezTo>
                        <a:cubicBezTo>
                          <a:pt x="8816" y="48588"/>
                          <a:pt x="5423" y="47431"/>
                          <a:pt x="1957" y="45858"/>
                        </a:cubicBezTo>
                        <a:lnTo>
                          <a:pt x="195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13" name="Freeform: Shape 312">
                    <a:extLst>
                      <a:ext uri="{FF2B5EF4-FFF2-40B4-BE49-F238E27FC236}">
                        <a16:creationId xmlns:a16="http://schemas.microsoft.com/office/drawing/2014/main" id="{F80F959D-28C3-2813-36B2-2BCCC24F8765}"/>
                      </a:ext>
                    </a:extLst>
                  </p:cNvPr>
                  <p:cNvSpPr/>
                  <p:nvPr/>
                </p:nvSpPr>
                <p:spPr>
                  <a:xfrm flipV="1">
                    <a:off x="3969826" y="4959304"/>
                    <a:ext cx="63996" cy="95994"/>
                  </a:xfrm>
                  <a:custGeom>
                    <a:avLst/>
                    <a:gdLst>
                      <a:gd name="connsiteX0" fmla="*/ 30011 w 63996"/>
                      <a:gd name="connsiteY0" fmla="*/ 84047 h 95994"/>
                      <a:gd name="connsiteX1" fmla="*/ 15466 w 63996"/>
                      <a:gd name="connsiteY1" fmla="*/ 74529 h 95994"/>
                      <a:gd name="connsiteX2" fmla="*/ 10604 w 63996"/>
                      <a:gd name="connsiteY2" fmla="*/ 45935 h 95994"/>
                      <a:gd name="connsiteX3" fmla="*/ 15466 w 63996"/>
                      <a:gd name="connsiteY3" fmla="*/ 17401 h 95994"/>
                      <a:gd name="connsiteX4" fmla="*/ 30011 w 63996"/>
                      <a:gd name="connsiteY4" fmla="*/ 7883 h 95994"/>
                      <a:gd name="connsiteX5" fmla="*/ 44616 w 63996"/>
                      <a:gd name="connsiteY5" fmla="*/ 17401 h 95994"/>
                      <a:gd name="connsiteX6" fmla="*/ 49498 w 63996"/>
                      <a:gd name="connsiteY6" fmla="*/ 45935 h 95994"/>
                      <a:gd name="connsiteX7" fmla="*/ 44616 w 63996"/>
                      <a:gd name="connsiteY7" fmla="*/ 74529 h 95994"/>
                      <a:gd name="connsiteX8" fmla="*/ 30011 w 63996"/>
                      <a:gd name="connsiteY8" fmla="*/ 84047 h 95994"/>
                      <a:gd name="connsiteX9" fmla="*/ 30011 w 63996"/>
                      <a:gd name="connsiteY9" fmla="*/ 93962 h 95994"/>
                      <a:gd name="connsiteX10" fmla="*/ 53804 w 63996"/>
                      <a:gd name="connsiteY10" fmla="*/ 81648 h 95994"/>
                      <a:gd name="connsiteX11" fmla="*/ 62019 w 63996"/>
                      <a:gd name="connsiteY11" fmla="*/ 45935 h 95994"/>
                      <a:gd name="connsiteX12" fmla="*/ 53804 w 63996"/>
                      <a:gd name="connsiteY12" fmla="*/ 10262 h 95994"/>
                      <a:gd name="connsiteX13" fmla="*/ 30011 w 63996"/>
                      <a:gd name="connsiteY13" fmla="*/ -2032 h 95994"/>
                      <a:gd name="connsiteX14" fmla="*/ 6239 w 63996"/>
                      <a:gd name="connsiteY14" fmla="*/ 10262 h 95994"/>
                      <a:gd name="connsiteX15" fmla="*/ -1977 w 63996"/>
                      <a:gd name="connsiteY15" fmla="*/ 45935 h 95994"/>
                      <a:gd name="connsiteX16" fmla="*/ 6239 w 63996"/>
                      <a:gd name="connsiteY16" fmla="*/ 81648 h 95994"/>
                      <a:gd name="connsiteX17" fmla="*/ 3001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1" y="84047"/>
                        </a:moveTo>
                        <a:cubicBezTo>
                          <a:pt x="23569" y="84047"/>
                          <a:pt x="18720" y="80875"/>
                          <a:pt x="15466" y="74529"/>
                        </a:cubicBezTo>
                        <a:cubicBezTo>
                          <a:pt x="12225" y="68197"/>
                          <a:pt x="10604" y="58666"/>
                          <a:pt x="10604" y="45935"/>
                        </a:cubicBezTo>
                        <a:cubicBezTo>
                          <a:pt x="10604" y="33258"/>
                          <a:pt x="12225" y="23746"/>
                          <a:pt x="15466" y="17401"/>
                        </a:cubicBezTo>
                        <a:cubicBezTo>
                          <a:pt x="18720" y="11055"/>
                          <a:pt x="23569" y="7883"/>
                          <a:pt x="30011" y="7883"/>
                        </a:cubicBezTo>
                        <a:cubicBezTo>
                          <a:pt x="36507" y="7883"/>
                          <a:pt x="41375" y="11055"/>
                          <a:pt x="44616" y="17401"/>
                        </a:cubicBezTo>
                        <a:cubicBezTo>
                          <a:pt x="47871" y="23746"/>
                          <a:pt x="49498" y="33258"/>
                          <a:pt x="49498" y="45935"/>
                        </a:cubicBezTo>
                        <a:cubicBezTo>
                          <a:pt x="49498" y="58666"/>
                          <a:pt x="47871" y="68197"/>
                          <a:pt x="44616" y="74529"/>
                        </a:cubicBezTo>
                        <a:cubicBezTo>
                          <a:pt x="41375" y="80875"/>
                          <a:pt x="36507" y="84047"/>
                          <a:pt x="30011" y="84047"/>
                        </a:cubicBezTo>
                        <a:close/>
                        <a:moveTo>
                          <a:pt x="30011" y="93962"/>
                        </a:moveTo>
                        <a:cubicBezTo>
                          <a:pt x="40396" y="93962"/>
                          <a:pt x="48327" y="89857"/>
                          <a:pt x="53804" y="81648"/>
                        </a:cubicBezTo>
                        <a:cubicBezTo>
                          <a:pt x="59281" y="73452"/>
                          <a:pt x="62019" y="61548"/>
                          <a:pt x="62019" y="45935"/>
                        </a:cubicBezTo>
                        <a:cubicBezTo>
                          <a:pt x="62019" y="30363"/>
                          <a:pt x="59281" y="18471"/>
                          <a:pt x="53804" y="10262"/>
                        </a:cubicBezTo>
                        <a:cubicBezTo>
                          <a:pt x="48327" y="2066"/>
                          <a:pt x="40396" y="-2032"/>
                          <a:pt x="30011" y="-2032"/>
                        </a:cubicBezTo>
                        <a:cubicBezTo>
                          <a:pt x="19640" y="-2032"/>
                          <a:pt x="11715" y="2066"/>
                          <a:pt x="6239" y="10262"/>
                        </a:cubicBezTo>
                        <a:cubicBezTo>
                          <a:pt x="762" y="18471"/>
                          <a:pt x="-1977" y="30363"/>
                          <a:pt x="-1977" y="45935"/>
                        </a:cubicBezTo>
                        <a:cubicBezTo>
                          <a:pt x="-1977" y="61548"/>
                          <a:pt x="762" y="73452"/>
                          <a:pt x="6239" y="81648"/>
                        </a:cubicBezTo>
                        <a:cubicBezTo>
                          <a:pt x="11715" y="89857"/>
                          <a:pt x="19640" y="93962"/>
                          <a:pt x="3001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14" name="Freeform: Shape 313">
                    <a:extLst>
                      <a:ext uri="{FF2B5EF4-FFF2-40B4-BE49-F238E27FC236}">
                        <a16:creationId xmlns:a16="http://schemas.microsoft.com/office/drawing/2014/main" id="{7B486684-4CF0-8E2B-4EE1-6DA0C5FA802C}"/>
                      </a:ext>
                    </a:extLst>
                  </p:cNvPr>
                  <p:cNvSpPr/>
                  <p:nvPr/>
                </p:nvSpPr>
                <p:spPr>
                  <a:xfrm flipV="1">
                    <a:off x="4050627" y="4959304"/>
                    <a:ext cx="63996" cy="95994"/>
                  </a:xfrm>
                  <a:custGeom>
                    <a:avLst/>
                    <a:gdLst>
                      <a:gd name="connsiteX0" fmla="*/ 30018 w 63996"/>
                      <a:gd name="connsiteY0" fmla="*/ 84047 h 95994"/>
                      <a:gd name="connsiteX1" fmla="*/ 15472 w 63996"/>
                      <a:gd name="connsiteY1" fmla="*/ 74529 h 95994"/>
                      <a:gd name="connsiteX2" fmla="*/ 10611 w 63996"/>
                      <a:gd name="connsiteY2" fmla="*/ 45935 h 95994"/>
                      <a:gd name="connsiteX3" fmla="*/ 15472 w 63996"/>
                      <a:gd name="connsiteY3" fmla="*/ 17401 h 95994"/>
                      <a:gd name="connsiteX4" fmla="*/ 30018 w 63996"/>
                      <a:gd name="connsiteY4" fmla="*/ 7883 h 95994"/>
                      <a:gd name="connsiteX5" fmla="*/ 44623 w 63996"/>
                      <a:gd name="connsiteY5" fmla="*/ 17401 h 95994"/>
                      <a:gd name="connsiteX6" fmla="*/ 49504 w 63996"/>
                      <a:gd name="connsiteY6" fmla="*/ 45935 h 95994"/>
                      <a:gd name="connsiteX7" fmla="*/ 44623 w 63996"/>
                      <a:gd name="connsiteY7" fmla="*/ 74529 h 95994"/>
                      <a:gd name="connsiteX8" fmla="*/ 30018 w 63996"/>
                      <a:gd name="connsiteY8" fmla="*/ 84047 h 95994"/>
                      <a:gd name="connsiteX9" fmla="*/ 30018 w 63996"/>
                      <a:gd name="connsiteY9" fmla="*/ 93962 h 95994"/>
                      <a:gd name="connsiteX10" fmla="*/ 53810 w 63996"/>
                      <a:gd name="connsiteY10" fmla="*/ 81648 h 95994"/>
                      <a:gd name="connsiteX11" fmla="*/ 62026 w 63996"/>
                      <a:gd name="connsiteY11" fmla="*/ 45935 h 95994"/>
                      <a:gd name="connsiteX12" fmla="*/ 53810 w 63996"/>
                      <a:gd name="connsiteY12" fmla="*/ 10262 h 95994"/>
                      <a:gd name="connsiteX13" fmla="*/ 30018 w 63996"/>
                      <a:gd name="connsiteY13" fmla="*/ -2032 h 95994"/>
                      <a:gd name="connsiteX14" fmla="*/ 6245 w 63996"/>
                      <a:gd name="connsiteY14" fmla="*/ 10262 h 95994"/>
                      <a:gd name="connsiteX15" fmla="*/ -1970 w 63996"/>
                      <a:gd name="connsiteY15" fmla="*/ 45935 h 95994"/>
                      <a:gd name="connsiteX16" fmla="*/ 6245 w 63996"/>
                      <a:gd name="connsiteY16" fmla="*/ 81648 h 95994"/>
                      <a:gd name="connsiteX17" fmla="*/ 30018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8" y="84047"/>
                        </a:moveTo>
                        <a:cubicBezTo>
                          <a:pt x="23575" y="84047"/>
                          <a:pt x="18727" y="80875"/>
                          <a:pt x="15472" y="74529"/>
                        </a:cubicBezTo>
                        <a:cubicBezTo>
                          <a:pt x="12231" y="68197"/>
                          <a:pt x="10611" y="58666"/>
                          <a:pt x="10611" y="45935"/>
                        </a:cubicBezTo>
                        <a:cubicBezTo>
                          <a:pt x="10611" y="33258"/>
                          <a:pt x="12231" y="23746"/>
                          <a:pt x="15472" y="17401"/>
                        </a:cubicBezTo>
                        <a:cubicBezTo>
                          <a:pt x="18727" y="11055"/>
                          <a:pt x="23575" y="7883"/>
                          <a:pt x="30018" y="7883"/>
                        </a:cubicBezTo>
                        <a:cubicBezTo>
                          <a:pt x="36513" y="7883"/>
                          <a:pt x="41382" y="11055"/>
                          <a:pt x="44623" y="17401"/>
                        </a:cubicBezTo>
                        <a:cubicBezTo>
                          <a:pt x="47877" y="23746"/>
                          <a:pt x="49504" y="33258"/>
                          <a:pt x="49504" y="45935"/>
                        </a:cubicBezTo>
                        <a:cubicBezTo>
                          <a:pt x="49504" y="58666"/>
                          <a:pt x="47877" y="68197"/>
                          <a:pt x="44623" y="74529"/>
                        </a:cubicBezTo>
                        <a:cubicBezTo>
                          <a:pt x="41382" y="80875"/>
                          <a:pt x="36513" y="84047"/>
                          <a:pt x="30018" y="84047"/>
                        </a:cubicBezTo>
                        <a:close/>
                        <a:moveTo>
                          <a:pt x="30018" y="93962"/>
                        </a:moveTo>
                        <a:cubicBezTo>
                          <a:pt x="40403" y="93962"/>
                          <a:pt x="48334" y="89857"/>
                          <a:pt x="53810" y="81648"/>
                        </a:cubicBezTo>
                        <a:cubicBezTo>
                          <a:pt x="59287" y="73452"/>
                          <a:pt x="62026" y="61548"/>
                          <a:pt x="62026" y="45935"/>
                        </a:cubicBezTo>
                        <a:cubicBezTo>
                          <a:pt x="62026" y="30363"/>
                          <a:pt x="59287" y="18471"/>
                          <a:pt x="53810" y="10262"/>
                        </a:cubicBezTo>
                        <a:cubicBezTo>
                          <a:pt x="48334" y="2066"/>
                          <a:pt x="40403" y="-2032"/>
                          <a:pt x="30018" y="-2032"/>
                        </a:cubicBezTo>
                        <a:cubicBezTo>
                          <a:pt x="19646" y="-2032"/>
                          <a:pt x="11722" y="2066"/>
                          <a:pt x="6245" y="10262"/>
                        </a:cubicBezTo>
                        <a:cubicBezTo>
                          <a:pt x="768" y="18471"/>
                          <a:pt x="-1970" y="30363"/>
                          <a:pt x="-1970" y="45935"/>
                        </a:cubicBezTo>
                        <a:cubicBezTo>
                          <a:pt x="-1970" y="61548"/>
                          <a:pt x="768" y="73452"/>
                          <a:pt x="6245" y="81648"/>
                        </a:cubicBezTo>
                        <a:cubicBezTo>
                          <a:pt x="11722" y="89857"/>
                          <a:pt x="19646" y="93962"/>
                          <a:pt x="30018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15" name="Graphic 299">
                <a:extLst>
                  <a:ext uri="{FF2B5EF4-FFF2-40B4-BE49-F238E27FC236}">
                    <a16:creationId xmlns:a16="http://schemas.microsoft.com/office/drawing/2014/main" id="{CE8D1D5E-8ABC-45EA-3D4B-F14665F2A7EA}"/>
                  </a:ext>
                </a:extLst>
              </p:cNvPr>
              <p:cNvGrpSpPr/>
              <p:nvPr/>
            </p:nvGrpSpPr>
            <p:grpSpPr>
              <a:xfrm>
                <a:off x="4352591" y="4868227"/>
                <a:ext cx="224169" cy="187070"/>
                <a:chOff x="435259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85DE7EB9-F749-991D-D0A9-F5FC2CD0A7AB}"/>
                    </a:ext>
                  </a:extLst>
                </p:cNvPr>
                <p:cNvSpPr/>
                <p:nvPr/>
              </p:nvSpPr>
              <p:spPr>
                <a:xfrm>
                  <a:off x="4463994" y="4868227"/>
                  <a:ext cx="12700" cy="44417"/>
                </a:xfrm>
                <a:custGeom>
                  <a:avLst/>
                  <a:gdLst>
                    <a:gd name="connsiteX0" fmla="*/ 102 w 12700"/>
                    <a:gd name="connsiteY0" fmla="*/ 286 h 44417"/>
                    <a:gd name="connsiteX1" fmla="*/ 10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02" y="286"/>
                      </a:moveTo>
                      <a:lnTo>
                        <a:pt x="10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17" name="Graphic 299">
                  <a:extLst>
                    <a:ext uri="{FF2B5EF4-FFF2-40B4-BE49-F238E27FC236}">
                      <a16:creationId xmlns:a16="http://schemas.microsoft.com/office/drawing/2014/main" id="{48CB437F-6E6F-CD93-FC13-6D352F90CAA1}"/>
                    </a:ext>
                  </a:extLst>
                </p:cNvPr>
                <p:cNvGrpSpPr/>
                <p:nvPr/>
              </p:nvGrpSpPr>
              <p:grpSpPr>
                <a:xfrm>
                  <a:off x="4352591" y="4959304"/>
                  <a:ext cx="224169" cy="95994"/>
                  <a:chOff x="435259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18" name="Freeform: Shape 317">
                    <a:extLst>
                      <a:ext uri="{FF2B5EF4-FFF2-40B4-BE49-F238E27FC236}">
                        <a16:creationId xmlns:a16="http://schemas.microsoft.com/office/drawing/2014/main" id="{7C6DDB94-A8BC-4328-E9DD-3BA106BB3449}"/>
                      </a:ext>
                    </a:extLst>
                  </p:cNvPr>
                  <p:cNvSpPr/>
                  <p:nvPr/>
                </p:nvSpPr>
                <p:spPr>
                  <a:xfrm flipV="1">
                    <a:off x="4352591" y="4960969"/>
                    <a:ext cx="59908" cy="94328"/>
                  </a:xfrm>
                  <a:custGeom>
                    <a:avLst/>
                    <a:gdLst>
                      <a:gd name="connsiteX0" fmla="*/ 2002 w 59908"/>
                      <a:gd name="connsiteY0" fmla="*/ 92338 h 94328"/>
                      <a:gd name="connsiteX1" fmla="*/ 51175 w 59908"/>
                      <a:gd name="connsiteY1" fmla="*/ 92338 h 94328"/>
                      <a:gd name="connsiteX2" fmla="*/ 51175 w 59908"/>
                      <a:gd name="connsiteY2" fmla="*/ 81789 h 94328"/>
                      <a:gd name="connsiteX3" fmla="*/ 13471 w 59908"/>
                      <a:gd name="connsiteY3" fmla="*/ 81789 h 94328"/>
                      <a:gd name="connsiteX4" fmla="*/ 13471 w 59908"/>
                      <a:gd name="connsiteY4" fmla="*/ 59124 h 94328"/>
                      <a:gd name="connsiteX5" fmla="*/ 18909 w 59908"/>
                      <a:gd name="connsiteY5" fmla="*/ 60512 h 94328"/>
                      <a:gd name="connsiteX6" fmla="*/ 24386 w 59908"/>
                      <a:gd name="connsiteY6" fmla="*/ 60968 h 94328"/>
                      <a:gd name="connsiteX7" fmla="*/ 48932 w 59908"/>
                      <a:gd name="connsiteY7" fmla="*/ 52481 h 94328"/>
                      <a:gd name="connsiteX8" fmla="*/ 58001 w 59908"/>
                      <a:gd name="connsiteY8" fmla="*/ 29499 h 94328"/>
                      <a:gd name="connsiteX9" fmla="*/ 48694 w 59908"/>
                      <a:gd name="connsiteY9" fmla="*/ 6279 h 94328"/>
                      <a:gd name="connsiteX10" fmla="*/ 22461 w 59908"/>
                      <a:gd name="connsiteY10" fmla="*/ -1990 h 94328"/>
                      <a:gd name="connsiteX11" fmla="*/ 10574 w 59908"/>
                      <a:gd name="connsiteY11" fmla="*/ -999 h 94328"/>
                      <a:gd name="connsiteX12" fmla="*/ -1907 w 59908"/>
                      <a:gd name="connsiteY12" fmla="*/ 1976 h 94328"/>
                      <a:gd name="connsiteX13" fmla="*/ -1907 w 59908"/>
                      <a:gd name="connsiteY13" fmla="*/ 14567 h 94328"/>
                      <a:gd name="connsiteX14" fmla="*/ 9622 w 59908"/>
                      <a:gd name="connsiteY14" fmla="*/ 10046 h 94328"/>
                      <a:gd name="connsiteX15" fmla="*/ 22203 w 59908"/>
                      <a:gd name="connsiteY15" fmla="*/ 8559 h 94328"/>
                      <a:gd name="connsiteX16" fmla="*/ 39189 w 59908"/>
                      <a:gd name="connsiteY16" fmla="*/ 14191 h 94328"/>
                      <a:gd name="connsiteX17" fmla="*/ 45460 w 59908"/>
                      <a:gd name="connsiteY17" fmla="*/ 29499 h 94328"/>
                      <a:gd name="connsiteX18" fmla="*/ 39189 w 59908"/>
                      <a:gd name="connsiteY18" fmla="*/ 44788 h 94328"/>
                      <a:gd name="connsiteX19" fmla="*/ 22203 w 59908"/>
                      <a:gd name="connsiteY19" fmla="*/ 50439 h 94328"/>
                      <a:gd name="connsiteX20" fmla="*/ 12182 w 59908"/>
                      <a:gd name="connsiteY20" fmla="*/ 49328 h 94328"/>
                      <a:gd name="connsiteX21" fmla="*/ 2002 w 59908"/>
                      <a:gd name="connsiteY21" fmla="*/ 45858 h 94328"/>
                      <a:gd name="connsiteX22" fmla="*/ 2002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02" y="92338"/>
                        </a:moveTo>
                        <a:lnTo>
                          <a:pt x="51175" y="92338"/>
                        </a:lnTo>
                        <a:lnTo>
                          <a:pt x="51175" y="81789"/>
                        </a:lnTo>
                        <a:lnTo>
                          <a:pt x="13471" y="81789"/>
                        </a:lnTo>
                        <a:lnTo>
                          <a:pt x="13471" y="59124"/>
                        </a:lnTo>
                        <a:cubicBezTo>
                          <a:pt x="15284" y="59746"/>
                          <a:pt x="17096" y="60208"/>
                          <a:pt x="18909" y="60512"/>
                        </a:cubicBezTo>
                        <a:cubicBezTo>
                          <a:pt x="20734" y="60816"/>
                          <a:pt x="22560" y="60968"/>
                          <a:pt x="24386" y="60968"/>
                        </a:cubicBezTo>
                        <a:cubicBezTo>
                          <a:pt x="34718" y="60968"/>
                          <a:pt x="42900" y="58139"/>
                          <a:pt x="48932" y="52481"/>
                        </a:cubicBezTo>
                        <a:cubicBezTo>
                          <a:pt x="54978" y="46823"/>
                          <a:pt x="58001" y="39163"/>
                          <a:pt x="58001" y="29499"/>
                        </a:cubicBezTo>
                        <a:cubicBezTo>
                          <a:pt x="58001" y="19545"/>
                          <a:pt x="54899" y="11805"/>
                          <a:pt x="48694" y="6279"/>
                        </a:cubicBezTo>
                        <a:cubicBezTo>
                          <a:pt x="42490" y="766"/>
                          <a:pt x="33745" y="-1990"/>
                          <a:pt x="22461" y="-1990"/>
                        </a:cubicBezTo>
                        <a:cubicBezTo>
                          <a:pt x="18571" y="-1990"/>
                          <a:pt x="14609" y="-1660"/>
                          <a:pt x="10574" y="-999"/>
                        </a:cubicBezTo>
                        <a:cubicBezTo>
                          <a:pt x="6553" y="-338"/>
                          <a:pt x="2392" y="654"/>
                          <a:pt x="-1907" y="1976"/>
                        </a:cubicBezTo>
                        <a:lnTo>
                          <a:pt x="-1907" y="14567"/>
                        </a:lnTo>
                        <a:cubicBezTo>
                          <a:pt x="1810" y="12545"/>
                          <a:pt x="5653" y="11038"/>
                          <a:pt x="9622" y="10046"/>
                        </a:cubicBezTo>
                        <a:cubicBezTo>
                          <a:pt x="13591" y="9055"/>
                          <a:pt x="17784" y="8559"/>
                          <a:pt x="22203" y="8559"/>
                        </a:cubicBezTo>
                        <a:cubicBezTo>
                          <a:pt x="29360" y="8559"/>
                          <a:pt x="35022" y="10436"/>
                          <a:pt x="39189" y="14191"/>
                        </a:cubicBezTo>
                        <a:cubicBezTo>
                          <a:pt x="43369" y="17945"/>
                          <a:pt x="45460" y="23048"/>
                          <a:pt x="45460" y="29499"/>
                        </a:cubicBezTo>
                        <a:cubicBezTo>
                          <a:pt x="45460" y="35937"/>
                          <a:pt x="43369" y="41033"/>
                          <a:pt x="39189" y="44788"/>
                        </a:cubicBezTo>
                        <a:cubicBezTo>
                          <a:pt x="35022" y="48555"/>
                          <a:pt x="29360" y="50439"/>
                          <a:pt x="22203" y="50439"/>
                        </a:cubicBezTo>
                        <a:cubicBezTo>
                          <a:pt x="18856" y="50439"/>
                          <a:pt x="15515" y="50069"/>
                          <a:pt x="12182" y="49328"/>
                        </a:cubicBezTo>
                        <a:cubicBezTo>
                          <a:pt x="8861" y="48588"/>
                          <a:pt x="5468" y="47431"/>
                          <a:pt x="2002" y="45858"/>
                        </a:cubicBezTo>
                        <a:lnTo>
                          <a:pt x="200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19" name="Freeform: Shape 318">
                    <a:extLst>
                      <a:ext uri="{FF2B5EF4-FFF2-40B4-BE49-F238E27FC236}">
                        <a16:creationId xmlns:a16="http://schemas.microsoft.com/office/drawing/2014/main" id="{C697CD54-65EA-E846-B66E-8B0A9C4B993B}"/>
                      </a:ext>
                    </a:extLst>
                  </p:cNvPr>
                  <p:cNvSpPr/>
                  <p:nvPr/>
                </p:nvSpPr>
                <p:spPr>
                  <a:xfrm flipV="1">
                    <a:off x="4437539" y="4960969"/>
                    <a:ext cx="55125" cy="92524"/>
                  </a:xfrm>
                  <a:custGeom>
                    <a:avLst/>
                    <a:gdLst>
                      <a:gd name="connsiteX0" fmla="*/ -184 w 55125"/>
                      <a:gd name="connsiteY0" fmla="*/ 8494 h 92524"/>
                      <a:gd name="connsiteX1" fmla="*/ 20275 w 55125"/>
                      <a:gd name="connsiteY1" fmla="*/ 8494 h 92524"/>
                      <a:gd name="connsiteX2" fmla="*/ 20275 w 55125"/>
                      <a:gd name="connsiteY2" fmla="*/ 79086 h 92524"/>
                      <a:gd name="connsiteX3" fmla="*/ -1989 w 55125"/>
                      <a:gd name="connsiteY3" fmla="*/ 74625 h 92524"/>
                      <a:gd name="connsiteX4" fmla="*/ -1989 w 55125"/>
                      <a:gd name="connsiteY4" fmla="*/ 86027 h 92524"/>
                      <a:gd name="connsiteX5" fmla="*/ 20156 w 55125"/>
                      <a:gd name="connsiteY5" fmla="*/ 90488 h 92524"/>
                      <a:gd name="connsiteX6" fmla="*/ 32678 w 55125"/>
                      <a:gd name="connsiteY6" fmla="*/ 90488 h 92524"/>
                      <a:gd name="connsiteX7" fmla="*/ 32678 w 55125"/>
                      <a:gd name="connsiteY7" fmla="*/ 8494 h 92524"/>
                      <a:gd name="connsiteX8" fmla="*/ 53137 w 55125"/>
                      <a:gd name="connsiteY8" fmla="*/ 8494 h 92524"/>
                      <a:gd name="connsiteX9" fmla="*/ 53137 w 55125"/>
                      <a:gd name="connsiteY9" fmla="*/ -2036 h 92524"/>
                      <a:gd name="connsiteX10" fmla="*/ -184 w 55125"/>
                      <a:gd name="connsiteY10" fmla="*/ -2036 h 92524"/>
                      <a:gd name="connsiteX11" fmla="*/ -184 w 55125"/>
                      <a:gd name="connsiteY11" fmla="*/ 8494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184" y="8494"/>
                        </a:moveTo>
                        <a:lnTo>
                          <a:pt x="20275" y="8494"/>
                        </a:lnTo>
                        <a:lnTo>
                          <a:pt x="20275" y="79086"/>
                        </a:lnTo>
                        <a:lnTo>
                          <a:pt x="-1989" y="74625"/>
                        </a:lnTo>
                        <a:lnTo>
                          <a:pt x="-1989" y="86027"/>
                        </a:lnTo>
                        <a:lnTo>
                          <a:pt x="20156" y="90488"/>
                        </a:lnTo>
                        <a:lnTo>
                          <a:pt x="32678" y="90488"/>
                        </a:lnTo>
                        <a:lnTo>
                          <a:pt x="32678" y="8494"/>
                        </a:lnTo>
                        <a:lnTo>
                          <a:pt x="53137" y="8494"/>
                        </a:lnTo>
                        <a:lnTo>
                          <a:pt x="53137" y="-2036"/>
                        </a:lnTo>
                        <a:lnTo>
                          <a:pt x="-184" y="-2036"/>
                        </a:lnTo>
                        <a:lnTo>
                          <a:pt x="-184" y="84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20" name="Freeform: Shape 319">
                    <a:extLst>
                      <a:ext uri="{FF2B5EF4-FFF2-40B4-BE49-F238E27FC236}">
                        <a16:creationId xmlns:a16="http://schemas.microsoft.com/office/drawing/2014/main" id="{6E5C26DE-417C-63AA-8D7B-526B17C970DA}"/>
                      </a:ext>
                    </a:extLst>
                  </p:cNvPr>
                  <p:cNvSpPr/>
                  <p:nvPr/>
                </p:nvSpPr>
                <p:spPr>
                  <a:xfrm flipV="1">
                    <a:off x="4512765" y="4959304"/>
                    <a:ext cx="63996" cy="95994"/>
                  </a:xfrm>
                  <a:custGeom>
                    <a:avLst/>
                    <a:gdLst>
                      <a:gd name="connsiteX0" fmla="*/ 30062 w 63996"/>
                      <a:gd name="connsiteY0" fmla="*/ 84047 h 95994"/>
                      <a:gd name="connsiteX1" fmla="*/ 15517 w 63996"/>
                      <a:gd name="connsiteY1" fmla="*/ 74529 h 95994"/>
                      <a:gd name="connsiteX2" fmla="*/ 10655 w 63996"/>
                      <a:gd name="connsiteY2" fmla="*/ 45935 h 95994"/>
                      <a:gd name="connsiteX3" fmla="*/ 15517 w 63996"/>
                      <a:gd name="connsiteY3" fmla="*/ 17401 h 95994"/>
                      <a:gd name="connsiteX4" fmla="*/ 30062 w 63996"/>
                      <a:gd name="connsiteY4" fmla="*/ 7883 h 95994"/>
                      <a:gd name="connsiteX5" fmla="*/ 44667 w 63996"/>
                      <a:gd name="connsiteY5" fmla="*/ 17401 h 95994"/>
                      <a:gd name="connsiteX6" fmla="*/ 49549 w 63996"/>
                      <a:gd name="connsiteY6" fmla="*/ 45935 h 95994"/>
                      <a:gd name="connsiteX7" fmla="*/ 44667 w 63996"/>
                      <a:gd name="connsiteY7" fmla="*/ 74529 h 95994"/>
                      <a:gd name="connsiteX8" fmla="*/ 30062 w 63996"/>
                      <a:gd name="connsiteY8" fmla="*/ 84047 h 95994"/>
                      <a:gd name="connsiteX9" fmla="*/ 30062 w 63996"/>
                      <a:gd name="connsiteY9" fmla="*/ 93962 h 95994"/>
                      <a:gd name="connsiteX10" fmla="*/ 53855 w 63996"/>
                      <a:gd name="connsiteY10" fmla="*/ 81648 h 95994"/>
                      <a:gd name="connsiteX11" fmla="*/ 62070 w 63996"/>
                      <a:gd name="connsiteY11" fmla="*/ 45935 h 95994"/>
                      <a:gd name="connsiteX12" fmla="*/ 53855 w 63996"/>
                      <a:gd name="connsiteY12" fmla="*/ 10262 h 95994"/>
                      <a:gd name="connsiteX13" fmla="*/ 30062 w 63996"/>
                      <a:gd name="connsiteY13" fmla="*/ -2032 h 95994"/>
                      <a:gd name="connsiteX14" fmla="*/ 6290 w 63996"/>
                      <a:gd name="connsiteY14" fmla="*/ 10262 h 95994"/>
                      <a:gd name="connsiteX15" fmla="*/ -1926 w 63996"/>
                      <a:gd name="connsiteY15" fmla="*/ 45935 h 95994"/>
                      <a:gd name="connsiteX16" fmla="*/ 6290 w 63996"/>
                      <a:gd name="connsiteY16" fmla="*/ 81648 h 95994"/>
                      <a:gd name="connsiteX17" fmla="*/ 3006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62" y="84047"/>
                        </a:moveTo>
                        <a:cubicBezTo>
                          <a:pt x="23620" y="84047"/>
                          <a:pt x="18771" y="80875"/>
                          <a:pt x="15517" y="74529"/>
                        </a:cubicBezTo>
                        <a:cubicBezTo>
                          <a:pt x="12276" y="68197"/>
                          <a:pt x="10655" y="58666"/>
                          <a:pt x="10655" y="45935"/>
                        </a:cubicBezTo>
                        <a:cubicBezTo>
                          <a:pt x="10655" y="33258"/>
                          <a:pt x="12276" y="23746"/>
                          <a:pt x="15517" y="17401"/>
                        </a:cubicBezTo>
                        <a:cubicBezTo>
                          <a:pt x="18771" y="11055"/>
                          <a:pt x="23620" y="7883"/>
                          <a:pt x="30062" y="7883"/>
                        </a:cubicBezTo>
                        <a:cubicBezTo>
                          <a:pt x="36558" y="7883"/>
                          <a:pt x="41426" y="11055"/>
                          <a:pt x="44667" y="17401"/>
                        </a:cubicBezTo>
                        <a:cubicBezTo>
                          <a:pt x="47922" y="23746"/>
                          <a:pt x="49549" y="33258"/>
                          <a:pt x="49549" y="45935"/>
                        </a:cubicBezTo>
                        <a:cubicBezTo>
                          <a:pt x="49549" y="58666"/>
                          <a:pt x="47922" y="68197"/>
                          <a:pt x="44667" y="74529"/>
                        </a:cubicBezTo>
                        <a:cubicBezTo>
                          <a:pt x="41426" y="80875"/>
                          <a:pt x="36558" y="84047"/>
                          <a:pt x="30062" y="84047"/>
                        </a:cubicBezTo>
                        <a:close/>
                        <a:moveTo>
                          <a:pt x="30062" y="93962"/>
                        </a:moveTo>
                        <a:cubicBezTo>
                          <a:pt x="40447" y="93962"/>
                          <a:pt x="48378" y="89857"/>
                          <a:pt x="53855" y="81648"/>
                        </a:cubicBezTo>
                        <a:cubicBezTo>
                          <a:pt x="59332" y="73452"/>
                          <a:pt x="62070" y="61548"/>
                          <a:pt x="62070" y="45935"/>
                        </a:cubicBezTo>
                        <a:cubicBezTo>
                          <a:pt x="62070" y="30363"/>
                          <a:pt x="59332" y="18471"/>
                          <a:pt x="53855" y="10262"/>
                        </a:cubicBezTo>
                        <a:cubicBezTo>
                          <a:pt x="48378" y="2066"/>
                          <a:pt x="40447" y="-2032"/>
                          <a:pt x="30062" y="-2032"/>
                        </a:cubicBezTo>
                        <a:cubicBezTo>
                          <a:pt x="19691" y="-2032"/>
                          <a:pt x="11767" y="2066"/>
                          <a:pt x="6290" y="10262"/>
                        </a:cubicBezTo>
                        <a:cubicBezTo>
                          <a:pt x="813" y="18471"/>
                          <a:pt x="-1926" y="30363"/>
                          <a:pt x="-1926" y="45935"/>
                        </a:cubicBezTo>
                        <a:cubicBezTo>
                          <a:pt x="-1926" y="61548"/>
                          <a:pt x="813" y="73452"/>
                          <a:pt x="6290" y="81648"/>
                        </a:cubicBezTo>
                        <a:cubicBezTo>
                          <a:pt x="11767" y="89857"/>
                          <a:pt x="19691" y="93962"/>
                          <a:pt x="3006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21" name="Graphic 299">
                <a:extLst>
                  <a:ext uri="{FF2B5EF4-FFF2-40B4-BE49-F238E27FC236}">
                    <a16:creationId xmlns:a16="http://schemas.microsoft.com/office/drawing/2014/main" id="{277910BE-56FF-6C9E-F0CD-31E39BBF30BC}"/>
                  </a:ext>
                </a:extLst>
              </p:cNvPr>
              <p:cNvGrpSpPr/>
              <p:nvPr/>
            </p:nvGrpSpPr>
            <p:grpSpPr>
              <a:xfrm>
                <a:off x="4920936" y="4868227"/>
                <a:ext cx="224169" cy="187070"/>
                <a:chOff x="4920936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177B2962-500B-DA0D-BABE-7E2E3021B6F9}"/>
                    </a:ext>
                  </a:extLst>
                </p:cNvPr>
                <p:cNvSpPr/>
                <p:nvPr/>
              </p:nvSpPr>
              <p:spPr>
                <a:xfrm>
                  <a:off x="5032339" y="4868227"/>
                  <a:ext cx="12700" cy="44417"/>
                </a:xfrm>
                <a:custGeom>
                  <a:avLst/>
                  <a:gdLst>
                    <a:gd name="connsiteX0" fmla="*/ 147 w 12700"/>
                    <a:gd name="connsiteY0" fmla="*/ 286 h 44417"/>
                    <a:gd name="connsiteX1" fmla="*/ 14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47" y="286"/>
                      </a:moveTo>
                      <a:lnTo>
                        <a:pt x="14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23" name="Graphic 299">
                  <a:extLst>
                    <a:ext uri="{FF2B5EF4-FFF2-40B4-BE49-F238E27FC236}">
                      <a16:creationId xmlns:a16="http://schemas.microsoft.com/office/drawing/2014/main" id="{DA2C89FF-FAB5-FE40-8D65-FFC05631405D}"/>
                    </a:ext>
                  </a:extLst>
                </p:cNvPr>
                <p:cNvGrpSpPr/>
                <p:nvPr/>
              </p:nvGrpSpPr>
              <p:grpSpPr>
                <a:xfrm>
                  <a:off x="4920936" y="4959304"/>
                  <a:ext cx="224169" cy="95994"/>
                  <a:chOff x="4920936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24" name="Freeform: Shape 323">
                    <a:extLst>
                      <a:ext uri="{FF2B5EF4-FFF2-40B4-BE49-F238E27FC236}">
                        <a16:creationId xmlns:a16="http://schemas.microsoft.com/office/drawing/2014/main" id="{993F4288-1CC0-E327-CA87-BAEB9D188B48}"/>
                      </a:ext>
                    </a:extLst>
                  </p:cNvPr>
                  <p:cNvSpPr/>
                  <p:nvPr/>
                </p:nvSpPr>
                <p:spPr>
                  <a:xfrm flipV="1">
                    <a:off x="4920936" y="4960969"/>
                    <a:ext cx="59908" cy="94328"/>
                  </a:xfrm>
                  <a:custGeom>
                    <a:avLst/>
                    <a:gdLst>
                      <a:gd name="connsiteX0" fmla="*/ 2047 w 59908"/>
                      <a:gd name="connsiteY0" fmla="*/ 92338 h 94328"/>
                      <a:gd name="connsiteX1" fmla="*/ 51219 w 59908"/>
                      <a:gd name="connsiteY1" fmla="*/ 92338 h 94328"/>
                      <a:gd name="connsiteX2" fmla="*/ 51219 w 59908"/>
                      <a:gd name="connsiteY2" fmla="*/ 81789 h 94328"/>
                      <a:gd name="connsiteX3" fmla="*/ 13516 w 59908"/>
                      <a:gd name="connsiteY3" fmla="*/ 81789 h 94328"/>
                      <a:gd name="connsiteX4" fmla="*/ 13516 w 59908"/>
                      <a:gd name="connsiteY4" fmla="*/ 59124 h 94328"/>
                      <a:gd name="connsiteX5" fmla="*/ 18953 w 59908"/>
                      <a:gd name="connsiteY5" fmla="*/ 60512 h 94328"/>
                      <a:gd name="connsiteX6" fmla="*/ 24430 w 59908"/>
                      <a:gd name="connsiteY6" fmla="*/ 60968 h 94328"/>
                      <a:gd name="connsiteX7" fmla="*/ 48977 w 59908"/>
                      <a:gd name="connsiteY7" fmla="*/ 52481 h 94328"/>
                      <a:gd name="connsiteX8" fmla="*/ 58046 w 59908"/>
                      <a:gd name="connsiteY8" fmla="*/ 29499 h 94328"/>
                      <a:gd name="connsiteX9" fmla="*/ 48739 w 59908"/>
                      <a:gd name="connsiteY9" fmla="*/ 6279 h 94328"/>
                      <a:gd name="connsiteX10" fmla="*/ 22505 w 59908"/>
                      <a:gd name="connsiteY10" fmla="*/ -1990 h 94328"/>
                      <a:gd name="connsiteX11" fmla="*/ 10619 w 59908"/>
                      <a:gd name="connsiteY11" fmla="*/ -999 h 94328"/>
                      <a:gd name="connsiteX12" fmla="*/ -1863 w 59908"/>
                      <a:gd name="connsiteY12" fmla="*/ 1976 h 94328"/>
                      <a:gd name="connsiteX13" fmla="*/ -1863 w 59908"/>
                      <a:gd name="connsiteY13" fmla="*/ 14567 h 94328"/>
                      <a:gd name="connsiteX14" fmla="*/ 9667 w 59908"/>
                      <a:gd name="connsiteY14" fmla="*/ 10046 h 94328"/>
                      <a:gd name="connsiteX15" fmla="*/ 22247 w 59908"/>
                      <a:gd name="connsiteY15" fmla="*/ 8559 h 94328"/>
                      <a:gd name="connsiteX16" fmla="*/ 39234 w 59908"/>
                      <a:gd name="connsiteY16" fmla="*/ 14191 h 94328"/>
                      <a:gd name="connsiteX17" fmla="*/ 45504 w 59908"/>
                      <a:gd name="connsiteY17" fmla="*/ 29499 h 94328"/>
                      <a:gd name="connsiteX18" fmla="*/ 39234 w 59908"/>
                      <a:gd name="connsiteY18" fmla="*/ 44788 h 94328"/>
                      <a:gd name="connsiteX19" fmla="*/ 22247 w 59908"/>
                      <a:gd name="connsiteY19" fmla="*/ 50439 h 94328"/>
                      <a:gd name="connsiteX20" fmla="*/ 12226 w 59908"/>
                      <a:gd name="connsiteY20" fmla="*/ 49328 h 94328"/>
                      <a:gd name="connsiteX21" fmla="*/ 2047 w 59908"/>
                      <a:gd name="connsiteY21" fmla="*/ 45858 h 94328"/>
                      <a:gd name="connsiteX22" fmla="*/ 204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47" y="92338"/>
                        </a:moveTo>
                        <a:lnTo>
                          <a:pt x="51219" y="92338"/>
                        </a:lnTo>
                        <a:lnTo>
                          <a:pt x="51219" y="81789"/>
                        </a:lnTo>
                        <a:lnTo>
                          <a:pt x="13516" y="81789"/>
                        </a:lnTo>
                        <a:lnTo>
                          <a:pt x="13516" y="59124"/>
                        </a:lnTo>
                        <a:cubicBezTo>
                          <a:pt x="15329" y="59746"/>
                          <a:pt x="17141" y="60208"/>
                          <a:pt x="18953" y="60512"/>
                        </a:cubicBezTo>
                        <a:cubicBezTo>
                          <a:pt x="20779" y="60816"/>
                          <a:pt x="22605" y="60968"/>
                          <a:pt x="24430" y="60968"/>
                        </a:cubicBezTo>
                        <a:cubicBezTo>
                          <a:pt x="34762" y="60968"/>
                          <a:pt x="42945" y="58139"/>
                          <a:pt x="48977" y="52481"/>
                        </a:cubicBezTo>
                        <a:cubicBezTo>
                          <a:pt x="55023" y="46823"/>
                          <a:pt x="58046" y="39163"/>
                          <a:pt x="58046" y="29499"/>
                        </a:cubicBezTo>
                        <a:cubicBezTo>
                          <a:pt x="58046" y="19545"/>
                          <a:pt x="54943" y="11805"/>
                          <a:pt x="48739" y="6279"/>
                        </a:cubicBezTo>
                        <a:cubicBezTo>
                          <a:pt x="42534" y="766"/>
                          <a:pt x="33790" y="-1990"/>
                          <a:pt x="22505" y="-1990"/>
                        </a:cubicBezTo>
                        <a:cubicBezTo>
                          <a:pt x="18616" y="-1990"/>
                          <a:pt x="14654" y="-1660"/>
                          <a:pt x="10619" y="-999"/>
                        </a:cubicBezTo>
                        <a:cubicBezTo>
                          <a:pt x="6597" y="-338"/>
                          <a:pt x="2437" y="654"/>
                          <a:pt x="-1863" y="1976"/>
                        </a:cubicBezTo>
                        <a:lnTo>
                          <a:pt x="-1863" y="14567"/>
                        </a:lnTo>
                        <a:cubicBezTo>
                          <a:pt x="1855" y="12545"/>
                          <a:pt x="5698" y="11038"/>
                          <a:pt x="9667" y="10046"/>
                        </a:cubicBezTo>
                        <a:cubicBezTo>
                          <a:pt x="13635" y="9055"/>
                          <a:pt x="17829" y="8559"/>
                          <a:pt x="22247" y="8559"/>
                        </a:cubicBezTo>
                        <a:cubicBezTo>
                          <a:pt x="29404" y="8559"/>
                          <a:pt x="35067" y="10436"/>
                          <a:pt x="39234" y="14191"/>
                        </a:cubicBezTo>
                        <a:cubicBezTo>
                          <a:pt x="43414" y="17945"/>
                          <a:pt x="45504" y="23048"/>
                          <a:pt x="45504" y="29499"/>
                        </a:cubicBezTo>
                        <a:cubicBezTo>
                          <a:pt x="45504" y="35937"/>
                          <a:pt x="43414" y="41033"/>
                          <a:pt x="39234" y="44788"/>
                        </a:cubicBezTo>
                        <a:cubicBezTo>
                          <a:pt x="35067" y="48555"/>
                          <a:pt x="29404" y="50439"/>
                          <a:pt x="22247" y="50439"/>
                        </a:cubicBezTo>
                        <a:cubicBezTo>
                          <a:pt x="18901" y="50439"/>
                          <a:pt x="15560" y="50069"/>
                          <a:pt x="12226" y="49328"/>
                        </a:cubicBezTo>
                        <a:cubicBezTo>
                          <a:pt x="8906" y="48588"/>
                          <a:pt x="5513" y="47431"/>
                          <a:pt x="2047" y="45858"/>
                        </a:cubicBezTo>
                        <a:lnTo>
                          <a:pt x="204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25" name="Freeform: Shape 324">
                    <a:extLst>
                      <a:ext uri="{FF2B5EF4-FFF2-40B4-BE49-F238E27FC236}">
                        <a16:creationId xmlns:a16="http://schemas.microsoft.com/office/drawing/2014/main" id="{80B096F0-2C45-C57E-E314-6F92A6280AE3}"/>
                      </a:ext>
                    </a:extLst>
                  </p:cNvPr>
                  <p:cNvSpPr/>
                  <p:nvPr/>
                </p:nvSpPr>
                <p:spPr>
                  <a:xfrm flipV="1">
                    <a:off x="5001241" y="4959304"/>
                    <a:ext cx="58777" cy="94189"/>
                  </a:xfrm>
                  <a:custGeom>
                    <a:avLst/>
                    <a:gdLst>
                      <a:gd name="connsiteX0" fmla="*/ 13259 w 58777"/>
                      <a:gd name="connsiteY0" fmla="*/ 8452 h 94189"/>
                      <a:gd name="connsiteX1" fmla="*/ 56974 w 58777"/>
                      <a:gd name="connsiteY1" fmla="*/ 8452 h 94189"/>
                      <a:gd name="connsiteX2" fmla="*/ 56974 w 58777"/>
                      <a:gd name="connsiteY2" fmla="*/ -2078 h 94189"/>
                      <a:gd name="connsiteX3" fmla="*/ -1803 w 58777"/>
                      <a:gd name="connsiteY3" fmla="*/ -2078 h 94189"/>
                      <a:gd name="connsiteX4" fmla="*/ -1803 w 58777"/>
                      <a:gd name="connsiteY4" fmla="*/ 8452 h 94189"/>
                      <a:gd name="connsiteX5" fmla="*/ 17624 w 58777"/>
                      <a:gd name="connsiteY5" fmla="*/ 28241 h 94189"/>
                      <a:gd name="connsiteX6" fmla="*/ 33102 w 58777"/>
                      <a:gd name="connsiteY6" fmla="*/ 44283 h 94189"/>
                      <a:gd name="connsiteX7" fmla="*/ 41496 w 58777"/>
                      <a:gd name="connsiteY7" fmla="*/ 55705 h 94189"/>
                      <a:gd name="connsiteX8" fmla="*/ 43897 w 58777"/>
                      <a:gd name="connsiteY8" fmla="*/ 64906 h 94189"/>
                      <a:gd name="connsiteX9" fmla="*/ 38718 w 58777"/>
                      <a:gd name="connsiteY9" fmla="*/ 76923 h 94189"/>
                      <a:gd name="connsiteX10" fmla="*/ 25224 w 58777"/>
                      <a:gd name="connsiteY10" fmla="*/ 81583 h 94189"/>
                      <a:gd name="connsiteX11" fmla="*/ 12782 w 58777"/>
                      <a:gd name="connsiteY11" fmla="*/ 79540 h 94189"/>
                      <a:gd name="connsiteX12" fmla="*/ -1188 w 58777"/>
                      <a:gd name="connsiteY12" fmla="*/ 73334 h 94189"/>
                      <a:gd name="connsiteX13" fmla="*/ -1188 w 58777"/>
                      <a:gd name="connsiteY13" fmla="*/ 85985 h 94189"/>
                      <a:gd name="connsiteX14" fmla="*/ 12941 w 58777"/>
                      <a:gd name="connsiteY14" fmla="*/ 90565 h 94189"/>
                      <a:gd name="connsiteX15" fmla="*/ 24986 w 58777"/>
                      <a:gd name="connsiteY15" fmla="*/ 92112 h 94189"/>
                      <a:gd name="connsiteX16" fmla="*/ 47926 w 58777"/>
                      <a:gd name="connsiteY16" fmla="*/ 84914 h 94189"/>
                      <a:gd name="connsiteX17" fmla="*/ 56478 w 58777"/>
                      <a:gd name="connsiteY17" fmla="*/ 65719 h 94189"/>
                      <a:gd name="connsiteX18" fmla="*/ 54335 w 58777"/>
                      <a:gd name="connsiteY18" fmla="*/ 54892 h 94189"/>
                      <a:gd name="connsiteX19" fmla="*/ 46556 w 58777"/>
                      <a:gd name="connsiteY19" fmla="*/ 42856 h 94189"/>
                      <a:gd name="connsiteX20" fmla="*/ 36694 w 58777"/>
                      <a:gd name="connsiteY20" fmla="*/ 32465 h 94189"/>
                      <a:gd name="connsiteX21" fmla="*/ 13259 w 58777"/>
                      <a:gd name="connsiteY21" fmla="*/ 8452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259" y="8452"/>
                        </a:moveTo>
                        <a:lnTo>
                          <a:pt x="56974" y="8452"/>
                        </a:lnTo>
                        <a:lnTo>
                          <a:pt x="56974" y="-2078"/>
                        </a:lnTo>
                        <a:lnTo>
                          <a:pt x="-1803" y="-2078"/>
                        </a:lnTo>
                        <a:lnTo>
                          <a:pt x="-1803" y="8452"/>
                        </a:lnTo>
                        <a:cubicBezTo>
                          <a:pt x="2946" y="13369"/>
                          <a:pt x="9422" y="19966"/>
                          <a:pt x="17624" y="28241"/>
                        </a:cubicBezTo>
                        <a:cubicBezTo>
                          <a:pt x="25839" y="36530"/>
                          <a:pt x="30999" y="41877"/>
                          <a:pt x="33102" y="44283"/>
                        </a:cubicBezTo>
                        <a:cubicBezTo>
                          <a:pt x="37111" y="48778"/>
                          <a:pt x="39909" y="52585"/>
                          <a:pt x="41496" y="55705"/>
                        </a:cubicBezTo>
                        <a:cubicBezTo>
                          <a:pt x="43097" y="58825"/>
                          <a:pt x="43897" y="61892"/>
                          <a:pt x="43897" y="64906"/>
                        </a:cubicBezTo>
                        <a:cubicBezTo>
                          <a:pt x="43897" y="69824"/>
                          <a:pt x="42171" y="73829"/>
                          <a:pt x="38718" y="76923"/>
                        </a:cubicBezTo>
                        <a:cubicBezTo>
                          <a:pt x="35265" y="80029"/>
                          <a:pt x="30767" y="81583"/>
                          <a:pt x="25224" y="81583"/>
                        </a:cubicBezTo>
                        <a:cubicBezTo>
                          <a:pt x="21295" y="81583"/>
                          <a:pt x="17148" y="80902"/>
                          <a:pt x="12782" y="79540"/>
                        </a:cubicBezTo>
                        <a:cubicBezTo>
                          <a:pt x="8430" y="78179"/>
                          <a:pt x="3773" y="76110"/>
                          <a:pt x="-1188" y="73334"/>
                        </a:cubicBezTo>
                        <a:lnTo>
                          <a:pt x="-1188" y="85985"/>
                        </a:lnTo>
                        <a:cubicBezTo>
                          <a:pt x="3853" y="88007"/>
                          <a:pt x="8562" y="89534"/>
                          <a:pt x="12941" y="90565"/>
                        </a:cubicBezTo>
                        <a:cubicBezTo>
                          <a:pt x="17333" y="91596"/>
                          <a:pt x="21348" y="92112"/>
                          <a:pt x="24986" y="92112"/>
                        </a:cubicBezTo>
                        <a:cubicBezTo>
                          <a:pt x="34577" y="92112"/>
                          <a:pt x="42224" y="89713"/>
                          <a:pt x="47926" y="84914"/>
                        </a:cubicBezTo>
                        <a:cubicBezTo>
                          <a:pt x="53627" y="80128"/>
                          <a:pt x="56478" y="73730"/>
                          <a:pt x="56478" y="65719"/>
                        </a:cubicBezTo>
                        <a:cubicBezTo>
                          <a:pt x="56478" y="61912"/>
                          <a:pt x="55764" y="58303"/>
                          <a:pt x="54335" y="54892"/>
                        </a:cubicBezTo>
                        <a:cubicBezTo>
                          <a:pt x="52920" y="51495"/>
                          <a:pt x="50327" y="47483"/>
                          <a:pt x="46556" y="42856"/>
                        </a:cubicBezTo>
                        <a:cubicBezTo>
                          <a:pt x="45524" y="41653"/>
                          <a:pt x="42237" y="38189"/>
                          <a:pt x="36694" y="32465"/>
                        </a:cubicBezTo>
                        <a:cubicBezTo>
                          <a:pt x="31164" y="26741"/>
                          <a:pt x="23352" y="18737"/>
                          <a:pt x="13259" y="845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26" name="Freeform: Shape 325">
                    <a:extLst>
                      <a:ext uri="{FF2B5EF4-FFF2-40B4-BE49-F238E27FC236}">
                        <a16:creationId xmlns:a16="http://schemas.microsoft.com/office/drawing/2014/main" id="{031C7C38-302A-A376-3099-7DEAD39C2439}"/>
                      </a:ext>
                    </a:extLst>
                  </p:cNvPr>
                  <p:cNvSpPr/>
                  <p:nvPr/>
                </p:nvSpPr>
                <p:spPr>
                  <a:xfrm flipV="1">
                    <a:off x="5081110" y="4959304"/>
                    <a:ext cx="63996" cy="95994"/>
                  </a:xfrm>
                  <a:custGeom>
                    <a:avLst/>
                    <a:gdLst>
                      <a:gd name="connsiteX0" fmla="*/ 30107 w 63996"/>
                      <a:gd name="connsiteY0" fmla="*/ 84047 h 95994"/>
                      <a:gd name="connsiteX1" fmla="*/ 15562 w 63996"/>
                      <a:gd name="connsiteY1" fmla="*/ 74529 h 95994"/>
                      <a:gd name="connsiteX2" fmla="*/ 10700 w 63996"/>
                      <a:gd name="connsiteY2" fmla="*/ 45935 h 95994"/>
                      <a:gd name="connsiteX3" fmla="*/ 15562 w 63996"/>
                      <a:gd name="connsiteY3" fmla="*/ 17401 h 95994"/>
                      <a:gd name="connsiteX4" fmla="*/ 30107 w 63996"/>
                      <a:gd name="connsiteY4" fmla="*/ 7883 h 95994"/>
                      <a:gd name="connsiteX5" fmla="*/ 44712 w 63996"/>
                      <a:gd name="connsiteY5" fmla="*/ 17401 h 95994"/>
                      <a:gd name="connsiteX6" fmla="*/ 49594 w 63996"/>
                      <a:gd name="connsiteY6" fmla="*/ 45935 h 95994"/>
                      <a:gd name="connsiteX7" fmla="*/ 44712 w 63996"/>
                      <a:gd name="connsiteY7" fmla="*/ 74529 h 95994"/>
                      <a:gd name="connsiteX8" fmla="*/ 30107 w 63996"/>
                      <a:gd name="connsiteY8" fmla="*/ 84047 h 95994"/>
                      <a:gd name="connsiteX9" fmla="*/ 30107 w 63996"/>
                      <a:gd name="connsiteY9" fmla="*/ 93962 h 95994"/>
                      <a:gd name="connsiteX10" fmla="*/ 53900 w 63996"/>
                      <a:gd name="connsiteY10" fmla="*/ 81648 h 95994"/>
                      <a:gd name="connsiteX11" fmla="*/ 62115 w 63996"/>
                      <a:gd name="connsiteY11" fmla="*/ 45935 h 95994"/>
                      <a:gd name="connsiteX12" fmla="*/ 53900 w 63996"/>
                      <a:gd name="connsiteY12" fmla="*/ 10262 h 95994"/>
                      <a:gd name="connsiteX13" fmla="*/ 30107 w 63996"/>
                      <a:gd name="connsiteY13" fmla="*/ -2032 h 95994"/>
                      <a:gd name="connsiteX14" fmla="*/ 6334 w 63996"/>
                      <a:gd name="connsiteY14" fmla="*/ 10262 h 95994"/>
                      <a:gd name="connsiteX15" fmla="*/ -1881 w 63996"/>
                      <a:gd name="connsiteY15" fmla="*/ 45935 h 95994"/>
                      <a:gd name="connsiteX16" fmla="*/ 6334 w 63996"/>
                      <a:gd name="connsiteY16" fmla="*/ 81648 h 95994"/>
                      <a:gd name="connsiteX17" fmla="*/ 3010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07" y="84047"/>
                        </a:moveTo>
                        <a:cubicBezTo>
                          <a:pt x="23665" y="84047"/>
                          <a:pt x="18816" y="80875"/>
                          <a:pt x="15562" y="74529"/>
                        </a:cubicBezTo>
                        <a:cubicBezTo>
                          <a:pt x="12321" y="68197"/>
                          <a:pt x="10700" y="58666"/>
                          <a:pt x="10700" y="45935"/>
                        </a:cubicBezTo>
                        <a:cubicBezTo>
                          <a:pt x="10700" y="33258"/>
                          <a:pt x="12321" y="23746"/>
                          <a:pt x="15562" y="17401"/>
                        </a:cubicBezTo>
                        <a:cubicBezTo>
                          <a:pt x="18816" y="11055"/>
                          <a:pt x="23665" y="7883"/>
                          <a:pt x="30107" y="7883"/>
                        </a:cubicBezTo>
                        <a:cubicBezTo>
                          <a:pt x="36603" y="7883"/>
                          <a:pt x="41471" y="11055"/>
                          <a:pt x="44712" y="17401"/>
                        </a:cubicBezTo>
                        <a:cubicBezTo>
                          <a:pt x="47967" y="23746"/>
                          <a:pt x="49594" y="33258"/>
                          <a:pt x="49594" y="45935"/>
                        </a:cubicBezTo>
                        <a:cubicBezTo>
                          <a:pt x="49594" y="58666"/>
                          <a:pt x="47967" y="68197"/>
                          <a:pt x="44712" y="74529"/>
                        </a:cubicBezTo>
                        <a:cubicBezTo>
                          <a:pt x="41471" y="80875"/>
                          <a:pt x="36603" y="84047"/>
                          <a:pt x="30107" y="84047"/>
                        </a:cubicBezTo>
                        <a:close/>
                        <a:moveTo>
                          <a:pt x="30107" y="93962"/>
                        </a:moveTo>
                        <a:cubicBezTo>
                          <a:pt x="40492" y="93962"/>
                          <a:pt x="48423" y="89857"/>
                          <a:pt x="53900" y="81648"/>
                        </a:cubicBezTo>
                        <a:cubicBezTo>
                          <a:pt x="59377" y="73452"/>
                          <a:pt x="62115" y="61548"/>
                          <a:pt x="62115" y="45935"/>
                        </a:cubicBezTo>
                        <a:cubicBezTo>
                          <a:pt x="62115" y="30363"/>
                          <a:pt x="59377" y="18471"/>
                          <a:pt x="53900" y="10262"/>
                        </a:cubicBezTo>
                        <a:cubicBezTo>
                          <a:pt x="48423" y="2066"/>
                          <a:pt x="40492" y="-2032"/>
                          <a:pt x="30107" y="-2032"/>
                        </a:cubicBezTo>
                        <a:cubicBezTo>
                          <a:pt x="19736" y="-2032"/>
                          <a:pt x="11811" y="2066"/>
                          <a:pt x="6334" y="10262"/>
                        </a:cubicBezTo>
                        <a:cubicBezTo>
                          <a:pt x="858" y="18471"/>
                          <a:pt x="-1881" y="30363"/>
                          <a:pt x="-1881" y="45935"/>
                        </a:cubicBezTo>
                        <a:cubicBezTo>
                          <a:pt x="-1881" y="61548"/>
                          <a:pt x="858" y="73452"/>
                          <a:pt x="6334" y="81648"/>
                        </a:cubicBezTo>
                        <a:cubicBezTo>
                          <a:pt x="11811" y="89857"/>
                          <a:pt x="19736" y="93962"/>
                          <a:pt x="3010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27" name="Graphic 299">
                <a:extLst>
                  <a:ext uri="{FF2B5EF4-FFF2-40B4-BE49-F238E27FC236}">
                    <a16:creationId xmlns:a16="http://schemas.microsoft.com/office/drawing/2014/main" id="{E8D040C9-3529-15B4-7C98-F06531CE074D}"/>
                  </a:ext>
                </a:extLst>
              </p:cNvPr>
              <p:cNvGrpSpPr/>
              <p:nvPr/>
            </p:nvGrpSpPr>
            <p:grpSpPr>
              <a:xfrm>
                <a:off x="5489281" y="4868227"/>
                <a:ext cx="224169" cy="187070"/>
                <a:chOff x="548928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66DB5E0F-3950-3133-EA1A-343475EFA7C9}"/>
                    </a:ext>
                  </a:extLst>
                </p:cNvPr>
                <p:cNvSpPr/>
                <p:nvPr/>
              </p:nvSpPr>
              <p:spPr>
                <a:xfrm>
                  <a:off x="5600684" y="4868227"/>
                  <a:ext cx="12700" cy="44417"/>
                </a:xfrm>
                <a:custGeom>
                  <a:avLst/>
                  <a:gdLst>
                    <a:gd name="connsiteX0" fmla="*/ 192 w 12700"/>
                    <a:gd name="connsiteY0" fmla="*/ 286 h 44417"/>
                    <a:gd name="connsiteX1" fmla="*/ 19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92" y="286"/>
                      </a:moveTo>
                      <a:lnTo>
                        <a:pt x="19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29" name="Graphic 299">
                  <a:extLst>
                    <a:ext uri="{FF2B5EF4-FFF2-40B4-BE49-F238E27FC236}">
                      <a16:creationId xmlns:a16="http://schemas.microsoft.com/office/drawing/2014/main" id="{0451470B-A44B-A595-D818-7099917520E9}"/>
                    </a:ext>
                  </a:extLst>
                </p:cNvPr>
                <p:cNvGrpSpPr/>
                <p:nvPr/>
              </p:nvGrpSpPr>
              <p:grpSpPr>
                <a:xfrm>
                  <a:off x="5489281" y="4959304"/>
                  <a:ext cx="224169" cy="95994"/>
                  <a:chOff x="548928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30" name="Freeform: Shape 329">
                    <a:extLst>
                      <a:ext uri="{FF2B5EF4-FFF2-40B4-BE49-F238E27FC236}">
                        <a16:creationId xmlns:a16="http://schemas.microsoft.com/office/drawing/2014/main" id="{DB4C3D88-5E1E-DBF4-BDFB-EA6B5DFF9AE1}"/>
                      </a:ext>
                    </a:extLst>
                  </p:cNvPr>
                  <p:cNvSpPr/>
                  <p:nvPr/>
                </p:nvSpPr>
                <p:spPr>
                  <a:xfrm flipV="1">
                    <a:off x="5489281" y="4960969"/>
                    <a:ext cx="59908" cy="94328"/>
                  </a:xfrm>
                  <a:custGeom>
                    <a:avLst/>
                    <a:gdLst>
                      <a:gd name="connsiteX0" fmla="*/ 2091 w 59908"/>
                      <a:gd name="connsiteY0" fmla="*/ 92338 h 94328"/>
                      <a:gd name="connsiteX1" fmla="*/ 51264 w 59908"/>
                      <a:gd name="connsiteY1" fmla="*/ 92338 h 94328"/>
                      <a:gd name="connsiteX2" fmla="*/ 51264 w 59908"/>
                      <a:gd name="connsiteY2" fmla="*/ 81789 h 94328"/>
                      <a:gd name="connsiteX3" fmla="*/ 13561 w 59908"/>
                      <a:gd name="connsiteY3" fmla="*/ 81789 h 94328"/>
                      <a:gd name="connsiteX4" fmla="*/ 13561 w 59908"/>
                      <a:gd name="connsiteY4" fmla="*/ 59124 h 94328"/>
                      <a:gd name="connsiteX5" fmla="*/ 18998 w 59908"/>
                      <a:gd name="connsiteY5" fmla="*/ 60512 h 94328"/>
                      <a:gd name="connsiteX6" fmla="*/ 24475 w 59908"/>
                      <a:gd name="connsiteY6" fmla="*/ 60968 h 94328"/>
                      <a:gd name="connsiteX7" fmla="*/ 49022 w 59908"/>
                      <a:gd name="connsiteY7" fmla="*/ 52481 h 94328"/>
                      <a:gd name="connsiteX8" fmla="*/ 58090 w 59908"/>
                      <a:gd name="connsiteY8" fmla="*/ 29499 h 94328"/>
                      <a:gd name="connsiteX9" fmla="*/ 48784 w 59908"/>
                      <a:gd name="connsiteY9" fmla="*/ 6279 h 94328"/>
                      <a:gd name="connsiteX10" fmla="*/ 22550 w 59908"/>
                      <a:gd name="connsiteY10" fmla="*/ -1990 h 94328"/>
                      <a:gd name="connsiteX11" fmla="*/ 10664 w 59908"/>
                      <a:gd name="connsiteY11" fmla="*/ -999 h 94328"/>
                      <a:gd name="connsiteX12" fmla="*/ -1818 w 59908"/>
                      <a:gd name="connsiteY12" fmla="*/ 1976 h 94328"/>
                      <a:gd name="connsiteX13" fmla="*/ -1818 w 59908"/>
                      <a:gd name="connsiteY13" fmla="*/ 14567 h 94328"/>
                      <a:gd name="connsiteX14" fmla="*/ 9711 w 59908"/>
                      <a:gd name="connsiteY14" fmla="*/ 10046 h 94328"/>
                      <a:gd name="connsiteX15" fmla="*/ 22292 w 59908"/>
                      <a:gd name="connsiteY15" fmla="*/ 8559 h 94328"/>
                      <a:gd name="connsiteX16" fmla="*/ 39278 w 59908"/>
                      <a:gd name="connsiteY16" fmla="*/ 14191 h 94328"/>
                      <a:gd name="connsiteX17" fmla="*/ 45549 w 59908"/>
                      <a:gd name="connsiteY17" fmla="*/ 29499 h 94328"/>
                      <a:gd name="connsiteX18" fmla="*/ 39278 w 59908"/>
                      <a:gd name="connsiteY18" fmla="*/ 44788 h 94328"/>
                      <a:gd name="connsiteX19" fmla="*/ 22292 w 59908"/>
                      <a:gd name="connsiteY19" fmla="*/ 50439 h 94328"/>
                      <a:gd name="connsiteX20" fmla="*/ 12271 w 59908"/>
                      <a:gd name="connsiteY20" fmla="*/ 49328 h 94328"/>
                      <a:gd name="connsiteX21" fmla="*/ 2091 w 59908"/>
                      <a:gd name="connsiteY21" fmla="*/ 45858 h 94328"/>
                      <a:gd name="connsiteX22" fmla="*/ 209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91" y="92338"/>
                        </a:moveTo>
                        <a:lnTo>
                          <a:pt x="51264" y="92338"/>
                        </a:lnTo>
                        <a:lnTo>
                          <a:pt x="51264" y="81789"/>
                        </a:lnTo>
                        <a:lnTo>
                          <a:pt x="13561" y="81789"/>
                        </a:lnTo>
                        <a:lnTo>
                          <a:pt x="13561" y="59124"/>
                        </a:lnTo>
                        <a:cubicBezTo>
                          <a:pt x="15373" y="59746"/>
                          <a:pt x="17186" y="60208"/>
                          <a:pt x="18998" y="60512"/>
                        </a:cubicBezTo>
                        <a:cubicBezTo>
                          <a:pt x="20824" y="60816"/>
                          <a:pt x="22649" y="60968"/>
                          <a:pt x="24475" y="60968"/>
                        </a:cubicBezTo>
                        <a:cubicBezTo>
                          <a:pt x="34807" y="60968"/>
                          <a:pt x="42989" y="58139"/>
                          <a:pt x="49022" y="52481"/>
                        </a:cubicBezTo>
                        <a:cubicBezTo>
                          <a:pt x="55068" y="46823"/>
                          <a:pt x="58090" y="39163"/>
                          <a:pt x="58090" y="29499"/>
                        </a:cubicBezTo>
                        <a:cubicBezTo>
                          <a:pt x="58090" y="19545"/>
                          <a:pt x="54988" y="11805"/>
                          <a:pt x="48784" y="6279"/>
                        </a:cubicBezTo>
                        <a:cubicBezTo>
                          <a:pt x="42579" y="766"/>
                          <a:pt x="33835" y="-1990"/>
                          <a:pt x="22550" y="-1990"/>
                        </a:cubicBezTo>
                        <a:cubicBezTo>
                          <a:pt x="18661" y="-1990"/>
                          <a:pt x="14699" y="-1660"/>
                          <a:pt x="10664" y="-999"/>
                        </a:cubicBezTo>
                        <a:cubicBezTo>
                          <a:pt x="6642" y="-338"/>
                          <a:pt x="2482" y="654"/>
                          <a:pt x="-1818" y="1976"/>
                        </a:cubicBezTo>
                        <a:lnTo>
                          <a:pt x="-1818" y="14567"/>
                        </a:lnTo>
                        <a:cubicBezTo>
                          <a:pt x="1899" y="12545"/>
                          <a:pt x="5743" y="11038"/>
                          <a:pt x="9711" y="10046"/>
                        </a:cubicBezTo>
                        <a:cubicBezTo>
                          <a:pt x="13680" y="9055"/>
                          <a:pt x="17874" y="8559"/>
                          <a:pt x="22292" y="8559"/>
                        </a:cubicBezTo>
                        <a:cubicBezTo>
                          <a:pt x="29449" y="8559"/>
                          <a:pt x="35111" y="10436"/>
                          <a:pt x="39278" y="14191"/>
                        </a:cubicBezTo>
                        <a:cubicBezTo>
                          <a:pt x="43459" y="17945"/>
                          <a:pt x="45549" y="23048"/>
                          <a:pt x="45549" y="29499"/>
                        </a:cubicBezTo>
                        <a:cubicBezTo>
                          <a:pt x="45549" y="35937"/>
                          <a:pt x="43459" y="41033"/>
                          <a:pt x="39278" y="44788"/>
                        </a:cubicBezTo>
                        <a:cubicBezTo>
                          <a:pt x="35111" y="48555"/>
                          <a:pt x="29449" y="50439"/>
                          <a:pt x="22292" y="50439"/>
                        </a:cubicBezTo>
                        <a:cubicBezTo>
                          <a:pt x="18945" y="50439"/>
                          <a:pt x="15605" y="50069"/>
                          <a:pt x="12271" y="49328"/>
                        </a:cubicBezTo>
                        <a:cubicBezTo>
                          <a:pt x="8951" y="48588"/>
                          <a:pt x="5557" y="47431"/>
                          <a:pt x="2091" y="45858"/>
                        </a:cubicBezTo>
                        <a:lnTo>
                          <a:pt x="209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31" name="Freeform: Shape 330">
                    <a:extLst>
                      <a:ext uri="{FF2B5EF4-FFF2-40B4-BE49-F238E27FC236}">
                        <a16:creationId xmlns:a16="http://schemas.microsoft.com/office/drawing/2014/main" id="{36C13770-4E00-82F8-29C5-84736487447F}"/>
                      </a:ext>
                    </a:extLst>
                  </p:cNvPr>
                  <p:cNvSpPr/>
                  <p:nvPr/>
                </p:nvSpPr>
                <p:spPr>
                  <a:xfrm flipV="1">
                    <a:off x="5569964" y="4959304"/>
                    <a:ext cx="60940" cy="95994"/>
                  </a:xfrm>
                  <a:custGeom>
                    <a:avLst/>
                    <a:gdLst>
                      <a:gd name="connsiteX0" fmla="*/ 40019 w 60940"/>
                      <a:gd name="connsiteY0" fmla="*/ 49663 h 95994"/>
                      <a:gd name="connsiteX1" fmla="*/ 54048 w 60940"/>
                      <a:gd name="connsiteY1" fmla="*/ 41652 h 95994"/>
                      <a:gd name="connsiteX2" fmla="*/ 59109 w 60940"/>
                      <a:gd name="connsiteY2" fmla="*/ 26661 h 95994"/>
                      <a:gd name="connsiteX3" fmla="*/ 49683 w 60940"/>
                      <a:gd name="connsiteY3" fmla="*/ 5463 h 95994"/>
                      <a:gd name="connsiteX4" fmla="*/ 22894 w 60940"/>
                      <a:gd name="connsiteY4" fmla="*/ -2032 h 95994"/>
                      <a:gd name="connsiteX5" fmla="*/ 10908 w 60940"/>
                      <a:gd name="connsiteY5" fmla="*/ -882 h 95994"/>
                      <a:gd name="connsiteX6" fmla="*/ -1832 w 60940"/>
                      <a:gd name="connsiteY6" fmla="*/ 2568 h 95994"/>
                      <a:gd name="connsiteX7" fmla="*/ -1832 w 60940"/>
                      <a:gd name="connsiteY7" fmla="*/ 14644 h 95994"/>
                      <a:gd name="connsiteX8" fmla="*/ 9559 w 60940"/>
                      <a:gd name="connsiteY8" fmla="*/ 10064 h 95994"/>
                      <a:gd name="connsiteX9" fmla="*/ 22537 w 60940"/>
                      <a:gd name="connsiteY9" fmla="*/ 8517 h 95994"/>
                      <a:gd name="connsiteX10" fmla="*/ 40475 w 60940"/>
                      <a:gd name="connsiteY10" fmla="*/ 13157 h 95994"/>
                      <a:gd name="connsiteX11" fmla="*/ 46647 w 60940"/>
                      <a:gd name="connsiteY11" fmla="*/ 26661 h 95994"/>
                      <a:gd name="connsiteX12" fmla="*/ 40912 w 60940"/>
                      <a:gd name="connsiteY12" fmla="*/ 39451 h 95994"/>
                      <a:gd name="connsiteX13" fmla="*/ 24958 w 60940"/>
                      <a:gd name="connsiteY13" fmla="*/ 44071 h 95994"/>
                      <a:gd name="connsiteX14" fmla="*/ 14163 w 60940"/>
                      <a:gd name="connsiteY14" fmla="*/ 44071 h 95994"/>
                      <a:gd name="connsiteX15" fmla="*/ 14163 w 60940"/>
                      <a:gd name="connsiteY15" fmla="*/ 54363 h 95994"/>
                      <a:gd name="connsiteX16" fmla="*/ 25454 w 60940"/>
                      <a:gd name="connsiteY16" fmla="*/ 54363 h 95994"/>
                      <a:gd name="connsiteX17" fmla="*/ 39582 w 60940"/>
                      <a:gd name="connsiteY17" fmla="*/ 58051 h 95994"/>
                      <a:gd name="connsiteX18" fmla="*/ 44484 w 60940"/>
                      <a:gd name="connsiteY18" fmla="*/ 68680 h 95994"/>
                      <a:gd name="connsiteX19" fmla="*/ 39424 w 60940"/>
                      <a:gd name="connsiteY19" fmla="*/ 79606 h 95994"/>
                      <a:gd name="connsiteX20" fmla="*/ 24958 w 60940"/>
                      <a:gd name="connsiteY20" fmla="*/ 83433 h 95994"/>
                      <a:gd name="connsiteX21" fmla="*/ 13905 w 60940"/>
                      <a:gd name="connsiteY21" fmla="*/ 82302 h 95994"/>
                      <a:gd name="connsiteX22" fmla="*/ 947 w 60940"/>
                      <a:gd name="connsiteY22" fmla="*/ 78852 h 95994"/>
                      <a:gd name="connsiteX23" fmla="*/ 947 w 60940"/>
                      <a:gd name="connsiteY23" fmla="*/ 89996 h 95994"/>
                      <a:gd name="connsiteX24" fmla="*/ 14321 w 60940"/>
                      <a:gd name="connsiteY24" fmla="*/ 92971 h 95994"/>
                      <a:gd name="connsiteX25" fmla="*/ 26069 w 60940"/>
                      <a:gd name="connsiteY25" fmla="*/ 93962 h 95994"/>
                      <a:gd name="connsiteX26" fmla="*/ 48631 w 60940"/>
                      <a:gd name="connsiteY26" fmla="*/ 87478 h 95994"/>
                      <a:gd name="connsiteX27" fmla="*/ 56946 w 60940"/>
                      <a:gd name="connsiteY27" fmla="*/ 69988 h 95994"/>
                      <a:gd name="connsiteX28" fmla="*/ 52540 w 60940"/>
                      <a:gd name="connsiteY28" fmla="*/ 57000 h 95994"/>
                      <a:gd name="connsiteX29" fmla="*/ 40019 w 60940"/>
                      <a:gd name="connsiteY29" fmla="*/ 4966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940" h="95994">
                        <a:moveTo>
                          <a:pt x="40019" y="49663"/>
                        </a:moveTo>
                        <a:cubicBezTo>
                          <a:pt x="46012" y="48381"/>
                          <a:pt x="50688" y="45710"/>
                          <a:pt x="54048" y="41652"/>
                        </a:cubicBezTo>
                        <a:cubicBezTo>
                          <a:pt x="57422" y="37607"/>
                          <a:pt x="59109" y="32610"/>
                          <a:pt x="59109" y="26661"/>
                        </a:cubicBezTo>
                        <a:cubicBezTo>
                          <a:pt x="59109" y="17539"/>
                          <a:pt x="55967" y="10474"/>
                          <a:pt x="49683" y="5463"/>
                        </a:cubicBezTo>
                        <a:cubicBezTo>
                          <a:pt x="43399" y="466"/>
                          <a:pt x="34469" y="-2032"/>
                          <a:pt x="22894" y="-2032"/>
                        </a:cubicBezTo>
                        <a:cubicBezTo>
                          <a:pt x="19018" y="-2032"/>
                          <a:pt x="15022" y="-1649"/>
                          <a:pt x="10908" y="-882"/>
                        </a:cubicBezTo>
                        <a:cubicBezTo>
                          <a:pt x="6794" y="-115"/>
                          <a:pt x="2547" y="1035"/>
                          <a:pt x="-1832" y="2568"/>
                        </a:cubicBezTo>
                        <a:lnTo>
                          <a:pt x="-1832" y="14644"/>
                        </a:lnTo>
                        <a:cubicBezTo>
                          <a:pt x="1635" y="12622"/>
                          <a:pt x="5431" y="11095"/>
                          <a:pt x="9559" y="10064"/>
                        </a:cubicBezTo>
                        <a:cubicBezTo>
                          <a:pt x="13700" y="9033"/>
                          <a:pt x="18025" y="8517"/>
                          <a:pt x="22537" y="8517"/>
                        </a:cubicBezTo>
                        <a:cubicBezTo>
                          <a:pt x="30381" y="8517"/>
                          <a:pt x="36361" y="10064"/>
                          <a:pt x="40475" y="13157"/>
                        </a:cubicBezTo>
                        <a:cubicBezTo>
                          <a:pt x="44590" y="16251"/>
                          <a:pt x="46647" y="20752"/>
                          <a:pt x="46647" y="26661"/>
                        </a:cubicBezTo>
                        <a:cubicBezTo>
                          <a:pt x="46647" y="32121"/>
                          <a:pt x="44735" y="36384"/>
                          <a:pt x="40912" y="39451"/>
                        </a:cubicBezTo>
                        <a:cubicBezTo>
                          <a:pt x="37089" y="42531"/>
                          <a:pt x="31771" y="44071"/>
                          <a:pt x="24958" y="44071"/>
                        </a:cubicBezTo>
                        <a:lnTo>
                          <a:pt x="14163" y="44071"/>
                        </a:lnTo>
                        <a:lnTo>
                          <a:pt x="14163" y="54363"/>
                        </a:lnTo>
                        <a:lnTo>
                          <a:pt x="25454" y="54363"/>
                        </a:lnTo>
                        <a:cubicBezTo>
                          <a:pt x="31605" y="54363"/>
                          <a:pt x="36315" y="55592"/>
                          <a:pt x="39582" y="58051"/>
                        </a:cubicBezTo>
                        <a:cubicBezTo>
                          <a:pt x="42850" y="60510"/>
                          <a:pt x="44484" y="64053"/>
                          <a:pt x="44484" y="68680"/>
                        </a:cubicBezTo>
                        <a:cubicBezTo>
                          <a:pt x="44484" y="73425"/>
                          <a:pt x="42797" y="77067"/>
                          <a:pt x="39424" y="79606"/>
                        </a:cubicBezTo>
                        <a:cubicBezTo>
                          <a:pt x="36063" y="82157"/>
                          <a:pt x="31241" y="83433"/>
                          <a:pt x="24958" y="83433"/>
                        </a:cubicBezTo>
                        <a:cubicBezTo>
                          <a:pt x="21518" y="83433"/>
                          <a:pt x="17834" y="83056"/>
                          <a:pt x="13905" y="82302"/>
                        </a:cubicBezTo>
                        <a:cubicBezTo>
                          <a:pt x="9976" y="81562"/>
                          <a:pt x="5656" y="80412"/>
                          <a:pt x="947" y="78852"/>
                        </a:cubicBezTo>
                        <a:lnTo>
                          <a:pt x="947" y="89996"/>
                        </a:lnTo>
                        <a:cubicBezTo>
                          <a:pt x="5709" y="91318"/>
                          <a:pt x="10167" y="92310"/>
                          <a:pt x="14321" y="92971"/>
                        </a:cubicBezTo>
                        <a:cubicBezTo>
                          <a:pt x="18475" y="93632"/>
                          <a:pt x="22391" y="93962"/>
                          <a:pt x="26069" y="93962"/>
                        </a:cubicBezTo>
                        <a:cubicBezTo>
                          <a:pt x="35581" y="93962"/>
                          <a:pt x="43101" y="91801"/>
                          <a:pt x="48631" y="87478"/>
                        </a:cubicBezTo>
                        <a:cubicBezTo>
                          <a:pt x="54174" y="83168"/>
                          <a:pt x="56946" y="77338"/>
                          <a:pt x="56946" y="69988"/>
                        </a:cubicBezTo>
                        <a:cubicBezTo>
                          <a:pt x="56946" y="64859"/>
                          <a:pt x="55477" y="60530"/>
                          <a:pt x="52540" y="57000"/>
                        </a:cubicBezTo>
                        <a:cubicBezTo>
                          <a:pt x="49603" y="53470"/>
                          <a:pt x="45430" y="51025"/>
                          <a:pt x="40019" y="4966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32" name="Freeform: Shape 331">
                    <a:extLst>
                      <a:ext uri="{FF2B5EF4-FFF2-40B4-BE49-F238E27FC236}">
                        <a16:creationId xmlns:a16="http://schemas.microsoft.com/office/drawing/2014/main" id="{0164AC4E-50D7-78DD-744E-DDF1C58027B9}"/>
                      </a:ext>
                    </a:extLst>
                  </p:cNvPr>
                  <p:cNvSpPr/>
                  <p:nvPr/>
                </p:nvSpPr>
                <p:spPr>
                  <a:xfrm flipV="1">
                    <a:off x="5649455" y="4959304"/>
                    <a:ext cx="63996" cy="95994"/>
                  </a:xfrm>
                  <a:custGeom>
                    <a:avLst/>
                    <a:gdLst>
                      <a:gd name="connsiteX0" fmla="*/ 30152 w 63996"/>
                      <a:gd name="connsiteY0" fmla="*/ 84047 h 95994"/>
                      <a:gd name="connsiteX1" fmla="*/ 15607 w 63996"/>
                      <a:gd name="connsiteY1" fmla="*/ 74529 h 95994"/>
                      <a:gd name="connsiteX2" fmla="*/ 10745 w 63996"/>
                      <a:gd name="connsiteY2" fmla="*/ 45935 h 95994"/>
                      <a:gd name="connsiteX3" fmla="*/ 15607 w 63996"/>
                      <a:gd name="connsiteY3" fmla="*/ 17401 h 95994"/>
                      <a:gd name="connsiteX4" fmla="*/ 30152 w 63996"/>
                      <a:gd name="connsiteY4" fmla="*/ 7883 h 95994"/>
                      <a:gd name="connsiteX5" fmla="*/ 44757 w 63996"/>
                      <a:gd name="connsiteY5" fmla="*/ 17401 h 95994"/>
                      <a:gd name="connsiteX6" fmla="*/ 49639 w 63996"/>
                      <a:gd name="connsiteY6" fmla="*/ 45935 h 95994"/>
                      <a:gd name="connsiteX7" fmla="*/ 44757 w 63996"/>
                      <a:gd name="connsiteY7" fmla="*/ 74529 h 95994"/>
                      <a:gd name="connsiteX8" fmla="*/ 30152 w 63996"/>
                      <a:gd name="connsiteY8" fmla="*/ 84047 h 95994"/>
                      <a:gd name="connsiteX9" fmla="*/ 30152 w 63996"/>
                      <a:gd name="connsiteY9" fmla="*/ 93962 h 95994"/>
                      <a:gd name="connsiteX10" fmla="*/ 53945 w 63996"/>
                      <a:gd name="connsiteY10" fmla="*/ 81648 h 95994"/>
                      <a:gd name="connsiteX11" fmla="*/ 62160 w 63996"/>
                      <a:gd name="connsiteY11" fmla="*/ 45935 h 95994"/>
                      <a:gd name="connsiteX12" fmla="*/ 53945 w 63996"/>
                      <a:gd name="connsiteY12" fmla="*/ 10262 h 95994"/>
                      <a:gd name="connsiteX13" fmla="*/ 30152 w 63996"/>
                      <a:gd name="connsiteY13" fmla="*/ -2032 h 95994"/>
                      <a:gd name="connsiteX14" fmla="*/ 6379 w 63996"/>
                      <a:gd name="connsiteY14" fmla="*/ 10262 h 95994"/>
                      <a:gd name="connsiteX15" fmla="*/ -1836 w 63996"/>
                      <a:gd name="connsiteY15" fmla="*/ 45935 h 95994"/>
                      <a:gd name="connsiteX16" fmla="*/ 6379 w 63996"/>
                      <a:gd name="connsiteY16" fmla="*/ 81648 h 95994"/>
                      <a:gd name="connsiteX17" fmla="*/ 3015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52" y="84047"/>
                        </a:moveTo>
                        <a:cubicBezTo>
                          <a:pt x="23709" y="84047"/>
                          <a:pt x="18861" y="80875"/>
                          <a:pt x="15607" y="74529"/>
                        </a:cubicBezTo>
                        <a:cubicBezTo>
                          <a:pt x="12365" y="68197"/>
                          <a:pt x="10745" y="58666"/>
                          <a:pt x="10745" y="45935"/>
                        </a:cubicBezTo>
                        <a:cubicBezTo>
                          <a:pt x="10745" y="33258"/>
                          <a:pt x="12365" y="23746"/>
                          <a:pt x="15607" y="17401"/>
                        </a:cubicBezTo>
                        <a:cubicBezTo>
                          <a:pt x="18861" y="11055"/>
                          <a:pt x="23709" y="7883"/>
                          <a:pt x="30152" y="7883"/>
                        </a:cubicBezTo>
                        <a:cubicBezTo>
                          <a:pt x="36648" y="7883"/>
                          <a:pt x="41516" y="11055"/>
                          <a:pt x="44757" y="17401"/>
                        </a:cubicBezTo>
                        <a:cubicBezTo>
                          <a:pt x="48011" y="23746"/>
                          <a:pt x="49639" y="33258"/>
                          <a:pt x="49639" y="45935"/>
                        </a:cubicBezTo>
                        <a:cubicBezTo>
                          <a:pt x="49639" y="58666"/>
                          <a:pt x="48011" y="68197"/>
                          <a:pt x="44757" y="74529"/>
                        </a:cubicBezTo>
                        <a:cubicBezTo>
                          <a:pt x="41516" y="80875"/>
                          <a:pt x="36648" y="84047"/>
                          <a:pt x="30152" y="84047"/>
                        </a:cubicBezTo>
                        <a:close/>
                        <a:moveTo>
                          <a:pt x="30152" y="93962"/>
                        </a:moveTo>
                        <a:cubicBezTo>
                          <a:pt x="40537" y="93962"/>
                          <a:pt x="48468" y="89857"/>
                          <a:pt x="53945" y="81648"/>
                        </a:cubicBezTo>
                        <a:cubicBezTo>
                          <a:pt x="59422" y="73452"/>
                          <a:pt x="62160" y="61548"/>
                          <a:pt x="62160" y="45935"/>
                        </a:cubicBezTo>
                        <a:cubicBezTo>
                          <a:pt x="62160" y="30363"/>
                          <a:pt x="59422" y="18471"/>
                          <a:pt x="53945" y="10262"/>
                        </a:cubicBezTo>
                        <a:cubicBezTo>
                          <a:pt x="48468" y="2066"/>
                          <a:pt x="40537" y="-2032"/>
                          <a:pt x="30152" y="-2032"/>
                        </a:cubicBezTo>
                        <a:cubicBezTo>
                          <a:pt x="19780" y="-2032"/>
                          <a:pt x="11856" y="2066"/>
                          <a:pt x="6379" y="10262"/>
                        </a:cubicBezTo>
                        <a:cubicBezTo>
                          <a:pt x="902" y="18471"/>
                          <a:pt x="-1836" y="30363"/>
                          <a:pt x="-1836" y="45935"/>
                        </a:cubicBezTo>
                        <a:cubicBezTo>
                          <a:pt x="-1836" y="61548"/>
                          <a:pt x="902" y="73452"/>
                          <a:pt x="6379" y="81648"/>
                        </a:cubicBezTo>
                        <a:cubicBezTo>
                          <a:pt x="11856" y="89857"/>
                          <a:pt x="19780" y="93962"/>
                          <a:pt x="3015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33" name="Graphic 299">
                <a:extLst>
                  <a:ext uri="{FF2B5EF4-FFF2-40B4-BE49-F238E27FC236}">
                    <a16:creationId xmlns:a16="http://schemas.microsoft.com/office/drawing/2014/main" id="{DCA32A70-3073-FBEA-4BF0-250CC0DFAC1C}"/>
                  </a:ext>
                </a:extLst>
              </p:cNvPr>
              <p:cNvGrpSpPr/>
              <p:nvPr/>
            </p:nvGrpSpPr>
            <p:grpSpPr>
              <a:xfrm>
                <a:off x="6057627" y="4868227"/>
                <a:ext cx="224169" cy="187070"/>
                <a:chOff x="605762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9FEA0FB1-B8A5-AC1E-0636-A8F3A620945C}"/>
                    </a:ext>
                  </a:extLst>
                </p:cNvPr>
                <p:cNvSpPr/>
                <p:nvPr/>
              </p:nvSpPr>
              <p:spPr>
                <a:xfrm>
                  <a:off x="6169030" y="4868227"/>
                  <a:ext cx="12700" cy="44417"/>
                </a:xfrm>
                <a:custGeom>
                  <a:avLst/>
                  <a:gdLst>
                    <a:gd name="connsiteX0" fmla="*/ 237 w 12700"/>
                    <a:gd name="connsiteY0" fmla="*/ 286 h 44417"/>
                    <a:gd name="connsiteX1" fmla="*/ 23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37" y="286"/>
                      </a:moveTo>
                      <a:lnTo>
                        <a:pt x="23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35" name="Graphic 299">
                  <a:extLst>
                    <a:ext uri="{FF2B5EF4-FFF2-40B4-BE49-F238E27FC236}">
                      <a16:creationId xmlns:a16="http://schemas.microsoft.com/office/drawing/2014/main" id="{A39B3DB8-0187-36DF-4DB5-FA4EF6A8AA1A}"/>
                    </a:ext>
                  </a:extLst>
                </p:cNvPr>
                <p:cNvGrpSpPr/>
                <p:nvPr/>
              </p:nvGrpSpPr>
              <p:grpSpPr>
                <a:xfrm>
                  <a:off x="6057627" y="4959304"/>
                  <a:ext cx="224169" cy="95994"/>
                  <a:chOff x="605762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36" name="Freeform: Shape 335">
                    <a:extLst>
                      <a:ext uri="{FF2B5EF4-FFF2-40B4-BE49-F238E27FC236}">
                        <a16:creationId xmlns:a16="http://schemas.microsoft.com/office/drawing/2014/main" id="{12E35962-B8CC-F920-BEAB-B5B24D4AE200}"/>
                      </a:ext>
                    </a:extLst>
                  </p:cNvPr>
                  <p:cNvSpPr/>
                  <p:nvPr/>
                </p:nvSpPr>
                <p:spPr>
                  <a:xfrm flipV="1">
                    <a:off x="6057627" y="4960969"/>
                    <a:ext cx="59908" cy="94328"/>
                  </a:xfrm>
                  <a:custGeom>
                    <a:avLst/>
                    <a:gdLst>
                      <a:gd name="connsiteX0" fmla="*/ 2136 w 59908"/>
                      <a:gd name="connsiteY0" fmla="*/ 92338 h 94328"/>
                      <a:gd name="connsiteX1" fmla="*/ 51309 w 59908"/>
                      <a:gd name="connsiteY1" fmla="*/ 92338 h 94328"/>
                      <a:gd name="connsiteX2" fmla="*/ 51309 w 59908"/>
                      <a:gd name="connsiteY2" fmla="*/ 81789 h 94328"/>
                      <a:gd name="connsiteX3" fmla="*/ 13606 w 59908"/>
                      <a:gd name="connsiteY3" fmla="*/ 81789 h 94328"/>
                      <a:gd name="connsiteX4" fmla="*/ 13606 w 59908"/>
                      <a:gd name="connsiteY4" fmla="*/ 59124 h 94328"/>
                      <a:gd name="connsiteX5" fmla="*/ 19043 w 59908"/>
                      <a:gd name="connsiteY5" fmla="*/ 60512 h 94328"/>
                      <a:gd name="connsiteX6" fmla="*/ 24520 w 59908"/>
                      <a:gd name="connsiteY6" fmla="*/ 60968 h 94328"/>
                      <a:gd name="connsiteX7" fmla="*/ 49067 w 59908"/>
                      <a:gd name="connsiteY7" fmla="*/ 52481 h 94328"/>
                      <a:gd name="connsiteX8" fmla="*/ 58135 w 59908"/>
                      <a:gd name="connsiteY8" fmla="*/ 29499 h 94328"/>
                      <a:gd name="connsiteX9" fmla="*/ 48828 w 59908"/>
                      <a:gd name="connsiteY9" fmla="*/ 6279 h 94328"/>
                      <a:gd name="connsiteX10" fmla="*/ 22595 w 59908"/>
                      <a:gd name="connsiteY10" fmla="*/ -1990 h 94328"/>
                      <a:gd name="connsiteX11" fmla="*/ 10709 w 59908"/>
                      <a:gd name="connsiteY11" fmla="*/ -999 h 94328"/>
                      <a:gd name="connsiteX12" fmla="*/ -1773 w 59908"/>
                      <a:gd name="connsiteY12" fmla="*/ 1976 h 94328"/>
                      <a:gd name="connsiteX13" fmla="*/ -1773 w 59908"/>
                      <a:gd name="connsiteY13" fmla="*/ 14567 h 94328"/>
                      <a:gd name="connsiteX14" fmla="*/ 9756 w 59908"/>
                      <a:gd name="connsiteY14" fmla="*/ 10046 h 94328"/>
                      <a:gd name="connsiteX15" fmla="*/ 22337 w 59908"/>
                      <a:gd name="connsiteY15" fmla="*/ 8559 h 94328"/>
                      <a:gd name="connsiteX16" fmla="*/ 39323 w 59908"/>
                      <a:gd name="connsiteY16" fmla="*/ 14191 h 94328"/>
                      <a:gd name="connsiteX17" fmla="*/ 45594 w 59908"/>
                      <a:gd name="connsiteY17" fmla="*/ 29499 h 94328"/>
                      <a:gd name="connsiteX18" fmla="*/ 39323 w 59908"/>
                      <a:gd name="connsiteY18" fmla="*/ 44788 h 94328"/>
                      <a:gd name="connsiteX19" fmla="*/ 22337 w 59908"/>
                      <a:gd name="connsiteY19" fmla="*/ 50439 h 94328"/>
                      <a:gd name="connsiteX20" fmla="*/ 12316 w 59908"/>
                      <a:gd name="connsiteY20" fmla="*/ 49328 h 94328"/>
                      <a:gd name="connsiteX21" fmla="*/ 2136 w 59908"/>
                      <a:gd name="connsiteY21" fmla="*/ 45858 h 94328"/>
                      <a:gd name="connsiteX22" fmla="*/ 213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36" y="92338"/>
                        </a:moveTo>
                        <a:lnTo>
                          <a:pt x="51309" y="92338"/>
                        </a:lnTo>
                        <a:lnTo>
                          <a:pt x="51309" y="81789"/>
                        </a:lnTo>
                        <a:lnTo>
                          <a:pt x="13606" y="81789"/>
                        </a:lnTo>
                        <a:lnTo>
                          <a:pt x="13606" y="59124"/>
                        </a:lnTo>
                        <a:cubicBezTo>
                          <a:pt x="15418" y="59746"/>
                          <a:pt x="17231" y="60208"/>
                          <a:pt x="19043" y="60512"/>
                        </a:cubicBezTo>
                        <a:cubicBezTo>
                          <a:pt x="20869" y="60816"/>
                          <a:pt x="22694" y="60968"/>
                          <a:pt x="24520" y="60968"/>
                        </a:cubicBezTo>
                        <a:cubicBezTo>
                          <a:pt x="34852" y="60968"/>
                          <a:pt x="43034" y="58139"/>
                          <a:pt x="49067" y="52481"/>
                        </a:cubicBezTo>
                        <a:cubicBezTo>
                          <a:pt x="55112" y="46823"/>
                          <a:pt x="58135" y="39163"/>
                          <a:pt x="58135" y="29499"/>
                        </a:cubicBezTo>
                        <a:cubicBezTo>
                          <a:pt x="58135" y="19545"/>
                          <a:pt x="55033" y="11805"/>
                          <a:pt x="48828" y="6279"/>
                        </a:cubicBezTo>
                        <a:cubicBezTo>
                          <a:pt x="42624" y="766"/>
                          <a:pt x="33879" y="-1990"/>
                          <a:pt x="22595" y="-1990"/>
                        </a:cubicBezTo>
                        <a:cubicBezTo>
                          <a:pt x="18706" y="-1990"/>
                          <a:pt x="14743" y="-1660"/>
                          <a:pt x="10709" y="-999"/>
                        </a:cubicBezTo>
                        <a:cubicBezTo>
                          <a:pt x="6687" y="-338"/>
                          <a:pt x="2526" y="654"/>
                          <a:pt x="-1773" y="1976"/>
                        </a:cubicBezTo>
                        <a:lnTo>
                          <a:pt x="-1773" y="14567"/>
                        </a:lnTo>
                        <a:cubicBezTo>
                          <a:pt x="1944" y="12545"/>
                          <a:pt x="5787" y="11038"/>
                          <a:pt x="9756" y="10046"/>
                        </a:cubicBezTo>
                        <a:cubicBezTo>
                          <a:pt x="13725" y="9055"/>
                          <a:pt x="17918" y="8559"/>
                          <a:pt x="22337" y="8559"/>
                        </a:cubicBezTo>
                        <a:cubicBezTo>
                          <a:pt x="29494" y="8559"/>
                          <a:pt x="35156" y="10436"/>
                          <a:pt x="39323" y="14191"/>
                        </a:cubicBezTo>
                        <a:cubicBezTo>
                          <a:pt x="43504" y="17945"/>
                          <a:pt x="45594" y="23048"/>
                          <a:pt x="45594" y="29499"/>
                        </a:cubicBezTo>
                        <a:cubicBezTo>
                          <a:pt x="45594" y="35937"/>
                          <a:pt x="43504" y="41033"/>
                          <a:pt x="39323" y="44788"/>
                        </a:cubicBezTo>
                        <a:cubicBezTo>
                          <a:pt x="35156" y="48555"/>
                          <a:pt x="29494" y="50439"/>
                          <a:pt x="22337" y="50439"/>
                        </a:cubicBezTo>
                        <a:cubicBezTo>
                          <a:pt x="18990" y="50439"/>
                          <a:pt x="15650" y="50069"/>
                          <a:pt x="12316" y="49328"/>
                        </a:cubicBezTo>
                        <a:cubicBezTo>
                          <a:pt x="8995" y="48588"/>
                          <a:pt x="5602" y="47431"/>
                          <a:pt x="2136" y="45858"/>
                        </a:cubicBezTo>
                        <a:lnTo>
                          <a:pt x="213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37" name="Freeform: Shape 336">
                    <a:extLst>
                      <a:ext uri="{FF2B5EF4-FFF2-40B4-BE49-F238E27FC236}">
                        <a16:creationId xmlns:a16="http://schemas.microsoft.com/office/drawing/2014/main" id="{81792F39-AA25-8A92-9FCA-A9C12635C4E0}"/>
                      </a:ext>
                    </a:extLst>
                  </p:cNvPr>
                  <p:cNvSpPr/>
                  <p:nvPr/>
                </p:nvSpPr>
                <p:spPr>
                  <a:xfrm flipV="1">
                    <a:off x="6134836" y="4960969"/>
                    <a:ext cx="67468" cy="92524"/>
                  </a:xfrm>
                  <a:custGeom>
                    <a:avLst/>
                    <a:gdLst>
                      <a:gd name="connsiteX0" fmla="*/ 40015 w 67468"/>
                      <a:gd name="connsiteY0" fmla="*/ 79582 h 92524"/>
                      <a:gd name="connsiteX1" fmla="*/ 8384 w 67468"/>
                      <a:gd name="connsiteY1" fmla="*/ 30187 h 92524"/>
                      <a:gd name="connsiteX2" fmla="*/ 40015 w 67468"/>
                      <a:gd name="connsiteY2" fmla="*/ 30187 h 92524"/>
                      <a:gd name="connsiteX3" fmla="*/ 40015 w 67468"/>
                      <a:gd name="connsiteY3" fmla="*/ 79582 h 92524"/>
                      <a:gd name="connsiteX4" fmla="*/ 36721 w 67468"/>
                      <a:gd name="connsiteY4" fmla="*/ 90488 h 92524"/>
                      <a:gd name="connsiteX5" fmla="*/ 52477 w 67468"/>
                      <a:gd name="connsiteY5" fmla="*/ 90488 h 92524"/>
                      <a:gd name="connsiteX6" fmla="*/ 52477 w 67468"/>
                      <a:gd name="connsiteY6" fmla="*/ 30187 h 92524"/>
                      <a:gd name="connsiteX7" fmla="*/ 65692 w 67468"/>
                      <a:gd name="connsiteY7" fmla="*/ 30187 h 92524"/>
                      <a:gd name="connsiteX8" fmla="*/ 65692 w 67468"/>
                      <a:gd name="connsiteY8" fmla="*/ 19777 h 92524"/>
                      <a:gd name="connsiteX9" fmla="*/ 52477 w 67468"/>
                      <a:gd name="connsiteY9" fmla="*/ 19777 h 92524"/>
                      <a:gd name="connsiteX10" fmla="*/ 52477 w 67468"/>
                      <a:gd name="connsiteY10" fmla="*/ -2036 h 92524"/>
                      <a:gd name="connsiteX11" fmla="*/ 40015 w 67468"/>
                      <a:gd name="connsiteY11" fmla="*/ -2036 h 92524"/>
                      <a:gd name="connsiteX12" fmla="*/ 40015 w 67468"/>
                      <a:gd name="connsiteY12" fmla="*/ 19777 h 92524"/>
                      <a:gd name="connsiteX13" fmla="*/ -1776 w 67468"/>
                      <a:gd name="connsiteY13" fmla="*/ 19777 h 92524"/>
                      <a:gd name="connsiteX14" fmla="*/ -1776 w 67468"/>
                      <a:gd name="connsiteY14" fmla="*/ 31853 h 92524"/>
                      <a:gd name="connsiteX15" fmla="*/ 36721 w 67468"/>
                      <a:gd name="connsiteY15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40015" y="79582"/>
                        </a:moveTo>
                        <a:lnTo>
                          <a:pt x="8384" y="30187"/>
                        </a:lnTo>
                        <a:lnTo>
                          <a:pt x="40015" y="30187"/>
                        </a:lnTo>
                        <a:lnTo>
                          <a:pt x="40015" y="79582"/>
                        </a:lnTo>
                        <a:close/>
                        <a:moveTo>
                          <a:pt x="36721" y="90488"/>
                        </a:moveTo>
                        <a:lnTo>
                          <a:pt x="52477" y="90488"/>
                        </a:lnTo>
                        <a:lnTo>
                          <a:pt x="52477" y="30187"/>
                        </a:lnTo>
                        <a:lnTo>
                          <a:pt x="65692" y="30187"/>
                        </a:lnTo>
                        <a:lnTo>
                          <a:pt x="65692" y="19777"/>
                        </a:lnTo>
                        <a:lnTo>
                          <a:pt x="52477" y="19777"/>
                        </a:lnTo>
                        <a:lnTo>
                          <a:pt x="52477" y="-2036"/>
                        </a:lnTo>
                        <a:lnTo>
                          <a:pt x="40015" y="-2036"/>
                        </a:lnTo>
                        <a:lnTo>
                          <a:pt x="40015" y="19777"/>
                        </a:lnTo>
                        <a:lnTo>
                          <a:pt x="-1776" y="19777"/>
                        </a:lnTo>
                        <a:lnTo>
                          <a:pt x="-1776" y="31853"/>
                        </a:lnTo>
                        <a:lnTo>
                          <a:pt x="36721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38" name="Freeform: Shape 337">
                    <a:extLst>
                      <a:ext uri="{FF2B5EF4-FFF2-40B4-BE49-F238E27FC236}">
                        <a16:creationId xmlns:a16="http://schemas.microsoft.com/office/drawing/2014/main" id="{542B7489-52F3-3E3A-0A0B-DAEC77AA9CED}"/>
                      </a:ext>
                    </a:extLst>
                  </p:cNvPr>
                  <p:cNvSpPr/>
                  <p:nvPr/>
                </p:nvSpPr>
                <p:spPr>
                  <a:xfrm flipV="1">
                    <a:off x="6217801" y="4959304"/>
                    <a:ext cx="63996" cy="95994"/>
                  </a:xfrm>
                  <a:custGeom>
                    <a:avLst/>
                    <a:gdLst>
                      <a:gd name="connsiteX0" fmla="*/ 30197 w 63996"/>
                      <a:gd name="connsiteY0" fmla="*/ 84047 h 95994"/>
                      <a:gd name="connsiteX1" fmla="*/ 15651 w 63996"/>
                      <a:gd name="connsiteY1" fmla="*/ 74529 h 95994"/>
                      <a:gd name="connsiteX2" fmla="*/ 10790 w 63996"/>
                      <a:gd name="connsiteY2" fmla="*/ 45935 h 95994"/>
                      <a:gd name="connsiteX3" fmla="*/ 15651 w 63996"/>
                      <a:gd name="connsiteY3" fmla="*/ 17401 h 95994"/>
                      <a:gd name="connsiteX4" fmla="*/ 30197 w 63996"/>
                      <a:gd name="connsiteY4" fmla="*/ 7883 h 95994"/>
                      <a:gd name="connsiteX5" fmla="*/ 44802 w 63996"/>
                      <a:gd name="connsiteY5" fmla="*/ 17401 h 95994"/>
                      <a:gd name="connsiteX6" fmla="*/ 49683 w 63996"/>
                      <a:gd name="connsiteY6" fmla="*/ 45935 h 95994"/>
                      <a:gd name="connsiteX7" fmla="*/ 44802 w 63996"/>
                      <a:gd name="connsiteY7" fmla="*/ 74529 h 95994"/>
                      <a:gd name="connsiteX8" fmla="*/ 30197 w 63996"/>
                      <a:gd name="connsiteY8" fmla="*/ 84047 h 95994"/>
                      <a:gd name="connsiteX9" fmla="*/ 30197 w 63996"/>
                      <a:gd name="connsiteY9" fmla="*/ 93962 h 95994"/>
                      <a:gd name="connsiteX10" fmla="*/ 53989 w 63996"/>
                      <a:gd name="connsiteY10" fmla="*/ 81648 h 95994"/>
                      <a:gd name="connsiteX11" fmla="*/ 62205 w 63996"/>
                      <a:gd name="connsiteY11" fmla="*/ 45935 h 95994"/>
                      <a:gd name="connsiteX12" fmla="*/ 53989 w 63996"/>
                      <a:gd name="connsiteY12" fmla="*/ 10262 h 95994"/>
                      <a:gd name="connsiteX13" fmla="*/ 30197 w 63996"/>
                      <a:gd name="connsiteY13" fmla="*/ -2032 h 95994"/>
                      <a:gd name="connsiteX14" fmla="*/ 6424 w 63996"/>
                      <a:gd name="connsiteY14" fmla="*/ 10262 h 95994"/>
                      <a:gd name="connsiteX15" fmla="*/ -1791 w 63996"/>
                      <a:gd name="connsiteY15" fmla="*/ 45935 h 95994"/>
                      <a:gd name="connsiteX16" fmla="*/ 6424 w 63996"/>
                      <a:gd name="connsiteY16" fmla="*/ 81648 h 95994"/>
                      <a:gd name="connsiteX17" fmla="*/ 3019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97" y="84047"/>
                        </a:moveTo>
                        <a:cubicBezTo>
                          <a:pt x="23754" y="84047"/>
                          <a:pt x="18906" y="80875"/>
                          <a:pt x="15651" y="74529"/>
                        </a:cubicBezTo>
                        <a:cubicBezTo>
                          <a:pt x="12410" y="68197"/>
                          <a:pt x="10790" y="58666"/>
                          <a:pt x="10790" y="45935"/>
                        </a:cubicBezTo>
                        <a:cubicBezTo>
                          <a:pt x="10790" y="33258"/>
                          <a:pt x="12410" y="23746"/>
                          <a:pt x="15651" y="17401"/>
                        </a:cubicBezTo>
                        <a:cubicBezTo>
                          <a:pt x="18906" y="11055"/>
                          <a:pt x="23754" y="7883"/>
                          <a:pt x="30197" y="7883"/>
                        </a:cubicBezTo>
                        <a:cubicBezTo>
                          <a:pt x="36692" y="7883"/>
                          <a:pt x="41561" y="11055"/>
                          <a:pt x="44802" y="17401"/>
                        </a:cubicBezTo>
                        <a:cubicBezTo>
                          <a:pt x="48056" y="23746"/>
                          <a:pt x="49683" y="33258"/>
                          <a:pt x="49683" y="45935"/>
                        </a:cubicBezTo>
                        <a:cubicBezTo>
                          <a:pt x="49683" y="58666"/>
                          <a:pt x="48056" y="68197"/>
                          <a:pt x="44802" y="74529"/>
                        </a:cubicBezTo>
                        <a:cubicBezTo>
                          <a:pt x="41561" y="80875"/>
                          <a:pt x="36692" y="84047"/>
                          <a:pt x="30197" y="84047"/>
                        </a:cubicBezTo>
                        <a:close/>
                        <a:moveTo>
                          <a:pt x="30197" y="93962"/>
                        </a:moveTo>
                        <a:cubicBezTo>
                          <a:pt x="40582" y="93962"/>
                          <a:pt x="48513" y="89857"/>
                          <a:pt x="53989" y="81648"/>
                        </a:cubicBezTo>
                        <a:cubicBezTo>
                          <a:pt x="59466" y="73452"/>
                          <a:pt x="62205" y="61548"/>
                          <a:pt x="62205" y="45935"/>
                        </a:cubicBezTo>
                        <a:cubicBezTo>
                          <a:pt x="62205" y="30363"/>
                          <a:pt x="59466" y="18471"/>
                          <a:pt x="53989" y="10262"/>
                        </a:cubicBezTo>
                        <a:cubicBezTo>
                          <a:pt x="48513" y="2066"/>
                          <a:pt x="40582" y="-2032"/>
                          <a:pt x="30197" y="-2032"/>
                        </a:cubicBezTo>
                        <a:cubicBezTo>
                          <a:pt x="19825" y="-2032"/>
                          <a:pt x="11901" y="2066"/>
                          <a:pt x="6424" y="10262"/>
                        </a:cubicBezTo>
                        <a:cubicBezTo>
                          <a:pt x="947" y="18471"/>
                          <a:pt x="-1791" y="30363"/>
                          <a:pt x="-1791" y="45935"/>
                        </a:cubicBezTo>
                        <a:cubicBezTo>
                          <a:pt x="-1791" y="61548"/>
                          <a:pt x="947" y="73452"/>
                          <a:pt x="6424" y="81648"/>
                        </a:cubicBezTo>
                        <a:cubicBezTo>
                          <a:pt x="11901" y="89857"/>
                          <a:pt x="19825" y="93962"/>
                          <a:pt x="3019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39" name="Graphic 299">
                <a:extLst>
                  <a:ext uri="{FF2B5EF4-FFF2-40B4-BE49-F238E27FC236}">
                    <a16:creationId xmlns:a16="http://schemas.microsoft.com/office/drawing/2014/main" id="{F18FE8AF-87A1-EBB2-6CE1-7A386BA2871C}"/>
                  </a:ext>
                </a:extLst>
              </p:cNvPr>
              <p:cNvGrpSpPr/>
              <p:nvPr/>
            </p:nvGrpSpPr>
            <p:grpSpPr>
              <a:xfrm>
                <a:off x="6625972" y="4868227"/>
                <a:ext cx="224169" cy="187070"/>
                <a:chOff x="6625972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76C96C1F-9418-B238-9DCE-E0A693820DF7}"/>
                    </a:ext>
                  </a:extLst>
                </p:cNvPr>
                <p:cNvSpPr/>
                <p:nvPr/>
              </p:nvSpPr>
              <p:spPr>
                <a:xfrm>
                  <a:off x="6737375" y="4868227"/>
                  <a:ext cx="12700" cy="44417"/>
                </a:xfrm>
                <a:custGeom>
                  <a:avLst/>
                  <a:gdLst>
                    <a:gd name="connsiteX0" fmla="*/ 282 w 12700"/>
                    <a:gd name="connsiteY0" fmla="*/ 286 h 44417"/>
                    <a:gd name="connsiteX1" fmla="*/ 28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82" y="286"/>
                      </a:moveTo>
                      <a:lnTo>
                        <a:pt x="28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41" name="Graphic 299">
                  <a:extLst>
                    <a:ext uri="{FF2B5EF4-FFF2-40B4-BE49-F238E27FC236}">
                      <a16:creationId xmlns:a16="http://schemas.microsoft.com/office/drawing/2014/main" id="{B8B932DF-A96B-7C81-3963-D75CD789F4F0}"/>
                    </a:ext>
                  </a:extLst>
                </p:cNvPr>
                <p:cNvGrpSpPr/>
                <p:nvPr/>
              </p:nvGrpSpPr>
              <p:grpSpPr>
                <a:xfrm>
                  <a:off x="6625972" y="4959304"/>
                  <a:ext cx="224169" cy="95994"/>
                  <a:chOff x="6625972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42" name="Freeform: Shape 341">
                    <a:extLst>
                      <a:ext uri="{FF2B5EF4-FFF2-40B4-BE49-F238E27FC236}">
                        <a16:creationId xmlns:a16="http://schemas.microsoft.com/office/drawing/2014/main" id="{786BF360-7BD9-56E4-7E4E-512DE81CCF4B}"/>
                      </a:ext>
                    </a:extLst>
                  </p:cNvPr>
                  <p:cNvSpPr/>
                  <p:nvPr/>
                </p:nvSpPr>
                <p:spPr>
                  <a:xfrm flipV="1">
                    <a:off x="6625972" y="4960969"/>
                    <a:ext cx="59908" cy="94328"/>
                  </a:xfrm>
                  <a:custGeom>
                    <a:avLst/>
                    <a:gdLst>
                      <a:gd name="connsiteX0" fmla="*/ 2181 w 59908"/>
                      <a:gd name="connsiteY0" fmla="*/ 92338 h 94328"/>
                      <a:gd name="connsiteX1" fmla="*/ 51354 w 59908"/>
                      <a:gd name="connsiteY1" fmla="*/ 92338 h 94328"/>
                      <a:gd name="connsiteX2" fmla="*/ 51354 w 59908"/>
                      <a:gd name="connsiteY2" fmla="*/ 81789 h 94328"/>
                      <a:gd name="connsiteX3" fmla="*/ 13650 w 59908"/>
                      <a:gd name="connsiteY3" fmla="*/ 81789 h 94328"/>
                      <a:gd name="connsiteX4" fmla="*/ 13650 w 59908"/>
                      <a:gd name="connsiteY4" fmla="*/ 59124 h 94328"/>
                      <a:gd name="connsiteX5" fmla="*/ 19088 w 59908"/>
                      <a:gd name="connsiteY5" fmla="*/ 60512 h 94328"/>
                      <a:gd name="connsiteX6" fmla="*/ 24565 w 59908"/>
                      <a:gd name="connsiteY6" fmla="*/ 60968 h 94328"/>
                      <a:gd name="connsiteX7" fmla="*/ 49111 w 59908"/>
                      <a:gd name="connsiteY7" fmla="*/ 52481 h 94328"/>
                      <a:gd name="connsiteX8" fmla="*/ 58180 w 59908"/>
                      <a:gd name="connsiteY8" fmla="*/ 29499 h 94328"/>
                      <a:gd name="connsiteX9" fmla="*/ 48873 w 59908"/>
                      <a:gd name="connsiteY9" fmla="*/ 6279 h 94328"/>
                      <a:gd name="connsiteX10" fmla="*/ 22640 w 59908"/>
                      <a:gd name="connsiteY10" fmla="*/ -1990 h 94328"/>
                      <a:gd name="connsiteX11" fmla="*/ 10753 w 59908"/>
                      <a:gd name="connsiteY11" fmla="*/ -999 h 94328"/>
                      <a:gd name="connsiteX12" fmla="*/ -1728 w 59908"/>
                      <a:gd name="connsiteY12" fmla="*/ 1976 h 94328"/>
                      <a:gd name="connsiteX13" fmla="*/ -1728 w 59908"/>
                      <a:gd name="connsiteY13" fmla="*/ 14567 h 94328"/>
                      <a:gd name="connsiteX14" fmla="*/ 9801 w 59908"/>
                      <a:gd name="connsiteY14" fmla="*/ 10046 h 94328"/>
                      <a:gd name="connsiteX15" fmla="*/ 22382 w 59908"/>
                      <a:gd name="connsiteY15" fmla="*/ 8559 h 94328"/>
                      <a:gd name="connsiteX16" fmla="*/ 39368 w 59908"/>
                      <a:gd name="connsiteY16" fmla="*/ 14191 h 94328"/>
                      <a:gd name="connsiteX17" fmla="*/ 45639 w 59908"/>
                      <a:gd name="connsiteY17" fmla="*/ 29499 h 94328"/>
                      <a:gd name="connsiteX18" fmla="*/ 39368 w 59908"/>
                      <a:gd name="connsiteY18" fmla="*/ 44788 h 94328"/>
                      <a:gd name="connsiteX19" fmla="*/ 22382 w 59908"/>
                      <a:gd name="connsiteY19" fmla="*/ 50439 h 94328"/>
                      <a:gd name="connsiteX20" fmla="*/ 12361 w 59908"/>
                      <a:gd name="connsiteY20" fmla="*/ 49328 h 94328"/>
                      <a:gd name="connsiteX21" fmla="*/ 2181 w 59908"/>
                      <a:gd name="connsiteY21" fmla="*/ 45858 h 94328"/>
                      <a:gd name="connsiteX22" fmla="*/ 218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1" y="92338"/>
                        </a:moveTo>
                        <a:lnTo>
                          <a:pt x="51354" y="92338"/>
                        </a:lnTo>
                        <a:lnTo>
                          <a:pt x="51354" y="81789"/>
                        </a:lnTo>
                        <a:lnTo>
                          <a:pt x="13650" y="81789"/>
                        </a:lnTo>
                        <a:lnTo>
                          <a:pt x="13650" y="59124"/>
                        </a:lnTo>
                        <a:cubicBezTo>
                          <a:pt x="15463" y="59746"/>
                          <a:pt x="17275" y="60208"/>
                          <a:pt x="19088" y="60512"/>
                        </a:cubicBezTo>
                        <a:cubicBezTo>
                          <a:pt x="20913" y="60816"/>
                          <a:pt x="22739" y="60968"/>
                          <a:pt x="24565" y="60968"/>
                        </a:cubicBezTo>
                        <a:cubicBezTo>
                          <a:pt x="34897" y="60968"/>
                          <a:pt x="43079" y="58139"/>
                          <a:pt x="49111" y="52481"/>
                        </a:cubicBezTo>
                        <a:cubicBezTo>
                          <a:pt x="55157" y="46823"/>
                          <a:pt x="58180" y="39163"/>
                          <a:pt x="58180" y="29499"/>
                        </a:cubicBezTo>
                        <a:cubicBezTo>
                          <a:pt x="58180" y="19545"/>
                          <a:pt x="55078" y="11805"/>
                          <a:pt x="48873" y="6279"/>
                        </a:cubicBezTo>
                        <a:cubicBezTo>
                          <a:pt x="42669" y="766"/>
                          <a:pt x="33924" y="-1990"/>
                          <a:pt x="22640" y="-1990"/>
                        </a:cubicBezTo>
                        <a:cubicBezTo>
                          <a:pt x="18750" y="-1990"/>
                          <a:pt x="14788" y="-1660"/>
                          <a:pt x="10753" y="-999"/>
                        </a:cubicBezTo>
                        <a:cubicBezTo>
                          <a:pt x="6732" y="-338"/>
                          <a:pt x="2571" y="654"/>
                          <a:pt x="-1728" y="1976"/>
                        </a:cubicBezTo>
                        <a:lnTo>
                          <a:pt x="-1728" y="14567"/>
                        </a:lnTo>
                        <a:cubicBezTo>
                          <a:pt x="1989" y="12545"/>
                          <a:pt x="5832" y="11038"/>
                          <a:pt x="9801" y="10046"/>
                        </a:cubicBezTo>
                        <a:cubicBezTo>
                          <a:pt x="13770" y="9055"/>
                          <a:pt x="17963" y="8559"/>
                          <a:pt x="22382" y="8559"/>
                        </a:cubicBezTo>
                        <a:cubicBezTo>
                          <a:pt x="29539" y="8559"/>
                          <a:pt x="35201" y="10436"/>
                          <a:pt x="39368" y="14191"/>
                        </a:cubicBezTo>
                        <a:cubicBezTo>
                          <a:pt x="43548" y="17945"/>
                          <a:pt x="45639" y="23048"/>
                          <a:pt x="45639" y="29499"/>
                        </a:cubicBezTo>
                        <a:cubicBezTo>
                          <a:pt x="45639" y="35937"/>
                          <a:pt x="43548" y="41033"/>
                          <a:pt x="39368" y="44788"/>
                        </a:cubicBezTo>
                        <a:cubicBezTo>
                          <a:pt x="35201" y="48555"/>
                          <a:pt x="29539" y="50439"/>
                          <a:pt x="22382" y="50439"/>
                        </a:cubicBezTo>
                        <a:cubicBezTo>
                          <a:pt x="19035" y="50439"/>
                          <a:pt x="15694" y="50069"/>
                          <a:pt x="12361" y="49328"/>
                        </a:cubicBezTo>
                        <a:cubicBezTo>
                          <a:pt x="9040" y="48588"/>
                          <a:pt x="5647" y="47431"/>
                          <a:pt x="2181" y="45858"/>
                        </a:cubicBezTo>
                        <a:lnTo>
                          <a:pt x="218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43" name="Freeform: Shape 342">
                    <a:extLst>
                      <a:ext uri="{FF2B5EF4-FFF2-40B4-BE49-F238E27FC236}">
                        <a16:creationId xmlns:a16="http://schemas.microsoft.com/office/drawing/2014/main" id="{33AA4AE7-96F9-835B-798E-6500089D20AC}"/>
                      </a:ext>
                    </a:extLst>
                  </p:cNvPr>
                  <p:cNvSpPr/>
                  <p:nvPr/>
                </p:nvSpPr>
                <p:spPr>
                  <a:xfrm flipV="1">
                    <a:off x="6706773" y="4960969"/>
                    <a:ext cx="59908" cy="94328"/>
                  </a:xfrm>
                  <a:custGeom>
                    <a:avLst/>
                    <a:gdLst>
                      <a:gd name="connsiteX0" fmla="*/ 2187 w 59908"/>
                      <a:gd name="connsiteY0" fmla="*/ 92338 h 94328"/>
                      <a:gd name="connsiteX1" fmla="*/ 51360 w 59908"/>
                      <a:gd name="connsiteY1" fmla="*/ 92338 h 94328"/>
                      <a:gd name="connsiteX2" fmla="*/ 51360 w 59908"/>
                      <a:gd name="connsiteY2" fmla="*/ 81789 h 94328"/>
                      <a:gd name="connsiteX3" fmla="*/ 13657 w 59908"/>
                      <a:gd name="connsiteY3" fmla="*/ 81789 h 94328"/>
                      <a:gd name="connsiteX4" fmla="*/ 13657 w 59908"/>
                      <a:gd name="connsiteY4" fmla="*/ 59124 h 94328"/>
                      <a:gd name="connsiteX5" fmla="*/ 19094 w 59908"/>
                      <a:gd name="connsiteY5" fmla="*/ 60512 h 94328"/>
                      <a:gd name="connsiteX6" fmla="*/ 24571 w 59908"/>
                      <a:gd name="connsiteY6" fmla="*/ 60968 h 94328"/>
                      <a:gd name="connsiteX7" fmla="*/ 49118 w 59908"/>
                      <a:gd name="connsiteY7" fmla="*/ 52481 h 94328"/>
                      <a:gd name="connsiteX8" fmla="*/ 58186 w 59908"/>
                      <a:gd name="connsiteY8" fmla="*/ 29499 h 94328"/>
                      <a:gd name="connsiteX9" fmla="*/ 48880 w 59908"/>
                      <a:gd name="connsiteY9" fmla="*/ 6279 h 94328"/>
                      <a:gd name="connsiteX10" fmla="*/ 22646 w 59908"/>
                      <a:gd name="connsiteY10" fmla="*/ -1990 h 94328"/>
                      <a:gd name="connsiteX11" fmla="*/ 10760 w 59908"/>
                      <a:gd name="connsiteY11" fmla="*/ -999 h 94328"/>
                      <a:gd name="connsiteX12" fmla="*/ -1722 w 59908"/>
                      <a:gd name="connsiteY12" fmla="*/ 1976 h 94328"/>
                      <a:gd name="connsiteX13" fmla="*/ -1722 w 59908"/>
                      <a:gd name="connsiteY13" fmla="*/ 14567 h 94328"/>
                      <a:gd name="connsiteX14" fmla="*/ 9807 w 59908"/>
                      <a:gd name="connsiteY14" fmla="*/ 10046 h 94328"/>
                      <a:gd name="connsiteX15" fmla="*/ 22388 w 59908"/>
                      <a:gd name="connsiteY15" fmla="*/ 8559 h 94328"/>
                      <a:gd name="connsiteX16" fmla="*/ 39374 w 59908"/>
                      <a:gd name="connsiteY16" fmla="*/ 14191 h 94328"/>
                      <a:gd name="connsiteX17" fmla="*/ 45645 w 59908"/>
                      <a:gd name="connsiteY17" fmla="*/ 29499 h 94328"/>
                      <a:gd name="connsiteX18" fmla="*/ 39374 w 59908"/>
                      <a:gd name="connsiteY18" fmla="*/ 44788 h 94328"/>
                      <a:gd name="connsiteX19" fmla="*/ 22388 w 59908"/>
                      <a:gd name="connsiteY19" fmla="*/ 50439 h 94328"/>
                      <a:gd name="connsiteX20" fmla="*/ 12367 w 59908"/>
                      <a:gd name="connsiteY20" fmla="*/ 49328 h 94328"/>
                      <a:gd name="connsiteX21" fmla="*/ 2187 w 59908"/>
                      <a:gd name="connsiteY21" fmla="*/ 45858 h 94328"/>
                      <a:gd name="connsiteX22" fmla="*/ 218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7" y="92338"/>
                        </a:moveTo>
                        <a:lnTo>
                          <a:pt x="51360" y="92338"/>
                        </a:lnTo>
                        <a:lnTo>
                          <a:pt x="51360" y="81789"/>
                        </a:lnTo>
                        <a:lnTo>
                          <a:pt x="13657" y="81789"/>
                        </a:lnTo>
                        <a:lnTo>
                          <a:pt x="13657" y="59124"/>
                        </a:lnTo>
                        <a:cubicBezTo>
                          <a:pt x="15469" y="59746"/>
                          <a:pt x="17282" y="60208"/>
                          <a:pt x="19094" y="60512"/>
                        </a:cubicBezTo>
                        <a:cubicBezTo>
                          <a:pt x="20920" y="60816"/>
                          <a:pt x="22745" y="60968"/>
                          <a:pt x="24571" y="60968"/>
                        </a:cubicBezTo>
                        <a:cubicBezTo>
                          <a:pt x="34903" y="60968"/>
                          <a:pt x="43085" y="58139"/>
                          <a:pt x="49118" y="52481"/>
                        </a:cubicBezTo>
                        <a:cubicBezTo>
                          <a:pt x="55163" y="46823"/>
                          <a:pt x="58186" y="39163"/>
                          <a:pt x="58186" y="29499"/>
                        </a:cubicBezTo>
                        <a:cubicBezTo>
                          <a:pt x="58186" y="19545"/>
                          <a:pt x="55084" y="11805"/>
                          <a:pt x="48880" y="6279"/>
                        </a:cubicBezTo>
                        <a:cubicBezTo>
                          <a:pt x="42675" y="766"/>
                          <a:pt x="33931" y="-1990"/>
                          <a:pt x="22646" y="-1990"/>
                        </a:cubicBezTo>
                        <a:cubicBezTo>
                          <a:pt x="18757" y="-1990"/>
                          <a:pt x="14795" y="-1660"/>
                          <a:pt x="10760" y="-999"/>
                        </a:cubicBezTo>
                        <a:cubicBezTo>
                          <a:pt x="6738" y="-338"/>
                          <a:pt x="2577" y="654"/>
                          <a:pt x="-1722" y="1976"/>
                        </a:cubicBezTo>
                        <a:lnTo>
                          <a:pt x="-1722" y="14567"/>
                        </a:lnTo>
                        <a:cubicBezTo>
                          <a:pt x="1995" y="12545"/>
                          <a:pt x="5838" y="11038"/>
                          <a:pt x="9807" y="10046"/>
                        </a:cubicBezTo>
                        <a:cubicBezTo>
                          <a:pt x="13776" y="9055"/>
                          <a:pt x="17970" y="8559"/>
                          <a:pt x="22388" y="8559"/>
                        </a:cubicBezTo>
                        <a:cubicBezTo>
                          <a:pt x="29545" y="8559"/>
                          <a:pt x="35207" y="10436"/>
                          <a:pt x="39374" y="14191"/>
                        </a:cubicBezTo>
                        <a:cubicBezTo>
                          <a:pt x="43555" y="17945"/>
                          <a:pt x="45645" y="23048"/>
                          <a:pt x="45645" y="29499"/>
                        </a:cubicBezTo>
                        <a:cubicBezTo>
                          <a:pt x="45645" y="35937"/>
                          <a:pt x="43555" y="41033"/>
                          <a:pt x="39374" y="44788"/>
                        </a:cubicBezTo>
                        <a:cubicBezTo>
                          <a:pt x="35207" y="48555"/>
                          <a:pt x="29545" y="50439"/>
                          <a:pt x="22388" y="50439"/>
                        </a:cubicBezTo>
                        <a:cubicBezTo>
                          <a:pt x="19041" y="50439"/>
                          <a:pt x="15701" y="50069"/>
                          <a:pt x="12367" y="49328"/>
                        </a:cubicBezTo>
                        <a:cubicBezTo>
                          <a:pt x="9046" y="48588"/>
                          <a:pt x="5653" y="47431"/>
                          <a:pt x="2187" y="45858"/>
                        </a:cubicBezTo>
                        <a:lnTo>
                          <a:pt x="218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44" name="Freeform: Shape 343">
                    <a:extLst>
                      <a:ext uri="{FF2B5EF4-FFF2-40B4-BE49-F238E27FC236}">
                        <a16:creationId xmlns:a16="http://schemas.microsoft.com/office/drawing/2014/main" id="{A602540E-C5A6-E849-593E-FB31E113E87C}"/>
                      </a:ext>
                    </a:extLst>
                  </p:cNvPr>
                  <p:cNvSpPr/>
                  <p:nvPr/>
                </p:nvSpPr>
                <p:spPr>
                  <a:xfrm flipV="1">
                    <a:off x="6786146" y="4959304"/>
                    <a:ext cx="63996" cy="95994"/>
                  </a:xfrm>
                  <a:custGeom>
                    <a:avLst/>
                    <a:gdLst>
                      <a:gd name="connsiteX0" fmla="*/ 30241 w 63996"/>
                      <a:gd name="connsiteY0" fmla="*/ 84047 h 95994"/>
                      <a:gd name="connsiteX1" fmla="*/ 15696 w 63996"/>
                      <a:gd name="connsiteY1" fmla="*/ 74529 h 95994"/>
                      <a:gd name="connsiteX2" fmla="*/ 10834 w 63996"/>
                      <a:gd name="connsiteY2" fmla="*/ 45935 h 95994"/>
                      <a:gd name="connsiteX3" fmla="*/ 15696 w 63996"/>
                      <a:gd name="connsiteY3" fmla="*/ 17401 h 95994"/>
                      <a:gd name="connsiteX4" fmla="*/ 30241 w 63996"/>
                      <a:gd name="connsiteY4" fmla="*/ 7883 h 95994"/>
                      <a:gd name="connsiteX5" fmla="*/ 44846 w 63996"/>
                      <a:gd name="connsiteY5" fmla="*/ 17401 h 95994"/>
                      <a:gd name="connsiteX6" fmla="*/ 49728 w 63996"/>
                      <a:gd name="connsiteY6" fmla="*/ 45935 h 95994"/>
                      <a:gd name="connsiteX7" fmla="*/ 44846 w 63996"/>
                      <a:gd name="connsiteY7" fmla="*/ 74529 h 95994"/>
                      <a:gd name="connsiteX8" fmla="*/ 30241 w 63996"/>
                      <a:gd name="connsiteY8" fmla="*/ 84047 h 95994"/>
                      <a:gd name="connsiteX9" fmla="*/ 30241 w 63996"/>
                      <a:gd name="connsiteY9" fmla="*/ 93962 h 95994"/>
                      <a:gd name="connsiteX10" fmla="*/ 54034 w 63996"/>
                      <a:gd name="connsiteY10" fmla="*/ 81648 h 95994"/>
                      <a:gd name="connsiteX11" fmla="*/ 62249 w 63996"/>
                      <a:gd name="connsiteY11" fmla="*/ 45935 h 95994"/>
                      <a:gd name="connsiteX12" fmla="*/ 54034 w 63996"/>
                      <a:gd name="connsiteY12" fmla="*/ 10262 h 95994"/>
                      <a:gd name="connsiteX13" fmla="*/ 30241 w 63996"/>
                      <a:gd name="connsiteY13" fmla="*/ -2032 h 95994"/>
                      <a:gd name="connsiteX14" fmla="*/ 6469 w 63996"/>
                      <a:gd name="connsiteY14" fmla="*/ 10262 h 95994"/>
                      <a:gd name="connsiteX15" fmla="*/ -1747 w 63996"/>
                      <a:gd name="connsiteY15" fmla="*/ 45935 h 95994"/>
                      <a:gd name="connsiteX16" fmla="*/ 6469 w 63996"/>
                      <a:gd name="connsiteY16" fmla="*/ 81648 h 95994"/>
                      <a:gd name="connsiteX17" fmla="*/ 3024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41" y="84047"/>
                        </a:moveTo>
                        <a:cubicBezTo>
                          <a:pt x="23799" y="84047"/>
                          <a:pt x="18950" y="80875"/>
                          <a:pt x="15696" y="74529"/>
                        </a:cubicBezTo>
                        <a:cubicBezTo>
                          <a:pt x="12455" y="68197"/>
                          <a:pt x="10834" y="58666"/>
                          <a:pt x="10834" y="45935"/>
                        </a:cubicBezTo>
                        <a:cubicBezTo>
                          <a:pt x="10834" y="33258"/>
                          <a:pt x="12455" y="23746"/>
                          <a:pt x="15696" y="17401"/>
                        </a:cubicBezTo>
                        <a:cubicBezTo>
                          <a:pt x="18950" y="11055"/>
                          <a:pt x="23799" y="7883"/>
                          <a:pt x="30241" y="7883"/>
                        </a:cubicBezTo>
                        <a:cubicBezTo>
                          <a:pt x="36737" y="7883"/>
                          <a:pt x="41605" y="11055"/>
                          <a:pt x="44846" y="17401"/>
                        </a:cubicBezTo>
                        <a:cubicBezTo>
                          <a:pt x="48101" y="23746"/>
                          <a:pt x="49728" y="33258"/>
                          <a:pt x="49728" y="45935"/>
                        </a:cubicBezTo>
                        <a:cubicBezTo>
                          <a:pt x="49728" y="58666"/>
                          <a:pt x="48101" y="68197"/>
                          <a:pt x="44846" y="74529"/>
                        </a:cubicBezTo>
                        <a:cubicBezTo>
                          <a:pt x="41605" y="80875"/>
                          <a:pt x="36737" y="84047"/>
                          <a:pt x="30241" y="84047"/>
                        </a:cubicBezTo>
                        <a:close/>
                        <a:moveTo>
                          <a:pt x="30241" y="93962"/>
                        </a:moveTo>
                        <a:cubicBezTo>
                          <a:pt x="40626" y="93962"/>
                          <a:pt x="48557" y="89857"/>
                          <a:pt x="54034" y="81648"/>
                        </a:cubicBezTo>
                        <a:cubicBezTo>
                          <a:pt x="59511" y="73452"/>
                          <a:pt x="62249" y="61548"/>
                          <a:pt x="62249" y="45935"/>
                        </a:cubicBezTo>
                        <a:cubicBezTo>
                          <a:pt x="62249" y="30363"/>
                          <a:pt x="59511" y="18471"/>
                          <a:pt x="54034" y="10262"/>
                        </a:cubicBezTo>
                        <a:cubicBezTo>
                          <a:pt x="48557" y="2066"/>
                          <a:pt x="40626" y="-2032"/>
                          <a:pt x="30241" y="-2032"/>
                        </a:cubicBezTo>
                        <a:cubicBezTo>
                          <a:pt x="19870" y="-2032"/>
                          <a:pt x="11946" y="2066"/>
                          <a:pt x="6469" y="10262"/>
                        </a:cubicBezTo>
                        <a:cubicBezTo>
                          <a:pt x="992" y="18471"/>
                          <a:pt x="-1747" y="30363"/>
                          <a:pt x="-1747" y="45935"/>
                        </a:cubicBezTo>
                        <a:cubicBezTo>
                          <a:pt x="-1747" y="61548"/>
                          <a:pt x="992" y="73452"/>
                          <a:pt x="6469" y="81648"/>
                        </a:cubicBezTo>
                        <a:cubicBezTo>
                          <a:pt x="11946" y="89857"/>
                          <a:pt x="19870" y="93962"/>
                          <a:pt x="3024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45" name="Graphic 299">
                <a:extLst>
                  <a:ext uri="{FF2B5EF4-FFF2-40B4-BE49-F238E27FC236}">
                    <a16:creationId xmlns:a16="http://schemas.microsoft.com/office/drawing/2014/main" id="{FA8BAD42-F70D-82AF-7879-444A092ED9A7}"/>
                  </a:ext>
                </a:extLst>
              </p:cNvPr>
              <p:cNvGrpSpPr/>
              <p:nvPr/>
            </p:nvGrpSpPr>
            <p:grpSpPr>
              <a:xfrm>
                <a:off x="7194317" y="4868227"/>
                <a:ext cx="224169" cy="187070"/>
                <a:chOff x="719431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46" name="Freeform: Shape 345">
                  <a:extLst>
                    <a:ext uri="{FF2B5EF4-FFF2-40B4-BE49-F238E27FC236}">
                      <a16:creationId xmlns:a16="http://schemas.microsoft.com/office/drawing/2014/main" id="{17B8DA17-BAAA-4638-7372-4A73E44DD3B8}"/>
                    </a:ext>
                  </a:extLst>
                </p:cNvPr>
                <p:cNvSpPr/>
                <p:nvPr/>
              </p:nvSpPr>
              <p:spPr>
                <a:xfrm>
                  <a:off x="7305720" y="4868227"/>
                  <a:ext cx="12700" cy="44417"/>
                </a:xfrm>
                <a:custGeom>
                  <a:avLst/>
                  <a:gdLst>
                    <a:gd name="connsiteX0" fmla="*/ 326 w 12700"/>
                    <a:gd name="connsiteY0" fmla="*/ 286 h 44417"/>
                    <a:gd name="connsiteX1" fmla="*/ 32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26" y="286"/>
                      </a:moveTo>
                      <a:lnTo>
                        <a:pt x="32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47" name="Graphic 299">
                  <a:extLst>
                    <a:ext uri="{FF2B5EF4-FFF2-40B4-BE49-F238E27FC236}">
                      <a16:creationId xmlns:a16="http://schemas.microsoft.com/office/drawing/2014/main" id="{46E5B54A-7359-0D45-4544-D26B47C79707}"/>
                    </a:ext>
                  </a:extLst>
                </p:cNvPr>
                <p:cNvGrpSpPr/>
                <p:nvPr/>
              </p:nvGrpSpPr>
              <p:grpSpPr>
                <a:xfrm>
                  <a:off x="7194317" y="4959304"/>
                  <a:ext cx="224169" cy="95994"/>
                  <a:chOff x="719431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48" name="Freeform: Shape 347">
                    <a:extLst>
                      <a:ext uri="{FF2B5EF4-FFF2-40B4-BE49-F238E27FC236}">
                        <a16:creationId xmlns:a16="http://schemas.microsoft.com/office/drawing/2014/main" id="{343DD07E-6E51-1577-3FED-3CD5D563BE4F}"/>
                      </a:ext>
                    </a:extLst>
                  </p:cNvPr>
                  <p:cNvSpPr/>
                  <p:nvPr/>
                </p:nvSpPr>
                <p:spPr>
                  <a:xfrm flipV="1">
                    <a:off x="7194317" y="4960969"/>
                    <a:ext cx="59908" cy="94328"/>
                  </a:xfrm>
                  <a:custGeom>
                    <a:avLst/>
                    <a:gdLst>
                      <a:gd name="connsiteX0" fmla="*/ 2226 w 59908"/>
                      <a:gd name="connsiteY0" fmla="*/ 92338 h 94328"/>
                      <a:gd name="connsiteX1" fmla="*/ 51398 w 59908"/>
                      <a:gd name="connsiteY1" fmla="*/ 92338 h 94328"/>
                      <a:gd name="connsiteX2" fmla="*/ 51398 w 59908"/>
                      <a:gd name="connsiteY2" fmla="*/ 81789 h 94328"/>
                      <a:gd name="connsiteX3" fmla="*/ 13695 w 59908"/>
                      <a:gd name="connsiteY3" fmla="*/ 81789 h 94328"/>
                      <a:gd name="connsiteX4" fmla="*/ 13695 w 59908"/>
                      <a:gd name="connsiteY4" fmla="*/ 59124 h 94328"/>
                      <a:gd name="connsiteX5" fmla="*/ 19132 w 59908"/>
                      <a:gd name="connsiteY5" fmla="*/ 60512 h 94328"/>
                      <a:gd name="connsiteX6" fmla="*/ 24609 w 59908"/>
                      <a:gd name="connsiteY6" fmla="*/ 60968 h 94328"/>
                      <a:gd name="connsiteX7" fmla="*/ 49156 w 59908"/>
                      <a:gd name="connsiteY7" fmla="*/ 52481 h 94328"/>
                      <a:gd name="connsiteX8" fmla="*/ 58225 w 59908"/>
                      <a:gd name="connsiteY8" fmla="*/ 29499 h 94328"/>
                      <a:gd name="connsiteX9" fmla="*/ 48918 w 59908"/>
                      <a:gd name="connsiteY9" fmla="*/ 6279 h 94328"/>
                      <a:gd name="connsiteX10" fmla="*/ 22684 w 59908"/>
                      <a:gd name="connsiteY10" fmla="*/ -1990 h 94328"/>
                      <a:gd name="connsiteX11" fmla="*/ 10798 w 59908"/>
                      <a:gd name="connsiteY11" fmla="*/ -999 h 94328"/>
                      <a:gd name="connsiteX12" fmla="*/ -1684 w 59908"/>
                      <a:gd name="connsiteY12" fmla="*/ 1976 h 94328"/>
                      <a:gd name="connsiteX13" fmla="*/ -1684 w 59908"/>
                      <a:gd name="connsiteY13" fmla="*/ 14567 h 94328"/>
                      <a:gd name="connsiteX14" fmla="*/ 9846 w 59908"/>
                      <a:gd name="connsiteY14" fmla="*/ 10046 h 94328"/>
                      <a:gd name="connsiteX15" fmla="*/ 22426 w 59908"/>
                      <a:gd name="connsiteY15" fmla="*/ 8559 h 94328"/>
                      <a:gd name="connsiteX16" fmla="*/ 39413 w 59908"/>
                      <a:gd name="connsiteY16" fmla="*/ 14191 h 94328"/>
                      <a:gd name="connsiteX17" fmla="*/ 45683 w 59908"/>
                      <a:gd name="connsiteY17" fmla="*/ 29499 h 94328"/>
                      <a:gd name="connsiteX18" fmla="*/ 39413 w 59908"/>
                      <a:gd name="connsiteY18" fmla="*/ 44788 h 94328"/>
                      <a:gd name="connsiteX19" fmla="*/ 22426 w 59908"/>
                      <a:gd name="connsiteY19" fmla="*/ 50439 h 94328"/>
                      <a:gd name="connsiteX20" fmla="*/ 12405 w 59908"/>
                      <a:gd name="connsiteY20" fmla="*/ 49328 h 94328"/>
                      <a:gd name="connsiteX21" fmla="*/ 2226 w 59908"/>
                      <a:gd name="connsiteY21" fmla="*/ 45858 h 94328"/>
                      <a:gd name="connsiteX22" fmla="*/ 222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26" y="92338"/>
                        </a:moveTo>
                        <a:lnTo>
                          <a:pt x="51398" y="92338"/>
                        </a:lnTo>
                        <a:lnTo>
                          <a:pt x="51398" y="81789"/>
                        </a:lnTo>
                        <a:lnTo>
                          <a:pt x="13695" y="81789"/>
                        </a:lnTo>
                        <a:lnTo>
                          <a:pt x="13695" y="59124"/>
                        </a:lnTo>
                        <a:cubicBezTo>
                          <a:pt x="15508" y="59746"/>
                          <a:pt x="17320" y="60208"/>
                          <a:pt x="19132" y="60512"/>
                        </a:cubicBezTo>
                        <a:cubicBezTo>
                          <a:pt x="20958" y="60816"/>
                          <a:pt x="22784" y="60968"/>
                          <a:pt x="24609" y="60968"/>
                        </a:cubicBezTo>
                        <a:cubicBezTo>
                          <a:pt x="34941" y="60968"/>
                          <a:pt x="43124" y="58139"/>
                          <a:pt x="49156" y="52481"/>
                        </a:cubicBezTo>
                        <a:cubicBezTo>
                          <a:pt x="55202" y="46823"/>
                          <a:pt x="58225" y="39163"/>
                          <a:pt x="58225" y="29499"/>
                        </a:cubicBezTo>
                        <a:cubicBezTo>
                          <a:pt x="58225" y="19545"/>
                          <a:pt x="55122" y="11805"/>
                          <a:pt x="48918" y="6279"/>
                        </a:cubicBezTo>
                        <a:cubicBezTo>
                          <a:pt x="42713" y="766"/>
                          <a:pt x="33969" y="-1990"/>
                          <a:pt x="22684" y="-1990"/>
                        </a:cubicBezTo>
                        <a:cubicBezTo>
                          <a:pt x="18795" y="-1990"/>
                          <a:pt x="14833" y="-1660"/>
                          <a:pt x="10798" y="-999"/>
                        </a:cubicBezTo>
                        <a:cubicBezTo>
                          <a:pt x="6776" y="-338"/>
                          <a:pt x="2616" y="654"/>
                          <a:pt x="-1684" y="1976"/>
                        </a:cubicBezTo>
                        <a:lnTo>
                          <a:pt x="-1684" y="14567"/>
                        </a:lnTo>
                        <a:cubicBezTo>
                          <a:pt x="2034" y="12545"/>
                          <a:pt x="5877" y="11038"/>
                          <a:pt x="9846" y="10046"/>
                        </a:cubicBezTo>
                        <a:cubicBezTo>
                          <a:pt x="13814" y="9055"/>
                          <a:pt x="18008" y="8559"/>
                          <a:pt x="22426" y="8559"/>
                        </a:cubicBezTo>
                        <a:cubicBezTo>
                          <a:pt x="29583" y="8559"/>
                          <a:pt x="35246" y="10436"/>
                          <a:pt x="39413" y="14191"/>
                        </a:cubicBezTo>
                        <a:cubicBezTo>
                          <a:pt x="43593" y="17945"/>
                          <a:pt x="45683" y="23048"/>
                          <a:pt x="45683" y="29499"/>
                        </a:cubicBezTo>
                        <a:cubicBezTo>
                          <a:pt x="45683" y="35937"/>
                          <a:pt x="43593" y="41033"/>
                          <a:pt x="39413" y="44788"/>
                        </a:cubicBezTo>
                        <a:cubicBezTo>
                          <a:pt x="35246" y="48555"/>
                          <a:pt x="29583" y="50439"/>
                          <a:pt x="22426" y="50439"/>
                        </a:cubicBezTo>
                        <a:cubicBezTo>
                          <a:pt x="19080" y="50439"/>
                          <a:pt x="15739" y="50069"/>
                          <a:pt x="12405" y="49328"/>
                        </a:cubicBezTo>
                        <a:cubicBezTo>
                          <a:pt x="9085" y="48588"/>
                          <a:pt x="5692" y="47431"/>
                          <a:pt x="2226" y="45858"/>
                        </a:cubicBezTo>
                        <a:lnTo>
                          <a:pt x="222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49" name="Freeform: Shape 348">
                    <a:extLst>
                      <a:ext uri="{FF2B5EF4-FFF2-40B4-BE49-F238E27FC236}">
                        <a16:creationId xmlns:a16="http://schemas.microsoft.com/office/drawing/2014/main" id="{4F41B029-1391-8297-73C8-3A88627F702E}"/>
                      </a:ext>
                    </a:extLst>
                  </p:cNvPr>
                  <p:cNvSpPr/>
                  <p:nvPr/>
                </p:nvSpPr>
                <p:spPr>
                  <a:xfrm flipV="1">
                    <a:off x="7274186" y="4959304"/>
                    <a:ext cx="63936" cy="95994"/>
                  </a:xfrm>
                  <a:custGeom>
                    <a:avLst/>
                    <a:gdLst>
                      <a:gd name="connsiteX0" fmla="*/ 31328 w 63936"/>
                      <a:gd name="connsiteY0" fmla="*/ 51012 h 95994"/>
                      <a:gd name="connsiteX1" fmla="*/ 17953 w 63936"/>
                      <a:gd name="connsiteY1" fmla="*/ 45241 h 95994"/>
                      <a:gd name="connsiteX2" fmla="*/ 13032 w 63936"/>
                      <a:gd name="connsiteY2" fmla="*/ 29457 h 95994"/>
                      <a:gd name="connsiteX3" fmla="*/ 17953 w 63936"/>
                      <a:gd name="connsiteY3" fmla="*/ 13673 h 95994"/>
                      <a:gd name="connsiteX4" fmla="*/ 31328 w 63936"/>
                      <a:gd name="connsiteY4" fmla="*/ 7883 h 95994"/>
                      <a:gd name="connsiteX5" fmla="*/ 44683 w 63936"/>
                      <a:gd name="connsiteY5" fmla="*/ 13673 h 95994"/>
                      <a:gd name="connsiteX6" fmla="*/ 49604 w 63936"/>
                      <a:gd name="connsiteY6" fmla="*/ 29457 h 95994"/>
                      <a:gd name="connsiteX7" fmla="*/ 44683 w 63936"/>
                      <a:gd name="connsiteY7" fmla="*/ 45241 h 95994"/>
                      <a:gd name="connsiteX8" fmla="*/ 31328 w 63936"/>
                      <a:gd name="connsiteY8" fmla="*/ 51012 h 95994"/>
                      <a:gd name="connsiteX9" fmla="*/ 56192 w 63936"/>
                      <a:gd name="connsiteY9" fmla="*/ 90254 h 95994"/>
                      <a:gd name="connsiteX10" fmla="*/ 56192 w 63936"/>
                      <a:gd name="connsiteY10" fmla="*/ 78852 h 95994"/>
                      <a:gd name="connsiteX11" fmla="*/ 46667 w 63936"/>
                      <a:gd name="connsiteY11" fmla="*/ 82243 h 95994"/>
                      <a:gd name="connsiteX12" fmla="*/ 37142 w 63936"/>
                      <a:gd name="connsiteY12" fmla="*/ 83433 h 95994"/>
                      <a:gd name="connsiteX13" fmla="*/ 18191 w 63936"/>
                      <a:gd name="connsiteY13" fmla="*/ 75065 h 95994"/>
                      <a:gd name="connsiteX14" fmla="*/ 10730 w 63936"/>
                      <a:gd name="connsiteY14" fmla="*/ 49782 h 95994"/>
                      <a:gd name="connsiteX15" fmla="*/ 19898 w 63936"/>
                      <a:gd name="connsiteY15" fmla="*/ 58051 h 95994"/>
                      <a:gd name="connsiteX16" fmla="*/ 32062 w 63936"/>
                      <a:gd name="connsiteY16" fmla="*/ 60926 h 95994"/>
                      <a:gd name="connsiteX17" fmla="*/ 54109 w 63936"/>
                      <a:gd name="connsiteY17" fmla="*/ 52459 h 95994"/>
                      <a:gd name="connsiteX18" fmla="*/ 62205 w 63936"/>
                      <a:gd name="connsiteY18" fmla="*/ 29457 h 95994"/>
                      <a:gd name="connsiteX19" fmla="*/ 53771 w 63936"/>
                      <a:gd name="connsiteY19" fmla="*/ 6574 h 95994"/>
                      <a:gd name="connsiteX20" fmla="*/ 31328 w 63936"/>
                      <a:gd name="connsiteY20" fmla="*/ -2032 h 95994"/>
                      <a:gd name="connsiteX21" fmla="*/ 6761 w 63936"/>
                      <a:gd name="connsiteY21" fmla="*/ 10262 h 95994"/>
                      <a:gd name="connsiteX22" fmla="*/ -1732 w 63936"/>
                      <a:gd name="connsiteY22" fmla="*/ 45935 h 95994"/>
                      <a:gd name="connsiteX23" fmla="*/ 8686 w 63936"/>
                      <a:gd name="connsiteY23" fmla="*/ 80914 h 95994"/>
                      <a:gd name="connsiteX24" fmla="*/ 36646 w 63936"/>
                      <a:gd name="connsiteY24" fmla="*/ 93962 h 95994"/>
                      <a:gd name="connsiteX25" fmla="*/ 46171 w 63936"/>
                      <a:gd name="connsiteY25" fmla="*/ 93030 h 95994"/>
                      <a:gd name="connsiteX26" fmla="*/ 56192 w 63936"/>
                      <a:gd name="connsiteY26" fmla="*/ 9025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936" h="95994">
                        <a:moveTo>
                          <a:pt x="31328" y="51012"/>
                        </a:moveTo>
                        <a:cubicBezTo>
                          <a:pt x="25706" y="51012"/>
                          <a:pt x="21247" y="49088"/>
                          <a:pt x="17953" y="45241"/>
                        </a:cubicBezTo>
                        <a:cubicBezTo>
                          <a:pt x="14672" y="41408"/>
                          <a:pt x="13032" y="36146"/>
                          <a:pt x="13032" y="29457"/>
                        </a:cubicBezTo>
                        <a:cubicBezTo>
                          <a:pt x="13032" y="22808"/>
                          <a:pt x="14672" y="17546"/>
                          <a:pt x="17953" y="13673"/>
                        </a:cubicBezTo>
                        <a:cubicBezTo>
                          <a:pt x="21247" y="9813"/>
                          <a:pt x="25706" y="7883"/>
                          <a:pt x="31328" y="7883"/>
                        </a:cubicBezTo>
                        <a:cubicBezTo>
                          <a:pt x="36950" y="7883"/>
                          <a:pt x="41402" y="9813"/>
                          <a:pt x="44683" y="13673"/>
                        </a:cubicBezTo>
                        <a:cubicBezTo>
                          <a:pt x="47964" y="17546"/>
                          <a:pt x="49604" y="22808"/>
                          <a:pt x="49604" y="29457"/>
                        </a:cubicBezTo>
                        <a:cubicBezTo>
                          <a:pt x="49604" y="36146"/>
                          <a:pt x="47964" y="41408"/>
                          <a:pt x="44683" y="45241"/>
                        </a:cubicBezTo>
                        <a:cubicBezTo>
                          <a:pt x="41402" y="49088"/>
                          <a:pt x="36950" y="51012"/>
                          <a:pt x="31328" y="51012"/>
                        </a:cubicBezTo>
                        <a:close/>
                        <a:moveTo>
                          <a:pt x="56192" y="90254"/>
                        </a:moveTo>
                        <a:lnTo>
                          <a:pt x="56192" y="78852"/>
                        </a:lnTo>
                        <a:cubicBezTo>
                          <a:pt x="53044" y="80333"/>
                          <a:pt x="49869" y="81463"/>
                          <a:pt x="46667" y="82243"/>
                        </a:cubicBezTo>
                        <a:cubicBezTo>
                          <a:pt x="43466" y="83036"/>
                          <a:pt x="40291" y="83433"/>
                          <a:pt x="37142" y="83433"/>
                        </a:cubicBezTo>
                        <a:cubicBezTo>
                          <a:pt x="28874" y="83433"/>
                          <a:pt x="22557" y="80643"/>
                          <a:pt x="18191" y="75065"/>
                        </a:cubicBezTo>
                        <a:cubicBezTo>
                          <a:pt x="13839" y="69486"/>
                          <a:pt x="11352" y="61058"/>
                          <a:pt x="10730" y="49782"/>
                        </a:cubicBezTo>
                        <a:cubicBezTo>
                          <a:pt x="13164" y="53378"/>
                          <a:pt x="16220" y="56134"/>
                          <a:pt x="19898" y="58051"/>
                        </a:cubicBezTo>
                        <a:cubicBezTo>
                          <a:pt x="23589" y="59968"/>
                          <a:pt x="27644" y="60926"/>
                          <a:pt x="32062" y="60926"/>
                        </a:cubicBezTo>
                        <a:cubicBezTo>
                          <a:pt x="41362" y="60926"/>
                          <a:pt x="48711" y="58104"/>
                          <a:pt x="54109" y="52459"/>
                        </a:cubicBezTo>
                        <a:cubicBezTo>
                          <a:pt x="59506" y="46828"/>
                          <a:pt x="62205" y="39160"/>
                          <a:pt x="62205" y="29457"/>
                        </a:cubicBezTo>
                        <a:cubicBezTo>
                          <a:pt x="62205" y="19952"/>
                          <a:pt x="59394" y="12324"/>
                          <a:pt x="53771" y="6574"/>
                        </a:cubicBezTo>
                        <a:cubicBezTo>
                          <a:pt x="48149" y="837"/>
                          <a:pt x="40668" y="-2032"/>
                          <a:pt x="31328" y="-2032"/>
                        </a:cubicBezTo>
                        <a:cubicBezTo>
                          <a:pt x="20612" y="-2032"/>
                          <a:pt x="12423" y="2066"/>
                          <a:pt x="6761" y="10262"/>
                        </a:cubicBezTo>
                        <a:cubicBezTo>
                          <a:pt x="1099" y="18471"/>
                          <a:pt x="-1732" y="30363"/>
                          <a:pt x="-1732" y="45935"/>
                        </a:cubicBezTo>
                        <a:cubicBezTo>
                          <a:pt x="-1732" y="60556"/>
                          <a:pt x="1741" y="72216"/>
                          <a:pt x="8686" y="80914"/>
                        </a:cubicBezTo>
                        <a:cubicBezTo>
                          <a:pt x="15632" y="89613"/>
                          <a:pt x="24952" y="93962"/>
                          <a:pt x="36646" y="93962"/>
                        </a:cubicBezTo>
                        <a:cubicBezTo>
                          <a:pt x="39795" y="93962"/>
                          <a:pt x="42970" y="93651"/>
                          <a:pt x="46171" y="93030"/>
                        </a:cubicBezTo>
                        <a:cubicBezTo>
                          <a:pt x="49373" y="92409"/>
                          <a:pt x="52713" y="91483"/>
                          <a:pt x="56192" y="9025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50" name="Freeform: Shape 349">
                    <a:extLst>
                      <a:ext uri="{FF2B5EF4-FFF2-40B4-BE49-F238E27FC236}">
                        <a16:creationId xmlns:a16="http://schemas.microsoft.com/office/drawing/2014/main" id="{44313273-08B2-D8FE-50B3-52385BA74D73}"/>
                      </a:ext>
                    </a:extLst>
                  </p:cNvPr>
                  <p:cNvSpPr/>
                  <p:nvPr/>
                </p:nvSpPr>
                <p:spPr>
                  <a:xfrm flipV="1">
                    <a:off x="7354491" y="4959304"/>
                    <a:ext cx="63996" cy="95994"/>
                  </a:xfrm>
                  <a:custGeom>
                    <a:avLst/>
                    <a:gdLst>
                      <a:gd name="connsiteX0" fmla="*/ 30286 w 63996"/>
                      <a:gd name="connsiteY0" fmla="*/ 84047 h 95994"/>
                      <a:gd name="connsiteX1" fmla="*/ 15741 w 63996"/>
                      <a:gd name="connsiteY1" fmla="*/ 74529 h 95994"/>
                      <a:gd name="connsiteX2" fmla="*/ 10879 w 63996"/>
                      <a:gd name="connsiteY2" fmla="*/ 45935 h 95994"/>
                      <a:gd name="connsiteX3" fmla="*/ 15741 w 63996"/>
                      <a:gd name="connsiteY3" fmla="*/ 17401 h 95994"/>
                      <a:gd name="connsiteX4" fmla="*/ 30286 w 63996"/>
                      <a:gd name="connsiteY4" fmla="*/ 7883 h 95994"/>
                      <a:gd name="connsiteX5" fmla="*/ 44891 w 63996"/>
                      <a:gd name="connsiteY5" fmla="*/ 17401 h 95994"/>
                      <a:gd name="connsiteX6" fmla="*/ 49773 w 63996"/>
                      <a:gd name="connsiteY6" fmla="*/ 45935 h 95994"/>
                      <a:gd name="connsiteX7" fmla="*/ 44891 w 63996"/>
                      <a:gd name="connsiteY7" fmla="*/ 74529 h 95994"/>
                      <a:gd name="connsiteX8" fmla="*/ 30286 w 63996"/>
                      <a:gd name="connsiteY8" fmla="*/ 84047 h 95994"/>
                      <a:gd name="connsiteX9" fmla="*/ 30286 w 63996"/>
                      <a:gd name="connsiteY9" fmla="*/ 93962 h 95994"/>
                      <a:gd name="connsiteX10" fmla="*/ 54079 w 63996"/>
                      <a:gd name="connsiteY10" fmla="*/ 81648 h 95994"/>
                      <a:gd name="connsiteX11" fmla="*/ 62294 w 63996"/>
                      <a:gd name="connsiteY11" fmla="*/ 45935 h 95994"/>
                      <a:gd name="connsiteX12" fmla="*/ 54079 w 63996"/>
                      <a:gd name="connsiteY12" fmla="*/ 10262 h 95994"/>
                      <a:gd name="connsiteX13" fmla="*/ 30286 w 63996"/>
                      <a:gd name="connsiteY13" fmla="*/ -2032 h 95994"/>
                      <a:gd name="connsiteX14" fmla="*/ 6513 w 63996"/>
                      <a:gd name="connsiteY14" fmla="*/ 10262 h 95994"/>
                      <a:gd name="connsiteX15" fmla="*/ -1702 w 63996"/>
                      <a:gd name="connsiteY15" fmla="*/ 45935 h 95994"/>
                      <a:gd name="connsiteX16" fmla="*/ 6513 w 63996"/>
                      <a:gd name="connsiteY16" fmla="*/ 81648 h 95994"/>
                      <a:gd name="connsiteX17" fmla="*/ 3028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86" y="84047"/>
                        </a:moveTo>
                        <a:cubicBezTo>
                          <a:pt x="23844" y="84047"/>
                          <a:pt x="18995" y="80875"/>
                          <a:pt x="15741" y="74529"/>
                        </a:cubicBezTo>
                        <a:cubicBezTo>
                          <a:pt x="12500" y="68197"/>
                          <a:pt x="10879" y="58666"/>
                          <a:pt x="10879" y="45935"/>
                        </a:cubicBezTo>
                        <a:cubicBezTo>
                          <a:pt x="10879" y="33258"/>
                          <a:pt x="12500" y="23746"/>
                          <a:pt x="15741" y="17401"/>
                        </a:cubicBezTo>
                        <a:cubicBezTo>
                          <a:pt x="18995" y="11055"/>
                          <a:pt x="23844" y="7883"/>
                          <a:pt x="30286" y="7883"/>
                        </a:cubicBezTo>
                        <a:cubicBezTo>
                          <a:pt x="36782" y="7883"/>
                          <a:pt x="41650" y="11055"/>
                          <a:pt x="44891" y="17401"/>
                        </a:cubicBezTo>
                        <a:cubicBezTo>
                          <a:pt x="48146" y="23746"/>
                          <a:pt x="49773" y="33258"/>
                          <a:pt x="49773" y="45935"/>
                        </a:cubicBezTo>
                        <a:cubicBezTo>
                          <a:pt x="49773" y="58666"/>
                          <a:pt x="48146" y="68197"/>
                          <a:pt x="44891" y="74529"/>
                        </a:cubicBezTo>
                        <a:cubicBezTo>
                          <a:pt x="41650" y="80875"/>
                          <a:pt x="36782" y="84047"/>
                          <a:pt x="30286" y="84047"/>
                        </a:cubicBezTo>
                        <a:close/>
                        <a:moveTo>
                          <a:pt x="30286" y="93962"/>
                        </a:moveTo>
                        <a:cubicBezTo>
                          <a:pt x="40671" y="93962"/>
                          <a:pt x="48602" y="89857"/>
                          <a:pt x="54079" y="81648"/>
                        </a:cubicBezTo>
                        <a:cubicBezTo>
                          <a:pt x="59556" y="73452"/>
                          <a:pt x="62294" y="61548"/>
                          <a:pt x="62294" y="45935"/>
                        </a:cubicBezTo>
                        <a:cubicBezTo>
                          <a:pt x="62294" y="30363"/>
                          <a:pt x="59556" y="18471"/>
                          <a:pt x="54079" y="10262"/>
                        </a:cubicBezTo>
                        <a:cubicBezTo>
                          <a:pt x="48602" y="2066"/>
                          <a:pt x="40671" y="-2032"/>
                          <a:pt x="30286" y="-2032"/>
                        </a:cubicBezTo>
                        <a:cubicBezTo>
                          <a:pt x="19915" y="-2032"/>
                          <a:pt x="11990" y="2066"/>
                          <a:pt x="6513" y="10262"/>
                        </a:cubicBezTo>
                        <a:cubicBezTo>
                          <a:pt x="1037" y="18471"/>
                          <a:pt x="-1702" y="30363"/>
                          <a:pt x="-1702" y="45935"/>
                        </a:cubicBezTo>
                        <a:cubicBezTo>
                          <a:pt x="-1702" y="61548"/>
                          <a:pt x="1037" y="73452"/>
                          <a:pt x="6513" y="81648"/>
                        </a:cubicBezTo>
                        <a:cubicBezTo>
                          <a:pt x="11990" y="89857"/>
                          <a:pt x="19915" y="93962"/>
                          <a:pt x="3028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51" name="Graphic 299">
                <a:extLst>
                  <a:ext uri="{FF2B5EF4-FFF2-40B4-BE49-F238E27FC236}">
                    <a16:creationId xmlns:a16="http://schemas.microsoft.com/office/drawing/2014/main" id="{A9FFDDBD-C675-C3F9-23EE-80A5662066EC}"/>
                  </a:ext>
                </a:extLst>
              </p:cNvPr>
              <p:cNvGrpSpPr/>
              <p:nvPr/>
            </p:nvGrpSpPr>
            <p:grpSpPr>
              <a:xfrm>
                <a:off x="7762663" y="4868227"/>
                <a:ext cx="224169" cy="187070"/>
                <a:chOff x="7762663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AE07F8E5-5EF6-8433-724D-082046346F5C}"/>
                    </a:ext>
                  </a:extLst>
                </p:cNvPr>
                <p:cNvSpPr/>
                <p:nvPr/>
              </p:nvSpPr>
              <p:spPr>
                <a:xfrm>
                  <a:off x="7874066" y="4868227"/>
                  <a:ext cx="12700" cy="44417"/>
                </a:xfrm>
                <a:custGeom>
                  <a:avLst/>
                  <a:gdLst>
                    <a:gd name="connsiteX0" fmla="*/ 371 w 12700"/>
                    <a:gd name="connsiteY0" fmla="*/ 286 h 44417"/>
                    <a:gd name="connsiteX1" fmla="*/ 371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71" y="286"/>
                      </a:moveTo>
                      <a:lnTo>
                        <a:pt x="371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53" name="Graphic 299">
                  <a:extLst>
                    <a:ext uri="{FF2B5EF4-FFF2-40B4-BE49-F238E27FC236}">
                      <a16:creationId xmlns:a16="http://schemas.microsoft.com/office/drawing/2014/main" id="{046F50CD-4072-7F9E-0A0C-95A920C276FC}"/>
                    </a:ext>
                  </a:extLst>
                </p:cNvPr>
                <p:cNvGrpSpPr/>
                <p:nvPr/>
              </p:nvGrpSpPr>
              <p:grpSpPr>
                <a:xfrm>
                  <a:off x="7762663" y="4959304"/>
                  <a:ext cx="224169" cy="95994"/>
                  <a:chOff x="7762663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54" name="Freeform: Shape 353">
                    <a:extLst>
                      <a:ext uri="{FF2B5EF4-FFF2-40B4-BE49-F238E27FC236}">
                        <a16:creationId xmlns:a16="http://schemas.microsoft.com/office/drawing/2014/main" id="{D7AF9E13-03AF-C4E1-3F81-F4F51C7EBF87}"/>
                      </a:ext>
                    </a:extLst>
                  </p:cNvPr>
                  <p:cNvSpPr/>
                  <p:nvPr/>
                </p:nvSpPr>
                <p:spPr>
                  <a:xfrm flipV="1">
                    <a:off x="7762663" y="4960969"/>
                    <a:ext cx="59908" cy="94328"/>
                  </a:xfrm>
                  <a:custGeom>
                    <a:avLst/>
                    <a:gdLst>
                      <a:gd name="connsiteX0" fmla="*/ 2270 w 59908"/>
                      <a:gd name="connsiteY0" fmla="*/ 92338 h 94328"/>
                      <a:gd name="connsiteX1" fmla="*/ 51443 w 59908"/>
                      <a:gd name="connsiteY1" fmla="*/ 92338 h 94328"/>
                      <a:gd name="connsiteX2" fmla="*/ 51443 w 59908"/>
                      <a:gd name="connsiteY2" fmla="*/ 81789 h 94328"/>
                      <a:gd name="connsiteX3" fmla="*/ 13740 w 59908"/>
                      <a:gd name="connsiteY3" fmla="*/ 81789 h 94328"/>
                      <a:gd name="connsiteX4" fmla="*/ 13740 w 59908"/>
                      <a:gd name="connsiteY4" fmla="*/ 59124 h 94328"/>
                      <a:gd name="connsiteX5" fmla="*/ 19177 w 59908"/>
                      <a:gd name="connsiteY5" fmla="*/ 60512 h 94328"/>
                      <a:gd name="connsiteX6" fmla="*/ 24654 w 59908"/>
                      <a:gd name="connsiteY6" fmla="*/ 60968 h 94328"/>
                      <a:gd name="connsiteX7" fmla="*/ 49201 w 59908"/>
                      <a:gd name="connsiteY7" fmla="*/ 52481 h 94328"/>
                      <a:gd name="connsiteX8" fmla="*/ 58269 w 59908"/>
                      <a:gd name="connsiteY8" fmla="*/ 29499 h 94328"/>
                      <a:gd name="connsiteX9" fmla="*/ 48963 w 59908"/>
                      <a:gd name="connsiteY9" fmla="*/ 6279 h 94328"/>
                      <a:gd name="connsiteX10" fmla="*/ 22729 w 59908"/>
                      <a:gd name="connsiteY10" fmla="*/ -1990 h 94328"/>
                      <a:gd name="connsiteX11" fmla="*/ 10843 w 59908"/>
                      <a:gd name="connsiteY11" fmla="*/ -999 h 94328"/>
                      <a:gd name="connsiteX12" fmla="*/ -1639 w 59908"/>
                      <a:gd name="connsiteY12" fmla="*/ 1976 h 94328"/>
                      <a:gd name="connsiteX13" fmla="*/ -1639 w 59908"/>
                      <a:gd name="connsiteY13" fmla="*/ 14567 h 94328"/>
                      <a:gd name="connsiteX14" fmla="*/ 9890 w 59908"/>
                      <a:gd name="connsiteY14" fmla="*/ 10046 h 94328"/>
                      <a:gd name="connsiteX15" fmla="*/ 22471 w 59908"/>
                      <a:gd name="connsiteY15" fmla="*/ 8559 h 94328"/>
                      <a:gd name="connsiteX16" fmla="*/ 39458 w 59908"/>
                      <a:gd name="connsiteY16" fmla="*/ 14191 h 94328"/>
                      <a:gd name="connsiteX17" fmla="*/ 45728 w 59908"/>
                      <a:gd name="connsiteY17" fmla="*/ 29499 h 94328"/>
                      <a:gd name="connsiteX18" fmla="*/ 39458 w 59908"/>
                      <a:gd name="connsiteY18" fmla="*/ 44788 h 94328"/>
                      <a:gd name="connsiteX19" fmla="*/ 22471 w 59908"/>
                      <a:gd name="connsiteY19" fmla="*/ 50439 h 94328"/>
                      <a:gd name="connsiteX20" fmla="*/ 12450 w 59908"/>
                      <a:gd name="connsiteY20" fmla="*/ 49328 h 94328"/>
                      <a:gd name="connsiteX21" fmla="*/ 2270 w 59908"/>
                      <a:gd name="connsiteY21" fmla="*/ 45858 h 94328"/>
                      <a:gd name="connsiteX22" fmla="*/ 2270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70" y="92338"/>
                        </a:moveTo>
                        <a:lnTo>
                          <a:pt x="51443" y="92338"/>
                        </a:lnTo>
                        <a:lnTo>
                          <a:pt x="51443" y="81789"/>
                        </a:lnTo>
                        <a:lnTo>
                          <a:pt x="13740" y="81789"/>
                        </a:lnTo>
                        <a:lnTo>
                          <a:pt x="13740" y="59124"/>
                        </a:lnTo>
                        <a:cubicBezTo>
                          <a:pt x="15552" y="59746"/>
                          <a:pt x="17365" y="60208"/>
                          <a:pt x="19177" y="60512"/>
                        </a:cubicBezTo>
                        <a:cubicBezTo>
                          <a:pt x="21003" y="60816"/>
                          <a:pt x="22828" y="60968"/>
                          <a:pt x="24654" y="60968"/>
                        </a:cubicBezTo>
                        <a:cubicBezTo>
                          <a:pt x="34986" y="60968"/>
                          <a:pt x="43168" y="58139"/>
                          <a:pt x="49201" y="52481"/>
                        </a:cubicBezTo>
                        <a:cubicBezTo>
                          <a:pt x="55247" y="46823"/>
                          <a:pt x="58269" y="39163"/>
                          <a:pt x="58269" y="29499"/>
                        </a:cubicBezTo>
                        <a:cubicBezTo>
                          <a:pt x="58269" y="19545"/>
                          <a:pt x="55167" y="11805"/>
                          <a:pt x="48963" y="6279"/>
                        </a:cubicBezTo>
                        <a:cubicBezTo>
                          <a:pt x="42758" y="766"/>
                          <a:pt x="34014" y="-1990"/>
                          <a:pt x="22729" y="-1990"/>
                        </a:cubicBezTo>
                        <a:cubicBezTo>
                          <a:pt x="18840" y="-1990"/>
                          <a:pt x="14878" y="-1660"/>
                          <a:pt x="10843" y="-999"/>
                        </a:cubicBezTo>
                        <a:cubicBezTo>
                          <a:pt x="6821" y="-338"/>
                          <a:pt x="2661" y="654"/>
                          <a:pt x="-1639" y="1976"/>
                        </a:cubicBezTo>
                        <a:lnTo>
                          <a:pt x="-1639" y="14567"/>
                        </a:lnTo>
                        <a:cubicBezTo>
                          <a:pt x="2078" y="12545"/>
                          <a:pt x="5922" y="11038"/>
                          <a:pt x="9890" y="10046"/>
                        </a:cubicBezTo>
                        <a:cubicBezTo>
                          <a:pt x="13859" y="9055"/>
                          <a:pt x="18053" y="8559"/>
                          <a:pt x="22471" y="8559"/>
                        </a:cubicBezTo>
                        <a:cubicBezTo>
                          <a:pt x="29628" y="8559"/>
                          <a:pt x="35290" y="10436"/>
                          <a:pt x="39458" y="14191"/>
                        </a:cubicBezTo>
                        <a:cubicBezTo>
                          <a:pt x="43638" y="17945"/>
                          <a:pt x="45728" y="23048"/>
                          <a:pt x="45728" y="29499"/>
                        </a:cubicBezTo>
                        <a:cubicBezTo>
                          <a:pt x="45728" y="35937"/>
                          <a:pt x="43638" y="41033"/>
                          <a:pt x="39458" y="44788"/>
                        </a:cubicBezTo>
                        <a:cubicBezTo>
                          <a:pt x="35290" y="48555"/>
                          <a:pt x="29628" y="50439"/>
                          <a:pt x="22471" y="50439"/>
                        </a:cubicBezTo>
                        <a:cubicBezTo>
                          <a:pt x="19124" y="50439"/>
                          <a:pt x="15784" y="50069"/>
                          <a:pt x="12450" y="49328"/>
                        </a:cubicBezTo>
                        <a:cubicBezTo>
                          <a:pt x="9130" y="48588"/>
                          <a:pt x="5736" y="47431"/>
                          <a:pt x="2270" y="45858"/>
                        </a:cubicBezTo>
                        <a:lnTo>
                          <a:pt x="2270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55" name="Freeform: Shape 354">
                    <a:extLst>
                      <a:ext uri="{FF2B5EF4-FFF2-40B4-BE49-F238E27FC236}">
                        <a16:creationId xmlns:a16="http://schemas.microsoft.com/office/drawing/2014/main" id="{516CFD5C-BCCC-FDD4-2735-C277724A0947}"/>
                      </a:ext>
                    </a:extLst>
                  </p:cNvPr>
                  <p:cNvSpPr/>
                  <p:nvPr/>
                </p:nvSpPr>
                <p:spPr>
                  <a:xfrm flipV="1">
                    <a:off x="7844079" y="4960969"/>
                    <a:ext cx="59531" cy="92524"/>
                  </a:xfrm>
                  <a:custGeom>
                    <a:avLst/>
                    <a:gdLst>
                      <a:gd name="connsiteX0" fmla="*/ -1654 w 59531"/>
                      <a:gd name="connsiteY0" fmla="*/ 90488 h 92524"/>
                      <a:gd name="connsiteX1" fmla="*/ 57877 w 59531"/>
                      <a:gd name="connsiteY1" fmla="*/ 90488 h 92524"/>
                      <a:gd name="connsiteX2" fmla="*/ 57877 w 59531"/>
                      <a:gd name="connsiteY2" fmla="*/ 85154 h 92524"/>
                      <a:gd name="connsiteX3" fmla="*/ 24262 w 59531"/>
                      <a:gd name="connsiteY3" fmla="*/ -2036 h 92524"/>
                      <a:gd name="connsiteX4" fmla="*/ 11185 w 59531"/>
                      <a:gd name="connsiteY4" fmla="*/ -2036 h 92524"/>
                      <a:gd name="connsiteX5" fmla="*/ 42816 w 59531"/>
                      <a:gd name="connsiteY5" fmla="*/ 79939 h 92524"/>
                      <a:gd name="connsiteX6" fmla="*/ -1654 w 59531"/>
                      <a:gd name="connsiteY6" fmla="*/ 79939 h 92524"/>
                      <a:gd name="connsiteX7" fmla="*/ -1654 w 59531"/>
                      <a:gd name="connsiteY7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531" h="92524">
                        <a:moveTo>
                          <a:pt x="-1654" y="90488"/>
                        </a:moveTo>
                        <a:lnTo>
                          <a:pt x="57877" y="90488"/>
                        </a:lnTo>
                        <a:lnTo>
                          <a:pt x="57877" y="85154"/>
                        </a:lnTo>
                        <a:lnTo>
                          <a:pt x="24262" y="-2036"/>
                        </a:lnTo>
                        <a:lnTo>
                          <a:pt x="11185" y="-2036"/>
                        </a:lnTo>
                        <a:lnTo>
                          <a:pt x="42816" y="79939"/>
                        </a:lnTo>
                        <a:lnTo>
                          <a:pt x="-1654" y="79939"/>
                        </a:lnTo>
                        <a:lnTo>
                          <a:pt x="-1654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56" name="Freeform: Shape 355">
                    <a:extLst>
                      <a:ext uri="{FF2B5EF4-FFF2-40B4-BE49-F238E27FC236}">
                        <a16:creationId xmlns:a16="http://schemas.microsoft.com/office/drawing/2014/main" id="{C0160592-1ED5-47B6-7E61-1C4527374381}"/>
                      </a:ext>
                    </a:extLst>
                  </p:cNvPr>
                  <p:cNvSpPr/>
                  <p:nvPr/>
                </p:nvSpPr>
                <p:spPr>
                  <a:xfrm flipV="1">
                    <a:off x="7922837" y="4959304"/>
                    <a:ext cx="63996" cy="95994"/>
                  </a:xfrm>
                  <a:custGeom>
                    <a:avLst/>
                    <a:gdLst>
                      <a:gd name="connsiteX0" fmla="*/ 30331 w 63996"/>
                      <a:gd name="connsiteY0" fmla="*/ 84047 h 95994"/>
                      <a:gd name="connsiteX1" fmla="*/ 15786 w 63996"/>
                      <a:gd name="connsiteY1" fmla="*/ 74529 h 95994"/>
                      <a:gd name="connsiteX2" fmla="*/ 10924 w 63996"/>
                      <a:gd name="connsiteY2" fmla="*/ 45935 h 95994"/>
                      <a:gd name="connsiteX3" fmla="*/ 15786 w 63996"/>
                      <a:gd name="connsiteY3" fmla="*/ 17401 h 95994"/>
                      <a:gd name="connsiteX4" fmla="*/ 30331 w 63996"/>
                      <a:gd name="connsiteY4" fmla="*/ 7883 h 95994"/>
                      <a:gd name="connsiteX5" fmla="*/ 44936 w 63996"/>
                      <a:gd name="connsiteY5" fmla="*/ 17401 h 95994"/>
                      <a:gd name="connsiteX6" fmla="*/ 49818 w 63996"/>
                      <a:gd name="connsiteY6" fmla="*/ 45935 h 95994"/>
                      <a:gd name="connsiteX7" fmla="*/ 44936 w 63996"/>
                      <a:gd name="connsiteY7" fmla="*/ 74529 h 95994"/>
                      <a:gd name="connsiteX8" fmla="*/ 30331 w 63996"/>
                      <a:gd name="connsiteY8" fmla="*/ 84047 h 95994"/>
                      <a:gd name="connsiteX9" fmla="*/ 30331 w 63996"/>
                      <a:gd name="connsiteY9" fmla="*/ 93962 h 95994"/>
                      <a:gd name="connsiteX10" fmla="*/ 54124 w 63996"/>
                      <a:gd name="connsiteY10" fmla="*/ 81648 h 95994"/>
                      <a:gd name="connsiteX11" fmla="*/ 62339 w 63996"/>
                      <a:gd name="connsiteY11" fmla="*/ 45935 h 95994"/>
                      <a:gd name="connsiteX12" fmla="*/ 54124 w 63996"/>
                      <a:gd name="connsiteY12" fmla="*/ 10262 h 95994"/>
                      <a:gd name="connsiteX13" fmla="*/ 30331 w 63996"/>
                      <a:gd name="connsiteY13" fmla="*/ -2032 h 95994"/>
                      <a:gd name="connsiteX14" fmla="*/ 6558 w 63996"/>
                      <a:gd name="connsiteY14" fmla="*/ 10262 h 95994"/>
                      <a:gd name="connsiteX15" fmla="*/ -1657 w 63996"/>
                      <a:gd name="connsiteY15" fmla="*/ 45935 h 95994"/>
                      <a:gd name="connsiteX16" fmla="*/ 6558 w 63996"/>
                      <a:gd name="connsiteY16" fmla="*/ 81648 h 95994"/>
                      <a:gd name="connsiteX17" fmla="*/ 3033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31" y="84047"/>
                        </a:moveTo>
                        <a:cubicBezTo>
                          <a:pt x="23888" y="84047"/>
                          <a:pt x="19040" y="80875"/>
                          <a:pt x="15786" y="74529"/>
                        </a:cubicBezTo>
                        <a:cubicBezTo>
                          <a:pt x="12544" y="68197"/>
                          <a:pt x="10924" y="58666"/>
                          <a:pt x="10924" y="45935"/>
                        </a:cubicBezTo>
                        <a:cubicBezTo>
                          <a:pt x="10924" y="33258"/>
                          <a:pt x="12544" y="23746"/>
                          <a:pt x="15786" y="17401"/>
                        </a:cubicBezTo>
                        <a:cubicBezTo>
                          <a:pt x="19040" y="11055"/>
                          <a:pt x="23888" y="7883"/>
                          <a:pt x="30331" y="7883"/>
                        </a:cubicBezTo>
                        <a:cubicBezTo>
                          <a:pt x="36827" y="7883"/>
                          <a:pt x="41695" y="11055"/>
                          <a:pt x="44936" y="17401"/>
                        </a:cubicBezTo>
                        <a:cubicBezTo>
                          <a:pt x="48190" y="23746"/>
                          <a:pt x="49818" y="33258"/>
                          <a:pt x="49818" y="45935"/>
                        </a:cubicBezTo>
                        <a:cubicBezTo>
                          <a:pt x="49818" y="58666"/>
                          <a:pt x="48190" y="68197"/>
                          <a:pt x="44936" y="74529"/>
                        </a:cubicBezTo>
                        <a:cubicBezTo>
                          <a:pt x="41695" y="80875"/>
                          <a:pt x="36827" y="84047"/>
                          <a:pt x="30331" y="84047"/>
                        </a:cubicBezTo>
                        <a:close/>
                        <a:moveTo>
                          <a:pt x="30331" y="93962"/>
                        </a:moveTo>
                        <a:cubicBezTo>
                          <a:pt x="40716" y="93962"/>
                          <a:pt x="48647" y="89857"/>
                          <a:pt x="54124" y="81648"/>
                        </a:cubicBezTo>
                        <a:cubicBezTo>
                          <a:pt x="59601" y="73452"/>
                          <a:pt x="62339" y="61548"/>
                          <a:pt x="62339" y="45935"/>
                        </a:cubicBezTo>
                        <a:cubicBezTo>
                          <a:pt x="62339" y="30363"/>
                          <a:pt x="59601" y="18471"/>
                          <a:pt x="54124" y="10262"/>
                        </a:cubicBezTo>
                        <a:cubicBezTo>
                          <a:pt x="48647" y="2066"/>
                          <a:pt x="40716" y="-2032"/>
                          <a:pt x="30331" y="-2032"/>
                        </a:cubicBezTo>
                        <a:cubicBezTo>
                          <a:pt x="19959" y="-2032"/>
                          <a:pt x="12035" y="2066"/>
                          <a:pt x="6558" y="10262"/>
                        </a:cubicBezTo>
                        <a:cubicBezTo>
                          <a:pt x="1081" y="18471"/>
                          <a:pt x="-1657" y="30363"/>
                          <a:pt x="-1657" y="45935"/>
                        </a:cubicBezTo>
                        <a:cubicBezTo>
                          <a:pt x="-1657" y="61548"/>
                          <a:pt x="1081" y="73452"/>
                          <a:pt x="6558" y="81648"/>
                        </a:cubicBezTo>
                        <a:cubicBezTo>
                          <a:pt x="12035" y="89857"/>
                          <a:pt x="19959" y="93962"/>
                          <a:pt x="3033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57" name="Graphic 299">
                <a:extLst>
                  <a:ext uri="{FF2B5EF4-FFF2-40B4-BE49-F238E27FC236}">
                    <a16:creationId xmlns:a16="http://schemas.microsoft.com/office/drawing/2014/main" id="{85FF640B-428B-8EA3-C547-9139FDE86B40}"/>
                  </a:ext>
                </a:extLst>
              </p:cNvPr>
              <p:cNvGrpSpPr/>
              <p:nvPr/>
            </p:nvGrpSpPr>
            <p:grpSpPr>
              <a:xfrm>
                <a:off x="8234394" y="4868227"/>
                <a:ext cx="224170" cy="187071"/>
                <a:chOff x="8234394" y="4868227"/>
                <a:chExt cx="224170" cy="187071"/>
              </a:xfrm>
              <a:solidFill>
                <a:srgbClr val="000000"/>
              </a:solidFill>
            </p:grpSpPr>
            <p:sp>
              <p:nvSpPr>
                <p:cNvPr id="358" name="Freeform: Shape 357">
                  <a:extLst>
                    <a:ext uri="{FF2B5EF4-FFF2-40B4-BE49-F238E27FC236}">
                      <a16:creationId xmlns:a16="http://schemas.microsoft.com/office/drawing/2014/main" id="{DB5B44EA-F41A-C7D7-E3F2-E9C40DCF9E94}"/>
                    </a:ext>
                  </a:extLst>
                </p:cNvPr>
                <p:cNvSpPr/>
                <p:nvPr/>
              </p:nvSpPr>
              <p:spPr>
                <a:xfrm>
                  <a:off x="8442411" y="4868227"/>
                  <a:ext cx="12700" cy="44417"/>
                </a:xfrm>
                <a:custGeom>
                  <a:avLst/>
                  <a:gdLst>
                    <a:gd name="connsiteX0" fmla="*/ 416 w 12700"/>
                    <a:gd name="connsiteY0" fmla="*/ 286 h 44417"/>
                    <a:gd name="connsiteX1" fmla="*/ 41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416" y="286"/>
                      </a:moveTo>
                      <a:lnTo>
                        <a:pt x="41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59" name="Graphic 299">
                  <a:extLst>
                    <a:ext uri="{FF2B5EF4-FFF2-40B4-BE49-F238E27FC236}">
                      <a16:creationId xmlns:a16="http://schemas.microsoft.com/office/drawing/2014/main" id="{7B5E9D22-C84D-C8D0-304C-099BD4E6102B}"/>
                    </a:ext>
                  </a:extLst>
                </p:cNvPr>
                <p:cNvGrpSpPr/>
                <p:nvPr/>
              </p:nvGrpSpPr>
              <p:grpSpPr>
                <a:xfrm>
                  <a:off x="8234394" y="4959304"/>
                  <a:ext cx="224170" cy="95994"/>
                  <a:chOff x="8234394" y="4959304"/>
                  <a:chExt cx="224170" cy="95994"/>
                </a:xfrm>
                <a:solidFill>
                  <a:srgbClr val="000000"/>
                </a:solidFill>
              </p:grpSpPr>
              <p:sp>
                <p:nvSpPr>
                  <p:cNvPr id="360" name="Freeform: Shape 359">
                    <a:extLst>
                      <a:ext uri="{FF2B5EF4-FFF2-40B4-BE49-F238E27FC236}">
                        <a16:creationId xmlns:a16="http://schemas.microsoft.com/office/drawing/2014/main" id="{BE746FD7-550D-C4A4-4FFD-08549A58C41A}"/>
                      </a:ext>
                    </a:extLst>
                  </p:cNvPr>
                  <p:cNvSpPr/>
                  <p:nvPr/>
                </p:nvSpPr>
                <p:spPr>
                  <a:xfrm flipV="1">
                    <a:off x="8234394" y="4960969"/>
                    <a:ext cx="59908" cy="94328"/>
                  </a:xfrm>
                  <a:custGeom>
                    <a:avLst/>
                    <a:gdLst>
                      <a:gd name="connsiteX0" fmla="*/ 2315 w 59908"/>
                      <a:gd name="connsiteY0" fmla="*/ 92338 h 94328"/>
                      <a:gd name="connsiteX1" fmla="*/ 51488 w 59908"/>
                      <a:gd name="connsiteY1" fmla="*/ 92338 h 94328"/>
                      <a:gd name="connsiteX2" fmla="*/ 51488 w 59908"/>
                      <a:gd name="connsiteY2" fmla="*/ 81789 h 94328"/>
                      <a:gd name="connsiteX3" fmla="*/ 13785 w 59908"/>
                      <a:gd name="connsiteY3" fmla="*/ 81789 h 94328"/>
                      <a:gd name="connsiteX4" fmla="*/ 13785 w 59908"/>
                      <a:gd name="connsiteY4" fmla="*/ 59124 h 94328"/>
                      <a:gd name="connsiteX5" fmla="*/ 19222 w 59908"/>
                      <a:gd name="connsiteY5" fmla="*/ 60512 h 94328"/>
                      <a:gd name="connsiteX6" fmla="*/ 24699 w 59908"/>
                      <a:gd name="connsiteY6" fmla="*/ 60968 h 94328"/>
                      <a:gd name="connsiteX7" fmla="*/ 49246 w 59908"/>
                      <a:gd name="connsiteY7" fmla="*/ 52481 h 94328"/>
                      <a:gd name="connsiteX8" fmla="*/ 58314 w 59908"/>
                      <a:gd name="connsiteY8" fmla="*/ 29499 h 94328"/>
                      <a:gd name="connsiteX9" fmla="*/ 49007 w 59908"/>
                      <a:gd name="connsiteY9" fmla="*/ 6279 h 94328"/>
                      <a:gd name="connsiteX10" fmla="*/ 22774 w 59908"/>
                      <a:gd name="connsiteY10" fmla="*/ -1990 h 94328"/>
                      <a:gd name="connsiteX11" fmla="*/ 10888 w 59908"/>
                      <a:gd name="connsiteY11" fmla="*/ -999 h 94328"/>
                      <a:gd name="connsiteX12" fmla="*/ -1594 w 59908"/>
                      <a:gd name="connsiteY12" fmla="*/ 1976 h 94328"/>
                      <a:gd name="connsiteX13" fmla="*/ -1594 w 59908"/>
                      <a:gd name="connsiteY13" fmla="*/ 14567 h 94328"/>
                      <a:gd name="connsiteX14" fmla="*/ 9935 w 59908"/>
                      <a:gd name="connsiteY14" fmla="*/ 10046 h 94328"/>
                      <a:gd name="connsiteX15" fmla="*/ 22516 w 59908"/>
                      <a:gd name="connsiteY15" fmla="*/ 8559 h 94328"/>
                      <a:gd name="connsiteX16" fmla="*/ 39502 w 59908"/>
                      <a:gd name="connsiteY16" fmla="*/ 14191 h 94328"/>
                      <a:gd name="connsiteX17" fmla="*/ 45773 w 59908"/>
                      <a:gd name="connsiteY17" fmla="*/ 29499 h 94328"/>
                      <a:gd name="connsiteX18" fmla="*/ 39502 w 59908"/>
                      <a:gd name="connsiteY18" fmla="*/ 44788 h 94328"/>
                      <a:gd name="connsiteX19" fmla="*/ 22516 w 59908"/>
                      <a:gd name="connsiteY19" fmla="*/ 50439 h 94328"/>
                      <a:gd name="connsiteX20" fmla="*/ 12495 w 59908"/>
                      <a:gd name="connsiteY20" fmla="*/ 49328 h 94328"/>
                      <a:gd name="connsiteX21" fmla="*/ 2315 w 59908"/>
                      <a:gd name="connsiteY21" fmla="*/ 45858 h 94328"/>
                      <a:gd name="connsiteX22" fmla="*/ 2315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315" y="92338"/>
                        </a:moveTo>
                        <a:lnTo>
                          <a:pt x="51488" y="92338"/>
                        </a:lnTo>
                        <a:lnTo>
                          <a:pt x="51488" y="81789"/>
                        </a:lnTo>
                        <a:lnTo>
                          <a:pt x="13785" y="81789"/>
                        </a:lnTo>
                        <a:lnTo>
                          <a:pt x="13785" y="59124"/>
                        </a:lnTo>
                        <a:cubicBezTo>
                          <a:pt x="15597" y="59746"/>
                          <a:pt x="17410" y="60208"/>
                          <a:pt x="19222" y="60512"/>
                        </a:cubicBezTo>
                        <a:cubicBezTo>
                          <a:pt x="21048" y="60816"/>
                          <a:pt x="22873" y="60968"/>
                          <a:pt x="24699" y="60968"/>
                        </a:cubicBezTo>
                        <a:cubicBezTo>
                          <a:pt x="35031" y="60968"/>
                          <a:pt x="43213" y="58139"/>
                          <a:pt x="49246" y="52481"/>
                        </a:cubicBezTo>
                        <a:cubicBezTo>
                          <a:pt x="55291" y="46823"/>
                          <a:pt x="58314" y="39163"/>
                          <a:pt x="58314" y="29499"/>
                        </a:cubicBezTo>
                        <a:cubicBezTo>
                          <a:pt x="58314" y="19545"/>
                          <a:pt x="55212" y="11805"/>
                          <a:pt x="49007" y="6279"/>
                        </a:cubicBezTo>
                        <a:cubicBezTo>
                          <a:pt x="42803" y="766"/>
                          <a:pt x="34058" y="-1990"/>
                          <a:pt x="22774" y="-1990"/>
                        </a:cubicBezTo>
                        <a:cubicBezTo>
                          <a:pt x="18885" y="-1990"/>
                          <a:pt x="14922" y="-1660"/>
                          <a:pt x="10888" y="-999"/>
                        </a:cubicBezTo>
                        <a:cubicBezTo>
                          <a:pt x="6866" y="-338"/>
                          <a:pt x="2705" y="654"/>
                          <a:pt x="-1594" y="1976"/>
                        </a:cubicBezTo>
                        <a:lnTo>
                          <a:pt x="-1594" y="14567"/>
                        </a:lnTo>
                        <a:cubicBezTo>
                          <a:pt x="2123" y="12545"/>
                          <a:pt x="5966" y="11038"/>
                          <a:pt x="9935" y="10046"/>
                        </a:cubicBezTo>
                        <a:cubicBezTo>
                          <a:pt x="13904" y="9055"/>
                          <a:pt x="18097" y="8559"/>
                          <a:pt x="22516" y="8559"/>
                        </a:cubicBezTo>
                        <a:cubicBezTo>
                          <a:pt x="29673" y="8559"/>
                          <a:pt x="35335" y="10436"/>
                          <a:pt x="39502" y="14191"/>
                        </a:cubicBezTo>
                        <a:cubicBezTo>
                          <a:pt x="43683" y="17945"/>
                          <a:pt x="45773" y="23048"/>
                          <a:pt x="45773" y="29499"/>
                        </a:cubicBezTo>
                        <a:cubicBezTo>
                          <a:pt x="45773" y="35937"/>
                          <a:pt x="43683" y="41033"/>
                          <a:pt x="39502" y="44788"/>
                        </a:cubicBezTo>
                        <a:cubicBezTo>
                          <a:pt x="35335" y="48555"/>
                          <a:pt x="29673" y="50439"/>
                          <a:pt x="22516" y="50439"/>
                        </a:cubicBezTo>
                        <a:cubicBezTo>
                          <a:pt x="19169" y="50439"/>
                          <a:pt x="15829" y="50069"/>
                          <a:pt x="12495" y="49328"/>
                        </a:cubicBezTo>
                        <a:cubicBezTo>
                          <a:pt x="9174" y="48588"/>
                          <a:pt x="5781" y="47431"/>
                          <a:pt x="2315" y="45858"/>
                        </a:cubicBezTo>
                        <a:lnTo>
                          <a:pt x="2315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61" name="Freeform: Shape 360">
                    <a:extLst>
                      <a:ext uri="{FF2B5EF4-FFF2-40B4-BE49-F238E27FC236}">
                        <a16:creationId xmlns:a16="http://schemas.microsoft.com/office/drawing/2014/main" id="{C0B63246-884B-1A71-6B87-1C9A39C2CC7E}"/>
                      </a:ext>
                    </a:extLst>
                  </p:cNvPr>
                  <p:cNvSpPr/>
                  <p:nvPr/>
                </p:nvSpPr>
                <p:spPr>
                  <a:xfrm flipV="1">
                    <a:off x="8314005" y="4959304"/>
                    <a:ext cx="63500" cy="95994"/>
                  </a:xfrm>
                  <a:custGeom>
                    <a:avLst/>
                    <a:gdLst>
                      <a:gd name="connsiteX0" fmla="*/ 30132 w 63500"/>
                      <a:gd name="connsiteY0" fmla="*/ 43714 h 95994"/>
                      <a:gd name="connsiteX1" fmla="*/ 16082 w 63500"/>
                      <a:gd name="connsiteY1" fmla="*/ 38935 h 95994"/>
                      <a:gd name="connsiteX2" fmla="*/ 10983 w 63500"/>
                      <a:gd name="connsiteY2" fmla="*/ 25808 h 95994"/>
                      <a:gd name="connsiteX3" fmla="*/ 16082 w 63500"/>
                      <a:gd name="connsiteY3" fmla="*/ 12661 h 95994"/>
                      <a:gd name="connsiteX4" fmla="*/ 30132 w 63500"/>
                      <a:gd name="connsiteY4" fmla="*/ 7883 h 95994"/>
                      <a:gd name="connsiteX5" fmla="*/ 44201 w 63500"/>
                      <a:gd name="connsiteY5" fmla="*/ 12681 h 95994"/>
                      <a:gd name="connsiteX6" fmla="*/ 49360 w 63500"/>
                      <a:gd name="connsiteY6" fmla="*/ 25808 h 95994"/>
                      <a:gd name="connsiteX7" fmla="*/ 44241 w 63500"/>
                      <a:gd name="connsiteY7" fmla="*/ 38935 h 95994"/>
                      <a:gd name="connsiteX8" fmla="*/ 30132 w 63500"/>
                      <a:gd name="connsiteY8" fmla="*/ 43714 h 95994"/>
                      <a:gd name="connsiteX9" fmla="*/ 17610 w 63500"/>
                      <a:gd name="connsiteY9" fmla="*/ 49029 h 95994"/>
                      <a:gd name="connsiteX10" fmla="*/ 5049 w 63500"/>
                      <a:gd name="connsiteY10" fmla="*/ 56524 h 95994"/>
                      <a:gd name="connsiteX11" fmla="*/ 565 w 63500"/>
                      <a:gd name="connsiteY11" fmla="*/ 69988 h 95994"/>
                      <a:gd name="connsiteX12" fmla="*/ 8462 w 63500"/>
                      <a:gd name="connsiteY12" fmla="*/ 87517 h 95994"/>
                      <a:gd name="connsiteX13" fmla="*/ 30132 w 63500"/>
                      <a:gd name="connsiteY13" fmla="*/ 93962 h 95994"/>
                      <a:gd name="connsiteX14" fmla="*/ 51841 w 63500"/>
                      <a:gd name="connsiteY14" fmla="*/ 87517 h 95994"/>
                      <a:gd name="connsiteX15" fmla="*/ 59719 w 63500"/>
                      <a:gd name="connsiteY15" fmla="*/ 69988 h 95994"/>
                      <a:gd name="connsiteX16" fmla="*/ 55214 w 63500"/>
                      <a:gd name="connsiteY16" fmla="*/ 56524 h 95994"/>
                      <a:gd name="connsiteX17" fmla="*/ 42733 w 63500"/>
                      <a:gd name="connsiteY17" fmla="*/ 49029 h 95994"/>
                      <a:gd name="connsiteX18" fmla="*/ 56822 w 63500"/>
                      <a:gd name="connsiteY18" fmla="*/ 40780 h 95994"/>
                      <a:gd name="connsiteX19" fmla="*/ 61882 w 63500"/>
                      <a:gd name="connsiteY19" fmla="*/ 25808 h 95994"/>
                      <a:gd name="connsiteX20" fmla="*/ 53666 w 63500"/>
                      <a:gd name="connsiteY20" fmla="*/ 5146 h 95994"/>
                      <a:gd name="connsiteX21" fmla="*/ 30132 w 63500"/>
                      <a:gd name="connsiteY21" fmla="*/ -2032 h 95994"/>
                      <a:gd name="connsiteX22" fmla="*/ 6597 w 63500"/>
                      <a:gd name="connsiteY22" fmla="*/ 5146 h 95994"/>
                      <a:gd name="connsiteX23" fmla="*/ -1618 w 63500"/>
                      <a:gd name="connsiteY23" fmla="*/ 25808 h 95994"/>
                      <a:gd name="connsiteX24" fmla="*/ 3462 w 63500"/>
                      <a:gd name="connsiteY24" fmla="*/ 40780 h 95994"/>
                      <a:gd name="connsiteX25" fmla="*/ 17610 w 63500"/>
                      <a:gd name="connsiteY25" fmla="*/ 49029 h 95994"/>
                      <a:gd name="connsiteX26" fmla="*/ 13026 w 63500"/>
                      <a:gd name="connsiteY26" fmla="*/ 68799 h 95994"/>
                      <a:gd name="connsiteX27" fmla="*/ 17511 w 63500"/>
                      <a:gd name="connsiteY27" fmla="*/ 57595 h 95994"/>
                      <a:gd name="connsiteX28" fmla="*/ 30132 w 63500"/>
                      <a:gd name="connsiteY28" fmla="*/ 53570 h 95994"/>
                      <a:gd name="connsiteX29" fmla="*/ 42752 w 63500"/>
                      <a:gd name="connsiteY29" fmla="*/ 57595 h 95994"/>
                      <a:gd name="connsiteX30" fmla="*/ 47316 w 63500"/>
                      <a:gd name="connsiteY30" fmla="*/ 68799 h 95994"/>
                      <a:gd name="connsiteX31" fmla="*/ 42752 w 63500"/>
                      <a:gd name="connsiteY31" fmla="*/ 80022 h 95994"/>
                      <a:gd name="connsiteX32" fmla="*/ 30132 w 63500"/>
                      <a:gd name="connsiteY32" fmla="*/ 84047 h 95994"/>
                      <a:gd name="connsiteX33" fmla="*/ 17511 w 63500"/>
                      <a:gd name="connsiteY33" fmla="*/ 80022 h 95994"/>
                      <a:gd name="connsiteX34" fmla="*/ 13026 w 63500"/>
                      <a:gd name="connsiteY34" fmla="*/ 6879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500" h="95994">
                        <a:moveTo>
                          <a:pt x="30132" y="43714"/>
                        </a:moveTo>
                        <a:cubicBezTo>
                          <a:pt x="24179" y="43714"/>
                          <a:pt x="19496" y="42121"/>
                          <a:pt x="16082" y="38935"/>
                        </a:cubicBezTo>
                        <a:cubicBezTo>
                          <a:pt x="12682" y="35750"/>
                          <a:pt x="10983" y="31374"/>
                          <a:pt x="10983" y="25808"/>
                        </a:cubicBezTo>
                        <a:cubicBezTo>
                          <a:pt x="10983" y="20230"/>
                          <a:pt x="12682" y="15847"/>
                          <a:pt x="16082" y="12661"/>
                        </a:cubicBezTo>
                        <a:cubicBezTo>
                          <a:pt x="19496" y="9476"/>
                          <a:pt x="24179" y="7883"/>
                          <a:pt x="30132" y="7883"/>
                        </a:cubicBezTo>
                        <a:cubicBezTo>
                          <a:pt x="36085" y="7883"/>
                          <a:pt x="40775" y="9482"/>
                          <a:pt x="44201" y="12681"/>
                        </a:cubicBezTo>
                        <a:cubicBezTo>
                          <a:pt x="47641" y="15894"/>
                          <a:pt x="49360" y="20269"/>
                          <a:pt x="49360" y="25808"/>
                        </a:cubicBezTo>
                        <a:cubicBezTo>
                          <a:pt x="49360" y="31374"/>
                          <a:pt x="47654" y="35750"/>
                          <a:pt x="44241" y="38935"/>
                        </a:cubicBezTo>
                        <a:cubicBezTo>
                          <a:pt x="40841" y="42121"/>
                          <a:pt x="36138" y="43714"/>
                          <a:pt x="30132" y="43714"/>
                        </a:cubicBezTo>
                        <a:close/>
                        <a:moveTo>
                          <a:pt x="17610" y="49029"/>
                        </a:moveTo>
                        <a:cubicBezTo>
                          <a:pt x="12239" y="50351"/>
                          <a:pt x="8052" y="52849"/>
                          <a:pt x="5049" y="56524"/>
                        </a:cubicBezTo>
                        <a:cubicBezTo>
                          <a:pt x="2059" y="60212"/>
                          <a:pt x="565" y="64700"/>
                          <a:pt x="565" y="69988"/>
                        </a:cubicBezTo>
                        <a:cubicBezTo>
                          <a:pt x="565" y="77378"/>
                          <a:pt x="3197" y="83221"/>
                          <a:pt x="8462" y="87517"/>
                        </a:cubicBezTo>
                        <a:cubicBezTo>
                          <a:pt x="13741" y="91814"/>
                          <a:pt x="20964" y="93962"/>
                          <a:pt x="30132" y="93962"/>
                        </a:cubicBezTo>
                        <a:cubicBezTo>
                          <a:pt x="39352" y="93962"/>
                          <a:pt x="46589" y="91814"/>
                          <a:pt x="51841" y="87517"/>
                        </a:cubicBezTo>
                        <a:cubicBezTo>
                          <a:pt x="57093" y="83221"/>
                          <a:pt x="59719" y="77378"/>
                          <a:pt x="59719" y="69988"/>
                        </a:cubicBezTo>
                        <a:cubicBezTo>
                          <a:pt x="59719" y="64700"/>
                          <a:pt x="58217" y="60212"/>
                          <a:pt x="55214" y="56524"/>
                        </a:cubicBezTo>
                        <a:cubicBezTo>
                          <a:pt x="52224" y="52849"/>
                          <a:pt x="48064" y="50351"/>
                          <a:pt x="42733" y="49029"/>
                        </a:cubicBezTo>
                        <a:cubicBezTo>
                          <a:pt x="48765" y="47627"/>
                          <a:pt x="53461" y="44878"/>
                          <a:pt x="56822" y="40780"/>
                        </a:cubicBezTo>
                        <a:cubicBezTo>
                          <a:pt x="60195" y="36695"/>
                          <a:pt x="61882" y="31704"/>
                          <a:pt x="61882" y="25808"/>
                        </a:cubicBezTo>
                        <a:cubicBezTo>
                          <a:pt x="61882" y="16832"/>
                          <a:pt x="59143" y="9945"/>
                          <a:pt x="53666" y="5146"/>
                        </a:cubicBezTo>
                        <a:cubicBezTo>
                          <a:pt x="48190" y="361"/>
                          <a:pt x="40345" y="-2032"/>
                          <a:pt x="30132" y="-2032"/>
                        </a:cubicBezTo>
                        <a:cubicBezTo>
                          <a:pt x="19932" y="-2032"/>
                          <a:pt x="12087" y="361"/>
                          <a:pt x="6597" y="5146"/>
                        </a:cubicBezTo>
                        <a:cubicBezTo>
                          <a:pt x="1120" y="9945"/>
                          <a:pt x="-1618" y="16832"/>
                          <a:pt x="-1618" y="25808"/>
                        </a:cubicBezTo>
                        <a:cubicBezTo>
                          <a:pt x="-1618" y="31704"/>
                          <a:pt x="75" y="36695"/>
                          <a:pt x="3462" y="40780"/>
                        </a:cubicBezTo>
                        <a:cubicBezTo>
                          <a:pt x="6862" y="44878"/>
                          <a:pt x="11578" y="47627"/>
                          <a:pt x="17610" y="49029"/>
                        </a:cubicBezTo>
                        <a:close/>
                        <a:moveTo>
                          <a:pt x="13026" y="68799"/>
                        </a:moveTo>
                        <a:cubicBezTo>
                          <a:pt x="13026" y="64013"/>
                          <a:pt x="14521" y="60278"/>
                          <a:pt x="17511" y="57595"/>
                        </a:cubicBezTo>
                        <a:cubicBezTo>
                          <a:pt x="20514" y="54911"/>
                          <a:pt x="24721" y="53570"/>
                          <a:pt x="30132" y="53570"/>
                        </a:cubicBezTo>
                        <a:cubicBezTo>
                          <a:pt x="35516" y="53570"/>
                          <a:pt x="39723" y="54911"/>
                          <a:pt x="42752" y="57595"/>
                        </a:cubicBezTo>
                        <a:cubicBezTo>
                          <a:pt x="45795" y="60278"/>
                          <a:pt x="47316" y="64013"/>
                          <a:pt x="47316" y="68799"/>
                        </a:cubicBezTo>
                        <a:cubicBezTo>
                          <a:pt x="47316" y="73597"/>
                          <a:pt x="45795" y="77338"/>
                          <a:pt x="42752" y="80022"/>
                        </a:cubicBezTo>
                        <a:cubicBezTo>
                          <a:pt x="39723" y="82706"/>
                          <a:pt x="35516" y="84047"/>
                          <a:pt x="30132" y="84047"/>
                        </a:cubicBezTo>
                        <a:cubicBezTo>
                          <a:pt x="24721" y="84047"/>
                          <a:pt x="20514" y="82706"/>
                          <a:pt x="17511" y="80022"/>
                        </a:cubicBezTo>
                        <a:cubicBezTo>
                          <a:pt x="14521" y="77338"/>
                          <a:pt x="13026" y="73597"/>
                          <a:pt x="13026" y="6879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62" name="Freeform: Shape 361">
                    <a:extLst>
                      <a:ext uri="{FF2B5EF4-FFF2-40B4-BE49-F238E27FC236}">
                        <a16:creationId xmlns:a16="http://schemas.microsoft.com/office/drawing/2014/main" id="{87504549-9F6E-5DD3-D5A9-C5107BA7402F}"/>
                      </a:ext>
                    </a:extLst>
                  </p:cNvPr>
                  <p:cNvSpPr/>
                  <p:nvPr/>
                </p:nvSpPr>
                <p:spPr>
                  <a:xfrm flipV="1">
                    <a:off x="8394568" y="4959304"/>
                    <a:ext cx="63996" cy="95994"/>
                  </a:xfrm>
                  <a:custGeom>
                    <a:avLst/>
                    <a:gdLst>
                      <a:gd name="connsiteX0" fmla="*/ 30376 w 63996"/>
                      <a:gd name="connsiteY0" fmla="*/ 84047 h 95994"/>
                      <a:gd name="connsiteX1" fmla="*/ 15830 w 63996"/>
                      <a:gd name="connsiteY1" fmla="*/ 74529 h 95994"/>
                      <a:gd name="connsiteX2" fmla="*/ 10969 w 63996"/>
                      <a:gd name="connsiteY2" fmla="*/ 45935 h 95994"/>
                      <a:gd name="connsiteX3" fmla="*/ 15830 w 63996"/>
                      <a:gd name="connsiteY3" fmla="*/ 17401 h 95994"/>
                      <a:gd name="connsiteX4" fmla="*/ 30376 w 63996"/>
                      <a:gd name="connsiteY4" fmla="*/ 7883 h 95994"/>
                      <a:gd name="connsiteX5" fmla="*/ 44981 w 63996"/>
                      <a:gd name="connsiteY5" fmla="*/ 17401 h 95994"/>
                      <a:gd name="connsiteX6" fmla="*/ 49862 w 63996"/>
                      <a:gd name="connsiteY6" fmla="*/ 45935 h 95994"/>
                      <a:gd name="connsiteX7" fmla="*/ 44981 w 63996"/>
                      <a:gd name="connsiteY7" fmla="*/ 74529 h 95994"/>
                      <a:gd name="connsiteX8" fmla="*/ 30376 w 63996"/>
                      <a:gd name="connsiteY8" fmla="*/ 84047 h 95994"/>
                      <a:gd name="connsiteX9" fmla="*/ 30376 w 63996"/>
                      <a:gd name="connsiteY9" fmla="*/ 93962 h 95994"/>
                      <a:gd name="connsiteX10" fmla="*/ 54168 w 63996"/>
                      <a:gd name="connsiteY10" fmla="*/ 81648 h 95994"/>
                      <a:gd name="connsiteX11" fmla="*/ 62384 w 63996"/>
                      <a:gd name="connsiteY11" fmla="*/ 45935 h 95994"/>
                      <a:gd name="connsiteX12" fmla="*/ 54168 w 63996"/>
                      <a:gd name="connsiteY12" fmla="*/ 10262 h 95994"/>
                      <a:gd name="connsiteX13" fmla="*/ 30376 w 63996"/>
                      <a:gd name="connsiteY13" fmla="*/ -2032 h 95994"/>
                      <a:gd name="connsiteX14" fmla="*/ 6603 w 63996"/>
                      <a:gd name="connsiteY14" fmla="*/ 10262 h 95994"/>
                      <a:gd name="connsiteX15" fmla="*/ -1612 w 63996"/>
                      <a:gd name="connsiteY15" fmla="*/ 45935 h 95994"/>
                      <a:gd name="connsiteX16" fmla="*/ 6603 w 63996"/>
                      <a:gd name="connsiteY16" fmla="*/ 81648 h 95994"/>
                      <a:gd name="connsiteX17" fmla="*/ 3037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76" y="84047"/>
                        </a:moveTo>
                        <a:cubicBezTo>
                          <a:pt x="23933" y="84047"/>
                          <a:pt x="19085" y="80875"/>
                          <a:pt x="15830" y="74529"/>
                        </a:cubicBezTo>
                        <a:cubicBezTo>
                          <a:pt x="12589" y="68197"/>
                          <a:pt x="10969" y="58666"/>
                          <a:pt x="10969" y="45935"/>
                        </a:cubicBezTo>
                        <a:cubicBezTo>
                          <a:pt x="10969" y="33258"/>
                          <a:pt x="12589" y="23746"/>
                          <a:pt x="15830" y="17401"/>
                        </a:cubicBezTo>
                        <a:cubicBezTo>
                          <a:pt x="19085" y="11055"/>
                          <a:pt x="23933" y="7883"/>
                          <a:pt x="30376" y="7883"/>
                        </a:cubicBezTo>
                        <a:cubicBezTo>
                          <a:pt x="36871" y="7883"/>
                          <a:pt x="41740" y="11055"/>
                          <a:pt x="44981" y="17401"/>
                        </a:cubicBezTo>
                        <a:cubicBezTo>
                          <a:pt x="48235" y="23746"/>
                          <a:pt x="49862" y="33258"/>
                          <a:pt x="49862" y="45935"/>
                        </a:cubicBezTo>
                        <a:cubicBezTo>
                          <a:pt x="49862" y="58666"/>
                          <a:pt x="48235" y="68197"/>
                          <a:pt x="44981" y="74529"/>
                        </a:cubicBezTo>
                        <a:cubicBezTo>
                          <a:pt x="41740" y="80875"/>
                          <a:pt x="36871" y="84047"/>
                          <a:pt x="30376" y="84047"/>
                        </a:cubicBezTo>
                        <a:close/>
                        <a:moveTo>
                          <a:pt x="30376" y="93962"/>
                        </a:moveTo>
                        <a:cubicBezTo>
                          <a:pt x="40761" y="93962"/>
                          <a:pt x="48692" y="89857"/>
                          <a:pt x="54168" y="81648"/>
                        </a:cubicBezTo>
                        <a:cubicBezTo>
                          <a:pt x="59645" y="73452"/>
                          <a:pt x="62384" y="61548"/>
                          <a:pt x="62384" y="45935"/>
                        </a:cubicBezTo>
                        <a:cubicBezTo>
                          <a:pt x="62384" y="30363"/>
                          <a:pt x="59645" y="18471"/>
                          <a:pt x="54168" y="10262"/>
                        </a:cubicBezTo>
                        <a:cubicBezTo>
                          <a:pt x="48692" y="2066"/>
                          <a:pt x="40761" y="-2032"/>
                          <a:pt x="30376" y="-2032"/>
                        </a:cubicBezTo>
                        <a:cubicBezTo>
                          <a:pt x="20004" y="-2032"/>
                          <a:pt x="12080" y="2066"/>
                          <a:pt x="6603" y="10262"/>
                        </a:cubicBezTo>
                        <a:cubicBezTo>
                          <a:pt x="1126" y="18471"/>
                          <a:pt x="-1612" y="30363"/>
                          <a:pt x="-1612" y="45935"/>
                        </a:cubicBezTo>
                        <a:cubicBezTo>
                          <a:pt x="-1612" y="61548"/>
                          <a:pt x="1126" y="73452"/>
                          <a:pt x="6603" y="81648"/>
                        </a:cubicBezTo>
                        <a:cubicBezTo>
                          <a:pt x="12080" y="89857"/>
                          <a:pt x="20004" y="93962"/>
                          <a:pt x="3037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363" name="Graphic 299">
              <a:extLst>
                <a:ext uri="{FF2B5EF4-FFF2-40B4-BE49-F238E27FC236}">
                  <a16:creationId xmlns:a16="http://schemas.microsoft.com/office/drawing/2014/main" id="{0E5F115E-2FC7-D531-2F5A-FD6EEDC29145}"/>
                </a:ext>
              </a:extLst>
            </p:cNvPr>
            <p:cNvGrpSpPr/>
            <p:nvPr/>
          </p:nvGrpSpPr>
          <p:grpSpPr>
            <a:xfrm>
              <a:off x="3851198" y="2312521"/>
              <a:ext cx="44450" cy="2284429"/>
              <a:chOff x="3851198" y="2312521"/>
              <a:chExt cx="44450" cy="2284429"/>
            </a:xfrm>
            <a:solidFill>
              <a:srgbClr val="000000"/>
            </a:solidFill>
          </p:grpSpPr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2307F20B-9E3E-F38F-4CB5-723CA6B3B5D2}"/>
                  </a:ext>
                </a:extLst>
              </p:cNvPr>
              <p:cNvSpPr/>
              <p:nvPr/>
            </p:nvSpPr>
            <p:spPr>
              <a:xfrm>
                <a:off x="3851198" y="4584260"/>
                <a:ext cx="44450" cy="12690"/>
              </a:xfrm>
              <a:custGeom>
                <a:avLst/>
                <a:gdLst>
                  <a:gd name="connsiteX0" fmla="*/ 44508 w 44450"/>
                  <a:gd name="connsiteY0" fmla="*/ 264 h 12690"/>
                  <a:gd name="connsiteX1" fmla="*/ 58 w 44450"/>
                  <a:gd name="connsiteY1" fmla="*/ 26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64"/>
                    </a:moveTo>
                    <a:lnTo>
                      <a:pt x="58" y="26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13D097A6-350A-7EDE-44DC-64DA287FC1CB}"/>
                  </a:ext>
                </a:extLst>
              </p:cNvPr>
              <p:cNvSpPr/>
              <p:nvPr/>
            </p:nvSpPr>
            <p:spPr>
              <a:xfrm>
                <a:off x="3851198" y="4016325"/>
                <a:ext cx="44450" cy="12690"/>
              </a:xfrm>
              <a:custGeom>
                <a:avLst/>
                <a:gdLst>
                  <a:gd name="connsiteX0" fmla="*/ 44508 w 44450"/>
                  <a:gd name="connsiteY0" fmla="*/ 219 h 12690"/>
                  <a:gd name="connsiteX1" fmla="*/ 58 w 44450"/>
                  <a:gd name="connsiteY1" fmla="*/ 21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19"/>
                    </a:moveTo>
                    <a:lnTo>
                      <a:pt x="58" y="219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B01A4172-6B29-0B3F-ACEE-163AD07C7957}"/>
                  </a:ext>
                </a:extLst>
              </p:cNvPr>
              <p:cNvSpPr/>
              <p:nvPr/>
            </p:nvSpPr>
            <p:spPr>
              <a:xfrm>
                <a:off x="3851198" y="3448391"/>
                <a:ext cx="44450" cy="12690"/>
              </a:xfrm>
              <a:custGeom>
                <a:avLst/>
                <a:gdLst>
                  <a:gd name="connsiteX0" fmla="*/ 44508 w 44450"/>
                  <a:gd name="connsiteY0" fmla="*/ 175 h 12690"/>
                  <a:gd name="connsiteX1" fmla="*/ 58 w 44450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2A75182A-D4B1-2A1E-E201-6AAAE91D9F15}"/>
                  </a:ext>
                </a:extLst>
              </p:cNvPr>
              <p:cNvSpPr/>
              <p:nvPr/>
            </p:nvSpPr>
            <p:spPr>
              <a:xfrm>
                <a:off x="3851198" y="2880456"/>
                <a:ext cx="44450" cy="12690"/>
              </a:xfrm>
              <a:custGeom>
                <a:avLst/>
                <a:gdLst>
                  <a:gd name="connsiteX0" fmla="*/ 44508 w 44450"/>
                  <a:gd name="connsiteY0" fmla="*/ 130 h 12690"/>
                  <a:gd name="connsiteX1" fmla="*/ 58 w 44450"/>
                  <a:gd name="connsiteY1" fmla="*/ 13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30"/>
                    </a:moveTo>
                    <a:lnTo>
                      <a:pt x="58" y="130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0DC26EB3-07C5-F503-D293-08438B5F0F62}"/>
                  </a:ext>
                </a:extLst>
              </p:cNvPr>
              <p:cNvSpPr/>
              <p:nvPr/>
            </p:nvSpPr>
            <p:spPr>
              <a:xfrm>
                <a:off x="3851198" y="2312521"/>
                <a:ext cx="44450" cy="12690"/>
              </a:xfrm>
              <a:custGeom>
                <a:avLst/>
                <a:gdLst>
                  <a:gd name="connsiteX0" fmla="*/ 44508 w 44450"/>
                  <a:gd name="connsiteY0" fmla="*/ 85 h 12690"/>
                  <a:gd name="connsiteX1" fmla="*/ 58 w 44450"/>
                  <a:gd name="connsiteY1" fmla="*/ 8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85"/>
                    </a:moveTo>
                    <a:lnTo>
                      <a:pt x="58" y="8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9EA841DF-8380-BEFB-EB32-AE9DDF229CD6}"/>
                </a:ext>
              </a:extLst>
            </p:cNvPr>
            <p:cNvSpPr/>
            <p:nvPr/>
          </p:nvSpPr>
          <p:spPr>
            <a:xfrm>
              <a:off x="3895648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41717BC-BEA8-7E94-2E4F-764B58793164}"/>
                </a:ext>
              </a:extLst>
            </p:cNvPr>
            <p:cNvSpPr/>
            <p:nvPr/>
          </p:nvSpPr>
          <p:spPr>
            <a:xfrm>
              <a:off x="8442411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E305BCC5-B16F-E9E9-DCC2-0D10B5556F9B}"/>
                </a:ext>
              </a:extLst>
            </p:cNvPr>
            <p:cNvSpPr/>
            <p:nvPr/>
          </p:nvSpPr>
          <p:spPr>
            <a:xfrm>
              <a:off x="3895648" y="4868227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18DA1346-CEF2-F574-C28D-9EE44282E1EF}"/>
                </a:ext>
              </a:extLst>
            </p:cNvPr>
            <p:cNvSpPr/>
            <p:nvPr/>
          </p:nvSpPr>
          <p:spPr>
            <a:xfrm>
              <a:off x="3895648" y="202855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501" name="Graphic 497">
            <a:extLst>
              <a:ext uri="{FF2B5EF4-FFF2-40B4-BE49-F238E27FC236}">
                <a16:creationId xmlns:a16="http://schemas.microsoft.com/office/drawing/2014/main" id="{7AC4CCCB-6277-B94A-4CD5-FCE3318CC0AB}"/>
              </a:ext>
            </a:extLst>
          </p:cNvPr>
          <p:cNvGrpSpPr/>
          <p:nvPr/>
        </p:nvGrpSpPr>
        <p:grpSpPr>
          <a:xfrm>
            <a:off x="9932965" y="3468194"/>
            <a:ext cx="4703979" cy="3027277"/>
            <a:chOff x="3851198" y="2028021"/>
            <a:chExt cx="4703979" cy="3027277"/>
          </a:xfrm>
        </p:grpSpPr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1E234588-9270-E90A-92AA-E9F4BEA10926}"/>
                </a:ext>
              </a:extLst>
            </p:cNvPr>
            <p:cNvSpPr/>
            <p:nvPr/>
          </p:nvSpPr>
          <p:spPr>
            <a:xfrm>
              <a:off x="3895648" y="2028554"/>
              <a:ext cx="4546762" cy="2839673"/>
            </a:xfrm>
            <a:custGeom>
              <a:avLst/>
              <a:gdLst>
                <a:gd name="connsiteX0" fmla="*/ 0 w 4546762"/>
                <a:gd name="connsiteY0" fmla="*/ 2839674 h 2839673"/>
                <a:gd name="connsiteX1" fmla="*/ 4546763 w 4546762"/>
                <a:gd name="connsiteY1" fmla="*/ 2839674 h 2839673"/>
                <a:gd name="connsiteX2" fmla="*/ 4546763 w 4546762"/>
                <a:gd name="connsiteY2" fmla="*/ 0 h 2839673"/>
                <a:gd name="connsiteX3" fmla="*/ 0 w 4546762"/>
                <a:gd name="connsiteY3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762" h="2839673">
                  <a:moveTo>
                    <a:pt x="0" y="2839674"/>
                  </a:moveTo>
                  <a:lnTo>
                    <a:pt x="4546763" y="2839674"/>
                  </a:lnTo>
                  <a:lnTo>
                    <a:pt x="4546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503" name="Picture 502">
              <a:extLst>
                <a:ext uri="{FF2B5EF4-FFF2-40B4-BE49-F238E27FC236}">
                  <a16:creationId xmlns:a16="http://schemas.microsoft.com/office/drawing/2014/main" id="{55716FBD-022F-460D-3924-024A1A1A3ED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 flipV="1">
              <a:off x="3895648" y="2028021"/>
              <a:ext cx="4546854" cy="2840206"/>
            </a:xfrm>
            <a:custGeom>
              <a:avLst/>
              <a:gdLst>
                <a:gd name="connsiteX0" fmla="*/ 0 w 4546854"/>
                <a:gd name="connsiteY0" fmla="*/ 125 h 2840206"/>
                <a:gd name="connsiteX1" fmla="*/ 4546854 w 4546854"/>
                <a:gd name="connsiteY1" fmla="*/ 125 h 2840206"/>
                <a:gd name="connsiteX2" fmla="*/ 4546854 w 4546854"/>
                <a:gd name="connsiteY2" fmla="*/ 2840332 h 2840206"/>
                <a:gd name="connsiteX3" fmla="*/ 0 w 4546854"/>
                <a:gd name="connsiteY3" fmla="*/ 2840332 h 284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854" h="2840206">
                  <a:moveTo>
                    <a:pt x="0" y="125"/>
                  </a:moveTo>
                  <a:lnTo>
                    <a:pt x="4546854" y="125"/>
                  </a:lnTo>
                  <a:lnTo>
                    <a:pt x="4546854" y="2840332"/>
                  </a:lnTo>
                  <a:lnTo>
                    <a:pt x="0" y="2840332"/>
                  </a:lnTo>
                  <a:close/>
                </a:path>
              </a:pathLst>
            </a:custGeom>
          </p:spPr>
        </p:pic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3C575B1F-9447-1CFC-12DD-2964857BE949}"/>
                </a:ext>
              </a:extLst>
            </p:cNvPr>
            <p:cNvSpPr/>
            <p:nvPr/>
          </p:nvSpPr>
          <p:spPr>
            <a:xfrm>
              <a:off x="6948728" y="3429665"/>
              <a:ext cx="286020" cy="121435"/>
            </a:xfrm>
            <a:custGeom>
              <a:avLst/>
              <a:gdLst>
                <a:gd name="connsiteX0" fmla="*/ 286021 w 286020"/>
                <a:gd name="connsiteY0" fmla="*/ 12327 h 121435"/>
                <a:gd name="connsiteX1" fmla="*/ 281231 w 286020"/>
                <a:gd name="connsiteY1" fmla="*/ 121436 h 121435"/>
                <a:gd name="connsiteX2" fmla="*/ 0 w 286020"/>
                <a:gd name="connsiteY2" fmla="*/ 109109 h 121435"/>
                <a:gd name="connsiteX3" fmla="*/ 4789 w 286020"/>
                <a:gd name="connsiteY3" fmla="*/ 0 h 12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6020" h="121435">
                  <a:moveTo>
                    <a:pt x="286021" y="12327"/>
                  </a:moveTo>
                  <a:lnTo>
                    <a:pt x="281231" y="121436"/>
                  </a:lnTo>
                  <a:lnTo>
                    <a:pt x="0" y="109109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2AA9CDE3-0E1D-3337-4550-C3444FC2E1E7}"/>
                </a:ext>
              </a:extLst>
            </p:cNvPr>
            <p:cNvSpPr/>
            <p:nvPr/>
          </p:nvSpPr>
          <p:spPr>
            <a:xfrm>
              <a:off x="7120772" y="3437206"/>
              <a:ext cx="111582" cy="109108"/>
            </a:xfrm>
            <a:custGeom>
              <a:avLst/>
              <a:gdLst>
                <a:gd name="connsiteX0" fmla="*/ 111582 w 111582"/>
                <a:gd name="connsiteY0" fmla="*/ 59340 h 109108"/>
                <a:gd name="connsiteX1" fmla="*/ 0 w 111582"/>
                <a:gd name="connsiteY1" fmla="*/ 109109 h 109108"/>
                <a:gd name="connsiteX2" fmla="*/ 4789 w 111582"/>
                <a:gd name="connsiteY2" fmla="*/ 0 h 10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582" h="109108">
                  <a:moveTo>
                    <a:pt x="111582" y="59340"/>
                  </a:moveTo>
                  <a:lnTo>
                    <a:pt x="0" y="109109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506" name="Graphic 497">
              <a:extLst>
                <a:ext uri="{FF2B5EF4-FFF2-40B4-BE49-F238E27FC236}">
                  <a16:creationId xmlns:a16="http://schemas.microsoft.com/office/drawing/2014/main" id="{D7CFDADA-1934-F976-7684-F519EE6155A6}"/>
                </a:ext>
              </a:extLst>
            </p:cNvPr>
            <p:cNvGrpSpPr/>
            <p:nvPr/>
          </p:nvGrpSpPr>
          <p:grpSpPr>
            <a:xfrm>
              <a:off x="3894519" y="4868227"/>
              <a:ext cx="4660658" cy="187071"/>
              <a:chOff x="3894519" y="4868227"/>
              <a:chExt cx="4660658" cy="187071"/>
            </a:xfrm>
            <a:solidFill>
              <a:srgbClr val="000000"/>
            </a:solidFill>
          </p:grpSpPr>
          <p:grpSp>
            <p:nvGrpSpPr>
              <p:cNvPr id="507" name="Graphic 497">
                <a:extLst>
                  <a:ext uri="{FF2B5EF4-FFF2-40B4-BE49-F238E27FC236}">
                    <a16:creationId xmlns:a16="http://schemas.microsoft.com/office/drawing/2014/main" id="{D0C6EE5E-F02C-4CCB-5E26-FA109FB664A9}"/>
                  </a:ext>
                </a:extLst>
              </p:cNvPr>
              <p:cNvGrpSpPr/>
              <p:nvPr/>
            </p:nvGrpSpPr>
            <p:grpSpPr>
              <a:xfrm>
                <a:off x="3894519" y="4868227"/>
                <a:ext cx="224170" cy="187071"/>
                <a:chOff x="3894519" y="4868227"/>
                <a:chExt cx="224170" cy="187071"/>
              </a:xfrm>
              <a:solidFill>
                <a:srgbClr val="000000"/>
              </a:solidFill>
            </p:grpSpPr>
            <p:sp>
              <p:nvSpPr>
                <p:cNvPr id="508" name="Freeform: Shape 507">
                  <a:extLst>
                    <a:ext uri="{FF2B5EF4-FFF2-40B4-BE49-F238E27FC236}">
                      <a16:creationId xmlns:a16="http://schemas.microsoft.com/office/drawing/2014/main" id="{C27EDFC6-036A-339C-C719-EF77E225D142}"/>
                    </a:ext>
                  </a:extLst>
                </p:cNvPr>
                <p:cNvSpPr/>
                <p:nvPr/>
              </p:nvSpPr>
              <p:spPr>
                <a:xfrm>
                  <a:off x="3895648" y="4868227"/>
                  <a:ext cx="12700" cy="44417"/>
                </a:xfrm>
                <a:custGeom>
                  <a:avLst/>
                  <a:gdLst>
                    <a:gd name="connsiteX0" fmla="*/ 58 w 12700"/>
                    <a:gd name="connsiteY0" fmla="*/ 286 h 44417"/>
                    <a:gd name="connsiteX1" fmla="*/ 58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58" y="286"/>
                      </a:moveTo>
                      <a:lnTo>
                        <a:pt x="58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09" name="Graphic 497">
                  <a:extLst>
                    <a:ext uri="{FF2B5EF4-FFF2-40B4-BE49-F238E27FC236}">
                      <a16:creationId xmlns:a16="http://schemas.microsoft.com/office/drawing/2014/main" id="{616642BD-A85B-FD06-E116-B82D4DAC34FA}"/>
                    </a:ext>
                  </a:extLst>
                </p:cNvPr>
                <p:cNvGrpSpPr/>
                <p:nvPr/>
              </p:nvGrpSpPr>
              <p:grpSpPr>
                <a:xfrm>
                  <a:off x="3894519" y="4959304"/>
                  <a:ext cx="224170" cy="95994"/>
                  <a:chOff x="3894519" y="4959304"/>
                  <a:chExt cx="224170" cy="95994"/>
                </a:xfrm>
                <a:solidFill>
                  <a:srgbClr val="000000"/>
                </a:solidFill>
              </p:grpSpPr>
              <p:sp>
                <p:nvSpPr>
                  <p:cNvPr id="510" name="Freeform: Shape 509">
                    <a:extLst>
                      <a:ext uri="{FF2B5EF4-FFF2-40B4-BE49-F238E27FC236}">
                        <a16:creationId xmlns:a16="http://schemas.microsoft.com/office/drawing/2014/main" id="{71D1F3E1-6554-57D4-D439-A6824E38E9A8}"/>
                      </a:ext>
                    </a:extLst>
                  </p:cNvPr>
                  <p:cNvSpPr/>
                  <p:nvPr/>
                </p:nvSpPr>
                <p:spPr>
                  <a:xfrm flipV="1">
                    <a:off x="3894519" y="4960969"/>
                    <a:ext cx="59908" cy="94328"/>
                  </a:xfrm>
                  <a:custGeom>
                    <a:avLst/>
                    <a:gdLst>
                      <a:gd name="connsiteX0" fmla="*/ 1957 w 59908"/>
                      <a:gd name="connsiteY0" fmla="*/ 92338 h 94328"/>
                      <a:gd name="connsiteX1" fmla="*/ 51130 w 59908"/>
                      <a:gd name="connsiteY1" fmla="*/ 92338 h 94328"/>
                      <a:gd name="connsiteX2" fmla="*/ 51130 w 59908"/>
                      <a:gd name="connsiteY2" fmla="*/ 81789 h 94328"/>
                      <a:gd name="connsiteX3" fmla="*/ 13427 w 59908"/>
                      <a:gd name="connsiteY3" fmla="*/ 81789 h 94328"/>
                      <a:gd name="connsiteX4" fmla="*/ 13427 w 59908"/>
                      <a:gd name="connsiteY4" fmla="*/ 59124 h 94328"/>
                      <a:gd name="connsiteX5" fmla="*/ 18864 w 59908"/>
                      <a:gd name="connsiteY5" fmla="*/ 60512 h 94328"/>
                      <a:gd name="connsiteX6" fmla="*/ 24341 w 59908"/>
                      <a:gd name="connsiteY6" fmla="*/ 60968 h 94328"/>
                      <a:gd name="connsiteX7" fmla="*/ 48888 w 59908"/>
                      <a:gd name="connsiteY7" fmla="*/ 52481 h 94328"/>
                      <a:gd name="connsiteX8" fmla="*/ 57956 w 59908"/>
                      <a:gd name="connsiteY8" fmla="*/ 29499 h 94328"/>
                      <a:gd name="connsiteX9" fmla="*/ 48649 w 59908"/>
                      <a:gd name="connsiteY9" fmla="*/ 6279 h 94328"/>
                      <a:gd name="connsiteX10" fmla="*/ 22416 w 59908"/>
                      <a:gd name="connsiteY10" fmla="*/ -1990 h 94328"/>
                      <a:gd name="connsiteX11" fmla="*/ 10530 w 59908"/>
                      <a:gd name="connsiteY11" fmla="*/ -999 h 94328"/>
                      <a:gd name="connsiteX12" fmla="*/ -1952 w 59908"/>
                      <a:gd name="connsiteY12" fmla="*/ 1976 h 94328"/>
                      <a:gd name="connsiteX13" fmla="*/ -1952 w 59908"/>
                      <a:gd name="connsiteY13" fmla="*/ 14567 h 94328"/>
                      <a:gd name="connsiteX14" fmla="*/ 9577 w 59908"/>
                      <a:gd name="connsiteY14" fmla="*/ 10046 h 94328"/>
                      <a:gd name="connsiteX15" fmla="*/ 22158 w 59908"/>
                      <a:gd name="connsiteY15" fmla="*/ 8559 h 94328"/>
                      <a:gd name="connsiteX16" fmla="*/ 39144 w 59908"/>
                      <a:gd name="connsiteY16" fmla="*/ 14191 h 94328"/>
                      <a:gd name="connsiteX17" fmla="*/ 45415 w 59908"/>
                      <a:gd name="connsiteY17" fmla="*/ 29499 h 94328"/>
                      <a:gd name="connsiteX18" fmla="*/ 39144 w 59908"/>
                      <a:gd name="connsiteY18" fmla="*/ 44788 h 94328"/>
                      <a:gd name="connsiteX19" fmla="*/ 22158 w 59908"/>
                      <a:gd name="connsiteY19" fmla="*/ 50439 h 94328"/>
                      <a:gd name="connsiteX20" fmla="*/ 12137 w 59908"/>
                      <a:gd name="connsiteY20" fmla="*/ 49328 h 94328"/>
                      <a:gd name="connsiteX21" fmla="*/ 1957 w 59908"/>
                      <a:gd name="connsiteY21" fmla="*/ 45858 h 94328"/>
                      <a:gd name="connsiteX22" fmla="*/ 195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57" y="92338"/>
                        </a:moveTo>
                        <a:lnTo>
                          <a:pt x="51130" y="92338"/>
                        </a:lnTo>
                        <a:lnTo>
                          <a:pt x="51130" y="81789"/>
                        </a:lnTo>
                        <a:lnTo>
                          <a:pt x="13427" y="81789"/>
                        </a:lnTo>
                        <a:lnTo>
                          <a:pt x="13427" y="59124"/>
                        </a:lnTo>
                        <a:cubicBezTo>
                          <a:pt x="15239" y="59746"/>
                          <a:pt x="17052" y="60208"/>
                          <a:pt x="18864" y="60512"/>
                        </a:cubicBezTo>
                        <a:cubicBezTo>
                          <a:pt x="20690" y="60816"/>
                          <a:pt x="22515" y="60968"/>
                          <a:pt x="24341" y="60968"/>
                        </a:cubicBezTo>
                        <a:cubicBezTo>
                          <a:pt x="34673" y="60968"/>
                          <a:pt x="42855" y="58139"/>
                          <a:pt x="48888" y="52481"/>
                        </a:cubicBezTo>
                        <a:cubicBezTo>
                          <a:pt x="54933" y="46823"/>
                          <a:pt x="57956" y="39163"/>
                          <a:pt x="57956" y="29499"/>
                        </a:cubicBezTo>
                        <a:cubicBezTo>
                          <a:pt x="57956" y="19545"/>
                          <a:pt x="54854" y="11805"/>
                          <a:pt x="48649" y="6279"/>
                        </a:cubicBezTo>
                        <a:cubicBezTo>
                          <a:pt x="42445" y="766"/>
                          <a:pt x="33700" y="-1990"/>
                          <a:pt x="22416" y="-1990"/>
                        </a:cubicBezTo>
                        <a:cubicBezTo>
                          <a:pt x="18527" y="-1990"/>
                          <a:pt x="14564" y="-1660"/>
                          <a:pt x="10530" y="-999"/>
                        </a:cubicBezTo>
                        <a:cubicBezTo>
                          <a:pt x="6508" y="-338"/>
                          <a:pt x="2347" y="654"/>
                          <a:pt x="-1952" y="1976"/>
                        </a:cubicBezTo>
                        <a:lnTo>
                          <a:pt x="-1952" y="14567"/>
                        </a:lnTo>
                        <a:cubicBezTo>
                          <a:pt x="1765" y="12545"/>
                          <a:pt x="5608" y="11038"/>
                          <a:pt x="9577" y="10046"/>
                        </a:cubicBezTo>
                        <a:cubicBezTo>
                          <a:pt x="13546" y="9055"/>
                          <a:pt x="17739" y="8559"/>
                          <a:pt x="22158" y="8559"/>
                        </a:cubicBezTo>
                        <a:cubicBezTo>
                          <a:pt x="29315" y="8559"/>
                          <a:pt x="34977" y="10436"/>
                          <a:pt x="39144" y="14191"/>
                        </a:cubicBezTo>
                        <a:cubicBezTo>
                          <a:pt x="43325" y="17945"/>
                          <a:pt x="45415" y="23048"/>
                          <a:pt x="45415" y="29499"/>
                        </a:cubicBezTo>
                        <a:cubicBezTo>
                          <a:pt x="45415" y="35937"/>
                          <a:pt x="43325" y="41033"/>
                          <a:pt x="39144" y="44788"/>
                        </a:cubicBezTo>
                        <a:cubicBezTo>
                          <a:pt x="34977" y="48555"/>
                          <a:pt x="29315" y="50439"/>
                          <a:pt x="22158" y="50439"/>
                        </a:cubicBezTo>
                        <a:cubicBezTo>
                          <a:pt x="18811" y="50439"/>
                          <a:pt x="15471" y="50069"/>
                          <a:pt x="12137" y="49328"/>
                        </a:cubicBezTo>
                        <a:cubicBezTo>
                          <a:pt x="8816" y="48588"/>
                          <a:pt x="5423" y="47431"/>
                          <a:pt x="1957" y="45858"/>
                        </a:cubicBezTo>
                        <a:lnTo>
                          <a:pt x="195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11" name="Freeform: Shape 510">
                    <a:extLst>
                      <a:ext uri="{FF2B5EF4-FFF2-40B4-BE49-F238E27FC236}">
                        <a16:creationId xmlns:a16="http://schemas.microsoft.com/office/drawing/2014/main" id="{DFDAEE30-9597-D820-C11E-049EF560D54E}"/>
                      </a:ext>
                    </a:extLst>
                  </p:cNvPr>
                  <p:cNvSpPr/>
                  <p:nvPr/>
                </p:nvSpPr>
                <p:spPr>
                  <a:xfrm flipV="1">
                    <a:off x="3973892" y="4959304"/>
                    <a:ext cx="63996" cy="95994"/>
                  </a:xfrm>
                  <a:custGeom>
                    <a:avLst/>
                    <a:gdLst>
                      <a:gd name="connsiteX0" fmla="*/ 30011 w 63996"/>
                      <a:gd name="connsiteY0" fmla="*/ 84047 h 95994"/>
                      <a:gd name="connsiteX1" fmla="*/ 15466 w 63996"/>
                      <a:gd name="connsiteY1" fmla="*/ 74529 h 95994"/>
                      <a:gd name="connsiteX2" fmla="*/ 10604 w 63996"/>
                      <a:gd name="connsiteY2" fmla="*/ 45935 h 95994"/>
                      <a:gd name="connsiteX3" fmla="*/ 15466 w 63996"/>
                      <a:gd name="connsiteY3" fmla="*/ 17401 h 95994"/>
                      <a:gd name="connsiteX4" fmla="*/ 30011 w 63996"/>
                      <a:gd name="connsiteY4" fmla="*/ 7883 h 95994"/>
                      <a:gd name="connsiteX5" fmla="*/ 44616 w 63996"/>
                      <a:gd name="connsiteY5" fmla="*/ 17401 h 95994"/>
                      <a:gd name="connsiteX6" fmla="*/ 49498 w 63996"/>
                      <a:gd name="connsiteY6" fmla="*/ 45935 h 95994"/>
                      <a:gd name="connsiteX7" fmla="*/ 44616 w 63996"/>
                      <a:gd name="connsiteY7" fmla="*/ 74529 h 95994"/>
                      <a:gd name="connsiteX8" fmla="*/ 30011 w 63996"/>
                      <a:gd name="connsiteY8" fmla="*/ 84047 h 95994"/>
                      <a:gd name="connsiteX9" fmla="*/ 30011 w 63996"/>
                      <a:gd name="connsiteY9" fmla="*/ 93962 h 95994"/>
                      <a:gd name="connsiteX10" fmla="*/ 53804 w 63996"/>
                      <a:gd name="connsiteY10" fmla="*/ 81648 h 95994"/>
                      <a:gd name="connsiteX11" fmla="*/ 62019 w 63996"/>
                      <a:gd name="connsiteY11" fmla="*/ 45935 h 95994"/>
                      <a:gd name="connsiteX12" fmla="*/ 53804 w 63996"/>
                      <a:gd name="connsiteY12" fmla="*/ 10262 h 95994"/>
                      <a:gd name="connsiteX13" fmla="*/ 30011 w 63996"/>
                      <a:gd name="connsiteY13" fmla="*/ -2032 h 95994"/>
                      <a:gd name="connsiteX14" fmla="*/ 6239 w 63996"/>
                      <a:gd name="connsiteY14" fmla="*/ 10262 h 95994"/>
                      <a:gd name="connsiteX15" fmla="*/ -1977 w 63996"/>
                      <a:gd name="connsiteY15" fmla="*/ 45935 h 95994"/>
                      <a:gd name="connsiteX16" fmla="*/ 6239 w 63996"/>
                      <a:gd name="connsiteY16" fmla="*/ 81648 h 95994"/>
                      <a:gd name="connsiteX17" fmla="*/ 3001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1" y="84047"/>
                        </a:moveTo>
                        <a:cubicBezTo>
                          <a:pt x="23569" y="84047"/>
                          <a:pt x="18720" y="80875"/>
                          <a:pt x="15466" y="74529"/>
                        </a:cubicBezTo>
                        <a:cubicBezTo>
                          <a:pt x="12225" y="68197"/>
                          <a:pt x="10604" y="58666"/>
                          <a:pt x="10604" y="45935"/>
                        </a:cubicBezTo>
                        <a:cubicBezTo>
                          <a:pt x="10604" y="33258"/>
                          <a:pt x="12225" y="23746"/>
                          <a:pt x="15466" y="17401"/>
                        </a:cubicBezTo>
                        <a:cubicBezTo>
                          <a:pt x="18720" y="11055"/>
                          <a:pt x="23569" y="7883"/>
                          <a:pt x="30011" y="7883"/>
                        </a:cubicBezTo>
                        <a:cubicBezTo>
                          <a:pt x="36507" y="7883"/>
                          <a:pt x="41375" y="11055"/>
                          <a:pt x="44616" y="17401"/>
                        </a:cubicBezTo>
                        <a:cubicBezTo>
                          <a:pt x="47871" y="23746"/>
                          <a:pt x="49498" y="33258"/>
                          <a:pt x="49498" y="45935"/>
                        </a:cubicBezTo>
                        <a:cubicBezTo>
                          <a:pt x="49498" y="58666"/>
                          <a:pt x="47871" y="68197"/>
                          <a:pt x="44616" y="74529"/>
                        </a:cubicBezTo>
                        <a:cubicBezTo>
                          <a:pt x="41375" y="80875"/>
                          <a:pt x="36507" y="84047"/>
                          <a:pt x="30011" y="84047"/>
                        </a:cubicBezTo>
                        <a:close/>
                        <a:moveTo>
                          <a:pt x="30011" y="93962"/>
                        </a:moveTo>
                        <a:cubicBezTo>
                          <a:pt x="40396" y="93962"/>
                          <a:pt x="48327" y="89857"/>
                          <a:pt x="53804" y="81648"/>
                        </a:cubicBezTo>
                        <a:cubicBezTo>
                          <a:pt x="59281" y="73452"/>
                          <a:pt x="62019" y="61548"/>
                          <a:pt x="62019" y="45935"/>
                        </a:cubicBezTo>
                        <a:cubicBezTo>
                          <a:pt x="62019" y="30363"/>
                          <a:pt x="59281" y="18471"/>
                          <a:pt x="53804" y="10262"/>
                        </a:cubicBezTo>
                        <a:cubicBezTo>
                          <a:pt x="48327" y="2066"/>
                          <a:pt x="40396" y="-2032"/>
                          <a:pt x="30011" y="-2032"/>
                        </a:cubicBezTo>
                        <a:cubicBezTo>
                          <a:pt x="19640" y="-2032"/>
                          <a:pt x="11715" y="2066"/>
                          <a:pt x="6239" y="10262"/>
                        </a:cubicBezTo>
                        <a:cubicBezTo>
                          <a:pt x="762" y="18471"/>
                          <a:pt x="-1977" y="30363"/>
                          <a:pt x="-1977" y="45935"/>
                        </a:cubicBezTo>
                        <a:cubicBezTo>
                          <a:pt x="-1977" y="61548"/>
                          <a:pt x="762" y="73452"/>
                          <a:pt x="6239" y="81648"/>
                        </a:cubicBezTo>
                        <a:cubicBezTo>
                          <a:pt x="11715" y="89857"/>
                          <a:pt x="19640" y="93962"/>
                          <a:pt x="3001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12" name="Freeform: Shape 511">
                    <a:extLst>
                      <a:ext uri="{FF2B5EF4-FFF2-40B4-BE49-F238E27FC236}">
                        <a16:creationId xmlns:a16="http://schemas.microsoft.com/office/drawing/2014/main" id="{59753B55-903E-A5FF-96AB-31953E3D8CA2}"/>
                      </a:ext>
                    </a:extLst>
                  </p:cNvPr>
                  <p:cNvSpPr/>
                  <p:nvPr/>
                </p:nvSpPr>
                <p:spPr>
                  <a:xfrm flipV="1">
                    <a:off x="4054693" y="4959304"/>
                    <a:ext cx="63996" cy="95994"/>
                  </a:xfrm>
                  <a:custGeom>
                    <a:avLst/>
                    <a:gdLst>
                      <a:gd name="connsiteX0" fmla="*/ 30018 w 63996"/>
                      <a:gd name="connsiteY0" fmla="*/ 84047 h 95994"/>
                      <a:gd name="connsiteX1" fmla="*/ 15472 w 63996"/>
                      <a:gd name="connsiteY1" fmla="*/ 74529 h 95994"/>
                      <a:gd name="connsiteX2" fmla="*/ 10611 w 63996"/>
                      <a:gd name="connsiteY2" fmla="*/ 45935 h 95994"/>
                      <a:gd name="connsiteX3" fmla="*/ 15472 w 63996"/>
                      <a:gd name="connsiteY3" fmla="*/ 17401 h 95994"/>
                      <a:gd name="connsiteX4" fmla="*/ 30018 w 63996"/>
                      <a:gd name="connsiteY4" fmla="*/ 7883 h 95994"/>
                      <a:gd name="connsiteX5" fmla="*/ 44623 w 63996"/>
                      <a:gd name="connsiteY5" fmla="*/ 17401 h 95994"/>
                      <a:gd name="connsiteX6" fmla="*/ 49504 w 63996"/>
                      <a:gd name="connsiteY6" fmla="*/ 45935 h 95994"/>
                      <a:gd name="connsiteX7" fmla="*/ 44623 w 63996"/>
                      <a:gd name="connsiteY7" fmla="*/ 74529 h 95994"/>
                      <a:gd name="connsiteX8" fmla="*/ 30018 w 63996"/>
                      <a:gd name="connsiteY8" fmla="*/ 84047 h 95994"/>
                      <a:gd name="connsiteX9" fmla="*/ 30018 w 63996"/>
                      <a:gd name="connsiteY9" fmla="*/ 93962 h 95994"/>
                      <a:gd name="connsiteX10" fmla="*/ 53810 w 63996"/>
                      <a:gd name="connsiteY10" fmla="*/ 81648 h 95994"/>
                      <a:gd name="connsiteX11" fmla="*/ 62026 w 63996"/>
                      <a:gd name="connsiteY11" fmla="*/ 45935 h 95994"/>
                      <a:gd name="connsiteX12" fmla="*/ 53810 w 63996"/>
                      <a:gd name="connsiteY12" fmla="*/ 10262 h 95994"/>
                      <a:gd name="connsiteX13" fmla="*/ 30018 w 63996"/>
                      <a:gd name="connsiteY13" fmla="*/ -2032 h 95994"/>
                      <a:gd name="connsiteX14" fmla="*/ 6245 w 63996"/>
                      <a:gd name="connsiteY14" fmla="*/ 10262 h 95994"/>
                      <a:gd name="connsiteX15" fmla="*/ -1970 w 63996"/>
                      <a:gd name="connsiteY15" fmla="*/ 45935 h 95994"/>
                      <a:gd name="connsiteX16" fmla="*/ 6245 w 63996"/>
                      <a:gd name="connsiteY16" fmla="*/ 81648 h 95994"/>
                      <a:gd name="connsiteX17" fmla="*/ 30018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8" y="84047"/>
                        </a:moveTo>
                        <a:cubicBezTo>
                          <a:pt x="23575" y="84047"/>
                          <a:pt x="18727" y="80875"/>
                          <a:pt x="15472" y="74529"/>
                        </a:cubicBezTo>
                        <a:cubicBezTo>
                          <a:pt x="12231" y="68197"/>
                          <a:pt x="10611" y="58666"/>
                          <a:pt x="10611" y="45935"/>
                        </a:cubicBezTo>
                        <a:cubicBezTo>
                          <a:pt x="10611" y="33258"/>
                          <a:pt x="12231" y="23746"/>
                          <a:pt x="15472" y="17401"/>
                        </a:cubicBezTo>
                        <a:cubicBezTo>
                          <a:pt x="18727" y="11055"/>
                          <a:pt x="23575" y="7883"/>
                          <a:pt x="30018" y="7883"/>
                        </a:cubicBezTo>
                        <a:cubicBezTo>
                          <a:pt x="36513" y="7883"/>
                          <a:pt x="41382" y="11055"/>
                          <a:pt x="44623" y="17401"/>
                        </a:cubicBezTo>
                        <a:cubicBezTo>
                          <a:pt x="47877" y="23746"/>
                          <a:pt x="49504" y="33258"/>
                          <a:pt x="49504" y="45935"/>
                        </a:cubicBezTo>
                        <a:cubicBezTo>
                          <a:pt x="49504" y="58666"/>
                          <a:pt x="47877" y="68197"/>
                          <a:pt x="44623" y="74529"/>
                        </a:cubicBezTo>
                        <a:cubicBezTo>
                          <a:pt x="41382" y="80875"/>
                          <a:pt x="36513" y="84047"/>
                          <a:pt x="30018" y="84047"/>
                        </a:cubicBezTo>
                        <a:close/>
                        <a:moveTo>
                          <a:pt x="30018" y="93962"/>
                        </a:moveTo>
                        <a:cubicBezTo>
                          <a:pt x="40403" y="93962"/>
                          <a:pt x="48334" y="89857"/>
                          <a:pt x="53810" y="81648"/>
                        </a:cubicBezTo>
                        <a:cubicBezTo>
                          <a:pt x="59287" y="73452"/>
                          <a:pt x="62026" y="61548"/>
                          <a:pt x="62026" y="45935"/>
                        </a:cubicBezTo>
                        <a:cubicBezTo>
                          <a:pt x="62026" y="30363"/>
                          <a:pt x="59287" y="18471"/>
                          <a:pt x="53810" y="10262"/>
                        </a:cubicBezTo>
                        <a:cubicBezTo>
                          <a:pt x="48334" y="2066"/>
                          <a:pt x="40403" y="-2032"/>
                          <a:pt x="30018" y="-2032"/>
                        </a:cubicBezTo>
                        <a:cubicBezTo>
                          <a:pt x="19646" y="-2032"/>
                          <a:pt x="11722" y="2066"/>
                          <a:pt x="6245" y="10262"/>
                        </a:cubicBezTo>
                        <a:cubicBezTo>
                          <a:pt x="768" y="18471"/>
                          <a:pt x="-1970" y="30363"/>
                          <a:pt x="-1970" y="45935"/>
                        </a:cubicBezTo>
                        <a:cubicBezTo>
                          <a:pt x="-1970" y="61548"/>
                          <a:pt x="768" y="73452"/>
                          <a:pt x="6245" y="81648"/>
                        </a:cubicBezTo>
                        <a:cubicBezTo>
                          <a:pt x="11722" y="89857"/>
                          <a:pt x="19646" y="93962"/>
                          <a:pt x="30018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13" name="Graphic 497">
                <a:extLst>
                  <a:ext uri="{FF2B5EF4-FFF2-40B4-BE49-F238E27FC236}">
                    <a16:creationId xmlns:a16="http://schemas.microsoft.com/office/drawing/2014/main" id="{982AD711-F0B5-9532-01C1-49DF2D6B920D}"/>
                  </a:ext>
                </a:extLst>
              </p:cNvPr>
              <p:cNvGrpSpPr/>
              <p:nvPr/>
            </p:nvGrpSpPr>
            <p:grpSpPr>
              <a:xfrm>
                <a:off x="4352591" y="4868227"/>
                <a:ext cx="224169" cy="187070"/>
                <a:chOff x="435259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14" name="Freeform: Shape 513">
                  <a:extLst>
                    <a:ext uri="{FF2B5EF4-FFF2-40B4-BE49-F238E27FC236}">
                      <a16:creationId xmlns:a16="http://schemas.microsoft.com/office/drawing/2014/main" id="{38A2F91D-E28B-0C3D-0621-E917DBB38AE7}"/>
                    </a:ext>
                  </a:extLst>
                </p:cNvPr>
                <p:cNvSpPr/>
                <p:nvPr/>
              </p:nvSpPr>
              <p:spPr>
                <a:xfrm>
                  <a:off x="4463994" y="4868227"/>
                  <a:ext cx="12700" cy="44417"/>
                </a:xfrm>
                <a:custGeom>
                  <a:avLst/>
                  <a:gdLst>
                    <a:gd name="connsiteX0" fmla="*/ 102 w 12700"/>
                    <a:gd name="connsiteY0" fmla="*/ 286 h 44417"/>
                    <a:gd name="connsiteX1" fmla="*/ 10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02" y="286"/>
                      </a:moveTo>
                      <a:lnTo>
                        <a:pt x="10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15" name="Graphic 497">
                  <a:extLst>
                    <a:ext uri="{FF2B5EF4-FFF2-40B4-BE49-F238E27FC236}">
                      <a16:creationId xmlns:a16="http://schemas.microsoft.com/office/drawing/2014/main" id="{BCD7D9B1-05D0-FDC2-0B20-D4BE4D351953}"/>
                    </a:ext>
                  </a:extLst>
                </p:cNvPr>
                <p:cNvGrpSpPr/>
                <p:nvPr/>
              </p:nvGrpSpPr>
              <p:grpSpPr>
                <a:xfrm>
                  <a:off x="4352591" y="4959304"/>
                  <a:ext cx="224169" cy="95994"/>
                  <a:chOff x="435259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16" name="Freeform: Shape 515">
                    <a:extLst>
                      <a:ext uri="{FF2B5EF4-FFF2-40B4-BE49-F238E27FC236}">
                        <a16:creationId xmlns:a16="http://schemas.microsoft.com/office/drawing/2014/main" id="{6C7A1D32-61DB-CD18-4637-0107ED6740BA}"/>
                      </a:ext>
                    </a:extLst>
                  </p:cNvPr>
                  <p:cNvSpPr/>
                  <p:nvPr/>
                </p:nvSpPr>
                <p:spPr>
                  <a:xfrm flipV="1">
                    <a:off x="4352591" y="4960969"/>
                    <a:ext cx="59908" cy="94328"/>
                  </a:xfrm>
                  <a:custGeom>
                    <a:avLst/>
                    <a:gdLst>
                      <a:gd name="connsiteX0" fmla="*/ 2002 w 59908"/>
                      <a:gd name="connsiteY0" fmla="*/ 92338 h 94328"/>
                      <a:gd name="connsiteX1" fmla="*/ 51175 w 59908"/>
                      <a:gd name="connsiteY1" fmla="*/ 92338 h 94328"/>
                      <a:gd name="connsiteX2" fmla="*/ 51175 w 59908"/>
                      <a:gd name="connsiteY2" fmla="*/ 81789 h 94328"/>
                      <a:gd name="connsiteX3" fmla="*/ 13471 w 59908"/>
                      <a:gd name="connsiteY3" fmla="*/ 81789 h 94328"/>
                      <a:gd name="connsiteX4" fmla="*/ 13471 w 59908"/>
                      <a:gd name="connsiteY4" fmla="*/ 59124 h 94328"/>
                      <a:gd name="connsiteX5" fmla="*/ 18909 w 59908"/>
                      <a:gd name="connsiteY5" fmla="*/ 60512 h 94328"/>
                      <a:gd name="connsiteX6" fmla="*/ 24386 w 59908"/>
                      <a:gd name="connsiteY6" fmla="*/ 60968 h 94328"/>
                      <a:gd name="connsiteX7" fmla="*/ 48932 w 59908"/>
                      <a:gd name="connsiteY7" fmla="*/ 52481 h 94328"/>
                      <a:gd name="connsiteX8" fmla="*/ 58001 w 59908"/>
                      <a:gd name="connsiteY8" fmla="*/ 29499 h 94328"/>
                      <a:gd name="connsiteX9" fmla="*/ 48694 w 59908"/>
                      <a:gd name="connsiteY9" fmla="*/ 6279 h 94328"/>
                      <a:gd name="connsiteX10" fmla="*/ 22461 w 59908"/>
                      <a:gd name="connsiteY10" fmla="*/ -1990 h 94328"/>
                      <a:gd name="connsiteX11" fmla="*/ 10574 w 59908"/>
                      <a:gd name="connsiteY11" fmla="*/ -999 h 94328"/>
                      <a:gd name="connsiteX12" fmla="*/ -1907 w 59908"/>
                      <a:gd name="connsiteY12" fmla="*/ 1976 h 94328"/>
                      <a:gd name="connsiteX13" fmla="*/ -1907 w 59908"/>
                      <a:gd name="connsiteY13" fmla="*/ 14567 h 94328"/>
                      <a:gd name="connsiteX14" fmla="*/ 9622 w 59908"/>
                      <a:gd name="connsiteY14" fmla="*/ 10046 h 94328"/>
                      <a:gd name="connsiteX15" fmla="*/ 22203 w 59908"/>
                      <a:gd name="connsiteY15" fmla="*/ 8559 h 94328"/>
                      <a:gd name="connsiteX16" fmla="*/ 39189 w 59908"/>
                      <a:gd name="connsiteY16" fmla="*/ 14191 h 94328"/>
                      <a:gd name="connsiteX17" fmla="*/ 45460 w 59908"/>
                      <a:gd name="connsiteY17" fmla="*/ 29499 h 94328"/>
                      <a:gd name="connsiteX18" fmla="*/ 39189 w 59908"/>
                      <a:gd name="connsiteY18" fmla="*/ 44788 h 94328"/>
                      <a:gd name="connsiteX19" fmla="*/ 22203 w 59908"/>
                      <a:gd name="connsiteY19" fmla="*/ 50439 h 94328"/>
                      <a:gd name="connsiteX20" fmla="*/ 12182 w 59908"/>
                      <a:gd name="connsiteY20" fmla="*/ 49328 h 94328"/>
                      <a:gd name="connsiteX21" fmla="*/ 2002 w 59908"/>
                      <a:gd name="connsiteY21" fmla="*/ 45858 h 94328"/>
                      <a:gd name="connsiteX22" fmla="*/ 2002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02" y="92338"/>
                        </a:moveTo>
                        <a:lnTo>
                          <a:pt x="51175" y="92338"/>
                        </a:lnTo>
                        <a:lnTo>
                          <a:pt x="51175" y="81789"/>
                        </a:lnTo>
                        <a:lnTo>
                          <a:pt x="13471" y="81789"/>
                        </a:lnTo>
                        <a:lnTo>
                          <a:pt x="13471" y="59124"/>
                        </a:lnTo>
                        <a:cubicBezTo>
                          <a:pt x="15284" y="59746"/>
                          <a:pt x="17096" y="60208"/>
                          <a:pt x="18909" y="60512"/>
                        </a:cubicBezTo>
                        <a:cubicBezTo>
                          <a:pt x="20734" y="60816"/>
                          <a:pt x="22560" y="60968"/>
                          <a:pt x="24386" y="60968"/>
                        </a:cubicBezTo>
                        <a:cubicBezTo>
                          <a:pt x="34718" y="60968"/>
                          <a:pt x="42900" y="58139"/>
                          <a:pt x="48932" y="52481"/>
                        </a:cubicBezTo>
                        <a:cubicBezTo>
                          <a:pt x="54978" y="46823"/>
                          <a:pt x="58001" y="39163"/>
                          <a:pt x="58001" y="29499"/>
                        </a:cubicBezTo>
                        <a:cubicBezTo>
                          <a:pt x="58001" y="19545"/>
                          <a:pt x="54899" y="11805"/>
                          <a:pt x="48694" y="6279"/>
                        </a:cubicBezTo>
                        <a:cubicBezTo>
                          <a:pt x="42490" y="766"/>
                          <a:pt x="33745" y="-1990"/>
                          <a:pt x="22461" y="-1990"/>
                        </a:cubicBezTo>
                        <a:cubicBezTo>
                          <a:pt x="18571" y="-1990"/>
                          <a:pt x="14609" y="-1660"/>
                          <a:pt x="10574" y="-999"/>
                        </a:cubicBezTo>
                        <a:cubicBezTo>
                          <a:pt x="6553" y="-338"/>
                          <a:pt x="2392" y="654"/>
                          <a:pt x="-1907" y="1976"/>
                        </a:cubicBezTo>
                        <a:lnTo>
                          <a:pt x="-1907" y="14567"/>
                        </a:lnTo>
                        <a:cubicBezTo>
                          <a:pt x="1810" y="12545"/>
                          <a:pt x="5653" y="11038"/>
                          <a:pt x="9622" y="10046"/>
                        </a:cubicBezTo>
                        <a:cubicBezTo>
                          <a:pt x="13591" y="9055"/>
                          <a:pt x="17784" y="8559"/>
                          <a:pt x="22203" y="8559"/>
                        </a:cubicBezTo>
                        <a:cubicBezTo>
                          <a:pt x="29360" y="8559"/>
                          <a:pt x="35022" y="10436"/>
                          <a:pt x="39189" y="14191"/>
                        </a:cubicBezTo>
                        <a:cubicBezTo>
                          <a:pt x="43369" y="17945"/>
                          <a:pt x="45460" y="23048"/>
                          <a:pt x="45460" y="29499"/>
                        </a:cubicBezTo>
                        <a:cubicBezTo>
                          <a:pt x="45460" y="35937"/>
                          <a:pt x="43369" y="41033"/>
                          <a:pt x="39189" y="44788"/>
                        </a:cubicBezTo>
                        <a:cubicBezTo>
                          <a:pt x="35022" y="48555"/>
                          <a:pt x="29360" y="50439"/>
                          <a:pt x="22203" y="50439"/>
                        </a:cubicBezTo>
                        <a:cubicBezTo>
                          <a:pt x="18856" y="50439"/>
                          <a:pt x="15515" y="50069"/>
                          <a:pt x="12182" y="49328"/>
                        </a:cubicBezTo>
                        <a:cubicBezTo>
                          <a:pt x="8861" y="48588"/>
                          <a:pt x="5468" y="47431"/>
                          <a:pt x="2002" y="45858"/>
                        </a:cubicBezTo>
                        <a:lnTo>
                          <a:pt x="200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17" name="Freeform: Shape 516">
                    <a:extLst>
                      <a:ext uri="{FF2B5EF4-FFF2-40B4-BE49-F238E27FC236}">
                        <a16:creationId xmlns:a16="http://schemas.microsoft.com/office/drawing/2014/main" id="{A188AF28-10C8-3CB2-A7E9-D2467E022924}"/>
                      </a:ext>
                    </a:extLst>
                  </p:cNvPr>
                  <p:cNvSpPr/>
                  <p:nvPr/>
                </p:nvSpPr>
                <p:spPr>
                  <a:xfrm flipV="1">
                    <a:off x="4437539" y="4960969"/>
                    <a:ext cx="55125" cy="92524"/>
                  </a:xfrm>
                  <a:custGeom>
                    <a:avLst/>
                    <a:gdLst>
                      <a:gd name="connsiteX0" fmla="*/ -184 w 55125"/>
                      <a:gd name="connsiteY0" fmla="*/ 8494 h 92524"/>
                      <a:gd name="connsiteX1" fmla="*/ 20275 w 55125"/>
                      <a:gd name="connsiteY1" fmla="*/ 8494 h 92524"/>
                      <a:gd name="connsiteX2" fmla="*/ 20275 w 55125"/>
                      <a:gd name="connsiteY2" fmla="*/ 79086 h 92524"/>
                      <a:gd name="connsiteX3" fmla="*/ -1989 w 55125"/>
                      <a:gd name="connsiteY3" fmla="*/ 74625 h 92524"/>
                      <a:gd name="connsiteX4" fmla="*/ -1989 w 55125"/>
                      <a:gd name="connsiteY4" fmla="*/ 86027 h 92524"/>
                      <a:gd name="connsiteX5" fmla="*/ 20156 w 55125"/>
                      <a:gd name="connsiteY5" fmla="*/ 90488 h 92524"/>
                      <a:gd name="connsiteX6" fmla="*/ 32678 w 55125"/>
                      <a:gd name="connsiteY6" fmla="*/ 90488 h 92524"/>
                      <a:gd name="connsiteX7" fmla="*/ 32678 w 55125"/>
                      <a:gd name="connsiteY7" fmla="*/ 8494 h 92524"/>
                      <a:gd name="connsiteX8" fmla="*/ 53137 w 55125"/>
                      <a:gd name="connsiteY8" fmla="*/ 8494 h 92524"/>
                      <a:gd name="connsiteX9" fmla="*/ 53137 w 55125"/>
                      <a:gd name="connsiteY9" fmla="*/ -2036 h 92524"/>
                      <a:gd name="connsiteX10" fmla="*/ -184 w 55125"/>
                      <a:gd name="connsiteY10" fmla="*/ -2036 h 92524"/>
                      <a:gd name="connsiteX11" fmla="*/ -184 w 55125"/>
                      <a:gd name="connsiteY11" fmla="*/ 8494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184" y="8494"/>
                        </a:moveTo>
                        <a:lnTo>
                          <a:pt x="20275" y="8494"/>
                        </a:lnTo>
                        <a:lnTo>
                          <a:pt x="20275" y="79086"/>
                        </a:lnTo>
                        <a:lnTo>
                          <a:pt x="-1989" y="74625"/>
                        </a:lnTo>
                        <a:lnTo>
                          <a:pt x="-1989" y="86027"/>
                        </a:lnTo>
                        <a:lnTo>
                          <a:pt x="20156" y="90488"/>
                        </a:lnTo>
                        <a:lnTo>
                          <a:pt x="32678" y="90488"/>
                        </a:lnTo>
                        <a:lnTo>
                          <a:pt x="32678" y="8494"/>
                        </a:lnTo>
                        <a:lnTo>
                          <a:pt x="53137" y="8494"/>
                        </a:lnTo>
                        <a:lnTo>
                          <a:pt x="53137" y="-2036"/>
                        </a:lnTo>
                        <a:lnTo>
                          <a:pt x="-184" y="-2036"/>
                        </a:lnTo>
                        <a:lnTo>
                          <a:pt x="-184" y="84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18" name="Freeform: Shape 517">
                    <a:extLst>
                      <a:ext uri="{FF2B5EF4-FFF2-40B4-BE49-F238E27FC236}">
                        <a16:creationId xmlns:a16="http://schemas.microsoft.com/office/drawing/2014/main" id="{ED9E450F-C3FA-074A-2DF9-4E1159D5CAE9}"/>
                      </a:ext>
                    </a:extLst>
                  </p:cNvPr>
                  <p:cNvSpPr/>
                  <p:nvPr/>
                </p:nvSpPr>
                <p:spPr>
                  <a:xfrm flipV="1">
                    <a:off x="4512765" y="4959304"/>
                    <a:ext cx="63996" cy="95994"/>
                  </a:xfrm>
                  <a:custGeom>
                    <a:avLst/>
                    <a:gdLst>
                      <a:gd name="connsiteX0" fmla="*/ 30062 w 63996"/>
                      <a:gd name="connsiteY0" fmla="*/ 84047 h 95994"/>
                      <a:gd name="connsiteX1" fmla="*/ 15517 w 63996"/>
                      <a:gd name="connsiteY1" fmla="*/ 74529 h 95994"/>
                      <a:gd name="connsiteX2" fmla="*/ 10655 w 63996"/>
                      <a:gd name="connsiteY2" fmla="*/ 45935 h 95994"/>
                      <a:gd name="connsiteX3" fmla="*/ 15517 w 63996"/>
                      <a:gd name="connsiteY3" fmla="*/ 17401 h 95994"/>
                      <a:gd name="connsiteX4" fmla="*/ 30062 w 63996"/>
                      <a:gd name="connsiteY4" fmla="*/ 7883 h 95994"/>
                      <a:gd name="connsiteX5" fmla="*/ 44667 w 63996"/>
                      <a:gd name="connsiteY5" fmla="*/ 17401 h 95994"/>
                      <a:gd name="connsiteX6" fmla="*/ 49549 w 63996"/>
                      <a:gd name="connsiteY6" fmla="*/ 45935 h 95994"/>
                      <a:gd name="connsiteX7" fmla="*/ 44667 w 63996"/>
                      <a:gd name="connsiteY7" fmla="*/ 74529 h 95994"/>
                      <a:gd name="connsiteX8" fmla="*/ 30062 w 63996"/>
                      <a:gd name="connsiteY8" fmla="*/ 84047 h 95994"/>
                      <a:gd name="connsiteX9" fmla="*/ 30062 w 63996"/>
                      <a:gd name="connsiteY9" fmla="*/ 93962 h 95994"/>
                      <a:gd name="connsiteX10" fmla="*/ 53855 w 63996"/>
                      <a:gd name="connsiteY10" fmla="*/ 81648 h 95994"/>
                      <a:gd name="connsiteX11" fmla="*/ 62070 w 63996"/>
                      <a:gd name="connsiteY11" fmla="*/ 45935 h 95994"/>
                      <a:gd name="connsiteX12" fmla="*/ 53855 w 63996"/>
                      <a:gd name="connsiteY12" fmla="*/ 10262 h 95994"/>
                      <a:gd name="connsiteX13" fmla="*/ 30062 w 63996"/>
                      <a:gd name="connsiteY13" fmla="*/ -2032 h 95994"/>
                      <a:gd name="connsiteX14" fmla="*/ 6290 w 63996"/>
                      <a:gd name="connsiteY14" fmla="*/ 10262 h 95994"/>
                      <a:gd name="connsiteX15" fmla="*/ -1926 w 63996"/>
                      <a:gd name="connsiteY15" fmla="*/ 45935 h 95994"/>
                      <a:gd name="connsiteX16" fmla="*/ 6290 w 63996"/>
                      <a:gd name="connsiteY16" fmla="*/ 81648 h 95994"/>
                      <a:gd name="connsiteX17" fmla="*/ 3006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62" y="84047"/>
                        </a:moveTo>
                        <a:cubicBezTo>
                          <a:pt x="23620" y="84047"/>
                          <a:pt x="18771" y="80875"/>
                          <a:pt x="15517" y="74529"/>
                        </a:cubicBezTo>
                        <a:cubicBezTo>
                          <a:pt x="12276" y="68197"/>
                          <a:pt x="10655" y="58666"/>
                          <a:pt x="10655" y="45935"/>
                        </a:cubicBezTo>
                        <a:cubicBezTo>
                          <a:pt x="10655" y="33258"/>
                          <a:pt x="12276" y="23746"/>
                          <a:pt x="15517" y="17401"/>
                        </a:cubicBezTo>
                        <a:cubicBezTo>
                          <a:pt x="18771" y="11055"/>
                          <a:pt x="23620" y="7883"/>
                          <a:pt x="30062" y="7883"/>
                        </a:cubicBezTo>
                        <a:cubicBezTo>
                          <a:pt x="36558" y="7883"/>
                          <a:pt x="41426" y="11055"/>
                          <a:pt x="44667" y="17401"/>
                        </a:cubicBezTo>
                        <a:cubicBezTo>
                          <a:pt x="47922" y="23746"/>
                          <a:pt x="49549" y="33258"/>
                          <a:pt x="49549" y="45935"/>
                        </a:cubicBezTo>
                        <a:cubicBezTo>
                          <a:pt x="49549" y="58666"/>
                          <a:pt x="47922" y="68197"/>
                          <a:pt x="44667" y="74529"/>
                        </a:cubicBezTo>
                        <a:cubicBezTo>
                          <a:pt x="41426" y="80875"/>
                          <a:pt x="36558" y="84047"/>
                          <a:pt x="30062" y="84047"/>
                        </a:cubicBezTo>
                        <a:close/>
                        <a:moveTo>
                          <a:pt x="30062" y="93962"/>
                        </a:moveTo>
                        <a:cubicBezTo>
                          <a:pt x="40447" y="93962"/>
                          <a:pt x="48378" y="89857"/>
                          <a:pt x="53855" y="81648"/>
                        </a:cubicBezTo>
                        <a:cubicBezTo>
                          <a:pt x="59332" y="73452"/>
                          <a:pt x="62070" y="61548"/>
                          <a:pt x="62070" y="45935"/>
                        </a:cubicBezTo>
                        <a:cubicBezTo>
                          <a:pt x="62070" y="30363"/>
                          <a:pt x="59332" y="18471"/>
                          <a:pt x="53855" y="10262"/>
                        </a:cubicBezTo>
                        <a:cubicBezTo>
                          <a:pt x="48378" y="2066"/>
                          <a:pt x="40447" y="-2032"/>
                          <a:pt x="30062" y="-2032"/>
                        </a:cubicBezTo>
                        <a:cubicBezTo>
                          <a:pt x="19691" y="-2032"/>
                          <a:pt x="11767" y="2066"/>
                          <a:pt x="6290" y="10262"/>
                        </a:cubicBezTo>
                        <a:cubicBezTo>
                          <a:pt x="813" y="18471"/>
                          <a:pt x="-1926" y="30363"/>
                          <a:pt x="-1926" y="45935"/>
                        </a:cubicBezTo>
                        <a:cubicBezTo>
                          <a:pt x="-1926" y="61548"/>
                          <a:pt x="813" y="73452"/>
                          <a:pt x="6290" y="81648"/>
                        </a:cubicBezTo>
                        <a:cubicBezTo>
                          <a:pt x="11767" y="89857"/>
                          <a:pt x="19691" y="93962"/>
                          <a:pt x="3006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19" name="Graphic 497">
                <a:extLst>
                  <a:ext uri="{FF2B5EF4-FFF2-40B4-BE49-F238E27FC236}">
                    <a16:creationId xmlns:a16="http://schemas.microsoft.com/office/drawing/2014/main" id="{73595736-B967-4285-445E-5211213ED017}"/>
                  </a:ext>
                </a:extLst>
              </p:cNvPr>
              <p:cNvGrpSpPr/>
              <p:nvPr/>
            </p:nvGrpSpPr>
            <p:grpSpPr>
              <a:xfrm>
                <a:off x="4920936" y="4868227"/>
                <a:ext cx="224169" cy="187070"/>
                <a:chOff x="4920936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20" name="Freeform: Shape 519">
                  <a:extLst>
                    <a:ext uri="{FF2B5EF4-FFF2-40B4-BE49-F238E27FC236}">
                      <a16:creationId xmlns:a16="http://schemas.microsoft.com/office/drawing/2014/main" id="{CE70FC44-C223-796B-D284-BDDD5134917A}"/>
                    </a:ext>
                  </a:extLst>
                </p:cNvPr>
                <p:cNvSpPr/>
                <p:nvPr/>
              </p:nvSpPr>
              <p:spPr>
                <a:xfrm>
                  <a:off x="5032339" y="4868227"/>
                  <a:ext cx="12700" cy="44417"/>
                </a:xfrm>
                <a:custGeom>
                  <a:avLst/>
                  <a:gdLst>
                    <a:gd name="connsiteX0" fmla="*/ 147 w 12700"/>
                    <a:gd name="connsiteY0" fmla="*/ 286 h 44417"/>
                    <a:gd name="connsiteX1" fmla="*/ 14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47" y="286"/>
                      </a:moveTo>
                      <a:lnTo>
                        <a:pt x="14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21" name="Graphic 497">
                  <a:extLst>
                    <a:ext uri="{FF2B5EF4-FFF2-40B4-BE49-F238E27FC236}">
                      <a16:creationId xmlns:a16="http://schemas.microsoft.com/office/drawing/2014/main" id="{82953014-F0EC-F640-61D2-F564EC4ED0F4}"/>
                    </a:ext>
                  </a:extLst>
                </p:cNvPr>
                <p:cNvGrpSpPr/>
                <p:nvPr/>
              </p:nvGrpSpPr>
              <p:grpSpPr>
                <a:xfrm>
                  <a:off x="4920936" y="4959304"/>
                  <a:ext cx="224169" cy="95994"/>
                  <a:chOff x="4920936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22" name="Freeform: Shape 521">
                    <a:extLst>
                      <a:ext uri="{FF2B5EF4-FFF2-40B4-BE49-F238E27FC236}">
                        <a16:creationId xmlns:a16="http://schemas.microsoft.com/office/drawing/2014/main" id="{6FE9296F-C9F7-F93B-0284-E239556ED6F4}"/>
                      </a:ext>
                    </a:extLst>
                  </p:cNvPr>
                  <p:cNvSpPr/>
                  <p:nvPr/>
                </p:nvSpPr>
                <p:spPr>
                  <a:xfrm flipV="1">
                    <a:off x="4920936" y="4960969"/>
                    <a:ext cx="59908" cy="94328"/>
                  </a:xfrm>
                  <a:custGeom>
                    <a:avLst/>
                    <a:gdLst>
                      <a:gd name="connsiteX0" fmla="*/ 2047 w 59908"/>
                      <a:gd name="connsiteY0" fmla="*/ 92338 h 94328"/>
                      <a:gd name="connsiteX1" fmla="*/ 51219 w 59908"/>
                      <a:gd name="connsiteY1" fmla="*/ 92338 h 94328"/>
                      <a:gd name="connsiteX2" fmla="*/ 51219 w 59908"/>
                      <a:gd name="connsiteY2" fmla="*/ 81789 h 94328"/>
                      <a:gd name="connsiteX3" fmla="*/ 13516 w 59908"/>
                      <a:gd name="connsiteY3" fmla="*/ 81789 h 94328"/>
                      <a:gd name="connsiteX4" fmla="*/ 13516 w 59908"/>
                      <a:gd name="connsiteY4" fmla="*/ 59124 h 94328"/>
                      <a:gd name="connsiteX5" fmla="*/ 18953 w 59908"/>
                      <a:gd name="connsiteY5" fmla="*/ 60512 h 94328"/>
                      <a:gd name="connsiteX6" fmla="*/ 24430 w 59908"/>
                      <a:gd name="connsiteY6" fmla="*/ 60968 h 94328"/>
                      <a:gd name="connsiteX7" fmla="*/ 48977 w 59908"/>
                      <a:gd name="connsiteY7" fmla="*/ 52481 h 94328"/>
                      <a:gd name="connsiteX8" fmla="*/ 58046 w 59908"/>
                      <a:gd name="connsiteY8" fmla="*/ 29499 h 94328"/>
                      <a:gd name="connsiteX9" fmla="*/ 48739 w 59908"/>
                      <a:gd name="connsiteY9" fmla="*/ 6279 h 94328"/>
                      <a:gd name="connsiteX10" fmla="*/ 22505 w 59908"/>
                      <a:gd name="connsiteY10" fmla="*/ -1990 h 94328"/>
                      <a:gd name="connsiteX11" fmla="*/ 10619 w 59908"/>
                      <a:gd name="connsiteY11" fmla="*/ -999 h 94328"/>
                      <a:gd name="connsiteX12" fmla="*/ -1863 w 59908"/>
                      <a:gd name="connsiteY12" fmla="*/ 1976 h 94328"/>
                      <a:gd name="connsiteX13" fmla="*/ -1863 w 59908"/>
                      <a:gd name="connsiteY13" fmla="*/ 14567 h 94328"/>
                      <a:gd name="connsiteX14" fmla="*/ 9667 w 59908"/>
                      <a:gd name="connsiteY14" fmla="*/ 10046 h 94328"/>
                      <a:gd name="connsiteX15" fmla="*/ 22247 w 59908"/>
                      <a:gd name="connsiteY15" fmla="*/ 8559 h 94328"/>
                      <a:gd name="connsiteX16" fmla="*/ 39234 w 59908"/>
                      <a:gd name="connsiteY16" fmla="*/ 14191 h 94328"/>
                      <a:gd name="connsiteX17" fmla="*/ 45504 w 59908"/>
                      <a:gd name="connsiteY17" fmla="*/ 29499 h 94328"/>
                      <a:gd name="connsiteX18" fmla="*/ 39234 w 59908"/>
                      <a:gd name="connsiteY18" fmla="*/ 44788 h 94328"/>
                      <a:gd name="connsiteX19" fmla="*/ 22247 w 59908"/>
                      <a:gd name="connsiteY19" fmla="*/ 50439 h 94328"/>
                      <a:gd name="connsiteX20" fmla="*/ 12226 w 59908"/>
                      <a:gd name="connsiteY20" fmla="*/ 49328 h 94328"/>
                      <a:gd name="connsiteX21" fmla="*/ 2047 w 59908"/>
                      <a:gd name="connsiteY21" fmla="*/ 45858 h 94328"/>
                      <a:gd name="connsiteX22" fmla="*/ 204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47" y="92338"/>
                        </a:moveTo>
                        <a:lnTo>
                          <a:pt x="51219" y="92338"/>
                        </a:lnTo>
                        <a:lnTo>
                          <a:pt x="51219" y="81789"/>
                        </a:lnTo>
                        <a:lnTo>
                          <a:pt x="13516" y="81789"/>
                        </a:lnTo>
                        <a:lnTo>
                          <a:pt x="13516" y="59124"/>
                        </a:lnTo>
                        <a:cubicBezTo>
                          <a:pt x="15329" y="59746"/>
                          <a:pt x="17141" y="60208"/>
                          <a:pt x="18953" y="60512"/>
                        </a:cubicBezTo>
                        <a:cubicBezTo>
                          <a:pt x="20779" y="60816"/>
                          <a:pt x="22605" y="60968"/>
                          <a:pt x="24430" y="60968"/>
                        </a:cubicBezTo>
                        <a:cubicBezTo>
                          <a:pt x="34762" y="60968"/>
                          <a:pt x="42945" y="58139"/>
                          <a:pt x="48977" y="52481"/>
                        </a:cubicBezTo>
                        <a:cubicBezTo>
                          <a:pt x="55023" y="46823"/>
                          <a:pt x="58046" y="39163"/>
                          <a:pt x="58046" y="29499"/>
                        </a:cubicBezTo>
                        <a:cubicBezTo>
                          <a:pt x="58046" y="19545"/>
                          <a:pt x="54943" y="11805"/>
                          <a:pt x="48739" y="6279"/>
                        </a:cubicBezTo>
                        <a:cubicBezTo>
                          <a:pt x="42534" y="766"/>
                          <a:pt x="33790" y="-1990"/>
                          <a:pt x="22505" y="-1990"/>
                        </a:cubicBezTo>
                        <a:cubicBezTo>
                          <a:pt x="18616" y="-1990"/>
                          <a:pt x="14654" y="-1660"/>
                          <a:pt x="10619" y="-999"/>
                        </a:cubicBezTo>
                        <a:cubicBezTo>
                          <a:pt x="6597" y="-338"/>
                          <a:pt x="2437" y="654"/>
                          <a:pt x="-1863" y="1976"/>
                        </a:cubicBezTo>
                        <a:lnTo>
                          <a:pt x="-1863" y="14567"/>
                        </a:lnTo>
                        <a:cubicBezTo>
                          <a:pt x="1855" y="12545"/>
                          <a:pt x="5698" y="11038"/>
                          <a:pt x="9667" y="10046"/>
                        </a:cubicBezTo>
                        <a:cubicBezTo>
                          <a:pt x="13635" y="9055"/>
                          <a:pt x="17829" y="8559"/>
                          <a:pt x="22247" y="8559"/>
                        </a:cubicBezTo>
                        <a:cubicBezTo>
                          <a:pt x="29404" y="8559"/>
                          <a:pt x="35067" y="10436"/>
                          <a:pt x="39234" y="14191"/>
                        </a:cubicBezTo>
                        <a:cubicBezTo>
                          <a:pt x="43414" y="17945"/>
                          <a:pt x="45504" y="23048"/>
                          <a:pt x="45504" y="29499"/>
                        </a:cubicBezTo>
                        <a:cubicBezTo>
                          <a:pt x="45504" y="35937"/>
                          <a:pt x="43414" y="41033"/>
                          <a:pt x="39234" y="44788"/>
                        </a:cubicBezTo>
                        <a:cubicBezTo>
                          <a:pt x="35067" y="48555"/>
                          <a:pt x="29404" y="50439"/>
                          <a:pt x="22247" y="50439"/>
                        </a:cubicBezTo>
                        <a:cubicBezTo>
                          <a:pt x="18901" y="50439"/>
                          <a:pt x="15560" y="50069"/>
                          <a:pt x="12226" y="49328"/>
                        </a:cubicBezTo>
                        <a:cubicBezTo>
                          <a:pt x="8906" y="48588"/>
                          <a:pt x="5513" y="47431"/>
                          <a:pt x="2047" y="45858"/>
                        </a:cubicBezTo>
                        <a:lnTo>
                          <a:pt x="204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23" name="Freeform: Shape 522">
                    <a:extLst>
                      <a:ext uri="{FF2B5EF4-FFF2-40B4-BE49-F238E27FC236}">
                        <a16:creationId xmlns:a16="http://schemas.microsoft.com/office/drawing/2014/main" id="{D8EC4600-FE6B-08C0-A277-B910B8E86588}"/>
                      </a:ext>
                    </a:extLst>
                  </p:cNvPr>
                  <p:cNvSpPr/>
                  <p:nvPr/>
                </p:nvSpPr>
                <p:spPr>
                  <a:xfrm flipV="1">
                    <a:off x="5001241" y="4959304"/>
                    <a:ext cx="58777" cy="94189"/>
                  </a:xfrm>
                  <a:custGeom>
                    <a:avLst/>
                    <a:gdLst>
                      <a:gd name="connsiteX0" fmla="*/ 13259 w 58777"/>
                      <a:gd name="connsiteY0" fmla="*/ 8452 h 94189"/>
                      <a:gd name="connsiteX1" fmla="*/ 56974 w 58777"/>
                      <a:gd name="connsiteY1" fmla="*/ 8452 h 94189"/>
                      <a:gd name="connsiteX2" fmla="*/ 56974 w 58777"/>
                      <a:gd name="connsiteY2" fmla="*/ -2078 h 94189"/>
                      <a:gd name="connsiteX3" fmla="*/ -1803 w 58777"/>
                      <a:gd name="connsiteY3" fmla="*/ -2078 h 94189"/>
                      <a:gd name="connsiteX4" fmla="*/ -1803 w 58777"/>
                      <a:gd name="connsiteY4" fmla="*/ 8452 h 94189"/>
                      <a:gd name="connsiteX5" fmla="*/ 17624 w 58777"/>
                      <a:gd name="connsiteY5" fmla="*/ 28241 h 94189"/>
                      <a:gd name="connsiteX6" fmla="*/ 33102 w 58777"/>
                      <a:gd name="connsiteY6" fmla="*/ 44283 h 94189"/>
                      <a:gd name="connsiteX7" fmla="*/ 41496 w 58777"/>
                      <a:gd name="connsiteY7" fmla="*/ 55705 h 94189"/>
                      <a:gd name="connsiteX8" fmla="*/ 43897 w 58777"/>
                      <a:gd name="connsiteY8" fmla="*/ 64906 h 94189"/>
                      <a:gd name="connsiteX9" fmla="*/ 38718 w 58777"/>
                      <a:gd name="connsiteY9" fmla="*/ 76923 h 94189"/>
                      <a:gd name="connsiteX10" fmla="*/ 25224 w 58777"/>
                      <a:gd name="connsiteY10" fmla="*/ 81583 h 94189"/>
                      <a:gd name="connsiteX11" fmla="*/ 12782 w 58777"/>
                      <a:gd name="connsiteY11" fmla="*/ 79540 h 94189"/>
                      <a:gd name="connsiteX12" fmla="*/ -1188 w 58777"/>
                      <a:gd name="connsiteY12" fmla="*/ 73334 h 94189"/>
                      <a:gd name="connsiteX13" fmla="*/ -1188 w 58777"/>
                      <a:gd name="connsiteY13" fmla="*/ 85985 h 94189"/>
                      <a:gd name="connsiteX14" fmla="*/ 12941 w 58777"/>
                      <a:gd name="connsiteY14" fmla="*/ 90565 h 94189"/>
                      <a:gd name="connsiteX15" fmla="*/ 24986 w 58777"/>
                      <a:gd name="connsiteY15" fmla="*/ 92112 h 94189"/>
                      <a:gd name="connsiteX16" fmla="*/ 47926 w 58777"/>
                      <a:gd name="connsiteY16" fmla="*/ 84914 h 94189"/>
                      <a:gd name="connsiteX17" fmla="*/ 56478 w 58777"/>
                      <a:gd name="connsiteY17" fmla="*/ 65719 h 94189"/>
                      <a:gd name="connsiteX18" fmla="*/ 54335 w 58777"/>
                      <a:gd name="connsiteY18" fmla="*/ 54892 h 94189"/>
                      <a:gd name="connsiteX19" fmla="*/ 46556 w 58777"/>
                      <a:gd name="connsiteY19" fmla="*/ 42856 h 94189"/>
                      <a:gd name="connsiteX20" fmla="*/ 36694 w 58777"/>
                      <a:gd name="connsiteY20" fmla="*/ 32465 h 94189"/>
                      <a:gd name="connsiteX21" fmla="*/ 13259 w 58777"/>
                      <a:gd name="connsiteY21" fmla="*/ 8452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259" y="8452"/>
                        </a:moveTo>
                        <a:lnTo>
                          <a:pt x="56974" y="8452"/>
                        </a:lnTo>
                        <a:lnTo>
                          <a:pt x="56974" y="-2078"/>
                        </a:lnTo>
                        <a:lnTo>
                          <a:pt x="-1803" y="-2078"/>
                        </a:lnTo>
                        <a:lnTo>
                          <a:pt x="-1803" y="8452"/>
                        </a:lnTo>
                        <a:cubicBezTo>
                          <a:pt x="2946" y="13369"/>
                          <a:pt x="9422" y="19966"/>
                          <a:pt x="17624" y="28241"/>
                        </a:cubicBezTo>
                        <a:cubicBezTo>
                          <a:pt x="25839" y="36530"/>
                          <a:pt x="30999" y="41877"/>
                          <a:pt x="33102" y="44283"/>
                        </a:cubicBezTo>
                        <a:cubicBezTo>
                          <a:pt x="37111" y="48778"/>
                          <a:pt x="39909" y="52585"/>
                          <a:pt x="41496" y="55705"/>
                        </a:cubicBezTo>
                        <a:cubicBezTo>
                          <a:pt x="43097" y="58825"/>
                          <a:pt x="43897" y="61892"/>
                          <a:pt x="43897" y="64906"/>
                        </a:cubicBezTo>
                        <a:cubicBezTo>
                          <a:pt x="43897" y="69824"/>
                          <a:pt x="42171" y="73829"/>
                          <a:pt x="38718" y="76923"/>
                        </a:cubicBezTo>
                        <a:cubicBezTo>
                          <a:pt x="35265" y="80029"/>
                          <a:pt x="30767" y="81583"/>
                          <a:pt x="25224" y="81583"/>
                        </a:cubicBezTo>
                        <a:cubicBezTo>
                          <a:pt x="21295" y="81583"/>
                          <a:pt x="17148" y="80902"/>
                          <a:pt x="12782" y="79540"/>
                        </a:cubicBezTo>
                        <a:cubicBezTo>
                          <a:pt x="8430" y="78179"/>
                          <a:pt x="3773" y="76110"/>
                          <a:pt x="-1188" y="73334"/>
                        </a:cubicBezTo>
                        <a:lnTo>
                          <a:pt x="-1188" y="85985"/>
                        </a:lnTo>
                        <a:cubicBezTo>
                          <a:pt x="3853" y="88007"/>
                          <a:pt x="8562" y="89534"/>
                          <a:pt x="12941" y="90565"/>
                        </a:cubicBezTo>
                        <a:cubicBezTo>
                          <a:pt x="17333" y="91596"/>
                          <a:pt x="21348" y="92112"/>
                          <a:pt x="24986" y="92112"/>
                        </a:cubicBezTo>
                        <a:cubicBezTo>
                          <a:pt x="34577" y="92112"/>
                          <a:pt x="42224" y="89713"/>
                          <a:pt x="47926" y="84914"/>
                        </a:cubicBezTo>
                        <a:cubicBezTo>
                          <a:pt x="53627" y="80128"/>
                          <a:pt x="56478" y="73730"/>
                          <a:pt x="56478" y="65719"/>
                        </a:cubicBezTo>
                        <a:cubicBezTo>
                          <a:pt x="56478" y="61912"/>
                          <a:pt x="55764" y="58303"/>
                          <a:pt x="54335" y="54892"/>
                        </a:cubicBezTo>
                        <a:cubicBezTo>
                          <a:pt x="52920" y="51495"/>
                          <a:pt x="50327" y="47483"/>
                          <a:pt x="46556" y="42856"/>
                        </a:cubicBezTo>
                        <a:cubicBezTo>
                          <a:pt x="45524" y="41653"/>
                          <a:pt x="42237" y="38189"/>
                          <a:pt x="36694" y="32465"/>
                        </a:cubicBezTo>
                        <a:cubicBezTo>
                          <a:pt x="31164" y="26741"/>
                          <a:pt x="23352" y="18737"/>
                          <a:pt x="13259" y="845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24" name="Freeform: Shape 523">
                    <a:extLst>
                      <a:ext uri="{FF2B5EF4-FFF2-40B4-BE49-F238E27FC236}">
                        <a16:creationId xmlns:a16="http://schemas.microsoft.com/office/drawing/2014/main" id="{03458D58-E8B6-4AE4-F7BE-D8E52B7C1961}"/>
                      </a:ext>
                    </a:extLst>
                  </p:cNvPr>
                  <p:cNvSpPr/>
                  <p:nvPr/>
                </p:nvSpPr>
                <p:spPr>
                  <a:xfrm flipV="1">
                    <a:off x="5081110" y="4959304"/>
                    <a:ext cx="63996" cy="95994"/>
                  </a:xfrm>
                  <a:custGeom>
                    <a:avLst/>
                    <a:gdLst>
                      <a:gd name="connsiteX0" fmla="*/ 30107 w 63996"/>
                      <a:gd name="connsiteY0" fmla="*/ 84047 h 95994"/>
                      <a:gd name="connsiteX1" fmla="*/ 15562 w 63996"/>
                      <a:gd name="connsiteY1" fmla="*/ 74529 h 95994"/>
                      <a:gd name="connsiteX2" fmla="*/ 10700 w 63996"/>
                      <a:gd name="connsiteY2" fmla="*/ 45935 h 95994"/>
                      <a:gd name="connsiteX3" fmla="*/ 15562 w 63996"/>
                      <a:gd name="connsiteY3" fmla="*/ 17401 h 95994"/>
                      <a:gd name="connsiteX4" fmla="*/ 30107 w 63996"/>
                      <a:gd name="connsiteY4" fmla="*/ 7883 h 95994"/>
                      <a:gd name="connsiteX5" fmla="*/ 44712 w 63996"/>
                      <a:gd name="connsiteY5" fmla="*/ 17401 h 95994"/>
                      <a:gd name="connsiteX6" fmla="*/ 49594 w 63996"/>
                      <a:gd name="connsiteY6" fmla="*/ 45935 h 95994"/>
                      <a:gd name="connsiteX7" fmla="*/ 44712 w 63996"/>
                      <a:gd name="connsiteY7" fmla="*/ 74529 h 95994"/>
                      <a:gd name="connsiteX8" fmla="*/ 30107 w 63996"/>
                      <a:gd name="connsiteY8" fmla="*/ 84047 h 95994"/>
                      <a:gd name="connsiteX9" fmla="*/ 30107 w 63996"/>
                      <a:gd name="connsiteY9" fmla="*/ 93962 h 95994"/>
                      <a:gd name="connsiteX10" fmla="*/ 53900 w 63996"/>
                      <a:gd name="connsiteY10" fmla="*/ 81648 h 95994"/>
                      <a:gd name="connsiteX11" fmla="*/ 62115 w 63996"/>
                      <a:gd name="connsiteY11" fmla="*/ 45935 h 95994"/>
                      <a:gd name="connsiteX12" fmla="*/ 53900 w 63996"/>
                      <a:gd name="connsiteY12" fmla="*/ 10262 h 95994"/>
                      <a:gd name="connsiteX13" fmla="*/ 30107 w 63996"/>
                      <a:gd name="connsiteY13" fmla="*/ -2032 h 95994"/>
                      <a:gd name="connsiteX14" fmla="*/ 6334 w 63996"/>
                      <a:gd name="connsiteY14" fmla="*/ 10262 h 95994"/>
                      <a:gd name="connsiteX15" fmla="*/ -1881 w 63996"/>
                      <a:gd name="connsiteY15" fmla="*/ 45935 h 95994"/>
                      <a:gd name="connsiteX16" fmla="*/ 6334 w 63996"/>
                      <a:gd name="connsiteY16" fmla="*/ 81648 h 95994"/>
                      <a:gd name="connsiteX17" fmla="*/ 3010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07" y="84047"/>
                        </a:moveTo>
                        <a:cubicBezTo>
                          <a:pt x="23665" y="84047"/>
                          <a:pt x="18816" y="80875"/>
                          <a:pt x="15562" y="74529"/>
                        </a:cubicBezTo>
                        <a:cubicBezTo>
                          <a:pt x="12321" y="68197"/>
                          <a:pt x="10700" y="58666"/>
                          <a:pt x="10700" y="45935"/>
                        </a:cubicBezTo>
                        <a:cubicBezTo>
                          <a:pt x="10700" y="33258"/>
                          <a:pt x="12321" y="23746"/>
                          <a:pt x="15562" y="17401"/>
                        </a:cubicBezTo>
                        <a:cubicBezTo>
                          <a:pt x="18816" y="11055"/>
                          <a:pt x="23665" y="7883"/>
                          <a:pt x="30107" y="7883"/>
                        </a:cubicBezTo>
                        <a:cubicBezTo>
                          <a:pt x="36603" y="7883"/>
                          <a:pt x="41471" y="11055"/>
                          <a:pt x="44712" y="17401"/>
                        </a:cubicBezTo>
                        <a:cubicBezTo>
                          <a:pt x="47967" y="23746"/>
                          <a:pt x="49594" y="33258"/>
                          <a:pt x="49594" y="45935"/>
                        </a:cubicBezTo>
                        <a:cubicBezTo>
                          <a:pt x="49594" y="58666"/>
                          <a:pt x="47967" y="68197"/>
                          <a:pt x="44712" y="74529"/>
                        </a:cubicBezTo>
                        <a:cubicBezTo>
                          <a:pt x="41471" y="80875"/>
                          <a:pt x="36603" y="84047"/>
                          <a:pt x="30107" y="84047"/>
                        </a:cubicBezTo>
                        <a:close/>
                        <a:moveTo>
                          <a:pt x="30107" y="93962"/>
                        </a:moveTo>
                        <a:cubicBezTo>
                          <a:pt x="40492" y="93962"/>
                          <a:pt x="48423" y="89857"/>
                          <a:pt x="53900" y="81648"/>
                        </a:cubicBezTo>
                        <a:cubicBezTo>
                          <a:pt x="59377" y="73452"/>
                          <a:pt x="62115" y="61548"/>
                          <a:pt x="62115" y="45935"/>
                        </a:cubicBezTo>
                        <a:cubicBezTo>
                          <a:pt x="62115" y="30363"/>
                          <a:pt x="59377" y="18471"/>
                          <a:pt x="53900" y="10262"/>
                        </a:cubicBezTo>
                        <a:cubicBezTo>
                          <a:pt x="48423" y="2066"/>
                          <a:pt x="40492" y="-2032"/>
                          <a:pt x="30107" y="-2032"/>
                        </a:cubicBezTo>
                        <a:cubicBezTo>
                          <a:pt x="19736" y="-2032"/>
                          <a:pt x="11811" y="2066"/>
                          <a:pt x="6334" y="10262"/>
                        </a:cubicBezTo>
                        <a:cubicBezTo>
                          <a:pt x="858" y="18471"/>
                          <a:pt x="-1881" y="30363"/>
                          <a:pt x="-1881" y="45935"/>
                        </a:cubicBezTo>
                        <a:cubicBezTo>
                          <a:pt x="-1881" y="61548"/>
                          <a:pt x="858" y="73452"/>
                          <a:pt x="6334" y="81648"/>
                        </a:cubicBezTo>
                        <a:cubicBezTo>
                          <a:pt x="11811" y="89857"/>
                          <a:pt x="19736" y="93962"/>
                          <a:pt x="3010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25" name="Graphic 497">
                <a:extLst>
                  <a:ext uri="{FF2B5EF4-FFF2-40B4-BE49-F238E27FC236}">
                    <a16:creationId xmlns:a16="http://schemas.microsoft.com/office/drawing/2014/main" id="{B6AA778D-0FBC-569B-163A-B578FF71DB6E}"/>
                  </a:ext>
                </a:extLst>
              </p:cNvPr>
              <p:cNvGrpSpPr/>
              <p:nvPr/>
            </p:nvGrpSpPr>
            <p:grpSpPr>
              <a:xfrm>
                <a:off x="5489281" y="4868227"/>
                <a:ext cx="224169" cy="187070"/>
                <a:chOff x="548928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26" name="Freeform: Shape 525">
                  <a:extLst>
                    <a:ext uri="{FF2B5EF4-FFF2-40B4-BE49-F238E27FC236}">
                      <a16:creationId xmlns:a16="http://schemas.microsoft.com/office/drawing/2014/main" id="{359CD39F-ABD7-579F-F8D4-1B67BA810413}"/>
                    </a:ext>
                  </a:extLst>
                </p:cNvPr>
                <p:cNvSpPr/>
                <p:nvPr/>
              </p:nvSpPr>
              <p:spPr>
                <a:xfrm>
                  <a:off x="5600684" y="4868227"/>
                  <a:ext cx="12700" cy="44417"/>
                </a:xfrm>
                <a:custGeom>
                  <a:avLst/>
                  <a:gdLst>
                    <a:gd name="connsiteX0" fmla="*/ 192 w 12700"/>
                    <a:gd name="connsiteY0" fmla="*/ 286 h 44417"/>
                    <a:gd name="connsiteX1" fmla="*/ 19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92" y="286"/>
                      </a:moveTo>
                      <a:lnTo>
                        <a:pt x="19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27" name="Graphic 497">
                  <a:extLst>
                    <a:ext uri="{FF2B5EF4-FFF2-40B4-BE49-F238E27FC236}">
                      <a16:creationId xmlns:a16="http://schemas.microsoft.com/office/drawing/2014/main" id="{B60A79FB-BCCF-A76B-A861-1E65BFE2F1B7}"/>
                    </a:ext>
                  </a:extLst>
                </p:cNvPr>
                <p:cNvGrpSpPr/>
                <p:nvPr/>
              </p:nvGrpSpPr>
              <p:grpSpPr>
                <a:xfrm>
                  <a:off x="5489281" y="4959304"/>
                  <a:ext cx="224169" cy="95994"/>
                  <a:chOff x="548928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28" name="Freeform: Shape 527">
                    <a:extLst>
                      <a:ext uri="{FF2B5EF4-FFF2-40B4-BE49-F238E27FC236}">
                        <a16:creationId xmlns:a16="http://schemas.microsoft.com/office/drawing/2014/main" id="{3FF01420-56CE-00C5-C7A5-BF14CFF829C6}"/>
                      </a:ext>
                    </a:extLst>
                  </p:cNvPr>
                  <p:cNvSpPr/>
                  <p:nvPr/>
                </p:nvSpPr>
                <p:spPr>
                  <a:xfrm flipV="1">
                    <a:off x="5489281" y="4960969"/>
                    <a:ext cx="59908" cy="94328"/>
                  </a:xfrm>
                  <a:custGeom>
                    <a:avLst/>
                    <a:gdLst>
                      <a:gd name="connsiteX0" fmla="*/ 2091 w 59908"/>
                      <a:gd name="connsiteY0" fmla="*/ 92338 h 94328"/>
                      <a:gd name="connsiteX1" fmla="*/ 51264 w 59908"/>
                      <a:gd name="connsiteY1" fmla="*/ 92338 h 94328"/>
                      <a:gd name="connsiteX2" fmla="*/ 51264 w 59908"/>
                      <a:gd name="connsiteY2" fmla="*/ 81789 h 94328"/>
                      <a:gd name="connsiteX3" fmla="*/ 13561 w 59908"/>
                      <a:gd name="connsiteY3" fmla="*/ 81789 h 94328"/>
                      <a:gd name="connsiteX4" fmla="*/ 13561 w 59908"/>
                      <a:gd name="connsiteY4" fmla="*/ 59124 h 94328"/>
                      <a:gd name="connsiteX5" fmla="*/ 18998 w 59908"/>
                      <a:gd name="connsiteY5" fmla="*/ 60512 h 94328"/>
                      <a:gd name="connsiteX6" fmla="*/ 24475 w 59908"/>
                      <a:gd name="connsiteY6" fmla="*/ 60968 h 94328"/>
                      <a:gd name="connsiteX7" fmla="*/ 49022 w 59908"/>
                      <a:gd name="connsiteY7" fmla="*/ 52481 h 94328"/>
                      <a:gd name="connsiteX8" fmla="*/ 58090 w 59908"/>
                      <a:gd name="connsiteY8" fmla="*/ 29499 h 94328"/>
                      <a:gd name="connsiteX9" fmla="*/ 48784 w 59908"/>
                      <a:gd name="connsiteY9" fmla="*/ 6279 h 94328"/>
                      <a:gd name="connsiteX10" fmla="*/ 22550 w 59908"/>
                      <a:gd name="connsiteY10" fmla="*/ -1990 h 94328"/>
                      <a:gd name="connsiteX11" fmla="*/ 10664 w 59908"/>
                      <a:gd name="connsiteY11" fmla="*/ -999 h 94328"/>
                      <a:gd name="connsiteX12" fmla="*/ -1818 w 59908"/>
                      <a:gd name="connsiteY12" fmla="*/ 1976 h 94328"/>
                      <a:gd name="connsiteX13" fmla="*/ -1818 w 59908"/>
                      <a:gd name="connsiteY13" fmla="*/ 14567 h 94328"/>
                      <a:gd name="connsiteX14" fmla="*/ 9711 w 59908"/>
                      <a:gd name="connsiteY14" fmla="*/ 10046 h 94328"/>
                      <a:gd name="connsiteX15" fmla="*/ 22292 w 59908"/>
                      <a:gd name="connsiteY15" fmla="*/ 8559 h 94328"/>
                      <a:gd name="connsiteX16" fmla="*/ 39278 w 59908"/>
                      <a:gd name="connsiteY16" fmla="*/ 14191 h 94328"/>
                      <a:gd name="connsiteX17" fmla="*/ 45549 w 59908"/>
                      <a:gd name="connsiteY17" fmla="*/ 29499 h 94328"/>
                      <a:gd name="connsiteX18" fmla="*/ 39278 w 59908"/>
                      <a:gd name="connsiteY18" fmla="*/ 44788 h 94328"/>
                      <a:gd name="connsiteX19" fmla="*/ 22292 w 59908"/>
                      <a:gd name="connsiteY19" fmla="*/ 50439 h 94328"/>
                      <a:gd name="connsiteX20" fmla="*/ 12271 w 59908"/>
                      <a:gd name="connsiteY20" fmla="*/ 49328 h 94328"/>
                      <a:gd name="connsiteX21" fmla="*/ 2091 w 59908"/>
                      <a:gd name="connsiteY21" fmla="*/ 45858 h 94328"/>
                      <a:gd name="connsiteX22" fmla="*/ 209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91" y="92338"/>
                        </a:moveTo>
                        <a:lnTo>
                          <a:pt x="51264" y="92338"/>
                        </a:lnTo>
                        <a:lnTo>
                          <a:pt x="51264" y="81789"/>
                        </a:lnTo>
                        <a:lnTo>
                          <a:pt x="13561" y="81789"/>
                        </a:lnTo>
                        <a:lnTo>
                          <a:pt x="13561" y="59124"/>
                        </a:lnTo>
                        <a:cubicBezTo>
                          <a:pt x="15373" y="59746"/>
                          <a:pt x="17186" y="60208"/>
                          <a:pt x="18998" y="60512"/>
                        </a:cubicBezTo>
                        <a:cubicBezTo>
                          <a:pt x="20824" y="60816"/>
                          <a:pt x="22649" y="60968"/>
                          <a:pt x="24475" y="60968"/>
                        </a:cubicBezTo>
                        <a:cubicBezTo>
                          <a:pt x="34807" y="60968"/>
                          <a:pt x="42989" y="58139"/>
                          <a:pt x="49022" y="52481"/>
                        </a:cubicBezTo>
                        <a:cubicBezTo>
                          <a:pt x="55068" y="46823"/>
                          <a:pt x="58090" y="39163"/>
                          <a:pt x="58090" y="29499"/>
                        </a:cubicBezTo>
                        <a:cubicBezTo>
                          <a:pt x="58090" y="19545"/>
                          <a:pt x="54988" y="11805"/>
                          <a:pt x="48784" y="6279"/>
                        </a:cubicBezTo>
                        <a:cubicBezTo>
                          <a:pt x="42579" y="766"/>
                          <a:pt x="33835" y="-1990"/>
                          <a:pt x="22550" y="-1990"/>
                        </a:cubicBezTo>
                        <a:cubicBezTo>
                          <a:pt x="18661" y="-1990"/>
                          <a:pt x="14699" y="-1660"/>
                          <a:pt x="10664" y="-999"/>
                        </a:cubicBezTo>
                        <a:cubicBezTo>
                          <a:pt x="6642" y="-338"/>
                          <a:pt x="2482" y="654"/>
                          <a:pt x="-1818" y="1976"/>
                        </a:cubicBezTo>
                        <a:lnTo>
                          <a:pt x="-1818" y="14567"/>
                        </a:lnTo>
                        <a:cubicBezTo>
                          <a:pt x="1899" y="12545"/>
                          <a:pt x="5743" y="11038"/>
                          <a:pt x="9711" y="10046"/>
                        </a:cubicBezTo>
                        <a:cubicBezTo>
                          <a:pt x="13680" y="9055"/>
                          <a:pt x="17874" y="8559"/>
                          <a:pt x="22292" y="8559"/>
                        </a:cubicBezTo>
                        <a:cubicBezTo>
                          <a:pt x="29449" y="8559"/>
                          <a:pt x="35111" y="10436"/>
                          <a:pt x="39278" y="14191"/>
                        </a:cubicBezTo>
                        <a:cubicBezTo>
                          <a:pt x="43459" y="17945"/>
                          <a:pt x="45549" y="23048"/>
                          <a:pt x="45549" y="29499"/>
                        </a:cubicBezTo>
                        <a:cubicBezTo>
                          <a:pt x="45549" y="35937"/>
                          <a:pt x="43459" y="41033"/>
                          <a:pt x="39278" y="44788"/>
                        </a:cubicBezTo>
                        <a:cubicBezTo>
                          <a:pt x="35111" y="48555"/>
                          <a:pt x="29449" y="50439"/>
                          <a:pt x="22292" y="50439"/>
                        </a:cubicBezTo>
                        <a:cubicBezTo>
                          <a:pt x="18945" y="50439"/>
                          <a:pt x="15605" y="50069"/>
                          <a:pt x="12271" y="49328"/>
                        </a:cubicBezTo>
                        <a:cubicBezTo>
                          <a:pt x="8951" y="48588"/>
                          <a:pt x="5557" y="47431"/>
                          <a:pt x="2091" y="45858"/>
                        </a:cubicBezTo>
                        <a:lnTo>
                          <a:pt x="209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29" name="Freeform: Shape 528">
                    <a:extLst>
                      <a:ext uri="{FF2B5EF4-FFF2-40B4-BE49-F238E27FC236}">
                        <a16:creationId xmlns:a16="http://schemas.microsoft.com/office/drawing/2014/main" id="{B9FCD291-7CAA-FEA5-BAA6-4EBE8E4C5366}"/>
                      </a:ext>
                    </a:extLst>
                  </p:cNvPr>
                  <p:cNvSpPr/>
                  <p:nvPr/>
                </p:nvSpPr>
                <p:spPr>
                  <a:xfrm flipV="1">
                    <a:off x="5569964" y="4959304"/>
                    <a:ext cx="60940" cy="95994"/>
                  </a:xfrm>
                  <a:custGeom>
                    <a:avLst/>
                    <a:gdLst>
                      <a:gd name="connsiteX0" fmla="*/ 40019 w 60940"/>
                      <a:gd name="connsiteY0" fmla="*/ 49663 h 95994"/>
                      <a:gd name="connsiteX1" fmla="*/ 54048 w 60940"/>
                      <a:gd name="connsiteY1" fmla="*/ 41652 h 95994"/>
                      <a:gd name="connsiteX2" fmla="*/ 59109 w 60940"/>
                      <a:gd name="connsiteY2" fmla="*/ 26661 h 95994"/>
                      <a:gd name="connsiteX3" fmla="*/ 49683 w 60940"/>
                      <a:gd name="connsiteY3" fmla="*/ 5463 h 95994"/>
                      <a:gd name="connsiteX4" fmla="*/ 22894 w 60940"/>
                      <a:gd name="connsiteY4" fmla="*/ -2032 h 95994"/>
                      <a:gd name="connsiteX5" fmla="*/ 10908 w 60940"/>
                      <a:gd name="connsiteY5" fmla="*/ -882 h 95994"/>
                      <a:gd name="connsiteX6" fmla="*/ -1832 w 60940"/>
                      <a:gd name="connsiteY6" fmla="*/ 2568 h 95994"/>
                      <a:gd name="connsiteX7" fmla="*/ -1832 w 60940"/>
                      <a:gd name="connsiteY7" fmla="*/ 14644 h 95994"/>
                      <a:gd name="connsiteX8" fmla="*/ 9559 w 60940"/>
                      <a:gd name="connsiteY8" fmla="*/ 10064 h 95994"/>
                      <a:gd name="connsiteX9" fmla="*/ 22537 w 60940"/>
                      <a:gd name="connsiteY9" fmla="*/ 8517 h 95994"/>
                      <a:gd name="connsiteX10" fmla="*/ 40475 w 60940"/>
                      <a:gd name="connsiteY10" fmla="*/ 13157 h 95994"/>
                      <a:gd name="connsiteX11" fmla="*/ 46647 w 60940"/>
                      <a:gd name="connsiteY11" fmla="*/ 26661 h 95994"/>
                      <a:gd name="connsiteX12" fmla="*/ 40912 w 60940"/>
                      <a:gd name="connsiteY12" fmla="*/ 39451 h 95994"/>
                      <a:gd name="connsiteX13" fmla="*/ 24958 w 60940"/>
                      <a:gd name="connsiteY13" fmla="*/ 44071 h 95994"/>
                      <a:gd name="connsiteX14" fmla="*/ 14163 w 60940"/>
                      <a:gd name="connsiteY14" fmla="*/ 44071 h 95994"/>
                      <a:gd name="connsiteX15" fmla="*/ 14163 w 60940"/>
                      <a:gd name="connsiteY15" fmla="*/ 54363 h 95994"/>
                      <a:gd name="connsiteX16" fmla="*/ 25454 w 60940"/>
                      <a:gd name="connsiteY16" fmla="*/ 54363 h 95994"/>
                      <a:gd name="connsiteX17" fmla="*/ 39582 w 60940"/>
                      <a:gd name="connsiteY17" fmla="*/ 58051 h 95994"/>
                      <a:gd name="connsiteX18" fmla="*/ 44484 w 60940"/>
                      <a:gd name="connsiteY18" fmla="*/ 68680 h 95994"/>
                      <a:gd name="connsiteX19" fmla="*/ 39424 w 60940"/>
                      <a:gd name="connsiteY19" fmla="*/ 79606 h 95994"/>
                      <a:gd name="connsiteX20" fmla="*/ 24958 w 60940"/>
                      <a:gd name="connsiteY20" fmla="*/ 83433 h 95994"/>
                      <a:gd name="connsiteX21" fmla="*/ 13905 w 60940"/>
                      <a:gd name="connsiteY21" fmla="*/ 82302 h 95994"/>
                      <a:gd name="connsiteX22" fmla="*/ 947 w 60940"/>
                      <a:gd name="connsiteY22" fmla="*/ 78852 h 95994"/>
                      <a:gd name="connsiteX23" fmla="*/ 947 w 60940"/>
                      <a:gd name="connsiteY23" fmla="*/ 89996 h 95994"/>
                      <a:gd name="connsiteX24" fmla="*/ 14321 w 60940"/>
                      <a:gd name="connsiteY24" fmla="*/ 92971 h 95994"/>
                      <a:gd name="connsiteX25" fmla="*/ 26069 w 60940"/>
                      <a:gd name="connsiteY25" fmla="*/ 93962 h 95994"/>
                      <a:gd name="connsiteX26" fmla="*/ 48631 w 60940"/>
                      <a:gd name="connsiteY26" fmla="*/ 87478 h 95994"/>
                      <a:gd name="connsiteX27" fmla="*/ 56946 w 60940"/>
                      <a:gd name="connsiteY27" fmla="*/ 69988 h 95994"/>
                      <a:gd name="connsiteX28" fmla="*/ 52540 w 60940"/>
                      <a:gd name="connsiteY28" fmla="*/ 57000 h 95994"/>
                      <a:gd name="connsiteX29" fmla="*/ 40019 w 60940"/>
                      <a:gd name="connsiteY29" fmla="*/ 4966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940" h="95994">
                        <a:moveTo>
                          <a:pt x="40019" y="49663"/>
                        </a:moveTo>
                        <a:cubicBezTo>
                          <a:pt x="46012" y="48381"/>
                          <a:pt x="50688" y="45710"/>
                          <a:pt x="54048" y="41652"/>
                        </a:cubicBezTo>
                        <a:cubicBezTo>
                          <a:pt x="57422" y="37607"/>
                          <a:pt x="59109" y="32610"/>
                          <a:pt x="59109" y="26661"/>
                        </a:cubicBezTo>
                        <a:cubicBezTo>
                          <a:pt x="59109" y="17539"/>
                          <a:pt x="55967" y="10474"/>
                          <a:pt x="49683" y="5463"/>
                        </a:cubicBezTo>
                        <a:cubicBezTo>
                          <a:pt x="43399" y="466"/>
                          <a:pt x="34469" y="-2032"/>
                          <a:pt x="22894" y="-2032"/>
                        </a:cubicBezTo>
                        <a:cubicBezTo>
                          <a:pt x="19018" y="-2032"/>
                          <a:pt x="15022" y="-1649"/>
                          <a:pt x="10908" y="-882"/>
                        </a:cubicBezTo>
                        <a:cubicBezTo>
                          <a:pt x="6794" y="-115"/>
                          <a:pt x="2547" y="1035"/>
                          <a:pt x="-1832" y="2568"/>
                        </a:cubicBezTo>
                        <a:lnTo>
                          <a:pt x="-1832" y="14644"/>
                        </a:lnTo>
                        <a:cubicBezTo>
                          <a:pt x="1635" y="12622"/>
                          <a:pt x="5431" y="11095"/>
                          <a:pt x="9559" y="10064"/>
                        </a:cubicBezTo>
                        <a:cubicBezTo>
                          <a:pt x="13700" y="9033"/>
                          <a:pt x="18025" y="8517"/>
                          <a:pt x="22537" y="8517"/>
                        </a:cubicBezTo>
                        <a:cubicBezTo>
                          <a:pt x="30381" y="8517"/>
                          <a:pt x="36361" y="10064"/>
                          <a:pt x="40475" y="13157"/>
                        </a:cubicBezTo>
                        <a:cubicBezTo>
                          <a:pt x="44590" y="16251"/>
                          <a:pt x="46647" y="20752"/>
                          <a:pt x="46647" y="26661"/>
                        </a:cubicBezTo>
                        <a:cubicBezTo>
                          <a:pt x="46647" y="32121"/>
                          <a:pt x="44735" y="36384"/>
                          <a:pt x="40912" y="39451"/>
                        </a:cubicBezTo>
                        <a:cubicBezTo>
                          <a:pt x="37089" y="42531"/>
                          <a:pt x="31771" y="44071"/>
                          <a:pt x="24958" y="44071"/>
                        </a:cubicBezTo>
                        <a:lnTo>
                          <a:pt x="14163" y="44071"/>
                        </a:lnTo>
                        <a:lnTo>
                          <a:pt x="14163" y="54363"/>
                        </a:lnTo>
                        <a:lnTo>
                          <a:pt x="25454" y="54363"/>
                        </a:lnTo>
                        <a:cubicBezTo>
                          <a:pt x="31605" y="54363"/>
                          <a:pt x="36315" y="55592"/>
                          <a:pt x="39582" y="58051"/>
                        </a:cubicBezTo>
                        <a:cubicBezTo>
                          <a:pt x="42850" y="60510"/>
                          <a:pt x="44484" y="64053"/>
                          <a:pt x="44484" y="68680"/>
                        </a:cubicBezTo>
                        <a:cubicBezTo>
                          <a:pt x="44484" y="73425"/>
                          <a:pt x="42797" y="77067"/>
                          <a:pt x="39424" y="79606"/>
                        </a:cubicBezTo>
                        <a:cubicBezTo>
                          <a:pt x="36063" y="82157"/>
                          <a:pt x="31241" y="83433"/>
                          <a:pt x="24958" y="83433"/>
                        </a:cubicBezTo>
                        <a:cubicBezTo>
                          <a:pt x="21518" y="83433"/>
                          <a:pt x="17834" y="83056"/>
                          <a:pt x="13905" y="82302"/>
                        </a:cubicBezTo>
                        <a:cubicBezTo>
                          <a:pt x="9976" y="81562"/>
                          <a:pt x="5656" y="80412"/>
                          <a:pt x="947" y="78852"/>
                        </a:cubicBezTo>
                        <a:lnTo>
                          <a:pt x="947" y="89996"/>
                        </a:lnTo>
                        <a:cubicBezTo>
                          <a:pt x="5709" y="91318"/>
                          <a:pt x="10167" y="92310"/>
                          <a:pt x="14321" y="92971"/>
                        </a:cubicBezTo>
                        <a:cubicBezTo>
                          <a:pt x="18475" y="93632"/>
                          <a:pt x="22391" y="93962"/>
                          <a:pt x="26069" y="93962"/>
                        </a:cubicBezTo>
                        <a:cubicBezTo>
                          <a:pt x="35581" y="93962"/>
                          <a:pt x="43101" y="91801"/>
                          <a:pt x="48631" y="87478"/>
                        </a:cubicBezTo>
                        <a:cubicBezTo>
                          <a:pt x="54174" y="83168"/>
                          <a:pt x="56946" y="77338"/>
                          <a:pt x="56946" y="69988"/>
                        </a:cubicBezTo>
                        <a:cubicBezTo>
                          <a:pt x="56946" y="64859"/>
                          <a:pt x="55477" y="60530"/>
                          <a:pt x="52540" y="57000"/>
                        </a:cubicBezTo>
                        <a:cubicBezTo>
                          <a:pt x="49603" y="53470"/>
                          <a:pt x="45430" y="51025"/>
                          <a:pt x="40019" y="4966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30" name="Freeform: Shape 529">
                    <a:extLst>
                      <a:ext uri="{FF2B5EF4-FFF2-40B4-BE49-F238E27FC236}">
                        <a16:creationId xmlns:a16="http://schemas.microsoft.com/office/drawing/2014/main" id="{CFB63374-5D2A-63FD-BE51-9A2B15B01C9B}"/>
                      </a:ext>
                    </a:extLst>
                  </p:cNvPr>
                  <p:cNvSpPr/>
                  <p:nvPr/>
                </p:nvSpPr>
                <p:spPr>
                  <a:xfrm flipV="1">
                    <a:off x="5649455" y="4959304"/>
                    <a:ext cx="63996" cy="95994"/>
                  </a:xfrm>
                  <a:custGeom>
                    <a:avLst/>
                    <a:gdLst>
                      <a:gd name="connsiteX0" fmla="*/ 30152 w 63996"/>
                      <a:gd name="connsiteY0" fmla="*/ 84047 h 95994"/>
                      <a:gd name="connsiteX1" fmla="*/ 15607 w 63996"/>
                      <a:gd name="connsiteY1" fmla="*/ 74529 h 95994"/>
                      <a:gd name="connsiteX2" fmla="*/ 10745 w 63996"/>
                      <a:gd name="connsiteY2" fmla="*/ 45935 h 95994"/>
                      <a:gd name="connsiteX3" fmla="*/ 15607 w 63996"/>
                      <a:gd name="connsiteY3" fmla="*/ 17401 h 95994"/>
                      <a:gd name="connsiteX4" fmla="*/ 30152 w 63996"/>
                      <a:gd name="connsiteY4" fmla="*/ 7883 h 95994"/>
                      <a:gd name="connsiteX5" fmla="*/ 44757 w 63996"/>
                      <a:gd name="connsiteY5" fmla="*/ 17401 h 95994"/>
                      <a:gd name="connsiteX6" fmla="*/ 49639 w 63996"/>
                      <a:gd name="connsiteY6" fmla="*/ 45935 h 95994"/>
                      <a:gd name="connsiteX7" fmla="*/ 44757 w 63996"/>
                      <a:gd name="connsiteY7" fmla="*/ 74529 h 95994"/>
                      <a:gd name="connsiteX8" fmla="*/ 30152 w 63996"/>
                      <a:gd name="connsiteY8" fmla="*/ 84047 h 95994"/>
                      <a:gd name="connsiteX9" fmla="*/ 30152 w 63996"/>
                      <a:gd name="connsiteY9" fmla="*/ 93962 h 95994"/>
                      <a:gd name="connsiteX10" fmla="*/ 53945 w 63996"/>
                      <a:gd name="connsiteY10" fmla="*/ 81648 h 95994"/>
                      <a:gd name="connsiteX11" fmla="*/ 62160 w 63996"/>
                      <a:gd name="connsiteY11" fmla="*/ 45935 h 95994"/>
                      <a:gd name="connsiteX12" fmla="*/ 53945 w 63996"/>
                      <a:gd name="connsiteY12" fmla="*/ 10262 h 95994"/>
                      <a:gd name="connsiteX13" fmla="*/ 30152 w 63996"/>
                      <a:gd name="connsiteY13" fmla="*/ -2032 h 95994"/>
                      <a:gd name="connsiteX14" fmla="*/ 6379 w 63996"/>
                      <a:gd name="connsiteY14" fmla="*/ 10262 h 95994"/>
                      <a:gd name="connsiteX15" fmla="*/ -1836 w 63996"/>
                      <a:gd name="connsiteY15" fmla="*/ 45935 h 95994"/>
                      <a:gd name="connsiteX16" fmla="*/ 6379 w 63996"/>
                      <a:gd name="connsiteY16" fmla="*/ 81648 h 95994"/>
                      <a:gd name="connsiteX17" fmla="*/ 3015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52" y="84047"/>
                        </a:moveTo>
                        <a:cubicBezTo>
                          <a:pt x="23709" y="84047"/>
                          <a:pt x="18861" y="80875"/>
                          <a:pt x="15607" y="74529"/>
                        </a:cubicBezTo>
                        <a:cubicBezTo>
                          <a:pt x="12365" y="68197"/>
                          <a:pt x="10745" y="58666"/>
                          <a:pt x="10745" y="45935"/>
                        </a:cubicBezTo>
                        <a:cubicBezTo>
                          <a:pt x="10745" y="33258"/>
                          <a:pt x="12365" y="23746"/>
                          <a:pt x="15607" y="17401"/>
                        </a:cubicBezTo>
                        <a:cubicBezTo>
                          <a:pt x="18861" y="11055"/>
                          <a:pt x="23709" y="7883"/>
                          <a:pt x="30152" y="7883"/>
                        </a:cubicBezTo>
                        <a:cubicBezTo>
                          <a:pt x="36648" y="7883"/>
                          <a:pt x="41516" y="11055"/>
                          <a:pt x="44757" y="17401"/>
                        </a:cubicBezTo>
                        <a:cubicBezTo>
                          <a:pt x="48011" y="23746"/>
                          <a:pt x="49639" y="33258"/>
                          <a:pt x="49639" y="45935"/>
                        </a:cubicBezTo>
                        <a:cubicBezTo>
                          <a:pt x="49639" y="58666"/>
                          <a:pt x="48011" y="68197"/>
                          <a:pt x="44757" y="74529"/>
                        </a:cubicBezTo>
                        <a:cubicBezTo>
                          <a:pt x="41516" y="80875"/>
                          <a:pt x="36648" y="84047"/>
                          <a:pt x="30152" y="84047"/>
                        </a:cubicBezTo>
                        <a:close/>
                        <a:moveTo>
                          <a:pt x="30152" y="93962"/>
                        </a:moveTo>
                        <a:cubicBezTo>
                          <a:pt x="40537" y="93962"/>
                          <a:pt x="48468" y="89857"/>
                          <a:pt x="53945" y="81648"/>
                        </a:cubicBezTo>
                        <a:cubicBezTo>
                          <a:pt x="59422" y="73452"/>
                          <a:pt x="62160" y="61548"/>
                          <a:pt x="62160" y="45935"/>
                        </a:cubicBezTo>
                        <a:cubicBezTo>
                          <a:pt x="62160" y="30363"/>
                          <a:pt x="59422" y="18471"/>
                          <a:pt x="53945" y="10262"/>
                        </a:cubicBezTo>
                        <a:cubicBezTo>
                          <a:pt x="48468" y="2066"/>
                          <a:pt x="40537" y="-2032"/>
                          <a:pt x="30152" y="-2032"/>
                        </a:cubicBezTo>
                        <a:cubicBezTo>
                          <a:pt x="19780" y="-2032"/>
                          <a:pt x="11856" y="2066"/>
                          <a:pt x="6379" y="10262"/>
                        </a:cubicBezTo>
                        <a:cubicBezTo>
                          <a:pt x="902" y="18471"/>
                          <a:pt x="-1836" y="30363"/>
                          <a:pt x="-1836" y="45935"/>
                        </a:cubicBezTo>
                        <a:cubicBezTo>
                          <a:pt x="-1836" y="61548"/>
                          <a:pt x="902" y="73452"/>
                          <a:pt x="6379" y="81648"/>
                        </a:cubicBezTo>
                        <a:cubicBezTo>
                          <a:pt x="11856" y="89857"/>
                          <a:pt x="19780" y="93962"/>
                          <a:pt x="3015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31" name="Graphic 497">
                <a:extLst>
                  <a:ext uri="{FF2B5EF4-FFF2-40B4-BE49-F238E27FC236}">
                    <a16:creationId xmlns:a16="http://schemas.microsoft.com/office/drawing/2014/main" id="{AB5D5C79-9024-84AB-8F28-D76AEAC72838}"/>
                  </a:ext>
                </a:extLst>
              </p:cNvPr>
              <p:cNvGrpSpPr/>
              <p:nvPr/>
            </p:nvGrpSpPr>
            <p:grpSpPr>
              <a:xfrm>
                <a:off x="6057627" y="4868227"/>
                <a:ext cx="224169" cy="187070"/>
                <a:chOff x="605762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32" name="Freeform: Shape 531">
                  <a:extLst>
                    <a:ext uri="{FF2B5EF4-FFF2-40B4-BE49-F238E27FC236}">
                      <a16:creationId xmlns:a16="http://schemas.microsoft.com/office/drawing/2014/main" id="{723D8DC1-9A26-82E5-662E-A1D2D86D875C}"/>
                    </a:ext>
                  </a:extLst>
                </p:cNvPr>
                <p:cNvSpPr/>
                <p:nvPr/>
              </p:nvSpPr>
              <p:spPr>
                <a:xfrm>
                  <a:off x="6169030" y="4868227"/>
                  <a:ext cx="12700" cy="44417"/>
                </a:xfrm>
                <a:custGeom>
                  <a:avLst/>
                  <a:gdLst>
                    <a:gd name="connsiteX0" fmla="*/ 237 w 12700"/>
                    <a:gd name="connsiteY0" fmla="*/ 286 h 44417"/>
                    <a:gd name="connsiteX1" fmla="*/ 23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37" y="286"/>
                      </a:moveTo>
                      <a:lnTo>
                        <a:pt x="23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33" name="Graphic 497">
                  <a:extLst>
                    <a:ext uri="{FF2B5EF4-FFF2-40B4-BE49-F238E27FC236}">
                      <a16:creationId xmlns:a16="http://schemas.microsoft.com/office/drawing/2014/main" id="{8D4F6B6E-0A68-91C3-829E-A7E559820977}"/>
                    </a:ext>
                  </a:extLst>
                </p:cNvPr>
                <p:cNvGrpSpPr/>
                <p:nvPr/>
              </p:nvGrpSpPr>
              <p:grpSpPr>
                <a:xfrm>
                  <a:off x="6057627" y="4959304"/>
                  <a:ext cx="224169" cy="95994"/>
                  <a:chOff x="605762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34" name="Freeform: Shape 533">
                    <a:extLst>
                      <a:ext uri="{FF2B5EF4-FFF2-40B4-BE49-F238E27FC236}">
                        <a16:creationId xmlns:a16="http://schemas.microsoft.com/office/drawing/2014/main" id="{6C398F33-6DB8-4F75-6C5B-21EA55F25ADF}"/>
                      </a:ext>
                    </a:extLst>
                  </p:cNvPr>
                  <p:cNvSpPr/>
                  <p:nvPr/>
                </p:nvSpPr>
                <p:spPr>
                  <a:xfrm flipV="1">
                    <a:off x="6057627" y="4960969"/>
                    <a:ext cx="59908" cy="94328"/>
                  </a:xfrm>
                  <a:custGeom>
                    <a:avLst/>
                    <a:gdLst>
                      <a:gd name="connsiteX0" fmla="*/ 2136 w 59908"/>
                      <a:gd name="connsiteY0" fmla="*/ 92338 h 94328"/>
                      <a:gd name="connsiteX1" fmla="*/ 51309 w 59908"/>
                      <a:gd name="connsiteY1" fmla="*/ 92338 h 94328"/>
                      <a:gd name="connsiteX2" fmla="*/ 51309 w 59908"/>
                      <a:gd name="connsiteY2" fmla="*/ 81789 h 94328"/>
                      <a:gd name="connsiteX3" fmla="*/ 13606 w 59908"/>
                      <a:gd name="connsiteY3" fmla="*/ 81789 h 94328"/>
                      <a:gd name="connsiteX4" fmla="*/ 13606 w 59908"/>
                      <a:gd name="connsiteY4" fmla="*/ 59124 h 94328"/>
                      <a:gd name="connsiteX5" fmla="*/ 19043 w 59908"/>
                      <a:gd name="connsiteY5" fmla="*/ 60512 h 94328"/>
                      <a:gd name="connsiteX6" fmla="*/ 24520 w 59908"/>
                      <a:gd name="connsiteY6" fmla="*/ 60968 h 94328"/>
                      <a:gd name="connsiteX7" fmla="*/ 49067 w 59908"/>
                      <a:gd name="connsiteY7" fmla="*/ 52481 h 94328"/>
                      <a:gd name="connsiteX8" fmla="*/ 58135 w 59908"/>
                      <a:gd name="connsiteY8" fmla="*/ 29499 h 94328"/>
                      <a:gd name="connsiteX9" fmla="*/ 48828 w 59908"/>
                      <a:gd name="connsiteY9" fmla="*/ 6279 h 94328"/>
                      <a:gd name="connsiteX10" fmla="*/ 22595 w 59908"/>
                      <a:gd name="connsiteY10" fmla="*/ -1990 h 94328"/>
                      <a:gd name="connsiteX11" fmla="*/ 10709 w 59908"/>
                      <a:gd name="connsiteY11" fmla="*/ -999 h 94328"/>
                      <a:gd name="connsiteX12" fmla="*/ -1773 w 59908"/>
                      <a:gd name="connsiteY12" fmla="*/ 1976 h 94328"/>
                      <a:gd name="connsiteX13" fmla="*/ -1773 w 59908"/>
                      <a:gd name="connsiteY13" fmla="*/ 14567 h 94328"/>
                      <a:gd name="connsiteX14" fmla="*/ 9756 w 59908"/>
                      <a:gd name="connsiteY14" fmla="*/ 10046 h 94328"/>
                      <a:gd name="connsiteX15" fmla="*/ 22337 w 59908"/>
                      <a:gd name="connsiteY15" fmla="*/ 8559 h 94328"/>
                      <a:gd name="connsiteX16" fmla="*/ 39323 w 59908"/>
                      <a:gd name="connsiteY16" fmla="*/ 14191 h 94328"/>
                      <a:gd name="connsiteX17" fmla="*/ 45594 w 59908"/>
                      <a:gd name="connsiteY17" fmla="*/ 29499 h 94328"/>
                      <a:gd name="connsiteX18" fmla="*/ 39323 w 59908"/>
                      <a:gd name="connsiteY18" fmla="*/ 44788 h 94328"/>
                      <a:gd name="connsiteX19" fmla="*/ 22337 w 59908"/>
                      <a:gd name="connsiteY19" fmla="*/ 50439 h 94328"/>
                      <a:gd name="connsiteX20" fmla="*/ 12316 w 59908"/>
                      <a:gd name="connsiteY20" fmla="*/ 49328 h 94328"/>
                      <a:gd name="connsiteX21" fmla="*/ 2136 w 59908"/>
                      <a:gd name="connsiteY21" fmla="*/ 45858 h 94328"/>
                      <a:gd name="connsiteX22" fmla="*/ 213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36" y="92338"/>
                        </a:moveTo>
                        <a:lnTo>
                          <a:pt x="51309" y="92338"/>
                        </a:lnTo>
                        <a:lnTo>
                          <a:pt x="51309" y="81789"/>
                        </a:lnTo>
                        <a:lnTo>
                          <a:pt x="13606" y="81789"/>
                        </a:lnTo>
                        <a:lnTo>
                          <a:pt x="13606" y="59124"/>
                        </a:lnTo>
                        <a:cubicBezTo>
                          <a:pt x="15418" y="59746"/>
                          <a:pt x="17231" y="60208"/>
                          <a:pt x="19043" y="60512"/>
                        </a:cubicBezTo>
                        <a:cubicBezTo>
                          <a:pt x="20869" y="60816"/>
                          <a:pt x="22694" y="60968"/>
                          <a:pt x="24520" y="60968"/>
                        </a:cubicBezTo>
                        <a:cubicBezTo>
                          <a:pt x="34852" y="60968"/>
                          <a:pt x="43034" y="58139"/>
                          <a:pt x="49067" y="52481"/>
                        </a:cubicBezTo>
                        <a:cubicBezTo>
                          <a:pt x="55112" y="46823"/>
                          <a:pt x="58135" y="39163"/>
                          <a:pt x="58135" y="29499"/>
                        </a:cubicBezTo>
                        <a:cubicBezTo>
                          <a:pt x="58135" y="19545"/>
                          <a:pt x="55033" y="11805"/>
                          <a:pt x="48828" y="6279"/>
                        </a:cubicBezTo>
                        <a:cubicBezTo>
                          <a:pt x="42624" y="766"/>
                          <a:pt x="33879" y="-1990"/>
                          <a:pt x="22595" y="-1990"/>
                        </a:cubicBezTo>
                        <a:cubicBezTo>
                          <a:pt x="18706" y="-1990"/>
                          <a:pt x="14743" y="-1660"/>
                          <a:pt x="10709" y="-999"/>
                        </a:cubicBezTo>
                        <a:cubicBezTo>
                          <a:pt x="6687" y="-338"/>
                          <a:pt x="2526" y="654"/>
                          <a:pt x="-1773" y="1976"/>
                        </a:cubicBezTo>
                        <a:lnTo>
                          <a:pt x="-1773" y="14567"/>
                        </a:lnTo>
                        <a:cubicBezTo>
                          <a:pt x="1944" y="12545"/>
                          <a:pt x="5787" y="11038"/>
                          <a:pt x="9756" y="10046"/>
                        </a:cubicBezTo>
                        <a:cubicBezTo>
                          <a:pt x="13725" y="9055"/>
                          <a:pt x="17918" y="8559"/>
                          <a:pt x="22337" y="8559"/>
                        </a:cubicBezTo>
                        <a:cubicBezTo>
                          <a:pt x="29494" y="8559"/>
                          <a:pt x="35156" y="10436"/>
                          <a:pt x="39323" y="14191"/>
                        </a:cubicBezTo>
                        <a:cubicBezTo>
                          <a:pt x="43504" y="17945"/>
                          <a:pt x="45594" y="23048"/>
                          <a:pt x="45594" y="29499"/>
                        </a:cubicBezTo>
                        <a:cubicBezTo>
                          <a:pt x="45594" y="35937"/>
                          <a:pt x="43504" y="41033"/>
                          <a:pt x="39323" y="44788"/>
                        </a:cubicBezTo>
                        <a:cubicBezTo>
                          <a:pt x="35156" y="48555"/>
                          <a:pt x="29494" y="50439"/>
                          <a:pt x="22337" y="50439"/>
                        </a:cubicBezTo>
                        <a:cubicBezTo>
                          <a:pt x="18990" y="50439"/>
                          <a:pt x="15650" y="50069"/>
                          <a:pt x="12316" y="49328"/>
                        </a:cubicBezTo>
                        <a:cubicBezTo>
                          <a:pt x="8995" y="48588"/>
                          <a:pt x="5602" y="47431"/>
                          <a:pt x="2136" y="45858"/>
                        </a:cubicBezTo>
                        <a:lnTo>
                          <a:pt x="213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35" name="Freeform: Shape 534">
                    <a:extLst>
                      <a:ext uri="{FF2B5EF4-FFF2-40B4-BE49-F238E27FC236}">
                        <a16:creationId xmlns:a16="http://schemas.microsoft.com/office/drawing/2014/main" id="{14F98065-626D-1770-BB89-E6C0DF5FB0B5}"/>
                      </a:ext>
                    </a:extLst>
                  </p:cNvPr>
                  <p:cNvSpPr/>
                  <p:nvPr/>
                </p:nvSpPr>
                <p:spPr>
                  <a:xfrm flipV="1">
                    <a:off x="6134836" y="4960969"/>
                    <a:ext cx="67468" cy="92524"/>
                  </a:xfrm>
                  <a:custGeom>
                    <a:avLst/>
                    <a:gdLst>
                      <a:gd name="connsiteX0" fmla="*/ 40015 w 67468"/>
                      <a:gd name="connsiteY0" fmla="*/ 79582 h 92524"/>
                      <a:gd name="connsiteX1" fmla="*/ 8384 w 67468"/>
                      <a:gd name="connsiteY1" fmla="*/ 30187 h 92524"/>
                      <a:gd name="connsiteX2" fmla="*/ 40015 w 67468"/>
                      <a:gd name="connsiteY2" fmla="*/ 30187 h 92524"/>
                      <a:gd name="connsiteX3" fmla="*/ 40015 w 67468"/>
                      <a:gd name="connsiteY3" fmla="*/ 79582 h 92524"/>
                      <a:gd name="connsiteX4" fmla="*/ 36721 w 67468"/>
                      <a:gd name="connsiteY4" fmla="*/ 90488 h 92524"/>
                      <a:gd name="connsiteX5" fmla="*/ 52477 w 67468"/>
                      <a:gd name="connsiteY5" fmla="*/ 90488 h 92524"/>
                      <a:gd name="connsiteX6" fmla="*/ 52477 w 67468"/>
                      <a:gd name="connsiteY6" fmla="*/ 30187 h 92524"/>
                      <a:gd name="connsiteX7" fmla="*/ 65692 w 67468"/>
                      <a:gd name="connsiteY7" fmla="*/ 30187 h 92524"/>
                      <a:gd name="connsiteX8" fmla="*/ 65692 w 67468"/>
                      <a:gd name="connsiteY8" fmla="*/ 19777 h 92524"/>
                      <a:gd name="connsiteX9" fmla="*/ 52477 w 67468"/>
                      <a:gd name="connsiteY9" fmla="*/ 19777 h 92524"/>
                      <a:gd name="connsiteX10" fmla="*/ 52477 w 67468"/>
                      <a:gd name="connsiteY10" fmla="*/ -2036 h 92524"/>
                      <a:gd name="connsiteX11" fmla="*/ 40015 w 67468"/>
                      <a:gd name="connsiteY11" fmla="*/ -2036 h 92524"/>
                      <a:gd name="connsiteX12" fmla="*/ 40015 w 67468"/>
                      <a:gd name="connsiteY12" fmla="*/ 19777 h 92524"/>
                      <a:gd name="connsiteX13" fmla="*/ -1776 w 67468"/>
                      <a:gd name="connsiteY13" fmla="*/ 19777 h 92524"/>
                      <a:gd name="connsiteX14" fmla="*/ -1776 w 67468"/>
                      <a:gd name="connsiteY14" fmla="*/ 31853 h 92524"/>
                      <a:gd name="connsiteX15" fmla="*/ 36721 w 67468"/>
                      <a:gd name="connsiteY15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40015" y="79582"/>
                        </a:moveTo>
                        <a:lnTo>
                          <a:pt x="8384" y="30187"/>
                        </a:lnTo>
                        <a:lnTo>
                          <a:pt x="40015" y="30187"/>
                        </a:lnTo>
                        <a:lnTo>
                          <a:pt x="40015" y="79582"/>
                        </a:lnTo>
                        <a:close/>
                        <a:moveTo>
                          <a:pt x="36721" y="90488"/>
                        </a:moveTo>
                        <a:lnTo>
                          <a:pt x="52477" y="90488"/>
                        </a:lnTo>
                        <a:lnTo>
                          <a:pt x="52477" y="30187"/>
                        </a:lnTo>
                        <a:lnTo>
                          <a:pt x="65692" y="30187"/>
                        </a:lnTo>
                        <a:lnTo>
                          <a:pt x="65692" y="19777"/>
                        </a:lnTo>
                        <a:lnTo>
                          <a:pt x="52477" y="19777"/>
                        </a:lnTo>
                        <a:lnTo>
                          <a:pt x="52477" y="-2036"/>
                        </a:lnTo>
                        <a:lnTo>
                          <a:pt x="40015" y="-2036"/>
                        </a:lnTo>
                        <a:lnTo>
                          <a:pt x="40015" y="19777"/>
                        </a:lnTo>
                        <a:lnTo>
                          <a:pt x="-1776" y="19777"/>
                        </a:lnTo>
                        <a:lnTo>
                          <a:pt x="-1776" y="31853"/>
                        </a:lnTo>
                        <a:lnTo>
                          <a:pt x="36721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36" name="Freeform: Shape 535">
                    <a:extLst>
                      <a:ext uri="{FF2B5EF4-FFF2-40B4-BE49-F238E27FC236}">
                        <a16:creationId xmlns:a16="http://schemas.microsoft.com/office/drawing/2014/main" id="{F67B0614-B36E-414D-96E6-BF28B6185EAF}"/>
                      </a:ext>
                    </a:extLst>
                  </p:cNvPr>
                  <p:cNvSpPr/>
                  <p:nvPr/>
                </p:nvSpPr>
                <p:spPr>
                  <a:xfrm flipV="1">
                    <a:off x="6217801" y="4959304"/>
                    <a:ext cx="63996" cy="95994"/>
                  </a:xfrm>
                  <a:custGeom>
                    <a:avLst/>
                    <a:gdLst>
                      <a:gd name="connsiteX0" fmla="*/ 30197 w 63996"/>
                      <a:gd name="connsiteY0" fmla="*/ 84047 h 95994"/>
                      <a:gd name="connsiteX1" fmla="*/ 15651 w 63996"/>
                      <a:gd name="connsiteY1" fmla="*/ 74529 h 95994"/>
                      <a:gd name="connsiteX2" fmla="*/ 10790 w 63996"/>
                      <a:gd name="connsiteY2" fmla="*/ 45935 h 95994"/>
                      <a:gd name="connsiteX3" fmla="*/ 15651 w 63996"/>
                      <a:gd name="connsiteY3" fmla="*/ 17401 h 95994"/>
                      <a:gd name="connsiteX4" fmla="*/ 30197 w 63996"/>
                      <a:gd name="connsiteY4" fmla="*/ 7883 h 95994"/>
                      <a:gd name="connsiteX5" fmla="*/ 44802 w 63996"/>
                      <a:gd name="connsiteY5" fmla="*/ 17401 h 95994"/>
                      <a:gd name="connsiteX6" fmla="*/ 49683 w 63996"/>
                      <a:gd name="connsiteY6" fmla="*/ 45935 h 95994"/>
                      <a:gd name="connsiteX7" fmla="*/ 44802 w 63996"/>
                      <a:gd name="connsiteY7" fmla="*/ 74529 h 95994"/>
                      <a:gd name="connsiteX8" fmla="*/ 30197 w 63996"/>
                      <a:gd name="connsiteY8" fmla="*/ 84047 h 95994"/>
                      <a:gd name="connsiteX9" fmla="*/ 30197 w 63996"/>
                      <a:gd name="connsiteY9" fmla="*/ 93962 h 95994"/>
                      <a:gd name="connsiteX10" fmla="*/ 53989 w 63996"/>
                      <a:gd name="connsiteY10" fmla="*/ 81648 h 95994"/>
                      <a:gd name="connsiteX11" fmla="*/ 62205 w 63996"/>
                      <a:gd name="connsiteY11" fmla="*/ 45935 h 95994"/>
                      <a:gd name="connsiteX12" fmla="*/ 53989 w 63996"/>
                      <a:gd name="connsiteY12" fmla="*/ 10262 h 95994"/>
                      <a:gd name="connsiteX13" fmla="*/ 30197 w 63996"/>
                      <a:gd name="connsiteY13" fmla="*/ -2032 h 95994"/>
                      <a:gd name="connsiteX14" fmla="*/ 6424 w 63996"/>
                      <a:gd name="connsiteY14" fmla="*/ 10262 h 95994"/>
                      <a:gd name="connsiteX15" fmla="*/ -1791 w 63996"/>
                      <a:gd name="connsiteY15" fmla="*/ 45935 h 95994"/>
                      <a:gd name="connsiteX16" fmla="*/ 6424 w 63996"/>
                      <a:gd name="connsiteY16" fmla="*/ 81648 h 95994"/>
                      <a:gd name="connsiteX17" fmla="*/ 3019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97" y="84047"/>
                        </a:moveTo>
                        <a:cubicBezTo>
                          <a:pt x="23754" y="84047"/>
                          <a:pt x="18906" y="80875"/>
                          <a:pt x="15651" y="74529"/>
                        </a:cubicBezTo>
                        <a:cubicBezTo>
                          <a:pt x="12410" y="68197"/>
                          <a:pt x="10790" y="58666"/>
                          <a:pt x="10790" y="45935"/>
                        </a:cubicBezTo>
                        <a:cubicBezTo>
                          <a:pt x="10790" y="33258"/>
                          <a:pt x="12410" y="23746"/>
                          <a:pt x="15651" y="17401"/>
                        </a:cubicBezTo>
                        <a:cubicBezTo>
                          <a:pt x="18906" y="11055"/>
                          <a:pt x="23754" y="7883"/>
                          <a:pt x="30197" y="7883"/>
                        </a:cubicBezTo>
                        <a:cubicBezTo>
                          <a:pt x="36692" y="7883"/>
                          <a:pt x="41561" y="11055"/>
                          <a:pt x="44802" y="17401"/>
                        </a:cubicBezTo>
                        <a:cubicBezTo>
                          <a:pt x="48056" y="23746"/>
                          <a:pt x="49683" y="33258"/>
                          <a:pt x="49683" y="45935"/>
                        </a:cubicBezTo>
                        <a:cubicBezTo>
                          <a:pt x="49683" y="58666"/>
                          <a:pt x="48056" y="68197"/>
                          <a:pt x="44802" y="74529"/>
                        </a:cubicBezTo>
                        <a:cubicBezTo>
                          <a:pt x="41561" y="80875"/>
                          <a:pt x="36692" y="84047"/>
                          <a:pt x="30197" y="84047"/>
                        </a:cubicBezTo>
                        <a:close/>
                        <a:moveTo>
                          <a:pt x="30197" y="93962"/>
                        </a:moveTo>
                        <a:cubicBezTo>
                          <a:pt x="40582" y="93962"/>
                          <a:pt x="48513" y="89857"/>
                          <a:pt x="53989" y="81648"/>
                        </a:cubicBezTo>
                        <a:cubicBezTo>
                          <a:pt x="59466" y="73452"/>
                          <a:pt x="62205" y="61548"/>
                          <a:pt x="62205" y="45935"/>
                        </a:cubicBezTo>
                        <a:cubicBezTo>
                          <a:pt x="62205" y="30363"/>
                          <a:pt x="59466" y="18471"/>
                          <a:pt x="53989" y="10262"/>
                        </a:cubicBezTo>
                        <a:cubicBezTo>
                          <a:pt x="48513" y="2066"/>
                          <a:pt x="40582" y="-2032"/>
                          <a:pt x="30197" y="-2032"/>
                        </a:cubicBezTo>
                        <a:cubicBezTo>
                          <a:pt x="19825" y="-2032"/>
                          <a:pt x="11901" y="2066"/>
                          <a:pt x="6424" y="10262"/>
                        </a:cubicBezTo>
                        <a:cubicBezTo>
                          <a:pt x="947" y="18471"/>
                          <a:pt x="-1791" y="30363"/>
                          <a:pt x="-1791" y="45935"/>
                        </a:cubicBezTo>
                        <a:cubicBezTo>
                          <a:pt x="-1791" y="61548"/>
                          <a:pt x="947" y="73452"/>
                          <a:pt x="6424" y="81648"/>
                        </a:cubicBezTo>
                        <a:cubicBezTo>
                          <a:pt x="11901" y="89857"/>
                          <a:pt x="19825" y="93962"/>
                          <a:pt x="3019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37" name="Graphic 497">
                <a:extLst>
                  <a:ext uri="{FF2B5EF4-FFF2-40B4-BE49-F238E27FC236}">
                    <a16:creationId xmlns:a16="http://schemas.microsoft.com/office/drawing/2014/main" id="{5CDF224F-8DCE-1755-2118-79B6CBB5ACC5}"/>
                  </a:ext>
                </a:extLst>
              </p:cNvPr>
              <p:cNvGrpSpPr/>
              <p:nvPr/>
            </p:nvGrpSpPr>
            <p:grpSpPr>
              <a:xfrm>
                <a:off x="6625972" y="4868227"/>
                <a:ext cx="224169" cy="187070"/>
                <a:chOff x="6625972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38" name="Freeform: Shape 537">
                  <a:extLst>
                    <a:ext uri="{FF2B5EF4-FFF2-40B4-BE49-F238E27FC236}">
                      <a16:creationId xmlns:a16="http://schemas.microsoft.com/office/drawing/2014/main" id="{F1538856-A610-129C-031F-72B5B40B9C17}"/>
                    </a:ext>
                  </a:extLst>
                </p:cNvPr>
                <p:cNvSpPr/>
                <p:nvPr/>
              </p:nvSpPr>
              <p:spPr>
                <a:xfrm>
                  <a:off x="6737375" y="4868227"/>
                  <a:ext cx="12700" cy="44417"/>
                </a:xfrm>
                <a:custGeom>
                  <a:avLst/>
                  <a:gdLst>
                    <a:gd name="connsiteX0" fmla="*/ 282 w 12700"/>
                    <a:gd name="connsiteY0" fmla="*/ 286 h 44417"/>
                    <a:gd name="connsiteX1" fmla="*/ 28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82" y="286"/>
                      </a:moveTo>
                      <a:lnTo>
                        <a:pt x="28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39" name="Graphic 497">
                  <a:extLst>
                    <a:ext uri="{FF2B5EF4-FFF2-40B4-BE49-F238E27FC236}">
                      <a16:creationId xmlns:a16="http://schemas.microsoft.com/office/drawing/2014/main" id="{9B4EA864-7676-8EF4-D550-C3858B1546A3}"/>
                    </a:ext>
                  </a:extLst>
                </p:cNvPr>
                <p:cNvGrpSpPr/>
                <p:nvPr/>
              </p:nvGrpSpPr>
              <p:grpSpPr>
                <a:xfrm>
                  <a:off x="6625972" y="4959304"/>
                  <a:ext cx="224169" cy="95994"/>
                  <a:chOff x="6625972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40" name="Freeform: Shape 539">
                    <a:extLst>
                      <a:ext uri="{FF2B5EF4-FFF2-40B4-BE49-F238E27FC236}">
                        <a16:creationId xmlns:a16="http://schemas.microsoft.com/office/drawing/2014/main" id="{F01CBA1C-516A-8540-8752-EE7A57FC76EA}"/>
                      </a:ext>
                    </a:extLst>
                  </p:cNvPr>
                  <p:cNvSpPr/>
                  <p:nvPr/>
                </p:nvSpPr>
                <p:spPr>
                  <a:xfrm flipV="1">
                    <a:off x="6625972" y="4960969"/>
                    <a:ext cx="59908" cy="94328"/>
                  </a:xfrm>
                  <a:custGeom>
                    <a:avLst/>
                    <a:gdLst>
                      <a:gd name="connsiteX0" fmla="*/ 2181 w 59908"/>
                      <a:gd name="connsiteY0" fmla="*/ 92338 h 94328"/>
                      <a:gd name="connsiteX1" fmla="*/ 51354 w 59908"/>
                      <a:gd name="connsiteY1" fmla="*/ 92338 h 94328"/>
                      <a:gd name="connsiteX2" fmla="*/ 51354 w 59908"/>
                      <a:gd name="connsiteY2" fmla="*/ 81789 h 94328"/>
                      <a:gd name="connsiteX3" fmla="*/ 13650 w 59908"/>
                      <a:gd name="connsiteY3" fmla="*/ 81789 h 94328"/>
                      <a:gd name="connsiteX4" fmla="*/ 13650 w 59908"/>
                      <a:gd name="connsiteY4" fmla="*/ 59124 h 94328"/>
                      <a:gd name="connsiteX5" fmla="*/ 19088 w 59908"/>
                      <a:gd name="connsiteY5" fmla="*/ 60512 h 94328"/>
                      <a:gd name="connsiteX6" fmla="*/ 24565 w 59908"/>
                      <a:gd name="connsiteY6" fmla="*/ 60968 h 94328"/>
                      <a:gd name="connsiteX7" fmla="*/ 49111 w 59908"/>
                      <a:gd name="connsiteY7" fmla="*/ 52481 h 94328"/>
                      <a:gd name="connsiteX8" fmla="*/ 58180 w 59908"/>
                      <a:gd name="connsiteY8" fmla="*/ 29499 h 94328"/>
                      <a:gd name="connsiteX9" fmla="*/ 48873 w 59908"/>
                      <a:gd name="connsiteY9" fmla="*/ 6279 h 94328"/>
                      <a:gd name="connsiteX10" fmla="*/ 22640 w 59908"/>
                      <a:gd name="connsiteY10" fmla="*/ -1990 h 94328"/>
                      <a:gd name="connsiteX11" fmla="*/ 10753 w 59908"/>
                      <a:gd name="connsiteY11" fmla="*/ -999 h 94328"/>
                      <a:gd name="connsiteX12" fmla="*/ -1728 w 59908"/>
                      <a:gd name="connsiteY12" fmla="*/ 1976 h 94328"/>
                      <a:gd name="connsiteX13" fmla="*/ -1728 w 59908"/>
                      <a:gd name="connsiteY13" fmla="*/ 14567 h 94328"/>
                      <a:gd name="connsiteX14" fmla="*/ 9801 w 59908"/>
                      <a:gd name="connsiteY14" fmla="*/ 10046 h 94328"/>
                      <a:gd name="connsiteX15" fmla="*/ 22382 w 59908"/>
                      <a:gd name="connsiteY15" fmla="*/ 8559 h 94328"/>
                      <a:gd name="connsiteX16" fmla="*/ 39368 w 59908"/>
                      <a:gd name="connsiteY16" fmla="*/ 14191 h 94328"/>
                      <a:gd name="connsiteX17" fmla="*/ 45639 w 59908"/>
                      <a:gd name="connsiteY17" fmla="*/ 29499 h 94328"/>
                      <a:gd name="connsiteX18" fmla="*/ 39368 w 59908"/>
                      <a:gd name="connsiteY18" fmla="*/ 44788 h 94328"/>
                      <a:gd name="connsiteX19" fmla="*/ 22382 w 59908"/>
                      <a:gd name="connsiteY19" fmla="*/ 50439 h 94328"/>
                      <a:gd name="connsiteX20" fmla="*/ 12361 w 59908"/>
                      <a:gd name="connsiteY20" fmla="*/ 49328 h 94328"/>
                      <a:gd name="connsiteX21" fmla="*/ 2181 w 59908"/>
                      <a:gd name="connsiteY21" fmla="*/ 45858 h 94328"/>
                      <a:gd name="connsiteX22" fmla="*/ 218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1" y="92338"/>
                        </a:moveTo>
                        <a:lnTo>
                          <a:pt x="51354" y="92338"/>
                        </a:lnTo>
                        <a:lnTo>
                          <a:pt x="51354" y="81789"/>
                        </a:lnTo>
                        <a:lnTo>
                          <a:pt x="13650" y="81789"/>
                        </a:lnTo>
                        <a:lnTo>
                          <a:pt x="13650" y="59124"/>
                        </a:lnTo>
                        <a:cubicBezTo>
                          <a:pt x="15463" y="59746"/>
                          <a:pt x="17275" y="60208"/>
                          <a:pt x="19088" y="60512"/>
                        </a:cubicBezTo>
                        <a:cubicBezTo>
                          <a:pt x="20913" y="60816"/>
                          <a:pt x="22739" y="60968"/>
                          <a:pt x="24565" y="60968"/>
                        </a:cubicBezTo>
                        <a:cubicBezTo>
                          <a:pt x="34897" y="60968"/>
                          <a:pt x="43079" y="58139"/>
                          <a:pt x="49111" y="52481"/>
                        </a:cubicBezTo>
                        <a:cubicBezTo>
                          <a:pt x="55157" y="46823"/>
                          <a:pt x="58180" y="39163"/>
                          <a:pt x="58180" y="29499"/>
                        </a:cubicBezTo>
                        <a:cubicBezTo>
                          <a:pt x="58180" y="19545"/>
                          <a:pt x="55078" y="11805"/>
                          <a:pt x="48873" y="6279"/>
                        </a:cubicBezTo>
                        <a:cubicBezTo>
                          <a:pt x="42669" y="766"/>
                          <a:pt x="33924" y="-1990"/>
                          <a:pt x="22640" y="-1990"/>
                        </a:cubicBezTo>
                        <a:cubicBezTo>
                          <a:pt x="18750" y="-1990"/>
                          <a:pt x="14788" y="-1660"/>
                          <a:pt x="10753" y="-999"/>
                        </a:cubicBezTo>
                        <a:cubicBezTo>
                          <a:pt x="6732" y="-338"/>
                          <a:pt x="2571" y="654"/>
                          <a:pt x="-1728" y="1976"/>
                        </a:cubicBezTo>
                        <a:lnTo>
                          <a:pt x="-1728" y="14567"/>
                        </a:lnTo>
                        <a:cubicBezTo>
                          <a:pt x="1989" y="12545"/>
                          <a:pt x="5832" y="11038"/>
                          <a:pt x="9801" y="10046"/>
                        </a:cubicBezTo>
                        <a:cubicBezTo>
                          <a:pt x="13770" y="9055"/>
                          <a:pt x="17963" y="8559"/>
                          <a:pt x="22382" y="8559"/>
                        </a:cubicBezTo>
                        <a:cubicBezTo>
                          <a:pt x="29539" y="8559"/>
                          <a:pt x="35201" y="10436"/>
                          <a:pt x="39368" y="14191"/>
                        </a:cubicBezTo>
                        <a:cubicBezTo>
                          <a:pt x="43548" y="17945"/>
                          <a:pt x="45639" y="23048"/>
                          <a:pt x="45639" y="29499"/>
                        </a:cubicBezTo>
                        <a:cubicBezTo>
                          <a:pt x="45639" y="35937"/>
                          <a:pt x="43548" y="41033"/>
                          <a:pt x="39368" y="44788"/>
                        </a:cubicBezTo>
                        <a:cubicBezTo>
                          <a:pt x="35201" y="48555"/>
                          <a:pt x="29539" y="50439"/>
                          <a:pt x="22382" y="50439"/>
                        </a:cubicBezTo>
                        <a:cubicBezTo>
                          <a:pt x="19035" y="50439"/>
                          <a:pt x="15694" y="50069"/>
                          <a:pt x="12361" y="49328"/>
                        </a:cubicBezTo>
                        <a:cubicBezTo>
                          <a:pt x="9040" y="48588"/>
                          <a:pt x="5647" y="47431"/>
                          <a:pt x="2181" y="45858"/>
                        </a:cubicBezTo>
                        <a:lnTo>
                          <a:pt x="218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1" name="Freeform: Shape 540">
                    <a:extLst>
                      <a:ext uri="{FF2B5EF4-FFF2-40B4-BE49-F238E27FC236}">
                        <a16:creationId xmlns:a16="http://schemas.microsoft.com/office/drawing/2014/main" id="{D04E9627-365B-3787-C3E7-DDDBFFA06504}"/>
                      </a:ext>
                    </a:extLst>
                  </p:cNvPr>
                  <p:cNvSpPr/>
                  <p:nvPr/>
                </p:nvSpPr>
                <p:spPr>
                  <a:xfrm flipV="1">
                    <a:off x="6706773" y="4960969"/>
                    <a:ext cx="59908" cy="94328"/>
                  </a:xfrm>
                  <a:custGeom>
                    <a:avLst/>
                    <a:gdLst>
                      <a:gd name="connsiteX0" fmla="*/ 2187 w 59908"/>
                      <a:gd name="connsiteY0" fmla="*/ 92338 h 94328"/>
                      <a:gd name="connsiteX1" fmla="*/ 51360 w 59908"/>
                      <a:gd name="connsiteY1" fmla="*/ 92338 h 94328"/>
                      <a:gd name="connsiteX2" fmla="*/ 51360 w 59908"/>
                      <a:gd name="connsiteY2" fmla="*/ 81789 h 94328"/>
                      <a:gd name="connsiteX3" fmla="*/ 13657 w 59908"/>
                      <a:gd name="connsiteY3" fmla="*/ 81789 h 94328"/>
                      <a:gd name="connsiteX4" fmla="*/ 13657 w 59908"/>
                      <a:gd name="connsiteY4" fmla="*/ 59124 h 94328"/>
                      <a:gd name="connsiteX5" fmla="*/ 19094 w 59908"/>
                      <a:gd name="connsiteY5" fmla="*/ 60512 h 94328"/>
                      <a:gd name="connsiteX6" fmla="*/ 24571 w 59908"/>
                      <a:gd name="connsiteY6" fmla="*/ 60968 h 94328"/>
                      <a:gd name="connsiteX7" fmla="*/ 49118 w 59908"/>
                      <a:gd name="connsiteY7" fmla="*/ 52481 h 94328"/>
                      <a:gd name="connsiteX8" fmla="*/ 58186 w 59908"/>
                      <a:gd name="connsiteY8" fmla="*/ 29499 h 94328"/>
                      <a:gd name="connsiteX9" fmla="*/ 48880 w 59908"/>
                      <a:gd name="connsiteY9" fmla="*/ 6279 h 94328"/>
                      <a:gd name="connsiteX10" fmla="*/ 22646 w 59908"/>
                      <a:gd name="connsiteY10" fmla="*/ -1990 h 94328"/>
                      <a:gd name="connsiteX11" fmla="*/ 10760 w 59908"/>
                      <a:gd name="connsiteY11" fmla="*/ -999 h 94328"/>
                      <a:gd name="connsiteX12" fmla="*/ -1722 w 59908"/>
                      <a:gd name="connsiteY12" fmla="*/ 1976 h 94328"/>
                      <a:gd name="connsiteX13" fmla="*/ -1722 w 59908"/>
                      <a:gd name="connsiteY13" fmla="*/ 14567 h 94328"/>
                      <a:gd name="connsiteX14" fmla="*/ 9807 w 59908"/>
                      <a:gd name="connsiteY14" fmla="*/ 10046 h 94328"/>
                      <a:gd name="connsiteX15" fmla="*/ 22388 w 59908"/>
                      <a:gd name="connsiteY15" fmla="*/ 8559 h 94328"/>
                      <a:gd name="connsiteX16" fmla="*/ 39374 w 59908"/>
                      <a:gd name="connsiteY16" fmla="*/ 14191 h 94328"/>
                      <a:gd name="connsiteX17" fmla="*/ 45645 w 59908"/>
                      <a:gd name="connsiteY17" fmla="*/ 29499 h 94328"/>
                      <a:gd name="connsiteX18" fmla="*/ 39374 w 59908"/>
                      <a:gd name="connsiteY18" fmla="*/ 44788 h 94328"/>
                      <a:gd name="connsiteX19" fmla="*/ 22388 w 59908"/>
                      <a:gd name="connsiteY19" fmla="*/ 50439 h 94328"/>
                      <a:gd name="connsiteX20" fmla="*/ 12367 w 59908"/>
                      <a:gd name="connsiteY20" fmla="*/ 49328 h 94328"/>
                      <a:gd name="connsiteX21" fmla="*/ 2187 w 59908"/>
                      <a:gd name="connsiteY21" fmla="*/ 45858 h 94328"/>
                      <a:gd name="connsiteX22" fmla="*/ 218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7" y="92338"/>
                        </a:moveTo>
                        <a:lnTo>
                          <a:pt x="51360" y="92338"/>
                        </a:lnTo>
                        <a:lnTo>
                          <a:pt x="51360" y="81789"/>
                        </a:lnTo>
                        <a:lnTo>
                          <a:pt x="13657" y="81789"/>
                        </a:lnTo>
                        <a:lnTo>
                          <a:pt x="13657" y="59124"/>
                        </a:lnTo>
                        <a:cubicBezTo>
                          <a:pt x="15469" y="59746"/>
                          <a:pt x="17282" y="60208"/>
                          <a:pt x="19094" y="60512"/>
                        </a:cubicBezTo>
                        <a:cubicBezTo>
                          <a:pt x="20920" y="60816"/>
                          <a:pt x="22745" y="60968"/>
                          <a:pt x="24571" y="60968"/>
                        </a:cubicBezTo>
                        <a:cubicBezTo>
                          <a:pt x="34903" y="60968"/>
                          <a:pt x="43085" y="58139"/>
                          <a:pt x="49118" y="52481"/>
                        </a:cubicBezTo>
                        <a:cubicBezTo>
                          <a:pt x="55163" y="46823"/>
                          <a:pt x="58186" y="39163"/>
                          <a:pt x="58186" y="29499"/>
                        </a:cubicBezTo>
                        <a:cubicBezTo>
                          <a:pt x="58186" y="19545"/>
                          <a:pt x="55084" y="11805"/>
                          <a:pt x="48880" y="6279"/>
                        </a:cubicBezTo>
                        <a:cubicBezTo>
                          <a:pt x="42675" y="766"/>
                          <a:pt x="33931" y="-1990"/>
                          <a:pt x="22646" y="-1990"/>
                        </a:cubicBezTo>
                        <a:cubicBezTo>
                          <a:pt x="18757" y="-1990"/>
                          <a:pt x="14795" y="-1660"/>
                          <a:pt x="10760" y="-999"/>
                        </a:cubicBezTo>
                        <a:cubicBezTo>
                          <a:pt x="6738" y="-338"/>
                          <a:pt x="2577" y="654"/>
                          <a:pt x="-1722" y="1976"/>
                        </a:cubicBezTo>
                        <a:lnTo>
                          <a:pt x="-1722" y="14567"/>
                        </a:lnTo>
                        <a:cubicBezTo>
                          <a:pt x="1995" y="12545"/>
                          <a:pt x="5838" y="11038"/>
                          <a:pt x="9807" y="10046"/>
                        </a:cubicBezTo>
                        <a:cubicBezTo>
                          <a:pt x="13776" y="9055"/>
                          <a:pt x="17970" y="8559"/>
                          <a:pt x="22388" y="8559"/>
                        </a:cubicBezTo>
                        <a:cubicBezTo>
                          <a:pt x="29545" y="8559"/>
                          <a:pt x="35207" y="10436"/>
                          <a:pt x="39374" y="14191"/>
                        </a:cubicBezTo>
                        <a:cubicBezTo>
                          <a:pt x="43555" y="17945"/>
                          <a:pt x="45645" y="23048"/>
                          <a:pt x="45645" y="29499"/>
                        </a:cubicBezTo>
                        <a:cubicBezTo>
                          <a:pt x="45645" y="35937"/>
                          <a:pt x="43555" y="41033"/>
                          <a:pt x="39374" y="44788"/>
                        </a:cubicBezTo>
                        <a:cubicBezTo>
                          <a:pt x="35207" y="48555"/>
                          <a:pt x="29545" y="50439"/>
                          <a:pt x="22388" y="50439"/>
                        </a:cubicBezTo>
                        <a:cubicBezTo>
                          <a:pt x="19041" y="50439"/>
                          <a:pt x="15701" y="50069"/>
                          <a:pt x="12367" y="49328"/>
                        </a:cubicBezTo>
                        <a:cubicBezTo>
                          <a:pt x="9046" y="48588"/>
                          <a:pt x="5653" y="47431"/>
                          <a:pt x="2187" y="45858"/>
                        </a:cubicBezTo>
                        <a:lnTo>
                          <a:pt x="218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2" name="Freeform: Shape 541">
                    <a:extLst>
                      <a:ext uri="{FF2B5EF4-FFF2-40B4-BE49-F238E27FC236}">
                        <a16:creationId xmlns:a16="http://schemas.microsoft.com/office/drawing/2014/main" id="{A7ED9B1F-74F8-97CF-E71C-4CAB6C911A87}"/>
                      </a:ext>
                    </a:extLst>
                  </p:cNvPr>
                  <p:cNvSpPr/>
                  <p:nvPr/>
                </p:nvSpPr>
                <p:spPr>
                  <a:xfrm flipV="1">
                    <a:off x="6786146" y="4959304"/>
                    <a:ext cx="63996" cy="95994"/>
                  </a:xfrm>
                  <a:custGeom>
                    <a:avLst/>
                    <a:gdLst>
                      <a:gd name="connsiteX0" fmla="*/ 30241 w 63996"/>
                      <a:gd name="connsiteY0" fmla="*/ 84047 h 95994"/>
                      <a:gd name="connsiteX1" fmla="*/ 15696 w 63996"/>
                      <a:gd name="connsiteY1" fmla="*/ 74529 h 95994"/>
                      <a:gd name="connsiteX2" fmla="*/ 10834 w 63996"/>
                      <a:gd name="connsiteY2" fmla="*/ 45935 h 95994"/>
                      <a:gd name="connsiteX3" fmla="*/ 15696 w 63996"/>
                      <a:gd name="connsiteY3" fmla="*/ 17401 h 95994"/>
                      <a:gd name="connsiteX4" fmla="*/ 30241 w 63996"/>
                      <a:gd name="connsiteY4" fmla="*/ 7883 h 95994"/>
                      <a:gd name="connsiteX5" fmla="*/ 44846 w 63996"/>
                      <a:gd name="connsiteY5" fmla="*/ 17401 h 95994"/>
                      <a:gd name="connsiteX6" fmla="*/ 49728 w 63996"/>
                      <a:gd name="connsiteY6" fmla="*/ 45935 h 95994"/>
                      <a:gd name="connsiteX7" fmla="*/ 44846 w 63996"/>
                      <a:gd name="connsiteY7" fmla="*/ 74529 h 95994"/>
                      <a:gd name="connsiteX8" fmla="*/ 30241 w 63996"/>
                      <a:gd name="connsiteY8" fmla="*/ 84047 h 95994"/>
                      <a:gd name="connsiteX9" fmla="*/ 30241 w 63996"/>
                      <a:gd name="connsiteY9" fmla="*/ 93962 h 95994"/>
                      <a:gd name="connsiteX10" fmla="*/ 54034 w 63996"/>
                      <a:gd name="connsiteY10" fmla="*/ 81648 h 95994"/>
                      <a:gd name="connsiteX11" fmla="*/ 62249 w 63996"/>
                      <a:gd name="connsiteY11" fmla="*/ 45935 h 95994"/>
                      <a:gd name="connsiteX12" fmla="*/ 54034 w 63996"/>
                      <a:gd name="connsiteY12" fmla="*/ 10262 h 95994"/>
                      <a:gd name="connsiteX13" fmla="*/ 30241 w 63996"/>
                      <a:gd name="connsiteY13" fmla="*/ -2032 h 95994"/>
                      <a:gd name="connsiteX14" fmla="*/ 6469 w 63996"/>
                      <a:gd name="connsiteY14" fmla="*/ 10262 h 95994"/>
                      <a:gd name="connsiteX15" fmla="*/ -1747 w 63996"/>
                      <a:gd name="connsiteY15" fmla="*/ 45935 h 95994"/>
                      <a:gd name="connsiteX16" fmla="*/ 6469 w 63996"/>
                      <a:gd name="connsiteY16" fmla="*/ 81648 h 95994"/>
                      <a:gd name="connsiteX17" fmla="*/ 3024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41" y="84047"/>
                        </a:moveTo>
                        <a:cubicBezTo>
                          <a:pt x="23799" y="84047"/>
                          <a:pt x="18950" y="80875"/>
                          <a:pt x="15696" y="74529"/>
                        </a:cubicBezTo>
                        <a:cubicBezTo>
                          <a:pt x="12455" y="68197"/>
                          <a:pt x="10834" y="58666"/>
                          <a:pt x="10834" y="45935"/>
                        </a:cubicBezTo>
                        <a:cubicBezTo>
                          <a:pt x="10834" y="33258"/>
                          <a:pt x="12455" y="23746"/>
                          <a:pt x="15696" y="17401"/>
                        </a:cubicBezTo>
                        <a:cubicBezTo>
                          <a:pt x="18950" y="11055"/>
                          <a:pt x="23799" y="7883"/>
                          <a:pt x="30241" y="7883"/>
                        </a:cubicBezTo>
                        <a:cubicBezTo>
                          <a:pt x="36737" y="7883"/>
                          <a:pt x="41605" y="11055"/>
                          <a:pt x="44846" y="17401"/>
                        </a:cubicBezTo>
                        <a:cubicBezTo>
                          <a:pt x="48101" y="23746"/>
                          <a:pt x="49728" y="33258"/>
                          <a:pt x="49728" y="45935"/>
                        </a:cubicBezTo>
                        <a:cubicBezTo>
                          <a:pt x="49728" y="58666"/>
                          <a:pt x="48101" y="68197"/>
                          <a:pt x="44846" y="74529"/>
                        </a:cubicBezTo>
                        <a:cubicBezTo>
                          <a:pt x="41605" y="80875"/>
                          <a:pt x="36737" y="84047"/>
                          <a:pt x="30241" y="84047"/>
                        </a:cubicBezTo>
                        <a:close/>
                        <a:moveTo>
                          <a:pt x="30241" y="93962"/>
                        </a:moveTo>
                        <a:cubicBezTo>
                          <a:pt x="40626" y="93962"/>
                          <a:pt x="48557" y="89857"/>
                          <a:pt x="54034" y="81648"/>
                        </a:cubicBezTo>
                        <a:cubicBezTo>
                          <a:pt x="59511" y="73452"/>
                          <a:pt x="62249" y="61548"/>
                          <a:pt x="62249" y="45935"/>
                        </a:cubicBezTo>
                        <a:cubicBezTo>
                          <a:pt x="62249" y="30363"/>
                          <a:pt x="59511" y="18471"/>
                          <a:pt x="54034" y="10262"/>
                        </a:cubicBezTo>
                        <a:cubicBezTo>
                          <a:pt x="48557" y="2066"/>
                          <a:pt x="40626" y="-2032"/>
                          <a:pt x="30241" y="-2032"/>
                        </a:cubicBezTo>
                        <a:cubicBezTo>
                          <a:pt x="19870" y="-2032"/>
                          <a:pt x="11946" y="2066"/>
                          <a:pt x="6469" y="10262"/>
                        </a:cubicBezTo>
                        <a:cubicBezTo>
                          <a:pt x="992" y="18471"/>
                          <a:pt x="-1747" y="30363"/>
                          <a:pt x="-1747" y="45935"/>
                        </a:cubicBezTo>
                        <a:cubicBezTo>
                          <a:pt x="-1747" y="61548"/>
                          <a:pt x="992" y="73452"/>
                          <a:pt x="6469" y="81648"/>
                        </a:cubicBezTo>
                        <a:cubicBezTo>
                          <a:pt x="11946" y="89857"/>
                          <a:pt x="19870" y="93962"/>
                          <a:pt x="3024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43" name="Graphic 497">
                <a:extLst>
                  <a:ext uri="{FF2B5EF4-FFF2-40B4-BE49-F238E27FC236}">
                    <a16:creationId xmlns:a16="http://schemas.microsoft.com/office/drawing/2014/main" id="{A3826701-5D7E-4985-A10D-74FCABAD9B25}"/>
                  </a:ext>
                </a:extLst>
              </p:cNvPr>
              <p:cNvGrpSpPr/>
              <p:nvPr/>
            </p:nvGrpSpPr>
            <p:grpSpPr>
              <a:xfrm>
                <a:off x="7194317" y="4868227"/>
                <a:ext cx="224169" cy="187070"/>
                <a:chOff x="719431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44" name="Freeform: Shape 543">
                  <a:extLst>
                    <a:ext uri="{FF2B5EF4-FFF2-40B4-BE49-F238E27FC236}">
                      <a16:creationId xmlns:a16="http://schemas.microsoft.com/office/drawing/2014/main" id="{0A0C4CBF-24B0-836A-68AC-D5675B30716D}"/>
                    </a:ext>
                  </a:extLst>
                </p:cNvPr>
                <p:cNvSpPr/>
                <p:nvPr/>
              </p:nvSpPr>
              <p:spPr>
                <a:xfrm>
                  <a:off x="7305720" y="4868227"/>
                  <a:ext cx="12700" cy="44417"/>
                </a:xfrm>
                <a:custGeom>
                  <a:avLst/>
                  <a:gdLst>
                    <a:gd name="connsiteX0" fmla="*/ 326 w 12700"/>
                    <a:gd name="connsiteY0" fmla="*/ 286 h 44417"/>
                    <a:gd name="connsiteX1" fmla="*/ 32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26" y="286"/>
                      </a:moveTo>
                      <a:lnTo>
                        <a:pt x="32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45" name="Graphic 497">
                  <a:extLst>
                    <a:ext uri="{FF2B5EF4-FFF2-40B4-BE49-F238E27FC236}">
                      <a16:creationId xmlns:a16="http://schemas.microsoft.com/office/drawing/2014/main" id="{99C5A745-AC65-88F0-41A9-1F96B4A7D7A9}"/>
                    </a:ext>
                  </a:extLst>
                </p:cNvPr>
                <p:cNvGrpSpPr/>
                <p:nvPr/>
              </p:nvGrpSpPr>
              <p:grpSpPr>
                <a:xfrm>
                  <a:off x="7194317" y="4959304"/>
                  <a:ext cx="224169" cy="95994"/>
                  <a:chOff x="719431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46" name="Freeform: Shape 545">
                    <a:extLst>
                      <a:ext uri="{FF2B5EF4-FFF2-40B4-BE49-F238E27FC236}">
                        <a16:creationId xmlns:a16="http://schemas.microsoft.com/office/drawing/2014/main" id="{BD552E20-B1F2-7746-5738-1EBA5CF626A3}"/>
                      </a:ext>
                    </a:extLst>
                  </p:cNvPr>
                  <p:cNvSpPr/>
                  <p:nvPr/>
                </p:nvSpPr>
                <p:spPr>
                  <a:xfrm flipV="1">
                    <a:off x="7194317" y="4960969"/>
                    <a:ext cx="59908" cy="94328"/>
                  </a:xfrm>
                  <a:custGeom>
                    <a:avLst/>
                    <a:gdLst>
                      <a:gd name="connsiteX0" fmla="*/ 2226 w 59908"/>
                      <a:gd name="connsiteY0" fmla="*/ 92338 h 94328"/>
                      <a:gd name="connsiteX1" fmla="*/ 51398 w 59908"/>
                      <a:gd name="connsiteY1" fmla="*/ 92338 h 94328"/>
                      <a:gd name="connsiteX2" fmla="*/ 51398 w 59908"/>
                      <a:gd name="connsiteY2" fmla="*/ 81789 h 94328"/>
                      <a:gd name="connsiteX3" fmla="*/ 13695 w 59908"/>
                      <a:gd name="connsiteY3" fmla="*/ 81789 h 94328"/>
                      <a:gd name="connsiteX4" fmla="*/ 13695 w 59908"/>
                      <a:gd name="connsiteY4" fmla="*/ 59124 h 94328"/>
                      <a:gd name="connsiteX5" fmla="*/ 19132 w 59908"/>
                      <a:gd name="connsiteY5" fmla="*/ 60512 h 94328"/>
                      <a:gd name="connsiteX6" fmla="*/ 24609 w 59908"/>
                      <a:gd name="connsiteY6" fmla="*/ 60968 h 94328"/>
                      <a:gd name="connsiteX7" fmla="*/ 49156 w 59908"/>
                      <a:gd name="connsiteY7" fmla="*/ 52481 h 94328"/>
                      <a:gd name="connsiteX8" fmla="*/ 58225 w 59908"/>
                      <a:gd name="connsiteY8" fmla="*/ 29499 h 94328"/>
                      <a:gd name="connsiteX9" fmla="*/ 48918 w 59908"/>
                      <a:gd name="connsiteY9" fmla="*/ 6279 h 94328"/>
                      <a:gd name="connsiteX10" fmla="*/ 22684 w 59908"/>
                      <a:gd name="connsiteY10" fmla="*/ -1990 h 94328"/>
                      <a:gd name="connsiteX11" fmla="*/ 10798 w 59908"/>
                      <a:gd name="connsiteY11" fmla="*/ -999 h 94328"/>
                      <a:gd name="connsiteX12" fmla="*/ -1684 w 59908"/>
                      <a:gd name="connsiteY12" fmla="*/ 1976 h 94328"/>
                      <a:gd name="connsiteX13" fmla="*/ -1684 w 59908"/>
                      <a:gd name="connsiteY13" fmla="*/ 14567 h 94328"/>
                      <a:gd name="connsiteX14" fmla="*/ 9846 w 59908"/>
                      <a:gd name="connsiteY14" fmla="*/ 10046 h 94328"/>
                      <a:gd name="connsiteX15" fmla="*/ 22426 w 59908"/>
                      <a:gd name="connsiteY15" fmla="*/ 8559 h 94328"/>
                      <a:gd name="connsiteX16" fmla="*/ 39413 w 59908"/>
                      <a:gd name="connsiteY16" fmla="*/ 14191 h 94328"/>
                      <a:gd name="connsiteX17" fmla="*/ 45683 w 59908"/>
                      <a:gd name="connsiteY17" fmla="*/ 29499 h 94328"/>
                      <a:gd name="connsiteX18" fmla="*/ 39413 w 59908"/>
                      <a:gd name="connsiteY18" fmla="*/ 44788 h 94328"/>
                      <a:gd name="connsiteX19" fmla="*/ 22426 w 59908"/>
                      <a:gd name="connsiteY19" fmla="*/ 50439 h 94328"/>
                      <a:gd name="connsiteX20" fmla="*/ 12405 w 59908"/>
                      <a:gd name="connsiteY20" fmla="*/ 49328 h 94328"/>
                      <a:gd name="connsiteX21" fmla="*/ 2226 w 59908"/>
                      <a:gd name="connsiteY21" fmla="*/ 45858 h 94328"/>
                      <a:gd name="connsiteX22" fmla="*/ 222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26" y="92338"/>
                        </a:moveTo>
                        <a:lnTo>
                          <a:pt x="51398" y="92338"/>
                        </a:lnTo>
                        <a:lnTo>
                          <a:pt x="51398" y="81789"/>
                        </a:lnTo>
                        <a:lnTo>
                          <a:pt x="13695" y="81789"/>
                        </a:lnTo>
                        <a:lnTo>
                          <a:pt x="13695" y="59124"/>
                        </a:lnTo>
                        <a:cubicBezTo>
                          <a:pt x="15508" y="59746"/>
                          <a:pt x="17320" y="60208"/>
                          <a:pt x="19132" y="60512"/>
                        </a:cubicBezTo>
                        <a:cubicBezTo>
                          <a:pt x="20958" y="60816"/>
                          <a:pt x="22784" y="60968"/>
                          <a:pt x="24609" y="60968"/>
                        </a:cubicBezTo>
                        <a:cubicBezTo>
                          <a:pt x="34941" y="60968"/>
                          <a:pt x="43124" y="58139"/>
                          <a:pt x="49156" y="52481"/>
                        </a:cubicBezTo>
                        <a:cubicBezTo>
                          <a:pt x="55202" y="46823"/>
                          <a:pt x="58225" y="39163"/>
                          <a:pt x="58225" y="29499"/>
                        </a:cubicBezTo>
                        <a:cubicBezTo>
                          <a:pt x="58225" y="19545"/>
                          <a:pt x="55122" y="11805"/>
                          <a:pt x="48918" y="6279"/>
                        </a:cubicBezTo>
                        <a:cubicBezTo>
                          <a:pt x="42713" y="766"/>
                          <a:pt x="33969" y="-1990"/>
                          <a:pt x="22684" y="-1990"/>
                        </a:cubicBezTo>
                        <a:cubicBezTo>
                          <a:pt x="18795" y="-1990"/>
                          <a:pt x="14833" y="-1660"/>
                          <a:pt x="10798" y="-999"/>
                        </a:cubicBezTo>
                        <a:cubicBezTo>
                          <a:pt x="6776" y="-338"/>
                          <a:pt x="2616" y="654"/>
                          <a:pt x="-1684" y="1976"/>
                        </a:cubicBezTo>
                        <a:lnTo>
                          <a:pt x="-1684" y="14567"/>
                        </a:lnTo>
                        <a:cubicBezTo>
                          <a:pt x="2034" y="12545"/>
                          <a:pt x="5877" y="11038"/>
                          <a:pt x="9846" y="10046"/>
                        </a:cubicBezTo>
                        <a:cubicBezTo>
                          <a:pt x="13814" y="9055"/>
                          <a:pt x="18008" y="8559"/>
                          <a:pt x="22426" y="8559"/>
                        </a:cubicBezTo>
                        <a:cubicBezTo>
                          <a:pt x="29583" y="8559"/>
                          <a:pt x="35246" y="10436"/>
                          <a:pt x="39413" y="14191"/>
                        </a:cubicBezTo>
                        <a:cubicBezTo>
                          <a:pt x="43593" y="17945"/>
                          <a:pt x="45683" y="23048"/>
                          <a:pt x="45683" y="29499"/>
                        </a:cubicBezTo>
                        <a:cubicBezTo>
                          <a:pt x="45683" y="35937"/>
                          <a:pt x="43593" y="41033"/>
                          <a:pt x="39413" y="44788"/>
                        </a:cubicBezTo>
                        <a:cubicBezTo>
                          <a:pt x="35246" y="48555"/>
                          <a:pt x="29583" y="50439"/>
                          <a:pt x="22426" y="50439"/>
                        </a:cubicBezTo>
                        <a:cubicBezTo>
                          <a:pt x="19080" y="50439"/>
                          <a:pt x="15739" y="50069"/>
                          <a:pt x="12405" y="49328"/>
                        </a:cubicBezTo>
                        <a:cubicBezTo>
                          <a:pt x="9085" y="48588"/>
                          <a:pt x="5692" y="47431"/>
                          <a:pt x="2226" y="45858"/>
                        </a:cubicBezTo>
                        <a:lnTo>
                          <a:pt x="222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7" name="Freeform: Shape 546">
                    <a:extLst>
                      <a:ext uri="{FF2B5EF4-FFF2-40B4-BE49-F238E27FC236}">
                        <a16:creationId xmlns:a16="http://schemas.microsoft.com/office/drawing/2014/main" id="{69D01E3F-00DF-B2B5-E68D-5E61E92E1DC5}"/>
                      </a:ext>
                    </a:extLst>
                  </p:cNvPr>
                  <p:cNvSpPr/>
                  <p:nvPr/>
                </p:nvSpPr>
                <p:spPr>
                  <a:xfrm flipV="1">
                    <a:off x="7274186" y="4959304"/>
                    <a:ext cx="63936" cy="95994"/>
                  </a:xfrm>
                  <a:custGeom>
                    <a:avLst/>
                    <a:gdLst>
                      <a:gd name="connsiteX0" fmla="*/ 31328 w 63936"/>
                      <a:gd name="connsiteY0" fmla="*/ 51012 h 95994"/>
                      <a:gd name="connsiteX1" fmla="*/ 17953 w 63936"/>
                      <a:gd name="connsiteY1" fmla="*/ 45241 h 95994"/>
                      <a:gd name="connsiteX2" fmla="*/ 13032 w 63936"/>
                      <a:gd name="connsiteY2" fmla="*/ 29457 h 95994"/>
                      <a:gd name="connsiteX3" fmla="*/ 17953 w 63936"/>
                      <a:gd name="connsiteY3" fmla="*/ 13673 h 95994"/>
                      <a:gd name="connsiteX4" fmla="*/ 31328 w 63936"/>
                      <a:gd name="connsiteY4" fmla="*/ 7883 h 95994"/>
                      <a:gd name="connsiteX5" fmla="*/ 44683 w 63936"/>
                      <a:gd name="connsiteY5" fmla="*/ 13673 h 95994"/>
                      <a:gd name="connsiteX6" fmla="*/ 49604 w 63936"/>
                      <a:gd name="connsiteY6" fmla="*/ 29457 h 95994"/>
                      <a:gd name="connsiteX7" fmla="*/ 44683 w 63936"/>
                      <a:gd name="connsiteY7" fmla="*/ 45241 h 95994"/>
                      <a:gd name="connsiteX8" fmla="*/ 31328 w 63936"/>
                      <a:gd name="connsiteY8" fmla="*/ 51012 h 95994"/>
                      <a:gd name="connsiteX9" fmla="*/ 56192 w 63936"/>
                      <a:gd name="connsiteY9" fmla="*/ 90254 h 95994"/>
                      <a:gd name="connsiteX10" fmla="*/ 56192 w 63936"/>
                      <a:gd name="connsiteY10" fmla="*/ 78852 h 95994"/>
                      <a:gd name="connsiteX11" fmla="*/ 46667 w 63936"/>
                      <a:gd name="connsiteY11" fmla="*/ 82243 h 95994"/>
                      <a:gd name="connsiteX12" fmla="*/ 37142 w 63936"/>
                      <a:gd name="connsiteY12" fmla="*/ 83433 h 95994"/>
                      <a:gd name="connsiteX13" fmla="*/ 18191 w 63936"/>
                      <a:gd name="connsiteY13" fmla="*/ 75065 h 95994"/>
                      <a:gd name="connsiteX14" fmla="*/ 10730 w 63936"/>
                      <a:gd name="connsiteY14" fmla="*/ 49782 h 95994"/>
                      <a:gd name="connsiteX15" fmla="*/ 19898 w 63936"/>
                      <a:gd name="connsiteY15" fmla="*/ 58051 h 95994"/>
                      <a:gd name="connsiteX16" fmla="*/ 32062 w 63936"/>
                      <a:gd name="connsiteY16" fmla="*/ 60926 h 95994"/>
                      <a:gd name="connsiteX17" fmla="*/ 54109 w 63936"/>
                      <a:gd name="connsiteY17" fmla="*/ 52459 h 95994"/>
                      <a:gd name="connsiteX18" fmla="*/ 62205 w 63936"/>
                      <a:gd name="connsiteY18" fmla="*/ 29457 h 95994"/>
                      <a:gd name="connsiteX19" fmla="*/ 53771 w 63936"/>
                      <a:gd name="connsiteY19" fmla="*/ 6574 h 95994"/>
                      <a:gd name="connsiteX20" fmla="*/ 31328 w 63936"/>
                      <a:gd name="connsiteY20" fmla="*/ -2032 h 95994"/>
                      <a:gd name="connsiteX21" fmla="*/ 6761 w 63936"/>
                      <a:gd name="connsiteY21" fmla="*/ 10262 h 95994"/>
                      <a:gd name="connsiteX22" fmla="*/ -1732 w 63936"/>
                      <a:gd name="connsiteY22" fmla="*/ 45935 h 95994"/>
                      <a:gd name="connsiteX23" fmla="*/ 8686 w 63936"/>
                      <a:gd name="connsiteY23" fmla="*/ 80914 h 95994"/>
                      <a:gd name="connsiteX24" fmla="*/ 36646 w 63936"/>
                      <a:gd name="connsiteY24" fmla="*/ 93962 h 95994"/>
                      <a:gd name="connsiteX25" fmla="*/ 46171 w 63936"/>
                      <a:gd name="connsiteY25" fmla="*/ 93030 h 95994"/>
                      <a:gd name="connsiteX26" fmla="*/ 56192 w 63936"/>
                      <a:gd name="connsiteY26" fmla="*/ 9025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936" h="95994">
                        <a:moveTo>
                          <a:pt x="31328" y="51012"/>
                        </a:moveTo>
                        <a:cubicBezTo>
                          <a:pt x="25706" y="51012"/>
                          <a:pt x="21247" y="49088"/>
                          <a:pt x="17953" y="45241"/>
                        </a:cubicBezTo>
                        <a:cubicBezTo>
                          <a:pt x="14672" y="41408"/>
                          <a:pt x="13032" y="36146"/>
                          <a:pt x="13032" y="29457"/>
                        </a:cubicBezTo>
                        <a:cubicBezTo>
                          <a:pt x="13032" y="22808"/>
                          <a:pt x="14672" y="17546"/>
                          <a:pt x="17953" y="13673"/>
                        </a:cubicBezTo>
                        <a:cubicBezTo>
                          <a:pt x="21247" y="9813"/>
                          <a:pt x="25706" y="7883"/>
                          <a:pt x="31328" y="7883"/>
                        </a:cubicBezTo>
                        <a:cubicBezTo>
                          <a:pt x="36950" y="7883"/>
                          <a:pt x="41402" y="9813"/>
                          <a:pt x="44683" y="13673"/>
                        </a:cubicBezTo>
                        <a:cubicBezTo>
                          <a:pt x="47964" y="17546"/>
                          <a:pt x="49604" y="22808"/>
                          <a:pt x="49604" y="29457"/>
                        </a:cubicBezTo>
                        <a:cubicBezTo>
                          <a:pt x="49604" y="36146"/>
                          <a:pt x="47964" y="41408"/>
                          <a:pt x="44683" y="45241"/>
                        </a:cubicBezTo>
                        <a:cubicBezTo>
                          <a:pt x="41402" y="49088"/>
                          <a:pt x="36950" y="51012"/>
                          <a:pt x="31328" y="51012"/>
                        </a:cubicBezTo>
                        <a:close/>
                        <a:moveTo>
                          <a:pt x="56192" y="90254"/>
                        </a:moveTo>
                        <a:lnTo>
                          <a:pt x="56192" y="78852"/>
                        </a:lnTo>
                        <a:cubicBezTo>
                          <a:pt x="53044" y="80333"/>
                          <a:pt x="49869" y="81463"/>
                          <a:pt x="46667" y="82243"/>
                        </a:cubicBezTo>
                        <a:cubicBezTo>
                          <a:pt x="43466" y="83036"/>
                          <a:pt x="40291" y="83433"/>
                          <a:pt x="37142" y="83433"/>
                        </a:cubicBezTo>
                        <a:cubicBezTo>
                          <a:pt x="28874" y="83433"/>
                          <a:pt x="22557" y="80643"/>
                          <a:pt x="18191" y="75065"/>
                        </a:cubicBezTo>
                        <a:cubicBezTo>
                          <a:pt x="13839" y="69486"/>
                          <a:pt x="11352" y="61058"/>
                          <a:pt x="10730" y="49782"/>
                        </a:cubicBezTo>
                        <a:cubicBezTo>
                          <a:pt x="13164" y="53378"/>
                          <a:pt x="16220" y="56134"/>
                          <a:pt x="19898" y="58051"/>
                        </a:cubicBezTo>
                        <a:cubicBezTo>
                          <a:pt x="23589" y="59968"/>
                          <a:pt x="27644" y="60926"/>
                          <a:pt x="32062" y="60926"/>
                        </a:cubicBezTo>
                        <a:cubicBezTo>
                          <a:pt x="41362" y="60926"/>
                          <a:pt x="48711" y="58104"/>
                          <a:pt x="54109" y="52459"/>
                        </a:cubicBezTo>
                        <a:cubicBezTo>
                          <a:pt x="59506" y="46828"/>
                          <a:pt x="62205" y="39160"/>
                          <a:pt x="62205" y="29457"/>
                        </a:cubicBezTo>
                        <a:cubicBezTo>
                          <a:pt x="62205" y="19952"/>
                          <a:pt x="59394" y="12324"/>
                          <a:pt x="53771" y="6574"/>
                        </a:cubicBezTo>
                        <a:cubicBezTo>
                          <a:pt x="48149" y="837"/>
                          <a:pt x="40668" y="-2032"/>
                          <a:pt x="31328" y="-2032"/>
                        </a:cubicBezTo>
                        <a:cubicBezTo>
                          <a:pt x="20612" y="-2032"/>
                          <a:pt x="12423" y="2066"/>
                          <a:pt x="6761" y="10262"/>
                        </a:cubicBezTo>
                        <a:cubicBezTo>
                          <a:pt x="1099" y="18471"/>
                          <a:pt x="-1732" y="30363"/>
                          <a:pt x="-1732" y="45935"/>
                        </a:cubicBezTo>
                        <a:cubicBezTo>
                          <a:pt x="-1732" y="60556"/>
                          <a:pt x="1741" y="72216"/>
                          <a:pt x="8686" y="80914"/>
                        </a:cubicBezTo>
                        <a:cubicBezTo>
                          <a:pt x="15632" y="89613"/>
                          <a:pt x="24952" y="93962"/>
                          <a:pt x="36646" y="93962"/>
                        </a:cubicBezTo>
                        <a:cubicBezTo>
                          <a:pt x="39795" y="93962"/>
                          <a:pt x="42970" y="93651"/>
                          <a:pt x="46171" y="93030"/>
                        </a:cubicBezTo>
                        <a:cubicBezTo>
                          <a:pt x="49373" y="92409"/>
                          <a:pt x="52713" y="91483"/>
                          <a:pt x="56192" y="9025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8" name="Freeform: Shape 547">
                    <a:extLst>
                      <a:ext uri="{FF2B5EF4-FFF2-40B4-BE49-F238E27FC236}">
                        <a16:creationId xmlns:a16="http://schemas.microsoft.com/office/drawing/2014/main" id="{57A10F0E-D3B3-697C-BEFF-DE351575A8D3}"/>
                      </a:ext>
                    </a:extLst>
                  </p:cNvPr>
                  <p:cNvSpPr/>
                  <p:nvPr/>
                </p:nvSpPr>
                <p:spPr>
                  <a:xfrm flipV="1">
                    <a:off x="7354491" y="4959304"/>
                    <a:ext cx="63996" cy="95994"/>
                  </a:xfrm>
                  <a:custGeom>
                    <a:avLst/>
                    <a:gdLst>
                      <a:gd name="connsiteX0" fmla="*/ 30286 w 63996"/>
                      <a:gd name="connsiteY0" fmla="*/ 84047 h 95994"/>
                      <a:gd name="connsiteX1" fmla="*/ 15741 w 63996"/>
                      <a:gd name="connsiteY1" fmla="*/ 74529 h 95994"/>
                      <a:gd name="connsiteX2" fmla="*/ 10879 w 63996"/>
                      <a:gd name="connsiteY2" fmla="*/ 45935 h 95994"/>
                      <a:gd name="connsiteX3" fmla="*/ 15741 w 63996"/>
                      <a:gd name="connsiteY3" fmla="*/ 17401 h 95994"/>
                      <a:gd name="connsiteX4" fmla="*/ 30286 w 63996"/>
                      <a:gd name="connsiteY4" fmla="*/ 7883 h 95994"/>
                      <a:gd name="connsiteX5" fmla="*/ 44891 w 63996"/>
                      <a:gd name="connsiteY5" fmla="*/ 17401 h 95994"/>
                      <a:gd name="connsiteX6" fmla="*/ 49773 w 63996"/>
                      <a:gd name="connsiteY6" fmla="*/ 45935 h 95994"/>
                      <a:gd name="connsiteX7" fmla="*/ 44891 w 63996"/>
                      <a:gd name="connsiteY7" fmla="*/ 74529 h 95994"/>
                      <a:gd name="connsiteX8" fmla="*/ 30286 w 63996"/>
                      <a:gd name="connsiteY8" fmla="*/ 84047 h 95994"/>
                      <a:gd name="connsiteX9" fmla="*/ 30286 w 63996"/>
                      <a:gd name="connsiteY9" fmla="*/ 93962 h 95994"/>
                      <a:gd name="connsiteX10" fmla="*/ 54079 w 63996"/>
                      <a:gd name="connsiteY10" fmla="*/ 81648 h 95994"/>
                      <a:gd name="connsiteX11" fmla="*/ 62294 w 63996"/>
                      <a:gd name="connsiteY11" fmla="*/ 45935 h 95994"/>
                      <a:gd name="connsiteX12" fmla="*/ 54079 w 63996"/>
                      <a:gd name="connsiteY12" fmla="*/ 10262 h 95994"/>
                      <a:gd name="connsiteX13" fmla="*/ 30286 w 63996"/>
                      <a:gd name="connsiteY13" fmla="*/ -2032 h 95994"/>
                      <a:gd name="connsiteX14" fmla="*/ 6513 w 63996"/>
                      <a:gd name="connsiteY14" fmla="*/ 10262 h 95994"/>
                      <a:gd name="connsiteX15" fmla="*/ -1702 w 63996"/>
                      <a:gd name="connsiteY15" fmla="*/ 45935 h 95994"/>
                      <a:gd name="connsiteX16" fmla="*/ 6513 w 63996"/>
                      <a:gd name="connsiteY16" fmla="*/ 81648 h 95994"/>
                      <a:gd name="connsiteX17" fmla="*/ 3028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86" y="84047"/>
                        </a:moveTo>
                        <a:cubicBezTo>
                          <a:pt x="23844" y="84047"/>
                          <a:pt x="18995" y="80875"/>
                          <a:pt x="15741" y="74529"/>
                        </a:cubicBezTo>
                        <a:cubicBezTo>
                          <a:pt x="12500" y="68197"/>
                          <a:pt x="10879" y="58666"/>
                          <a:pt x="10879" y="45935"/>
                        </a:cubicBezTo>
                        <a:cubicBezTo>
                          <a:pt x="10879" y="33258"/>
                          <a:pt x="12500" y="23746"/>
                          <a:pt x="15741" y="17401"/>
                        </a:cubicBezTo>
                        <a:cubicBezTo>
                          <a:pt x="18995" y="11055"/>
                          <a:pt x="23844" y="7883"/>
                          <a:pt x="30286" y="7883"/>
                        </a:cubicBezTo>
                        <a:cubicBezTo>
                          <a:pt x="36782" y="7883"/>
                          <a:pt x="41650" y="11055"/>
                          <a:pt x="44891" y="17401"/>
                        </a:cubicBezTo>
                        <a:cubicBezTo>
                          <a:pt x="48146" y="23746"/>
                          <a:pt x="49773" y="33258"/>
                          <a:pt x="49773" y="45935"/>
                        </a:cubicBezTo>
                        <a:cubicBezTo>
                          <a:pt x="49773" y="58666"/>
                          <a:pt x="48146" y="68197"/>
                          <a:pt x="44891" y="74529"/>
                        </a:cubicBezTo>
                        <a:cubicBezTo>
                          <a:pt x="41650" y="80875"/>
                          <a:pt x="36782" y="84047"/>
                          <a:pt x="30286" y="84047"/>
                        </a:cubicBezTo>
                        <a:close/>
                        <a:moveTo>
                          <a:pt x="30286" y="93962"/>
                        </a:moveTo>
                        <a:cubicBezTo>
                          <a:pt x="40671" y="93962"/>
                          <a:pt x="48602" y="89857"/>
                          <a:pt x="54079" y="81648"/>
                        </a:cubicBezTo>
                        <a:cubicBezTo>
                          <a:pt x="59556" y="73452"/>
                          <a:pt x="62294" y="61548"/>
                          <a:pt x="62294" y="45935"/>
                        </a:cubicBezTo>
                        <a:cubicBezTo>
                          <a:pt x="62294" y="30363"/>
                          <a:pt x="59556" y="18471"/>
                          <a:pt x="54079" y="10262"/>
                        </a:cubicBezTo>
                        <a:cubicBezTo>
                          <a:pt x="48602" y="2066"/>
                          <a:pt x="40671" y="-2032"/>
                          <a:pt x="30286" y="-2032"/>
                        </a:cubicBezTo>
                        <a:cubicBezTo>
                          <a:pt x="19915" y="-2032"/>
                          <a:pt x="11990" y="2066"/>
                          <a:pt x="6513" y="10262"/>
                        </a:cubicBezTo>
                        <a:cubicBezTo>
                          <a:pt x="1037" y="18471"/>
                          <a:pt x="-1702" y="30363"/>
                          <a:pt x="-1702" y="45935"/>
                        </a:cubicBezTo>
                        <a:cubicBezTo>
                          <a:pt x="-1702" y="61548"/>
                          <a:pt x="1037" y="73452"/>
                          <a:pt x="6513" y="81648"/>
                        </a:cubicBezTo>
                        <a:cubicBezTo>
                          <a:pt x="11990" y="89857"/>
                          <a:pt x="19915" y="93962"/>
                          <a:pt x="3028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49" name="Graphic 497">
                <a:extLst>
                  <a:ext uri="{FF2B5EF4-FFF2-40B4-BE49-F238E27FC236}">
                    <a16:creationId xmlns:a16="http://schemas.microsoft.com/office/drawing/2014/main" id="{A634E76C-3373-FCAA-95CB-E33C194CD333}"/>
                  </a:ext>
                </a:extLst>
              </p:cNvPr>
              <p:cNvGrpSpPr/>
              <p:nvPr/>
            </p:nvGrpSpPr>
            <p:grpSpPr>
              <a:xfrm>
                <a:off x="7762663" y="4868227"/>
                <a:ext cx="224169" cy="187070"/>
                <a:chOff x="7762663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50" name="Freeform: Shape 549">
                  <a:extLst>
                    <a:ext uri="{FF2B5EF4-FFF2-40B4-BE49-F238E27FC236}">
                      <a16:creationId xmlns:a16="http://schemas.microsoft.com/office/drawing/2014/main" id="{29468B0D-74FF-DC15-D763-3141CDAF8BC3}"/>
                    </a:ext>
                  </a:extLst>
                </p:cNvPr>
                <p:cNvSpPr/>
                <p:nvPr/>
              </p:nvSpPr>
              <p:spPr>
                <a:xfrm>
                  <a:off x="7874066" y="4868227"/>
                  <a:ext cx="12700" cy="44417"/>
                </a:xfrm>
                <a:custGeom>
                  <a:avLst/>
                  <a:gdLst>
                    <a:gd name="connsiteX0" fmla="*/ 371 w 12700"/>
                    <a:gd name="connsiteY0" fmla="*/ 286 h 44417"/>
                    <a:gd name="connsiteX1" fmla="*/ 371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71" y="286"/>
                      </a:moveTo>
                      <a:lnTo>
                        <a:pt x="371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51" name="Graphic 497">
                  <a:extLst>
                    <a:ext uri="{FF2B5EF4-FFF2-40B4-BE49-F238E27FC236}">
                      <a16:creationId xmlns:a16="http://schemas.microsoft.com/office/drawing/2014/main" id="{E5DF3616-190F-7FD7-3E8F-E7B2793FF31A}"/>
                    </a:ext>
                  </a:extLst>
                </p:cNvPr>
                <p:cNvGrpSpPr/>
                <p:nvPr/>
              </p:nvGrpSpPr>
              <p:grpSpPr>
                <a:xfrm>
                  <a:off x="7762663" y="4959304"/>
                  <a:ext cx="224169" cy="95994"/>
                  <a:chOff x="7762663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52" name="Freeform: Shape 551">
                    <a:extLst>
                      <a:ext uri="{FF2B5EF4-FFF2-40B4-BE49-F238E27FC236}">
                        <a16:creationId xmlns:a16="http://schemas.microsoft.com/office/drawing/2014/main" id="{215D8B29-14D8-8B62-A648-0A0820AA002D}"/>
                      </a:ext>
                    </a:extLst>
                  </p:cNvPr>
                  <p:cNvSpPr/>
                  <p:nvPr/>
                </p:nvSpPr>
                <p:spPr>
                  <a:xfrm flipV="1">
                    <a:off x="7762663" y="4960969"/>
                    <a:ext cx="59908" cy="94328"/>
                  </a:xfrm>
                  <a:custGeom>
                    <a:avLst/>
                    <a:gdLst>
                      <a:gd name="connsiteX0" fmla="*/ 2270 w 59908"/>
                      <a:gd name="connsiteY0" fmla="*/ 92338 h 94328"/>
                      <a:gd name="connsiteX1" fmla="*/ 51443 w 59908"/>
                      <a:gd name="connsiteY1" fmla="*/ 92338 h 94328"/>
                      <a:gd name="connsiteX2" fmla="*/ 51443 w 59908"/>
                      <a:gd name="connsiteY2" fmla="*/ 81789 h 94328"/>
                      <a:gd name="connsiteX3" fmla="*/ 13740 w 59908"/>
                      <a:gd name="connsiteY3" fmla="*/ 81789 h 94328"/>
                      <a:gd name="connsiteX4" fmla="*/ 13740 w 59908"/>
                      <a:gd name="connsiteY4" fmla="*/ 59124 h 94328"/>
                      <a:gd name="connsiteX5" fmla="*/ 19177 w 59908"/>
                      <a:gd name="connsiteY5" fmla="*/ 60512 h 94328"/>
                      <a:gd name="connsiteX6" fmla="*/ 24654 w 59908"/>
                      <a:gd name="connsiteY6" fmla="*/ 60968 h 94328"/>
                      <a:gd name="connsiteX7" fmla="*/ 49201 w 59908"/>
                      <a:gd name="connsiteY7" fmla="*/ 52481 h 94328"/>
                      <a:gd name="connsiteX8" fmla="*/ 58269 w 59908"/>
                      <a:gd name="connsiteY8" fmla="*/ 29499 h 94328"/>
                      <a:gd name="connsiteX9" fmla="*/ 48963 w 59908"/>
                      <a:gd name="connsiteY9" fmla="*/ 6279 h 94328"/>
                      <a:gd name="connsiteX10" fmla="*/ 22729 w 59908"/>
                      <a:gd name="connsiteY10" fmla="*/ -1990 h 94328"/>
                      <a:gd name="connsiteX11" fmla="*/ 10843 w 59908"/>
                      <a:gd name="connsiteY11" fmla="*/ -999 h 94328"/>
                      <a:gd name="connsiteX12" fmla="*/ -1639 w 59908"/>
                      <a:gd name="connsiteY12" fmla="*/ 1976 h 94328"/>
                      <a:gd name="connsiteX13" fmla="*/ -1639 w 59908"/>
                      <a:gd name="connsiteY13" fmla="*/ 14567 h 94328"/>
                      <a:gd name="connsiteX14" fmla="*/ 9890 w 59908"/>
                      <a:gd name="connsiteY14" fmla="*/ 10046 h 94328"/>
                      <a:gd name="connsiteX15" fmla="*/ 22471 w 59908"/>
                      <a:gd name="connsiteY15" fmla="*/ 8559 h 94328"/>
                      <a:gd name="connsiteX16" fmla="*/ 39458 w 59908"/>
                      <a:gd name="connsiteY16" fmla="*/ 14191 h 94328"/>
                      <a:gd name="connsiteX17" fmla="*/ 45728 w 59908"/>
                      <a:gd name="connsiteY17" fmla="*/ 29499 h 94328"/>
                      <a:gd name="connsiteX18" fmla="*/ 39458 w 59908"/>
                      <a:gd name="connsiteY18" fmla="*/ 44788 h 94328"/>
                      <a:gd name="connsiteX19" fmla="*/ 22471 w 59908"/>
                      <a:gd name="connsiteY19" fmla="*/ 50439 h 94328"/>
                      <a:gd name="connsiteX20" fmla="*/ 12450 w 59908"/>
                      <a:gd name="connsiteY20" fmla="*/ 49328 h 94328"/>
                      <a:gd name="connsiteX21" fmla="*/ 2270 w 59908"/>
                      <a:gd name="connsiteY21" fmla="*/ 45858 h 94328"/>
                      <a:gd name="connsiteX22" fmla="*/ 2270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70" y="92338"/>
                        </a:moveTo>
                        <a:lnTo>
                          <a:pt x="51443" y="92338"/>
                        </a:lnTo>
                        <a:lnTo>
                          <a:pt x="51443" y="81789"/>
                        </a:lnTo>
                        <a:lnTo>
                          <a:pt x="13740" y="81789"/>
                        </a:lnTo>
                        <a:lnTo>
                          <a:pt x="13740" y="59124"/>
                        </a:lnTo>
                        <a:cubicBezTo>
                          <a:pt x="15552" y="59746"/>
                          <a:pt x="17365" y="60208"/>
                          <a:pt x="19177" y="60512"/>
                        </a:cubicBezTo>
                        <a:cubicBezTo>
                          <a:pt x="21003" y="60816"/>
                          <a:pt x="22828" y="60968"/>
                          <a:pt x="24654" y="60968"/>
                        </a:cubicBezTo>
                        <a:cubicBezTo>
                          <a:pt x="34986" y="60968"/>
                          <a:pt x="43168" y="58139"/>
                          <a:pt x="49201" y="52481"/>
                        </a:cubicBezTo>
                        <a:cubicBezTo>
                          <a:pt x="55247" y="46823"/>
                          <a:pt x="58269" y="39163"/>
                          <a:pt x="58269" y="29499"/>
                        </a:cubicBezTo>
                        <a:cubicBezTo>
                          <a:pt x="58269" y="19545"/>
                          <a:pt x="55167" y="11805"/>
                          <a:pt x="48963" y="6279"/>
                        </a:cubicBezTo>
                        <a:cubicBezTo>
                          <a:pt x="42758" y="766"/>
                          <a:pt x="34014" y="-1990"/>
                          <a:pt x="22729" y="-1990"/>
                        </a:cubicBezTo>
                        <a:cubicBezTo>
                          <a:pt x="18840" y="-1990"/>
                          <a:pt x="14878" y="-1660"/>
                          <a:pt x="10843" y="-999"/>
                        </a:cubicBezTo>
                        <a:cubicBezTo>
                          <a:pt x="6821" y="-338"/>
                          <a:pt x="2661" y="654"/>
                          <a:pt x="-1639" y="1976"/>
                        </a:cubicBezTo>
                        <a:lnTo>
                          <a:pt x="-1639" y="14567"/>
                        </a:lnTo>
                        <a:cubicBezTo>
                          <a:pt x="2078" y="12545"/>
                          <a:pt x="5922" y="11038"/>
                          <a:pt x="9890" y="10046"/>
                        </a:cubicBezTo>
                        <a:cubicBezTo>
                          <a:pt x="13859" y="9055"/>
                          <a:pt x="18053" y="8559"/>
                          <a:pt x="22471" y="8559"/>
                        </a:cubicBezTo>
                        <a:cubicBezTo>
                          <a:pt x="29628" y="8559"/>
                          <a:pt x="35290" y="10436"/>
                          <a:pt x="39458" y="14191"/>
                        </a:cubicBezTo>
                        <a:cubicBezTo>
                          <a:pt x="43638" y="17945"/>
                          <a:pt x="45728" y="23048"/>
                          <a:pt x="45728" y="29499"/>
                        </a:cubicBezTo>
                        <a:cubicBezTo>
                          <a:pt x="45728" y="35937"/>
                          <a:pt x="43638" y="41033"/>
                          <a:pt x="39458" y="44788"/>
                        </a:cubicBezTo>
                        <a:cubicBezTo>
                          <a:pt x="35290" y="48555"/>
                          <a:pt x="29628" y="50439"/>
                          <a:pt x="22471" y="50439"/>
                        </a:cubicBezTo>
                        <a:cubicBezTo>
                          <a:pt x="19124" y="50439"/>
                          <a:pt x="15784" y="50069"/>
                          <a:pt x="12450" y="49328"/>
                        </a:cubicBezTo>
                        <a:cubicBezTo>
                          <a:pt x="9130" y="48588"/>
                          <a:pt x="5736" y="47431"/>
                          <a:pt x="2270" y="45858"/>
                        </a:cubicBezTo>
                        <a:lnTo>
                          <a:pt x="2270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53" name="Freeform: Shape 552">
                    <a:extLst>
                      <a:ext uri="{FF2B5EF4-FFF2-40B4-BE49-F238E27FC236}">
                        <a16:creationId xmlns:a16="http://schemas.microsoft.com/office/drawing/2014/main" id="{1FC01FE1-6B60-83CD-F3B4-BBD2399E5E6B}"/>
                      </a:ext>
                    </a:extLst>
                  </p:cNvPr>
                  <p:cNvSpPr/>
                  <p:nvPr/>
                </p:nvSpPr>
                <p:spPr>
                  <a:xfrm flipV="1">
                    <a:off x="7844079" y="4960969"/>
                    <a:ext cx="59531" cy="92524"/>
                  </a:xfrm>
                  <a:custGeom>
                    <a:avLst/>
                    <a:gdLst>
                      <a:gd name="connsiteX0" fmla="*/ -1654 w 59531"/>
                      <a:gd name="connsiteY0" fmla="*/ 90488 h 92524"/>
                      <a:gd name="connsiteX1" fmla="*/ 57877 w 59531"/>
                      <a:gd name="connsiteY1" fmla="*/ 90488 h 92524"/>
                      <a:gd name="connsiteX2" fmla="*/ 57877 w 59531"/>
                      <a:gd name="connsiteY2" fmla="*/ 85154 h 92524"/>
                      <a:gd name="connsiteX3" fmla="*/ 24262 w 59531"/>
                      <a:gd name="connsiteY3" fmla="*/ -2036 h 92524"/>
                      <a:gd name="connsiteX4" fmla="*/ 11185 w 59531"/>
                      <a:gd name="connsiteY4" fmla="*/ -2036 h 92524"/>
                      <a:gd name="connsiteX5" fmla="*/ 42816 w 59531"/>
                      <a:gd name="connsiteY5" fmla="*/ 79939 h 92524"/>
                      <a:gd name="connsiteX6" fmla="*/ -1654 w 59531"/>
                      <a:gd name="connsiteY6" fmla="*/ 79939 h 92524"/>
                      <a:gd name="connsiteX7" fmla="*/ -1654 w 59531"/>
                      <a:gd name="connsiteY7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531" h="92524">
                        <a:moveTo>
                          <a:pt x="-1654" y="90488"/>
                        </a:moveTo>
                        <a:lnTo>
                          <a:pt x="57877" y="90488"/>
                        </a:lnTo>
                        <a:lnTo>
                          <a:pt x="57877" y="85154"/>
                        </a:lnTo>
                        <a:lnTo>
                          <a:pt x="24262" y="-2036"/>
                        </a:lnTo>
                        <a:lnTo>
                          <a:pt x="11185" y="-2036"/>
                        </a:lnTo>
                        <a:lnTo>
                          <a:pt x="42816" y="79939"/>
                        </a:lnTo>
                        <a:lnTo>
                          <a:pt x="-1654" y="79939"/>
                        </a:lnTo>
                        <a:lnTo>
                          <a:pt x="-1654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54" name="Freeform: Shape 553">
                    <a:extLst>
                      <a:ext uri="{FF2B5EF4-FFF2-40B4-BE49-F238E27FC236}">
                        <a16:creationId xmlns:a16="http://schemas.microsoft.com/office/drawing/2014/main" id="{754443DD-E716-E797-166F-598987C37928}"/>
                      </a:ext>
                    </a:extLst>
                  </p:cNvPr>
                  <p:cNvSpPr/>
                  <p:nvPr/>
                </p:nvSpPr>
                <p:spPr>
                  <a:xfrm flipV="1">
                    <a:off x="7922837" y="4959304"/>
                    <a:ext cx="63996" cy="95994"/>
                  </a:xfrm>
                  <a:custGeom>
                    <a:avLst/>
                    <a:gdLst>
                      <a:gd name="connsiteX0" fmla="*/ 30331 w 63996"/>
                      <a:gd name="connsiteY0" fmla="*/ 84047 h 95994"/>
                      <a:gd name="connsiteX1" fmla="*/ 15786 w 63996"/>
                      <a:gd name="connsiteY1" fmla="*/ 74529 h 95994"/>
                      <a:gd name="connsiteX2" fmla="*/ 10924 w 63996"/>
                      <a:gd name="connsiteY2" fmla="*/ 45935 h 95994"/>
                      <a:gd name="connsiteX3" fmla="*/ 15786 w 63996"/>
                      <a:gd name="connsiteY3" fmla="*/ 17401 h 95994"/>
                      <a:gd name="connsiteX4" fmla="*/ 30331 w 63996"/>
                      <a:gd name="connsiteY4" fmla="*/ 7883 h 95994"/>
                      <a:gd name="connsiteX5" fmla="*/ 44936 w 63996"/>
                      <a:gd name="connsiteY5" fmla="*/ 17401 h 95994"/>
                      <a:gd name="connsiteX6" fmla="*/ 49818 w 63996"/>
                      <a:gd name="connsiteY6" fmla="*/ 45935 h 95994"/>
                      <a:gd name="connsiteX7" fmla="*/ 44936 w 63996"/>
                      <a:gd name="connsiteY7" fmla="*/ 74529 h 95994"/>
                      <a:gd name="connsiteX8" fmla="*/ 30331 w 63996"/>
                      <a:gd name="connsiteY8" fmla="*/ 84047 h 95994"/>
                      <a:gd name="connsiteX9" fmla="*/ 30331 w 63996"/>
                      <a:gd name="connsiteY9" fmla="*/ 93962 h 95994"/>
                      <a:gd name="connsiteX10" fmla="*/ 54124 w 63996"/>
                      <a:gd name="connsiteY10" fmla="*/ 81648 h 95994"/>
                      <a:gd name="connsiteX11" fmla="*/ 62339 w 63996"/>
                      <a:gd name="connsiteY11" fmla="*/ 45935 h 95994"/>
                      <a:gd name="connsiteX12" fmla="*/ 54124 w 63996"/>
                      <a:gd name="connsiteY12" fmla="*/ 10262 h 95994"/>
                      <a:gd name="connsiteX13" fmla="*/ 30331 w 63996"/>
                      <a:gd name="connsiteY13" fmla="*/ -2032 h 95994"/>
                      <a:gd name="connsiteX14" fmla="*/ 6558 w 63996"/>
                      <a:gd name="connsiteY14" fmla="*/ 10262 h 95994"/>
                      <a:gd name="connsiteX15" fmla="*/ -1657 w 63996"/>
                      <a:gd name="connsiteY15" fmla="*/ 45935 h 95994"/>
                      <a:gd name="connsiteX16" fmla="*/ 6558 w 63996"/>
                      <a:gd name="connsiteY16" fmla="*/ 81648 h 95994"/>
                      <a:gd name="connsiteX17" fmla="*/ 3033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31" y="84047"/>
                        </a:moveTo>
                        <a:cubicBezTo>
                          <a:pt x="23888" y="84047"/>
                          <a:pt x="19040" y="80875"/>
                          <a:pt x="15786" y="74529"/>
                        </a:cubicBezTo>
                        <a:cubicBezTo>
                          <a:pt x="12544" y="68197"/>
                          <a:pt x="10924" y="58666"/>
                          <a:pt x="10924" y="45935"/>
                        </a:cubicBezTo>
                        <a:cubicBezTo>
                          <a:pt x="10924" y="33258"/>
                          <a:pt x="12544" y="23746"/>
                          <a:pt x="15786" y="17401"/>
                        </a:cubicBezTo>
                        <a:cubicBezTo>
                          <a:pt x="19040" y="11055"/>
                          <a:pt x="23888" y="7883"/>
                          <a:pt x="30331" y="7883"/>
                        </a:cubicBezTo>
                        <a:cubicBezTo>
                          <a:pt x="36827" y="7883"/>
                          <a:pt x="41695" y="11055"/>
                          <a:pt x="44936" y="17401"/>
                        </a:cubicBezTo>
                        <a:cubicBezTo>
                          <a:pt x="48190" y="23746"/>
                          <a:pt x="49818" y="33258"/>
                          <a:pt x="49818" y="45935"/>
                        </a:cubicBezTo>
                        <a:cubicBezTo>
                          <a:pt x="49818" y="58666"/>
                          <a:pt x="48190" y="68197"/>
                          <a:pt x="44936" y="74529"/>
                        </a:cubicBezTo>
                        <a:cubicBezTo>
                          <a:pt x="41695" y="80875"/>
                          <a:pt x="36827" y="84047"/>
                          <a:pt x="30331" y="84047"/>
                        </a:cubicBezTo>
                        <a:close/>
                        <a:moveTo>
                          <a:pt x="30331" y="93962"/>
                        </a:moveTo>
                        <a:cubicBezTo>
                          <a:pt x="40716" y="93962"/>
                          <a:pt x="48647" y="89857"/>
                          <a:pt x="54124" y="81648"/>
                        </a:cubicBezTo>
                        <a:cubicBezTo>
                          <a:pt x="59601" y="73452"/>
                          <a:pt x="62339" y="61548"/>
                          <a:pt x="62339" y="45935"/>
                        </a:cubicBezTo>
                        <a:cubicBezTo>
                          <a:pt x="62339" y="30363"/>
                          <a:pt x="59601" y="18471"/>
                          <a:pt x="54124" y="10262"/>
                        </a:cubicBezTo>
                        <a:cubicBezTo>
                          <a:pt x="48647" y="2066"/>
                          <a:pt x="40716" y="-2032"/>
                          <a:pt x="30331" y="-2032"/>
                        </a:cubicBezTo>
                        <a:cubicBezTo>
                          <a:pt x="19959" y="-2032"/>
                          <a:pt x="12035" y="2066"/>
                          <a:pt x="6558" y="10262"/>
                        </a:cubicBezTo>
                        <a:cubicBezTo>
                          <a:pt x="1081" y="18471"/>
                          <a:pt x="-1657" y="30363"/>
                          <a:pt x="-1657" y="45935"/>
                        </a:cubicBezTo>
                        <a:cubicBezTo>
                          <a:pt x="-1657" y="61548"/>
                          <a:pt x="1081" y="73452"/>
                          <a:pt x="6558" y="81648"/>
                        </a:cubicBezTo>
                        <a:cubicBezTo>
                          <a:pt x="12035" y="89857"/>
                          <a:pt x="19959" y="93962"/>
                          <a:pt x="3033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55" name="Graphic 497">
                <a:extLst>
                  <a:ext uri="{FF2B5EF4-FFF2-40B4-BE49-F238E27FC236}">
                    <a16:creationId xmlns:a16="http://schemas.microsoft.com/office/drawing/2014/main" id="{05F204D4-5144-7AAA-1DB3-6B622FEBC52D}"/>
                  </a:ext>
                </a:extLst>
              </p:cNvPr>
              <p:cNvGrpSpPr/>
              <p:nvPr/>
            </p:nvGrpSpPr>
            <p:grpSpPr>
              <a:xfrm>
                <a:off x="8331008" y="4868227"/>
                <a:ext cx="224169" cy="187070"/>
                <a:chOff x="8331008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56" name="Freeform: Shape 555">
                  <a:extLst>
                    <a:ext uri="{FF2B5EF4-FFF2-40B4-BE49-F238E27FC236}">
                      <a16:creationId xmlns:a16="http://schemas.microsoft.com/office/drawing/2014/main" id="{055E7228-B8D2-3AA0-F76D-C5CF914CE363}"/>
                    </a:ext>
                  </a:extLst>
                </p:cNvPr>
                <p:cNvSpPr/>
                <p:nvPr/>
              </p:nvSpPr>
              <p:spPr>
                <a:xfrm>
                  <a:off x="8442411" y="4868227"/>
                  <a:ext cx="12700" cy="44417"/>
                </a:xfrm>
                <a:custGeom>
                  <a:avLst/>
                  <a:gdLst>
                    <a:gd name="connsiteX0" fmla="*/ 416 w 12700"/>
                    <a:gd name="connsiteY0" fmla="*/ 286 h 44417"/>
                    <a:gd name="connsiteX1" fmla="*/ 41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416" y="286"/>
                      </a:moveTo>
                      <a:lnTo>
                        <a:pt x="41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57" name="Graphic 497">
                  <a:extLst>
                    <a:ext uri="{FF2B5EF4-FFF2-40B4-BE49-F238E27FC236}">
                      <a16:creationId xmlns:a16="http://schemas.microsoft.com/office/drawing/2014/main" id="{379D1B21-4593-F862-F738-A0083107B0D3}"/>
                    </a:ext>
                  </a:extLst>
                </p:cNvPr>
                <p:cNvGrpSpPr/>
                <p:nvPr/>
              </p:nvGrpSpPr>
              <p:grpSpPr>
                <a:xfrm>
                  <a:off x="8331008" y="4959304"/>
                  <a:ext cx="224169" cy="95994"/>
                  <a:chOff x="8331008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58" name="Freeform: Shape 557">
                    <a:extLst>
                      <a:ext uri="{FF2B5EF4-FFF2-40B4-BE49-F238E27FC236}">
                        <a16:creationId xmlns:a16="http://schemas.microsoft.com/office/drawing/2014/main" id="{55AD9BB6-2D15-B604-BD8D-4E604806C849}"/>
                      </a:ext>
                    </a:extLst>
                  </p:cNvPr>
                  <p:cNvSpPr/>
                  <p:nvPr/>
                </p:nvSpPr>
                <p:spPr>
                  <a:xfrm flipV="1">
                    <a:off x="8331008" y="4960969"/>
                    <a:ext cx="59908" cy="94328"/>
                  </a:xfrm>
                  <a:custGeom>
                    <a:avLst/>
                    <a:gdLst>
                      <a:gd name="connsiteX0" fmla="*/ 2315 w 59908"/>
                      <a:gd name="connsiteY0" fmla="*/ 92338 h 94328"/>
                      <a:gd name="connsiteX1" fmla="*/ 51488 w 59908"/>
                      <a:gd name="connsiteY1" fmla="*/ 92338 h 94328"/>
                      <a:gd name="connsiteX2" fmla="*/ 51488 w 59908"/>
                      <a:gd name="connsiteY2" fmla="*/ 81789 h 94328"/>
                      <a:gd name="connsiteX3" fmla="*/ 13785 w 59908"/>
                      <a:gd name="connsiteY3" fmla="*/ 81789 h 94328"/>
                      <a:gd name="connsiteX4" fmla="*/ 13785 w 59908"/>
                      <a:gd name="connsiteY4" fmla="*/ 59124 h 94328"/>
                      <a:gd name="connsiteX5" fmla="*/ 19222 w 59908"/>
                      <a:gd name="connsiteY5" fmla="*/ 60512 h 94328"/>
                      <a:gd name="connsiteX6" fmla="*/ 24699 w 59908"/>
                      <a:gd name="connsiteY6" fmla="*/ 60968 h 94328"/>
                      <a:gd name="connsiteX7" fmla="*/ 49246 w 59908"/>
                      <a:gd name="connsiteY7" fmla="*/ 52481 h 94328"/>
                      <a:gd name="connsiteX8" fmla="*/ 58314 w 59908"/>
                      <a:gd name="connsiteY8" fmla="*/ 29499 h 94328"/>
                      <a:gd name="connsiteX9" fmla="*/ 49007 w 59908"/>
                      <a:gd name="connsiteY9" fmla="*/ 6279 h 94328"/>
                      <a:gd name="connsiteX10" fmla="*/ 22774 w 59908"/>
                      <a:gd name="connsiteY10" fmla="*/ -1990 h 94328"/>
                      <a:gd name="connsiteX11" fmla="*/ 10888 w 59908"/>
                      <a:gd name="connsiteY11" fmla="*/ -999 h 94328"/>
                      <a:gd name="connsiteX12" fmla="*/ -1594 w 59908"/>
                      <a:gd name="connsiteY12" fmla="*/ 1976 h 94328"/>
                      <a:gd name="connsiteX13" fmla="*/ -1594 w 59908"/>
                      <a:gd name="connsiteY13" fmla="*/ 14567 h 94328"/>
                      <a:gd name="connsiteX14" fmla="*/ 9935 w 59908"/>
                      <a:gd name="connsiteY14" fmla="*/ 10046 h 94328"/>
                      <a:gd name="connsiteX15" fmla="*/ 22516 w 59908"/>
                      <a:gd name="connsiteY15" fmla="*/ 8559 h 94328"/>
                      <a:gd name="connsiteX16" fmla="*/ 39502 w 59908"/>
                      <a:gd name="connsiteY16" fmla="*/ 14191 h 94328"/>
                      <a:gd name="connsiteX17" fmla="*/ 45773 w 59908"/>
                      <a:gd name="connsiteY17" fmla="*/ 29499 h 94328"/>
                      <a:gd name="connsiteX18" fmla="*/ 39502 w 59908"/>
                      <a:gd name="connsiteY18" fmla="*/ 44788 h 94328"/>
                      <a:gd name="connsiteX19" fmla="*/ 22516 w 59908"/>
                      <a:gd name="connsiteY19" fmla="*/ 50439 h 94328"/>
                      <a:gd name="connsiteX20" fmla="*/ 12495 w 59908"/>
                      <a:gd name="connsiteY20" fmla="*/ 49328 h 94328"/>
                      <a:gd name="connsiteX21" fmla="*/ 2315 w 59908"/>
                      <a:gd name="connsiteY21" fmla="*/ 45858 h 94328"/>
                      <a:gd name="connsiteX22" fmla="*/ 2315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315" y="92338"/>
                        </a:moveTo>
                        <a:lnTo>
                          <a:pt x="51488" y="92338"/>
                        </a:lnTo>
                        <a:lnTo>
                          <a:pt x="51488" y="81789"/>
                        </a:lnTo>
                        <a:lnTo>
                          <a:pt x="13785" y="81789"/>
                        </a:lnTo>
                        <a:lnTo>
                          <a:pt x="13785" y="59124"/>
                        </a:lnTo>
                        <a:cubicBezTo>
                          <a:pt x="15597" y="59746"/>
                          <a:pt x="17410" y="60208"/>
                          <a:pt x="19222" y="60512"/>
                        </a:cubicBezTo>
                        <a:cubicBezTo>
                          <a:pt x="21048" y="60816"/>
                          <a:pt x="22873" y="60968"/>
                          <a:pt x="24699" y="60968"/>
                        </a:cubicBezTo>
                        <a:cubicBezTo>
                          <a:pt x="35031" y="60968"/>
                          <a:pt x="43213" y="58139"/>
                          <a:pt x="49246" y="52481"/>
                        </a:cubicBezTo>
                        <a:cubicBezTo>
                          <a:pt x="55291" y="46823"/>
                          <a:pt x="58314" y="39163"/>
                          <a:pt x="58314" y="29499"/>
                        </a:cubicBezTo>
                        <a:cubicBezTo>
                          <a:pt x="58314" y="19545"/>
                          <a:pt x="55212" y="11805"/>
                          <a:pt x="49007" y="6279"/>
                        </a:cubicBezTo>
                        <a:cubicBezTo>
                          <a:pt x="42803" y="766"/>
                          <a:pt x="34058" y="-1990"/>
                          <a:pt x="22774" y="-1990"/>
                        </a:cubicBezTo>
                        <a:cubicBezTo>
                          <a:pt x="18885" y="-1990"/>
                          <a:pt x="14922" y="-1660"/>
                          <a:pt x="10888" y="-999"/>
                        </a:cubicBezTo>
                        <a:cubicBezTo>
                          <a:pt x="6866" y="-338"/>
                          <a:pt x="2705" y="654"/>
                          <a:pt x="-1594" y="1976"/>
                        </a:cubicBezTo>
                        <a:lnTo>
                          <a:pt x="-1594" y="14567"/>
                        </a:lnTo>
                        <a:cubicBezTo>
                          <a:pt x="2123" y="12545"/>
                          <a:pt x="5966" y="11038"/>
                          <a:pt x="9935" y="10046"/>
                        </a:cubicBezTo>
                        <a:cubicBezTo>
                          <a:pt x="13904" y="9055"/>
                          <a:pt x="18097" y="8559"/>
                          <a:pt x="22516" y="8559"/>
                        </a:cubicBezTo>
                        <a:cubicBezTo>
                          <a:pt x="29673" y="8559"/>
                          <a:pt x="35335" y="10436"/>
                          <a:pt x="39502" y="14191"/>
                        </a:cubicBezTo>
                        <a:cubicBezTo>
                          <a:pt x="43683" y="17945"/>
                          <a:pt x="45773" y="23048"/>
                          <a:pt x="45773" y="29499"/>
                        </a:cubicBezTo>
                        <a:cubicBezTo>
                          <a:pt x="45773" y="35937"/>
                          <a:pt x="43683" y="41033"/>
                          <a:pt x="39502" y="44788"/>
                        </a:cubicBezTo>
                        <a:cubicBezTo>
                          <a:pt x="35335" y="48555"/>
                          <a:pt x="29673" y="50439"/>
                          <a:pt x="22516" y="50439"/>
                        </a:cubicBezTo>
                        <a:cubicBezTo>
                          <a:pt x="19169" y="50439"/>
                          <a:pt x="15829" y="50069"/>
                          <a:pt x="12495" y="49328"/>
                        </a:cubicBezTo>
                        <a:cubicBezTo>
                          <a:pt x="9174" y="48588"/>
                          <a:pt x="5781" y="47431"/>
                          <a:pt x="2315" y="45858"/>
                        </a:cubicBezTo>
                        <a:lnTo>
                          <a:pt x="2315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59" name="Freeform: Shape 558">
                    <a:extLst>
                      <a:ext uri="{FF2B5EF4-FFF2-40B4-BE49-F238E27FC236}">
                        <a16:creationId xmlns:a16="http://schemas.microsoft.com/office/drawing/2014/main" id="{72C545F3-E753-E438-46C3-891DC9EA6550}"/>
                      </a:ext>
                    </a:extLst>
                  </p:cNvPr>
                  <p:cNvSpPr/>
                  <p:nvPr/>
                </p:nvSpPr>
                <p:spPr>
                  <a:xfrm flipV="1">
                    <a:off x="8410619" y="4959304"/>
                    <a:ext cx="63500" cy="95994"/>
                  </a:xfrm>
                  <a:custGeom>
                    <a:avLst/>
                    <a:gdLst>
                      <a:gd name="connsiteX0" fmla="*/ 30132 w 63500"/>
                      <a:gd name="connsiteY0" fmla="*/ 43714 h 95994"/>
                      <a:gd name="connsiteX1" fmla="*/ 16082 w 63500"/>
                      <a:gd name="connsiteY1" fmla="*/ 38935 h 95994"/>
                      <a:gd name="connsiteX2" fmla="*/ 10983 w 63500"/>
                      <a:gd name="connsiteY2" fmla="*/ 25808 h 95994"/>
                      <a:gd name="connsiteX3" fmla="*/ 16082 w 63500"/>
                      <a:gd name="connsiteY3" fmla="*/ 12661 h 95994"/>
                      <a:gd name="connsiteX4" fmla="*/ 30132 w 63500"/>
                      <a:gd name="connsiteY4" fmla="*/ 7883 h 95994"/>
                      <a:gd name="connsiteX5" fmla="*/ 44201 w 63500"/>
                      <a:gd name="connsiteY5" fmla="*/ 12681 h 95994"/>
                      <a:gd name="connsiteX6" fmla="*/ 49360 w 63500"/>
                      <a:gd name="connsiteY6" fmla="*/ 25808 h 95994"/>
                      <a:gd name="connsiteX7" fmla="*/ 44241 w 63500"/>
                      <a:gd name="connsiteY7" fmla="*/ 38935 h 95994"/>
                      <a:gd name="connsiteX8" fmla="*/ 30132 w 63500"/>
                      <a:gd name="connsiteY8" fmla="*/ 43714 h 95994"/>
                      <a:gd name="connsiteX9" fmla="*/ 17610 w 63500"/>
                      <a:gd name="connsiteY9" fmla="*/ 49029 h 95994"/>
                      <a:gd name="connsiteX10" fmla="*/ 5049 w 63500"/>
                      <a:gd name="connsiteY10" fmla="*/ 56524 h 95994"/>
                      <a:gd name="connsiteX11" fmla="*/ 565 w 63500"/>
                      <a:gd name="connsiteY11" fmla="*/ 69988 h 95994"/>
                      <a:gd name="connsiteX12" fmla="*/ 8462 w 63500"/>
                      <a:gd name="connsiteY12" fmla="*/ 87517 h 95994"/>
                      <a:gd name="connsiteX13" fmla="*/ 30132 w 63500"/>
                      <a:gd name="connsiteY13" fmla="*/ 93962 h 95994"/>
                      <a:gd name="connsiteX14" fmla="*/ 51841 w 63500"/>
                      <a:gd name="connsiteY14" fmla="*/ 87517 h 95994"/>
                      <a:gd name="connsiteX15" fmla="*/ 59719 w 63500"/>
                      <a:gd name="connsiteY15" fmla="*/ 69988 h 95994"/>
                      <a:gd name="connsiteX16" fmla="*/ 55214 w 63500"/>
                      <a:gd name="connsiteY16" fmla="*/ 56524 h 95994"/>
                      <a:gd name="connsiteX17" fmla="*/ 42733 w 63500"/>
                      <a:gd name="connsiteY17" fmla="*/ 49029 h 95994"/>
                      <a:gd name="connsiteX18" fmla="*/ 56822 w 63500"/>
                      <a:gd name="connsiteY18" fmla="*/ 40780 h 95994"/>
                      <a:gd name="connsiteX19" fmla="*/ 61882 w 63500"/>
                      <a:gd name="connsiteY19" fmla="*/ 25808 h 95994"/>
                      <a:gd name="connsiteX20" fmla="*/ 53666 w 63500"/>
                      <a:gd name="connsiteY20" fmla="*/ 5146 h 95994"/>
                      <a:gd name="connsiteX21" fmla="*/ 30132 w 63500"/>
                      <a:gd name="connsiteY21" fmla="*/ -2032 h 95994"/>
                      <a:gd name="connsiteX22" fmla="*/ 6597 w 63500"/>
                      <a:gd name="connsiteY22" fmla="*/ 5146 h 95994"/>
                      <a:gd name="connsiteX23" fmla="*/ -1618 w 63500"/>
                      <a:gd name="connsiteY23" fmla="*/ 25808 h 95994"/>
                      <a:gd name="connsiteX24" fmla="*/ 3462 w 63500"/>
                      <a:gd name="connsiteY24" fmla="*/ 40780 h 95994"/>
                      <a:gd name="connsiteX25" fmla="*/ 17610 w 63500"/>
                      <a:gd name="connsiteY25" fmla="*/ 49029 h 95994"/>
                      <a:gd name="connsiteX26" fmla="*/ 13026 w 63500"/>
                      <a:gd name="connsiteY26" fmla="*/ 68799 h 95994"/>
                      <a:gd name="connsiteX27" fmla="*/ 17511 w 63500"/>
                      <a:gd name="connsiteY27" fmla="*/ 57595 h 95994"/>
                      <a:gd name="connsiteX28" fmla="*/ 30132 w 63500"/>
                      <a:gd name="connsiteY28" fmla="*/ 53570 h 95994"/>
                      <a:gd name="connsiteX29" fmla="*/ 42752 w 63500"/>
                      <a:gd name="connsiteY29" fmla="*/ 57595 h 95994"/>
                      <a:gd name="connsiteX30" fmla="*/ 47316 w 63500"/>
                      <a:gd name="connsiteY30" fmla="*/ 68799 h 95994"/>
                      <a:gd name="connsiteX31" fmla="*/ 42752 w 63500"/>
                      <a:gd name="connsiteY31" fmla="*/ 80022 h 95994"/>
                      <a:gd name="connsiteX32" fmla="*/ 30132 w 63500"/>
                      <a:gd name="connsiteY32" fmla="*/ 84047 h 95994"/>
                      <a:gd name="connsiteX33" fmla="*/ 17511 w 63500"/>
                      <a:gd name="connsiteY33" fmla="*/ 80022 h 95994"/>
                      <a:gd name="connsiteX34" fmla="*/ 13026 w 63500"/>
                      <a:gd name="connsiteY34" fmla="*/ 6879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500" h="95994">
                        <a:moveTo>
                          <a:pt x="30132" y="43714"/>
                        </a:moveTo>
                        <a:cubicBezTo>
                          <a:pt x="24179" y="43714"/>
                          <a:pt x="19496" y="42121"/>
                          <a:pt x="16082" y="38935"/>
                        </a:cubicBezTo>
                        <a:cubicBezTo>
                          <a:pt x="12682" y="35750"/>
                          <a:pt x="10983" y="31374"/>
                          <a:pt x="10983" y="25808"/>
                        </a:cubicBezTo>
                        <a:cubicBezTo>
                          <a:pt x="10983" y="20230"/>
                          <a:pt x="12682" y="15847"/>
                          <a:pt x="16082" y="12661"/>
                        </a:cubicBezTo>
                        <a:cubicBezTo>
                          <a:pt x="19496" y="9476"/>
                          <a:pt x="24179" y="7883"/>
                          <a:pt x="30132" y="7883"/>
                        </a:cubicBezTo>
                        <a:cubicBezTo>
                          <a:pt x="36085" y="7883"/>
                          <a:pt x="40775" y="9482"/>
                          <a:pt x="44201" y="12681"/>
                        </a:cubicBezTo>
                        <a:cubicBezTo>
                          <a:pt x="47641" y="15894"/>
                          <a:pt x="49360" y="20269"/>
                          <a:pt x="49360" y="25808"/>
                        </a:cubicBezTo>
                        <a:cubicBezTo>
                          <a:pt x="49360" y="31374"/>
                          <a:pt x="47654" y="35750"/>
                          <a:pt x="44241" y="38935"/>
                        </a:cubicBezTo>
                        <a:cubicBezTo>
                          <a:pt x="40841" y="42121"/>
                          <a:pt x="36138" y="43714"/>
                          <a:pt x="30132" y="43714"/>
                        </a:cubicBezTo>
                        <a:close/>
                        <a:moveTo>
                          <a:pt x="17610" y="49029"/>
                        </a:moveTo>
                        <a:cubicBezTo>
                          <a:pt x="12239" y="50351"/>
                          <a:pt x="8052" y="52849"/>
                          <a:pt x="5049" y="56524"/>
                        </a:cubicBezTo>
                        <a:cubicBezTo>
                          <a:pt x="2059" y="60212"/>
                          <a:pt x="565" y="64700"/>
                          <a:pt x="565" y="69988"/>
                        </a:cubicBezTo>
                        <a:cubicBezTo>
                          <a:pt x="565" y="77378"/>
                          <a:pt x="3197" y="83221"/>
                          <a:pt x="8462" y="87517"/>
                        </a:cubicBezTo>
                        <a:cubicBezTo>
                          <a:pt x="13741" y="91814"/>
                          <a:pt x="20964" y="93962"/>
                          <a:pt x="30132" y="93962"/>
                        </a:cubicBezTo>
                        <a:cubicBezTo>
                          <a:pt x="39352" y="93962"/>
                          <a:pt x="46589" y="91814"/>
                          <a:pt x="51841" y="87517"/>
                        </a:cubicBezTo>
                        <a:cubicBezTo>
                          <a:pt x="57093" y="83221"/>
                          <a:pt x="59719" y="77378"/>
                          <a:pt x="59719" y="69988"/>
                        </a:cubicBezTo>
                        <a:cubicBezTo>
                          <a:pt x="59719" y="64700"/>
                          <a:pt x="58217" y="60212"/>
                          <a:pt x="55214" y="56524"/>
                        </a:cubicBezTo>
                        <a:cubicBezTo>
                          <a:pt x="52224" y="52849"/>
                          <a:pt x="48064" y="50351"/>
                          <a:pt x="42733" y="49029"/>
                        </a:cubicBezTo>
                        <a:cubicBezTo>
                          <a:pt x="48765" y="47627"/>
                          <a:pt x="53461" y="44878"/>
                          <a:pt x="56822" y="40780"/>
                        </a:cubicBezTo>
                        <a:cubicBezTo>
                          <a:pt x="60195" y="36695"/>
                          <a:pt x="61882" y="31704"/>
                          <a:pt x="61882" y="25808"/>
                        </a:cubicBezTo>
                        <a:cubicBezTo>
                          <a:pt x="61882" y="16832"/>
                          <a:pt x="59143" y="9945"/>
                          <a:pt x="53666" y="5146"/>
                        </a:cubicBezTo>
                        <a:cubicBezTo>
                          <a:pt x="48190" y="361"/>
                          <a:pt x="40345" y="-2032"/>
                          <a:pt x="30132" y="-2032"/>
                        </a:cubicBezTo>
                        <a:cubicBezTo>
                          <a:pt x="19932" y="-2032"/>
                          <a:pt x="12087" y="361"/>
                          <a:pt x="6597" y="5146"/>
                        </a:cubicBezTo>
                        <a:cubicBezTo>
                          <a:pt x="1120" y="9945"/>
                          <a:pt x="-1618" y="16832"/>
                          <a:pt x="-1618" y="25808"/>
                        </a:cubicBezTo>
                        <a:cubicBezTo>
                          <a:pt x="-1618" y="31704"/>
                          <a:pt x="75" y="36695"/>
                          <a:pt x="3462" y="40780"/>
                        </a:cubicBezTo>
                        <a:cubicBezTo>
                          <a:pt x="6862" y="44878"/>
                          <a:pt x="11578" y="47627"/>
                          <a:pt x="17610" y="49029"/>
                        </a:cubicBezTo>
                        <a:close/>
                        <a:moveTo>
                          <a:pt x="13026" y="68799"/>
                        </a:moveTo>
                        <a:cubicBezTo>
                          <a:pt x="13026" y="64013"/>
                          <a:pt x="14521" y="60278"/>
                          <a:pt x="17511" y="57595"/>
                        </a:cubicBezTo>
                        <a:cubicBezTo>
                          <a:pt x="20514" y="54911"/>
                          <a:pt x="24721" y="53570"/>
                          <a:pt x="30132" y="53570"/>
                        </a:cubicBezTo>
                        <a:cubicBezTo>
                          <a:pt x="35516" y="53570"/>
                          <a:pt x="39723" y="54911"/>
                          <a:pt x="42752" y="57595"/>
                        </a:cubicBezTo>
                        <a:cubicBezTo>
                          <a:pt x="45795" y="60278"/>
                          <a:pt x="47316" y="64013"/>
                          <a:pt x="47316" y="68799"/>
                        </a:cubicBezTo>
                        <a:cubicBezTo>
                          <a:pt x="47316" y="73597"/>
                          <a:pt x="45795" y="77338"/>
                          <a:pt x="42752" y="80022"/>
                        </a:cubicBezTo>
                        <a:cubicBezTo>
                          <a:pt x="39723" y="82706"/>
                          <a:pt x="35516" y="84047"/>
                          <a:pt x="30132" y="84047"/>
                        </a:cubicBezTo>
                        <a:cubicBezTo>
                          <a:pt x="24721" y="84047"/>
                          <a:pt x="20514" y="82706"/>
                          <a:pt x="17511" y="80022"/>
                        </a:cubicBezTo>
                        <a:cubicBezTo>
                          <a:pt x="14521" y="77338"/>
                          <a:pt x="13026" y="73597"/>
                          <a:pt x="13026" y="6879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60" name="Freeform: Shape 559">
                    <a:extLst>
                      <a:ext uri="{FF2B5EF4-FFF2-40B4-BE49-F238E27FC236}">
                        <a16:creationId xmlns:a16="http://schemas.microsoft.com/office/drawing/2014/main" id="{14FA182B-EAB8-35DC-C99B-710854FB8612}"/>
                      </a:ext>
                    </a:extLst>
                  </p:cNvPr>
                  <p:cNvSpPr/>
                  <p:nvPr/>
                </p:nvSpPr>
                <p:spPr>
                  <a:xfrm flipV="1">
                    <a:off x="8491182" y="4959304"/>
                    <a:ext cx="63996" cy="95994"/>
                  </a:xfrm>
                  <a:custGeom>
                    <a:avLst/>
                    <a:gdLst>
                      <a:gd name="connsiteX0" fmla="*/ 30376 w 63996"/>
                      <a:gd name="connsiteY0" fmla="*/ 84047 h 95994"/>
                      <a:gd name="connsiteX1" fmla="*/ 15830 w 63996"/>
                      <a:gd name="connsiteY1" fmla="*/ 74529 h 95994"/>
                      <a:gd name="connsiteX2" fmla="*/ 10969 w 63996"/>
                      <a:gd name="connsiteY2" fmla="*/ 45935 h 95994"/>
                      <a:gd name="connsiteX3" fmla="*/ 15830 w 63996"/>
                      <a:gd name="connsiteY3" fmla="*/ 17401 h 95994"/>
                      <a:gd name="connsiteX4" fmla="*/ 30376 w 63996"/>
                      <a:gd name="connsiteY4" fmla="*/ 7883 h 95994"/>
                      <a:gd name="connsiteX5" fmla="*/ 44981 w 63996"/>
                      <a:gd name="connsiteY5" fmla="*/ 17401 h 95994"/>
                      <a:gd name="connsiteX6" fmla="*/ 49862 w 63996"/>
                      <a:gd name="connsiteY6" fmla="*/ 45935 h 95994"/>
                      <a:gd name="connsiteX7" fmla="*/ 44981 w 63996"/>
                      <a:gd name="connsiteY7" fmla="*/ 74529 h 95994"/>
                      <a:gd name="connsiteX8" fmla="*/ 30376 w 63996"/>
                      <a:gd name="connsiteY8" fmla="*/ 84047 h 95994"/>
                      <a:gd name="connsiteX9" fmla="*/ 30376 w 63996"/>
                      <a:gd name="connsiteY9" fmla="*/ 93962 h 95994"/>
                      <a:gd name="connsiteX10" fmla="*/ 54168 w 63996"/>
                      <a:gd name="connsiteY10" fmla="*/ 81648 h 95994"/>
                      <a:gd name="connsiteX11" fmla="*/ 62384 w 63996"/>
                      <a:gd name="connsiteY11" fmla="*/ 45935 h 95994"/>
                      <a:gd name="connsiteX12" fmla="*/ 54168 w 63996"/>
                      <a:gd name="connsiteY12" fmla="*/ 10262 h 95994"/>
                      <a:gd name="connsiteX13" fmla="*/ 30376 w 63996"/>
                      <a:gd name="connsiteY13" fmla="*/ -2032 h 95994"/>
                      <a:gd name="connsiteX14" fmla="*/ 6603 w 63996"/>
                      <a:gd name="connsiteY14" fmla="*/ 10262 h 95994"/>
                      <a:gd name="connsiteX15" fmla="*/ -1612 w 63996"/>
                      <a:gd name="connsiteY15" fmla="*/ 45935 h 95994"/>
                      <a:gd name="connsiteX16" fmla="*/ 6603 w 63996"/>
                      <a:gd name="connsiteY16" fmla="*/ 81648 h 95994"/>
                      <a:gd name="connsiteX17" fmla="*/ 3037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76" y="84047"/>
                        </a:moveTo>
                        <a:cubicBezTo>
                          <a:pt x="23933" y="84047"/>
                          <a:pt x="19085" y="80875"/>
                          <a:pt x="15830" y="74529"/>
                        </a:cubicBezTo>
                        <a:cubicBezTo>
                          <a:pt x="12589" y="68197"/>
                          <a:pt x="10969" y="58666"/>
                          <a:pt x="10969" y="45935"/>
                        </a:cubicBezTo>
                        <a:cubicBezTo>
                          <a:pt x="10969" y="33258"/>
                          <a:pt x="12589" y="23746"/>
                          <a:pt x="15830" y="17401"/>
                        </a:cubicBezTo>
                        <a:cubicBezTo>
                          <a:pt x="19085" y="11055"/>
                          <a:pt x="23933" y="7883"/>
                          <a:pt x="30376" y="7883"/>
                        </a:cubicBezTo>
                        <a:cubicBezTo>
                          <a:pt x="36871" y="7883"/>
                          <a:pt x="41740" y="11055"/>
                          <a:pt x="44981" y="17401"/>
                        </a:cubicBezTo>
                        <a:cubicBezTo>
                          <a:pt x="48235" y="23746"/>
                          <a:pt x="49862" y="33258"/>
                          <a:pt x="49862" y="45935"/>
                        </a:cubicBezTo>
                        <a:cubicBezTo>
                          <a:pt x="49862" y="58666"/>
                          <a:pt x="48235" y="68197"/>
                          <a:pt x="44981" y="74529"/>
                        </a:cubicBezTo>
                        <a:cubicBezTo>
                          <a:pt x="41740" y="80875"/>
                          <a:pt x="36871" y="84047"/>
                          <a:pt x="30376" y="84047"/>
                        </a:cubicBezTo>
                        <a:close/>
                        <a:moveTo>
                          <a:pt x="30376" y="93962"/>
                        </a:moveTo>
                        <a:cubicBezTo>
                          <a:pt x="40761" y="93962"/>
                          <a:pt x="48692" y="89857"/>
                          <a:pt x="54168" y="81648"/>
                        </a:cubicBezTo>
                        <a:cubicBezTo>
                          <a:pt x="59645" y="73452"/>
                          <a:pt x="62384" y="61548"/>
                          <a:pt x="62384" y="45935"/>
                        </a:cubicBezTo>
                        <a:cubicBezTo>
                          <a:pt x="62384" y="30363"/>
                          <a:pt x="59645" y="18471"/>
                          <a:pt x="54168" y="10262"/>
                        </a:cubicBezTo>
                        <a:cubicBezTo>
                          <a:pt x="48692" y="2066"/>
                          <a:pt x="40761" y="-2032"/>
                          <a:pt x="30376" y="-2032"/>
                        </a:cubicBezTo>
                        <a:cubicBezTo>
                          <a:pt x="20004" y="-2032"/>
                          <a:pt x="12080" y="2066"/>
                          <a:pt x="6603" y="10262"/>
                        </a:cubicBezTo>
                        <a:cubicBezTo>
                          <a:pt x="1126" y="18471"/>
                          <a:pt x="-1612" y="30363"/>
                          <a:pt x="-1612" y="45935"/>
                        </a:cubicBezTo>
                        <a:cubicBezTo>
                          <a:pt x="-1612" y="61548"/>
                          <a:pt x="1126" y="73452"/>
                          <a:pt x="6603" y="81648"/>
                        </a:cubicBezTo>
                        <a:cubicBezTo>
                          <a:pt x="12080" y="89857"/>
                          <a:pt x="20004" y="93962"/>
                          <a:pt x="3037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561" name="Graphic 497">
              <a:extLst>
                <a:ext uri="{FF2B5EF4-FFF2-40B4-BE49-F238E27FC236}">
                  <a16:creationId xmlns:a16="http://schemas.microsoft.com/office/drawing/2014/main" id="{1C0B699A-E1A0-975A-1357-6113D2866E26}"/>
                </a:ext>
              </a:extLst>
            </p:cNvPr>
            <p:cNvGrpSpPr/>
            <p:nvPr/>
          </p:nvGrpSpPr>
          <p:grpSpPr>
            <a:xfrm>
              <a:off x="3851198" y="2312521"/>
              <a:ext cx="44450" cy="2284429"/>
              <a:chOff x="3851198" y="2312521"/>
              <a:chExt cx="44450" cy="2284429"/>
            </a:xfrm>
            <a:solidFill>
              <a:srgbClr val="000000"/>
            </a:solidFill>
          </p:grpSpPr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8BC1EFF5-2C5C-C8C0-62C6-7FF4CB7A9FC0}"/>
                  </a:ext>
                </a:extLst>
              </p:cNvPr>
              <p:cNvSpPr/>
              <p:nvPr/>
            </p:nvSpPr>
            <p:spPr>
              <a:xfrm>
                <a:off x="3851198" y="4584260"/>
                <a:ext cx="44450" cy="12690"/>
              </a:xfrm>
              <a:custGeom>
                <a:avLst/>
                <a:gdLst>
                  <a:gd name="connsiteX0" fmla="*/ 44508 w 44450"/>
                  <a:gd name="connsiteY0" fmla="*/ 264 h 12690"/>
                  <a:gd name="connsiteX1" fmla="*/ 58 w 44450"/>
                  <a:gd name="connsiteY1" fmla="*/ 26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64"/>
                    </a:moveTo>
                    <a:lnTo>
                      <a:pt x="58" y="26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18D18260-95DF-F34B-8E22-E4ABB44EF43E}"/>
                  </a:ext>
                </a:extLst>
              </p:cNvPr>
              <p:cNvSpPr/>
              <p:nvPr/>
            </p:nvSpPr>
            <p:spPr>
              <a:xfrm>
                <a:off x="3851198" y="4016325"/>
                <a:ext cx="44450" cy="12690"/>
              </a:xfrm>
              <a:custGeom>
                <a:avLst/>
                <a:gdLst>
                  <a:gd name="connsiteX0" fmla="*/ 44508 w 44450"/>
                  <a:gd name="connsiteY0" fmla="*/ 219 h 12690"/>
                  <a:gd name="connsiteX1" fmla="*/ 58 w 44450"/>
                  <a:gd name="connsiteY1" fmla="*/ 21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19"/>
                    </a:moveTo>
                    <a:lnTo>
                      <a:pt x="58" y="219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1EC464C4-A8E8-386F-556C-D5AD7D380C4A}"/>
                  </a:ext>
                </a:extLst>
              </p:cNvPr>
              <p:cNvSpPr/>
              <p:nvPr/>
            </p:nvSpPr>
            <p:spPr>
              <a:xfrm>
                <a:off x="3851198" y="3448391"/>
                <a:ext cx="44450" cy="12690"/>
              </a:xfrm>
              <a:custGeom>
                <a:avLst/>
                <a:gdLst>
                  <a:gd name="connsiteX0" fmla="*/ 44508 w 44450"/>
                  <a:gd name="connsiteY0" fmla="*/ 175 h 12690"/>
                  <a:gd name="connsiteX1" fmla="*/ 58 w 44450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65077546-3542-B3C9-428B-7777A9FEEB04}"/>
                  </a:ext>
                </a:extLst>
              </p:cNvPr>
              <p:cNvSpPr/>
              <p:nvPr/>
            </p:nvSpPr>
            <p:spPr>
              <a:xfrm>
                <a:off x="3851198" y="2880456"/>
                <a:ext cx="44450" cy="12690"/>
              </a:xfrm>
              <a:custGeom>
                <a:avLst/>
                <a:gdLst>
                  <a:gd name="connsiteX0" fmla="*/ 44508 w 44450"/>
                  <a:gd name="connsiteY0" fmla="*/ 130 h 12690"/>
                  <a:gd name="connsiteX1" fmla="*/ 58 w 44450"/>
                  <a:gd name="connsiteY1" fmla="*/ 13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30"/>
                    </a:moveTo>
                    <a:lnTo>
                      <a:pt x="58" y="130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185035E6-D456-085A-D01B-3D0F08C276BB}"/>
                  </a:ext>
                </a:extLst>
              </p:cNvPr>
              <p:cNvSpPr/>
              <p:nvPr/>
            </p:nvSpPr>
            <p:spPr>
              <a:xfrm>
                <a:off x="3851198" y="2312521"/>
                <a:ext cx="44450" cy="12690"/>
              </a:xfrm>
              <a:custGeom>
                <a:avLst/>
                <a:gdLst>
                  <a:gd name="connsiteX0" fmla="*/ 44508 w 44450"/>
                  <a:gd name="connsiteY0" fmla="*/ 85 h 12690"/>
                  <a:gd name="connsiteX1" fmla="*/ 58 w 44450"/>
                  <a:gd name="connsiteY1" fmla="*/ 8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85"/>
                    </a:moveTo>
                    <a:lnTo>
                      <a:pt x="58" y="8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832DECD-1894-A18A-44AE-C86D687A73A6}"/>
                </a:ext>
              </a:extLst>
            </p:cNvPr>
            <p:cNvSpPr/>
            <p:nvPr/>
          </p:nvSpPr>
          <p:spPr>
            <a:xfrm>
              <a:off x="3895648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BD56A7F9-5C7B-C4BA-4AAE-76A915CA3F85}"/>
                </a:ext>
              </a:extLst>
            </p:cNvPr>
            <p:cNvSpPr/>
            <p:nvPr/>
          </p:nvSpPr>
          <p:spPr>
            <a:xfrm>
              <a:off x="8442411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683C4E92-4DF9-CF83-2442-AF790769B9B0}"/>
                </a:ext>
              </a:extLst>
            </p:cNvPr>
            <p:cNvSpPr/>
            <p:nvPr/>
          </p:nvSpPr>
          <p:spPr>
            <a:xfrm>
              <a:off x="3895648" y="4868227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1FF91ED9-0110-31BF-78F3-81B8C1C14029}"/>
                </a:ext>
              </a:extLst>
            </p:cNvPr>
            <p:cNvSpPr/>
            <p:nvPr/>
          </p:nvSpPr>
          <p:spPr>
            <a:xfrm>
              <a:off x="3895648" y="202855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D69CB4C3-3E71-3110-BF75-1749B099E802}"/>
              </a:ext>
            </a:extLst>
          </p:cNvPr>
          <p:cNvGrpSpPr/>
          <p:nvPr/>
        </p:nvGrpSpPr>
        <p:grpSpPr>
          <a:xfrm>
            <a:off x="730502" y="548833"/>
            <a:ext cx="4543909" cy="2845128"/>
            <a:chOff x="831551" y="1233171"/>
            <a:chExt cx="4559463" cy="2852363"/>
          </a:xfrm>
        </p:grpSpPr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3B7C5654-E234-7C2F-C09D-C17BDCF6DB3C}"/>
                </a:ext>
              </a:extLst>
            </p:cNvPr>
            <p:cNvSpPr/>
            <p:nvPr/>
          </p:nvSpPr>
          <p:spPr>
            <a:xfrm>
              <a:off x="2660706" y="2597210"/>
              <a:ext cx="282391" cy="111525"/>
            </a:xfrm>
            <a:custGeom>
              <a:avLst/>
              <a:gdLst>
                <a:gd name="connsiteX0" fmla="*/ 282392 w 282391"/>
                <a:gd name="connsiteY0" fmla="*/ 2316 h 111525"/>
                <a:gd name="connsiteX1" fmla="*/ 281492 w 282391"/>
                <a:gd name="connsiteY1" fmla="*/ 111526 h 111525"/>
                <a:gd name="connsiteX2" fmla="*/ 0 w 282391"/>
                <a:gd name="connsiteY2" fmla="*/ 109210 h 111525"/>
                <a:gd name="connsiteX3" fmla="*/ 900 w 282391"/>
                <a:gd name="connsiteY3" fmla="*/ 0 h 11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391" h="111525">
                  <a:moveTo>
                    <a:pt x="282392" y="2316"/>
                  </a:moveTo>
                  <a:lnTo>
                    <a:pt x="281492" y="111526"/>
                  </a:lnTo>
                  <a:lnTo>
                    <a:pt x="0" y="109210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000000">
                <a:alpha val="40000"/>
              </a:srgb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79749180-FBF5-5715-E69E-C1631BA30088}"/>
                </a:ext>
              </a:extLst>
            </p:cNvPr>
            <p:cNvSpPr/>
            <p:nvPr/>
          </p:nvSpPr>
          <p:spPr>
            <a:xfrm>
              <a:off x="831551" y="1233171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6DA53DA2-801C-52A8-5A68-042411B0992D}"/>
                </a:ext>
              </a:extLst>
            </p:cNvPr>
            <p:cNvSpPr/>
            <p:nvPr/>
          </p:nvSpPr>
          <p:spPr>
            <a:xfrm>
              <a:off x="5378314" y="1233171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62D9979C-3B04-F906-0DC8-F45399091D6C}"/>
                </a:ext>
              </a:extLst>
            </p:cNvPr>
            <p:cNvSpPr/>
            <p:nvPr/>
          </p:nvSpPr>
          <p:spPr>
            <a:xfrm>
              <a:off x="831551" y="407284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6BCBD57A-8A84-4ACC-EC5E-C21BB734B397}"/>
                </a:ext>
              </a:extLst>
            </p:cNvPr>
            <p:cNvSpPr/>
            <p:nvPr/>
          </p:nvSpPr>
          <p:spPr>
            <a:xfrm>
              <a:off x="831551" y="1233171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14CE24C8-B27B-7412-FDE7-D1379E85447A}"/>
              </a:ext>
            </a:extLst>
          </p:cNvPr>
          <p:cNvGrpSpPr/>
          <p:nvPr/>
        </p:nvGrpSpPr>
        <p:grpSpPr>
          <a:xfrm>
            <a:off x="5355832" y="548680"/>
            <a:ext cx="4558870" cy="2845205"/>
            <a:chOff x="831551" y="1233171"/>
            <a:chExt cx="4559463" cy="2852363"/>
          </a:xfrm>
        </p:grpSpPr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17DC4B6-FEAC-4940-539D-446E6D9385D2}"/>
                </a:ext>
              </a:extLst>
            </p:cNvPr>
            <p:cNvSpPr/>
            <p:nvPr/>
          </p:nvSpPr>
          <p:spPr>
            <a:xfrm>
              <a:off x="2660706" y="2597210"/>
              <a:ext cx="282391" cy="111525"/>
            </a:xfrm>
            <a:custGeom>
              <a:avLst/>
              <a:gdLst>
                <a:gd name="connsiteX0" fmla="*/ 282392 w 282391"/>
                <a:gd name="connsiteY0" fmla="*/ 2316 h 111525"/>
                <a:gd name="connsiteX1" fmla="*/ 281492 w 282391"/>
                <a:gd name="connsiteY1" fmla="*/ 111526 h 111525"/>
                <a:gd name="connsiteX2" fmla="*/ 0 w 282391"/>
                <a:gd name="connsiteY2" fmla="*/ 109210 h 111525"/>
                <a:gd name="connsiteX3" fmla="*/ 900 w 282391"/>
                <a:gd name="connsiteY3" fmla="*/ 0 h 11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391" h="111525">
                  <a:moveTo>
                    <a:pt x="282392" y="2316"/>
                  </a:moveTo>
                  <a:lnTo>
                    <a:pt x="281492" y="111526"/>
                  </a:lnTo>
                  <a:lnTo>
                    <a:pt x="0" y="109210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000000">
                <a:alpha val="40000"/>
              </a:srgb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39478A1B-FFDF-46CE-B26F-995E41CC3BAF}"/>
                </a:ext>
              </a:extLst>
            </p:cNvPr>
            <p:cNvSpPr/>
            <p:nvPr/>
          </p:nvSpPr>
          <p:spPr>
            <a:xfrm>
              <a:off x="831551" y="1233171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F68472A2-1BB5-7A9E-BF80-CE78DF545F46}"/>
                </a:ext>
              </a:extLst>
            </p:cNvPr>
            <p:cNvSpPr/>
            <p:nvPr/>
          </p:nvSpPr>
          <p:spPr>
            <a:xfrm>
              <a:off x="5378314" y="1233171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7CBD17D4-11D5-0A10-49DE-03AB312D4F1F}"/>
                </a:ext>
              </a:extLst>
            </p:cNvPr>
            <p:cNvSpPr/>
            <p:nvPr/>
          </p:nvSpPr>
          <p:spPr>
            <a:xfrm>
              <a:off x="831551" y="407284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6A4762E-FCA9-287B-458F-D16273F04A10}"/>
                </a:ext>
              </a:extLst>
            </p:cNvPr>
            <p:cNvSpPr/>
            <p:nvPr/>
          </p:nvSpPr>
          <p:spPr>
            <a:xfrm>
              <a:off x="831551" y="1233171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CE3B8319-ACA7-C5B2-69CB-000E1C97A76F}"/>
              </a:ext>
            </a:extLst>
          </p:cNvPr>
          <p:cNvGrpSpPr/>
          <p:nvPr/>
        </p:nvGrpSpPr>
        <p:grpSpPr>
          <a:xfrm>
            <a:off x="9978008" y="536194"/>
            <a:ext cx="4558870" cy="2857691"/>
            <a:chOff x="831551" y="1233171"/>
            <a:chExt cx="4559463" cy="2852363"/>
          </a:xfrm>
        </p:grpSpPr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08C18057-6947-A073-2220-F338B8FBB6D7}"/>
                </a:ext>
              </a:extLst>
            </p:cNvPr>
            <p:cNvSpPr/>
            <p:nvPr/>
          </p:nvSpPr>
          <p:spPr>
            <a:xfrm>
              <a:off x="2660706" y="2597210"/>
              <a:ext cx="282391" cy="111525"/>
            </a:xfrm>
            <a:custGeom>
              <a:avLst/>
              <a:gdLst>
                <a:gd name="connsiteX0" fmla="*/ 282392 w 282391"/>
                <a:gd name="connsiteY0" fmla="*/ 2316 h 111525"/>
                <a:gd name="connsiteX1" fmla="*/ 281492 w 282391"/>
                <a:gd name="connsiteY1" fmla="*/ 111526 h 111525"/>
                <a:gd name="connsiteX2" fmla="*/ 0 w 282391"/>
                <a:gd name="connsiteY2" fmla="*/ 109210 h 111525"/>
                <a:gd name="connsiteX3" fmla="*/ 900 w 282391"/>
                <a:gd name="connsiteY3" fmla="*/ 0 h 11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391" h="111525">
                  <a:moveTo>
                    <a:pt x="282392" y="2316"/>
                  </a:moveTo>
                  <a:lnTo>
                    <a:pt x="281492" y="111526"/>
                  </a:lnTo>
                  <a:lnTo>
                    <a:pt x="0" y="109210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000000">
                <a:alpha val="40000"/>
              </a:srgb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FCD5D172-94A1-4DBC-DC7C-25E16A1AEB40}"/>
                </a:ext>
              </a:extLst>
            </p:cNvPr>
            <p:cNvSpPr/>
            <p:nvPr/>
          </p:nvSpPr>
          <p:spPr>
            <a:xfrm>
              <a:off x="831551" y="1233171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8E85076F-77C8-0FA3-D1E9-214BE4D234A2}"/>
                </a:ext>
              </a:extLst>
            </p:cNvPr>
            <p:cNvSpPr/>
            <p:nvPr/>
          </p:nvSpPr>
          <p:spPr>
            <a:xfrm>
              <a:off x="5378314" y="1233171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98FC03D7-B123-F7E7-2B00-B8B85FDFB228}"/>
                </a:ext>
              </a:extLst>
            </p:cNvPr>
            <p:cNvSpPr/>
            <p:nvPr/>
          </p:nvSpPr>
          <p:spPr>
            <a:xfrm>
              <a:off x="831551" y="407284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392E8CA-00DE-190A-5CB9-3FF6908FDDF6}"/>
                </a:ext>
              </a:extLst>
            </p:cNvPr>
            <p:cNvSpPr/>
            <p:nvPr/>
          </p:nvSpPr>
          <p:spPr>
            <a:xfrm>
              <a:off x="831551" y="1233171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EC7F6770-C974-46FD-AE83-232D0FEAFA1D}"/>
              </a:ext>
            </a:extLst>
          </p:cNvPr>
          <p:cNvGrpSpPr/>
          <p:nvPr/>
        </p:nvGrpSpPr>
        <p:grpSpPr>
          <a:xfrm>
            <a:off x="742922" y="3457390"/>
            <a:ext cx="4537303" cy="2852363"/>
            <a:chOff x="6925156" y="3041536"/>
            <a:chExt cx="4559463" cy="2852363"/>
          </a:xfrm>
        </p:grpSpPr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476D224-1DDB-70AA-B7C3-4D9C2F5F6EAE}"/>
                </a:ext>
              </a:extLst>
            </p:cNvPr>
            <p:cNvSpPr/>
            <p:nvPr/>
          </p:nvSpPr>
          <p:spPr>
            <a:xfrm>
              <a:off x="9975995" y="4438987"/>
              <a:ext cx="285890" cy="121065"/>
            </a:xfrm>
            <a:custGeom>
              <a:avLst/>
              <a:gdLst>
                <a:gd name="connsiteX0" fmla="*/ 285890 w 285890"/>
                <a:gd name="connsiteY0" fmla="*/ 11950 h 121065"/>
                <a:gd name="connsiteX1" fmla="*/ 281247 w 285890"/>
                <a:gd name="connsiteY1" fmla="*/ 121066 h 121065"/>
                <a:gd name="connsiteX2" fmla="*/ 0 w 285890"/>
                <a:gd name="connsiteY2" fmla="*/ 109115 h 121065"/>
                <a:gd name="connsiteX3" fmla="*/ 4643 w 285890"/>
                <a:gd name="connsiteY3" fmla="*/ 0 h 12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890" h="121065">
                  <a:moveTo>
                    <a:pt x="285890" y="11950"/>
                  </a:moveTo>
                  <a:lnTo>
                    <a:pt x="281247" y="121066"/>
                  </a:lnTo>
                  <a:lnTo>
                    <a:pt x="0" y="109115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000000">
                <a:alpha val="40000"/>
              </a:srgb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C1356C1E-869A-5D2B-07BD-0BC3EBC19368}"/>
                </a:ext>
              </a:extLst>
            </p:cNvPr>
            <p:cNvSpPr/>
            <p:nvPr/>
          </p:nvSpPr>
          <p:spPr>
            <a:xfrm>
              <a:off x="6925156" y="3041536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114BB45A-782D-264F-CB22-30DF8B44F59C}"/>
                </a:ext>
              </a:extLst>
            </p:cNvPr>
            <p:cNvSpPr/>
            <p:nvPr/>
          </p:nvSpPr>
          <p:spPr>
            <a:xfrm>
              <a:off x="11471919" y="3041536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5A2931C-2538-5BB1-5E41-5DC10A86A97F}"/>
                </a:ext>
              </a:extLst>
            </p:cNvPr>
            <p:cNvSpPr/>
            <p:nvPr/>
          </p:nvSpPr>
          <p:spPr>
            <a:xfrm>
              <a:off x="6925156" y="5881209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D69DD60-D960-BD00-90E3-26B026C24590}"/>
                </a:ext>
              </a:extLst>
            </p:cNvPr>
            <p:cNvSpPr/>
            <p:nvPr/>
          </p:nvSpPr>
          <p:spPr>
            <a:xfrm>
              <a:off x="6925156" y="3041536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580" name="Group 579">
            <a:extLst>
              <a:ext uri="{FF2B5EF4-FFF2-40B4-BE49-F238E27FC236}">
                <a16:creationId xmlns:a16="http://schemas.microsoft.com/office/drawing/2014/main" id="{65578AC8-3296-19D3-8433-CE0DCFAF04C1}"/>
              </a:ext>
            </a:extLst>
          </p:cNvPr>
          <p:cNvGrpSpPr/>
          <p:nvPr/>
        </p:nvGrpSpPr>
        <p:grpSpPr>
          <a:xfrm>
            <a:off x="5359965" y="3472272"/>
            <a:ext cx="4554737" cy="2837481"/>
            <a:chOff x="6925156" y="3041536"/>
            <a:chExt cx="4559463" cy="2852363"/>
          </a:xfrm>
        </p:grpSpPr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0C137372-F750-20FC-10F9-140F1C0355AA}"/>
                </a:ext>
              </a:extLst>
            </p:cNvPr>
            <p:cNvSpPr/>
            <p:nvPr/>
          </p:nvSpPr>
          <p:spPr>
            <a:xfrm>
              <a:off x="9975995" y="4438987"/>
              <a:ext cx="285890" cy="121065"/>
            </a:xfrm>
            <a:custGeom>
              <a:avLst/>
              <a:gdLst>
                <a:gd name="connsiteX0" fmla="*/ 285890 w 285890"/>
                <a:gd name="connsiteY0" fmla="*/ 11950 h 121065"/>
                <a:gd name="connsiteX1" fmla="*/ 281247 w 285890"/>
                <a:gd name="connsiteY1" fmla="*/ 121066 h 121065"/>
                <a:gd name="connsiteX2" fmla="*/ 0 w 285890"/>
                <a:gd name="connsiteY2" fmla="*/ 109115 h 121065"/>
                <a:gd name="connsiteX3" fmla="*/ 4643 w 285890"/>
                <a:gd name="connsiteY3" fmla="*/ 0 h 12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890" h="121065">
                  <a:moveTo>
                    <a:pt x="285890" y="11950"/>
                  </a:moveTo>
                  <a:lnTo>
                    <a:pt x="281247" y="121066"/>
                  </a:lnTo>
                  <a:lnTo>
                    <a:pt x="0" y="109115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000000">
                <a:alpha val="40000"/>
              </a:srgb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688F65F8-776F-D366-CA3D-2DE5D6EC08E1}"/>
                </a:ext>
              </a:extLst>
            </p:cNvPr>
            <p:cNvSpPr/>
            <p:nvPr/>
          </p:nvSpPr>
          <p:spPr>
            <a:xfrm>
              <a:off x="6925156" y="3041536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F8E3B929-B9B5-96E9-1D90-5D49913666D2}"/>
                </a:ext>
              </a:extLst>
            </p:cNvPr>
            <p:cNvSpPr/>
            <p:nvPr/>
          </p:nvSpPr>
          <p:spPr>
            <a:xfrm>
              <a:off x="11471919" y="3041536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B6CA1BFB-6EFD-0939-BB01-477D5D6E0039}"/>
                </a:ext>
              </a:extLst>
            </p:cNvPr>
            <p:cNvSpPr/>
            <p:nvPr/>
          </p:nvSpPr>
          <p:spPr>
            <a:xfrm>
              <a:off x="6925156" y="5881209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EB21E9A6-CAC9-380D-7356-523B28532DEE}"/>
                </a:ext>
              </a:extLst>
            </p:cNvPr>
            <p:cNvSpPr/>
            <p:nvPr/>
          </p:nvSpPr>
          <p:spPr>
            <a:xfrm>
              <a:off x="6925156" y="3041536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490B92A9-230D-6429-7F36-ADAC902EB38C}"/>
              </a:ext>
            </a:extLst>
          </p:cNvPr>
          <p:cNvGrpSpPr/>
          <p:nvPr/>
        </p:nvGrpSpPr>
        <p:grpSpPr>
          <a:xfrm>
            <a:off x="9975567" y="3468194"/>
            <a:ext cx="4561280" cy="2852896"/>
            <a:chOff x="6925156" y="3041536"/>
            <a:chExt cx="4559463" cy="2852363"/>
          </a:xfrm>
        </p:grpSpPr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1C1212A0-8BD7-308E-CB00-84D763A6BB80}"/>
                </a:ext>
              </a:extLst>
            </p:cNvPr>
            <p:cNvSpPr/>
            <p:nvPr/>
          </p:nvSpPr>
          <p:spPr>
            <a:xfrm>
              <a:off x="9975995" y="4438987"/>
              <a:ext cx="285890" cy="121065"/>
            </a:xfrm>
            <a:custGeom>
              <a:avLst/>
              <a:gdLst>
                <a:gd name="connsiteX0" fmla="*/ 285890 w 285890"/>
                <a:gd name="connsiteY0" fmla="*/ 11950 h 121065"/>
                <a:gd name="connsiteX1" fmla="*/ 281247 w 285890"/>
                <a:gd name="connsiteY1" fmla="*/ 121066 h 121065"/>
                <a:gd name="connsiteX2" fmla="*/ 0 w 285890"/>
                <a:gd name="connsiteY2" fmla="*/ 109115 h 121065"/>
                <a:gd name="connsiteX3" fmla="*/ 4643 w 285890"/>
                <a:gd name="connsiteY3" fmla="*/ 0 h 12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890" h="121065">
                  <a:moveTo>
                    <a:pt x="285890" y="11950"/>
                  </a:moveTo>
                  <a:lnTo>
                    <a:pt x="281247" y="121066"/>
                  </a:lnTo>
                  <a:lnTo>
                    <a:pt x="0" y="109115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000000">
                <a:alpha val="40000"/>
              </a:srgb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F7F66258-87D6-99B3-7F87-B5E0B21331F2}"/>
                </a:ext>
              </a:extLst>
            </p:cNvPr>
            <p:cNvSpPr/>
            <p:nvPr/>
          </p:nvSpPr>
          <p:spPr>
            <a:xfrm>
              <a:off x="6925156" y="3041536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A9476168-69E8-5D6B-FE97-6B96FBDF0199}"/>
                </a:ext>
              </a:extLst>
            </p:cNvPr>
            <p:cNvSpPr/>
            <p:nvPr/>
          </p:nvSpPr>
          <p:spPr>
            <a:xfrm>
              <a:off x="11471919" y="3041536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B94CBA03-D7BA-976E-9994-DF4FAF892518}"/>
                </a:ext>
              </a:extLst>
            </p:cNvPr>
            <p:cNvSpPr/>
            <p:nvPr/>
          </p:nvSpPr>
          <p:spPr>
            <a:xfrm>
              <a:off x="6925156" y="5881209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087F791B-DFDA-DAD0-79FC-6F16150C0DBC}"/>
                </a:ext>
              </a:extLst>
            </p:cNvPr>
            <p:cNvSpPr/>
            <p:nvPr/>
          </p:nvSpPr>
          <p:spPr>
            <a:xfrm>
              <a:off x="6925156" y="3041536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</p:spTree>
    <p:extLst>
      <p:ext uri="{BB962C8B-B14F-4D97-AF65-F5344CB8AC3E}">
        <p14:creationId xmlns:p14="http://schemas.microsoft.com/office/powerpoint/2010/main" val="90315570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67E55DFC-9445-5399-EA42-915524FE4D6F}"/>
              </a:ext>
            </a:extLst>
          </p:cNvPr>
          <p:cNvSpPr/>
          <p:nvPr/>
        </p:nvSpPr>
        <p:spPr>
          <a:xfrm>
            <a:off x="8370177" y="-699262"/>
            <a:ext cx="7105378" cy="8148020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  <p:grpSp>
        <p:nvGrpSpPr>
          <p:cNvPr id="402" name="Graphic 398">
            <a:extLst>
              <a:ext uri="{FF2B5EF4-FFF2-40B4-BE49-F238E27FC236}">
                <a16:creationId xmlns:a16="http://schemas.microsoft.com/office/drawing/2014/main" id="{39F8C2F8-3233-795F-724E-2B39454796E6}"/>
              </a:ext>
            </a:extLst>
          </p:cNvPr>
          <p:cNvGrpSpPr/>
          <p:nvPr/>
        </p:nvGrpSpPr>
        <p:grpSpPr>
          <a:xfrm>
            <a:off x="409919" y="3464040"/>
            <a:ext cx="4867938" cy="3019662"/>
            <a:chOff x="3577804" y="2032095"/>
            <a:chExt cx="4867938" cy="3019662"/>
          </a:xfrm>
        </p:grpSpPr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57C3929B-43F8-A057-A482-5700DB12F225}"/>
                </a:ext>
              </a:extLst>
            </p:cNvPr>
            <p:cNvSpPr/>
            <p:nvPr/>
          </p:nvSpPr>
          <p:spPr>
            <a:xfrm>
              <a:off x="3902551" y="2032095"/>
              <a:ext cx="4530504" cy="2832591"/>
            </a:xfrm>
            <a:custGeom>
              <a:avLst/>
              <a:gdLst>
                <a:gd name="connsiteX0" fmla="*/ 0 w 4530504"/>
                <a:gd name="connsiteY0" fmla="*/ 2832592 h 2832591"/>
                <a:gd name="connsiteX1" fmla="*/ 4530505 w 4530504"/>
                <a:gd name="connsiteY1" fmla="*/ 2832592 h 2832591"/>
                <a:gd name="connsiteX2" fmla="*/ 4530505 w 4530504"/>
                <a:gd name="connsiteY2" fmla="*/ 0 h 2832591"/>
                <a:gd name="connsiteX3" fmla="*/ 0 w 4530504"/>
                <a:gd name="connsiteY3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832591">
                  <a:moveTo>
                    <a:pt x="0" y="2832592"/>
                  </a:moveTo>
                  <a:lnTo>
                    <a:pt x="4530505" y="2832592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404" name="Picture 403">
              <a:extLst>
                <a:ext uri="{FF2B5EF4-FFF2-40B4-BE49-F238E27FC236}">
                  <a16:creationId xmlns:a16="http://schemas.microsoft.com/office/drawing/2014/main" id="{F49C45F7-FA2A-ED2C-07AD-48C04847438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flipV="1">
              <a:off x="3902551" y="2032095"/>
              <a:ext cx="4531266" cy="2832591"/>
            </a:xfrm>
            <a:custGeom>
              <a:avLst/>
              <a:gdLst>
                <a:gd name="connsiteX0" fmla="*/ 0 w 4531266"/>
                <a:gd name="connsiteY0" fmla="*/ 126 h 2832591"/>
                <a:gd name="connsiteX1" fmla="*/ 4531266 w 4531266"/>
                <a:gd name="connsiteY1" fmla="*/ 126 h 2832591"/>
                <a:gd name="connsiteX2" fmla="*/ 4531266 w 4531266"/>
                <a:gd name="connsiteY2" fmla="*/ 2832718 h 2832591"/>
                <a:gd name="connsiteX3" fmla="*/ 0 w 4531266"/>
                <a:gd name="connsiteY3" fmla="*/ 2832718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1266" h="2832591">
                  <a:moveTo>
                    <a:pt x="0" y="126"/>
                  </a:moveTo>
                  <a:lnTo>
                    <a:pt x="4531266" y="126"/>
                  </a:lnTo>
                  <a:lnTo>
                    <a:pt x="4531266" y="2832718"/>
                  </a:lnTo>
                  <a:lnTo>
                    <a:pt x="0" y="2832718"/>
                  </a:lnTo>
                  <a:close/>
                </a:path>
              </a:pathLst>
            </a:custGeom>
          </p:spPr>
        </p:pic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2256FC3C-DF2D-DCFB-5E75-A874AA1C4D7D}"/>
                </a:ext>
              </a:extLst>
            </p:cNvPr>
            <p:cNvSpPr/>
            <p:nvPr/>
          </p:nvSpPr>
          <p:spPr>
            <a:xfrm>
              <a:off x="5988509" y="3405291"/>
              <a:ext cx="284761" cy="120461"/>
            </a:xfrm>
            <a:custGeom>
              <a:avLst/>
              <a:gdLst>
                <a:gd name="connsiteX0" fmla="*/ 284762 w 284761"/>
                <a:gd name="connsiteY0" fmla="*/ 11613 h 120461"/>
                <a:gd name="connsiteX1" fmla="*/ 280255 w 284761"/>
                <a:gd name="connsiteY1" fmla="*/ 120461 h 120461"/>
                <a:gd name="connsiteX2" fmla="*/ 0 w 284761"/>
                <a:gd name="connsiteY2" fmla="*/ 108848 h 120461"/>
                <a:gd name="connsiteX3" fmla="*/ 4507 w 284761"/>
                <a:gd name="connsiteY3" fmla="*/ 0 h 12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761" h="120461">
                  <a:moveTo>
                    <a:pt x="284762" y="11613"/>
                  </a:moveTo>
                  <a:lnTo>
                    <a:pt x="280255" y="120461"/>
                  </a:lnTo>
                  <a:lnTo>
                    <a:pt x="0" y="108848"/>
                  </a:lnTo>
                  <a:lnTo>
                    <a:pt x="4507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BA4CE3-2120-7B80-695C-291BC12EF53E}"/>
                </a:ext>
              </a:extLst>
            </p:cNvPr>
            <p:cNvSpPr/>
            <p:nvPr/>
          </p:nvSpPr>
          <p:spPr>
            <a:xfrm>
              <a:off x="6159955" y="3412395"/>
              <a:ext cx="111062" cy="108848"/>
            </a:xfrm>
            <a:custGeom>
              <a:avLst/>
              <a:gdLst>
                <a:gd name="connsiteX0" fmla="*/ 111062 w 111062"/>
                <a:gd name="connsiteY0" fmla="*/ 58933 h 108848"/>
                <a:gd name="connsiteX1" fmla="*/ 0 w 111062"/>
                <a:gd name="connsiteY1" fmla="*/ 108848 h 108848"/>
                <a:gd name="connsiteX2" fmla="*/ 4507 w 111062"/>
                <a:gd name="connsiteY2" fmla="*/ 0 h 10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062" h="108848">
                  <a:moveTo>
                    <a:pt x="111062" y="58933"/>
                  </a:moveTo>
                  <a:lnTo>
                    <a:pt x="0" y="108848"/>
                  </a:lnTo>
                  <a:lnTo>
                    <a:pt x="4507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407" name="Graphic 398">
              <a:extLst>
                <a:ext uri="{FF2B5EF4-FFF2-40B4-BE49-F238E27FC236}">
                  <a16:creationId xmlns:a16="http://schemas.microsoft.com/office/drawing/2014/main" id="{6E235128-D718-D6BF-0C1E-789D1C248785}"/>
                </a:ext>
              </a:extLst>
            </p:cNvPr>
            <p:cNvGrpSpPr/>
            <p:nvPr/>
          </p:nvGrpSpPr>
          <p:grpSpPr>
            <a:xfrm>
              <a:off x="3791269" y="4864687"/>
              <a:ext cx="4654473" cy="187070"/>
              <a:chOff x="3791269" y="4864687"/>
              <a:chExt cx="4654473" cy="187070"/>
            </a:xfrm>
            <a:solidFill>
              <a:srgbClr val="000000"/>
            </a:solidFill>
          </p:grpSpPr>
          <p:grpSp>
            <p:nvGrpSpPr>
              <p:cNvPr id="408" name="Graphic 398">
                <a:extLst>
                  <a:ext uri="{FF2B5EF4-FFF2-40B4-BE49-F238E27FC236}">
                    <a16:creationId xmlns:a16="http://schemas.microsoft.com/office/drawing/2014/main" id="{D15586AC-5F70-046F-12B9-50C9BEF61FDF}"/>
                  </a:ext>
                </a:extLst>
              </p:cNvPr>
              <p:cNvGrpSpPr/>
              <p:nvPr/>
            </p:nvGrpSpPr>
            <p:grpSpPr>
              <a:xfrm>
                <a:off x="3791269" y="4864687"/>
                <a:ext cx="223926" cy="187070"/>
                <a:chOff x="3791269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09" name="Freeform: Shape 408">
                  <a:extLst>
                    <a:ext uri="{FF2B5EF4-FFF2-40B4-BE49-F238E27FC236}">
                      <a16:creationId xmlns:a16="http://schemas.microsoft.com/office/drawing/2014/main" id="{A9FAF12B-572C-4A23-A387-E0C219B5DB16}"/>
                    </a:ext>
                  </a:extLst>
                </p:cNvPr>
                <p:cNvSpPr/>
                <p:nvPr/>
              </p:nvSpPr>
              <p:spPr>
                <a:xfrm>
                  <a:off x="3902551" y="4864687"/>
                  <a:ext cx="12686" cy="44417"/>
                </a:xfrm>
                <a:custGeom>
                  <a:avLst/>
                  <a:gdLst>
                    <a:gd name="connsiteX0" fmla="*/ 58 w 12686"/>
                    <a:gd name="connsiteY0" fmla="*/ 286 h 44417"/>
                    <a:gd name="connsiteX1" fmla="*/ 58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58" y="286"/>
                      </a:moveTo>
                      <a:lnTo>
                        <a:pt x="58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10" name="Graphic 398">
                  <a:extLst>
                    <a:ext uri="{FF2B5EF4-FFF2-40B4-BE49-F238E27FC236}">
                      <a16:creationId xmlns:a16="http://schemas.microsoft.com/office/drawing/2014/main" id="{9852310B-DB36-7EDB-B4E4-F188F229BF9A}"/>
                    </a:ext>
                  </a:extLst>
                </p:cNvPr>
                <p:cNvGrpSpPr/>
                <p:nvPr/>
              </p:nvGrpSpPr>
              <p:grpSpPr>
                <a:xfrm>
                  <a:off x="3791269" y="4955763"/>
                  <a:ext cx="223926" cy="95994"/>
                  <a:chOff x="3791269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11" name="Freeform: Shape 410">
                    <a:extLst>
                      <a:ext uri="{FF2B5EF4-FFF2-40B4-BE49-F238E27FC236}">
                        <a16:creationId xmlns:a16="http://schemas.microsoft.com/office/drawing/2014/main" id="{D6006DDA-4A91-45D1-5751-F0D7024CD589}"/>
                      </a:ext>
                    </a:extLst>
                  </p:cNvPr>
                  <p:cNvSpPr/>
                  <p:nvPr/>
                </p:nvSpPr>
                <p:spPr>
                  <a:xfrm flipV="1">
                    <a:off x="3791269" y="4957429"/>
                    <a:ext cx="59843" cy="94328"/>
                  </a:xfrm>
                  <a:custGeom>
                    <a:avLst/>
                    <a:gdLst>
                      <a:gd name="connsiteX0" fmla="*/ 1953 w 59843"/>
                      <a:gd name="connsiteY0" fmla="*/ 92338 h 94328"/>
                      <a:gd name="connsiteX1" fmla="*/ 51072 w 59843"/>
                      <a:gd name="connsiteY1" fmla="*/ 92338 h 94328"/>
                      <a:gd name="connsiteX2" fmla="*/ 51072 w 59843"/>
                      <a:gd name="connsiteY2" fmla="*/ 81789 h 94328"/>
                      <a:gd name="connsiteX3" fmla="*/ 13410 w 59843"/>
                      <a:gd name="connsiteY3" fmla="*/ 81789 h 94328"/>
                      <a:gd name="connsiteX4" fmla="*/ 13410 w 59843"/>
                      <a:gd name="connsiteY4" fmla="*/ 59124 h 94328"/>
                      <a:gd name="connsiteX5" fmla="*/ 18841 w 59843"/>
                      <a:gd name="connsiteY5" fmla="*/ 60512 h 94328"/>
                      <a:gd name="connsiteX6" fmla="*/ 24312 w 59843"/>
                      <a:gd name="connsiteY6" fmla="*/ 60968 h 94328"/>
                      <a:gd name="connsiteX7" fmla="*/ 48832 w 59843"/>
                      <a:gd name="connsiteY7" fmla="*/ 52481 h 94328"/>
                      <a:gd name="connsiteX8" fmla="*/ 57891 w 59843"/>
                      <a:gd name="connsiteY8" fmla="*/ 29499 h 94328"/>
                      <a:gd name="connsiteX9" fmla="*/ 48594 w 59843"/>
                      <a:gd name="connsiteY9" fmla="*/ 6279 h 94328"/>
                      <a:gd name="connsiteX10" fmla="*/ 22389 w 59843"/>
                      <a:gd name="connsiteY10" fmla="*/ -1990 h 94328"/>
                      <a:gd name="connsiteX11" fmla="*/ 10516 w 59843"/>
                      <a:gd name="connsiteY11" fmla="*/ -999 h 94328"/>
                      <a:gd name="connsiteX12" fmla="*/ -1952 w 59843"/>
                      <a:gd name="connsiteY12" fmla="*/ 1976 h 94328"/>
                      <a:gd name="connsiteX13" fmla="*/ -1952 w 59843"/>
                      <a:gd name="connsiteY13" fmla="*/ 14567 h 94328"/>
                      <a:gd name="connsiteX14" fmla="*/ 9564 w 59843"/>
                      <a:gd name="connsiteY14" fmla="*/ 10046 h 94328"/>
                      <a:gd name="connsiteX15" fmla="*/ 22132 w 59843"/>
                      <a:gd name="connsiteY15" fmla="*/ 8559 h 94328"/>
                      <a:gd name="connsiteX16" fmla="*/ 39100 w 59843"/>
                      <a:gd name="connsiteY16" fmla="*/ 14190 h 94328"/>
                      <a:gd name="connsiteX17" fmla="*/ 45363 w 59843"/>
                      <a:gd name="connsiteY17" fmla="*/ 29499 h 94328"/>
                      <a:gd name="connsiteX18" fmla="*/ 39100 w 59843"/>
                      <a:gd name="connsiteY18" fmla="*/ 44787 h 94328"/>
                      <a:gd name="connsiteX19" fmla="*/ 22132 w 59843"/>
                      <a:gd name="connsiteY19" fmla="*/ 50439 h 94328"/>
                      <a:gd name="connsiteX20" fmla="*/ 12121 w 59843"/>
                      <a:gd name="connsiteY20" fmla="*/ 49328 h 94328"/>
                      <a:gd name="connsiteX21" fmla="*/ 1953 w 59843"/>
                      <a:gd name="connsiteY21" fmla="*/ 45858 h 94328"/>
                      <a:gd name="connsiteX22" fmla="*/ 1953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53" y="92338"/>
                        </a:moveTo>
                        <a:lnTo>
                          <a:pt x="51072" y="92338"/>
                        </a:lnTo>
                        <a:lnTo>
                          <a:pt x="51072" y="81789"/>
                        </a:lnTo>
                        <a:lnTo>
                          <a:pt x="13410" y="81789"/>
                        </a:lnTo>
                        <a:lnTo>
                          <a:pt x="13410" y="59124"/>
                        </a:lnTo>
                        <a:cubicBezTo>
                          <a:pt x="15220" y="59745"/>
                          <a:pt x="17031" y="60208"/>
                          <a:pt x="18841" y="60512"/>
                        </a:cubicBezTo>
                        <a:cubicBezTo>
                          <a:pt x="20665" y="60816"/>
                          <a:pt x="22488" y="60968"/>
                          <a:pt x="24312" y="60968"/>
                        </a:cubicBezTo>
                        <a:cubicBezTo>
                          <a:pt x="34633" y="60968"/>
                          <a:pt x="42806" y="58139"/>
                          <a:pt x="48832" y="52481"/>
                        </a:cubicBezTo>
                        <a:cubicBezTo>
                          <a:pt x="54871" y="46823"/>
                          <a:pt x="57891" y="39162"/>
                          <a:pt x="57891" y="29499"/>
                        </a:cubicBezTo>
                        <a:cubicBezTo>
                          <a:pt x="57891" y="19544"/>
                          <a:pt x="54792" y="11804"/>
                          <a:pt x="48594" y="6279"/>
                        </a:cubicBezTo>
                        <a:cubicBezTo>
                          <a:pt x="42397" y="766"/>
                          <a:pt x="33662" y="-1990"/>
                          <a:pt x="22389" y="-1990"/>
                        </a:cubicBezTo>
                        <a:cubicBezTo>
                          <a:pt x="18504" y="-1990"/>
                          <a:pt x="14546" y="-1660"/>
                          <a:pt x="10516" y="-999"/>
                        </a:cubicBezTo>
                        <a:cubicBezTo>
                          <a:pt x="6499" y="-338"/>
                          <a:pt x="2343" y="654"/>
                          <a:pt x="-1952" y="1976"/>
                        </a:cubicBezTo>
                        <a:lnTo>
                          <a:pt x="-1952" y="14567"/>
                        </a:lnTo>
                        <a:cubicBezTo>
                          <a:pt x="1761" y="12545"/>
                          <a:pt x="5600" y="11038"/>
                          <a:pt x="9564" y="10046"/>
                        </a:cubicBezTo>
                        <a:cubicBezTo>
                          <a:pt x="13529" y="9055"/>
                          <a:pt x="17718" y="8559"/>
                          <a:pt x="22132" y="8559"/>
                        </a:cubicBezTo>
                        <a:cubicBezTo>
                          <a:pt x="29281" y="8559"/>
                          <a:pt x="34937" y="10436"/>
                          <a:pt x="39100" y="14190"/>
                        </a:cubicBezTo>
                        <a:cubicBezTo>
                          <a:pt x="43275" y="17945"/>
                          <a:pt x="45363" y="23048"/>
                          <a:pt x="45363" y="29499"/>
                        </a:cubicBezTo>
                        <a:cubicBezTo>
                          <a:pt x="45363" y="35937"/>
                          <a:pt x="43275" y="41033"/>
                          <a:pt x="39100" y="44787"/>
                        </a:cubicBezTo>
                        <a:cubicBezTo>
                          <a:pt x="34937" y="48555"/>
                          <a:pt x="29281" y="50439"/>
                          <a:pt x="22132" y="50439"/>
                        </a:cubicBezTo>
                        <a:cubicBezTo>
                          <a:pt x="18788" y="50439"/>
                          <a:pt x="15452" y="50068"/>
                          <a:pt x="12121" y="49328"/>
                        </a:cubicBezTo>
                        <a:cubicBezTo>
                          <a:pt x="8805" y="48588"/>
                          <a:pt x="5415" y="47431"/>
                          <a:pt x="1953" y="45858"/>
                        </a:cubicBezTo>
                        <a:lnTo>
                          <a:pt x="1953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2" name="Freeform: Shape 411">
                    <a:extLst>
                      <a:ext uri="{FF2B5EF4-FFF2-40B4-BE49-F238E27FC236}">
                        <a16:creationId xmlns:a16="http://schemas.microsoft.com/office/drawing/2014/main" id="{C0D99366-A283-B55C-6561-DEBFD65850C4}"/>
                      </a:ext>
                    </a:extLst>
                  </p:cNvPr>
                  <p:cNvSpPr/>
                  <p:nvPr/>
                </p:nvSpPr>
                <p:spPr>
                  <a:xfrm flipV="1">
                    <a:off x="3870556" y="4955763"/>
                    <a:ext cx="63926" cy="95994"/>
                  </a:xfrm>
                  <a:custGeom>
                    <a:avLst/>
                    <a:gdLst>
                      <a:gd name="connsiteX0" fmla="*/ 29977 w 63926"/>
                      <a:gd name="connsiteY0" fmla="*/ 84047 h 95994"/>
                      <a:gd name="connsiteX1" fmla="*/ 15447 w 63926"/>
                      <a:gd name="connsiteY1" fmla="*/ 74529 h 95994"/>
                      <a:gd name="connsiteX2" fmla="*/ 10590 w 63926"/>
                      <a:gd name="connsiteY2" fmla="*/ 45935 h 95994"/>
                      <a:gd name="connsiteX3" fmla="*/ 15447 w 63926"/>
                      <a:gd name="connsiteY3" fmla="*/ 17400 h 95994"/>
                      <a:gd name="connsiteX4" fmla="*/ 29977 w 63926"/>
                      <a:gd name="connsiteY4" fmla="*/ 7882 h 95994"/>
                      <a:gd name="connsiteX5" fmla="*/ 44566 w 63926"/>
                      <a:gd name="connsiteY5" fmla="*/ 17400 h 95994"/>
                      <a:gd name="connsiteX6" fmla="*/ 49442 w 63926"/>
                      <a:gd name="connsiteY6" fmla="*/ 45935 h 95994"/>
                      <a:gd name="connsiteX7" fmla="*/ 44566 w 63926"/>
                      <a:gd name="connsiteY7" fmla="*/ 74529 h 95994"/>
                      <a:gd name="connsiteX8" fmla="*/ 29977 w 63926"/>
                      <a:gd name="connsiteY8" fmla="*/ 84047 h 95994"/>
                      <a:gd name="connsiteX9" fmla="*/ 29977 w 63926"/>
                      <a:gd name="connsiteY9" fmla="*/ 93962 h 95994"/>
                      <a:gd name="connsiteX10" fmla="*/ 53743 w 63926"/>
                      <a:gd name="connsiteY10" fmla="*/ 81648 h 95994"/>
                      <a:gd name="connsiteX11" fmla="*/ 61950 w 63926"/>
                      <a:gd name="connsiteY11" fmla="*/ 45935 h 95994"/>
                      <a:gd name="connsiteX12" fmla="*/ 53743 w 63926"/>
                      <a:gd name="connsiteY12" fmla="*/ 10262 h 95994"/>
                      <a:gd name="connsiteX13" fmla="*/ 29977 w 63926"/>
                      <a:gd name="connsiteY13" fmla="*/ -2032 h 95994"/>
                      <a:gd name="connsiteX14" fmla="*/ 6229 w 63926"/>
                      <a:gd name="connsiteY14" fmla="*/ 10262 h 95994"/>
                      <a:gd name="connsiteX15" fmla="*/ -1977 w 63926"/>
                      <a:gd name="connsiteY15" fmla="*/ 45935 h 95994"/>
                      <a:gd name="connsiteX16" fmla="*/ 6229 w 63926"/>
                      <a:gd name="connsiteY16" fmla="*/ 81648 h 95994"/>
                      <a:gd name="connsiteX17" fmla="*/ 29977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77" y="84047"/>
                        </a:moveTo>
                        <a:cubicBezTo>
                          <a:pt x="23541" y="84047"/>
                          <a:pt x="18698" y="80874"/>
                          <a:pt x="15447" y="74529"/>
                        </a:cubicBezTo>
                        <a:cubicBezTo>
                          <a:pt x="12209" y="68197"/>
                          <a:pt x="10590" y="58665"/>
                          <a:pt x="10590" y="45935"/>
                        </a:cubicBezTo>
                        <a:cubicBezTo>
                          <a:pt x="10590" y="33257"/>
                          <a:pt x="12209" y="23746"/>
                          <a:pt x="15447" y="17400"/>
                        </a:cubicBezTo>
                        <a:cubicBezTo>
                          <a:pt x="18698" y="11055"/>
                          <a:pt x="23541" y="7882"/>
                          <a:pt x="29977" y="7882"/>
                        </a:cubicBezTo>
                        <a:cubicBezTo>
                          <a:pt x="36465" y="7882"/>
                          <a:pt x="41328" y="11055"/>
                          <a:pt x="44566" y="17400"/>
                        </a:cubicBezTo>
                        <a:cubicBezTo>
                          <a:pt x="47817" y="23746"/>
                          <a:pt x="49442" y="33257"/>
                          <a:pt x="49442" y="45935"/>
                        </a:cubicBezTo>
                        <a:cubicBezTo>
                          <a:pt x="49442" y="58665"/>
                          <a:pt x="47817" y="68197"/>
                          <a:pt x="44566" y="74529"/>
                        </a:cubicBezTo>
                        <a:cubicBezTo>
                          <a:pt x="41328" y="80874"/>
                          <a:pt x="36465" y="84047"/>
                          <a:pt x="29977" y="84047"/>
                        </a:cubicBezTo>
                        <a:close/>
                        <a:moveTo>
                          <a:pt x="29977" y="93962"/>
                        </a:moveTo>
                        <a:cubicBezTo>
                          <a:pt x="40350" y="93962"/>
                          <a:pt x="48272" y="89857"/>
                          <a:pt x="53743" y="81648"/>
                        </a:cubicBezTo>
                        <a:cubicBezTo>
                          <a:pt x="59214" y="73452"/>
                          <a:pt x="61950" y="61547"/>
                          <a:pt x="61950" y="45935"/>
                        </a:cubicBezTo>
                        <a:cubicBezTo>
                          <a:pt x="61950" y="30362"/>
                          <a:pt x="59214" y="18471"/>
                          <a:pt x="53743" y="10262"/>
                        </a:cubicBezTo>
                        <a:cubicBezTo>
                          <a:pt x="48272" y="2066"/>
                          <a:pt x="40350" y="-2032"/>
                          <a:pt x="29977" y="-2032"/>
                        </a:cubicBezTo>
                        <a:cubicBezTo>
                          <a:pt x="19616" y="-2032"/>
                          <a:pt x="11700" y="2066"/>
                          <a:pt x="6229" y="10262"/>
                        </a:cubicBezTo>
                        <a:cubicBezTo>
                          <a:pt x="759" y="18471"/>
                          <a:pt x="-1977" y="30362"/>
                          <a:pt x="-1977" y="45935"/>
                        </a:cubicBezTo>
                        <a:cubicBezTo>
                          <a:pt x="-1977" y="61547"/>
                          <a:pt x="759" y="73452"/>
                          <a:pt x="6229" y="81648"/>
                        </a:cubicBezTo>
                        <a:cubicBezTo>
                          <a:pt x="11700" y="89857"/>
                          <a:pt x="19616" y="93962"/>
                          <a:pt x="2997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3" name="Freeform: Shape 412">
                    <a:extLst>
                      <a:ext uri="{FF2B5EF4-FFF2-40B4-BE49-F238E27FC236}">
                        <a16:creationId xmlns:a16="http://schemas.microsoft.com/office/drawing/2014/main" id="{0AF8E4D4-2A24-9AFF-AFF3-5A379EE3F3EA}"/>
                      </a:ext>
                    </a:extLst>
                  </p:cNvPr>
                  <p:cNvSpPr/>
                  <p:nvPr/>
                </p:nvSpPr>
                <p:spPr>
                  <a:xfrm flipV="1">
                    <a:off x="3951269" y="4955763"/>
                    <a:ext cx="63926" cy="95994"/>
                  </a:xfrm>
                  <a:custGeom>
                    <a:avLst/>
                    <a:gdLst>
                      <a:gd name="connsiteX0" fmla="*/ 29983 w 63926"/>
                      <a:gd name="connsiteY0" fmla="*/ 84047 h 95994"/>
                      <a:gd name="connsiteX1" fmla="*/ 15453 w 63926"/>
                      <a:gd name="connsiteY1" fmla="*/ 74529 h 95994"/>
                      <a:gd name="connsiteX2" fmla="*/ 10597 w 63926"/>
                      <a:gd name="connsiteY2" fmla="*/ 45935 h 95994"/>
                      <a:gd name="connsiteX3" fmla="*/ 15453 w 63926"/>
                      <a:gd name="connsiteY3" fmla="*/ 17400 h 95994"/>
                      <a:gd name="connsiteX4" fmla="*/ 29983 w 63926"/>
                      <a:gd name="connsiteY4" fmla="*/ 7882 h 95994"/>
                      <a:gd name="connsiteX5" fmla="*/ 44572 w 63926"/>
                      <a:gd name="connsiteY5" fmla="*/ 17400 h 95994"/>
                      <a:gd name="connsiteX6" fmla="*/ 49448 w 63926"/>
                      <a:gd name="connsiteY6" fmla="*/ 45935 h 95994"/>
                      <a:gd name="connsiteX7" fmla="*/ 44572 w 63926"/>
                      <a:gd name="connsiteY7" fmla="*/ 74529 h 95994"/>
                      <a:gd name="connsiteX8" fmla="*/ 29983 w 63926"/>
                      <a:gd name="connsiteY8" fmla="*/ 84047 h 95994"/>
                      <a:gd name="connsiteX9" fmla="*/ 29983 w 63926"/>
                      <a:gd name="connsiteY9" fmla="*/ 93962 h 95994"/>
                      <a:gd name="connsiteX10" fmla="*/ 53750 w 63926"/>
                      <a:gd name="connsiteY10" fmla="*/ 81648 h 95994"/>
                      <a:gd name="connsiteX11" fmla="*/ 61956 w 63926"/>
                      <a:gd name="connsiteY11" fmla="*/ 45935 h 95994"/>
                      <a:gd name="connsiteX12" fmla="*/ 53750 w 63926"/>
                      <a:gd name="connsiteY12" fmla="*/ 10262 h 95994"/>
                      <a:gd name="connsiteX13" fmla="*/ 29983 w 63926"/>
                      <a:gd name="connsiteY13" fmla="*/ -2032 h 95994"/>
                      <a:gd name="connsiteX14" fmla="*/ 6236 w 63926"/>
                      <a:gd name="connsiteY14" fmla="*/ 10262 h 95994"/>
                      <a:gd name="connsiteX15" fmla="*/ -1971 w 63926"/>
                      <a:gd name="connsiteY15" fmla="*/ 45935 h 95994"/>
                      <a:gd name="connsiteX16" fmla="*/ 6236 w 63926"/>
                      <a:gd name="connsiteY16" fmla="*/ 81648 h 95994"/>
                      <a:gd name="connsiteX17" fmla="*/ 29983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83" y="84047"/>
                        </a:moveTo>
                        <a:cubicBezTo>
                          <a:pt x="23547" y="84047"/>
                          <a:pt x="18704" y="80874"/>
                          <a:pt x="15453" y="74529"/>
                        </a:cubicBezTo>
                        <a:cubicBezTo>
                          <a:pt x="12216" y="68197"/>
                          <a:pt x="10597" y="58665"/>
                          <a:pt x="10597" y="45935"/>
                        </a:cubicBezTo>
                        <a:cubicBezTo>
                          <a:pt x="10597" y="33257"/>
                          <a:pt x="12216" y="23746"/>
                          <a:pt x="15453" y="17400"/>
                        </a:cubicBezTo>
                        <a:cubicBezTo>
                          <a:pt x="18704" y="11055"/>
                          <a:pt x="23547" y="7882"/>
                          <a:pt x="29983" y="7882"/>
                        </a:cubicBezTo>
                        <a:cubicBezTo>
                          <a:pt x="36471" y="7882"/>
                          <a:pt x="41334" y="11055"/>
                          <a:pt x="44572" y="17400"/>
                        </a:cubicBezTo>
                        <a:cubicBezTo>
                          <a:pt x="47823" y="23746"/>
                          <a:pt x="49448" y="33257"/>
                          <a:pt x="49448" y="45935"/>
                        </a:cubicBezTo>
                        <a:cubicBezTo>
                          <a:pt x="49448" y="58665"/>
                          <a:pt x="47823" y="68197"/>
                          <a:pt x="44572" y="74529"/>
                        </a:cubicBezTo>
                        <a:cubicBezTo>
                          <a:pt x="41334" y="80874"/>
                          <a:pt x="36471" y="84047"/>
                          <a:pt x="29983" y="84047"/>
                        </a:cubicBezTo>
                        <a:close/>
                        <a:moveTo>
                          <a:pt x="29983" y="93962"/>
                        </a:moveTo>
                        <a:cubicBezTo>
                          <a:pt x="40357" y="93962"/>
                          <a:pt x="48279" y="89857"/>
                          <a:pt x="53750" y="81648"/>
                        </a:cubicBezTo>
                        <a:cubicBezTo>
                          <a:pt x="59221" y="73452"/>
                          <a:pt x="61956" y="61547"/>
                          <a:pt x="61956" y="45935"/>
                        </a:cubicBezTo>
                        <a:cubicBezTo>
                          <a:pt x="61956" y="30362"/>
                          <a:pt x="59221" y="18471"/>
                          <a:pt x="53750" y="10262"/>
                        </a:cubicBezTo>
                        <a:cubicBezTo>
                          <a:pt x="48279" y="2066"/>
                          <a:pt x="40357" y="-2032"/>
                          <a:pt x="29983" y="-2032"/>
                        </a:cubicBezTo>
                        <a:cubicBezTo>
                          <a:pt x="19622" y="-2032"/>
                          <a:pt x="11707" y="2066"/>
                          <a:pt x="6236" y="10262"/>
                        </a:cubicBezTo>
                        <a:cubicBezTo>
                          <a:pt x="765" y="18471"/>
                          <a:pt x="-1971" y="30362"/>
                          <a:pt x="-1971" y="45935"/>
                        </a:cubicBezTo>
                        <a:cubicBezTo>
                          <a:pt x="-1971" y="61547"/>
                          <a:pt x="765" y="73452"/>
                          <a:pt x="6236" y="81648"/>
                        </a:cubicBezTo>
                        <a:cubicBezTo>
                          <a:pt x="11707" y="89857"/>
                          <a:pt x="19622" y="93962"/>
                          <a:pt x="29983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14" name="Graphic 398">
                <a:extLst>
                  <a:ext uri="{FF2B5EF4-FFF2-40B4-BE49-F238E27FC236}">
                    <a16:creationId xmlns:a16="http://schemas.microsoft.com/office/drawing/2014/main" id="{2FCB98A0-0335-4CE2-1D5F-0103F6048F1E}"/>
                  </a:ext>
                </a:extLst>
              </p:cNvPr>
              <p:cNvGrpSpPr/>
              <p:nvPr/>
            </p:nvGrpSpPr>
            <p:grpSpPr>
              <a:xfrm>
                <a:off x="4357582" y="4864687"/>
                <a:ext cx="223926" cy="187070"/>
                <a:chOff x="4357582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15" name="Freeform: Shape 414">
                  <a:extLst>
                    <a:ext uri="{FF2B5EF4-FFF2-40B4-BE49-F238E27FC236}">
                      <a16:creationId xmlns:a16="http://schemas.microsoft.com/office/drawing/2014/main" id="{CA63A737-668C-6ABB-3E01-E4CDCA4D6797}"/>
                    </a:ext>
                  </a:extLst>
                </p:cNvPr>
                <p:cNvSpPr/>
                <p:nvPr/>
              </p:nvSpPr>
              <p:spPr>
                <a:xfrm>
                  <a:off x="4468864" y="4864687"/>
                  <a:ext cx="12686" cy="44417"/>
                </a:xfrm>
                <a:custGeom>
                  <a:avLst/>
                  <a:gdLst>
                    <a:gd name="connsiteX0" fmla="*/ 102 w 12686"/>
                    <a:gd name="connsiteY0" fmla="*/ 286 h 44417"/>
                    <a:gd name="connsiteX1" fmla="*/ 102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02" y="286"/>
                      </a:moveTo>
                      <a:lnTo>
                        <a:pt x="102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16" name="Graphic 398">
                  <a:extLst>
                    <a:ext uri="{FF2B5EF4-FFF2-40B4-BE49-F238E27FC236}">
                      <a16:creationId xmlns:a16="http://schemas.microsoft.com/office/drawing/2014/main" id="{E12ACED0-C19B-FB19-0B0B-39C2E4065B9B}"/>
                    </a:ext>
                  </a:extLst>
                </p:cNvPr>
                <p:cNvGrpSpPr/>
                <p:nvPr/>
              </p:nvGrpSpPr>
              <p:grpSpPr>
                <a:xfrm>
                  <a:off x="4357582" y="4955763"/>
                  <a:ext cx="223926" cy="95994"/>
                  <a:chOff x="4357582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17" name="Freeform: Shape 416">
                    <a:extLst>
                      <a:ext uri="{FF2B5EF4-FFF2-40B4-BE49-F238E27FC236}">
                        <a16:creationId xmlns:a16="http://schemas.microsoft.com/office/drawing/2014/main" id="{FD5AE56E-19BA-0D46-E4F8-0DBF5FE03D7F}"/>
                      </a:ext>
                    </a:extLst>
                  </p:cNvPr>
                  <p:cNvSpPr/>
                  <p:nvPr/>
                </p:nvSpPr>
                <p:spPr>
                  <a:xfrm flipV="1">
                    <a:off x="4357582" y="4957429"/>
                    <a:ext cx="59843" cy="94328"/>
                  </a:xfrm>
                  <a:custGeom>
                    <a:avLst/>
                    <a:gdLst>
                      <a:gd name="connsiteX0" fmla="*/ 1997 w 59843"/>
                      <a:gd name="connsiteY0" fmla="*/ 92338 h 94328"/>
                      <a:gd name="connsiteX1" fmla="*/ 51117 w 59843"/>
                      <a:gd name="connsiteY1" fmla="*/ 92338 h 94328"/>
                      <a:gd name="connsiteX2" fmla="*/ 51117 w 59843"/>
                      <a:gd name="connsiteY2" fmla="*/ 81789 h 94328"/>
                      <a:gd name="connsiteX3" fmla="*/ 13455 w 59843"/>
                      <a:gd name="connsiteY3" fmla="*/ 81789 h 94328"/>
                      <a:gd name="connsiteX4" fmla="*/ 13455 w 59843"/>
                      <a:gd name="connsiteY4" fmla="*/ 59124 h 94328"/>
                      <a:gd name="connsiteX5" fmla="*/ 18886 w 59843"/>
                      <a:gd name="connsiteY5" fmla="*/ 60512 h 94328"/>
                      <a:gd name="connsiteX6" fmla="*/ 24357 w 59843"/>
                      <a:gd name="connsiteY6" fmla="*/ 60968 h 94328"/>
                      <a:gd name="connsiteX7" fmla="*/ 48877 w 59843"/>
                      <a:gd name="connsiteY7" fmla="*/ 52481 h 94328"/>
                      <a:gd name="connsiteX8" fmla="*/ 57936 w 59843"/>
                      <a:gd name="connsiteY8" fmla="*/ 29499 h 94328"/>
                      <a:gd name="connsiteX9" fmla="*/ 48639 w 59843"/>
                      <a:gd name="connsiteY9" fmla="*/ 6279 h 94328"/>
                      <a:gd name="connsiteX10" fmla="*/ 22434 w 59843"/>
                      <a:gd name="connsiteY10" fmla="*/ -1990 h 94328"/>
                      <a:gd name="connsiteX11" fmla="*/ 10561 w 59843"/>
                      <a:gd name="connsiteY11" fmla="*/ -999 h 94328"/>
                      <a:gd name="connsiteX12" fmla="*/ -1908 w 59843"/>
                      <a:gd name="connsiteY12" fmla="*/ 1976 h 94328"/>
                      <a:gd name="connsiteX13" fmla="*/ -1908 w 59843"/>
                      <a:gd name="connsiteY13" fmla="*/ 14567 h 94328"/>
                      <a:gd name="connsiteX14" fmla="*/ 9609 w 59843"/>
                      <a:gd name="connsiteY14" fmla="*/ 10046 h 94328"/>
                      <a:gd name="connsiteX15" fmla="*/ 22176 w 59843"/>
                      <a:gd name="connsiteY15" fmla="*/ 8559 h 94328"/>
                      <a:gd name="connsiteX16" fmla="*/ 39144 w 59843"/>
                      <a:gd name="connsiteY16" fmla="*/ 14190 h 94328"/>
                      <a:gd name="connsiteX17" fmla="*/ 45408 w 59843"/>
                      <a:gd name="connsiteY17" fmla="*/ 29499 h 94328"/>
                      <a:gd name="connsiteX18" fmla="*/ 39144 w 59843"/>
                      <a:gd name="connsiteY18" fmla="*/ 44787 h 94328"/>
                      <a:gd name="connsiteX19" fmla="*/ 22176 w 59843"/>
                      <a:gd name="connsiteY19" fmla="*/ 50439 h 94328"/>
                      <a:gd name="connsiteX20" fmla="*/ 12166 w 59843"/>
                      <a:gd name="connsiteY20" fmla="*/ 49328 h 94328"/>
                      <a:gd name="connsiteX21" fmla="*/ 1997 w 59843"/>
                      <a:gd name="connsiteY21" fmla="*/ 45858 h 94328"/>
                      <a:gd name="connsiteX22" fmla="*/ 1997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97" y="92338"/>
                        </a:moveTo>
                        <a:lnTo>
                          <a:pt x="51117" y="92338"/>
                        </a:lnTo>
                        <a:lnTo>
                          <a:pt x="51117" y="81789"/>
                        </a:lnTo>
                        <a:lnTo>
                          <a:pt x="13455" y="81789"/>
                        </a:lnTo>
                        <a:lnTo>
                          <a:pt x="13455" y="59124"/>
                        </a:lnTo>
                        <a:cubicBezTo>
                          <a:pt x="15265" y="59745"/>
                          <a:pt x="17075" y="60208"/>
                          <a:pt x="18886" y="60512"/>
                        </a:cubicBezTo>
                        <a:cubicBezTo>
                          <a:pt x="20709" y="60816"/>
                          <a:pt x="22533" y="60968"/>
                          <a:pt x="24357" y="60968"/>
                        </a:cubicBezTo>
                        <a:cubicBezTo>
                          <a:pt x="34678" y="60968"/>
                          <a:pt x="42851" y="58139"/>
                          <a:pt x="48877" y="52481"/>
                        </a:cubicBezTo>
                        <a:cubicBezTo>
                          <a:pt x="54916" y="46823"/>
                          <a:pt x="57936" y="39162"/>
                          <a:pt x="57936" y="29499"/>
                        </a:cubicBezTo>
                        <a:cubicBezTo>
                          <a:pt x="57936" y="19544"/>
                          <a:pt x="54837" y="11804"/>
                          <a:pt x="48639" y="6279"/>
                        </a:cubicBezTo>
                        <a:cubicBezTo>
                          <a:pt x="42441" y="766"/>
                          <a:pt x="33706" y="-1990"/>
                          <a:pt x="22434" y="-1990"/>
                        </a:cubicBezTo>
                        <a:cubicBezTo>
                          <a:pt x="18549" y="-1990"/>
                          <a:pt x="14591" y="-1660"/>
                          <a:pt x="10561" y="-999"/>
                        </a:cubicBezTo>
                        <a:cubicBezTo>
                          <a:pt x="6543" y="-338"/>
                          <a:pt x="2387" y="654"/>
                          <a:pt x="-1908" y="1976"/>
                        </a:cubicBezTo>
                        <a:lnTo>
                          <a:pt x="-1908" y="14567"/>
                        </a:lnTo>
                        <a:cubicBezTo>
                          <a:pt x="1806" y="12545"/>
                          <a:pt x="5645" y="11038"/>
                          <a:pt x="9609" y="10046"/>
                        </a:cubicBezTo>
                        <a:cubicBezTo>
                          <a:pt x="13573" y="9055"/>
                          <a:pt x="17763" y="8559"/>
                          <a:pt x="22176" y="8559"/>
                        </a:cubicBezTo>
                        <a:cubicBezTo>
                          <a:pt x="29326" y="8559"/>
                          <a:pt x="34981" y="10436"/>
                          <a:pt x="39144" y="14190"/>
                        </a:cubicBezTo>
                        <a:cubicBezTo>
                          <a:pt x="43320" y="17945"/>
                          <a:pt x="45408" y="23048"/>
                          <a:pt x="45408" y="29499"/>
                        </a:cubicBezTo>
                        <a:cubicBezTo>
                          <a:pt x="45408" y="35937"/>
                          <a:pt x="43320" y="41033"/>
                          <a:pt x="39144" y="44787"/>
                        </a:cubicBezTo>
                        <a:cubicBezTo>
                          <a:pt x="34981" y="48555"/>
                          <a:pt x="29326" y="50439"/>
                          <a:pt x="22176" y="50439"/>
                        </a:cubicBezTo>
                        <a:cubicBezTo>
                          <a:pt x="18833" y="50439"/>
                          <a:pt x="15496" y="50068"/>
                          <a:pt x="12166" y="49328"/>
                        </a:cubicBezTo>
                        <a:cubicBezTo>
                          <a:pt x="8849" y="48588"/>
                          <a:pt x="5460" y="47431"/>
                          <a:pt x="1997" y="45858"/>
                        </a:cubicBezTo>
                        <a:lnTo>
                          <a:pt x="199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8" name="Freeform: Shape 417">
                    <a:extLst>
                      <a:ext uri="{FF2B5EF4-FFF2-40B4-BE49-F238E27FC236}">
                        <a16:creationId xmlns:a16="http://schemas.microsoft.com/office/drawing/2014/main" id="{D40B0CB4-4029-B022-61E3-AECDD722C1EB}"/>
                      </a:ext>
                    </a:extLst>
                  </p:cNvPr>
                  <p:cNvSpPr/>
                  <p:nvPr/>
                </p:nvSpPr>
                <p:spPr>
                  <a:xfrm flipV="1">
                    <a:off x="4442439" y="4957429"/>
                    <a:ext cx="55066" cy="92524"/>
                  </a:xfrm>
                  <a:custGeom>
                    <a:avLst/>
                    <a:gdLst>
                      <a:gd name="connsiteX0" fmla="*/ -186 w 55066"/>
                      <a:gd name="connsiteY0" fmla="*/ 8493 h 92524"/>
                      <a:gd name="connsiteX1" fmla="*/ 20251 w 55066"/>
                      <a:gd name="connsiteY1" fmla="*/ 8493 h 92524"/>
                      <a:gd name="connsiteX2" fmla="*/ 20251 w 55066"/>
                      <a:gd name="connsiteY2" fmla="*/ 79086 h 92524"/>
                      <a:gd name="connsiteX3" fmla="*/ -1990 w 55066"/>
                      <a:gd name="connsiteY3" fmla="*/ 74625 h 92524"/>
                      <a:gd name="connsiteX4" fmla="*/ -1990 w 55066"/>
                      <a:gd name="connsiteY4" fmla="*/ 86027 h 92524"/>
                      <a:gd name="connsiteX5" fmla="*/ 20132 w 55066"/>
                      <a:gd name="connsiteY5" fmla="*/ 90488 h 92524"/>
                      <a:gd name="connsiteX6" fmla="*/ 32640 w 55066"/>
                      <a:gd name="connsiteY6" fmla="*/ 90488 h 92524"/>
                      <a:gd name="connsiteX7" fmla="*/ 32640 w 55066"/>
                      <a:gd name="connsiteY7" fmla="*/ 8493 h 92524"/>
                      <a:gd name="connsiteX8" fmla="*/ 53076 w 55066"/>
                      <a:gd name="connsiteY8" fmla="*/ 8493 h 92524"/>
                      <a:gd name="connsiteX9" fmla="*/ 53076 w 55066"/>
                      <a:gd name="connsiteY9" fmla="*/ -2036 h 92524"/>
                      <a:gd name="connsiteX10" fmla="*/ -186 w 55066"/>
                      <a:gd name="connsiteY10" fmla="*/ -2036 h 92524"/>
                      <a:gd name="connsiteX11" fmla="*/ -186 w 55066"/>
                      <a:gd name="connsiteY11" fmla="*/ 8493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186" y="8493"/>
                        </a:moveTo>
                        <a:lnTo>
                          <a:pt x="20251" y="8493"/>
                        </a:lnTo>
                        <a:lnTo>
                          <a:pt x="20251" y="79086"/>
                        </a:lnTo>
                        <a:lnTo>
                          <a:pt x="-1990" y="74625"/>
                        </a:lnTo>
                        <a:lnTo>
                          <a:pt x="-1990" y="86027"/>
                        </a:lnTo>
                        <a:lnTo>
                          <a:pt x="20132" y="90488"/>
                        </a:lnTo>
                        <a:lnTo>
                          <a:pt x="32640" y="90488"/>
                        </a:lnTo>
                        <a:lnTo>
                          <a:pt x="32640" y="8493"/>
                        </a:lnTo>
                        <a:lnTo>
                          <a:pt x="53076" y="8493"/>
                        </a:lnTo>
                        <a:lnTo>
                          <a:pt x="53076" y="-2036"/>
                        </a:lnTo>
                        <a:lnTo>
                          <a:pt x="-186" y="-2036"/>
                        </a:lnTo>
                        <a:lnTo>
                          <a:pt x="-186" y="84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9" name="Freeform: Shape 418">
                    <a:extLst>
                      <a:ext uri="{FF2B5EF4-FFF2-40B4-BE49-F238E27FC236}">
                        <a16:creationId xmlns:a16="http://schemas.microsoft.com/office/drawing/2014/main" id="{C111BDD4-BDAD-4D1F-28AA-BCFA00BB1C56}"/>
                      </a:ext>
                    </a:extLst>
                  </p:cNvPr>
                  <p:cNvSpPr/>
                  <p:nvPr/>
                </p:nvSpPr>
                <p:spPr>
                  <a:xfrm flipV="1">
                    <a:off x="4517582" y="4955763"/>
                    <a:ext cx="63926" cy="95994"/>
                  </a:xfrm>
                  <a:custGeom>
                    <a:avLst/>
                    <a:gdLst>
                      <a:gd name="connsiteX0" fmla="*/ 30028 w 63926"/>
                      <a:gd name="connsiteY0" fmla="*/ 84047 h 95994"/>
                      <a:gd name="connsiteX1" fmla="*/ 15498 w 63926"/>
                      <a:gd name="connsiteY1" fmla="*/ 74529 h 95994"/>
                      <a:gd name="connsiteX2" fmla="*/ 10641 w 63926"/>
                      <a:gd name="connsiteY2" fmla="*/ 45935 h 95994"/>
                      <a:gd name="connsiteX3" fmla="*/ 15498 w 63926"/>
                      <a:gd name="connsiteY3" fmla="*/ 17400 h 95994"/>
                      <a:gd name="connsiteX4" fmla="*/ 30028 w 63926"/>
                      <a:gd name="connsiteY4" fmla="*/ 7882 h 95994"/>
                      <a:gd name="connsiteX5" fmla="*/ 44617 w 63926"/>
                      <a:gd name="connsiteY5" fmla="*/ 17400 h 95994"/>
                      <a:gd name="connsiteX6" fmla="*/ 49493 w 63926"/>
                      <a:gd name="connsiteY6" fmla="*/ 45935 h 95994"/>
                      <a:gd name="connsiteX7" fmla="*/ 44617 w 63926"/>
                      <a:gd name="connsiteY7" fmla="*/ 74529 h 95994"/>
                      <a:gd name="connsiteX8" fmla="*/ 30028 w 63926"/>
                      <a:gd name="connsiteY8" fmla="*/ 84047 h 95994"/>
                      <a:gd name="connsiteX9" fmla="*/ 30028 w 63926"/>
                      <a:gd name="connsiteY9" fmla="*/ 93962 h 95994"/>
                      <a:gd name="connsiteX10" fmla="*/ 53794 w 63926"/>
                      <a:gd name="connsiteY10" fmla="*/ 81648 h 95994"/>
                      <a:gd name="connsiteX11" fmla="*/ 62001 w 63926"/>
                      <a:gd name="connsiteY11" fmla="*/ 45935 h 95994"/>
                      <a:gd name="connsiteX12" fmla="*/ 53794 w 63926"/>
                      <a:gd name="connsiteY12" fmla="*/ 10262 h 95994"/>
                      <a:gd name="connsiteX13" fmla="*/ 30028 w 63926"/>
                      <a:gd name="connsiteY13" fmla="*/ -2032 h 95994"/>
                      <a:gd name="connsiteX14" fmla="*/ 6281 w 63926"/>
                      <a:gd name="connsiteY14" fmla="*/ 10262 h 95994"/>
                      <a:gd name="connsiteX15" fmla="*/ -1926 w 63926"/>
                      <a:gd name="connsiteY15" fmla="*/ 45935 h 95994"/>
                      <a:gd name="connsiteX16" fmla="*/ 6281 w 63926"/>
                      <a:gd name="connsiteY16" fmla="*/ 81648 h 95994"/>
                      <a:gd name="connsiteX17" fmla="*/ 30028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28" y="84047"/>
                        </a:moveTo>
                        <a:cubicBezTo>
                          <a:pt x="23592" y="84047"/>
                          <a:pt x="18749" y="80874"/>
                          <a:pt x="15498" y="74529"/>
                        </a:cubicBezTo>
                        <a:cubicBezTo>
                          <a:pt x="12260" y="68197"/>
                          <a:pt x="10641" y="58665"/>
                          <a:pt x="10641" y="45935"/>
                        </a:cubicBezTo>
                        <a:cubicBezTo>
                          <a:pt x="10641" y="33257"/>
                          <a:pt x="12260" y="23746"/>
                          <a:pt x="15498" y="17400"/>
                        </a:cubicBezTo>
                        <a:cubicBezTo>
                          <a:pt x="18749" y="11055"/>
                          <a:pt x="23592" y="7882"/>
                          <a:pt x="30028" y="7882"/>
                        </a:cubicBezTo>
                        <a:cubicBezTo>
                          <a:pt x="36516" y="7882"/>
                          <a:pt x="41379" y="11055"/>
                          <a:pt x="44617" y="17400"/>
                        </a:cubicBezTo>
                        <a:cubicBezTo>
                          <a:pt x="47868" y="23746"/>
                          <a:pt x="49493" y="33257"/>
                          <a:pt x="49493" y="45935"/>
                        </a:cubicBezTo>
                        <a:cubicBezTo>
                          <a:pt x="49493" y="58665"/>
                          <a:pt x="47868" y="68197"/>
                          <a:pt x="44617" y="74529"/>
                        </a:cubicBezTo>
                        <a:cubicBezTo>
                          <a:pt x="41379" y="80874"/>
                          <a:pt x="36516" y="84047"/>
                          <a:pt x="30028" y="84047"/>
                        </a:cubicBezTo>
                        <a:close/>
                        <a:moveTo>
                          <a:pt x="30028" y="93962"/>
                        </a:moveTo>
                        <a:cubicBezTo>
                          <a:pt x="40401" y="93962"/>
                          <a:pt x="48323" y="89857"/>
                          <a:pt x="53794" y="81648"/>
                        </a:cubicBezTo>
                        <a:cubicBezTo>
                          <a:pt x="59265" y="73452"/>
                          <a:pt x="62001" y="61547"/>
                          <a:pt x="62001" y="45935"/>
                        </a:cubicBezTo>
                        <a:cubicBezTo>
                          <a:pt x="62001" y="30362"/>
                          <a:pt x="59265" y="18471"/>
                          <a:pt x="53794" y="10262"/>
                        </a:cubicBezTo>
                        <a:cubicBezTo>
                          <a:pt x="48323" y="2066"/>
                          <a:pt x="40401" y="-2032"/>
                          <a:pt x="30028" y="-2032"/>
                        </a:cubicBezTo>
                        <a:cubicBezTo>
                          <a:pt x="19667" y="-2032"/>
                          <a:pt x="11751" y="2066"/>
                          <a:pt x="6281" y="10262"/>
                        </a:cubicBezTo>
                        <a:cubicBezTo>
                          <a:pt x="810" y="18471"/>
                          <a:pt x="-1926" y="30362"/>
                          <a:pt x="-1926" y="45935"/>
                        </a:cubicBezTo>
                        <a:cubicBezTo>
                          <a:pt x="-1926" y="61547"/>
                          <a:pt x="810" y="73452"/>
                          <a:pt x="6281" y="81648"/>
                        </a:cubicBezTo>
                        <a:cubicBezTo>
                          <a:pt x="11751" y="89857"/>
                          <a:pt x="19667" y="93962"/>
                          <a:pt x="30028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20" name="Graphic 398">
                <a:extLst>
                  <a:ext uri="{FF2B5EF4-FFF2-40B4-BE49-F238E27FC236}">
                    <a16:creationId xmlns:a16="http://schemas.microsoft.com/office/drawing/2014/main" id="{BC500A39-DD51-049C-C772-BF3280EAB5E9}"/>
                  </a:ext>
                </a:extLst>
              </p:cNvPr>
              <p:cNvGrpSpPr/>
              <p:nvPr/>
            </p:nvGrpSpPr>
            <p:grpSpPr>
              <a:xfrm>
                <a:off x="4923895" y="4864687"/>
                <a:ext cx="223926" cy="187070"/>
                <a:chOff x="4923895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21" name="Freeform: Shape 420">
                  <a:extLst>
                    <a:ext uri="{FF2B5EF4-FFF2-40B4-BE49-F238E27FC236}">
                      <a16:creationId xmlns:a16="http://schemas.microsoft.com/office/drawing/2014/main" id="{5ACE904E-3622-6F0C-673C-8DAD61BDCC16}"/>
                    </a:ext>
                  </a:extLst>
                </p:cNvPr>
                <p:cNvSpPr/>
                <p:nvPr/>
              </p:nvSpPr>
              <p:spPr>
                <a:xfrm>
                  <a:off x="5035177" y="4864687"/>
                  <a:ext cx="12686" cy="44417"/>
                </a:xfrm>
                <a:custGeom>
                  <a:avLst/>
                  <a:gdLst>
                    <a:gd name="connsiteX0" fmla="*/ 147 w 12686"/>
                    <a:gd name="connsiteY0" fmla="*/ 286 h 44417"/>
                    <a:gd name="connsiteX1" fmla="*/ 147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47" y="286"/>
                      </a:moveTo>
                      <a:lnTo>
                        <a:pt x="147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22" name="Graphic 398">
                  <a:extLst>
                    <a:ext uri="{FF2B5EF4-FFF2-40B4-BE49-F238E27FC236}">
                      <a16:creationId xmlns:a16="http://schemas.microsoft.com/office/drawing/2014/main" id="{E1DB7762-57C3-018B-FBC2-831188EBA93B}"/>
                    </a:ext>
                  </a:extLst>
                </p:cNvPr>
                <p:cNvGrpSpPr/>
                <p:nvPr/>
              </p:nvGrpSpPr>
              <p:grpSpPr>
                <a:xfrm>
                  <a:off x="4923895" y="4955763"/>
                  <a:ext cx="223926" cy="95994"/>
                  <a:chOff x="4923895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23" name="Freeform: Shape 422">
                    <a:extLst>
                      <a:ext uri="{FF2B5EF4-FFF2-40B4-BE49-F238E27FC236}">
                        <a16:creationId xmlns:a16="http://schemas.microsoft.com/office/drawing/2014/main" id="{0EB93218-45C7-D9F0-C853-A1D419AB8703}"/>
                      </a:ext>
                    </a:extLst>
                  </p:cNvPr>
                  <p:cNvSpPr/>
                  <p:nvPr/>
                </p:nvSpPr>
                <p:spPr>
                  <a:xfrm flipV="1">
                    <a:off x="4923895" y="4957429"/>
                    <a:ext cx="59843" cy="94328"/>
                  </a:xfrm>
                  <a:custGeom>
                    <a:avLst/>
                    <a:gdLst>
                      <a:gd name="connsiteX0" fmla="*/ 2042 w 59843"/>
                      <a:gd name="connsiteY0" fmla="*/ 92338 h 94328"/>
                      <a:gd name="connsiteX1" fmla="*/ 51161 w 59843"/>
                      <a:gd name="connsiteY1" fmla="*/ 92338 h 94328"/>
                      <a:gd name="connsiteX2" fmla="*/ 51161 w 59843"/>
                      <a:gd name="connsiteY2" fmla="*/ 81789 h 94328"/>
                      <a:gd name="connsiteX3" fmla="*/ 13499 w 59843"/>
                      <a:gd name="connsiteY3" fmla="*/ 81789 h 94328"/>
                      <a:gd name="connsiteX4" fmla="*/ 13499 w 59843"/>
                      <a:gd name="connsiteY4" fmla="*/ 59124 h 94328"/>
                      <a:gd name="connsiteX5" fmla="*/ 18930 w 59843"/>
                      <a:gd name="connsiteY5" fmla="*/ 60512 h 94328"/>
                      <a:gd name="connsiteX6" fmla="*/ 24401 w 59843"/>
                      <a:gd name="connsiteY6" fmla="*/ 60968 h 94328"/>
                      <a:gd name="connsiteX7" fmla="*/ 48922 w 59843"/>
                      <a:gd name="connsiteY7" fmla="*/ 52481 h 94328"/>
                      <a:gd name="connsiteX8" fmla="*/ 57980 w 59843"/>
                      <a:gd name="connsiteY8" fmla="*/ 29499 h 94328"/>
                      <a:gd name="connsiteX9" fmla="*/ 48684 w 59843"/>
                      <a:gd name="connsiteY9" fmla="*/ 6279 h 94328"/>
                      <a:gd name="connsiteX10" fmla="*/ 22479 w 59843"/>
                      <a:gd name="connsiteY10" fmla="*/ -1990 h 94328"/>
                      <a:gd name="connsiteX11" fmla="*/ 10605 w 59843"/>
                      <a:gd name="connsiteY11" fmla="*/ -999 h 94328"/>
                      <a:gd name="connsiteX12" fmla="*/ -1863 w 59843"/>
                      <a:gd name="connsiteY12" fmla="*/ 1976 h 94328"/>
                      <a:gd name="connsiteX13" fmla="*/ -1863 w 59843"/>
                      <a:gd name="connsiteY13" fmla="*/ 14567 h 94328"/>
                      <a:gd name="connsiteX14" fmla="*/ 9654 w 59843"/>
                      <a:gd name="connsiteY14" fmla="*/ 10046 h 94328"/>
                      <a:gd name="connsiteX15" fmla="*/ 22221 w 59843"/>
                      <a:gd name="connsiteY15" fmla="*/ 8559 h 94328"/>
                      <a:gd name="connsiteX16" fmla="*/ 39189 w 59843"/>
                      <a:gd name="connsiteY16" fmla="*/ 14190 h 94328"/>
                      <a:gd name="connsiteX17" fmla="*/ 45453 w 59843"/>
                      <a:gd name="connsiteY17" fmla="*/ 29499 h 94328"/>
                      <a:gd name="connsiteX18" fmla="*/ 39189 w 59843"/>
                      <a:gd name="connsiteY18" fmla="*/ 44787 h 94328"/>
                      <a:gd name="connsiteX19" fmla="*/ 22221 w 59843"/>
                      <a:gd name="connsiteY19" fmla="*/ 50439 h 94328"/>
                      <a:gd name="connsiteX20" fmla="*/ 12211 w 59843"/>
                      <a:gd name="connsiteY20" fmla="*/ 49328 h 94328"/>
                      <a:gd name="connsiteX21" fmla="*/ 2042 w 59843"/>
                      <a:gd name="connsiteY21" fmla="*/ 45858 h 94328"/>
                      <a:gd name="connsiteX22" fmla="*/ 2042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42" y="92338"/>
                        </a:moveTo>
                        <a:lnTo>
                          <a:pt x="51161" y="92338"/>
                        </a:lnTo>
                        <a:lnTo>
                          <a:pt x="51161" y="81789"/>
                        </a:lnTo>
                        <a:lnTo>
                          <a:pt x="13499" y="81789"/>
                        </a:lnTo>
                        <a:lnTo>
                          <a:pt x="13499" y="59124"/>
                        </a:lnTo>
                        <a:cubicBezTo>
                          <a:pt x="15310" y="59745"/>
                          <a:pt x="17120" y="60208"/>
                          <a:pt x="18930" y="60512"/>
                        </a:cubicBezTo>
                        <a:cubicBezTo>
                          <a:pt x="20754" y="60816"/>
                          <a:pt x="22578" y="60968"/>
                          <a:pt x="24401" y="60968"/>
                        </a:cubicBezTo>
                        <a:cubicBezTo>
                          <a:pt x="34722" y="60968"/>
                          <a:pt x="42896" y="58139"/>
                          <a:pt x="48922" y="52481"/>
                        </a:cubicBezTo>
                        <a:cubicBezTo>
                          <a:pt x="54961" y="46823"/>
                          <a:pt x="57980" y="39162"/>
                          <a:pt x="57980" y="29499"/>
                        </a:cubicBezTo>
                        <a:cubicBezTo>
                          <a:pt x="57980" y="19544"/>
                          <a:pt x="54881" y="11804"/>
                          <a:pt x="48684" y="6279"/>
                        </a:cubicBezTo>
                        <a:cubicBezTo>
                          <a:pt x="42486" y="766"/>
                          <a:pt x="33751" y="-1990"/>
                          <a:pt x="22479" y="-1990"/>
                        </a:cubicBezTo>
                        <a:cubicBezTo>
                          <a:pt x="18594" y="-1990"/>
                          <a:pt x="14636" y="-1660"/>
                          <a:pt x="10605" y="-999"/>
                        </a:cubicBezTo>
                        <a:cubicBezTo>
                          <a:pt x="6588" y="-338"/>
                          <a:pt x="2432" y="654"/>
                          <a:pt x="-1863" y="1976"/>
                        </a:cubicBezTo>
                        <a:lnTo>
                          <a:pt x="-1863" y="14567"/>
                        </a:lnTo>
                        <a:cubicBezTo>
                          <a:pt x="1850" y="12545"/>
                          <a:pt x="5689" y="11038"/>
                          <a:pt x="9654" y="10046"/>
                        </a:cubicBezTo>
                        <a:cubicBezTo>
                          <a:pt x="13618" y="9055"/>
                          <a:pt x="17807" y="8559"/>
                          <a:pt x="22221" y="8559"/>
                        </a:cubicBezTo>
                        <a:cubicBezTo>
                          <a:pt x="29370" y="8559"/>
                          <a:pt x="35026" y="10436"/>
                          <a:pt x="39189" y="14190"/>
                        </a:cubicBezTo>
                        <a:cubicBezTo>
                          <a:pt x="43365" y="17945"/>
                          <a:pt x="45453" y="23048"/>
                          <a:pt x="45453" y="29499"/>
                        </a:cubicBezTo>
                        <a:cubicBezTo>
                          <a:pt x="45453" y="35937"/>
                          <a:pt x="43365" y="41033"/>
                          <a:pt x="39189" y="44787"/>
                        </a:cubicBezTo>
                        <a:cubicBezTo>
                          <a:pt x="35026" y="48555"/>
                          <a:pt x="29370" y="50439"/>
                          <a:pt x="22221" y="50439"/>
                        </a:cubicBezTo>
                        <a:cubicBezTo>
                          <a:pt x="18878" y="50439"/>
                          <a:pt x="15541" y="50068"/>
                          <a:pt x="12211" y="49328"/>
                        </a:cubicBezTo>
                        <a:cubicBezTo>
                          <a:pt x="8894" y="48588"/>
                          <a:pt x="5504" y="47431"/>
                          <a:pt x="2042" y="45858"/>
                        </a:cubicBezTo>
                        <a:lnTo>
                          <a:pt x="204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24" name="Freeform: Shape 423">
                    <a:extLst>
                      <a:ext uri="{FF2B5EF4-FFF2-40B4-BE49-F238E27FC236}">
                        <a16:creationId xmlns:a16="http://schemas.microsoft.com/office/drawing/2014/main" id="{B748F3AB-6A8D-5C24-FDE2-7498297A8EB2}"/>
                      </a:ext>
                    </a:extLst>
                  </p:cNvPr>
                  <p:cNvSpPr/>
                  <p:nvPr/>
                </p:nvSpPr>
                <p:spPr>
                  <a:xfrm flipV="1">
                    <a:off x="5004113" y="4955763"/>
                    <a:ext cx="58713" cy="94189"/>
                  </a:xfrm>
                  <a:custGeom>
                    <a:avLst/>
                    <a:gdLst>
                      <a:gd name="connsiteX0" fmla="*/ 13242 w 58713"/>
                      <a:gd name="connsiteY0" fmla="*/ 8451 h 94189"/>
                      <a:gd name="connsiteX1" fmla="*/ 56910 w 58713"/>
                      <a:gd name="connsiteY1" fmla="*/ 8451 h 94189"/>
                      <a:gd name="connsiteX2" fmla="*/ 56910 w 58713"/>
                      <a:gd name="connsiteY2" fmla="*/ -2078 h 94189"/>
                      <a:gd name="connsiteX3" fmla="*/ -1803 w 58713"/>
                      <a:gd name="connsiteY3" fmla="*/ -2078 h 94189"/>
                      <a:gd name="connsiteX4" fmla="*/ -1803 w 58713"/>
                      <a:gd name="connsiteY4" fmla="*/ 8451 h 94189"/>
                      <a:gd name="connsiteX5" fmla="*/ 17603 w 58713"/>
                      <a:gd name="connsiteY5" fmla="*/ 28241 h 94189"/>
                      <a:gd name="connsiteX6" fmla="*/ 33064 w 58713"/>
                      <a:gd name="connsiteY6" fmla="*/ 44283 h 94189"/>
                      <a:gd name="connsiteX7" fmla="*/ 41449 w 58713"/>
                      <a:gd name="connsiteY7" fmla="*/ 55705 h 94189"/>
                      <a:gd name="connsiteX8" fmla="*/ 43847 w 58713"/>
                      <a:gd name="connsiteY8" fmla="*/ 64906 h 94189"/>
                      <a:gd name="connsiteX9" fmla="*/ 38674 w 58713"/>
                      <a:gd name="connsiteY9" fmla="*/ 76922 h 94189"/>
                      <a:gd name="connsiteX10" fmla="*/ 25195 w 58713"/>
                      <a:gd name="connsiteY10" fmla="*/ 81582 h 94189"/>
                      <a:gd name="connsiteX11" fmla="*/ 12766 w 58713"/>
                      <a:gd name="connsiteY11" fmla="*/ 79540 h 94189"/>
                      <a:gd name="connsiteX12" fmla="*/ -1189 w 58713"/>
                      <a:gd name="connsiteY12" fmla="*/ 73333 h 94189"/>
                      <a:gd name="connsiteX13" fmla="*/ -1189 w 58713"/>
                      <a:gd name="connsiteY13" fmla="*/ 85984 h 94189"/>
                      <a:gd name="connsiteX14" fmla="*/ 12925 w 58713"/>
                      <a:gd name="connsiteY14" fmla="*/ 90565 h 94189"/>
                      <a:gd name="connsiteX15" fmla="*/ 24957 w 58713"/>
                      <a:gd name="connsiteY15" fmla="*/ 92112 h 94189"/>
                      <a:gd name="connsiteX16" fmla="*/ 47871 w 58713"/>
                      <a:gd name="connsiteY16" fmla="*/ 84914 h 94189"/>
                      <a:gd name="connsiteX17" fmla="*/ 56415 w 58713"/>
                      <a:gd name="connsiteY17" fmla="*/ 65719 h 94189"/>
                      <a:gd name="connsiteX18" fmla="*/ 54274 w 58713"/>
                      <a:gd name="connsiteY18" fmla="*/ 54892 h 94189"/>
                      <a:gd name="connsiteX19" fmla="*/ 46504 w 58713"/>
                      <a:gd name="connsiteY19" fmla="*/ 42855 h 94189"/>
                      <a:gd name="connsiteX20" fmla="*/ 36652 w 58713"/>
                      <a:gd name="connsiteY20" fmla="*/ 32465 h 94189"/>
                      <a:gd name="connsiteX21" fmla="*/ 13242 w 58713"/>
                      <a:gd name="connsiteY21" fmla="*/ 8451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242" y="8451"/>
                        </a:moveTo>
                        <a:lnTo>
                          <a:pt x="56910" y="8451"/>
                        </a:lnTo>
                        <a:lnTo>
                          <a:pt x="56910" y="-2078"/>
                        </a:lnTo>
                        <a:lnTo>
                          <a:pt x="-1803" y="-2078"/>
                        </a:lnTo>
                        <a:lnTo>
                          <a:pt x="-1803" y="8451"/>
                        </a:lnTo>
                        <a:cubicBezTo>
                          <a:pt x="2941" y="13369"/>
                          <a:pt x="9410" y="19966"/>
                          <a:pt x="17603" y="28241"/>
                        </a:cubicBezTo>
                        <a:cubicBezTo>
                          <a:pt x="25809" y="36530"/>
                          <a:pt x="30963" y="41877"/>
                          <a:pt x="33064" y="44283"/>
                        </a:cubicBezTo>
                        <a:cubicBezTo>
                          <a:pt x="37068" y="48778"/>
                          <a:pt x="39863" y="52585"/>
                          <a:pt x="41449" y="55705"/>
                        </a:cubicBezTo>
                        <a:cubicBezTo>
                          <a:pt x="43048" y="58825"/>
                          <a:pt x="43847" y="61892"/>
                          <a:pt x="43847" y="64906"/>
                        </a:cubicBezTo>
                        <a:cubicBezTo>
                          <a:pt x="43847" y="69823"/>
                          <a:pt x="42123" y="73829"/>
                          <a:pt x="38674" y="76922"/>
                        </a:cubicBezTo>
                        <a:cubicBezTo>
                          <a:pt x="35225" y="80029"/>
                          <a:pt x="30732" y="81582"/>
                          <a:pt x="25195" y="81582"/>
                        </a:cubicBezTo>
                        <a:cubicBezTo>
                          <a:pt x="21270" y="81582"/>
                          <a:pt x="17127" y="80901"/>
                          <a:pt x="12766" y="79540"/>
                        </a:cubicBezTo>
                        <a:cubicBezTo>
                          <a:pt x="8418" y="78178"/>
                          <a:pt x="3767" y="76109"/>
                          <a:pt x="-1189" y="73333"/>
                        </a:cubicBezTo>
                        <a:lnTo>
                          <a:pt x="-1189" y="85984"/>
                        </a:lnTo>
                        <a:cubicBezTo>
                          <a:pt x="3846" y="88007"/>
                          <a:pt x="8551" y="89534"/>
                          <a:pt x="12925" y="90565"/>
                        </a:cubicBezTo>
                        <a:cubicBezTo>
                          <a:pt x="17312" y="91596"/>
                          <a:pt x="21323" y="92112"/>
                          <a:pt x="24957" y="92112"/>
                        </a:cubicBezTo>
                        <a:cubicBezTo>
                          <a:pt x="34537" y="92112"/>
                          <a:pt x="42176" y="89712"/>
                          <a:pt x="47871" y="84914"/>
                        </a:cubicBezTo>
                        <a:cubicBezTo>
                          <a:pt x="53567" y="80128"/>
                          <a:pt x="56415" y="73730"/>
                          <a:pt x="56415" y="65719"/>
                        </a:cubicBezTo>
                        <a:cubicBezTo>
                          <a:pt x="56415" y="61912"/>
                          <a:pt x="55701" y="58303"/>
                          <a:pt x="54274" y="54892"/>
                        </a:cubicBezTo>
                        <a:cubicBezTo>
                          <a:pt x="52860" y="51494"/>
                          <a:pt x="50270" y="47482"/>
                          <a:pt x="46504" y="42855"/>
                        </a:cubicBezTo>
                        <a:cubicBezTo>
                          <a:pt x="45473" y="41652"/>
                          <a:pt x="42189" y="38189"/>
                          <a:pt x="36652" y="32465"/>
                        </a:cubicBezTo>
                        <a:cubicBezTo>
                          <a:pt x="31128" y="26741"/>
                          <a:pt x="23325" y="18736"/>
                          <a:pt x="13242" y="845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25" name="Freeform: Shape 424">
                    <a:extLst>
                      <a:ext uri="{FF2B5EF4-FFF2-40B4-BE49-F238E27FC236}">
                        <a16:creationId xmlns:a16="http://schemas.microsoft.com/office/drawing/2014/main" id="{C2A618F4-9BC5-980C-BF8A-2345393ED4F1}"/>
                      </a:ext>
                    </a:extLst>
                  </p:cNvPr>
                  <p:cNvSpPr/>
                  <p:nvPr/>
                </p:nvSpPr>
                <p:spPr>
                  <a:xfrm flipV="1">
                    <a:off x="5083895" y="4955763"/>
                    <a:ext cx="63926" cy="95994"/>
                  </a:xfrm>
                  <a:custGeom>
                    <a:avLst/>
                    <a:gdLst>
                      <a:gd name="connsiteX0" fmla="*/ 30072 w 63926"/>
                      <a:gd name="connsiteY0" fmla="*/ 84047 h 95994"/>
                      <a:gd name="connsiteX1" fmla="*/ 15542 w 63926"/>
                      <a:gd name="connsiteY1" fmla="*/ 74529 h 95994"/>
                      <a:gd name="connsiteX2" fmla="*/ 10686 w 63926"/>
                      <a:gd name="connsiteY2" fmla="*/ 45935 h 95994"/>
                      <a:gd name="connsiteX3" fmla="*/ 15542 w 63926"/>
                      <a:gd name="connsiteY3" fmla="*/ 17400 h 95994"/>
                      <a:gd name="connsiteX4" fmla="*/ 30072 w 63926"/>
                      <a:gd name="connsiteY4" fmla="*/ 7882 h 95994"/>
                      <a:gd name="connsiteX5" fmla="*/ 44661 w 63926"/>
                      <a:gd name="connsiteY5" fmla="*/ 17400 h 95994"/>
                      <a:gd name="connsiteX6" fmla="*/ 49538 w 63926"/>
                      <a:gd name="connsiteY6" fmla="*/ 45935 h 95994"/>
                      <a:gd name="connsiteX7" fmla="*/ 44661 w 63926"/>
                      <a:gd name="connsiteY7" fmla="*/ 74529 h 95994"/>
                      <a:gd name="connsiteX8" fmla="*/ 30072 w 63926"/>
                      <a:gd name="connsiteY8" fmla="*/ 84047 h 95994"/>
                      <a:gd name="connsiteX9" fmla="*/ 30072 w 63926"/>
                      <a:gd name="connsiteY9" fmla="*/ 93962 h 95994"/>
                      <a:gd name="connsiteX10" fmla="*/ 53839 w 63926"/>
                      <a:gd name="connsiteY10" fmla="*/ 81648 h 95994"/>
                      <a:gd name="connsiteX11" fmla="*/ 62045 w 63926"/>
                      <a:gd name="connsiteY11" fmla="*/ 45935 h 95994"/>
                      <a:gd name="connsiteX12" fmla="*/ 53839 w 63926"/>
                      <a:gd name="connsiteY12" fmla="*/ 10262 h 95994"/>
                      <a:gd name="connsiteX13" fmla="*/ 30072 w 63926"/>
                      <a:gd name="connsiteY13" fmla="*/ -2032 h 95994"/>
                      <a:gd name="connsiteX14" fmla="*/ 6325 w 63926"/>
                      <a:gd name="connsiteY14" fmla="*/ 10262 h 95994"/>
                      <a:gd name="connsiteX15" fmla="*/ -1881 w 63926"/>
                      <a:gd name="connsiteY15" fmla="*/ 45935 h 95994"/>
                      <a:gd name="connsiteX16" fmla="*/ 6325 w 63926"/>
                      <a:gd name="connsiteY16" fmla="*/ 81648 h 95994"/>
                      <a:gd name="connsiteX17" fmla="*/ 30072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72" y="84047"/>
                        </a:moveTo>
                        <a:cubicBezTo>
                          <a:pt x="23637" y="84047"/>
                          <a:pt x="18793" y="80874"/>
                          <a:pt x="15542" y="74529"/>
                        </a:cubicBezTo>
                        <a:cubicBezTo>
                          <a:pt x="12305" y="68197"/>
                          <a:pt x="10686" y="58665"/>
                          <a:pt x="10686" y="45935"/>
                        </a:cubicBezTo>
                        <a:cubicBezTo>
                          <a:pt x="10686" y="33257"/>
                          <a:pt x="12305" y="23746"/>
                          <a:pt x="15542" y="17400"/>
                        </a:cubicBezTo>
                        <a:cubicBezTo>
                          <a:pt x="18793" y="11055"/>
                          <a:pt x="23637" y="7882"/>
                          <a:pt x="30072" y="7882"/>
                        </a:cubicBezTo>
                        <a:cubicBezTo>
                          <a:pt x="36561" y="7882"/>
                          <a:pt x="41424" y="11055"/>
                          <a:pt x="44661" y="17400"/>
                        </a:cubicBezTo>
                        <a:cubicBezTo>
                          <a:pt x="47912" y="23746"/>
                          <a:pt x="49538" y="33257"/>
                          <a:pt x="49538" y="45935"/>
                        </a:cubicBezTo>
                        <a:cubicBezTo>
                          <a:pt x="49538" y="58665"/>
                          <a:pt x="47912" y="68197"/>
                          <a:pt x="44661" y="74529"/>
                        </a:cubicBezTo>
                        <a:cubicBezTo>
                          <a:pt x="41424" y="80874"/>
                          <a:pt x="36561" y="84047"/>
                          <a:pt x="30072" y="84047"/>
                        </a:cubicBezTo>
                        <a:close/>
                        <a:moveTo>
                          <a:pt x="30072" y="93962"/>
                        </a:moveTo>
                        <a:cubicBezTo>
                          <a:pt x="40446" y="93962"/>
                          <a:pt x="48368" y="89857"/>
                          <a:pt x="53839" y="81648"/>
                        </a:cubicBezTo>
                        <a:cubicBezTo>
                          <a:pt x="59310" y="73452"/>
                          <a:pt x="62045" y="61547"/>
                          <a:pt x="62045" y="45935"/>
                        </a:cubicBezTo>
                        <a:cubicBezTo>
                          <a:pt x="62045" y="30362"/>
                          <a:pt x="59310" y="18471"/>
                          <a:pt x="53839" y="10262"/>
                        </a:cubicBezTo>
                        <a:cubicBezTo>
                          <a:pt x="48368" y="2066"/>
                          <a:pt x="40446" y="-2032"/>
                          <a:pt x="30072" y="-2032"/>
                        </a:cubicBezTo>
                        <a:cubicBezTo>
                          <a:pt x="19712" y="-2032"/>
                          <a:pt x="11796" y="2066"/>
                          <a:pt x="6325" y="10262"/>
                        </a:cubicBezTo>
                        <a:cubicBezTo>
                          <a:pt x="854" y="18471"/>
                          <a:pt x="-1881" y="30362"/>
                          <a:pt x="-1881" y="45935"/>
                        </a:cubicBezTo>
                        <a:cubicBezTo>
                          <a:pt x="-1881" y="61547"/>
                          <a:pt x="854" y="73452"/>
                          <a:pt x="6325" y="81648"/>
                        </a:cubicBezTo>
                        <a:cubicBezTo>
                          <a:pt x="11796" y="89857"/>
                          <a:pt x="19712" y="93962"/>
                          <a:pt x="3007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26" name="Graphic 398">
                <a:extLst>
                  <a:ext uri="{FF2B5EF4-FFF2-40B4-BE49-F238E27FC236}">
                    <a16:creationId xmlns:a16="http://schemas.microsoft.com/office/drawing/2014/main" id="{33D65379-5E11-530D-87EF-5F7D87A8BA1D}"/>
                  </a:ext>
                </a:extLst>
              </p:cNvPr>
              <p:cNvGrpSpPr/>
              <p:nvPr/>
            </p:nvGrpSpPr>
            <p:grpSpPr>
              <a:xfrm>
                <a:off x="5490208" y="4864687"/>
                <a:ext cx="223926" cy="187070"/>
                <a:chOff x="5490208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BCE9A96B-5B67-CB16-E07E-2A6B82AF14D2}"/>
                    </a:ext>
                  </a:extLst>
                </p:cNvPr>
                <p:cNvSpPr/>
                <p:nvPr/>
              </p:nvSpPr>
              <p:spPr>
                <a:xfrm>
                  <a:off x="5601490" y="4864687"/>
                  <a:ext cx="12686" cy="44417"/>
                </a:xfrm>
                <a:custGeom>
                  <a:avLst/>
                  <a:gdLst>
                    <a:gd name="connsiteX0" fmla="*/ 192 w 12686"/>
                    <a:gd name="connsiteY0" fmla="*/ 286 h 44417"/>
                    <a:gd name="connsiteX1" fmla="*/ 192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92" y="286"/>
                      </a:moveTo>
                      <a:lnTo>
                        <a:pt x="192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28" name="Graphic 398">
                  <a:extLst>
                    <a:ext uri="{FF2B5EF4-FFF2-40B4-BE49-F238E27FC236}">
                      <a16:creationId xmlns:a16="http://schemas.microsoft.com/office/drawing/2014/main" id="{A22B2F7A-4030-76E4-4839-E4A05E9FED78}"/>
                    </a:ext>
                  </a:extLst>
                </p:cNvPr>
                <p:cNvGrpSpPr/>
                <p:nvPr/>
              </p:nvGrpSpPr>
              <p:grpSpPr>
                <a:xfrm>
                  <a:off x="5490208" y="4955763"/>
                  <a:ext cx="223926" cy="95994"/>
                  <a:chOff x="5490208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29" name="Freeform: Shape 428">
                    <a:extLst>
                      <a:ext uri="{FF2B5EF4-FFF2-40B4-BE49-F238E27FC236}">
                        <a16:creationId xmlns:a16="http://schemas.microsoft.com/office/drawing/2014/main" id="{240E1484-B133-7DEC-46D3-9B620E9F12C5}"/>
                      </a:ext>
                    </a:extLst>
                  </p:cNvPr>
                  <p:cNvSpPr/>
                  <p:nvPr/>
                </p:nvSpPr>
                <p:spPr>
                  <a:xfrm flipV="1">
                    <a:off x="5490208" y="4957429"/>
                    <a:ext cx="59843" cy="94328"/>
                  </a:xfrm>
                  <a:custGeom>
                    <a:avLst/>
                    <a:gdLst>
                      <a:gd name="connsiteX0" fmla="*/ 2087 w 59843"/>
                      <a:gd name="connsiteY0" fmla="*/ 92338 h 94328"/>
                      <a:gd name="connsiteX1" fmla="*/ 51206 w 59843"/>
                      <a:gd name="connsiteY1" fmla="*/ 92338 h 94328"/>
                      <a:gd name="connsiteX2" fmla="*/ 51206 w 59843"/>
                      <a:gd name="connsiteY2" fmla="*/ 81789 h 94328"/>
                      <a:gd name="connsiteX3" fmla="*/ 13544 w 59843"/>
                      <a:gd name="connsiteY3" fmla="*/ 81789 h 94328"/>
                      <a:gd name="connsiteX4" fmla="*/ 13544 w 59843"/>
                      <a:gd name="connsiteY4" fmla="*/ 59124 h 94328"/>
                      <a:gd name="connsiteX5" fmla="*/ 18975 w 59843"/>
                      <a:gd name="connsiteY5" fmla="*/ 60512 h 94328"/>
                      <a:gd name="connsiteX6" fmla="*/ 24446 w 59843"/>
                      <a:gd name="connsiteY6" fmla="*/ 60968 h 94328"/>
                      <a:gd name="connsiteX7" fmla="*/ 48966 w 59843"/>
                      <a:gd name="connsiteY7" fmla="*/ 52481 h 94328"/>
                      <a:gd name="connsiteX8" fmla="*/ 58025 w 59843"/>
                      <a:gd name="connsiteY8" fmla="*/ 29499 h 94328"/>
                      <a:gd name="connsiteX9" fmla="*/ 48728 w 59843"/>
                      <a:gd name="connsiteY9" fmla="*/ 6279 h 94328"/>
                      <a:gd name="connsiteX10" fmla="*/ 22523 w 59843"/>
                      <a:gd name="connsiteY10" fmla="*/ -1990 h 94328"/>
                      <a:gd name="connsiteX11" fmla="*/ 10650 w 59843"/>
                      <a:gd name="connsiteY11" fmla="*/ -999 h 94328"/>
                      <a:gd name="connsiteX12" fmla="*/ -1818 w 59843"/>
                      <a:gd name="connsiteY12" fmla="*/ 1976 h 94328"/>
                      <a:gd name="connsiteX13" fmla="*/ -1818 w 59843"/>
                      <a:gd name="connsiteY13" fmla="*/ 14567 h 94328"/>
                      <a:gd name="connsiteX14" fmla="*/ 9698 w 59843"/>
                      <a:gd name="connsiteY14" fmla="*/ 10046 h 94328"/>
                      <a:gd name="connsiteX15" fmla="*/ 22266 w 59843"/>
                      <a:gd name="connsiteY15" fmla="*/ 8559 h 94328"/>
                      <a:gd name="connsiteX16" fmla="*/ 39233 w 59843"/>
                      <a:gd name="connsiteY16" fmla="*/ 14190 h 94328"/>
                      <a:gd name="connsiteX17" fmla="*/ 45497 w 59843"/>
                      <a:gd name="connsiteY17" fmla="*/ 29499 h 94328"/>
                      <a:gd name="connsiteX18" fmla="*/ 39233 w 59843"/>
                      <a:gd name="connsiteY18" fmla="*/ 44787 h 94328"/>
                      <a:gd name="connsiteX19" fmla="*/ 22266 w 59843"/>
                      <a:gd name="connsiteY19" fmla="*/ 50439 h 94328"/>
                      <a:gd name="connsiteX20" fmla="*/ 12255 w 59843"/>
                      <a:gd name="connsiteY20" fmla="*/ 49328 h 94328"/>
                      <a:gd name="connsiteX21" fmla="*/ 2087 w 59843"/>
                      <a:gd name="connsiteY21" fmla="*/ 45858 h 94328"/>
                      <a:gd name="connsiteX22" fmla="*/ 2087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87" y="92338"/>
                        </a:moveTo>
                        <a:lnTo>
                          <a:pt x="51206" y="92338"/>
                        </a:lnTo>
                        <a:lnTo>
                          <a:pt x="51206" y="81789"/>
                        </a:lnTo>
                        <a:lnTo>
                          <a:pt x="13544" y="81789"/>
                        </a:lnTo>
                        <a:lnTo>
                          <a:pt x="13544" y="59124"/>
                        </a:lnTo>
                        <a:cubicBezTo>
                          <a:pt x="15354" y="59745"/>
                          <a:pt x="17165" y="60208"/>
                          <a:pt x="18975" y="60512"/>
                        </a:cubicBezTo>
                        <a:cubicBezTo>
                          <a:pt x="20799" y="60816"/>
                          <a:pt x="22622" y="60968"/>
                          <a:pt x="24446" y="60968"/>
                        </a:cubicBezTo>
                        <a:cubicBezTo>
                          <a:pt x="34767" y="60968"/>
                          <a:pt x="42940" y="58139"/>
                          <a:pt x="48966" y="52481"/>
                        </a:cubicBezTo>
                        <a:cubicBezTo>
                          <a:pt x="55005" y="46823"/>
                          <a:pt x="58025" y="39162"/>
                          <a:pt x="58025" y="29499"/>
                        </a:cubicBezTo>
                        <a:cubicBezTo>
                          <a:pt x="58025" y="19544"/>
                          <a:pt x="54926" y="11804"/>
                          <a:pt x="48728" y="6279"/>
                        </a:cubicBezTo>
                        <a:cubicBezTo>
                          <a:pt x="42531" y="766"/>
                          <a:pt x="33796" y="-1990"/>
                          <a:pt x="22523" y="-1990"/>
                        </a:cubicBezTo>
                        <a:cubicBezTo>
                          <a:pt x="18638" y="-1990"/>
                          <a:pt x="14680" y="-1660"/>
                          <a:pt x="10650" y="-999"/>
                        </a:cubicBezTo>
                        <a:cubicBezTo>
                          <a:pt x="6632" y="-338"/>
                          <a:pt x="2476" y="654"/>
                          <a:pt x="-1818" y="1976"/>
                        </a:cubicBezTo>
                        <a:lnTo>
                          <a:pt x="-1818" y="14567"/>
                        </a:lnTo>
                        <a:cubicBezTo>
                          <a:pt x="1895" y="12545"/>
                          <a:pt x="5734" y="11038"/>
                          <a:pt x="9698" y="10046"/>
                        </a:cubicBezTo>
                        <a:cubicBezTo>
                          <a:pt x="13663" y="9055"/>
                          <a:pt x="17852" y="8559"/>
                          <a:pt x="22266" y="8559"/>
                        </a:cubicBezTo>
                        <a:cubicBezTo>
                          <a:pt x="29415" y="8559"/>
                          <a:pt x="35071" y="10436"/>
                          <a:pt x="39233" y="14190"/>
                        </a:cubicBezTo>
                        <a:cubicBezTo>
                          <a:pt x="43409" y="17945"/>
                          <a:pt x="45497" y="23048"/>
                          <a:pt x="45497" y="29499"/>
                        </a:cubicBezTo>
                        <a:cubicBezTo>
                          <a:pt x="45497" y="35937"/>
                          <a:pt x="43409" y="41033"/>
                          <a:pt x="39233" y="44787"/>
                        </a:cubicBezTo>
                        <a:cubicBezTo>
                          <a:pt x="35071" y="48555"/>
                          <a:pt x="29415" y="50439"/>
                          <a:pt x="22266" y="50439"/>
                        </a:cubicBezTo>
                        <a:cubicBezTo>
                          <a:pt x="18922" y="50439"/>
                          <a:pt x="15586" y="50068"/>
                          <a:pt x="12255" y="49328"/>
                        </a:cubicBezTo>
                        <a:cubicBezTo>
                          <a:pt x="8938" y="48588"/>
                          <a:pt x="5549" y="47431"/>
                          <a:pt x="2087" y="45858"/>
                        </a:cubicBezTo>
                        <a:lnTo>
                          <a:pt x="208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30" name="Freeform: Shape 429">
                    <a:extLst>
                      <a:ext uri="{FF2B5EF4-FFF2-40B4-BE49-F238E27FC236}">
                        <a16:creationId xmlns:a16="http://schemas.microsoft.com/office/drawing/2014/main" id="{B14E2998-5232-FA01-5EC3-C0BBEA329A89}"/>
                      </a:ext>
                    </a:extLst>
                  </p:cNvPr>
                  <p:cNvSpPr/>
                  <p:nvPr/>
                </p:nvSpPr>
                <p:spPr>
                  <a:xfrm flipV="1">
                    <a:off x="5570803" y="4955763"/>
                    <a:ext cx="60874" cy="95994"/>
                  </a:xfrm>
                  <a:custGeom>
                    <a:avLst/>
                    <a:gdLst>
                      <a:gd name="connsiteX0" fmla="*/ 39973 w 60874"/>
                      <a:gd name="connsiteY0" fmla="*/ 49663 h 95994"/>
                      <a:gd name="connsiteX1" fmla="*/ 53987 w 60874"/>
                      <a:gd name="connsiteY1" fmla="*/ 41652 h 95994"/>
                      <a:gd name="connsiteX2" fmla="*/ 59042 w 60874"/>
                      <a:gd name="connsiteY2" fmla="*/ 26661 h 95994"/>
                      <a:gd name="connsiteX3" fmla="*/ 49627 w 60874"/>
                      <a:gd name="connsiteY3" fmla="*/ 5463 h 95994"/>
                      <a:gd name="connsiteX4" fmla="*/ 22866 w 60874"/>
                      <a:gd name="connsiteY4" fmla="*/ -2032 h 95994"/>
                      <a:gd name="connsiteX5" fmla="*/ 10894 w 60874"/>
                      <a:gd name="connsiteY5" fmla="*/ -882 h 95994"/>
                      <a:gd name="connsiteX6" fmla="*/ -1832 w 60874"/>
                      <a:gd name="connsiteY6" fmla="*/ 2568 h 95994"/>
                      <a:gd name="connsiteX7" fmla="*/ -1832 w 60874"/>
                      <a:gd name="connsiteY7" fmla="*/ 14644 h 95994"/>
                      <a:gd name="connsiteX8" fmla="*/ 9546 w 60874"/>
                      <a:gd name="connsiteY8" fmla="*/ 10064 h 95994"/>
                      <a:gd name="connsiteX9" fmla="*/ 22510 w 60874"/>
                      <a:gd name="connsiteY9" fmla="*/ 8517 h 95994"/>
                      <a:gd name="connsiteX10" fmla="*/ 40429 w 60874"/>
                      <a:gd name="connsiteY10" fmla="*/ 13157 h 95994"/>
                      <a:gd name="connsiteX11" fmla="*/ 46594 w 60874"/>
                      <a:gd name="connsiteY11" fmla="*/ 26661 h 95994"/>
                      <a:gd name="connsiteX12" fmla="*/ 40865 w 60874"/>
                      <a:gd name="connsiteY12" fmla="*/ 39451 h 95994"/>
                      <a:gd name="connsiteX13" fmla="*/ 24928 w 60874"/>
                      <a:gd name="connsiteY13" fmla="*/ 44071 h 95994"/>
                      <a:gd name="connsiteX14" fmla="*/ 14145 w 60874"/>
                      <a:gd name="connsiteY14" fmla="*/ 44071 h 95994"/>
                      <a:gd name="connsiteX15" fmla="*/ 14145 w 60874"/>
                      <a:gd name="connsiteY15" fmla="*/ 54362 h 95994"/>
                      <a:gd name="connsiteX16" fmla="*/ 25424 w 60874"/>
                      <a:gd name="connsiteY16" fmla="*/ 54362 h 95994"/>
                      <a:gd name="connsiteX17" fmla="*/ 39537 w 60874"/>
                      <a:gd name="connsiteY17" fmla="*/ 58051 h 95994"/>
                      <a:gd name="connsiteX18" fmla="*/ 44433 w 60874"/>
                      <a:gd name="connsiteY18" fmla="*/ 68679 h 95994"/>
                      <a:gd name="connsiteX19" fmla="*/ 39378 w 60874"/>
                      <a:gd name="connsiteY19" fmla="*/ 79605 h 95994"/>
                      <a:gd name="connsiteX20" fmla="*/ 24928 w 60874"/>
                      <a:gd name="connsiteY20" fmla="*/ 83432 h 95994"/>
                      <a:gd name="connsiteX21" fmla="*/ 13887 w 60874"/>
                      <a:gd name="connsiteY21" fmla="*/ 82302 h 95994"/>
                      <a:gd name="connsiteX22" fmla="*/ 943 w 60874"/>
                      <a:gd name="connsiteY22" fmla="*/ 78852 h 95994"/>
                      <a:gd name="connsiteX23" fmla="*/ 943 w 60874"/>
                      <a:gd name="connsiteY23" fmla="*/ 89996 h 95994"/>
                      <a:gd name="connsiteX24" fmla="*/ 14303 w 60874"/>
                      <a:gd name="connsiteY24" fmla="*/ 92970 h 95994"/>
                      <a:gd name="connsiteX25" fmla="*/ 26038 w 60874"/>
                      <a:gd name="connsiteY25" fmla="*/ 93962 h 95994"/>
                      <a:gd name="connsiteX26" fmla="*/ 48576 w 60874"/>
                      <a:gd name="connsiteY26" fmla="*/ 87478 h 95994"/>
                      <a:gd name="connsiteX27" fmla="*/ 56881 w 60874"/>
                      <a:gd name="connsiteY27" fmla="*/ 69988 h 95994"/>
                      <a:gd name="connsiteX28" fmla="*/ 52481 w 60874"/>
                      <a:gd name="connsiteY28" fmla="*/ 57000 h 95994"/>
                      <a:gd name="connsiteX29" fmla="*/ 39973 w 60874"/>
                      <a:gd name="connsiteY29" fmla="*/ 4966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874" h="95994">
                        <a:moveTo>
                          <a:pt x="39973" y="49663"/>
                        </a:moveTo>
                        <a:cubicBezTo>
                          <a:pt x="45959" y="48381"/>
                          <a:pt x="50631" y="45710"/>
                          <a:pt x="53987" y="41652"/>
                        </a:cubicBezTo>
                        <a:cubicBezTo>
                          <a:pt x="57357" y="37607"/>
                          <a:pt x="59042" y="32610"/>
                          <a:pt x="59042" y="26661"/>
                        </a:cubicBezTo>
                        <a:cubicBezTo>
                          <a:pt x="59042" y="17539"/>
                          <a:pt x="55904" y="10473"/>
                          <a:pt x="49627" y="5463"/>
                        </a:cubicBezTo>
                        <a:cubicBezTo>
                          <a:pt x="43349" y="466"/>
                          <a:pt x="34429" y="-2032"/>
                          <a:pt x="22866" y="-2032"/>
                        </a:cubicBezTo>
                        <a:cubicBezTo>
                          <a:pt x="18995" y="-2032"/>
                          <a:pt x="15004" y="-1649"/>
                          <a:pt x="10894" y="-882"/>
                        </a:cubicBezTo>
                        <a:cubicBezTo>
                          <a:pt x="6784" y="-116"/>
                          <a:pt x="2542" y="1035"/>
                          <a:pt x="-1832" y="2568"/>
                        </a:cubicBezTo>
                        <a:lnTo>
                          <a:pt x="-1832" y="14644"/>
                        </a:lnTo>
                        <a:cubicBezTo>
                          <a:pt x="1630" y="12622"/>
                          <a:pt x="5423" y="11095"/>
                          <a:pt x="9546" y="10064"/>
                        </a:cubicBezTo>
                        <a:cubicBezTo>
                          <a:pt x="13682" y="9032"/>
                          <a:pt x="18003" y="8517"/>
                          <a:pt x="22510" y="8517"/>
                        </a:cubicBezTo>
                        <a:cubicBezTo>
                          <a:pt x="30346" y="8517"/>
                          <a:pt x="36319" y="10064"/>
                          <a:pt x="40429" y="13157"/>
                        </a:cubicBezTo>
                        <a:cubicBezTo>
                          <a:pt x="44539" y="16250"/>
                          <a:pt x="46594" y="20752"/>
                          <a:pt x="46594" y="26661"/>
                        </a:cubicBezTo>
                        <a:cubicBezTo>
                          <a:pt x="46594" y="32120"/>
                          <a:pt x="44684" y="36384"/>
                          <a:pt x="40865" y="39451"/>
                        </a:cubicBezTo>
                        <a:cubicBezTo>
                          <a:pt x="37046" y="42531"/>
                          <a:pt x="31734" y="44071"/>
                          <a:pt x="24928" y="44071"/>
                        </a:cubicBezTo>
                        <a:lnTo>
                          <a:pt x="14145" y="44071"/>
                        </a:lnTo>
                        <a:lnTo>
                          <a:pt x="14145" y="54362"/>
                        </a:lnTo>
                        <a:lnTo>
                          <a:pt x="25424" y="54362"/>
                        </a:lnTo>
                        <a:cubicBezTo>
                          <a:pt x="31568" y="54362"/>
                          <a:pt x="36273" y="55592"/>
                          <a:pt x="39537" y="58051"/>
                        </a:cubicBezTo>
                        <a:cubicBezTo>
                          <a:pt x="42801" y="60510"/>
                          <a:pt x="44433" y="64052"/>
                          <a:pt x="44433" y="68679"/>
                        </a:cubicBezTo>
                        <a:cubicBezTo>
                          <a:pt x="44433" y="73425"/>
                          <a:pt x="42748" y="77067"/>
                          <a:pt x="39378" y="79605"/>
                        </a:cubicBezTo>
                        <a:cubicBezTo>
                          <a:pt x="36022" y="82157"/>
                          <a:pt x="31205" y="83432"/>
                          <a:pt x="24928" y="83432"/>
                        </a:cubicBezTo>
                        <a:cubicBezTo>
                          <a:pt x="21492" y="83432"/>
                          <a:pt x="17812" y="83056"/>
                          <a:pt x="13887" y="82302"/>
                        </a:cubicBezTo>
                        <a:cubicBezTo>
                          <a:pt x="9962" y="81562"/>
                          <a:pt x="5648" y="80412"/>
                          <a:pt x="943" y="78852"/>
                        </a:cubicBezTo>
                        <a:lnTo>
                          <a:pt x="943" y="89996"/>
                        </a:lnTo>
                        <a:cubicBezTo>
                          <a:pt x="5700" y="91318"/>
                          <a:pt x="10154" y="92309"/>
                          <a:pt x="14303" y="92970"/>
                        </a:cubicBezTo>
                        <a:cubicBezTo>
                          <a:pt x="18453" y="93631"/>
                          <a:pt x="22364" y="93962"/>
                          <a:pt x="26038" y="93962"/>
                        </a:cubicBezTo>
                        <a:cubicBezTo>
                          <a:pt x="35540" y="93962"/>
                          <a:pt x="43052" y="91800"/>
                          <a:pt x="48576" y="87478"/>
                        </a:cubicBezTo>
                        <a:cubicBezTo>
                          <a:pt x="54113" y="83168"/>
                          <a:pt x="56881" y="77338"/>
                          <a:pt x="56881" y="69988"/>
                        </a:cubicBezTo>
                        <a:cubicBezTo>
                          <a:pt x="56881" y="64859"/>
                          <a:pt x="55415" y="60529"/>
                          <a:pt x="52481" y="57000"/>
                        </a:cubicBezTo>
                        <a:cubicBezTo>
                          <a:pt x="49547" y="53470"/>
                          <a:pt x="45378" y="51024"/>
                          <a:pt x="39973" y="4966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31" name="Freeform: Shape 430">
                    <a:extLst>
                      <a:ext uri="{FF2B5EF4-FFF2-40B4-BE49-F238E27FC236}">
                        <a16:creationId xmlns:a16="http://schemas.microsoft.com/office/drawing/2014/main" id="{4B34D487-5495-5C90-D5A6-2778F3B0AAAE}"/>
                      </a:ext>
                    </a:extLst>
                  </p:cNvPr>
                  <p:cNvSpPr/>
                  <p:nvPr/>
                </p:nvSpPr>
                <p:spPr>
                  <a:xfrm flipV="1">
                    <a:off x="5650209" y="4955763"/>
                    <a:ext cx="63926" cy="95994"/>
                  </a:xfrm>
                  <a:custGeom>
                    <a:avLst/>
                    <a:gdLst>
                      <a:gd name="connsiteX0" fmla="*/ 30117 w 63926"/>
                      <a:gd name="connsiteY0" fmla="*/ 84047 h 95994"/>
                      <a:gd name="connsiteX1" fmla="*/ 15587 w 63926"/>
                      <a:gd name="connsiteY1" fmla="*/ 74529 h 95994"/>
                      <a:gd name="connsiteX2" fmla="*/ 10731 w 63926"/>
                      <a:gd name="connsiteY2" fmla="*/ 45935 h 95994"/>
                      <a:gd name="connsiteX3" fmla="*/ 15587 w 63926"/>
                      <a:gd name="connsiteY3" fmla="*/ 17400 h 95994"/>
                      <a:gd name="connsiteX4" fmla="*/ 30117 w 63926"/>
                      <a:gd name="connsiteY4" fmla="*/ 7882 h 95994"/>
                      <a:gd name="connsiteX5" fmla="*/ 44706 w 63926"/>
                      <a:gd name="connsiteY5" fmla="*/ 17400 h 95994"/>
                      <a:gd name="connsiteX6" fmla="*/ 49582 w 63926"/>
                      <a:gd name="connsiteY6" fmla="*/ 45935 h 95994"/>
                      <a:gd name="connsiteX7" fmla="*/ 44706 w 63926"/>
                      <a:gd name="connsiteY7" fmla="*/ 74529 h 95994"/>
                      <a:gd name="connsiteX8" fmla="*/ 30117 w 63926"/>
                      <a:gd name="connsiteY8" fmla="*/ 84047 h 95994"/>
                      <a:gd name="connsiteX9" fmla="*/ 30117 w 63926"/>
                      <a:gd name="connsiteY9" fmla="*/ 93962 h 95994"/>
                      <a:gd name="connsiteX10" fmla="*/ 53884 w 63926"/>
                      <a:gd name="connsiteY10" fmla="*/ 81648 h 95994"/>
                      <a:gd name="connsiteX11" fmla="*/ 62090 w 63926"/>
                      <a:gd name="connsiteY11" fmla="*/ 45935 h 95994"/>
                      <a:gd name="connsiteX12" fmla="*/ 53884 w 63926"/>
                      <a:gd name="connsiteY12" fmla="*/ 10262 h 95994"/>
                      <a:gd name="connsiteX13" fmla="*/ 30117 w 63926"/>
                      <a:gd name="connsiteY13" fmla="*/ -2032 h 95994"/>
                      <a:gd name="connsiteX14" fmla="*/ 6370 w 63926"/>
                      <a:gd name="connsiteY14" fmla="*/ 10262 h 95994"/>
                      <a:gd name="connsiteX15" fmla="*/ -1837 w 63926"/>
                      <a:gd name="connsiteY15" fmla="*/ 45935 h 95994"/>
                      <a:gd name="connsiteX16" fmla="*/ 6370 w 63926"/>
                      <a:gd name="connsiteY16" fmla="*/ 81648 h 95994"/>
                      <a:gd name="connsiteX17" fmla="*/ 30117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17" y="84047"/>
                        </a:moveTo>
                        <a:cubicBezTo>
                          <a:pt x="23681" y="84047"/>
                          <a:pt x="18838" y="80874"/>
                          <a:pt x="15587" y="74529"/>
                        </a:cubicBezTo>
                        <a:cubicBezTo>
                          <a:pt x="12349" y="68197"/>
                          <a:pt x="10731" y="58665"/>
                          <a:pt x="10731" y="45935"/>
                        </a:cubicBezTo>
                        <a:cubicBezTo>
                          <a:pt x="10731" y="33257"/>
                          <a:pt x="12349" y="23746"/>
                          <a:pt x="15587" y="17400"/>
                        </a:cubicBezTo>
                        <a:cubicBezTo>
                          <a:pt x="18838" y="11055"/>
                          <a:pt x="23681" y="7882"/>
                          <a:pt x="30117" y="7882"/>
                        </a:cubicBezTo>
                        <a:cubicBezTo>
                          <a:pt x="36605" y="7882"/>
                          <a:pt x="41468" y="11055"/>
                          <a:pt x="44706" y="17400"/>
                        </a:cubicBezTo>
                        <a:cubicBezTo>
                          <a:pt x="47957" y="23746"/>
                          <a:pt x="49582" y="33257"/>
                          <a:pt x="49582" y="45935"/>
                        </a:cubicBezTo>
                        <a:cubicBezTo>
                          <a:pt x="49582" y="58665"/>
                          <a:pt x="47957" y="68197"/>
                          <a:pt x="44706" y="74529"/>
                        </a:cubicBezTo>
                        <a:cubicBezTo>
                          <a:pt x="41468" y="80874"/>
                          <a:pt x="36605" y="84047"/>
                          <a:pt x="30117" y="84047"/>
                        </a:cubicBezTo>
                        <a:close/>
                        <a:moveTo>
                          <a:pt x="30117" y="93962"/>
                        </a:moveTo>
                        <a:cubicBezTo>
                          <a:pt x="40490" y="93962"/>
                          <a:pt x="48413" y="89857"/>
                          <a:pt x="53884" y="81648"/>
                        </a:cubicBezTo>
                        <a:cubicBezTo>
                          <a:pt x="59355" y="73452"/>
                          <a:pt x="62090" y="61547"/>
                          <a:pt x="62090" y="45935"/>
                        </a:cubicBezTo>
                        <a:cubicBezTo>
                          <a:pt x="62090" y="30362"/>
                          <a:pt x="59355" y="18471"/>
                          <a:pt x="53884" y="10262"/>
                        </a:cubicBezTo>
                        <a:cubicBezTo>
                          <a:pt x="48413" y="2066"/>
                          <a:pt x="40490" y="-2032"/>
                          <a:pt x="30117" y="-2032"/>
                        </a:cubicBezTo>
                        <a:cubicBezTo>
                          <a:pt x="19756" y="-2032"/>
                          <a:pt x="11841" y="2066"/>
                          <a:pt x="6370" y="10262"/>
                        </a:cubicBezTo>
                        <a:cubicBezTo>
                          <a:pt x="899" y="18471"/>
                          <a:pt x="-1837" y="30362"/>
                          <a:pt x="-1837" y="45935"/>
                        </a:cubicBezTo>
                        <a:cubicBezTo>
                          <a:pt x="-1837" y="61547"/>
                          <a:pt x="899" y="73452"/>
                          <a:pt x="6370" y="81648"/>
                        </a:cubicBezTo>
                        <a:cubicBezTo>
                          <a:pt x="11841" y="89857"/>
                          <a:pt x="19756" y="93962"/>
                          <a:pt x="3011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32" name="Graphic 398">
                <a:extLst>
                  <a:ext uri="{FF2B5EF4-FFF2-40B4-BE49-F238E27FC236}">
                    <a16:creationId xmlns:a16="http://schemas.microsoft.com/office/drawing/2014/main" id="{32DD4C9C-8FC3-2430-E95D-FBECB2FED250}"/>
                  </a:ext>
                </a:extLst>
              </p:cNvPr>
              <p:cNvGrpSpPr/>
              <p:nvPr/>
            </p:nvGrpSpPr>
            <p:grpSpPr>
              <a:xfrm>
                <a:off x="6056522" y="4864687"/>
                <a:ext cx="223926" cy="187070"/>
                <a:chOff x="6056522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33" name="Freeform: Shape 432">
                  <a:extLst>
                    <a:ext uri="{FF2B5EF4-FFF2-40B4-BE49-F238E27FC236}">
                      <a16:creationId xmlns:a16="http://schemas.microsoft.com/office/drawing/2014/main" id="{CCFF13BB-455B-795A-60F7-4926E58B3FD7}"/>
                    </a:ext>
                  </a:extLst>
                </p:cNvPr>
                <p:cNvSpPr/>
                <p:nvPr/>
              </p:nvSpPr>
              <p:spPr>
                <a:xfrm>
                  <a:off x="6167804" y="4864687"/>
                  <a:ext cx="12686" cy="44417"/>
                </a:xfrm>
                <a:custGeom>
                  <a:avLst/>
                  <a:gdLst>
                    <a:gd name="connsiteX0" fmla="*/ 236 w 12686"/>
                    <a:gd name="connsiteY0" fmla="*/ 286 h 44417"/>
                    <a:gd name="connsiteX1" fmla="*/ 236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36" y="286"/>
                      </a:moveTo>
                      <a:lnTo>
                        <a:pt x="236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34" name="Graphic 398">
                  <a:extLst>
                    <a:ext uri="{FF2B5EF4-FFF2-40B4-BE49-F238E27FC236}">
                      <a16:creationId xmlns:a16="http://schemas.microsoft.com/office/drawing/2014/main" id="{056692D2-BB28-ECBC-CAF4-5DA5A6350A3C}"/>
                    </a:ext>
                  </a:extLst>
                </p:cNvPr>
                <p:cNvGrpSpPr/>
                <p:nvPr/>
              </p:nvGrpSpPr>
              <p:grpSpPr>
                <a:xfrm>
                  <a:off x="6056522" y="4955763"/>
                  <a:ext cx="223926" cy="95994"/>
                  <a:chOff x="6056522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35" name="Freeform: Shape 434">
                    <a:extLst>
                      <a:ext uri="{FF2B5EF4-FFF2-40B4-BE49-F238E27FC236}">
                        <a16:creationId xmlns:a16="http://schemas.microsoft.com/office/drawing/2014/main" id="{92955017-66C0-DEEC-2FD9-1471B356901F}"/>
                      </a:ext>
                    </a:extLst>
                  </p:cNvPr>
                  <p:cNvSpPr/>
                  <p:nvPr/>
                </p:nvSpPr>
                <p:spPr>
                  <a:xfrm flipV="1">
                    <a:off x="6056522" y="4957429"/>
                    <a:ext cx="59843" cy="94328"/>
                  </a:xfrm>
                  <a:custGeom>
                    <a:avLst/>
                    <a:gdLst>
                      <a:gd name="connsiteX0" fmla="*/ 2131 w 59843"/>
                      <a:gd name="connsiteY0" fmla="*/ 92338 h 94328"/>
                      <a:gd name="connsiteX1" fmla="*/ 51251 w 59843"/>
                      <a:gd name="connsiteY1" fmla="*/ 92338 h 94328"/>
                      <a:gd name="connsiteX2" fmla="*/ 51251 w 59843"/>
                      <a:gd name="connsiteY2" fmla="*/ 81789 h 94328"/>
                      <a:gd name="connsiteX3" fmla="*/ 13588 w 59843"/>
                      <a:gd name="connsiteY3" fmla="*/ 81789 h 94328"/>
                      <a:gd name="connsiteX4" fmla="*/ 13588 w 59843"/>
                      <a:gd name="connsiteY4" fmla="*/ 59124 h 94328"/>
                      <a:gd name="connsiteX5" fmla="*/ 19020 w 59843"/>
                      <a:gd name="connsiteY5" fmla="*/ 60512 h 94328"/>
                      <a:gd name="connsiteX6" fmla="*/ 24491 w 59843"/>
                      <a:gd name="connsiteY6" fmla="*/ 60968 h 94328"/>
                      <a:gd name="connsiteX7" fmla="*/ 49011 w 59843"/>
                      <a:gd name="connsiteY7" fmla="*/ 52481 h 94328"/>
                      <a:gd name="connsiteX8" fmla="*/ 58070 w 59843"/>
                      <a:gd name="connsiteY8" fmla="*/ 29499 h 94328"/>
                      <a:gd name="connsiteX9" fmla="*/ 48773 w 59843"/>
                      <a:gd name="connsiteY9" fmla="*/ 6279 h 94328"/>
                      <a:gd name="connsiteX10" fmla="*/ 22568 w 59843"/>
                      <a:gd name="connsiteY10" fmla="*/ -1990 h 94328"/>
                      <a:gd name="connsiteX11" fmla="*/ 10694 w 59843"/>
                      <a:gd name="connsiteY11" fmla="*/ -999 h 94328"/>
                      <a:gd name="connsiteX12" fmla="*/ -1774 w 59843"/>
                      <a:gd name="connsiteY12" fmla="*/ 1976 h 94328"/>
                      <a:gd name="connsiteX13" fmla="*/ -1774 w 59843"/>
                      <a:gd name="connsiteY13" fmla="*/ 14567 h 94328"/>
                      <a:gd name="connsiteX14" fmla="*/ 9743 w 59843"/>
                      <a:gd name="connsiteY14" fmla="*/ 10046 h 94328"/>
                      <a:gd name="connsiteX15" fmla="*/ 22310 w 59843"/>
                      <a:gd name="connsiteY15" fmla="*/ 8559 h 94328"/>
                      <a:gd name="connsiteX16" fmla="*/ 39278 w 59843"/>
                      <a:gd name="connsiteY16" fmla="*/ 14190 h 94328"/>
                      <a:gd name="connsiteX17" fmla="*/ 45542 w 59843"/>
                      <a:gd name="connsiteY17" fmla="*/ 29499 h 94328"/>
                      <a:gd name="connsiteX18" fmla="*/ 39278 w 59843"/>
                      <a:gd name="connsiteY18" fmla="*/ 44787 h 94328"/>
                      <a:gd name="connsiteX19" fmla="*/ 22310 w 59843"/>
                      <a:gd name="connsiteY19" fmla="*/ 50439 h 94328"/>
                      <a:gd name="connsiteX20" fmla="*/ 12300 w 59843"/>
                      <a:gd name="connsiteY20" fmla="*/ 49328 h 94328"/>
                      <a:gd name="connsiteX21" fmla="*/ 2131 w 59843"/>
                      <a:gd name="connsiteY21" fmla="*/ 45858 h 94328"/>
                      <a:gd name="connsiteX22" fmla="*/ 2131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31" y="92338"/>
                        </a:moveTo>
                        <a:lnTo>
                          <a:pt x="51251" y="92338"/>
                        </a:lnTo>
                        <a:lnTo>
                          <a:pt x="51251" y="81789"/>
                        </a:lnTo>
                        <a:lnTo>
                          <a:pt x="13588" y="81789"/>
                        </a:lnTo>
                        <a:lnTo>
                          <a:pt x="13588" y="59124"/>
                        </a:lnTo>
                        <a:cubicBezTo>
                          <a:pt x="15399" y="59745"/>
                          <a:pt x="17209" y="60208"/>
                          <a:pt x="19020" y="60512"/>
                        </a:cubicBezTo>
                        <a:cubicBezTo>
                          <a:pt x="20843" y="60816"/>
                          <a:pt x="22667" y="60968"/>
                          <a:pt x="24491" y="60968"/>
                        </a:cubicBezTo>
                        <a:cubicBezTo>
                          <a:pt x="34811" y="60968"/>
                          <a:pt x="42985" y="58139"/>
                          <a:pt x="49011" y="52481"/>
                        </a:cubicBezTo>
                        <a:cubicBezTo>
                          <a:pt x="55050" y="46823"/>
                          <a:pt x="58070" y="39162"/>
                          <a:pt x="58070" y="29499"/>
                        </a:cubicBezTo>
                        <a:cubicBezTo>
                          <a:pt x="58070" y="19544"/>
                          <a:pt x="54971" y="11804"/>
                          <a:pt x="48773" y="6279"/>
                        </a:cubicBezTo>
                        <a:cubicBezTo>
                          <a:pt x="42575" y="766"/>
                          <a:pt x="33840" y="-1990"/>
                          <a:pt x="22568" y="-1990"/>
                        </a:cubicBezTo>
                        <a:cubicBezTo>
                          <a:pt x="18683" y="-1990"/>
                          <a:pt x="14725" y="-1660"/>
                          <a:pt x="10694" y="-999"/>
                        </a:cubicBezTo>
                        <a:cubicBezTo>
                          <a:pt x="6677" y="-338"/>
                          <a:pt x="2521" y="654"/>
                          <a:pt x="-1774" y="1976"/>
                        </a:cubicBezTo>
                        <a:lnTo>
                          <a:pt x="-1774" y="14567"/>
                        </a:lnTo>
                        <a:cubicBezTo>
                          <a:pt x="1940" y="12545"/>
                          <a:pt x="5779" y="11038"/>
                          <a:pt x="9743" y="10046"/>
                        </a:cubicBezTo>
                        <a:cubicBezTo>
                          <a:pt x="13707" y="9055"/>
                          <a:pt x="17897" y="8559"/>
                          <a:pt x="22310" y="8559"/>
                        </a:cubicBezTo>
                        <a:cubicBezTo>
                          <a:pt x="29459" y="8559"/>
                          <a:pt x="35115" y="10436"/>
                          <a:pt x="39278" y="14190"/>
                        </a:cubicBezTo>
                        <a:cubicBezTo>
                          <a:pt x="43454" y="17945"/>
                          <a:pt x="45542" y="23048"/>
                          <a:pt x="45542" y="29499"/>
                        </a:cubicBezTo>
                        <a:cubicBezTo>
                          <a:pt x="45542" y="35937"/>
                          <a:pt x="43454" y="41033"/>
                          <a:pt x="39278" y="44787"/>
                        </a:cubicBezTo>
                        <a:cubicBezTo>
                          <a:pt x="35115" y="48555"/>
                          <a:pt x="29459" y="50439"/>
                          <a:pt x="22310" y="50439"/>
                        </a:cubicBezTo>
                        <a:cubicBezTo>
                          <a:pt x="18967" y="50439"/>
                          <a:pt x="15630" y="50068"/>
                          <a:pt x="12300" y="49328"/>
                        </a:cubicBezTo>
                        <a:cubicBezTo>
                          <a:pt x="8983" y="48588"/>
                          <a:pt x="5594" y="47431"/>
                          <a:pt x="2131" y="45858"/>
                        </a:cubicBezTo>
                        <a:lnTo>
                          <a:pt x="213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36" name="Freeform: Shape 435">
                    <a:extLst>
                      <a:ext uri="{FF2B5EF4-FFF2-40B4-BE49-F238E27FC236}">
                        <a16:creationId xmlns:a16="http://schemas.microsoft.com/office/drawing/2014/main" id="{DB47EFCA-74F1-8B73-C8DE-2AC7076C30F5}"/>
                      </a:ext>
                    </a:extLst>
                  </p:cNvPr>
                  <p:cNvSpPr/>
                  <p:nvPr/>
                </p:nvSpPr>
                <p:spPr>
                  <a:xfrm flipV="1">
                    <a:off x="6133647" y="4957429"/>
                    <a:ext cx="67395" cy="92524"/>
                  </a:xfrm>
                  <a:custGeom>
                    <a:avLst/>
                    <a:gdLst>
                      <a:gd name="connsiteX0" fmla="*/ 39969 w 67395"/>
                      <a:gd name="connsiteY0" fmla="*/ 79582 h 92524"/>
                      <a:gd name="connsiteX1" fmla="*/ 8372 w 67395"/>
                      <a:gd name="connsiteY1" fmla="*/ 30187 h 92524"/>
                      <a:gd name="connsiteX2" fmla="*/ 39969 w 67395"/>
                      <a:gd name="connsiteY2" fmla="*/ 30187 h 92524"/>
                      <a:gd name="connsiteX3" fmla="*/ 39969 w 67395"/>
                      <a:gd name="connsiteY3" fmla="*/ 79582 h 92524"/>
                      <a:gd name="connsiteX4" fmla="*/ 36678 w 67395"/>
                      <a:gd name="connsiteY4" fmla="*/ 90488 h 92524"/>
                      <a:gd name="connsiteX5" fmla="*/ 52417 w 67395"/>
                      <a:gd name="connsiteY5" fmla="*/ 90488 h 92524"/>
                      <a:gd name="connsiteX6" fmla="*/ 52417 w 67395"/>
                      <a:gd name="connsiteY6" fmla="*/ 30187 h 92524"/>
                      <a:gd name="connsiteX7" fmla="*/ 65619 w 67395"/>
                      <a:gd name="connsiteY7" fmla="*/ 30187 h 92524"/>
                      <a:gd name="connsiteX8" fmla="*/ 65619 w 67395"/>
                      <a:gd name="connsiteY8" fmla="*/ 19776 h 92524"/>
                      <a:gd name="connsiteX9" fmla="*/ 52417 w 67395"/>
                      <a:gd name="connsiteY9" fmla="*/ 19776 h 92524"/>
                      <a:gd name="connsiteX10" fmla="*/ 52417 w 67395"/>
                      <a:gd name="connsiteY10" fmla="*/ -2036 h 92524"/>
                      <a:gd name="connsiteX11" fmla="*/ 39969 w 67395"/>
                      <a:gd name="connsiteY11" fmla="*/ -2036 h 92524"/>
                      <a:gd name="connsiteX12" fmla="*/ 39969 w 67395"/>
                      <a:gd name="connsiteY12" fmla="*/ 19776 h 92524"/>
                      <a:gd name="connsiteX13" fmla="*/ -1777 w 67395"/>
                      <a:gd name="connsiteY13" fmla="*/ 19776 h 92524"/>
                      <a:gd name="connsiteX14" fmla="*/ -1777 w 67395"/>
                      <a:gd name="connsiteY14" fmla="*/ 31853 h 92524"/>
                      <a:gd name="connsiteX15" fmla="*/ 36678 w 67395"/>
                      <a:gd name="connsiteY15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969" y="79582"/>
                        </a:moveTo>
                        <a:lnTo>
                          <a:pt x="8372" y="30187"/>
                        </a:lnTo>
                        <a:lnTo>
                          <a:pt x="39969" y="30187"/>
                        </a:lnTo>
                        <a:lnTo>
                          <a:pt x="39969" y="79582"/>
                        </a:lnTo>
                        <a:close/>
                        <a:moveTo>
                          <a:pt x="36678" y="90488"/>
                        </a:moveTo>
                        <a:lnTo>
                          <a:pt x="52417" y="90488"/>
                        </a:lnTo>
                        <a:lnTo>
                          <a:pt x="52417" y="30187"/>
                        </a:lnTo>
                        <a:lnTo>
                          <a:pt x="65619" y="30187"/>
                        </a:lnTo>
                        <a:lnTo>
                          <a:pt x="65619" y="19776"/>
                        </a:lnTo>
                        <a:lnTo>
                          <a:pt x="52417" y="19776"/>
                        </a:lnTo>
                        <a:lnTo>
                          <a:pt x="52417" y="-2036"/>
                        </a:lnTo>
                        <a:lnTo>
                          <a:pt x="39969" y="-2036"/>
                        </a:lnTo>
                        <a:lnTo>
                          <a:pt x="39969" y="19776"/>
                        </a:lnTo>
                        <a:lnTo>
                          <a:pt x="-1777" y="19776"/>
                        </a:lnTo>
                        <a:lnTo>
                          <a:pt x="-1777" y="31853"/>
                        </a:lnTo>
                        <a:lnTo>
                          <a:pt x="36678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37" name="Freeform: Shape 436">
                    <a:extLst>
                      <a:ext uri="{FF2B5EF4-FFF2-40B4-BE49-F238E27FC236}">
                        <a16:creationId xmlns:a16="http://schemas.microsoft.com/office/drawing/2014/main" id="{30F4D5AF-510D-D1E4-B092-D6404A28A82F}"/>
                      </a:ext>
                    </a:extLst>
                  </p:cNvPr>
                  <p:cNvSpPr/>
                  <p:nvPr/>
                </p:nvSpPr>
                <p:spPr>
                  <a:xfrm flipV="1">
                    <a:off x="6216522" y="4955763"/>
                    <a:ext cx="63926" cy="95994"/>
                  </a:xfrm>
                  <a:custGeom>
                    <a:avLst/>
                    <a:gdLst>
                      <a:gd name="connsiteX0" fmla="*/ 30161 w 63926"/>
                      <a:gd name="connsiteY0" fmla="*/ 84047 h 95994"/>
                      <a:gd name="connsiteX1" fmla="*/ 15632 w 63926"/>
                      <a:gd name="connsiteY1" fmla="*/ 74529 h 95994"/>
                      <a:gd name="connsiteX2" fmla="*/ 10775 w 63926"/>
                      <a:gd name="connsiteY2" fmla="*/ 45935 h 95994"/>
                      <a:gd name="connsiteX3" fmla="*/ 15632 w 63926"/>
                      <a:gd name="connsiteY3" fmla="*/ 17400 h 95994"/>
                      <a:gd name="connsiteX4" fmla="*/ 30161 w 63926"/>
                      <a:gd name="connsiteY4" fmla="*/ 7882 h 95994"/>
                      <a:gd name="connsiteX5" fmla="*/ 44751 w 63926"/>
                      <a:gd name="connsiteY5" fmla="*/ 17400 h 95994"/>
                      <a:gd name="connsiteX6" fmla="*/ 49627 w 63926"/>
                      <a:gd name="connsiteY6" fmla="*/ 45935 h 95994"/>
                      <a:gd name="connsiteX7" fmla="*/ 44751 w 63926"/>
                      <a:gd name="connsiteY7" fmla="*/ 74529 h 95994"/>
                      <a:gd name="connsiteX8" fmla="*/ 30161 w 63926"/>
                      <a:gd name="connsiteY8" fmla="*/ 84047 h 95994"/>
                      <a:gd name="connsiteX9" fmla="*/ 30161 w 63926"/>
                      <a:gd name="connsiteY9" fmla="*/ 93962 h 95994"/>
                      <a:gd name="connsiteX10" fmla="*/ 53928 w 63926"/>
                      <a:gd name="connsiteY10" fmla="*/ 81648 h 95994"/>
                      <a:gd name="connsiteX11" fmla="*/ 62135 w 63926"/>
                      <a:gd name="connsiteY11" fmla="*/ 45935 h 95994"/>
                      <a:gd name="connsiteX12" fmla="*/ 53928 w 63926"/>
                      <a:gd name="connsiteY12" fmla="*/ 10262 h 95994"/>
                      <a:gd name="connsiteX13" fmla="*/ 30161 w 63926"/>
                      <a:gd name="connsiteY13" fmla="*/ -2032 h 95994"/>
                      <a:gd name="connsiteX14" fmla="*/ 6414 w 63926"/>
                      <a:gd name="connsiteY14" fmla="*/ 10262 h 95994"/>
                      <a:gd name="connsiteX15" fmla="*/ -1792 w 63926"/>
                      <a:gd name="connsiteY15" fmla="*/ 45935 h 95994"/>
                      <a:gd name="connsiteX16" fmla="*/ 6414 w 63926"/>
                      <a:gd name="connsiteY16" fmla="*/ 81648 h 95994"/>
                      <a:gd name="connsiteX17" fmla="*/ 30161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61" y="84047"/>
                        </a:moveTo>
                        <a:cubicBezTo>
                          <a:pt x="23726" y="84047"/>
                          <a:pt x="18883" y="80874"/>
                          <a:pt x="15632" y="74529"/>
                        </a:cubicBezTo>
                        <a:cubicBezTo>
                          <a:pt x="12394" y="68197"/>
                          <a:pt x="10775" y="58665"/>
                          <a:pt x="10775" y="45935"/>
                        </a:cubicBezTo>
                        <a:cubicBezTo>
                          <a:pt x="10775" y="33257"/>
                          <a:pt x="12394" y="23746"/>
                          <a:pt x="15632" y="17400"/>
                        </a:cubicBezTo>
                        <a:cubicBezTo>
                          <a:pt x="18883" y="11055"/>
                          <a:pt x="23726" y="7882"/>
                          <a:pt x="30161" y="7882"/>
                        </a:cubicBezTo>
                        <a:cubicBezTo>
                          <a:pt x="36650" y="7882"/>
                          <a:pt x="41513" y="11055"/>
                          <a:pt x="44751" y="17400"/>
                        </a:cubicBezTo>
                        <a:cubicBezTo>
                          <a:pt x="48001" y="23746"/>
                          <a:pt x="49627" y="33257"/>
                          <a:pt x="49627" y="45935"/>
                        </a:cubicBezTo>
                        <a:cubicBezTo>
                          <a:pt x="49627" y="58665"/>
                          <a:pt x="48001" y="68197"/>
                          <a:pt x="44751" y="74529"/>
                        </a:cubicBezTo>
                        <a:cubicBezTo>
                          <a:pt x="41513" y="80874"/>
                          <a:pt x="36650" y="84047"/>
                          <a:pt x="30161" y="84047"/>
                        </a:cubicBezTo>
                        <a:close/>
                        <a:moveTo>
                          <a:pt x="30161" y="93962"/>
                        </a:moveTo>
                        <a:cubicBezTo>
                          <a:pt x="40535" y="93962"/>
                          <a:pt x="48457" y="89857"/>
                          <a:pt x="53928" y="81648"/>
                        </a:cubicBezTo>
                        <a:cubicBezTo>
                          <a:pt x="59399" y="73452"/>
                          <a:pt x="62135" y="61547"/>
                          <a:pt x="62135" y="45935"/>
                        </a:cubicBezTo>
                        <a:cubicBezTo>
                          <a:pt x="62135" y="30362"/>
                          <a:pt x="59399" y="18471"/>
                          <a:pt x="53928" y="10262"/>
                        </a:cubicBezTo>
                        <a:cubicBezTo>
                          <a:pt x="48457" y="2066"/>
                          <a:pt x="40535" y="-2032"/>
                          <a:pt x="30161" y="-2032"/>
                        </a:cubicBezTo>
                        <a:cubicBezTo>
                          <a:pt x="19801" y="-2032"/>
                          <a:pt x="11885" y="2066"/>
                          <a:pt x="6414" y="10262"/>
                        </a:cubicBezTo>
                        <a:cubicBezTo>
                          <a:pt x="943" y="18471"/>
                          <a:pt x="-1792" y="30362"/>
                          <a:pt x="-1792" y="45935"/>
                        </a:cubicBezTo>
                        <a:cubicBezTo>
                          <a:pt x="-1792" y="61547"/>
                          <a:pt x="943" y="73452"/>
                          <a:pt x="6414" y="81648"/>
                        </a:cubicBezTo>
                        <a:cubicBezTo>
                          <a:pt x="11885" y="89857"/>
                          <a:pt x="19801" y="93962"/>
                          <a:pt x="3016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38" name="Graphic 398">
                <a:extLst>
                  <a:ext uri="{FF2B5EF4-FFF2-40B4-BE49-F238E27FC236}">
                    <a16:creationId xmlns:a16="http://schemas.microsoft.com/office/drawing/2014/main" id="{A0D24359-67B6-2D48-1792-2D782BE53CCD}"/>
                  </a:ext>
                </a:extLst>
              </p:cNvPr>
              <p:cNvGrpSpPr/>
              <p:nvPr/>
            </p:nvGrpSpPr>
            <p:grpSpPr>
              <a:xfrm>
                <a:off x="6622835" y="4864687"/>
                <a:ext cx="223926" cy="187070"/>
                <a:chOff x="6622835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39" name="Freeform: Shape 438">
                  <a:extLst>
                    <a:ext uri="{FF2B5EF4-FFF2-40B4-BE49-F238E27FC236}">
                      <a16:creationId xmlns:a16="http://schemas.microsoft.com/office/drawing/2014/main" id="{BEB1CE60-CC20-B48D-E439-FEA51AB90A6A}"/>
                    </a:ext>
                  </a:extLst>
                </p:cNvPr>
                <p:cNvSpPr/>
                <p:nvPr/>
              </p:nvSpPr>
              <p:spPr>
                <a:xfrm>
                  <a:off x="6734117" y="4864687"/>
                  <a:ext cx="12686" cy="44417"/>
                </a:xfrm>
                <a:custGeom>
                  <a:avLst/>
                  <a:gdLst>
                    <a:gd name="connsiteX0" fmla="*/ 281 w 12686"/>
                    <a:gd name="connsiteY0" fmla="*/ 286 h 44417"/>
                    <a:gd name="connsiteX1" fmla="*/ 281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81" y="286"/>
                      </a:moveTo>
                      <a:lnTo>
                        <a:pt x="281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40" name="Graphic 398">
                  <a:extLst>
                    <a:ext uri="{FF2B5EF4-FFF2-40B4-BE49-F238E27FC236}">
                      <a16:creationId xmlns:a16="http://schemas.microsoft.com/office/drawing/2014/main" id="{41407953-5FAD-B33E-EDAF-4C3B23A029B3}"/>
                    </a:ext>
                  </a:extLst>
                </p:cNvPr>
                <p:cNvGrpSpPr/>
                <p:nvPr/>
              </p:nvGrpSpPr>
              <p:grpSpPr>
                <a:xfrm>
                  <a:off x="6622835" y="4955763"/>
                  <a:ext cx="223926" cy="95994"/>
                  <a:chOff x="6622835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41" name="Freeform: Shape 440">
                    <a:extLst>
                      <a:ext uri="{FF2B5EF4-FFF2-40B4-BE49-F238E27FC236}">
                        <a16:creationId xmlns:a16="http://schemas.microsoft.com/office/drawing/2014/main" id="{4AAB6A44-E466-6CAA-33F9-977705F922FA}"/>
                      </a:ext>
                    </a:extLst>
                  </p:cNvPr>
                  <p:cNvSpPr/>
                  <p:nvPr/>
                </p:nvSpPr>
                <p:spPr>
                  <a:xfrm flipV="1">
                    <a:off x="6622835" y="4957429"/>
                    <a:ext cx="59843" cy="94328"/>
                  </a:xfrm>
                  <a:custGeom>
                    <a:avLst/>
                    <a:gdLst>
                      <a:gd name="connsiteX0" fmla="*/ 2176 w 59843"/>
                      <a:gd name="connsiteY0" fmla="*/ 92338 h 94328"/>
                      <a:gd name="connsiteX1" fmla="*/ 51295 w 59843"/>
                      <a:gd name="connsiteY1" fmla="*/ 92338 h 94328"/>
                      <a:gd name="connsiteX2" fmla="*/ 51295 w 59843"/>
                      <a:gd name="connsiteY2" fmla="*/ 81789 h 94328"/>
                      <a:gd name="connsiteX3" fmla="*/ 13633 w 59843"/>
                      <a:gd name="connsiteY3" fmla="*/ 81789 h 94328"/>
                      <a:gd name="connsiteX4" fmla="*/ 13633 w 59843"/>
                      <a:gd name="connsiteY4" fmla="*/ 59124 h 94328"/>
                      <a:gd name="connsiteX5" fmla="*/ 19064 w 59843"/>
                      <a:gd name="connsiteY5" fmla="*/ 60512 h 94328"/>
                      <a:gd name="connsiteX6" fmla="*/ 24535 w 59843"/>
                      <a:gd name="connsiteY6" fmla="*/ 60968 h 94328"/>
                      <a:gd name="connsiteX7" fmla="*/ 49055 w 59843"/>
                      <a:gd name="connsiteY7" fmla="*/ 52481 h 94328"/>
                      <a:gd name="connsiteX8" fmla="*/ 58114 w 59843"/>
                      <a:gd name="connsiteY8" fmla="*/ 29499 h 94328"/>
                      <a:gd name="connsiteX9" fmla="*/ 48818 w 59843"/>
                      <a:gd name="connsiteY9" fmla="*/ 6279 h 94328"/>
                      <a:gd name="connsiteX10" fmla="*/ 22613 w 59843"/>
                      <a:gd name="connsiteY10" fmla="*/ -1990 h 94328"/>
                      <a:gd name="connsiteX11" fmla="*/ 10739 w 59843"/>
                      <a:gd name="connsiteY11" fmla="*/ -999 h 94328"/>
                      <a:gd name="connsiteX12" fmla="*/ -1729 w 59843"/>
                      <a:gd name="connsiteY12" fmla="*/ 1976 h 94328"/>
                      <a:gd name="connsiteX13" fmla="*/ -1729 w 59843"/>
                      <a:gd name="connsiteY13" fmla="*/ 14567 h 94328"/>
                      <a:gd name="connsiteX14" fmla="*/ 9788 w 59843"/>
                      <a:gd name="connsiteY14" fmla="*/ 10046 h 94328"/>
                      <a:gd name="connsiteX15" fmla="*/ 22355 w 59843"/>
                      <a:gd name="connsiteY15" fmla="*/ 8559 h 94328"/>
                      <a:gd name="connsiteX16" fmla="*/ 39323 w 59843"/>
                      <a:gd name="connsiteY16" fmla="*/ 14190 h 94328"/>
                      <a:gd name="connsiteX17" fmla="*/ 45587 w 59843"/>
                      <a:gd name="connsiteY17" fmla="*/ 29499 h 94328"/>
                      <a:gd name="connsiteX18" fmla="*/ 39323 w 59843"/>
                      <a:gd name="connsiteY18" fmla="*/ 44787 h 94328"/>
                      <a:gd name="connsiteX19" fmla="*/ 22355 w 59843"/>
                      <a:gd name="connsiteY19" fmla="*/ 50439 h 94328"/>
                      <a:gd name="connsiteX20" fmla="*/ 12345 w 59843"/>
                      <a:gd name="connsiteY20" fmla="*/ 49328 h 94328"/>
                      <a:gd name="connsiteX21" fmla="*/ 2176 w 59843"/>
                      <a:gd name="connsiteY21" fmla="*/ 45858 h 94328"/>
                      <a:gd name="connsiteX22" fmla="*/ 2176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76" y="92338"/>
                        </a:moveTo>
                        <a:lnTo>
                          <a:pt x="51295" y="92338"/>
                        </a:lnTo>
                        <a:lnTo>
                          <a:pt x="51295" y="81789"/>
                        </a:lnTo>
                        <a:lnTo>
                          <a:pt x="13633" y="81789"/>
                        </a:lnTo>
                        <a:lnTo>
                          <a:pt x="13633" y="59124"/>
                        </a:lnTo>
                        <a:cubicBezTo>
                          <a:pt x="15444" y="59745"/>
                          <a:pt x="17254" y="60208"/>
                          <a:pt x="19064" y="60512"/>
                        </a:cubicBezTo>
                        <a:cubicBezTo>
                          <a:pt x="20888" y="60816"/>
                          <a:pt x="22712" y="60968"/>
                          <a:pt x="24535" y="60968"/>
                        </a:cubicBezTo>
                        <a:cubicBezTo>
                          <a:pt x="34856" y="60968"/>
                          <a:pt x="43029" y="58139"/>
                          <a:pt x="49055" y="52481"/>
                        </a:cubicBezTo>
                        <a:cubicBezTo>
                          <a:pt x="55095" y="46823"/>
                          <a:pt x="58114" y="39162"/>
                          <a:pt x="58114" y="29499"/>
                        </a:cubicBezTo>
                        <a:cubicBezTo>
                          <a:pt x="58114" y="19544"/>
                          <a:pt x="55015" y="11804"/>
                          <a:pt x="48818" y="6279"/>
                        </a:cubicBezTo>
                        <a:cubicBezTo>
                          <a:pt x="42620" y="766"/>
                          <a:pt x="33885" y="-1990"/>
                          <a:pt x="22613" y="-1990"/>
                        </a:cubicBezTo>
                        <a:cubicBezTo>
                          <a:pt x="18727" y="-1990"/>
                          <a:pt x="14770" y="-1660"/>
                          <a:pt x="10739" y="-999"/>
                        </a:cubicBezTo>
                        <a:cubicBezTo>
                          <a:pt x="6722" y="-338"/>
                          <a:pt x="2566" y="654"/>
                          <a:pt x="-1729" y="1976"/>
                        </a:cubicBezTo>
                        <a:lnTo>
                          <a:pt x="-1729" y="14567"/>
                        </a:lnTo>
                        <a:cubicBezTo>
                          <a:pt x="1984" y="12545"/>
                          <a:pt x="5823" y="11038"/>
                          <a:pt x="9788" y="10046"/>
                        </a:cubicBezTo>
                        <a:cubicBezTo>
                          <a:pt x="13752" y="9055"/>
                          <a:pt x="17941" y="8559"/>
                          <a:pt x="22355" y="8559"/>
                        </a:cubicBezTo>
                        <a:cubicBezTo>
                          <a:pt x="29504" y="8559"/>
                          <a:pt x="35160" y="10436"/>
                          <a:pt x="39323" y="14190"/>
                        </a:cubicBezTo>
                        <a:cubicBezTo>
                          <a:pt x="43499" y="17945"/>
                          <a:pt x="45587" y="23048"/>
                          <a:pt x="45587" y="29499"/>
                        </a:cubicBezTo>
                        <a:cubicBezTo>
                          <a:pt x="45587" y="35937"/>
                          <a:pt x="43499" y="41033"/>
                          <a:pt x="39323" y="44787"/>
                        </a:cubicBezTo>
                        <a:cubicBezTo>
                          <a:pt x="35160" y="48555"/>
                          <a:pt x="29504" y="50439"/>
                          <a:pt x="22355" y="50439"/>
                        </a:cubicBezTo>
                        <a:cubicBezTo>
                          <a:pt x="19012" y="50439"/>
                          <a:pt x="15675" y="50068"/>
                          <a:pt x="12345" y="49328"/>
                        </a:cubicBezTo>
                        <a:cubicBezTo>
                          <a:pt x="9028" y="48588"/>
                          <a:pt x="5638" y="47431"/>
                          <a:pt x="2176" y="45858"/>
                        </a:cubicBezTo>
                        <a:lnTo>
                          <a:pt x="217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42" name="Freeform: Shape 441">
                    <a:extLst>
                      <a:ext uri="{FF2B5EF4-FFF2-40B4-BE49-F238E27FC236}">
                        <a16:creationId xmlns:a16="http://schemas.microsoft.com/office/drawing/2014/main" id="{DFD2C93B-9484-3B08-5162-98B27B411287}"/>
                      </a:ext>
                    </a:extLst>
                  </p:cNvPr>
                  <p:cNvSpPr/>
                  <p:nvPr/>
                </p:nvSpPr>
                <p:spPr>
                  <a:xfrm flipV="1">
                    <a:off x="6703548" y="4957429"/>
                    <a:ext cx="59843" cy="94328"/>
                  </a:xfrm>
                  <a:custGeom>
                    <a:avLst/>
                    <a:gdLst>
                      <a:gd name="connsiteX0" fmla="*/ 2182 w 59843"/>
                      <a:gd name="connsiteY0" fmla="*/ 92338 h 94328"/>
                      <a:gd name="connsiteX1" fmla="*/ 51302 w 59843"/>
                      <a:gd name="connsiteY1" fmla="*/ 92338 h 94328"/>
                      <a:gd name="connsiteX2" fmla="*/ 51302 w 59843"/>
                      <a:gd name="connsiteY2" fmla="*/ 81789 h 94328"/>
                      <a:gd name="connsiteX3" fmla="*/ 13639 w 59843"/>
                      <a:gd name="connsiteY3" fmla="*/ 81789 h 94328"/>
                      <a:gd name="connsiteX4" fmla="*/ 13639 w 59843"/>
                      <a:gd name="connsiteY4" fmla="*/ 59124 h 94328"/>
                      <a:gd name="connsiteX5" fmla="*/ 19071 w 59843"/>
                      <a:gd name="connsiteY5" fmla="*/ 60512 h 94328"/>
                      <a:gd name="connsiteX6" fmla="*/ 24542 w 59843"/>
                      <a:gd name="connsiteY6" fmla="*/ 60968 h 94328"/>
                      <a:gd name="connsiteX7" fmla="*/ 49062 w 59843"/>
                      <a:gd name="connsiteY7" fmla="*/ 52481 h 94328"/>
                      <a:gd name="connsiteX8" fmla="*/ 58121 w 59843"/>
                      <a:gd name="connsiteY8" fmla="*/ 29499 h 94328"/>
                      <a:gd name="connsiteX9" fmla="*/ 48824 w 59843"/>
                      <a:gd name="connsiteY9" fmla="*/ 6279 h 94328"/>
                      <a:gd name="connsiteX10" fmla="*/ 22619 w 59843"/>
                      <a:gd name="connsiteY10" fmla="*/ -1990 h 94328"/>
                      <a:gd name="connsiteX11" fmla="*/ 10745 w 59843"/>
                      <a:gd name="connsiteY11" fmla="*/ -999 h 94328"/>
                      <a:gd name="connsiteX12" fmla="*/ -1723 w 59843"/>
                      <a:gd name="connsiteY12" fmla="*/ 1976 h 94328"/>
                      <a:gd name="connsiteX13" fmla="*/ -1723 w 59843"/>
                      <a:gd name="connsiteY13" fmla="*/ 14567 h 94328"/>
                      <a:gd name="connsiteX14" fmla="*/ 9794 w 59843"/>
                      <a:gd name="connsiteY14" fmla="*/ 10046 h 94328"/>
                      <a:gd name="connsiteX15" fmla="*/ 22361 w 59843"/>
                      <a:gd name="connsiteY15" fmla="*/ 8559 h 94328"/>
                      <a:gd name="connsiteX16" fmla="*/ 39329 w 59843"/>
                      <a:gd name="connsiteY16" fmla="*/ 14190 h 94328"/>
                      <a:gd name="connsiteX17" fmla="*/ 45593 w 59843"/>
                      <a:gd name="connsiteY17" fmla="*/ 29499 h 94328"/>
                      <a:gd name="connsiteX18" fmla="*/ 39329 w 59843"/>
                      <a:gd name="connsiteY18" fmla="*/ 44787 h 94328"/>
                      <a:gd name="connsiteX19" fmla="*/ 22361 w 59843"/>
                      <a:gd name="connsiteY19" fmla="*/ 50439 h 94328"/>
                      <a:gd name="connsiteX20" fmla="*/ 12351 w 59843"/>
                      <a:gd name="connsiteY20" fmla="*/ 49328 h 94328"/>
                      <a:gd name="connsiteX21" fmla="*/ 2182 w 59843"/>
                      <a:gd name="connsiteY21" fmla="*/ 45858 h 94328"/>
                      <a:gd name="connsiteX22" fmla="*/ 2182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82" y="92338"/>
                        </a:moveTo>
                        <a:lnTo>
                          <a:pt x="51302" y="92338"/>
                        </a:lnTo>
                        <a:lnTo>
                          <a:pt x="51302" y="81789"/>
                        </a:lnTo>
                        <a:lnTo>
                          <a:pt x="13639" y="81789"/>
                        </a:lnTo>
                        <a:lnTo>
                          <a:pt x="13639" y="59124"/>
                        </a:lnTo>
                        <a:cubicBezTo>
                          <a:pt x="15450" y="59745"/>
                          <a:pt x="17260" y="60208"/>
                          <a:pt x="19071" y="60512"/>
                        </a:cubicBezTo>
                        <a:cubicBezTo>
                          <a:pt x="20894" y="60816"/>
                          <a:pt x="22718" y="60968"/>
                          <a:pt x="24542" y="60968"/>
                        </a:cubicBezTo>
                        <a:cubicBezTo>
                          <a:pt x="34862" y="60968"/>
                          <a:pt x="43036" y="58139"/>
                          <a:pt x="49062" y="52481"/>
                        </a:cubicBezTo>
                        <a:cubicBezTo>
                          <a:pt x="55101" y="46823"/>
                          <a:pt x="58121" y="39162"/>
                          <a:pt x="58121" y="29499"/>
                        </a:cubicBezTo>
                        <a:cubicBezTo>
                          <a:pt x="58121" y="19544"/>
                          <a:pt x="55022" y="11804"/>
                          <a:pt x="48824" y="6279"/>
                        </a:cubicBezTo>
                        <a:cubicBezTo>
                          <a:pt x="42626" y="766"/>
                          <a:pt x="33891" y="-1990"/>
                          <a:pt x="22619" y="-1990"/>
                        </a:cubicBezTo>
                        <a:cubicBezTo>
                          <a:pt x="18734" y="-1990"/>
                          <a:pt x="14776" y="-1660"/>
                          <a:pt x="10745" y="-999"/>
                        </a:cubicBezTo>
                        <a:cubicBezTo>
                          <a:pt x="6728" y="-338"/>
                          <a:pt x="2572" y="654"/>
                          <a:pt x="-1723" y="1976"/>
                        </a:cubicBezTo>
                        <a:lnTo>
                          <a:pt x="-1723" y="14567"/>
                        </a:lnTo>
                        <a:cubicBezTo>
                          <a:pt x="1991" y="12545"/>
                          <a:pt x="5830" y="11038"/>
                          <a:pt x="9794" y="10046"/>
                        </a:cubicBezTo>
                        <a:cubicBezTo>
                          <a:pt x="13758" y="9055"/>
                          <a:pt x="17948" y="8559"/>
                          <a:pt x="22361" y="8559"/>
                        </a:cubicBezTo>
                        <a:cubicBezTo>
                          <a:pt x="29510" y="8559"/>
                          <a:pt x="35166" y="10436"/>
                          <a:pt x="39329" y="14190"/>
                        </a:cubicBezTo>
                        <a:cubicBezTo>
                          <a:pt x="43505" y="17945"/>
                          <a:pt x="45593" y="23048"/>
                          <a:pt x="45593" y="29499"/>
                        </a:cubicBezTo>
                        <a:cubicBezTo>
                          <a:pt x="45593" y="35937"/>
                          <a:pt x="43505" y="41033"/>
                          <a:pt x="39329" y="44787"/>
                        </a:cubicBezTo>
                        <a:cubicBezTo>
                          <a:pt x="35166" y="48555"/>
                          <a:pt x="29510" y="50439"/>
                          <a:pt x="22361" y="50439"/>
                        </a:cubicBezTo>
                        <a:cubicBezTo>
                          <a:pt x="19018" y="50439"/>
                          <a:pt x="15681" y="50068"/>
                          <a:pt x="12351" y="49328"/>
                        </a:cubicBezTo>
                        <a:cubicBezTo>
                          <a:pt x="9034" y="48588"/>
                          <a:pt x="5645" y="47431"/>
                          <a:pt x="2182" y="45858"/>
                        </a:cubicBezTo>
                        <a:lnTo>
                          <a:pt x="218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43" name="Freeform: Shape 442">
                    <a:extLst>
                      <a:ext uri="{FF2B5EF4-FFF2-40B4-BE49-F238E27FC236}">
                        <a16:creationId xmlns:a16="http://schemas.microsoft.com/office/drawing/2014/main" id="{9E6F4F3F-B479-F7F9-1B42-EEA80A290CAB}"/>
                      </a:ext>
                    </a:extLst>
                  </p:cNvPr>
                  <p:cNvSpPr/>
                  <p:nvPr/>
                </p:nvSpPr>
                <p:spPr>
                  <a:xfrm flipV="1">
                    <a:off x="6782835" y="4955763"/>
                    <a:ext cx="63926" cy="95994"/>
                  </a:xfrm>
                  <a:custGeom>
                    <a:avLst/>
                    <a:gdLst>
                      <a:gd name="connsiteX0" fmla="*/ 30206 w 63926"/>
                      <a:gd name="connsiteY0" fmla="*/ 84047 h 95994"/>
                      <a:gd name="connsiteX1" fmla="*/ 15676 w 63926"/>
                      <a:gd name="connsiteY1" fmla="*/ 74529 h 95994"/>
                      <a:gd name="connsiteX2" fmla="*/ 10820 w 63926"/>
                      <a:gd name="connsiteY2" fmla="*/ 45935 h 95994"/>
                      <a:gd name="connsiteX3" fmla="*/ 15676 w 63926"/>
                      <a:gd name="connsiteY3" fmla="*/ 17400 h 95994"/>
                      <a:gd name="connsiteX4" fmla="*/ 30206 w 63926"/>
                      <a:gd name="connsiteY4" fmla="*/ 7882 h 95994"/>
                      <a:gd name="connsiteX5" fmla="*/ 44795 w 63926"/>
                      <a:gd name="connsiteY5" fmla="*/ 17400 h 95994"/>
                      <a:gd name="connsiteX6" fmla="*/ 49672 w 63926"/>
                      <a:gd name="connsiteY6" fmla="*/ 45935 h 95994"/>
                      <a:gd name="connsiteX7" fmla="*/ 44795 w 63926"/>
                      <a:gd name="connsiteY7" fmla="*/ 74529 h 95994"/>
                      <a:gd name="connsiteX8" fmla="*/ 30206 w 63926"/>
                      <a:gd name="connsiteY8" fmla="*/ 84047 h 95994"/>
                      <a:gd name="connsiteX9" fmla="*/ 30206 w 63926"/>
                      <a:gd name="connsiteY9" fmla="*/ 93962 h 95994"/>
                      <a:gd name="connsiteX10" fmla="*/ 53973 w 63926"/>
                      <a:gd name="connsiteY10" fmla="*/ 81648 h 95994"/>
                      <a:gd name="connsiteX11" fmla="*/ 62179 w 63926"/>
                      <a:gd name="connsiteY11" fmla="*/ 45935 h 95994"/>
                      <a:gd name="connsiteX12" fmla="*/ 53973 w 63926"/>
                      <a:gd name="connsiteY12" fmla="*/ 10262 h 95994"/>
                      <a:gd name="connsiteX13" fmla="*/ 30206 w 63926"/>
                      <a:gd name="connsiteY13" fmla="*/ -2032 h 95994"/>
                      <a:gd name="connsiteX14" fmla="*/ 6459 w 63926"/>
                      <a:gd name="connsiteY14" fmla="*/ 10262 h 95994"/>
                      <a:gd name="connsiteX15" fmla="*/ -1747 w 63926"/>
                      <a:gd name="connsiteY15" fmla="*/ 45935 h 95994"/>
                      <a:gd name="connsiteX16" fmla="*/ 6459 w 63926"/>
                      <a:gd name="connsiteY16" fmla="*/ 81648 h 95994"/>
                      <a:gd name="connsiteX17" fmla="*/ 30206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06" y="84047"/>
                        </a:moveTo>
                        <a:cubicBezTo>
                          <a:pt x="23770" y="84047"/>
                          <a:pt x="18927" y="80874"/>
                          <a:pt x="15676" y="74529"/>
                        </a:cubicBezTo>
                        <a:cubicBezTo>
                          <a:pt x="12439" y="68197"/>
                          <a:pt x="10820" y="58665"/>
                          <a:pt x="10820" y="45935"/>
                        </a:cubicBezTo>
                        <a:cubicBezTo>
                          <a:pt x="10820" y="33257"/>
                          <a:pt x="12439" y="23746"/>
                          <a:pt x="15676" y="17400"/>
                        </a:cubicBezTo>
                        <a:cubicBezTo>
                          <a:pt x="18927" y="11055"/>
                          <a:pt x="23770" y="7882"/>
                          <a:pt x="30206" y="7882"/>
                        </a:cubicBezTo>
                        <a:cubicBezTo>
                          <a:pt x="36695" y="7882"/>
                          <a:pt x="41558" y="11055"/>
                          <a:pt x="44795" y="17400"/>
                        </a:cubicBezTo>
                        <a:cubicBezTo>
                          <a:pt x="48046" y="23746"/>
                          <a:pt x="49672" y="33257"/>
                          <a:pt x="49672" y="45935"/>
                        </a:cubicBezTo>
                        <a:cubicBezTo>
                          <a:pt x="49672" y="58665"/>
                          <a:pt x="48046" y="68197"/>
                          <a:pt x="44795" y="74529"/>
                        </a:cubicBezTo>
                        <a:cubicBezTo>
                          <a:pt x="41558" y="80874"/>
                          <a:pt x="36695" y="84047"/>
                          <a:pt x="30206" y="84047"/>
                        </a:cubicBezTo>
                        <a:close/>
                        <a:moveTo>
                          <a:pt x="30206" y="93962"/>
                        </a:moveTo>
                        <a:cubicBezTo>
                          <a:pt x="40580" y="93962"/>
                          <a:pt x="48502" y="89857"/>
                          <a:pt x="53973" y="81648"/>
                        </a:cubicBezTo>
                        <a:cubicBezTo>
                          <a:pt x="59444" y="73452"/>
                          <a:pt x="62179" y="61547"/>
                          <a:pt x="62179" y="45935"/>
                        </a:cubicBezTo>
                        <a:cubicBezTo>
                          <a:pt x="62179" y="30362"/>
                          <a:pt x="59444" y="18471"/>
                          <a:pt x="53973" y="10262"/>
                        </a:cubicBezTo>
                        <a:cubicBezTo>
                          <a:pt x="48502" y="2066"/>
                          <a:pt x="40580" y="-2032"/>
                          <a:pt x="30206" y="-2032"/>
                        </a:cubicBezTo>
                        <a:cubicBezTo>
                          <a:pt x="19846" y="-2032"/>
                          <a:pt x="11930" y="2066"/>
                          <a:pt x="6459" y="10262"/>
                        </a:cubicBezTo>
                        <a:cubicBezTo>
                          <a:pt x="988" y="18471"/>
                          <a:pt x="-1747" y="30362"/>
                          <a:pt x="-1747" y="45935"/>
                        </a:cubicBezTo>
                        <a:cubicBezTo>
                          <a:pt x="-1747" y="61547"/>
                          <a:pt x="988" y="73452"/>
                          <a:pt x="6459" y="81648"/>
                        </a:cubicBezTo>
                        <a:cubicBezTo>
                          <a:pt x="11930" y="89857"/>
                          <a:pt x="19846" y="93962"/>
                          <a:pt x="3020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44" name="Graphic 398">
                <a:extLst>
                  <a:ext uri="{FF2B5EF4-FFF2-40B4-BE49-F238E27FC236}">
                    <a16:creationId xmlns:a16="http://schemas.microsoft.com/office/drawing/2014/main" id="{165423A3-9FDF-EDEE-33E3-23D8CDC63717}"/>
                  </a:ext>
                </a:extLst>
              </p:cNvPr>
              <p:cNvGrpSpPr/>
              <p:nvPr/>
            </p:nvGrpSpPr>
            <p:grpSpPr>
              <a:xfrm>
                <a:off x="7189148" y="4864687"/>
                <a:ext cx="223926" cy="187070"/>
                <a:chOff x="7189148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45" name="Freeform: Shape 444">
                  <a:extLst>
                    <a:ext uri="{FF2B5EF4-FFF2-40B4-BE49-F238E27FC236}">
                      <a16:creationId xmlns:a16="http://schemas.microsoft.com/office/drawing/2014/main" id="{7CE2BE51-8E25-6B42-9159-006EB9510E62}"/>
                    </a:ext>
                  </a:extLst>
                </p:cNvPr>
                <p:cNvSpPr/>
                <p:nvPr/>
              </p:nvSpPr>
              <p:spPr>
                <a:xfrm>
                  <a:off x="7300430" y="4864687"/>
                  <a:ext cx="12686" cy="44417"/>
                </a:xfrm>
                <a:custGeom>
                  <a:avLst/>
                  <a:gdLst>
                    <a:gd name="connsiteX0" fmla="*/ 325 w 12686"/>
                    <a:gd name="connsiteY0" fmla="*/ 286 h 44417"/>
                    <a:gd name="connsiteX1" fmla="*/ 325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25" y="286"/>
                      </a:moveTo>
                      <a:lnTo>
                        <a:pt x="325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46" name="Graphic 398">
                  <a:extLst>
                    <a:ext uri="{FF2B5EF4-FFF2-40B4-BE49-F238E27FC236}">
                      <a16:creationId xmlns:a16="http://schemas.microsoft.com/office/drawing/2014/main" id="{E71DD353-DFAB-359F-77F3-937DC5D15D44}"/>
                    </a:ext>
                  </a:extLst>
                </p:cNvPr>
                <p:cNvGrpSpPr/>
                <p:nvPr/>
              </p:nvGrpSpPr>
              <p:grpSpPr>
                <a:xfrm>
                  <a:off x="7189148" y="4955763"/>
                  <a:ext cx="223926" cy="95994"/>
                  <a:chOff x="7189148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47" name="Freeform: Shape 446">
                    <a:extLst>
                      <a:ext uri="{FF2B5EF4-FFF2-40B4-BE49-F238E27FC236}">
                        <a16:creationId xmlns:a16="http://schemas.microsoft.com/office/drawing/2014/main" id="{A6941691-F668-F38E-7810-35B56EC35BF2}"/>
                      </a:ext>
                    </a:extLst>
                  </p:cNvPr>
                  <p:cNvSpPr/>
                  <p:nvPr/>
                </p:nvSpPr>
                <p:spPr>
                  <a:xfrm flipV="1">
                    <a:off x="7189148" y="4957429"/>
                    <a:ext cx="59843" cy="94328"/>
                  </a:xfrm>
                  <a:custGeom>
                    <a:avLst/>
                    <a:gdLst>
                      <a:gd name="connsiteX0" fmla="*/ 2221 w 59843"/>
                      <a:gd name="connsiteY0" fmla="*/ 92338 h 94328"/>
                      <a:gd name="connsiteX1" fmla="*/ 51340 w 59843"/>
                      <a:gd name="connsiteY1" fmla="*/ 92338 h 94328"/>
                      <a:gd name="connsiteX2" fmla="*/ 51340 w 59843"/>
                      <a:gd name="connsiteY2" fmla="*/ 81789 h 94328"/>
                      <a:gd name="connsiteX3" fmla="*/ 13678 w 59843"/>
                      <a:gd name="connsiteY3" fmla="*/ 81789 h 94328"/>
                      <a:gd name="connsiteX4" fmla="*/ 13678 w 59843"/>
                      <a:gd name="connsiteY4" fmla="*/ 59124 h 94328"/>
                      <a:gd name="connsiteX5" fmla="*/ 19109 w 59843"/>
                      <a:gd name="connsiteY5" fmla="*/ 60512 h 94328"/>
                      <a:gd name="connsiteX6" fmla="*/ 24580 w 59843"/>
                      <a:gd name="connsiteY6" fmla="*/ 60968 h 94328"/>
                      <a:gd name="connsiteX7" fmla="*/ 49100 w 59843"/>
                      <a:gd name="connsiteY7" fmla="*/ 52481 h 94328"/>
                      <a:gd name="connsiteX8" fmla="*/ 58159 w 59843"/>
                      <a:gd name="connsiteY8" fmla="*/ 29499 h 94328"/>
                      <a:gd name="connsiteX9" fmla="*/ 48862 w 59843"/>
                      <a:gd name="connsiteY9" fmla="*/ 6279 h 94328"/>
                      <a:gd name="connsiteX10" fmla="*/ 22657 w 59843"/>
                      <a:gd name="connsiteY10" fmla="*/ -1990 h 94328"/>
                      <a:gd name="connsiteX11" fmla="*/ 10784 w 59843"/>
                      <a:gd name="connsiteY11" fmla="*/ -999 h 94328"/>
                      <a:gd name="connsiteX12" fmla="*/ -1684 w 59843"/>
                      <a:gd name="connsiteY12" fmla="*/ 1976 h 94328"/>
                      <a:gd name="connsiteX13" fmla="*/ -1684 w 59843"/>
                      <a:gd name="connsiteY13" fmla="*/ 14567 h 94328"/>
                      <a:gd name="connsiteX14" fmla="*/ 9832 w 59843"/>
                      <a:gd name="connsiteY14" fmla="*/ 10046 h 94328"/>
                      <a:gd name="connsiteX15" fmla="*/ 22400 w 59843"/>
                      <a:gd name="connsiteY15" fmla="*/ 8559 h 94328"/>
                      <a:gd name="connsiteX16" fmla="*/ 39367 w 59843"/>
                      <a:gd name="connsiteY16" fmla="*/ 14190 h 94328"/>
                      <a:gd name="connsiteX17" fmla="*/ 45631 w 59843"/>
                      <a:gd name="connsiteY17" fmla="*/ 29499 h 94328"/>
                      <a:gd name="connsiteX18" fmla="*/ 39367 w 59843"/>
                      <a:gd name="connsiteY18" fmla="*/ 44787 h 94328"/>
                      <a:gd name="connsiteX19" fmla="*/ 22400 w 59843"/>
                      <a:gd name="connsiteY19" fmla="*/ 50439 h 94328"/>
                      <a:gd name="connsiteX20" fmla="*/ 12389 w 59843"/>
                      <a:gd name="connsiteY20" fmla="*/ 49328 h 94328"/>
                      <a:gd name="connsiteX21" fmla="*/ 2221 w 59843"/>
                      <a:gd name="connsiteY21" fmla="*/ 45858 h 94328"/>
                      <a:gd name="connsiteX22" fmla="*/ 2221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21" y="92338"/>
                        </a:moveTo>
                        <a:lnTo>
                          <a:pt x="51340" y="92338"/>
                        </a:lnTo>
                        <a:lnTo>
                          <a:pt x="51340" y="81789"/>
                        </a:lnTo>
                        <a:lnTo>
                          <a:pt x="13678" y="81789"/>
                        </a:lnTo>
                        <a:lnTo>
                          <a:pt x="13678" y="59124"/>
                        </a:lnTo>
                        <a:cubicBezTo>
                          <a:pt x="15488" y="59745"/>
                          <a:pt x="17299" y="60208"/>
                          <a:pt x="19109" y="60512"/>
                        </a:cubicBezTo>
                        <a:cubicBezTo>
                          <a:pt x="20933" y="60816"/>
                          <a:pt x="22756" y="60968"/>
                          <a:pt x="24580" y="60968"/>
                        </a:cubicBezTo>
                        <a:cubicBezTo>
                          <a:pt x="34901" y="60968"/>
                          <a:pt x="43074" y="58139"/>
                          <a:pt x="49100" y="52481"/>
                        </a:cubicBezTo>
                        <a:cubicBezTo>
                          <a:pt x="55139" y="46823"/>
                          <a:pt x="58159" y="39162"/>
                          <a:pt x="58159" y="29499"/>
                        </a:cubicBezTo>
                        <a:cubicBezTo>
                          <a:pt x="58159" y="19544"/>
                          <a:pt x="55060" y="11804"/>
                          <a:pt x="48862" y="6279"/>
                        </a:cubicBezTo>
                        <a:cubicBezTo>
                          <a:pt x="42664" y="766"/>
                          <a:pt x="33929" y="-1990"/>
                          <a:pt x="22657" y="-1990"/>
                        </a:cubicBezTo>
                        <a:cubicBezTo>
                          <a:pt x="18772" y="-1990"/>
                          <a:pt x="14814" y="-1660"/>
                          <a:pt x="10784" y="-999"/>
                        </a:cubicBezTo>
                        <a:cubicBezTo>
                          <a:pt x="6766" y="-338"/>
                          <a:pt x="2610" y="654"/>
                          <a:pt x="-1684" y="1976"/>
                        </a:cubicBezTo>
                        <a:lnTo>
                          <a:pt x="-1684" y="14567"/>
                        </a:lnTo>
                        <a:cubicBezTo>
                          <a:pt x="2029" y="12545"/>
                          <a:pt x="5868" y="11038"/>
                          <a:pt x="9832" y="10046"/>
                        </a:cubicBezTo>
                        <a:cubicBezTo>
                          <a:pt x="13797" y="9055"/>
                          <a:pt x="17986" y="8559"/>
                          <a:pt x="22400" y="8559"/>
                        </a:cubicBezTo>
                        <a:cubicBezTo>
                          <a:pt x="29549" y="8559"/>
                          <a:pt x="35205" y="10436"/>
                          <a:pt x="39367" y="14190"/>
                        </a:cubicBezTo>
                        <a:cubicBezTo>
                          <a:pt x="43543" y="17945"/>
                          <a:pt x="45631" y="23048"/>
                          <a:pt x="45631" y="29499"/>
                        </a:cubicBezTo>
                        <a:cubicBezTo>
                          <a:pt x="45631" y="35937"/>
                          <a:pt x="43543" y="41033"/>
                          <a:pt x="39367" y="44787"/>
                        </a:cubicBezTo>
                        <a:cubicBezTo>
                          <a:pt x="35205" y="48555"/>
                          <a:pt x="29549" y="50439"/>
                          <a:pt x="22400" y="50439"/>
                        </a:cubicBezTo>
                        <a:cubicBezTo>
                          <a:pt x="19056" y="50439"/>
                          <a:pt x="15719" y="50068"/>
                          <a:pt x="12389" y="49328"/>
                        </a:cubicBezTo>
                        <a:cubicBezTo>
                          <a:pt x="9072" y="48588"/>
                          <a:pt x="5683" y="47431"/>
                          <a:pt x="2221" y="45858"/>
                        </a:cubicBezTo>
                        <a:lnTo>
                          <a:pt x="222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48" name="Freeform: Shape 447">
                    <a:extLst>
                      <a:ext uri="{FF2B5EF4-FFF2-40B4-BE49-F238E27FC236}">
                        <a16:creationId xmlns:a16="http://schemas.microsoft.com/office/drawing/2014/main" id="{ABC0C7DF-887C-BB19-BC51-0228B7080072}"/>
                      </a:ext>
                    </a:extLst>
                  </p:cNvPr>
                  <p:cNvSpPr/>
                  <p:nvPr/>
                </p:nvSpPr>
                <p:spPr>
                  <a:xfrm flipV="1">
                    <a:off x="7268930" y="4955763"/>
                    <a:ext cx="63867" cy="95994"/>
                  </a:xfrm>
                  <a:custGeom>
                    <a:avLst/>
                    <a:gdLst>
                      <a:gd name="connsiteX0" fmla="*/ 31291 w 63867"/>
                      <a:gd name="connsiteY0" fmla="*/ 51011 h 95994"/>
                      <a:gd name="connsiteX1" fmla="*/ 17931 w 63867"/>
                      <a:gd name="connsiteY1" fmla="*/ 45241 h 95994"/>
                      <a:gd name="connsiteX2" fmla="*/ 13015 w 63867"/>
                      <a:gd name="connsiteY2" fmla="*/ 29457 h 95994"/>
                      <a:gd name="connsiteX3" fmla="*/ 17931 w 63867"/>
                      <a:gd name="connsiteY3" fmla="*/ 13672 h 95994"/>
                      <a:gd name="connsiteX4" fmla="*/ 31291 w 63867"/>
                      <a:gd name="connsiteY4" fmla="*/ 7882 h 95994"/>
                      <a:gd name="connsiteX5" fmla="*/ 44632 w 63867"/>
                      <a:gd name="connsiteY5" fmla="*/ 13672 h 95994"/>
                      <a:gd name="connsiteX6" fmla="*/ 49548 w 63867"/>
                      <a:gd name="connsiteY6" fmla="*/ 29457 h 95994"/>
                      <a:gd name="connsiteX7" fmla="*/ 44632 w 63867"/>
                      <a:gd name="connsiteY7" fmla="*/ 45241 h 95994"/>
                      <a:gd name="connsiteX8" fmla="*/ 31291 w 63867"/>
                      <a:gd name="connsiteY8" fmla="*/ 51011 h 95994"/>
                      <a:gd name="connsiteX9" fmla="*/ 56129 w 63867"/>
                      <a:gd name="connsiteY9" fmla="*/ 90254 h 95994"/>
                      <a:gd name="connsiteX10" fmla="*/ 56129 w 63867"/>
                      <a:gd name="connsiteY10" fmla="*/ 78852 h 95994"/>
                      <a:gd name="connsiteX11" fmla="*/ 46614 w 63867"/>
                      <a:gd name="connsiteY11" fmla="*/ 82243 h 95994"/>
                      <a:gd name="connsiteX12" fmla="*/ 37099 w 63867"/>
                      <a:gd name="connsiteY12" fmla="*/ 83432 h 95994"/>
                      <a:gd name="connsiteX13" fmla="*/ 18169 w 63867"/>
                      <a:gd name="connsiteY13" fmla="*/ 75064 h 95994"/>
                      <a:gd name="connsiteX14" fmla="*/ 10716 w 63867"/>
                      <a:gd name="connsiteY14" fmla="*/ 49782 h 95994"/>
                      <a:gd name="connsiteX15" fmla="*/ 19874 w 63867"/>
                      <a:gd name="connsiteY15" fmla="*/ 58051 h 95994"/>
                      <a:gd name="connsiteX16" fmla="*/ 32025 w 63867"/>
                      <a:gd name="connsiteY16" fmla="*/ 60926 h 95994"/>
                      <a:gd name="connsiteX17" fmla="*/ 54047 w 63867"/>
                      <a:gd name="connsiteY17" fmla="*/ 52459 h 95994"/>
                      <a:gd name="connsiteX18" fmla="*/ 62135 w 63867"/>
                      <a:gd name="connsiteY18" fmla="*/ 29457 h 95994"/>
                      <a:gd name="connsiteX19" fmla="*/ 53710 w 63867"/>
                      <a:gd name="connsiteY19" fmla="*/ 6574 h 95994"/>
                      <a:gd name="connsiteX20" fmla="*/ 31291 w 63867"/>
                      <a:gd name="connsiteY20" fmla="*/ -2032 h 95994"/>
                      <a:gd name="connsiteX21" fmla="*/ 6751 w 63867"/>
                      <a:gd name="connsiteY21" fmla="*/ 10262 h 95994"/>
                      <a:gd name="connsiteX22" fmla="*/ -1733 w 63867"/>
                      <a:gd name="connsiteY22" fmla="*/ 45935 h 95994"/>
                      <a:gd name="connsiteX23" fmla="*/ 8674 w 63867"/>
                      <a:gd name="connsiteY23" fmla="*/ 80914 h 95994"/>
                      <a:gd name="connsiteX24" fmla="*/ 36604 w 63867"/>
                      <a:gd name="connsiteY24" fmla="*/ 93962 h 95994"/>
                      <a:gd name="connsiteX25" fmla="*/ 46118 w 63867"/>
                      <a:gd name="connsiteY25" fmla="*/ 93030 h 95994"/>
                      <a:gd name="connsiteX26" fmla="*/ 56129 w 63867"/>
                      <a:gd name="connsiteY26" fmla="*/ 9025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291" y="51011"/>
                        </a:moveTo>
                        <a:cubicBezTo>
                          <a:pt x="25675" y="51011"/>
                          <a:pt x="21222" y="49088"/>
                          <a:pt x="17931" y="45241"/>
                        </a:cubicBezTo>
                        <a:cubicBezTo>
                          <a:pt x="14654" y="41407"/>
                          <a:pt x="13015" y="36146"/>
                          <a:pt x="13015" y="29457"/>
                        </a:cubicBezTo>
                        <a:cubicBezTo>
                          <a:pt x="13015" y="22807"/>
                          <a:pt x="14654" y="17546"/>
                          <a:pt x="17931" y="13672"/>
                        </a:cubicBezTo>
                        <a:cubicBezTo>
                          <a:pt x="21222" y="9812"/>
                          <a:pt x="25675" y="7882"/>
                          <a:pt x="31291" y="7882"/>
                        </a:cubicBezTo>
                        <a:cubicBezTo>
                          <a:pt x="36908" y="7882"/>
                          <a:pt x="41354" y="9812"/>
                          <a:pt x="44632" y="13672"/>
                        </a:cubicBezTo>
                        <a:cubicBezTo>
                          <a:pt x="47909" y="17546"/>
                          <a:pt x="49548" y="22807"/>
                          <a:pt x="49548" y="29457"/>
                        </a:cubicBezTo>
                        <a:cubicBezTo>
                          <a:pt x="49548" y="36146"/>
                          <a:pt x="47909" y="41407"/>
                          <a:pt x="44632" y="45241"/>
                        </a:cubicBezTo>
                        <a:cubicBezTo>
                          <a:pt x="41354" y="49088"/>
                          <a:pt x="36908" y="51011"/>
                          <a:pt x="31291" y="51011"/>
                        </a:cubicBezTo>
                        <a:close/>
                        <a:moveTo>
                          <a:pt x="56129" y="90254"/>
                        </a:moveTo>
                        <a:lnTo>
                          <a:pt x="56129" y="78852"/>
                        </a:lnTo>
                        <a:cubicBezTo>
                          <a:pt x="52983" y="80332"/>
                          <a:pt x="49812" y="81463"/>
                          <a:pt x="46614" y="82243"/>
                        </a:cubicBezTo>
                        <a:cubicBezTo>
                          <a:pt x="43416" y="83036"/>
                          <a:pt x="40244" y="83432"/>
                          <a:pt x="37099" y="83432"/>
                        </a:cubicBezTo>
                        <a:cubicBezTo>
                          <a:pt x="28840" y="83432"/>
                          <a:pt x="22530" y="80643"/>
                          <a:pt x="18169" y="75064"/>
                        </a:cubicBezTo>
                        <a:cubicBezTo>
                          <a:pt x="13821" y="69486"/>
                          <a:pt x="11337" y="61058"/>
                          <a:pt x="10716" y="49782"/>
                        </a:cubicBezTo>
                        <a:cubicBezTo>
                          <a:pt x="13147" y="53378"/>
                          <a:pt x="16200" y="56134"/>
                          <a:pt x="19874" y="58051"/>
                        </a:cubicBezTo>
                        <a:cubicBezTo>
                          <a:pt x="23561" y="59968"/>
                          <a:pt x="27611" y="60926"/>
                          <a:pt x="32025" y="60926"/>
                        </a:cubicBezTo>
                        <a:cubicBezTo>
                          <a:pt x="41315" y="60926"/>
                          <a:pt x="48656" y="58104"/>
                          <a:pt x="54047" y="52459"/>
                        </a:cubicBezTo>
                        <a:cubicBezTo>
                          <a:pt x="59439" y="46827"/>
                          <a:pt x="62135" y="39160"/>
                          <a:pt x="62135" y="29457"/>
                        </a:cubicBezTo>
                        <a:cubicBezTo>
                          <a:pt x="62135" y="19952"/>
                          <a:pt x="59327" y="12324"/>
                          <a:pt x="53710" y="6574"/>
                        </a:cubicBezTo>
                        <a:cubicBezTo>
                          <a:pt x="48094" y="836"/>
                          <a:pt x="40621" y="-2032"/>
                          <a:pt x="31291" y="-2032"/>
                        </a:cubicBezTo>
                        <a:cubicBezTo>
                          <a:pt x="20587" y="-2032"/>
                          <a:pt x="12407" y="2066"/>
                          <a:pt x="6751" y="10262"/>
                        </a:cubicBezTo>
                        <a:cubicBezTo>
                          <a:pt x="1095" y="18471"/>
                          <a:pt x="-1733" y="30362"/>
                          <a:pt x="-1733" y="45935"/>
                        </a:cubicBezTo>
                        <a:cubicBezTo>
                          <a:pt x="-1733" y="60556"/>
                          <a:pt x="1736" y="72216"/>
                          <a:pt x="8674" y="80914"/>
                        </a:cubicBezTo>
                        <a:cubicBezTo>
                          <a:pt x="15612" y="89613"/>
                          <a:pt x="24922" y="93962"/>
                          <a:pt x="36604" y="93962"/>
                        </a:cubicBezTo>
                        <a:cubicBezTo>
                          <a:pt x="39749" y="93962"/>
                          <a:pt x="42920" y="93651"/>
                          <a:pt x="46118" y="93030"/>
                        </a:cubicBezTo>
                        <a:cubicBezTo>
                          <a:pt x="49316" y="92408"/>
                          <a:pt x="52653" y="91483"/>
                          <a:pt x="56129" y="9025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49" name="Freeform: Shape 448">
                    <a:extLst>
                      <a:ext uri="{FF2B5EF4-FFF2-40B4-BE49-F238E27FC236}">
                        <a16:creationId xmlns:a16="http://schemas.microsoft.com/office/drawing/2014/main" id="{E66363F3-4A77-D271-5D2C-CBF7088C5853}"/>
                      </a:ext>
                    </a:extLst>
                  </p:cNvPr>
                  <p:cNvSpPr/>
                  <p:nvPr/>
                </p:nvSpPr>
                <p:spPr>
                  <a:xfrm flipV="1">
                    <a:off x="7349148" y="4955763"/>
                    <a:ext cx="63926" cy="95994"/>
                  </a:xfrm>
                  <a:custGeom>
                    <a:avLst/>
                    <a:gdLst>
                      <a:gd name="connsiteX0" fmla="*/ 30251 w 63926"/>
                      <a:gd name="connsiteY0" fmla="*/ 84047 h 95994"/>
                      <a:gd name="connsiteX1" fmla="*/ 15721 w 63926"/>
                      <a:gd name="connsiteY1" fmla="*/ 74529 h 95994"/>
                      <a:gd name="connsiteX2" fmla="*/ 10865 w 63926"/>
                      <a:gd name="connsiteY2" fmla="*/ 45935 h 95994"/>
                      <a:gd name="connsiteX3" fmla="*/ 15721 w 63926"/>
                      <a:gd name="connsiteY3" fmla="*/ 17400 h 95994"/>
                      <a:gd name="connsiteX4" fmla="*/ 30251 w 63926"/>
                      <a:gd name="connsiteY4" fmla="*/ 7882 h 95994"/>
                      <a:gd name="connsiteX5" fmla="*/ 44840 w 63926"/>
                      <a:gd name="connsiteY5" fmla="*/ 17400 h 95994"/>
                      <a:gd name="connsiteX6" fmla="*/ 49716 w 63926"/>
                      <a:gd name="connsiteY6" fmla="*/ 45935 h 95994"/>
                      <a:gd name="connsiteX7" fmla="*/ 44840 w 63926"/>
                      <a:gd name="connsiteY7" fmla="*/ 74529 h 95994"/>
                      <a:gd name="connsiteX8" fmla="*/ 30251 w 63926"/>
                      <a:gd name="connsiteY8" fmla="*/ 84047 h 95994"/>
                      <a:gd name="connsiteX9" fmla="*/ 30251 w 63926"/>
                      <a:gd name="connsiteY9" fmla="*/ 93962 h 95994"/>
                      <a:gd name="connsiteX10" fmla="*/ 54018 w 63926"/>
                      <a:gd name="connsiteY10" fmla="*/ 81648 h 95994"/>
                      <a:gd name="connsiteX11" fmla="*/ 62224 w 63926"/>
                      <a:gd name="connsiteY11" fmla="*/ 45935 h 95994"/>
                      <a:gd name="connsiteX12" fmla="*/ 54018 w 63926"/>
                      <a:gd name="connsiteY12" fmla="*/ 10262 h 95994"/>
                      <a:gd name="connsiteX13" fmla="*/ 30251 w 63926"/>
                      <a:gd name="connsiteY13" fmla="*/ -2032 h 95994"/>
                      <a:gd name="connsiteX14" fmla="*/ 6504 w 63926"/>
                      <a:gd name="connsiteY14" fmla="*/ 10262 h 95994"/>
                      <a:gd name="connsiteX15" fmla="*/ -1703 w 63926"/>
                      <a:gd name="connsiteY15" fmla="*/ 45935 h 95994"/>
                      <a:gd name="connsiteX16" fmla="*/ 6504 w 63926"/>
                      <a:gd name="connsiteY16" fmla="*/ 81648 h 95994"/>
                      <a:gd name="connsiteX17" fmla="*/ 30251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51" y="84047"/>
                        </a:moveTo>
                        <a:cubicBezTo>
                          <a:pt x="23815" y="84047"/>
                          <a:pt x="18972" y="80874"/>
                          <a:pt x="15721" y="74529"/>
                        </a:cubicBezTo>
                        <a:cubicBezTo>
                          <a:pt x="12483" y="68197"/>
                          <a:pt x="10865" y="58665"/>
                          <a:pt x="10865" y="45935"/>
                        </a:cubicBezTo>
                        <a:cubicBezTo>
                          <a:pt x="10865" y="33257"/>
                          <a:pt x="12483" y="23746"/>
                          <a:pt x="15721" y="17400"/>
                        </a:cubicBezTo>
                        <a:cubicBezTo>
                          <a:pt x="18972" y="11055"/>
                          <a:pt x="23815" y="7882"/>
                          <a:pt x="30251" y="7882"/>
                        </a:cubicBezTo>
                        <a:cubicBezTo>
                          <a:pt x="36739" y="7882"/>
                          <a:pt x="41602" y="11055"/>
                          <a:pt x="44840" y="17400"/>
                        </a:cubicBezTo>
                        <a:cubicBezTo>
                          <a:pt x="48091" y="23746"/>
                          <a:pt x="49716" y="33257"/>
                          <a:pt x="49716" y="45935"/>
                        </a:cubicBezTo>
                        <a:cubicBezTo>
                          <a:pt x="49716" y="58665"/>
                          <a:pt x="48091" y="68197"/>
                          <a:pt x="44840" y="74529"/>
                        </a:cubicBezTo>
                        <a:cubicBezTo>
                          <a:pt x="41602" y="80874"/>
                          <a:pt x="36739" y="84047"/>
                          <a:pt x="30251" y="84047"/>
                        </a:cubicBezTo>
                        <a:close/>
                        <a:moveTo>
                          <a:pt x="30251" y="93962"/>
                        </a:moveTo>
                        <a:cubicBezTo>
                          <a:pt x="40624" y="93962"/>
                          <a:pt x="48547" y="89857"/>
                          <a:pt x="54018" y="81648"/>
                        </a:cubicBezTo>
                        <a:cubicBezTo>
                          <a:pt x="59489" y="73452"/>
                          <a:pt x="62224" y="61547"/>
                          <a:pt x="62224" y="45935"/>
                        </a:cubicBezTo>
                        <a:cubicBezTo>
                          <a:pt x="62224" y="30362"/>
                          <a:pt x="59489" y="18471"/>
                          <a:pt x="54018" y="10262"/>
                        </a:cubicBezTo>
                        <a:cubicBezTo>
                          <a:pt x="48547" y="2066"/>
                          <a:pt x="40624" y="-2032"/>
                          <a:pt x="30251" y="-2032"/>
                        </a:cubicBezTo>
                        <a:cubicBezTo>
                          <a:pt x="19890" y="-2032"/>
                          <a:pt x="11975" y="2066"/>
                          <a:pt x="6504" y="10262"/>
                        </a:cubicBezTo>
                        <a:cubicBezTo>
                          <a:pt x="1033" y="18471"/>
                          <a:pt x="-1703" y="30362"/>
                          <a:pt x="-1703" y="45935"/>
                        </a:cubicBezTo>
                        <a:cubicBezTo>
                          <a:pt x="-1703" y="61547"/>
                          <a:pt x="1033" y="73452"/>
                          <a:pt x="6504" y="81648"/>
                        </a:cubicBezTo>
                        <a:cubicBezTo>
                          <a:pt x="11975" y="89857"/>
                          <a:pt x="19890" y="93962"/>
                          <a:pt x="3025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50" name="Graphic 398">
                <a:extLst>
                  <a:ext uri="{FF2B5EF4-FFF2-40B4-BE49-F238E27FC236}">
                    <a16:creationId xmlns:a16="http://schemas.microsoft.com/office/drawing/2014/main" id="{AB7C6543-573C-2511-D5D4-79F56FAC578D}"/>
                  </a:ext>
                </a:extLst>
              </p:cNvPr>
              <p:cNvGrpSpPr/>
              <p:nvPr/>
            </p:nvGrpSpPr>
            <p:grpSpPr>
              <a:xfrm>
                <a:off x="7755461" y="4864687"/>
                <a:ext cx="223926" cy="187070"/>
                <a:chOff x="7755461" y="4864687"/>
                <a:chExt cx="223926" cy="187070"/>
              </a:xfrm>
              <a:solidFill>
                <a:srgbClr val="000000"/>
              </a:solidFill>
            </p:grpSpPr>
            <p:sp>
              <p:nvSpPr>
                <p:cNvPr id="451" name="Freeform: Shape 450">
                  <a:extLst>
                    <a:ext uri="{FF2B5EF4-FFF2-40B4-BE49-F238E27FC236}">
                      <a16:creationId xmlns:a16="http://schemas.microsoft.com/office/drawing/2014/main" id="{0B72AB0D-A370-86C2-45F6-7651E9629975}"/>
                    </a:ext>
                  </a:extLst>
                </p:cNvPr>
                <p:cNvSpPr/>
                <p:nvPr/>
              </p:nvSpPr>
              <p:spPr>
                <a:xfrm>
                  <a:off x="7866743" y="4864687"/>
                  <a:ext cx="12686" cy="44417"/>
                </a:xfrm>
                <a:custGeom>
                  <a:avLst/>
                  <a:gdLst>
                    <a:gd name="connsiteX0" fmla="*/ 370 w 12686"/>
                    <a:gd name="connsiteY0" fmla="*/ 286 h 44417"/>
                    <a:gd name="connsiteX1" fmla="*/ 370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70" y="286"/>
                      </a:moveTo>
                      <a:lnTo>
                        <a:pt x="370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52" name="Graphic 398">
                  <a:extLst>
                    <a:ext uri="{FF2B5EF4-FFF2-40B4-BE49-F238E27FC236}">
                      <a16:creationId xmlns:a16="http://schemas.microsoft.com/office/drawing/2014/main" id="{43552AB0-F6AC-9759-4AF2-65ED2890C6CC}"/>
                    </a:ext>
                  </a:extLst>
                </p:cNvPr>
                <p:cNvGrpSpPr/>
                <p:nvPr/>
              </p:nvGrpSpPr>
              <p:grpSpPr>
                <a:xfrm>
                  <a:off x="7755461" y="4955763"/>
                  <a:ext cx="223926" cy="95994"/>
                  <a:chOff x="7755461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53" name="Freeform: Shape 452">
                    <a:extLst>
                      <a:ext uri="{FF2B5EF4-FFF2-40B4-BE49-F238E27FC236}">
                        <a16:creationId xmlns:a16="http://schemas.microsoft.com/office/drawing/2014/main" id="{534519AE-067F-1DBF-AA9B-DFDF248306CF}"/>
                      </a:ext>
                    </a:extLst>
                  </p:cNvPr>
                  <p:cNvSpPr/>
                  <p:nvPr/>
                </p:nvSpPr>
                <p:spPr>
                  <a:xfrm flipV="1">
                    <a:off x="7755461" y="4957429"/>
                    <a:ext cx="59843" cy="94328"/>
                  </a:xfrm>
                  <a:custGeom>
                    <a:avLst/>
                    <a:gdLst>
                      <a:gd name="connsiteX0" fmla="*/ 2265 w 59843"/>
                      <a:gd name="connsiteY0" fmla="*/ 92338 h 94328"/>
                      <a:gd name="connsiteX1" fmla="*/ 51385 w 59843"/>
                      <a:gd name="connsiteY1" fmla="*/ 92338 h 94328"/>
                      <a:gd name="connsiteX2" fmla="*/ 51385 w 59843"/>
                      <a:gd name="connsiteY2" fmla="*/ 81789 h 94328"/>
                      <a:gd name="connsiteX3" fmla="*/ 13722 w 59843"/>
                      <a:gd name="connsiteY3" fmla="*/ 81789 h 94328"/>
                      <a:gd name="connsiteX4" fmla="*/ 13722 w 59843"/>
                      <a:gd name="connsiteY4" fmla="*/ 59124 h 94328"/>
                      <a:gd name="connsiteX5" fmla="*/ 19154 w 59843"/>
                      <a:gd name="connsiteY5" fmla="*/ 60512 h 94328"/>
                      <a:gd name="connsiteX6" fmla="*/ 24625 w 59843"/>
                      <a:gd name="connsiteY6" fmla="*/ 60968 h 94328"/>
                      <a:gd name="connsiteX7" fmla="*/ 49145 w 59843"/>
                      <a:gd name="connsiteY7" fmla="*/ 52481 h 94328"/>
                      <a:gd name="connsiteX8" fmla="*/ 58203 w 59843"/>
                      <a:gd name="connsiteY8" fmla="*/ 29499 h 94328"/>
                      <a:gd name="connsiteX9" fmla="*/ 48907 w 59843"/>
                      <a:gd name="connsiteY9" fmla="*/ 6279 h 94328"/>
                      <a:gd name="connsiteX10" fmla="*/ 22702 w 59843"/>
                      <a:gd name="connsiteY10" fmla="*/ -1990 h 94328"/>
                      <a:gd name="connsiteX11" fmla="*/ 10828 w 59843"/>
                      <a:gd name="connsiteY11" fmla="*/ -999 h 94328"/>
                      <a:gd name="connsiteX12" fmla="*/ -1640 w 59843"/>
                      <a:gd name="connsiteY12" fmla="*/ 1976 h 94328"/>
                      <a:gd name="connsiteX13" fmla="*/ -1640 w 59843"/>
                      <a:gd name="connsiteY13" fmla="*/ 14567 h 94328"/>
                      <a:gd name="connsiteX14" fmla="*/ 9877 w 59843"/>
                      <a:gd name="connsiteY14" fmla="*/ 10046 h 94328"/>
                      <a:gd name="connsiteX15" fmla="*/ 22444 w 59843"/>
                      <a:gd name="connsiteY15" fmla="*/ 8559 h 94328"/>
                      <a:gd name="connsiteX16" fmla="*/ 39412 w 59843"/>
                      <a:gd name="connsiteY16" fmla="*/ 14190 h 94328"/>
                      <a:gd name="connsiteX17" fmla="*/ 45676 w 59843"/>
                      <a:gd name="connsiteY17" fmla="*/ 29499 h 94328"/>
                      <a:gd name="connsiteX18" fmla="*/ 39412 w 59843"/>
                      <a:gd name="connsiteY18" fmla="*/ 44787 h 94328"/>
                      <a:gd name="connsiteX19" fmla="*/ 22444 w 59843"/>
                      <a:gd name="connsiteY19" fmla="*/ 50439 h 94328"/>
                      <a:gd name="connsiteX20" fmla="*/ 12434 w 59843"/>
                      <a:gd name="connsiteY20" fmla="*/ 49328 h 94328"/>
                      <a:gd name="connsiteX21" fmla="*/ 2265 w 59843"/>
                      <a:gd name="connsiteY21" fmla="*/ 45858 h 94328"/>
                      <a:gd name="connsiteX22" fmla="*/ 2265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65" y="92338"/>
                        </a:moveTo>
                        <a:lnTo>
                          <a:pt x="51385" y="92338"/>
                        </a:lnTo>
                        <a:lnTo>
                          <a:pt x="51385" y="81789"/>
                        </a:lnTo>
                        <a:lnTo>
                          <a:pt x="13722" y="81789"/>
                        </a:lnTo>
                        <a:lnTo>
                          <a:pt x="13722" y="59124"/>
                        </a:lnTo>
                        <a:cubicBezTo>
                          <a:pt x="15533" y="59745"/>
                          <a:pt x="17343" y="60208"/>
                          <a:pt x="19154" y="60512"/>
                        </a:cubicBezTo>
                        <a:cubicBezTo>
                          <a:pt x="20977" y="60816"/>
                          <a:pt x="22801" y="60968"/>
                          <a:pt x="24625" y="60968"/>
                        </a:cubicBezTo>
                        <a:cubicBezTo>
                          <a:pt x="34945" y="60968"/>
                          <a:pt x="43119" y="58139"/>
                          <a:pt x="49145" y="52481"/>
                        </a:cubicBezTo>
                        <a:cubicBezTo>
                          <a:pt x="55184" y="46823"/>
                          <a:pt x="58203" y="39162"/>
                          <a:pt x="58203" y="29499"/>
                        </a:cubicBezTo>
                        <a:cubicBezTo>
                          <a:pt x="58203" y="19544"/>
                          <a:pt x="55105" y="11804"/>
                          <a:pt x="48907" y="6279"/>
                        </a:cubicBezTo>
                        <a:cubicBezTo>
                          <a:pt x="42709" y="766"/>
                          <a:pt x="33974" y="-1990"/>
                          <a:pt x="22702" y="-1990"/>
                        </a:cubicBezTo>
                        <a:cubicBezTo>
                          <a:pt x="18817" y="-1990"/>
                          <a:pt x="14859" y="-1660"/>
                          <a:pt x="10828" y="-999"/>
                        </a:cubicBezTo>
                        <a:cubicBezTo>
                          <a:pt x="6811" y="-338"/>
                          <a:pt x="2655" y="654"/>
                          <a:pt x="-1640" y="1976"/>
                        </a:cubicBezTo>
                        <a:lnTo>
                          <a:pt x="-1640" y="14567"/>
                        </a:lnTo>
                        <a:cubicBezTo>
                          <a:pt x="2074" y="12545"/>
                          <a:pt x="5912" y="11038"/>
                          <a:pt x="9877" y="10046"/>
                        </a:cubicBezTo>
                        <a:cubicBezTo>
                          <a:pt x="13841" y="9055"/>
                          <a:pt x="18030" y="8559"/>
                          <a:pt x="22444" y="8559"/>
                        </a:cubicBezTo>
                        <a:cubicBezTo>
                          <a:pt x="29593" y="8559"/>
                          <a:pt x="35249" y="10436"/>
                          <a:pt x="39412" y="14190"/>
                        </a:cubicBezTo>
                        <a:cubicBezTo>
                          <a:pt x="43588" y="17945"/>
                          <a:pt x="45676" y="23048"/>
                          <a:pt x="45676" y="29499"/>
                        </a:cubicBezTo>
                        <a:cubicBezTo>
                          <a:pt x="45676" y="35937"/>
                          <a:pt x="43588" y="41033"/>
                          <a:pt x="39412" y="44787"/>
                        </a:cubicBezTo>
                        <a:cubicBezTo>
                          <a:pt x="35249" y="48555"/>
                          <a:pt x="29593" y="50439"/>
                          <a:pt x="22444" y="50439"/>
                        </a:cubicBezTo>
                        <a:cubicBezTo>
                          <a:pt x="19101" y="50439"/>
                          <a:pt x="15764" y="50068"/>
                          <a:pt x="12434" y="49328"/>
                        </a:cubicBezTo>
                        <a:cubicBezTo>
                          <a:pt x="9117" y="48588"/>
                          <a:pt x="5727" y="47431"/>
                          <a:pt x="2265" y="45858"/>
                        </a:cubicBezTo>
                        <a:lnTo>
                          <a:pt x="2265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54" name="Freeform: Shape 453">
                    <a:extLst>
                      <a:ext uri="{FF2B5EF4-FFF2-40B4-BE49-F238E27FC236}">
                        <a16:creationId xmlns:a16="http://schemas.microsoft.com/office/drawing/2014/main" id="{98546B9A-6F9F-4C3C-9AF8-DAE4FBCE4BC7}"/>
                      </a:ext>
                    </a:extLst>
                  </p:cNvPr>
                  <p:cNvSpPr/>
                  <p:nvPr/>
                </p:nvSpPr>
                <p:spPr>
                  <a:xfrm flipV="1">
                    <a:off x="7836789" y="4957429"/>
                    <a:ext cx="59466" cy="92524"/>
                  </a:xfrm>
                  <a:custGeom>
                    <a:avLst/>
                    <a:gdLst>
                      <a:gd name="connsiteX0" fmla="*/ -1655 w 59466"/>
                      <a:gd name="connsiteY0" fmla="*/ 90488 h 92524"/>
                      <a:gd name="connsiteX1" fmla="*/ 57812 w 59466"/>
                      <a:gd name="connsiteY1" fmla="*/ 90488 h 92524"/>
                      <a:gd name="connsiteX2" fmla="*/ 57812 w 59466"/>
                      <a:gd name="connsiteY2" fmla="*/ 85154 h 92524"/>
                      <a:gd name="connsiteX3" fmla="*/ 24233 w 59466"/>
                      <a:gd name="connsiteY3" fmla="*/ -2036 h 92524"/>
                      <a:gd name="connsiteX4" fmla="*/ 11170 w 59466"/>
                      <a:gd name="connsiteY4" fmla="*/ -2036 h 92524"/>
                      <a:gd name="connsiteX5" fmla="*/ 42767 w 59466"/>
                      <a:gd name="connsiteY5" fmla="*/ 79939 h 92524"/>
                      <a:gd name="connsiteX6" fmla="*/ -1655 w 59466"/>
                      <a:gd name="connsiteY6" fmla="*/ 79939 h 92524"/>
                      <a:gd name="connsiteX7" fmla="*/ -1655 w 59466"/>
                      <a:gd name="connsiteY7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466" h="92524">
                        <a:moveTo>
                          <a:pt x="-1655" y="90488"/>
                        </a:moveTo>
                        <a:lnTo>
                          <a:pt x="57812" y="90488"/>
                        </a:lnTo>
                        <a:lnTo>
                          <a:pt x="57812" y="85154"/>
                        </a:lnTo>
                        <a:lnTo>
                          <a:pt x="24233" y="-2036"/>
                        </a:lnTo>
                        <a:lnTo>
                          <a:pt x="11170" y="-2036"/>
                        </a:lnTo>
                        <a:lnTo>
                          <a:pt x="42767" y="79939"/>
                        </a:lnTo>
                        <a:lnTo>
                          <a:pt x="-1655" y="79939"/>
                        </a:lnTo>
                        <a:lnTo>
                          <a:pt x="-1655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55" name="Freeform: Shape 454">
                    <a:extLst>
                      <a:ext uri="{FF2B5EF4-FFF2-40B4-BE49-F238E27FC236}">
                        <a16:creationId xmlns:a16="http://schemas.microsoft.com/office/drawing/2014/main" id="{808E273F-B67E-A783-7190-DA3DEC8BED74}"/>
                      </a:ext>
                    </a:extLst>
                  </p:cNvPr>
                  <p:cNvSpPr/>
                  <p:nvPr/>
                </p:nvSpPr>
                <p:spPr>
                  <a:xfrm flipV="1">
                    <a:off x="7915461" y="4955763"/>
                    <a:ext cx="63926" cy="95994"/>
                  </a:xfrm>
                  <a:custGeom>
                    <a:avLst/>
                    <a:gdLst>
                      <a:gd name="connsiteX0" fmla="*/ 30295 w 63926"/>
                      <a:gd name="connsiteY0" fmla="*/ 84047 h 95994"/>
                      <a:gd name="connsiteX1" fmla="*/ 15766 w 63926"/>
                      <a:gd name="connsiteY1" fmla="*/ 74529 h 95994"/>
                      <a:gd name="connsiteX2" fmla="*/ 10909 w 63926"/>
                      <a:gd name="connsiteY2" fmla="*/ 45935 h 95994"/>
                      <a:gd name="connsiteX3" fmla="*/ 15766 w 63926"/>
                      <a:gd name="connsiteY3" fmla="*/ 17400 h 95994"/>
                      <a:gd name="connsiteX4" fmla="*/ 30295 w 63926"/>
                      <a:gd name="connsiteY4" fmla="*/ 7882 h 95994"/>
                      <a:gd name="connsiteX5" fmla="*/ 44885 w 63926"/>
                      <a:gd name="connsiteY5" fmla="*/ 17400 h 95994"/>
                      <a:gd name="connsiteX6" fmla="*/ 49761 w 63926"/>
                      <a:gd name="connsiteY6" fmla="*/ 45935 h 95994"/>
                      <a:gd name="connsiteX7" fmla="*/ 44885 w 63926"/>
                      <a:gd name="connsiteY7" fmla="*/ 74529 h 95994"/>
                      <a:gd name="connsiteX8" fmla="*/ 30295 w 63926"/>
                      <a:gd name="connsiteY8" fmla="*/ 84047 h 95994"/>
                      <a:gd name="connsiteX9" fmla="*/ 30295 w 63926"/>
                      <a:gd name="connsiteY9" fmla="*/ 93962 h 95994"/>
                      <a:gd name="connsiteX10" fmla="*/ 54062 w 63926"/>
                      <a:gd name="connsiteY10" fmla="*/ 81648 h 95994"/>
                      <a:gd name="connsiteX11" fmla="*/ 62269 w 63926"/>
                      <a:gd name="connsiteY11" fmla="*/ 45935 h 95994"/>
                      <a:gd name="connsiteX12" fmla="*/ 54062 w 63926"/>
                      <a:gd name="connsiteY12" fmla="*/ 10262 h 95994"/>
                      <a:gd name="connsiteX13" fmla="*/ 30295 w 63926"/>
                      <a:gd name="connsiteY13" fmla="*/ -2032 h 95994"/>
                      <a:gd name="connsiteX14" fmla="*/ 6548 w 63926"/>
                      <a:gd name="connsiteY14" fmla="*/ 10262 h 95994"/>
                      <a:gd name="connsiteX15" fmla="*/ -1658 w 63926"/>
                      <a:gd name="connsiteY15" fmla="*/ 45935 h 95994"/>
                      <a:gd name="connsiteX16" fmla="*/ 6548 w 63926"/>
                      <a:gd name="connsiteY16" fmla="*/ 81648 h 95994"/>
                      <a:gd name="connsiteX17" fmla="*/ 30295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95" y="84047"/>
                        </a:moveTo>
                        <a:cubicBezTo>
                          <a:pt x="23860" y="84047"/>
                          <a:pt x="19017" y="80874"/>
                          <a:pt x="15766" y="74529"/>
                        </a:cubicBezTo>
                        <a:cubicBezTo>
                          <a:pt x="12528" y="68197"/>
                          <a:pt x="10909" y="58665"/>
                          <a:pt x="10909" y="45935"/>
                        </a:cubicBezTo>
                        <a:cubicBezTo>
                          <a:pt x="10909" y="33257"/>
                          <a:pt x="12528" y="23746"/>
                          <a:pt x="15766" y="17400"/>
                        </a:cubicBezTo>
                        <a:cubicBezTo>
                          <a:pt x="19017" y="11055"/>
                          <a:pt x="23860" y="7882"/>
                          <a:pt x="30295" y="7882"/>
                        </a:cubicBezTo>
                        <a:cubicBezTo>
                          <a:pt x="36784" y="7882"/>
                          <a:pt x="41647" y="11055"/>
                          <a:pt x="44885" y="17400"/>
                        </a:cubicBezTo>
                        <a:cubicBezTo>
                          <a:pt x="48135" y="23746"/>
                          <a:pt x="49761" y="33257"/>
                          <a:pt x="49761" y="45935"/>
                        </a:cubicBezTo>
                        <a:cubicBezTo>
                          <a:pt x="49761" y="58665"/>
                          <a:pt x="48135" y="68197"/>
                          <a:pt x="44885" y="74529"/>
                        </a:cubicBezTo>
                        <a:cubicBezTo>
                          <a:pt x="41647" y="80874"/>
                          <a:pt x="36784" y="84047"/>
                          <a:pt x="30295" y="84047"/>
                        </a:cubicBezTo>
                        <a:close/>
                        <a:moveTo>
                          <a:pt x="30295" y="93962"/>
                        </a:moveTo>
                        <a:cubicBezTo>
                          <a:pt x="40669" y="93962"/>
                          <a:pt x="48591" y="89857"/>
                          <a:pt x="54062" y="81648"/>
                        </a:cubicBezTo>
                        <a:cubicBezTo>
                          <a:pt x="59533" y="73452"/>
                          <a:pt x="62269" y="61547"/>
                          <a:pt x="62269" y="45935"/>
                        </a:cubicBezTo>
                        <a:cubicBezTo>
                          <a:pt x="62269" y="30362"/>
                          <a:pt x="59533" y="18471"/>
                          <a:pt x="54062" y="10262"/>
                        </a:cubicBezTo>
                        <a:cubicBezTo>
                          <a:pt x="48591" y="2066"/>
                          <a:pt x="40669" y="-2032"/>
                          <a:pt x="30295" y="-2032"/>
                        </a:cubicBezTo>
                        <a:cubicBezTo>
                          <a:pt x="19935" y="-2032"/>
                          <a:pt x="12019" y="2066"/>
                          <a:pt x="6548" y="10262"/>
                        </a:cubicBezTo>
                        <a:cubicBezTo>
                          <a:pt x="1077" y="18471"/>
                          <a:pt x="-1658" y="30362"/>
                          <a:pt x="-1658" y="45935"/>
                        </a:cubicBezTo>
                        <a:cubicBezTo>
                          <a:pt x="-1658" y="61547"/>
                          <a:pt x="1077" y="73452"/>
                          <a:pt x="6548" y="81648"/>
                        </a:cubicBezTo>
                        <a:cubicBezTo>
                          <a:pt x="12019" y="89857"/>
                          <a:pt x="19935" y="93962"/>
                          <a:pt x="30295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56" name="Graphic 398">
                <a:extLst>
                  <a:ext uri="{FF2B5EF4-FFF2-40B4-BE49-F238E27FC236}">
                    <a16:creationId xmlns:a16="http://schemas.microsoft.com/office/drawing/2014/main" id="{41860AFA-0DD4-1249-14B9-29E8166B5575}"/>
                  </a:ext>
                </a:extLst>
              </p:cNvPr>
              <p:cNvGrpSpPr/>
              <p:nvPr/>
            </p:nvGrpSpPr>
            <p:grpSpPr>
              <a:xfrm>
                <a:off x="8218370" y="4864687"/>
                <a:ext cx="227372" cy="187070"/>
                <a:chOff x="8218370" y="4864687"/>
                <a:chExt cx="227372" cy="187070"/>
              </a:xfrm>
              <a:solidFill>
                <a:srgbClr val="000000"/>
              </a:solidFill>
            </p:grpSpPr>
            <p:sp>
              <p:nvSpPr>
                <p:cNvPr id="457" name="Freeform: Shape 456">
                  <a:extLst>
                    <a:ext uri="{FF2B5EF4-FFF2-40B4-BE49-F238E27FC236}">
                      <a16:creationId xmlns:a16="http://schemas.microsoft.com/office/drawing/2014/main" id="{B44E6891-28E7-EB5D-F04A-B5ACBB34BAD9}"/>
                    </a:ext>
                  </a:extLst>
                </p:cNvPr>
                <p:cNvSpPr/>
                <p:nvPr/>
              </p:nvSpPr>
              <p:spPr>
                <a:xfrm>
                  <a:off x="8433056" y="4864687"/>
                  <a:ext cx="12686" cy="44417"/>
                </a:xfrm>
                <a:custGeom>
                  <a:avLst/>
                  <a:gdLst>
                    <a:gd name="connsiteX0" fmla="*/ 415 w 12686"/>
                    <a:gd name="connsiteY0" fmla="*/ 286 h 44417"/>
                    <a:gd name="connsiteX1" fmla="*/ 415 w 12686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415" y="286"/>
                      </a:moveTo>
                      <a:lnTo>
                        <a:pt x="415" y="4470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58" name="Graphic 398">
                  <a:extLst>
                    <a:ext uri="{FF2B5EF4-FFF2-40B4-BE49-F238E27FC236}">
                      <a16:creationId xmlns:a16="http://schemas.microsoft.com/office/drawing/2014/main" id="{1CF2B7AF-D580-9420-ABFB-3C128821F6FC}"/>
                    </a:ext>
                  </a:extLst>
                </p:cNvPr>
                <p:cNvGrpSpPr/>
                <p:nvPr/>
              </p:nvGrpSpPr>
              <p:grpSpPr>
                <a:xfrm>
                  <a:off x="8218370" y="4955763"/>
                  <a:ext cx="223926" cy="95994"/>
                  <a:chOff x="8218370" y="49557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59" name="Freeform: Shape 458">
                    <a:extLst>
                      <a:ext uri="{FF2B5EF4-FFF2-40B4-BE49-F238E27FC236}">
                        <a16:creationId xmlns:a16="http://schemas.microsoft.com/office/drawing/2014/main" id="{B0D5D8FB-68B0-5C9F-CCA4-5C67EA323717}"/>
                      </a:ext>
                    </a:extLst>
                  </p:cNvPr>
                  <p:cNvSpPr/>
                  <p:nvPr/>
                </p:nvSpPr>
                <p:spPr>
                  <a:xfrm flipV="1">
                    <a:off x="8218370" y="4957429"/>
                    <a:ext cx="59843" cy="94328"/>
                  </a:xfrm>
                  <a:custGeom>
                    <a:avLst/>
                    <a:gdLst>
                      <a:gd name="connsiteX0" fmla="*/ 2310 w 59843"/>
                      <a:gd name="connsiteY0" fmla="*/ 92338 h 94328"/>
                      <a:gd name="connsiteX1" fmla="*/ 51429 w 59843"/>
                      <a:gd name="connsiteY1" fmla="*/ 92338 h 94328"/>
                      <a:gd name="connsiteX2" fmla="*/ 51429 w 59843"/>
                      <a:gd name="connsiteY2" fmla="*/ 81789 h 94328"/>
                      <a:gd name="connsiteX3" fmla="*/ 13767 w 59843"/>
                      <a:gd name="connsiteY3" fmla="*/ 81789 h 94328"/>
                      <a:gd name="connsiteX4" fmla="*/ 13767 w 59843"/>
                      <a:gd name="connsiteY4" fmla="*/ 59124 h 94328"/>
                      <a:gd name="connsiteX5" fmla="*/ 19198 w 59843"/>
                      <a:gd name="connsiteY5" fmla="*/ 60512 h 94328"/>
                      <a:gd name="connsiteX6" fmla="*/ 24669 w 59843"/>
                      <a:gd name="connsiteY6" fmla="*/ 60968 h 94328"/>
                      <a:gd name="connsiteX7" fmla="*/ 49189 w 59843"/>
                      <a:gd name="connsiteY7" fmla="*/ 52481 h 94328"/>
                      <a:gd name="connsiteX8" fmla="*/ 58248 w 59843"/>
                      <a:gd name="connsiteY8" fmla="*/ 29499 h 94328"/>
                      <a:gd name="connsiteX9" fmla="*/ 48951 w 59843"/>
                      <a:gd name="connsiteY9" fmla="*/ 6279 h 94328"/>
                      <a:gd name="connsiteX10" fmla="*/ 22747 w 59843"/>
                      <a:gd name="connsiteY10" fmla="*/ -1990 h 94328"/>
                      <a:gd name="connsiteX11" fmla="*/ 10873 w 59843"/>
                      <a:gd name="connsiteY11" fmla="*/ -999 h 94328"/>
                      <a:gd name="connsiteX12" fmla="*/ -1595 w 59843"/>
                      <a:gd name="connsiteY12" fmla="*/ 1976 h 94328"/>
                      <a:gd name="connsiteX13" fmla="*/ -1595 w 59843"/>
                      <a:gd name="connsiteY13" fmla="*/ 14567 h 94328"/>
                      <a:gd name="connsiteX14" fmla="*/ 9922 w 59843"/>
                      <a:gd name="connsiteY14" fmla="*/ 10046 h 94328"/>
                      <a:gd name="connsiteX15" fmla="*/ 22489 w 59843"/>
                      <a:gd name="connsiteY15" fmla="*/ 8559 h 94328"/>
                      <a:gd name="connsiteX16" fmla="*/ 39457 w 59843"/>
                      <a:gd name="connsiteY16" fmla="*/ 14190 h 94328"/>
                      <a:gd name="connsiteX17" fmla="*/ 45720 w 59843"/>
                      <a:gd name="connsiteY17" fmla="*/ 29499 h 94328"/>
                      <a:gd name="connsiteX18" fmla="*/ 39457 w 59843"/>
                      <a:gd name="connsiteY18" fmla="*/ 44787 h 94328"/>
                      <a:gd name="connsiteX19" fmla="*/ 22489 w 59843"/>
                      <a:gd name="connsiteY19" fmla="*/ 50439 h 94328"/>
                      <a:gd name="connsiteX20" fmla="*/ 12479 w 59843"/>
                      <a:gd name="connsiteY20" fmla="*/ 49328 h 94328"/>
                      <a:gd name="connsiteX21" fmla="*/ 2310 w 59843"/>
                      <a:gd name="connsiteY21" fmla="*/ 45858 h 94328"/>
                      <a:gd name="connsiteX22" fmla="*/ 2310 w 59843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310" y="92338"/>
                        </a:moveTo>
                        <a:lnTo>
                          <a:pt x="51429" y="92338"/>
                        </a:lnTo>
                        <a:lnTo>
                          <a:pt x="51429" y="81789"/>
                        </a:lnTo>
                        <a:lnTo>
                          <a:pt x="13767" y="81789"/>
                        </a:lnTo>
                        <a:lnTo>
                          <a:pt x="13767" y="59124"/>
                        </a:lnTo>
                        <a:cubicBezTo>
                          <a:pt x="15577" y="59745"/>
                          <a:pt x="17388" y="60208"/>
                          <a:pt x="19198" y="60512"/>
                        </a:cubicBezTo>
                        <a:cubicBezTo>
                          <a:pt x="21022" y="60816"/>
                          <a:pt x="22846" y="60968"/>
                          <a:pt x="24669" y="60968"/>
                        </a:cubicBezTo>
                        <a:cubicBezTo>
                          <a:pt x="34990" y="60968"/>
                          <a:pt x="43163" y="58139"/>
                          <a:pt x="49189" y="52481"/>
                        </a:cubicBezTo>
                        <a:cubicBezTo>
                          <a:pt x="55229" y="46823"/>
                          <a:pt x="58248" y="39162"/>
                          <a:pt x="58248" y="29499"/>
                        </a:cubicBezTo>
                        <a:cubicBezTo>
                          <a:pt x="58248" y="19544"/>
                          <a:pt x="55149" y="11804"/>
                          <a:pt x="48951" y="6279"/>
                        </a:cubicBezTo>
                        <a:cubicBezTo>
                          <a:pt x="42754" y="766"/>
                          <a:pt x="34019" y="-1990"/>
                          <a:pt x="22747" y="-1990"/>
                        </a:cubicBezTo>
                        <a:cubicBezTo>
                          <a:pt x="18861" y="-1990"/>
                          <a:pt x="14904" y="-1660"/>
                          <a:pt x="10873" y="-999"/>
                        </a:cubicBezTo>
                        <a:cubicBezTo>
                          <a:pt x="6856" y="-338"/>
                          <a:pt x="2700" y="654"/>
                          <a:pt x="-1595" y="1976"/>
                        </a:cubicBezTo>
                        <a:lnTo>
                          <a:pt x="-1595" y="14567"/>
                        </a:lnTo>
                        <a:cubicBezTo>
                          <a:pt x="2118" y="12545"/>
                          <a:pt x="5957" y="11038"/>
                          <a:pt x="9922" y="10046"/>
                        </a:cubicBezTo>
                        <a:cubicBezTo>
                          <a:pt x="13886" y="9055"/>
                          <a:pt x="18075" y="8559"/>
                          <a:pt x="22489" y="8559"/>
                        </a:cubicBezTo>
                        <a:cubicBezTo>
                          <a:pt x="29638" y="8559"/>
                          <a:pt x="35294" y="10436"/>
                          <a:pt x="39457" y="14190"/>
                        </a:cubicBezTo>
                        <a:cubicBezTo>
                          <a:pt x="43633" y="17945"/>
                          <a:pt x="45720" y="23048"/>
                          <a:pt x="45720" y="29499"/>
                        </a:cubicBezTo>
                        <a:cubicBezTo>
                          <a:pt x="45720" y="35937"/>
                          <a:pt x="43633" y="41033"/>
                          <a:pt x="39457" y="44787"/>
                        </a:cubicBezTo>
                        <a:cubicBezTo>
                          <a:pt x="35294" y="48555"/>
                          <a:pt x="29638" y="50439"/>
                          <a:pt x="22489" y="50439"/>
                        </a:cubicBezTo>
                        <a:cubicBezTo>
                          <a:pt x="19145" y="50439"/>
                          <a:pt x="15809" y="50068"/>
                          <a:pt x="12479" y="49328"/>
                        </a:cubicBezTo>
                        <a:cubicBezTo>
                          <a:pt x="9162" y="48588"/>
                          <a:pt x="5772" y="47431"/>
                          <a:pt x="2310" y="45858"/>
                        </a:cubicBezTo>
                        <a:lnTo>
                          <a:pt x="2310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0" name="Freeform: Shape 459">
                    <a:extLst>
                      <a:ext uri="{FF2B5EF4-FFF2-40B4-BE49-F238E27FC236}">
                        <a16:creationId xmlns:a16="http://schemas.microsoft.com/office/drawing/2014/main" id="{E88CA212-3A19-FA00-99EC-AF40241B65E2}"/>
                      </a:ext>
                    </a:extLst>
                  </p:cNvPr>
                  <p:cNvSpPr/>
                  <p:nvPr/>
                </p:nvSpPr>
                <p:spPr>
                  <a:xfrm flipV="1">
                    <a:off x="8297894" y="4955763"/>
                    <a:ext cx="63431" cy="95994"/>
                  </a:xfrm>
                  <a:custGeom>
                    <a:avLst/>
                    <a:gdLst>
                      <a:gd name="connsiteX0" fmla="*/ 30096 w 63431"/>
                      <a:gd name="connsiteY0" fmla="*/ 43714 h 95994"/>
                      <a:gd name="connsiteX1" fmla="*/ 16062 w 63431"/>
                      <a:gd name="connsiteY1" fmla="*/ 38935 h 95994"/>
                      <a:gd name="connsiteX2" fmla="*/ 10968 w 63431"/>
                      <a:gd name="connsiteY2" fmla="*/ 25808 h 95994"/>
                      <a:gd name="connsiteX3" fmla="*/ 16062 w 63431"/>
                      <a:gd name="connsiteY3" fmla="*/ 12661 h 95994"/>
                      <a:gd name="connsiteX4" fmla="*/ 30096 w 63431"/>
                      <a:gd name="connsiteY4" fmla="*/ 7882 h 95994"/>
                      <a:gd name="connsiteX5" fmla="*/ 44150 w 63431"/>
                      <a:gd name="connsiteY5" fmla="*/ 12681 h 95994"/>
                      <a:gd name="connsiteX6" fmla="*/ 49304 w 63431"/>
                      <a:gd name="connsiteY6" fmla="*/ 25808 h 95994"/>
                      <a:gd name="connsiteX7" fmla="*/ 44190 w 63431"/>
                      <a:gd name="connsiteY7" fmla="*/ 38935 h 95994"/>
                      <a:gd name="connsiteX8" fmla="*/ 30096 w 63431"/>
                      <a:gd name="connsiteY8" fmla="*/ 43714 h 95994"/>
                      <a:gd name="connsiteX9" fmla="*/ 17588 w 63431"/>
                      <a:gd name="connsiteY9" fmla="*/ 49028 h 95994"/>
                      <a:gd name="connsiteX10" fmla="*/ 5041 w 63431"/>
                      <a:gd name="connsiteY10" fmla="*/ 56524 h 95994"/>
                      <a:gd name="connsiteX11" fmla="*/ 561 w 63431"/>
                      <a:gd name="connsiteY11" fmla="*/ 69988 h 95994"/>
                      <a:gd name="connsiteX12" fmla="*/ 8450 w 63431"/>
                      <a:gd name="connsiteY12" fmla="*/ 87517 h 95994"/>
                      <a:gd name="connsiteX13" fmla="*/ 30096 w 63431"/>
                      <a:gd name="connsiteY13" fmla="*/ 93962 h 95994"/>
                      <a:gd name="connsiteX14" fmla="*/ 51782 w 63431"/>
                      <a:gd name="connsiteY14" fmla="*/ 87517 h 95994"/>
                      <a:gd name="connsiteX15" fmla="*/ 59651 w 63431"/>
                      <a:gd name="connsiteY15" fmla="*/ 69988 h 95994"/>
                      <a:gd name="connsiteX16" fmla="*/ 55152 w 63431"/>
                      <a:gd name="connsiteY16" fmla="*/ 56524 h 95994"/>
                      <a:gd name="connsiteX17" fmla="*/ 42683 w 63431"/>
                      <a:gd name="connsiteY17" fmla="*/ 49028 h 95994"/>
                      <a:gd name="connsiteX18" fmla="*/ 56757 w 63431"/>
                      <a:gd name="connsiteY18" fmla="*/ 40779 h 95994"/>
                      <a:gd name="connsiteX19" fmla="*/ 61812 w 63431"/>
                      <a:gd name="connsiteY19" fmla="*/ 25808 h 95994"/>
                      <a:gd name="connsiteX20" fmla="*/ 53605 w 63431"/>
                      <a:gd name="connsiteY20" fmla="*/ 5146 h 95994"/>
                      <a:gd name="connsiteX21" fmla="*/ 30096 w 63431"/>
                      <a:gd name="connsiteY21" fmla="*/ -2032 h 95994"/>
                      <a:gd name="connsiteX22" fmla="*/ 6587 w 63431"/>
                      <a:gd name="connsiteY22" fmla="*/ 5146 h 95994"/>
                      <a:gd name="connsiteX23" fmla="*/ -1619 w 63431"/>
                      <a:gd name="connsiteY23" fmla="*/ 25808 h 95994"/>
                      <a:gd name="connsiteX24" fmla="*/ 3455 w 63431"/>
                      <a:gd name="connsiteY24" fmla="*/ 40779 h 95994"/>
                      <a:gd name="connsiteX25" fmla="*/ 17588 w 63431"/>
                      <a:gd name="connsiteY25" fmla="*/ 49028 h 95994"/>
                      <a:gd name="connsiteX26" fmla="*/ 13010 w 63431"/>
                      <a:gd name="connsiteY26" fmla="*/ 68798 h 95994"/>
                      <a:gd name="connsiteX27" fmla="*/ 17489 w 63431"/>
                      <a:gd name="connsiteY27" fmla="*/ 57595 h 95994"/>
                      <a:gd name="connsiteX28" fmla="*/ 30096 w 63431"/>
                      <a:gd name="connsiteY28" fmla="*/ 53569 h 95994"/>
                      <a:gd name="connsiteX29" fmla="*/ 42703 w 63431"/>
                      <a:gd name="connsiteY29" fmla="*/ 57595 h 95994"/>
                      <a:gd name="connsiteX30" fmla="*/ 47262 w 63431"/>
                      <a:gd name="connsiteY30" fmla="*/ 68798 h 95994"/>
                      <a:gd name="connsiteX31" fmla="*/ 42703 w 63431"/>
                      <a:gd name="connsiteY31" fmla="*/ 80022 h 95994"/>
                      <a:gd name="connsiteX32" fmla="*/ 30096 w 63431"/>
                      <a:gd name="connsiteY32" fmla="*/ 84047 h 95994"/>
                      <a:gd name="connsiteX33" fmla="*/ 17489 w 63431"/>
                      <a:gd name="connsiteY33" fmla="*/ 80022 h 95994"/>
                      <a:gd name="connsiteX34" fmla="*/ 13010 w 63431"/>
                      <a:gd name="connsiteY34" fmla="*/ 6879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30096" y="43714"/>
                        </a:moveTo>
                        <a:cubicBezTo>
                          <a:pt x="24150" y="43714"/>
                          <a:pt x="19472" y="42121"/>
                          <a:pt x="16062" y="38935"/>
                        </a:cubicBezTo>
                        <a:cubicBezTo>
                          <a:pt x="12666" y="35749"/>
                          <a:pt x="10968" y="31374"/>
                          <a:pt x="10968" y="25808"/>
                        </a:cubicBezTo>
                        <a:cubicBezTo>
                          <a:pt x="10968" y="20229"/>
                          <a:pt x="12666" y="15847"/>
                          <a:pt x="16062" y="12661"/>
                        </a:cubicBezTo>
                        <a:cubicBezTo>
                          <a:pt x="19472" y="9475"/>
                          <a:pt x="24150" y="7882"/>
                          <a:pt x="30096" y="7882"/>
                        </a:cubicBezTo>
                        <a:cubicBezTo>
                          <a:pt x="36043" y="7882"/>
                          <a:pt x="40728" y="9482"/>
                          <a:pt x="44150" y="12681"/>
                        </a:cubicBezTo>
                        <a:cubicBezTo>
                          <a:pt x="47586" y="15893"/>
                          <a:pt x="49304" y="20269"/>
                          <a:pt x="49304" y="25808"/>
                        </a:cubicBezTo>
                        <a:cubicBezTo>
                          <a:pt x="49304" y="31374"/>
                          <a:pt x="47599" y="35749"/>
                          <a:pt x="44190" y="38935"/>
                        </a:cubicBezTo>
                        <a:cubicBezTo>
                          <a:pt x="40794" y="42121"/>
                          <a:pt x="36096" y="43714"/>
                          <a:pt x="30096" y="43714"/>
                        </a:cubicBezTo>
                        <a:close/>
                        <a:moveTo>
                          <a:pt x="17588" y="49028"/>
                        </a:moveTo>
                        <a:cubicBezTo>
                          <a:pt x="12223" y="50350"/>
                          <a:pt x="8041" y="52849"/>
                          <a:pt x="5041" y="56524"/>
                        </a:cubicBezTo>
                        <a:cubicBezTo>
                          <a:pt x="2054" y="60212"/>
                          <a:pt x="561" y="64700"/>
                          <a:pt x="561" y="69988"/>
                        </a:cubicBezTo>
                        <a:cubicBezTo>
                          <a:pt x="561" y="77378"/>
                          <a:pt x="3191" y="83221"/>
                          <a:pt x="8450" y="87517"/>
                        </a:cubicBezTo>
                        <a:cubicBezTo>
                          <a:pt x="13723" y="91814"/>
                          <a:pt x="20938" y="93962"/>
                          <a:pt x="30096" y="93962"/>
                        </a:cubicBezTo>
                        <a:cubicBezTo>
                          <a:pt x="39307" y="93962"/>
                          <a:pt x="46536" y="91814"/>
                          <a:pt x="51782" y="87517"/>
                        </a:cubicBezTo>
                        <a:cubicBezTo>
                          <a:pt x="57028" y="83221"/>
                          <a:pt x="59651" y="77378"/>
                          <a:pt x="59651" y="69988"/>
                        </a:cubicBezTo>
                        <a:cubicBezTo>
                          <a:pt x="59651" y="64700"/>
                          <a:pt x="58151" y="60212"/>
                          <a:pt x="55152" y="56524"/>
                        </a:cubicBezTo>
                        <a:cubicBezTo>
                          <a:pt x="52165" y="52849"/>
                          <a:pt x="48009" y="50350"/>
                          <a:pt x="42683" y="49028"/>
                        </a:cubicBezTo>
                        <a:cubicBezTo>
                          <a:pt x="48709" y="47627"/>
                          <a:pt x="53401" y="44877"/>
                          <a:pt x="56757" y="40779"/>
                        </a:cubicBezTo>
                        <a:cubicBezTo>
                          <a:pt x="60127" y="36694"/>
                          <a:pt x="61812" y="31704"/>
                          <a:pt x="61812" y="25808"/>
                        </a:cubicBezTo>
                        <a:cubicBezTo>
                          <a:pt x="61812" y="16832"/>
                          <a:pt x="59076" y="9945"/>
                          <a:pt x="53605" y="5146"/>
                        </a:cubicBezTo>
                        <a:cubicBezTo>
                          <a:pt x="48135" y="360"/>
                          <a:pt x="40298" y="-2032"/>
                          <a:pt x="30096" y="-2032"/>
                        </a:cubicBezTo>
                        <a:cubicBezTo>
                          <a:pt x="19908" y="-2032"/>
                          <a:pt x="12071" y="360"/>
                          <a:pt x="6587" y="5146"/>
                        </a:cubicBezTo>
                        <a:cubicBezTo>
                          <a:pt x="1116" y="9945"/>
                          <a:pt x="-1619" y="16832"/>
                          <a:pt x="-1619" y="25808"/>
                        </a:cubicBezTo>
                        <a:cubicBezTo>
                          <a:pt x="-1619" y="31704"/>
                          <a:pt x="72" y="36694"/>
                          <a:pt x="3455" y="40779"/>
                        </a:cubicBezTo>
                        <a:cubicBezTo>
                          <a:pt x="6851" y="44877"/>
                          <a:pt x="11562" y="47627"/>
                          <a:pt x="17588" y="49028"/>
                        </a:cubicBezTo>
                        <a:close/>
                        <a:moveTo>
                          <a:pt x="13010" y="68798"/>
                        </a:moveTo>
                        <a:cubicBezTo>
                          <a:pt x="13010" y="64013"/>
                          <a:pt x="14503" y="60278"/>
                          <a:pt x="17489" y="57595"/>
                        </a:cubicBezTo>
                        <a:cubicBezTo>
                          <a:pt x="20489" y="54911"/>
                          <a:pt x="24691" y="53569"/>
                          <a:pt x="30096" y="53569"/>
                        </a:cubicBezTo>
                        <a:cubicBezTo>
                          <a:pt x="35475" y="53569"/>
                          <a:pt x="39677" y="54911"/>
                          <a:pt x="42703" y="57595"/>
                        </a:cubicBezTo>
                        <a:cubicBezTo>
                          <a:pt x="45743" y="60278"/>
                          <a:pt x="47262" y="64013"/>
                          <a:pt x="47262" y="68798"/>
                        </a:cubicBezTo>
                        <a:cubicBezTo>
                          <a:pt x="47262" y="73597"/>
                          <a:pt x="45743" y="77338"/>
                          <a:pt x="42703" y="80022"/>
                        </a:cubicBezTo>
                        <a:cubicBezTo>
                          <a:pt x="39677" y="82705"/>
                          <a:pt x="35475" y="84047"/>
                          <a:pt x="30096" y="84047"/>
                        </a:cubicBezTo>
                        <a:cubicBezTo>
                          <a:pt x="24691" y="84047"/>
                          <a:pt x="20489" y="82705"/>
                          <a:pt x="17489" y="80022"/>
                        </a:cubicBezTo>
                        <a:cubicBezTo>
                          <a:pt x="14503" y="77338"/>
                          <a:pt x="13010" y="73597"/>
                          <a:pt x="13010" y="6879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1" name="Freeform: Shape 460">
                    <a:extLst>
                      <a:ext uri="{FF2B5EF4-FFF2-40B4-BE49-F238E27FC236}">
                        <a16:creationId xmlns:a16="http://schemas.microsoft.com/office/drawing/2014/main" id="{8DEA7D0B-5700-C909-E52D-8A6E7BCF7672}"/>
                      </a:ext>
                    </a:extLst>
                  </p:cNvPr>
                  <p:cNvSpPr/>
                  <p:nvPr/>
                </p:nvSpPr>
                <p:spPr>
                  <a:xfrm flipV="1">
                    <a:off x="8378370" y="4955763"/>
                    <a:ext cx="63926" cy="95994"/>
                  </a:xfrm>
                  <a:custGeom>
                    <a:avLst/>
                    <a:gdLst>
                      <a:gd name="connsiteX0" fmla="*/ 30340 w 63926"/>
                      <a:gd name="connsiteY0" fmla="*/ 84047 h 95994"/>
                      <a:gd name="connsiteX1" fmla="*/ 15810 w 63926"/>
                      <a:gd name="connsiteY1" fmla="*/ 74529 h 95994"/>
                      <a:gd name="connsiteX2" fmla="*/ 10954 w 63926"/>
                      <a:gd name="connsiteY2" fmla="*/ 45935 h 95994"/>
                      <a:gd name="connsiteX3" fmla="*/ 15810 w 63926"/>
                      <a:gd name="connsiteY3" fmla="*/ 17400 h 95994"/>
                      <a:gd name="connsiteX4" fmla="*/ 30340 w 63926"/>
                      <a:gd name="connsiteY4" fmla="*/ 7882 h 95994"/>
                      <a:gd name="connsiteX5" fmla="*/ 44929 w 63926"/>
                      <a:gd name="connsiteY5" fmla="*/ 17400 h 95994"/>
                      <a:gd name="connsiteX6" fmla="*/ 49805 w 63926"/>
                      <a:gd name="connsiteY6" fmla="*/ 45935 h 95994"/>
                      <a:gd name="connsiteX7" fmla="*/ 44929 w 63926"/>
                      <a:gd name="connsiteY7" fmla="*/ 74529 h 95994"/>
                      <a:gd name="connsiteX8" fmla="*/ 30340 w 63926"/>
                      <a:gd name="connsiteY8" fmla="*/ 84047 h 95994"/>
                      <a:gd name="connsiteX9" fmla="*/ 30340 w 63926"/>
                      <a:gd name="connsiteY9" fmla="*/ 93962 h 95994"/>
                      <a:gd name="connsiteX10" fmla="*/ 54107 w 63926"/>
                      <a:gd name="connsiteY10" fmla="*/ 81648 h 95994"/>
                      <a:gd name="connsiteX11" fmla="*/ 62313 w 63926"/>
                      <a:gd name="connsiteY11" fmla="*/ 45935 h 95994"/>
                      <a:gd name="connsiteX12" fmla="*/ 54107 w 63926"/>
                      <a:gd name="connsiteY12" fmla="*/ 10262 h 95994"/>
                      <a:gd name="connsiteX13" fmla="*/ 30340 w 63926"/>
                      <a:gd name="connsiteY13" fmla="*/ -2032 h 95994"/>
                      <a:gd name="connsiteX14" fmla="*/ 6593 w 63926"/>
                      <a:gd name="connsiteY14" fmla="*/ 10262 h 95994"/>
                      <a:gd name="connsiteX15" fmla="*/ -1613 w 63926"/>
                      <a:gd name="connsiteY15" fmla="*/ 45935 h 95994"/>
                      <a:gd name="connsiteX16" fmla="*/ 6593 w 63926"/>
                      <a:gd name="connsiteY16" fmla="*/ 81648 h 95994"/>
                      <a:gd name="connsiteX17" fmla="*/ 30340 w 6392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40" y="84047"/>
                        </a:moveTo>
                        <a:cubicBezTo>
                          <a:pt x="23904" y="84047"/>
                          <a:pt x="19061" y="80874"/>
                          <a:pt x="15810" y="74529"/>
                        </a:cubicBezTo>
                        <a:cubicBezTo>
                          <a:pt x="12573" y="68197"/>
                          <a:pt x="10954" y="58665"/>
                          <a:pt x="10954" y="45935"/>
                        </a:cubicBezTo>
                        <a:cubicBezTo>
                          <a:pt x="10954" y="33257"/>
                          <a:pt x="12573" y="23746"/>
                          <a:pt x="15810" y="17400"/>
                        </a:cubicBezTo>
                        <a:cubicBezTo>
                          <a:pt x="19061" y="11055"/>
                          <a:pt x="23904" y="7882"/>
                          <a:pt x="30340" y="7882"/>
                        </a:cubicBezTo>
                        <a:cubicBezTo>
                          <a:pt x="36828" y="7882"/>
                          <a:pt x="41692" y="11055"/>
                          <a:pt x="44929" y="17400"/>
                        </a:cubicBezTo>
                        <a:cubicBezTo>
                          <a:pt x="48180" y="23746"/>
                          <a:pt x="49805" y="33257"/>
                          <a:pt x="49805" y="45935"/>
                        </a:cubicBezTo>
                        <a:cubicBezTo>
                          <a:pt x="49805" y="58665"/>
                          <a:pt x="48180" y="68197"/>
                          <a:pt x="44929" y="74529"/>
                        </a:cubicBezTo>
                        <a:cubicBezTo>
                          <a:pt x="41692" y="80874"/>
                          <a:pt x="36828" y="84047"/>
                          <a:pt x="30340" y="84047"/>
                        </a:cubicBezTo>
                        <a:close/>
                        <a:moveTo>
                          <a:pt x="30340" y="93962"/>
                        </a:moveTo>
                        <a:cubicBezTo>
                          <a:pt x="40714" y="93962"/>
                          <a:pt x="48636" y="89857"/>
                          <a:pt x="54107" y="81648"/>
                        </a:cubicBezTo>
                        <a:cubicBezTo>
                          <a:pt x="59578" y="73452"/>
                          <a:pt x="62313" y="61547"/>
                          <a:pt x="62313" y="45935"/>
                        </a:cubicBezTo>
                        <a:cubicBezTo>
                          <a:pt x="62313" y="30362"/>
                          <a:pt x="59578" y="18471"/>
                          <a:pt x="54107" y="10262"/>
                        </a:cubicBezTo>
                        <a:cubicBezTo>
                          <a:pt x="48636" y="2066"/>
                          <a:pt x="40714" y="-2032"/>
                          <a:pt x="30340" y="-2032"/>
                        </a:cubicBezTo>
                        <a:cubicBezTo>
                          <a:pt x="19980" y="-2032"/>
                          <a:pt x="12064" y="2066"/>
                          <a:pt x="6593" y="10262"/>
                        </a:cubicBezTo>
                        <a:cubicBezTo>
                          <a:pt x="1122" y="18471"/>
                          <a:pt x="-1613" y="30362"/>
                          <a:pt x="-1613" y="45935"/>
                        </a:cubicBezTo>
                        <a:cubicBezTo>
                          <a:pt x="-1613" y="61547"/>
                          <a:pt x="1122" y="73452"/>
                          <a:pt x="6593" y="81648"/>
                        </a:cubicBezTo>
                        <a:cubicBezTo>
                          <a:pt x="12064" y="89857"/>
                          <a:pt x="19980" y="93962"/>
                          <a:pt x="30340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462" name="Graphic 398">
              <a:extLst>
                <a:ext uri="{FF2B5EF4-FFF2-40B4-BE49-F238E27FC236}">
                  <a16:creationId xmlns:a16="http://schemas.microsoft.com/office/drawing/2014/main" id="{8ECA4072-1AB5-0F7C-7EED-78E5715E0EE4}"/>
                </a:ext>
              </a:extLst>
            </p:cNvPr>
            <p:cNvGrpSpPr/>
            <p:nvPr/>
          </p:nvGrpSpPr>
          <p:grpSpPr>
            <a:xfrm>
              <a:off x="3577804" y="2269379"/>
              <a:ext cx="324747" cy="2362067"/>
              <a:chOff x="3577804" y="2269379"/>
              <a:chExt cx="324747" cy="2362067"/>
            </a:xfrm>
            <a:solidFill>
              <a:srgbClr val="000000"/>
            </a:solidFill>
          </p:grpSpPr>
          <p:grpSp>
            <p:nvGrpSpPr>
              <p:cNvPr id="463" name="Graphic 398">
                <a:extLst>
                  <a:ext uri="{FF2B5EF4-FFF2-40B4-BE49-F238E27FC236}">
                    <a16:creationId xmlns:a16="http://schemas.microsoft.com/office/drawing/2014/main" id="{AD683782-B798-D90E-197B-9A0652A51EE5}"/>
                  </a:ext>
                </a:extLst>
              </p:cNvPr>
              <p:cNvGrpSpPr/>
              <p:nvPr/>
            </p:nvGrpSpPr>
            <p:grpSpPr>
              <a:xfrm>
                <a:off x="3577804" y="4535453"/>
                <a:ext cx="324747" cy="95994"/>
                <a:chOff x="3577804" y="4535453"/>
                <a:chExt cx="324747" cy="95994"/>
              </a:xfrm>
              <a:solidFill>
                <a:srgbClr val="000000"/>
              </a:solidFill>
            </p:grpSpPr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D51E3121-6EAD-159C-8D03-309A71907E3A}"/>
                    </a:ext>
                  </a:extLst>
                </p:cNvPr>
                <p:cNvSpPr/>
                <p:nvPr/>
              </p:nvSpPr>
              <p:spPr>
                <a:xfrm>
                  <a:off x="3858149" y="4581427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64 h 12690"/>
                    <a:gd name="connsiteX1" fmla="*/ 58 w 44401"/>
                    <a:gd name="connsiteY1" fmla="*/ 264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64"/>
                      </a:moveTo>
                      <a:lnTo>
                        <a:pt x="58" y="26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65" name="Graphic 398">
                  <a:extLst>
                    <a:ext uri="{FF2B5EF4-FFF2-40B4-BE49-F238E27FC236}">
                      <a16:creationId xmlns:a16="http://schemas.microsoft.com/office/drawing/2014/main" id="{5FF78596-BFDB-AF45-6B90-54D260986496}"/>
                    </a:ext>
                  </a:extLst>
                </p:cNvPr>
                <p:cNvGrpSpPr/>
                <p:nvPr/>
              </p:nvGrpSpPr>
              <p:grpSpPr>
                <a:xfrm>
                  <a:off x="3577804" y="4535453"/>
                  <a:ext cx="227514" cy="95994"/>
                  <a:chOff x="3577804" y="4535453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466" name="Freeform: Shape 465">
                    <a:extLst>
                      <a:ext uri="{FF2B5EF4-FFF2-40B4-BE49-F238E27FC236}">
                        <a16:creationId xmlns:a16="http://schemas.microsoft.com/office/drawing/2014/main" id="{D82927B7-16D3-3355-56EF-D470D4D638BE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4537119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49 h 92524"/>
                      <a:gd name="connsiteX1" fmla="*/ 8171 w 67395"/>
                      <a:gd name="connsiteY1" fmla="*/ 30154 h 92524"/>
                      <a:gd name="connsiteX2" fmla="*/ 39767 w 67395"/>
                      <a:gd name="connsiteY2" fmla="*/ 30154 h 92524"/>
                      <a:gd name="connsiteX3" fmla="*/ 39767 w 67395"/>
                      <a:gd name="connsiteY3" fmla="*/ 79549 h 92524"/>
                      <a:gd name="connsiteX4" fmla="*/ 36477 w 67395"/>
                      <a:gd name="connsiteY4" fmla="*/ 90455 h 92524"/>
                      <a:gd name="connsiteX5" fmla="*/ 52216 w 67395"/>
                      <a:gd name="connsiteY5" fmla="*/ 90455 h 92524"/>
                      <a:gd name="connsiteX6" fmla="*/ 52216 w 67395"/>
                      <a:gd name="connsiteY6" fmla="*/ 30154 h 92524"/>
                      <a:gd name="connsiteX7" fmla="*/ 65417 w 67395"/>
                      <a:gd name="connsiteY7" fmla="*/ 30154 h 92524"/>
                      <a:gd name="connsiteX8" fmla="*/ 65417 w 67395"/>
                      <a:gd name="connsiteY8" fmla="*/ 19743 h 92524"/>
                      <a:gd name="connsiteX9" fmla="*/ 52216 w 67395"/>
                      <a:gd name="connsiteY9" fmla="*/ 19743 h 92524"/>
                      <a:gd name="connsiteX10" fmla="*/ 52216 w 67395"/>
                      <a:gd name="connsiteY10" fmla="*/ -2069 h 92524"/>
                      <a:gd name="connsiteX11" fmla="*/ 39767 w 67395"/>
                      <a:gd name="connsiteY11" fmla="*/ -2069 h 92524"/>
                      <a:gd name="connsiteX12" fmla="*/ 39767 w 67395"/>
                      <a:gd name="connsiteY12" fmla="*/ 19743 h 92524"/>
                      <a:gd name="connsiteX13" fmla="*/ -1978 w 67395"/>
                      <a:gd name="connsiteY13" fmla="*/ 19743 h 92524"/>
                      <a:gd name="connsiteX14" fmla="*/ -1978 w 67395"/>
                      <a:gd name="connsiteY14" fmla="*/ 31819 h 92524"/>
                      <a:gd name="connsiteX15" fmla="*/ 36477 w 67395"/>
                      <a:gd name="connsiteY15" fmla="*/ 9045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49"/>
                        </a:moveTo>
                        <a:lnTo>
                          <a:pt x="8171" y="30154"/>
                        </a:lnTo>
                        <a:lnTo>
                          <a:pt x="39767" y="30154"/>
                        </a:lnTo>
                        <a:lnTo>
                          <a:pt x="39767" y="79549"/>
                        </a:lnTo>
                        <a:close/>
                        <a:moveTo>
                          <a:pt x="36477" y="90455"/>
                        </a:moveTo>
                        <a:lnTo>
                          <a:pt x="52216" y="90455"/>
                        </a:lnTo>
                        <a:lnTo>
                          <a:pt x="52216" y="30154"/>
                        </a:lnTo>
                        <a:lnTo>
                          <a:pt x="65417" y="30154"/>
                        </a:lnTo>
                        <a:lnTo>
                          <a:pt x="65417" y="19743"/>
                        </a:lnTo>
                        <a:lnTo>
                          <a:pt x="52216" y="19743"/>
                        </a:lnTo>
                        <a:lnTo>
                          <a:pt x="52216" y="-2069"/>
                        </a:lnTo>
                        <a:lnTo>
                          <a:pt x="39767" y="-2069"/>
                        </a:lnTo>
                        <a:lnTo>
                          <a:pt x="39767" y="19743"/>
                        </a:lnTo>
                        <a:lnTo>
                          <a:pt x="-1978" y="19743"/>
                        </a:lnTo>
                        <a:lnTo>
                          <a:pt x="-1978" y="31819"/>
                        </a:lnTo>
                        <a:lnTo>
                          <a:pt x="36477" y="904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7" name="Freeform: Shape 466">
                    <a:extLst>
                      <a:ext uri="{FF2B5EF4-FFF2-40B4-BE49-F238E27FC236}">
                        <a16:creationId xmlns:a16="http://schemas.microsoft.com/office/drawing/2014/main" id="{FB4D0B70-EAAC-D9BF-A0EA-965940168B97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916" y="4535453"/>
                    <a:ext cx="63431" cy="95994"/>
                  </a:xfrm>
                  <a:custGeom>
                    <a:avLst/>
                    <a:gdLst>
                      <a:gd name="connsiteX0" fmla="*/ 29723 w 63431"/>
                      <a:gd name="connsiteY0" fmla="*/ 43681 h 95994"/>
                      <a:gd name="connsiteX1" fmla="*/ 15688 w 63431"/>
                      <a:gd name="connsiteY1" fmla="*/ 38902 h 95994"/>
                      <a:gd name="connsiteX2" fmla="*/ 10594 w 63431"/>
                      <a:gd name="connsiteY2" fmla="*/ 25775 h 95994"/>
                      <a:gd name="connsiteX3" fmla="*/ 15688 w 63431"/>
                      <a:gd name="connsiteY3" fmla="*/ 12628 h 95994"/>
                      <a:gd name="connsiteX4" fmla="*/ 29723 w 63431"/>
                      <a:gd name="connsiteY4" fmla="*/ 7849 h 95994"/>
                      <a:gd name="connsiteX5" fmla="*/ 43777 w 63431"/>
                      <a:gd name="connsiteY5" fmla="*/ 12648 h 95994"/>
                      <a:gd name="connsiteX6" fmla="*/ 48930 w 63431"/>
                      <a:gd name="connsiteY6" fmla="*/ 25775 h 95994"/>
                      <a:gd name="connsiteX7" fmla="*/ 43816 w 63431"/>
                      <a:gd name="connsiteY7" fmla="*/ 38902 h 95994"/>
                      <a:gd name="connsiteX8" fmla="*/ 29723 w 63431"/>
                      <a:gd name="connsiteY8" fmla="*/ 43681 h 95994"/>
                      <a:gd name="connsiteX9" fmla="*/ 17215 w 63431"/>
                      <a:gd name="connsiteY9" fmla="*/ 48995 h 95994"/>
                      <a:gd name="connsiteX10" fmla="*/ 4667 w 63431"/>
                      <a:gd name="connsiteY10" fmla="*/ 56491 h 95994"/>
                      <a:gd name="connsiteX11" fmla="*/ 187 w 63431"/>
                      <a:gd name="connsiteY11" fmla="*/ 69955 h 95994"/>
                      <a:gd name="connsiteX12" fmla="*/ 8077 w 63431"/>
                      <a:gd name="connsiteY12" fmla="*/ 87484 h 95994"/>
                      <a:gd name="connsiteX13" fmla="*/ 29723 w 63431"/>
                      <a:gd name="connsiteY13" fmla="*/ 93929 h 95994"/>
                      <a:gd name="connsiteX14" fmla="*/ 51408 w 63431"/>
                      <a:gd name="connsiteY14" fmla="*/ 87484 h 95994"/>
                      <a:gd name="connsiteX15" fmla="*/ 59278 w 63431"/>
                      <a:gd name="connsiteY15" fmla="*/ 69955 h 95994"/>
                      <a:gd name="connsiteX16" fmla="*/ 54778 w 63431"/>
                      <a:gd name="connsiteY16" fmla="*/ 56491 h 95994"/>
                      <a:gd name="connsiteX17" fmla="*/ 42310 w 63431"/>
                      <a:gd name="connsiteY17" fmla="*/ 48995 h 95994"/>
                      <a:gd name="connsiteX18" fmla="*/ 56384 w 63431"/>
                      <a:gd name="connsiteY18" fmla="*/ 40746 h 95994"/>
                      <a:gd name="connsiteX19" fmla="*/ 61438 w 63431"/>
                      <a:gd name="connsiteY19" fmla="*/ 25775 h 95994"/>
                      <a:gd name="connsiteX20" fmla="*/ 53232 w 63431"/>
                      <a:gd name="connsiteY20" fmla="*/ 5113 h 95994"/>
                      <a:gd name="connsiteX21" fmla="*/ 29723 w 63431"/>
                      <a:gd name="connsiteY21" fmla="*/ -2066 h 95994"/>
                      <a:gd name="connsiteX22" fmla="*/ 6213 w 63431"/>
                      <a:gd name="connsiteY22" fmla="*/ 5113 h 95994"/>
                      <a:gd name="connsiteX23" fmla="*/ -1993 w 63431"/>
                      <a:gd name="connsiteY23" fmla="*/ 25775 h 95994"/>
                      <a:gd name="connsiteX24" fmla="*/ 3082 w 63431"/>
                      <a:gd name="connsiteY24" fmla="*/ 40746 h 95994"/>
                      <a:gd name="connsiteX25" fmla="*/ 17215 w 63431"/>
                      <a:gd name="connsiteY25" fmla="*/ 48995 h 95994"/>
                      <a:gd name="connsiteX26" fmla="*/ 12636 w 63431"/>
                      <a:gd name="connsiteY26" fmla="*/ 68765 h 95994"/>
                      <a:gd name="connsiteX27" fmla="*/ 17116 w 63431"/>
                      <a:gd name="connsiteY27" fmla="*/ 57562 h 95994"/>
                      <a:gd name="connsiteX28" fmla="*/ 29723 w 63431"/>
                      <a:gd name="connsiteY28" fmla="*/ 53536 h 95994"/>
                      <a:gd name="connsiteX29" fmla="*/ 42330 w 63431"/>
                      <a:gd name="connsiteY29" fmla="*/ 57562 h 95994"/>
                      <a:gd name="connsiteX30" fmla="*/ 46889 w 63431"/>
                      <a:gd name="connsiteY30" fmla="*/ 68765 h 95994"/>
                      <a:gd name="connsiteX31" fmla="*/ 42330 w 63431"/>
                      <a:gd name="connsiteY31" fmla="*/ 79989 h 95994"/>
                      <a:gd name="connsiteX32" fmla="*/ 29723 w 63431"/>
                      <a:gd name="connsiteY32" fmla="*/ 84014 h 95994"/>
                      <a:gd name="connsiteX33" fmla="*/ 17116 w 63431"/>
                      <a:gd name="connsiteY33" fmla="*/ 79989 h 95994"/>
                      <a:gd name="connsiteX34" fmla="*/ 12636 w 63431"/>
                      <a:gd name="connsiteY34" fmla="*/ 6876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29723" y="43681"/>
                        </a:moveTo>
                        <a:cubicBezTo>
                          <a:pt x="23776" y="43681"/>
                          <a:pt x="19098" y="42088"/>
                          <a:pt x="15688" y="38902"/>
                        </a:cubicBezTo>
                        <a:cubicBezTo>
                          <a:pt x="12292" y="35716"/>
                          <a:pt x="10594" y="31340"/>
                          <a:pt x="10594" y="25775"/>
                        </a:cubicBezTo>
                        <a:cubicBezTo>
                          <a:pt x="10594" y="20196"/>
                          <a:pt x="12292" y="15814"/>
                          <a:pt x="15688" y="12628"/>
                        </a:cubicBezTo>
                        <a:cubicBezTo>
                          <a:pt x="19098" y="9442"/>
                          <a:pt x="23776" y="7849"/>
                          <a:pt x="29723" y="7849"/>
                        </a:cubicBezTo>
                        <a:cubicBezTo>
                          <a:pt x="35669" y="7849"/>
                          <a:pt x="40354" y="9449"/>
                          <a:pt x="43777" y="12648"/>
                        </a:cubicBezTo>
                        <a:cubicBezTo>
                          <a:pt x="47212" y="15860"/>
                          <a:pt x="48930" y="20236"/>
                          <a:pt x="48930" y="25775"/>
                        </a:cubicBezTo>
                        <a:cubicBezTo>
                          <a:pt x="48930" y="31340"/>
                          <a:pt x="47226" y="35716"/>
                          <a:pt x="43816" y="38902"/>
                        </a:cubicBezTo>
                        <a:cubicBezTo>
                          <a:pt x="40420" y="42088"/>
                          <a:pt x="35722" y="43681"/>
                          <a:pt x="29723" y="43681"/>
                        </a:cubicBezTo>
                        <a:close/>
                        <a:moveTo>
                          <a:pt x="17215" y="48995"/>
                        </a:moveTo>
                        <a:cubicBezTo>
                          <a:pt x="11850" y="50317"/>
                          <a:pt x="7667" y="52816"/>
                          <a:pt x="4667" y="56491"/>
                        </a:cubicBezTo>
                        <a:cubicBezTo>
                          <a:pt x="1681" y="60179"/>
                          <a:pt x="187" y="64667"/>
                          <a:pt x="187" y="69955"/>
                        </a:cubicBezTo>
                        <a:cubicBezTo>
                          <a:pt x="187" y="77345"/>
                          <a:pt x="2817" y="83188"/>
                          <a:pt x="8077" y="87484"/>
                        </a:cubicBezTo>
                        <a:cubicBezTo>
                          <a:pt x="13349" y="91780"/>
                          <a:pt x="20565" y="93929"/>
                          <a:pt x="29723" y="93929"/>
                        </a:cubicBezTo>
                        <a:cubicBezTo>
                          <a:pt x="38933" y="93929"/>
                          <a:pt x="46162" y="91780"/>
                          <a:pt x="51408" y="87484"/>
                        </a:cubicBezTo>
                        <a:cubicBezTo>
                          <a:pt x="56654" y="83188"/>
                          <a:pt x="59278" y="77345"/>
                          <a:pt x="59278" y="69955"/>
                        </a:cubicBezTo>
                        <a:cubicBezTo>
                          <a:pt x="59278" y="64667"/>
                          <a:pt x="57778" y="60179"/>
                          <a:pt x="54778" y="56491"/>
                        </a:cubicBezTo>
                        <a:cubicBezTo>
                          <a:pt x="51791" y="52816"/>
                          <a:pt x="47635" y="50317"/>
                          <a:pt x="42310" y="48995"/>
                        </a:cubicBezTo>
                        <a:cubicBezTo>
                          <a:pt x="48336" y="47594"/>
                          <a:pt x="53027" y="44844"/>
                          <a:pt x="56384" y="40746"/>
                        </a:cubicBezTo>
                        <a:cubicBezTo>
                          <a:pt x="59753" y="36661"/>
                          <a:pt x="61438" y="31671"/>
                          <a:pt x="61438" y="25775"/>
                        </a:cubicBezTo>
                        <a:cubicBezTo>
                          <a:pt x="61438" y="16799"/>
                          <a:pt x="58703" y="9911"/>
                          <a:pt x="53232" y="5113"/>
                        </a:cubicBezTo>
                        <a:cubicBezTo>
                          <a:pt x="47761" y="327"/>
                          <a:pt x="39924" y="-2066"/>
                          <a:pt x="29723" y="-2066"/>
                        </a:cubicBezTo>
                        <a:cubicBezTo>
                          <a:pt x="19534" y="-2066"/>
                          <a:pt x="11698" y="327"/>
                          <a:pt x="6213" y="5113"/>
                        </a:cubicBezTo>
                        <a:cubicBezTo>
                          <a:pt x="743" y="9911"/>
                          <a:pt x="-1993" y="16799"/>
                          <a:pt x="-1993" y="25775"/>
                        </a:cubicBezTo>
                        <a:cubicBezTo>
                          <a:pt x="-1993" y="31671"/>
                          <a:pt x="-301" y="36661"/>
                          <a:pt x="3082" y="40746"/>
                        </a:cubicBezTo>
                        <a:cubicBezTo>
                          <a:pt x="6478" y="44844"/>
                          <a:pt x="11189" y="47594"/>
                          <a:pt x="17215" y="48995"/>
                        </a:cubicBezTo>
                        <a:close/>
                        <a:moveTo>
                          <a:pt x="12636" y="68765"/>
                        </a:moveTo>
                        <a:cubicBezTo>
                          <a:pt x="12636" y="63980"/>
                          <a:pt x="14129" y="60245"/>
                          <a:pt x="17116" y="57562"/>
                        </a:cubicBezTo>
                        <a:cubicBezTo>
                          <a:pt x="20115" y="54878"/>
                          <a:pt x="24318" y="53536"/>
                          <a:pt x="29723" y="53536"/>
                        </a:cubicBezTo>
                        <a:cubicBezTo>
                          <a:pt x="35101" y="53536"/>
                          <a:pt x="39303" y="54878"/>
                          <a:pt x="42330" y="57562"/>
                        </a:cubicBezTo>
                        <a:cubicBezTo>
                          <a:pt x="45369" y="60245"/>
                          <a:pt x="46889" y="63980"/>
                          <a:pt x="46889" y="68765"/>
                        </a:cubicBezTo>
                        <a:cubicBezTo>
                          <a:pt x="46889" y="73564"/>
                          <a:pt x="45369" y="77305"/>
                          <a:pt x="42330" y="79989"/>
                        </a:cubicBezTo>
                        <a:cubicBezTo>
                          <a:pt x="39303" y="82672"/>
                          <a:pt x="35101" y="84014"/>
                          <a:pt x="29723" y="84014"/>
                        </a:cubicBezTo>
                        <a:cubicBezTo>
                          <a:pt x="24318" y="84014"/>
                          <a:pt x="20115" y="82672"/>
                          <a:pt x="17116" y="79989"/>
                        </a:cubicBezTo>
                        <a:cubicBezTo>
                          <a:pt x="14129" y="77305"/>
                          <a:pt x="12636" y="73564"/>
                          <a:pt x="12636" y="6876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8" name="Freeform: Shape 467">
                    <a:extLst>
                      <a:ext uri="{FF2B5EF4-FFF2-40B4-BE49-F238E27FC236}">
                        <a16:creationId xmlns:a16="http://schemas.microsoft.com/office/drawing/2014/main" id="{2F2520BC-49EF-543D-49E9-CD32DD16C39A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535453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4014 h 95994"/>
                      <a:gd name="connsiteX1" fmla="*/ 15437 w 63926"/>
                      <a:gd name="connsiteY1" fmla="*/ 74496 h 95994"/>
                      <a:gd name="connsiteX2" fmla="*/ 10580 w 63926"/>
                      <a:gd name="connsiteY2" fmla="*/ 45902 h 95994"/>
                      <a:gd name="connsiteX3" fmla="*/ 15437 w 63926"/>
                      <a:gd name="connsiteY3" fmla="*/ 17367 h 95994"/>
                      <a:gd name="connsiteX4" fmla="*/ 29966 w 63926"/>
                      <a:gd name="connsiteY4" fmla="*/ 7849 h 95994"/>
                      <a:gd name="connsiteX5" fmla="*/ 44556 w 63926"/>
                      <a:gd name="connsiteY5" fmla="*/ 17367 h 95994"/>
                      <a:gd name="connsiteX6" fmla="*/ 49432 w 63926"/>
                      <a:gd name="connsiteY6" fmla="*/ 45902 h 95994"/>
                      <a:gd name="connsiteX7" fmla="*/ 44556 w 63926"/>
                      <a:gd name="connsiteY7" fmla="*/ 74496 h 95994"/>
                      <a:gd name="connsiteX8" fmla="*/ 29966 w 63926"/>
                      <a:gd name="connsiteY8" fmla="*/ 84014 h 95994"/>
                      <a:gd name="connsiteX9" fmla="*/ 29966 w 63926"/>
                      <a:gd name="connsiteY9" fmla="*/ 93929 h 95994"/>
                      <a:gd name="connsiteX10" fmla="*/ 53733 w 63926"/>
                      <a:gd name="connsiteY10" fmla="*/ 81615 h 95994"/>
                      <a:gd name="connsiteX11" fmla="*/ 61940 w 63926"/>
                      <a:gd name="connsiteY11" fmla="*/ 45902 h 95994"/>
                      <a:gd name="connsiteX12" fmla="*/ 53733 w 63926"/>
                      <a:gd name="connsiteY12" fmla="*/ 10229 h 95994"/>
                      <a:gd name="connsiteX13" fmla="*/ 29966 w 63926"/>
                      <a:gd name="connsiteY13" fmla="*/ -2066 h 95994"/>
                      <a:gd name="connsiteX14" fmla="*/ 6219 w 63926"/>
                      <a:gd name="connsiteY14" fmla="*/ 10229 h 95994"/>
                      <a:gd name="connsiteX15" fmla="*/ -1987 w 63926"/>
                      <a:gd name="connsiteY15" fmla="*/ 45902 h 95994"/>
                      <a:gd name="connsiteX16" fmla="*/ 6219 w 63926"/>
                      <a:gd name="connsiteY16" fmla="*/ 81615 h 95994"/>
                      <a:gd name="connsiteX17" fmla="*/ 29966 w 63926"/>
                      <a:gd name="connsiteY17" fmla="*/ 9392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4014"/>
                        </a:moveTo>
                        <a:cubicBezTo>
                          <a:pt x="23531" y="84014"/>
                          <a:pt x="18688" y="80841"/>
                          <a:pt x="15437" y="74496"/>
                        </a:cubicBezTo>
                        <a:cubicBezTo>
                          <a:pt x="12199" y="68164"/>
                          <a:pt x="10580" y="58632"/>
                          <a:pt x="10580" y="45902"/>
                        </a:cubicBezTo>
                        <a:cubicBezTo>
                          <a:pt x="10580" y="33224"/>
                          <a:pt x="12199" y="23713"/>
                          <a:pt x="15437" y="17367"/>
                        </a:cubicBezTo>
                        <a:cubicBezTo>
                          <a:pt x="18688" y="11022"/>
                          <a:pt x="23531" y="7849"/>
                          <a:pt x="29966" y="7849"/>
                        </a:cubicBezTo>
                        <a:cubicBezTo>
                          <a:pt x="36455" y="7849"/>
                          <a:pt x="41318" y="11022"/>
                          <a:pt x="44556" y="17367"/>
                        </a:cubicBezTo>
                        <a:cubicBezTo>
                          <a:pt x="47806" y="23713"/>
                          <a:pt x="49432" y="33224"/>
                          <a:pt x="49432" y="45902"/>
                        </a:cubicBezTo>
                        <a:cubicBezTo>
                          <a:pt x="49432" y="58632"/>
                          <a:pt x="47806" y="68164"/>
                          <a:pt x="44556" y="74496"/>
                        </a:cubicBezTo>
                        <a:cubicBezTo>
                          <a:pt x="41318" y="80841"/>
                          <a:pt x="36455" y="84014"/>
                          <a:pt x="29966" y="84014"/>
                        </a:cubicBezTo>
                        <a:close/>
                        <a:moveTo>
                          <a:pt x="29966" y="93929"/>
                        </a:moveTo>
                        <a:cubicBezTo>
                          <a:pt x="40340" y="93929"/>
                          <a:pt x="48262" y="89824"/>
                          <a:pt x="53733" y="81615"/>
                        </a:cubicBezTo>
                        <a:cubicBezTo>
                          <a:pt x="59204" y="73418"/>
                          <a:pt x="61940" y="61514"/>
                          <a:pt x="61940" y="45902"/>
                        </a:cubicBezTo>
                        <a:cubicBezTo>
                          <a:pt x="61940" y="30329"/>
                          <a:pt x="59204" y="18438"/>
                          <a:pt x="53733" y="10229"/>
                        </a:cubicBezTo>
                        <a:cubicBezTo>
                          <a:pt x="48262" y="2033"/>
                          <a:pt x="40340" y="-2066"/>
                          <a:pt x="29966" y="-2066"/>
                        </a:cubicBezTo>
                        <a:cubicBezTo>
                          <a:pt x="19606" y="-2066"/>
                          <a:pt x="11690" y="2033"/>
                          <a:pt x="6219" y="10229"/>
                        </a:cubicBezTo>
                        <a:cubicBezTo>
                          <a:pt x="748" y="18438"/>
                          <a:pt x="-1987" y="30329"/>
                          <a:pt x="-1987" y="45902"/>
                        </a:cubicBezTo>
                        <a:cubicBezTo>
                          <a:pt x="-1987" y="61514"/>
                          <a:pt x="748" y="73418"/>
                          <a:pt x="6219" y="81615"/>
                        </a:cubicBezTo>
                        <a:cubicBezTo>
                          <a:pt x="11690" y="89824"/>
                          <a:pt x="19606" y="93929"/>
                          <a:pt x="29966" y="939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69" name="Graphic 398">
                <a:extLst>
                  <a:ext uri="{FF2B5EF4-FFF2-40B4-BE49-F238E27FC236}">
                    <a16:creationId xmlns:a16="http://schemas.microsoft.com/office/drawing/2014/main" id="{4B84C3FB-9797-1854-93CD-39CB57A93C15}"/>
                  </a:ext>
                </a:extLst>
              </p:cNvPr>
              <p:cNvGrpSpPr/>
              <p:nvPr/>
            </p:nvGrpSpPr>
            <p:grpSpPr>
              <a:xfrm>
                <a:off x="3577804" y="3968934"/>
                <a:ext cx="324747" cy="95994"/>
                <a:chOff x="3577804" y="3968934"/>
                <a:chExt cx="324747" cy="95994"/>
              </a:xfrm>
              <a:solidFill>
                <a:srgbClr val="000000"/>
              </a:solidFill>
            </p:grpSpPr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C3AFD918-A0B3-5A94-2C56-940E27D08C4A}"/>
                    </a:ext>
                  </a:extLst>
                </p:cNvPr>
                <p:cNvSpPr/>
                <p:nvPr/>
              </p:nvSpPr>
              <p:spPr>
                <a:xfrm>
                  <a:off x="3858149" y="4014909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19 h 12690"/>
                    <a:gd name="connsiteX1" fmla="*/ 58 w 44401"/>
                    <a:gd name="connsiteY1" fmla="*/ 21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19"/>
                      </a:moveTo>
                      <a:lnTo>
                        <a:pt x="58" y="219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71" name="Graphic 398">
                  <a:extLst>
                    <a:ext uri="{FF2B5EF4-FFF2-40B4-BE49-F238E27FC236}">
                      <a16:creationId xmlns:a16="http://schemas.microsoft.com/office/drawing/2014/main" id="{605C90D8-2799-7A8E-B77F-110347E525B5}"/>
                    </a:ext>
                  </a:extLst>
                </p:cNvPr>
                <p:cNvGrpSpPr/>
                <p:nvPr/>
              </p:nvGrpSpPr>
              <p:grpSpPr>
                <a:xfrm>
                  <a:off x="3577804" y="3968934"/>
                  <a:ext cx="227514" cy="95994"/>
                  <a:chOff x="3577804" y="3968934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472" name="Freeform: Shape 471">
                    <a:extLst>
                      <a:ext uri="{FF2B5EF4-FFF2-40B4-BE49-F238E27FC236}">
                        <a16:creationId xmlns:a16="http://schemas.microsoft.com/office/drawing/2014/main" id="{7350270C-1B0A-5E99-E16C-2C32D81E6FAE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3970600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04 h 92524"/>
                      <a:gd name="connsiteX1" fmla="*/ 8171 w 67395"/>
                      <a:gd name="connsiteY1" fmla="*/ 30109 h 92524"/>
                      <a:gd name="connsiteX2" fmla="*/ 39767 w 67395"/>
                      <a:gd name="connsiteY2" fmla="*/ 30109 h 92524"/>
                      <a:gd name="connsiteX3" fmla="*/ 39767 w 67395"/>
                      <a:gd name="connsiteY3" fmla="*/ 79504 h 92524"/>
                      <a:gd name="connsiteX4" fmla="*/ 36477 w 67395"/>
                      <a:gd name="connsiteY4" fmla="*/ 90410 h 92524"/>
                      <a:gd name="connsiteX5" fmla="*/ 52216 w 67395"/>
                      <a:gd name="connsiteY5" fmla="*/ 90410 h 92524"/>
                      <a:gd name="connsiteX6" fmla="*/ 52216 w 67395"/>
                      <a:gd name="connsiteY6" fmla="*/ 30109 h 92524"/>
                      <a:gd name="connsiteX7" fmla="*/ 65417 w 67395"/>
                      <a:gd name="connsiteY7" fmla="*/ 30109 h 92524"/>
                      <a:gd name="connsiteX8" fmla="*/ 65417 w 67395"/>
                      <a:gd name="connsiteY8" fmla="*/ 19699 h 92524"/>
                      <a:gd name="connsiteX9" fmla="*/ 52216 w 67395"/>
                      <a:gd name="connsiteY9" fmla="*/ 19699 h 92524"/>
                      <a:gd name="connsiteX10" fmla="*/ 52216 w 67395"/>
                      <a:gd name="connsiteY10" fmla="*/ -2114 h 92524"/>
                      <a:gd name="connsiteX11" fmla="*/ 39767 w 67395"/>
                      <a:gd name="connsiteY11" fmla="*/ -2114 h 92524"/>
                      <a:gd name="connsiteX12" fmla="*/ 39767 w 67395"/>
                      <a:gd name="connsiteY12" fmla="*/ 19699 h 92524"/>
                      <a:gd name="connsiteX13" fmla="*/ -1978 w 67395"/>
                      <a:gd name="connsiteY13" fmla="*/ 19699 h 92524"/>
                      <a:gd name="connsiteX14" fmla="*/ -1978 w 67395"/>
                      <a:gd name="connsiteY14" fmla="*/ 31775 h 92524"/>
                      <a:gd name="connsiteX15" fmla="*/ 36477 w 67395"/>
                      <a:gd name="connsiteY15" fmla="*/ 904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04"/>
                        </a:moveTo>
                        <a:lnTo>
                          <a:pt x="8171" y="30109"/>
                        </a:lnTo>
                        <a:lnTo>
                          <a:pt x="39767" y="30109"/>
                        </a:lnTo>
                        <a:lnTo>
                          <a:pt x="39767" y="79504"/>
                        </a:lnTo>
                        <a:close/>
                        <a:moveTo>
                          <a:pt x="36477" y="90410"/>
                        </a:moveTo>
                        <a:lnTo>
                          <a:pt x="52216" y="90410"/>
                        </a:lnTo>
                        <a:lnTo>
                          <a:pt x="52216" y="30109"/>
                        </a:lnTo>
                        <a:lnTo>
                          <a:pt x="65417" y="30109"/>
                        </a:lnTo>
                        <a:lnTo>
                          <a:pt x="65417" y="19699"/>
                        </a:lnTo>
                        <a:lnTo>
                          <a:pt x="52216" y="19699"/>
                        </a:lnTo>
                        <a:lnTo>
                          <a:pt x="52216" y="-2114"/>
                        </a:lnTo>
                        <a:lnTo>
                          <a:pt x="39767" y="-2114"/>
                        </a:lnTo>
                        <a:lnTo>
                          <a:pt x="39767" y="19699"/>
                        </a:lnTo>
                        <a:lnTo>
                          <a:pt x="-1978" y="19699"/>
                        </a:lnTo>
                        <a:lnTo>
                          <a:pt x="-1978" y="31775"/>
                        </a:lnTo>
                        <a:lnTo>
                          <a:pt x="36477" y="90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3" name="Freeform: Shape 472">
                    <a:extLst>
                      <a:ext uri="{FF2B5EF4-FFF2-40B4-BE49-F238E27FC236}">
                        <a16:creationId xmlns:a16="http://schemas.microsoft.com/office/drawing/2014/main" id="{CB92FFDA-218F-D3D4-B97B-66AF57F39EA4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301" y="3968934"/>
                    <a:ext cx="63807" cy="95994"/>
                  </a:xfrm>
                  <a:custGeom>
                    <a:avLst/>
                    <a:gdLst>
                      <a:gd name="connsiteX0" fmla="*/ 3975 w 63807"/>
                      <a:gd name="connsiteY0" fmla="*/ 1618 h 95994"/>
                      <a:gd name="connsiteX1" fmla="*/ 3975 w 63807"/>
                      <a:gd name="connsiteY1" fmla="*/ 13020 h 95994"/>
                      <a:gd name="connsiteX2" fmla="*/ 13510 w 63807"/>
                      <a:gd name="connsiteY2" fmla="*/ 9609 h 95994"/>
                      <a:gd name="connsiteX3" fmla="*/ 23005 w 63807"/>
                      <a:gd name="connsiteY3" fmla="*/ 8439 h 95994"/>
                      <a:gd name="connsiteX4" fmla="*/ 41915 w 63807"/>
                      <a:gd name="connsiteY4" fmla="*/ 16767 h 95994"/>
                      <a:gd name="connsiteX5" fmla="*/ 49388 w 63807"/>
                      <a:gd name="connsiteY5" fmla="*/ 42090 h 95994"/>
                      <a:gd name="connsiteX6" fmla="*/ 40270 w 63807"/>
                      <a:gd name="connsiteY6" fmla="*/ 33900 h 95994"/>
                      <a:gd name="connsiteX7" fmla="*/ 28079 w 63807"/>
                      <a:gd name="connsiteY7" fmla="*/ 31045 h 95994"/>
                      <a:gd name="connsiteX8" fmla="*/ 6116 w 63807"/>
                      <a:gd name="connsiteY8" fmla="*/ 39432 h 95994"/>
                      <a:gd name="connsiteX9" fmla="*/ -1971 w 63807"/>
                      <a:gd name="connsiteY9" fmla="*/ 62415 h 95994"/>
                      <a:gd name="connsiteX10" fmla="*/ 6453 w 63807"/>
                      <a:gd name="connsiteY10" fmla="*/ 85258 h 95994"/>
                      <a:gd name="connsiteX11" fmla="*/ 28872 w 63807"/>
                      <a:gd name="connsiteY11" fmla="*/ 93884 h 95994"/>
                      <a:gd name="connsiteX12" fmla="*/ 53372 w 63807"/>
                      <a:gd name="connsiteY12" fmla="*/ 81570 h 95994"/>
                      <a:gd name="connsiteX13" fmla="*/ 61836 w 63807"/>
                      <a:gd name="connsiteY13" fmla="*/ 45857 h 95994"/>
                      <a:gd name="connsiteX14" fmla="*/ 51449 w 63807"/>
                      <a:gd name="connsiteY14" fmla="*/ 10938 h 95994"/>
                      <a:gd name="connsiteX15" fmla="*/ 23560 w 63807"/>
                      <a:gd name="connsiteY15" fmla="*/ -2110 h 95994"/>
                      <a:gd name="connsiteX16" fmla="*/ 14005 w 63807"/>
                      <a:gd name="connsiteY16" fmla="*/ -1178 h 95994"/>
                      <a:gd name="connsiteX17" fmla="*/ 3975 w 63807"/>
                      <a:gd name="connsiteY17" fmla="*/ 1618 h 95994"/>
                      <a:gd name="connsiteX18" fmla="*/ 28872 w 63807"/>
                      <a:gd name="connsiteY18" fmla="*/ 40840 h 95994"/>
                      <a:gd name="connsiteX19" fmla="*/ 42212 w 63807"/>
                      <a:gd name="connsiteY19" fmla="*/ 46591 h 95994"/>
                      <a:gd name="connsiteX20" fmla="*/ 47148 w 63807"/>
                      <a:gd name="connsiteY20" fmla="*/ 62415 h 95994"/>
                      <a:gd name="connsiteX21" fmla="*/ 42212 w 63807"/>
                      <a:gd name="connsiteY21" fmla="*/ 78179 h 95994"/>
                      <a:gd name="connsiteX22" fmla="*/ 28872 w 63807"/>
                      <a:gd name="connsiteY22" fmla="*/ 83969 h 95994"/>
                      <a:gd name="connsiteX23" fmla="*/ 15532 w 63807"/>
                      <a:gd name="connsiteY23" fmla="*/ 78179 h 95994"/>
                      <a:gd name="connsiteX24" fmla="*/ 10616 w 63807"/>
                      <a:gd name="connsiteY24" fmla="*/ 62415 h 95994"/>
                      <a:gd name="connsiteX25" fmla="*/ 15532 w 63807"/>
                      <a:gd name="connsiteY25" fmla="*/ 46591 h 95994"/>
                      <a:gd name="connsiteX26" fmla="*/ 28872 w 63807"/>
                      <a:gd name="connsiteY26" fmla="*/ 4084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3975" y="1618"/>
                        </a:moveTo>
                        <a:lnTo>
                          <a:pt x="3975" y="13020"/>
                        </a:lnTo>
                        <a:cubicBezTo>
                          <a:pt x="7120" y="11526"/>
                          <a:pt x="10298" y="10389"/>
                          <a:pt x="13510" y="9609"/>
                        </a:cubicBezTo>
                        <a:cubicBezTo>
                          <a:pt x="16734" y="8829"/>
                          <a:pt x="19899" y="8439"/>
                          <a:pt x="23005" y="8439"/>
                        </a:cubicBezTo>
                        <a:cubicBezTo>
                          <a:pt x="31264" y="8439"/>
                          <a:pt x="37567" y="11215"/>
                          <a:pt x="41915" y="16767"/>
                        </a:cubicBezTo>
                        <a:cubicBezTo>
                          <a:pt x="46276" y="22320"/>
                          <a:pt x="48767" y="30760"/>
                          <a:pt x="49388" y="42090"/>
                        </a:cubicBezTo>
                        <a:cubicBezTo>
                          <a:pt x="46996" y="38534"/>
                          <a:pt x="43957" y="35804"/>
                          <a:pt x="40270" y="33900"/>
                        </a:cubicBezTo>
                        <a:cubicBezTo>
                          <a:pt x="36596" y="31996"/>
                          <a:pt x="32532" y="31045"/>
                          <a:pt x="28079" y="31045"/>
                        </a:cubicBezTo>
                        <a:cubicBezTo>
                          <a:pt x="18829" y="31045"/>
                          <a:pt x="11508" y="33841"/>
                          <a:pt x="6116" y="39432"/>
                        </a:cubicBezTo>
                        <a:cubicBezTo>
                          <a:pt x="724" y="45038"/>
                          <a:pt x="-1971" y="52698"/>
                          <a:pt x="-1971" y="62415"/>
                        </a:cubicBezTo>
                        <a:cubicBezTo>
                          <a:pt x="-1971" y="71906"/>
                          <a:pt x="837" y="79521"/>
                          <a:pt x="6453" y="85258"/>
                        </a:cubicBezTo>
                        <a:cubicBezTo>
                          <a:pt x="12069" y="91009"/>
                          <a:pt x="19542" y="93884"/>
                          <a:pt x="28872" y="93884"/>
                        </a:cubicBezTo>
                        <a:cubicBezTo>
                          <a:pt x="39576" y="93884"/>
                          <a:pt x="47743" y="89779"/>
                          <a:pt x="53372" y="81570"/>
                        </a:cubicBezTo>
                        <a:cubicBezTo>
                          <a:pt x="59015" y="73374"/>
                          <a:pt x="61836" y="61470"/>
                          <a:pt x="61836" y="45857"/>
                        </a:cubicBezTo>
                        <a:cubicBezTo>
                          <a:pt x="61836" y="31276"/>
                          <a:pt x="58374" y="19636"/>
                          <a:pt x="51449" y="10938"/>
                        </a:cubicBezTo>
                        <a:cubicBezTo>
                          <a:pt x="44538" y="2239"/>
                          <a:pt x="35241" y="-2110"/>
                          <a:pt x="23560" y="-2110"/>
                        </a:cubicBezTo>
                        <a:cubicBezTo>
                          <a:pt x="20414" y="-2110"/>
                          <a:pt x="17230" y="-1800"/>
                          <a:pt x="14005" y="-1178"/>
                        </a:cubicBezTo>
                        <a:cubicBezTo>
                          <a:pt x="10794" y="-557"/>
                          <a:pt x="7451" y="375"/>
                          <a:pt x="3975" y="1618"/>
                        </a:cubicBezTo>
                        <a:close/>
                        <a:moveTo>
                          <a:pt x="28872" y="40840"/>
                        </a:moveTo>
                        <a:cubicBezTo>
                          <a:pt x="34488" y="40840"/>
                          <a:pt x="38935" y="42757"/>
                          <a:pt x="42212" y="46591"/>
                        </a:cubicBezTo>
                        <a:cubicBezTo>
                          <a:pt x="45503" y="50438"/>
                          <a:pt x="47148" y="55712"/>
                          <a:pt x="47148" y="62415"/>
                        </a:cubicBezTo>
                        <a:cubicBezTo>
                          <a:pt x="47148" y="69064"/>
                          <a:pt x="45503" y="74319"/>
                          <a:pt x="42212" y="78179"/>
                        </a:cubicBezTo>
                        <a:cubicBezTo>
                          <a:pt x="38935" y="82039"/>
                          <a:pt x="34488" y="83969"/>
                          <a:pt x="28872" y="83969"/>
                        </a:cubicBezTo>
                        <a:cubicBezTo>
                          <a:pt x="23256" y="83969"/>
                          <a:pt x="18809" y="82039"/>
                          <a:pt x="15532" y="78179"/>
                        </a:cubicBezTo>
                        <a:cubicBezTo>
                          <a:pt x="12254" y="74319"/>
                          <a:pt x="10616" y="69064"/>
                          <a:pt x="10616" y="62415"/>
                        </a:cubicBezTo>
                        <a:cubicBezTo>
                          <a:pt x="10616" y="55712"/>
                          <a:pt x="12254" y="50438"/>
                          <a:pt x="15532" y="46591"/>
                        </a:cubicBezTo>
                        <a:cubicBezTo>
                          <a:pt x="18809" y="42757"/>
                          <a:pt x="23256" y="40840"/>
                          <a:pt x="28872" y="408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4" name="Freeform: Shape 473">
                    <a:extLst>
                      <a:ext uri="{FF2B5EF4-FFF2-40B4-BE49-F238E27FC236}">
                        <a16:creationId xmlns:a16="http://schemas.microsoft.com/office/drawing/2014/main" id="{1578C2C9-7E8B-7C7F-6D59-128FF22CF193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968934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69 h 95994"/>
                      <a:gd name="connsiteX1" fmla="*/ 15437 w 63926"/>
                      <a:gd name="connsiteY1" fmla="*/ 74451 h 95994"/>
                      <a:gd name="connsiteX2" fmla="*/ 10580 w 63926"/>
                      <a:gd name="connsiteY2" fmla="*/ 45857 h 95994"/>
                      <a:gd name="connsiteX3" fmla="*/ 15437 w 63926"/>
                      <a:gd name="connsiteY3" fmla="*/ 17323 h 95994"/>
                      <a:gd name="connsiteX4" fmla="*/ 29966 w 63926"/>
                      <a:gd name="connsiteY4" fmla="*/ 7805 h 95994"/>
                      <a:gd name="connsiteX5" fmla="*/ 44556 w 63926"/>
                      <a:gd name="connsiteY5" fmla="*/ 17323 h 95994"/>
                      <a:gd name="connsiteX6" fmla="*/ 49432 w 63926"/>
                      <a:gd name="connsiteY6" fmla="*/ 45857 h 95994"/>
                      <a:gd name="connsiteX7" fmla="*/ 44556 w 63926"/>
                      <a:gd name="connsiteY7" fmla="*/ 74451 h 95994"/>
                      <a:gd name="connsiteX8" fmla="*/ 29966 w 63926"/>
                      <a:gd name="connsiteY8" fmla="*/ 83969 h 95994"/>
                      <a:gd name="connsiteX9" fmla="*/ 29966 w 63926"/>
                      <a:gd name="connsiteY9" fmla="*/ 93884 h 95994"/>
                      <a:gd name="connsiteX10" fmla="*/ 53733 w 63926"/>
                      <a:gd name="connsiteY10" fmla="*/ 81570 h 95994"/>
                      <a:gd name="connsiteX11" fmla="*/ 61940 w 63926"/>
                      <a:gd name="connsiteY11" fmla="*/ 45857 h 95994"/>
                      <a:gd name="connsiteX12" fmla="*/ 53733 w 63926"/>
                      <a:gd name="connsiteY12" fmla="*/ 10184 h 95994"/>
                      <a:gd name="connsiteX13" fmla="*/ 29966 w 63926"/>
                      <a:gd name="connsiteY13" fmla="*/ -2110 h 95994"/>
                      <a:gd name="connsiteX14" fmla="*/ 6219 w 63926"/>
                      <a:gd name="connsiteY14" fmla="*/ 10184 h 95994"/>
                      <a:gd name="connsiteX15" fmla="*/ -1987 w 63926"/>
                      <a:gd name="connsiteY15" fmla="*/ 45857 h 95994"/>
                      <a:gd name="connsiteX16" fmla="*/ 6219 w 63926"/>
                      <a:gd name="connsiteY16" fmla="*/ 81570 h 95994"/>
                      <a:gd name="connsiteX17" fmla="*/ 29966 w 63926"/>
                      <a:gd name="connsiteY17" fmla="*/ 938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69"/>
                        </a:moveTo>
                        <a:cubicBezTo>
                          <a:pt x="23531" y="83969"/>
                          <a:pt x="18688" y="80797"/>
                          <a:pt x="15437" y="74451"/>
                        </a:cubicBezTo>
                        <a:cubicBezTo>
                          <a:pt x="12199" y="68119"/>
                          <a:pt x="10580" y="58588"/>
                          <a:pt x="10580" y="45857"/>
                        </a:cubicBezTo>
                        <a:cubicBezTo>
                          <a:pt x="10580" y="33180"/>
                          <a:pt x="12199" y="23668"/>
                          <a:pt x="15437" y="17323"/>
                        </a:cubicBezTo>
                        <a:cubicBezTo>
                          <a:pt x="18688" y="10977"/>
                          <a:pt x="23531" y="7805"/>
                          <a:pt x="29966" y="7805"/>
                        </a:cubicBezTo>
                        <a:cubicBezTo>
                          <a:pt x="36455" y="7805"/>
                          <a:pt x="41318" y="10977"/>
                          <a:pt x="44556" y="17323"/>
                        </a:cubicBezTo>
                        <a:cubicBezTo>
                          <a:pt x="47806" y="23668"/>
                          <a:pt x="49432" y="33180"/>
                          <a:pt x="49432" y="45857"/>
                        </a:cubicBezTo>
                        <a:cubicBezTo>
                          <a:pt x="49432" y="58588"/>
                          <a:pt x="47806" y="68119"/>
                          <a:pt x="44556" y="74451"/>
                        </a:cubicBezTo>
                        <a:cubicBezTo>
                          <a:pt x="41318" y="80797"/>
                          <a:pt x="36455" y="83969"/>
                          <a:pt x="29966" y="83969"/>
                        </a:cubicBezTo>
                        <a:close/>
                        <a:moveTo>
                          <a:pt x="29966" y="93884"/>
                        </a:moveTo>
                        <a:cubicBezTo>
                          <a:pt x="40340" y="93884"/>
                          <a:pt x="48262" y="89779"/>
                          <a:pt x="53733" y="81570"/>
                        </a:cubicBezTo>
                        <a:cubicBezTo>
                          <a:pt x="59204" y="73374"/>
                          <a:pt x="61940" y="61470"/>
                          <a:pt x="61940" y="45857"/>
                        </a:cubicBezTo>
                        <a:cubicBezTo>
                          <a:pt x="61940" y="30284"/>
                          <a:pt x="59204" y="18393"/>
                          <a:pt x="53733" y="10184"/>
                        </a:cubicBezTo>
                        <a:cubicBezTo>
                          <a:pt x="48262" y="1988"/>
                          <a:pt x="40340" y="-2110"/>
                          <a:pt x="29966" y="-2110"/>
                        </a:cubicBezTo>
                        <a:cubicBezTo>
                          <a:pt x="19606" y="-2110"/>
                          <a:pt x="11690" y="1988"/>
                          <a:pt x="6219" y="10184"/>
                        </a:cubicBezTo>
                        <a:cubicBezTo>
                          <a:pt x="748" y="18393"/>
                          <a:pt x="-1987" y="30284"/>
                          <a:pt x="-1987" y="45857"/>
                        </a:cubicBezTo>
                        <a:cubicBezTo>
                          <a:pt x="-1987" y="61470"/>
                          <a:pt x="748" y="73374"/>
                          <a:pt x="6219" y="81570"/>
                        </a:cubicBezTo>
                        <a:cubicBezTo>
                          <a:pt x="11690" y="89779"/>
                          <a:pt x="19606" y="93884"/>
                          <a:pt x="29966" y="938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75" name="Graphic 398">
                <a:extLst>
                  <a:ext uri="{FF2B5EF4-FFF2-40B4-BE49-F238E27FC236}">
                    <a16:creationId xmlns:a16="http://schemas.microsoft.com/office/drawing/2014/main" id="{DB3CA51B-C395-6E7B-BBD4-8894FAED97E8}"/>
                  </a:ext>
                </a:extLst>
              </p:cNvPr>
              <p:cNvGrpSpPr/>
              <p:nvPr/>
            </p:nvGrpSpPr>
            <p:grpSpPr>
              <a:xfrm>
                <a:off x="3581391" y="3402416"/>
                <a:ext cx="321159" cy="95994"/>
                <a:chOff x="3581391" y="3402416"/>
                <a:chExt cx="321159" cy="95994"/>
              </a:xfrm>
              <a:solidFill>
                <a:srgbClr val="000000"/>
              </a:solidFill>
            </p:grpSpPr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7A0A6332-29F3-C282-28F2-034BACA3DFFB}"/>
                    </a:ext>
                  </a:extLst>
                </p:cNvPr>
                <p:cNvSpPr/>
                <p:nvPr/>
              </p:nvSpPr>
              <p:spPr>
                <a:xfrm>
                  <a:off x="3858149" y="344839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75 h 12690"/>
                    <a:gd name="connsiteX1" fmla="*/ 58 w 44401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77" name="Graphic 398">
                  <a:extLst>
                    <a:ext uri="{FF2B5EF4-FFF2-40B4-BE49-F238E27FC236}">
                      <a16:creationId xmlns:a16="http://schemas.microsoft.com/office/drawing/2014/main" id="{C8CDEACA-A33E-78DD-BBDA-FB295E9FAEB4}"/>
                    </a:ext>
                  </a:extLst>
                </p:cNvPr>
                <p:cNvGrpSpPr/>
                <p:nvPr/>
              </p:nvGrpSpPr>
              <p:grpSpPr>
                <a:xfrm>
                  <a:off x="3581391" y="3402416"/>
                  <a:ext cx="223926" cy="95994"/>
                  <a:chOff x="3581391" y="3402416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78" name="Freeform: Shape 477">
                    <a:extLst>
                      <a:ext uri="{FF2B5EF4-FFF2-40B4-BE49-F238E27FC236}">
                        <a16:creationId xmlns:a16="http://schemas.microsoft.com/office/drawing/2014/main" id="{11F904F2-9BAA-73C5-0B92-1CCAF711F79D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340408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16 h 94328"/>
                      <a:gd name="connsiteX1" fmla="*/ 51056 w 59843"/>
                      <a:gd name="connsiteY1" fmla="*/ 92216 h 94328"/>
                      <a:gd name="connsiteX2" fmla="*/ 51056 w 59843"/>
                      <a:gd name="connsiteY2" fmla="*/ 81667 h 94328"/>
                      <a:gd name="connsiteX3" fmla="*/ 13393 w 59843"/>
                      <a:gd name="connsiteY3" fmla="*/ 81667 h 94328"/>
                      <a:gd name="connsiteX4" fmla="*/ 13393 w 59843"/>
                      <a:gd name="connsiteY4" fmla="*/ 59002 h 94328"/>
                      <a:gd name="connsiteX5" fmla="*/ 18825 w 59843"/>
                      <a:gd name="connsiteY5" fmla="*/ 60390 h 94328"/>
                      <a:gd name="connsiteX6" fmla="*/ 24296 w 59843"/>
                      <a:gd name="connsiteY6" fmla="*/ 60846 h 94328"/>
                      <a:gd name="connsiteX7" fmla="*/ 48816 w 59843"/>
                      <a:gd name="connsiteY7" fmla="*/ 52359 h 94328"/>
                      <a:gd name="connsiteX8" fmla="*/ 57874 w 59843"/>
                      <a:gd name="connsiteY8" fmla="*/ 29376 h 94328"/>
                      <a:gd name="connsiteX9" fmla="*/ 48578 w 59843"/>
                      <a:gd name="connsiteY9" fmla="*/ 6156 h 94328"/>
                      <a:gd name="connsiteX10" fmla="*/ 22373 w 59843"/>
                      <a:gd name="connsiteY10" fmla="*/ -2113 h 94328"/>
                      <a:gd name="connsiteX11" fmla="*/ 10499 w 59843"/>
                      <a:gd name="connsiteY11" fmla="*/ -1121 h 94328"/>
                      <a:gd name="connsiteX12" fmla="*/ -1969 w 59843"/>
                      <a:gd name="connsiteY12" fmla="*/ 1853 h 94328"/>
                      <a:gd name="connsiteX13" fmla="*/ -1969 w 59843"/>
                      <a:gd name="connsiteY13" fmla="*/ 14445 h 94328"/>
                      <a:gd name="connsiteX14" fmla="*/ 9548 w 59843"/>
                      <a:gd name="connsiteY14" fmla="*/ 9924 h 94328"/>
                      <a:gd name="connsiteX15" fmla="*/ 22115 w 59843"/>
                      <a:gd name="connsiteY15" fmla="*/ 8437 h 94328"/>
                      <a:gd name="connsiteX16" fmla="*/ 39083 w 59843"/>
                      <a:gd name="connsiteY16" fmla="*/ 14068 h 94328"/>
                      <a:gd name="connsiteX17" fmla="*/ 45347 w 59843"/>
                      <a:gd name="connsiteY17" fmla="*/ 29376 h 94328"/>
                      <a:gd name="connsiteX18" fmla="*/ 39083 w 59843"/>
                      <a:gd name="connsiteY18" fmla="*/ 44665 h 94328"/>
                      <a:gd name="connsiteX19" fmla="*/ 22115 w 59843"/>
                      <a:gd name="connsiteY19" fmla="*/ 50316 h 94328"/>
                      <a:gd name="connsiteX20" fmla="*/ 12105 w 59843"/>
                      <a:gd name="connsiteY20" fmla="*/ 49206 h 94328"/>
                      <a:gd name="connsiteX21" fmla="*/ 1936 w 59843"/>
                      <a:gd name="connsiteY21" fmla="*/ 45736 h 94328"/>
                      <a:gd name="connsiteX22" fmla="*/ 1936 w 59843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16"/>
                        </a:moveTo>
                        <a:lnTo>
                          <a:pt x="51056" y="92216"/>
                        </a:lnTo>
                        <a:lnTo>
                          <a:pt x="51056" y="81667"/>
                        </a:lnTo>
                        <a:lnTo>
                          <a:pt x="13393" y="81667"/>
                        </a:lnTo>
                        <a:lnTo>
                          <a:pt x="13393" y="59002"/>
                        </a:lnTo>
                        <a:cubicBezTo>
                          <a:pt x="15204" y="59623"/>
                          <a:pt x="17014" y="60086"/>
                          <a:pt x="18825" y="60390"/>
                        </a:cubicBezTo>
                        <a:cubicBezTo>
                          <a:pt x="20648" y="60694"/>
                          <a:pt x="22472" y="60846"/>
                          <a:pt x="24296" y="60846"/>
                        </a:cubicBezTo>
                        <a:cubicBezTo>
                          <a:pt x="34616" y="60846"/>
                          <a:pt x="42790" y="58017"/>
                          <a:pt x="48816" y="52359"/>
                        </a:cubicBezTo>
                        <a:cubicBezTo>
                          <a:pt x="54855" y="46701"/>
                          <a:pt x="57874" y="39040"/>
                          <a:pt x="57874" y="29376"/>
                        </a:cubicBezTo>
                        <a:cubicBezTo>
                          <a:pt x="57874" y="19422"/>
                          <a:pt x="54776" y="11682"/>
                          <a:pt x="48578" y="6156"/>
                        </a:cubicBezTo>
                        <a:cubicBezTo>
                          <a:pt x="42380" y="644"/>
                          <a:pt x="33645" y="-2113"/>
                          <a:pt x="22373" y="-2113"/>
                        </a:cubicBezTo>
                        <a:cubicBezTo>
                          <a:pt x="18488" y="-2113"/>
                          <a:pt x="14530" y="-1782"/>
                          <a:pt x="10499" y="-1121"/>
                        </a:cubicBezTo>
                        <a:cubicBezTo>
                          <a:pt x="6482" y="-460"/>
                          <a:pt x="2326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5" y="12422"/>
                          <a:pt x="5583" y="10915"/>
                          <a:pt x="9548" y="9924"/>
                        </a:cubicBezTo>
                        <a:cubicBezTo>
                          <a:pt x="13512" y="8932"/>
                          <a:pt x="17701" y="8437"/>
                          <a:pt x="22115" y="8437"/>
                        </a:cubicBezTo>
                        <a:cubicBezTo>
                          <a:pt x="29264" y="8437"/>
                          <a:pt x="34920" y="10314"/>
                          <a:pt x="39083" y="14068"/>
                        </a:cubicBezTo>
                        <a:cubicBezTo>
                          <a:pt x="43259" y="17822"/>
                          <a:pt x="45347" y="22925"/>
                          <a:pt x="45347" y="29376"/>
                        </a:cubicBezTo>
                        <a:cubicBezTo>
                          <a:pt x="45347" y="35814"/>
                          <a:pt x="43259" y="40910"/>
                          <a:pt x="39083" y="44665"/>
                        </a:cubicBezTo>
                        <a:cubicBezTo>
                          <a:pt x="34920" y="48432"/>
                          <a:pt x="29264" y="50316"/>
                          <a:pt x="22115" y="50316"/>
                        </a:cubicBezTo>
                        <a:cubicBezTo>
                          <a:pt x="18772" y="50316"/>
                          <a:pt x="15435" y="49946"/>
                          <a:pt x="12105" y="49206"/>
                        </a:cubicBezTo>
                        <a:cubicBezTo>
                          <a:pt x="8788" y="48465"/>
                          <a:pt x="5398" y="47309"/>
                          <a:pt x="1936" y="45736"/>
                        </a:cubicBezTo>
                        <a:lnTo>
                          <a:pt x="1936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9" name="Freeform: Shape 478">
                    <a:extLst>
                      <a:ext uri="{FF2B5EF4-FFF2-40B4-BE49-F238E27FC236}">
                        <a16:creationId xmlns:a16="http://schemas.microsoft.com/office/drawing/2014/main" id="{3953DA7F-FFC5-98E5-36C9-99FB9CCF9C86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678" y="3402416"/>
                    <a:ext cx="63926" cy="95994"/>
                  </a:xfrm>
                  <a:custGeom>
                    <a:avLst/>
                    <a:gdLst>
                      <a:gd name="connsiteX0" fmla="*/ 29960 w 63926"/>
                      <a:gd name="connsiteY0" fmla="*/ 83925 h 95994"/>
                      <a:gd name="connsiteX1" fmla="*/ 15430 w 63926"/>
                      <a:gd name="connsiteY1" fmla="*/ 74407 h 95994"/>
                      <a:gd name="connsiteX2" fmla="*/ 10574 w 63926"/>
                      <a:gd name="connsiteY2" fmla="*/ 45813 h 95994"/>
                      <a:gd name="connsiteX3" fmla="*/ 15430 w 63926"/>
                      <a:gd name="connsiteY3" fmla="*/ 17278 h 95994"/>
                      <a:gd name="connsiteX4" fmla="*/ 29960 w 63926"/>
                      <a:gd name="connsiteY4" fmla="*/ 7760 h 95994"/>
                      <a:gd name="connsiteX5" fmla="*/ 44549 w 63926"/>
                      <a:gd name="connsiteY5" fmla="*/ 17278 h 95994"/>
                      <a:gd name="connsiteX6" fmla="*/ 49425 w 63926"/>
                      <a:gd name="connsiteY6" fmla="*/ 45813 h 95994"/>
                      <a:gd name="connsiteX7" fmla="*/ 44549 w 63926"/>
                      <a:gd name="connsiteY7" fmla="*/ 74407 h 95994"/>
                      <a:gd name="connsiteX8" fmla="*/ 29960 w 63926"/>
                      <a:gd name="connsiteY8" fmla="*/ 83925 h 95994"/>
                      <a:gd name="connsiteX9" fmla="*/ 29960 w 63926"/>
                      <a:gd name="connsiteY9" fmla="*/ 93839 h 95994"/>
                      <a:gd name="connsiteX10" fmla="*/ 53727 w 63926"/>
                      <a:gd name="connsiteY10" fmla="*/ 81525 h 95994"/>
                      <a:gd name="connsiteX11" fmla="*/ 61933 w 63926"/>
                      <a:gd name="connsiteY11" fmla="*/ 45813 h 95994"/>
                      <a:gd name="connsiteX12" fmla="*/ 53727 w 63926"/>
                      <a:gd name="connsiteY12" fmla="*/ 10139 h 95994"/>
                      <a:gd name="connsiteX13" fmla="*/ 29960 w 63926"/>
                      <a:gd name="connsiteY13" fmla="*/ -2155 h 95994"/>
                      <a:gd name="connsiteX14" fmla="*/ 6213 w 63926"/>
                      <a:gd name="connsiteY14" fmla="*/ 10139 h 95994"/>
                      <a:gd name="connsiteX15" fmla="*/ -1993 w 63926"/>
                      <a:gd name="connsiteY15" fmla="*/ 45813 h 95994"/>
                      <a:gd name="connsiteX16" fmla="*/ 6213 w 63926"/>
                      <a:gd name="connsiteY16" fmla="*/ 81525 h 95994"/>
                      <a:gd name="connsiteX17" fmla="*/ 29960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0" y="83925"/>
                        </a:moveTo>
                        <a:cubicBezTo>
                          <a:pt x="23524" y="83925"/>
                          <a:pt x="18681" y="80752"/>
                          <a:pt x="15430" y="74407"/>
                        </a:cubicBezTo>
                        <a:cubicBezTo>
                          <a:pt x="12193" y="68074"/>
                          <a:pt x="10574" y="58543"/>
                          <a:pt x="10574" y="45813"/>
                        </a:cubicBezTo>
                        <a:cubicBezTo>
                          <a:pt x="10574" y="33135"/>
                          <a:pt x="12193" y="23623"/>
                          <a:pt x="15430" y="17278"/>
                        </a:cubicBezTo>
                        <a:cubicBezTo>
                          <a:pt x="18681" y="10933"/>
                          <a:pt x="23524" y="7760"/>
                          <a:pt x="29960" y="7760"/>
                        </a:cubicBezTo>
                        <a:cubicBezTo>
                          <a:pt x="36448" y="7760"/>
                          <a:pt x="41312" y="10933"/>
                          <a:pt x="44549" y="17278"/>
                        </a:cubicBezTo>
                        <a:cubicBezTo>
                          <a:pt x="47800" y="23623"/>
                          <a:pt x="49425" y="33135"/>
                          <a:pt x="49425" y="45813"/>
                        </a:cubicBezTo>
                        <a:cubicBezTo>
                          <a:pt x="49425" y="58543"/>
                          <a:pt x="47800" y="68074"/>
                          <a:pt x="44549" y="74407"/>
                        </a:cubicBezTo>
                        <a:cubicBezTo>
                          <a:pt x="41312" y="80752"/>
                          <a:pt x="36448" y="83925"/>
                          <a:pt x="29960" y="83925"/>
                        </a:cubicBezTo>
                        <a:close/>
                        <a:moveTo>
                          <a:pt x="29960" y="93839"/>
                        </a:moveTo>
                        <a:cubicBezTo>
                          <a:pt x="40334" y="93839"/>
                          <a:pt x="48256" y="89735"/>
                          <a:pt x="53727" y="81525"/>
                        </a:cubicBezTo>
                        <a:cubicBezTo>
                          <a:pt x="59198" y="73329"/>
                          <a:pt x="61933" y="61425"/>
                          <a:pt x="61933" y="45813"/>
                        </a:cubicBezTo>
                        <a:cubicBezTo>
                          <a:pt x="61933" y="30240"/>
                          <a:pt x="59198" y="18349"/>
                          <a:pt x="53727" y="10139"/>
                        </a:cubicBezTo>
                        <a:cubicBezTo>
                          <a:pt x="48256" y="1943"/>
                          <a:pt x="40334" y="-2155"/>
                          <a:pt x="29960" y="-2155"/>
                        </a:cubicBezTo>
                        <a:cubicBezTo>
                          <a:pt x="19600" y="-2155"/>
                          <a:pt x="11684" y="1943"/>
                          <a:pt x="6213" y="10139"/>
                        </a:cubicBezTo>
                        <a:cubicBezTo>
                          <a:pt x="742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2" y="73329"/>
                          <a:pt x="6213" y="81525"/>
                        </a:cubicBezTo>
                        <a:cubicBezTo>
                          <a:pt x="11684" y="89735"/>
                          <a:pt x="19600" y="93839"/>
                          <a:pt x="29960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80" name="Freeform: Shape 479">
                    <a:extLst>
                      <a:ext uri="{FF2B5EF4-FFF2-40B4-BE49-F238E27FC236}">
                        <a16:creationId xmlns:a16="http://schemas.microsoft.com/office/drawing/2014/main" id="{7E2AB3D9-C8FE-4274-DE2F-5CFE99480EAB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402416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25 h 95994"/>
                      <a:gd name="connsiteX1" fmla="*/ 15437 w 63926"/>
                      <a:gd name="connsiteY1" fmla="*/ 74407 h 95994"/>
                      <a:gd name="connsiteX2" fmla="*/ 10580 w 63926"/>
                      <a:gd name="connsiteY2" fmla="*/ 45813 h 95994"/>
                      <a:gd name="connsiteX3" fmla="*/ 15437 w 63926"/>
                      <a:gd name="connsiteY3" fmla="*/ 17278 h 95994"/>
                      <a:gd name="connsiteX4" fmla="*/ 29966 w 63926"/>
                      <a:gd name="connsiteY4" fmla="*/ 7760 h 95994"/>
                      <a:gd name="connsiteX5" fmla="*/ 44556 w 63926"/>
                      <a:gd name="connsiteY5" fmla="*/ 17278 h 95994"/>
                      <a:gd name="connsiteX6" fmla="*/ 49432 w 63926"/>
                      <a:gd name="connsiteY6" fmla="*/ 45813 h 95994"/>
                      <a:gd name="connsiteX7" fmla="*/ 44556 w 63926"/>
                      <a:gd name="connsiteY7" fmla="*/ 74407 h 95994"/>
                      <a:gd name="connsiteX8" fmla="*/ 29966 w 63926"/>
                      <a:gd name="connsiteY8" fmla="*/ 83925 h 95994"/>
                      <a:gd name="connsiteX9" fmla="*/ 29966 w 63926"/>
                      <a:gd name="connsiteY9" fmla="*/ 93839 h 95994"/>
                      <a:gd name="connsiteX10" fmla="*/ 53733 w 63926"/>
                      <a:gd name="connsiteY10" fmla="*/ 81525 h 95994"/>
                      <a:gd name="connsiteX11" fmla="*/ 61940 w 63926"/>
                      <a:gd name="connsiteY11" fmla="*/ 45813 h 95994"/>
                      <a:gd name="connsiteX12" fmla="*/ 53733 w 63926"/>
                      <a:gd name="connsiteY12" fmla="*/ 10139 h 95994"/>
                      <a:gd name="connsiteX13" fmla="*/ 29966 w 63926"/>
                      <a:gd name="connsiteY13" fmla="*/ -2155 h 95994"/>
                      <a:gd name="connsiteX14" fmla="*/ 6219 w 63926"/>
                      <a:gd name="connsiteY14" fmla="*/ 10139 h 95994"/>
                      <a:gd name="connsiteX15" fmla="*/ -1987 w 63926"/>
                      <a:gd name="connsiteY15" fmla="*/ 45813 h 95994"/>
                      <a:gd name="connsiteX16" fmla="*/ 6219 w 63926"/>
                      <a:gd name="connsiteY16" fmla="*/ 81525 h 95994"/>
                      <a:gd name="connsiteX17" fmla="*/ 29966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25"/>
                        </a:moveTo>
                        <a:cubicBezTo>
                          <a:pt x="23531" y="83925"/>
                          <a:pt x="18688" y="80752"/>
                          <a:pt x="15437" y="74407"/>
                        </a:cubicBezTo>
                        <a:cubicBezTo>
                          <a:pt x="12199" y="68074"/>
                          <a:pt x="10580" y="58543"/>
                          <a:pt x="10580" y="45813"/>
                        </a:cubicBezTo>
                        <a:cubicBezTo>
                          <a:pt x="10580" y="33135"/>
                          <a:pt x="12199" y="23623"/>
                          <a:pt x="15437" y="17278"/>
                        </a:cubicBezTo>
                        <a:cubicBezTo>
                          <a:pt x="18688" y="10933"/>
                          <a:pt x="23531" y="7760"/>
                          <a:pt x="29966" y="7760"/>
                        </a:cubicBezTo>
                        <a:cubicBezTo>
                          <a:pt x="36455" y="7760"/>
                          <a:pt x="41318" y="10933"/>
                          <a:pt x="44556" y="17278"/>
                        </a:cubicBezTo>
                        <a:cubicBezTo>
                          <a:pt x="47806" y="23623"/>
                          <a:pt x="49432" y="33135"/>
                          <a:pt x="49432" y="45813"/>
                        </a:cubicBezTo>
                        <a:cubicBezTo>
                          <a:pt x="49432" y="58543"/>
                          <a:pt x="47806" y="68074"/>
                          <a:pt x="44556" y="74407"/>
                        </a:cubicBezTo>
                        <a:cubicBezTo>
                          <a:pt x="41318" y="80752"/>
                          <a:pt x="36455" y="83925"/>
                          <a:pt x="29966" y="83925"/>
                        </a:cubicBezTo>
                        <a:close/>
                        <a:moveTo>
                          <a:pt x="29966" y="93839"/>
                        </a:moveTo>
                        <a:cubicBezTo>
                          <a:pt x="40340" y="93839"/>
                          <a:pt x="48262" y="89735"/>
                          <a:pt x="53733" y="81525"/>
                        </a:cubicBezTo>
                        <a:cubicBezTo>
                          <a:pt x="59204" y="73329"/>
                          <a:pt x="61940" y="61425"/>
                          <a:pt x="61940" y="45813"/>
                        </a:cubicBezTo>
                        <a:cubicBezTo>
                          <a:pt x="61940" y="30240"/>
                          <a:pt x="59204" y="18349"/>
                          <a:pt x="53733" y="10139"/>
                        </a:cubicBezTo>
                        <a:cubicBezTo>
                          <a:pt x="48262" y="1943"/>
                          <a:pt x="40340" y="-2155"/>
                          <a:pt x="29966" y="-2155"/>
                        </a:cubicBezTo>
                        <a:cubicBezTo>
                          <a:pt x="19606" y="-2155"/>
                          <a:pt x="11690" y="1943"/>
                          <a:pt x="6219" y="10139"/>
                        </a:cubicBezTo>
                        <a:cubicBezTo>
                          <a:pt x="748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48" y="73329"/>
                          <a:pt x="6219" y="81525"/>
                        </a:cubicBezTo>
                        <a:cubicBezTo>
                          <a:pt x="11690" y="89735"/>
                          <a:pt x="19606" y="93839"/>
                          <a:pt x="29966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81" name="Graphic 398">
                <a:extLst>
                  <a:ext uri="{FF2B5EF4-FFF2-40B4-BE49-F238E27FC236}">
                    <a16:creationId xmlns:a16="http://schemas.microsoft.com/office/drawing/2014/main" id="{0226902C-2956-5D5D-A6D6-4D628724914E}"/>
                  </a:ext>
                </a:extLst>
              </p:cNvPr>
              <p:cNvGrpSpPr/>
              <p:nvPr/>
            </p:nvGrpSpPr>
            <p:grpSpPr>
              <a:xfrm>
                <a:off x="3581391" y="2835898"/>
                <a:ext cx="321159" cy="95994"/>
                <a:chOff x="3581391" y="2835898"/>
                <a:chExt cx="321159" cy="95994"/>
              </a:xfrm>
              <a:solidFill>
                <a:srgbClr val="000000"/>
              </a:solidFill>
            </p:grpSpPr>
            <p:sp>
              <p:nvSpPr>
                <p:cNvPr id="482" name="Freeform: Shape 481">
                  <a:extLst>
                    <a:ext uri="{FF2B5EF4-FFF2-40B4-BE49-F238E27FC236}">
                      <a16:creationId xmlns:a16="http://schemas.microsoft.com/office/drawing/2014/main" id="{5B0CA14E-9B55-C2AC-4EF2-7E90B574CC17}"/>
                    </a:ext>
                  </a:extLst>
                </p:cNvPr>
                <p:cNvSpPr/>
                <p:nvPr/>
              </p:nvSpPr>
              <p:spPr>
                <a:xfrm>
                  <a:off x="3858149" y="2881872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30 h 12690"/>
                    <a:gd name="connsiteX1" fmla="*/ 58 w 44401"/>
                    <a:gd name="connsiteY1" fmla="*/ 13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30"/>
                      </a:moveTo>
                      <a:lnTo>
                        <a:pt x="58" y="130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83" name="Graphic 398">
                  <a:extLst>
                    <a:ext uri="{FF2B5EF4-FFF2-40B4-BE49-F238E27FC236}">
                      <a16:creationId xmlns:a16="http://schemas.microsoft.com/office/drawing/2014/main" id="{97CA4A6A-96A0-E092-9555-601BDB936C3E}"/>
                    </a:ext>
                  </a:extLst>
                </p:cNvPr>
                <p:cNvGrpSpPr/>
                <p:nvPr/>
              </p:nvGrpSpPr>
              <p:grpSpPr>
                <a:xfrm>
                  <a:off x="3581391" y="2835898"/>
                  <a:ext cx="223926" cy="95994"/>
                  <a:chOff x="3581391" y="283589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84" name="Freeform: Shape 483">
                    <a:extLst>
                      <a:ext uri="{FF2B5EF4-FFF2-40B4-BE49-F238E27FC236}">
                        <a16:creationId xmlns:a16="http://schemas.microsoft.com/office/drawing/2014/main" id="{D1F7A859-723D-24A4-844C-28F23250C272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837563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71 h 94328"/>
                      <a:gd name="connsiteX1" fmla="*/ 51056 w 59843"/>
                      <a:gd name="connsiteY1" fmla="*/ 92171 h 94328"/>
                      <a:gd name="connsiteX2" fmla="*/ 51056 w 59843"/>
                      <a:gd name="connsiteY2" fmla="*/ 81622 h 94328"/>
                      <a:gd name="connsiteX3" fmla="*/ 13393 w 59843"/>
                      <a:gd name="connsiteY3" fmla="*/ 81622 h 94328"/>
                      <a:gd name="connsiteX4" fmla="*/ 13393 w 59843"/>
                      <a:gd name="connsiteY4" fmla="*/ 58957 h 94328"/>
                      <a:gd name="connsiteX5" fmla="*/ 18825 w 59843"/>
                      <a:gd name="connsiteY5" fmla="*/ 60345 h 94328"/>
                      <a:gd name="connsiteX6" fmla="*/ 24296 w 59843"/>
                      <a:gd name="connsiteY6" fmla="*/ 60801 h 94328"/>
                      <a:gd name="connsiteX7" fmla="*/ 48816 w 59843"/>
                      <a:gd name="connsiteY7" fmla="*/ 52314 h 94328"/>
                      <a:gd name="connsiteX8" fmla="*/ 57874 w 59843"/>
                      <a:gd name="connsiteY8" fmla="*/ 29332 h 94328"/>
                      <a:gd name="connsiteX9" fmla="*/ 48578 w 59843"/>
                      <a:gd name="connsiteY9" fmla="*/ 6111 h 94328"/>
                      <a:gd name="connsiteX10" fmla="*/ 22373 w 59843"/>
                      <a:gd name="connsiteY10" fmla="*/ -2157 h 94328"/>
                      <a:gd name="connsiteX11" fmla="*/ 10499 w 59843"/>
                      <a:gd name="connsiteY11" fmla="*/ -1166 h 94328"/>
                      <a:gd name="connsiteX12" fmla="*/ -1969 w 59843"/>
                      <a:gd name="connsiteY12" fmla="*/ 1808 h 94328"/>
                      <a:gd name="connsiteX13" fmla="*/ -1969 w 59843"/>
                      <a:gd name="connsiteY13" fmla="*/ 14400 h 94328"/>
                      <a:gd name="connsiteX14" fmla="*/ 9548 w 59843"/>
                      <a:gd name="connsiteY14" fmla="*/ 9879 h 94328"/>
                      <a:gd name="connsiteX15" fmla="*/ 22115 w 59843"/>
                      <a:gd name="connsiteY15" fmla="*/ 8392 h 94328"/>
                      <a:gd name="connsiteX16" fmla="*/ 39083 w 59843"/>
                      <a:gd name="connsiteY16" fmla="*/ 14023 h 94328"/>
                      <a:gd name="connsiteX17" fmla="*/ 45347 w 59843"/>
                      <a:gd name="connsiteY17" fmla="*/ 29332 h 94328"/>
                      <a:gd name="connsiteX18" fmla="*/ 39083 w 59843"/>
                      <a:gd name="connsiteY18" fmla="*/ 44620 h 94328"/>
                      <a:gd name="connsiteX19" fmla="*/ 22115 w 59843"/>
                      <a:gd name="connsiteY19" fmla="*/ 50272 h 94328"/>
                      <a:gd name="connsiteX20" fmla="*/ 12105 w 59843"/>
                      <a:gd name="connsiteY20" fmla="*/ 49161 h 94328"/>
                      <a:gd name="connsiteX21" fmla="*/ 1936 w 59843"/>
                      <a:gd name="connsiteY21" fmla="*/ 45691 h 94328"/>
                      <a:gd name="connsiteX22" fmla="*/ 1936 w 59843"/>
                      <a:gd name="connsiteY22" fmla="*/ 9217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71"/>
                        </a:moveTo>
                        <a:lnTo>
                          <a:pt x="51056" y="92171"/>
                        </a:lnTo>
                        <a:lnTo>
                          <a:pt x="51056" y="81622"/>
                        </a:lnTo>
                        <a:lnTo>
                          <a:pt x="13393" y="81622"/>
                        </a:lnTo>
                        <a:lnTo>
                          <a:pt x="13393" y="58957"/>
                        </a:lnTo>
                        <a:cubicBezTo>
                          <a:pt x="15204" y="59578"/>
                          <a:pt x="17014" y="60041"/>
                          <a:pt x="18825" y="60345"/>
                        </a:cubicBezTo>
                        <a:cubicBezTo>
                          <a:pt x="20648" y="60649"/>
                          <a:pt x="22472" y="60801"/>
                          <a:pt x="24296" y="60801"/>
                        </a:cubicBezTo>
                        <a:cubicBezTo>
                          <a:pt x="34616" y="60801"/>
                          <a:pt x="42790" y="57972"/>
                          <a:pt x="48816" y="52314"/>
                        </a:cubicBezTo>
                        <a:cubicBezTo>
                          <a:pt x="54855" y="46656"/>
                          <a:pt x="57874" y="38995"/>
                          <a:pt x="57874" y="29332"/>
                        </a:cubicBezTo>
                        <a:cubicBezTo>
                          <a:pt x="57874" y="19377"/>
                          <a:pt x="54776" y="11637"/>
                          <a:pt x="48578" y="6111"/>
                        </a:cubicBezTo>
                        <a:cubicBezTo>
                          <a:pt x="42380" y="599"/>
                          <a:pt x="33645" y="-2157"/>
                          <a:pt x="22373" y="-2157"/>
                        </a:cubicBezTo>
                        <a:cubicBezTo>
                          <a:pt x="18488" y="-2157"/>
                          <a:pt x="14530" y="-1827"/>
                          <a:pt x="10499" y="-1166"/>
                        </a:cubicBezTo>
                        <a:cubicBezTo>
                          <a:pt x="6482" y="-505"/>
                          <a:pt x="2326" y="487"/>
                          <a:pt x="-1969" y="1808"/>
                        </a:cubicBezTo>
                        <a:lnTo>
                          <a:pt x="-1969" y="14400"/>
                        </a:lnTo>
                        <a:cubicBezTo>
                          <a:pt x="1745" y="12378"/>
                          <a:pt x="5583" y="10871"/>
                          <a:pt x="9548" y="9879"/>
                        </a:cubicBezTo>
                        <a:cubicBezTo>
                          <a:pt x="13512" y="8888"/>
                          <a:pt x="17701" y="8392"/>
                          <a:pt x="22115" y="8392"/>
                        </a:cubicBezTo>
                        <a:cubicBezTo>
                          <a:pt x="29264" y="8392"/>
                          <a:pt x="34920" y="10269"/>
                          <a:pt x="39083" y="14023"/>
                        </a:cubicBezTo>
                        <a:cubicBezTo>
                          <a:pt x="43259" y="17778"/>
                          <a:pt x="45347" y="22881"/>
                          <a:pt x="45347" y="29332"/>
                        </a:cubicBezTo>
                        <a:cubicBezTo>
                          <a:pt x="45347" y="35770"/>
                          <a:pt x="43259" y="40866"/>
                          <a:pt x="39083" y="44620"/>
                        </a:cubicBezTo>
                        <a:cubicBezTo>
                          <a:pt x="34920" y="48388"/>
                          <a:pt x="29264" y="50272"/>
                          <a:pt x="22115" y="50272"/>
                        </a:cubicBezTo>
                        <a:cubicBezTo>
                          <a:pt x="18772" y="50272"/>
                          <a:pt x="15435" y="49901"/>
                          <a:pt x="12105" y="49161"/>
                        </a:cubicBezTo>
                        <a:cubicBezTo>
                          <a:pt x="8788" y="48421"/>
                          <a:pt x="5398" y="47264"/>
                          <a:pt x="1936" y="45691"/>
                        </a:cubicBezTo>
                        <a:lnTo>
                          <a:pt x="1936" y="921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85" name="Freeform: Shape 484">
                    <a:extLst>
                      <a:ext uri="{FF2B5EF4-FFF2-40B4-BE49-F238E27FC236}">
                        <a16:creationId xmlns:a16="http://schemas.microsoft.com/office/drawing/2014/main" id="{D11594E8-0FA1-E81A-92E3-0537D9F1FEE8}"/>
                      </a:ext>
                    </a:extLst>
                  </p:cNvPr>
                  <p:cNvSpPr/>
                  <p:nvPr/>
                </p:nvSpPr>
                <p:spPr>
                  <a:xfrm flipV="1">
                    <a:off x="3666248" y="2837563"/>
                    <a:ext cx="55066" cy="92524"/>
                  </a:xfrm>
                  <a:custGeom>
                    <a:avLst/>
                    <a:gdLst>
                      <a:gd name="connsiteX0" fmla="*/ -247 w 55066"/>
                      <a:gd name="connsiteY0" fmla="*/ 8326 h 92524"/>
                      <a:gd name="connsiteX1" fmla="*/ 20190 w 55066"/>
                      <a:gd name="connsiteY1" fmla="*/ 8326 h 92524"/>
                      <a:gd name="connsiteX2" fmla="*/ 20190 w 55066"/>
                      <a:gd name="connsiteY2" fmla="*/ 78919 h 92524"/>
                      <a:gd name="connsiteX3" fmla="*/ -2051 w 55066"/>
                      <a:gd name="connsiteY3" fmla="*/ 74458 h 92524"/>
                      <a:gd name="connsiteX4" fmla="*/ -2051 w 55066"/>
                      <a:gd name="connsiteY4" fmla="*/ 85859 h 92524"/>
                      <a:gd name="connsiteX5" fmla="*/ 20071 w 55066"/>
                      <a:gd name="connsiteY5" fmla="*/ 90321 h 92524"/>
                      <a:gd name="connsiteX6" fmla="*/ 32579 w 55066"/>
                      <a:gd name="connsiteY6" fmla="*/ 90321 h 92524"/>
                      <a:gd name="connsiteX7" fmla="*/ 32579 w 55066"/>
                      <a:gd name="connsiteY7" fmla="*/ 8326 h 92524"/>
                      <a:gd name="connsiteX8" fmla="*/ 53015 w 55066"/>
                      <a:gd name="connsiteY8" fmla="*/ 8326 h 92524"/>
                      <a:gd name="connsiteX9" fmla="*/ 53015 w 55066"/>
                      <a:gd name="connsiteY9" fmla="*/ -2203 h 92524"/>
                      <a:gd name="connsiteX10" fmla="*/ -247 w 55066"/>
                      <a:gd name="connsiteY10" fmla="*/ -2203 h 92524"/>
                      <a:gd name="connsiteX11" fmla="*/ -247 w 55066"/>
                      <a:gd name="connsiteY11" fmla="*/ 832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247" y="8326"/>
                        </a:moveTo>
                        <a:lnTo>
                          <a:pt x="20190" y="8326"/>
                        </a:lnTo>
                        <a:lnTo>
                          <a:pt x="20190" y="78919"/>
                        </a:lnTo>
                        <a:lnTo>
                          <a:pt x="-2051" y="74458"/>
                        </a:lnTo>
                        <a:lnTo>
                          <a:pt x="-2051" y="85859"/>
                        </a:lnTo>
                        <a:lnTo>
                          <a:pt x="20071" y="90321"/>
                        </a:lnTo>
                        <a:lnTo>
                          <a:pt x="32579" y="90321"/>
                        </a:lnTo>
                        <a:lnTo>
                          <a:pt x="32579" y="8326"/>
                        </a:lnTo>
                        <a:lnTo>
                          <a:pt x="53015" y="8326"/>
                        </a:lnTo>
                        <a:lnTo>
                          <a:pt x="53015" y="-2203"/>
                        </a:lnTo>
                        <a:lnTo>
                          <a:pt x="-247" y="-2203"/>
                        </a:lnTo>
                        <a:lnTo>
                          <a:pt x="-247" y="83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86" name="Freeform: Shape 485">
                    <a:extLst>
                      <a:ext uri="{FF2B5EF4-FFF2-40B4-BE49-F238E27FC236}">
                        <a16:creationId xmlns:a16="http://schemas.microsoft.com/office/drawing/2014/main" id="{1FFD956E-59BE-D39E-ED0F-C4D2E3E5FDBE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835898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80 h 95994"/>
                      <a:gd name="connsiteX1" fmla="*/ 15437 w 63926"/>
                      <a:gd name="connsiteY1" fmla="*/ 74362 h 95994"/>
                      <a:gd name="connsiteX2" fmla="*/ 10580 w 63926"/>
                      <a:gd name="connsiteY2" fmla="*/ 45768 h 95994"/>
                      <a:gd name="connsiteX3" fmla="*/ 15437 w 63926"/>
                      <a:gd name="connsiteY3" fmla="*/ 17233 h 95994"/>
                      <a:gd name="connsiteX4" fmla="*/ 29966 w 63926"/>
                      <a:gd name="connsiteY4" fmla="*/ 7715 h 95994"/>
                      <a:gd name="connsiteX5" fmla="*/ 44556 w 63926"/>
                      <a:gd name="connsiteY5" fmla="*/ 17233 h 95994"/>
                      <a:gd name="connsiteX6" fmla="*/ 49432 w 63926"/>
                      <a:gd name="connsiteY6" fmla="*/ 45768 h 95994"/>
                      <a:gd name="connsiteX7" fmla="*/ 44556 w 63926"/>
                      <a:gd name="connsiteY7" fmla="*/ 74362 h 95994"/>
                      <a:gd name="connsiteX8" fmla="*/ 29966 w 63926"/>
                      <a:gd name="connsiteY8" fmla="*/ 83880 h 95994"/>
                      <a:gd name="connsiteX9" fmla="*/ 29966 w 63926"/>
                      <a:gd name="connsiteY9" fmla="*/ 93795 h 95994"/>
                      <a:gd name="connsiteX10" fmla="*/ 53733 w 63926"/>
                      <a:gd name="connsiteY10" fmla="*/ 81481 h 95994"/>
                      <a:gd name="connsiteX11" fmla="*/ 61940 w 63926"/>
                      <a:gd name="connsiteY11" fmla="*/ 45768 h 95994"/>
                      <a:gd name="connsiteX12" fmla="*/ 53733 w 63926"/>
                      <a:gd name="connsiteY12" fmla="*/ 10095 h 95994"/>
                      <a:gd name="connsiteX13" fmla="*/ 29966 w 63926"/>
                      <a:gd name="connsiteY13" fmla="*/ -2199 h 95994"/>
                      <a:gd name="connsiteX14" fmla="*/ 6219 w 63926"/>
                      <a:gd name="connsiteY14" fmla="*/ 10095 h 95994"/>
                      <a:gd name="connsiteX15" fmla="*/ -1987 w 63926"/>
                      <a:gd name="connsiteY15" fmla="*/ 45768 h 95994"/>
                      <a:gd name="connsiteX16" fmla="*/ 6219 w 63926"/>
                      <a:gd name="connsiteY16" fmla="*/ 81481 h 95994"/>
                      <a:gd name="connsiteX17" fmla="*/ 29966 w 63926"/>
                      <a:gd name="connsiteY17" fmla="*/ 9379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80"/>
                        </a:moveTo>
                        <a:cubicBezTo>
                          <a:pt x="23531" y="83880"/>
                          <a:pt x="18688" y="80707"/>
                          <a:pt x="15437" y="74362"/>
                        </a:cubicBezTo>
                        <a:cubicBezTo>
                          <a:pt x="12199" y="68030"/>
                          <a:pt x="10580" y="58498"/>
                          <a:pt x="10580" y="45768"/>
                        </a:cubicBezTo>
                        <a:cubicBezTo>
                          <a:pt x="10580" y="33090"/>
                          <a:pt x="12199" y="23579"/>
                          <a:pt x="15437" y="17233"/>
                        </a:cubicBezTo>
                        <a:cubicBezTo>
                          <a:pt x="18688" y="10888"/>
                          <a:pt x="23531" y="7715"/>
                          <a:pt x="29966" y="7715"/>
                        </a:cubicBezTo>
                        <a:cubicBezTo>
                          <a:pt x="36455" y="7715"/>
                          <a:pt x="41318" y="10888"/>
                          <a:pt x="44556" y="17233"/>
                        </a:cubicBezTo>
                        <a:cubicBezTo>
                          <a:pt x="47806" y="23579"/>
                          <a:pt x="49432" y="33090"/>
                          <a:pt x="49432" y="45768"/>
                        </a:cubicBezTo>
                        <a:cubicBezTo>
                          <a:pt x="49432" y="58498"/>
                          <a:pt x="47806" y="68030"/>
                          <a:pt x="44556" y="74362"/>
                        </a:cubicBezTo>
                        <a:cubicBezTo>
                          <a:pt x="41318" y="80707"/>
                          <a:pt x="36455" y="83880"/>
                          <a:pt x="29966" y="83880"/>
                        </a:cubicBezTo>
                        <a:close/>
                        <a:moveTo>
                          <a:pt x="29966" y="93795"/>
                        </a:moveTo>
                        <a:cubicBezTo>
                          <a:pt x="40340" y="93795"/>
                          <a:pt x="48262" y="89690"/>
                          <a:pt x="53733" y="81481"/>
                        </a:cubicBezTo>
                        <a:cubicBezTo>
                          <a:pt x="59204" y="73285"/>
                          <a:pt x="61940" y="61380"/>
                          <a:pt x="61940" y="45768"/>
                        </a:cubicBezTo>
                        <a:cubicBezTo>
                          <a:pt x="61940" y="30195"/>
                          <a:pt x="59204" y="18304"/>
                          <a:pt x="53733" y="10095"/>
                        </a:cubicBezTo>
                        <a:cubicBezTo>
                          <a:pt x="48262" y="1899"/>
                          <a:pt x="40340" y="-2199"/>
                          <a:pt x="29966" y="-2199"/>
                        </a:cubicBezTo>
                        <a:cubicBezTo>
                          <a:pt x="19606" y="-2199"/>
                          <a:pt x="11690" y="1899"/>
                          <a:pt x="6219" y="10095"/>
                        </a:cubicBezTo>
                        <a:cubicBezTo>
                          <a:pt x="748" y="18304"/>
                          <a:pt x="-1987" y="30195"/>
                          <a:pt x="-1987" y="45768"/>
                        </a:cubicBezTo>
                        <a:cubicBezTo>
                          <a:pt x="-1987" y="61380"/>
                          <a:pt x="748" y="73285"/>
                          <a:pt x="6219" y="81481"/>
                        </a:cubicBezTo>
                        <a:cubicBezTo>
                          <a:pt x="11690" y="89690"/>
                          <a:pt x="19606" y="93795"/>
                          <a:pt x="29966" y="9379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87" name="Graphic 398">
                <a:extLst>
                  <a:ext uri="{FF2B5EF4-FFF2-40B4-BE49-F238E27FC236}">
                    <a16:creationId xmlns:a16="http://schemas.microsoft.com/office/drawing/2014/main" id="{DC2D342C-E971-090C-6718-705528B99692}"/>
                  </a:ext>
                </a:extLst>
              </p:cNvPr>
              <p:cNvGrpSpPr/>
              <p:nvPr/>
            </p:nvGrpSpPr>
            <p:grpSpPr>
              <a:xfrm>
                <a:off x="3581391" y="2269379"/>
                <a:ext cx="321159" cy="95994"/>
                <a:chOff x="3581391" y="2269379"/>
                <a:chExt cx="321159" cy="95994"/>
              </a:xfrm>
              <a:solidFill>
                <a:srgbClr val="000000"/>
              </a:solidFill>
            </p:grpSpPr>
            <p:sp>
              <p:nvSpPr>
                <p:cNvPr id="488" name="Freeform: Shape 487">
                  <a:extLst>
                    <a:ext uri="{FF2B5EF4-FFF2-40B4-BE49-F238E27FC236}">
                      <a16:creationId xmlns:a16="http://schemas.microsoft.com/office/drawing/2014/main" id="{98B0E3FF-EE56-0712-6704-CB23B15CC9A4}"/>
                    </a:ext>
                  </a:extLst>
                </p:cNvPr>
                <p:cNvSpPr/>
                <p:nvPr/>
              </p:nvSpPr>
              <p:spPr>
                <a:xfrm>
                  <a:off x="3858149" y="2315354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85 h 12690"/>
                    <a:gd name="connsiteX1" fmla="*/ 58 w 44401"/>
                    <a:gd name="connsiteY1" fmla="*/ 8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85"/>
                      </a:moveTo>
                      <a:lnTo>
                        <a:pt x="58" y="8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89" name="Graphic 398">
                  <a:extLst>
                    <a:ext uri="{FF2B5EF4-FFF2-40B4-BE49-F238E27FC236}">
                      <a16:creationId xmlns:a16="http://schemas.microsoft.com/office/drawing/2014/main" id="{65E5A7D5-6132-944D-3B0E-15EDE10E7E37}"/>
                    </a:ext>
                  </a:extLst>
                </p:cNvPr>
                <p:cNvGrpSpPr/>
                <p:nvPr/>
              </p:nvGrpSpPr>
              <p:grpSpPr>
                <a:xfrm>
                  <a:off x="3581391" y="2269379"/>
                  <a:ext cx="223926" cy="95994"/>
                  <a:chOff x="3581391" y="2269379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90" name="Freeform: Shape 489">
                    <a:extLst>
                      <a:ext uri="{FF2B5EF4-FFF2-40B4-BE49-F238E27FC236}">
                        <a16:creationId xmlns:a16="http://schemas.microsoft.com/office/drawing/2014/main" id="{110EDDFE-742D-4DBA-541D-057B703CEB2C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271045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26 h 94328"/>
                      <a:gd name="connsiteX1" fmla="*/ 51056 w 59843"/>
                      <a:gd name="connsiteY1" fmla="*/ 92126 h 94328"/>
                      <a:gd name="connsiteX2" fmla="*/ 51056 w 59843"/>
                      <a:gd name="connsiteY2" fmla="*/ 81577 h 94328"/>
                      <a:gd name="connsiteX3" fmla="*/ 13393 w 59843"/>
                      <a:gd name="connsiteY3" fmla="*/ 81577 h 94328"/>
                      <a:gd name="connsiteX4" fmla="*/ 13393 w 59843"/>
                      <a:gd name="connsiteY4" fmla="*/ 58912 h 94328"/>
                      <a:gd name="connsiteX5" fmla="*/ 18825 w 59843"/>
                      <a:gd name="connsiteY5" fmla="*/ 60300 h 94328"/>
                      <a:gd name="connsiteX6" fmla="*/ 24296 w 59843"/>
                      <a:gd name="connsiteY6" fmla="*/ 60756 h 94328"/>
                      <a:gd name="connsiteX7" fmla="*/ 48816 w 59843"/>
                      <a:gd name="connsiteY7" fmla="*/ 52269 h 94328"/>
                      <a:gd name="connsiteX8" fmla="*/ 57874 w 59843"/>
                      <a:gd name="connsiteY8" fmla="*/ 29287 h 94328"/>
                      <a:gd name="connsiteX9" fmla="*/ 48578 w 59843"/>
                      <a:gd name="connsiteY9" fmla="*/ 6067 h 94328"/>
                      <a:gd name="connsiteX10" fmla="*/ 22373 w 59843"/>
                      <a:gd name="connsiteY10" fmla="*/ -2202 h 94328"/>
                      <a:gd name="connsiteX11" fmla="*/ 10499 w 59843"/>
                      <a:gd name="connsiteY11" fmla="*/ -1211 h 94328"/>
                      <a:gd name="connsiteX12" fmla="*/ -1969 w 59843"/>
                      <a:gd name="connsiteY12" fmla="*/ 1764 h 94328"/>
                      <a:gd name="connsiteX13" fmla="*/ -1969 w 59843"/>
                      <a:gd name="connsiteY13" fmla="*/ 14356 h 94328"/>
                      <a:gd name="connsiteX14" fmla="*/ 9548 w 59843"/>
                      <a:gd name="connsiteY14" fmla="*/ 9834 h 94328"/>
                      <a:gd name="connsiteX15" fmla="*/ 22115 w 59843"/>
                      <a:gd name="connsiteY15" fmla="*/ 8347 h 94328"/>
                      <a:gd name="connsiteX16" fmla="*/ 39083 w 59843"/>
                      <a:gd name="connsiteY16" fmla="*/ 13979 h 94328"/>
                      <a:gd name="connsiteX17" fmla="*/ 45347 w 59843"/>
                      <a:gd name="connsiteY17" fmla="*/ 29287 h 94328"/>
                      <a:gd name="connsiteX18" fmla="*/ 39083 w 59843"/>
                      <a:gd name="connsiteY18" fmla="*/ 44576 h 94328"/>
                      <a:gd name="connsiteX19" fmla="*/ 22115 w 59843"/>
                      <a:gd name="connsiteY19" fmla="*/ 50227 h 94328"/>
                      <a:gd name="connsiteX20" fmla="*/ 12105 w 59843"/>
                      <a:gd name="connsiteY20" fmla="*/ 49116 h 94328"/>
                      <a:gd name="connsiteX21" fmla="*/ 1936 w 59843"/>
                      <a:gd name="connsiteY21" fmla="*/ 45646 h 94328"/>
                      <a:gd name="connsiteX22" fmla="*/ 1936 w 59843"/>
                      <a:gd name="connsiteY22" fmla="*/ 9212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26"/>
                        </a:moveTo>
                        <a:lnTo>
                          <a:pt x="51056" y="92126"/>
                        </a:lnTo>
                        <a:lnTo>
                          <a:pt x="51056" y="81577"/>
                        </a:lnTo>
                        <a:lnTo>
                          <a:pt x="13393" y="81577"/>
                        </a:lnTo>
                        <a:lnTo>
                          <a:pt x="13393" y="58912"/>
                        </a:lnTo>
                        <a:cubicBezTo>
                          <a:pt x="15204" y="59534"/>
                          <a:pt x="17014" y="59996"/>
                          <a:pt x="18825" y="60300"/>
                        </a:cubicBezTo>
                        <a:cubicBezTo>
                          <a:pt x="20648" y="60604"/>
                          <a:pt x="22472" y="60756"/>
                          <a:pt x="24296" y="60756"/>
                        </a:cubicBezTo>
                        <a:cubicBezTo>
                          <a:pt x="34616" y="60756"/>
                          <a:pt x="42790" y="57927"/>
                          <a:pt x="48816" y="52269"/>
                        </a:cubicBezTo>
                        <a:cubicBezTo>
                          <a:pt x="54855" y="46611"/>
                          <a:pt x="57874" y="38951"/>
                          <a:pt x="57874" y="29287"/>
                        </a:cubicBezTo>
                        <a:cubicBezTo>
                          <a:pt x="57874" y="19333"/>
                          <a:pt x="54776" y="11593"/>
                          <a:pt x="48578" y="6067"/>
                        </a:cubicBezTo>
                        <a:cubicBezTo>
                          <a:pt x="42380" y="554"/>
                          <a:pt x="33645" y="-2202"/>
                          <a:pt x="22373" y="-2202"/>
                        </a:cubicBezTo>
                        <a:cubicBezTo>
                          <a:pt x="18488" y="-2202"/>
                          <a:pt x="14530" y="-1872"/>
                          <a:pt x="10499" y="-1211"/>
                        </a:cubicBezTo>
                        <a:cubicBezTo>
                          <a:pt x="6482" y="-550"/>
                          <a:pt x="2326" y="442"/>
                          <a:pt x="-1969" y="1764"/>
                        </a:cubicBezTo>
                        <a:lnTo>
                          <a:pt x="-1969" y="14356"/>
                        </a:lnTo>
                        <a:cubicBezTo>
                          <a:pt x="1745" y="12333"/>
                          <a:pt x="5583" y="10826"/>
                          <a:pt x="9548" y="9834"/>
                        </a:cubicBezTo>
                        <a:cubicBezTo>
                          <a:pt x="13512" y="8843"/>
                          <a:pt x="17701" y="8347"/>
                          <a:pt x="22115" y="8347"/>
                        </a:cubicBezTo>
                        <a:cubicBezTo>
                          <a:pt x="29264" y="8347"/>
                          <a:pt x="34920" y="10224"/>
                          <a:pt x="39083" y="13979"/>
                        </a:cubicBezTo>
                        <a:cubicBezTo>
                          <a:pt x="43259" y="17733"/>
                          <a:pt x="45347" y="22836"/>
                          <a:pt x="45347" y="29287"/>
                        </a:cubicBezTo>
                        <a:cubicBezTo>
                          <a:pt x="45347" y="35725"/>
                          <a:pt x="43259" y="40821"/>
                          <a:pt x="39083" y="44576"/>
                        </a:cubicBezTo>
                        <a:cubicBezTo>
                          <a:pt x="34920" y="48343"/>
                          <a:pt x="29264" y="50227"/>
                          <a:pt x="22115" y="50227"/>
                        </a:cubicBezTo>
                        <a:cubicBezTo>
                          <a:pt x="18772" y="50227"/>
                          <a:pt x="15435" y="49857"/>
                          <a:pt x="12105" y="49116"/>
                        </a:cubicBezTo>
                        <a:cubicBezTo>
                          <a:pt x="8788" y="48376"/>
                          <a:pt x="5398" y="47219"/>
                          <a:pt x="1936" y="45646"/>
                        </a:cubicBezTo>
                        <a:lnTo>
                          <a:pt x="1936" y="921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91" name="Freeform: Shape 490">
                    <a:extLst>
                      <a:ext uri="{FF2B5EF4-FFF2-40B4-BE49-F238E27FC236}">
                        <a16:creationId xmlns:a16="http://schemas.microsoft.com/office/drawing/2014/main" id="{339CBEF5-5F2B-B6F1-DC9D-46F2423D8F84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609" y="2269379"/>
                    <a:ext cx="58713" cy="94189"/>
                  </a:xfrm>
                  <a:custGeom>
                    <a:avLst/>
                    <a:gdLst>
                      <a:gd name="connsiteX0" fmla="*/ 13136 w 58713"/>
                      <a:gd name="connsiteY0" fmla="*/ 8240 h 94189"/>
                      <a:gd name="connsiteX1" fmla="*/ 56804 w 58713"/>
                      <a:gd name="connsiteY1" fmla="*/ 8240 h 94189"/>
                      <a:gd name="connsiteX2" fmla="*/ 56804 w 58713"/>
                      <a:gd name="connsiteY2" fmla="*/ -2290 h 94189"/>
                      <a:gd name="connsiteX3" fmla="*/ -1909 w 58713"/>
                      <a:gd name="connsiteY3" fmla="*/ -2290 h 94189"/>
                      <a:gd name="connsiteX4" fmla="*/ -1909 w 58713"/>
                      <a:gd name="connsiteY4" fmla="*/ 8240 h 94189"/>
                      <a:gd name="connsiteX5" fmla="*/ 17497 w 58713"/>
                      <a:gd name="connsiteY5" fmla="*/ 28030 h 94189"/>
                      <a:gd name="connsiteX6" fmla="*/ 32958 w 58713"/>
                      <a:gd name="connsiteY6" fmla="*/ 44072 h 94189"/>
                      <a:gd name="connsiteX7" fmla="*/ 41343 w 58713"/>
                      <a:gd name="connsiteY7" fmla="*/ 55493 h 94189"/>
                      <a:gd name="connsiteX8" fmla="*/ 43742 w 58713"/>
                      <a:gd name="connsiteY8" fmla="*/ 64694 h 94189"/>
                      <a:gd name="connsiteX9" fmla="*/ 38568 w 58713"/>
                      <a:gd name="connsiteY9" fmla="*/ 76711 h 94189"/>
                      <a:gd name="connsiteX10" fmla="*/ 25089 w 58713"/>
                      <a:gd name="connsiteY10" fmla="*/ 81371 h 94189"/>
                      <a:gd name="connsiteX11" fmla="*/ 12660 w 58713"/>
                      <a:gd name="connsiteY11" fmla="*/ 79328 h 94189"/>
                      <a:gd name="connsiteX12" fmla="*/ -1295 w 58713"/>
                      <a:gd name="connsiteY12" fmla="*/ 73122 h 94189"/>
                      <a:gd name="connsiteX13" fmla="*/ -1295 w 58713"/>
                      <a:gd name="connsiteY13" fmla="*/ 85773 h 94189"/>
                      <a:gd name="connsiteX14" fmla="*/ 12819 w 58713"/>
                      <a:gd name="connsiteY14" fmla="*/ 90353 h 94189"/>
                      <a:gd name="connsiteX15" fmla="*/ 24851 w 58713"/>
                      <a:gd name="connsiteY15" fmla="*/ 91900 h 94189"/>
                      <a:gd name="connsiteX16" fmla="*/ 47765 w 58713"/>
                      <a:gd name="connsiteY16" fmla="*/ 84702 h 94189"/>
                      <a:gd name="connsiteX17" fmla="*/ 56309 w 58713"/>
                      <a:gd name="connsiteY17" fmla="*/ 65507 h 94189"/>
                      <a:gd name="connsiteX18" fmla="*/ 54168 w 58713"/>
                      <a:gd name="connsiteY18" fmla="*/ 54680 h 94189"/>
                      <a:gd name="connsiteX19" fmla="*/ 46398 w 58713"/>
                      <a:gd name="connsiteY19" fmla="*/ 42644 h 94189"/>
                      <a:gd name="connsiteX20" fmla="*/ 36546 w 58713"/>
                      <a:gd name="connsiteY20" fmla="*/ 32253 h 94189"/>
                      <a:gd name="connsiteX21" fmla="*/ 13136 w 58713"/>
                      <a:gd name="connsiteY21" fmla="*/ 8240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36" y="8240"/>
                        </a:moveTo>
                        <a:lnTo>
                          <a:pt x="56804" y="8240"/>
                        </a:lnTo>
                        <a:lnTo>
                          <a:pt x="56804" y="-2290"/>
                        </a:lnTo>
                        <a:lnTo>
                          <a:pt x="-1909" y="-2290"/>
                        </a:lnTo>
                        <a:lnTo>
                          <a:pt x="-1909" y="8240"/>
                        </a:lnTo>
                        <a:cubicBezTo>
                          <a:pt x="2835" y="13157"/>
                          <a:pt x="9304" y="19754"/>
                          <a:pt x="17497" y="28030"/>
                        </a:cubicBezTo>
                        <a:cubicBezTo>
                          <a:pt x="25703" y="36318"/>
                          <a:pt x="30857" y="41666"/>
                          <a:pt x="32958" y="44072"/>
                        </a:cubicBezTo>
                        <a:cubicBezTo>
                          <a:pt x="36962" y="48566"/>
                          <a:pt x="39757" y="52373"/>
                          <a:pt x="41343" y="55493"/>
                        </a:cubicBezTo>
                        <a:cubicBezTo>
                          <a:pt x="42942" y="58613"/>
                          <a:pt x="43742" y="61680"/>
                          <a:pt x="43742" y="64694"/>
                        </a:cubicBezTo>
                        <a:cubicBezTo>
                          <a:pt x="43742" y="69612"/>
                          <a:pt x="42017" y="73617"/>
                          <a:pt x="38568" y="76711"/>
                        </a:cubicBezTo>
                        <a:cubicBezTo>
                          <a:pt x="35119" y="79817"/>
                          <a:pt x="30626" y="81371"/>
                          <a:pt x="25089" y="81371"/>
                        </a:cubicBezTo>
                        <a:cubicBezTo>
                          <a:pt x="21164" y="81371"/>
                          <a:pt x="17021" y="80690"/>
                          <a:pt x="12660" y="79328"/>
                        </a:cubicBezTo>
                        <a:cubicBezTo>
                          <a:pt x="8313" y="77967"/>
                          <a:pt x="3661" y="75898"/>
                          <a:pt x="-1295" y="73122"/>
                        </a:cubicBezTo>
                        <a:lnTo>
                          <a:pt x="-1295" y="85773"/>
                        </a:lnTo>
                        <a:cubicBezTo>
                          <a:pt x="3740" y="87795"/>
                          <a:pt x="8445" y="89322"/>
                          <a:pt x="12819" y="90353"/>
                        </a:cubicBezTo>
                        <a:cubicBezTo>
                          <a:pt x="17206" y="91384"/>
                          <a:pt x="21217" y="91900"/>
                          <a:pt x="24851" y="91900"/>
                        </a:cubicBezTo>
                        <a:cubicBezTo>
                          <a:pt x="34432" y="91900"/>
                          <a:pt x="42070" y="89501"/>
                          <a:pt x="47765" y="84702"/>
                        </a:cubicBezTo>
                        <a:cubicBezTo>
                          <a:pt x="53461" y="79916"/>
                          <a:pt x="56309" y="73518"/>
                          <a:pt x="56309" y="65507"/>
                        </a:cubicBezTo>
                        <a:cubicBezTo>
                          <a:pt x="56309" y="61700"/>
                          <a:pt x="55595" y="58091"/>
                          <a:pt x="54168" y="54680"/>
                        </a:cubicBezTo>
                        <a:cubicBezTo>
                          <a:pt x="52754" y="51283"/>
                          <a:pt x="50164" y="47271"/>
                          <a:pt x="46398" y="42644"/>
                        </a:cubicBezTo>
                        <a:cubicBezTo>
                          <a:pt x="45367" y="41441"/>
                          <a:pt x="42083" y="37977"/>
                          <a:pt x="36546" y="32253"/>
                        </a:cubicBezTo>
                        <a:cubicBezTo>
                          <a:pt x="31022" y="26529"/>
                          <a:pt x="23219" y="18525"/>
                          <a:pt x="13136" y="82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92" name="Freeform: Shape 491">
                    <a:extLst>
                      <a:ext uri="{FF2B5EF4-FFF2-40B4-BE49-F238E27FC236}">
                        <a16:creationId xmlns:a16="http://schemas.microsoft.com/office/drawing/2014/main" id="{F2D9C19A-CBAE-3AF2-9AA7-2E8C583D46FE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269379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35 h 95994"/>
                      <a:gd name="connsiteX1" fmla="*/ 15437 w 63926"/>
                      <a:gd name="connsiteY1" fmla="*/ 74317 h 95994"/>
                      <a:gd name="connsiteX2" fmla="*/ 10580 w 63926"/>
                      <a:gd name="connsiteY2" fmla="*/ 45723 h 95994"/>
                      <a:gd name="connsiteX3" fmla="*/ 15437 w 63926"/>
                      <a:gd name="connsiteY3" fmla="*/ 17189 h 95994"/>
                      <a:gd name="connsiteX4" fmla="*/ 29966 w 63926"/>
                      <a:gd name="connsiteY4" fmla="*/ 7671 h 95994"/>
                      <a:gd name="connsiteX5" fmla="*/ 44556 w 63926"/>
                      <a:gd name="connsiteY5" fmla="*/ 17189 h 95994"/>
                      <a:gd name="connsiteX6" fmla="*/ 49432 w 63926"/>
                      <a:gd name="connsiteY6" fmla="*/ 45723 h 95994"/>
                      <a:gd name="connsiteX7" fmla="*/ 44556 w 63926"/>
                      <a:gd name="connsiteY7" fmla="*/ 74317 h 95994"/>
                      <a:gd name="connsiteX8" fmla="*/ 29966 w 63926"/>
                      <a:gd name="connsiteY8" fmla="*/ 83835 h 95994"/>
                      <a:gd name="connsiteX9" fmla="*/ 29966 w 63926"/>
                      <a:gd name="connsiteY9" fmla="*/ 93750 h 95994"/>
                      <a:gd name="connsiteX10" fmla="*/ 53733 w 63926"/>
                      <a:gd name="connsiteY10" fmla="*/ 81436 h 95994"/>
                      <a:gd name="connsiteX11" fmla="*/ 61940 w 63926"/>
                      <a:gd name="connsiteY11" fmla="*/ 45723 h 95994"/>
                      <a:gd name="connsiteX12" fmla="*/ 53733 w 63926"/>
                      <a:gd name="connsiteY12" fmla="*/ 10050 h 95994"/>
                      <a:gd name="connsiteX13" fmla="*/ 29966 w 63926"/>
                      <a:gd name="connsiteY13" fmla="*/ -2244 h 95994"/>
                      <a:gd name="connsiteX14" fmla="*/ 6219 w 63926"/>
                      <a:gd name="connsiteY14" fmla="*/ 10050 h 95994"/>
                      <a:gd name="connsiteX15" fmla="*/ -1987 w 63926"/>
                      <a:gd name="connsiteY15" fmla="*/ 45723 h 95994"/>
                      <a:gd name="connsiteX16" fmla="*/ 6219 w 63926"/>
                      <a:gd name="connsiteY16" fmla="*/ 81436 h 95994"/>
                      <a:gd name="connsiteX17" fmla="*/ 29966 w 63926"/>
                      <a:gd name="connsiteY17" fmla="*/ 9375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35"/>
                        </a:moveTo>
                        <a:cubicBezTo>
                          <a:pt x="23531" y="83835"/>
                          <a:pt x="18688" y="80663"/>
                          <a:pt x="15437" y="74317"/>
                        </a:cubicBezTo>
                        <a:cubicBezTo>
                          <a:pt x="12199" y="67985"/>
                          <a:pt x="10580" y="58454"/>
                          <a:pt x="10580" y="45723"/>
                        </a:cubicBezTo>
                        <a:cubicBezTo>
                          <a:pt x="10580" y="33046"/>
                          <a:pt x="12199" y="23534"/>
                          <a:pt x="15437" y="17189"/>
                        </a:cubicBezTo>
                        <a:cubicBezTo>
                          <a:pt x="18688" y="10843"/>
                          <a:pt x="23531" y="7671"/>
                          <a:pt x="29966" y="7671"/>
                        </a:cubicBezTo>
                        <a:cubicBezTo>
                          <a:pt x="36455" y="7671"/>
                          <a:pt x="41318" y="10843"/>
                          <a:pt x="44556" y="17189"/>
                        </a:cubicBezTo>
                        <a:cubicBezTo>
                          <a:pt x="47806" y="23534"/>
                          <a:pt x="49432" y="33046"/>
                          <a:pt x="49432" y="45723"/>
                        </a:cubicBezTo>
                        <a:cubicBezTo>
                          <a:pt x="49432" y="58454"/>
                          <a:pt x="47806" y="67985"/>
                          <a:pt x="44556" y="74317"/>
                        </a:cubicBezTo>
                        <a:cubicBezTo>
                          <a:pt x="41318" y="80663"/>
                          <a:pt x="36455" y="83835"/>
                          <a:pt x="29966" y="83835"/>
                        </a:cubicBezTo>
                        <a:close/>
                        <a:moveTo>
                          <a:pt x="29966" y="93750"/>
                        </a:moveTo>
                        <a:cubicBezTo>
                          <a:pt x="40340" y="93750"/>
                          <a:pt x="48262" y="89645"/>
                          <a:pt x="53733" y="81436"/>
                        </a:cubicBezTo>
                        <a:cubicBezTo>
                          <a:pt x="59204" y="73240"/>
                          <a:pt x="61940" y="61336"/>
                          <a:pt x="61940" y="45723"/>
                        </a:cubicBezTo>
                        <a:cubicBezTo>
                          <a:pt x="61940" y="30151"/>
                          <a:pt x="59204" y="18260"/>
                          <a:pt x="53733" y="10050"/>
                        </a:cubicBezTo>
                        <a:cubicBezTo>
                          <a:pt x="48262" y="1854"/>
                          <a:pt x="40340" y="-2244"/>
                          <a:pt x="29966" y="-2244"/>
                        </a:cubicBezTo>
                        <a:cubicBezTo>
                          <a:pt x="19606" y="-2244"/>
                          <a:pt x="11690" y="1854"/>
                          <a:pt x="6219" y="10050"/>
                        </a:cubicBezTo>
                        <a:cubicBezTo>
                          <a:pt x="748" y="18260"/>
                          <a:pt x="-1987" y="30151"/>
                          <a:pt x="-1987" y="45723"/>
                        </a:cubicBezTo>
                        <a:cubicBezTo>
                          <a:pt x="-1987" y="61336"/>
                          <a:pt x="748" y="73240"/>
                          <a:pt x="6219" y="81436"/>
                        </a:cubicBezTo>
                        <a:cubicBezTo>
                          <a:pt x="11690" y="89645"/>
                          <a:pt x="19606" y="93750"/>
                          <a:pt x="29966" y="9375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C2D62B5C-80D6-D785-EF3B-4CCD7055EAD0}"/>
                </a:ext>
              </a:extLst>
            </p:cNvPr>
            <p:cNvSpPr/>
            <p:nvPr/>
          </p:nvSpPr>
          <p:spPr>
            <a:xfrm>
              <a:off x="3902551" y="2032095"/>
              <a:ext cx="12686" cy="2832591"/>
            </a:xfrm>
            <a:custGeom>
              <a:avLst/>
              <a:gdLst>
                <a:gd name="connsiteX0" fmla="*/ 0 w 12686"/>
                <a:gd name="connsiteY0" fmla="*/ 2832592 h 2832591"/>
                <a:gd name="connsiteX1" fmla="*/ 0 w 12686"/>
                <a:gd name="connsiteY1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832591">
                  <a:moveTo>
                    <a:pt x="0" y="2832592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89ABCB33-1FEE-6B17-CB9A-2AB451F48861}"/>
                </a:ext>
              </a:extLst>
            </p:cNvPr>
            <p:cNvSpPr/>
            <p:nvPr/>
          </p:nvSpPr>
          <p:spPr>
            <a:xfrm>
              <a:off x="8433056" y="2032095"/>
              <a:ext cx="12686" cy="2832591"/>
            </a:xfrm>
            <a:custGeom>
              <a:avLst/>
              <a:gdLst>
                <a:gd name="connsiteX0" fmla="*/ 0 w 12686"/>
                <a:gd name="connsiteY0" fmla="*/ 2832592 h 2832591"/>
                <a:gd name="connsiteX1" fmla="*/ 0 w 12686"/>
                <a:gd name="connsiteY1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832591">
                  <a:moveTo>
                    <a:pt x="0" y="2832592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4060327-EC00-F691-9D5E-9A984475F920}"/>
                </a:ext>
              </a:extLst>
            </p:cNvPr>
            <p:cNvSpPr/>
            <p:nvPr/>
          </p:nvSpPr>
          <p:spPr>
            <a:xfrm>
              <a:off x="3902551" y="4864686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6FC84EEA-CAD7-5EC9-3F68-C958BEE4032B}"/>
                </a:ext>
              </a:extLst>
            </p:cNvPr>
            <p:cNvSpPr/>
            <p:nvPr/>
          </p:nvSpPr>
          <p:spPr>
            <a:xfrm>
              <a:off x="3902551" y="2032095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6" name="Graphic 2">
            <a:extLst>
              <a:ext uri="{FF2B5EF4-FFF2-40B4-BE49-F238E27FC236}">
                <a16:creationId xmlns:a16="http://schemas.microsoft.com/office/drawing/2014/main" id="{CB7EA2BB-6E0F-5488-5A3D-7C24BA07663B}"/>
              </a:ext>
            </a:extLst>
          </p:cNvPr>
          <p:cNvGrpSpPr/>
          <p:nvPr/>
        </p:nvGrpSpPr>
        <p:grpSpPr>
          <a:xfrm>
            <a:off x="407368" y="548680"/>
            <a:ext cx="4867938" cy="2877009"/>
            <a:chOff x="3577804" y="2032095"/>
            <a:chExt cx="4867938" cy="2877009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50408315-3453-D684-616B-BACAA7573093}"/>
                </a:ext>
              </a:extLst>
            </p:cNvPr>
            <p:cNvSpPr/>
            <p:nvPr/>
          </p:nvSpPr>
          <p:spPr>
            <a:xfrm>
              <a:off x="3902551" y="2032095"/>
              <a:ext cx="4530504" cy="2832591"/>
            </a:xfrm>
            <a:custGeom>
              <a:avLst/>
              <a:gdLst>
                <a:gd name="connsiteX0" fmla="*/ 0 w 4530504"/>
                <a:gd name="connsiteY0" fmla="*/ 2832592 h 2832591"/>
                <a:gd name="connsiteX1" fmla="*/ 4530505 w 4530504"/>
                <a:gd name="connsiteY1" fmla="*/ 2832592 h 2832591"/>
                <a:gd name="connsiteX2" fmla="*/ 4530505 w 4530504"/>
                <a:gd name="connsiteY2" fmla="*/ 0 h 2832591"/>
                <a:gd name="connsiteX3" fmla="*/ 0 w 4530504"/>
                <a:gd name="connsiteY3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2832591">
                  <a:moveTo>
                    <a:pt x="0" y="2832592"/>
                  </a:moveTo>
                  <a:lnTo>
                    <a:pt x="4530505" y="2832592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5691C7A8-33EB-60A8-DD44-9CA1CAB0C2C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V="1">
              <a:off x="3902551" y="2032095"/>
              <a:ext cx="4531266" cy="2832591"/>
            </a:xfrm>
            <a:custGeom>
              <a:avLst/>
              <a:gdLst>
                <a:gd name="connsiteX0" fmla="*/ 0 w 4531266"/>
                <a:gd name="connsiteY0" fmla="*/ 126 h 2832591"/>
                <a:gd name="connsiteX1" fmla="*/ 4531266 w 4531266"/>
                <a:gd name="connsiteY1" fmla="*/ 126 h 2832591"/>
                <a:gd name="connsiteX2" fmla="*/ 4531266 w 4531266"/>
                <a:gd name="connsiteY2" fmla="*/ 2832718 h 2832591"/>
                <a:gd name="connsiteX3" fmla="*/ 0 w 4531266"/>
                <a:gd name="connsiteY3" fmla="*/ 2832718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1266" h="2832591">
                  <a:moveTo>
                    <a:pt x="0" y="126"/>
                  </a:moveTo>
                  <a:lnTo>
                    <a:pt x="4531266" y="126"/>
                  </a:lnTo>
                  <a:lnTo>
                    <a:pt x="4531266" y="2832718"/>
                  </a:lnTo>
                  <a:lnTo>
                    <a:pt x="0" y="2832718"/>
                  </a:lnTo>
                  <a:close/>
                </a:path>
              </a:pathLst>
            </a:custGeom>
          </p:spPr>
        </p:pic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3F09CEAC-972D-80B5-726D-F4363AF54E00}"/>
                </a:ext>
              </a:extLst>
            </p:cNvPr>
            <p:cNvSpPr/>
            <p:nvPr/>
          </p:nvSpPr>
          <p:spPr>
            <a:xfrm>
              <a:off x="5720097" y="3391204"/>
              <a:ext cx="281545" cy="111678"/>
            </a:xfrm>
            <a:custGeom>
              <a:avLst/>
              <a:gdLst>
                <a:gd name="connsiteX0" fmla="*/ 281546 w 281545"/>
                <a:gd name="connsiteY0" fmla="*/ 2743 h 111678"/>
                <a:gd name="connsiteX1" fmla="*/ 280481 w 281545"/>
                <a:gd name="connsiteY1" fmla="*/ 111679 h 111678"/>
                <a:gd name="connsiteX2" fmla="*/ 0 w 281545"/>
                <a:gd name="connsiteY2" fmla="*/ 108936 h 111678"/>
                <a:gd name="connsiteX3" fmla="*/ 1064 w 281545"/>
                <a:gd name="connsiteY3" fmla="*/ 0 h 111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1545" h="111678">
                  <a:moveTo>
                    <a:pt x="281546" y="2743"/>
                  </a:moveTo>
                  <a:lnTo>
                    <a:pt x="280481" y="111679"/>
                  </a:lnTo>
                  <a:lnTo>
                    <a:pt x="0" y="108936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6A4545A0-A17A-5302-FD21-8343C54E224C}"/>
                </a:ext>
              </a:extLst>
            </p:cNvPr>
            <p:cNvSpPr/>
            <p:nvPr/>
          </p:nvSpPr>
          <p:spPr>
            <a:xfrm>
              <a:off x="5891681" y="3392882"/>
              <a:ext cx="109429" cy="108936"/>
            </a:xfrm>
            <a:custGeom>
              <a:avLst/>
              <a:gdLst>
                <a:gd name="connsiteX0" fmla="*/ 109429 w 109429"/>
                <a:gd name="connsiteY0" fmla="*/ 55533 h 108936"/>
                <a:gd name="connsiteX1" fmla="*/ 0 w 109429"/>
                <a:gd name="connsiteY1" fmla="*/ 108936 h 108936"/>
                <a:gd name="connsiteX2" fmla="*/ 1064 w 109429"/>
                <a:gd name="connsiteY2" fmla="*/ 0 h 108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429" h="108936">
                  <a:moveTo>
                    <a:pt x="109429" y="55533"/>
                  </a:moveTo>
                  <a:lnTo>
                    <a:pt x="0" y="108936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1" name="Graphic 2">
              <a:extLst>
                <a:ext uri="{FF2B5EF4-FFF2-40B4-BE49-F238E27FC236}">
                  <a16:creationId xmlns:a16="http://schemas.microsoft.com/office/drawing/2014/main" id="{90E270F3-C344-0D59-5474-E0214EF939E4}"/>
                </a:ext>
              </a:extLst>
            </p:cNvPr>
            <p:cNvGrpSpPr/>
            <p:nvPr/>
          </p:nvGrpSpPr>
          <p:grpSpPr>
            <a:xfrm>
              <a:off x="3902551" y="4864687"/>
              <a:ext cx="4543191" cy="44417"/>
              <a:chOff x="3902551" y="4864687"/>
              <a:chExt cx="4543191" cy="44417"/>
            </a:xfrm>
            <a:solidFill>
              <a:srgbClr val="000000"/>
            </a:solidFill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1FA430A9-994C-F2A6-2741-8CAD1DC2C173}"/>
                  </a:ext>
                </a:extLst>
              </p:cNvPr>
              <p:cNvSpPr/>
              <p:nvPr/>
            </p:nvSpPr>
            <p:spPr>
              <a:xfrm>
                <a:off x="3902551" y="4864687"/>
                <a:ext cx="12686" cy="44417"/>
              </a:xfrm>
              <a:custGeom>
                <a:avLst/>
                <a:gdLst>
                  <a:gd name="connsiteX0" fmla="*/ 58 w 12686"/>
                  <a:gd name="connsiteY0" fmla="*/ 286 h 44417"/>
                  <a:gd name="connsiteX1" fmla="*/ 58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58" y="286"/>
                    </a:moveTo>
                    <a:lnTo>
                      <a:pt x="58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82120C82-A4D0-9C35-C14F-F72FB09EE08D}"/>
                  </a:ext>
                </a:extLst>
              </p:cNvPr>
              <p:cNvSpPr/>
              <p:nvPr/>
            </p:nvSpPr>
            <p:spPr>
              <a:xfrm>
                <a:off x="4468864" y="4864687"/>
                <a:ext cx="12686" cy="44417"/>
              </a:xfrm>
              <a:custGeom>
                <a:avLst/>
                <a:gdLst>
                  <a:gd name="connsiteX0" fmla="*/ 102 w 12686"/>
                  <a:gd name="connsiteY0" fmla="*/ 286 h 44417"/>
                  <a:gd name="connsiteX1" fmla="*/ 102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102" y="286"/>
                    </a:moveTo>
                    <a:lnTo>
                      <a:pt x="102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7DEF1FD8-2180-4C15-854A-D46F652BE520}"/>
                  </a:ext>
                </a:extLst>
              </p:cNvPr>
              <p:cNvSpPr/>
              <p:nvPr/>
            </p:nvSpPr>
            <p:spPr>
              <a:xfrm>
                <a:off x="5035177" y="4864687"/>
                <a:ext cx="12686" cy="44417"/>
              </a:xfrm>
              <a:custGeom>
                <a:avLst/>
                <a:gdLst>
                  <a:gd name="connsiteX0" fmla="*/ 147 w 12686"/>
                  <a:gd name="connsiteY0" fmla="*/ 286 h 44417"/>
                  <a:gd name="connsiteX1" fmla="*/ 147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147" y="286"/>
                    </a:moveTo>
                    <a:lnTo>
                      <a:pt x="147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5ECE1BB5-F0E8-9C96-D400-8616DEB54B55}"/>
                  </a:ext>
                </a:extLst>
              </p:cNvPr>
              <p:cNvSpPr/>
              <p:nvPr/>
            </p:nvSpPr>
            <p:spPr>
              <a:xfrm>
                <a:off x="5601490" y="4864687"/>
                <a:ext cx="12686" cy="44417"/>
              </a:xfrm>
              <a:custGeom>
                <a:avLst/>
                <a:gdLst>
                  <a:gd name="connsiteX0" fmla="*/ 192 w 12686"/>
                  <a:gd name="connsiteY0" fmla="*/ 286 h 44417"/>
                  <a:gd name="connsiteX1" fmla="*/ 192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192" y="286"/>
                    </a:moveTo>
                    <a:lnTo>
                      <a:pt x="192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874BA9E8-F36B-41AB-187B-4A63A82553D0}"/>
                  </a:ext>
                </a:extLst>
              </p:cNvPr>
              <p:cNvSpPr/>
              <p:nvPr/>
            </p:nvSpPr>
            <p:spPr>
              <a:xfrm>
                <a:off x="6167804" y="4864687"/>
                <a:ext cx="12686" cy="44417"/>
              </a:xfrm>
              <a:custGeom>
                <a:avLst/>
                <a:gdLst>
                  <a:gd name="connsiteX0" fmla="*/ 236 w 12686"/>
                  <a:gd name="connsiteY0" fmla="*/ 286 h 44417"/>
                  <a:gd name="connsiteX1" fmla="*/ 236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236" y="286"/>
                    </a:moveTo>
                    <a:lnTo>
                      <a:pt x="236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758B3DBE-CD21-356C-1597-8A8041716ED9}"/>
                  </a:ext>
                </a:extLst>
              </p:cNvPr>
              <p:cNvSpPr/>
              <p:nvPr/>
            </p:nvSpPr>
            <p:spPr>
              <a:xfrm>
                <a:off x="6734117" y="4864687"/>
                <a:ext cx="12686" cy="44417"/>
              </a:xfrm>
              <a:custGeom>
                <a:avLst/>
                <a:gdLst>
                  <a:gd name="connsiteX0" fmla="*/ 281 w 12686"/>
                  <a:gd name="connsiteY0" fmla="*/ 286 h 44417"/>
                  <a:gd name="connsiteX1" fmla="*/ 281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281" y="286"/>
                    </a:moveTo>
                    <a:lnTo>
                      <a:pt x="281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884576C1-00E3-E8DE-1402-8ADF1F6BFC13}"/>
                  </a:ext>
                </a:extLst>
              </p:cNvPr>
              <p:cNvSpPr/>
              <p:nvPr/>
            </p:nvSpPr>
            <p:spPr>
              <a:xfrm>
                <a:off x="7300430" y="4864687"/>
                <a:ext cx="12686" cy="44417"/>
              </a:xfrm>
              <a:custGeom>
                <a:avLst/>
                <a:gdLst>
                  <a:gd name="connsiteX0" fmla="*/ 325 w 12686"/>
                  <a:gd name="connsiteY0" fmla="*/ 286 h 44417"/>
                  <a:gd name="connsiteX1" fmla="*/ 325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325" y="286"/>
                    </a:moveTo>
                    <a:lnTo>
                      <a:pt x="325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187DA37B-6917-B332-F63B-2DCD9A1377E4}"/>
                  </a:ext>
                </a:extLst>
              </p:cNvPr>
              <p:cNvSpPr/>
              <p:nvPr/>
            </p:nvSpPr>
            <p:spPr>
              <a:xfrm>
                <a:off x="7866743" y="4864687"/>
                <a:ext cx="12686" cy="44417"/>
              </a:xfrm>
              <a:custGeom>
                <a:avLst/>
                <a:gdLst>
                  <a:gd name="connsiteX0" fmla="*/ 370 w 12686"/>
                  <a:gd name="connsiteY0" fmla="*/ 286 h 44417"/>
                  <a:gd name="connsiteX1" fmla="*/ 370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370" y="286"/>
                    </a:moveTo>
                    <a:lnTo>
                      <a:pt x="370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F0B8ED73-14F3-F08A-4D71-92DA93ADE515}"/>
                  </a:ext>
                </a:extLst>
              </p:cNvPr>
              <p:cNvSpPr/>
              <p:nvPr/>
            </p:nvSpPr>
            <p:spPr>
              <a:xfrm>
                <a:off x="8433056" y="4864687"/>
                <a:ext cx="12686" cy="44417"/>
              </a:xfrm>
              <a:custGeom>
                <a:avLst/>
                <a:gdLst>
                  <a:gd name="connsiteX0" fmla="*/ 415 w 12686"/>
                  <a:gd name="connsiteY0" fmla="*/ 286 h 44417"/>
                  <a:gd name="connsiteX1" fmla="*/ 415 w 12686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6" h="44417">
                    <a:moveTo>
                      <a:pt x="415" y="286"/>
                    </a:moveTo>
                    <a:lnTo>
                      <a:pt x="415" y="4470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66" name="Graphic 2">
              <a:extLst>
                <a:ext uri="{FF2B5EF4-FFF2-40B4-BE49-F238E27FC236}">
                  <a16:creationId xmlns:a16="http://schemas.microsoft.com/office/drawing/2014/main" id="{902F0D07-679D-F8AA-625A-5899761B8812}"/>
                </a:ext>
              </a:extLst>
            </p:cNvPr>
            <p:cNvGrpSpPr/>
            <p:nvPr/>
          </p:nvGrpSpPr>
          <p:grpSpPr>
            <a:xfrm>
              <a:off x="3577804" y="2269379"/>
              <a:ext cx="324747" cy="2362067"/>
              <a:chOff x="3577804" y="2269379"/>
              <a:chExt cx="324747" cy="2362067"/>
            </a:xfrm>
            <a:solidFill>
              <a:srgbClr val="000000"/>
            </a:solidFill>
          </p:grpSpPr>
          <p:grpSp>
            <p:nvGrpSpPr>
              <p:cNvPr id="67" name="Graphic 2">
                <a:extLst>
                  <a:ext uri="{FF2B5EF4-FFF2-40B4-BE49-F238E27FC236}">
                    <a16:creationId xmlns:a16="http://schemas.microsoft.com/office/drawing/2014/main" id="{92091E19-9C28-A346-018F-BA39C0837A98}"/>
                  </a:ext>
                </a:extLst>
              </p:cNvPr>
              <p:cNvGrpSpPr/>
              <p:nvPr/>
            </p:nvGrpSpPr>
            <p:grpSpPr>
              <a:xfrm>
                <a:off x="3577804" y="4535453"/>
                <a:ext cx="324747" cy="95994"/>
                <a:chOff x="3577804" y="4535453"/>
                <a:chExt cx="324747" cy="95994"/>
              </a:xfrm>
              <a:solidFill>
                <a:srgbClr val="000000"/>
              </a:solidFill>
            </p:grpSpPr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C15A74BC-CF88-A5ED-F7E3-B1A0A43E03D5}"/>
                    </a:ext>
                  </a:extLst>
                </p:cNvPr>
                <p:cNvSpPr/>
                <p:nvPr/>
              </p:nvSpPr>
              <p:spPr>
                <a:xfrm>
                  <a:off x="3858149" y="4581427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64 h 12690"/>
                    <a:gd name="connsiteX1" fmla="*/ 58 w 44401"/>
                    <a:gd name="connsiteY1" fmla="*/ 264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64"/>
                      </a:moveTo>
                      <a:lnTo>
                        <a:pt x="58" y="26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69" name="Graphic 2">
                  <a:extLst>
                    <a:ext uri="{FF2B5EF4-FFF2-40B4-BE49-F238E27FC236}">
                      <a16:creationId xmlns:a16="http://schemas.microsoft.com/office/drawing/2014/main" id="{57BFACCA-2264-6A57-05BE-B6979955907C}"/>
                    </a:ext>
                  </a:extLst>
                </p:cNvPr>
                <p:cNvGrpSpPr/>
                <p:nvPr/>
              </p:nvGrpSpPr>
              <p:grpSpPr>
                <a:xfrm>
                  <a:off x="3577804" y="4535453"/>
                  <a:ext cx="227514" cy="95994"/>
                  <a:chOff x="3577804" y="4535453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70" name="Freeform: Shape 69">
                    <a:extLst>
                      <a:ext uri="{FF2B5EF4-FFF2-40B4-BE49-F238E27FC236}">
                        <a16:creationId xmlns:a16="http://schemas.microsoft.com/office/drawing/2014/main" id="{CB62E768-AE5E-40B5-80C6-5FD6F92EE438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4537119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49 h 92524"/>
                      <a:gd name="connsiteX1" fmla="*/ 8171 w 67395"/>
                      <a:gd name="connsiteY1" fmla="*/ 30154 h 92524"/>
                      <a:gd name="connsiteX2" fmla="*/ 39767 w 67395"/>
                      <a:gd name="connsiteY2" fmla="*/ 30154 h 92524"/>
                      <a:gd name="connsiteX3" fmla="*/ 39767 w 67395"/>
                      <a:gd name="connsiteY3" fmla="*/ 79549 h 92524"/>
                      <a:gd name="connsiteX4" fmla="*/ 36477 w 67395"/>
                      <a:gd name="connsiteY4" fmla="*/ 90455 h 92524"/>
                      <a:gd name="connsiteX5" fmla="*/ 52216 w 67395"/>
                      <a:gd name="connsiteY5" fmla="*/ 90455 h 92524"/>
                      <a:gd name="connsiteX6" fmla="*/ 52216 w 67395"/>
                      <a:gd name="connsiteY6" fmla="*/ 30154 h 92524"/>
                      <a:gd name="connsiteX7" fmla="*/ 65417 w 67395"/>
                      <a:gd name="connsiteY7" fmla="*/ 30154 h 92524"/>
                      <a:gd name="connsiteX8" fmla="*/ 65417 w 67395"/>
                      <a:gd name="connsiteY8" fmla="*/ 19743 h 92524"/>
                      <a:gd name="connsiteX9" fmla="*/ 52216 w 67395"/>
                      <a:gd name="connsiteY9" fmla="*/ 19743 h 92524"/>
                      <a:gd name="connsiteX10" fmla="*/ 52216 w 67395"/>
                      <a:gd name="connsiteY10" fmla="*/ -2069 h 92524"/>
                      <a:gd name="connsiteX11" fmla="*/ 39767 w 67395"/>
                      <a:gd name="connsiteY11" fmla="*/ -2069 h 92524"/>
                      <a:gd name="connsiteX12" fmla="*/ 39767 w 67395"/>
                      <a:gd name="connsiteY12" fmla="*/ 19743 h 92524"/>
                      <a:gd name="connsiteX13" fmla="*/ -1978 w 67395"/>
                      <a:gd name="connsiteY13" fmla="*/ 19743 h 92524"/>
                      <a:gd name="connsiteX14" fmla="*/ -1978 w 67395"/>
                      <a:gd name="connsiteY14" fmla="*/ 31819 h 92524"/>
                      <a:gd name="connsiteX15" fmla="*/ 36477 w 67395"/>
                      <a:gd name="connsiteY15" fmla="*/ 9045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49"/>
                        </a:moveTo>
                        <a:lnTo>
                          <a:pt x="8171" y="30154"/>
                        </a:lnTo>
                        <a:lnTo>
                          <a:pt x="39767" y="30154"/>
                        </a:lnTo>
                        <a:lnTo>
                          <a:pt x="39767" y="79549"/>
                        </a:lnTo>
                        <a:close/>
                        <a:moveTo>
                          <a:pt x="36477" y="90455"/>
                        </a:moveTo>
                        <a:lnTo>
                          <a:pt x="52216" y="90455"/>
                        </a:lnTo>
                        <a:lnTo>
                          <a:pt x="52216" y="30154"/>
                        </a:lnTo>
                        <a:lnTo>
                          <a:pt x="65417" y="30154"/>
                        </a:lnTo>
                        <a:lnTo>
                          <a:pt x="65417" y="19743"/>
                        </a:lnTo>
                        <a:lnTo>
                          <a:pt x="52216" y="19743"/>
                        </a:lnTo>
                        <a:lnTo>
                          <a:pt x="52216" y="-2069"/>
                        </a:lnTo>
                        <a:lnTo>
                          <a:pt x="39767" y="-2069"/>
                        </a:lnTo>
                        <a:lnTo>
                          <a:pt x="39767" y="19743"/>
                        </a:lnTo>
                        <a:lnTo>
                          <a:pt x="-1978" y="19743"/>
                        </a:lnTo>
                        <a:lnTo>
                          <a:pt x="-1978" y="31819"/>
                        </a:lnTo>
                        <a:lnTo>
                          <a:pt x="36477" y="904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1" name="Freeform: Shape 70">
                    <a:extLst>
                      <a:ext uri="{FF2B5EF4-FFF2-40B4-BE49-F238E27FC236}">
                        <a16:creationId xmlns:a16="http://schemas.microsoft.com/office/drawing/2014/main" id="{C4FB82F7-3D64-326D-CC08-30EFE82AABCD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916" y="4535453"/>
                    <a:ext cx="63431" cy="95994"/>
                  </a:xfrm>
                  <a:custGeom>
                    <a:avLst/>
                    <a:gdLst>
                      <a:gd name="connsiteX0" fmla="*/ 29723 w 63431"/>
                      <a:gd name="connsiteY0" fmla="*/ 43681 h 95994"/>
                      <a:gd name="connsiteX1" fmla="*/ 15688 w 63431"/>
                      <a:gd name="connsiteY1" fmla="*/ 38902 h 95994"/>
                      <a:gd name="connsiteX2" fmla="*/ 10594 w 63431"/>
                      <a:gd name="connsiteY2" fmla="*/ 25775 h 95994"/>
                      <a:gd name="connsiteX3" fmla="*/ 15688 w 63431"/>
                      <a:gd name="connsiteY3" fmla="*/ 12628 h 95994"/>
                      <a:gd name="connsiteX4" fmla="*/ 29723 w 63431"/>
                      <a:gd name="connsiteY4" fmla="*/ 7849 h 95994"/>
                      <a:gd name="connsiteX5" fmla="*/ 43777 w 63431"/>
                      <a:gd name="connsiteY5" fmla="*/ 12648 h 95994"/>
                      <a:gd name="connsiteX6" fmla="*/ 48930 w 63431"/>
                      <a:gd name="connsiteY6" fmla="*/ 25775 h 95994"/>
                      <a:gd name="connsiteX7" fmla="*/ 43816 w 63431"/>
                      <a:gd name="connsiteY7" fmla="*/ 38902 h 95994"/>
                      <a:gd name="connsiteX8" fmla="*/ 29723 w 63431"/>
                      <a:gd name="connsiteY8" fmla="*/ 43681 h 95994"/>
                      <a:gd name="connsiteX9" fmla="*/ 17215 w 63431"/>
                      <a:gd name="connsiteY9" fmla="*/ 48995 h 95994"/>
                      <a:gd name="connsiteX10" fmla="*/ 4667 w 63431"/>
                      <a:gd name="connsiteY10" fmla="*/ 56491 h 95994"/>
                      <a:gd name="connsiteX11" fmla="*/ 187 w 63431"/>
                      <a:gd name="connsiteY11" fmla="*/ 69955 h 95994"/>
                      <a:gd name="connsiteX12" fmla="*/ 8077 w 63431"/>
                      <a:gd name="connsiteY12" fmla="*/ 87484 h 95994"/>
                      <a:gd name="connsiteX13" fmla="*/ 29723 w 63431"/>
                      <a:gd name="connsiteY13" fmla="*/ 93929 h 95994"/>
                      <a:gd name="connsiteX14" fmla="*/ 51408 w 63431"/>
                      <a:gd name="connsiteY14" fmla="*/ 87484 h 95994"/>
                      <a:gd name="connsiteX15" fmla="*/ 59278 w 63431"/>
                      <a:gd name="connsiteY15" fmla="*/ 69955 h 95994"/>
                      <a:gd name="connsiteX16" fmla="*/ 54778 w 63431"/>
                      <a:gd name="connsiteY16" fmla="*/ 56491 h 95994"/>
                      <a:gd name="connsiteX17" fmla="*/ 42310 w 63431"/>
                      <a:gd name="connsiteY17" fmla="*/ 48995 h 95994"/>
                      <a:gd name="connsiteX18" fmla="*/ 56384 w 63431"/>
                      <a:gd name="connsiteY18" fmla="*/ 40746 h 95994"/>
                      <a:gd name="connsiteX19" fmla="*/ 61438 w 63431"/>
                      <a:gd name="connsiteY19" fmla="*/ 25775 h 95994"/>
                      <a:gd name="connsiteX20" fmla="*/ 53232 w 63431"/>
                      <a:gd name="connsiteY20" fmla="*/ 5113 h 95994"/>
                      <a:gd name="connsiteX21" fmla="*/ 29723 w 63431"/>
                      <a:gd name="connsiteY21" fmla="*/ -2066 h 95994"/>
                      <a:gd name="connsiteX22" fmla="*/ 6213 w 63431"/>
                      <a:gd name="connsiteY22" fmla="*/ 5113 h 95994"/>
                      <a:gd name="connsiteX23" fmla="*/ -1993 w 63431"/>
                      <a:gd name="connsiteY23" fmla="*/ 25775 h 95994"/>
                      <a:gd name="connsiteX24" fmla="*/ 3082 w 63431"/>
                      <a:gd name="connsiteY24" fmla="*/ 40746 h 95994"/>
                      <a:gd name="connsiteX25" fmla="*/ 17215 w 63431"/>
                      <a:gd name="connsiteY25" fmla="*/ 48995 h 95994"/>
                      <a:gd name="connsiteX26" fmla="*/ 12636 w 63431"/>
                      <a:gd name="connsiteY26" fmla="*/ 68765 h 95994"/>
                      <a:gd name="connsiteX27" fmla="*/ 17116 w 63431"/>
                      <a:gd name="connsiteY27" fmla="*/ 57562 h 95994"/>
                      <a:gd name="connsiteX28" fmla="*/ 29723 w 63431"/>
                      <a:gd name="connsiteY28" fmla="*/ 53536 h 95994"/>
                      <a:gd name="connsiteX29" fmla="*/ 42330 w 63431"/>
                      <a:gd name="connsiteY29" fmla="*/ 57562 h 95994"/>
                      <a:gd name="connsiteX30" fmla="*/ 46889 w 63431"/>
                      <a:gd name="connsiteY30" fmla="*/ 68765 h 95994"/>
                      <a:gd name="connsiteX31" fmla="*/ 42330 w 63431"/>
                      <a:gd name="connsiteY31" fmla="*/ 79989 h 95994"/>
                      <a:gd name="connsiteX32" fmla="*/ 29723 w 63431"/>
                      <a:gd name="connsiteY32" fmla="*/ 84014 h 95994"/>
                      <a:gd name="connsiteX33" fmla="*/ 17116 w 63431"/>
                      <a:gd name="connsiteY33" fmla="*/ 79989 h 95994"/>
                      <a:gd name="connsiteX34" fmla="*/ 12636 w 63431"/>
                      <a:gd name="connsiteY34" fmla="*/ 6876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29723" y="43681"/>
                        </a:moveTo>
                        <a:cubicBezTo>
                          <a:pt x="23776" y="43681"/>
                          <a:pt x="19098" y="42088"/>
                          <a:pt x="15688" y="38902"/>
                        </a:cubicBezTo>
                        <a:cubicBezTo>
                          <a:pt x="12292" y="35716"/>
                          <a:pt x="10594" y="31340"/>
                          <a:pt x="10594" y="25775"/>
                        </a:cubicBezTo>
                        <a:cubicBezTo>
                          <a:pt x="10594" y="20196"/>
                          <a:pt x="12292" y="15814"/>
                          <a:pt x="15688" y="12628"/>
                        </a:cubicBezTo>
                        <a:cubicBezTo>
                          <a:pt x="19098" y="9442"/>
                          <a:pt x="23776" y="7849"/>
                          <a:pt x="29723" y="7849"/>
                        </a:cubicBezTo>
                        <a:cubicBezTo>
                          <a:pt x="35669" y="7849"/>
                          <a:pt x="40354" y="9449"/>
                          <a:pt x="43777" y="12648"/>
                        </a:cubicBezTo>
                        <a:cubicBezTo>
                          <a:pt x="47212" y="15860"/>
                          <a:pt x="48930" y="20236"/>
                          <a:pt x="48930" y="25775"/>
                        </a:cubicBezTo>
                        <a:cubicBezTo>
                          <a:pt x="48930" y="31340"/>
                          <a:pt x="47226" y="35716"/>
                          <a:pt x="43816" y="38902"/>
                        </a:cubicBezTo>
                        <a:cubicBezTo>
                          <a:pt x="40420" y="42088"/>
                          <a:pt x="35722" y="43681"/>
                          <a:pt x="29723" y="43681"/>
                        </a:cubicBezTo>
                        <a:close/>
                        <a:moveTo>
                          <a:pt x="17215" y="48995"/>
                        </a:moveTo>
                        <a:cubicBezTo>
                          <a:pt x="11850" y="50317"/>
                          <a:pt x="7667" y="52816"/>
                          <a:pt x="4667" y="56491"/>
                        </a:cubicBezTo>
                        <a:cubicBezTo>
                          <a:pt x="1681" y="60179"/>
                          <a:pt x="187" y="64667"/>
                          <a:pt x="187" y="69955"/>
                        </a:cubicBezTo>
                        <a:cubicBezTo>
                          <a:pt x="187" y="77345"/>
                          <a:pt x="2817" y="83188"/>
                          <a:pt x="8077" y="87484"/>
                        </a:cubicBezTo>
                        <a:cubicBezTo>
                          <a:pt x="13349" y="91780"/>
                          <a:pt x="20565" y="93929"/>
                          <a:pt x="29723" y="93929"/>
                        </a:cubicBezTo>
                        <a:cubicBezTo>
                          <a:pt x="38933" y="93929"/>
                          <a:pt x="46162" y="91780"/>
                          <a:pt x="51408" y="87484"/>
                        </a:cubicBezTo>
                        <a:cubicBezTo>
                          <a:pt x="56654" y="83188"/>
                          <a:pt x="59278" y="77345"/>
                          <a:pt x="59278" y="69955"/>
                        </a:cubicBezTo>
                        <a:cubicBezTo>
                          <a:pt x="59278" y="64667"/>
                          <a:pt x="57778" y="60179"/>
                          <a:pt x="54778" y="56491"/>
                        </a:cubicBezTo>
                        <a:cubicBezTo>
                          <a:pt x="51791" y="52816"/>
                          <a:pt x="47635" y="50317"/>
                          <a:pt x="42310" y="48995"/>
                        </a:cubicBezTo>
                        <a:cubicBezTo>
                          <a:pt x="48336" y="47594"/>
                          <a:pt x="53027" y="44844"/>
                          <a:pt x="56384" y="40746"/>
                        </a:cubicBezTo>
                        <a:cubicBezTo>
                          <a:pt x="59753" y="36661"/>
                          <a:pt x="61438" y="31671"/>
                          <a:pt x="61438" y="25775"/>
                        </a:cubicBezTo>
                        <a:cubicBezTo>
                          <a:pt x="61438" y="16799"/>
                          <a:pt x="58703" y="9911"/>
                          <a:pt x="53232" y="5113"/>
                        </a:cubicBezTo>
                        <a:cubicBezTo>
                          <a:pt x="47761" y="327"/>
                          <a:pt x="39924" y="-2066"/>
                          <a:pt x="29723" y="-2066"/>
                        </a:cubicBezTo>
                        <a:cubicBezTo>
                          <a:pt x="19534" y="-2066"/>
                          <a:pt x="11698" y="327"/>
                          <a:pt x="6213" y="5113"/>
                        </a:cubicBezTo>
                        <a:cubicBezTo>
                          <a:pt x="743" y="9911"/>
                          <a:pt x="-1993" y="16799"/>
                          <a:pt x="-1993" y="25775"/>
                        </a:cubicBezTo>
                        <a:cubicBezTo>
                          <a:pt x="-1993" y="31671"/>
                          <a:pt x="-301" y="36661"/>
                          <a:pt x="3082" y="40746"/>
                        </a:cubicBezTo>
                        <a:cubicBezTo>
                          <a:pt x="6478" y="44844"/>
                          <a:pt x="11189" y="47594"/>
                          <a:pt x="17215" y="48995"/>
                        </a:cubicBezTo>
                        <a:close/>
                        <a:moveTo>
                          <a:pt x="12636" y="68765"/>
                        </a:moveTo>
                        <a:cubicBezTo>
                          <a:pt x="12636" y="63980"/>
                          <a:pt x="14129" y="60245"/>
                          <a:pt x="17116" y="57562"/>
                        </a:cubicBezTo>
                        <a:cubicBezTo>
                          <a:pt x="20115" y="54878"/>
                          <a:pt x="24318" y="53536"/>
                          <a:pt x="29723" y="53536"/>
                        </a:cubicBezTo>
                        <a:cubicBezTo>
                          <a:pt x="35101" y="53536"/>
                          <a:pt x="39303" y="54878"/>
                          <a:pt x="42330" y="57562"/>
                        </a:cubicBezTo>
                        <a:cubicBezTo>
                          <a:pt x="45369" y="60245"/>
                          <a:pt x="46889" y="63980"/>
                          <a:pt x="46889" y="68765"/>
                        </a:cubicBezTo>
                        <a:cubicBezTo>
                          <a:pt x="46889" y="73564"/>
                          <a:pt x="45369" y="77305"/>
                          <a:pt x="42330" y="79989"/>
                        </a:cubicBezTo>
                        <a:cubicBezTo>
                          <a:pt x="39303" y="82672"/>
                          <a:pt x="35101" y="84014"/>
                          <a:pt x="29723" y="84014"/>
                        </a:cubicBezTo>
                        <a:cubicBezTo>
                          <a:pt x="24318" y="84014"/>
                          <a:pt x="20115" y="82672"/>
                          <a:pt x="17116" y="79989"/>
                        </a:cubicBezTo>
                        <a:cubicBezTo>
                          <a:pt x="14129" y="77305"/>
                          <a:pt x="12636" y="73564"/>
                          <a:pt x="12636" y="6876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2" name="Freeform: Shape 71">
                    <a:extLst>
                      <a:ext uri="{FF2B5EF4-FFF2-40B4-BE49-F238E27FC236}">
                        <a16:creationId xmlns:a16="http://schemas.microsoft.com/office/drawing/2014/main" id="{7F023DE1-6CE2-602F-C5FE-D3375C015324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535453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4014 h 95994"/>
                      <a:gd name="connsiteX1" fmla="*/ 15437 w 63926"/>
                      <a:gd name="connsiteY1" fmla="*/ 74496 h 95994"/>
                      <a:gd name="connsiteX2" fmla="*/ 10580 w 63926"/>
                      <a:gd name="connsiteY2" fmla="*/ 45902 h 95994"/>
                      <a:gd name="connsiteX3" fmla="*/ 15437 w 63926"/>
                      <a:gd name="connsiteY3" fmla="*/ 17367 h 95994"/>
                      <a:gd name="connsiteX4" fmla="*/ 29966 w 63926"/>
                      <a:gd name="connsiteY4" fmla="*/ 7849 h 95994"/>
                      <a:gd name="connsiteX5" fmla="*/ 44556 w 63926"/>
                      <a:gd name="connsiteY5" fmla="*/ 17367 h 95994"/>
                      <a:gd name="connsiteX6" fmla="*/ 49432 w 63926"/>
                      <a:gd name="connsiteY6" fmla="*/ 45902 h 95994"/>
                      <a:gd name="connsiteX7" fmla="*/ 44556 w 63926"/>
                      <a:gd name="connsiteY7" fmla="*/ 74496 h 95994"/>
                      <a:gd name="connsiteX8" fmla="*/ 29966 w 63926"/>
                      <a:gd name="connsiteY8" fmla="*/ 84014 h 95994"/>
                      <a:gd name="connsiteX9" fmla="*/ 29966 w 63926"/>
                      <a:gd name="connsiteY9" fmla="*/ 93929 h 95994"/>
                      <a:gd name="connsiteX10" fmla="*/ 53733 w 63926"/>
                      <a:gd name="connsiteY10" fmla="*/ 81615 h 95994"/>
                      <a:gd name="connsiteX11" fmla="*/ 61940 w 63926"/>
                      <a:gd name="connsiteY11" fmla="*/ 45902 h 95994"/>
                      <a:gd name="connsiteX12" fmla="*/ 53733 w 63926"/>
                      <a:gd name="connsiteY12" fmla="*/ 10229 h 95994"/>
                      <a:gd name="connsiteX13" fmla="*/ 29966 w 63926"/>
                      <a:gd name="connsiteY13" fmla="*/ -2066 h 95994"/>
                      <a:gd name="connsiteX14" fmla="*/ 6219 w 63926"/>
                      <a:gd name="connsiteY14" fmla="*/ 10229 h 95994"/>
                      <a:gd name="connsiteX15" fmla="*/ -1987 w 63926"/>
                      <a:gd name="connsiteY15" fmla="*/ 45902 h 95994"/>
                      <a:gd name="connsiteX16" fmla="*/ 6219 w 63926"/>
                      <a:gd name="connsiteY16" fmla="*/ 81615 h 95994"/>
                      <a:gd name="connsiteX17" fmla="*/ 29966 w 63926"/>
                      <a:gd name="connsiteY17" fmla="*/ 9392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4014"/>
                        </a:moveTo>
                        <a:cubicBezTo>
                          <a:pt x="23531" y="84014"/>
                          <a:pt x="18688" y="80841"/>
                          <a:pt x="15437" y="74496"/>
                        </a:cubicBezTo>
                        <a:cubicBezTo>
                          <a:pt x="12199" y="68164"/>
                          <a:pt x="10580" y="58632"/>
                          <a:pt x="10580" y="45902"/>
                        </a:cubicBezTo>
                        <a:cubicBezTo>
                          <a:pt x="10580" y="33224"/>
                          <a:pt x="12199" y="23713"/>
                          <a:pt x="15437" y="17367"/>
                        </a:cubicBezTo>
                        <a:cubicBezTo>
                          <a:pt x="18688" y="11022"/>
                          <a:pt x="23531" y="7849"/>
                          <a:pt x="29966" y="7849"/>
                        </a:cubicBezTo>
                        <a:cubicBezTo>
                          <a:pt x="36455" y="7849"/>
                          <a:pt x="41318" y="11022"/>
                          <a:pt x="44556" y="17367"/>
                        </a:cubicBezTo>
                        <a:cubicBezTo>
                          <a:pt x="47806" y="23713"/>
                          <a:pt x="49432" y="33224"/>
                          <a:pt x="49432" y="45902"/>
                        </a:cubicBezTo>
                        <a:cubicBezTo>
                          <a:pt x="49432" y="58632"/>
                          <a:pt x="47806" y="68164"/>
                          <a:pt x="44556" y="74496"/>
                        </a:cubicBezTo>
                        <a:cubicBezTo>
                          <a:pt x="41318" y="80841"/>
                          <a:pt x="36455" y="84014"/>
                          <a:pt x="29966" y="84014"/>
                        </a:cubicBezTo>
                        <a:close/>
                        <a:moveTo>
                          <a:pt x="29966" y="93929"/>
                        </a:moveTo>
                        <a:cubicBezTo>
                          <a:pt x="40340" y="93929"/>
                          <a:pt x="48262" y="89824"/>
                          <a:pt x="53733" y="81615"/>
                        </a:cubicBezTo>
                        <a:cubicBezTo>
                          <a:pt x="59204" y="73418"/>
                          <a:pt x="61940" y="61514"/>
                          <a:pt x="61940" y="45902"/>
                        </a:cubicBezTo>
                        <a:cubicBezTo>
                          <a:pt x="61940" y="30329"/>
                          <a:pt x="59204" y="18438"/>
                          <a:pt x="53733" y="10229"/>
                        </a:cubicBezTo>
                        <a:cubicBezTo>
                          <a:pt x="48262" y="2033"/>
                          <a:pt x="40340" y="-2066"/>
                          <a:pt x="29966" y="-2066"/>
                        </a:cubicBezTo>
                        <a:cubicBezTo>
                          <a:pt x="19606" y="-2066"/>
                          <a:pt x="11690" y="2033"/>
                          <a:pt x="6219" y="10229"/>
                        </a:cubicBezTo>
                        <a:cubicBezTo>
                          <a:pt x="748" y="18438"/>
                          <a:pt x="-1987" y="30329"/>
                          <a:pt x="-1987" y="45902"/>
                        </a:cubicBezTo>
                        <a:cubicBezTo>
                          <a:pt x="-1987" y="61514"/>
                          <a:pt x="748" y="73418"/>
                          <a:pt x="6219" y="81615"/>
                        </a:cubicBezTo>
                        <a:cubicBezTo>
                          <a:pt x="11690" y="89824"/>
                          <a:pt x="19606" y="93929"/>
                          <a:pt x="29966" y="939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73" name="Graphic 2">
                <a:extLst>
                  <a:ext uri="{FF2B5EF4-FFF2-40B4-BE49-F238E27FC236}">
                    <a16:creationId xmlns:a16="http://schemas.microsoft.com/office/drawing/2014/main" id="{DCB6DC09-837E-EAC7-213C-FF0AA0A7C035}"/>
                  </a:ext>
                </a:extLst>
              </p:cNvPr>
              <p:cNvGrpSpPr/>
              <p:nvPr/>
            </p:nvGrpSpPr>
            <p:grpSpPr>
              <a:xfrm>
                <a:off x="3577804" y="3968934"/>
                <a:ext cx="324747" cy="95994"/>
                <a:chOff x="3577804" y="3968934"/>
                <a:chExt cx="324747" cy="95994"/>
              </a:xfrm>
              <a:solidFill>
                <a:srgbClr val="000000"/>
              </a:solidFill>
            </p:grpSpPr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C88F5A26-4411-5BE1-FF29-14DF2C4BD27D}"/>
                    </a:ext>
                  </a:extLst>
                </p:cNvPr>
                <p:cNvSpPr/>
                <p:nvPr/>
              </p:nvSpPr>
              <p:spPr>
                <a:xfrm>
                  <a:off x="3858149" y="4014909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19 h 12690"/>
                    <a:gd name="connsiteX1" fmla="*/ 58 w 44401"/>
                    <a:gd name="connsiteY1" fmla="*/ 21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19"/>
                      </a:moveTo>
                      <a:lnTo>
                        <a:pt x="58" y="219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75" name="Graphic 2">
                  <a:extLst>
                    <a:ext uri="{FF2B5EF4-FFF2-40B4-BE49-F238E27FC236}">
                      <a16:creationId xmlns:a16="http://schemas.microsoft.com/office/drawing/2014/main" id="{30BB5B17-30B1-D4F1-3FA4-FC63A54C57A6}"/>
                    </a:ext>
                  </a:extLst>
                </p:cNvPr>
                <p:cNvGrpSpPr/>
                <p:nvPr/>
              </p:nvGrpSpPr>
              <p:grpSpPr>
                <a:xfrm>
                  <a:off x="3577804" y="3968934"/>
                  <a:ext cx="227514" cy="95994"/>
                  <a:chOff x="3577804" y="3968934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76" name="Freeform: Shape 75">
                    <a:extLst>
                      <a:ext uri="{FF2B5EF4-FFF2-40B4-BE49-F238E27FC236}">
                        <a16:creationId xmlns:a16="http://schemas.microsoft.com/office/drawing/2014/main" id="{ABBADAA2-8281-51F1-7DB0-FAD639E17DAB}"/>
                      </a:ext>
                    </a:extLst>
                  </p:cNvPr>
                  <p:cNvSpPr/>
                  <p:nvPr/>
                </p:nvSpPr>
                <p:spPr>
                  <a:xfrm flipV="1">
                    <a:off x="3577804" y="3970600"/>
                    <a:ext cx="67395" cy="92524"/>
                  </a:xfrm>
                  <a:custGeom>
                    <a:avLst/>
                    <a:gdLst>
                      <a:gd name="connsiteX0" fmla="*/ 39767 w 67395"/>
                      <a:gd name="connsiteY0" fmla="*/ 79504 h 92524"/>
                      <a:gd name="connsiteX1" fmla="*/ 8171 w 67395"/>
                      <a:gd name="connsiteY1" fmla="*/ 30109 h 92524"/>
                      <a:gd name="connsiteX2" fmla="*/ 39767 w 67395"/>
                      <a:gd name="connsiteY2" fmla="*/ 30109 h 92524"/>
                      <a:gd name="connsiteX3" fmla="*/ 39767 w 67395"/>
                      <a:gd name="connsiteY3" fmla="*/ 79504 h 92524"/>
                      <a:gd name="connsiteX4" fmla="*/ 36477 w 67395"/>
                      <a:gd name="connsiteY4" fmla="*/ 90410 h 92524"/>
                      <a:gd name="connsiteX5" fmla="*/ 52216 w 67395"/>
                      <a:gd name="connsiteY5" fmla="*/ 90410 h 92524"/>
                      <a:gd name="connsiteX6" fmla="*/ 52216 w 67395"/>
                      <a:gd name="connsiteY6" fmla="*/ 30109 h 92524"/>
                      <a:gd name="connsiteX7" fmla="*/ 65417 w 67395"/>
                      <a:gd name="connsiteY7" fmla="*/ 30109 h 92524"/>
                      <a:gd name="connsiteX8" fmla="*/ 65417 w 67395"/>
                      <a:gd name="connsiteY8" fmla="*/ 19699 h 92524"/>
                      <a:gd name="connsiteX9" fmla="*/ 52216 w 67395"/>
                      <a:gd name="connsiteY9" fmla="*/ 19699 h 92524"/>
                      <a:gd name="connsiteX10" fmla="*/ 52216 w 67395"/>
                      <a:gd name="connsiteY10" fmla="*/ -2114 h 92524"/>
                      <a:gd name="connsiteX11" fmla="*/ 39767 w 67395"/>
                      <a:gd name="connsiteY11" fmla="*/ -2114 h 92524"/>
                      <a:gd name="connsiteX12" fmla="*/ 39767 w 67395"/>
                      <a:gd name="connsiteY12" fmla="*/ 19699 h 92524"/>
                      <a:gd name="connsiteX13" fmla="*/ -1978 w 67395"/>
                      <a:gd name="connsiteY13" fmla="*/ 19699 h 92524"/>
                      <a:gd name="connsiteX14" fmla="*/ -1978 w 67395"/>
                      <a:gd name="connsiteY14" fmla="*/ 31775 h 92524"/>
                      <a:gd name="connsiteX15" fmla="*/ 36477 w 67395"/>
                      <a:gd name="connsiteY15" fmla="*/ 904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67" y="79504"/>
                        </a:moveTo>
                        <a:lnTo>
                          <a:pt x="8171" y="30109"/>
                        </a:lnTo>
                        <a:lnTo>
                          <a:pt x="39767" y="30109"/>
                        </a:lnTo>
                        <a:lnTo>
                          <a:pt x="39767" y="79504"/>
                        </a:lnTo>
                        <a:close/>
                        <a:moveTo>
                          <a:pt x="36477" y="90410"/>
                        </a:moveTo>
                        <a:lnTo>
                          <a:pt x="52216" y="90410"/>
                        </a:lnTo>
                        <a:lnTo>
                          <a:pt x="52216" y="30109"/>
                        </a:lnTo>
                        <a:lnTo>
                          <a:pt x="65417" y="30109"/>
                        </a:lnTo>
                        <a:lnTo>
                          <a:pt x="65417" y="19699"/>
                        </a:lnTo>
                        <a:lnTo>
                          <a:pt x="52216" y="19699"/>
                        </a:lnTo>
                        <a:lnTo>
                          <a:pt x="52216" y="-2114"/>
                        </a:lnTo>
                        <a:lnTo>
                          <a:pt x="39767" y="-2114"/>
                        </a:lnTo>
                        <a:lnTo>
                          <a:pt x="39767" y="19699"/>
                        </a:lnTo>
                        <a:lnTo>
                          <a:pt x="-1978" y="19699"/>
                        </a:lnTo>
                        <a:lnTo>
                          <a:pt x="-1978" y="31775"/>
                        </a:lnTo>
                        <a:lnTo>
                          <a:pt x="36477" y="90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7" name="Freeform: Shape 76">
                    <a:extLst>
                      <a:ext uri="{FF2B5EF4-FFF2-40B4-BE49-F238E27FC236}">
                        <a16:creationId xmlns:a16="http://schemas.microsoft.com/office/drawing/2014/main" id="{F5A96713-4712-2F10-4EB1-30107C74A0E8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301" y="3968934"/>
                    <a:ext cx="63807" cy="95994"/>
                  </a:xfrm>
                  <a:custGeom>
                    <a:avLst/>
                    <a:gdLst>
                      <a:gd name="connsiteX0" fmla="*/ 3975 w 63807"/>
                      <a:gd name="connsiteY0" fmla="*/ 1618 h 95994"/>
                      <a:gd name="connsiteX1" fmla="*/ 3975 w 63807"/>
                      <a:gd name="connsiteY1" fmla="*/ 13020 h 95994"/>
                      <a:gd name="connsiteX2" fmla="*/ 13510 w 63807"/>
                      <a:gd name="connsiteY2" fmla="*/ 9609 h 95994"/>
                      <a:gd name="connsiteX3" fmla="*/ 23005 w 63807"/>
                      <a:gd name="connsiteY3" fmla="*/ 8439 h 95994"/>
                      <a:gd name="connsiteX4" fmla="*/ 41915 w 63807"/>
                      <a:gd name="connsiteY4" fmla="*/ 16767 h 95994"/>
                      <a:gd name="connsiteX5" fmla="*/ 49388 w 63807"/>
                      <a:gd name="connsiteY5" fmla="*/ 42090 h 95994"/>
                      <a:gd name="connsiteX6" fmla="*/ 40270 w 63807"/>
                      <a:gd name="connsiteY6" fmla="*/ 33900 h 95994"/>
                      <a:gd name="connsiteX7" fmla="*/ 28079 w 63807"/>
                      <a:gd name="connsiteY7" fmla="*/ 31045 h 95994"/>
                      <a:gd name="connsiteX8" fmla="*/ 6116 w 63807"/>
                      <a:gd name="connsiteY8" fmla="*/ 39432 h 95994"/>
                      <a:gd name="connsiteX9" fmla="*/ -1971 w 63807"/>
                      <a:gd name="connsiteY9" fmla="*/ 62415 h 95994"/>
                      <a:gd name="connsiteX10" fmla="*/ 6453 w 63807"/>
                      <a:gd name="connsiteY10" fmla="*/ 85258 h 95994"/>
                      <a:gd name="connsiteX11" fmla="*/ 28872 w 63807"/>
                      <a:gd name="connsiteY11" fmla="*/ 93884 h 95994"/>
                      <a:gd name="connsiteX12" fmla="*/ 53372 w 63807"/>
                      <a:gd name="connsiteY12" fmla="*/ 81570 h 95994"/>
                      <a:gd name="connsiteX13" fmla="*/ 61836 w 63807"/>
                      <a:gd name="connsiteY13" fmla="*/ 45857 h 95994"/>
                      <a:gd name="connsiteX14" fmla="*/ 51449 w 63807"/>
                      <a:gd name="connsiteY14" fmla="*/ 10938 h 95994"/>
                      <a:gd name="connsiteX15" fmla="*/ 23560 w 63807"/>
                      <a:gd name="connsiteY15" fmla="*/ -2110 h 95994"/>
                      <a:gd name="connsiteX16" fmla="*/ 14005 w 63807"/>
                      <a:gd name="connsiteY16" fmla="*/ -1178 h 95994"/>
                      <a:gd name="connsiteX17" fmla="*/ 3975 w 63807"/>
                      <a:gd name="connsiteY17" fmla="*/ 1618 h 95994"/>
                      <a:gd name="connsiteX18" fmla="*/ 28872 w 63807"/>
                      <a:gd name="connsiteY18" fmla="*/ 40840 h 95994"/>
                      <a:gd name="connsiteX19" fmla="*/ 42212 w 63807"/>
                      <a:gd name="connsiteY19" fmla="*/ 46591 h 95994"/>
                      <a:gd name="connsiteX20" fmla="*/ 47148 w 63807"/>
                      <a:gd name="connsiteY20" fmla="*/ 62415 h 95994"/>
                      <a:gd name="connsiteX21" fmla="*/ 42212 w 63807"/>
                      <a:gd name="connsiteY21" fmla="*/ 78179 h 95994"/>
                      <a:gd name="connsiteX22" fmla="*/ 28872 w 63807"/>
                      <a:gd name="connsiteY22" fmla="*/ 83969 h 95994"/>
                      <a:gd name="connsiteX23" fmla="*/ 15532 w 63807"/>
                      <a:gd name="connsiteY23" fmla="*/ 78179 h 95994"/>
                      <a:gd name="connsiteX24" fmla="*/ 10616 w 63807"/>
                      <a:gd name="connsiteY24" fmla="*/ 62415 h 95994"/>
                      <a:gd name="connsiteX25" fmla="*/ 15532 w 63807"/>
                      <a:gd name="connsiteY25" fmla="*/ 46591 h 95994"/>
                      <a:gd name="connsiteX26" fmla="*/ 28872 w 63807"/>
                      <a:gd name="connsiteY26" fmla="*/ 4084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3975" y="1618"/>
                        </a:moveTo>
                        <a:lnTo>
                          <a:pt x="3975" y="13020"/>
                        </a:lnTo>
                        <a:cubicBezTo>
                          <a:pt x="7120" y="11526"/>
                          <a:pt x="10298" y="10389"/>
                          <a:pt x="13510" y="9609"/>
                        </a:cubicBezTo>
                        <a:cubicBezTo>
                          <a:pt x="16734" y="8829"/>
                          <a:pt x="19899" y="8439"/>
                          <a:pt x="23005" y="8439"/>
                        </a:cubicBezTo>
                        <a:cubicBezTo>
                          <a:pt x="31264" y="8439"/>
                          <a:pt x="37567" y="11215"/>
                          <a:pt x="41915" y="16767"/>
                        </a:cubicBezTo>
                        <a:cubicBezTo>
                          <a:pt x="46276" y="22320"/>
                          <a:pt x="48767" y="30760"/>
                          <a:pt x="49388" y="42090"/>
                        </a:cubicBezTo>
                        <a:cubicBezTo>
                          <a:pt x="46996" y="38534"/>
                          <a:pt x="43957" y="35804"/>
                          <a:pt x="40270" y="33900"/>
                        </a:cubicBezTo>
                        <a:cubicBezTo>
                          <a:pt x="36596" y="31996"/>
                          <a:pt x="32532" y="31045"/>
                          <a:pt x="28079" y="31045"/>
                        </a:cubicBezTo>
                        <a:cubicBezTo>
                          <a:pt x="18829" y="31045"/>
                          <a:pt x="11508" y="33841"/>
                          <a:pt x="6116" y="39432"/>
                        </a:cubicBezTo>
                        <a:cubicBezTo>
                          <a:pt x="724" y="45038"/>
                          <a:pt x="-1971" y="52698"/>
                          <a:pt x="-1971" y="62415"/>
                        </a:cubicBezTo>
                        <a:cubicBezTo>
                          <a:pt x="-1971" y="71906"/>
                          <a:pt x="837" y="79521"/>
                          <a:pt x="6453" y="85258"/>
                        </a:cubicBezTo>
                        <a:cubicBezTo>
                          <a:pt x="12069" y="91009"/>
                          <a:pt x="19542" y="93884"/>
                          <a:pt x="28872" y="93884"/>
                        </a:cubicBezTo>
                        <a:cubicBezTo>
                          <a:pt x="39576" y="93884"/>
                          <a:pt x="47743" y="89779"/>
                          <a:pt x="53372" y="81570"/>
                        </a:cubicBezTo>
                        <a:cubicBezTo>
                          <a:pt x="59015" y="73374"/>
                          <a:pt x="61836" y="61470"/>
                          <a:pt x="61836" y="45857"/>
                        </a:cubicBezTo>
                        <a:cubicBezTo>
                          <a:pt x="61836" y="31276"/>
                          <a:pt x="58374" y="19636"/>
                          <a:pt x="51449" y="10938"/>
                        </a:cubicBezTo>
                        <a:cubicBezTo>
                          <a:pt x="44538" y="2239"/>
                          <a:pt x="35241" y="-2110"/>
                          <a:pt x="23560" y="-2110"/>
                        </a:cubicBezTo>
                        <a:cubicBezTo>
                          <a:pt x="20414" y="-2110"/>
                          <a:pt x="17230" y="-1800"/>
                          <a:pt x="14005" y="-1178"/>
                        </a:cubicBezTo>
                        <a:cubicBezTo>
                          <a:pt x="10794" y="-557"/>
                          <a:pt x="7451" y="375"/>
                          <a:pt x="3975" y="1618"/>
                        </a:cubicBezTo>
                        <a:close/>
                        <a:moveTo>
                          <a:pt x="28872" y="40840"/>
                        </a:moveTo>
                        <a:cubicBezTo>
                          <a:pt x="34488" y="40840"/>
                          <a:pt x="38935" y="42757"/>
                          <a:pt x="42212" y="46591"/>
                        </a:cubicBezTo>
                        <a:cubicBezTo>
                          <a:pt x="45503" y="50438"/>
                          <a:pt x="47148" y="55712"/>
                          <a:pt x="47148" y="62415"/>
                        </a:cubicBezTo>
                        <a:cubicBezTo>
                          <a:pt x="47148" y="69064"/>
                          <a:pt x="45503" y="74319"/>
                          <a:pt x="42212" y="78179"/>
                        </a:cubicBezTo>
                        <a:cubicBezTo>
                          <a:pt x="38935" y="82039"/>
                          <a:pt x="34488" y="83969"/>
                          <a:pt x="28872" y="83969"/>
                        </a:cubicBezTo>
                        <a:cubicBezTo>
                          <a:pt x="23256" y="83969"/>
                          <a:pt x="18809" y="82039"/>
                          <a:pt x="15532" y="78179"/>
                        </a:cubicBezTo>
                        <a:cubicBezTo>
                          <a:pt x="12254" y="74319"/>
                          <a:pt x="10616" y="69064"/>
                          <a:pt x="10616" y="62415"/>
                        </a:cubicBezTo>
                        <a:cubicBezTo>
                          <a:pt x="10616" y="55712"/>
                          <a:pt x="12254" y="50438"/>
                          <a:pt x="15532" y="46591"/>
                        </a:cubicBezTo>
                        <a:cubicBezTo>
                          <a:pt x="18809" y="42757"/>
                          <a:pt x="23256" y="40840"/>
                          <a:pt x="28872" y="408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8" name="Freeform: Shape 77">
                    <a:extLst>
                      <a:ext uri="{FF2B5EF4-FFF2-40B4-BE49-F238E27FC236}">
                        <a16:creationId xmlns:a16="http://schemas.microsoft.com/office/drawing/2014/main" id="{4568946E-8824-6846-FBD9-9FF3A632E778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968934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69 h 95994"/>
                      <a:gd name="connsiteX1" fmla="*/ 15437 w 63926"/>
                      <a:gd name="connsiteY1" fmla="*/ 74451 h 95994"/>
                      <a:gd name="connsiteX2" fmla="*/ 10580 w 63926"/>
                      <a:gd name="connsiteY2" fmla="*/ 45857 h 95994"/>
                      <a:gd name="connsiteX3" fmla="*/ 15437 w 63926"/>
                      <a:gd name="connsiteY3" fmla="*/ 17323 h 95994"/>
                      <a:gd name="connsiteX4" fmla="*/ 29966 w 63926"/>
                      <a:gd name="connsiteY4" fmla="*/ 7805 h 95994"/>
                      <a:gd name="connsiteX5" fmla="*/ 44556 w 63926"/>
                      <a:gd name="connsiteY5" fmla="*/ 17323 h 95994"/>
                      <a:gd name="connsiteX6" fmla="*/ 49432 w 63926"/>
                      <a:gd name="connsiteY6" fmla="*/ 45857 h 95994"/>
                      <a:gd name="connsiteX7" fmla="*/ 44556 w 63926"/>
                      <a:gd name="connsiteY7" fmla="*/ 74451 h 95994"/>
                      <a:gd name="connsiteX8" fmla="*/ 29966 w 63926"/>
                      <a:gd name="connsiteY8" fmla="*/ 83969 h 95994"/>
                      <a:gd name="connsiteX9" fmla="*/ 29966 w 63926"/>
                      <a:gd name="connsiteY9" fmla="*/ 93884 h 95994"/>
                      <a:gd name="connsiteX10" fmla="*/ 53733 w 63926"/>
                      <a:gd name="connsiteY10" fmla="*/ 81570 h 95994"/>
                      <a:gd name="connsiteX11" fmla="*/ 61940 w 63926"/>
                      <a:gd name="connsiteY11" fmla="*/ 45857 h 95994"/>
                      <a:gd name="connsiteX12" fmla="*/ 53733 w 63926"/>
                      <a:gd name="connsiteY12" fmla="*/ 10184 h 95994"/>
                      <a:gd name="connsiteX13" fmla="*/ 29966 w 63926"/>
                      <a:gd name="connsiteY13" fmla="*/ -2110 h 95994"/>
                      <a:gd name="connsiteX14" fmla="*/ 6219 w 63926"/>
                      <a:gd name="connsiteY14" fmla="*/ 10184 h 95994"/>
                      <a:gd name="connsiteX15" fmla="*/ -1987 w 63926"/>
                      <a:gd name="connsiteY15" fmla="*/ 45857 h 95994"/>
                      <a:gd name="connsiteX16" fmla="*/ 6219 w 63926"/>
                      <a:gd name="connsiteY16" fmla="*/ 81570 h 95994"/>
                      <a:gd name="connsiteX17" fmla="*/ 29966 w 63926"/>
                      <a:gd name="connsiteY17" fmla="*/ 938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69"/>
                        </a:moveTo>
                        <a:cubicBezTo>
                          <a:pt x="23531" y="83969"/>
                          <a:pt x="18688" y="80797"/>
                          <a:pt x="15437" y="74451"/>
                        </a:cubicBezTo>
                        <a:cubicBezTo>
                          <a:pt x="12199" y="68119"/>
                          <a:pt x="10580" y="58588"/>
                          <a:pt x="10580" y="45857"/>
                        </a:cubicBezTo>
                        <a:cubicBezTo>
                          <a:pt x="10580" y="33180"/>
                          <a:pt x="12199" y="23668"/>
                          <a:pt x="15437" y="17323"/>
                        </a:cubicBezTo>
                        <a:cubicBezTo>
                          <a:pt x="18688" y="10977"/>
                          <a:pt x="23531" y="7805"/>
                          <a:pt x="29966" y="7805"/>
                        </a:cubicBezTo>
                        <a:cubicBezTo>
                          <a:pt x="36455" y="7805"/>
                          <a:pt x="41318" y="10977"/>
                          <a:pt x="44556" y="17323"/>
                        </a:cubicBezTo>
                        <a:cubicBezTo>
                          <a:pt x="47806" y="23668"/>
                          <a:pt x="49432" y="33180"/>
                          <a:pt x="49432" y="45857"/>
                        </a:cubicBezTo>
                        <a:cubicBezTo>
                          <a:pt x="49432" y="58588"/>
                          <a:pt x="47806" y="68119"/>
                          <a:pt x="44556" y="74451"/>
                        </a:cubicBezTo>
                        <a:cubicBezTo>
                          <a:pt x="41318" y="80797"/>
                          <a:pt x="36455" y="83969"/>
                          <a:pt x="29966" y="83969"/>
                        </a:cubicBezTo>
                        <a:close/>
                        <a:moveTo>
                          <a:pt x="29966" y="93884"/>
                        </a:moveTo>
                        <a:cubicBezTo>
                          <a:pt x="40340" y="93884"/>
                          <a:pt x="48262" y="89779"/>
                          <a:pt x="53733" y="81570"/>
                        </a:cubicBezTo>
                        <a:cubicBezTo>
                          <a:pt x="59204" y="73374"/>
                          <a:pt x="61940" y="61470"/>
                          <a:pt x="61940" y="45857"/>
                        </a:cubicBezTo>
                        <a:cubicBezTo>
                          <a:pt x="61940" y="30284"/>
                          <a:pt x="59204" y="18393"/>
                          <a:pt x="53733" y="10184"/>
                        </a:cubicBezTo>
                        <a:cubicBezTo>
                          <a:pt x="48262" y="1988"/>
                          <a:pt x="40340" y="-2110"/>
                          <a:pt x="29966" y="-2110"/>
                        </a:cubicBezTo>
                        <a:cubicBezTo>
                          <a:pt x="19606" y="-2110"/>
                          <a:pt x="11690" y="1988"/>
                          <a:pt x="6219" y="10184"/>
                        </a:cubicBezTo>
                        <a:cubicBezTo>
                          <a:pt x="748" y="18393"/>
                          <a:pt x="-1987" y="30284"/>
                          <a:pt x="-1987" y="45857"/>
                        </a:cubicBezTo>
                        <a:cubicBezTo>
                          <a:pt x="-1987" y="61470"/>
                          <a:pt x="748" y="73374"/>
                          <a:pt x="6219" y="81570"/>
                        </a:cubicBezTo>
                        <a:cubicBezTo>
                          <a:pt x="11690" y="89779"/>
                          <a:pt x="19606" y="93884"/>
                          <a:pt x="29966" y="938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79" name="Graphic 2">
                <a:extLst>
                  <a:ext uri="{FF2B5EF4-FFF2-40B4-BE49-F238E27FC236}">
                    <a16:creationId xmlns:a16="http://schemas.microsoft.com/office/drawing/2014/main" id="{93BF9B49-4FCF-FBC7-6C4E-439667CF2A1B}"/>
                  </a:ext>
                </a:extLst>
              </p:cNvPr>
              <p:cNvGrpSpPr/>
              <p:nvPr/>
            </p:nvGrpSpPr>
            <p:grpSpPr>
              <a:xfrm>
                <a:off x="3581391" y="3402416"/>
                <a:ext cx="321159" cy="95994"/>
                <a:chOff x="3581391" y="3402416"/>
                <a:chExt cx="321159" cy="95994"/>
              </a:xfrm>
              <a:solidFill>
                <a:srgbClr val="000000"/>
              </a:solidFill>
            </p:grpSpPr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0A4DB341-4918-E674-EBB8-CEC739EC94BB}"/>
                    </a:ext>
                  </a:extLst>
                </p:cNvPr>
                <p:cNvSpPr/>
                <p:nvPr/>
              </p:nvSpPr>
              <p:spPr>
                <a:xfrm>
                  <a:off x="3858149" y="3448391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75 h 12690"/>
                    <a:gd name="connsiteX1" fmla="*/ 58 w 44401"/>
                    <a:gd name="connsiteY1" fmla="*/ 17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75"/>
                      </a:moveTo>
                      <a:lnTo>
                        <a:pt x="58" y="17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81" name="Graphic 2">
                  <a:extLst>
                    <a:ext uri="{FF2B5EF4-FFF2-40B4-BE49-F238E27FC236}">
                      <a16:creationId xmlns:a16="http://schemas.microsoft.com/office/drawing/2014/main" id="{A4767DB3-EDC5-B1ED-A191-40CC6B7D6CA7}"/>
                    </a:ext>
                  </a:extLst>
                </p:cNvPr>
                <p:cNvGrpSpPr/>
                <p:nvPr/>
              </p:nvGrpSpPr>
              <p:grpSpPr>
                <a:xfrm>
                  <a:off x="3581391" y="3402416"/>
                  <a:ext cx="223926" cy="95994"/>
                  <a:chOff x="3581391" y="3402416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82" name="Freeform: Shape 81">
                    <a:extLst>
                      <a:ext uri="{FF2B5EF4-FFF2-40B4-BE49-F238E27FC236}">
                        <a16:creationId xmlns:a16="http://schemas.microsoft.com/office/drawing/2014/main" id="{243ACDB4-302D-C459-FC13-E2A3B18F6A40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3404082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16 h 94328"/>
                      <a:gd name="connsiteX1" fmla="*/ 51056 w 59843"/>
                      <a:gd name="connsiteY1" fmla="*/ 92216 h 94328"/>
                      <a:gd name="connsiteX2" fmla="*/ 51056 w 59843"/>
                      <a:gd name="connsiteY2" fmla="*/ 81667 h 94328"/>
                      <a:gd name="connsiteX3" fmla="*/ 13393 w 59843"/>
                      <a:gd name="connsiteY3" fmla="*/ 81667 h 94328"/>
                      <a:gd name="connsiteX4" fmla="*/ 13393 w 59843"/>
                      <a:gd name="connsiteY4" fmla="*/ 59002 h 94328"/>
                      <a:gd name="connsiteX5" fmla="*/ 18825 w 59843"/>
                      <a:gd name="connsiteY5" fmla="*/ 60390 h 94328"/>
                      <a:gd name="connsiteX6" fmla="*/ 24296 w 59843"/>
                      <a:gd name="connsiteY6" fmla="*/ 60846 h 94328"/>
                      <a:gd name="connsiteX7" fmla="*/ 48816 w 59843"/>
                      <a:gd name="connsiteY7" fmla="*/ 52359 h 94328"/>
                      <a:gd name="connsiteX8" fmla="*/ 57874 w 59843"/>
                      <a:gd name="connsiteY8" fmla="*/ 29376 h 94328"/>
                      <a:gd name="connsiteX9" fmla="*/ 48578 w 59843"/>
                      <a:gd name="connsiteY9" fmla="*/ 6156 h 94328"/>
                      <a:gd name="connsiteX10" fmla="*/ 22373 w 59843"/>
                      <a:gd name="connsiteY10" fmla="*/ -2113 h 94328"/>
                      <a:gd name="connsiteX11" fmla="*/ 10499 w 59843"/>
                      <a:gd name="connsiteY11" fmla="*/ -1121 h 94328"/>
                      <a:gd name="connsiteX12" fmla="*/ -1969 w 59843"/>
                      <a:gd name="connsiteY12" fmla="*/ 1853 h 94328"/>
                      <a:gd name="connsiteX13" fmla="*/ -1969 w 59843"/>
                      <a:gd name="connsiteY13" fmla="*/ 14445 h 94328"/>
                      <a:gd name="connsiteX14" fmla="*/ 9548 w 59843"/>
                      <a:gd name="connsiteY14" fmla="*/ 9924 h 94328"/>
                      <a:gd name="connsiteX15" fmla="*/ 22115 w 59843"/>
                      <a:gd name="connsiteY15" fmla="*/ 8437 h 94328"/>
                      <a:gd name="connsiteX16" fmla="*/ 39083 w 59843"/>
                      <a:gd name="connsiteY16" fmla="*/ 14068 h 94328"/>
                      <a:gd name="connsiteX17" fmla="*/ 45347 w 59843"/>
                      <a:gd name="connsiteY17" fmla="*/ 29376 h 94328"/>
                      <a:gd name="connsiteX18" fmla="*/ 39083 w 59843"/>
                      <a:gd name="connsiteY18" fmla="*/ 44665 h 94328"/>
                      <a:gd name="connsiteX19" fmla="*/ 22115 w 59843"/>
                      <a:gd name="connsiteY19" fmla="*/ 50316 h 94328"/>
                      <a:gd name="connsiteX20" fmla="*/ 12105 w 59843"/>
                      <a:gd name="connsiteY20" fmla="*/ 49206 h 94328"/>
                      <a:gd name="connsiteX21" fmla="*/ 1936 w 59843"/>
                      <a:gd name="connsiteY21" fmla="*/ 45736 h 94328"/>
                      <a:gd name="connsiteX22" fmla="*/ 1936 w 59843"/>
                      <a:gd name="connsiteY22" fmla="*/ 9221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16"/>
                        </a:moveTo>
                        <a:lnTo>
                          <a:pt x="51056" y="92216"/>
                        </a:lnTo>
                        <a:lnTo>
                          <a:pt x="51056" y="81667"/>
                        </a:lnTo>
                        <a:lnTo>
                          <a:pt x="13393" y="81667"/>
                        </a:lnTo>
                        <a:lnTo>
                          <a:pt x="13393" y="59002"/>
                        </a:lnTo>
                        <a:cubicBezTo>
                          <a:pt x="15204" y="59623"/>
                          <a:pt x="17014" y="60086"/>
                          <a:pt x="18825" y="60390"/>
                        </a:cubicBezTo>
                        <a:cubicBezTo>
                          <a:pt x="20648" y="60694"/>
                          <a:pt x="22472" y="60846"/>
                          <a:pt x="24296" y="60846"/>
                        </a:cubicBezTo>
                        <a:cubicBezTo>
                          <a:pt x="34616" y="60846"/>
                          <a:pt x="42790" y="58017"/>
                          <a:pt x="48816" y="52359"/>
                        </a:cubicBezTo>
                        <a:cubicBezTo>
                          <a:pt x="54855" y="46701"/>
                          <a:pt x="57874" y="39040"/>
                          <a:pt x="57874" y="29376"/>
                        </a:cubicBezTo>
                        <a:cubicBezTo>
                          <a:pt x="57874" y="19422"/>
                          <a:pt x="54776" y="11682"/>
                          <a:pt x="48578" y="6156"/>
                        </a:cubicBezTo>
                        <a:cubicBezTo>
                          <a:pt x="42380" y="644"/>
                          <a:pt x="33645" y="-2113"/>
                          <a:pt x="22373" y="-2113"/>
                        </a:cubicBezTo>
                        <a:cubicBezTo>
                          <a:pt x="18488" y="-2113"/>
                          <a:pt x="14530" y="-1782"/>
                          <a:pt x="10499" y="-1121"/>
                        </a:cubicBezTo>
                        <a:cubicBezTo>
                          <a:pt x="6482" y="-460"/>
                          <a:pt x="2326" y="531"/>
                          <a:pt x="-1969" y="1853"/>
                        </a:cubicBezTo>
                        <a:lnTo>
                          <a:pt x="-1969" y="14445"/>
                        </a:lnTo>
                        <a:cubicBezTo>
                          <a:pt x="1745" y="12422"/>
                          <a:pt x="5583" y="10915"/>
                          <a:pt x="9548" y="9924"/>
                        </a:cubicBezTo>
                        <a:cubicBezTo>
                          <a:pt x="13512" y="8932"/>
                          <a:pt x="17701" y="8437"/>
                          <a:pt x="22115" y="8437"/>
                        </a:cubicBezTo>
                        <a:cubicBezTo>
                          <a:pt x="29264" y="8437"/>
                          <a:pt x="34920" y="10314"/>
                          <a:pt x="39083" y="14068"/>
                        </a:cubicBezTo>
                        <a:cubicBezTo>
                          <a:pt x="43259" y="17822"/>
                          <a:pt x="45347" y="22925"/>
                          <a:pt x="45347" y="29376"/>
                        </a:cubicBezTo>
                        <a:cubicBezTo>
                          <a:pt x="45347" y="35814"/>
                          <a:pt x="43259" y="40910"/>
                          <a:pt x="39083" y="44665"/>
                        </a:cubicBezTo>
                        <a:cubicBezTo>
                          <a:pt x="34920" y="48432"/>
                          <a:pt x="29264" y="50316"/>
                          <a:pt x="22115" y="50316"/>
                        </a:cubicBezTo>
                        <a:cubicBezTo>
                          <a:pt x="18772" y="50316"/>
                          <a:pt x="15435" y="49946"/>
                          <a:pt x="12105" y="49206"/>
                        </a:cubicBezTo>
                        <a:cubicBezTo>
                          <a:pt x="8788" y="48465"/>
                          <a:pt x="5398" y="47309"/>
                          <a:pt x="1936" y="45736"/>
                        </a:cubicBezTo>
                        <a:lnTo>
                          <a:pt x="1936" y="922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3" name="Freeform: Shape 82">
                    <a:extLst>
                      <a:ext uri="{FF2B5EF4-FFF2-40B4-BE49-F238E27FC236}">
                        <a16:creationId xmlns:a16="http://schemas.microsoft.com/office/drawing/2014/main" id="{10F96415-C80A-D316-C8C1-37E552423B20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678" y="3402416"/>
                    <a:ext cx="63926" cy="95994"/>
                  </a:xfrm>
                  <a:custGeom>
                    <a:avLst/>
                    <a:gdLst>
                      <a:gd name="connsiteX0" fmla="*/ 29960 w 63926"/>
                      <a:gd name="connsiteY0" fmla="*/ 83925 h 95994"/>
                      <a:gd name="connsiteX1" fmla="*/ 15430 w 63926"/>
                      <a:gd name="connsiteY1" fmla="*/ 74407 h 95994"/>
                      <a:gd name="connsiteX2" fmla="*/ 10574 w 63926"/>
                      <a:gd name="connsiteY2" fmla="*/ 45813 h 95994"/>
                      <a:gd name="connsiteX3" fmla="*/ 15430 w 63926"/>
                      <a:gd name="connsiteY3" fmla="*/ 17278 h 95994"/>
                      <a:gd name="connsiteX4" fmla="*/ 29960 w 63926"/>
                      <a:gd name="connsiteY4" fmla="*/ 7760 h 95994"/>
                      <a:gd name="connsiteX5" fmla="*/ 44549 w 63926"/>
                      <a:gd name="connsiteY5" fmla="*/ 17278 h 95994"/>
                      <a:gd name="connsiteX6" fmla="*/ 49425 w 63926"/>
                      <a:gd name="connsiteY6" fmla="*/ 45813 h 95994"/>
                      <a:gd name="connsiteX7" fmla="*/ 44549 w 63926"/>
                      <a:gd name="connsiteY7" fmla="*/ 74407 h 95994"/>
                      <a:gd name="connsiteX8" fmla="*/ 29960 w 63926"/>
                      <a:gd name="connsiteY8" fmla="*/ 83925 h 95994"/>
                      <a:gd name="connsiteX9" fmla="*/ 29960 w 63926"/>
                      <a:gd name="connsiteY9" fmla="*/ 93839 h 95994"/>
                      <a:gd name="connsiteX10" fmla="*/ 53727 w 63926"/>
                      <a:gd name="connsiteY10" fmla="*/ 81525 h 95994"/>
                      <a:gd name="connsiteX11" fmla="*/ 61933 w 63926"/>
                      <a:gd name="connsiteY11" fmla="*/ 45813 h 95994"/>
                      <a:gd name="connsiteX12" fmla="*/ 53727 w 63926"/>
                      <a:gd name="connsiteY12" fmla="*/ 10139 h 95994"/>
                      <a:gd name="connsiteX13" fmla="*/ 29960 w 63926"/>
                      <a:gd name="connsiteY13" fmla="*/ -2155 h 95994"/>
                      <a:gd name="connsiteX14" fmla="*/ 6213 w 63926"/>
                      <a:gd name="connsiteY14" fmla="*/ 10139 h 95994"/>
                      <a:gd name="connsiteX15" fmla="*/ -1993 w 63926"/>
                      <a:gd name="connsiteY15" fmla="*/ 45813 h 95994"/>
                      <a:gd name="connsiteX16" fmla="*/ 6213 w 63926"/>
                      <a:gd name="connsiteY16" fmla="*/ 81525 h 95994"/>
                      <a:gd name="connsiteX17" fmla="*/ 29960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0" y="83925"/>
                        </a:moveTo>
                        <a:cubicBezTo>
                          <a:pt x="23524" y="83925"/>
                          <a:pt x="18681" y="80752"/>
                          <a:pt x="15430" y="74407"/>
                        </a:cubicBezTo>
                        <a:cubicBezTo>
                          <a:pt x="12193" y="68074"/>
                          <a:pt x="10574" y="58543"/>
                          <a:pt x="10574" y="45813"/>
                        </a:cubicBezTo>
                        <a:cubicBezTo>
                          <a:pt x="10574" y="33135"/>
                          <a:pt x="12193" y="23623"/>
                          <a:pt x="15430" y="17278"/>
                        </a:cubicBezTo>
                        <a:cubicBezTo>
                          <a:pt x="18681" y="10933"/>
                          <a:pt x="23524" y="7760"/>
                          <a:pt x="29960" y="7760"/>
                        </a:cubicBezTo>
                        <a:cubicBezTo>
                          <a:pt x="36448" y="7760"/>
                          <a:pt x="41312" y="10933"/>
                          <a:pt x="44549" y="17278"/>
                        </a:cubicBezTo>
                        <a:cubicBezTo>
                          <a:pt x="47800" y="23623"/>
                          <a:pt x="49425" y="33135"/>
                          <a:pt x="49425" y="45813"/>
                        </a:cubicBezTo>
                        <a:cubicBezTo>
                          <a:pt x="49425" y="58543"/>
                          <a:pt x="47800" y="68074"/>
                          <a:pt x="44549" y="74407"/>
                        </a:cubicBezTo>
                        <a:cubicBezTo>
                          <a:pt x="41312" y="80752"/>
                          <a:pt x="36448" y="83925"/>
                          <a:pt x="29960" y="83925"/>
                        </a:cubicBezTo>
                        <a:close/>
                        <a:moveTo>
                          <a:pt x="29960" y="93839"/>
                        </a:moveTo>
                        <a:cubicBezTo>
                          <a:pt x="40334" y="93839"/>
                          <a:pt x="48256" y="89735"/>
                          <a:pt x="53727" y="81525"/>
                        </a:cubicBezTo>
                        <a:cubicBezTo>
                          <a:pt x="59198" y="73329"/>
                          <a:pt x="61933" y="61425"/>
                          <a:pt x="61933" y="45813"/>
                        </a:cubicBezTo>
                        <a:cubicBezTo>
                          <a:pt x="61933" y="30240"/>
                          <a:pt x="59198" y="18349"/>
                          <a:pt x="53727" y="10139"/>
                        </a:cubicBezTo>
                        <a:cubicBezTo>
                          <a:pt x="48256" y="1943"/>
                          <a:pt x="40334" y="-2155"/>
                          <a:pt x="29960" y="-2155"/>
                        </a:cubicBezTo>
                        <a:cubicBezTo>
                          <a:pt x="19600" y="-2155"/>
                          <a:pt x="11684" y="1943"/>
                          <a:pt x="6213" y="10139"/>
                        </a:cubicBezTo>
                        <a:cubicBezTo>
                          <a:pt x="742" y="18349"/>
                          <a:pt x="-1993" y="30240"/>
                          <a:pt x="-1993" y="45813"/>
                        </a:cubicBezTo>
                        <a:cubicBezTo>
                          <a:pt x="-1993" y="61425"/>
                          <a:pt x="742" y="73329"/>
                          <a:pt x="6213" y="81525"/>
                        </a:cubicBezTo>
                        <a:cubicBezTo>
                          <a:pt x="11684" y="89735"/>
                          <a:pt x="19600" y="93839"/>
                          <a:pt x="29960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4" name="Freeform: Shape 83">
                    <a:extLst>
                      <a:ext uri="{FF2B5EF4-FFF2-40B4-BE49-F238E27FC236}">
                        <a16:creationId xmlns:a16="http://schemas.microsoft.com/office/drawing/2014/main" id="{1731AD84-F123-46C3-AA3C-8FDDEFC30D5A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402416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25 h 95994"/>
                      <a:gd name="connsiteX1" fmla="*/ 15437 w 63926"/>
                      <a:gd name="connsiteY1" fmla="*/ 74407 h 95994"/>
                      <a:gd name="connsiteX2" fmla="*/ 10580 w 63926"/>
                      <a:gd name="connsiteY2" fmla="*/ 45813 h 95994"/>
                      <a:gd name="connsiteX3" fmla="*/ 15437 w 63926"/>
                      <a:gd name="connsiteY3" fmla="*/ 17278 h 95994"/>
                      <a:gd name="connsiteX4" fmla="*/ 29966 w 63926"/>
                      <a:gd name="connsiteY4" fmla="*/ 7760 h 95994"/>
                      <a:gd name="connsiteX5" fmla="*/ 44556 w 63926"/>
                      <a:gd name="connsiteY5" fmla="*/ 17278 h 95994"/>
                      <a:gd name="connsiteX6" fmla="*/ 49432 w 63926"/>
                      <a:gd name="connsiteY6" fmla="*/ 45813 h 95994"/>
                      <a:gd name="connsiteX7" fmla="*/ 44556 w 63926"/>
                      <a:gd name="connsiteY7" fmla="*/ 74407 h 95994"/>
                      <a:gd name="connsiteX8" fmla="*/ 29966 w 63926"/>
                      <a:gd name="connsiteY8" fmla="*/ 83925 h 95994"/>
                      <a:gd name="connsiteX9" fmla="*/ 29966 w 63926"/>
                      <a:gd name="connsiteY9" fmla="*/ 93839 h 95994"/>
                      <a:gd name="connsiteX10" fmla="*/ 53733 w 63926"/>
                      <a:gd name="connsiteY10" fmla="*/ 81525 h 95994"/>
                      <a:gd name="connsiteX11" fmla="*/ 61940 w 63926"/>
                      <a:gd name="connsiteY11" fmla="*/ 45813 h 95994"/>
                      <a:gd name="connsiteX12" fmla="*/ 53733 w 63926"/>
                      <a:gd name="connsiteY12" fmla="*/ 10139 h 95994"/>
                      <a:gd name="connsiteX13" fmla="*/ 29966 w 63926"/>
                      <a:gd name="connsiteY13" fmla="*/ -2155 h 95994"/>
                      <a:gd name="connsiteX14" fmla="*/ 6219 w 63926"/>
                      <a:gd name="connsiteY14" fmla="*/ 10139 h 95994"/>
                      <a:gd name="connsiteX15" fmla="*/ -1987 w 63926"/>
                      <a:gd name="connsiteY15" fmla="*/ 45813 h 95994"/>
                      <a:gd name="connsiteX16" fmla="*/ 6219 w 63926"/>
                      <a:gd name="connsiteY16" fmla="*/ 81525 h 95994"/>
                      <a:gd name="connsiteX17" fmla="*/ 29966 w 63926"/>
                      <a:gd name="connsiteY17" fmla="*/ 9383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25"/>
                        </a:moveTo>
                        <a:cubicBezTo>
                          <a:pt x="23531" y="83925"/>
                          <a:pt x="18688" y="80752"/>
                          <a:pt x="15437" y="74407"/>
                        </a:cubicBezTo>
                        <a:cubicBezTo>
                          <a:pt x="12199" y="68074"/>
                          <a:pt x="10580" y="58543"/>
                          <a:pt x="10580" y="45813"/>
                        </a:cubicBezTo>
                        <a:cubicBezTo>
                          <a:pt x="10580" y="33135"/>
                          <a:pt x="12199" y="23623"/>
                          <a:pt x="15437" y="17278"/>
                        </a:cubicBezTo>
                        <a:cubicBezTo>
                          <a:pt x="18688" y="10933"/>
                          <a:pt x="23531" y="7760"/>
                          <a:pt x="29966" y="7760"/>
                        </a:cubicBezTo>
                        <a:cubicBezTo>
                          <a:pt x="36455" y="7760"/>
                          <a:pt x="41318" y="10933"/>
                          <a:pt x="44556" y="17278"/>
                        </a:cubicBezTo>
                        <a:cubicBezTo>
                          <a:pt x="47806" y="23623"/>
                          <a:pt x="49432" y="33135"/>
                          <a:pt x="49432" y="45813"/>
                        </a:cubicBezTo>
                        <a:cubicBezTo>
                          <a:pt x="49432" y="58543"/>
                          <a:pt x="47806" y="68074"/>
                          <a:pt x="44556" y="74407"/>
                        </a:cubicBezTo>
                        <a:cubicBezTo>
                          <a:pt x="41318" y="80752"/>
                          <a:pt x="36455" y="83925"/>
                          <a:pt x="29966" y="83925"/>
                        </a:cubicBezTo>
                        <a:close/>
                        <a:moveTo>
                          <a:pt x="29966" y="93839"/>
                        </a:moveTo>
                        <a:cubicBezTo>
                          <a:pt x="40340" y="93839"/>
                          <a:pt x="48262" y="89735"/>
                          <a:pt x="53733" y="81525"/>
                        </a:cubicBezTo>
                        <a:cubicBezTo>
                          <a:pt x="59204" y="73329"/>
                          <a:pt x="61940" y="61425"/>
                          <a:pt x="61940" y="45813"/>
                        </a:cubicBezTo>
                        <a:cubicBezTo>
                          <a:pt x="61940" y="30240"/>
                          <a:pt x="59204" y="18349"/>
                          <a:pt x="53733" y="10139"/>
                        </a:cubicBezTo>
                        <a:cubicBezTo>
                          <a:pt x="48262" y="1943"/>
                          <a:pt x="40340" y="-2155"/>
                          <a:pt x="29966" y="-2155"/>
                        </a:cubicBezTo>
                        <a:cubicBezTo>
                          <a:pt x="19606" y="-2155"/>
                          <a:pt x="11690" y="1943"/>
                          <a:pt x="6219" y="10139"/>
                        </a:cubicBezTo>
                        <a:cubicBezTo>
                          <a:pt x="748" y="18349"/>
                          <a:pt x="-1987" y="30240"/>
                          <a:pt x="-1987" y="45813"/>
                        </a:cubicBezTo>
                        <a:cubicBezTo>
                          <a:pt x="-1987" y="61425"/>
                          <a:pt x="748" y="73329"/>
                          <a:pt x="6219" y="81525"/>
                        </a:cubicBezTo>
                        <a:cubicBezTo>
                          <a:pt x="11690" y="89735"/>
                          <a:pt x="19606" y="93839"/>
                          <a:pt x="29966" y="938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85" name="Graphic 2">
                <a:extLst>
                  <a:ext uri="{FF2B5EF4-FFF2-40B4-BE49-F238E27FC236}">
                    <a16:creationId xmlns:a16="http://schemas.microsoft.com/office/drawing/2014/main" id="{9B20957C-B57D-E4BD-8502-0B4646DFC9DE}"/>
                  </a:ext>
                </a:extLst>
              </p:cNvPr>
              <p:cNvGrpSpPr/>
              <p:nvPr/>
            </p:nvGrpSpPr>
            <p:grpSpPr>
              <a:xfrm>
                <a:off x="3581391" y="2835898"/>
                <a:ext cx="321159" cy="95994"/>
                <a:chOff x="3581391" y="2835898"/>
                <a:chExt cx="321159" cy="95994"/>
              </a:xfrm>
              <a:solidFill>
                <a:srgbClr val="000000"/>
              </a:solidFill>
            </p:grpSpPr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772878C4-F2B7-F15E-891C-520AF4B90164}"/>
                    </a:ext>
                  </a:extLst>
                </p:cNvPr>
                <p:cNvSpPr/>
                <p:nvPr/>
              </p:nvSpPr>
              <p:spPr>
                <a:xfrm>
                  <a:off x="3858149" y="2881872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30 h 12690"/>
                    <a:gd name="connsiteX1" fmla="*/ 58 w 44401"/>
                    <a:gd name="connsiteY1" fmla="*/ 13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30"/>
                      </a:moveTo>
                      <a:lnTo>
                        <a:pt x="58" y="130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87" name="Graphic 2">
                  <a:extLst>
                    <a:ext uri="{FF2B5EF4-FFF2-40B4-BE49-F238E27FC236}">
                      <a16:creationId xmlns:a16="http://schemas.microsoft.com/office/drawing/2014/main" id="{ECA4885A-42AD-3CE8-11E9-78226C5CB36B}"/>
                    </a:ext>
                  </a:extLst>
                </p:cNvPr>
                <p:cNvGrpSpPr/>
                <p:nvPr/>
              </p:nvGrpSpPr>
              <p:grpSpPr>
                <a:xfrm>
                  <a:off x="3581391" y="2835898"/>
                  <a:ext cx="223926" cy="95994"/>
                  <a:chOff x="3581391" y="283589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88" name="Freeform: Shape 87">
                    <a:extLst>
                      <a:ext uri="{FF2B5EF4-FFF2-40B4-BE49-F238E27FC236}">
                        <a16:creationId xmlns:a16="http://schemas.microsoft.com/office/drawing/2014/main" id="{DC8BCD32-C342-14C8-3021-28593AC8EE87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837563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71 h 94328"/>
                      <a:gd name="connsiteX1" fmla="*/ 51056 w 59843"/>
                      <a:gd name="connsiteY1" fmla="*/ 92171 h 94328"/>
                      <a:gd name="connsiteX2" fmla="*/ 51056 w 59843"/>
                      <a:gd name="connsiteY2" fmla="*/ 81622 h 94328"/>
                      <a:gd name="connsiteX3" fmla="*/ 13393 w 59843"/>
                      <a:gd name="connsiteY3" fmla="*/ 81622 h 94328"/>
                      <a:gd name="connsiteX4" fmla="*/ 13393 w 59843"/>
                      <a:gd name="connsiteY4" fmla="*/ 58957 h 94328"/>
                      <a:gd name="connsiteX5" fmla="*/ 18825 w 59843"/>
                      <a:gd name="connsiteY5" fmla="*/ 60345 h 94328"/>
                      <a:gd name="connsiteX6" fmla="*/ 24296 w 59843"/>
                      <a:gd name="connsiteY6" fmla="*/ 60801 h 94328"/>
                      <a:gd name="connsiteX7" fmla="*/ 48816 w 59843"/>
                      <a:gd name="connsiteY7" fmla="*/ 52314 h 94328"/>
                      <a:gd name="connsiteX8" fmla="*/ 57874 w 59843"/>
                      <a:gd name="connsiteY8" fmla="*/ 29332 h 94328"/>
                      <a:gd name="connsiteX9" fmla="*/ 48578 w 59843"/>
                      <a:gd name="connsiteY9" fmla="*/ 6111 h 94328"/>
                      <a:gd name="connsiteX10" fmla="*/ 22373 w 59843"/>
                      <a:gd name="connsiteY10" fmla="*/ -2157 h 94328"/>
                      <a:gd name="connsiteX11" fmla="*/ 10499 w 59843"/>
                      <a:gd name="connsiteY11" fmla="*/ -1166 h 94328"/>
                      <a:gd name="connsiteX12" fmla="*/ -1969 w 59843"/>
                      <a:gd name="connsiteY12" fmla="*/ 1808 h 94328"/>
                      <a:gd name="connsiteX13" fmla="*/ -1969 w 59843"/>
                      <a:gd name="connsiteY13" fmla="*/ 14400 h 94328"/>
                      <a:gd name="connsiteX14" fmla="*/ 9548 w 59843"/>
                      <a:gd name="connsiteY14" fmla="*/ 9879 h 94328"/>
                      <a:gd name="connsiteX15" fmla="*/ 22115 w 59843"/>
                      <a:gd name="connsiteY15" fmla="*/ 8392 h 94328"/>
                      <a:gd name="connsiteX16" fmla="*/ 39083 w 59843"/>
                      <a:gd name="connsiteY16" fmla="*/ 14023 h 94328"/>
                      <a:gd name="connsiteX17" fmla="*/ 45347 w 59843"/>
                      <a:gd name="connsiteY17" fmla="*/ 29332 h 94328"/>
                      <a:gd name="connsiteX18" fmla="*/ 39083 w 59843"/>
                      <a:gd name="connsiteY18" fmla="*/ 44620 h 94328"/>
                      <a:gd name="connsiteX19" fmla="*/ 22115 w 59843"/>
                      <a:gd name="connsiteY19" fmla="*/ 50272 h 94328"/>
                      <a:gd name="connsiteX20" fmla="*/ 12105 w 59843"/>
                      <a:gd name="connsiteY20" fmla="*/ 49161 h 94328"/>
                      <a:gd name="connsiteX21" fmla="*/ 1936 w 59843"/>
                      <a:gd name="connsiteY21" fmla="*/ 45691 h 94328"/>
                      <a:gd name="connsiteX22" fmla="*/ 1936 w 59843"/>
                      <a:gd name="connsiteY22" fmla="*/ 9217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71"/>
                        </a:moveTo>
                        <a:lnTo>
                          <a:pt x="51056" y="92171"/>
                        </a:lnTo>
                        <a:lnTo>
                          <a:pt x="51056" y="81622"/>
                        </a:lnTo>
                        <a:lnTo>
                          <a:pt x="13393" y="81622"/>
                        </a:lnTo>
                        <a:lnTo>
                          <a:pt x="13393" y="58957"/>
                        </a:lnTo>
                        <a:cubicBezTo>
                          <a:pt x="15204" y="59578"/>
                          <a:pt x="17014" y="60041"/>
                          <a:pt x="18825" y="60345"/>
                        </a:cubicBezTo>
                        <a:cubicBezTo>
                          <a:pt x="20648" y="60649"/>
                          <a:pt x="22472" y="60801"/>
                          <a:pt x="24296" y="60801"/>
                        </a:cubicBezTo>
                        <a:cubicBezTo>
                          <a:pt x="34616" y="60801"/>
                          <a:pt x="42790" y="57972"/>
                          <a:pt x="48816" y="52314"/>
                        </a:cubicBezTo>
                        <a:cubicBezTo>
                          <a:pt x="54855" y="46656"/>
                          <a:pt x="57874" y="38995"/>
                          <a:pt x="57874" y="29332"/>
                        </a:cubicBezTo>
                        <a:cubicBezTo>
                          <a:pt x="57874" y="19377"/>
                          <a:pt x="54776" y="11637"/>
                          <a:pt x="48578" y="6111"/>
                        </a:cubicBezTo>
                        <a:cubicBezTo>
                          <a:pt x="42380" y="599"/>
                          <a:pt x="33645" y="-2157"/>
                          <a:pt x="22373" y="-2157"/>
                        </a:cubicBezTo>
                        <a:cubicBezTo>
                          <a:pt x="18488" y="-2157"/>
                          <a:pt x="14530" y="-1827"/>
                          <a:pt x="10499" y="-1166"/>
                        </a:cubicBezTo>
                        <a:cubicBezTo>
                          <a:pt x="6482" y="-505"/>
                          <a:pt x="2326" y="487"/>
                          <a:pt x="-1969" y="1808"/>
                        </a:cubicBezTo>
                        <a:lnTo>
                          <a:pt x="-1969" y="14400"/>
                        </a:lnTo>
                        <a:cubicBezTo>
                          <a:pt x="1745" y="12378"/>
                          <a:pt x="5583" y="10871"/>
                          <a:pt x="9548" y="9879"/>
                        </a:cubicBezTo>
                        <a:cubicBezTo>
                          <a:pt x="13512" y="8888"/>
                          <a:pt x="17701" y="8392"/>
                          <a:pt x="22115" y="8392"/>
                        </a:cubicBezTo>
                        <a:cubicBezTo>
                          <a:pt x="29264" y="8392"/>
                          <a:pt x="34920" y="10269"/>
                          <a:pt x="39083" y="14023"/>
                        </a:cubicBezTo>
                        <a:cubicBezTo>
                          <a:pt x="43259" y="17778"/>
                          <a:pt x="45347" y="22881"/>
                          <a:pt x="45347" y="29332"/>
                        </a:cubicBezTo>
                        <a:cubicBezTo>
                          <a:pt x="45347" y="35770"/>
                          <a:pt x="43259" y="40866"/>
                          <a:pt x="39083" y="44620"/>
                        </a:cubicBezTo>
                        <a:cubicBezTo>
                          <a:pt x="34920" y="48388"/>
                          <a:pt x="29264" y="50272"/>
                          <a:pt x="22115" y="50272"/>
                        </a:cubicBezTo>
                        <a:cubicBezTo>
                          <a:pt x="18772" y="50272"/>
                          <a:pt x="15435" y="49901"/>
                          <a:pt x="12105" y="49161"/>
                        </a:cubicBezTo>
                        <a:cubicBezTo>
                          <a:pt x="8788" y="48421"/>
                          <a:pt x="5398" y="47264"/>
                          <a:pt x="1936" y="45691"/>
                        </a:cubicBezTo>
                        <a:lnTo>
                          <a:pt x="1936" y="921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9" name="Freeform: Shape 88">
                    <a:extLst>
                      <a:ext uri="{FF2B5EF4-FFF2-40B4-BE49-F238E27FC236}">
                        <a16:creationId xmlns:a16="http://schemas.microsoft.com/office/drawing/2014/main" id="{5C3151E3-37DB-A302-46B4-2999AE6C5606}"/>
                      </a:ext>
                    </a:extLst>
                  </p:cNvPr>
                  <p:cNvSpPr/>
                  <p:nvPr/>
                </p:nvSpPr>
                <p:spPr>
                  <a:xfrm flipV="1">
                    <a:off x="3666248" y="2837563"/>
                    <a:ext cx="55066" cy="92524"/>
                  </a:xfrm>
                  <a:custGeom>
                    <a:avLst/>
                    <a:gdLst>
                      <a:gd name="connsiteX0" fmla="*/ -247 w 55066"/>
                      <a:gd name="connsiteY0" fmla="*/ 8326 h 92524"/>
                      <a:gd name="connsiteX1" fmla="*/ 20190 w 55066"/>
                      <a:gd name="connsiteY1" fmla="*/ 8326 h 92524"/>
                      <a:gd name="connsiteX2" fmla="*/ 20190 w 55066"/>
                      <a:gd name="connsiteY2" fmla="*/ 78919 h 92524"/>
                      <a:gd name="connsiteX3" fmla="*/ -2051 w 55066"/>
                      <a:gd name="connsiteY3" fmla="*/ 74458 h 92524"/>
                      <a:gd name="connsiteX4" fmla="*/ -2051 w 55066"/>
                      <a:gd name="connsiteY4" fmla="*/ 85859 h 92524"/>
                      <a:gd name="connsiteX5" fmla="*/ 20071 w 55066"/>
                      <a:gd name="connsiteY5" fmla="*/ 90321 h 92524"/>
                      <a:gd name="connsiteX6" fmla="*/ 32579 w 55066"/>
                      <a:gd name="connsiteY6" fmla="*/ 90321 h 92524"/>
                      <a:gd name="connsiteX7" fmla="*/ 32579 w 55066"/>
                      <a:gd name="connsiteY7" fmla="*/ 8326 h 92524"/>
                      <a:gd name="connsiteX8" fmla="*/ 53015 w 55066"/>
                      <a:gd name="connsiteY8" fmla="*/ 8326 h 92524"/>
                      <a:gd name="connsiteX9" fmla="*/ 53015 w 55066"/>
                      <a:gd name="connsiteY9" fmla="*/ -2203 h 92524"/>
                      <a:gd name="connsiteX10" fmla="*/ -247 w 55066"/>
                      <a:gd name="connsiteY10" fmla="*/ -2203 h 92524"/>
                      <a:gd name="connsiteX11" fmla="*/ -247 w 55066"/>
                      <a:gd name="connsiteY11" fmla="*/ 832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247" y="8326"/>
                        </a:moveTo>
                        <a:lnTo>
                          <a:pt x="20190" y="8326"/>
                        </a:lnTo>
                        <a:lnTo>
                          <a:pt x="20190" y="78919"/>
                        </a:lnTo>
                        <a:lnTo>
                          <a:pt x="-2051" y="74458"/>
                        </a:lnTo>
                        <a:lnTo>
                          <a:pt x="-2051" y="85859"/>
                        </a:lnTo>
                        <a:lnTo>
                          <a:pt x="20071" y="90321"/>
                        </a:lnTo>
                        <a:lnTo>
                          <a:pt x="32579" y="90321"/>
                        </a:lnTo>
                        <a:lnTo>
                          <a:pt x="32579" y="8326"/>
                        </a:lnTo>
                        <a:lnTo>
                          <a:pt x="53015" y="8326"/>
                        </a:lnTo>
                        <a:lnTo>
                          <a:pt x="53015" y="-2203"/>
                        </a:lnTo>
                        <a:lnTo>
                          <a:pt x="-247" y="-2203"/>
                        </a:lnTo>
                        <a:lnTo>
                          <a:pt x="-247" y="83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0" name="Freeform: Shape 89">
                    <a:extLst>
                      <a:ext uri="{FF2B5EF4-FFF2-40B4-BE49-F238E27FC236}">
                        <a16:creationId xmlns:a16="http://schemas.microsoft.com/office/drawing/2014/main" id="{72CEB69A-6DA3-1BA0-E4CE-00DCDE510A97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835898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80 h 95994"/>
                      <a:gd name="connsiteX1" fmla="*/ 15437 w 63926"/>
                      <a:gd name="connsiteY1" fmla="*/ 74362 h 95994"/>
                      <a:gd name="connsiteX2" fmla="*/ 10580 w 63926"/>
                      <a:gd name="connsiteY2" fmla="*/ 45768 h 95994"/>
                      <a:gd name="connsiteX3" fmla="*/ 15437 w 63926"/>
                      <a:gd name="connsiteY3" fmla="*/ 17233 h 95994"/>
                      <a:gd name="connsiteX4" fmla="*/ 29966 w 63926"/>
                      <a:gd name="connsiteY4" fmla="*/ 7715 h 95994"/>
                      <a:gd name="connsiteX5" fmla="*/ 44556 w 63926"/>
                      <a:gd name="connsiteY5" fmla="*/ 17233 h 95994"/>
                      <a:gd name="connsiteX6" fmla="*/ 49432 w 63926"/>
                      <a:gd name="connsiteY6" fmla="*/ 45768 h 95994"/>
                      <a:gd name="connsiteX7" fmla="*/ 44556 w 63926"/>
                      <a:gd name="connsiteY7" fmla="*/ 74362 h 95994"/>
                      <a:gd name="connsiteX8" fmla="*/ 29966 w 63926"/>
                      <a:gd name="connsiteY8" fmla="*/ 83880 h 95994"/>
                      <a:gd name="connsiteX9" fmla="*/ 29966 w 63926"/>
                      <a:gd name="connsiteY9" fmla="*/ 93795 h 95994"/>
                      <a:gd name="connsiteX10" fmla="*/ 53733 w 63926"/>
                      <a:gd name="connsiteY10" fmla="*/ 81481 h 95994"/>
                      <a:gd name="connsiteX11" fmla="*/ 61940 w 63926"/>
                      <a:gd name="connsiteY11" fmla="*/ 45768 h 95994"/>
                      <a:gd name="connsiteX12" fmla="*/ 53733 w 63926"/>
                      <a:gd name="connsiteY12" fmla="*/ 10095 h 95994"/>
                      <a:gd name="connsiteX13" fmla="*/ 29966 w 63926"/>
                      <a:gd name="connsiteY13" fmla="*/ -2199 h 95994"/>
                      <a:gd name="connsiteX14" fmla="*/ 6219 w 63926"/>
                      <a:gd name="connsiteY14" fmla="*/ 10095 h 95994"/>
                      <a:gd name="connsiteX15" fmla="*/ -1987 w 63926"/>
                      <a:gd name="connsiteY15" fmla="*/ 45768 h 95994"/>
                      <a:gd name="connsiteX16" fmla="*/ 6219 w 63926"/>
                      <a:gd name="connsiteY16" fmla="*/ 81481 h 95994"/>
                      <a:gd name="connsiteX17" fmla="*/ 29966 w 63926"/>
                      <a:gd name="connsiteY17" fmla="*/ 9379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80"/>
                        </a:moveTo>
                        <a:cubicBezTo>
                          <a:pt x="23531" y="83880"/>
                          <a:pt x="18688" y="80707"/>
                          <a:pt x="15437" y="74362"/>
                        </a:cubicBezTo>
                        <a:cubicBezTo>
                          <a:pt x="12199" y="68030"/>
                          <a:pt x="10580" y="58498"/>
                          <a:pt x="10580" y="45768"/>
                        </a:cubicBezTo>
                        <a:cubicBezTo>
                          <a:pt x="10580" y="33090"/>
                          <a:pt x="12199" y="23579"/>
                          <a:pt x="15437" y="17233"/>
                        </a:cubicBezTo>
                        <a:cubicBezTo>
                          <a:pt x="18688" y="10888"/>
                          <a:pt x="23531" y="7715"/>
                          <a:pt x="29966" y="7715"/>
                        </a:cubicBezTo>
                        <a:cubicBezTo>
                          <a:pt x="36455" y="7715"/>
                          <a:pt x="41318" y="10888"/>
                          <a:pt x="44556" y="17233"/>
                        </a:cubicBezTo>
                        <a:cubicBezTo>
                          <a:pt x="47806" y="23579"/>
                          <a:pt x="49432" y="33090"/>
                          <a:pt x="49432" y="45768"/>
                        </a:cubicBezTo>
                        <a:cubicBezTo>
                          <a:pt x="49432" y="58498"/>
                          <a:pt x="47806" y="68030"/>
                          <a:pt x="44556" y="74362"/>
                        </a:cubicBezTo>
                        <a:cubicBezTo>
                          <a:pt x="41318" y="80707"/>
                          <a:pt x="36455" y="83880"/>
                          <a:pt x="29966" y="83880"/>
                        </a:cubicBezTo>
                        <a:close/>
                        <a:moveTo>
                          <a:pt x="29966" y="93795"/>
                        </a:moveTo>
                        <a:cubicBezTo>
                          <a:pt x="40340" y="93795"/>
                          <a:pt x="48262" y="89690"/>
                          <a:pt x="53733" y="81481"/>
                        </a:cubicBezTo>
                        <a:cubicBezTo>
                          <a:pt x="59204" y="73285"/>
                          <a:pt x="61940" y="61380"/>
                          <a:pt x="61940" y="45768"/>
                        </a:cubicBezTo>
                        <a:cubicBezTo>
                          <a:pt x="61940" y="30195"/>
                          <a:pt x="59204" y="18304"/>
                          <a:pt x="53733" y="10095"/>
                        </a:cubicBezTo>
                        <a:cubicBezTo>
                          <a:pt x="48262" y="1899"/>
                          <a:pt x="40340" y="-2199"/>
                          <a:pt x="29966" y="-2199"/>
                        </a:cubicBezTo>
                        <a:cubicBezTo>
                          <a:pt x="19606" y="-2199"/>
                          <a:pt x="11690" y="1899"/>
                          <a:pt x="6219" y="10095"/>
                        </a:cubicBezTo>
                        <a:cubicBezTo>
                          <a:pt x="748" y="18304"/>
                          <a:pt x="-1987" y="30195"/>
                          <a:pt x="-1987" y="45768"/>
                        </a:cubicBezTo>
                        <a:cubicBezTo>
                          <a:pt x="-1987" y="61380"/>
                          <a:pt x="748" y="73285"/>
                          <a:pt x="6219" y="81481"/>
                        </a:cubicBezTo>
                        <a:cubicBezTo>
                          <a:pt x="11690" y="89690"/>
                          <a:pt x="19606" y="93795"/>
                          <a:pt x="29966" y="9379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91" name="Graphic 2">
                <a:extLst>
                  <a:ext uri="{FF2B5EF4-FFF2-40B4-BE49-F238E27FC236}">
                    <a16:creationId xmlns:a16="http://schemas.microsoft.com/office/drawing/2014/main" id="{E2FED24F-CBCE-D138-3603-9D9A694B319F}"/>
                  </a:ext>
                </a:extLst>
              </p:cNvPr>
              <p:cNvGrpSpPr/>
              <p:nvPr/>
            </p:nvGrpSpPr>
            <p:grpSpPr>
              <a:xfrm>
                <a:off x="3581391" y="2269379"/>
                <a:ext cx="321159" cy="95994"/>
                <a:chOff x="3581391" y="2269379"/>
                <a:chExt cx="321159" cy="95994"/>
              </a:xfrm>
              <a:solidFill>
                <a:srgbClr val="000000"/>
              </a:solidFill>
            </p:grpSpPr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A4987E6D-F0B0-15A5-DCE8-0EBC852DB9FC}"/>
                    </a:ext>
                  </a:extLst>
                </p:cNvPr>
                <p:cNvSpPr/>
                <p:nvPr/>
              </p:nvSpPr>
              <p:spPr>
                <a:xfrm>
                  <a:off x="3858149" y="2315354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85 h 12690"/>
                    <a:gd name="connsiteX1" fmla="*/ 58 w 44401"/>
                    <a:gd name="connsiteY1" fmla="*/ 8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85"/>
                      </a:moveTo>
                      <a:lnTo>
                        <a:pt x="58" y="8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93" name="Graphic 2">
                  <a:extLst>
                    <a:ext uri="{FF2B5EF4-FFF2-40B4-BE49-F238E27FC236}">
                      <a16:creationId xmlns:a16="http://schemas.microsoft.com/office/drawing/2014/main" id="{08FECC7A-075D-F108-BF4D-A3E1090AA965}"/>
                    </a:ext>
                  </a:extLst>
                </p:cNvPr>
                <p:cNvGrpSpPr/>
                <p:nvPr/>
              </p:nvGrpSpPr>
              <p:grpSpPr>
                <a:xfrm>
                  <a:off x="3581391" y="2269379"/>
                  <a:ext cx="223926" cy="95994"/>
                  <a:chOff x="3581391" y="2269379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94" name="Freeform: Shape 93">
                    <a:extLst>
                      <a:ext uri="{FF2B5EF4-FFF2-40B4-BE49-F238E27FC236}">
                        <a16:creationId xmlns:a16="http://schemas.microsoft.com/office/drawing/2014/main" id="{E45ADD1D-F625-CFE6-0B88-DAEADE0E2D68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271045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26 h 94328"/>
                      <a:gd name="connsiteX1" fmla="*/ 51056 w 59843"/>
                      <a:gd name="connsiteY1" fmla="*/ 92126 h 94328"/>
                      <a:gd name="connsiteX2" fmla="*/ 51056 w 59843"/>
                      <a:gd name="connsiteY2" fmla="*/ 81577 h 94328"/>
                      <a:gd name="connsiteX3" fmla="*/ 13393 w 59843"/>
                      <a:gd name="connsiteY3" fmla="*/ 81577 h 94328"/>
                      <a:gd name="connsiteX4" fmla="*/ 13393 w 59843"/>
                      <a:gd name="connsiteY4" fmla="*/ 58912 h 94328"/>
                      <a:gd name="connsiteX5" fmla="*/ 18825 w 59843"/>
                      <a:gd name="connsiteY5" fmla="*/ 60300 h 94328"/>
                      <a:gd name="connsiteX6" fmla="*/ 24296 w 59843"/>
                      <a:gd name="connsiteY6" fmla="*/ 60756 h 94328"/>
                      <a:gd name="connsiteX7" fmla="*/ 48816 w 59843"/>
                      <a:gd name="connsiteY7" fmla="*/ 52269 h 94328"/>
                      <a:gd name="connsiteX8" fmla="*/ 57874 w 59843"/>
                      <a:gd name="connsiteY8" fmla="*/ 29287 h 94328"/>
                      <a:gd name="connsiteX9" fmla="*/ 48578 w 59843"/>
                      <a:gd name="connsiteY9" fmla="*/ 6067 h 94328"/>
                      <a:gd name="connsiteX10" fmla="*/ 22373 w 59843"/>
                      <a:gd name="connsiteY10" fmla="*/ -2202 h 94328"/>
                      <a:gd name="connsiteX11" fmla="*/ 10499 w 59843"/>
                      <a:gd name="connsiteY11" fmla="*/ -1211 h 94328"/>
                      <a:gd name="connsiteX12" fmla="*/ -1969 w 59843"/>
                      <a:gd name="connsiteY12" fmla="*/ 1764 h 94328"/>
                      <a:gd name="connsiteX13" fmla="*/ -1969 w 59843"/>
                      <a:gd name="connsiteY13" fmla="*/ 14356 h 94328"/>
                      <a:gd name="connsiteX14" fmla="*/ 9548 w 59843"/>
                      <a:gd name="connsiteY14" fmla="*/ 9834 h 94328"/>
                      <a:gd name="connsiteX15" fmla="*/ 22115 w 59843"/>
                      <a:gd name="connsiteY15" fmla="*/ 8347 h 94328"/>
                      <a:gd name="connsiteX16" fmla="*/ 39083 w 59843"/>
                      <a:gd name="connsiteY16" fmla="*/ 13979 h 94328"/>
                      <a:gd name="connsiteX17" fmla="*/ 45347 w 59843"/>
                      <a:gd name="connsiteY17" fmla="*/ 29287 h 94328"/>
                      <a:gd name="connsiteX18" fmla="*/ 39083 w 59843"/>
                      <a:gd name="connsiteY18" fmla="*/ 44576 h 94328"/>
                      <a:gd name="connsiteX19" fmla="*/ 22115 w 59843"/>
                      <a:gd name="connsiteY19" fmla="*/ 50227 h 94328"/>
                      <a:gd name="connsiteX20" fmla="*/ 12105 w 59843"/>
                      <a:gd name="connsiteY20" fmla="*/ 49116 h 94328"/>
                      <a:gd name="connsiteX21" fmla="*/ 1936 w 59843"/>
                      <a:gd name="connsiteY21" fmla="*/ 45646 h 94328"/>
                      <a:gd name="connsiteX22" fmla="*/ 1936 w 59843"/>
                      <a:gd name="connsiteY22" fmla="*/ 9212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26"/>
                        </a:moveTo>
                        <a:lnTo>
                          <a:pt x="51056" y="92126"/>
                        </a:lnTo>
                        <a:lnTo>
                          <a:pt x="51056" y="81577"/>
                        </a:lnTo>
                        <a:lnTo>
                          <a:pt x="13393" y="81577"/>
                        </a:lnTo>
                        <a:lnTo>
                          <a:pt x="13393" y="58912"/>
                        </a:lnTo>
                        <a:cubicBezTo>
                          <a:pt x="15204" y="59534"/>
                          <a:pt x="17014" y="59996"/>
                          <a:pt x="18825" y="60300"/>
                        </a:cubicBezTo>
                        <a:cubicBezTo>
                          <a:pt x="20648" y="60604"/>
                          <a:pt x="22472" y="60756"/>
                          <a:pt x="24296" y="60756"/>
                        </a:cubicBezTo>
                        <a:cubicBezTo>
                          <a:pt x="34616" y="60756"/>
                          <a:pt x="42790" y="57927"/>
                          <a:pt x="48816" y="52269"/>
                        </a:cubicBezTo>
                        <a:cubicBezTo>
                          <a:pt x="54855" y="46611"/>
                          <a:pt x="57874" y="38951"/>
                          <a:pt x="57874" y="29287"/>
                        </a:cubicBezTo>
                        <a:cubicBezTo>
                          <a:pt x="57874" y="19333"/>
                          <a:pt x="54776" y="11593"/>
                          <a:pt x="48578" y="6067"/>
                        </a:cubicBezTo>
                        <a:cubicBezTo>
                          <a:pt x="42380" y="554"/>
                          <a:pt x="33645" y="-2202"/>
                          <a:pt x="22373" y="-2202"/>
                        </a:cubicBezTo>
                        <a:cubicBezTo>
                          <a:pt x="18488" y="-2202"/>
                          <a:pt x="14530" y="-1872"/>
                          <a:pt x="10499" y="-1211"/>
                        </a:cubicBezTo>
                        <a:cubicBezTo>
                          <a:pt x="6482" y="-550"/>
                          <a:pt x="2326" y="442"/>
                          <a:pt x="-1969" y="1764"/>
                        </a:cubicBezTo>
                        <a:lnTo>
                          <a:pt x="-1969" y="14356"/>
                        </a:lnTo>
                        <a:cubicBezTo>
                          <a:pt x="1745" y="12333"/>
                          <a:pt x="5583" y="10826"/>
                          <a:pt x="9548" y="9834"/>
                        </a:cubicBezTo>
                        <a:cubicBezTo>
                          <a:pt x="13512" y="8843"/>
                          <a:pt x="17701" y="8347"/>
                          <a:pt x="22115" y="8347"/>
                        </a:cubicBezTo>
                        <a:cubicBezTo>
                          <a:pt x="29264" y="8347"/>
                          <a:pt x="34920" y="10224"/>
                          <a:pt x="39083" y="13979"/>
                        </a:cubicBezTo>
                        <a:cubicBezTo>
                          <a:pt x="43259" y="17733"/>
                          <a:pt x="45347" y="22836"/>
                          <a:pt x="45347" y="29287"/>
                        </a:cubicBezTo>
                        <a:cubicBezTo>
                          <a:pt x="45347" y="35725"/>
                          <a:pt x="43259" y="40821"/>
                          <a:pt x="39083" y="44576"/>
                        </a:cubicBezTo>
                        <a:cubicBezTo>
                          <a:pt x="34920" y="48343"/>
                          <a:pt x="29264" y="50227"/>
                          <a:pt x="22115" y="50227"/>
                        </a:cubicBezTo>
                        <a:cubicBezTo>
                          <a:pt x="18772" y="50227"/>
                          <a:pt x="15435" y="49857"/>
                          <a:pt x="12105" y="49116"/>
                        </a:cubicBezTo>
                        <a:cubicBezTo>
                          <a:pt x="8788" y="48376"/>
                          <a:pt x="5398" y="47219"/>
                          <a:pt x="1936" y="45646"/>
                        </a:cubicBezTo>
                        <a:lnTo>
                          <a:pt x="1936" y="921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5" name="Freeform: Shape 94">
                    <a:extLst>
                      <a:ext uri="{FF2B5EF4-FFF2-40B4-BE49-F238E27FC236}">
                        <a16:creationId xmlns:a16="http://schemas.microsoft.com/office/drawing/2014/main" id="{A6859702-9DA4-E785-65B5-F6C786DFA4BA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609" y="2269379"/>
                    <a:ext cx="58713" cy="94189"/>
                  </a:xfrm>
                  <a:custGeom>
                    <a:avLst/>
                    <a:gdLst>
                      <a:gd name="connsiteX0" fmla="*/ 13136 w 58713"/>
                      <a:gd name="connsiteY0" fmla="*/ 8240 h 94189"/>
                      <a:gd name="connsiteX1" fmla="*/ 56804 w 58713"/>
                      <a:gd name="connsiteY1" fmla="*/ 8240 h 94189"/>
                      <a:gd name="connsiteX2" fmla="*/ 56804 w 58713"/>
                      <a:gd name="connsiteY2" fmla="*/ -2290 h 94189"/>
                      <a:gd name="connsiteX3" fmla="*/ -1909 w 58713"/>
                      <a:gd name="connsiteY3" fmla="*/ -2290 h 94189"/>
                      <a:gd name="connsiteX4" fmla="*/ -1909 w 58713"/>
                      <a:gd name="connsiteY4" fmla="*/ 8240 h 94189"/>
                      <a:gd name="connsiteX5" fmla="*/ 17497 w 58713"/>
                      <a:gd name="connsiteY5" fmla="*/ 28030 h 94189"/>
                      <a:gd name="connsiteX6" fmla="*/ 32958 w 58713"/>
                      <a:gd name="connsiteY6" fmla="*/ 44072 h 94189"/>
                      <a:gd name="connsiteX7" fmla="*/ 41343 w 58713"/>
                      <a:gd name="connsiteY7" fmla="*/ 55493 h 94189"/>
                      <a:gd name="connsiteX8" fmla="*/ 43742 w 58713"/>
                      <a:gd name="connsiteY8" fmla="*/ 64694 h 94189"/>
                      <a:gd name="connsiteX9" fmla="*/ 38568 w 58713"/>
                      <a:gd name="connsiteY9" fmla="*/ 76711 h 94189"/>
                      <a:gd name="connsiteX10" fmla="*/ 25089 w 58713"/>
                      <a:gd name="connsiteY10" fmla="*/ 81371 h 94189"/>
                      <a:gd name="connsiteX11" fmla="*/ 12660 w 58713"/>
                      <a:gd name="connsiteY11" fmla="*/ 79328 h 94189"/>
                      <a:gd name="connsiteX12" fmla="*/ -1295 w 58713"/>
                      <a:gd name="connsiteY12" fmla="*/ 73122 h 94189"/>
                      <a:gd name="connsiteX13" fmla="*/ -1295 w 58713"/>
                      <a:gd name="connsiteY13" fmla="*/ 85773 h 94189"/>
                      <a:gd name="connsiteX14" fmla="*/ 12819 w 58713"/>
                      <a:gd name="connsiteY14" fmla="*/ 90353 h 94189"/>
                      <a:gd name="connsiteX15" fmla="*/ 24851 w 58713"/>
                      <a:gd name="connsiteY15" fmla="*/ 91900 h 94189"/>
                      <a:gd name="connsiteX16" fmla="*/ 47765 w 58713"/>
                      <a:gd name="connsiteY16" fmla="*/ 84702 h 94189"/>
                      <a:gd name="connsiteX17" fmla="*/ 56309 w 58713"/>
                      <a:gd name="connsiteY17" fmla="*/ 65507 h 94189"/>
                      <a:gd name="connsiteX18" fmla="*/ 54168 w 58713"/>
                      <a:gd name="connsiteY18" fmla="*/ 54680 h 94189"/>
                      <a:gd name="connsiteX19" fmla="*/ 46398 w 58713"/>
                      <a:gd name="connsiteY19" fmla="*/ 42644 h 94189"/>
                      <a:gd name="connsiteX20" fmla="*/ 36546 w 58713"/>
                      <a:gd name="connsiteY20" fmla="*/ 32253 h 94189"/>
                      <a:gd name="connsiteX21" fmla="*/ 13136 w 58713"/>
                      <a:gd name="connsiteY21" fmla="*/ 8240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36" y="8240"/>
                        </a:moveTo>
                        <a:lnTo>
                          <a:pt x="56804" y="8240"/>
                        </a:lnTo>
                        <a:lnTo>
                          <a:pt x="56804" y="-2290"/>
                        </a:lnTo>
                        <a:lnTo>
                          <a:pt x="-1909" y="-2290"/>
                        </a:lnTo>
                        <a:lnTo>
                          <a:pt x="-1909" y="8240"/>
                        </a:lnTo>
                        <a:cubicBezTo>
                          <a:pt x="2835" y="13157"/>
                          <a:pt x="9304" y="19754"/>
                          <a:pt x="17497" y="28030"/>
                        </a:cubicBezTo>
                        <a:cubicBezTo>
                          <a:pt x="25703" y="36318"/>
                          <a:pt x="30857" y="41666"/>
                          <a:pt x="32958" y="44072"/>
                        </a:cubicBezTo>
                        <a:cubicBezTo>
                          <a:pt x="36962" y="48566"/>
                          <a:pt x="39757" y="52373"/>
                          <a:pt x="41343" y="55493"/>
                        </a:cubicBezTo>
                        <a:cubicBezTo>
                          <a:pt x="42942" y="58613"/>
                          <a:pt x="43742" y="61680"/>
                          <a:pt x="43742" y="64694"/>
                        </a:cubicBezTo>
                        <a:cubicBezTo>
                          <a:pt x="43742" y="69612"/>
                          <a:pt x="42017" y="73617"/>
                          <a:pt x="38568" y="76711"/>
                        </a:cubicBezTo>
                        <a:cubicBezTo>
                          <a:pt x="35119" y="79817"/>
                          <a:pt x="30626" y="81371"/>
                          <a:pt x="25089" y="81371"/>
                        </a:cubicBezTo>
                        <a:cubicBezTo>
                          <a:pt x="21164" y="81371"/>
                          <a:pt x="17021" y="80690"/>
                          <a:pt x="12660" y="79328"/>
                        </a:cubicBezTo>
                        <a:cubicBezTo>
                          <a:pt x="8313" y="77967"/>
                          <a:pt x="3661" y="75898"/>
                          <a:pt x="-1295" y="73122"/>
                        </a:cubicBezTo>
                        <a:lnTo>
                          <a:pt x="-1295" y="85773"/>
                        </a:lnTo>
                        <a:cubicBezTo>
                          <a:pt x="3740" y="87795"/>
                          <a:pt x="8445" y="89322"/>
                          <a:pt x="12819" y="90353"/>
                        </a:cubicBezTo>
                        <a:cubicBezTo>
                          <a:pt x="17206" y="91384"/>
                          <a:pt x="21217" y="91900"/>
                          <a:pt x="24851" y="91900"/>
                        </a:cubicBezTo>
                        <a:cubicBezTo>
                          <a:pt x="34432" y="91900"/>
                          <a:pt x="42070" y="89501"/>
                          <a:pt x="47765" y="84702"/>
                        </a:cubicBezTo>
                        <a:cubicBezTo>
                          <a:pt x="53461" y="79916"/>
                          <a:pt x="56309" y="73518"/>
                          <a:pt x="56309" y="65507"/>
                        </a:cubicBezTo>
                        <a:cubicBezTo>
                          <a:pt x="56309" y="61700"/>
                          <a:pt x="55595" y="58091"/>
                          <a:pt x="54168" y="54680"/>
                        </a:cubicBezTo>
                        <a:cubicBezTo>
                          <a:pt x="52754" y="51283"/>
                          <a:pt x="50164" y="47271"/>
                          <a:pt x="46398" y="42644"/>
                        </a:cubicBezTo>
                        <a:cubicBezTo>
                          <a:pt x="45367" y="41441"/>
                          <a:pt x="42083" y="37977"/>
                          <a:pt x="36546" y="32253"/>
                        </a:cubicBezTo>
                        <a:cubicBezTo>
                          <a:pt x="31022" y="26529"/>
                          <a:pt x="23219" y="18525"/>
                          <a:pt x="13136" y="82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6" name="Freeform: Shape 95">
                    <a:extLst>
                      <a:ext uri="{FF2B5EF4-FFF2-40B4-BE49-F238E27FC236}">
                        <a16:creationId xmlns:a16="http://schemas.microsoft.com/office/drawing/2014/main" id="{5B2F8F1F-8797-DBDE-0F0F-8028C60CBBF9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269379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35 h 95994"/>
                      <a:gd name="connsiteX1" fmla="*/ 15437 w 63926"/>
                      <a:gd name="connsiteY1" fmla="*/ 74317 h 95994"/>
                      <a:gd name="connsiteX2" fmla="*/ 10580 w 63926"/>
                      <a:gd name="connsiteY2" fmla="*/ 45723 h 95994"/>
                      <a:gd name="connsiteX3" fmla="*/ 15437 w 63926"/>
                      <a:gd name="connsiteY3" fmla="*/ 17189 h 95994"/>
                      <a:gd name="connsiteX4" fmla="*/ 29966 w 63926"/>
                      <a:gd name="connsiteY4" fmla="*/ 7671 h 95994"/>
                      <a:gd name="connsiteX5" fmla="*/ 44556 w 63926"/>
                      <a:gd name="connsiteY5" fmla="*/ 17189 h 95994"/>
                      <a:gd name="connsiteX6" fmla="*/ 49432 w 63926"/>
                      <a:gd name="connsiteY6" fmla="*/ 45723 h 95994"/>
                      <a:gd name="connsiteX7" fmla="*/ 44556 w 63926"/>
                      <a:gd name="connsiteY7" fmla="*/ 74317 h 95994"/>
                      <a:gd name="connsiteX8" fmla="*/ 29966 w 63926"/>
                      <a:gd name="connsiteY8" fmla="*/ 83835 h 95994"/>
                      <a:gd name="connsiteX9" fmla="*/ 29966 w 63926"/>
                      <a:gd name="connsiteY9" fmla="*/ 93750 h 95994"/>
                      <a:gd name="connsiteX10" fmla="*/ 53733 w 63926"/>
                      <a:gd name="connsiteY10" fmla="*/ 81436 h 95994"/>
                      <a:gd name="connsiteX11" fmla="*/ 61940 w 63926"/>
                      <a:gd name="connsiteY11" fmla="*/ 45723 h 95994"/>
                      <a:gd name="connsiteX12" fmla="*/ 53733 w 63926"/>
                      <a:gd name="connsiteY12" fmla="*/ 10050 h 95994"/>
                      <a:gd name="connsiteX13" fmla="*/ 29966 w 63926"/>
                      <a:gd name="connsiteY13" fmla="*/ -2244 h 95994"/>
                      <a:gd name="connsiteX14" fmla="*/ 6219 w 63926"/>
                      <a:gd name="connsiteY14" fmla="*/ 10050 h 95994"/>
                      <a:gd name="connsiteX15" fmla="*/ -1987 w 63926"/>
                      <a:gd name="connsiteY15" fmla="*/ 45723 h 95994"/>
                      <a:gd name="connsiteX16" fmla="*/ 6219 w 63926"/>
                      <a:gd name="connsiteY16" fmla="*/ 81436 h 95994"/>
                      <a:gd name="connsiteX17" fmla="*/ 29966 w 63926"/>
                      <a:gd name="connsiteY17" fmla="*/ 9375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35"/>
                        </a:moveTo>
                        <a:cubicBezTo>
                          <a:pt x="23531" y="83835"/>
                          <a:pt x="18688" y="80663"/>
                          <a:pt x="15437" y="74317"/>
                        </a:cubicBezTo>
                        <a:cubicBezTo>
                          <a:pt x="12199" y="67985"/>
                          <a:pt x="10580" y="58454"/>
                          <a:pt x="10580" y="45723"/>
                        </a:cubicBezTo>
                        <a:cubicBezTo>
                          <a:pt x="10580" y="33046"/>
                          <a:pt x="12199" y="23534"/>
                          <a:pt x="15437" y="17189"/>
                        </a:cubicBezTo>
                        <a:cubicBezTo>
                          <a:pt x="18688" y="10843"/>
                          <a:pt x="23531" y="7671"/>
                          <a:pt x="29966" y="7671"/>
                        </a:cubicBezTo>
                        <a:cubicBezTo>
                          <a:pt x="36455" y="7671"/>
                          <a:pt x="41318" y="10843"/>
                          <a:pt x="44556" y="17189"/>
                        </a:cubicBezTo>
                        <a:cubicBezTo>
                          <a:pt x="47806" y="23534"/>
                          <a:pt x="49432" y="33046"/>
                          <a:pt x="49432" y="45723"/>
                        </a:cubicBezTo>
                        <a:cubicBezTo>
                          <a:pt x="49432" y="58454"/>
                          <a:pt x="47806" y="67985"/>
                          <a:pt x="44556" y="74317"/>
                        </a:cubicBezTo>
                        <a:cubicBezTo>
                          <a:pt x="41318" y="80663"/>
                          <a:pt x="36455" y="83835"/>
                          <a:pt x="29966" y="83835"/>
                        </a:cubicBezTo>
                        <a:close/>
                        <a:moveTo>
                          <a:pt x="29966" y="93750"/>
                        </a:moveTo>
                        <a:cubicBezTo>
                          <a:pt x="40340" y="93750"/>
                          <a:pt x="48262" y="89645"/>
                          <a:pt x="53733" y="81436"/>
                        </a:cubicBezTo>
                        <a:cubicBezTo>
                          <a:pt x="59204" y="73240"/>
                          <a:pt x="61940" y="61336"/>
                          <a:pt x="61940" y="45723"/>
                        </a:cubicBezTo>
                        <a:cubicBezTo>
                          <a:pt x="61940" y="30151"/>
                          <a:pt x="59204" y="18260"/>
                          <a:pt x="53733" y="10050"/>
                        </a:cubicBezTo>
                        <a:cubicBezTo>
                          <a:pt x="48262" y="1854"/>
                          <a:pt x="40340" y="-2244"/>
                          <a:pt x="29966" y="-2244"/>
                        </a:cubicBezTo>
                        <a:cubicBezTo>
                          <a:pt x="19606" y="-2244"/>
                          <a:pt x="11690" y="1854"/>
                          <a:pt x="6219" y="10050"/>
                        </a:cubicBezTo>
                        <a:cubicBezTo>
                          <a:pt x="748" y="18260"/>
                          <a:pt x="-1987" y="30151"/>
                          <a:pt x="-1987" y="45723"/>
                        </a:cubicBezTo>
                        <a:cubicBezTo>
                          <a:pt x="-1987" y="61336"/>
                          <a:pt x="748" y="73240"/>
                          <a:pt x="6219" y="81436"/>
                        </a:cubicBezTo>
                        <a:cubicBezTo>
                          <a:pt x="11690" y="89645"/>
                          <a:pt x="19606" y="93750"/>
                          <a:pt x="29966" y="9375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8C35497-3802-53D3-C17E-CAD46416DE1B}"/>
                </a:ext>
              </a:extLst>
            </p:cNvPr>
            <p:cNvSpPr/>
            <p:nvPr/>
          </p:nvSpPr>
          <p:spPr>
            <a:xfrm>
              <a:off x="3902551" y="2032095"/>
              <a:ext cx="12686" cy="2832591"/>
            </a:xfrm>
            <a:custGeom>
              <a:avLst/>
              <a:gdLst>
                <a:gd name="connsiteX0" fmla="*/ 0 w 12686"/>
                <a:gd name="connsiteY0" fmla="*/ 2832592 h 2832591"/>
                <a:gd name="connsiteX1" fmla="*/ 0 w 12686"/>
                <a:gd name="connsiteY1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832591">
                  <a:moveTo>
                    <a:pt x="0" y="2832592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9BCDEFB-FFAE-3494-277C-0F6526F1C34D}"/>
                </a:ext>
              </a:extLst>
            </p:cNvPr>
            <p:cNvSpPr/>
            <p:nvPr/>
          </p:nvSpPr>
          <p:spPr>
            <a:xfrm>
              <a:off x="8433056" y="2032095"/>
              <a:ext cx="12686" cy="2832591"/>
            </a:xfrm>
            <a:custGeom>
              <a:avLst/>
              <a:gdLst>
                <a:gd name="connsiteX0" fmla="*/ 0 w 12686"/>
                <a:gd name="connsiteY0" fmla="*/ 2832592 h 2832591"/>
                <a:gd name="connsiteX1" fmla="*/ 0 w 12686"/>
                <a:gd name="connsiteY1" fmla="*/ 0 h 283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2832591">
                  <a:moveTo>
                    <a:pt x="0" y="2832592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10EAFD9-0F17-8F43-2476-D5379475451A}"/>
                </a:ext>
              </a:extLst>
            </p:cNvPr>
            <p:cNvSpPr/>
            <p:nvPr/>
          </p:nvSpPr>
          <p:spPr>
            <a:xfrm>
              <a:off x="3902551" y="4864686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60748D7F-E022-B829-35E0-61A411AD7C72}"/>
                </a:ext>
              </a:extLst>
            </p:cNvPr>
            <p:cNvSpPr/>
            <p:nvPr/>
          </p:nvSpPr>
          <p:spPr>
            <a:xfrm>
              <a:off x="3902551" y="2032095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105" name="Graphic 101">
            <a:extLst>
              <a:ext uri="{FF2B5EF4-FFF2-40B4-BE49-F238E27FC236}">
                <a16:creationId xmlns:a16="http://schemas.microsoft.com/office/drawing/2014/main" id="{635238EF-1B78-E058-732C-062B4BB52AFA}"/>
              </a:ext>
            </a:extLst>
          </p:cNvPr>
          <p:cNvGrpSpPr/>
          <p:nvPr/>
        </p:nvGrpSpPr>
        <p:grpSpPr>
          <a:xfrm>
            <a:off x="5310789" y="541065"/>
            <a:ext cx="4603913" cy="2884623"/>
            <a:chOff x="3851198" y="2028021"/>
            <a:chExt cx="4603913" cy="2884623"/>
          </a:xfrm>
        </p:grpSpPr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61ECBC13-495D-6931-164D-831CC17668CD}"/>
                </a:ext>
              </a:extLst>
            </p:cNvPr>
            <p:cNvSpPr/>
            <p:nvPr/>
          </p:nvSpPr>
          <p:spPr>
            <a:xfrm>
              <a:off x="3895648" y="2028554"/>
              <a:ext cx="4546762" cy="2839673"/>
            </a:xfrm>
            <a:custGeom>
              <a:avLst/>
              <a:gdLst>
                <a:gd name="connsiteX0" fmla="*/ 0 w 4546762"/>
                <a:gd name="connsiteY0" fmla="*/ 2839674 h 2839673"/>
                <a:gd name="connsiteX1" fmla="*/ 4546763 w 4546762"/>
                <a:gd name="connsiteY1" fmla="*/ 2839674 h 2839673"/>
                <a:gd name="connsiteX2" fmla="*/ 4546763 w 4546762"/>
                <a:gd name="connsiteY2" fmla="*/ 0 h 2839673"/>
                <a:gd name="connsiteX3" fmla="*/ 0 w 4546762"/>
                <a:gd name="connsiteY3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762" h="2839673">
                  <a:moveTo>
                    <a:pt x="0" y="2839674"/>
                  </a:moveTo>
                  <a:lnTo>
                    <a:pt x="4546763" y="2839674"/>
                  </a:lnTo>
                  <a:lnTo>
                    <a:pt x="4546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107" name="Picture 106">
              <a:extLst>
                <a:ext uri="{FF2B5EF4-FFF2-40B4-BE49-F238E27FC236}">
                  <a16:creationId xmlns:a16="http://schemas.microsoft.com/office/drawing/2014/main" id="{739B149F-C159-F700-3048-D186DEE44B2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flipV="1">
              <a:off x="3895648" y="2028021"/>
              <a:ext cx="4546854" cy="2840206"/>
            </a:xfrm>
            <a:custGeom>
              <a:avLst/>
              <a:gdLst>
                <a:gd name="connsiteX0" fmla="*/ 0 w 4546854"/>
                <a:gd name="connsiteY0" fmla="*/ 125 h 2840206"/>
                <a:gd name="connsiteX1" fmla="*/ 4546854 w 4546854"/>
                <a:gd name="connsiteY1" fmla="*/ 125 h 2840206"/>
                <a:gd name="connsiteX2" fmla="*/ 4546854 w 4546854"/>
                <a:gd name="connsiteY2" fmla="*/ 2840332 h 2840206"/>
                <a:gd name="connsiteX3" fmla="*/ 0 w 4546854"/>
                <a:gd name="connsiteY3" fmla="*/ 2840332 h 284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854" h="2840206">
                  <a:moveTo>
                    <a:pt x="0" y="125"/>
                  </a:moveTo>
                  <a:lnTo>
                    <a:pt x="4546854" y="125"/>
                  </a:lnTo>
                  <a:lnTo>
                    <a:pt x="4546854" y="2840332"/>
                  </a:lnTo>
                  <a:lnTo>
                    <a:pt x="0" y="2840332"/>
                  </a:lnTo>
                  <a:close/>
                </a:path>
              </a:pathLst>
            </a:custGeom>
          </p:spPr>
        </p:pic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4F0BCA9F-D741-21C3-93F6-1974721A38AF}"/>
                </a:ext>
              </a:extLst>
            </p:cNvPr>
            <p:cNvSpPr/>
            <p:nvPr/>
          </p:nvSpPr>
          <p:spPr>
            <a:xfrm>
              <a:off x="5718459" y="3394347"/>
              <a:ext cx="283232" cy="113749"/>
            </a:xfrm>
            <a:custGeom>
              <a:avLst/>
              <a:gdLst>
                <a:gd name="connsiteX0" fmla="*/ 283233 w 283232"/>
                <a:gd name="connsiteY0" fmla="*/ 4551 h 113749"/>
                <a:gd name="connsiteX1" fmla="*/ 281465 w 283232"/>
                <a:gd name="connsiteY1" fmla="*/ 113750 h 113749"/>
                <a:gd name="connsiteX2" fmla="*/ 0 w 283232"/>
                <a:gd name="connsiteY2" fmla="*/ 109200 h 113749"/>
                <a:gd name="connsiteX3" fmla="*/ 1768 w 283232"/>
                <a:gd name="connsiteY3" fmla="*/ 0 h 1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3232" h="113749">
                  <a:moveTo>
                    <a:pt x="283233" y="4551"/>
                  </a:moveTo>
                  <a:lnTo>
                    <a:pt x="281465" y="113750"/>
                  </a:lnTo>
                  <a:lnTo>
                    <a:pt x="0" y="109200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B07CB82-64BB-0523-BB9B-02926C7F7F14}"/>
                </a:ext>
              </a:extLst>
            </p:cNvPr>
            <p:cNvSpPr/>
            <p:nvPr/>
          </p:nvSpPr>
          <p:spPr>
            <a:xfrm>
              <a:off x="5890645" y="3397130"/>
              <a:ext cx="110162" cy="109199"/>
            </a:xfrm>
            <a:custGeom>
              <a:avLst/>
              <a:gdLst>
                <a:gd name="connsiteX0" fmla="*/ 110162 w 110162"/>
                <a:gd name="connsiteY0" fmla="*/ 56366 h 109199"/>
                <a:gd name="connsiteX1" fmla="*/ 0 w 110162"/>
                <a:gd name="connsiteY1" fmla="*/ 109200 h 109199"/>
                <a:gd name="connsiteX2" fmla="*/ 1768 w 110162"/>
                <a:gd name="connsiteY2" fmla="*/ 0 h 10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162" h="109199">
                  <a:moveTo>
                    <a:pt x="110162" y="56366"/>
                  </a:moveTo>
                  <a:lnTo>
                    <a:pt x="0" y="109200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10" name="Graphic 101">
              <a:extLst>
                <a:ext uri="{FF2B5EF4-FFF2-40B4-BE49-F238E27FC236}">
                  <a16:creationId xmlns:a16="http://schemas.microsoft.com/office/drawing/2014/main" id="{A1A89F22-D2BF-036B-946D-3266CCC8CE3C}"/>
                </a:ext>
              </a:extLst>
            </p:cNvPr>
            <p:cNvGrpSpPr/>
            <p:nvPr/>
          </p:nvGrpSpPr>
          <p:grpSpPr>
            <a:xfrm>
              <a:off x="3895648" y="4868227"/>
              <a:ext cx="4559463" cy="44417"/>
              <a:chOff x="3895648" y="4868227"/>
              <a:chExt cx="4559463" cy="44417"/>
            </a:xfrm>
            <a:solidFill>
              <a:srgbClr val="000000"/>
            </a:solidFill>
          </p:grpSpPr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FE4AD32A-E5FB-31E3-327D-38EE01288A74}"/>
                  </a:ext>
                </a:extLst>
              </p:cNvPr>
              <p:cNvSpPr/>
              <p:nvPr/>
            </p:nvSpPr>
            <p:spPr>
              <a:xfrm>
                <a:off x="3895648" y="4868227"/>
                <a:ext cx="12700" cy="44417"/>
              </a:xfrm>
              <a:custGeom>
                <a:avLst/>
                <a:gdLst>
                  <a:gd name="connsiteX0" fmla="*/ 58 w 12700"/>
                  <a:gd name="connsiteY0" fmla="*/ 286 h 44417"/>
                  <a:gd name="connsiteX1" fmla="*/ 58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58" y="286"/>
                    </a:moveTo>
                    <a:lnTo>
                      <a:pt x="58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05185E43-780F-4824-2813-FFF904B2FD57}"/>
                  </a:ext>
                </a:extLst>
              </p:cNvPr>
              <p:cNvSpPr/>
              <p:nvPr/>
            </p:nvSpPr>
            <p:spPr>
              <a:xfrm>
                <a:off x="4463994" y="4868227"/>
                <a:ext cx="12700" cy="44417"/>
              </a:xfrm>
              <a:custGeom>
                <a:avLst/>
                <a:gdLst>
                  <a:gd name="connsiteX0" fmla="*/ 102 w 12700"/>
                  <a:gd name="connsiteY0" fmla="*/ 286 h 44417"/>
                  <a:gd name="connsiteX1" fmla="*/ 102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02" y="286"/>
                    </a:moveTo>
                    <a:lnTo>
                      <a:pt x="102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90C10B05-2CE2-554D-61B9-6997F44AA727}"/>
                  </a:ext>
                </a:extLst>
              </p:cNvPr>
              <p:cNvSpPr/>
              <p:nvPr/>
            </p:nvSpPr>
            <p:spPr>
              <a:xfrm>
                <a:off x="5032339" y="4868227"/>
                <a:ext cx="12700" cy="44417"/>
              </a:xfrm>
              <a:custGeom>
                <a:avLst/>
                <a:gdLst>
                  <a:gd name="connsiteX0" fmla="*/ 147 w 12700"/>
                  <a:gd name="connsiteY0" fmla="*/ 286 h 44417"/>
                  <a:gd name="connsiteX1" fmla="*/ 147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47" y="286"/>
                    </a:moveTo>
                    <a:lnTo>
                      <a:pt x="147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F8930D6F-7EC0-7FA7-7F0C-187EB6230CE2}"/>
                  </a:ext>
                </a:extLst>
              </p:cNvPr>
              <p:cNvSpPr/>
              <p:nvPr/>
            </p:nvSpPr>
            <p:spPr>
              <a:xfrm>
                <a:off x="5600684" y="4868227"/>
                <a:ext cx="12700" cy="44417"/>
              </a:xfrm>
              <a:custGeom>
                <a:avLst/>
                <a:gdLst>
                  <a:gd name="connsiteX0" fmla="*/ 192 w 12700"/>
                  <a:gd name="connsiteY0" fmla="*/ 286 h 44417"/>
                  <a:gd name="connsiteX1" fmla="*/ 192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92" y="286"/>
                    </a:moveTo>
                    <a:lnTo>
                      <a:pt x="192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92AA0713-B850-DF18-1245-9BDCD7DC69E6}"/>
                  </a:ext>
                </a:extLst>
              </p:cNvPr>
              <p:cNvSpPr/>
              <p:nvPr/>
            </p:nvSpPr>
            <p:spPr>
              <a:xfrm>
                <a:off x="6169030" y="4868227"/>
                <a:ext cx="12700" cy="44417"/>
              </a:xfrm>
              <a:custGeom>
                <a:avLst/>
                <a:gdLst>
                  <a:gd name="connsiteX0" fmla="*/ 237 w 12700"/>
                  <a:gd name="connsiteY0" fmla="*/ 286 h 44417"/>
                  <a:gd name="connsiteX1" fmla="*/ 237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37" y="286"/>
                    </a:moveTo>
                    <a:lnTo>
                      <a:pt x="237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C5A8C71F-3B55-1423-41F7-1BA5B33A43F5}"/>
                  </a:ext>
                </a:extLst>
              </p:cNvPr>
              <p:cNvSpPr/>
              <p:nvPr/>
            </p:nvSpPr>
            <p:spPr>
              <a:xfrm>
                <a:off x="6737375" y="4868227"/>
                <a:ext cx="12700" cy="44417"/>
              </a:xfrm>
              <a:custGeom>
                <a:avLst/>
                <a:gdLst>
                  <a:gd name="connsiteX0" fmla="*/ 282 w 12700"/>
                  <a:gd name="connsiteY0" fmla="*/ 286 h 44417"/>
                  <a:gd name="connsiteX1" fmla="*/ 282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82" y="286"/>
                    </a:moveTo>
                    <a:lnTo>
                      <a:pt x="282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50C7BCAF-D192-7C45-834A-3275337D71DC}"/>
                  </a:ext>
                </a:extLst>
              </p:cNvPr>
              <p:cNvSpPr/>
              <p:nvPr/>
            </p:nvSpPr>
            <p:spPr>
              <a:xfrm>
                <a:off x="7305720" y="4868227"/>
                <a:ext cx="12700" cy="44417"/>
              </a:xfrm>
              <a:custGeom>
                <a:avLst/>
                <a:gdLst>
                  <a:gd name="connsiteX0" fmla="*/ 326 w 12700"/>
                  <a:gd name="connsiteY0" fmla="*/ 286 h 44417"/>
                  <a:gd name="connsiteX1" fmla="*/ 326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26" y="286"/>
                    </a:moveTo>
                    <a:lnTo>
                      <a:pt x="326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176C5E3D-B2B4-2F1A-7BCB-D95777906A43}"/>
                  </a:ext>
                </a:extLst>
              </p:cNvPr>
              <p:cNvSpPr/>
              <p:nvPr/>
            </p:nvSpPr>
            <p:spPr>
              <a:xfrm>
                <a:off x="7874066" y="4868227"/>
                <a:ext cx="12700" cy="44417"/>
              </a:xfrm>
              <a:custGeom>
                <a:avLst/>
                <a:gdLst>
                  <a:gd name="connsiteX0" fmla="*/ 371 w 12700"/>
                  <a:gd name="connsiteY0" fmla="*/ 286 h 44417"/>
                  <a:gd name="connsiteX1" fmla="*/ 371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71" y="286"/>
                    </a:moveTo>
                    <a:lnTo>
                      <a:pt x="371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66F000C4-7BC0-D50A-07E9-33797E0DDA8F}"/>
                  </a:ext>
                </a:extLst>
              </p:cNvPr>
              <p:cNvSpPr/>
              <p:nvPr/>
            </p:nvSpPr>
            <p:spPr>
              <a:xfrm>
                <a:off x="8442411" y="4868227"/>
                <a:ext cx="12700" cy="44417"/>
              </a:xfrm>
              <a:custGeom>
                <a:avLst/>
                <a:gdLst>
                  <a:gd name="connsiteX0" fmla="*/ 416 w 12700"/>
                  <a:gd name="connsiteY0" fmla="*/ 286 h 44417"/>
                  <a:gd name="connsiteX1" fmla="*/ 416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416" y="286"/>
                    </a:moveTo>
                    <a:lnTo>
                      <a:pt x="416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165" name="Graphic 101">
              <a:extLst>
                <a:ext uri="{FF2B5EF4-FFF2-40B4-BE49-F238E27FC236}">
                  <a16:creationId xmlns:a16="http://schemas.microsoft.com/office/drawing/2014/main" id="{B9F8E0C2-3759-7FD0-F4DD-5CC12192B816}"/>
                </a:ext>
              </a:extLst>
            </p:cNvPr>
            <p:cNvGrpSpPr/>
            <p:nvPr/>
          </p:nvGrpSpPr>
          <p:grpSpPr>
            <a:xfrm>
              <a:off x="3851198" y="2312521"/>
              <a:ext cx="44450" cy="2284429"/>
              <a:chOff x="3851198" y="2312521"/>
              <a:chExt cx="44450" cy="2284429"/>
            </a:xfrm>
            <a:solidFill>
              <a:srgbClr val="000000"/>
            </a:solidFill>
          </p:grpSpPr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A7644D6F-59AF-2E65-C6E2-B3A519B32D82}"/>
                  </a:ext>
                </a:extLst>
              </p:cNvPr>
              <p:cNvSpPr/>
              <p:nvPr/>
            </p:nvSpPr>
            <p:spPr>
              <a:xfrm>
                <a:off x="3851198" y="4584260"/>
                <a:ext cx="44450" cy="12690"/>
              </a:xfrm>
              <a:custGeom>
                <a:avLst/>
                <a:gdLst>
                  <a:gd name="connsiteX0" fmla="*/ 44508 w 44450"/>
                  <a:gd name="connsiteY0" fmla="*/ 264 h 12690"/>
                  <a:gd name="connsiteX1" fmla="*/ 58 w 44450"/>
                  <a:gd name="connsiteY1" fmla="*/ 26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64"/>
                    </a:moveTo>
                    <a:lnTo>
                      <a:pt x="58" y="26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F9175E55-AE90-46A7-3D8E-9551CF2FA3C8}"/>
                  </a:ext>
                </a:extLst>
              </p:cNvPr>
              <p:cNvSpPr/>
              <p:nvPr/>
            </p:nvSpPr>
            <p:spPr>
              <a:xfrm>
                <a:off x="3851198" y="4016325"/>
                <a:ext cx="44450" cy="12690"/>
              </a:xfrm>
              <a:custGeom>
                <a:avLst/>
                <a:gdLst>
                  <a:gd name="connsiteX0" fmla="*/ 44508 w 44450"/>
                  <a:gd name="connsiteY0" fmla="*/ 219 h 12690"/>
                  <a:gd name="connsiteX1" fmla="*/ 58 w 44450"/>
                  <a:gd name="connsiteY1" fmla="*/ 21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19"/>
                    </a:moveTo>
                    <a:lnTo>
                      <a:pt x="58" y="219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A5DB8AAF-1BB7-8516-3FFD-D8366115A2F4}"/>
                  </a:ext>
                </a:extLst>
              </p:cNvPr>
              <p:cNvSpPr/>
              <p:nvPr/>
            </p:nvSpPr>
            <p:spPr>
              <a:xfrm>
                <a:off x="3851198" y="3448391"/>
                <a:ext cx="44450" cy="12690"/>
              </a:xfrm>
              <a:custGeom>
                <a:avLst/>
                <a:gdLst>
                  <a:gd name="connsiteX0" fmla="*/ 44508 w 44450"/>
                  <a:gd name="connsiteY0" fmla="*/ 175 h 12690"/>
                  <a:gd name="connsiteX1" fmla="*/ 58 w 44450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09C521D0-289D-1FF4-F664-3DDA071F35D0}"/>
                  </a:ext>
                </a:extLst>
              </p:cNvPr>
              <p:cNvSpPr/>
              <p:nvPr/>
            </p:nvSpPr>
            <p:spPr>
              <a:xfrm>
                <a:off x="3851198" y="2880456"/>
                <a:ext cx="44450" cy="12690"/>
              </a:xfrm>
              <a:custGeom>
                <a:avLst/>
                <a:gdLst>
                  <a:gd name="connsiteX0" fmla="*/ 44508 w 44450"/>
                  <a:gd name="connsiteY0" fmla="*/ 130 h 12690"/>
                  <a:gd name="connsiteX1" fmla="*/ 58 w 44450"/>
                  <a:gd name="connsiteY1" fmla="*/ 13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30"/>
                    </a:moveTo>
                    <a:lnTo>
                      <a:pt x="58" y="130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8AE45531-9AF5-24A0-DAF3-40B2BB71D695}"/>
                  </a:ext>
                </a:extLst>
              </p:cNvPr>
              <p:cNvSpPr/>
              <p:nvPr/>
            </p:nvSpPr>
            <p:spPr>
              <a:xfrm>
                <a:off x="3851198" y="2312521"/>
                <a:ext cx="44450" cy="12690"/>
              </a:xfrm>
              <a:custGeom>
                <a:avLst/>
                <a:gdLst>
                  <a:gd name="connsiteX0" fmla="*/ 44508 w 44450"/>
                  <a:gd name="connsiteY0" fmla="*/ 85 h 12690"/>
                  <a:gd name="connsiteX1" fmla="*/ 58 w 44450"/>
                  <a:gd name="connsiteY1" fmla="*/ 8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85"/>
                    </a:moveTo>
                    <a:lnTo>
                      <a:pt x="58" y="8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35FD593B-0261-7377-F6B6-53A6308A5B88}"/>
                </a:ext>
              </a:extLst>
            </p:cNvPr>
            <p:cNvSpPr/>
            <p:nvPr/>
          </p:nvSpPr>
          <p:spPr>
            <a:xfrm>
              <a:off x="3895648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5963093-A710-91DB-A15F-C1C65A3BA95D}"/>
                </a:ext>
              </a:extLst>
            </p:cNvPr>
            <p:cNvSpPr/>
            <p:nvPr/>
          </p:nvSpPr>
          <p:spPr>
            <a:xfrm>
              <a:off x="8442411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98BE9971-C623-857D-0C58-1B851CBE1C17}"/>
                </a:ext>
              </a:extLst>
            </p:cNvPr>
            <p:cNvSpPr/>
            <p:nvPr/>
          </p:nvSpPr>
          <p:spPr>
            <a:xfrm>
              <a:off x="3895648" y="4868227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7F238920-7006-5CA9-8AFD-968926A88EF6}"/>
                </a:ext>
              </a:extLst>
            </p:cNvPr>
            <p:cNvSpPr/>
            <p:nvPr/>
          </p:nvSpPr>
          <p:spPr>
            <a:xfrm>
              <a:off x="3895648" y="202855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204" name="Graphic 200">
            <a:extLst>
              <a:ext uri="{FF2B5EF4-FFF2-40B4-BE49-F238E27FC236}">
                <a16:creationId xmlns:a16="http://schemas.microsoft.com/office/drawing/2014/main" id="{09C10EE5-116F-2685-0A72-6757DE312A19}"/>
              </a:ext>
            </a:extLst>
          </p:cNvPr>
          <p:cNvGrpSpPr/>
          <p:nvPr/>
        </p:nvGrpSpPr>
        <p:grpSpPr>
          <a:xfrm>
            <a:off x="9932965" y="536194"/>
            <a:ext cx="4603913" cy="2884623"/>
            <a:chOff x="3851198" y="2028021"/>
            <a:chExt cx="4603913" cy="2884623"/>
          </a:xfrm>
        </p:grpSpPr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DA014DBA-3993-9D13-6D6B-5B8630CE9A46}"/>
                </a:ext>
              </a:extLst>
            </p:cNvPr>
            <p:cNvSpPr/>
            <p:nvPr/>
          </p:nvSpPr>
          <p:spPr>
            <a:xfrm>
              <a:off x="3895648" y="2028554"/>
              <a:ext cx="4546762" cy="2839673"/>
            </a:xfrm>
            <a:custGeom>
              <a:avLst/>
              <a:gdLst>
                <a:gd name="connsiteX0" fmla="*/ 0 w 4546762"/>
                <a:gd name="connsiteY0" fmla="*/ 2839674 h 2839673"/>
                <a:gd name="connsiteX1" fmla="*/ 4546763 w 4546762"/>
                <a:gd name="connsiteY1" fmla="*/ 2839674 h 2839673"/>
                <a:gd name="connsiteX2" fmla="*/ 4546763 w 4546762"/>
                <a:gd name="connsiteY2" fmla="*/ 0 h 2839673"/>
                <a:gd name="connsiteX3" fmla="*/ 0 w 4546762"/>
                <a:gd name="connsiteY3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762" h="2839673">
                  <a:moveTo>
                    <a:pt x="0" y="2839674"/>
                  </a:moveTo>
                  <a:lnTo>
                    <a:pt x="4546763" y="2839674"/>
                  </a:lnTo>
                  <a:lnTo>
                    <a:pt x="4546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206" name="Picture 205">
              <a:extLst>
                <a:ext uri="{FF2B5EF4-FFF2-40B4-BE49-F238E27FC236}">
                  <a16:creationId xmlns:a16="http://schemas.microsoft.com/office/drawing/2014/main" id="{B5E9440F-D148-E383-89F9-929C790EFC5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flipV="1">
              <a:off x="3895648" y="2028021"/>
              <a:ext cx="4546854" cy="2840206"/>
            </a:xfrm>
            <a:custGeom>
              <a:avLst/>
              <a:gdLst>
                <a:gd name="connsiteX0" fmla="*/ 0 w 4546854"/>
                <a:gd name="connsiteY0" fmla="*/ 125 h 2840206"/>
                <a:gd name="connsiteX1" fmla="*/ 4546854 w 4546854"/>
                <a:gd name="connsiteY1" fmla="*/ 125 h 2840206"/>
                <a:gd name="connsiteX2" fmla="*/ 4546854 w 4546854"/>
                <a:gd name="connsiteY2" fmla="*/ 2840332 h 2840206"/>
                <a:gd name="connsiteX3" fmla="*/ 0 w 4546854"/>
                <a:gd name="connsiteY3" fmla="*/ 2840332 h 284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854" h="2840206">
                  <a:moveTo>
                    <a:pt x="0" y="125"/>
                  </a:moveTo>
                  <a:lnTo>
                    <a:pt x="4546854" y="125"/>
                  </a:lnTo>
                  <a:lnTo>
                    <a:pt x="4546854" y="2840332"/>
                  </a:lnTo>
                  <a:lnTo>
                    <a:pt x="0" y="2840332"/>
                  </a:lnTo>
                  <a:close/>
                </a:path>
              </a:pathLst>
            </a:custGeom>
          </p:spPr>
        </p:pic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EABCC24-4EAA-1A6E-E912-24B43A60698C}"/>
                </a:ext>
              </a:extLst>
            </p:cNvPr>
            <p:cNvSpPr/>
            <p:nvPr/>
          </p:nvSpPr>
          <p:spPr>
            <a:xfrm>
              <a:off x="5726336" y="3393014"/>
              <a:ext cx="282399" cy="111546"/>
            </a:xfrm>
            <a:custGeom>
              <a:avLst/>
              <a:gdLst>
                <a:gd name="connsiteX0" fmla="*/ 282399 w 282399"/>
                <a:gd name="connsiteY0" fmla="*/ 2336 h 111546"/>
                <a:gd name="connsiteX1" fmla="*/ 281492 w 282399"/>
                <a:gd name="connsiteY1" fmla="*/ 111546 h 111546"/>
                <a:gd name="connsiteX2" fmla="*/ 0 w 282399"/>
                <a:gd name="connsiteY2" fmla="*/ 109210 h 111546"/>
                <a:gd name="connsiteX3" fmla="*/ 908 w 282399"/>
                <a:gd name="connsiteY3" fmla="*/ 0 h 111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399" h="111546">
                  <a:moveTo>
                    <a:pt x="282399" y="2336"/>
                  </a:moveTo>
                  <a:lnTo>
                    <a:pt x="281492" y="111546"/>
                  </a:lnTo>
                  <a:lnTo>
                    <a:pt x="0" y="109210"/>
                  </a:lnTo>
                  <a:lnTo>
                    <a:pt x="908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E92E992-1314-629C-F520-2868A7244ADD}"/>
                </a:ext>
              </a:extLst>
            </p:cNvPr>
            <p:cNvSpPr/>
            <p:nvPr/>
          </p:nvSpPr>
          <p:spPr>
            <a:xfrm>
              <a:off x="5898539" y="3394443"/>
              <a:ext cx="109742" cy="109209"/>
            </a:xfrm>
            <a:custGeom>
              <a:avLst/>
              <a:gdLst>
                <a:gd name="connsiteX0" fmla="*/ 109743 w 109742"/>
                <a:gd name="connsiteY0" fmla="*/ 55512 h 109209"/>
                <a:gd name="connsiteX1" fmla="*/ 0 w 109742"/>
                <a:gd name="connsiteY1" fmla="*/ 109210 h 109209"/>
                <a:gd name="connsiteX2" fmla="*/ 908 w 109742"/>
                <a:gd name="connsiteY2" fmla="*/ 0 h 109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742" h="109209">
                  <a:moveTo>
                    <a:pt x="109743" y="55512"/>
                  </a:moveTo>
                  <a:lnTo>
                    <a:pt x="0" y="109210"/>
                  </a:lnTo>
                  <a:lnTo>
                    <a:pt x="908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209" name="Graphic 200">
              <a:extLst>
                <a:ext uri="{FF2B5EF4-FFF2-40B4-BE49-F238E27FC236}">
                  <a16:creationId xmlns:a16="http://schemas.microsoft.com/office/drawing/2014/main" id="{F66D6705-E416-CA67-8000-A50F294FDBF5}"/>
                </a:ext>
              </a:extLst>
            </p:cNvPr>
            <p:cNvGrpSpPr/>
            <p:nvPr/>
          </p:nvGrpSpPr>
          <p:grpSpPr>
            <a:xfrm>
              <a:off x="3895648" y="4868227"/>
              <a:ext cx="4559463" cy="44417"/>
              <a:chOff x="3895648" y="4868227"/>
              <a:chExt cx="4559463" cy="44417"/>
            </a:xfrm>
            <a:solidFill>
              <a:srgbClr val="000000"/>
            </a:solidFill>
          </p:grpSpPr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6EA13C77-41E9-0EB9-95A2-00AFED3C64B7}"/>
                  </a:ext>
                </a:extLst>
              </p:cNvPr>
              <p:cNvSpPr/>
              <p:nvPr/>
            </p:nvSpPr>
            <p:spPr>
              <a:xfrm>
                <a:off x="3895648" y="4868227"/>
                <a:ext cx="12700" cy="44417"/>
              </a:xfrm>
              <a:custGeom>
                <a:avLst/>
                <a:gdLst>
                  <a:gd name="connsiteX0" fmla="*/ 58 w 12700"/>
                  <a:gd name="connsiteY0" fmla="*/ 286 h 44417"/>
                  <a:gd name="connsiteX1" fmla="*/ 58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58" y="286"/>
                    </a:moveTo>
                    <a:lnTo>
                      <a:pt x="58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B2272549-39D5-18B0-5555-049CF0DAA0C0}"/>
                  </a:ext>
                </a:extLst>
              </p:cNvPr>
              <p:cNvSpPr/>
              <p:nvPr/>
            </p:nvSpPr>
            <p:spPr>
              <a:xfrm>
                <a:off x="4463994" y="4868227"/>
                <a:ext cx="12700" cy="44417"/>
              </a:xfrm>
              <a:custGeom>
                <a:avLst/>
                <a:gdLst>
                  <a:gd name="connsiteX0" fmla="*/ 102 w 12700"/>
                  <a:gd name="connsiteY0" fmla="*/ 286 h 44417"/>
                  <a:gd name="connsiteX1" fmla="*/ 102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02" y="286"/>
                    </a:moveTo>
                    <a:lnTo>
                      <a:pt x="102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5B811770-57C8-AFD8-0469-FFDD1514638E}"/>
                  </a:ext>
                </a:extLst>
              </p:cNvPr>
              <p:cNvSpPr/>
              <p:nvPr/>
            </p:nvSpPr>
            <p:spPr>
              <a:xfrm>
                <a:off x="5032339" y="4868227"/>
                <a:ext cx="12700" cy="44417"/>
              </a:xfrm>
              <a:custGeom>
                <a:avLst/>
                <a:gdLst>
                  <a:gd name="connsiteX0" fmla="*/ 147 w 12700"/>
                  <a:gd name="connsiteY0" fmla="*/ 286 h 44417"/>
                  <a:gd name="connsiteX1" fmla="*/ 147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47" y="286"/>
                    </a:moveTo>
                    <a:lnTo>
                      <a:pt x="147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77A4B9E1-6FE2-F8F2-DD43-6CD0317EB6F9}"/>
                  </a:ext>
                </a:extLst>
              </p:cNvPr>
              <p:cNvSpPr/>
              <p:nvPr/>
            </p:nvSpPr>
            <p:spPr>
              <a:xfrm>
                <a:off x="5600684" y="4868227"/>
                <a:ext cx="12700" cy="44417"/>
              </a:xfrm>
              <a:custGeom>
                <a:avLst/>
                <a:gdLst>
                  <a:gd name="connsiteX0" fmla="*/ 192 w 12700"/>
                  <a:gd name="connsiteY0" fmla="*/ 286 h 44417"/>
                  <a:gd name="connsiteX1" fmla="*/ 192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92" y="286"/>
                    </a:moveTo>
                    <a:lnTo>
                      <a:pt x="192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D6D0AEAD-2625-F08A-3B04-AA3D1319D207}"/>
                  </a:ext>
                </a:extLst>
              </p:cNvPr>
              <p:cNvSpPr/>
              <p:nvPr/>
            </p:nvSpPr>
            <p:spPr>
              <a:xfrm>
                <a:off x="6169030" y="4868227"/>
                <a:ext cx="12700" cy="44417"/>
              </a:xfrm>
              <a:custGeom>
                <a:avLst/>
                <a:gdLst>
                  <a:gd name="connsiteX0" fmla="*/ 237 w 12700"/>
                  <a:gd name="connsiteY0" fmla="*/ 286 h 44417"/>
                  <a:gd name="connsiteX1" fmla="*/ 237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37" y="286"/>
                    </a:moveTo>
                    <a:lnTo>
                      <a:pt x="237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7F52202D-496C-2CEA-7453-297313BF89DF}"/>
                  </a:ext>
                </a:extLst>
              </p:cNvPr>
              <p:cNvSpPr/>
              <p:nvPr/>
            </p:nvSpPr>
            <p:spPr>
              <a:xfrm>
                <a:off x="6737375" y="4868227"/>
                <a:ext cx="12700" cy="44417"/>
              </a:xfrm>
              <a:custGeom>
                <a:avLst/>
                <a:gdLst>
                  <a:gd name="connsiteX0" fmla="*/ 282 w 12700"/>
                  <a:gd name="connsiteY0" fmla="*/ 286 h 44417"/>
                  <a:gd name="connsiteX1" fmla="*/ 282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82" y="286"/>
                    </a:moveTo>
                    <a:lnTo>
                      <a:pt x="282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12791B0D-FFC1-B067-2D43-9D727DFB29CC}"/>
                  </a:ext>
                </a:extLst>
              </p:cNvPr>
              <p:cNvSpPr/>
              <p:nvPr/>
            </p:nvSpPr>
            <p:spPr>
              <a:xfrm>
                <a:off x="7305720" y="4868227"/>
                <a:ext cx="12700" cy="44417"/>
              </a:xfrm>
              <a:custGeom>
                <a:avLst/>
                <a:gdLst>
                  <a:gd name="connsiteX0" fmla="*/ 326 w 12700"/>
                  <a:gd name="connsiteY0" fmla="*/ 286 h 44417"/>
                  <a:gd name="connsiteX1" fmla="*/ 326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26" y="286"/>
                    </a:moveTo>
                    <a:lnTo>
                      <a:pt x="326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2735615B-CE63-81E9-7B17-CA651D41D86B}"/>
                  </a:ext>
                </a:extLst>
              </p:cNvPr>
              <p:cNvSpPr/>
              <p:nvPr/>
            </p:nvSpPr>
            <p:spPr>
              <a:xfrm>
                <a:off x="7874066" y="4868227"/>
                <a:ext cx="12700" cy="44417"/>
              </a:xfrm>
              <a:custGeom>
                <a:avLst/>
                <a:gdLst>
                  <a:gd name="connsiteX0" fmla="*/ 371 w 12700"/>
                  <a:gd name="connsiteY0" fmla="*/ 286 h 44417"/>
                  <a:gd name="connsiteX1" fmla="*/ 371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71" y="286"/>
                    </a:moveTo>
                    <a:lnTo>
                      <a:pt x="371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8EFDFDE1-85E7-DE88-7F2C-2253DE8AAEDC}"/>
                  </a:ext>
                </a:extLst>
              </p:cNvPr>
              <p:cNvSpPr/>
              <p:nvPr/>
            </p:nvSpPr>
            <p:spPr>
              <a:xfrm>
                <a:off x="8442411" y="4868227"/>
                <a:ext cx="12700" cy="44417"/>
              </a:xfrm>
              <a:custGeom>
                <a:avLst/>
                <a:gdLst>
                  <a:gd name="connsiteX0" fmla="*/ 416 w 12700"/>
                  <a:gd name="connsiteY0" fmla="*/ 286 h 44417"/>
                  <a:gd name="connsiteX1" fmla="*/ 416 w 12700"/>
                  <a:gd name="connsiteY1" fmla="*/ 44704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416" y="286"/>
                    </a:moveTo>
                    <a:lnTo>
                      <a:pt x="416" y="447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264" name="Graphic 200">
              <a:extLst>
                <a:ext uri="{FF2B5EF4-FFF2-40B4-BE49-F238E27FC236}">
                  <a16:creationId xmlns:a16="http://schemas.microsoft.com/office/drawing/2014/main" id="{D4FB32DD-C45C-B0A0-521E-A593BFE942E5}"/>
                </a:ext>
              </a:extLst>
            </p:cNvPr>
            <p:cNvGrpSpPr/>
            <p:nvPr/>
          </p:nvGrpSpPr>
          <p:grpSpPr>
            <a:xfrm>
              <a:off x="3851198" y="2312521"/>
              <a:ext cx="44450" cy="2284429"/>
              <a:chOff x="3851198" y="2312521"/>
              <a:chExt cx="44450" cy="2284429"/>
            </a:xfrm>
            <a:solidFill>
              <a:srgbClr val="000000"/>
            </a:solidFill>
          </p:grpSpPr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5F27D0F7-A47F-AE64-4F6B-715142FF833B}"/>
                  </a:ext>
                </a:extLst>
              </p:cNvPr>
              <p:cNvSpPr/>
              <p:nvPr/>
            </p:nvSpPr>
            <p:spPr>
              <a:xfrm>
                <a:off x="3851198" y="4584260"/>
                <a:ext cx="44450" cy="12690"/>
              </a:xfrm>
              <a:custGeom>
                <a:avLst/>
                <a:gdLst>
                  <a:gd name="connsiteX0" fmla="*/ 44508 w 44450"/>
                  <a:gd name="connsiteY0" fmla="*/ 264 h 12690"/>
                  <a:gd name="connsiteX1" fmla="*/ 58 w 44450"/>
                  <a:gd name="connsiteY1" fmla="*/ 26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64"/>
                    </a:moveTo>
                    <a:lnTo>
                      <a:pt x="58" y="26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234BC44C-48B8-6B8C-384F-FA84095BA375}"/>
                  </a:ext>
                </a:extLst>
              </p:cNvPr>
              <p:cNvSpPr/>
              <p:nvPr/>
            </p:nvSpPr>
            <p:spPr>
              <a:xfrm>
                <a:off x="3851198" y="4016325"/>
                <a:ext cx="44450" cy="12690"/>
              </a:xfrm>
              <a:custGeom>
                <a:avLst/>
                <a:gdLst>
                  <a:gd name="connsiteX0" fmla="*/ 44508 w 44450"/>
                  <a:gd name="connsiteY0" fmla="*/ 219 h 12690"/>
                  <a:gd name="connsiteX1" fmla="*/ 58 w 44450"/>
                  <a:gd name="connsiteY1" fmla="*/ 21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19"/>
                    </a:moveTo>
                    <a:lnTo>
                      <a:pt x="58" y="219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EA47B8CB-9F9C-13A9-9470-C135EF6BF73C}"/>
                  </a:ext>
                </a:extLst>
              </p:cNvPr>
              <p:cNvSpPr/>
              <p:nvPr/>
            </p:nvSpPr>
            <p:spPr>
              <a:xfrm>
                <a:off x="3851198" y="3448391"/>
                <a:ext cx="44450" cy="12690"/>
              </a:xfrm>
              <a:custGeom>
                <a:avLst/>
                <a:gdLst>
                  <a:gd name="connsiteX0" fmla="*/ 44508 w 44450"/>
                  <a:gd name="connsiteY0" fmla="*/ 175 h 12690"/>
                  <a:gd name="connsiteX1" fmla="*/ 58 w 44450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E4F026F9-B8B2-1EFC-375C-C09059FAC9C9}"/>
                  </a:ext>
                </a:extLst>
              </p:cNvPr>
              <p:cNvSpPr/>
              <p:nvPr/>
            </p:nvSpPr>
            <p:spPr>
              <a:xfrm>
                <a:off x="3851198" y="2880456"/>
                <a:ext cx="44450" cy="12690"/>
              </a:xfrm>
              <a:custGeom>
                <a:avLst/>
                <a:gdLst>
                  <a:gd name="connsiteX0" fmla="*/ 44508 w 44450"/>
                  <a:gd name="connsiteY0" fmla="*/ 130 h 12690"/>
                  <a:gd name="connsiteX1" fmla="*/ 58 w 44450"/>
                  <a:gd name="connsiteY1" fmla="*/ 13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30"/>
                    </a:moveTo>
                    <a:lnTo>
                      <a:pt x="58" y="130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8B1C252D-1E84-A8A6-1198-B95C06CD558E}"/>
                  </a:ext>
                </a:extLst>
              </p:cNvPr>
              <p:cNvSpPr/>
              <p:nvPr/>
            </p:nvSpPr>
            <p:spPr>
              <a:xfrm>
                <a:off x="3851198" y="2312521"/>
                <a:ext cx="44450" cy="12690"/>
              </a:xfrm>
              <a:custGeom>
                <a:avLst/>
                <a:gdLst>
                  <a:gd name="connsiteX0" fmla="*/ 44508 w 44450"/>
                  <a:gd name="connsiteY0" fmla="*/ 85 h 12690"/>
                  <a:gd name="connsiteX1" fmla="*/ 58 w 44450"/>
                  <a:gd name="connsiteY1" fmla="*/ 8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85"/>
                    </a:moveTo>
                    <a:lnTo>
                      <a:pt x="58" y="8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B3A14F2C-E937-78B6-22C8-9DAB5891B996}"/>
                </a:ext>
              </a:extLst>
            </p:cNvPr>
            <p:cNvSpPr/>
            <p:nvPr/>
          </p:nvSpPr>
          <p:spPr>
            <a:xfrm>
              <a:off x="3895648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0FCCB05D-D4B0-375C-5E7C-A78F070EAF6F}"/>
                </a:ext>
              </a:extLst>
            </p:cNvPr>
            <p:cNvSpPr/>
            <p:nvPr/>
          </p:nvSpPr>
          <p:spPr>
            <a:xfrm>
              <a:off x="8442411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52832C5A-4C56-1EC8-237F-0AE648DE5CE7}"/>
                </a:ext>
              </a:extLst>
            </p:cNvPr>
            <p:cNvSpPr/>
            <p:nvPr/>
          </p:nvSpPr>
          <p:spPr>
            <a:xfrm>
              <a:off x="3895648" y="4868227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2B878013-61CF-B778-EDC3-46CF8D46A21E}"/>
                </a:ext>
              </a:extLst>
            </p:cNvPr>
            <p:cNvSpPr/>
            <p:nvPr/>
          </p:nvSpPr>
          <p:spPr>
            <a:xfrm>
              <a:off x="3895648" y="202855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303" name="Graphic 299">
            <a:extLst>
              <a:ext uri="{FF2B5EF4-FFF2-40B4-BE49-F238E27FC236}">
                <a16:creationId xmlns:a16="http://schemas.microsoft.com/office/drawing/2014/main" id="{96419200-C6E5-A561-667E-92C7D5602629}"/>
              </a:ext>
            </a:extLst>
          </p:cNvPr>
          <p:cNvGrpSpPr/>
          <p:nvPr/>
        </p:nvGrpSpPr>
        <p:grpSpPr>
          <a:xfrm>
            <a:off x="5313204" y="3468910"/>
            <a:ext cx="4607366" cy="3027277"/>
            <a:chOff x="3851198" y="2028021"/>
            <a:chExt cx="4607366" cy="3027277"/>
          </a:xfrm>
        </p:grpSpPr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8CB6A7CF-4ED3-F2F4-2C5A-B8F6DEFB1C26}"/>
                </a:ext>
              </a:extLst>
            </p:cNvPr>
            <p:cNvSpPr/>
            <p:nvPr/>
          </p:nvSpPr>
          <p:spPr>
            <a:xfrm>
              <a:off x="3895648" y="2028554"/>
              <a:ext cx="4546762" cy="2839673"/>
            </a:xfrm>
            <a:custGeom>
              <a:avLst/>
              <a:gdLst>
                <a:gd name="connsiteX0" fmla="*/ 0 w 4546762"/>
                <a:gd name="connsiteY0" fmla="*/ 2839674 h 2839673"/>
                <a:gd name="connsiteX1" fmla="*/ 4546763 w 4546762"/>
                <a:gd name="connsiteY1" fmla="*/ 2839674 h 2839673"/>
                <a:gd name="connsiteX2" fmla="*/ 4546763 w 4546762"/>
                <a:gd name="connsiteY2" fmla="*/ 0 h 2839673"/>
                <a:gd name="connsiteX3" fmla="*/ 0 w 4546762"/>
                <a:gd name="connsiteY3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762" h="2839673">
                  <a:moveTo>
                    <a:pt x="0" y="2839674"/>
                  </a:moveTo>
                  <a:lnTo>
                    <a:pt x="4546763" y="2839674"/>
                  </a:lnTo>
                  <a:lnTo>
                    <a:pt x="4546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305" name="Picture 304">
              <a:extLst>
                <a:ext uri="{FF2B5EF4-FFF2-40B4-BE49-F238E27FC236}">
                  <a16:creationId xmlns:a16="http://schemas.microsoft.com/office/drawing/2014/main" id="{128A967E-D45D-6E6E-1D8B-5839129358B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 flipV="1">
              <a:off x="3895648" y="2028021"/>
              <a:ext cx="4546854" cy="2840206"/>
            </a:xfrm>
            <a:custGeom>
              <a:avLst/>
              <a:gdLst>
                <a:gd name="connsiteX0" fmla="*/ 0 w 4546854"/>
                <a:gd name="connsiteY0" fmla="*/ 125 h 2840206"/>
                <a:gd name="connsiteX1" fmla="*/ 4546854 w 4546854"/>
                <a:gd name="connsiteY1" fmla="*/ 125 h 2840206"/>
                <a:gd name="connsiteX2" fmla="*/ 4546854 w 4546854"/>
                <a:gd name="connsiteY2" fmla="*/ 2840332 h 2840206"/>
                <a:gd name="connsiteX3" fmla="*/ 0 w 4546854"/>
                <a:gd name="connsiteY3" fmla="*/ 2840332 h 284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854" h="2840206">
                  <a:moveTo>
                    <a:pt x="0" y="125"/>
                  </a:moveTo>
                  <a:lnTo>
                    <a:pt x="4546854" y="125"/>
                  </a:lnTo>
                  <a:lnTo>
                    <a:pt x="4546854" y="2840332"/>
                  </a:lnTo>
                  <a:lnTo>
                    <a:pt x="0" y="2840332"/>
                  </a:lnTo>
                  <a:close/>
                </a:path>
              </a:pathLst>
            </a:custGeom>
          </p:spPr>
        </p:pic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EFD912FE-747C-6FAD-F6DA-09DA50BCD420}"/>
                </a:ext>
              </a:extLst>
            </p:cNvPr>
            <p:cNvSpPr/>
            <p:nvPr/>
          </p:nvSpPr>
          <p:spPr>
            <a:xfrm>
              <a:off x="6647246" y="3403658"/>
              <a:ext cx="283922" cy="115604"/>
            </a:xfrm>
            <a:custGeom>
              <a:avLst/>
              <a:gdLst>
                <a:gd name="connsiteX0" fmla="*/ 283922 w 283922"/>
                <a:gd name="connsiteY0" fmla="*/ 6419 h 115604"/>
                <a:gd name="connsiteX1" fmla="*/ 281428 w 283922"/>
                <a:gd name="connsiteY1" fmla="*/ 115604 h 115604"/>
                <a:gd name="connsiteX2" fmla="*/ 0 w 283922"/>
                <a:gd name="connsiteY2" fmla="*/ 109185 h 115604"/>
                <a:gd name="connsiteX3" fmla="*/ 2494 w 283922"/>
                <a:gd name="connsiteY3" fmla="*/ 0 h 115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3922" h="115604">
                  <a:moveTo>
                    <a:pt x="283922" y="6419"/>
                  </a:moveTo>
                  <a:lnTo>
                    <a:pt x="281428" y="115604"/>
                  </a:lnTo>
                  <a:lnTo>
                    <a:pt x="0" y="109185"/>
                  </a:lnTo>
                  <a:lnTo>
                    <a:pt x="2494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3727D5D1-3BBB-8F48-1B06-9E5271465AEE}"/>
                </a:ext>
              </a:extLst>
            </p:cNvPr>
            <p:cNvSpPr/>
            <p:nvPr/>
          </p:nvSpPr>
          <p:spPr>
            <a:xfrm>
              <a:off x="6819410" y="3407585"/>
              <a:ext cx="110511" cy="109185"/>
            </a:xfrm>
            <a:custGeom>
              <a:avLst/>
              <a:gdLst>
                <a:gd name="connsiteX0" fmla="*/ 110511 w 110511"/>
                <a:gd name="connsiteY0" fmla="*/ 57085 h 109185"/>
                <a:gd name="connsiteX1" fmla="*/ 0 w 110511"/>
                <a:gd name="connsiteY1" fmla="*/ 109185 h 109185"/>
                <a:gd name="connsiteX2" fmla="*/ 2494 w 110511"/>
                <a:gd name="connsiteY2" fmla="*/ 0 h 10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511" h="109185">
                  <a:moveTo>
                    <a:pt x="110511" y="57085"/>
                  </a:moveTo>
                  <a:lnTo>
                    <a:pt x="0" y="109185"/>
                  </a:lnTo>
                  <a:lnTo>
                    <a:pt x="2494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308" name="Graphic 299">
              <a:extLst>
                <a:ext uri="{FF2B5EF4-FFF2-40B4-BE49-F238E27FC236}">
                  <a16:creationId xmlns:a16="http://schemas.microsoft.com/office/drawing/2014/main" id="{5ECF64AA-4B51-9767-B382-AFDAF1C41111}"/>
                </a:ext>
              </a:extLst>
            </p:cNvPr>
            <p:cNvGrpSpPr/>
            <p:nvPr/>
          </p:nvGrpSpPr>
          <p:grpSpPr>
            <a:xfrm>
              <a:off x="3890453" y="4868227"/>
              <a:ext cx="4568111" cy="187071"/>
              <a:chOff x="3890453" y="4868227"/>
              <a:chExt cx="4568111" cy="187071"/>
            </a:xfrm>
            <a:solidFill>
              <a:srgbClr val="000000"/>
            </a:solidFill>
          </p:grpSpPr>
          <p:grpSp>
            <p:nvGrpSpPr>
              <p:cNvPr id="309" name="Graphic 299">
                <a:extLst>
                  <a:ext uri="{FF2B5EF4-FFF2-40B4-BE49-F238E27FC236}">
                    <a16:creationId xmlns:a16="http://schemas.microsoft.com/office/drawing/2014/main" id="{2B5EFF64-6DFE-ED78-782F-7B44DCDB8590}"/>
                  </a:ext>
                </a:extLst>
              </p:cNvPr>
              <p:cNvGrpSpPr/>
              <p:nvPr/>
            </p:nvGrpSpPr>
            <p:grpSpPr>
              <a:xfrm>
                <a:off x="3890453" y="4868227"/>
                <a:ext cx="224170" cy="187071"/>
                <a:chOff x="3890453" y="4868227"/>
                <a:chExt cx="224170" cy="187071"/>
              </a:xfrm>
              <a:solidFill>
                <a:srgbClr val="000000"/>
              </a:solidFill>
            </p:grpSpPr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FF4D77D1-2452-8C26-C494-C9A469F20D5B}"/>
                    </a:ext>
                  </a:extLst>
                </p:cNvPr>
                <p:cNvSpPr/>
                <p:nvPr/>
              </p:nvSpPr>
              <p:spPr>
                <a:xfrm>
                  <a:off x="3895648" y="4868227"/>
                  <a:ext cx="12700" cy="44417"/>
                </a:xfrm>
                <a:custGeom>
                  <a:avLst/>
                  <a:gdLst>
                    <a:gd name="connsiteX0" fmla="*/ 58 w 12700"/>
                    <a:gd name="connsiteY0" fmla="*/ 286 h 44417"/>
                    <a:gd name="connsiteX1" fmla="*/ 58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58" y="286"/>
                      </a:moveTo>
                      <a:lnTo>
                        <a:pt x="58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11" name="Graphic 299">
                  <a:extLst>
                    <a:ext uri="{FF2B5EF4-FFF2-40B4-BE49-F238E27FC236}">
                      <a16:creationId xmlns:a16="http://schemas.microsoft.com/office/drawing/2014/main" id="{4BFD13F2-2442-C9EF-77F9-9377F27BD891}"/>
                    </a:ext>
                  </a:extLst>
                </p:cNvPr>
                <p:cNvGrpSpPr/>
                <p:nvPr/>
              </p:nvGrpSpPr>
              <p:grpSpPr>
                <a:xfrm>
                  <a:off x="3890453" y="4959304"/>
                  <a:ext cx="224170" cy="95994"/>
                  <a:chOff x="3890453" y="4959304"/>
                  <a:chExt cx="224170" cy="95994"/>
                </a:xfrm>
                <a:solidFill>
                  <a:srgbClr val="000000"/>
                </a:solidFill>
              </p:grpSpPr>
              <p:sp>
                <p:nvSpPr>
                  <p:cNvPr id="312" name="Freeform: Shape 311">
                    <a:extLst>
                      <a:ext uri="{FF2B5EF4-FFF2-40B4-BE49-F238E27FC236}">
                        <a16:creationId xmlns:a16="http://schemas.microsoft.com/office/drawing/2014/main" id="{8BEA9A70-D588-373E-32F1-7A893F33F8EF}"/>
                      </a:ext>
                    </a:extLst>
                  </p:cNvPr>
                  <p:cNvSpPr/>
                  <p:nvPr/>
                </p:nvSpPr>
                <p:spPr>
                  <a:xfrm flipV="1">
                    <a:off x="3890453" y="4960969"/>
                    <a:ext cx="59908" cy="94328"/>
                  </a:xfrm>
                  <a:custGeom>
                    <a:avLst/>
                    <a:gdLst>
                      <a:gd name="connsiteX0" fmla="*/ 1957 w 59908"/>
                      <a:gd name="connsiteY0" fmla="*/ 92338 h 94328"/>
                      <a:gd name="connsiteX1" fmla="*/ 51130 w 59908"/>
                      <a:gd name="connsiteY1" fmla="*/ 92338 h 94328"/>
                      <a:gd name="connsiteX2" fmla="*/ 51130 w 59908"/>
                      <a:gd name="connsiteY2" fmla="*/ 81789 h 94328"/>
                      <a:gd name="connsiteX3" fmla="*/ 13427 w 59908"/>
                      <a:gd name="connsiteY3" fmla="*/ 81789 h 94328"/>
                      <a:gd name="connsiteX4" fmla="*/ 13427 w 59908"/>
                      <a:gd name="connsiteY4" fmla="*/ 59124 h 94328"/>
                      <a:gd name="connsiteX5" fmla="*/ 18864 w 59908"/>
                      <a:gd name="connsiteY5" fmla="*/ 60512 h 94328"/>
                      <a:gd name="connsiteX6" fmla="*/ 24341 w 59908"/>
                      <a:gd name="connsiteY6" fmla="*/ 60968 h 94328"/>
                      <a:gd name="connsiteX7" fmla="*/ 48888 w 59908"/>
                      <a:gd name="connsiteY7" fmla="*/ 52481 h 94328"/>
                      <a:gd name="connsiteX8" fmla="*/ 57956 w 59908"/>
                      <a:gd name="connsiteY8" fmla="*/ 29499 h 94328"/>
                      <a:gd name="connsiteX9" fmla="*/ 48649 w 59908"/>
                      <a:gd name="connsiteY9" fmla="*/ 6279 h 94328"/>
                      <a:gd name="connsiteX10" fmla="*/ 22416 w 59908"/>
                      <a:gd name="connsiteY10" fmla="*/ -1990 h 94328"/>
                      <a:gd name="connsiteX11" fmla="*/ 10530 w 59908"/>
                      <a:gd name="connsiteY11" fmla="*/ -999 h 94328"/>
                      <a:gd name="connsiteX12" fmla="*/ -1952 w 59908"/>
                      <a:gd name="connsiteY12" fmla="*/ 1976 h 94328"/>
                      <a:gd name="connsiteX13" fmla="*/ -1952 w 59908"/>
                      <a:gd name="connsiteY13" fmla="*/ 14567 h 94328"/>
                      <a:gd name="connsiteX14" fmla="*/ 9577 w 59908"/>
                      <a:gd name="connsiteY14" fmla="*/ 10046 h 94328"/>
                      <a:gd name="connsiteX15" fmla="*/ 22158 w 59908"/>
                      <a:gd name="connsiteY15" fmla="*/ 8559 h 94328"/>
                      <a:gd name="connsiteX16" fmla="*/ 39144 w 59908"/>
                      <a:gd name="connsiteY16" fmla="*/ 14191 h 94328"/>
                      <a:gd name="connsiteX17" fmla="*/ 45415 w 59908"/>
                      <a:gd name="connsiteY17" fmla="*/ 29499 h 94328"/>
                      <a:gd name="connsiteX18" fmla="*/ 39144 w 59908"/>
                      <a:gd name="connsiteY18" fmla="*/ 44788 h 94328"/>
                      <a:gd name="connsiteX19" fmla="*/ 22158 w 59908"/>
                      <a:gd name="connsiteY19" fmla="*/ 50439 h 94328"/>
                      <a:gd name="connsiteX20" fmla="*/ 12137 w 59908"/>
                      <a:gd name="connsiteY20" fmla="*/ 49328 h 94328"/>
                      <a:gd name="connsiteX21" fmla="*/ 1957 w 59908"/>
                      <a:gd name="connsiteY21" fmla="*/ 45858 h 94328"/>
                      <a:gd name="connsiteX22" fmla="*/ 195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57" y="92338"/>
                        </a:moveTo>
                        <a:lnTo>
                          <a:pt x="51130" y="92338"/>
                        </a:lnTo>
                        <a:lnTo>
                          <a:pt x="51130" y="81789"/>
                        </a:lnTo>
                        <a:lnTo>
                          <a:pt x="13427" y="81789"/>
                        </a:lnTo>
                        <a:lnTo>
                          <a:pt x="13427" y="59124"/>
                        </a:lnTo>
                        <a:cubicBezTo>
                          <a:pt x="15239" y="59746"/>
                          <a:pt x="17052" y="60208"/>
                          <a:pt x="18864" y="60512"/>
                        </a:cubicBezTo>
                        <a:cubicBezTo>
                          <a:pt x="20690" y="60816"/>
                          <a:pt x="22515" y="60968"/>
                          <a:pt x="24341" y="60968"/>
                        </a:cubicBezTo>
                        <a:cubicBezTo>
                          <a:pt x="34673" y="60968"/>
                          <a:pt x="42855" y="58139"/>
                          <a:pt x="48888" y="52481"/>
                        </a:cubicBezTo>
                        <a:cubicBezTo>
                          <a:pt x="54933" y="46823"/>
                          <a:pt x="57956" y="39163"/>
                          <a:pt x="57956" y="29499"/>
                        </a:cubicBezTo>
                        <a:cubicBezTo>
                          <a:pt x="57956" y="19545"/>
                          <a:pt x="54854" y="11805"/>
                          <a:pt x="48649" y="6279"/>
                        </a:cubicBezTo>
                        <a:cubicBezTo>
                          <a:pt x="42445" y="766"/>
                          <a:pt x="33700" y="-1990"/>
                          <a:pt x="22416" y="-1990"/>
                        </a:cubicBezTo>
                        <a:cubicBezTo>
                          <a:pt x="18527" y="-1990"/>
                          <a:pt x="14564" y="-1660"/>
                          <a:pt x="10530" y="-999"/>
                        </a:cubicBezTo>
                        <a:cubicBezTo>
                          <a:pt x="6508" y="-338"/>
                          <a:pt x="2347" y="654"/>
                          <a:pt x="-1952" y="1976"/>
                        </a:cubicBezTo>
                        <a:lnTo>
                          <a:pt x="-1952" y="14567"/>
                        </a:lnTo>
                        <a:cubicBezTo>
                          <a:pt x="1765" y="12545"/>
                          <a:pt x="5608" y="11038"/>
                          <a:pt x="9577" y="10046"/>
                        </a:cubicBezTo>
                        <a:cubicBezTo>
                          <a:pt x="13546" y="9055"/>
                          <a:pt x="17739" y="8559"/>
                          <a:pt x="22158" y="8559"/>
                        </a:cubicBezTo>
                        <a:cubicBezTo>
                          <a:pt x="29315" y="8559"/>
                          <a:pt x="34977" y="10436"/>
                          <a:pt x="39144" y="14191"/>
                        </a:cubicBezTo>
                        <a:cubicBezTo>
                          <a:pt x="43325" y="17945"/>
                          <a:pt x="45415" y="23048"/>
                          <a:pt x="45415" y="29499"/>
                        </a:cubicBezTo>
                        <a:cubicBezTo>
                          <a:pt x="45415" y="35937"/>
                          <a:pt x="43325" y="41033"/>
                          <a:pt x="39144" y="44788"/>
                        </a:cubicBezTo>
                        <a:cubicBezTo>
                          <a:pt x="34977" y="48555"/>
                          <a:pt x="29315" y="50439"/>
                          <a:pt x="22158" y="50439"/>
                        </a:cubicBezTo>
                        <a:cubicBezTo>
                          <a:pt x="18811" y="50439"/>
                          <a:pt x="15471" y="50069"/>
                          <a:pt x="12137" y="49328"/>
                        </a:cubicBezTo>
                        <a:cubicBezTo>
                          <a:pt x="8816" y="48588"/>
                          <a:pt x="5423" y="47431"/>
                          <a:pt x="1957" y="45858"/>
                        </a:cubicBezTo>
                        <a:lnTo>
                          <a:pt x="195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13" name="Freeform: Shape 312">
                    <a:extLst>
                      <a:ext uri="{FF2B5EF4-FFF2-40B4-BE49-F238E27FC236}">
                        <a16:creationId xmlns:a16="http://schemas.microsoft.com/office/drawing/2014/main" id="{F80F959D-28C3-2813-36B2-2BCCC24F8765}"/>
                      </a:ext>
                    </a:extLst>
                  </p:cNvPr>
                  <p:cNvSpPr/>
                  <p:nvPr/>
                </p:nvSpPr>
                <p:spPr>
                  <a:xfrm flipV="1">
                    <a:off x="3969826" y="4959304"/>
                    <a:ext cx="63996" cy="95994"/>
                  </a:xfrm>
                  <a:custGeom>
                    <a:avLst/>
                    <a:gdLst>
                      <a:gd name="connsiteX0" fmla="*/ 30011 w 63996"/>
                      <a:gd name="connsiteY0" fmla="*/ 84047 h 95994"/>
                      <a:gd name="connsiteX1" fmla="*/ 15466 w 63996"/>
                      <a:gd name="connsiteY1" fmla="*/ 74529 h 95994"/>
                      <a:gd name="connsiteX2" fmla="*/ 10604 w 63996"/>
                      <a:gd name="connsiteY2" fmla="*/ 45935 h 95994"/>
                      <a:gd name="connsiteX3" fmla="*/ 15466 w 63996"/>
                      <a:gd name="connsiteY3" fmla="*/ 17401 h 95994"/>
                      <a:gd name="connsiteX4" fmla="*/ 30011 w 63996"/>
                      <a:gd name="connsiteY4" fmla="*/ 7883 h 95994"/>
                      <a:gd name="connsiteX5" fmla="*/ 44616 w 63996"/>
                      <a:gd name="connsiteY5" fmla="*/ 17401 h 95994"/>
                      <a:gd name="connsiteX6" fmla="*/ 49498 w 63996"/>
                      <a:gd name="connsiteY6" fmla="*/ 45935 h 95994"/>
                      <a:gd name="connsiteX7" fmla="*/ 44616 w 63996"/>
                      <a:gd name="connsiteY7" fmla="*/ 74529 h 95994"/>
                      <a:gd name="connsiteX8" fmla="*/ 30011 w 63996"/>
                      <a:gd name="connsiteY8" fmla="*/ 84047 h 95994"/>
                      <a:gd name="connsiteX9" fmla="*/ 30011 w 63996"/>
                      <a:gd name="connsiteY9" fmla="*/ 93962 h 95994"/>
                      <a:gd name="connsiteX10" fmla="*/ 53804 w 63996"/>
                      <a:gd name="connsiteY10" fmla="*/ 81648 h 95994"/>
                      <a:gd name="connsiteX11" fmla="*/ 62019 w 63996"/>
                      <a:gd name="connsiteY11" fmla="*/ 45935 h 95994"/>
                      <a:gd name="connsiteX12" fmla="*/ 53804 w 63996"/>
                      <a:gd name="connsiteY12" fmla="*/ 10262 h 95994"/>
                      <a:gd name="connsiteX13" fmla="*/ 30011 w 63996"/>
                      <a:gd name="connsiteY13" fmla="*/ -2032 h 95994"/>
                      <a:gd name="connsiteX14" fmla="*/ 6239 w 63996"/>
                      <a:gd name="connsiteY14" fmla="*/ 10262 h 95994"/>
                      <a:gd name="connsiteX15" fmla="*/ -1977 w 63996"/>
                      <a:gd name="connsiteY15" fmla="*/ 45935 h 95994"/>
                      <a:gd name="connsiteX16" fmla="*/ 6239 w 63996"/>
                      <a:gd name="connsiteY16" fmla="*/ 81648 h 95994"/>
                      <a:gd name="connsiteX17" fmla="*/ 3001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1" y="84047"/>
                        </a:moveTo>
                        <a:cubicBezTo>
                          <a:pt x="23569" y="84047"/>
                          <a:pt x="18720" y="80875"/>
                          <a:pt x="15466" y="74529"/>
                        </a:cubicBezTo>
                        <a:cubicBezTo>
                          <a:pt x="12225" y="68197"/>
                          <a:pt x="10604" y="58666"/>
                          <a:pt x="10604" y="45935"/>
                        </a:cubicBezTo>
                        <a:cubicBezTo>
                          <a:pt x="10604" y="33258"/>
                          <a:pt x="12225" y="23746"/>
                          <a:pt x="15466" y="17401"/>
                        </a:cubicBezTo>
                        <a:cubicBezTo>
                          <a:pt x="18720" y="11055"/>
                          <a:pt x="23569" y="7883"/>
                          <a:pt x="30011" y="7883"/>
                        </a:cubicBezTo>
                        <a:cubicBezTo>
                          <a:pt x="36507" y="7883"/>
                          <a:pt x="41375" y="11055"/>
                          <a:pt x="44616" y="17401"/>
                        </a:cubicBezTo>
                        <a:cubicBezTo>
                          <a:pt x="47871" y="23746"/>
                          <a:pt x="49498" y="33258"/>
                          <a:pt x="49498" y="45935"/>
                        </a:cubicBezTo>
                        <a:cubicBezTo>
                          <a:pt x="49498" y="58666"/>
                          <a:pt x="47871" y="68197"/>
                          <a:pt x="44616" y="74529"/>
                        </a:cubicBezTo>
                        <a:cubicBezTo>
                          <a:pt x="41375" y="80875"/>
                          <a:pt x="36507" y="84047"/>
                          <a:pt x="30011" y="84047"/>
                        </a:cubicBezTo>
                        <a:close/>
                        <a:moveTo>
                          <a:pt x="30011" y="93962"/>
                        </a:moveTo>
                        <a:cubicBezTo>
                          <a:pt x="40396" y="93962"/>
                          <a:pt x="48327" y="89857"/>
                          <a:pt x="53804" y="81648"/>
                        </a:cubicBezTo>
                        <a:cubicBezTo>
                          <a:pt x="59281" y="73452"/>
                          <a:pt x="62019" y="61548"/>
                          <a:pt x="62019" y="45935"/>
                        </a:cubicBezTo>
                        <a:cubicBezTo>
                          <a:pt x="62019" y="30363"/>
                          <a:pt x="59281" y="18471"/>
                          <a:pt x="53804" y="10262"/>
                        </a:cubicBezTo>
                        <a:cubicBezTo>
                          <a:pt x="48327" y="2066"/>
                          <a:pt x="40396" y="-2032"/>
                          <a:pt x="30011" y="-2032"/>
                        </a:cubicBezTo>
                        <a:cubicBezTo>
                          <a:pt x="19640" y="-2032"/>
                          <a:pt x="11715" y="2066"/>
                          <a:pt x="6239" y="10262"/>
                        </a:cubicBezTo>
                        <a:cubicBezTo>
                          <a:pt x="762" y="18471"/>
                          <a:pt x="-1977" y="30363"/>
                          <a:pt x="-1977" y="45935"/>
                        </a:cubicBezTo>
                        <a:cubicBezTo>
                          <a:pt x="-1977" y="61548"/>
                          <a:pt x="762" y="73452"/>
                          <a:pt x="6239" y="81648"/>
                        </a:cubicBezTo>
                        <a:cubicBezTo>
                          <a:pt x="11715" y="89857"/>
                          <a:pt x="19640" y="93962"/>
                          <a:pt x="3001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14" name="Freeform: Shape 313">
                    <a:extLst>
                      <a:ext uri="{FF2B5EF4-FFF2-40B4-BE49-F238E27FC236}">
                        <a16:creationId xmlns:a16="http://schemas.microsoft.com/office/drawing/2014/main" id="{7B486684-4CF0-8E2B-4EE1-6DA0C5FA802C}"/>
                      </a:ext>
                    </a:extLst>
                  </p:cNvPr>
                  <p:cNvSpPr/>
                  <p:nvPr/>
                </p:nvSpPr>
                <p:spPr>
                  <a:xfrm flipV="1">
                    <a:off x="4050627" y="4959304"/>
                    <a:ext cx="63996" cy="95994"/>
                  </a:xfrm>
                  <a:custGeom>
                    <a:avLst/>
                    <a:gdLst>
                      <a:gd name="connsiteX0" fmla="*/ 30018 w 63996"/>
                      <a:gd name="connsiteY0" fmla="*/ 84047 h 95994"/>
                      <a:gd name="connsiteX1" fmla="*/ 15472 w 63996"/>
                      <a:gd name="connsiteY1" fmla="*/ 74529 h 95994"/>
                      <a:gd name="connsiteX2" fmla="*/ 10611 w 63996"/>
                      <a:gd name="connsiteY2" fmla="*/ 45935 h 95994"/>
                      <a:gd name="connsiteX3" fmla="*/ 15472 w 63996"/>
                      <a:gd name="connsiteY3" fmla="*/ 17401 h 95994"/>
                      <a:gd name="connsiteX4" fmla="*/ 30018 w 63996"/>
                      <a:gd name="connsiteY4" fmla="*/ 7883 h 95994"/>
                      <a:gd name="connsiteX5" fmla="*/ 44623 w 63996"/>
                      <a:gd name="connsiteY5" fmla="*/ 17401 h 95994"/>
                      <a:gd name="connsiteX6" fmla="*/ 49504 w 63996"/>
                      <a:gd name="connsiteY6" fmla="*/ 45935 h 95994"/>
                      <a:gd name="connsiteX7" fmla="*/ 44623 w 63996"/>
                      <a:gd name="connsiteY7" fmla="*/ 74529 h 95994"/>
                      <a:gd name="connsiteX8" fmla="*/ 30018 w 63996"/>
                      <a:gd name="connsiteY8" fmla="*/ 84047 h 95994"/>
                      <a:gd name="connsiteX9" fmla="*/ 30018 w 63996"/>
                      <a:gd name="connsiteY9" fmla="*/ 93962 h 95994"/>
                      <a:gd name="connsiteX10" fmla="*/ 53810 w 63996"/>
                      <a:gd name="connsiteY10" fmla="*/ 81648 h 95994"/>
                      <a:gd name="connsiteX11" fmla="*/ 62026 w 63996"/>
                      <a:gd name="connsiteY11" fmla="*/ 45935 h 95994"/>
                      <a:gd name="connsiteX12" fmla="*/ 53810 w 63996"/>
                      <a:gd name="connsiteY12" fmla="*/ 10262 h 95994"/>
                      <a:gd name="connsiteX13" fmla="*/ 30018 w 63996"/>
                      <a:gd name="connsiteY13" fmla="*/ -2032 h 95994"/>
                      <a:gd name="connsiteX14" fmla="*/ 6245 w 63996"/>
                      <a:gd name="connsiteY14" fmla="*/ 10262 h 95994"/>
                      <a:gd name="connsiteX15" fmla="*/ -1970 w 63996"/>
                      <a:gd name="connsiteY15" fmla="*/ 45935 h 95994"/>
                      <a:gd name="connsiteX16" fmla="*/ 6245 w 63996"/>
                      <a:gd name="connsiteY16" fmla="*/ 81648 h 95994"/>
                      <a:gd name="connsiteX17" fmla="*/ 30018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8" y="84047"/>
                        </a:moveTo>
                        <a:cubicBezTo>
                          <a:pt x="23575" y="84047"/>
                          <a:pt x="18727" y="80875"/>
                          <a:pt x="15472" y="74529"/>
                        </a:cubicBezTo>
                        <a:cubicBezTo>
                          <a:pt x="12231" y="68197"/>
                          <a:pt x="10611" y="58666"/>
                          <a:pt x="10611" y="45935"/>
                        </a:cubicBezTo>
                        <a:cubicBezTo>
                          <a:pt x="10611" y="33258"/>
                          <a:pt x="12231" y="23746"/>
                          <a:pt x="15472" y="17401"/>
                        </a:cubicBezTo>
                        <a:cubicBezTo>
                          <a:pt x="18727" y="11055"/>
                          <a:pt x="23575" y="7883"/>
                          <a:pt x="30018" y="7883"/>
                        </a:cubicBezTo>
                        <a:cubicBezTo>
                          <a:pt x="36513" y="7883"/>
                          <a:pt x="41382" y="11055"/>
                          <a:pt x="44623" y="17401"/>
                        </a:cubicBezTo>
                        <a:cubicBezTo>
                          <a:pt x="47877" y="23746"/>
                          <a:pt x="49504" y="33258"/>
                          <a:pt x="49504" y="45935"/>
                        </a:cubicBezTo>
                        <a:cubicBezTo>
                          <a:pt x="49504" y="58666"/>
                          <a:pt x="47877" y="68197"/>
                          <a:pt x="44623" y="74529"/>
                        </a:cubicBezTo>
                        <a:cubicBezTo>
                          <a:pt x="41382" y="80875"/>
                          <a:pt x="36513" y="84047"/>
                          <a:pt x="30018" y="84047"/>
                        </a:cubicBezTo>
                        <a:close/>
                        <a:moveTo>
                          <a:pt x="30018" y="93962"/>
                        </a:moveTo>
                        <a:cubicBezTo>
                          <a:pt x="40403" y="93962"/>
                          <a:pt x="48334" y="89857"/>
                          <a:pt x="53810" y="81648"/>
                        </a:cubicBezTo>
                        <a:cubicBezTo>
                          <a:pt x="59287" y="73452"/>
                          <a:pt x="62026" y="61548"/>
                          <a:pt x="62026" y="45935"/>
                        </a:cubicBezTo>
                        <a:cubicBezTo>
                          <a:pt x="62026" y="30363"/>
                          <a:pt x="59287" y="18471"/>
                          <a:pt x="53810" y="10262"/>
                        </a:cubicBezTo>
                        <a:cubicBezTo>
                          <a:pt x="48334" y="2066"/>
                          <a:pt x="40403" y="-2032"/>
                          <a:pt x="30018" y="-2032"/>
                        </a:cubicBezTo>
                        <a:cubicBezTo>
                          <a:pt x="19646" y="-2032"/>
                          <a:pt x="11722" y="2066"/>
                          <a:pt x="6245" y="10262"/>
                        </a:cubicBezTo>
                        <a:cubicBezTo>
                          <a:pt x="768" y="18471"/>
                          <a:pt x="-1970" y="30363"/>
                          <a:pt x="-1970" y="45935"/>
                        </a:cubicBezTo>
                        <a:cubicBezTo>
                          <a:pt x="-1970" y="61548"/>
                          <a:pt x="768" y="73452"/>
                          <a:pt x="6245" y="81648"/>
                        </a:cubicBezTo>
                        <a:cubicBezTo>
                          <a:pt x="11722" y="89857"/>
                          <a:pt x="19646" y="93962"/>
                          <a:pt x="30018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15" name="Graphic 299">
                <a:extLst>
                  <a:ext uri="{FF2B5EF4-FFF2-40B4-BE49-F238E27FC236}">
                    <a16:creationId xmlns:a16="http://schemas.microsoft.com/office/drawing/2014/main" id="{CE8D1D5E-8ABC-45EA-3D4B-F14665F2A7EA}"/>
                  </a:ext>
                </a:extLst>
              </p:cNvPr>
              <p:cNvGrpSpPr/>
              <p:nvPr/>
            </p:nvGrpSpPr>
            <p:grpSpPr>
              <a:xfrm>
                <a:off x="4352591" y="4868227"/>
                <a:ext cx="224169" cy="187070"/>
                <a:chOff x="435259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85DE7EB9-F749-991D-D0A9-F5FC2CD0A7AB}"/>
                    </a:ext>
                  </a:extLst>
                </p:cNvPr>
                <p:cNvSpPr/>
                <p:nvPr/>
              </p:nvSpPr>
              <p:spPr>
                <a:xfrm>
                  <a:off x="4463994" y="4868227"/>
                  <a:ext cx="12700" cy="44417"/>
                </a:xfrm>
                <a:custGeom>
                  <a:avLst/>
                  <a:gdLst>
                    <a:gd name="connsiteX0" fmla="*/ 102 w 12700"/>
                    <a:gd name="connsiteY0" fmla="*/ 286 h 44417"/>
                    <a:gd name="connsiteX1" fmla="*/ 10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02" y="286"/>
                      </a:moveTo>
                      <a:lnTo>
                        <a:pt x="10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17" name="Graphic 299">
                  <a:extLst>
                    <a:ext uri="{FF2B5EF4-FFF2-40B4-BE49-F238E27FC236}">
                      <a16:creationId xmlns:a16="http://schemas.microsoft.com/office/drawing/2014/main" id="{48CB437F-6E6F-CD93-FC13-6D352F90CAA1}"/>
                    </a:ext>
                  </a:extLst>
                </p:cNvPr>
                <p:cNvGrpSpPr/>
                <p:nvPr/>
              </p:nvGrpSpPr>
              <p:grpSpPr>
                <a:xfrm>
                  <a:off x="4352591" y="4959304"/>
                  <a:ext cx="224169" cy="95994"/>
                  <a:chOff x="435259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18" name="Freeform: Shape 317">
                    <a:extLst>
                      <a:ext uri="{FF2B5EF4-FFF2-40B4-BE49-F238E27FC236}">
                        <a16:creationId xmlns:a16="http://schemas.microsoft.com/office/drawing/2014/main" id="{7C6DDB94-A8BC-4328-E9DD-3BA106BB3449}"/>
                      </a:ext>
                    </a:extLst>
                  </p:cNvPr>
                  <p:cNvSpPr/>
                  <p:nvPr/>
                </p:nvSpPr>
                <p:spPr>
                  <a:xfrm flipV="1">
                    <a:off x="4352591" y="4960969"/>
                    <a:ext cx="59908" cy="94328"/>
                  </a:xfrm>
                  <a:custGeom>
                    <a:avLst/>
                    <a:gdLst>
                      <a:gd name="connsiteX0" fmla="*/ 2002 w 59908"/>
                      <a:gd name="connsiteY0" fmla="*/ 92338 h 94328"/>
                      <a:gd name="connsiteX1" fmla="*/ 51175 w 59908"/>
                      <a:gd name="connsiteY1" fmla="*/ 92338 h 94328"/>
                      <a:gd name="connsiteX2" fmla="*/ 51175 w 59908"/>
                      <a:gd name="connsiteY2" fmla="*/ 81789 h 94328"/>
                      <a:gd name="connsiteX3" fmla="*/ 13471 w 59908"/>
                      <a:gd name="connsiteY3" fmla="*/ 81789 h 94328"/>
                      <a:gd name="connsiteX4" fmla="*/ 13471 w 59908"/>
                      <a:gd name="connsiteY4" fmla="*/ 59124 h 94328"/>
                      <a:gd name="connsiteX5" fmla="*/ 18909 w 59908"/>
                      <a:gd name="connsiteY5" fmla="*/ 60512 h 94328"/>
                      <a:gd name="connsiteX6" fmla="*/ 24386 w 59908"/>
                      <a:gd name="connsiteY6" fmla="*/ 60968 h 94328"/>
                      <a:gd name="connsiteX7" fmla="*/ 48932 w 59908"/>
                      <a:gd name="connsiteY7" fmla="*/ 52481 h 94328"/>
                      <a:gd name="connsiteX8" fmla="*/ 58001 w 59908"/>
                      <a:gd name="connsiteY8" fmla="*/ 29499 h 94328"/>
                      <a:gd name="connsiteX9" fmla="*/ 48694 w 59908"/>
                      <a:gd name="connsiteY9" fmla="*/ 6279 h 94328"/>
                      <a:gd name="connsiteX10" fmla="*/ 22461 w 59908"/>
                      <a:gd name="connsiteY10" fmla="*/ -1990 h 94328"/>
                      <a:gd name="connsiteX11" fmla="*/ 10574 w 59908"/>
                      <a:gd name="connsiteY11" fmla="*/ -999 h 94328"/>
                      <a:gd name="connsiteX12" fmla="*/ -1907 w 59908"/>
                      <a:gd name="connsiteY12" fmla="*/ 1976 h 94328"/>
                      <a:gd name="connsiteX13" fmla="*/ -1907 w 59908"/>
                      <a:gd name="connsiteY13" fmla="*/ 14567 h 94328"/>
                      <a:gd name="connsiteX14" fmla="*/ 9622 w 59908"/>
                      <a:gd name="connsiteY14" fmla="*/ 10046 h 94328"/>
                      <a:gd name="connsiteX15" fmla="*/ 22203 w 59908"/>
                      <a:gd name="connsiteY15" fmla="*/ 8559 h 94328"/>
                      <a:gd name="connsiteX16" fmla="*/ 39189 w 59908"/>
                      <a:gd name="connsiteY16" fmla="*/ 14191 h 94328"/>
                      <a:gd name="connsiteX17" fmla="*/ 45460 w 59908"/>
                      <a:gd name="connsiteY17" fmla="*/ 29499 h 94328"/>
                      <a:gd name="connsiteX18" fmla="*/ 39189 w 59908"/>
                      <a:gd name="connsiteY18" fmla="*/ 44788 h 94328"/>
                      <a:gd name="connsiteX19" fmla="*/ 22203 w 59908"/>
                      <a:gd name="connsiteY19" fmla="*/ 50439 h 94328"/>
                      <a:gd name="connsiteX20" fmla="*/ 12182 w 59908"/>
                      <a:gd name="connsiteY20" fmla="*/ 49328 h 94328"/>
                      <a:gd name="connsiteX21" fmla="*/ 2002 w 59908"/>
                      <a:gd name="connsiteY21" fmla="*/ 45858 h 94328"/>
                      <a:gd name="connsiteX22" fmla="*/ 2002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02" y="92338"/>
                        </a:moveTo>
                        <a:lnTo>
                          <a:pt x="51175" y="92338"/>
                        </a:lnTo>
                        <a:lnTo>
                          <a:pt x="51175" y="81789"/>
                        </a:lnTo>
                        <a:lnTo>
                          <a:pt x="13471" y="81789"/>
                        </a:lnTo>
                        <a:lnTo>
                          <a:pt x="13471" y="59124"/>
                        </a:lnTo>
                        <a:cubicBezTo>
                          <a:pt x="15284" y="59746"/>
                          <a:pt x="17096" y="60208"/>
                          <a:pt x="18909" y="60512"/>
                        </a:cubicBezTo>
                        <a:cubicBezTo>
                          <a:pt x="20734" y="60816"/>
                          <a:pt x="22560" y="60968"/>
                          <a:pt x="24386" y="60968"/>
                        </a:cubicBezTo>
                        <a:cubicBezTo>
                          <a:pt x="34718" y="60968"/>
                          <a:pt x="42900" y="58139"/>
                          <a:pt x="48932" y="52481"/>
                        </a:cubicBezTo>
                        <a:cubicBezTo>
                          <a:pt x="54978" y="46823"/>
                          <a:pt x="58001" y="39163"/>
                          <a:pt x="58001" y="29499"/>
                        </a:cubicBezTo>
                        <a:cubicBezTo>
                          <a:pt x="58001" y="19545"/>
                          <a:pt x="54899" y="11805"/>
                          <a:pt x="48694" y="6279"/>
                        </a:cubicBezTo>
                        <a:cubicBezTo>
                          <a:pt x="42490" y="766"/>
                          <a:pt x="33745" y="-1990"/>
                          <a:pt x="22461" y="-1990"/>
                        </a:cubicBezTo>
                        <a:cubicBezTo>
                          <a:pt x="18571" y="-1990"/>
                          <a:pt x="14609" y="-1660"/>
                          <a:pt x="10574" y="-999"/>
                        </a:cubicBezTo>
                        <a:cubicBezTo>
                          <a:pt x="6553" y="-338"/>
                          <a:pt x="2392" y="654"/>
                          <a:pt x="-1907" y="1976"/>
                        </a:cubicBezTo>
                        <a:lnTo>
                          <a:pt x="-1907" y="14567"/>
                        </a:lnTo>
                        <a:cubicBezTo>
                          <a:pt x="1810" y="12545"/>
                          <a:pt x="5653" y="11038"/>
                          <a:pt x="9622" y="10046"/>
                        </a:cubicBezTo>
                        <a:cubicBezTo>
                          <a:pt x="13591" y="9055"/>
                          <a:pt x="17784" y="8559"/>
                          <a:pt x="22203" y="8559"/>
                        </a:cubicBezTo>
                        <a:cubicBezTo>
                          <a:pt x="29360" y="8559"/>
                          <a:pt x="35022" y="10436"/>
                          <a:pt x="39189" y="14191"/>
                        </a:cubicBezTo>
                        <a:cubicBezTo>
                          <a:pt x="43369" y="17945"/>
                          <a:pt x="45460" y="23048"/>
                          <a:pt x="45460" y="29499"/>
                        </a:cubicBezTo>
                        <a:cubicBezTo>
                          <a:pt x="45460" y="35937"/>
                          <a:pt x="43369" y="41033"/>
                          <a:pt x="39189" y="44788"/>
                        </a:cubicBezTo>
                        <a:cubicBezTo>
                          <a:pt x="35022" y="48555"/>
                          <a:pt x="29360" y="50439"/>
                          <a:pt x="22203" y="50439"/>
                        </a:cubicBezTo>
                        <a:cubicBezTo>
                          <a:pt x="18856" y="50439"/>
                          <a:pt x="15515" y="50069"/>
                          <a:pt x="12182" y="49328"/>
                        </a:cubicBezTo>
                        <a:cubicBezTo>
                          <a:pt x="8861" y="48588"/>
                          <a:pt x="5468" y="47431"/>
                          <a:pt x="2002" y="45858"/>
                        </a:cubicBezTo>
                        <a:lnTo>
                          <a:pt x="200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19" name="Freeform: Shape 318">
                    <a:extLst>
                      <a:ext uri="{FF2B5EF4-FFF2-40B4-BE49-F238E27FC236}">
                        <a16:creationId xmlns:a16="http://schemas.microsoft.com/office/drawing/2014/main" id="{C697CD54-65EA-E846-B66E-8B0A9C4B993B}"/>
                      </a:ext>
                    </a:extLst>
                  </p:cNvPr>
                  <p:cNvSpPr/>
                  <p:nvPr/>
                </p:nvSpPr>
                <p:spPr>
                  <a:xfrm flipV="1">
                    <a:off x="4437539" y="4960969"/>
                    <a:ext cx="55125" cy="92524"/>
                  </a:xfrm>
                  <a:custGeom>
                    <a:avLst/>
                    <a:gdLst>
                      <a:gd name="connsiteX0" fmla="*/ -184 w 55125"/>
                      <a:gd name="connsiteY0" fmla="*/ 8494 h 92524"/>
                      <a:gd name="connsiteX1" fmla="*/ 20275 w 55125"/>
                      <a:gd name="connsiteY1" fmla="*/ 8494 h 92524"/>
                      <a:gd name="connsiteX2" fmla="*/ 20275 w 55125"/>
                      <a:gd name="connsiteY2" fmla="*/ 79086 h 92524"/>
                      <a:gd name="connsiteX3" fmla="*/ -1989 w 55125"/>
                      <a:gd name="connsiteY3" fmla="*/ 74625 h 92524"/>
                      <a:gd name="connsiteX4" fmla="*/ -1989 w 55125"/>
                      <a:gd name="connsiteY4" fmla="*/ 86027 h 92524"/>
                      <a:gd name="connsiteX5" fmla="*/ 20156 w 55125"/>
                      <a:gd name="connsiteY5" fmla="*/ 90488 h 92524"/>
                      <a:gd name="connsiteX6" fmla="*/ 32678 w 55125"/>
                      <a:gd name="connsiteY6" fmla="*/ 90488 h 92524"/>
                      <a:gd name="connsiteX7" fmla="*/ 32678 w 55125"/>
                      <a:gd name="connsiteY7" fmla="*/ 8494 h 92524"/>
                      <a:gd name="connsiteX8" fmla="*/ 53137 w 55125"/>
                      <a:gd name="connsiteY8" fmla="*/ 8494 h 92524"/>
                      <a:gd name="connsiteX9" fmla="*/ 53137 w 55125"/>
                      <a:gd name="connsiteY9" fmla="*/ -2036 h 92524"/>
                      <a:gd name="connsiteX10" fmla="*/ -184 w 55125"/>
                      <a:gd name="connsiteY10" fmla="*/ -2036 h 92524"/>
                      <a:gd name="connsiteX11" fmla="*/ -184 w 55125"/>
                      <a:gd name="connsiteY11" fmla="*/ 8494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184" y="8494"/>
                        </a:moveTo>
                        <a:lnTo>
                          <a:pt x="20275" y="8494"/>
                        </a:lnTo>
                        <a:lnTo>
                          <a:pt x="20275" y="79086"/>
                        </a:lnTo>
                        <a:lnTo>
                          <a:pt x="-1989" y="74625"/>
                        </a:lnTo>
                        <a:lnTo>
                          <a:pt x="-1989" y="86027"/>
                        </a:lnTo>
                        <a:lnTo>
                          <a:pt x="20156" y="90488"/>
                        </a:lnTo>
                        <a:lnTo>
                          <a:pt x="32678" y="90488"/>
                        </a:lnTo>
                        <a:lnTo>
                          <a:pt x="32678" y="8494"/>
                        </a:lnTo>
                        <a:lnTo>
                          <a:pt x="53137" y="8494"/>
                        </a:lnTo>
                        <a:lnTo>
                          <a:pt x="53137" y="-2036"/>
                        </a:lnTo>
                        <a:lnTo>
                          <a:pt x="-184" y="-2036"/>
                        </a:lnTo>
                        <a:lnTo>
                          <a:pt x="-184" y="84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20" name="Freeform: Shape 319">
                    <a:extLst>
                      <a:ext uri="{FF2B5EF4-FFF2-40B4-BE49-F238E27FC236}">
                        <a16:creationId xmlns:a16="http://schemas.microsoft.com/office/drawing/2014/main" id="{6E5C26DE-417C-63AA-8D7B-526B17C970DA}"/>
                      </a:ext>
                    </a:extLst>
                  </p:cNvPr>
                  <p:cNvSpPr/>
                  <p:nvPr/>
                </p:nvSpPr>
                <p:spPr>
                  <a:xfrm flipV="1">
                    <a:off x="4512765" y="4959304"/>
                    <a:ext cx="63996" cy="95994"/>
                  </a:xfrm>
                  <a:custGeom>
                    <a:avLst/>
                    <a:gdLst>
                      <a:gd name="connsiteX0" fmla="*/ 30062 w 63996"/>
                      <a:gd name="connsiteY0" fmla="*/ 84047 h 95994"/>
                      <a:gd name="connsiteX1" fmla="*/ 15517 w 63996"/>
                      <a:gd name="connsiteY1" fmla="*/ 74529 h 95994"/>
                      <a:gd name="connsiteX2" fmla="*/ 10655 w 63996"/>
                      <a:gd name="connsiteY2" fmla="*/ 45935 h 95994"/>
                      <a:gd name="connsiteX3" fmla="*/ 15517 w 63996"/>
                      <a:gd name="connsiteY3" fmla="*/ 17401 h 95994"/>
                      <a:gd name="connsiteX4" fmla="*/ 30062 w 63996"/>
                      <a:gd name="connsiteY4" fmla="*/ 7883 h 95994"/>
                      <a:gd name="connsiteX5" fmla="*/ 44667 w 63996"/>
                      <a:gd name="connsiteY5" fmla="*/ 17401 h 95994"/>
                      <a:gd name="connsiteX6" fmla="*/ 49549 w 63996"/>
                      <a:gd name="connsiteY6" fmla="*/ 45935 h 95994"/>
                      <a:gd name="connsiteX7" fmla="*/ 44667 w 63996"/>
                      <a:gd name="connsiteY7" fmla="*/ 74529 h 95994"/>
                      <a:gd name="connsiteX8" fmla="*/ 30062 w 63996"/>
                      <a:gd name="connsiteY8" fmla="*/ 84047 h 95994"/>
                      <a:gd name="connsiteX9" fmla="*/ 30062 w 63996"/>
                      <a:gd name="connsiteY9" fmla="*/ 93962 h 95994"/>
                      <a:gd name="connsiteX10" fmla="*/ 53855 w 63996"/>
                      <a:gd name="connsiteY10" fmla="*/ 81648 h 95994"/>
                      <a:gd name="connsiteX11" fmla="*/ 62070 w 63996"/>
                      <a:gd name="connsiteY11" fmla="*/ 45935 h 95994"/>
                      <a:gd name="connsiteX12" fmla="*/ 53855 w 63996"/>
                      <a:gd name="connsiteY12" fmla="*/ 10262 h 95994"/>
                      <a:gd name="connsiteX13" fmla="*/ 30062 w 63996"/>
                      <a:gd name="connsiteY13" fmla="*/ -2032 h 95994"/>
                      <a:gd name="connsiteX14" fmla="*/ 6290 w 63996"/>
                      <a:gd name="connsiteY14" fmla="*/ 10262 h 95994"/>
                      <a:gd name="connsiteX15" fmla="*/ -1926 w 63996"/>
                      <a:gd name="connsiteY15" fmla="*/ 45935 h 95994"/>
                      <a:gd name="connsiteX16" fmla="*/ 6290 w 63996"/>
                      <a:gd name="connsiteY16" fmla="*/ 81648 h 95994"/>
                      <a:gd name="connsiteX17" fmla="*/ 3006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62" y="84047"/>
                        </a:moveTo>
                        <a:cubicBezTo>
                          <a:pt x="23620" y="84047"/>
                          <a:pt x="18771" y="80875"/>
                          <a:pt x="15517" y="74529"/>
                        </a:cubicBezTo>
                        <a:cubicBezTo>
                          <a:pt x="12276" y="68197"/>
                          <a:pt x="10655" y="58666"/>
                          <a:pt x="10655" y="45935"/>
                        </a:cubicBezTo>
                        <a:cubicBezTo>
                          <a:pt x="10655" y="33258"/>
                          <a:pt x="12276" y="23746"/>
                          <a:pt x="15517" y="17401"/>
                        </a:cubicBezTo>
                        <a:cubicBezTo>
                          <a:pt x="18771" y="11055"/>
                          <a:pt x="23620" y="7883"/>
                          <a:pt x="30062" y="7883"/>
                        </a:cubicBezTo>
                        <a:cubicBezTo>
                          <a:pt x="36558" y="7883"/>
                          <a:pt x="41426" y="11055"/>
                          <a:pt x="44667" y="17401"/>
                        </a:cubicBezTo>
                        <a:cubicBezTo>
                          <a:pt x="47922" y="23746"/>
                          <a:pt x="49549" y="33258"/>
                          <a:pt x="49549" y="45935"/>
                        </a:cubicBezTo>
                        <a:cubicBezTo>
                          <a:pt x="49549" y="58666"/>
                          <a:pt x="47922" y="68197"/>
                          <a:pt x="44667" y="74529"/>
                        </a:cubicBezTo>
                        <a:cubicBezTo>
                          <a:pt x="41426" y="80875"/>
                          <a:pt x="36558" y="84047"/>
                          <a:pt x="30062" y="84047"/>
                        </a:cubicBezTo>
                        <a:close/>
                        <a:moveTo>
                          <a:pt x="30062" y="93962"/>
                        </a:moveTo>
                        <a:cubicBezTo>
                          <a:pt x="40447" y="93962"/>
                          <a:pt x="48378" y="89857"/>
                          <a:pt x="53855" y="81648"/>
                        </a:cubicBezTo>
                        <a:cubicBezTo>
                          <a:pt x="59332" y="73452"/>
                          <a:pt x="62070" y="61548"/>
                          <a:pt x="62070" y="45935"/>
                        </a:cubicBezTo>
                        <a:cubicBezTo>
                          <a:pt x="62070" y="30363"/>
                          <a:pt x="59332" y="18471"/>
                          <a:pt x="53855" y="10262"/>
                        </a:cubicBezTo>
                        <a:cubicBezTo>
                          <a:pt x="48378" y="2066"/>
                          <a:pt x="40447" y="-2032"/>
                          <a:pt x="30062" y="-2032"/>
                        </a:cubicBezTo>
                        <a:cubicBezTo>
                          <a:pt x="19691" y="-2032"/>
                          <a:pt x="11767" y="2066"/>
                          <a:pt x="6290" y="10262"/>
                        </a:cubicBezTo>
                        <a:cubicBezTo>
                          <a:pt x="813" y="18471"/>
                          <a:pt x="-1926" y="30363"/>
                          <a:pt x="-1926" y="45935"/>
                        </a:cubicBezTo>
                        <a:cubicBezTo>
                          <a:pt x="-1926" y="61548"/>
                          <a:pt x="813" y="73452"/>
                          <a:pt x="6290" y="81648"/>
                        </a:cubicBezTo>
                        <a:cubicBezTo>
                          <a:pt x="11767" y="89857"/>
                          <a:pt x="19691" y="93962"/>
                          <a:pt x="3006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21" name="Graphic 299">
                <a:extLst>
                  <a:ext uri="{FF2B5EF4-FFF2-40B4-BE49-F238E27FC236}">
                    <a16:creationId xmlns:a16="http://schemas.microsoft.com/office/drawing/2014/main" id="{277910BE-56FF-6C9E-F0CD-31E39BBF30BC}"/>
                  </a:ext>
                </a:extLst>
              </p:cNvPr>
              <p:cNvGrpSpPr/>
              <p:nvPr/>
            </p:nvGrpSpPr>
            <p:grpSpPr>
              <a:xfrm>
                <a:off x="4920936" y="4868227"/>
                <a:ext cx="224169" cy="187070"/>
                <a:chOff x="4920936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177B2962-500B-DA0D-BABE-7E2E3021B6F9}"/>
                    </a:ext>
                  </a:extLst>
                </p:cNvPr>
                <p:cNvSpPr/>
                <p:nvPr/>
              </p:nvSpPr>
              <p:spPr>
                <a:xfrm>
                  <a:off x="5032339" y="4868227"/>
                  <a:ext cx="12700" cy="44417"/>
                </a:xfrm>
                <a:custGeom>
                  <a:avLst/>
                  <a:gdLst>
                    <a:gd name="connsiteX0" fmla="*/ 147 w 12700"/>
                    <a:gd name="connsiteY0" fmla="*/ 286 h 44417"/>
                    <a:gd name="connsiteX1" fmla="*/ 14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47" y="286"/>
                      </a:moveTo>
                      <a:lnTo>
                        <a:pt x="14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23" name="Graphic 299">
                  <a:extLst>
                    <a:ext uri="{FF2B5EF4-FFF2-40B4-BE49-F238E27FC236}">
                      <a16:creationId xmlns:a16="http://schemas.microsoft.com/office/drawing/2014/main" id="{DA2C89FF-FAB5-FE40-8D65-FFC05631405D}"/>
                    </a:ext>
                  </a:extLst>
                </p:cNvPr>
                <p:cNvGrpSpPr/>
                <p:nvPr/>
              </p:nvGrpSpPr>
              <p:grpSpPr>
                <a:xfrm>
                  <a:off x="4920936" y="4959304"/>
                  <a:ext cx="224169" cy="95994"/>
                  <a:chOff x="4920936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24" name="Freeform: Shape 323">
                    <a:extLst>
                      <a:ext uri="{FF2B5EF4-FFF2-40B4-BE49-F238E27FC236}">
                        <a16:creationId xmlns:a16="http://schemas.microsoft.com/office/drawing/2014/main" id="{993F4288-1CC0-E327-CA87-BAEB9D188B48}"/>
                      </a:ext>
                    </a:extLst>
                  </p:cNvPr>
                  <p:cNvSpPr/>
                  <p:nvPr/>
                </p:nvSpPr>
                <p:spPr>
                  <a:xfrm flipV="1">
                    <a:off x="4920936" y="4960969"/>
                    <a:ext cx="59908" cy="94328"/>
                  </a:xfrm>
                  <a:custGeom>
                    <a:avLst/>
                    <a:gdLst>
                      <a:gd name="connsiteX0" fmla="*/ 2047 w 59908"/>
                      <a:gd name="connsiteY0" fmla="*/ 92338 h 94328"/>
                      <a:gd name="connsiteX1" fmla="*/ 51219 w 59908"/>
                      <a:gd name="connsiteY1" fmla="*/ 92338 h 94328"/>
                      <a:gd name="connsiteX2" fmla="*/ 51219 w 59908"/>
                      <a:gd name="connsiteY2" fmla="*/ 81789 h 94328"/>
                      <a:gd name="connsiteX3" fmla="*/ 13516 w 59908"/>
                      <a:gd name="connsiteY3" fmla="*/ 81789 h 94328"/>
                      <a:gd name="connsiteX4" fmla="*/ 13516 w 59908"/>
                      <a:gd name="connsiteY4" fmla="*/ 59124 h 94328"/>
                      <a:gd name="connsiteX5" fmla="*/ 18953 w 59908"/>
                      <a:gd name="connsiteY5" fmla="*/ 60512 h 94328"/>
                      <a:gd name="connsiteX6" fmla="*/ 24430 w 59908"/>
                      <a:gd name="connsiteY6" fmla="*/ 60968 h 94328"/>
                      <a:gd name="connsiteX7" fmla="*/ 48977 w 59908"/>
                      <a:gd name="connsiteY7" fmla="*/ 52481 h 94328"/>
                      <a:gd name="connsiteX8" fmla="*/ 58046 w 59908"/>
                      <a:gd name="connsiteY8" fmla="*/ 29499 h 94328"/>
                      <a:gd name="connsiteX9" fmla="*/ 48739 w 59908"/>
                      <a:gd name="connsiteY9" fmla="*/ 6279 h 94328"/>
                      <a:gd name="connsiteX10" fmla="*/ 22505 w 59908"/>
                      <a:gd name="connsiteY10" fmla="*/ -1990 h 94328"/>
                      <a:gd name="connsiteX11" fmla="*/ 10619 w 59908"/>
                      <a:gd name="connsiteY11" fmla="*/ -999 h 94328"/>
                      <a:gd name="connsiteX12" fmla="*/ -1863 w 59908"/>
                      <a:gd name="connsiteY12" fmla="*/ 1976 h 94328"/>
                      <a:gd name="connsiteX13" fmla="*/ -1863 w 59908"/>
                      <a:gd name="connsiteY13" fmla="*/ 14567 h 94328"/>
                      <a:gd name="connsiteX14" fmla="*/ 9667 w 59908"/>
                      <a:gd name="connsiteY14" fmla="*/ 10046 h 94328"/>
                      <a:gd name="connsiteX15" fmla="*/ 22247 w 59908"/>
                      <a:gd name="connsiteY15" fmla="*/ 8559 h 94328"/>
                      <a:gd name="connsiteX16" fmla="*/ 39234 w 59908"/>
                      <a:gd name="connsiteY16" fmla="*/ 14191 h 94328"/>
                      <a:gd name="connsiteX17" fmla="*/ 45504 w 59908"/>
                      <a:gd name="connsiteY17" fmla="*/ 29499 h 94328"/>
                      <a:gd name="connsiteX18" fmla="*/ 39234 w 59908"/>
                      <a:gd name="connsiteY18" fmla="*/ 44788 h 94328"/>
                      <a:gd name="connsiteX19" fmla="*/ 22247 w 59908"/>
                      <a:gd name="connsiteY19" fmla="*/ 50439 h 94328"/>
                      <a:gd name="connsiteX20" fmla="*/ 12226 w 59908"/>
                      <a:gd name="connsiteY20" fmla="*/ 49328 h 94328"/>
                      <a:gd name="connsiteX21" fmla="*/ 2047 w 59908"/>
                      <a:gd name="connsiteY21" fmla="*/ 45858 h 94328"/>
                      <a:gd name="connsiteX22" fmla="*/ 204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47" y="92338"/>
                        </a:moveTo>
                        <a:lnTo>
                          <a:pt x="51219" y="92338"/>
                        </a:lnTo>
                        <a:lnTo>
                          <a:pt x="51219" y="81789"/>
                        </a:lnTo>
                        <a:lnTo>
                          <a:pt x="13516" y="81789"/>
                        </a:lnTo>
                        <a:lnTo>
                          <a:pt x="13516" y="59124"/>
                        </a:lnTo>
                        <a:cubicBezTo>
                          <a:pt x="15329" y="59746"/>
                          <a:pt x="17141" y="60208"/>
                          <a:pt x="18953" y="60512"/>
                        </a:cubicBezTo>
                        <a:cubicBezTo>
                          <a:pt x="20779" y="60816"/>
                          <a:pt x="22605" y="60968"/>
                          <a:pt x="24430" y="60968"/>
                        </a:cubicBezTo>
                        <a:cubicBezTo>
                          <a:pt x="34762" y="60968"/>
                          <a:pt x="42945" y="58139"/>
                          <a:pt x="48977" y="52481"/>
                        </a:cubicBezTo>
                        <a:cubicBezTo>
                          <a:pt x="55023" y="46823"/>
                          <a:pt x="58046" y="39163"/>
                          <a:pt x="58046" y="29499"/>
                        </a:cubicBezTo>
                        <a:cubicBezTo>
                          <a:pt x="58046" y="19545"/>
                          <a:pt x="54943" y="11805"/>
                          <a:pt x="48739" y="6279"/>
                        </a:cubicBezTo>
                        <a:cubicBezTo>
                          <a:pt x="42534" y="766"/>
                          <a:pt x="33790" y="-1990"/>
                          <a:pt x="22505" y="-1990"/>
                        </a:cubicBezTo>
                        <a:cubicBezTo>
                          <a:pt x="18616" y="-1990"/>
                          <a:pt x="14654" y="-1660"/>
                          <a:pt x="10619" y="-999"/>
                        </a:cubicBezTo>
                        <a:cubicBezTo>
                          <a:pt x="6597" y="-338"/>
                          <a:pt x="2437" y="654"/>
                          <a:pt x="-1863" y="1976"/>
                        </a:cubicBezTo>
                        <a:lnTo>
                          <a:pt x="-1863" y="14567"/>
                        </a:lnTo>
                        <a:cubicBezTo>
                          <a:pt x="1855" y="12545"/>
                          <a:pt x="5698" y="11038"/>
                          <a:pt x="9667" y="10046"/>
                        </a:cubicBezTo>
                        <a:cubicBezTo>
                          <a:pt x="13635" y="9055"/>
                          <a:pt x="17829" y="8559"/>
                          <a:pt x="22247" y="8559"/>
                        </a:cubicBezTo>
                        <a:cubicBezTo>
                          <a:pt x="29404" y="8559"/>
                          <a:pt x="35067" y="10436"/>
                          <a:pt x="39234" y="14191"/>
                        </a:cubicBezTo>
                        <a:cubicBezTo>
                          <a:pt x="43414" y="17945"/>
                          <a:pt x="45504" y="23048"/>
                          <a:pt x="45504" y="29499"/>
                        </a:cubicBezTo>
                        <a:cubicBezTo>
                          <a:pt x="45504" y="35937"/>
                          <a:pt x="43414" y="41033"/>
                          <a:pt x="39234" y="44788"/>
                        </a:cubicBezTo>
                        <a:cubicBezTo>
                          <a:pt x="35067" y="48555"/>
                          <a:pt x="29404" y="50439"/>
                          <a:pt x="22247" y="50439"/>
                        </a:cubicBezTo>
                        <a:cubicBezTo>
                          <a:pt x="18901" y="50439"/>
                          <a:pt x="15560" y="50069"/>
                          <a:pt x="12226" y="49328"/>
                        </a:cubicBezTo>
                        <a:cubicBezTo>
                          <a:pt x="8906" y="48588"/>
                          <a:pt x="5513" y="47431"/>
                          <a:pt x="2047" y="45858"/>
                        </a:cubicBezTo>
                        <a:lnTo>
                          <a:pt x="204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25" name="Freeform: Shape 324">
                    <a:extLst>
                      <a:ext uri="{FF2B5EF4-FFF2-40B4-BE49-F238E27FC236}">
                        <a16:creationId xmlns:a16="http://schemas.microsoft.com/office/drawing/2014/main" id="{80B096F0-2C45-C57E-E314-6F92A6280AE3}"/>
                      </a:ext>
                    </a:extLst>
                  </p:cNvPr>
                  <p:cNvSpPr/>
                  <p:nvPr/>
                </p:nvSpPr>
                <p:spPr>
                  <a:xfrm flipV="1">
                    <a:off x="5001241" y="4959304"/>
                    <a:ext cx="58777" cy="94189"/>
                  </a:xfrm>
                  <a:custGeom>
                    <a:avLst/>
                    <a:gdLst>
                      <a:gd name="connsiteX0" fmla="*/ 13259 w 58777"/>
                      <a:gd name="connsiteY0" fmla="*/ 8452 h 94189"/>
                      <a:gd name="connsiteX1" fmla="*/ 56974 w 58777"/>
                      <a:gd name="connsiteY1" fmla="*/ 8452 h 94189"/>
                      <a:gd name="connsiteX2" fmla="*/ 56974 w 58777"/>
                      <a:gd name="connsiteY2" fmla="*/ -2078 h 94189"/>
                      <a:gd name="connsiteX3" fmla="*/ -1803 w 58777"/>
                      <a:gd name="connsiteY3" fmla="*/ -2078 h 94189"/>
                      <a:gd name="connsiteX4" fmla="*/ -1803 w 58777"/>
                      <a:gd name="connsiteY4" fmla="*/ 8452 h 94189"/>
                      <a:gd name="connsiteX5" fmla="*/ 17624 w 58777"/>
                      <a:gd name="connsiteY5" fmla="*/ 28241 h 94189"/>
                      <a:gd name="connsiteX6" fmla="*/ 33102 w 58777"/>
                      <a:gd name="connsiteY6" fmla="*/ 44283 h 94189"/>
                      <a:gd name="connsiteX7" fmla="*/ 41496 w 58777"/>
                      <a:gd name="connsiteY7" fmla="*/ 55705 h 94189"/>
                      <a:gd name="connsiteX8" fmla="*/ 43897 w 58777"/>
                      <a:gd name="connsiteY8" fmla="*/ 64906 h 94189"/>
                      <a:gd name="connsiteX9" fmla="*/ 38718 w 58777"/>
                      <a:gd name="connsiteY9" fmla="*/ 76923 h 94189"/>
                      <a:gd name="connsiteX10" fmla="*/ 25224 w 58777"/>
                      <a:gd name="connsiteY10" fmla="*/ 81583 h 94189"/>
                      <a:gd name="connsiteX11" fmla="*/ 12782 w 58777"/>
                      <a:gd name="connsiteY11" fmla="*/ 79540 h 94189"/>
                      <a:gd name="connsiteX12" fmla="*/ -1188 w 58777"/>
                      <a:gd name="connsiteY12" fmla="*/ 73334 h 94189"/>
                      <a:gd name="connsiteX13" fmla="*/ -1188 w 58777"/>
                      <a:gd name="connsiteY13" fmla="*/ 85985 h 94189"/>
                      <a:gd name="connsiteX14" fmla="*/ 12941 w 58777"/>
                      <a:gd name="connsiteY14" fmla="*/ 90565 h 94189"/>
                      <a:gd name="connsiteX15" fmla="*/ 24986 w 58777"/>
                      <a:gd name="connsiteY15" fmla="*/ 92112 h 94189"/>
                      <a:gd name="connsiteX16" fmla="*/ 47926 w 58777"/>
                      <a:gd name="connsiteY16" fmla="*/ 84914 h 94189"/>
                      <a:gd name="connsiteX17" fmla="*/ 56478 w 58777"/>
                      <a:gd name="connsiteY17" fmla="*/ 65719 h 94189"/>
                      <a:gd name="connsiteX18" fmla="*/ 54335 w 58777"/>
                      <a:gd name="connsiteY18" fmla="*/ 54892 h 94189"/>
                      <a:gd name="connsiteX19" fmla="*/ 46556 w 58777"/>
                      <a:gd name="connsiteY19" fmla="*/ 42856 h 94189"/>
                      <a:gd name="connsiteX20" fmla="*/ 36694 w 58777"/>
                      <a:gd name="connsiteY20" fmla="*/ 32465 h 94189"/>
                      <a:gd name="connsiteX21" fmla="*/ 13259 w 58777"/>
                      <a:gd name="connsiteY21" fmla="*/ 8452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259" y="8452"/>
                        </a:moveTo>
                        <a:lnTo>
                          <a:pt x="56974" y="8452"/>
                        </a:lnTo>
                        <a:lnTo>
                          <a:pt x="56974" y="-2078"/>
                        </a:lnTo>
                        <a:lnTo>
                          <a:pt x="-1803" y="-2078"/>
                        </a:lnTo>
                        <a:lnTo>
                          <a:pt x="-1803" y="8452"/>
                        </a:lnTo>
                        <a:cubicBezTo>
                          <a:pt x="2946" y="13369"/>
                          <a:pt x="9422" y="19966"/>
                          <a:pt x="17624" y="28241"/>
                        </a:cubicBezTo>
                        <a:cubicBezTo>
                          <a:pt x="25839" y="36530"/>
                          <a:pt x="30999" y="41877"/>
                          <a:pt x="33102" y="44283"/>
                        </a:cubicBezTo>
                        <a:cubicBezTo>
                          <a:pt x="37111" y="48778"/>
                          <a:pt x="39909" y="52585"/>
                          <a:pt x="41496" y="55705"/>
                        </a:cubicBezTo>
                        <a:cubicBezTo>
                          <a:pt x="43097" y="58825"/>
                          <a:pt x="43897" y="61892"/>
                          <a:pt x="43897" y="64906"/>
                        </a:cubicBezTo>
                        <a:cubicBezTo>
                          <a:pt x="43897" y="69824"/>
                          <a:pt x="42171" y="73829"/>
                          <a:pt x="38718" y="76923"/>
                        </a:cubicBezTo>
                        <a:cubicBezTo>
                          <a:pt x="35265" y="80029"/>
                          <a:pt x="30767" y="81583"/>
                          <a:pt x="25224" y="81583"/>
                        </a:cubicBezTo>
                        <a:cubicBezTo>
                          <a:pt x="21295" y="81583"/>
                          <a:pt x="17148" y="80902"/>
                          <a:pt x="12782" y="79540"/>
                        </a:cubicBezTo>
                        <a:cubicBezTo>
                          <a:pt x="8430" y="78179"/>
                          <a:pt x="3773" y="76110"/>
                          <a:pt x="-1188" y="73334"/>
                        </a:cubicBezTo>
                        <a:lnTo>
                          <a:pt x="-1188" y="85985"/>
                        </a:lnTo>
                        <a:cubicBezTo>
                          <a:pt x="3853" y="88007"/>
                          <a:pt x="8562" y="89534"/>
                          <a:pt x="12941" y="90565"/>
                        </a:cubicBezTo>
                        <a:cubicBezTo>
                          <a:pt x="17333" y="91596"/>
                          <a:pt x="21348" y="92112"/>
                          <a:pt x="24986" y="92112"/>
                        </a:cubicBezTo>
                        <a:cubicBezTo>
                          <a:pt x="34577" y="92112"/>
                          <a:pt x="42224" y="89713"/>
                          <a:pt x="47926" y="84914"/>
                        </a:cubicBezTo>
                        <a:cubicBezTo>
                          <a:pt x="53627" y="80128"/>
                          <a:pt x="56478" y="73730"/>
                          <a:pt x="56478" y="65719"/>
                        </a:cubicBezTo>
                        <a:cubicBezTo>
                          <a:pt x="56478" y="61912"/>
                          <a:pt x="55764" y="58303"/>
                          <a:pt x="54335" y="54892"/>
                        </a:cubicBezTo>
                        <a:cubicBezTo>
                          <a:pt x="52920" y="51495"/>
                          <a:pt x="50327" y="47483"/>
                          <a:pt x="46556" y="42856"/>
                        </a:cubicBezTo>
                        <a:cubicBezTo>
                          <a:pt x="45524" y="41653"/>
                          <a:pt x="42237" y="38189"/>
                          <a:pt x="36694" y="32465"/>
                        </a:cubicBezTo>
                        <a:cubicBezTo>
                          <a:pt x="31164" y="26741"/>
                          <a:pt x="23352" y="18737"/>
                          <a:pt x="13259" y="845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26" name="Freeform: Shape 325">
                    <a:extLst>
                      <a:ext uri="{FF2B5EF4-FFF2-40B4-BE49-F238E27FC236}">
                        <a16:creationId xmlns:a16="http://schemas.microsoft.com/office/drawing/2014/main" id="{031C7C38-302A-A376-3099-7DEAD39C2439}"/>
                      </a:ext>
                    </a:extLst>
                  </p:cNvPr>
                  <p:cNvSpPr/>
                  <p:nvPr/>
                </p:nvSpPr>
                <p:spPr>
                  <a:xfrm flipV="1">
                    <a:off x="5081110" y="4959304"/>
                    <a:ext cx="63996" cy="95994"/>
                  </a:xfrm>
                  <a:custGeom>
                    <a:avLst/>
                    <a:gdLst>
                      <a:gd name="connsiteX0" fmla="*/ 30107 w 63996"/>
                      <a:gd name="connsiteY0" fmla="*/ 84047 h 95994"/>
                      <a:gd name="connsiteX1" fmla="*/ 15562 w 63996"/>
                      <a:gd name="connsiteY1" fmla="*/ 74529 h 95994"/>
                      <a:gd name="connsiteX2" fmla="*/ 10700 w 63996"/>
                      <a:gd name="connsiteY2" fmla="*/ 45935 h 95994"/>
                      <a:gd name="connsiteX3" fmla="*/ 15562 w 63996"/>
                      <a:gd name="connsiteY3" fmla="*/ 17401 h 95994"/>
                      <a:gd name="connsiteX4" fmla="*/ 30107 w 63996"/>
                      <a:gd name="connsiteY4" fmla="*/ 7883 h 95994"/>
                      <a:gd name="connsiteX5" fmla="*/ 44712 w 63996"/>
                      <a:gd name="connsiteY5" fmla="*/ 17401 h 95994"/>
                      <a:gd name="connsiteX6" fmla="*/ 49594 w 63996"/>
                      <a:gd name="connsiteY6" fmla="*/ 45935 h 95994"/>
                      <a:gd name="connsiteX7" fmla="*/ 44712 w 63996"/>
                      <a:gd name="connsiteY7" fmla="*/ 74529 h 95994"/>
                      <a:gd name="connsiteX8" fmla="*/ 30107 w 63996"/>
                      <a:gd name="connsiteY8" fmla="*/ 84047 h 95994"/>
                      <a:gd name="connsiteX9" fmla="*/ 30107 w 63996"/>
                      <a:gd name="connsiteY9" fmla="*/ 93962 h 95994"/>
                      <a:gd name="connsiteX10" fmla="*/ 53900 w 63996"/>
                      <a:gd name="connsiteY10" fmla="*/ 81648 h 95994"/>
                      <a:gd name="connsiteX11" fmla="*/ 62115 w 63996"/>
                      <a:gd name="connsiteY11" fmla="*/ 45935 h 95994"/>
                      <a:gd name="connsiteX12" fmla="*/ 53900 w 63996"/>
                      <a:gd name="connsiteY12" fmla="*/ 10262 h 95994"/>
                      <a:gd name="connsiteX13" fmla="*/ 30107 w 63996"/>
                      <a:gd name="connsiteY13" fmla="*/ -2032 h 95994"/>
                      <a:gd name="connsiteX14" fmla="*/ 6334 w 63996"/>
                      <a:gd name="connsiteY14" fmla="*/ 10262 h 95994"/>
                      <a:gd name="connsiteX15" fmla="*/ -1881 w 63996"/>
                      <a:gd name="connsiteY15" fmla="*/ 45935 h 95994"/>
                      <a:gd name="connsiteX16" fmla="*/ 6334 w 63996"/>
                      <a:gd name="connsiteY16" fmla="*/ 81648 h 95994"/>
                      <a:gd name="connsiteX17" fmla="*/ 3010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07" y="84047"/>
                        </a:moveTo>
                        <a:cubicBezTo>
                          <a:pt x="23665" y="84047"/>
                          <a:pt x="18816" y="80875"/>
                          <a:pt x="15562" y="74529"/>
                        </a:cubicBezTo>
                        <a:cubicBezTo>
                          <a:pt x="12321" y="68197"/>
                          <a:pt x="10700" y="58666"/>
                          <a:pt x="10700" y="45935"/>
                        </a:cubicBezTo>
                        <a:cubicBezTo>
                          <a:pt x="10700" y="33258"/>
                          <a:pt x="12321" y="23746"/>
                          <a:pt x="15562" y="17401"/>
                        </a:cubicBezTo>
                        <a:cubicBezTo>
                          <a:pt x="18816" y="11055"/>
                          <a:pt x="23665" y="7883"/>
                          <a:pt x="30107" y="7883"/>
                        </a:cubicBezTo>
                        <a:cubicBezTo>
                          <a:pt x="36603" y="7883"/>
                          <a:pt x="41471" y="11055"/>
                          <a:pt x="44712" y="17401"/>
                        </a:cubicBezTo>
                        <a:cubicBezTo>
                          <a:pt x="47967" y="23746"/>
                          <a:pt x="49594" y="33258"/>
                          <a:pt x="49594" y="45935"/>
                        </a:cubicBezTo>
                        <a:cubicBezTo>
                          <a:pt x="49594" y="58666"/>
                          <a:pt x="47967" y="68197"/>
                          <a:pt x="44712" y="74529"/>
                        </a:cubicBezTo>
                        <a:cubicBezTo>
                          <a:pt x="41471" y="80875"/>
                          <a:pt x="36603" y="84047"/>
                          <a:pt x="30107" y="84047"/>
                        </a:cubicBezTo>
                        <a:close/>
                        <a:moveTo>
                          <a:pt x="30107" y="93962"/>
                        </a:moveTo>
                        <a:cubicBezTo>
                          <a:pt x="40492" y="93962"/>
                          <a:pt x="48423" y="89857"/>
                          <a:pt x="53900" y="81648"/>
                        </a:cubicBezTo>
                        <a:cubicBezTo>
                          <a:pt x="59377" y="73452"/>
                          <a:pt x="62115" y="61548"/>
                          <a:pt x="62115" y="45935"/>
                        </a:cubicBezTo>
                        <a:cubicBezTo>
                          <a:pt x="62115" y="30363"/>
                          <a:pt x="59377" y="18471"/>
                          <a:pt x="53900" y="10262"/>
                        </a:cubicBezTo>
                        <a:cubicBezTo>
                          <a:pt x="48423" y="2066"/>
                          <a:pt x="40492" y="-2032"/>
                          <a:pt x="30107" y="-2032"/>
                        </a:cubicBezTo>
                        <a:cubicBezTo>
                          <a:pt x="19736" y="-2032"/>
                          <a:pt x="11811" y="2066"/>
                          <a:pt x="6334" y="10262"/>
                        </a:cubicBezTo>
                        <a:cubicBezTo>
                          <a:pt x="858" y="18471"/>
                          <a:pt x="-1881" y="30363"/>
                          <a:pt x="-1881" y="45935"/>
                        </a:cubicBezTo>
                        <a:cubicBezTo>
                          <a:pt x="-1881" y="61548"/>
                          <a:pt x="858" y="73452"/>
                          <a:pt x="6334" y="81648"/>
                        </a:cubicBezTo>
                        <a:cubicBezTo>
                          <a:pt x="11811" y="89857"/>
                          <a:pt x="19736" y="93962"/>
                          <a:pt x="3010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27" name="Graphic 299">
                <a:extLst>
                  <a:ext uri="{FF2B5EF4-FFF2-40B4-BE49-F238E27FC236}">
                    <a16:creationId xmlns:a16="http://schemas.microsoft.com/office/drawing/2014/main" id="{E8D040C9-3529-15B4-7C98-F06531CE074D}"/>
                  </a:ext>
                </a:extLst>
              </p:cNvPr>
              <p:cNvGrpSpPr/>
              <p:nvPr/>
            </p:nvGrpSpPr>
            <p:grpSpPr>
              <a:xfrm>
                <a:off x="5489281" y="4868227"/>
                <a:ext cx="224169" cy="187070"/>
                <a:chOff x="548928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66DB5E0F-3950-3133-EA1A-343475EFA7C9}"/>
                    </a:ext>
                  </a:extLst>
                </p:cNvPr>
                <p:cNvSpPr/>
                <p:nvPr/>
              </p:nvSpPr>
              <p:spPr>
                <a:xfrm>
                  <a:off x="5600684" y="4868227"/>
                  <a:ext cx="12700" cy="44417"/>
                </a:xfrm>
                <a:custGeom>
                  <a:avLst/>
                  <a:gdLst>
                    <a:gd name="connsiteX0" fmla="*/ 192 w 12700"/>
                    <a:gd name="connsiteY0" fmla="*/ 286 h 44417"/>
                    <a:gd name="connsiteX1" fmla="*/ 19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92" y="286"/>
                      </a:moveTo>
                      <a:lnTo>
                        <a:pt x="19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29" name="Graphic 299">
                  <a:extLst>
                    <a:ext uri="{FF2B5EF4-FFF2-40B4-BE49-F238E27FC236}">
                      <a16:creationId xmlns:a16="http://schemas.microsoft.com/office/drawing/2014/main" id="{0451470B-A44B-A595-D818-7099917520E9}"/>
                    </a:ext>
                  </a:extLst>
                </p:cNvPr>
                <p:cNvGrpSpPr/>
                <p:nvPr/>
              </p:nvGrpSpPr>
              <p:grpSpPr>
                <a:xfrm>
                  <a:off x="5489281" y="4959304"/>
                  <a:ext cx="224169" cy="95994"/>
                  <a:chOff x="548928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30" name="Freeform: Shape 329">
                    <a:extLst>
                      <a:ext uri="{FF2B5EF4-FFF2-40B4-BE49-F238E27FC236}">
                        <a16:creationId xmlns:a16="http://schemas.microsoft.com/office/drawing/2014/main" id="{DB4C3D88-5E1E-DBF4-BDFB-EA6B5DFF9AE1}"/>
                      </a:ext>
                    </a:extLst>
                  </p:cNvPr>
                  <p:cNvSpPr/>
                  <p:nvPr/>
                </p:nvSpPr>
                <p:spPr>
                  <a:xfrm flipV="1">
                    <a:off x="5489281" y="4960969"/>
                    <a:ext cx="59908" cy="94328"/>
                  </a:xfrm>
                  <a:custGeom>
                    <a:avLst/>
                    <a:gdLst>
                      <a:gd name="connsiteX0" fmla="*/ 2091 w 59908"/>
                      <a:gd name="connsiteY0" fmla="*/ 92338 h 94328"/>
                      <a:gd name="connsiteX1" fmla="*/ 51264 w 59908"/>
                      <a:gd name="connsiteY1" fmla="*/ 92338 h 94328"/>
                      <a:gd name="connsiteX2" fmla="*/ 51264 w 59908"/>
                      <a:gd name="connsiteY2" fmla="*/ 81789 h 94328"/>
                      <a:gd name="connsiteX3" fmla="*/ 13561 w 59908"/>
                      <a:gd name="connsiteY3" fmla="*/ 81789 h 94328"/>
                      <a:gd name="connsiteX4" fmla="*/ 13561 w 59908"/>
                      <a:gd name="connsiteY4" fmla="*/ 59124 h 94328"/>
                      <a:gd name="connsiteX5" fmla="*/ 18998 w 59908"/>
                      <a:gd name="connsiteY5" fmla="*/ 60512 h 94328"/>
                      <a:gd name="connsiteX6" fmla="*/ 24475 w 59908"/>
                      <a:gd name="connsiteY6" fmla="*/ 60968 h 94328"/>
                      <a:gd name="connsiteX7" fmla="*/ 49022 w 59908"/>
                      <a:gd name="connsiteY7" fmla="*/ 52481 h 94328"/>
                      <a:gd name="connsiteX8" fmla="*/ 58090 w 59908"/>
                      <a:gd name="connsiteY8" fmla="*/ 29499 h 94328"/>
                      <a:gd name="connsiteX9" fmla="*/ 48784 w 59908"/>
                      <a:gd name="connsiteY9" fmla="*/ 6279 h 94328"/>
                      <a:gd name="connsiteX10" fmla="*/ 22550 w 59908"/>
                      <a:gd name="connsiteY10" fmla="*/ -1990 h 94328"/>
                      <a:gd name="connsiteX11" fmla="*/ 10664 w 59908"/>
                      <a:gd name="connsiteY11" fmla="*/ -999 h 94328"/>
                      <a:gd name="connsiteX12" fmla="*/ -1818 w 59908"/>
                      <a:gd name="connsiteY12" fmla="*/ 1976 h 94328"/>
                      <a:gd name="connsiteX13" fmla="*/ -1818 w 59908"/>
                      <a:gd name="connsiteY13" fmla="*/ 14567 h 94328"/>
                      <a:gd name="connsiteX14" fmla="*/ 9711 w 59908"/>
                      <a:gd name="connsiteY14" fmla="*/ 10046 h 94328"/>
                      <a:gd name="connsiteX15" fmla="*/ 22292 w 59908"/>
                      <a:gd name="connsiteY15" fmla="*/ 8559 h 94328"/>
                      <a:gd name="connsiteX16" fmla="*/ 39278 w 59908"/>
                      <a:gd name="connsiteY16" fmla="*/ 14191 h 94328"/>
                      <a:gd name="connsiteX17" fmla="*/ 45549 w 59908"/>
                      <a:gd name="connsiteY17" fmla="*/ 29499 h 94328"/>
                      <a:gd name="connsiteX18" fmla="*/ 39278 w 59908"/>
                      <a:gd name="connsiteY18" fmla="*/ 44788 h 94328"/>
                      <a:gd name="connsiteX19" fmla="*/ 22292 w 59908"/>
                      <a:gd name="connsiteY19" fmla="*/ 50439 h 94328"/>
                      <a:gd name="connsiteX20" fmla="*/ 12271 w 59908"/>
                      <a:gd name="connsiteY20" fmla="*/ 49328 h 94328"/>
                      <a:gd name="connsiteX21" fmla="*/ 2091 w 59908"/>
                      <a:gd name="connsiteY21" fmla="*/ 45858 h 94328"/>
                      <a:gd name="connsiteX22" fmla="*/ 209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91" y="92338"/>
                        </a:moveTo>
                        <a:lnTo>
                          <a:pt x="51264" y="92338"/>
                        </a:lnTo>
                        <a:lnTo>
                          <a:pt x="51264" y="81789"/>
                        </a:lnTo>
                        <a:lnTo>
                          <a:pt x="13561" y="81789"/>
                        </a:lnTo>
                        <a:lnTo>
                          <a:pt x="13561" y="59124"/>
                        </a:lnTo>
                        <a:cubicBezTo>
                          <a:pt x="15373" y="59746"/>
                          <a:pt x="17186" y="60208"/>
                          <a:pt x="18998" y="60512"/>
                        </a:cubicBezTo>
                        <a:cubicBezTo>
                          <a:pt x="20824" y="60816"/>
                          <a:pt x="22649" y="60968"/>
                          <a:pt x="24475" y="60968"/>
                        </a:cubicBezTo>
                        <a:cubicBezTo>
                          <a:pt x="34807" y="60968"/>
                          <a:pt x="42989" y="58139"/>
                          <a:pt x="49022" y="52481"/>
                        </a:cubicBezTo>
                        <a:cubicBezTo>
                          <a:pt x="55068" y="46823"/>
                          <a:pt x="58090" y="39163"/>
                          <a:pt x="58090" y="29499"/>
                        </a:cubicBezTo>
                        <a:cubicBezTo>
                          <a:pt x="58090" y="19545"/>
                          <a:pt x="54988" y="11805"/>
                          <a:pt x="48784" y="6279"/>
                        </a:cubicBezTo>
                        <a:cubicBezTo>
                          <a:pt x="42579" y="766"/>
                          <a:pt x="33835" y="-1990"/>
                          <a:pt x="22550" y="-1990"/>
                        </a:cubicBezTo>
                        <a:cubicBezTo>
                          <a:pt x="18661" y="-1990"/>
                          <a:pt x="14699" y="-1660"/>
                          <a:pt x="10664" y="-999"/>
                        </a:cubicBezTo>
                        <a:cubicBezTo>
                          <a:pt x="6642" y="-338"/>
                          <a:pt x="2482" y="654"/>
                          <a:pt x="-1818" y="1976"/>
                        </a:cubicBezTo>
                        <a:lnTo>
                          <a:pt x="-1818" y="14567"/>
                        </a:lnTo>
                        <a:cubicBezTo>
                          <a:pt x="1899" y="12545"/>
                          <a:pt x="5743" y="11038"/>
                          <a:pt x="9711" y="10046"/>
                        </a:cubicBezTo>
                        <a:cubicBezTo>
                          <a:pt x="13680" y="9055"/>
                          <a:pt x="17874" y="8559"/>
                          <a:pt x="22292" y="8559"/>
                        </a:cubicBezTo>
                        <a:cubicBezTo>
                          <a:pt x="29449" y="8559"/>
                          <a:pt x="35111" y="10436"/>
                          <a:pt x="39278" y="14191"/>
                        </a:cubicBezTo>
                        <a:cubicBezTo>
                          <a:pt x="43459" y="17945"/>
                          <a:pt x="45549" y="23048"/>
                          <a:pt x="45549" y="29499"/>
                        </a:cubicBezTo>
                        <a:cubicBezTo>
                          <a:pt x="45549" y="35937"/>
                          <a:pt x="43459" y="41033"/>
                          <a:pt x="39278" y="44788"/>
                        </a:cubicBezTo>
                        <a:cubicBezTo>
                          <a:pt x="35111" y="48555"/>
                          <a:pt x="29449" y="50439"/>
                          <a:pt x="22292" y="50439"/>
                        </a:cubicBezTo>
                        <a:cubicBezTo>
                          <a:pt x="18945" y="50439"/>
                          <a:pt x="15605" y="50069"/>
                          <a:pt x="12271" y="49328"/>
                        </a:cubicBezTo>
                        <a:cubicBezTo>
                          <a:pt x="8951" y="48588"/>
                          <a:pt x="5557" y="47431"/>
                          <a:pt x="2091" y="45858"/>
                        </a:cubicBezTo>
                        <a:lnTo>
                          <a:pt x="209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31" name="Freeform: Shape 330">
                    <a:extLst>
                      <a:ext uri="{FF2B5EF4-FFF2-40B4-BE49-F238E27FC236}">
                        <a16:creationId xmlns:a16="http://schemas.microsoft.com/office/drawing/2014/main" id="{36C13770-4E00-82F8-29C5-84736487447F}"/>
                      </a:ext>
                    </a:extLst>
                  </p:cNvPr>
                  <p:cNvSpPr/>
                  <p:nvPr/>
                </p:nvSpPr>
                <p:spPr>
                  <a:xfrm flipV="1">
                    <a:off x="5569964" y="4959304"/>
                    <a:ext cx="60940" cy="95994"/>
                  </a:xfrm>
                  <a:custGeom>
                    <a:avLst/>
                    <a:gdLst>
                      <a:gd name="connsiteX0" fmla="*/ 40019 w 60940"/>
                      <a:gd name="connsiteY0" fmla="*/ 49663 h 95994"/>
                      <a:gd name="connsiteX1" fmla="*/ 54048 w 60940"/>
                      <a:gd name="connsiteY1" fmla="*/ 41652 h 95994"/>
                      <a:gd name="connsiteX2" fmla="*/ 59109 w 60940"/>
                      <a:gd name="connsiteY2" fmla="*/ 26661 h 95994"/>
                      <a:gd name="connsiteX3" fmla="*/ 49683 w 60940"/>
                      <a:gd name="connsiteY3" fmla="*/ 5463 h 95994"/>
                      <a:gd name="connsiteX4" fmla="*/ 22894 w 60940"/>
                      <a:gd name="connsiteY4" fmla="*/ -2032 h 95994"/>
                      <a:gd name="connsiteX5" fmla="*/ 10908 w 60940"/>
                      <a:gd name="connsiteY5" fmla="*/ -882 h 95994"/>
                      <a:gd name="connsiteX6" fmla="*/ -1832 w 60940"/>
                      <a:gd name="connsiteY6" fmla="*/ 2568 h 95994"/>
                      <a:gd name="connsiteX7" fmla="*/ -1832 w 60940"/>
                      <a:gd name="connsiteY7" fmla="*/ 14644 h 95994"/>
                      <a:gd name="connsiteX8" fmla="*/ 9559 w 60940"/>
                      <a:gd name="connsiteY8" fmla="*/ 10064 h 95994"/>
                      <a:gd name="connsiteX9" fmla="*/ 22537 w 60940"/>
                      <a:gd name="connsiteY9" fmla="*/ 8517 h 95994"/>
                      <a:gd name="connsiteX10" fmla="*/ 40475 w 60940"/>
                      <a:gd name="connsiteY10" fmla="*/ 13157 h 95994"/>
                      <a:gd name="connsiteX11" fmla="*/ 46647 w 60940"/>
                      <a:gd name="connsiteY11" fmla="*/ 26661 h 95994"/>
                      <a:gd name="connsiteX12" fmla="*/ 40912 w 60940"/>
                      <a:gd name="connsiteY12" fmla="*/ 39451 h 95994"/>
                      <a:gd name="connsiteX13" fmla="*/ 24958 w 60940"/>
                      <a:gd name="connsiteY13" fmla="*/ 44071 h 95994"/>
                      <a:gd name="connsiteX14" fmla="*/ 14163 w 60940"/>
                      <a:gd name="connsiteY14" fmla="*/ 44071 h 95994"/>
                      <a:gd name="connsiteX15" fmla="*/ 14163 w 60940"/>
                      <a:gd name="connsiteY15" fmla="*/ 54363 h 95994"/>
                      <a:gd name="connsiteX16" fmla="*/ 25454 w 60940"/>
                      <a:gd name="connsiteY16" fmla="*/ 54363 h 95994"/>
                      <a:gd name="connsiteX17" fmla="*/ 39582 w 60940"/>
                      <a:gd name="connsiteY17" fmla="*/ 58051 h 95994"/>
                      <a:gd name="connsiteX18" fmla="*/ 44484 w 60940"/>
                      <a:gd name="connsiteY18" fmla="*/ 68680 h 95994"/>
                      <a:gd name="connsiteX19" fmla="*/ 39424 w 60940"/>
                      <a:gd name="connsiteY19" fmla="*/ 79606 h 95994"/>
                      <a:gd name="connsiteX20" fmla="*/ 24958 w 60940"/>
                      <a:gd name="connsiteY20" fmla="*/ 83433 h 95994"/>
                      <a:gd name="connsiteX21" fmla="*/ 13905 w 60940"/>
                      <a:gd name="connsiteY21" fmla="*/ 82302 h 95994"/>
                      <a:gd name="connsiteX22" fmla="*/ 947 w 60940"/>
                      <a:gd name="connsiteY22" fmla="*/ 78852 h 95994"/>
                      <a:gd name="connsiteX23" fmla="*/ 947 w 60940"/>
                      <a:gd name="connsiteY23" fmla="*/ 89996 h 95994"/>
                      <a:gd name="connsiteX24" fmla="*/ 14321 w 60940"/>
                      <a:gd name="connsiteY24" fmla="*/ 92971 h 95994"/>
                      <a:gd name="connsiteX25" fmla="*/ 26069 w 60940"/>
                      <a:gd name="connsiteY25" fmla="*/ 93962 h 95994"/>
                      <a:gd name="connsiteX26" fmla="*/ 48631 w 60940"/>
                      <a:gd name="connsiteY26" fmla="*/ 87478 h 95994"/>
                      <a:gd name="connsiteX27" fmla="*/ 56946 w 60940"/>
                      <a:gd name="connsiteY27" fmla="*/ 69988 h 95994"/>
                      <a:gd name="connsiteX28" fmla="*/ 52540 w 60940"/>
                      <a:gd name="connsiteY28" fmla="*/ 57000 h 95994"/>
                      <a:gd name="connsiteX29" fmla="*/ 40019 w 60940"/>
                      <a:gd name="connsiteY29" fmla="*/ 4966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940" h="95994">
                        <a:moveTo>
                          <a:pt x="40019" y="49663"/>
                        </a:moveTo>
                        <a:cubicBezTo>
                          <a:pt x="46012" y="48381"/>
                          <a:pt x="50688" y="45710"/>
                          <a:pt x="54048" y="41652"/>
                        </a:cubicBezTo>
                        <a:cubicBezTo>
                          <a:pt x="57422" y="37607"/>
                          <a:pt x="59109" y="32610"/>
                          <a:pt x="59109" y="26661"/>
                        </a:cubicBezTo>
                        <a:cubicBezTo>
                          <a:pt x="59109" y="17539"/>
                          <a:pt x="55967" y="10474"/>
                          <a:pt x="49683" y="5463"/>
                        </a:cubicBezTo>
                        <a:cubicBezTo>
                          <a:pt x="43399" y="466"/>
                          <a:pt x="34469" y="-2032"/>
                          <a:pt x="22894" y="-2032"/>
                        </a:cubicBezTo>
                        <a:cubicBezTo>
                          <a:pt x="19018" y="-2032"/>
                          <a:pt x="15022" y="-1649"/>
                          <a:pt x="10908" y="-882"/>
                        </a:cubicBezTo>
                        <a:cubicBezTo>
                          <a:pt x="6794" y="-115"/>
                          <a:pt x="2547" y="1035"/>
                          <a:pt x="-1832" y="2568"/>
                        </a:cubicBezTo>
                        <a:lnTo>
                          <a:pt x="-1832" y="14644"/>
                        </a:lnTo>
                        <a:cubicBezTo>
                          <a:pt x="1635" y="12622"/>
                          <a:pt x="5431" y="11095"/>
                          <a:pt x="9559" y="10064"/>
                        </a:cubicBezTo>
                        <a:cubicBezTo>
                          <a:pt x="13700" y="9033"/>
                          <a:pt x="18025" y="8517"/>
                          <a:pt x="22537" y="8517"/>
                        </a:cubicBezTo>
                        <a:cubicBezTo>
                          <a:pt x="30381" y="8517"/>
                          <a:pt x="36361" y="10064"/>
                          <a:pt x="40475" y="13157"/>
                        </a:cubicBezTo>
                        <a:cubicBezTo>
                          <a:pt x="44590" y="16251"/>
                          <a:pt x="46647" y="20752"/>
                          <a:pt x="46647" y="26661"/>
                        </a:cubicBezTo>
                        <a:cubicBezTo>
                          <a:pt x="46647" y="32121"/>
                          <a:pt x="44735" y="36384"/>
                          <a:pt x="40912" y="39451"/>
                        </a:cubicBezTo>
                        <a:cubicBezTo>
                          <a:pt x="37089" y="42531"/>
                          <a:pt x="31771" y="44071"/>
                          <a:pt x="24958" y="44071"/>
                        </a:cubicBezTo>
                        <a:lnTo>
                          <a:pt x="14163" y="44071"/>
                        </a:lnTo>
                        <a:lnTo>
                          <a:pt x="14163" y="54363"/>
                        </a:lnTo>
                        <a:lnTo>
                          <a:pt x="25454" y="54363"/>
                        </a:lnTo>
                        <a:cubicBezTo>
                          <a:pt x="31605" y="54363"/>
                          <a:pt x="36315" y="55592"/>
                          <a:pt x="39582" y="58051"/>
                        </a:cubicBezTo>
                        <a:cubicBezTo>
                          <a:pt x="42850" y="60510"/>
                          <a:pt x="44484" y="64053"/>
                          <a:pt x="44484" y="68680"/>
                        </a:cubicBezTo>
                        <a:cubicBezTo>
                          <a:pt x="44484" y="73425"/>
                          <a:pt x="42797" y="77067"/>
                          <a:pt x="39424" y="79606"/>
                        </a:cubicBezTo>
                        <a:cubicBezTo>
                          <a:pt x="36063" y="82157"/>
                          <a:pt x="31241" y="83433"/>
                          <a:pt x="24958" y="83433"/>
                        </a:cubicBezTo>
                        <a:cubicBezTo>
                          <a:pt x="21518" y="83433"/>
                          <a:pt x="17834" y="83056"/>
                          <a:pt x="13905" y="82302"/>
                        </a:cubicBezTo>
                        <a:cubicBezTo>
                          <a:pt x="9976" y="81562"/>
                          <a:pt x="5656" y="80412"/>
                          <a:pt x="947" y="78852"/>
                        </a:cubicBezTo>
                        <a:lnTo>
                          <a:pt x="947" y="89996"/>
                        </a:lnTo>
                        <a:cubicBezTo>
                          <a:pt x="5709" y="91318"/>
                          <a:pt x="10167" y="92310"/>
                          <a:pt x="14321" y="92971"/>
                        </a:cubicBezTo>
                        <a:cubicBezTo>
                          <a:pt x="18475" y="93632"/>
                          <a:pt x="22391" y="93962"/>
                          <a:pt x="26069" y="93962"/>
                        </a:cubicBezTo>
                        <a:cubicBezTo>
                          <a:pt x="35581" y="93962"/>
                          <a:pt x="43101" y="91801"/>
                          <a:pt x="48631" y="87478"/>
                        </a:cubicBezTo>
                        <a:cubicBezTo>
                          <a:pt x="54174" y="83168"/>
                          <a:pt x="56946" y="77338"/>
                          <a:pt x="56946" y="69988"/>
                        </a:cubicBezTo>
                        <a:cubicBezTo>
                          <a:pt x="56946" y="64859"/>
                          <a:pt x="55477" y="60530"/>
                          <a:pt x="52540" y="57000"/>
                        </a:cubicBezTo>
                        <a:cubicBezTo>
                          <a:pt x="49603" y="53470"/>
                          <a:pt x="45430" y="51025"/>
                          <a:pt x="40019" y="4966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32" name="Freeform: Shape 331">
                    <a:extLst>
                      <a:ext uri="{FF2B5EF4-FFF2-40B4-BE49-F238E27FC236}">
                        <a16:creationId xmlns:a16="http://schemas.microsoft.com/office/drawing/2014/main" id="{0164AC4E-50D7-78DD-744E-DDF1C58027B9}"/>
                      </a:ext>
                    </a:extLst>
                  </p:cNvPr>
                  <p:cNvSpPr/>
                  <p:nvPr/>
                </p:nvSpPr>
                <p:spPr>
                  <a:xfrm flipV="1">
                    <a:off x="5649455" y="4959304"/>
                    <a:ext cx="63996" cy="95994"/>
                  </a:xfrm>
                  <a:custGeom>
                    <a:avLst/>
                    <a:gdLst>
                      <a:gd name="connsiteX0" fmla="*/ 30152 w 63996"/>
                      <a:gd name="connsiteY0" fmla="*/ 84047 h 95994"/>
                      <a:gd name="connsiteX1" fmla="*/ 15607 w 63996"/>
                      <a:gd name="connsiteY1" fmla="*/ 74529 h 95994"/>
                      <a:gd name="connsiteX2" fmla="*/ 10745 w 63996"/>
                      <a:gd name="connsiteY2" fmla="*/ 45935 h 95994"/>
                      <a:gd name="connsiteX3" fmla="*/ 15607 w 63996"/>
                      <a:gd name="connsiteY3" fmla="*/ 17401 h 95994"/>
                      <a:gd name="connsiteX4" fmla="*/ 30152 w 63996"/>
                      <a:gd name="connsiteY4" fmla="*/ 7883 h 95994"/>
                      <a:gd name="connsiteX5" fmla="*/ 44757 w 63996"/>
                      <a:gd name="connsiteY5" fmla="*/ 17401 h 95994"/>
                      <a:gd name="connsiteX6" fmla="*/ 49639 w 63996"/>
                      <a:gd name="connsiteY6" fmla="*/ 45935 h 95994"/>
                      <a:gd name="connsiteX7" fmla="*/ 44757 w 63996"/>
                      <a:gd name="connsiteY7" fmla="*/ 74529 h 95994"/>
                      <a:gd name="connsiteX8" fmla="*/ 30152 w 63996"/>
                      <a:gd name="connsiteY8" fmla="*/ 84047 h 95994"/>
                      <a:gd name="connsiteX9" fmla="*/ 30152 w 63996"/>
                      <a:gd name="connsiteY9" fmla="*/ 93962 h 95994"/>
                      <a:gd name="connsiteX10" fmla="*/ 53945 w 63996"/>
                      <a:gd name="connsiteY10" fmla="*/ 81648 h 95994"/>
                      <a:gd name="connsiteX11" fmla="*/ 62160 w 63996"/>
                      <a:gd name="connsiteY11" fmla="*/ 45935 h 95994"/>
                      <a:gd name="connsiteX12" fmla="*/ 53945 w 63996"/>
                      <a:gd name="connsiteY12" fmla="*/ 10262 h 95994"/>
                      <a:gd name="connsiteX13" fmla="*/ 30152 w 63996"/>
                      <a:gd name="connsiteY13" fmla="*/ -2032 h 95994"/>
                      <a:gd name="connsiteX14" fmla="*/ 6379 w 63996"/>
                      <a:gd name="connsiteY14" fmla="*/ 10262 h 95994"/>
                      <a:gd name="connsiteX15" fmla="*/ -1836 w 63996"/>
                      <a:gd name="connsiteY15" fmla="*/ 45935 h 95994"/>
                      <a:gd name="connsiteX16" fmla="*/ 6379 w 63996"/>
                      <a:gd name="connsiteY16" fmla="*/ 81648 h 95994"/>
                      <a:gd name="connsiteX17" fmla="*/ 3015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52" y="84047"/>
                        </a:moveTo>
                        <a:cubicBezTo>
                          <a:pt x="23709" y="84047"/>
                          <a:pt x="18861" y="80875"/>
                          <a:pt x="15607" y="74529"/>
                        </a:cubicBezTo>
                        <a:cubicBezTo>
                          <a:pt x="12365" y="68197"/>
                          <a:pt x="10745" y="58666"/>
                          <a:pt x="10745" y="45935"/>
                        </a:cubicBezTo>
                        <a:cubicBezTo>
                          <a:pt x="10745" y="33258"/>
                          <a:pt x="12365" y="23746"/>
                          <a:pt x="15607" y="17401"/>
                        </a:cubicBezTo>
                        <a:cubicBezTo>
                          <a:pt x="18861" y="11055"/>
                          <a:pt x="23709" y="7883"/>
                          <a:pt x="30152" y="7883"/>
                        </a:cubicBezTo>
                        <a:cubicBezTo>
                          <a:pt x="36648" y="7883"/>
                          <a:pt x="41516" y="11055"/>
                          <a:pt x="44757" y="17401"/>
                        </a:cubicBezTo>
                        <a:cubicBezTo>
                          <a:pt x="48011" y="23746"/>
                          <a:pt x="49639" y="33258"/>
                          <a:pt x="49639" y="45935"/>
                        </a:cubicBezTo>
                        <a:cubicBezTo>
                          <a:pt x="49639" y="58666"/>
                          <a:pt x="48011" y="68197"/>
                          <a:pt x="44757" y="74529"/>
                        </a:cubicBezTo>
                        <a:cubicBezTo>
                          <a:pt x="41516" y="80875"/>
                          <a:pt x="36648" y="84047"/>
                          <a:pt x="30152" y="84047"/>
                        </a:cubicBezTo>
                        <a:close/>
                        <a:moveTo>
                          <a:pt x="30152" y="93962"/>
                        </a:moveTo>
                        <a:cubicBezTo>
                          <a:pt x="40537" y="93962"/>
                          <a:pt x="48468" y="89857"/>
                          <a:pt x="53945" y="81648"/>
                        </a:cubicBezTo>
                        <a:cubicBezTo>
                          <a:pt x="59422" y="73452"/>
                          <a:pt x="62160" y="61548"/>
                          <a:pt x="62160" y="45935"/>
                        </a:cubicBezTo>
                        <a:cubicBezTo>
                          <a:pt x="62160" y="30363"/>
                          <a:pt x="59422" y="18471"/>
                          <a:pt x="53945" y="10262"/>
                        </a:cubicBezTo>
                        <a:cubicBezTo>
                          <a:pt x="48468" y="2066"/>
                          <a:pt x="40537" y="-2032"/>
                          <a:pt x="30152" y="-2032"/>
                        </a:cubicBezTo>
                        <a:cubicBezTo>
                          <a:pt x="19780" y="-2032"/>
                          <a:pt x="11856" y="2066"/>
                          <a:pt x="6379" y="10262"/>
                        </a:cubicBezTo>
                        <a:cubicBezTo>
                          <a:pt x="902" y="18471"/>
                          <a:pt x="-1836" y="30363"/>
                          <a:pt x="-1836" y="45935"/>
                        </a:cubicBezTo>
                        <a:cubicBezTo>
                          <a:pt x="-1836" y="61548"/>
                          <a:pt x="902" y="73452"/>
                          <a:pt x="6379" y="81648"/>
                        </a:cubicBezTo>
                        <a:cubicBezTo>
                          <a:pt x="11856" y="89857"/>
                          <a:pt x="19780" y="93962"/>
                          <a:pt x="3015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33" name="Graphic 299">
                <a:extLst>
                  <a:ext uri="{FF2B5EF4-FFF2-40B4-BE49-F238E27FC236}">
                    <a16:creationId xmlns:a16="http://schemas.microsoft.com/office/drawing/2014/main" id="{DCA32A70-3073-FBEA-4BF0-250CC0DFAC1C}"/>
                  </a:ext>
                </a:extLst>
              </p:cNvPr>
              <p:cNvGrpSpPr/>
              <p:nvPr/>
            </p:nvGrpSpPr>
            <p:grpSpPr>
              <a:xfrm>
                <a:off x="6057627" y="4868227"/>
                <a:ext cx="224169" cy="187070"/>
                <a:chOff x="605762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9FEA0FB1-B8A5-AC1E-0636-A8F3A620945C}"/>
                    </a:ext>
                  </a:extLst>
                </p:cNvPr>
                <p:cNvSpPr/>
                <p:nvPr/>
              </p:nvSpPr>
              <p:spPr>
                <a:xfrm>
                  <a:off x="6169030" y="4868227"/>
                  <a:ext cx="12700" cy="44417"/>
                </a:xfrm>
                <a:custGeom>
                  <a:avLst/>
                  <a:gdLst>
                    <a:gd name="connsiteX0" fmla="*/ 237 w 12700"/>
                    <a:gd name="connsiteY0" fmla="*/ 286 h 44417"/>
                    <a:gd name="connsiteX1" fmla="*/ 23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37" y="286"/>
                      </a:moveTo>
                      <a:lnTo>
                        <a:pt x="23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35" name="Graphic 299">
                  <a:extLst>
                    <a:ext uri="{FF2B5EF4-FFF2-40B4-BE49-F238E27FC236}">
                      <a16:creationId xmlns:a16="http://schemas.microsoft.com/office/drawing/2014/main" id="{A39B3DB8-0187-36DF-4DB5-FA4EF6A8AA1A}"/>
                    </a:ext>
                  </a:extLst>
                </p:cNvPr>
                <p:cNvGrpSpPr/>
                <p:nvPr/>
              </p:nvGrpSpPr>
              <p:grpSpPr>
                <a:xfrm>
                  <a:off x="6057627" y="4959304"/>
                  <a:ext cx="224169" cy="95994"/>
                  <a:chOff x="605762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36" name="Freeform: Shape 335">
                    <a:extLst>
                      <a:ext uri="{FF2B5EF4-FFF2-40B4-BE49-F238E27FC236}">
                        <a16:creationId xmlns:a16="http://schemas.microsoft.com/office/drawing/2014/main" id="{12E35962-B8CC-F920-BEAB-B5B24D4AE200}"/>
                      </a:ext>
                    </a:extLst>
                  </p:cNvPr>
                  <p:cNvSpPr/>
                  <p:nvPr/>
                </p:nvSpPr>
                <p:spPr>
                  <a:xfrm flipV="1">
                    <a:off x="6057627" y="4960969"/>
                    <a:ext cx="59908" cy="94328"/>
                  </a:xfrm>
                  <a:custGeom>
                    <a:avLst/>
                    <a:gdLst>
                      <a:gd name="connsiteX0" fmla="*/ 2136 w 59908"/>
                      <a:gd name="connsiteY0" fmla="*/ 92338 h 94328"/>
                      <a:gd name="connsiteX1" fmla="*/ 51309 w 59908"/>
                      <a:gd name="connsiteY1" fmla="*/ 92338 h 94328"/>
                      <a:gd name="connsiteX2" fmla="*/ 51309 w 59908"/>
                      <a:gd name="connsiteY2" fmla="*/ 81789 h 94328"/>
                      <a:gd name="connsiteX3" fmla="*/ 13606 w 59908"/>
                      <a:gd name="connsiteY3" fmla="*/ 81789 h 94328"/>
                      <a:gd name="connsiteX4" fmla="*/ 13606 w 59908"/>
                      <a:gd name="connsiteY4" fmla="*/ 59124 h 94328"/>
                      <a:gd name="connsiteX5" fmla="*/ 19043 w 59908"/>
                      <a:gd name="connsiteY5" fmla="*/ 60512 h 94328"/>
                      <a:gd name="connsiteX6" fmla="*/ 24520 w 59908"/>
                      <a:gd name="connsiteY6" fmla="*/ 60968 h 94328"/>
                      <a:gd name="connsiteX7" fmla="*/ 49067 w 59908"/>
                      <a:gd name="connsiteY7" fmla="*/ 52481 h 94328"/>
                      <a:gd name="connsiteX8" fmla="*/ 58135 w 59908"/>
                      <a:gd name="connsiteY8" fmla="*/ 29499 h 94328"/>
                      <a:gd name="connsiteX9" fmla="*/ 48828 w 59908"/>
                      <a:gd name="connsiteY9" fmla="*/ 6279 h 94328"/>
                      <a:gd name="connsiteX10" fmla="*/ 22595 w 59908"/>
                      <a:gd name="connsiteY10" fmla="*/ -1990 h 94328"/>
                      <a:gd name="connsiteX11" fmla="*/ 10709 w 59908"/>
                      <a:gd name="connsiteY11" fmla="*/ -999 h 94328"/>
                      <a:gd name="connsiteX12" fmla="*/ -1773 w 59908"/>
                      <a:gd name="connsiteY12" fmla="*/ 1976 h 94328"/>
                      <a:gd name="connsiteX13" fmla="*/ -1773 w 59908"/>
                      <a:gd name="connsiteY13" fmla="*/ 14567 h 94328"/>
                      <a:gd name="connsiteX14" fmla="*/ 9756 w 59908"/>
                      <a:gd name="connsiteY14" fmla="*/ 10046 h 94328"/>
                      <a:gd name="connsiteX15" fmla="*/ 22337 w 59908"/>
                      <a:gd name="connsiteY15" fmla="*/ 8559 h 94328"/>
                      <a:gd name="connsiteX16" fmla="*/ 39323 w 59908"/>
                      <a:gd name="connsiteY16" fmla="*/ 14191 h 94328"/>
                      <a:gd name="connsiteX17" fmla="*/ 45594 w 59908"/>
                      <a:gd name="connsiteY17" fmla="*/ 29499 h 94328"/>
                      <a:gd name="connsiteX18" fmla="*/ 39323 w 59908"/>
                      <a:gd name="connsiteY18" fmla="*/ 44788 h 94328"/>
                      <a:gd name="connsiteX19" fmla="*/ 22337 w 59908"/>
                      <a:gd name="connsiteY19" fmla="*/ 50439 h 94328"/>
                      <a:gd name="connsiteX20" fmla="*/ 12316 w 59908"/>
                      <a:gd name="connsiteY20" fmla="*/ 49328 h 94328"/>
                      <a:gd name="connsiteX21" fmla="*/ 2136 w 59908"/>
                      <a:gd name="connsiteY21" fmla="*/ 45858 h 94328"/>
                      <a:gd name="connsiteX22" fmla="*/ 213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36" y="92338"/>
                        </a:moveTo>
                        <a:lnTo>
                          <a:pt x="51309" y="92338"/>
                        </a:lnTo>
                        <a:lnTo>
                          <a:pt x="51309" y="81789"/>
                        </a:lnTo>
                        <a:lnTo>
                          <a:pt x="13606" y="81789"/>
                        </a:lnTo>
                        <a:lnTo>
                          <a:pt x="13606" y="59124"/>
                        </a:lnTo>
                        <a:cubicBezTo>
                          <a:pt x="15418" y="59746"/>
                          <a:pt x="17231" y="60208"/>
                          <a:pt x="19043" y="60512"/>
                        </a:cubicBezTo>
                        <a:cubicBezTo>
                          <a:pt x="20869" y="60816"/>
                          <a:pt x="22694" y="60968"/>
                          <a:pt x="24520" y="60968"/>
                        </a:cubicBezTo>
                        <a:cubicBezTo>
                          <a:pt x="34852" y="60968"/>
                          <a:pt x="43034" y="58139"/>
                          <a:pt x="49067" y="52481"/>
                        </a:cubicBezTo>
                        <a:cubicBezTo>
                          <a:pt x="55112" y="46823"/>
                          <a:pt x="58135" y="39163"/>
                          <a:pt x="58135" y="29499"/>
                        </a:cubicBezTo>
                        <a:cubicBezTo>
                          <a:pt x="58135" y="19545"/>
                          <a:pt x="55033" y="11805"/>
                          <a:pt x="48828" y="6279"/>
                        </a:cubicBezTo>
                        <a:cubicBezTo>
                          <a:pt x="42624" y="766"/>
                          <a:pt x="33879" y="-1990"/>
                          <a:pt x="22595" y="-1990"/>
                        </a:cubicBezTo>
                        <a:cubicBezTo>
                          <a:pt x="18706" y="-1990"/>
                          <a:pt x="14743" y="-1660"/>
                          <a:pt x="10709" y="-999"/>
                        </a:cubicBezTo>
                        <a:cubicBezTo>
                          <a:pt x="6687" y="-338"/>
                          <a:pt x="2526" y="654"/>
                          <a:pt x="-1773" y="1976"/>
                        </a:cubicBezTo>
                        <a:lnTo>
                          <a:pt x="-1773" y="14567"/>
                        </a:lnTo>
                        <a:cubicBezTo>
                          <a:pt x="1944" y="12545"/>
                          <a:pt x="5787" y="11038"/>
                          <a:pt x="9756" y="10046"/>
                        </a:cubicBezTo>
                        <a:cubicBezTo>
                          <a:pt x="13725" y="9055"/>
                          <a:pt x="17918" y="8559"/>
                          <a:pt x="22337" y="8559"/>
                        </a:cubicBezTo>
                        <a:cubicBezTo>
                          <a:pt x="29494" y="8559"/>
                          <a:pt x="35156" y="10436"/>
                          <a:pt x="39323" y="14191"/>
                        </a:cubicBezTo>
                        <a:cubicBezTo>
                          <a:pt x="43504" y="17945"/>
                          <a:pt x="45594" y="23048"/>
                          <a:pt x="45594" y="29499"/>
                        </a:cubicBezTo>
                        <a:cubicBezTo>
                          <a:pt x="45594" y="35937"/>
                          <a:pt x="43504" y="41033"/>
                          <a:pt x="39323" y="44788"/>
                        </a:cubicBezTo>
                        <a:cubicBezTo>
                          <a:pt x="35156" y="48555"/>
                          <a:pt x="29494" y="50439"/>
                          <a:pt x="22337" y="50439"/>
                        </a:cubicBezTo>
                        <a:cubicBezTo>
                          <a:pt x="18990" y="50439"/>
                          <a:pt x="15650" y="50069"/>
                          <a:pt x="12316" y="49328"/>
                        </a:cubicBezTo>
                        <a:cubicBezTo>
                          <a:pt x="8995" y="48588"/>
                          <a:pt x="5602" y="47431"/>
                          <a:pt x="2136" y="45858"/>
                        </a:cubicBezTo>
                        <a:lnTo>
                          <a:pt x="213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37" name="Freeform: Shape 336">
                    <a:extLst>
                      <a:ext uri="{FF2B5EF4-FFF2-40B4-BE49-F238E27FC236}">
                        <a16:creationId xmlns:a16="http://schemas.microsoft.com/office/drawing/2014/main" id="{81792F39-AA25-8A92-9FCA-A9C12635C4E0}"/>
                      </a:ext>
                    </a:extLst>
                  </p:cNvPr>
                  <p:cNvSpPr/>
                  <p:nvPr/>
                </p:nvSpPr>
                <p:spPr>
                  <a:xfrm flipV="1">
                    <a:off x="6134836" y="4960969"/>
                    <a:ext cx="67468" cy="92524"/>
                  </a:xfrm>
                  <a:custGeom>
                    <a:avLst/>
                    <a:gdLst>
                      <a:gd name="connsiteX0" fmla="*/ 40015 w 67468"/>
                      <a:gd name="connsiteY0" fmla="*/ 79582 h 92524"/>
                      <a:gd name="connsiteX1" fmla="*/ 8384 w 67468"/>
                      <a:gd name="connsiteY1" fmla="*/ 30187 h 92524"/>
                      <a:gd name="connsiteX2" fmla="*/ 40015 w 67468"/>
                      <a:gd name="connsiteY2" fmla="*/ 30187 h 92524"/>
                      <a:gd name="connsiteX3" fmla="*/ 40015 w 67468"/>
                      <a:gd name="connsiteY3" fmla="*/ 79582 h 92524"/>
                      <a:gd name="connsiteX4" fmla="*/ 36721 w 67468"/>
                      <a:gd name="connsiteY4" fmla="*/ 90488 h 92524"/>
                      <a:gd name="connsiteX5" fmla="*/ 52477 w 67468"/>
                      <a:gd name="connsiteY5" fmla="*/ 90488 h 92524"/>
                      <a:gd name="connsiteX6" fmla="*/ 52477 w 67468"/>
                      <a:gd name="connsiteY6" fmla="*/ 30187 h 92524"/>
                      <a:gd name="connsiteX7" fmla="*/ 65692 w 67468"/>
                      <a:gd name="connsiteY7" fmla="*/ 30187 h 92524"/>
                      <a:gd name="connsiteX8" fmla="*/ 65692 w 67468"/>
                      <a:gd name="connsiteY8" fmla="*/ 19777 h 92524"/>
                      <a:gd name="connsiteX9" fmla="*/ 52477 w 67468"/>
                      <a:gd name="connsiteY9" fmla="*/ 19777 h 92524"/>
                      <a:gd name="connsiteX10" fmla="*/ 52477 w 67468"/>
                      <a:gd name="connsiteY10" fmla="*/ -2036 h 92524"/>
                      <a:gd name="connsiteX11" fmla="*/ 40015 w 67468"/>
                      <a:gd name="connsiteY11" fmla="*/ -2036 h 92524"/>
                      <a:gd name="connsiteX12" fmla="*/ 40015 w 67468"/>
                      <a:gd name="connsiteY12" fmla="*/ 19777 h 92524"/>
                      <a:gd name="connsiteX13" fmla="*/ -1776 w 67468"/>
                      <a:gd name="connsiteY13" fmla="*/ 19777 h 92524"/>
                      <a:gd name="connsiteX14" fmla="*/ -1776 w 67468"/>
                      <a:gd name="connsiteY14" fmla="*/ 31853 h 92524"/>
                      <a:gd name="connsiteX15" fmla="*/ 36721 w 67468"/>
                      <a:gd name="connsiteY15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40015" y="79582"/>
                        </a:moveTo>
                        <a:lnTo>
                          <a:pt x="8384" y="30187"/>
                        </a:lnTo>
                        <a:lnTo>
                          <a:pt x="40015" y="30187"/>
                        </a:lnTo>
                        <a:lnTo>
                          <a:pt x="40015" y="79582"/>
                        </a:lnTo>
                        <a:close/>
                        <a:moveTo>
                          <a:pt x="36721" y="90488"/>
                        </a:moveTo>
                        <a:lnTo>
                          <a:pt x="52477" y="90488"/>
                        </a:lnTo>
                        <a:lnTo>
                          <a:pt x="52477" y="30187"/>
                        </a:lnTo>
                        <a:lnTo>
                          <a:pt x="65692" y="30187"/>
                        </a:lnTo>
                        <a:lnTo>
                          <a:pt x="65692" y="19777"/>
                        </a:lnTo>
                        <a:lnTo>
                          <a:pt x="52477" y="19777"/>
                        </a:lnTo>
                        <a:lnTo>
                          <a:pt x="52477" y="-2036"/>
                        </a:lnTo>
                        <a:lnTo>
                          <a:pt x="40015" y="-2036"/>
                        </a:lnTo>
                        <a:lnTo>
                          <a:pt x="40015" y="19777"/>
                        </a:lnTo>
                        <a:lnTo>
                          <a:pt x="-1776" y="19777"/>
                        </a:lnTo>
                        <a:lnTo>
                          <a:pt x="-1776" y="31853"/>
                        </a:lnTo>
                        <a:lnTo>
                          <a:pt x="36721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38" name="Freeform: Shape 337">
                    <a:extLst>
                      <a:ext uri="{FF2B5EF4-FFF2-40B4-BE49-F238E27FC236}">
                        <a16:creationId xmlns:a16="http://schemas.microsoft.com/office/drawing/2014/main" id="{542B7489-52F3-3E3A-0A0B-DAEC77AA9CED}"/>
                      </a:ext>
                    </a:extLst>
                  </p:cNvPr>
                  <p:cNvSpPr/>
                  <p:nvPr/>
                </p:nvSpPr>
                <p:spPr>
                  <a:xfrm flipV="1">
                    <a:off x="6217801" y="4959304"/>
                    <a:ext cx="63996" cy="95994"/>
                  </a:xfrm>
                  <a:custGeom>
                    <a:avLst/>
                    <a:gdLst>
                      <a:gd name="connsiteX0" fmla="*/ 30197 w 63996"/>
                      <a:gd name="connsiteY0" fmla="*/ 84047 h 95994"/>
                      <a:gd name="connsiteX1" fmla="*/ 15651 w 63996"/>
                      <a:gd name="connsiteY1" fmla="*/ 74529 h 95994"/>
                      <a:gd name="connsiteX2" fmla="*/ 10790 w 63996"/>
                      <a:gd name="connsiteY2" fmla="*/ 45935 h 95994"/>
                      <a:gd name="connsiteX3" fmla="*/ 15651 w 63996"/>
                      <a:gd name="connsiteY3" fmla="*/ 17401 h 95994"/>
                      <a:gd name="connsiteX4" fmla="*/ 30197 w 63996"/>
                      <a:gd name="connsiteY4" fmla="*/ 7883 h 95994"/>
                      <a:gd name="connsiteX5" fmla="*/ 44802 w 63996"/>
                      <a:gd name="connsiteY5" fmla="*/ 17401 h 95994"/>
                      <a:gd name="connsiteX6" fmla="*/ 49683 w 63996"/>
                      <a:gd name="connsiteY6" fmla="*/ 45935 h 95994"/>
                      <a:gd name="connsiteX7" fmla="*/ 44802 w 63996"/>
                      <a:gd name="connsiteY7" fmla="*/ 74529 h 95994"/>
                      <a:gd name="connsiteX8" fmla="*/ 30197 w 63996"/>
                      <a:gd name="connsiteY8" fmla="*/ 84047 h 95994"/>
                      <a:gd name="connsiteX9" fmla="*/ 30197 w 63996"/>
                      <a:gd name="connsiteY9" fmla="*/ 93962 h 95994"/>
                      <a:gd name="connsiteX10" fmla="*/ 53989 w 63996"/>
                      <a:gd name="connsiteY10" fmla="*/ 81648 h 95994"/>
                      <a:gd name="connsiteX11" fmla="*/ 62205 w 63996"/>
                      <a:gd name="connsiteY11" fmla="*/ 45935 h 95994"/>
                      <a:gd name="connsiteX12" fmla="*/ 53989 w 63996"/>
                      <a:gd name="connsiteY12" fmla="*/ 10262 h 95994"/>
                      <a:gd name="connsiteX13" fmla="*/ 30197 w 63996"/>
                      <a:gd name="connsiteY13" fmla="*/ -2032 h 95994"/>
                      <a:gd name="connsiteX14" fmla="*/ 6424 w 63996"/>
                      <a:gd name="connsiteY14" fmla="*/ 10262 h 95994"/>
                      <a:gd name="connsiteX15" fmla="*/ -1791 w 63996"/>
                      <a:gd name="connsiteY15" fmla="*/ 45935 h 95994"/>
                      <a:gd name="connsiteX16" fmla="*/ 6424 w 63996"/>
                      <a:gd name="connsiteY16" fmla="*/ 81648 h 95994"/>
                      <a:gd name="connsiteX17" fmla="*/ 3019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97" y="84047"/>
                        </a:moveTo>
                        <a:cubicBezTo>
                          <a:pt x="23754" y="84047"/>
                          <a:pt x="18906" y="80875"/>
                          <a:pt x="15651" y="74529"/>
                        </a:cubicBezTo>
                        <a:cubicBezTo>
                          <a:pt x="12410" y="68197"/>
                          <a:pt x="10790" y="58666"/>
                          <a:pt x="10790" y="45935"/>
                        </a:cubicBezTo>
                        <a:cubicBezTo>
                          <a:pt x="10790" y="33258"/>
                          <a:pt x="12410" y="23746"/>
                          <a:pt x="15651" y="17401"/>
                        </a:cubicBezTo>
                        <a:cubicBezTo>
                          <a:pt x="18906" y="11055"/>
                          <a:pt x="23754" y="7883"/>
                          <a:pt x="30197" y="7883"/>
                        </a:cubicBezTo>
                        <a:cubicBezTo>
                          <a:pt x="36692" y="7883"/>
                          <a:pt x="41561" y="11055"/>
                          <a:pt x="44802" y="17401"/>
                        </a:cubicBezTo>
                        <a:cubicBezTo>
                          <a:pt x="48056" y="23746"/>
                          <a:pt x="49683" y="33258"/>
                          <a:pt x="49683" y="45935"/>
                        </a:cubicBezTo>
                        <a:cubicBezTo>
                          <a:pt x="49683" y="58666"/>
                          <a:pt x="48056" y="68197"/>
                          <a:pt x="44802" y="74529"/>
                        </a:cubicBezTo>
                        <a:cubicBezTo>
                          <a:pt x="41561" y="80875"/>
                          <a:pt x="36692" y="84047"/>
                          <a:pt x="30197" y="84047"/>
                        </a:cubicBezTo>
                        <a:close/>
                        <a:moveTo>
                          <a:pt x="30197" y="93962"/>
                        </a:moveTo>
                        <a:cubicBezTo>
                          <a:pt x="40582" y="93962"/>
                          <a:pt x="48513" y="89857"/>
                          <a:pt x="53989" y="81648"/>
                        </a:cubicBezTo>
                        <a:cubicBezTo>
                          <a:pt x="59466" y="73452"/>
                          <a:pt x="62205" y="61548"/>
                          <a:pt x="62205" y="45935"/>
                        </a:cubicBezTo>
                        <a:cubicBezTo>
                          <a:pt x="62205" y="30363"/>
                          <a:pt x="59466" y="18471"/>
                          <a:pt x="53989" y="10262"/>
                        </a:cubicBezTo>
                        <a:cubicBezTo>
                          <a:pt x="48513" y="2066"/>
                          <a:pt x="40582" y="-2032"/>
                          <a:pt x="30197" y="-2032"/>
                        </a:cubicBezTo>
                        <a:cubicBezTo>
                          <a:pt x="19825" y="-2032"/>
                          <a:pt x="11901" y="2066"/>
                          <a:pt x="6424" y="10262"/>
                        </a:cubicBezTo>
                        <a:cubicBezTo>
                          <a:pt x="947" y="18471"/>
                          <a:pt x="-1791" y="30363"/>
                          <a:pt x="-1791" y="45935"/>
                        </a:cubicBezTo>
                        <a:cubicBezTo>
                          <a:pt x="-1791" y="61548"/>
                          <a:pt x="947" y="73452"/>
                          <a:pt x="6424" y="81648"/>
                        </a:cubicBezTo>
                        <a:cubicBezTo>
                          <a:pt x="11901" y="89857"/>
                          <a:pt x="19825" y="93962"/>
                          <a:pt x="3019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39" name="Graphic 299">
                <a:extLst>
                  <a:ext uri="{FF2B5EF4-FFF2-40B4-BE49-F238E27FC236}">
                    <a16:creationId xmlns:a16="http://schemas.microsoft.com/office/drawing/2014/main" id="{F18FE8AF-87A1-EBB2-6CE1-7A386BA2871C}"/>
                  </a:ext>
                </a:extLst>
              </p:cNvPr>
              <p:cNvGrpSpPr/>
              <p:nvPr/>
            </p:nvGrpSpPr>
            <p:grpSpPr>
              <a:xfrm>
                <a:off x="6625972" y="4868227"/>
                <a:ext cx="224169" cy="187070"/>
                <a:chOff x="6625972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76C96C1F-9418-B238-9DCE-E0A693820DF7}"/>
                    </a:ext>
                  </a:extLst>
                </p:cNvPr>
                <p:cNvSpPr/>
                <p:nvPr/>
              </p:nvSpPr>
              <p:spPr>
                <a:xfrm>
                  <a:off x="6737375" y="4868227"/>
                  <a:ext cx="12700" cy="44417"/>
                </a:xfrm>
                <a:custGeom>
                  <a:avLst/>
                  <a:gdLst>
                    <a:gd name="connsiteX0" fmla="*/ 282 w 12700"/>
                    <a:gd name="connsiteY0" fmla="*/ 286 h 44417"/>
                    <a:gd name="connsiteX1" fmla="*/ 28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82" y="286"/>
                      </a:moveTo>
                      <a:lnTo>
                        <a:pt x="28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41" name="Graphic 299">
                  <a:extLst>
                    <a:ext uri="{FF2B5EF4-FFF2-40B4-BE49-F238E27FC236}">
                      <a16:creationId xmlns:a16="http://schemas.microsoft.com/office/drawing/2014/main" id="{B8B932DF-A96B-7C81-3963-D75CD789F4F0}"/>
                    </a:ext>
                  </a:extLst>
                </p:cNvPr>
                <p:cNvGrpSpPr/>
                <p:nvPr/>
              </p:nvGrpSpPr>
              <p:grpSpPr>
                <a:xfrm>
                  <a:off x="6625972" y="4959304"/>
                  <a:ext cx="224169" cy="95994"/>
                  <a:chOff x="6625972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42" name="Freeform: Shape 341">
                    <a:extLst>
                      <a:ext uri="{FF2B5EF4-FFF2-40B4-BE49-F238E27FC236}">
                        <a16:creationId xmlns:a16="http://schemas.microsoft.com/office/drawing/2014/main" id="{786BF360-7BD9-56E4-7E4E-512DE81CCF4B}"/>
                      </a:ext>
                    </a:extLst>
                  </p:cNvPr>
                  <p:cNvSpPr/>
                  <p:nvPr/>
                </p:nvSpPr>
                <p:spPr>
                  <a:xfrm flipV="1">
                    <a:off x="6625972" y="4960969"/>
                    <a:ext cx="59908" cy="94328"/>
                  </a:xfrm>
                  <a:custGeom>
                    <a:avLst/>
                    <a:gdLst>
                      <a:gd name="connsiteX0" fmla="*/ 2181 w 59908"/>
                      <a:gd name="connsiteY0" fmla="*/ 92338 h 94328"/>
                      <a:gd name="connsiteX1" fmla="*/ 51354 w 59908"/>
                      <a:gd name="connsiteY1" fmla="*/ 92338 h 94328"/>
                      <a:gd name="connsiteX2" fmla="*/ 51354 w 59908"/>
                      <a:gd name="connsiteY2" fmla="*/ 81789 h 94328"/>
                      <a:gd name="connsiteX3" fmla="*/ 13650 w 59908"/>
                      <a:gd name="connsiteY3" fmla="*/ 81789 h 94328"/>
                      <a:gd name="connsiteX4" fmla="*/ 13650 w 59908"/>
                      <a:gd name="connsiteY4" fmla="*/ 59124 h 94328"/>
                      <a:gd name="connsiteX5" fmla="*/ 19088 w 59908"/>
                      <a:gd name="connsiteY5" fmla="*/ 60512 h 94328"/>
                      <a:gd name="connsiteX6" fmla="*/ 24565 w 59908"/>
                      <a:gd name="connsiteY6" fmla="*/ 60968 h 94328"/>
                      <a:gd name="connsiteX7" fmla="*/ 49111 w 59908"/>
                      <a:gd name="connsiteY7" fmla="*/ 52481 h 94328"/>
                      <a:gd name="connsiteX8" fmla="*/ 58180 w 59908"/>
                      <a:gd name="connsiteY8" fmla="*/ 29499 h 94328"/>
                      <a:gd name="connsiteX9" fmla="*/ 48873 w 59908"/>
                      <a:gd name="connsiteY9" fmla="*/ 6279 h 94328"/>
                      <a:gd name="connsiteX10" fmla="*/ 22640 w 59908"/>
                      <a:gd name="connsiteY10" fmla="*/ -1990 h 94328"/>
                      <a:gd name="connsiteX11" fmla="*/ 10753 w 59908"/>
                      <a:gd name="connsiteY11" fmla="*/ -999 h 94328"/>
                      <a:gd name="connsiteX12" fmla="*/ -1728 w 59908"/>
                      <a:gd name="connsiteY12" fmla="*/ 1976 h 94328"/>
                      <a:gd name="connsiteX13" fmla="*/ -1728 w 59908"/>
                      <a:gd name="connsiteY13" fmla="*/ 14567 h 94328"/>
                      <a:gd name="connsiteX14" fmla="*/ 9801 w 59908"/>
                      <a:gd name="connsiteY14" fmla="*/ 10046 h 94328"/>
                      <a:gd name="connsiteX15" fmla="*/ 22382 w 59908"/>
                      <a:gd name="connsiteY15" fmla="*/ 8559 h 94328"/>
                      <a:gd name="connsiteX16" fmla="*/ 39368 w 59908"/>
                      <a:gd name="connsiteY16" fmla="*/ 14191 h 94328"/>
                      <a:gd name="connsiteX17" fmla="*/ 45639 w 59908"/>
                      <a:gd name="connsiteY17" fmla="*/ 29499 h 94328"/>
                      <a:gd name="connsiteX18" fmla="*/ 39368 w 59908"/>
                      <a:gd name="connsiteY18" fmla="*/ 44788 h 94328"/>
                      <a:gd name="connsiteX19" fmla="*/ 22382 w 59908"/>
                      <a:gd name="connsiteY19" fmla="*/ 50439 h 94328"/>
                      <a:gd name="connsiteX20" fmla="*/ 12361 w 59908"/>
                      <a:gd name="connsiteY20" fmla="*/ 49328 h 94328"/>
                      <a:gd name="connsiteX21" fmla="*/ 2181 w 59908"/>
                      <a:gd name="connsiteY21" fmla="*/ 45858 h 94328"/>
                      <a:gd name="connsiteX22" fmla="*/ 218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1" y="92338"/>
                        </a:moveTo>
                        <a:lnTo>
                          <a:pt x="51354" y="92338"/>
                        </a:lnTo>
                        <a:lnTo>
                          <a:pt x="51354" y="81789"/>
                        </a:lnTo>
                        <a:lnTo>
                          <a:pt x="13650" y="81789"/>
                        </a:lnTo>
                        <a:lnTo>
                          <a:pt x="13650" y="59124"/>
                        </a:lnTo>
                        <a:cubicBezTo>
                          <a:pt x="15463" y="59746"/>
                          <a:pt x="17275" y="60208"/>
                          <a:pt x="19088" y="60512"/>
                        </a:cubicBezTo>
                        <a:cubicBezTo>
                          <a:pt x="20913" y="60816"/>
                          <a:pt x="22739" y="60968"/>
                          <a:pt x="24565" y="60968"/>
                        </a:cubicBezTo>
                        <a:cubicBezTo>
                          <a:pt x="34897" y="60968"/>
                          <a:pt x="43079" y="58139"/>
                          <a:pt x="49111" y="52481"/>
                        </a:cubicBezTo>
                        <a:cubicBezTo>
                          <a:pt x="55157" y="46823"/>
                          <a:pt x="58180" y="39163"/>
                          <a:pt x="58180" y="29499"/>
                        </a:cubicBezTo>
                        <a:cubicBezTo>
                          <a:pt x="58180" y="19545"/>
                          <a:pt x="55078" y="11805"/>
                          <a:pt x="48873" y="6279"/>
                        </a:cubicBezTo>
                        <a:cubicBezTo>
                          <a:pt x="42669" y="766"/>
                          <a:pt x="33924" y="-1990"/>
                          <a:pt x="22640" y="-1990"/>
                        </a:cubicBezTo>
                        <a:cubicBezTo>
                          <a:pt x="18750" y="-1990"/>
                          <a:pt x="14788" y="-1660"/>
                          <a:pt x="10753" y="-999"/>
                        </a:cubicBezTo>
                        <a:cubicBezTo>
                          <a:pt x="6732" y="-338"/>
                          <a:pt x="2571" y="654"/>
                          <a:pt x="-1728" y="1976"/>
                        </a:cubicBezTo>
                        <a:lnTo>
                          <a:pt x="-1728" y="14567"/>
                        </a:lnTo>
                        <a:cubicBezTo>
                          <a:pt x="1989" y="12545"/>
                          <a:pt x="5832" y="11038"/>
                          <a:pt x="9801" y="10046"/>
                        </a:cubicBezTo>
                        <a:cubicBezTo>
                          <a:pt x="13770" y="9055"/>
                          <a:pt x="17963" y="8559"/>
                          <a:pt x="22382" y="8559"/>
                        </a:cubicBezTo>
                        <a:cubicBezTo>
                          <a:pt x="29539" y="8559"/>
                          <a:pt x="35201" y="10436"/>
                          <a:pt x="39368" y="14191"/>
                        </a:cubicBezTo>
                        <a:cubicBezTo>
                          <a:pt x="43548" y="17945"/>
                          <a:pt x="45639" y="23048"/>
                          <a:pt x="45639" y="29499"/>
                        </a:cubicBezTo>
                        <a:cubicBezTo>
                          <a:pt x="45639" y="35937"/>
                          <a:pt x="43548" y="41033"/>
                          <a:pt x="39368" y="44788"/>
                        </a:cubicBezTo>
                        <a:cubicBezTo>
                          <a:pt x="35201" y="48555"/>
                          <a:pt x="29539" y="50439"/>
                          <a:pt x="22382" y="50439"/>
                        </a:cubicBezTo>
                        <a:cubicBezTo>
                          <a:pt x="19035" y="50439"/>
                          <a:pt x="15694" y="50069"/>
                          <a:pt x="12361" y="49328"/>
                        </a:cubicBezTo>
                        <a:cubicBezTo>
                          <a:pt x="9040" y="48588"/>
                          <a:pt x="5647" y="47431"/>
                          <a:pt x="2181" y="45858"/>
                        </a:cubicBezTo>
                        <a:lnTo>
                          <a:pt x="218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43" name="Freeform: Shape 342">
                    <a:extLst>
                      <a:ext uri="{FF2B5EF4-FFF2-40B4-BE49-F238E27FC236}">
                        <a16:creationId xmlns:a16="http://schemas.microsoft.com/office/drawing/2014/main" id="{33AA4AE7-96F9-835B-798E-6500089D20AC}"/>
                      </a:ext>
                    </a:extLst>
                  </p:cNvPr>
                  <p:cNvSpPr/>
                  <p:nvPr/>
                </p:nvSpPr>
                <p:spPr>
                  <a:xfrm flipV="1">
                    <a:off x="6706773" y="4960969"/>
                    <a:ext cx="59908" cy="94328"/>
                  </a:xfrm>
                  <a:custGeom>
                    <a:avLst/>
                    <a:gdLst>
                      <a:gd name="connsiteX0" fmla="*/ 2187 w 59908"/>
                      <a:gd name="connsiteY0" fmla="*/ 92338 h 94328"/>
                      <a:gd name="connsiteX1" fmla="*/ 51360 w 59908"/>
                      <a:gd name="connsiteY1" fmla="*/ 92338 h 94328"/>
                      <a:gd name="connsiteX2" fmla="*/ 51360 w 59908"/>
                      <a:gd name="connsiteY2" fmla="*/ 81789 h 94328"/>
                      <a:gd name="connsiteX3" fmla="*/ 13657 w 59908"/>
                      <a:gd name="connsiteY3" fmla="*/ 81789 h 94328"/>
                      <a:gd name="connsiteX4" fmla="*/ 13657 w 59908"/>
                      <a:gd name="connsiteY4" fmla="*/ 59124 h 94328"/>
                      <a:gd name="connsiteX5" fmla="*/ 19094 w 59908"/>
                      <a:gd name="connsiteY5" fmla="*/ 60512 h 94328"/>
                      <a:gd name="connsiteX6" fmla="*/ 24571 w 59908"/>
                      <a:gd name="connsiteY6" fmla="*/ 60968 h 94328"/>
                      <a:gd name="connsiteX7" fmla="*/ 49118 w 59908"/>
                      <a:gd name="connsiteY7" fmla="*/ 52481 h 94328"/>
                      <a:gd name="connsiteX8" fmla="*/ 58186 w 59908"/>
                      <a:gd name="connsiteY8" fmla="*/ 29499 h 94328"/>
                      <a:gd name="connsiteX9" fmla="*/ 48880 w 59908"/>
                      <a:gd name="connsiteY9" fmla="*/ 6279 h 94328"/>
                      <a:gd name="connsiteX10" fmla="*/ 22646 w 59908"/>
                      <a:gd name="connsiteY10" fmla="*/ -1990 h 94328"/>
                      <a:gd name="connsiteX11" fmla="*/ 10760 w 59908"/>
                      <a:gd name="connsiteY11" fmla="*/ -999 h 94328"/>
                      <a:gd name="connsiteX12" fmla="*/ -1722 w 59908"/>
                      <a:gd name="connsiteY12" fmla="*/ 1976 h 94328"/>
                      <a:gd name="connsiteX13" fmla="*/ -1722 w 59908"/>
                      <a:gd name="connsiteY13" fmla="*/ 14567 h 94328"/>
                      <a:gd name="connsiteX14" fmla="*/ 9807 w 59908"/>
                      <a:gd name="connsiteY14" fmla="*/ 10046 h 94328"/>
                      <a:gd name="connsiteX15" fmla="*/ 22388 w 59908"/>
                      <a:gd name="connsiteY15" fmla="*/ 8559 h 94328"/>
                      <a:gd name="connsiteX16" fmla="*/ 39374 w 59908"/>
                      <a:gd name="connsiteY16" fmla="*/ 14191 h 94328"/>
                      <a:gd name="connsiteX17" fmla="*/ 45645 w 59908"/>
                      <a:gd name="connsiteY17" fmla="*/ 29499 h 94328"/>
                      <a:gd name="connsiteX18" fmla="*/ 39374 w 59908"/>
                      <a:gd name="connsiteY18" fmla="*/ 44788 h 94328"/>
                      <a:gd name="connsiteX19" fmla="*/ 22388 w 59908"/>
                      <a:gd name="connsiteY19" fmla="*/ 50439 h 94328"/>
                      <a:gd name="connsiteX20" fmla="*/ 12367 w 59908"/>
                      <a:gd name="connsiteY20" fmla="*/ 49328 h 94328"/>
                      <a:gd name="connsiteX21" fmla="*/ 2187 w 59908"/>
                      <a:gd name="connsiteY21" fmla="*/ 45858 h 94328"/>
                      <a:gd name="connsiteX22" fmla="*/ 218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7" y="92338"/>
                        </a:moveTo>
                        <a:lnTo>
                          <a:pt x="51360" y="92338"/>
                        </a:lnTo>
                        <a:lnTo>
                          <a:pt x="51360" y="81789"/>
                        </a:lnTo>
                        <a:lnTo>
                          <a:pt x="13657" y="81789"/>
                        </a:lnTo>
                        <a:lnTo>
                          <a:pt x="13657" y="59124"/>
                        </a:lnTo>
                        <a:cubicBezTo>
                          <a:pt x="15469" y="59746"/>
                          <a:pt x="17282" y="60208"/>
                          <a:pt x="19094" y="60512"/>
                        </a:cubicBezTo>
                        <a:cubicBezTo>
                          <a:pt x="20920" y="60816"/>
                          <a:pt x="22745" y="60968"/>
                          <a:pt x="24571" y="60968"/>
                        </a:cubicBezTo>
                        <a:cubicBezTo>
                          <a:pt x="34903" y="60968"/>
                          <a:pt x="43085" y="58139"/>
                          <a:pt x="49118" y="52481"/>
                        </a:cubicBezTo>
                        <a:cubicBezTo>
                          <a:pt x="55163" y="46823"/>
                          <a:pt x="58186" y="39163"/>
                          <a:pt x="58186" y="29499"/>
                        </a:cubicBezTo>
                        <a:cubicBezTo>
                          <a:pt x="58186" y="19545"/>
                          <a:pt x="55084" y="11805"/>
                          <a:pt x="48880" y="6279"/>
                        </a:cubicBezTo>
                        <a:cubicBezTo>
                          <a:pt x="42675" y="766"/>
                          <a:pt x="33931" y="-1990"/>
                          <a:pt x="22646" y="-1990"/>
                        </a:cubicBezTo>
                        <a:cubicBezTo>
                          <a:pt x="18757" y="-1990"/>
                          <a:pt x="14795" y="-1660"/>
                          <a:pt x="10760" y="-999"/>
                        </a:cubicBezTo>
                        <a:cubicBezTo>
                          <a:pt x="6738" y="-338"/>
                          <a:pt x="2577" y="654"/>
                          <a:pt x="-1722" y="1976"/>
                        </a:cubicBezTo>
                        <a:lnTo>
                          <a:pt x="-1722" y="14567"/>
                        </a:lnTo>
                        <a:cubicBezTo>
                          <a:pt x="1995" y="12545"/>
                          <a:pt x="5838" y="11038"/>
                          <a:pt x="9807" y="10046"/>
                        </a:cubicBezTo>
                        <a:cubicBezTo>
                          <a:pt x="13776" y="9055"/>
                          <a:pt x="17970" y="8559"/>
                          <a:pt x="22388" y="8559"/>
                        </a:cubicBezTo>
                        <a:cubicBezTo>
                          <a:pt x="29545" y="8559"/>
                          <a:pt x="35207" y="10436"/>
                          <a:pt x="39374" y="14191"/>
                        </a:cubicBezTo>
                        <a:cubicBezTo>
                          <a:pt x="43555" y="17945"/>
                          <a:pt x="45645" y="23048"/>
                          <a:pt x="45645" y="29499"/>
                        </a:cubicBezTo>
                        <a:cubicBezTo>
                          <a:pt x="45645" y="35937"/>
                          <a:pt x="43555" y="41033"/>
                          <a:pt x="39374" y="44788"/>
                        </a:cubicBezTo>
                        <a:cubicBezTo>
                          <a:pt x="35207" y="48555"/>
                          <a:pt x="29545" y="50439"/>
                          <a:pt x="22388" y="50439"/>
                        </a:cubicBezTo>
                        <a:cubicBezTo>
                          <a:pt x="19041" y="50439"/>
                          <a:pt x="15701" y="50069"/>
                          <a:pt x="12367" y="49328"/>
                        </a:cubicBezTo>
                        <a:cubicBezTo>
                          <a:pt x="9046" y="48588"/>
                          <a:pt x="5653" y="47431"/>
                          <a:pt x="2187" y="45858"/>
                        </a:cubicBezTo>
                        <a:lnTo>
                          <a:pt x="218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44" name="Freeform: Shape 343">
                    <a:extLst>
                      <a:ext uri="{FF2B5EF4-FFF2-40B4-BE49-F238E27FC236}">
                        <a16:creationId xmlns:a16="http://schemas.microsoft.com/office/drawing/2014/main" id="{A602540E-C5A6-E849-593E-FB31E113E87C}"/>
                      </a:ext>
                    </a:extLst>
                  </p:cNvPr>
                  <p:cNvSpPr/>
                  <p:nvPr/>
                </p:nvSpPr>
                <p:spPr>
                  <a:xfrm flipV="1">
                    <a:off x="6786146" y="4959304"/>
                    <a:ext cx="63996" cy="95994"/>
                  </a:xfrm>
                  <a:custGeom>
                    <a:avLst/>
                    <a:gdLst>
                      <a:gd name="connsiteX0" fmla="*/ 30241 w 63996"/>
                      <a:gd name="connsiteY0" fmla="*/ 84047 h 95994"/>
                      <a:gd name="connsiteX1" fmla="*/ 15696 w 63996"/>
                      <a:gd name="connsiteY1" fmla="*/ 74529 h 95994"/>
                      <a:gd name="connsiteX2" fmla="*/ 10834 w 63996"/>
                      <a:gd name="connsiteY2" fmla="*/ 45935 h 95994"/>
                      <a:gd name="connsiteX3" fmla="*/ 15696 w 63996"/>
                      <a:gd name="connsiteY3" fmla="*/ 17401 h 95994"/>
                      <a:gd name="connsiteX4" fmla="*/ 30241 w 63996"/>
                      <a:gd name="connsiteY4" fmla="*/ 7883 h 95994"/>
                      <a:gd name="connsiteX5" fmla="*/ 44846 w 63996"/>
                      <a:gd name="connsiteY5" fmla="*/ 17401 h 95994"/>
                      <a:gd name="connsiteX6" fmla="*/ 49728 w 63996"/>
                      <a:gd name="connsiteY6" fmla="*/ 45935 h 95994"/>
                      <a:gd name="connsiteX7" fmla="*/ 44846 w 63996"/>
                      <a:gd name="connsiteY7" fmla="*/ 74529 h 95994"/>
                      <a:gd name="connsiteX8" fmla="*/ 30241 w 63996"/>
                      <a:gd name="connsiteY8" fmla="*/ 84047 h 95994"/>
                      <a:gd name="connsiteX9" fmla="*/ 30241 w 63996"/>
                      <a:gd name="connsiteY9" fmla="*/ 93962 h 95994"/>
                      <a:gd name="connsiteX10" fmla="*/ 54034 w 63996"/>
                      <a:gd name="connsiteY10" fmla="*/ 81648 h 95994"/>
                      <a:gd name="connsiteX11" fmla="*/ 62249 w 63996"/>
                      <a:gd name="connsiteY11" fmla="*/ 45935 h 95994"/>
                      <a:gd name="connsiteX12" fmla="*/ 54034 w 63996"/>
                      <a:gd name="connsiteY12" fmla="*/ 10262 h 95994"/>
                      <a:gd name="connsiteX13" fmla="*/ 30241 w 63996"/>
                      <a:gd name="connsiteY13" fmla="*/ -2032 h 95994"/>
                      <a:gd name="connsiteX14" fmla="*/ 6469 w 63996"/>
                      <a:gd name="connsiteY14" fmla="*/ 10262 h 95994"/>
                      <a:gd name="connsiteX15" fmla="*/ -1747 w 63996"/>
                      <a:gd name="connsiteY15" fmla="*/ 45935 h 95994"/>
                      <a:gd name="connsiteX16" fmla="*/ 6469 w 63996"/>
                      <a:gd name="connsiteY16" fmla="*/ 81648 h 95994"/>
                      <a:gd name="connsiteX17" fmla="*/ 3024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41" y="84047"/>
                        </a:moveTo>
                        <a:cubicBezTo>
                          <a:pt x="23799" y="84047"/>
                          <a:pt x="18950" y="80875"/>
                          <a:pt x="15696" y="74529"/>
                        </a:cubicBezTo>
                        <a:cubicBezTo>
                          <a:pt x="12455" y="68197"/>
                          <a:pt x="10834" y="58666"/>
                          <a:pt x="10834" y="45935"/>
                        </a:cubicBezTo>
                        <a:cubicBezTo>
                          <a:pt x="10834" y="33258"/>
                          <a:pt x="12455" y="23746"/>
                          <a:pt x="15696" y="17401"/>
                        </a:cubicBezTo>
                        <a:cubicBezTo>
                          <a:pt x="18950" y="11055"/>
                          <a:pt x="23799" y="7883"/>
                          <a:pt x="30241" y="7883"/>
                        </a:cubicBezTo>
                        <a:cubicBezTo>
                          <a:pt x="36737" y="7883"/>
                          <a:pt x="41605" y="11055"/>
                          <a:pt x="44846" y="17401"/>
                        </a:cubicBezTo>
                        <a:cubicBezTo>
                          <a:pt x="48101" y="23746"/>
                          <a:pt x="49728" y="33258"/>
                          <a:pt x="49728" y="45935"/>
                        </a:cubicBezTo>
                        <a:cubicBezTo>
                          <a:pt x="49728" y="58666"/>
                          <a:pt x="48101" y="68197"/>
                          <a:pt x="44846" y="74529"/>
                        </a:cubicBezTo>
                        <a:cubicBezTo>
                          <a:pt x="41605" y="80875"/>
                          <a:pt x="36737" y="84047"/>
                          <a:pt x="30241" y="84047"/>
                        </a:cubicBezTo>
                        <a:close/>
                        <a:moveTo>
                          <a:pt x="30241" y="93962"/>
                        </a:moveTo>
                        <a:cubicBezTo>
                          <a:pt x="40626" y="93962"/>
                          <a:pt x="48557" y="89857"/>
                          <a:pt x="54034" y="81648"/>
                        </a:cubicBezTo>
                        <a:cubicBezTo>
                          <a:pt x="59511" y="73452"/>
                          <a:pt x="62249" y="61548"/>
                          <a:pt x="62249" y="45935"/>
                        </a:cubicBezTo>
                        <a:cubicBezTo>
                          <a:pt x="62249" y="30363"/>
                          <a:pt x="59511" y="18471"/>
                          <a:pt x="54034" y="10262"/>
                        </a:cubicBezTo>
                        <a:cubicBezTo>
                          <a:pt x="48557" y="2066"/>
                          <a:pt x="40626" y="-2032"/>
                          <a:pt x="30241" y="-2032"/>
                        </a:cubicBezTo>
                        <a:cubicBezTo>
                          <a:pt x="19870" y="-2032"/>
                          <a:pt x="11946" y="2066"/>
                          <a:pt x="6469" y="10262"/>
                        </a:cubicBezTo>
                        <a:cubicBezTo>
                          <a:pt x="992" y="18471"/>
                          <a:pt x="-1747" y="30363"/>
                          <a:pt x="-1747" y="45935"/>
                        </a:cubicBezTo>
                        <a:cubicBezTo>
                          <a:pt x="-1747" y="61548"/>
                          <a:pt x="992" y="73452"/>
                          <a:pt x="6469" y="81648"/>
                        </a:cubicBezTo>
                        <a:cubicBezTo>
                          <a:pt x="11946" y="89857"/>
                          <a:pt x="19870" y="93962"/>
                          <a:pt x="3024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45" name="Graphic 299">
                <a:extLst>
                  <a:ext uri="{FF2B5EF4-FFF2-40B4-BE49-F238E27FC236}">
                    <a16:creationId xmlns:a16="http://schemas.microsoft.com/office/drawing/2014/main" id="{FA8BAD42-F70D-82AF-7879-444A092ED9A7}"/>
                  </a:ext>
                </a:extLst>
              </p:cNvPr>
              <p:cNvGrpSpPr/>
              <p:nvPr/>
            </p:nvGrpSpPr>
            <p:grpSpPr>
              <a:xfrm>
                <a:off x="7194317" y="4868227"/>
                <a:ext cx="224169" cy="187070"/>
                <a:chOff x="719431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46" name="Freeform: Shape 345">
                  <a:extLst>
                    <a:ext uri="{FF2B5EF4-FFF2-40B4-BE49-F238E27FC236}">
                      <a16:creationId xmlns:a16="http://schemas.microsoft.com/office/drawing/2014/main" id="{17B8DA17-BAAA-4638-7372-4A73E44DD3B8}"/>
                    </a:ext>
                  </a:extLst>
                </p:cNvPr>
                <p:cNvSpPr/>
                <p:nvPr/>
              </p:nvSpPr>
              <p:spPr>
                <a:xfrm>
                  <a:off x="7305720" y="4868227"/>
                  <a:ext cx="12700" cy="44417"/>
                </a:xfrm>
                <a:custGeom>
                  <a:avLst/>
                  <a:gdLst>
                    <a:gd name="connsiteX0" fmla="*/ 326 w 12700"/>
                    <a:gd name="connsiteY0" fmla="*/ 286 h 44417"/>
                    <a:gd name="connsiteX1" fmla="*/ 32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26" y="286"/>
                      </a:moveTo>
                      <a:lnTo>
                        <a:pt x="32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47" name="Graphic 299">
                  <a:extLst>
                    <a:ext uri="{FF2B5EF4-FFF2-40B4-BE49-F238E27FC236}">
                      <a16:creationId xmlns:a16="http://schemas.microsoft.com/office/drawing/2014/main" id="{46E5B54A-7359-0D45-4544-D26B47C79707}"/>
                    </a:ext>
                  </a:extLst>
                </p:cNvPr>
                <p:cNvGrpSpPr/>
                <p:nvPr/>
              </p:nvGrpSpPr>
              <p:grpSpPr>
                <a:xfrm>
                  <a:off x="7194317" y="4959304"/>
                  <a:ext cx="224169" cy="95994"/>
                  <a:chOff x="719431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48" name="Freeform: Shape 347">
                    <a:extLst>
                      <a:ext uri="{FF2B5EF4-FFF2-40B4-BE49-F238E27FC236}">
                        <a16:creationId xmlns:a16="http://schemas.microsoft.com/office/drawing/2014/main" id="{343DD07E-6E51-1577-3FED-3CD5D563BE4F}"/>
                      </a:ext>
                    </a:extLst>
                  </p:cNvPr>
                  <p:cNvSpPr/>
                  <p:nvPr/>
                </p:nvSpPr>
                <p:spPr>
                  <a:xfrm flipV="1">
                    <a:off x="7194317" y="4960969"/>
                    <a:ext cx="59908" cy="94328"/>
                  </a:xfrm>
                  <a:custGeom>
                    <a:avLst/>
                    <a:gdLst>
                      <a:gd name="connsiteX0" fmla="*/ 2226 w 59908"/>
                      <a:gd name="connsiteY0" fmla="*/ 92338 h 94328"/>
                      <a:gd name="connsiteX1" fmla="*/ 51398 w 59908"/>
                      <a:gd name="connsiteY1" fmla="*/ 92338 h 94328"/>
                      <a:gd name="connsiteX2" fmla="*/ 51398 w 59908"/>
                      <a:gd name="connsiteY2" fmla="*/ 81789 h 94328"/>
                      <a:gd name="connsiteX3" fmla="*/ 13695 w 59908"/>
                      <a:gd name="connsiteY3" fmla="*/ 81789 h 94328"/>
                      <a:gd name="connsiteX4" fmla="*/ 13695 w 59908"/>
                      <a:gd name="connsiteY4" fmla="*/ 59124 h 94328"/>
                      <a:gd name="connsiteX5" fmla="*/ 19132 w 59908"/>
                      <a:gd name="connsiteY5" fmla="*/ 60512 h 94328"/>
                      <a:gd name="connsiteX6" fmla="*/ 24609 w 59908"/>
                      <a:gd name="connsiteY6" fmla="*/ 60968 h 94328"/>
                      <a:gd name="connsiteX7" fmla="*/ 49156 w 59908"/>
                      <a:gd name="connsiteY7" fmla="*/ 52481 h 94328"/>
                      <a:gd name="connsiteX8" fmla="*/ 58225 w 59908"/>
                      <a:gd name="connsiteY8" fmla="*/ 29499 h 94328"/>
                      <a:gd name="connsiteX9" fmla="*/ 48918 w 59908"/>
                      <a:gd name="connsiteY9" fmla="*/ 6279 h 94328"/>
                      <a:gd name="connsiteX10" fmla="*/ 22684 w 59908"/>
                      <a:gd name="connsiteY10" fmla="*/ -1990 h 94328"/>
                      <a:gd name="connsiteX11" fmla="*/ 10798 w 59908"/>
                      <a:gd name="connsiteY11" fmla="*/ -999 h 94328"/>
                      <a:gd name="connsiteX12" fmla="*/ -1684 w 59908"/>
                      <a:gd name="connsiteY12" fmla="*/ 1976 h 94328"/>
                      <a:gd name="connsiteX13" fmla="*/ -1684 w 59908"/>
                      <a:gd name="connsiteY13" fmla="*/ 14567 h 94328"/>
                      <a:gd name="connsiteX14" fmla="*/ 9846 w 59908"/>
                      <a:gd name="connsiteY14" fmla="*/ 10046 h 94328"/>
                      <a:gd name="connsiteX15" fmla="*/ 22426 w 59908"/>
                      <a:gd name="connsiteY15" fmla="*/ 8559 h 94328"/>
                      <a:gd name="connsiteX16" fmla="*/ 39413 w 59908"/>
                      <a:gd name="connsiteY16" fmla="*/ 14191 h 94328"/>
                      <a:gd name="connsiteX17" fmla="*/ 45683 w 59908"/>
                      <a:gd name="connsiteY17" fmla="*/ 29499 h 94328"/>
                      <a:gd name="connsiteX18" fmla="*/ 39413 w 59908"/>
                      <a:gd name="connsiteY18" fmla="*/ 44788 h 94328"/>
                      <a:gd name="connsiteX19" fmla="*/ 22426 w 59908"/>
                      <a:gd name="connsiteY19" fmla="*/ 50439 h 94328"/>
                      <a:gd name="connsiteX20" fmla="*/ 12405 w 59908"/>
                      <a:gd name="connsiteY20" fmla="*/ 49328 h 94328"/>
                      <a:gd name="connsiteX21" fmla="*/ 2226 w 59908"/>
                      <a:gd name="connsiteY21" fmla="*/ 45858 h 94328"/>
                      <a:gd name="connsiteX22" fmla="*/ 222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26" y="92338"/>
                        </a:moveTo>
                        <a:lnTo>
                          <a:pt x="51398" y="92338"/>
                        </a:lnTo>
                        <a:lnTo>
                          <a:pt x="51398" y="81789"/>
                        </a:lnTo>
                        <a:lnTo>
                          <a:pt x="13695" y="81789"/>
                        </a:lnTo>
                        <a:lnTo>
                          <a:pt x="13695" y="59124"/>
                        </a:lnTo>
                        <a:cubicBezTo>
                          <a:pt x="15508" y="59746"/>
                          <a:pt x="17320" y="60208"/>
                          <a:pt x="19132" y="60512"/>
                        </a:cubicBezTo>
                        <a:cubicBezTo>
                          <a:pt x="20958" y="60816"/>
                          <a:pt x="22784" y="60968"/>
                          <a:pt x="24609" y="60968"/>
                        </a:cubicBezTo>
                        <a:cubicBezTo>
                          <a:pt x="34941" y="60968"/>
                          <a:pt x="43124" y="58139"/>
                          <a:pt x="49156" y="52481"/>
                        </a:cubicBezTo>
                        <a:cubicBezTo>
                          <a:pt x="55202" y="46823"/>
                          <a:pt x="58225" y="39163"/>
                          <a:pt x="58225" y="29499"/>
                        </a:cubicBezTo>
                        <a:cubicBezTo>
                          <a:pt x="58225" y="19545"/>
                          <a:pt x="55122" y="11805"/>
                          <a:pt x="48918" y="6279"/>
                        </a:cubicBezTo>
                        <a:cubicBezTo>
                          <a:pt x="42713" y="766"/>
                          <a:pt x="33969" y="-1990"/>
                          <a:pt x="22684" y="-1990"/>
                        </a:cubicBezTo>
                        <a:cubicBezTo>
                          <a:pt x="18795" y="-1990"/>
                          <a:pt x="14833" y="-1660"/>
                          <a:pt x="10798" y="-999"/>
                        </a:cubicBezTo>
                        <a:cubicBezTo>
                          <a:pt x="6776" y="-338"/>
                          <a:pt x="2616" y="654"/>
                          <a:pt x="-1684" y="1976"/>
                        </a:cubicBezTo>
                        <a:lnTo>
                          <a:pt x="-1684" y="14567"/>
                        </a:lnTo>
                        <a:cubicBezTo>
                          <a:pt x="2034" y="12545"/>
                          <a:pt x="5877" y="11038"/>
                          <a:pt x="9846" y="10046"/>
                        </a:cubicBezTo>
                        <a:cubicBezTo>
                          <a:pt x="13814" y="9055"/>
                          <a:pt x="18008" y="8559"/>
                          <a:pt x="22426" y="8559"/>
                        </a:cubicBezTo>
                        <a:cubicBezTo>
                          <a:pt x="29583" y="8559"/>
                          <a:pt x="35246" y="10436"/>
                          <a:pt x="39413" y="14191"/>
                        </a:cubicBezTo>
                        <a:cubicBezTo>
                          <a:pt x="43593" y="17945"/>
                          <a:pt x="45683" y="23048"/>
                          <a:pt x="45683" y="29499"/>
                        </a:cubicBezTo>
                        <a:cubicBezTo>
                          <a:pt x="45683" y="35937"/>
                          <a:pt x="43593" y="41033"/>
                          <a:pt x="39413" y="44788"/>
                        </a:cubicBezTo>
                        <a:cubicBezTo>
                          <a:pt x="35246" y="48555"/>
                          <a:pt x="29583" y="50439"/>
                          <a:pt x="22426" y="50439"/>
                        </a:cubicBezTo>
                        <a:cubicBezTo>
                          <a:pt x="19080" y="50439"/>
                          <a:pt x="15739" y="50069"/>
                          <a:pt x="12405" y="49328"/>
                        </a:cubicBezTo>
                        <a:cubicBezTo>
                          <a:pt x="9085" y="48588"/>
                          <a:pt x="5692" y="47431"/>
                          <a:pt x="2226" y="45858"/>
                        </a:cubicBezTo>
                        <a:lnTo>
                          <a:pt x="222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49" name="Freeform: Shape 348">
                    <a:extLst>
                      <a:ext uri="{FF2B5EF4-FFF2-40B4-BE49-F238E27FC236}">
                        <a16:creationId xmlns:a16="http://schemas.microsoft.com/office/drawing/2014/main" id="{4F41B029-1391-8297-73C8-3A88627F702E}"/>
                      </a:ext>
                    </a:extLst>
                  </p:cNvPr>
                  <p:cNvSpPr/>
                  <p:nvPr/>
                </p:nvSpPr>
                <p:spPr>
                  <a:xfrm flipV="1">
                    <a:off x="7274186" y="4959304"/>
                    <a:ext cx="63936" cy="95994"/>
                  </a:xfrm>
                  <a:custGeom>
                    <a:avLst/>
                    <a:gdLst>
                      <a:gd name="connsiteX0" fmla="*/ 31328 w 63936"/>
                      <a:gd name="connsiteY0" fmla="*/ 51012 h 95994"/>
                      <a:gd name="connsiteX1" fmla="*/ 17953 w 63936"/>
                      <a:gd name="connsiteY1" fmla="*/ 45241 h 95994"/>
                      <a:gd name="connsiteX2" fmla="*/ 13032 w 63936"/>
                      <a:gd name="connsiteY2" fmla="*/ 29457 h 95994"/>
                      <a:gd name="connsiteX3" fmla="*/ 17953 w 63936"/>
                      <a:gd name="connsiteY3" fmla="*/ 13673 h 95994"/>
                      <a:gd name="connsiteX4" fmla="*/ 31328 w 63936"/>
                      <a:gd name="connsiteY4" fmla="*/ 7883 h 95994"/>
                      <a:gd name="connsiteX5" fmla="*/ 44683 w 63936"/>
                      <a:gd name="connsiteY5" fmla="*/ 13673 h 95994"/>
                      <a:gd name="connsiteX6" fmla="*/ 49604 w 63936"/>
                      <a:gd name="connsiteY6" fmla="*/ 29457 h 95994"/>
                      <a:gd name="connsiteX7" fmla="*/ 44683 w 63936"/>
                      <a:gd name="connsiteY7" fmla="*/ 45241 h 95994"/>
                      <a:gd name="connsiteX8" fmla="*/ 31328 w 63936"/>
                      <a:gd name="connsiteY8" fmla="*/ 51012 h 95994"/>
                      <a:gd name="connsiteX9" fmla="*/ 56192 w 63936"/>
                      <a:gd name="connsiteY9" fmla="*/ 90254 h 95994"/>
                      <a:gd name="connsiteX10" fmla="*/ 56192 w 63936"/>
                      <a:gd name="connsiteY10" fmla="*/ 78852 h 95994"/>
                      <a:gd name="connsiteX11" fmla="*/ 46667 w 63936"/>
                      <a:gd name="connsiteY11" fmla="*/ 82243 h 95994"/>
                      <a:gd name="connsiteX12" fmla="*/ 37142 w 63936"/>
                      <a:gd name="connsiteY12" fmla="*/ 83433 h 95994"/>
                      <a:gd name="connsiteX13" fmla="*/ 18191 w 63936"/>
                      <a:gd name="connsiteY13" fmla="*/ 75065 h 95994"/>
                      <a:gd name="connsiteX14" fmla="*/ 10730 w 63936"/>
                      <a:gd name="connsiteY14" fmla="*/ 49782 h 95994"/>
                      <a:gd name="connsiteX15" fmla="*/ 19898 w 63936"/>
                      <a:gd name="connsiteY15" fmla="*/ 58051 h 95994"/>
                      <a:gd name="connsiteX16" fmla="*/ 32062 w 63936"/>
                      <a:gd name="connsiteY16" fmla="*/ 60926 h 95994"/>
                      <a:gd name="connsiteX17" fmla="*/ 54109 w 63936"/>
                      <a:gd name="connsiteY17" fmla="*/ 52459 h 95994"/>
                      <a:gd name="connsiteX18" fmla="*/ 62205 w 63936"/>
                      <a:gd name="connsiteY18" fmla="*/ 29457 h 95994"/>
                      <a:gd name="connsiteX19" fmla="*/ 53771 w 63936"/>
                      <a:gd name="connsiteY19" fmla="*/ 6574 h 95994"/>
                      <a:gd name="connsiteX20" fmla="*/ 31328 w 63936"/>
                      <a:gd name="connsiteY20" fmla="*/ -2032 h 95994"/>
                      <a:gd name="connsiteX21" fmla="*/ 6761 w 63936"/>
                      <a:gd name="connsiteY21" fmla="*/ 10262 h 95994"/>
                      <a:gd name="connsiteX22" fmla="*/ -1732 w 63936"/>
                      <a:gd name="connsiteY22" fmla="*/ 45935 h 95994"/>
                      <a:gd name="connsiteX23" fmla="*/ 8686 w 63936"/>
                      <a:gd name="connsiteY23" fmla="*/ 80914 h 95994"/>
                      <a:gd name="connsiteX24" fmla="*/ 36646 w 63936"/>
                      <a:gd name="connsiteY24" fmla="*/ 93962 h 95994"/>
                      <a:gd name="connsiteX25" fmla="*/ 46171 w 63936"/>
                      <a:gd name="connsiteY25" fmla="*/ 93030 h 95994"/>
                      <a:gd name="connsiteX26" fmla="*/ 56192 w 63936"/>
                      <a:gd name="connsiteY26" fmla="*/ 9025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936" h="95994">
                        <a:moveTo>
                          <a:pt x="31328" y="51012"/>
                        </a:moveTo>
                        <a:cubicBezTo>
                          <a:pt x="25706" y="51012"/>
                          <a:pt x="21247" y="49088"/>
                          <a:pt x="17953" y="45241"/>
                        </a:cubicBezTo>
                        <a:cubicBezTo>
                          <a:pt x="14672" y="41408"/>
                          <a:pt x="13032" y="36146"/>
                          <a:pt x="13032" y="29457"/>
                        </a:cubicBezTo>
                        <a:cubicBezTo>
                          <a:pt x="13032" y="22808"/>
                          <a:pt x="14672" y="17546"/>
                          <a:pt x="17953" y="13673"/>
                        </a:cubicBezTo>
                        <a:cubicBezTo>
                          <a:pt x="21247" y="9813"/>
                          <a:pt x="25706" y="7883"/>
                          <a:pt x="31328" y="7883"/>
                        </a:cubicBezTo>
                        <a:cubicBezTo>
                          <a:pt x="36950" y="7883"/>
                          <a:pt x="41402" y="9813"/>
                          <a:pt x="44683" y="13673"/>
                        </a:cubicBezTo>
                        <a:cubicBezTo>
                          <a:pt x="47964" y="17546"/>
                          <a:pt x="49604" y="22808"/>
                          <a:pt x="49604" y="29457"/>
                        </a:cubicBezTo>
                        <a:cubicBezTo>
                          <a:pt x="49604" y="36146"/>
                          <a:pt x="47964" y="41408"/>
                          <a:pt x="44683" y="45241"/>
                        </a:cubicBezTo>
                        <a:cubicBezTo>
                          <a:pt x="41402" y="49088"/>
                          <a:pt x="36950" y="51012"/>
                          <a:pt x="31328" y="51012"/>
                        </a:cubicBezTo>
                        <a:close/>
                        <a:moveTo>
                          <a:pt x="56192" y="90254"/>
                        </a:moveTo>
                        <a:lnTo>
                          <a:pt x="56192" y="78852"/>
                        </a:lnTo>
                        <a:cubicBezTo>
                          <a:pt x="53044" y="80333"/>
                          <a:pt x="49869" y="81463"/>
                          <a:pt x="46667" y="82243"/>
                        </a:cubicBezTo>
                        <a:cubicBezTo>
                          <a:pt x="43466" y="83036"/>
                          <a:pt x="40291" y="83433"/>
                          <a:pt x="37142" y="83433"/>
                        </a:cubicBezTo>
                        <a:cubicBezTo>
                          <a:pt x="28874" y="83433"/>
                          <a:pt x="22557" y="80643"/>
                          <a:pt x="18191" y="75065"/>
                        </a:cubicBezTo>
                        <a:cubicBezTo>
                          <a:pt x="13839" y="69486"/>
                          <a:pt x="11352" y="61058"/>
                          <a:pt x="10730" y="49782"/>
                        </a:cubicBezTo>
                        <a:cubicBezTo>
                          <a:pt x="13164" y="53378"/>
                          <a:pt x="16220" y="56134"/>
                          <a:pt x="19898" y="58051"/>
                        </a:cubicBezTo>
                        <a:cubicBezTo>
                          <a:pt x="23589" y="59968"/>
                          <a:pt x="27644" y="60926"/>
                          <a:pt x="32062" y="60926"/>
                        </a:cubicBezTo>
                        <a:cubicBezTo>
                          <a:pt x="41362" y="60926"/>
                          <a:pt x="48711" y="58104"/>
                          <a:pt x="54109" y="52459"/>
                        </a:cubicBezTo>
                        <a:cubicBezTo>
                          <a:pt x="59506" y="46828"/>
                          <a:pt x="62205" y="39160"/>
                          <a:pt x="62205" y="29457"/>
                        </a:cubicBezTo>
                        <a:cubicBezTo>
                          <a:pt x="62205" y="19952"/>
                          <a:pt x="59394" y="12324"/>
                          <a:pt x="53771" y="6574"/>
                        </a:cubicBezTo>
                        <a:cubicBezTo>
                          <a:pt x="48149" y="837"/>
                          <a:pt x="40668" y="-2032"/>
                          <a:pt x="31328" y="-2032"/>
                        </a:cubicBezTo>
                        <a:cubicBezTo>
                          <a:pt x="20612" y="-2032"/>
                          <a:pt x="12423" y="2066"/>
                          <a:pt x="6761" y="10262"/>
                        </a:cubicBezTo>
                        <a:cubicBezTo>
                          <a:pt x="1099" y="18471"/>
                          <a:pt x="-1732" y="30363"/>
                          <a:pt x="-1732" y="45935"/>
                        </a:cubicBezTo>
                        <a:cubicBezTo>
                          <a:pt x="-1732" y="60556"/>
                          <a:pt x="1741" y="72216"/>
                          <a:pt x="8686" y="80914"/>
                        </a:cubicBezTo>
                        <a:cubicBezTo>
                          <a:pt x="15632" y="89613"/>
                          <a:pt x="24952" y="93962"/>
                          <a:pt x="36646" y="93962"/>
                        </a:cubicBezTo>
                        <a:cubicBezTo>
                          <a:pt x="39795" y="93962"/>
                          <a:pt x="42970" y="93651"/>
                          <a:pt x="46171" y="93030"/>
                        </a:cubicBezTo>
                        <a:cubicBezTo>
                          <a:pt x="49373" y="92409"/>
                          <a:pt x="52713" y="91483"/>
                          <a:pt x="56192" y="9025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50" name="Freeform: Shape 349">
                    <a:extLst>
                      <a:ext uri="{FF2B5EF4-FFF2-40B4-BE49-F238E27FC236}">
                        <a16:creationId xmlns:a16="http://schemas.microsoft.com/office/drawing/2014/main" id="{44313273-08B2-D8FE-50B3-52385BA74D73}"/>
                      </a:ext>
                    </a:extLst>
                  </p:cNvPr>
                  <p:cNvSpPr/>
                  <p:nvPr/>
                </p:nvSpPr>
                <p:spPr>
                  <a:xfrm flipV="1">
                    <a:off x="7354491" y="4959304"/>
                    <a:ext cx="63996" cy="95994"/>
                  </a:xfrm>
                  <a:custGeom>
                    <a:avLst/>
                    <a:gdLst>
                      <a:gd name="connsiteX0" fmla="*/ 30286 w 63996"/>
                      <a:gd name="connsiteY0" fmla="*/ 84047 h 95994"/>
                      <a:gd name="connsiteX1" fmla="*/ 15741 w 63996"/>
                      <a:gd name="connsiteY1" fmla="*/ 74529 h 95994"/>
                      <a:gd name="connsiteX2" fmla="*/ 10879 w 63996"/>
                      <a:gd name="connsiteY2" fmla="*/ 45935 h 95994"/>
                      <a:gd name="connsiteX3" fmla="*/ 15741 w 63996"/>
                      <a:gd name="connsiteY3" fmla="*/ 17401 h 95994"/>
                      <a:gd name="connsiteX4" fmla="*/ 30286 w 63996"/>
                      <a:gd name="connsiteY4" fmla="*/ 7883 h 95994"/>
                      <a:gd name="connsiteX5" fmla="*/ 44891 w 63996"/>
                      <a:gd name="connsiteY5" fmla="*/ 17401 h 95994"/>
                      <a:gd name="connsiteX6" fmla="*/ 49773 w 63996"/>
                      <a:gd name="connsiteY6" fmla="*/ 45935 h 95994"/>
                      <a:gd name="connsiteX7" fmla="*/ 44891 w 63996"/>
                      <a:gd name="connsiteY7" fmla="*/ 74529 h 95994"/>
                      <a:gd name="connsiteX8" fmla="*/ 30286 w 63996"/>
                      <a:gd name="connsiteY8" fmla="*/ 84047 h 95994"/>
                      <a:gd name="connsiteX9" fmla="*/ 30286 w 63996"/>
                      <a:gd name="connsiteY9" fmla="*/ 93962 h 95994"/>
                      <a:gd name="connsiteX10" fmla="*/ 54079 w 63996"/>
                      <a:gd name="connsiteY10" fmla="*/ 81648 h 95994"/>
                      <a:gd name="connsiteX11" fmla="*/ 62294 w 63996"/>
                      <a:gd name="connsiteY11" fmla="*/ 45935 h 95994"/>
                      <a:gd name="connsiteX12" fmla="*/ 54079 w 63996"/>
                      <a:gd name="connsiteY12" fmla="*/ 10262 h 95994"/>
                      <a:gd name="connsiteX13" fmla="*/ 30286 w 63996"/>
                      <a:gd name="connsiteY13" fmla="*/ -2032 h 95994"/>
                      <a:gd name="connsiteX14" fmla="*/ 6513 w 63996"/>
                      <a:gd name="connsiteY14" fmla="*/ 10262 h 95994"/>
                      <a:gd name="connsiteX15" fmla="*/ -1702 w 63996"/>
                      <a:gd name="connsiteY15" fmla="*/ 45935 h 95994"/>
                      <a:gd name="connsiteX16" fmla="*/ 6513 w 63996"/>
                      <a:gd name="connsiteY16" fmla="*/ 81648 h 95994"/>
                      <a:gd name="connsiteX17" fmla="*/ 3028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86" y="84047"/>
                        </a:moveTo>
                        <a:cubicBezTo>
                          <a:pt x="23844" y="84047"/>
                          <a:pt x="18995" y="80875"/>
                          <a:pt x="15741" y="74529"/>
                        </a:cubicBezTo>
                        <a:cubicBezTo>
                          <a:pt x="12500" y="68197"/>
                          <a:pt x="10879" y="58666"/>
                          <a:pt x="10879" y="45935"/>
                        </a:cubicBezTo>
                        <a:cubicBezTo>
                          <a:pt x="10879" y="33258"/>
                          <a:pt x="12500" y="23746"/>
                          <a:pt x="15741" y="17401"/>
                        </a:cubicBezTo>
                        <a:cubicBezTo>
                          <a:pt x="18995" y="11055"/>
                          <a:pt x="23844" y="7883"/>
                          <a:pt x="30286" y="7883"/>
                        </a:cubicBezTo>
                        <a:cubicBezTo>
                          <a:pt x="36782" y="7883"/>
                          <a:pt x="41650" y="11055"/>
                          <a:pt x="44891" y="17401"/>
                        </a:cubicBezTo>
                        <a:cubicBezTo>
                          <a:pt x="48146" y="23746"/>
                          <a:pt x="49773" y="33258"/>
                          <a:pt x="49773" y="45935"/>
                        </a:cubicBezTo>
                        <a:cubicBezTo>
                          <a:pt x="49773" y="58666"/>
                          <a:pt x="48146" y="68197"/>
                          <a:pt x="44891" y="74529"/>
                        </a:cubicBezTo>
                        <a:cubicBezTo>
                          <a:pt x="41650" y="80875"/>
                          <a:pt x="36782" y="84047"/>
                          <a:pt x="30286" y="84047"/>
                        </a:cubicBezTo>
                        <a:close/>
                        <a:moveTo>
                          <a:pt x="30286" y="93962"/>
                        </a:moveTo>
                        <a:cubicBezTo>
                          <a:pt x="40671" y="93962"/>
                          <a:pt x="48602" y="89857"/>
                          <a:pt x="54079" y="81648"/>
                        </a:cubicBezTo>
                        <a:cubicBezTo>
                          <a:pt x="59556" y="73452"/>
                          <a:pt x="62294" y="61548"/>
                          <a:pt x="62294" y="45935"/>
                        </a:cubicBezTo>
                        <a:cubicBezTo>
                          <a:pt x="62294" y="30363"/>
                          <a:pt x="59556" y="18471"/>
                          <a:pt x="54079" y="10262"/>
                        </a:cubicBezTo>
                        <a:cubicBezTo>
                          <a:pt x="48602" y="2066"/>
                          <a:pt x="40671" y="-2032"/>
                          <a:pt x="30286" y="-2032"/>
                        </a:cubicBezTo>
                        <a:cubicBezTo>
                          <a:pt x="19915" y="-2032"/>
                          <a:pt x="11990" y="2066"/>
                          <a:pt x="6513" y="10262"/>
                        </a:cubicBezTo>
                        <a:cubicBezTo>
                          <a:pt x="1037" y="18471"/>
                          <a:pt x="-1702" y="30363"/>
                          <a:pt x="-1702" y="45935"/>
                        </a:cubicBezTo>
                        <a:cubicBezTo>
                          <a:pt x="-1702" y="61548"/>
                          <a:pt x="1037" y="73452"/>
                          <a:pt x="6513" y="81648"/>
                        </a:cubicBezTo>
                        <a:cubicBezTo>
                          <a:pt x="11990" y="89857"/>
                          <a:pt x="19915" y="93962"/>
                          <a:pt x="3028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51" name="Graphic 299">
                <a:extLst>
                  <a:ext uri="{FF2B5EF4-FFF2-40B4-BE49-F238E27FC236}">
                    <a16:creationId xmlns:a16="http://schemas.microsoft.com/office/drawing/2014/main" id="{A9FFDDBD-C675-C3F9-23EE-80A5662066EC}"/>
                  </a:ext>
                </a:extLst>
              </p:cNvPr>
              <p:cNvGrpSpPr/>
              <p:nvPr/>
            </p:nvGrpSpPr>
            <p:grpSpPr>
              <a:xfrm>
                <a:off x="7762663" y="4868227"/>
                <a:ext cx="224169" cy="187070"/>
                <a:chOff x="7762663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AE07F8E5-5EF6-8433-724D-082046346F5C}"/>
                    </a:ext>
                  </a:extLst>
                </p:cNvPr>
                <p:cNvSpPr/>
                <p:nvPr/>
              </p:nvSpPr>
              <p:spPr>
                <a:xfrm>
                  <a:off x="7874066" y="4868227"/>
                  <a:ext cx="12700" cy="44417"/>
                </a:xfrm>
                <a:custGeom>
                  <a:avLst/>
                  <a:gdLst>
                    <a:gd name="connsiteX0" fmla="*/ 371 w 12700"/>
                    <a:gd name="connsiteY0" fmla="*/ 286 h 44417"/>
                    <a:gd name="connsiteX1" fmla="*/ 371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71" y="286"/>
                      </a:moveTo>
                      <a:lnTo>
                        <a:pt x="371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53" name="Graphic 299">
                  <a:extLst>
                    <a:ext uri="{FF2B5EF4-FFF2-40B4-BE49-F238E27FC236}">
                      <a16:creationId xmlns:a16="http://schemas.microsoft.com/office/drawing/2014/main" id="{046F50CD-4072-7F9E-0A0C-95A920C276FC}"/>
                    </a:ext>
                  </a:extLst>
                </p:cNvPr>
                <p:cNvGrpSpPr/>
                <p:nvPr/>
              </p:nvGrpSpPr>
              <p:grpSpPr>
                <a:xfrm>
                  <a:off x="7762663" y="4959304"/>
                  <a:ext cx="224169" cy="95994"/>
                  <a:chOff x="7762663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54" name="Freeform: Shape 353">
                    <a:extLst>
                      <a:ext uri="{FF2B5EF4-FFF2-40B4-BE49-F238E27FC236}">
                        <a16:creationId xmlns:a16="http://schemas.microsoft.com/office/drawing/2014/main" id="{D7AF9E13-03AF-C4E1-3F81-F4F51C7EBF87}"/>
                      </a:ext>
                    </a:extLst>
                  </p:cNvPr>
                  <p:cNvSpPr/>
                  <p:nvPr/>
                </p:nvSpPr>
                <p:spPr>
                  <a:xfrm flipV="1">
                    <a:off x="7762663" y="4960969"/>
                    <a:ext cx="59908" cy="94328"/>
                  </a:xfrm>
                  <a:custGeom>
                    <a:avLst/>
                    <a:gdLst>
                      <a:gd name="connsiteX0" fmla="*/ 2270 w 59908"/>
                      <a:gd name="connsiteY0" fmla="*/ 92338 h 94328"/>
                      <a:gd name="connsiteX1" fmla="*/ 51443 w 59908"/>
                      <a:gd name="connsiteY1" fmla="*/ 92338 h 94328"/>
                      <a:gd name="connsiteX2" fmla="*/ 51443 w 59908"/>
                      <a:gd name="connsiteY2" fmla="*/ 81789 h 94328"/>
                      <a:gd name="connsiteX3" fmla="*/ 13740 w 59908"/>
                      <a:gd name="connsiteY3" fmla="*/ 81789 h 94328"/>
                      <a:gd name="connsiteX4" fmla="*/ 13740 w 59908"/>
                      <a:gd name="connsiteY4" fmla="*/ 59124 h 94328"/>
                      <a:gd name="connsiteX5" fmla="*/ 19177 w 59908"/>
                      <a:gd name="connsiteY5" fmla="*/ 60512 h 94328"/>
                      <a:gd name="connsiteX6" fmla="*/ 24654 w 59908"/>
                      <a:gd name="connsiteY6" fmla="*/ 60968 h 94328"/>
                      <a:gd name="connsiteX7" fmla="*/ 49201 w 59908"/>
                      <a:gd name="connsiteY7" fmla="*/ 52481 h 94328"/>
                      <a:gd name="connsiteX8" fmla="*/ 58269 w 59908"/>
                      <a:gd name="connsiteY8" fmla="*/ 29499 h 94328"/>
                      <a:gd name="connsiteX9" fmla="*/ 48963 w 59908"/>
                      <a:gd name="connsiteY9" fmla="*/ 6279 h 94328"/>
                      <a:gd name="connsiteX10" fmla="*/ 22729 w 59908"/>
                      <a:gd name="connsiteY10" fmla="*/ -1990 h 94328"/>
                      <a:gd name="connsiteX11" fmla="*/ 10843 w 59908"/>
                      <a:gd name="connsiteY11" fmla="*/ -999 h 94328"/>
                      <a:gd name="connsiteX12" fmla="*/ -1639 w 59908"/>
                      <a:gd name="connsiteY12" fmla="*/ 1976 h 94328"/>
                      <a:gd name="connsiteX13" fmla="*/ -1639 w 59908"/>
                      <a:gd name="connsiteY13" fmla="*/ 14567 h 94328"/>
                      <a:gd name="connsiteX14" fmla="*/ 9890 w 59908"/>
                      <a:gd name="connsiteY14" fmla="*/ 10046 h 94328"/>
                      <a:gd name="connsiteX15" fmla="*/ 22471 w 59908"/>
                      <a:gd name="connsiteY15" fmla="*/ 8559 h 94328"/>
                      <a:gd name="connsiteX16" fmla="*/ 39458 w 59908"/>
                      <a:gd name="connsiteY16" fmla="*/ 14191 h 94328"/>
                      <a:gd name="connsiteX17" fmla="*/ 45728 w 59908"/>
                      <a:gd name="connsiteY17" fmla="*/ 29499 h 94328"/>
                      <a:gd name="connsiteX18" fmla="*/ 39458 w 59908"/>
                      <a:gd name="connsiteY18" fmla="*/ 44788 h 94328"/>
                      <a:gd name="connsiteX19" fmla="*/ 22471 w 59908"/>
                      <a:gd name="connsiteY19" fmla="*/ 50439 h 94328"/>
                      <a:gd name="connsiteX20" fmla="*/ 12450 w 59908"/>
                      <a:gd name="connsiteY20" fmla="*/ 49328 h 94328"/>
                      <a:gd name="connsiteX21" fmla="*/ 2270 w 59908"/>
                      <a:gd name="connsiteY21" fmla="*/ 45858 h 94328"/>
                      <a:gd name="connsiteX22" fmla="*/ 2270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70" y="92338"/>
                        </a:moveTo>
                        <a:lnTo>
                          <a:pt x="51443" y="92338"/>
                        </a:lnTo>
                        <a:lnTo>
                          <a:pt x="51443" y="81789"/>
                        </a:lnTo>
                        <a:lnTo>
                          <a:pt x="13740" y="81789"/>
                        </a:lnTo>
                        <a:lnTo>
                          <a:pt x="13740" y="59124"/>
                        </a:lnTo>
                        <a:cubicBezTo>
                          <a:pt x="15552" y="59746"/>
                          <a:pt x="17365" y="60208"/>
                          <a:pt x="19177" y="60512"/>
                        </a:cubicBezTo>
                        <a:cubicBezTo>
                          <a:pt x="21003" y="60816"/>
                          <a:pt x="22828" y="60968"/>
                          <a:pt x="24654" y="60968"/>
                        </a:cubicBezTo>
                        <a:cubicBezTo>
                          <a:pt x="34986" y="60968"/>
                          <a:pt x="43168" y="58139"/>
                          <a:pt x="49201" y="52481"/>
                        </a:cubicBezTo>
                        <a:cubicBezTo>
                          <a:pt x="55247" y="46823"/>
                          <a:pt x="58269" y="39163"/>
                          <a:pt x="58269" y="29499"/>
                        </a:cubicBezTo>
                        <a:cubicBezTo>
                          <a:pt x="58269" y="19545"/>
                          <a:pt x="55167" y="11805"/>
                          <a:pt x="48963" y="6279"/>
                        </a:cubicBezTo>
                        <a:cubicBezTo>
                          <a:pt x="42758" y="766"/>
                          <a:pt x="34014" y="-1990"/>
                          <a:pt x="22729" y="-1990"/>
                        </a:cubicBezTo>
                        <a:cubicBezTo>
                          <a:pt x="18840" y="-1990"/>
                          <a:pt x="14878" y="-1660"/>
                          <a:pt x="10843" y="-999"/>
                        </a:cubicBezTo>
                        <a:cubicBezTo>
                          <a:pt x="6821" y="-338"/>
                          <a:pt x="2661" y="654"/>
                          <a:pt x="-1639" y="1976"/>
                        </a:cubicBezTo>
                        <a:lnTo>
                          <a:pt x="-1639" y="14567"/>
                        </a:lnTo>
                        <a:cubicBezTo>
                          <a:pt x="2078" y="12545"/>
                          <a:pt x="5922" y="11038"/>
                          <a:pt x="9890" y="10046"/>
                        </a:cubicBezTo>
                        <a:cubicBezTo>
                          <a:pt x="13859" y="9055"/>
                          <a:pt x="18053" y="8559"/>
                          <a:pt x="22471" y="8559"/>
                        </a:cubicBezTo>
                        <a:cubicBezTo>
                          <a:pt x="29628" y="8559"/>
                          <a:pt x="35290" y="10436"/>
                          <a:pt x="39458" y="14191"/>
                        </a:cubicBezTo>
                        <a:cubicBezTo>
                          <a:pt x="43638" y="17945"/>
                          <a:pt x="45728" y="23048"/>
                          <a:pt x="45728" y="29499"/>
                        </a:cubicBezTo>
                        <a:cubicBezTo>
                          <a:pt x="45728" y="35937"/>
                          <a:pt x="43638" y="41033"/>
                          <a:pt x="39458" y="44788"/>
                        </a:cubicBezTo>
                        <a:cubicBezTo>
                          <a:pt x="35290" y="48555"/>
                          <a:pt x="29628" y="50439"/>
                          <a:pt x="22471" y="50439"/>
                        </a:cubicBezTo>
                        <a:cubicBezTo>
                          <a:pt x="19124" y="50439"/>
                          <a:pt x="15784" y="50069"/>
                          <a:pt x="12450" y="49328"/>
                        </a:cubicBezTo>
                        <a:cubicBezTo>
                          <a:pt x="9130" y="48588"/>
                          <a:pt x="5736" y="47431"/>
                          <a:pt x="2270" y="45858"/>
                        </a:cubicBezTo>
                        <a:lnTo>
                          <a:pt x="2270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55" name="Freeform: Shape 354">
                    <a:extLst>
                      <a:ext uri="{FF2B5EF4-FFF2-40B4-BE49-F238E27FC236}">
                        <a16:creationId xmlns:a16="http://schemas.microsoft.com/office/drawing/2014/main" id="{516CFD5C-BCCC-FDD4-2735-C277724A0947}"/>
                      </a:ext>
                    </a:extLst>
                  </p:cNvPr>
                  <p:cNvSpPr/>
                  <p:nvPr/>
                </p:nvSpPr>
                <p:spPr>
                  <a:xfrm flipV="1">
                    <a:off x="7844079" y="4960969"/>
                    <a:ext cx="59531" cy="92524"/>
                  </a:xfrm>
                  <a:custGeom>
                    <a:avLst/>
                    <a:gdLst>
                      <a:gd name="connsiteX0" fmla="*/ -1654 w 59531"/>
                      <a:gd name="connsiteY0" fmla="*/ 90488 h 92524"/>
                      <a:gd name="connsiteX1" fmla="*/ 57877 w 59531"/>
                      <a:gd name="connsiteY1" fmla="*/ 90488 h 92524"/>
                      <a:gd name="connsiteX2" fmla="*/ 57877 w 59531"/>
                      <a:gd name="connsiteY2" fmla="*/ 85154 h 92524"/>
                      <a:gd name="connsiteX3" fmla="*/ 24262 w 59531"/>
                      <a:gd name="connsiteY3" fmla="*/ -2036 h 92524"/>
                      <a:gd name="connsiteX4" fmla="*/ 11185 w 59531"/>
                      <a:gd name="connsiteY4" fmla="*/ -2036 h 92524"/>
                      <a:gd name="connsiteX5" fmla="*/ 42816 w 59531"/>
                      <a:gd name="connsiteY5" fmla="*/ 79939 h 92524"/>
                      <a:gd name="connsiteX6" fmla="*/ -1654 w 59531"/>
                      <a:gd name="connsiteY6" fmla="*/ 79939 h 92524"/>
                      <a:gd name="connsiteX7" fmla="*/ -1654 w 59531"/>
                      <a:gd name="connsiteY7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531" h="92524">
                        <a:moveTo>
                          <a:pt x="-1654" y="90488"/>
                        </a:moveTo>
                        <a:lnTo>
                          <a:pt x="57877" y="90488"/>
                        </a:lnTo>
                        <a:lnTo>
                          <a:pt x="57877" y="85154"/>
                        </a:lnTo>
                        <a:lnTo>
                          <a:pt x="24262" y="-2036"/>
                        </a:lnTo>
                        <a:lnTo>
                          <a:pt x="11185" y="-2036"/>
                        </a:lnTo>
                        <a:lnTo>
                          <a:pt x="42816" y="79939"/>
                        </a:lnTo>
                        <a:lnTo>
                          <a:pt x="-1654" y="79939"/>
                        </a:lnTo>
                        <a:lnTo>
                          <a:pt x="-1654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56" name="Freeform: Shape 355">
                    <a:extLst>
                      <a:ext uri="{FF2B5EF4-FFF2-40B4-BE49-F238E27FC236}">
                        <a16:creationId xmlns:a16="http://schemas.microsoft.com/office/drawing/2014/main" id="{C0160592-1ED5-47B6-7E61-1C4527374381}"/>
                      </a:ext>
                    </a:extLst>
                  </p:cNvPr>
                  <p:cNvSpPr/>
                  <p:nvPr/>
                </p:nvSpPr>
                <p:spPr>
                  <a:xfrm flipV="1">
                    <a:off x="7922837" y="4959304"/>
                    <a:ext cx="63996" cy="95994"/>
                  </a:xfrm>
                  <a:custGeom>
                    <a:avLst/>
                    <a:gdLst>
                      <a:gd name="connsiteX0" fmla="*/ 30331 w 63996"/>
                      <a:gd name="connsiteY0" fmla="*/ 84047 h 95994"/>
                      <a:gd name="connsiteX1" fmla="*/ 15786 w 63996"/>
                      <a:gd name="connsiteY1" fmla="*/ 74529 h 95994"/>
                      <a:gd name="connsiteX2" fmla="*/ 10924 w 63996"/>
                      <a:gd name="connsiteY2" fmla="*/ 45935 h 95994"/>
                      <a:gd name="connsiteX3" fmla="*/ 15786 w 63996"/>
                      <a:gd name="connsiteY3" fmla="*/ 17401 h 95994"/>
                      <a:gd name="connsiteX4" fmla="*/ 30331 w 63996"/>
                      <a:gd name="connsiteY4" fmla="*/ 7883 h 95994"/>
                      <a:gd name="connsiteX5" fmla="*/ 44936 w 63996"/>
                      <a:gd name="connsiteY5" fmla="*/ 17401 h 95994"/>
                      <a:gd name="connsiteX6" fmla="*/ 49818 w 63996"/>
                      <a:gd name="connsiteY6" fmla="*/ 45935 h 95994"/>
                      <a:gd name="connsiteX7" fmla="*/ 44936 w 63996"/>
                      <a:gd name="connsiteY7" fmla="*/ 74529 h 95994"/>
                      <a:gd name="connsiteX8" fmla="*/ 30331 w 63996"/>
                      <a:gd name="connsiteY8" fmla="*/ 84047 h 95994"/>
                      <a:gd name="connsiteX9" fmla="*/ 30331 w 63996"/>
                      <a:gd name="connsiteY9" fmla="*/ 93962 h 95994"/>
                      <a:gd name="connsiteX10" fmla="*/ 54124 w 63996"/>
                      <a:gd name="connsiteY10" fmla="*/ 81648 h 95994"/>
                      <a:gd name="connsiteX11" fmla="*/ 62339 w 63996"/>
                      <a:gd name="connsiteY11" fmla="*/ 45935 h 95994"/>
                      <a:gd name="connsiteX12" fmla="*/ 54124 w 63996"/>
                      <a:gd name="connsiteY12" fmla="*/ 10262 h 95994"/>
                      <a:gd name="connsiteX13" fmla="*/ 30331 w 63996"/>
                      <a:gd name="connsiteY13" fmla="*/ -2032 h 95994"/>
                      <a:gd name="connsiteX14" fmla="*/ 6558 w 63996"/>
                      <a:gd name="connsiteY14" fmla="*/ 10262 h 95994"/>
                      <a:gd name="connsiteX15" fmla="*/ -1657 w 63996"/>
                      <a:gd name="connsiteY15" fmla="*/ 45935 h 95994"/>
                      <a:gd name="connsiteX16" fmla="*/ 6558 w 63996"/>
                      <a:gd name="connsiteY16" fmla="*/ 81648 h 95994"/>
                      <a:gd name="connsiteX17" fmla="*/ 3033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31" y="84047"/>
                        </a:moveTo>
                        <a:cubicBezTo>
                          <a:pt x="23888" y="84047"/>
                          <a:pt x="19040" y="80875"/>
                          <a:pt x="15786" y="74529"/>
                        </a:cubicBezTo>
                        <a:cubicBezTo>
                          <a:pt x="12544" y="68197"/>
                          <a:pt x="10924" y="58666"/>
                          <a:pt x="10924" y="45935"/>
                        </a:cubicBezTo>
                        <a:cubicBezTo>
                          <a:pt x="10924" y="33258"/>
                          <a:pt x="12544" y="23746"/>
                          <a:pt x="15786" y="17401"/>
                        </a:cubicBezTo>
                        <a:cubicBezTo>
                          <a:pt x="19040" y="11055"/>
                          <a:pt x="23888" y="7883"/>
                          <a:pt x="30331" y="7883"/>
                        </a:cubicBezTo>
                        <a:cubicBezTo>
                          <a:pt x="36827" y="7883"/>
                          <a:pt x="41695" y="11055"/>
                          <a:pt x="44936" y="17401"/>
                        </a:cubicBezTo>
                        <a:cubicBezTo>
                          <a:pt x="48190" y="23746"/>
                          <a:pt x="49818" y="33258"/>
                          <a:pt x="49818" y="45935"/>
                        </a:cubicBezTo>
                        <a:cubicBezTo>
                          <a:pt x="49818" y="58666"/>
                          <a:pt x="48190" y="68197"/>
                          <a:pt x="44936" y="74529"/>
                        </a:cubicBezTo>
                        <a:cubicBezTo>
                          <a:pt x="41695" y="80875"/>
                          <a:pt x="36827" y="84047"/>
                          <a:pt x="30331" y="84047"/>
                        </a:cubicBezTo>
                        <a:close/>
                        <a:moveTo>
                          <a:pt x="30331" y="93962"/>
                        </a:moveTo>
                        <a:cubicBezTo>
                          <a:pt x="40716" y="93962"/>
                          <a:pt x="48647" y="89857"/>
                          <a:pt x="54124" y="81648"/>
                        </a:cubicBezTo>
                        <a:cubicBezTo>
                          <a:pt x="59601" y="73452"/>
                          <a:pt x="62339" y="61548"/>
                          <a:pt x="62339" y="45935"/>
                        </a:cubicBezTo>
                        <a:cubicBezTo>
                          <a:pt x="62339" y="30363"/>
                          <a:pt x="59601" y="18471"/>
                          <a:pt x="54124" y="10262"/>
                        </a:cubicBezTo>
                        <a:cubicBezTo>
                          <a:pt x="48647" y="2066"/>
                          <a:pt x="40716" y="-2032"/>
                          <a:pt x="30331" y="-2032"/>
                        </a:cubicBezTo>
                        <a:cubicBezTo>
                          <a:pt x="19959" y="-2032"/>
                          <a:pt x="12035" y="2066"/>
                          <a:pt x="6558" y="10262"/>
                        </a:cubicBezTo>
                        <a:cubicBezTo>
                          <a:pt x="1081" y="18471"/>
                          <a:pt x="-1657" y="30363"/>
                          <a:pt x="-1657" y="45935"/>
                        </a:cubicBezTo>
                        <a:cubicBezTo>
                          <a:pt x="-1657" y="61548"/>
                          <a:pt x="1081" y="73452"/>
                          <a:pt x="6558" y="81648"/>
                        </a:cubicBezTo>
                        <a:cubicBezTo>
                          <a:pt x="12035" y="89857"/>
                          <a:pt x="19959" y="93962"/>
                          <a:pt x="3033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57" name="Graphic 299">
                <a:extLst>
                  <a:ext uri="{FF2B5EF4-FFF2-40B4-BE49-F238E27FC236}">
                    <a16:creationId xmlns:a16="http://schemas.microsoft.com/office/drawing/2014/main" id="{85FF640B-428B-8EA3-C547-9139FDE86B40}"/>
                  </a:ext>
                </a:extLst>
              </p:cNvPr>
              <p:cNvGrpSpPr/>
              <p:nvPr/>
            </p:nvGrpSpPr>
            <p:grpSpPr>
              <a:xfrm>
                <a:off x="8234394" y="4868227"/>
                <a:ext cx="224170" cy="187071"/>
                <a:chOff x="8234394" y="4868227"/>
                <a:chExt cx="224170" cy="187071"/>
              </a:xfrm>
              <a:solidFill>
                <a:srgbClr val="000000"/>
              </a:solidFill>
            </p:grpSpPr>
            <p:sp>
              <p:nvSpPr>
                <p:cNvPr id="358" name="Freeform: Shape 357">
                  <a:extLst>
                    <a:ext uri="{FF2B5EF4-FFF2-40B4-BE49-F238E27FC236}">
                      <a16:creationId xmlns:a16="http://schemas.microsoft.com/office/drawing/2014/main" id="{DB5B44EA-F41A-C7D7-E3F2-E9C40DCF9E94}"/>
                    </a:ext>
                  </a:extLst>
                </p:cNvPr>
                <p:cNvSpPr/>
                <p:nvPr/>
              </p:nvSpPr>
              <p:spPr>
                <a:xfrm>
                  <a:off x="8442411" y="4868227"/>
                  <a:ext cx="12700" cy="44417"/>
                </a:xfrm>
                <a:custGeom>
                  <a:avLst/>
                  <a:gdLst>
                    <a:gd name="connsiteX0" fmla="*/ 416 w 12700"/>
                    <a:gd name="connsiteY0" fmla="*/ 286 h 44417"/>
                    <a:gd name="connsiteX1" fmla="*/ 41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416" y="286"/>
                      </a:moveTo>
                      <a:lnTo>
                        <a:pt x="41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59" name="Graphic 299">
                  <a:extLst>
                    <a:ext uri="{FF2B5EF4-FFF2-40B4-BE49-F238E27FC236}">
                      <a16:creationId xmlns:a16="http://schemas.microsoft.com/office/drawing/2014/main" id="{7B5E9D22-C84D-C8D0-304C-099BD4E6102B}"/>
                    </a:ext>
                  </a:extLst>
                </p:cNvPr>
                <p:cNvGrpSpPr/>
                <p:nvPr/>
              </p:nvGrpSpPr>
              <p:grpSpPr>
                <a:xfrm>
                  <a:off x="8234394" y="4959304"/>
                  <a:ext cx="224170" cy="95994"/>
                  <a:chOff x="8234394" y="4959304"/>
                  <a:chExt cx="224170" cy="95994"/>
                </a:xfrm>
                <a:solidFill>
                  <a:srgbClr val="000000"/>
                </a:solidFill>
              </p:grpSpPr>
              <p:sp>
                <p:nvSpPr>
                  <p:cNvPr id="360" name="Freeform: Shape 359">
                    <a:extLst>
                      <a:ext uri="{FF2B5EF4-FFF2-40B4-BE49-F238E27FC236}">
                        <a16:creationId xmlns:a16="http://schemas.microsoft.com/office/drawing/2014/main" id="{BE746FD7-550D-C4A4-4FFD-08549A58C41A}"/>
                      </a:ext>
                    </a:extLst>
                  </p:cNvPr>
                  <p:cNvSpPr/>
                  <p:nvPr/>
                </p:nvSpPr>
                <p:spPr>
                  <a:xfrm flipV="1">
                    <a:off x="8234394" y="4960969"/>
                    <a:ext cx="59908" cy="94328"/>
                  </a:xfrm>
                  <a:custGeom>
                    <a:avLst/>
                    <a:gdLst>
                      <a:gd name="connsiteX0" fmla="*/ 2315 w 59908"/>
                      <a:gd name="connsiteY0" fmla="*/ 92338 h 94328"/>
                      <a:gd name="connsiteX1" fmla="*/ 51488 w 59908"/>
                      <a:gd name="connsiteY1" fmla="*/ 92338 h 94328"/>
                      <a:gd name="connsiteX2" fmla="*/ 51488 w 59908"/>
                      <a:gd name="connsiteY2" fmla="*/ 81789 h 94328"/>
                      <a:gd name="connsiteX3" fmla="*/ 13785 w 59908"/>
                      <a:gd name="connsiteY3" fmla="*/ 81789 h 94328"/>
                      <a:gd name="connsiteX4" fmla="*/ 13785 w 59908"/>
                      <a:gd name="connsiteY4" fmla="*/ 59124 h 94328"/>
                      <a:gd name="connsiteX5" fmla="*/ 19222 w 59908"/>
                      <a:gd name="connsiteY5" fmla="*/ 60512 h 94328"/>
                      <a:gd name="connsiteX6" fmla="*/ 24699 w 59908"/>
                      <a:gd name="connsiteY6" fmla="*/ 60968 h 94328"/>
                      <a:gd name="connsiteX7" fmla="*/ 49246 w 59908"/>
                      <a:gd name="connsiteY7" fmla="*/ 52481 h 94328"/>
                      <a:gd name="connsiteX8" fmla="*/ 58314 w 59908"/>
                      <a:gd name="connsiteY8" fmla="*/ 29499 h 94328"/>
                      <a:gd name="connsiteX9" fmla="*/ 49007 w 59908"/>
                      <a:gd name="connsiteY9" fmla="*/ 6279 h 94328"/>
                      <a:gd name="connsiteX10" fmla="*/ 22774 w 59908"/>
                      <a:gd name="connsiteY10" fmla="*/ -1990 h 94328"/>
                      <a:gd name="connsiteX11" fmla="*/ 10888 w 59908"/>
                      <a:gd name="connsiteY11" fmla="*/ -999 h 94328"/>
                      <a:gd name="connsiteX12" fmla="*/ -1594 w 59908"/>
                      <a:gd name="connsiteY12" fmla="*/ 1976 h 94328"/>
                      <a:gd name="connsiteX13" fmla="*/ -1594 w 59908"/>
                      <a:gd name="connsiteY13" fmla="*/ 14567 h 94328"/>
                      <a:gd name="connsiteX14" fmla="*/ 9935 w 59908"/>
                      <a:gd name="connsiteY14" fmla="*/ 10046 h 94328"/>
                      <a:gd name="connsiteX15" fmla="*/ 22516 w 59908"/>
                      <a:gd name="connsiteY15" fmla="*/ 8559 h 94328"/>
                      <a:gd name="connsiteX16" fmla="*/ 39502 w 59908"/>
                      <a:gd name="connsiteY16" fmla="*/ 14191 h 94328"/>
                      <a:gd name="connsiteX17" fmla="*/ 45773 w 59908"/>
                      <a:gd name="connsiteY17" fmla="*/ 29499 h 94328"/>
                      <a:gd name="connsiteX18" fmla="*/ 39502 w 59908"/>
                      <a:gd name="connsiteY18" fmla="*/ 44788 h 94328"/>
                      <a:gd name="connsiteX19" fmla="*/ 22516 w 59908"/>
                      <a:gd name="connsiteY19" fmla="*/ 50439 h 94328"/>
                      <a:gd name="connsiteX20" fmla="*/ 12495 w 59908"/>
                      <a:gd name="connsiteY20" fmla="*/ 49328 h 94328"/>
                      <a:gd name="connsiteX21" fmla="*/ 2315 w 59908"/>
                      <a:gd name="connsiteY21" fmla="*/ 45858 h 94328"/>
                      <a:gd name="connsiteX22" fmla="*/ 2315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315" y="92338"/>
                        </a:moveTo>
                        <a:lnTo>
                          <a:pt x="51488" y="92338"/>
                        </a:lnTo>
                        <a:lnTo>
                          <a:pt x="51488" y="81789"/>
                        </a:lnTo>
                        <a:lnTo>
                          <a:pt x="13785" y="81789"/>
                        </a:lnTo>
                        <a:lnTo>
                          <a:pt x="13785" y="59124"/>
                        </a:lnTo>
                        <a:cubicBezTo>
                          <a:pt x="15597" y="59746"/>
                          <a:pt x="17410" y="60208"/>
                          <a:pt x="19222" y="60512"/>
                        </a:cubicBezTo>
                        <a:cubicBezTo>
                          <a:pt x="21048" y="60816"/>
                          <a:pt x="22873" y="60968"/>
                          <a:pt x="24699" y="60968"/>
                        </a:cubicBezTo>
                        <a:cubicBezTo>
                          <a:pt x="35031" y="60968"/>
                          <a:pt x="43213" y="58139"/>
                          <a:pt x="49246" y="52481"/>
                        </a:cubicBezTo>
                        <a:cubicBezTo>
                          <a:pt x="55291" y="46823"/>
                          <a:pt x="58314" y="39163"/>
                          <a:pt x="58314" y="29499"/>
                        </a:cubicBezTo>
                        <a:cubicBezTo>
                          <a:pt x="58314" y="19545"/>
                          <a:pt x="55212" y="11805"/>
                          <a:pt x="49007" y="6279"/>
                        </a:cubicBezTo>
                        <a:cubicBezTo>
                          <a:pt x="42803" y="766"/>
                          <a:pt x="34058" y="-1990"/>
                          <a:pt x="22774" y="-1990"/>
                        </a:cubicBezTo>
                        <a:cubicBezTo>
                          <a:pt x="18885" y="-1990"/>
                          <a:pt x="14922" y="-1660"/>
                          <a:pt x="10888" y="-999"/>
                        </a:cubicBezTo>
                        <a:cubicBezTo>
                          <a:pt x="6866" y="-338"/>
                          <a:pt x="2705" y="654"/>
                          <a:pt x="-1594" y="1976"/>
                        </a:cubicBezTo>
                        <a:lnTo>
                          <a:pt x="-1594" y="14567"/>
                        </a:lnTo>
                        <a:cubicBezTo>
                          <a:pt x="2123" y="12545"/>
                          <a:pt x="5966" y="11038"/>
                          <a:pt x="9935" y="10046"/>
                        </a:cubicBezTo>
                        <a:cubicBezTo>
                          <a:pt x="13904" y="9055"/>
                          <a:pt x="18097" y="8559"/>
                          <a:pt x="22516" y="8559"/>
                        </a:cubicBezTo>
                        <a:cubicBezTo>
                          <a:pt x="29673" y="8559"/>
                          <a:pt x="35335" y="10436"/>
                          <a:pt x="39502" y="14191"/>
                        </a:cubicBezTo>
                        <a:cubicBezTo>
                          <a:pt x="43683" y="17945"/>
                          <a:pt x="45773" y="23048"/>
                          <a:pt x="45773" y="29499"/>
                        </a:cubicBezTo>
                        <a:cubicBezTo>
                          <a:pt x="45773" y="35937"/>
                          <a:pt x="43683" y="41033"/>
                          <a:pt x="39502" y="44788"/>
                        </a:cubicBezTo>
                        <a:cubicBezTo>
                          <a:pt x="35335" y="48555"/>
                          <a:pt x="29673" y="50439"/>
                          <a:pt x="22516" y="50439"/>
                        </a:cubicBezTo>
                        <a:cubicBezTo>
                          <a:pt x="19169" y="50439"/>
                          <a:pt x="15829" y="50069"/>
                          <a:pt x="12495" y="49328"/>
                        </a:cubicBezTo>
                        <a:cubicBezTo>
                          <a:pt x="9174" y="48588"/>
                          <a:pt x="5781" y="47431"/>
                          <a:pt x="2315" y="45858"/>
                        </a:cubicBezTo>
                        <a:lnTo>
                          <a:pt x="2315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61" name="Freeform: Shape 360">
                    <a:extLst>
                      <a:ext uri="{FF2B5EF4-FFF2-40B4-BE49-F238E27FC236}">
                        <a16:creationId xmlns:a16="http://schemas.microsoft.com/office/drawing/2014/main" id="{C0B63246-884B-1A71-6B87-1C9A39C2CC7E}"/>
                      </a:ext>
                    </a:extLst>
                  </p:cNvPr>
                  <p:cNvSpPr/>
                  <p:nvPr/>
                </p:nvSpPr>
                <p:spPr>
                  <a:xfrm flipV="1">
                    <a:off x="8314005" y="4959304"/>
                    <a:ext cx="63500" cy="95994"/>
                  </a:xfrm>
                  <a:custGeom>
                    <a:avLst/>
                    <a:gdLst>
                      <a:gd name="connsiteX0" fmla="*/ 30132 w 63500"/>
                      <a:gd name="connsiteY0" fmla="*/ 43714 h 95994"/>
                      <a:gd name="connsiteX1" fmla="*/ 16082 w 63500"/>
                      <a:gd name="connsiteY1" fmla="*/ 38935 h 95994"/>
                      <a:gd name="connsiteX2" fmla="*/ 10983 w 63500"/>
                      <a:gd name="connsiteY2" fmla="*/ 25808 h 95994"/>
                      <a:gd name="connsiteX3" fmla="*/ 16082 w 63500"/>
                      <a:gd name="connsiteY3" fmla="*/ 12661 h 95994"/>
                      <a:gd name="connsiteX4" fmla="*/ 30132 w 63500"/>
                      <a:gd name="connsiteY4" fmla="*/ 7883 h 95994"/>
                      <a:gd name="connsiteX5" fmla="*/ 44201 w 63500"/>
                      <a:gd name="connsiteY5" fmla="*/ 12681 h 95994"/>
                      <a:gd name="connsiteX6" fmla="*/ 49360 w 63500"/>
                      <a:gd name="connsiteY6" fmla="*/ 25808 h 95994"/>
                      <a:gd name="connsiteX7" fmla="*/ 44241 w 63500"/>
                      <a:gd name="connsiteY7" fmla="*/ 38935 h 95994"/>
                      <a:gd name="connsiteX8" fmla="*/ 30132 w 63500"/>
                      <a:gd name="connsiteY8" fmla="*/ 43714 h 95994"/>
                      <a:gd name="connsiteX9" fmla="*/ 17610 w 63500"/>
                      <a:gd name="connsiteY9" fmla="*/ 49029 h 95994"/>
                      <a:gd name="connsiteX10" fmla="*/ 5049 w 63500"/>
                      <a:gd name="connsiteY10" fmla="*/ 56524 h 95994"/>
                      <a:gd name="connsiteX11" fmla="*/ 565 w 63500"/>
                      <a:gd name="connsiteY11" fmla="*/ 69988 h 95994"/>
                      <a:gd name="connsiteX12" fmla="*/ 8462 w 63500"/>
                      <a:gd name="connsiteY12" fmla="*/ 87517 h 95994"/>
                      <a:gd name="connsiteX13" fmla="*/ 30132 w 63500"/>
                      <a:gd name="connsiteY13" fmla="*/ 93962 h 95994"/>
                      <a:gd name="connsiteX14" fmla="*/ 51841 w 63500"/>
                      <a:gd name="connsiteY14" fmla="*/ 87517 h 95994"/>
                      <a:gd name="connsiteX15" fmla="*/ 59719 w 63500"/>
                      <a:gd name="connsiteY15" fmla="*/ 69988 h 95994"/>
                      <a:gd name="connsiteX16" fmla="*/ 55214 w 63500"/>
                      <a:gd name="connsiteY16" fmla="*/ 56524 h 95994"/>
                      <a:gd name="connsiteX17" fmla="*/ 42733 w 63500"/>
                      <a:gd name="connsiteY17" fmla="*/ 49029 h 95994"/>
                      <a:gd name="connsiteX18" fmla="*/ 56822 w 63500"/>
                      <a:gd name="connsiteY18" fmla="*/ 40780 h 95994"/>
                      <a:gd name="connsiteX19" fmla="*/ 61882 w 63500"/>
                      <a:gd name="connsiteY19" fmla="*/ 25808 h 95994"/>
                      <a:gd name="connsiteX20" fmla="*/ 53666 w 63500"/>
                      <a:gd name="connsiteY20" fmla="*/ 5146 h 95994"/>
                      <a:gd name="connsiteX21" fmla="*/ 30132 w 63500"/>
                      <a:gd name="connsiteY21" fmla="*/ -2032 h 95994"/>
                      <a:gd name="connsiteX22" fmla="*/ 6597 w 63500"/>
                      <a:gd name="connsiteY22" fmla="*/ 5146 h 95994"/>
                      <a:gd name="connsiteX23" fmla="*/ -1618 w 63500"/>
                      <a:gd name="connsiteY23" fmla="*/ 25808 h 95994"/>
                      <a:gd name="connsiteX24" fmla="*/ 3462 w 63500"/>
                      <a:gd name="connsiteY24" fmla="*/ 40780 h 95994"/>
                      <a:gd name="connsiteX25" fmla="*/ 17610 w 63500"/>
                      <a:gd name="connsiteY25" fmla="*/ 49029 h 95994"/>
                      <a:gd name="connsiteX26" fmla="*/ 13026 w 63500"/>
                      <a:gd name="connsiteY26" fmla="*/ 68799 h 95994"/>
                      <a:gd name="connsiteX27" fmla="*/ 17511 w 63500"/>
                      <a:gd name="connsiteY27" fmla="*/ 57595 h 95994"/>
                      <a:gd name="connsiteX28" fmla="*/ 30132 w 63500"/>
                      <a:gd name="connsiteY28" fmla="*/ 53570 h 95994"/>
                      <a:gd name="connsiteX29" fmla="*/ 42752 w 63500"/>
                      <a:gd name="connsiteY29" fmla="*/ 57595 h 95994"/>
                      <a:gd name="connsiteX30" fmla="*/ 47316 w 63500"/>
                      <a:gd name="connsiteY30" fmla="*/ 68799 h 95994"/>
                      <a:gd name="connsiteX31" fmla="*/ 42752 w 63500"/>
                      <a:gd name="connsiteY31" fmla="*/ 80022 h 95994"/>
                      <a:gd name="connsiteX32" fmla="*/ 30132 w 63500"/>
                      <a:gd name="connsiteY32" fmla="*/ 84047 h 95994"/>
                      <a:gd name="connsiteX33" fmla="*/ 17511 w 63500"/>
                      <a:gd name="connsiteY33" fmla="*/ 80022 h 95994"/>
                      <a:gd name="connsiteX34" fmla="*/ 13026 w 63500"/>
                      <a:gd name="connsiteY34" fmla="*/ 6879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500" h="95994">
                        <a:moveTo>
                          <a:pt x="30132" y="43714"/>
                        </a:moveTo>
                        <a:cubicBezTo>
                          <a:pt x="24179" y="43714"/>
                          <a:pt x="19496" y="42121"/>
                          <a:pt x="16082" y="38935"/>
                        </a:cubicBezTo>
                        <a:cubicBezTo>
                          <a:pt x="12682" y="35750"/>
                          <a:pt x="10983" y="31374"/>
                          <a:pt x="10983" y="25808"/>
                        </a:cubicBezTo>
                        <a:cubicBezTo>
                          <a:pt x="10983" y="20230"/>
                          <a:pt x="12682" y="15847"/>
                          <a:pt x="16082" y="12661"/>
                        </a:cubicBezTo>
                        <a:cubicBezTo>
                          <a:pt x="19496" y="9476"/>
                          <a:pt x="24179" y="7883"/>
                          <a:pt x="30132" y="7883"/>
                        </a:cubicBezTo>
                        <a:cubicBezTo>
                          <a:pt x="36085" y="7883"/>
                          <a:pt x="40775" y="9482"/>
                          <a:pt x="44201" y="12681"/>
                        </a:cubicBezTo>
                        <a:cubicBezTo>
                          <a:pt x="47641" y="15894"/>
                          <a:pt x="49360" y="20269"/>
                          <a:pt x="49360" y="25808"/>
                        </a:cubicBezTo>
                        <a:cubicBezTo>
                          <a:pt x="49360" y="31374"/>
                          <a:pt x="47654" y="35750"/>
                          <a:pt x="44241" y="38935"/>
                        </a:cubicBezTo>
                        <a:cubicBezTo>
                          <a:pt x="40841" y="42121"/>
                          <a:pt x="36138" y="43714"/>
                          <a:pt x="30132" y="43714"/>
                        </a:cubicBezTo>
                        <a:close/>
                        <a:moveTo>
                          <a:pt x="17610" y="49029"/>
                        </a:moveTo>
                        <a:cubicBezTo>
                          <a:pt x="12239" y="50351"/>
                          <a:pt x="8052" y="52849"/>
                          <a:pt x="5049" y="56524"/>
                        </a:cubicBezTo>
                        <a:cubicBezTo>
                          <a:pt x="2059" y="60212"/>
                          <a:pt x="565" y="64700"/>
                          <a:pt x="565" y="69988"/>
                        </a:cubicBezTo>
                        <a:cubicBezTo>
                          <a:pt x="565" y="77378"/>
                          <a:pt x="3197" y="83221"/>
                          <a:pt x="8462" y="87517"/>
                        </a:cubicBezTo>
                        <a:cubicBezTo>
                          <a:pt x="13741" y="91814"/>
                          <a:pt x="20964" y="93962"/>
                          <a:pt x="30132" y="93962"/>
                        </a:cubicBezTo>
                        <a:cubicBezTo>
                          <a:pt x="39352" y="93962"/>
                          <a:pt x="46589" y="91814"/>
                          <a:pt x="51841" y="87517"/>
                        </a:cubicBezTo>
                        <a:cubicBezTo>
                          <a:pt x="57093" y="83221"/>
                          <a:pt x="59719" y="77378"/>
                          <a:pt x="59719" y="69988"/>
                        </a:cubicBezTo>
                        <a:cubicBezTo>
                          <a:pt x="59719" y="64700"/>
                          <a:pt x="58217" y="60212"/>
                          <a:pt x="55214" y="56524"/>
                        </a:cubicBezTo>
                        <a:cubicBezTo>
                          <a:pt x="52224" y="52849"/>
                          <a:pt x="48064" y="50351"/>
                          <a:pt x="42733" y="49029"/>
                        </a:cubicBezTo>
                        <a:cubicBezTo>
                          <a:pt x="48765" y="47627"/>
                          <a:pt x="53461" y="44878"/>
                          <a:pt x="56822" y="40780"/>
                        </a:cubicBezTo>
                        <a:cubicBezTo>
                          <a:pt x="60195" y="36695"/>
                          <a:pt x="61882" y="31704"/>
                          <a:pt x="61882" y="25808"/>
                        </a:cubicBezTo>
                        <a:cubicBezTo>
                          <a:pt x="61882" y="16832"/>
                          <a:pt x="59143" y="9945"/>
                          <a:pt x="53666" y="5146"/>
                        </a:cubicBezTo>
                        <a:cubicBezTo>
                          <a:pt x="48190" y="361"/>
                          <a:pt x="40345" y="-2032"/>
                          <a:pt x="30132" y="-2032"/>
                        </a:cubicBezTo>
                        <a:cubicBezTo>
                          <a:pt x="19932" y="-2032"/>
                          <a:pt x="12087" y="361"/>
                          <a:pt x="6597" y="5146"/>
                        </a:cubicBezTo>
                        <a:cubicBezTo>
                          <a:pt x="1120" y="9945"/>
                          <a:pt x="-1618" y="16832"/>
                          <a:pt x="-1618" y="25808"/>
                        </a:cubicBezTo>
                        <a:cubicBezTo>
                          <a:pt x="-1618" y="31704"/>
                          <a:pt x="75" y="36695"/>
                          <a:pt x="3462" y="40780"/>
                        </a:cubicBezTo>
                        <a:cubicBezTo>
                          <a:pt x="6862" y="44878"/>
                          <a:pt x="11578" y="47627"/>
                          <a:pt x="17610" y="49029"/>
                        </a:cubicBezTo>
                        <a:close/>
                        <a:moveTo>
                          <a:pt x="13026" y="68799"/>
                        </a:moveTo>
                        <a:cubicBezTo>
                          <a:pt x="13026" y="64013"/>
                          <a:pt x="14521" y="60278"/>
                          <a:pt x="17511" y="57595"/>
                        </a:cubicBezTo>
                        <a:cubicBezTo>
                          <a:pt x="20514" y="54911"/>
                          <a:pt x="24721" y="53570"/>
                          <a:pt x="30132" y="53570"/>
                        </a:cubicBezTo>
                        <a:cubicBezTo>
                          <a:pt x="35516" y="53570"/>
                          <a:pt x="39723" y="54911"/>
                          <a:pt x="42752" y="57595"/>
                        </a:cubicBezTo>
                        <a:cubicBezTo>
                          <a:pt x="45795" y="60278"/>
                          <a:pt x="47316" y="64013"/>
                          <a:pt x="47316" y="68799"/>
                        </a:cubicBezTo>
                        <a:cubicBezTo>
                          <a:pt x="47316" y="73597"/>
                          <a:pt x="45795" y="77338"/>
                          <a:pt x="42752" y="80022"/>
                        </a:cubicBezTo>
                        <a:cubicBezTo>
                          <a:pt x="39723" y="82706"/>
                          <a:pt x="35516" y="84047"/>
                          <a:pt x="30132" y="84047"/>
                        </a:cubicBezTo>
                        <a:cubicBezTo>
                          <a:pt x="24721" y="84047"/>
                          <a:pt x="20514" y="82706"/>
                          <a:pt x="17511" y="80022"/>
                        </a:cubicBezTo>
                        <a:cubicBezTo>
                          <a:pt x="14521" y="77338"/>
                          <a:pt x="13026" y="73597"/>
                          <a:pt x="13026" y="6879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62" name="Freeform: Shape 361">
                    <a:extLst>
                      <a:ext uri="{FF2B5EF4-FFF2-40B4-BE49-F238E27FC236}">
                        <a16:creationId xmlns:a16="http://schemas.microsoft.com/office/drawing/2014/main" id="{87504549-9F6E-5DD3-D5A9-C5107BA7402F}"/>
                      </a:ext>
                    </a:extLst>
                  </p:cNvPr>
                  <p:cNvSpPr/>
                  <p:nvPr/>
                </p:nvSpPr>
                <p:spPr>
                  <a:xfrm flipV="1">
                    <a:off x="8394568" y="4959304"/>
                    <a:ext cx="63996" cy="95994"/>
                  </a:xfrm>
                  <a:custGeom>
                    <a:avLst/>
                    <a:gdLst>
                      <a:gd name="connsiteX0" fmla="*/ 30376 w 63996"/>
                      <a:gd name="connsiteY0" fmla="*/ 84047 h 95994"/>
                      <a:gd name="connsiteX1" fmla="*/ 15830 w 63996"/>
                      <a:gd name="connsiteY1" fmla="*/ 74529 h 95994"/>
                      <a:gd name="connsiteX2" fmla="*/ 10969 w 63996"/>
                      <a:gd name="connsiteY2" fmla="*/ 45935 h 95994"/>
                      <a:gd name="connsiteX3" fmla="*/ 15830 w 63996"/>
                      <a:gd name="connsiteY3" fmla="*/ 17401 h 95994"/>
                      <a:gd name="connsiteX4" fmla="*/ 30376 w 63996"/>
                      <a:gd name="connsiteY4" fmla="*/ 7883 h 95994"/>
                      <a:gd name="connsiteX5" fmla="*/ 44981 w 63996"/>
                      <a:gd name="connsiteY5" fmla="*/ 17401 h 95994"/>
                      <a:gd name="connsiteX6" fmla="*/ 49862 w 63996"/>
                      <a:gd name="connsiteY6" fmla="*/ 45935 h 95994"/>
                      <a:gd name="connsiteX7" fmla="*/ 44981 w 63996"/>
                      <a:gd name="connsiteY7" fmla="*/ 74529 h 95994"/>
                      <a:gd name="connsiteX8" fmla="*/ 30376 w 63996"/>
                      <a:gd name="connsiteY8" fmla="*/ 84047 h 95994"/>
                      <a:gd name="connsiteX9" fmla="*/ 30376 w 63996"/>
                      <a:gd name="connsiteY9" fmla="*/ 93962 h 95994"/>
                      <a:gd name="connsiteX10" fmla="*/ 54168 w 63996"/>
                      <a:gd name="connsiteY10" fmla="*/ 81648 h 95994"/>
                      <a:gd name="connsiteX11" fmla="*/ 62384 w 63996"/>
                      <a:gd name="connsiteY11" fmla="*/ 45935 h 95994"/>
                      <a:gd name="connsiteX12" fmla="*/ 54168 w 63996"/>
                      <a:gd name="connsiteY12" fmla="*/ 10262 h 95994"/>
                      <a:gd name="connsiteX13" fmla="*/ 30376 w 63996"/>
                      <a:gd name="connsiteY13" fmla="*/ -2032 h 95994"/>
                      <a:gd name="connsiteX14" fmla="*/ 6603 w 63996"/>
                      <a:gd name="connsiteY14" fmla="*/ 10262 h 95994"/>
                      <a:gd name="connsiteX15" fmla="*/ -1612 w 63996"/>
                      <a:gd name="connsiteY15" fmla="*/ 45935 h 95994"/>
                      <a:gd name="connsiteX16" fmla="*/ 6603 w 63996"/>
                      <a:gd name="connsiteY16" fmla="*/ 81648 h 95994"/>
                      <a:gd name="connsiteX17" fmla="*/ 3037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76" y="84047"/>
                        </a:moveTo>
                        <a:cubicBezTo>
                          <a:pt x="23933" y="84047"/>
                          <a:pt x="19085" y="80875"/>
                          <a:pt x="15830" y="74529"/>
                        </a:cubicBezTo>
                        <a:cubicBezTo>
                          <a:pt x="12589" y="68197"/>
                          <a:pt x="10969" y="58666"/>
                          <a:pt x="10969" y="45935"/>
                        </a:cubicBezTo>
                        <a:cubicBezTo>
                          <a:pt x="10969" y="33258"/>
                          <a:pt x="12589" y="23746"/>
                          <a:pt x="15830" y="17401"/>
                        </a:cubicBezTo>
                        <a:cubicBezTo>
                          <a:pt x="19085" y="11055"/>
                          <a:pt x="23933" y="7883"/>
                          <a:pt x="30376" y="7883"/>
                        </a:cubicBezTo>
                        <a:cubicBezTo>
                          <a:pt x="36871" y="7883"/>
                          <a:pt x="41740" y="11055"/>
                          <a:pt x="44981" y="17401"/>
                        </a:cubicBezTo>
                        <a:cubicBezTo>
                          <a:pt x="48235" y="23746"/>
                          <a:pt x="49862" y="33258"/>
                          <a:pt x="49862" y="45935"/>
                        </a:cubicBezTo>
                        <a:cubicBezTo>
                          <a:pt x="49862" y="58666"/>
                          <a:pt x="48235" y="68197"/>
                          <a:pt x="44981" y="74529"/>
                        </a:cubicBezTo>
                        <a:cubicBezTo>
                          <a:pt x="41740" y="80875"/>
                          <a:pt x="36871" y="84047"/>
                          <a:pt x="30376" y="84047"/>
                        </a:cubicBezTo>
                        <a:close/>
                        <a:moveTo>
                          <a:pt x="30376" y="93962"/>
                        </a:moveTo>
                        <a:cubicBezTo>
                          <a:pt x="40761" y="93962"/>
                          <a:pt x="48692" y="89857"/>
                          <a:pt x="54168" y="81648"/>
                        </a:cubicBezTo>
                        <a:cubicBezTo>
                          <a:pt x="59645" y="73452"/>
                          <a:pt x="62384" y="61548"/>
                          <a:pt x="62384" y="45935"/>
                        </a:cubicBezTo>
                        <a:cubicBezTo>
                          <a:pt x="62384" y="30363"/>
                          <a:pt x="59645" y="18471"/>
                          <a:pt x="54168" y="10262"/>
                        </a:cubicBezTo>
                        <a:cubicBezTo>
                          <a:pt x="48692" y="2066"/>
                          <a:pt x="40761" y="-2032"/>
                          <a:pt x="30376" y="-2032"/>
                        </a:cubicBezTo>
                        <a:cubicBezTo>
                          <a:pt x="20004" y="-2032"/>
                          <a:pt x="12080" y="2066"/>
                          <a:pt x="6603" y="10262"/>
                        </a:cubicBezTo>
                        <a:cubicBezTo>
                          <a:pt x="1126" y="18471"/>
                          <a:pt x="-1612" y="30363"/>
                          <a:pt x="-1612" y="45935"/>
                        </a:cubicBezTo>
                        <a:cubicBezTo>
                          <a:pt x="-1612" y="61548"/>
                          <a:pt x="1126" y="73452"/>
                          <a:pt x="6603" y="81648"/>
                        </a:cubicBezTo>
                        <a:cubicBezTo>
                          <a:pt x="12080" y="89857"/>
                          <a:pt x="20004" y="93962"/>
                          <a:pt x="3037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363" name="Graphic 299">
              <a:extLst>
                <a:ext uri="{FF2B5EF4-FFF2-40B4-BE49-F238E27FC236}">
                  <a16:creationId xmlns:a16="http://schemas.microsoft.com/office/drawing/2014/main" id="{0E5F115E-2FC7-D531-2F5A-FD6EEDC29145}"/>
                </a:ext>
              </a:extLst>
            </p:cNvPr>
            <p:cNvGrpSpPr/>
            <p:nvPr/>
          </p:nvGrpSpPr>
          <p:grpSpPr>
            <a:xfrm>
              <a:off x="3851198" y="2312521"/>
              <a:ext cx="44450" cy="2284429"/>
              <a:chOff x="3851198" y="2312521"/>
              <a:chExt cx="44450" cy="2284429"/>
            </a:xfrm>
            <a:solidFill>
              <a:srgbClr val="000000"/>
            </a:solidFill>
          </p:grpSpPr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2307F20B-9E3E-F38F-4CB5-723CA6B3B5D2}"/>
                  </a:ext>
                </a:extLst>
              </p:cNvPr>
              <p:cNvSpPr/>
              <p:nvPr/>
            </p:nvSpPr>
            <p:spPr>
              <a:xfrm>
                <a:off x="3851198" y="4584260"/>
                <a:ext cx="44450" cy="12690"/>
              </a:xfrm>
              <a:custGeom>
                <a:avLst/>
                <a:gdLst>
                  <a:gd name="connsiteX0" fmla="*/ 44508 w 44450"/>
                  <a:gd name="connsiteY0" fmla="*/ 264 h 12690"/>
                  <a:gd name="connsiteX1" fmla="*/ 58 w 44450"/>
                  <a:gd name="connsiteY1" fmla="*/ 26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64"/>
                    </a:moveTo>
                    <a:lnTo>
                      <a:pt x="58" y="26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13D097A6-350A-7EDE-44DC-64DA287FC1CB}"/>
                  </a:ext>
                </a:extLst>
              </p:cNvPr>
              <p:cNvSpPr/>
              <p:nvPr/>
            </p:nvSpPr>
            <p:spPr>
              <a:xfrm>
                <a:off x="3851198" y="4016325"/>
                <a:ext cx="44450" cy="12690"/>
              </a:xfrm>
              <a:custGeom>
                <a:avLst/>
                <a:gdLst>
                  <a:gd name="connsiteX0" fmla="*/ 44508 w 44450"/>
                  <a:gd name="connsiteY0" fmla="*/ 219 h 12690"/>
                  <a:gd name="connsiteX1" fmla="*/ 58 w 44450"/>
                  <a:gd name="connsiteY1" fmla="*/ 21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19"/>
                    </a:moveTo>
                    <a:lnTo>
                      <a:pt x="58" y="219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B01A4172-6B29-0B3F-ACEE-163AD07C7957}"/>
                  </a:ext>
                </a:extLst>
              </p:cNvPr>
              <p:cNvSpPr/>
              <p:nvPr/>
            </p:nvSpPr>
            <p:spPr>
              <a:xfrm>
                <a:off x="3851198" y="3448391"/>
                <a:ext cx="44450" cy="12690"/>
              </a:xfrm>
              <a:custGeom>
                <a:avLst/>
                <a:gdLst>
                  <a:gd name="connsiteX0" fmla="*/ 44508 w 44450"/>
                  <a:gd name="connsiteY0" fmla="*/ 175 h 12690"/>
                  <a:gd name="connsiteX1" fmla="*/ 58 w 44450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2A75182A-D4B1-2A1E-E201-6AAAE91D9F15}"/>
                  </a:ext>
                </a:extLst>
              </p:cNvPr>
              <p:cNvSpPr/>
              <p:nvPr/>
            </p:nvSpPr>
            <p:spPr>
              <a:xfrm>
                <a:off x="3851198" y="2880456"/>
                <a:ext cx="44450" cy="12690"/>
              </a:xfrm>
              <a:custGeom>
                <a:avLst/>
                <a:gdLst>
                  <a:gd name="connsiteX0" fmla="*/ 44508 w 44450"/>
                  <a:gd name="connsiteY0" fmla="*/ 130 h 12690"/>
                  <a:gd name="connsiteX1" fmla="*/ 58 w 44450"/>
                  <a:gd name="connsiteY1" fmla="*/ 13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30"/>
                    </a:moveTo>
                    <a:lnTo>
                      <a:pt x="58" y="130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0DC26EB3-07C5-F503-D293-08438B5F0F62}"/>
                  </a:ext>
                </a:extLst>
              </p:cNvPr>
              <p:cNvSpPr/>
              <p:nvPr/>
            </p:nvSpPr>
            <p:spPr>
              <a:xfrm>
                <a:off x="3851198" y="2312521"/>
                <a:ext cx="44450" cy="12690"/>
              </a:xfrm>
              <a:custGeom>
                <a:avLst/>
                <a:gdLst>
                  <a:gd name="connsiteX0" fmla="*/ 44508 w 44450"/>
                  <a:gd name="connsiteY0" fmla="*/ 85 h 12690"/>
                  <a:gd name="connsiteX1" fmla="*/ 58 w 44450"/>
                  <a:gd name="connsiteY1" fmla="*/ 8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85"/>
                    </a:moveTo>
                    <a:lnTo>
                      <a:pt x="58" y="8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9EA841DF-8380-BEFB-EB32-AE9DDF229CD6}"/>
                </a:ext>
              </a:extLst>
            </p:cNvPr>
            <p:cNvSpPr/>
            <p:nvPr/>
          </p:nvSpPr>
          <p:spPr>
            <a:xfrm>
              <a:off x="3895648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41717BC-BEA8-7E94-2E4F-764B58793164}"/>
                </a:ext>
              </a:extLst>
            </p:cNvPr>
            <p:cNvSpPr/>
            <p:nvPr/>
          </p:nvSpPr>
          <p:spPr>
            <a:xfrm>
              <a:off x="8442411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E305BCC5-B16F-E9E9-DCC2-0D10B5556F9B}"/>
                </a:ext>
              </a:extLst>
            </p:cNvPr>
            <p:cNvSpPr/>
            <p:nvPr/>
          </p:nvSpPr>
          <p:spPr>
            <a:xfrm>
              <a:off x="3895648" y="4868227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18DA1346-CEF2-F574-C28D-9EE44282E1EF}"/>
                </a:ext>
              </a:extLst>
            </p:cNvPr>
            <p:cNvSpPr/>
            <p:nvPr/>
          </p:nvSpPr>
          <p:spPr>
            <a:xfrm>
              <a:off x="3895648" y="202855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501" name="Graphic 497">
            <a:extLst>
              <a:ext uri="{FF2B5EF4-FFF2-40B4-BE49-F238E27FC236}">
                <a16:creationId xmlns:a16="http://schemas.microsoft.com/office/drawing/2014/main" id="{7AC4CCCB-6277-B94A-4CD5-FCE3318CC0AB}"/>
              </a:ext>
            </a:extLst>
          </p:cNvPr>
          <p:cNvGrpSpPr/>
          <p:nvPr/>
        </p:nvGrpSpPr>
        <p:grpSpPr>
          <a:xfrm>
            <a:off x="9932965" y="3468194"/>
            <a:ext cx="4703979" cy="3027277"/>
            <a:chOff x="3851198" y="2028021"/>
            <a:chExt cx="4703979" cy="3027277"/>
          </a:xfrm>
        </p:grpSpPr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1E234588-9270-E90A-92AA-E9F4BEA10926}"/>
                </a:ext>
              </a:extLst>
            </p:cNvPr>
            <p:cNvSpPr/>
            <p:nvPr/>
          </p:nvSpPr>
          <p:spPr>
            <a:xfrm>
              <a:off x="3895648" y="2028554"/>
              <a:ext cx="4546762" cy="2839673"/>
            </a:xfrm>
            <a:custGeom>
              <a:avLst/>
              <a:gdLst>
                <a:gd name="connsiteX0" fmla="*/ 0 w 4546762"/>
                <a:gd name="connsiteY0" fmla="*/ 2839674 h 2839673"/>
                <a:gd name="connsiteX1" fmla="*/ 4546763 w 4546762"/>
                <a:gd name="connsiteY1" fmla="*/ 2839674 h 2839673"/>
                <a:gd name="connsiteX2" fmla="*/ 4546763 w 4546762"/>
                <a:gd name="connsiteY2" fmla="*/ 0 h 2839673"/>
                <a:gd name="connsiteX3" fmla="*/ 0 w 4546762"/>
                <a:gd name="connsiteY3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762" h="2839673">
                  <a:moveTo>
                    <a:pt x="0" y="2839674"/>
                  </a:moveTo>
                  <a:lnTo>
                    <a:pt x="4546763" y="2839674"/>
                  </a:lnTo>
                  <a:lnTo>
                    <a:pt x="4546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503" name="Picture 502">
              <a:extLst>
                <a:ext uri="{FF2B5EF4-FFF2-40B4-BE49-F238E27FC236}">
                  <a16:creationId xmlns:a16="http://schemas.microsoft.com/office/drawing/2014/main" id="{55716FBD-022F-460D-3924-024A1A1A3ED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 flipV="1">
              <a:off x="3895648" y="2028021"/>
              <a:ext cx="4546854" cy="2840206"/>
            </a:xfrm>
            <a:custGeom>
              <a:avLst/>
              <a:gdLst>
                <a:gd name="connsiteX0" fmla="*/ 0 w 4546854"/>
                <a:gd name="connsiteY0" fmla="*/ 125 h 2840206"/>
                <a:gd name="connsiteX1" fmla="*/ 4546854 w 4546854"/>
                <a:gd name="connsiteY1" fmla="*/ 125 h 2840206"/>
                <a:gd name="connsiteX2" fmla="*/ 4546854 w 4546854"/>
                <a:gd name="connsiteY2" fmla="*/ 2840332 h 2840206"/>
                <a:gd name="connsiteX3" fmla="*/ 0 w 4546854"/>
                <a:gd name="connsiteY3" fmla="*/ 2840332 h 284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6854" h="2840206">
                  <a:moveTo>
                    <a:pt x="0" y="125"/>
                  </a:moveTo>
                  <a:lnTo>
                    <a:pt x="4546854" y="125"/>
                  </a:lnTo>
                  <a:lnTo>
                    <a:pt x="4546854" y="2840332"/>
                  </a:lnTo>
                  <a:lnTo>
                    <a:pt x="0" y="2840332"/>
                  </a:lnTo>
                  <a:close/>
                </a:path>
              </a:pathLst>
            </a:custGeom>
          </p:spPr>
        </p:pic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3C575B1F-9447-1CFC-12DD-2964857BE949}"/>
                </a:ext>
              </a:extLst>
            </p:cNvPr>
            <p:cNvSpPr/>
            <p:nvPr/>
          </p:nvSpPr>
          <p:spPr>
            <a:xfrm>
              <a:off x="6948728" y="3429665"/>
              <a:ext cx="286020" cy="121435"/>
            </a:xfrm>
            <a:custGeom>
              <a:avLst/>
              <a:gdLst>
                <a:gd name="connsiteX0" fmla="*/ 286021 w 286020"/>
                <a:gd name="connsiteY0" fmla="*/ 12327 h 121435"/>
                <a:gd name="connsiteX1" fmla="*/ 281231 w 286020"/>
                <a:gd name="connsiteY1" fmla="*/ 121436 h 121435"/>
                <a:gd name="connsiteX2" fmla="*/ 0 w 286020"/>
                <a:gd name="connsiteY2" fmla="*/ 109109 h 121435"/>
                <a:gd name="connsiteX3" fmla="*/ 4789 w 286020"/>
                <a:gd name="connsiteY3" fmla="*/ 0 h 12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6020" h="121435">
                  <a:moveTo>
                    <a:pt x="286021" y="12327"/>
                  </a:moveTo>
                  <a:lnTo>
                    <a:pt x="281231" y="121436"/>
                  </a:lnTo>
                  <a:lnTo>
                    <a:pt x="0" y="109109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2AA9CDE3-0E1D-3337-4550-C3444FC2E1E7}"/>
                </a:ext>
              </a:extLst>
            </p:cNvPr>
            <p:cNvSpPr/>
            <p:nvPr/>
          </p:nvSpPr>
          <p:spPr>
            <a:xfrm>
              <a:off x="7120772" y="3437206"/>
              <a:ext cx="111582" cy="109108"/>
            </a:xfrm>
            <a:custGeom>
              <a:avLst/>
              <a:gdLst>
                <a:gd name="connsiteX0" fmla="*/ 111582 w 111582"/>
                <a:gd name="connsiteY0" fmla="*/ 59340 h 109108"/>
                <a:gd name="connsiteX1" fmla="*/ 0 w 111582"/>
                <a:gd name="connsiteY1" fmla="*/ 109109 h 109108"/>
                <a:gd name="connsiteX2" fmla="*/ 4789 w 111582"/>
                <a:gd name="connsiteY2" fmla="*/ 0 h 10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582" h="109108">
                  <a:moveTo>
                    <a:pt x="111582" y="59340"/>
                  </a:moveTo>
                  <a:lnTo>
                    <a:pt x="0" y="109109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506" name="Graphic 497">
              <a:extLst>
                <a:ext uri="{FF2B5EF4-FFF2-40B4-BE49-F238E27FC236}">
                  <a16:creationId xmlns:a16="http://schemas.microsoft.com/office/drawing/2014/main" id="{D7CFDADA-1934-F976-7684-F519EE6155A6}"/>
                </a:ext>
              </a:extLst>
            </p:cNvPr>
            <p:cNvGrpSpPr/>
            <p:nvPr/>
          </p:nvGrpSpPr>
          <p:grpSpPr>
            <a:xfrm>
              <a:off x="3894519" y="4868227"/>
              <a:ext cx="4660658" cy="187071"/>
              <a:chOff x="3894519" y="4868227"/>
              <a:chExt cx="4660658" cy="187071"/>
            </a:xfrm>
            <a:solidFill>
              <a:srgbClr val="000000"/>
            </a:solidFill>
          </p:grpSpPr>
          <p:grpSp>
            <p:nvGrpSpPr>
              <p:cNvPr id="507" name="Graphic 497">
                <a:extLst>
                  <a:ext uri="{FF2B5EF4-FFF2-40B4-BE49-F238E27FC236}">
                    <a16:creationId xmlns:a16="http://schemas.microsoft.com/office/drawing/2014/main" id="{D0C6EE5E-F02C-4CCB-5E26-FA109FB664A9}"/>
                  </a:ext>
                </a:extLst>
              </p:cNvPr>
              <p:cNvGrpSpPr/>
              <p:nvPr/>
            </p:nvGrpSpPr>
            <p:grpSpPr>
              <a:xfrm>
                <a:off x="3894519" y="4868227"/>
                <a:ext cx="224170" cy="187071"/>
                <a:chOff x="3894519" y="4868227"/>
                <a:chExt cx="224170" cy="187071"/>
              </a:xfrm>
              <a:solidFill>
                <a:srgbClr val="000000"/>
              </a:solidFill>
            </p:grpSpPr>
            <p:sp>
              <p:nvSpPr>
                <p:cNvPr id="508" name="Freeform: Shape 507">
                  <a:extLst>
                    <a:ext uri="{FF2B5EF4-FFF2-40B4-BE49-F238E27FC236}">
                      <a16:creationId xmlns:a16="http://schemas.microsoft.com/office/drawing/2014/main" id="{C27EDFC6-036A-339C-C719-EF77E225D142}"/>
                    </a:ext>
                  </a:extLst>
                </p:cNvPr>
                <p:cNvSpPr/>
                <p:nvPr/>
              </p:nvSpPr>
              <p:spPr>
                <a:xfrm>
                  <a:off x="3895648" y="4868227"/>
                  <a:ext cx="12700" cy="44417"/>
                </a:xfrm>
                <a:custGeom>
                  <a:avLst/>
                  <a:gdLst>
                    <a:gd name="connsiteX0" fmla="*/ 58 w 12700"/>
                    <a:gd name="connsiteY0" fmla="*/ 286 h 44417"/>
                    <a:gd name="connsiteX1" fmla="*/ 58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58" y="286"/>
                      </a:moveTo>
                      <a:lnTo>
                        <a:pt x="58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09" name="Graphic 497">
                  <a:extLst>
                    <a:ext uri="{FF2B5EF4-FFF2-40B4-BE49-F238E27FC236}">
                      <a16:creationId xmlns:a16="http://schemas.microsoft.com/office/drawing/2014/main" id="{616642BD-A85B-FD06-E116-B82D4DAC34FA}"/>
                    </a:ext>
                  </a:extLst>
                </p:cNvPr>
                <p:cNvGrpSpPr/>
                <p:nvPr/>
              </p:nvGrpSpPr>
              <p:grpSpPr>
                <a:xfrm>
                  <a:off x="3894519" y="4959304"/>
                  <a:ext cx="224170" cy="95994"/>
                  <a:chOff x="3894519" y="4959304"/>
                  <a:chExt cx="224170" cy="95994"/>
                </a:xfrm>
                <a:solidFill>
                  <a:srgbClr val="000000"/>
                </a:solidFill>
              </p:grpSpPr>
              <p:sp>
                <p:nvSpPr>
                  <p:cNvPr id="510" name="Freeform: Shape 509">
                    <a:extLst>
                      <a:ext uri="{FF2B5EF4-FFF2-40B4-BE49-F238E27FC236}">
                        <a16:creationId xmlns:a16="http://schemas.microsoft.com/office/drawing/2014/main" id="{71D1F3E1-6554-57D4-D439-A6824E38E9A8}"/>
                      </a:ext>
                    </a:extLst>
                  </p:cNvPr>
                  <p:cNvSpPr/>
                  <p:nvPr/>
                </p:nvSpPr>
                <p:spPr>
                  <a:xfrm flipV="1">
                    <a:off x="3894519" y="4960969"/>
                    <a:ext cx="59908" cy="94328"/>
                  </a:xfrm>
                  <a:custGeom>
                    <a:avLst/>
                    <a:gdLst>
                      <a:gd name="connsiteX0" fmla="*/ 1957 w 59908"/>
                      <a:gd name="connsiteY0" fmla="*/ 92338 h 94328"/>
                      <a:gd name="connsiteX1" fmla="*/ 51130 w 59908"/>
                      <a:gd name="connsiteY1" fmla="*/ 92338 h 94328"/>
                      <a:gd name="connsiteX2" fmla="*/ 51130 w 59908"/>
                      <a:gd name="connsiteY2" fmla="*/ 81789 h 94328"/>
                      <a:gd name="connsiteX3" fmla="*/ 13427 w 59908"/>
                      <a:gd name="connsiteY3" fmla="*/ 81789 h 94328"/>
                      <a:gd name="connsiteX4" fmla="*/ 13427 w 59908"/>
                      <a:gd name="connsiteY4" fmla="*/ 59124 h 94328"/>
                      <a:gd name="connsiteX5" fmla="*/ 18864 w 59908"/>
                      <a:gd name="connsiteY5" fmla="*/ 60512 h 94328"/>
                      <a:gd name="connsiteX6" fmla="*/ 24341 w 59908"/>
                      <a:gd name="connsiteY6" fmla="*/ 60968 h 94328"/>
                      <a:gd name="connsiteX7" fmla="*/ 48888 w 59908"/>
                      <a:gd name="connsiteY7" fmla="*/ 52481 h 94328"/>
                      <a:gd name="connsiteX8" fmla="*/ 57956 w 59908"/>
                      <a:gd name="connsiteY8" fmla="*/ 29499 h 94328"/>
                      <a:gd name="connsiteX9" fmla="*/ 48649 w 59908"/>
                      <a:gd name="connsiteY9" fmla="*/ 6279 h 94328"/>
                      <a:gd name="connsiteX10" fmla="*/ 22416 w 59908"/>
                      <a:gd name="connsiteY10" fmla="*/ -1990 h 94328"/>
                      <a:gd name="connsiteX11" fmla="*/ 10530 w 59908"/>
                      <a:gd name="connsiteY11" fmla="*/ -999 h 94328"/>
                      <a:gd name="connsiteX12" fmla="*/ -1952 w 59908"/>
                      <a:gd name="connsiteY12" fmla="*/ 1976 h 94328"/>
                      <a:gd name="connsiteX13" fmla="*/ -1952 w 59908"/>
                      <a:gd name="connsiteY13" fmla="*/ 14567 h 94328"/>
                      <a:gd name="connsiteX14" fmla="*/ 9577 w 59908"/>
                      <a:gd name="connsiteY14" fmla="*/ 10046 h 94328"/>
                      <a:gd name="connsiteX15" fmla="*/ 22158 w 59908"/>
                      <a:gd name="connsiteY15" fmla="*/ 8559 h 94328"/>
                      <a:gd name="connsiteX16" fmla="*/ 39144 w 59908"/>
                      <a:gd name="connsiteY16" fmla="*/ 14191 h 94328"/>
                      <a:gd name="connsiteX17" fmla="*/ 45415 w 59908"/>
                      <a:gd name="connsiteY17" fmla="*/ 29499 h 94328"/>
                      <a:gd name="connsiteX18" fmla="*/ 39144 w 59908"/>
                      <a:gd name="connsiteY18" fmla="*/ 44788 h 94328"/>
                      <a:gd name="connsiteX19" fmla="*/ 22158 w 59908"/>
                      <a:gd name="connsiteY19" fmla="*/ 50439 h 94328"/>
                      <a:gd name="connsiteX20" fmla="*/ 12137 w 59908"/>
                      <a:gd name="connsiteY20" fmla="*/ 49328 h 94328"/>
                      <a:gd name="connsiteX21" fmla="*/ 1957 w 59908"/>
                      <a:gd name="connsiteY21" fmla="*/ 45858 h 94328"/>
                      <a:gd name="connsiteX22" fmla="*/ 195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57" y="92338"/>
                        </a:moveTo>
                        <a:lnTo>
                          <a:pt x="51130" y="92338"/>
                        </a:lnTo>
                        <a:lnTo>
                          <a:pt x="51130" y="81789"/>
                        </a:lnTo>
                        <a:lnTo>
                          <a:pt x="13427" y="81789"/>
                        </a:lnTo>
                        <a:lnTo>
                          <a:pt x="13427" y="59124"/>
                        </a:lnTo>
                        <a:cubicBezTo>
                          <a:pt x="15239" y="59746"/>
                          <a:pt x="17052" y="60208"/>
                          <a:pt x="18864" y="60512"/>
                        </a:cubicBezTo>
                        <a:cubicBezTo>
                          <a:pt x="20690" y="60816"/>
                          <a:pt x="22515" y="60968"/>
                          <a:pt x="24341" y="60968"/>
                        </a:cubicBezTo>
                        <a:cubicBezTo>
                          <a:pt x="34673" y="60968"/>
                          <a:pt x="42855" y="58139"/>
                          <a:pt x="48888" y="52481"/>
                        </a:cubicBezTo>
                        <a:cubicBezTo>
                          <a:pt x="54933" y="46823"/>
                          <a:pt x="57956" y="39163"/>
                          <a:pt x="57956" y="29499"/>
                        </a:cubicBezTo>
                        <a:cubicBezTo>
                          <a:pt x="57956" y="19545"/>
                          <a:pt x="54854" y="11805"/>
                          <a:pt x="48649" y="6279"/>
                        </a:cubicBezTo>
                        <a:cubicBezTo>
                          <a:pt x="42445" y="766"/>
                          <a:pt x="33700" y="-1990"/>
                          <a:pt x="22416" y="-1990"/>
                        </a:cubicBezTo>
                        <a:cubicBezTo>
                          <a:pt x="18527" y="-1990"/>
                          <a:pt x="14564" y="-1660"/>
                          <a:pt x="10530" y="-999"/>
                        </a:cubicBezTo>
                        <a:cubicBezTo>
                          <a:pt x="6508" y="-338"/>
                          <a:pt x="2347" y="654"/>
                          <a:pt x="-1952" y="1976"/>
                        </a:cubicBezTo>
                        <a:lnTo>
                          <a:pt x="-1952" y="14567"/>
                        </a:lnTo>
                        <a:cubicBezTo>
                          <a:pt x="1765" y="12545"/>
                          <a:pt x="5608" y="11038"/>
                          <a:pt x="9577" y="10046"/>
                        </a:cubicBezTo>
                        <a:cubicBezTo>
                          <a:pt x="13546" y="9055"/>
                          <a:pt x="17739" y="8559"/>
                          <a:pt x="22158" y="8559"/>
                        </a:cubicBezTo>
                        <a:cubicBezTo>
                          <a:pt x="29315" y="8559"/>
                          <a:pt x="34977" y="10436"/>
                          <a:pt x="39144" y="14191"/>
                        </a:cubicBezTo>
                        <a:cubicBezTo>
                          <a:pt x="43325" y="17945"/>
                          <a:pt x="45415" y="23048"/>
                          <a:pt x="45415" y="29499"/>
                        </a:cubicBezTo>
                        <a:cubicBezTo>
                          <a:pt x="45415" y="35937"/>
                          <a:pt x="43325" y="41033"/>
                          <a:pt x="39144" y="44788"/>
                        </a:cubicBezTo>
                        <a:cubicBezTo>
                          <a:pt x="34977" y="48555"/>
                          <a:pt x="29315" y="50439"/>
                          <a:pt x="22158" y="50439"/>
                        </a:cubicBezTo>
                        <a:cubicBezTo>
                          <a:pt x="18811" y="50439"/>
                          <a:pt x="15471" y="50069"/>
                          <a:pt x="12137" y="49328"/>
                        </a:cubicBezTo>
                        <a:cubicBezTo>
                          <a:pt x="8816" y="48588"/>
                          <a:pt x="5423" y="47431"/>
                          <a:pt x="1957" y="45858"/>
                        </a:cubicBezTo>
                        <a:lnTo>
                          <a:pt x="195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11" name="Freeform: Shape 510">
                    <a:extLst>
                      <a:ext uri="{FF2B5EF4-FFF2-40B4-BE49-F238E27FC236}">
                        <a16:creationId xmlns:a16="http://schemas.microsoft.com/office/drawing/2014/main" id="{DFDAEE30-9597-D820-C11E-049EF560D54E}"/>
                      </a:ext>
                    </a:extLst>
                  </p:cNvPr>
                  <p:cNvSpPr/>
                  <p:nvPr/>
                </p:nvSpPr>
                <p:spPr>
                  <a:xfrm flipV="1">
                    <a:off x="3973892" y="4959304"/>
                    <a:ext cx="63996" cy="95994"/>
                  </a:xfrm>
                  <a:custGeom>
                    <a:avLst/>
                    <a:gdLst>
                      <a:gd name="connsiteX0" fmla="*/ 30011 w 63996"/>
                      <a:gd name="connsiteY0" fmla="*/ 84047 h 95994"/>
                      <a:gd name="connsiteX1" fmla="*/ 15466 w 63996"/>
                      <a:gd name="connsiteY1" fmla="*/ 74529 h 95994"/>
                      <a:gd name="connsiteX2" fmla="*/ 10604 w 63996"/>
                      <a:gd name="connsiteY2" fmla="*/ 45935 h 95994"/>
                      <a:gd name="connsiteX3" fmla="*/ 15466 w 63996"/>
                      <a:gd name="connsiteY3" fmla="*/ 17401 h 95994"/>
                      <a:gd name="connsiteX4" fmla="*/ 30011 w 63996"/>
                      <a:gd name="connsiteY4" fmla="*/ 7883 h 95994"/>
                      <a:gd name="connsiteX5" fmla="*/ 44616 w 63996"/>
                      <a:gd name="connsiteY5" fmla="*/ 17401 h 95994"/>
                      <a:gd name="connsiteX6" fmla="*/ 49498 w 63996"/>
                      <a:gd name="connsiteY6" fmla="*/ 45935 h 95994"/>
                      <a:gd name="connsiteX7" fmla="*/ 44616 w 63996"/>
                      <a:gd name="connsiteY7" fmla="*/ 74529 h 95994"/>
                      <a:gd name="connsiteX8" fmla="*/ 30011 w 63996"/>
                      <a:gd name="connsiteY8" fmla="*/ 84047 h 95994"/>
                      <a:gd name="connsiteX9" fmla="*/ 30011 w 63996"/>
                      <a:gd name="connsiteY9" fmla="*/ 93962 h 95994"/>
                      <a:gd name="connsiteX10" fmla="*/ 53804 w 63996"/>
                      <a:gd name="connsiteY10" fmla="*/ 81648 h 95994"/>
                      <a:gd name="connsiteX11" fmla="*/ 62019 w 63996"/>
                      <a:gd name="connsiteY11" fmla="*/ 45935 h 95994"/>
                      <a:gd name="connsiteX12" fmla="*/ 53804 w 63996"/>
                      <a:gd name="connsiteY12" fmla="*/ 10262 h 95994"/>
                      <a:gd name="connsiteX13" fmla="*/ 30011 w 63996"/>
                      <a:gd name="connsiteY13" fmla="*/ -2032 h 95994"/>
                      <a:gd name="connsiteX14" fmla="*/ 6239 w 63996"/>
                      <a:gd name="connsiteY14" fmla="*/ 10262 h 95994"/>
                      <a:gd name="connsiteX15" fmla="*/ -1977 w 63996"/>
                      <a:gd name="connsiteY15" fmla="*/ 45935 h 95994"/>
                      <a:gd name="connsiteX16" fmla="*/ 6239 w 63996"/>
                      <a:gd name="connsiteY16" fmla="*/ 81648 h 95994"/>
                      <a:gd name="connsiteX17" fmla="*/ 3001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1" y="84047"/>
                        </a:moveTo>
                        <a:cubicBezTo>
                          <a:pt x="23569" y="84047"/>
                          <a:pt x="18720" y="80875"/>
                          <a:pt x="15466" y="74529"/>
                        </a:cubicBezTo>
                        <a:cubicBezTo>
                          <a:pt x="12225" y="68197"/>
                          <a:pt x="10604" y="58666"/>
                          <a:pt x="10604" y="45935"/>
                        </a:cubicBezTo>
                        <a:cubicBezTo>
                          <a:pt x="10604" y="33258"/>
                          <a:pt x="12225" y="23746"/>
                          <a:pt x="15466" y="17401"/>
                        </a:cubicBezTo>
                        <a:cubicBezTo>
                          <a:pt x="18720" y="11055"/>
                          <a:pt x="23569" y="7883"/>
                          <a:pt x="30011" y="7883"/>
                        </a:cubicBezTo>
                        <a:cubicBezTo>
                          <a:pt x="36507" y="7883"/>
                          <a:pt x="41375" y="11055"/>
                          <a:pt x="44616" y="17401"/>
                        </a:cubicBezTo>
                        <a:cubicBezTo>
                          <a:pt x="47871" y="23746"/>
                          <a:pt x="49498" y="33258"/>
                          <a:pt x="49498" y="45935"/>
                        </a:cubicBezTo>
                        <a:cubicBezTo>
                          <a:pt x="49498" y="58666"/>
                          <a:pt x="47871" y="68197"/>
                          <a:pt x="44616" y="74529"/>
                        </a:cubicBezTo>
                        <a:cubicBezTo>
                          <a:pt x="41375" y="80875"/>
                          <a:pt x="36507" y="84047"/>
                          <a:pt x="30011" y="84047"/>
                        </a:cubicBezTo>
                        <a:close/>
                        <a:moveTo>
                          <a:pt x="30011" y="93962"/>
                        </a:moveTo>
                        <a:cubicBezTo>
                          <a:pt x="40396" y="93962"/>
                          <a:pt x="48327" y="89857"/>
                          <a:pt x="53804" y="81648"/>
                        </a:cubicBezTo>
                        <a:cubicBezTo>
                          <a:pt x="59281" y="73452"/>
                          <a:pt x="62019" y="61548"/>
                          <a:pt x="62019" y="45935"/>
                        </a:cubicBezTo>
                        <a:cubicBezTo>
                          <a:pt x="62019" y="30363"/>
                          <a:pt x="59281" y="18471"/>
                          <a:pt x="53804" y="10262"/>
                        </a:cubicBezTo>
                        <a:cubicBezTo>
                          <a:pt x="48327" y="2066"/>
                          <a:pt x="40396" y="-2032"/>
                          <a:pt x="30011" y="-2032"/>
                        </a:cubicBezTo>
                        <a:cubicBezTo>
                          <a:pt x="19640" y="-2032"/>
                          <a:pt x="11715" y="2066"/>
                          <a:pt x="6239" y="10262"/>
                        </a:cubicBezTo>
                        <a:cubicBezTo>
                          <a:pt x="762" y="18471"/>
                          <a:pt x="-1977" y="30363"/>
                          <a:pt x="-1977" y="45935"/>
                        </a:cubicBezTo>
                        <a:cubicBezTo>
                          <a:pt x="-1977" y="61548"/>
                          <a:pt x="762" y="73452"/>
                          <a:pt x="6239" y="81648"/>
                        </a:cubicBezTo>
                        <a:cubicBezTo>
                          <a:pt x="11715" y="89857"/>
                          <a:pt x="19640" y="93962"/>
                          <a:pt x="3001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12" name="Freeform: Shape 511">
                    <a:extLst>
                      <a:ext uri="{FF2B5EF4-FFF2-40B4-BE49-F238E27FC236}">
                        <a16:creationId xmlns:a16="http://schemas.microsoft.com/office/drawing/2014/main" id="{59753B55-903E-A5FF-96AB-31953E3D8CA2}"/>
                      </a:ext>
                    </a:extLst>
                  </p:cNvPr>
                  <p:cNvSpPr/>
                  <p:nvPr/>
                </p:nvSpPr>
                <p:spPr>
                  <a:xfrm flipV="1">
                    <a:off x="4054693" y="4959304"/>
                    <a:ext cx="63996" cy="95994"/>
                  </a:xfrm>
                  <a:custGeom>
                    <a:avLst/>
                    <a:gdLst>
                      <a:gd name="connsiteX0" fmla="*/ 30018 w 63996"/>
                      <a:gd name="connsiteY0" fmla="*/ 84047 h 95994"/>
                      <a:gd name="connsiteX1" fmla="*/ 15472 w 63996"/>
                      <a:gd name="connsiteY1" fmla="*/ 74529 h 95994"/>
                      <a:gd name="connsiteX2" fmla="*/ 10611 w 63996"/>
                      <a:gd name="connsiteY2" fmla="*/ 45935 h 95994"/>
                      <a:gd name="connsiteX3" fmla="*/ 15472 w 63996"/>
                      <a:gd name="connsiteY3" fmla="*/ 17401 h 95994"/>
                      <a:gd name="connsiteX4" fmla="*/ 30018 w 63996"/>
                      <a:gd name="connsiteY4" fmla="*/ 7883 h 95994"/>
                      <a:gd name="connsiteX5" fmla="*/ 44623 w 63996"/>
                      <a:gd name="connsiteY5" fmla="*/ 17401 h 95994"/>
                      <a:gd name="connsiteX6" fmla="*/ 49504 w 63996"/>
                      <a:gd name="connsiteY6" fmla="*/ 45935 h 95994"/>
                      <a:gd name="connsiteX7" fmla="*/ 44623 w 63996"/>
                      <a:gd name="connsiteY7" fmla="*/ 74529 h 95994"/>
                      <a:gd name="connsiteX8" fmla="*/ 30018 w 63996"/>
                      <a:gd name="connsiteY8" fmla="*/ 84047 h 95994"/>
                      <a:gd name="connsiteX9" fmla="*/ 30018 w 63996"/>
                      <a:gd name="connsiteY9" fmla="*/ 93962 h 95994"/>
                      <a:gd name="connsiteX10" fmla="*/ 53810 w 63996"/>
                      <a:gd name="connsiteY10" fmla="*/ 81648 h 95994"/>
                      <a:gd name="connsiteX11" fmla="*/ 62026 w 63996"/>
                      <a:gd name="connsiteY11" fmla="*/ 45935 h 95994"/>
                      <a:gd name="connsiteX12" fmla="*/ 53810 w 63996"/>
                      <a:gd name="connsiteY12" fmla="*/ 10262 h 95994"/>
                      <a:gd name="connsiteX13" fmla="*/ 30018 w 63996"/>
                      <a:gd name="connsiteY13" fmla="*/ -2032 h 95994"/>
                      <a:gd name="connsiteX14" fmla="*/ 6245 w 63996"/>
                      <a:gd name="connsiteY14" fmla="*/ 10262 h 95994"/>
                      <a:gd name="connsiteX15" fmla="*/ -1970 w 63996"/>
                      <a:gd name="connsiteY15" fmla="*/ 45935 h 95994"/>
                      <a:gd name="connsiteX16" fmla="*/ 6245 w 63996"/>
                      <a:gd name="connsiteY16" fmla="*/ 81648 h 95994"/>
                      <a:gd name="connsiteX17" fmla="*/ 30018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18" y="84047"/>
                        </a:moveTo>
                        <a:cubicBezTo>
                          <a:pt x="23575" y="84047"/>
                          <a:pt x="18727" y="80875"/>
                          <a:pt x="15472" y="74529"/>
                        </a:cubicBezTo>
                        <a:cubicBezTo>
                          <a:pt x="12231" y="68197"/>
                          <a:pt x="10611" y="58666"/>
                          <a:pt x="10611" y="45935"/>
                        </a:cubicBezTo>
                        <a:cubicBezTo>
                          <a:pt x="10611" y="33258"/>
                          <a:pt x="12231" y="23746"/>
                          <a:pt x="15472" y="17401"/>
                        </a:cubicBezTo>
                        <a:cubicBezTo>
                          <a:pt x="18727" y="11055"/>
                          <a:pt x="23575" y="7883"/>
                          <a:pt x="30018" y="7883"/>
                        </a:cubicBezTo>
                        <a:cubicBezTo>
                          <a:pt x="36513" y="7883"/>
                          <a:pt x="41382" y="11055"/>
                          <a:pt x="44623" y="17401"/>
                        </a:cubicBezTo>
                        <a:cubicBezTo>
                          <a:pt x="47877" y="23746"/>
                          <a:pt x="49504" y="33258"/>
                          <a:pt x="49504" y="45935"/>
                        </a:cubicBezTo>
                        <a:cubicBezTo>
                          <a:pt x="49504" y="58666"/>
                          <a:pt x="47877" y="68197"/>
                          <a:pt x="44623" y="74529"/>
                        </a:cubicBezTo>
                        <a:cubicBezTo>
                          <a:pt x="41382" y="80875"/>
                          <a:pt x="36513" y="84047"/>
                          <a:pt x="30018" y="84047"/>
                        </a:cubicBezTo>
                        <a:close/>
                        <a:moveTo>
                          <a:pt x="30018" y="93962"/>
                        </a:moveTo>
                        <a:cubicBezTo>
                          <a:pt x="40403" y="93962"/>
                          <a:pt x="48334" y="89857"/>
                          <a:pt x="53810" y="81648"/>
                        </a:cubicBezTo>
                        <a:cubicBezTo>
                          <a:pt x="59287" y="73452"/>
                          <a:pt x="62026" y="61548"/>
                          <a:pt x="62026" y="45935"/>
                        </a:cubicBezTo>
                        <a:cubicBezTo>
                          <a:pt x="62026" y="30363"/>
                          <a:pt x="59287" y="18471"/>
                          <a:pt x="53810" y="10262"/>
                        </a:cubicBezTo>
                        <a:cubicBezTo>
                          <a:pt x="48334" y="2066"/>
                          <a:pt x="40403" y="-2032"/>
                          <a:pt x="30018" y="-2032"/>
                        </a:cubicBezTo>
                        <a:cubicBezTo>
                          <a:pt x="19646" y="-2032"/>
                          <a:pt x="11722" y="2066"/>
                          <a:pt x="6245" y="10262"/>
                        </a:cubicBezTo>
                        <a:cubicBezTo>
                          <a:pt x="768" y="18471"/>
                          <a:pt x="-1970" y="30363"/>
                          <a:pt x="-1970" y="45935"/>
                        </a:cubicBezTo>
                        <a:cubicBezTo>
                          <a:pt x="-1970" y="61548"/>
                          <a:pt x="768" y="73452"/>
                          <a:pt x="6245" y="81648"/>
                        </a:cubicBezTo>
                        <a:cubicBezTo>
                          <a:pt x="11722" y="89857"/>
                          <a:pt x="19646" y="93962"/>
                          <a:pt x="30018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13" name="Graphic 497">
                <a:extLst>
                  <a:ext uri="{FF2B5EF4-FFF2-40B4-BE49-F238E27FC236}">
                    <a16:creationId xmlns:a16="http://schemas.microsoft.com/office/drawing/2014/main" id="{982AD711-F0B5-9532-01C1-49DF2D6B920D}"/>
                  </a:ext>
                </a:extLst>
              </p:cNvPr>
              <p:cNvGrpSpPr/>
              <p:nvPr/>
            </p:nvGrpSpPr>
            <p:grpSpPr>
              <a:xfrm>
                <a:off x="4352591" y="4868227"/>
                <a:ext cx="224169" cy="187070"/>
                <a:chOff x="435259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14" name="Freeform: Shape 513">
                  <a:extLst>
                    <a:ext uri="{FF2B5EF4-FFF2-40B4-BE49-F238E27FC236}">
                      <a16:creationId xmlns:a16="http://schemas.microsoft.com/office/drawing/2014/main" id="{38A2F91D-E28B-0C3D-0621-E917DBB38AE7}"/>
                    </a:ext>
                  </a:extLst>
                </p:cNvPr>
                <p:cNvSpPr/>
                <p:nvPr/>
              </p:nvSpPr>
              <p:spPr>
                <a:xfrm>
                  <a:off x="4463994" y="4868227"/>
                  <a:ext cx="12700" cy="44417"/>
                </a:xfrm>
                <a:custGeom>
                  <a:avLst/>
                  <a:gdLst>
                    <a:gd name="connsiteX0" fmla="*/ 102 w 12700"/>
                    <a:gd name="connsiteY0" fmla="*/ 286 h 44417"/>
                    <a:gd name="connsiteX1" fmla="*/ 10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02" y="286"/>
                      </a:moveTo>
                      <a:lnTo>
                        <a:pt x="10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15" name="Graphic 497">
                  <a:extLst>
                    <a:ext uri="{FF2B5EF4-FFF2-40B4-BE49-F238E27FC236}">
                      <a16:creationId xmlns:a16="http://schemas.microsoft.com/office/drawing/2014/main" id="{BCD7D9B1-05D0-FDC2-0B20-D4BE4D351953}"/>
                    </a:ext>
                  </a:extLst>
                </p:cNvPr>
                <p:cNvGrpSpPr/>
                <p:nvPr/>
              </p:nvGrpSpPr>
              <p:grpSpPr>
                <a:xfrm>
                  <a:off x="4352591" y="4959304"/>
                  <a:ext cx="224169" cy="95994"/>
                  <a:chOff x="435259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16" name="Freeform: Shape 515">
                    <a:extLst>
                      <a:ext uri="{FF2B5EF4-FFF2-40B4-BE49-F238E27FC236}">
                        <a16:creationId xmlns:a16="http://schemas.microsoft.com/office/drawing/2014/main" id="{6C7A1D32-61DB-CD18-4637-0107ED6740BA}"/>
                      </a:ext>
                    </a:extLst>
                  </p:cNvPr>
                  <p:cNvSpPr/>
                  <p:nvPr/>
                </p:nvSpPr>
                <p:spPr>
                  <a:xfrm flipV="1">
                    <a:off x="4352591" y="4960969"/>
                    <a:ext cx="59908" cy="94328"/>
                  </a:xfrm>
                  <a:custGeom>
                    <a:avLst/>
                    <a:gdLst>
                      <a:gd name="connsiteX0" fmla="*/ 2002 w 59908"/>
                      <a:gd name="connsiteY0" fmla="*/ 92338 h 94328"/>
                      <a:gd name="connsiteX1" fmla="*/ 51175 w 59908"/>
                      <a:gd name="connsiteY1" fmla="*/ 92338 h 94328"/>
                      <a:gd name="connsiteX2" fmla="*/ 51175 w 59908"/>
                      <a:gd name="connsiteY2" fmla="*/ 81789 h 94328"/>
                      <a:gd name="connsiteX3" fmla="*/ 13471 w 59908"/>
                      <a:gd name="connsiteY3" fmla="*/ 81789 h 94328"/>
                      <a:gd name="connsiteX4" fmla="*/ 13471 w 59908"/>
                      <a:gd name="connsiteY4" fmla="*/ 59124 h 94328"/>
                      <a:gd name="connsiteX5" fmla="*/ 18909 w 59908"/>
                      <a:gd name="connsiteY5" fmla="*/ 60512 h 94328"/>
                      <a:gd name="connsiteX6" fmla="*/ 24386 w 59908"/>
                      <a:gd name="connsiteY6" fmla="*/ 60968 h 94328"/>
                      <a:gd name="connsiteX7" fmla="*/ 48932 w 59908"/>
                      <a:gd name="connsiteY7" fmla="*/ 52481 h 94328"/>
                      <a:gd name="connsiteX8" fmla="*/ 58001 w 59908"/>
                      <a:gd name="connsiteY8" fmla="*/ 29499 h 94328"/>
                      <a:gd name="connsiteX9" fmla="*/ 48694 w 59908"/>
                      <a:gd name="connsiteY9" fmla="*/ 6279 h 94328"/>
                      <a:gd name="connsiteX10" fmla="*/ 22461 w 59908"/>
                      <a:gd name="connsiteY10" fmla="*/ -1990 h 94328"/>
                      <a:gd name="connsiteX11" fmla="*/ 10574 w 59908"/>
                      <a:gd name="connsiteY11" fmla="*/ -999 h 94328"/>
                      <a:gd name="connsiteX12" fmla="*/ -1907 w 59908"/>
                      <a:gd name="connsiteY12" fmla="*/ 1976 h 94328"/>
                      <a:gd name="connsiteX13" fmla="*/ -1907 w 59908"/>
                      <a:gd name="connsiteY13" fmla="*/ 14567 h 94328"/>
                      <a:gd name="connsiteX14" fmla="*/ 9622 w 59908"/>
                      <a:gd name="connsiteY14" fmla="*/ 10046 h 94328"/>
                      <a:gd name="connsiteX15" fmla="*/ 22203 w 59908"/>
                      <a:gd name="connsiteY15" fmla="*/ 8559 h 94328"/>
                      <a:gd name="connsiteX16" fmla="*/ 39189 w 59908"/>
                      <a:gd name="connsiteY16" fmla="*/ 14191 h 94328"/>
                      <a:gd name="connsiteX17" fmla="*/ 45460 w 59908"/>
                      <a:gd name="connsiteY17" fmla="*/ 29499 h 94328"/>
                      <a:gd name="connsiteX18" fmla="*/ 39189 w 59908"/>
                      <a:gd name="connsiteY18" fmla="*/ 44788 h 94328"/>
                      <a:gd name="connsiteX19" fmla="*/ 22203 w 59908"/>
                      <a:gd name="connsiteY19" fmla="*/ 50439 h 94328"/>
                      <a:gd name="connsiteX20" fmla="*/ 12182 w 59908"/>
                      <a:gd name="connsiteY20" fmla="*/ 49328 h 94328"/>
                      <a:gd name="connsiteX21" fmla="*/ 2002 w 59908"/>
                      <a:gd name="connsiteY21" fmla="*/ 45858 h 94328"/>
                      <a:gd name="connsiteX22" fmla="*/ 2002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02" y="92338"/>
                        </a:moveTo>
                        <a:lnTo>
                          <a:pt x="51175" y="92338"/>
                        </a:lnTo>
                        <a:lnTo>
                          <a:pt x="51175" y="81789"/>
                        </a:lnTo>
                        <a:lnTo>
                          <a:pt x="13471" y="81789"/>
                        </a:lnTo>
                        <a:lnTo>
                          <a:pt x="13471" y="59124"/>
                        </a:lnTo>
                        <a:cubicBezTo>
                          <a:pt x="15284" y="59746"/>
                          <a:pt x="17096" y="60208"/>
                          <a:pt x="18909" y="60512"/>
                        </a:cubicBezTo>
                        <a:cubicBezTo>
                          <a:pt x="20734" y="60816"/>
                          <a:pt x="22560" y="60968"/>
                          <a:pt x="24386" y="60968"/>
                        </a:cubicBezTo>
                        <a:cubicBezTo>
                          <a:pt x="34718" y="60968"/>
                          <a:pt x="42900" y="58139"/>
                          <a:pt x="48932" y="52481"/>
                        </a:cubicBezTo>
                        <a:cubicBezTo>
                          <a:pt x="54978" y="46823"/>
                          <a:pt x="58001" y="39163"/>
                          <a:pt x="58001" y="29499"/>
                        </a:cubicBezTo>
                        <a:cubicBezTo>
                          <a:pt x="58001" y="19545"/>
                          <a:pt x="54899" y="11805"/>
                          <a:pt x="48694" y="6279"/>
                        </a:cubicBezTo>
                        <a:cubicBezTo>
                          <a:pt x="42490" y="766"/>
                          <a:pt x="33745" y="-1990"/>
                          <a:pt x="22461" y="-1990"/>
                        </a:cubicBezTo>
                        <a:cubicBezTo>
                          <a:pt x="18571" y="-1990"/>
                          <a:pt x="14609" y="-1660"/>
                          <a:pt x="10574" y="-999"/>
                        </a:cubicBezTo>
                        <a:cubicBezTo>
                          <a:pt x="6553" y="-338"/>
                          <a:pt x="2392" y="654"/>
                          <a:pt x="-1907" y="1976"/>
                        </a:cubicBezTo>
                        <a:lnTo>
                          <a:pt x="-1907" y="14567"/>
                        </a:lnTo>
                        <a:cubicBezTo>
                          <a:pt x="1810" y="12545"/>
                          <a:pt x="5653" y="11038"/>
                          <a:pt x="9622" y="10046"/>
                        </a:cubicBezTo>
                        <a:cubicBezTo>
                          <a:pt x="13591" y="9055"/>
                          <a:pt x="17784" y="8559"/>
                          <a:pt x="22203" y="8559"/>
                        </a:cubicBezTo>
                        <a:cubicBezTo>
                          <a:pt x="29360" y="8559"/>
                          <a:pt x="35022" y="10436"/>
                          <a:pt x="39189" y="14191"/>
                        </a:cubicBezTo>
                        <a:cubicBezTo>
                          <a:pt x="43369" y="17945"/>
                          <a:pt x="45460" y="23048"/>
                          <a:pt x="45460" y="29499"/>
                        </a:cubicBezTo>
                        <a:cubicBezTo>
                          <a:pt x="45460" y="35937"/>
                          <a:pt x="43369" y="41033"/>
                          <a:pt x="39189" y="44788"/>
                        </a:cubicBezTo>
                        <a:cubicBezTo>
                          <a:pt x="35022" y="48555"/>
                          <a:pt x="29360" y="50439"/>
                          <a:pt x="22203" y="50439"/>
                        </a:cubicBezTo>
                        <a:cubicBezTo>
                          <a:pt x="18856" y="50439"/>
                          <a:pt x="15515" y="50069"/>
                          <a:pt x="12182" y="49328"/>
                        </a:cubicBezTo>
                        <a:cubicBezTo>
                          <a:pt x="8861" y="48588"/>
                          <a:pt x="5468" y="47431"/>
                          <a:pt x="2002" y="45858"/>
                        </a:cubicBezTo>
                        <a:lnTo>
                          <a:pt x="2002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17" name="Freeform: Shape 516">
                    <a:extLst>
                      <a:ext uri="{FF2B5EF4-FFF2-40B4-BE49-F238E27FC236}">
                        <a16:creationId xmlns:a16="http://schemas.microsoft.com/office/drawing/2014/main" id="{A188AF28-10C8-3CB2-A7E9-D2467E022924}"/>
                      </a:ext>
                    </a:extLst>
                  </p:cNvPr>
                  <p:cNvSpPr/>
                  <p:nvPr/>
                </p:nvSpPr>
                <p:spPr>
                  <a:xfrm flipV="1">
                    <a:off x="4437539" y="4960969"/>
                    <a:ext cx="55125" cy="92524"/>
                  </a:xfrm>
                  <a:custGeom>
                    <a:avLst/>
                    <a:gdLst>
                      <a:gd name="connsiteX0" fmla="*/ -184 w 55125"/>
                      <a:gd name="connsiteY0" fmla="*/ 8494 h 92524"/>
                      <a:gd name="connsiteX1" fmla="*/ 20275 w 55125"/>
                      <a:gd name="connsiteY1" fmla="*/ 8494 h 92524"/>
                      <a:gd name="connsiteX2" fmla="*/ 20275 w 55125"/>
                      <a:gd name="connsiteY2" fmla="*/ 79086 h 92524"/>
                      <a:gd name="connsiteX3" fmla="*/ -1989 w 55125"/>
                      <a:gd name="connsiteY3" fmla="*/ 74625 h 92524"/>
                      <a:gd name="connsiteX4" fmla="*/ -1989 w 55125"/>
                      <a:gd name="connsiteY4" fmla="*/ 86027 h 92524"/>
                      <a:gd name="connsiteX5" fmla="*/ 20156 w 55125"/>
                      <a:gd name="connsiteY5" fmla="*/ 90488 h 92524"/>
                      <a:gd name="connsiteX6" fmla="*/ 32678 w 55125"/>
                      <a:gd name="connsiteY6" fmla="*/ 90488 h 92524"/>
                      <a:gd name="connsiteX7" fmla="*/ 32678 w 55125"/>
                      <a:gd name="connsiteY7" fmla="*/ 8494 h 92524"/>
                      <a:gd name="connsiteX8" fmla="*/ 53137 w 55125"/>
                      <a:gd name="connsiteY8" fmla="*/ 8494 h 92524"/>
                      <a:gd name="connsiteX9" fmla="*/ 53137 w 55125"/>
                      <a:gd name="connsiteY9" fmla="*/ -2036 h 92524"/>
                      <a:gd name="connsiteX10" fmla="*/ -184 w 55125"/>
                      <a:gd name="connsiteY10" fmla="*/ -2036 h 92524"/>
                      <a:gd name="connsiteX11" fmla="*/ -184 w 55125"/>
                      <a:gd name="connsiteY11" fmla="*/ 8494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184" y="8494"/>
                        </a:moveTo>
                        <a:lnTo>
                          <a:pt x="20275" y="8494"/>
                        </a:lnTo>
                        <a:lnTo>
                          <a:pt x="20275" y="79086"/>
                        </a:lnTo>
                        <a:lnTo>
                          <a:pt x="-1989" y="74625"/>
                        </a:lnTo>
                        <a:lnTo>
                          <a:pt x="-1989" y="86027"/>
                        </a:lnTo>
                        <a:lnTo>
                          <a:pt x="20156" y="90488"/>
                        </a:lnTo>
                        <a:lnTo>
                          <a:pt x="32678" y="90488"/>
                        </a:lnTo>
                        <a:lnTo>
                          <a:pt x="32678" y="8494"/>
                        </a:lnTo>
                        <a:lnTo>
                          <a:pt x="53137" y="8494"/>
                        </a:lnTo>
                        <a:lnTo>
                          <a:pt x="53137" y="-2036"/>
                        </a:lnTo>
                        <a:lnTo>
                          <a:pt x="-184" y="-2036"/>
                        </a:lnTo>
                        <a:lnTo>
                          <a:pt x="-184" y="84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18" name="Freeform: Shape 517">
                    <a:extLst>
                      <a:ext uri="{FF2B5EF4-FFF2-40B4-BE49-F238E27FC236}">
                        <a16:creationId xmlns:a16="http://schemas.microsoft.com/office/drawing/2014/main" id="{ED9E450F-C3FA-074A-2DF9-4E1159D5CAE9}"/>
                      </a:ext>
                    </a:extLst>
                  </p:cNvPr>
                  <p:cNvSpPr/>
                  <p:nvPr/>
                </p:nvSpPr>
                <p:spPr>
                  <a:xfrm flipV="1">
                    <a:off x="4512765" y="4959304"/>
                    <a:ext cx="63996" cy="95994"/>
                  </a:xfrm>
                  <a:custGeom>
                    <a:avLst/>
                    <a:gdLst>
                      <a:gd name="connsiteX0" fmla="*/ 30062 w 63996"/>
                      <a:gd name="connsiteY0" fmla="*/ 84047 h 95994"/>
                      <a:gd name="connsiteX1" fmla="*/ 15517 w 63996"/>
                      <a:gd name="connsiteY1" fmla="*/ 74529 h 95994"/>
                      <a:gd name="connsiteX2" fmla="*/ 10655 w 63996"/>
                      <a:gd name="connsiteY2" fmla="*/ 45935 h 95994"/>
                      <a:gd name="connsiteX3" fmla="*/ 15517 w 63996"/>
                      <a:gd name="connsiteY3" fmla="*/ 17401 h 95994"/>
                      <a:gd name="connsiteX4" fmla="*/ 30062 w 63996"/>
                      <a:gd name="connsiteY4" fmla="*/ 7883 h 95994"/>
                      <a:gd name="connsiteX5" fmla="*/ 44667 w 63996"/>
                      <a:gd name="connsiteY5" fmla="*/ 17401 h 95994"/>
                      <a:gd name="connsiteX6" fmla="*/ 49549 w 63996"/>
                      <a:gd name="connsiteY6" fmla="*/ 45935 h 95994"/>
                      <a:gd name="connsiteX7" fmla="*/ 44667 w 63996"/>
                      <a:gd name="connsiteY7" fmla="*/ 74529 h 95994"/>
                      <a:gd name="connsiteX8" fmla="*/ 30062 w 63996"/>
                      <a:gd name="connsiteY8" fmla="*/ 84047 h 95994"/>
                      <a:gd name="connsiteX9" fmla="*/ 30062 w 63996"/>
                      <a:gd name="connsiteY9" fmla="*/ 93962 h 95994"/>
                      <a:gd name="connsiteX10" fmla="*/ 53855 w 63996"/>
                      <a:gd name="connsiteY10" fmla="*/ 81648 h 95994"/>
                      <a:gd name="connsiteX11" fmla="*/ 62070 w 63996"/>
                      <a:gd name="connsiteY11" fmla="*/ 45935 h 95994"/>
                      <a:gd name="connsiteX12" fmla="*/ 53855 w 63996"/>
                      <a:gd name="connsiteY12" fmla="*/ 10262 h 95994"/>
                      <a:gd name="connsiteX13" fmla="*/ 30062 w 63996"/>
                      <a:gd name="connsiteY13" fmla="*/ -2032 h 95994"/>
                      <a:gd name="connsiteX14" fmla="*/ 6290 w 63996"/>
                      <a:gd name="connsiteY14" fmla="*/ 10262 h 95994"/>
                      <a:gd name="connsiteX15" fmla="*/ -1926 w 63996"/>
                      <a:gd name="connsiteY15" fmla="*/ 45935 h 95994"/>
                      <a:gd name="connsiteX16" fmla="*/ 6290 w 63996"/>
                      <a:gd name="connsiteY16" fmla="*/ 81648 h 95994"/>
                      <a:gd name="connsiteX17" fmla="*/ 3006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62" y="84047"/>
                        </a:moveTo>
                        <a:cubicBezTo>
                          <a:pt x="23620" y="84047"/>
                          <a:pt x="18771" y="80875"/>
                          <a:pt x="15517" y="74529"/>
                        </a:cubicBezTo>
                        <a:cubicBezTo>
                          <a:pt x="12276" y="68197"/>
                          <a:pt x="10655" y="58666"/>
                          <a:pt x="10655" y="45935"/>
                        </a:cubicBezTo>
                        <a:cubicBezTo>
                          <a:pt x="10655" y="33258"/>
                          <a:pt x="12276" y="23746"/>
                          <a:pt x="15517" y="17401"/>
                        </a:cubicBezTo>
                        <a:cubicBezTo>
                          <a:pt x="18771" y="11055"/>
                          <a:pt x="23620" y="7883"/>
                          <a:pt x="30062" y="7883"/>
                        </a:cubicBezTo>
                        <a:cubicBezTo>
                          <a:pt x="36558" y="7883"/>
                          <a:pt x="41426" y="11055"/>
                          <a:pt x="44667" y="17401"/>
                        </a:cubicBezTo>
                        <a:cubicBezTo>
                          <a:pt x="47922" y="23746"/>
                          <a:pt x="49549" y="33258"/>
                          <a:pt x="49549" y="45935"/>
                        </a:cubicBezTo>
                        <a:cubicBezTo>
                          <a:pt x="49549" y="58666"/>
                          <a:pt x="47922" y="68197"/>
                          <a:pt x="44667" y="74529"/>
                        </a:cubicBezTo>
                        <a:cubicBezTo>
                          <a:pt x="41426" y="80875"/>
                          <a:pt x="36558" y="84047"/>
                          <a:pt x="30062" y="84047"/>
                        </a:cubicBezTo>
                        <a:close/>
                        <a:moveTo>
                          <a:pt x="30062" y="93962"/>
                        </a:moveTo>
                        <a:cubicBezTo>
                          <a:pt x="40447" y="93962"/>
                          <a:pt x="48378" y="89857"/>
                          <a:pt x="53855" y="81648"/>
                        </a:cubicBezTo>
                        <a:cubicBezTo>
                          <a:pt x="59332" y="73452"/>
                          <a:pt x="62070" y="61548"/>
                          <a:pt x="62070" y="45935"/>
                        </a:cubicBezTo>
                        <a:cubicBezTo>
                          <a:pt x="62070" y="30363"/>
                          <a:pt x="59332" y="18471"/>
                          <a:pt x="53855" y="10262"/>
                        </a:cubicBezTo>
                        <a:cubicBezTo>
                          <a:pt x="48378" y="2066"/>
                          <a:pt x="40447" y="-2032"/>
                          <a:pt x="30062" y="-2032"/>
                        </a:cubicBezTo>
                        <a:cubicBezTo>
                          <a:pt x="19691" y="-2032"/>
                          <a:pt x="11767" y="2066"/>
                          <a:pt x="6290" y="10262"/>
                        </a:cubicBezTo>
                        <a:cubicBezTo>
                          <a:pt x="813" y="18471"/>
                          <a:pt x="-1926" y="30363"/>
                          <a:pt x="-1926" y="45935"/>
                        </a:cubicBezTo>
                        <a:cubicBezTo>
                          <a:pt x="-1926" y="61548"/>
                          <a:pt x="813" y="73452"/>
                          <a:pt x="6290" y="81648"/>
                        </a:cubicBezTo>
                        <a:cubicBezTo>
                          <a:pt x="11767" y="89857"/>
                          <a:pt x="19691" y="93962"/>
                          <a:pt x="3006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19" name="Graphic 497">
                <a:extLst>
                  <a:ext uri="{FF2B5EF4-FFF2-40B4-BE49-F238E27FC236}">
                    <a16:creationId xmlns:a16="http://schemas.microsoft.com/office/drawing/2014/main" id="{73595736-B967-4285-445E-5211213ED017}"/>
                  </a:ext>
                </a:extLst>
              </p:cNvPr>
              <p:cNvGrpSpPr/>
              <p:nvPr/>
            </p:nvGrpSpPr>
            <p:grpSpPr>
              <a:xfrm>
                <a:off x="4920936" y="4868227"/>
                <a:ext cx="224169" cy="187070"/>
                <a:chOff x="4920936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20" name="Freeform: Shape 519">
                  <a:extLst>
                    <a:ext uri="{FF2B5EF4-FFF2-40B4-BE49-F238E27FC236}">
                      <a16:creationId xmlns:a16="http://schemas.microsoft.com/office/drawing/2014/main" id="{CE70FC44-C223-796B-D284-BDDD5134917A}"/>
                    </a:ext>
                  </a:extLst>
                </p:cNvPr>
                <p:cNvSpPr/>
                <p:nvPr/>
              </p:nvSpPr>
              <p:spPr>
                <a:xfrm>
                  <a:off x="5032339" y="4868227"/>
                  <a:ext cx="12700" cy="44417"/>
                </a:xfrm>
                <a:custGeom>
                  <a:avLst/>
                  <a:gdLst>
                    <a:gd name="connsiteX0" fmla="*/ 147 w 12700"/>
                    <a:gd name="connsiteY0" fmla="*/ 286 h 44417"/>
                    <a:gd name="connsiteX1" fmla="*/ 14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47" y="286"/>
                      </a:moveTo>
                      <a:lnTo>
                        <a:pt x="14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21" name="Graphic 497">
                  <a:extLst>
                    <a:ext uri="{FF2B5EF4-FFF2-40B4-BE49-F238E27FC236}">
                      <a16:creationId xmlns:a16="http://schemas.microsoft.com/office/drawing/2014/main" id="{82953014-F0EC-F640-61D2-F564EC4ED0F4}"/>
                    </a:ext>
                  </a:extLst>
                </p:cNvPr>
                <p:cNvGrpSpPr/>
                <p:nvPr/>
              </p:nvGrpSpPr>
              <p:grpSpPr>
                <a:xfrm>
                  <a:off x="4920936" y="4959304"/>
                  <a:ext cx="224169" cy="95994"/>
                  <a:chOff x="4920936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22" name="Freeform: Shape 521">
                    <a:extLst>
                      <a:ext uri="{FF2B5EF4-FFF2-40B4-BE49-F238E27FC236}">
                        <a16:creationId xmlns:a16="http://schemas.microsoft.com/office/drawing/2014/main" id="{6FE9296F-C9F7-F93B-0284-E239556ED6F4}"/>
                      </a:ext>
                    </a:extLst>
                  </p:cNvPr>
                  <p:cNvSpPr/>
                  <p:nvPr/>
                </p:nvSpPr>
                <p:spPr>
                  <a:xfrm flipV="1">
                    <a:off x="4920936" y="4960969"/>
                    <a:ext cx="59908" cy="94328"/>
                  </a:xfrm>
                  <a:custGeom>
                    <a:avLst/>
                    <a:gdLst>
                      <a:gd name="connsiteX0" fmla="*/ 2047 w 59908"/>
                      <a:gd name="connsiteY0" fmla="*/ 92338 h 94328"/>
                      <a:gd name="connsiteX1" fmla="*/ 51219 w 59908"/>
                      <a:gd name="connsiteY1" fmla="*/ 92338 h 94328"/>
                      <a:gd name="connsiteX2" fmla="*/ 51219 w 59908"/>
                      <a:gd name="connsiteY2" fmla="*/ 81789 h 94328"/>
                      <a:gd name="connsiteX3" fmla="*/ 13516 w 59908"/>
                      <a:gd name="connsiteY3" fmla="*/ 81789 h 94328"/>
                      <a:gd name="connsiteX4" fmla="*/ 13516 w 59908"/>
                      <a:gd name="connsiteY4" fmla="*/ 59124 h 94328"/>
                      <a:gd name="connsiteX5" fmla="*/ 18953 w 59908"/>
                      <a:gd name="connsiteY5" fmla="*/ 60512 h 94328"/>
                      <a:gd name="connsiteX6" fmla="*/ 24430 w 59908"/>
                      <a:gd name="connsiteY6" fmla="*/ 60968 h 94328"/>
                      <a:gd name="connsiteX7" fmla="*/ 48977 w 59908"/>
                      <a:gd name="connsiteY7" fmla="*/ 52481 h 94328"/>
                      <a:gd name="connsiteX8" fmla="*/ 58046 w 59908"/>
                      <a:gd name="connsiteY8" fmla="*/ 29499 h 94328"/>
                      <a:gd name="connsiteX9" fmla="*/ 48739 w 59908"/>
                      <a:gd name="connsiteY9" fmla="*/ 6279 h 94328"/>
                      <a:gd name="connsiteX10" fmla="*/ 22505 w 59908"/>
                      <a:gd name="connsiteY10" fmla="*/ -1990 h 94328"/>
                      <a:gd name="connsiteX11" fmla="*/ 10619 w 59908"/>
                      <a:gd name="connsiteY11" fmla="*/ -999 h 94328"/>
                      <a:gd name="connsiteX12" fmla="*/ -1863 w 59908"/>
                      <a:gd name="connsiteY12" fmla="*/ 1976 h 94328"/>
                      <a:gd name="connsiteX13" fmla="*/ -1863 w 59908"/>
                      <a:gd name="connsiteY13" fmla="*/ 14567 h 94328"/>
                      <a:gd name="connsiteX14" fmla="*/ 9667 w 59908"/>
                      <a:gd name="connsiteY14" fmla="*/ 10046 h 94328"/>
                      <a:gd name="connsiteX15" fmla="*/ 22247 w 59908"/>
                      <a:gd name="connsiteY15" fmla="*/ 8559 h 94328"/>
                      <a:gd name="connsiteX16" fmla="*/ 39234 w 59908"/>
                      <a:gd name="connsiteY16" fmla="*/ 14191 h 94328"/>
                      <a:gd name="connsiteX17" fmla="*/ 45504 w 59908"/>
                      <a:gd name="connsiteY17" fmla="*/ 29499 h 94328"/>
                      <a:gd name="connsiteX18" fmla="*/ 39234 w 59908"/>
                      <a:gd name="connsiteY18" fmla="*/ 44788 h 94328"/>
                      <a:gd name="connsiteX19" fmla="*/ 22247 w 59908"/>
                      <a:gd name="connsiteY19" fmla="*/ 50439 h 94328"/>
                      <a:gd name="connsiteX20" fmla="*/ 12226 w 59908"/>
                      <a:gd name="connsiteY20" fmla="*/ 49328 h 94328"/>
                      <a:gd name="connsiteX21" fmla="*/ 2047 w 59908"/>
                      <a:gd name="connsiteY21" fmla="*/ 45858 h 94328"/>
                      <a:gd name="connsiteX22" fmla="*/ 204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47" y="92338"/>
                        </a:moveTo>
                        <a:lnTo>
                          <a:pt x="51219" y="92338"/>
                        </a:lnTo>
                        <a:lnTo>
                          <a:pt x="51219" y="81789"/>
                        </a:lnTo>
                        <a:lnTo>
                          <a:pt x="13516" y="81789"/>
                        </a:lnTo>
                        <a:lnTo>
                          <a:pt x="13516" y="59124"/>
                        </a:lnTo>
                        <a:cubicBezTo>
                          <a:pt x="15329" y="59746"/>
                          <a:pt x="17141" y="60208"/>
                          <a:pt x="18953" y="60512"/>
                        </a:cubicBezTo>
                        <a:cubicBezTo>
                          <a:pt x="20779" y="60816"/>
                          <a:pt x="22605" y="60968"/>
                          <a:pt x="24430" y="60968"/>
                        </a:cubicBezTo>
                        <a:cubicBezTo>
                          <a:pt x="34762" y="60968"/>
                          <a:pt x="42945" y="58139"/>
                          <a:pt x="48977" y="52481"/>
                        </a:cubicBezTo>
                        <a:cubicBezTo>
                          <a:pt x="55023" y="46823"/>
                          <a:pt x="58046" y="39163"/>
                          <a:pt x="58046" y="29499"/>
                        </a:cubicBezTo>
                        <a:cubicBezTo>
                          <a:pt x="58046" y="19545"/>
                          <a:pt x="54943" y="11805"/>
                          <a:pt x="48739" y="6279"/>
                        </a:cubicBezTo>
                        <a:cubicBezTo>
                          <a:pt x="42534" y="766"/>
                          <a:pt x="33790" y="-1990"/>
                          <a:pt x="22505" y="-1990"/>
                        </a:cubicBezTo>
                        <a:cubicBezTo>
                          <a:pt x="18616" y="-1990"/>
                          <a:pt x="14654" y="-1660"/>
                          <a:pt x="10619" y="-999"/>
                        </a:cubicBezTo>
                        <a:cubicBezTo>
                          <a:pt x="6597" y="-338"/>
                          <a:pt x="2437" y="654"/>
                          <a:pt x="-1863" y="1976"/>
                        </a:cubicBezTo>
                        <a:lnTo>
                          <a:pt x="-1863" y="14567"/>
                        </a:lnTo>
                        <a:cubicBezTo>
                          <a:pt x="1855" y="12545"/>
                          <a:pt x="5698" y="11038"/>
                          <a:pt x="9667" y="10046"/>
                        </a:cubicBezTo>
                        <a:cubicBezTo>
                          <a:pt x="13635" y="9055"/>
                          <a:pt x="17829" y="8559"/>
                          <a:pt x="22247" y="8559"/>
                        </a:cubicBezTo>
                        <a:cubicBezTo>
                          <a:pt x="29404" y="8559"/>
                          <a:pt x="35067" y="10436"/>
                          <a:pt x="39234" y="14191"/>
                        </a:cubicBezTo>
                        <a:cubicBezTo>
                          <a:pt x="43414" y="17945"/>
                          <a:pt x="45504" y="23048"/>
                          <a:pt x="45504" y="29499"/>
                        </a:cubicBezTo>
                        <a:cubicBezTo>
                          <a:pt x="45504" y="35937"/>
                          <a:pt x="43414" y="41033"/>
                          <a:pt x="39234" y="44788"/>
                        </a:cubicBezTo>
                        <a:cubicBezTo>
                          <a:pt x="35067" y="48555"/>
                          <a:pt x="29404" y="50439"/>
                          <a:pt x="22247" y="50439"/>
                        </a:cubicBezTo>
                        <a:cubicBezTo>
                          <a:pt x="18901" y="50439"/>
                          <a:pt x="15560" y="50069"/>
                          <a:pt x="12226" y="49328"/>
                        </a:cubicBezTo>
                        <a:cubicBezTo>
                          <a:pt x="8906" y="48588"/>
                          <a:pt x="5513" y="47431"/>
                          <a:pt x="2047" y="45858"/>
                        </a:cubicBezTo>
                        <a:lnTo>
                          <a:pt x="204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23" name="Freeform: Shape 522">
                    <a:extLst>
                      <a:ext uri="{FF2B5EF4-FFF2-40B4-BE49-F238E27FC236}">
                        <a16:creationId xmlns:a16="http://schemas.microsoft.com/office/drawing/2014/main" id="{D8EC4600-FE6B-08C0-A277-B910B8E86588}"/>
                      </a:ext>
                    </a:extLst>
                  </p:cNvPr>
                  <p:cNvSpPr/>
                  <p:nvPr/>
                </p:nvSpPr>
                <p:spPr>
                  <a:xfrm flipV="1">
                    <a:off x="5001241" y="4959304"/>
                    <a:ext cx="58777" cy="94189"/>
                  </a:xfrm>
                  <a:custGeom>
                    <a:avLst/>
                    <a:gdLst>
                      <a:gd name="connsiteX0" fmla="*/ 13259 w 58777"/>
                      <a:gd name="connsiteY0" fmla="*/ 8452 h 94189"/>
                      <a:gd name="connsiteX1" fmla="*/ 56974 w 58777"/>
                      <a:gd name="connsiteY1" fmla="*/ 8452 h 94189"/>
                      <a:gd name="connsiteX2" fmla="*/ 56974 w 58777"/>
                      <a:gd name="connsiteY2" fmla="*/ -2078 h 94189"/>
                      <a:gd name="connsiteX3" fmla="*/ -1803 w 58777"/>
                      <a:gd name="connsiteY3" fmla="*/ -2078 h 94189"/>
                      <a:gd name="connsiteX4" fmla="*/ -1803 w 58777"/>
                      <a:gd name="connsiteY4" fmla="*/ 8452 h 94189"/>
                      <a:gd name="connsiteX5" fmla="*/ 17624 w 58777"/>
                      <a:gd name="connsiteY5" fmla="*/ 28241 h 94189"/>
                      <a:gd name="connsiteX6" fmla="*/ 33102 w 58777"/>
                      <a:gd name="connsiteY6" fmla="*/ 44283 h 94189"/>
                      <a:gd name="connsiteX7" fmla="*/ 41496 w 58777"/>
                      <a:gd name="connsiteY7" fmla="*/ 55705 h 94189"/>
                      <a:gd name="connsiteX8" fmla="*/ 43897 w 58777"/>
                      <a:gd name="connsiteY8" fmla="*/ 64906 h 94189"/>
                      <a:gd name="connsiteX9" fmla="*/ 38718 w 58777"/>
                      <a:gd name="connsiteY9" fmla="*/ 76923 h 94189"/>
                      <a:gd name="connsiteX10" fmla="*/ 25224 w 58777"/>
                      <a:gd name="connsiteY10" fmla="*/ 81583 h 94189"/>
                      <a:gd name="connsiteX11" fmla="*/ 12782 w 58777"/>
                      <a:gd name="connsiteY11" fmla="*/ 79540 h 94189"/>
                      <a:gd name="connsiteX12" fmla="*/ -1188 w 58777"/>
                      <a:gd name="connsiteY12" fmla="*/ 73334 h 94189"/>
                      <a:gd name="connsiteX13" fmla="*/ -1188 w 58777"/>
                      <a:gd name="connsiteY13" fmla="*/ 85985 h 94189"/>
                      <a:gd name="connsiteX14" fmla="*/ 12941 w 58777"/>
                      <a:gd name="connsiteY14" fmla="*/ 90565 h 94189"/>
                      <a:gd name="connsiteX15" fmla="*/ 24986 w 58777"/>
                      <a:gd name="connsiteY15" fmla="*/ 92112 h 94189"/>
                      <a:gd name="connsiteX16" fmla="*/ 47926 w 58777"/>
                      <a:gd name="connsiteY16" fmla="*/ 84914 h 94189"/>
                      <a:gd name="connsiteX17" fmla="*/ 56478 w 58777"/>
                      <a:gd name="connsiteY17" fmla="*/ 65719 h 94189"/>
                      <a:gd name="connsiteX18" fmla="*/ 54335 w 58777"/>
                      <a:gd name="connsiteY18" fmla="*/ 54892 h 94189"/>
                      <a:gd name="connsiteX19" fmla="*/ 46556 w 58777"/>
                      <a:gd name="connsiteY19" fmla="*/ 42856 h 94189"/>
                      <a:gd name="connsiteX20" fmla="*/ 36694 w 58777"/>
                      <a:gd name="connsiteY20" fmla="*/ 32465 h 94189"/>
                      <a:gd name="connsiteX21" fmla="*/ 13259 w 58777"/>
                      <a:gd name="connsiteY21" fmla="*/ 8452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259" y="8452"/>
                        </a:moveTo>
                        <a:lnTo>
                          <a:pt x="56974" y="8452"/>
                        </a:lnTo>
                        <a:lnTo>
                          <a:pt x="56974" y="-2078"/>
                        </a:lnTo>
                        <a:lnTo>
                          <a:pt x="-1803" y="-2078"/>
                        </a:lnTo>
                        <a:lnTo>
                          <a:pt x="-1803" y="8452"/>
                        </a:lnTo>
                        <a:cubicBezTo>
                          <a:pt x="2946" y="13369"/>
                          <a:pt x="9422" y="19966"/>
                          <a:pt x="17624" y="28241"/>
                        </a:cubicBezTo>
                        <a:cubicBezTo>
                          <a:pt x="25839" y="36530"/>
                          <a:pt x="30999" y="41877"/>
                          <a:pt x="33102" y="44283"/>
                        </a:cubicBezTo>
                        <a:cubicBezTo>
                          <a:pt x="37111" y="48778"/>
                          <a:pt x="39909" y="52585"/>
                          <a:pt x="41496" y="55705"/>
                        </a:cubicBezTo>
                        <a:cubicBezTo>
                          <a:pt x="43097" y="58825"/>
                          <a:pt x="43897" y="61892"/>
                          <a:pt x="43897" y="64906"/>
                        </a:cubicBezTo>
                        <a:cubicBezTo>
                          <a:pt x="43897" y="69824"/>
                          <a:pt x="42171" y="73829"/>
                          <a:pt x="38718" y="76923"/>
                        </a:cubicBezTo>
                        <a:cubicBezTo>
                          <a:pt x="35265" y="80029"/>
                          <a:pt x="30767" y="81583"/>
                          <a:pt x="25224" y="81583"/>
                        </a:cubicBezTo>
                        <a:cubicBezTo>
                          <a:pt x="21295" y="81583"/>
                          <a:pt x="17148" y="80902"/>
                          <a:pt x="12782" y="79540"/>
                        </a:cubicBezTo>
                        <a:cubicBezTo>
                          <a:pt x="8430" y="78179"/>
                          <a:pt x="3773" y="76110"/>
                          <a:pt x="-1188" y="73334"/>
                        </a:cubicBezTo>
                        <a:lnTo>
                          <a:pt x="-1188" y="85985"/>
                        </a:lnTo>
                        <a:cubicBezTo>
                          <a:pt x="3853" y="88007"/>
                          <a:pt x="8562" y="89534"/>
                          <a:pt x="12941" y="90565"/>
                        </a:cubicBezTo>
                        <a:cubicBezTo>
                          <a:pt x="17333" y="91596"/>
                          <a:pt x="21348" y="92112"/>
                          <a:pt x="24986" y="92112"/>
                        </a:cubicBezTo>
                        <a:cubicBezTo>
                          <a:pt x="34577" y="92112"/>
                          <a:pt x="42224" y="89713"/>
                          <a:pt x="47926" y="84914"/>
                        </a:cubicBezTo>
                        <a:cubicBezTo>
                          <a:pt x="53627" y="80128"/>
                          <a:pt x="56478" y="73730"/>
                          <a:pt x="56478" y="65719"/>
                        </a:cubicBezTo>
                        <a:cubicBezTo>
                          <a:pt x="56478" y="61912"/>
                          <a:pt x="55764" y="58303"/>
                          <a:pt x="54335" y="54892"/>
                        </a:cubicBezTo>
                        <a:cubicBezTo>
                          <a:pt x="52920" y="51495"/>
                          <a:pt x="50327" y="47483"/>
                          <a:pt x="46556" y="42856"/>
                        </a:cubicBezTo>
                        <a:cubicBezTo>
                          <a:pt x="45524" y="41653"/>
                          <a:pt x="42237" y="38189"/>
                          <a:pt x="36694" y="32465"/>
                        </a:cubicBezTo>
                        <a:cubicBezTo>
                          <a:pt x="31164" y="26741"/>
                          <a:pt x="23352" y="18737"/>
                          <a:pt x="13259" y="845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24" name="Freeform: Shape 523">
                    <a:extLst>
                      <a:ext uri="{FF2B5EF4-FFF2-40B4-BE49-F238E27FC236}">
                        <a16:creationId xmlns:a16="http://schemas.microsoft.com/office/drawing/2014/main" id="{03458D58-E8B6-4AE4-F7BE-D8E52B7C1961}"/>
                      </a:ext>
                    </a:extLst>
                  </p:cNvPr>
                  <p:cNvSpPr/>
                  <p:nvPr/>
                </p:nvSpPr>
                <p:spPr>
                  <a:xfrm flipV="1">
                    <a:off x="5081110" y="4959304"/>
                    <a:ext cx="63996" cy="95994"/>
                  </a:xfrm>
                  <a:custGeom>
                    <a:avLst/>
                    <a:gdLst>
                      <a:gd name="connsiteX0" fmla="*/ 30107 w 63996"/>
                      <a:gd name="connsiteY0" fmla="*/ 84047 h 95994"/>
                      <a:gd name="connsiteX1" fmla="*/ 15562 w 63996"/>
                      <a:gd name="connsiteY1" fmla="*/ 74529 h 95994"/>
                      <a:gd name="connsiteX2" fmla="*/ 10700 w 63996"/>
                      <a:gd name="connsiteY2" fmla="*/ 45935 h 95994"/>
                      <a:gd name="connsiteX3" fmla="*/ 15562 w 63996"/>
                      <a:gd name="connsiteY3" fmla="*/ 17401 h 95994"/>
                      <a:gd name="connsiteX4" fmla="*/ 30107 w 63996"/>
                      <a:gd name="connsiteY4" fmla="*/ 7883 h 95994"/>
                      <a:gd name="connsiteX5" fmla="*/ 44712 w 63996"/>
                      <a:gd name="connsiteY5" fmla="*/ 17401 h 95994"/>
                      <a:gd name="connsiteX6" fmla="*/ 49594 w 63996"/>
                      <a:gd name="connsiteY6" fmla="*/ 45935 h 95994"/>
                      <a:gd name="connsiteX7" fmla="*/ 44712 w 63996"/>
                      <a:gd name="connsiteY7" fmla="*/ 74529 h 95994"/>
                      <a:gd name="connsiteX8" fmla="*/ 30107 w 63996"/>
                      <a:gd name="connsiteY8" fmla="*/ 84047 h 95994"/>
                      <a:gd name="connsiteX9" fmla="*/ 30107 w 63996"/>
                      <a:gd name="connsiteY9" fmla="*/ 93962 h 95994"/>
                      <a:gd name="connsiteX10" fmla="*/ 53900 w 63996"/>
                      <a:gd name="connsiteY10" fmla="*/ 81648 h 95994"/>
                      <a:gd name="connsiteX11" fmla="*/ 62115 w 63996"/>
                      <a:gd name="connsiteY11" fmla="*/ 45935 h 95994"/>
                      <a:gd name="connsiteX12" fmla="*/ 53900 w 63996"/>
                      <a:gd name="connsiteY12" fmla="*/ 10262 h 95994"/>
                      <a:gd name="connsiteX13" fmla="*/ 30107 w 63996"/>
                      <a:gd name="connsiteY13" fmla="*/ -2032 h 95994"/>
                      <a:gd name="connsiteX14" fmla="*/ 6334 w 63996"/>
                      <a:gd name="connsiteY14" fmla="*/ 10262 h 95994"/>
                      <a:gd name="connsiteX15" fmla="*/ -1881 w 63996"/>
                      <a:gd name="connsiteY15" fmla="*/ 45935 h 95994"/>
                      <a:gd name="connsiteX16" fmla="*/ 6334 w 63996"/>
                      <a:gd name="connsiteY16" fmla="*/ 81648 h 95994"/>
                      <a:gd name="connsiteX17" fmla="*/ 3010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07" y="84047"/>
                        </a:moveTo>
                        <a:cubicBezTo>
                          <a:pt x="23665" y="84047"/>
                          <a:pt x="18816" y="80875"/>
                          <a:pt x="15562" y="74529"/>
                        </a:cubicBezTo>
                        <a:cubicBezTo>
                          <a:pt x="12321" y="68197"/>
                          <a:pt x="10700" y="58666"/>
                          <a:pt x="10700" y="45935"/>
                        </a:cubicBezTo>
                        <a:cubicBezTo>
                          <a:pt x="10700" y="33258"/>
                          <a:pt x="12321" y="23746"/>
                          <a:pt x="15562" y="17401"/>
                        </a:cubicBezTo>
                        <a:cubicBezTo>
                          <a:pt x="18816" y="11055"/>
                          <a:pt x="23665" y="7883"/>
                          <a:pt x="30107" y="7883"/>
                        </a:cubicBezTo>
                        <a:cubicBezTo>
                          <a:pt x="36603" y="7883"/>
                          <a:pt x="41471" y="11055"/>
                          <a:pt x="44712" y="17401"/>
                        </a:cubicBezTo>
                        <a:cubicBezTo>
                          <a:pt x="47967" y="23746"/>
                          <a:pt x="49594" y="33258"/>
                          <a:pt x="49594" y="45935"/>
                        </a:cubicBezTo>
                        <a:cubicBezTo>
                          <a:pt x="49594" y="58666"/>
                          <a:pt x="47967" y="68197"/>
                          <a:pt x="44712" y="74529"/>
                        </a:cubicBezTo>
                        <a:cubicBezTo>
                          <a:pt x="41471" y="80875"/>
                          <a:pt x="36603" y="84047"/>
                          <a:pt x="30107" y="84047"/>
                        </a:cubicBezTo>
                        <a:close/>
                        <a:moveTo>
                          <a:pt x="30107" y="93962"/>
                        </a:moveTo>
                        <a:cubicBezTo>
                          <a:pt x="40492" y="93962"/>
                          <a:pt x="48423" y="89857"/>
                          <a:pt x="53900" y="81648"/>
                        </a:cubicBezTo>
                        <a:cubicBezTo>
                          <a:pt x="59377" y="73452"/>
                          <a:pt x="62115" y="61548"/>
                          <a:pt x="62115" y="45935"/>
                        </a:cubicBezTo>
                        <a:cubicBezTo>
                          <a:pt x="62115" y="30363"/>
                          <a:pt x="59377" y="18471"/>
                          <a:pt x="53900" y="10262"/>
                        </a:cubicBezTo>
                        <a:cubicBezTo>
                          <a:pt x="48423" y="2066"/>
                          <a:pt x="40492" y="-2032"/>
                          <a:pt x="30107" y="-2032"/>
                        </a:cubicBezTo>
                        <a:cubicBezTo>
                          <a:pt x="19736" y="-2032"/>
                          <a:pt x="11811" y="2066"/>
                          <a:pt x="6334" y="10262"/>
                        </a:cubicBezTo>
                        <a:cubicBezTo>
                          <a:pt x="858" y="18471"/>
                          <a:pt x="-1881" y="30363"/>
                          <a:pt x="-1881" y="45935"/>
                        </a:cubicBezTo>
                        <a:cubicBezTo>
                          <a:pt x="-1881" y="61548"/>
                          <a:pt x="858" y="73452"/>
                          <a:pt x="6334" y="81648"/>
                        </a:cubicBezTo>
                        <a:cubicBezTo>
                          <a:pt x="11811" y="89857"/>
                          <a:pt x="19736" y="93962"/>
                          <a:pt x="3010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25" name="Graphic 497">
                <a:extLst>
                  <a:ext uri="{FF2B5EF4-FFF2-40B4-BE49-F238E27FC236}">
                    <a16:creationId xmlns:a16="http://schemas.microsoft.com/office/drawing/2014/main" id="{B6AA778D-0FBC-569B-163A-B578FF71DB6E}"/>
                  </a:ext>
                </a:extLst>
              </p:cNvPr>
              <p:cNvGrpSpPr/>
              <p:nvPr/>
            </p:nvGrpSpPr>
            <p:grpSpPr>
              <a:xfrm>
                <a:off x="5489281" y="4868227"/>
                <a:ext cx="224169" cy="187070"/>
                <a:chOff x="5489281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26" name="Freeform: Shape 525">
                  <a:extLst>
                    <a:ext uri="{FF2B5EF4-FFF2-40B4-BE49-F238E27FC236}">
                      <a16:creationId xmlns:a16="http://schemas.microsoft.com/office/drawing/2014/main" id="{359CD39F-ABD7-579F-F8D4-1B67BA810413}"/>
                    </a:ext>
                  </a:extLst>
                </p:cNvPr>
                <p:cNvSpPr/>
                <p:nvPr/>
              </p:nvSpPr>
              <p:spPr>
                <a:xfrm>
                  <a:off x="5600684" y="4868227"/>
                  <a:ext cx="12700" cy="44417"/>
                </a:xfrm>
                <a:custGeom>
                  <a:avLst/>
                  <a:gdLst>
                    <a:gd name="connsiteX0" fmla="*/ 192 w 12700"/>
                    <a:gd name="connsiteY0" fmla="*/ 286 h 44417"/>
                    <a:gd name="connsiteX1" fmla="*/ 19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92" y="286"/>
                      </a:moveTo>
                      <a:lnTo>
                        <a:pt x="19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27" name="Graphic 497">
                  <a:extLst>
                    <a:ext uri="{FF2B5EF4-FFF2-40B4-BE49-F238E27FC236}">
                      <a16:creationId xmlns:a16="http://schemas.microsoft.com/office/drawing/2014/main" id="{B60A79FB-BCCF-A76B-A861-1E65BFE2F1B7}"/>
                    </a:ext>
                  </a:extLst>
                </p:cNvPr>
                <p:cNvGrpSpPr/>
                <p:nvPr/>
              </p:nvGrpSpPr>
              <p:grpSpPr>
                <a:xfrm>
                  <a:off x="5489281" y="4959304"/>
                  <a:ext cx="224169" cy="95994"/>
                  <a:chOff x="5489281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28" name="Freeform: Shape 527">
                    <a:extLst>
                      <a:ext uri="{FF2B5EF4-FFF2-40B4-BE49-F238E27FC236}">
                        <a16:creationId xmlns:a16="http://schemas.microsoft.com/office/drawing/2014/main" id="{3FF01420-56CE-00C5-C7A5-BF14CFF829C6}"/>
                      </a:ext>
                    </a:extLst>
                  </p:cNvPr>
                  <p:cNvSpPr/>
                  <p:nvPr/>
                </p:nvSpPr>
                <p:spPr>
                  <a:xfrm flipV="1">
                    <a:off x="5489281" y="4960969"/>
                    <a:ext cx="59908" cy="94328"/>
                  </a:xfrm>
                  <a:custGeom>
                    <a:avLst/>
                    <a:gdLst>
                      <a:gd name="connsiteX0" fmla="*/ 2091 w 59908"/>
                      <a:gd name="connsiteY0" fmla="*/ 92338 h 94328"/>
                      <a:gd name="connsiteX1" fmla="*/ 51264 w 59908"/>
                      <a:gd name="connsiteY1" fmla="*/ 92338 h 94328"/>
                      <a:gd name="connsiteX2" fmla="*/ 51264 w 59908"/>
                      <a:gd name="connsiteY2" fmla="*/ 81789 h 94328"/>
                      <a:gd name="connsiteX3" fmla="*/ 13561 w 59908"/>
                      <a:gd name="connsiteY3" fmla="*/ 81789 h 94328"/>
                      <a:gd name="connsiteX4" fmla="*/ 13561 w 59908"/>
                      <a:gd name="connsiteY4" fmla="*/ 59124 h 94328"/>
                      <a:gd name="connsiteX5" fmla="*/ 18998 w 59908"/>
                      <a:gd name="connsiteY5" fmla="*/ 60512 h 94328"/>
                      <a:gd name="connsiteX6" fmla="*/ 24475 w 59908"/>
                      <a:gd name="connsiteY6" fmla="*/ 60968 h 94328"/>
                      <a:gd name="connsiteX7" fmla="*/ 49022 w 59908"/>
                      <a:gd name="connsiteY7" fmla="*/ 52481 h 94328"/>
                      <a:gd name="connsiteX8" fmla="*/ 58090 w 59908"/>
                      <a:gd name="connsiteY8" fmla="*/ 29499 h 94328"/>
                      <a:gd name="connsiteX9" fmla="*/ 48784 w 59908"/>
                      <a:gd name="connsiteY9" fmla="*/ 6279 h 94328"/>
                      <a:gd name="connsiteX10" fmla="*/ 22550 w 59908"/>
                      <a:gd name="connsiteY10" fmla="*/ -1990 h 94328"/>
                      <a:gd name="connsiteX11" fmla="*/ 10664 w 59908"/>
                      <a:gd name="connsiteY11" fmla="*/ -999 h 94328"/>
                      <a:gd name="connsiteX12" fmla="*/ -1818 w 59908"/>
                      <a:gd name="connsiteY12" fmla="*/ 1976 h 94328"/>
                      <a:gd name="connsiteX13" fmla="*/ -1818 w 59908"/>
                      <a:gd name="connsiteY13" fmla="*/ 14567 h 94328"/>
                      <a:gd name="connsiteX14" fmla="*/ 9711 w 59908"/>
                      <a:gd name="connsiteY14" fmla="*/ 10046 h 94328"/>
                      <a:gd name="connsiteX15" fmla="*/ 22292 w 59908"/>
                      <a:gd name="connsiteY15" fmla="*/ 8559 h 94328"/>
                      <a:gd name="connsiteX16" fmla="*/ 39278 w 59908"/>
                      <a:gd name="connsiteY16" fmla="*/ 14191 h 94328"/>
                      <a:gd name="connsiteX17" fmla="*/ 45549 w 59908"/>
                      <a:gd name="connsiteY17" fmla="*/ 29499 h 94328"/>
                      <a:gd name="connsiteX18" fmla="*/ 39278 w 59908"/>
                      <a:gd name="connsiteY18" fmla="*/ 44788 h 94328"/>
                      <a:gd name="connsiteX19" fmla="*/ 22292 w 59908"/>
                      <a:gd name="connsiteY19" fmla="*/ 50439 h 94328"/>
                      <a:gd name="connsiteX20" fmla="*/ 12271 w 59908"/>
                      <a:gd name="connsiteY20" fmla="*/ 49328 h 94328"/>
                      <a:gd name="connsiteX21" fmla="*/ 2091 w 59908"/>
                      <a:gd name="connsiteY21" fmla="*/ 45858 h 94328"/>
                      <a:gd name="connsiteX22" fmla="*/ 209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91" y="92338"/>
                        </a:moveTo>
                        <a:lnTo>
                          <a:pt x="51264" y="92338"/>
                        </a:lnTo>
                        <a:lnTo>
                          <a:pt x="51264" y="81789"/>
                        </a:lnTo>
                        <a:lnTo>
                          <a:pt x="13561" y="81789"/>
                        </a:lnTo>
                        <a:lnTo>
                          <a:pt x="13561" y="59124"/>
                        </a:lnTo>
                        <a:cubicBezTo>
                          <a:pt x="15373" y="59746"/>
                          <a:pt x="17186" y="60208"/>
                          <a:pt x="18998" y="60512"/>
                        </a:cubicBezTo>
                        <a:cubicBezTo>
                          <a:pt x="20824" y="60816"/>
                          <a:pt x="22649" y="60968"/>
                          <a:pt x="24475" y="60968"/>
                        </a:cubicBezTo>
                        <a:cubicBezTo>
                          <a:pt x="34807" y="60968"/>
                          <a:pt x="42989" y="58139"/>
                          <a:pt x="49022" y="52481"/>
                        </a:cubicBezTo>
                        <a:cubicBezTo>
                          <a:pt x="55068" y="46823"/>
                          <a:pt x="58090" y="39163"/>
                          <a:pt x="58090" y="29499"/>
                        </a:cubicBezTo>
                        <a:cubicBezTo>
                          <a:pt x="58090" y="19545"/>
                          <a:pt x="54988" y="11805"/>
                          <a:pt x="48784" y="6279"/>
                        </a:cubicBezTo>
                        <a:cubicBezTo>
                          <a:pt x="42579" y="766"/>
                          <a:pt x="33835" y="-1990"/>
                          <a:pt x="22550" y="-1990"/>
                        </a:cubicBezTo>
                        <a:cubicBezTo>
                          <a:pt x="18661" y="-1990"/>
                          <a:pt x="14699" y="-1660"/>
                          <a:pt x="10664" y="-999"/>
                        </a:cubicBezTo>
                        <a:cubicBezTo>
                          <a:pt x="6642" y="-338"/>
                          <a:pt x="2482" y="654"/>
                          <a:pt x="-1818" y="1976"/>
                        </a:cubicBezTo>
                        <a:lnTo>
                          <a:pt x="-1818" y="14567"/>
                        </a:lnTo>
                        <a:cubicBezTo>
                          <a:pt x="1899" y="12545"/>
                          <a:pt x="5743" y="11038"/>
                          <a:pt x="9711" y="10046"/>
                        </a:cubicBezTo>
                        <a:cubicBezTo>
                          <a:pt x="13680" y="9055"/>
                          <a:pt x="17874" y="8559"/>
                          <a:pt x="22292" y="8559"/>
                        </a:cubicBezTo>
                        <a:cubicBezTo>
                          <a:pt x="29449" y="8559"/>
                          <a:pt x="35111" y="10436"/>
                          <a:pt x="39278" y="14191"/>
                        </a:cubicBezTo>
                        <a:cubicBezTo>
                          <a:pt x="43459" y="17945"/>
                          <a:pt x="45549" y="23048"/>
                          <a:pt x="45549" y="29499"/>
                        </a:cubicBezTo>
                        <a:cubicBezTo>
                          <a:pt x="45549" y="35937"/>
                          <a:pt x="43459" y="41033"/>
                          <a:pt x="39278" y="44788"/>
                        </a:cubicBezTo>
                        <a:cubicBezTo>
                          <a:pt x="35111" y="48555"/>
                          <a:pt x="29449" y="50439"/>
                          <a:pt x="22292" y="50439"/>
                        </a:cubicBezTo>
                        <a:cubicBezTo>
                          <a:pt x="18945" y="50439"/>
                          <a:pt x="15605" y="50069"/>
                          <a:pt x="12271" y="49328"/>
                        </a:cubicBezTo>
                        <a:cubicBezTo>
                          <a:pt x="8951" y="48588"/>
                          <a:pt x="5557" y="47431"/>
                          <a:pt x="2091" y="45858"/>
                        </a:cubicBezTo>
                        <a:lnTo>
                          <a:pt x="209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29" name="Freeform: Shape 528">
                    <a:extLst>
                      <a:ext uri="{FF2B5EF4-FFF2-40B4-BE49-F238E27FC236}">
                        <a16:creationId xmlns:a16="http://schemas.microsoft.com/office/drawing/2014/main" id="{B9FCD291-7CAA-FEA5-BAA6-4EBE8E4C5366}"/>
                      </a:ext>
                    </a:extLst>
                  </p:cNvPr>
                  <p:cNvSpPr/>
                  <p:nvPr/>
                </p:nvSpPr>
                <p:spPr>
                  <a:xfrm flipV="1">
                    <a:off x="5569964" y="4959304"/>
                    <a:ext cx="60940" cy="95994"/>
                  </a:xfrm>
                  <a:custGeom>
                    <a:avLst/>
                    <a:gdLst>
                      <a:gd name="connsiteX0" fmla="*/ 40019 w 60940"/>
                      <a:gd name="connsiteY0" fmla="*/ 49663 h 95994"/>
                      <a:gd name="connsiteX1" fmla="*/ 54048 w 60940"/>
                      <a:gd name="connsiteY1" fmla="*/ 41652 h 95994"/>
                      <a:gd name="connsiteX2" fmla="*/ 59109 w 60940"/>
                      <a:gd name="connsiteY2" fmla="*/ 26661 h 95994"/>
                      <a:gd name="connsiteX3" fmla="*/ 49683 w 60940"/>
                      <a:gd name="connsiteY3" fmla="*/ 5463 h 95994"/>
                      <a:gd name="connsiteX4" fmla="*/ 22894 w 60940"/>
                      <a:gd name="connsiteY4" fmla="*/ -2032 h 95994"/>
                      <a:gd name="connsiteX5" fmla="*/ 10908 w 60940"/>
                      <a:gd name="connsiteY5" fmla="*/ -882 h 95994"/>
                      <a:gd name="connsiteX6" fmla="*/ -1832 w 60940"/>
                      <a:gd name="connsiteY6" fmla="*/ 2568 h 95994"/>
                      <a:gd name="connsiteX7" fmla="*/ -1832 w 60940"/>
                      <a:gd name="connsiteY7" fmla="*/ 14644 h 95994"/>
                      <a:gd name="connsiteX8" fmla="*/ 9559 w 60940"/>
                      <a:gd name="connsiteY8" fmla="*/ 10064 h 95994"/>
                      <a:gd name="connsiteX9" fmla="*/ 22537 w 60940"/>
                      <a:gd name="connsiteY9" fmla="*/ 8517 h 95994"/>
                      <a:gd name="connsiteX10" fmla="*/ 40475 w 60940"/>
                      <a:gd name="connsiteY10" fmla="*/ 13157 h 95994"/>
                      <a:gd name="connsiteX11" fmla="*/ 46647 w 60940"/>
                      <a:gd name="connsiteY11" fmla="*/ 26661 h 95994"/>
                      <a:gd name="connsiteX12" fmla="*/ 40912 w 60940"/>
                      <a:gd name="connsiteY12" fmla="*/ 39451 h 95994"/>
                      <a:gd name="connsiteX13" fmla="*/ 24958 w 60940"/>
                      <a:gd name="connsiteY13" fmla="*/ 44071 h 95994"/>
                      <a:gd name="connsiteX14" fmla="*/ 14163 w 60940"/>
                      <a:gd name="connsiteY14" fmla="*/ 44071 h 95994"/>
                      <a:gd name="connsiteX15" fmla="*/ 14163 w 60940"/>
                      <a:gd name="connsiteY15" fmla="*/ 54363 h 95994"/>
                      <a:gd name="connsiteX16" fmla="*/ 25454 w 60940"/>
                      <a:gd name="connsiteY16" fmla="*/ 54363 h 95994"/>
                      <a:gd name="connsiteX17" fmla="*/ 39582 w 60940"/>
                      <a:gd name="connsiteY17" fmla="*/ 58051 h 95994"/>
                      <a:gd name="connsiteX18" fmla="*/ 44484 w 60940"/>
                      <a:gd name="connsiteY18" fmla="*/ 68680 h 95994"/>
                      <a:gd name="connsiteX19" fmla="*/ 39424 w 60940"/>
                      <a:gd name="connsiteY19" fmla="*/ 79606 h 95994"/>
                      <a:gd name="connsiteX20" fmla="*/ 24958 w 60940"/>
                      <a:gd name="connsiteY20" fmla="*/ 83433 h 95994"/>
                      <a:gd name="connsiteX21" fmla="*/ 13905 w 60940"/>
                      <a:gd name="connsiteY21" fmla="*/ 82302 h 95994"/>
                      <a:gd name="connsiteX22" fmla="*/ 947 w 60940"/>
                      <a:gd name="connsiteY22" fmla="*/ 78852 h 95994"/>
                      <a:gd name="connsiteX23" fmla="*/ 947 w 60940"/>
                      <a:gd name="connsiteY23" fmla="*/ 89996 h 95994"/>
                      <a:gd name="connsiteX24" fmla="*/ 14321 w 60940"/>
                      <a:gd name="connsiteY24" fmla="*/ 92971 h 95994"/>
                      <a:gd name="connsiteX25" fmla="*/ 26069 w 60940"/>
                      <a:gd name="connsiteY25" fmla="*/ 93962 h 95994"/>
                      <a:gd name="connsiteX26" fmla="*/ 48631 w 60940"/>
                      <a:gd name="connsiteY26" fmla="*/ 87478 h 95994"/>
                      <a:gd name="connsiteX27" fmla="*/ 56946 w 60940"/>
                      <a:gd name="connsiteY27" fmla="*/ 69988 h 95994"/>
                      <a:gd name="connsiteX28" fmla="*/ 52540 w 60940"/>
                      <a:gd name="connsiteY28" fmla="*/ 57000 h 95994"/>
                      <a:gd name="connsiteX29" fmla="*/ 40019 w 60940"/>
                      <a:gd name="connsiteY29" fmla="*/ 4966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940" h="95994">
                        <a:moveTo>
                          <a:pt x="40019" y="49663"/>
                        </a:moveTo>
                        <a:cubicBezTo>
                          <a:pt x="46012" y="48381"/>
                          <a:pt x="50688" y="45710"/>
                          <a:pt x="54048" y="41652"/>
                        </a:cubicBezTo>
                        <a:cubicBezTo>
                          <a:pt x="57422" y="37607"/>
                          <a:pt x="59109" y="32610"/>
                          <a:pt x="59109" y="26661"/>
                        </a:cubicBezTo>
                        <a:cubicBezTo>
                          <a:pt x="59109" y="17539"/>
                          <a:pt x="55967" y="10474"/>
                          <a:pt x="49683" y="5463"/>
                        </a:cubicBezTo>
                        <a:cubicBezTo>
                          <a:pt x="43399" y="466"/>
                          <a:pt x="34469" y="-2032"/>
                          <a:pt x="22894" y="-2032"/>
                        </a:cubicBezTo>
                        <a:cubicBezTo>
                          <a:pt x="19018" y="-2032"/>
                          <a:pt x="15022" y="-1649"/>
                          <a:pt x="10908" y="-882"/>
                        </a:cubicBezTo>
                        <a:cubicBezTo>
                          <a:pt x="6794" y="-115"/>
                          <a:pt x="2547" y="1035"/>
                          <a:pt x="-1832" y="2568"/>
                        </a:cubicBezTo>
                        <a:lnTo>
                          <a:pt x="-1832" y="14644"/>
                        </a:lnTo>
                        <a:cubicBezTo>
                          <a:pt x="1635" y="12622"/>
                          <a:pt x="5431" y="11095"/>
                          <a:pt x="9559" y="10064"/>
                        </a:cubicBezTo>
                        <a:cubicBezTo>
                          <a:pt x="13700" y="9033"/>
                          <a:pt x="18025" y="8517"/>
                          <a:pt x="22537" y="8517"/>
                        </a:cubicBezTo>
                        <a:cubicBezTo>
                          <a:pt x="30381" y="8517"/>
                          <a:pt x="36361" y="10064"/>
                          <a:pt x="40475" y="13157"/>
                        </a:cubicBezTo>
                        <a:cubicBezTo>
                          <a:pt x="44590" y="16251"/>
                          <a:pt x="46647" y="20752"/>
                          <a:pt x="46647" y="26661"/>
                        </a:cubicBezTo>
                        <a:cubicBezTo>
                          <a:pt x="46647" y="32121"/>
                          <a:pt x="44735" y="36384"/>
                          <a:pt x="40912" y="39451"/>
                        </a:cubicBezTo>
                        <a:cubicBezTo>
                          <a:pt x="37089" y="42531"/>
                          <a:pt x="31771" y="44071"/>
                          <a:pt x="24958" y="44071"/>
                        </a:cubicBezTo>
                        <a:lnTo>
                          <a:pt x="14163" y="44071"/>
                        </a:lnTo>
                        <a:lnTo>
                          <a:pt x="14163" y="54363"/>
                        </a:lnTo>
                        <a:lnTo>
                          <a:pt x="25454" y="54363"/>
                        </a:lnTo>
                        <a:cubicBezTo>
                          <a:pt x="31605" y="54363"/>
                          <a:pt x="36315" y="55592"/>
                          <a:pt x="39582" y="58051"/>
                        </a:cubicBezTo>
                        <a:cubicBezTo>
                          <a:pt x="42850" y="60510"/>
                          <a:pt x="44484" y="64053"/>
                          <a:pt x="44484" y="68680"/>
                        </a:cubicBezTo>
                        <a:cubicBezTo>
                          <a:pt x="44484" y="73425"/>
                          <a:pt x="42797" y="77067"/>
                          <a:pt x="39424" y="79606"/>
                        </a:cubicBezTo>
                        <a:cubicBezTo>
                          <a:pt x="36063" y="82157"/>
                          <a:pt x="31241" y="83433"/>
                          <a:pt x="24958" y="83433"/>
                        </a:cubicBezTo>
                        <a:cubicBezTo>
                          <a:pt x="21518" y="83433"/>
                          <a:pt x="17834" y="83056"/>
                          <a:pt x="13905" y="82302"/>
                        </a:cubicBezTo>
                        <a:cubicBezTo>
                          <a:pt x="9976" y="81562"/>
                          <a:pt x="5656" y="80412"/>
                          <a:pt x="947" y="78852"/>
                        </a:cubicBezTo>
                        <a:lnTo>
                          <a:pt x="947" y="89996"/>
                        </a:lnTo>
                        <a:cubicBezTo>
                          <a:pt x="5709" y="91318"/>
                          <a:pt x="10167" y="92310"/>
                          <a:pt x="14321" y="92971"/>
                        </a:cubicBezTo>
                        <a:cubicBezTo>
                          <a:pt x="18475" y="93632"/>
                          <a:pt x="22391" y="93962"/>
                          <a:pt x="26069" y="93962"/>
                        </a:cubicBezTo>
                        <a:cubicBezTo>
                          <a:pt x="35581" y="93962"/>
                          <a:pt x="43101" y="91801"/>
                          <a:pt x="48631" y="87478"/>
                        </a:cubicBezTo>
                        <a:cubicBezTo>
                          <a:pt x="54174" y="83168"/>
                          <a:pt x="56946" y="77338"/>
                          <a:pt x="56946" y="69988"/>
                        </a:cubicBezTo>
                        <a:cubicBezTo>
                          <a:pt x="56946" y="64859"/>
                          <a:pt x="55477" y="60530"/>
                          <a:pt x="52540" y="57000"/>
                        </a:cubicBezTo>
                        <a:cubicBezTo>
                          <a:pt x="49603" y="53470"/>
                          <a:pt x="45430" y="51025"/>
                          <a:pt x="40019" y="4966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30" name="Freeform: Shape 529">
                    <a:extLst>
                      <a:ext uri="{FF2B5EF4-FFF2-40B4-BE49-F238E27FC236}">
                        <a16:creationId xmlns:a16="http://schemas.microsoft.com/office/drawing/2014/main" id="{CFB63374-5D2A-63FD-BE51-9A2B15B01C9B}"/>
                      </a:ext>
                    </a:extLst>
                  </p:cNvPr>
                  <p:cNvSpPr/>
                  <p:nvPr/>
                </p:nvSpPr>
                <p:spPr>
                  <a:xfrm flipV="1">
                    <a:off x="5649455" y="4959304"/>
                    <a:ext cx="63996" cy="95994"/>
                  </a:xfrm>
                  <a:custGeom>
                    <a:avLst/>
                    <a:gdLst>
                      <a:gd name="connsiteX0" fmla="*/ 30152 w 63996"/>
                      <a:gd name="connsiteY0" fmla="*/ 84047 h 95994"/>
                      <a:gd name="connsiteX1" fmla="*/ 15607 w 63996"/>
                      <a:gd name="connsiteY1" fmla="*/ 74529 h 95994"/>
                      <a:gd name="connsiteX2" fmla="*/ 10745 w 63996"/>
                      <a:gd name="connsiteY2" fmla="*/ 45935 h 95994"/>
                      <a:gd name="connsiteX3" fmla="*/ 15607 w 63996"/>
                      <a:gd name="connsiteY3" fmla="*/ 17401 h 95994"/>
                      <a:gd name="connsiteX4" fmla="*/ 30152 w 63996"/>
                      <a:gd name="connsiteY4" fmla="*/ 7883 h 95994"/>
                      <a:gd name="connsiteX5" fmla="*/ 44757 w 63996"/>
                      <a:gd name="connsiteY5" fmla="*/ 17401 h 95994"/>
                      <a:gd name="connsiteX6" fmla="*/ 49639 w 63996"/>
                      <a:gd name="connsiteY6" fmla="*/ 45935 h 95994"/>
                      <a:gd name="connsiteX7" fmla="*/ 44757 w 63996"/>
                      <a:gd name="connsiteY7" fmla="*/ 74529 h 95994"/>
                      <a:gd name="connsiteX8" fmla="*/ 30152 w 63996"/>
                      <a:gd name="connsiteY8" fmla="*/ 84047 h 95994"/>
                      <a:gd name="connsiteX9" fmla="*/ 30152 w 63996"/>
                      <a:gd name="connsiteY9" fmla="*/ 93962 h 95994"/>
                      <a:gd name="connsiteX10" fmla="*/ 53945 w 63996"/>
                      <a:gd name="connsiteY10" fmla="*/ 81648 h 95994"/>
                      <a:gd name="connsiteX11" fmla="*/ 62160 w 63996"/>
                      <a:gd name="connsiteY11" fmla="*/ 45935 h 95994"/>
                      <a:gd name="connsiteX12" fmla="*/ 53945 w 63996"/>
                      <a:gd name="connsiteY12" fmla="*/ 10262 h 95994"/>
                      <a:gd name="connsiteX13" fmla="*/ 30152 w 63996"/>
                      <a:gd name="connsiteY13" fmla="*/ -2032 h 95994"/>
                      <a:gd name="connsiteX14" fmla="*/ 6379 w 63996"/>
                      <a:gd name="connsiteY14" fmla="*/ 10262 h 95994"/>
                      <a:gd name="connsiteX15" fmla="*/ -1836 w 63996"/>
                      <a:gd name="connsiteY15" fmla="*/ 45935 h 95994"/>
                      <a:gd name="connsiteX16" fmla="*/ 6379 w 63996"/>
                      <a:gd name="connsiteY16" fmla="*/ 81648 h 95994"/>
                      <a:gd name="connsiteX17" fmla="*/ 30152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52" y="84047"/>
                        </a:moveTo>
                        <a:cubicBezTo>
                          <a:pt x="23709" y="84047"/>
                          <a:pt x="18861" y="80875"/>
                          <a:pt x="15607" y="74529"/>
                        </a:cubicBezTo>
                        <a:cubicBezTo>
                          <a:pt x="12365" y="68197"/>
                          <a:pt x="10745" y="58666"/>
                          <a:pt x="10745" y="45935"/>
                        </a:cubicBezTo>
                        <a:cubicBezTo>
                          <a:pt x="10745" y="33258"/>
                          <a:pt x="12365" y="23746"/>
                          <a:pt x="15607" y="17401"/>
                        </a:cubicBezTo>
                        <a:cubicBezTo>
                          <a:pt x="18861" y="11055"/>
                          <a:pt x="23709" y="7883"/>
                          <a:pt x="30152" y="7883"/>
                        </a:cubicBezTo>
                        <a:cubicBezTo>
                          <a:pt x="36648" y="7883"/>
                          <a:pt x="41516" y="11055"/>
                          <a:pt x="44757" y="17401"/>
                        </a:cubicBezTo>
                        <a:cubicBezTo>
                          <a:pt x="48011" y="23746"/>
                          <a:pt x="49639" y="33258"/>
                          <a:pt x="49639" y="45935"/>
                        </a:cubicBezTo>
                        <a:cubicBezTo>
                          <a:pt x="49639" y="58666"/>
                          <a:pt x="48011" y="68197"/>
                          <a:pt x="44757" y="74529"/>
                        </a:cubicBezTo>
                        <a:cubicBezTo>
                          <a:pt x="41516" y="80875"/>
                          <a:pt x="36648" y="84047"/>
                          <a:pt x="30152" y="84047"/>
                        </a:cubicBezTo>
                        <a:close/>
                        <a:moveTo>
                          <a:pt x="30152" y="93962"/>
                        </a:moveTo>
                        <a:cubicBezTo>
                          <a:pt x="40537" y="93962"/>
                          <a:pt x="48468" y="89857"/>
                          <a:pt x="53945" y="81648"/>
                        </a:cubicBezTo>
                        <a:cubicBezTo>
                          <a:pt x="59422" y="73452"/>
                          <a:pt x="62160" y="61548"/>
                          <a:pt x="62160" y="45935"/>
                        </a:cubicBezTo>
                        <a:cubicBezTo>
                          <a:pt x="62160" y="30363"/>
                          <a:pt x="59422" y="18471"/>
                          <a:pt x="53945" y="10262"/>
                        </a:cubicBezTo>
                        <a:cubicBezTo>
                          <a:pt x="48468" y="2066"/>
                          <a:pt x="40537" y="-2032"/>
                          <a:pt x="30152" y="-2032"/>
                        </a:cubicBezTo>
                        <a:cubicBezTo>
                          <a:pt x="19780" y="-2032"/>
                          <a:pt x="11856" y="2066"/>
                          <a:pt x="6379" y="10262"/>
                        </a:cubicBezTo>
                        <a:cubicBezTo>
                          <a:pt x="902" y="18471"/>
                          <a:pt x="-1836" y="30363"/>
                          <a:pt x="-1836" y="45935"/>
                        </a:cubicBezTo>
                        <a:cubicBezTo>
                          <a:pt x="-1836" y="61548"/>
                          <a:pt x="902" y="73452"/>
                          <a:pt x="6379" y="81648"/>
                        </a:cubicBezTo>
                        <a:cubicBezTo>
                          <a:pt x="11856" y="89857"/>
                          <a:pt x="19780" y="93962"/>
                          <a:pt x="30152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31" name="Graphic 497">
                <a:extLst>
                  <a:ext uri="{FF2B5EF4-FFF2-40B4-BE49-F238E27FC236}">
                    <a16:creationId xmlns:a16="http://schemas.microsoft.com/office/drawing/2014/main" id="{AB5D5C79-9024-84AB-8F28-D76AEAC72838}"/>
                  </a:ext>
                </a:extLst>
              </p:cNvPr>
              <p:cNvGrpSpPr/>
              <p:nvPr/>
            </p:nvGrpSpPr>
            <p:grpSpPr>
              <a:xfrm>
                <a:off x="6057627" y="4868227"/>
                <a:ext cx="224169" cy="187070"/>
                <a:chOff x="605762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32" name="Freeform: Shape 531">
                  <a:extLst>
                    <a:ext uri="{FF2B5EF4-FFF2-40B4-BE49-F238E27FC236}">
                      <a16:creationId xmlns:a16="http://schemas.microsoft.com/office/drawing/2014/main" id="{723D8DC1-9A26-82E5-662E-A1D2D86D875C}"/>
                    </a:ext>
                  </a:extLst>
                </p:cNvPr>
                <p:cNvSpPr/>
                <p:nvPr/>
              </p:nvSpPr>
              <p:spPr>
                <a:xfrm>
                  <a:off x="6169030" y="4868227"/>
                  <a:ext cx="12700" cy="44417"/>
                </a:xfrm>
                <a:custGeom>
                  <a:avLst/>
                  <a:gdLst>
                    <a:gd name="connsiteX0" fmla="*/ 237 w 12700"/>
                    <a:gd name="connsiteY0" fmla="*/ 286 h 44417"/>
                    <a:gd name="connsiteX1" fmla="*/ 237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37" y="286"/>
                      </a:moveTo>
                      <a:lnTo>
                        <a:pt x="237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33" name="Graphic 497">
                  <a:extLst>
                    <a:ext uri="{FF2B5EF4-FFF2-40B4-BE49-F238E27FC236}">
                      <a16:creationId xmlns:a16="http://schemas.microsoft.com/office/drawing/2014/main" id="{8D4F6B6E-0A68-91C3-829E-A7E559820977}"/>
                    </a:ext>
                  </a:extLst>
                </p:cNvPr>
                <p:cNvGrpSpPr/>
                <p:nvPr/>
              </p:nvGrpSpPr>
              <p:grpSpPr>
                <a:xfrm>
                  <a:off x="6057627" y="4959304"/>
                  <a:ext cx="224169" cy="95994"/>
                  <a:chOff x="605762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34" name="Freeform: Shape 533">
                    <a:extLst>
                      <a:ext uri="{FF2B5EF4-FFF2-40B4-BE49-F238E27FC236}">
                        <a16:creationId xmlns:a16="http://schemas.microsoft.com/office/drawing/2014/main" id="{6C398F33-6DB8-4F75-6C5B-21EA55F25ADF}"/>
                      </a:ext>
                    </a:extLst>
                  </p:cNvPr>
                  <p:cNvSpPr/>
                  <p:nvPr/>
                </p:nvSpPr>
                <p:spPr>
                  <a:xfrm flipV="1">
                    <a:off x="6057627" y="4960969"/>
                    <a:ext cx="59908" cy="94328"/>
                  </a:xfrm>
                  <a:custGeom>
                    <a:avLst/>
                    <a:gdLst>
                      <a:gd name="connsiteX0" fmla="*/ 2136 w 59908"/>
                      <a:gd name="connsiteY0" fmla="*/ 92338 h 94328"/>
                      <a:gd name="connsiteX1" fmla="*/ 51309 w 59908"/>
                      <a:gd name="connsiteY1" fmla="*/ 92338 h 94328"/>
                      <a:gd name="connsiteX2" fmla="*/ 51309 w 59908"/>
                      <a:gd name="connsiteY2" fmla="*/ 81789 h 94328"/>
                      <a:gd name="connsiteX3" fmla="*/ 13606 w 59908"/>
                      <a:gd name="connsiteY3" fmla="*/ 81789 h 94328"/>
                      <a:gd name="connsiteX4" fmla="*/ 13606 w 59908"/>
                      <a:gd name="connsiteY4" fmla="*/ 59124 h 94328"/>
                      <a:gd name="connsiteX5" fmla="*/ 19043 w 59908"/>
                      <a:gd name="connsiteY5" fmla="*/ 60512 h 94328"/>
                      <a:gd name="connsiteX6" fmla="*/ 24520 w 59908"/>
                      <a:gd name="connsiteY6" fmla="*/ 60968 h 94328"/>
                      <a:gd name="connsiteX7" fmla="*/ 49067 w 59908"/>
                      <a:gd name="connsiteY7" fmla="*/ 52481 h 94328"/>
                      <a:gd name="connsiteX8" fmla="*/ 58135 w 59908"/>
                      <a:gd name="connsiteY8" fmla="*/ 29499 h 94328"/>
                      <a:gd name="connsiteX9" fmla="*/ 48828 w 59908"/>
                      <a:gd name="connsiteY9" fmla="*/ 6279 h 94328"/>
                      <a:gd name="connsiteX10" fmla="*/ 22595 w 59908"/>
                      <a:gd name="connsiteY10" fmla="*/ -1990 h 94328"/>
                      <a:gd name="connsiteX11" fmla="*/ 10709 w 59908"/>
                      <a:gd name="connsiteY11" fmla="*/ -999 h 94328"/>
                      <a:gd name="connsiteX12" fmla="*/ -1773 w 59908"/>
                      <a:gd name="connsiteY12" fmla="*/ 1976 h 94328"/>
                      <a:gd name="connsiteX13" fmla="*/ -1773 w 59908"/>
                      <a:gd name="connsiteY13" fmla="*/ 14567 h 94328"/>
                      <a:gd name="connsiteX14" fmla="*/ 9756 w 59908"/>
                      <a:gd name="connsiteY14" fmla="*/ 10046 h 94328"/>
                      <a:gd name="connsiteX15" fmla="*/ 22337 w 59908"/>
                      <a:gd name="connsiteY15" fmla="*/ 8559 h 94328"/>
                      <a:gd name="connsiteX16" fmla="*/ 39323 w 59908"/>
                      <a:gd name="connsiteY16" fmla="*/ 14191 h 94328"/>
                      <a:gd name="connsiteX17" fmla="*/ 45594 w 59908"/>
                      <a:gd name="connsiteY17" fmla="*/ 29499 h 94328"/>
                      <a:gd name="connsiteX18" fmla="*/ 39323 w 59908"/>
                      <a:gd name="connsiteY18" fmla="*/ 44788 h 94328"/>
                      <a:gd name="connsiteX19" fmla="*/ 22337 w 59908"/>
                      <a:gd name="connsiteY19" fmla="*/ 50439 h 94328"/>
                      <a:gd name="connsiteX20" fmla="*/ 12316 w 59908"/>
                      <a:gd name="connsiteY20" fmla="*/ 49328 h 94328"/>
                      <a:gd name="connsiteX21" fmla="*/ 2136 w 59908"/>
                      <a:gd name="connsiteY21" fmla="*/ 45858 h 94328"/>
                      <a:gd name="connsiteX22" fmla="*/ 213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36" y="92338"/>
                        </a:moveTo>
                        <a:lnTo>
                          <a:pt x="51309" y="92338"/>
                        </a:lnTo>
                        <a:lnTo>
                          <a:pt x="51309" y="81789"/>
                        </a:lnTo>
                        <a:lnTo>
                          <a:pt x="13606" y="81789"/>
                        </a:lnTo>
                        <a:lnTo>
                          <a:pt x="13606" y="59124"/>
                        </a:lnTo>
                        <a:cubicBezTo>
                          <a:pt x="15418" y="59746"/>
                          <a:pt x="17231" y="60208"/>
                          <a:pt x="19043" y="60512"/>
                        </a:cubicBezTo>
                        <a:cubicBezTo>
                          <a:pt x="20869" y="60816"/>
                          <a:pt x="22694" y="60968"/>
                          <a:pt x="24520" y="60968"/>
                        </a:cubicBezTo>
                        <a:cubicBezTo>
                          <a:pt x="34852" y="60968"/>
                          <a:pt x="43034" y="58139"/>
                          <a:pt x="49067" y="52481"/>
                        </a:cubicBezTo>
                        <a:cubicBezTo>
                          <a:pt x="55112" y="46823"/>
                          <a:pt x="58135" y="39163"/>
                          <a:pt x="58135" y="29499"/>
                        </a:cubicBezTo>
                        <a:cubicBezTo>
                          <a:pt x="58135" y="19545"/>
                          <a:pt x="55033" y="11805"/>
                          <a:pt x="48828" y="6279"/>
                        </a:cubicBezTo>
                        <a:cubicBezTo>
                          <a:pt x="42624" y="766"/>
                          <a:pt x="33879" y="-1990"/>
                          <a:pt x="22595" y="-1990"/>
                        </a:cubicBezTo>
                        <a:cubicBezTo>
                          <a:pt x="18706" y="-1990"/>
                          <a:pt x="14743" y="-1660"/>
                          <a:pt x="10709" y="-999"/>
                        </a:cubicBezTo>
                        <a:cubicBezTo>
                          <a:pt x="6687" y="-338"/>
                          <a:pt x="2526" y="654"/>
                          <a:pt x="-1773" y="1976"/>
                        </a:cubicBezTo>
                        <a:lnTo>
                          <a:pt x="-1773" y="14567"/>
                        </a:lnTo>
                        <a:cubicBezTo>
                          <a:pt x="1944" y="12545"/>
                          <a:pt x="5787" y="11038"/>
                          <a:pt x="9756" y="10046"/>
                        </a:cubicBezTo>
                        <a:cubicBezTo>
                          <a:pt x="13725" y="9055"/>
                          <a:pt x="17918" y="8559"/>
                          <a:pt x="22337" y="8559"/>
                        </a:cubicBezTo>
                        <a:cubicBezTo>
                          <a:pt x="29494" y="8559"/>
                          <a:pt x="35156" y="10436"/>
                          <a:pt x="39323" y="14191"/>
                        </a:cubicBezTo>
                        <a:cubicBezTo>
                          <a:pt x="43504" y="17945"/>
                          <a:pt x="45594" y="23048"/>
                          <a:pt x="45594" y="29499"/>
                        </a:cubicBezTo>
                        <a:cubicBezTo>
                          <a:pt x="45594" y="35937"/>
                          <a:pt x="43504" y="41033"/>
                          <a:pt x="39323" y="44788"/>
                        </a:cubicBezTo>
                        <a:cubicBezTo>
                          <a:pt x="35156" y="48555"/>
                          <a:pt x="29494" y="50439"/>
                          <a:pt x="22337" y="50439"/>
                        </a:cubicBezTo>
                        <a:cubicBezTo>
                          <a:pt x="18990" y="50439"/>
                          <a:pt x="15650" y="50069"/>
                          <a:pt x="12316" y="49328"/>
                        </a:cubicBezTo>
                        <a:cubicBezTo>
                          <a:pt x="8995" y="48588"/>
                          <a:pt x="5602" y="47431"/>
                          <a:pt x="2136" y="45858"/>
                        </a:cubicBezTo>
                        <a:lnTo>
                          <a:pt x="213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35" name="Freeform: Shape 534">
                    <a:extLst>
                      <a:ext uri="{FF2B5EF4-FFF2-40B4-BE49-F238E27FC236}">
                        <a16:creationId xmlns:a16="http://schemas.microsoft.com/office/drawing/2014/main" id="{14F98065-626D-1770-BB89-E6C0DF5FB0B5}"/>
                      </a:ext>
                    </a:extLst>
                  </p:cNvPr>
                  <p:cNvSpPr/>
                  <p:nvPr/>
                </p:nvSpPr>
                <p:spPr>
                  <a:xfrm flipV="1">
                    <a:off x="6134836" y="4960969"/>
                    <a:ext cx="67468" cy="92524"/>
                  </a:xfrm>
                  <a:custGeom>
                    <a:avLst/>
                    <a:gdLst>
                      <a:gd name="connsiteX0" fmla="*/ 40015 w 67468"/>
                      <a:gd name="connsiteY0" fmla="*/ 79582 h 92524"/>
                      <a:gd name="connsiteX1" fmla="*/ 8384 w 67468"/>
                      <a:gd name="connsiteY1" fmla="*/ 30187 h 92524"/>
                      <a:gd name="connsiteX2" fmla="*/ 40015 w 67468"/>
                      <a:gd name="connsiteY2" fmla="*/ 30187 h 92524"/>
                      <a:gd name="connsiteX3" fmla="*/ 40015 w 67468"/>
                      <a:gd name="connsiteY3" fmla="*/ 79582 h 92524"/>
                      <a:gd name="connsiteX4" fmla="*/ 36721 w 67468"/>
                      <a:gd name="connsiteY4" fmla="*/ 90488 h 92524"/>
                      <a:gd name="connsiteX5" fmla="*/ 52477 w 67468"/>
                      <a:gd name="connsiteY5" fmla="*/ 90488 h 92524"/>
                      <a:gd name="connsiteX6" fmla="*/ 52477 w 67468"/>
                      <a:gd name="connsiteY6" fmla="*/ 30187 h 92524"/>
                      <a:gd name="connsiteX7" fmla="*/ 65692 w 67468"/>
                      <a:gd name="connsiteY7" fmla="*/ 30187 h 92524"/>
                      <a:gd name="connsiteX8" fmla="*/ 65692 w 67468"/>
                      <a:gd name="connsiteY8" fmla="*/ 19777 h 92524"/>
                      <a:gd name="connsiteX9" fmla="*/ 52477 w 67468"/>
                      <a:gd name="connsiteY9" fmla="*/ 19777 h 92524"/>
                      <a:gd name="connsiteX10" fmla="*/ 52477 w 67468"/>
                      <a:gd name="connsiteY10" fmla="*/ -2036 h 92524"/>
                      <a:gd name="connsiteX11" fmla="*/ 40015 w 67468"/>
                      <a:gd name="connsiteY11" fmla="*/ -2036 h 92524"/>
                      <a:gd name="connsiteX12" fmla="*/ 40015 w 67468"/>
                      <a:gd name="connsiteY12" fmla="*/ 19777 h 92524"/>
                      <a:gd name="connsiteX13" fmla="*/ -1776 w 67468"/>
                      <a:gd name="connsiteY13" fmla="*/ 19777 h 92524"/>
                      <a:gd name="connsiteX14" fmla="*/ -1776 w 67468"/>
                      <a:gd name="connsiteY14" fmla="*/ 31853 h 92524"/>
                      <a:gd name="connsiteX15" fmla="*/ 36721 w 67468"/>
                      <a:gd name="connsiteY15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40015" y="79582"/>
                        </a:moveTo>
                        <a:lnTo>
                          <a:pt x="8384" y="30187"/>
                        </a:lnTo>
                        <a:lnTo>
                          <a:pt x="40015" y="30187"/>
                        </a:lnTo>
                        <a:lnTo>
                          <a:pt x="40015" y="79582"/>
                        </a:lnTo>
                        <a:close/>
                        <a:moveTo>
                          <a:pt x="36721" y="90488"/>
                        </a:moveTo>
                        <a:lnTo>
                          <a:pt x="52477" y="90488"/>
                        </a:lnTo>
                        <a:lnTo>
                          <a:pt x="52477" y="30187"/>
                        </a:lnTo>
                        <a:lnTo>
                          <a:pt x="65692" y="30187"/>
                        </a:lnTo>
                        <a:lnTo>
                          <a:pt x="65692" y="19777"/>
                        </a:lnTo>
                        <a:lnTo>
                          <a:pt x="52477" y="19777"/>
                        </a:lnTo>
                        <a:lnTo>
                          <a:pt x="52477" y="-2036"/>
                        </a:lnTo>
                        <a:lnTo>
                          <a:pt x="40015" y="-2036"/>
                        </a:lnTo>
                        <a:lnTo>
                          <a:pt x="40015" y="19777"/>
                        </a:lnTo>
                        <a:lnTo>
                          <a:pt x="-1776" y="19777"/>
                        </a:lnTo>
                        <a:lnTo>
                          <a:pt x="-1776" y="31853"/>
                        </a:lnTo>
                        <a:lnTo>
                          <a:pt x="36721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36" name="Freeform: Shape 535">
                    <a:extLst>
                      <a:ext uri="{FF2B5EF4-FFF2-40B4-BE49-F238E27FC236}">
                        <a16:creationId xmlns:a16="http://schemas.microsoft.com/office/drawing/2014/main" id="{F67B0614-B36E-414D-96E6-BF28B6185EAF}"/>
                      </a:ext>
                    </a:extLst>
                  </p:cNvPr>
                  <p:cNvSpPr/>
                  <p:nvPr/>
                </p:nvSpPr>
                <p:spPr>
                  <a:xfrm flipV="1">
                    <a:off x="6217801" y="4959304"/>
                    <a:ext cx="63996" cy="95994"/>
                  </a:xfrm>
                  <a:custGeom>
                    <a:avLst/>
                    <a:gdLst>
                      <a:gd name="connsiteX0" fmla="*/ 30197 w 63996"/>
                      <a:gd name="connsiteY0" fmla="*/ 84047 h 95994"/>
                      <a:gd name="connsiteX1" fmla="*/ 15651 w 63996"/>
                      <a:gd name="connsiteY1" fmla="*/ 74529 h 95994"/>
                      <a:gd name="connsiteX2" fmla="*/ 10790 w 63996"/>
                      <a:gd name="connsiteY2" fmla="*/ 45935 h 95994"/>
                      <a:gd name="connsiteX3" fmla="*/ 15651 w 63996"/>
                      <a:gd name="connsiteY3" fmla="*/ 17401 h 95994"/>
                      <a:gd name="connsiteX4" fmla="*/ 30197 w 63996"/>
                      <a:gd name="connsiteY4" fmla="*/ 7883 h 95994"/>
                      <a:gd name="connsiteX5" fmla="*/ 44802 w 63996"/>
                      <a:gd name="connsiteY5" fmla="*/ 17401 h 95994"/>
                      <a:gd name="connsiteX6" fmla="*/ 49683 w 63996"/>
                      <a:gd name="connsiteY6" fmla="*/ 45935 h 95994"/>
                      <a:gd name="connsiteX7" fmla="*/ 44802 w 63996"/>
                      <a:gd name="connsiteY7" fmla="*/ 74529 h 95994"/>
                      <a:gd name="connsiteX8" fmla="*/ 30197 w 63996"/>
                      <a:gd name="connsiteY8" fmla="*/ 84047 h 95994"/>
                      <a:gd name="connsiteX9" fmla="*/ 30197 w 63996"/>
                      <a:gd name="connsiteY9" fmla="*/ 93962 h 95994"/>
                      <a:gd name="connsiteX10" fmla="*/ 53989 w 63996"/>
                      <a:gd name="connsiteY10" fmla="*/ 81648 h 95994"/>
                      <a:gd name="connsiteX11" fmla="*/ 62205 w 63996"/>
                      <a:gd name="connsiteY11" fmla="*/ 45935 h 95994"/>
                      <a:gd name="connsiteX12" fmla="*/ 53989 w 63996"/>
                      <a:gd name="connsiteY12" fmla="*/ 10262 h 95994"/>
                      <a:gd name="connsiteX13" fmla="*/ 30197 w 63996"/>
                      <a:gd name="connsiteY13" fmla="*/ -2032 h 95994"/>
                      <a:gd name="connsiteX14" fmla="*/ 6424 w 63996"/>
                      <a:gd name="connsiteY14" fmla="*/ 10262 h 95994"/>
                      <a:gd name="connsiteX15" fmla="*/ -1791 w 63996"/>
                      <a:gd name="connsiteY15" fmla="*/ 45935 h 95994"/>
                      <a:gd name="connsiteX16" fmla="*/ 6424 w 63996"/>
                      <a:gd name="connsiteY16" fmla="*/ 81648 h 95994"/>
                      <a:gd name="connsiteX17" fmla="*/ 30197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97" y="84047"/>
                        </a:moveTo>
                        <a:cubicBezTo>
                          <a:pt x="23754" y="84047"/>
                          <a:pt x="18906" y="80875"/>
                          <a:pt x="15651" y="74529"/>
                        </a:cubicBezTo>
                        <a:cubicBezTo>
                          <a:pt x="12410" y="68197"/>
                          <a:pt x="10790" y="58666"/>
                          <a:pt x="10790" y="45935"/>
                        </a:cubicBezTo>
                        <a:cubicBezTo>
                          <a:pt x="10790" y="33258"/>
                          <a:pt x="12410" y="23746"/>
                          <a:pt x="15651" y="17401"/>
                        </a:cubicBezTo>
                        <a:cubicBezTo>
                          <a:pt x="18906" y="11055"/>
                          <a:pt x="23754" y="7883"/>
                          <a:pt x="30197" y="7883"/>
                        </a:cubicBezTo>
                        <a:cubicBezTo>
                          <a:pt x="36692" y="7883"/>
                          <a:pt x="41561" y="11055"/>
                          <a:pt x="44802" y="17401"/>
                        </a:cubicBezTo>
                        <a:cubicBezTo>
                          <a:pt x="48056" y="23746"/>
                          <a:pt x="49683" y="33258"/>
                          <a:pt x="49683" y="45935"/>
                        </a:cubicBezTo>
                        <a:cubicBezTo>
                          <a:pt x="49683" y="58666"/>
                          <a:pt x="48056" y="68197"/>
                          <a:pt x="44802" y="74529"/>
                        </a:cubicBezTo>
                        <a:cubicBezTo>
                          <a:pt x="41561" y="80875"/>
                          <a:pt x="36692" y="84047"/>
                          <a:pt x="30197" y="84047"/>
                        </a:cubicBezTo>
                        <a:close/>
                        <a:moveTo>
                          <a:pt x="30197" y="93962"/>
                        </a:moveTo>
                        <a:cubicBezTo>
                          <a:pt x="40582" y="93962"/>
                          <a:pt x="48513" y="89857"/>
                          <a:pt x="53989" y="81648"/>
                        </a:cubicBezTo>
                        <a:cubicBezTo>
                          <a:pt x="59466" y="73452"/>
                          <a:pt x="62205" y="61548"/>
                          <a:pt x="62205" y="45935"/>
                        </a:cubicBezTo>
                        <a:cubicBezTo>
                          <a:pt x="62205" y="30363"/>
                          <a:pt x="59466" y="18471"/>
                          <a:pt x="53989" y="10262"/>
                        </a:cubicBezTo>
                        <a:cubicBezTo>
                          <a:pt x="48513" y="2066"/>
                          <a:pt x="40582" y="-2032"/>
                          <a:pt x="30197" y="-2032"/>
                        </a:cubicBezTo>
                        <a:cubicBezTo>
                          <a:pt x="19825" y="-2032"/>
                          <a:pt x="11901" y="2066"/>
                          <a:pt x="6424" y="10262"/>
                        </a:cubicBezTo>
                        <a:cubicBezTo>
                          <a:pt x="947" y="18471"/>
                          <a:pt x="-1791" y="30363"/>
                          <a:pt x="-1791" y="45935"/>
                        </a:cubicBezTo>
                        <a:cubicBezTo>
                          <a:pt x="-1791" y="61548"/>
                          <a:pt x="947" y="73452"/>
                          <a:pt x="6424" y="81648"/>
                        </a:cubicBezTo>
                        <a:cubicBezTo>
                          <a:pt x="11901" y="89857"/>
                          <a:pt x="19825" y="93962"/>
                          <a:pt x="30197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37" name="Graphic 497">
                <a:extLst>
                  <a:ext uri="{FF2B5EF4-FFF2-40B4-BE49-F238E27FC236}">
                    <a16:creationId xmlns:a16="http://schemas.microsoft.com/office/drawing/2014/main" id="{5CDF224F-8DCE-1755-2118-79B6CBB5ACC5}"/>
                  </a:ext>
                </a:extLst>
              </p:cNvPr>
              <p:cNvGrpSpPr/>
              <p:nvPr/>
            </p:nvGrpSpPr>
            <p:grpSpPr>
              <a:xfrm>
                <a:off x="6625972" y="4868227"/>
                <a:ext cx="224169" cy="187070"/>
                <a:chOff x="6625972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38" name="Freeform: Shape 537">
                  <a:extLst>
                    <a:ext uri="{FF2B5EF4-FFF2-40B4-BE49-F238E27FC236}">
                      <a16:creationId xmlns:a16="http://schemas.microsoft.com/office/drawing/2014/main" id="{F1538856-A610-129C-031F-72B5B40B9C17}"/>
                    </a:ext>
                  </a:extLst>
                </p:cNvPr>
                <p:cNvSpPr/>
                <p:nvPr/>
              </p:nvSpPr>
              <p:spPr>
                <a:xfrm>
                  <a:off x="6737375" y="4868227"/>
                  <a:ext cx="12700" cy="44417"/>
                </a:xfrm>
                <a:custGeom>
                  <a:avLst/>
                  <a:gdLst>
                    <a:gd name="connsiteX0" fmla="*/ 282 w 12700"/>
                    <a:gd name="connsiteY0" fmla="*/ 286 h 44417"/>
                    <a:gd name="connsiteX1" fmla="*/ 282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82" y="286"/>
                      </a:moveTo>
                      <a:lnTo>
                        <a:pt x="282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39" name="Graphic 497">
                  <a:extLst>
                    <a:ext uri="{FF2B5EF4-FFF2-40B4-BE49-F238E27FC236}">
                      <a16:creationId xmlns:a16="http://schemas.microsoft.com/office/drawing/2014/main" id="{9B4EA864-7676-8EF4-D550-C3858B1546A3}"/>
                    </a:ext>
                  </a:extLst>
                </p:cNvPr>
                <p:cNvGrpSpPr/>
                <p:nvPr/>
              </p:nvGrpSpPr>
              <p:grpSpPr>
                <a:xfrm>
                  <a:off x="6625972" y="4959304"/>
                  <a:ext cx="224169" cy="95994"/>
                  <a:chOff x="6625972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40" name="Freeform: Shape 539">
                    <a:extLst>
                      <a:ext uri="{FF2B5EF4-FFF2-40B4-BE49-F238E27FC236}">
                        <a16:creationId xmlns:a16="http://schemas.microsoft.com/office/drawing/2014/main" id="{F01CBA1C-516A-8540-8752-EE7A57FC76EA}"/>
                      </a:ext>
                    </a:extLst>
                  </p:cNvPr>
                  <p:cNvSpPr/>
                  <p:nvPr/>
                </p:nvSpPr>
                <p:spPr>
                  <a:xfrm flipV="1">
                    <a:off x="6625972" y="4960969"/>
                    <a:ext cx="59908" cy="94328"/>
                  </a:xfrm>
                  <a:custGeom>
                    <a:avLst/>
                    <a:gdLst>
                      <a:gd name="connsiteX0" fmla="*/ 2181 w 59908"/>
                      <a:gd name="connsiteY0" fmla="*/ 92338 h 94328"/>
                      <a:gd name="connsiteX1" fmla="*/ 51354 w 59908"/>
                      <a:gd name="connsiteY1" fmla="*/ 92338 h 94328"/>
                      <a:gd name="connsiteX2" fmla="*/ 51354 w 59908"/>
                      <a:gd name="connsiteY2" fmla="*/ 81789 h 94328"/>
                      <a:gd name="connsiteX3" fmla="*/ 13650 w 59908"/>
                      <a:gd name="connsiteY3" fmla="*/ 81789 h 94328"/>
                      <a:gd name="connsiteX4" fmla="*/ 13650 w 59908"/>
                      <a:gd name="connsiteY4" fmla="*/ 59124 h 94328"/>
                      <a:gd name="connsiteX5" fmla="*/ 19088 w 59908"/>
                      <a:gd name="connsiteY5" fmla="*/ 60512 h 94328"/>
                      <a:gd name="connsiteX6" fmla="*/ 24565 w 59908"/>
                      <a:gd name="connsiteY6" fmla="*/ 60968 h 94328"/>
                      <a:gd name="connsiteX7" fmla="*/ 49111 w 59908"/>
                      <a:gd name="connsiteY7" fmla="*/ 52481 h 94328"/>
                      <a:gd name="connsiteX8" fmla="*/ 58180 w 59908"/>
                      <a:gd name="connsiteY8" fmla="*/ 29499 h 94328"/>
                      <a:gd name="connsiteX9" fmla="*/ 48873 w 59908"/>
                      <a:gd name="connsiteY9" fmla="*/ 6279 h 94328"/>
                      <a:gd name="connsiteX10" fmla="*/ 22640 w 59908"/>
                      <a:gd name="connsiteY10" fmla="*/ -1990 h 94328"/>
                      <a:gd name="connsiteX11" fmla="*/ 10753 w 59908"/>
                      <a:gd name="connsiteY11" fmla="*/ -999 h 94328"/>
                      <a:gd name="connsiteX12" fmla="*/ -1728 w 59908"/>
                      <a:gd name="connsiteY12" fmla="*/ 1976 h 94328"/>
                      <a:gd name="connsiteX13" fmla="*/ -1728 w 59908"/>
                      <a:gd name="connsiteY13" fmla="*/ 14567 h 94328"/>
                      <a:gd name="connsiteX14" fmla="*/ 9801 w 59908"/>
                      <a:gd name="connsiteY14" fmla="*/ 10046 h 94328"/>
                      <a:gd name="connsiteX15" fmla="*/ 22382 w 59908"/>
                      <a:gd name="connsiteY15" fmla="*/ 8559 h 94328"/>
                      <a:gd name="connsiteX16" fmla="*/ 39368 w 59908"/>
                      <a:gd name="connsiteY16" fmla="*/ 14191 h 94328"/>
                      <a:gd name="connsiteX17" fmla="*/ 45639 w 59908"/>
                      <a:gd name="connsiteY17" fmla="*/ 29499 h 94328"/>
                      <a:gd name="connsiteX18" fmla="*/ 39368 w 59908"/>
                      <a:gd name="connsiteY18" fmla="*/ 44788 h 94328"/>
                      <a:gd name="connsiteX19" fmla="*/ 22382 w 59908"/>
                      <a:gd name="connsiteY19" fmla="*/ 50439 h 94328"/>
                      <a:gd name="connsiteX20" fmla="*/ 12361 w 59908"/>
                      <a:gd name="connsiteY20" fmla="*/ 49328 h 94328"/>
                      <a:gd name="connsiteX21" fmla="*/ 2181 w 59908"/>
                      <a:gd name="connsiteY21" fmla="*/ 45858 h 94328"/>
                      <a:gd name="connsiteX22" fmla="*/ 2181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1" y="92338"/>
                        </a:moveTo>
                        <a:lnTo>
                          <a:pt x="51354" y="92338"/>
                        </a:lnTo>
                        <a:lnTo>
                          <a:pt x="51354" y="81789"/>
                        </a:lnTo>
                        <a:lnTo>
                          <a:pt x="13650" y="81789"/>
                        </a:lnTo>
                        <a:lnTo>
                          <a:pt x="13650" y="59124"/>
                        </a:lnTo>
                        <a:cubicBezTo>
                          <a:pt x="15463" y="59746"/>
                          <a:pt x="17275" y="60208"/>
                          <a:pt x="19088" y="60512"/>
                        </a:cubicBezTo>
                        <a:cubicBezTo>
                          <a:pt x="20913" y="60816"/>
                          <a:pt x="22739" y="60968"/>
                          <a:pt x="24565" y="60968"/>
                        </a:cubicBezTo>
                        <a:cubicBezTo>
                          <a:pt x="34897" y="60968"/>
                          <a:pt x="43079" y="58139"/>
                          <a:pt x="49111" y="52481"/>
                        </a:cubicBezTo>
                        <a:cubicBezTo>
                          <a:pt x="55157" y="46823"/>
                          <a:pt x="58180" y="39163"/>
                          <a:pt x="58180" y="29499"/>
                        </a:cubicBezTo>
                        <a:cubicBezTo>
                          <a:pt x="58180" y="19545"/>
                          <a:pt x="55078" y="11805"/>
                          <a:pt x="48873" y="6279"/>
                        </a:cubicBezTo>
                        <a:cubicBezTo>
                          <a:pt x="42669" y="766"/>
                          <a:pt x="33924" y="-1990"/>
                          <a:pt x="22640" y="-1990"/>
                        </a:cubicBezTo>
                        <a:cubicBezTo>
                          <a:pt x="18750" y="-1990"/>
                          <a:pt x="14788" y="-1660"/>
                          <a:pt x="10753" y="-999"/>
                        </a:cubicBezTo>
                        <a:cubicBezTo>
                          <a:pt x="6732" y="-338"/>
                          <a:pt x="2571" y="654"/>
                          <a:pt x="-1728" y="1976"/>
                        </a:cubicBezTo>
                        <a:lnTo>
                          <a:pt x="-1728" y="14567"/>
                        </a:lnTo>
                        <a:cubicBezTo>
                          <a:pt x="1989" y="12545"/>
                          <a:pt x="5832" y="11038"/>
                          <a:pt x="9801" y="10046"/>
                        </a:cubicBezTo>
                        <a:cubicBezTo>
                          <a:pt x="13770" y="9055"/>
                          <a:pt x="17963" y="8559"/>
                          <a:pt x="22382" y="8559"/>
                        </a:cubicBezTo>
                        <a:cubicBezTo>
                          <a:pt x="29539" y="8559"/>
                          <a:pt x="35201" y="10436"/>
                          <a:pt x="39368" y="14191"/>
                        </a:cubicBezTo>
                        <a:cubicBezTo>
                          <a:pt x="43548" y="17945"/>
                          <a:pt x="45639" y="23048"/>
                          <a:pt x="45639" y="29499"/>
                        </a:cubicBezTo>
                        <a:cubicBezTo>
                          <a:pt x="45639" y="35937"/>
                          <a:pt x="43548" y="41033"/>
                          <a:pt x="39368" y="44788"/>
                        </a:cubicBezTo>
                        <a:cubicBezTo>
                          <a:pt x="35201" y="48555"/>
                          <a:pt x="29539" y="50439"/>
                          <a:pt x="22382" y="50439"/>
                        </a:cubicBezTo>
                        <a:cubicBezTo>
                          <a:pt x="19035" y="50439"/>
                          <a:pt x="15694" y="50069"/>
                          <a:pt x="12361" y="49328"/>
                        </a:cubicBezTo>
                        <a:cubicBezTo>
                          <a:pt x="9040" y="48588"/>
                          <a:pt x="5647" y="47431"/>
                          <a:pt x="2181" y="45858"/>
                        </a:cubicBezTo>
                        <a:lnTo>
                          <a:pt x="2181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1" name="Freeform: Shape 540">
                    <a:extLst>
                      <a:ext uri="{FF2B5EF4-FFF2-40B4-BE49-F238E27FC236}">
                        <a16:creationId xmlns:a16="http://schemas.microsoft.com/office/drawing/2014/main" id="{D04E9627-365B-3787-C3E7-DDDBFFA06504}"/>
                      </a:ext>
                    </a:extLst>
                  </p:cNvPr>
                  <p:cNvSpPr/>
                  <p:nvPr/>
                </p:nvSpPr>
                <p:spPr>
                  <a:xfrm flipV="1">
                    <a:off x="6706773" y="4960969"/>
                    <a:ext cx="59908" cy="94328"/>
                  </a:xfrm>
                  <a:custGeom>
                    <a:avLst/>
                    <a:gdLst>
                      <a:gd name="connsiteX0" fmla="*/ 2187 w 59908"/>
                      <a:gd name="connsiteY0" fmla="*/ 92338 h 94328"/>
                      <a:gd name="connsiteX1" fmla="*/ 51360 w 59908"/>
                      <a:gd name="connsiteY1" fmla="*/ 92338 h 94328"/>
                      <a:gd name="connsiteX2" fmla="*/ 51360 w 59908"/>
                      <a:gd name="connsiteY2" fmla="*/ 81789 h 94328"/>
                      <a:gd name="connsiteX3" fmla="*/ 13657 w 59908"/>
                      <a:gd name="connsiteY3" fmla="*/ 81789 h 94328"/>
                      <a:gd name="connsiteX4" fmla="*/ 13657 w 59908"/>
                      <a:gd name="connsiteY4" fmla="*/ 59124 h 94328"/>
                      <a:gd name="connsiteX5" fmla="*/ 19094 w 59908"/>
                      <a:gd name="connsiteY5" fmla="*/ 60512 h 94328"/>
                      <a:gd name="connsiteX6" fmla="*/ 24571 w 59908"/>
                      <a:gd name="connsiteY6" fmla="*/ 60968 h 94328"/>
                      <a:gd name="connsiteX7" fmla="*/ 49118 w 59908"/>
                      <a:gd name="connsiteY7" fmla="*/ 52481 h 94328"/>
                      <a:gd name="connsiteX8" fmla="*/ 58186 w 59908"/>
                      <a:gd name="connsiteY8" fmla="*/ 29499 h 94328"/>
                      <a:gd name="connsiteX9" fmla="*/ 48880 w 59908"/>
                      <a:gd name="connsiteY9" fmla="*/ 6279 h 94328"/>
                      <a:gd name="connsiteX10" fmla="*/ 22646 w 59908"/>
                      <a:gd name="connsiteY10" fmla="*/ -1990 h 94328"/>
                      <a:gd name="connsiteX11" fmla="*/ 10760 w 59908"/>
                      <a:gd name="connsiteY11" fmla="*/ -999 h 94328"/>
                      <a:gd name="connsiteX12" fmla="*/ -1722 w 59908"/>
                      <a:gd name="connsiteY12" fmla="*/ 1976 h 94328"/>
                      <a:gd name="connsiteX13" fmla="*/ -1722 w 59908"/>
                      <a:gd name="connsiteY13" fmla="*/ 14567 h 94328"/>
                      <a:gd name="connsiteX14" fmla="*/ 9807 w 59908"/>
                      <a:gd name="connsiteY14" fmla="*/ 10046 h 94328"/>
                      <a:gd name="connsiteX15" fmla="*/ 22388 w 59908"/>
                      <a:gd name="connsiteY15" fmla="*/ 8559 h 94328"/>
                      <a:gd name="connsiteX16" fmla="*/ 39374 w 59908"/>
                      <a:gd name="connsiteY16" fmla="*/ 14191 h 94328"/>
                      <a:gd name="connsiteX17" fmla="*/ 45645 w 59908"/>
                      <a:gd name="connsiteY17" fmla="*/ 29499 h 94328"/>
                      <a:gd name="connsiteX18" fmla="*/ 39374 w 59908"/>
                      <a:gd name="connsiteY18" fmla="*/ 44788 h 94328"/>
                      <a:gd name="connsiteX19" fmla="*/ 22388 w 59908"/>
                      <a:gd name="connsiteY19" fmla="*/ 50439 h 94328"/>
                      <a:gd name="connsiteX20" fmla="*/ 12367 w 59908"/>
                      <a:gd name="connsiteY20" fmla="*/ 49328 h 94328"/>
                      <a:gd name="connsiteX21" fmla="*/ 2187 w 59908"/>
                      <a:gd name="connsiteY21" fmla="*/ 45858 h 94328"/>
                      <a:gd name="connsiteX22" fmla="*/ 2187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87" y="92338"/>
                        </a:moveTo>
                        <a:lnTo>
                          <a:pt x="51360" y="92338"/>
                        </a:lnTo>
                        <a:lnTo>
                          <a:pt x="51360" y="81789"/>
                        </a:lnTo>
                        <a:lnTo>
                          <a:pt x="13657" y="81789"/>
                        </a:lnTo>
                        <a:lnTo>
                          <a:pt x="13657" y="59124"/>
                        </a:lnTo>
                        <a:cubicBezTo>
                          <a:pt x="15469" y="59746"/>
                          <a:pt x="17282" y="60208"/>
                          <a:pt x="19094" y="60512"/>
                        </a:cubicBezTo>
                        <a:cubicBezTo>
                          <a:pt x="20920" y="60816"/>
                          <a:pt x="22745" y="60968"/>
                          <a:pt x="24571" y="60968"/>
                        </a:cubicBezTo>
                        <a:cubicBezTo>
                          <a:pt x="34903" y="60968"/>
                          <a:pt x="43085" y="58139"/>
                          <a:pt x="49118" y="52481"/>
                        </a:cubicBezTo>
                        <a:cubicBezTo>
                          <a:pt x="55163" y="46823"/>
                          <a:pt x="58186" y="39163"/>
                          <a:pt x="58186" y="29499"/>
                        </a:cubicBezTo>
                        <a:cubicBezTo>
                          <a:pt x="58186" y="19545"/>
                          <a:pt x="55084" y="11805"/>
                          <a:pt x="48880" y="6279"/>
                        </a:cubicBezTo>
                        <a:cubicBezTo>
                          <a:pt x="42675" y="766"/>
                          <a:pt x="33931" y="-1990"/>
                          <a:pt x="22646" y="-1990"/>
                        </a:cubicBezTo>
                        <a:cubicBezTo>
                          <a:pt x="18757" y="-1990"/>
                          <a:pt x="14795" y="-1660"/>
                          <a:pt x="10760" y="-999"/>
                        </a:cubicBezTo>
                        <a:cubicBezTo>
                          <a:pt x="6738" y="-338"/>
                          <a:pt x="2577" y="654"/>
                          <a:pt x="-1722" y="1976"/>
                        </a:cubicBezTo>
                        <a:lnTo>
                          <a:pt x="-1722" y="14567"/>
                        </a:lnTo>
                        <a:cubicBezTo>
                          <a:pt x="1995" y="12545"/>
                          <a:pt x="5838" y="11038"/>
                          <a:pt x="9807" y="10046"/>
                        </a:cubicBezTo>
                        <a:cubicBezTo>
                          <a:pt x="13776" y="9055"/>
                          <a:pt x="17970" y="8559"/>
                          <a:pt x="22388" y="8559"/>
                        </a:cubicBezTo>
                        <a:cubicBezTo>
                          <a:pt x="29545" y="8559"/>
                          <a:pt x="35207" y="10436"/>
                          <a:pt x="39374" y="14191"/>
                        </a:cubicBezTo>
                        <a:cubicBezTo>
                          <a:pt x="43555" y="17945"/>
                          <a:pt x="45645" y="23048"/>
                          <a:pt x="45645" y="29499"/>
                        </a:cubicBezTo>
                        <a:cubicBezTo>
                          <a:pt x="45645" y="35937"/>
                          <a:pt x="43555" y="41033"/>
                          <a:pt x="39374" y="44788"/>
                        </a:cubicBezTo>
                        <a:cubicBezTo>
                          <a:pt x="35207" y="48555"/>
                          <a:pt x="29545" y="50439"/>
                          <a:pt x="22388" y="50439"/>
                        </a:cubicBezTo>
                        <a:cubicBezTo>
                          <a:pt x="19041" y="50439"/>
                          <a:pt x="15701" y="50069"/>
                          <a:pt x="12367" y="49328"/>
                        </a:cubicBezTo>
                        <a:cubicBezTo>
                          <a:pt x="9046" y="48588"/>
                          <a:pt x="5653" y="47431"/>
                          <a:pt x="2187" y="45858"/>
                        </a:cubicBezTo>
                        <a:lnTo>
                          <a:pt x="2187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2" name="Freeform: Shape 541">
                    <a:extLst>
                      <a:ext uri="{FF2B5EF4-FFF2-40B4-BE49-F238E27FC236}">
                        <a16:creationId xmlns:a16="http://schemas.microsoft.com/office/drawing/2014/main" id="{A7ED9B1F-74F8-97CF-E71C-4CAB6C911A87}"/>
                      </a:ext>
                    </a:extLst>
                  </p:cNvPr>
                  <p:cNvSpPr/>
                  <p:nvPr/>
                </p:nvSpPr>
                <p:spPr>
                  <a:xfrm flipV="1">
                    <a:off x="6786146" y="4959304"/>
                    <a:ext cx="63996" cy="95994"/>
                  </a:xfrm>
                  <a:custGeom>
                    <a:avLst/>
                    <a:gdLst>
                      <a:gd name="connsiteX0" fmla="*/ 30241 w 63996"/>
                      <a:gd name="connsiteY0" fmla="*/ 84047 h 95994"/>
                      <a:gd name="connsiteX1" fmla="*/ 15696 w 63996"/>
                      <a:gd name="connsiteY1" fmla="*/ 74529 h 95994"/>
                      <a:gd name="connsiteX2" fmla="*/ 10834 w 63996"/>
                      <a:gd name="connsiteY2" fmla="*/ 45935 h 95994"/>
                      <a:gd name="connsiteX3" fmla="*/ 15696 w 63996"/>
                      <a:gd name="connsiteY3" fmla="*/ 17401 h 95994"/>
                      <a:gd name="connsiteX4" fmla="*/ 30241 w 63996"/>
                      <a:gd name="connsiteY4" fmla="*/ 7883 h 95994"/>
                      <a:gd name="connsiteX5" fmla="*/ 44846 w 63996"/>
                      <a:gd name="connsiteY5" fmla="*/ 17401 h 95994"/>
                      <a:gd name="connsiteX6" fmla="*/ 49728 w 63996"/>
                      <a:gd name="connsiteY6" fmla="*/ 45935 h 95994"/>
                      <a:gd name="connsiteX7" fmla="*/ 44846 w 63996"/>
                      <a:gd name="connsiteY7" fmla="*/ 74529 h 95994"/>
                      <a:gd name="connsiteX8" fmla="*/ 30241 w 63996"/>
                      <a:gd name="connsiteY8" fmla="*/ 84047 h 95994"/>
                      <a:gd name="connsiteX9" fmla="*/ 30241 w 63996"/>
                      <a:gd name="connsiteY9" fmla="*/ 93962 h 95994"/>
                      <a:gd name="connsiteX10" fmla="*/ 54034 w 63996"/>
                      <a:gd name="connsiteY10" fmla="*/ 81648 h 95994"/>
                      <a:gd name="connsiteX11" fmla="*/ 62249 w 63996"/>
                      <a:gd name="connsiteY11" fmla="*/ 45935 h 95994"/>
                      <a:gd name="connsiteX12" fmla="*/ 54034 w 63996"/>
                      <a:gd name="connsiteY12" fmla="*/ 10262 h 95994"/>
                      <a:gd name="connsiteX13" fmla="*/ 30241 w 63996"/>
                      <a:gd name="connsiteY13" fmla="*/ -2032 h 95994"/>
                      <a:gd name="connsiteX14" fmla="*/ 6469 w 63996"/>
                      <a:gd name="connsiteY14" fmla="*/ 10262 h 95994"/>
                      <a:gd name="connsiteX15" fmla="*/ -1747 w 63996"/>
                      <a:gd name="connsiteY15" fmla="*/ 45935 h 95994"/>
                      <a:gd name="connsiteX16" fmla="*/ 6469 w 63996"/>
                      <a:gd name="connsiteY16" fmla="*/ 81648 h 95994"/>
                      <a:gd name="connsiteX17" fmla="*/ 3024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41" y="84047"/>
                        </a:moveTo>
                        <a:cubicBezTo>
                          <a:pt x="23799" y="84047"/>
                          <a:pt x="18950" y="80875"/>
                          <a:pt x="15696" y="74529"/>
                        </a:cubicBezTo>
                        <a:cubicBezTo>
                          <a:pt x="12455" y="68197"/>
                          <a:pt x="10834" y="58666"/>
                          <a:pt x="10834" y="45935"/>
                        </a:cubicBezTo>
                        <a:cubicBezTo>
                          <a:pt x="10834" y="33258"/>
                          <a:pt x="12455" y="23746"/>
                          <a:pt x="15696" y="17401"/>
                        </a:cubicBezTo>
                        <a:cubicBezTo>
                          <a:pt x="18950" y="11055"/>
                          <a:pt x="23799" y="7883"/>
                          <a:pt x="30241" y="7883"/>
                        </a:cubicBezTo>
                        <a:cubicBezTo>
                          <a:pt x="36737" y="7883"/>
                          <a:pt x="41605" y="11055"/>
                          <a:pt x="44846" y="17401"/>
                        </a:cubicBezTo>
                        <a:cubicBezTo>
                          <a:pt x="48101" y="23746"/>
                          <a:pt x="49728" y="33258"/>
                          <a:pt x="49728" y="45935"/>
                        </a:cubicBezTo>
                        <a:cubicBezTo>
                          <a:pt x="49728" y="58666"/>
                          <a:pt x="48101" y="68197"/>
                          <a:pt x="44846" y="74529"/>
                        </a:cubicBezTo>
                        <a:cubicBezTo>
                          <a:pt x="41605" y="80875"/>
                          <a:pt x="36737" y="84047"/>
                          <a:pt x="30241" y="84047"/>
                        </a:cubicBezTo>
                        <a:close/>
                        <a:moveTo>
                          <a:pt x="30241" y="93962"/>
                        </a:moveTo>
                        <a:cubicBezTo>
                          <a:pt x="40626" y="93962"/>
                          <a:pt x="48557" y="89857"/>
                          <a:pt x="54034" y="81648"/>
                        </a:cubicBezTo>
                        <a:cubicBezTo>
                          <a:pt x="59511" y="73452"/>
                          <a:pt x="62249" y="61548"/>
                          <a:pt x="62249" y="45935"/>
                        </a:cubicBezTo>
                        <a:cubicBezTo>
                          <a:pt x="62249" y="30363"/>
                          <a:pt x="59511" y="18471"/>
                          <a:pt x="54034" y="10262"/>
                        </a:cubicBezTo>
                        <a:cubicBezTo>
                          <a:pt x="48557" y="2066"/>
                          <a:pt x="40626" y="-2032"/>
                          <a:pt x="30241" y="-2032"/>
                        </a:cubicBezTo>
                        <a:cubicBezTo>
                          <a:pt x="19870" y="-2032"/>
                          <a:pt x="11946" y="2066"/>
                          <a:pt x="6469" y="10262"/>
                        </a:cubicBezTo>
                        <a:cubicBezTo>
                          <a:pt x="992" y="18471"/>
                          <a:pt x="-1747" y="30363"/>
                          <a:pt x="-1747" y="45935"/>
                        </a:cubicBezTo>
                        <a:cubicBezTo>
                          <a:pt x="-1747" y="61548"/>
                          <a:pt x="992" y="73452"/>
                          <a:pt x="6469" y="81648"/>
                        </a:cubicBezTo>
                        <a:cubicBezTo>
                          <a:pt x="11946" y="89857"/>
                          <a:pt x="19870" y="93962"/>
                          <a:pt x="3024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43" name="Graphic 497">
                <a:extLst>
                  <a:ext uri="{FF2B5EF4-FFF2-40B4-BE49-F238E27FC236}">
                    <a16:creationId xmlns:a16="http://schemas.microsoft.com/office/drawing/2014/main" id="{A3826701-5D7E-4985-A10D-74FCABAD9B25}"/>
                  </a:ext>
                </a:extLst>
              </p:cNvPr>
              <p:cNvGrpSpPr/>
              <p:nvPr/>
            </p:nvGrpSpPr>
            <p:grpSpPr>
              <a:xfrm>
                <a:off x="7194317" y="4868227"/>
                <a:ext cx="224169" cy="187070"/>
                <a:chOff x="7194317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44" name="Freeform: Shape 543">
                  <a:extLst>
                    <a:ext uri="{FF2B5EF4-FFF2-40B4-BE49-F238E27FC236}">
                      <a16:creationId xmlns:a16="http://schemas.microsoft.com/office/drawing/2014/main" id="{0A0C4CBF-24B0-836A-68AC-D5675B30716D}"/>
                    </a:ext>
                  </a:extLst>
                </p:cNvPr>
                <p:cNvSpPr/>
                <p:nvPr/>
              </p:nvSpPr>
              <p:spPr>
                <a:xfrm>
                  <a:off x="7305720" y="4868227"/>
                  <a:ext cx="12700" cy="44417"/>
                </a:xfrm>
                <a:custGeom>
                  <a:avLst/>
                  <a:gdLst>
                    <a:gd name="connsiteX0" fmla="*/ 326 w 12700"/>
                    <a:gd name="connsiteY0" fmla="*/ 286 h 44417"/>
                    <a:gd name="connsiteX1" fmla="*/ 32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26" y="286"/>
                      </a:moveTo>
                      <a:lnTo>
                        <a:pt x="32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45" name="Graphic 497">
                  <a:extLst>
                    <a:ext uri="{FF2B5EF4-FFF2-40B4-BE49-F238E27FC236}">
                      <a16:creationId xmlns:a16="http://schemas.microsoft.com/office/drawing/2014/main" id="{99C5A745-AC65-88F0-41A9-1F96B4A7D7A9}"/>
                    </a:ext>
                  </a:extLst>
                </p:cNvPr>
                <p:cNvGrpSpPr/>
                <p:nvPr/>
              </p:nvGrpSpPr>
              <p:grpSpPr>
                <a:xfrm>
                  <a:off x="7194317" y="4959304"/>
                  <a:ext cx="224169" cy="95994"/>
                  <a:chOff x="7194317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46" name="Freeform: Shape 545">
                    <a:extLst>
                      <a:ext uri="{FF2B5EF4-FFF2-40B4-BE49-F238E27FC236}">
                        <a16:creationId xmlns:a16="http://schemas.microsoft.com/office/drawing/2014/main" id="{BD552E20-B1F2-7746-5738-1EBA5CF626A3}"/>
                      </a:ext>
                    </a:extLst>
                  </p:cNvPr>
                  <p:cNvSpPr/>
                  <p:nvPr/>
                </p:nvSpPr>
                <p:spPr>
                  <a:xfrm flipV="1">
                    <a:off x="7194317" y="4960969"/>
                    <a:ext cx="59908" cy="94328"/>
                  </a:xfrm>
                  <a:custGeom>
                    <a:avLst/>
                    <a:gdLst>
                      <a:gd name="connsiteX0" fmla="*/ 2226 w 59908"/>
                      <a:gd name="connsiteY0" fmla="*/ 92338 h 94328"/>
                      <a:gd name="connsiteX1" fmla="*/ 51398 w 59908"/>
                      <a:gd name="connsiteY1" fmla="*/ 92338 h 94328"/>
                      <a:gd name="connsiteX2" fmla="*/ 51398 w 59908"/>
                      <a:gd name="connsiteY2" fmla="*/ 81789 h 94328"/>
                      <a:gd name="connsiteX3" fmla="*/ 13695 w 59908"/>
                      <a:gd name="connsiteY3" fmla="*/ 81789 h 94328"/>
                      <a:gd name="connsiteX4" fmla="*/ 13695 w 59908"/>
                      <a:gd name="connsiteY4" fmla="*/ 59124 h 94328"/>
                      <a:gd name="connsiteX5" fmla="*/ 19132 w 59908"/>
                      <a:gd name="connsiteY5" fmla="*/ 60512 h 94328"/>
                      <a:gd name="connsiteX6" fmla="*/ 24609 w 59908"/>
                      <a:gd name="connsiteY6" fmla="*/ 60968 h 94328"/>
                      <a:gd name="connsiteX7" fmla="*/ 49156 w 59908"/>
                      <a:gd name="connsiteY7" fmla="*/ 52481 h 94328"/>
                      <a:gd name="connsiteX8" fmla="*/ 58225 w 59908"/>
                      <a:gd name="connsiteY8" fmla="*/ 29499 h 94328"/>
                      <a:gd name="connsiteX9" fmla="*/ 48918 w 59908"/>
                      <a:gd name="connsiteY9" fmla="*/ 6279 h 94328"/>
                      <a:gd name="connsiteX10" fmla="*/ 22684 w 59908"/>
                      <a:gd name="connsiteY10" fmla="*/ -1990 h 94328"/>
                      <a:gd name="connsiteX11" fmla="*/ 10798 w 59908"/>
                      <a:gd name="connsiteY11" fmla="*/ -999 h 94328"/>
                      <a:gd name="connsiteX12" fmla="*/ -1684 w 59908"/>
                      <a:gd name="connsiteY12" fmla="*/ 1976 h 94328"/>
                      <a:gd name="connsiteX13" fmla="*/ -1684 w 59908"/>
                      <a:gd name="connsiteY13" fmla="*/ 14567 h 94328"/>
                      <a:gd name="connsiteX14" fmla="*/ 9846 w 59908"/>
                      <a:gd name="connsiteY14" fmla="*/ 10046 h 94328"/>
                      <a:gd name="connsiteX15" fmla="*/ 22426 w 59908"/>
                      <a:gd name="connsiteY15" fmla="*/ 8559 h 94328"/>
                      <a:gd name="connsiteX16" fmla="*/ 39413 w 59908"/>
                      <a:gd name="connsiteY16" fmla="*/ 14191 h 94328"/>
                      <a:gd name="connsiteX17" fmla="*/ 45683 w 59908"/>
                      <a:gd name="connsiteY17" fmla="*/ 29499 h 94328"/>
                      <a:gd name="connsiteX18" fmla="*/ 39413 w 59908"/>
                      <a:gd name="connsiteY18" fmla="*/ 44788 h 94328"/>
                      <a:gd name="connsiteX19" fmla="*/ 22426 w 59908"/>
                      <a:gd name="connsiteY19" fmla="*/ 50439 h 94328"/>
                      <a:gd name="connsiteX20" fmla="*/ 12405 w 59908"/>
                      <a:gd name="connsiteY20" fmla="*/ 49328 h 94328"/>
                      <a:gd name="connsiteX21" fmla="*/ 2226 w 59908"/>
                      <a:gd name="connsiteY21" fmla="*/ 45858 h 94328"/>
                      <a:gd name="connsiteX22" fmla="*/ 2226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26" y="92338"/>
                        </a:moveTo>
                        <a:lnTo>
                          <a:pt x="51398" y="92338"/>
                        </a:lnTo>
                        <a:lnTo>
                          <a:pt x="51398" y="81789"/>
                        </a:lnTo>
                        <a:lnTo>
                          <a:pt x="13695" y="81789"/>
                        </a:lnTo>
                        <a:lnTo>
                          <a:pt x="13695" y="59124"/>
                        </a:lnTo>
                        <a:cubicBezTo>
                          <a:pt x="15508" y="59746"/>
                          <a:pt x="17320" y="60208"/>
                          <a:pt x="19132" y="60512"/>
                        </a:cubicBezTo>
                        <a:cubicBezTo>
                          <a:pt x="20958" y="60816"/>
                          <a:pt x="22784" y="60968"/>
                          <a:pt x="24609" y="60968"/>
                        </a:cubicBezTo>
                        <a:cubicBezTo>
                          <a:pt x="34941" y="60968"/>
                          <a:pt x="43124" y="58139"/>
                          <a:pt x="49156" y="52481"/>
                        </a:cubicBezTo>
                        <a:cubicBezTo>
                          <a:pt x="55202" y="46823"/>
                          <a:pt x="58225" y="39163"/>
                          <a:pt x="58225" y="29499"/>
                        </a:cubicBezTo>
                        <a:cubicBezTo>
                          <a:pt x="58225" y="19545"/>
                          <a:pt x="55122" y="11805"/>
                          <a:pt x="48918" y="6279"/>
                        </a:cubicBezTo>
                        <a:cubicBezTo>
                          <a:pt x="42713" y="766"/>
                          <a:pt x="33969" y="-1990"/>
                          <a:pt x="22684" y="-1990"/>
                        </a:cubicBezTo>
                        <a:cubicBezTo>
                          <a:pt x="18795" y="-1990"/>
                          <a:pt x="14833" y="-1660"/>
                          <a:pt x="10798" y="-999"/>
                        </a:cubicBezTo>
                        <a:cubicBezTo>
                          <a:pt x="6776" y="-338"/>
                          <a:pt x="2616" y="654"/>
                          <a:pt x="-1684" y="1976"/>
                        </a:cubicBezTo>
                        <a:lnTo>
                          <a:pt x="-1684" y="14567"/>
                        </a:lnTo>
                        <a:cubicBezTo>
                          <a:pt x="2034" y="12545"/>
                          <a:pt x="5877" y="11038"/>
                          <a:pt x="9846" y="10046"/>
                        </a:cubicBezTo>
                        <a:cubicBezTo>
                          <a:pt x="13814" y="9055"/>
                          <a:pt x="18008" y="8559"/>
                          <a:pt x="22426" y="8559"/>
                        </a:cubicBezTo>
                        <a:cubicBezTo>
                          <a:pt x="29583" y="8559"/>
                          <a:pt x="35246" y="10436"/>
                          <a:pt x="39413" y="14191"/>
                        </a:cubicBezTo>
                        <a:cubicBezTo>
                          <a:pt x="43593" y="17945"/>
                          <a:pt x="45683" y="23048"/>
                          <a:pt x="45683" y="29499"/>
                        </a:cubicBezTo>
                        <a:cubicBezTo>
                          <a:pt x="45683" y="35937"/>
                          <a:pt x="43593" y="41033"/>
                          <a:pt x="39413" y="44788"/>
                        </a:cubicBezTo>
                        <a:cubicBezTo>
                          <a:pt x="35246" y="48555"/>
                          <a:pt x="29583" y="50439"/>
                          <a:pt x="22426" y="50439"/>
                        </a:cubicBezTo>
                        <a:cubicBezTo>
                          <a:pt x="19080" y="50439"/>
                          <a:pt x="15739" y="50069"/>
                          <a:pt x="12405" y="49328"/>
                        </a:cubicBezTo>
                        <a:cubicBezTo>
                          <a:pt x="9085" y="48588"/>
                          <a:pt x="5692" y="47431"/>
                          <a:pt x="2226" y="45858"/>
                        </a:cubicBezTo>
                        <a:lnTo>
                          <a:pt x="2226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7" name="Freeform: Shape 546">
                    <a:extLst>
                      <a:ext uri="{FF2B5EF4-FFF2-40B4-BE49-F238E27FC236}">
                        <a16:creationId xmlns:a16="http://schemas.microsoft.com/office/drawing/2014/main" id="{69D01E3F-00DF-B2B5-E68D-5E61E92E1DC5}"/>
                      </a:ext>
                    </a:extLst>
                  </p:cNvPr>
                  <p:cNvSpPr/>
                  <p:nvPr/>
                </p:nvSpPr>
                <p:spPr>
                  <a:xfrm flipV="1">
                    <a:off x="7274186" y="4959304"/>
                    <a:ext cx="63936" cy="95994"/>
                  </a:xfrm>
                  <a:custGeom>
                    <a:avLst/>
                    <a:gdLst>
                      <a:gd name="connsiteX0" fmla="*/ 31328 w 63936"/>
                      <a:gd name="connsiteY0" fmla="*/ 51012 h 95994"/>
                      <a:gd name="connsiteX1" fmla="*/ 17953 w 63936"/>
                      <a:gd name="connsiteY1" fmla="*/ 45241 h 95994"/>
                      <a:gd name="connsiteX2" fmla="*/ 13032 w 63936"/>
                      <a:gd name="connsiteY2" fmla="*/ 29457 h 95994"/>
                      <a:gd name="connsiteX3" fmla="*/ 17953 w 63936"/>
                      <a:gd name="connsiteY3" fmla="*/ 13673 h 95994"/>
                      <a:gd name="connsiteX4" fmla="*/ 31328 w 63936"/>
                      <a:gd name="connsiteY4" fmla="*/ 7883 h 95994"/>
                      <a:gd name="connsiteX5" fmla="*/ 44683 w 63936"/>
                      <a:gd name="connsiteY5" fmla="*/ 13673 h 95994"/>
                      <a:gd name="connsiteX6" fmla="*/ 49604 w 63936"/>
                      <a:gd name="connsiteY6" fmla="*/ 29457 h 95994"/>
                      <a:gd name="connsiteX7" fmla="*/ 44683 w 63936"/>
                      <a:gd name="connsiteY7" fmla="*/ 45241 h 95994"/>
                      <a:gd name="connsiteX8" fmla="*/ 31328 w 63936"/>
                      <a:gd name="connsiteY8" fmla="*/ 51012 h 95994"/>
                      <a:gd name="connsiteX9" fmla="*/ 56192 w 63936"/>
                      <a:gd name="connsiteY9" fmla="*/ 90254 h 95994"/>
                      <a:gd name="connsiteX10" fmla="*/ 56192 w 63936"/>
                      <a:gd name="connsiteY10" fmla="*/ 78852 h 95994"/>
                      <a:gd name="connsiteX11" fmla="*/ 46667 w 63936"/>
                      <a:gd name="connsiteY11" fmla="*/ 82243 h 95994"/>
                      <a:gd name="connsiteX12" fmla="*/ 37142 w 63936"/>
                      <a:gd name="connsiteY12" fmla="*/ 83433 h 95994"/>
                      <a:gd name="connsiteX13" fmla="*/ 18191 w 63936"/>
                      <a:gd name="connsiteY13" fmla="*/ 75065 h 95994"/>
                      <a:gd name="connsiteX14" fmla="*/ 10730 w 63936"/>
                      <a:gd name="connsiteY14" fmla="*/ 49782 h 95994"/>
                      <a:gd name="connsiteX15" fmla="*/ 19898 w 63936"/>
                      <a:gd name="connsiteY15" fmla="*/ 58051 h 95994"/>
                      <a:gd name="connsiteX16" fmla="*/ 32062 w 63936"/>
                      <a:gd name="connsiteY16" fmla="*/ 60926 h 95994"/>
                      <a:gd name="connsiteX17" fmla="*/ 54109 w 63936"/>
                      <a:gd name="connsiteY17" fmla="*/ 52459 h 95994"/>
                      <a:gd name="connsiteX18" fmla="*/ 62205 w 63936"/>
                      <a:gd name="connsiteY18" fmla="*/ 29457 h 95994"/>
                      <a:gd name="connsiteX19" fmla="*/ 53771 w 63936"/>
                      <a:gd name="connsiteY19" fmla="*/ 6574 h 95994"/>
                      <a:gd name="connsiteX20" fmla="*/ 31328 w 63936"/>
                      <a:gd name="connsiteY20" fmla="*/ -2032 h 95994"/>
                      <a:gd name="connsiteX21" fmla="*/ 6761 w 63936"/>
                      <a:gd name="connsiteY21" fmla="*/ 10262 h 95994"/>
                      <a:gd name="connsiteX22" fmla="*/ -1732 w 63936"/>
                      <a:gd name="connsiteY22" fmla="*/ 45935 h 95994"/>
                      <a:gd name="connsiteX23" fmla="*/ 8686 w 63936"/>
                      <a:gd name="connsiteY23" fmla="*/ 80914 h 95994"/>
                      <a:gd name="connsiteX24" fmla="*/ 36646 w 63936"/>
                      <a:gd name="connsiteY24" fmla="*/ 93962 h 95994"/>
                      <a:gd name="connsiteX25" fmla="*/ 46171 w 63936"/>
                      <a:gd name="connsiteY25" fmla="*/ 93030 h 95994"/>
                      <a:gd name="connsiteX26" fmla="*/ 56192 w 63936"/>
                      <a:gd name="connsiteY26" fmla="*/ 9025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936" h="95994">
                        <a:moveTo>
                          <a:pt x="31328" y="51012"/>
                        </a:moveTo>
                        <a:cubicBezTo>
                          <a:pt x="25706" y="51012"/>
                          <a:pt x="21247" y="49088"/>
                          <a:pt x="17953" y="45241"/>
                        </a:cubicBezTo>
                        <a:cubicBezTo>
                          <a:pt x="14672" y="41408"/>
                          <a:pt x="13032" y="36146"/>
                          <a:pt x="13032" y="29457"/>
                        </a:cubicBezTo>
                        <a:cubicBezTo>
                          <a:pt x="13032" y="22808"/>
                          <a:pt x="14672" y="17546"/>
                          <a:pt x="17953" y="13673"/>
                        </a:cubicBezTo>
                        <a:cubicBezTo>
                          <a:pt x="21247" y="9813"/>
                          <a:pt x="25706" y="7883"/>
                          <a:pt x="31328" y="7883"/>
                        </a:cubicBezTo>
                        <a:cubicBezTo>
                          <a:pt x="36950" y="7883"/>
                          <a:pt x="41402" y="9813"/>
                          <a:pt x="44683" y="13673"/>
                        </a:cubicBezTo>
                        <a:cubicBezTo>
                          <a:pt x="47964" y="17546"/>
                          <a:pt x="49604" y="22808"/>
                          <a:pt x="49604" y="29457"/>
                        </a:cubicBezTo>
                        <a:cubicBezTo>
                          <a:pt x="49604" y="36146"/>
                          <a:pt x="47964" y="41408"/>
                          <a:pt x="44683" y="45241"/>
                        </a:cubicBezTo>
                        <a:cubicBezTo>
                          <a:pt x="41402" y="49088"/>
                          <a:pt x="36950" y="51012"/>
                          <a:pt x="31328" y="51012"/>
                        </a:cubicBezTo>
                        <a:close/>
                        <a:moveTo>
                          <a:pt x="56192" y="90254"/>
                        </a:moveTo>
                        <a:lnTo>
                          <a:pt x="56192" y="78852"/>
                        </a:lnTo>
                        <a:cubicBezTo>
                          <a:pt x="53044" y="80333"/>
                          <a:pt x="49869" y="81463"/>
                          <a:pt x="46667" y="82243"/>
                        </a:cubicBezTo>
                        <a:cubicBezTo>
                          <a:pt x="43466" y="83036"/>
                          <a:pt x="40291" y="83433"/>
                          <a:pt x="37142" y="83433"/>
                        </a:cubicBezTo>
                        <a:cubicBezTo>
                          <a:pt x="28874" y="83433"/>
                          <a:pt x="22557" y="80643"/>
                          <a:pt x="18191" y="75065"/>
                        </a:cubicBezTo>
                        <a:cubicBezTo>
                          <a:pt x="13839" y="69486"/>
                          <a:pt x="11352" y="61058"/>
                          <a:pt x="10730" y="49782"/>
                        </a:cubicBezTo>
                        <a:cubicBezTo>
                          <a:pt x="13164" y="53378"/>
                          <a:pt x="16220" y="56134"/>
                          <a:pt x="19898" y="58051"/>
                        </a:cubicBezTo>
                        <a:cubicBezTo>
                          <a:pt x="23589" y="59968"/>
                          <a:pt x="27644" y="60926"/>
                          <a:pt x="32062" y="60926"/>
                        </a:cubicBezTo>
                        <a:cubicBezTo>
                          <a:pt x="41362" y="60926"/>
                          <a:pt x="48711" y="58104"/>
                          <a:pt x="54109" y="52459"/>
                        </a:cubicBezTo>
                        <a:cubicBezTo>
                          <a:pt x="59506" y="46828"/>
                          <a:pt x="62205" y="39160"/>
                          <a:pt x="62205" y="29457"/>
                        </a:cubicBezTo>
                        <a:cubicBezTo>
                          <a:pt x="62205" y="19952"/>
                          <a:pt x="59394" y="12324"/>
                          <a:pt x="53771" y="6574"/>
                        </a:cubicBezTo>
                        <a:cubicBezTo>
                          <a:pt x="48149" y="837"/>
                          <a:pt x="40668" y="-2032"/>
                          <a:pt x="31328" y="-2032"/>
                        </a:cubicBezTo>
                        <a:cubicBezTo>
                          <a:pt x="20612" y="-2032"/>
                          <a:pt x="12423" y="2066"/>
                          <a:pt x="6761" y="10262"/>
                        </a:cubicBezTo>
                        <a:cubicBezTo>
                          <a:pt x="1099" y="18471"/>
                          <a:pt x="-1732" y="30363"/>
                          <a:pt x="-1732" y="45935"/>
                        </a:cubicBezTo>
                        <a:cubicBezTo>
                          <a:pt x="-1732" y="60556"/>
                          <a:pt x="1741" y="72216"/>
                          <a:pt x="8686" y="80914"/>
                        </a:cubicBezTo>
                        <a:cubicBezTo>
                          <a:pt x="15632" y="89613"/>
                          <a:pt x="24952" y="93962"/>
                          <a:pt x="36646" y="93962"/>
                        </a:cubicBezTo>
                        <a:cubicBezTo>
                          <a:pt x="39795" y="93962"/>
                          <a:pt x="42970" y="93651"/>
                          <a:pt x="46171" y="93030"/>
                        </a:cubicBezTo>
                        <a:cubicBezTo>
                          <a:pt x="49373" y="92409"/>
                          <a:pt x="52713" y="91483"/>
                          <a:pt x="56192" y="9025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8" name="Freeform: Shape 547">
                    <a:extLst>
                      <a:ext uri="{FF2B5EF4-FFF2-40B4-BE49-F238E27FC236}">
                        <a16:creationId xmlns:a16="http://schemas.microsoft.com/office/drawing/2014/main" id="{57A10F0E-D3B3-697C-BEFF-DE351575A8D3}"/>
                      </a:ext>
                    </a:extLst>
                  </p:cNvPr>
                  <p:cNvSpPr/>
                  <p:nvPr/>
                </p:nvSpPr>
                <p:spPr>
                  <a:xfrm flipV="1">
                    <a:off x="7354491" y="4959304"/>
                    <a:ext cx="63996" cy="95994"/>
                  </a:xfrm>
                  <a:custGeom>
                    <a:avLst/>
                    <a:gdLst>
                      <a:gd name="connsiteX0" fmla="*/ 30286 w 63996"/>
                      <a:gd name="connsiteY0" fmla="*/ 84047 h 95994"/>
                      <a:gd name="connsiteX1" fmla="*/ 15741 w 63996"/>
                      <a:gd name="connsiteY1" fmla="*/ 74529 h 95994"/>
                      <a:gd name="connsiteX2" fmla="*/ 10879 w 63996"/>
                      <a:gd name="connsiteY2" fmla="*/ 45935 h 95994"/>
                      <a:gd name="connsiteX3" fmla="*/ 15741 w 63996"/>
                      <a:gd name="connsiteY3" fmla="*/ 17401 h 95994"/>
                      <a:gd name="connsiteX4" fmla="*/ 30286 w 63996"/>
                      <a:gd name="connsiteY4" fmla="*/ 7883 h 95994"/>
                      <a:gd name="connsiteX5" fmla="*/ 44891 w 63996"/>
                      <a:gd name="connsiteY5" fmla="*/ 17401 h 95994"/>
                      <a:gd name="connsiteX6" fmla="*/ 49773 w 63996"/>
                      <a:gd name="connsiteY6" fmla="*/ 45935 h 95994"/>
                      <a:gd name="connsiteX7" fmla="*/ 44891 w 63996"/>
                      <a:gd name="connsiteY7" fmla="*/ 74529 h 95994"/>
                      <a:gd name="connsiteX8" fmla="*/ 30286 w 63996"/>
                      <a:gd name="connsiteY8" fmla="*/ 84047 h 95994"/>
                      <a:gd name="connsiteX9" fmla="*/ 30286 w 63996"/>
                      <a:gd name="connsiteY9" fmla="*/ 93962 h 95994"/>
                      <a:gd name="connsiteX10" fmla="*/ 54079 w 63996"/>
                      <a:gd name="connsiteY10" fmla="*/ 81648 h 95994"/>
                      <a:gd name="connsiteX11" fmla="*/ 62294 w 63996"/>
                      <a:gd name="connsiteY11" fmla="*/ 45935 h 95994"/>
                      <a:gd name="connsiteX12" fmla="*/ 54079 w 63996"/>
                      <a:gd name="connsiteY12" fmla="*/ 10262 h 95994"/>
                      <a:gd name="connsiteX13" fmla="*/ 30286 w 63996"/>
                      <a:gd name="connsiteY13" fmla="*/ -2032 h 95994"/>
                      <a:gd name="connsiteX14" fmla="*/ 6513 w 63996"/>
                      <a:gd name="connsiteY14" fmla="*/ 10262 h 95994"/>
                      <a:gd name="connsiteX15" fmla="*/ -1702 w 63996"/>
                      <a:gd name="connsiteY15" fmla="*/ 45935 h 95994"/>
                      <a:gd name="connsiteX16" fmla="*/ 6513 w 63996"/>
                      <a:gd name="connsiteY16" fmla="*/ 81648 h 95994"/>
                      <a:gd name="connsiteX17" fmla="*/ 3028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86" y="84047"/>
                        </a:moveTo>
                        <a:cubicBezTo>
                          <a:pt x="23844" y="84047"/>
                          <a:pt x="18995" y="80875"/>
                          <a:pt x="15741" y="74529"/>
                        </a:cubicBezTo>
                        <a:cubicBezTo>
                          <a:pt x="12500" y="68197"/>
                          <a:pt x="10879" y="58666"/>
                          <a:pt x="10879" y="45935"/>
                        </a:cubicBezTo>
                        <a:cubicBezTo>
                          <a:pt x="10879" y="33258"/>
                          <a:pt x="12500" y="23746"/>
                          <a:pt x="15741" y="17401"/>
                        </a:cubicBezTo>
                        <a:cubicBezTo>
                          <a:pt x="18995" y="11055"/>
                          <a:pt x="23844" y="7883"/>
                          <a:pt x="30286" y="7883"/>
                        </a:cubicBezTo>
                        <a:cubicBezTo>
                          <a:pt x="36782" y="7883"/>
                          <a:pt x="41650" y="11055"/>
                          <a:pt x="44891" y="17401"/>
                        </a:cubicBezTo>
                        <a:cubicBezTo>
                          <a:pt x="48146" y="23746"/>
                          <a:pt x="49773" y="33258"/>
                          <a:pt x="49773" y="45935"/>
                        </a:cubicBezTo>
                        <a:cubicBezTo>
                          <a:pt x="49773" y="58666"/>
                          <a:pt x="48146" y="68197"/>
                          <a:pt x="44891" y="74529"/>
                        </a:cubicBezTo>
                        <a:cubicBezTo>
                          <a:pt x="41650" y="80875"/>
                          <a:pt x="36782" y="84047"/>
                          <a:pt x="30286" y="84047"/>
                        </a:cubicBezTo>
                        <a:close/>
                        <a:moveTo>
                          <a:pt x="30286" y="93962"/>
                        </a:moveTo>
                        <a:cubicBezTo>
                          <a:pt x="40671" y="93962"/>
                          <a:pt x="48602" y="89857"/>
                          <a:pt x="54079" y="81648"/>
                        </a:cubicBezTo>
                        <a:cubicBezTo>
                          <a:pt x="59556" y="73452"/>
                          <a:pt x="62294" y="61548"/>
                          <a:pt x="62294" y="45935"/>
                        </a:cubicBezTo>
                        <a:cubicBezTo>
                          <a:pt x="62294" y="30363"/>
                          <a:pt x="59556" y="18471"/>
                          <a:pt x="54079" y="10262"/>
                        </a:cubicBezTo>
                        <a:cubicBezTo>
                          <a:pt x="48602" y="2066"/>
                          <a:pt x="40671" y="-2032"/>
                          <a:pt x="30286" y="-2032"/>
                        </a:cubicBezTo>
                        <a:cubicBezTo>
                          <a:pt x="19915" y="-2032"/>
                          <a:pt x="11990" y="2066"/>
                          <a:pt x="6513" y="10262"/>
                        </a:cubicBezTo>
                        <a:cubicBezTo>
                          <a:pt x="1037" y="18471"/>
                          <a:pt x="-1702" y="30363"/>
                          <a:pt x="-1702" y="45935"/>
                        </a:cubicBezTo>
                        <a:cubicBezTo>
                          <a:pt x="-1702" y="61548"/>
                          <a:pt x="1037" y="73452"/>
                          <a:pt x="6513" y="81648"/>
                        </a:cubicBezTo>
                        <a:cubicBezTo>
                          <a:pt x="11990" y="89857"/>
                          <a:pt x="19915" y="93962"/>
                          <a:pt x="3028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49" name="Graphic 497">
                <a:extLst>
                  <a:ext uri="{FF2B5EF4-FFF2-40B4-BE49-F238E27FC236}">
                    <a16:creationId xmlns:a16="http://schemas.microsoft.com/office/drawing/2014/main" id="{A634E76C-3373-FCAA-95CB-E33C194CD333}"/>
                  </a:ext>
                </a:extLst>
              </p:cNvPr>
              <p:cNvGrpSpPr/>
              <p:nvPr/>
            </p:nvGrpSpPr>
            <p:grpSpPr>
              <a:xfrm>
                <a:off x="7762663" y="4868227"/>
                <a:ext cx="224169" cy="187070"/>
                <a:chOff x="7762663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50" name="Freeform: Shape 549">
                  <a:extLst>
                    <a:ext uri="{FF2B5EF4-FFF2-40B4-BE49-F238E27FC236}">
                      <a16:creationId xmlns:a16="http://schemas.microsoft.com/office/drawing/2014/main" id="{29468B0D-74FF-DC15-D763-3141CDAF8BC3}"/>
                    </a:ext>
                  </a:extLst>
                </p:cNvPr>
                <p:cNvSpPr/>
                <p:nvPr/>
              </p:nvSpPr>
              <p:spPr>
                <a:xfrm>
                  <a:off x="7874066" y="4868227"/>
                  <a:ext cx="12700" cy="44417"/>
                </a:xfrm>
                <a:custGeom>
                  <a:avLst/>
                  <a:gdLst>
                    <a:gd name="connsiteX0" fmla="*/ 371 w 12700"/>
                    <a:gd name="connsiteY0" fmla="*/ 286 h 44417"/>
                    <a:gd name="connsiteX1" fmla="*/ 371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71" y="286"/>
                      </a:moveTo>
                      <a:lnTo>
                        <a:pt x="371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51" name="Graphic 497">
                  <a:extLst>
                    <a:ext uri="{FF2B5EF4-FFF2-40B4-BE49-F238E27FC236}">
                      <a16:creationId xmlns:a16="http://schemas.microsoft.com/office/drawing/2014/main" id="{E5DF3616-190F-7FD7-3E8F-E7B2793FF31A}"/>
                    </a:ext>
                  </a:extLst>
                </p:cNvPr>
                <p:cNvGrpSpPr/>
                <p:nvPr/>
              </p:nvGrpSpPr>
              <p:grpSpPr>
                <a:xfrm>
                  <a:off x="7762663" y="4959304"/>
                  <a:ext cx="224169" cy="95994"/>
                  <a:chOff x="7762663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52" name="Freeform: Shape 551">
                    <a:extLst>
                      <a:ext uri="{FF2B5EF4-FFF2-40B4-BE49-F238E27FC236}">
                        <a16:creationId xmlns:a16="http://schemas.microsoft.com/office/drawing/2014/main" id="{215D8B29-14D8-8B62-A648-0A0820AA002D}"/>
                      </a:ext>
                    </a:extLst>
                  </p:cNvPr>
                  <p:cNvSpPr/>
                  <p:nvPr/>
                </p:nvSpPr>
                <p:spPr>
                  <a:xfrm flipV="1">
                    <a:off x="7762663" y="4960969"/>
                    <a:ext cx="59908" cy="94328"/>
                  </a:xfrm>
                  <a:custGeom>
                    <a:avLst/>
                    <a:gdLst>
                      <a:gd name="connsiteX0" fmla="*/ 2270 w 59908"/>
                      <a:gd name="connsiteY0" fmla="*/ 92338 h 94328"/>
                      <a:gd name="connsiteX1" fmla="*/ 51443 w 59908"/>
                      <a:gd name="connsiteY1" fmla="*/ 92338 h 94328"/>
                      <a:gd name="connsiteX2" fmla="*/ 51443 w 59908"/>
                      <a:gd name="connsiteY2" fmla="*/ 81789 h 94328"/>
                      <a:gd name="connsiteX3" fmla="*/ 13740 w 59908"/>
                      <a:gd name="connsiteY3" fmla="*/ 81789 h 94328"/>
                      <a:gd name="connsiteX4" fmla="*/ 13740 w 59908"/>
                      <a:gd name="connsiteY4" fmla="*/ 59124 h 94328"/>
                      <a:gd name="connsiteX5" fmla="*/ 19177 w 59908"/>
                      <a:gd name="connsiteY5" fmla="*/ 60512 h 94328"/>
                      <a:gd name="connsiteX6" fmla="*/ 24654 w 59908"/>
                      <a:gd name="connsiteY6" fmla="*/ 60968 h 94328"/>
                      <a:gd name="connsiteX7" fmla="*/ 49201 w 59908"/>
                      <a:gd name="connsiteY7" fmla="*/ 52481 h 94328"/>
                      <a:gd name="connsiteX8" fmla="*/ 58269 w 59908"/>
                      <a:gd name="connsiteY8" fmla="*/ 29499 h 94328"/>
                      <a:gd name="connsiteX9" fmla="*/ 48963 w 59908"/>
                      <a:gd name="connsiteY9" fmla="*/ 6279 h 94328"/>
                      <a:gd name="connsiteX10" fmla="*/ 22729 w 59908"/>
                      <a:gd name="connsiteY10" fmla="*/ -1990 h 94328"/>
                      <a:gd name="connsiteX11" fmla="*/ 10843 w 59908"/>
                      <a:gd name="connsiteY11" fmla="*/ -999 h 94328"/>
                      <a:gd name="connsiteX12" fmla="*/ -1639 w 59908"/>
                      <a:gd name="connsiteY12" fmla="*/ 1976 h 94328"/>
                      <a:gd name="connsiteX13" fmla="*/ -1639 w 59908"/>
                      <a:gd name="connsiteY13" fmla="*/ 14567 h 94328"/>
                      <a:gd name="connsiteX14" fmla="*/ 9890 w 59908"/>
                      <a:gd name="connsiteY14" fmla="*/ 10046 h 94328"/>
                      <a:gd name="connsiteX15" fmla="*/ 22471 w 59908"/>
                      <a:gd name="connsiteY15" fmla="*/ 8559 h 94328"/>
                      <a:gd name="connsiteX16" fmla="*/ 39458 w 59908"/>
                      <a:gd name="connsiteY16" fmla="*/ 14191 h 94328"/>
                      <a:gd name="connsiteX17" fmla="*/ 45728 w 59908"/>
                      <a:gd name="connsiteY17" fmla="*/ 29499 h 94328"/>
                      <a:gd name="connsiteX18" fmla="*/ 39458 w 59908"/>
                      <a:gd name="connsiteY18" fmla="*/ 44788 h 94328"/>
                      <a:gd name="connsiteX19" fmla="*/ 22471 w 59908"/>
                      <a:gd name="connsiteY19" fmla="*/ 50439 h 94328"/>
                      <a:gd name="connsiteX20" fmla="*/ 12450 w 59908"/>
                      <a:gd name="connsiteY20" fmla="*/ 49328 h 94328"/>
                      <a:gd name="connsiteX21" fmla="*/ 2270 w 59908"/>
                      <a:gd name="connsiteY21" fmla="*/ 45858 h 94328"/>
                      <a:gd name="connsiteX22" fmla="*/ 2270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70" y="92338"/>
                        </a:moveTo>
                        <a:lnTo>
                          <a:pt x="51443" y="92338"/>
                        </a:lnTo>
                        <a:lnTo>
                          <a:pt x="51443" y="81789"/>
                        </a:lnTo>
                        <a:lnTo>
                          <a:pt x="13740" y="81789"/>
                        </a:lnTo>
                        <a:lnTo>
                          <a:pt x="13740" y="59124"/>
                        </a:lnTo>
                        <a:cubicBezTo>
                          <a:pt x="15552" y="59746"/>
                          <a:pt x="17365" y="60208"/>
                          <a:pt x="19177" y="60512"/>
                        </a:cubicBezTo>
                        <a:cubicBezTo>
                          <a:pt x="21003" y="60816"/>
                          <a:pt x="22828" y="60968"/>
                          <a:pt x="24654" y="60968"/>
                        </a:cubicBezTo>
                        <a:cubicBezTo>
                          <a:pt x="34986" y="60968"/>
                          <a:pt x="43168" y="58139"/>
                          <a:pt x="49201" y="52481"/>
                        </a:cubicBezTo>
                        <a:cubicBezTo>
                          <a:pt x="55247" y="46823"/>
                          <a:pt x="58269" y="39163"/>
                          <a:pt x="58269" y="29499"/>
                        </a:cubicBezTo>
                        <a:cubicBezTo>
                          <a:pt x="58269" y="19545"/>
                          <a:pt x="55167" y="11805"/>
                          <a:pt x="48963" y="6279"/>
                        </a:cubicBezTo>
                        <a:cubicBezTo>
                          <a:pt x="42758" y="766"/>
                          <a:pt x="34014" y="-1990"/>
                          <a:pt x="22729" y="-1990"/>
                        </a:cubicBezTo>
                        <a:cubicBezTo>
                          <a:pt x="18840" y="-1990"/>
                          <a:pt x="14878" y="-1660"/>
                          <a:pt x="10843" y="-999"/>
                        </a:cubicBezTo>
                        <a:cubicBezTo>
                          <a:pt x="6821" y="-338"/>
                          <a:pt x="2661" y="654"/>
                          <a:pt x="-1639" y="1976"/>
                        </a:cubicBezTo>
                        <a:lnTo>
                          <a:pt x="-1639" y="14567"/>
                        </a:lnTo>
                        <a:cubicBezTo>
                          <a:pt x="2078" y="12545"/>
                          <a:pt x="5922" y="11038"/>
                          <a:pt x="9890" y="10046"/>
                        </a:cubicBezTo>
                        <a:cubicBezTo>
                          <a:pt x="13859" y="9055"/>
                          <a:pt x="18053" y="8559"/>
                          <a:pt x="22471" y="8559"/>
                        </a:cubicBezTo>
                        <a:cubicBezTo>
                          <a:pt x="29628" y="8559"/>
                          <a:pt x="35290" y="10436"/>
                          <a:pt x="39458" y="14191"/>
                        </a:cubicBezTo>
                        <a:cubicBezTo>
                          <a:pt x="43638" y="17945"/>
                          <a:pt x="45728" y="23048"/>
                          <a:pt x="45728" y="29499"/>
                        </a:cubicBezTo>
                        <a:cubicBezTo>
                          <a:pt x="45728" y="35937"/>
                          <a:pt x="43638" y="41033"/>
                          <a:pt x="39458" y="44788"/>
                        </a:cubicBezTo>
                        <a:cubicBezTo>
                          <a:pt x="35290" y="48555"/>
                          <a:pt x="29628" y="50439"/>
                          <a:pt x="22471" y="50439"/>
                        </a:cubicBezTo>
                        <a:cubicBezTo>
                          <a:pt x="19124" y="50439"/>
                          <a:pt x="15784" y="50069"/>
                          <a:pt x="12450" y="49328"/>
                        </a:cubicBezTo>
                        <a:cubicBezTo>
                          <a:pt x="9130" y="48588"/>
                          <a:pt x="5736" y="47431"/>
                          <a:pt x="2270" y="45858"/>
                        </a:cubicBezTo>
                        <a:lnTo>
                          <a:pt x="2270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53" name="Freeform: Shape 552">
                    <a:extLst>
                      <a:ext uri="{FF2B5EF4-FFF2-40B4-BE49-F238E27FC236}">
                        <a16:creationId xmlns:a16="http://schemas.microsoft.com/office/drawing/2014/main" id="{1FC01FE1-6B60-83CD-F3B4-BBD2399E5E6B}"/>
                      </a:ext>
                    </a:extLst>
                  </p:cNvPr>
                  <p:cNvSpPr/>
                  <p:nvPr/>
                </p:nvSpPr>
                <p:spPr>
                  <a:xfrm flipV="1">
                    <a:off x="7844079" y="4960969"/>
                    <a:ext cx="59531" cy="92524"/>
                  </a:xfrm>
                  <a:custGeom>
                    <a:avLst/>
                    <a:gdLst>
                      <a:gd name="connsiteX0" fmla="*/ -1654 w 59531"/>
                      <a:gd name="connsiteY0" fmla="*/ 90488 h 92524"/>
                      <a:gd name="connsiteX1" fmla="*/ 57877 w 59531"/>
                      <a:gd name="connsiteY1" fmla="*/ 90488 h 92524"/>
                      <a:gd name="connsiteX2" fmla="*/ 57877 w 59531"/>
                      <a:gd name="connsiteY2" fmla="*/ 85154 h 92524"/>
                      <a:gd name="connsiteX3" fmla="*/ 24262 w 59531"/>
                      <a:gd name="connsiteY3" fmla="*/ -2036 h 92524"/>
                      <a:gd name="connsiteX4" fmla="*/ 11185 w 59531"/>
                      <a:gd name="connsiteY4" fmla="*/ -2036 h 92524"/>
                      <a:gd name="connsiteX5" fmla="*/ 42816 w 59531"/>
                      <a:gd name="connsiteY5" fmla="*/ 79939 h 92524"/>
                      <a:gd name="connsiteX6" fmla="*/ -1654 w 59531"/>
                      <a:gd name="connsiteY6" fmla="*/ 79939 h 92524"/>
                      <a:gd name="connsiteX7" fmla="*/ -1654 w 59531"/>
                      <a:gd name="connsiteY7" fmla="*/ 90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531" h="92524">
                        <a:moveTo>
                          <a:pt x="-1654" y="90488"/>
                        </a:moveTo>
                        <a:lnTo>
                          <a:pt x="57877" y="90488"/>
                        </a:lnTo>
                        <a:lnTo>
                          <a:pt x="57877" y="85154"/>
                        </a:lnTo>
                        <a:lnTo>
                          <a:pt x="24262" y="-2036"/>
                        </a:lnTo>
                        <a:lnTo>
                          <a:pt x="11185" y="-2036"/>
                        </a:lnTo>
                        <a:lnTo>
                          <a:pt x="42816" y="79939"/>
                        </a:lnTo>
                        <a:lnTo>
                          <a:pt x="-1654" y="79939"/>
                        </a:lnTo>
                        <a:lnTo>
                          <a:pt x="-1654" y="90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54" name="Freeform: Shape 553">
                    <a:extLst>
                      <a:ext uri="{FF2B5EF4-FFF2-40B4-BE49-F238E27FC236}">
                        <a16:creationId xmlns:a16="http://schemas.microsoft.com/office/drawing/2014/main" id="{754443DD-E716-E797-166F-598987C37928}"/>
                      </a:ext>
                    </a:extLst>
                  </p:cNvPr>
                  <p:cNvSpPr/>
                  <p:nvPr/>
                </p:nvSpPr>
                <p:spPr>
                  <a:xfrm flipV="1">
                    <a:off x="7922837" y="4959304"/>
                    <a:ext cx="63996" cy="95994"/>
                  </a:xfrm>
                  <a:custGeom>
                    <a:avLst/>
                    <a:gdLst>
                      <a:gd name="connsiteX0" fmla="*/ 30331 w 63996"/>
                      <a:gd name="connsiteY0" fmla="*/ 84047 h 95994"/>
                      <a:gd name="connsiteX1" fmla="*/ 15786 w 63996"/>
                      <a:gd name="connsiteY1" fmla="*/ 74529 h 95994"/>
                      <a:gd name="connsiteX2" fmla="*/ 10924 w 63996"/>
                      <a:gd name="connsiteY2" fmla="*/ 45935 h 95994"/>
                      <a:gd name="connsiteX3" fmla="*/ 15786 w 63996"/>
                      <a:gd name="connsiteY3" fmla="*/ 17401 h 95994"/>
                      <a:gd name="connsiteX4" fmla="*/ 30331 w 63996"/>
                      <a:gd name="connsiteY4" fmla="*/ 7883 h 95994"/>
                      <a:gd name="connsiteX5" fmla="*/ 44936 w 63996"/>
                      <a:gd name="connsiteY5" fmla="*/ 17401 h 95994"/>
                      <a:gd name="connsiteX6" fmla="*/ 49818 w 63996"/>
                      <a:gd name="connsiteY6" fmla="*/ 45935 h 95994"/>
                      <a:gd name="connsiteX7" fmla="*/ 44936 w 63996"/>
                      <a:gd name="connsiteY7" fmla="*/ 74529 h 95994"/>
                      <a:gd name="connsiteX8" fmla="*/ 30331 w 63996"/>
                      <a:gd name="connsiteY8" fmla="*/ 84047 h 95994"/>
                      <a:gd name="connsiteX9" fmla="*/ 30331 w 63996"/>
                      <a:gd name="connsiteY9" fmla="*/ 93962 h 95994"/>
                      <a:gd name="connsiteX10" fmla="*/ 54124 w 63996"/>
                      <a:gd name="connsiteY10" fmla="*/ 81648 h 95994"/>
                      <a:gd name="connsiteX11" fmla="*/ 62339 w 63996"/>
                      <a:gd name="connsiteY11" fmla="*/ 45935 h 95994"/>
                      <a:gd name="connsiteX12" fmla="*/ 54124 w 63996"/>
                      <a:gd name="connsiteY12" fmla="*/ 10262 h 95994"/>
                      <a:gd name="connsiteX13" fmla="*/ 30331 w 63996"/>
                      <a:gd name="connsiteY13" fmla="*/ -2032 h 95994"/>
                      <a:gd name="connsiteX14" fmla="*/ 6558 w 63996"/>
                      <a:gd name="connsiteY14" fmla="*/ 10262 h 95994"/>
                      <a:gd name="connsiteX15" fmla="*/ -1657 w 63996"/>
                      <a:gd name="connsiteY15" fmla="*/ 45935 h 95994"/>
                      <a:gd name="connsiteX16" fmla="*/ 6558 w 63996"/>
                      <a:gd name="connsiteY16" fmla="*/ 81648 h 95994"/>
                      <a:gd name="connsiteX17" fmla="*/ 30331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31" y="84047"/>
                        </a:moveTo>
                        <a:cubicBezTo>
                          <a:pt x="23888" y="84047"/>
                          <a:pt x="19040" y="80875"/>
                          <a:pt x="15786" y="74529"/>
                        </a:cubicBezTo>
                        <a:cubicBezTo>
                          <a:pt x="12544" y="68197"/>
                          <a:pt x="10924" y="58666"/>
                          <a:pt x="10924" y="45935"/>
                        </a:cubicBezTo>
                        <a:cubicBezTo>
                          <a:pt x="10924" y="33258"/>
                          <a:pt x="12544" y="23746"/>
                          <a:pt x="15786" y="17401"/>
                        </a:cubicBezTo>
                        <a:cubicBezTo>
                          <a:pt x="19040" y="11055"/>
                          <a:pt x="23888" y="7883"/>
                          <a:pt x="30331" y="7883"/>
                        </a:cubicBezTo>
                        <a:cubicBezTo>
                          <a:pt x="36827" y="7883"/>
                          <a:pt x="41695" y="11055"/>
                          <a:pt x="44936" y="17401"/>
                        </a:cubicBezTo>
                        <a:cubicBezTo>
                          <a:pt x="48190" y="23746"/>
                          <a:pt x="49818" y="33258"/>
                          <a:pt x="49818" y="45935"/>
                        </a:cubicBezTo>
                        <a:cubicBezTo>
                          <a:pt x="49818" y="58666"/>
                          <a:pt x="48190" y="68197"/>
                          <a:pt x="44936" y="74529"/>
                        </a:cubicBezTo>
                        <a:cubicBezTo>
                          <a:pt x="41695" y="80875"/>
                          <a:pt x="36827" y="84047"/>
                          <a:pt x="30331" y="84047"/>
                        </a:cubicBezTo>
                        <a:close/>
                        <a:moveTo>
                          <a:pt x="30331" y="93962"/>
                        </a:moveTo>
                        <a:cubicBezTo>
                          <a:pt x="40716" y="93962"/>
                          <a:pt x="48647" y="89857"/>
                          <a:pt x="54124" y="81648"/>
                        </a:cubicBezTo>
                        <a:cubicBezTo>
                          <a:pt x="59601" y="73452"/>
                          <a:pt x="62339" y="61548"/>
                          <a:pt x="62339" y="45935"/>
                        </a:cubicBezTo>
                        <a:cubicBezTo>
                          <a:pt x="62339" y="30363"/>
                          <a:pt x="59601" y="18471"/>
                          <a:pt x="54124" y="10262"/>
                        </a:cubicBezTo>
                        <a:cubicBezTo>
                          <a:pt x="48647" y="2066"/>
                          <a:pt x="40716" y="-2032"/>
                          <a:pt x="30331" y="-2032"/>
                        </a:cubicBezTo>
                        <a:cubicBezTo>
                          <a:pt x="19959" y="-2032"/>
                          <a:pt x="12035" y="2066"/>
                          <a:pt x="6558" y="10262"/>
                        </a:cubicBezTo>
                        <a:cubicBezTo>
                          <a:pt x="1081" y="18471"/>
                          <a:pt x="-1657" y="30363"/>
                          <a:pt x="-1657" y="45935"/>
                        </a:cubicBezTo>
                        <a:cubicBezTo>
                          <a:pt x="-1657" y="61548"/>
                          <a:pt x="1081" y="73452"/>
                          <a:pt x="6558" y="81648"/>
                        </a:cubicBezTo>
                        <a:cubicBezTo>
                          <a:pt x="12035" y="89857"/>
                          <a:pt x="19959" y="93962"/>
                          <a:pt x="30331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55" name="Graphic 497">
                <a:extLst>
                  <a:ext uri="{FF2B5EF4-FFF2-40B4-BE49-F238E27FC236}">
                    <a16:creationId xmlns:a16="http://schemas.microsoft.com/office/drawing/2014/main" id="{05F204D4-5144-7AAA-1DB3-6B622FEBC52D}"/>
                  </a:ext>
                </a:extLst>
              </p:cNvPr>
              <p:cNvGrpSpPr/>
              <p:nvPr/>
            </p:nvGrpSpPr>
            <p:grpSpPr>
              <a:xfrm>
                <a:off x="8331008" y="4868227"/>
                <a:ext cx="224169" cy="187070"/>
                <a:chOff x="8331008" y="4868227"/>
                <a:chExt cx="224169" cy="187070"/>
              </a:xfrm>
              <a:solidFill>
                <a:srgbClr val="000000"/>
              </a:solidFill>
            </p:grpSpPr>
            <p:sp>
              <p:nvSpPr>
                <p:cNvPr id="556" name="Freeform: Shape 555">
                  <a:extLst>
                    <a:ext uri="{FF2B5EF4-FFF2-40B4-BE49-F238E27FC236}">
                      <a16:creationId xmlns:a16="http://schemas.microsoft.com/office/drawing/2014/main" id="{055E7228-B8D2-3AA0-F76D-C5CF914CE363}"/>
                    </a:ext>
                  </a:extLst>
                </p:cNvPr>
                <p:cNvSpPr/>
                <p:nvPr/>
              </p:nvSpPr>
              <p:spPr>
                <a:xfrm>
                  <a:off x="8442411" y="4868227"/>
                  <a:ext cx="12700" cy="44417"/>
                </a:xfrm>
                <a:custGeom>
                  <a:avLst/>
                  <a:gdLst>
                    <a:gd name="connsiteX0" fmla="*/ 416 w 12700"/>
                    <a:gd name="connsiteY0" fmla="*/ 286 h 44417"/>
                    <a:gd name="connsiteX1" fmla="*/ 416 w 12700"/>
                    <a:gd name="connsiteY1" fmla="*/ 44704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416" y="286"/>
                      </a:moveTo>
                      <a:lnTo>
                        <a:pt x="416" y="4470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57" name="Graphic 497">
                  <a:extLst>
                    <a:ext uri="{FF2B5EF4-FFF2-40B4-BE49-F238E27FC236}">
                      <a16:creationId xmlns:a16="http://schemas.microsoft.com/office/drawing/2014/main" id="{379D1B21-4593-F862-F738-A0083107B0D3}"/>
                    </a:ext>
                  </a:extLst>
                </p:cNvPr>
                <p:cNvGrpSpPr/>
                <p:nvPr/>
              </p:nvGrpSpPr>
              <p:grpSpPr>
                <a:xfrm>
                  <a:off x="8331008" y="4959304"/>
                  <a:ext cx="224169" cy="95994"/>
                  <a:chOff x="8331008" y="495930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58" name="Freeform: Shape 557">
                    <a:extLst>
                      <a:ext uri="{FF2B5EF4-FFF2-40B4-BE49-F238E27FC236}">
                        <a16:creationId xmlns:a16="http://schemas.microsoft.com/office/drawing/2014/main" id="{55AD9BB6-2D15-B604-BD8D-4E604806C849}"/>
                      </a:ext>
                    </a:extLst>
                  </p:cNvPr>
                  <p:cNvSpPr/>
                  <p:nvPr/>
                </p:nvSpPr>
                <p:spPr>
                  <a:xfrm flipV="1">
                    <a:off x="8331008" y="4960969"/>
                    <a:ext cx="59908" cy="94328"/>
                  </a:xfrm>
                  <a:custGeom>
                    <a:avLst/>
                    <a:gdLst>
                      <a:gd name="connsiteX0" fmla="*/ 2315 w 59908"/>
                      <a:gd name="connsiteY0" fmla="*/ 92338 h 94328"/>
                      <a:gd name="connsiteX1" fmla="*/ 51488 w 59908"/>
                      <a:gd name="connsiteY1" fmla="*/ 92338 h 94328"/>
                      <a:gd name="connsiteX2" fmla="*/ 51488 w 59908"/>
                      <a:gd name="connsiteY2" fmla="*/ 81789 h 94328"/>
                      <a:gd name="connsiteX3" fmla="*/ 13785 w 59908"/>
                      <a:gd name="connsiteY3" fmla="*/ 81789 h 94328"/>
                      <a:gd name="connsiteX4" fmla="*/ 13785 w 59908"/>
                      <a:gd name="connsiteY4" fmla="*/ 59124 h 94328"/>
                      <a:gd name="connsiteX5" fmla="*/ 19222 w 59908"/>
                      <a:gd name="connsiteY5" fmla="*/ 60512 h 94328"/>
                      <a:gd name="connsiteX6" fmla="*/ 24699 w 59908"/>
                      <a:gd name="connsiteY6" fmla="*/ 60968 h 94328"/>
                      <a:gd name="connsiteX7" fmla="*/ 49246 w 59908"/>
                      <a:gd name="connsiteY7" fmla="*/ 52481 h 94328"/>
                      <a:gd name="connsiteX8" fmla="*/ 58314 w 59908"/>
                      <a:gd name="connsiteY8" fmla="*/ 29499 h 94328"/>
                      <a:gd name="connsiteX9" fmla="*/ 49007 w 59908"/>
                      <a:gd name="connsiteY9" fmla="*/ 6279 h 94328"/>
                      <a:gd name="connsiteX10" fmla="*/ 22774 w 59908"/>
                      <a:gd name="connsiteY10" fmla="*/ -1990 h 94328"/>
                      <a:gd name="connsiteX11" fmla="*/ 10888 w 59908"/>
                      <a:gd name="connsiteY11" fmla="*/ -999 h 94328"/>
                      <a:gd name="connsiteX12" fmla="*/ -1594 w 59908"/>
                      <a:gd name="connsiteY12" fmla="*/ 1976 h 94328"/>
                      <a:gd name="connsiteX13" fmla="*/ -1594 w 59908"/>
                      <a:gd name="connsiteY13" fmla="*/ 14567 h 94328"/>
                      <a:gd name="connsiteX14" fmla="*/ 9935 w 59908"/>
                      <a:gd name="connsiteY14" fmla="*/ 10046 h 94328"/>
                      <a:gd name="connsiteX15" fmla="*/ 22516 w 59908"/>
                      <a:gd name="connsiteY15" fmla="*/ 8559 h 94328"/>
                      <a:gd name="connsiteX16" fmla="*/ 39502 w 59908"/>
                      <a:gd name="connsiteY16" fmla="*/ 14191 h 94328"/>
                      <a:gd name="connsiteX17" fmla="*/ 45773 w 59908"/>
                      <a:gd name="connsiteY17" fmla="*/ 29499 h 94328"/>
                      <a:gd name="connsiteX18" fmla="*/ 39502 w 59908"/>
                      <a:gd name="connsiteY18" fmla="*/ 44788 h 94328"/>
                      <a:gd name="connsiteX19" fmla="*/ 22516 w 59908"/>
                      <a:gd name="connsiteY19" fmla="*/ 50439 h 94328"/>
                      <a:gd name="connsiteX20" fmla="*/ 12495 w 59908"/>
                      <a:gd name="connsiteY20" fmla="*/ 49328 h 94328"/>
                      <a:gd name="connsiteX21" fmla="*/ 2315 w 59908"/>
                      <a:gd name="connsiteY21" fmla="*/ 45858 h 94328"/>
                      <a:gd name="connsiteX22" fmla="*/ 2315 w 59908"/>
                      <a:gd name="connsiteY22" fmla="*/ 9233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315" y="92338"/>
                        </a:moveTo>
                        <a:lnTo>
                          <a:pt x="51488" y="92338"/>
                        </a:lnTo>
                        <a:lnTo>
                          <a:pt x="51488" y="81789"/>
                        </a:lnTo>
                        <a:lnTo>
                          <a:pt x="13785" y="81789"/>
                        </a:lnTo>
                        <a:lnTo>
                          <a:pt x="13785" y="59124"/>
                        </a:lnTo>
                        <a:cubicBezTo>
                          <a:pt x="15597" y="59746"/>
                          <a:pt x="17410" y="60208"/>
                          <a:pt x="19222" y="60512"/>
                        </a:cubicBezTo>
                        <a:cubicBezTo>
                          <a:pt x="21048" y="60816"/>
                          <a:pt x="22873" y="60968"/>
                          <a:pt x="24699" y="60968"/>
                        </a:cubicBezTo>
                        <a:cubicBezTo>
                          <a:pt x="35031" y="60968"/>
                          <a:pt x="43213" y="58139"/>
                          <a:pt x="49246" y="52481"/>
                        </a:cubicBezTo>
                        <a:cubicBezTo>
                          <a:pt x="55291" y="46823"/>
                          <a:pt x="58314" y="39163"/>
                          <a:pt x="58314" y="29499"/>
                        </a:cubicBezTo>
                        <a:cubicBezTo>
                          <a:pt x="58314" y="19545"/>
                          <a:pt x="55212" y="11805"/>
                          <a:pt x="49007" y="6279"/>
                        </a:cubicBezTo>
                        <a:cubicBezTo>
                          <a:pt x="42803" y="766"/>
                          <a:pt x="34058" y="-1990"/>
                          <a:pt x="22774" y="-1990"/>
                        </a:cubicBezTo>
                        <a:cubicBezTo>
                          <a:pt x="18885" y="-1990"/>
                          <a:pt x="14922" y="-1660"/>
                          <a:pt x="10888" y="-999"/>
                        </a:cubicBezTo>
                        <a:cubicBezTo>
                          <a:pt x="6866" y="-338"/>
                          <a:pt x="2705" y="654"/>
                          <a:pt x="-1594" y="1976"/>
                        </a:cubicBezTo>
                        <a:lnTo>
                          <a:pt x="-1594" y="14567"/>
                        </a:lnTo>
                        <a:cubicBezTo>
                          <a:pt x="2123" y="12545"/>
                          <a:pt x="5966" y="11038"/>
                          <a:pt x="9935" y="10046"/>
                        </a:cubicBezTo>
                        <a:cubicBezTo>
                          <a:pt x="13904" y="9055"/>
                          <a:pt x="18097" y="8559"/>
                          <a:pt x="22516" y="8559"/>
                        </a:cubicBezTo>
                        <a:cubicBezTo>
                          <a:pt x="29673" y="8559"/>
                          <a:pt x="35335" y="10436"/>
                          <a:pt x="39502" y="14191"/>
                        </a:cubicBezTo>
                        <a:cubicBezTo>
                          <a:pt x="43683" y="17945"/>
                          <a:pt x="45773" y="23048"/>
                          <a:pt x="45773" y="29499"/>
                        </a:cubicBezTo>
                        <a:cubicBezTo>
                          <a:pt x="45773" y="35937"/>
                          <a:pt x="43683" y="41033"/>
                          <a:pt x="39502" y="44788"/>
                        </a:cubicBezTo>
                        <a:cubicBezTo>
                          <a:pt x="35335" y="48555"/>
                          <a:pt x="29673" y="50439"/>
                          <a:pt x="22516" y="50439"/>
                        </a:cubicBezTo>
                        <a:cubicBezTo>
                          <a:pt x="19169" y="50439"/>
                          <a:pt x="15829" y="50069"/>
                          <a:pt x="12495" y="49328"/>
                        </a:cubicBezTo>
                        <a:cubicBezTo>
                          <a:pt x="9174" y="48588"/>
                          <a:pt x="5781" y="47431"/>
                          <a:pt x="2315" y="45858"/>
                        </a:cubicBezTo>
                        <a:lnTo>
                          <a:pt x="2315" y="92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59" name="Freeform: Shape 558">
                    <a:extLst>
                      <a:ext uri="{FF2B5EF4-FFF2-40B4-BE49-F238E27FC236}">
                        <a16:creationId xmlns:a16="http://schemas.microsoft.com/office/drawing/2014/main" id="{72C545F3-E753-E438-46C3-891DC9EA6550}"/>
                      </a:ext>
                    </a:extLst>
                  </p:cNvPr>
                  <p:cNvSpPr/>
                  <p:nvPr/>
                </p:nvSpPr>
                <p:spPr>
                  <a:xfrm flipV="1">
                    <a:off x="8410619" y="4959304"/>
                    <a:ext cx="63500" cy="95994"/>
                  </a:xfrm>
                  <a:custGeom>
                    <a:avLst/>
                    <a:gdLst>
                      <a:gd name="connsiteX0" fmla="*/ 30132 w 63500"/>
                      <a:gd name="connsiteY0" fmla="*/ 43714 h 95994"/>
                      <a:gd name="connsiteX1" fmla="*/ 16082 w 63500"/>
                      <a:gd name="connsiteY1" fmla="*/ 38935 h 95994"/>
                      <a:gd name="connsiteX2" fmla="*/ 10983 w 63500"/>
                      <a:gd name="connsiteY2" fmla="*/ 25808 h 95994"/>
                      <a:gd name="connsiteX3" fmla="*/ 16082 w 63500"/>
                      <a:gd name="connsiteY3" fmla="*/ 12661 h 95994"/>
                      <a:gd name="connsiteX4" fmla="*/ 30132 w 63500"/>
                      <a:gd name="connsiteY4" fmla="*/ 7883 h 95994"/>
                      <a:gd name="connsiteX5" fmla="*/ 44201 w 63500"/>
                      <a:gd name="connsiteY5" fmla="*/ 12681 h 95994"/>
                      <a:gd name="connsiteX6" fmla="*/ 49360 w 63500"/>
                      <a:gd name="connsiteY6" fmla="*/ 25808 h 95994"/>
                      <a:gd name="connsiteX7" fmla="*/ 44241 w 63500"/>
                      <a:gd name="connsiteY7" fmla="*/ 38935 h 95994"/>
                      <a:gd name="connsiteX8" fmla="*/ 30132 w 63500"/>
                      <a:gd name="connsiteY8" fmla="*/ 43714 h 95994"/>
                      <a:gd name="connsiteX9" fmla="*/ 17610 w 63500"/>
                      <a:gd name="connsiteY9" fmla="*/ 49029 h 95994"/>
                      <a:gd name="connsiteX10" fmla="*/ 5049 w 63500"/>
                      <a:gd name="connsiteY10" fmla="*/ 56524 h 95994"/>
                      <a:gd name="connsiteX11" fmla="*/ 565 w 63500"/>
                      <a:gd name="connsiteY11" fmla="*/ 69988 h 95994"/>
                      <a:gd name="connsiteX12" fmla="*/ 8462 w 63500"/>
                      <a:gd name="connsiteY12" fmla="*/ 87517 h 95994"/>
                      <a:gd name="connsiteX13" fmla="*/ 30132 w 63500"/>
                      <a:gd name="connsiteY13" fmla="*/ 93962 h 95994"/>
                      <a:gd name="connsiteX14" fmla="*/ 51841 w 63500"/>
                      <a:gd name="connsiteY14" fmla="*/ 87517 h 95994"/>
                      <a:gd name="connsiteX15" fmla="*/ 59719 w 63500"/>
                      <a:gd name="connsiteY15" fmla="*/ 69988 h 95994"/>
                      <a:gd name="connsiteX16" fmla="*/ 55214 w 63500"/>
                      <a:gd name="connsiteY16" fmla="*/ 56524 h 95994"/>
                      <a:gd name="connsiteX17" fmla="*/ 42733 w 63500"/>
                      <a:gd name="connsiteY17" fmla="*/ 49029 h 95994"/>
                      <a:gd name="connsiteX18" fmla="*/ 56822 w 63500"/>
                      <a:gd name="connsiteY18" fmla="*/ 40780 h 95994"/>
                      <a:gd name="connsiteX19" fmla="*/ 61882 w 63500"/>
                      <a:gd name="connsiteY19" fmla="*/ 25808 h 95994"/>
                      <a:gd name="connsiteX20" fmla="*/ 53666 w 63500"/>
                      <a:gd name="connsiteY20" fmla="*/ 5146 h 95994"/>
                      <a:gd name="connsiteX21" fmla="*/ 30132 w 63500"/>
                      <a:gd name="connsiteY21" fmla="*/ -2032 h 95994"/>
                      <a:gd name="connsiteX22" fmla="*/ 6597 w 63500"/>
                      <a:gd name="connsiteY22" fmla="*/ 5146 h 95994"/>
                      <a:gd name="connsiteX23" fmla="*/ -1618 w 63500"/>
                      <a:gd name="connsiteY23" fmla="*/ 25808 h 95994"/>
                      <a:gd name="connsiteX24" fmla="*/ 3462 w 63500"/>
                      <a:gd name="connsiteY24" fmla="*/ 40780 h 95994"/>
                      <a:gd name="connsiteX25" fmla="*/ 17610 w 63500"/>
                      <a:gd name="connsiteY25" fmla="*/ 49029 h 95994"/>
                      <a:gd name="connsiteX26" fmla="*/ 13026 w 63500"/>
                      <a:gd name="connsiteY26" fmla="*/ 68799 h 95994"/>
                      <a:gd name="connsiteX27" fmla="*/ 17511 w 63500"/>
                      <a:gd name="connsiteY27" fmla="*/ 57595 h 95994"/>
                      <a:gd name="connsiteX28" fmla="*/ 30132 w 63500"/>
                      <a:gd name="connsiteY28" fmla="*/ 53570 h 95994"/>
                      <a:gd name="connsiteX29" fmla="*/ 42752 w 63500"/>
                      <a:gd name="connsiteY29" fmla="*/ 57595 h 95994"/>
                      <a:gd name="connsiteX30" fmla="*/ 47316 w 63500"/>
                      <a:gd name="connsiteY30" fmla="*/ 68799 h 95994"/>
                      <a:gd name="connsiteX31" fmla="*/ 42752 w 63500"/>
                      <a:gd name="connsiteY31" fmla="*/ 80022 h 95994"/>
                      <a:gd name="connsiteX32" fmla="*/ 30132 w 63500"/>
                      <a:gd name="connsiteY32" fmla="*/ 84047 h 95994"/>
                      <a:gd name="connsiteX33" fmla="*/ 17511 w 63500"/>
                      <a:gd name="connsiteY33" fmla="*/ 80022 h 95994"/>
                      <a:gd name="connsiteX34" fmla="*/ 13026 w 63500"/>
                      <a:gd name="connsiteY34" fmla="*/ 6879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500" h="95994">
                        <a:moveTo>
                          <a:pt x="30132" y="43714"/>
                        </a:moveTo>
                        <a:cubicBezTo>
                          <a:pt x="24179" y="43714"/>
                          <a:pt x="19496" y="42121"/>
                          <a:pt x="16082" y="38935"/>
                        </a:cubicBezTo>
                        <a:cubicBezTo>
                          <a:pt x="12682" y="35750"/>
                          <a:pt x="10983" y="31374"/>
                          <a:pt x="10983" y="25808"/>
                        </a:cubicBezTo>
                        <a:cubicBezTo>
                          <a:pt x="10983" y="20230"/>
                          <a:pt x="12682" y="15847"/>
                          <a:pt x="16082" y="12661"/>
                        </a:cubicBezTo>
                        <a:cubicBezTo>
                          <a:pt x="19496" y="9476"/>
                          <a:pt x="24179" y="7883"/>
                          <a:pt x="30132" y="7883"/>
                        </a:cubicBezTo>
                        <a:cubicBezTo>
                          <a:pt x="36085" y="7883"/>
                          <a:pt x="40775" y="9482"/>
                          <a:pt x="44201" y="12681"/>
                        </a:cubicBezTo>
                        <a:cubicBezTo>
                          <a:pt x="47641" y="15894"/>
                          <a:pt x="49360" y="20269"/>
                          <a:pt x="49360" y="25808"/>
                        </a:cubicBezTo>
                        <a:cubicBezTo>
                          <a:pt x="49360" y="31374"/>
                          <a:pt x="47654" y="35750"/>
                          <a:pt x="44241" y="38935"/>
                        </a:cubicBezTo>
                        <a:cubicBezTo>
                          <a:pt x="40841" y="42121"/>
                          <a:pt x="36138" y="43714"/>
                          <a:pt x="30132" y="43714"/>
                        </a:cubicBezTo>
                        <a:close/>
                        <a:moveTo>
                          <a:pt x="17610" y="49029"/>
                        </a:moveTo>
                        <a:cubicBezTo>
                          <a:pt x="12239" y="50351"/>
                          <a:pt x="8052" y="52849"/>
                          <a:pt x="5049" y="56524"/>
                        </a:cubicBezTo>
                        <a:cubicBezTo>
                          <a:pt x="2059" y="60212"/>
                          <a:pt x="565" y="64700"/>
                          <a:pt x="565" y="69988"/>
                        </a:cubicBezTo>
                        <a:cubicBezTo>
                          <a:pt x="565" y="77378"/>
                          <a:pt x="3197" y="83221"/>
                          <a:pt x="8462" y="87517"/>
                        </a:cubicBezTo>
                        <a:cubicBezTo>
                          <a:pt x="13741" y="91814"/>
                          <a:pt x="20964" y="93962"/>
                          <a:pt x="30132" y="93962"/>
                        </a:cubicBezTo>
                        <a:cubicBezTo>
                          <a:pt x="39352" y="93962"/>
                          <a:pt x="46589" y="91814"/>
                          <a:pt x="51841" y="87517"/>
                        </a:cubicBezTo>
                        <a:cubicBezTo>
                          <a:pt x="57093" y="83221"/>
                          <a:pt x="59719" y="77378"/>
                          <a:pt x="59719" y="69988"/>
                        </a:cubicBezTo>
                        <a:cubicBezTo>
                          <a:pt x="59719" y="64700"/>
                          <a:pt x="58217" y="60212"/>
                          <a:pt x="55214" y="56524"/>
                        </a:cubicBezTo>
                        <a:cubicBezTo>
                          <a:pt x="52224" y="52849"/>
                          <a:pt x="48064" y="50351"/>
                          <a:pt x="42733" y="49029"/>
                        </a:cubicBezTo>
                        <a:cubicBezTo>
                          <a:pt x="48765" y="47627"/>
                          <a:pt x="53461" y="44878"/>
                          <a:pt x="56822" y="40780"/>
                        </a:cubicBezTo>
                        <a:cubicBezTo>
                          <a:pt x="60195" y="36695"/>
                          <a:pt x="61882" y="31704"/>
                          <a:pt x="61882" y="25808"/>
                        </a:cubicBezTo>
                        <a:cubicBezTo>
                          <a:pt x="61882" y="16832"/>
                          <a:pt x="59143" y="9945"/>
                          <a:pt x="53666" y="5146"/>
                        </a:cubicBezTo>
                        <a:cubicBezTo>
                          <a:pt x="48190" y="361"/>
                          <a:pt x="40345" y="-2032"/>
                          <a:pt x="30132" y="-2032"/>
                        </a:cubicBezTo>
                        <a:cubicBezTo>
                          <a:pt x="19932" y="-2032"/>
                          <a:pt x="12087" y="361"/>
                          <a:pt x="6597" y="5146"/>
                        </a:cubicBezTo>
                        <a:cubicBezTo>
                          <a:pt x="1120" y="9945"/>
                          <a:pt x="-1618" y="16832"/>
                          <a:pt x="-1618" y="25808"/>
                        </a:cubicBezTo>
                        <a:cubicBezTo>
                          <a:pt x="-1618" y="31704"/>
                          <a:pt x="75" y="36695"/>
                          <a:pt x="3462" y="40780"/>
                        </a:cubicBezTo>
                        <a:cubicBezTo>
                          <a:pt x="6862" y="44878"/>
                          <a:pt x="11578" y="47627"/>
                          <a:pt x="17610" y="49029"/>
                        </a:cubicBezTo>
                        <a:close/>
                        <a:moveTo>
                          <a:pt x="13026" y="68799"/>
                        </a:moveTo>
                        <a:cubicBezTo>
                          <a:pt x="13026" y="64013"/>
                          <a:pt x="14521" y="60278"/>
                          <a:pt x="17511" y="57595"/>
                        </a:cubicBezTo>
                        <a:cubicBezTo>
                          <a:pt x="20514" y="54911"/>
                          <a:pt x="24721" y="53570"/>
                          <a:pt x="30132" y="53570"/>
                        </a:cubicBezTo>
                        <a:cubicBezTo>
                          <a:pt x="35516" y="53570"/>
                          <a:pt x="39723" y="54911"/>
                          <a:pt x="42752" y="57595"/>
                        </a:cubicBezTo>
                        <a:cubicBezTo>
                          <a:pt x="45795" y="60278"/>
                          <a:pt x="47316" y="64013"/>
                          <a:pt x="47316" y="68799"/>
                        </a:cubicBezTo>
                        <a:cubicBezTo>
                          <a:pt x="47316" y="73597"/>
                          <a:pt x="45795" y="77338"/>
                          <a:pt x="42752" y="80022"/>
                        </a:cubicBezTo>
                        <a:cubicBezTo>
                          <a:pt x="39723" y="82706"/>
                          <a:pt x="35516" y="84047"/>
                          <a:pt x="30132" y="84047"/>
                        </a:cubicBezTo>
                        <a:cubicBezTo>
                          <a:pt x="24721" y="84047"/>
                          <a:pt x="20514" y="82706"/>
                          <a:pt x="17511" y="80022"/>
                        </a:cubicBezTo>
                        <a:cubicBezTo>
                          <a:pt x="14521" y="77338"/>
                          <a:pt x="13026" y="73597"/>
                          <a:pt x="13026" y="6879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60" name="Freeform: Shape 559">
                    <a:extLst>
                      <a:ext uri="{FF2B5EF4-FFF2-40B4-BE49-F238E27FC236}">
                        <a16:creationId xmlns:a16="http://schemas.microsoft.com/office/drawing/2014/main" id="{14FA182B-EAB8-35DC-C99B-710854FB8612}"/>
                      </a:ext>
                    </a:extLst>
                  </p:cNvPr>
                  <p:cNvSpPr/>
                  <p:nvPr/>
                </p:nvSpPr>
                <p:spPr>
                  <a:xfrm flipV="1">
                    <a:off x="8491182" y="4959304"/>
                    <a:ext cx="63996" cy="95994"/>
                  </a:xfrm>
                  <a:custGeom>
                    <a:avLst/>
                    <a:gdLst>
                      <a:gd name="connsiteX0" fmla="*/ 30376 w 63996"/>
                      <a:gd name="connsiteY0" fmla="*/ 84047 h 95994"/>
                      <a:gd name="connsiteX1" fmla="*/ 15830 w 63996"/>
                      <a:gd name="connsiteY1" fmla="*/ 74529 h 95994"/>
                      <a:gd name="connsiteX2" fmla="*/ 10969 w 63996"/>
                      <a:gd name="connsiteY2" fmla="*/ 45935 h 95994"/>
                      <a:gd name="connsiteX3" fmla="*/ 15830 w 63996"/>
                      <a:gd name="connsiteY3" fmla="*/ 17401 h 95994"/>
                      <a:gd name="connsiteX4" fmla="*/ 30376 w 63996"/>
                      <a:gd name="connsiteY4" fmla="*/ 7883 h 95994"/>
                      <a:gd name="connsiteX5" fmla="*/ 44981 w 63996"/>
                      <a:gd name="connsiteY5" fmla="*/ 17401 h 95994"/>
                      <a:gd name="connsiteX6" fmla="*/ 49862 w 63996"/>
                      <a:gd name="connsiteY6" fmla="*/ 45935 h 95994"/>
                      <a:gd name="connsiteX7" fmla="*/ 44981 w 63996"/>
                      <a:gd name="connsiteY7" fmla="*/ 74529 h 95994"/>
                      <a:gd name="connsiteX8" fmla="*/ 30376 w 63996"/>
                      <a:gd name="connsiteY8" fmla="*/ 84047 h 95994"/>
                      <a:gd name="connsiteX9" fmla="*/ 30376 w 63996"/>
                      <a:gd name="connsiteY9" fmla="*/ 93962 h 95994"/>
                      <a:gd name="connsiteX10" fmla="*/ 54168 w 63996"/>
                      <a:gd name="connsiteY10" fmla="*/ 81648 h 95994"/>
                      <a:gd name="connsiteX11" fmla="*/ 62384 w 63996"/>
                      <a:gd name="connsiteY11" fmla="*/ 45935 h 95994"/>
                      <a:gd name="connsiteX12" fmla="*/ 54168 w 63996"/>
                      <a:gd name="connsiteY12" fmla="*/ 10262 h 95994"/>
                      <a:gd name="connsiteX13" fmla="*/ 30376 w 63996"/>
                      <a:gd name="connsiteY13" fmla="*/ -2032 h 95994"/>
                      <a:gd name="connsiteX14" fmla="*/ 6603 w 63996"/>
                      <a:gd name="connsiteY14" fmla="*/ 10262 h 95994"/>
                      <a:gd name="connsiteX15" fmla="*/ -1612 w 63996"/>
                      <a:gd name="connsiteY15" fmla="*/ 45935 h 95994"/>
                      <a:gd name="connsiteX16" fmla="*/ 6603 w 63996"/>
                      <a:gd name="connsiteY16" fmla="*/ 81648 h 95994"/>
                      <a:gd name="connsiteX17" fmla="*/ 30376 w 63996"/>
                      <a:gd name="connsiteY17" fmla="*/ 9396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76" y="84047"/>
                        </a:moveTo>
                        <a:cubicBezTo>
                          <a:pt x="23933" y="84047"/>
                          <a:pt x="19085" y="80875"/>
                          <a:pt x="15830" y="74529"/>
                        </a:cubicBezTo>
                        <a:cubicBezTo>
                          <a:pt x="12589" y="68197"/>
                          <a:pt x="10969" y="58666"/>
                          <a:pt x="10969" y="45935"/>
                        </a:cubicBezTo>
                        <a:cubicBezTo>
                          <a:pt x="10969" y="33258"/>
                          <a:pt x="12589" y="23746"/>
                          <a:pt x="15830" y="17401"/>
                        </a:cubicBezTo>
                        <a:cubicBezTo>
                          <a:pt x="19085" y="11055"/>
                          <a:pt x="23933" y="7883"/>
                          <a:pt x="30376" y="7883"/>
                        </a:cubicBezTo>
                        <a:cubicBezTo>
                          <a:pt x="36871" y="7883"/>
                          <a:pt x="41740" y="11055"/>
                          <a:pt x="44981" y="17401"/>
                        </a:cubicBezTo>
                        <a:cubicBezTo>
                          <a:pt x="48235" y="23746"/>
                          <a:pt x="49862" y="33258"/>
                          <a:pt x="49862" y="45935"/>
                        </a:cubicBezTo>
                        <a:cubicBezTo>
                          <a:pt x="49862" y="58666"/>
                          <a:pt x="48235" y="68197"/>
                          <a:pt x="44981" y="74529"/>
                        </a:cubicBezTo>
                        <a:cubicBezTo>
                          <a:pt x="41740" y="80875"/>
                          <a:pt x="36871" y="84047"/>
                          <a:pt x="30376" y="84047"/>
                        </a:cubicBezTo>
                        <a:close/>
                        <a:moveTo>
                          <a:pt x="30376" y="93962"/>
                        </a:moveTo>
                        <a:cubicBezTo>
                          <a:pt x="40761" y="93962"/>
                          <a:pt x="48692" y="89857"/>
                          <a:pt x="54168" y="81648"/>
                        </a:cubicBezTo>
                        <a:cubicBezTo>
                          <a:pt x="59645" y="73452"/>
                          <a:pt x="62384" y="61548"/>
                          <a:pt x="62384" y="45935"/>
                        </a:cubicBezTo>
                        <a:cubicBezTo>
                          <a:pt x="62384" y="30363"/>
                          <a:pt x="59645" y="18471"/>
                          <a:pt x="54168" y="10262"/>
                        </a:cubicBezTo>
                        <a:cubicBezTo>
                          <a:pt x="48692" y="2066"/>
                          <a:pt x="40761" y="-2032"/>
                          <a:pt x="30376" y="-2032"/>
                        </a:cubicBezTo>
                        <a:cubicBezTo>
                          <a:pt x="20004" y="-2032"/>
                          <a:pt x="12080" y="2066"/>
                          <a:pt x="6603" y="10262"/>
                        </a:cubicBezTo>
                        <a:cubicBezTo>
                          <a:pt x="1126" y="18471"/>
                          <a:pt x="-1612" y="30363"/>
                          <a:pt x="-1612" y="45935"/>
                        </a:cubicBezTo>
                        <a:cubicBezTo>
                          <a:pt x="-1612" y="61548"/>
                          <a:pt x="1126" y="73452"/>
                          <a:pt x="6603" y="81648"/>
                        </a:cubicBezTo>
                        <a:cubicBezTo>
                          <a:pt x="12080" y="89857"/>
                          <a:pt x="20004" y="93962"/>
                          <a:pt x="30376" y="93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561" name="Graphic 497">
              <a:extLst>
                <a:ext uri="{FF2B5EF4-FFF2-40B4-BE49-F238E27FC236}">
                  <a16:creationId xmlns:a16="http://schemas.microsoft.com/office/drawing/2014/main" id="{1C0B699A-E1A0-975A-1357-6113D2866E26}"/>
                </a:ext>
              </a:extLst>
            </p:cNvPr>
            <p:cNvGrpSpPr/>
            <p:nvPr/>
          </p:nvGrpSpPr>
          <p:grpSpPr>
            <a:xfrm>
              <a:off x="3851198" y="2312521"/>
              <a:ext cx="44450" cy="2284429"/>
              <a:chOff x="3851198" y="2312521"/>
              <a:chExt cx="44450" cy="2284429"/>
            </a:xfrm>
            <a:solidFill>
              <a:srgbClr val="000000"/>
            </a:solidFill>
          </p:grpSpPr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8BC1EFF5-2C5C-C8C0-62C6-7FF4CB7A9FC0}"/>
                  </a:ext>
                </a:extLst>
              </p:cNvPr>
              <p:cNvSpPr/>
              <p:nvPr/>
            </p:nvSpPr>
            <p:spPr>
              <a:xfrm>
                <a:off x="3851198" y="4584260"/>
                <a:ext cx="44450" cy="12690"/>
              </a:xfrm>
              <a:custGeom>
                <a:avLst/>
                <a:gdLst>
                  <a:gd name="connsiteX0" fmla="*/ 44508 w 44450"/>
                  <a:gd name="connsiteY0" fmla="*/ 264 h 12690"/>
                  <a:gd name="connsiteX1" fmla="*/ 58 w 44450"/>
                  <a:gd name="connsiteY1" fmla="*/ 26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64"/>
                    </a:moveTo>
                    <a:lnTo>
                      <a:pt x="58" y="26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18D18260-95DF-F34B-8E22-E4ABB44EF43E}"/>
                  </a:ext>
                </a:extLst>
              </p:cNvPr>
              <p:cNvSpPr/>
              <p:nvPr/>
            </p:nvSpPr>
            <p:spPr>
              <a:xfrm>
                <a:off x="3851198" y="4016325"/>
                <a:ext cx="44450" cy="12690"/>
              </a:xfrm>
              <a:custGeom>
                <a:avLst/>
                <a:gdLst>
                  <a:gd name="connsiteX0" fmla="*/ 44508 w 44450"/>
                  <a:gd name="connsiteY0" fmla="*/ 219 h 12690"/>
                  <a:gd name="connsiteX1" fmla="*/ 58 w 44450"/>
                  <a:gd name="connsiteY1" fmla="*/ 219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219"/>
                    </a:moveTo>
                    <a:lnTo>
                      <a:pt x="58" y="219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1EC464C4-A8E8-386F-556C-D5AD7D380C4A}"/>
                  </a:ext>
                </a:extLst>
              </p:cNvPr>
              <p:cNvSpPr/>
              <p:nvPr/>
            </p:nvSpPr>
            <p:spPr>
              <a:xfrm>
                <a:off x="3851198" y="3448391"/>
                <a:ext cx="44450" cy="12690"/>
              </a:xfrm>
              <a:custGeom>
                <a:avLst/>
                <a:gdLst>
                  <a:gd name="connsiteX0" fmla="*/ 44508 w 44450"/>
                  <a:gd name="connsiteY0" fmla="*/ 175 h 12690"/>
                  <a:gd name="connsiteX1" fmla="*/ 58 w 44450"/>
                  <a:gd name="connsiteY1" fmla="*/ 17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75"/>
                    </a:moveTo>
                    <a:lnTo>
                      <a:pt x="58" y="17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65077546-3542-B3C9-428B-7777A9FEEB04}"/>
                  </a:ext>
                </a:extLst>
              </p:cNvPr>
              <p:cNvSpPr/>
              <p:nvPr/>
            </p:nvSpPr>
            <p:spPr>
              <a:xfrm>
                <a:off x="3851198" y="2880456"/>
                <a:ext cx="44450" cy="12690"/>
              </a:xfrm>
              <a:custGeom>
                <a:avLst/>
                <a:gdLst>
                  <a:gd name="connsiteX0" fmla="*/ 44508 w 44450"/>
                  <a:gd name="connsiteY0" fmla="*/ 130 h 12690"/>
                  <a:gd name="connsiteX1" fmla="*/ 58 w 44450"/>
                  <a:gd name="connsiteY1" fmla="*/ 13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130"/>
                    </a:moveTo>
                    <a:lnTo>
                      <a:pt x="58" y="130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185035E6-D456-085A-D01B-3D0F08C276BB}"/>
                  </a:ext>
                </a:extLst>
              </p:cNvPr>
              <p:cNvSpPr/>
              <p:nvPr/>
            </p:nvSpPr>
            <p:spPr>
              <a:xfrm>
                <a:off x="3851198" y="2312521"/>
                <a:ext cx="44450" cy="12690"/>
              </a:xfrm>
              <a:custGeom>
                <a:avLst/>
                <a:gdLst>
                  <a:gd name="connsiteX0" fmla="*/ 44508 w 44450"/>
                  <a:gd name="connsiteY0" fmla="*/ 85 h 12690"/>
                  <a:gd name="connsiteX1" fmla="*/ 58 w 44450"/>
                  <a:gd name="connsiteY1" fmla="*/ 8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08" y="85"/>
                    </a:moveTo>
                    <a:lnTo>
                      <a:pt x="58" y="8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832DECD-1894-A18A-44AE-C86D687A73A6}"/>
                </a:ext>
              </a:extLst>
            </p:cNvPr>
            <p:cNvSpPr/>
            <p:nvPr/>
          </p:nvSpPr>
          <p:spPr>
            <a:xfrm>
              <a:off x="3895648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BD56A7F9-5C7B-C4BA-4AAE-76A915CA3F85}"/>
                </a:ext>
              </a:extLst>
            </p:cNvPr>
            <p:cNvSpPr/>
            <p:nvPr/>
          </p:nvSpPr>
          <p:spPr>
            <a:xfrm>
              <a:off x="8442411" y="2028554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683C4E92-4DF9-CF83-2442-AF790769B9B0}"/>
                </a:ext>
              </a:extLst>
            </p:cNvPr>
            <p:cNvSpPr/>
            <p:nvPr/>
          </p:nvSpPr>
          <p:spPr>
            <a:xfrm>
              <a:off x="3895648" y="4868227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1FF91ED9-0110-31BF-78F3-81B8C1C14029}"/>
                </a:ext>
              </a:extLst>
            </p:cNvPr>
            <p:cNvSpPr/>
            <p:nvPr/>
          </p:nvSpPr>
          <p:spPr>
            <a:xfrm>
              <a:off x="3895648" y="202855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3B7C5654-E234-7C2F-C09D-C17BDCF6DB3C}"/>
              </a:ext>
            </a:extLst>
          </p:cNvPr>
          <p:cNvSpPr/>
          <p:nvPr/>
        </p:nvSpPr>
        <p:spPr>
          <a:xfrm>
            <a:off x="2553417" y="1909412"/>
            <a:ext cx="281428" cy="111242"/>
          </a:xfrm>
          <a:custGeom>
            <a:avLst/>
            <a:gdLst>
              <a:gd name="connsiteX0" fmla="*/ 282392 w 282391"/>
              <a:gd name="connsiteY0" fmla="*/ 2316 h 111525"/>
              <a:gd name="connsiteX1" fmla="*/ 281492 w 282391"/>
              <a:gd name="connsiteY1" fmla="*/ 111526 h 111525"/>
              <a:gd name="connsiteX2" fmla="*/ 0 w 282391"/>
              <a:gd name="connsiteY2" fmla="*/ 109210 h 111525"/>
              <a:gd name="connsiteX3" fmla="*/ 900 w 282391"/>
              <a:gd name="connsiteY3" fmla="*/ 0 h 111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2391" h="111525">
                <a:moveTo>
                  <a:pt x="282392" y="2316"/>
                </a:moveTo>
                <a:lnTo>
                  <a:pt x="281492" y="111526"/>
                </a:lnTo>
                <a:lnTo>
                  <a:pt x="0" y="109210"/>
                </a:lnTo>
                <a:lnTo>
                  <a:pt x="900" y="0"/>
                </a:lnTo>
                <a:close/>
              </a:path>
            </a:pathLst>
          </a:custGeom>
          <a:solidFill>
            <a:srgbClr val="00B050">
              <a:alpha val="40000"/>
            </a:srgbClr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176" name="Freeform: Shape 175">
            <a:extLst>
              <a:ext uri="{FF2B5EF4-FFF2-40B4-BE49-F238E27FC236}">
                <a16:creationId xmlns:a16="http://schemas.microsoft.com/office/drawing/2014/main" id="{D17DC4B6-FEAC-4940-539D-446E6D9385D2}"/>
              </a:ext>
            </a:extLst>
          </p:cNvPr>
          <p:cNvSpPr/>
          <p:nvPr/>
        </p:nvSpPr>
        <p:spPr>
          <a:xfrm>
            <a:off x="7184749" y="1909296"/>
            <a:ext cx="282354" cy="111245"/>
          </a:xfrm>
          <a:custGeom>
            <a:avLst/>
            <a:gdLst>
              <a:gd name="connsiteX0" fmla="*/ 282392 w 282391"/>
              <a:gd name="connsiteY0" fmla="*/ 2316 h 111525"/>
              <a:gd name="connsiteX1" fmla="*/ 281492 w 282391"/>
              <a:gd name="connsiteY1" fmla="*/ 111526 h 111525"/>
              <a:gd name="connsiteX2" fmla="*/ 0 w 282391"/>
              <a:gd name="connsiteY2" fmla="*/ 109210 h 111525"/>
              <a:gd name="connsiteX3" fmla="*/ 900 w 282391"/>
              <a:gd name="connsiteY3" fmla="*/ 0 h 111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2391" h="111525">
                <a:moveTo>
                  <a:pt x="282392" y="2316"/>
                </a:moveTo>
                <a:lnTo>
                  <a:pt x="281492" y="111526"/>
                </a:lnTo>
                <a:lnTo>
                  <a:pt x="0" y="109210"/>
                </a:lnTo>
                <a:lnTo>
                  <a:pt x="900" y="0"/>
                </a:lnTo>
                <a:close/>
              </a:path>
            </a:pathLst>
          </a:custGeom>
          <a:solidFill>
            <a:srgbClr val="00B050">
              <a:alpha val="40000"/>
            </a:srgbClr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183" name="Freeform: Shape 182">
            <a:extLst>
              <a:ext uri="{FF2B5EF4-FFF2-40B4-BE49-F238E27FC236}">
                <a16:creationId xmlns:a16="http://schemas.microsoft.com/office/drawing/2014/main" id="{08C18057-6947-A073-2220-F338B8FBB6D7}"/>
              </a:ext>
            </a:extLst>
          </p:cNvPr>
          <p:cNvSpPr/>
          <p:nvPr/>
        </p:nvSpPr>
        <p:spPr>
          <a:xfrm>
            <a:off x="11806925" y="1902781"/>
            <a:ext cx="282354" cy="111733"/>
          </a:xfrm>
          <a:custGeom>
            <a:avLst/>
            <a:gdLst>
              <a:gd name="connsiteX0" fmla="*/ 282392 w 282391"/>
              <a:gd name="connsiteY0" fmla="*/ 2316 h 111525"/>
              <a:gd name="connsiteX1" fmla="*/ 281492 w 282391"/>
              <a:gd name="connsiteY1" fmla="*/ 111526 h 111525"/>
              <a:gd name="connsiteX2" fmla="*/ 0 w 282391"/>
              <a:gd name="connsiteY2" fmla="*/ 109210 h 111525"/>
              <a:gd name="connsiteX3" fmla="*/ 900 w 282391"/>
              <a:gd name="connsiteY3" fmla="*/ 0 h 111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2391" h="111525">
                <a:moveTo>
                  <a:pt x="282392" y="2316"/>
                </a:moveTo>
                <a:lnTo>
                  <a:pt x="281492" y="111526"/>
                </a:lnTo>
                <a:lnTo>
                  <a:pt x="0" y="109210"/>
                </a:lnTo>
                <a:lnTo>
                  <a:pt x="900" y="0"/>
                </a:lnTo>
                <a:close/>
              </a:path>
            </a:pathLst>
          </a:custGeom>
          <a:solidFill>
            <a:srgbClr val="00B050">
              <a:alpha val="40000"/>
            </a:srgbClr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4476D224-1DDB-70AA-B7C3-4D9C2F5F6EAE}"/>
              </a:ext>
            </a:extLst>
          </p:cNvPr>
          <p:cNvSpPr/>
          <p:nvPr/>
        </p:nvSpPr>
        <p:spPr>
          <a:xfrm>
            <a:off x="3778935" y="4854841"/>
            <a:ext cx="284501" cy="121065"/>
          </a:xfrm>
          <a:custGeom>
            <a:avLst/>
            <a:gdLst>
              <a:gd name="connsiteX0" fmla="*/ 285890 w 285890"/>
              <a:gd name="connsiteY0" fmla="*/ 11950 h 121065"/>
              <a:gd name="connsiteX1" fmla="*/ 281247 w 285890"/>
              <a:gd name="connsiteY1" fmla="*/ 121066 h 121065"/>
              <a:gd name="connsiteX2" fmla="*/ 0 w 285890"/>
              <a:gd name="connsiteY2" fmla="*/ 109115 h 121065"/>
              <a:gd name="connsiteX3" fmla="*/ 4643 w 285890"/>
              <a:gd name="connsiteY3" fmla="*/ 0 h 121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5890" h="121065">
                <a:moveTo>
                  <a:pt x="285890" y="11950"/>
                </a:moveTo>
                <a:lnTo>
                  <a:pt x="281247" y="121066"/>
                </a:lnTo>
                <a:lnTo>
                  <a:pt x="0" y="109115"/>
                </a:lnTo>
                <a:lnTo>
                  <a:pt x="4643" y="0"/>
                </a:lnTo>
                <a:close/>
              </a:path>
            </a:pathLst>
          </a:custGeom>
          <a:solidFill>
            <a:srgbClr val="00B050">
              <a:alpha val="40000"/>
            </a:srgbClr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582" name="Freeform: Shape 581">
            <a:extLst>
              <a:ext uri="{FF2B5EF4-FFF2-40B4-BE49-F238E27FC236}">
                <a16:creationId xmlns:a16="http://schemas.microsoft.com/office/drawing/2014/main" id="{0C137372-F750-20FC-10F9-140F1C0355AA}"/>
              </a:ext>
            </a:extLst>
          </p:cNvPr>
          <p:cNvSpPr/>
          <p:nvPr/>
        </p:nvSpPr>
        <p:spPr>
          <a:xfrm>
            <a:off x="8407640" y="4862432"/>
            <a:ext cx="285594" cy="120433"/>
          </a:xfrm>
          <a:custGeom>
            <a:avLst/>
            <a:gdLst>
              <a:gd name="connsiteX0" fmla="*/ 285890 w 285890"/>
              <a:gd name="connsiteY0" fmla="*/ 11950 h 121065"/>
              <a:gd name="connsiteX1" fmla="*/ 281247 w 285890"/>
              <a:gd name="connsiteY1" fmla="*/ 121066 h 121065"/>
              <a:gd name="connsiteX2" fmla="*/ 0 w 285890"/>
              <a:gd name="connsiteY2" fmla="*/ 109115 h 121065"/>
              <a:gd name="connsiteX3" fmla="*/ 4643 w 285890"/>
              <a:gd name="connsiteY3" fmla="*/ 0 h 121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5890" h="121065">
                <a:moveTo>
                  <a:pt x="285890" y="11950"/>
                </a:moveTo>
                <a:lnTo>
                  <a:pt x="281247" y="121066"/>
                </a:lnTo>
                <a:lnTo>
                  <a:pt x="0" y="109115"/>
                </a:lnTo>
                <a:lnTo>
                  <a:pt x="4643" y="0"/>
                </a:lnTo>
                <a:close/>
              </a:path>
            </a:pathLst>
          </a:custGeom>
          <a:solidFill>
            <a:srgbClr val="00B050">
              <a:alpha val="40000"/>
            </a:srgbClr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590" name="Freeform: Shape 589">
            <a:extLst>
              <a:ext uri="{FF2B5EF4-FFF2-40B4-BE49-F238E27FC236}">
                <a16:creationId xmlns:a16="http://schemas.microsoft.com/office/drawing/2014/main" id="{1C1212A0-8BD7-308E-CB00-84D763A6BB80}"/>
              </a:ext>
            </a:extLst>
          </p:cNvPr>
          <p:cNvSpPr/>
          <p:nvPr/>
        </p:nvSpPr>
        <p:spPr>
          <a:xfrm>
            <a:off x="13027620" y="4865906"/>
            <a:ext cx="286004" cy="121088"/>
          </a:xfrm>
          <a:custGeom>
            <a:avLst/>
            <a:gdLst>
              <a:gd name="connsiteX0" fmla="*/ 285890 w 285890"/>
              <a:gd name="connsiteY0" fmla="*/ 11950 h 121065"/>
              <a:gd name="connsiteX1" fmla="*/ 281247 w 285890"/>
              <a:gd name="connsiteY1" fmla="*/ 121066 h 121065"/>
              <a:gd name="connsiteX2" fmla="*/ 0 w 285890"/>
              <a:gd name="connsiteY2" fmla="*/ 109115 h 121065"/>
              <a:gd name="connsiteX3" fmla="*/ 4643 w 285890"/>
              <a:gd name="connsiteY3" fmla="*/ 0 h 121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5890" h="121065">
                <a:moveTo>
                  <a:pt x="285890" y="11950"/>
                </a:moveTo>
                <a:lnTo>
                  <a:pt x="281247" y="121066"/>
                </a:lnTo>
                <a:lnTo>
                  <a:pt x="0" y="109115"/>
                </a:lnTo>
                <a:lnTo>
                  <a:pt x="4643" y="0"/>
                </a:lnTo>
                <a:close/>
              </a:path>
            </a:pathLst>
          </a:custGeom>
          <a:solidFill>
            <a:srgbClr val="00B050">
              <a:alpha val="40000"/>
            </a:srgbClr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E999C3E-DC85-2EA6-27D2-A2D05C1D5CC9}"/>
              </a:ext>
            </a:extLst>
          </p:cNvPr>
          <p:cNvSpPr txBox="1"/>
          <p:nvPr/>
        </p:nvSpPr>
        <p:spPr>
          <a:xfrm>
            <a:off x="730619" y="541599"/>
            <a:ext cx="29367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a</a:t>
            </a:r>
            <a:endParaRPr lang="en-SE" sz="16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174D28A-1D92-5653-1A10-EF300AED8B18}"/>
              </a:ext>
            </a:extLst>
          </p:cNvPr>
          <p:cNvSpPr txBox="1"/>
          <p:nvPr/>
        </p:nvSpPr>
        <p:spPr>
          <a:xfrm>
            <a:off x="5359665" y="541599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c</a:t>
            </a:r>
            <a:endParaRPr lang="en-SE" sz="160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6863D29-0A12-9E56-9737-7DD707CDBCEE}"/>
              </a:ext>
            </a:extLst>
          </p:cNvPr>
          <p:cNvSpPr txBox="1"/>
          <p:nvPr/>
        </p:nvSpPr>
        <p:spPr>
          <a:xfrm>
            <a:off x="9989625" y="541599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e</a:t>
            </a:r>
            <a:endParaRPr lang="en-SE" sz="1600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6FD84F-18B4-75D9-B98F-297E0CB5EA89}"/>
              </a:ext>
            </a:extLst>
          </p:cNvPr>
          <p:cNvSpPr txBox="1"/>
          <p:nvPr/>
        </p:nvSpPr>
        <p:spPr>
          <a:xfrm>
            <a:off x="730619" y="346950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b</a:t>
            </a:r>
            <a:endParaRPr lang="en-SE" sz="1600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7C9A1BD-B6FF-40CE-AEED-E3900D1935A1}"/>
              </a:ext>
            </a:extLst>
          </p:cNvPr>
          <p:cNvSpPr txBox="1"/>
          <p:nvPr/>
        </p:nvSpPr>
        <p:spPr>
          <a:xfrm>
            <a:off x="5359665" y="3469506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</a:t>
            </a:r>
            <a:endParaRPr lang="en-SE" sz="1600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0E73820-2561-7922-206C-70EB78DB7F3A}"/>
              </a:ext>
            </a:extLst>
          </p:cNvPr>
          <p:cNvSpPr txBox="1"/>
          <p:nvPr/>
        </p:nvSpPr>
        <p:spPr>
          <a:xfrm>
            <a:off x="9989625" y="3469506"/>
            <a:ext cx="2471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f</a:t>
            </a:r>
            <a:endParaRPr lang="en-SE" sz="1600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CCF1988-53FC-9A57-58B9-E0841691A828}"/>
              </a:ext>
            </a:extLst>
          </p:cNvPr>
          <p:cNvSpPr txBox="1"/>
          <p:nvPr/>
        </p:nvSpPr>
        <p:spPr>
          <a:xfrm>
            <a:off x="736165" y="210269"/>
            <a:ext cx="452645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/>
              <a:t>OGM</a:t>
            </a:r>
            <a:endParaRPr lang="en-SE" sz="1600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8443B2B9-A716-E0F5-AF7F-CE422E78EDB4}"/>
              </a:ext>
            </a:extLst>
          </p:cNvPr>
          <p:cNvSpPr txBox="1"/>
          <p:nvPr/>
        </p:nvSpPr>
        <p:spPr>
          <a:xfrm>
            <a:off x="5357654" y="210269"/>
            <a:ext cx="452645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/>
              <a:t>c-OGM</a:t>
            </a:r>
            <a:endParaRPr lang="en-SE" sz="1600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2EDBC19-AA70-34C6-1358-24FB62315940}"/>
              </a:ext>
            </a:extLst>
          </p:cNvPr>
          <p:cNvSpPr txBox="1"/>
          <p:nvPr/>
        </p:nvSpPr>
        <p:spPr>
          <a:xfrm>
            <a:off x="9979143" y="210269"/>
            <a:ext cx="452645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/>
              <a:t>TGM</a:t>
            </a:r>
            <a:endParaRPr lang="en-SE" sz="16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E27C6FA-F2D9-1010-36CF-5D4A3ACDABD2}"/>
                  </a:ext>
                </a:extLst>
              </p:cNvPr>
              <p:cNvSpPr txBox="1"/>
              <p:nvPr/>
            </p:nvSpPr>
            <p:spPr>
              <a:xfrm rot="5400000">
                <a:off x="13283737" y="1788776"/>
                <a:ext cx="283669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=48 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𝑠</m:t>
                      </m:r>
                    </m:oMath>
                  </m:oMathPara>
                </a14:m>
                <a:endParaRPr lang="en-SE" sz="1600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E27C6FA-F2D9-1010-36CF-5D4A3ACDAB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5400000">
                <a:off x="13283737" y="1788776"/>
                <a:ext cx="2836694" cy="33855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1C8B1B93-CC50-B046-D46C-1541AECBF191}"/>
                  </a:ext>
                </a:extLst>
              </p:cNvPr>
              <p:cNvSpPr txBox="1"/>
              <p:nvPr/>
            </p:nvSpPr>
            <p:spPr>
              <a:xfrm rot="5400000">
                <a:off x="13283737" y="4715143"/>
                <a:ext cx="283669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=55 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𝑠</m:t>
                      </m:r>
                    </m:oMath>
                  </m:oMathPara>
                </a14:m>
                <a:endParaRPr lang="en-SE" sz="1600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1C8B1B93-CC50-B046-D46C-1541AECBF1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5400000">
                <a:off x="13283737" y="4715143"/>
                <a:ext cx="2836694" cy="33855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Oval 1">
            <a:extLst>
              <a:ext uri="{FF2B5EF4-FFF2-40B4-BE49-F238E27FC236}">
                <a16:creationId xmlns:a16="http://schemas.microsoft.com/office/drawing/2014/main" id="{96714518-96CD-C96F-FAF4-FDE6B3A012BE}"/>
              </a:ext>
            </a:extLst>
          </p:cNvPr>
          <p:cNvSpPr/>
          <p:nvPr/>
        </p:nvSpPr>
        <p:spPr>
          <a:xfrm>
            <a:off x="11427800" y="5156733"/>
            <a:ext cx="843571" cy="338336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5B5A6C10-6DF1-D7D9-5B0F-D412EF4E13DF}"/>
              </a:ext>
            </a:extLst>
          </p:cNvPr>
          <p:cNvSpPr/>
          <p:nvPr/>
        </p:nvSpPr>
        <p:spPr>
          <a:xfrm>
            <a:off x="11427800" y="2225827"/>
            <a:ext cx="843571" cy="338336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17E28FF3-B2D7-7411-66FD-F8274690A9F6}"/>
              </a:ext>
            </a:extLst>
          </p:cNvPr>
          <p:cNvSpPr/>
          <p:nvPr/>
        </p:nvSpPr>
        <p:spPr>
          <a:xfrm>
            <a:off x="6795285" y="5156733"/>
            <a:ext cx="843571" cy="338336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1D53BFDB-8CB8-30A9-7722-84D9FF963DAF}"/>
              </a:ext>
            </a:extLst>
          </p:cNvPr>
          <p:cNvSpPr/>
          <p:nvPr/>
        </p:nvSpPr>
        <p:spPr>
          <a:xfrm>
            <a:off x="6795285" y="2225827"/>
            <a:ext cx="843571" cy="338336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CA53A37B-BDAB-7BC0-2933-F719A965C02B}"/>
              </a:ext>
            </a:extLst>
          </p:cNvPr>
          <p:cNvSpPr/>
          <p:nvPr/>
        </p:nvSpPr>
        <p:spPr>
          <a:xfrm>
            <a:off x="2285510" y="3611088"/>
            <a:ext cx="1219385" cy="607660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DA5CD32-019E-A3E0-9735-2908AE927342}"/>
              </a:ext>
            </a:extLst>
          </p:cNvPr>
          <p:cNvSpPr/>
          <p:nvPr/>
        </p:nvSpPr>
        <p:spPr>
          <a:xfrm>
            <a:off x="2285510" y="695728"/>
            <a:ext cx="1219385" cy="607660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43263683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E7024934-5824-5C1B-1AEA-432FF26E7820}"/>
              </a:ext>
            </a:extLst>
          </p:cNvPr>
          <p:cNvGrpSpPr/>
          <p:nvPr/>
        </p:nvGrpSpPr>
        <p:grpSpPr>
          <a:xfrm>
            <a:off x="695400" y="188640"/>
            <a:ext cx="4559463" cy="2852363"/>
            <a:chOff x="831551" y="1233171"/>
            <a:chExt cx="4559463" cy="2852363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E5B3B8A-5BB3-1AF5-CEBD-B53BD9FC501F}"/>
                </a:ext>
              </a:extLst>
            </p:cNvPr>
            <p:cNvSpPr/>
            <p:nvPr/>
          </p:nvSpPr>
          <p:spPr>
            <a:xfrm>
              <a:off x="2660706" y="2597210"/>
              <a:ext cx="282391" cy="111525"/>
            </a:xfrm>
            <a:custGeom>
              <a:avLst/>
              <a:gdLst>
                <a:gd name="connsiteX0" fmla="*/ 282392 w 282391"/>
                <a:gd name="connsiteY0" fmla="*/ 2316 h 111525"/>
                <a:gd name="connsiteX1" fmla="*/ 281492 w 282391"/>
                <a:gd name="connsiteY1" fmla="*/ 111526 h 111525"/>
                <a:gd name="connsiteX2" fmla="*/ 0 w 282391"/>
                <a:gd name="connsiteY2" fmla="*/ 109210 h 111525"/>
                <a:gd name="connsiteX3" fmla="*/ 900 w 282391"/>
                <a:gd name="connsiteY3" fmla="*/ 0 h 11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391" h="111525">
                  <a:moveTo>
                    <a:pt x="282392" y="2316"/>
                  </a:moveTo>
                  <a:lnTo>
                    <a:pt x="281492" y="111526"/>
                  </a:lnTo>
                  <a:lnTo>
                    <a:pt x="0" y="109210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52CCD59-DAA5-33F5-6C11-AC5D5BECDF6C}"/>
                </a:ext>
              </a:extLst>
            </p:cNvPr>
            <p:cNvSpPr/>
            <p:nvPr/>
          </p:nvSpPr>
          <p:spPr>
            <a:xfrm>
              <a:off x="2832909" y="2598627"/>
              <a:ext cx="109738" cy="109210"/>
            </a:xfrm>
            <a:custGeom>
              <a:avLst/>
              <a:gdLst>
                <a:gd name="connsiteX0" fmla="*/ 109739 w 109738"/>
                <a:gd name="connsiteY0" fmla="*/ 55504 h 109210"/>
                <a:gd name="connsiteX1" fmla="*/ 0 w 109738"/>
                <a:gd name="connsiteY1" fmla="*/ 109210 h 109210"/>
                <a:gd name="connsiteX2" fmla="*/ 900 w 109738"/>
                <a:gd name="connsiteY2" fmla="*/ 0 h 109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738" h="109210">
                  <a:moveTo>
                    <a:pt x="109739" y="55504"/>
                  </a:moveTo>
                  <a:lnTo>
                    <a:pt x="0" y="109210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A408B7B7-A46E-5448-7CE3-5C33DC8CB89D}"/>
                </a:ext>
              </a:extLst>
            </p:cNvPr>
            <p:cNvSpPr/>
            <p:nvPr/>
          </p:nvSpPr>
          <p:spPr>
            <a:xfrm>
              <a:off x="831551" y="1233171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78F5BDCE-0664-4730-AB32-22B015E60086}"/>
                </a:ext>
              </a:extLst>
            </p:cNvPr>
            <p:cNvSpPr/>
            <p:nvPr/>
          </p:nvSpPr>
          <p:spPr>
            <a:xfrm>
              <a:off x="5378314" y="1233171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09AFE05F-7CEC-7F9F-7842-429CB4B116A8}"/>
                </a:ext>
              </a:extLst>
            </p:cNvPr>
            <p:cNvSpPr/>
            <p:nvPr/>
          </p:nvSpPr>
          <p:spPr>
            <a:xfrm>
              <a:off x="831551" y="407284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21BB224D-84FA-25A4-400B-A6E9F4F808C2}"/>
                </a:ext>
              </a:extLst>
            </p:cNvPr>
            <p:cNvSpPr/>
            <p:nvPr/>
          </p:nvSpPr>
          <p:spPr>
            <a:xfrm>
              <a:off x="831551" y="1233171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2FC0F3C6-25BE-3DC3-4142-72281C669A15}"/>
              </a:ext>
            </a:extLst>
          </p:cNvPr>
          <p:cNvGrpSpPr/>
          <p:nvPr/>
        </p:nvGrpSpPr>
        <p:grpSpPr>
          <a:xfrm>
            <a:off x="6925156" y="3041536"/>
            <a:ext cx="4559463" cy="2852363"/>
            <a:chOff x="6925156" y="3041536"/>
            <a:chExt cx="4559463" cy="2852363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A9F29957-A091-115B-7508-636629239B2C}"/>
                </a:ext>
              </a:extLst>
            </p:cNvPr>
            <p:cNvSpPr/>
            <p:nvPr/>
          </p:nvSpPr>
          <p:spPr>
            <a:xfrm>
              <a:off x="9975995" y="4438987"/>
              <a:ext cx="285890" cy="121065"/>
            </a:xfrm>
            <a:custGeom>
              <a:avLst/>
              <a:gdLst>
                <a:gd name="connsiteX0" fmla="*/ 285890 w 285890"/>
                <a:gd name="connsiteY0" fmla="*/ 11950 h 121065"/>
                <a:gd name="connsiteX1" fmla="*/ 281247 w 285890"/>
                <a:gd name="connsiteY1" fmla="*/ 121066 h 121065"/>
                <a:gd name="connsiteX2" fmla="*/ 0 w 285890"/>
                <a:gd name="connsiteY2" fmla="*/ 109115 h 121065"/>
                <a:gd name="connsiteX3" fmla="*/ 4643 w 285890"/>
                <a:gd name="connsiteY3" fmla="*/ 0 h 12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890" h="121065">
                  <a:moveTo>
                    <a:pt x="285890" y="11950"/>
                  </a:moveTo>
                  <a:lnTo>
                    <a:pt x="281247" y="121066"/>
                  </a:lnTo>
                  <a:lnTo>
                    <a:pt x="0" y="109115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4386655-123B-CF24-4432-2F39A2DFF073}"/>
                </a:ext>
              </a:extLst>
            </p:cNvPr>
            <p:cNvSpPr/>
            <p:nvPr/>
          </p:nvSpPr>
          <p:spPr>
            <a:xfrm>
              <a:off x="10148048" y="4446297"/>
              <a:ext cx="111515" cy="109115"/>
            </a:xfrm>
            <a:custGeom>
              <a:avLst/>
              <a:gdLst>
                <a:gd name="connsiteX0" fmla="*/ 111516 w 111515"/>
                <a:gd name="connsiteY0" fmla="*/ 59197 h 109115"/>
                <a:gd name="connsiteX1" fmla="*/ 0 w 111515"/>
                <a:gd name="connsiteY1" fmla="*/ 109115 h 109115"/>
                <a:gd name="connsiteX2" fmla="*/ 4643 w 111515"/>
                <a:gd name="connsiteY2" fmla="*/ 0 h 10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515" h="109115">
                  <a:moveTo>
                    <a:pt x="111516" y="59197"/>
                  </a:moveTo>
                  <a:lnTo>
                    <a:pt x="0" y="109115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7FC6B1CB-45F9-0518-3123-14E427476617}"/>
                </a:ext>
              </a:extLst>
            </p:cNvPr>
            <p:cNvSpPr/>
            <p:nvPr/>
          </p:nvSpPr>
          <p:spPr>
            <a:xfrm>
              <a:off x="6925156" y="3041536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42396637-1479-8D13-409D-860BC6BB7207}"/>
                </a:ext>
              </a:extLst>
            </p:cNvPr>
            <p:cNvSpPr/>
            <p:nvPr/>
          </p:nvSpPr>
          <p:spPr>
            <a:xfrm>
              <a:off x="11471919" y="3041536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5B8D5DD5-7E8E-E057-39AD-06AD9D1999F1}"/>
                </a:ext>
              </a:extLst>
            </p:cNvPr>
            <p:cNvSpPr/>
            <p:nvPr/>
          </p:nvSpPr>
          <p:spPr>
            <a:xfrm>
              <a:off x="6925156" y="5881209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54A1FBE-88C4-26A7-C0F9-939729710FD4}"/>
                </a:ext>
              </a:extLst>
            </p:cNvPr>
            <p:cNvSpPr/>
            <p:nvPr/>
          </p:nvSpPr>
          <p:spPr>
            <a:xfrm>
              <a:off x="6925156" y="3041536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</p:spTree>
    <p:extLst>
      <p:ext uri="{BB962C8B-B14F-4D97-AF65-F5344CB8AC3E}">
        <p14:creationId xmlns:p14="http://schemas.microsoft.com/office/powerpoint/2010/main" val="408378236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E7024934-5824-5C1B-1AEA-432FF26E7820}"/>
              </a:ext>
            </a:extLst>
          </p:cNvPr>
          <p:cNvGrpSpPr/>
          <p:nvPr/>
        </p:nvGrpSpPr>
        <p:grpSpPr>
          <a:xfrm>
            <a:off x="695400" y="188640"/>
            <a:ext cx="4559463" cy="2852363"/>
            <a:chOff x="831551" y="1233171"/>
            <a:chExt cx="4559463" cy="2852363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E5B3B8A-5BB3-1AF5-CEBD-B53BD9FC501F}"/>
                </a:ext>
              </a:extLst>
            </p:cNvPr>
            <p:cNvSpPr/>
            <p:nvPr/>
          </p:nvSpPr>
          <p:spPr>
            <a:xfrm>
              <a:off x="2660706" y="2597210"/>
              <a:ext cx="282391" cy="111525"/>
            </a:xfrm>
            <a:custGeom>
              <a:avLst/>
              <a:gdLst>
                <a:gd name="connsiteX0" fmla="*/ 282392 w 282391"/>
                <a:gd name="connsiteY0" fmla="*/ 2316 h 111525"/>
                <a:gd name="connsiteX1" fmla="*/ 281492 w 282391"/>
                <a:gd name="connsiteY1" fmla="*/ 111526 h 111525"/>
                <a:gd name="connsiteX2" fmla="*/ 0 w 282391"/>
                <a:gd name="connsiteY2" fmla="*/ 109210 h 111525"/>
                <a:gd name="connsiteX3" fmla="*/ 900 w 282391"/>
                <a:gd name="connsiteY3" fmla="*/ 0 h 11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391" h="111525">
                  <a:moveTo>
                    <a:pt x="282392" y="2316"/>
                  </a:moveTo>
                  <a:lnTo>
                    <a:pt x="281492" y="111526"/>
                  </a:lnTo>
                  <a:lnTo>
                    <a:pt x="0" y="109210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000000">
                <a:alpha val="40000"/>
              </a:srgb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A408B7B7-A46E-5448-7CE3-5C33DC8CB89D}"/>
                </a:ext>
              </a:extLst>
            </p:cNvPr>
            <p:cNvSpPr/>
            <p:nvPr/>
          </p:nvSpPr>
          <p:spPr>
            <a:xfrm>
              <a:off x="831551" y="1233171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78F5BDCE-0664-4730-AB32-22B015E60086}"/>
                </a:ext>
              </a:extLst>
            </p:cNvPr>
            <p:cNvSpPr/>
            <p:nvPr/>
          </p:nvSpPr>
          <p:spPr>
            <a:xfrm>
              <a:off x="5378314" y="1233171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09AFE05F-7CEC-7F9F-7842-429CB4B116A8}"/>
                </a:ext>
              </a:extLst>
            </p:cNvPr>
            <p:cNvSpPr/>
            <p:nvPr/>
          </p:nvSpPr>
          <p:spPr>
            <a:xfrm>
              <a:off x="831551" y="407284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21BB224D-84FA-25A4-400B-A6E9F4F808C2}"/>
                </a:ext>
              </a:extLst>
            </p:cNvPr>
            <p:cNvSpPr/>
            <p:nvPr/>
          </p:nvSpPr>
          <p:spPr>
            <a:xfrm>
              <a:off x="831551" y="1233171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2FC0F3C6-25BE-3DC3-4142-72281C669A15}"/>
              </a:ext>
            </a:extLst>
          </p:cNvPr>
          <p:cNvGrpSpPr/>
          <p:nvPr/>
        </p:nvGrpSpPr>
        <p:grpSpPr>
          <a:xfrm>
            <a:off x="6925156" y="3041536"/>
            <a:ext cx="4559463" cy="2852363"/>
            <a:chOff x="6925156" y="3041536"/>
            <a:chExt cx="4559463" cy="2852363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A9F29957-A091-115B-7508-636629239B2C}"/>
                </a:ext>
              </a:extLst>
            </p:cNvPr>
            <p:cNvSpPr/>
            <p:nvPr/>
          </p:nvSpPr>
          <p:spPr>
            <a:xfrm>
              <a:off x="9975995" y="4438987"/>
              <a:ext cx="285890" cy="121065"/>
            </a:xfrm>
            <a:custGeom>
              <a:avLst/>
              <a:gdLst>
                <a:gd name="connsiteX0" fmla="*/ 285890 w 285890"/>
                <a:gd name="connsiteY0" fmla="*/ 11950 h 121065"/>
                <a:gd name="connsiteX1" fmla="*/ 281247 w 285890"/>
                <a:gd name="connsiteY1" fmla="*/ 121066 h 121065"/>
                <a:gd name="connsiteX2" fmla="*/ 0 w 285890"/>
                <a:gd name="connsiteY2" fmla="*/ 109115 h 121065"/>
                <a:gd name="connsiteX3" fmla="*/ 4643 w 285890"/>
                <a:gd name="connsiteY3" fmla="*/ 0 h 12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890" h="121065">
                  <a:moveTo>
                    <a:pt x="285890" y="11950"/>
                  </a:moveTo>
                  <a:lnTo>
                    <a:pt x="281247" y="121066"/>
                  </a:lnTo>
                  <a:lnTo>
                    <a:pt x="0" y="109115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000000">
                <a:alpha val="40000"/>
              </a:srgb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7FC6B1CB-45F9-0518-3123-14E427476617}"/>
                </a:ext>
              </a:extLst>
            </p:cNvPr>
            <p:cNvSpPr/>
            <p:nvPr/>
          </p:nvSpPr>
          <p:spPr>
            <a:xfrm>
              <a:off x="6925156" y="3041536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42396637-1479-8D13-409D-860BC6BB7207}"/>
                </a:ext>
              </a:extLst>
            </p:cNvPr>
            <p:cNvSpPr/>
            <p:nvPr/>
          </p:nvSpPr>
          <p:spPr>
            <a:xfrm>
              <a:off x="11471919" y="3041536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5B8D5DD5-7E8E-E057-39AD-06AD9D1999F1}"/>
                </a:ext>
              </a:extLst>
            </p:cNvPr>
            <p:cNvSpPr/>
            <p:nvPr/>
          </p:nvSpPr>
          <p:spPr>
            <a:xfrm>
              <a:off x="6925156" y="5881209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54A1FBE-88C4-26A7-C0F9-939729710FD4}"/>
                </a:ext>
              </a:extLst>
            </p:cNvPr>
            <p:cNvSpPr/>
            <p:nvPr/>
          </p:nvSpPr>
          <p:spPr>
            <a:xfrm>
              <a:off x="6925156" y="3041536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</p:spTree>
    <p:extLst>
      <p:ext uri="{BB962C8B-B14F-4D97-AF65-F5344CB8AC3E}">
        <p14:creationId xmlns:p14="http://schemas.microsoft.com/office/powerpoint/2010/main" val="121578916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E7024934-5824-5C1B-1AEA-432FF26E7820}"/>
              </a:ext>
            </a:extLst>
          </p:cNvPr>
          <p:cNvGrpSpPr/>
          <p:nvPr/>
        </p:nvGrpSpPr>
        <p:grpSpPr>
          <a:xfrm>
            <a:off x="695400" y="188640"/>
            <a:ext cx="4559463" cy="2852363"/>
            <a:chOff x="831551" y="1233171"/>
            <a:chExt cx="4559463" cy="2852363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E5B3B8A-5BB3-1AF5-CEBD-B53BD9FC501F}"/>
                </a:ext>
              </a:extLst>
            </p:cNvPr>
            <p:cNvSpPr/>
            <p:nvPr/>
          </p:nvSpPr>
          <p:spPr>
            <a:xfrm>
              <a:off x="2660706" y="2597210"/>
              <a:ext cx="282391" cy="111525"/>
            </a:xfrm>
            <a:custGeom>
              <a:avLst/>
              <a:gdLst>
                <a:gd name="connsiteX0" fmla="*/ 282392 w 282391"/>
                <a:gd name="connsiteY0" fmla="*/ 2316 h 111525"/>
                <a:gd name="connsiteX1" fmla="*/ 281492 w 282391"/>
                <a:gd name="connsiteY1" fmla="*/ 111526 h 111525"/>
                <a:gd name="connsiteX2" fmla="*/ 0 w 282391"/>
                <a:gd name="connsiteY2" fmla="*/ 109210 h 111525"/>
                <a:gd name="connsiteX3" fmla="*/ 900 w 282391"/>
                <a:gd name="connsiteY3" fmla="*/ 0 h 11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391" h="111525">
                  <a:moveTo>
                    <a:pt x="282392" y="2316"/>
                  </a:moveTo>
                  <a:lnTo>
                    <a:pt x="281492" y="111526"/>
                  </a:lnTo>
                  <a:lnTo>
                    <a:pt x="0" y="109210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ysDash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52CCD59-DAA5-33F5-6C11-AC5D5BECDF6C}"/>
                </a:ext>
              </a:extLst>
            </p:cNvPr>
            <p:cNvSpPr/>
            <p:nvPr/>
          </p:nvSpPr>
          <p:spPr>
            <a:xfrm>
              <a:off x="2832909" y="2598627"/>
              <a:ext cx="109738" cy="109210"/>
            </a:xfrm>
            <a:custGeom>
              <a:avLst/>
              <a:gdLst>
                <a:gd name="connsiteX0" fmla="*/ 109739 w 109738"/>
                <a:gd name="connsiteY0" fmla="*/ 55504 h 109210"/>
                <a:gd name="connsiteX1" fmla="*/ 0 w 109738"/>
                <a:gd name="connsiteY1" fmla="*/ 109210 h 109210"/>
                <a:gd name="connsiteX2" fmla="*/ 900 w 109738"/>
                <a:gd name="connsiteY2" fmla="*/ 0 h 109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738" h="109210">
                  <a:moveTo>
                    <a:pt x="109739" y="55504"/>
                  </a:moveTo>
                  <a:lnTo>
                    <a:pt x="0" y="109210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ysDash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A408B7B7-A46E-5448-7CE3-5C33DC8CB89D}"/>
                </a:ext>
              </a:extLst>
            </p:cNvPr>
            <p:cNvSpPr/>
            <p:nvPr/>
          </p:nvSpPr>
          <p:spPr>
            <a:xfrm>
              <a:off x="831551" y="1233171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78F5BDCE-0664-4730-AB32-22B015E60086}"/>
                </a:ext>
              </a:extLst>
            </p:cNvPr>
            <p:cNvSpPr/>
            <p:nvPr/>
          </p:nvSpPr>
          <p:spPr>
            <a:xfrm>
              <a:off x="5378314" y="1233171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09AFE05F-7CEC-7F9F-7842-429CB4B116A8}"/>
                </a:ext>
              </a:extLst>
            </p:cNvPr>
            <p:cNvSpPr/>
            <p:nvPr/>
          </p:nvSpPr>
          <p:spPr>
            <a:xfrm>
              <a:off x="831551" y="4072844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21BB224D-84FA-25A4-400B-A6E9F4F808C2}"/>
                </a:ext>
              </a:extLst>
            </p:cNvPr>
            <p:cNvSpPr/>
            <p:nvPr/>
          </p:nvSpPr>
          <p:spPr>
            <a:xfrm>
              <a:off x="831551" y="1233171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2FC0F3C6-25BE-3DC3-4142-72281C669A15}"/>
              </a:ext>
            </a:extLst>
          </p:cNvPr>
          <p:cNvGrpSpPr/>
          <p:nvPr/>
        </p:nvGrpSpPr>
        <p:grpSpPr>
          <a:xfrm>
            <a:off x="6925156" y="3041536"/>
            <a:ext cx="4559463" cy="2852363"/>
            <a:chOff x="6925156" y="3041536"/>
            <a:chExt cx="4559463" cy="2852363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A9F29957-A091-115B-7508-636629239B2C}"/>
                </a:ext>
              </a:extLst>
            </p:cNvPr>
            <p:cNvSpPr/>
            <p:nvPr/>
          </p:nvSpPr>
          <p:spPr>
            <a:xfrm>
              <a:off x="9975995" y="4438987"/>
              <a:ext cx="285890" cy="121065"/>
            </a:xfrm>
            <a:custGeom>
              <a:avLst/>
              <a:gdLst>
                <a:gd name="connsiteX0" fmla="*/ 285890 w 285890"/>
                <a:gd name="connsiteY0" fmla="*/ 11950 h 121065"/>
                <a:gd name="connsiteX1" fmla="*/ 281247 w 285890"/>
                <a:gd name="connsiteY1" fmla="*/ 121066 h 121065"/>
                <a:gd name="connsiteX2" fmla="*/ 0 w 285890"/>
                <a:gd name="connsiteY2" fmla="*/ 109115 h 121065"/>
                <a:gd name="connsiteX3" fmla="*/ 4643 w 285890"/>
                <a:gd name="connsiteY3" fmla="*/ 0 h 12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890" h="121065">
                  <a:moveTo>
                    <a:pt x="285890" y="11950"/>
                  </a:moveTo>
                  <a:lnTo>
                    <a:pt x="281247" y="121066"/>
                  </a:lnTo>
                  <a:lnTo>
                    <a:pt x="0" y="109115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4386655-123B-CF24-4432-2F39A2DFF073}"/>
                </a:ext>
              </a:extLst>
            </p:cNvPr>
            <p:cNvSpPr/>
            <p:nvPr/>
          </p:nvSpPr>
          <p:spPr>
            <a:xfrm>
              <a:off x="10148048" y="4446297"/>
              <a:ext cx="111515" cy="109115"/>
            </a:xfrm>
            <a:custGeom>
              <a:avLst/>
              <a:gdLst>
                <a:gd name="connsiteX0" fmla="*/ 111516 w 111515"/>
                <a:gd name="connsiteY0" fmla="*/ 59197 h 109115"/>
                <a:gd name="connsiteX1" fmla="*/ 0 w 111515"/>
                <a:gd name="connsiteY1" fmla="*/ 109115 h 109115"/>
                <a:gd name="connsiteX2" fmla="*/ 4643 w 111515"/>
                <a:gd name="connsiteY2" fmla="*/ 0 h 10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515" h="109115">
                  <a:moveTo>
                    <a:pt x="111516" y="59197"/>
                  </a:moveTo>
                  <a:lnTo>
                    <a:pt x="0" y="109115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7FC6B1CB-45F9-0518-3123-14E427476617}"/>
                </a:ext>
              </a:extLst>
            </p:cNvPr>
            <p:cNvSpPr/>
            <p:nvPr/>
          </p:nvSpPr>
          <p:spPr>
            <a:xfrm>
              <a:off x="6925156" y="3041536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42396637-1479-8D13-409D-860BC6BB7207}"/>
                </a:ext>
              </a:extLst>
            </p:cNvPr>
            <p:cNvSpPr/>
            <p:nvPr/>
          </p:nvSpPr>
          <p:spPr>
            <a:xfrm>
              <a:off x="11471919" y="3041536"/>
              <a:ext cx="12700" cy="2839673"/>
            </a:xfrm>
            <a:custGeom>
              <a:avLst/>
              <a:gdLst>
                <a:gd name="connsiteX0" fmla="*/ 0 w 12700"/>
                <a:gd name="connsiteY0" fmla="*/ 2839674 h 2839673"/>
                <a:gd name="connsiteX1" fmla="*/ 0 w 12700"/>
                <a:gd name="connsiteY1" fmla="*/ 0 h 283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2839673">
                  <a:moveTo>
                    <a:pt x="0" y="2839674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5B8D5DD5-7E8E-E057-39AD-06AD9D1999F1}"/>
                </a:ext>
              </a:extLst>
            </p:cNvPr>
            <p:cNvSpPr/>
            <p:nvPr/>
          </p:nvSpPr>
          <p:spPr>
            <a:xfrm>
              <a:off x="6925156" y="5881209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54A1FBE-88C4-26A7-C0F9-939729710FD4}"/>
                </a:ext>
              </a:extLst>
            </p:cNvPr>
            <p:cNvSpPr/>
            <p:nvPr/>
          </p:nvSpPr>
          <p:spPr>
            <a:xfrm>
              <a:off x="6925156" y="3041536"/>
              <a:ext cx="4546762" cy="12690"/>
            </a:xfrm>
            <a:custGeom>
              <a:avLst/>
              <a:gdLst>
                <a:gd name="connsiteX0" fmla="*/ 0 w 4546762"/>
                <a:gd name="connsiteY0" fmla="*/ 0 h 12690"/>
                <a:gd name="connsiteX1" fmla="*/ 4546763 w 454676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6762" h="12690">
                  <a:moveTo>
                    <a:pt x="0" y="0"/>
                  </a:moveTo>
                  <a:lnTo>
                    <a:pt x="454676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</p:spTree>
    <p:extLst>
      <p:ext uri="{BB962C8B-B14F-4D97-AF65-F5344CB8AC3E}">
        <p14:creationId xmlns:p14="http://schemas.microsoft.com/office/powerpoint/2010/main" val="327555793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1" name="Picture 180">
            <a:extLst>
              <a:ext uri="{FF2B5EF4-FFF2-40B4-BE49-F238E27FC236}">
                <a16:creationId xmlns:a16="http://schemas.microsoft.com/office/drawing/2014/main" id="{E70C8F63-914B-23EB-E404-61B17D00444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-2" r="4885" b="87723"/>
          <a:stretch/>
        </p:blipFill>
        <p:spPr>
          <a:xfrm rot="-2700000" flipV="1">
            <a:off x="6388435" y="5129613"/>
            <a:ext cx="1770966" cy="151437"/>
          </a:xfrm>
          <a:custGeom>
            <a:avLst/>
            <a:gdLst>
              <a:gd name="connsiteX0" fmla="*/ 0 w 3379610"/>
              <a:gd name="connsiteY0" fmla="*/ 82 h 3380835"/>
              <a:gd name="connsiteX1" fmla="*/ 3379611 w 3379610"/>
              <a:gd name="connsiteY1" fmla="*/ 82 h 3380835"/>
              <a:gd name="connsiteX2" fmla="*/ 3379611 w 3379610"/>
              <a:gd name="connsiteY2" fmla="*/ 3380918 h 3380835"/>
              <a:gd name="connsiteX3" fmla="*/ 0 w 3379610"/>
              <a:gd name="connsiteY3" fmla="*/ 3380918 h 3380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79610" h="3380835">
                <a:moveTo>
                  <a:pt x="0" y="82"/>
                </a:moveTo>
                <a:lnTo>
                  <a:pt x="3379611" y="82"/>
                </a:lnTo>
                <a:lnTo>
                  <a:pt x="3379611" y="3380918"/>
                </a:lnTo>
                <a:lnTo>
                  <a:pt x="0" y="3380918"/>
                </a:lnTo>
                <a:close/>
              </a:path>
            </a:pathLst>
          </a:custGeom>
        </p:spPr>
      </p:pic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FCA60F91-5601-B601-C7A6-3E4B79DC6146}"/>
              </a:ext>
            </a:extLst>
          </p:cNvPr>
          <p:cNvSpPr/>
          <p:nvPr/>
        </p:nvSpPr>
        <p:spPr>
          <a:xfrm flipV="1">
            <a:off x="4783836" y="1345888"/>
            <a:ext cx="2619207" cy="2619207"/>
          </a:xfrm>
          <a:custGeom>
            <a:avLst/>
            <a:gdLst>
              <a:gd name="connsiteX0" fmla="*/ 45 w 2619207"/>
              <a:gd name="connsiteY0" fmla="*/ 49 h 2619207"/>
              <a:gd name="connsiteX1" fmla="*/ 2619253 w 2619207"/>
              <a:gd name="connsiteY1" fmla="*/ 49 h 2619207"/>
              <a:gd name="connsiteX2" fmla="*/ 2619253 w 2619207"/>
              <a:gd name="connsiteY2" fmla="*/ 2619256 h 2619207"/>
              <a:gd name="connsiteX3" fmla="*/ 45 w 2619207"/>
              <a:gd name="connsiteY3" fmla="*/ 2619256 h 2619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19207" h="2619207">
                <a:moveTo>
                  <a:pt x="45" y="49"/>
                </a:moveTo>
                <a:lnTo>
                  <a:pt x="2619253" y="49"/>
                </a:lnTo>
                <a:lnTo>
                  <a:pt x="2619253" y="2619256"/>
                </a:lnTo>
                <a:lnTo>
                  <a:pt x="45" y="2619256"/>
                </a:lnTo>
                <a:close/>
              </a:path>
            </a:pathLst>
          </a:custGeom>
          <a:solidFill>
            <a:srgbClr val="FFFFFF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SE"/>
          </a:p>
        </p:txBody>
      </p:sp>
      <p:pic>
        <p:nvPicPr>
          <p:cNvPr id="46" name="Picture 45">
            <a:extLst>
              <a:ext uri="{FF2B5EF4-FFF2-40B4-BE49-F238E27FC236}">
                <a16:creationId xmlns:a16="http://schemas.microsoft.com/office/drawing/2014/main" id="{660840F9-6093-579F-052B-D7E8ACBA476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5336"/>
          <a:stretch/>
        </p:blipFill>
        <p:spPr>
          <a:xfrm>
            <a:off x="4783836" y="1480819"/>
            <a:ext cx="2624327" cy="2484275"/>
          </a:xfrm>
          <a:custGeom>
            <a:avLst/>
            <a:gdLst>
              <a:gd name="connsiteX0" fmla="*/ 182 w 2624327"/>
              <a:gd name="connsiteY0" fmla="*/ 183 h 2624327"/>
              <a:gd name="connsiteX1" fmla="*/ 2624510 w 2624327"/>
              <a:gd name="connsiteY1" fmla="*/ 183 h 2624327"/>
              <a:gd name="connsiteX2" fmla="*/ 2624510 w 2624327"/>
              <a:gd name="connsiteY2" fmla="*/ 2624511 h 2624327"/>
              <a:gd name="connsiteX3" fmla="*/ 182 w 2624327"/>
              <a:gd name="connsiteY3" fmla="*/ 2624511 h 2624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4327" h="2624327">
                <a:moveTo>
                  <a:pt x="182" y="183"/>
                </a:moveTo>
                <a:lnTo>
                  <a:pt x="2624510" y="183"/>
                </a:lnTo>
                <a:lnTo>
                  <a:pt x="2624510" y="2624511"/>
                </a:lnTo>
                <a:lnTo>
                  <a:pt x="182" y="2624511"/>
                </a:lnTo>
                <a:close/>
              </a:path>
            </a:pathLst>
          </a:custGeom>
        </p:spPr>
      </p:pic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FE07284A-160D-16F9-8D05-D823E098AA6E}"/>
              </a:ext>
            </a:extLst>
          </p:cNvPr>
          <p:cNvSpPr/>
          <p:nvPr/>
        </p:nvSpPr>
        <p:spPr>
          <a:xfrm flipV="1">
            <a:off x="4783836" y="1470612"/>
            <a:ext cx="2494483" cy="2494483"/>
          </a:xfrm>
          <a:custGeom>
            <a:avLst/>
            <a:gdLst>
              <a:gd name="connsiteX0" fmla="*/ 44 w 2494483"/>
              <a:gd name="connsiteY0" fmla="*/ 2494543 h 2494483"/>
              <a:gd name="connsiteX1" fmla="*/ 2494527 w 2494483"/>
              <a:gd name="connsiteY1" fmla="*/ 2494543 h 2494483"/>
              <a:gd name="connsiteX2" fmla="*/ 2494527 w 2494483"/>
              <a:gd name="connsiteY2" fmla="*/ 60 h 2494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94483" h="2494483">
                <a:moveTo>
                  <a:pt x="44" y="2494543"/>
                </a:moveTo>
                <a:lnTo>
                  <a:pt x="2494527" y="2494543"/>
                </a:lnTo>
                <a:lnTo>
                  <a:pt x="2494527" y="60"/>
                </a:lnTo>
                <a:close/>
              </a:path>
            </a:pathLst>
          </a:custGeom>
          <a:solidFill>
            <a:srgbClr val="FFFFFF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SE" dirty="0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A1786544-910A-A0C9-36CB-C15547BD0952}"/>
              </a:ext>
            </a:extLst>
          </p:cNvPr>
          <p:cNvSpPr/>
          <p:nvPr/>
        </p:nvSpPr>
        <p:spPr>
          <a:xfrm flipV="1">
            <a:off x="7278319" y="3920645"/>
            <a:ext cx="9525" cy="44449"/>
          </a:xfrm>
          <a:custGeom>
            <a:avLst/>
            <a:gdLst>
              <a:gd name="connsiteX0" fmla="*/ 77 w 9525"/>
              <a:gd name="connsiteY0" fmla="*/ 285 h 44449"/>
              <a:gd name="connsiteX1" fmla="*/ 77 w 9525"/>
              <a:gd name="connsiteY1" fmla="*/ 44735 h 44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5" h="44449">
                <a:moveTo>
                  <a:pt x="77" y="285"/>
                </a:moveTo>
                <a:lnTo>
                  <a:pt x="77" y="44735"/>
                </a:lnTo>
              </a:path>
            </a:pathLst>
          </a:custGeom>
          <a:noFill/>
          <a:ln w="10160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B920256F-EE4C-DBD8-8DA8-AAF0C09CB33A}"/>
              </a:ext>
            </a:extLst>
          </p:cNvPr>
          <p:cNvSpPr txBox="1"/>
          <p:nvPr/>
        </p:nvSpPr>
        <p:spPr>
          <a:xfrm>
            <a:off x="4652014" y="3943783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AA66BDC-5CD7-1CFE-4A49-DF227CB8D849}"/>
              </a:ext>
            </a:extLst>
          </p:cNvPr>
          <p:cNvSpPr txBox="1"/>
          <p:nvPr/>
        </p:nvSpPr>
        <p:spPr>
          <a:xfrm>
            <a:off x="7146497" y="3943783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65ECDDA2-9637-81FA-8001-671464D5C462}"/>
              </a:ext>
            </a:extLst>
          </p:cNvPr>
          <p:cNvSpPr/>
          <p:nvPr/>
        </p:nvSpPr>
        <p:spPr>
          <a:xfrm flipV="1">
            <a:off x="4783836" y="3922983"/>
            <a:ext cx="2722483" cy="45719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E379042-843D-9944-9775-45920B31D8BC}"/>
              </a:ext>
            </a:extLst>
          </p:cNvPr>
          <p:cNvSpPr/>
          <p:nvPr/>
        </p:nvSpPr>
        <p:spPr>
          <a:xfrm flipV="1">
            <a:off x="7465045" y="3939695"/>
            <a:ext cx="50799" cy="50799"/>
          </a:xfrm>
          <a:custGeom>
            <a:avLst/>
            <a:gdLst>
              <a:gd name="connsiteX0" fmla="*/ 82 w 50799"/>
              <a:gd name="connsiteY0" fmla="*/ 51089 h 50799"/>
              <a:gd name="connsiteX1" fmla="*/ 50882 w 50799"/>
              <a:gd name="connsiteY1" fmla="*/ 25689 h 50799"/>
              <a:gd name="connsiteX2" fmla="*/ 82 w 50799"/>
              <a:gd name="connsiteY2" fmla="*/ 289 h 50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0799" h="50799">
                <a:moveTo>
                  <a:pt x="82" y="51089"/>
                </a:moveTo>
                <a:lnTo>
                  <a:pt x="50882" y="25689"/>
                </a:lnTo>
                <a:lnTo>
                  <a:pt x="82" y="289"/>
                </a:lnTo>
                <a:close/>
              </a:path>
            </a:pathLst>
          </a:custGeom>
          <a:solidFill>
            <a:srgbClr val="000000"/>
          </a:solidFill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682D186D-4B49-D905-A812-3192723B268B}"/>
              </a:ext>
            </a:extLst>
          </p:cNvPr>
          <p:cNvSpPr/>
          <p:nvPr/>
        </p:nvSpPr>
        <p:spPr>
          <a:xfrm flipV="1">
            <a:off x="4783836" y="1470612"/>
            <a:ext cx="44449" cy="9525"/>
          </a:xfrm>
          <a:custGeom>
            <a:avLst/>
            <a:gdLst>
              <a:gd name="connsiteX0" fmla="*/ 12 w 44449"/>
              <a:gd name="connsiteY0" fmla="*/ -169 h 9525"/>
              <a:gd name="connsiteX1" fmla="*/ 44462 w 44449"/>
              <a:gd name="connsiteY1" fmla="*/ -16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449" h="9525">
                <a:moveTo>
                  <a:pt x="12" y="-169"/>
                </a:moveTo>
                <a:lnTo>
                  <a:pt x="44462" y="-169"/>
                </a:lnTo>
              </a:path>
            </a:pathLst>
          </a:custGeom>
          <a:noFill/>
          <a:ln w="10160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1D3A853C-932B-5445-100E-D0D600BE0372}"/>
              </a:ext>
            </a:extLst>
          </p:cNvPr>
          <p:cNvSpPr txBox="1"/>
          <p:nvPr/>
        </p:nvSpPr>
        <p:spPr>
          <a:xfrm>
            <a:off x="4567182" y="3840100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080DAD1-6E38-C508-4F69-2782A3069502}"/>
              </a:ext>
            </a:extLst>
          </p:cNvPr>
          <p:cNvSpPr txBox="1"/>
          <p:nvPr/>
        </p:nvSpPr>
        <p:spPr>
          <a:xfrm>
            <a:off x="4567182" y="1345616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B8DD8B95-F65B-1377-01D7-51F47C2AA042}"/>
              </a:ext>
            </a:extLst>
          </p:cNvPr>
          <p:cNvSpPr/>
          <p:nvPr/>
        </p:nvSpPr>
        <p:spPr>
          <a:xfrm flipV="1">
            <a:off x="4783836" y="1283885"/>
            <a:ext cx="45719" cy="2681209"/>
          </a:xfrm>
          <a:custGeom>
            <a:avLst/>
            <a:gdLst>
              <a:gd name="connsiteX0" fmla="*/ 11 w 9525"/>
              <a:gd name="connsiteY0" fmla="*/ 38 h 2732008"/>
              <a:gd name="connsiteX1" fmla="*/ 11 w 9525"/>
              <a:gd name="connsiteY1" fmla="*/ 2619246 h 2732008"/>
              <a:gd name="connsiteX2" fmla="*/ 11 w 9525"/>
              <a:gd name="connsiteY2" fmla="*/ 2732047 h 2732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25" h="2732008">
                <a:moveTo>
                  <a:pt x="11" y="38"/>
                </a:moveTo>
                <a:lnTo>
                  <a:pt x="11" y="2619246"/>
                </a:lnTo>
                <a:lnTo>
                  <a:pt x="11" y="2732047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45C2212E-5341-2CA5-BE8C-EB8C6E0A2B8B}"/>
              </a:ext>
            </a:extLst>
          </p:cNvPr>
          <p:cNvSpPr/>
          <p:nvPr/>
        </p:nvSpPr>
        <p:spPr>
          <a:xfrm flipV="1">
            <a:off x="4758436" y="1233087"/>
            <a:ext cx="50799" cy="50799"/>
          </a:xfrm>
          <a:custGeom>
            <a:avLst/>
            <a:gdLst>
              <a:gd name="connsiteX0" fmla="*/ 11 w 50799"/>
              <a:gd name="connsiteY0" fmla="*/ -208 h 50799"/>
              <a:gd name="connsiteX1" fmla="*/ 25411 w 50799"/>
              <a:gd name="connsiteY1" fmla="*/ 50592 h 50799"/>
              <a:gd name="connsiteX2" fmla="*/ 50811 w 50799"/>
              <a:gd name="connsiteY2" fmla="*/ -208 h 50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0799" h="50799">
                <a:moveTo>
                  <a:pt x="11" y="-208"/>
                </a:moveTo>
                <a:lnTo>
                  <a:pt x="25411" y="50592"/>
                </a:lnTo>
                <a:lnTo>
                  <a:pt x="50811" y="-208"/>
                </a:lnTo>
                <a:close/>
              </a:path>
            </a:pathLst>
          </a:custGeom>
          <a:solidFill>
            <a:srgbClr val="000000"/>
          </a:solidFill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DB897231-0C32-E17E-5C8A-165C4EB06795}"/>
              </a:ext>
            </a:extLst>
          </p:cNvPr>
          <p:cNvSpPr/>
          <p:nvPr/>
        </p:nvSpPr>
        <p:spPr>
          <a:xfrm rot="2700000" flipV="1">
            <a:off x="4389398" y="4929610"/>
            <a:ext cx="2732008" cy="9525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dash"/>
            <a:round/>
          </a:ln>
        </p:spPr>
        <p:txBody>
          <a:bodyPr rtlCol="0" anchor="ctr"/>
          <a:lstStyle/>
          <a:p>
            <a:endParaRPr lang="en-SE"/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88FD2F69-3293-5E3C-3437-9CD3EC109C76}"/>
              </a:ext>
            </a:extLst>
          </p:cNvPr>
          <p:cNvGrpSpPr/>
          <p:nvPr/>
        </p:nvGrpSpPr>
        <p:grpSpPr>
          <a:xfrm rot="-2700000">
            <a:off x="6415596" y="5154975"/>
            <a:ext cx="1974895" cy="74724"/>
            <a:chOff x="5737277" y="4884160"/>
            <a:chExt cx="1974895" cy="74724"/>
          </a:xfrm>
        </p:grpSpPr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A34E68F5-8405-A193-8248-9538AACBFB63}"/>
                </a:ext>
              </a:extLst>
            </p:cNvPr>
            <p:cNvSpPr/>
            <p:nvPr/>
          </p:nvSpPr>
          <p:spPr>
            <a:xfrm>
              <a:off x="5737277" y="4913165"/>
              <a:ext cx="1965370" cy="45719"/>
            </a:xfrm>
            <a:custGeom>
              <a:avLst/>
              <a:gdLst>
                <a:gd name="connsiteX0" fmla="*/ 47 w 2732008"/>
                <a:gd name="connsiteY0" fmla="*/ 289 h 9525"/>
                <a:gd name="connsiteX1" fmla="*/ 2619254 w 2732008"/>
                <a:gd name="connsiteY1" fmla="*/ 289 h 9525"/>
                <a:gd name="connsiteX2" fmla="*/ 2732055 w 2732008"/>
                <a:gd name="connsiteY2" fmla="*/ 28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32008" h="9525">
                  <a:moveTo>
                    <a:pt x="47" y="289"/>
                  </a:moveTo>
                  <a:lnTo>
                    <a:pt x="2619254" y="289"/>
                  </a:lnTo>
                  <a:lnTo>
                    <a:pt x="2732055" y="289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A2D4EC1-D6D4-C50C-9E01-D1971A5FE46B}"/>
                </a:ext>
              </a:extLst>
            </p:cNvPr>
            <p:cNvSpPr/>
            <p:nvPr/>
          </p:nvSpPr>
          <p:spPr>
            <a:xfrm flipV="1">
              <a:off x="7661373" y="4884160"/>
              <a:ext cx="50799" cy="50799"/>
            </a:xfrm>
            <a:custGeom>
              <a:avLst/>
              <a:gdLst>
                <a:gd name="connsiteX0" fmla="*/ 82 w 50799"/>
                <a:gd name="connsiteY0" fmla="*/ 51089 h 50799"/>
                <a:gd name="connsiteX1" fmla="*/ 50882 w 50799"/>
                <a:gd name="connsiteY1" fmla="*/ 25689 h 50799"/>
                <a:gd name="connsiteX2" fmla="*/ 82 w 50799"/>
                <a:gd name="connsiteY2" fmla="*/ 289 h 5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799" h="50799">
                  <a:moveTo>
                    <a:pt x="82" y="51089"/>
                  </a:moveTo>
                  <a:lnTo>
                    <a:pt x="50882" y="25689"/>
                  </a:lnTo>
                  <a:lnTo>
                    <a:pt x="82" y="289"/>
                  </a:lnTo>
                  <a:close/>
                </a:path>
              </a:pathLst>
            </a:custGeom>
            <a:solidFill>
              <a:srgbClr val="000000"/>
            </a:solidFill>
            <a:ln w="1270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18CDC87D-6D3C-3A8A-D5B3-E8918A1B353B}"/>
              </a:ext>
            </a:extLst>
          </p:cNvPr>
          <p:cNvSpPr/>
          <p:nvPr/>
        </p:nvSpPr>
        <p:spPr>
          <a:xfrm rot="2700000" flipV="1">
            <a:off x="7152895" y="4265383"/>
            <a:ext cx="945775" cy="45719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dash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BD807DE3-E4BB-6FF9-344B-F1B8D8A4BCB5}"/>
              </a:ext>
            </a:extLst>
          </p:cNvPr>
          <p:cNvSpPr txBox="1"/>
          <p:nvPr/>
        </p:nvSpPr>
        <p:spPr>
          <a:xfrm>
            <a:off x="7815776" y="4635003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54D06EFD-E671-F40D-4E55-02E275F54FB5}"/>
              </a:ext>
            </a:extLst>
          </p:cNvPr>
          <p:cNvSpPr txBox="1"/>
          <p:nvPr/>
        </p:nvSpPr>
        <p:spPr>
          <a:xfrm>
            <a:off x="6579523" y="5876455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2FC3D9AA-A6E5-F498-4472-84D43FDCD293}"/>
                  </a:ext>
                </a:extLst>
              </p:cNvPr>
              <p:cNvSpPr txBox="1"/>
              <p:nvPr/>
            </p:nvSpPr>
            <p:spPr>
              <a:xfrm>
                <a:off x="4780949" y="3968430"/>
                <a:ext cx="2491700" cy="28719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2FC3D9AA-A6E5-F498-4472-84D43FDCD2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0949" y="3968430"/>
                <a:ext cx="2491700" cy="28719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6EFF43E7-93FE-9170-0EB1-D23A6B74445E}"/>
                  </a:ext>
                </a:extLst>
              </p:cNvPr>
              <p:cNvSpPr txBox="1"/>
              <p:nvPr/>
            </p:nvSpPr>
            <p:spPr>
              <a:xfrm rot="16200000">
                <a:off x="3390423" y="2581909"/>
                <a:ext cx="2491700" cy="28815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𝑑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6EFF43E7-93FE-9170-0EB1-D23A6B7444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16200000">
                <a:off x="3390423" y="2581909"/>
                <a:ext cx="2491700" cy="28815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511D86D9-CEE4-DAA5-F94A-6983646DBF69}"/>
                  </a:ext>
                </a:extLst>
              </p:cNvPr>
              <p:cNvSpPr txBox="1"/>
              <p:nvPr/>
            </p:nvSpPr>
            <p:spPr>
              <a:xfrm rot="-2700000">
                <a:off x="6540353" y="5220288"/>
                <a:ext cx="1778326" cy="288156"/>
              </a:xfrm>
              <a:prstGeom prst="rect">
                <a:avLst/>
              </a:prstGeom>
              <a:noFill/>
            </p:spPr>
            <p:txBody>
              <a:bodyPr wrap="square" lIns="0" r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sup>
                          </m:sSubSup>
                        </m:e>
                      </m:d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𝑑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511D86D9-CEE4-DAA5-F94A-6983646DBF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-2700000">
                <a:off x="6540353" y="5220288"/>
                <a:ext cx="1778326" cy="288156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31725232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1" name="Picture 180">
            <a:extLst>
              <a:ext uri="{FF2B5EF4-FFF2-40B4-BE49-F238E27FC236}">
                <a16:creationId xmlns:a16="http://schemas.microsoft.com/office/drawing/2014/main" id="{E70C8F63-914B-23EB-E404-61B17D00444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-2" r="4885" b="87723"/>
          <a:stretch/>
        </p:blipFill>
        <p:spPr>
          <a:xfrm rot="-2700000" flipV="1">
            <a:off x="6388435" y="5129613"/>
            <a:ext cx="1770966" cy="151437"/>
          </a:xfrm>
          <a:custGeom>
            <a:avLst/>
            <a:gdLst>
              <a:gd name="connsiteX0" fmla="*/ 0 w 3379610"/>
              <a:gd name="connsiteY0" fmla="*/ 82 h 3380835"/>
              <a:gd name="connsiteX1" fmla="*/ 3379611 w 3379610"/>
              <a:gd name="connsiteY1" fmla="*/ 82 h 3380835"/>
              <a:gd name="connsiteX2" fmla="*/ 3379611 w 3379610"/>
              <a:gd name="connsiteY2" fmla="*/ 3380918 h 3380835"/>
              <a:gd name="connsiteX3" fmla="*/ 0 w 3379610"/>
              <a:gd name="connsiteY3" fmla="*/ 3380918 h 3380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79610" h="3380835">
                <a:moveTo>
                  <a:pt x="0" y="82"/>
                </a:moveTo>
                <a:lnTo>
                  <a:pt x="3379611" y="82"/>
                </a:lnTo>
                <a:lnTo>
                  <a:pt x="3379611" y="3380918"/>
                </a:lnTo>
                <a:lnTo>
                  <a:pt x="0" y="3380918"/>
                </a:lnTo>
                <a:close/>
              </a:path>
            </a:pathLst>
          </a:custGeom>
        </p:spPr>
      </p:pic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FCA60F91-5601-B601-C7A6-3E4B79DC6146}"/>
              </a:ext>
            </a:extLst>
          </p:cNvPr>
          <p:cNvSpPr/>
          <p:nvPr/>
        </p:nvSpPr>
        <p:spPr>
          <a:xfrm flipV="1">
            <a:off x="4783836" y="1345888"/>
            <a:ext cx="2619207" cy="2619207"/>
          </a:xfrm>
          <a:custGeom>
            <a:avLst/>
            <a:gdLst>
              <a:gd name="connsiteX0" fmla="*/ 45 w 2619207"/>
              <a:gd name="connsiteY0" fmla="*/ 49 h 2619207"/>
              <a:gd name="connsiteX1" fmla="*/ 2619253 w 2619207"/>
              <a:gd name="connsiteY1" fmla="*/ 49 h 2619207"/>
              <a:gd name="connsiteX2" fmla="*/ 2619253 w 2619207"/>
              <a:gd name="connsiteY2" fmla="*/ 2619256 h 2619207"/>
              <a:gd name="connsiteX3" fmla="*/ 45 w 2619207"/>
              <a:gd name="connsiteY3" fmla="*/ 2619256 h 2619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19207" h="2619207">
                <a:moveTo>
                  <a:pt x="45" y="49"/>
                </a:moveTo>
                <a:lnTo>
                  <a:pt x="2619253" y="49"/>
                </a:lnTo>
                <a:lnTo>
                  <a:pt x="2619253" y="2619256"/>
                </a:lnTo>
                <a:lnTo>
                  <a:pt x="45" y="2619256"/>
                </a:lnTo>
                <a:close/>
              </a:path>
            </a:pathLst>
          </a:custGeom>
          <a:solidFill>
            <a:srgbClr val="FFFFFF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SE"/>
          </a:p>
        </p:txBody>
      </p:sp>
      <p:pic>
        <p:nvPicPr>
          <p:cNvPr id="46" name="Picture 45">
            <a:extLst>
              <a:ext uri="{FF2B5EF4-FFF2-40B4-BE49-F238E27FC236}">
                <a16:creationId xmlns:a16="http://schemas.microsoft.com/office/drawing/2014/main" id="{660840F9-6093-579F-052B-D7E8ACBA476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5336"/>
          <a:stretch/>
        </p:blipFill>
        <p:spPr>
          <a:xfrm>
            <a:off x="4783836" y="1480819"/>
            <a:ext cx="2624327" cy="2484275"/>
          </a:xfrm>
          <a:custGeom>
            <a:avLst/>
            <a:gdLst>
              <a:gd name="connsiteX0" fmla="*/ 182 w 2624327"/>
              <a:gd name="connsiteY0" fmla="*/ 183 h 2624327"/>
              <a:gd name="connsiteX1" fmla="*/ 2624510 w 2624327"/>
              <a:gd name="connsiteY1" fmla="*/ 183 h 2624327"/>
              <a:gd name="connsiteX2" fmla="*/ 2624510 w 2624327"/>
              <a:gd name="connsiteY2" fmla="*/ 2624511 h 2624327"/>
              <a:gd name="connsiteX3" fmla="*/ 182 w 2624327"/>
              <a:gd name="connsiteY3" fmla="*/ 2624511 h 2624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4327" h="2624327">
                <a:moveTo>
                  <a:pt x="182" y="183"/>
                </a:moveTo>
                <a:lnTo>
                  <a:pt x="2624510" y="183"/>
                </a:lnTo>
                <a:lnTo>
                  <a:pt x="2624510" y="2624511"/>
                </a:lnTo>
                <a:lnTo>
                  <a:pt x="182" y="2624511"/>
                </a:lnTo>
                <a:close/>
              </a:path>
            </a:pathLst>
          </a:custGeom>
        </p:spPr>
      </p:pic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FE07284A-160D-16F9-8D05-D823E098AA6E}"/>
              </a:ext>
            </a:extLst>
          </p:cNvPr>
          <p:cNvSpPr/>
          <p:nvPr/>
        </p:nvSpPr>
        <p:spPr>
          <a:xfrm flipV="1">
            <a:off x="4783836" y="1470612"/>
            <a:ext cx="2494483" cy="2494483"/>
          </a:xfrm>
          <a:custGeom>
            <a:avLst/>
            <a:gdLst>
              <a:gd name="connsiteX0" fmla="*/ 44 w 2494483"/>
              <a:gd name="connsiteY0" fmla="*/ 2494543 h 2494483"/>
              <a:gd name="connsiteX1" fmla="*/ 2494527 w 2494483"/>
              <a:gd name="connsiteY1" fmla="*/ 2494543 h 2494483"/>
              <a:gd name="connsiteX2" fmla="*/ 2494527 w 2494483"/>
              <a:gd name="connsiteY2" fmla="*/ 60 h 2494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94483" h="2494483">
                <a:moveTo>
                  <a:pt x="44" y="2494543"/>
                </a:moveTo>
                <a:lnTo>
                  <a:pt x="2494527" y="2494543"/>
                </a:lnTo>
                <a:lnTo>
                  <a:pt x="2494527" y="60"/>
                </a:lnTo>
                <a:close/>
              </a:path>
            </a:pathLst>
          </a:custGeom>
          <a:solidFill>
            <a:srgbClr val="FFFFFF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SE" dirty="0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A1786544-910A-A0C9-36CB-C15547BD0952}"/>
              </a:ext>
            </a:extLst>
          </p:cNvPr>
          <p:cNvSpPr/>
          <p:nvPr/>
        </p:nvSpPr>
        <p:spPr>
          <a:xfrm flipV="1">
            <a:off x="7278319" y="3920645"/>
            <a:ext cx="9525" cy="44449"/>
          </a:xfrm>
          <a:custGeom>
            <a:avLst/>
            <a:gdLst>
              <a:gd name="connsiteX0" fmla="*/ 77 w 9525"/>
              <a:gd name="connsiteY0" fmla="*/ 285 h 44449"/>
              <a:gd name="connsiteX1" fmla="*/ 77 w 9525"/>
              <a:gd name="connsiteY1" fmla="*/ 44735 h 44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5" h="44449">
                <a:moveTo>
                  <a:pt x="77" y="285"/>
                </a:moveTo>
                <a:lnTo>
                  <a:pt x="77" y="44735"/>
                </a:lnTo>
              </a:path>
            </a:pathLst>
          </a:custGeom>
          <a:noFill/>
          <a:ln w="10160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B920256F-EE4C-DBD8-8DA8-AAF0C09CB33A}"/>
              </a:ext>
            </a:extLst>
          </p:cNvPr>
          <p:cNvSpPr txBox="1"/>
          <p:nvPr/>
        </p:nvSpPr>
        <p:spPr>
          <a:xfrm>
            <a:off x="4652014" y="3943783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AA66BDC-5CD7-1CFE-4A49-DF227CB8D849}"/>
              </a:ext>
            </a:extLst>
          </p:cNvPr>
          <p:cNvSpPr txBox="1"/>
          <p:nvPr/>
        </p:nvSpPr>
        <p:spPr>
          <a:xfrm>
            <a:off x="7146497" y="3943783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65ECDDA2-9637-81FA-8001-671464D5C462}"/>
              </a:ext>
            </a:extLst>
          </p:cNvPr>
          <p:cNvSpPr/>
          <p:nvPr/>
        </p:nvSpPr>
        <p:spPr>
          <a:xfrm flipV="1">
            <a:off x="4783836" y="3922983"/>
            <a:ext cx="2722483" cy="45719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E379042-843D-9944-9775-45920B31D8BC}"/>
              </a:ext>
            </a:extLst>
          </p:cNvPr>
          <p:cNvSpPr/>
          <p:nvPr/>
        </p:nvSpPr>
        <p:spPr>
          <a:xfrm flipV="1">
            <a:off x="7465045" y="3939695"/>
            <a:ext cx="50799" cy="50799"/>
          </a:xfrm>
          <a:custGeom>
            <a:avLst/>
            <a:gdLst>
              <a:gd name="connsiteX0" fmla="*/ 82 w 50799"/>
              <a:gd name="connsiteY0" fmla="*/ 51089 h 50799"/>
              <a:gd name="connsiteX1" fmla="*/ 50882 w 50799"/>
              <a:gd name="connsiteY1" fmla="*/ 25689 h 50799"/>
              <a:gd name="connsiteX2" fmla="*/ 82 w 50799"/>
              <a:gd name="connsiteY2" fmla="*/ 289 h 50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0799" h="50799">
                <a:moveTo>
                  <a:pt x="82" y="51089"/>
                </a:moveTo>
                <a:lnTo>
                  <a:pt x="50882" y="25689"/>
                </a:lnTo>
                <a:lnTo>
                  <a:pt x="82" y="289"/>
                </a:lnTo>
                <a:close/>
              </a:path>
            </a:pathLst>
          </a:custGeom>
          <a:solidFill>
            <a:srgbClr val="000000"/>
          </a:solidFill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682D186D-4B49-D905-A812-3192723B268B}"/>
              </a:ext>
            </a:extLst>
          </p:cNvPr>
          <p:cNvSpPr/>
          <p:nvPr/>
        </p:nvSpPr>
        <p:spPr>
          <a:xfrm flipV="1">
            <a:off x="4783836" y="1470612"/>
            <a:ext cx="44449" cy="9525"/>
          </a:xfrm>
          <a:custGeom>
            <a:avLst/>
            <a:gdLst>
              <a:gd name="connsiteX0" fmla="*/ 12 w 44449"/>
              <a:gd name="connsiteY0" fmla="*/ -169 h 9525"/>
              <a:gd name="connsiteX1" fmla="*/ 44462 w 44449"/>
              <a:gd name="connsiteY1" fmla="*/ -16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449" h="9525">
                <a:moveTo>
                  <a:pt x="12" y="-169"/>
                </a:moveTo>
                <a:lnTo>
                  <a:pt x="44462" y="-169"/>
                </a:lnTo>
              </a:path>
            </a:pathLst>
          </a:custGeom>
          <a:noFill/>
          <a:ln w="10160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1D3A853C-932B-5445-100E-D0D600BE0372}"/>
              </a:ext>
            </a:extLst>
          </p:cNvPr>
          <p:cNvSpPr txBox="1"/>
          <p:nvPr/>
        </p:nvSpPr>
        <p:spPr>
          <a:xfrm>
            <a:off x="4567182" y="3840100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080DAD1-6E38-C508-4F69-2782A3069502}"/>
              </a:ext>
            </a:extLst>
          </p:cNvPr>
          <p:cNvSpPr txBox="1"/>
          <p:nvPr/>
        </p:nvSpPr>
        <p:spPr>
          <a:xfrm>
            <a:off x="4567182" y="1345616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B8DD8B95-F65B-1377-01D7-51F47C2AA042}"/>
              </a:ext>
            </a:extLst>
          </p:cNvPr>
          <p:cNvSpPr/>
          <p:nvPr/>
        </p:nvSpPr>
        <p:spPr>
          <a:xfrm flipV="1">
            <a:off x="4783836" y="1283885"/>
            <a:ext cx="45719" cy="2681209"/>
          </a:xfrm>
          <a:custGeom>
            <a:avLst/>
            <a:gdLst>
              <a:gd name="connsiteX0" fmla="*/ 11 w 9525"/>
              <a:gd name="connsiteY0" fmla="*/ 38 h 2732008"/>
              <a:gd name="connsiteX1" fmla="*/ 11 w 9525"/>
              <a:gd name="connsiteY1" fmla="*/ 2619246 h 2732008"/>
              <a:gd name="connsiteX2" fmla="*/ 11 w 9525"/>
              <a:gd name="connsiteY2" fmla="*/ 2732047 h 2732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25" h="2732008">
                <a:moveTo>
                  <a:pt x="11" y="38"/>
                </a:moveTo>
                <a:lnTo>
                  <a:pt x="11" y="2619246"/>
                </a:lnTo>
                <a:lnTo>
                  <a:pt x="11" y="2732047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45C2212E-5341-2CA5-BE8C-EB8C6E0A2B8B}"/>
              </a:ext>
            </a:extLst>
          </p:cNvPr>
          <p:cNvSpPr/>
          <p:nvPr/>
        </p:nvSpPr>
        <p:spPr>
          <a:xfrm flipV="1">
            <a:off x="4758436" y="1233087"/>
            <a:ext cx="50799" cy="50799"/>
          </a:xfrm>
          <a:custGeom>
            <a:avLst/>
            <a:gdLst>
              <a:gd name="connsiteX0" fmla="*/ 11 w 50799"/>
              <a:gd name="connsiteY0" fmla="*/ -208 h 50799"/>
              <a:gd name="connsiteX1" fmla="*/ 25411 w 50799"/>
              <a:gd name="connsiteY1" fmla="*/ 50592 h 50799"/>
              <a:gd name="connsiteX2" fmla="*/ 50811 w 50799"/>
              <a:gd name="connsiteY2" fmla="*/ -208 h 50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0799" h="50799">
                <a:moveTo>
                  <a:pt x="11" y="-208"/>
                </a:moveTo>
                <a:lnTo>
                  <a:pt x="25411" y="50592"/>
                </a:lnTo>
                <a:lnTo>
                  <a:pt x="50811" y="-208"/>
                </a:lnTo>
                <a:close/>
              </a:path>
            </a:pathLst>
          </a:custGeom>
          <a:solidFill>
            <a:srgbClr val="000000"/>
          </a:solidFill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DB897231-0C32-E17E-5C8A-165C4EB06795}"/>
              </a:ext>
            </a:extLst>
          </p:cNvPr>
          <p:cNvSpPr/>
          <p:nvPr/>
        </p:nvSpPr>
        <p:spPr>
          <a:xfrm rot="2700000" flipV="1">
            <a:off x="4389398" y="4929610"/>
            <a:ext cx="2732008" cy="9525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dash"/>
            <a:round/>
          </a:ln>
        </p:spPr>
        <p:txBody>
          <a:bodyPr rtlCol="0" anchor="ctr"/>
          <a:lstStyle/>
          <a:p>
            <a:endParaRPr lang="en-SE"/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88FD2F69-3293-5E3C-3437-9CD3EC109C76}"/>
              </a:ext>
            </a:extLst>
          </p:cNvPr>
          <p:cNvGrpSpPr/>
          <p:nvPr/>
        </p:nvGrpSpPr>
        <p:grpSpPr>
          <a:xfrm rot="-2700000">
            <a:off x="6415596" y="5154975"/>
            <a:ext cx="1974895" cy="74724"/>
            <a:chOff x="5737277" y="4884160"/>
            <a:chExt cx="1974895" cy="74724"/>
          </a:xfrm>
        </p:grpSpPr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A34E68F5-8405-A193-8248-9538AACBFB63}"/>
                </a:ext>
              </a:extLst>
            </p:cNvPr>
            <p:cNvSpPr/>
            <p:nvPr/>
          </p:nvSpPr>
          <p:spPr>
            <a:xfrm>
              <a:off x="5737277" y="4913165"/>
              <a:ext cx="1965370" cy="45719"/>
            </a:xfrm>
            <a:custGeom>
              <a:avLst/>
              <a:gdLst>
                <a:gd name="connsiteX0" fmla="*/ 47 w 2732008"/>
                <a:gd name="connsiteY0" fmla="*/ 289 h 9525"/>
                <a:gd name="connsiteX1" fmla="*/ 2619254 w 2732008"/>
                <a:gd name="connsiteY1" fmla="*/ 289 h 9525"/>
                <a:gd name="connsiteX2" fmla="*/ 2732055 w 2732008"/>
                <a:gd name="connsiteY2" fmla="*/ 28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32008" h="9525">
                  <a:moveTo>
                    <a:pt x="47" y="289"/>
                  </a:moveTo>
                  <a:lnTo>
                    <a:pt x="2619254" y="289"/>
                  </a:lnTo>
                  <a:lnTo>
                    <a:pt x="2732055" y="289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A2D4EC1-D6D4-C50C-9E01-D1971A5FE46B}"/>
                </a:ext>
              </a:extLst>
            </p:cNvPr>
            <p:cNvSpPr/>
            <p:nvPr/>
          </p:nvSpPr>
          <p:spPr>
            <a:xfrm flipV="1">
              <a:off x="7661373" y="4884160"/>
              <a:ext cx="50799" cy="50799"/>
            </a:xfrm>
            <a:custGeom>
              <a:avLst/>
              <a:gdLst>
                <a:gd name="connsiteX0" fmla="*/ 82 w 50799"/>
                <a:gd name="connsiteY0" fmla="*/ 51089 h 50799"/>
                <a:gd name="connsiteX1" fmla="*/ 50882 w 50799"/>
                <a:gd name="connsiteY1" fmla="*/ 25689 h 50799"/>
                <a:gd name="connsiteX2" fmla="*/ 82 w 50799"/>
                <a:gd name="connsiteY2" fmla="*/ 289 h 5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799" h="50799">
                  <a:moveTo>
                    <a:pt x="82" y="51089"/>
                  </a:moveTo>
                  <a:lnTo>
                    <a:pt x="50882" y="25689"/>
                  </a:lnTo>
                  <a:lnTo>
                    <a:pt x="82" y="289"/>
                  </a:lnTo>
                  <a:close/>
                </a:path>
              </a:pathLst>
            </a:custGeom>
            <a:solidFill>
              <a:srgbClr val="000000"/>
            </a:solidFill>
            <a:ln w="1270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18CDC87D-6D3C-3A8A-D5B3-E8918A1B353B}"/>
              </a:ext>
            </a:extLst>
          </p:cNvPr>
          <p:cNvSpPr/>
          <p:nvPr/>
        </p:nvSpPr>
        <p:spPr>
          <a:xfrm rot="2700000" flipV="1">
            <a:off x="7152895" y="4265383"/>
            <a:ext cx="945775" cy="45719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dash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BD807DE3-E4BB-6FF9-344B-F1B8D8A4BCB5}"/>
              </a:ext>
            </a:extLst>
          </p:cNvPr>
          <p:cNvSpPr txBox="1"/>
          <p:nvPr/>
        </p:nvSpPr>
        <p:spPr>
          <a:xfrm>
            <a:off x="7815776" y="4635003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54D06EFD-E671-F40D-4E55-02E275F54FB5}"/>
              </a:ext>
            </a:extLst>
          </p:cNvPr>
          <p:cNvSpPr txBox="1"/>
          <p:nvPr/>
        </p:nvSpPr>
        <p:spPr>
          <a:xfrm>
            <a:off x="6579523" y="5876455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2FC3D9AA-A6E5-F498-4472-84D43FDCD293}"/>
                  </a:ext>
                </a:extLst>
              </p:cNvPr>
              <p:cNvSpPr txBox="1"/>
              <p:nvPr/>
            </p:nvSpPr>
            <p:spPr>
              <a:xfrm>
                <a:off x="4780949" y="3968430"/>
                <a:ext cx="2491700" cy="28719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2FC3D9AA-A6E5-F498-4472-84D43FDCD2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0949" y="3968430"/>
                <a:ext cx="2491700" cy="28719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6EFF43E7-93FE-9170-0EB1-D23A6B74445E}"/>
                  </a:ext>
                </a:extLst>
              </p:cNvPr>
              <p:cNvSpPr txBox="1"/>
              <p:nvPr/>
            </p:nvSpPr>
            <p:spPr>
              <a:xfrm rot="16200000">
                <a:off x="3390423" y="2581909"/>
                <a:ext cx="2491700" cy="28815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𝑑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6EFF43E7-93FE-9170-0EB1-D23A6B7444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16200000">
                <a:off x="3390423" y="2581909"/>
                <a:ext cx="2491700" cy="28815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511D86D9-CEE4-DAA5-F94A-6983646DBF69}"/>
                  </a:ext>
                </a:extLst>
              </p:cNvPr>
              <p:cNvSpPr txBox="1"/>
              <p:nvPr/>
            </p:nvSpPr>
            <p:spPr>
              <a:xfrm rot="-2700000">
                <a:off x="6540353" y="5220288"/>
                <a:ext cx="1778326" cy="288156"/>
              </a:xfrm>
              <a:prstGeom prst="rect">
                <a:avLst/>
              </a:prstGeom>
              <a:noFill/>
            </p:spPr>
            <p:txBody>
              <a:bodyPr wrap="square" lIns="0" r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sup>
                          </m:sSubSup>
                        </m:e>
                      </m:d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𝑑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511D86D9-CEE4-DAA5-F94A-6983646DBF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-2700000">
                <a:off x="6540353" y="5220288"/>
                <a:ext cx="1778326" cy="288156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" name="Picture 1">
            <a:extLst>
              <a:ext uri="{FF2B5EF4-FFF2-40B4-BE49-F238E27FC236}">
                <a16:creationId xmlns:a16="http://schemas.microsoft.com/office/drawing/2014/main" id="{7B4A56A9-87B3-535F-6B69-479928882D7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-2" r="4885" b="87723"/>
          <a:stretch/>
        </p:blipFill>
        <p:spPr>
          <a:xfrm rot="16200000" flipV="1">
            <a:off x="2858195" y="2650268"/>
            <a:ext cx="2491702" cy="151437"/>
          </a:xfrm>
          <a:custGeom>
            <a:avLst/>
            <a:gdLst>
              <a:gd name="connsiteX0" fmla="*/ 0 w 3379610"/>
              <a:gd name="connsiteY0" fmla="*/ 82 h 3380835"/>
              <a:gd name="connsiteX1" fmla="*/ 3379611 w 3379610"/>
              <a:gd name="connsiteY1" fmla="*/ 82 h 3380835"/>
              <a:gd name="connsiteX2" fmla="*/ 3379611 w 3379610"/>
              <a:gd name="connsiteY2" fmla="*/ 3380918 h 3380835"/>
              <a:gd name="connsiteX3" fmla="*/ 0 w 3379610"/>
              <a:gd name="connsiteY3" fmla="*/ 3380918 h 3380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79610" h="3380835">
                <a:moveTo>
                  <a:pt x="0" y="82"/>
                </a:moveTo>
                <a:lnTo>
                  <a:pt x="3379611" y="82"/>
                </a:lnTo>
                <a:lnTo>
                  <a:pt x="3379611" y="3380918"/>
                </a:lnTo>
                <a:lnTo>
                  <a:pt x="0" y="3380918"/>
                </a:lnTo>
                <a:close/>
              </a:path>
            </a:pathLst>
          </a:custGeom>
        </p:spPr>
      </p:pic>
      <p:sp>
        <p:nvSpPr>
          <p:cNvPr id="7" name="Freeform: Shape 6">
            <a:extLst>
              <a:ext uri="{FF2B5EF4-FFF2-40B4-BE49-F238E27FC236}">
                <a16:creationId xmlns:a16="http://schemas.microsoft.com/office/drawing/2014/main" id="{016DB43B-75A9-DC72-5934-14EEBF6839F6}"/>
              </a:ext>
            </a:extLst>
          </p:cNvPr>
          <p:cNvSpPr/>
          <p:nvPr/>
        </p:nvSpPr>
        <p:spPr>
          <a:xfrm flipV="1">
            <a:off x="4026701" y="3917902"/>
            <a:ext cx="149467" cy="50800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C6C8AC62-67A1-6EC6-76C1-98C3DCE7F1BD}"/>
              </a:ext>
            </a:extLst>
          </p:cNvPr>
          <p:cNvSpPr/>
          <p:nvPr/>
        </p:nvSpPr>
        <p:spPr>
          <a:xfrm flipV="1">
            <a:off x="4027704" y="1470612"/>
            <a:ext cx="44449" cy="9525"/>
          </a:xfrm>
          <a:custGeom>
            <a:avLst/>
            <a:gdLst>
              <a:gd name="connsiteX0" fmla="*/ 12 w 44449"/>
              <a:gd name="connsiteY0" fmla="*/ -169 h 9525"/>
              <a:gd name="connsiteX1" fmla="*/ 44462 w 44449"/>
              <a:gd name="connsiteY1" fmla="*/ -16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449" h="9525">
                <a:moveTo>
                  <a:pt x="12" y="-169"/>
                </a:moveTo>
                <a:lnTo>
                  <a:pt x="44462" y="-169"/>
                </a:lnTo>
              </a:path>
            </a:pathLst>
          </a:custGeom>
          <a:noFill/>
          <a:ln w="10160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62A0A0C-D33B-069C-B8C8-0F81C3240DB0}"/>
              </a:ext>
            </a:extLst>
          </p:cNvPr>
          <p:cNvSpPr txBox="1"/>
          <p:nvPr/>
        </p:nvSpPr>
        <p:spPr>
          <a:xfrm>
            <a:off x="3811050" y="1345616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9116B841-9053-D16A-5F3D-C6E9C45CCF06}"/>
              </a:ext>
            </a:extLst>
          </p:cNvPr>
          <p:cNvSpPr/>
          <p:nvPr/>
        </p:nvSpPr>
        <p:spPr>
          <a:xfrm flipV="1">
            <a:off x="4027704" y="1283885"/>
            <a:ext cx="45719" cy="2681209"/>
          </a:xfrm>
          <a:custGeom>
            <a:avLst/>
            <a:gdLst>
              <a:gd name="connsiteX0" fmla="*/ 11 w 9525"/>
              <a:gd name="connsiteY0" fmla="*/ 38 h 2732008"/>
              <a:gd name="connsiteX1" fmla="*/ 11 w 9525"/>
              <a:gd name="connsiteY1" fmla="*/ 2619246 h 2732008"/>
              <a:gd name="connsiteX2" fmla="*/ 11 w 9525"/>
              <a:gd name="connsiteY2" fmla="*/ 2732047 h 2732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25" h="2732008">
                <a:moveTo>
                  <a:pt x="11" y="38"/>
                </a:moveTo>
                <a:lnTo>
                  <a:pt x="11" y="2619246"/>
                </a:lnTo>
                <a:lnTo>
                  <a:pt x="11" y="2732047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952FD084-EF0F-0AA1-701C-1C12D9633DB0}"/>
              </a:ext>
            </a:extLst>
          </p:cNvPr>
          <p:cNvSpPr/>
          <p:nvPr/>
        </p:nvSpPr>
        <p:spPr>
          <a:xfrm flipV="1">
            <a:off x="4002304" y="1233087"/>
            <a:ext cx="50799" cy="50799"/>
          </a:xfrm>
          <a:custGeom>
            <a:avLst/>
            <a:gdLst>
              <a:gd name="connsiteX0" fmla="*/ 11 w 50799"/>
              <a:gd name="connsiteY0" fmla="*/ -208 h 50799"/>
              <a:gd name="connsiteX1" fmla="*/ 25411 w 50799"/>
              <a:gd name="connsiteY1" fmla="*/ 50592 h 50799"/>
              <a:gd name="connsiteX2" fmla="*/ 50811 w 50799"/>
              <a:gd name="connsiteY2" fmla="*/ -208 h 50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0799" h="50799">
                <a:moveTo>
                  <a:pt x="11" y="-208"/>
                </a:moveTo>
                <a:lnTo>
                  <a:pt x="25411" y="50592"/>
                </a:lnTo>
                <a:lnTo>
                  <a:pt x="50811" y="-208"/>
                </a:lnTo>
                <a:close/>
              </a:path>
            </a:pathLst>
          </a:custGeom>
          <a:solidFill>
            <a:srgbClr val="000000"/>
          </a:solidFill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D2A303BC-17BE-168C-B887-2068685C86A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-2" r="52425" b="87723"/>
          <a:stretch/>
        </p:blipFill>
        <p:spPr>
          <a:xfrm rot="16200000" flipV="1">
            <a:off x="7105432" y="3013295"/>
            <a:ext cx="1766639" cy="151437"/>
          </a:xfrm>
          <a:custGeom>
            <a:avLst/>
            <a:gdLst>
              <a:gd name="connsiteX0" fmla="*/ 0 w 3379610"/>
              <a:gd name="connsiteY0" fmla="*/ 82 h 3380835"/>
              <a:gd name="connsiteX1" fmla="*/ 3379611 w 3379610"/>
              <a:gd name="connsiteY1" fmla="*/ 82 h 3380835"/>
              <a:gd name="connsiteX2" fmla="*/ 3379611 w 3379610"/>
              <a:gd name="connsiteY2" fmla="*/ 3380918 h 3380835"/>
              <a:gd name="connsiteX3" fmla="*/ 0 w 3379610"/>
              <a:gd name="connsiteY3" fmla="*/ 3380918 h 3380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79610" h="3380835">
                <a:moveTo>
                  <a:pt x="0" y="82"/>
                </a:moveTo>
                <a:lnTo>
                  <a:pt x="3379611" y="82"/>
                </a:lnTo>
                <a:lnTo>
                  <a:pt x="3379611" y="3380918"/>
                </a:lnTo>
                <a:lnTo>
                  <a:pt x="0" y="3380918"/>
                </a:lnTo>
                <a:close/>
              </a:path>
            </a:pathLst>
          </a:custGeom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48B9011A-92CE-0CFE-A561-89C97BF187BB}"/>
              </a:ext>
            </a:extLst>
          </p:cNvPr>
          <p:cNvGrpSpPr/>
          <p:nvPr/>
        </p:nvGrpSpPr>
        <p:grpSpPr>
          <a:xfrm rot="16200000">
            <a:off x="6927950" y="2940284"/>
            <a:ext cx="1974895" cy="74724"/>
            <a:chOff x="5737277" y="4884160"/>
            <a:chExt cx="1974895" cy="74724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E677418-735C-B3B2-E31F-9425D6D84F03}"/>
                </a:ext>
              </a:extLst>
            </p:cNvPr>
            <p:cNvSpPr/>
            <p:nvPr/>
          </p:nvSpPr>
          <p:spPr>
            <a:xfrm>
              <a:off x="5737277" y="4913165"/>
              <a:ext cx="1965370" cy="45719"/>
            </a:xfrm>
            <a:custGeom>
              <a:avLst/>
              <a:gdLst>
                <a:gd name="connsiteX0" fmla="*/ 47 w 2732008"/>
                <a:gd name="connsiteY0" fmla="*/ 289 h 9525"/>
                <a:gd name="connsiteX1" fmla="*/ 2619254 w 2732008"/>
                <a:gd name="connsiteY1" fmla="*/ 289 h 9525"/>
                <a:gd name="connsiteX2" fmla="*/ 2732055 w 2732008"/>
                <a:gd name="connsiteY2" fmla="*/ 28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32008" h="9525">
                  <a:moveTo>
                    <a:pt x="47" y="289"/>
                  </a:moveTo>
                  <a:lnTo>
                    <a:pt x="2619254" y="289"/>
                  </a:lnTo>
                  <a:lnTo>
                    <a:pt x="2732055" y="289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AC752756-333B-09B8-8AFA-67DC26C2A6DD}"/>
                </a:ext>
              </a:extLst>
            </p:cNvPr>
            <p:cNvSpPr/>
            <p:nvPr/>
          </p:nvSpPr>
          <p:spPr>
            <a:xfrm flipV="1">
              <a:off x="7661373" y="4884160"/>
              <a:ext cx="50799" cy="50799"/>
            </a:xfrm>
            <a:custGeom>
              <a:avLst/>
              <a:gdLst>
                <a:gd name="connsiteX0" fmla="*/ 82 w 50799"/>
                <a:gd name="connsiteY0" fmla="*/ 51089 h 50799"/>
                <a:gd name="connsiteX1" fmla="*/ 50882 w 50799"/>
                <a:gd name="connsiteY1" fmla="*/ 25689 h 50799"/>
                <a:gd name="connsiteX2" fmla="*/ 82 w 50799"/>
                <a:gd name="connsiteY2" fmla="*/ 289 h 5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799" h="50799">
                  <a:moveTo>
                    <a:pt x="82" y="51089"/>
                  </a:moveTo>
                  <a:lnTo>
                    <a:pt x="50882" y="25689"/>
                  </a:lnTo>
                  <a:lnTo>
                    <a:pt x="82" y="289"/>
                  </a:lnTo>
                  <a:close/>
                </a:path>
              </a:pathLst>
            </a:custGeom>
            <a:solidFill>
              <a:srgbClr val="000000"/>
            </a:solidFill>
            <a:ln w="1270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E0F3DBDD-3946-AE7F-1033-467157B89E7C}"/>
              </a:ext>
            </a:extLst>
          </p:cNvPr>
          <p:cNvSpPr/>
          <p:nvPr/>
        </p:nvSpPr>
        <p:spPr>
          <a:xfrm flipV="1">
            <a:off x="7910972" y="3917902"/>
            <a:ext cx="149467" cy="50800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9B19BF99-D2E5-FC05-E720-B557BCC4F5C9}"/>
                  </a:ext>
                </a:extLst>
              </p:cNvPr>
              <p:cNvSpPr txBox="1"/>
              <p:nvPr/>
            </p:nvSpPr>
            <p:spPr>
              <a:xfrm rot="16200000">
                <a:off x="6869072" y="2944439"/>
                <a:ext cx="1766639" cy="28815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𝑑</m:t>
                              </m:r>
                            </m:sup>
                          </m:sSubSup>
                        </m:e>
                      </m:d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9B19BF99-D2E5-FC05-E720-B557BCC4F5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16200000">
                <a:off x="6869072" y="2944439"/>
                <a:ext cx="1766639" cy="28815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9767080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1" name="Picture 180">
            <a:extLst>
              <a:ext uri="{FF2B5EF4-FFF2-40B4-BE49-F238E27FC236}">
                <a16:creationId xmlns:a16="http://schemas.microsoft.com/office/drawing/2014/main" id="{E70C8F63-914B-23EB-E404-61B17D00444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-2" r="4885" b="87723"/>
          <a:stretch/>
        </p:blipFill>
        <p:spPr>
          <a:xfrm rot="-2700000" flipV="1">
            <a:off x="6388435" y="5129613"/>
            <a:ext cx="1770966" cy="151437"/>
          </a:xfrm>
          <a:custGeom>
            <a:avLst/>
            <a:gdLst>
              <a:gd name="connsiteX0" fmla="*/ 0 w 3379610"/>
              <a:gd name="connsiteY0" fmla="*/ 82 h 3380835"/>
              <a:gd name="connsiteX1" fmla="*/ 3379611 w 3379610"/>
              <a:gd name="connsiteY1" fmla="*/ 82 h 3380835"/>
              <a:gd name="connsiteX2" fmla="*/ 3379611 w 3379610"/>
              <a:gd name="connsiteY2" fmla="*/ 3380918 h 3380835"/>
              <a:gd name="connsiteX3" fmla="*/ 0 w 3379610"/>
              <a:gd name="connsiteY3" fmla="*/ 3380918 h 3380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79610" h="3380835">
                <a:moveTo>
                  <a:pt x="0" y="82"/>
                </a:moveTo>
                <a:lnTo>
                  <a:pt x="3379611" y="82"/>
                </a:lnTo>
                <a:lnTo>
                  <a:pt x="3379611" y="3380918"/>
                </a:lnTo>
                <a:lnTo>
                  <a:pt x="0" y="3380918"/>
                </a:lnTo>
                <a:close/>
              </a:path>
            </a:pathLst>
          </a:custGeom>
        </p:spPr>
      </p:pic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FCA60F91-5601-B601-C7A6-3E4B79DC6146}"/>
              </a:ext>
            </a:extLst>
          </p:cNvPr>
          <p:cNvSpPr/>
          <p:nvPr/>
        </p:nvSpPr>
        <p:spPr>
          <a:xfrm flipV="1">
            <a:off x="4783836" y="1345888"/>
            <a:ext cx="2619207" cy="2619207"/>
          </a:xfrm>
          <a:custGeom>
            <a:avLst/>
            <a:gdLst>
              <a:gd name="connsiteX0" fmla="*/ 45 w 2619207"/>
              <a:gd name="connsiteY0" fmla="*/ 49 h 2619207"/>
              <a:gd name="connsiteX1" fmla="*/ 2619253 w 2619207"/>
              <a:gd name="connsiteY1" fmla="*/ 49 h 2619207"/>
              <a:gd name="connsiteX2" fmla="*/ 2619253 w 2619207"/>
              <a:gd name="connsiteY2" fmla="*/ 2619256 h 2619207"/>
              <a:gd name="connsiteX3" fmla="*/ 45 w 2619207"/>
              <a:gd name="connsiteY3" fmla="*/ 2619256 h 2619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19207" h="2619207">
                <a:moveTo>
                  <a:pt x="45" y="49"/>
                </a:moveTo>
                <a:lnTo>
                  <a:pt x="2619253" y="49"/>
                </a:lnTo>
                <a:lnTo>
                  <a:pt x="2619253" y="2619256"/>
                </a:lnTo>
                <a:lnTo>
                  <a:pt x="45" y="2619256"/>
                </a:lnTo>
                <a:close/>
              </a:path>
            </a:pathLst>
          </a:custGeom>
          <a:solidFill>
            <a:srgbClr val="FFFFFF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SE"/>
          </a:p>
        </p:txBody>
      </p:sp>
      <p:pic>
        <p:nvPicPr>
          <p:cNvPr id="46" name="Picture 45">
            <a:extLst>
              <a:ext uri="{FF2B5EF4-FFF2-40B4-BE49-F238E27FC236}">
                <a16:creationId xmlns:a16="http://schemas.microsoft.com/office/drawing/2014/main" id="{660840F9-6093-579F-052B-D7E8ACBA476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5336"/>
          <a:stretch/>
        </p:blipFill>
        <p:spPr>
          <a:xfrm>
            <a:off x="4783836" y="1480819"/>
            <a:ext cx="2624327" cy="2484275"/>
          </a:xfrm>
          <a:custGeom>
            <a:avLst/>
            <a:gdLst>
              <a:gd name="connsiteX0" fmla="*/ 182 w 2624327"/>
              <a:gd name="connsiteY0" fmla="*/ 183 h 2624327"/>
              <a:gd name="connsiteX1" fmla="*/ 2624510 w 2624327"/>
              <a:gd name="connsiteY1" fmla="*/ 183 h 2624327"/>
              <a:gd name="connsiteX2" fmla="*/ 2624510 w 2624327"/>
              <a:gd name="connsiteY2" fmla="*/ 2624511 h 2624327"/>
              <a:gd name="connsiteX3" fmla="*/ 182 w 2624327"/>
              <a:gd name="connsiteY3" fmla="*/ 2624511 h 2624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4327" h="2624327">
                <a:moveTo>
                  <a:pt x="182" y="183"/>
                </a:moveTo>
                <a:lnTo>
                  <a:pt x="2624510" y="183"/>
                </a:lnTo>
                <a:lnTo>
                  <a:pt x="2624510" y="2624511"/>
                </a:lnTo>
                <a:lnTo>
                  <a:pt x="182" y="2624511"/>
                </a:lnTo>
                <a:close/>
              </a:path>
            </a:pathLst>
          </a:custGeom>
        </p:spPr>
      </p:pic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FE07284A-160D-16F9-8D05-D823E098AA6E}"/>
              </a:ext>
            </a:extLst>
          </p:cNvPr>
          <p:cNvSpPr/>
          <p:nvPr/>
        </p:nvSpPr>
        <p:spPr>
          <a:xfrm flipV="1">
            <a:off x="4783836" y="1470612"/>
            <a:ext cx="2494483" cy="2494483"/>
          </a:xfrm>
          <a:custGeom>
            <a:avLst/>
            <a:gdLst>
              <a:gd name="connsiteX0" fmla="*/ 44 w 2494483"/>
              <a:gd name="connsiteY0" fmla="*/ 2494543 h 2494483"/>
              <a:gd name="connsiteX1" fmla="*/ 2494527 w 2494483"/>
              <a:gd name="connsiteY1" fmla="*/ 2494543 h 2494483"/>
              <a:gd name="connsiteX2" fmla="*/ 2494527 w 2494483"/>
              <a:gd name="connsiteY2" fmla="*/ 60 h 2494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94483" h="2494483">
                <a:moveTo>
                  <a:pt x="44" y="2494543"/>
                </a:moveTo>
                <a:lnTo>
                  <a:pt x="2494527" y="2494543"/>
                </a:lnTo>
                <a:lnTo>
                  <a:pt x="2494527" y="60"/>
                </a:lnTo>
                <a:close/>
              </a:path>
            </a:pathLst>
          </a:custGeom>
          <a:solidFill>
            <a:srgbClr val="FFFFFF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SE" dirty="0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A1786544-910A-A0C9-36CB-C15547BD0952}"/>
              </a:ext>
            </a:extLst>
          </p:cNvPr>
          <p:cNvSpPr/>
          <p:nvPr/>
        </p:nvSpPr>
        <p:spPr>
          <a:xfrm flipV="1">
            <a:off x="7278319" y="3920645"/>
            <a:ext cx="9525" cy="44449"/>
          </a:xfrm>
          <a:custGeom>
            <a:avLst/>
            <a:gdLst>
              <a:gd name="connsiteX0" fmla="*/ 77 w 9525"/>
              <a:gd name="connsiteY0" fmla="*/ 285 h 44449"/>
              <a:gd name="connsiteX1" fmla="*/ 77 w 9525"/>
              <a:gd name="connsiteY1" fmla="*/ 44735 h 44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5" h="44449">
                <a:moveTo>
                  <a:pt x="77" y="285"/>
                </a:moveTo>
                <a:lnTo>
                  <a:pt x="77" y="44735"/>
                </a:lnTo>
              </a:path>
            </a:pathLst>
          </a:custGeom>
          <a:noFill/>
          <a:ln w="10160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B920256F-EE4C-DBD8-8DA8-AAF0C09CB33A}"/>
              </a:ext>
            </a:extLst>
          </p:cNvPr>
          <p:cNvSpPr txBox="1"/>
          <p:nvPr/>
        </p:nvSpPr>
        <p:spPr>
          <a:xfrm>
            <a:off x="4652014" y="3943783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AA66BDC-5CD7-1CFE-4A49-DF227CB8D849}"/>
              </a:ext>
            </a:extLst>
          </p:cNvPr>
          <p:cNvSpPr txBox="1"/>
          <p:nvPr/>
        </p:nvSpPr>
        <p:spPr>
          <a:xfrm>
            <a:off x="7146497" y="3943783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65ECDDA2-9637-81FA-8001-671464D5C462}"/>
              </a:ext>
            </a:extLst>
          </p:cNvPr>
          <p:cNvSpPr/>
          <p:nvPr/>
        </p:nvSpPr>
        <p:spPr>
          <a:xfrm flipV="1">
            <a:off x="4783836" y="3922983"/>
            <a:ext cx="2722483" cy="45719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E379042-843D-9944-9775-45920B31D8BC}"/>
              </a:ext>
            </a:extLst>
          </p:cNvPr>
          <p:cNvSpPr/>
          <p:nvPr/>
        </p:nvSpPr>
        <p:spPr>
          <a:xfrm flipV="1">
            <a:off x="7465045" y="3939695"/>
            <a:ext cx="50799" cy="50799"/>
          </a:xfrm>
          <a:custGeom>
            <a:avLst/>
            <a:gdLst>
              <a:gd name="connsiteX0" fmla="*/ 82 w 50799"/>
              <a:gd name="connsiteY0" fmla="*/ 51089 h 50799"/>
              <a:gd name="connsiteX1" fmla="*/ 50882 w 50799"/>
              <a:gd name="connsiteY1" fmla="*/ 25689 h 50799"/>
              <a:gd name="connsiteX2" fmla="*/ 82 w 50799"/>
              <a:gd name="connsiteY2" fmla="*/ 289 h 50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0799" h="50799">
                <a:moveTo>
                  <a:pt x="82" y="51089"/>
                </a:moveTo>
                <a:lnTo>
                  <a:pt x="50882" y="25689"/>
                </a:lnTo>
                <a:lnTo>
                  <a:pt x="82" y="289"/>
                </a:lnTo>
                <a:close/>
              </a:path>
            </a:pathLst>
          </a:custGeom>
          <a:solidFill>
            <a:srgbClr val="000000"/>
          </a:solidFill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682D186D-4B49-D905-A812-3192723B268B}"/>
              </a:ext>
            </a:extLst>
          </p:cNvPr>
          <p:cNvSpPr/>
          <p:nvPr/>
        </p:nvSpPr>
        <p:spPr>
          <a:xfrm flipV="1">
            <a:off x="4783836" y="1470612"/>
            <a:ext cx="44449" cy="9525"/>
          </a:xfrm>
          <a:custGeom>
            <a:avLst/>
            <a:gdLst>
              <a:gd name="connsiteX0" fmla="*/ 12 w 44449"/>
              <a:gd name="connsiteY0" fmla="*/ -169 h 9525"/>
              <a:gd name="connsiteX1" fmla="*/ 44462 w 44449"/>
              <a:gd name="connsiteY1" fmla="*/ -16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449" h="9525">
                <a:moveTo>
                  <a:pt x="12" y="-169"/>
                </a:moveTo>
                <a:lnTo>
                  <a:pt x="44462" y="-169"/>
                </a:lnTo>
              </a:path>
            </a:pathLst>
          </a:custGeom>
          <a:noFill/>
          <a:ln w="10160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1D3A853C-932B-5445-100E-D0D600BE0372}"/>
              </a:ext>
            </a:extLst>
          </p:cNvPr>
          <p:cNvSpPr txBox="1"/>
          <p:nvPr/>
        </p:nvSpPr>
        <p:spPr>
          <a:xfrm>
            <a:off x="4567182" y="3840100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080DAD1-6E38-C508-4F69-2782A3069502}"/>
              </a:ext>
            </a:extLst>
          </p:cNvPr>
          <p:cNvSpPr txBox="1"/>
          <p:nvPr/>
        </p:nvSpPr>
        <p:spPr>
          <a:xfrm>
            <a:off x="4567182" y="1345616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B8DD8B95-F65B-1377-01D7-51F47C2AA042}"/>
              </a:ext>
            </a:extLst>
          </p:cNvPr>
          <p:cNvSpPr/>
          <p:nvPr/>
        </p:nvSpPr>
        <p:spPr>
          <a:xfrm flipV="1">
            <a:off x="4783836" y="1283885"/>
            <a:ext cx="45719" cy="2681209"/>
          </a:xfrm>
          <a:custGeom>
            <a:avLst/>
            <a:gdLst>
              <a:gd name="connsiteX0" fmla="*/ 11 w 9525"/>
              <a:gd name="connsiteY0" fmla="*/ 38 h 2732008"/>
              <a:gd name="connsiteX1" fmla="*/ 11 w 9525"/>
              <a:gd name="connsiteY1" fmla="*/ 2619246 h 2732008"/>
              <a:gd name="connsiteX2" fmla="*/ 11 w 9525"/>
              <a:gd name="connsiteY2" fmla="*/ 2732047 h 2732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25" h="2732008">
                <a:moveTo>
                  <a:pt x="11" y="38"/>
                </a:moveTo>
                <a:lnTo>
                  <a:pt x="11" y="2619246"/>
                </a:lnTo>
                <a:lnTo>
                  <a:pt x="11" y="2732047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45C2212E-5341-2CA5-BE8C-EB8C6E0A2B8B}"/>
              </a:ext>
            </a:extLst>
          </p:cNvPr>
          <p:cNvSpPr/>
          <p:nvPr/>
        </p:nvSpPr>
        <p:spPr>
          <a:xfrm flipV="1">
            <a:off x="4758436" y="1233087"/>
            <a:ext cx="50799" cy="50799"/>
          </a:xfrm>
          <a:custGeom>
            <a:avLst/>
            <a:gdLst>
              <a:gd name="connsiteX0" fmla="*/ 11 w 50799"/>
              <a:gd name="connsiteY0" fmla="*/ -208 h 50799"/>
              <a:gd name="connsiteX1" fmla="*/ 25411 w 50799"/>
              <a:gd name="connsiteY1" fmla="*/ 50592 h 50799"/>
              <a:gd name="connsiteX2" fmla="*/ 50811 w 50799"/>
              <a:gd name="connsiteY2" fmla="*/ -208 h 50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0799" h="50799">
                <a:moveTo>
                  <a:pt x="11" y="-208"/>
                </a:moveTo>
                <a:lnTo>
                  <a:pt x="25411" y="50592"/>
                </a:lnTo>
                <a:lnTo>
                  <a:pt x="50811" y="-208"/>
                </a:lnTo>
                <a:close/>
              </a:path>
            </a:pathLst>
          </a:custGeom>
          <a:solidFill>
            <a:srgbClr val="000000"/>
          </a:solidFill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DB897231-0C32-E17E-5C8A-165C4EB06795}"/>
              </a:ext>
            </a:extLst>
          </p:cNvPr>
          <p:cNvSpPr/>
          <p:nvPr/>
        </p:nvSpPr>
        <p:spPr>
          <a:xfrm rot="2700000" flipV="1">
            <a:off x="4389398" y="4929610"/>
            <a:ext cx="2732008" cy="9525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dash"/>
            <a:round/>
          </a:ln>
        </p:spPr>
        <p:txBody>
          <a:bodyPr rtlCol="0" anchor="ctr"/>
          <a:lstStyle/>
          <a:p>
            <a:endParaRPr lang="en-SE"/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88FD2F69-3293-5E3C-3437-9CD3EC109C76}"/>
              </a:ext>
            </a:extLst>
          </p:cNvPr>
          <p:cNvGrpSpPr/>
          <p:nvPr/>
        </p:nvGrpSpPr>
        <p:grpSpPr>
          <a:xfrm rot="-2700000">
            <a:off x="6415596" y="5154975"/>
            <a:ext cx="1974895" cy="74724"/>
            <a:chOff x="5737277" y="4884160"/>
            <a:chExt cx="1974895" cy="74724"/>
          </a:xfrm>
        </p:grpSpPr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A34E68F5-8405-A193-8248-9538AACBFB63}"/>
                </a:ext>
              </a:extLst>
            </p:cNvPr>
            <p:cNvSpPr/>
            <p:nvPr/>
          </p:nvSpPr>
          <p:spPr>
            <a:xfrm>
              <a:off x="5737277" y="4913165"/>
              <a:ext cx="1965370" cy="45719"/>
            </a:xfrm>
            <a:custGeom>
              <a:avLst/>
              <a:gdLst>
                <a:gd name="connsiteX0" fmla="*/ 47 w 2732008"/>
                <a:gd name="connsiteY0" fmla="*/ 289 h 9525"/>
                <a:gd name="connsiteX1" fmla="*/ 2619254 w 2732008"/>
                <a:gd name="connsiteY1" fmla="*/ 289 h 9525"/>
                <a:gd name="connsiteX2" fmla="*/ 2732055 w 2732008"/>
                <a:gd name="connsiteY2" fmla="*/ 28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32008" h="9525">
                  <a:moveTo>
                    <a:pt x="47" y="289"/>
                  </a:moveTo>
                  <a:lnTo>
                    <a:pt x="2619254" y="289"/>
                  </a:lnTo>
                  <a:lnTo>
                    <a:pt x="2732055" y="289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A2D4EC1-D6D4-C50C-9E01-D1971A5FE46B}"/>
                </a:ext>
              </a:extLst>
            </p:cNvPr>
            <p:cNvSpPr/>
            <p:nvPr/>
          </p:nvSpPr>
          <p:spPr>
            <a:xfrm flipV="1">
              <a:off x="7661373" y="4884160"/>
              <a:ext cx="50799" cy="50799"/>
            </a:xfrm>
            <a:custGeom>
              <a:avLst/>
              <a:gdLst>
                <a:gd name="connsiteX0" fmla="*/ 82 w 50799"/>
                <a:gd name="connsiteY0" fmla="*/ 51089 h 50799"/>
                <a:gd name="connsiteX1" fmla="*/ 50882 w 50799"/>
                <a:gd name="connsiteY1" fmla="*/ 25689 h 50799"/>
                <a:gd name="connsiteX2" fmla="*/ 82 w 50799"/>
                <a:gd name="connsiteY2" fmla="*/ 289 h 5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799" h="50799">
                  <a:moveTo>
                    <a:pt x="82" y="51089"/>
                  </a:moveTo>
                  <a:lnTo>
                    <a:pt x="50882" y="25689"/>
                  </a:lnTo>
                  <a:lnTo>
                    <a:pt x="82" y="289"/>
                  </a:lnTo>
                  <a:close/>
                </a:path>
              </a:pathLst>
            </a:custGeom>
            <a:solidFill>
              <a:srgbClr val="000000"/>
            </a:solidFill>
            <a:ln w="1270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18CDC87D-6D3C-3A8A-D5B3-E8918A1B353B}"/>
              </a:ext>
            </a:extLst>
          </p:cNvPr>
          <p:cNvSpPr/>
          <p:nvPr/>
        </p:nvSpPr>
        <p:spPr>
          <a:xfrm rot="2700000" flipV="1">
            <a:off x="7152895" y="4265383"/>
            <a:ext cx="945775" cy="45719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dash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BD807DE3-E4BB-6FF9-344B-F1B8D8A4BCB5}"/>
              </a:ext>
            </a:extLst>
          </p:cNvPr>
          <p:cNvSpPr txBox="1"/>
          <p:nvPr/>
        </p:nvSpPr>
        <p:spPr>
          <a:xfrm>
            <a:off x="7815776" y="4635003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54D06EFD-E671-F40D-4E55-02E275F54FB5}"/>
              </a:ext>
            </a:extLst>
          </p:cNvPr>
          <p:cNvSpPr txBox="1"/>
          <p:nvPr/>
        </p:nvSpPr>
        <p:spPr>
          <a:xfrm>
            <a:off x="6579523" y="5876455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2FC3D9AA-A6E5-F498-4472-84D43FDCD293}"/>
                  </a:ext>
                </a:extLst>
              </p:cNvPr>
              <p:cNvSpPr txBox="1"/>
              <p:nvPr/>
            </p:nvSpPr>
            <p:spPr>
              <a:xfrm>
                <a:off x="4780949" y="3968430"/>
                <a:ext cx="2491700" cy="28719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2FC3D9AA-A6E5-F498-4472-84D43FDCD2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0949" y="3968430"/>
                <a:ext cx="2491700" cy="28719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6EFF43E7-93FE-9170-0EB1-D23A6B74445E}"/>
                  </a:ext>
                </a:extLst>
              </p:cNvPr>
              <p:cNvSpPr txBox="1"/>
              <p:nvPr/>
            </p:nvSpPr>
            <p:spPr>
              <a:xfrm rot="16200000">
                <a:off x="3390423" y="2581909"/>
                <a:ext cx="2491700" cy="28815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𝑑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6EFF43E7-93FE-9170-0EB1-D23A6B7444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16200000">
                <a:off x="3390423" y="2581909"/>
                <a:ext cx="2491700" cy="28815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511D86D9-CEE4-DAA5-F94A-6983646DBF69}"/>
                  </a:ext>
                </a:extLst>
              </p:cNvPr>
              <p:cNvSpPr txBox="1"/>
              <p:nvPr/>
            </p:nvSpPr>
            <p:spPr>
              <a:xfrm rot="-2700000">
                <a:off x="6540353" y="5220288"/>
                <a:ext cx="1778326" cy="288156"/>
              </a:xfrm>
              <a:prstGeom prst="rect">
                <a:avLst/>
              </a:prstGeom>
              <a:noFill/>
            </p:spPr>
            <p:txBody>
              <a:bodyPr wrap="square" lIns="0" r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sup>
                          </m:sSubSup>
                        </m:e>
                      </m:d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𝑑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511D86D9-CEE4-DAA5-F94A-6983646DBF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-2700000">
                <a:off x="6540353" y="5220288"/>
                <a:ext cx="1778326" cy="288156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" name="Picture 1">
            <a:extLst>
              <a:ext uri="{FF2B5EF4-FFF2-40B4-BE49-F238E27FC236}">
                <a16:creationId xmlns:a16="http://schemas.microsoft.com/office/drawing/2014/main" id="{7B4A56A9-87B3-535F-6B69-479928882D7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-2" r="4885" b="87723"/>
          <a:stretch/>
        </p:blipFill>
        <p:spPr>
          <a:xfrm rot="16200000" flipV="1">
            <a:off x="2858195" y="2650268"/>
            <a:ext cx="2491702" cy="151437"/>
          </a:xfrm>
          <a:custGeom>
            <a:avLst/>
            <a:gdLst>
              <a:gd name="connsiteX0" fmla="*/ 0 w 3379610"/>
              <a:gd name="connsiteY0" fmla="*/ 82 h 3380835"/>
              <a:gd name="connsiteX1" fmla="*/ 3379611 w 3379610"/>
              <a:gd name="connsiteY1" fmla="*/ 82 h 3380835"/>
              <a:gd name="connsiteX2" fmla="*/ 3379611 w 3379610"/>
              <a:gd name="connsiteY2" fmla="*/ 3380918 h 3380835"/>
              <a:gd name="connsiteX3" fmla="*/ 0 w 3379610"/>
              <a:gd name="connsiteY3" fmla="*/ 3380918 h 3380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79610" h="3380835">
                <a:moveTo>
                  <a:pt x="0" y="82"/>
                </a:moveTo>
                <a:lnTo>
                  <a:pt x="3379611" y="82"/>
                </a:lnTo>
                <a:lnTo>
                  <a:pt x="3379611" y="3380918"/>
                </a:lnTo>
                <a:lnTo>
                  <a:pt x="0" y="3380918"/>
                </a:lnTo>
                <a:close/>
              </a:path>
            </a:pathLst>
          </a:custGeom>
        </p:spPr>
      </p:pic>
      <p:sp>
        <p:nvSpPr>
          <p:cNvPr id="7" name="Freeform: Shape 6">
            <a:extLst>
              <a:ext uri="{FF2B5EF4-FFF2-40B4-BE49-F238E27FC236}">
                <a16:creationId xmlns:a16="http://schemas.microsoft.com/office/drawing/2014/main" id="{016DB43B-75A9-DC72-5934-14EEBF6839F6}"/>
              </a:ext>
            </a:extLst>
          </p:cNvPr>
          <p:cNvSpPr/>
          <p:nvPr/>
        </p:nvSpPr>
        <p:spPr>
          <a:xfrm flipV="1">
            <a:off x="4026701" y="3917902"/>
            <a:ext cx="149467" cy="50800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C6C8AC62-67A1-6EC6-76C1-98C3DCE7F1BD}"/>
              </a:ext>
            </a:extLst>
          </p:cNvPr>
          <p:cNvSpPr/>
          <p:nvPr/>
        </p:nvSpPr>
        <p:spPr>
          <a:xfrm flipV="1">
            <a:off x="4027704" y="1470612"/>
            <a:ext cx="44449" cy="9525"/>
          </a:xfrm>
          <a:custGeom>
            <a:avLst/>
            <a:gdLst>
              <a:gd name="connsiteX0" fmla="*/ 12 w 44449"/>
              <a:gd name="connsiteY0" fmla="*/ -169 h 9525"/>
              <a:gd name="connsiteX1" fmla="*/ 44462 w 44449"/>
              <a:gd name="connsiteY1" fmla="*/ -16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449" h="9525">
                <a:moveTo>
                  <a:pt x="12" y="-169"/>
                </a:moveTo>
                <a:lnTo>
                  <a:pt x="44462" y="-169"/>
                </a:lnTo>
              </a:path>
            </a:pathLst>
          </a:custGeom>
          <a:noFill/>
          <a:ln w="10160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62A0A0C-D33B-069C-B8C8-0F81C3240DB0}"/>
              </a:ext>
            </a:extLst>
          </p:cNvPr>
          <p:cNvSpPr txBox="1"/>
          <p:nvPr/>
        </p:nvSpPr>
        <p:spPr>
          <a:xfrm>
            <a:off x="3811050" y="1345616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9116B841-9053-D16A-5F3D-C6E9C45CCF06}"/>
              </a:ext>
            </a:extLst>
          </p:cNvPr>
          <p:cNvSpPr/>
          <p:nvPr/>
        </p:nvSpPr>
        <p:spPr>
          <a:xfrm flipV="1">
            <a:off x="4027704" y="1283885"/>
            <a:ext cx="45719" cy="2681209"/>
          </a:xfrm>
          <a:custGeom>
            <a:avLst/>
            <a:gdLst>
              <a:gd name="connsiteX0" fmla="*/ 11 w 9525"/>
              <a:gd name="connsiteY0" fmla="*/ 38 h 2732008"/>
              <a:gd name="connsiteX1" fmla="*/ 11 w 9525"/>
              <a:gd name="connsiteY1" fmla="*/ 2619246 h 2732008"/>
              <a:gd name="connsiteX2" fmla="*/ 11 w 9525"/>
              <a:gd name="connsiteY2" fmla="*/ 2732047 h 2732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25" h="2732008">
                <a:moveTo>
                  <a:pt x="11" y="38"/>
                </a:moveTo>
                <a:lnTo>
                  <a:pt x="11" y="2619246"/>
                </a:lnTo>
                <a:lnTo>
                  <a:pt x="11" y="2732047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952FD084-EF0F-0AA1-701C-1C12D9633DB0}"/>
              </a:ext>
            </a:extLst>
          </p:cNvPr>
          <p:cNvSpPr/>
          <p:nvPr/>
        </p:nvSpPr>
        <p:spPr>
          <a:xfrm flipV="1">
            <a:off x="4002304" y="1233087"/>
            <a:ext cx="50799" cy="50799"/>
          </a:xfrm>
          <a:custGeom>
            <a:avLst/>
            <a:gdLst>
              <a:gd name="connsiteX0" fmla="*/ 11 w 50799"/>
              <a:gd name="connsiteY0" fmla="*/ -208 h 50799"/>
              <a:gd name="connsiteX1" fmla="*/ 25411 w 50799"/>
              <a:gd name="connsiteY1" fmla="*/ 50592 h 50799"/>
              <a:gd name="connsiteX2" fmla="*/ 50811 w 50799"/>
              <a:gd name="connsiteY2" fmla="*/ -208 h 50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0799" h="50799">
                <a:moveTo>
                  <a:pt x="11" y="-208"/>
                </a:moveTo>
                <a:lnTo>
                  <a:pt x="25411" y="50592"/>
                </a:lnTo>
                <a:lnTo>
                  <a:pt x="50811" y="-208"/>
                </a:lnTo>
                <a:close/>
              </a:path>
            </a:pathLst>
          </a:custGeom>
          <a:solidFill>
            <a:srgbClr val="000000"/>
          </a:solidFill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1D0CC71A-2DC4-E5D7-751E-87AB44907FA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-2" r="4885" b="87723"/>
          <a:stretch/>
        </p:blipFill>
        <p:spPr>
          <a:xfrm rot="-2700000" flipV="1">
            <a:off x="4322025" y="2694105"/>
            <a:ext cx="3531993" cy="151437"/>
          </a:xfrm>
          <a:custGeom>
            <a:avLst/>
            <a:gdLst>
              <a:gd name="connsiteX0" fmla="*/ 0 w 3379610"/>
              <a:gd name="connsiteY0" fmla="*/ 82 h 3380835"/>
              <a:gd name="connsiteX1" fmla="*/ 3379611 w 3379610"/>
              <a:gd name="connsiteY1" fmla="*/ 82 h 3380835"/>
              <a:gd name="connsiteX2" fmla="*/ 3379611 w 3379610"/>
              <a:gd name="connsiteY2" fmla="*/ 3380918 h 3380835"/>
              <a:gd name="connsiteX3" fmla="*/ 0 w 3379610"/>
              <a:gd name="connsiteY3" fmla="*/ 3380918 h 3380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79610" h="3380835">
                <a:moveTo>
                  <a:pt x="0" y="82"/>
                </a:moveTo>
                <a:lnTo>
                  <a:pt x="3379611" y="82"/>
                </a:lnTo>
                <a:lnTo>
                  <a:pt x="3379611" y="3380918"/>
                </a:lnTo>
                <a:lnTo>
                  <a:pt x="0" y="3380918"/>
                </a:lnTo>
                <a:close/>
              </a:path>
            </a:pathLst>
          </a:cu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2A303BC-17BE-168C-B887-2068685C86A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-2" r="52425" b="87723"/>
          <a:stretch/>
        </p:blipFill>
        <p:spPr>
          <a:xfrm rot="16200000" flipV="1">
            <a:off x="7105432" y="3013295"/>
            <a:ext cx="1766639" cy="151437"/>
          </a:xfrm>
          <a:custGeom>
            <a:avLst/>
            <a:gdLst>
              <a:gd name="connsiteX0" fmla="*/ 0 w 3379610"/>
              <a:gd name="connsiteY0" fmla="*/ 82 h 3380835"/>
              <a:gd name="connsiteX1" fmla="*/ 3379611 w 3379610"/>
              <a:gd name="connsiteY1" fmla="*/ 82 h 3380835"/>
              <a:gd name="connsiteX2" fmla="*/ 3379611 w 3379610"/>
              <a:gd name="connsiteY2" fmla="*/ 3380918 h 3380835"/>
              <a:gd name="connsiteX3" fmla="*/ 0 w 3379610"/>
              <a:gd name="connsiteY3" fmla="*/ 3380918 h 3380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79610" h="3380835">
                <a:moveTo>
                  <a:pt x="0" y="82"/>
                </a:moveTo>
                <a:lnTo>
                  <a:pt x="3379611" y="82"/>
                </a:lnTo>
                <a:lnTo>
                  <a:pt x="3379611" y="3380918"/>
                </a:lnTo>
                <a:lnTo>
                  <a:pt x="0" y="3380918"/>
                </a:lnTo>
                <a:close/>
              </a:path>
            </a:pathLst>
          </a:custGeom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48B9011A-92CE-0CFE-A561-89C97BF187BB}"/>
              </a:ext>
            </a:extLst>
          </p:cNvPr>
          <p:cNvGrpSpPr/>
          <p:nvPr/>
        </p:nvGrpSpPr>
        <p:grpSpPr>
          <a:xfrm rot="16200000">
            <a:off x="6927950" y="2940284"/>
            <a:ext cx="1974895" cy="74724"/>
            <a:chOff x="5737277" y="4884160"/>
            <a:chExt cx="1974895" cy="74724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E677418-735C-B3B2-E31F-9425D6D84F03}"/>
                </a:ext>
              </a:extLst>
            </p:cNvPr>
            <p:cNvSpPr/>
            <p:nvPr/>
          </p:nvSpPr>
          <p:spPr>
            <a:xfrm>
              <a:off x="5737277" y="4913165"/>
              <a:ext cx="1965370" cy="45719"/>
            </a:xfrm>
            <a:custGeom>
              <a:avLst/>
              <a:gdLst>
                <a:gd name="connsiteX0" fmla="*/ 47 w 2732008"/>
                <a:gd name="connsiteY0" fmla="*/ 289 h 9525"/>
                <a:gd name="connsiteX1" fmla="*/ 2619254 w 2732008"/>
                <a:gd name="connsiteY1" fmla="*/ 289 h 9525"/>
                <a:gd name="connsiteX2" fmla="*/ 2732055 w 2732008"/>
                <a:gd name="connsiteY2" fmla="*/ 28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32008" h="9525">
                  <a:moveTo>
                    <a:pt x="47" y="289"/>
                  </a:moveTo>
                  <a:lnTo>
                    <a:pt x="2619254" y="289"/>
                  </a:lnTo>
                  <a:lnTo>
                    <a:pt x="2732055" y="289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AC752756-333B-09B8-8AFA-67DC26C2A6DD}"/>
                </a:ext>
              </a:extLst>
            </p:cNvPr>
            <p:cNvSpPr/>
            <p:nvPr/>
          </p:nvSpPr>
          <p:spPr>
            <a:xfrm flipV="1">
              <a:off x="7661373" y="4884160"/>
              <a:ext cx="50799" cy="50799"/>
            </a:xfrm>
            <a:custGeom>
              <a:avLst/>
              <a:gdLst>
                <a:gd name="connsiteX0" fmla="*/ 82 w 50799"/>
                <a:gd name="connsiteY0" fmla="*/ 51089 h 50799"/>
                <a:gd name="connsiteX1" fmla="*/ 50882 w 50799"/>
                <a:gd name="connsiteY1" fmla="*/ 25689 h 50799"/>
                <a:gd name="connsiteX2" fmla="*/ 82 w 50799"/>
                <a:gd name="connsiteY2" fmla="*/ 289 h 5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799" h="50799">
                  <a:moveTo>
                    <a:pt x="82" y="51089"/>
                  </a:moveTo>
                  <a:lnTo>
                    <a:pt x="50882" y="25689"/>
                  </a:lnTo>
                  <a:lnTo>
                    <a:pt x="82" y="289"/>
                  </a:lnTo>
                  <a:close/>
                </a:path>
              </a:pathLst>
            </a:custGeom>
            <a:solidFill>
              <a:srgbClr val="000000"/>
            </a:solidFill>
            <a:ln w="1270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E0F3DBDD-3946-AE7F-1033-467157B89E7C}"/>
              </a:ext>
            </a:extLst>
          </p:cNvPr>
          <p:cNvSpPr/>
          <p:nvPr/>
        </p:nvSpPr>
        <p:spPr>
          <a:xfrm flipV="1">
            <a:off x="7910972" y="3917902"/>
            <a:ext cx="149467" cy="50800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9B19BF99-D2E5-FC05-E720-B557BCC4F5C9}"/>
                  </a:ext>
                </a:extLst>
              </p:cNvPr>
              <p:cNvSpPr txBox="1"/>
              <p:nvPr/>
            </p:nvSpPr>
            <p:spPr>
              <a:xfrm rot="16200000">
                <a:off x="6869072" y="2944439"/>
                <a:ext cx="1766639" cy="28815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𝑑</m:t>
                              </m:r>
                            </m:sup>
                          </m:sSubSup>
                        </m:e>
                      </m:d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9B19BF99-D2E5-FC05-E720-B557BCC4F5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16200000">
                <a:off x="6869072" y="2944439"/>
                <a:ext cx="1766639" cy="28815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0435640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1" name="Picture 180">
            <a:extLst>
              <a:ext uri="{FF2B5EF4-FFF2-40B4-BE49-F238E27FC236}">
                <a16:creationId xmlns:a16="http://schemas.microsoft.com/office/drawing/2014/main" id="{E70C8F63-914B-23EB-E404-61B17D00444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-2" r="4885" b="87723"/>
          <a:stretch/>
        </p:blipFill>
        <p:spPr>
          <a:xfrm rot="-2700000" flipV="1">
            <a:off x="6388435" y="5129613"/>
            <a:ext cx="1770966" cy="151437"/>
          </a:xfrm>
          <a:custGeom>
            <a:avLst/>
            <a:gdLst>
              <a:gd name="connsiteX0" fmla="*/ 0 w 3379610"/>
              <a:gd name="connsiteY0" fmla="*/ 82 h 3380835"/>
              <a:gd name="connsiteX1" fmla="*/ 3379611 w 3379610"/>
              <a:gd name="connsiteY1" fmla="*/ 82 h 3380835"/>
              <a:gd name="connsiteX2" fmla="*/ 3379611 w 3379610"/>
              <a:gd name="connsiteY2" fmla="*/ 3380918 h 3380835"/>
              <a:gd name="connsiteX3" fmla="*/ 0 w 3379610"/>
              <a:gd name="connsiteY3" fmla="*/ 3380918 h 3380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79610" h="3380835">
                <a:moveTo>
                  <a:pt x="0" y="82"/>
                </a:moveTo>
                <a:lnTo>
                  <a:pt x="3379611" y="82"/>
                </a:lnTo>
                <a:lnTo>
                  <a:pt x="3379611" y="3380918"/>
                </a:lnTo>
                <a:lnTo>
                  <a:pt x="0" y="3380918"/>
                </a:lnTo>
                <a:close/>
              </a:path>
            </a:pathLst>
          </a:custGeom>
        </p:spPr>
      </p:pic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FCA60F91-5601-B601-C7A6-3E4B79DC6146}"/>
              </a:ext>
            </a:extLst>
          </p:cNvPr>
          <p:cNvSpPr/>
          <p:nvPr/>
        </p:nvSpPr>
        <p:spPr>
          <a:xfrm flipV="1">
            <a:off x="4783836" y="1345888"/>
            <a:ext cx="2619207" cy="2619207"/>
          </a:xfrm>
          <a:custGeom>
            <a:avLst/>
            <a:gdLst>
              <a:gd name="connsiteX0" fmla="*/ 45 w 2619207"/>
              <a:gd name="connsiteY0" fmla="*/ 49 h 2619207"/>
              <a:gd name="connsiteX1" fmla="*/ 2619253 w 2619207"/>
              <a:gd name="connsiteY1" fmla="*/ 49 h 2619207"/>
              <a:gd name="connsiteX2" fmla="*/ 2619253 w 2619207"/>
              <a:gd name="connsiteY2" fmla="*/ 2619256 h 2619207"/>
              <a:gd name="connsiteX3" fmla="*/ 45 w 2619207"/>
              <a:gd name="connsiteY3" fmla="*/ 2619256 h 2619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19207" h="2619207">
                <a:moveTo>
                  <a:pt x="45" y="49"/>
                </a:moveTo>
                <a:lnTo>
                  <a:pt x="2619253" y="49"/>
                </a:lnTo>
                <a:lnTo>
                  <a:pt x="2619253" y="2619256"/>
                </a:lnTo>
                <a:lnTo>
                  <a:pt x="45" y="2619256"/>
                </a:lnTo>
                <a:close/>
              </a:path>
            </a:pathLst>
          </a:custGeom>
          <a:solidFill>
            <a:srgbClr val="FFFFFF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SE"/>
          </a:p>
        </p:txBody>
      </p:sp>
      <p:pic>
        <p:nvPicPr>
          <p:cNvPr id="46" name="Picture 45">
            <a:extLst>
              <a:ext uri="{FF2B5EF4-FFF2-40B4-BE49-F238E27FC236}">
                <a16:creationId xmlns:a16="http://schemas.microsoft.com/office/drawing/2014/main" id="{660840F9-6093-579F-052B-D7E8ACBA476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5336"/>
          <a:stretch/>
        </p:blipFill>
        <p:spPr>
          <a:xfrm>
            <a:off x="4783836" y="1480819"/>
            <a:ext cx="2624327" cy="2484275"/>
          </a:xfrm>
          <a:custGeom>
            <a:avLst/>
            <a:gdLst>
              <a:gd name="connsiteX0" fmla="*/ 182 w 2624327"/>
              <a:gd name="connsiteY0" fmla="*/ 183 h 2624327"/>
              <a:gd name="connsiteX1" fmla="*/ 2624510 w 2624327"/>
              <a:gd name="connsiteY1" fmla="*/ 183 h 2624327"/>
              <a:gd name="connsiteX2" fmla="*/ 2624510 w 2624327"/>
              <a:gd name="connsiteY2" fmla="*/ 2624511 h 2624327"/>
              <a:gd name="connsiteX3" fmla="*/ 182 w 2624327"/>
              <a:gd name="connsiteY3" fmla="*/ 2624511 h 2624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4327" h="2624327">
                <a:moveTo>
                  <a:pt x="182" y="183"/>
                </a:moveTo>
                <a:lnTo>
                  <a:pt x="2624510" y="183"/>
                </a:lnTo>
                <a:lnTo>
                  <a:pt x="2624510" y="2624511"/>
                </a:lnTo>
                <a:lnTo>
                  <a:pt x="182" y="2624511"/>
                </a:lnTo>
                <a:close/>
              </a:path>
            </a:pathLst>
          </a:custGeom>
        </p:spPr>
      </p:pic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FE07284A-160D-16F9-8D05-D823E098AA6E}"/>
              </a:ext>
            </a:extLst>
          </p:cNvPr>
          <p:cNvSpPr/>
          <p:nvPr/>
        </p:nvSpPr>
        <p:spPr>
          <a:xfrm flipV="1">
            <a:off x="4783836" y="1470612"/>
            <a:ext cx="2494483" cy="2494483"/>
          </a:xfrm>
          <a:custGeom>
            <a:avLst/>
            <a:gdLst>
              <a:gd name="connsiteX0" fmla="*/ 44 w 2494483"/>
              <a:gd name="connsiteY0" fmla="*/ 2494543 h 2494483"/>
              <a:gd name="connsiteX1" fmla="*/ 2494527 w 2494483"/>
              <a:gd name="connsiteY1" fmla="*/ 2494543 h 2494483"/>
              <a:gd name="connsiteX2" fmla="*/ 2494527 w 2494483"/>
              <a:gd name="connsiteY2" fmla="*/ 60 h 2494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94483" h="2494483">
                <a:moveTo>
                  <a:pt x="44" y="2494543"/>
                </a:moveTo>
                <a:lnTo>
                  <a:pt x="2494527" y="2494543"/>
                </a:lnTo>
                <a:lnTo>
                  <a:pt x="2494527" y="60"/>
                </a:lnTo>
                <a:close/>
              </a:path>
            </a:pathLst>
          </a:custGeom>
          <a:solidFill>
            <a:srgbClr val="FFFFFF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SE" dirty="0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A1786544-910A-A0C9-36CB-C15547BD0952}"/>
              </a:ext>
            </a:extLst>
          </p:cNvPr>
          <p:cNvSpPr/>
          <p:nvPr/>
        </p:nvSpPr>
        <p:spPr>
          <a:xfrm flipV="1">
            <a:off x="7278319" y="3920645"/>
            <a:ext cx="9525" cy="44449"/>
          </a:xfrm>
          <a:custGeom>
            <a:avLst/>
            <a:gdLst>
              <a:gd name="connsiteX0" fmla="*/ 77 w 9525"/>
              <a:gd name="connsiteY0" fmla="*/ 285 h 44449"/>
              <a:gd name="connsiteX1" fmla="*/ 77 w 9525"/>
              <a:gd name="connsiteY1" fmla="*/ 44735 h 44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5" h="44449">
                <a:moveTo>
                  <a:pt x="77" y="285"/>
                </a:moveTo>
                <a:lnTo>
                  <a:pt x="77" y="44735"/>
                </a:lnTo>
              </a:path>
            </a:pathLst>
          </a:custGeom>
          <a:noFill/>
          <a:ln w="10160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B920256F-EE4C-DBD8-8DA8-AAF0C09CB33A}"/>
              </a:ext>
            </a:extLst>
          </p:cNvPr>
          <p:cNvSpPr txBox="1"/>
          <p:nvPr/>
        </p:nvSpPr>
        <p:spPr>
          <a:xfrm>
            <a:off x="4652014" y="3943783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AA66BDC-5CD7-1CFE-4A49-DF227CB8D849}"/>
              </a:ext>
            </a:extLst>
          </p:cNvPr>
          <p:cNvSpPr txBox="1"/>
          <p:nvPr/>
        </p:nvSpPr>
        <p:spPr>
          <a:xfrm>
            <a:off x="7146497" y="3943783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65ECDDA2-9637-81FA-8001-671464D5C462}"/>
              </a:ext>
            </a:extLst>
          </p:cNvPr>
          <p:cNvSpPr/>
          <p:nvPr/>
        </p:nvSpPr>
        <p:spPr>
          <a:xfrm flipV="1">
            <a:off x="4783836" y="3922983"/>
            <a:ext cx="2722483" cy="45719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  <a:tailEnd type="triangle"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682D186D-4B49-D905-A812-3192723B268B}"/>
              </a:ext>
            </a:extLst>
          </p:cNvPr>
          <p:cNvSpPr/>
          <p:nvPr/>
        </p:nvSpPr>
        <p:spPr>
          <a:xfrm flipV="1">
            <a:off x="4783836" y="1470612"/>
            <a:ext cx="44449" cy="9525"/>
          </a:xfrm>
          <a:custGeom>
            <a:avLst/>
            <a:gdLst>
              <a:gd name="connsiteX0" fmla="*/ 12 w 44449"/>
              <a:gd name="connsiteY0" fmla="*/ -169 h 9525"/>
              <a:gd name="connsiteX1" fmla="*/ 44462 w 44449"/>
              <a:gd name="connsiteY1" fmla="*/ -16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449" h="9525">
                <a:moveTo>
                  <a:pt x="12" y="-169"/>
                </a:moveTo>
                <a:lnTo>
                  <a:pt x="44462" y="-169"/>
                </a:lnTo>
              </a:path>
            </a:pathLst>
          </a:custGeom>
          <a:noFill/>
          <a:ln w="10160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1D3A853C-932B-5445-100E-D0D600BE0372}"/>
              </a:ext>
            </a:extLst>
          </p:cNvPr>
          <p:cNvSpPr txBox="1"/>
          <p:nvPr/>
        </p:nvSpPr>
        <p:spPr>
          <a:xfrm>
            <a:off x="4567182" y="3840100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080DAD1-6E38-C508-4F69-2782A3069502}"/>
              </a:ext>
            </a:extLst>
          </p:cNvPr>
          <p:cNvSpPr txBox="1"/>
          <p:nvPr/>
        </p:nvSpPr>
        <p:spPr>
          <a:xfrm>
            <a:off x="4567182" y="1345616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B8DD8B95-F65B-1377-01D7-51F47C2AA042}"/>
              </a:ext>
            </a:extLst>
          </p:cNvPr>
          <p:cNvSpPr/>
          <p:nvPr/>
        </p:nvSpPr>
        <p:spPr>
          <a:xfrm flipV="1">
            <a:off x="4783836" y="1233086"/>
            <a:ext cx="50799" cy="2732007"/>
          </a:xfrm>
          <a:custGeom>
            <a:avLst/>
            <a:gdLst>
              <a:gd name="connsiteX0" fmla="*/ 11 w 9525"/>
              <a:gd name="connsiteY0" fmla="*/ 38 h 2732008"/>
              <a:gd name="connsiteX1" fmla="*/ 11 w 9525"/>
              <a:gd name="connsiteY1" fmla="*/ 2619246 h 2732008"/>
              <a:gd name="connsiteX2" fmla="*/ 11 w 9525"/>
              <a:gd name="connsiteY2" fmla="*/ 2732047 h 2732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25" h="2732008">
                <a:moveTo>
                  <a:pt x="11" y="38"/>
                </a:moveTo>
                <a:lnTo>
                  <a:pt x="11" y="2619246"/>
                </a:lnTo>
                <a:lnTo>
                  <a:pt x="11" y="2732047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  <a:tailEnd type="triangle"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DB897231-0C32-E17E-5C8A-165C4EB06795}"/>
              </a:ext>
            </a:extLst>
          </p:cNvPr>
          <p:cNvSpPr/>
          <p:nvPr/>
        </p:nvSpPr>
        <p:spPr>
          <a:xfrm rot="2700000" flipV="1">
            <a:off x="4389398" y="4929610"/>
            <a:ext cx="2732008" cy="9525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dash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A34E68F5-8405-A193-8248-9538AACBFB63}"/>
              </a:ext>
            </a:extLst>
          </p:cNvPr>
          <p:cNvSpPr/>
          <p:nvPr/>
        </p:nvSpPr>
        <p:spPr>
          <a:xfrm rot="18900000">
            <a:off x="6428919" y="5177458"/>
            <a:ext cx="1977319" cy="55403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  <a:tailEnd type="triangle"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18CDC87D-6D3C-3A8A-D5B3-E8918A1B353B}"/>
              </a:ext>
            </a:extLst>
          </p:cNvPr>
          <p:cNvSpPr/>
          <p:nvPr/>
        </p:nvSpPr>
        <p:spPr>
          <a:xfrm rot="2700000" flipV="1">
            <a:off x="7152895" y="4265383"/>
            <a:ext cx="945775" cy="45719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dash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BD807DE3-E4BB-6FF9-344B-F1B8D8A4BCB5}"/>
              </a:ext>
            </a:extLst>
          </p:cNvPr>
          <p:cNvSpPr txBox="1"/>
          <p:nvPr/>
        </p:nvSpPr>
        <p:spPr>
          <a:xfrm>
            <a:off x="7815776" y="4635003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54D06EFD-E671-F40D-4E55-02E275F54FB5}"/>
              </a:ext>
            </a:extLst>
          </p:cNvPr>
          <p:cNvSpPr txBox="1"/>
          <p:nvPr/>
        </p:nvSpPr>
        <p:spPr>
          <a:xfrm>
            <a:off x="6579523" y="5876455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2FC3D9AA-A6E5-F498-4472-84D43FDCD293}"/>
                  </a:ext>
                </a:extLst>
              </p:cNvPr>
              <p:cNvSpPr txBox="1"/>
              <p:nvPr/>
            </p:nvSpPr>
            <p:spPr>
              <a:xfrm>
                <a:off x="4780949" y="3968430"/>
                <a:ext cx="2491700" cy="28719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2FC3D9AA-A6E5-F498-4472-84D43FDCD2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0949" y="3968430"/>
                <a:ext cx="2491700" cy="28719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6EFF43E7-93FE-9170-0EB1-D23A6B74445E}"/>
                  </a:ext>
                </a:extLst>
              </p:cNvPr>
              <p:cNvSpPr txBox="1"/>
              <p:nvPr/>
            </p:nvSpPr>
            <p:spPr>
              <a:xfrm rot="16200000">
                <a:off x="3390423" y="2581909"/>
                <a:ext cx="2491700" cy="28815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𝑑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6EFF43E7-93FE-9170-0EB1-D23A6B7444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16200000">
                <a:off x="3390423" y="2581909"/>
                <a:ext cx="2491700" cy="28815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511D86D9-CEE4-DAA5-F94A-6983646DBF69}"/>
                  </a:ext>
                </a:extLst>
              </p:cNvPr>
              <p:cNvSpPr txBox="1"/>
              <p:nvPr/>
            </p:nvSpPr>
            <p:spPr>
              <a:xfrm rot="-2700000">
                <a:off x="6540353" y="5220288"/>
                <a:ext cx="1778326" cy="288156"/>
              </a:xfrm>
              <a:prstGeom prst="rect">
                <a:avLst/>
              </a:prstGeom>
              <a:noFill/>
            </p:spPr>
            <p:txBody>
              <a:bodyPr wrap="square" lIns="0" r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sup>
                          </m:sSubSup>
                        </m:e>
                      </m:d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𝑑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511D86D9-CEE4-DAA5-F94A-6983646DBF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-2700000">
                <a:off x="6540353" y="5220288"/>
                <a:ext cx="1778326" cy="288156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" name="Picture 1">
            <a:extLst>
              <a:ext uri="{FF2B5EF4-FFF2-40B4-BE49-F238E27FC236}">
                <a16:creationId xmlns:a16="http://schemas.microsoft.com/office/drawing/2014/main" id="{7B4A56A9-87B3-535F-6B69-479928882D7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-2" r="4885" b="87723"/>
          <a:stretch/>
        </p:blipFill>
        <p:spPr>
          <a:xfrm rot="16200000" flipV="1">
            <a:off x="2833281" y="2650268"/>
            <a:ext cx="2491702" cy="151437"/>
          </a:xfrm>
          <a:custGeom>
            <a:avLst/>
            <a:gdLst>
              <a:gd name="connsiteX0" fmla="*/ 0 w 3379610"/>
              <a:gd name="connsiteY0" fmla="*/ 82 h 3380835"/>
              <a:gd name="connsiteX1" fmla="*/ 3379611 w 3379610"/>
              <a:gd name="connsiteY1" fmla="*/ 82 h 3380835"/>
              <a:gd name="connsiteX2" fmla="*/ 3379611 w 3379610"/>
              <a:gd name="connsiteY2" fmla="*/ 3380918 h 3380835"/>
              <a:gd name="connsiteX3" fmla="*/ 0 w 3379610"/>
              <a:gd name="connsiteY3" fmla="*/ 3380918 h 3380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79610" h="3380835">
                <a:moveTo>
                  <a:pt x="0" y="82"/>
                </a:moveTo>
                <a:lnTo>
                  <a:pt x="3379611" y="82"/>
                </a:lnTo>
                <a:lnTo>
                  <a:pt x="3379611" y="3380918"/>
                </a:lnTo>
                <a:lnTo>
                  <a:pt x="0" y="3380918"/>
                </a:lnTo>
                <a:close/>
              </a:path>
            </a:pathLst>
          </a:custGeom>
        </p:spPr>
      </p:pic>
      <p:sp>
        <p:nvSpPr>
          <p:cNvPr id="7" name="Freeform: Shape 6">
            <a:extLst>
              <a:ext uri="{FF2B5EF4-FFF2-40B4-BE49-F238E27FC236}">
                <a16:creationId xmlns:a16="http://schemas.microsoft.com/office/drawing/2014/main" id="{016DB43B-75A9-DC72-5934-14EEBF6839F6}"/>
              </a:ext>
            </a:extLst>
          </p:cNvPr>
          <p:cNvSpPr/>
          <p:nvPr/>
        </p:nvSpPr>
        <p:spPr>
          <a:xfrm flipV="1">
            <a:off x="4003668" y="3917902"/>
            <a:ext cx="149467" cy="50800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C6C8AC62-67A1-6EC6-76C1-98C3DCE7F1BD}"/>
              </a:ext>
            </a:extLst>
          </p:cNvPr>
          <p:cNvSpPr/>
          <p:nvPr/>
        </p:nvSpPr>
        <p:spPr>
          <a:xfrm flipV="1">
            <a:off x="4002790" y="1470612"/>
            <a:ext cx="44449" cy="9525"/>
          </a:xfrm>
          <a:custGeom>
            <a:avLst/>
            <a:gdLst>
              <a:gd name="connsiteX0" fmla="*/ 12 w 44449"/>
              <a:gd name="connsiteY0" fmla="*/ -169 h 9525"/>
              <a:gd name="connsiteX1" fmla="*/ 44462 w 44449"/>
              <a:gd name="connsiteY1" fmla="*/ -16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449" h="9525">
                <a:moveTo>
                  <a:pt x="12" y="-169"/>
                </a:moveTo>
                <a:lnTo>
                  <a:pt x="44462" y="-169"/>
                </a:lnTo>
              </a:path>
            </a:pathLst>
          </a:custGeom>
          <a:noFill/>
          <a:ln w="10160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62A0A0C-D33B-069C-B8C8-0F81C3240DB0}"/>
              </a:ext>
            </a:extLst>
          </p:cNvPr>
          <p:cNvSpPr txBox="1"/>
          <p:nvPr/>
        </p:nvSpPr>
        <p:spPr>
          <a:xfrm>
            <a:off x="3786136" y="1345616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9116B841-9053-D16A-5F3D-C6E9C45CCF06}"/>
              </a:ext>
            </a:extLst>
          </p:cNvPr>
          <p:cNvSpPr/>
          <p:nvPr/>
        </p:nvSpPr>
        <p:spPr>
          <a:xfrm flipV="1">
            <a:off x="4002790" y="1229950"/>
            <a:ext cx="50799" cy="2735143"/>
          </a:xfrm>
          <a:custGeom>
            <a:avLst/>
            <a:gdLst>
              <a:gd name="connsiteX0" fmla="*/ 11 w 9525"/>
              <a:gd name="connsiteY0" fmla="*/ 38 h 2732008"/>
              <a:gd name="connsiteX1" fmla="*/ 11 w 9525"/>
              <a:gd name="connsiteY1" fmla="*/ 2619246 h 2732008"/>
              <a:gd name="connsiteX2" fmla="*/ 11 w 9525"/>
              <a:gd name="connsiteY2" fmla="*/ 2732047 h 2732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25" h="2732008">
                <a:moveTo>
                  <a:pt x="11" y="38"/>
                </a:moveTo>
                <a:lnTo>
                  <a:pt x="11" y="2619246"/>
                </a:lnTo>
                <a:lnTo>
                  <a:pt x="11" y="2732047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  <a:tailEnd type="triangle"/>
          </a:ln>
        </p:spPr>
        <p:txBody>
          <a:bodyPr rtlCol="0" anchor="ctr"/>
          <a:lstStyle/>
          <a:p>
            <a:endParaRPr lang="en-SE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D2A303BC-17BE-168C-B887-2068685C86A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-2" r="52425" b="87723"/>
          <a:stretch/>
        </p:blipFill>
        <p:spPr>
          <a:xfrm rot="16200000" flipV="1">
            <a:off x="7105432" y="3013295"/>
            <a:ext cx="1766639" cy="151437"/>
          </a:xfrm>
          <a:custGeom>
            <a:avLst/>
            <a:gdLst>
              <a:gd name="connsiteX0" fmla="*/ 0 w 3379610"/>
              <a:gd name="connsiteY0" fmla="*/ 82 h 3380835"/>
              <a:gd name="connsiteX1" fmla="*/ 3379611 w 3379610"/>
              <a:gd name="connsiteY1" fmla="*/ 82 h 3380835"/>
              <a:gd name="connsiteX2" fmla="*/ 3379611 w 3379610"/>
              <a:gd name="connsiteY2" fmla="*/ 3380918 h 3380835"/>
              <a:gd name="connsiteX3" fmla="*/ 0 w 3379610"/>
              <a:gd name="connsiteY3" fmla="*/ 3380918 h 3380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79610" h="3380835">
                <a:moveTo>
                  <a:pt x="0" y="82"/>
                </a:moveTo>
                <a:lnTo>
                  <a:pt x="3379611" y="82"/>
                </a:lnTo>
                <a:lnTo>
                  <a:pt x="3379611" y="3380918"/>
                </a:lnTo>
                <a:lnTo>
                  <a:pt x="0" y="3380918"/>
                </a:lnTo>
                <a:close/>
              </a:path>
            </a:pathLst>
          </a:custGeom>
        </p:spPr>
      </p:pic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CE677418-735C-B3B2-E31F-9425D6D84F03}"/>
              </a:ext>
            </a:extLst>
          </p:cNvPr>
          <p:cNvSpPr/>
          <p:nvPr/>
        </p:nvSpPr>
        <p:spPr>
          <a:xfrm rot="16200000">
            <a:off x="6946864" y="2950377"/>
            <a:ext cx="1974896" cy="54540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  <a:tailEnd type="triangle"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E0F3DBDD-3946-AE7F-1033-467157B89E7C}"/>
              </a:ext>
            </a:extLst>
          </p:cNvPr>
          <p:cNvSpPr/>
          <p:nvPr/>
        </p:nvSpPr>
        <p:spPr>
          <a:xfrm flipV="1">
            <a:off x="7910972" y="3917902"/>
            <a:ext cx="149467" cy="50800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9B19BF99-D2E5-FC05-E720-B557BCC4F5C9}"/>
                  </a:ext>
                </a:extLst>
              </p:cNvPr>
              <p:cNvSpPr txBox="1"/>
              <p:nvPr/>
            </p:nvSpPr>
            <p:spPr>
              <a:xfrm rot="16200000">
                <a:off x="6869072" y="2944439"/>
                <a:ext cx="1766639" cy="28815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𝑑</m:t>
                              </m:r>
                            </m:sup>
                          </m:sSubSup>
                        </m:e>
                      </m:d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9B19BF99-D2E5-FC05-E720-B557BCC4F5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16200000">
                <a:off x="6869072" y="2944439"/>
                <a:ext cx="1766639" cy="28815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Freeform: Shape 2">
            <a:extLst>
              <a:ext uri="{FF2B5EF4-FFF2-40B4-BE49-F238E27FC236}">
                <a16:creationId xmlns:a16="http://schemas.microsoft.com/office/drawing/2014/main" id="{D68E0E6D-00B4-10C4-52E6-641FC6C89040}"/>
              </a:ext>
            </a:extLst>
          </p:cNvPr>
          <p:cNvSpPr/>
          <p:nvPr/>
        </p:nvSpPr>
        <p:spPr>
          <a:xfrm rot="-2700000">
            <a:off x="4548916" y="3336515"/>
            <a:ext cx="1754227" cy="45719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dashDot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4" name="Arc 3">
            <a:extLst>
              <a:ext uri="{FF2B5EF4-FFF2-40B4-BE49-F238E27FC236}">
                <a16:creationId xmlns:a16="http://schemas.microsoft.com/office/drawing/2014/main" id="{146746AF-5F1B-CEAE-BA5F-CE1DD297DF69}"/>
              </a:ext>
            </a:extLst>
          </p:cNvPr>
          <p:cNvSpPr/>
          <p:nvPr/>
        </p:nvSpPr>
        <p:spPr>
          <a:xfrm>
            <a:off x="5834514" y="2410057"/>
            <a:ext cx="1888459" cy="1888459"/>
          </a:xfrm>
          <a:prstGeom prst="arc">
            <a:avLst>
              <a:gd name="adj1" fmla="val 13797016"/>
              <a:gd name="adj2" fmla="val 18764600"/>
            </a:avLst>
          </a:prstGeom>
          <a:ln w="12700"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A37E868-67E2-D476-06DB-E7072FE72260}"/>
              </a:ext>
            </a:extLst>
          </p:cNvPr>
          <p:cNvSpPr txBox="1"/>
          <p:nvPr/>
        </p:nvSpPr>
        <p:spPr>
          <a:xfrm>
            <a:off x="7700439" y="3840100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684B55F-24F9-A564-1DE5-9C1355CFBE06}"/>
              </a:ext>
            </a:extLst>
          </p:cNvPr>
          <p:cNvSpPr txBox="1"/>
          <p:nvPr/>
        </p:nvSpPr>
        <p:spPr>
          <a:xfrm>
            <a:off x="7650909" y="2089003"/>
            <a:ext cx="31771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  <a:r>
              <a:rPr lang="en-US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.5</a:t>
            </a:r>
            <a:endParaRPr lang="en-SE" sz="750" spc="0" baseline="0" dirty="0">
              <a:ln/>
              <a:solidFill>
                <a:srgbClr val="000000"/>
              </a:solidFill>
              <a:latin typeface="Arial"/>
              <a:cs typeface="Arial"/>
              <a:sym typeface="Arial"/>
              <a:rtl val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3CB7BA8-C5E7-FC19-F8C4-3B62306B60EA}"/>
              </a:ext>
            </a:extLst>
          </p:cNvPr>
          <p:cNvSpPr txBox="1"/>
          <p:nvPr/>
        </p:nvSpPr>
        <p:spPr>
          <a:xfrm>
            <a:off x="3804691" y="3840100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58F98EE-66D0-7AAE-01CC-9EA5006494F3}"/>
              </a:ext>
            </a:extLst>
          </p:cNvPr>
          <p:cNvSpPr txBox="1"/>
          <p:nvPr/>
        </p:nvSpPr>
        <p:spPr>
          <a:xfrm>
            <a:off x="3786136" y="870530"/>
            <a:ext cx="58381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/>
              <a:t>OGM</a:t>
            </a:r>
            <a:endParaRPr lang="en-SE" sz="1400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A46352B-3094-298C-9235-4FC33DC52009}"/>
              </a:ext>
            </a:extLst>
          </p:cNvPr>
          <p:cNvSpPr txBox="1"/>
          <p:nvPr/>
        </p:nvSpPr>
        <p:spPr>
          <a:xfrm>
            <a:off x="4492195" y="870530"/>
            <a:ext cx="53399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/>
              <a:t>TGM</a:t>
            </a:r>
            <a:endParaRPr lang="en-SE" sz="14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3CA22053-A529-8713-8120-7F2FF2B78B73}"/>
                  </a:ext>
                </a:extLst>
              </p:cNvPr>
              <p:cNvSpPr txBox="1"/>
              <p:nvPr/>
            </p:nvSpPr>
            <p:spPr>
              <a:xfrm rot="16200000">
                <a:off x="2606778" y="2595182"/>
                <a:ext cx="2491700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3CA22053-A529-8713-8120-7F2FF2B78B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16200000">
                <a:off x="2606778" y="2595182"/>
                <a:ext cx="2491700" cy="26161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624239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FCA60F91-5601-B601-C7A6-3E4B79DC6146}"/>
              </a:ext>
            </a:extLst>
          </p:cNvPr>
          <p:cNvSpPr/>
          <p:nvPr/>
        </p:nvSpPr>
        <p:spPr>
          <a:xfrm flipV="1">
            <a:off x="4783836" y="1345888"/>
            <a:ext cx="2619207" cy="2619207"/>
          </a:xfrm>
          <a:custGeom>
            <a:avLst/>
            <a:gdLst>
              <a:gd name="connsiteX0" fmla="*/ 45 w 2619207"/>
              <a:gd name="connsiteY0" fmla="*/ 49 h 2619207"/>
              <a:gd name="connsiteX1" fmla="*/ 2619253 w 2619207"/>
              <a:gd name="connsiteY1" fmla="*/ 49 h 2619207"/>
              <a:gd name="connsiteX2" fmla="*/ 2619253 w 2619207"/>
              <a:gd name="connsiteY2" fmla="*/ 2619256 h 2619207"/>
              <a:gd name="connsiteX3" fmla="*/ 45 w 2619207"/>
              <a:gd name="connsiteY3" fmla="*/ 2619256 h 2619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19207" h="2619207">
                <a:moveTo>
                  <a:pt x="45" y="49"/>
                </a:moveTo>
                <a:lnTo>
                  <a:pt x="2619253" y="49"/>
                </a:lnTo>
                <a:lnTo>
                  <a:pt x="2619253" y="2619256"/>
                </a:lnTo>
                <a:lnTo>
                  <a:pt x="45" y="2619256"/>
                </a:lnTo>
                <a:close/>
              </a:path>
            </a:pathLst>
          </a:custGeom>
          <a:solidFill>
            <a:srgbClr val="FFFFFF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SE"/>
          </a:p>
        </p:txBody>
      </p:sp>
      <p:pic>
        <p:nvPicPr>
          <p:cNvPr id="46" name="Picture 45">
            <a:extLst>
              <a:ext uri="{FF2B5EF4-FFF2-40B4-BE49-F238E27FC236}">
                <a16:creationId xmlns:a16="http://schemas.microsoft.com/office/drawing/2014/main" id="{660840F9-6093-579F-052B-D7E8ACBA476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5336"/>
          <a:stretch/>
        </p:blipFill>
        <p:spPr>
          <a:xfrm>
            <a:off x="4783836" y="1480819"/>
            <a:ext cx="2624327" cy="2484275"/>
          </a:xfrm>
          <a:custGeom>
            <a:avLst/>
            <a:gdLst>
              <a:gd name="connsiteX0" fmla="*/ 182 w 2624327"/>
              <a:gd name="connsiteY0" fmla="*/ 183 h 2624327"/>
              <a:gd name="connsiteX1" fmla="*/ 2624510 w 2624327"/>
              <a:gd name="connsiteY1" fmla="*/ 183 h 2624327"/>
              <a:gd name="connsiteX2" fmla="*/ 2624510 w 2624327"/>
              <a:gd name="connsiteY2" fmla="*/ 2624511 h 2624327"/>
              <a:gd name="connsiteX3" fmla="*/ 182 w 2624327"/>
              <a:gd name="connsiteY3" fmla="*/ 2624511 h 2624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4327" h="2624327">
                <a:moveTo>
                  <a:pt x="182" y="183"/>
                </a:moveTo>
                <a:lnTo>
                  <a:pt x="2624510" y="183"/>
                </a:lnTo>
                <a:lnTo>
                  <a:pt x="2624510" y="2624511"/>
                </a:lnTo>
                <a:lnTo>
                  <a:pt x="182" y="2624511"/>
                </a:lnTo>
                <a:close/>
              </a:path>
            </a:pathLst>
          </a:custGeom>
        </p:spPr>
      </p:pic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FE07284A-160D-16F9-8D05-D823E098AA6E}"/>
              </a:ext>
            </a:extLst>
          </p:cNvPr>
          <p:cNvSpPr/>
          <p:nvPr/>
        </p:nvSpPr>
        <p:spPr>
          <a:xfrm flipV="1">
            <a:off x="4783836" y="1470612"/>
            <a:ext cx="2494483" cy="2494483"/>
          </a:xfrm>
          <a:custGeom>
            <a:avLst/>
            <a:gdLst>
              <a:gd name="connsiteX0" fmla="*/ 44 w 2494483"/>
              <a:gd name="connsiteY0" fmla="*/ 2494543 h 2494483"/>
              <a:gd name="connsiteX1" fmla="*/ 2494527 w 2494483"/>
              <a:gd name="connsiteY1" fmla="*/ 2494543 h 2494483"/>
              <a:gd name="connsiteX2" fmla="*/ 2494527 w 2494483"/>
              <a:gd name="connsiteY2" fmla="*/ 60 h 2494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94483" h="2494483">
                <a:moveTo>
                  <a:pt x="44" y="2494543"/>
                </a:moveTo>
                <a:lnTo>
                  <a:pt x="2494527" y="2494543"/>
                </a:lnTo>
                <a:lnTo>
                  <a:pt x="2494527" y="60"/>
                </a:lnTo>
                <a:close/>
              </a:path>
            </a:pathLst>
          </a:custGeom>
          <a:solidFill>
            <a:srgbClr val="FFFFFF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SE" dirty="0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A1786544-910A-A0C9-36CB-C15547BD0952}"/>
              </a:ext>
            </a:extLst>
          </p:cNvPr>
          <p:cNvSpPr/>
          <p:nvPr/>
        </p:nvSpPr>
        <p:spPr>
          <a:xfrm flipV="1">
            <a:off x="7278319" y="3920645"/>
            <a:ext cx="9525" cy="44449"/>
          </a:xfrm>
          <a:custGeom>
            <a:avLst/>
            <a:gdLst>
              <a:gd name="connsiteX0" fmla="*/ 77 w 9525"/>
              <a:gd name="connsiteY0" fmla="*/ 285 h 44449"/>
              <a:gd name="connsiteX1" fmla="*/ 77 w 9525"/>
              <a:gd name="connsiteY1" fmla="*/ 44735 h 44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5" h="44449">
                <a:moveTo>
                  <a:pt x="77" y="285"/>
                </a:moveTo>
                <a:lnTo>
                  <a:pt x="77" y="44735"/>
                </a:lnTo>
              </a:path>
            </a:pathLst>
          </a:custGeom>
          <a:noFill/>
          <a:ln w="10160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B920256F-EE4C-DBD8-8DA8-AAF0C09CB33A}"/>
              </a:ext>
            </a:extLst>
          </p:cNvPr>
          <p:cNvSpPr txBox="1"/>
          <p:nvPr/>
        </p:nvSpPr>
        <p:spPr>
          <a:xfrm>
            <a:off x="4652014" y="3943783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AA66BDC-5CD7-1CFE-4A49-DF227CB8D849}"/>
              </a:ext>
            </a:extLst>
          </p:cNvPr>
          <p:cNvSpPr txBox="1"/>
          <p:nvPr/>
        </p:nvSpPr>
        <p:spPr>
          <a:xfrm>
            <a:off x="7146497" y="3943783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65ECDDA2-9637-81FA-8001-671464D5C462}"/>
              </a:ext>
            </a:extLst>
          </p:cNvPr>
          <p:cNvSpPr/>
          <p:nvPr/>
        </p:nvSpPr>
        <p:spPr>
          <a:xfrm flipV="1">
            <a:off x="4783836" y="3922983"/>
            <a:ext cx="2722483" cy="45719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  <a:tailEnd type="triangle"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682D186D-4B49-D905-A812-3192723B268B}"/>
              </a:ext>
            </a:extLst>
          </p:cNvPr>
          <p:cNvSpPr/>
          <p:nvPr/>
        </p:nvSpPr>
        <p:spPr>
          <a:xfrm flipV="1">
            <a:off x="4783836" y="1470612"/>
            <a:ext cx="44449" cy="9525"/>
          </a:xfrm>
          <a:custGeom>
            <a:avLst/>
            <a:gdLst>
              <a:gd name="connsiteX0" fmla="*/ 12 w 44449"/>
              <a:gd name="connsiteY0" fmla="*/ -169 h 9525"/>
              <a:gd name="connsiteX1" fmla="*/ 44462 w 44449"/>
              <a:gd name="connsiteY1" fmla="*/ -16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449" h="9525">
                <a:moveTo>
                  <a:pt x="12" y="-169"/>
                </a:moveTo>
                <a:lnTo>
                  <a:pt x="44462" y="-169"/>
                </a:lnTo>
              </a:path>
            </a:pathLst>
          </a:custGeom>
          <a:noFill/>
          <a:ln w="10160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1D3A853C-932B-5445-100E-D0D600BE0372}"/>
              </a:ext>
            </a:extLst>
          </p:cNvPr>
          <p:cNvSpPr txBox="1"/>
          <p:nvPr/>
        </p:nvSpPr>
        <p:spPr>
          <a:xfrm>
            <a:off x="4567182" y="3840100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080DAD1-6E38-C508-4F69-2782A3069502}"/>
              </a:ext>
            </a:extLst>
          </p:cNvPr>
          <p:cNvSpPr txBox="1"/>
          <p:nvPr/>
        </p:nvSpPr>
        <p:spPr>
          <a:xfrm>
            <a:off x="4567182" y="1345616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B8DD8B95-F65B-1377-01D7-51F47C2AA042}"/>
              </a:ext>
            </a:extLst>
          </p:cNvPr>
          <p:cNvSpPr/>
          <p:nvPr/>
        </p:nvSpPr>
        <p:spPr>
          <a:xfrm flipV="1">
            <a:off x="4783836" y="1233086"/>
            <a:ext cx="50799" cy="2732007"/>
          </a:xfrm>
          <a:custGeom>
            <a:avLst/>
            <a:gdLst>
              <a:gd name="connsiteX0" fmla="*/ 11 w 9525"/>
              <a:gd name="connsiteY0" fmla="*/ 38 h 2732008"/>
              <a:gd name="connsiteX1" fmla="*/ 11 w 9525"/>
              <a:gd name="connsiteY1" fmla="*/ 2619246 h 2732008"/>
              <a:gd name="connsiteX2" fmla="*/ 11 w 9525"/>
              <a:gd name="connsiteY2" fmla="*/ 2732047 h 2732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25" h="2732008">
                <a:moveTo>
                  <a:pt x="11" y="38"/>
                </a:moveTo>
                <a:lnTo>
                  <a:pt x="11" y="2619246"/>
                </a:lnTo>
                <a:lnTo>
                  <a:pt x="11" y="2732047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  <a:tailEnd type="triangle"/>
          </a:ln>
        </p:spPr>
        <p:txBody>
          <a:bodyPr rtlCol="0" anchor="ctr"/>
          <a:lstStyle/>
          <a:p>
            <a:endParaRPr lang="en-S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2FC3D9AA-A6E5-F498-4472-84D43FDCD293}"/>
                  </a:ext>
                </a:extLst>
              </p:cNvPr>
              <p:cNvSpPr txBox="1"/>
              <p:nvPr/>
            </p:nvSpPr>
            <p:spPr>
              <a:xfrm>
                <a:off x="4780949" y="3968430"/>
                <a:ext cx="2491700" cy="28719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2FC3D9AA-A6E5-F498-4472-84D43FDCD2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0949" y="3968430"/>
                <a:ext cx="2491700" cy="28719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6EFF43E7-93FE-9170-0EB1-D23A6B74445E}"/>
                  </a:ext>
                </a:extLst>
              </p:cNvPr>
              <p:cNvSpPr txBox="1"/>
              <p:nvPr/>
            </p:nvSpPr>
            <p:spPr>
              <a:xfrm rot="16200000">
                <a:off x="3390423" y="2581909"/>
                <a:ext cx="2491700" cy="28815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𝑑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6EFF43E7-93FE-9170-0EB1-D23A6B7444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16200000">
                <a:off x="3390423" y="2581909"/>
                <a:ext cx="2491700" cy="28815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" name="Picture 1">
            <a:extLst>
              <a:ext uri="{FF2B5EF4-FFF2-40B4-BE49-F238E27FC236}">
                <a16:creationId xmlns:a16="http://schemas.microsoft.com/office/drawing/2014/main" id="{7B4A56A9-87B3-535F-6B69-479928882D7A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t="-2" r="4885" b="87723"/>
          <a:stretch/>
        </p:blipFill>
        <p:spPr>
          <a:xfrm rot="16200000" flipV="1">
            <a:off x="2833281" y="2650268"/>
            <a:ext cx="2491702" cy="151437"/>
          </a:xfrm>
          <a:custGeom>
            <a:avLst/>
            <a:gdLst>
              <a:gd name="connsiteX0" fmla="*/ 0 w 3379610"/>
              <a:gd name="connsiteY0" fmla="*/ 82 h 3380835"/>
              <a:gd name="connsiteX1" fmla="*/ 3379611 w 3379610"/>
              <a:gd name="connsiteY1" fmla="*/ 82 h 3380835"/>
              <a:gd name="connsiteX2" fmla="*/ 3379611 w 3379610"/>
              <a:gd name="connsiteY2" fmla="*/ 3380918 h 3380835"/>
              <a:gd name="connsiteX3" fmla="*/ 0 w 3379610"/>
              <a:gd name="connsiteY3" fmla="*/ 3380918 h 3380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79610" h="3380835">
                <a:moveTo>
                  <a:pt x="0" y="82"/>
                </a:moveTo>
                <a:lnTo>
                  <a:pt x="3379611" y="82"/>
                </a:lnTo>
                <a:lnTo>
                  <a:pt x="3379611" y="3380918"/>
                </a:lnTo>
                <a:lnTo>
                  <a:pt x="0" y="3380918"/>
                </a:lnTo>
                <a:close/>
              </a:path>
            </a:pathLst>
          </a:custGeom>
        </p:spPr>
      </p:pic>
      <p:sp>
        <p:nvSpPr>
          <p:cNvPr id="7" name="Freeform: Shape 6">
            <a:extLst>
              <a:ext uri="{FF2B5EF4-FFF2-40B4-BE49-F238E27FC236}">
                <a16:creationId xmlns:a16="http://schemas.microsoft.com/office/drawing/2014/main" id="{016DB43B-75A9-DC72-5934-14EEBF6839F6}"/>
              </a:ext>
            </a:extLst>
          </p:cNvPr>
          <p:cNvSpPr/>
          <p:nvPr/>
        </p:nvSpPr>
        <p:spPr>
          <a:xfrm flipV="1">
            <a:off x="4003668" y="3917902"/>
            <a:ext cx="149467" cy="50800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C6C8AC62-67A1-6EC6-76C1-98C3DCE7F1BD}"/>
              </a:ext>
            </a:extLst>
          </p:cNvPr>
          <p:cNvSpPr/>
          <p:nvPr/>
        </p:nvSpPr>
        <p:spPr>
          <a:xfrm flipV="1">
            <a:off x="4002790" y="1470612"/>
            <a:ext cx="44449" cy="9525"/>
          </a:xfrm>
          <a:custGeom>
            <a:avLst/>
            <a:gdLst>
              <a:gd name="connsiteX0" fmla="*/ 12 w 44449"/>
              <a:gd name="connsiteY0" fmla="*/ -169 h 9525"/>
              <a:gd name="connsiteX1" fmla="*/ 44462 w 44449"/>
              <a:gd name="connsiteY1" fmla="*/ -16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449" h="9525">
                <a:moveTo>
                  <a:pt x="12" y="-169"/>
                </a:moveTo>
                <a:lnTo>
                  <a:pt x="44462" y="-169"/>
                </a:lnTo>
              </a:path>
            </a:pathLst>
          </a:custGeom>
          <a:noFill/>
          <a:ln w="10160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62A0A0C-D33B-069C-B8C8-0F81C3240DB0}"/>
              </a:ext>
            </a:extLst>
          </p:cNvPr>
          <p:cNvSpPr txBox="1"/>
          <p:nvPr/>
        </p:nvSpPr>
        <p:spPr>
          <a:xfrm>
            <a:off x="3786136" y="1345616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9116B841-9053-D16A-5F3D-C6E9C45CCF06}"/>
              </a:ext>
            </a:extLst>
          </p:cNvPr>
          <p:cNvSpPr/>
          <p:nvPr/>
        </p:nvSpPr>
        <p:spPr>
          <a:xfrm flipV="1">
            <a:off x="4002790" y="1229950"/>
            <a:ext cx="50799" cy="2735143"/>
          </a:xfrm>
          <a:custGeom>
            <a:avLst/>
            <a:gdLst>
              <a:gd name="connsiteX0" fmla="*/ 11 w 9525"/>
              <a:gd name="connsiteY0" fmla="*/ 38 h 2732008"/>
              <a:gd name="connsiteX1" fmla="*/ 11 w 9525"/>
              <a:gd name="connsiteY1" fmla="*/ 2619246 h 2732008"/>
              <a:gd name="connsiteX2" fmla="*/ 11 w 9525"/>
              <a:gd name="connsiteY2" fmla="*/ 2732047 h 2732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25" h="2732008">
                <a:moveTo>
                  <a:pt x="11" y="38"/>
                </a:moveTo>
                <a:lnTo>
                  <a:pt x="11" y="2619246"/>
                </a:lnTo>
                <a:lnTo>
                  <a:pt x="11" y="2732047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  <a:tailEnd type="triangle"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D68E0E6D-00B4-10C4-52E6-641FC6C89040}"/>
              </a:ext>
            </a:extLst>
          </p:cNvPr>
          <p:cNvSpPr/>
          <p:nvPr/>
        </p:nvSpPr>
        <p:spPr>
          <a:xfrm rot="-2700000">
            <a:off x="4548916" y="3336515"/>
            <a:ext cx="1754227" cy="45719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dashDot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3CB7BA8-C5E7-FC19-F8C4-3B62306B60EA}"/>
              </a:ext>
            </a:extLst>
          </p:cNvPr>
          <p:cNvSpPr txBox="1"/>
          <p:nvPr/>
        </p:nvSpPr>
        <p:spPr>
          <a:xfrm>
            <a:off x="3804691" y="3840100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58F98EE-66D0-7AAE-01CC-9EA5006494F3}"/>
              </a:ext>
            </a:extLst>
          </p:cNvPr>
          <p:cNvSpPr txBox="1"/>
          <p:nvPr/>
        </p:nvSpPr>
        <p:spPr>
          <a:xfrm>
            <a:off x="3786136" y="870530"/>
            <a:ext cx="58381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/>
              <a:t>OGM</a:t>
            </a:r>
            <a:endParaRPr lang="en-SE" sz="1400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A46352B-3094-298C-9235-4FC33DC52009}"/>
              </a:ext>
            </a:extLst>
          </p:cNvPr>
          <p:cNvSpPr txBox="1"/>
          <p:nvPr/>
        </p:nvSpPr>
        <p:spPr>
          <a:xfrm>
            <a:off x="4492195" y="870530"/>
            <a:ext cx="53399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/>
              <a:t>TGM</a:t>
            </a:r>
            <a:endParaRPr lang="en-SE" sz="14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3CA22053-A529-8713-8120-7F2FF2B78B73}"/>
                  </a:ext>
                </a:extLst>
              </p:cNvPr>
              <p:cNvSpPr txBox="1"/>
              <p:nvPr/>
            </p:nvSpPr>
            <p:spPr>
              <a:xfrm rot="16200000">
                <a:off x="2606778" y="2595182"/>
                <a:ext cx="2491700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3CA22053-A529-8713-8120-7F2FF2B78B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16200000">
                <a:off x="2606778" y="2595182"/>
                <a:ext cx="2491700" cy="26161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0218950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FCA60F91-5601-B601-C7A6-3E4B79DC6146}"/>
              </a:ext>
            </a:extLst>
          </p:cNvPr>
          <p:cNvSpPr/>
          <p:nvPr/>
        </p:nvSpPr>
        <p:spPr>
          <a:xfrm flipV="1">
            <a:off x="4783836" y="1345888"/>
            <a:ext cx="2619207" cy="2619207"/>
          </a:xfrm>
          <a:custGeom>
            <a:avLst/>
            <a:gdLst>
              <a:gd name="connsiteX0" fmla="*/ 45 w 2619207"/>
              <a:gd name="connsiteY0" fmla="*/ 49 h 2619207"/>
              <a:gd name="connsiteX1" fmla="*/ 2619253 w 2619207"/>
              <a:gd name="connsiteY1" fmla="*/ 49 h 2619207"/>
              <a:gd name="connsiteX2" fmla="*/ 2619253 w 2619207"/>
              <a:gd name="connsiteY2" fmla="*/ 2619256 h 2619207"/>
              <a:gd name="connsiteX3" fmla="*/ 45 w 2619207"/>
              <a:gd name="connsiteY3" fmla="*/ 2619256 h 2619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19207" h="2619207">
                <a:moveTo>
                  <a:pt x="45" y="49"/>
                </a:moveTo>
                <a:lnTo>
                  <a:pt x="2619253" y="49"/>
                </a:lnTo>
                <a:lnTo>
                  <a:pt x="2619253" y="2619256"/>
                </a:lnTo>
                <a:lnTo>
                  <a:pt x="45" y="2619256"/>
                </a:lnTo>
                <a:close/>
              </a:path>
            </a:pathLst>
          </a:custGeom>
          <a:solidFill>
            <a:srgbClr val="FFFFFF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SE"/>
          </a:p>
        </p:txBody>
      </p:sp>
      <p:pic>
        <p:nvPicPr>
          <p:cNvPr id="46" name="Picture 45">
            <a:extLst>
              <a:ext uri="{FF2B5EF4-FFF2-40B4-BE49-F238E27FC236}">
                <a16:creationId xmlns:a16="http://schemas.microsoft.com/office/drawing/2014/main" id="{660840F9-6093-579F-052B-D7E8ACBA476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5336"/>
          <a:stretch/>
        </p:blipFill>
        <p:spPr>
          <a:xfrm>
            <a:off x="4783836" y="1480819"/>
            <a:ext cx="2624327" cy="2484275"/>
          </a:xfrm>
          <a:custGeom>
            <a:avLst/>
            <a:gdLst>
              <a:gd name="connsiteX0" fmla="*/ 182 w 2624327"/>
              <a:gd name="connsiteY0" fmla="*/ 183 h 2624327"/>
              <a:gd name="connsiteX1" fmla="*/ 2624510 w 2624327"/>
              <a:gd name="connsiteY1" fmla="*/ 183 h 2624327"/>
              <a:gd name="connsiteX2" fmla="*/ 2624510 w 2624327"/>
              <a:gd name="connsiteY2" fmla="*/ 2624511 h 2624327"/>
              <a:gd name="connsiteX3" fmla="*/ 182 w 2624327"/>
              <a:gd name="connsiteY3" fmla="*/ 2624511 h 2624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4327" h="2624327">
                <a:moveTo>
                  <a:pt x="182" y="183"/>
                </a:moveTo>
                <a:lnTo>
                  <a:pt x="2624510" y="183"/>
                </a:lnTo>
                <a:lnTo>
                  <a:pt x="2624510" y="2624511"/>
                </a:lnTo>
                <a:lnTo>
                  <a:pt x="182" y="2624511"/>
                </a:lnTo>
                <a:close/>
              </a:path>
            </a:pathLst>
          </a:custGeom>
        </p:spPr>
      </p:pic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FE07284A-160D-16F9-8D05-D823E098AA6E}"/>
              </a:ext>
            </a:extLst>
          </p:cNvPr>
          <p:cNvSpPr/>
          <p:nvPr/>
        </p:nvSpPr>
        <p:spPr>
          <a:xfrm flipV="1">
            <a:off x="4783836" y="1470612"/>
            <a:ext cx="2494483" cy="2494483"/>
          </a:xfrm>
          <a:custGeom>
            <a:avLst/>
            <a:gdLst>
              <a:gd name="connsiteX0" fmla="*/ 44 w 2494483"/>
              <a:gd name="connsiteY0" fmla="*/ 2494543 h 2494483"/>
              <a:gd name="connsiteX1" fmla="*/ 2494527 w 2494483"/>
              <a:gd name="connsiteY1" fmla="*/ 2494543 h 2494483"/>
              <a:gd name="connsiteX2" fmla="*/ 2494527 w 2494483"/>
              <a:gd name="connsiteY2" fmla="*/ 60 h 2494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94483" h="2494483">
                <a:moveTo>
                  <a:pt x="44" y="2494543"/>
                </a:moveTo>
                <a:lnTo>
                  <a:pt x="2494527" y="2494543"/>
                </a:lnTo>
                <a:lnTo>
                  <a:pt x="2494527" y="60"/>
                </a:lnTo>
                <a:close/>
              </a:path>
            </a:pathLst>
          </a:custGeom>
          <a:solidFill>
            <a:srgbClr val="FFFFFF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SE" dirty="0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A1786544-910A-A0C9-36CB-C15547BD0952}"/>
              </a:ext>
            </a:extLst>
          </p:cNvPr>
          <p:cNvSpPr/>
          <p:nvPr/>
        </p:nvSpPr>
        <p:spPr>
          <a:xfrm flipV="1">
            <a:off x="7278319" y="3920645"/>
            <a:ext cx="9525" cy="44449"/>
          </a:xfrm>
          <a:custGeom>
            <a:avLst/>
            <a:gdLst>
              <a:gd name="connsiteX0" fmla="*/ 77 w 9525"/>
              <a:gd name="connsiteY0" fmla="*/ 285 h 44449"/>
              <a:gd name="connsiteX1" fmla="*/ 77 w 9525"/>
              <a:gd name="connsiteY1" fmla="*/ 44735 h 44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5" h="44449">
                <a:moveTo>
                  <a:pt x="77" y="285"/>
                </a:moveTo>
                <a:lnTo>
                  <a:pt x="77" y="44735"/>
                </a:lnTo>
              </a:path>
            </a:pathLst>
          </a:custGeom>
          <a:noFill/>
          <a:ln w="10160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B920256F-EE4C-DBD8-8DA8-AAF0C09CB33A}"/>
              </a:ext>
            </a:extLst>
          </p:cNvPr>
          <p:cNvSpPr txBox="1"/>
          <p:nvPr/>
        </p:nvSpPr>
        <p:spPr>
          <a:xfrm>
            <a:off x="4652014" y="3943783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AA66BDC-5CD7-1CFE-4A49-DF227CB8D849}"/>
              </a:ext>
            </a:extLst>
          </p:cNvPr>
          <p:cNvSpPr txBox="1"/>
          <p:nvPr/>
        </p:nvSpPr>
        <p:spPr>
          <a:xfrm>
            <a:off x="7146497" y="3943783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 dirty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65ECDDA2-9637-81FA-8001-671464D5C462}"/>
              </a:ext>
            </a:extLst>
          </p:cNvPr>
          <p:cNvSpPr/>
          <p:nvPr/>
        </p:nvSpPr>
        <p:spPr>
          <a:xfrm flipV="1">
            <a:off x="4783836" y="3922983"/>
            <a:ext cx="2722483" cy="45719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  <a:tailEnd type="triangle"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682D186D-4B49-D905-A812-3192723B268B}"/>
              </a:ext>
            </a:extLst>
          </p:cNvPr>
          <p:cNvSpPr/>
          <p:nvPr/>
        </p:nvSpPr>
        <p:spPr>
          <a:xfrm flipV="1">
            <a:off x="4783836" y="1470612"/>
            <a:ext cx="44449" cy="9525"/>
          </a:xfrm>
          <a:custGeom>
            <a:avLst/>
            <a:gdLst>
              <a:gd name="connsiteX0" fmla="*/ 12 w 44449"/>
              <a:gd name="connsiteY0" fmla="*/ -169 h 9525"/>
              <a:gd name="connsiteX1" fmla="*/ 44462 w 44449"/>
              <a:gd name="connsiteY1" fmla="*/ -16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449" h="9525">
                <a:moveTo>
                  <a:pt x="12" y="-169"/>
                </a:moveTo>
                <a:lnTo>
                  <a:pt x="44462" y="-169"/>
                </a:lnTo>
              </a:path>
            </a:pathLst>
          </a:custGeom>
          <a:noFill/>
          <a:ln w="10160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1D3A853C-932B-5445-100E-D0D600BE0372}"/>
              </a:ext>
            </a:extLst>
          </p:cNvPr>
          <p:cNvSpPr txBox="1"/>
          <p:nvPr/>
        </p:nvSpPr>
        <p:spPr>
          <a:xfrm>
            <a:off x="4567182" y="3840100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080DAD1-6E38-C508-4F69-2782A3069502}"/>
              </a:ext>
            </a:extLst>
          </p:cNvPr>
          <p:cNvSpPr txBox="1"/>
          <p:nvPr/>
        </p:nvSpPr>
        <p:spPr>
          <a:xfrm>
            <a:off x="4567182" y="1345616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B8DD8B95-F65B-1377-01D7-51F47C2AA042}"/>
              </a:ext>
            </a:extLst>
          </p:cNvPr>
          <p:cNvSpPr/>
          <p:nvPr/>
        </p:nvSpPr>
        <p:spPr>
          <a:xfrm flipV="1">
            <a:off x="4783836" y="1233086"/>
            <a:ext cx="50799" cy="2732007"/>
          </a:xfrm>
          <a:custGeom>
            <a:avLst/>
            <a:gdLst>
              <a:gd name="connsiteX0" fmla="*/ 11 w 9525"/>
              <a:gd name="connsiteY0" fmla="*/ 38 h 2732008"/>
              <a:gd name="connsiteX1" fmla="*/ 11 w 9525"/>
              <a:gd name="connsiteY1" fmla="*/ 2619246 h 2732008"/>
              <a:gd name="connsiteX2" fmla="*/ 11 w 9525"/>
              <a:gd name="connsiteY2" fmla="*/ 2732047 h 2732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25" h="2732008">
                <a:moveTo>
                  <a:pt x="11" y="38"/>
                </a:moveTo>
                <a:lnTo>
                  <a:pt x="11" y="2619246"/>
                </a:lnTo>
                <a:lnTo>
                  <a:pt x="11" y="2732047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  <a:tailEnd type="triangle"/>
          </a:ln>
        </p:spPr>
        <p:txBody>
          <a:bodyPr rtlCol="0" anchor="ctr"/>
          <a:lstStyle/>
          <a:p>
            <a:endParaRPr lang="en-S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2FC3D9AA-A6E5-F498-4472-84D43FDCD293}"/>
                  </a:ext>
                </a:extLst>
              </p:cNvPr>
              <p:cNvSpPr txBox="1"/>
              <p:nvPr/>
            </p:nvSpPr>
            <p:spPr>
              <a:xfrm>
                <a:off x="4780949" y="3968430"/>
                <a:ext cx="2491700" cy="28719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2FC3D9AA-A6E5-F498-4472-84D43FDCD2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0949" y="3968430"/>
                <a:ext cx="2491700" cy="28719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6EFF43E7-93FE-9170-0EB1-D23A6B74445E}"/>
                  </a:ext>
                </a:extLst>
              </p:cNvPr>
              <p:cNvSpPr txBox="1"/>
              <p:nvPr/>
            </p:nvSpPr>
            <p:spPr>
              <a:xfrm rot="16200000">
                <a:off x="3390423" y="2581909"/>
                <a:ext cx="2491700" cy="28815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𝑑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6EFF43E7-93FE-9170-0EB1-D23A6B7444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16200000">
                <a:off x="3390423" y="2581909"/>
                <a:ext cx="2491700" cy="28815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" name="Picture 1">
            <a:extLst>
              <a:ext uri="{FF2B5EF4-FFF2-40B4-BE49-F238E27FC236}">
                <a16:creationId xmlns:a16="http://schemas.microsoft.com/office/drawing/2014/main" id="{7B4A56A9-87B3-535F-6B69-479928882D7A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t="-2" r="4885" b="87723"/>
          <a:stretch/>
        </p:blipFill>
        <p:spPr>
          <a:xfrm rot="16200000" flipV="1">
            <a:off x="2547560" y="2650268"/>
            <a:ext cx="2491702" cy="151437"/>
          </a:xfrm>
          <a:custGeom>
            <a:avLst/>
            <a:gdLst>
              <a:gd name="connsiteX0" fmla="*/ 0 w 3379610"/>
              <a:gd name="connsiteY0" fmla="*/ 82 h 3380835"/>
              <a:gd name="connsiteX1" fmla="*/ 3379611 w 3379610"/>
              <a:gd name="connsiteY1" fmla="*/ 82 h 3380835"/>
              <a:gd name="connsiteX2" fmla="*/ 3379611 w 3379610"/>
              <a:gd name="connsiteY2" fmla="*/ 3380918 h 3380835"/>
              <a:gd name="connsiteX3" fmla="*/ 0 w 3379610"/>
              <a:gd name="connsiteY3" fmla="*/ 3380918 h 3380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79610" h="3380835">
                <a:moveTo>
                  <a:pt x="0" y="82"/>
                </a:moveTo>
                <a:lnTo>
                  <a:pt x="3379611" y="82"/>
                </a:lnTo>
                <a:lnTo>
                  <a:pt x="3379611" y="3380918"/>
                </a:lnTo>
                <a:lnTo>
                  <a:pt x="0" y="3380918"/>
                </a:lnTo>
                <a:close/>
              </a:path>
            </a:pathLst>
          </a:custGeom>
        </p:spPr>
      </p:pic>
      <p:sp>
        <p:nvSpPr>
          <p:cNvPr id="7" name="Freeform: Shape 6">
            <a:extLst>
              <a:ext uri="{FF2B5EF4-FFF2-40B4-BE49-F238E27FC236}">
                <a16:creationId xmlns:a16="http://schemas.microsoft.com/office/drawing/2014/main" id="{016DB43B-75A9-DC72-5934-14EEBF6839F6}"/>
              </a:ext>
            </a:extLst>
          </p:cNvPr>
          <p:cNvSpPr/>
          <p:nvPr/>
        </p:nvSpPr>
        <p:spPr>
          <a:xfrm flipV="1">
            <a:off x="3717947" y="3917902"/>
            <a:ext cx="149467" cy="50800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C6C8AC62-67A1-6EC6-76C1-98C3DCE7F1BD}"/>
              </a:ext>
            </a:extLst>
          </p:cNvPr>
          <p:cNvSpPr/>
          <p:nvPr/>
        </p:nvSpPr>
        <p:spPr>
          <a:xfrm flipV="1">
            <a:off x="3717069" y="1470612"/>
            <a:ext cx="44449" cy="9525"/>
          </a:xfrm>
          <a:custGeom>
            <a:avLst/>
            <a:gdLst>
              <a:gd name="connsiteX0" fmla="*/ 12 w 44449"/>
              <a:gd name="connsiteY0" fmla="*/ -169 h 9525"/>
              <a:gd name="connsiteX1" fmla="*/ 44462 w 44449"/>
              <a:gd name="connsiteY1" fmla="*/ -16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449" h="9525">
                <a:moveTo>
                  <a:pt x="12" y="-169"/>
                </a:moveTo>
                <a:lnTo>
                  <a:pt x="44462" y="-169"/>
                </a:lnTo>
              </a:path>
            </a:pathLst>
          </a:custGeom>
          <a:noFill/>
          <a:ln w="10160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62A0A0C-D33B-069C-B8C8-0F81C3240DB0}"/>
              </a:ext>
            </a:extLst>
          </p:cNvPr>
          <p:cNvSpPr txBox="1"/>
          <p:nvPr/>
        </p:nvSpPr>
        <p:spPr>
          <a:xfrm>
            <a:off x="3500415" y="1345616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</a:t>
            </a:r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9116B841-9053-D16A-5F3D-C6E9C45CCF06}"/>
              </a:ext>
            </a:extLst>
          </p:cNvPr>
          <p:cNvSpPr/>
          <p:nvPr/>
        </p:nvSpPr>
        <p:spPr>
          <a:xfrm flipV="1">
            <a:off x="3717069" y="1229950"/>
            <a:ext cx="50799" cy="2735143"/>
          </a:xfrm>
          <a:custGeom>
            <a:avLst/>
            <a:gdLst>
              <a:gd name="connsiteX0" fmla="*/ 11 w 9525"/>
              <a:gd name="connsiteY0" fmla="*/ 38 h 2732008"/>
              <a:gd name="connsiteX1" fmla="*/ 11 w 9525"/>
              <a:gd name="connsiteY1" fmla="*/ 2619246 h 2732008"/>
              <a:gd name="connsiteX2" fmla="*/ 11 w 9525"/>
              <a:gd name="connsiteY2" fmla="*/ 2732047 h 2732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25" h="2732008">
                <a:moveTo>
                  <a:pt x="11" y="38"/>
                </a:moveTo>
                <a:lnTo>
                  <a:pt x="11" y="2619246"/>
                </a:lnTo>
                <a:lnTo>
                  <a:pt x="11" y="2732047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solid"/>
            <a:round/>
            <a:tailEnd type="triangle"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D68E0E6D-00B4-10C4-52E6-641FC6C89040}"/>
              </a:ext>
            </a:extLst>
          </p:cNvPr>
          <p:cNvSpPr/>
          <p:nvPr/>
        </p:nvSpPr>
        <p:spPr>
          <a:xfrm rot="-2700000">
            <a:off x="4548916" y="3336515"/>
            <a:ext cx="1754227" cy="45719"/>
          </a:xfrm>
          <a:custGeom>
            <a:avLst/>
            <a:gdLst>
              <a:gd name="connsiteX0" fmla="*/ 47 w 2732008"/>
              <a:gd name="connsiteY0" fmla="*/ 289 h 9525"/>
              <a:gd name="connsiteX1" fmla="*/ 2619254 w 2732008"/>
              <a:gd name="connsiteY1" fmla="*/ 289 h 9525"/>
              <a:gd name="connsiteX2" fmla="*/ 2732055 w 2732008"/>
              <a:gd name="connsiteY2" fmla="*/ 289 h 9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32008" h="9525">
                <a:moveTo>
                  <a:pt x="47" y="289"/>
                </a:moveTo>
                <a:lnTo>
                  <a:pt x="2619254" y="289"/>
                </a:lnTo>
                <a:lnTo>
                  <a:pt x="2732055" y="289"/>
                </a:lnTo>
              </a:path>
            </a:pathLst>
          </a:custGeom>
          <a:noFill/>
          <a:ln w="12700" cap="rnd">
            <a:solidFill>
              <a:srgbClr val="000000"/>
            </a:solidFill>
            <a:prstDash val="dashDot"/>
            <a:round/>
          </a:ln>
        </p:spPr>
        <p:txBody>
          <a:bodyPr rtlCol="0" anchor="ctr"/>
          <a:lstStyle/>
          <a:p>
            <a:endParaRPr lang="en-SE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3CB7BA8-C5E7-FC19-F8C4-3B62306B60EA}"/>
              </a:ext>
            </a:extLst>
          </p:cNvPr>
          <p:cNvSpPr txBox="1"/>
          <p:nvPr/>
        </p:nvSpPr>
        <p:spPr>
          <a:xfrm>
            <a:off x="3518970" y="3840100"/>
            <a:ext cx="259079" cy="231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SE" sz="750" spc="0" baseline="0">
                <a:ln/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0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58F98EE-66D0-7AAE-01CC-9EA5006494F3}"/>
              </a:ext>
            </a:extLst>
          </p:cNvPr>
          <p:cNvSpPr txBox="1"/>
          <p:nvPr/>
        </p:nvSpPr>
        <p:spPr>
          <a:xfrm>
            <a:off x="3500415" y="870530"/>
            <a:ext cx="58381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/>
              <a:t>OGM</a:t>
            </a:r>
            <a:endParaRPr lang="en-SE" sz="1400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A46352B-3094-298C-9235-4FC33DC52009}"/>
              </a:ext>
            </a:extLst>
          </p:cNvPr>
          <p:cNvSpPr txBox="1"/>
          <p:nvPr/>
        </p:nvSpPr>
        <p:spPr>
          <a:xfrm>
            <a:off x="4492195" y="870530"/>
            <a:ext cx="53399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/>
              <a:t>TGM</a:t>
            </a:r>
            <a:endParaRPr lang="en-SE" sz="14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3CA22053-A529-8713-8120-7F2FF2B78B73}"/>
                  </a:ext>
                </a:extLst>
              </p:cNvPr>
              <p:cNvSpPr txBox="1"/>
              <p:nvPr/>
            </p:nvSpPr>
            <p:spPr>
              <a:xfrm rot="16200000">
                <a:off x="2321057" y="2595182"/>
                <a:ext cx="2491700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SE" sz="1100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3CA22053-A529-8713-8120-7F2FF2B78B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16200000">
                <a:off x="2321057" y="2595182"/>
                <a:ext cx="2491700" cy="26161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46222863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57" name="Straight Connector 256">
            <a:extLst>
              <a:ext uri="{FF2B5EF4-FFF2-40B4-BE49-F238E27FC236}">
                <a16:creationId xmlns:a16="http://schemas.microsoft.com/office/drawing/2014/main" id="{018D1103-3138-1743-7713-36D2640F2D65}"/>
              </a:ext>
            </a:extLst>
          </p:cNvPr>
          <p:cNvCxnSpPr>
            <a:cxnSpLocks/>
          </p:cNvCxnSpPr>
          <p:nvPr/>
        </p:nvCxnSpPr>
        <p:spPr>
          <a:xfrm>
            <a:off x="4510388" y="1759800"/>
            <a:ext cx="0" cy="3373714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4" name="Straight Connector 253">
            <a:extLst>
              <a:ext uri="{FF2B5EF4-FFF2-40B4-BE49-F238E27FC236}">
                <a16:creationId xmlns:a16="http://schemas.microsoft.com/office/drawing/2014/main" id="{7A145209-D949-AA19-E8BE-BC5335BFF980}"/>
              </a:ext>
            </a:extLst>
          </p:cNvPr>
          <p:cNvCxnSpPr>
            <a:cxnSpLocks/>
          </p:cNvCxnSpPr>
          <p:nvPr/>
        </p:nvCxnSpPr>
        <p:spPr>
          <a:xfrm>
            <a:off x="7488349" y="1759800"/>
            <a:ext cx="0" cy="3373714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14" name="Graphic 110">
            <a:extLst>
              <a:ext uri="{FF2B5EF4-FFF2-40B4-BE49-F238E27FC236}">
                <a16:creationId xmlns:a16="http://schemas.microsoft.com/office/drawing/2014/main" id="{3B2F1093-FAF3-9CD5-CCD8-EA0BDE121EDA}"/>
              </a:ext>
            </a:extLst>
          </p:cNvPr>
          <p:cNvGrpSpPr/>
          <p:nvPr/>
        </p:nvGrpSpPr>
        <p:grpSpPr>
          <a:xfrm>
            <a:off x="3398075" y="1759800"/>
            <a:ext cx="5047667" cy="3762426"/>
            <a:chOff x="3398075" y="1759800"/>
            <a:chExt cx="5047667" cy="3762426"/>
          </a:xfrm>
        </p:grpSpPr>
        <p:grpSp>
          <p:nvGrpSpPr>
            <p:cNvPr id="116" name="Graphic 110">
              <a:extLst>
                <a:ext uri="{FF2B5EF4-FFF2-40B4-BE49-F238E27FC236}">
                  <a16:creationId xmlns:a16="http://schemas.microsoft.com/office/drawing/2014/main" id="{6EAC2B2A-F23C-BF4C-86E4-216DDEE8B80B}"/>
                </a:ext>
              </a:extLst>
            </p:cNvPr>
            <p:cNvGrpSpPr/>
            <p:nvPr/>
          </p:nvGrpSpPr>
          <p:grpSpPr>
            <a:xfrm>
              <a:off x="4076490" y="5136981"/>
              <a:ext cx="4270154" cy="385245"/>
              <a:chOff x="4076490" y="5136981"/>
              <a:chExt cx="4270154" cy="385245"/>
            </a:xfrm>
            <a:solidFill>
              <a:srgbClr val="000000"/>
            </a:solidFill>
          </p:grpSpPr>
          <p:grpSp>
            <p:nvGrpSpPr>
              <p:cNvPr id="117" name="Graphic 110">
                <a:extLst>
                  <a:ext uri="{FF2B5EF4-FFF2-40B4-BE49-F238E27FC236}">
                    <a16:creationId xmlns:a16="http://schemas.microsoft.com/office/drawing/2014/main" id="{162F3031-525B-7B97-BED3-78E7834A537A}"/>
                  </a:ext>
                </a:extLst>
              </p:cNvPr>
              <p:cNvGrpSpPr/>
              <p:nvPr/>
            </p:nvGrpSpPr>
            <p:grpSpPr>
              <a:xfrm>
                <a:off x="4076490" y="5136981"/>
                <a:ext cx="63926" cy="187070"/>
                <a:chOff x="4076490" y="5136981"/>
                <a:chExt cx="63926" cy="187070"/>
              </a:xfrm>
              <a:solidFill>
                <a:srgbClr val="000000"/>
              </a:solidFill>
            </p:grpSpPr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A3A1C3BE-1C5E-1763-CF4B-6C4708D66A12}"/>
                    </a:ext>
                  </a:extLst>
                </p:cNvPr>
                <p:cNvSpPr/>
                <p:nvPr/>
              </p:nvSpPr>
              <p:spPr>
                <a:xfrm>
                  <a:off x="4108483" y="5136981"/>
                  <a:ext cx="12686" cy="44417"/>
                </a:xfrm>
                <a:custGeom>
                  <a:avLst/>
                  <a:gdLst>
                    <a:gd name="connsiteX0" fmla="*/ 74 w 12686"/>
                    <a:gd name="connsiteY0" fmla="*/ 308 h 44417"/>
                    <a:gd name="connsiteX1" fmla="*/ 74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74" y="308"/>
                      </a:moveTo>
                      <a:lnTo>
                        <a:pt x="74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C5D87B9A-8F59-9787-9873-1EB75C5648CF}"/>
                    </a:ext>
                  </a:extLst>
                </p:cNvPr>
                <p:cNvSpPr/>
                <p:nvPr/>
              </p:nvSpPr>
              <p:spPr>
                <a:xfrm flipV="1">
                  <a:off x="4076490" y="5228057"/>
                  <a:ext cx="63926" cy="95994"/>
                </a:xfrm>
                <a:custGeom>
                  <a:avLst/>
                  <a:gdLst>
                    <a:gd name="connsiteX0" fmla="*/ 29993 w 63926"/>
                    <a:gd name="connsiteY0" fmla="*/ 84069 h 95994"/>
                    <a:gd name="connsiteX1" fmla="*/ 15463 w 63926"/>
                    <a:gd name="connsiteY1" fmla="*/ 74550 h 95994"/>
                    <a:gd name="connsiteX2" fmla="*/ 10607 w 63926"/>
                    <a:gd name="connsiteY2" fmla="*/ 45956 h 95994"/>
                    <a:gd name="connsiteX3" fmla="*/ 15463 w 63926"/>
                    <a:gd name="connsiteY3" fmla="*/ 17422 h 95994"/>
                    <a:gd name="connsiteX4" fmla="*/ 29993 w 63926"/>
                    <a:gd name="connsiteY4" fmla="*/ 7904 h 95994"/>
                    <a:gd name="connsiteX5" fmla="*/ 44582 w 63926"/>
                    <a:gd name="connsiteY5" fmla="*/ 17422 h 95994"/>
                    <a:gd name="connsiteX6" fmla="*/ 49458 w 63926"/>
                    <a:gd name="connsiteY6" fmla="*/ 45956 h 95994"/>
                    <a:gd name="connsiteX7" fmla="*/ 44582 w 63926"/>
                    <a:gd name="connsiteY7" fmla="*/ 74550 h 95994"/>
                    <a:gd name="connsiteX8" fmla="*/ 29993 w 63926"/>
                    <a:gd name="connsiteY8" fmla="*/ 84069 h 95994"/>
                    <a:gd name="connsiteX9" fmla="*/ 29993 w 63926"/>
                    <a:gd name="connsiteY9" fmla="*/ 93983 h 95994"/>
                    <a:gd name="connsiteX10" fmla="*/ 53760 w 63926"/>
                    <a:gd name="connsiteY10" fmla="*/ 81669 h 95994"/>
                    <a:gd name="connsiteX11" fmla="*/ 61966 w 63926"/>
                    <a:gd name="connsiteY11" fmla="*/ 45956 h 95994"/>
                    <a:gd name="connsiteX12" fmla="*/ 53760 w 63926"/>
                    <a:gd name="connsiteY12" fmla="*/ 10283 h 95994"/>
                    <a:gd name="connsiteX13" fmla="*/ 29993 w 63926"/>
                    <a:gd name="connsiteY13" fmla="*/ -2011 h 95994"/>
                    <a:gd name="connsiteX14" fmla="*/ 6246 w 63926"/>
                    <a:gd name="connsiteY14" fmla="*/ 10283 h 95994"/>
                    <a:gd name="connsiteX15" fmla="*/ -1961 w 63926"/>
                    <a:gd name="connsiteY15" fmla="*/ 45956 h 95994"/>
                    <a:gd name="connsiteX16" fmla="*/ 6246 w 63926"/>
                    <a:gd name="connsiteY16" fmla="*/ 81669 h 95994"/>
                    <a:gd name="connsiteX17" fmla="*/ 29993 w 63926"/>
                    <a:gd name="connsiteY17" fmla="*/ 93983 h 95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3926" h="95994">
                      <a:moveTo>
                        <a:pt x="29993" y="84069"/>
                      </a:moveTo>
                      <a:cubicBezTo>
                        <a:pt x="23557" y="84069"/>
                        <a:pt x="18714" y="80896"/>
                        <a:pt x="15463" y="74550"/>
                      </a:cubicBezTo>
                      <a:cubicBezTo>
                        <a:pt x="12225" y="68218"/>
                        <a:pt x="10607" y="58687"/>
                        <a:pt x="10607" y="45956"/>
                      </a:cubicBezTo>
                      <a:cubicBezTo>
                        <a:pt x="10607" y="33279"/>
                        <a:pt x="12225" y="23767"/>
                        <a:pt x="15463" y="17422"/>
                      </a:cubicBezTo>
                      <a:cubicBezTo>
                        <a:pt x="18714" y="11076"/>
                        <a:pt x="23557" y="7904"/>
                        <a:pt x="29993" y="7904"/>
                      </a:cubicBezTo>
                      <a:cubicBezTo>
                        <a:pt x="36481" y="7904"/>
                        <a:pt x="41344" y="11076"/>
                        <a:pt x="44582" y="17422"/>
                      </a:cubicBezTo>
                      <a:cubicBezTo>
                        <a:pt x="47833" y="23767"/>
                        <a:pt x="49458" y="33279"/>
                        <a:pt x="49458" y="45956"/>
                      </a:cubicBezTo>
                      <a:cubicBezTo>
                        <a:pt x="49458" y="58687"/>
                        <a:pt x="47833" y="68218"/>
                        <a:pt x="44582" y="74550"/>
                      </a:cubicBezTo>
                      <a:cubicBezTo>
                        <a:pt x="41344" y="80896"/>
                        <a:pt x="36481" y="84069"/>
                        <a:pt x="29993" y="84069"/>
                      </a:cubicBezTo>
                      <a:close/>
                      <a:moveTo>
                        <a:pt x="29993" y="93983"/>
                      </a:moveTo>
                      <a:cubicBezTo>
                        <a:pt x="40366" y="93983"/>
                        <a:pt x="48289" y="89879"/>
                        <a:pt x="53760" y="81669"/>
                      </a:cubicBezTo>
                      <a:cubicBezTo>
                        <a:pt x="59231" y="73473"/>
                        <a:pt x="61966" y="61569"/>
                        <a:pt x="61966" y="45956"/>
                      </a:cubicBezTo>
                      <a:cubicBezTo>
                        <a:pt x="61966" y="30384"/>
                        <a:pt x="59231" y="18493"/>
                        <a:pt x="53760" y="10283"/>
                      </a:cubicBezTo>
                      <a:cubicBezTo>
                        <a:pt x="48289" y="2087"/>
                        <a:pt x="40366" y="-2011"/>
                        <a:pt x="29993" y="-2011"/>
                      </a:cubicBezTo>
                      <a:cubicBezTo>
                        <a:pt x="19632" y="-2011"/>
                        <a:pt x="11717" y="2087"/>
                        <a:pt x="6246" y="10283"/>
                      </a:cubicBezTo>
                      <a:cubicBezTo>
                        <a:pt x="775" y="18493"/>
                        <a:pt x="-1961" y="30384"/>
                        <a:pt x="-1961" y="45956"/>
                      </a:cubicBezTo>
                      <a:cubicBezTo>
                        <a:pt x="-1961" y="61569"/>
                        <a:pt x="775" y="73473"/>
                        <a:pt x="6246" y="81669"/>
                      </a:cubicBezTo>
                      <a:cubicBezTo>
                        <a:pt x="11717" y="89879"/>
                        <a:pt x="19632" y="93983"/>
                        <a:pt x="29993" y="939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</p:grpSp>
          <p:grpSp>
            <p:nvGrpSpPr>
              <p:cNvPr id="120" name="Graphic 110">
                <a:extLst>
                  <a:ext uri="{FF2B5EF4-FFF2-40B4-BE49-F238E27FC236}">
                    <a16:creationId xmlns:a16="http://schemas.microsoft.com/office/drawing/2014/main" id="{F6A29D18-2623-C04A-D2EC-37758F505873}"/>
                  </a:ext>
                </a:extLst>
              </p:cNvPr>
              <p:cNvGrpSpPr/>
              <p:nvPr/>
            </p:nvGrpSpPr>
            <p:grpSpPr>
              <a:xfrm>
                <a:off x="4688930" y="5136981"/>
                <a:ext cx="219783" cy="187070"/>
                <a:chOff x="4688930" y="5136981"/>
                <a:chExt cx="219783" cy="187070"/>
              </a:xfrm>
              <a:solidFill>
                <a:srgbClr val="000000"/>
              </a:solidFill>
            </p:grpSpPr>
            <p:sp>
              <p:nvSpPr>
                <p:cNvPr id="121" name="Freeform: Shape 120">
                  <a:extLst>
                    <a:ext uri="{FF2B5EF4-FFF2-40B4-BE49-F238E27FC236}">
                      <a16:creationId xmlns:a16="http://schemas.microsoft.com/office/drawing/2014/main" id="{C4716011-B0F9-D38F-1A41-74678687EC0A}"/>
                    </a:ext>
                  </a:extLst>
                </p:cNvPr>
                <p:cNvSpPr/>
                <p:nvPr/>
              </p:nvSpPr>
              <p:spPr>
                <a:xfrm>
                  <a:off x="4796069" y="5136981"/>
                  <a:ext cx="12686" cy="44417"/>
                </a:xfrm>
                <a:custGeom>
                  <a:avLst/>
                  <a:gdLst>
                    <a:gd name="connsiteX0" fmla="*/ 128 w 12686"/>
                    <a:gd name="connsiteY0" fmla="*/ 308 h 44417"/>
                    <a:gd name="connsiteX1" fmla="*/ 128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28" y="308"/>
                      </a:moveTo>
                      <a:lnTo>
                        <a:pt x="128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22" name="Graphic 110">
                  <a:extLst>
                    <a:ext uri="{FF2B5EF4-FFF2-40B4-BE49-F238E27FC236}">
                      <a16:creationId xmlns:a16="http://schemas.microsoft.com/office/drawing/2014/main" id="{4E548733-A63F-8E99-F2E7-B912023723CB}"/>
                    </a:ext>
                  </a:extLst>
                </p:cNvPr>
                <p:cNvGrpSpPr/>
                <p:nvPr/>
              </p:nvGrpSpPr>
              <p:grpSpPr>
                <a:xfrm>
                  <a:off x="4688930" y="5228057"/>
                  <a:ext cx="219783" cy="95994"/>
                  <a:chOff x="4688930" y="5228057"/>
                  <a:chExt cx="219783" cy="95994"/>
                </a:xfrm>
                <a:solidFill>
                  <a:srgbClr val="000000"/>
                </a:solidFill>
              </p:grpSpPr>
              <p:sp>
                <p:nvSpPr>
                  <p:cNvPr id="123" name="Freeform: Shape 122">
                    <a:extLst>
                      <a:ext uri="{FF2B5EF4-FFF2-40B4-BE49-F238E27FC236}">
                        <a16:creationId xmlns:a16="http://schemas.microsoft.com/office/drawing/2014/main" id="{0798B190-4DA5-FEB2-C656-273280770BF2}"/>
                      </a:ext>
                    </a:extLst>
                  </p:cNvPr>
                  <p:cNvSpPr/>
                  <p:nvPr/>
                </p:nvSpPr>
                <p:spPr>
                  <a:xfrm flipV="1">
                    <a:off x="4688930" y="5229723"/>
                    <a:ext cx="55066" cy="92524"/>
                  </a:xfrm>
                  <a:custGeom>
                    <a:avLst/>
                    <a:gdLst>
                      <a:gd name="connsiteX0" fmla="*/ -166 w 55066"/>
                      <a:gd name="connsiteY0" fmla="*/ 8515 h 92524"/>
                      <a:gd name="connsiteX1" fmla="*/ 20270 w 55066"/>
                      <a:gd name="connsiteY1" fmla="*/ 8515 h 92524"/>
                      <a:gd name="connsiteX2" fmla="*/ 20270 w 55066"/>
                      <a:gd name="connsiteY2" fmla="*/ 79108 h 92524"/>
                      <a:gd name="connsiteX3" fmla="*/ -1970 w 55066"/>
                      <a:gd name="connsiteY3" fmla="*/ 74646 h 92524"/>
                      <a:gd name="connsiteX4" fmla="*/ -1970 w 55066"/>
                      <a:gd name="connsiteY4" fmla="*/ 86048 h 92524"/>
                      <a:gd name="connsiteX5" fmla="*/ 20151 w 55066"/>
                      <a:gd name="connsiteY5" fmla="*/ 90510 h 92524"/>
                      <a:gd name="connsiteX6" fmla="*/ 32659 w 55066"/>
                      <a:gd name="connsiteY6" fmla="*/ 90510 h 92524"/>
                      <a:gd name="connsiteX7" fmla="*/ 32659 w 55066"/>
                      <a:gd name="connsiteY7" fmla="*/ 8515 h 92524"/>
                      <a:gd name="connsiteX8" fmla="*/ 53096 w 55066"/>
                      <a:gd name="connsiteY8" fmla="*/ 8515 h 92524"/>
                      <a:gd name="connsiteX9" fmla="*/ 53096 w 55066"/>
                      <a:gd name="connsiteY9" fmla="*/ -2014 h 92524"/>
                      <a:gd name="connsiteX10" fmla="*/ -166 w 55066"/>
                      <a:gd name="connsiteY10" fmla="*/ -2014 h 92524"/>
                      <a:gd name="connsiteX11" fmla="*/ -166 w 55066"/>
                      <a:gd name="connsiteY11" fmla="*/ 851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166" y="8515"/>
                        </a:moveTo>
                        <a:lnTo>
                          <a:pt x="20270" y="8515"/>
                        </a:lnTo>
                        <a:lnTo>
                          <a:pt x="20270" y="79108"/>
                        </a:lnTo>
                        <a:lnTo>
                          <a:pt x="-1970" y="74646"/>
                        </a:lnTo>
                        <a:lnTo>
                          <a:pt x="-1970" y="86048"/>
                        </a:lnTo>
                        <a:lnTo>
                          <a:pt x="20151" y="90510"/>
                        </a:lnTo>
                        <a:lnTo>
                          <a:pt x="32659" y="90510"/>
                        </a:lnTo>
                        <a:lnTo>
                          <a:pt x="32659" y="8515"/>
                        </a:lnTo>
                        <a:lnTo>
                          <a:pt x="53096" y="8515"/>
                        </a:lnTo>
                        <a:lnTo>
                          <a:pt x="53096" y="-2014"/>
                        </a:lnTo>
                        <a:lnTo>
                          <a:pt x="-166" y="-2014"/>
                        </a:lnTo>
                        <a:lnTo>
                          <a:pt x="-166" y="85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24" name="Freeform: Shape 123">
                    <a:extLst>
                      <a:ext uri="{FF2B5EF4-FFF2-40B4-BE49-F238E27FC236}">
                        <a16:creationId xmlns:a16="http://schemas.microsoft.com/office/drawing/2014/main" id="{292FA069-6775-AB5F-A361-A10A4DCEDD39}"/>
                      </a:ext>
                    </a:extLst>
                  </p:cNvPr>
                  <p:cNvSpPr/>
                  <p:nvPr/>
                </p:nvSpPr>
                <p:spPr>
                  <a:xfrm flipV="1">
                    <a:off x="4764074" y="5228057"/>
                    <a:ext cx="63926" cy="95994"/>
                  </a:xfrm>
                  <a:custGeom>
                    <a:avLst/>
                    <a:gdLst>
                      <a:gd name="connsiteX0" fmla="*/ 30047 w 63926"/>
                      <a:gd name="connsiteY0" fmla="*/ 84069 h 95994"/>
                      <a:gd name="connsiteX1" fmla="*/ 15517 w 63926"/>
                      <a:gd name="connsiteY1" fmla="*/ 74550 h 95994"/>
                      <a:gd name="connsiteX2" fmla="*/ 10661 w 63926"/>
                      <a:gd name="connsiteY2" fmla="*/ 45956 h 95994"/>
                      <a:gd name="connsiteX3" fmla="*/ 15517 w 63926"/>
                      <a:gd name="connsiteY3" fmla="*/ 17422 h 95994"/>
                      <a:gd name="connsiteX4" fmla="*/ 30047 w 63926"/>
                      <a:gd name="connsiteY4" fmla="*/ 7904 h 95994"/>
                      <a:gd name="connsiteX5" fmla="*/ 44636 w 63926"/>
                      <a:gd name="connsiteY5" fmla="*/ 17422 h 95994"/>
                      <a:gd name="connsiteX6" fmla="*/ 49512 w 63926"/>
                      <a:gd name="connsiteY6" fmla="*/ 45956 h 95994"/>
                      <a:gd name="connsiteX7" fmla="*/ 44636 w 63926"/>
                      <a:gd name="connsiteY7" fmla="*/ 74550 h 95994"/>
                      <a:gd name="connsiteX8" fmla="*/ 30047 w 63926"/>
                      <a:gd name="connsiteY8" fmla="*/ 84069 h 95994"/>
                      <a:gd name="connsiteX9" fmla="*/ 30047 w 63926"/>
                      <a:gd name="connsiteY9" fmla="*/ 93983 h 95994"/>
                      <a:gd name="connsiteX10" fmla="*/ 53814 w 63926"/>
                      <a:gd name="connsiteY10" fmla="*/ 81669 h 95994"/>
                      <a:gd name="connsiteX11" fmla="*/ 62020 w 63926"/>
                      <a:gd name="connsiteY11" fmla="*/ 45956 h 95994"/>
                      <a:gd name="connsiteX12" fmla="*/ 53814 w 63926"/>
                      <a:gd name="connsiteY12" fmla="*/ 10283 h 95994"/>
                      <a:gd name="connsiteX13" fmla="*/ 30047 w 63926"/>
                      <a:gd name="connsiteY13" fmla="*/ -2011 h 95994"/>
                      <a:gd name="connsiteX14" fmla="*/ 6300 w 63926"/>
                      <a:gd name="connsiteY14" fmla="*/ 10283 h 95994"/>
                      <a:gd name="connsiteX15" fmla="*/ -1906 w 63926"/>
                      <a:gd name="connsiteY15" fmla="*/ 45956 h 95994"/>
                      <a:gd name="connsiteX16" fmla="*/ 6300 w 63926"/>
                      <a:gd name="connsiteY16" fmla="*/ 81669 h 95994"/>
                      <a:gd name="connsiteX17" fmla="*/ 30047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47" y="84069"/>
                        </a:moveTo>
                        <a:cubicBezTo>
                          <a:pt x="23611" y="84069"/>
                          <a:pt x="18768" y="80896"/>
                          <a:pt x="15517" y="74550"/>
                        </a:cubicBezTo>
                        <a:cubicBezTo>
                          <a:pt x="12280" y="68218"/>
                          <a:pt x="10661" y="58687"/>
                          <a:pt x="10661" y="45956"/>
                        </a:cubicBezTo>
                        <a:cubicBezTo>
                          <a:pt x="10661" y="33279"/>
                          <a:pt x="12280" y="23767"/>
                          <a:pt x="15517" y="17422"/>
                        </a:cubicBezTo>
                        <a:cubicBezTo>
                          <a:pt x="18768" y="11076"/>
                          <a:pt x="23611" y="7904"/>
                          <a:pt x="30047" y="7904"/>
                        </a:cubicBezTo>
                        <a:cubicBezTo>
                          <a:pt x="36535" y="7904"/>
                          <a:pt x="41398" y="11076"/>
                          <a:pt x="44636" y="17422"/>
                        </a:cubicBezTo>
                        <a:cubicBezTo>
                          <a:pt x="47887" y="23767"/>
                          <a:pt x="49512" y="33279"/>
                          <a:pt x="49512" y="45956"/>
                        </a:cubicBezTo>
                        <a:cubicBezTo>
                          <a:pt x="49512" y="58687"/>
                          <a:pt x="47887" y="68218"/>
                          <a:pt x="44636" y="74550"/>
                        </a:cubicBezTo>
                        <a:cubicBezTo>
                          <a:pt x="41398" y="80896"/>
                          <a:pt x="36535" y="84069"/>
                          <a:pt x="30047" y="84069"/>
                        </a:cubicBezTo>
                        <a:close/>
                        <a:moveTo>
                          <a:pt x="30047" y="93983"/>
                        </a:moveTo>
                        <a:cubicBezTo>
                          <a:pt x="40421" y="93983"/>
                          <a:pt x="48343" y="89879"/>
                          <a:pt x="53814" y="81669"/>
                        </a:cubicBezTo>
                        <a:cubicBezTo>
                          <a:pt x="59285" y="73473"/>
                          <a:pt x="62020" y="61569"/>
                          <a:pt x="62020" y="45956"/>
                        </a:cubicBezTo>
                        <a:cubicBezTo>
                          <a:pt x="62020" y="30384"/>
                          <a:pt x="59285" y="18493"/>
                          <a:pt x="53814" y="10283"/>
                        </a:cubicBezTo>
                        <a:cubicBezTo>
                          <a:pt x="48343" y="2087"/>
                          <a:pt x="40421" y="-2011"/>
                          <a:pt x="30047" y="-2011"/>
                        </a:cubicBezTo>
                        <a:cubicBezTo>
                          <a:pt x="19687" y="-2011"/>
                          <a:pt x="11771" y="2087"/>
                          <a:pt x="6300" y="10283"/>
                        </a:cubicBezTo>
                        <a:cubicBezTo>
                          <a:pt x="829" y="18493"/>
                          <a:pt x="-1906" y="30384"/>
                          <a:pt x="-1906" y="45956"/>
                        </a:cubicBezTo>
                        <a:cubicBezTo>
                          <a:pt x="-1906" y="61569"/>
                          <a:pt x="829" y="73473"/>
                          <a:pt x="6300" y="81669"/>
                        </a:cubicBezTo>
                        <a:cubicBezTo>
                          <a:pt x="11771" y="89879"/>
                          <a:pt x="19687" y="93983"/>
                          <a:pt x="30047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25" name="Freeform: Shape 124">
                    <a:extLst>
                      <a:ext uri="{FF2B5EF4-FFF2-40B4-BE49-F238E27FC236}">
                        <a16:creationId xmlns:a16="http://schemas.microsoft.com/office/drawing/2014/main" id="{4370A0E3-A849-6A5B-07BA-2B4236233418}"/>
                      </a:ext>
                    </a:extLst>
                  </p:cNvPr>
                  <p:cNvSpPr/>
                  <p:nvPr/>
                </p:nvSpPr>
                <p:spPr>
                  <a:xfrm flipV="1">
                    <a:off x="4844787" y="5228057"/>
                    <a:ext cx="63926" cy="95994"/>
                  </a:xfrm>
                  <a:custGeom>
                    <a:avLst/>
                    <a:gdLst>
                      <a:gd name="connsiteX0" fmla="*/ 30053 w 63926"/>
                      <a:gd name="connsiteY0" fmla="*/ 84069 h 95994"/>
                      <a:gd name="connsiteX1" fmla="*/ 15524 w 63926"/>
                      <a:gd name="connsiteY1" fmla="*/ 74550 h 95994"/>
                      <a:gd name="connsiteX2" fmla="*/ 10667 w 63926"/>
                      <a:gd name="connsiteY2" fmla="*/ 45956 h 95994"/>
                      <a:gd name="connsiteX3" fmla="*/ 15524 w 63926"/>
                      <a:gd name="connsiteY3" fmla="*/ 17422 h 95994"/>
                      <a:gd name="connsiteX4" fmla="*/ 30053 w 63926"/>
                      <a:gd name="connsiteY4" fmla="*/ 7904 h 95994"/>
                      <a:gd name="connsiteX5" fmla="*/ 44642 w 63926"/>
                      <a:gd name="connsiteY5" fmla="*/ 17422 h 95994"/>
                      <a:gd name="connsiteX6" fmla="*/ 49519 w 63926"/>
                      <a:gd name="connsiteY6" fmla="*/ 45956 h 95994"/>
                      <a:gd name="connsiteX7" fmla="*/ 44642 w 63926"/>
                      <a:gd name="connsiteY7" fmla="*/ 74550 h 95994"/>
                      <a:gd name="connsiteX8" fmla="*/ 30053 w 63926"/>
                      <a:gd name="connsiteY8" fmla="*/ 84069 h 95994"/>
                      <a:gd name="connsiteX9" fmla="*/ 30053 w 63926"/>
                      <a:gd name="connsiteY9" fmla="*/ 93983 h 95994"/>
                      <a:gd name="connsiteX10" fmla="*/ 53820 w 63926"/>
                      <a:gd name="connsiteY10" fmla="*/ 81669 h 95994"/>
                      <a:gd name="connsiteX11" fmla="*/ 62027 w 63926"/>
                      <a:gd name="connsiteY11" fmla="*/ 45956 h 95994"/>
                      <a:gd name="connsiteX12" fmla="*/ 53820 w 63926"/>
                      <a:gd name="connsiteY12" fmla="*/ 10283 h 95994"/>
                      <a:gd name="connsiteX13" fmla="*/ 30053 w 63926"/>
                      <a:gd name="connsiteY13" fmla="*/ -2011 h 95994"/>
                      <a:gd name="connsiteX14" fmla="*/ 6306 w 63926"/>
                      <a:gd name="connsiteY14" fmla="*/ 10283 h 95994"/>
                      <a:gd name="connsiteX15" fmla="*/ -1900 w 63926"/>
                      <a:gd name="connsiteY15" fmla="*/ 45956 h 95994"/>
                      <a:gd name="connsiteX16" fmla="*/ 6306 w 63926"/>
                      <a:gd name="connsiteY16" fmla="*/ 81669 h 95994"/>
                      <a:gd name="connsiteX17" fmla="*/ 30053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53" y="84069"/>
                        </a:moveTo>
                        <a:cubicBezTo>
                          <a:pt x="23618" y="84069"/>
                          <a:pt x="18774" y="80896"/>
                          <a:pt x="15524" y="74550"/>
                        </a:cubicBezTo>
                        <a:cubicBezTo>
                          <a:pt x="12286" y="68218"/>
                          <a:pt x="10667" y="58687"/>
                          <a:pt x="10667" y="45956"/>
                        </a:cubicBezTo>
                        <a:cubicBezTo>
                          <a:pt x="10667" y="33279"/>
                          <a:pt x="12286" y="23767"/>
                          <a:pt x="15524" y="17422"/>
                        </a:cubicBezTo>
                        <a:cubicBezTo>
                          <a:pt x="18774" y="11076"/>
                          <a:pt x="23618" y="7904"/>
                          <a:pt x="30053" y="7904"/>
                        </a:cubicBezTo>
                        <a:cubicBezTo>
                          <a:pt x="36542" y="7904"/>
                          <a:pt x="41405" y="11076"/>
                          <a:pt x="44642" y="17422"/>
                        </a:cubicBezTo>
                        <a:cubicBezTo>
                          <a:pt x="47893" y="23767"/>
                          <a:pt x="49519" y="33279"/>
                          <a:pt x="49519" y="45956"/>
                        </a:cubicBezTo>
                        <a:cubicBezTo>
                          <a:pt x="49519" y="58687"/>
                          <a:pt x="47893" y="68218"/>
                          <a:pt x="44642" y="74550"/>
                        </a:cubicBezTo>
                        <a:cubicBezTo>
                          <a:pt x="41405" y="80896"/>
                          <a:pt x="36542" y="84069"/>
                          <a:pt x="30053" y="84069"/>
                        </a:cubicBezTo>
                        <a:close/>
                        <a:moveTo>
                          <a:pt x="30053" y="93983"/>
                        </a:moveTo>
                        <a:cubicBezTo>
                          <a:pt x="40427" y="93983"/>
                          <a:pt x="48349" y="89879"/>
                          <a:pt x="53820" y="81669"/>
                        </a:cubicBezTo>
                        <a:cubicBezTo>
                          <a:pt x="59291" y="73473"/>
                          <a:pt x="62027" y="61569"/>
                          <a:pt x="62027" y="45956"/>
                        </a:cubicBezTo>
                        <a:cubicBezTo>
                          <a:pt x="62027" y="30384"/>
                          <a:pt x="59291" y="18493"/>
                          <a:pt x="53820" y="10283"/>
                        </a:cubicBezTo>
                        <a:cubicBezTo>
                          <a:pt x="48349" y="2087"/>
                          <a:pt x="40427" y="-2011"/>
                          <a:pt x="30053" y="-2011"/>
                        </a:cubicBezTo>
                        <a:cubicBezTo>
                          <a:pt x="19693" y="-2011"/>
                          <a:pt x="11777" y="2087"/>
                          <a:pt x="6306" y="10283"/>
                        </a:cubicBezTo>
                        <a:cubicBezTo>
                          <a:pt x="835" y="18493"/>
                          <a:pt x="-1900" y="30384"/>
                          <a:pt x="-1900" y="45956"/>
                        </a:cubicBezTo>
                        <a:cubicBezTo>
                          <a:pt x="-1900" y="61569"/>
                          <a:pt x="835" y="73473"/>
                          <a:pt x="6306" y="81669"/>
                        </a:cubicBezTo>
                        <a:cubicBezTo>
                          <a:pt x="11777" y="89879"/>
                          <a:pt x="19693" y="93983"/>
                          <a:pt x="30053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26" name="Graphic 110">
                <a:extLst>
                  <a:ext uri="{FF2B5EF4-FFF2-40B4-BE49-F238E27FC236}">
                    <a16:creationId xmlns:a16="http://schemas.microsoft.com/office/drawing/2014/main" id="{90AF938E-2D75-315E-8C0D-9EB5FEDF92B8}"/>
                  </a:ext>
                </a:extLst>
              </p:cNvPr>
              <p:cNvGrpSpPr/>
              <p:nvPr/>
            </p:nvGrpSpPr>
            <p:grpSpPr>
              <a:xfrm>
                <a:off x="5371878" y="5136981"/>
                <a:ext cx="224422" cy="187070"/>
                <a:chOff x="5371878" y="5136981"/>
                <a:chExt cx="224422" cy="187070"/>
              </a:xfrm>
              <a:solidFill>
                <a:srgbClr val="000000"/>
              </a:solidFill>
            </p:grpSpPr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09E17CEF-092C-7769-E121-81E5156EA524}"/>
                    </a:ext>
                  </a:extLst>
                </p:cNvPr>
                <p:cNvSpPr/>
                <p:nvPr/>
              </p:nvSpPr>
              <p:spPr>
                <a:xfrm>
                  <a:off x="5483655" y="5136981"/>
                  <a:ext cx="12686" cy="44417"/>
                </a:xfrm>
                <a:custGeom>
                  <a:avLst/>
                  <a:gdLst>
                    <a:gd name="connsiteX0" fmla="*/ 182 w 12686"/>
                    <a:gd name="connsiteY0" fmla="*/ 308 h 44417"/>
                    <a:gd name="connsiteX1" fmla="*/ 182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82" y="308"/>
                      </a:moveTo>
                      <a:lnTo>
                        <a:pt x="182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28" name="Graphic 110">
                  <a:extLst>
                    <a:ext uri="{FF2B5EF4-FFF2-40B4-BE49-F238E27FC236}">
                      <a16:creationId xmlns:a16="http://schemas.microsoft.com/office/drawing/2014/main" id="{EFA4BFB7-3F50-704D-AA55-6808B425FB5C}"/>
                    </a:ext>
                  </a:extLst>
                </p:cNvPr>
                <p:cNvGrpSpPr/>
                <p:nvPr/>
              </p:nvGrpSpPr>
              <p:grpSpPr>
                <a:xfrm>
                  <a:off x="5371878" y="5228057"/>
                  <a:ext cx="224422" cy="95994"/>
                  <a:chOff x="5371878" y="5228057"/>
                  <a:chExt cx="224422" cy="95994"/>
                </a:xfrm>
                <a:solidFill>
                  <a:srgbClr val="000000"/>
                </a:solidFill>
              </p:grpSpPr>
              <p:sp>
                <p:nvSpPr>
                  <p:cNvPr id="129" name="Freeform: Shape 128">
                    <a:extLst>
                      <a:ext uri="{FF2B5EF4-FFF2-40B4-BE49-F238E27FC236}">
                        <a16:creationId xmlns:a16="http://schemas.microsoft.com/office/drawing/2014/main" id="{F2604547-4E74-F7E5-8F18-641E1D10C4EF}"/>
                      </a:ext>
                    </a:extLst>
                  </p:cNvPr>
                  <p:cNvSpPr/>
                  <p:nvPr/>
                </p:nvSpPr>
                <p:spPr>
                  <a:xfrm flipV="1">
                    <a:off x="5371878" y="5228057"/>
                    <a:ext cx="58713" cy="94189"/>
                  </a:xfrm>
                  <a:custGeom>
                    <a:avLst/>
                    <a:gdLst>
                      <a:gd name="connsiteX0" fmla="*/ 13271 w 58713"/>
                      <a:gd name="connsiteY0" fmla="*/ 8473 h 94189"/>
                      <a:gd name="connsiteX1" fmla="*/ 56939 w 58713"/>
                      <a:gd name="connsiteY1" fmla="*/ 8473 h 94189"/>
                      <a:gd name="connsiteX2" fmla="*/ 56939 w 58713"/>
                      <a:gd name="connsiteY2" fmla="*/ -2057 h 94189"/>
                      <a:gd name="connsiteX3" fmla="*/ -1774 w 58713"/>
                      <a:gd name="connsiteY3" fmla="*/ -2057 h 94189"/>
                      <a:gd name="connsiteX4" fmla="*/ -1774 w 58713"/>
                      <a:gd name="connsiteY4" fmla="*/ 8473 h 94189"/>
                      <a:gd name="connsiteX5" fmla="*/ 17632 w 58713"/>
                      <a:gd name="connsiteY5" fmla="*/ 28263 h 94189"/>
                      <a:gd name="connsiteX6" fmla="*/ 33093 w 58713"/>
                      <a:gd name="connsiteY6" fmla="*/ 44305 h 94189"/>
                      <a:gd name="connsiteX7" fmla="*/ 41478 w 58713"/>
                      <a:gd name="connsiteY7" fmla="*/ 55726 h 94189"/>
                      <a:gd name="connsiteX8" fmla="*/ 43876 w 58713"/>
                      <a:gd name="connsiteY8" fmla="*/ 64927 h 94189"/>
                      <a:gd name="connsiteX9" fmla="*/ 38703 w 58713"/>
                      <a:gd name="connsiteY9" fmla="*/ 76944 h 94189"/>
                      <a:gd name="connsiteX10" fmla="*/ 25224 w 58713"/>
                      <a:gd name="connsiteY10" fmla="*/ 81604 h 94189"/>
                      <a:gd name="connsiteX11" fmla="*/ 12795 w 58713"/>
                      <a:gd name="connsiteY11" fmla="*/ 79561 h 94189"/>
                      <a:gd name="connsiteX12" fmla="*/ -1160 w 58713"/>
                      <a:gd name="connsiteY12" fmla="*/ 73355 h 94189"/>
                      <a:gd name="connsiteX13" fmla="*/ -1160 w 58713"/>
                      <a:gd name="connsiteY13" fmla="*/ 86006 h 94189"/>
                      <a:gd name="connsiteX14" fmla="*/ 12954 w 58713"/>
                      <a:gd name="connsiteY14" fmla="*/ 90586 h 94189"/>
                      <a:gd name="connsiteX15" fmla="*/ 24986 w 58713"/>
                      <a:gd name="connsiteY15" fmla="*/ 92133 h 94189"/>
                      <a:gd name="connsiteX16" fmla="*/ 47900 w 58713"/>
                      <a:gd name="connsiteY16" fmla="*/ 84935 h 94189"/>
                      <a:gd name="connsiteX17" fmla="*/ 56444 w 58713"/>
                      <a:gd name="connsiteY17" fmla="*/ 65740 h 94189"/>
                      <a:gd name="connsiteX18" fmla="*/ 54303 w 58713"/>
                      <a:gd name="connsiteY18" fmla="*/ 54913 h 94189"/>
                      <a:gd name="connsiteX19" fmla="*/ 46533 w 58713"/>
                      <a:gd name="connsiteY19" fmla="*/ 42877 h 94189"/>
                      <a:gd name="connsiteX20" fmla="*/ 36681 w 58713"/>
                      <a:gd name="connsiteY20" fmla="*/ 32486 h 94189"/>
                      <a:gd name="connsiteX21" fmla="*/ 13271 w 58713"/>
                      <a:gd name="connsiteY21" fmla="*/ 8473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271" y="8473"/>
                        </a:moveTo>
                        <a:lnTo>
                          <a:pt x="56939" y="8473"/>
                        </a:lnTo>
                        <a:lnTo>
                          <a:pt x="56939" y="-2057"/>
                        </a:lnTo>
                        <a:lnTo>
                          <a:pt x="-1774" y="-2057"/>
                        </a:lnTo>
                        <a:lnTo>
                          <a:pt x="-1774" y="8473"/>
                        </a:lnTo>
                        <a:cubicBezTo>
                          <a:pt x="2970" y="13391"/>
                          <a:pt x="9439" y="19987"/>
                          <a:pt x="17632" y="28263"/>
                        </a:cubicBezTo>
                        <a:cubicBezTo>
                          <a:pt x="25838" y="36551"/>
                          <a:pt x="30992" y="41899"/>
                          <a:pt x="33093" y="44305"/>
                        </a:cubicBezTo>
                        <a:cubicBezTo>
                          <a:pt x="37097" y="48799"/>
                          <a:pt x="39892" y="52607"/>
                          <a:pt x="41478" y="55726"/>
                        </a:cubicBezTo>
                        <a:cubicBezTo>
                          <a:pt x="43077" y="58846"/>
                          <a:pt x="43876" y="61913"/>
                          <a:pt x="43876" y="64927"/>
                        </a:cubicBezTo>
                        <a:cubicBezTo>
                          <a:pt x="43876" y="69845"/>
                          <a:pt x="42152" y="73850"/>
                          <a:pt x="38703" y="76944"/>
                        </a:cubicBezTo>
                        <a:cubicBezTo>
                          <a:pt x="35254" y="80050"/>
                          <a:pt x="30761" y="81604"/>
                          <a:pt x="25224" y="81604"/>
                        </a:cubicBezTo>
                        <a:cubicBezTo>
                          <a:pt x="21299" y="81604"/>
                          <a:pt x="17156" y="80923"/>
                          <a:pt x="12795" y="79561"/>
                        </a:cubicBezTo>
                        <a:cubicBezTo>
                          <a:pt x="8447" y="78200"/>
                          <a:pt x="3796" y="76131"/>
                          <a:pt x="-1160" y="73355"/>
                        </a:cubicBezTo>
                        <a:lnTo>
                          <a:pt x="-1160" y="86006"/>
                        </a:lnTo>
                        <a:cubicBezTo>
                          <a:pt x="3875" y="88028"/>
                          <a:pt x="8580" y="89555"/>
                          <a:pt x="12954" y="90586"/>
                        </a:cubicBezTo>
                        <a:cubicBezTo>
                          <a:pt x="17341" y="91618"/>
                          <a:pt x="21352" y="92133"/>
                          <a:pt x="24986" y="92133"/>
                        </a:cubicBezTo>
                        <a:cubicBezTo>
                          <a:pt x="34566" y="92133"/>
                          <a:pt x="42205" y="89734"/>
                          <a:pt x="47900" y="84935"/>
                        </a:cubicBezTo>
                        <a:cubicBezTo>
                          <a:pt x="53596" y="80150"/>
                          <a:pt x="56444" y="73751"/>
                          <a:pt x="56444" y="65740"/>
                        </a:cubicBezTo>
                        <a:cubicBezTo>
                          <a:pt x="56444" y="61933"/>
                          <a:pt x="55730" y="58324"/>
                          <a:pt x="54303" y="54913"/>
                        </a:cubicBezTo>
                        <a:cubicBezTo>
                          <a:pt x="52889" y="51516"/>
                          <a:pt x="50299" y="47504"/>
                          <a:pt x="46533" y="42877"/>
                        </a:cubicBezTo>
                        <a:cubicBezTo>
                          <a:pt x="45502" y="41674"/>
                          <a:pt x="42218" y="38210"/>
                          <a:pt x="36681" y="32486"/>
                        </a:cubicBezTo>
                        <a:cubicBezTo>
                          <a:pt x="31157" y="26762"/>
                          <a:pt x="23354" y="18758"/>
                          <a:pt x="13271" y="84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30" name="Freeform: Shape 129">
                    <a:extLst>
                      <a:ext uri="{FF2B5EF4-FFF2-40B4-BE49-F238E27FC236}">
                        <a16:creationId xmlns:a16="http://schemas.microsoft.com/office/drawing/2014/main" id="{F9DBA3AF-0638-6330-298A-94F3EB287617}"/>
                      </a:ext>
                    </a:extLst>
                  </p:cNvPr>
                  <p:cNvSpPr/>
                  <p:nvPr/>
                </p:nvSpPr>
                <p:spPr>
                  <a:xfrm flipV="1">
                    <a:off x="5451660" y="5228057"/>
                    <a:ext cx="63926" cy="95994"/>
                  </a:xfrm>
                  <a:custGeom>
                    <a:avLst/>
                    <a:gdLst>
                      <a:gd name="connsiteX0" fmla="*/ 30101 w 63926"/>
                      <a:gd name="connsiteY0" fmla="*/ 84069 h 95994"/>
                      <a:gd name="connsiteX1" fmla="*/ 15571 w 63926"/>
                      <a:gd name="connsiteY1" fmla="*/ 74550 h 95994"/>
                      <a:gd name="connsiteX2" fmla="*/ 10715 w 63926"/>
                      <a:gd name="connsiteY2" fmla="*/ 45956 h 95994"/>
                      <a:gd name="connsiteX3" fmla="*/ 15571 w 63926"/>
                      <a:gd name="connsiteY3" fmla="*/ 17422 h 95994"/>
                      <a:gd name="connsiteX4" fmla="*/ 30101 w 63926"/>
                      <a:gd name="connsiteY4" fmla="*/ 7904 h 95994"/>
                      <a:gd name="connsiteX5" fmla="*/ 44690 w 63926"/>
                      <a:gd name="connsiteY5" fmla="*/ 17422 h 95994"/>
                      <a:gd name="connsiteX6" fmla="*/ 49567 w 63926"/>
                      <a:gd name="connsiteY6" fmla="*/ 45956 h 95994"/>
                      <a:gd name="connsiteX7" fmla="*/ 44690 w 63926"/>
                      <a:gd name="connsiteY7" fmla="*/ 74550 h 95994"/>
                      <a:gd name="connsiteX8" fmla="*/ 30101 w 63926"/>
                      <a:gd name="connsiteY8" fmla="*/ 84069 h 95994"/>
                      <a:gd name="connsiteX9" fmla="*/ 30101 w 63926"/>
                      <a:gd name="connsiteY9" fmla="*/ 93983 h 95994"/>
                      <a:gd name="connsiteX10" fmla="*/ 53868 w 63926"/>
                      <a:gd name="connsiteY10" fmla="*/ 81669 h 95994"/>
                      <a:gd name="connsiteX11" fmla="*/ 62074 w 63926"/>
                      <a:gd name="connsiteY11" fmla="*/ 45956 h 95994"/>
                      <a:gd name="connsiteX12" fmla="*/ 53868 w 63926"/>
                      <a:gd name="connsiteY12" fmla="*/ 10283 h 95994"/>
                      <a:gd name="connsiteX13" fmla="*/ 30101 w 63926"/>
                      <a:gd name="connsiteY13" fmla="*/ -2011 h 95994"/>
                      <a:gd name="connsiteX14" fmla="*/ 6354 w 63926"/>
                      <a:gd name="connsiteY14" fmla="*/ 10283 h 95994"/>
                      <a:gd name="connsiteX15" fmla="*/ -1852 w 63926"/>
                      <a:gd name="connsiteY15" fmla="*/ 45956 h 95994"/>
                      <a:gd name="connsiteX16" fmla="*/ 6354 w 63926"/>
                      <a:gd name="connsiteY16" fmla="*/ 81669 h 95994"/>
                      <a:gd name="connsiteX17" fmla="*/ 30101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01" y="84069"/>
                        </a:moveTo>
                        <a:cubicBezTo>
                          <a:pt x="23666" y="84069"/>
                          <a:pt x="18822" y="80896"/>
                          <a:pt x="15571" y="74550"/>
                        </a:cubicBezTo>
                        <a:cubicBezTo>
                          <a:pt x="12334" y="68218"/>
                          <a:pt x="10715" y="58687"/>
                          <a:pt x="10715" y="45956"/>
                        </a:cubicBezTo>
                        <a:cubicBezTo>
                          <a:pt x="10715" y="33279"/>
                          <a:pt x="12334" y="23767"/>
                          <a:pt x="15571" y="17422"/>
                        </a:cubicBezTo>
                        <a:cubicBezTo>
                          <a:pt x="18822" y="11076"/>
                          <a:pt x="23666" y="7904"/>
                          <a:pt x="30101" y="7904"/>
                        </a:cubicBezTo>
                        <a:cubicBezTo>
                          <a:pt x="36590" y="7904"/>
                          <a:pt x="41453" y="11076"/>
                          <a:pt x="44690" y="17422"/>
                        </a:cubicBezTo>
                        <a:cubicBezTo>
                          <a:pt x="47941" y="23767"/>
                          <a:pt x="49567" y="33279"/>
                          <a:pt x="49567" y="45956"/>
                        </a:cubicBezTo>
                        <a:cubicBezTo>
                          <a:pt x="49567" y="58687"/>
                          <a:pt x="47941" y="68218"/>
                          <a:pt x="44690" y="74550"/>
                        </a:cubicBezTo>
                        <a:cubicBezTo>
                          <a:pt x="41453" y="80896"/>
                          <a:pt x="36590" y="84069"/>
                          <a:pt x="30101" y="84069"/>
                        </a:cubicBezTo>
                        <a:close/>
                        <a:moveTo>
                          <a:pt x="30101" y="93983"/>
                        </a:moveTo>
                        <a:cubicBezTo>
                          <a:pt x="40475" y="93983"/>
                          <a:pt x="48397" y="89879"/>
                          <a:pt x="53868" y="81669"/>
                        </a:cubicBezTo>
                        <a:cubicBezTo>
                          <a:pt x="59339" y="73473"/>
                          <a:pt x="62074" y="61569"/>
                          <a:pt x="62074" y="45956"/>
                        </a:cubicBezTo>
                        <a:cubicBezTo>
                          <a:pt x="62074" y="30384"/>
                          <a:pt x="59339" y="18493"/>
                          <a:pt x="53868" y="10283"/>
                        </a:cubicBezTo>
                        <a:cubicBezTo>
                          <a:pt x="48397" y="2087"/>
                          <a:pt x="40475" y="-2011"/>
                          <a:pt x="30101" y="-2011"/>
                        </a:cubicBezTo>
                        <a:cubicBezTo>
                          <a:pt x="19741" y="-2011"/>
                          <a:pt x="11825" y="2087"/>
                          <a:pt x="6354" y="10283"/>
                        </a:cubicBezTo>
                        <a:cubicBezTo>
                          <a:pt x="883" y="18493"/>
                          <a:pt x="-1852" y="30384"/>
                          <a:pt x="-1852" y="45956"/>
                        </a:cubicBezTo>
                        <a:cubicBezTo>
                          <a:pt x="-1852" y="61569"/>
                          <a:pt x="883" y="73473"/>
                          <a:pt x="6354" y="81669"/>
                        </a:cubicBezTo>
                        <a:cubicBezTo>
                          <a:pt x="11825" y="89879"/>
                          <a:pt x="19741" y="93983"/>
                          <a:pt x="30101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31" name="Freeform: Shape 130">
                    <a:extLst>
                      <a:ext uri="{FF2B5EF4-FFF2-40B4-BE49-F238E27FC236}">
                        <a16:creationId xmlns:a16="http://schemas.microsoft.com/office/drawing/2014/main" id="{F5B800DB-77B1-A1FB-96FA-B5F3813168FE}"/>
                      </a:ext>
                    </a:extLst>
                  </p:cNvPr>
                  <p:cNvSpPr/>
                  <p:nvPr/>
                </p:nvSpPr>
                <p:spPr>
                  <a:xfrm flipV="1">
                    <a:off x="5532373" y="5228057"/>
                    <a:ext cx="63926" cy="95994"/>
                  </a:xfrm>
                  <a:custGeom>
                    <a:avLst/>
                    <a:gdLst>
                      <a:gd name="connsiteX0" fmla="*/ 30108 w 63926"/>
                      <a:gd name="connsiteY0" fmla="*/ 84069 h 95994"/>
                      <a:gd name="connsiteX1" fmla="*/ 15578 w 63926"/>
                      <a:gd name="connsiteY1" fmla="*/ 74550 h 95994"/>
                      <a:gd name="connsiteX2" fmla="*/ 10721 w 63926"/>
                      <a:gd name="connsiteY2" fmla="*/ 45956 h 95994"/>
                      <a:gd name="connsiteX3" fmla="*/ 15578 w 63926"/>
                      <a:gd name="connsiteY3" fmla="*/ 17422 h 95994"/>
                      <a:gd name="connsiteX4" fmla="*/ 30108 w 63926"/>
                      <a:gd name="connsiteY4" fmla="*/ 7904 h 95994"/>
                      <a:gd name="connsiteX5" fmla="*/ 44697 w 63926"/>
                      <a:gd name="connsiteY5" fmla="*/ 17422 h 95994"/>
                      <a:gd name="connsiteX6" fmla="*/ 49573 w 63926"/>
                      <a:gd name="connsiteY6" fmla="*/ 45956 h 95994"/>
                      <a:gd name="connsiteX7" fmla="*/ 44697 w 63926"/>
                      <a:gd name="connsiteY7" fmla="*/ 74550 h 95994"/>
                      <a:gd name="connsiteX8" fmla="*/ 30108 w 63926"/>
                      <a:gd name="connsiteY8" fmla="*/ 84069 h 95994"/>
                      <a:gd name="connsiteX9" fmla="*/ 30108 w 63926"/>
                      <a:gd name="connsiteY9" fmla="*/ 93983 h 95994"/>
                      <a:gd name="connsiteX10" fmla="*/ 53874 w 63926"/>
                      <a:gd name="connsiteY10" fmla="*/ 81669 h 95994"/>
                      <a:gd name="connsiteX11" fmla="*/ 62081 w 63926"/>
                      <a:gd name="connsiteY11" fmla="*/ 45956 h 95994"/>
                      <a:gd name="connsiteX12" fmla="*/ 53874 w 63926"/>
                      <a:gd name="connsiteY12" fmla="*/ 10283 h 95994"/>
                      <a:gd name="connsiteX13" fmla="*/ 30108 w 63926"/>
                      <a:gd name="connsiteY13" fmla="*/ -2011 h 95994"/>
                      <a:gd name="connsiteX14" fmla="*/ 6360 w 63926"/>
                      <a:gd name="connsiteY14" fmla="*/ 10283 h 95994"/>
                      <a:gd name="connsiteX15" fmla="*/ -1846 w 63926"/>
                      <a:gd name="connsiteY15" fmla="*/ 45956 h 95994"/>
                      <a:gd name="connsiteX16" fmla="*/ 6360 w 63926"/>
                      <a:gd name="connsiteY16" fmla="*/ 81669 h 95994"/>
                      <a:gd name="connsiteX17" fmla="*/ 30108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08" y="84069"/>
                        </a:moveTo>
                        <a:cubicBezTo>
                          <a:pt x="23672" y="84069"/>
                          <a:pt x="18829" y="80896"/>
                          <a:pt x="15578" y="74550"/>
                        </a:cubicBezTo>
                        <a:cubicBezTo>
                          <a:pt x="12340" y="68218"/>
                          <a:pt x="10721" y="58687"/>
                          <a:pt x="10721" y="45956"/>
                        </a:cubicBezTo>
                        <a:cubicBezTo>
                          <a:pt x="10721" y="33279"/>
                          <a:pt x="12340" y="23767"/>
                          <a:pt x="15578" y="17422"/>
                        </a:cubicBezTo>
                        <a:cubicBezTo>
                          <a:pt x="18829" y="11076"/>
                          <a:pt x="23672" y="7904"/>
                          <a:pt x="30108" y="7904"/>
                        </a:cubicBezTo>
                        <a:cubicBezTo>
                          <a:pt x="36596" y="7904"/>
                          <a:pt x="41459" y="11076"/>
                          <a:pt x="44697" y="17422"/>
                        </a:cubicBezTo>
                        <a:cubicBezTo>
                          <a:pt x="47948" y="23767"/>
                          <a:pt x="49573" y="33279"/>
                          <a:pt x="49573" y="45956"/>
                        </a:cubicBezTo>
                        <a:cubicBezTo>
                          <a:pt x="49573" y="58687"/>
                          <a:pt x="47948" y="68218"/>
                          <a:pt x="44697" y="74550"/>
                        </a:cubicBezTo>
                        <a:cubicBezTo>
                          <a:pt x="41459" y="80896"/>
                          <a:pt x="36596" y="84069"/>
                          <a:pt x="30108" y="84069"/>
                        </a:cubicBezTo>
                        <a:close/>
                        <a:moveTo>
                          <a:pt x="30108" y="93983"/>
                        </a:moveTo>
                        <a:cubicBezTo>
                          <a:pt x="40481" y="93983"/>
                          <a:pt x="48403" y="89879"/>
                          <a:pt x="53874" y="81669"/>
                        </a:cubicBezTo>
                        <a:cubicBezTo>
                          <a:pt x="59345" y="73473"/>
                          <a:pt x="62081" y="61569"/>
                          <a:pt x="62081" y="45956"/>
                        </a:cubicBezTo>
                        <a:cubicBezTo>
                          <a:pt x="62081" y="30384"/>
                          <a:pt x="59345" y="18493"/>
                          <a:pt x="53874" y="10283"/>
                        </a:cubicBezTo>
                        <a:cubicBezTo>
                          <a:pt x="48403" y="2087"/>
                          <a:pt x="40481" y="-2011"/>
                          <a:pt x="30108" y="-2011"/>
                        </a:cubicBezTo>
                        <a:cubicBezTo>
                          <a:pt x="19747" y="-2011"/>
                          <a:pt x="11831" y="2087"/>
                          <a:pt x="6360" y="10283"/>
                        </a:cubicBezTo>
                        <a:cubicBezTo>
                          <a:pt x="890" y="18493"/>
                          <a:pt x="-1846" y="30384"/>
                          <a:pt x="-1846" y="45956"/>
                        </a:cubicBezTo>
                        <a:cubicBezTo>
                          <a:pt x="-1846" y="61569"/>
                          <a:pt x="890" y="73473"/>
                          <a:pt x="6360" y="81669"/>
                        </a:cubicBezTo>
                        <a:cubicBezTo>
                          <a:pt x="11831" y="89879"/>
                          <a:pt x="19747" y="93983"/>
                          <a:pt x="30108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32" name="Graphic 110">
                <a:extLst>
                  <a:ext uri="{FF2B5EF4-FFF2-40B4-BE49-F238E27FC236}">
                    <a16:creationId xmlns:a16="http://schemas.microsoft.com/office/drawing/2014/main" id="{1C9E7141-1D17-D679-B60E-0A28C573FE3A}"/>
                  </a:ext>
                </a:extLst>
              </p:cNvPr>
              <p:cNvGrpSpPr/>
              <p:nvPr/>
            </p:nvGrpSpPr>
            <p:grpSpPr>
              <a:xfrm>
                <a:off x="6059841" y="5136981"/>
                <a:ext cx="224045" cy="187070"/>
                <a:chOff x="6059841" y="5136981"/>
                <a:chExt cx="224045" cy="187070"/>
              </a:xfrm>
              <a:solidFill>
                <a:srgbClr val="000000"/>
              </a:solidFill>
            </p:grpSpPr>
            <p:sp>
              <p:nvSpPr>
                <p:cNvPr id="133" name="Freeform: Shape 132">
                  <a:extLst>
                    <a:ext uri="{FF2B5EF4-FFF2-40B4-BE49-F238E27FC236}">
                      <a16:creationId xmlns:a16="http://schemas.microsoft.com/office/drawing/2014/main" id="{C316E413-B1E0-58C0-C6DA-072B8F2063DB}"/>
                    </a:ext>
                  </a:extLst>
                </p:cNvPr>
                <p:cNvSpPr/>
                <p:nvPr/>
              </p:nvSpPr>
              <p:spPr>
                <a:xfrm>
                  <a:off x="6171241" y="5136981"/>
                  <a:ext cx="12686" cy="44417"/>
                </a:xfrm>
                <a:custGeom>
                  <a:avLst/>
                  <a:gdLst>
                    <a:gd name="connsiteX0" fmla="*/ 236 w 12686"/>
                    <a:gd name="connsiteY0" fmla="*/ 308 h 44417"/>
                    <a:gd name="connsiteX1" fmla="*/ 236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36" y="308"/>
                      </a:moveTo>
                      <a:lnTo>
                        <a:pt x="236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34" name="Graphic 110">
                  <a:extLst>
                    <a:ext uri="{FF2B5EF4-FFF2-40B4-BE49-F238E27FC236}">
                      <a16:creationId xmlns:a16="http://schemas.microsoft.com/office/drawing/2014/main" id="{87BF55CD-5813-1CF1-18AD-305C0331F613}"/>
                    </a:ext>
                  </a:extLst>
                </p:cNvPr>
                <p:cNvGrpSpPr/>
                <p:nvPr/>
              </p:nvGrpSpPr>
              <p:grpSpPr>
                <a:xfrm>
                  <a:off x="6059841" y="5228057"/>
                  <a:ext cx="224045" cy="95994"/>
                  <a:chOff x="6059841" y="5228057"/>
                  <a:chExt cx="224045" cy="95994"/>
                </a:xfrm>
                <a:solidFill>
                  <a:srgbClr val="000000"/>
                </a:solidFill>
              </p:grpSpPr>
              <p:sp>
                <p:nvSpPr>
                  <p:cNvPr id="135" name="Freeform: Shape 134">
                    <a:extLst>
                      <a:ext uri="{FF2B5EF4-FFF2-40B4-BE49-F238E27FC236}">
                        <a16:creationId xmlns:a16="http://schemas.microsoft.com/office/drawing/2014/main" id="{B45687F5-DE76-09EA-6D51-15D64139062C}"/>
                      </a:ext>
                    </a:extLst>
                  </p:cNvPr>
                  <p:cNvSpPr/>
                  <p:nvPr/>
                </p:nvSpPr>
                <p:spPr>
                  <a:xfrm flipV="1">
                    <a:off x="6059841" y="5228057"/>
                    <a:ext cx="60874" cy="95994"/>
                  </a:xfrm>
                  <a:custGeom>
                    <a:avLst/>
                    <a:gdLst>
                      <a:gd name="connsiteX0" fmla="*/ 40012 w 60874"/>
                      <a:gd name="connsiteY0" fmla="*/ 49684 h 95994"/>
                      <a:gd name="connsiteX1" fmla="*/ 54026 w 60874"/>
                      <a:gd name="connsiteY1" fmla="*/ 41673 h 95994"/>
                      <a:gd name="connsiteX2" fmla="*/ 59081 w 60874"/>
                      <a:gd name="connsiteY2" fmla="*/ 26682 h 95994"/>
                      <a:gd name="connsiteX3" fmla="*/ 49665 w 60874"/>
                      <a:gd name="connsiteY3" fmla="*/ 5485 h 95994"/>
                      <a:gd name="connsiteX4" fmla="*/ 22905 w 60874"/>
                      <a:gd name="connsiteY4" fmla="*/ -2011 h 95994"/>
                      <a:gd name="connsiteX5" fmla="*/ 10932 w 60874"/>
                      <a:gd name="connsiteY5" fmla="*/ -861 h 95994"/>
                      <a:gd name="connsiteX6" fmla="*/ -1793 w 60874"/>
                      <a:gd name="connsiteY6" fmla="*/ 2589 h 95994"/>
                      <a:gd name="connsiteX7" fmla="*/ -1793 w 60874"/>
                      <a:gd name="connsiteY7" fmla="*/ 14666 h 95994"/>
                      <a:gd name="connsiteX8" fmla="*/ 9585 w 60874"/>
                      <a:gd name="connsiteY8" fmla="*/ 10085 h 95994"/>
                      <a:gd name="connsiteX9" fmla="*/ 22548 w 60874"/>
                      <a:gd name="connsiteY9" fmla="*/ 8538 h 95994"/>
                      <a:gd name="connsiteX10" fmla="*/ 40468 w 60874"/>
                      <a:gd name="connsiteY10" fmla="*/ 13178 h 95994"/>
                      <a:gd name="connsiteX11" fmla="*/ 46632 w 60874"/>
                      <a:gd name="connsiteY11" fmla="*/ 26682 h 95994"/>
                      <a:gd name="connsiteX12" fmla="*/ 40904 w 60874"/>
                      <a:gd name="connsiteY12" fmla="*/ 39472 h 95994"/>
                      <a:gd name="connsiteX13" fmla="*/ 24967 w 60874"/>
                      <a:gd name="connsiteY13" fmla="*/ 44092 h 95994"/>
                      <a:gd name="connsiteX14" fmla="*/ 14183 w 60874"/>
                      <a:gd name="connsiteY14" fmla="*/ 44092 h 95994"/>
                      <a:gd name="connsiteX15" fmla="*/ 14183 w 60874"/>
                      <a:gd name="connsiteY15" fmla="*/ 54384 h 95994"/>
                      <a:gd name="connsiteX16" fmla="*/ 25462 w 60874"/>
                      <a:gd name="connsiteY16" fmla="*/ 54384 h 95994"/>
                      <a:gd name="connsiteX17" fmla="*/ 39576 w 60874"/>
                      <a:gd name="connsiteY17" fmla="*/ 58072 h 95994"/>
                      <a:gd name="connsiteX18" fmla="*/ 44472 w 60874"/>
                      <a:gd name="connsiteY18" fmla="*/ 68701 h 95994"/>
                      <a:gd name="connsiteX19" fmla="*/ 39417 w 60874"/>
                      <a:gd name="connsiteY19" fmla="*/ 79627 h 95994"/>
                      <a:gd name="connsiteX20" fmla="*/ 24967 w 60874"/>
                      <a:gd name="connsiteY20" fmla="*/ 83454 h 95994"/>
                      <a:gd name="connsiteX21" fmla="*/ 13926 w 60874"/>
                      <a:gd name="connsiteY21" fmla="*/ 82324 h 95994"/>
                      <a:gd name="connsiteX22" fmla="*/ 982 w 60874"/>
                      <a:gd name="connsiteY22" fmla="*/ 78873 h 95994"/>
                      <a:gd name="connsiteX23" fmla="*/ 982 w 60874"/>
                      <a:gd name="connsiteY23" fmla="*/ 90017 h 95994"/>
                      <a:gd name="connsiteX24" fmla="*/ 14342 w 60874"/>
                      <a:gd name="connsiteY24" fmla="*/ 92992 h 95994"/>
                      <a:gd name="connsiteX25" fmla="*/ 26077 w 60874"/>
                      <a:gd name="connsiteY25" fmla="*/ 93983 h 95994"/>
                      <a:gd name="connsiteX26" fmla="*/ 48614 w 60874"/>
                      <a:gd name="connsiteY26" fmla="*/ 87499 h 95994"/>
                      <a:gd name="connsiteX27" fmla="*/ 56920 w 60874"/>
                      <a:gd name="connsiteY27" fmla="*/ 70009 h 95994"/>
                      <a:gd name="connsiteX28" fmla="*/ 52519 w 60874"/>
                      <a:gd name="connsiteY28" fmla="*/ 57021 h 95994"/>
                      <a:gd name="connsiteX29" fmla="*/ 40012 w 60874"/>
                      <a:gd name="connsiteY29" fmla="*/ 496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874" h="95994">
                        <a:moveTo>
                          <a:pt x="40012" y="49684"/>
                        </a:moveTo>
                        <a:cubicBezTo>
                          <a:pt x="45998" y="48402"/>
                          <a:pt x="50669" y="45732"/>
                          <a:pt x="54026" y="41673"/>
                        </a:cubicBezTo>
                        <a:cubicBezTo>
                          <a:pt x="57396" y="37628"/>
                          <a:pt x="59081" y="32631"/>
                          <a:pt x="59081" y="26682"/>
                        </a:cubicBezTo>
                        <a:cubicBezTo>
                          <a:pt x="59081" y="17561"/>
                          <a:pt x="55942" y="10495"/>
                          <a:pt x="49665" y="5485"/>
                        </a:cubicBezTo>
                        <a:cubicBezTo>
                          <a:pt x="43388" y="488"/>
                          <a:pt x="34468" y="-2011"/>
                          <a:pt x="22905" y="-2011"/>
                        </a:cubicBezTo>
                        <a:cubicBezTo>
                          <a:pt x="19033" y="-2011"/>
                          <a:pt x="15042" y="-1628"/>
                          <a:pt x="10932" y="-861"/>
                        </a:cubicBezTo>
                        <a:cubicBezTo>
                          <a:pt x="6823" y="-94"/>
                          <a:pt x="2581" y="1056"/>
                          <a:pt x="-1793" y="2589"/>
                        </a:cubicBezTo>
                        <a:lnTo>
                          <a:pt x="-1793" y="14666"/>
                        </a:lnTo>
                        <a:cubicBezTo>
                          <a:pt x="1669" y="12643"/>
                          <a:pt x="5461" y="11116"/>
                          <a:pt x="9585" y="10085"/>
                        </a:cubicBezTo>
                        <a:cubicBezTo>
                          <a:pt x="13721" y="9054"/>
                          <a:pt x="18042" y="8538"/>
                          <a:pt x="22548" y="8538"/>
                        </a:cubicBezTo>
                        <a:cubicBezTo>
                          <a:pt x="30385" y="8538"/>
                          <a:pt x="36358" y="10085"/>
                          <a:pt x="40468" y="13178"/>
                        </a:cubicBezTo>
                        <a:cubicBezTo>
                          <a:pt x="44577" y="16272"/>
                          <a:pt x="46632" y="20773"/>
                          <a:pt x="46632" y="26682"/>
                        </a:cubicBezTo>
                        <a:cubicBezTo>
                          <a:pt x="46632" y="32142"/>
                          <a:pt x="44723" y="36405"/>
                          <a:pt x="40904" y="39472"/>
                        </a:cubicBezTo>
                        <a:cubicBezTo>
                          <a:pt x="37085" y="42552"/>
                          <a:pt x="31772" y="44092"/>
                          <a:pt x="24967" y="44092"/>
                        </a:cubicBezTo>
                        <a:lnTo>
                          <a:pt x="14183" y="44092"/>
                        </a:lnTo>
                        <a:lnTo>
                          <a:pt x="14183" y="54384"/>
                        </a:lnTo>
                        <a:lnTo>
                          <a:pt x="25462" y="54384"/>
                        </a:lnTo>
                        <a:cubicBezTo>
                          <a:pt x="31607" y="54384"/>
                          <a:pt x="36311" y="55613"/>
                          <a:pt x="39576" y="58072"/>
                        </a:cubicBezTo>
                        <a:cubicBezTo>
                          <a:pt x="42840" y="60531"/>
                          <a:pt x="44472" y="64074"/>
                          <a:pt x="44472" y="68701"/>
                        </a:cubicBezTo>
                        <a:cubicBezTo>
                          <a:pt x="44472" y="73447"/>
                          <a:pt x="42787" y="77089"/>
                          <a:pt x="39417" y="79627"/>
                        </a:cubicBezTo>
                        <a:cubicBezTo>
                          <a:pt x="36060" y="82178"/>
                          <a:pt x="31244" y="83454"/>
                          <a:pt x="24967" y="83454"/>
                        </a:cubicBezTo>
                        <a:cubicBezTo>
                          <a:pt x="21531" y="83454"/>
                          <a:pt x="17850" y="83077"/>
                          <a:pt x="13926" y="82324"/>
                        </a:cubicBezTo>
                        <a:cubicBezTo>
                          <a:pt x="10001" y="81583"/>
                          <a:pt x="5686" y="80433"/>
                          <a:pt x="982" y="78873"/>
                        </a:cubicBezTo>
                        <a:lnTo>
                          <a:pt x="982" y="90017"/>
                        </a:lnTo>
                        <a:cubicBezTo>
                          <a:pt x="5739" y="91339"/>
                          <a:pt x="10192" y="92331"/>
                          <a:pt x="14342" y="92992"/>
                        </a:cubicBezTo>
                        <a:cubicBezTo>
                          <a:pt x="18491" y="93653"/>
                          <a:pt x="22403" y="93983"/>
                          <a:pt x="26077" y="93983"/>
                        </a:cubicBezTo>
                        <a:cubicBezTo>
                          <a:pt x="35578" y="93983"/>
                          <a:pt x="43091" y="91822"/>
                          <a:pt x="48614" y="87499"/>
                        </a:cubicBezTo>
                        <a:cubicBezTo>
                          <a:pt x="54151" y="83189"/>
                          <a:pt x="56920" y="77360"/>
                          <a:pt x="56920" y="70009"/>
                        </a:cubicBezTo>
                        <a:cubicBezTo>
                          <a:pt x="56920" y="64880"/>
                          <a:pt x="55453" y="60551"/>
                          <a:pt x="52519" y="57021"/>
                        </a:cubicBezTo>
                        <a:cubicBezTo>
                          <a:pt x="49586" y="53492"/>
                          <a:pt x="45416" y="51046"/>
                          <a:pt x="40012" y="496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36" name="Freeform: Shape 135">
                    <a:extLst>
                      <a:ext uri="{FF2B5EF4-FFF2-40B4-BE49-F238E27FC236}">
                        <a16:creationId xmlns:a16="http://schemas.microsoft.com/office/drawing/2014/main" id="{BD83AD1D-1744-0A5B-311C-0C4F68125FA8}"/>
                      </a:ext>
                    </a:extLst>
                  </p:cNvPr>
                  <p:cNvSpPr/>
                  <p:nvPr/>
                </p:nvSpPr>
                <p:spPr>
                  <a:xfrm flipV="1">
                    <a:off x="6139246" y="5228057"/>
                    <a:ext cx="63926" cy="95994"/>
                  </a:xfrm>
                  <a:custGeom>
                    <a:avLst/>
                    <a:gdLst>
                      <a:gd name="connsiteX0" fmla="*/ 30155 w 63926"/>
                      <a:gd name="connsiteY0" fmla="*/ 84069 h 95994"/>
                      <a:gd name="connsiteX1" fmla="*/ 15626 w 63926"/>
                      <a:gd name="connsiteY1" fmla="*/ 74550 h 95994"/>
                      <a:gd name="connsiteX2" fmla="*/ 10769 w 63926"/>
                      <a:gd name="connsiteY2" fmla="*/ 45956 h 95994"/>
                      <a:gd name="connsiteX3" fmla="*/ 15626 w 63926"/>
                      <a:gd name="connsiteY3" fmla="*/ 17422 h 95994"/>
                      <a:gd name="connsiteX4" fmla="*/ 30155 w 63926"/>
                      <a:gd name="connsiteY4" fmla="*/ 7904 h 95994"/>
                      <a:gd name="connsiteX5" fmla="*/ 44745 w 63926"/>
                      <a:gd name="connsiteY5" fmla="*/ 17422 h 95994"/>
                      <a:gd name="connsiteX6" fmla="*/ 49621 w 63926"/>
                      <a:gd name="connsiteY6" fmla="*/ 45956 h 95994"/>
                      <a:gd name="connsiteX7" fmla="*/ 44745 w 63926"/>
                      <a:gd name="connsiteY7" fmla="*/ 74550 h 95994"/>
                      <a:gd name="connsiteX8" fmla="*/ 30155 w 63926"/>
                      <a:gd name="connsiteY8" fmla="*/ 84069 h 95994"/>
                      <a:gd name="connsiteX9" fmla="*/ 30155 w 63926"/>
                      <a:gd name="connsiteY9" fmla="*/ 93983 h 95994"/>
                      <a:gd name="connsiteX10" fmla="*/ 53922 w 63926"/>
                      <a:gd name="connsiteY10" fmla="*/ 81669 h 95994"/>
                      <a:gd name="connsiteX11" fmla="*/ 62129 w 63926"/>
                      <a:gd name="connsiteY11" fmla="*/ 45956 h 95994"/>
                      <a:gd name="connsiteX12" fmla="*/ 53922 w 63926"/>
                      <a:gd name="connsiteY12" fmla="*/ 10283 h 95994"/>
                      <a:gd name="connsiteX13" fmla="*/ 30155 w 63926"/>
                      <a:gd name="connsiteY13" fmla="*/ -2011 h 95994"/>
                      <a:gd name="connsiteX14" fmla="*/ 6408 w 63926"/>
                      <a:gd name="connsiteY14" fmla="*/ 10283 h 95994"/>
                      <a:gd name="connsiteX15" fmla="*/ -1798 w 63926"/>
                      <a:gd name="connsiteY15" fmla="*/ 45956 h 95994"/>
                      <a:gd name="connsiteX16" fmla="*/ 6408 w 63926"/>
                      <a:gd name="connsiteY16" fmla="*/ 81669 h 95994"/>
                      <a:gd name="connsiteX17" fmla="*/ 30155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55" y="84069"/>
                        </a:moveTo>
                        <a:cubicBezTo>
                          <a:pt x="23720" y="84069"/>
                          <a:pt x="18877" y="80896"/>
                          <a:pt x="15626" y="74550"/>
                        </a:cubicBezTo>
                        <a:cubicBezTo>
                          <a:pt x="12388" y="68218"/>
                          <a:pt x="10769" y="58687"/>
                          <a:pt x="10769" y="45956"/>
                        </a:cubicBezTo>
                        <a:cubicBezTo>
                          <a:pt x="10769" y="33279"/>
                          <a:pt x="12388" y="23767"/>
                          <a:pt x="15626" y="17422"/>
                        </a:cubicBezTo>
                        <a:cubicBezTo>
                          <a:pt x="18877" y="11076"/>
                          <a:pt x="23720" y="7904"/>
                          <a:pt x="30155" y="7904"/>
                        </a:cubicBezTo>
                        <a:cubicBezTo>
                          <a:pt x="36644" y="7904"/>
                          <a:pt x="41507" y="11076"/>
                          <a:pt x="44745" y="17422"/>
                        </a:cubicBezTo>
                        <a:cubicBezTo>
                          <a:pt x="47995" y="23767"/>
                          <a:pt x="49621" y="33279"/>
                          <a:pt x="49621" y="45956"/>
                        </a:cubicBezTo>
                        <a:cubicBezTo>
                          <a:pt x="49621" y="58687"/>
                          <a:pt x="47995" y="68218"/>
                          <a:pt x="44745" y="74550"/>
                        </a:cubicBezTo>
                        <a:cubicBezTo>
                          <a:pt x="41507" y="80896"/>
                          <a:pt x="36644" y="84069"/>
                          <a:pt x="30155" y="84069"/>
                        </a:cubicBezTo>
                        <a:close/>
                        <a:moveTo>
                          <a:pt x="30155" y="93983"/>
                        </a:moveTo>
                        <a:cubicBezTo>
                          <a:pt x="40529" y="93983"/>
                          <a:pt x="48451" y="89879"/>
                          <a:pt x="53922" y="81669"/>
                        </a:cubicBezTo>
                        <a:cubicBezTo>
                          <a:pt x="59393" y="73473"/>
                          <a:pt x="62129" y="61569"/>
                          <a:pt x="62129" y="45956"/>
                        </a:cubicBezTo>
                        <a:cubicBezTo>
                          <a:pt x="62129" y="30384"/>
                          <a:pt x="59393" y="18493"/>
                          <a:pt x="53922" y="10283"/>
                        </a:cubicBezTo>
                        <a:cubicBezTo>
                          <a:pt x="48451" y="2087"/>
                          <a:pt x="40529" y="-2011"/>
                          <a:pt x="30155" y="-2011"/>
                        </a:cubicBezTo>
                        <a:cubicBezTo>
                          <a:pt x="19795" y="-2011"/>
                          <a:pt x="11879" y="2087"/>
                          <a:pt x="6408" y="10283"/>
                        </a:cubicBezTo>
                        <a:cubicBezTo>
                          <a:pt x="937" y="18493"/>
                          <a:pt x="-1798" y="30384"/>
                          <a:pt x="-1798" y="45956"/>
                        </a:cubicBezTo>
                        <a:cubicBezTo>
                          <a:pt x="-1798" y="61569"/>
                          <a:pt x="937" y="73473"/>
                          <a:pt x="6408" y="81669"/>
                        </a:cubicBezTo>
                        <a:cubicBezTo>
                          <a:pt x="11879" y="89879"/>
                          <a:pt x="19795" y="93983"/>
                          <a:pt x="30155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37" name="Freeform: Shape 136">
                    <a:extLst>
                      <a:ext uri="{FF2B5EF4-FFF2-40B4-BE49-F238E27FC236}">
                        <a16:creationId xmlns:a16="http://schemas.microsoft.com/office/drawing/2014/main" id="{5CE35F9E-9717-F30C-5E45-5B503745D310}"/>
                      </a:ext>
                    </a:extLst>
                  </p:cNvPr>
                  <p:cNvSpPr/>
                  <p:nvPr/>
                </p:nvSpPr>
                <p:spPr>
                  <a:xfrm flipV="1">
                    <a:off x="6219960" y="5228057"/>
                    <a:ext cx="63926" cy="95994"/>
                  </a:xfrm>
                  <a:custGeom>
                    <a:avLst/>
                    <a:gdLst>
                      <a:gd name="connsiteX0" fmla="*/ 30162 w 63926"/>
                      <a:gd name="connsiteY0" fmla="*/ 84069 h 95994"/>
                      <a:gd name="connsiteX1" fmla="*/ 15632 w 63926"/>
                      <a:gd name="connsiteY1" fmla="*/ 74550 h 95994"/>
                      <a:gd name="connsiteX2" fmla="*/ 10776 w 63926"/>
                      <a:gd name="connsiteY2" fmla="*/ 45956 h 95994"/>
                      <a:gd name="connsiteX3" fmla="*/ 15632 w 63926"/>
                      <a:gd name="connsiteY3" fmla="*/ 17422 h 95994"/>
                      <a:gd name="connsiteX4" fmla="*/ 30162 w 63926"/>
                      <a:gd name="connsiteY4" fmla="*/ 7904 h 95994"/>
                      <a:gd name="connsiteX5" fmla="*/ 44751 w 63926"/>
                      <a:gd name="connsiteY5" fmla="*/ 17422 h 95994"/>
                      <a:gd name="connsiteX6" fmla="*/ 49627 w 63926"/>
                      <a:gd name="connsiteY6" fmla="*/ 45956 h 95994"/>
                      <a:gd name="connsiteX7" fmla="*/ 44751 w 63926"/>
                      <a:gd name="connsiteY7" fmla="*/ 74550 h 95994"/>
                      <a:gd name="connsiteX8" fmla="*/ 30162 w 63926"/>
                      <a:gd name="connsiteY8" fmla="*/ 84069 h 95994"/>
                      <a:gd name="connsiteX9" fmla="*/ 30162 w 63926"/>
                      <a:gd name="connsiteY9" fmla="*/ 93983 h 95994"/>
                      <a:gd name="connsiteX10" fmla="*/ 53929 w 63926"/>
                      <a:gd name="connsiteY10" fmla="*/ 81669 h 95994"/>
                      <a:gd name="connsiteX11" fmla="*/ 62135 w 63926"/>
                      <a:gd name="connsiteY11" fmla="*/ 45956 h 95994"/>
                      <a:gd name="connsiteX12" fmla="*/ 53929 w 63926"/>
                      <a:gd name="connsiteY12" fmla="*/ 10283 h 95994"/>
                      <a:gd name="connsiteX13" fmla="*/ 30162 w 63926"/>
                      <a:gd name="connsiteY13" fmla="*/ -2011 h 95994"/>
                      <a:gd name="connsiteX14" fmla="*/ 6415 w 63926"/>
                      <a:gd name="connsiteY14" fmla="*/ 10283 h 95994"/>
                      <a:gd name="connsiteX15" fmla="*/ -1792 w 63926"/>
                      <a:gd name="connsiteY15" fmla="*/ 45956 h 95994"/>
                      <a:gd name="connsiteX16" fmla="*/ 6415 w 63926"/>
                      <a:gd name="connsiteY16" fmla="*/ 81669 h 95994"/>
                      <a:gd name="connsiteX17" fmla="*/ 30162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62" y="84069"/>
                        </a:moveTo>
                        <a:cubicBezTo>
                          <a:pt x="23726" y="84069"/>
                          <a:pt x="18883" y="80896"/>
                          <a:pt x="15632" y="74550"/>
                        </a:cubicBezTo>
                        <a:cubicBezTo>
                          <a:pt x="12394" y="68218"/>
                          <a:pt x="10776" y="58687"/>
                          <a:pt x="10776" y="45956"/>
                        </a:cubicBezTo>
                        <a:cubicBezTo>
                          <a:pt x="10776" y="33279"/>
                          <a:pt x="12394" y="23767"/>
                          <a:pt x="15632" y="17422"/>
                        </a:cubicBezTo>
                        <a:cubicBezTo>
                          <a:pt x="18883" y="11076"/>
                          <a:pt x="23726" y="7904"/>
                          <a:pt x="30162" y="7904"/>
                        </a:cubicBezTo>
                        <a:cubicBezTo>
                          <a:pt x="36650" y="7904"/>
                          <a:pt x="41513" y="11076"/>
                          <a:pt x="44751" y="17422"/>
                        </a:cubicBezTo>
                        <a:cubicBezTo>
                          <a:pt x="48002" y="23767"/>
                          <a:pt x="49627" y="33279"/>
                          <a:pt x="49627" y="45956"/>
                        </a:cubicBezTo>
                        <a:cubicBezTo>
                          <a:pt x="49627" y="58687"/>
                          <a:pt x="48002" y="68218"/>
                          <a:pt x="44751" y="74550"/>
                        </a:cubicBezTo>
                        <a:cubicBezTo>
                          <a:pt x="41513" y="80896"/>
                          <a:pt x="36650" y="84069"/>
                          <a:pt x="30162" y="84069"/>
                        </a:cubicBezTo>
                        <a:close/>
                        <a:moveTo>
                          <a:pt x="30162" y="93983"/>
                        </a:moveTo>
                        <a:cubicBezTo>
                          <a:pt x="40535" y="93983"/>
                          <a:pt x="48458" y="89879"/>
                          <a:pt x="53929" y="81669"/>
                        </a:cubicBezTo>
                        <a:cubicBezTo>
                          <a:pt x="59400" y="73473"/>
                          <a:pt x="62135" y="61569"/>
                          <a:pt x="62135" y="45956"/>
                        </a:cubicBezTo>
                        <a:cubicBezTo>
                          <a:pt x="62135" y="30384"/>
                          <a:pt x="59400" y="18493"/>
                          <a:pt x="53929" y="10283"/>
                        </a:cubicBezTo>
                        <a:cubicBezTo>
                          <a:pt x="48458" y="2087"/>
                          <a:pt x="40535" y="-2011"/>
                          <a:pt x="30162" y="-2011"/>
                        </a:cubicBezTo>
                        <a:cubicBezTo>
                          <a:pt x="19801" y="-2011"/>
                          <a:pt x="11886" y="2087"/>
                          <a:pt x="6415" y="10283"/>
                        </a:cubicBezTo>
                        <a:cubicBezTo>
                          <a:pt x="944" y="18493"/>
                          <a:pt x="-1792" y="30384"/>
                          <a:pt x="-1792" y="45956"/>
                        </a:cubicBezTo>
                        <a:cubicBezTo>
                          <a:pt x="-1792" y="61569"/>
                          <a:pt x="944" y="73473"/>
                          <a:pt x="6415" y="81669"/>
                        </a:cubicBezTo>
                        <a:cubicBezTo>
                          <a:pt x="11886" y="89879"/>
                          <a:pt x="19801" y="93983"/>
                          <a:pt x="30162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38" name="Graphic 110">
                <a:extLst>
                  <a:ext uri="{FF2B5EF4-FFF2-40B4-BE49-F238E27FC236}">
                    <a16:creationId xmlns:a16="http://schemas.microsoft.com/office/drawing/2014/main" id="{45C33333-2686-32DB-C784-C3FEA25E29AA}"/>
                  </a:ext>
                </a:extLst>
              </p:cNvPr>
              <p:cNvGrpSpPr/>
              <p:nvPr/>
            </p:nvGrpSpPr>
            <p:grpSpPr>
              <a:xfrm>
                <a:off x="6743958" y="5136981"/>
                <a:ext cx="227514" cy="187070"/>
                <a:chOff x="6743958" y="5136981"/>
                <a:chExt cx="227514" cy="187070"/>
              </a:xfrm>
              <a:solidFill>
                <a:srgbClr val="000000"/>
              </a:solidFill>
            </p:grpSpPr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C0996EEE-E86E-B446-4735-77AFC85AA8F9}"/>
                    </a:ext>
                  </a:extLst>
                </p:cNvPr>
                <p:cNvSpPr/>
                <p:nvPr/>
              </p:nvSpPr>
              <p:spPr>
                <a:xfrm>
                  <a:off x="6858828" y="5136981"/>
                  <a:ext cx="12686" cy="44417"/>
                </a:xfrm>
                <a:custGeom>
                  <a:avLst/>
                  <a:gdLst>
                    <a:gd name="connsiteX0" fmla="*/ 291 w 12686"/>
                    <a:gd name="connsiteY0" fmla="*/ 308 h 44417"/>
                    <a:gd name="connsiteX1" fmla="*/ 291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91" y="308"/>
                      </a:moveTo>
                      <a:lnTo>
                        <a:pt x="291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40" name="Graphic 110">
                  <a:extLst>
                    <a:ext uri="{FF2B5EF4-FFF2-40B4-BE49-F238E27FC236}">
                      <a16:creationId xmlns:a16="http://schemas.microsoft.com/office/drawing/2014/main" id="{B2D7AA2D-ABF3-BC45-7C3A-B2D0BFC745A0}"/>
                    </a:ext>
                  </a:extLst>
                </p:cNvPr>
                <p:cNvGrpSpPr/>
                <p:nvPr/>
              </p:nvGrpSpPr>
              <p:grpSpPr>
                <a:xfrm>
                  <a:off x="6743958" y="5228057"/>
                  <a:ext cx="227514" cy="95994"/>
                  <a:chOff x="6743958" y="5228057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141" name="Freeform: Shape 140">
                    <a:extLst>
                      <a:ext uri="{FF2B5EF4-FFF2-40B4-BE49-F238E27FC236}">
                        <a16:creationId xmlns:a16="http://schemas.microsoft.com/office/drawing/2014/main" id="{14F2D170-CF9E-F350-9425-F705CBE248E6}"/>
                      </a:ext>
                    </a:extLst>
                  </p:cNvPr>
                  <p:cNvSpPr/>
                  <p:nvPr/>
                </p:nvSpPr>
                <p:spPr>
                  <a:xfrm flipV="1">
                    <a:off x="6743958" y="5229723"/>
                    <a:ext cx="67395" cy="92524"/>
                  </a:xfrm>
                  <a:custGeom>
                    <a:avLst/>
                    <a:gdLst>
                      <a:gd name="connsiteX0" fmla="*/ 40017 w 67395"/>
                      <a:gd name="connsiteY0" fmla="*/ 79603 h 92524"/>
                      <a:gd name="connsiteX1" fmla="*/ 8420 w 67395"/>
                      <a:gd name="connsiteY1" fmla="*/ 30208 h 92524"/>
                      <a:gd name="connsiteX2" fmla="*/ 40017 w 67395"/>
                      <a:gd name="connsiteY2" fmla="*/ 30208 h 92524"/>
                      <a:gd name="connsiteX3" fmla="*/ 40017 w 67395"/>
                      <a:gd name="connsiteY3" fmla="*/ 79603 h 92524"/>
                      <a:gd name="connsiteX4" fmla="*/ 36726 w 67395"/>
                      <a:gd name="connsiteY4" fmla="*/ 90510 h 92524"/>
                      <a:gd name="connsiteX5" fmla="*/ 52465 w 67395"/>
                      <a:gd name="connsiteY5" fmla="*/ 90510 h 92524"/>
                      <a:gd name="connsiteX6" fmla="*/ 52465 w 67395"/>
                      <a:gd name="connsiteY6" fmla="*/ 30208 h 92524"/>
                      <a:gd name="connsiteX7" fmla="*/ 65667 w 67395"/>
                      <a:gd name="connsiteY7" fmla="*/ 30208 h 92524"/>
                      <a:gd name="connsiteX8" fmla="*/ 65667 w 67395"/>
                      <a:gd name="connsiteY8" fmla="*/ 19798 h 92524"/>
                      <a:gd name="connsiteX9" fmla="*/ 52465 w 67395"/>
                      <a:gd name="connsiteY9" fmla="*/ 19798 h 92524"/>
                      <a:gd name="connsiteX10" fmla="*/ 52465 w 67395"/>
                      <a:gd name="connsiteY10" fmla="*/ -2014 h 92524"/>
                      <a:gd name="connsiteX11" fmla="*/ 40017 w 67395"/>
                      <a:gd name="connsiteY11" fmla="*/ -2014 h 92524"/>
                      <a:gd name="connsiteX12" fmla="*/ 40017 w 67395"/>
                      <a:gd name="connsiteY12" fmla="*/ 19798 h 92524"/>
                      <a:gd name="connsiteX13" fmla="*/ -1729 w 67395"/>
                      <a:gd name="connsiteY13" fmla="*/ 19798 h 92524"/>
                      <a:gd name="connsiteX14" fmla="*/ -1729 w 67395"/>
                      <a:gd name="connsiteY14" fmla="*/ 31874 h 92524"/>
                      <a:gd name="connsiteX15" fmla="*/ 36726 w 67395"/>
                      <a:gd name="connsiteY15" fmla="*/ 905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40017" y="79603"/>
                        </a:moveTo>
                        <a:lnTo>
                          <a:pt x="8420" y="30208"/>
                        </a:lnTo>
                        <a:lnTo>
                          <a:pt x="40017" y="30208"/>
                        </a:lnTo>
                        <a:lnTo>
                          <a:pt x="40017" y="79603"/>
                        </a:lnTo>
                        <a:close/>
                        <a:moveTo>
                          <a:pt x="36726" y="90510"/>
                        </a:moveTo>
                        <a:lnTo>
                          <a:pt x="52465" y="90510"/>
                        </a:lnTo>
                        <a:lnTo>
                          <a:pt x="52465" y="30208"/>
                        </a:lnTo>
                        <a:lnTo>
                          <a:pt x="65667" y="30208"/>
                        </a:lnTo>
                        <a:lnTo>
                          <a:pt x="65667" y="19798"/>
                        </a:lnTo>
                        <a:lnTo>
                          <a:pt x="52465" y="19798"/>
                        </a:lnTo>
                        <a:lnTo>
                          <a:pt x="52465" y="-2014"/>
                        </a:lnTo>
                        <a:lnTo>
                          <a:pt x="40017" y="-2014"/>
                        </a:lnTo>
                        <a:lnTo>
                          <a:pt x="40017" y="19798"/>
                        </a:lnTo>
                        <a:lnTo>
                          <a:pt x="-1729" y="19798"/>
                        </a:lnTo>
                        <a:lnTo>
                          <a:pt x="-1729" y="31874"/>
                        </a:lnTo>
                        <a:lnTo>
                          <a:pt x="36726" y="905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2" name="Freeform: Shape 141">
                    <a:extLst>
                      <a:ext uri="{FF2B5EF4-FFF2-40B4-BE49-F238E27FC236}">
                        <a16:creationId xmlns:a16="http://schemas.microsoft.com/office/drawing/2014/main" id="{4ED17131-41DD-BE17-EEAC-870D6A6CB292}"/>
                      </a:ext>
                    </a:extLst>
                  </p:cNvPr>
                  <p:cNvSpPr/>
                  <p:nvPr/>
                </p:nvSpPr>
                <p:spPr>
                  <a:xfrm flipV="1">
                    <a:off x="6826832" y="5228057"/>
                    <a:ext cx="63926" cy="95994"/>
                  </a:xfrm>
                  <a:custGeom>
                    <a:avLst/>
                    <a:gdLst>
                      <a:gd name="connsiteX0" fmla="*/ 30210 w 63926"/>
                      <a:gd name="connsiteY0" fmla="*/ 84069 h 95994"/>
                      <a:gd name="connsiteX1" fmla="*/ 15680 w 63926"/>
                      <a:gd name="connsiteY1" fmla="*/ 74550 h 95994"/>
                      <a:gd name="connsiteX2" fmla="*/ 10823 w 63926"/>
                      <a:gd name="connsiteY2" fmla="*/ 45956 h 95994"/>
                      <a:gd name="connsiteX3" fmla="*/ 15680 w 63926"/>
                      <a:gd name="connsiteY3" fmla="*/ 17422 h 95994"/>
                      <a:gd name="connsiteX4" fmla="*/ 30210 w 63926"/>
                      <a:gd name="connsiteY4" fmla="*/ 7904 h 95994"/>
                      <a:gd name="connsiteX5" fmla="*/ 44799 w 63926"/>
                      <a:gd name="connsiteY5" fmla="*/ 17422 h 95994"/>
                      <a:gd name="connsiteX6" fmla="*/ 49675 w 63926"/>
                      <a:gd name="connsiteY6" fmla="*/ 45956 h 95994"/>
                      <a:gd name="connsiteX7" fmla="*/ 44799 w 63926"/>
                      <a:gd name="connsiteY7" fmla="*/ 74550 h 95994"/>
                      <a:gd name="connsiteX8" fmla="*/ 30210 w 63926"/>
                      <a:gd name="connsiteY8" fmla="*/ 84069 h 95994"/>
                      <a:gd name="connsiteX9" fmla="*/ 30210 w 63926"/>
                      <a:gd name="connsiteY9" fmla="*/ 93983 h 95994"/>
                      <a:gd name="connsiteX10" fmla="*/ 53976 w 63926"/>
                      <a:gd name="connsiteY10" fmla="*/ 81669 h 95994"/>
                      <a:gd name="connsiteX11" fmla="*/ 62183 w 63926"/>
                      <a:gd name="connsiteY11" fmla="*/ 45956 h 95994"/>
                      <a:gd name="connsiteX12" fmla="*/ 53976 w 63926"/>
                      <a:gd name="connsiteY12" fmla="*/ 10283 h 95994"/>
                      <a:gd name="connsiteX13" fmla="*/ 30210 w 63926"/>
                      <a:gd name="connsiteY13" fmla="*/ -2011 h 95994"/>
                      <a:gd name="connsiteX14" fmla="*/ 6463 w 63926"/>
                      <a:gd name="connsiteY14" fmla="*/ 10283 h 95994"/>
                      <a:gd name="connsiteX15" fmla="*/ -1744 w 63926"/>
                      <a:gd name="connsiteY15" fmla="*/ 45956 h 95994"/>
                      <a:gd name="connsiteX16" fmla="*/ 6463 w 63926"/>
                      <a:gd name="connsiteY16" fmla="*/ 81669 h 95994"/>
                      <a:gd name="connsiteX17" fmla="*/ 30210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10" y="84069"/>
                        </a:moveTo>
                        <a:cubicBezTo>
                          <a:pt x="23774" y="84069"/>
                          <a:pt x="18931" y="80896"/>
                          <a:pt x="15680" y="74550"/>
                        </a:cubicBezTo>
                        <a:cubicBezTo>
                          <a:pt x="12442" y="68218"/>
                          <a:pt x="10823" y="58687"/>
                          <a:pt x="10823" y="45956"/>
                        </a:cubicBezTo>
                        <a:cubicBezTo>
                          <a:pt x="10823" y="33279"/>
                          <a:pt x="12442" y="23767"/>
                          <a:pt x="15680" y="17422"/>
                        </a:cubicBezTo>
                        <a:cubicBezTo>
                          <a:pt x="18931" y="11076"/>
                          <a:pt x="23774" y="7904"/>
                          <a:pt x="30210" y="7904"/>
                        </a:cubicBezTo>
                        <a:cubicBezTo>
                          <a:pt x="36698" y="7904"/>
                          <a:pt x="41561" y="11076"/>
                          <a:pt x="44799" y="17422"/>
                        </a:cubicBezTo>
                        <a:cubicBezTo>
                          <a:pt x="48050" y="23767"/>
                          <a:pt x="49675" y="33279"/>
                          <a:pt x="49675" y="45956"/>
                        </a:cubicBezTo>
                        <a:cubicBezTo>
                          <a:pt x="49675" y="58687"/>
                          <a:pt x="48050" y="68218"/>
                          <a:pt x="44799" y="74550"/>
                        </a:cubicBezTo>
                        <a:cubicBezTo>
                          <a:pt x="41561" y="80896"/>
                          <a:pt x="36698" y="84069"/>
                          <a:pt x="30210" y="84069"/>
                        </a:cubicBezTo>
                        <a:close/>
                        <a:moveTo>
                          <a:pt x="30210" y="93983"/>
                        </a:moveTo>
                        <a:cubicBezTo>
                          <a:pt x="40583" y="93983"/>
                          <a:pt x="48505" y="89879"/>
                          <a:pt x="53976" y="81669"/>
                        </a:cubicBezTo>
                        <a:cubicBezTo>
                          <a:pt x="59447" y="73473"/>
                          <a:pt x="62183" y="61569"/>
                          <a:pt x="62183" y="45956"/>
                        </a:cubicBezTo>
                        <a:cubicBezTo>
                          <a:pt x="62183" y="30384"/>
                          <a:pt x="59447" y="18493"/>
                          <a:pt x="53976" y="10283"/>
                        </a:cubicBezTo>
                        <a:cubicBezTo>
                          <a:pt x="48505" y="2087"/>
                          <a:pt x="40583" y="-2011"/>
                          <a:pt x="30210" y="-2011"/>
                        </a:cubicBezTo>
                        <a:cubicBezTo>
                          <a:pt x="19849" y="-2011"/>
                          <a:pt x="11933" y="2087"/>
                          <a:pt x="6463" y="10283"/>
                        </a:cubicBezTo>
                        <a:cubicBezTo>
                          <a:pt x="992" y="18493"/>
                          <a:pt x="-1744" y="30384"/>
                          <a:pt x="-1744" y="45956"/>
                        </a:cubicBezTo>
                        <a:cubicBezTo>
                          <a:pt x="-1744" y="61569"/>
                          <a:pt x="992" y="73473"/>
                          <a:pt x="6463" y="81669"/>
                        </a:cubicBezTo>
                        <a:cubicBezTo>
                          <a:pt x="11933" y="89879"/>
                          <a:pt x="19849" y="93983"/>
                          <a:pt x="30210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3" name="Freeform: Shape 142">
                    <a:extLst>
                      <a:ext uri="{FF2B5EF4-FFF2-40B4-BE49-F238E27FC236}">
                        <a16:creationId xmlns:a16="http://schemas.microsoft.com/office/drawing/2014/main" id="{616576E4-5366-95CA-F906-751859A00FEA}"/>
                      </a:ext>
                    </a:extLst>
                  </p:cNvPr>
                  <p:cNvSpPr/>
                  <p:nvPr/>
                </p:nvSpPr>
                <p:spPr>
                  <a:xfrm flipV="1">
                    <a:off x="6907546" y="5228057"/>
                    <a:ext cx="63926" cy="95994"/>
                  </a:xfrm>
                  <a:custGeom>
                    <a:avLst/>
                    <a:gdLst>
                      <a:gd name="connsiteX0" fmla="*/ 30216 w 63926"/>
                      <a:gd name="connsiteY0" fmla="*/ 84069 h 95994"/>
                      <a:gd name="connsiteX1" fmla="*/ 15686 w 63926"/>
                      <a:gd name="connsiteY1" fmla="*/ 74550 h 95994"/>
                      <a:gd name="connsiteX2" fmla="*/ 10830 w 63926"/>
                      <a:gd name="connsiteY2" fmla="*/ 45956 h 95994"/>
                      <a:gd name="connsiteX3" fmla="*/ 15686 w 63926"/>
                      <a:gd name="connsiteY3" fmla="*/ 17422 h 95994"/>
                      <a:gd name="connsiteX4" fmla="*/ 30216 w 63926"/>
                      <a:gd name="connsiteY4" fmla="*/ 7904 h 95994"/>
                      <a:gd name="connsiteX5" fmla="*/ 44805 w 63926"/>
                      <a:gd name="connsiteY5" fmla="*/ 17422 h 95994"/>
                      <a:gd name="connsiteX6" fmla="*/ 49681 w 63926"/>
                      <a:gd name="connsiteY6" fmla="*/ 45956 h 95994"/>
                      <a:gd name="connsiteX7" fmla="*/ 44805 w 63926"/>
                      <a:gd name="connsiteY7" fmla="*/ 74550 h 95994"/>
                      <a:gd name="connsiteX8" fmla="*/ 30216 w 63926"/>
                      <a:gd name="connsiteY8" fmla="*/ 84069 h 95994"/>
                      <a:gd name="connsiteX9" fmla="*/ 30216 w 63926"/>
                      <a:gd name="connsiteY9" fmla="*/ 93983 h 95994"/>
                      <a:gd name="connsiteX10" fmla="*/ 53983 w 63926"/>
                      <a:gd name="connsiteY10" fmla="*/ 81669 h 95994"/>
                      <a:gd name="connsiteX11" fmla="*/ 62189 w 63926"/>
                      <a:gd name="connsiteY11" fmla="*/ 45956 h 95994"/>
                      <a:gd name="connsiteX12" fmla="*/ 53983 w 63926"/>
                      <a:gd name="connsiteY12" fmla="*/ 10283 h 95994"/>
                      <a:gd name="connsiteX13" fmla="*/ 30216 w 63926"/>
                      <a:gd name="connsiteY13" fmla="*/ -2011 h 95994"/>
                      <a:gd name="connsiteX14" fmla="*/ 6469 w 63926"/>
                      <a:gd name="connsiteY14" fmla="*/ 10283 h 95994"/>
                      <a:gd name="connsiteX15" fmla="*/ -1738 w 63926"/>
                      <a:gd name="connsiteY15" fmla="*/ 45956 h 95994"/>
                      <a:gd name="connsiteX16" fmla="*/ 6469 w 63926"/>
                      <a:gd name="connsiteY16" fmla="*/ 81669 h 95994"/>
                      <a:gd name="connsiteX17" fmla="*/ 30216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16" y="84069"/>
                        </a:moveTo>
                        <a:cubicBezTo>
                          <a:pt x="23780" y="84069"/>
                          <a:pt x="18937" y="80896"/>
                          <a:pt x="15686" y="74550"/>
                        </a:cubicBezTo>
                        <a:cubicBezTo>
                          <a:pt x="12449" y="68218"/>
                          <a:pt x="10830" y="58687"/>
                          <a:pt x="10830" y="45956"/>
                        </a:cubicBezTo>
                        <a:cubicBezTo>
                          <a:pt x="10830" y="33279"/>
                          <a:pt x="12449" y="23767"/>
                          <a:pt x="15686" y="17422"/>
                        </a:cubicBezTo>
                        <a:cubicBezTo>
                          <a:pt x="18937" y="11076"/>
                          <a:pt x="23780" y="7904"/>
                          <a:pt x="30216" y="7904"/>
                        </a:cubicBezTo>
                        <a:cubicBezTo>
                          <a:pt x="36704" y="7904"/>
                          <a:pt x="41567" y="11076"/>
                          <a:pt x="44805" y="17422"/>
                        </a:cubicBezTo>
                        <a:cubicBezTo>
                          <a:pt x="48056" y="23767"/>
                          <a:pt x="49681" y="33279"/>
                          <a:pt x="49681" y="45956"/>
                        </a:cubicBezTo>
                        <a:cubicBezTo>
                          <a:pt x="49681" y="58687"/>
                          <a:pt x="48056" y="68218"/>
                          <a:pt x="44805" y="74550"/>
                        </a:cubicBezTo>
                        <a:cubicBezTo>
                          <a:pt x="41567" y="80896"/>
                          <a:pt x="36704" y="84069"/>
                          <a:pt x="30216" y="84069"/>
                        </a:cubicBezTo>
                        <a:close/>
                        <a:moveTo>
                          <a:pt x="30216" y="93983"/>
                        </a:moveTo>
                        <a:cubicBezTo>
                          <a:pt x="40590" y="93983"/>
                          <a:pt x="48512" y="89879"/>
                          <a:pt x="53983" y="81669"/>
                        </a:cubicBezTo>
                        <a:cubicBezTo>
                          <a:pt x="59454" y="73473"/>
                          <a:pt x="62189" y="61569"/>
                          <a:pt x="62189" y="45956"/>
                        </a:cubicBezTo>
                        <a:cubicBezTo>
                          <a:pt x="62189" y="30384"/>
                          <a:pt x="59454" y="18493"/>
                          <a:pt x="53983" y="10283"/>
                        </a:cubicBezTo>
                        <a:cubicBezTo>
                          <a:pt x="48512" y="2087"/>
                          <a:pt x="40590" y="-2011"/>
                          <a:pt x="30216" y="-2011"/>
                        </a:cubicBezTo>
                        <a:cubicBezTo>
                          <a:pt x="19856" y="-2011"/>
                          <a:pt x="11940" y="2087"/>
                          <a:pt x="6469" y="10283"/>
                        </a:cubicBezTo>
                        <a:cubicBezTo>
                          <a:pt x="998" y="18493"/>
                          <a:pt x="-1738" y="30384"/>
                          <a:pt x="-1738" y="45956"/>
                        </a:cubicBezTo>
                        <a:cubicBezTo>
                          <a:pt x="-1738" y="61569"/>
                          <a:pt x="998" y="73473"/>
                          <a:pt x="6469" y="81669"/>
                        </a:cubicBezTo>
                        <a:cubicBezTo>
                          <a:pt x="11940" y="89879"/>
                          <a:pt x="19856" y="93983"/>
                          <a:pt x="30216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44" name="Graphic 110">
                <a:extLst>
                  <a:ext uri="{FF2B5EF4-FFF2-40B4-BE49-F238E27FC236}">
                    <a16:creationId xmlns:a16="http://schemas.microsoft.com/office/drawing/2014/main" id="{DC7D736F-89BB-8657-C244-E689BA7BB38E}"/>
                  </a:ext>
                </a:extLst>
              </p:cNvPr>
              <p:cNvGrpSpPr/>
              <p:nvPr/>
            </p:nvGrpSpPr>
            <p:grpSpPr>
              <a:xfrm>
                <a:off x="7435132" y="5136981"/>
                <a:ext cx="223926" cy="187070"/>
                <a:chOff x="7435132" y="5136981"/>
                <a:chExt cx="223926" cy="187070"/>
              </a:xfrm>
              <a:solidFill>
                <a:srgbClr val="000000"/>
              </a:solidFill>
            </p:grpSpPr>
            <p:sp>
              <p:nvSpPr>
                <p:cNvPr id="145" name="Freeform: Shape 144">
                  <a:extLst>
                    <a:ext uri="{FF2B5EF4-FFF2-40B4-BE49-F238E27FC236}">
                      <a16:creationId xmlns:a16="http://schemas.microsoft.com/office/drawing/2014/main" id="{1FCEECD8-A7C5-97F4-1E28-BF90B9F8B204}"/>
                    </a:ext>
                  </a:extLst>
                </p:cNvPr>
                <p:cNvSpPr/>
                <p:nvPr/>
              </p:nvSpPr>
              <p:spPr>
                <a:xfrm>
                  <a:off x="7546414" y="5136981"/>
                  <a:ext cx="12686" cy="44417"/>
                </a:xfrm>
                <a:custGeom>
                  <a:avLst/>
                  <a:gdLst>
                    <a:gd name="connsiteX0" fmla="*/ 345 w 12686"/>
                    <a:gd name="connsiteY0" fmla="*/ 308 h 44417"/>
                    <a:gd name="connsiteX1" fmla="*/ 345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45" y="308"/>
                      </a:moveTo>
                      <a:lnTo>
                        <a:pt x="345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46" name="Graphic 110">
                  <a:extLst>
                    <a:ext uri="{FF2B5EF4-FFF2-40B4-BE49-F238E27FC236}">
                      <a16:creationId xmlns:a16="http://schemas.microsoft.com/office/drawing/2014/main" id="{6939F46D-0F46-B55B-B12C-B667E171FE04}"/>
                    </a:ext>
                  </a:extLst>
                </p:cNvPr>
                <p:cNvGrpSpPr/>
                <p:nvPr/>
              </p:nvGrpSpPr>
              <p:grpSpPr>
                <a:xfrm>
                  <a:off x="7435132" y="5228057"/>
                  <a:ext cx="223926" cy="95994"/>
                  <a:chOff x="7435132" y="5228057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47" name="Freeform: Shape 146">
                    <a:extLst>
                      <a:ext uri="{FF2B5EF4-FFF2-40B4-BE49-F238E27FC236}">
                        <a16:creationId xmlns:a16="http://schemas.microsoft.com/office/drawing/2014/main" id="{16EA11C1-38D6-7154-1DE8-D98B52CD628B}"/>
                      </a:ext>
                    </a:extLst>
                  </p:cNvPr>
                  <p:cNvSpPr/>
                  <p:nvPr/>
                </p:nvSpPr>
                <p:spPr>
                  <a:xfrm flipV="1">
                    <a:off x="7435132" y="5229723"/>
                    <a:ext cx="59843" cy="94328"/>
                  </a:xfrm>
                  <a:custGeom>
                    <a:avLst/>
                    <a:gdLst>
                      <a:gd name="connsiteX0" fmla="*/ 2240 w 59843"/>
                      <a:gd name="connsiteY0" fmla="*/ 92360 h 94328"/>
                      <a:gd name="connsiteX1" fmla="*/ 51359 w 59843"/>
                      <a:gd name="connsiteY1" fmla="*/ 92360 h 94328"/>
                      <a:gd name="connsiteX2" fmla="*/ 51359 w 59843"/>
                      <a:gd name="connsiteY2" fmla="*/ 81810 h 94328"/>
                      <a:gd name="connsiteX3" fmla="*/ 13697 w 59843"/>
                      <a:gd name="connsiteY3" fmla="*/ 81810 h 94328"/>
                      <a:gd name="connsiteX4" fmla="*/ 13697 w 59843"/>
                      <a:gd name="connsiteY4" fmla="*/ 59145 h 94328"/>
                      <a:gd name="connsiteX5" fmla="*/ 19128 w 59843"/>
                      <a:gd name="connsiteY5" fmla="*/ 60533 h 94328"/>
                      <a:gd name="connsiteX6" fmla="*/ 24599 w 59843"/>
                      <a:gd name="connsiteY6" fmla="*/ 60989 h 94328"/>
                      <a:gd name="connsiteX7" fmla="*/ 49119 w 59843"/>
                      <a:gd name="connsiteY7" fmla="*/ 52503 h 94328"/>
                      <a:gd name="connsiteX8" fmla="*/ 58178 w 59843"/>
                      <a:gd name="connsiteY8" fmla="*/ 29520 h 94328"/>
                      <a:gd name="connsiteX9" fmla="*/ 48882 w 59843"/>
                      <a:gd name="connsiteY9" fmla="*/ 6300 h 94328"/>
                      <a:gd name="connsiteX10" fmla="*/ 22677 w 59843"/>
                      <a:gd name="connsiteY10" fmla="*/ -1969 h 94328"/>
                      <a:gd name="connsiteX11" fmla="*/ 10803 w 59843"/>
                      <a:gd name="connsiteY11" fmla="*/ -977 h 94328"/>
                      <a:gd name="connsiteX12" fmla="*/ -1665 w 59843"/>
                      <a:gd name="connsiteY12" fmla="*/ 1997 h 94328"/>
                      <a:gd name="connsiteX13" fmla="*/ -1665 w 59843"/>
                      <a:gd name="connsiteY13" fmla="*/ 14589 h 94328"/>
                      <a:gd name="connsiteX14" fmla="*/ 9852 w 59843"/>
                      <a:gd name="connsiteY14" fmla="*/ 10068 h 94328"/>
                      <a:gd name="connsiteX15" fmla="*/ 22419 w 59843"/>
                      <a:gd name="connsiteY15" fmla="*/ 8580 h 94328"/>
                      <a:gd name="connsiteX16" fmla="*/ 39387 w 59843"/>
                      <a:gd name="connsiteY16" fmla="*/ 14212 h 94328"/>
                      <a:gd name="connsiteX17" fmla="*/ 45651 w 59843"/>
                      <a:gd name="connsiteY17" fmla="*/ 29520 h 94328"/>
                      <a:gd name="connsiteX18" fmla="*/ 39387 w 59843"/>
                      <a:gd name="connsiteY18" fmla="*/ 44809 h 94328"/>
                      <a:gd name="connsiteX19" fmla="*/ 22419 w 59843"/>
                      <a:gd name="connsiteY19" fmla="*/ 50460 h 94328"/>
                      <a:gd name="connsiteX20" fmla="*/ 12409 w 59843"/>
                      <a:gd name="connsiteY20" fmla="*/ 49350 h 94328"/>
                      <a:gd name="connsiteX21" fmla="*/ 2240 w 59843"/>
                      <a:gd name="connsiteY21" fmla="*/ 45879 h 94328"/>
                      <a:gd name="connsiteX22" fmla="*/ 2240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40" y="92360"/>
                        </a:moveTo>
                        <a:lnTo>
                          <a:pt x="51359" y="92360"/>
                        </a:lnTo>
                        <a:lnTo>
                          <a:pt x="51359" y="81810"/>
                        </a:lnTo>
                        <a:lnTo>
                          <a:pt x="13697" y="81810"/>
                        </a:lnTo>
                        <a:lnTo>
                          <a:pt x="13697" y="59145"/>
                        </a:lnTo>
                        <a:cubicBezTo>
                          <a:pt x="15508" y="59767"/>
                          <a:pt x="17318" y="60229"/>
                          <a:pt x="19128" y="60533"/>
                        </a:cubicBezTo>
                        <a:cubicBezTo>
                          <a:pt x="20952" y="60837"/>
                          <a:pt x="22776" y="60989"/>
                          <a:pt x="24599" y="60989"/>
                        </a:cubicBezTo>
                        <a:cubicBezTo>
                          <a:pt x="34920" y="60989"/>
                          <a:pt x="43094" y="58160"/>
                          <a:pt x="49119" y="52503"/>
                        </a:cubicBezTo>
                        <a:cubicBezTo>
                          <a:pt x="55159" y="46845"/>
                          <a:pt x="58178" y="39184"/>
                          <a:pt x="58178" y="29520"/>
                        </a:cubicBezTo>
                        <a:cubicBezTo>
                          <a:pt x="58178" y="19566"/>
                          <a:pt x="55079" y="11826"/>
                          <a:pt x="48882" y="6300"/>
                        </a:cubicBezTo>
                        <a:cubicBezTo>
                          <a:pt x="42684" y="787"/>
                          <a:pt x="33949" y="-1969"/>
                          <a:pt x="22677" y="-1969"/>
                        </a:cubicBezTo>
                        <a:cubicBezTo>
                          <a:pt x="18791" y="-1969"/>
                          <a:pt x="14834" y="-1638"/>
                          <a:pt x="10803" y="-977"/>
                        </a:cubicBezTo>
                        <a:cubicBezTo>
                          <a:pt x="6786" y="-316"/>
                          <a:pt x="2630" y="675"/>
                          <a:pt x="-1665" y="1997"/>
                        </a:cubicBezTo>
                        <a:lnTo>
                          <a:pt x="-1665" y="14589"/>
                        </a:lnTo>
                        <a:cubicBezTo>
                          <a:pt x="2048" y="12566"/>
                          <a:pt x="5887" y="11059"/>
                          <a:pt x="9852" y="10068"/>
                        </a:cubicBezTo>
                        <a:cubicBezTo>
                          <a:pt x="13816" y="9076"/>
                          <a:pt x="18005" y="8580"/>
                          <a:pt x="22419" y="8580"/>
                        </a:cubicBezTo>
                        <a:cubicBezTo>
                          <a:pt x="29568" y="8580"/>
                          <a:pt x="35224" y="10458"/>
                          <a:pt x="39387" y="14212"/>
                        </a:cubicBezTo>
                        <a:cubicBezTo>
                          <a:pt x="43563" y="17966"/>
                          <a:pt x="45651" y="23069"/>
                          <a:pt x="45651" y="29520"/>
                        </a:cubicBezTo>
                        <a:cubicBezTo>
                          <a:pt x="45651" y="35958"/>
                          <a:pt x="43563" y="41054"/>
                          <a:pt x="39387" y="44809"/>
                        </a:cubicBezTo>
                        <a:cubicBezTo>
                          <a:pt x="35224" y="48576"/>
                          <a:pt x="29568" y="50460"/>
                          <a:pt x="22419" y="50460"/>
                        </a:cubicBezTo>
                        <a:cubicBezTo>
                          <a:pt x="19076" y="50460"/>
                          <a:pt x="15739" y="50090"/>
                          <a:pt x="12409" y="49350"/>
                        </a:cubicBezTo>
                        <a:cubicBezTo>
                          <a:pt x="9092" y="48609"/>
                          <a:pt x="5702" y="47453"/>
                          <a:pt x="2240" y="45879"/>
                        </a:cubicBezTo>
                        <a:lnTo>
                          <a:pt x="2240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8" name="Freeform: Shape 147">
                    <a:extLst>
                      <a:ext uri="{FF2B5EF4-FFF2-40B4-BE49-F238E27FC236}">
                        <a16:creationId xmlns:a16="http://schemas.microsoft.com/office/drawing/2014/main" id="{36C3E8CE-937B-EA8C-DDE5-834444D58F4F}"/>
                      </a:ext>
                    </a:extLst>
                  </p:cNvPr>
                  <p:cNvSpPr/>
                  <p:nvPr/>
                </p:nvSpPr>
                <p:spPr>
                  <a:xfrm flipV="1">
                    <a:off x="7514418" y="5228057"/>
                    <a:ext cx="63926" cy="95994"/>
                  </a:xfrm>
                  <a:custGeom>
                    <a:avLst/>
                    <a:gdLst>
                      <a:gd name="connsiteX0" fmla="*/ 30264 w 63926"/>
                      <a:gd name="connsiteY0" fmla="*/ 84069 h 95994"/>
                      <a:gd name="connsiteX1" fmla="*/ 15734 w 63926"/>
                      <a:gd name="connsiteY1" fmla="*/ 74550 h 95994"/>
                      <a:gd name="connsiteX2" fmla="*/ 10878 w 63926"/>
                      <a:gd name="connsiteY2" fmla="*/ 45956 h 95994"/>
                      <a:gd name="connsiteX3" fmla="*/ 15734 w 63926"/>
                      <a:gd name="connsiteY3" fmla="*/ 17422 h 95994"/>
                      <a:gd name="connsiteX4" fmla="*/ 30264 w 63926"/>
                      <a:gd name="connsiteY4" fmla="*/ 7904 h 95994"/>
                      <a:gd name="connsiteX5" fmla="*/ 44853 w 63926"/>
                      <a:gd name="connsiteY5" fmla="*/ 17422 h 95994"/>
                      <a:gd name="connsiteX6" fmla="*/ 49729 w 63926"/>
                      <a:gd name="connsiteY6" fmla="*/ 45956 h 95994"/>
                      <a:gd name="connsiteX7" fmla="*/ 44853 w 63926"/>
                      <a:gd name="connsiteY7" fmla="*/ 74550 h 95994"/>
                      <a:gd name="connsiteX8" fmla="*/ 30264 w 63926"/>
                      <a:gd name="connsiteY8" fmla="*/ 84069 h 95994"/>
                      <a:gd name="connsiteX9" fmla="*/ 30264 w 63926"/>
                      <a:gd name="connsiteY9" fmla="*/ 93983 h 95994"/>
                      <a:gd name="connsiteX10" fmla="*/ 54031 w 63926"/>
                      <a:gd name="connsiteY10" fmla="*/ 81669 h 95994"/>
                      <a:gd name="connsiteX11" fmla="*/ 62237 w 63926"/>
                      <a:gd name="connsiteY11" fmla="*/ 45956 h 95994"/>
                      <a:gd name="connsiteX12" fmla="*/ 54031 w 63926"/>
                      <a:gd name="connsiteY12" fmla="*/ 10283 h 95994"/>
                      <a:gd name="connsiteX13" fmla="*/ 30264 w 63926"/>
                      <a:gd name="connsiteY13" fmla="*/ -2011 h 95994"/>
                      <a:gd name="connsiteX14" fmla="*/ 6517 w 63926"/>
                      <a:gd name="connsiteY14" fmla="*/ 10283 h 95994"/>
                      <a:gd name="connsiteX15" fmla="*/ -1690 w 63926"/>
                      <a:gd name="connsiteY15" fmla="*/ 45956 h 95994"/>
                      <a:gd name="connsiteX16" fmla="*/ 6517 w 63926"/>
                      <a:gd name="connsiteY16" fmla="*/ 81669 h 95994"/>
                      <a:gd name="connsiteX17" fmla="*/ 30264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64" y="84069"/>
                        </a:moveTo>
                        <a:cubicBezTo>
                          <a:pt x="23828" y="84069"/>
                          <a:pt x="18985" y="80896"/>
                          <a:pt x="15734" y="74550"/>
                        </a:cubicBezTo>
                        <a:cubicBezTo>
                          <a:pt x="12496" y="68218"/>
                          <a:pt x="10878" y="58687"/>
                          <a:pt x="10878" y="45956"/>
                        </a:cubicBezTo>
                        <a:cubicBezTo>
                          <a:pt x="10878" y="33279"/>
                          <a:pt x="12496" y="23767"/>
                          <a:pt x="15734" y="17422"/>
                        </a:cubicBezTo>
                        <a:cubicBezTo>
                          <a:pt x="18985" y="11076"/>
                          <a:pt x="23828" y="7904"/>
                          <a:pt x="30264" y="7904"/>
                        </a:cubicBezTo>
                        <a:cubicBezTo>
                          <a:pt x="36752" y="7904"/>
                          <a:pt x="41615" y="11076"/>
                          <a:pt x="44853" y="17422"/>
                        </a:cubicBezTo>
                        <a:cubicBezTo>
                          <a:pt x="48104" y="23767"/>
                          <a:pt x="49729" y="33279"/>
                          <a:pt x="49729" y="45956"/>
                        </a:cubicBezTo>
                        <a:cubicBezTo>
                          <a:pt x="49729" y="58687"/>
                          <a:pt x="48104" y="68218"/>
                          <a:pt x="44853" y="74550"/>
                        </a:cubicBezTo>
                        <a:cubicBezTo>
                          <a:pt x="41615" y="80896"/>
                          <a:pt x="36752" y="84069"/>
                          <a:pt x="30264" y="84069"/>
                        </a:cubicBezTo>
                        <a:close/>
                        <a:moveTo>
                          <a:pt x="30264" y="93983"/>
                        </a:moveTo>
                        <a:cubicBezTo>
                          <a:pt x="40637" y="93983"/>
                          <a:pt x="48560" y="89879"/>
                          <a:pt x="54031" y="81669"/>
                        </a:cubicBezTo>
                        <a:cubicBezTo>
                          <a:pt x="59502" y="73473"/>
                          <a:pt x="62237" y="61569"/>
                          <a:pt x="62237" y="45956"/>
                        </a:cubicBezTo>
                        <a:cubicBezTo>
                          <a:pt x="62237" y="30384"/>
                          <a:pt x="59502" y="18493"/>
                          <a:pt x="54031" y="10283"/>
                        </a:cubicBezTo>
                        <a:cubicBezTo>
                          <a:pt x="48560" y="2087"/>
                          <a:pt x="40637" y="-2011"/>
                          <a:pt x="30264" y="-2011"/>
                        </a:cubicBezTo>
                        <a:cubicBezTo>
                          <a:pt x="19903" y="-2011"/>
                          <a:pt x="11988" y="2087"/>
                          <a:pt x="6517" y="10283"/>
                        </a:cubicBezTo>
                        <a:cubicBezTo>
                          <a:pt x="1046" y="18493"/>
                          <a:pt x="-1690" y="30384"/>
                          <a:pt x="-1690" y="45956"/>
                        </a:cubicBezTo>
                        <a:cubicBezTo>
                          <a:pt x="-1690" y="61569"/>
                          <a:pt x="1046" y="73473"/>
                          <a:pt x="6517" y="81669"/>
                        </a:cubicBezTo>
                        <a:cubicBezTo>
                          <a:pt x="11988" y="89879"/>
                          <a:pt x="19903" y="93983"/>
                          <a:pt x="30264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9" name="Freeform: Shape 148">
                    <a:extLst>
                      <a:ext uri="{FF2B5EF4-FFF2-40B4-BE49-F238E27FC236}">
                        <a16:creationId xmlns:a16="http://schemas.microsoft.com/office/drawing/2014/main" id="{52E34C63-87DA-4F17-A517-5DC7ACF5043E}"/>
                      </a:ext>
                    </a:extLst>
                  </p:cNvPr>
                  <p:cNvSpPr/>
                  <p:nvPr/>
                </p:nvSpPr>
                <p:spPr>
                  <a:xfrm flipV="1">
                    <a:off x="7595132" y="5228057"/>
                    <a:ext cx="63926" cy="95994"/>
                  </a:xfrm>
                  <a:custGeom>
                    <a:avLst/>
                    <a:gdLst>
                      <a:gd name="connsiteX0" fmla="*/ 30270 w 63926"/>
                      <a:gd name="connsiteY0" fmla="*/ 84069 h 95994"/>
                      <a:gd name="connsiteX1" fmla="*/ 15740 w 63926"/>
                      <a:gd name="connsiteY1" fmla="*/ 74550 h 95994"/>
                      <a:gd name="connsiteX2" fmla="*/ 10884 w 63926"/>
                      <a:gd name="connsiteY2" fmla="*/ 45956 h 95994"/>
                      <a:gd name="connsiteX3" fmla="*/ 15740 w 63926"/>
                      <a:gd name="connsiteY3" fmla="*/ 17422 h 95994"/>
                      <a:gd name="connsiteX4" fmla="*/ 30270 w 63926"/>
                      <a:gd name="connsiteY4" fmla="*/ 7904 h 95994"/>
                      <a:gd name="connsiteX5" fmla="*/ 44859 w 63926"/>
                      <a:gd name="connsiteY5" fmla="*/ 17422 h 95994"/>
                      <a:gd name="connsiteX6" fmla="*/ 49736 w 63926"/>
                      <a:gd name="connsiteY6" fmla="*/ 45956 h 95994"/>
                      <a:gd name="connsiteX7" fmla="*/ 44859 w 63926"/>
                      <a:gd name="connsiteY7" fmla="*/ 74550 h 95994"/>
                      <a:gd name="connsiteX8" fmla="*/ 30270 w 63926"/>
                      <a:gd name="connsiteY8" fmla="*/ 84069 h 95994"/>
                      <a:gd name="connsiteX9" fmla="*/ 30270 w 63926"/>
                      <a:gd name="connsiteY9" fmla="*/ 93983 h 95994"/>
                      <a:gd name="connsiteX10" fmla="*/ 54037 w 63926"/>
                      <a:gd name="connsiteY10" fmla="*/ 81669 h 95994"/>
                      <a:gd name="connsiteX11" fmla="*/ 62243 w 63926"/>
                      <a:gd name="connsiteY11" fmla="*/ 45956 h 95994"/>
                      <a:gd name="connsiteX12" fmla="*/ 54037 w 63926"/>
                      <a:gd name="connsiteY12" fmla="*/ 10283 h 95994"/>
                      <a:gd name="connsiteX13" fmla="*/ 30270 w 63926"/>
                      <a:gd name="connsiteY13" fmla="*/ -2011 h 95994"/>
                      <a:gd name="connsiteX14" fmla="*/ 6523 w 63926"/>
                      <a:gd name="connsiteY14" fmla="*/ 10283 h 95994"/>
                      <a:gd name="connsiteX15" fmla="*/ -1683 w 63926"/>
                      <a:gd name="connsiteY15" fmla="*/ 45956 h 95994"/>
                      <a:gd name="connsiteX16" fmla="*/ 6523 w 63926"/>
                      <a:gd name="connsiteY16" fmla="*/ 81669 h 95994"/>
                      <a:gd name="connsiteX17" fmla="*/ 30270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70" y="84069"/>
                        </a:moveTo>
                        <a:cubicBezTo>
                          <a:pt x="23835" y="84069"/>
                          <a:pt x="18991" y="80896"/>
                          <a:pt x="15740" y="74550"/>
                        </a:cubicBezTo>
                        <a:cubicBezTo>
                          <a:pt x="12503" y="68218"/>
                          <a:pt x="10884" y="58687"/>
                          <a:pt x="10884" y="45956"/>
                        </a:cubicBezTo>
                        <a:cubicBezTo>
                          <a:pt x="10884" y="33279"/>
                          <a:pt x="12503" y="23767"/>
                          <a:pt x="15740" y="17422"/>
                        </a:cubicBezTo>
                        <a:cubicBezTo>
                          <a:pt x="18991" y="11076"/>
                          <a:pt x="23835" y="7904"/>
                          <a:pt x="30270" y="7904"/>
                        </a:cubicBezTo>
                        <a:cubicBezTo>
                          <a:pt x="36759" y="7904"/>
                          <a:pt x="41622" y="11076"/>
                          <a:pt x="44859" y="17422"/>
                        </a:cubicBezTo>
                        <a:cubicBezTo>
                          <a:pt x="48110" y="23767"/>
                          <a:pt x="49736" y="33279"/>
                          <a:pt x="49736" y="45956"/>
                        </a:cubicBezTo>
                        <a:cubicBezTo>
                          <a:pt x="49736" y="58687"/>
                          <a:pt x="48110" y="68218"/>
                          <a:pt x="44859" y="74550"/>
                        </a:cubicBezTo>
                        <a:cubicBezTo>
                          <a:pt x="41622" y="80896"/>
                          <a:pt x="36759" y="84069"/>
                          <a:pt x="30270" y="84069"/>
                        </a:cubicBezTo>
                        <a:close/>
                        <a:moveTo>
                          <a:pt x="30270" y="93983"/>
                        </a:moveTo>
                        <a:cubicBezTo>
                          <a:pt x="40644" y="93983"/>
                          <a:pt x="48566" y="89879"/>
                          <a:pt x="54037" y="81669"/>
                        </a:cubicBezTo>
                        <a:cubicBezTo>
                          <a:pt x="59508" y="73473"/>
                          <a:pt x="62243" y="61569"/>
                          <a:pt x="62243" y="45956"/>
                        </a:cubicBezTo>
                        <a:cubicBezTo>
                          <a:pt x="62243" y="30384"/>
                          <a:pt x="59508" y="18493"/>
                          <a:pt x="54037" y="10283"/>
                        </a:cubicBezTo>
                        <a:cubicBezTo>
                          <a:pt x="48566" y="2087"/>
                          <a:pt x="40644" y="-2011"/>
                          <a:pt x="30270" y="-2011"/>
                        </a:cubicBezTo>
                        <a:cubicBezTo>
                          <a:pt x="19910" y="-2011"/>
                          <a:pt x="11994" y="2087"/>
                          <a:pt x="6523" y="10283"/>
                        </a:cubicBezTo>
                        <a:cubicBezTo>
                          <a:pt x="1052" y="18493"/>
                          <a:pt x="-1683" y="30384"/>
                          <a:pt x="-1683" y="45956"/>
                        </a:cubicBezTo>
                        <a:cubicBezTo>
                          <a:pt x="-1683" y="61569"/>
                          <a:pt x="1052" y="73473"/>
                          <a:pt x="6523" y="81669"/>
                        </a:cubicBezTo>
                        <a:cubicBezTo>
                          <a:pt x="11994" y="89879"/>
                          <a:pt x="19910" y="93983"/>
                          <a:pt x="30270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50" name="Graphic 110">
                <a:extLst>
                  <a:ext uri="{FF2B5EF4-FFF2-40B4-BE49-F238E27FC236}">
                    <a16:creationId xmlns:a16="http://schemas.microsoft.com/office/drawing/2014/main" id="{734A591E-D518-6C79-656A-77E34A772DC9}"/>
                  </a:ext>
                </a:extLst>
              </p:cNvPr>
              <p:cNvGrpSpPr/>
              <p:nvPr/>
            </p:nvGrpSpPr>
            <p:grpSpPr>
              <a:xfrm>
                <a:off x="8121786" y="5136981"/>
                <a:ext cx="224858" cy="187070"/>
                <a:chOff x="8121786" y="5136981"/>
                <a:chExt cx="224858" cy="187070"/>
              </a:xfrm>
              <a:solidFill>
                <a:srgbClr val="000000"/>
              </a:solidFill>
            </p:grpSpPr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id="{4A484F1C-2AC5-1A51-BFB9-227FF3F6BBA9}"/>
                    </a:ext>
                  </a:extLst>
                </p:cNvPr>
                <p:cNvSpPr/>
                <p:nvPr/>
              </p:nvSpPr>
              <p:spPr>
                <a:xfrm>
                  <a:off x="8234000" y="5136981"/>
                  <a:ext cx="12686" cy="44417"/>
                </a:xfrm>
                <a:custGeom>
                  <a:avLst/>
                  <a:gdLst>
                    <a:gd name="connsiteX0" fmla="*/ 399 w 12686"/>
                    <a:gd name="connsiteY0" fmla="*/ 308 h 44417"/>
                    <a:gd name="connsiteX1" fmla="*/ 399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99" y="308"/>
                      </a:moveTo>
                      <a:lnTo>
                        <a:pt x="399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52" name="Graphic 110">
                  <a:extLst>
                    <a:ext uri="{FF2B5EF4-FFF2-40B4-BE49-F238E27FC236}">
                      <a16:creationId xmlns:a16="http://schemas.microsoft.com/office/drawing/2014/main" id="{53D9B078-53C8-169C-24E0-9C80BDAF3292}"/>
                    </a:ext>
                  </a:extLst>
                </p:cNvPr>
                <p:cNvGrpSpPr/>
                <p:nvPr/>
              </p:nvGrpSpPr>
              <p:grpSpPr>
                <a:xfrm>
                  <a:off x="8121786" y="5228057"/>
                  <a:ext cx="224858" cy="95994"/>
                  <a:chOff x="8121786" y="5228057"/>
                  <a:chExt cx="224858" cy="95994"/>
                </a:xfrm>
                <a:solidFill>
                  <a:srgbClr val="000000"/>
                </a:solidFill>
              </p:grpSpPr>
              <p:sp>
                <p:nvSpPr>
                  <p:cNvPr id="153" name="Freeform: Shape 152">
                    <a:extLst>
                      <a:ext uri="{FF2B5EF4-FFF2-40B4-BE49-F238E27FC236}">
                        <a16:creationId xmlns:a16="http://schemas.microsoft.com/office/drawing/2014/main" id="{ED9382CE-6A4F-6137-E198-D6FAEBF64FA8}"/>
                      </a:ext>
                    </a:extLst>
                  </p:cNvPr>
                  <p:cNvSpPr/>
                  <p:nvPr/>
                </p:nvSpPr>
                <p:spPr>
                  <a:xfrm flipV="1">
                    <a:off x="8121786" y="5228057"/>
                    <a:ext cx="63867" cy="95994"/>
                  </a:xfrm>
                  <a:custGeom>
                    <a:avLst/>
                    <a:gdLst>
                      <a:gd name="connsiteX0" fmla="*/ 31359 w 63867"/>
                      <a:gd name="connsiteY0" fmla="*/ 51033 h 95994"/>
                      <a:gd name="connsiteX1" fmla="*/ 17998 w 63867"/>
                      <a:gd name="connsiteY1" fmla="*/ 45262 h 95994"/>
                      <a:gd name="connsiteX2" fmla="*/ 13082 w 63867"/>
                      <a:gd name="connsiteY2" fmla="*/ 29478 h 95994"/>
                      <a:gd name="connsiteX3" fmla="*/ 17998 w 63867"/>
                      <a:gd name="connsiteY3" fmla="*/ 13694 h 95994"/>
                      <a:gd name="connsiteX4" fmla="*/ 31359 w 63867"/>
                      <a:gd name="connsiteY4" fmla="*/ 7904 h 95994"/>
                      <a:gd name="connsiteX5" fmla="*/ 44699 w 63867"/>
                      <a:gd name="connsiteY5" fmla="*/ 13694 h 95994"/>
                      <a:gd name="connsiteX6" fmla="*/ 49615 w 63867"/>
                      <a:gd name="connsiteY6" fmla="*/ 29478 h 95994"/>
                      <a:gd name="connsiteX7" fmla="*/ 44699 w 63867"/>
                      <a:gd name="connsiteY7" fmla="*/ 45262 h 95994"/>
                      <a:gd name="connsiteX8" fmla="*/ 31359 w 63867"/>
                      <a:gd name="connsiteY8" fmla="*/ 51033 h 95994"/>
                      <a:gd name="connsiteX9" fmla="*/ 56196 w 63867"/>
                      <a:gd name="connsiteY9" fmla="*/ 90275 h 95994"/>
                      <a:gd name="connsiteX10" fmla="*/ 56196 w 63867"/>
                      <a:gd name="connsiteY10" fmla="*/ 78873 h 95994"/>
                      <a:gd name="connsiteX11" fmla="*/ 46681 w 63867"/>
                      <a:gd name="connsiteY11" fmla="*/ 82264 h 95994"/>
                      <a:gd name="connsiteX12" fmla="*/ 37166 w 63867"/>
                      <a:gd name="connsiteY12" fmla="*/ 83454 h 95994"/>
                      <a:gd name="connsiteX13" fmla="*/ 18236 w 63867"/>
                      <a:gd name="connsiteY13" fmla="*/ 75086 h 95994"/>
                      <a:gd name="connsiteX14" fmla="*/ 10783 w 63867"/>
                      <a:gd name="connsiteY14" fmla="*/ 49803 h 95994"/>
                      <a:gd name="connsiteX15" fmla="*/ 19941 w 63867"/>
                      <a:gd name="connsiteY15" fmla="*/ 58072 h 95994"/>
                      <a:gd name="connsiteX16" fmla="*/ 32092 w 63867"/>
                      <a:gd name="connsiteY16" fmla="*/ 60947 h 95994"/>
                      <a:gd name="connsiteX17" fmla="*/ 54114 w 63867"/>
                      <a:gd name="connsiteY17" fmla="*/ 52480 h 95994"/>
                      <a:gd name="connsiteX18" fmla="*/ 62202 w 63867"/>
                      <a:gd name="connsiteY18" fmla="*/ 29478 h 95994"/>
                      <a:gd name="connsiteX19" fmla="*/ 53777 w 63867"/>
                      <a:gd name="connsiteY19" fmla="*/ 6595 h 95994"/>
                      <a:gd name="connsiteX20" fmla="*/ 31359 w 63867"/>
                      <a:gd name="connsiteY20" fmla="*/ -2011 h 95994"/>
                      <a:gd name="connsiteX21" fmla="*/ 6819 w 63867"/>
                      <a:gd name="connsiteY21" fmla="*/ 10283 h 95994"/>
                      <a:gd name="connsiteX22" fmla="*/ -1665 w 63867"/>
                      <a:gd name="connsiteY22" fmla="*/ 45956 h 95994"/>
                      <a:gd name="connsiteX23" fmla="*/ 8741 w 63867"/>
                      <a:gd name="connsiteY23" fmla="*/ 80935 h 95994"/>
                      <a:gd name="connsiteX24" fmla="*/ 36671 w 63867"/>
                      <a:gd name="connsiteY24" fmla="*/ 93983 h 95994"/>
                      <a:gd name="connsiteX25" fmla="*/ 46186 w 63867"/>
                      <a:gd name="connsiteY25" fmla="*/ 93051 h 95994"/>
                      <a:gd name="connsiteX26" fmla="*/ 56196 w 63867"/>
                      <a:gd name="connsiteY26" fmla="*/ 9027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359" y="51033"/>
                        </a:moveTo>
                        <a:cubicBezTo>
                          <a:pt x="25742" y="51033"/>
                          <a:pt x="21289" y="49109"/>
                          <a:pt x="17998" y="45262"/>
                        </a:cubicBezTo>
                        <a:cubicBezTo>
                          <a:pt x="14721" y="41429"/>
                          <a:pt x="13082" y="36167"/>
                          <a:pt x="13082" y="29478"/>
                        </a:cubicBezTo>
                        <a:cubicBezTo>
                          <a:pt x="13082" y="22829"/>
                          <a:pt x="14721" y="17567"/>
                          <a:pt x="17998" y="13694"/>
                        </a:cubicBezTo>
                        <a:cubicBezTo>
                          <a:pt x="21289" y="9834"/>
                          <a:pt x="25742" y="7904"/>
                          <a:pt x="31359" y="7904"/>
                        </a:cubicBezTo>
                        <a:cubicBezTo>
                          <a:pt x="36975" y="7904"/>
                          <a:pt x="41422" y="9834"/>
                          <a:pt x="44699" y="13694"/>
                        </a:cubicBezTo>
                        <a:cubicBezTo>
                          <a:pt x="47976" y="17567"/>
                          <a:pt x="49615" y="22829"/>
                          <a:pt x="49615" y="29478"/>
                        </a:cubicBezTo>
                        <a:cubicBezTo>
                          <a:pt x="49615" y="36167"/>
                          <a:pt x="47976" y="41429"/>
                          <a:pt x="44699" y="45262"/>
                        </a:cubicBezTo>
                        <a:cubicBezTo>
                          <a:pt x="41422" y="49109"/>
                          <a:pt x="36975" y="51033"/>
                          <a:pt x="31359" y="51033"/>
                        </a:cubicBezTo>
                        <a:close/>
                        <a:moveTo>
                          <a:pt x="56196" y="90275"/>
                        </a:moveTo>
                        <a:lnTo>
                          <a:pt x="56196" y="78873"/>
                        </a:lnTo>
                        <a:cubicBezTo>
                          <a:pt x="53051" y="80354"/>
                          <a:pt x="49879" y="81484"/>
                          <a:pt x="46681" y="82264"/>
                        </a:cubicBezTo>
                        <a:cubicBezTo>
                          <a:pt x="43483" y="83057"/>
                          <a:pt x="40312" y="83454"/>
                          <a:pt x="37166" y="83454"/>
                        </a:cubicBezTo>
                        <a:cubicBezTo>
                          <a:pt x="28907" y="83454"/>
                          <a:pt x="22597" y="80664"/>
                          <a:pt x="18236" y="75086"/>
                        </a:cubicBezTo>
                        <a:cubicBezTo>
                          <a:pt x="13889" y="69507"/>
                          <a:pt x="11404" y="61080"/>
                          <a:pt x="10783" y="49803"/>
                        </a:cubicBezTo>
                        <a:cubicBezTo>
                          <a:pt x="13215" y="53399"/>
                          <a:pt x="16267" y="56155"/>
                          <a:pt x="19941" y="58072"/>
                        </a:cubicBezTo>
                        <a:cubicBezTo>
                          <a:pt x="23628" y="59989"/>
                          <a:pt x="27678" y="60947"/>
                          <a:pt x="32092" y="60947"/>
                        </a:cubicBezTo>
                        <a:cubicBezTo>
                          <a:pt x="41382" y="60947"/>
                          <a:pt x="48723" y="58125"/>
                          <a:pt x="54114" y="52480"/>
                        </a:cubicBezTo>
                        <a:cubicBezTo>
                          <a:pt x="59506" y="46849"/>
                          <a:pt x="62202" y="39181"/>
                          <a:pt x="62202" y="29478"/>
                        </a:cubicBezTo>
                        <a:cubicBezTo>
                          <a:pt x="62202" y="19973"/>
                          <a:pt x="59394" y="12346"/>
                          <a:pt x="53777" y="6595"/>
                        </a:cubicBezTo>
                        <a:cubicBezTo>
                          <a:pt x="48161" y="858"/>
                          <a:pt x="40688" y="-2011"/>
                          <a:pt x="31359" y="-2011"/>
                        </a:cubicBezTo>
                        <a:cubicBezTo>
                          <a:pt x="20655" y="-2011"/>
                          <a:pt x="12475" y="2087"/>
                          <a:pt x="6819" y="10283"/>
                        </a:cubicBezTo>
                        <a:cubicBezTo>
                          <a:pt x="1163" y="18493"/>
                          <a:pt x="-1665" y="30384"/>
                          <a:pt x="-1665" y="45956"/>
                        </a:cubicBezTo>
                        <a:cubicBezTo>
                          <a:pt x="-1665" y="60577"/>
                          <a:pt x="1804" y="72237"/>
                          <a:pt x="8741" y="80935"/>
                        </a:cubicBezTo>
                        <a:cubicBezTo>
                          <a:pt x="15679" y="89634"/>
                          <a:pt x="24989" y="93983"/>
                          <a:pt x="36671" y="93983"/>
                        </a:cubicBezTo>
                        <a:cubicBezTo>
                          <a:pt x="39816" y="93983"/>
                          <a:pt x="42988" y="93673"/>
                          <a:pt x="46186" y="93051"/>
                        </a:cubicBezTo>
                        <a:cubicBezTo>
                          <a:pt x="49384" y="92430"/>
                          <a:pt x="52720" y="91505"/>
                          <a:pt x="56196" y="9027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4" name="Freeform: Shape 153">
                    <a:extLst>
                      <a:ext uri="{FF2B5EF4-FFF2-40B4-BE49-F238E27FC236}">
                        <a16:creationId xmlns:a16="http://schemas.microsoft.com/office/drawing/2014/main" id="{025D143F-A00E-0644-0B01-E08CD896E3BA}"/>
                      </a:ext>
                    </a:extLst>
                  </p:cNvPr>
                  <p:cNvSpPr/>
                  <p:nvPr/>
                </p:nvSpPr>
                <p:spPr>
                  <a:xfrm flipV="1">
                    <a:off x="8202004" y="5228057"/>
                    <a:ext cx="63926" cy="95994"/>
                  </a:xfrm>
                  <a:custGeom>
                    <a:avLst/>
                    <a:gdLst>
                      <a:gd name="connsiteX0" fmla="*/ 30318 w 63926"/>
                      <a:gd name="connsiteY0" fmla="*/ 84069 h 95994"/>
                      <a:gd name="connsiteX1" fmla="*/ 15788 w 63926"/>
                      <a:gd name="connsiteY1" fmla="*/ 74550 h 95994"/>
                      <a:gd name="connsiteX2" fmla="*/ 10932 w 63926"/>
                      <a:gd name="connsiteY2" fmla="*/ 45956 h 95994"/>
                      <a:gd name="connsiteX3" fmla="*/ 15788 w 63926"/>
                      <a:gd name="connsiteY3" fmla="*/ 17422 h 95994"/>
                      <a:gd name="connsiteX4" fmla="*/ 30318 w 63926"/>
                      <a:gd name="connsiteY4" fmla="*/ 7904 h 95994"/>
                      <a:gd name="connsiteX5" fmla="*/ 44907 w 63926"/>
                      <a:gd name="connsiteY5" fmla="*/ 17422 h 95994"/>
                      <a:gd name="connsiteX6" fmla="*/ 49783 w 63926"/>
                      <a:gd name="connsiteY6" fmla="*/ 45956 h 95994"/>
                      <a:gd name="connsiteX7" fmla="*/ 44907 w 63926"/>
                      <a:gd name="connsiteY7" fmla="*/ 74550 h 95994"/>
                      <a:gd name="connsiteX8" fmla="*/ 30318 w 63926"/>
                      <a:gd name="connsiteY8" fmla="*/ 84069 h 95994"/>
                      <a:gd name="connsiteX9" fmla="*/ 30318 w 63926"/>
                      <a:gd name="connsiteY9" fmla="*/ 93983 h 95994"/>
                      <a:gd name="connsiteX10" fmla="*/ 54085 w 63926"/>
                      <a:gd name="connsiteY10" fmla="*/ 81669 h 95994"/>
                      <a:gd name="connsiteX11" fmla="*/ 62291 w 63926"/>
                      <a:gd name="connsiteY11" fmla="*/ 45956 h 95994"/>
                      <a:gd name="connsiteX12" fmla="*/ 54085 w 63926"/>
                      <a:gd name="connsiteY12" fmla="*/ 10283 h 95994"/>
                      <a:gd name="connsiteX13" fmla="*/ 30318 w 63926"/>
                      <a:gd name="connsiteY13" fmla="*/ -2011 h 95994"/>
                      <a:gd name="connsiteX14" fmla="*/ 6571 w 63926"/>
                      <a:gd name="connsiteY14" fmla="*/ 10283 h 95994"/>
                      <a:gd name="connsiteX15" fmla="*/ -1635 w 63926"/>
                      <a:gd name="connsiteY15" fmla="*/ 45956 h 95994"/>
                      <a:gd name="connsiteX16" fmla="*/ 6571 w 63926"/>
                      <a:gd name="connsiteY16" fmla="*/ 81669 h 95994"/>
                      <a:gd name="connsiteX17" fmla="*/ 30318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18" y="84069"/>
                        </a:moveTo>
                        <a:cubicBezTo>
                          <a:pt x="23882" y="84069"/>
                          <a:pt x="19039" y="80896"/>
                          <a:pt x="15788" y="74550"/>
                        </a:cubicBezTo>
                        <a:cubicBezTo>
                          <a:pt x="12551" y="68218"/>
                          <a:pt x="10932" y="58687"/>
                          <a:pt x="10932" y="45956"/>
                        </a:cubicBezTo>
                        <a:cubicBezTo>
                          <a:pt x="10932" y="33279"/>
                          <a:pt x="12551" y="23767"/>
                          <a:pt x="15788" y="17422"/>
                        </a:cubicBezTo>
                        <a:cubicBezTo>
                          <a:pt x="19039" y="11076"/>
                          <a:pt x="23882" y="7904"/>
                          <a:pt x="30318" y="7904"/>
                        </a:cubicBezTo>
                        <a:cubicBezTo>
                          <a:pt x="36806" y="7904"/>
                          <a:pt x="41669" y="11076"/>
                          <a:pt x="44907" y="17422"/>
                        </a:cubicBezTo>
                        <a:cubicBezTo>
                          <a:pt x="48158" y="23767"/>
                          <a:pt x="49783" y="33279"/>
                          <a:pt x="49783" y="45956"/>
                        </a:cubicBezTo>
                        <a:cubicBezTo>
                          <a:pt x="49783" y="58687"/>
                          <a:pt x="48158" y="68218"/>
                          <a:pt x="44907" y="74550"/>
                        </a:cubicBezTo>
                        <a:cubicBezTo>
                          <a:pt x="41669" y="80896"/>
                          <a:pt x="36806" y="84069"/>
                          <a:pt x="30318" y="84069"/>
                        </a:cubicBezTo>
                        <a:close/>
                        <a:moveTo>
                          <a:pt x="30318" y="93983"/>
                        </a:moveTo>
                        <a:cubicBezTo>
                          <a:pt x="40692" y="93983"/>
                          <a:pt x="48614" y="89879"/>
                          <a:pt x="54085" y="81669"/>
                        </a:cubicBezTo>
                        <a:cubicBezTo>
                          <a:pt x="59556" y="73473"/>
                          <a:pt x="62291" y="61569"/>
                          <a:pt x="62291" y="45956"/>
                        </a:cubicBezTo>
                        <a:cubicBezTo>
                          <a:pt x="62291" y="30384"/>
                          <a:pt x="59556" y="18493"/>
                          <a:pt x="54085" y="10283"/>
                        </a:cubicBezTo>
                        <a:cubicBezTo>
                          <a:pt x="48614" y="2087"/>
                          <a:pt x="40692" y="-2011"/>
                          <a:pt x="30318" y="-2011"/>
                        </a:cubicBezTo>
                        <a:cubicBezTo>
                          <a:pt x="19958" y="-2011"/>
                          <a:pt x="12042" y="2087"/>
                          <a:pt x="6571" y="10283"/>
                        </a:cubicBezTo>
                        <a:cubicBezTo>
                          <a:pt x="1100" y="18493"/>
                          <a:pt x="-1635" y="30384"/>
                          <a:pt x="-1635" y="45956"/>
                        </a:cubicBezTo>
                        <a:cubicBezTo>
                          <a:pt x="-1635" y="61569"/>
                          <a:pt x="1100" y="73473"/>
                          <a:pt x="6571" y="81669"/>
                        </a:cubicBezTo>
                        <a:cubicBezTo>
                          <a:pt x="12042" y="89879"/>
                          <a:pt x="19958" y="93983"/>
                          <a:pt x="30318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5" name="Freeform: Shape 154">
                    <a:extLst>
                      <a:ext uri="{FF2B5EF4-FFF2-40B4-BE49-F238E27FC236}">
                        <a16:creationId xmlns:a16="http://schemas.microsoft.com/office/drawing/2014/main" id="{16B6D0C2-7FF7-5BA2-9483-C6D4946945C7}"/>
                      </a:ext>
                    </a:extLst>
                  </p:cNvPr>
                  <p:cNvSpPr/>
                  <p:nvPr/>
                </p:nvSpPr>
                <p:spPr>
                  <a:xfrm flipV="1">
                    <a:off x="8282718" y="5228057"/>
                    <a:ext cx="63926" cy="95994"/>
                  </a:xfrm>
                  <a:custGeom>
                    <a:avLst/>
                    <a:gdLst>
                      <a:gd name="connsiteX0" fmla="*/ 30324 w 63926"/>
                      <a:gd name="connsiteY0" fmla="*/ 84069 h 95994"/>
                      <a:gd name="connsiteX1" fmla="*/ 15795 w 63926"/>
                      <a:gd name="connsiteY1" fmla="*/ 74550 h 95994"/>
                      <a:gd name="connsiteX2" fmla="*/ 10938 w 63926"/>
                      <a:gd name="connsiteY2" fmla="*/ 45956 h 95994"/>
                      <a:gd name="connsiteX3" fmla="*/ 15795 w 63926"/>
                      <a:gd name="connsiteY3" fmla="*/ 17422 h 95994"/>
                      <a:gd name="connsiteX4" fmla="*/ 30324 w 63926"/>
                      <a:gd name="connsiteY4" fmla="*/ 7904 h 95994"/>
                      <a:gd name="connsiteX5" fmla="*/ 44913 w 63926"/>
                      <a:gd name="connsiteY5" fmla="*/ 17422 h 95994"/>
                      <a:gd name="connsiteX6" fmla="*/ 49790 w 63926"/>
                      <a:gd name="connsiteY6" fmla="*/ 45956 h 95994"/>
                      <a:gd name="connsiteX7" fmla="*/ 44913 w 63926"/>
                      <a:gd name="connsiteY7" fmla="*/ 74550 h 95994"/>
                      <a:gd name="connsiteX8" fmla="*/ 30324 w 63926"/>
                      <a:gd name="connsiteY8" fmla="*/ 84069 h 95994"/>
                      <a:gd name="connsiteX9" fmla="*/ 30324 w 63926"/>
                      <a:gd name="connsiteY9" fmla="*/ 93983 h 95994"/>
                      <a:gd name="connsiteX10" fmla="*/ 54091 w 63926"/>
                      <a:gd name="connsiteY10" fmla="*/ 81669 h 95994"/>
                      <a:gd name="connsiteX11" fmla="*/ 62298 w 63926"/>
                      <a:gd name="connsiteY11" fmla="*/ 45956 h 95994"/>
                      <a:gd name="connsiteX12" fmla="*/ 54091 w 63926"/>
                      <a:gd name="connsiteY12" fmla="*/ 10283 h 95994"/>
                      <a:gd name="connsiteX13" fmla="*/ 30324 w 63926"/>
                      <a:gd name="connsiteY13" fmla="*/ -2011 h 95994"/>
                      <a:gd name="connsiteX14" fmla="*/ 6577 w 63926"/>
                      <a:gd name="connsiteY14" fmla="*/ 10283 h 95994"/>
                      <a:gd name="connsiteX15" fmla="*/ -1629 w 63926"/>
                      <a:gd name="connsiteY15" fmla="*/ 45956 h 95994"/>
                      <a:gd name="connsiteX16" fmla="*/ 6577 w 63926"/>
                      <a:gd name="connsiteY16" fmla="*/ 81669 h 95994"/>
                      <a:gd name="connsiteX17" fmla="*/ 30324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24" y="84069"/>
                        </a:moveTo>
                        <a:cubicBezTo>
                          <a:pt x="23889" y="84069"/>
                          <a:pt x="19045" y="80896"/>
                          <a:pt x="15795" y="74550"/>
                        </a:cubicBezTo>
                        <a:cubicBezTo>
                          <a:pt x="12557" y="68218"/>
                          <a:pt x="10938" y="58687"/>
                          <a:pt x="10938" y="45956"/>
                        </a:cubicBezTo>
                        <a:cubicBezTo>
                          <a:pt x="10938" y="33279"/>
                          <a:pt x="12557" y="23767"/>
                          <a:pt x="15795" y="17422"/>
                        </a:cubicBezTo>
                        <a:cubicBezTo>
                          <a:pt x="19045" y="11076"/>
                          <a:pt x="23889" y="7904"/>
                          <a:pt x="30324" y="7904"/>
                        </a:cubicBezTo>
                        <a:cubicBezTo>
                          <a:pt x="36813" y="7904"/>
                          <a:pt x="41676" y="11076"/>
                          <a:pt x="44913" y="17422"/>
                        </a:cubicBezTo>
                        <a:cubicBezTo>
                          <a:pt x="48164" y="23767"/>
                          <a:pt x="49790" y="33279"/>
                          <a:pt x="49790" y="45956"/>
                        </a:cubicBezTo>
                        <a:cubicBezTo>
                          <a:pt x="49790" y="58687"/>
                          <a:pt x="48164" y="68218"/>
                          <a:pt x="44913" y="74550"/>
                        </a:cubicBezTo>
                        <a:cubicBezTo>
                          <a:pt x="41676" y="80896"/>
                          <a:pt x="36813" y="84069"/>
                          <a:pt x="30324" y="84069"/>
                        </a:cubicBezTo>
                        <a:close/>
                        <a:moveTo>
                          <a:pt x="30324" y="93983"/>
                        </a:moveTo>
                        <a:cubicBezTo>
                          <a:pt x="40698" y="93983"/>
                          <a:pt x="48620" y="89879"/>
                          <a:pt x="54091" y="81669"/>
                        </a:cubicBezTo>
                        <a:cubicBezTo>
                          <a:pt x="59562" y="73473"/>
                          <a:pt x="62298" y="61569"/>
                          <a:pt x="62298" y="45956"/>
                        </a:cubicBezTo>
                        <a:cubicBezTo>
                          <a:pt x="62298" y="30384"/>
                          <a:pt x="59562" y="18493"/>
                          <a:pt x="54091" y="10283"/>
                        </a:cubicBezTo>
                        <a:cubicBezTo>
                          <a:pt x="48620" y="2087"/>
                          <a:pt x="40698" y="-2011"/>
                          <a:pt x="30324" y="-2011"/>
                        </a:cubicBezTo>
                        <a:cubicBezTo>
                          <a:pt x="19964" y="-2011"/>
                          <a:pt x="12048" y="2087"/>
                          <a:pt x="6577" y="10283"/>
                        </a:cubicBezTo>
                        <a:cubicBezTo>
                          <a:pt x="1106" y="18493"/>
                          <a:pt x="-1629" y="30384"/>
                          <a:pt x="-1629" y="45956"/>
                        </a:cubicBezTo>
                        <a:cubicBezTo>
                          <a:pt x="-1629" y="61569"/>
                          <a:pt x="1106" y="73473"/>
                          <a:pt x="6577" y="81669"/>
                        </a:cubicBezTo>
                        <a:cubicBezTo>
                          <a:pt x="12048" y="89879"/>
                          <a:pt x="19964" y="93983"/>
                          <a:pt x="30324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56" name="Graphic 110">
                <a:extLst>
                  <a:ext uri="{FF2B5EF4-FFF2-40B4-BE49-F238E27FC236}">
                    <a16:creationId xmlns:a16="http://schemas.microsoft.com/office/drawing/2014/main" id="{93271374-A1D3-4AB2-0CD6-89A3123BD7F2}"/>
                  </a:ext>
                </a:extLst>
              </p:cNvPr>
              <p:cNvGrpSpPr/>
              <p:nvPr/>
            </p:nvGrpSpPr>
            <p:grpSpPr>
              <a:xfrm>
                <a:off x="5854860" y="5399403"/>
                <a:ext cx="618592" cy="122823"/>
                <a:chOff x="5854860" y="5399403"/>
                <a:chExt cx="618592" cy="122823"/>
              </a:xfrm>
              <a:solidFill>
                <a:srgbClr val="000000"/>
              </a:solidFill>
            </p:grpSpPr>
            <p:sp>
              <p:nvSpPr>
                <p:cNvPr id="157" name="Freeform: Shape 156">
                  <a:extLst>
                    <a:ext uri="{FF2B5EF4-FFF2-40B4-BE49-F238E27FC236}">
                      <a16:creationId xmlns:a16="http://schemas.microsoft.com/office/drawing/2014/main" id="{18685C47-6110-E7E4-98EA-4BC37F312586}"/>
                    </a:ext>
                  </a:extLst>
                </p:cNvPr>
                <p:cNvSpPr/>
                <p:nvPr/>
              </p:nvSpPr>
              <p:spPr>
                <a:xfrm flipV="1">
                  <a:off x="5854860" y="5403310"/>
                  <a:ext cx="78238" cy="92524"/>
                </a:xfrm>
                <a:custGeom>
                  <a:avLst/>
                  <a:gdLst>
                    <a:gd name="connsiteX0" fmla="*/ -1740 w 78238"/>
                    <a:gd name="connsiteY0" fmla="*/ 90523 h 92524"/>
                    <a:gd name="connsiteX1" fmla="*/ 76498 w 78238"/>
                    <a:gd name="connsiteY1" fmla="*/ 90523 h 92524"/>
                    <a:gd name="connsiteX2" fmla="*/ 76498 w 78238"/>
                    <a:gd name="connsiteY2" fmla="*/ 79974 h 92524"/>
                    <a:gd name="connsiteX3" fmla="*/ 43673 w 78238"/>
                    <a:gd name="connsiteY3" fmla="*/ 79974 h 92524"/>
                    <a:gd name="connsiteX4" fmla="*/ 43673 w 78238"/>
                    <a:gd name="connsiteY4" fmla="*/ -2001 h 92524"/>
                    <a:gd name="connsiteX5" fmla="*/ 31106 w 78238"/>
                    <a:gd name="connsiteY5" fmla="*/ -2001 h 92524"/>
                    <a:gd name="connsiteX6" fmla="*/ 31106 w 78238"/>
                    <a:gd name="connsiteY6" fmla="*/ 79974 h 92524"/>
                    <a:gd name="connsiteX7" fmla="*/ -1740 w 78238"/>
                    <a:gd name="connsiteY7" fmla="*/ 79974 h 92524"/>
                    <a:gd name="connsiteX8" fmla="*/ -1740 w 78238"/>
                    <a:gd name="connsiteY8" fmla="*/ 90523 h 92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238" h="92524">
                      <a:moveTo>
                        <a:pt x="-1740" y="90523"/>
                      </a:moveTo>
                      <a:lnTo>
                        <a:pt x="76498" y="90523"/>
                      </a:lnTo>
                      <a:lnTo>
                        <a:pt x="76498" y="79974"/>
                      </a:lnTo>
                      <a:lnTo>
                        <a:pt x="43673" y="79974"/>
                      </a:lnTo>
                      <a:lnTo>
                        <a:pt x="43673" y="-2001"/>
                      </a:lnTo>
                      <a:lnTo>
                        <a:pt x="31106" y="-2001"/>
                      </a:lnTo>
                      <a:lnTo>
                        <a:pt x="31106" y="79974"/>
                      </a:lnTo>
                      <a:lnTo>
                        <a:pt x="-1740" y="79974"/>
                      </a:lnTo>
                      <a:lnTo>
                        <a:pt x="-1740" y="905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58" name="Freeform: Shape 157">
                  <a:extLst>
                    <a:ext uri="{FF2B5EF4-FFF2-40B4-BE49-F238E27FC236}">
                      <a16:creationId xmlns:a16="http://schemas.microsoft.com/office/drawing/2014/main" id="{6509ECE2-682F-0715-C275-99E61D4702F7}"/>
                    </a:ext>
                  </a:extLst>
                </p:cNvPr>
                <p:cNvSpPr/>
                <p:nvPr/>
              </p:nvSpPr>
              <p:spPr>
                <a:xfrm flipV="1">
                  <a:off x="5940718" y="5399403"/>
                  <a:ext cx="11397" cy="96430"/>
                </a:xfrm>
                <a:custGeom>
                  <a:avLst/>
                  <a:gdLst>
                    <a:gd name="connsiteX0" fmla="*/ -672 w 11397"/>
                    <a:gd name="connsiteY0" fmla="*/ 67304 h 96430"/>
                    <a:gd name="connsiteX1" fmla="*/ 10726 w 11397"/>
                    <a:gd name="connsiteY1" fmla="*/ 67304 h 96430"/>
                    <a:gd name="connsiteX2" fmla="*/ 10726 w 11397"/>
                    <a:gd name="connsiteY2" fmla="*/ -2099 h 96430"/>
                    <a:gd name="connsiteX3" fmla="*/ -672 w 11397"/>
                    <a:gd name="connsiteY3" fmla="*/ -2099 h 96430"/>
                    <a:gd name="connsiteX4" fmla="*/ -672 w 11397"/>
                    <a:gd name="connsiteY4" fmla="*/ 67304 h 96430"/>
                    <a:gd name="connsiteX5" fmla="*/ -672 w 11397"/>
                    <a:gd name="connsiteY5" fmla="*/ 94331 h 96430"/>
                    <a:gd name="connsiteX6" fmla="*/ 10726 w 11397"/>
                    <a:gd name="connsiteY6" fmla="*/ 94331 h 96430"/>
                    <a:gd name="connsiteX7" fmla="*/ 10726 w 11397"/>
                    <a:gd name="connsiteY7" fmla="*/ 79875 h 96430"/>
                    <a:gd name="connsiteX8" fmla="*/ -672 w 11397"/>
                    <a:gd name="connsiteY8" fmla="*/ 79875 h 96430"/>
                    <a:gd name="connsiteX9" fmla="*/ -672 w 11397"/>
                    <a:gd name="connsiteY9" fmla="*/ 94331 h 96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397" h="96430">
                      <a:moveTo>
                        <a:pt x="-672" y="67304"/>
                      </a:moveTo>
                      <a:lnTo>
                        <a:pt x="10726" y="67304"/>
                      </a:lnTo>
                      <a:lnTo>
                        <a:pt x="10726" y="-2099"/>
                      </a:lnTo>
                      <a:lnTo>
                        <a:pt x="-672" y="-2099"/>
                      </a:lnTo>
                      <a:lnTo>
                        <a:pt x="-672" y="67304"/>
                      </a:lnTo>
                      <a:close/>
                      <a:moveTo>
                        <a:pt x="-672" y="94331"/>
                      </a:moveTo>
                      <a:lnTo>
                        <a:pt x="10726" y="94331"/>
                      </a:lnTo>
                      <a:lnTo>
                        <a:pt x="10726" y="79875"/>
                      </a:lnTo>
                      <a:lnTo>
                        <a:pt x="-672" y="79875"/>
                      </a:lnTo>
                      <a:lnTo>
                        <a:pt x="-672" y="943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59" name="Freeform: Shape 158">
                  <a:extLst>
                    <a:ext uri="{FF2B5EF4-FFF2-40B4-BE49-F238E27FC236}">
                      <a16:creationId xmlns:a16="http://schemas.microsoft.com/office/drawing/2014/main" id="{528DC60D-9549-FBEB-04A6-CCA196686924}"/>
                    </a:ext>
                  </a:extLst>
                </p:cNvPr>
                <p:cNvSpPr/>
                <p:nvPr/>
              </p:nvSpPr>
              <p:spPr>
                <a:xfrm flipV="1">
                  <a:off x="5975528" y="5424765"/>
                  <a:ext cx="101291" cy="71068"/>
                </a:xfrm>
                <a:custGeom>
                  <a:avLst/>
                  <a:gdLst>
                    <a:gd name="connsiteX0" fmla="*/ 51541 w 101291"/>
                    <a:gd name="connsiteY0" fmla="*/ 54619 h 71068"/>
                    <a:gd name="connsiteX1" fmla="*/ 61769 w 101291"/>
                    <a:gd name="connsiteY1" fmla="*/ 65961 h 71068"/>
                    <a:gd name="connsiteX2" fmla="*/ 75763 w 101291"/>
                    <a:gd name="connsiteY2" fmla="*/ 69610 h 71068"/>
                    <a:gd name="connsiteX3" fmla="*/ 92493 w 101291"/>
                    <a:gd name="connsiteY3" fmla="*/ 62015 h 71068"/>
                    <a:gd name="connsiteX4" fmla="*/ 98381 w 101291"/>
                    <a:gd name="connsiteY4" fmla="*/ 40441 h 71068"/>
                    <a:gd name="connsiteX5" fmla="*/ 98381 w 101291"/>
                    <a:gd name="connsiteY5" fmla="*/ -1459 h 71068"/>
                    <a:gd name="connsiteX6" fmla="*/ 86923 w 101291"/>
                    <a:gd name="connsiteY6" fmla="*/ -1459 h 71068"/>
                    <a:gd name="connsiteX7" fmla="*/ 86923 w 101291"/>
                    <a:gd name="connsiteY7" fmla="*/ 40064 h 71068"/>
                    <a:gd name="connsiteX8" fmla="*/ 83375 w 101291"/>
                    <a:gd name="connsiteY8" fmla="*/ 54857 h 71068"/>
                    <a:gd name="connsiteX9" fmla="*/ 72612 w 101291"/>
                    <a:gd name="connsiteY9" fmla="*/ 59695 h 71068"/>
                    <a:gd name="connsiteX10" fmla="*/ 58597 w 101291"/>
                    <a:gd name="connsiteY10" fmla="*/ 53806 h 71068"/>
                    <a:gd name="connsiteX11" fmla="*/ 53463 w 101291"/>
                    <a:gd name="connsiteY11" fmla="*/ 37764 h 71068"/>
                    <a:gd name="connsiteX12" fmla="*/ 53463 w 101291"/>
                    <a:gd name="connsiteY12" fmla="*/ -1459 h 71068"/>
                    <a:gd name="connsiteX13" fmla="*/ 42006 w 101291"/>
                    <a:gd name="connsiteY13" fmla="*/ -1459 h 71068"/>
                    <a:gd name="connsiteX14" fmla="*/ 42006 w 101291"/>
                    <a:gd name="connsiteY14" fmla="*/ 40064 h 71068"/>
                    <a:gd name="connsiteX15" fmla="*/ 38478 w 101291"/>
                    <a:gd name="connsiteY15" fmla="*/ 54896 h 71068"/>
                    <a:gd name="connsiteX16" fmla="*/ 27576 w 101291"/>
                    <a:gd name="connsiteY16" fmla="*/ 59695 h 71068"/>
                    <a:gd name="connsiteX17" fmla="*/ 13680 w 101291"/>
                    <a:gd name="connsiteY17" fmla="*/ 53786 h 71068"/>
                    <a:gd name="connsiteX18" fmla="*/ 8546 w 101291"/>
                    <a:gd name="connsiteY18" fmla="*/ 37764 h 71068"/>
                    <a:gd name="connsiteX19" fmla="*/ 8546 w 101291"/>
                    <a:gd name="connsiteY19" fmla="*/ -1459 h 71068"/>
                    <a:gd name="connsiteX20" fmla="*/ -2911 w 101291"/>
                    <a:gd name="connsiteY20" fmla="*/ -1459 h 71068"/>
                    <a:gd name="connsiteX21" fmla="*/ -2911 w 101291"/>
                    <a:gd name="connsiteY21" fmla="*/ 67944 h 71068"/>
                    <a:gd name="connsiteX22" fmla="*/ 8546 w 101291"/>
                    <a:gd name="connsiteY22" fmla="*/ 67944 h 71068"/>
                    <a:gd name="connsiteX23" fmla="*/ 8546 w 101291"/>
                    <a:gd name="connsiteY23" fmla="*/ 57157 h 71068"/>
                    <a:gd name="connsiteX24" fmla="*/ 17902 w 101291"/>
                    <a:gd name="connsiteY24" fmla="*/ 66576 h 71068"/>
                    <a:gd name="connsiteX25" fmla="*/ 30846 w 101291"/>
                    <a:gd name="connsiteY25" fmla="*/ 69610 h 71068"/>
                    <a:gd name="connsiteX26" fmla="*/ 43711 w 101291"/>
                    <a:gd name="connsiteY26" fmla="*/ 65763 h 71068"/>
                    <a:gd name="connsiteX27" fmla="*/ 51541 w 101291"/>
                    <a:gd name="connsiteY27" fmla="*/ 54619 h 71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01291" h="71068">
                      <a:moveTo>
                        <a:pt x="51541" y="54619"/>
                      </a:moveTo>
                      <a:cubicBezTo>
                        <a:pt x="54395" y="59748"/>
                        <a:pt x="57804" y="63529"/>
                        <a:pt x="61769" y="65961"/>
                      </a:cubicBezTo>
                      <a:cubicBezTo>
                        <a:pt x="65733" y="68393"/>
                        <a:pt x="70398" y="69610"/>
                        <a:pt x="75763" y="69610"/>
                      </a:cubicBezTo>
                      <a:cubicBezTo>
                        <a:pt x="82992" y="69610"/>
                        <a:pt x="88569" y="67078"/>
                        <a:pt x="92493" y="62015"/>
                      </a:cubicBezTo>
                      <a:cubicBezTo>
                        <a:pt x="96418" y="56965"/>
                        <a:pt x="98381" y="49774"/>
                        <a:pt x="98381" y="40441"/>
                      </a:cubicBezTo>
                      <a:lnTo>
                        <a:pt x="98381" y="-1459"/>
                      </a:lnTo>
                      <a:lnTo>
                        <a:pt x="86923" y="-1459"/>
                      </a:lnTo>
                      <a:lnTo>
                        <a:pt x="86923" y="40064"/>
                      </a:lnTo>
                      <a:cubicBezTo>
                        <a:pt x="86923" y="46713"/>
                        <a:pt x="85741" y="51644"/>
                        <a:pt x="83375" y="54857"/>
                      </a:cubicBezTo>
                      <a:cubicBezTo>
                        <a:pt x="81023" y="58082"/>
                        <a:pt x="77435" y="59695"/>
                        <a:pt x="72612" y="59695"/>
                      </a:cubicBezTo>
                      <a:cubicBezTo>
                        <a:pt x="66705" y="59695"/>
                        <a:pt x="62033" y="57732"/>
                        <a:pt x="58597" y="53806"/>
                      </a:cubicBezTo>
                      <a:cubicBezTo>
                        <a:pt x="55175" y="49893"/>
                        <a:pt x="53463" y="44545"/>
                        <a:pt x="53463" y="37764"/>
                      </a:cubicBezTo>
                      <a:lnTo>
                        <a:pt x="53463" y="-1459"/>
                      </a:lnTo>
                      <a:lnTo>
                        <a:pt x="42006" y="-1459"/>
                      </a:lnTo>
                      <a:lnTo>
                        <a:pt x="42006" y="40064"/>
                      </a:lnTo>
                      <a:cubicBezTo>
                        <a:pt x="42006" y="46753"/>
                        <a:pt x="40830" y="51697"/>
                        <a:pt x="38478" y="54896"/>
                      </a:cubicBezTo>
                      <a:cubicBezTo>
                        <a:pt x="36126" y="58095"/>
                        <a:pt x="32491" y="59695"/>
                        <a:pt x="27576" y="59695"/>
                      </a:cubicBezTo>
                      <a:cubicBezTo>
                        <a:pt x="21748" y="59695"/>
                        <a:pt x="17116" y="57725"/>
                        <a:pt x="13680" y="53786"/>
                      </a:cubicBezTo>
                      <a:cubicBezTo>
                        <a:pt x="10258" y="49846"/>
                        <a:pt x="8546" y="44506"/>
                        <a:pt x="8546" y="37764"/>
                      </a:cubicBezTo>
                      <a:lnTo>
                        <a:pt x="8546" y="-1459"/>
                      </a:lnTo>
                      <a:lnTo>
                        <a:pt x="-2911" y="-1459"/>
                      </a:lnTo>
                      <a:lnTo>
                        <a:pt x="-2911" y="67944"/>
                      </a:lnTo>
                      <a:lnTo>
                        <a:pt x="8546" y="67944"/>
                      </a:lnTo>
                      <a:lnTo>
                        <a:pt x="8546" y="57157"/>
                      </a:lnTo>
                      <a:cubicBezTo>
                        <a:pt x="11150" y="61414"/>
                        <a:pt x="14268" y="64553"/>
                        <a:pt x="17902" y="66576"/>
                      </a:cubicBezTo>
                      <a:cubicBezTo>
                        <a:pt x="21536" y="68598"/>
                        <a:pt x="25851" y="69610"/>
                        <a:pt x="30846" y="69610"/>
                      </a:cubicBezTo>
                      <a:cubicBezTo>
                        <a:pt x="35894" y="69610"/>
                        <a:pt x="40183" y="68327"/>
                        <a:pt x="43711" y="65763"/>
                      </a:cubicBezTo>
                      <a:cubicBezTo>
                        <a:pt x="47239" y="63211"/>
                        <a:pt x="49849" y="59497"/>
                        <a:pt x="51541" y="5461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60" name="Freeform: Shape 159">
                  <a:extLst>
                    <a:ext uri="{FF2B5EF4-FFF2-40B4-BE49-F238E27FC236}">
                      <a16:creationId xmlns:a16="http://schemas.microsoft.com/office/drawing/2014/main" id="{F86A9863-D7A0-A92B-83B4-55FFCD88AC3B}"/>
                    </a:ext>
                  </a:extLst>
                </p:cNvPr>
                <p:cNvSpPr/>
                <p:nvPr/>
              </p:nvSpPr>
              <p:spPr>
                <a:xfrm flipV="1">
                  <a:off x="6094588" y="5424765"/>
                  <a:ext cx="64303" cy="72873"/>
                </a:xfrm>
                <a:custGeom>
                  <a:avLst/>
                  <a:gdLst>
                    <a:gd name="connsiteX0" fmla="*/ 62561 w 64303"/>
                    <a:gd name="connsiteY0" fmla="*/ 37948 h 72873"/>
                    <a:gd name="connsiteX1" fmla="*/ 62561 w 64303"/>
                    <a:gd name="connsiteY1" fmla="*/ 32376 h 72873"/>
                    <a:gd name="connsiteX2" fmla="*/ 10151 w 64303"/>
                    <a:gd name="connsiteY2" fmla="*/ 32376 h 72873"/>
                    <a:gd name="connsiteX3" fmla="*/ 17248 w 64303"/>
                    <a:gd name="connsiteY3" fmla="*/ 14430 h 72873"/>
                    <a:gd name="connsiteX4" fmla="*/ 34929 w 64303"/>
                    <a:gd name="connsiteY4" fmla="*/ 8263 h 72873"/>
                    <a:gd name="connsiteX5" fmla="*/ 47655 w 64303"/>
                    <a:gd name="connsiteY5" fmla="*/ 9870 h 72873"/>
                    <a:gd name="connsiteX6" fmla="*/ 59905 w 64303"/>
                    <a:gd name="connsiteY6" fmla="*/ 14708 h 72873"/>
                    <a:gd name="connsiteX7" fmla="*/ 59905 w 64303"/>
                    <a:gd name="connsiteY7" fmla="*/ 3921 h 72873"/>
                    <a:gd name="connsiteX8" fmla="*/ 47318 w 64303"/>
                    <a:gd name="connsiteY8" fmla="*/ -45 h 72873"/>
                    <a:gd name="connsiteX9" fmla="*/ 34255 w 64303"/>
                    <a:gd name="connsiteY9" fmla="*/ -1413 h 72873"/>
                    <a:gd name="connsiteX10" fmla="*/ 7951 w 64303"/>
                    <a:gd name="connsiteY10" fmla="*/ 8244 h 72873"/>
                    <a:gd name="connsiteX11" fmla="*/ -1742 w 64303"/>
                    <a:gd name="connsiteY11" fmla="*/ 34418 h 72873"/>
                    <a:gd name="connsiteX12" fmla="*/ 7455 w 64303"/>
                    <a:gd name="connsiteY12" fmla="*/ 61446 h 72873"/>
                    <a:gd name="connsiteX13" fmla="*/ 32273 w 64303"/>
                    <a:gd name="connsiteY13" fmla="*/ 71460 h 72873"/>
                    <a:gd name="connsiteX14" fmla="*/ 54414 w 64303"/>
                    <a:gd name="connsiteY14" fmla="*/ 62437 h 72873"/>
                    <a:gd name="connsiteX15" fmla="*/ 62561 w 64303"/>
                    <a:gd name="connsiteY15" fmla="*/ 37948 h 72873"/>
                    <a:gd name="connsiteX16" fmla="*/ 51163 w 64303"/>
                    <a:gd name="connsiteY16" fmla="*/ 41299 h 72873"/>
                    <a:gd name="connsiteX17" fmla="*/ 45930 w 64303"/>
                    <a:gd name="connsiteY17" fmla="*/ 56211 h 72873"/>
                    <a:gd name="connsiteX18" fmla="*/ 32392 w 64303"/>
                    <a:gd name="connsiteY18" fmla="*/ 61803 h 72873"/>
                    <a:gd name="connsiteX19" fmla="*/ 17129 w 64303"/>
                    <a:gd name="connsiteY19" fmla="*/ 56409 h 72873"/>
                    <a:gd name="connsiteX20" fmla="*/ 10528 w 64303"/>
                    <a:gd name="connsiteY20" fmla="*/ 41220 h 72873"/>
                    <a:gd name="connsiteX21" fmla="*/ 51163 w 64303"/>
                    <a:gd name="connsiteY21" fmla="*/ 41299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303" h="72873">
                      <a:moveTo>
                        <a:pt x="62561" y="37948"/>
                      </a:moveTo>
                      <a:lnTo>
                        <a:pt x="62561" y="32376"/>
                      </a:lnTo>
                      <a:lnTo>
                        <a:pt x="10151" y="32376"/>
                      </a:lnTo>
                      <a:cubicBezTo>
                        <a:pt x="10653" y="24524"/>
                        <a:pt x="13019" y="18542"/>
                        <a:pt x="17248" y="14430"/>
                      </a:cubicBezTo>
                      <a:cubicBezTo>
                        <a:pt x="21476" y="10319"/>
                        <a:pt x="27370" y="8263"/>
                        <a:pt x="34929" y="8263"/>
                      </a:cubicBezTo>
                      <a:cubicBezTo>
                        <a:pt x="39303" y="8263"/>
                        <a:pt x="43545" y="8799"/>
                        <a:pt x="47655" y="9870"/>
                      </a:cubicBezTo>
                      <a:cubicBezTo>
                        <a:pt x="51765" y="10940"/>
                        <a:pt x="55848" y="12553"/>
                        <a:pt x="59905" y="14708"/>
                      </a:cubicBezTo>
                      <a:lnTo>
                        <a:pt x="59905" y="3921"/>
                      </a:lnTo>
                      <a:cubicBezTo>
                        <a:pt x="55808" y="2189"/>
                        <a:pt x="51613" y="867"/>
                        <a:pt x="47318" y="-45"/>
                      </a:cubicBezTo>
                      <a:cubicBezTo>
                        <a:pt x="43023" y="-957"/>
                        <a:pt x="38669" y="-1413"/>
                        <a:pt x="34255" y="-1413"/>
                      </a:cubicBezTo>
                      <a:cubicBezTo>
                        <a:pt x="23181" y="-1413"/>
                        <a:pt x="14413" y="1806"/>
                        <a:pt x="7951" y="8244"/>
                      </a:cubicBezTo>
                      <a:cubicBezTo>
                        <a:pt x="1489" y="14695"/>
                        <a:pt x="-1742" y="23420"/>
                        <a:pt x="-1742" y="34418"/>
                      </a:cubicBezTo>
                      <a:cubicBezTo>
                        <a:pt x="-1742" y="45774"/>
                        <a:pt x="1324" y="54783"/>
                        <a:pt x="7455" y="61446"/>
                      </a:cubicBezTo>
                      <a:cubicBezTo>
                        <a:pt x="13587" y="68122"/>
                        <a:pt x="21860" y="71460"/>
                        <a:pt x="32273" y="71460"/>
                      </a:cubicBezTo>
                      <a:cubicBezTo>
                        <a:pt x="41603" y="71460"/>
                        <a:pt x="48983" y="68452"/>
                        <a:pt x="54414" y="62437"/>
                      </a:cubicBezTo>
                      <a:cubicBezTo>
                        <a:pt x="59846" y="56436"/>
                        <a:pt x="62561" y="48273"/>
                        <a:pt x="62561" y="37948"/>
                      </a:cubicBezTo>
                      <a:close/>
                      <a:moveTo>
                        <a:pt x="51163" y="41299"/>
                      </a:moveTo>
                      <a:cubicBezTo>
                        <a:pt x="51084" y="47526"/>
                        <a:pt x="49340" y="52496"/>
                        <a:pt x="45930" y="56211"/>
                      </a:cubicBezTo>
                      <a:cubicBezTo>
                        <a:pt x="42521" y="59939"/>
                        <a:pt x="38008" y="61803"/>
                        <a:pt x="32392" y="61803"/>
                      </a:cubicBezTo>
                      <a:cubicBezTo>
                        <a:pt x="26035" y="61803"/>
                        <a:pt x="20948" y="60005"/>
                        <a:pt x="17129" y="56409"/>
                      </a:cubicBezTo>
                      <a:cubicBezTo>
                        <a:pt x="13310" y="52813"/>
                        <a:pt x="11109" y="47750"/>
                        <a:pt x="10528" y="41220"/>
                      </a:cubicBezTo>
                      <a:lnTo>
                        <a:pt x="51163" y="4129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61" name="Freeform: Shape 160">
                  <a:extLst>
                    <a:ext uri="{FF2B5EF4-FFF2-40B4-BE49-F238E27FC236}">
                      <a16:creationId xmlns:a16="http://schemas.microsoft.com/office/drawing/2014/main" id="{B4F1C42B-F76C-6311-53FE-C8617F646346}"/>
                    </a:ext>
                  </a:extLst>
                </p:cNvPr>
                <p:cNvSpPr/>
                <p:nvPr/>
              </p:nvSpPr>
              <p:spPr>
                <a:xfrm flipV="1">
                  <a:off x="6165640" y="5495834"/>
                  <a:ext cx="12686" cy="126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6" h="12690"/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62" name="Freeform: Shape 161">
                  <a:extLst>
                    <a:ext uri="{FF2B5EF4-FFF2-40B4-BE49-F238E27FC236}">
                      <a16:creationId xmlns:a16="http://schemas.microsoft.com/office/drawing/2014/main" id="{72243084-85DD-FAAA-D0D0-9EB0717554DC}"/>
                    </a:ext>
                  </a:extLst>
                </p:cNvPr>
                <p:cNvSpPr/>
                <p:nvPr/>
              </p:nvSpPr>
              <p:spPr>
                <a:xfrm flipV="1">
                  <a:off x="6212845" y="5424765"/>
                  <a:ext cx="53024" cy="72873"/>
                </a:xfrm>
                <a:custGeom>
                  <a:avLst/>
                  <a:gdLst>
                    <a:gd name="connsiteX0" fmla="*/ 47855 w 53024"/>
                    <a:gd name="connsiteY0" fmla="*/ 67752 h 72873"/>
                    <a:gd name="connsiteX1" fmla="*/ 47855 w 53024"/>
                    <a:gd name="connsiteY1" fmla="*/ 56964 h 72873"/>
                    <a:gd name="connsiteX2" fmla="*/ 37825 w 53024"/>
                    <a:gd name="connsiteY2" fmla="*/ 60673 h 72873"/>
                    <a:gd name="connsiteX3" fmla="*/ 27042 w 53024"/>
                    <a:gd name="connsiteY3" fmla="*/ 61922 h 72873"/>
                    <a:gd name="connsiteX4" fmla="*/ 14316 w 53024"/>
                    <a:gd name="connsiteY4" fmla="*/ 59324 h 72873"/>
                    <a:gd name="connsiteX5" fmla="*/ 10074 w 53024"/>
                    <a:gd name="connsiteY5" fmla="*/ 51511 h 72873"/>
                    <a:gd name="connsiteX6" fmla="*/ 13107 w 53024"/>
                    <a:gd name="connsiteY6" fmla="*/ 45285 h 72873"/>
                    <a:gd name="connsiteX7" fmla="*/ 25317 w 53024"/>
                    <a:gd name="connsiteY7" fmla="*/ 40982 h 72873"/>
                    <a:gd name="connsiteX8" fmla="*/ 29222 w 53024"/>
                    <a:gd name="connsiteY8" fmla="*/ 40109 h 72873"/>
                    <a:gd name="connsiteX9" fmla="*/ 46468 w 53024"/>
                    <a:gd name="connsiteY9" fmla="*/ 32773 h 72873"/>
                    <a:gd name="connsiteX10" fmla="*/ 51582 w 53024"/>
                    <a:gd name="connsiteY10" fmla="*/ 19546 h 72873"/>
                    <a:gd name="connsiteX11" fmla="*/ 43930 w 53024"/>
                    <a:gd name="connsiteY11" fmla="*/ 4218 h 72873"/>
                    <a:gd name="connsiteX12" fmla="*/ 22899 w 53024"/>
                    <a:gd name="connsiteY12" fmla="*/ -1413 h 72873"/>
                    <a:gd name="connsiteX13" fmla="*/ 11283 w 53024"/>
                    <a:gd name="connsiteY13" fmla="*/ -323 h 72873"/>
                    <a:gd name="connsiteX14" fmla="*/ -1443 w 53024"/>
                    <a:gd name="connsiteY14" fmla="*/ 2929 h 72873"/>
                    <a:gd name="connsiteX15" fmla="*/ -1443 w 53024"/>
                    <a:gd name="connsiteY15" fmla="*/ 14708 h 72873"/>
                    <a:gd name="connsiteX16" fmla="*/ 11006 w 53024"/>
                    <a:gd name="connsiteY16" fmla="*/ 9770 h 72873"/>
                    <a:gd name="connsiteX17" fmla="*/ 23157 w 53024"/>
                    <a:gd name="connsiteY17" fmla="*/ 8144 h 72873"/>
                    <a:gd name="connsiteX18" fmla="*/ 35526 w 53024"/>
                    <a:gd name="connsiteY18" fmla="*/ 10901 h 72873"/>
                    <a:gd name="connsiteX19" fmla="*/ 39867 w 53024"/>
                    <a:gd name="connsiteY19" fmla="*/ 18674 h 72873"/>
                    <a:gd name="connsiteX20" fmla="*/ 36735 w 53024"/>
                    <a:gd name="connsiteY20" fmla="*/ 25793 h 72873"/>
                    <a:gd name="connsiteX21" fmla="*/ 23018 w 53024"/>
                    <a:gd name="connsiteY21" fmla="*/ 30571 h 72873"/>
                    <a:gd name="connsiteX22" fmla="*/ 19053 w 53024"/>
                    <a:gd name="connsiteY22" fmla="*/ 31503 h 72873"/>
                    <a:gd name="connsiteX23" fmla="*/ 3751 w 53024"/>
                    <a:gd name="connsiteY23" fmla="*/ 38345 h 72873"/>
                    <a:gd name="connsiteX24" fmla="*/ -947 w 53024"/>
                    <a:gd name="connsiteY24" fmla="*/ 51016 h 72873"/>
                    <a:gd name="connsiteX25" fmla="*/ 5991 w 53024"/>
                    <a:gd name="connsiteY25" fmla="*/ 66126 h 72873"/>
                    <a:gd name="connsiteX26" fmla="*/ 25694 w 53024"/>
                    <a:gd name="connsiteY26" fmla="*/ 71460 h 72873"/>
                    <a:gd name="connsiteX27" fmla="*/ 37567 w 53024"/>
                    <a:gd name="connsiteY27" fmla="*/ 70528 h 72873"/>
                    <a:gd name="connsiteX28" fmla="*/ 47855 w 53024"/>
                    <a:gd name="connsiteY28" fmla="*/ 67752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3024" h="72873">
                      <a:moveTo>
                        <a:pt x="47855" y="67752"/>
                      </a:moveTo>
                      <a:lnTo>
                        <a:pt x="47855" y="56964"/>
                      </a:lnTo>
                      <a:cubicBezTo>
                        <a:pt x="44644" y="58617"/>
                        <a:pt x="41301" y="59853"/>
                        <a:pt x="37825" y="60673"/>
                      </a:cubicBezTo>
                      <a:cubicBezTo>
                        <a:pt x="34363" y="61505"/>
                        <a:pt x="30768" y="61922"/>
                        <a:pt x="27042" y="61922"/>
                      </a:cubicBezTo>
                      <a:cubicBezTo>
                        <a:pt x="21386" y="61922"/>
                        <a:pt x="17144" y="61056"/>
                        <a:pt x="14316" y="59324"/>
                      </a:cubicBezTo>
                      <a:cubicBezTo>
                        <a:pt x="11488" y="57592"/>
                        <a:pt x="10074" y="54988"/>
                        <a:pt x="10074" y="51511"/>
                      </a:cubicBezTo>
                      <a:cubicBezTo>
                        <a:pt x="10074" y="48867"/>
                        <a:pt x="11085" y="46792"/>
                        <a:pt x="13107" y="45285"/>
                      </a:cubicBezTo>
                      <a:cubicBezTo>
                        <a:pt x="15129" y="43778"/>
                        <a:pt x="19199" y="42344"/>
                        <a:pt x="25317" y="40982"/>
                      </a:cubicBezTo>
                      <a:lnTo>
                        <a:pt x="29222" y="40109"/>
                      </a:lnTo>
                      <a:cubicBezTo>
                        <a:pt x="37310" y="38378"/>
                        <a:pt x="43058" y="35932"/>
                        <a:pt x="46468" y="32773"/>
                      </a:cubicBezTo>
                      <a:cubicBezTo>
                        <a:pt x="49877" y="29613"/>
                        <a:pt x="51582" y="25204"/>
                        <a:pt x="51582" y="19546"/>
                      </a:cubicBezTo>
                      <a:cubicBezTo>
                        <a:pt x="51582" y="13095"/>
                        <a:pt x="49031" y="7986"/>
                        <a:pt x="43930" y="4218"/>
                      </a:cubicBezTo>
                      <a:cubicBezTo>
                        <a:pt x="38829" y="464"/>
                        <a:pt x="31819" y="-1413"/>
                        <a:pt x="22899" y="-1413"/>
                      </a:cubicBezTo>
                      <a:cubicBezTo>
                        <a:pt x="19186" y="-1413"/>
                        <a:pt x="15314" y="-1050"/>
                        <a:pt x="11283" y="-323"/>
                      </a:cubicBezTo>
                      <a:cubicBezTo>
                        <a:pt x="7253" y="404"/>
                        <a:pt x="3011" y="1488"/>
                        <a:pt x="-1443" y="2929"/>
                      </a:cubicBezTo>
                      <a:lnTo>
                        <a:pt x="-1443" y="14708"/>
                      </a:lnTo>
                      <a:cubicBezTo>
                        <a:pt x="2773" y="12513"/>
                        <a:pt x="6922" y="10868"/>
                        <a:pt x="11006" y="9770"/>
                      </a:cubicBezTo>
                      <a:cubicBezTo>
                        <a:pt x="15089" y="8686"/>
                        <a:pt x="19139" y="8144"/>
                        <a:pt x="23157" y="8144"/>
                      </a:cubicBezTo>
                      <a:cubicBezTo>
                        <a:pt x="28522" y="8144"/>
                        <a:pt x="32645" y="9063"/>
                        <a:pt x="35526" y="10901"/>
                      </a:cubicBezTo>
                      <a:cubicBezTo>
                        <a:pt x="38420" y="12738"/>
                        <a:pt x="39867" y="15329"/>
                        <a:pt x="39867" y="18674"/>
                      </a:cubicBezTo>
                      <a:cubicBezTo>
                        <a:pt x="39867" y="21767"/>
                        <a:pt x="38823" y="24140"/>
                        <a:pt x="36735" y="25793"/>
                      </a:cubicBezTo>
                      <a:cubicBezTo>
                        <a:pt x="34660" y="27445"/>
                        <a:pt x="30088" y="29038"/>
                        <a:pt x="23018" y="30571"/>
                      </a:cubicBezTo>
                      <a:lnTo>
                        <a:pt x="19053" y="31503"/>
                      </a:lnTo>
                      <a:cubicBezTo>
                        <a:pt x="11997" y="32984"/>
                        <a:pt x="6896" y="35264"/>
                        <a:pt x="3751" y="38345"/>
                      </a:cubicBezTo>
                      <a:cubicBezTo>
                        <a:pt x="619" y="41425"/>
                        <a:pt x="-947" y="45648"/>
                        <a:pt x="-947" y="51016"/>
                      </a:cubicBezTo>
                      <a:cubicBezTo>
                        <a:pt x="-947" y="57546"/>
                        <a:pt x="1365" y="62583"/>
                        <a:pt x="5991" y="66126"/>
                      </a:cubicBezTo>
                      <a:cubicBezTo>
                        <a:pt x="10616" y="69682"/>
                        <a:pt x="17184" y="71460"/>
                        <a:pt x="25694" y="71460"/>
                      </a:cubicBezTo>
                      <a:cubicBezTo>
                        <a:pt x="29896" y="71460"/>
                        <a:pt x="33854" y="71149"/>
                        <a:pt x="37567" y="70528"/>
                      </a:cubicBezTo>
                      <a:cubicBezTo>
                        <a:pt x="41294" y="69920"/>
                        <a:pt x="44723" y="68994"/>
                        <a:pt x="47855" y="6775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3AFE6666-3C65-5E33-87F5-87A3B6B07479}"/>
                    </a:ext>
                  </a:extLst>
                </p:cNvPr>
                <p:cNvSpPr/>
                <p:nvPr/>
              </p:nvSpPr>
              <p:spPr>
                <a:xfrm flipV="1">
                  <a:off x="6275470" y="5406720"/>
                  <a:ext cx="43291" cy="89113"/>
                </a:xfrm>
                <a:custGeom>
                  <a:avLst/>
                  <a:gdLst>
                    <a:gd name="connsiteX0" fmla="*/ 18805 w 43291"/>
                    <a:gd name="connsiteY0" fmla="*/ 87199 h 89113"/>
                    <a:gd name="connsiteX1" fmla="*/ 18805 w 43291"/>
                    <a:gd name="connsiteY1" fmla="*/ 67488 h 89113"/>
                    <a:gd name="connsiteX2" fmla="*/ 42274 w 43291"/>
                    <a:gd name="connsiteY2" fmla="*/ 67488 h 89113"/>
                    <a:gd name="connsiteX3" fmla="*/ 42274 w 43291"/>
                    <a:gd name="connsiteY3" fmla="*/ 58625 h 89113"/>
                    <a:gd name="connsiteX4" fmla="*/ 18805 w 43291"/>
                    <a:gd name="connsiteY4" fmla="*/ 58625 h 89113"/>
                    <a:gd name="connsiteX5" fmla="*/ 18805 w 43291"/>
                    <a:gd name="connsiteY5" fmla="*/ 20949 h 89113"/>
                    <a:gd name="connsiteX6" fmla="*/ 21124 w 43291"/>
                    <a:gd name="connsiteY6" fmla="*/ 10042 h 89113"/>
                    <a:gd name="connsiteX7" fmla="*/ 30579 w 43291"/>
                    <a:gd name="connsiteY7" fmla="*/ 7623 h 89113"/>
                    <a:gd name="connsiteX8" fmla="*/ 42274 w 43291"/>
                    <a:gd name="connsiteY8" fmla="*/ 7623 h 89113"/>
                    <a:gd name="connsiteX9" fmla="*/ 42274 w 43291"/>
                    <a:gd name="connsiteY9" fmla="*/ -1915 h 89113"/>
                    <a:gd name="connsiteX10" fmla="*/ 30579 w 43291"/>
                    <a:gd name="connsiteY10" fmla="*/ -1915 h 89113"/>
                    <a:gd name="connsiteX11" fmla="*/ 12362 w 43291"/>
                    <a:gd name="connsiteY11" fmla="*/ 3003 h 89113"/>
                    <a:gd name="connsiteX12" fmla="*/ 7347 w 43291"/>
                    <a:gd name="connsiteY12" fmla="*/ 20949 h 89113"/>
                    <a:gd name="connsiteX13" fmla="*/ 7347 w 43291"/>
                    <a:gd name="connsiteY13" fmla="*/ 58625 h 89113"/>
                    <a:gd name="connsiteX14" fmla="*/ -1018 w 43291"/>
                    <a:gd name="connsiteY14" fmla="*/ 58625 h 89113"/>
                    <a:gd name="connsiteX15" fmla="*/ -1018 w 43291"/>
                    <a:gd name="connsiteY15" fmla="*/ 67488 h 89113"/>
                    <a:gd name="connsiteX16" fmla="*/ 7347 w 43291"/>
                    <a:gd name="connsiteY16" fmla="*/ 67488 h 89113"/>
                    <a:gd name="connsiteX17" fmla="*/ 7347 w 43291"/>
                    <a:gd name="connsiteY17" fmla="*/ 87199 h 89113"/>
                    <a:gd name="connsiteX18" fmla="*/ 18805 w 43291"/>
                    <a:gd name="connsiteY18" fmla="*/ 87199 h 89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3291" h="89113">
                      <a:moveTo>
                        <a:pt x="18805" y="87199"/>
                      </a:moveTo>
                      <a:lnTo>
                        <a:pt x="18805" y="67488"/>
                      </a:lnTo>
                      <a:lnTo>
                        <a:pt x="42274" y="67488"/>
                      </a:lnTo>
                      <a:lnTo>
                        <a:pt x="42274" y="58625"/>
                      </a:lnTo>
                      <a:lnTo>
                        <a:pt x="18805" y="58625"/>
                      </a:lnTo>
                      <a:lnTo>
                        <a:pt x="18805" y="20949"/>
                      </a:lnTo>
                      <a:cubicBezTo>
                        <a:pt x="18805" y="15291"/>
                        <a:pt x="19578" y="11655"/>
                        <a:pt x="21124" y="10042"/>
                      </a:cubicBezTo>
                      <a:cubicBezTo>
                        <a:pt x="22670" y="8430"/>
                        <a:pt x="25822" y="7623"/>
                        <a:pt x="30579" y="7623"/>
                      </a:cubicBezTo>
                      <a:lnTo>
                        <a:pt x="42274" y="7623"/>
                      </a:lnTo>
                      <a:lnTo>
                        <a:pt x="42274" y="-1915"/>
                      </a:lnTo>
                      <a:lnTo>
                        <a:pt x="30579" y="-1915"/>
                      </a:lnTo>
                      <a:cubicBezTo>
                        <a:pt x="21778" y="-1915"/>
                        <a:pt x="15706" y="-275"/>
                        <a:pt x="12362" y="3003"/>
                      </a:cubicBezTo>
                      <a:cubicBezTo>
                        <a:pt x="9019" y="6295"/>
                        <a:pt x="7347" y="12277"/>
                        <a:pt x="7347" y="20949"/>
                      </a:cubicBezTo>
                      <a:lnTo>
                        <a:pt x="7347" y="58625"/>
                      </a:lnTo>
                      <a:lnTo>
                        <a:pt x="-1018" y="58625"/>
                      </a:lnTo>
                      <a:lnTo>
                        <a:pt x="-1018" y="67488"/>
                      </a:lnTo>
                      <a:lnTo>
                        <a:pt x="7347" y="67488"/>
                      </a:lnTo>
                      <a:lnTo>
                        <a:pt x="7347" y="87199"/>
                      </a:lnTo>
                      <a:lnTo>
                        <a:pt x="18805" y="8719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64" name="Freeform: Shape 163">
                  <a:extLst>
                    <a:ext uri="{FF2B5EF4-FFF2-40B4-BE49-F238E27FC236}">
                      <a16:creationId xmlns:a16="http://schemas.microsoft.com/office/drawing/2014/main" id="{CAB9973D-E29B-EF4F-80BD-F967BD6008AE}"/>
                    </a:ext>
                  </a:extLst>
                </p:cNvPr>
                <p:cNvSpPr/>
                <p:nvPr/>
              </p:nvSpPr>
              <p:spPr>
                <a:xfrm flipV="1">
                  <a:off x="6328800" y="5424765"/>
                  <a:ext cx="64303" cy="72873"/>
                </a:xfrm>
                <a:custGeom>
                  <a:avLst/>
                  <a:gdLst>
                    <a:gd name="connsiteX0" fmla="*/ 62580 w 64303"/>
                    <a:gd name="connsiteY0" fmla="*/ 37948 h 72873"/>
                    <a:gd name="connsiteX1" fmla="*/ 62580 w 64303"/>
                    <a:gd name="connsiteY1" fmla="*/ 32376 h 72873"/>
                    <a:gd name="connsiteX2" fmla="*/ 10170 w 64303"/>
                    <a:gd name="connsiteY2" fmla="*/ 32376 h 72873"/>
                    <a:gd name="connsiteX3" fmla="*/ 17266 w 64303"/>
                    <a:gd name="connsiteY3" fmla="*/ 14430 h 72873"/>
                    <a:gd name="connsiteX4" fmla="*/ 34948 w 64303"/>
                    <a:gd name="connsiteY4" fmla="*/ 8263 h 72873"/>
                    <a:gd name="connsiteX5" fmla="*/ 47673 w 64303"/>
                    <a:gd name="connsiteY5" fmla="*/ 9870 h 72873"/>
                    <a:gd name="connsiteX6" fmla="*/ 59924 w 64303"/>
                    <a:gd name="connsiteY6" fmla="*/ 14708 h 72873"/>
                    <a:gd name="connsiteX7" fmla="*/ 59924 w 64303"/>
                    <a:gd name="connsiteY7" fmla="*/ 3921 h 72873"/>
                    <a:gd name="connsiteX8" fmla="*/ 47336 w 64303"/>
                    <a:gd name="connsiteY8" fmla="*/ -45 h 72873"/>
                    <a:gd name="connsiteX9" fmla="*/ 34274 w 64303"/>
                    <a:gd name="connsiteY9" fmla="*/ -1413 h 72873"/>
                    <a:gd name="connsiteX10" fmla="*/ 7969 w 64303"/>
                    <a:gd name="connsiteY10" fmla="*/ 8244 h 72873"/>
                    <a:gd name="connsiteX11" fmla="*/ -1724 w 64303"/>
                    <a:gd name="connsiteY11" fmla="*/ 34418 h 72873"/>
                    <a:gd name="connsiteX12" fmla="*/ 7474 w 64303"/>
                    <a:gd name="connsiteY12" fmla="*/ 61446 h 72873"/>
                    <a:gd name="connsiteX13" fmla="*/ 32291 w 64303"/>
                    <a:gd name="connsiteY13" fmla="*/ 71460 h 72873"/>
                    <a:gd name="connsiteX14" fmla="*/ 54433 w 64303"/>
                    <a:gd name="connsiteY14" fmla="*/ 62437 h 72873"/>
                    <a:gd name="connsiteX15" fmla="*/ 62580 w 64303"/>
                    <a:gd name="connsiteY15" fmla="*/ 37948 h 72873"/>
                    <a:gd name="connsiteX16" fmla="*/ 51182 w 64303"/>
                    <a:gd name="connsiteY16" fmla="*/ 41299 h 72873"/>
                    <a:gd name="connsiteX17" fmla="*/ 45949 w 64303"/>
                    <a:gd name="connsiteY17" fmla="*/ 56211 h 72873"/>
                    <a:gd name="connsiteX18" fmla="*/ 32410 w 64303"/>
                    <a:gd name="connsiteY18" fmla="*/ 61803 h 72873"/>
                    <a:gd name="connsiteX19" fmla="*/ 17147 w 64303"/>
                    <a:gd name="connsiteY19" fmla="*/ 56409 h 72873"/>
                    <a:gd name="connsiteX20" fmla="*/ 10546 w 64303"/>
                    <a:gd name="connsiteY20" fmla="*/ 41220 h 72873"/>
                    <a:gd name="connsiteX21" fmla="*/ 51182 w 64303"/>
                    <a:gd name="connsiteY21" fmla="*/ 41299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303" h="72873">
                      <a:moveTo>
                        <a:pt x="62580" y="37948"/>
                      </a:moveTo>
                      <a:lnTo>
                        <a:pt x="62580" y="32376"/>
                      </a:lnTo>
                      <a:lnTo>
                        <a:pt x="10170" y="32376"/>
                      </a:lnTo>
                      <a:cubicBezTo>
                        <a:pt x="10672" y="24524"/>
                        <a:pt x="13037" y="18542"/>
                        <a:pt x="17266" y="14430"/>
                      </a:cubicBezTo>
                      <a:cubicBezTo>
                        <a:pt x="21495" y="10319"/>
                        <a:pt x="27389" y="8263"/>
                        <a:pt x="34948" y="8263"/>
                      </a:cubicBezTo>
                      <a:cubicBezTo>
                        <a:pt x="39322" y="8263"/>
                        <a:pt x="43564" y="8799"/>
                        <a:pt x="47673" y="9870"/>
                      </a:cubicBezTo>
                      <a:cubicBezTo>
                        <a:pt x="51783" y="10940"/>
                        <a:pt x="55867" y="12553"/>
                        <a:pt x="59924" y="14708"/>
                      </a:cubicBezTo>
                      <a:lnTo>
                        <a:pt x="59924" y="3921"/>
                      </a:lnTo>
                      <a:cubicBezTo>
                        <a:pt x="55827" y="2189"/>
                        <a:pt x="51631" y="867"/>
                        <a:pt x="47336" y="-45"/>
                      </a:cubicBezTo>
                      <a:cubicBezTo>
                        <a:pt x="43042" y="-957"/>
                        <a:pt x="38687" y="-1413"/>
                        <a:pt x="34274" y="-1413"/>
                      </a:cubicBezTo>
                      <a:cubicBezTo>
                        <a:pt x="23200" y="-1413"/>
                        <a:pt x="14432" y="1806"/>
                        <a:pt x="7969" y="8244"/>
                      </a:cubicBezTo>
                      <a:cubicBezTo>
                        <a:pt x="1507" y="14695"/>
                        <a:pt x="-1724" y="23420"/>
                        <a:pt x="-1724" y="34418"/>
                      </a:cubicBezTo>
                      <a:cubicBezTo>
                        <a:pt x="-1724" y="45774"/>
                        <a:pt x="1342" y="54783"/>
                        <a:pt x="7474" y="61446"/>
                      </a:cubicBezTo>
                      <a:cubicBezTo>
                        <a:pt x="13606" y="68122"/>
                        <a:pt x="21878" y="71460"/>
                        <a:pt x="32291" y="71460"/>
                      </a:cubicBezTo>
                      <a:cubicBezTo>
                        <a:pt x="41621" y="71460"/>
                        <a:pt x="49001" y="68452"/>
                        <a:pt x="54433" y="62437"/>
                      </a:cubicBezTo>
                      <a:cubicBezTo>
                        <a:pt x="59864" y="56436"/>
                        <a:pt x="62580" y="48273"/>
                        <a:pt x="62580" y="37948"/>
                      </a:cubicBezTo>
                      <a:close/>
                      <a:moveTo>
                        <a:pt x="51182" y="41299"/>
                      </a:moveTo>
                      <a:cubicBezTo>
                        <a:pt x="51103" y="47526"/>
                        <a:pt x="49358" y="52496"/>
                        <a:pt x="45949" y="56211"/>
                      </a:cubicBezTo>
                      <a:cubicBezTo>
                        <a:pt x="42539" y="59939"/>
                        <a:pt x="38027" y="61803"/>
                        <a:pt x="32410" y="61803"/>
                      </a:cubicBezTo>
                      <a:cubicBezTo>
                        <a:pt x="26054" y="61803"/>
                        <a:pt x="20966" y="60005"/>
                        <a:pt x="17147" y="56409"/>
                      </a:cubicBezTo>
                      <a:cubicBezTo>
                        <a:pt x="13328" y="52813"/>
                        <a:pt x="11128" y="47750"/>
                        <a:pt x="10546" y="41220"/>
                      </a:cubicBezTo>
                      <a:lnTo>
                        <a:pt x="51182" y="4129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65" name="Freeform: Shape 164">
                  <a:extLst>
                    <a:ext uri="{FF2B5EF4-FFF2-40B4-BE49-F238E27FC236}">
                      <a16:creationId xmlns:a16="http://schemas.microsoft.com/office/drawing/2014/main" id="{E2C24A4D-00F6-1AFA-CC07-34FEF7816CF0}"/>
                    </a:ext>
                  </a:extLst>
                </p:cNvPr>
                <p:cNvSpPr/>
                <p:nvPr/>
              </p:nvSpPr>
              <p:spPr>
                <a:xfrm flipV="1">
                  <a:off x="6411369" y="5424765"/>
                  <a:ext cx="62083" cy="97461"/>
                </a:xfrm>
                <a:custGeom>
                  <a:avLst/>
                  <a:gdLst>
                    <a:gd name="connsiteX0" fmla="*/ 9568 w 62083"/>
                    <a:gd name="connsiteY0" fmla="*/ 36011 h 97461"/>
                    <a:gd name="connsiteX1" fmla="*/ 9568 w 62083"/>
                    <a:gd name="connsiteY1" fmla="*/ -792 h 97461"/>
                    <a:gd name="connsiteX2" fmla="*/ -1889 w 62083"/>
                    <a:gd name="connsiteY2" fmla="*/ -792 h 97461"/>
                    <a:gd name="connsiteX3" fmla="*/ -1889 w 62083"/>
                    <a:gd name="connsiteY3" fmla="*/ 95003 h 97461"/>
                    <a:gd name="connsiteX4" fmla="*/ 9568 w 62083"/>
                    <a:gd name="connsiteY4" fmla="*/ 95003 h 97461"/>
                    <a:gd name="connsiteX5" fmla="*/ 9568 w 62083"/>
                    <a:gd name="connsiteY5" fmla="*/ 84474 h 97461"/>
                    <a:gd name="connsiteX6" fmla="*/ 18647 w 62083"/>
                    <a:gd name="connsiteY6" fmla="*/ 93655 h 97461"/>
                    <a:gd name="connsiteX7" fmla="*/ 31749 w 62083"/>
                    <a:gd name="connsiteY7" fmla="*/ 96669 h 97461"/>
                    <a:gd name="connsiteX8" fmla="*/ 52285 w 62083"/>
                    <a:gd name="connsiteY8" fmla="*/ 86635 h 97461"/>
                    <a:gd name="connsiteX9" fmla="*/ 60194 w 62083"/>
                    <a:gd name="connsiteY9" fmla="*/ 60243 h 97461"/>
                    <a:gd name="connsiteX10" fmla="*/ 52285 w 62083"/>
                    <a:gd name="connsiteY10" fmla="*/ 33830 h 97461"/>
                    <a:gd name="connsiteX11" fmla="*/ 31749 w 62083"/>
                    <a:gd name="connsiteY11" fmla="*/ 23796 h 97461"/>
                    <a:gd name="connsiteX12" fmla="*/ 18647 w 62083"/>
                    <a:gd name="connsiteY12" fmla="*/ 26810 h 97461"/>
                    <a:gd name="connsiteX13" fmla="*/ 9568 w 62083"/>
                    <a:gd name="connsiteY13" fmla="*/ 36011 h 97461"/>
                    <a:gd name="connsiteX14" fmla="*/ 48360 w 62083"/>
                    <a:gd name="connsiteY14" fmla="*/ 60243 h 97461"/>
                    <a:gd name="connsiteX15" fmla="*/ 43187 w 62083"/>
                    <a:gd name="connsiteY15" fmla="*/ 79973 h 97461"/>
                    <a:gd name="connsiteX16" fmla="*/ 28974 w 62083"/>
                    <a:gd name="connsiteY16" fmla="*/ 87131 h 97461"/>
                    <a:gd name="connsiteX17" fmla="*/ 14742 w 62083"/>
                    <a:gd name="connsiteY17" fmla="*/ 79973 h 97461"/>
                    <a:gd name="connsiteX18" fmla="*/ 9568 w 62083"/>
                    <a:gd name="connsiteY18" fmla="*/ 60243 h 97461"/>
                    <a:gd name="connsiteX19" fmla="*/ 14742 w 62083"/>
                    <a:gd name="connsiteY19" fmla="*/ 40512 h 97461"/>
                    <a:gd name="connsiteX20" fmla="*/ 28974 w 62083"/>
                    <a:gd name="connsiteY20" fmla="*/ 33354 h 97461"/>
                    <a:gd name="connsiteX21" fmla="*/ 43187 w 62083"/>
                    <a:gd name="connsiteY21" fmla="*/ 40512 h 97461"/>
                    <a:gd name="connsiteX22" fmla="*/ 48360 w 62083"/>
                    <a:gd name="connsiteY22" fmla="*/ 60243 h 97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2083" h="97461">
                      <a:moveTo>
                        <a:pt x="9568" y="36011"/>
                      </a:moveTo>
                      <a:lnTo>
                        <a:pt x="9568" y="-792"/>
                      </a:lnTo>
                      <a:lnTo>
                        <a:pt x="-1889" y="-792"/>
                      </a:lnTo>
                      <a:lnTo>
                        <a:pt x="-1889" y="95003"/>
                      </a:lnTo>
                      <a:lnTo>
                        <a:pt x="9568" y="95003"/>
                      </a:lnTo>
                      <a:lnTo>
                        <a:pt x="9568" y="84474"/>
                      </a:lnTo>
                      <a:cubicBezTo>
                        <a:pt x="11973" y="88599"/>
                        <a:pt x="14999" y="91659"/>
                        <a:pt x="18647" y="93655"/>
                      </a:cubicBezTo>
                      <a:cubicBezTo>
                        <a:pt x="22307" y="95664"/>
                        <a:pt x="26675" y="96669"/>
                        <a:pt x="31749" y="96669"/>
                      </a:cubicBezTo>
                      <a:cubicBezTo>
                        <a:pt x="40180" y="96669"/>
                        <a:pt x="47025" y="93325"/>
                        <a:pt x="52285" y="86635"/>
                      </a:cubicBezTo>
                      <a:cubicBezTo>
                        <a:pt x="57558" y="79946"/>
                        <a:pt x="60194" y="71149"/>
                        <a:pt x="60194" y="60243"/>
                      </a:cubicBezTo>
                      <a:cubicBezTo>
                        <a:pt x="60194" y="49336"/>
                        <a:pt x="57558" y="40532"/>
                        <a:pt x="52285" y="33830"/>
                      </a:cubicBezTo>
                      <a:cubicBezTo>
                        <a:pt x="47025" y="27141"/>
                        <a:pt x="40180" y="23796"/>
                        <a:pt x="31749" y="23796"/>
                      </a:cubicBezTo>
                      <a:cubicBezTo>
                        <a:pt x="26675" y="23796"/>
                        <a:pt x="22307" y="24801"/>
                        <a:pt x="18647" y="26810"/>
                      </a:cubicBezTo>
                      <a:cubicBezTo>
                        <a:pt x="14999" y="28820"/>
                        <a:pt x="11973" y="31886"/>
                        <a:pt x="9568" y="36011"/>
                      </a:cubicBezTo>
                      <a:close/>
                      <a:moveTo>
                        <a:pt x="48360" y="60243"/>
                      </a:moveTo>
                      <a:cubicBezTo>
                        <a:pt x="48360" y="68624"/>
                        <a:pt x="46636" y="75201"/>
                        <a:pt x="43187" y="79973"/>
                      </a:cubicBezTo>
                      <a:cubicBezTo>
                        <a:pt x="39737" y="84745"/>
                        <a:pt x="35000" y="87131"/>
                        <a:pt x="28974" y="87131"/>
                      </a:cubicBezTo>
                      <a:cubicBezTo>
                        <a:pt x="22935" y="87131"/>
                        <a:pt x="18191" y="84745"/>
                        <a:pt x="14742" y="79973"/>
                      </a:cubicBezTo>
                      <a:cubicBezTo>
                        <a:pt x="11293" y="75201"/>
                        <a:pt x="9568" y="68624"/>
                        <a:pt x="9568" y="60243"/>
                      </a:cubicBezTo>
                      <a:cubicBezTo>
                        <a:pt x="9568" y="51861"/>
                        <a:pt x="11293" y="45285"/>
                        <a:pt x="14742" y="40512"/>
                      </a:cubicBezTo>
                      <a:cubicBezTo>
                        <a:pt x="18191" y="35740"/>
                        <a:pt x="22935" y="33354"/>
                        <a:pt x="28974" y="33354"/>
                      </a:cubicBezTo>
                      <a:cubicBezTo>
                        <a:pt x="35000" y="33354"/>
                        <a:pt x="39737" y="35740"/>
                        <a:pt x="43187" y="40512"/>
                      </a:cubicBezTo>
                      <a:cubicBezTo>
                        <a:pt x="46636" y="45285"/>
                        <a:pt x="48360" y="51861"/>
                        <a:pt x="48360" y="6024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</p:grpSp>
        </p:grpSp>
        <p:grpSp>
          <p:nvGrpSpPr>
            <p:cNvPr id="166" name="Graphic 110">
              <a:extLst>
                <a:ext uri="{FF2B5EF4-FFF2-40B4-BE49-F238E27FC236}">
                  <a16:creationId xmlns:a16="http://schemas.microsoft.com/office/drawing/2014/main" id="{64DE16AF-F640-1F29-CE75-AEB16EE64049}"/>
                </a:ext>
              </a:extLst>
            </p:cNvPr>
            <p:cNvGrpSpPr/>
            <p:nvPr/>
          </p:nvGrpSpPr>
          <p:grpSpPr>
            <a:xfrm>
              <a:off x="3398075" y="1913585"/>
              <a:ext cx="504475" cy="3119907"/>
              <a:chOff x="3398075" y="1913585"/>
              <a:chExt cx="504475" cy="3119907"/>
            </a:xfrm>
            <a:solidFill>
              <a:srgbClr val="000000"/>
            </a:solidFill>
          </p:grpSpPr>
          <p:grpSp>
            <p:nvGrpSpPr>
              <p:cNvPr id="167" name="Graphic 110">
                <a:extLst>
                  <a:ext uri="{FF2B5EF4-FFF2-40B4-BE49-F238E27FC236}">
                    <a16:creationId xmlns:a16="http://schemas.microsoft.com/office/drawing/2014/main" id="{28D53A20-3056-0D32-76DB-B4357964475C}"/>
                  </a:ext>
                </a:extLst>
              </p:cNvPr>
              <p:cNvGrpSpPr/>
              <p:nvPr/>
            </p:nvGrpSpPr>
            <p:grpSpPr>
              <a:xfrm>
                <a:off x="3581391" y="4937498"/>
                <a:ext cx="321159" cy="95994"/>
                <a:chOff x="3581391" y="4937498"/>
                <a:chExt cx="321159" cy="95994"/>
              </a:xfrm>
              <a:solidFill>
                <a:srgbClr val="000000"/>
              </a:solidFill>
            </p:grpSpPr>
            <p:sp>
              <p:nvSpPr>
                <p:cNvPr id="168" name="Freeform: Shape 167">
                  <a:extLst>
                    <a:ext uri="{FF2B5EF4-FFF2-40B4-BE49-F238E27FC236}">
                      <a16:creationId xmlns:a16="http://schemas.microsoft.com/office/drawing/2014/main" id="{EC05823E-F58C-5DAF-8EF7-FFDB442221B4}"/>
                    </a:ext>
                  </a:extLst>
                </p:cNvPr>
                <p:cNvSpPr/>
                <p:nvPr/>
              </p:nvSpPr>
              <p:spPr>
                <a:xfrm>
                  <a:off x="3858149" y="4983473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95 h 12690"/>
                    <a:gd name="connsiteX1" fmla="*/ 58 w 44401"/>
                    <a:gd name="connsiteY1" fmla="*/ 29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95"/>
                      </a:moveTo>
                      <a:lnTo>
                        <a:pt x="58" y="29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69" name="Graphic 110">
                  <a:extLst>
                    <a:ext uri="{FF2B5EF4-FFF2-40B4-BE49-F238E27FC236}">
                      <a16:creationId xmlns:a16="http://schemas.microsoft.com/office/drawing/2014/main" id="{98A1D5CB-40A9-61A2-AA33-D3494BB0FB70}"/>
                    </a:ext>
                  </a:extLst>
                </p:cNvPr>
                <p:cNvGrpSpPr/>
                <p:nvPr/>
              </p:nvGrpSpPr>
              <p:grpSpPr>
                <a:xfrm>
                  <a:off x="3581391" y="4937498"/>
                  <a:ext cx="223926" cy="95994"/>
                  <a:chOff x="3581391" y="493749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70" name="Freeform: Shape 169">
                    <a:extLst>
                      <a:ext uri="{FF2B5EF4-FFF2-40B4-BE49-F238E27FC236}">
                        <a16:creationId xmlns:a16="http://schemas.microsoft.com/office/drawing/2014/main" id="{AB8E79F5-33AC-D86D-A2B3-E2EFC04E9006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4939164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337 h 94328"/>
                      <a:gd name="connsiteX1" fmla="*/ 51056 w 59843"/>
                      <a:gd name="connsiteY1" fmla="*/ 92337 h 94328"/>
                      <a:gd name="connsiteX2" fmla="*/ 51056 w 59843"/>
                      <a:gd name="connsiteY2" fmla="*/ 81787 h 94328"/>
                      <a:gd name="connsiteX3" fmla="*/ 13393 w 59843"/>
                      <a:gd name="connsiteY3" fmla="*/ 81787 h 94328"/>
                      <a:gd name="connsiteX4" fmla="*/ 13393 w 59843"/>
                      <a:gd name="connsiteY4" fmla="*/ 59122 h 94328"/>
                      <a:gd name="connsiteX5" fmla="*/ 18825 w 59843"/>
                      <a:gd name="connsiteY5" fmla="*/ 60511 h 94328"/>
                      <a:gd name="connsiteX6" fmla="*/ 24296 w 59843"/>
                      <a:gd name="connsiteY6" fmla="*/ 60967 h 94328"/>
                      <a:gd name="connsiteX7" fmla="*/ 48816 w 59843"/>
                      <a:gd name="connsiteY7" fmla="*/ 52480 h 94328"/>
                      <a:gd name="connsiteX8" fmla="*/ 57874 w 59843"/>
                      <a:gd name="connsiteY8" fmla="*/ 29497 h 94328"/>
                      <a:gd name="connsiteX9" fmla="*/ 48578 w 59843"/>
                      <a:gd name="connsiteY9" fmla="*/ 6277 h 94328"/>
                      <a:gd name="connsiteX10" fmla="*/ 22373 w 59843"/>
                      <a:gd name="connsiteY10" fmla="*/ -1992 h 94328"/>
                      <a:gd name="connsiteX11" fmla="*/ 10499 w 59843"/>
                      <a:gd name="connsiteY11" fmla="*/ -1000 h 94328"/>
                      <a:gd name="connsiteX12" fmla="*/ -1969 w 59843"/>
                      <a:gd name="connsiteY12" fmla="*/ 1974 h 94328"/>
                      <a:gd name="connsiteX13" fmla="*/ -1969 w 59843"/>
                      <a:gd name="connsiteY13" fmla="*/ 14566 h 94328"/>
                      <a:gd name="connsiteX14" fmla="*/ 9548 w 59843"/>
                      <a:gd name="connsiteY14" fmla="*/ 10045 h 94328"/>
                      <a:gd name="connsiteX15" fmla="*/ 22115 w 59843"/>
                      <a:gd name="connsiteY15" fmla="*/ 8557 h 94328"/>
                      <a:gd name="connsiteX16" fmla="*/ 39083 w 59843"/>
                      <a:gd name="connsiteY16" fmla="*/ 14189 h 94328"/>
                      <a:gd name="connsiteX17" fmla="*/ 45347 w 59843"/>
                      <a:gd name="connsiteY17" fmla="*/ 29497 h 94328"/>
                      <a:gd name="connsiteX18" fmla="*/ 39083 w 59843"/>
                      <a:gd name="connsiteY18" fmla="*/ 44786 h 94328"/>
                      <a:gd name="connsiteX19" fmla="*/ 22115 w 59843"/>
                      <a:gd name="connsiteY19" fmla="*/ 50437 h 94328"/>
                      <a:gd name="connsiteX20" fmla="*/ 12105 w 59843"/>
                      <a:gd name="connsiteY20" fmla="*/ 49327 h 94328"/>
                      <a:gd name="connsiteX21" fmla="*/ 1936 w 59843"/>
                      <a:gd name="connsiteY21" fmla="*/ 45857 h 94328"/>
                      <a:gd name="connsiteX22" fmla="*/ 1936 w 59843"/>
                      <a:gd name="connsiteY22" fmla="*/ 92337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337"/>
                        </a:moveTo>
                        <a:lnTo>
                          <a:pt x="51056" y="92337"/>
                        </a:lnTo>
                        <a:lnTo>
                          <a:pt x="51056" y="81787"/>
                        </a:lnTo>
                        <a:lnTo>
                          <a:pt x="13393" y="81787"/>
                        </a:lnTo>
                        <a:lnTo>
                          <a:pt x="13393" y="59122"/>
                        </a:lnTo>
                        <a:cubicBezTo>
                          <a:pt x="15204" y="59744"/>
                          <a:pt x="17014" y="60206"/>
                          <a:pt x="18825" y="60511"/>
                        </a:cubicBezTo>
                        <a:cubicBezTo>
                          <a:pt x="20648" y="60815"/>
                          <a:pt x="22472" y="60967"/>
                          <a:pt x="24296" y="60967"/>
                        </a:cubicBezTo>
                        <a:cubicBezTo>
                          <a:pt x="34616" y="60967"/>
                          <a:pt x="42790" y="58138"/>
                          <a:pt x="48816" y="52480"/>
                        </a:cubicBezTo>
                        <a:cubicBezTo>
                          <a:pt x="54855" y="46822"/>
                          <a:pt x="57874" y="39161"/>
                          <a:pt x="57874" y="29497"/>
                        </a:cubicBezTo>
                        <a:cubicBezTo>
                          <a:pt x="57874" y="19543"/>
                          <a:pt x="54776" y="11803"/>
                          <a:pt x="48578" y="6277"/>
                        </a:cubicBezTo>
                        <a:cubicBezTo>
                          <a:pt x="42380" y="765"/>
                          <a:pt x="33645" y="-1992"/>
                          <a:pt x="22373" y="-1992"/>
                        </a:cubicBezTo>
                        <a:cubicBezTo>
                          <a:pt x="18488" y="-1992"/>
                          <a:pt x="14530" y="-1661"/>
                          <a:pt x="10499" y="-1000"/>
                        </a:cubicBezTo>
                        <a:cubicBezTo>
                          <a:pt x="6482" y="-339"/>
                          <a:pt x="2326" y="652"/>
                          <a:pt x="-1969" y="1974"/>
                        </a:cubicBezTo>
                        <a:lnTo>
                          <a:pt x="-1969" y="14566"/>
                        </a:lnTo>
                        <a:cubicBezTo>
                          <a:pt x="1745" y="12543"/>
                          <a:pt x="5583" y="11036"/>
                          <a:pt x="9548" y="10045"/>
                        </a:cubicBezTo>
                        <a:cubicBezTo>
                          <a:pt x="13512" y="9053"/>
                          <a:pt x="17701" y="8557"/>
                          <a:pt x="22115" y="8557"/>
                        </a:cubicBezTo>
                        <a:cubicBezTo>
                          <a:pt x="29264" y="8557"/>
                          <a:pt x="34920" y="10435"/>
                          <a:pt x="39083" y="14189"/>
                        </a:cubicBezTo>
                        <a:cubicBezTo>
                          <a:pt x="43259" y="17943"/>
                          <a:pt x="45347" y="23046"/>
                          <a:pt x="45347" y="29497"/>
                        </a:cubicBezTo>
                        <a:cubicBezTo>
                          <a:pt x="45347" y="35935"/>
                          <a:pt x="43259" y="41031"/>
                          <a:pt x="39083" y="44786"/>
                        </a:cubicBezTo>
                        <a:cubicBezTo>
                          <a:pt x="34920" y="48553"/>
                          <a:pt x="29264" y="50437"/>
                          <a:pt x="22115" y="50437"/>
                        </a:cubicBezTo>
                        <a:cubicBezTo>
                          <a:pt x="18772" y="50437"/>
                          <a:pt x="15435" y="50067"/>
                          <a:pt x="12105" y="49327"/>
                        </a:cubicBezTo>
                        <a:cubicBezTo>
                          <a:pt x="8788" y="48586"/>
                          <a:pt x="5398" y="47430"/>
                          <a:pt x="1936" y="45857"/>
                        </a:cubicBezTo>
                        <a:lnTo>
                          <a:pt x="1936" y="923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1" name="Freeform: Shape 170">
                    <a:extLst>
                      <a:ext uri="{FF2B5EF4-FFF2-40B4-BE49-F238E27FC236}">
                        <a16:creationId xmlns:a16="http://schemas.microsoft.com/office/drawing/2014/main" id="{5D4E4D9A-C668-CA74-E10A-0012240EF8CD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609" y="4937498"/>
                    <a:ext cx="58713" cy="94189"/>
                  </a:xfrm>
                  <a:custGeom>
                    <a:avLst/>
                    <a:gdLst>
                      <a:gd name="connsiteX0" fmla="*/ 13136 w 58713"/>
                      <a:gd name="connsiteY0" fmla="*/ 8450 h 94189"/>
                      <a:gd name="connsiteX1" fmla="*/ 56804 w 58713"/>
                      <a:gd name="connsiteY1" fmla="*/ 8450 h 94189"/>
                      <a:gd name="connsiteX2" fmla="*/ 56804 w 58713"/>
                      <a:gd name="connsiteY2" fmla="*/ -2079 h 94189"/>
                      <a:gd name="connsiteX3" fmla="*/ -1909 w 58713"/>
                      <a:gd name="connsiteY3" fmla="*/ -2079 h 94189"/>
                      <a:gd name="connsiteX4" fmla="*/ -1909 w 58713"/>
                      <a:gd name="connsiteY4" fmla="*/ 8450 h 94189"/>
                      <a:gd name="connsiteX5" fmla="*/ 17497 w 58713"/>
                      <a:gd name="connsiteY5" fmla="*/ 28240 h 94189"/>
                      <a:gd name="connsiteX6" fmla="*/ 32958 w 58713"/>
                      <a:gd name="connsiteY6" fmla="*/ 44282 h 94189"/>
                      <a:gd name="connsiteX7" fmla="*/ 41343 w 58713"/>
                      <a:gd name="connsiteY7" fmla="*/ 55703 h 94189"/>
                      <a:gd name="connsiteX8" fmla="*/ 43742 w 58713"/>
                      <a:gd name="connsiteY8" fmla="*/ 64904 h 94189"/>
                      <a:gd name="connsiteX9" fmla="*/ 38568 w 58713"/>
                      <a:gd name="connsiteY9" fmla="*/ 76921 h 94189"/>
                      <a:gd name="connsiteX10" fmla="*/ 25089 w 58713"/>
                      <a:gd name="connsiteY10" fmla="*/ 81581 h 94189"/>
                      <a:gd name="connsiteX11" fmla="*/ 12660 w 58713"/>
                      <a:gd name="connsiteY11" fmla="*/ 79538 h 94189"/>
                      <a:gd name="connsiteX12" fmla="*/ -1295 w 58713"/>
                      <a:gd name="connsiteY12" fmla="*/ 73332 h 94189"/>
                      <a:gd name="connsiteX13" fmla="*/ -1295 w 58713"/>
                      <a:gd name="connsiteY13" fmla="*/ 85983 h 94189"/>
                      <a:gd name="connsiteX14" fmla="*/ 12819 w 58713"/>
                      <a:gd name="connsiteY14" fmla="*/ 90564 h 94189"/>
                      <a:gd name="connsiteX15" fmla="*/ 24851 w 58713"/>
                      <a:gd name="connsiteY15" fmla="*/ 92110 h 94189"/>
                      <a:gd name="connsiteX16" fmla="*/ 47765 w 58713"/>
                      <a:gd name="connsiteY16" fmla="*/ 84912 h 94189"/>
                      <a:gd name="connsiteX17" fmla="*/ 56309 w 58713"/>
                      <a:gd name="connsiteY17" fmla="*/ 65717 h 94189"/>
                      <a:gd name="connsiteX18" fmla="*/ 54168 w 58713"/>
                      <a:gd name="connsiteY18" fmla="*/ 54890 h 94189"/>
                      <a:gd name="connsiteX19" fmla="*/ 46398 w 58713"/>
                      <a:gd name="connsiteY19" fmla="*/ 42854 h 94189"/>
                      <a:gd name="connsiteX20" fmla="*/ 36546 w 58713"/>
                      <a:gd name="connsiteY20" fmla="*/ 32463 h 94189"/>
                      <a:gd name="connsiteX21" fmla="*/ 13136 w 58713"/>
                      <a:gd name="connsiteY21" fmla="*/ 8450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36" y="8450"/>
                        </a:moveTo>
                        <a:lnTo>
                          <a:pt x="56804" y="8450"/>
                        </a:lnTo>
                        <a:lnTo>
                          <a:pt x="56804" y="-2079"/>
                        </a:lnTo>
                        <a:lnTo>
                          <a:pt x="-1909" y="-2079"/>
                        </a:lnTo>
                        <a:lnTo>
                          <a:pt x="-1909" y="8450"/>
                        </a:lnTo>
                        <a:cubicBezTo>
                          <a:pt x="2835" y="13368"/>
                          <a:pt x="9304" y="19964"/>
                          <a:pt x="17497" y="28240"/>
                        </a:cubicBezTo>
                        <a:cubicBezTo>
                          <a:pt x="25703" y="36528"/>
                          <a:pt x="30857" y="41876"/>
                          <a:pt x="32958" y="44282"/>
                        </a:cubicBezTo>
                        <a:cubicBezTo>
                          <a:pt x="36962" y="48776"/>
                          <a:pt x="39757" y="52584"/>
                          <a:pt x="41343" y="55703"/>
                        </a:cubicBezTo>
                        <a:cubicBezTo>
                          <a:pt x="42942" y="58823"/>
                          <a:pt x="43742" y="61890"/>
                          <a:pt x="43742" y="64904"/>
                        </a:cubicBezTo>
                        <a:cubicBezTo>
                          <a:pt x="43742" y="69822"/>
                          <a:pt x="42017" y="73828"/>
                          <a:pt x="38568" y="76921"/>
                        </a:cubicBezTo>
                        <a:cubicBezTo>
                          <a:pt x="35119" y="80028"/>
                          <a:pt x="30626" y="81581"/>
                          <a:pt x="25089" y="81581"/>
                        </a:cubicBezTo>
                        <a:cubicBezTo>
                          <a:pt x="21164" y="81581"/>
                          <a:pt x="17021" y="80900"/>
                          <a:pt x="12660" y="79538"/>
                        </a:cubicBezTo>
                        <a:cubicBezTo>
                          <a:pt x="8313" y="78177"/>
                          <a:pt x="3661" y="76108"/>
                          <a:pt x="-1295" y="73332"/>
                        </a:cubicBezTo>
                        <a:lnTo>
                          <a:pt x="-1295" y="85983"/>
                        </a:lnTo>
                        <a:cubicBezTo>
                          <a:pt x="3740" y="88006"/>
                          <a:pt x="8445" y="89532"/>
                          <a:pt x="12819" y="90564"/>
                        </a:cubicBezTo>
                        <a:cubicBezTo>
                          <a:pt x="17206" y="91595"/>
                          <a:pt x="21217" y="92110"/>
                          <a:pt x="24851" y="92110"/>
                        </a:cubicBezTo>
                        <a:cubicBezTo>
                          <a:pt x="34432" y="92110"/>
                          <a:pt x="42070" y="89711"/>
                          <a:pt x="47765" y="84912"/>
                        </a:cubicBezTo>
                        <a:cubicBezTo>
                          <a:pt x="53461" y="80127"/>
                          <a:pt x="56309" y="73728"/>
                          <a:pt x="56309" y="65717"/>
                        </a:cubicBezTo>
                        <a:cubicBezTo>
                          <a:pt x="56309" y="61910"/>
                          <a:pt x="55595" y="58301"/>
                          <a:pt x="54168" y="54890"/>
                        </a:cubicBezTo>
                        <a:cubicBezTo>
                          <a:pt x="52754" y="51493"/>
                          <a:pt x="50164" y="47481"/>
                          <a:pt x="46398" y="42854"/>
                        </a:cubicBezTo>
                        <a:cubicBezTo>
                          <a:pt x="45367" y="41651"/>
                          <a:pt x="42083" y="38188"/>
                          <a:pt x="36546" y="32463"/>
                        </a:cubicBezTo>
                        <a:cubicBezTo>
                          <a:pt x="31022" y="26739"/>
                          <a:pt x="23219" y="18735"/>
                          <a:pt x="13136" y="845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2" name="Freeform: Shape 171">
                    <a:extLst>
                      <a:ext uri="{FF2B5EF4-FFF2-40B4-BE49-F238E27FC236}">
                        <a16:creationId xmlns:a16="http://schemas.microsoft.com/office/drawing/2014/main" id="{97A04D87-3EE1-FE98-6B55-3273E2BAE97C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937498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4046 h 95994"/>
                      <a:gd name="connsiteX1" fmla="*/ 15437 w 63926"/>
                      <a:gd name="connsiteY1" fmla="*/ 74528 h 95994"/>
                      <a:gd name="connsiteX2" fmla="*/ 10580 w 63926"/>
                      <a:gd name="connsiteY2" fmla="*/ 45933 h 95994"/>
                      <a:gd name="connsiteX3" fmla="*/ 15437 w 63926"/>
                      <a:gd name="connsiteY3" fmla="*/ 17399 h 95994"/>
                      <a:gd name="connsiteX4" fmla="*/ 29966 w 63926"/>
                      <a:gd name="connsiteY4" fmla="*/ 7881 h 95994"/>
                      <a:gd name="connsiteX5" fmla="*/ 44556 w 63926"/>
                      <a:gd name="connsiteY5" fmla="*/ 17399 h 95994"/>
                      <a:gd name="connsiteX6" fmla="*/ 49432 w 63926"/>
                      <a:gd name="connsiteY6" fmla="*/ 45933 h 95994"/>
                      <a:gd name="connsiteX7" fmla="*/ 44556 w 63926"/>
                      <a:gd name="connsiteY7" fmla="*/ 74528 h 95994"/>
                      <a:gd name="connsiteX8" fmla="*/ 29966 w 63926"/>
                      <a:gd name="connsiteY8" fmla="*/ 84046 h 95994"/>
                      <a:gd name="connsiteX9" fmla="*/ 29966 w 63926"/>
                      <a:gd name="connsiteY9" fmla="*/ 93960 h 95994"/>
                      <a:gd name="connsiteX10" fmla="*/ 53733 w 63926"/>
                      <a:gd name="connsiteY10" fmla="*/ 81646 h 95994"/>
                      <a:gd name="connsiteX11" fmla="*/ 61940 w 63926"/>
                      <a:gd name="connsiteY11" fmla="*/ 45933 h 95994"/>
                      <a:gd name="connsiteX12" fmla="*/ 53733 w 63926"/>
                      <a:gd name="connsiteY12" fmla="*/ 10260 h 95994"/>
                      <a:gd name="connsiteX13" fmla="*/ 29966 w 63926"/>
                      <a:gd name="connsiteY13" fmla="*/ -2034 h 95994"/>
                      <a:gd name="connsiteX14" fmla="*/ 6219 w 63926"/>
                      <a:gd name="connsiteY14" fmla="*/ 10260 h 95994"/>
                      <a:gd name="connsiteX15" fmla="*/ -1987 w 63926"/>
                      <a:gd name="connsiteY15" fmla="*/ 45933 h 95994"/>
                      <a:gd name="connsiteX16" fmla="*/ 6219 w 63926"/>
                      <a:gd name="connsiteY16" fmla="*/ 81646 h 95994"/>
                      <a:gd name="connsiteX17" fmla="*/ 29966 w 63926"/>
                      <a:gd name="connsiteY17" fmla="*/ 9396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4046"/>
                        </a:moveTo>
                        <a:cubicBezTo>
                          <a:pt x="23531" y="84046"/>
                          <a:pt x="18688" y="80873"/>
                          <a:pt x="15437" y="74528"/>
                        </a:cubicBezTo>
                        <a:cubicBezTo>
                          <a:pt x="12199" y="68195"/>
                          <a:pt x="10580" y="58664"/>
                          <a:pt x="10580" y="45933"/>
                        </a:cubicBezTo>
                        <a:cubicBezTo>
                          <a:pt x="10580" y="33256"/>
                          <a:pt x="12199" y="23744"/>
                          <a:pt x="15437" y="17399"/>
                        </a:cubicBezTo>
                        <a:cubicBezTo>
                          <a:pt x="18688" y="11054"/>
                          <a:pt x="23531" y="7881"/>
                          <a:pt x="29966" y="7881"/>
                        </a:cubicBezTo>
                        <a:cubicBezTo>
                          <a:pt x="36455" y="7881"/>
                          <a:pt x="41318" y="11054"/>
                          <a:pt x="44556" y="17399"/>
                        </a:cubicBezTo>
                        <a:cubicBezTo>
                          <a:pt x="47806" y="23744"/>
                          <a:pt x="49432" y="33256"/>
                          <a:pt x="49432" y="45933"/>
                        </a:cubicBezTo>
                        <a:cubicBezTo>
                          <a:pt x="49432" y="58664"/>
                          <a:pt x="47806" y="68195"/>
                          <a:pt x="44556" y="74528"/>
                        </a:cubicBezTo>
                        <a:cubicBezTo>
                          <a:pt x="41318" y="80873"/>
                          <a:pt x="36455" y="84046"/>
                          <a:pt x="29966" y="84046"/>
                        </a:cubicBezTo>
                        <a:close/>
                        <a:moveTo>
                          <a:pt x="29966" y="93960"/>
                        </a:moveTo>
                        <a:cubicBezTo>
                          <a:pt x="40340" y="93960"/>
                          <a:pt x="48262" y="89856"/>
                          <a:pt x="53733" y="81646"/>
                        </a:cubicBezTo>
                        <a:cubicBezTo>
                          <a:pt x="59204" y="73450"/>
                          <a:pt x="61940" y="61546"/>
                          <a:pt x="61940" y="45933"/>
                        </a:cubicBezTo>
                        <a:cubicBezTo>
                          <a:pt x="61940" y="30361"/>
                          <a:pt x="59204" y="18470"/>
                          <a:pt x="53733" y="10260"/>
                        </a:cubicBezTo>
                        <a:cubicBezTo>
                          <a:pt x="48262" y="2064"/>
                          <a:pt x="40340" y="-2034"/>
                          <a:pt x="29966" y="-2034"/>
                        </a:cubicBezTo>
                        <a:cubicBezTo>
                          <a:pt x="19606" y="-2034"/>
                          <a:pt x="11690" y="2064"/>
                          <a:pt x="6219" y="10260"/>
                        </a:cubicBezTo>
                        <a:cubicBezTo>
                          <a:pt x="748" y="18470"/>
                          <a:pt x="-1987" y="30361"/>
                          <a:pt x="-1987" y="45933"/>
                        </a:cubicBezTo>
                        <a:cubicBezTo>
                          <a:pt x="-1987" y="61546"/>
                          <a:pt x="748" y="73450"/>
                          <a:pt x="6219" y="81646"/>
                        </a:cubicBezTo>
                        <a:cubicBezTo>
                          <a:pt x="11690" y="89856"/>
                          <a:pt x="19606" y="93960"/>
                          <a:pt x="29966" y="9396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73" name="Graphic 110">
                <a:extLst>
                  <a:ext uri="{FF2B5EF4-FFF2-40B4-BE49-F238E27FC236}">
                    <a16:creationId xmlns:a16="http://schemas.microsoft.com/office/drawing/2014/main" id="{73B89B56-16E5-CC48-EF55-6B0CA5F8600D}"/>
                  </a:ext>
                </a:extLst>
              </p:cNvPr>
              <p:cNvGrpSpPr/>
              <p:nvPr/>
            </p:nvGrpSpPr>
            <p:grpSpPr>
              <a:xfrm>
                <a:off x="3581391" y="4505510"/>
                <a:ext cx="321159" cy="95994"/>
                <a:chOff x="3581391" y="4505510"/>
                <a:chExt cx="321159" cy="95994"/>
              </a:xfrm>
              <a:solidFill>
                <a:srgbClr val="000000"/>
              </a:solidFill>
            </p:grpSpPr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155F117E-42D3-6E74-5B02-B0A2C916F3E3}"/>
                    </a:ext>
                  </a:extLst>
                </p:cNvPr>
                <p:cNvSpPr/>
                <p:nvPr/>
              </p:nvSpPr>
              <p:spPr>
                <a:xfrm>
                  <a:off x="3858149" y="4551485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61 h 12690"/>
                    <a:gd name="connsiteX1" fmla="*/ 58 w 44401"/>
                    <a:gd name="connsiteY1" fmla="*/ 261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61"/>
                      </a:moveTo>
                      <a:lnTo>
                        <a:pt x="58" y="261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75" name="Graphic 110">
                  <a:extLst>
                    <a:ext uri="{FF2B5EF4-FFF2-40B4-BE49-F238E27FC236}">
                      <a16:creationId xmlns:a16="http://schemas.microsoft.com/office/drawing/2014/main" id="{D5FE8318-5F40-0E7E-EDA1-B3FB0E857AD3}"/>
                    </a:ext>
                  </a:extLst>
                </p:cNvPr>
                <p:cNvGrpSpPr/>
                <p:nvPr/>
              </p:nvGrpSpPr>
              <p:grpSpPr>
                <a:xfrm>
                  <a:off x="3581391" y="4505510"/>
                  <a:ext cx="223926" cy="95994"/>
                  <a:chOff x="3581391" y="4505510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76" name="Freeform: Shape 175">
                    <a:extLst>
                      <a:ext uri="{FF2B5EF4-FFF2-40B4-BE49-F238E27FC236}">
                        <a16:creationId xmlns:a16="http://schemas.microsoft.com/office/drawing/2014/main" id="{E0986358-DB5D-6267-CB13-1BDC31433B7C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4507176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303 h 94328"/>
                      <a:gd name="connsiteX1" fmla="*/ 51056 w 59843"/>
                      <a:gd name="connsiteY1" fmla="*/ 92303 h 94328"/>
                      <a:gd name="connsiteX2" fmla="*/ 51056 w 59843"/>
                      <a:gd name="connsiteY2" fmla="*/ 81753 h 94328"/>
                      <a:gd name="connsiteX3" fmla="*/ 13393 w 59843"/>
                      <a:gd name="connsiteY3" fmla="*/ 81753 h 94328"/>
                      <a:gd name="connsiteX4" fmla="*/ 13393 w 59843"/>
                      <a:gd name="connsiteY4" fmla="*/ 59088 h 94328"/>
                      <a:gd name="connsiteX5" fmla="*/ 18825 w 59843"/>
                      <a:gd name="connsiteY5" fmla="*/ 60476 h 94328"/>
                      <a:gd name="connsiteX6" fmla="*/ 24296 w 59843"/>
                      <a:gd name="connsiteY6" fmla="*/ 60933 h 94328"/>
                      <a:gd name="connsiteX7" fmla="*/ 48816 w 59843"/>
                      <a:gd name="connsiteY7" fmla="*/ 52446 h 94328"/>
                      <a:gd name="connsiteX8" fmla="*/ 57874 w 59843"/>
                      <a:gd name="connsiteY8" fmla="*/ 29463 h 94328"/>
                      <a:gd name="connsiteX9" fmla="*/ 48578 w 59843"/>
                      <a:gd name="connsiteY9" fmla="*/ 6243 h 94328"/>
                      <a:gd name="connsiteX10" fmla="*/ 22373 w 59843"/>
                      <a:gd name="connsiteY10" fmla="*/ -2026 h 94328"/>
                      <a:gd name="connsiteX11" fmla="*/ 10499 w 59843"/>
                      <a:gd name="connsiteY11" fmla="*/ -1034 h 94328"/>
                      <a:gd name="connsiteX12" fmla="*/ -1969 w 59843"/>
                      <a:gd name="connsiteY12" fmla="*/ 1940 h 94328"/>
                      <a:gd name="connsiteX13" fmla="*/ -1969 w 59843"/>
                      <a:gd name="connsiteY13" fmla="*/ 14532 h 94328"/>
                      <a:gd name="connsiteX14" fmla="*/ 9548 w 59843"/>
                      <a:gd name="connsiteY14" fmla="*/ 10011 h 94328"/>
                      <a:gd name="connsiteX15" fmla="*/ 22115 w 59843"/>
                      <a:gd name="connsiteY15" fmla="*/ 8523 h 94328"/>
                      <a:gd name="connsiteX16" fmla="*/ 39083 w 59843"/>
                      <a:gd name="connsiteY16" fmla="*/ 14155 h 94328"/>
                      <a:gd name="connsiteX17" fmla="*/ 45347 w 59843"/>
                      <a:gd name="connsiteY17" fmla="*/ 29463 h 94328"/>
                      <a:gd name="connsiteX18" fmla="*/ 39083 w 59843"/>
                      <a:gd name="connsiteY18" fmla="*/ 44752 h 94328"/>
                      <a:gd name="connsiteX19" fmla="*/ 22115 w 59843"/>
                      <a:gd name="connsiteY19" fmla="*/ 50403 h 94328"/>
                      <a:gd name="connsiteX20" fmla="*/ 12105 w 59843"/>
                      <a:gd name="connsiteY20" fmla="*/ 49293 h 94328"/>
                      <a:gd name="connsiteX21" fmla="*/ 1936 w 59843"/>
                      <a:gd name="connsiteY21" fmla="*/ 45823 h 94328"/>
                      <a:gd name="connsiteX22" fmla="*/ 1936 w 59843"/>
                      <a:gd name="connsiteY22" fmla="*/ 92303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303"/>
                        </a:moveTo>
                        <a:lnTo>
                          <a:pt x="51056" y="92303"/>
                        </a:lnTo>
                        <a:lnTo>
                          <a:pt x="51056" y="81753"/>
                        </a:lnTo>
                        <a:lnTo>
                          <a:pt x="13393" y="81753"/>
                        </a:lnTo>
                        <a:lnTo>
                          <a:pt x="13393" y="59088"/>
                        </a:lnTo>
                        <a:cubicBezTo>
                          <a:pt x="15204" y="59710"/>
                          <a:pt x="17014" y="60172"/>
                          <a:pt x="18825" y="60476"/>
                        </a:cubicBezTo>
                        <a:cubicBezTo>
                          <a:pt x="20648" y="60781"/>
                          <a:pt x="22472" y="60933"/>
                          <a:pt x="24296" y="60933"/>
                        </a:cubicBezTo>
                        <a:cubicBezTo>
                          <a:pt x="34616" y="60933"/>
                          <a:pt x="42790" y="58104"/>
                          <a:pt x="48816" y="52446"/>
                        </a:cubicBezTo>
                        <a:cubicBezTo>
                          <a:pt x="54855" y="46788"/>
                          <a:pt x="57874" y="39127"/>
                          <a:pt x="57874" y="29463"/>
                        </a:cubicBezTo>
                        <a:cubicBezTo>
                          <a:pt x="57874" y="19509"/>
                          <a:pt x="54776" y="11769"/>
                          <a:pt x="48578" y="6243"/>
                        </a:cubicBezTo>
                        <a:cubicBezTo>
                          <a:pt x="42380" y="730"/>
                          <a:pt x="33645" y="-2026"/>
                          <a:pt x="22373" y="-2026"/>
                        </a:cubicBezTo>
                        <a:cubicBezTo>
                          <a:pt x="18488" y="-2026"/>
                          <a:pt x="14530" y="-1695"/>
                          <a:pt x="10499" y="-1034"/>
                        </a:cubicBezTo>
                        <a:cubicBezTo>
                          <a:pt x="6482" y="-373"/>
                          <a:pt x="2326" y="618"/>
                          <a:pt x="-1969" y="1940"/>
                        </a:cubicBezTo>
                        <a:lnTo>
                          <a:pt x="-1969" y="14532"/>
                        </a:lnTo>
                        <a:cubicBezTo>
                          <a:pt x="1745" y="12509"/>
                          <a:pt x="5583" y="11002"/>
                          <a:pt x="9548" y="10011"/>
                        </a:cubicBezTo>
                        <a:cubicBezTo>
                          <a:pt x="13512" y="9019"/>
                          <a:pt x="17701" y="8523"/>
                          <a:pt x="22115" y="8523"/>
                        </a:cubicBezTo>
                        <a:cubicBezTo>
                          <a:pt x="29264" y="8523"/>
                          <a:pt x="34920" y="10401"/>
                          <a:pt x="39083" y="14155"/>
                        </a:cubicBezTo>
                        <a:cubicBezTo>
                          <a:pt x="43259" y="17909"/>
                          <a:pt x="45347" y="23012"/>
                          <a:pt x="45347" y="29463"/>
                        </a:cubicBezTo>
                        <a:cubicBezTo>
                          <a:pt x="45347" y="35901"/>
                          <a:pt x="43259" y="40997"/>
                          <a:pt x="39083" y="44752"/>
                        </a:cubicBezTo>
                        <a:cubicBezTo>
                          <a:pt x="34920" y="48519"/>
                          <a:pt x="29264" y="50403"/>
                          <a:pt x="22115" y="50403"/>
                        </a:cubicBezTo>
                        <a:cubicBezTo>
                          <a:pt x="18772" y="50403"/>
                          <a:pt x="15435" y="50033"/>
                          <a:pt x="12105" y="49293"/>
                        </a:cubicBezTo>
                        <a:cubicBezTo>
                          <a:pt x="8788" y="48552"/>
                          <a:pt x="5398" y="47396"/>
                          <a:pt x="1936" y="45823"/>
                        </a:cubicBezTo>
                        <a:lnTo>
                          <a:pt x="1936" y="9230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7" name="Freeform: Shape 176">
                    <a:extLst>
                      <a:ext uri="{FF2B5EF4-FFF2-40B4-BE49-F238E27FC236}">
                        <a16:creationId xmlns:a16="http://schemas.microsoft.com/office/drawing/2014/main" id="{3CA8B9C9-6855-AB3F-3817-2034BE5145A2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986" y="4505510"/>
                    <a:ext cx="60874" cy="95994"/>
                  </a:xfrm>
                  <a:custGeom>
                    <a:avLst/>
                    <a:gdLst>
                      <a:gd name="connsiteX0" fmla="*/ 39823 w 60874"/>
                      <a:gd name="connsiteY0" fmla="*/ 49627 h 95994"/>
                      <a:gd name="connsiteX1" fmla="*/ 53837 w 60874"/>
                      <a:gd name="connsiteY1" fmla="*/ 41616 h 95994"/>
                      <a:gd name="connsiteX2" fmla="*/ 58892 w 60874"/>
                      <a:gd name="connsiteY2" fmla="*/ 26625 h 95994"/>
                      <a:gd name="connsiteX3" fmla="*/ 49476 w 60874"/>
                      <a:gd name="connsiteY3" fmla="*/ 5428 h 95994"/>
                      <a:gd name="connsiteX4" fmla="*/ 22716 w 60874"/>
                      <a:gd name="connsiteY4" fmla="*/ -2068 h 95994"/>
                      <a:gd name="connsiteX5" fmla="*/ 10743 w 60874"/>
                      <a:gd name="connsiteY5" fmla="*/ -918 h 95994"/>
                      <a:gd name="connsiteX6" fmla="*/ -1982 w 60874"/>
                      <a:gd name="connsiteY6" fmla="*/ 2533 h 95994"/>
                      <a:gd name="connsiteX7" fmla="*/ -1982 w 60874"/>
                      <a:gd name="connsiteY7" fmla="*/ 14609 h 95994"/>
                      <a:gd name="connsiteX8" fmla="*/ 9395 w 60874"/>
                      <a:gd name="connsiteY8" fmla="*/ 10028 h 95994"/>
                      <a:gd name="connsiteX9" fmla="*/ 22359 w 60874"/>
                      <a:gd name="connsiteY9" fmla="*/ 8481 h 95994"/>
                      <a:gd name="connsiteX10" fmla="*/ 40279 w 60874"/>
                      <a:gd name="connsiteY10" fmla="*/ 13121 h 95994"/>
                      <a:gd name="connsiteX11" fmla="*/ 46443 w 60874"/>
                      <a:gd name="connsiteY11" fmla="*/ 26625 h 95994"/>
                      <a:gd name="connsiteX12" fmla="*/ 40715 w 60874"/>
                      <a:gd name="connsiteY12" fmla="*/ 39415 h 95994"/>
                      <a:gd name="connsiteX13" fmla="*/ 24778 w 60874"/>
                      <a:gd name="connsiteY13" fmla="*/ 44035 h 95994"/>
                      <a:gd name="connsiteX14" fmla="*/ 13994 w 60874"/>
                      <a:gd name="connsiteY14" fmla="*/ 44035 h 95994"/>
                      <a:gd name="connsiteX15" fmla="*/ 13994 w 60874"/>
                      <a:gd name="connsiteY15" fmla="*/ 54327 h 95994"/>
                      <a:gd name="connsiteX16" fmla="*/ 25273 w 60874"/>
                      <a:gd name="connsiteY16" fmla="*/ 54327 h 95994"/>
                      <a:gd name="connsiteX17" fmla="*/ 39387 w 60874"/>
                      <a:gd name="connsiteY17" fmla="*/ 58015 h 95994"/>
                      <a:gd name="connsiteX18" fmla="*/ 44283 w 60874"/>
                      <a:gd name="connsiteY18" fmla="*/ 68644 h 95994"/>
                      <a:gd name="connsiteX19" fmla="*/ 39228 w 60874"/>
                      <a:gd name="connsiteY19" fmla="*/ 79570 h 95994"/>
                      <a:gd name="connsiteX20" fmla="*/ 24778 w 60874"/>
                      <a:gd name="connsiteY20" fmla="*/ 83397 h 95994"/>
                      <a:gd name="connsiteX21" fmla="*/ 13737 w 60874"/>
                      <a:gd name="connsiteY21" fmla="*/ 82267 h 95994"/>
                      <a:gd name="connsiteX22" fmla="*/ 793 w 60874"/>
                      <a:gd name="connsiteY22" fmla="*/ 78816 h 95994"/>
                      <a:gd name="connsiteX23" fmla="*/ 793 w 60874"/>
                      <a:gd name="connsiteY23" fmla="*/ 89960 h 95994"/>
                      <a:gd name="connsiteX24" fmla="*/ 14153 w 60874"/>
                      <a:gd name="connsiteY24" fmla="*/ 92935 h 95994"/>
                      <a:gd name="connsiteX25" fmla="*/ 25888 w 60874"/>
                      <a:gd name="connsiteY25" fmla="*/ 93926 h 95994"/>
                      <a:gd name="connsiteX26" fmla="*/ 48425 w 60874"/>
                      <a:gd name="connsiteY26" fmla="*/ 87442 h 95994"/>
                      <a:gd name="connsiteX27" fmla="*/ 56731 w 60874"/>
                      <a:gd name="connsiteY27" fmla="*/ 69953 h 95994"/>
                      <a:gd name="connsiteX28" fmla="*/ 52330 w 60874"/>
                      <a:gd name="connsiteY28" fmla="*/ 56964 h 95994"/>
                      <a:gd name="connsiteX29" fmla="*/ 39823 w 60874"/>
                      <a:gd name="connsiteY29" fmla="*/ 49627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874" h="95994">
                        <a:moveTo>
                          <a:pt x="39823" y="49627"/>
                        </a:moveTo>
                        <a:cubicBezTo>
                          <a:pt x="45809" y="48345"/>
                          <a:pt x="50480" y="45675"/>
                          <a:pt x="53837" y="41616"/>
                        </a:cubicBezTo>
                        <a:cubicBezTo>
                          <a:pt x="57207" y="37571"/>
                          <a:pt x="58892" y="32574"/>
                          <a:pt x="58892" y="26625"/>
                        </a:cubicBezTo>
                        <a:cubicBezTo>
                          <a:pt x="58892" y="17504"/>
                          <a:pt x="55753" y="10438"/>
                          <a:pt x="49476" y="5428"/>
                        </a:cubicBezTo>
                        <a:cubicBezTo>
                          <a:pt x="43199" y="431"/>
                          <a:pt x="34279" y="-2068"/>
                          <a:pt x="22716" y="-2068"/>
                        </a:cubicBezTo>
                        <a:cubicBezTo>
                          <a:pt x="18844" y="-2068"/>
                          <a:pt x="14853" y="-1685"/>
                          <a:pt x="10743" y="-918"/>
                        </a:cubicBezTo>
                        <a:cubicBezTo>
                          <a:pt x="6634" y="-151"/>
                          <a:pt x="2392" y="999"/>
                          <a:pt x="-1982" y="2533"/>
                        </a:cubicBezTo>
                        <a:lnTo>
                          <a:pt x="-1982" y="14609"/>
                        </a:lnTo>
                        <a:cubicBezTo>
                          <a:pt x="1480" y="12586"/>
                          <a:pt x="5272" y="11059"/>
                          <a:pt x="9395" y="10028"/>
                        </a:cubicBezTo>
                        <a:cubicBezTo>
                          <a:pt x="13532" y="8997"/>
                          <a:pt x="17853" y="8481"/>
                          <a:pt x="22359" y="8481"/>
                        </a:cubicBezTo>
                        <a:cubicBezTo>
                          <a:pt x="30196" y="8481"/>
                          <a:pt x="36169" y="10028"/>
                          <a:pt x="40279" y="13121"/>
                        </a:cubicBezTo>
                        <a:cubicBezTo>
                          <a:pt x="44388" y="16215"/>
                          <a:pt x="46443" y="20716"/>
                          <a:pt x="46443" y="26625"/>
                        </a:cubicBezTo>
                        <a:cubicBezTo>
                          <a:pt x="46443" y="32085"/>
                          <a:pt x="44534" y="36348"/>
                          <a:pt x="40715" y="39415"/>
                        </a:cubicBezTo>
                        <a:cubicBezTo>
                          <a:pt x="36896" y="42495"/>
                          <a:pt x="31583" y="44035"/>
                          <a:pt x="24778" y="44035"/>
                        </a:cubicBezTo>
                        <a:lnTo>
                          <a:pt x="13994" y="44035"/>
                        </a:lnTo>
                        <a:lnTo>
                          <a:pt x="13994" y="54327"/>
                        </a:lnTo>
                        <a:lnTo>
                          <a:pt x="25273" y="54327"/>
                        </a:lnTo>
                        <a:cubicBezTo>
                          <a:pt x="31418" y="54327"/>
                          <a:pt x="36122" y="55556"/>
                          <a:pt x="39387" y="58015"/>
                        </a:cubicBezTo>
                        <a:cubicBezTo>
                          <a:pt x="42651" y="60474"/>
                          <a:pt x="44283" y="64017"/>
                          <a:pt x="44283" y="68644"/>
                        </a:cubicBezTo>
                        <a:cubicBezTo>
                          <a:pt x="44283" y="73390"/>
                          <a:pt x="42598" y="77032"/>
                          <a:pt x="39228" y="79570"/>
                        </a:cubicBezTo>
                        <a:cubicBezTo>
                          <a:pt x="35871" y="82121"/>
                          <a:pt x="31055" y="83397"/>
                          <a:pt x="24778" y="83397"/>
                        </a:cubicBezTo>
                        <a:cubicBezTo>
                          <a:pt x="21342" y="83397"/>
                          <a:pt x="17661" y="83020"/>
                          <a:pt x="13737" y="82267"/>
                        </a:cubicBezTo>
                        <a:cubicBezTo>
                          <a:pt x="9812" y="81526"/>
                          <a:pt x="5497" y="80376"/>
                          <a:pt x="793" y="78816"/>
                        </a:cubicBezTo>
                        <a:lnTo>
                          <a:pt x="793" y="89960"/>
                        </a:lnTo>
                        <a:cubicBezTo>
                          <a:pt x="5550" y="91282"/>
                          <a:pt x="10003" y="92274"/>
                          <a:pt x="14153" y="92935"/>
                        </a:cubicBezTo>
                        <a:cubicBezTo>
                          <a:pt x="18302" y="93596"/>
                          <a:pt x="22214" y="93926"/>
                          <a:pt x="25888" y="93926"/>
                        </a:cubicBezTo>
                        <a:cubicBezTo>
                          <a:pt x="35389" y="93926"/>
                          <a:pt x="42902" y="91765"/>
                          <a:pt x="48425" y="87442"/>
                        </a:cubicBezTo>
                        <a:cubicBezTo>
                          <a:pt x="53962" y="83132"/>
                          <a:pt x="56731" y="77303"/>
                          <a:pt x="56731" y="69953"/>
                        </a:cubicBezTo>
                        <a:cubicBezTo>
                          <a:pt x="56731" y="64823"/>
                          <a:pt x="55264" y="60494"/>
                          <a:pt x="52330" y="56964"/>
                        </a:cubicBezTo>
                        <a:cubicBezTo>
                          <a:pt x="49397" y="53435"/>
                          <a:pt x="45227" y="50989"/>
                          <a:pt x="39823" y="4962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8" name="Freeform: Shape 177">
                    <a:extLst>
                      <a:ext uri="{FF2B5EF4-FFF2-40B4-BE49-F238E27FC236}">
                        <a16:creationId xmlns:a16="http://schemas.microsoft.com/office/drawing/2014/main" id="{B12D3EAE-9F07-3CAF-1676-93D349407778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505510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4012 h 95994"/>
                      <a:gd name="connsiteX1" fmla="*/ 15437 w 63926"/>
                      <a:gd name="connsiteY1" fmla="*/ 74493 h 95994"/>
                      <a:gd name="connsiteX2" fmla="*/ 10580 w 63926"/>
                      <a:gd name="connsiteY2" fmla="*/ 45899 h 95994"/>
                      <a:gd name="connsiteX3" fmla="*/ 15437 w 63926"/>
                      <a:gd name="connsiteY3" fmla="*/ 17365 h 95994"/>
                      <a:gd name="connsiteX4" fmla="*/ 29966 w 63926"/>
                      <a:gd name="connsiteY4" fmla="*/ 7847 h 95994"/>
                      <a:gd name="connsiteX5" fmla="*/ 44556 w 63926"/>
                      <a:gd name="connsiteY5" fmla="*/ 17365 h 95994"/>
                      <a:gd name="connsiteX6" fmla="*/ 49432 w 63926"/>
                      <a:gd name="connsiteY6" fmla="*/ 45899 h 95994"/>
                      <a:gd name="connsiteX7" fmla="*/ 44556 w 63926"/>
                      <a:gd name="connsiteY7" fmla="*/ 74493 h 95994"/>
                      <a:gd name="connsiteX8" fmla="*/ 29966 w 63926"/>
                      <a:gd name="connsiteY8" fmla="*/ 84012 h 95994"/>
                      <a:gd name="connsiteX9" fmla="*/ 29966 w 63926"/>
                      <a:gd name="connsiteY9" fmla="*/ 93926 h 95994"/>
                      <a:gd name="connsiteX10" fmla="*/ 53733 w 63926"/>
                      <a:gd name="connsiteY10" fmla="*/ 81612 h 95994"/>
                      <a:gd name="connsiteX11" fmla="*/ 61940 w 63926"/>
                      <a:gd name="connsiteY11" fmla="*/ 45899 h 95994"/>
                      <a:gd name="connsiteX12" fmla="*/ 53733 w 63926"/>
                      <a:gd name="connsiteY12" fmla="*/ 10226 h 95994"/>
                      <a:gd name="connsiteX13" fmla="*/ 29966 w 63926"/>
                      <a:gd name="connsiteY13" fmla="*/ -2068 h 95994"/>
                      <a:gd name="connsiteX14" fmla="*/ 6219 w 63926"/>
                      <a:gd name="connsiteY14" fmla="*/ 10226 h 95994"/>
                      <a:gd name="connsiteX15" fmla="*/ -1987 w 63926"/>
                      <a:gd name="connsiteY15" fmla="*/ 45899 h 95994"/>
                      <a:gd name="connsiteX16" fmla="*/ 6219 w 63926"/>
                      <a:gd name="connsiteY16" fmla="*/ 81612 h 95994"/>
                      <a:gd name="connsiteX17" fmla="*/ 29966 w 63926"/>
                      <a:gd name="connsiteY17" fmla="*/ 9392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4012"/>
                        </a:moveTo>
                        <a:cubicBezTo>
                          <a:pt x="23531" y="84012"/>
                          <a:pt x="18688" y="80839"/>
                          <a:pt x="15437" y="74493"/>
                        </a:cubicBezTo>
                        <a:cubicBezTo>
                          <a:pt x="12199" y="68161"/>
                          <a:pt x="10580" y="58630"/>
                          <a:pt x="10580" y="45899"/>
                        </a:cubicBezTo>
                        <a:cubicBezTo>
                          <a:pt x="10580" y="33222"/>
                          <a:pt x="12199" y="23710"/>
                          <a:pt x="15437" y="17365"/>
                        </a:cubicBezTo>
                        <a:cubicBezTo>
                          <a:pt x="18688" y="11020"/>
                          <a:pt x="23531" y="7847"/>
                          <a:pt x="29966" y="7847"/>
                        </a:cubicBezTo>
                        <a:cubicBezTo>
                          <a:pt x="36455" y="7847"/>
                          <a:pt x="41318" y="11020"/>
                          <a:pt x="44556" y="17365"/>
                        </a:cubicBezTo>
                        <a:cubicBezTo>
                          <a:pt x="47806" y="23710"/>
                          <a:pt x="49432" y="33222"/>
                          <a:pt x="49432" y="45899"/>
                        </a:cubicBezTo>
                        <a:cubicBezTo>
                          <a:pt x="49432" y="58630"/>
                          <a:pt x="47806" y="68161"/>
                          <a:pt x="44556" y="74493"/>
                        </a:cubicBezTo>
                        <a:cubicBezTo>
                          <a:pt x="41318" y="80839"/>
                          <a:pt x="36455" y="84012"/>
                          <a:pt x="29966" y="84012"/>
                        </a:cubicBezTo>
                        <a:close/>
                        <a:moveTo>
                          <a:pt x="29966" y="93926"/>
                        </a:moveTo>
                        <a:cubicBezTo>
                          <a:pt x="40340" y="93926"/>
                          <a:pt x="48262" y="89822"/>
                          <a:pt x="53733" y="81612"/>
                        </a:cubicBezTo>
                        <a:cubicBezTo>
                          <a:pt x="59204" y="73416"/>
                          <a:pt x="61940" y="61512"/>
                          <a:pt x="61940" y="45899"/>
                        </a:cubicBezTo>
                        <a:cubicBezTo>
                          <a:pt x="61940" y="30327"/>
                          <a:pt x="59204" y="18436"/>
                          <a:pt x="53733" y="10226"/>
                        </a:cubicBezTo>
                        <a:cubicBezTo>
                          <a:pt x="48262" y="2030"/>
                          <a:pt x="40340" y="-2068"/>
                          <a:pt x="29966" y="-2068"/>
                        </a:cubicBezTo>
                        <a:cubicBezTo>
                          <a:pt x="19606" y="-2068"/>
                          <a:pt x="11690" y="2030"/>
                          <a:pt x="6219" y="10226"/>
                        </a:cubicBezTo>
                        <a:cubicBezTo>
                          <a:pt x="748" y="18436"/>
                          <a:pt x="-1987" y="30327"/>
                          <a:pt x="-1987" y="45899"/>
                        </a:cubicBezTo>
                        <a:cubicBezTo>
                          <a:pt x="-1987" y="61512"/>
                          <a:pt x="748" y="73416"/>
                          <a:pt x="6219" y="81612"/>
                        </a:cubicBezTo>
                        <a:cubicBezTo>
                          <a:pt x="11690" y="89822"/>
                          <a:pt x="19606" y="93926"/>
                          <a:pt x="29966" y="9392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79" name="Graphic 110">
                <a:extLst>
                  <a:ext uri="{FF2B5EF4-FFF2-40B4-BE49-F238E27FC236}">
                    <a16:creationId xmlns:a16="http://schemas.microsoft.com/office/drawing/2014/main" id="{4AD8AB8C-727C-895C-56DA-B7CA6A6E4FEC}"/>
                  </a:ext>
                </a:extLst>
              </p:cNvPr>
              <p:cNvGrpSpPr/>
              <p:nvPr/>
            </p:nvGrpSpPr>
            <p:grpSpPr>
              <a:xfrm>
                <a:off x="3581391" y="4073523"/>
                <a:ext cx="321159" cy="95994"/>
                <a:chOff x="3581391" y="4073523"/>
                <a:chExt cx="321159" cy="95994"/>
              </a:xfrm>
              <a:solidFill>
                <a:srgbClr val="000000"/>
              </a:solidFill>
            </p:grpSpPr>
            <p:sp>
              <p:nvSpPr>
                <p:cNvPr id="180" name="Freeform: Shape 179">
                  <a:extLst>
                    <a:ext uri="{FF2B5EF4-FFF2-40B4-BE49-F238E27FC236}">
                      <a16:creationId xmlns:a16="http://schemas.microsoft.com/office/drawing/2014/main" id="{AF95F737-E826-02F3-2FFD-73175E56BCE5}"/>
                    </a:ext>
                  </a:extLst>
                </p:cNvPr>
                <p:cNvSpPr/>
                <p:nvPr/>
              </p:nvSpPr>
              <p:spPr>
                <a:xfrm>
                  <a:off x="3858149" y="4119497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27 h 12690"/>
                    <a:gd name="connsiteX1" fmla="*/ 58 w 44401"/>
                    <a:gd name="connsiteY1" fmla="*/ 227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27"/>
                      </a:moveTo>
                      <a:lnTo>
                        <a:pt x="58" y="227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81" name="Graphic 110">
                  <a:extLst>
                    <a:ext uri="{FF2B5EF4-FFF2-40B4-BE49-F238E27FC236}">
                      <a16:creationId xmlns:a16="http://schemas.microsoft.com/office/drawing/2014/main" id="{8ADA6921-C7C2-791B-190B-D3683F4BA470}"/>
                    </a:ext>
                  </a:extLst>
                </p:cNvPr>
                <p:cNvGrpSpPr/>
                <p:nvPr/>
              </p:nvGrpSpPr>
              <p:grpSpPr>
                <a:xfrm>
                  <a:off x="3581391" y="4073523"/>
                  <a:ext cx="223926" cy="95994"/>
                  <a:chOff x="3581391" y="407352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82" name="Freeform: Shape 181">
                    <a:extLst>
                      <a:ext uri="{FF2B5EF4-FFF2-40B4-BE49-F238E27FC236}">
                        <a16:creationId xmlns:a16="http://schemas.microsoft.com/office/drawing/2014/main" id="{09DECEFB-F878-031F-9181-1FA88262C36A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4075189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69 h 94328"/>
                      <a:gd name="connsiteX1" fmla="*/ 51056 w 59843"/>
                      <a:gd name="connsiteY1" fmla="*/ 92269 h 94328"/>
                      <a:gd name="connsiteX2" fmla="*/ 51056 w 59843"/>
                      <a:gd name="connsiteY2" fmla="*/ 81719 h 94328"/>
                      <a:gd name="connsiteX3" fmla="*/ 13393 w 59843"/>
                      <a:gd name="connsiteY3" fmla="*/ 81719 h 94328"/>
                      <a:gd name="connsiteX4" fmla="*/ 13393 w 59843"/>
                      <a:gd name="connsiteY4" fmla="*/ 59054 h 94328"/>
                      <a:gd name="connsiteX5" fmla="*/ 18825 w 59843"/>
                      <a:gd name="connsiteY5" fmla="*/ 60442 h 94328"/>
                      <a:gd name="connsiteX6" fmla="*/ 24296 w 59843"/>
                      <a:gd name="connsiteY6" fmla="*/ 60899 h 94328"/>
                      <a:gd name="connsiteX7" fmla="*/ 48816 w 59843"/>
                      <a:gd name="connsiteY7" fmla="*/ 52412 h 94328"/>
                      <a:gd name="connsiteX8" fmla="*/ 57874 w 59843"/>
                      <a:gd name="connsiteY8" fmla="*/ 29429 h 94328"/>
                      <a:gd name="connsiteX9" fmla="*/ 48578 w 59843"/>
                      <a:gd name="connsiteY9" fmla="*/ 6209 h 94328"/>
                      <a:gd name="connsiteX10" fmla="*/ 22373 w 59843"/>
                      <a:gd name="connsiteY10" fmla="*/ -2060 h 94328"/>
                      <a:gd name="connsiteX11" fmla="*/ 10499 w 59843"/>
                      <a:gd name="connsiteY11" fmla="*/ -1068 h 94328"/>
                      <a:gd name="connsiteX12" fmla="*/ -1969 w 59843"/>
                      <a:gd name="connsiteY12" fmla="*/ 1906 h 94328"/>
                      <a:gd name="connsiteX13" fmla="*/ -1969 w 59843"/>
                      <a:gd name="connsiteY13" fmla="*/ 14498 h 94328"/>
                      <a:gd name="connsiteX14" fmla="*/ 9548 w 59843"/>
                      <a:gd name="connsiteY14" fmla="*/ 9977 h 94328"/>
                      <a:gd name="connsiteX15" fmla="*/ 22115 w 59843"/>
                      <a:gd name="connsiteY15" fmla="*/ 8489 h 94328"/>
                      <a:gd name="connsiteX16" fmla="*/ 39083 w 59843"/>
                      <a:gd name="connsiteY16" fmla="*/ 14121 h 94328"/>
                      <a:gd name="connsiteX17" fmla="*/ 45347 w 59843"/>
                      <a:gd name="connsiteY17" fmla="*/ 29429 h 94328"/>
                      <a:gd name="connsiteX18" fmla="*/ 39083 w 59843"/>
                      <a:gd name="connsiteY18" fmla="*/ 44718 h 94328"/>
                      <a:gd name="connsiteX19" fmla="*/ 22115 w 59843"/>
                      <a:gd name="connsiteY19" fmla="*/ 50369 h 94328"/>
                      <a:gd name="connsiteX20" fmla="*/ 12105 w 59843"/>
                      <a:gd name="connsiteY20" fmla="*/ 49259 h 94328"/>
                      <a:gd name="connsiteX21" fmla="*/ 1936 w 59843"/>
                      <a:gd name="connsiteY21" fmla="*/ 45789 h 94328"/>
                      <a:gd name="connsiteX22" fmla="*/ 1936 w 59843"/>
                      <a:gd name="connsiteY22" fmla="*/ 92269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69"/>
                        </a:moveTo>
                        <a:lnTo>
                          <a:pt x="51056" y="92269"/>
                        </a:lnTo>
                        <a:lnTo>
                          <a:pt x="51056" y="81719"/>
                        </a:lnTo>
                        <a:lnTo>
                          <a:pt x="13393" y="81719"/>
                        </a:lnTo>
                        <a:lnTo>
                          <a:pt x="13393" y="59054"/>
                        </a:lnTo>
                        <a:cubicBezTo>
                          <a:pt x="15204" y="59676"/>
                          <a:pt x="17014" y="60138"/>
                          <a:pt x="18825" y="60442"/>
                        </a:cubicBezTo>
                        <a:cubicBezTo>
                          <a:pt x="20648" y="60746"/>
                          <a:pt x="22472" y="60899"/>
                          <a:pt x="24296" y="60899"/>
                        </a:cubicBezTo>
                        <a:cubicBezTo>
                          <a:pt x="34616" y="60899"/>
                          <a:pt x="42790" y="58070"/>
                          <a:pt x="48816" y="52412"/>
                        </a:cubicBezTo>
                        <a:cubicBezTo>
                          <a:pt x="54855" y="46754"/>
                          <a:pt x="57874" y="39093"/>
                          <a:pt x="57874" y="29429"/>
                        </a:cubicBezTo>
                        <a:cubicBezTo>
                          <a:pt x="57874" y="19475"/>
                          <a:pt x="54776" y="11735"/>
                          <a:pt x="48578" y="6209"/>
                        </a:cubicBezTo>
                        <a:cubicBezTo>
                          <a:pt x="42380" y="696"/>
                          <a:pt x="33645" y="-2060"/>
                          <a:pt x="22373" y="-2060"/>
                        </a:cubicBezTo>
                        <a:cubicBezTo>
                          <a:pt x="18488" y="-2060"/>
                          <a:pt x="14530" y="-1729"/>
                          <a:pt x="10499" y="-1068"/>
                        </a:cubicBezTo>
                        <a:cubicBezTo>
                          <a:pt x="6482" y="-407"/>
                          <a:pt x="2326" y="584"/>
                          <a:pt x="-1969" y="1906"/>
                        </a:cubicBezTo>
                        <a:lnTo>
                          <a:pt x="-1969" y="14498"/>
                        </a:lnTo>
                        <a:cubicBezTo>
                          <a:pt x="1745" y="12475"/>
                          <a:pt x="5583" y="10968"/>
                          <a:pt x="9548" y="9977"/>
                        </a:cubicBezTo>
                        <a:cubicBezTo>
                          <a:pt x="13512" y="8985"/>
                          <a:pt x="17701" y="8489"/>
                          <a:pt x="22115" y="8489"/>
                        </a:cubicBezTo>
                        <a:cubicBezTo>
                          <a:pt x="29264" y="8489"/>
                          <a:pt x="34920" y="10367"/>
                          <a:pt x="39083" y="14121"/>
                        </a:cubicBezTo>
                        <a:cubicBezTo>
                          <a:pt x="43259" y="17875"/>
                          <a:pt x="45347" y="22978"/>
                          <a:pt x="45347" y="29429"/>
                        </a:cubicBezTo>
                        <a:cubicBezTo>
                          <a:pt x="45347" y="35867"/>
                          <a:pt x="43259" y="40963"/>
                          <a:pt x="39083" y="44718"/>
                        </a:cubicBezTo>
                        <a:cubicBezTo>
                          <a:pt x="34920" y="48485"/>
                          <a:pt x="29264" y="50369"/>
                          <a:pt x="22115" y="50369"/>
                        </a:cubicBezTo>
                        <a:cubicBezTo>
                          <a:pt x="18772" y="50369"/>
                          <a:pt x="15435" y="49999"/>
                          <a:pt x="12105" y="49259"/>
                        </a:cubicBezTo>
                        <a:cubicBezTo>
                          <a:pt x="8788" y="48518"/>
                          <a:pt x="5398" y="47362"/>
                          <a:pt x="1936" y="45789"/>
                        </a:cubicBezTo>
                        <a:lnTo>
                          <a:pt x="1936" y="9226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83" name="Freeform: Shape 182">
                    <a:extLst>
                      <a:ext uri="{FF2B5EF4-FFF2-40B4-BE49-F238E27FC236}">
                        <a16:creationId xmlns:a16="http://schemas.microsoft.com/office/drawing/2014/main" id="{D87723B3-2B75-3B56-701E-A504E8A647FA}"/>
                      </a:ext>
                    </a:extLst>
                  </p:cNvPr>
                  <p:cNvSpPr/>
                  <p:nvPr/>
                </p:nvSpPr>
                <p:spPr>
                  <a:xfrm flipV="1">
                    <a:off x="3658517" y="4075189"/>
                    <a:ext cx="67395" cy="92524"/>
                  </a:xfrm>
                  <a:custGeom>
                    <a:avLst/>
                    <a:gdLst>
                      <a:gd name="connsiteX0" fmla="*/ 39774 w 67395"/>
                      <a:gd name="connsiteY0" fmla="*/ 79512 h 92524"/>
                      <a:gd name="connsiteX1" fmla="*/ 8177 w 67395"/>
                      <a:gd name="connsiteY1" fmla="*/ 30117 h 92524"/>
                      <a:gd name="connsiteX2" fmla="*/ 39774 w 67395"/>
                      <a:gd name="connsiteY2" fmla="*/ 30117 h 92524"/>
                      <a:gd name="connsiteX3" fmla="*/ 39774 w 67395"/>
                      <a:gd name="connsiteY3" fmla="*/ 79512 h 92524"/>
                      <a:gd name="connsiteX4" fmla="*/ 36483 w 67395"/>
                      <a:gd name="connsiteY4" fmla="*/ 90419 h 92524"/>
                      <a:gd name="connsiteX5" fmla="*/ 52222 w 67395"/>
                      <a:gd name="connsiteY5" fmla="*/ 90419 h 92524"/>
                      <a:gd name="connsiteX6" fmla="*/ 52222 w 67395"/>
                      <a:gd name="connsiteY6" fmla="*/ 30117 h 92524"/>
                      <a:gd name="connsiteX7" fmla="*/ 65424 w 67395"/>
                      <a:gd name="connsiteY7" fmla="*/ 30117 h 92524"/>
                      <a:gd name="connsiteX8" fmla="*/ 65424 w 67395"/>
                      <a:gd name="connsiteY8" fmla="*/ 19707 h 92524"/>
                      <a:gd name="connsiteX9" fmla="*/ 52222 w 67395"/>
                      <a:gd name="connsiteY9" fmla="*/ 19707 h 92524"/>
                      <a:gd name="connsiteX10" fmla="*/ 52222 w 67395"/>
                      <a:gd name="connsiteY10" fmla="*/ -2105 h 92524"/>
                      <a:gd name="connsiteX11" fmla="*/ 39774 w 67395"/>
                      <a:gd name="connsiteY11" fmla="*/ -2105 h 92524"/>
                      <a:gd name="connsiteX12" fmla="*/ 39774 w 67395"/>
                      <a:gd name="connsiteY12" fmla="*/ 19707 h 92524"/>
                      <a:gd name="connsiteX13" fmla="*/ -1972 w 67395"/>
                      <a:gd name="connsiteY13" fmla="*/ 19707 h 92524"/>
                      <a:gd name="connsiteX14" fmla="*/ -1972 w 67395"/>
                      <a:gd name="connsiteY14" fmla="*/ 31783 h 92524"/>
                      <a:gd name="connsiteX15" fmla="*/ 36483 w 67395"/>
                      <a:gd name="connsiteY15" fmla="*/ 90419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74" y="79512"/>
                        </a:moveTo>
                        <a:lnTo>
                          <a:pt x="8177" y="30117"/>
                        </a:lnTo>
                        <a:lnTo>
                          <a:pt x="39774" y="30117"/>
                        </a:lnTo>
                        <a:lnTo>
                          <a:pt x="39774" y="79512"/>
                        </a:lnTo>
                        <a:close/>
                        <a:moveTo>
                          <a:pt x="36483" y="90419"/>
                        </a:moveTo>
                        <a:lnTo>
                          <a:pt x="52222" y="90419"/>
                        </a:lnTo>
                        <a:lnTo>
                          <a:pt x="52222" y="30117"/>
                        </a:lnTo>
                        <a:lnTo>
                          <a:pt x="65424" y="30117"/>
                        </a:lnTo>
                        <a:lnTo>
                          <a:pt x="65424" y="19707"/>
                        </a:lnTo>
                        <a:lnTo>
                          <a:pt x="52222" y="19707"/>
                        </a:lnTo>
                        <a:lnTo>
                          <a:pt x="52222" y="-2105"/>
                        </a:lnTo>
                        <a:lnTo>
                          <a:pt x="39774" y="-2105"/>
                        </a:lnTo>
                        <a:lnTo>
                          <a:pt x="39774" y="19707"/>
                        </a:lnTo>
                        <a:lnTo>
                          <a:pt x="-1972" y="19707"/>
                        </a:lnTo>
                        <a:lnTo>
                          <a:pt x="-1972" y="31783"/>
                        </a:lnTo>
                        <a:lnTo>
                          <a:pt x="36483" y="904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84" name="Freeform: Shape 183">
                    <a:extLst>
                      <a:ext uri="{FF2B5EF4-FFF2-40B4-BE49-F238E27FC236}">
                        <a16:creationId xmlns:a16="http://schemas.microsoft.com/office/drawing/2014/main" id="{F0D9C0E0-237F-BE39-3651-27EBE2AF10BE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073523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78 h 95994"/>
                      <a:gd name="connsiteX1" fmla="*/ 15437 w 63926"/>
                      <a:gd name="connsiteY1" fmla="*/ 74459 h 95994"/>
                      <a:gd name="connsiteX2" fmla="*/ 10580 w 63926"/>
                      <a:gd name="connsiteY2" fmla="*/ 45865 h 95994"/>
                      <a:gd name="connsiteX3" fmla="*/ 15437 w 63926"/>
                      <a:gd name="connsiteY3" fmla="*/ 17331 h 95994"/>
                      <a:gd name="connsiteX4" fmla="*/ 29966 w 63926"/>
                      <a:gd name="connsiteY4" fmla="*/ 7813 h 95994"/>
                      <a:gd name="connsiteX5" fmla="*/ 44556 w 63926"/>
                      <a:gd name="connsiteY5" fmla="*/ 17331 h 95994"/>
                      <a:gd name="connsiteX6" fmla="*/ 49432 w 63926"/>
                      <a:gd name="connsiteY6" fmla="*/ 45865 h 95994"/>
                      <a:gd name="connsiteX7" fmla="*/ 44556 w 63926"/>
                      <a:gd name="connsiteY7" fmla="*/ 74459 h 95994"/>
                      <a:gd name="connsiteX8" fmla="*/ 29966 w 63926"/>
                      <a:gd name="connsiteY8" fmla="*/ 83978 h 95994"/>
                      <a:gd name="connsiteX9" fmla="*/ 29966 w 63926"/>
                      <a:gd name="connsiteY9" fmla="*/ 93892 h 95994"/>
                      <a:gd name="connsiteX10" fmla="*/ 53733 w 63926"/>
                      <a:gd name="connsiteY10" fmla="*/ 81578 h 95994"/>
                      <a:gd name="connsiteX11" fmla="*/ 61940 w 63926"/>
                      <a:gd name="connsiteY11" fmla="*/ 45865 h 95994"/>
                      <a:gd name="connsiteX12" fmla="*/ 53733 w 63926"/>
                      <a:gd name="connsiteY12" fmla="*/ 10192 h 95994"/>
                      <a:gd name="connsiteX13" fmla="*/ 29966 w 63926"/>
                      <a:gd name="connsiteY13" fmla="*/ -2102 h 95994"/>
                      <a:gd name="connsiteX14" fmla="*/ 6219 w 63926"/>
                      <a:gd name="connsiteY14" fmla="*/ 10192 h 95994"/>
                      <a:gd name="connsiteX15" fmla="*/ -1987 w 63926"/>
                      <a:gd name="connsiteY15" fmla="*/ 45865 h 95994"/>
                      <a:gd name="connsiteX16" fmla="*/ 6219 w 63926"/>
                      <a:gd name="connsiteY16" fmla="*/ 81578 h 95994"/>
                      <a:gd name="connsiteX17" fmla="*/ 29966 w 63926"/>
                      <a:gd name="connsiteY17" fmla="*/ 9389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78"/>
                        </a:moveTo>
                        <a:cubicBezTo>
                          <a:pt x="23531" y="83978"/>
                          <a:pt x="18688" y="80805"/>
                          <a:pt x="15437" y="74459"/>
                        </a:cubicBezTo>
                        <a:cubicBezTo>
                          <a:pt x="12199" y="68127"/>
                          <a:pt x="10580" y="58596"/>
                          <a:pt x="10580" y="45865"/>
                        </a:cubicBezTo>
                        <a:cubicBezTo>
                          <a:pt x="10580" y="33188"/>
                          <a:pt x="12199" y="23676"/>
                          <a:pt x="15437" y="17331"/>
                        </a:cubicBezTo>
                        <a:cubicBezTo>
                          <a:pt x="18688" y="10985"/>
                          <a:pt x="23531" y="7813"/>
                          <a:pt x="29966" y="7813"/>
                        </a:cubicBezTo>
                        <a:cubicBezTo>
                          <a:pt x="36455" y="7813"/>
                          <a:pt x="41318" y="10985"/>
                          <a:pt x="44556" y="17331"/>
                        </a:cubicBezTo>
                        <a:cubicBezTo>
                          <a:pt x="47806" y="23676"/>
                          <a:pt x="49432" y="33188"/>
                          <a:pt x="49432" y="45865"/>
                        </a:cubicBezTo>
                        <a:cubicBezTo>
                          <a:pt x="49432" y="58596"/>
                          <a:pt x="47806" y="68127"/>
                          <a:pt x="44556" y="74459"/>
                        </a:cubicBezTo>
                        <a:cubicBezTo>
                          <a:pt x="41318" y="80805"/>
                          <a:pt x="36455" y="83978"/>
                          <a:pt x="29966" y="83978"/>
                        </a:cubicBezTo>
                        <a:close/>
                        <a:moveTo>
                          <a:pt x="29966" y="93892"/>
                        </a:moveTo>
                        <a:cubicBezTo>
                          <a:pt x="40340" y="93892"/>
                          <a:pt x="48262" y="89788"/>
                          <a:pt x="53733" y="81578"/>
                        </a:cubicBezTo>
                        <a:cubicBezTo>
                          <a:pt x="59204" y="73382"/>
                          <a:pt x="61940" y="61478"/>
                          <a:pt x="61940" y="45865"/>
                        </a:cubicBezTo>
                        <a:cubicBezTo>
                          <a:pt x="61940" y="30293"/>
                          <a:pt x="59204" y="18402"/>
                          <a:pt x="53733" y="10192"/>
                        </a:cubicBezTo>
                        <a:cubicBezTo>
                          <a:pt x="48262" y="1996"/>
                          <a:pt x="40340" y="-2102"/>
                          <a:pt x="29966" y="-2102"/>
                        </a:cubicBezTo>
                        <a:cubicBezTo>
                          <a:pt x="19606" y="-2102"/>
                          <a:pt x="11690" y="1996"/>
                          <a:pt x="6219" y="10192"/>
                        </a:cubicBezTo>
                        <a:cubicBezTo>
                          <a:pt x="748" y="18402"/>
                          <a:pt x="-1987" y="30293"/>
                          <a:pt x="-1987" y="45865"/>
                        </a:cubicBezTo>
                        <a:cubicBezTo>
                          <a:pt x="-1987" y="61478"/>
                          <a:pt x="748" y="73382"/>
                          <a:pt x="6219" y="81578"/>
                        </a:cubicBezTo>
                        <a:cubicBezTo>
                          <a:pt x="11690" y="89788"/>
                          <a:pt x="19606" y="93892"/>
                          <a:pt x="29966" y="9389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85" name="Graphic 110">
                <a:extLst>
                  <a:ext uri="{FF2B5EF4-FFF2-40B4-BE49-F238E27FC236}">
                    <a16:creationId xmlns:a16="http://schemas.microsoft.com/office/drawing/2014/main" id="{E8B4FF6E-D6D9-DC40-A9C1-3E2032A4FE3C}"/>
                  </a:ext>
                </a:extLst>
              </p:cNvPr>
              <p:cNvGrpSpPr/>
              <p:nvPr/>
            </p:nvGrpSpPr>
            <p:grpSpPr>
              <a:xfrm>
                <a:off x="3581391" y="3641535"/>
                <a:ext cx="321159" cy="95994"/>
                <a:chOff x="3581391" y="3641535"/>
                <a:chExt cx="321159" cy="95994"/>
              </a:xfrm>
              <a:solidFill>
                <a:srgbClr val="000000"/>
              </a:solidFill>
            </p:grpSpPr>
            <p:sp>
              <p:nvSpPr>
                <p:cNvPr id="186" name="Freeform: Shape 185">
                  <a:extLst>
                    <a:ext uri="{FF2B5EF4-FFF2-40B4-BE49-F238E27FC236}">
                      <a16:creationId xmlns:a16="http://schemas.microsoft.com/office/drawing/2014/main" id="{24A731B2-1259-B6D5-3248-6DC97AA262D2}"/>
                    </a:ext>
                  </a:extLst>
                </p:cNvPr>
                <p:cNvSpPr/>
                <p:nvPr/>
              </p:nvSpPr>
              <p:spPr>
                <a:xfrm>
                  <a:off x="3858149" y="3687510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93 h 12690"/>
                    <a:gd name="connsiteX1" fmla="*/ 58 w 44401"/>
                    <a:gd name="connsiteY1" fmla="*/ 193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93"/>
                      </a:moveTo>
                      <a:lnTo>
                        <a:pt x="58" y="193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87" name="Graphic 110">
                  <a:extLst>
                    <a:ext uri="{FF2B5EF4-FFF2-40B4-BE49-F238E27FC236}">
                      <a16:creationId xmlns:a16="http://schemas.microsoft.com/office/drawing/2014/main" id="{5D141D5A-B120-7678-B41C-9A2BB9AC89E5}"/>
                    </a:ext>
                  </a:extLst>
                </p:cNvPr>
                <p:cNvGrpSpPr/>
                <p:nvPr/>
              </p:nvGrpSpPr>
              <p:grpSpPr>
                <a:xfrm>
                  <a:off x="3581391" y="3641535"/>
                  <a:ext cx="223926" cy="95994"/>
                  <a:chOff x="3581391" y="3641535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88" name="Freeform: Shape 187">
                    <a:extLst>
                      <a:ext uri="{FF2B5EF4-FFF2-40B4-BE49-F238E27FC236}">
                        <a16:creationId xmlns:a16="http://schemas.microsoft.com/office/drawing/2014/main" id="{9935110B-4725-8108-5C65-E027063F9232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3643201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35 h 94328"/>
                      <a:gd name="connsiteX1" fmla="*/ 51056 w 59843"/>
                      <a:gd name="connsiteY1" fmla="*/ 92235 h 94328"/>
                      <a:gd name="connsiteX2" fmla="*/ 51056 w 59843"/>
                      <a:gd name="connsiteY2" fmla="*/ 81685 h 94328"/>
                      <a:gd name="connsiteX3" fmla="*/ 13393 w 59843"/>
                      <a:gd name="connsiteY3" fmla="*/ 81685 h 94328"/>
                      <a:gd name="connsiteX4" fmla="*/ 13393 w 59843"/>
                      <a:gd name="connsiteY4" fmla="*/ 59020 h 94328"/>
                      <a:gd name="connsiteX5" fmla="*/ 18825 w 59843"/>
                      <a:gd name="connsiteY5" fmla="*/ 60408 h 94328"/>
                      <a:gd name="connsiteX6" fmla="*/ 24296 w 59843"/>
                      <a:gd name="connsiteY6" fmla="*/ 60864 h 94328"/>
                      <a:gd name="connsiteX7" fmla="*/ 48816 w 59843"/>
                      <a:gd name="connsiteY7" fmla="*/ 52377 h 94328"/>
                      <a:gd name="connsiteX8" fmla="*/ 57874 w 59843"/>
                      <a:gd name="connsiteY8" fmla="*/ 29395 h 94328"/>
                      <a:gd name="connsiteX9" fmla="*/ 48578 w 59843"/>
                      <a:gd name="connsiteY9" fmla="*/ 6175 h 94328"/>
                      <a:gd name="connsiteX10" fmla="*/ 22373 w 59843"/>
                      <a:gd name="connsiteY10" fmla="*/ -2094 h 94328"/>
                      <a:gd name="connsiteX11" fmla="*/ 10499 w 59843"/>
                      <a:gd name="connsiteY11" fmla="*/ -1102 h 94328"/>
                      <a:gd name="connsiteX12" fmla="*/ -1969 w 59843"/>
                      <a:gd name="connsiteY12" fmla="*/ 1872 h 94328"/>
                      <a:gd name="connsiteX13" fmla="*/ -1969 w 59843"/>
                      <a:gd name="connsiteY13" fmla="*/ 14464 h 94328"/>
                      <a:gd name="connsiteX14" fmla="*/ 9548 w 59843"/>
                      <a:gd name="connsiteY14" fmla="*/ 9943 h 94328"/>
                      <a:gd name="connsiteX15" fmla="*/ 22115 w 59843"/>
                      <a:gd name="connsiteY15" fmla="*/ 8455 h 94328"/>
                      <a:gd name="connsiteX16" fmla="*/ 39083 w 59843"/>
                      <a:gd name="connsiteY16" fmla="*/ 14087 h 94328"/>
                      <a:gd name="connsiteX17" fmla="*/ 45347 w 59843"/>
                      <a:gd name="connsiteY17" fmla="*/ 29395 h 94328"/>
                      <a:gd name="connsiteX18" fmla="*/ 39083 w 59843"/>
                      <a:gd name="connsiteY18" fmla="*/ 44684 h 94328"/>
                      <a:gd name="connsiteX19" fmla="*/ 22115 w 59843"/>
                      <a:gd name="connsiteY19" fmla="*/ 50335 h 94328"/>
                      <a:gd name="connsiteX20" fmla="*/ 12105 w 59843"/>
                      <a:gd name="connsiteY20" fmla="*/ 49225 h 94328"/>
                      <a:gd name="connsiteX21" fmla="*/ 1936 w 59843"/>
                      <a:gd name="connsiteY21" fmla="*/ 45754 h 94328"/>
                      <a:gd name="connsiteX22" fmla="*/ 1936 w 59843"/>
                      <a:gd name="connsiteY22" fmla="*/ 92235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35"/>
                        </a:moveTo>
                        <a:lnTo>
                          <a:pt x="51056" y="92235"/>
                        </a:lnTo>
                        <a:lnTo>
                          <a:pt x="51056" y="81685"/>
                        </a:lnTo>
                        <a:lnTo>
                          <a:pt x="13393" y="81685"/>
                        </a:lnTo>
                        <a:lnTo>
                          <a:pt x="13393" y="59020"/>
                        </a:lnTo>
                        <a:cubicBezTo>
                          <a:pt x="15204" y="59642"/>
                          <a:pt x="17014" y="60104"/>
                          <a:pt x="18825" y="60408"/>
                        </a:cubicBezTo>
                        <a:cubicBezTo>
                          <a:pt x="20648" y="60712"/>
                          <a:pt x="22472" y="60864"/>
                          <a:pt x="24296" y="60864"/>
                        </a:cubicBezTo>
                        <a:cubicBezTo>
                          <a:pt x="34616" y="60864"/>
                          <a:pt x="42790" y="58035"/>
                          <a:pt x="48816" y="52377"/>
                        </a:cubicBezTo>
                        <a:cubicBezTo>
                          <a:pt x="54855" y="46720"/>
                          <a:pt x="57874" y="39059"/>
                          <a:pt x="57874" y="29395"/>
                        </a:cubicBezTo>
                        <a:cubicBezTo>
                          <a:pt x="57874" y="19441"/>
                          <a:pt x="54776" y="11701"/>
                          <a:pt x="48578" y="6175"/>
                        </a:cubicBezTo>
                        <a:cubicBezTo>
                          <a:pt x="42380" y="662"/>
                          <a:pt x="33645" y="-2094"/>
                          <a:pt x="22373" y="-2094"/>
                        </a:cubicBezTo>
                        <a:cubicBezTo>
                          <a:pt x="18488" y="-2094"/>
                          <a:pt x="14530" y="-1763"/>
                          <a:pt x="10499" y="-1102"/>
                        </a:cubicBezTo>
                        <a:cubicBezTo>
                          <a:pt x="6482" y="-441"/>
                          <a:pt x="2326" y="550"/>
                          <a:pt x="-1969" y="1872"/>
                        </a:cubicBezTo>
                        <a:lnTo>
                          <a:pt x="-1969" y="14464"/>
                        </a:lnTo>
                        <a:cubicBezTo>
                          <a:pt x="1745" y="12441"/>
                          <a:pt x="5583" y="10934"/>
                          <a:pt x="9548" y="9943"/>
                        </a:cubicBezTo>
                        <a:cubicBezTo>
                          <a:pt x="13512" y="8951"/>
                          <a:pt x="17701" y="8455"/>
                          <a:pt x="22115" y="8455"/>
                        </a:cubicBezTo>
                        <a:cubicBezTo>
                          <a:pt x="29264" y="8455"/>
                          <a:pt x="34920" y="10333"/>
                          <a:pt x="39083" y="14087"/>
                        </a:cubicBezTo>
                        <a:cubicBezTo>
                          <a:pt x="43259" y="17841"/>
                          <a:pt x="45347" y="22944"/>
                          <a:pt x="45347" y="29395"/>
                        </a:cubicBezTo>
                        <a:cubicBezTo>
                          <a:pt x="45347" y="35833"/>
                          <a:pt x="43259" y="40929"/>
                          <a:pt x="39083" y="44684"/>
                        </a:cubicBezTo>
                        <a:cubicBezTo>
                          <a:pt x="34920" y="48451"/>
                          <a:pt x="29264" y="50335"/>
                          <a:pt x="22115" y="50335"/>
                        </a:cubicBezTo>
                        <a:cubicBezTo>
                          <a:pt x="18772" y="50335"/>
                          <a:pt x="15435" y="49965"/>
                          <a:pt x="12105" y="49225"/>
                        </a:cubicBezTo>
                        <a:cubicBezTo>
                          <a:pt x="8788" y="48484"/>
                          <a:pt x="5398" y="47328"/>
                          <a:pt x="1936" y="45754"/>
                        </a:cubicBezTo>
                        <a:lnTo>
                          <a:pt x="1936" y="922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89" name="Freeform: Shape 188">
                    <a:extLst>
                      <a:ext uri="{FF2B5EF4-FFF2-40B4-BE49-F238E27FC236}">
                        <a16:creationId xmlns:a16="http://schemas.microsoft.com/office/drawing/2014/main" id="{33152160-9E7A-428A-EE35-B520974A3801}"/>
                      </a:ext>
                    </a:extLst>
                  </p:cNvPr>
                  <p:cNvSpPr/>
                  <p:nvPr/>
                </p:nvSpPr>
                <p:spPr>
                  <a:xfrm flipV="1">
                    <a:off x="3662105" y="3643201"/>
                    <a:ext cx="59843" cy="94328"/>
                  </a:xfrm>
                  <a:custGeom>
                    <a:avLst/>
                    <a:gdLst>
                      <a:gd name="connsiteX0" fmla="*/ 1942 w 59843"/>
                      <a:gd name="connsiteY0" fmla="*/ 92235 h 94328"/>
                      <a:gd name="connsiteX1" fmla="*/ 51062 w 59843"/>
                      <a:gd name="connsiteY1" fmla="*/ 92235 h 94328"/>
                      <a:gd name="connsiteX2" fmla="*/ 51062 w 59843"/>
                      <a:gd name="connsiteY2" fmla="*/ 81685 h 94328"/>
                      <a:gd name="connsiteX3" fmla="*/ 13400 w 59843"/>
                      <a:gd name="connsiteY3" fmla="*/ 81685 h 94328"/>
                      <a:gd name="connsiteX4" fmla="*/ 13400 w 59843"/>
                      <a:gd name="connsiteY4" fmla="*/ 59020 h 94328"/>
                      <a:gd name="connsiteX5" fmla="*/ 18831 w 59843"/>
                      <a:gd name="connsiteY5" fmla="*/ 60408 h 94328"/>
                      <a:gd name="connsiteX6" fmla="*/ 24302 w 59843"/>
                      <a:gd name="connsiteY6" fmla="*/ 60864 h 94328"/>
                      <a:gd name="connsiteX7" fmla="*/ 48822 w 59843"/>
                      <a:gd name="connsiteY7" fmla="*/ 52377 h 94328"/>
                      <a:gd name="connsiteX8" fmla="*/ 57881 w 59843"/>
                      <a:gd name="connsiteY8" fmla="*/ 29395 h 94328"/>
                      <a:gd name="connsiteX9" fmla="*/ 48584 w 59843"/>
                      <a:gd name="connsiteY9" fmla="*/ 6175 h 94328"/>
                      <a:gd name="connsiteX10" fmla="*/ 22379 w 59843"/>
                      <a:gd name="connsiteY10" fmla="*/ -2094 h 94328"/>
                      <a:gd name="connsiteX11" fmla="*/ 10506 w 59843"/>
                      <a:gd name="connsiteY11" fmla="*/ -1102 h 94328"/>
                      <a:gd name="connsiteX12" fmla="*/ -1962 w 59843"/>
                      <a:gd name="connsiteY12" fmla="*/ 1872 h 94328"/>
                      <a:gd name="connsiteX13" fmla="*/ -1962 w 59843"/>
                      <a:gd name="connsiteY13" fmla="*/ 14464 h 94328"/>
                      <a:gd name="connsiteX14" fmla="*/ 9554 w 59843"/>
                      <a:gd name="connsiteY14" fmla="*/ 9943 h 94328"/>
                      <a:gd name="connsiteX15" fmla="*/ 22122 w 59843"/>
                      <a:gd name="connsiteY15" fmla="*/ 8455 h 94328"/>
                      <a:gd name="connsiteX16" fmla="*/ 39089 w 59843"/>
                      <a:gd name="connsiteY16" fmla="*/ 14087 h 94328"/>
                      <a:gd name="connsiteX17" fmla="*/ 45353 w 59843"/>
                      <a:gd name="connsiteY17" fmla="*/ 29395 h 94328"/>
                      <a:gd name="connsiteX18" fmla="*/ 39089 w 59843"/>
                      <a:gd name="connsiteY18" fmla="*/ 44684 h 94328"/>
                      <a:gd name="connsiteX19" fmla="*/ 22122 w 59843"/>
                      <a:gd name="connsiteY19" fmla="*/ 50335 h 94328"/>
                      <a:gd name="connsiteX20" fmla="*/ 12111 w 59843"/>
                      <a:gd name="connsiteY20" fmla="*/ 49225 h 94328"/>
                      <a:gd name="connsiteX21" fmla="*/ 1942 w 59843"/>
                      <a:gd name="connsiteY21" fmla="*/ 45754 h 94328"/>
                      <a:gd name="connsiteX22" fmla="*/ 1942 w 59843"/>
                      <a:gd name="connsiteY22" fmla="*/ 92235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42" y="92235"/>
                        </a:moveTo>
                        <a:lnTo>
                          <a:pt x="51062" y="92235"/>
                        </a:lnTo>
                        <a:lnTo>
                          <a:pt x="51062" y="81685"/>
                        </a:lnTo>
                        <a:lnTo>
                          <a:pt x="13400" y="81685"/>
                        </a:lnTo>
                        <a:lnTo>
                          <a:pt x="13400" y="59020"/>
                        </a:lnTo>
                        <a:cubicBezTo>
                          <a:pt x="15210" y="59642"/>
                          <a:pt x="17021" y="60104"/>
                          <a:pt x="18831" y="60408"/>
                        </a:cubicBezTo>
                        <a:cubicBezTo>
                          <a:pt x="20655" y="60712"/>
                          <a:pt x="22478" y="60864"/>
                          <a:pt x="24302" y="60864"/>
                        </a:cubicBezTo>
                        <a:cubicBezTo>
                          <a:pt x="34623" y="60864"/>
                          <a:pt x="42796" y="58035"/>
                          <a:pt x="48822" y="52377"/>
                        </a:cubicBezTo>
                        <a:cubicBezTo>
                          <a:pt x="54861" y="46720"/>
                          <a:pt x="57881" y="39059"/>
                          <a:pt x="57881" y="29395"/>
                        </a:cubicBezTo>
                        <a:cubicBezTo>
                          <a:pt x="57881" y="19441"/>
                          <a:pt x="54782" y="11701"/>
                          <a:pt x="48584" y="6175"/>
                        </a:cubicBezTo>
                        <a:cubicBezTo>
                          <a:pt x="42386" y="662"/>
                          <a:pt x="33651" y="-2094"/>
                          <a:pt x="22379" y="-2094"/>
                        </a:cubicBezTo>
                        <a:cubicBezTo>
                          <a:pt x="18494" y="-2094"/>
                          <a:pt x="14536" y="-1763"/>
                          <a:pt x="10506" y="-1102"/>
                        </a:cubicBezTo>
                        <a:cubicBezTo>
                          <a:pt x="6488" y="-441"/>
                          <a:pt x="2332" y="550"/>
                          <a:pt x="-1962" y="1872"/>
                        </a:cubicBezTo>
                        <a:lnTo>
                          <a:pt x="-1962" y="14464"/>
                        </a:lnTo>
                        <a:cubicBezTo>
                          <a:pt x="1751" y="12441"/>
                          <a:pt x="5590" y="10934"/>
                          <a:pt x="9554" y="9943"/>
                        </a:cubicBezTo>
                        <a:cubicBezTo>
                          <a:pt x="13519" y="8951"/>
                          <a:pt x="17708" y="8455"/>
                          <a:pt x="22122" y="8455"/>
                        </a:cubicBezTo>
                        <a:cubicBezTo>
                          <a:pt x="29271" y="8455"/>
                          <a:pt x="34927" y="10333"/>
                          <a:pt x="39089" y="14087"/>
                        </a:cubicBezTo>
                        <a:cubicBezTo>
                          <a:pt x="43265" y="17841"/>
                          <a:pt x="45353" y="22944"/>
                          <a:pt x="45353" y="29395"/>
                        </a:cubicBezTo>
                        <a:cubicBezTo>
                          <a:pt x="45353" y="35833"/>
                          <a:pt x="43265" y="40929"/>
                          <a:pt x="39089" y="44684"/>
                        </a:cubicBezTo>
                        <a:cubicBezTo>
                          <a:pt x="34927" y="48451"/>
                          <a:pt x="29271" y="50335"/>
                          <a:pt x="22122" y="50335"/>
                        </a:cubicBezTo>
                        <a:cubicBezTo>
                          <a:pt x="18778" y="50335"/>
                          <a:pt x="15441" y="49965"/>
                          <a:pt x="12111" y="49225"/>
                        </a:cubicBezTo>
                        <a:cubicBezTo>
                          <a:pt x="8794" y="48484"/>
                          <a:pt x="5405" y="47328"/>
                          <a:pt x="1942" y="45754"/>
                        </a:cubicBezTo>
                        <a:lnTo>
                          <a:pt x="1942" y="922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0" name="Freeform: Shape 189">
                    <a:extLst>
                      <a:ext uri="{FF2B5EF4-FFF2-40B4-BE49-F238E27FC236}">
                        <a16:creationId xmlns:a16="http://schemas.microsoft.com/office/drawing/2014/main" id="{88762D64-1752-BD79-994B-FAE0983B2EF6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641535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44 h 95994"/>
                      <a:gd name="connsiteX1" fmla="*/ 15437 w 63926"/>
                      <a:gd name="connsiteY1" fmla="*/ 74425 h 95994"/>
                      <a:gd name="connsiteX2" fmla="*/ 10580 w 63926"/>
                      <a:gd name="connsiteY2" fmla="*/ 45831 h 95994"/>
                      <a:gd name="connsiteX3" fmla="*/ 15437 w 63926"/>
                      <a:gd name="connsiteY3" fmla="*/ 17297 h 95994"/>
                      <a:gd name="connsiteX4" fmla="*/ 29966 w 63926"/>
                      <a:gd name="connsiteY4" fmla="*/ 7779 h 95994"/>
                      <a:gd name="connsiteX5" fmla="*/ 44556 w 63926"/>
                      <a:gd name="connsiteY5" fmla="*/ 17297 h 95994"/>
                      <a:gd name="connsiteX6" fmla="*/ 49432 w 63926"/>
                      <a:gd name="connsiteY6" fmla="*/ 45831 h 95994"/>
                      <a:gd name="connsiteX7" fmla="*/ 44556 w 63926"/>
                      <a:gd name="connsiteY7" fmla="*/ 74425 h 95994"/>
                      <a:gd name="connsiteX8" fmla="*/ 29966 w 63926"/>
                      <a:gd name="connsiteY8" fmla="*/ 83944 h 95994"/>
                      <a:gd name="connsiteX9" fmla="*/ 29966 w 63926"/>
                      <a:gd name="connsiteY9" fmla="*/ 93858 h 95994"/>
                      <a:gd name="connsiteX10" fmla="*/ 53733 w 63926"/>
                      <a:gd name="connsiteY10" fmla="*/ 81544 h 95994"/>
                      <a:gd name="connsiteX11" fmla="*/ 61940 w 63926"/>
                      <a:gd name="connsiteY11" fmla="*/ 45831 h 95994"/>
                      <a:gd name="connsiteX12" fmla="*/ 53733 w 63926"/>
                      <a:gd name="connsiteY12" fmla="*/ 10158 h 95994"/>
                      <a:gd name="connsiteX13" fmla="*/ 29966 w 63926"/>
                      <a:gd name="connsiteY13" fmla="*/ -2136 h 95994"/>
                      <a:gd name="connsiteX14" fmla="*/ 6219 w 63926"/>
                      <a:gd name="connsiteY14" fmla="*/ 10158 h 95994"/>
                      <a:gd name="connsiteX15" fmla="*/ -1987 w 63926"/>
                      <a:gd name="connsiteY15" fmla="*/ 45831 h 95994"/>
                      <a:gd name="connsiteX16" fmla="*/ 6219 w 63926"/>
                      <a:gd name="connsiteY16" fmla="*/ 81544 h 95994"/>
                      <a:gd name="connsiteX17" fmla="*/ 29966 w 63926"/>
                      <a:gd name="connsiteY17" fmla="*/ 9385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44"/>
                        </a:moveTo>
                        <a:cubicBezTo>
                          <a:pt x="23531" y="83944"/>
                          <a:pt x="18688" y="80771"/>
                          <a:pt x="15437" y="74425"/>
                        </a:cubicBezTo>
                        <a:cubicBezTo>
                          <a:pt x="12199" y="68093"/>
                          <a:pt x="10580" y="58562"/>
                          <a:pt x="10580" y="45831"/>
                        </a:cubicBezTo>
                        <a:cubicBezTo>
                          <a:pt x="10580" y="33154"/>
                          <a:pt x="12199" y="23642"/>
                          <a:pt x="15437" y="17297"/>
                        </a:cubicBezTo>
                        <a:cubicBezTo>
                          <a:pt x="18688" y="10951"/>
                          <a:pt x="23531" y="7779"/>
                          <a:pt x="29966" y="7779"/>
                        </a:cubicBezTo>
                        <a:cubicBezTo>
                          <a:pt x="36455" y="7779"/>
                          <a:pt x="41318" y="10951"/>
                          <a:pt x="44556" y="17297"/>
                        </a:cubicBezTo>
                        <a:cubicBezTo>
                          <a:pt x="47806" y="23642"/>
                          <a:pt x="49432" y="33154"/>
                          <a:pt x="49432" y="45831"/>
                        </a:cubicBezTo>
                        <a:cubicBezTo>
                          <a:pt x="49432" y="58562"/>
                          <a:pt x="47806" y="68093"/>
                          <a:pt x="44556" y="74425"/>
                        </a:cubicBezTo>
                        <a:cubicBezTo>
                          <a:pt x="41318" y="80771"/>
                          <a:pt x="36455" y="83944"/>
                          <a:pt x="29966" y="83944"/>
                        </a:cubicBezTo>
                        <a:close/>
                        <a:moveTo>
                          <a:pt x="29966" y="93858"/>
                        </a:moveTo>
                        <a:cubicBezTo>
                          <a:pt x="40340" y="93858"/>
                          <a:pt x="48262" y="89754"/>
                          <a:pt x="53733" y="81544"/>
                        </a:cubicBezTo>
                        <a:cubicBezTo>
                          <a:pt x="59204" y="73348"/>
                          <a:pt x="61940" y="61444"/>
                          <a:pt x="61940" y="45831"/>
                        </a:cubicBezTo>
                        <a:cubicBezTo>
                          <a:pt x="61940" y="30259"/>
                          <a:pt x="59204" y="18368"/>
                          <a:pt x="53733" y="10158"/>
                        </a:cubicBezTo>
                        <a:cubicBezTo>
                          <a:pt x="48262" y="1962"/>
                          <a:pt x="40340" y="-2136"/>
                          <a:pt x="29966" y="-2136"/>
                        </a:cubicBezTo>
                        <a:cubicBezTo>
                          <a:pt x="19606" y="-2136"/>
                          <a:pt x="11690" y="1962"/>
                          <a:pt x="6219" y="10158"/>
                        </a:cubicBezTo>
                        <a:cubicBezTo>
                          <a:pt x="748" y="18368"/>
                          <a:pt x="-1987" y="30259"/>
                          <a:pt x="-1987" y="45831"/>
                        </a:cubicBezTo>
                        <a:cubicBezTo>
                          <a:pt x="-1987" y="61444"/>
                          <a:pt x="748" y="73348"/>
                          <a:pt x="6219" y="81544"/>
                        </a:cubicBezTo>
                        <a:cubicBezTo>
                          <a:pt x="11690" y="89754"/>
                          <a:pt x="19606" y="93858"/>
                          <a:pt x="29966" y="938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91" name="Graphic 110">
                <a:extLst>
                  <a:ext uri="{FF2B5EF4-FFF2-40B4-BE49-F238E27FC236}">
                    <a16:creationId xmlns:a16="http://schemas.microsoft.com/office/drawing/2014/main" id="{3A96C7FE-79E4-7E00-8250-65DCC3438B75}"/>
                  </a:ext>
                </a:extLst>
              </p:cNvPr>
              <p:cNvGrpSpPr/>
              <p:nvPr/>
            </p:nvGrpSpPr>
            <p:grpSpPr>
              <a:xfrm>
                <a:off x="3581391" y="3209548"/>
                <a:ext cx="321159" cy="95994"/>
                <a:chOff x="3581391" y="3209548"/>
                <a:chExt cx="321159" cy="95994"/>
              </a:xfrm>
              <a:solidFill>
                <a:srgbClr val="000000"/>
              </a:solidFill>
            </p:grpSpPr>
            <p:sp>
              <p:nvSpPr>
                <p:cNvPr id="192" name="Freeform: Shape 191">
                  <a:extLst>
                    <a:ext uri="{FF2B5EF4-FFF2-40B4-BE49-F238E27FC236}">
                      <a16:creationId xmlns:a16="http://schemas.microsoft.com/office/drawing/2014/main" id="{0E1957C3-9ECC-0B30-6D9D-5670B2032BEA}"/>
                    </a:ext>
                  </a:extLst>
                </p:cNvPr>
                <p:cNvSpPr/>
                <p:nvPr/>
              </p:nvSpPr>
              <p:spPr>
                <a:xfrm>
                  <a:off x="3858149" y="3255522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59 h 12690"/>
                    <a:gd name="connsiteX1" fmla="*/ 58 w 44401"/>
                    <a:gd name="connsiteY1" fmla="*/ 15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59"/>
                      </a:moveTo>
                      <a:lnTo>
                        <a:pt x="58" y="159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93" name="Graphic 110">
                  <a:extLst>
                    <a:ext uri="{FF2B5EF4-FFF2-40B4-BE49-F238E27FC236}">
                      <a16:creationId xmlns:a16="http://schemas.microsoft.com/office/drawing/2014/main" id="{384F5067-E843-B78F-6231-42100C9B3BA8}"/>
                    </a:ext>
                  </a:extLst>
                </p:cNvPr>
                <p:cNvGrpSpPr/>
                <p:nvPr/>
              </p:nvGrpSpPr>
              <p:grpSpPr>
                <a:xfrm>
                  <a:off x="3581391" y="3209548"/>
                  <a:ext cx="223926" cy="95994"/>
                  <a:chOff x="3581391" y="320954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94" name="Freeform: Shape 193">
                    <a:extLst>
                      <a:ext uri="{FF2B5EF4-FFF2-40B4-BE49-F238E27FC236}">
                        <a16:creationId xmlns:a16="http://schemas.microsoft.com/office/drawing/2014/main" id="{38AD9CFC-2485-B3EE-3E32-B97C8A84C9DD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3211213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01 h 94328"/>
                      <a:gd name="connsiteX1" fmla="*/ 51056 w 59843"/>
                      <a:gd name="connsiteY1" fmla="*/ 92201 h 94328"/>
                      <a:gd name="connsiteX2" fmla="*/ 51056 w 59843"/>
                      <a:gd name="connsiteY2" fmla="*/ 81651 h 94328"/>
                      <a:gd name="connsiteX3" fmla="*/ 13393 w 59843"/>
                      <a:gd name="connsiteY3" fmla="*/ 81651 h 94328"/>
                      <a:gd name="connsiteX4" fmla="*/ 13393 w 59843"/>
                      <a:gd name="connsiteY4" fmla="*/ 58986 h 94328"/>
                      <a:gd name="connsiteX5" fmla="*/ 18825 w 59843"/>
                      <a:gd name="connsiteY5" fmla="*/ 60374 h 94328"/>
                      <a:gd name="connsiteX6" fmla="*/ 24296 w 59843"/>
                      <a:gd name="connsiteY6" fmla="*/ 60830 h 94328"/>
                      <a:gd name="connsiteX7" fmla="*/ 48816 w 59843"/>
                      <a:gd name="connsiteY7" fmla="*/ 52343 h 94328"/>
                      <a:gd name="connsiteX8" fmla="*/ 57874 w 59843"/>
                      <a:gd name="connsiteY8" fmla="*/ 29361 h 94328"/>
                      <a:gd name="connsiteX9" fmla="*/ 48578 w 59843"/>
                      <a:gd name="connsiteY9" fmla="*/ 6141 h 94328"/>
                      <a:gd name="connsiteX10" fmla="*/ 22373 w 59843"/>
                      <a:gd name="connsiteY10" fmla="*/ -2128 h 94328"/>
                      <a:gd name="connsiteX11" fmla="*/ 10499 w 59843"/>
                      <a:gd name="connsiteY11" fmla="*/ -1136 h 94328"/>
                      <a:gd name="connsiteX12" fmla="*/ -1969 w 59843"/>
                      <a:gd name="connsiteY12" fmla="*/ 1838 h 94328"/>
                      <a:gd name="connsiteX13" fmla="*/ -1969 w 59843"/>
                      <a:gd name="connsiteY13" fmla="*/ 14430 h 94328"/>
                      <a:gd name="connsiteX14" fmla="*/ 9548 w 59843"/>
                      <a:gd name="connsiteY14" fmla="*/ 9909 h 94328"/>
                      <a:gd name="connsiteX15" fmla="*/ 22115 w 59843"/>
                      <a:gd name="connsiteY15" fmla="*/ 8421 h 94328"/>
                      <a:gd name="connsiteX16" fmla="*/ 39083 w 59843"/>
                      <a:gd name="connsiteY16" fmla="*/ 14053 h 94328"/>
                      <a:gd name="connsiteX17" fmla="*/ 45347 w 59843"/>
                      <a:gd name="connsiteY17" fmla="*/ 29361 h 94328"/>
                      <a:gd name="connsiteX18" fmla="*/ 39083 w 59843"/>
                      <a:gd name="connsiteY18" fmla="*/ 44650 h 94328"/>
                      <a:gd name="connsiteX19" fmla="*/ 22115 w 59843"/>
                      <a:gd name="connsiteY19" fmla="*/ 50301 h 94328"/>
                      <a:gd name="connsiteX20" fmla="*/ 12105 w 59843"/>
                      <a:gd name="connsiteY20" fmla="*/ 49191 h 94328"/>
                      <a:gd name="connsiteX21" fmla="*/ 1936 w 59843"/>
                      <a:gd name="connsiteY21" fmla="*/ 45720 h 94328"/>
                      <a:gd name="connsiteX22" fmla="*/ 1936 w 59843"/>
                      <a:gd name="connsiteY22" fmla="*/ 9220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01"/>
                        </a:moveTo>
                        <a:lnTo>
                          <a:pt x="51056" y="92201"/>
                        </a:lnTo>
                        <a:lnTo>
                          <a:pt x="51056" y="81651"/>
                        </a:lnTo>
                        <a:lnTo>
                          <a:pt x="13393" y="81651"/>
                        </a:lnTo>
                        <a:lnTo>
                          <a:pt x="13393" y="58986"/>
                        </a:lnTo>
                        <a:cubicBezTo>
                          <a:pt x="15204" y="59608"/>
                          <a:pt x="17014" y="60070"/>
                          <a:pt x="18825" y="60374"/>
                        </a:cubicBezTo>
                        <a:cubicBezTo>
                          <a:pt x="20648" y="60678"/>
                          <a:pt x="22472" y="60830"/>
                          <a:pt x="24296" y="60830"/>
                        </a:cubicBezTo>
                        <a:cubicBezTo>
                          <a:pt x="34616" y="60830"/>
                          <a:pt x="42790" y="58001"/>
                          <a:pt x="48816" y="52343"/>
                        </a:cubicBezTo>
                        <a:cubicBezTo>
                          <a:pt x="54855" y="46685"/>
                          <a:pt x="57874" y="39025"/>
                          <a:pt x="57874" y="29361"/>
                        </a:cubicBezTo>
                        <a:cubicBezTo>
                          <a:pt x="57874" y="19407"/>
                          <a:pt x="54776" y="11667"/>
                          <a:pt x="48578" y="6141"/>
                        </a:cubicBezTo>
                        <a:cubicBezTo>
                          <a:pt x="42380" y="628"/>
                          <a:pt x="33645" y="-2128"/>
                          <a:pt x="22373" y="-2128"/>
                        </a:cubicBezTo>
                        <a:cubicBezTo>
                          <a:pt x="18488" y="-2128"/>
                          <a:pt x="14530" y="-1797"/>
                          <a:pt x="10499" y="-1136"/>
                        </a:cubicBezTo>
                        <a:cubicBezTo>
                          <a:pt x="6482" y="-475"/>
                          <a:pt x="2326" y="516"/>
                          <a:pt x="-1969" y="1838"/>
                        </a:cubicBezTo>
                        <a:lnTo>
                          <a:pt x="-1969" y="14430"/>
                        </a:lnTo>
                        <a:cubicBezTo>
                          <a:pt x="1745" y="12407"/>
                          <a:pt x="5583" y="10900"/>
                          <a:pt x="9548" y="9909"/>
                        </a:cubicBezTo>
                        <a:cubicBezTo>
                          <a:pt x="13512" y="8917"/>
                          <a:pt x="17701" y="8421"/>
                          <a:pt x="22115" y="8421"/>
                        </a:cubicBezTo>
                        <a:cubicBezTo>
                          <a:pt x="29264" y="8421"/>
                          <a:pt x="34920" y="10298"/>
                          <a:pt x="39083" y="14053"/>
                        </a:cubicBezTo>
                        <a:cubicBezTo>
                          <a:pt x="43259" y="17807"/>
                          <a:pt x="45347" y="22910"/>
                          <a:pt x="45347" y="29361"/>
                        </a:cubicBezTo>
                        <a:cubicBezTo>
                          <a:pt x="45347" y="35799"/>
                          <a:pt x="43259" y="40895"/>
                          <a:pt x="39083" y="44650"/>
                        </a:cubicBezTo>
                        <a:cubicBezTo>
                          <a:pt x="34920" y="48417"/>
                          <a:pt x="29264" y="50301"/>
                          <a:pt x="22115" y="50301"/>
                        </a:cubicBezTo>
                        <a:cubicBezTo>
                          <a:pt x="18772" y="50301"/>
                          <a:pt x="15435" y="49931"/>
                          <a:pt x="12105" y="49191"/>
                        </a:cubicBezTo>
                        <a:cubicBezTo>
                          <a:pt x="8788" y="48450"/>
                          <a:pt x="5398" y="47294"/>
                          <a:pt x="1936" y="45720"/>
                        </a:cubicBezTo>
                        <a:lnTo>
                          <a:pt x="1936" y="922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5" name="Freeform: Shape 194">
                    <a:extLst>
                      <a:ext uri="{FF2B5EF4-FFF2-40B4-BE49-F238E27FC236}">
                        <a16:creationId xmlns:a16="http://schemas.microsoft.com/office/drawing/2014/main" id="{74E4B4FD-9E83-CE09-346E-BF2CD9AC4852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173" y="3209548"/>
                    <a:ext cx="63867" cy="95994"/>
                  </a:xfrm>
                  <a:custGeom>
                    <a:avLst/>
                    <a:gdLst>
                      <a:gd name="connsiteX0" fmla="*/ 31007 w 63867"/>
                      <a:gd name="connsiteY0" fmla="*/ 50874 h 95994"/>
                      <a:gd name="connsiteX1" fmla="*/ 17647 w 63867"/>
                      <a:gd name="connsiteY1" fmla="*/ 45103 h 95994"/>
                      <a:gd name="connsiteX2" fmla="*/ 12731 w 63867"/>
                      <a:gd name="connsiteY2" fmla="*/ 29319 h 95994"/>
                      <a:gd name="connsiteX3" fmla="*/ 17647 w 63867"/>
                      <a:gd name="connsiteY3" fmla="*/ 13535 h 95994"/>
                      <a:gd name="connsiteX4" fmla="*/ 31007 w 63867"/>
                      <a:gd name="connsiteY4" fmla="*/ 7745 h 95994"/>
                      <a:gd name="connsiteX5" fmla="*/ 44347 w 63867"/>
                      <a:gd name="connsiteY5" fmla="*/ 13535 h 95994"/>
                      <a:gd name="connsiteX6" fmla="*/ 49263 w 63867"/>
                      <a:gd name="connsiteY6" fmla="*/ 29319 h 95994"/>
                      <a:gd name="connsiteX7" fmla="*/ 44347 w 63867"/>
                      <a:gd name="connsiteY7" fmla="*/ 45103 h 95994"/>
                      <a:gd name="connsiteX8" fmla="*/ 31007 w 63867"/>
                      <a:gd name="connsiteY8" fmla="*/ 50874 h 95994"/>
                      <a:gd name="connsiteX9" fmla="*/ 55844 w 63867"/>
                      <a:gd name="connsiteY9" fmla="*/ 90116 h 95994"/>
                      <a:gd name="connsiteX10" fmla="*/ 55844 w 63867"/>
                      <a:gd name="connsiteY10" fmla="*/ 78714 h 95994"/>
                      <a:gd name="connsiteX11" fmla="*/ 46330 w 63867"/>
                      <a:gd name="connsiteY11" fmla="*/ 82105 h 95994"/>
                      <a:gd name="connsiteX12" fmla="*/ 36815 w 63867"/>
                      <a:gd name="connsiteY12" fmla="*/ 83295 h 95994"/>
                      <a:gd name="connsiteX13" fmla="*/ 17885 w 63867"/>
                      <a:gd name="connsiteY13" fmla="*/ 74927 h 95994"/>
                      <a:gd name="connsiteX14" fmla="*/ 10431 w 63867"/>
                      <a:gd name="connsiteY14" fmla="*/ 49644 h 95994"/>
                      <a:gd name="connsiteX15" fmla="*/ 19589 w 63867"/>
                      <a:gd name="connsiteY15" fmla="*/ 57913 h 95994"/>
                      <a:gd name="connsiteX16" fmla="*/ 31740 w 63867"/>
                      <a:gd name="connsiteY16" fmla="*/ 60788 h 95994"/>
                      <a:gd name="connsiteX17" fmla="*/ 53763 w 63867"/>
                      <a:gd name="connsiteY17" fmla="*/ 52321 h 95994"/>
                      <a:gd name="connsiteX18" fmla="*/ 61850 w 63867"/>
                      <a:gd name="connsiteY18" fmla="*/ 29319 h 95994"/>
                      <a:gd name="connsiteX19" fmla="*/ 53426 w 63867"/>
                      <a:gd name="connsiteY19" fmla="*/ 6436 h 95994"/>
                      <a:gd name="connsiteX20" fmla="*/ 31007 w 63867"/>
                      <a:gd name="connsiteY20" fmla="*/ -2170 h 95994"/>
                      <a:gd name="connsiteX21" fmla="*/ 6467 w 63867"/>
                      <a:gd name="connsiteY21" fmla="*/ 10124 h 95994"/>
                      <a:gd name="connsiteX22" fmla="*/ -2017 w 63867"/>
                      <a:gd name="connsiteY22" fmla="*/ 45797 h 95994"/>
                      <a:gd name="connsiteX23" fmla="*/ 8390 w 63867"/>
                      <a:gd name="connsiteY23" fmla="*/ 80776 h 95994"/>
                      <a:gd name="connsiteX24" fmla="*/ 36319 w 63867"/>
                      <a:gd name="connsiteY24" fmla="*/ 93824 h 95994"/>
                      <a:gd name="connsiteX25" fmla="*/ 45834 w 63867"/>
                      <a:gd name="connsiteY25" fmla="*/ 92892 h 95994"/>
                      <a:gd name="connsiteX26" fmla="*/ 55844 w 63867"/>
                      <a:gd name="connsiteY26" fmla="*/ 9011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007" y="50874"/>
                        </a:moveTo>
                        <a:cubicBezTo>
                          <a:pt x="25391" y="50874"/>
                          <a:pt x="20937" y="48950"/>
                          <a:pt x="17647" y="45103"/>
                        </a:cubicBezTo>
                        <a:cubicBezTo>
                          <a:pt x="14369" y="41270"/>
                          <a:pt x="12731" y="36008"/>
                          <a:pt x="12731" y="29319"/>
                        </a:cubicBezTo>
                        <a:cubicBezTo>
                          <a:pt x="12731" y="22670"/>
                          <a:pt x="14369" y="17408"/>
                          <a:pt x="17647" y="13535"/>
                        </a:cubicBezTo>
                        <a:cubicBezTo>
                          <a:pt x="20937" y="9675"/>
                          <a:pt x="25391" y="7745"/>
                          <a:pt x="31007" y="7745"/>
                        </a:cubicBezTo>
                        <a:cubicBezTo>
                          <a:pt x="36623" y="7745"/>
                          <a:pt x="41070" y="9675"/>
                          <a:pt x="44347" y="13535"/>
                        </a:cubicBezTo>
                        <a:cubicBezTo>
                          <a:pt x="47625" y="17408"/>
                          <a:pt x="49263" y="22670"/>
                          <a:pt x="49263" y="29319"/>
                        </a:cubicBezTo>
                        <a:cubicBezTo>
                          <a:pt x="49263" y="36008"/>
                          <a:pt x="47625" y="41270"/>
                          <a:pt x="44347" y="45103"/>
                        </a:cubicBezTo>
                        <a:cubicBezTo>
                          <a:pt x="41070" y="48950"/>
                          <a:pt x="36623" y="50874"/>
                          <a:pt x="31007" y="50874"/>
                        </a:cubicBezTo>
                        <a:close/>
                        <a:moveTo>
                          <a:pt x="55844" y="90116"/>
                        </a:moveTo>
                        <a:lnTo>
                          <a:pt x="55844" y="78714"/>
                        </a:lnTo>
                        <a:cubicBezTo>
                          <a:pt x="52699" y="80195"/>
                          <a:pt x="49527" y="81325"/>
                          <a:pt x="46330" y="82105"/>
                        </a:cubicBezTo>
                        <a:cubicBezTo>
                          <a:pt x="43132" y="82898"/>
                          <a:pt x="39960" y="83295"/>
                          <a:pt x="36815" y="83295"/>
                        </a:cubicBezTo>
                        <a:cubicBezTo>
                          <a:pt x="28556" y="83295"/>
                          <a:pt x="22245" y="80505"/>
                          <a:pt x="17885" y="74927"/>
                        </a:cubicBezTo>
                        <a:cubicBezTo>
                          <a:pt x="13537" y="69348"/>
                          <a:pt x="11053" y="60921"/>
                          <a:pt x="10431" y="49644"/>
                        </a:cubicBezTo>
                        <a:cubicBezTo>
                          <a:pt x="12863" y="53240"/>
                          <a:pt x="15916" y="55996"/>
                          <a:pt x="19589" y="57913"/>
                        </a:cubicBezTo>
                        <a:cubicBezTo>
                          <a:pt x="23276" y="59830"/>
                          <a:pt x="27327" y="60788"/>
                          <a:pt x="31740" y="60788"/>
                        </a:cubicBezTo>
                        <a:cubicBezTo>
                          <a:pt x="41030" y="60788"/>
                          <a:pt x="48371" y="57966"/>
                          <a:pt x="53763" y="52321"/>
                        </a:cubicBezTo>
                        <a:cubicBezTo>
                          <a:pt x="59154" y="46690"/>
                          <a:pt x="61850" y="39022"/>
                          <a:pt x="61850" y="29319"/>
                        </a:cubicBezTo>
                        <a:cubicBezTo>
                          <a:pt x="61850" y="19814"/>
                          <a:pt x="59042" y="12186"/>
                          <a:pt x="53426" y="6436"/>
                        </a:cubicBezTo>
                        <a:cubicBezTo>
                          <a:pt x="47810" y="699"/>
                          <a:pt x="40337" y="-2170"/>
                          <a:pt x="31007" y="-2170"/>
                        </a:cubicBezTo>
                        <a:cubicBezTo>
                          <a:pt x="20303" y="-2170"/>
                          <a:pt x="12123" y="1928"/>
                          <a:pt x="6467" y="10124"/>
                        </a:cubicBezTo>
                        <a:cubicBezTo>
                          <a:pt x="811" y="18334"/>
                          <a:pt x="-2017" y="30225"/>
                          <a:pt x="-2017" y="45797"/>
                        </a:cubicBezTo>
                        <a:cubicBezTo>
                          <a:pt x="-2017" y="60418"/>
                          <a:pt x="1452" y="72078"/>
                          <a:pt x="8390" y="80776"/>
                        </a:cubicBezTo>
                        <a:cubicBezTo>
                          <a:pt x="15328" y="89475"/>
                          <a:pt x="24637" y="93824"/>
                          <a:pt x="36319" y="93824"/>
                        </a:cubicBezTo>
                        <a:cubicBezTo>
                          <a:pt x="39464" y="93824"/>
                          <a:pt x="42636" y="93514"/>
                          <a:pt x="45834" y="92892"/>
                        </a:cubicBezTo>
                        <a:cubicBezTo>
                          <a:pt x="49032" y="92271"/>
                          <a:pt x="52369" y="91346"/>
                          <a:pt x="55844" y="9011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6" name="Freeform: Shape 195">
                    <a:extLst>
                      <a:ext uri="{FF2B5EF4-FFF2-40B4-BE49-F238E27FC236}">
                        <a16:creationId xmlns:a16="http://schemas.microsoft.com/office/drawing/2014/main" id="{F75AFBA0-A3AE-3BB0-0FA1-CFB8C436F033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209548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09 h 95994"/>
                      <a:gd name="connsiteX1" fmla="*/ 15437 w 63926"/>
                      <a:gd name="connsiteY1" fmla="*/ 74391 h 95994"/>
                      <a:gd name="connsiteX2" fmla="*/ 10580 w 63926"/>
                      <a:gd name="connsiteY2" fmla="*/ 45797 h 95994"/>
                      <a:gd name="connsiteX3" fmla="*/ 15437 w 63926"/>
                      <a:gd name="connsiteY3" fmla="*/ 17263 h 95994"/>
                      <a:gd name="connsiteX4" fmla="*/ 29966 w 63926"/>
                      <a:gd name="connsiteY4" fmla="*/ 7745 h 95994"/>
                      <a:gd name="connsiteX5" fmla="*/ 44556 w 63926"/>
                      <a:gd name="connsiteY5" fmla="*/ 17263 h 95994"/>
                      <a:gd name="connsiteX6" fmla="*/ 49432 w 63926"/>
                      <a:gd name="connsiteY6" fmla="*/ 45797 h 95994"/>
                      <a:gd name="connsiteX7" fmla="*/ 44556 w 63926"/>
                      <a:gd name="connsiteY7" fmla="*/ 74391 h 95994"/>
                      <a:gd name="connsiteX8" fmla="*/ 29966 w 63926"/>
                      <a:gd name="connsiteY8" fmla="*/ 83909 h 95994"/>
                      <a:gd name="connsiteX9" fmla="*/ 29966 w 63926"/>
                      <a:gd name="connsiteY9" fmla="*/ 93824 h 95994"/>
                      <a:gd name="connsiteX10" fmla="*/ 53733 w 63926"/>
                      <a:gd name="connsiteY10" fmla="*/ 81510 h 95994"/>
                      <a:gd name="connsiteX11" fmla="*/ 61940 w 63926"/>
                      <a:gd name="connsiteY11" fmla="*/ 45797 h 95994"/>
                      <a:gd name="connsiteX12" fmla="*/ 53733 w 63926"/>
                      <a:gd name="connsiteY12" fmla="*/ 10124 h 95994"/>
                      <a:gd name="connsiteX13" fmla="*/ 29966 w 63926"/>
                      <a:gd name="connsiteY13" fmla="*/ -2170 h 95994"/>
                      <a:gd name="connsiteX14" fmla="*/ 6219 w 63926"/>
                      <a:gd name="connsiteY14" fmla="*/ 10124 h 95994"/>
                      <a:gd name="connsiteX15" fmla="*/ -1987 w 63926"/>
                      <a:gd name="connsiteY15" fmla="*/ 45797 h 95994"/>
                      <a:gd name="connsiteX16" fmla="*/ 6219 w 63926"/>
                      <a:gd name="connsiteY16" fmla="*/ 81510 h 95994"/>
                      <a:gd name="connsiteX17" fmla="*/ 29966 w 63926"/>
                      <a:gd name="connsiteY17" fmla="*/ 9382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09"/>
                        </a:moveTo>
                        <a:cubicBezTo>
                          <a:pt x="23531" y="83909"/>
                          <a:pt x="18688" y="80737"/>
                          <a:pt x="15437" y="74391"/>
                        </a:cubicBezTo>
                        <a:cubicBezTo>
                          <a:pt x="12199" y="68059"/>
                          <a:pt x="10580" y="58528"/>
                          <a:pt x="10580" y="45797"/>
                        </a:cubicBezTo>
                        <a:cubicBezTo>
                          <a:pt x="10580" y="33120"/>
                          <a:pt x="12199" y="23608"/>
                          <a:pt x="15437" y="17263"/>
                        </a:cubicBezTo>
                        <a:cubicBezTo>
                          <a:pt x="18688" y="10917"/>
                          <a:pt x="23531" y="7745"/>
                          <a:pt x="29966" y="7745"/>
                        </a:cubicBezTo>
                        <a:cubicBezTo>
                          <a:pt x="36455" y="7745"/>
                          <a:pt x="41318" y="10917"/>
                          <a:pt x="44556" y="17263"/>
                        </a:cubicBezTo>
                        <a:cubicBezTo>
                          <a:pt x="47806" y="23608"/>
                          <a:pt x="49432" y="33120"/>
                          <a:pt x="49432" y="45797"/>
                        </a:cubicBezTo>
                        <a:cubicBezTo>
                          <a:pt x="49432" y="58528"/>
                          <a:pt x="47806" y="68059"/>
                          <a:pt x="44556" y="74391"/>
                        </a:cubicBezTo>
                        <a:cubicBezTo>
                          <a:pt x="41318" y="80737"/>
                          <a:pt x="36455" y="83909"/>
                          <a:pt x="29966" y="83909"/>
                        </a:cubicBezTo>
                        <a:close/>
                        <a:moveTo>
                          <a:pt x="29966" y="93824"/>
                        </a:moveTo>
                        <a:cubicBezTo>
                          <a:pt x="40340" y="93824"/>
                          <a:pt x="48262" y="89719"/>
                          <a:pt x="53733" y="81510"/>
                        </a:cubicBezTo>
                        <a:cubicBezTo>
                          <a:pt x="59204" y="73314"/>
                          <a:pt x="61940" y="61410"/>
                          <a:pt x="61940" y="45797"/>
                        </a:cubicBezTo>
                        <a:cubicBezTo>
                          <a:pt x="61940" y="30225"/>
                          <a:pt x="59204" y="18334"/>
                          <a:pt x="53733" y="10124"/>
                        </a:cubicBezTo>
                        <a:cubicBezTo>
                          <a:pt x="48262" y="1928"/>
                          <a:pt x="40340" y="-2170"/>
                          <a:pt x="29966" y="-2170"/>
                        </a:cubicBezTo>
                        <a:cubicBezTo>
                          <a:pt x="19606" y="-2170"/>
                          <a:pt x="11690" y="1928"/>
                          <a:pt x="6219" y="10124"/>
                        </a:cubicBezTo>
                        <a:cubicBezTo>
                          <a:pt x="748" y="18334"/>
                          <a:pt x="-1987" y="30225"/>
                          <a:pt x="-1987" y="45797"/>
                        </a:cubicBezTo>
                        <a:cubicBezTo>
                          <a:pt x="-1987" y="61410"/>
                          <a:pt x="748" y="73314"/>
                          <a:pt x="6219" y="81510"/>
                        </a:cubicBezTo>
                        <a:cubicBezTo>
                          <a:pt x="11690" y="89719"/>
                          <a:pt x="19606" y="93824"/>
                          <a:pt x="29966" y="9382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97" name="Graphic 110">
                <a:extLst>
                  <a:ext uri="{FF2B5EF4-FFF2-40B4-BE49-F238E27FC236}">
                    <a16:creationId xmlns:a16="http://schemas.microsoft.com/office/drawing/2014/main" id="{85271248-B8B3-AB87-EEA2-4D4B4D079393}"/>
                  </a:ext>
                </a:extLst>
              </p:cNvPr>
              <p:cNvGrpSpPr/>
              <p:nvPr/>
            </p:nvGrpSpPr>
            <p:grpSpPr>
              <a:xfrm>
                <a:off x="3581391" y="2777560"/>
                <a:ext cx="321159" cy="95994"/>
                <a:chOff x="3581391" y="2777560"/>
                <a:chExt cx="321159" cy="95994"/>
              </a:xfrm>
              <a:solidFill>
                <a:srgbClr val="000000"/>
              </a:solidFill>
            </p:grpSpPr>
            <p:sp>
              <p:nvSpPr>
                <p:cNvPr id="198" name="Freeform: Shape 197">
                  <a:extLst>
                    <a:ext uri="{FF2B5EF4-FFF2-40B4-BE49-F238E27FC236}">
                      <a16:creationId xmlns:a16="http://schemas.microsoft.com/office/drawing/2014/main" id="{B3B74856-63BF-0709-0902-474D39623522}"/>
                    </a:ext>
                  </a:extLst>
                </p:cNvPr>
                <p:cNvSpPr/>
                <p:nvPr/>
              </p:nvSpPr>
              <p:spPr>
                <a:xfrm>
                  <a:off x="3858149" y="2823534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25 h 12690"/>
                    <a:gd name="connsiteX1" fmla="*/ 58 w 44401"/>
                    <a:gd name="connsiteY1" fmla="*/ 12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25"/>
                      </a:moveTo>
                      <a:lnTo>
                        <a:pt x="58" y="1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99" name="Graphic 110">
                  <a:extLst>
                    <a:ext uri="{FF2B5EF4-FFF2-40B4-BE49-F238E27FC236}">
                      <a16:creationId xmlns:a16="http://schemas.microsoft.com/office/drawing/2014/main" id="{09963C84-2E6A-ECBF-6362-17D5C3D292E2}"/>
                    </a:ext>
                  </a:extLst>
                </p:cNvPr>
                <p:cNvGrpSpPr/>
                <p:nvPr/>
              </p:nvGrpSpPr>
              <p:grpSpPr>
                <a:xfrm>
                  <a:off x="3581391" y="2777560"/>
                  <a:ext cx="223926" cy="95994"/>
                  <a:chOff x="3581391" y="2777560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00" name="Freeform: Shape 199">
                    <a:extLst>
                      <a:ext uri="{FF2B5EF4-FFF2-40B4-BE49-F238E27FC236}">
                        <a16:creationId xmlns:a16="http://schemas.microsoft.com/office/drawing/2014/main" id="{F9EB6E2E-95C9-0F55-573E-513CBBA773C4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779226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67 h 94328"/>
                      <a:gd name="connsiteX1" fmla="*/ 51056 w 59843"/>
                      <a:gd name="connsiteY1" fmla="*/ 92167 h 94328"/>
                      <a:gd name="connsiteX2" fmla="*/ 51056 w 59843"/>
                      <a:gd name="connsiteY2" fmla="*/ 81617 h 94328"/>
                      <a:gd name="connsiteX3" fmla="*/ 13393 w 59843"/>
                      <a:gd name="connsiteY3" fmla="*/ 81617 h 94328"/>
                      <a:gd name="connsiteX4" fmla="*/ 13393 w 59843"/>
                      <a:gd name="connsiteY4" fmla="*/ 58952 h 94328"/>
                      <a:gd name="connsiteX5" fmla="*/ 18825 w 59843"/>
                      <a:gd name="connsiteY5" fmla="*/ 60340 h 94328"/>
                      <a:gd name="connsiteX6" fmla="*/ 24296 w 59843"/>
                      <a:gd name="connsiteY6" fmla="*/ 60796 h 94328"/>
                      <a:gd name="connsiteX7" fmla="*/ 48816 w 59843"/>
                      <a:gd name="connsiteY7" fmla="*/ 52309 h 94328"/>
                      <a:gd name="connsiteX8" fmla="*/ 57874 w 59843"/>
                      <a:gd name="connsiteY8" fmla="*/ 29327 h 94328"/>
                      <a:gd name="connsiteX9" fmla="*/ 48578 w 59843"/>
                      <a:gd name="connsiteY9" fmla="*/ 6107 h 94328"/>
                      <a:gd name="connsiteX10" fmla="*/ 22373 w 59843"/>
                      <a:gd name="connsiteY10" fmla="*/ -2162 h 94328"/>
                      <a:gd name="connsiteX11" fmla="*/ 10499 w 59843"/>
                      <a:gd name="connsiteY11" fmla="*/ -1171 h 94328"/>
                      <a:gd name="connsiteX12" fmla="*/ -1969 w 59843"/>
                      <a:gd name="connsiteY12" fmla="*/ 1804 h 94328"/>
                      <a:gd name="connsiteX13" fmla="*/ -1969 w 59843"/>
                      <a:gd name="connsiteY13" fmla="*/ 14396 h 94328"/>
                      <a:gd name="connsiteX14" fmla="*/ 9548 w 59843"/>
                      <a:gd name="connsiteY14" fmla="*/ 9874 h 94328"/>
                      <a:gd name="connsiteX15" fmla="*/ 22115 w 59843"/>
                      <a:gd name="connsiteY15" fmla="*/ 8387 h 94328"/>
                      <a:gd name="connsiteX16" fmla="*/ 39083 w 59843"/>
                      <a:gd name="connsiteY16" fmla="*/ 14019 h 94328"/>
                      <a:gd name="connsiteX17" fmla="*/ 45347 w 59843"/>
                      <a:gd name="connsiteY17" fmla="*/ 29327 h 94328"/>
                      <a:gd name="connsiteX18" fmla="*/ 39083 w 59843"/>
                      <a:gd name="connsiteY18" fmla="*/ 44616 h 94328"/>
                      <a:gd name="connsiteX19" fmla="*/ 22115 w 59843"/>
                      <a:gd name="connsiteY19" fmla="*/ 50267 h 94328"/>
                      <a:gd name="connsiteX20" fmla="*/ 12105 w 59843"/>
                      <a:gd name="connsiteY20" fmla="*/ 49157 h 94328"/>
                      <a:gd name="connsiteX21" fmla="*/ 1936 w 59843"/>
                      <a:gd name="connsiteY21" fmla="*/ 45686 h 94328"/>
                      <a:gd name="connsiteX22" fmla="*/ 1936 w 59843"/>
                      <a:gd name="connsiteY22" fmla="*/ 92167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67"/>
                        </a:moveTo>
                        <a:lnTo>
                          <a:pt x="51056" y="92167"/>
                        </a:lnTo>
                        <a:lnTo>
                          <a:pt x="51056" y="81617"/>
                        </a:lnTo>
                        <a:lnTo>
                          <a:pt x="13393" y="81617"/>
                        </a:lnTo>
                        <a:lnTo>
                          <a:pt x="13393" y="58952"/>
                        </a:lnTo>
                        <a:cubicBezTo>
                          <a:pt x="15204" y="59574"/>
                          <a:pt x="17014" y="60036"/>
                          <a:pt x="18825" y="60340"/>
                        </a:cubicBezTo>
                        <a:cubicBezTo>
                          <a:pt x="20648" y="60644"/>
                          <a:pt x="22472" y="60796"/>
                          <a:pt x="24296" y="60796"/>
                        </a:cubicBezTo>
                        <a:cubicBezTo>
                          <a:pt x="34616" y="60796"/>
                          <a:pt x="42790" y="57967"/>
                          <a:pt x="48816" y="52309"/>
                        </a:cubicBezTo>
                        <a:cubicBezTo>
                          <a:pt x="54855" y="46651"/>
                          <a:pt x="57874" y="38991"/>
                          <a:pt x="57874" y="29327"/>
                        </a:cubicBezTo>
                        <a:cubicBezTo>
                          <a:pt x="57874" y="19373"/>
                          <a:pt x="54776" y="11633"/>
                          <a:pt x="48578" y="6107"/>
                        </a:cubicBezTo>
                        <a:cubicBezTo>
                          <a:pt x="42380" y="594"/>
                          <a:pt x="33645" y="-2162"/>
                          <a:pt x="22373" y="-2162"/>
                        </a:cubicBezTo>
                        <a:cubicBezTo>
                          <a:pt x="18488" y="-2162"/>
                          <a:pt x="14530" y="-1831"/>
                          <a:pt x="10499" y="-1171"/>
                        </a:cubicBezTo>
                        <a:cubicBezTo>
                          <a:pt x="6482" y="-510"/>
                          <a:pt x="2326" y="482"/>
                          <a:pt x="-1969" y="1804"/>
                        </a:cubicBezTo>
                        <a:lnTo>
                          <a:pt x="-1969" y="14396"/>
                        </a:lnTo>
                        <a:cubicBezTo>
                          <a:pt x="1745" y="12373"/>
                          <a:pt x="5583" y="10866"/>
                          <a:pt x="9548" y="9874"/>
                        </a:cubicBezTo>
                        <a:cubicBezTo>
                          <a:pt x="13512" y="8883"/>
                          <a:pt x="17701" y="8387"/>
                          <a:pt x="22115" y="8387"/>
                        </a:cubicBezTo>
                        <a:cubicBezTo>
                          <a:pt x="29264" y="8387"/>
                          <a:pt x="34920" y="10264"/>
                          <a:pt x="39083" y="14019"/>
                        </a:cubicBezTo>
                        <a:cubicBezTo>
                          <a:pt x="43259" y="17773"/>
                          <a:pt x="45347" y="22876"/>
                          <a:pt x="45347" y="29327"/>
                        </a:cubicBezTo>
                        <a:cubicBezTo>
                          <a:pt x="45347" y="35765"/>
                          <a:pt x="43259" y="40861"/>
                          <a:pt x="39083" y="44616"/>
                        </a:cubicBezTo>
                        <a:cubicBezTo>
                          <a:pt x="34920" y="48383"/>
                          <a:pt x="29264" y="50267"/>
                          <a:pt x="22115" y="50267"/>
                        </a:cubicBezTo>
                        <a:cubicBezTo>
                          <a:pt x="18772" y="50267"/>
                          <a:pt x="15435" y="49897"/>
                          <a:pt x="12105" y="49157"/>
                        </a:cubicBezTo>
                        <a:cubicBezTo>
                          <a:pt x="8788" y="48416"/>
                          <a:pt x="5398" y="47260"/>
                          <a:pt x="1936" y="45686"/>
                        </a:cubicBezTo>
                        <a:lnTo>
                          <a:pt x="1936" y="9216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1" name="Freeform: Shape 200">
                    <a:extLst>
                      <a:ext uri="{FF2B5EF4-FFF2-40B4-BE49-F238E27FC236}">
                        <a16:creationId xmlns:a16="http://schemas.microsoft.com/office/drawing/2014/main" id="{2B6D2919-B3F8-8BAC-1133-E6C504B59EFE}"/>
                      </a:ext>
                    </a:extLst>
                  </p:cNvPr>
                  <p:cNvSpPr/>
                  <p:nvPr/>
                </p:nvSpPr>
                <p:spPr>
                  <a:xfrm flipV="1">
                    <a:off x="3662719" y="2779226"/>
                    <a:ext cx="59466" cy="92524"/>
                  </a:xfrm>
                  <a:custGeom>
                    <a:avLst/>
                    <a:gdLst>
                      <a:gd name="connsiteX0" fmla="*/ -1984 w 59466"/>
                      <a:gd name="connsiteY0" fmla="*/ 90316 h 92524"/>
                      <a:gd name="connsiteX1" fmla="*/ 57483 w 59466"/>
                      <a:gd name="connsiteY1" fmla="*/ 90316 h 92524"/>
                      <a:gd name="connsiteX2" fmla="*/ 57483 w 59466"/>
                      <a:gd name="connsiteY2" fmla="*/ 84982 h 92524"/>
                      <a:gd name="connsiteX3" fmla="*/ 23904 w 59466"/>
                      <a:gd name="connsiteY3" fmla="*/ -2208 h 92524"/>
                      <a:gd name="connsiteX4" fmla="*/ 10841 w 59466"/>
                      <a:gd name="connsiteY4" fmla="*/ -2208 h 92524"/>
                      <a:gd name="connsiteX5" fmla="*/ 42438 w 59466"/>
                      <a:gd name="connsiteY5" fmla="*/ 79767 h 92524"/>
                      <a:gd name="connsiteX6" fmla="*/ -1984 w 59466"/>
                      <a:gd name="connsiteY6" fmla="*/ 79767 h 92524"/>
                      <a:gd name="connsiteX7" fmla="*/ -1984 w 59466"/>
                      <a:gd name="connsiteY7" fmla="*/ 9031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466" h="92524">
                        <a:moveTo>
                          <a:pt x="-1984" y="90316"/>
                        </a:moveTo>
                        <a:lnTo>
                          <a:pt x="57483" y="90316"/>
                        </a:lnTo>
                        <a:lnTo>
                          <a:pt x="57483" y="84982"/>
                        </a:lnTo>
                        <a:lnTo>
                          <a:pt x="23904" y="-2208"/>
                        </a:lnTo>
                        <a:lnTo>
                          <a:pt x="10841" y="-2208"/>
                        </a:lnTo>
                        <a:lnTo>
                          <a:pt x="42438" y="79767"/>
                        </a:lnTo>
                        <a:lnTo>
                          <a:pt x="-1984" y="79767"/>
                        </a:lnTo>
                        <a:lnTo>
                          <a:pt x="-1984" y="90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2" name="Freeform: Shape 201">
                    <a:extLst>
                      <a:ext uri="{FF2B5EF4-FFF2-40B4-BE49-F238E27FC236}">
                        <a16:creationId xmlns:a16="http://schemas.microsoft.com/office/drawing/2014/main" id="{F6BAF753-9046-43B4-7CF3-F46DFFEE3A20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777560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75 h 95994"/>
                      <a:gd name="connsiteX1" fmla="*/ 15437 w 63926"/>
                      <a:gd name="connsiteY1" fmla="*/ 74357 h 95994"/>
                      <a:gd name="connsiteX2" fmla="*/ 10580 w 63926"/>
                      <a:gd name="connsiteY2" fmla="*/ 45763 h 95994"/>
                      <a:gd name="connsiteX3" fmla="*/ 15437 w 63926"/>
                      <a:gd name="connsiteY3" fmla="*/ 17229 h 95994"/>
                      <a:gd name="connsiteX4" fmla="*/ 29966 w 63926"/>
                      <a:gd name="connsiteY4" fmla="*/ 7711 h 95994"/>
                      <a:gd name="connsiteX5" fmla="*/ 44556 w 63926"/>
                      <a:gd name="connsiteY5" fmla="*/ 17229 h 95994"/>
                      <a:gd name="connsiteX6" fmla="*/ 49432 w 63926"/>
                      <a:gd name="connsiteY6" fmla="*/ 45763 h 95994"/>
                      <a:gd name="connsiteX7" fmla="*/ 44556 w 63926"/>
                      <a:gd name="connsiteY7" fmla="*/ 74357 h 95994"/>
                      <a:gd name="connsiteX8" fmla="*/ 29966 w 63926"/>
                      <a:gd name="connsiteY8" fmla="*/ 83875 h 95994"/>
                      <a:gd name="connsiteX9" fmla="*/ 29966 w 63926"/>
                      <a:gd name="connsiteY9" fmla="*/ 93790 h 95994"/>
                      <a:gd name="connsiteX10" fmla="*/ 53733 w 63926"/>
                      <a:gd name="connsiteY10" fmla="*/ 81476 h 95994"/>
                      <a:gd name="connsiteX11" fmla="*/ 61940 w 63926"/>
                      <a:gd name="connsiteY11" fmla="*/ 45763 h 95994"/>
                      <a:gd name="connsiteX12" fmla="*/ 53733 w 63926"/>
                      <a:gd name="connsiteY12" fmla="*/ 10090 h 95994"/>
                      <a:gd name="connsiteX13" fmla="*/ 29966 w 63926"/>
                      <a:gd name="connsiteY13" fmla="*/ -2204 h 95994"/>
                      <a:gd name="connsiteX14" fmla="*/ 6219 w 63926"/>
                      <a:gd name="connsiteY14" fmla="*/ 10090 h 95994"/>
                      <a:gd name="connsiteX15" fmla="*/ -1987 w 63926"/>
                      <a:gd name="connsiteY15" fmla="*/ 45763 h 95994"/>
                      <a:gd name="connsiteX16" fmla="*/ 6219 w 63926"/>
                      <a:gd name="connsiteY16" fmla="*/ 81476 h 95994"/>
                      <a:gd name="connsiteX17" fmla="*/ 29966 w 63926"/>
                      <a:gd name="connsiteY17" fmla="*/ 9379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75"/>
                        </a:moveTo>
                        <a:cubicBezTo>
                          <a:pt x="23531" y="83875"/>
                          <a:pt x="18688" y="80703"/>
                          <a:pt x="15437" y="74357"/>
                        </a:cubicBezTo>
                        <a:cubicBezTo>
                          <a:pt x="12199" y="68025"/>
                          <a:pt x="10580" y="58494"/>
                          <a:pt x="10580" y="45763"/>
                        </a:cubicBezTo>
                        <a:cubicBezTo>
                          <a:pt x="10580" y="33086"/>
                          <a:pt x="12199" y="23574"/>
                          <a:pt x="15437" y="17229"/>
                        </a:cubicBezTo>
                        <a:cubicBezTo>
                          <a:pt x="18688" y="10883"/>
                          <a:pt x="23531" y="7711"/>
                          <a:pt x="29966" y="7711"/>
                        </a:cubicBezTo>
                        <a:cubicBezTo>
                          <a:pt x="36455" y="7711"/>
                          <a:pt x="41318" y="10883"/>
                          <a:pt x="44556" y="17229"/>
                        </a:cubicBezTo>
                        <a:cubicBezTo>
                          <a:pt x="47806" y="23574"/>
                          <a:pt x="49432" y="33086"/>
                          <a:pt x="49432" y="45763"/>
                        </a:cubicBezTo>
                        <a:cubicBezTo>
                          <a:pt x="49432" y="58494"/>
                          <a:pt x="47806" y="68025"/>
                          <a:pt x="44556" y="74357"/>
                        </a:cubicBezTo>
                        <a:cubicBezTo>
                          <a:pt x="41318" y="80703"/>
                          <a:pt x="36455" y="83875"/>
                          <a:pt x="29966" y="83875"/>
                        </a:cubicBezTo>
                        <a:close/>
                        <a:moveTo>
                          <a:pt x="29966" y="93790"/>
                        </a:moveTo>
                        <a:cubicBezTo>
                          <a:pt x="40340" y="93790"/>
                          <a:pt x="48262" y="89685"/>
                          <a:pt x="53733" y="81476"/>
                        </a:cubicBezTo>
                        <a:cubicBezTo>
                          <a:pt x="59204" y="73280"/>
                          <a:pt x="61940" y="61376"/>
                          <a:pt x="61940" y="45763"/>
                        </a:cubicBezTo>
                        <a:cubicBezTo>
                          <a:pt x="61940" y="30191"/>
                          <a:pt x="59204" y="18300"/>
                          <a:pt x="53733" y="10090"/>
                        </a:cubicBezTo>
                        <a:cubicBezTo>
                          <a:pt x="48262" y="1894"/>
                          <a:pt x="40340" y="-2204"/>
                          <a:pt x="29966" y="-2204"/>
                        </a:cubicBezTo>
                        <a:cubicBezTo>
                          <a:pt x="19606" y="-2204"/>
                          <a:pt x="11690" y="1894"/>
                          <a:pt x="6219" y="10090"/>
                        </a:cubicBezTo>
                        <a:cubicBezTo>
                          <a:pt x="748" y="18300"/>
                          <a:pt x="-1987" y="30191"/>
                          <a:pt x="-1987" y="45763"/>
                        </a:cubicBezTo>
                        <a:cubicBezTo>
                          <a:pt x="-1987" y="61376"/>
                          <a:pt x="748" y="73280"/>
                          <a:pt x="6219" y="81476"/>
                        </a:cubicBezTo>
                        <a:cubicBezTo>
                          <a:pt x="11690" y="89685"/>
                          <a:pt x="19606" y="93790"/>
                          <a:pt x="29966" y="9379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03" name="Graphic 110">
                <a:extLst>
                  <a:ext uri="{FF2B5EF4-FFF2-40B4-BE49-F238E27FC236}">
                    <a16:creationId xmlns:a16="http://schemas.microsoft.com/office/drawing/2014/main" id="{A64C828C-2CB5-259F-B212-AFE68CD97095}"/>
                  </a:ext>
                </a:extLst>
              </p:cNvPr>
              <p:cNvGrpSpPr/>
              <p:nvPr/>
            </p:nvGrpSpPr>
            <p:grpSpPr>
              <a:xfrm>
                <a:off x="3581391" y="2345572"/>
                <a:ext cx="321159" cy="95994"/>
                <a:chOff x="3581391" y="2345572"/>
                <a:chExt cx="321159" cy="95994"/>
              </a:xfrm>
              <a:solidFill>
                <a:srgbClr val="000000"/>
              </a:solidFill>
            </p:grpSpPr>
            <p:sp>
              <p:nvSpPr>
                <p:cNvPr id="204" name="Freeform: Shape 203">
                  <a:extLst>
                    <a:ext uri="{FF2B5EF4-FFF2-40B4-BE49-F238E27FC236}">
                      <a16:creationId xmlns:a16="http://schemas.microsoft.com/office/drawing/2014/main" id="{EC67A604-29E7-D1C4-A66B-C128D5D9D341}"/>
                    </a:ext>
                  </a:extLst>
                </p:cNvPr>
                <p:cNvSpPr/>
                <p:nvPr/>
              </p:nvSpPr>
              <p:spPr>
                <a:xfrm>
                  <a:off x="3858149" y="2391547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91 h 12690"/>
                    <a:gd name="connsiteX1" fmla="*/ 58 w 44401"/>
                    <a:gd name="connsiteY1" fmla="*/ 91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91"/>
                      </a:moveTo>
                      <a:lnTo>
                        <a:pt x="58" y="91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05" name="Graphic 110">
                  <a:extLst>
                    <a:ext uri="{FF2B5EF4-FFF2-40B4-BE49-F238E27FC236}">
                      <a16:creationId xmlns:a16="http://schemas.microsoft.com/office/drawing/2014/main" id="{DF206B1A-52FF-F468-96FD-995B101CA0CC}"/>
                    </a:ext>
                  </a:extLst>
                </p:cNvPr>
                <p:cNvGrpSpPr/>
                <p:nvPr/>
              </p:nvGrpSpPr>
              <p:grpSpPr>
                <a:xfrm>
                  <a:off x="3581391" y="2345572"/>
                  <a:ext cx="223926" cy="95994"/>
                  <a:chOff x="3581391" y="2345572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06" name="Freeform: Shape 205">
                    <a:extLst>
                      <a:ext uri="{FF2B5EF4-FFF2-40B4-BE49-F238E27FC236}">
                        <a16:creationId xmlns:a16="http://schemas.microsoft.com/office/drawing/2014/main" id="{E473C387-EA14-8FB2-02EA-F7D7A52FA7E3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347238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32 h 94328"/>
                      <a:gd name="connsiteX1" fmla="*/ 51056 w 59843"/>
                      <a:gd name="connsiteY1" fmla="*/ 92132 h 94328"/>
                      <a:gd name="connsiteX2" fmla="*/ 51056 w 59843"/>
                      <a:gd name="connsiteY2" fmla="*/ 81583 h 94328"/>
                      <a:gd name="connsiteX3" fmla="*/ 13393 w 59843"/>
                      <a:gd name="connsiteY3" fmla="*/ 81583 h 94328"/>
                      <a:gd name="connsiteX4" fmla="*/ 13393 w 59843"/>
                      <a:gd name="connsiteY4" fmla="*/ 58918 h 94328"/>
                      <a:gd name="connsiteX5" fmla="*/ 18825 w 59843"/>
                      <a:gd name="connsiteY5" fmla="*/ 60306 h 94328"/>
                      <a:gd name="connsiteX6" fmla="*/ 24296 w 59843"/>
                      <a:gd name="connsiteY6" fmla="*/ 60762 h 94328"/>
                      <a:gd name="connsiteX7" fmla="*/ 48816 w 59843"/>
                      <a:gd name="connsiteY7" fmla="*/ 52275 h 94328"/>
                      <a:gd name="connsiteX8" fmla="*/ 57874 w 59843"/>
                      <a:gd name="connsiteY8" fmla="*/ 29293 h 94328"/>
                      <a:gd name="connsiteX9" fmla="*/ 48578 w 59843"/>
                      <a:gd name="connsiteY9" fmla="*/ 6073 h 94328"/>
                      <a:gd name="connsiteX10" fmla="*/ 22373 w 59843"/>
                      <a:gd name="connsiteY10" fmla="*/ -2196 h 94328"/>
                      <a:gd name="connsiteX11" fmla="*/ 10499 w 59843"/>
                      <a:gd name="connsiteY11" fmla="*/ -1205 h 94328"/>
                      <a:gd name="connsiteX12" fmla="*/ -1969 w 59843"/>
                      <a:gd name="connsiteY12" fmla="*/ 1770 h 94328"/>
                      <a:gd name="connsiteX13" fmla="*/ -1969 w 59843"/>
                      <a:gd name="connsiteY13" fmla="*/ 14362 h 94328"/>
                      <a:gd name="connsiteX14" fmla="*/ 9548 w 59843"/>
                      <a:gd name="connsiteY14" fmla="*/ 9840 h 94328"/>
                      <a:gd name="connsiteX15" fmla="*/ 22115 w 59843"/>
                      <a:gd name="connsiteY15" fmla="*/ 8353 h 94328"/>
                      <a:gd name="connsiteX16" fmla="*/ 39083 w 59843"/>
                      <a:gd name="connsiteY16" fmla="*/ 13985 h 94328"/>
                      <a:gd name="connsiteX17" fmla="*/ 45347 w 59843"/>
                      <a:gd name="connsiteY17" fmla="*/ 29293 h 94328"/>
                      <a:gd name="connsiteX18" fmla="*/ 39083 w 59843"/>
                      <a:gd name="connsiteY18" fmla="*/ 44582 h 94328"/>
                      <a:gd name="connsiteX19" fmla="*/ 22115 w 59843"/>
                      <a:gd name="connsiteY19" fmla="*/ 50233 h 94328"/>
                      <a:gd name="connsiteX20" fmla="*/ 12105 w 59843"/>
                      <a:gd name="connsiteY20" fmla="*/ 49122 h 94328"/>
                      <a:gd name="connsiteX21" fmla="*/ 1936 w 59843"/>
                      <a:gd name="connsiteY21" fmla="*/ 45652 h 94328"/>
                      <a:gd name="connsiteX22" fmla="*/ 1936 w 59843"/>
                      <a:gd name="connsiteY22" fmla="*/ 92132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32"/>
                        </a:moveTo>
                        <a:lnTo>
                          <a:pt x="51056" y="92132"/>
                        </a:lnTo>
                        <a:lnTo>
                          <a:pt x="51056" y="81583"/>
                        </a:lnTo>
                        <a:lnTo>
                          <a:pt x="13393" y="81583"/>
                        </a:lnTo>
                        <a:lnTo>
                          <a:pt x="13393" y="58918"/>
                        </a:lnTo>
                        <a:cubicBezTo>
                          <a:pt x="15204" y="59540"/>
                          <a:pt x="17014" y="60002"/>
                          <a:pt x="18825" y="60306"/>
                        </a:cubicBezTo>
                        <a:cubicBezTo>
                          <a:pt x="20648" y="60610"/>
                          <a:pt x="22472" y="60762"/>
                          <a:pt x="24296" y="60762"/>
                        </a:cubicBezTo>
                        <a:cubicBezTo>
                          <a:pt x="34616" y="60762"/>
                          <a:pt x="42790" y="57933"/>
                          <a:pt x="48816" y="52275"/>
                        </a:cubicBezTo>
                        <a:cubicBezTo>
                          <a:pt x="54855" y="46617"/>
                          <a:pt x="57874" y="38957"/>
                          <a:pt x="57874" y="29293"/>
                        </a:cubicBezTo>
                        <a:cubicBezTo>
                          <a:pt x="57874" y="19339"/>
                          <a:pt x="54776" y="11599"/>
                          <a:pt x="48578" y="6073"/>
                        </a:cubicBezTo>
                        <a:cubicBezTo>
                          <a:pt x="42380" y="560"/>
                          <a:pt x="33645" y="-2196"/>
                          <a:pt x="22373" y="-2196"/>
                        </a:cubicBezTo>
                        <a:cubicBezTo>
                          <a:pt x="18488" y="-2196"/>
                          <a:pt x="14530" y="-1866"/>
                          <a:pt x="10499" y="-1205"/>
                        </a:cubicBezTo>
                        <a:cubicBezTo>
                          <a:pt x="6482" y="-544"/>
                          <a:pt x="2326" y="448"/>
                          <a:pt x="-1969" y="1770"/>
                        </a:cubicBezTo>
                        <a:lnTo>
                          <a:pt x="-1969" y="14362"/>
                        </a:lnTo>
                        <a:cubicBezTo>
                          <a:pt x="1745" y="12339"/>
                          <a:pt x="5583" y="10832"/>
                          <a:pt x="9548" y="9840"/>
                        </a:cubicBezTo>
                        <a:cubicBezTo>
                          <a:pt x="13512" y="8849"/>
                          <a:pt x="17701" y="8353"/>
                          <a:pt x="22115" y="8353"/>
                        </a:cubicBezTo>
                        <a:cubicBezTo>
                          <a:pt x="29264" y="8353"/>
                          <a:pt x="34920" y="10230"/>
                          <a:pt x="39083" y="13985"/>
                        </a:cubicBezTo>
                        <a:cubicBezTo>
                          <a:pt x="43259" y="17739"/>
                          <a:pt x="45347" y="22842"/>
                          <a:pt x="45347" y="29293"/>
                        </a:cubicBezTo>
                        <a:cubicBezTo>
                          <a:pt x="45347" y="35731"/>
                          <a:pt x="43259" y="40827"/>
                          <a:pt x="39083" y="44582"/>
                        </a:cubicBezTo>
                        <a:cubicBezTo>
                          <a:pt x="34920" y="48349"/>
                          <a:pt x="29264" y="50233"/>
                          <a:pt x="22115" y="50233"/>
                        </a:cubicBezTo>
                        <a:cubicBezTo>
                          <a:pt x="18772" y="50233"/>
                          <a:pt x="15435" y="49863"/>
                          <a:pt x="12105" y="49122"/>
                        </a:cubicBezTo>
                        <a:cubicBezTo>
                          <a:pt x="8788" y="48382"/>
                          <a:pt x="5398" y="47225"/>
                          <a:pt x="1936" y="45652"/>
                        </a:cubicBezTo>
                        <a:lnTo>
                          <a:pt x="1936" y="9213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7" name="Freeform: Shape 206">
                    <a:extLst>
                      <a:ext uri="{FF2B5EF4-FFF2-40B4-BE49-F238E27FC236}">
                        <a16:creationId xmlns:a16="http://schemas.microsoft.com/office/drawing/2014/main" id="{07623BBD-7F46-73A8-C581-D3E24223E10E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916" y="2345572"/>
                    <a:ext cx="63431" cy="95994"/>
                  </a:xfrm>
                  <a:custGeom>
                    <a:avLst/>
                    <a:gdLst>
                      <a:gd name="connsiteX0" fmla="*/ 29723 w 63431"/>
                      <a:gd name="connsiteY0" fmla="*/ 43508 h 95994"/>
                      <a:gd name="connsiteX1" fmla="*/ 15688 w 63431"/>
                      <a:gd name="connsiteY1" fmla="*/ 38729 h 95994"/>
                      <a:gd name="connsiteX2" fmla="*/ 10594 w 63431"/>
                      <a:gd name="connsiteY2" fmla="*/ 25602 h 95994"/>
                      <a:gd name="connsiteX3" fmla="*/ 15688 w 63431"/>
                      <a:gd name="connsiteY3" fmla="*/ 12456 h 95994"/>
                      <a:gd name="connsiteX4" fmla="*/ 29723 w 63431"/>
                      <a:gd name="connsiteY4" fmla="*/ 7677 h 95994"/>
                      <a:gd name="connsiteX5" fmla="*/ 43777 w 63431"/>
                      <a:gd name="connsiteY5" fmla="*/ 12475 h 95994"/>
                      <a:gd name="connsiteX6" fmla="*/ 48930 w 63431"/>
                      <a:gd name="connsiteY6" fmla="*/ 25602 h 95994"/>
                      <a:gd name="connsiteX7" fmla="*/ 43816 w 63431"/>
                      <a:gd name="connsiteY7" fmla="*/ 38729 h 95994"/>
                      <a:gd name="connsiteX8" fmla="*/ 29723 w 63431"/>
                      <a:gd name="connsiteY8" fmla="*/ 43508 h 95994"/>
                      <a:gd name="connsiteX9" fmla="*/ 17215 w 63431"/>
                      <a:gd name="connsiteY9" fmla="*/ 48823 h 95994"/>
                      <a:gd name="connsiteX10" fmla="*/ 4667 w 63431"/>
                      <a:gd name="connsiteY10" fmla="*/ 56318 h 95994"/>
                      <a:gd name="connsiteX11" fmla="*/ 187 w 63431"/>
                      <a:gd name="connsiteY11" fmla="*/ 69782 h 95994"/>
                      <a:gd name="connsiteX12" fmla="*/ 8077 w 63431"/>
                      <a:gd name="connsiteY12" fmla="*/ 87312 h 95994"/>
                      <a:gd name="connsiteX13" fmla="*/ 29723 w 63431"/>
                      <a:gd name="connsiteY13" fmla="*/ 93756 h 95994"/>
                      <a:gd name="connsiteX14" fmla="*/ 51408 w 63431"/>
                      <a:gd name="connsiteY14" fmla="*/ 87312 h 95994"/>
                      <a:gd name="connsiteX15" fmla="*/ 59278 w 63431"/>
                      <a:gd name="connsiteY15" fmla="*/ 69782 h 95994"/>
                      <a:gd name="connsiteX16" fmla="*/ 54778 w 63431"/>
                      <a:gd name="connsiteY16" fmla="*/ 56318 h 95994"/>
                      <a:gd name="connsiteX17" fmla="*/ 42310 w 63431"/>
                      <a:gd name="connsiteY17" fmla="*/ 48823 h 95994"/>
                      <a:gd name="connsiteX18" fmla="*/ 56384 w 63431"/>
                      <a:gd name="connsiteY18" fmla="*/ 40574 h 95994"/>
                      <a:gd name="connsiteX19" fmla="*/ 61438 w 63431"/>
                      <a:gd name="connsiteY19" fmla="*/ 25602 h 95994"/>
                      <a:gd name="connsiteX20" fmla="*/ 53232 w 63431"/>
                      <a:gd name="connsiteY20" fmla="*/ 4940 h 95994"/>
                      <a:gd name="connsiteX21" fmla="*/ 29723 w 63431"/>
                      <a:gd name="connsiteY21" fmla="*/ -2238 h 95994"/>
                      <a:gd name="connsiteX22" fmla="*/ 6213 w 63431"/>
                      <a:gd name="connsiteY22" fmla="*/ 4940 h 95994"/>
                      <a:gd name="connsiteX23" fmla="*/ -1993 w 63431"/>
                      <a:gd name="connsiteY23" fmla="*/ 25602 h 95994"/>
                      <a:gd name="connsiteX24" fmla="*/ 3082 w 63431"/>
                      <a:gd name="connsiteY24" fmla="*/ 40574 h 95994"/>
                      <a:gd name="connsiteX25" fmla="*/ 17215 w 63431"/>
                      <a:gd name="connsiteY25" fmla="*/ 48823 h 95994"/>
                      <a:gd name="connsiteX26" fmla="*/ 12636 w 63431"/>
                      <a:gd name="connsiteY26" fmla="*/ 68593 h 95994"/>
                      <a:gd name="connsiteX27" fmla="*/ 17116 w 63431"/>
                      <a:gd name="connsiteY27" fmla="*/ 57389 h 95994"/>
                      <a:gd name="connsiteX28" fmla="*/ 29723 w 63431"/>
                      <a:gd name="connsiteY28" fmla="*/ 53364 h 95994"/>
                      <a:gd name="connsiteX29" fmla="*/ 42330 w 63431"/>
                      <a:gd name="connsiteY29" fmla="*/ 57389 h 95994"/>
                      <a:gd name="connsiteX30" fmla="*/ 46889 w 63431"/>
                      <a:gd name="connsiteY30" fmla="*/ 68593 h 95994"/>
                      <a:gd name="connsiteX31" fmla="*/ 42330 w 63431"/>
                      <a:gd name="connsiteY31" fmla="*/ 79816 h 95994"/>
                      <a:gd name="connsiteX32" fmla="*/ 29723 w 63431"/>
                      <a:gd name="connsiteY32" fmla="*/ 83841 h 95994"/>
                      <a:gd name="connsiteX33" fmla="*/ 17116 w 63431"/>
                      <a:gd name="connsiteY33" fmla="*/ 79816 h 95994"/>
                      <a:gd name="connsiteX34" fmla="*/ 12636 w 63431"/>
                      <a:gd name="connsiteY34" fmla="*/ 6859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29723" y="43508"/>
                        </a:moveTo>
                        <a:cubicBezTo>
                          <a:pt x="23776" y="43508"/>
                          <a:pt x="19098" y="41915"/>
                          <a:pt x="15688" y="38729"/>
                        </a:cubicBezTo>
                        <a:cubicBezTo>
                          <a:pt x="12292" y="35544"/>
                          <a:pt x="10594" y="31168"/>
                          <a:pt x="10594" y="25602"/>
                        </a:cubicBezTo>
                        <a:cubicBezTo>
                          <a:pt x="10594" y="20024"/>
                          <a:pt x="12292" y="15641"/>
                          <a:pt x="15688" y="12456"/>
                        </a:cubicBezTo>
                        <a:cubicBezTo>
                          <a:pt x="19098" y="9270"/>
                          <a:pt x="23776" y="7677"/>
                          <a:pt x="29723" y="7677"/>
                        </a:cubicBezTo>
                        <a:cubicBezTo>
                          <a:pt x="35669" y="7677"/>
                          <a:pt x="40354" y="9276"/>
                          <a:pt x="43777" y="12475"/>
                        </a:cubicBezTo>
                        <a:cubicBezTo>
                          <a:pt x="47212" y="15688"/>
                          <a:pt x="48930" y="20063"/>
                          <a:pt x="48930" y="25602"/>
                        </a:cubicBezTo>
                        <a:cubicBezTo>
                          <a:pt x="48930" y="31168"/>
                          <a:pt x="47226" y="35544"/>
                          <a:pt x="43816" y="38729"/>
                        </a:cubicBezTo>
                        <a:cubicBezTo>
                          <a:pt x="40420" y="41915"/>
                          <a:pt x="35722" y="43508"/>
                          <a:pt x="29723" y="43508"/>
                        </a:cubicBezTo>
                        <a:close/>
                        <a:moveTo>
                          <a:pt x="17215" y="48823"/>
                        </a:moveTo>
                        <a:cubicBezTo>
                          <a:pt x="11850" y="50145"/>
                          <a:pt x="7667" y="52643"/>
                          <a:pt x="4667" y="56318"/>
                        </a:cubicBezTo>
                        <a:cubicBezTo>
                          <a:pt x="1681" y="60006"/>
                          <a:pt x="187" y="64494"/>
                          <a:pt x="187" y="69782"/>
                        </a:cubicBezTo>
                        <a:cubicBezTo>
                          <a:pt x="187" y="77172"/>
                          <a:pt x="2817" y="83015"/>
                          <a:pt x="8077" y="87312"/>
                        </a:cubicBezTo>
                        <a:cubicBezTo>
                          <a:pt x="13349" y="91608"/>
                          <a:pt x="20565" y="93756"/>
                          <a:pt x="29723" y="93756"/>
                        </a:cubicBezTo>
                        <a:cubicBezTo>
                          <a:pt x="38933" y="93756"/>
                          <a:pt x="46162" y="91608"/>
                          <a:pt x="51408" y="87312"/>
                        </a:cubicBezTo>
                        <a:cubicBezTo>
                          <a:pt x="56654" y="83015"/>
                          <a:pt x="59278" y="77172"/>
                          <a:pt x="59278" y="69782"/>
                        </a:cubicBezTo>
                        <a:cubicBezTo>
                          <a:pt x="59278" y="64494"/>
                          <a:pt x="57778" y="60006"/>
                          <a:pt x="54778" y="56318"/>
                        </a:cubicBezTo>
                        <a:cubicBezTo>
                          <a:pt x="51791" y="52643"/>
                          <a:pt x="47635" y="50145"/>
                          <a:pt x="42310" y="48823"/>
                        </a:cubicBezTo>
                        <a:cubicBezTo>
                          <a:pt x="48336" y="47421"/>
                          <a:pt x="53027" y="44672"/>
                          <a:pt x="56384" y="40574"/>
                        </a:cubicBezTo>
                        <a:cubicBezTo>
                          <a:pt x="59753" y="36489"/>
                          <a:pt x="61438" y="31498"/>
                          <a:pt x="61438" y="25602"/>
                        </a:cubicBezTo>
                        <a:cubicBezTo>
                          <a:pt x="61438" y="16626"/>
                          <a:pt x="58703" y="9739"/>
                          <a:pt x="53232" y="4940"/>
                        </a:cubicBezTo>
                        <a:cubicBezTo>
                          <a:pt x="47761" y="155"/>
                          <a:pt x="39924" y="-2238"/>
                          <a:pt x="29723" y="-2238"/>
                        </a:cubicBezTo>
                        <a:cubicBezTo>
                          <a:pt x="19534" y="-2238"/>
                          <a:pt x="11698" y="155"/>
                          <a:pt x="6213" y="4940"/>
                        </a:cubicBezTo>
                        <a:cubicBezTo>
                          <a:pt x="743" y="9739"/>
                          <a:pt x="-1993" y="16626"/>
                          <a:pt x="-1993" y="25602"/>
                        </a:cubicBezTo>
                        <a:cubicBezTo>
                          <a:pt x="-1993" y="31498"/>
                          <a:pt x="-301" y="36489"/>
                          <a:pt x="3082" y="40574"/>
                        </a:cubicBezTo>
                        <a:cubicBezTo>
                          <a:pt x="6478" y="44672"/>
                          <a:pt x="11189" y="47421"/>
                          <a:pt x="17215" y="48823"/>
                        </a:cubicBezTo>
                        <a:close/>
                        <a:moveTo>
                          <a:pt x="12636" y="68593"/>
                        </a:moveTo>
                        <a:cubicBezTo>
                          <a:pt x="12636" y="63807"/>
                          <a:pt x="14129" y="60073"/>
                          <a:pt x="17116" y="57389"/>
                        </a:cubicBezTo>
                        <a:cubicBezTo>
                          <a:pt x="20115" y="54705"/>
                          <a:pt x="24318" y="53364"/>
                          <a:pt x="29723" y="53364"/>
                        </a:cubicBezTo>
                        <a:cubicBezTo>
                          <a:pt x="35101" y="53364"/>
                          <a:pt x="39303" y="54705"/>
                          <a:pt x="42330" y="57389"/>
                        </a:cubicBezTo>
                        <a:cubicBezTo>
                          <a:pt x="45369" y="60073"/>
                          <a:pt x="46889" y="63807"/>
                          <a:pt x="46889" y="68593"/>
                        </a:cubicBezTo>
                        <a:cubicBezTo>
                          <a:pt x="46889" y="73391"/>
                          <a:pt x="45369" y="77132"/>
                          <a:pt x="42330" y="79816"/>
                        </a:cubicBezTo>
                        <a:cubicBezTo>
                          <a:pt x="39303" y="82500"/>
                          <a:pt x="35101" y="83841"/>
                          <a:pt x="29723" y="83841"/>
                        </a:cubicBezTo>
                        <a:cubicBezTo>
                          <a:pt x="24318" y="83841"/>
                          <a:pt x="20115" y="82500"/>
                          <a:pt x="17116" y="79816"/>
                        </a:cubicBezTo>
                        <a:cubicBezTo>
                          <a:pt x="14129" y="77132"/>
                          <a:pt x="12636" y="73391"/>
                          <a:pt x="12636" y="6859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8" name="Freeform: Shape 207">
                    <a:extLst>
                      <a:ext uri="{FF2B5EF4-FFF2-40B4-BE49-F238E27FC236}">
                        <a16:creationId xmlns:a16="http://schemas.microsoft.com/office/drawing/2014/main" id="{1F7850E0-F478-97A1-42AD-BAB1711D56A4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345572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41 h 95994"/>
                      <a:gd name="connsiteX1" fmla="*/ 15437 w 63926"/>
                      <a:gd name="connsiteY1" fmla="*/ 74323 h 95994"/>
                      <a:gd name="connsiteX2" fmla="*/ 10580 w 63926"/>
                      <a:gd name="connsiteY2" fmla="*/ 45729 h 95994"/>
                      <a:gd name="connsiteX3" fmla="*/ 15437 w 63926"/>
                      <a:gd name="connsiteY3" fmla="*/ 17195 h 95994"/>
                      <a:gd name="connsiteX4" fmla="*/ 29966 w 63926"/>
                      <a:gd name="connsiteY4" fmla="*/ 7677 h 95994"/>
                      <a:gd name="connsiteX5" fmla="*/ 44556 w 63926"/>
                      <a:gd name="connsiteY5" fmla="*/ 17195 h 95994"/>
                      <a:gd name="connsiteX6" fmla="*/ 49432 w 63926"/>
                      <a:gd name="connsiteY6" fmla="*/ 45729 h 95994"/>
                      <a:gd name="connsiteX7" fmla="*/ 44556 w 63926"/>
                      <a:gd name="connsiteY7" fmla="*/ 74323 h 95994"/>
                      <a:gd name="connsiteX8" fmla="*/ 29966 w 63926"/>
                      <a:gd name="connsiteY8" fmla="*/ 83841 h 95994"/>
                      <a:gd name="connsiteX9" fmla="*/ 29966 w 63926"/>
                      <a:gd name="connsiteY9" fmla="*/ 93756 h 95994"/>
                      <a:gd name="connsiteX10" fmla="*/ 53733 w 63926"/>
                      <a:gd name="connsiteY10" fmla="*/ 81442 h 95994"/>
                      <a:gd name="connsiteX11" fmla="*/ 61940 w 63926"/>
                      <a:gd name="connsiteY11" fmla="*/ 45729 h 95994"/>
                      <a:gd name="connsiteX12" fmla="*/ 53733 w 63926"/>
                      <a:gd name="connsiteY12" fmla="*/ 10056 h 95994"/>
                      <a:gd name="connsiteX13" fmla="*/ 29966 w 63926"/>
                      <a:gd name="connsiteY13" fmla="*/ -2238 h 95994"/>
                      <a:gd name="connsiteX14" fmla="*/ 6219 w 63926"/>
                      <a:gd name="connsiteY14" fmla="*/ 10056 h 95994"/>
                      <a:gd name="connsiteX15" fmla="*/ -1987 w 63926"/>
                      <a:gd name="connsiteY15" fmla="*/ 45729 h 95994"/>
                      <a:gd name="connsiteX16" fmla="*/ 6219 w 63926"/>
                      <a:gd name="connsiteY16" fmla="*/ 81442 h 95994"/>
                      <a:gd name="connsiteX17" fmla="*/ 29966 w 63926"/>
                      <a:gd name="connsiteY17" fmla="*/ 9375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41"/>
                        </a:moveTo>
                        <a:cubicBezTo>
                          <a:pt x="23531" y="83841"/>
                          <a:pt x="18688" y="80669"/>
                          <a:pt x="15437" y="74323"/>
                        </a:cubicBezTo>
                        <a:cubicBezTo>
                          <a:pt x="12199" y="67991"/>
                          <a:pt x="10580" y="58460"/>
                          <a:pt x="10580" y="45729"/>
                        </a:cubicBezTo>
                        <a:cubicBezTo>
                          <a:pt x="10580" y="33052"/>
                          <a:pt x="12199" y="23540"/>
                          <a:pt x="15437" y="17195"/>
                        </a:cubicBezTo>
                        <a:cubicBezTo>
                          <a:pt x="18688" y="10849"/>
                          <a:pt x="23531" y="7677"/>
                          <a:pt x="29966" y="7677"/>
                        </a:cubicBezTo>
                        <a:cubicBezTo>
                          <a:pt x="36455" y="7677"/>
                          <a:pt x="41318" y="10849"/>
                          <a:pt x="44556" y="17195"/>
                        </a:cubicBezTo>
                        <a:cubicBezTo>
                          <a:pt x="47806" y="23540"/>
                          <a:pt x="49432" y="33052"/>
                          <a:pt x="49432" y="45729"/>
                        </a:cubicBezTo>
                        <a:cubicBezTo>
                          <a:pt x="49432" y="58460"/>
                          <a:pt x="47806" y="67991"/>
                          <a:pt x="44556" y="74323"/>
                        </a:cubicBezTo>
                        <a:cubicBezTo>
                          <a:pt x="41318" y="80669"/>
                          <a:pt x="36455" y="83841"/>
                          <a:pt x="29966" y="83841"/>
                        </a:cubicBezTo>
                        <a:close/>
                        <a:moveTo>
                          <a:pt x="29966" y="93756"/>
                        </a:moveTo>
                        <a:cubicBezTo>
                          <a:pt x="40340" y="93756"/>
                          <a:pt x="48262" y="89651"/>
                          <a:pt x="53733" y="81442"/>
                        </a:cubicBezTo>
                        <a:cubicBezTo>
                          <a:pt x="59204" y="73246"/>
                          <a:pt x="61940" y="61342"/>
                          <a:pt x="61940" y="45729"/>
                        </a:cubicBezTo>
                        <a:cubicBezTo>
                          <a:pt x="61940" y="30157"/>
                          <a:pt x="59204" y="18266"/>
                          <a:pt x="53733" y="10056"/>
                        </a:cubicBezTo>
                        <a:cubicBezTo>
                          <a:pt x="48262" y="1860"/>
                          <a:pt x="40340" y="-2238"/>
                          <a:pt x="29966" y="-2238"/>
                        </a:cubicBezTo>
                        <a:cubicBezTo>
                          <a:pt x="19606" y="-2238"/>
                          <a:pt x="11690" y="1860"/>
                          <a:pt x="6219" y="10056"/>
                        </a:cubicBezTo>
                        <a:cubicBezTo>
                          <a:pt x="748" y="18266"/>
                          <a:pt x="-1987" y="30157"/>
                          <a:pt x="-1987" y="45729"/>
                        </a:cubicBezTo>
                        <a:cubicBezTo>
                          <a:pt x="-1987" y="61342"/>
                          <a:pt x="748" y="73246"/>
                          <a:pt x="6219" y="81442"/>
                        </a:cubicBezTo>
                        <a:cubicBezTo>
                          <a:pt x="11690" y="89651"/>
                          <a:pt x="19606" y="93756"/>
                          <a:pt x="29966" y="9375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09" name="Graphic 110">
                <a:extLst>
                  <a:ext uri="{FF2B5EF4-FFF2-40B4-BE49-F238E27FC236}">
                    <a16:creationId xmlns:a16="http://schemas.microsoft.com/office/drawing/2014/main" id="{8A62A0CE-AF91-785A-DE2A-A912A24372BE}"/>
                  </a:ext>
                </a:extLst>
              </p:cNvPr>
              <p:cNvGrpSpPr/>
              <p:nvPr/>
            </p:nvGrpSpPr>
            <p:grpSpPr>
              <a:xfrm>
                <a:off x="3581391" y="1913585"/>
                <a:ext cx="321159" cy="95994"/>
                <a:chOff x="3581391" y="1913585"/>
                <a:chExt cx="321159" cy="95994"/>
              </a:xfrm>
              <a:solidFill>
                <a:srgbClr val="000000"/>
              </a:solidFill>
            </p:grpSpPr>
            <p:sp>
              <p:nvSpPr>
                <p:cNvPr id="210" name="Freeform: Shape 209">
                  <a:extLst>
                    <a:ext uri="{FF2B5EF4-FFF2-40B4-BE49-F238E27FC236}">
                      <a16:creationId xmlns:a16="http://schemas.microsoft.com/office/drawing/2014/main" id="{E8BC74AF-9909-D43A-6F46-C7AD1C6432C3}"/>
                    </a:ext>
                  </a:extLst>
                </p:cNvPr>
                <p:cNvSpPr/>
                <p:nvPr/>
              </p:nvSpPr>
              <p:spPr>
                <a:xfrm>
                  <a:off x="3858149" y="1959559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57 h 12690"/>
                    <a:gd name="connsiteX1" fmla="*/ 58 w 44401"/>
                    <a:gd name="connsiteY1" fmla="*/ 57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57"/>
                      </a:moveTo>
                      <a:lnTo>
                        <a:pt x="58" y="57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11" name="Graphic 110">
                  <a:extLst>
                    <a:ext uri="{FF2B5EF4-FFF2-40B4-BE49-F238E27FC236}">
                      <a16:creationId xmlns:a16="http://schemas.microsoft.com/office/drawing/2014/main" id="{686DE315-D67E-22C1-EE1C-A5F4C887CE28}"/>
                    </a:ext>
                  </a:extLst>
                </p:cNvPr>
                <p:cNvGrpSpPr/>
                <p:nvPr/>
              </p:nvGrpSpPr>
              <p:grpSpPr>
                <a:xfrm>
                  <a:off x="3581391" y="1913585"/>
                  <a:ext cx="223926" cy="95994"/>
                  <a:chOff x="3581391" y="1913585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12" name="Freeform: Shape 211">
                    <a:extLst>
                      <a:ext uri="{FF2B5EF4-FFF2-40B4-BE49-F238E27FC236}">
                        <a16:creationId xmlns:a16="http://schemas.microsoft.com/office/drawing/2014/main" id="{0D1E06D7-1D2F-A66E-455E-A822BE3330ED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1915250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098 h 94328"/>
                      <a:gd name="connsiteX1" fmla="*/ 51056 w 59843"/>
                      <a:gd name="connsiteY1" fmla="*/ 92098 h 94328"/>
                      <a:gd name="connsiteX2" fmla="*/ 51056 w 59843"/>
                      <a:gd name="connsiteY2" fmla="*/ 81549 h 94328"/>
                      <a:gd name="connsiteX3" fmla="*/ 13393 w 59843"/>
                      <a:gd name="connsiteY3" fmla="*/ 81549 h 94328"/>
                      <a:gd name="connsiteX4" fmla="*/ 13393 w 59843"/>
                      <a:gd name="connsiteY4" fmla="*/ 58884 h 94328"/>
                      <a:gd name="connsiteX5" fmla="*/ 18825 w 59843"/>
                      <a:gd name="connsiteY5" fmla="*/ 60272 h 94328"/>
                      <a:gd name="connsiteX6" fmla="*/ 24296 w 59843"/>
                      <a:gd name="connsiteY6" fmla="*/ 60728 h 94328"/>
                      <a:gd name="connsiteX7" fmla="*/ 48816 w 59843"/>
                      <a:gd name="connsiteY7" fmla="*/ 52241 h 94328"/>
                      <a:gd name="connsiteX8" fmla="*/ 57874 w 59843"/>
                      <a:gd name="connsiteY8" fmla="*/ 29259 h 94328"/>
                      <a:gd name="connsiteX9" fmla="*/ 48578 w 59843"/>
                      <a:gd name="connsiteY9" fmla="*/ 6039 h 94328"/>
                      <a:gd name="connsiteX10" fmla="*/ 22373 w 59843"/>
                      <a:gd name="connsiteY10" fmla="*/ -2230 h 94328"/>
                      <a:gd name="connsiteX11" fmla="*/ 10499 w 59843"/>
                      <a:gd name="connsiteY11" fmla="*/ -1239 h 94328"/>
                      <a:gd name="connsiteX12" fmla="*/ -1969 w 59843"/>
                      <a:gd name="connsiteY12" fmla="*/ 1736 h 94328"/>
                      <a:gd name="connsiteX13" fmla="*/ -1969 w 59843"/>
                      <a:gd name="connsiteY13" fmla="*/ 14327 h 94328"/>
                      <a:gd name="connsiteX14" fmla="*/ 9548 w 59843"/>
                      <a:gd name="connsiteY14" fmla="*/ 9806 h 94328"/>
                      <a:gd name="connsiteX15" fmla="*/ 22115 w 59843"/>
                      <a:gd name="connsiteY15" fmla="*/ 8319 h 94328"/>
                      <a:gd name="connsiteX16" fmla="*/ 39083 w 59843"/>
                      <a:gd name="connsiteY16" fmla="*/ 13951 h 94328"/>
                      <a:gd name="connsiteX17" fmla="*/ 45347 w 59843"/>
                      <a:gd name="connsiteY17" fmla="*/ 29259 h 94328"/>
                      <a:gd name="connsiteX18" fmla="*/ 39083 w 59843"/>
                      <a:gd name="connsiteY18" fmla="*/ 44548 h 94328"/>
                      <a:gd name="connsiteX19" fmla="*/ 22115 w 59843"/>
                      <a:gd name="connsiteY19" fmla="*/ 50199 h 94328"/>
                      <a:gd name="connsiteX20" fmla="*/ 12105 w 59843"/>
                      <a:gd name="connsiteY20" fmla="*/ 49088 h 94328"/>
                      <a:gd name="connsiteX21" fmla="*/ 1936 w 59843"/>
                      <a:gd name="connsiteY21" fmla="*/ 45618 h 94328"/>
                      <a:gd name="connsiteX22" fmla="*/ 1936 w 59843"/>
                      <a:gd name="connsiteY22" fmla="*/ 9209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098"/>
                        </a:moveTo>
                        <a:lnTo>
                          <a:pt x="51056" y="92098"/>
                        </a:lnTo>
                        <a:lnTo>
                          <a:pt x="51056" y="81549"/>
                        </a:lnTo>
                        <a:lnTo>
                          <a:pt x="13393" y="81549"/>
                        </a:lnTo>
                        <a:lnTo>
                          <a:pt x="13393" y="58884"/>
                        </a:lnTo>
                        <a:cubicBezTo>
                          <a:pt x="15204" y="59506"/>
                          <a:pt x="17014" y="59968"/>
                          <a:pt x="18825" y="60272"/>
                        </a:cubicBezTo>
                        <a:cubicBezTo>
                          <a:pt x="20648" y="60576"/>
                          <a:pt x="22472" y="60728"/>
                          <a:pt x="24296" y="60728"/>
                        </a:cubicBezTo>
                        <a:cubicBezTo>
                          <a:pt x="34616" y="60728"/>
                          <a:pt x="42790" y="57899"/>
                          <a:pt x="48816" y="52241"/>
                        </a:cubicBezTo>
                        <a:cubicBezTo>
                          <a:pt x="54855" y="46583"/>
                          <a:pt x="57874" y="38923"/>
                          <a:pt x="57874" y="29259"/>
                        </a:cubicBezTo>
                        <a:cubicBezTo>
                          <a:pt x="57874" y="19305"/>
                          <a:pt x="54776" y="11565"/>
                          <a:pt x="48578" y="6039"/>
                        </a:cubicBezTo>
                        <a:cubicBezTo>
                          <a:pt x="42380" y="526"/>
                          <a:pt x="33645" y="-2230"/>
                          <a:pt x="22373" y="-2230"/>
                        </a:cubicBezTo>
                        <a:cubicBezTo>
                          <a:pt x="18488" y="-2230"/>
                          <a:pt x="14530" y="-1900"/>
                          <a:pt x="10499" y="-1239"/>
                        </a:cubicBezTo>
                        <a:cubicBezTo>
                          <a:pt x="6482" y="-578"/>
                          <a:pt x="2326" y="414"/>
                          <a:pt x="-1969" y="1736"/>
                        </a:cubicBezTo>
                        <a:lnTo>
                          <a:pt x="-1969" y="14327"/>
                        </a:lnTo>
                        <a:cubicBezTo>
                          <a:pt x="1745" y="12305"/>
                          <a:pt x="5583" y="10798"/>
                          <a:pt x="9548" y="9806"/>
                        </a:cubicBezTo>
                        <a:cubicBezTo>
                          <a:pt x="13512" y="8815"/>
                          <a:pt x="17701" y="8319"/>
                          <a:pt x="22115" y="8319"/>
                        </a:cubicBezTo>
                        <a:cubicBezTo>
                          <a:pt x="29264" y="8319"/>
                          <a:pt x="34920" y="10196"/>
                          <a:pt x="39083" y="13951"/>
                        </a:cubicBezTo>
                        <a:cubicBezTo>
                          <a:pt x="43259" y="17705"/>
                          <a:pt x="45347" y="22808"/>
                          <a:pt x="45347" y="29259"/>
                        </a:cubicBezTo>
                        <a:cubicBezTo>
                          <a:pt x="45347" y="35697"/>
                          <a:pt x="43259" y="40793"/>
                          <a:pt x="39083" y="44548"/>
                        </a:cubicBezTo>
                        <a:cubicBezTo>
                          <a:pt x="34920" y="48315"/>
                          <a:pt x="29264" y="50199"/>
                          <a:pt x="22115" y="50199"/>
                        </a:cubicBezTo>
                        <a:cubicBezTo>
                          <a:pt x="18772" y="50199"/>
                          <a:pt x="15435" y="49829"/>
                          <a:pt x="12105" y="49088"/>
                        </a:cubicBezTo>
                        <a:cubicBezTo>
                          <a:pt x="8788" y="48348"/>
                          <a:pt x="5398" y="47191"/>
                          <a:pt x="1936" y="45618"/>
                        </a:cubicBezTo>
                        <a:lnTo>
                          <a:pt x="1936" y="9209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13" name="Freeform: Shape 212">
                    <a:extLst>
                      <a:ext uri="{FF2B5EF4-FFF2-40B4-BE49-F238E27FC236}">
                        <a16:creationId xmlns:a16="http://schemas.microsoft.com/office/drawing/2014/main" id="{2A84E1F2-56EA-461D-F510-58425503E184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301" y="1913585"/>
                    <a:ext cx="63807" cy="95994"/>
                  </a:xfrm>
                  <a:custGeom>
                    <a:avLst/>
                    <a:gdLst>
                      <a:gd name="connsiteX0" fmla="*/ 3975 w 63807"/>
                      <a:gd name="connsiteY0" fmla="*/ 1456 h 95994"/>
                      <a:gd name="connsiteX1" fmla="*/ 3975 w 63807"/>
                      <a:gd name="connsiteY1" fmla="*/ 12858 h 95994"/>
                      <a:gd name="connsiteX2" fmla="*/ 13510 w 63807"/>
                      <a:gd name="connsiteY2" fmla="*/ 9447 h 95994"/>
                      <a:gd name="connsiteX3" fmla="*/ 23005 w 63807"/>
                      <a:gd name="connsiteY3" fmla="*/ 8277 h 95994"/>
                      <a:gd name="connsiteX4" fmla="*/ 41915 w 63807"/>
                      <a:gd name="connsiteY4" fmla="*/ 16605 h 95994"/>
                      <a:gd name="connsiteX5" fmla="*/ 49388 w 63807"/>
                      <a:gd name="connsiteY5" fmla="*/ 41928 h 95994"/>
                      <a:gd name="connsiteX6" fmla="*/ 40270 w 63807"/>
                      <a:gd name="connsiteY6" fmla="*/ 33738 h 95994"/>
                      <a:gd name="connsiteX7" fmla="*/ 28079 w 63807"/>
                      <a:gd name="connsiteY7" fmla="*/ 30883 h 95994"/>
                      <a:gd name="connsiteX8" fmla="*/ 6116 w 63807"/>
                      <a:gd name="connsiteY8" fmla="*/ 39270 h 95994"/>
                      <a:gd name="connsiteX9" fmla="*/ -1971 w 63807"/>
                      <a:gd name="connsiteY9" fmla="*/ 62253 h 95994"/>
                      <a:gd name="connsiteX10" fmla="*/ 6453 w 63807"/>
                      <a:gd name="connsiteY10" fmla="*/ 85096 h 95994"/>
                      <a:gd name="connsiteX11" fmla="*/ 28872 w 63807"/>
                      <a:gd name="connsiteY11" fmla="*/ 93722 h 95994"/>
                      <a:gd name="connsiteX12" fmla="*/ 53372 w 63807"/>
                      <a:gd name="connsiteY12" fmla="*/ 81408 h 95994"/>
                      <a:gd name="connsiteX13" fmla="*/ 61836 w 63807"/>
                      <a:gd name="connsiteY13" fmla="*/ 45695 h 95994"/>
                      <a:gd name="connsiteX14" fmla="*/ 51449 w 63807"/>
                      <a:gd name="connsiteY14" fmla="*/ 10776 h 95994"/>
                      <a:gd name="connsiteX15" fmla="*/ 23560 w 63807"/>
                      <a:gd name="connsiteY15" fmla="*/ -2272 h 95994"/>
                      <a:gd name="connsiteX16" fmla="*/ 14005 w 63807"/>
                      <a:gd name="connsiteY16" fmla="*/ -1340 h 95994"/>
                      <a:gd name="connsiteX17" fmla="*/ 3975 w 63807"/>
                      <a:gd name="connsiteY17" fmla="*/ 1456 h 95994"/>
                      <a:gd name="connsiteX18" fmla="*/ 28872 w 63807"/>
                      <a:gd name="connsiteY18" fmla="*/ 40678 h 95994"/>
                      <a:gd name="connsiteX19" fmla="*/ 42212 w 63807"/>
                      <a:gd name="connsiteY19" fmla="*/ 46429 h 95994"/>
                      <a:gd name="connsiteX20" fmla="*/ 47148 w 63807"/>
                      <a:gd name="connsiteY20" fmla="*/ 62253 h 95994"/>
                      <a:gd name="connsiteX21" fmla="*/ 42212 w 63807"/>
                      <a:gd name="connsiteY21" fmla="*/ 78017 h 95994"/>
                      <a:gd name="connsiteX22" fmla="*/ 28872 w 63807"/>
                      <a:gd name="connsiteY22" fmla="*/ 83807 h 95994"/>
                      <a:gd name="connsiteX23" fmla="*/ 15532 w 63807"/>
                      <a:gd name="connsiteY23" fmla="*/ 78017 h 95994"/>
                      <a:gd name="connsiteX24" fmla="*/ 10616 w 63807"/>
                      <a:gd name="connsiteY24" fmla="*/ 62253 h 95994"/>
                      <a:gd name="connsiteX25" fmla="*/ 15532 w 63807"/>
                      <a:gd name="connsiteY25" fmla="*/ 46429 h 95994"/>
                      <a:gd name="connsiteX26" fmla="*/ 28872 w 63807"/>
                      <a:gd name="connsiteY26" fmla="*/ 4067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3975" y="1456"/>
                        </a:moveTo>
                        <a:lnTo>
                          <a:pt x="3975" y="12858"/>
                        </a:lnTo>
                        <a:cubicBezTo>
                          <a:pt x="7120" y="11364"/>
                          <a:pt x="10298" y="10227"/>
                          <a:pt x="13510" y="9447"/>
                        </a:cubicBezTo>
                        <a:cubicBezTo>
                          <a:pt x="16734" y="8667"/>
                          <a:pt x="19899" y="8277"/>
                          <a:pt x="23005" y="8277"/>
                        </a:cubicBezTo>
                        <a:cubicBezTo>
                          <a:pt x="31264" y="8277"/>
                          <a:pt x="37567" y="11053"/>
                          <a:pt x="41915" y="16605"/>
                        </a:cubicBezTo>
                        <a:cubicBezTo>
                          <a:pt x="46276" y="22158"/>
                          <a:pt x="48767" y="30598"/>
                          <a:pt x="49388" y="41928"/>
                        </a:cubicBezTo>
                        <a:cubicBezTo>
                          <a:pt x="46996" y="38372"/>
                          <a:pt x="43957" y="35642"/>
                          <a:pt x="40270" y="33738"/>
                        </a:cubicBezTo>
                        <a:cubicBezTo>
                          <a:pt x="36596" y="31834"/>
                          <a:pt x="32532" y="30883"/>
                          <a:pt x="28079" y="30883"/>
                        </a:cubicBezTo>
                        <a:cubicBezTo>
                          <a:pt x="18829" y="30883"/>
                          <a:pt x="11508" y="33679"/>
                          <a:pt x="6116" y="39270"/>
                        </a:cubicBezTo>
                        <a:cubicBezTo>
                          <a:pt x="724" y="44876"/>
                          <a:pt x="-1971" y="52536"/>
                          <a:pt x="-1971" y="62253"/>
                        </a:cubicBezTo>
                        <a:cubicBezTo>
                          <a:pt x="-1971" y="71744"/>
                          <a:pt x="837" y="79359"/>
                          <a:pt x="6453" y="85096"/>
                        </a:cubicBezTo>
                        <a:cubicBezTo>
                          <a:pt x="12069" y="90847"/>
                          <a:pt x="19542" y="93722"/>
                          <a:pt x="28872" y="93722"/>
                        </a:cubicBezTo>
                        <a:cubicBezTo>
                          <a:pt x="39576" y="93722"/>
                          <a:pt x="47743" y="89617"/>
                          <a:pt x="53372" y="81408"/>
                        </a:cubicBezTo>
                        <a:cubicBezTo>
                          <a:pt x="59015" y="73212"/>
                          <a:pt x="61836" y="61308"/>
                          <a:pt x="61836" y="45695"/>
                        </a:cubicBezTo>
                        <a:cubicBezTo>
                          <a:pt x="61836" y="31114"/>
                          <a:pt x="58374" y="19474"/>
                          <a:pt x="51449" y="10776"/>
                        </a:cubicBezTo>
                        <a:cubicBezTo>
                          <a:pt x="44538" y="2077"/>
                          <a:pt x="35241" y="-2272"/>
                          <a:pt x="23560" y="-2272"/>
                        </a:cubicBezTo>
                        <a:cubicBezTo>
                          <a:pt x="20414" y="-2272"/>
                          <a:pt x="17230" y="-1961"/>
                          <a:pt x="14005" y="-1340"/>
                        </a:cubicBezTo>
                        <a:cubicBezTo>
                          <a:pt x="10794" y="-719"/>
                          <a:pt x="7451" y="213"/>
                          <a:pt x="3975" y="1456"/>
                        </a:cubicBezTo>
                        <a:close/>
                        <a:moveTo>
                          <a:pt x="28872" y="40678"/>
                        </a:moveTo>
                        <a:cubicBezTo>
                          <a:pt x="34488" y="40678"/>
                          <a:pt x="38935" y="42595"/>
                          <a:pt x="42212" y="46429"/>
                        </a:cubicBezTo>
                        <a:cubicBezTo>
                          <a:pt x="45503" y="50276"/>
                          <a:pt x="47148" y="55550"/>
                          <a:pt x="47148" y="62253"/>
                        </a:cubicBezTo>
                        <a:cubicBezTo>
                          <a:pt x="47148" y="68902"/>
                          <a:pt x="45503" y="74157"/>
                          <a:pt x="42212" y="78017"/>
                        </a:cubicBezTo>
                        <a:cubicBezTo>
                          <a:pt x="38935" y="81877"/>
                          <a:pt x="34488" y="83807"/>
                          <a:pt x="28872" y="83807"/>
                        </a:cubicBezTo>
                        <a:cubicBezTo>
                          <a:pt x="23256" y="83807"/>
                          <a:pt x="18809" y="81877"/>
                          <a:pt x="15532" y="78017"/>
                        </a:cubicBezTo>
                        <a:cubicBezTo>
                          <a:pt x="12254" y="74157"/>
                          <a:pt x="10616" y="68902"/>
                          <a:pt x="10616" y="62253"/>
                        </a:cubicBezTo>
                        <a:cubicBezTo>
                          <a:pt x="10616" y="55550"/>
                          <a:pt x="12254" y="50276"/>
                          <a:pt x="15532" y="46429"/>
                        </a:cubicBezTo>
                        <a:cubicBezTo>
                          <a:pt x="18809" y="42595"/>
                          <a:pt x="23256" y="40678"/>
                          <a:pt x="28872" y="4067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14" name="Freeform: Shape 213">
                    <a:extLst>
                      <a:ext uri="{FF2B5EF4-FFF2-40B4-BE49-F238E27FC236}">
                        <a16:creationId xmlns:a16="http://schemas.microsoft.com/office/drawing/2014/main" id="{63A32FD7-05C4-18F2-18E7-B8071A74F9D6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1913585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07 h 95994"/>
                      <a:gd name="connsiteX1" fmla="*/ 15437 w 63926"/>
                      <a:gd name="connsiteY1" fmla="*/ 74289 h 95994"/>
                      <a:gd name="connsiteX2" fmla="*/ 10580 w 63926"/>
                      <a:gd name="connsiteY2" fmla="*/ 45695 h 95994"/>
                      <a:gd name="connsiteX3" fmla="*/ 15437 w 63926"/>
                      <a:gd name="connsiteY3" fmla="*/ 17161 h 95994"/>
                      <a:gd name="connsiteX4" fmla="*/ 29966 w 63926"/>
                      <a:gd name="connsiteY4" fmla="*/ 7643 h 95994"/>
                      <a:gd name="connsiteX5" fmla="*/ 44556 w 63926"/>
                      <a:gd name="connsiteY5" fmla="*/ 17161 h 95994"/>
                      <a:gd name="connsiteX6" fmla="*/ 49432 w 63926"/>
                      <a:gd name="connsiteY6" fmla="*/ 45695 h 95994"/>
                      <a:gd name="connsiteX7" fmla="*/ 44556 w 63926"/>
                      <a:gd name="connsiteY7" fmla="*/ 74289 h 95994"/>
                      <a:gd name="connsiteX8" fmla="*/ 29966 w 63926"/>
                      <a:gd name="connsiteY8" fmla="*/ 83807 h 95994"/>
                      <a:gd name="connsiteX9" fmla="*/ 29966 w 63926"/>
                      <a:gd name="connsiteY9" fmla="*/ 93722 h 95994"/>
                      <a:gd name="connsiteX10" fmla="*/ 53733 w 63926"/>
                      <a:gd name="connsiteY10" fmla="*/ 81408 h 95994"/>
                      <a:gd name="connsiteX11" fmla="*/ 61940 w 63926"/>
                      <a:gd name="connsiteY11" fmla="*/ 45695 h 95994"/>
                      <a:gd name="connsiteX12" fmla="*/ 53733 w 63926"/>
                      <a:gd name="connsiteY12" fmla="*/ 10022 h 95994"/>
                      <a:gd name="connsiteX13" fmla="*/ 29966 w 63926"/>
                      <a:gd name="connsiteY13" fmla="*/ -2272 h 95994"/>
                      <a:gd name="connsiteX14" fmla="*/ 6219 w 63926"/>
                      <a:gd name="connsiteY14" fmla="*/ 10022 h 95994"/>
                      <a:gd name="connsiteX15" fmla="*/ -1987 w 63926"/>
                      <a:gd name="connsiteY15" fmla="*/ 45695 h 95994"/>
                      <a:gd name="connsiteX16" fmla="*/ 6219 w 63926"/>
                      <a:gd name="connsiteY16" fmla="*/ 81408 h 95994"/>
                      <a:gd name="connsiteX17" fmla="*/ 29966 w 63926"/>
                      <a:gd name="connsiteY17" fmla="*/ 9372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07"/>
                        </a:moveTo>
                        <a:cubicBezTo>
                          <a:pt x="23531" y="83807"/>
                          <a:pt x="18688" y="80635"/>
                          <a:pt x="15437" y="74289"/>
                        </a:cubicBezTo>
                        <a:cubicBezTo>
                          <a:pt x="12199" y="67957"/>
                          <a:pt x="10580" y="58426"/>
                          <a:pt x="10580" y="45695"/>
                        </a:cubicBezTo>
                        <a:cubicBezTo>
                          <a:pt x="10580" y="33018"/>
                          <a:pt x="12199" y="23506"/>
                          <a:pt x="15437" y="17161"/>
                        </a:cubicBezTo>
                        <a:cubicBezTo>
                          <a:pt x="18688" y="10815"/>
                          <a:pt x="23531" y="7643"/>
                          <a:pt x="29966" y="7643"/>
                        </a:cubicBezTo>
                        <a:cubicBezTo>
                          <a:pt x="36455" y="7643"/>
                          <a:pt x="41318" y="10815"/>
                          <a:pt x="44556" y="17161"/>
                        </a:cubicBezTo>
                        <a:cubicBezTo>
                          <a:pt x="47806" y="23506"/>
                          <a:pt x="49432" y="33018"/>
                          <a:pt x="49432" y="45695"/>
                        </a:cubicBezTo>
                        <a:cubicBezTo>
                          <a:pt x="49432" y="58426"/>
                          <a:pt x="47806" y="67957"/>
                          <a:pt x="44556" y="74289"/>
                        </a:cubicBezTo>
                        <a:cubicBezTo>
                          <a:pt x="41318" y="80635"/>
                          <a:pt x="36455" y="83807"/>
                          <a:pt x="29966" y="83807"/>
                        </a:cubicBezTo>
                        <a:close/>
                        <a:moveTo>
                          <a:pt x="29966" y="93722"/>
                        </a:moveTo>
                        <a:cubicBezTo>
                          <a:pt x="40340" y="93722"/>
                          <a:pt x="48262" y="89617"/>
                          <a:pt x="53733" y="81408"/>
                        </a:cubicBezTo>
                        <a:cubicBezTo>
                          <a:pt x="59204" y="73212"/>
                          <a:pt x="61940" y="61308"/>
                          <a:pt x="61940" y="45695"/>
                        </a:cubicBezTo>
                        <a:cubicBezTo>
                          <a:pt x="61940" y="30123"/>
                          <a:pt x="59204" y="18231"/>
                          <a:pt x="53733" y="10022"/>
                        </a:cubicBezTo>
                        <a:cubicBezTo>
                          <a:pt x="48262" y="1826"/>
                          <a:pt x="40340" y="-2272"/>
                          <a:pt x="29966" y="-2272"/>
                        </a:cubicBezTo>
                        <a:cubicBezTo>
                          <a:pt x="19606" y="-2272"/>
                          <a:pt x="11690" y="1826"/>
                          <a:pt x="6219" y="10022"/>
                        </a:cubicBezTo>
                        <a:cubicBezTo>
                          <a:pt x="748" y="18231"/>
                          <a:pt x="-1987" y="30123"/>
                          <a:pt x="-1987" y="45695"/>
                        </a:cubicBezTo>
                        <a:cubicBezTo>
                          <a:pt x="-1987" y="61308"/>
                          <a:pt x="748" y="73212"/>
                          <a:pt x="6219" y="81408"/>
                        </a:cubicBezTo>
                        <a:cubicBezTo>
                          <a:pt x="11690" y="89617"/>
                          <a:pt x="19606" y="93722"/>
                          <a:pt x="29966" y="9372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15" name="Graphic 110">
                <a:extLst>
                  <a:ext uri="{FF2B5EF4-FFF2-40B4-BE49-F238E27FC236}">
                    <a16:creationId xmlns:a16="http://schemas.microsoft.com/office/drawing/2014/main" id="{76DB741B-9C2A-BC1C-06C2-5B862FB7F963}"/>
                  </a:ext>
                </a:extLst>
              </p:cNvPr>
              <p:cNvGrpSpPr/>
              <p:nvPr/>
            </p:nvGrpSpPr>
            <p:grpSpPr>
              <a:xfrm>
                <a:off x="3398075" y="3012810"/>
                <a:ext cx="122778" cy="878252"/>
                <a:chOff x="3398075" y="3012810"/>
                <a:chExt cx="122778" cy="878252"/>
              </a:xfrm>
              <a:solidFill>
                <a:srgbClr val="000000"/>
              </a:solidFill>
            </p:grpSpPr>
            <p:sp>
              <p:nvSpPr>
                <p:cNvPr id="216" name="Freeform: Shape 215">
                  <a:extLst>
                    <a:ext uri="{FF2B5EF4-FFF2-40B4-BE49-F238E27FC236}">
                      <a16:creationId xmlns:a16="http://schemas.microsoft.com/office/drawing/2014/main" id="{B1B4731E-5C8E-3EC0-ED26-1EAC1ED238D7}"/>
                    </a:ext>
                  </a:extLst>
                </p:cNvPr>
                <p:cNvSpPr/>
                <p:nvPr/>
              </p:nvSpPr>
              <p:spPr>
                <a:xfrm rot="-5400000" flipV="1">
                  <a:off x="3408651" y="3805211"/>
                  <a:ext cx="79150" cy="92524"/>
                </a:xfrm>
                <a:custGeom>
                  <a:avLst/>
                  <a:gdLst>
                    <a:gd name="connsiteX0" fmla="*/ 2037 w 79150"/>
                    <a:gd name="connsiteY0" fmla="*/ 90397 h 92524"/>
                    <a:gd name="connsiteX1" fmla="*/ 15476 w 79150"/>
                    <a:gd name="connsiteY1" fmla="*/ 90397 h 92524"/>
                    <a:gd name="connsiteX2" fmla="*/ 38470 w 79150"/>
                    <a:gd name="connsiteY2" fmla="*/ 55993 h 92524"/>
                    <a:gd name="connsiteX3" fmla="*/ 61563 w 79150"/>
                    <a:gd name="connsiteY3" fmla="*/ 90397 h 92524"/>
                    <a:gd name="connsiteX4" fmla="*/ 75002 w 79150"/>
                    <a:gd name="connsiteY4" fmla="*/ 90397 h 92524"/>
                    <a:gd name="connsiteX5" fmla="*/ 45269 w 79150"/>
                    <a:gd name="connsiteY5" fmla="*/ 45960 h 92524"/>
                    <a:gd name="connsiteX6" fmla="*/ 76984 w 79150"/>
                    <a:gd name="connsiteY6" fmla="*/ -2127 h 92524"/>
                    <a:gd name="connsiteX7" fmla="*/ 63545 w 79150"/>
                    <a:gd name="connsiteY7" fmla="*/ -2127 h 92524"/>
                    <a:gd name="connsiteX8" fmla="*/ 37538 w 79150"/>
                    <a:gd name="connsiteY8" fmla="*/ 37215 h 92524"/>
                    <a:gd name="connsiteX9" fmla="*/ 11333 w 79150"/>
                    <a:gd name="connsiteY9" fmla="*/ -2127 h 92524"/>
                    <a:gd name="connsiteX10" fmla="*/ -2166 w 79150"/>
                    <a:gd name="connsiteY10" fmla="*/ -2127 h 92524"/>
                    <a:gd name="connsiteX11" fmla="*/ 30838 w 79150"/>
                    <a:gd name="connsiteY11" fmla="*/ 47268 h 92524"/>
                    <a:gd name="connsiteX12" fmla="*/ 2037 w 79150"/>
                    <a:gd name="connsiteY12" fmla="*/ 90397 h 92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9150" h="92524">
                      <a:moveTo>
                        <a:pt x="2037" y="90397"/>
                      </a:moveTo>
                      <a:lnTo>
                        <a:pt x="15476" y="90397"/>
                      </a:lnTo>
                      <a:lnTo>
                        <a:pt x="38470" y="55993"/>
                      </a:lnTo>
                      <a:lnTo>
                        <a:pt x="61563" y="90397"/>
                      </a:lnTo>
                      <a:lnTo>
                        <a:pt x="75002" y="90397"/>
                      </a:lnTo>
                      <a:lnTo>
                        <a:pt x="45269" y="45960"/>
                      </a:lnTo>
                      <a:lnTo>
                        <a:pt x="76984" y="-2127"/>
                      </a:lnTo>
                      <a:lnTo>
                        <a:pt x="63545" y="-2127"/>
                      </a:lnTo>
                      <a:lnTo>
                        <a:pt x="37538" y="37215"/>
                      </a:lnTo>
                      <a:lnTo>
                        <a:pt x="11333" y="-2127"/>
                      </a:lnTo>
                      <a:lnTo>
                        <a:pt x="-2166" y="-2127"/>
                      </a:lnTo>
                      <a:lnTo>
                        <a:pt x="30838" y="47268"/>
                      </a:lnTo>
                      <a:lnTo>
                        <a:pt x="2037" y="903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17" name="Freeform: Shape 216">
                  <a:extLst>
                    <a:ext uri="{FF2B5EF4-FFF2-40B4-BE49-F238E27FC236}">
                      <a16:creationId xmlns:a16="http://schemas.microsoft.com/office/drawing/2014/main" id="{2CB48B19-A74E-54DB-5129-B3DBD859CD36}"/>
                    </a:ext>
                  </a:extLst>
                </p:cNvPr>
                <p:cNvSpPr/>
                <p:nvPr/>
              </p:nvSpPr>
              <p:spPr>
                <a:xfrm rot="-5400000" flipV="1">
                  <a:off x="3494471" y="3807910"/>
                  <a:ext cx="12686" cy="126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6" h="12690"/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18" name="Freeform: Shape 217">
                  <a:extLst>
                    <a:ext uri="{FF2B5EF4-FFF2-40B4-BE49-F238E27FC236}">
                      <a16:creationId xmlns:a16="http://schemas.microsoft.com/office/drawing/2014/main" id="{6FD5B65A-3E4E-47C4-2A99-C75A1AA1AB08}"/>
                    </a:ext>
                  </a:extLst>
                </p:cNvPr>
                <p:cNvSpPr/>
                <p:nvPr/>
              </p:nvSpPr>
              <p:spPr>
                <a:xfrm rot="-5400000" flipV="1">
                  <a:off x="3441100" y="3676265"/>
                  <a:ext cx="62083" cy="97461"/>
                </a:xfrm>
                <a:custGeom>
                  <a:avLst/>
                  <a:gdLst>
                    <a:gd name="connsiteX0" fmla="*/ 9334 w 62083"/>
                    <a:gd name="connsiteY0" fmla="*/ 35873 h 97461"/>
                    <a:gd name="connsiteX1" fmla="*/ 9334 w 62083"/>
                    <a:gd name="connsiteY1" fmla="*/ -930 h 97461"/>
                    <a:gd name="connsiteX2" fmla="*/ -2123 w 62083"/>
                    <a:gd name="connsiteY2" fmla="*/ -930 h 97461"/>
                    <a:gd name="connsiteX3" fmla="*/ -2123 w 62083"/>
                    <a:gd name="connsiteY3" fmla="*/ 94866 h 97461"/>
                    <a:gd name="connsiteX4" fmla="*/ 9334 w 62083"/>
                    <a:gd name="connsiteY4" fmla="*/ 94866 h 97461"/>
                    <a:gd name="connsiteX5" fmla="*/ 9334 w 62083"/>
                    <a:gd name="connsiteY5" fmla="*/ 84336 h 97461"/>
                    <a:gd name="connsiteX6" fmla="*/ 18413 w 62083"/>
                    <a:gd name="connsiteY6" fmla="*/ 93517 h 97461"/>
                    <a:gd name="connsiteX7" fmla="*/ 31515 w 62083"/>
                    <a:gd name="connsiteY7" fmla="*/ 96531 h 97461"/>
                    <a:gd name="connsiteX8" fmla="*/ 52051 w 62083"/>
                    <a:gd name="connsiteY8" fmla="*/ 86498 h 97461"/>
                    <a:gd name="connsiteX9" fmla="*/ 59960 w 62083"/>
                    <a:gd name="connsiteY9" fmla="*/ 60105 h 97461"/>
                    <a:gd name="connsiteX10" fmla="*/ 52051 w 62083"/>
                    <a:gd name="connsiteY10" fmla="*/ 33692 h 97461"/>
                    <a:gd name="connsiteX11" fmla="*/ 31515 w 62083"/>
                    <a:gd name="connsiteY11" fmla="*/ 23658 h 97461"/>
                    <a:gd name="connsiteX12" fmla="*/ 18413 w 62083"/>
                    <a:gd name="connsiteY12" fmla="*/ 26672 h 97461"/>
                    <a:gd name="connsiteX13" fmla="*/ 9334 w 62083"/>
                    <a:gd name="connsiteY13" fmla="*/ 35873 h 97461"/>
                    <a:gd name="connsiteX14" fmla="*/ 48126 w 62083"/>
                    <a:gd name="connsiteY14" fmla="*/ 60105 h 97461"/>
                    <a:gd name="connsiteX15" fmla="*/ 42952 w 62083"/>
                    <a:gd name="connsiteY15" fmla="*/ 79835 h 97461"/>
                    <a:gd name="connsiteX16" fmla="*/ 28740 w 62083"/>
                    <a:gd name="connsiteY16" fmla="*/ 86993 h 97461"/>
                    <a:gd name="connsiteX17" fmla="*/ 14508 w 62083"/>
                    <a:gd name="connsiteY17" fmla="*/ 79835 h 97461"/>
                    <a:gd name="connsiteX18" fmla="*/ 9334 w 62083"/>
                    <a:gd name="connsiteY18" fmla="*/ 60105 h 97461"/>
                    <a:gd name="connsiteX19" fmla="*/ 14508 w 62083"/>
                    <a:gd name="connsiteY19" fmla="*/ 40374 h 97461"/>
                    <a:gd name="connsiteX20" fmla="*/ 28740 w 62083"/>
                    <a:gd name="connsiteY20" fmla="*/ 33216 h 97461"/>
                    <a:gd name="connsiteX21" fmla="*/ 42952 w 62083"/>
                    <a:gd name="connsiteY21" fmla="*/ 40374 h 97461"/>
                    <a:gd name="connsiteX22" fmla="*/ 48126 w 62083"/>
                    <a:gd name="connsiteY22" fmla="*/ 60105 h 97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2083" h="97461">
                      <a:moveTo>
                        <a:pt x="9334" y="35873"/>
                      </a:moveTo>
                      <a:lnTo>
                        <a:pt x="9334" y="-930"/>
                      </a:lnTo>
                      <a:lnTo>
                        <a:pt x="-2123" y="-930"/>
                      </a:lnTo>
                      <a:lnTo>
                        <a:pt x="-2123" y="94866"/>
                      </a:lnTo>
                      <a:lnTo>
                        <a:pt x="9334" y="94866"/>
                      </a:lnTo>
                      <a:lnTo>
                        <a:pt x="9334" y="84336"/>
                      </a:lnTo>
                      <a:cubicBezTo>
                        <a:pt x="11739" y="88461"/>
                        <a:pt x="14765" y="91521"/>
                        <a:pt x="18413" y="93517"/>
                      </a:cubicBezTo>
                      <a:cubicBezTo>
                        <a:pt x="22073" y="95527"/>
                        <a:pt x="26441" y="96531"/>
                        <a:pt x="31515" y="96531"/>
                      </a:cubicBezTo>
                      <a:cubicBezTo>
                        <a:pt x="39946" y="96531"/>
                        <a:pt x="46791" y="93187"/>
                        <a:pt x="52051" y="86498"/>
                      </a:cubicBezTo>
                      <a:cubicBezTo>
                        <a:pt x="57324" y="79809"/>
                        <a:pt x="59960" y="71011"/>
                        <a:pt x="59960" y="60105"/>
                      </a:cubicBezTo>
                      <a:cubicBezTo>
                        <a:pt x="59960" y="49199"/>
                        <a:pt x="57324" y="40394"/>
                        <a:pt x="52051" y="33692"/>
                      </a:cubicBezTo>
                      <a:cubicBezTo>
                        <a:pt x="46791" y="27003"/>
                        <a:pt x="39946" y="23658"/>
                        <a:pt x="31515" y="23658"/>
                      </a:cubicBezTo>
                      <a:cubicBezTo>
                        <a:pt x="26441" y="23658"/>
                        <a:pt x="22073" y="24663"/>
                        <a:pt x="18413" y="26672"/>
                      </a:cubicBezTo>
                      <a:cubicBezTo>
                        <a:pt x="14765" y="28682"/>
                        <a:pt x="11739" y="31749"/>
                        <a:pt x="9334" y="35873"/>
                      </a:cubicBezTo>
                      <a:close/>
                      <a:moveTo>
                        <a:pt x="48126" y="60105"/>
                      </a:moveTo>
                      <a:cubicBezTo>
                        <a:pt x="48126" y="68486"/>
                        <a:pt x="46401" y="75063"/>
                        <a:pt x="42952" y="79835"/>
                      </a:cubicBezTo>
                      <a:cubicBezTo>
                        <a:pt x="39503" y="84607"/>
                        <a:pt x="34766" y="86993"/>
                        <a:pt x="28740" y="86993"/>
                      </a:cubicBezTo>
                      <a:cubicBezTo>
                        <a:pt x="22701" y="86993"/>
                        <a:pt x="17957" y="84607"/>
                        <a:pt x="14508" y="79835"/>
                      </a:cubicBezTo>
                      <a:cubicBezTo>
                        <a:pt x="11058" y="75063"/>
                        <a:pt x="9334" y="68486"/>
                        <a:pt x="9334" y="60105"/>
                      </a:cubicBezTo>
                      <a:cubicBezTo>
                        <a:pt x="9334" y="51724"/>
                        <a:pt x="11058" y="45147"/>
                        <a:pt x="14508" y="40374"/>
                      </a:cubicBezTo>
                      <a:cubicBezTo>
                        <a:pt x="17957" y="35602"/>
                        <a:pt x="22701" y="33216"/>
                        <a:pt x="28740" y="33216"/>
                      </a:cubicBezTo>
                      <a:cubicBezTo>
                        <a:pt x="34766" y="33216"/>
                        <a:pt x="39503" y="35602"/>
                        <a:pt x="42952" y="40374"/>
                      </a:cubicBezTo>
                      <a:cubicBezTo>
                        <a:pt x="46401" y="45147"/>
                        <a:pt x="48126" y="51724"/>
                        <a:pt x="48126" y="6010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19" name="Freeform: Shape 218">
                  <a:extLst>
                    <a:ext uri="{FF2B5EF4-FFF2-40B4-BE49-F238E27FC236}">
                      <a16:creationId xmlns:a16="http://schemas.microsoft.com/office/drawing/2014/main" id="{BDE7AB4D-BB48-84B2-C743-A8569302C198}"/>
                    </a:ext>
                  </a:extLst>
                </p:cNvPr>
                <p:cNvSpPr/>
                <p:nvPr/>
              </p:nvSpPr>
              <p:spPr>
                <a:xfrm rot="-5400000" flipV="1">
                  <a:off x="3428007" y="3611720"/>
                  <a:ext cx="63688" cy="72873"/>
                </a:xfrm>
                <a:custGeom>
                  <a:avLst/>
                  <a:gdLst>
                    <a:gd name="connsiteX0" fmla="*/ 29898 w 63688"/>
                    <a:gd name="connsiteY0" fmla="*/ 61660 h 72873"/>
                    <a:gd name="connsiteX1" fmla="*/ 15408 w 63688"/>
                    <a:gd name="connsiteY1" fmla="*/ 54502 h 72873"/>
                    <a:gd name="connsiteX2" fmla="*/ 10075 w 63688"/>
                    <a:gd name="connsiteY2" fmla="*/ 34890 h 72873"/>
                    <a:gd name="connsiteX3" fmla="*/ 15368 w 63688"/>
                    <a:gd name="connsiteY3" fmla="*/ 15279 h 72873"/>
                    <a:gd name="connsiteX4" fmla="*/ 29898 w 63688"/>
                    <a:gd name="connsiteY4" fmla="*/ 8121 h 72873"/>
                    <a:gd name="connsiteX5" fmla="*/ 44328 w 63688"/>
                    <a:gd name="connsiteY5" fmla="*/ 15299 h 72873"/>
                    <a:gd name="connsiteX6" fmla="*/ 49660 w 63688"/>
                    <a:gd name="connsiteY6" fmla="*/ 34890 h 72873"/>
                    <a:gd name="connsiteX7" fmla="*/ 44328 w 63688"/>
                    <a:gd name="connsiteY7" fmla="*/ 54442 h 72873"/>
                    <a:gd name="connsiteX8" fmla="*/ 29898 w 63688"/>
                    <a:gd name="connsiteY8" fmla="*/ 61660 h 72873"/>
                    <a:gd name="connsiteX9" fmla="*/ 29898 w 63688"/>
                    <a:gd name="connsiteY9" fmla="*/ 71317 h 72873"/>
                    <a:gd name="connsiteX10" fmla="*/ 53248 w 63688"/>
                    <a:gd name="connsiteY10" fmla="*/ 61640 h 72873"/>
                    <a:gd name="connsiteX11" fmla="*/ 61752 w 63688"/>
                    <a:gd name="connsiteY11" fmla="*/ 34890 h 72873"/>
                    <a:gd name="connsiteX12" fmla="*/ 53248 w 63688"/>
                    <a:gd name="connsiteY12" fmla="*/ 8140 h 72873"/>
                    <a:gd name="connsiteX13" fmla="*/ 29898 w 63688"/>
                    <a:gd name="connsiteY13" fmla="*/ -1556 h 72873"/>
                    <a:gd name="connsiteX14" fmla="*/ 6507 w 63688"/>
                    <a:gd name="connsiteY14" fmla="*/ 8140 h 72873"/>
                    <a:gd name="connsiteX15" fmla="*/ -1937 w 63688"/>
                    <a:gd name="connsiteY15" fmla="*/ 34890 h 72873"/>
                    <a:gd name="connsiteX16" fmla="*/ 6507 w 63688"/>
                    <a:gd name="connsiteY16" fmla="*/ 61640 h 72873"/>
                    <a:gd name="connsiteX17" fmla="*/ 29898 w 63688"/>
                    <a:gd name="connsiteY17" fmla="*/ 71317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3688" h="72873">
                      <a:moveTo>
                        <a:pt x="29898" y="61660"/>
                      </a:moveTo>
                      <a:cubicBezTo>
                        <a:pt x="23792" y="61660"/>
                        <a:pt x="18962" y="59274"/>
                        <a:pt x="15408" y="54502"/>
                      </a:cubicBezTo>
                      <a:cubicBezTo>
                        <a:pt x="11853" y="49729"/>
                        <a:pt x="10075" y="43192"/>
                        <a:pt x="10075" y="34890"/>
                      </a:cubicBezTo>
                      <a:cubicBezTo>
                        <a:pt x="10075" y="26588"/>
                        <a:pt x="11840" y="20051"/>
                        <a:pt x="15368" y="15279"/>
                      </a:cubicBezTo>
                      <a:cubicBezTo>
                        <a:pt x="18910" y="10507"/>
                        <a:pt x="23753" y="8121"/>
                        <a:pt x="29898" y="8121"/>
                      </a:cubicBezTo>
                      <a:cubicBezTo>
                        <a:pt x="35977" y="8121"/>
                        <a:pt x="40787" y="10513"/>
                        <a:pt x="44328" y="15299"/>
                      </a:cubicBezTo>
                      <a:cubicBezTo>
                        <a:pt x="47883" y="20097"/>
                        <a:pt x="49660" y="26628"/>
                        <a:pt x="49660" y="34890"/>
                      </a:cubicBezTo>
                      <a:cubicBezTo>
                        <a:pt x="49660" y="43113"/>
                        <a:pt x="47883" y="49630"/>
                        <a:pt x="44328" y="54442"/>
                      </a:cubicBezTo>
                      <a:cubicBezTo>
                        <a:pt x="40787" y="59254"/>
                        <a:pt x="35977" y="61660"/>
                        <a:pt x="29898" y="61660"/>
                      </a:cubicBezTo>
                      <a:close/>
                      <a:moveTo>
                        <a:pt x="29898" y="71317"/>
                      </a:moveTo>
                      <a:cubicBezTo>
                        <a:pt x="39809" y="71317"/>
                        <a:pt x="47592" y="68091"/>
                        <a:pt x="53248" y="61640"/>
                      </a:cubicBezTo>
                      <a:cubicBezTo>
                        <a:pt x="58917" y="55202"/>
                        <a:pt x="61752" y="46286"/>
                        <a:pt x="61752" y="34890"/>
                      </a:cubicBezTo>
                      <a:cubicBezTo>
                        <a:pt x="61752" y="23535"/>
                        <a:pt x="58917" y="14618"/>
                        <a:pt x="53248" y="8140"/>
                      </a:cubicBezTo>
                      <a:cubicBezTo>
                        <a:pt x="47592" y="1676"/>
                        <a:pt x="39809" y="-1556"/>
                        <a:pt x="29898" y="-1556"/>
                      </a:cubicBezTo>
                      <a:cubicBezTo>
                        <a:pt x="19947" y="-1556"/>
                        <a:pt x="12150" y="1676"/>
                        <a:pt x="6507" y="8140"/>
                      </a:cubicBezTo>
                      <a:cubicBezTo>
                        <a:pt x="878" y="14618"/>
                        <a:pt x="-1937" y="23535"/>
                        <a:pt x="-1937" y="34890"/>
                      </a:cubicBezTo>
                      <a:cubicBezTo>
                        <a:pt x="-1937" y="46286"/>
                        <a:pt x="878" y="55202"/>
                        <a:pt x="6507" y="61640"/>
                      </a:cubicBezTo>
                      <a:cubicBezTo>
                        <a:pt x="12150" y="68091"/>
                        <a:pt x="19947" y="71317"/>
                        <a:pt x="29898" y="7131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20" name="Freeform: Shape 219">
                  <a:extLst>
                    <a:ext uri="{FF2B5EF4-FFF2-40B4-BE49-F238E27FC236}">
                      <a16:creationId xmlns:a16="http://schemas.microsoft.com/office/drawing/2014/main" id="{E9F5BC19-52D9-375C-3C32-BB844D457A2C}"/>
                    </a:ext>
                  </a:extLst>
                </p:cNvPr>
                <p:cNvSpPr/>
                <p:nvPr/>
              </p:nvSpPr>
              <p:spPr>
                <a:xfrm rot="-5400000" flipV="1">
                  <a:off x="3433339" y="3539529"/>
                  <a:ext cx="53024" cy="72873"/>
                </a:xfrm>
                <a:custGeom>
                  <a:avLst/>
                  <a:gdLst>
                    <a:gd name="connsiteX0" fmla="*/ 47636 w 53024"/>
                    <a:gd name="connsiteY0" fmla="*/ 67603 h 72873"/>
                    <a:gd name="connsiteX1" fmla="*/ 47636 w 53024"/>
                    <a:gd name="connsiteY1" fmla="*/ 56816 h 72873"/>
                    <a:gd name="connsiteX2" fmla="*/ 37606 w 53024"/>
                    <a:gd name="connsiteY2" fmla="*/ 60524 h 72873"/>
                    <a:gd name="connsiteX3" fmla="*/ 26823 w 53024"/>
                    <a:gd name="connsiteY3" fmla="*/ 61773 h 72873"/>
                    <a:gd name="connsiteX4" fmla="*/ 14097 w 53024"/>
                    <a:gd name="connsiteY4" fmla="*/ 59176 h 72873"/>
                    <a:gd name="connsiteX5" fmla="*/ 9855 w 53024"/>
                    <a:gd name="connsiteY5" fmla="*/ 51363 h 72873"/>
                    <a:gd name="connsiteX6" fmla="*/ 12888 w 53024"/>
                    <a:gd name="connsiteY6" fmla="*/ 45136 h 72873"/>
                    <a:gd name="connsiteX7" fmla="*/ 25098 w 53024"/>
                    <a:gd name="connsiteY7" fmla="*/ 40833 h 72873"/>
                    <a:gd name="connsiteX8" fmla="*/ 29003 w 53024"/>
                    <a:gd name="connsiteY8" fmla="*/ 39961 h 72873"/>
                    <a:gd name="connsiteX9" fmla="*/ 46249 w 53024"/>
                    <a:gd name="connsiteY9" fmla="*/ 32624 h 72873"/>
                    <a:gd name="connsiteX10" fmla="*/ 51363 w 53024"/>
                    <a:gd name="connsiteY10" fmla="*/ 19398 h 72873"/>
                    <a:gd name="connsiteX11" fmla="*/ 43711 w 53024"/>
                    <a:gd name="connsiteY11" fmla="*/ 4070 h 72873"/>
                    <a:gd name="connsiteX12" fmla="*/ 22680 w 53024"/>
                    <a:gd name="connsiteY12" fmla="*/ -1562 h 72873"/>
                    <a:gd name="connsiteX13" fmla="*/ 11064 w 53024"/>
                    <a:gd name="connsiteY13" fmla="*/ -471 h 72873"/>
                    <a:gd name="connsiteX14" fmla="*/ -1662 w 53024"/>
                    <a:gd name="connsiteY14" fmla="*/ 2781 h 72873"/>
                    <a:gd name="connsiteX15" fmla="*/ -1662 w 53024"/>
                    <a:gd name="connsiteY15" fmla="*/ 14559 h 72873"/>
                    <a:gd name="connsiteX16" fmla="*/ 10787 w 53024"/>
                    <a:gd name="connsiteY16" fmla="*/ 9622 h 72873"/>
                    <a:gd name="connsiteX17" fmla="*/ 22938 w 53024"/>
                    <a:gd name="connsiteY17" fmla="*/ 7996 h 72873"/>
                    <a:gd name="connsiteX18" fmla="*/ 35307 w 53024"/>
                    <a:gd name="connsiteY18" fmla="*/ 10752 h 72873"/>
                    <a:gd name="connsiteX19" fmla="*/ 39648 w 53024"/>
                    <a:gd name="connsiteY19" fmla="*/ 18525 h 72873"/>
                    <a:gd name="connsiteX20" fmla="*/ 36516 w 53024"/>
                    <a:gd name="connsiteY20" fmla="*/ 25644 h 72873"/>
                    <a:gd name="connsiteX21" fmla="*/ 22799 w 53024"/>
                    <a:gd name="connsiteY21" fmla="*/ 30423 h 72873"/>
                    <a:gd name="connsiteX22" fmla="*/ 18834 w 53024"/>
                    <a:gd name="connsiteY22" fmla="*/ 31355 h 72873"/>
                    <a:gd name="connsiteX23" fmla="*/ 3532 w 53024"/>
                    <a:gd name="connsiteY23" fmla="*/ 38196 h 72873"/>
                    <a:gd name="connsiteX24" fmla="*/ -1166 w 53024"/>
                    <a:gd name="connsiteY24" fmla="*/ 50867 h 72873"/>
                    <a:gd name="connsiteX25" fmla="*/ 5772 w 53024"/>
                    <a:gd name="connsiteY25" fmla="*/ 65977 h 72873"/>
                    <a:gd name="connsiteX26" fmla="*/ 25475 w 53024"/>
                    <a:gd name="connsiteY26" fmla="*/ 71311 h 72873"/>
                    <a:gd name="connsiteX27" fmla="*/ 37348 w 53024"/>
                    <a:gd name="connsiteY27" fmla="*/ 70379 h 72873"/>
                    <a:gd name="connsiteX28" fmla="*/ 47636 w 53024"/>
                    <a:gd name="connsiteY28" fmla="*/ 67603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3024" h="72873">
                      <a:moveTo>
                        <a:pt x="47636" y="67603"/>
                      </a:moveTo>
                      <a:lnTo>
                        <a:pt x="47636" y="56816"/>
                      </a:lnTo>
                      <a:cubicBezTo>
                        <a:pt x="44425" y="58468"/>
                        <a:pt x="41082" y="59704"/>
                        <a:pt x="37606" y="60524"/>
                      </a:cubicBezTo>
                      <a:cubicBezTo>
                        <a:pt x="34144" y="61357"/>
                        <a:pt x="30549" y="61773"/>
                        <a:pt x="26823" y="61773"/>
                      </a:cubicBezTo>
                      <a:cubicBezTo>
                        <a:pt x="21167" y="61773"/>
                        <a:pt x="16925" y="60907"/>
                        <a:pt x="14097" y="59176"/>
                      </a:cubicBezTo>
                      <a:cubicBezTo>
                        <a:pt x="11269" y="57444"/>
                        <a:pt x="9855" y="54840"/>
                        <a:pt x="9855" y="51363"/>
                      </a:cubicBezTo>
                      <a:cubicBezTo>
                        <a:pt x="9855" y="48719"/>
                        <a:pt x="10866" y="46643"/>
                        <a:pt x="12888" y="45136"/>
                      </a:cubicBezTo>
                      <a:cubicBezTo>
                        <a:pt x="14910" y="43629"/>
                        <a:pt x="18980" y="42195"/>
                        <a:pt x="25098" y="40833"/>
                      </a:cubicBezTo>
                      <a:lnTo>
                        <a:pt x="29003" y="39961"/>
                      </a:lnTo>
                      <a:cubicBezTo>
                        <a:pt x="37091" y="38229"/>
                        <a:pt x="42839" y="35783"/>
                        <a:pt x="46249" y="32624"/>
                      </a:cubicBezTo>
                      <a:cubicBezTo>
                        <a:pt x="49658" y="29465"/>
                        <a:pt x="51363" y="25056"/>
                        <a:pt x="51363" y="19398"/>
                      </a:cubicBezTo>
                      <a:cubicBezTo>
                        <a:pt x="51363" y="12947"/>
                        <a:pt x="48812" y="7837"/>
                        <a:pt x="43711" y="4070"/>
                      </a:cubicBezTo>
                      <a:cubicBezTo>
                        <a:pt x="38610" y="315"/>
                        <a:pt x="31600" y="-1562"/>
                        <a:pt x="22680" y="-1562"/>
                      </a:cubicBezTo>
                      <a:cubicBezTo>
                        <a:pt x="18967" y="-1562"/>
                        <a:pt x="15095" y="-1198"/>
                        <a:pt x="11064" y="-471"/>
                      </a:cubicBezTo>
                      <a:cubicBezTo>
                        <a:pt x="7034" y="256"/>
                        <a:pt x="2792" y="1340"/>
                        <a:pt x="-1662" y="2781"/>
                      </a:cubicBezTo>
                      <a:lnTo>
                        <a:pt x="-1662" y="14559"/>
                      </a:lnTo>
                      <a:cubicBezTo>
                        <a:pt x="2554" y="12365"/>
                        <a:pt x="6703" y="10719"/>
                        <a:pt x="10787" y="9622"/>
                      </a:cubicBezTo>
                      <a:cubicBezTo>
                        <a:pt x="14870" y="8538"/>
                        <a:pt x="18920" y="7996"/>
                        <a:pt x="22938" y="7996"/>
                      </a:cubicBezTo>
                      <a:cubicBezTo>
                        <a:pt x="28303" y="7996"/>
                        <a:pt x="32426" y="8915"/>
                        <a:pt x="35307" y="10752"/>
                      </a:cubicBezTo>
                      <a:cubicBezTo>
                        <a:pt x="38201" y="12590"/>
                        <a:pt x="39648" y="15181"/>
                        <a:pt x="39648" y="18525"/>
                      </a:cubicBezTo>
                      <a:cubicBezTo>
                        <a:pt x="39648" y="21619"/>
                        <a:pt x="38604" y="23992"/>
                        <a:pt x="36516" y="25644"/>
                      </a:cubicBezTo>
                      <a:cubicBezTo>
                        <a:pt x="34441" y="27296"/>
                        <a:pt x="29869" y="28889"/>
                        <a:pt x="22799" y="30423"/>
                      </a:cubicBezTo>
                      <a:lnTo>
                        <a:pt x="18834" y="31355"/>
                      </a:lnTo>
                      <a:cubicBezTo>
                        <a:pt x="11778" y="32836"/>
                        <a:pt x="6677" y="35116"/>
                        <a:pt x="3532" y="38196"/>
                      </a:cubicBezTo>
                      <a:cubicBezTo>
                        <a:pt x="400" y="41276"/>
                        <a:pt x="-1166" y="45500"/>
                        <a:pt x="-1166" y="50867"/>
                      </a:cubicBezTo>
                      <a:cubicBezTo>
                        <a:pt x="-1166" y="57398"/>
                        <a:pt x="1146" y="62434"/>
                        <a:pt x="5772" y="65977"/>
                      </a:cubicBezTo>
                      <a:cubicBezTo>
                        <a:pt x="10397" y="69533"/>
                        <a:pt x="16964" y="71311"/>
                        <a:pt x="25475" y="71311"/>
                      </a:cubicBezTo>
                      <a:cubicBezTo>
                        <a:pt x="29677" y="71311"/>
                        <a:pt x="33635" y="71001"/>
                        <a:pt x="37348" y="70379"/>
                      </a:cubicBezTo>
                      <a:cubicBezTo>
                        <a:pt x="41075" y="69771"/>
                        <a:pt x="44504" y="68846"/>
                        <a:pt x="47636" y="6760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21" name="Freeform: Shape 220">
                  <a:extLst>
                    <a:ext uri="{FF2B5EF4-FFF2-40B4-BE49-F238E27FC236}">
                      <a16:creationId xmlns:a16="http://schemas.microsoft.com/office/drawing/2014/main" id="{66129D2F-2B04-A05A-8EE4-0A6F5E4E1EAB}"/>
                    </a:ext>
                  </a:extLst>
                </p:cNvPr>
                <p:cNvSpPr/>
                <p:nvPr/>
              </p:nvSpPr>
              <p:spPr>
                <a:xfrm rot="-5400000" flipV="1">
                  <a:off x="3440574" y="3477376"/>
                  <a:ext cx="11397" cy="96430"/>
                </a:xfrm>
                <a:custGeom>
                  <a:avLst/>
                  <a:gdLst>
                    <a:gd name="connsiteX0" fmla="*/ -869 w 11397"/>
                    <a:gd name="connsiteY0" fmla="*/ 67152 h 96430"/>
                    <a:gd name="connsiteX1" fmla="*/ 10529 w 11397"/>
                    <a:gd name="connsiteY1" fmla="*/ 67152 h 96430"/>
                    <a:gd name="connsiteX2" fmla="*/ 10529 w 11397"/>
                    <a:gd name="connsiteY2" fmla="*/ -2251 h 96430"/>
                    <a:gd name="connsiteX3" fmla="*/ -869 w 11397"/>
                    <a:gd name="connsiteY3" fmla="*/ -2251 h 96430"/>
                    <a:gd name="connsiteX4" fmla="*/ -869 w 11397"/>
                    <a:gd name="connsiteY4" fmla="*/ 67152 h 96430"/>
                    <a:gd name="connsiteX5" fmla="*/ -869 w 11397"/>
                    <a:gd name="connsiteY5" fmla="*/ 94180 h 96430"/>
                    <a:gd name="connsiteX6" fmla="*/ 10529 w 11397"/>
                    <a:gd name="connsiteY6" fmla="*/ 94180 h 96430"/>
                    <a:gd name="connsiteX7" fmla="*/ 10529 w 11397"/>
                    <a:gd name="connsiteY7" fmla="*/ 79724 h 96430"/>
                    <a:gd name="connsiteX8" fmla="*/ -869 w 11397"/>
                    <a:gd name="connsiteY8" fmla="*/ 79724 h 96430"/>
                    <a:gd name="connsiteX9" fmla="*/ -869 w 11397"/>
                    <a:gd name="connsiteY9" fmla="*/ 94180 h 96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397" h="96430">
                      <a:moveTo>
                        <a:pt x="-869" y="67152"/>
                      </a:moveTo>
                      <a:lnTo>
                        <a:pt x="10529" y="67152"/>
                      </a:lnTo>
                      <a:lnTo>
                        <a:pt x="10529" y="-2251"/>
                      </a:lnTo>
                      <a:lnTo>
                        <a:pt x="-869" y="-2251"/>
                      </a:lnTo>
                      <a:lnTo>
                        <a:pt x="-869" y="67152"/>
                      </a:lnTo>
                      <a:close/>
                      <a:moveTo>
                        <a:pt x="-869" y="94180"/>
                      </a:moveTo>
                      <a:lnTo>
                        <a:pt x="10529" y="94180"/>
                      </a:lnTo>
                      <a:lnTo>
                        <a:pt x="10529" y="79724"/>
                      </a:lnTo>
                      <a:lnTo>
                        <a:pt x="-869" y="79724"/>
                      </a:lnTo>
                      <a:lnTo>
                        <a:pt x="-869" y="941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22" name="Freeform: Shape 221">
                  <a:extLst>
                    <a:ext uri="{FF2B5EF4-FFF2-40B4-BE49-F238E27FC236}">
                      <a16:creationId xmlns:a16="http://schemas.microsoft.com/office/drawing/2014/main" id="{B3256D22-7BBB-316B-70A4-0E9C1CAA6D24}"/>
                    </a:ext>
                  </a:extLst>
                </p:cNvPr>
                <p:cNvSpPr/>
                <p:nvPr/>
              </p:nvSpPr>
              <p:spPr>
                <a:xfrm rot="-5400000" flipV="1">
                  <a:off x="3428284" y="3438369"/>
                  <a:ext cx="43291" cy="89113"/>
                </a:xfrm>
                <a:custGeom>
                  <a:avLst/>
                  <a:gdLst>
                    <a:gd name="connsiteX0" fmla="*/ 18580 w 43291"/>
                    <a:gd name="connsiteY0" fmla="*/ 87044 h 89113"/>
                    <a:gd name="connsiteX1" fmla="*/ 18580 w 43291"/>
                    <a:gd name="connsiteY1" fmla="*/ 67333 h 89113"/>
                    <a:gd name="connsiteX2" fmla="*/ 42050 w 43291"/>
                    <a:gd name="connsiteY2" fmla="*/ 67333 h 89113"/>
                    <a:gd name="connsiteX3" fmla="*/ 42050 w 43291"/>
                    <a:gd name="connsiteY3" fmla="*/ 58469 h 89113"/>
                    <a:gd name="connsiteX4" fmla="*/ 18580 w 43291"/>
                    <a:gd name="connsiteY4" fmla="*/ 58469 h 89113"/>
                    <a:gd name="connsiteX5" fmla="*/ 18580 w 43291"/>
                    <a:gd name="connsiteY5" fmla="*/ 20794 h 89113"/>
                    <a:gd name="connsiteX6" fmla="*/ 20899 w 43291"/>
                    <a:gd name="connsiteY6" fmla="*/ 9887 h 89113"/>
                    <a:gd name="connsiteX7" fmla="*/ 30355 w 43291"/>
                    <a:gd name="connsiteY7" fmla="*/ 7468 h 89113"/>
                    <a:gd name="connsiteX8" fmla="*/ 42050 w 43291"/>
                    <a:gd name="connsiteY8" fmla="*/ 7468 h 89113"/>
                    <a:gd name="connsiteX9" fmla="*/ 42050 w 43291"/>
                    <a:gd name="connsiteY9" fmla="*/ -2070 h 89113"/>
                    <a:gd name="connsiteX10" fmla="*/ 30355 w 43291"/>
                    <a:gd name="connsiteY10" fmla="*/ -2070 h 89113"/>
                    <a:gd name="connsiteX11" fmla="*/ 12138 w 43291"/>
                    <a:gd name="connsiteY11" fmla="*/ 2848 h 89113"/>
                    <a:gd name="connsiteX12" fmla="*/ 7123 w 43291"/>
                    <a:gd name="connsiteY12" fmla="*/ 20794 h 89113"/>
                    <a:gd name="connsiteX13" fmla="*/ 7123 w 43291"/>
                    <a:gd name="connsiteY13" fmla="*/ 58469 h 89113"/>
                    <a:gd name="connsiteX14" fmla="*/ -1242 w 43291"/>
                    <a:gd name="connsiteY14" fmla="*/ 58469 h 89113"/>
                    <a:gd name="connsiteX15" fmla="*/ -1242 w 43291"/>
                    <a:gd name="connsiteY15" fmla="*/ 67333 h 89113"/>
                    <a:gd name="connsiteX16" fmla="*/ 7123 w 43291"/>
                    <a:gd name="connsiteY16" fmla="*/ 67333 h 89113"/>
                    <a:gd name="connsiteX17" fmla="*/ 7123 w 43291"/>
                    <a:gd name="connsiteY17" fmla="*/ 87044 h 89113"/>
                    <a:gd name="connsiteX18" fmla="*/ 18580 w 43291"/>
                    <a:gd name="connsiteY18" fmla="*/ 87044 h 89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3291" h="89113">
                      <a:moveTo>
                        <a:pt x="18580" y="87044"/>
                      </a:moveTo>
                      <a:lnTo>
                        <a:pt x="18580" y="67333"/>
                      </a:lnTo>
                      <a:lnTo>
                        <a:pt x="42050" y="67333"/>
                      </a:lnTo>
                      <a:lnTo>
                        <a:pt x="42050" y="58469"/>
                      </a:lnTo>
                      <a:lnTo>
                        <a:pt x="18580" y="58469"/>
                      </a:lnTo>
                      <a:lnTo>
                        <a:pt x="18580" y="20794"/>
                      </a:lnTo>
                      <a:cubicBezTo>
                        <a:pt x="18580" y="15136"/>
                        <a:pt x="19353" y="11500"/>
                        <a:pt x="20899" y="9887"/>
                      </a:cubicBezTo>
                      <a:cubicBezTo>
                        <a:pt x="22445" y="8275"/>
                        <a:pt x="25597" y="7468"/>
                        <a:pt x="30355" y="7468"/>
                      </a:cubicBezTo>
                      <a:lnTo>
                        <a:pt x="42050" y="7468"/>
                      </a:lnTo>
                      <a:lnTo>
                        <a:pt x="42050" y="-2070"/>
                      </a:lnTo>
                      <a:lnTo>
                        <a:pt x="30355" y="-2070"/>
                      </a:lnTo>
                      <a:cubicBezTo>
                        <a:pt x="21553" y="-2070"/>
                        <a:pt x="15481" y="-431"/>
                        <a:pt x="12138" y="2848"/>
                      </a:cubicBezTo>
                      <a:cubicBezTo>
                        <a:pt x="8795" y="6140"/>
                        <a:pt x="7123" y="12121"/>
                        <a:pt x="7123" y="20794"/>
                      </a:cubicBezTo>
                      <a:lnTo>
                        <a:pt x="7123" y="58469"/>
                      </a:lnTo>
                      <a:lnTo>
                        <a:pt x="-1242" y="58469"/>
                      </a:lnTo>
                      <a:lnTo>
                        <a:pt x="-1242" y="67333"/>
                      </a:lnTo>
                      <a:lnTo>
                        <a:pt x="7123" y="67333"/>
                      </a:lnTo>
                      <a:lnTo>
                        <a:pt x="7123" y="87044"/>
                      </a:lnTo>
                      <a:lnTo>
                        <a:pt x="18580" y="870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23" name="Freeform: Shape 222">
                  <a:extLst>
                    <a:ext uri="{FF2B5EF4-FFF2-40B4-BE49-F238E27FC236}">
                      <a16:creationId xmlns:a16="http://schemas.microsoft.com/office/drawing/2014/main" id="{F24B217F-0629-4C87-3CE3-A2C5F8470C84}"/>
                    </a:ext>
                  </a:extLst>
                </p:cNvPr>
                <p:cNvSpPr/>
                <p:nvPr/>
              </p:nvSpPr>
              <p:spPr>
                <a:xfrm rot="-5400000" flipV="1">
                  <a:off x="3440574" y="3392358"/>
                  <a:ext cx="11397" cy="96430"/>
                </a:xfrm>
                <a:custGeom>
                  <a:avLst/>
                  <a:gdLst>
                    <a:gd name="connsiteX0" fmla="*/ -869 w 11397"/>
                    <a:gd name="connsiteY0" fmla="*/ 67145 h 96430"/>
                    <a:gd name="connsiteX1" fmla="*/ 10529 w 11397"/>
                    <a:gd name="connsiteY1" fmla="*/ 67145 h 96430"/>
                    <a:gd name="connsiteX2" fmla="*/ 10529 w 11397"/>
                    <a:gd name="connsiteY2" fmla="*/ -2258 h 96430"/>
                    <a:gd name="connsiteX3" fmla="*/ -869 w 11397"/>
                    <a:gd name="connsiteY3" fmla="*/ -2258 h 96430"/>
                    <a:gd name="connsiteX4" fmla="*/ -869 w 11397"/>
                    <a:gd name="connsiteY4" fmla="*/ 67145 h 96430"/>
                    <a:gd name="connsiteX5" fmla="*/ -869 w 11397"/>
                    <a:gd name="connsiteY5" fmla="*/ 94173 h 96430"/>
                    <a:gd name="connsiteX6" fmla="*/ 10529 w 11397"/>
                    <a:gd name="connsiteY6" fmla="*/ 94173 h 96430"/>
                    <a:gd name="connsiteX7" fmla="*/ 10529 w 11397"/>
                    <a:gd name="connsiteY7" fmla="*/ 79717 h 96430"/>
                    <a:gd name="connsiteX8" fmla="*/ -869 w 11397"/>
                    <a:gd name="connsiteY8" fmla="*/ 79717 h 96430"/>
                    <a:gd name="connsiteX9" fmla="*/ -869 w 11397"/>
                    <a:gd name="connsiteY9" fmla="*/ 94173 h 96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397" h="96430">
                      <a:moveTo>
                        <a:pt x="-869" y="67145"/>
                      </a:moveTo>
                      <a:lnTo>
                        <a:pt x="10529" y="67145"/>
                      </a:lnTo>
                      <a:lnTo>
                        <a:pt x="10529" y="-2258"/>
                      </a:lnTo>
                      <a:lnTo>
                        <a:pt x="-869" y="-2258"/>
                      </a:lnTo>
                      <a:lnTo>
                        <a:pt x="-869" y="67145"/>
                      </a:lnTo>
                      <a:close/>
                      <a:moveTo>
                        <a:pt x="-869" y="94173"/>
                      </a:moveTo>
                      <a:lnTo>
                        <a:pt x="10529" y="94173"/>
                      </a:lnTo>
                      <a:lnTo>
                        <a:pt x="10529" y="79717"/>
                      </a:lnTo>
                      <a:lnTo>
                        <a:pt x="-869" y="79717"/>
                      </a:lnTo>
                      <a:lnTo>
                        <a:pt x="-869" y="941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24" name="Freeform: Shape 223">
                  <a:extLst>
                    <a:ext uri="{FF2B5EF4-FFF2-40B4-BE49-F238E27FC236}">
                      <a16:creationId xmlns:a16="http://schemas.microsoft.com/office/drawing/2014/main" id="{669955CB-C002-DC1F-5C8F-0ECBA72A615E}"/>
                    </a:ext>
                  </a:extLst>
                </p:cNvPr>
                <p:cNvSpPr/>
                <p:nvPr/>
              </p:nvSpPr>
              <p:spPr>
                <a:xfrm rot="-5400000" flipV="1">
                  <a:off x="3428007" y="3347679"/>
                  <a:ext cx="63688" cy="72873"/>
                </a:xfrm>
                <a:custGeom>
                  <a:avLst/>
                  <a:gdLst>
                    <a:gd name="connsiteX0" fmla="*/ 29898 w 63688"/>
                    <a:gd name="connsiteY0" fmla="*/ 61639 h 72873"/>
                    <a:gd name="connsiteX1" fmla="*/ 15408 w 63688"/>
                    <a:gd name="connsiteY1" fmla="*/ 54481 h 72873"/>
                    <a:gd name="connsiteX2" fmla="*/ 10075 w 63688"/>
                    <a:gd name="connsiteY2" fmla="*/ 34869 h 72873"/>
                    <a:gd name="connsiteX3" fmla="*/ 15368 w 63688"/>
                    <a:gd name="connsiteY3" fmla="*/ 15258 h 72873"/>
                    <a:gd name="connsiteX4" fmla="*/ 29898 w 63688"/>
                    <a:gd name="connsiteY4" fmla="*/ 8100 h 72873"/>
                    <a:gd name="connsiteX5" fmla="*/ 44328 w 63688"/>
                    <a:gd name="connsiteY5" fmla="*/ 15278 h 72873"/>
                    <a:gd name="connsiteX6" fmla="*/ 49660 w 63688"/>
                    <a:gd name="connsiteY6" fmla="*/ 34869 h 72873"/>
                    <a:gd name="connsiteX7" fmla="*/ 44328 w 63688"/>
                    <a:gd name="connsiteY7" fmla="*/ 54421 h 72873"/>
                    <a:gd name="connsiteX8" fmla="*/ 29898 w 63688"/>
                    <a:gd name="connsiteY8" fmla="*/ 61639 h 72873"/>
                    <a:gd name="connsiteX9" fmla="*/ 29898 w 63688"/>
                    <a:gd name="connsiteY9" fmla="*/ 71296 h 72873"/>
                    <a:gd name="connsiteX10" fmla="*/ 53248 w 63688"/>
                    <a:gd name="connsiteY10" fmla="*/ 61619 h 72873"/>
                    <a:gd name="connsiteX11" fmla="*/ 61752 w 63688"/>
                    <a:gd name="connsiteY11" fmla="*/ 34869 h 72873"/>
                    <a:gd name="connsiteX12" fmla="*/ 53248 w 63688"/>
                    <a:gd name="connsiteY12" fmla="*/ 8120 h 72873"/>
                    <a:gd name="connsiteX13" fmla="*/ 29898 w 63688"/>
                    <a:gd name="connsiteY13" fmla="*/ -1577 h 72873"/>
                    <a:gd name="connsiteX14" fmla="*/ 6507 w 63688"/>
                    <a:gd name="connsiteY14" fmla="*/ 8120 h 72873"/>
                    <a:gd name="connsiteX15" fmla="*/ -1937 w 63688"/>
                    <a:gd name="connsiteY15" fmla="*/ 34869 h 72873"/>
                    <a:gd name="connsiteX16" fmla="*/ 6507 w 63688"/>
                    <a:gd name="connsiteY16" fmla="*/ 61619 h 72873"/>
                    <a:gd name="connsiteX17" fmla="*/ 29898 w 63688"/>
                    <a:gd name="connsiteY17" fmla="*/ 71296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3688" h="72873">
                      <a:moveTo>
                        <a:pt x="29898" y="61639"/>
                      </a:moveTo>
                      <a:cubicBezTo>
                        <a:pt x="23792" y="61639"/>
                        <a:pt x="18962" y="59253"/>
                        <a:pt x="15408" y="54481"/>
                      </a:cubicBezTo>
                      <a:cubicBezTo>
                        <a:pt x="11853" y="49708"/>
                        <a:pt x="10075" y="43171"/>
                        <a:pt x="10075" y="34869"/>
                      </a:cubicBezTo>
                      <a:cubicBezTo>
                        <a:pt x="10075" y="26568"/>
                        <a:pt x="11840" y="20030"/>
                        <a:pt x="15368" y="15258"/>
                      </a:cubicBezTo>
                      <a:cubicBezTo>
                        <a:pt x="18910" y="10486"/>
                        <a:pt x="23753" y="8100"/>
                        <a:pt x="29898" y="8100"/>
                      </a:cubicBezTo>
                      <a:cubicBezTo>
                        <a:pt x="35977" y="8100"/>
                        <a:pt x="40787" y="10492"/>
                        <a:pt x="44328" y="15278"/>
                      </a:cubicBezTo>
                      <a:cubicBezTo>
                        <a:pt x="47883" y="20077"/>
                        <a:pt x="49660" y="26607"/>
                        <a:pt x="49660" y="34869"/>
                      </a:cubicBezTo>
                      <a:cubicBezTo>
                        <a:pt x="49660" y="43092"/>
                        <a:pt x="47883" y="49609"/>
                        <a:pt x="44328" y="54421"/>
                      </a:cubicBezTo>
                      <a:cubicBezTo>
                        <a:pt x="40787" y="59233"/>
                        <a:pt x="35977" y="61639"/>
                        <a:pt x="29898" y="61639"/>
                      </a:cubicBezTo>
                      <a:close/>
                      <a:moveTo>
                        <a:pt x="29898" y="71296"/>
                      </a:moveTo>
                      <a:cubicBezTo>
                        <a:pt x="39809" y="71296"/>
                        <a:pt x="47592" y="68070"/>
                        <a:pt x="53248" y="61619"/>
                      </a:cubicBezTo>
                      <a:cubicBezTo>
                        <a:pt x="58917" y="55181"/>
                        <a:pt x="61752" y="46265"/>
                        <a:pt x="61752" y="34869"/>
                      </a:cubicBezTo>
                      <a:cubicBezTo>
                        <a:pt x="61752" y="23514"/>
                        <a:pt x="58917" y="14597"/>
                        <a:pt x="53248" y="8120"/>
                      </a:cubicBezTo>
                      <a:cubicBezTo>
                        <a:pt x="47592" y="1655"/>
                        <a:pt x="39809" y="-1577"/>
                        <a:pt x="29898" y="-1577"/>
                      </a:cubicBezTo>
                      <a:cubicBezTo>
                        <a:pt x="19947" y="-1577"/>
                        <a:pt x="12150" y="1655"/>
                        <a:pt x="6507" y="8120"/>
                      </a:cubicBezTo>
                      <a:cubicBezTo>
                        <a:pt x="878" y="14597"/>
                        <a:pt x="-1937" y="23514"/>
                        <a:pt x="-1937" y="34869"/>
                      </a:cubicBezTo>
                      <a:cubicBezTo>
                        <a:pt x="-1937" y="46265"/>
                        <a:pt x="878" y="55181"/>
                        <a:pt x="6507" y="61619"/>
                      </a:cubicBezTo>
                      <a:cubicBezTo>
                        <a:pt x="12150" y="68070"/>
                        <a:pt x="19947" y="71296"/>
                        <a:pt x="29898" y="7129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25" name="Freeform: Shape 224">
                  <a:extLst>
                    <a:ext uri="{FF2B5EF4-FFF2-40B4-BE49-F238E27FC236}">
                      <a16:creationId xmlns:a16="http://schemas.microsoft.com/office/drawing/2014/main" id="{A8FB53D6-44FC-0379-EB3C-D6C242FFA731}"/>
                    </a:ext>
                  </a:extLst>
                </p:cNvPr>
                <p:cNvSpPr/>
                <p:nvPr/>
              </p:nvSpPr>
              <p:spPr>
                <a:xfrm rot="-5400000" flipV="1">
                  <a:off x="3429890" y="3269202"/>
                  <a:ext cx="58118" cy="71068"/>
                </a:xfrm>
                <a:custGeom>
                  <a:avLst/>
                  <a:gdLst>
                    <a:gd name="connsiteX0" fmla="*/ 56094 w 58118"/>
                    <a:gd name="connsiteY0" fmla="*/ 40271 h 71068"/>
                    <a:gd name="connsiteX1" fmla="*/ 56094 w 58118"/>
                    <a:gd name="connsiteY1" fmla="*/ -1629 h 71068"/>
                    <a:gd name="connsiteX2" fmla="*/ 44697 w 58118"/>
                    <a:gd name="connsiteY2" fmla="*/ -1629 h 71068"/>
                    <a:gd name="connsiteX3" fmla="*/ 44697 w 58118"/>
                    <a:gd name="connsiteY3" fmla="*/ 39894 h 71068"/>
                    <a:gd name="connsiteX4" fmla="*/ 40851 w 58118"/>
                    <a:gd name="connsiteY4" fmla="*/ 54627 h 71068"/>
                    <a:gd name="connsiteX5" fmla="*/ 29334 w 58118"/>
                    <a:gd name="connsiteY5" fmla="*/ 59525 h 71068"/>
                    <a:gd name="connsiteX6" fmla="*/ 14765 w 58118"/>
                    <a:gd name="connsiteY6" fmla="*/ 53636 h 71068"/>
                    <a:gd name="connsiteX7" fmla="*/ 9433 w 58118"/>
                    <a:gd name="connsiteY7" fmla="*/ 37594 h 71068"/>
                    <a:gd name="connsiteX8" fmla="*/ 9433 w 58118"/>
                    <a:gd name="connsiteY8" fmla="*/ -1629 h 71068"/>
                    <a:gd name="connsiteX9" fmla="*/ -2024 w 58118"/>
                    <a:gd name="connsiteY9" fmla="*/ -1629 h 71068"/>
                    <a:gd name="connsiteX10" fmla="*/ -2024 w 58118"/>
                    <a:gd name="connsiteY10" fmla="*/ 67774 h 71068"/>
                    <a:gd name="connsiteX11" fmla="*/ 9433 w 58118"/>
                    <a:gd name="connsiteY11" fmla="*/ 67774 h 71068"/>
                    <a:gd name="connsiteX12" fmla="*/ 9433 w 58118"/>
                    <a:gd name="connsiteY12" fmla="*/ 56987 h 71068"/>
                    <a:gd name="connsiteX13" fmla="*/ 19066 w 58118"/>
                    <a:gd name="connsiteY13" fmla="*/ 66346 h 71068"/>
                    <a:gd name="connsiteX14" fmla="*/ 31872 w 58118"/>
                    <a:gd name="connsiteY14" fmla="*/ 69440 h 71068"/>
                    <a:gd name="connsiteX15" fmla="*/ 49950 w 58118"/>
                    <a:gd name="connsiteY15" fmla="*/ 62043 h 71068"/>
                    <a:gd name="connsiteX16" fmla="*/ 56094 w 58118"/>
                    <a:gd name="connsiteY16" fmla="*/ 40271 h 71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8118" h="71068">
                      <a:moveTo>
                        <a:pt x="56094" y="40271"/>
                      </a:moveTo>
                      <a:lnTo>
                        <a:pt x="56094" y="-1629"/>
                      </a:lnTo>
                      <a:lnTo>
                        <a:pt x="44697" y="-1629"/>
                      </a:lnTo>
                      <a:lnTo>
                        <a:pt x="44697" y="39894"/>
                      </a:lnTo>
                      <a:cubicBezTo>
                        <a:pt x="44697" y="46464"/>
                        <a:pt x="43415" y="51375"/>
                        <a:pt x="40851" y="54627"/>
                      </a:cubicBezTo>
                      <a:cubicBezTo>
                        <a:pt x="38287" y="57892"/>
                        <a:pt x="34449" y="59525"/>
                        <a:pt x="29334" y="59525"/>
                      </a:cubicBezTo>
                      <a:cubicBezTo>
                        <a:pt x="23176" y="59525"/>
                        <a:pt x="18320" y="57562"/>
                        <a:pt x="14765" y="53636"/>
                      </a:cubicBezTo>
                      <a:cubicBezTo>
                        <a:pt x="11210" y="49723"/>
                        <a:pt x="9433" y="44375"/>
                        <a:pt x="9433" y="37594"/>
                      </a:cubicBezTo>
                      <a:lnTo>
                        <a:pt x="9433" y="-1629"/>
                      </a:lnTo>
                      <a:lnTo>
                        <a:pt x="-2024" y="-1629"/>
                      </a:lnTo>
                      <a:lnTo>
                        <a:pt x="-2024" y="67774"/>
                      </a:lnTo>
                      <a:lnTo>
                        <a:pt x="9433" y="67774"/>
                      </a:lnTo>
                      <a:lnTo>
                        <a:pt x="9433" y="56987"/>
                      </a:lnTo>
                      <a:cubicBezTo>
                        <a:pt x="12168" y="61164"/>
                        <a:pt x="15380" y="64284"/>
                        <a:pt x="19066" y="66346"/>
                      </a:cubicBezTo>
                      <a:cubicBezTo>
                        <a:pt x="22767" y="68409"/>
                        <a:pt x="27035" y="69440"/>
                        <a:pt x="31872" y="69440"/>
                      </a:cubicBezTo>
                      <a:cubicBezTo>
                        <a:pt x="39840" y="69440"/>
                        <a:pt x="45866" y="66974"/>
                        <a:pt x="49950" y="62043"/>
                      </a:cubicBezTo>
                      <a:cubicBezTo>
                        <a:pt x="54046" y="57113"/>
                        <a:pt x="56094" y="49855"/>
                        <a:pt x="56094" y="4027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9FD4F8FB-42EF-3571-2057-ED7C2C5B7D50}"/>
                    </a:ext>
                  </a:extLst>
                </p:cNvPr>
                <p:cNvSpPr/>
                <p:nvPr/>
              </p:nvSpPr>
              <p:spPr>
                <a:xfrm rot="-5400000" flipV="1">
                  <a:off x="3494471" y="3264894"/>
                  <a:ext cx="12686" cy="126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6" h="12690"/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90B63E5C-1AAD-8500-A882-EC274CD78F6A}"/>
                    </a:ext>
                  </a:extLst>
                </p:cNvPr>
                <p:cNvSpPr/>
                <p:nvPr/>
              </p:nvSpPr>
              <p:spPr>
                <a:xfrm rot="-5400000" flipV="1">
                  <a:off x="3440495" y="3142916"/>
                  <a:ext cx="28425" cy="113027"/>
                </a:xfrm>
                <a:custGeom>
                  <a:avLst/>
                  <a:gdLst>
                    <a:gd name="connsiteX0" fmla="*/ 27180 w 28425"/>
                    <a:gd name="connsiteY0" fmla="*/ 111177 h 113027"/>
                    <a:gd name="connsiteX1" fmla="*/ 14851 w 28425"/>
                    <a:gd name="connsiteY1" fmla="*/ 82979 h 113027"/>
                    <a:gd name="connsiteX2" fmla="*/ 10827 w 28425"/>
                    <a:gd name="connsiteY2" fmla="*/ 54722 h 113027"/>
                    <a:gd name="connsiteX3" fmla="*/ 14891 w 28425"/>
                    <a:gd name="connsiteY3" fmla="*/ 26386 h 113027"/>
                    <a:gd name="connsiteX4" fmla="*/ 27180 w 28425"/>
                    <a:gd name="connsiteY4" fmla="*/ -1851 h 113027"/>
                    <a:gd name="connsiteX5" fmla="*/ 17269 w 28425"/>
                    <a:gd name="connsiteY5" fmla="*/ -1851 h 113027"/>
                    <a:gd name="connsiteX6" fmla="*/ 3374 w 28425"/>
                    <a:gd name="connsiteY6" fmla="*/ 26783 h 113027"/>
                    <a:gd name="connsiteX7" fmla="*/ -1245 w 28425"/>
                    <a:gd name="connsiteY7" fmla="*/ 54722 h 113027"/>
                    <a:gd name="connsiteX8" fmla="*/ 3334 w 28425"/>
                    <a:gd name="connsiteY8" fmla="*/ 82543 h 113027"/>
                    <a:gd name="connsiteX9" fmla="*/ 17269 w 28425"/>
                    <a:gd name="connsiteY9" fmla="*/ 111177 h 113027"/>
                    <a:gd name="connsiteX10" fmla="*/ 27180 w 28425"/>
                    <a:gd name="connsiteY10" fmla="*/ 111177 h 113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425" h="113027">
                      <a:moveTo>
                        <a:pt x="27180" y="111177"/>
                      </a:moveTo>
                      <a:cubicBezTo>
                        <a:pt x="21657" y="101685"/>
                        <a:pt x="17547" y="92286"/>
                        <a:pt x="14851" y="82979"/>
                      </a:cubicBezTo>
                      <a:cubicBezTo>
                        <a:pt x="12168" y="73686"/>
                        <a:pt x="10827" y="64267"/>
                        <a:pt x="10827" y="54722"/>
                      </a:cubicBezTo>
                      <a:cubicBezTo>
                        <a:pt x="10827" y="45191"/>
                        <a:pt x="12182" y="35745"/>
                        <a:pt x="14891" y="26386"/>
                      </a:cubicBezTo>
                      <a:cubicBezTo>
                        <a:pt x="17600" y="17027"/>
                        <a:pt x="21696" y="7614"/>
                        <a:pt x="27180" y="-1851"/>
                      </a:cubicBezTo>
                      <a:lnTo>
                        <a:pt x="17269" y="-1851"/>
                      </a:lnTo>
                      <a:cubicBezTo>
                        <a:pt x="11085" y="7865"/>
                        <a:pt x="6453" y="17410"/>
                        <a:pt x="3374" y="26783"/>
                      </a:cubicBezTo>
                      <a:cubicBezTo>
                        <a:pt x="295" y="36155"/>
                        <a:pt x="-1245" y="45469"/>
                        <a:pt x="-1245" y="54722"/>
                      </a:cubicBezTo>
                      <a:cubicBezTo>
                        <a:pt x="-1245" y="63936"/>
                        <a:pt x="282" y="73210"/>
                        <a:pt x="3334" y="82543"/>
                      </a:cubicBezTo>
                      <a:cubicBezTo>
                        <a:pt x="6400" y="91889"/>
                        <a:pt x="11045" y="101434"/>
                        <a:pt x="17269" y="111177"/>
                      </a:cubicBezTo>
                      <a:lnTo>
                        <a:pt x="27180" y="11117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28" name="Freeform: Shape 227">
                  <a:extLst>
                    <a:ext uri="{FF2B5EF4-FFF2-40B4-BE49-F238E27FC236}">
                      <a16:creationId xmlns:a16="http://schemas.microsoft.com/office/drawing/2014/main" id="{07CB8008-3A34-F8E0-DAA5-3A05888902D7}"/>
                    </a:ext>
                  </a:extLst>
                </p:cNvPr>
                <p:cNvSpPr/>
                <p:nvPr/>
              </p:nvSpPr>
              <p:spPr>
                <a:xfrm rot="-5400000" flipV="1">
                  <a:off x="3408304" y="3077323"/>
                  <a:ext cx="101291" cy="71068"/>
                </a:xfrm>
                <a:custGeom>
                  <a:avLst/>
                  <a:gdLst>
                    <a:gd name="connsiteX0" fmla="*/ 51338 w 101291"/>
                    <a:gd name="connsiteY0" fmla="*/ 54434 h 71068"/>
                    <a:gd name="connsiteX1" fmla="*/ 61567 w 101291"/>
                    <a:gd name="connsiteY1" fmla="*/ 65776 h 71068"/>
                    <a:gd name="connsiteX2" fmla="*/ 75561 w 101291"/>
                    <a:gd name="connsiteY2" fmla="*/ 69425 h 71068"/>
                    <a:gd name="connsiteX3" fmla="*/ 92291 w 101291"/>
                    <a:gd name="connsiteY3" fmla="*/ 61830 h 71068"/>
                    <a:gd name="connsiteX4" fmla="*/ 98178 w 101291"/>
                    <a:gd name="connsiteY4" fmla="*/ 40256 h 71068"/>
                    <a:gd name="connsiteX5" fmla="*/ 98178 w 101291"/>
                    <a:gd name="connsiteY5" fmla="*/ -1644 h 71068"/>
                    <a:gd name="connsiteX6" fmla="*/ 86721 w 101291"/>
                    <a:gd name="connsiteY6" fmla="*/ -1644 h 71068"/>
                    <a:gd name="connsiteX7" fmla="*/ 86721 w 101291"/>
                    <a:gd name="connsiteY7" fmla="*/ 39879 h 71068"/>
                    <a:gd name="connsiteX8" fmla="*/ 83173 w 101291"/>
                    <a:gd name="connsiteY8" fmla="*/ 54672 h 71068"/>
                    <a:gd name="connsiteX9" fmla="*/ 72409 w 101291"/>
                    <a:gd name="connsiteY9" fmla="*/ 59510 h 71068"/>
                    <a:gd name="connsiteX10" fmla="*/ 58395 w 101291"/>
                    <a:gd name="connsiteY10" fmla="*/ 53621 h 71068"/>
                    <a:gd name="connsiteX11" fmla="*/ 53261 w 101291"/>
                    <a:gd name="connsiteY11" fmla="*/ 37579 h 71068"/>
                    <a:gd name="connsiteX12" fmla="*/ 53261 w 101291"/>
                    <a:gd name="connsiteY12" fmla="*/ -1644 h 71068"/>
                    <a:gd name="connsiteX13" fmla="*/ 41804 w 101291"/>
                    <a:gd name="connsiteY13" fmla="*/ -1644 h 71068"/>
                    <a:gd name="connsiteX14" fmla="*/ 41804 w 101291"/>
                    <a:gd name="connsiteY14" fmla="*/ 39879 h 71068"/>
                    <a:gd name="connsiteX15" fmla="*/ 38275 w 101291"/>
                    <a:gd name="connsiteY15" fmla="*/ 54711 h 71068"/>
                    <a:gd name="connsiteX16" fmla="*/ 27373 w 101291"/>
                    <a:gd name="connsiteY16" fmla="*/ 59510 h 71068"/>
                    <a:gd name="connsiteX17" fmla="*/ 13478 w 101291"/>
                    <a:gd name="connsiteY17" fmla="*/ 53601 h 71068"/>
                    <a:gd name="connsiteX18" fmla="*/ 8344 w 101291"/>
                    <a:gd name="connsiteY18" fmla="*/ 37579 h 71068"/>
                    <a:gd name="connsiteX19" fmla="*/ 8344 w 101291"/>
                    <a:gd name="connsiteY19" fmla="*/ -1644 h 71068"/>
                    <a:gd name="connsiteX20" fmla="*/ -3113 w 101291"/>
                    <a:gd name="connsiteY20" fmla="*/ -1644 h 71068"/>
                    <a:gd name="connsiteX21" fmla="*/ -3113 w 101291"/>
                    <a:gd name="connsiteY21" fmla="*/ 67759 h 71068"/>
                    <a:gd name="connsiteX22" fmla="*/ 8344 w 101291"/>
                    <a:gd name="connsiteY22" fmla="*/ 67759 h 71068"/>
                    <a:gd name="connsiteX23" fmla="*/ 8344 w 101291"/>
                    <a:gd name="connsiteY23" fmla="*/ 56972 h 71068"/>
                    <a:gd name="connsiteX24" fmla="*/ 17700 w 101291"/>
                    <a:gd name="connsiteY24" fmla="*/ 66391 h 71068"/>
                    <a:gd name="connsiteX25" fmla="*/ 30644 w 101291"/>
                    <a:gd name="connsiteY25" fmla="*/ 69425 h 71068"/>
                    <a:gd name="connsiteX26" fmla="*/ 43509 w 101291"/>
                    <a:gd name="connsiteY26" fmla="*/ 65578 h 71068"/>
                    <a:gd name="connsiteX27" fmla="*/ 51338 w 101291"/>
                    <a:gd name="connsiteY27" fmla="*/ 54434 h 71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01291" h="71068">
                      <a:moveTo>
                        <a:pt x="51338" y="54434"/>
                      </a:moveTo>
                      <a:cubicBezTo>
                        <a:pt x="54193" y="59563"/>
                        <a:pt x="57602" y="63344"/>
                        <a:pt x="61567" y="65776"/>
                      </a:cubicBezTo>
                      <a:cubicBezTo>
                        <a:pt x="65531" y="68209"/>
                        <a:pt x="70196" y="69425"/>
                        <a:pt x="75561" y="69425"/>
                      </a:cubicBezTo>
                      <a:cubicBezTo>
                        <a:pt x="82790" y="69425"/>
                        <a:pt x="88366" y="66893"/>
                        <a:pt x="92291" y="61830"/>
                      </a:cubicBezTo>
                      <a:cubicBezTo>
                        <a:pt x="96216" y="56780"/>
                        <a:pt x="98178" y="49589"/>
                        <a:pt x="98178" y="40256"/>
                      </a:cubicBezTo>
                      <a:lnTo>
                        <a:pt x="98178" y="-1644"/>
                      </a:lnTo>
                      <a:lnTo>
                        <a:pt x="86721" y="-1644"/>
                      </a:lnTo>
                      <a:lnTo>
                        <a:pt x="86721" y="39879"/>
                      </a:lnTo>
                      <a:cubicBezTo>
                        <a:pt x="86721" y="46528"/>
                        <a:pt x="85538" y="51459"/>
                        <a:pt x="83173" y="54672"/>
                      </a:cubicBezTo>
                      <a:cubicBezTo>
                        <a:pt x="80821" y="57897"/>
                        <a:pt x="77233" y="59510"/>
                        <a:pt x="72409" y="59510"/>
                      </a:cubicBezTo>
                      <a:cubicBezTo>
                        <a:pt x="66502" y="59510"/>
                        <a:pt x="61831" y="57547"/>
                        <a:pt x="58395" y="53621"/>
                      </a:cubicBezTo>
                      <a:cubicBezTo>
                        <a:pt x="54972" y="49708"/>
                        <a:pt x="53261" y="44360"/>
                        <a:pt x="53261" y="37579"/>
                      </a:cubicBezTo>
                      <a:lnTo>
                        <a:pt x="53261" y="-1644"/>
                      </a:lnTo>
                      <a:lnTo>
                        <a:pt x="41804" y="-1644"/>
                      </a:lnTo>
                      <a:lnTo>
                        <a:pt x="41804" y="39879"/>
                      </a:lnTo>
                      <a:cubicBezTo>
                        <a:pt x="41804" y="46568"/>
                        <a:pt x="40628" y="51512"/>
                        <a:pt x="38275" y="54711"/>
                      </a:cubicBezTo>
                      <a:cubicBezTo>
                        <a:pt x="35923" y="57910"/>
                        <a:pt x="32289" y="59510"/>
                        <a:pt x="27373" y="59510"/>
                      </a:cubicBezTo>
                      <a:cubicBezTo>
                        <a:pt x="21545" y="59510"/>
                        <a:pt x="16914" y="57540"/>
                        <a:pt x="13478" y="53601"/>
                      </a:cubicBezTo>
                      <a:cubicBezTo>
                        <a:pt x="10055" y="49661"/>
                        <a:pt x="8344" y="44321"/>
                        <a:pt x="8344" y="37579"/>
                      </a:cubicBezTo>
                      <a:lnTo>
                        <a:pt x="8344" y="-1644"/>
                      </a:lnTo>
                      <a:lnTo>
                        <a:pt x="-3113" y="-1644"/>
                      </a:lnTo>
                      <a:lnTo>
                        <a:pt x="-3113" y="67759"/>
                      </a:lnTo>
                      <a:lnTo>
                        <a:pt x="8344" y="67759"/>
                      </a:lnTo>
                      <a:lnTo>
                        <a:pt x="8344" y="56972"/>
                      </a:lnTo>
                      <a:cubicBezTo>
                        <a:pt x="10947" y="61229"/>
                        <a:pt x="14066" y="64368"/>
                        <a:pt x="17700" y="66391"/>
                      </a:cubicBezTo>
                      <a:cubicBezTo>
                        <a:pt x="21334" y="68413"/>
                        <a:pt x="25649" y="69425"/>
                        <a:pt x="30644" y="69425"/>
                      </a:cubicBezTo>
                      <a:cubicBezTo>
                        <a:pt x="35692" y="69425"/>
                        <a:pt x="39980" y="68142"/>
                        <a:pt x="43509" y="65578"/>
                      </a:cubicBezTo>
                      <a:cubicBezTo>
                        <a:pt x="47037" y="63026"/>
                        <a:pt x="49647" y="59312"/>
                        <a:pt x="51338" y="544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29" name="Freeform: Shape 228">
                  <a:extLst>
                    <a:ext uri="{FF2B5EF4-FFF2-40B4-BE49-F238E27FC236}">
                      <a16:creationId xmlns:a16="http://schemas.microsoft.com/office/drawing/2014/main" id="{8A0E2C86-057E-C382-C1A2-155734F2F94D}"/>
                    </a:ext>
                  </a:extLst>
                </p:cNvPr>
                <p:cNvSpPr/>
                <p:nvPr/>
              </p:nvSpPr>
              <p:spPr>
                <a:xfrm rot="-5400000" flipV="1">
                  <a:off x="3440495" y="2970514"/>
                  <a:ext cx="28425" cy="113027"/>
                </a:xfrm>
                <a:custGeom>
                  <a:avLst/>
                  <a:gdLst>
                    <a:gd name="connsiteX0" fmla="*/ -1208 w 28425"/>
                    <a:gd name="connsiteY0" fmla="*/ 111163 h 113027"/>
                    <a:gd name="connsiteX1" fmla="*/ 8703 w 28425"/>
                    <a:gd name="connsiteY1" fmla="*/ 111163 h 113027"/>
                    <a:gd name="connsiteX2" fmla="*/ 22599 w 28425"/>
                    <a:gd name="connsiteY2" fmla="*/ 82529 h 113027"/>
                    <a:gd name="connsiteX3" fmla="*/ 27217 w 28425"/>
                    <a:gd name="connsiteY3" fmla="*/ 54709 h 113027"/>
                    <a:gd name="connsiteX4" fmla="*/ 22599 w 28425"/>
                    <a:gd name="connsiteY4" fmla="*/ 26769 h 113027"/>
                    <a:gd name="connsiteX5" fmla="*/ 8703 w 28425"/>
                    <a:gd name="connsiteY5" fmla="*/ -1865 h 113027"/>
                    <a:gd name="connsiteX6" fmla="*/ -1208 w 28425"/>
                    <a:gd name="connsiteY6" fmla="*/ -1865 h 113027"/>
                    <a:gd name="connsiteX7" fmla="*/ 11082 w 28425"/>
                    <a:gd name="connsiteY7" fmla="*/ 26372 h 113027"/>
                    <a:gd name="connsiteX8" fmla="*/ 15146 w 28425"/>
                    <a:gd name="connsiteY8" fmla="*/ 54709 h 113027"/>
                    <a:gd name="connsiteX9" fmla="*/ 11082 w 28425"/>
                    <a:gd name="connsiteY9" fmla="*/ 82966 h 113027"/>
                    <a:gd name="connsiteX10" fmla="*/ -1208 w 28425"/>
                    <a:gd name="connsiteY10" fmla="*/ 111163 h 113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425" h="113027">
                      <a:moveTo>
                        <a:pt x="-1208" y="111163"/>
                      </a:moveTo>
                      <a:lnTo>
                        <a:pt x="8703" y="111163"/>
                      </a:lnTo>
                      <a:cubicBezTo>
                        <a:pt x="14888" y="101420"/>
                        <a:pt x="19520" y="91876"/>
                        <a:pt x="22599" y="82529"/>
                      </a:cubicBezTo>
                      <a:cubicBezTo>
                        <a:pt x="25678" y="73196"/>
                        <a:pt x="27217" y="63923"/>
                        <a:pt x="27217" y="54709"/>
                      </a:cubicBezTo>
                      <a:cubicBezTo>
                        <a:pt x="27217" y="45455"/>
                        <a:pt x="25678" y="36142"/>
                        <a:pt x="22599" y="26769"/>
                      </a:cubicBezTo>
                      <a:cubicBezTo>
                        <a:pt x="19520" y="17396"/>
                        <a:pt x="14888" y="7852"/>
                        <a:pt x="8703" y="-1865"/>
                      </a:cubicBezTo>
                      <a:lnTo>
                        <a:pt x="-1208" y="-1865"/>
                      </a:lnTo>
                      <a:cubicBezTo>
                        <a:pt x="4276" y="7601"/>
                        <a:pt x="8373" y="17013"/>
                        <a:pt x="11082" y="26372"/>
                      </a:cubicBezTo>
                      <a:cubicBezTo>
                        <a:pt x="13791" y="35732"/>
                        <a:pt x="15146" y="45177"/>
                        <a:pt x="15146" y="54709"/>
                      </a:cubicBezTo>
                      <a:cubicBezTo>
                        <a:pt x="15146" y="64253"/>
                        <a:pt x="13791" y="73672"/>
                        <a:pt x="11082" y="82966"/>
                      </a:cubicBezTo>
                      <a:cubicBezTo>
                        <a:pt x="8373" y="92272"/>
                        <a:pt x="4276" y="101671"/>
                        <a:pt x="-1208" y="1111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</p:grpSp>
        </p:grp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54AFD96-FF50-6D61-16EC-F3D5FD41635A}"/>
                </a:ext>
              </a:extLst>
            </p:cNvPr>
            <p:cNvSpPr/>
            <p:nvPr/>
          </p:nvSpPr>
          <p:spPr>
            <a:xfrm>
              <a:off x="4108483" y="3907688"/>
              <a:ext cx="4118640" cy="1075784"/>
            </a:xfrm>
            <a:custGeom>
              <a:avLst/>
              <a:gdLst>
                <a:gd name="connsiteX0" fmla="*/ 0 w 4118640"/>
                <a:gd name="connsiteY0" fmla="*/ 1075785 h 1075784"/>
                <a:gd name="connsiteX1" fmla="*/ 6876 w 4118640"/>
                <a:gd name="connsiteY1" fmla="*/ 1075785 h 1075784"/>
                <a:gd name="connsiteX2" fmla="*/ 34379 w 4118640"/>
                <a:gd name="connsiteY2" fmla="*/ 992810 h 1075784"/>
                <a:gd name="connsiteX3" fmla="*/ 61883 w 4118640"/>
                <a:gd name="connsiteY3" fmla="*/ 915234 h 1075784"/>
                <a:gd name="connsiteX4" fmla="*/ 82510 w 4118640"/>
                <a:gd name="connsiteY4" fmla="*/ 858795 h 1075784"/>
                <a:gd name="connsiteX5" fmla="*/ 110014 w 4118640"/>
                <a:gd name="connsiteY5" fmla="*/ 786822 h 1075784"/>
                <a:gd name="connsiteX6" fmla="*/ 165021 w 4118640"/>
                <a:gd name="connsiteY6" fmla="*/ 665883 h 1075784"/>
                <a:gd name="connsiteX7" fmla="*/ 206276 w 4118640"/>
                <a:gd name="connsiteY7" fmla="*/ 591328 h 1075784"/>
                <a:gd name="connsiteX8" fmla="*/ 233779 w 4118640"/>
                <a:gd name="connsiteY8" fmla="*/ 548839 h 1075784"/>
                <a:gd name="connsiteX9" fmla="*/ 247531 w 4118640"/>
                <a:gd name="connsiteY9" fmla="*/ 530420 h 1075784"/>
                <a:gd name="connsiteX10" fmla="*/ 295662 w 4118640"/>
                <a:gd name="connsiteY10" fmla="*/ 483714 h 1075784"/>
                <a:gd name="connsiteX11" fmla="*/ 336917 w 4118640"/>
                <a:gd name="connsiteY11" fmla="*/ 460599 h 1075784"/>
                <a:gd name="connsiteX12" fmla="*/ 350669 w 4118640"/>
                <a:gd name="connsiteY12" fmla="*/ 456074 h 1075784"/>
                <a:gd name="connsiteX13" fmla="*/ 371297 w 4118640"/>
                <a:gd name="connsiteY13" fmla="*/ 449920 h 1075784"/>
                <a:gd name="connsiteX14" fmla="*/ 385048 w 4118640"/>
                <a:gd name="connsiteY14" fmla="*/ 447266 h 1075784"/>
                <a:gd name="connsiteX15" fmla="*/ 412552 w 4118640"/>
                <a:gd name="connsiteY15" fmla="*/ 445268 h 1075784"/>
                <a:gd name="connsiteX16" fmla="*/ 495062 w 4118640"/>
                <a:gd name="connsiteY16" fmla="*/ 446399 h 1075784"/>
                <a:gd name="connsiteX17" fmla="*/ 508814 w 4118640"/>
                <a:gd name="connsiteY17" fmla="*/ 445584 h 1075784"/>
                <a:gd name="connsiteX18" fmla="*/ 646331 w 4118640"/>
                <a:gd name="connsiteY18" fmla="*/ 444594 h 1075784"/>
                <a:gd name="connsiteX19" fmla="*/ 694462 w 4118640"/>
                <a:gd name="connsiteY19" fmla="*/ 444739 h 1075784"/>
                <a:gd name="connsiteX20" fmla="*/ 721966 w 4118640"/>
                <a:gd name="connsiteY20" fmla="*/ 444250 h 1075784"/>
                <a:gd name="connsiteX21" fmla="*/ 742593 w 4118640"/>
                <a:gd name="connsiteY21" fmla="*/ 444270 h 1075784"/>
                <a:gd name="connsiteX22" fmla="*/ 1416427 w 4118640"/>
                <a:gd name="connsiteY22" fmla="*/ 446093 h 1075784"/>
                <a:gd name="connsiteX23" fmla="*/ 1437055 w 4118640"/>
                <a:gd name="connsiteY23" fmla="*/ 445888 h 1075784"/>
                <a:gd name="connsiteX24" fmla="*/ 1457683 w 4118640"/>
                <a:gd name="connsiteY24" fmla="*/ 446190 h 1075784"/>
                <a:gd name="connsiteX25" fmla="*/ 1505814 w 4118640"/>
                <a:gd name="connsiteY25" fmla="*/ 446094 h 1075784"/>
                <a:gd name="connsiteX26" fmla="*/ 1533317 w 4118640"/>
                <a:gd name="connsiteY26" fmla="*/ 446249 h 1075784"/>
                <a:gd name="connsiteX27" fmla="*/ 1608952 w 4118640"/>
                <a:gd name="connsiteY27" fmla="*/ 445894 h 1075784"/>
                <a:gd name="connsiteX28" fmla="*/ 2234655 w 4118640"/>
                <a:gd name="connsiteY28" fmla="*/ 445690 h 1075784"/>
                <a:gd name="connsiteX29" fmla="*/ 2248407 w 4118640"/>
                <a:gd name="connsiteY29" fmla="*/ 446295 h 1075784"/>
                <a:gd name="connsiteX30" fmla="*/ 2750345 w 4118640"/>
                <a:gd name="connsiteY30" fmla="*/ 445861 h 1075784"/>
                <a:gd name="connsiteX31" fmla="*/ 2777848 w 4118640"/>
                <a:gd name="connsiteY31" fmla="*/ 446117 h 1075784"/>
                <a:gd name="connsiteX32" fmla="*/ 2853483 w 4118640"/>
                <a:gd name="connsiteY32" fmla="*/ 445826 h 1075784"/>
                <a:gd name="connsiteX33" fmla="*/ 2894738 w 4118640"/>
                <a:gd name="connsiteY33" fmla="*/ 445947 h 1075784"/>
                <a:gd name="connsiteX34" fmla="*/ 2949745 w 4118640"/>
                <a:gd name="connsiteY34" fmla="*/ 445951 h 1075784"/>
                <a:gd name="connsiteX35" fmla="*/ 2984124 w 4118640"/>
                <a:gd name="connsiteY35" fmla="*/ 445852 h 1075784"/>
                <a:gd name="connsiteX36" fmla="*/ 3046006 w 4118640"/>
                <a:gd name="connsiteY36" fmla="*/ 446026 h 1075784"/>
                <a:gd name="connsiteX37" fmla="*/ 3176648 w 4118640"/>
                <a:gd name="connsiteY37" fmla="*/ 445979 h 1075784"/>
                <a:gd name="connsiteX38" fmla="*/ 3197276 w 4118640"/>
                <a:gd name="connsiteY38" fmla="*/ 445863 h 1075784"/>
                <a:gd name="connsiteX39" fmla="*/ 3355421 w 4118640"/>
                <a:gd name="connsiteY39" fmla="*/ 445580 h 1075784"/>
                <a:gd name="connsiteX40" fmla="*/ 3369172 w 4118640"/>
                <a:gd name="connsiteY40" fmla="*/ 442396 h 1075784"/>
                <a:gd name="connsiteX41" fmla="*/ 3376048 w 4118640"/>
                <a:gd name="connsiteY41" fmla="*/ 439524 h 1075784"/>
                <a:gd name="connsiteX42" fmla="*/ 3382924 w 4118640"/>
                <a:gd name="connsiteY42" fmla="*/ 438284 h 1075784"/>
                <a:gd name="connsiteX43" fmla="*/ 3396676 w 4118640"/>
                <a:gd name="connsiteY43" fmla="*/ 428550 h 1075784"/>
                <a:gd name="connsiteX44" fmla="*/ 3403551 w 4118640"/>
                <a:gd name="connsiteY44" fmla="*/ 425163 h 1075784"/>
                <a:gd name="connsiteX45" fmla="*/ 3410427 w 4118640"/>
                <a:gd name="connsiteY45" fmla="*/ 416275 h 1075784"/>
                <a:gd name="connsiteX46" fmla="*/ 3424179 w 4118640"/>
                <a:gd name="connsiteY46" fmla="*/ 411342 h 1075784"/>
                <a:gd name="connsiteX47" fmla="*/ 3431055 w 4118640"/>
                <a:gd name="connsiteY47" fmla="*/ 405072 h 1075784"/>
                <a:gd name="connsiteX48" fmla="*/ 3437931 w 4118640"/>
                <a:gd name="connsiteY48" fmla="*/ 402242 h 1075784"/>
                <a:gd name="connsiteX49" fmla="*/ 3458558 w 4118640"/>
                <a:gd name="connsiteY49" fmla="*/ 378238 h 1075784"/>
                <a:gd name="connsiteX50" fmla="*/ 3472310 w 4118640"/>
                <a:gd name="connsiteY50" fmla="*/ 378700 h 1075784"/>
                <a:gd name="connsiteX51" fmla="*/ 3479186 w 4118640"/>
                <a:gd name="connsiteY51" fmla="*/ 375619 h 1075784"/>
                <a:gd name="connsiteX52" fmla="*/ 3486062 w 4118640"/>
                <a:gd name="connsiteY52" fmla="*/ 379422 h 1075784"/>
                <a:gd name="connsiteX53" fmla="*/ 3499813 w 4118640"/>
                <a:gd name="connsiteY53" fmla="*/ 371065 h 1075784"/>
                <a:gd name="connsiteX54" fmla="*/ 3534193 w 4118640"/>
                <a:gd name="connsiteY54" fmla="*/ 363090 h 1075784"/>
                <a:gd name="connsiteX55" fmla="*/ 3547944 w 4118640"/>
                <a:gd name="connsiteY55" fmla="*/ 352013 h 1075784"/>
                <a:gd name="connsiteX56" fmla="*/ 3554820 w 4118640"/>
                <a:gd name="connsiteY56" fmla="*/ 358020 h 1075784"/>
                <a:gd name="connsiteX57" fmla="*/ 3575448 w 4118640"/>
                <a:gd name="connsiteY57" fmla="*/ 351590 h 1075784"/>
                <a:gd name="connsiteX58" fmla="*/ 3596076 w 4118640"/>
                <a:gd name="connsiteY58" fmla="*/ 351266 h 1075784"/>
                <a:gd name="connsiteX59" fmla="*/ 3602951 w 4118640"/>
                <a:gd name="connsiteY59" fmla="*/ 355356 h 1075784"/>
                <a:gd name="connsiteX60" fmla="*/ 3609827 w 4118640"/>
                <a:gd name="connsiteY60" fmla="*/ 354623 h 1075784"/>
                <a:gd name="connsiteX61" fmla="*/ 3616703 w 4118640"/>
                <a:gd name="connsiteY61" fmla="*/ 350079 h 1075784"/>
                <a:gd name="connsiteX62" fmla="*/ 3623579 w 4118640"/>
                <a:gd name="connsiteY62" fmla="*/ 350664 h 1075784"/>
                <a:gd name="connsiteX63" fmla="*/ 3630455 w 4118640"/>
                <a:gd name="connsiteY63" fmla="*/ 347431 h 1075784"/>
                <a:gd name="connsiteX64" fmla="*/ 3637331 w 4118640"/>
                <a:gd name="connsiteY64" fmla="*/ 336430 h 1075784"/>
                <a:gd name="connsiteX65" fmla="*/ 3644206 w 4118640"/>
                <a:gd name="connsiteY65" fmla="*/ 334903 h 1075784"/>
                <a:gd name="connsiteX66" fmla="*/ 3651082 w 4118640"/>
                <a:gd name="connsiteY66" fmla="*/ 318632 h 1075784"/>
                <a:gd name="connsiteX67" fmla="*/ 3657958 w 4118640"/>
                <a:gd name="connsiteY67" fmla="*/ 314951 h 1075784"/>
                <a:gd name="connsiteX68" fmla="*/ 3664834 w 4118640"/>
                <a:gd name="connsiteY68" fmla="*/ 317588 h 1075784"/>
                <a:gd name="connsiteX69" fmla="*/ 3678586 w 4118640"/>
                <a:gd name="connsiteY69" fmla="*/ 301653 h 1075784"/>
                <a:gd name="connsiteX70" fmla="*/ 3685462 w 4118640"/>
                <a:gd name="connsiteY70" fmla="*/ 299974 h 1075784"/>
                <a:gd name="connsiteX71" fmla="*/ 3692338 w 4118640"/>
                <a:gd name="connsiteY71" fmla="*/ 276710 h 1075784"/>
                <a:gd name="connsiteX72" fmla="*/ 3699213 w 4118640"/>
                <a:gd name="connsiteY72" fmla="*/ 281446 h 1075784"/>
                <a:gd name="connsiteX73" fmla="*/ 3712965 w 4118640"/>
                <a:gd name="connsiteY73" fmla="*/ 277206 h 1075784"/>
                <a:gd name="connsiteX74" fmla="*/ 3719841 w 4118640"/>
                <a:gd name="connsiteY74" fmla="*/ 297381 h 1075784"/>
                <a:gd name="connsiteX75" fmla="*/ 3726717 w 4118640"/>
                <a:gd name="connsiteY75" fmla="*/ 283430 h 1075784"/>
                <a:gd name="connsiteX76" fmla="*/ 3733593 w 4118640"/>
                <a:gd name="connsiteY76" fmla="*/ 280336 h 1075784"/>
                <a:gd name="connsiteX77" fmla="*/ 3747344 w 4118640"/>
                <a:gd name="connsiteY77" fmla="*/ 281813 h 1075784"/>
                <a:gd name="connsiteX78" fmla="*/ 3754220 w 4118640"/>
                <a:gd name="connsiteY78" fmla="*/ 263490 h 1075784"/>
                <a:gd name="connsiteX79" fmla="*/ 3761096 w 4118640"/>
                <a:gd name="connsiteY79" fmla="*/ 261131 h 1075784"/>
                <a:gd name="connsiteX80" fmla="*/ 3767972 w 4118640"/>
                <a:gd name="connsiteY80" fmla="*/ 242403 h 1075784"/>
                <a:gd name="connsiteX81" fmla="*/ 3774848 w 4118640"/>
                <a:gd name="connsiteY81" fmla="*/ 239967 h 1075784"/>
                <a:gd name="connsiteX82" fmla="*/ 3781724 w 4118640"/>
                <a:gd name="connsiteY82" fmla="*/ 232350 h 1075784"/>
                <a:gd name="connsiteX83" fmla="*/ 3788600 w 4118640"/>
                <a:gd name="connsiteY83" fmla="*/ 236521 h 1075784"/>
                <a:gd name="connsiteX84" fmla="*/ 3795476 w 4118640"/>
                <a:gd name="connsiteY84" fmla="*/ 250841 h 1075784"/>
                <a:gd name="connsiteX85" fmla="*/ 3802351 w 4118640"/>
                <a:gd name="connsiteY85" fmla="*/ 252627 h 1075784"/>
                <a:gd name="connsiteX86" fmla="*/ 3809227 w 4118640"/>
                <a:gd name="connsiteY86" fmla="*/ 257324 h 1075784"/>
                <a:gd name="connsiteX87" fmla="*/ 3836731 w 4118640"/>
                <a:gd name="connsiteY87" fmla="*/ 256775 h 1075784"/>
                <a:gd name="connsiteX88" fmla="*/ 3843606 w 4118640"/>
                <a:gd name="connsiteY88" fmla="*/ 245647 h 1075784"/>
                <a:gd name="connsiteX89" fmla="*/ 3850482 w 4118640"/>
                <a:gd name="connsiteY89" fmla="*/ 223480 h 1075784"/>
                <a:gd name="connsiteX90" fmla="*/ 3857358 w 4118640"/>
                <a:gd name="connsiteY90" fmla="*/ 194037 h 1075784"/>
                <a:gd name="connsiteX91" fmla="*/ 3864234 w 4118640"/>
                <a:gd name="connsiteY91" fmla="*/ 188627 h 1075784"/>
                <a:gd name="connsiteX92" fmla="*/ 3884862 w 4118640"/>
                <a:gd name="connsiteY92" fmla="*/ 100893 h 1075784"/>
                <a:gd name="connsiteX93" fmla="*/ 3891738 w 4118640"/>
                <a:gd name="connsiteY93" fmla="*/ 100114 h 1075784"/>
                <a:gd name="connsiteX94" fmla="*/ 3898613 w 4118640"/>
                <a:gd name="connsiteY94" fmla="*/ 109371 h 1075784"/>
                <a:gd name="connsiteX95" fmla="*/ 3905489 w 4118640"/>
                <a:gd name="connsiteY95" fmla="*/ 104121 h 1075784"/>
                <a:gd name="connsiteX96" fmla="*/ 3912365 w 4118640"/>
                <a:gd name="connsiteY96" fmla="*/ 103164 h 1075784"/>
                <a:gd name="connsiteX97" fmla="*/ 3919241 w 4118640"/>
                <a:gd name="connsiteY97" fmla="*/ 113449 h 1075784"/>
                <a:gd name="connsiteX98" fmla="*/ 3926117 w 4118640"/>
                <a:gd name="connsiteY98" fmla="*/ 111960 h 1075784"/>
                <a:gd name="connsiteX99" fmla="*/ 3932993 w 4118640"/>
                <a:gd name="connsiteY99" fmla="*/ 113882 h 1075784"/>
                <a:gd name="connsiteX100" fmla="*/ 3939868 w 4118640"/>
                <a:gd name="connsiteY100" fmla="*/ 106675 h 1075784"/>
                <a:gd name="connsiteX101" fmla="*/ 3946744 w 4118640"/>
                <a:gd name="connsiteY101" fmla="*/ 96279 h 1075784"/>
                <a:gd name="connsiteX102" fmla="*/ 3953620 w 4118640"/>
                <a:gd name="connsiteY102" fmla="*/ 109045 h 1075784"/>
                <a:gd name="connsiteX103" fmla="*/ 3967372 w 4118640"/>
                <a:gd name="connsiteY103" fmla="*/ 105149 h 1075784"/>
                <a:gd name="connsiteX104" fmla="*/ 3981124 w 4118640"/>
                <a:gd name="connsiteY104" fmla="*/ 98316 h 1075784"/>
                <a:gd name="connsiteX105" fmla="*/ 3988000 w 4118640"/>
                <a:gd name="connsiteY105" fmla="*/ 100513 h 1075784"/>
                <a:gd name="connsiteX106" fmla="*/ 3994876 w 4118640"/>
                <a:gd name="connsiteY106" fmla="*/ 86946 h 1075784"/>
                <a:gd name="connsiteX107" fmla="*/ 4001751 w 4118640"/>
                <a:gd name="connsiteY107" fmla="*/ 82778 h 1075784"/>
                <a:gd name="connsiteX108" fmla="*/ 4008627 w 4118640"/>
                <a:gd name="connsiteY108" fmla="*/ 76758 h 1075784"/>
                <a:gd name="connsiteX109" fmla="*/ 4015503 w 4118640"/>
                <a:gd name="connsiteY109" fmla="*/ 75884 h 1075784"/>
                <a:gd name="connsiteX110" fmla="*/ 4029255 w 4118640"/>
                <a:gd name="connsiteY110" fmla="*/ 68461 h 1075784"/>
                <a:gd name="connsiteX111" fmla="*/ 4036131 w 4118640"/>
                <a:gd name="connsiteY111" fmla="*/ 45001 h 1075784"/>
                <a:gd name="connsiteX112" fmla="*/ 4043006 w 4118640"/>
                <a:gd name="connsiteY112" fmla="*/ 30886 h 1075784"/>
                <a:gd name="connsiteX113" fmla="*/ 4049882 w 4118640"/>
                <a:gd name="connsiteY113" fmla="*/ 37664 h 1075784"/>
                <a:gd name="connsiteX114" fmla="*/ 4056758 w 4118640"/>
                <a:gd name="connsiteY114" fmla="*/ 37478 h 1075784"/>
                <a:gd name="connsiteX115" fmla="*/ 4063634 w 4118640"/>
                <a:gd name="connsiteY115" fmla="*/ 25512 h 1075784"/>
                <a:gd name="connsiteX116" fmla="*/ 4070510 w 4118640"/>
                <a:gd name="connsiteY116" fmla="*/ 26685 h 1075784"/>
                <a:gd name="connsiteX117" fmla="*/ 4077386 w 4118640"/>
                <a:gd name="connsiteY117" fmla="*/ 26297 h 1075784"/>
                <a:gd name="connsiteX118" fmla="*/ 4084262 w 4118640"/>
                <a:gd name="connsiteY118" fmla="*/ 30264 h 1075784"/>
                <a:gd name="connsiteX119" fmla="*/ 4091138 w 4118640"/>
                <a:gd name="connsiteY119" fmla="*/ 10218 h 1075784"/>
                <a:gd name="connsiteX120" fmla="*/ 4098013 w 4118640"/>
                <a:gd name="connsiteY120" fmla="*/ 4048 h 1075784"/>
                <a:gd name="connsiteX121" fmla="*/ 4111765 w 4118640"/>
                <a:gd name="connsiteY121" fmla="*/ 3754 h 1075784"/>
                <a:gd name="connsiteX122" fmla="*/ 4118641 w 4118640"/>
                <a:gd name="connsiteY122" fmla="*/ 0 h 1075784"/>
                <a:gd name="connsiteX123" fmla="*/ 4118641 w 4118640"/>
                <a:gd name="connsiteY123" fmla="*/ 0 h 1075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</a:cxnLst>
              <a:rect l="l" t="t" r="r" b="b"/>
              <a:pathLst>
                <a:path w="4118640" h="1075784">
                  <a:moveTo>
                    <a:pt x="0" y="1075785"/>
                  </a:moveTo>
                  <a:lnTo>
                    <a:pt x="6876" y="1075785"/>
                  </a:lnTo>
                  <a:lnTo>
                    <a:pt x="34379" y="992810"/>
                  </a:lnTo>
                  <a:lnTo>
                    <a:pt x="61883" y="915234"/>
                  </a:lnTo>
                  <a:lnTo>
                    <a:pt x="82510" y="858795"/>
                  </a:lnTo>
                  <a:lnTo>
                    <a:pt x="110014" y="786822"/>
                  </a:lnTo>
                  <a:lnTo>
                    <a:pt x="165021" y="665883"/>
                  </a:lnTo>
                  <a:lnTo>
                    <a:pt x="206276" y="591328"/>
                  </a:lnTo>
                  <a:lnTo>
                    <a:pt x="233779" y="548839"/>
                  </a:lnTo>
                  <a:lnTo>
                    <a:pt x="247531" y="530420"/>
                  </a:lnTo>
                  <a:lnTo>
                    <a:pt x="295662" y="483714"/>
                  </a:lnTo>
                  <a:lnTo>
                    <a:pt x="336917" y="460599"/>
                  </a:lnTo>
                  <a:lnTo>
                    <a:pt x="350669" y="456074"/>
                  </a:lnTo>
                  <a:lnTo>
                    <a:pt x="371297" y="449920"/>
                  </a:lnTo>
                  <a:lnTo>
                    <a:pt x="385048" y="447266"/>
                  </a:lnTo>
                  <a:lnTo>
                    <a:pt x="412552" y="445268"/>
                  </a:lnTo>
                  <a:lnTo>
                    <a:pt x="495062" y="446399"/>
                  </a:lnTo>
                  <a:lnTo>
                    <a:pt x="508814" y="445584"/>
                  </a:lnTo>
                  <a:lnTo>
                    <a:pt x="646331" y="444594"/>
                  </a:lnTo>
                  <a:lnTo>
                    <a:pt x="694462" y="444739"/>
                  </a:lnTo>
                  <a:lnTo>
                    <a:pt x="721966" y="444250"/>
                  </a:lnTo>
                  <a:lnTo>
                    <a:pt x="742593" y="444270"/>
                  </a:lnTo>
                  <a:lnTo>
                    <a:pt x="1416427" y="446093"/>
                  </a:lnTo>
                  <a:lnTo>
                    <a:pt x="1437055" y="445888"/>
                  </a:lnTo>
                  <a:lnTo>
                    <a:pt x="1457683" y="446190"/>
                  </a:lnTo>
                  <a:lnTo>
                    <a:pt x="1505814" y="446094"/>
                  </a:lnTo>
                  <a:lnTo>
                    <a:pt x="1533317" y="446249"/>
                  </a:lnTo>
                  <a:lnTo>
                    <a:pt x="1608952" y="445894"/>
                  </a:lnTo>
                  <a:lnTo>
                    <a:pt x="2234655" y="445690"/>
                  </a:lnTo>
                  <a:lnTo>
                    <a:pt x="2248407" y="446295"/>
                  </a:lnTo>
                  <a:lnTo>
                    <a:pt x="2750345" y="445861"/>
                  </a:lnTo>
                  <a:lnTo>
                    <a:pt x="2777848" y="446117"/>
                  </a:lnTo>
                  <a:lnTo>
                    <a:pt x="2853483" y="445826"/>
                  </a:lnTo>
                  <a:lnTo>
                    <a:pt x="2894738" y="445947"/>
                  </a:lnTo>
                  <a:lnTo>
                    <a:pt x="2949745" y="445951"/>
                  </a:lnTo>
                  <a:lnTo>
                    <a:pt x="2984124" y="445852"/>
                  </a:lnTo>
                  <a:lnTo>
                    <a:pt x="3046006" y="446026"/>
                  </a:lnTo>
                  <a:lnTo>
                    <a:pt x="3176648" y="445979"/>
                  </a:lnTo>
                  <a:lnTo>
                    <a:pt x="3197276" y="445863"/>
                  </a:lnTo>
                  <a:lnTo>
                    <a:pt x="3355421" y="445580"/>
                  </a:lnTo>
                  <a:lnTo>
                    <a:pt x="3369172" y="442396"/>
                  </a:lnTo>
                  <a:lnTo>
                    <a:pt x="3376048" y="439524"/>
                  </a:lnTo>
                  <a:lnTo>
                    <a:pt x="3382924" y="438284"/>
                  </a:lnTo>
                  <a:lnTo>
                    <a:pt x="3396676" y="428550"/>
                  </a:lnTo>
                  <a:lnTo>
                    <a:pt x="3403551" y="425163"/>
                  </a:lnTo>
                  <a:lnTo>
                    <a:pt x="3410427" y="416275"/>
                  </a:lnTo>
                  <a:lnTo>
                    <a:pt x="3424179" y="411342"/>
                  </a:lnTo>
                  <a:lnTo>
                    <a:pt x="3431055" y="405072"/>
                  </a:lnTo>
                  <a:lnTo>
                    <a:pt x="3437931" y="402242"/>
                  </a:lnTo>
                  <a:lnTo>
                    <a:pt x="3458558" y="378238"/>
                  </a:lnTo>
                  <a:lnTo>
                    <a:pt x="3472310" y="378700"/>
                  </a:lnTo>
                  <a:lnTo>
                    <a:pt x="3479186" y="375619"/>
                  </a:lnTo>
                  <a:lnTo>
                    <a:pt x="3486062" y="379422"/>
                  </a:lnTo>
                  <a:lnTo>
                    <a:pt x="3499813" y="371065"/>
                  </a:lnTo>
                  <a:lnTo>
                    <a:pt x="3534193" y="363090"/>
                  </a:lnTo>
                  <a:lnTo>
                    <a:pt x="3547944" y="352013"/>
                  </a:lnTo>
                  <a:lnTo>
                    <a:pt x="3554820" y="358020"/>
                  </a:lnTo>
                  <a:lnTo>
                    <a:pt x="3575448" y="351590"/>
                  </a:lnTo>
                  <a:lnTo>
                    <a:pt x="3596076" y="351266"/>
                  </a:lnTo>
                  <a:lnTo>
                    <a:pt x="3602951" y="355356"/>
                  </a:lnTo>
                  <a:lnTo>
                    <a:pt x="3609827" y="354623"/>
                  </a:lnTo>
                  <a:lnTo>
                    <a:pt x="3616703" y="350079"/>
                  </a:lnTo>
                  <a:lnTo>
                    <a:pt x="3623579" y="350664"/>
                  </a:lnTo>
                  <a:lnTo>
                    <a:pt x="3630455" y="347431"/>
                  </a:lnTo>
                  <a:lnTo>
                    <a:pt x="3637331" y="336430"/>
                  </a:lnTo>
                  <a:lnTo>
                    <a:pt x="3644206" y="334903"/>
                  </a:lnTo>
                  <a:lnTo>
                    <a:pt x="3651082" y="318632"/>
                  </a:lnTo>
                  <a:lnTo>
                    <a:pt x="3657958" y="314951"/>
                  </a:lnTo>
                  <a:lnTo>
                    <a:pt x="3664834" y="317588"/>
                  </a:lnTo>
                  <a:lnTo>
                    <a:pt x="3678586" y="301653"/>
                  </a:lnTo>
                  <a:lnTo>
                    <a:pt x="3685462" y="299974"/>
                  </a:lnTo>
                  <a:lnTo>
                    <a:pt x="3692338" y="276710"/>
                  </a:lnTo>
                  <a:lnTo>
                    <a:pt x="3699213" y="281446"/>
                  </a:lnTo>
                  <a:lnTo>
                    <a:pt x="3712965" y="277206"/>
                  </a:lnTo>
                  <a:lnTo>
                    <a:pt x="3719841" y="297381"/>
                  </a:lnTo>
                  <a:lnTo>
                    <a:pt x="3726717" y="283430"/>
                  </a:lnTo>
                  <a:lnTo>
                    <a:pt x="3733593" y="280336"/>
                  </a:lnTo>
                  <a:lnTo>
                    <a:pt x="3747344" y="281813"/>
                  </a:lnTo>
                  <a:lnTo>
                    <a:pt x="3754220" y="263490"/>
                  </a:lnTo>
                  <a:lnTo>
                    <a:pt x="3761096" y="261131"/>
                  </a:lnTo>
                  <a:lnTo>
                    <a:pt x="3767972" y="242403"/>
                  </a:lnTo>
                  <a:lnTo>
                    <a:pt x="3774848" y="239967"/>
                  </a:lnTo>
                  <a:lnTo>
                    <a:pt x="3781724" y="232350"/>
                  </a:lnTo>
                  <a:lnTo>
                    <a:pt x="3788600" y="236521"/>
                  </a:lnTo>
                  <a:lnTo>
                    <a:pt x="3795476" y="250841"/>
                  </a:lnTo>
                  <a:lnTo>
                    <a:pt x="3802351" y="252627"/>
                  </a:lnTo>
                  <a:lnTo>
                    <a:pt x="3809227" y="257324"/>
                  </a:lnTo>
                  <a:lnTo>
                    <a:pt x="3836731" y="256775"/>
                  </a:lnTo>
                  <a:lnTo>
                    <a:pt x="3843606" y="245647"/>
                  </a:lnTo>
                  <a:lnTo>
                    <a:pt x="3850482" y="223480"/>
                  </a:lnTo>
                  <a:lnTo>
                    <a:pt x="3857358" y="194037"/>
                  </a:lnTo>
                  <a:lnTo>
                    <a:pt x="3864234" y="188627"/>
                  </a:lnTo>
                  <a:lnTo>
                    <a:pt x="3884862" y="100893"/>
                  </a:lnTo>
                  <a:lnTo>
                    <a:pt x="3891738" y="100114"/>
                  </a:lnTo>
                  <a:lnTo>
                    <a:pt x="3898613" y="109371"/>
                  </a:lnTo>
                  <a:lnTo>
                    <a:pt x="3905489" y="104121"/>
                  </a:lnTo>
                  <a:lnTo>
                    <a:pt x="3912365" y="103164"/>
                  </a:lnTo>
                  <a:lnTo>
                    <a:pt x="3919241" y="113449"/>
                  </a:lnTo>
                  <a:lnTo>
                    <a:pt x="3926117" y="111960"/>
                  </a:lnTo>
                  <a:lnTo>
                    <a:pt x="3932993" y="113882"/>
                  </a:lnTo>
                  <a:lnTo>
                    <a:pt x="3939868" y="106675"/>
                  </a:lnTo>
                  <a:lnTo>
                    <a:pt x="3946744" y="96279"/>
                  </a:lnTo>
                  <a:lnTo>
                    <a:pt x="3953620" y="109045"/>
                  </a:lnTo>
                  <a:lnTo>
                    <a:pt x="3967372" y="105149"/>
                  </a:lnTo>
                  <a:lnTo>
                    <a:pt x="3981124" y="98316"/>
                  </a:lnTo>
                  <a:lnTo>
                    <a:pt x="3988000" y="100513"/>
                  </a:lnTo>
                  <a:lnTo>
                    <a:pt x="3994876" y="86946"/>
                  </a:lnTo>
                  <a:lnTo>
                    <a:pt x="4001751" y="82778"/>
                  </a:lnTo>
                  <a:lnTo>
                    <a:pt x="4008627" y="76758"/>
                  </a:lnTo>
                  <a:lnTo>
                    <a:pt x="4015503" y="75884"/>
                  </a:lnTo>
                  <a:lnTo>
                    <a:pt x="4029255" y="68461"/>
                  </a:lnTo>
                  <a:lnTo>
                    <a:pt x="4036131" y="45001"/>
                  </a:lnTo>
                  <a:lnTo>
                    <a:pt x="4043006" y="30886"/>
                  </a:lnTo>
                  <a:lnTo>
                    <a:pt x="4049882" y="37664"/>
                  </a:lnTo>
                  <a:lnTo>
                    <a:pt x="4056758" y="37478"/>
                  </a:lnTo>
                  <a:lnTo>
                    <a:pt x="4063634" y="25512"/>
                  </a:lnTo>
                  <a:lnTo>
                    <a:pt x="4070510" y="26685"/>
                  </a:lnTo>
                  <a:lnTo>
                    <a:pt x="4077386" y="26297"/>
                  </a:lnTo>
                  <a:lnTo>
                    <a:pt x="4084262" y="30264"/>
                  </a:lnTo>
                  <a:lnTo>
                    <a:pt x="4091138" y="10218"/>
                  </a:lnTo>
                  <a:lnTo>
                    <a:pt x="4098013" y="4048"/>
                  </a:lnTo>
                  <a:lnTo>
                    <a:pt x="4111765" y="3754"/>
                  </a:lnTo>
                  <a:lnTo>
                    <a:pt x="4118641" y="0"/>
                  </a:lnTo>
                  <a:lnTo>
                    <a:pt x="4118641" y="0"/>
                  </a:lnTo>
                </a:path>
              </a:pathLst>
            </a:custGeom>
            <a:noFill/>
            <a:ln w="19029" cap="sq">
              <a:solidFill>
                <a:srgbClr val="1F77B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DAB8DFBC-0F10-E7B7-3E89-C4C0B7F8FAFD}"/>
                </a:ext>
              </a:extLst>
            </p:cNvPr>
            <p:cNvSpPr/>
            <p:nvPr/>
          </p:nvSpPr>
          <p:spPr>
            <a:xfrm>
              <a:off x="4108483" y="1913309"/>
              <a:ext cx="4118640" cy="3070164"/>
            </a:xfrm>
            <a:custGeom>
              <a:avLst/>
              <a:gdLst>
                <a:gd name="connsiteX0" fmla="*/ 0 w 4118640"/>
                <a:gd name="connsiteY0" fmla="*/ 3070164 h 3070164"/>
                <a:gd name="connsiteX1" fmla="*/ 6876 w 4118640"/>
                <a:gd name="connsiteY1" fmla="*/ 3070164 h 3070164"/>
                <a:gd name="connsiteX2" fmla="*/ 48131 w 4118640"/>
                <a:gd name="connsiteY2" fmla="*/ 2947838 h 3070164"/>
                <a:gd name="connsiteX3" fmla="*/ 89386 w 4118640"/>
                <a:gd name="connsiteY3" fmla="*/ 2833898 h 3070164"/>
                <a:gd name="connsiteX4" fmla="*/ 137517 w 4118640"/>
                <a:gd name="connsiteY4" fmla="*/ 2716133 h 3070164"/>
                <a:gd name="connsiteX5" fmla="*/ 171897 w 4118640"/>
                <a:gd name="connsiteY5" fmla="*/ 2647037 h 3070164"/>
                <a:gd name="connsiteX6" fmla="*/ 220028 w 4118640"/>
                <a:gd name="connsiteY6" fmla="*/ 2563784 h 3070164"/>
                <a:gd name="connsiteX7" fmla="*/ 240655 w 4118640"/>
                <a:gd name="connsiteY7" fmla="*/ 2532234 h 3070164"/>
                <a:gd name="connsiteX8" fmla="*/ 247531 w 4118640"/>
                <a:gd name="connsiteY8" fmla="*/ 2525819 h 3070164"/>
                <a:gd name="connsiteX9" fmla="*/ 268159 w 4118640"/>
                <a:gd name="connsiteY9" fmla="*/ 2501812 h 3070164"/>
                <a:gd name="connsiteX10" fmla="*/ 309414 w 4118640"/>
                <a:gd name="connsiteY10" fmla="*/ 2467224 h 3070164"/>
                <a:gd name="connsiteX11" fmla="*/ 350669 w 4118640"/>
                <a:gd name="connsiteY11" fmla="*/ 2448960 h 3070164"/>
                <a:gd name="connsiteX12" fmla="*/ 364421 w 4118640"/>
                <a:gd name="connsiteY12" fmla="*/ 2444108 h 3070164"/>
                <a:gd name="connsiteX13" fmla="*/ 419428 w 4118640"/>
                <a:gd name="connsiteY13" fmla="*/ 2437112 h 3070164"/>
                <a:gd name="connsiteX14" fmla="*/ 440055 w 4118640"/>
                <a:gd name="connsiteY14" fmla="*/ 2437332 h 3070164"/>
                <a:gd name="connsiteX15" fmla="*/ 522566 w 4118640"/>
                <a:gd name="connsiteY15" fmla="*/ 2437271 h 3070164"/>
                <a:gd name="connsiteX16" fmla="*/ 536317 w 4118640"/>
                <a:gd name="connsiteY16" fmla="*/ 2436656 h 3070164"/>
                <a:gd name="connsiteX17" fmla="*/ 563821 w 4118640"/>
                <a:gd name="connsiteY17" fmla="*/ 2437462 h 3070164"/>
                <a:gd name="connsiteX18" fmla="*/ 584448 w 4118640"/>
                <a:gd name="connsiteY18" fmla="*/ 2437097 h 3070164"/>
                <a:gd name="connsiteX19" fmla="*/ 694462 w 4118640"/>
                <a:gd name="connsiteY19" fmla="*/ 2436590 h 3070164"/>
                <a:gd name="connsiteX20" fmla="*/ 721966 w 4118640"/>
                <a:gd name="connsiteY20" fmla="*/ 2436948 h 3070164"/>
                <a:gd name="connsiteX21" fmla="*/ 763221 w 4118640"/>
                <a:gd name="connsiteY21" fmla="*/ 2436531 h 3070164"/>
                <a:gd name="connsiteX22" fmla="*/ 783848 w 4118640"/>
                <a:gd name="connsiteY22" fmla="*/ 2436613 h 3070164"/>
                <a:gd name="connsiteX23" fmla="*/ 866359 w 4118640"/>
                <a:gd name="connsiteY23" fmla="*/ 2436647 h 3070164"/>
                <a:gd name="connsiteX24" fmla="*/ 893862 w 4118640"/>
                <a:gd name="connsiteY24" fmla="*/ 2437073 h 3070164"/>
                <a:gd name="connsiteX25" fmla="*/ 1272034 w 4118640"/>
                <a:gd name="connsiteY25" fmla="*/ 2437041 h 3070164"/>
                <a:gd name="connsiteX26" fmla="*/ 1299538 w 4118640"/>
                <a:gd name="connsiteY26" fmla="*/ 2436946 h 3070164"/>
                <a:gd name="connsiteX27" fmla="*/ 1320165 w 4118640"/>
                <a:gd name="connsiteY27" fmla="*/ 2436966 h 3070164"/>
                <a:gd name="connsiteX28" fmla="*/ 1340793 w 4118640"/>
                <a:gd name="connsiteY28" fmla="*/ 2436832 h 3070164"/>
                <a:gd name="connsiteX29" fmla="*/ 1402676 w 4118640"/>
                <a:gd name="connsiteY29" fmla="*/ 2436730 h 3070164"/>
                <a:gd name="connsiteX30" fmla="*/ 1423303 w 4118640"/>
                <a:gd name="connsiteY30" fmla="*/ 2437232 h 3070164"/>
                <a:gd name="connsiteX31" fmla="*/ 1450807 w 4118640"/>
                <a:gd name="connsiteY31" fmla="*/ 2436422 h 3070164"/>
                <a:gd name="connsiteX32" fmla="*/ 1553945 w 4118640"/>
                <a:gd name="connsiteY32" fmla="*/ 2436731 h 3070164"/>
                <a:gd name="connsiteX33" fmla="*/ 1574572 w 4118640"/>
                <a:gd name="connsiteY33" fmla="*/ 2436644 h 3070164"/>
                <a:gd name="connsiteX34" fmla="*/ 1608952 w 4118640"/>
                <a:gd name="connsiteY34" fmla="*/ 2436617 h 3070164"/>
                <a:gd name="connsiteX35" fmla="*/ 1636455 w 4118640"/>
                <a:gd name="connsiteY35" fmla="*/ 2436531 h 3070164"/>
                <a:gd name="connsiteX36" fmla="*/ 1663958 w 4118640"/>
                <a:gd name="connsiteY36" fmla="*/ 2436725 h 3070164"/>
                <a:gd name="connsiteX37" fmla="*/ 1739593 w 4118640"/>
                <a:gd name="connsiteY37" fmla="*/ 2436352 h 3070164"/>
                <a:gd name="connsiteX38" fmla="*/ 1773972 w 4118640"/>
                <a:gd name="connsiteY38" fmla="*/ 2436454 h 3070164"/>
                <a:gd name="connsiteX39" fmla="*/ 1835855 w 4118640"/>
                <a:gd name="connsiteY39" fmla="*/ 2435819 h 3070164"/>
                <a:gd name="connsiteX40" fmla="*/ 1849607 w 4118640"/>
                <a:gd name="connsiteY40" fmla="*/ 2436295 h 3070164"/>
                <a:gd name="connsiteX41" fmla="*/ 2014627 w 4118640"/>
                <a:gd name="connsiteY41" fmla="*/ 2436078 h 3070164"/>
                <a:gd name="connsiteX42" fmla="*/ 2035255 w 4118640"/>
                <a:gd name="connsiteY42" fmla="*/ 2436240 h 3070164"/>
                <a:gd name="connsiteX43" fmla="*/ 2069634 w 4118640"/>
                <a:gd name="connsiteY43" fmla="*/ 2436947 h 3070164"/>
                <a:gd name="connsiteX44" fmla="*/ 2110890 w 4118640"/>
                <a:gd name="connsiteY44" fmla="*/ 2436187 h 3070164"/>
                <a:gd name="connsiteX45" fmla="*/ 2131517 w 4118640"/>
                <a:gd name="connsiteY45" fmla="*/ 2436321 h 3070164"/>
                <a:gd name="connsiteX46" fmla="*/ 2207152 w 4118640"/>
                <a:gd name="connsiteY46" fmla="*/ 2435766 h 3070164"/>
                <a:gd name="connsiteX47" fmla="*/ 2234655 w 4118640"/>
                <a:gd name="connsiteY47" fmla="*/ 2435777 h 3070164"/>
                <a:gd name="connsiteX48" fmla="*/ 2289662 w 4118640"/>
                <a:gd name="connsiteY48" fmla="*/ 2435627 h 3070164"/>
                <a:gd name="connsiteX49" fmla="*/ 2399676 w 4118640"/>
                <a:gd name="connsiteY49" fmla="*/ 2435551 h 3070164"/>
                <a:gd name="connsiteX50" fmla="*/ 2434055 w 4118640"/>
                <a:gd name="connsiteY50" fmla="*/ 2436324 h 3070164"/>
                <a:gd name="connsiteX51" fmla="*/ 2461559 w 4118640"/>
                <a:gd name="connsiteY51" fmla="*/ 2435495 h 3070164"/>
                <a:gd name="connsiteX52" fmla="*/ 2640331 w 4118640"/>
                <a:gd name="connsiteY52" fmla="*/ 2435095 h 3070164"/>
                <a:gd name="connsiteX53" fmla="*/ 2681586 w 4118640"/>
                <a:gd name="connsiteY53" fmla="*/ 2434675 h 3070164"/>
                <a:gd name="connsiteX54" fmla="*/ 2709089 w 4118640"/>
                <a:gd name="connsiteY54" fmla="*/ 2435411 h 3070164"/>
                <a:gd name="connsiteX55" fmla="*/ 2846607 w 4118640"/>
                <a:gd name="connsiteY55" fmla="*/ 2435551 h 3070164"/>
                <a:gd name="connsiteX56" fmla="*/ 2887862 w 4118640"/>
                <a:gd name="connsiteY56" fmla="*/ 2435608 h 3070164"/>
                <a:gd name="connsiteX57" fmla="*/ 3101013 w 4118640"/>
                <a:gd name="connsiteY57" fmla="*/ 2435749 h 3070164"/>
                <a:gd name="connsiteX58" fmla="*/ 3121641 w 4118640"/>
                <a:gd name="connsiteY58" fmla="*/ 2436030 h 3070164"/>
                <a:gd name="connsiteX59" fmla="*/ 3266034 w 4118640"/>
                <a:gd name="connsiteY59" fmla="*/ 2435346 h 3070164"/>
                <a:gd name="connsiteX60" fmla="*/ 3286662 w 4118640"/>
                <a:gd name="connsiteY60" fmla="*/ 2435526 h 3070164"/>
                <a:gd name="connsiteX61" fmla="*/ 3314165 w 4118640"/>
                <a:gd name="connsiteY61" fmla="*/ 2435744 h 3070164"/>
                <a:gd name="connsiteX62" fmla="*/ 3348544 w 4118640"/>
                <a:gd name="connsiteY62" fmla="*/ 2437282 h 3070164"/>
                <a:gd name="connsiteX63" fmla="*/ 3355421 w 4118640"/>
                <a:gd name="connsiteY63" fmla="*/ 2436659 h 3070164"/>
                <a:gd name="connsiteX64" fmla="*/ 3369172 w 4118640"/>
                <a:gd name="connsiteY64" fmla="*/ 2433187 h 3070164"/>
                <a:gd name="connsiteX65" fmla="*/ 3376048 w 4118640"/>
                <a:gd name="connsiteY65" fmla="*/ 2431968 h 3070164"/>
                <a:gd name="connsiteX66" fmla="*/ 3382924 w 4118640"/>
                <a:gd name="connsiteY66" fmla="*/ 2428812 h 3070164"/>
                <a:gd name="connsiteX67" fmla="*/ 3389800 w 4118640"/>
                <a:gd name="connsiteY67" fmla="*/ 2422683 h 3070164"/>
                <a:gd name="connsiteX68" fmla="*/ 3396676 w 4118640"/>
                <a:gd name="connsiteY68" fmla="*/ 2419946 h 3070164"/>
                <a:gd name="connsiteX69" fmla="*/ 3437931 w 4118640"/>
                <a:gd name="connsiteY69" fmla="*/ 2387339 h 3070164"/>
                <a:gd name="connsiteX70" fmla="*/ 3444806 w 4118640"/>
                <a:gd name="connsiteY70" fmla="*/ 2376242 h 3070164"/>
                <a:gd name="connsiteX71" fmla="*/ 3458558 w 4118640"/>
                <a:gd name="connsiteY71" fmla="*/ 2364476 h 3070164"/>
                <a:gd name="connsiteX72" fmla="*/ 3486062 w 4118640"/>
                <a:gd name="connsiteY72" fmla="*/ 2326094 h 3070164"/>
                <a:gd name="connsiteX73" fmla="*/ 3520441 w 4118640"/>
                <a:gd name="connsiteY73" fmla="*/ 2268224 h 3070164"/>
                <a:gd name="connsiteX74" fmla="*/ 3561696 w 4118640"/>
                <a:gd name="connsiteY74" fmla="*/ 2185183 h 3070164"/>
                <a:gd name="connsiteX75" fmla="*/ 3582324 w 4118640"/>
                <a:gd name="connsiteY75" fmla="*/ 2135085 h 3070164"/>
                <a:gd name="connsiteX76" fmla="*/ 3589200 w 4118640"/>
                <a:gd name="connsiteY76" fmla="*/ 2121423 h 3070164"/>
                <a:gd name="connsiteX77" fmla="*/ 3602951 w 4118640"/>
                <a:gd name="connsiteY77" fmla="*/ 2083964 h 3070164"/>
                <a:gd name="connsiteX78" fmla="*/ 3616703 w 4118640"/>
                <a:gd name="connsiteY78" fmla="*/ 2050234 h 3070164"/>
                <a:gd name="connsiteX79" fmla="*/ 3692338 w 4118640"/>
                <a:gd name="connsiteY79" fmla="*/ 1811716 h 3070164"/>
                <a:gd name="connsiteX80" fmla="*/ 3740468 w 4118640"/>
                <a:gd name="connsiteY80" fmla="*/ 1637373 h 3070164"/>
                <a:gd name="connsiteX81" fmla="*/ 3829855 w 4118640"/>
                <a:gd name="connsiteY81" fmla="*/ 1287440 h 3070164"/>
                <a:gd name="connsiteX82" fmla="*/ 3884862 w 4118640"/>
                <a:gd name="connsiteY82" fmla="*/ 1058080 h 3070164"/>
                <a:gd name="connsiteX83" fmla="*/ 3939868 w 4118640"/>
                <a:gd name="connsiteY83" fmla="*/ 820057 h 3070164"/>
                <a:gd name="connsiteX84" fmla="*/ 4049882 w 4118640"/>
                <a:gd name="connsiteY84" fmla="*/ 317070 h 3070164"/>
                <a:gd name="connsiteX85" fmla="*/ 4118641 w 4118640"/>
                <a:gd name="connsiteY85" fmla="*/ 0 h 3070164"/>
                <a:gd name="connsiteX86" fmla="*/ 4118641 w 4118640"/>
                <a:gd name="connsiteY86" fmla="*/ 0 h 307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4118640" h="3070164">
                  <a:moveTo>
                    <a:pt x="0" y="3070164"/>
                  </a:moveTo>
                  <a:lnTo>
                    <a:pt x="6876" y="3070164"/>
                  </a:lnTo>
                  <a:lnTo>
                    <a:pt x="48131" y="2947838"/>
                  </a:lnTo>
                  <a:lnTo>
                    <a:pt x="89386" y="2833898"/>
                  </a:lnTo>
                  <a:lnTo>
                    <a:pt x="137517" y="2716133"/>
                  </a:lnTo>
                  <a:lnTo>
                    <a:pt x="171897" y="2647037"/>
                  </a:lnTo>
                  <a:lnTo>
                    <a:pt x="220028" y="2563784"/>
                  </a:lnTo>
                  <a:lnTo>
                    <a:pt x="240655" y="2532234"/>
                  </a:lnTo>
                  <a:lnTo>
                    <a:pt x="247531" y="2525819"/>
                  </a:lnTo>
                  <a:lnTo>
                    <a:pt x="268159" y="2501812"/>
                  </a:lnTo>
                  <a:lnTo>
                    <a:pt x="309414" y="2467224"/>
                  </a:lnTo>
                  <a:lnTo>
                    <a:pt x="350669" y="2448960"/>
                  </a:lnTo>
                  <a:lnTo>
                    <a:pt x="364421" y="2444108"/>
                  </a:lnTo>
                  <a:lnTo>
                    <a:pt x="419428" y="2437112"/>
                  </a:lnTo>
                  <a:lnTo>
                    <a:pt x="440055" y="2437332"/>
                  </a:lnTo>
                  <a:lnTo>
                    <a:pt x="522566" y="2437271"/>
                  </a:lnTo>
                  <a:lnTo>
                    <a:pt x="536317" y="2436656"/>
                  </a:lnTo>
                  <a:lnTo>
                    <a:pt x="563821" y="2437462"/>
                  </a:lnTo>
                  <a:lnTo>
                    <a:pt x="584448" y="2437097"/>
                  </a:lnTo>
                  <a:lnTo>
                    <a:pt x="694462" y="2436590"/>
                  </a:lnTo>
                  <a:lnTo>
                    <a:pt x="721966" y="2436948"/>
                  </a:lnTo>
                  <a:lnTo>
                    <a:pt x="763221" y="2436531"/>
                  </a:lnTo>
                  <a:lnTo>
                    <a:pt x="783848" y="2436613"/>
                  </a:lnTo>
                  <a:lnTo>
                    <a:pt x="866359" y="2436647"/>
                  </a:lnTo>
                  <a:lnTo>
                    <a:pt x="893862" y="2437073"/>
                  </a:lnTo>
                  <a:lnTo>
                    <a:pt x="1272034" y="2437041"/>
                  </a:lnTo>
                  <a:lnTo>
                    <a:pt x="1299538" y="2436946"/>
                  </a:lnTo>
                  <a:lnTo>
                    <a:pt x="1320165" y="2436966"/>
                  </a:lnTo>
                  <a:lnTo>
                    <a:pt x="1340793" y="2436832"/>
                  </a:lnTo>
                  <a:lnTo>
                    <a:pt x="1402676" y="2436730"/>
                  </a:lnTo>
                  <a:lnTo>
                    <a:pt x="1423303" y="2437232"/>
                  </a:lnTo>
                  <a:lnTo>
                    <a:pt x="1450807" y="2436422"/>
                  </a:lnTo>
                  <a:lnTo>
                    <a:pt x="1553945" y="2436731"/>
                  </a:lnTo>
                  <a:lnTo>
                    <a:pt x="1574572" y="2436644"/>
                  </a:lnTo>
                  <a:lnTo>
                    <a:pt x="1608952" y="2436617"/>
                  </a:lnTo>
                  <a:lnTo>
                    <a:pt x="1636455" y="2436531"/>
                  </a:lnTo>
                  <a:lnTo>
                    <a:pt x="1663958" y="2436725"/>
                  </a:lnTo>
                  <a:lnTo>
                    <a:pt x="1739593" y="2436352"/>
                  </a:lnTo>
                  <a:lnTo>
                    <a:pt x="1773972" y="2436454"/>
                  </a:lnTo>
                  <a:lnTo>
                    <a:pt x="1835855" y="2435819"/>
                  </a:lnTo>
                  <a:lnTo>
                    <a:pt x="1849607" y="2436295"/>
                  </a:lnTo>
                  <a:lnTo>
                    <a:pt x="2014627" y="2436078"/>
                  </a:lnTo>
                  <a:lnTo>
                    <a:pt x="2035255" y="2436240"/>
                  </a:lnTo>
                  <a:lnTo>
                    <a:pt x="2069634" y="2436947"/>
                  </a:lnTo>
                  <a:lnTo>
                    <a:pt x="2110890" y="2436187"/>
                  </a:lnTo>
                  <a:lnTo>
                    <a:pt x="2131517" y="2436321"/>
                  </a:lnTo>
                  <a:lnTo>
                    <a:pt x="2207152" y="2435766"/>
                  </a:lnTo>
                  <a:lnTo>
                    <a:pt x="2234655" y="2435777"/>
                  </a:lnTo>
                  <a:lnTo>
                    <a:pt x="2289662" y="2435627"/>
                  </a:lnTo>
                  <a:lnTo>
                    <a:pt x="2399676" y="2435551"/>
                  </a:lnTo>
                  <a:lnTo>
                    <a:pt x="2434055" y="2436324"/>
                  </a:lnTo>
                  <a:lnTo>
                    <a:pt x="2461559" y="2435495"/>
                  </a:lnTo>
                  <a:lnTo>
                    <a:pt x="2640331" y="2435095"/>
                  </a:lnTo>
                  <a:lnTo>
                    <a:pt x="2681586" y="2434675"/>
                  </a:lnTo>
                  <a:lnTo>
                    <a:pt x="2709089" y="2435411"/>
                  </a:lnTo>
                  <a:lnTo>
                    <a:pt x="2846607" y="2435551"/>
                  </a:lnTo>
                  <a:lnTo>
                    <a:pt x="2887862" y="2435608"/>
                  </a:lnTo>
                  <a:lnTo>
                    <a:pt x="3101013" y="2435749"/>
                  </a:lnTo>
                  <a:lnTo>
                    <a:pt x="3121641" y="2436030"/>
                  </a:lnTo>
                  <a:lnTo>
                    <a:pt x="3266034" y="2435346"/>
                  </a:lnTo>
                  <a:lnTo>
                    <a:pt x="3286662" y="2435526"/>
                  </a:lnTo>
                  <a:lnTo>
                    <a:pt x="3314165" y="2435744"/>
                  </a:lnTo>
                  <a:lnTo>
                    <a:pt x="3348544" y="2437282"/>
                  </a:lnTo>
                  <a:lnTo>
                    <a:pt x="3355421" y="2436659"/>
                  </a:lnTo>
                  <a:lnTo>
                    <a:pt x="3369172" y="2433187"/>
                  </a:lnTo>
                  <a:lnTo>
                    <a:pt x="3376048" y="2431968"/>
                  </a:lnTo>
                  <a:lnTo>
                    <a:pt x="3382924" y="2428812"/>
                  </a:lnTo>
                  <a:lnTo>
                    <a:pt x="3389800" y="2422683"/>
                  </a:lnTo>
                  <a:lnTo>
                    <a:pt x="3396676" y="2419946"/>
                  </a:lnTo>
                  <a:lnTo>
                    <a:pt x="3437931" y="2387339"/>
                  </a:lnTo>
                  <a:lnTo>
                    <a:pt x="3444806" y="2376242"/>
                  </a:lnTo>
                  <a:lnTo>
                    <a:pt x="3458558" y="2364476"/>
                  </a:lnTo>
                  <a:lnTo>
                    <a:pt x="3486062" y="2326094"/>
                  </a:lnTo>
                  <a:lnTo>
                    <a:pt x="3520441" y="2268224"/>
                  </a:lnTo>
                  <a:lnTo>
                    <a:pt x="3561696" y="2185183"/>
                  </a:lnTo>
                  <a:lnTo>
                    <a:pt x="3582324" y="2135085"/>
                  </a:lnTo>
                  <a:lnTo>
                    <a:pt x="3589200" y="2121423"/>
                  </a:lnTo>
                  <a:lnTo>
                    <a:pt x="3602951" y="2083964"/>
                  </a:lnTo>
                  <a:lnTo>
                    <a:pt x="3616703" y="2050234"/>
                  </a:lnTo>
                  <a:lnTo>
                    <a:pt x="3692338" y="1811716"/>
                  </a:lnTo>
                  <a:lnTo>
                    <a:pt x="3740468" y="1637373"/>
                  </a:lnTo>
                  <a:lnTo>
                    <a:pt x="3829855" y="1287440"/>
                  </a:lnTo>
                  <a:lnTo>
                    <a:pt x="3884862" y="1058080"/>
                  </a:lnTo>
                  <a:lnTo>
                    <a:pt x="3939868" y="820057"/>
                  </a:lnTo>
                  <a:lnTo>
                    <a:pt x="4049882" y="317070"/>
                  </a:lnTo>
                  <a:lnTo>
                    <a:pt x="4118641" y="0"/>
                  </a:lnTo>
                  <a:lnTo>
                    <a:pt x="4118641" y="0"/>
                  </a:lnTo>
                </a:path>
              </a:pathLst>
            </a:custGeom>
            <a:noFill/>
            <a:ln w="19029" cap="sq">
              <a:solidFill>
                <a:srgbClr val="FF7F0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910F3CF-B7D8-4338-3CBC-147E3403B568}"/>
                </a:ext>
              </a:extLst>
            </p:cNvPr>
            <p:cNvSpPr/>
            <p:nvPr/>
          </p:nvSpPr>
          <p:spPr>
            <a:xfrm>
              <a:off x="3902551" y="1759800"/>
              <a:ext cx="12686" cy="3377180"/>
            </a:xfrm>
            <a:custGeom>
              <a:avLst/>
              <a:gdLst>
                <a:gd name="connsiteX0" fmla="*/ 0 w 12686"/>
                <a:gd name="connsiteY0" fmla="*/ 3377181 h 3377180"/>
                <a:gd name="connsiteX1" fmla="*/ 0 w 12686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2EF03B6-2E8B-E80E-F992-69533794AC47}"/>
                </a:ext>
              </a:extLst>
            </p:cNvPr>
            <p:cNvSpPr/>
            <p:nvPr/>
          </p:nvSpPr>
          <p:spPr>
            <a:xfrm>
              <a:off x="8433056" y="1759800"/>
              <a:ext cx="12686" cy="3377180"/>
            </a:xfrm>
            <a:custGeom>
              <a:avLst/>
              <a:gdLst>
                <a:gd name="connsiteX0" fmla="*/ 0 w 12686"/>
                <a:gd name="connsiteY0" fmla="*/ 3377181 h 3377180"/>
                <a:gd name="connsiteX1" fmla="*/ 0 w 12686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647BE0-EB03-0BC4-CD36-C1D990F413C9}"/>
                </a:ext>
              </a:extLst>
            </p:cNvPr>
            <p:cNvSpPr/>
            <p:nvPr/>
          </p:nvSpPr>
          <p:spPr>
            <a:xfrm>
              <a:off x="3902551" y="5136981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C69E26CF-BCC3-9F24-50A6-5A5FF7978D31}"/>
                </a:ext>
              </a:extLst>
            </p:cNvPr>
            <p:cNvSpPr/>
            <p:nvPr/>
          </p:nvSpPr>
          <p:spPr>
            <a:xfrm>
              <a:off x="3902551" y="1759800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236" name="Graphic 110">
              <a:extLst>
                <a:ext uri="{FF2B5EF4-FFF2-40B4-BE49-F238E27FC236}">
                  <a16:creationId xmlns:a16="http://schemas.microsoft.com/office/drawing/2014/main" id="{777EBFAA-097F-70B3-E23D-6AF9055BFAF4}"/>
                </a:ext>
              </a:extLst>
            </p:cNvPr>
            <p:cNvGrpSpPr/>
            <p:nvPr/>
          </p:nvGrpSpPr>
          <p:grpSpPr>
            <a:xfrm>
              <a:off x="3965982" y="1823254"/>
              <a:ext cx="994580" cy="410627"/>
              <a:chOff x="3965982" y="1823254"/>
              <a:chExt cx="994580" cy="410627"/>
            </a:xfrm>
          </p:grpSpPr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759772EF-0AFA-95E7-D096-912D76C6EA94}"/>
                  </a:ext>
                </a:extLst>
              </p:cNvPr>
              <p:cNvSpPr/>
              <p:nvPr/>
            </p:nvSpPr>
            <p:spPr>
              <a:xfrm>
                <a:off x="3965982" y="1823254"/>
                <a:ext cx="994580" cy="410627"/>
              </a:xfrm>
              <a:custGeom>
                <a:avLst/>
                <a:gdLst>
                  <a:gd name="connsiteX0" fmla="*/ 25372 w 994580"/>
                  <a:gd name="connsiteY0" fmla="*/ 410627 h 410627"/>
                  <a:gd name="connsiteX1" fmla="*/ 969208 w 994580"/>
                  <a:gd name="connsiteY1" fmla="*/ 410627 h 410627"/>
                  <a:gd name="connsiteX2" fmla="*/ 994580 w 994580"/>
                  <a:gd name="connsiteY2" fmla="*/ 385246 h 410627"/>
                  <a:gd name="connsiteX3" fmla="*/ 994580 w 994580"/>
                  <a:gd name="connsiteY3" fmla="*/ 25382 h 410627"/>
                  <a:gd name="connsiteX4" fmla="*/ 969208 w 994580"/>
                  <a:gd name="connsiteY4" fmla="*/ 0 h 410627"/>
                  <a:gd name="connsiteX5" fmla="*/ 25372 w 994580"/>
                  <a:gd name="connsiteY5" fmla="*/ 0 h 410627"/>
                  <a:gd name="connsiteX6" fmla="*/ 0 w 994580"/>
                  <a:gd name="connsiteY6" fmla="*/ 25382 h 410627"/>
                  <a:gd name="connsiteX7" fmla="*/ 0 w 994580"/>
                  <a:gd name="connsiteY7" fmla="*/ 385246 h 410627"/>
                  <a:gd name="connsiteX8" fmla="*/ 25372 w 994580"/>
                  <a:gd name="connsiteY8" fmla="*/ 410627 h 410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4580" h="410627">
                    <a:moveTo>
                      <a:pt x="25372" y="410627"/>
                    </a:moveTo>
                    <a:lnTo>
                      <a:pt x="969208" y="410627"/>
                    </a:lnTo>
                    <a:cubicBezTo>
                      <a:pt x="986123" y="410627"/>
                      <a:pt x="994580" y="402167"/>
                      <a:pt x="994580" y="385246"/>
                    </a:cubicBezTo>
                    <a:lnTo>
                      <a:pt x="994580" y="25382"/>
                    </a:lnTo>
                    <a:cubicBezTo>
                      <a:pt x="994580" y="8461"/>
                      <a:pt x="986123" y="0"/>
                      <a:pt x="969208" y="0"/>
                    </a:cubicBezTo>
                    <a:lnTo>
                      <a:pt x="25372" y="0"/>
                    </a:lnTo>
                    <a:cubicBezTo>
                      <a:pt x="8458" y="0"/>
                      <a:pt x="0" y="8461"/>
                      <a:pt x="0" y="25382"/>
                    </a:cubicBezTo>
                    <a:lnTo>
                      <a:pt x="0" y="385246"/>
                    </a:lnTo>
                    <a:cubicBezTo>
                      <a:pt x="0" y="402167"/>
                      <a:pt x="8458" y="410627"/>
                      <a:pt x="25372" y="4106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686" cap="flat">
                <a:solidFill>
                  <a:srgbClr val="CCCCCC">
                    <a:alpha val="80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C73E482B-B430-7DA9-9ACC-AE96DB8FB247}"/>
                  </a:ext>
                </a:extLst>
              </p:cNvPr>
              <p:cNvSpPr/>
              <p:nvPr/>
            </p:nvSpPr>
            <p:spPr>
              <a:xfrm>
                <a:off x="4016727" y="1926030"/>
                <a:ext cx="253724" cy="12690"/>
              </a:xfrm>
              <a:custGeom>
                <a:avLst/>
                <a:gdLst>
                  <a:gd name="connsiteX0" fmla="*/ 0 w 253724"/>
                  <a:gd name="connsiteY0" fmla="*/ 0 h 12690"/>
                  <a:gd name="connsiteX1" fmla="*/ 126862 w 253724"/>
                  <a:gd name="connsiteY1" fmla="*/ 0 h 12690"/>
                  <a:gd name="connsiteX2" fmla="*/ 253725 w 253724"/>
                  <a:gd name="connsiteY2" fmla="*/ 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3724" h="12690">
                    <a:moveTo>
                      <a:pt x="0" y="0"/>
                    </a:moveTo>
                    <a:lnTo>
                      <a:pt x="126862" y="0"/>
                    </a:lnTo>
                    <a:lnTo>
                      <a:pt x="253725" y="0"/>
                    </a:lnTo>
                  </a:path>
                </a:pathLst>
              </a:custGeom>
              <a:noFill/>
              <a:ln w="19029" cap="sq">
                <a:solidFill>
                  <a:srgbClr val="1F77B4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grpSp>
            <p:nvGrpSpPr>
              <p:cNvPr id="239" name="Graphic 110">
                <a:extLst>
                  <a:ext uri="{FF2B5EF4-FFF2-40B4-BE49-F238E27FC236}">
                    <a16:creationId xmlns:a16="http://schemas.microsoft.com/office/drawing/2014/main" id="{52C9B8E8-63B7-7B17-69B4-1D93CEE743C7}"/>
                  </a:ext>
                </a:extLst>
              </p:cNvPr>
              <p:cNvGrpSpPr/>
              <p:nvPr/>
            </p:nvGrpSpPr>
            <p:grpSpPr>
              <a:xfrm>
                <a:off x="4384390" y="1874018"/>
                <a:ext cx="518665" cy="98234"/>
                <a:chOff x="4384390" y="1874018"/>
                <a:chExt cx="518665" cy="98234"/>
              </a:xfrm>
              <a:solidFill>
                <a:srgbClr val="000000"/>
              </a:solidFill>
            </p:grpSpPr>
            <p:sp>
              <p:nvSpPr>
                <p:cNvPr id="240" name="Freeform: Shape 239">
                  <a:extLst>
                    <a:ext uri="{FF2B5EF4-FFF2-40B4-BE49-F238E27FC236}">
                      <a16:creationId xmlns:a16="http://schemas.microsoft.com/office/drawing/2014/main" id="{0D9A1F37-EDBE-96F0-0909-A7F46D912275}"/>
                    </a:ext>
                  </a:extLst>
                </p:cNvPr>
                <p:cNvSpPr/>
                <p:nvPr/>
              </p:nvSpPr>
              <p:spPr>
                <a:xfrm flipV="1">
                  <a:off x="4384390" y="1877924"/>
                  <a:ext cx="65611" cy="92524"/>
                </a:xfrm>
                <a:custGeom>
                  <a:avLst/>
                  <a:gdLst>
                    <a:gd name="connsiteX0" fmla="*/ 10323 w 65611"/>
                    <a:gd name="connsiteY0" fmla="*/ 41901 h 92524"/>
                    <a:gd name="connsiteX1" fmla="*/ 10323 w 65611"/>
                    <a:gd name="connsiteY1" fmla="*/ 8013 h 92524"/>
                    <a:gd name="connsiteX2" fmla="*/ 30403 w 65611"/>
                    <a:gd name="connsiteY2" fmla="*/ 8013 h 92524"/>
                    <a:gd name="connsiteX3" fmla="*/ 45349 w 65611"/>
                    <a:gd name="connsiteY3" fmla="*/ 12197 h 92524"/>
                    <a:gd name="connsiteX4" fmla="*/ 50225 w 65611"/>
                    <a:gd name="connsiteY4" fmla="*/ 24987 h 92524"/>
                    <a:gd name="connsiteX5" fmla="*/ 45349 w 65611"/>
                    <a:gd name="connsiteY5" fmla="*/ 37777 h 92524"/>
                    <a:gd name="connsiteX6" fmla="*/ 30403 w 65611"/>
                    <a:gd name="connsiteY6" fmla="*/ 41901 h 92524"/>
                    <a:gd name="connsiteX7" fmla="*/ 10323 w 65611"/>
                    <a:gd name="connsiteY7" fmla="*/ 41901 h 92524"/>
                    <a:gd name="connsiteX8" fmla="*/ 10323 w 65611"/>
                    <a:gd name="connsiteY8" fmla="*/ 79954 h 92524"/>
                    <a:gd name="connsiteX9" fmla="*/ 10323 w 65611"/>
                    <a:gd name="connsiteY9" fmla="*/ 52074 h 92524"/>
                    <a:gd name="connsiteX10" fmla="*/ 28857 w 65611"/>
                    <a:gd name="connsiteY10" fmla="*/ 52074 h 92524"/>
                    <a:gd name="connsiteX11" fmla="*/ 42494 w 65611"/>
                    <a:gd name="connsiteY11" fmla="*/ 55504 h 92524"/>
                    <a:gd name="connsiteX12" fmla="*/ 46994 w 65611"/>
                    <a:gd name="connsiteY12" fmla="*/ 66014 h 92524"/>
                    <a:gd name="connsiteX13" fmla="*/ 42494 w 65611"/>
                    <a:gd name="connsiteY13" fmla="*/ 76484 h 92524"/>
                    <a:gd name="connsiteX14" fmla="*/ 28857 w 65611"/>
                    <a:gd name="connsiteY14" fmla="*/ 79954 h 92524"/>
                    <a:gd name="connsiteX15" fmla="*/ 10323 w 65611"/>
                    <a:gd name="connsiteY15" fmla="*/ 79954 h 92524"/>
                    <a:gd name="connsiteX16" fmla="*/ -2185 w 65611"/>
                    <a:gd name="connsiteY16" fmla="*/ 90245 h 92524"/>
                    <a:gd name="connsiteX17" fmla="*/ 29788 w 65611"/>
                    <a:gd name="connsiteY17" fmla="*/ 90245 h 92524"/>
                    <a:gd name="connsiteX18" fmla="*/ 51831 w 65611"/>
                    <a:gd name="connsiteY18" fmla="*/ 84297 h 92524"/>
                    <a:gd name="connsiteX19" fmla="*/ 59581 w 65611"/>
                    <a:gd name="connsiteY19" fmla="*/ 67382 h 92524"/>
                    <a:gd name="connsiteX20" fmla="*/ 55617 w 65611"/>
                    <a:gd name="connsiteY20" fmla="*/ 53858 h 92524"/>
                    <a:gd name="connsiteX21" fmla="*/ 43961 w 65611"/>
                    <a:gd name="connsiteY21" fmla="*/ 47612 h 92524"/>
                    <a:gd name="connsiteX22" fmla="*/ 58313 w 65611"/>
                    <a:gd name="connsiteY22" fmla="*/ 39324 h 92524"/>
                    <a:gd name="connsiteX23" fmla="*/ 63427 w 65611"/>
                    <a:gd name="connsiteY23" fmla="*/ 23619 h 92524"/>
                    <a:gd name="connsiteX24" fmla="*/ 55002 w 65611"/>
                    <a:gd name="connsiteY24" fmla="*/ 4463 h 92524"/>
                    <a:gd name="connsiteX25" fmla="*/ 31017 w 65611"/>
                    <a:gd name="connsiteY25" fmla="*/ -2279 h 92524"/>
                    <a:gd name="connsiteX26" fmla="*/ -2185 w 65611"/>
                    <a:gd name="connsiteY26" fmla="*/ -2279 h 92524"/>
                    <a:gd name="connsiteX27" fmla="*/ -2185 w 65611"/>
                    <a:gd name="connsiteY27" fmla="*/ 90245 h 92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65611" h="92524">
                      <a:moveTo>
                        <a:pt x="10323" y="41901"/>
                      </a:moveTo>
                      <a:lnTo>
                        <a:pt x="10323" y="8013"/>
                      </a:lnTo>
                      <a:lnTo>
                        <a:pt x="30403" y="8013"/>
                      </a:lnTo>
                      <a:cubicBezTo>
                        <a:pt x="37129" y="8013"/>
                        <a:pt x="42111" y="9408"/>
                        <a:pt x="45349" y="12197"/>
                      </a:cubicBezTo>
                      <a:cubicBezTo>
                        <a:pt x="48600" y="14986"/>
                        <a:pt x="50225" y="19250"/>
                        <a:pt x="50225" y="24987"/>
                      </a:cubicBezTo>
                      <a:cubicBezTo>
                        <a:pt x="50225" y="30777"/>
                        <a:pt x="48600" y="35040"/>
                        <a:pt x="45349" y="37777"/>
                      </a:cubicBezTo>
                      <a:cubicBezTo>
                        <a:pt x="42111" y="40527"/>
                        <a:pt x="37129" y="41901"/>
                        <a:pt x="30403" y="41901"/>
                      </a:cubicBezTo>
                      <a:lnTo>
                        <a:pt x="10323" y="41901"/>
                      </a:lnTo>
                      <a:close/>
                      <a:moveTo>
                        <a:pt x="10323" y="79954"/>
                      </a:moveTo>
                      <a:lnTo>
                        <a:pt x="10323" y="52074"/>
                      </a:lnTo>
                      <a:lnTo>
                        <a:pt x="28857" y="52074"/>
                      </a:lnTo>
                      <a:cubicBezTo>
                        <a:pt x="34962" y="52074"/>
                        <a:pt x="39508" y="53217"/>
                        <a:pt x="42494" y="55504"/>
                      </a:cubicBezTo>
                      <a:cubicBezTo>
                        <a:pt x="45494" y="57805"/>
                        <a:pt x="46994" y="61308"/>
                        <a:pt x="46994" y="66014"/>
                      </a:cubicBezTo>
                      <a:cubicBezTo>
                        <a:pt x="46994" y="70680"/>
                        <a:pt x="45494" y="74170"/>
                        <a:pt x="42494" y="76484"/>
                      </a:cubicBezTo>
                      <a:cubicBezTo>
                        <a:pt x="39508" y="78797"/>
                        <a:pt x="34962" y="79954"/>
                        <a:pt x="28857" y="79954"/>
                      </a:cubicBezTo>
                      <a:lnTo>
                        <a:pt x="10323" y="79954"/>
                      </a:lnTo>
                      <a:close/>
                      <a:moveTo>
                        <a:pt x="-2185" y="90245"/>
                      </a:moveTo>
                      <a:lnTo>
                        <a:pt x="29788" y="90245"/>
                      </a:lnTo>
                      <a:cubicBezTo>
                        <a:pt x="39330" y="90245"/>
                        <a:pt x="46677" y="88263"/>
                        <a:pt x="51831" y="84297"/>
                      </a:cubicBezTo>
                      <a:cubicBezTo>
                        <a:pt x="56998" y="80331"/>
                        <a:pt x="59581" y="74693"/>
                        <a:pt x="59581" y="67382"/>
                      </a:cubicBezTo>
                      <a:cubicBezTo>
                        <a:pt x="59581" y="61711"/>
                        <a:pt x="58260" y="57203"/>
                        <a:pt x="55617" y="53858"/>
                      </a:cubicBezTo>
                      <a:cubicBezTo>
                        <a:pt x="52974" y="50514"/>
                        <a:pt x="49089" y="48432"/>
                        <a:pt x="43961" y="47612"/>
                      </a:cubicBezTo>
                      <a:cubicBezTo>
                        <a:pt x="50119" y="46290"/>
                        <a:pt x="54903" y="43527"/>
                        <a:pt x="58313" y="39324"/>
                      </a:cubicBezTo>
                      <a:cubicBezTo>
                        <a:pt x="61722" y="35133"/>
                        <a:pt x="63427" y="29898"/>
                        <a:pt x="63427" y="23619"/>
                      </a:cubicBezTo>
                      <a:cubicBezTo>
                        <a:pt x="63427" y="15356"/>
                        <a:pt x="60619" y="8971"/>
                        <a:pt x="55002" y="4463"/>
                      </a:cubicBezTo>
                      <a:cubicBezTo>
                        <a:pt x="49386" y="-31"/>
                        <a:pt x="41391" y="-2279"/>
                        <a:pt x="31017" y="-2279"/>
                      </a:cubicBezTo>
                      <a:lnTo>
                        <a:pt x="-2185" y="-2279"/>
                      </a:lnTo>
                      <a:lnTo>
                        <a:pt x="-2185" y="902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41" name="Freeform: Shape 240">
                  <a:extLst>
                    <a:ext uri="{FF2B5EF4-FFF2-40B4-BE49-F238E27FC236}">
                      <a16:creationId xmlns:a16="http://schemas.microsoft.com/office/drawing/2014/main" id="{5A3B0536-18E4-E4B2-8DC7-4981210FE546}"/>
                    </a:ext>
                  </a:extLst>
                </p:cNvPr>
                <p:cNvSpPr/>
                <p:nvPr/>
              </p:nvSpPr>
              <p:spPr>
                <a:xfrm flipV="1">
                  <a:off x="4466585" y="1899380"/>
                  <a:ext cx="58614" cy="72873"/>
                </a:xfrm>
                <a:custGeom>
                  <a:avLst/>
                  <a:gdLst>
                    <a:gd name="connsiteX0" fmla="*/ 34120 w 58614"/>
                    <a:gd name="connsiteY0" fmla="*/ 34993 h 72873"/>
                    <a:gd name="connsiteX1" fmla="*/ 14972 w 58614"/>
                    <a:gd name="connsiteY1" fmla="*/ 31840 h 72873"/>
                    <a:gd name="connsiteX2" fmla="*/ 9640 w 58614"/>
                    <a:gd name="connsiteY2" fmla="*/ 21053 h 72873"/>
                    <a:gd name="connsiteX3" fmla="*/ 13644 w 58614"/>
                    <a:gd name="connsiteY3" fmla="*/ 11416 h 72873"/>
                    <a:gd name="connsiteX4" fmla="*/ 24506 w 58614"/>
                    <a:gd name="connsiteY4" fmla="*/ 7867 h 72873"/>
                    <a:gd name="connsiteX5" fmla="*/ 39730 w 58614"/>
                    <a:gd name="connsiteY5" fmla="*/ 14589 h 72873"/>
                    <a:gd name="connsiteX6" fmla="*/ 45458 w 58614"/>
                    <a:gd name="connsiteY6" fmla="*/ 32455 h 72873"/>
                    <a:gd name="connsiteX7" fmla="*/ 45458 w 58614"/>
                    <a:gd name="connsiteY7" fmla="*/ 34993 h 72873"/>
                    <a:gd name="connsiteX8" fmla="*/ 34120 w 58614"/>
                    <a:gd name="connsiteY8" fmla="*/ 34993 h 72873"/>
                    <a:gd name="connsiteX9" fmla="*/ 56856 w 58614"/>
                    <a:gd name="connsiteY9" fmla="*/ 39713 h 72873"/>
                    <a:gd name="connsiteX10" fmla="*/ 56856 w 58614"/>
                    <a:gd name="connsiteY10" fmla="*/ 113 h 72873"/>
                    <a:gd name="connsiteX11" fmla="*/ 45458 w 58614"/>
                    <a:gd name="connsiteY11" fmla="*/ 113 h 72873"/>
                    <a:gd name="connsiteX12" fmla="*/ 45458 w 58614"/>
                    <a:gd name="connsiteY12" fmla="*/ 10643 h 72873"/>
                    <a:gd name="connsiteX13" fmla="*/ 35726 w 58614"/>
                    <a:gd name="connsiteY13" fmla="*/ 1323 h 72873"/>
                    <a:gd name="connsiteX14" fmla="*/ 21474 w 58614"/>
                    <a:gd name="connsiteY14" fmla="*/ -1691 h 72873"/>
                    <a:gd name="connsiteX15" fmla="*/ 4526 w 58614"/>
                    <a:gd name="connsiteY15" fmla="*/ 4297 h 72873"/>
                    <a:gd name="connsiteX16" fmla="*/ -1758 w 58614"/>
                    <a:gd name="connsiteY16" fmla="*/ 20319 h 72873"/>
                    <a:gd name="connsiteX17" fmla="*/ 6072 w 58614"/>
                    <a:gd name="connsiteY17" fmla="*/ 37968 h 72873"/>
                    <a:gd name="connsiteX18" fmla="*/ 29462 w 58614"/>
                    <a:gd name="connsiteY18" fmla="*/ 43916 h 72873"/>
                    <a:gd name="connsiteX19" fmla="*/ 45458 w 58614"/>
                    <a:gd name="connsiteY19" fmla="*/ 43916 h 72873"/>
                    <a:gd name="connsiteX20" fmla="*/ 45458 w 58614"/>
                    <a:gd name="connsiteY20" fmla="*/ 45047 h 72873"/>
                    <a:gd name="connsiteX21" fmla="*/ 40285 w 58614"/>
                    <a:gd name="connsiteY21" fmla="*/ 57222 h 72873"/>
                    <a:gd name="connsiteX22" fmla="*/ 25755 w 58614"/>
                    <a:gd name="connsiteY22" fmla="*/ 61525 h 72873"/>
                    <a:gd name="connsiteX23" fmla="*/ 14159 w 58614"/>
                    <a:gd name="connsiteY23" fmla="*/ 60097 h 72873"/>
                    <a:gd name="connsiteX24" fmla="*/ 3336 w 58614"/>
                    <a:gd name="connsiteY24" fmla="*/ 55814 h 72873"/>
                    <a:gd name="connsiteX25" fmla="*/ 3336 w 58614"/>
                    <a:gd name="connsiteY25" fmla="*/ 66363 h 72873"/>
                    <a:gd name="connsiteX26" fmla="*/ 15467 w 58614"/>
                    <a:gd name="connsiteY26" fmla="*/ 69972 h 72873"/>
                    <a:gd name="connsiteX27" fmla="*/ 26925 w 58614"/>
                    <a:gd name="connsiteY27" fmla="*/ 71182 h 72873"/>
                    <a:gd name="connsiteX28" fmla="*/ 49423 w 58614"/>
                    <a:gd name="connsiteY28" fmla="*/ 63369 h 72873"/>
                    <a:gd name="connsiteX29" fmla="*/ 56856 w 58614"/>
                    <a:gd name="connsiteY29" fmla="*/ 39713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58614" h="72873">
                      <a:moveTo>
                        <a:pt x="34120" y="34993"/>
                      </a:moveTo>
                      <a:cubicBezTo>
                        <a:pt x="24909" y="34993"/>
                        <a:pt x="18527" y="33942"/>
                        <a:pt x="14972" y="31840"/>
                      </a:cubicBezTo>
                      <a:cubicBezTo>
                        <a:pt x="11417" y="29738"/>
                        <a:pt x="9640" y="26143"/>
                        <a:pt x="9640" y="21053"/>
                      </a:cubicBezTo>
                      <a:cubicBezTo>
                        <a:pt x="9640" y="17008"/>
                        <a:pt x="10974" y="13796"/>
                        <a:pt x="13644" y="11416"/>
                      </a:cubicBezTo>
                      <a:cubicBezTo>
                        <a:pt x="16313" y="9050"/>
                        <a:pt x="19934" y="7867"/>
                        <a:pt x="24506" y="7867"/>
                      </a:cubicBezTo>
                      <a:cubicBezTo>
                        <a:pt x="30836" y="7867"/>
                        <a:pt x="35911" y="10107"/>
                        <a:pt x="39730" y="14589"/>
                      </a:cubicBezTo>
                      <a:cubicBezTo>
                        <a:pt x="43549" y="19070"/>
                        <a:pt x="45458" y="25026"/>
                        <a:pt x="45458" y="32455"/>
                      </a:cubicBezTo>
                      <a:lnTo>
                        <a:pt x="45458" y="34993"/>
                      </a:lnTo>
                      <a:lnTo>
                        <a:pt x="34120" y="34993"/>
                      </a:lnTo>
                      <a:close/>
                      <a:moveTo>
                        <a:pt x="56856" y="39713"/>
                      </a:moveTo>
                      <a:lnTo>
                        <a:pt x="56856" y="113"/>
                      </a:lnTo>
                      <a:lnTo>
                        <a:pt x="45458" y="113"/>
                      </a:lnTo>
                      <a:lnTo>
                        <a:pt x="45458" y="10643"/>
                      </a:lnTo>
                      <a:cubicBezTo>
                        <a:pt x="42855" y="6439"/>
                        <a:pt x="39611" y="3332"/>
                        <a:pt x="35726" y="1323"/>
                      </a:cubicBezTo>
                      <a:cubicBezTo>
                        <a:pt x="31841" y="-686"/>
                        <a:pt x="27090" y="-1691"/>
                        <a:pt x="21474" y="-1691"/>
                      </a:cubicBezTo>
                      <a:cubicBezTo>
                        <a:pt x="14377" y="-1691"/>
                        <a:pt x="8728" y="305"/>
                        <a:pt x="4526" y="4297"/>
                      </a:cubicBezTo>
                      <a:cubicBezTo>
                        <a:pt x="336" y="8290"/>
                        <a:pt x="-1758" y="13630"/>
                        <a:pt x="-1758" y="20319"/>
                      </a:cubicBezTo>
                      <a:cubicBezTo>
                        <a:pt x="-1758" y="28119"/>
                        <a:pt x="852" y="34002"/>
                        <a:pt x="6072" y="37968"/>
                      </a:cubicBezTo>
                      <a:cubicBezTo>
                        <a:pt x="11305" y="41934"/>
                        <a:pt x="19101" y="43916"/>
                        <a:pt x="29462" y="43916"/>
                      </a:cubicBezTo>
                      <a:lnTo>
                        <a:pt x="45458" y="43916"/>
                      </a:lnTo>
                      <a:lnTo>
                        <a:pt x="45458" y="45047"/>
                      </a:lnTo>
                      <a:cubicBezTo>
                        <a:pt x="45458" y="50295"/>
                        <a:pt x="43734" y="54353"/>
                        <a:pt x="40285" y="57222"/>
                      </a:cubicBezTo>
                      <a:cubicBezTo>
                        <a:pt x="36836" y="60091"/>
                        <a:pt x="31993" y="61525"/>
                        <a:pt x="25755" y="61525"/>
                      </a:cubicBezTo>
                      <a:cubicBezTo>
                        <a:pt x="21791" y="61525"/>
                        <a:pt x="17925" y="61049"/>
                        <a:pt x="14159" y="60097"/>
                      </a:cubicBezTo>
                      <a:cubicBezTo>
                        <a:pt x="10406" y="59145"/>
                        <a:pt x="6798" y="57718"/>
                        <a:pt x="3336" y="55814"/>
                      </a:cubicBezTo>
                      <a:lnTo>
                        <a:pt x="3336" y="66363"/>
                      </a:lnTo>
                      <a:cubicBezTo>
                        <a:pt x="7499" y="67976"/>
                        <a:pt x="11543" y="69179"/>
                        <a:pt x="15467" y="69972"/>
                      </a:cubicBezTo>
                      <a:cubicBezTo>
                        <a:pt x="19392" y="70779"/>
                        <a:pt x="23211" y="71182"/>
                        <a:pt x="26925" y="71182"/>
                      </a:cubicBezTo>
                      <a:cubicBezTo>
                        <a:pt x="36968" y="71182"/>
                        <a:pt x="44467" y="68578"/>
                        <a:pt x="49423" y="63369"/>
                      </a:cubicBezTo>
                      <a:cubicBezTo>
                        <a:pt x="54378" y="58174"/>
                        <a:pt x="56856" y="50288"/>
                        <a:pt x="56856" y="397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42" name="Freeform: Shape 241">
                  <a:extLst>
                    <a:ext uri="{FF2B5EF4-FFF2-40B4-BE49-F238E27FC236}">
                      <a16:creationId xmlns:a16="http://schemas.microsoft.com/office/drawing/2014/main" id="{8965B0E6-1EFB-FB97-003E-826509B4FAF3}"/>
                    </a:ext>
                  </a:extLst>
                </p:cNvPr>
                <p:cNvSpPr/>
                <p:nvPr/>
              </p:nvSpPr>
              <p:spPr>
                <a:xfrm flipV="1">
                  <a:off x="4543592" y="1899380"/>
                  <a:ext cx="53024" cy="72873"/>
                </a:xfrm>
                <a:custGeom>
                  <a:avLst/>
                  <a:gdLst>
                    <a:gd name="connsiteX0" fmla="*/ 47724 w 53024"/>
                    <a:gd name="connsiteY0" fmla="*/ 67474 h 72873"/>
                    <a:gd name="connsiteX1" fmla="*/ 47724 w 53024"/>
                    <a:gd name="connsiteY1" fmla="*/ 56687 h 72873"/>
                    <a:gd name="connsiteX2" fmla="*/ 37694 w 53024"/>
                    <a:gd name="connsiteY2" fmla="*/ 60395 h 72873"/>
                    <a:gd name="connsiteX3" fmla="*/ 26910 w 53024"/>
                    <a:gd name="connsiteY3" fmla="*/ 61644 h 72873"/>
                    <a:gd name="connsiteX4" fmla="*/ 14184 w 53024"/>
                    <a:gd name="connsiteY4" fmla="*/ 59046 h 72873"/>
                    <a:gd name="connsiteX5" fmla="*/ 9942 w 53024"/>
                    <a:gd name="connsiteY5" fmla="*/ 51234 h 72873"/>
                    <a:gd name="connsiteX6" fmla="*/ 12975 w 53024"/>
                    <a:gd name="connsiteY6" fmla="*/ 45007 h 72873"/>
                    <a:gd name="connsiteX7" fmla="*/ 25186 w 53024"/>
                    <a:gd name="connsiteY7" fmla="*/ 40704 h 72873"/>
                    <a:gd name="connsiteX8" fmla="*/ 29091 w 53024"/>
                    <a:gd name="connsiteY8" fmla="*/ 39832 h 72873"/>
                    <a:gd name="connsiteX9" fmla="*/ 46336 w 53024"/>
                    <a:gd name="connsiteY9" fmla="*/ 32495 h 72873"/>
                    <a:gd name="connsiteX10" fmla="*/ 51450 w 53024"/>
                    <a:gd name="connsiteY10" fmla="*/ 19269 h 72873"/>
                    <a:gd name="connsiteX11" fmla="*/ 43799 w 53024"/>
                    <a:gd name="connsiteY11" fmla="*/ 3940 h 72873"/>
                    <a:gd name="connsiteX12" fmla="*/ 22767 w 53024"/>
                    <a:gd name="connsiteY12" fmla="*/ -1691 h 72873"/>
                    <a:gd name="connsiteX13" fmla="*/ 11152 w 53024"/>
                    <a:gd name="connsiteY13" fmla="*/ -601 h 72873"/>
                    <a:gd name="connsiteX14" fmla="*/ -1574 w 53024"/>
                    <a:gd name="connsiteY14" fmla="*/ 2651 h 72873"/>
                    <a:gd name="connsiteX15" fmla="*/ -1574 w 53024"/>
                    <a:gd name="connsiteY15" fmla="*/ 14430 h 72873"/>
                    <a:gd name="connsiteX16" fmla="*/ 10874 w 53024"/>
                    <a:gd name="connsiteY16" fmla="*/ 9493 h 72873"/>
                    <a:gd name="connsiteX17" fmla="*/ 23025 w 53024"/>
                    <a:gd name="connsiteY17" fmla="*/ 7867 h 72873"/>
                    <a:gd name="connsiteX18" fmla="*/ 35394 w 53024"/>
                    <a:gd name="connsiteY18" fmla="*/ 10623 h 72873"/>
                    <a:gd name="connsiteX19" fmla="*/ 39735 w 53024"/>
                    <a:gd name="connsiteY19" fmla="*/ 18396 h 72873"/>
                    <a:gd name="connsiteX20" fmla="*/ 36603 w 53024"/>
                    <a:gd name="connsiteY20" fmla="*/ 25515 h 72873"/>
                    <a:gd name="connsiteX21" fmla="*/ 22886 w 53024"/>
                    <a:gd name="connsiteY21" fmla="*/ 30294 h 72873"/>
                    <a:gd name="connsiteX22" fmla="*/ 18922 w 53024"/>
                    <a:gd name="connsiteY22" fmla="*/ 31226 h 72873"/>
                    <a:gd name="connsiteX23" fmla="*/ 3619 w 53024"/>
                    <a:gd name="connsiteY23" fmla="*/ 38067 h 72873"/>
                    <a:gd name="connsiteX24" fmla="*/ -1079 w 53024"/>
                    <a:gd name="connsiteY24" fmla="*/ 50738 h 72873"/>
                    <a:gd name="connsiteX25" fmla="*/ 5859 w 53024"/>
                    <a:gd name="connsiteY25" fmla="*/ 65848 h 72873"/>
                    <a:gd name="connsiteX26" fmla="*/ 25562 w 53024"/>
                    <a:gd name="connsiteY26" fmla="*/ 71182 h 72873"/>
                    <a:gd name="connsiteX27" fmla="*/ 37436 w 53024"/>
                    <a:gd name="connsiteY27" fmla="*/ 70250 h 72873"/>
                    <a:gd name="connsiteX28" fmla="*/ 47724 w 53024"/>
                    <a:gd name="connsiteY28" fmla="*/ 67474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3024" h="72873">
                      <a:moveTo>
                        <a:pt x="47724" y="67474"/>
                      </a:moveTo>
                      <a:lnTo>
                        <a:pt x="47724" y="56687"/>
                      </a:lnTo>
                      <a:cubicBezTo>
                        <a:pt x="44512" y="58339"/>
                        <a:pt x="41169" y="59575"/>
                        <a:pt x="37694" y="60395"/>
                      </a:cubicBezTo>
                      <a:cubicBezTo>
                        <a:pt x="34231" y="61228"/>
                        <a:pt x="30637" y="61644"/>
                        <a:pt x="26910" y="61644"/>
                      </a:cubicBezTo>
                      <a:cubicBezTo>
                        <a:pt x="21254" y="61644"/>
                        <a:pt x="17012" y="60778"/>
                        <a:pt x="14184" y="59046"/>
                      </a:cubicBezTo>
                      <a:cubicBezTo>
                        <a:pt x="11356" y="57315"/>
                        <a:pt x="9942" y="54710"/>
                        <a:pt x="9942" y="51234"/>
                      </a:cubicBezTo>
                      <a:cubicBezTo>
                        <a:pt x="9942" y="48590"/>
                        <a:pt x="10953" y="46514"/>
                        <a:pt x="12975" y="45007"/>
                      </a:cubicBezTo>
                      <a:cubicBezTo>
                        <a:pt x="14997" y="43500"/>
                        <a:pt x="19067" y="42066"/>
                        <a:pt x="25186" y="40704"/>
                      </a:cubicBezTo>
                      <a:lnTo>
                        <a:pt x="29091" y="39832"/>
                      </a:lnTo>
                      <a:cubicBezTo>
                        <a:pt x="37178" y="38100"/>
                        <a:pt x="42927" y="35654"/>
                        <a:pt x="46336" y="32495"/>
                      </a:cubicBezTo>
                      <a:cubicBezTo>
                        <a:pt x="49745" y="29335"/>
                        <a:pt x="51450" y="24927"/>
                        <a:pt x="51450" y="19269"/>
                      </a:cubicBezTo>
                      <a:cubicBezTo>
                        <a:pt x="51450" y="12817"/>
                        <a:pt x="48900" y="7708"/>
                        <a:pt x="43799" y="3940"/>
                      </a:cubicBezTo>
                      <a:cubicBezTo>
                        <a:pt x="38698" y="186"/>
                        <a:pt x="31687" y="-1691"/>
                        <a:pt x="22767" y="-1691"/>
                      </a:cubicBezTo>
                      <a:cubicBezTo>
                        <a:pt x="19054" y="-1691"/>
                        <a:pt x="15182" y="-1328"/>
                        <a:pt x="11152" y="-601"/>
                      </a:cubicBezTo>
                      <a:cubicBezTo>
                        <a:pt x="7121" y="127"/>
                        <a:pt x="2879" y="1211"/>
                        <a:pt x="-1574" y="2651"/>
                      </a:cubicBezTo>
                      <a:lnTo>
                        <a:pt x="-1574" y="14430"/>
                      </a:lnTo>
                      <a:cubicBezTo>
                        <a:pt x="2641" y="12236"/>
                        <a:pt x="6791" y="10590"/>
                        <a:pt x="10874" y="9493"/>
                      </a:cubicBezTo>
                      <a:cubicBezTo>
                        <a:pt x="14957" y="8409"/>
                        <a:pt x="19008" y="7867"/>
                        <a:pt x="23025" y="7867"/>
                      </a:cubicBezTo>
                      <a:cubicBezTo>
                        <a:pt x="28390" y="7867"/>
                        <a:pt x="32513" y="8785"/>
                        <a:pt x="35394" y="10623"/>
                      </a:cubicBezTo>
                      <a:cubicBezTo>
                        <a:pt x="38288" y="12460"/>
                        <a:pt x="39735" y="15051"/>
                        <a:pt x="39735" y="18396"/>
                      </a:cubicBezTo>
                      <a:cubicBezTo>
                        <a:pt x="39735" y="21489"/>
                        <a:pt x="38691" y="23862"/>
                        <a:pt x="36603" y="25515"/>
                      </a:cubicBezTo>
                      <a:cubicBezTo>
                        <a:pt x="34529" y="27167"/>
                        <a:pt x="29956" y="28760"/>
                        <a:pt x="22886" y="30294"/>
                      </a:cubicBezTo>
                      <a:lnTo>
                        <a:pt x="18922" y="31226"/>
                      </a:lnTo>
                      <a:cubicBezTo>
                        <a:pt x="11865" y="32706"/>
                        <a:pt x="6764" y="34987"/>
                        <a:pt x="3619" y="38067"/>
                      </a:cubicBezTo>
                      <a:cubicBezTo>
                        <a:pt x="487" y="41147"/>
                        <a:pt x="-1079" y="45371"/>
                        <a:pt x="-1079" y="50738"/>
                      </a:cubicBezTo>
                      <a:cubicBezTo>
                        <a:pt x="-1079" y="57268"/>
                        <a:pt x="1234" y="62305"/>
                        <a:pt x="5859" y="65848"/>
                      </a:cubicBezTo>
                      <a:cubicBezTo>
                        <a:pt x="10484" y="69404"/>
                        <a:pt x="17052" y="71182"/>
                        <a:pt x="25562" y="71182"/>
                      </a:cubicBezTo>
                      <a:cubicBezTo>
                        <a:pt x="29765" y="71182"/>
                        <a:pt x="33723" y="70871"/>
                        <a:pt x="37436" y="70250"/>
                      </a:cubicBezTo>
                      <a:cubicBezTo>
                        <a:pt x="41162" y="69642"/>
                        <a:pt x="44592" y="68716"/>
                        <a:pt x="47724" y="6747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43" name="Freeform: Shape 242">
                  <a:extLst>
                    <a:ext uri="{FF2B5EF4-FFF2-40B4-BE49-F238E27FC236}">
                      <a16:creationId xmlns:a16="http://schemas.microsoft.com/office/drawing/2014/main" id="{9970F779-8E24-D5CF-3AF8-3155959E0216}"/>
                    </a:ext>
                  </a:extLst>
                </p:cNvPr>
                <p:cNvSpPr/>
                <p:nvPr/>
              </p:nvSpPr>
              <p:spPr>
                <a:xfrm flipV="1">
                  <a:off x="4609806" y="1899380"/>
                  <a:ext cx="64303" cy="72873"/>
                </a:xfrm>
                <a:custGeom>
                  <a:avLst/>
                  <a:gdLst>
                    <a:gd name="connsiteX0" fmla="*/ 62444 w 64303"/>
                    <a:gd name="connsiteY0" fmla="*/ 37670 h 72873"/>
                    <a:gd name="connsiteX1" fmla="*/ 62444 w 64303"/>
                    <a:gd name="connsiteY1" fmla="*/ 32098 h 72873"/>
                    <a:gd name="connsiteX2" fmla="*/ 10034 w 64303"/>
                    <a:gd name="connsiteY2" fmla="*/ 32098 h 72873"/>
                    <a:gd name="connsiteX3" fmla="*/ 17131 w 64303"/>
                    <a:gd name="connsiteY3" fmla="*/ 14153 h 72873"/>
                    <a:gd name="connsiteX4" fmla="*/ 34812 w 64303"/>
                    <a:gd name="connsiteY4" fmla="*/ 7986 h 72873"/>
                    <a:gd name="connsiteX5" fmla="*/ 47538 w 64303"/>
                    <a:gd name="connsiteY5" fmla="*/ 9592 h 72873"/>
                    <a:gd name="connsiteX6" fmla="*/ 59788 w 64303"/>
                    <a:gd name="connsiteY6" fmla="*/ 14430 h 72873"/>
                    <a:gd name="connsiteX7" fmla="*/ 59788 w 64303"/>
                    <a:gd name="connsiteY7" fmla="*/ 3643 h 72873"/>
                    <a:gd name="connsiteX8" fmla="*/ 47201 w 64303"/>
                    <a:gd name="connsiteY8" fmla="*/ -323 h 72873"/>
                    <a:gd name="connsiteX9" fmla="*/ 34138 w 64303"/>
                    <a:gd name="connsiteY9" fmla="*/ -1691 h 72873"/>
                    <a:gd name="connsiteX10" fmla="*/ 7834 w 64303"/>
                    <a:gd name="connsiteY10" fmla="*/ 7966 h 72873"/>
                    <a:gd name="connsiteX11" fmla="*/ -1859 w 64303"/>
                    <a:gd name="connsiteY11" fmla="*/ 34141 h 72873"/>
                    <a:gd name="connsiteX12" fmla="*/ 7338 w 64303"/>
                    <a:gd name="connsiteY12" fmla="*/ 61168 h 72873"/>
                    <a:gd name="connsiteX13" fmla="*/ 32156 w 64303"/>
                    <a:gd name="connsiteY13" fmla="*/ 71182 h 72873"/>
                    <a:gd name="connsiteX14" fmla="*/ 54297 w 64303"/>
                    <a:gd name="connsiteY14" fmla="*/ 62160 h 72873"/>
                    <a:gd name="connsiteX15" fmla="*/ 62444 w 64303"/>
                    <a:gd name="connsiteY15" fmla="*/ 37670 h 72873"/>
                    <a:gd name="connsiteX16" fmla="*/ 51046 w 64303"/>
                    <a:gd name="connsiteY16" fmla="*/ 41021 h 72873"/>
                    <a:gd name="connsiteX17" fmla="*/ 45813 w 64303"/>
                    <a:gd name="connsiteY17" fmla="*/ 55933 h 72873"/>
                    <a:gd name="connsiteX18" fmla="*/ 32275 w 64303"/>
                    <a:gd name="connsiteY18" fmla="*/ 61525 h 72873"/>
                    <a:gd name="connsiteX19" fmla="*/ 17012 w 64303"/>
                    <a:gd name="connsiteY19" fmla="*/ 56131 h 72873"/>
                    <a:gd name="connsiteX20" fmla="*/ 10411 w 64303"/>
                    <a:gd name="connsiteY20" fmla="*/ 40942 h 72873"/>
                    <a:gd name="connsiteX21" fmla="*/ 51046 w 64303"/>
                    <a:gd name="connsiteY21" fmla="*/ 41021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303" h="72873">
                      <a:moveTo>
                        <a:pt x="62444" y="37670"/>
                      </a:moveTo>
                      <a:lnTo>
                        <a:pt x="62444" y="32098"/>
                      </a:lnTo>
                      <a:lnTo>
                        <a:pt x="10034" y="32098"/>
                      </a:lnTo>
                      <a:cubicBezTo>
                        <a:pt x="10536" y="24246"/>
                        <a:pt x="12902" y="18264"/>
                        <a:pt x="17131" y="14153"/>
                      </a:cubicBezTo>
                      <a:cubicBezTo>
                        <a:pt x="21359" y="10041"/>
                        <a:pt x="27253" y="7986"/>
                        <a:pt x="34812" y="7986"/>
                      </a:cubicBezTo>
                      <a:cubicBezTo>
                        <a:pt x="39186" y="7986"/>
                        <a:pt x="43428" y="8521"/>
                        <a:pt x="47538" y="9592"/>
                      </a:cubicBezTo>
                      <a:cubicBezTo>
                        <a:pt x="51648" y="10663"/>
                        <a:pt x="55731" y="12275"/>
                        <a:pt x="59788" y="14430"/>
                      </a:cubicBezTo>
                      <a:lnTo>
                        <a:pt x="59788" y="3643"/>
                      </a:lnTo>
                      <a:cubicBezTo>
                        <a:pt x="55691" y="1911"/>
                        <a:pt x="51496" y="589"/>
                        <a:pt x="47201" y="-323"/>
                      </a:cubicBezTo>
                      <a:cubicBezTo>
                        <a:pt x="42906" y="-1235"/>
                        <a:pt x="38552" y="-1691"/>
                        <a:pt x="34138" y="-1691"/>
                      </a:cubicBezTo>
                      <a:cubicBezTo>
                        <a:pt x="23064" y="-1691"/>
                        <a:pt x="14296" y="1528"/>
                        <a:pt x="7834" y="7966"/>
                      </a:cubicBezTo>
                      <a:cubicBezTo>
                        <a:pt x="1372" y="14417"/>
                        <a:pt x="-1859" y="23142"/>
                        <a:pt x="-1859" y="34141"/>
                      </a:cubicBezTo>
                      <a:cubicBezTo>
                        <a:pt x="-1859" y="45496"/>
                        <a:pt x="1207" y="54505"/>
                        <a:pt x="7338" y="61168"/>
                      </a:cubicBezTo>
                      <a:cubicBezTo>
                        <a:pt x="13470" y="67844"/>
                        <a:pt x="21743" y="71182"/>
                        <a:pt x="32156" y="71182"/>
                      </a:cubicBezTo>
                      <a:cubicBezTo>
                        <a:pt x="41485" y="71182"/>
                        <a:pt x="48866" y="68174"/>
                        <a:pt x="54297" y="62160"/>
                      </a:cubicBezTo>
                      <a:cubicBezTo>
                        <a:pt x="59729" y="56158"/>
                        <a:pt x="62444" y="47995"/>
                        <a:pt x="62444" y="37670"/>
                      </a:cubicBezTo>
                      <a:close/>
                      <a:moveTo>
                        <a:pt x="51046" y="41021"/>
                      </a:moveTo>
                      <a:cubicBezTo>
                        <a:pt x="50967" y="47248"/>
                        <a:pt x="49223" y="52218"/>
                        <a:pt x="45813" y="55933"/>
                      </a:cubicBezTo>
                      <a:cubicBezTo>
                        <a:pt x="42404" y="59661"/>
                        <a:pt x="37891" y="61525"/>
                        <a:pt x="32275" y="61525"/>
                      </a:cubicBezTo>
                      <a:cubicBezTo>
                        <a:pt x="25918" y="61525"/>
                        <a:pt x="20831" y="59727"/>
                        <a:pt x="17012" y="56131"/>
                      </a:cubicBezTo>
                      <a:cubicBezTo>
                        <a:pt x="13193" y="52536"/>
                        <a:pt x="10992" y="47473"/>
                        <a:pt x="10411" y="40942"/>
                      </a:cubicBezTo>
                      <a:lnTo>
                        <a:pt x="51046" y="410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44" name="Freeform: Shape 243">
                  <a:extLst>
                    <a:ext uri="{FF2B5EF4-FFF2-40B4-BE49-F238E27FC236}">
                      <a16:creationId xmlns:a16="http://schemas.microsoft.com/office/drawing/2014/main" id="{E7453C6F-CF4A-C158-21E2-2F56A56520EC}"/>
                    </a:ext>
                  </a:extLst>
                </p:cNvPr>
                <p:cNvSpPr/>
                <p:nvPr/>
              </p:nvSpPr>
              <p:spPr>
                <a:xfrm flipV="1">
                  <a:off x="4692811" y="1874018"/>
                  <a:ext cx="11397" cy="96430"/>
                </a:xfrm>
                <a:custGeom>
                  <a:avLst/>
                  <a:gdLst>
                    <a:gd name="connsiteX0" fmla="*/ -770 w 11397"/>
                    <a:gd name="connsiteY0" fmla="*/ 94053 h 96430"/>
                    <a:gd name="connsiteX1" fmla="*/ 10628 w 11397"/>
                    <a:gd name="connsiteY1" fmla="*/ 94053 h 96430"/>
                    <a:gd name="connsiteX2" fmla="*/ 10628 w 11397"/>
                    <a:gd name="connsiteY2" fmla="*/ -2377 h 96430"/>
                    <a:gd name="connsiteX3" fmla="*/ -770 w 11397"/>
                    <a:gd name="connsiteY3" fmla="*/ -2377 h 96430"/>
                    <a:gd name="connsiteX4" fmla="*/ -770 w 11397"/>
                    <a:gd name="connsiteY4" fmla="*/ 94053 h 96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97" h="96430">
                      <a:moveTo>
                        <a:pt x="-770" y="94053"/>
                      </a:moveTo>
                      <a:lnTo>
                        <a:pt x="10628" y="94053"/>
                      </a:lnTo>
                      <a:lnTo>
                        <a:pt x="10628" y="-2377"/>
                      </a:lnTo>
                      <a:lnTo>
                        <a:pt x="-770" y="-2377"/>
                      </a:lnTo>
                      <a:lnTo>
                        <a:pt x="-770" y="940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45" name="Freeform: Shape 244">
                  <a:extLst>
                    <a:ext uri="{FF2B5EF4-FFF2-40B4-BE49-F238E27FC236}">
                      <a16:creationId xmlns:a16="http://schemas.microsoft.com/office/drawing/2014/main" id="{B81C7FB2-E093-C4D7-2781-BA190E2A9DC8}"/>
                    </a:ext>
                  </a:extLst>
                </p:cNvPr>
                <p:cNvSpPr/>
                <p:nvPr/>
              </p:nvSpPr>
              <p:spPr>
                <a:xfrm flipV="1">
                  <a:off x="4728058" y="1874018"/>
                  <a:ext cx="11397" cy="96430"/>
                </a:xfrm>
                <a:custGeom>
                  <a:avLst/>
                  <a:gdLst>
                    <a:gd name="connsiteX0" fmla="*/ -767 w 11397"/>
                    <a:gd name="connsiteY0" fmla="*/ 67026 h 96430"/>
                    <a:gd name="connsiteX1" fmla="*/ 10630 w 11397"/>
                    <a:gd name="connsiteY1" fmla="*/ 67026 h 96430"/>
                    <a:gd name="connsiteX2" fmla="*/ 10630 w 11397"/>
                    <a:gd name="connsiteY2" fmla="*/ -2377 h 96430"/>
                    <a:gd name="connsiteX3" fmla="*/ -767 w 11397"/>
                    <a:gd name="connsiteY3" fmla="*/ -2377 h 96430"/>
                    <a:gd name="connsiteX4" fmla="*/ -767 w 11397"/>
                    <a:gd name="connsiteY4" fmla="*/ 67026 h 96430"/>
                    <a:gd name="connsiteX5" fmla="*/ -767 w 11397"/>
                    <a:gd name="connsiteY5" fmla="*/ 94053 h 96430"/>
                    <a:gd name="connsiteX6" fmla="*/ 10630 w 11397"/>
                    <a:gd name="connsiteY6" fmla="*/ 94053 h 96430"/>
                    <a:gd name="connsiteX7" fmla="*/ 10630 w 11397"/>
                    <a:gd name="connsiteY7" fmla="*/ 79598 h 96430"/>
                    <a:gd name="connsiteX8" fmla="*/ -767 w 11397"/>
                    <a:gd name="connsiteY8" fmla="*/ 79598 h 96430"/>
                    <a:gd name="connsiteX9" fmla="*/ -767 w 11397"/>
                    <a:gd name="connsiteY9" fmla="*/ 94053 h 96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397" h="96430">
                      <a:moveTo>
                        <a:pt x="-767" y="67026"/>
                      </a:moveTo>
                      <a:lnTo>
                        <a:pt x="10630" y="67026"/>
                      </a:lnTo>
                      <a:lnTo>
                        <a:pt x="10630" y="-2377"/>
                      </a:lnTo>
                      <a:lnTo>
                        <a:pt x="-767" y="-2377"/>
                      </a:lnTo>
                      <a:lnTo>
                        <a:pt x="-767" y="67026"/>
                      </a:lnTo>
                      <a:close/>
                      <a:moveTo>
                        <a:pt x="-767" y="94053"/>
                      </a:moveTo>
                      <a:lnTo>
                        <a:pt x="10630" y="94053"/>
                      </a:lnTo>
                      <a:lnTo>
                        <a:pt x="10630" y="79598"/>
                      </a:lnTo>
                      <a:lnTo>
                        <a:pt x="-767" y="79598"/>
                      </a:lnTo>
                      <a:lnTo>
                        <a:pt x="-767" y="940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46" name="Freeform: Shape 245">
                  <a:extLst>
                    <a:ext uri="{FF2B5EF4-FFF2-40B4-BE49-F238E27FC236}">
                      <a16:creationId xmlns:a16="http://schemas.microsoft.com/office/drawing/2014/main" id="{45BD2A3E-4EFD-2173-4A0A-948AD1819DE6}"/>
                    </a:ext>
                  </a:extLst>
                </p:cNvPr>
                <p:cNvSpPr/>
                <p:nvPr/>
              </p:nvSpPr>
              <p:spPr>
                <a:xfrm flipV="1">
                  <a:off x="4762868" y="1899380"/>
                  <a:ext cx="58118" cy="71068"/>
                </a:xfrm>
                <a:custGeom>
                  <a:avLst/>
                  <a:gdLst>
                    <a:gd name="connsiteX0" fmla="*/ 56199 w 58118"/>
                    <a:gd name="connsiteY0" fmla="*/ 40163 h 71068"/>
                    <a:gd name="connsiteX1" fmla="*/ 56199 w 58118"/>
                    <a:gd name="connsiteY1" fmla="*/ -1737 h 71068"/>
                    <a:gd name="connsiteX2" fmla="*/ 44802 w 58118"/>
                    <a:gd name="connsiteY2" fmla="*/ -1737 h 71068"/>
                    <a:gd name="connsiteX3" fmla="*/ 44802 w 58118"/>
                    <a:gd name="connsiteY3" fmla="*/ 39786 h 71068"/>
                    <a:gd name="connsiteX4" fmla="*/ 40956 w 58118"/>
                    <a:gd name="connsiteY4" fmla="*/ 54519 h 71068"/>
                    <a:gd name="connsiteX5" fmla="*/ 29439 w 58118"/>
                    <a:gd name="connsiteY5" fmla="*/ 59417 h 71068"/>
                    <a:gd name="connsiteX6" fmla="*/ 14870 w 58118"/>
                    <a:gd name="connsiteY6" fmla="*/ 53528 h 71068"/>
                    <a:gd name="connsiteX7" fmla="*/ 9538 w 58118"/>
                    <a:gd name="connsiteY7" fmla="*/ 37486 h 71068"/>
                    <a:gd name="connsiteX8" fmla="*/ 9538 w 58118"/>
                    <a:gd name="connsiteY8" fmla="*/ -1737 h 71068"/>
                    <a:gd name="connsiteX9" fmla="*/ -1919 w 58118"/>
                    <a:gd name="connsiteY9" fmla="*/ -1737 h 71068"/>
                    <a:gd name="connsiteX10" fmla="*/ -1919 w 58118"/>
                    <a:gd name="connsiteY10" fmla="*/ 67666 h 71068"/>
                    <a:gd name="connsiteX11" fmla="*/ 9538 w 58118"/>
                    <a:gd name="connsiteY11" fmla="*/ 67666 h 71068"/>
                    <a:gd name="connsiteX12" fmla="*/ 9538 w 58118"/>
                    <a:gd name="connsiteY12" fmla="*/ 56879 h 71068"/>
                    <a:gd name="connsiteX13" fmla="*/ 19172 w 58118"/>
                    <a:gd name="connsiteY13" fmla="*/ 66238 h 71068"/>
                    <a:gd name="connsiteX14" fmla="*/ 31977 w 58118"/>
                    <a:gd name="connsiteY14" fmla="*/ 69332 h 71068"/>
                    <a:gd name="connsiteX15" fmla="*/ 50055 w 58118"/>
                    <a:gd name="connsiteY15" fmla="*/ 61936 h 71068"/>
                    <a:gd name="connsiteX16" fmla="*/ 56199 w 58118"/>
                    <a:gd name="connsiteY16" fmla="*/ 40163 h 71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8118" h="71068">
                      <a:moveTo>
                        <a:pt x="56199" y="40163"/>
                      </a:moveTo>
                      <a:lnTo>
                        <a:pt x="56199" y="-1737"/>
                      </a:lnTo>
                      <a:lnTo>
                        <a:pt x="44802" y="-1737"/>
                      </a:lnTo>
                      <a:lnTo>
                        <a:pt x="44802" y="39786"/>
                      </a:lnTo>
                      <a:cubicBezTo>
                        <a:pt x="44802" y="46356"/>
                        <a:pt x="43520" y="51267"/>
                        <a:pt x="40956" y="54519"/>
                      </a:cubicBezTo>
                      <a:cubicBezTo>
                        <a:pt x="38393" y="57785"/>
                        <a:pt x="34554" y="59417"/>
                        <a:pt x="29439" y="59417"/>
                      </a:cubicBezTo>
                      <a:cubicBezTo>
                        <a:pt x="23281" y="59417"/>
                        <a:pt x="18425" y="57454"/>
                        <a:pt x="14870" y="53528"/>
                      </a:cubicBezTo>
                      <a:cubicBezTo>
                        <a:pt x="11315" y="49615"/>
                        <a:pt x="9538" y="44268"/>
                        <a:pt x="9538" y="37486"/>
                      </a:cubicBezTo>
                      <a:lnTo>
                        <a:pt x="9538" y="-1737"/>
                      </a:lnTo>
                      <a:lnTo>
                        <a:pt x="-1919" y="-1737"/>
                      </a:lnTo>
                      <a:lnTo>
                        <a:pt x="-1919" y="67666"/>
                      </a:lnTo>
                      <a:lnTo>
                        <a:pt x="9538" y="67666"/>
                      </a:lnTo>
                      <a:lnTo>
                        <a:pt x="9538" y="56879"/>
                      </a:lnTo>
                      <a:cubicBezTo>
                        <a:pt x="12273" y="61056"/>
                        <a:pt x="15485" y="64176"/>
                        <a:pt x="19172" y="66238"/>
                      </a:cubicBezTo>
                      <a:cubicBezTo>
                        <a:pt x="22872" y="68301"/>
                        <a:pt x="27140" y="69332"/>
                        <a:pt x="31977" y="69332"/>
                      </a:cubicBezTo>
                      <a:cubicBezTo>
                        <a:pt x="39945" y="69332"/>
                        <a:pt x="45971" y="66866"/>
                        <a:pt x="50055" y="61936"/>
                      </a:cubicBezTo>
                      <a:cubicBezTo>
                        <a:pt x="54151" y="57005"/>
                        <a:pt x="56199" y="49747"/>
                        <a:pt x="56199" y="401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47" name="Freeform: Shape 246">
                  <a:extLst>
                    <a:ext uri="{FF2B5EF4-FFF2-40B4-BE49-F238E27FC236}">
                      <a16:creationId xmlns:a16="http://schemas.microsoft.com/office/drawing/2014/main" id="{1DA570BE-7E2B-5797-4FB2-AB3E7C987446}"/>
                    </a:ext>
                  </a:extLst>
                </p:cNvPr>
                <p:cNvSpPr/>
                <p:nvPr/>
              </p:nvSpPr>
              <p:spPr>
                <a:xfrm flipV="1">
                  <a:off x="4838752" y="1899380"/>
                  <a:ext cx="64303" cy="72873"/>
                </a:xfrm>
                <a:custGeom>
                  <a:avLst/>
                  <a:gdLst>
                    <a:gd name="connsiteX0" fmla="*/ 62462 w 64303"/>
                    <a:gd name="connsiteY0" fmla="*/ 37670 h 72873"/>
                    <a:gd name="connsiteX1" fmla="*/ 62462 w 64303"/>
                    <a:gd name="connsiteY1" fmla="*/ 32098 h 72873"/>
                    <a:gd name="connsiteX2" fmla="*/ 10052 w 64303"/>
                    <a:gd name="connsiteY2" fmla="*/ 32098 h 72873"/>
                    <a:gd name="connsiteX3" fmla="*/ 17149 w 64303"/>
                    <a:gd name="connsiteY3" fmla="*/ 14153 h 72873"/>
                    <a:gd name="connsiteX4" fmla="*/ 34830 w 64303"/>
                    <a:gd name="connsiteY4" fmla="*/ 7986 h 72873"/>
                    <a:gd name="connsiteX5" fmla="*/ 47556 w 64303"/>
                    <a:gd name="connsiteY5" fmla="*/ 9592 h 72873"/>
                    <a:gd name="connsiteX6" fmla="*/ 59806 w 64303"/>
                    <a:gd name="connsiteY6" fmla="*/ 14430 h 72873"/>
                    <a:gd name="connsiteX7" fmla="*/ 59806 w 64303"/>
                    <a:gd name="connsiteY7" fmla="*/ 3643 h 72873"/>
                    <a:gd name="connsiteX8" fmla="*/ 47219 w 64303"/>
                    <a:gd name="connsiteY8" fmla="*/ -323 h 72873"/>
                    <a:gd name="connsiteX9" fmla="*/ 34156 w 64303"/>
                    <a:gd name="connsiteY9" fmla="*/ -1691 h 72873"/>
                    <a:gd name="connsiteX10" fmla="*/ 7852 w 64303"/>
                    <a:gd name="connsiteY10" fmla="*/ 7966 h 72873"/>
                    <a:gd name="connsiteX11" fmla="*/ -1841 w 64303"/>
                    <a:gd name="connsiteY11" fmla="*/ 34141 h 72873"/>
                    <a:gd name="connsiteX12" fmla="*/ 7356 w 64303"/>
                    <a:gd name="connsiteY12" fmla="*/ 61168 h 72873"/>
                    <a:gd name="connsiteX13" fmla="*/ 32174 w 64303"/>
                    <a:gd name="connsiteY13" fmla="*/ 71182 h 72873"/>
                    <a:gd name="connsiteX14" fmla="*/ 54315 w 64303"/>
                    <a:gd name="connsiteY14" fmla="*/ 62160 h 72873"/>
                    <a:gd name="connsiteX15" fmla="*/ 62462 w 64303"/>
                    <a:gd name="connsiteY15" fmla="*/ 37670 h 72873"/>
                    <a:gd name="connsiteX16" fmla="*/ 51064 w 64303"/>
                    <a:gd name="connsiteY16" fmla="*/ 41021 h 72873"/>
                    <a:gd name="connsiteX17" fmla="*/ 45831 w 64303"/>
                    <a:gd name="connsiteY17" fmla="*/ 55933 h 72873"/>
                    <a:gd name="connsiteX18" fmla="*/ 32293 w 64303"/>
                    <a:gd name="connsiteY18" fmla="*/ 61525 h 72873"/>
                    <a:gd name="connsiteX19" fmla="*/ 17030 w 64303"/>
                    <a:gd name="connsiteY19" fmla="*/ 56131 h 72873"/>
                    <a:gd name="connsiteX20" fmla="*/ 10429 w 64303"/>
                    <a:gd name="connsiteY20" fmla="*/ 40942 h 72873"/>
                    <a:gd name="connsiteX21" fmla="*/ 51064 w 64303"/>
                    <a:gd name="connsiteY21" fmla="*/ 41021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303" h="72873">
                      <a:moveTo>
                        <a:pt x="62462" y="37670"/>
                      </a:moveTo>
                      <a:lnTo>
                        <a:pt x="62462" y="32098"/>
                      </a:lnTo>
                      <a:lnTo>
                        <a:pt x="10052" y="32098"/>
                      </a:lnTo>
                      <a:cubicBezTo>
                        <a:pt x="10554" y="24246"/>
                        <a:pt x="12920" y="18264"/>
                        <a:pt x="17149" y="14153"/>
                      </a:cubicBezTo>
                      <a:cubicBezTo>
                        <a:pt x="21377" y="10041"/>
                        <a:pt x="27271" y="7986"/>
                        <a:pt x="34830" y="7986"/>
                      </a:cubicBezTo>
                      <a:cubicBezTo>
                        <a:pt x="39204" y="7986"/>
                        <a:pt x="43446" y="8521"/>
                        <a:pt x="47556" y="9592"/>
                      </a:cubicBezTo>
                      <a:cubicBezTo>
                        <a:pt x="51666" y="10663"/>
                        <a:pt x="55749" y="12275"/>
                        <a:pt x="59806" y="14430"/>
                      </a:cubicBezTo>
                      <a:lnTo>
                        <a:pt x="59806" y="3643"/>
                      </a:lnTo>
                      <a:cubicBezTo>
                        <a:pt x="55709" y="1911"/>
                        <a:pt x="51514" y="589"/>
                        <a:pt x="47219" y="-323"/>
                      </a:cubicBezTo>
                      <a:cubicBezTo>
                        <a:pt x="42924" y="-1235"/>
                        <a:pt x="38570" y="-1691"/>
                        <a:pt x="34156" y="-1691"/>
                      </a:cubicBezTo>
                      <a:cubicBezTo>
                        <a:pt x="23082" y="-1691"/>
                        <a:pt x="14314" y="1528"/>
                        <a:pt x="7852" y="7966"/>
                      </a:cubicBezTo>
                      <a:cubicBezTo>
                        <a:pt x="1390" y="14417"/>
                        <a:pt x="-1841" y="23142"/>
                        <a:pt x="-1841" y="34141"/>
                      </a:cubicBezTo>
                      <a:cubicBezTo>
                        <a:pt x="-1841" y="45496"/>
                        <a:pt x="1225" y="54505"/>
                        <a:pt x="7356" y="61168"/>
                      </a:cubicBezTo>
                      <a:cubicBezTo>
                        <a:pt x="13488" y="67844"/>
                        <a:pt x="21761" y="71182"/>
                        <a:pt x="32174" y="71182"/>
                      </a:cubicBezTo>
                      <a:cubicBezTo>
                        <a:pt x="41504" y="71182"/>
                        <a:pt x="48884" y="68174"/>
                        <a:pt x="54315" y="62160"/>
                      </a:cubicBezTo>
                      <a:cubicBezTo>
                        <a:pt x="59747" y="56158"/>
                        <a:pt x="62462" y="47995"/>
                        <a:pt x="62462" y="37670"/>
                      </a:cubicBezTo>
                      <a:close/>
                      <a:moveTo>
                        <a:pt x="51064" y="41021"/>
                      </a:moveTo>
                      <a:cubicBezTo>
                        <a:pt x="50985" y="47248"/>
                        <a:pt x="49241" y="52218"/>
                        <a:pt x="45831" y="55933"/>
                      </a:cubicBezTo>
                      <a:cubicBezTo>
                        <a:pt x="42422" y="59661"/>
                        <a:pt x="37909" y="61525"/>
                        <a:pt x="32293" y="61525"/>
                      </a:cubicBezTo>
                      <a:cubicBezTo>
                        <a:pt x="25936" y="61525"/>
                        <a:pt x="20849" y="59727"/>
                        <a:pt x="17030" y="56131"/>
                      </a:cubicBezTo>
                      <a:cubicBezTo>
                        <a:pt x="13211" y="52536"/>
                        <a:pt x="11010" y="47473"/>
                        <a:pt x="10429" y="40942"/>
                      </a:cubicBezTo>
                      <a:lnTo>
                        <a:pt x="51064" y="410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</p:grp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86D21D70-D0CD-4610-EB27-14D5C18D0B74}"/>
                  </a:ext>
                </a:extLst>
              </p:cNvPr>
              <p:cNvSpPr/>
              <p:nvPr/>
            </p:nvSpPr>
            <p:spPr>
              <a:xfrm>
                <a:off x="4016727" y="2112308"/>
                <a:ext cx="253724" cy="12690"/>
              </a:xfrm>
              <a:custGeom>
                <a:avLst/>
                <a:gdLst>
                  <a:gd name="connsiteX0" fmla="*/ 0 w 253724"/>
                  <a:gd name="connsiteY0" fmla="*/ 0 h 12690"/>
                  <a:gd name="connsiteX1" fmla="*/ 126862 w 253724"/>
                  <a:gd name="connsiteY1" fmla="*/ 0 h 12690"/>
                  <a:gd name="connsiteX2" fmla="*/ 253725 w 253724"/>
                  <a:gd name="connsiteY2" fmla="*/ 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3724" h="12690">
                    <a:moveTo>
                      <a:pt x="0" y="0"/>
                    </a:moveTo>
                    <a:lnTo>
                      <a:pt x="126862" y="0"/>
                    </a:lnTo>
                    <a:lnTo>
                      <a:pt x="253725" y="0"/>
                    </a:lnTo>
                  </a:path>
                </a:pathLst>
              </a:custGeom>
              <a:noFill/>
              <a:ln w="19029" cap="sq">
                <a:solidFill>
                  <a:srgbClr val="FF7F0E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grpSp>
            <p:nvGrpSpPr>
              <p:cNvPr id="249" name="Graphic 110">
                <a:extLst>
                  <a:ext uri="{FF2B5EF4-FFF2-40B4-BE49-F238E27FC236}">
                    <a16:creationId xmlns:a16="http://schemas.microsoft.com/office/drawing/2014/main" id="{4EFD0BF6-0C2B-5921-3144-F18E5D269EF4}"/>
                  </a:ext>
                </a:extLst>
              </p:cNvPr>
              <p:cNvGrpSpPr/>
              <p:nvPr/>
            </p:nvGrpSpPr>
            <p:grpSpPr>
              <a:xfrm>
                <a:off x="4371565" y="2062536"/>
                <a:ext cx="273244" cy="95994"/>
                <a:chOff x="4371565" y="2062536"/>
                <a:chExt cx="273244" cy="95994"/>
              </a:xfrm>
              <a:solidFill>
                <a:srgbClr val="000000"/>
              </a:solidFill>
            </p:grpSpPr>
            <p:sp>
              <p:nvSpPr>
                <p:cNvPr id="250" name="Freeform: Shape 249">
                  <a:extLst>
                    <a:ext uri="{FF2B5EF4-FFF2-40B4-BE49-F238E27FC236}">
                      <a16:creationId xmlns:a16="http://schemas.microsoft.com/office/drawing/2014/main" id="{7A2502F4-F4F4-A227-2D4A-E92B7B95DD4A}"/>
                    </a:ext>
                  </a:extLst>
                </p:cNvPr>
                <p:cNvSpPr/>
                <p:nvPr/>
              </p:nvSpPr>
              <p:spPr>
                <a:xfrm flipV="1">
                  <a:off x="4371565" y="2064202"/>
                  <a:ext cx="78238" cy="92524"/>
                </a:xfrm>
                <a:custGeom>
                  <a:avLst/>
                  <a:gdLst>
                    <a:gd name="connsiteX0" fmla="*/ -1857 w 78238"/>
                    <a:gd name="connsiteY0" fmla="*/ 90260 h 92524"/>
                    <a:gd name="connsiteX1" fmla="*/ 76381 w 78238"/>
                    <a:gd name="connsiteY1" fmla="*/ 90260 h 92524"/>
                    <a:gd name="connsiteX2" fmla="*/ 76381 w 78238"/>
                    <a:gd name="connsiteY2" fmla="*/ 79711 h 92524"/>
                    <a:gd name="connsiteX3" fmla="*/ 43556 w 78238"/>
                    <a:gd name="connsiteY3" fmla="*/ 79711 h 92524"/>
                    <a:gd name="connsiteX4" fmla="*/ 43556 w 78238"/>
                    <a:gd name="connsiteY4" fmla="*/ -2264 h 92524"/>
                    <a:gd name="connsiteX5" fmla="*/ 30989 w 78238"/>
                    <a:gd name="connsiteY5" fmla="*/ -2264 h 92524"/>
                    <a:gd name="connsiteX6" fmla="*/ 30989 w 78238"/>
                    <a:gd name="connsiteY6" fmla="*/ 79711 h 92524"/>
                    <a:gd name="connsiteX7" fmla="*/ -1857 w 78238"/>
                    <a:gd name="connsiteY7" fmla="*/ 79711 h 92524"/>
                    <a:gd name="connsiteX8" fmla="*/ -1857 w 78238"/>
                    <a:gd name="connsiteY8" fmla="*/ 90260 h 92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238" h="92524">
                      <a:moveTo>
                        <a:pt x="-1857" y="90260"/>
                      </a:moveTo>
                      <a:lnTo>
                        <a:pt x="76381" y="90260"/>
                      </a:lnTo>
                      <a:lnTo>
                        <a:pt x="76381" y="79711"/>
                      </a:lnTo>
                      <a:lnTo>
                        <a:pt x="43556" y="79711"/>
                      </a:lnTo>
                      <a:lnTo>
                        <a:pt x="43556" y="-2264"/>
                      </a:lnTo>
                      <a:lnTo>
                        <a:pt x="30989" y="-2264"/>
                      </a:lnTo>
                      <a:lnTo>
                        <a:pt x="30989" y="79711"/>
                      </a:lnTo>
                      <a:lnTo>
                        <a:pt x="-1857" y="79711"/>
                      </a:lnTo>
                      <a:lnTo>
                        <a:pt x="-1857" y="902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51" name="Freeform: Shape 250">
                  <a:extLst>
                    <a:ext uri="{FF2B5EF4-FFF2-40B4-BE49-F238E27FC236}">
                      <a16:creationId xmlns:a16="http://schemas.microsoft.com/office/drawing/2014/main" id="{48752DFC-F8BB-1105-6165-119CD1CBACA6}"/>
                    </a:ext>
                  </a:extLst>
                </p:cNvPr>
                <p:cNvSpPr/>
                <p:nvPr/>
              </p:nvSpPr>
              <p:spPr>
                <a:xfrm flipV="1">
                  <a:off x="4456550" y="2062536"/>
                  <a:ext cx="80775" cy="95994"/>
                </a:xfrm>
                <a:custGeom>
                  <a:avLst/>
                  <a:gdLst>
                    <a:gd name="connsiteX0" fmla="*/ 66095 w 80775"/>
                    <a:gd name="connsiteY0" fmla="*/ 12750 h 95994"/>
                    <a:gd name="connsiteX1" fmla="*/ 66095 w 80775"/>
                    <a:gd name="connsiteY1" fmla="*/ 37597 h 95994"/>
                    <a:gd name="connsiteX2" fmla="*/ 45658 w 80775"/>
                    <a:gd name="connsiteY2" fmla="*/ 37597 h 95994"/>
                    <a:gd name="connsiteX3" fmla="*/ 45658 w 80775"/>
                    <a:gd name="connsiteY3" fmla="*/ 47888 h 95994"/>
                    <a:gd name="connsiteX4" fmla="*/ 78484 w 80775"/>
                    <a:gd name="connsiteY4" fmla="*/ 47888 h 95994"/>
                    <a:gd name="connsiteX5" fmla="*/ 78484 w 80775"/>
                    <a:gd name="connsiteY5" fmla="*/ 8150 h 95994"/>
                    <a:gd name="connsiteX6" fmla="*/ 62507 w 80775"/>
                    <a:gd name="connsiteY6" fmla="*/ 377 h 95994"/>
                    <a:gd name="connsiteX7" fmla="*/ 43874 w 80775"/>
                    <a:gd name="connsiteY7" fmla="*/ -2260 h 95994"/>
                    <a:gd name="connsiteX8" fmla="*/ 9938 w 80775"/>
                    <a:gd name="connsiteY8" fmla="*/ 10411 h 95994"/>
                    <a:gd name="connsiteX9" fmla="*/ -2292 w 80775"/>
                    <a:gd name="connsiteY9" fmla="*/ 45707 h 95994"/>
                    <a:gd name="connsiteX10" fmla="*/ 9938 w 80775"/>
                    <a:gd name="connsiteY10" fmla="*/ 81063 h 95994"/>
                    <a:gd name="connsiteX11" fmla="*/ 43874 w 80775"/>
                    <a:gd name="connsiteY11" fmla="*/ 93734 h 95994"/>
                    <a:gd name="connsiteX12" fmla="*/ 61060 w 80775"/>
                    <a:gd name="connsiteY12" fmla="*/ 91493 h 95994"/>
                    <a:gd name="connsiteX13" fmla="*/ 76085 w 80775"/>
                    <a:gd name="connsiteY13" fmla="*/ 84930 h 95994"/>
                    <a:gd name="connsiteX14" fmla="*/ 76085 w 80775"/>
                    <a:gd name="connsiteY14" fmla="*/ 71604 h 95994"/>
                    <a:gd name="connsiteX15" fmla="*/ 61337 w 80775"/>
                    <a:gd name="connsiteY15" fmla="*/ 80468 h 95994"/>
                    <a:gd name="connsiteX16" fmla="*/ 44925 w 80775"/>
                    <a:gd name="connsiteY16" fmla="*/ 83442 h 95994"/>
                    <a:gd name="connsiteX17" fmla="*/ 19413 w 80775"/>
                    <a:gd name="connsiteY17" fmla="*/ 73964 h 95994"/>
                    <a:gd name="connsiteX18" fmla="*/ 10910 w 80775"/>
                    <a:gd name="connsiteY18" fmla="*/ 45707 h 95994"/>
                    <a:gd name="connsiteX19" fmla="*/ 19413 w 80775"/>
                    <a:gd name="connsiteY19" fmla="*/ 17510 h 95994"/>
                    <a:gd name="connsiteX20" fmla="*/ 44925 w 80775"/>
                    <a:gd name="connsiteY20" fmla="*/ 8031 h 95994"/>
                    <a:gd name="connsiteX21" fmla="*/ 56739 w 80775"/>
                    <a:gd name="connsiteY21" fmla="*/ 9181 h 95994"/>
                    <a:gd name="connsiteX22" fmla="*/ 66095 w 80775"/>
                    <a:gd name="connsiteY22" fmla="*/ 12750 h 95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0775" h="95994">
                      <a:moveTo>
                        <a:pt x="66095" y="12750"/>
                      </a:moveTo>
                      <a:lnTo>
                        <a:pt x="66095" y="37597"/>
                      </a:lnTo>
                      <a:lnTo>
                        <a:pt x="45658" y="37597"/>
                      </a:lnTo>
                      <a:lnTo>
                        <a:pt x="45658" y="47888"/>
                      </a:lnTo>
                      <a:lnTo>
                        <a:pt x="78484" y="47888"/>
                      </a:lnTo>
                      <a:lnTo>
                        <a:pt x="78484" y="8150"/>
                      </a:lnTo>
                      <a:cubicBezTo>
                        <a:pt x="73660" y="4726"/>
                        <a:pt x="68335" y="2135"/>
                        <a:pt x="62507" y="377"/>
                      </a:cubicBezTo>
                      <a:cubicBezTo>
                        <a:pt x="56692" y="-1381"/>
                        <a:pt x="50481" y="-2260"/>
                        <a:pt x="43874" y="-2260"/>
                      </a:cubicBezTo>
                      <a:cubicBezTo>
                        <a:pt x="29417" y="-2260"/>
                        <a:pt x="18105" y="1963"/>
                        <a:pt x="9938" y="10411"/>
                      </a:cubicBezTo>
                      <a:cubicBezTo>
                        <a:pt x="1785" y="18871"/>
                        <a:pt x="-2292" y="30637"/>
                        <a:pt x="-2292" y="45707"/>
                      </a:cubicBezTo>
                      <a:cubicBezTo>
                        <a:pt x="-2292" y="60830"/>
                        <a:pt x="1785" y="72615"/>
                        <a:pt x="9938" y="81063"/>
                      </a:cubicBezTo>
                      <a:cubicBezTo>
                        <a:pt x="18105" y="89510"/>
                        <a:pt x="29417" y="93734"/>
                        <a:pt x="43874" y="93734"/>
                      </a:cubicBezTo>
                      <a:cubicBezTo>
                        <a:pt x="49900" y="93734"/>
                        <a:pt x="55629" y="92987"/>
                        <a:pt x="61060" y="91493"/>
                      </a:cubicBezTo>
                      <a:cubicBezTo>
                        <a:pt x="66491" y="90012"/>
                        <a:pt x="71500" y="87825"/>
                        <a:pt x="76085" y="84930"/>
                      </a:cubicBezTo>
                      <a:lnTo>
                        <a:pt x="76085" y="71604"/>
                      </a:lnTo>
                      <a:cubicBezTo>
                        <a:pt x="71460" y="75530"/>
                        <a:pt x="66544" y="78485"/>
                        <a:pt x="61337" y="80468"/>
                      </a:cubicBezTo>
                      <a:cubicBezTo>
                        <a:pt x="56131" y="82451"/>
                        <a:pt x="50660" y="83442"/>
                        <a:pt x="44925" y="83442"/>
                      </a:cubicBezTo>
                      <a:cubicBezTo>
                        <a:pt x="33599" y="83442"/>
                        <a:pt x="25096" y="80283"/>
                        <a:pt x="19413" y="73964"/>
                      </a:cubicBezTo>
                      <a:cubicBezTo>
                        <a:pt x="13744" y="67645"/>
                        <a:pt x="10910" y="58226"/>
                        <a:pt x="10910" y="45707"/>
                      </a:cubicBezTo>
                      <a:cubicBezTo>
                        <a:pt x="10910" y="33228"/>
                        <a:pt x="13744" y="23829"/>
                        <a:pt x="19413" y="17510"/>
                      </a:cubicBezTo>
                      <a:cubicBezTo>
                        <a:pt x="25096" y="11191"/>
                        <a:pt x="33599" y="8031"/>
                        <a:pt x="44925" y="8031"/>
                      </a:cubicBezTo>
                      <a:cubicBezTo>
                        <a:pt x="49338" y="8031"/>
                        <a:pt x="53276" y="8414"/>
                        <a:pt x="56739" y="9181"/>
                      </a:cubicBezTo>
                      <a:cubicBezTo>
                        <a:pt x="60214" y="9948"/>
                        <a:pt x="63333" y="11138"/>
                        <a:pt x="66095" y="1275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252" name="Freeform: Shape 251">
                  <a:extLst>
                    <a:ext uri="{FF2B5EF4-FFF2-40B4-BE49-F238E27FC236}">
                      <a16:creationId xmlns:a16="http://schemas.microsoft.com/office/drawing/2014/main" id="{A069DDCD-879E-E6EE-34D4-71DD5B35DF48}"/>
                    </a:ext>
                  </a:extLst>
                </p:cNvPr>
                <p:cNvSpPr/>
                <p:nvPr/>
              </p:nvSpPr>
              <p:spPr>
                <a:xfrm flipV="1">
                  <a:off x="4560188" y="2064202"/>
                  <a:ext cx="84621" cy="92524"/>
                </a:xfrm>
                <a:custGeom>
                  <a:avLst/>
                  <a:gdLst>
                    <a:gd name="connsiteX0" fmla="*/ -2650 w 84621"/>
                    <a:gd name="connsiteY0" fmla="*/ 90260 h 92524"/>
                    <a:gd name="connsiteX1" fmla="*/ 16003 w 84621"/>
                    <a:gd name="connsiteY1" fmla="*/ 90260 h 92524"/>
                    <a:gd name="connsiteX2" fmla="*/ 39591 w 84621"/>
                    <a:gd name="connsiteY2" fmla="*/ 27302 h 92524"/>
                    <a:gd name="connsiteX3" fmla="*/ 63319 w 84621"/>
                    <a:gd name="connsiteY3" fmla="*/ 90260 h 92524"/>
                    <a:gd name="connsiteX4" fmla="*/ 81971 w 84621"/>
                    <a:gd name="connsiteY4" fmla="*/ 90260 h 92524"/>
                    <a:gd name="connsiteX5" fmla="*/ 81971 w 84621"/>
                    <a:gd name="connsiteY5" fmla="*/ -2264 h 92524"/>
                    <a:gd name="connsiteX6" fmla="*/ 69761 w 84621"/>
                    <a:gd name="connsiteY6" fmla="*/ -2264 h 92524"/>
                    <a:gd name="connsiteX7" fmla="*/ 69761 w 84621"/>
                    <a:gd name="connsiteY7" fmla="*/ 78977 h 92524"/>
                    <a:gd name="connsiteX8" fmla="*/ 45915 w 84621"/>
                    <a:gd name="connsiteY8" fmla="*/ 15523 h 92524"/>
                    <a:gd name="connsiteX9" fmla="*/ 33347 w 84621"/>
                    <a:gd name="connsiteY9" fmla="*/ 15523 h 92524"/>
                    <a:gd name="connsiteX10" fmla="*/ 9501 w 84621"/>
                    <a:gd name="connsiteY10" fmla="*/ 78977 h 92524"/>
                    <a:gd name="connsiteX11" fmla="*/ 9501 w 84621"/>
                    <a:gd name="connsiteY11" fmla="*/ -2264 h 92524"/>
                    <a:gd name="connsiteX12" fmla="*/ -2650 w 84621"/>
                    <a:gd name="connsiteY12" fmla="*/ -2264 h 92524"/>
                    <a:gd name="connsiteX13" fmla="*/ -2650 w 84621"/>
                    <a:gd name="connsiteY13" fmla="*/ 90260 h 92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4621" h="92524">
                      <a:moveTo>
                        <a:pt x="-2650" y="90260"/>
                      </a:moveTo>
                      <a:lnTo>
                        <a:pt x="16003" y="90260"/>
                      </a:lnTo>
                      <a:lnTo>
                        <a:pt x="39591" y="27302"/>
                      </a:lnTo>
                      <a:lnTo>
                        <a:pt x="63319" y="90260"/>
                      </a:lnTo>
                      <a:lnTo>
                        <a:pt x="81971" y="90260"/>
                      </a:lnTo>
                      <a:lnTo>
                        <a:pt x="81971" y="-2264"/>
                      </a:lnTo>
                      <a:lnTo>
                        <a:pt x="69761" y="-2264"/>
                      </a:lnTo>
                      <a:lnTo>
                        <a:pt x="69761" y="78977"/>
                      </a:lnTo>
                      <a:lnTo>
                        <a:pt x="45915" y="15523"/>
                      </a:lnTo>
                      <a:lnTo>
                        <a:pt x="33347" y="15523"/>
                      </a:lnTo>
                      <a:lnTo>
                        <a:pt x="9501" y="78977"/>
                      </a:lnTo>
                      <a:lnTo>
                        <a:pt x="9501" y="-2264"/>
                      </a:lnTo>
                      <a:lnTo>
                        <a:pt x="-2650" y="-2264"/>
                      </a:lnTo>
                      <a:lnTo>
                        <a:pt x="-2650" y="902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29102702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aphic 2">
            <a:extLst>
              <a:ext uri="{FF2B5EF4-FFF2-40B4-BE49-F238E27FC236}">
                <a16:creationId xmlns:a16="http://schemas.microsoft.com/office/drawing/2014/main" id="{2A8A0574-A1C0-4A44-2B76-3013CF7EAC5A}"/>
              </a:ext>
            </a:extLst>
          </p:cNvPr>
          <p:cNvGrpSpPr/>
          <p:nvPr/>
        </p:nvGrpSpPr>
        <p:grpSpPr>
          <a:xfrm>
            <a:off x="3398075" y="1759800"/>
            <a:ext cx="5034980" cy="3762426"/>
            <a:chOff x="3398075" y="1759800"/>
            <a:chExt cx="5034980" cy="3762426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4B2297CA-1555-C92E-6B23-F018B8ED3EE6}"/>
                </a:ext>
              </a:extLst>
            </p:cNvPr>
            <p:cNvSpPr/>
            <p:nvPr/>
          </p:nvSpPr>
          <p:spPr>
            <a:xfrm>
              <a:off x="3902551" y="1759800"/>
              <a:ext cx="4530504" cy="3377180"/>
            </a:xfrm>
            <a:custGeom>
              <a:avLst/>
              <a:gdLst>
                <a:gd name="connsiteX0" fmla="*/ 0 w 4530504"/>
                <a:gd name="connsiteY0" fmla="*/ 3377181 h 3377180"/>
                <a:gd name="connsiteX1" fmla="*/ 4530505 w 4530504"/>
                <a:gd name="connsiteY1" fmla="*/ 3377181 h 3377180"/>
                <a:gd name="connsiteX2" fmla="*/ 4530505 w 4530504"/>
                <a:gd name="connsiteY2" fmla="*/ 0 h 3377180"/>
                <a:gd name="connsiteX3" fmla="*/ 0 w 4530504"/>
                <a:gd name="connsiteY3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30504" h="3377180">
                  <a:moveTo>
                    <a:pt x="0" y="3377181"/>
                  </a:moveTo>
                  <a:lnTo>
                    <a:pt x="4530505" y="3377181"/>
                  </a:lnTo>
                  <a:lnTo>
                    <a:pt x="45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8" name="Graphic 2">
              <a:extLst>
                <a:ext uri="{FF2B5EF4-FFF2-40B4-BE49-F238E27FC236}">
                  <a16:creationId xmlns:a16="http://schemas.microsoft.com/office/drawing/2014/main" id="{4B9F7EF7-F869-DBF4-FF98-3EF05BDF2AC2}"/>
                </a:ext>
              </a:extLst>
            </p:cNvPr>
            <p:cNvGrpSpPr/>
            <p:nvPr/>
          </p:nvGrpSpPr>
          <p:grpSpPr>
            <a:xfrm>
              <a:off x="4076490" y="5136981"/>
              <a:ext cx="4270154" cy="385245"/>
              <a:chOff x="4076490" y="5136981"/>
              <a:chExt cx="4270154" cy="385245"/>
            </a:xfrm>
            <a:solidFill>
              <a:srgbClr val="000000"/>
            </a:solidFill>
          </p:grpSpPr>
          <p:grpSp>
            <p:nvGrpSpPr>
              <p:cNvPr id="9" name="Graphic 2">
                <a:extLst>
                  <a:ext uri="{FF2B5EF4-FFF2-40B4-BE49-F238E27FC236}">
                    <a16:creationId xmlns:a16="http://schemas.microsoft.com/office/drawing/2014/main" id="{4DCBAECD-0BA5-85F5-BB5B-DC164179D3A9}"/>
                  </a:ext>
                </a:extLst>
              </p:cNvPr>
              <p:cNvGrpSpPr/>
              <p:nvPr/>
            </p:nvGrpSpPr>
            <p:grpSpPr>
              <a:xfrm>
                <a:off x="4076490" y="5136981"/>
                <a:ext cx="63926" cy="187070"/>
                <a:chOff x="4076490" y="5136981"/>
                <a:chExt cx="63926" cy="187070"/>
              </a:xfrm>
              <a:solidFill>
                <a:srgbClr val="000000"/>
              </a:solidFill>
            </p:grpSpPr>
            <p:sp>
              <p:nvSpPr>
                <p:cNvPr id="10" name="Freeform: Shape 9">
                  <a:extLst>
                    <a:ext uri="{FF2B5EF4-FFF2-40B4-BE49-F238E27FC236}">
                      <a16:creationId xmlns:a16="http://schemas.microsoft.com/office/drawing/2014/main" id="{C86C71E3-0F0F-114D-67C9-F4AA07F9C44D}"/>
                    </a:ext>
                  </a:extLst>
                </p:cNvPr>
                <p:cNvSpPr/>
                <p:nvPr/>
              </p:nvSpPr>
              <p:spPr>
                <a:xfrm>
                  <a:off x="4108483" y="5136981"/>
                  <a:ext cx="12686" cy="44417"/>
                </a:xfrm>
                <a:custGeom>
                  <a:avLst/>
                  <a:gdLst>
                    <a:gd name="connsiteX0" fmla="*/ 74 w 12686"/>
                    <a:gd name="connsiteY0" fmla="*/ 308 h 44417"/>
                    <a:gd name="connsiteX1" fmla="*/ 74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74" y="308"/>
                      </a:moveTo>
                      <a:lnTo>
                        <a:pt x="74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1" name="Freeform: Shape 10">
                  <a:extLst>
                    <a:ext uri="{FF2B5EF4-FFF2-40B4-BE49-F238E27FC236}">
                      <a16:creationId xmlns:a16="http://schemas.microsoft.com/office/drawing/2014/main" id="{E30759BA-CE57-96A4-7D2B-BA7BB4BE2E6C}"/>
                    </a:ext>
                  </a:extLst>
                </p:cNvPr>
                <p:cNvSpPr/>
                <p:nvPr/>
              </p:nvSpPr>
              <p:spPr>
                <a:xfrm flipV="1">
                  <a:off x="4076490" y="5228057"/>
                  <a:ext cx="63926" cy="95994"/>
                </a:xfrm>
                <a:custGeom>
                  <a:avLst/>
                  <a:gdLst>
                    <a:gd name="connsiteX0" fmla="*/ 29993 w 63926"/>
                    <a:gd name="connsiteY0" fmla="*/ 84069 h 95994"/>
                    <a:gd name="connsiteX1" fmla="*/ 15463 w 63926"/>
                    <a:gd name="connsiteY1" fmla="*/ 74550 h 95994"/>
                    <a:gd name="connsiteX2" fmla="*/ 10607 w 63926"/>
                    <a:gd name="connsiteY2" fmla="*/ 45956 h 95994"/>
                    <a:gd name="connsiteX3" fmla="*/ 15463 w 63926"/>
                    <a:gd name="connsiteY3" fmla="*/ 17422 h 95994"/>
                    <a:gd name="connsiteX4" fmla="*/ 29993 w 63926"/>
                    <a:gd name="connsiteY4" fmla="*/ 7904 h 95994"/>
                    <a:gd name="connsiteX5" fmla="*/ 44582 w 63926"/>
                    <a:gd name="connsiteY5" fmla="*/ 17422 h 95994"/>
                    <a:gd name="connsiteX6" fmla="*/ 49458 w 63926"/>
                    <a:gd name="connsiteY6" fmla="*/ 45956 h 95994"/>
                    <a:gd name="connsiteX7" fmla="*/ 44582 w 63926"/>
                    <a:gd name="connsiteY7" fmla="*/ 74550 h 95994"/>
                    <a:gd name="connsiteX8" fmla="*/ 29993 w 63926"/>
                    <a:gd name="connsiteY8" fmla="*/ 84069 h 95994"/>
                    <a:gd name="connsiteX9" fmla="*/ 29993 w 63926"/>
                    <a:gd name="connsiteY9" fmla="*/ 93983 h 95994"/>
                    <a:gd name="connsiteX10" fmla="*/ 53760 w 63926"/>
                    <a:gd name="connsiteY10" fmla="*/ 81669 h 95994"/>
                    <a:gd name="connsiteX11" fmla="*/ 61966 w 63926"/>
                    <a:gd name="connsiteY11" fmla="*/ 45956 h 95994"/>
                    <a:gd name="connsiteX12" fmla="*/ 53760 w 63926"/>
                    <a:gd name="connsiteY12" fmla="*/ 10283 h 95994"/>
                    <a:gd name="connsiteX13" fmla="*/ 29993 w 63926"/>
                    <a:gd name="connsiteY13" fmla="*/ -2011 h 95994"/>
                    <a:gd name="connsiteX14" fmla="*/ 6246 w 63926"/>
                    <a:gd name="connsiteY14" fmla="*/ 10283 h 95994"/>
                    <a:gd name="connsiteX15" fmla="*/ -1961 w 63926"/>
                    <a:gd name="connsiteY15" fmla="*/ 45956 h 95994"/>
                    <a:gd name="connsiteX16" fmla="*/ 6246 w 63926"/>
                    <a:gd name="connsiteY16" fmla="*/ 81669 h 95994"/>
                    <a:gd name="connsiteX17" fmla="*/ 29993 w 63926"/>
                    <a:gd name="connsiteY17" fmla="*/ 93983 h 95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3926" h="95994">
                      <a:moveTo>
                        <a:pt x="29993" y="84069"/>
                      </a:moveTo>
                      <a:cubicBezTo>
                        <a:pt x="23557" y="84069"/>
                        <a:pt x="18714" y="80896"/>
                        <a:pt x="15463" y="74550"/>
                      </a:cubicBezTo>
                      <a:cubicBezTo>
                        <a:pt x="12225" y="68218"/>
                        <a:pt x="10607" y="58687"/>
                        <a:pt x="10607" y="45956"/>
                      </a:cubicBezTo>
                      <a:cubicBezTo>
                        <a:pt x="10607" y="33279"/>
                        <a:pt x="12225" y="23767"/>
                        <a:pt x="15463" y="17422"/>
                      </a:cubicBezTo>
                      <a:cubicBezTo>
                        <a:pt x="18714" y="11076"/>
                        <a:pt x="23557" y="7904"/>
                        <a:pt x="29993" y="7904"/>
                      </a:cubicBezTo>
                      <a:cubicBezTo>
                        <a:pt x="36481" y="7904"/>
                        <a:pt x="41344" y="11076"/>
                        <a:pt x="44582" y="17422"/>
                      </a:cubicBezTo>
                      <a:cubicBezTo>
                        <a:pt x="47833" y="23767"/>
                        <a:pt x="49458" y="33279"/>
                        <a:pt x="49458" y="45956"/>
                      </a:cubicBezTo>
                      <a:cubicBezTo>
                        <a:pt x="49458" y="58687"/>
                        <a:pt x="47833" y="68218"/>
                        <a:pt x="44582" y="74550"/>
                      </a:cubicBezTo>
                      <a:cubicBezTo>
                        <a:pt x="41344" y="80896"/>
                        <a:pt x="36481" y="84069"/>
                        <a:pt x="29993" y="84069"/>
                      </a:cubicBezTo>
                      <a:close/>
                      <a:moveTo>
                        <a:pt x="29993" y="93983"/>
                      </a:moveTo>
                      <a:cubicBezTo>
                        <a:pt x="40366" y="93983"/>
                        <a:pt x="48289" y="89879"/>
                        <a:pt x="53760" y="81669"/>
                      </a:cubicBezTo>
                      <a:cubicBezTo>
                        <a:pt x="59231" y="73473"/>
                        <a:pt x="61966" y="61569"/>
                        <a:pt x="61966" y="45956"/>
                      </a:cubicBezTo>
                      <a:cubicBezTo>
                        <a:pt x="61966" y="30384"/>
                        <a:pt x="59231" y="18493"/>
                        <a:pt x="53760" y="10283"/>
                      </a:cubicBezTo>
                      <a:cubicBezTo>
                        <a:pt x="48289" y="2087"/>
                        <a:pt x="40366" y="-2011"/>
                        <a:pt x="29993" y="-2011"/>
                      </a:cubicBezTo>
                      <a:cubicBezTo>
                        <a:pt x="19632" y="-2011"/>
                        <a:pt x="11717" y="2087"/>
                        <a:pt x="6246" y="10283"/>
                      </a:cubicBezTo>
                      <a:cubicBezTo>
                        <a:pt x="775" y="18493"/>
                        <a:pt x="-1961" y="30384"/>
                        <a:pt x="-1961" y="45956"/>
                      </a:cubicBezTo>
                      <a:cubicBezTo>
                        <a:pt x="-1961" y="61569"/>
                        <a:pt x="775" y="73473"/>
                        <a:pt x="6246" y="81669"/>
                      </a:cubicBezTo>
                      <a:cubicBezTo>
                        <a:pt x="11717" y="89879"/>
                        <a:pt x="19632" y="93983"/>
                        <a:pt x="29993" y="939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</p:grpSp>
          <p:grpSp>
            <p:nvGrpSpPr>
              <p:cNvPr id="12" name="Graphic 2">
                <a:extLst>
                  <a:ext uri="{FF2B5EF4-FFF2-40B4-BE49-F238E27FC236}">
                    <a16:creationId xmlns:a16="http://schemas.microsoft.com/office/drawing/2014/main" id="{BFB41752-25E4-ACA7-CBC1-0BCE973EC230}"/>
                  </a:ext>
                </a:extLst>
              </p:cNvPr>
              <p:cNvGrpSpPr/>
              <p:nvPr/>
            </p:nvGrpSpPr>
            <p:grpSpPr>
              <a:xfrm>
                <a:off x="4688930" y="5136981"/>
                <a:ext cx="219783" cy="187070"/>
                <a:chOff x="4688930" y="5136981"/>
                <a:chExt cx="219783" cy="187070"/>
              </a:xfrm>
              <a:solidFill>
                <a:srgbClr val="000000"/>
              </a:solidFill>
            </p:grpSpPr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06B5F8C7-D486-83FA-7A22-5DF4FD4BDF80}"/>
                    </a:ext>
                  </a:extLst>
                </p:cNvPr>
                <p:cNvSpPr/>
                <p:nvPr/>
              </p:nvSpPr>
              <p:spPr>
                <a:xfrm>
                  <a:off x="4796069" y="5136981"/>
                  <a:ext cx="12686" cy="44417"/>
                </a:xfrm>
                <a:custGeom>
                  <a:avLst/>
                  <a:gdLst>
                    <a:gd name="connsiteX0" fmla="*/ 128 w 12686"/>
                    <a:gd name="connsiteY0" fmla="*/ 308 h 44417"/>
                    <a:gd name="connsiteX1" fmla="*/ 128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28" y="308"/>
                      </a:moveTo>
                      <a:lnTo>
                        <a:pt x="128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4" name="Graphic 2">
                  <a:extLst>
                    <a:ext uri="{FF2B5EF4-FFF2-40B4-BE49-F238E27FC236}">
                      <a16:creationId xmlns:a16="http://schemas.microsoft.com/office/drawing/2014/main" id="{584AB2D7-6683-A8FE-60CE-F8330B647CA8}"/>
                    </a:ext>
                  </a:extLst>
                </p:cNvPr>
                <p:cNvGrpSpPr/>
                <p:nvPr/>
              </p:nvGrpSpPr>
              <p:grpSpPr>
                <a:xfrm>
                  <a:off x="4688930" y="5228057"/>
                  <a:ext cx="219783" cy="95994"/>
                  <a:chOff x="4688930" y="5228057"/>
                  <a:chExt cx="219783" cy="95994"/>
                </a:xfrm>
                <a:solidFill>
                  <a:srgbClr val="000000"/>
                </a:solidFill>
              </p:grpSpPr>
              <p:sp>
                <p:nvSpPr>
                  <p:cNvPr id="15" name="Freeform: Shape 14">
                    <a:extLst>
                      <a:ext uri="{FF2B5EF4-FFF2-40B4-BE49-F238E27FC236}">
                        <a16:creationId xmlns:a16="http://schemas.microsoft.com/office/drawing/2014/main" id="{7B757B1F-EFC0-0E6E-7F71-FC9F42A295FA}"/>
                      </a:ext>
                    </a:extLst>
                  </p:cNvPr>
                  <p:cNvSpPr/>
                  <p:nvPr/>
                </p:nvSpPr>
                <p:spPr>
                  <a:xfrm flipV="1">
                    <a:off x="4688930" y="5229723"/>
                    <a:ext cx="55066" cy="92524"/>
                  </a:xfrm>
                  <a:custGeom>
                    <a:avLst/>
                    <a:gdLst>
                      <a:gd name="connsiteX0" fmla="*/ -166 w 55066"/>
                      <a:gd name="connsiteY0" fmla="*/ 8515 h 92524"/>
                      <a:gd name="connsiteX1" fmla="*/ 20270 w 55066"/>
                      <a:gd name="connsiteY1" fmla="*/ 8515 h 92524"/>
                      <a:gd name="connsiteX2" fmla="*/ 20270 w 55066"/>
                      <a:gd name="connsiteY2" fmla="*/ 79108 h 92524"/>
                      <a:gd name="connsiteX3" fmla="*/ -1970 w 55066"/>
                      <a:gd name="connsiteY3" fmla="*/ 74646 h 92524"/>
                      <a:gd name="connsiteX4" fmla="*/ -1970 w 55066"/>
                      <a:gd name="connsiteY4" fmla="*/ 86048 h 92524"/>
                      <a:gd name="connsiteX5" fmla="*/ 20151 w 55066"/>
                      <a:gd name="connsiteY5" fmla="*/ 90510 h 92524"/>
                      <a:gd name="connsiteX6" fmla="*/ 32659 w 55066"/>
                      <a:gd name="connsiteY6" fmla="*/ 90510 h 92524"/>
                      <a:gd name="connsiteX7" fmla="*/ 32659 w 55066"/>
                      <a:gd name="connsiteY7" fmla="*/ 8515 h 92524"/>
                      <a:gd name="connsiteX8" fmla="*/ 53096 w 55066"/>
                      <a:gd name="connsiteY8" fmla="*/ 8515 h 92524"/>
                      <a:gd name="connsiteX9" fmla="*/ 53096 w 55066"/>
                      <a:gd name="connsiteY9" fmla="*/ -2014 h 92524"/>
                      <a:gd name="connsiteX10" fmla="*/ -166 w 55066"/>
                      <a:gd name="connsiteY10" fmla="*/ -2014 h 92524"/>
                      <a:gd name="connsiteX11" fmla="*/ -166 w 55066"/>
                      <a:gd name="connsiteY11" fmla="*/ 851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166" y="8515"/>
                        </a:moveTo>
                        <a:lnTo>
                          <a:pt x="20270" y="8515"/>
                        </a:lnTo>
                        <a:lnTo>
                          <a:pt x="20270" y="79108"/>
                        </a:lnTo>
                        <a:lnTo>
                          <a:pt x="-1970" y="74646"/>
                        </a:lnTo>
                        <a:lnTo>
                          <a:pt x="-1970" y="86048"/>
                        </a:lnTo>
                        <a:lnTo>
                          <a:pt x="20151" y="90510"/>
                        </a:lnTo>
                        <a:lnTo>
                          <a:pt x="32659" y="90510"/>
                        </a:lnTo>
                        <a:lnTo>
                          <a:pt x="32659" y="8515"/>
                        </a:lnTo>
                        <a:lnTo>
                          <a:pt x="53096" y="8515"/>
                        </a:lnTo>
                        <a:lnTo>
                          <a:pt x="53096" y="-2014"/>
                        </a:lnTo>
                        <a:lnTo>
                          <a:pt x="-166" y="-2014"/>
                        </a:lnTo>
                        <a:lnTo>
                          <a:pt x="-166" y="85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6" name="Freeform: Shape 15">
                    <a:extLst>
                      <a:ext uri="{FF2B5EF4-FFF2-40B4-BE49-F238E27FC236}">
                        <a16:creationId xmlns:a16="http://schemas.microsoft.com/office/drawing/2014/main" id="{1E45AE65-F3AA-6E7B-66F6-9422A9222185}"/>
                      </a:ext>
                    </a:extLst>
                  </p:cNvPr>
                  <p:cNvSpPr/>
                  <p:nvPr/>
                </p:nvSpPr>
                <p:spPr>
                  <a:xfrm flipV="1">
                    <a:off x="4764074" y="5228057"/>
                    <a:ext cx="63926" cy="95994"/>
                  </a:xfrm>
                  <a:custGeom>
                    <a:avLst/>
                    <a:gdLst>
                      <a:gd name="connsiteX0" fmla="*/ 30047 w 63926"/>
                      <a:gd name="connsiteY0" fmla="*/ 84069 h 95994"/>
                      <a:gd name="connsiteX1" fmla="*/ 15517 w 63926"/>
                      <a:gd name="connsiteY1" fmla="*/ 74550 h 95994"/>
                      <a:gd name="connsiteX2" fmla="*/ 10661 w 63926"/>
                      <a:gd name="connsiteY2" fmla="*/ 45956 h 95994"/>
                      <a:gd name="connsiteX3" fmla="*/ 15517 w 63926"/>
                      <a:gd name="connsiteY3" fmla="*/ 17422 h 95994"/>
                      <a:gd name="connsiteX4" fmla="*/ 30047 w 63926"/>
                      <a:gd name="connsiteY4" fmla="*/ 7904 h 95994"/>
                      <a:gd name="connsiteX5" fmla="*/ 44636 w 63926"/>
                      <a:gd name="connsiteY5" fmla="*/ 17422 h 95994"/>
                      <a:gd name="connsiteX6" fmla="*/ 49512 w 63926"/>
                      <a:gd name="connsiteY6" fmla="*/ 45956 h 95994"/>
                      <a:gd name="connsiteX7" fmla="*/ 44636 w 63926"/>
                      <a:gd name="connsiteY7" fmla="*/ 74550 h 95994"/>
                      <a:gd name="connsiteX8" fmla="*/ 30047 w 63926"/>
                      <a:gd name="connsiteY8" fmla="*/ 84069 h 95994"/>
                      <a:gd name="connsiteX9" fmla="*/ 30047 w 63926"/>
                      <a:gd name="connsiteY9" fmla="*/ 93983 h 95994"/>
                      <a:gd name="connsiteX10" fmla="*/ 53814 w 63926"/>
                      <a:gd name="connsiteY10" fmla="*/ 81669 h 95994"/>
                      <a:gd name="connsiteX11" fmla="*/ 62020 w 63926"/>
                      <a:gd name="connsiteY11" fmla="*/ 45956 h 95994"/>
                      <a:gd name="connsiteX12" fmla="*/ 53814 w 63926"/>
                      <a:gd name="connsiteY12" fmla="*/ 10283 h 95994"/>
                      <a:gd name="connsiteX13" fmla="*/ 30047 w 63926"/>
                      <a:gd name="connsiteY13" fmla="*/ -2011 h 95994"/>
                      <a:gd name="connsiteX14" fmla="*/ 6300 w 63926"/>
                      <a:gd name="connsiteY14" fmla="*/ 10283 h 95994"/>
                      <a:gd name="connsiteX15" fmla="*/ -1906 w 63926"/>
                      <a:gd name="connsiteY15" fmla="*/ 45956 h 95994"/>
                      <a:gd name="connsiteX16" fmla="*/ 6300 w 63926"/>
                      <a:gd name="connsiteY16" fmla="*/ 81669 h 95994"/>
                      <a:gd name="connsiteX17" fmla="*/ 30047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47" y="84069"/>
                        </a:moveTo>
                        <a:cubicBezTo>
                          <a:pt x="23611" y="84069"/>
                          <a:pt x="18768" y="80896"/>
                          <a:pt x="15517" y="74550"/>
                        </a:cubicBezTo>
                        <a:cubicBezTo>
                          <a:pt x="12280" y="68218"/>
                          <a:pt x="10661" y="58687"/>
                          <a:pt x="10661" y="45956"/>
                        </a:cubicBezTo>
                        <a:cubicBezTo>
                          <a:pt x="10661" y="33279"/>
                          <a:pt x="12280" y="23767"/>
                          <a:pt x="15517" y="17422"/>
                        </a:cubicBezTo>
                        <a:cubicBezTo>
                          <a:pt x="18768" y="11076"/>
                          <a:pt x="23611" y="7904"/>
                          <a:pt x="30047" y="7904"/>
                        </a:cubicBezTo>
                        <a:cubicBezTo>
                          <a:pt x="36535" y="7904"/>
                          <a:pt x="41398" y="11076"/>
                          <a:pt x="44636" y="17422"/>
                        </a:cubicBezTo>
                        <a:cubicBezTo>
                          <a:pt x="47887" y="23767"/>
                          <a:pt x="49512" y="33279"/>
                          <a:pt x="49512" y="45956"/>
                        </a:cubicBezTo>
                        <a:cubicBezTo>
                          <a:pt x="49512" y="58687"/>
                          <a:pt x="47887" y="68218"/>
                          <a:pt x="44636" y="74550"/>
                        </a:cubicBezTo>
                        <a:cubicBezTo>
                          <a:pt x="41398" y="80896"/>
                          <a:pt x="36535" y="84069"/>
                          <a:pt x="30047" y="84069"/>
                        </a:cubicBezTo>
                        <a:close/>
                        <a:moveTo>
                          <a:pt x="30047" y="93983"/>
                        </a:moveTo>
                        <a:cubicBezTo>
                          <a:pt x="40421" y="93983"/>
                          <a:pt x="48343" y="89879"/>
                          <a:pt x="53814" y="81669"/>
                        </a:cubicBezTo>
                        <a:cubicBezTo>
                          <a:pt x="59285" y="73473"/>
                          <a:pt x="62020" y="61569"/>
                          <a:pt x="62020" y="45956"/>
                        </a:cubicBezTo>
                        <a:cubicBezTo>
                          <a:pt x="62020" y="30384"/>
                          <a:pt x="59285" y="18493"/>
                          <a:pt x="53814" y="10283"/>
                        </a:cubicBezTo>
                        <a:cubicBezTo>
                          <a:pt x="48343" y="2087"/>
                          <a:pt x="40421" y="-2011"/>
                          <a:pt x="30047" y="-2011"/>
                        </a:cubicBezTo>
                        <a:cubicBezTo>
                          <a:pt x="19687" y="-2011"/>
                          <a:pt x="11771" y="2087"/>
                          <a:pt x="6300" y="10283"/>
                        </a:cubicBezTo>
                        <a:cubicBezTo>
                          <a:pt x="829" y="18493"/>
                          <a:pt x="-1906" y="30384"/>
                          <a:pt x="-1906" y="45956"/>
                        </a:cubicBezTo>
                        <a:cubicBezTo>
                          <a:pt x="-1906" y="61569"/>
                          <a:pt x="829" y="73473"/>
                          <a:pt x="6300" y="81669"/>
                        </a:cubicBezTo>
                        <a:cubicBezTo>
                          <a:pt x="11771" y="89879"/>
                          <a:pt x="19687" y="93983"/>
                          <a:pt x="30047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" name="Freeform: Shape 16">
                    <a:extLst>
                      <a:ext uri="{FF2B5EF4-FFF2-40B4-BE49-F238E27FC236}">
                        <a16:creationId xmlns:a16="http://schemas.microsoft.com/office/drawing/2014/main" id="{10F500C1-820C-5BFE-FB0E-DF154D3DE2FC}"/>
                      </a:ext>
                    </a:extLst>
                  </p:cNvPr>
                  <p:cNvSpPr/>
                  <p:nvPr/>
                </p:nvSpPr>
                <p:spPr>
                  <a:xfrm flipV="1">
                    <a:off x="4844787" y="5228057"/>
                    <a:ext cx="63926" cy="95994"/>
                  </a:xfrm>
                  <a:custGeom>
                    <a:avLst/>
                    <a:gdLst>
                      <a:gd name="connsiteX0" fmla="*/ 30053 w 63926"/>
                      <a:gd name="connsiteY0" fmla="*/ 84069 h 95994"/>
                      <a:gd name="connsiteX1" fmla="*/ 15524 w 63926"/>
                      <a:gd name="connsiteY1" fmla="*/ 74550 h 95994"/>
                      <a:gd name="connsiteX2" fmla="*/ 10667 w 63926"/>
                      <a:gd name="connsiteY2" fmla="*/ 45956 h 95994"/>
                      <a:gd name="connsiteX3" fmla="*/ 15524 w 63926"/>
                      <a:gd name="connsiteY3" fmla="*/ 17422 h 95994"/>
                      <a:gd name="connsiteX4" fmla="*/ 30053 w 63926"/>
                      <a:gd name="connsiteY4" fmla="*/ 7904 h 95994"/>
                      <a:gd name="connsiteX5" fmla="*/ 44642 w 63926"/>
                      <a:gd name="connsiteY5" fmla="*/ 17422 h 95994"/>
                      <a:gd name="connsiteX6" fmla="*/ 49519 w 63926"/>
                      <a:gd name="connsiteY6" fmla="*/ 45956 h 95994"/>
                      <a:gd name="connsiteX7" fmla="*/ 44642 w 63926"/>
                      <a:gd name="connsiteY7" fmla="*/ 74550 h 95994"/>
                      <a:gd name="connsiteX8" fmla="*/ 30053 w 63926"/>
                      <a:gd name="connsiteY8" fmla="*/ 84069 h 95994"/>
                      <a:gd name="connsiteX9" fmla="*/ 30053 w 63926"/>
                      <a:gd name="connsiteY9" fmla="*/ 93983 h 95994"/>
                      <a:gd name="connsiteX10" fmla="*/ 53820 w 63926"/>
                      <a:gd name="connsiteY10" fmla="*/ 81669 h 95994"/>
                      <a:gd name="connsiteX11" fmla="*/ 62027 w 63926"/>
                      <a:gd name="connsiteY11" fmla="*/ 45956 h 95994"/>
                      <a:gd name="connsiteX12" fmla="*/ 53820 w 63926"/>
                      <a:gd name="connsiteY12" fmla="*/ 10283 h 95994"/>
                      <a:gd name="connsiteX13" fmla="*/ 30053 w 63926"/>
                      <a:gd name="connsiteY13" fmla="*/ -2011 h 95994"/>
                      <a:gd name="connsiteX14" fmla="*/ 6306 w 63926"/>
                      <a:gd name="connsiteY14" fmla="*/ 10283 h 95994"/>
                      <a:gd name="connsiteX15" fmla="*/ -1900 w 63926"/>
                      <a:gd name="connsiteY15" fmla="*/ 45956 h 95994"/>
                      <a:gd name="connsiteX16" fmla="*/ 6306 w 63926"/>
                      <a:gd name="connsiteY16" fmla="*/ 81669 h 95994"/>
                      <a:gd name="connsiteX17" fmla="*/ 30053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53" y="84069"/>
                        </a:moveTo>
                        <a:cubicBezTo>
                          <a:pt x="23618" y="84069"/>
                          <a:pt x="18774" y="80896"/>
                          <a:pt x="15524" y="74550"/>
                        </a:cubicBezTo>
                        <a:cubicBezTo>
                          <a:pt x="12286" y="68218"/>
                          <a:pt x="10667" y="58687"/>
                          <a:pt x="10667" y="45956"/>
                        </a:cubicBezTo>
                        <a:cubicBezTo>
                          <a:pt x="10667" y="33279"/>
                          <a:pt x="12286" y="23767"/>
                          <a:pt x="15524" y="17422"/>
                        </a:cubicBezTo>
                        <a:cubicBezTo>
                          <a:pt x="18774" y="11076"/>
                          <a:pt x="23618" y="7904"/>
                          <a:pt x="30053" y="7904"/>
                        </a:cubicBezTo>
                        <a:cubicBezTo>
                          <a:pt x="36542" y="7904"/>
                          <a:pt x="41405" y="11076"/>
                          <a:pt x="44642" y="17422"/>
                        </a:cubicBezTo>
                        <a:cubicBezTo>
                          <a:pt x="47893" y="23767"/>
                          <a:pt x="49519" y="33279"/>
                          <a:pt x="49519" y="45956"/>
                        </a:cubicBezTo>
                        <a:cubicBezTo>
                          <a:pt x="49519" y="58687"/>
                          <a:pt x="47893" y="68218"/>
                          <a:pt x="44642" y="74550"/>
                        </a:cubicBezTo>
                        <a:cubicBezTo>
                          <a:pt x="41405" y="80896"/>
                          <a:pt x="36542" y="84069"/>
                          <a:pt x="30053" y="84069"/>
                        </a:cubicBezTo>
                        <a:close/>
                        <a:moveTo>
                          <a:pt x="30053" y="93983"/>
                        </a:moveTo>
                        <a:cubicBezTo>
                          <a:pt x="40427" y="93983"/>
                          <a:pt x="48349" y="89879"/>
                          <a:pt x="53820" y="81669"/>
                        </a:cubicBezTo>
                        <a:cubicBezTo>
                          <a:pt x="59291" y="73473"/>
                          <a:pt x="62027" y="61569"/>
                          <a:pt x="62027" y="45956"/>
                        </a:cubicBezTo>
                        <a:cubicBezTo>
                          <a:pt x="62027" y="30384"/>
                          <a:pt x="59291" y="18493"/>
                          <a:pt x="53820" y="10283"/>
                        </a:cubicBezTo>
                        <a:cubicBezTo>
                          <a:pt x="48349" y="2087"/>
                          <a:pt x="40427" y="-2011"/>
                          <a:pt x="30053" y="-2011"/>
                        </a:cubicBezTo>
                        <a:cubicBezTo>
                          <a:pt x="19693" y="-2011"/>
                          <a:pt x="11777" y="2087"/>
                          <a:pt x="6306" y="10283"/>
                        </a:cubicBezTo>
                        <a:cubicBezTo>
                          <a:pt x="835" y="18493"/>
                          <a:pt x="-1900" y="30384"/>
                          <a:pt x="-1900" y="45956"/>
                        </a:cubicBezTo>
                        <a:cubicBezTo>
                          <a:pt x="-1900" y="61569"/>
                          <a:pt x="835" y="73473"/>
                          <a:pt x="6306" y="81669"/>
                        </a:cubicBezTo>
                        <a:cubicBezTo>
                          <a:pt x="11777" y="89879"/>
                          <a:pt x="19693" y="93983"/>
                          <a:pt x="30053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8" name="Graphic 2">
                <a:extLst>
                  <a:ext uri="{FF2B5EF4-FFF2-40B4-BE49-F238E27FC236}">
                    <a16:creationId xmlns:a16="http://schemas.microsoft.com/office/drawing/2014/main" id="{0B3AC581-7793-89B7-B808-6D47739CA679}"/>
                  </a:ext>
                </a:extLst>
              </p:cNvPr>
              <p:cNvGrpSpPr/>
              <p:nvPr/>
            </p:nvGrpSpPr>
            <p:grpSpPr>
              <a:xfrm>
                <a:off x="5371878" y="5136981"/>
                <a:ext cx="224422" cy="187070"/>
                <a:chOff x="5371878" y="5136981"/>
                <a:chExt cx="224422" cy="187070"/>
              </a:xfrm>
              <a:solidFill>
                <a:srgbClr val="000000"/>
              </a:solidFill>
            </p:grpSpPr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19FCE55C-09DE-E64E-E1D4-20628B78F733}"/>
                    </a:ext>
                  </a:extLst>
                </p:cNvPr>
                <p:cNvSpPr/>
                <p:nvPr/>
              </p:nvSpPr>
              <p:spPr>
                <a:xfrm>
                  <a:off x="5483655" y="5136981"/>
                  <a:ext cx="12686" cy="44417"/>
                </a:xfrm>
                <a:custGeom>
                  <a:avLst/>
                  <a:gdLst>
                    <a:gd name="connsiteX0" fmla="*/ 182 w 12686"/>
                    <a:gd name="connsiteY0" fmla="*/ 308 h 44417"/>
                    <a:gd name="connsiteX1" fmla="*/ 182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82" y="308"/>
                      </a:moveTo>
                      <a:lnTo>
                        <a:pt x="182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0" name="Graphic 2">
                  <a:extLst>
                    <a:ext uri="{FF2B5EF4-FFF2-40B4-BE49-F238E27FC236}">
                      <a16:creationId xmlns:a16="http://schemas.microsoft.com/office/drawing/2014/main" id="{C1C815EF-07A0-9BC9-81DF-D63E4B30D76A}"/>
                    </a:ext>
                  </a:extLst>
                </p:cNvPr>
                <p:cNvGrpSpPr/>
                <p:nvPr/>
              </p:nvGrpSpPr>
              <p:grpSpPr>
                <a:xfrm>
                  <a:off x="5371878" y="5228057"/>
                  <a:ext cx="224422" cy="95994"/>
                  <a:chOff x="5371878" y="5228057"/>
                  <a:chExt cx="224422" cy="95994"/>
                </a:xfrm>
                <a:solidFill>
                  <a:srgbClr val="000000"/>
                </a:solidFill>
              </p:grpSpPr>
              <p:sp>
                <p:nvSpPr>
                  <p:cNvPr id="21" name="Freeform: Shape 20">
                    <a:extLst>
                      <a:ext uri="{FF2B5EF4-FFF2-40B4-BE49-F238E27FC236}">
                        <a16:creationId xmlns:a16="http://schemas.microsoft.com/office/drawing/2014/main" id="{62AA8952-A082-71D9-23BD-6980113D987F}"/>
                      </a:ext>
                    </a:extLst>
                  </p:cNvPr>
                  <p:cNvSpPr/>
                  <p:nvPr/>
                </p:nvSpPr>
                <p:spPr>
                  <a:xfrm flipV="1">
                    <a:off x="5371878" y="5228057"/>
                    <a:ext cx="58713" cy="94189"/>
                  </a:xfrm>
                  <a:custGeom>
                    <a:avLst/>
                    <a:gdLst>
                      <a:gd name="connsiteX0" fmla="*/ 13271 w 58713"/>
                      <a:gd name="connsiteY0" fmla="*/ 8473 h 94189"/>
                      <a:gd name="connsiteX1" fmla="*/ 56939 w 58713"/>
                      <a:gd name="connsiteY1" fmla="*/ 8473 h 94189"/>
                      <a:gd name="connsiteX2" fmla="*/ 56939 w 58713"/>
                      <a:gd name="connsiteY2" fmla="*/ -2057 h 94189"/>
                      <a:gd name="connsiteX3" fmla="*/ -1774 w 58713"/>
                      <a:gd name="connsiteY3" fmla="*/ -2057 h 94189"/>
                      <a:gd name="connsiteX4" fmla="*/ -1774 w 58713"/>
                      <a:gd name="connsiteY4" fmla="*/ 8473 h 94189"/>
                      <a:gd name="connsiteX5" fmla="*/ 17632 w 58713"/>
                      <a:gd name="connsiteY5" fmla="*/ 28263 h 94189"/>
                      <a:gd name="connsiteX6" fmla="*/ 33093 w 58713"/>
                      <a:gd name="connsiteY6" fmla="*/ 44305 h 94189"/>
                      <a:gd name="connsiteX7" fmla="*/ 41478 w 58713"/>
                      <a:gd name="connsiteY7" fmla="*/ 55726 h 94189"/>
                      <a:gd name="connsiteX8" fmla="*/ 43876 w 58713"/>
                      <a:gd name="connsiteY8" fmla="*/ 64927 h 94189"/>
                      <a:gd name="connsiteX9" fmla="*/ 38703 w 58713"/>
                      <a:gd name="connsiteY9" fmla="*/ 76944 h 94189"/>
                      <a:gd name="connsiteX10" fmla="*/ 25224 w 58713"/>
                      <a:gd name="connsiteY10" fmla="*/ 81604 h 94189"/>
                      <a:gd name="connsiteX11" fmla="*/ 12795 w 58713"/>
                      <a:gd name="connsiteY11" fmla="*/ 79561 h 94189"/>
                      <a:gd name="connsiteX12" fmla="*/ -1160 w 58713"/>
                      <a:gd name="connsiteY12" fmla="*/ 73355 h 94189"/>
                      <a:gd name="connsiteX13" fmla="*/ -1160 w 58713"/>
                      <a:gd name="connsiteY13" fmla="*/ 86006 h 94189"/>
                      <a:gd name="connsiteX14" fmla="*/ 12954 w 58713"/>
                      <a:gd name="connsiteY14" fmla="*/ 90586 h 94189"/>
                      <a:gd name="connsiteX15" fmla="*/ 24986 w 58713"/>
                      <a:gd name="connsiteY15" fmla="*/ 92133 h 94189"/>
                      <a:gd name="connsiteX16" fmla="*/ 47900 w 58713"/>
                      <a:gd name="connsiteY16" fmla="*/ 84935 h 94189"/>
                      <a:gd name="connsiteX17" fmla="*/ 56444 w 58713"/>
                      <a:gd name="connsiteY17" fmla="*/ 65740 h 94189"/>
                      <a:gd name="connsiteX18" fmla="*/ 54303 w 58713"/>
                      <a:gd name="connsiteY18" fmla="*/ 54913 h 94189"/>
                      <a:gd name="connsiteX19" fmla="*/ 46533 w 58713"/>
                      <a:gd name="connsiteY19" fmla="*/ 42877 h 94189"/>
                      <a:gd name="connsiteX20" fmla="*/ 36681 w 58713"/>
                      <a:gd name="connsiteY20" fmla="*/ 32486 h 94189"/>
                      <a:gd name="connsiteX21" fmla="*/ 13271 w 58713"/>
                      <a:gd name="connsiteY21" fmla="*/ 8473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271" y="8473"/>
                        </a:moveTo>
                        <a:lnTo>
                          <a:pt x="56939" y="8473"/>
                        </a:lnTo>
                        <a:lnTo>
                          <a:pt x="56939" y="-2057"/>
                        </a:lnTo>
                        <a:lnTo>
                          <a:pt x="-1774" y="-2057"/>
                        </a:lnTo>
                        <a:lnTo>
                          <a:pt x="-1774" y="8473"/>
                        </a:lnTo>
                        <a:cubicBezTo>
                          <a:pt x="2970" y="13391"/>
                          <a:pt x="9439" y="19987"/>
                          <a:pt x="17632" y="28263"/>
                        </a:cubicBezTo>
                        <a:cubicBezTo>
                          <a:pt x="25838" y="36551"/>
                          <a:pt x="30992" y="41899"/>
                          <a:pt x="33093" y="44305"/>
                        </a:cubicBezTo>
                        <a:cubicBezTo>
                          <a:pt x="37097" y="48799"/>
                          <a:pt x="39892" y="52607"/>
                          <a:pt x="41478" y="55726"/>
                        </a:cubicBezTo>
                        <a:cubicBezTo>
                          <a:pt x="43077" y="58846"/>
                          <a:pt x="43876" y="61913"/>
                          <a:pt x="43876" y="64927"/>
                        </a:cubicBezTo>
                        <a:cubicBezTo>
                          <a:pt x="43876" y="69845"/>
                          <a:pt x="42152" y="73850"/>
                          <a:pt x="38703" y="76944"/>
                        </a:cubicBezTo>
                        <a:cubicBezTo>
                          <a:pt x="35254" y="80050"/>
                          <a:pt x="30761" y="81604"/>
                          <a:pt x="25224" y="81604"/>
                        </a:cubicBezTo>
                        <a:cubicBezTo>
                          <a:pt x="21299" y="81604"/>
                          <a:pt x="17156" y="80923"/>
                          <a:pt x="12795" y="79561"/>
                        </a:cubicBezTo>
                        <a:cubicBezTo>
                          <a:pt x="8447" y="78200"/>
                          <a:pt x="3796" y="76131"/>
                          <a:pt x="-1160" y="73355"/>
                        </a:cubicBezTo>
                        <a:lnTo>
                          <a:pt x="-1160" y="86006"/>
                        </a:lnTo>
                        <a:cubicBezTo>
                          <a:pt x="3875" y="88028"/>
                          <a:pt x="8580" y="89555"/>
                          <a:pt x="12954" y="90586"/>
                        </a:cubicBezTo>
                        <a:cubicBezTo>
                          <a:pt x="17341" y="91618"/>
                          <a:pt x="21352" y="92133"/>
                          <a:pt x="24986" y="92133"/>
                        </a:cubicBezTo>
                        <a:cubicBezTo>
                          <a:pt x="34566" y="92133"/>
                          <a:pt x="42205" y="89734"/>
                          <a:pt x="47900" y="84935"/>
                        </a:cubicBezTo>
                        <a:cubicBezTo>
                          <a:pt x="53596" y="80150"/>
                          <a:pt x="56444" y="73751"/>
                          <a:pt x="56444" y="65740"/>
                        </a:cubicBezTo>
                        <a:cubicBezTo>
                          <a:pt x="56444" y="61933"/>
                          <a:pt x="55730" y="58324"/>
                          <a:pt x="54303" y="54913"/>
                        </a:cubicBezTo>
                        <a:cubicBezTo>
                          <a:pt x="52889" y="51516"/>
                          <a:pt x="50299" y="47504"/>
                          <a:pt x="46533" y="42877"/>
                        </a:cubicBezTo>
                        <a:cubicBezTo>
                          <a:pt x="45502" y="41674"/>
                          <a:pt x="42218" y="38210"/>
                          <a:pt x="36681" y="32486"/>
                        </a:cubicBezTo>
                        <a:cubicBezTo>
                          <a:pt x="31157" y="26762"/>
                          <a:pt x="23354" y="18758"/>
                          <a:pt x="13271" y="84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" name="Freeform: Shape 21">
                    <a:extLst>
                      <a:ext uri="{FF2B5EF4-FFF2-40B4-BE49-F238E27FC236}">
                        <a16:creationId xmlns:a16="http://schemas.microsoft.com/office/drawing/2014/main" id="{94ECC4C4-9DF2-771D-C33A-F63F97CE3495}"/>
                      </a:ext>
                    </a:extLst>
                  </p:cNvPr>
                  <p:cNvSpPr/>
                  <p:nvPr/>
                </p:nvSpPr>
                <p:spPr>
                  <a:xfrm flipV="1">
                    <a:off x="5451660" y="5228057"/>
                    <a:ext cx="63926" cy="95994"/>
                  </a:xfrm>
                  <a:custGeom>
                    <a:avLst/>
                    <a:gdLst>
                      <a:gd name="connsiteX0" fmla="*/ 30101 w 63926"/>
                      <a:gd name="connsiteY0" fmla="*/ 84069 h 95994"/>
                      <a:gd name="connsiteX1" fmla="*/ 15571 w 63926"/>
                      <a:gd name="connsiteY1" fmla="*/ 74550 h 95994"/>
                      <a:gd name="connsiteX2" fmla="*/ 10715 w 63926"/>
                      <a:gd name="connsiteY2" fmla="*/ 45956 h 95994"/>
                      <a:gd name="connsiteX3" fmla="*/ 15571 w 63926"/>
                      <a:gd name="connsiteY3" fmla="*/ 17422 h 95994"/>
                      <a:gd name="connsiteX4" fmla="*/ 30101 w 63926"/>
                      <a:gd name="connsiteY4" fmla="*/ 7904 h 95994"/>
                      <a:gd name="connsiteX5" fmla="*/ 44690 w 63926"/>
                      <a:gd name="connsiteY5" fmla="*/ 17422 h 95994"/>
                      <a:gd name="connsiteX6" fmla="*/ 49567 w 63926"/>
                      <a:gd name="connsiteY6" fmla="*/ 45956 h 95994"/>
                      <a:gd name="connsiteX7" fmla="*/ 44690 w 63926"/>
                      <a:gd name="connsiteY7" fmla="*/ 74550 h 95994"/>
                      <a:gd name="connsiteX8" fmla="*/ 30101 w 63926"/>
                      <a:gd name="connsiteY8" fmla="*/ 84069 h 95994"/>
                      <a:gd name="connsiteX9" fmla="*/ 30101 w 63926"/>
                      <a:gd name="connsiteY9" fmla="*/ 93983 h 95994"/>
                      <a:gd name="connsiteX10" fmla="*/ 53868 w 63926"/>
                      <a:gd name="connsiteY10" fmla="*/ 81669 h 95994"/>
                      <a:gd name="connsiteX11" fmla="*/ 62074 w 63926"/>
                      <a:gd name="connsiteY11" fmla="*/ 45956 h 95994"/>
                      <a:gd name="connsiteX12" fmla="*/ 53868 w 63926"/>
                      <a:gd name="connsiteY12" fmla="*/ 10283 h 95994"/>
                      <a:gd name="connsiteX13" fmla="*/ 30101 w 63926"/>
                      <a:gd name="connsiteY13" fmla="*/ -2011 h 95994"/>
                      <a:gd name="connsiteX14" fmla="*/ 6354 w 63926"/>
                      <a:gd name="connsiteY14" fmla="*/ 10283 h 95994"/>
                      <a:gd name="connsiteX15" fmla="*/ -1852 w 63926"/>
                      <a:gd name="connsiteY15" fmla="*/ 45956 h 95994"/>
                      <a:gd name="connsiteX16" fmla="*/ 6354 w 63926"/>
                      <a:gd name="connsiteY16" fmla="*/ 81669 h 95994"/>
                      <a:gd name="connsiteX17" fmla="*/ 30101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01" y="84069"/>
                        </a:moveTo>
                        <a:cubicBezTo>
                          <a:pt x="23666" y="84069"/>
                          <a:pt x="18822" y="80896"/>
                          <a:pt x="15571" y="74550"/>
                        </a:cubicBezTo>
                        <a:cubicBezTo>
                          <a:pt x="12334" y="68218"/>
                          <a:pt x="10715" y="58687"/>
                          <a:pt x="10715" y="45956"/>
                        </a:cubicBezTo>
                        <a:cubicBezTo>
                          <a:pt x="10715" y="33279"/>
                          <a:pt x="12334" y="23767"/>
                          <a:pt x="15571" y="17422"/>
                        </a:cubicBezTo>
                        <a:cubicBezTo>
                          <a:pt x="18822" y="11076"/>
                          <a:pt x="23666" y="7904"/>
                          <a:pt x="30101" y="7904"/>
                        </a:cubicBezTo>
                        <a:cubicBezTo>
                          <a:pt x="36590" y="7904"/>
                          <a:pt x="41453" y="11076"/>
                          <a:pt x="44690" y="17422"/>
                        </a:cubicBezTo>
                        <a:cubicBezTo>
                          <a:pt x="47941" y="23767"/>
                          <a:pt x="49567" y="33279"/>
                          <a:pt x="49567" y="45956"/>
                        </a:cubicBezTo>
                        <a:cubicBezTo>
                          <a:pt x="49567" y="58687"/>
                          <a:pt x="47941" y="68218"/>
                          <a:pt x="44690" y="74550"/>
                        </a:cubicBezTo>
                        <a:cubicBezTo>
                          <a:pt x="41453" y="80896"/>
                          <a:pt x="36590" y="84069"/>
                          <a:pt x="30101" y="84069"/>
                        </a:cubicBezTo>
                        <a:close/>
                        <a:moveTo>
                          <a:pt x="30101" y="93983"/>
                        </a:moveTo>
                        <a:cubicBezTo>
                          <a:pt x="40475" y="93983"/>
                          <a:pt x="48397" y="89879"/>
                          <a:pt x="53868" y="81669"/>
                        </a:cubicBezTo>
                        <a:cubicBezTo>
                          <a:pt x="59339" y="73473"/>
                          <a:pt x="62074" y="61569"/>
                          <a:pt x="62074" y="45956"/>
                        </a:cubicBezTo>
                        <a:cubicBezTo>
                          <a:pt x="62074" y="30384"/>
                          <a:pt x="59339" y="18493"/>
                          <a:pt x="53868" y="10283"/>
                        </a:cubicBezTo>
                        <a:cubicBezTo>
                          <a:pt x="48397" y="2087"/>
                          <a:pt x="40475" y="-2011"/>
                          <a:pt x="30101" y="-2011"/>
                        </a:cubicBezTo>
                        <a:cubicBezTo>
                          <a:pt x="19741" y="-2011"/>
                          <a:pt x="11825" y="2087"/>
                          <a:pt x="6354" y="10283"/>
                        </a:cubicBezTo>
                        <a:cubicBezTo>
                          <a:pt x="883" y="18493"/>
                          <a:pt x="-1852" y="30384"/>
                          <a:pt x="-1852" y="45956"/>
                        </a:cubicBezTo>
                        <a:cubicBezTo>
                          <a:pt x="-1852" y="61569"/>
                          <a:pt x="883" y="73473"/>
                          <a:pt x="6354" y="81669"/>
                        </a:cubicBezTo>
                        <a:cubicBezTo>
                          <a:pt x="11825" y="89879"/>
                          <a:pt x="19741" y="93983"/>
                          <a:pt x="30101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3" name="Freeform: Shape 22">
                    <a:extLst>
                      <a:ext uri="{FF2B5EF4-FFF2-40B4-BE49-F238E27FC236}">
                        <a16:creationId xmlns:a16="http://schemas.microsoft.com/office/drawing/2014/main" id="{7CEB42C3-A728-872E-E9E6-CB48986073F6}"/>
                      </a:ext>
                    </a:extLst>
                  </p:cNvPr>
                  <p:cNvSpPr/>
                  <p:nvPr/>
                </p:nvSpPr>
                <p:spPr>
                  <a:xfrm flipV="1">
                    <a:off x="5532373" y="5228057"/>
                    <a:ext cx="63926" cy="95994"/>
                  </a:xfrm>
                  <a:custGeom>
                    <a:avLst/>
                    <a:gdLst>
                      <a:gd name="connsiteX0" fmla="*/ 30108 w 63926"/>
                      <a:gd name="connsiteY0" fmla="*/ 84069 h 95994"/>
                      <a:gd name="connsiteX1" fmla="*/ 15578 w 63926"/>
                      <a:gd name="connsiteY1" fmla="*/ 74550 h 95994"/>
                      <a:gd name="connsiteX2" fmla="*/ 10721 w 63926"/>
                      <a:gd name="connsiteY2" fmla="*/ 45956 h 95994"/>
                      <a:gd name="connsiteX3" fmla="*/ 15578 w 63926"/>
                      <a:gd name="connsiteY3" fmla="*/ 17422 h 95994"/>
                      <a:gd name="connsiteX4" fmla="*/ 30108 w 63926"/>
                      <a:gd name="connsiteY4" fmla="*/ 7904 h 95994"/>
                      <a:gd name="connsiteX5" fmla="*/ 44697 w 63926"/>
                      <a:gd name="connsiteY5" fmla="*/ 17422 h 95994"/>
                      <a:gd name="connsiteX6" fmla="*/ 49573 w 63926"/>
                      <a:gd name="connsiteY6" fmla="*/ 45956 h 95994"/>
                      <a:gd name="connsiteX7" fmla="*/ 44697 w 63926"/>
                      <a:gd name="connsiteY7" fmla="*/ 74550 h 95994"/>
                      <a:gd name="connsiteX8" fmla="*/ 30108 w 63926"/>
                      <a:gd name="connsiteY8" fmla="*/ 84069 h 95994"/>
                      <a:gd name="connsiteX9" fmla="*/ 30108 w 63926"/>
                      <a:gd name="connsiteY9" fmla="*/ 93983 h 95994"/>
                      <a:gd name="connsiteX10" fmla="*/ 53874 w 63926"/>
                      <a:gd name="connsiteY10" fmla="*/ 81669 h 95994"/>
                      <a:gd name="connsiteX11" fmla="*/ 62081 w 63926"/>
                      <a:gd name="connsiteY11" fmla="*/ 45956 h 95994"/>
                      <a:gd name="connsiteX12" fmla="*/ 53874 w 63926"/>
                      <a:gd name="connsiteY12" fmla="*/ 10283 h 95994"/>
                      <a:gd name="connsiteX13" fmla="*/ 30108 w 63926"/>
                      <a:gd name="connsiteY13" fmla="*/ -2011 h 95994"/>
                      <a:gd name="connsiteX14" fmla="*/ 6360 w 63926"/>
                      <a:gd name="connsiteY14" fmla="*/ 10283 h 95994"/>
                      <a:gd name="connsiteX15" fmla="*/ -1846 w 63926"/>
                      <a:gd name="connsiteY15" fmla="*/ 45956 h 95994"/>
                      <a:gd name="connsiteX16" fmla="*/ 6360 w 63926"/>
                      <a:gd name="connsiteY16" fmla="*/ 81669 h 95994"/>
                      <a:gd name="connsiteX17" fmla="*/ 30108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08" y="84069"/>
                        </a:moveTo>
                        <a:cubicBezTo>
                          <a:pt x="23672" y="84069"/>
                          <a:pt x="18829" y="80896"/>
                          <a:pt x="15578" y="74550"/>
                        </a:cubicBezTo>
                        <a:cubicBezTo>
                          <a:pt x="12340" y="68218"/>
                          <a:pt x="10721" y="58687"/>
                          <a:pt x="10721" y="45956"/>
                        </a:cubicBezTo>
                        <a:cubicBezTo>
                          <a:pt x="10721" y="33279"/>
                          <a:pt x="12340" y="23767"/>
                          <a:pt x="15578" y="17422"/>
                        </a:cubicBezTo>
                        <a:cubicBezTo>
                          <a:pt x="18829" y="11076"/>
                          <a:pt x="23672" y="7904"/>
                          <a:pt x="30108" y="7904"/>
                        </a:cubicBezTo>
                        <a:cubicBezTo>
                          <a:pt x="36596" y="7904"/>
                          <a:pt x="41459" y="11076"/>
                          <a:pt x="44697" y="17422"/>
                        </a:cubicBezTo>
                        <a:cubicBezTo>
                          <a:pt x="47948" y="23767"/>
                          <a:pt x="49573" y="33279"/>
                          <a:pt x="49573" y="45956"/>
                        </a:cubicBezTo>
                        <a:cubicBezTo>
                          <a:pt x="49573" y="58687"/>
                          <a:pt x="47948" y="68218"/>
                          <a:pt x="44697" y="74550"/>
                        </a:cubicBezTo>
                        <a:cubicBezTo>
                          <a:pt x="41459" y="80896"/>
                          <a:pt x="36596" y="84069"/>
                          <a:pt x="30108" y="84069"/>
                        </a:cubicBezTo>
                        <a:close/>
                        <a:moveTo>
                          <a:pt x="30108" y="93983"/>
                        </a:moveTo>
                        <a:cubicBezTo>
                          <a:pt x="40481" y="93983"/>
                          <a:pt x="48403" y="89879"/>
                          <a:pt x="53874" y="81669"/>
                        </a:cubicBezTo>
                        <a:cubicBezTo>
                          <a:pt x="59345" y="73473"/>
                          <a:pt x="62081" y="61569"/>
                          <a:pt x="62081" y="45956"/>
                        </a:cubicBezTo>
                        <a:cubicBezTo>
                          <a:pt x="62081" y="30384"/>
                          <a:pt x="59345" y="18493"/>
                          <a:pt x="53874" y="10283"/>
                        </a:cubicBezTo>
                        <a:cubicBezTo>
                          <a:pt x="48403" y="2087"/>
                          <a:pt x="40481" y="-2011"/>
                          <a:pt x="30108" y="-2011"/>
                        </a:cubicBezTo>
                        <a:cubicBezTo>
                          <a:pt x="19747" y="-2011"/>
                          <a:pt x="11831" y="2087"/>
                          <a:pt x="6360" y="10283"/>
                        </a:cubicBezTo>
                        <a:cubicBezTo>
                          <a:pt x="890" y="18493"/>
                          <a:pt x="-1846" y="30384"/>
                          <a:pt x="-1846" y="45956"/>
                        </a:cubicBezTo>
                        <a:cubicBezTo>
                          <a:pt x="-1846" y="61569"/>
                          <a:pt x="890" y="73473"/>
                          <a:pt x="6360" y="81669"/>
                        </a:cubicBezTo>
                        <a:cubicBezTo>
                          <a:pt x="11831" y="89879"/>
                          <a:pt x="19747" y="93983"/>
                          <a:pt x="30108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4" name="Graphic 2">
                <a:extLst>
                  <a:ext uri="{FF2B5EF4-FFF2-40B4-BE49-F238E27FC236}">
                    <a16:creationId xmlns:a16="http://schemas.microsoft.com/office/drawing/2014/main" id="{C238328A-6B4C-C5DC-6C32-44A2650CD6BB}"/>
                  </a:ext>
                </a:extLst>
              </p:cNvPr>
              <p:cNvGrpSpPr/>
              <p:nvPr/>
            </p:nvGrpSpPr>
            <p:grpSpPr>
              <a:xfrm>
                <a:off x="6059841" y="5136981"/>
                <a:ext cx="224045" cy="187070"/>
                <a:chOff x="6059841" y="5136981"/>
                <a:chExt cx="224045" cy="187070"/>
              </a:xfrm>
              <a:solidFill>
                <a:srgbClr val="000000"/>
              </a:solidFill>
            </p:grpSpPr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1582ECF0-2833-860C-5984-2BE195717E8B}"/>
                    </a:ext>
                  </a:extLst>
                </p:cNvPr>
                <p:cNvSpPr/>
                <p:nvPr/>
              </p:nvSpPr>
              <p:spPr>
                <a:xfrm>
                  <a:off x="6171241" y="5136981"/>
                  <a:ext cx="12686" cy="44417"/>
                </a:xfrm>
                <a:custGeom>
                  <a:avLst/>
                  <a:gdLst>
                    <a:gd name="connsiteX0" fmla="*/ 236 w 12686"/>
                    <a:gd name="connsiteY0" fmla="*/ 308 h 44417"/>
                    <a:gd name="connsiteX1" fmla="*/ 236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36" y="308"/>
                      </a:moveTo>
                      <a:lnTo>
                        <a:pt x="236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6" name="Graphic 2">
                  <a:extLst>
                    <a:ext uri="{FF2B5EF4-FFF2-40B4-BE49-F238E27FC236}">
                      <a16:creationId xmlns:a16="http://schemas.microsoft.com/office/drawing/2014/main" id="{F362F366-907E-C19E-0062-ED1F25C04393}"/>
                    </a:ext>
                  </a:extLst>
                </p:cNvPr>
                <p:cNvGrpSpPr/>
                <p:nvPr/>
              </p:nvGrpSpPr>
              <p:grpSpPr>
                <a:xfrm>
                  <a:off x="6059841" y="5228057"/>
                  <a:ext cx="224045" cy="95994"/>
                  <a:chOff x="6059841" y="5228057"/>
                  <a:chExt cx="224045" cy="95994"/>
                </a:xfrm>
                <a:solidFill>
                  <a:srgbClr val="000000"/>
                </a:solidFill>
              </p:grpSpPr>
              <p:sp>
                <p:nvSpPr>
                  <p:cNvPr id="27" name="Freeform: Shape 26">
                    <a:extLst>
                      <a:ext uri="{FF2B5EF4-FFF2-40B4-BE49-F238E27FC236}">
                        <a16:creationId xmlns:a16="http://schemas.microsoft.com/office/drawing/2014/main" id="{64A5ACA6-7D80-1421-5050-0C36EA9D21B8}"/>
                      </a:ext>
                    </a:extLst>
                  </p:cNvPr>
                  <p:cNvSpPr/>
                  <p:nvPr/>
                </p:nvSpPr>
                <p:spPr>
                  <a:xfrm flipV="1">
                    <a:off x="6059841" y="5228057"/>
                    <a:ext cx="60874" cy="95994"/>
                  </a:xfrm>
                  <a:custGeom>
                    <a:avLst/>
                    <a:gdLst>
                      <a:gd name="connsiteX0" fmla="*/ 40012 w 60874"/>
                      <a:gd name="connsiteY0" fmla="*/ 49684 h 95994"/>
                      <a:gd name="connsiteX1" fmla="*/ 54026 w 60874"/>
                      <a:gd name="connsiteY1" fmla="*/ 41673 h 95994"/>
                      <a:gd name="connsiteX2" fmla="*/ 59081 w 60874"/>
                      <a:gd name="connsiteY2" fmla="*/ 26682 h 95994"/>
                      <a:gd name="connsiteX3" fmla="*/ 49665 w 60874"/>
                      <a:gd name="connsiteY3" fmla="*/ 5485 h 95994"/>
                      <a:gd name="connsiteX4" fmla="*/ 22905 w 60874"/>
                      <a:gd name="connsiteY4" fmla="*/ -2011 h 95994"/>
                      <a:gd name="connsiteX5" fmla="*/ 10932 w 60874"/>
                      <a:gd name="connsiteY5" fmla="*/ -861 h 95994"/>
                      <a:gd name="connsiteX6" fmla="*/ -1793 w 60874"/>
                      <a:gd name="connsiteY6" fmla="*/ 2589 h 95994"/>
                      <a:gd name="connsiteX7" fmla="*/ -1793 w 60874"/>
                      <a:gd name="connsiteY7" fmla="*/ 14666 h 95994"/>
                      <a:gd name="connsiteX8" fmla="*/ 9585 w 60874"/>
                      <a:gd name="connsiteY8" fmla="*/ 10085 h 95994"/>
                      <a:gd name="connsiteX9" fmla="*/ 22548 w 60874"/>
                      <a:gd name="connsiteY9" fmla="*/ 8538 h 95994"/>
                      <a:gd name="connsiteX10" fmla="*/ 40468 w 60874"/>
                      <a:gd name="connsiteY10" fmla="*/ 13178 h 95994"/>
                      <a:gd name="connsiteX11" fmla="*/ 46632 w 60874"/>
                      <a:gd name="connsiteY11" fmla="*/ 26682 h 95994"/>
                      <a:gd name="connsiteX12" fmla="*/ 40904 w 60874"/>
                      <a:gd name="connsiteY12" fmla="*/ 39472 h 95994"/>
                      <a:gd name="connsiteX13" fmla="*/ 24967 w 60874"/>
                      <a:gd name="connsiteY13" fmla="*/ 44092 h 95994"/>
                      <a:gd name="connsiteX14" fmla="*/ 14183 w 60874"/>
                      <a:gd name="connsiteY14" fmla="*/ 44092 h 95994"/>
                      <a:gd name="connsiteX15" fmla="*/ 14183 w 60874"/>
                      <a:gd name="connsiteY15" fmla="*/ 54384 h 95994"/>
                      <a:gd name="connsiteX16" fmla="*/ 25462 w 60874"/>
                      <a:gd name="connsiteY16" fmla="*/ 54384 h 95994"/>
                      <a:gd name="connsiteX17" fmla="*/ 39576 w 60874"/>
                      <a:gd name="connsiteY17" fmla="*/ 58072 h 95994"/>
                      <a:gd name="connsiteX18" fmla="*/ 44472 w 60874"/>
                      <a:gd name="connsiteY18" fmla="*/ 68701 h 95994"/>
                      <a:gd name="connsiteX19" fmla="*/ 39417 w 60874"/>
                      <a:gd name="connsiteY19" fmla="*/ 79627 h 95994"/>
                      <a:gd name="connsiteX20" fmla="*/ 24967 w 60874"/>
                      <a:gd name="connsiteY20" fmla="*/ 83454 h 95994"/>
                      <a:gd name="connsiteX21" fmla="*/ 13926 w 60874"/>
                      <a:gd name="connsiteY21" fmla="*/ 82324 h 95994"/>
                      <a:gd name="connsiteX22" fmla="*/ 982 w 60874"/>
                      <a:gd name="connsiteY22" fmla="*/ 78873 h 95994"/>
                      <a:gd name="connsiteX23" fmla="*/ 982 w 60874"/>
                      <a:gd name="connsiteY23" fmla="*/ 90017 h 95994"/>
                      <a:gd name="connsiteX24" fmla="*/ 14342 w 60874"/>
                      <a:gd name="connsiteY24" fmla="*/ 92992 h 95994"/>
                      <a:gd name="connsiteX25" fmla="*/ 26077 w 60874"/>
                      <a:gd name="connsiteY25" fmla="*/ 93983 h 95994"/>
                      <a:gd name="connsiteX26" fmla="*/ 48614 w 60874"/>
                      <a:gd name="connsiteY26" fmla="*/ 87499 h 95994"/>
                      <a:gd name="connsiteX27" fmla="*/ 56920 w 60874"/>
                      <a:gd name="connsiteY27" fmla="*/ 70009 h 95994"/>
                      <a:gd name="connsiteX28" fmla="*/ 52519 w 60874"/>
                      <a:gd name="connsiteY28" fmla="*/ 57021 h 95994"/>
                      <a:gd name="connsiteX29" fmla="*/ 40012 w 60874"/>
                      <a:gd name="connsiteY29" fmla="*/ 496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874" h="95994">
                        <a:moveTo>
                          <a:pt x="40012" y="49684"/>
                        </a:moveTo>
                        <a:cubicBezTo>
                          <a:pt x="45998" y="48402"/>
                          <a:pt x="50669" y="45732"/>
                          <a:pt x="54026" y="41673"/>
                        </a:cubicBezTo>
                        <a:cubicBezTo>
                          <a:pt x="57396" y="37628"/>
                          <a:pt x="59081" y="32631"/>
                          <a:pt x="59081" y="26682"/>
                        </a:cubicBezTo>
                        <a:cubicBezTo>
                          <a:pt x="59081" y="17561"/>
                          <a:pt x="55942" y="10495"/>
                          <a:pt x="49665" y="5485"/>
                        </a:cubicBezTo>
                        <a:cubicBezTo>
                          <a:pt x="43388" y="488"/>
                          <a:pt x="34468" y="-2011"/>
                          <a:pt x="22905" y="-2011"/>
                        </a:cubicBezTo>
                        <a:cubicBezTo>
                          <a:pt x="19033" y="-2011"/>
                          <a:pt x="15042" y="-1628"/>
                          <a:pt x="10932" y="-861"/>
                        </a:cubicBezTo>
                        <a:cubicBezTo>
                          <a:pt x="6823" y="-94"/>
                          <a:pt x="2581" y="1056"/>
                          <a:pt x="-1793" y="2589"/>
                        </a:cubicBezTo>
                        <a:lnTo>
                          <a:pt x="-1793" y="14666"/>
                        </a:lnTo>
                        <a:cubicBezTo>
                          <a:pt x="1669" y="12643"/>
                          <a:pt x="5461" y="11116"/>
                          <a:pt x="9585" y="10085"/>
                        </a:cubicBezTo>
                        <a:cubicBezTo>
                          <a:pt x="13721" y="9054"/>
                          <a:pt x="18042" y="8538"/>
                          <a:pt x="22548" y="8538"/>
                        </a:cubicBezTo>
                        <a:cubicBezTo>
                          <a:pt x="30385" y="8538"/>
                          <a:pt x="36358" y="10085"/>
                          <a:pt x="40468" y="13178"/>
                        </a:cubicBezTo>
                        <a:cubicBezTo>
                          <a:pt x="44577" y="16272"/>
                          <a:pt x="46632" y="20773"/>
                          <a:pt x="46632" y="26682"/>
                        </a:cubicBezTo>
                        <a:cubicBezTo>
                          <a:pt x="46632" y="32142"/>
                          <a:pt x="44723" y="36405"/>
                          <a:pt x="40904" y="39472"/>
                        </a:cubicBezTo>
                        <a:cubicBezTo>
                          <a:pt x="37085" y="42552"/>
                          <a:pt x="31772" y="44092"/>
                          <a:pt x="24967" y="44092"/>
                        </a:cubicBezTo>
                        <a:lnTo>
                          <a:pt x="14183" y="44092"/>
                        </a:lnTo>
                        <a:lnTo>
                          <a:pt x="14183" y="54384"/>
                        </a:lnTo>
                        <a:lnTo>
                          <a:pt x="25462" y="54384"/>
                        </a:lnTo>
                        <a:cubicBezTo>
                          <a:pt x="31607" y="54384"/>
                          <a:pt x="36311" y="55613"/>
                          <a:pt x="39576" y="58072"/>
                        </a:cubicBezTo>
                        <a:cubicBezTo>
                          <a:pt x="42840" y="60531"/>
                          <a:pt x="44472" y="64074"/>
                          <a:pt x="44472" y="68701"/>
                        </a:cubicBezTo>
                        <a:cubicBezTo>
                          <a:pt x="44472" y="73447"/>
                          <a:pt x="42787" y="77089"/>
                          <a:pt x="39417" y="79627"/>
                        </a:cubicBezTo>
                        <a:cubicBezTo>
                          <a:pt x="36060" y="82178"/>
                          <a:pt x="31244" y="83454"/>
                          <a:pt x="24967" y="83454"/>
                        </a:cubicBezTo>
                        <a:cubicBezTo>
                          <a:pt x="21531" y="83454"/>
                          <a:pt x="17850" y="83077"/>
                          <a:pt x="13926" y="82324"/>
                        </a:cubicBezTo>
                        <a:cubicBezTo>
                          <a:pt x="10001" y="81583"/>
                          <a:pt x="5686" y="80433"/>
                          <a:pt x="982" y="78873"/>
                        </a:cubicBezTo>
                        <a:lnTo>
                          <a:pt x="982" y="90017"/>
                        </a:lnTo>
                        <a:cubicBezTo>
                          <a:pt x="5739" y="91339"/>
                          <a:pt x="10192" y="92331"/>
                          <a:pt x="14342" y="92992"/>
                        </a:cubicBezTo>
                        <a:cubicBezTo>
                          <a:pt x="18491" y="93653"/>
                          <a:pt x="22403" y="93983"/>
                          <a:pt x="26077" y="93983"/>
                        </a:cubicBezTo>
                        <a:cubicBezTo>
                          <a:pt x="35578" y="93983"/>
                          <a:pt x="43091" y="91822"/>
                          <a:pt x="48614" y="87499"/>
                        </a:cubicBezTo>
                        <a:cubicBezTo>
                          <a:pt x="54151" y="83189"/>
                          <a:pt x="56920" y="77360"/>
                          <a:pt x="56920" y="70009"/>
                        </a:cubicBezTo>
                        <a:cubicBezTo>
                          <a:pt x="56920" y="64880"/>
                          <a:pt x="55453" y="60551"/>
                          <a:pt x="52519" y="57021"/>
                        </a:cubicBezTo>
                        <a:cubicBezTo>
                          <a:pt x="49586" y="53492"/>
                          <a:pt x="45416" y="51046"/>
                          <a:pt x="40012" y="496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8" name="Freeform: Shape 27">
                    <a:extLst>
                      <a:ext uri="{FF2B5EF4-FFF2-40B4-BE49-F238E27FC236}">
                        <a16:creationId xmlns:a16="http://schemas.microsoft.com/office/drawing/2014/main" id="{8222736B-5C3B-F808-C3C4-FD4DCFF34C36}"/>
                      </a:ext>
                    </a:extLst>
                  </p:cNvPr>
                  <p:cNvSpPr/>
                  <p:nvPr/>
                </p:nvSpPr>
                <p:spPr>
                  <a:xfrm flipV="1">
                    <a:off x="6139246" y="5228057"/>
                    <a:ext cx="63926" cy="95994"/>
                  </a:xfrm>
                  <a:custGeom>
                    <a:avLst/>
                    <a:gdLst>
                      <a:gd name="connsiteX0" fmla="*/ 30155 w 63926"/>
                      <a:gd name="connsiteY0" fmla="*/ 84069 h 95994"/>
                      <a:gd name="connsiteX1" fmla="*/ 15626 w 63926"/>
                      <a:gd name="connsiteY1" fmla="*/ 74550 h 95994"/>
                      <a:gd name="connsiteX2" fmla="*/ 10769 w 63926"/>
                      <a:gd name="connsiteY2" fmla="*/ 45956 h 95994"/>
                      <a:gd name="connsiteX3" fmla="*/ 15626 w 63926"/>
                      <a:gd name="connsiteY3" fmla="*/ 17422 h 95994"/>
                      <a:gd name="connsiteX4" fmla="*/ 30155 w 63926"/>
                      <a:gd name="connsiteY4" fmla="*/ 7904 h 95994"/>
                      <a:gd name="connsiteX5" fmla="*/ 44745 w 63926"/>
                      <a:gd name="connsiteY5" fmla="*/ 17422 h 95994"/>
                      <a:gd name="connsiteX6" fmla="*/ 49621 w 63926"/>
                      <a:gd name="connsiteY6" fmla="*/ 45956 h 95994"/>
                      <a:gd name="connsiteX7" fmla="*/ 44745 w 63926"/>
                      <a:gd name="connsiteY7" fmla="*/ 74550 h 95994"/>
                      <a:gd name="connsiteX8" fmla="*/ 30155 w 63926"/>
                      <a:gd name="connsiteY8" fmla="*/ 84069 h 95994"/>
                      <a:gd name="connsiteX9" fmla="*/ 30155 w 63926"/>
                      <a:gd name="connsiteY9" fmla="*/ 93983 h 95994"/>
                      <a:gd name="connsiteX10" fmla="*/ 53922 w 63926"/>
                      <a:gd name="connsiteY10" fmla="*/ 81669 h 95994"/>
                      <a:gd name="connsiteX11" fmla="*/ 62129 w 63926"/>
                      <a:gd name="connsiteY11" fmla="*/ 45956 h 95994"/>
                      <a:gd name="connsiteX12" fmla="*/ 53922 w 63926"/>
                      <a:gd name="connsiteY12" fmla="*/ 10283 h 95994"/>
                      <a:gd name="connsiteX13" fmla="*/ 30155 w 63926"/>
                      <a:gd name="connsiteY13" fmla="*/ -2011 h 95994"/>
                      <a:gd name="connsiteX14" fmla="*/ 6408 w 63926"/>
                      <a:gd name="connsiteY14" fmla="*/ 10283 h 95994"/>
                      <a:gd name="connsiteX15" fmla="*/ -1798 w 63926"/>
                      <a:gd name="connsiteY15" fmla="*/ 45956 h 95994"/>
                      <a:gd name="connsiteX16" fmla="*/ 6408 w 63926"/>
                      <a:gd name="connsiteY16" fmla="*/ 81669 h 95994"/>
                      <a:gd name="connsiteX17" fmla="*/ 30155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55" y="84069"/>
                        </a:moveTo>
                        <a:cubicBezTo>
                          <a:pt x="23720" y="84069"/>
                          <a:pt x="18877" y="80896"/>
                          <a:pt x="15626" y="74550"/>
                        </a:cubicBezTo>
                        <a:cubicBezTo>
                          <a:pt x="12388" y="68218"/>
                          <a:pt x="10769" y="58687"/>
                          <a:pt x="10769" y="45956"/>
                        </a:cubicBezTo>
                        <a:cubicBezTo>
                          <a:pt x="10769" y="33279"/>
                          <a:pt x="12388" y="23767"/>
                          <a:pt x="15626" y="17422"/>
                        </a:cubicBezTo>
                        <a:cubicBezTo>
                          <a:pt x="18877" y="11076"/>
                          <a:pt x="23720" y="7904"/>
                          <a:pt x="30155" y="7904"/>
                        </a:cubicBezTo>
                        <a:cubicBezTo>
                          <a:pt x="36644" y="7904"/>
                          <a:pt x="41507" y="11076"/>
                          <a:pt x="44745" y="17422"/>
                        </a:cubicBezTo>
                        <a:cubicBezTo>
                          <a:pt x="47995" y="23767"/>
                          <a:pt x="49621" y="33279"/>
                          <a:pt x="49621" y="45956"/>
                        </a:cubicBezTo>
                        <a:cubicBezTo>
                          <a:pt x="49621" y="58687"/>
                          <a:pt x="47995" y="68218"/>
                          <a:pt x="44745" y="74550"/>
                        </a:cubicBezTo>
                        <a:cubicBezTo>
                          <a:pt x="41507" y="80896"/>
                          <a:pt x="36644" y="84069"/>
                          <a:pt x="30155" y="84069"/>
                        </a:cubicBezTo>
                        <a:close/>
                        <a:moveTo>
                          <a:pt x="30155" y="93983"/>
                        </a:moveTo>
                        <a:cubicBezTo>
                          <a:pt x="40529" y="93983"/>
                          <a:pt x="48451" y="89879"/>
                          <a:pt x="53922" y="81669"/>
                        </a:cubicBezTo>
                        <a:cubicBezTo>
                          <a:pt x="59393" y="73473"/>
                          <a:pt x="62129" y="61569"/>
                          <a:pt x="62129" y="45956"/>
                        </a:cubicBezTo>
                        <a:cubicBezTo>
                          <a:pt x="62129" y="30384"/>
                          <a:pt x="59393" y="18493"/>
                          <a:pt x="53922" y="10283"/>
                        </a:cubicBezTo>
                        <a:cubicBezTo>
                          <a:pt x="48451" y="2087"/>
                          <a:pt x="40529" y="-2011"/>
                          <a:pt x="30155" y="-2011"/>
                        </a:cubicBezTo>
                        <a:cubicBezTo>
                          <a:pt x="19795" y="-2011"/>
                          <a:pt x="11879" y="2087"/>
                          <a:pt x="6408" y="10283"/>
                        </a:cubicBezTo>
                        <a:cubicBezTo>
                          <a:pt x="937" y="18493"/>
                          <a:pt x="-1798" y="30384"/>
                          <a:pt x="-1798" y="45956"/>
                        </a:cubicBezTo>
                        <a:cubicBezTo>
                          <a:pt x="-1798" y="61569"/>
                          <a:pt x="937" y="73473"/>
                          <a:pt x="6408" y="81669"/>
                        </a:cubicBezTo>
                        <a:cubicBezTo>
                          <a:pt x="11879" y="89879"/>
                          <a:pt x="19795" y="93983"/>
                          <a:pt x="30155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9" name="Freeform: Shape 28">
                    <a:extLst>
                      <a:ext uri="{FF2B5EF4-FFF2-40B4-BE49-F238E27FC236}">
                        <a16:creationId xmlns:a16="http://schemas.microsoft.com/office/drawing/2014/main" id="{6C4D8B3F-9975-27A8-AFED-6EF9184F1B65}"/>
                      </a:ext>
                    </a:extLst>
                  </p:cNvPr>
                  <p:cNvSpPr/>
                  <p:nvPr/>
                </p:nvSpPr>
                <p:spPr>
                  <a:xfrm flipV="1">
                    <a:off x="6219960" y="5228057"/>
                    <a:ext cx="63926" cy="95994"/>
                  </a:xfrm>
                  <a:custGeom>
                    <a:avLst/>
                    <a:gdLst>
                      <a:gd name="connsiteX0" fmla="*/ 30162 w 63926"/>
                      <a:gd name="connsiteY0" fmla="*/ 84069 h 95994"/>
                      <a:gd name="connsiteX1" fmla="*/ 15632 w 63926"/>
                      <a:gd name="connsiteY1" fmla="*/ 74550 h 95994"/>
                      <a:gd name="connsiteX2" fmla="*/ 10776 w 63926"/>
                      <a:gd name="connsiteY2" fmla="*/ 45956 h 95994"/>
                      <a:gd name="connsiteX3" fmla="*/ 15632 w 63926"/>
                      <a:gd name="connsiteY3" fmla="*/ 17422 h 95994"/>
                      <a:gd name="connsiteX4" fmla="*/ 30162 w 63926"/>
                      <a:gd name="connsiteY4" fmla="*/ 7904 h 95994"/>
                      <a:gd name="connsiteX5" fmla="*/ 44751 w 63926"/>
                      <a:gd name="connsiteY5" fmla="*/ 17422 h 95994"/>
                      <a:gd name="connsiteX6" fmla="*/ 49627 w 63926"/>
                      <a:gd name="connsiteY6" fmla="*/ 45956 h 95994"/>
                      <a:gd name="connsiteX7" fmla="*/ 44751 w 63926"/>
                      <a:gd name="connsiteY7" fmla="*/ 74550 h 95994"/>
                      <a:gd name="connsiteX8" fmla="*/ 30162 w 63926"/>
                      <a:gd name="connsiteY8" fmla="*/ 84069 h 95994"/>
                      <a:gd name="connsiteX9" fmla="*/ 30162 w 63926"/>
                      <a:gd name="connsiteY9" fmla="*/ 93983 h 95994"/>
                      <a:gd name="connsiteX10" fmla="*/ 53929 w 63926"/>
                      <a:gd name="connsiteY10" fmla="*/ 81669 h 95994"/>
                      <a:gd name="connsiteX11" fmla="*/ 62135 w 63926"/>
                      <a:gd name="connsiteY11" fmla="*/ 45956 h 95994"/>
                      <a:gd name="connsiteX12" fmla="*/ 53929 w 63926"/>
                      <a:gd name="connsiteY12" fmla="*/ 10283 h 95994"/>
                      <a:gd name="connsiteX13" fmla="*/ 30162 w 63926"/>
                      <a:gd name="connsiteY13" fmla="*/ -2011 h 95994"/>
                      <a:gd name="connsiteX14" fmla="*/ 6415 w 63926"/>
                      <a:gd name="connsiteY14" fmla="*/ 10283 h 95994"/>
                      <a:gd name="connsiteX15" fmla="*/ -1792 w 63926"/>
                      <a:gd name="connsiteY15" fmla="*/ 45956 h 95994"/>
                      <a:gd name="connsiteX16" fmla="*/ 6415 w 63926"/>
                      <a:gd name="connsiteY16" fmla="*/ 81669 h 95994"/>
                      <a:gd name="connsiteX17" fmla="*/ 30162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62" y="84069"/>
                        </a:moveTo>
                        <a:cubicBezTo>
                          <a:pt x="23726" y="84069"/>
                          <a:pt x="18883" y="80896"/>
                          <a:pt x="15632" y="74550"/>
                        </a:cubicBezTo>
                        <a:cubicBezTo>
                          <a:pt x="12394" y="68218"/>
                          <a:pt x="10776" y="58687"/>
                          <a:pt x="10776" y="45956"/>
                        </a:cubicBezTo>
                        <a:cubicBezTo>
                          <a:pt x="10776" y="33279"/>
                          <a:pt x="12394" y="23767"/>
                          <a:pt x="15632" y="17422"/>
                        </a:cubicBezTo>
                        <a:cubicBezTo>
                          <a:pt x="18883" y="11076"/>
                          <a:pt x="23726" y="7904"/>
                          <a:pt x="30162" y="7904"/>
                        </a:cubicBezTo>
                        <a:cubicBezTo>
                          <a:pt x="36650" y="7904"/>
                          <a:pt x="41513" y="11076"/>
                          <a:pt x="44751" y="17422"/>
                        </a:cubicBezTo>
                        <a:cubicBezTo>
                          <a:pt x="48002" y="23767"/>
                          <a:pt x="49627" y="33279"/>
                          <a:pt x="49627" y="45956"/>
                        </a:cubicBezTo>
                        <a:cubicBezTo>
                          <a:pt x="49627" y="58687"/>
                          <a:pt x="48002" y="68218"/>
                          <a:pt x="44751" y="74550"/>
                        </a:cubicBezTo>
                        <a:cubicBezTo>
                          <a:pt x="41513" y="80896"/>
                          <a:pt x="36650" y="84069"/>
                          <a:pt x="30162" y="84069"/>
                        </a:cubicBezTo>
                        <a:close/>
                        <a:moveTo>
                          <a:pt x="30162" y="93983"/>
                        </a:moveTo>
                        <a:cubicBezTo>
                          <a:pt x="40535" y="93983"/>
                          <a:pt x="48458" y="89879"/>
                          <a:pt x="53929" y="81669"/>
                        </a:cubicBezTo>
                        <a:cubicBezTo>
                          <a:pt x="59400" y="73473"/>
                          <a:pt x="62135" y="61569"/>
                          <a:pt x="62135" y="45956"/>
                        </a:cubicBezTo>
                        <a:cubicBezTo>
                          <a:pt x="62135" y="30384"/>
                          <a:pt x="59400" y="18493"/>
                          <a:pt x="53929" y="10283"/>
                        </a:cubicBezTo>
                        <a:cubicBezTo>
                          <a:pt x="48458" y="2087"/>
                          <a:pt x="40535" y="-2011"/>
                          <a:pt x="30162" y="-2011"/>
                        </a:cubicBezTo>
                        <a:cubicBezTo>
                          <a:pt x="19801" y="-2011"/>
                          <a:pt x="11886" y="2087"/>
                          <a:pt x="6415" y="10283"/>
                        </a:cubicBezTo>
                        <a:cubicBezTo>
                          <a:pt x="944" y="18493"/>
                          <a:pt x="-1792" y="30384"/>
                          <a:pt x="-1792" y="45956"/>
                        </a:cubicBezTo>
                        <a:cubicBezTo>
                          <a:pt x="-1792" y="61569"/>
                          <a:pt x="944" y="73473"/>
                          <a:pt x="6415" y="81669"/>
                        </a:cubicBezTo>
                        <a:cubicBezTo>
                          <a:pt x="11886" y="89879"/>
                          <a:pt x="19801" y="93983"/>
                          <a:pt x="30162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0" name="Graphic 2">
                <a:extLst>
                  <a:ext uri="{FF2B5EF4-FFF2-40B4-BE49-F238E27FC236}">
                    <a16:creationId xmlns:a16="http://schemas.microsoft.com/office/drawing/2014/main" id="{E5B96604-A5BE-0CFF-AF09-AF2A17C58958}"/>
                  </a:ext>
                </a:extLst>
              </p:cNvPr>
              <p:cNvGrpSpPr/>
              <p:nvPr/>
            </p:nvGrpSpPr>
            <p:grpSpPr>
              <a:xfrm>
                <a:off x="6743958" y="5136981"/>
                <a:ext cx="227514" cy="187070"/>
                <a:chOff x="6743958" y="5136981"/>
                <a:chExt cx="227514" cy="187070"/>
              </a:xfrm>
              <a:solidFill>
                <a:srgbClr val="000000"/>
              </a:solidFill>
            </p:grpSpPr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519E12B2-D4CA-6FF6-B2EE-88BA0C796114}"/>
                    </a:ext>
                  </a:extLst>
                </p:cNvPr>
                <p:cNvSpPr/>
                <p:nvPr/>
              </p:nvSpPr>
              <p:spPr>
                <a:xfrm>
                  <a:off x="6858828" y="5136981"/>
                  <a:ext cx="12686" cy="44417"/>
                </a:xfrm>
                <a:custGeom>
                  <a:avLst/>
                  <a:gdLst>
                    <a:gd name="connsiteX0" fmla="*/ 291 w 12686"/>
                    <a:gd name="connsiteY0" fmla="*/ 308 h 44417"/>
                    <a:gd name="connsiteX1" fmla="*/ 291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91" y="308"/>
                      </a:moveTo>
                      <a:lnTo>
                        <a:pt x="291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2" name="Graphic 2">
                  <a:extLst>
                    <a:ext uri="{FF2B5EF4-FFF2-40B4-BE49-F238E27FC236}">
                      <a16:creationId xmlns:a16="http://schemas.microsoft.com/office/drawing/2014/main" id="{9A43A962-435A-3E85-41E6-E89EF50E795D}"/>
                    </a:ext>
                  </a:extLst>
                </p:cNvPr>
                <p:cNvGrpSpPr/>
                <p:nvPr/>
              </p:nvGrpSpPr>
              <p:grpSpPr>
                <a:xfrm>
                  <a:off x="6743958" y="5228057"/>
                  <a:ext cx="227514" cy="95994"/>
                  <a:chOff x="6743958" y="5228057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33" name="Freeform: Shape 32">
                    <a:extLst>
                      <a:ext uri="{FF2B5EF4-FFF2-40B4-BE49-F238E27FC236}">
                        <a16:creationId xmlns:a16="http://schemas.microsoft.com/office/drawing/2014/main" id="{28526296-70F0-B035-D718-D114A647657C}"/>
                      </a:ext>
                    </a:extLst>
                  </p:cNvPr>
                  <p:cNvSpPr/>
                  <p:nvPr/>
                </p:nvSpPr>
                <p:spPr>
                  <a:xfrm flipV="1">
                    <a:off x="6743958" y="5229723"/>
                    <a:ext cx="67395" cy="92524"/>
                  </a:xfrm>
                  <a:custGeom>
                    <a:avLst/>
                    <a:gdLst>
                      <a:gd name="connsiteX0" fmla="*/ 40017 w 67395"/>
                      <a:gd name="connsiteY0" fmla="*/ 79603 h 92524"/>
                      <a:gd name="connsiteX1" fmla="*/ 8420 w 67395"/>
                      <a:gd name="connsiteY1" fmla="*/ 30208 h 92524"/>
                      <a:gd name="connsiteX2" fmla="*/ 40017 w 67395"/>
                      <a:gd name="connsiteY2" fmla="*/ 30208 h 92524"/>
                      <a:gd name="connsiteX3" fmla="*/ 40017 w 67395"/>
                      <a:gd name="connsiteY3" fmla="*/ 79603 h 92524"/>
                      <a:gd name="connsiteX4" fmla="*/ 36726 w 67395"/>
                      <a:gd name="connsiteY4" fmla="*/ 90510 h 92524"/>
                      <a:gd name="connsiteX5" fmla="*/ 52465 w 67395"/>
                      <a:gd name="connsiteY5" fmla="*/ 90510 h 92524"/>
                      <a:gd name="connsiteX6" fmla="*/ 52465 w 67395"/>
                      <a:gd name="connsiteY6" fmla="*/ 30208 h 92524"/>
                      <a:gd name="connsiteX7" fmla="*/ 65667 w 67395"/>
                      <a:gd name="connsiteY7" fmla="*/ 30208 h 92524"/>
                      <a:gd name="connsiteX8" fmla="*/ 65667 w 67395"/>
                      <a:gd name="connsiteY8" fmla="*/ 19798 h 92524"/>
                      <a:gd name="connsiteX9" fmla="*/ 52465 w 67395"/>
                      <a:gd name="connsiteY9" fmla="*/ 19798 h 92524"/>
                      <a:gd name="connsiteX10" fmla="*/ 52465 w 67395"/>
                      <a:gd name="connsiteY10" fmla="*/ -2014 h 92524"/>
                      <a:gd name="connsiteX11" fmla="*/ 40017 w 67395"/>
                      <a:gd name="connsiteY11" fmla="*/ -2014 h 92524"/>
                      <a:gd name="connsiteX12" fmla="*/ 40017 w 67395"/>
                      <a:gd name="connsiteY12" fmla="*/ 19798 h 92524"/>
                      <a:gd name="connsiteX13" fmla="*/ -1729 w 67395"/>
                      <a:gd name="connsiteY13" fmla="*/ 19798 h 92524"/>
                      <a:gd name="connsiteX14" fmla="*/ -1729 w 67395"/>
                      <a:gd name="connsiteY14" fmla="*/ 31874 h 92524"/>
                      <a:gd name="connsiteX15" fmla="*/ 36726 w 67395"/>
                      <a:gd name="connsiteY15" fmla="*/ 905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40017" y="79603"/>
                        </a:moveTo>
                        <a:lnTo>
                          <a:pt x="8420" y="30208"/>
                        </a:lnTo>
                        <a:lnTo>
                          <a:pt x="40017" y="30208"/>
                        </a:lnTo>
                        <a:lnTo>
                          <a:pt x="40017" y="79603"/>
                        </a:lnTo>
                        <a:close/>
                        <a:moveTo>
                          <a:pt x="36726" y="90510"/>
                        </a:moveTo>
                        <a:lnTo>
                          <a:pt x="52465" y="90510"/>
                        </a:lnTo>
                        <a:lnTo>
                          <a:pt x="52465" y="30208"/>
                        </a:lnTo>
                        <a:lnTo>
                          <a:pt x="65667" y="30208"/>
                        </a:lnTo>
                        <a:lnTo>
                          <a:pt x="65667" y="19798"/>
                        </a:lnTo>
                        <a:lnTo>
                          <a:pt x="52465" y="19798"/>
                        </a:lnTo>
                        <a:lnTo>
                          <a:pt x="52465" y="-2014"/>
                        </a:lnTo>
                        <a:lnTo>
                          <a:pt x="40017" y="-2014"/>
                        </a:lnTo>
                        <a:lnTo>
                          <a:pt x="40017" y="19798"/>
                        </a:lnTo>
                        <a:lnTo>
                          <a:pt x="-1729" y="19798"/>
                        </a:lnTo>
                        <a:lnTo>
                          <a:pt x="-1729" y="31874"/>
                        </a:lnTo>
                        <a:lnTo>
                          <a:pt x="36726" y="905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4" name="Freeform: Shape 33">
                    <a:extLst>
                      <a:ext uri="{FF2B5EF4-FFF2-40B4-BE49-F238E27FC236}">
                        <a16:creationId xmlns:a16="http://schemas.microsoft.com/office/drawing/2014/main" id="{B55F22D4-26FD-6500-8B0B-0DCD28D2DC83}"/>
                      </a:ext>
                    </a:extLst>
                  </p:cNvPr>
                  <p:cNvSpPr/>
                  <p:nvPr/>
                </p:nvSpPr>
                <p:spPr>
                  <a:xfrm flipV="1">
                    <a:off x="6826832" y="5228057"/>
                    <a:ext cx="63926" cy="95994"/>
                  </a:xfrm>
                  <a:custGeom>
                    <a:avLst/>
                    <a:gdLst>
                      <a:gd name="connsiteX0" fmla="*/ 30210 w 63926"/>
                      <a:gd name="connsiteY0" fmla="*/ 84069 h 95994"/>
                      <a:gd name="connsiteX1" fmla="*/ 15680 w 63926"/>
                      <a:gd name="connsiteY1" fmla="*/ 74550 h 95994"/>
                      <a:gd name="connsiteX2" fmla="*/ 10823 w 63926"/>
                      <a:gd name="connsiteY2" fmla="*/ 45956 h 95994"/>
                      <a:gd name="connsiteX3" fmla="*/ 15680 w 63926"/>
                      <a:gd name="connsiteY3" fmla="*/ 17422 h 95994"/>
                      <a:gd name="connsiteX4" fmla="*/ 30210 w 63926"/>
                      <a:gd name="connsiteY4" fmla="*/ 7904 h 95994"/>
                      <a:gd name="connsiteX5" fmla="*/ 44799 w 63926"/>
                      <a:gd name="connsiteY5" fmla="*/ 17422 h 95994"/>
                      <a:gd name="connsiteX6" fmla="*/ 49675 w 63926"/>
                      <a:gd name="connsiteY6" fmla="*/ 45956 h 95994"/>
                      <a:gd name="connsiteX7" fmla="*/ 44799 w 63926"/>
                      <a:gd name="connsiteY7" fmla="*/ 74550 h 95994"/>
                      <a:gd name="connsiteX8" fmla="*/ 30210 w 63926"/>
                      <a:gd name="connsiteY8" fmla="*/ 84069 h 95994"/>
                      <a:gd name="connsiteX9" fmla="*/ 30210 w 63926"/>
                      <a:gd name="connsiteY9" fmla="*/ 93983 h 95994"/>
                      <a:gd name="connsiteX10" fmla="*/ 53976 w 63926"/>
                      <a:gd name="connsiteY10" fmla="*/ 81669 h 95994"/>
                      <a:gd name="connsiteX11" fmla="*/ 62183 w 63926"/>
                      <a:gd name="connsiteY11" fmla="*/ 45956 h 95994"/>
                      <a:gd name="connsiteX12" fmla="*/ 53976 w 63926"/>
                      <a:gd name="connsiteY12" fmla="*/ 10283 h 95994"/>
                      <a:gd name="connsiteX13" fmla="*/ 30210 w 63926"/>
                      <a:gd name="connsiteY13" fmla="*/ -2011 h 95994"/>
                      <a:gd name="connsiteX14" fmla="*/ 6463 w 63926"/>
                      <a:gd name="connsiteY14" fmla="*/ 10283 h 95994"/>
                      <a:gd name="connsiteX15" fmla="*/ -1744 w 63926"/>
                      <a:gd name="connsiteY15" fmla="*/ 45956 h 95994"/>
                      <a:gd name="connsiteX16" fmla="*/ 6463 w 63926"/>
                      <a:gd name="connsiteY16" fmla="*/ 81669 h 95994"/>
                      <a:gd name="connsiteX17" fmla="*/ 30210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10" y="84069"/>
                        </a:moveTo>
                        <a:cubicBezTo>
                          <a:pt x="23774" y="84069"/>
                          <a:pt x="18931" y="80896"/>
                          <a:pt x="15680" y="74550"/>
                        </a:cubicBezTo>
                        <a:cubicBezTo>
                          <a:pt x="12442" y="68218"/>
                          <a:pt x="10823" y="58687"/>
                          <a:pt x="10823" y="45956"/>
                        </a:cubicBezTo>
                        <a:cubicBezTo>
                          <a:pt x="10823" y="33279"/>
                          <a:pt x="12442" y="23767"/>
                          <a:pt x="15680" y="17422"/>
                        </a:cubicBezTo>
                        <a:cubicBezTo>
                          <a:pt x="18931" y="11076"/>
                          <a:pt x="23774" y="7904"/>
                          <a:pt x="30210" y="7904"/>
                        </a:cubicBezTo>
                        <a:cubicBezTo>
                          <a:pt x="36698" y="7904"/>
                          <a:pt x="41561" y="11076"/>
                          <a:pt x="44799" y="17422"/>
                        </a:cubicBezTo>
                        <a:cubicBezTo>
                          <a:pt x="48050" y="23767"/>
                          <a:pt x="49675" y="33279"/>
                          <a:pt x="49675" y="45956"/>
                        </a:cubicBezTo>
                        <a:cubicBezTo>
                          <a:pt x="49675" y="58687"/>
                          <a:pt x="48050" y="68218"/>
                          <a:pt x="44799" y="74550"/>
                        </a:cubicBezTo>
                        <a:cubicBezTo>
                          <a:pt x="41561" y="80896"/>
                          <a:pt x="36698" y="84069"/>
                          <a:pt x="30210" y="84069"/>
                        </a:cubicBezTo>
                        <a:close/>
                        <a:moveTo>
                          <a:pt x="30210" y="93983"/>
                        </a:moveTo>
                        <a:cubicBezTo>
                          <a:pt x="40583" y="93983"/>
                          <a:pt x="48505" y="89879"/>
                          <a:pt x="53976" y="81669"/>
                        </a:cubicBezTo>
                        <a:cubicBezTo>
                          <a:pt x="59447" y="73473"/>
                          <a:pt x="62183" y="61569"/>
                          <a:pt x="62183" y="45956"/>
                        </a:cubicBezTo>
                        <a:cubicBezTo>
                          <a:pt x="62183" y="30384"/>
                          <a:pt x="59447" y="18493"/>
                          <a:pt x="53976" y="10283"/>
                        </a:cubicBezTo>
                        <a:cubicBezTo>
                          <a:pt x="48505" y="2087"/>
                          <a:pt x="40583" y="-2011"/>
                          <a:pt x="30210" y="-2011"/>
                        </a:cubicBezTo>
                        <a:cubicBezTo>
                          <a:pt x="19849" y="-2011"/>
                          <a:pt x="11933" y="2087"/>
                          <a:pt x="6463" y="10283"/>
                        </a:cubicBezTo>
                        <a:cubicBezTo>
                          <a:pt x="992" y="18493"/>
                          <a:pt x="-1744" y="30384"/>
                          <a:pt x="-1744" y="45956"/>
                        </a:cubicBezTo>
                        <a:cubicBezTo>
                          <a:pt x="-1744" y="61569"/>
                          <a:pt x="992" y="73473"/>
                          <a:pt x="6463" y="81669"/>
                        </a:cubicBezTo>
                        <a:cubicBezTo>
                          <a:pt x="11933" y="89879"/>
                          <a:pt x="19849" y="93983"/>
                          <a:pt x="30210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5" name="Freeform: Shape 34">
                    <a:extLst>
                      <a:ext uri="{FF2B5EF4-FFF2-40B4-BE49-F238E27FC236}">
                        <a16:creationId xmlns:a16="http://schemas.microsoft.com/office/drawing/2014/main" id="{07E56031-26C3-A81E-3CA6-104219BD149F}"/>
                      </a:ext>
                    </a:extLst>
                  </p:cNvPr>
                  <p:cNvSpPr/>
                  <p:nvPr/>
                </p:nvSpPr>
                <p:spPr>
                  <a:xfrm flipV="1">
                    <a:off x="6907546" y="5228057"/>
                    <a:ext cx="63926" cy="95994"/>
                  </a:xfrm>
                  <a:custGeom>
                    <a:avLst/>
                    <a:gdLst>
                      <a:gd name="connsiteX0" fmla="*/ 30216 w 63926"/>
                      <a:gd name="connsiteY0" fmla="*/ 84069 h 95994"/>
                      <a:gd name="connsiteX1" fmla="*/ 15686 w 63926"/>
                      <a:gd name="connsiteY1" fmla="*/ 74550 h 95994"/>
                      <a:gd name="connsiteX2" fmla="*/ 10830 w 63926"/>
                      <a:gd name="connsiteY2" fmla="*/ 45956 h 95994"/>
                      <a:gd name="connsiteX3" fmla="*/ 15686 w 63926"/>
                      <a:gd name="connsiteY3" fmla="*/ 17422 h 95994"/>
                      <a:gd name="connsiteX4" fmla="*/ 30216 w 63926"/>
                      <a:gd name="connsiteY4" fmla="*/ 7904 h 95994"/>
                      <a:gd name="connsiteX5" fmla="*/ 44805 w 63926"/>
                      <a:gd name="connsiteY5" fmla="*/ 17422 h 95994"/>
                      <a:gd name="connsiteX6" fmla="*/ 49681 w 63926"/>
                      <a:gd name="connsiteY6" fmla="*/ 45956 h 95994"/>
                      <a:gd name="connsiteX7" fmla="*/ 44805 w 63926"/>
                      <a:gd name="connsiteY7" fmla="*/ 74550 h 95994"/>
                      <a:gd name="connsiteX8" fmla="*/ 30216 w 63926"/>
                      <a:gd name="connsiteY8" fmla="*/ 84069 h 95994"/>
                      <a:gd name="connsiteX9" fmla="*/ 30216 w 63926"/>
                      <a:gd name="connsiteY9" fmla="*/ 93983 h 95994"/>
                      <a:gd name="connsiteX10" fmla="*/ 53983 w 63926"/>
                      <a:gd name="connsiteY10" fmla="*/ 81669 h 95994"/>
                      <a:gd name="connsiteX11" fmla="*/ 62189 w 63926"/>
                      <a:gd name="connsiteY11" fmla="*/ 45956 h 95994"/>
                      <a:gd name="connsiteX12" fmla="*/ 53983 w 63926"/>
                      <a:gd name="connsiteY12" fmla="*/ 10283 h 95994"/>
                      <a:gd name="connsiteX13" fmla="*/ 30216 w 63926"/>
                      <a:gd name="connsiteY13" fmla="*/ -2011 h 95994"/>
                      <a:gd name="connsiteX14" fmla="*/ 6469 w 63926"/>
                      <a:gd name="connsiteY14" fmla="*/ 10283 h 95994"/>
                      <a:gd name="connsiteX15" fmla="*/ -1738 w 63926"/>
                      <a:gd name="connsiteY15" fmla="*/ 45956 h 95994"/>
                      <a:gd name="connsiteX16" fmla="*/ 6469 w 63926"/>
                      <a:gd name="connsiteY16" fmla="*/ 81669 h 95994"/>
                      <a:gd name="connsiteX17" fmla="*/ 30216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16" y="84069"/>
                        </a:moveTo>
                        <a:cubicBezTo>
                          <a:pt x="23780" y="84069"/>
                          <a:pt x="18937" y="80896"/>
                          <a:pt x="15686" y="74550"/>
                        </a:cubicBezTo>
                        <a:cubicBezTo>
                          <a:pt x="12449" y="68218"/>
                          <a:pt x="10830" y="58687"/>
                          <a:pt x="10830" y="45956"/>
                        </a:cubicBezTo>
                        <a:cubicBezTo>
                          <a:pt x="10830" y="33279"/>
                          <a:pt x="12449" y="23767"/>
                          <a:pt x="15686" y="17422"/>
                        </a:cubicBezTo>
                        <a:cubicBezTo>
                          <a:pt x="18937" y="11076"/>
                          <a:pt x="23780" y="7904"/>
                          <a:pt x="30216" y="7904"/>
                        </a:cubicBezTo>
                        <a:cubicBezTo>
                          <a:pt x="36704" y="7904"/>
                          <a:pt x="41567" y="11076"/>
                          <a:pt x="44805" y="17422"/>
                        </a:cubicBezTo>
                        <a:cubicBezTo>
                          <a:pt x="48056" y="23767"/>
                          <a:pt x="49681" y="33279"/>
                          <a:pt x="49681" y="45956"/>
                        </a:cubicBezTo>
                        <a:cubicBezTo>
                          <a:pt x="49681" y="58687"/>
                          <a:pt x="48056" y="68218"/>
                          <a:pt x="44805" y="74550"/>
                        </a:cubicBezTo>
                        <a:cubicBezTo>
                          <a:pt x="41567" y="80896"/>
                          <a:pt x="36704" y="84069"/>
                          <a:pt x="30216" y="84069"/>
                        </a:cubicBezTo>
                        <a:close/>
                        <a:moveTo>
                          <a:pt x="30216" y="93983"/>
                        </a:moveTo>
                        <a:cubicBezTo>
                          <a:pt x="40590" y="93983"/>
                          <a:pt x="48512" y="89879"/>
                          <a:pt x="53983" y="81669"/>
                        </a:cubicBezTo>
                        <a:cubicBezTo>
                          <a:pt x="59454" y="73473"/>
                          <a:pt x="62189" y="61569"/>
                          <a:pt x="62189" y="45956"/>
                        </a:cubicBezTo>
                        <a:cubicBezTo>
                          <a:pt x="62189" y="30384"/>
                          <a:pt x="59454" y="18493"/>
                          <a:pt x="53983" y="10283"/>
                        </a:cubicBezTo>
                        <a:cubicBezTo>
                          <a:pt x="48512" y="2087"/>
                          <a:pt x="40590" y="-2011"/>
                          <a:pt x="30216" y="-2011"/>
                        </a:cubicBezTo>
                        <a:cubicBezTo>
                          <a:pt x="19856" y="-2011"/>
                          <a:pt x="11940" y="2087"/>
                          <a:pt x="6469" y="10283"/>
                        </a:cubicBezTo>
                        <a:cubicBezTo>
                          <a:pt x="998" y="18493"/>
                          <a:pt x="-1738" y="30384"/>
                          <a:pt x="-1738" y="45956"/>
                        </a:cubicBezTo>
                        <a:cubicBezTo>
                          <a:pt x="-1738" y="61569"/>
                          <a:pt x="998" y="73473"/>
                          <a:pt x="6469" y="81669"/>
                        </a:cubicBezTo>
                        <a:cubicBezTo>
                          <a:pt x="11940" y="89879"/>
                          <a:pt x="19856" y="93983"/>
                          <a:pt x="30216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6" name="Graphic 2">
                <a:extLst>
                  <a:ext uri="{FF2B5EF4-FFF2-40B4-BE49-F238E27FC236}">
                    <a16:creationId xmlns:a16="http://schemas.microsoft.com/office/drawing/2014/main" id="{12494259-C08F-81D0-A734-8875F9C04775}"/>
                  </a:ext>
                </a:extLst>
              </p:cNvPr>
              <p:cNvGrpSpPr/>
              <p:nvPr/>
            </p:nvGrpSpPr>
            <p:grpSpPr>
              <a:xfrm>
                <a:off x="7435132" y="5136981"/>
                <a:ext cx="223926" cy="187070"/>
                <a:chOff x="7435132" y="5136981"/>
                <a:chExt cx="223926" cy="187070"/>
              </a:xfrm>
              <a:solidFill>
                <a:srgbClr val="000000"/>
              </a:solidFill>
            </p:grpSpPr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AB335F1A-580E-65AB-7147-D1B4091768A3}"/>
                    </a:ext>
                  </a:extLst>
                </p:cNvPr>
                <p:cNvSpPr/>
                <p:nvPr/>
              </p:nvSpPr>
              <p:spPr>
                <a:xfrm>
                  <a:off x="7546414" y="5136981"/>
                  <a:ext cx="12686" cy="44417"/>
                </a:xfrm>
                <a:custGeom>
                  <a:avLst/>
                  <a:gdLst>
                    <a:gd name="connsiteX0" fmla="*/ 345 w 12686"/>
                    <a:gd name="connsiteY0" fmla="*/ 308 h 44417"/>
                    <a:gd name="connsiteX1" fmla="*/ 345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45" y="308"/>
                      </a:moveTo>
                      <a:lnTo>
                        <a:pt x="345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8" name="Graphic 2">
                  <a:extLst>
                    <a:ext uri="{FF2B5EF4-FFF2-40B4-BE49-F238E27FC236}">
                      <a16:creationId xmlns:a16="http://schemas.microsoft.com/office/drawing/2014/main" id="{D80AFCFD-8808-C84B-EEA7-D38EC4862086}"/>
                    </a:ext>
                  </a:extLst>
                </p:cNvPr>
                <p:cNvGrpSpPr/>
                <p:nvPr/>
              </p:nvGrpSpPr>
              <p:grpSpPr>
                <a:xfrm>
                  <a:off x="7435132" y="5228057"/>
                  <a:ext cx="223926" cy="95994"/>
                  <a:chOff x="7435132" y="5228057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39" name="Freeform: Shape 38">
                    <a:extLst>
                      <a:ext uri="{FF2B5EF4-FFF2-40B4-BE49-F238E27FC236}">
                        <a16:creationId xmlns:a16="http://schemas.microsoft.com/office/drawing/2014/main" id="{C89AE7F4-A778-53EF-57D6-3ADAD77D9E27}"/>
                      </a:ext>
                    </a:extLst>
                  </p:cNvPr>
                  <p:cNvSpPr/>
                  <p:nvPr/>
                </p:nvSpPr>
                <p:spPr>
                  <a:xfrm flipV="1">
                    <a:off x="7435132" y="5229723"/>
                    <a:ext cx="59843" cy="94328"/>
                  </a:xfrm>
                  <a:custGeom>
                    <a:avLst/>
                    <a:gdLst>
                      <a:gd name="connsiteX0" fmla="*/ 2240 w 59843"/>
                      <a:gd name="connsiteY0" fmla="*/ 92360 h 94328"/>
                      <a:gd name="connsiteX1" fmla="*/ 51359 w 59843"/>
                      <a:gd name="connsiteY1" fmla="*/ 92360 h 94328"/>
                      <a:gd name="connsiteX2" fmla="*/ 51359 w 59843"/>
                      <a:gd name="connsiteY2" fmla="*/ 81810 h 94328"/>
                      <a:gd name="connsiteX3" fmla="*/ 13697 w 59843"/>
                      <a:gd name="connsiteY3" fmla="*/ 81810 h 94328"/>
                      <a:gd name="connsiteX4" fmla="*/ 13697 w 59843"/>
                      <a:gd name="connsiteY4" fmla="*/ 59145 h 94328"/>
                      <a:gd name="connsiteX5" fmla="*/ 19128 w 59843"/>
                      <a:gd name="connsiteY5" fmla="*/ 60533 h 94328"/>
                      <a:gd name="connsiteX6" fmla="*/ 24599 w 59843"/>
                      <a:gd name="connsiteY6" fmla="*/ 60989 h 94328"/>
                      <a:gd name="connsiteX7" fmla="*/ 49119 w 59843"/>
                      <a:gd name="connsiteY7" fmla="*/ 52503 h 94328"/>
                      <a:gd name="connsiteX8" fmla="*/ 58178 w 59843"/>
                      <a:gd name="connsiteY8" fmla="*/ 29520 h 94328"/>
                      <a:gd name="connsiteX9" fmla="*/ 48882 w 59843"/>
                      <a:gd name="connsiteY9" fmla="*/ 6300 h 94328"/>
                      <a:gd name="connsiteX10" fmla="*/ 22677 w 59843"/>
                      <a:gd name="connsiteY10" fmla="*/ -1969 h 94328"/>
                      <a:gd name="connsiteX11" fmla="*/ 10803 w 59843"/>
                      <a:gd name="connsiteY11" fmla="*/ -977 h 94328"/>
                      <a:gd name="connsiteX12" fmla="*/ -1665 w 59843"/>
                      <a:gd name="connsiteY12" fmla="*/ 1997 h 94328"/>
                      <a:gd name="connsiteX13" fmla="*/ -1665 w 59843"/>
                      <a:gd name="connsiteY13" fmla="*/ 14589 h 94328"/>
                      <a:gd name="connsiteX14" fmla="*/ 9852 w 59843"/>
                      <a:gd name="connsiteY14" fmla="*/ 10068 h 94328"/>
                      <a:gd name="connsiteX15" fmla="*/ 22419 w 59843"/>
                      <a:gd name="connsiteY15" fmla="*/ 8580 h 94328"/>
                      <a:gd name="connsiteX16" fmla="*/ 39387 w 59843"/>
                      <a:gd name="connsiteY16" fmla="*/ 14212 h 94328"/>
                      <a:gd name="connsiteX17" fmla="*/ 45651 w 59843"/>
                      <a:gd name="connsiteY17" fmla="*/ 29520 h 94328"/>
                      <a:gd name="connsiteX18" fmla="*/ 39387 w 59843"/>
                      <a:gd name="connsiteY18" fmla="*/ 44809 h 94328"/>
                      <a:gd name="connsiteX19" fmla="*/ 22419 w 59843"/>
                      <a:gd name="connsiteY19" fmla="*/ 50460 h 94328"/>
                      <a:gd name="connsiteX20" fmla="*/ 12409 w 59843"/>
                      <a:gd name="connsiteY20" fmla="*/ 49350 h 94328"/>
                      <a:gd name="connsiteX21" fmla="*/ 2240 w 59843"/>
                      <a:gd name="connsiteY21" fmla="*/ 45879 h 94328"/>
                      <a:gd name="connsiteX22" fmla="*/ 2240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40" y="92360"/>
                        </a:moveTo>
                        <a:lnTo>
                          <a:pt x="51359" y="92360"/>
                        </a:lnTo>
                        <a:lnTo>
                          <a:pt x="51359" y="81810"/>
                        </a:lnTo>
                        <a:lnTo>
                          <a:pt x="13697" y="81810"/>
                        </a:lnTo>
                        <a:lnTo>
                          <a:pt x="13697" y="59145"/>
                        </a:lnTo>
                        <a:cubicBezTo>
                          <a:pt x="15508" y="59767"/>
                          <a:pt x="17318" y="60229"/>
                          <a:pt x="19128" y="60533"/>
                        </a:cubicBezTo>
                        <a:cubicBezTo>
                          <a:pt x="20952" y="60837"/>
                          <a:pt x="22776" y="60989"/>
                          <a:pt x="24599" y="60989"/>
                        </a:cubicBezTo>
                        <a:cubicBezTo>
                          <a:pt x="34920" y="60989"/>
                          <a:pt x="43094" y="58160"/>
                          <a:pt x="49119" y="52503"/>
                        </a:cubicBezTo>
                        <a:cubicBezTo>
                          <a:pt x="55159" y="46845"/>
                          <a:pt x="58178" y="39184"/>
                          <a:pt x="58178" y="29520"/>
                        </a:cubicBezTo>
                        <a:cubicBezTo>
                          <a:pt x="58178" y="19566"/>
                          <a:pt x="55079" y="11826"/>
                          <a:pt x="48882" y="6300"/>
                        </a:cubicBezTo>
                        <a:cubicBezTo>
                          <a:pt x="42684" y="787"/>
                          <a:pt x="33949" y="-1969"/>
                          <a:pt x="22677" y="-1969"/>
                        </a:cubicBezTo>
                        <a:cubicBezTo>
                          <a:pt x="18791" y="-1969"/>
                          <a:pt x="14834" y="-1638"/>
                          <a:pt x="10803" y="-977"/>
                        </a:cubicBezTo>
                        <a:cubicBezTo>
                          <a:pt x="6786" y="-316"/>
                          <a:pt x="2630" y="675"/>
                          <a:pt x="-1665" y="1997"/>
                        </a:cubicBezTo>
                        <a:lnTo>
                          <a:pt x="-1665" y="14589"/>
                        </a:lnTo>
                        <a:cubicBezTo>
                          <a:pt x="2048" y="12566"/>
                          <a:pt x="5887" y="11059"/>
                          <a:pt x="9852" y="10068"/>
                        </a:cubicBezTo>
                        <a:cubicBezTo>
                          <a:pt x="13816" y="9076"/>
                          <a:pt x="18005" y="8580"/>
                          <a:pt x="22419" y="8580"/>
                        </a:cubicBezTo>
                        <a:cubicBezTo>
                          <a:pt x="29568" y="8580"/>
                          <a:pt x="35224" y="10458"/>
                          <a:pt x="39387" y="14212"/>
                        </a:cubicBezTo>
                        <a:cubicBezTo>
                          <a:pt x="43563" y="17966"/>
                          <a:pt x="45651" y="23069"/>
                          <a:pt x="45651" y="29520"/>
                        </a:cubicBezTo>
                        <a:cubicBezTo>
                          <a:pt x="45651" y="35958"/>
                          <a:pt x="43563" y="41054"/>
                          <a:pt x="39387" y="44809"/>
                        </a:cubicBezTo>
                        <a:cubicBezTo>
                          <a:pt x="35224" y="48576"/>
                          <a:pt x="29568" y="50460"/>
                          <a:pt x="22419" y="50460"/>
                        </a:cubicBezTo>
                        <a:cubicBezTo>
                          <a:pt x="19076" y="50460"/>
                          <a:pt x="15739" y="50090"/>
                          <a:pt x="12409" y="49350"/>
                        </a:cubicBezTo>
                        <a:cubicBezTo>
                          <a:pt x="9092" y="48609"/>
                          <a:pt x="5702" y="47453"/>
                          <a:pt x="2240" y="45879"/>
                        </a:cubicBezTo>
                        <a:lnTo>
                          <a:pt x="2240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0" name="Freeform: Shape 39">
                    <a:extLst>
                      <a:ext uri="{FF2B5EF4-FFF2-40B4-BE49-F238E27FC236}">
                        <a16:creationId xmlns:a16="http://schemas.microsoft.com/office/drawing/2014/main" id="{12B52528-2EA4-0945-CE8E-D7483B44583C}"/>
                      </a:ext>
                    </a:extLst>
                  </p:cNvPr>
                  <p:cNvSpPr/>
                  <p:nvPr/>
                </p:nvSpPr>
                <p:spPr>
                  <a:xfrm flipV="1">
                    <a:off x="7514418" y="5228057"/>
                    <a:ext cx="63926" cy="95994"/>
                  </a:xfrm>
                  <a:custGeom>
                    <a:avLst/>
                    <a:gdLst>
                      <a:gd name="connsiteX0" fmla="*/ 30264 w 63926"/>
                      <a:gd name="connsiteY0" fmla="*/ 84069 h 95994"/>
                      <a:gd name="connsiteX1" fmla="*/ 15734 w 63926"/>
                      <a:gd name="connsiteY1" fmla="*/ 74550 h 95994"/>
                      <a:gd name="connsiteX2" fmla="*/ 10878 w 63926"/>
                      <a:gd name="connsiteY2" fmla="*/ 45956 h 95994"/>
                      <a:gd name="connsiteX3" fmla="*/ 15734 w 63926"/>
                      <a:gd name="connsiteY3" fmla="*/ 17422 h 95994"/>
                      <a:gd name="connsiteX4" fmla="*/ 30264 w 63926"/>
                      <a:gd name="connsiteY4" fmla="*/ 7904 h 95994"/>
                      <a:gd name="connsiteX5" fmla="*/ 44853 w 63926"/>
                      <a:gd name="connsiteY5" fmla="*/ 17422 h 95994"/>
                      <a:gd name="connsiteX6" fmla="*/ 49729 w 63926"/>
                      <a:gd name="connsiteY6" fmla="*/ 45956 h 95994"/>
                      <a:gd name="connsiteX7" fmla="*/ 44853 w 63926"/>
                      <a:gd name="connsiteY7" fmla="*/ 74550 h 95994"/>
                      <a:gd name="connsiteX8" fmla="*/ 30264 w 63926"/>
                      <a:gd name="connsiteY8" fmla="*/ 84069 h 95994"/>
                      <a:gd name="connsiteX9" fmla="*/ 30264 w 63926"/>
                      <a:gd name="connsiteY9" fmla="*/ 93983 h 95994"/>
                      <a:gd name="connsiteX10" fmla="*/ 54031 w 63926"/>
                      <a:gd name="connsiteY10" fmla="*/ 81669 h 95994"/>
                      <a:gd name="connsiteX11" fmla="*/ 62237 w 63926"/>
                      <a:gd name="connsiteY11" fmla="*/ 45956 h 95994"/>
                      <a:gd name="connsiteX12" fmla="*/ 54031 w 63926"/>
                      <a:gd name="connsiteY12" fmla="*/ 10283 h 95994"/>
                      <a:gd name="connsiteX13" fmla="*/ 30264 w 63926"/>
                      <a:gd name="connsiteY13" fmla="*/ -2011 h 95994"/>
                      <a:gd name="connsiteX14" fmla="*/ 6517 w 63926"/>
                      <a:gd name="connsiteY14" fmla="*/ 10283 h 95994"/>
                      <a:gd name="connsiteX15" fmla="*/ -1690 w 63926"/>
                      <a:gd name="connsiteY15" fmla="*/ 45956 h 95994"/>
                      <a:gd name="connsiteX16" fmla="*/ 6517 w 63926"/>
                      <a:gd name="connsiteY16" fmla="*/ 81669 h 95994"/>
                      <a:gd name="connsiteX17" fmla="*/ 30264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64" y="84069"/>
                        </a:moveTo>
                        <a:cubicBezTo>
                          <a:pt x="23828" y="84069"/>
                          <a:pt x="18985" y="80896"/>
                          <a:pt x="15734" y="74550"/>
                        </a:cubicBezTo>
                        <a:cubicBezTo>
                          <a:pt x="12496" y="68218"/>
                          <a:pt x="10878" y="58687"/>
                          <a:pt x="10878" y="45956"/>
                        </a:cubicBezTo>
                        <a:cubicBezTo>
                          <a:pt x="10878" y="33279"/>
                          <a:pt x="12496" y="23767"/>
                          <a:pt x="15734" y="17422"/>
                        </a:cubicBezTo>
                        <a:cubicBezTo>
                          <a:pt x="18985" y="11076"/>
                          <a:pt x="23828" y="7904"/>
                          <a:pt x="30264" y="7904"/>
                        </a:cubicBezTo>
                        <a:cubicBezTo>
                          <a:pt x="36752" y="7904"/>
                          <a:pt x="41615" y="11076"/>
                          <a:pt x="44853" y="17422"/>
                        </a:cubicBezTo>
                        <a:cubicBezTo>
                          <a:pt x="48104" y="23767"/>
                          <a:pt x="49729" y="33279"/>
                          <a:pt x="49729" y="45956"/>
                        </a:cubicBezTo>
                        <a:cubicBezTo>
                          <a:pt x="49729" y="58687"/>
                          <a:pt x="48104" y="68218"/>
                          <a:pt x="44853" y="74550"/>
                        </a:cubicBezTo>
                        <a:cubicBezTo>
                          <a:pt x="41615" y="80896"/>
                          <a:pt x="36752" y="84069"/>
                          <a:pt x="30264" y="84069"/>
                        </a:cubicBezTo>
                        <a:close/>
                        <a:moveTo>
                          <a:pt x="30264" y="93983"/>
                        </a:moveTo>
                        <a:cubicBezTo>
                          <a:pt x="40637" y="93983"/>
                          <a:pt x="48560" y="89879"/>
                          <a:pt x="54031" y="81669"/>
                        </a:cubicBezTo>
                        <a:cubicBezTo>
                          <a:pt x="59502" y="73473"/>
                          <a:pt x="62237" y="61569"/>
                          <a:pt x="62237" y="45956"/>
                        </a:cubicBezTo>
                        <a:cubicBezTo>
                          <a:pt x="62237" y="30384"/>
                          <a:pt x="59502" y="18493"/>
                          <a:pt x="54031" y="10283"/>
                        </a:cubicBezTo>
                        <a:cubicBezTo>
                          <a:pt x="48560" y="2087"/>
                          <a:pt x="40637" y="-2011"/>
                          <a:pt x="30264" y="-2011"/>
                        </a:cubicBezTo>
                        <a:cubicBezTo>
                          <a:pt x="19903" y="-2011"/>
                          <a:pt x="11988" y="2087"/>
                          <a:pt x="6517" y="10283"/>
                        </a:cubicBezTo>
                        <a:cubicBezTo>
                          <a:pt x="1046" y="18493"/>
                          <a:pt x="-1690" y="30384"/>
                          <a:pt x="-1690" y="45956"/>
                        </a:cubicBezTo>
                        <a:cubicBezTo>
                          <a:pt x="-1690" y="61569"/>
                          <a:pt x="1046" y="73473"/>
                          <a:pt x="6517" y="81669"/>
                        </a:cubicBezTo>
                        <a:cubicBezTo>
                          <a:pt x="11988" y="89879"/>
                          <a:pt x="19903" y="93983"/>
                          <a:pt x="30264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" name="Freeform: Shape 40">
                    <a:extLst>
                      <a:ext uri="{FF2B5EF4-FFF2-40B4-BE49-F238E27FC236}">
                        <a16:creationId xmlns:a16="http://schemas.microsoft.com/office/drawing/2014/main" id="{C8CEE770-9F33-9889-D520-6D5684F339E7}"/>
                      </a:ext>
                    </a:extLst>
                  </p:cNvPr>
                  <p:cNvSpPr/>
                  <p:nvPr/>
                </p:nvSpPr>
                <p:spPr>
                  <a:xfrm flipV="1">
                    <a:off x="7595132" y="5228057"/>
                    <a:ext cx="63926" cy="95994"/>
                  </a:xfrm>
                  <a:custGeom>
                    <a:avLst/>
                    <a:gdLst>
                      <a:gd name="connsiteX0" fmla="*/ 30270 w 63926"/>
                      <a:gd name="connsiteY0" fmla="*/ 84069 h 95994"/>
                      <a:gd name="connsiteX1" fmla="*/ 15740 w 63926"/>
                      <a:gd name="connsiteY1" fmla="*/ 74550 h 95994"/>
                      <a:gd name="connsiteX2" fmla="*/ 10884 w 63926"/>
                      <a:gd name="connsiteY2" fmla="*/ 45956 h 95994"/>
                      <a:gd name="connsiteX3" fmla="*/ 15740 w 63926"/>
                      <a:gd name="connsiteY3" fmla="*/ 17422 h 95994"/>
                      <a:gd name="connsiteX4" fmla="*/ 30270 w 63926"/>
                      <a:gd name="connsiteY4" fmla="*/ 7904 h 95994"/>
                      <a:gd name="connsiteX5" fmla="*/ 44859 w 63926"/>
                      <a:gd name="connsiteY5" fmla="*/ 17422 h 95994"/>
                      <a:gd name="connsiteX6" fmla="*/ 49736 w 63926"/>
                      <a:gd name="connsiteY6" fmla="*/ 45956 h 95994"/>
                      <a:gd name="connsiteX7" fmla="*/ 44859 w 63926"/>
                      <a:gd name="connsiteY7" fmla="*/ 74550 h 95994"/>
                      <a:gd name="connsiteX8" fmla="*/ 30270 w 63926"/>
                      <a:gd name="connsiteY8" fmla="*/ 84069 h 95994"/>
                      <a:gd name="connsiteX9" fmla="*/ 30270 w 63926"/>
                      <a:gd name="connsiteY9" fmla="*/ 93983 h 95994"/>
                      <a:gd name="connsiteX10" fmla="*/ 54037 w 63926"/>
                      <a:gd name="connsiteY10" fmla="*/ 81669 h 95994"/>
                      <a:gd name="connsiteX11" fmla="*/ 62243 w 63926"/>
                      <a:gd name="connsiteY11" fmla="*/ 45956 h 95994"/>
                      <a:gd name="connsiteX12" fmla="*/ 54037 w 63926"/>
                      <a:gd name="connsiteY12" fmla="*/ 10283 h 95994"/>
                      <a:gd name="connsiteX13" fmla="*/ 30270 w 63926"/>
                      <a:gd name="connsiteY13" fmla="*/ -2011 h 95994"/>
                      <a:gd name="connsiteX14" fmla="*/ 6523 w 63926"/>
                      <a:gd name="connsiteY14" fmla="*/ 10283 h 95994"/>
                      <a:gd name="connsiteX15" fmla="*/ -1683 w 63926"/>
                      <a:gd name="connsiteY15" fmla="*/ 45956 h 95994"/>
                      <a:gd name="connsiteX16" fmla="*/ 6523 w 63926"/>
                      <a:gd name="connsiteY16" fmla="*/ 81669 h 95994"/>
                      <a:gd name="connsiteX17" fmla="*/ 30270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70" y="84069"/>
                        </a:moveTo>
                        <a:cubicBezTo>
                          <a:pt x="23835" y="84069"/>
                          <a:pt x="18991" y="80896"/>
                          <a:pt x="15740" y="74550"/>
                        </a:cubicBezTo>
                        <a:cubicBezTo>
                          <a:pt x="12503" y="68218"/>
                          <a:pt x="10884" y="58687"/>
                          <a:pt x="10884" y="45956"/>
                        </a:cubicBezTo>
                        <a:cubicBezTo>
                          <a:pt x="10884" y="33279"/>
                          <a:pt x="12503" y="23767"/>
                          <a:pt x="15740" y="17422"/>
                        </a:cubicBezTo>
                        <a:cubicBezTo>
                          <a:pt x="18991" y="11076"/>
                          <a:pt x="23835" y="7904"/>
                          <a:pt x="30270" y="7904"/>
                        </a:cubicBezTo>
                        <a:cubicBezTo>
                          <a:pt x="36759" y="7904"/>
                          <a:pt x="41622" y="11076"/>
                          <a:pt x="44859" y="17422"/>
                        </a:cubicBezTo>
                        <a:cubicBezTo>
                          <a:pt x="48110" y="23767"/>
                          <a:pt x="49736" y="33279"/>
                          <a:pt x="49736" y="45956"/>
                        </a:cubicBezTo>
                        <a:cubicBezTo>
                          <a:pt x="49736" y="58687"/>
                          <a:pt x="48110" y="68218"/>
                          <a:pt x="44859" y="74550"/>
                        </a:cubicBezTo>
                        <a:cubicBezTo>
                          <a:pt x="41622" y="80896"/>
                          <a:pt x="36759" y="84069"/>
                          <a:pt x="30270" y="84069"/>
                        </a:cubicBezTo>
                        <a:close/>
                        <a:moveTo>
                          <a:pt x="30270" y="93983"/>
                        </a:moveTo>
                        <a:cubicBezTo>
                          <a:pt x="40644" y="93983"/>
                          <a:pt x="48566" y="89879"/>
                          <a:pt x="54037" y="81669"/>
                        </a:cubicBezTo>
                        <a:cubicBezTo>
                          <a:pt x="59508" y="73473"/>
                          <a:pt x="62243" y="61569"/>
                          <a:pt x="62243" y="45956"/>
                        </a:cubicBezTo>
                        <a:cubicBezTo>
                          <a:pt x="62243" y="30384"/>
                          <a:pt x="59508" y="18493"/>
                          <a:pt x="54037" y="10283"/>
                        </a:cubicBezTo>
                        <a:cubicBezTo>
                          <a:pt x="48566" y="2087"/>
                          <a:pt x="40644" y="-2011"/>
                          <a:pt x="30270" y="-2011"/>
                        </a:cubicBezTo>
                        <a:cubicBezTo>
                          <a:pt x="19910" y="-2011"/>
                          <a:pt x="11994" y="2087"/>
                          <a:pt x="6523" y="10283"/>
                        </a:cubicBezTo>
                        <a:cubicBezTo>
                          <a:pt x="1052" y="18493"/>
                          <a:pt x="-1683" y="30384"/>
                          <a:pt x="-1683" y="45956"/>
                        </a:cubicBezTo>
                        <a:cubicBezTo>
                          <a:pt x="-1683" y="61569"/>
                          <a:pt x="1052" y="73473"/>
                          <a:pt x="6523" y="81669"/>
                        </a:cubicBezTo>
                        <a:cubicBezTo>
                          <a:pt x="11994" y="89879"/>
                          <a:pt x="19910" y="93983"/>
                          <a:pt x="30270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2" name="Graphic 2">
                <a:extLst>
                  <a:ext uri="{FF2B5EF4-FFF2-40B4-BE49-F238E27FC236}">
                    <a16:creationId xmlns:a16="http://schemas.microsoft.com/office/drawing/2014/main" id="{1F717735-D8FB-ABC8-4E66-0046422CD3C4}"/>
                  </a:ext>
                </a:extLst>
              </p:cNvPr>
              <p:cNvGrpSpPr/>
              <p:nvPr/>
            </p:nvGrpSpPr>
            <p:grpSpPr>
              <a:xfrm>
                <a:off x="8121786" y="5136981"/>
                <a:ext cx="224858" cy="187070"/>
                <a:chOff x="8121786" y="5136981"/>
                <a:chExt cx="224858" cy="187070"/>
              </a:xfrm>
              <a:solidFill>
                <a:srgbClr val="000000"/>
              </a:solidFill>
            </p:grpSpPr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DEA811B6-3196-D375-7CA9-0A87EC04B4F6}"/>
                    </a:ext>
                  </a:extLst>
                </p:cNvPr>
                <p:cNvSpPr/>
                <p:nvPr/>
              </p:nvSpPr>
              <p:spPr>
                <a:xfrm>
                  <a:off x="8234000" y="5136981"/>
                  <a:ext cx="12686" cy="44417"/>
                </a:xfrm>
                <a:custGeom>
                  <a:avLst/>
                  <a:gdLst>
                    <a:gd name="connsiteX0" fmla="*/ 399 w 12686"/>
                    <a:gd name="connsiteY0" fmla="*/ 308 h 44417"/>
                    <a:gd name="connsiteX1" fmla="*/ 399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99" y="308"/>
                      </a:moveTo>
                      <a:lnTo>
                        <a:pt x="399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4" name="Graphic 2">
                  <a:extLst>
                    <a:ext uri="{FF2B5EF4-FFF2-40B4-BE49-F238E27FC236}">
                      <a16:creationId xmlns:a16="http://schemas.microsoft.com/office/drawing/2014/main" id="{484AAD63-8A8A-CBBB-C374-213470EDD55F}"/>
                    </a:ext>
                  </a:extLst>
                </p:cNvPr>
                <p:cNvGrpSpPr/>
                <p:nvPr/>
              </p:nvGrpSpPr>
              <p:grpSpPr>
                <a:xfrm>
                  <a:off x="8121786" y="5228057"/>
                  <a:ext cx="224858" cy="95994"/>
                  <a:chOff x="8121786" y="5228057"/>
                  <a:chExt cx="224858" cy="95994"/>
                </a:xfrm>
                <a:solidFill>
                  <a:srgbClr val="000000"/>
                </a:solidFill>
              </p:grpSpPr>
              <p:sp>
                <p:nvSpPr>
                  <p:cNvPr id="45" name="Freeform: Shape 44">
                    <a:extLst>
                      <a:ext uri="{FF2B5EF4-FFF2-40B4-BE49-F238E27FC236}">
                        <a16:creationId xmlns:a16="http://schemas.microsoft.com/office/drawing/2014/main" id="{68A9F80C-C652-D5CC-C699-0B4F2B6AD219}"/>
                      </a:ext>
                    </a:extLst>
                  </p:cNvPr>
                  <p:cNvSpPr/>
                  <p:nvPr/>
                </p:nvSpPr>
                <p:spPr>
                  <a:xfrm flipV="1">
                    <a:off x="8121786" y="5228057"/>
                    <a:ext cx="63867" cy="95994"/>
                  </a:xfrm>
                  <a:custGeom>
                    <a:avLst/>
                    <a:gdLst>
                      <a:gd name="connsiteX0" fmla="*/ 31359 w 63867"/>
                      <a:gd name="connsiteY0" fmla="*/ 51033 h 95994"/>
                      <a:gd name="connsiteX1" fmla="*/ 17998 w 63867"/>
                      <a:gd name="connsiteY1" fmla="*/ 45262 h 95994"/>
                      <a:gd name="connsiteX2" fmla="*/ 13082 w 63867"/>
                      <a:gd name="connsiteY2" fmla="*/ 29478 h 95994"/>
                      <a:gd name="connsiteX3" fmla="*/ 17998 w 63867"/>
                      <a:gd name="connsiteY3" fmla="*/ 13694 h 95994"/>
                      <a:gd name="connsiteX4" fmla="*/ 31359 w 63867"/>
                      <a:gd name="connsiteY4" fmla="*/ 7904 h 95994"/>
                      <a:gd name="connsiteX5" fmla="*/ 44699 w 63867"/>
                      <a:gd name="connsiteY5" fmla="*/ 13694 h 95994"/>
                      <a:gd name="connsiteX6" fmla="*/ 49615 w 63867"/>
                      <a:gd name="connsiteY6" fmla="*/ 29478 h 95994"/>
                      <a:gd name="connsiteX7" fmla="*/ 44699 w 63867"/>
                      <a:gd name="connsiteY7" fmla="*/ 45262 h 95994"/>
                      <a:gd name="connsiteX8" fmla="*/ 31359 w 63867"/>
                      <a:gd name="connsiteY8" fmla="*/ 51033 h 95994"/>
                      <a:gd name="connsiteX9" fmla="*/ 56196 w 63867"/>
                      <a:gd name="connsiteY9" fmla="*/ 90275 h 95994"/>
                      <a:gd name="connsiteX10" fmla="*/ 56196 w 63867"/>
                      <a:gd name="connsiteY10" fmla="*/ 78873 h 95994"/>
                      <a:gd name="connsiteX11" fmla="*/ 46681 w 63867"/>
                      <a:gd name="connsiteY11" fmla="*/ 82264 h 95994"/>
                      <a:gd name="connsiteX12" fmla="*/ 37166 w 63867"/>
                      <a:gd name="connsiteY12" fmla="*/ 83454 h 95994"/>
                      <a:gd name="connsiteX13" fmla="*/ 18236 w 63867"/>
                      <a:gd name="connsiteY13" fmla="*/ 75086 h 95994"/>
                      <a:gd name="connsiteX14" fmla="*/ 10783 w 63867"/>
                      <a:gd name="connsiteY14" fmla="*/ 49803 h 95994"/>
                      <a:gd name="connsiteX15" fmla="*/ 19941 w 63867"/>
                      <a:gd name="connsiteY15" fmla="*/ 58072 h 95994"/>
                      <a:gd name="connsiteX16" fmla="*/ 32092 w 63867"/>
                      <a:gd name="connsiteY16" fmla="*/ 60947 h 95994"/>
                      <a:gd name="connsiteX17" fmla="*/ 54114 w 63867"/>
                      <a:gd name="connsiteY17" fmla="*/ 52480 h 95994"/>
                      <a:gd name="connsiteX18" fmla="*/ 62202 w 63867"/>
                      <a:gd name="connsiteY18" fmla="*/ 29478 h 95994"/>
                      <a:gd name="connsiteX19" fmla="*/ 53777 w 63867"/>
                      <a:gd name="connsiteY19" fmla="*/ 6595 h 95994"/>
                      <a:gd name="connsiteX20" fmla="*/ 31359 w 63867"/>
                      <a:gd name="connsiteY20" fmla="*/ -2011 h 95994"/>
                      <a:gd name="connsiteX21" fmla="*/ 6819 w 63867"/>
                      <a:gd name="connsiteY21" fmla="*/ 10283 h 95994"/>
                      <a:gd name="connsiteX22" fmla="*/ -1665 w 63867"/>
                      <a:gd name="connsiteY22" fmla="*/ 45956 h 95994"/>
                      <a:gd name="connsiteX23" fmla="*/ 8741 w 63867"/>
                      <a:gd name="connsiteY23" fmla="*/ 80935 h 95994"/>
                      <a:gd name="connsiteX24" fmla="*/ 36671 w 63867"/>
                      <a:gd name="connsiteY24" fmla="*/ 93983 h 95994"/>
                      <a:gd name="connsiteX25" fmla="*/ 46186 w 63867"/>
                      <a:gd name="connsiteY25" fmla="*/ 93051 h 95994"/>
                      <a:gd name="connsiteX26" fmla="*/ 56196 w 63867"/>
                      <a:gd name="connsiteY26" fmla="*/ 9027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359" y="51033"/>
                        </a:moveTo>
                        <a:cubicBezTo>
                          <a:pt x="25742" y="51033"/>
                          <a:pt x="21289" y="49109"/>
                          <a:pt x="17998" y="45262"/>
                        </a:cubicBezTo>
                        <a:cubicBezTo>
                          <a:pt x="14721" y="41429"/>
                          <a:pt x="13082" y="36167"/>
                          <a:pt x="13082" y="29478"/>
                        </a:cubicBezTo>
                        <a:cubicBezTo>
                          <a:pt x="13082" y="22829"/>
                          <a:pt x="14721" y="17567"/>
                          <a:pt x="17998" y="13694"/>
                        </a:cubicBezTo>
                        <a:cubicBezTo>
                          <a:pt x="21289" y="9834"/>
                          <a:pt x="25742" y="7904"/>
                          <a:pt x="31359" y="7904"/>
                        </a:cubicBezTo>
                        <a:cubicBezTo>
                          <a:pt x="36975" y="7904"/>
                          <a:pt x="41422" y="9834"/>
                          <a:pt x="44699" y="13694"/>
                        </a:cubicBezTo>
                        <a:cubicBezTo>
                          <a:pt x="47976" y="17567"/>
                          <a:pt x="49615" y="22829"/>
                          <a:pt x="49615" y="29478"/>
                        </a:cubicBezTo>
                        <a:cubicBezTo>
                          <a:pt x="49615" y="36167"/>
                          <a:pt x="47976" y="41429"/>
                          <a:pt x="44699" y="45262"/>
                        </a:cubicBezTo>
                        <a:cubicBezTo>
                          <a:pt x="41422" y="49109"/>
                          <a:pt x="36975" y="51033"/>
                          <a:pt x="31359" y="51033"/>
                        </a:cubicBezTo>
                        <a:close/>
                        <a:moveTo>
                          <a:pt x="56196" y="90275"/>
                        </a:moveTo>
                        <a:lnTo>
                          <a:pt x="56196" y="78873"/>
                        </a:lnTo>
                        <a:cubicBezTo>
                          <a:pt x="53051" y="80354"/>
                          <a:pt x="49879" y="81484"/>
                          <a:pt x="46681" y="82264"/>
                        </a:cubicBezTo>
                        <a:cubicBezTo>
                          <a:pt x="43483" y="83057"/>
                          <a:pt x="40312" y="83454"/>
                          <a:pt x="37166" y="83454"/>
                        </a:cubicBezTo>
                        <a:cubicBezTo>
                          <a:pt x="28907" y="83454"/>
                          <a:pt x="22597" y="80664"/>
                          <a:pt x="18236" y="75086"/>
                        </a:cubicBezTo>
                        <a:cubicBezTo>
                          <a:pt x="13889" y="69507"/>
                          <a:pt x="11404" y="61080"/>
                          <a:pt x="10783" y="49803"/>
                        </a:cubicBezTo>
                        <a:cubicBezTo>
                          <a:pt x="13215" y="53399"/>
                          <a:pt x="16267" y="56155"/>
                          <a:pt x="19941" y="58072"/>
                        </a:cubicBezTo>
                        <a:cubicBezTo>
                          <a:pt x="23628" y="59989"/>
                          <a:pt x="27678" y="60947"/>
                          <a:pt x="32092" y="60947"/>
                        </a:cubicBezTo>
                        <a:cubicBezTo>
                          <a:pt x="41382" y="60947"/>
                          <a:pt x="48723" y="58125"/>
                          <a:pt x="54114" y="52480"/>
                        </a:cubicBezTo>
                        <a:cubicBezTo>
                          <a:pt x="59506" y="46849"/>
                          <a:pt x="62202" y="39181"/>
                          <a:pt x="62202" y="29478"/>
                        </a:cubicBezTo>
                        <a:cubicBezTo>
                          <a:pt x="62202" y="19973"/>
                          <a:pt x="59394" y="12346"/>
                          <a:pt x="53777" y="6595"/>
                        </a:cubicBezTo>
                        <a:cubicBezTo>
                          <a:pt x="48161" y="858"/>
                          <a:pt x="40688" y="-2011"/>
                          <a:pt x="31359" y="-2011"/>
                        </a:cubicBezTo>
                        <a:cubicBezTo>
                          <a:pt x="20655" y="-2011"/>
                          <a:pt x="12475" y="2087"/>
                          <a:pt x="6819" y="10283"/>
                        </a:cubicBezTo>
                        <a:cubicBezTo>
                          <a:pt x="1163" y="18493"/>
                          <a:pt x="-1665" y="30384"/>
                          <a:pt x="-1665" y="45956"/>
                        </a:cubicBezTo>
                        <a:cubicBezTo>
                          <a:pt x="-1665" y="60577"/>
                          <a:pt x="1804" y="72237"/>
                          <a:pt x="8741" y="80935"/>
                        </a:cubicBezTo>
                        <a:cubicBezTo>
                          <a:pt x="15679" y="89634"/>
                          <a:pt x="24989" y="93983"/>
                          <a:pt x="36671" y="93983"/>
                        </a:cubicBezTo>
                        <a:cubicBezTo>
                          <a:pt x="39816" y="93983"/>
                          <a:pt x="42988" y="93673"/>
                          <a:pt x="46186" y="93051"/>
                        </a:cubicBezTo>
                        <a:cubicBezTo>
                          <a:pt x="49384" y="92430"/>
                          <a:pt x="52720" y="91505"/>
                          <a:pt x="56196" y="9027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6F40FAE4-572E-7175-E3E6-7E8401A8FD37}"/>
                      </a:ext>
                    </a:extLst>
                  </p:cNvPr>
                  <p:cNvSpPr/>
                  <p:nvPr/>
                </p:nvSpPr>
                <p:spPr>
                  <a:xfrm flipV="1">
                    <a:off x="8202004" y="5228057"/>
                    <a:ext cx="63926" cy="95994"/>
                  </a:xfrm>
                  <a:custGeom>
                    <a:avLst/>
                    <a:gdLst>
                      <a:gd name="connsiteX0" fmla="*/ 30318 w 63926"/>
                      <a:gd name="connsiteY0" fmla="*/ 84069 h 95994"/>
                      <a:gd name="connsiteX1" fmla="*/ 15788 w 63926"/>
                      <a:gd name="connsiteY1" fmla="*/ 74550 h 95994"/>
                      <a:gd name="connsiteX2" fmla="*/ 10932 w 63926"/>
                      <a:gd name="connsiteY2" fmla="*/ 45956 h 95994"/>
                      <a:gd name="connsiteX3" fmla="*/ 15788 w 63926"/>
                      <a:gd name="connsiteY3" fmla="*/ 17422 h 95994"/>
                      <a:gd name="connsiteX4" fmla="*/ 30318 w 63926"/>
                      <a:gd name="connsiteY4" fmla="*/ 7904 h 95994"/>
                      <a:gd name="connsiteX5" fmla="*/ 44907 w 63926"/>
                      <a:gd name="connsiteY5" fmla="*/ 17422 h 95994"/>
                      <a:gd name="connsiteX6" fmla="*/ 49783 w 63926"/>
                      <a:gd name="connsiteY6" fmla="*/ 45956 h 95994"/>
                      <a:gd name="connsiteX7" fmla="*/ 44907 w 63926"/>
                      <a:gd name="connsiteY7" fmla="*/ 74550 h 95994"/>
                      <a:gd name="connsiteX8" fmla="*/ 30318 w 63926"/>
                      <a:gd name="connsiteY8" fmla="*/ 84069 h 95994"/>
                      <a:gd name="connsiteX9" fmla="*/ 30318 w 63926"/>
                      <a:gd name="connsiteY9" fmla="*/ 93983 h 95994"/>
                      <a:gd name="connsiteX10" fmla="*/ 54085 w 63926"/>
                      <a:gd name="connsiteY10" fmla="*/ 81669 h 95994"/>
                      <a:gd name="connsiteX11" fmla="*/ 62291 w 63926"/>
                      <a:gd name="connsiteY11" fmla="*/ 45956 h 95994"/>
                      <a:gd name="connsiteX12" fmla="*/ 54085 w 63926"/>
                      <a:gd name="connsiteY12" fmla="*/ 10283 h 95994"/>
                      <a:gd name="connsiteX13" fmla="*/ 30318 w 63926"/>
                      <a:gd name="connsiteY13" fmla="*/ -2011 h 95994"/>
                      <a:gd name="connsiteX14" fmla="*/ 6571 w 63926"/>
                      <a:gd name="connsiteY14" fmla="*/ 10283 h 95994"/>
                      <a:gd name="connsiteX15" fmla="*/ -1635 w 63926"/>
                      <a:gd name="connsiteY15" fmla="*/ 45956 h 95994"/>
                      <a:gd name="connsiteX16" fmla="*/ 6571 w 63926"/>
                      <a:gd name="connsiteY16" fmla="*/ 81669 h 95994"/>
                      <a:gd name="connsiteX17" fmla="*/ 30318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18" y="84069"/>
                        </a:moveTo>
                        <a:cubicBezTo>
                          <a:pt x="23882" y="84069"/>
                          <a:pt x="19039" y="80896"/>
                          <a:pt x="15788" y="74550"/>
                        </a:cubicBezTo>
                        <a:cubicBezTo>
                          <a:pt x="12551" y="68218"/>
                          <a:pt x="10932" y="58687"/>
                          <a:pt x="10932" y="45956"/>
                        </a:cubicBezTo>
                        <a:cubicBezTo>
                          <a:pt x="10932" y="33279"/>
                          <a:pt x="12551" y="23767"/>
                          <a:pt x="15788" y="17422"/>
                        </a:cubicBezTo>
                        <a:cubicBezTo>
                          <a:pt x="19039" y="11076"/>
                          <a:pt x="23882" y="7904"/>
                          <a:pt x="30318" y="7904"/>
                        </a:cubicBezTo>
                        <a:cubicBezTo>
                          <a:pt x="36806" y="7904"/>
                          <a:pt x="41669" y="11076"/>
                          <a:pt x="44907" y="17422"/>
                        </a:cubicBezTo>
                        <a:cubicBezTo>
                          <a:pt x="48158" y="23767"/>
                          <a:pt x="49783" y="33279"/>
                          <a:pt x="49783" y="45956"/>
                        </a:cubicBezTo>
                        <a:cubicBezTo>
                          <a:pt x="49783" y="58687"/>
                          <a:pt x="48158" y="68218"/>
                          <a:pt x="44907" y="74550"/>
                        </a:cubicBezTo>
                        <a:cubicBezTo>
                          <a:pt x="41669" y="80896"/>
                          <a:pt x="36806" y="84069"/>
                          <a:pt x="30318" y="84069"/>
                        </a:cubicBezTo>
                        <a:close/>
                        <a:moveTo>
                          <a:pt x="30318" y="93983"/>
                        </a:moveTo>
                        <a:cubicBezTo>
                          <a:pt x="40692" y="93983"/>
                          <a:pt x="48614" y="89879"/>
                          <a:pt x="54085" y="81669"/>
                        </a:cubicBezTo>
                        <a:cubicBezTo>
                          <a:pt x="59556" y="73473"/>
                          <a:pt x="62291" y="61569"/>
                          <a:pt x="62291" y="45956"/>
                        </a:cubicBezTo>
                        <a:cubicBezTo>
                          <a:pt x="62291" y="30384"/>
                          <a:pt x="59556" y="18493"/>
                          <a:pt x="54085" y="10283"/>
                        </a:cubicBezTo>
                        <a:cubicBezTo>
                          <a:pt x="48614" y="2087"/>
                          <a:pt x="40692" y="-2011"/>
                          <a:pt x="30318" y="-2011"/>
                        </a:cubicBezTo>
                        <a:cubicBezTo>
                          <a:pt x="19958" y="-2011"/>
                          <a:pt x="12042" y="2087"/>
                          <a:pt x="6571" y="10283"/>
                        </a:cubicBezTo>
                        <a:cubicBezTo>
                          <a:pt x="1100" y="18493"/>
                          <a:pt x="-1635" y="30384"/>
                          <a:pt x="-1635" y="45956"/>
                        </a:cubicBezTo>
                        <a:cubicBezTo>
                          <a:pt x="-1635" y="61569"/>
                          <a:pt x="1100" y="73473"/>
                          <a:pt x="6571" y="81669"/>
                        </a:cubicBezTo>
                        <a:cubicBezTo>
                          <a:pt x="12042" y="89879"/>
                          <a:pt x="19958" y="93983"/>
                          <a:pt x="30318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8053FC4F-9BA1-9977-A7F1-3A9D2B6F7550}"/>
                      </a:ext>
                    </a:extLst>
                  </p:cNvPr>
                  <p:cNvSpPr/>
                  <p:nvPr/>
                </p:nvSpPr>
                <p:spPr>
                  <a:xfrm flipV="1">
                    <a:off x="8282718" y="5228057"/>
                    <a:ext cx="63926" cy="95994"/>
                  </a:xfrm>
                  <a:custGeom>
                    <a:avLst/>
                    <a:gdLst>
                      <a:gd name="connsiteX0" fmla="*/ 30324 w 63926"/>
                      <a:gd name="connsiteY0" fmla="*/ 84069 h 95994"/>
                      <a:gd name="connsiteX1" fmla="*/ 15795 w 63926"/>
                      <a:gd name="connsiteY1" fmla="*/ 74550 h 95994"/>
                      <a:gd name="connsiteX2" fmla="*/ 10938 w 63926"/>
                      <a:gd name="connsiteY2" fmla="*/ 45956 h 95994"/>
                      <a:gd name="connsiteX3" fmla="*/ 15795 w 63926"/>
                      <a:gd name="connsiteY3" fmla="*/ 17422 h 95994"/>
                      <a:gd name="connsiteX4" fmla="*/ 30324 w 63926"/>
                      <a:gd name="connsiteY4" fmla="*/ 7904 h 95994"/>
                      <a:gd name="connsiteX5" fmla="*/ 44913 w 63926"/>
                      <a:gd name="connsiteY5" fmla="*/ 17422 h 95994"/>
                      <a:gd name="connsiteX6" fmla="*/ 49790 w 63926"/>
                      <a:gd name="connsiteY6" fmla="*/ 45956 h 95994"/>
                      <a:gd name="connsiteX7" fmla="*/ 44913 w 63926"/>
                      <a:gd name="connsiteY7" fmla="*/ 74550 h 95994"/>
                      <a:gd name="connsiteX8" fmla="*/ 30324 w 63926"/>
                      <a:gd name="connsiteY8" fmla="*/ 84069 h 95994"/>
                      <a:gd name="connsiteX9" fmla="*/ 30324 w 63926"/>
                      <a:gd name="connsiteY9" fmla="*/ 93983 h 95994"/>
                      <a:gd name="connsiteX10" fmla="*/ 54091 w 63926"/>
                      <a:gd name="connsiteY10" fmla="*/ 81669 h 95994"/>
                      <a:gd name="connsiteX11" fmla="*/ 62298 w 63926"/>
                      <a:gd name="connsiteY11" fmla="*/ 45956 h 95994"/>
                      <a:gd name="connsiteX12" fmla="*/ 54091 w 63926"/>
                      <a:gd name="connsiteY12" fmla="*/ 10283 h 95994"/>
                      <a:gd name="connsiteX13" fmla="*/ 30324 w 63926"/>
                      <a:gd name="connsiteY13" fmla="*/ -2011 h 95994"/>
                      <a:gd name="connsiteX14" fmla="*/ 6577 w 63926"/>
                      <a:gd name="connsiteY14" fmla="*/ 10283 h 95994"/>
                      <a:gd name="connsiteX15" fmla="*/ -1629 w 63926"/>
                      <a:gd name="connsiteY15" fmla="*/ 45956 h 95994"/>
                      <a:gd name="connsiteX16" fmla="*/ 6577 w 63926"/>
                      <a:gd name="connsiteY16" fmla="*/ 81669 h 95994"/>
                      <a:gd name="connsiteX17" fmla="*/ 30324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324" y="84069"/>
                        </a:moveTo>
                        <a:cubicBezTo>
                          <a:pt x="23889" y="84069"/>
                          <a:pt x="19045" y="80896"/>
                          <a:pt x="15795" y="74550"/>
                        </a:cubicBezTo>
                        <a:cubicBezTo>
                          <a:pt x="12557" y="68218"/>
                          <a:pt x="10938" y="58687"/>
                          <a:pt x="10938" y="45956"/>
                        </a:cubicBezTo>
                        <a:cubicBezTo>
                          <a:pt x="10938" y="33279"/>
                          <a:pt x="12557" y="23767"/>
                          <a:pt x="15795" y="17422"/>
                        </a:cubicBezTo>
                        <a:cubicBezTo>
                          <a:pt x="19045" y="11076"/>
                          <a:pt x="23889" y="7904"/>
                          <a:pt x="30324" y="7904"/>
                        </a:cubicBezTo>
                        <a:cubicBezTo>
                          <a:pt x="36813" y="7904"/>
                          <a:pt x="41676" y="11076"/>
                          <a:pt x="44913" y="17422"/>
                        </a:cubicBezTo>
                        <a:cubicBezTo>
                          <a:pt x="48164" y="23767"/>
                          <a:pt x="49790" y="33279"/>
                          <a:pt x="49790" y="45956"/>
                        </a:cubicBezTo>
                        <a:cubicBezTo>
                          <a:pt x="49790" y="58687"/>
                          <a:pt x="48164" y="68218"/>
                          <a:pt x="44913" y="74550"/>
                        </a:cubicBezTo>
                        <a:cubicBezTo>
                          <a:pt x="41676" y="80896"/>
                          <a:pt x="36813" y="84069"/>
                          <a:pt x="30324" y="84069"/>
                        </a:cubicBezTo>
                        <a:close/>
                        <a:moveTo>
                          <a:pt x="30324" y="93983"/>
                        </a:moveTo>
                        <a:cubicBezTo>
                          <a:pt x="40698" y="93983"/>
                          <a:pt x="48620" y="89879"/>
                          <a:pt x="54091" y="81669"/>
                        </a:cubicBezTo>
                        <a:cubicBezTo>
                          <a:pt x="59562" y="73473"/>
                          <a:pt x="62298" y="61569"/>
                          <a:pt x="62298" y="45956"/>
                        </a:cubicBezTo>
                        <a:cubicBezTo>
                          <a:pt x="62298" y="30384"/>
                          <a:pt x="59562" y="18493"/>
                          <a:pt x="54091" y="10283"/>
                        </a:cubicBezTo>
                        <a:cubicBezTo>
                          <a:pt x="48620" y="2087"/>
                          <a:pt x="40698" y="-2011"/>
                          <a:pt x="30324" y="-2011"/>
                        </a:cubicBezTo>
                        <a:cubicBezTo>
                          <a:pt x="19964" y="-2011"/>
                          <a:pt x="12048" y="2087"/>
                          <a:pt x="6577" y="10283"/>
                        </a:cubicBezTo>
                        <a:cubicBezTo>
                          <a:pt x="1106" y="18493"/>
                          <a:pt x="-1629" y="30384"/>
                          <a:pt x="-1629" y="45956"/>
                        </a:cubicBezTo>
                        <a:cubicBezTo>
                          <a:pt x="-1629" y="61569"/>
                          <a:pt x="1106" y="73473"/>
                          <a:pt x="6577" y="81669"/>
                        </a:cubicBezTo>
                        <a:cubicBezTo>
                          <a:pt x="12048" y="89879"/>
                          <a:pt x="19964" y="93983"/>
                          <a:pt x="30324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8" name="Graphic 2">
                <a:extLst>
                  <a:ext uri="{FF2B5EF4-FFF2-40B4-BE49-F238E27FC236}">
                    <a16:creationId xmlns:a16="http://schemas.microsoft.com/office/drawing/2014/main" id="{025922A7-2030-BF1F-6C2F-074BF1CC7172}"/>
                  </a:ext>
                </a:extLst>
              </p:cNvPr>
              <p:cNvGrpSpPr/>
              <p:nvPr/>
            </p:nvGrpSpPr>
            <p:grpSpPr>
              <a:xfrm>
                <a:off x="5854860" y="5399403"/>
                <a:ext cx="618592" cy="122823"/>
                <a:chOff x="5854860" y="5399403"/>
                <a:chExt cx="618592" cy="122823"/>
              </a:xfrm>
              <a:solidFill>
                <a:srgbClr val="000000"/>
              </a:solidFill>
            </p:grpSpPr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3397C763-97D5-6F4B-5F1B-BA6CBC8680B1}"/>
                    </a:ext>
                  </a:extLst>
                </p:cNvPr>
                <p:cNvSpPr/>
                <p:nvPr/>
              </p:nvSpPr>
              <p:spPr>
                <a:xfrm flipV="1">
                  <a:off x="5854860" y="5403310"/>
                  <a:ext cx="78238" cy="92524"/>
                </a:xfrm>
                <a:custGeom>
                  <a:avLst/>
                  <a:gdLst>
                    <a:gd name="connsiteX0" fmla="*/ -1740 w 78238"/>
                    <a:gd name="connsiteY0" fmla="*/ 90523 h 92524"/>
                    <a:gd name="connsiteX1" fmla="*/ 76498 w 78238"/>
                    <a:gd name="connsiteY1" fmla="*/ 90523 h 92524"/>
                    <a:gd name="connsiteX2" fmla="*/ 76498 w 78238"/>
                    <a:gd name="connsiteY2" fmla="*/ 79974 h 92524"/>
                    <a:gd name="connsiteX3" fmla="*/ 43673 w 78238"/>
                    <a:gd name="connsiteY3" fmla="*/ 79974 h 92524"/>
                    <a:gd name="connsiteX4" fmla="*/ 43673 w 78238"/>
                    <a:gd name="connsiteY4" fmla="*/ -2001 h 92524"/>
                    <a:gd name="connsiteX5" fmla="*/ 31106 w 78238"/>
                    <a:gd name="connsiteY5" fmla="*/ -2001 h 92524"/>
                    <a:gd name="connsiteX6" fmla="*/ 31106 w 78238"/>
                    <a:gd name="connsiteY6" fmla="*/ 79974 h 92524"/>
                    <a:gd name="connsiteX7" fmla="*/ -1740 w 78238"/>
                    <a:gd name="connsiteY7" fmla="*/ 79974 h 92524"/>
                    <a:gd name="connsiteX8" fmla="*/ -1740 w 78238"/>
                    <a:gd name="connsiteY8" fmla="*/ 90523 h 92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238" h="92524">
                      <a:moveTo>
                        <a:pt x="-1740" y="90523"/>
                      </a:moveTo>
                      <a:lnTo>
                        <a:pt x="76498" y="90523"/>
                      </a:lnTo>
                      <a:lnTo>
                        <a:pt x="76498" y="79974"/>
                      </a:lnTo>
                      <a:lnTo>
                        <a:pt x="43673" y="79974"/>
                      </a:lnTo>
                      <a:lnTo>
                        <a:pt x="43673" y="-2001"/>
                      </a:lnTo>
                      <a:lnTo>
                        <a:pt x="31106" y="-2001"/>
                      </a:lnTo>
                      <a:lnTo>
                        <a:pt x="31106" y="79974"/>
                      </a:lnTo>
                      <a:lnTo>
                        <a:pt x="-1740" y="79974"/>
                      </a:lnTo>
                      <a:lnTo>
                        <a:pt x="-1740" y="905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5D35B40A-BA61-0E36-568A-0A9CF3E313A0}"/>
                    </a:ext>
                  </a:extLst>
                </p:cNvPr>
                <p:cNvSpPr/>
                <p:nvPr/>
              </p:nvSpPr>
              <p:spPr>
                <a:xfrm flipV="1">
                  <a:off x="5940718" y="5399403"/>
                  <a:ext cx="11397" cy="96430"/>
                </a:xfrm>
                <a:custGeom>
                  <a:avLst/>
                  <a:gdLst>
                    <a:gd name="connsiteX0" fmla="*/ -672 w 11397"/>
                    <a:gd name="connsiteY0" fmla="*/ 67304 h 96430"/>
                    <a:gd name="connsiteX1" fmla="*/ 10726 w 11397"/>
                    <a:gd name="connsiteY1" fmla="*/ 67304 h 96430"/>
                    <a:gd name="connsiteX2" fmla="*/ 10726 w 11397"/>
                    <a:gd name="connsiteY2" fmla="*/ -2099 h 96430"/>
                    <a:gd name="connsiteX3" fmla="*/ -672 w 11397"/>
                    <a:gd name="connsiteY3" fmla="*/ -2099 h 96430"/>
                    <a:gd name="connsiteX4" fmla="*/ -672 w 11397"/>
                    <a:gd name="connsiteY4" fmla="*/ 67304 h 96430"/>
                    <a:gd name="connsiteX5" fmla="*/ -672 w 11397"/>
                    <a:gd name="connsiteY5" fmla="*/ 94331 h 96430"/>
                    <a:gd name="connsiteX6" fmla="*/ 10726 w 11397"/>
                    <a:gd name="connsiteY6" fmla="*/ 94331 h 96430"/>
                    <a:gd name="connsiteX7" fmla="*/ 10726 w 11397"/>
                    <a:gd name="connsiteY7" fmla="*/ 79875 h 96430"/>
                    <a:gd name="connsiteX8" fmla="*/ -672 w 11397"/>
                    <a:gd name="connsiteY8" fmla="*/ 79875 h 96430"/>
                    <a:gd name="connsiteX9" fmla="*/ -672 w 11397"/>
                    <a:gd name="connsiteY9" fmla="*/ 94331 h 96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397" h="96430">
                      <a:moveTo>
                        <a:pt x="-672" y="67304"/>
                      </a:moveTo>
                      <a:lnTo>
                        <a:pt x="10726" y="67304"/>
                      </a:lnTo>
                      <a:lnTo>
                        <a:pt x="10726" y="-2099"/>
                      </a:lnTo>
                      <a:lnTo>
                        <a:pt x="-672" y="-2099"/>
                      </a:lnTo>
                      <a:lnTo>
                        <a:pt x="-672" y="67304"/>
                      </a:lnTo>
                      <a:close/>
                      <a:moveTo>
                        <a:pt x="-672" y="94331"/>
                      </a:moveTo>
                      <a:lnTo>
                        <a:pt x="10726" y="94331"/>
                      </a:lnTo>
                      <a:lnTo>
                        <a:pt x="10726" y="79875"/>
                      </a:lnTo>
                      <a:lnTo>
                        <a:pt x="-672" y="79875"/>
                      </a:lnTo>
                      <a:lnTo>
                        <a:pt x="-672" y="943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C30B781C-5094-9C89-4507-81AA8ED62257}"/>
                    </a:ext>
                  </a:extLst>
                </p:cNvPr>
                <p:cNvSpPr/>
                <p:nvPr/>
              </p:nvSpPr>
              <p:spPr>
                <a:xfrm flipV="1">
                  <a:off x="5975528" y="5424765"/>
                  <a:ext cx="101291" cy="71068"/>
                </a:xfrm>
                <a:custGeom>
                  <a:avLst/>
                  <a:gdLst>
                    <a:gd name="connsiteX0" fmla="*/ 51541 w 101291"/>
                    <a:gd name="connsiteY0" fmla="*/ 54619 h 71068"/>
                    <a:gd name="connsiteX1" fmla="*/ 61769 w 101291"/>
                    <a:gd name="connsiteY1" fmla="*/ 65961 h 71068"/>
                    <a:gd name="connsiteX2" fmla="*/ 75763 w 101291"/>
                    <a:gd name="connsiteY2" fmla="*/ 69610 h 71068"/>
                    <a:gd name="connsiteX3" fmla="*/ 92493 w 101291"/>
                    <a:gd name="connsiteY3" fmla="*/ 62015 h 71068"/>
                    <a:gd name="connsiteX4" fmla="*/ 98381 w 101291"/>
                    <a:gd name="connsiteY4" fmla="*/ 40441 h 71068"/>
                    <a:gd name="connsiteX5" fmla="*/ 98381 w 101291"/>
                    <a:gd name="connsiteY5" fmla="*/ -1459 h 71068"/>
                    <a:gd name="connsiteX6" fmla="*/ 86923 w 101291"/>
                    <a:gd name="connsiteY6" fmla="*/ -1459 h 71068"/>
                    <a:gd name="connsiteX7" fmla="*/ 86923 w 101291"/>
                    <a:gd name="connsiteY7" fmla="*/ 40064 h 71068"/>
                    <a:gd name="connsiteX8" fmla="*/ 83375 w 101291"/>
                    <a:gd name="connsiteY8" fmla="*/ 54857 h 71068"/>
                    <a:gd name="connsiteX9" fmla="*/ 72612 w 101291"/>
                    <a:gd name="connsiteY9" fmla="*/ 59695 h 71068"/>
                    <a:gd name="connsiteX10" fmla="*/ 58597 w 101291"/>
                    <a:gd name="connsiteY10" fmla="*/ 53806 h 71068"/>
                    <a:gd name="connsiteX11" fmla="*/ 53463 w 101291"/>
                    <a:gd name="connsiteY11" fmla="*/ 37764 h 71068"/>
                    <a:gd name="connsiteX12" fmla="*/ 53463 w 101291"/>
                    <a:gd name="connsiteY12" fmla="*/ -1459 h 71068"/>
                    <a:gd name="connsiteX13" fmla="*/ 42006 w 101291"/>
                    <a:gd name="connsiteY13" fmla="*/ -1459 h 71068"/>
                    <a:gd name="connsiteX14" fmla="*/ 42006 w 101291"/>
                    <a:gd name="connsiteY14" fmla="*/ 40064 h 71068"/>
                    <a:gd name="connsiteX15" fmla="*/ 38478 w 101291"/>
                    <a:gd name="connsiteY15" fmla="*/ 54896 h 71068"/>
                    <a:gd name="connsiteX16" fmla="*/ 27576 w 101291"/>
                    <a:gd name="connsiteY16" fmla="*/ 59695 h 71068"/>
                    <a:gd name="connsiteX17" fmla="*/ 13680 w 101291"/>
                    <a:gd name="connsiteY17" fmla="*/ 53786 h 71068"/>
                    <a:gd name="connsiteX18" fmla="*/ 8546 w 101291"/>
                    <a:gd name="connsiteY18" fmla="*/ 37764 h 71068"/>
                    <a:gd name="connsiteX19" fmla="*/ 8546 w 101291"/>
                    <a:gd name="connsiteY19" fmla="*/ -1459 h 71068"/>
                    <a:gd name="connsiteX20" fmla="*/ -2911 w 101291"/>
                    <a:gd name="connsiteY20" fmla="*/ -1459 h 71068"/>
                    <a:gd name="connsiteX21" fmla="*/ -2911 w 101291"/>
                    <a:gd name="connsiteY21" fmla="*/ 67944 h 71068"/>
                    <a:gd name="connsiteX22" fmla="*/ 8546 w 101291"/>
                    <a:gd name="connsiteY22" fmla="*/ 67944 h 71068"/>
                    <a:gd name="connsiteX23" fmla="*/ 8546 w 101291"/>
                    <a:gd name="connsiteY23" fmla="*/ 57157 h 71068"/>
                    <a:gd name="connsiteX24" fmla="*/ 17902 w 101291"/>
                    <a:gd name="connsiteY24" fmla="*/ 66576 h 71068"/>
                    <a:gd name="connsiteX25" fmla="*/ 30846 w 101291"/>
                    <a:gd name="connsiteY25" fmla="*/ 69610 h 71068"/>
                    <a:gd name="connsiteX26" fmla="*/ 43711 w 101291"/>
                    <a:gd name="connsiteY26" fmla="*/ 65763 h 71068"/>
                    <a:gd name="connsiteX27" fmla="*/ 51541 w 101291"/>
                    <a:gd name="connsiteY27" fmla="*/ 54619 h 71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01291" h="71068">
                      <a:moveTo>
                        <a:pt x="51541" y="54619"/>
                      </a:moveTo>
                      <a:cubicBezTo>
                        <a:pt x="54395" y="59748"/>
                        <a:pt x="57804" y="63529"/>
                        <a:pt x="61769" y="65961"/>
                      </a:cubicBezTo>
                      <a:cubicBezTo>
                        <a:pt x="65733" y="68393"/>
                        <a:pt x="70398" y="69610"/>
                        <a:pt x="75763" y="69610"/>
                      </a:cubicBezTo>
                      <a:cubicBezTo>
                        <a:pt x="82992" y="69610"/>
                        <a:pt x="88569" y="67078"/>
                        <a:pt x="92493" y="62015"/>
                      </a:cubicBezTo>
                      <a:cubicBezTo>
                        <a:pt x="96418" y="56965"/>
                        <a:pt x="98381" y="49774"/>
                        <a:pt x="98381" y="40441"/>
                      </a:cubicBezTo>
                      <a:lnTo>
                        <a:pt x="98381" y="-1459"/>
                      </a:lnTo>
                      <a:lnTo>
                        <a:pt x="86923" y="-1459"/>
                      </a:lnTo>
                      <a:lnTo>
                        <a:pt x="86923" y="40064"/>
                      </a:lnTo>
                      <a:cubicBezTo>
                        <a:pt x="86923" y="46713"/>
                        <a:pt x="85741" y="51644"/>
                        <a:pt x="83375" y="54857"/>
                      </a:cubicBezTo>
                      <a:cubicBezTo>
                        <a:pt x="81023" y="58082"/>
                        <a:pt x="77435" y="59695"/>
                        <a:pt x="72612" y="59695"/>
                      </a:cubicBezTo>
                      <a:cubicBezTo>
                        <a:pt x="66705" y="59695"/>
                        <a:pt x="62033" y="57732"/>
                        <a:pt x="58597" y="53806"/>
                      </a:cubicBezTo>
                      <a:cubicBezTo>
                        <a:pt x="55175" y="49893"/>
                        <a:pt x="53463" y="44545"/>
                        <a:pt x="53463" y="37764"/>
                      </a:cubicBezTo>
                      <a:lnTo>
                        <a:pt x="53463" y="-1459"/>
                      </a:lnTo>
                      <a:lnTo>
                        <a:pt x="42006" y="-1459"/>
                      </a:lnTo>
                      <a:lnTo>
                        <a:pt x="42006" y="40064"/>
                      </a:lnTo>
                      <a:cubicBezTo>
                        <a:pt x="42006" y="46753"/>
                        <a:pt x="40830" y="51697"/>
                        <a:pt x="38478" y="54896"/>
                      </a:cubicBezTo>
                      <a:cubicBezTo>
                        <a:pt x="36126" y="58095"/>
                        <a:pt x="32491" y="59695"/>
                        <a:pt x="27576" y="59695"/>
                      </a:cubicBezTo>
                      <a:cubicBezTo>
                        <a:pt x="21748" y="59695"/>
                        <a:pt x="17116" y="57725"/>
                        <a:pt x="13680" y="53786"/>
                      </a:cubicBezTo>
                      <a:cubicBezTo>
                        <a:pt x="10258" y="49846"/>
                        <a:pt x="8546" y="44506"/>
                        <a:pt x="8546" y="37764"/>
                      </a:cubicBezTo>
                      <a:lnTo>
                        <a:pt x="8546" y="-1459"/>
                      </a:lnTo>
                      <a:lnTo>
                        <a:pt x="-2911" y="-1459"/>
                      </a:lnTo>
                      <a:lnTo>
                        <a:pt x="-2911" y="67944"/>
                      </a:lnTo>
                      <a:lnTo>
                        <a:pt x="8546" y="67944"/>
                      </a:lnTo>
                      <a:lnTo>
                        <a:pt x="8546" y="57157"/>
                      </a:lnTo>
                      <a:cubicBezTo>
                        <a:pt x="11150" y="61414"/>
                        <a:pt x="14268" y="64553"/>
                        <a:pt x="17902" y="66576"/>
                      </a:cubicBezTo>
                      <a:cubicBezTo>
                        <a:pt x="21536" y="68598"/>
                        <a:pt x="25851" y="69610"/>
                        <a:pt x="30846" y="69610"/>
                      </a:cubicBezTo>
                      <a:cubicBezTo>
                        <a:pt x="35894" y="69610"/>
                        <a:pt x="40183" y="68327"/>
                        <a:pt x="43711" y="65763"/>
                      </a:cubicBezTo>
                      <a:cubicBezTo>
                        <a:pt x="47239" y="63211"/>
                        <a:pt x="49849" y="59497"/>
                        <a:pt x="51541" y="5461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60389796-1FCD-D099-CA1A-24799F0FDF7E}"/>
                    </a:ext>
                  </a:extLst>
                </p:cNvPr>
                <p:cNvSpPr/>
                <p:nvPr/>
              </p:nvSpPr>
              <p:spPr>
                <a:xfrm flipV="1">
                  <a:off x="6094588" y="5424765"/>
                  <a:ext cx="64303" cy="72873"/>
                </a:xfrm>
                <a:custGeom>
                  <a:avLst/>
                  <a:gdLst>
                    <a:gd name="connsiteX0" fmla="*/ 62561 w 64303"/>
                    <a:gd name="connsiteY0" fmla="*/ 37948 h 72873"/>
                    <a:gd name="connsiteX1" fmla="*/ 62561 w 64303"/>
                    <a:gd name="connsiteY1" fmla="*/ 32376 h 72873"/>
                    <a:gd name="connsiteX2" fmla="*/ 10151 w 64303"/>
                    <a:gd name="connsiteY2" fmla="*/ 32376 h 72873"/>
                    <a:gd name="connsiteX3" fmla="*/ 17248 w 64303"/>
                    <a:gd name="connsiteY3" fmla="*/ 14430 h 72873"/>
                    <a:gd name="connsiteX4" fmla="*/ 34929 w 64303"/>
                    <a:gd name="connsiteY4" fmla="*/ 8263 h 72873"/>
                    <a:gd name="connsiteX5" fmla="*/ 47655 w 64303"/>
                    <a:gd name="connsiteY5" fmla="*/ 9870 h 72873"/>
                    <a:gd name="connsiteX6" fmla="*/ 59905 w 64303"/>
                    <a:gd name="connsiteY6" fmla="*/ 14708 h 72873"/>
                    <a:gd name="connsiteX7" fmla="*/ 59905 w 64303"/>
                    <a:gd name="connsiteY7" fmla="*/ 3921 h 72873"/>
                    <a:gd name="connsiteX8" fmla="*/ 47318 w 64303"/>
                    <a:gd name="connsiteY8" fmla="*/ -45 h 72873"/>
                    <a:gd name="connsiteX9" fmla="*/ 34255 w 64303"/>
                    <a:gd name="connsiteY9" fmla="*/ -1413 h 72873"/>
                    <a:gd name="connsiteX10" fmla="*/ 7951 w 64303"/>
                    <a:gd name="connsiteY10" fmla="*/ 8244 h 72873"/>
                    <a:gd name="connsiteX11" fmla="*/ -1742 w 64303"/>
                    <a:gd name="connsiteY11" fmla="*/ 34418 h 72873"/>
                    <a:gd name="connsiteX12" fmla="*/ 7455 w 64303"/>
                    <a:gd name="connsiteY12" fmla="*/ 61446 h 72873"/>
                    <a:gd name="connsiteX13" fmla="*/ 32273 w 64303"/>
                    <a:gd name="connsiteY13" fmla="*/ 71460 h 72873"/>
                    <a:gd name="connsiteX14" fmla="*/ 54414 w 64303"/>
                    <a:gd name="connsiteY14" fmla="*/ 62437 h 72873"/>
                    <a:gd name="connsiteX15" fmla="*/ 62561 w 64303"/>
                    <a:gd name="connsiteY15" fmla="*/ 37948 h 72873"/>
                    <a:gd name="connsiteX16" fmla="*/ 51163 w 64303"/>
                    <a:gd name="connsiteY16" fmla="*/ 41299 h 72873"/>
                    <a:gd name="connsiteX17" fmla="*/ 45930 w 64303"/>
                    <a:gd name="connsiteY17" fmla="*/ 56211 h 72873"/>
                    <a:gd name="connsiteX18" fmla="*/ 32392 w 64303"/>
                    <a:gd name="connsiteY18" fmla="*/ 61803 h 72873"/>
                    <a:gd name="connsiteX19" fmla="*/ 17129 w 64303"/>
                    <a:gd name="connsiteY19" fmla="*/ 56409 h 72873"/>
                    <a:gd name="connsiteX20" fmla="*/ 10528 w 64303"/>
                    <a:gd name="connsiteY20" fmla="*/ 41220 h 72873"/>
                    <a:gd name="connsiteX21" fmla="*/ 51163 w 64303"/>
                    <a:gd name="connsiteY21" fmla="*/ 41299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303" h="72873">
                      <a:moveTo>
                        <a:pt x="62561" y="37948"/>
                      </a:moveTo>
                      <a:lnTo>
                        <a:pt x="62561" y="32376"/>
                      </a:lnTo>
                      <a:lnTo>
                        <a:pt x="10151" y="32376"/>
                      </a:lnTo>
                      <a:cubicBezTo>
                        <a:pt x="10653" y="24524"/>
                        <a:pt x="13019" y="18542"/>
                        <a:pt x="17248" y="14430"/>
                      </a:cubicBezTo>
                      <a:cubicBezTo>
                        <a:pt x="21476" y="10319"/>
                        <a:pt x="27370" y="8263"/>
                        <a:pt x="34929" y="8263"/>
                      </a:cubicBezTo>
                      <a:cubicBezTo>
                        <a:pt x="39303" y="8263"/>
                        <a:pt x="43545" y="8799"/>
                        <a:pt x="47655" y="9870"/>
                      </a:cubicBezTo>
                      <a:cubicBezTo>
                        <a:pt x="51765" y="10940"/>
                        <a:pt x="55848" y="12553"/>
                        <a:pt x="59905" y="14708"/>
                      </a:cubicBezTo>
                      <a:lnTo>
                        <a:pt x="59905" y="3921"/>
                      </a:lnTo>
                      <a:cubicBezTo>
                        <a:pt x="55808" y="2189"/>
                        <a:pt x="51613" y="867"/>
                        <a:pt x="47318" y="-45"/>
                      </a:cubicBezTo>
                      <a:cubicBezTo>
                        <a:pt x="43023" y="-957"/>
                        <a:pt x="38669" y="-1413"/>
                        <a:pt x="34255" y="-1413"/>
                      </a:cubicBezTo>
                      <a:cubicBezTo>
                        <a:pt x="23181" y="-1413"/>
                        <a:pt x="14413" y="1806"/>
                        <a:pt x="7951" y="8244"/>
                      </a:cubicBezTo>
                      <a:cubicBezTo>
                        <a:pt x="1489" y="14695"/>
                        <a:pt x="-1742" y="23420"/>
                        <a:pt x="-1742" y="34418"/>
                      </a:cubicBezTo>
                      <a:cubicBezTo>
                        <a:pt x="-1742" y="45774"/>
                        <a:pt x="1324" y="54783"/>
                        <a:pt x="7455" y="61446"/>
                      </a:cubicBezTo>
                      <a:cubicBezTo>
                        <a:pt x="13587" y="68122"/>
                        <a:pt x="21860" y="71460"/>
                        <a:pt x="32273" y="71460"/>
                      </a:cubicBezTo>
                      <a:cubicBezTo>
                        <a:pt x="41603" y="71460"/>
                        <a:pt x="48983" y="68452"/>
                        <a:pt x="54414" y="62437"/>
                      </a:cubicBezTo>
                      <a:cubicBezTo>
                        <a:pt x="59846" y="56436"/>
                        <a:pt x="62561" y="48273"/>
                        <a:pt x="62561" y="37948"/>
                      </a:cubicBezTo>
                      <a:close/>
                      <a:moveTo>
                        <a:pt x="51163" y="41299"/>
                      </a:moveTo>
                      <a:cubicBezTo>
                        <a:pt x="51084" y="47526"/>
                        <a:pt x="49340" y="52496"/>
                        <a:pt x="45930" y="56211"/>
                      </a:cubicBezTo>
                      <a:cubicBezTo>
                        <a:pt x="42521" y="59939"/>
                        <a:pt x="38008" y="61803"/>
                        <a:pt x="32392" y="61803"/>
                      </a:cubicBezTo>
                      <a:cubicBezTo>
                        <a:pt x="26035" y="61803"/>
                        <a:pt x="20948" y="60005"/>
                        <a:pt x="17129" y="56409"/>
                      </a:cubicBezTo>
                      <a:cubicBezTo>
                        <a:pt x="13310" y="52813"/>
                        <a:pt x="11109" y="47750"/>
                        <a:pt x="10528" y="41220"/>
                      </a:cubicBezTo>
                      <a:lnTo>
                        <a:pt x="51163" y="4129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53" name="Freeform: Shape 52">
                  <a:extLst>
                    <a:ext uri="{FF2B5EF4-FFF2-40B4-BE49-F238E27FC236}">
                      <a16:creationId xmlns:a16="http://schemas.microsoft.com/office/drawing/2014/main" id="{3449EA11-BAE9-0415-6CD0-69D472274920}"/>
                    </a:ext>
                  </a:extLst>
                </p:cNvPr>
                <p:cNvSpPr/>
                <p:nvPr/>
              </p:nvSpPr>
              <p:spPr>
                <a:xfrm flipV="1">
                  <a:off x="6165640" y="5495834"/>
                  <a:ext cx="12686" cy="126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6" h="12690"/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62C5C417-F351-6466-4C0D-409B9D817EC3}"/>
                    </a:ext>
                  </a:extLst>
                </p:cNvPr>
                <p:cNvSpPr/>
                <p:nvPr/>
              </p:nvSpPr>
              <p:spPr>
                <a:xfrm flipV="1">
                  <a:off x="6212845" y="5424765"/>
                  <a:ext cx="53024" cy="72873"/>
                </a:xfrm>
                <a:custGeom>
                  <a:avLst/>
                  <a:gdLst>
                    <a:gd name="connsiteX0" fmla="*/ 47855 w 53024"/>
                    <a:gd name="connsiteY0" fmla="*/ 67752 h 72873"/>
                    <a:gd name="connsiteX1" fmla="*/ 47855 w 53024"/>
                    <a:gd name="connsiteY1" fmla="*/ 56964 h 72873"/>
                    <a:gd name="connsiteX2" fmla="*/ 37825 w 53024"/>
                    <a:gd name="connsiteY2" fmla="*/ 60673 h 72873"/>
                    <a:gd name="connsiteX3" fmla="*/ 27042 w 53024"/>
                    <a:gd name="connsiteY3" fmla="*/ 61922 h 72873"/>
                    <a:gd name="connsiteX4" fmla="*/ 14316 w 53024"/>
                    <a:gd name="connsiteY4" fmla="*/ 59324 h 72873"/>
                    <a:gd name="connsiteX5" fmla="*/ 10074 w 53024"/>
                    <a:gd name="connsiteY5" fmla="*/ 51511 h 72873"/>
                    <a:gd name="connsiteX6" fmla="*/ 13107 w 53024"/>
                    <a:gd name="connsiteY6" fmla="*/ 45285 h 72873"/>
                    <a:gd name="connsiteX7" fmla="*/ 25317 w 53024"/>
                    <a:gd name="connsiteY7" fmla="*/ 40982 h 72873"/>
                    <a:gd name="connsiteX8" fmla="*/ 29222 w 53024"/>
                    <a:gd name="connsiteY8" fmla="*/ 40109 h 72873"/>
                    <a:gd name="connsiteX9" fmla="*/ 46468 w 53024"/>
                    <a:gd name="connsiteY9" fmla="*/ 32773 h 72873"/>
                    <a:gd name="connsiteX10" fmla="*/ 51582 w 53024"/>
                    <a:gd name="connsiteY10" fmla="*/ 19546 h 72873"/>
                    <a:gd name="connsiteX11" fmla="*/ 43930 w 53024"/>
                    <a:gd name="connsiteY11" fmla="*/ 4218 h 72873"/>
                    <a:gd name="connsiteX12" fmla="*/ 22899 w 53024"/>
                    <a:gd name="connsiteY12" fmla="*/ -1413 h 72873"/>
                    <a:gd name="connsiteX13" fmla="*/ 11283 w 53024"/>
                    <a:gd name="connsiteY13" fmla="*/ -323 h 72873"/>
                    <a:gd name="connsiteX14" fmla="*/ -1443 w 53024"/>
                    <a:gd name="connsiteY14" fmla="*/ 2929 h 72873"/>
                    <a:gd name="connsiteX15" fmla="*/ -1443 w 53024"/>
                    <a:gd name="connsiteY15" fmla="*/ 14708 h 72873"/>
                    <a:gd name="connsiteX16" fmla="*/ 11006 w 53024"/>
                    <a:gd name="connsiteY16" fmla="*/ 9770 h 72873"/>
                    <a:gd name="connsiteX17" fmla="*/ 23157 w 53024"/>
                    <a:gd name="connsiteY17" fmla="*/ 8144 h 72873"/>
                    <a:gd name="connsiteX18" fmla="*/ 35526 w 53024"/>
                    <a:gd name="connsiteY18" fmla="*/ 10901 h 72873"/>
                    <a:gd name="connsiteX19" fmla="*/ 39867 w 53024"/>
                    <a:gd name="connsiteY19" fmla="*/ 18674 h 72873"/>
                    <a:gd name="connsiteX20" fmla="*/ 36735 w 53024"/>
                    <a:gd name="connsiteY20" fmla="*/ 25793 h 72873"/>
                    <a:gd name="connsiteX21" fmla="*/ 23018 w 53024"/>
                    <a:gd name="connsiteY21" fmla="*/ 30571 h 72873"/>
                    <a:gd name="connsiteX22" fmla="*/ 19053 w 53024"/>
                    <a:gd name="connsiteY22" fmla="*/ 31503 h 72873"/>
                    <a:gd name="connsiteX23" fmla="*/ 3751 w 53024"/>
                    <a:gd name="connsiteY23" fmla="*/ 38345 h 72873"/>
                    <a:gd name="connsiteX24" fmla="*/ -947 w 53024"/>
                    <a:gd name="connsiteY24" fmla="*/ 51016 h 72873"/>
                    <a:gd name="connsiteX25" fmla="*/ 5991 w 53024"/>
                    <a:gd name="connsiteY25" fmla="*/ 66126 h 72873"/>
                    <a:gd name="connsiteX26" fmla="*/ 25694 w 53024"/>
                    <a:gd name="connsiteY26" fmla="*/ 71460 h 72873"/>
                    <a:gd name="connsiteX27" fmla="*/ 37567 w 53024"/>
                    <a:gd name="connsiteY27" fmla="*/ 70528 h 72873"/>
                    <a:gd name="connsiteX28" fmla="*/ 47855 w 53024"/>
                    <a:gd name="connsiteY28" fmla="*/ 67752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3024" h="72873">
                      <a:moveTo>
                        <a:pt x="47855" y="67752"/>
                      </a:moveTo>
                      <a:lnTo>
                        <a:pt x="47855" y="56964"/>
                      </a:lnTo>
                      <a:cubicBezTo>
                        <a:pt x="44644" y="58617"/>
                        <a:pt x="41301" y="59853"/>
                        <a:pt x="37825" y="60673"/>
                      </a:cubicBezTo>
                      <a:cubicBezTo>
                        <a:pt x="34363" y="61505"/>
                        <a:pt x="30768" y="61922"/>
                        <a:pt x="27042" y="61922"/>
                      </a:cubicBezTo>
                      <a:cubicBezTo>
                        <a:pt x="21386" y="61922"/>
                        <a:pt x="17144" y="61056"/>
                        <a:pt x="14316" y="59324"/>
                      </a:cubicBezTo>
                      <a:cubicBezTo>
                        <a:pt x="11488" y="57592"/>
                        <a:pt x="10074" y="54988"/>
                        <a:pt x="10074" y="51511"/>
                      </a:cubicBezTo>
                      <a:cubicBezTo>
                        <a:pt x="10074" y="48867"/>
                        <a:pt x="11085" y="46792"/>
                        <a:pt x="13107" y="45285"/>
                      </a:cubicBezTo>
                      <a:cubicBezTo>
                        <a:pt x="15129" y="43778"/>
                        <a:pt x="19199" y="42344"/>
                        <a:pt x="25317" y="40982"/>
                      </a:cubicBezTo>
                      <a:lnTo>
                        <a:pt x="29222" y="40109"/>
                      </a:lnTo>
                      <a:cubicBezTo>
                        <a:pt x="37310" y="38378"/>
                        <a:pt x="43058" y="35932"/>
                        <a:pt x="46468" y="32773"/>
                      </a:cubicBezTo>
                      <a:cubicBezTo>
                        <a:pt x="49877" y="29613"/>
                        <a:pt x="51582" y="25204"/>
                        <a:pt x="51582" y="19546"/>
                      </a:cubicBezTo>
                      <a:cubicBezTo>
                        <a:pt x="51582" y="13095"/>
                        <a:pt x="49031" y="7986"/>
                        <a:pt x="43930" y="4218"/>
                      </a:cubicBezTo>
                      <a:cubicBezTo>
                        <a:pt x="38829" y="464"/>
                        <a:pt x="31819" y="-1413"/>
                        <a:pt x="22899" y="-1413"/>
                      </a:cubicBezTo>
                      <a:cubicBezTo>
                        <a:pt x="19186" y="-1413"/>
                        <a:pt x="15314" y="-1050"/>
                        <a:pt x="11283" y="-323"/>
                      </a:cubicBezTo>
                      <a:cubicBezTo>
                        <a:pt x="7253" y="404"/>
                        <a:pt x="3011" y="1488"/>
                        <a:pt x="-1443" y="2929"/>
                      </a:cubicBezTo>
                      <a:lnTo>
                        <a:pt x="-1443" y="14708"/>
                      </a:lnTo>
                      <a:cubicBezTo>
                        <a:pt x="2773" y="12513"/>
                        <a:pt x="6922" y="10868"/>
                        <a:pt x="11006" y="9770"/>
                      </a:cubicBezTo>
                      <a:cubicBezTo>
                        <a:pt x="15089" y="8686"/>
                        <a:pt x="19139" y="8144"/>
                        <a:pt x="23157" y="8144"/>
                      </a:cubicBezTo>
                      <a:cubicBezTo>
                        <a:pt x="28522" y="8144"/>
                        <a:pt x="32645" y="9063"/>
                        <a:pt x="35526" y="10901"/>
                      </a:cubicBezTo>
                      <a:cubicBezTo>
                        <a:pt x="38420" y="12738"/>
                        <a:pt x="39867" y="15329"/>
                        <a:pt x="39867" y="18674"/>
                      </a:cubicBezTo>
                      <a:cubicBezTo>
                        <a:pt x="39867" y="21767"/>
                        <a:pt x="38823" y="24140"/>
                        <a:pt x="36735" y="25793"/>
                      </a:cubicBezTo>
                      <a:cubicBezTo>
                        <a:pt x="34660" y="27445"/>
                        <a:pt x="30088" y="29038"/>
                        <a:pt x="23018" y="30571"/>
                      </a:cubicBezTo>
                      <a:lnTo>
                        <a:pt x="19053" y="31503"/>
                      </a:lnTo>
                      <a:cubicBezTo>
                        <a:pt x="11997" y="32984"/>
                        <a:pt x="6896" y="35264"/>
                        <a:pt x="3751" y="38345"/>
                      </a:cubicBezTo>
                      <a:cubicBezTo>
                        <a:pt x="619" y="41425"/>
                        <a:pt x="-947" y="45648"/>
                        <a:pt x="-947" y="51016"/>
                      </a:cubicBezTo>
                      <a:cubicBezTo>
                        <a:pt x="-947" y="57546"/>
                        <a:pt x="1365" y="62583"/>
                        <a:pt x="5991" y="66126"/>
                      </a:cubicBezTo>
                      <a:cubicBezTo>
                        <a:pt x="10616" y="69682"/>
                        <a:pt x="17184" y="71460"/>
                        <a:pt x="25694" y="71460"/>
                      </a:cubicBezTo>
                      <a:cubicBezTo>
                        <a:pt x="29896" y="71460"/>
                        <a:pt x="33854" y="71149"/>
                        <a:pt x="37567" y="70528"/>
                      </a:cubicBezTo>
                      <a:cubicBezTo>
                        <a:pt x="41294" y="69920"/>
                        <a:pt x="44723" y="68994"/>
                        <a:pt x="47855" y="6775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32016A08-EB61-DB3E-ECD3-0B8CA108364D}"/>
                    </a:ext>
                  </a:extLst>
                </p:cNvPr>
                <p:cNvSpPr/>
                <p:nvPr/>
              </p:nvSpPr>
              <p:spPr>
                <a:xfrm flipV="1">
                  <a:off x="6275470" y="5406720"/>
                  <a:ext cx="43291" cy="89113"/>
                </a:xfrm>
                <a:custGeom>
                  <a:avLst/>
                  <a:gdLst>
                    <a:gd name="connsiteX0" fmla="*/ 18805 w 43291"/>
                    <a:gd name="connsiteY0" fmla="*/ 87199 h 89113"/>
                    <a:gd name="connsiteX1" fmla="*/ 18805 w 43291"/>
                    <a:gd name="connsiteY1" fmla="*/ 67488 h 89113"/>
                    <a:gd name="connsiteX2" fmla="*/ 42274 w 43291"/>
                    <a:gd name="connsiteY2" fmla="*/ 67488 h 89113"/>
                    <a:gd name="connsiteX3" fmla="*/ 42274 w 43291"/>
                    <a:gd name="connsiteY3" fmla="*/ 58625 h 89113"/>
                    <a:gd name="connsiteX4" fmla="*/ 18805 w 43291"/>
                    <a:gd name="connsiteY4" fmla="*/ 58625 h 89113"/>
                    <a:gd name="connsiteX5" fmla="*/ 18805 w 43291"/>
                    <a:gd name="connsiteY5" fmla="*/ 20949 h 89113"/>
                    <a:gd name="connsiteX6" fmla="*/ 21124 w 43291"/>
                    <a:gd name="connsiteY6" fmla="*/ 10042 h 89113"/>
                    <a:gd name="connsiteX7" fmla="*/ 30579 w 43291"/>
                    <a:gd name="connsiteY7" fmla="*/ 7623 h 89113"/>
                    <a:gd name="connsiteX8" fmla="*/ 42274 w 43291"/>
                    <a:gd name="connsiteY8" fmla="*/ 7623 h 89113"/>
                    <a:gd name="connsiteX9" fmla="*/ 42274 w 43291"/>
                    <a:gd name="connsiteY9" fmla="*/ -1915 h 89113"/>
                    <a:gd name="connsiteX10" fmla="*/ 30579 w 43291"/>
                    <a:gd name="connsiteY10" fmla="*/ -1915 h 89113"/>
                    <a:gd name="connsiteX11" fmla="*/ 12362 w 43291"/>
                    <a:gd name="connsiteY11" fmla="*/ 3003 h 89113"/>
                    <a:gd name="connsiteX12" fmla="*/ 7347 w 43291"/>
                    <a:gd name="connsiteY12" fmla="*/ 20949 h 89113"/>
                    <a:gd name="connsiteX13" fmla="*/ 7347 w 43291"/>
                    <a:gd name="connsiteY13" fmla="*/ 58625 h 89113"/>
                    <a:gd name="connsiteX14" fmla="*/ -1018 w 43291"/>
                    <a:gd name="connsiteY14" fmla="*/ 58625 h 89113"/>
                    <a:gd name="connsiteX15" fmla="*/ -1018 w 43291"/>
                    <a:gd name="connsiteY15" fmla="*/ 67488 h 89113"/>
                    <a:gd name="connsiteX16" fmla="*/ 7347 w 43291"/>
                    <a:gd name="connsiteY16" fmla="*/ 67488 h 89113"/>
                    <a:gd name="connsiteX17" fmla="*/ 7347 w 43291"/>
                    <a:gd name="connsiteY17" fmla="*/ 87199 h 89113"/>
                    <a:gd name="connsiteX18" fmla="*/ 18805 w 43291"/>
                    <a:gd name="connsiteY18" fmla="*/ 87199 h 89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3291" h="89113">
                      <a:moveTo>
                        <a:pt x="18805" y="87199"/>
                      </a:moveTo>
                      <a:lnTo>
                        <a:pt x="18805" y="67488"/>
                      </a:lnTo>
                      <a:lnTo>
                        <a:pt x="42274" y="67488"/>
                      </a:lnTo>
                      <a:lnTo>
                        <a:pt x="42274" y="58625"/>
                      </a:lnTo>
                      <a:lnTo>
                        <a:pt x="18805" y="58625"/>
                      </a:lnTo>
                      <a:lnTo>
                        <a:pt x="18805" y="20949"/>
                      </a:lnTo>
                      <a:cubicBezTo>
                        <a:pt x="18805" y="15291"/>
                        <a:pt x="19578" y="11655"/>
                        <a:pt x="21124" y="10042"/>
                      </a:cubicBezTo>
                      <a:cubicBezTo>
                        <a:pt x="22670" y="8430"/>
                        <a:pt x="25822" y="7623"/>
                        <a:pt x="30579" y="7623"/>
                      </a:cubicBezTo>
                      <a:lnTo>
                        <a:pt x="42274" y="7623"/>
                      </a:lnTo>
                      <a:lnTo>
                        <a:pt x="42274" y="-1915"/>
                      </a:lnTo>
                      <a:lnTo>
                        <a:pt x="30579" y="-1915"/>
                      </a:lnTo>
                      <a:cubicBezTo>
                        <a:pt x="21778" y="-1915"/>
                        <a:pt x="15706" y="-275"/>
                        <a:pt x="12362" y="3003"/>
                      </a:cubicBezTo>
                      <a:cubicBezTo>
                        <a:pt x="9019" y="6295"/>
                        <a:pt x="7347" y="12277"/>
                        <a:pt x="7347" y="20949"/>
                      </a:cubicBezTo>
                      <a:lnTo>
                        <a:pt x="7347" y="58625"/>
                      </a:lnTo>
                      <a:lnTo>
                        <a:pt x="-1018" y="58625"/>
                      </a:lnTo>
                      <a:lnTo>
                        <a:pt x="-1018" y="67488"/>
                      </a:lnTo>
                      <a:lnTo>
                        <a:pt x="7347" y="67488"/>
                      </a:lnTo>
                      <a:lnTo>
                        <a:pt x="7347" y="87199"/>
                      </a:lnTo>
                      <a:lnTo>
                        <a:pt x="18805" y="8719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019D5604-1EF0-8692-D58C-51B32BA91D45}"/>
                    </a:ext>
                  </a:extLst>
                </p:cNvPr>
                <p:cNvSpPr/>
                <p:nvPr/>
              </p:nvSpPr>
              <p:spPr>
                <a:xfrm flipV="1">
                  <a:off x="6328800" y="5424765"/>
                  <a:ext cx="64303" cy="72873"/>
                </a:xfrm>
                <a:custGeom>
                  <a:avLst/>
                  <a:gdLst>
                    <a:gd name="connsiteX0" fmla="*/ 62580 w 64303"/>
                    <a:gd name="connsiteY0" fmla="*/ 37948 h 72873"/>
                    <a:gd name="connsiteX1" fmla="*/ 62580 w 64303"/>
                    <a:gd name="connsiteY1" fmla="*/ 32376 h 72873"/>
                    <a:gd name="connsiteX2" fmla="*/ 10170 w 64303"/>
                    <a:gd name="connsiteY2" fmla="*/ 32376 h 72873"/>
                    <a:gd name="connsiteX3" fmla="*/ 17266 w 64303"/>
                    <a:gd name="connsiteY3" fmla="*/ 14430 h 72873"/>
                    <a:gd name="connsiteX4" fmla="*/ 34948 w 64303"/>
                    <a:gd name="connsiteY4" fmla="*/ 8263 h 72873"/>
                    <a:gd name="connsiteX5" fmla="*/ 47673 w 64303"/>
                    <a:gd name="connsiteY5" fmla="*/ 9870 h 72873"/>
                    <a:gd name="connsiteX6" fmla="*/ 59924 w 64303"/>
                    <a:gd name="connsiteY6" fmla="*/ 14708 h 72873"/>
                    <a:gd name="connsiteX7" fmla="*/ 59924 w 64303"/>
                    <a:gd name="connsiteY7" fmla="*/ 3921 h 72873"/>
                    <a:gd name="connsiteX8" fmla="*/ 47336 w 64303"/>
                    <a:gd name="connsiteY8" fmla="*/ -45 h 72873"/>
                    <a:gd name="connsiteX9" fmla="*/ 34274 w 64303"/>
                    <a:gd name="connsiteY9" fmla="*/ -1413 h 72873"/>
                    <a:gd name="connsiteX10" fmla="*/ 7969 w 64303"/>
                    <a:gd name="connsiteY10" fmla="*/ 8244 h 72873"/>
                    <a:gd name="connsiteX11" fmla="*/ -1724 w 64303"/>
                    <a:gd name="connsiteY11" fmla="*/ 34418 h 72873"/>
                    <a:gd name="connsiteX12" fmla="*/ 7474 w 64303"/>
                    <a:gd name="connsiteY12" fmla="*/ 61446 h 72873"/>
                    <a:gd name="connsiteX13" fmla="*/ 32291 w 64303"/>
                    <a:gd name="connsiteY13" fmla="*/ 71460 h 72873"/>
                    <a:gd name="connsiteX14" fmla="*/ 54433 w 64303"/>
                    <a:gd name="connsiteY14" fmla="*/ 62437 h 72873"/>
                    <a:gd name="connsiteX15" fmla="*/ 62580 w 64303"/>
                    <a:gd name="connsiteY15" fmla="*/ 37948 h 72873"/>
                    <a:gd name="connsiteX16" fmla="*/ 51182 w 64303"/>
                    <a:gd name="connsiteY16" fmla="*/ 41299 h 72873"/>
                    <a:gd name="connsiteX17" fmla="*/ 45949 w 64303"/>
                    <a:gd name="connsiteY17" fmla="*/ 56211 h 72873"/>
                    <a:gd name="connsiteX18" fmla="*/ 32410 w 64303"/>
                    <a:gd name="connsiteY18" fmla="*/ 61803 h 72873"/>
                    <a:gd name="connsiteX19" fmla="*/ 17147 w 64303"/>
                    <a:gd name="connsiteY19" fmla="*/ 56409 h 72873"/>
                    <a:gd name="connsiteX20" fmla="*/ 10546 w 64303"/>
                    <a:gd name="connsiteY20" fmla="*/ 41220 h 72873"/>
                    <a:gd name="connsiteX21" fmla="*/ 51182 w 64303"/>
                    <a:gd name="connsiteY21" fmla="*/ 41299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303" h="72873">
                      <a:moveTo>
                        <a:pt x="62580" y="37948"/>
                      </a:moveTo>
                      <a:lnTo>
                        <a:pt x="62580" y="32376"/>
                      </a:lnTo>
                      <a:lnTo>
                        <a:pt x="10170" y="32376"/>
                      </a:lnTo>
                      <a:cubicBezTo>
                        <a:pt x="10672" y="24524"/>
                        <a:pt x="13037" y="18542"/>
                        <a:pt x="17266" y="14430"/>
                      </a:cubicBezTo>
                      <a:cubicBezTo>
                        <a:pt x="21495" y="10319"/>
                        <a:pt x="27389" y="8263"/>
                        <a:pt x="34948" y="8263"/>
                      </a:cubicBezTo>
                      <a:cubicBezTo>
                        <a:pt x="39322" y="8263"/>
                        <a:pt x="43564" y="8799"/>
                        <a:pt x="47673" y="9870"/>
                      </a:cubicBezTo>
                      <a:cubicBezTo>
                        <a:pt x="51783" y="10940"/>
                        <a:pt x="55867" y="12553"/>
                        <a:pt x="59924" y="14708"/>
                      </a:cubicBezTo>
                      <a:lnTo>
                        <a:pt x="59924" y="3921"/>
                      </a:lnTo>
                      <a:cubicBezTo>
                        <a:pt x="55827" y="2189"/>
                        <a:pt x="51631" y="867"/>
                        <a:pt x="47336" y="-45"/>
                      </a:cubicBezTo>
                      <a:cubicBezTo>
                        <a:pt x="43042" y="-957"/>
                        <a:pt x="38687" y="-1413"/>
                        <a:pt x="34274" y="-1413"/>
                      </a:cubicBezTo>
                      <a:cubicBezTo>
                        <a:pt x="23200" y="-1413"/>
                        <a:pt x="14432" y="1806"/>
                        <a:pt x="7969" y="8244"/>
                      </a:cubicBezTo>
                      <a:cubicBezTo>
                        <a:pt x="1507" y="14695"/>
                        <a:pt x="-1724" y="23420"/>
                        <a:pt x="-1724" y="34418"/>
                      </a:cubicBezTo>
                      <a:cubicBezTo>
                        <a:pt x="-1724" y="45774"/>
                        <a:pt x="1342" y="54783"/>
                        <a:pt x="7474" y="61446"/>
                      </a:cubicBezTo>
                      <a:cubicBezTo>
                        <a:pt x="13606" y="68122"/>
                        <a:pt x="21878" y="71460"/>
                        <a:pt x="32291" y="71460"/>
                      </a:cubicBezTo>
                      <a:cubicBezTo>
                        <a:pt x="41621" y="71460"/>
                        <a:pt x="49001" y="68452"/>
                        <a:pt x="54433" y="62437"/>
                      </a:cubicBezTo>
                      <a:cubicBezTo>
                        <a:pt x="59864" y="56436"/>
                        <a:pt x="62580" y="48273"/>
                        <a:pt x="62580" y="37948"/>
                      </a:cubicBezTo>
                      <a:close/>
                      <a:moveTo>
                        <a:pt x="51182" y="41299"/>
                      </a:moveTo>
                      <a:cubicBezTo>
                        <a:pt x="51103" y="47526"/>
                        <a:pt x="49358" y="52496"/>
                        <a:pt x="45949" y="56211"/>
                      </a:cubicBezTo>
                      <a:cubicBezTo>
                        <a:pt x="42539" y="59939"/>
                        <a:pt x="38027" y="61803"/>
                        <a:pt x="32410" y="61803"/>
                      </a:cubicBezTo>
                      <a:cubicBezTo>
                        <a:pt x="26054" y="61803"/>
                        <a:pt x="20966" y="60005"/>
                        <a:pt x="17147" y="56409"/>
                      </a:cubicBezTo>
                      <a:cubicBezTo>
                        <a:pt x="13328" y="52813"/>
                        <a:pt x="11128" y="47750"/>
                        <a:pt x="10546" y="41220"/>
                      </a:cubicBezTo>
                      <a:lnTo>
                        <a:pt x="51182" y="4129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57" name="Freeform: Shape 56">
                  <a:extLst>
                    <a:ext uri="{FF2B5EF4-FFF2-40B4-BE49-F238E27FC236}">
                      <a16:creationId xmlns:a16="http://schemas.microsoft.com/office/drawing/2014/main" id="{5FE6B88B-5589-5392-98D7-CFDF19E5351B}"/>
                    </a:ext>
                  </a:extLst>
                </p:cNvPr>
                <p:cNvSpPr/>
                <p:nvPr/>
              </p:nvSpPr>
              <p:spPr>
                <a:xfrm flipV="1">
                  <a:off x="6411369" y="5424765"/>
                  <a:ext cx="62083" cy="97461"/>
                </a:xfrm>
                <a:custGeom>
                  <a:avLst/>
                  <a:gdLst>
                    <a:gd name="connsiteX0" fmla="*/ 9568 w 62083"/>
                    <a:gd name="connsiteY0" fmla="*/ 36011 h 97461"/>
                    <a:gd name="connsiteX1" fmla="*/ 9568 w 62083"/>
                    <a:gd name="connsiteY1" fmla="*/ -792 h 97461"/>
                    <a:gd name="connsiteX2" fmla="*/ -1889 w 62083"/>
                    <a:gd name="connsiteY2" fmla="*/ -792 h 97461"/>
                    <a:gd name="connsiteX3" fmla="*/ -1889 w 62083"/>
                    <a:gd name="connsiteY3" fmla="*/ 95003 h 97461"/>
                    <a:gd name="connsiteX4" fmla="*/ 9568 w 62083"/>
                    <a:gd name="connsiteY4" fmla="*/ 95003 h 97461"/>
                    <a:gd name="connsiteX5" fmla="*/ 9568 w 62083"/>
                    <a:gd name="connsiteY5" fmla="*/ 84474 h 97461"/>
                    <a:gd name="connsiteX6" fmla="*/ 18647 w 62083"/>
                    <a:gd name="connsiteY6" fmla="*/ 93655 h 97461"/>
                    <a:gd name="connsiteX7" fmla="*/ 31749 w 62083"/>
                    <a:gd name="connsiteY7" fmla="*/ 96669 h 97461"/>
                    <a:gd name="connsiteX8" fmla="*/ 52285 w 62083"/>
                    <a:gd name="connsiteY8" fmla="*/ 86635 h 97461"/>
                    <a:gd name="connsiteX9" fmla="*/ 60194 w 62083"/>
                    <a:gd name="connsiteY9" fmla="*/ 60243 h 97461"/>
                    <a:gd name="connsiteX10" fmla="*/ 52285 w 62083"/>
                    <a:gd name="connsiteY10" fmla="*/ 33830 h 97461"/>
                    <a:gd name="connsiteX11" fmla="*/ 31749 w 62083"/>
                    <a:gd name="connsiteY11" fmla="*/ 23796 h 97461"/>
                    <a:gd name="connsiteX12" fmla="*/ 18647 w 62083"/>
                    <a:gd name="connsiteY12" fmla="*/ 26810 h 97461"/>
                    <a:gd name="connsiteX13" fmla="*/ 9568 w 62083"/>
                    <a:gd name="connsiteY13" fmla="*/ 36011 h 97461"/>
                    <a:gd name="connsiteX14" fmla="*/ 48360 w 62083"/>
                    <a:gd name="connsiteY14" fmla="*/ 60243 h 97461"/>
                    <a:gd name="connsiteX15" fmla="*/ 43187 w 62083"/>
                    <a:gd name="connsiteY15" fmla="*/ 79973 h 97461"/>
                    <a:gd name="connsiteX16" fmla="*/ 28974 w 62083"/>
                    <a:gd name="connsiteY16" fmla="*/ 87131 h 97461"/>
                    <a:gd name="connsiteX17" fmla="*/ 14742 w 62083"/>
                    <a:gd name="connsiteY17" fmla="*/ 79973 h 97461"/>
                    <a:gd name="connsiteX18" fmla="*/ 9568 w 62083"/>
                    <a:gd name="connsiteY18" fmla="*/ 60243 h 97461"/>
                    <a:gd name="connsiteX19" fmla="*/ 14742 w 62083"/>
                    <a:gd name="connsiteY19" fmla="*/ 40512 h 97461"/>
                    <a:gd name="connsiteX20" fmla="*/ 28974 w 62083"/>
                    <a:gd name="connsiteY20" fmla="*/ 33354 h 97461"/>
                    <a:gd name="connsiteX21" fmla="*/ 43187 w 62083"/>
                    <a:gd name="connsiteY21" fmla="*/ 40512 h 97461"/>
                    <a:gd name="connsiteX22" fmla="*/ 48360 w 62083"/>
                    <a:gd name="connsiteY22" fmla="*/ 60243 h 97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2083" h="97461">
                      <a:moveTo>
                        <a:pt x="9568" y="36011"/>
                      </a:moveTo>
                      <a:lnTo>
                        <a:pt x="9568" y="-792"/>
                      </a:lnTo>
                      <a:lnTo>
                        <a:pt x="-1889" y="-792"/>
                      </a:lnTo>
                      <a:lnTo>
                        <a:pt x="-1889" y="95003"/>
                      </a:lnTo>
                      <a:lnTo>
                        <a:pt x="9568" y="95003"/>
                      </a:lnTo>
                      <a:lnTo>
                        <a:pt x="9568" y="84474"/>
                      </a:lnTo>
                      <a:cubicBezTo>
                        <a:pt x="11973" y="88599"/>
                        <a:pt x="14999" y="91659"/>
                        <a:pt x="18647" y="93655"/>
                      </a:cubicBezTo>
                      <a:cubicBezTo>
                        <a:pt x="22307" y="95664"/>
                        <a:pt x="26675" y="96669"/>
                        <a:pt x="31749" y="96669"/>
                      </a:cubicBezTo>
                      <a:cubicBezTo>
                        <a:pt x="40180" y="96669"/>
                        <a:pt x="47025" y="93325"/>
                        <a:pt x="52285" y="86635"/>
                      </a:cubicBezTo>
                      <a:cubicBezTo>
                        <a:pt x="57558" y="79946"/>
                        <a:pt x="60194" y="71149"/>
                        <a:pt x="60194" y="60243"/>
                      </a:cubicBezTo>
                      <a:cubicBezTo>
                        <a:pt x="60194" y="49336"/>
                        <a:pt x="57558" y="40532"/>
                        <a:pt x="52285" y="33830"/>
                      </a:cubicBezTo>
                      <a:cubicBezTo>
                        <a:pt x="47025" y="27141"/>
                        <a:pt x="40180" y="23796"/>
                        <a:pt x="31749" y="23796"/>
                      </a:cubicBezTo>
                      <a:cubicBezTo>
                        <a:pt x="26675" y="23796"/>
                        <a:pt x="22307" y="24801"/>
                        <a:pt x="18647" y="26810"/>
                      </a:cubicBezTo>
                      <a:cubicBezTo>
                        <a:pt x="14999" y="28820"/>
                        <a:pt x="11973" y="31886"/>
                        <a:pt x="9568" y="36011"/>
                      </a:cubicBezTo>
                      <a:close/>
                      <a:moveTo>
                        <a:pt x="48360" y="60243"/>
                      </a:moveTo>
                      <a:cubicBezTo>
                        <a:pt x="48360" y="68624"/>
                        <a:pt x="46636" y="75201"/>
                        <a:pt x="43187" y="79973"/>
                      </a:cubicBezTo>
                      <a:cubicBezTo>
                        <a:pt x="39737" y="84745"/>
                        <a:pt x="35000" y="87131"/>
                        <a:pt x="28974" y="87131"/>
                      </a:cubicBezTo>
                      <a:cubicBezTo>
                        <a:pt x="22935" y="87131"/>
                        <a:pt x="18191" y="84745"/>
                        <a:pt x="14742" y="79973"/>
                      </a:cubicBezTo>
                      <a:cubicBezTo>
                        <a:pt x="11293" y="75201"/>
                        <a:pt x="9568" y="68624"/>
                        <a:pt x="9568" y="60243"/>
                      </a:cubicBezTo>
                      <a:cubicBezTo>
                        <a:pt x="9568" y="51861"/>
                        <a:pt x="11293" y="45285"/>
                        <a:pt x="14742" y="40512"/>
                      </a:cubicBezTo>
                      <a:cubicBezTo>
                        <a:pt x="18191" y="35740"/>
                        <a:pt x="22935" y="33354"/>
                        <a:pt x="28974" y="33354"/>
                      </a:cubicBezTo>
                      <a:cubicBezTo>
                        <a:pt x="35000" y="33354"/>
                        <a:pt x="39737" y="35740"/>
                        <a:pt x="43187" y="40512"/>
                      </a:cubicBezTo>
                      <a:cubicBezTo>
                        <a:pt x="46636" y="45285"/>
                        <a:pt x="48360" y="51861"/>
                        <a:pt x="48360" y="6024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</p:grpSp>
        </p:grpSp>
        <p:grpSp>
          <p:nvGrpSpPr>
            <p:cNvPr id="58" name="Graphic 2">
              <a:extLst>
                <a:ext uri="{FF2B5EF4-FFF2-40B4-BE49-F238E27FC236}">
                  <a16:creationId xmlns:a16="http://schemas.microsoft.com/office/drawing/2014/main" id="{EA8345AC-F893-1ACB-B882-6288FED0A95E}"/>
                </a:ext>
              </a:extLst>
            </p:cNvPr>
            <p:cNvGrpSpPr/>
            <p:nvPr/>
          </p:nvGrpSpPr>
          <p:grpSpPr>
            <a:xfrm>
              <a:off x="3398075" y="1913585"/>
              <a:ext cx="504475" cy="3119907"/>
              <a:chOff x="3398075" y="1913585"/>
              <a:chExt cx="504475" cy="3119907"/>
            </a:xfrm>
            <a:solidFill>
              <a:srgbClr val="000000"/>
            </a:solidFill>
          </p:grpSpPr>
          <p:grpSp>
            <p:nvGrpSpPr>
              <p:cNvPr id="59" name="Graphic 2">
                <a:extLst>
                  <a:ext uri="{FF2B5EF4-FFF2-40B4-BE49-F238E27FC236}">
                    <a16:creationId xmlns:a16="http://schemas.microsoft.com/office/drawing/2014/main" id="{92AC876C-4139-6313-8C72-E3EDDA0D4E03}"/>
                  </a:ext>
                </a:extLst>
              </p:cNvPr>
              <p:cNvGrpSpPr/>
              <p:nvPr/>
            </p:nvGrpSpPr>
            <p:grpSpPr>
              <a:xfrm>
                <a:off x="3581391" y="4937498"/>
                <a:ext cx="321159" cy="95994"/>
                <a:chOff x="3581391" y="4937498"/>
                <a:chExt cx="321159" cy="95994"/>
              </a:xfrm>
              <a:solidFill>
                <a:srgbClr val="000000"/>
              </a:solidFill>
            </p:grpSpPr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40EA2F21-4DAD-2C14-F28D-7C5516CD925A}"/>
                    </a:ext>
                  </a:extLst>
                </p:cNvPr>
                <p:cNvSpPr/>
                <p:nvPr/>
              </p:nvSpPr>
              <p:spPr>
                <a:xfrm>
                  <a:off x="3858149" y="4983473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95 h 12690"/>
                    <a:gd name="connsiteX1" fmla="*/ 58 w 44401"/>
                    <a:gd name="connsiteY1" fmla="*/ 29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95"/>
                      </a:moveTo>
                      <a:lnTo>
                        <a:pt x="58" y="29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61" name="Graphic 2">
                  <a:extLst>
                    <a:ext uri="{FF2B5EF4-FFF2-40B4-BE49-F238E27FC236}">
                      <a16:creationId xmlns:a16="http://schemas.microsoft.com/office/drawing/2014/main" id="{44C099EF-991B-FC1F-F7BE-0D79D170A11A}"/>
                    </a:ext>
                  </a:extLst>
                </p:cNvPr>
                <p:cNvGrpSpPr/>
                <p:nvPr/>
              </p:nvGrpSpPr>
              <p:grpSpPr>
                <a:xfrm>
                  <a:off x="3581391" y="4937498"/>
                  <a:ext cx="223926" cy="95994"/>
                  <a:chOff x="3581391" y="493749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2DD5CF31-2A86-5CE2-5DF1-C360739E3DCF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4939164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337 h 94328"/>
                      <a:gd name="connsiteX1" fmla="*/ 51056 w 59843"/>
                      <a:gd name="connsiteY1" fmla="*/ 92337 h 94328"/>
                      <a:gd name="connsiteX2" fmla="*/ 51056 w 59843"/>
                      <a:gd name="connsiteY2" fmla="*/ 81787 h 94328"/>
                      <a:gd name="connsiteX3" fmla="*/ 13393 w 59843"/>
                      <a:gd name="connsiteY3" fmla="*/ 81787 h 94328"/>
                      <a:gd name="connsiteX4" fmla="*/ 13393 w 59843"/>
                      <a:gd name="connsiteY4" fmla="*/ 59122 h 94328"/>
                      <a:gd name="connsiteX5" fmla="*/ 18825 w 59843"/>
                      <a:gd name="connsiteY5" fmla="*/ 60511 h 94328"/>
                      <a:gd name="connsiteX6" fmla="*/ 24296 w 59843"/>
                      <a:gd name="connsiteY6" fmla="*/ 60967 h 94328"/>
                      <a:gd name="connsiteX7" fmla="*/ 48816 w 59843"/>
                      <a:gd name="connsiteY7" fmla="*/ 52480 h 94328"/>
                      <a:gd name="connsiteX8" fmla="*/ 57874 w 59843"/>
                      <a:gd name="connsiteY8" fmla="*/ 29497 h 94328"/>
                      <a:gd name="connsiteX9" fmla="*/ 48578 w 59843"/>
                      <a:gd name="connsiteY9" fmla="*/ 6277 h 94328"/>
                      <a:gd name="connsiteX10" fmla="*/ 22373 w 59843"/>
                      <a:gd name="connsiteY10" fmla="*/ -1992 h 94328"/>
                      <a:gd name="connsiteX11" fmla="*/ 10499 w 59843"/>
                      <a:gd name="connsiteY11" fmla="*/ -1000 h 94328"/>
                      <a:gd name="connsiteX12" fmla="*/ -1969 w 59843"/>
                      <a:gd name="connsiteY12" fmla="*/ 1974 h 94328"/>
                      <a:gd name="connsiteX13" fmla="*/ -1969 w 59843"/>
                      <a:gd name="connsiteY13" fmla="*/ 14566 h 94328"/>
                      <a:gd name="connsiteX14" fmla="*/ 9548 w 59843"/>
                      <a:gd name="connsiteY14" fmla="*/ 10045 h 94328"/>
                      <a:gd name="connsiteX15" fmla="*/ 22115 w 59843"/>
                      <a:gd name="connsiteY15" fmla="*/ 8557 h 94328"/>
                      <a:gd name="connsiteX16" fmla="*/ 39083 w 59843"/>
                      <a:gd name="connsiteY16" fmla="*/ 14189 h 94328"/>
                      <a:gd name="connsiteX17" fmla="*/ 45347 w 59843"/>
                      <a:gd name="connsiteY17" fmla="*/ 29497 h 94328"/>
                      <a:gd name="connsiteX18" fmla="*/ 39083 w 59843"/>
                      <a:gd name="connsiteY18" fmla="*/ 44786 h 94328"/>
                      <a:gd name="connsiteX19" fmla="*/ 22115 w 59843"/>
                      <a:gd name="connsiteY19" fmla="*/ 50437 h 94328"/>
                      <a:gd name="connsiteX20" fmla="*/ 12105 w 59843"/>
                      <a:gd name="connsiteY20" fmla="*/ 49327 h 94328"/>
                      <a:gd name="connsiteX21" fmla="*/ 1936 w 59843"/>
                      <a:gd name="connsiteY21" fmla="*/ 45857 h 94328"/>
                      <a:gd name="connsiteX22" fmla="*/ 1936 w 59843"/>
                      <a:gd name="connsiteY22" fmla="*/ 92337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337"/>
                        </a:moveTo>
                        <a:lnTo>
                          <a:pt x="51056" y="92337"/>
                        </a:lnTo>
                        <a:lnTo>
                          <a:pt x="51056" y="81787"/>
                        </a:lnTo>
                        <a:lnTo>
                          <a:pt x="13393" y="81787"/>
                        </a:lnTo>
                        <a:lnTo>
                          <a:pt x="13393" y="59122"/>
                        </a:lnTo>
                        <a:cubicBezTo>
                          <a:pt x="15204" y="59744"/>
                          <a:pt x="17014" y="60206"/>
                          <a:pt x="18825" y="60511"/>
                        </a:cubicBezTo>
                        <a:cubicBezTo>
                          <a:pt x="20648" y="60815"/>
                          <a:pt x="22472" y="60967"/>
                          <a:pt x="24296" y="60967"/>
                        </a:cubicBezTo>
                        <a:cubicBezTo>
                          <a:pt x="34616" y="60967"/>
                          <a:pt x="42790" y="58138"/>
                          <a:pt x="48816" y="52480"/>
                        </a:cubicBezTo>
                        <a:cubicBezTo>
                          <a:pt x="54855" y="46822"/>
                          <a:pt x="57874" y="39161"/>
                          <a:pt x="57874" y="29497"/>
                        </a:cubicBezTo>
                        <a:cubicBezTo>
                          <a:pt x="57874" y="19543"/>
                          <a:pt x="54776" y="11803"/>
                          <a:pt x="48578" y="6277"/>
                        </a:cubicBezTo>
                        <a:cubicBezTo>
                          <a:pt x="42380" y="765"/>
                          <a:pt x="33645" y="-1992"/>
                          <a:pt x="22373" y="-1992"/>
                        </a:cubicBezTo>
                        <a:cubicBezTo>
                          <a:pt x="18488" y="-1992"/>
                          <a:pt x="14530" y="-1661"/>
                          <a:pt x="10499" y="-1000"/>
                        </a:cubicBezTo>
                        <a:cubicBezTo>
                          <a:pt x="6482" y="-339"/>
                          <a:pt x="2326" y="652"/>
                          <a:pt x="-1969" y="1974"/>
                        </a:cubicBezTo>
                        <a:lnTo>
                          <a:pt x="-1969" y="14566"/>
                        </a:lnTo>
                        <a:cubicBezTo>
                          <a:pt x="1745" y="12543"/>
                          <a:pt x="5583" y="11036"/>
                          <a:pt x="9548" y="10045"/>
                        </a:cubicBezTo>
                        <a:cubicBezTo>
                          <a:pt x="13512" y="9053"/>
                          <a:pt x="17701" y="8557"/>
                          <a:pt x="22115" y="8557"/>
                        </a:cubicBezTo>
                        <a:cubicBezTo>
                          <a:pt x="29264" y="8557"/>
                          <a:pt x="34920" y="10435"/>
                          <a:pt x="39083" y="14189"/>
                        </a:cubicBezTo>
                        <a:cubicBezTo>
                          <a:pt x="43259" y="17943"/>
                          <a:pt x="45347" y="23046"/>
                          <a:pt x="45347" y="29497"/>
                        </a:cubicBezTo>
                        <a:cubicBezTo>
                          <a:pt x="45347" y="35935"/>
                          <a:pt x="43259" y="41031"/>
                          <a:pt x="39083" y="44786"/>
                        </a:cubicBezTo>
                        <a:cubicBezTo>
                          <a:pt x="34920" y="48553"/>
                          <a:pt x="29264" y="50437"/>
                          <a:pt x="22115" y="50437"/>
                        </a:cubicBezTo>
                        <a:cubicBezTo>
                          <a:pt x="18772" y="50437"/>
                          <a:pt x="15435" y="50067"/>
                          <a:pt x="12105" y="49327"/>
                        </a:cubicBezTo>
                        <a:cubicBezTo>
                          <a:pt x="8788" y="48586"/>
                          <a:pt x="5398" y="47430"/>
                          <a:pt x="1936" y="45857"/>
                        </a:cubicBezTo>
                        <a:lnTo>
                          <a:pt x="1936" y="923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3" name="Freeform: Shape 62">
                    <a:extLst>
                      <a:ext uri="{FF2B5EF4-FFF2-40B4-BE49-F238E27FC236}">
                        <a16:creationId xmlns:a16="http://schemas.microsoft.com/office/drawing/2014/main" id="{F6BDADEA-9F6F-C71E-5B48-3CF37461E39D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609" y="4937498"/>
                    <a:ext cx="58713" cy="94189"/>
                  </a:xfrm>
                  <a:custGeom>
                    <a:avLst/>
                    <a:gdLst>
                      <a:gd name="connsiteX0" fmla="*/ 13136 w 58713"/>
                      <a:gd name="connsiteY0" fmla="*/ 8450 h 94189"/>
                      <a:gd name="connsiteX1" fmla="*/ 56804 w 58713"/>
                      <a:gd name="connsiteY1" fmla="*/ 8450 h 94189"/>
                      <a:gd name="connsiteX2" fmla="*/ 56804 w 58713"/>
                      <a:gd name="connsiteY2" fmla="*/ -2079 h 94189"/>
                      <a:gd name="connsiteX3" fmla="*/ -1909 w 58713"/>
                      <a:gd name="connsiteY3" fmla="*/ -2079 h 94189"/>
                      <a:gd name="connsiteX4" fmla="*/ -1909 w 58713"/>
                      <a:gd name="connsiteY4" fmla="*/ 8450 h 94189"/>
                      <a:gd name="connsiteX5" fmla="*/ 17497 w 58713"/>
                      <a:gd name="connsiteY5" fmla="*/ 28240 h 94189"/>
                      <a:gd name="connsiteX6" fmla="*/ 32958 w 58713"/>
                      <a:gd name="connsiteY6" fmla="*/ 44282 h 94189"/>
                      <a:gd name="connsiteX7" fmla="*/ 41343 w 58713"/>
                      <a:gd name="connsiteY7" fmla="*/ 55703 h 94189"/>
                      <a:gd name="connsiteX8" fmla="*/ 43742 w 58713"/>
                      <a:gd name="connsiteY8" fmla="*/ 64904 h 94189"/>
                      <a:gd name="connsiteX9" fmla="*/ 38568 w 58713"/>
                      <a:gd name="connsiteY9" fmla="*/ 76921 h 94189"/>
                      <a:gd name="connsiteX10" fmla="*/ 25089 w 58713"/>
                      <a:gd name="connsiteY10" fmla="*/ 81581 h 94189"/>
                      <a:gd name="connsiteX11" fmla="*/ 12660 w 58713"/>
                      <a:gd name="connsiteY11" fmla="*/ 79538 h 94189"/>
                      <a:gd name="connsiteX12" fmla="*/ -1295 w 58713"/>
                      <a:gd name="connsiteY12" fmla="*/ 73332 h 94189"/>
                      <a:gd name="connsiteX13" fmla="*/ -1295 w 58713"/>
                      <a:gd name="connsiteY13" fmla="*/ 85983 h 94189"/>
                      <a:gd name="connsiteX14" fmla="*/ 12819 w 58713"/>
                      <a:gd name="connsiteY14" fmla="*/ 90564 h 94189"/>
                      <a:gd name="connsiteX15" fmla="*/ 24851 w 58713"/>
                      <a:gd name="connsiteY15" fmla="*/ 92110 h 94189"/>
                      <a:gd name="connsiteX16" fmla="*/ 47765 w 58713"/>
                      <a:gd name="connsiteY16" fmla="*/ 84912 h 94189"/>
                      <a:gd name="connsiteX17" fmla="*/ 56309 w 58713"/>
                      <a:gd name="connsiteY17" fmla="*/ 65717 h 94189"/>
                      <a:gd name="connsiteX18" fmla="*/ 54168 w 58713"/>
                      <a:gd name="connsiteY18" fmla="*/ 54890 h 94189"/>
                      <a:gd name="connsiteX19" fmla="*/ 46398 w 58713"/>
                      <a:gd name="connsiteY19" fmla="*/ 42854 h 94189"/>
                      <a:gd name="connsiteX20" fmla="*/ 36546 w 58713"/>
                      <a:gd name="connsiteY20" fmla="*/ 32463 h 94189"/>
                      <a:gd name="connsiteX21" fmla="*/ 13136 w 58713"/>
                      <a:gd name="connsiteY21" fmla="*/ 8450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36" y="8450"/>
                        </a:moveTo>
                        <a:lnTo>
                          <a:pt x="56804" y="8450"/>
                        </a:lnTo>
                        <a:lnTo>
                          <a:pt x="56804" y="-2079"/>
                        </a:lnTo>
                        <a:lnTo>
                          <a:pt x="-1909" y="-2079"/>
                        </a:lnTo>
                        <a:lnTo>
                          <a:pt x="-1909" y="8450"/>
                        </a:lnTo>
                        <a:cubicBezTo>
                          <a:pt x="2835" y="13368"/>
                          <a:pt x="9304" y="19964"/>
                          <a:pt x="17497" y="28240"/>
                        </a:cubicBezTo>
                        <a:cubicBezTo>
                          <a:pt x="25703" y="36528"/>
                          <a:pt x="30857" y="41876"/>
                          <a:pt x="32958" y="44282"/>
                        </a:cubicBezTo>
                        <a:cubicBezTo>
                          <a:pt x="36962" y="48776"/>
                          <a:pt x="39757" y="52584"/>
                          <a:pt x="41343" y="55703"/>
                        </a:cubicBezTo>
                        <a:cubicBezTo>
                          <a:pt x="42942" y="58823"/>
                          <a:pt x="43742" y="61890"/>
                          <a:pt x="43742" y="64904"/>
                        </a:cubicBezTo>
                        <a:cubicBezTo>
                          <a:pt x="43742" y="69822"/>
                          <a:pt x="42017" y="73828"/>
                          <a:pt x="38568" y="76921"/>
                        </a:cubicBezTo>
                        <a:cubicBezTo>
                          <a:pt x="35119" y="80028"/>
                          <a:pt x="30626" y="81581"/>
                          <a:pt x="25089" y="81581"/>
                        </a:cubicBezTo>
                        <a:cubicBezTo>
                          <a:pt x="21164" y="81581"/>
                          <a:pt x="17021" y="80900"/>
                          <a:pt x="12660" y="79538"/>
                        </a:cubicBezTo>
                        <a:cubicBezTo>
                          <a:pt x="8313" y="78177"/>
                          <a:pt x="3661" y="76108"/>
                          <a:pt x="-1295" y="73332"/>
                        </a:cubicBezTo>
                        <a:lnTo>
                          <a:pt x="-1295" y="85983"/>
                        </a:lnTo>
                        <a:cubicBezTo>
                          <a:pt x="3740" y="88006"/>
                          <a:pt x="8445" y="89532"/>
                          <a:pt x="12819" y="90564"/>
                        </a:cubicBezTo>
                        <a:cubicBezTo>
                          <a:pt x="17206" y="91595"/>
                          <a:pt x="21217" y="92110"/>
                          <a:pt x="24851" y="92110"/>
                        </a:cubicBezTo>
                        <a:cubicBezTo>
                          <a:pt x="34432" y="92110"/>
                          <a:pt x="42070" y="89711"/>
                          <a:pt x="47765" y="84912"/>
                        </a:cubicBezTo>
                        <a:cubicBezTo>
                          <a:pt x="53461" y="80127"/>
                          <a:pt x="56309" y="73728"/>
                          <a:pt x="56309" y="65717"/>
                        </a:cubicBezTo>
                        <a:cubicBezTo>
                          <a:pt x="56309" y="61910"/>
                          <a:pt x="55595" y="58301"/>
                          <a:pt x="54168" y="54890"/>
                        </a:cubicBezTo>
                        <a:cubicBezTo>
                          <a:pt x="52754" y="51493"/>
                          <a:pt x="50164" y="47481"/>
                          <a:pt x="46398" y="42854"/>
                        </a:cubicBezTo>
                        <a:cubicBezTo>
                          <a:pt x="45367" y="41651"/>
                          <a:pt x="42083" y="38188"/>
                          <a:pt x="36546" y="32463"/>
                        </a:cubicBezTo>
                        <a:cubicBezTo>
                          <a:pt x="31022" y="26739"/>
                          <a:pt x="23219" y="18735"/>
                          <a:pt x="13136" y="845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4" name="Freeform: Shape 63">
                    <a:extLst>
                      <a:ext uri="{FF2B5EF4-FFF2-40B4-BE49-F238E27FC236}">
                        <a16:creationId xmlns:a16="http://schemas.microsoft.com/office/drawing/2014/main" id="{CBF8C610-7453-4659-333B-2EEF23ACED93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937498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4046 h 95994"/>
                      <a:gd name="connsiteX1" fmla="*/ 15437 w 63926"/>
                      <a:gd name="connsiteY1" fmla="*/ 74528 h 95994"/>
                      <a:gd name="connsiteX2" fmla="*/ 10580 w 63926"/>
                      <a:gd name="connsiteY2" fmla="*/ 45933 h 95994"/>
                      <a:gd name="connsiteX3" fmla="*/ 15437 w 63926"/>
                      <a:gd name="connsiteY3" fmla="*/ 17399 h 95994"/>
                      <a:gd name="connsiteX4" fmla="*/ 29966 w 63926"/>
                      <a:gd name="connsiteY4" fmla="*/ 7881 h 95994"/>
                      <a:gd name="connsiteX5" fmla="*/ 44556 w 63926"/>
                      <a:gd name="connsiteY5" fmla="*/ 17399 h 95994"/>
                      <a:gd name="connsiteX6" fmla="*/ 49432 w 63926"/>
                      <a:gd name="connsiteY6" fmla="*/ 45933 h 95994"/>
                      <a:gd name="connsiteX7" fmla="*/ 44556 w 63926"/>
                      <a:gd name="connsiteY7" fmla="*/ 74528 h 95994"/>
                      <a:gd name="connsiteX8" fmla="*/ 29966 w 63926"/>
                      <a:gd name="connsiteY8" fmla="*/ 84046 h 95994"/>
                      <a:gd name="connsiteX9" fmla="*/ 29966 w 63926"/>
                      <a:gd name="connsiteY9" fmla="*/ 93960 h 95994"/>
                      <a:gd name="connsiteX10" fmla="*/ 53733 w 63926"/>
                      <a:gd name="connsiteY10" fmla="*/ 81646 h 95994"/>
                      <a:gd name="connsiteX11" fmla="*/ 61940 w 63926"/>
                      <a:gd name="connsiteY11" fmla="*/ 45933 h 95994"/>
                      <a:gd name="connsiteX12" fmla="*/ 53733 w 63926"/>
                      <a:gd name="connsiteY12" fmla="*/ 10260 h 95994"/>
                      <a:gd name="connsiteX13" fmla="*/ 29966 w 63926"/>
                      <a:gd name="connsiteY13" fmla="*/ -2034 h 95994"/>
                      <a:gd name="connsiteX14" fmla="*/ 6219 w 63926"/>
                      <a:gd name="connsiteY14" fmla="*/ 10260 h 95994"/>
                      <a:gd name="connsiteX15" fmla="*/ -1987 w 63926"/>
                      <a:gd name="connsiteY15" fmla="*/ 45933 h 95994"/>
                      <a:gd name="connsiteX16" fmla="*/ 6219 w 63926"/>
                      <a:gd name="connsiteY16" fmla="*/ 81646 h 95994"/>
                      <a:gd name="connsiteX17" fmla="*/ 29966 w 63926"/>
                      <a:gd name="connsiteY17" fmla="*/ 9396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4046"/>
                        </a:moveTo>
                        <a:cubicBezTo>
                          <a:pt x="23531" y="84046"/>
                          <a:pt x="18688" y="80873"/>
                          <a:pt x="15437" y="74528"/>
                        </a:cubicBezTo>
                        <a:cubicBezTo>
                          <a:pt x="12199" y="68195"/>
                          <a:pt x="10580" y="58664"/>
                          <a:pt x="10580" y="45933"/>
                        </a:cubicBezTo>
                        <a:cubicBezTo>
                          <a:pt x="10580" y="33256"/>
                          <a:pt x="12199" y="23744"/>
                          <a:pt x="15437" y="17399"/>
                        </a:cubicBezTo>
                        <a:cubicBezTo>
                          <a:pt x="18688" y="11054"/>
                          <a:pt x="23531" y="7881"/>
                          <a:pt x="29966" y="7881"/>
                        </a:cubicBezTo>
                        <a:cubicBezTo>
                          <a:pt x="36455" y="7881"/>
                          <a:pt x="41318" y="11054"/>
                          <a:pt x="44556" y="17399"/>
                        </a:cubicBezTo>
                        <a:cubicBezTo>
                          <a:pt x="47806" y="23744"/>
                          <a:pt x="49432" y="33256"/>
                          <a:pt x="49432" y="45933"/>
                        </a:cubicBezTo>
                        <a:cubicBezTo>
                          <a:pt x="49432" y="58664"/>
                          <a:pt x="47806" y="68195"/>
                          <a:pt x="44556" y="74528"/>
                        </a:cubicBezTo>
                        <a:cubicBezTo>
                          <a:pt x="41318" y="80873"/>
                          <a:pt x="36455" y="84046"/>
                          <a:pt x="29966" y="84046"/>
                        </a:cubicBezTo>
                        <a:close/>
                        <a:moveTo>
                          <a:pt x="29966" y="93960"/>
                        </a:moveTo>
                        <a:cubicBezTo>
                          <a:pt x="40340" y="93960"/>
                          <a:pt x="48262" y="89856"/>
                          <a:pt x="53733" y="81646"/>
                        </a:cubicBezTo>
                        <a:cubicBezTo>
                          <a:pt x="59204" y="73450"/>
                          <a:pt x="61940" y="61546"/>
                          <a:pt x="61940" y="45933"/>
                        </a:cubicBezTo>
                        <a:cubicBezTo>
                          <a:pt x="61940" y="30361"/>
                          <a:pt x="59204" y="18470"/>
                          <a:pt x="53733" y="10260"/>
                        </a:cubicBezTo>
                        <a:cubicBezTo>
                          <a:pt x="48262" y="2064"/>
                          <a:pt x="40340" y="-2034"/>
                          <a:pt x="29966" y="-2034"/>
                        </a:cubicBezTo>
                        <a:cubicBezTo>
                          <a:pt x="19606" y="-2034"/>
                          <a:pt x="11690" y="2064"/>
                          <a:pt x="6219" y="10260"/>
                        </a:cubicBezTo>
                        <a:cubicBezTo>
                          <a:pt x="748" y="18470"/>
                          <a:pt x="-1987" y="30361"/>
                          <a:pt x="-1987" y="45933"/>
                        </a:cubicBezTo>
                        <a:cubicBezTo>
                          <a:pt x="-1987" y="61546"/>
                          <a:pt x="748" y="73450"/>
                          <a:pt x="6219" y="81646"/>
                        </a:cubicBezTo>
                        <a:cubicBezTo>
                          <a:pt x="11690" y="89856"/>
                          <a:pt x="19606" y="93960"/>
                          <a:pt x="29966" y="9396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65" name="Graphic 2">
                <a:extLst>
                  <a:ext uri="{FF2B5EF4-FFF2-40B4-BE49-F238E27FC236}">
                    <a16:creationId xmlns:a16="http://schemas.microsoft.com/office/drawing/2014/main" id="{6E70C1C2-42F5-12A3-B3AD-0387B8174DA9}"/>
                  </a:ext>
                </a:extLst>
              </p:cNvPr>
              <p:cNvGrpSpPr/>
              <p:nvPr/>
            </p:nvGrpSpPr>
            <p:grpSpPr>
              <a:xfrm>
                <a:off x="3581391" y="4505510"/>
                <a:ext cx="321159" cy="95994"/>
                <a:chOff x="3581391" y="4505510"/>
                <a:chExt cx="321159" cy="95994"/>
              </a:xfrm>
              <a:solidFill>
                <a:srgbClr val="000000"/>
              </a:solidFill>
            </p:grpSpPr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1742AA40-1033-0D0E-66CF-E5CD467B78B0}"/>
                    </a:ext>
                  </a:extLst>
                </p:cNvPr>
                <p:cNvSpPr/>
                <p:nvPr/>
              </p:nvSpPr>
              <p:spPr>
                <a:xfrm>
                  <a:off x="3858149" y="4551485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61 h 12690"/>
                    <a:gd name="connsiteX1" fmla="*/ 58 w 44401"/>
                    <a:gd name="connsiteY1" fmla="*/ 261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61"/>
                      </a:moveTo>
                      <a:lnTo>
                        <a:pt x="58" y="261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67" name="Graphic 2">
                  <a:extLst>
                    <a:ext uri="{FF2B5EF4-FFF2-40B4-BE49-F238E27FC236}">
                      <a16:creationId xmlns:a16="http://schemas.microsoft.com/office/drawing/2014/main" id="{BDEAD1E1-1A17-CE6B-23AF-D26809642377}"/>
                    </a:ext>
                  </a:extLst>
                </p:cNvPr>
                <p:cNvGrpSpPr/>
                <p:nvPr/>
              </p:nvGrpSpPr>
              <p:grpSpPr>
                <a:xfrm>
                  <a:off x="3581391" y="4505510"/>
                  <a:ext cx="223926" cy="95994"/>
                  <a:chOff x="3581391" y="4505510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68" name="Freeform: Shape 67">
                    <a:extLst>
                      <a:ext uri="{FF2B5EF4-FFF2-40B4-BE49-F238E27FC236}">
                        <a16:creationId xmlns:a16="http://schemas.microsoft.com/office/drawing/2014/main" id="{04923109-2C63-3EFA-B287-9C837844C753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4507176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303 h 94328"/>
                      <a:gd name="connsiteX1" fmla="*/ 51056 w 59843"/>
                      <a:gd name="connsiteY1" fmla="*/ 92303 h 94328"/>
                      <a:gd name="connsiteX2" fmla="*/ 51056 w 59843"/>
                      <a:gd name="connsiteY2" fmla="*/ 81753 h 94328"/>
                      <a:gd name="connsiteX3" fmla="*/ 13393 w 59843"/>
                      <a:gd name="connsiteY3" fmla="*/ 81753 h 94328"/>
                      <a:gd name="connsiteX4" fmla="*/ 13393 w 59843"/>
                      <a:gd name="connsiteY4" fmla="*/ 59088 h 94328"/>
                      <a:gd name="connsiteX5" fmla="*/ 18825 w 59843"/>
                      <a:gd name="connsiteY5" fmla="*/ 60476 h 94328"/>
                      <a:gd name="connsiteX6" fmla="*/ 24296 w 59843"/>
                      <a:gd name="connsiteY6" fmla="*/ 60933 h 94328"/>
                      <a:gd name="connsiteX7" fmla="*/ 48816 w 59843"/>
                      <a:gd name="connsiteY7" fmla="*/ 52446 h 94328"/>
                      <a:gd name="connsiteX8" fmla="*/ 57874 w 59843"/>
                      <a:gd name="connsiteY8" fmla="*/ 29463 h 94328"/>
                      <a:gd name="connsiteX9" fmla="*/ 48578 w 59843"/>
                      <a:gd name="connsiteY9" fmla="*/ 6243 h 94328"/>
                      <a:gd name="connsiteX10" fmla="*/ 22373 w 59843"/>
                      <a:gd name="connsiteY10" fmla="*/ -2026 h 94328"/>
                      <a:gd name="connsiteX11" fmla="*/ 10499 w 59843"/>
                      <a:gd name="connsiteY11" fmla="*/ -1034 h 94328"/>
                      <a:gd name="connsiteX12" fmla="*/ -1969 w 59843"/>
                      <a:gd name="connsiteY12" fmla="*/ 1940 h 94328"/>
                      <a:gd name="connsiteX13" fmla="*/ -1969 w 59843"/>
                      <a:gd name="connsiteY13" fmla="*/ 14532 h 94328"/>
                      <a:gd name="connsiteX14" fmla="*/ 9548 w 59843"/>
                      <a:gd name="connsiteY14" fmla="*/ 10011 h 94328"/>
                      <a:gd name="connsiteX15" fmla="*/ 22115 w 59843"/>
                      <a:gd name="connsiteY15" fmla="*/ 8523 h 94328"/>
                      <a:gd name="connsiteX16" fmla="*/ 39083 w 59843"/>
                      <a:gd name="connsiteY16" fmla="*/ 14155 h 94328"/>
                      <a:gd name="connsiteX17" fmla="*/ 45347 w 59843"/>
                      <a:gd name="connsiteY17" fmla="*/ 29463 h 94328"/>
                      <a:gd name="connsiteX18" fmla="*/ 39083 w 59843"/>
                      <a:gd name="connsiteY18" fmla="*/ 44752 h 94328"/>
                      <a:gd name="connsiteX19" fmla="*/ 22115 w 59843"/>
                      <a:gd name="connsiteY19" fmla="*/ 50403 h 94328"/>
                      <a:gd name="connsiteX20" fmla="*/ 12105 w 59843"/>
                      <a:gd name="connsiteY20" fmla="*/ 49293 h 94328"/>
                      <a:gd name="connsiteX21" fmla="*/ 1936 w 59843"/>
                      <a:gd name="connsiteY21" fmla="*/ 45823 h 94328"/>
                      <a:gd name="connsiteX22" fmla="*/ 1936 w 59843"/>
                      <a:gd name="connsiteY22" fmla="*/ 92303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303"/>
                        </a:moveTo>
                        <a:lnTo>
                          <a:pt x="51056" y="92303"/>
                        </a:lnTo>
                        <a:lnTo>
                          <a:pt x="51056" y="81753"/>
                        </a:lnTo>
                        <a:lnTo>
                          <a:pt x="13393" y="81753"/>
                        </a:lnTo>
                        <a:lnTo>
                          <a:pt x="13393" y="59088"/>
                        </a:lnTo>
                        <a:cubicBezTo>
                          <a:pt x="15204" y="59710"/>
                          <a:pt x="17014" y="60172"/>
                          <a:pt x="18825" y="60476"/>
                        </a:cubicBezTo>
                        <a:cubicBezTo>
                          <a:pt x="20648" y="60781"/>
                          <a:pt x="22472" y="60933"/>
                          <a:pt x="24296" y="60933"/>
                        </a:cubicBezTo>
                        <a:cubicBezTo>
                          <a:pt x="34616" y="60933"/>
                          <a:pt x="42790" y="58104"/>
                          <a:pt x="48816" y="52446"/>
                        </a:cubicBezTo>
                        <a:cubicBezTo>
                          <a:pt x="54855" y="46788"/>
                          <a:pt x="57874" y="39127"/>
                          <a:pt x="57874" y="29463"/>
                        </a:cubicBezTo>
                        <a:cubicBezTo>
                          <a:pt x="57874" y="19509"/>
                          <a:pt x="54776" y="11769"/>
                          <a:pt x="48578" y="6243"/>
                        </a:cubicBezTo>
                        <a:cubicBezTo>
                          <a:pt x="42380" y="730"/>
                          <a:pt x="33645" y="-2026"/>
                          <a:pt x="22373" y="-2026"/>
                        </a:cubicBezTo>
                        <a:cubicBezTo>
                          <a:pt x="18488" y="-2026"/>
                          <a:pt x="14530" y="-1695"/>
                          <a:pt x="10499" y="-1034"/>
                        </a:cubicBezTo>
                        <a:cubicBezTo>
                          <a:pt x="6482" y="-373"/>
                          <a:pt x="2326" y="618"/>
                          <a:pt x="-1969" y="1940"/>
                        </a:cubicBezTo>
                        <a:lnTo>
                          <a:pt x="-1969" y="14532"/>
                        </a:lnTo>
                        <a:cubicBezTo>
                          <a:pt x="1745" y="12509"/>
                          <a:pt x="5583" y="11002"/>
                          <a:pt x="9548" y="10011"/>
                        </a:cubicBezTo>
                        <a:cubicBezTo>
                          <a:pt x="13512" y="9019"/>
                          <a:pt x="17701" y="8523"/>
                          <a:pt x="22115" y="8523"/>
                        </a:cubicBezTo>
                        <a:cubicBezTo>
                          <a:pt x="29264" y="8523"/>
                          <a:pt x="34920" y="10401"/>
                          <a:pt x="39083" y="14155"/>
                        </a:cubicBezTo>
                        <a:cubicBezTo>
                          <a:pt x="43259" y="17909"/>
                          <a:pt x="45347" y="23012"/>
                          <a:pt x="45347" y="29463"/>
                        </a:cubicBezTo>
                        <a:cubicBezTo>
                          <a:pt x="45347" y="35901"/>
                          <a:pt x="43259" y="40997"/>
                          <a:pt x="39083" y="44752"/>
                        </a:cubicBezTo>
                        <a:cubicBezTo>
                          <a:pt x="34920" y="48519"/>
                          <a:pt x="29264" y="50403"/>
                          <a:pt x="22115" y="50403"/>
                        </a:cubicBezTo>
                        <a:cubicBezTo>
                          <a:pt x="18772" y="50403"/>
                          <a:pt x="15435" y="50033"/>
                          <a:pt x="12105" y="49293"/>
                        </a:cubicBezTo>
                        <a:cubicBezTo>
                          <a:pt x="8788" y="48552"/>
                          <a:pt x="5398" y="47396"/>
                          <a:pt x="1936" y="45823"/>
                        </a:cubicBezTo>
                        <a:lnTo>
                          <a:pt x="1936" y="9230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9" name="Freeform: Shape 68">
                    <a:extLst>
                      <a:ext uri="{FF2B5EF4-FFF2-40B4-BE49-F238E27FC236}">
                        <a16:creationId xmlns:a16="http://schemas.microsoft.com/office/drawing/2014/main" id="{36BF6CAE-6D8E-5649-3133-2F63CF0B2C04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986" y="4505510"/>
                    <a:ext cx="60874" cy="95994"/>
                  </a:xfrm>
                  <a:custGeom>
                    <a:avLst/>
                    <a:gdLst>
                      <a:gd name="connsiteX0" fmla="*/ 39823 w 60874"/>
                      <a:gd name="connsiteY0" fmla="*/ 49627 h 95994"/>
                      <a:gd name="connsiteX1" fmla="*/ 53837 w 60874"/>
                      <a:gd name="connsiteY1" fmla="*/ 41616 h 95994"/>
                      <a:gd name="connsiteX2" fmla="*/ 58892 w 60874"/>
                      <a:gd name="connsiteY2" fmla="*/ 26625 h 95994"/>
                      <a:gd name="connsiteX3" fmla="*/ 49476 w 60874"/>
                      <a:gd name="connsiteY3" fmla="*/ 5428 h 95994"/>
                      <a:gd name="connsiteX4" fmla="*/ 22716 w 60874"/>
                      <a:gd name="connsiteY4" fmla="*/ -2068 h 95994"/>
                      <a:gd name="connsiteX5" fmla="*/ 10743 w 60874"/>
                      <a:gd name="connsiteY5" fmla="*/ -918 h 95994"/>
                      <a:gd name="connsiteX6" fmla="*/ -1982 w 60874"/>
                      <a:gd name="connsiteY6" fmla="*/ 2533 h 95994"/>
                      <a:gd name="connsiteX7" fmla="*/ -1982 w 60874"/>
                      <a:gd name="connsiteY7" fmla="*/ 14609 h 95994"/>
                      <a:gd name="connsiteX8" fmla="*/ 9395 w 60874"/>
                      <a:gd name="connsiteY8" fmla="*/ 10028 h 95994"/>
                      <a:gd name="connsiteX9" fmla="*/ 22359 w 60874"/>
                      <a:gd name="connsiteY9" fmla="*/ 8481 h 95994"/>
                      <a:gd name="connsiteX10" fmla="*/ 40279 w 60874"/>
                      <a:gd name="connsiteY10" fmla="*/ 13121 h 95994"/>
                      <a:gd name="connsiteX11" fmla="*/ 46443 w 60874"/>
                      <a:gd name="connsiteY11" fmla="*/ 26625 h 95994"/>
                      <a:gd name="connsiteX12" fmla="*/ 40715 w 60874"/>
                      <a:gd name="connsiteY12" fmla="*/ 39415 h 95994"/>
                      <a:gd name="connsiteX13" fmla="*/ 24778 w 60874"/>
                      <a:gd name="connsiteY13" fmla="*/ 44035 h 95994"/>
                      <a:gd name="connsiteX14" fmla="*/ 13994 w 60874"/>
                      <a:gd name="connsiteY14" fmla="*/ 44035 h 95994"/>
                      <a:gd name="connsiteX15" fmla="*/ 13994 w 60874"/>
                      <a:gd name="connsiteY15" fmla="*/ 54327 h 95994"/>
                      <a:gd name="connsiteX16" fmla="*/ 25273 w 60874"/>
                      <a:gd name="connsiteY16" fmla="*/ 54327 h 95994"/>
                      <a:gd name="connsiteX17" fmla="*/ 39387 w 60874"/>
                      <a:gd name="connsiteY17" fmla="*/ 58015 h 95994"/>
                      <a:gd name="connsiteX18" fmla="*/ 44283 w 60874"/>
                      <a:gd name="connsiteY18" fmla="*/ 68644 h 95994"/>
                      <a:gd name="connsiteX19" fmla="*/ 39228 w 60874"/>
                      <a:gd name="connsiteY19" fmla="*/ 79570 h 95994"/>
                      <a:gd name="connsiteX20" fmla="*/ 24778 w 60874"/>
                      <a:gd name="connsiteY20" fmla="*/ 83397 h 95994"/>
                      <a:gd name="connsiteX21" fmla="*/ 13737 w 60874"/>
                      <a:gd name="connsiteY21" fmla="*/ 82267 h 95994"/>
                      <a:gd name="connsiteX22" fmla="*/ 793 w 60874"/>
                      <a:gd name="connsiteY22" fmla="*/ 78816 h 95994"/>
                      <a:gd name="connsiteX23" fmla="*/ 793 w 60874"/>
                      <a:gd name="connsiteY23" fmla="*/ 89960 h 95994"/>
                      <a:gd name="connsiteX24" fmla="*/ 14153 w 60874"/>
                      <a:gd name="connsiteY24" fmla="*/ 92935 h 95994"/>
                      <a:gd name="connsiteX25" fmla="*/ 25888 w 60874"/>
                      <a:gd name="connsiteY25" fmla="*/ 93926 h 95994"/>
                      <a:gd name="connsiteX26" fmla="*/ 48425 w 60874"/>
                      <a:gd name="connsiteY26" fmla="*/ 87442 h 95994"/>
                      <a:gd name="connsiteX27" fmla="*/ 56731 w 60874"/>
                      <a:gd name="connsiteY27" fmla="*/ 69953 h 95994"/>
                      <a:gd name="connsiteX28" fmla="*/ 52330 w 60874"/>
                      <a:gd name="connsiteY28" fmla="*/ 56964 h 95994"/>
                      <a:gd name="connsiteX29" fmla="*/ 39823 w 60874"/>
                      <a:gd name="connsiteY29" fmla="*/ 49627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874" h="95994">
                        <a:moveTo>
                          <a:pt x="39823" y="49627"/>
                        </a:moveTo>
                        <a:cubicBezTo>
                          <a:pt x="45809" y="48345"/>
                          <a:pt x="50480" y="45675"/>
                          <a:pt x="53837" y="41616"/>
                        </a:cubicBezTo>
                        <a:cubicBezTo>
                          <a:pt x="57207" y="37571"/>
                          <a:pt x="58892" y="32574"/>
                          <a:pt x="58892" y="26625"/>
                        </a:cubicBezTo>
                        <a:cubicBezTo>
                          <a:pt x="58892" y="17504"/>
                          <a:pt x="55753" y="10438"/>
                          <a:pt x="49476" y="5428"/>
                        </a:cubicBezTo>
                        <a:cubicBezTo>
                          <a:pt x="43199" y="431"/>
                          <a:pt x="34279" y="-2068"/>
                          <a:pt x="22716" y="-2068"/>
                        </a:cubicBezTo>
                        <a:cubicBezTo>
                          <a:pt x="18844" y="-2068"/>
                          <a:pt x="14853" y="-1685"/>
                          <a:pt x="10743" y="-918"/>
                        </a:cubicBezTo>
                        <a:cubicBezTo>
                          <a:pt x="6634" y="-151"/>
                          <a:pt x="2392" y="999"/>
                          <a:pt x="-1982" y="2533"/>
                        </a:cubicBezTo>
                        <a:lnTo>
                          <a:pt x="-1982" y="14609"/>
                        </a:lnTo>
                        <a:cubicBezTo>
                          <a:pt x="1480" y="12586"/>
                          <a:pt x="5272" y="11059"/>
                          <a:pt x="9395" y="10028"/>
                        </a:cubicBezTo>
                        <a:cubicBezTo>
                          <a:pt x="13532" y="8997"/>
                          <a:pt x="17853" y="8481"/>
                          <a:pt x="22359" y="8481"/>
                        </a:cubicBezTo>
                        <a:cubicBezTo>
                          <a:pt x="30196" y="8481"/>
                          <a:pt x="36169" y="10028"/>
                          <a:pt x="40279" y="13121"/>
                        </a:cubicBezTo>
                        <a:cubicBezTo>
                          <a:pt x="44388" y="16215"/>
                          <a:pt x="46443" y="20716"/>
                          <a:pt x="46443" y="26625"/>
                        </a:cubicBezTo>
                        <a:cubicBezTo>
                          <a:pt x="46443" y="32085"/>
                          <a:pt x="44534" y="36348"/>
                          <a:pt x="40715" y="39415"/>
                        </a:cubicBezTo>
                        <a:cubicBezTo>
                          <a:pt x="36896" y="42495"/>
                          <a:pt x="31583" y="44035"/>
                          <a:pt x="24778" y="44035"/>
                        </a:cubicBezTo>
                        <a:lnTo>
                          <a:pt x="13994" y="44035"/>
                        </a:lnTo>
                        <a:lnTo>
                          <a:pt x="13994" y="54327"/>
                        </a:lnTo>
                        <a:lnTo>
                          <a:pt x="25273" y="54327"/>
                        </a:lnTo>
                        <a:cubicBezTo>
                          <a:pt x="31418" y="54327"/>
                          <a:pt x="36122" y="55556"/>
                          <a:pt x="39387" y="58015"/>
                        </a:cubicBezTo>
                        <a:cubicBezTo>
                          <a:pt x="42651" y="60474"/>
                          <a:pt x="44283" y="64017"/>
                          <a:pt x="44283" y="68644"/>
                        </a:cubicBezTo>
                        <a:cubicBezTo>
                          <a:pt x="44283" y="73390"/>
                          <a:pt x="42598" y="77032"/>
                          <a:pt x="39228" y="79570"/>
                        </a:cubicBezTo>
                        <a:cubicBezTo>
                          <a:pt x="35871" y="82121"/>
                          <a:pt x="31055" y="83397"/>
                          <a:pt x="24778" y="83397"/>
                        </a:cubicBezTo>
                        <a:cubicBezTo>
                          <a:pt x="21342" y="83397"/>
                          <a:pt x="17661" y="83020"/>
                          <a:pt x="13737" y="82267"/>
                        </a:cubicBezTo>
                        <a:cubicBezTo>
                          <a:pt x="9812" y="81526"/>
                          <a:pt x="5497" y="80376"/>
                          <a:pt x="793" y="78816"/>
                        </a:cubicBezTo>
                        <a:lnTo>
                          <a:pt x="793" y="89960"/>
                        </a:lnTo>
                        <a:cubicBezTo>
                          <a:pt x="5550" y="91282"/>
                          <a:pt x="10003" y="92274"/>
                          <a:pt x="14153" y="92935"/>
                        </a:cubicBezTo>
                        <a:cubicBezTo>
                          <a:pt x="18302" y="93596"/>
                          <a:pt x="22214" y="93926"/>
                          <a:pt x="25888" y="93926"/>
                        </a:cubicBezTo>
                        <a:cubicBezTo>
                          <a:pt x="35389" y="93926"/>
                          <a:pt x="42902" y="91765"/>
                          <a:pt x="48425" y="87442"/>
                        </a:cubicBezTo>
                        <a:cubicBezTo>
                          <a:pt x="53962" y="83132"/>
                          <a:pt x="56731" y="77303"/>
                          <a:pt x="56731" y="69953"/>
                        </a:cubicBezTo>
                        <a:cubicBezTo>
                          <a:pt x="56731" y="64823"/>
                          <a:pt x="55264" y="60494"/>
                          <a:pt x="52330" y="56964"/>
                        </a:cubicBezTo>
                        <a:cubicBezTo>
                          <a:pt x="49397" y="53435"/>
                          <a:pt x="45227" y="50989"/>
                          <a:pt x="39823" y="4962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0" name="Freeform: Shape 69">
                    <a:extLst>
                      <a:ext uri="{FF2B5EF4-FFF2-40B4-BE49-F238E27FC236}">
                        <a16:creationId xmlns:a16="http://schemas.microsoft.com/office/drawing/2014/main" id="{81D94AE1-30BF-56D0-2014-B24C4B4A71B8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505510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4012 h 95994"/>
                      <a:gd name="connsiteX1" fmla="*/ 15437 w 63926"/>
                      <a:gd name="connsiteY1" fmla="*/ 74493 h 95994"/>
                      <a:gd name="connsiteX2" fmla="*/ 10580 w 63926"/>
                      <a:gd name="connsiteY2" fmla="*/ 45899 h 95994"/>
                      <a:gd name="connsiteX3" fmla="*/ 15437 w 63926"/>
                      <a:gd name="connsiteY3" fmla="*/ 17365 h 95994"/>
                      <a:gd name="connsiteX4" fmla="*/ 29966 w 63926"/>
                      <a:gd name="connsiteY4" fmla="*/ 7847 h 95994"/>
                      <a:gd name="connsiteX5" fmla="*/ 44556 w 63926"/>
                      <a:gd name="connsiteY5" fmla="*/ 17365 h 95994"/>
                      <a:gd name="connsiteX6" fmla="*/ 49432 w 63926"/>
                      <a:gd name="connsiteY6" fmla="*/ 45899 h 95994"/>
                      <a:gd name="connsiteX7" fmla="*/ 44556 w 63926"/>
                      <a:gd name="connsiteY7" fmla="*/ 74493 h 95994"/>
                      <a:gd name="connsiteX8" fmla="*/ 29966 w 63926"/>
                      <a:gd name="connsiteY8" fmla="*/ 84012 h 95994"/>
                      <a:gd name="connsiteX9" fmla="*/ 29966 w 63926"/>
                      <a:gd name="connsiteY9" fmla="*/ 93926 h 95994"/>
                      <a:gd name="connsiteX10" fmla="*/ 53733 w 63926"/>
                      <a:gd name="connsiteY10" fmla="*/ 81612 h 95994"/>
                      <a:gd name="connsiteX11" fmla="*/ 61940 w 63926"/>
                      <a:gd name="connsiteY11" fmla="*/ 45899 h 95994"/>
                      <a:gd name="connsiteX12" fmla="*/ 53733 w 63926"/>
                      <a:gd name="connsiteY12" fmla="*/ 10226 h 95994"/>
                      <a:gd name="connsiteX13" fmla="*/ 29966 w 63926"/>
                      <a:gd name="connsiteY13" fmla="*/ -2068 h 95994"/>
                      <a:gd name="connsiteX14" fmla="*/ 6219 w 63926"/>
                      <a:gd name="connsiteY14" fmla="*/ 10226 h 95994"/>
                      <a:gd name="connsiteX15" fmla="*/ -1987 w 63926"/>
                      <a:gd name="connsiteY15" fmla="*/ 45899 h 95994"/>
                      <a:gd name="connsiteX16" fmla="*/ 6219 w 63926"/>
                      <a:gd name="connsiteY16" fmla="*/ 81612 h 95994"/>
                      <a:gd name="connsiteX17" fmla="*/ 29966 w 63926"/>
                      <a:gd name="connsiteY17" fmla="*/ 9392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4012"/>
                        </a:moveTo>
                        <a:cubicBezTo>
                          <a:pt x="23531" y="84012"/>
                          <a:pt x="18688" y="80839"/>
                          <a:pt x="15437" y="74493"/>
                        </a:cubicBezTo>
                        <a:cubicBezTo>
                          <a:pt x="12199" y="68161"/>
                          <a:pt x="10580" y="58630"/>
                          <a:pt x="10580" y="45899"/>
                        </a:cubicBezTo>
                        <a:cubicBezTo>
                          <a:pt x="10580" y="33222"/>
                          <a:pt x="12199" y="23710"/>
                          <a:pt x="15437" y="17365"/>
                        </a:cubicBezTo>
                        <a:cubicBezTo>
                          <a:pt x="18688" y="11020"/>
                          <a:pt x="23531" y="7847"/>
                          <a:pt x="29966" y="7847"/>
                        </a:cubicBezTo>
                        <a:cubicBezTo>
                          <a:pt x="36455" y="7847"/>
                          <a:pt x="41318" y="11020"/>
                          <a:pt x="44556" y="17365"/>
                        </a:cubicBezTo>
                        <a:cubicBezTo>
                          <a:pt x="47806" y="23710"/>
                          <a:pt x="49432" y="33222"/>
                          <a:pt x="49432" y="45899"/>
                        </a:cubicBezTo>
                        <a:cubicBezTo>
                          <a:pt x="49432" y="58630"/>
                          <a:pt x="47806" y="68161"/>
                          <a:pt x="44556" y="74493"/>
                        </a:cubicBezTo>
                        <a:cubicBezTo>
                          <a:pt x="41318" y="80839"/>
                          <a:pt x="36455" y="84012"/>
                          <a:pt x="29966" y="84012"/>
                        </a:cubicBezTo>
                        <a:close/>
                        <a:moveTo>
                          <a:pt x="29966" y="93926"/>
                        </a:moveTo>
                        <a:cubicBezTo>
                          <a:pt x="40340" y="93926"/>
                          <a:pt x="48262" y="89822"/>
                          <a:pt x="53733" y="81612"/>
                        </a:cubicBezTo>
                        <a:cubicBezTo>
                          <a:pt x="59204" y="73416"/>
                          <a:pt x="61940" y="61512"/>
                          <a:pt x="61940" y="45899"/>
                        </a:cubicBezTo>
                        <a:cubicBezTo>
                          <a:pt x="61940" y="30327"/>
                          <a:pt x="59204" y="18436"/>
                          <a:pt x="53733" y="10226"/>
                        </a:cubicBezTo>
                        <a:cubicBezTo>
                          <a:pt x="48262" y="2030"/>
                          <a:pt x="40340" y="-2068"/>
                          <a:pt x="29966" y="-2068"/>
                        </a:cubicBezTo>
                        <a:cubicBezTo>
                          <a:pt x="19606" y="-2068"/>
                          <a:pt x="11690" y="2030"/>
                          <a:pt x="6219" y="10226"/>
                        </a:cubicBezTo>
                        <a:cubicBezTo>
                          <a:pt x="748" y="18436"/>
                          <a:pt x="-1987" y="30327"/>
                          <a:pt x="-1987" y="45899"/>
                        </a:cubicBezTo>
                        <a:cubicBezTo>
                          <a:pt x="-1987" y="61512"/>
                          <a:pt x="748" y="73416"/>
                          <a:pt x="6219" y="81612"/>
                        </a:cubicBezTo>
                        <a:cubicBezTo>
                          <a:pt x="11690" y="89822"/>
                          <a:pt x="19606" y="93926"/>
                          <a:pt x="29966" y="9392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71" name="Graphic 2">
                <a:extLst>
                  <a:ext uri="{FF2B5EF4-FFF2-40B4-BE49-F238E27FC236}">
                    <a16:creationId xmlns:a16="http://schemas.microsoft.com/office/drawing/2014/main" id="{EC1639B7-331D-6C69-A281-7765443DB11E}"/>
                  </a:ext>
                </a:extLst>
              </p:cNvPr>
              <p:cNvGrpSpPr/>
              <p:nvPr/>
            </p:nvGrpSpPr>
            <p:grpSpPr>
              <a:xfrm>
                <a:off x="3581391" y="4073523"/>
                <a:ext cx="321159" cy="95994"/>
                <a:chOff x="3581391" y="4073523"/>
                <a:chExt cx="321159" cy="95994"/>
              </a:xfrm>
              <a:solidFill>
                <a:srgbClr val="000000"/>
              </a:solidFill>
            </p:grpSpPr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1EF26A78-9CB2-92D8-7E4B-6BCCFD7F61AB}"/>
                    </a:ext>
                  </a:extLst>
                </p:cNvPr>
                <p:cNvSpPr/>
                <p:nvPr/>
              </p:nvSpPr>
              <p:spPr>
                <a:xfrm>
                  <a:off x="3858149" y="4119497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227 h 12690"/>
                    <a:gd name="connsiteX1" fmla="*/ 58 w 44401"/>
                    <a:gd name="connsiteY1" fmla="*/ 227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227"/>
                      </a:moveTo>
                      <a:lnTo>
                        <a:pt x="58" y="227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73" name="Graphic 2">
                  <a:extLst>
                    <a:ext uri="{FF2B5EF4-FFF2-40B4-BE49-F238E27FC236}">
                      <a16:creationId xmlns:a16="http://schemas.microsoft.com/office/drawing/2014/main" id="{9667D2CF-7CC0-82BA-D7EB-F09F6CC8C28A}"/>
                    </a:ext>
                  </a:extLst>
                </p:cNvPr>
                <p:cNvGrpSpPr/>
                <p:nvPr/>
              </p:nvGrpSpPr>
              <p:grpSpPr>
                <a:xfrm>
                  <a:off x="3581391" y="4073523"/>
                  <a:ext cx="223926" cy="95994"/>
                  <a:chOff x="3581391" y="407352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74" name="Freeform: Shape 73">
                    <a:extLst>
                      <a:ext uri="{FF2B5EF4-FFF2-40B4-BE49-F238E27FC236}">
                        <a16:creationId xmlns:a16="http://schemas.microsoft.com/office/drawing/2014/main" id="{531A0C01-3175-C1ED-3596-D807A1BE268C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4075189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69 h 94328"/>
                      <a:gd name="connsiteX1" fmla="*/ 51056 w 59843"/>
                      <a:gd name="connsiteY1" fmla="*/ 92269 h 94328"/>
                      <a:gd name="connsiteX2" fmla="*/ 51056 w 59843"/>
                      <a:gd name="connsiteY2" fmla="*/ 81719 h 94328"/>
                      <a:gd name="connsiteX3" fmla="*/ 13393 w 59843"/>
                      <a:gd name="connsiteY3" fmla="*/ 81719 h 94328"/>
                      <a:gd name="connsiteX4" fmla="*/ 13393 w 59843"/>
                      <a:gd name="connsiteY4" fmla="*/ 59054 h 94328"/>
                      <a:gd name="connsiteX5" fmla="*/ 18825 w 59843"/>
                      <a:gd name="connsiteY5" fmla="*/ 60442 h 94328"/>
                      <a:gd name="connsiteX6" fmla="*/ 24296 w 59843"/>
                      <a:gd name="connsiteY6" fmla="*/ 60899 h 94328"/>
                      <a:gd name="connsiteX7" fmla="*/ 48816 w 59843"/>
                      <a:gd name="connsiteY7" fmla="*/ 52412 h 94328"/>
                      <a:gd name="connsiteX8" fmla="*/ 57874 w 59843"/>
                      <a:gd name="connsiteY8" fmla="*/ 29429 h 94328"/>
                      <a:gd name="connsiteX9" fmla="*/ 48578 w 59843"/>
                      <a:gd name="connsiteY9" fmla="*/ 6209 h 94328"/>
                      <a:gd name="connsiteX10" fmla="*/ 22373 w 59843"/>
                      <a:gd name="connsiteY10" fmla="*/ -2060 h 94328"/>
                      <a:gd name="connsiteX11" fmla="*/ 10499 w 59843"/>
                      <a:gd name="connsiteY11" fmla="*/ -1068 h 94328"/>
                      <a:gd name="connsiteX12" fmla="*/ -1969 w 59843"/>
                      <a:gd name="connsiteY12" fmla="*/ 1906 h 94328"/>
                      <a:gd name="connsiteX13" fmla="*/ -1969 w 59843"/>
                      <a:gd name="connsiteY13" fmla="*/ 14498 h 94328"/>
                      <a:gd name="connsiteX14" fmla="*/ 9548 w 59843"/>
                      <a:gd name="connsiteY14" fmla="*/ 9977 h 94328"/>
                      <a:gd name="connsiteX15" fmla="*/ 22115 w 59843"/>
                      <a:gd name="connsiteY15" fmla="*/ 8489 h 94328"/>
                      <a:gd name="connsiteX16" fmla="*/ 39083 w 59843"/>
                      <a:gd name="connsiteY16" fmla="*/ 14121 h 94328"/>
                      <a:gd name="connsiteX17" fmla="*/ 45347 w 59843"/>
                      <a:gd name="connsiteY17" fmla="*/ 29429 h 94328"/>
                      <a:gd name="connsiteX18" fmla="*/ 39083 w 59843"/>
                      <a:gd name="connsiteY18" fmla="*/ 44718 h 94328"/>
                      <a:gd name="connsiteX19" fmla="*/ 22115 w 59843"/>
                      <a:gd name="connsiteY19" fmla="*/ 50369 h 94328"/>
                      <a:gd name="connsiteX20" fmla="*/ 12105 w 59843"/>
                      <a:gd name="connsiteY20" fmla="*/ 49259 h 94328"/>
                      <a:gd name="connsiteX21" fmla="*/ 1936 w 59843"/>
                      <a:gd name="connsiteY21" fmla="*/ 45789 h 94328"/>
                      <a:gd name="connsiteX22" fmla="*/ 1936 w 59843"/>
                      <a:gd name="connsiteY22" fmla="*/ 92269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69"/>
                        </a:moveTo>
                        <a:lnTo>
                          <a:pt x="51056" y="92269"/>
                        </a:lnTo>
                        <a:lnTo>
                          <a:pt x="51056" y="81719"/>
                        </a:lnTo>
                        <a:lnTo>
                          <a:pt x="13393" y="81719"/>
                        </a:lnTo>
                        <a:lnTo>
                          <a:pt x="13393" y="59054"/>
                        </a:lnTo>
                        <a:cubicBezTo>
                          <a:pt x="15204" y="59676"/>
                          <a:pt x="17014" y="60138"/>
                          <a:pt x="18825" y="60442"/>
                        </a:cubicBezTo>
                        <a:cubicBezTo>
                          <a:pt x="20648" y="60746"/>
                          <a:pt x="22472" y="60899"/>
                          <a:pt x="24296" y="60899"/>
                        </a:cubicBezTo>
                        <a:cubicBezTo>
                          <a:pt x="34616" y="60899"/>
                          <a:pt x="42790" y="58070"/>
                          <a:pt x="48816" y="52412"/>
                        </a:cubicBezTo>
                        <a:cubicBezTo>
                          <a:pt x="54855" y="46754"/>
                          <a:pt x="57874" y="39093"/>
                          <a:pt x="57874" y="29429"/>
                        </a:cubicBezTo>
                        <a:cubicBezTo>
                          <a:pt x="57874" y="19475"/>
                          <a:pt x="54776" y="11735"/>
                          <a:pt x="48578" y="6209"/>
                        </a:cubicBezTo>
                        <a:cubicBezTo>
                          <a:pt x="42380" y="696"/>
                          <a:pt x="33645" y="-2060"/>
                          <a:pt x="22373" y="-2060"/>
                        </a:cubicBezTo>
                        <a:cubicBezTo>
                          <a:pt x="18488" y="-2060"/>
                          <a:pt x="14530" y="-1729"/>
                          <a:pt x="10499" y="-1068"/>
                        </a:cubicBezTo>
                        <a:cubicBezTo>
                          <a:pt x="6482" y="-407"/>
                          <a:pt x="2326" y="584"/>
                          <a:pt x="-1969" y="1906"/>
                        </a:cubicBezTo>
                        <a:lnTo>
                          <a:pt x="-1969" y="14498"/>
                        </a:lnTo>
                        <a:cubicBezTo>
                          <a:pt x="1745" y="12475"/>
                          <a:pt x="5583" y="10968"/>
                          <a:pt x="9548" y="9977"/>
                        </a:cubicBezTo>
                        <a:cubicBezTo>
                          <a:pt x="13512" y="8985"/>
                          <a:pt x="17701" y="8489"/>
                          <a:pt x="22115" y="8489"/>
                        </a:cubicBezTo>
                        <a:cubicBezTo>
                          <a:pt x="29264" y="8489"/>
                          <a:pt x="34920" y="10367"/>
                          <a:pt x="39083" y="14121"/>
                        </a:cubicBezTo>
                        <a:cubicBezTo>
                          <a:pt x="43259" y="17875"/>
                          <a:pt x="45347" y="22978"/>
                          <a:pt x="45347" y="29429"/>
                        </a:cubicBezTo>
                        <a:cubicBezTo>
                          <a:pt x="45347" y="35867"/>
                          <a:pt x="43259" y="40963"/>
                          <a:pt x="39083" y="44718"/>
                        </a:cubicBezTo>
                        <a:cubicBezTo>
                          <a:pt x="34920" y="48485"/>
                          <a:pt x="29264" y="50369"/>
                          <a:pt x="22115" y="50369"/>
                        </a:cubicBezTo>
                        <a:cubicBezTo>
                          <a:pt x="18772" y="50369"/>
                          <a:pt x="15435" y="49999"/>
                          <a:pt x="12105" y="49259"/>
                        </a:cubicBezTo>
                        <a:cubicBezTo>
                          <a:pt x="8788" y="48518"/>
                          <a:pt x="5398" y="47362"/>
                          <a:pt x="1936" y="45789"/>
                        </a:cubicBezTo>
                        <a:lnTo>
                          <a:pt x="1936" y="9226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5" name="Freeform: Shape 74">
                    <a:extLst>
                      <a:ext uri="{FF2B5EF4-FFF2-40B4-BE49-F238E27FC236}">
                        <a16:creationId xmlns:a16="http://schemas.microsoft.com/office/drawing/2014/main" id="{563E9198-D7CF-659B-316A-B996DAFD04E3}"/>
                      </a:ext>
                    </a:extLst>
                  </p:cNvPr>
                  <p:cNvSpPr/>
                  <p:nvPr/>
                </p:nvSpPr>
                <p:spPr>
                  <a:xfrm flipV="1">
                    <a:off x="3658517" y="4075189"/>
                    <a:ext cx="67395" cy="92524"/>
                  </a:xfrm>
                  <a:custGeom>
                    <a:avLst/>
                    <a:gdLst>
                      <a:gd name="connsiteX0" fmla="*/ 39774 w 67395"/>
                      <a:gd name="connsiteY0" fmla="*/ 79512 h 92524"/>
                      <a:gd name="connsiteX1" fmla="*/ 8177 w 67395"/>
                      <a:gd name="connsiteY1" fmla="*/ 30117 h 92524"/>
                      <a:gd name="connsiteX2" fmla="*/ 39774 w 67395"/>
                      <a:gd name="connsiteY2" fmla="*/ 30117 h 92524"/>
                      <a:gd name="connsiteX3" fmla="*/ 39774 w 67395"/>
                      <a:gd name="connsiteY3" fmla="*/ 79512 h 92524"/>
                      <a:gd name="connsiteX4" fmla="*/ 36483 w 67395"/>
                      <a:gd name="connsiteY4" fmla="*/ 90419 h 92524"/>
                      <a:gd name="connsiteX5" fmla="*/ 52222 w 67395"/>
                      <a:gd name="connsiteY5" fmla="*/ 90419 h 92524"/>
                      <a:gd name="connsiteX6" fmla="*/ 52222 w 67395"/>
                      <a:gd name="connsiteY6" fmla="*/ 30117 h 92524"/>
                      <a:gd name="connsiteX7" fmla="*/ 65424 w 67395"/>
                      <a:gd name="connsiteY7" fmla="*/ 30117 h 92524"/>
                      <a:gd name="connsiteX8" fmla="*/ 65424 w 67395"/>
                      <a:gd name="connsiteY8" fmla="*/ 19707 h 92524"/>
                      <a:gd name="connsiteX9" fmla="*/ 52222 w 67395"/>
                      <a:gd name="connsiteY9" fmla="*/ 19707 h 92524"/>
                      <a:gd name="connsiteX10" fmla="*/ 52222 w 67395"/>
                      <a:gd name="connsiteY10" fmla="*/ -2105 h 92524"/>
                      <a:gd name="connsiteX11" fmla="*/ 39774 w 67395"/>
                      <a:gd name="connsiteY11" fmla="*/ -2105 h 92524"/>
                      <a:gd name="connsiteX12" fmla="*/ 39774 w 67395"/>
                      <a:gd name="connsiteY12" fmla="*/ 19707 h 92524"/>
                      <a:gd name="connsiteX13" fmla="*/ -1972 w 67395"/>
                      <a:gd name="connsiteY13" fmla="*/ 19707 h 92524"/>
                      <a:gd name="connsiteX14" fmla="*/ -1972 w 67395"/>
                      <a:gd name="connsiteY14" fmla="*/ 31783 h 92524"/>
                      <a:gd name="connsiteX15" fmla="*/ 36483 w 67395"/>
                      <a:gd name="connsiteY15" fmla="*/ 90419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774" y="79512"/>
                        </a:moveTo>
                        <a:lnTo>
                          <a:pt x="8177" y="30117"/>
                        </a:lnTo>
                        <a:lnTo>
                          <a:pt x="39774" y="30117"/>
                        </a:lnTo>
                        <a:lnTo>
                          <a:pt x="39774" y="79512"/>
                        </a:lnTo>
                        <a:close/>
                        <a:moveTo>
                          <a:pt x="36483" y="90419"/>
                        </a:moveTo>
                        <a:lnTo>
                          <a:pt x="52222" y="90419"/>
                        </a:lnTo>
                        <a:lnTo>
                          <a:pt x="52222" y="30117"/>
                        </a:lnTo>
                        <a:lnTo>
                          <a:pt x="65424" y="30117"/>
                        </a:lnTo>
                        <a:lnTo>
                          <a:pt x="65424" y="19707"/>
                        </a:lnTo>
                        <a:lnTo>
                          <a:pt x="52222" y="19707"/>
                        </a:lnTo>
                        <a:lnTo>
                          <a:pt x="52222" y="-2105"/>
                        </a:lnTo>
                        <a:lnTo>
                          <a:pt x="39774" y="-2105"/>
                        </a:lnTo>
                        <a:lnTo>
                          <a:pt x="39774" y="19707"/>
                        </a:lnTo>
                        <a:lnTo>
                          <a:pt x="-1972" y="19707"/>
                        </a:lnTo>
                        <a:lnTo>
                          <a:pt x="-1972" y="31783"/>
                        </a:lnTo>
                        <a:lnTo>
                          <a:pt x="36483" y="904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6" name="Freeform: Shape 75">
                    <a:extLst>
                      <a:ext uri="{FF2B5EF4-FFF2-40B4-BE49-F238E27FC236}">
                        <a16:creationId xmlns:a16="http://schemas.microsoft.com/office/drawing/2014/main" id="{1B22F6B0-CEF3-6939-FD90-E57B1A4E9016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4073523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78 h 95994"/>
                      <a:gd name="connsiteX1" fmla="*/ 15437 w 63926"/>
                      <a:gd name="connsiteY1" fmla="*/ 74459 h 95994"/>
                      <a:gd name="connsiteX2" fmla="*/ 10580 w 63926"/>
                      <a:gd name="connsiteY2" fmla="*/ 45865 h 95994"/>
                      <a:gd name="connsiteX3" fmla="*/ 15437 w 63926"/>
                      <a:gd name="connsiteY3" fmla="*/ 17331 h 95994"/>
                      <a:gd name="connsiteX4" fmla="*/ 29966 w 63926"/>
                      <a:gd name="connsiteY4" fmla="*/ 7813 h 95994"/>
                      <a:gd name="connsiteX5" fmla="*/ 44556 w 63926"/>
                      <a:gd name="connsiteY5" fmla="*/ 17331 h 95994"/>
                      <a:gd name="connsiteX6" fmla="*/ 49432 w 63926"/>
                      <a:gd name="connsiteY6" fmla="*/ 45865 h 95994"/>
                      <a:gd name="connsiteX7" fmla="*/ 44556 w 63926"/>
                      <a:gd name="connsiteY7" fmla="*/ 74459 h 95994"/>
                      <a:gd name="connsiteX8" fmla="*/ 29966 w 63926"/>
                      <a:gd name="connsiteY8" fmla="*/ 83978 h 95994"/>
                      <a:gd name="connsiteX9" fmla="*/ 29966 w 63926"/>
                      <a:gd name="connsiteY9" fmla="*/ 93892 h 95994"/>
                      <a:gd name="connsiteX10" fmla="*/ 53733 w 63926"/>
                      <a:gd name="connsiteY10" fmla="*/ 81578 h 95994"/>
                      <a:gd name="connsiteX11" fmla="*/ 61940 w 63926"/>
                      <a:gd name="connsiteY11" fmla="*/ 45865 h 95994"/>
                      <a:gd name="connsiteX12" fmla="*/ 53733 w 63926"/>
                      <a:gd name="connsiteY12" fmla="*/ 10192 h 95994"/>
                      <a:gd name="connsiteX13" fmla="*/ 29966 w 63926"/>
                      <a:gd name="connsiteY13" fmla="*/ -2102 h 95994"/>
                      <a:gd name="connsiteX14" fmla="*/ 6219 w 63926"/>
                      <a:gd name="connsiteY14" fmla="*/ 10192 h 95994"/>
                      <a:gd name="connsiteX15" fmla="*/ -1987 w 63926"/>
                      <a:gd name="connsiteY15" fmla="*/ 45865 h 95994"/>
                      <a:gd name="connsiteX16" fmla="*/ 6219 w 63926"/>
                      <a:gd name="connsiteY16" fmla="*/ 81578 h 95994"/>
                      <a:gd name="connsiteX17" fmla="*/ 29966 w 63926"/>
                      <a:gd name="connsiteY17" fmla="*/ 9389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78"/>
                        </a:moveTo>
                        <a:cubicBezTo>
                          <a:pt x="23531" y="83978"/>
                          <a:pt x="18688" y="80805"/>
                          <a:pt x="15437" y="74459"/>
                        </a:cubicBezTo>
                        <a:cubicBezTo>
                          <a:pt x="12199" y="68127"/>
                          <a:pt x="10580" y="58596"/>
                          <a:pt x="10580" y="45865"/>
                        </a:cubicBezTo>
                        <a:cubicBezTo>
                          <a:pt x="10580" y="33188"/>
                          <a:pt x="12199" y="23676"/>
                          <a:pt x="15437" y="17331"/>
                        </a:cubicBezTo>
                        <a:cubicBezTo>
                          <a:pt x="18688" y="10985"/>
                          <a:pt x="23531" y="7813"/>
                          <a:pt x="29966" y="7813"/>
                        </a:cubicBezTo>
                        <a:cubicBezTo>
                          <a:pt x="36455" y="7813"/>
                          <a:pt x="41318" y="10985"/>
                          <a:pt x="44556" y="17331"/>
                        </a:cubicBezTo>
                        <a:cubicBezTo>
                          <a:pt x="47806" y="23676"/>
                          <a:pt x="49432" y="33188"/>
                          <a:pt x="49432" y="45865"/>
                        </a:cubicBezTo>
                        <a:cubicBezTo>
                          <a:pt x="49432" y="58596"/>
                          <a:pt x="47806" y="68127"/>
                          <a:pt x="44556" y="74459"/>
                        </a:cubicBezTo>
                        <a:cubicBezTo>
                          <a:pt x="41318" y="80805"/>
                          <a:pt x="36455" y="83978"/>
                          <a:pt x="29966" y="83978"/>
                        </a:cubicBezTo>
                        <a:close/>
                        <a:moveTo>
                          <a:pt x="29966" y="93892"/>
                        </a:moveTo>
                        <a:cubicBezTo>
                          <a:pt x="40340" y="93892"/>
                          <a:pt x="48262" y="89788"/>
                          <a:pt x="53733" y="81578"/>
                        </a:cubicBezTo>
                        <a:cubicBezTo>
                          <a:pt x="59204" y="73382"/>
                          <a:pt x="61940" y="61478"/>
                          <a:pt x="61940" y="45865"/>
                        </a:cubicBezTo>
                        <a:cubicBezTo>
                          <a:pt x="61940" y="30293"/>
                          <a:pt x="59204" y="18402"/>
                          <a:pt x="53733" y="10192"/>
                        </a:cubicBezTo>
                        <a:cubicBezTo>
                          <a:pt x="48262" y="1996"/>
                          <a:pt x="40340" y="-2102"/>
                          <a:pt x="29966" y="-2102"/>
                        </a:cubicBezTo>
                        <a:cubicBezTo>
                          <a:pt x="19606" y="-2102"/>
                          <a:pt x="11690" y="1996"/>
                          <a:pt x="6219" y="10192"/>
                        </a:cubicBezTo>
                        <a:cubicBezTo>
                          <a:pt x="748" y="18402"/>
                          <a:pt x="-1987" y="30293"/>
                          <a:pt x="-1987" y="45865"/>
                        </a:cubicBezTo>
                        <a:cubicBezTo>
                          <a:pt x="-1987" y="61478"/>
                          <a:pt x="748" y="73382"/>
                          <a:pt x="6219" y="81578"/>
                        </a:cubicBezTo>
                        <a:cubicBezTo>
                          <a:pt x="11690" y="89788"/>
                          <a:pt x="19606" y="93892"/>
                          <a:pt x="29966" y="9389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77" name="Graphic 2">
                <a:extLst>
                  <a:ext uri="{FF2B5EF4-FFF2-40B4-BE49-F238E27FC236}">
                    <a16:creationId xmlns:a16="http://schemas.microsoft.com/office/drawing/2014/main" id="{0148ADF0-2B71-1B4F-8B7A-69AC593325E5}"/>
                  </a:ext>
                </a:extLst>
              </p:cNvPr>
              <p:cNvGrpSpPr/>
              <p:nvPr/>
            </p:nvGrpSpPr>
            <p:grpSpPr>
              <a:xfrm>
                <a:off x="3581391" y="3641535"/>
                <a:ext cx="321159" cy="95994"/>
                <a:chOff x="3581391" y="3641535"/>
                <a:chExt cx="321159" cy="95994"/>
              </a:xfrm>
              <a:solidFill>
                <a:srgbClr val="000000"/>
              </a:solidFill>
            </p:grpSpPr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F9632397-14E7-4816-7128-2FDA35324DF4}"/>
                    </a:ext>
                  </a:extLst>
                </p:cNvPr>
                <p:cNvSpPr/>
                <p:nvPr/>
              </p:nvSpPr>
              <p:spPr>
                <a:xfrm>
                  <a:off x="3858149" y="3687510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93 h 12690"/>
                    <a:gd name="connsiteX1" fmla="*/ 58 w 44401"/>
                    <a:gd name="connsiteY1" fmla="*/ 193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93"/>
                      </a:moveTo>
                      <a:lnTo>
                        <a:pt x="58" y="193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79" name="Graphic 2">
                  <a:extLst>
                    <a:ext uri="{FF2B5EF4-FFF2-40B4-BE49-F238E27FC236}">
                      <a16:creationId xmlns:a16="http://schemas.microsoft.com/office/drawing/2014/main" id="{5C989079-0FDB-53A8-8132-9EBF57DAE953}"/>
                    </a:ext>
                  </a:extLst>
                </p:cNvPr>
                <p:cNvGrpSpPr/>
                <p:nvPr/>
              </p:nvGrpSpPr>
              <p:grpSpPr>
                <a:xfrm>
                  <a:off x="3581391" y="3641535"/>
                  <a:ext cx="223926" cy="95994"/>
                  <a:chOff x="3581391" y="3641535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80" name="Freeform: Shape 79">
                    <a:extLst>
                      <a:ext uri="{FF2B5EF4-FFF2-40B4-BE49-F238E27FC236}">
                        <a16:creationId xmlns:a16="http://schemas.microsoft.com/office/drawing/2014/main" id="{6DA3C998-92A7-2457-D493-D1483DF5C5CB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3643201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35 h 94328"/>
                      <a:gd name="connsiteX1" fmla="*/ 51056 w 59843"/>
                      <a:gd name="connsiteY1" fmla="*/ 92235 h 94328"/>
                      <a:gd name="connsiteX2" fmla="*/ 51056 w 59843"/>
                      <a:gd name="connsiteY2" fmla="*/ 81685 h 94328"/>
                      <a:gd name="connsiteX3" fmla="*/ 13393 w 59843"/>
                      <a:gd name="connsiteY3" fmla="*/ 81685 h 94328"/>
                      <a:gd name="connsiteX4" fmla="*/ 13393 w 59843"/>
                      <a:gd name="connsiteY4" fmla="*/ 59020 h 94328"/>
                      <a:gd name="connsiteX5" fmla="*/ 18825 w 59843"/>
                      <a:gd name="connsiteY5" fmla="*/ 60408 h 94328"/>
                      <a:gd name="connsiteX6" fmla="*/ 24296 w 59843"/>
                      <a:gd name="connsiteY6" fmla="*/ 60864 h 94328"/>
                      <a:gd name="connsiteX7" fmla="*/ 48816 w 59843"/>
                      <a:gd name="connsiteY7" fmla="*/ 52377 h 94328"/>
                      <a:gd name="connsiteX8" fmla="*/ 57874 w 59843"/>
                      <a:gd name="connsiteY8" fmla="*/ 29395 h 94328"/>
                      <a:gd name="connsiteX9" fmla="*/ 48578 w 59843"/>
                      <a:gd name="connsiteY9" fmla="*/ 6175 h 94328"/>
                      <a:gd name="connsiteX10" fmla="*/ 22373 w 59843"/>
                      <a:gd name="connsiteY10" fmla="*/ -2094 h 94328"/>
                      <a:gd name="connsiteX11" fmla="*/ 10499 w 59843"/>
                      <a:gd name="connsiteY11" fmla="*/ -1102 h 94328"/>
                      <a:gd name="connsiteX12" fmla="*/ -1969 w 59843"/>
                      <a:gd name="connsiteY12" fmla="*/ 1872 h 94328"/>
                      <a:gd name="connsiteX13" fmla="*/ -1969 w 59843"/>
                      <a:gd name="connsiteY13" fmla="*/ 14464 h 94328"/>
                      <a:gd name="connsiteX14" fmla="*/ 9548 w 59843"/>
                      <a:gd name="connsiteY14" fmla="*/ 9943 h 94328"/>
                      <a:gd name="connsiteX15" fmla="*/ 22115 w 59843"/>
                      <a:gd name="connsiteY15" fmla="*/ 8455 h 94328"/>
                      <a:gd name="connsiteX16" fmla="*/ 39083 w 59843"/>
                      <a:gd name="connsiteY16" fmla="*/ 14087 h 94328"/>
                      <a:gd name="connsiteX17" fmla="*/ 45347 w 59843"/>
                      <a:gd name="connsiteY17" fmla="*/ 29395 h 94328"/>
                      <a:gd name="connsiteX18" fmla="*/ 39083 w 59843"/>
                      <a:gd name="connsiteY18" fmla="*/ 44684 h 94328"/>
                      <a:gd name="connsiteX19" fmla="*/ 22115 w 59843"/>
                      <a:gd name="connsiteY19" fmla="*/ 50335 h 94328"/>
                      <a:gd name="connsiteX20" fmla="*/ 12105 w 59843"/>
                      <a:gd name="connsiteY20" fmla="*/ 49225 h 94328"/>
                      <a:gd name="connsiteX21" fmla="*/ 1936 w 59843"/>
                      <a:gd name="connsiteY21" fmla="*/ 45754 h 94328"/>
                      <a:gd name="connsiteX22" fmla="*/ 1936 w 59843"/>
                      <a:gd name="connsiteY22" fmla="*/ 92235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35"/>
                        </a:moveTo>
                        <a:lnTo>
                          <a:pt x="51056" y="92235"/>
                        </a:lnTo>
                        <a:lnTo>
                          <a:pt x="51056" y="81685"/>
                        </a:lnTo>
                        <a:lnTo>
                          <a:pt x="13393" y="81685"/>
                        </a:lnTo>
                        <a:lnTo>
                          <a:pt x="13393" y="59020"/>
                        </a:lnTo>
                        <a:cubicBezTo>
                          <a:pt x="15204" y="59642"/>
                          <a:pt x="17014" y="60104"/>
                          <a:pt x="18825" y="60408"/>
                        </a:cubicBezTo>
                        <a:cubicBezTo>
                          <a:pt x="20648" y="60712"/>
                          <a:pt x="22472" y="60864"/>
                          <a:pt x="24296" y="60864"/>
                        </a:cubicBezTo>
                        <a:cubicBezTo>
                          <a:pt x="34616" y="60864"/>
                          <a:pt x="42790" y="58035"/>
                          <a:pt x="48816" y="52377"/>
                        </a:cubicBezTo>
                        <a:cubicBezTo>
                          <a:pt x="54855" y="46720"/>
                          <a:pt x="57874" y="39059"/>
                          <a:pt x="57874" y="29395"/>
                        </a:cubicBezTo>
                        <a:cubicBezTo>
                          <a:pt x="57874" y="19441"/>
                          <a:pt x="54776" y="11701"/>
                          <a:pt x="48578" y="6175"/>
                        </a:cubicBezTo>
                        <a:cubicBezTo>
                          <a:pt x="42380" y="662"/>
                          <a:pt x="33645" y="-2094"/>
                          <a:pt x="22373" y="-2094"/>
                        </a:cubicBezTo>
                        <a:cubicBezTo>
                          <a:pt x="18488" y="-2094"/>
                          <a:pt x="14530" y="-1763"/>
                          <a:pt x="10499" y="-1102"/>
                        </a:cubicBezTo>
                        <a:cubicBezTo>
                          <a:pt x="6482" y="-441"/>
                          <a:pt x="2326" y="550"/>
                          <a:pt x="-1969" y="1872"/>
                        </a:cubicBezTo>
                        <a:lnTo>
                          <a:pt x="-1969" y="14464"/>
                        </a:lnTo>
                        <a:cubicBezTo>
                          <a:pt x="1745" y="12441"/>
                          <a:pt x="5583" y="10934"/>
                          <a:pt x="9548" y="9943"/>
                        </a:cubicBezTo>
                        <a:cubicBezTo>
                          <a:pt x="13512" y="8951"/>
                          <a:pt x="17701" y="8455"/>
                          <a:pt x="22115" y="8455"/>
                        </a:cubicBezTo>
                        <a:cubicBezTo>
                          <a:pt x="29264" y="8455"/>
                          <a:pt x="34920" y="10333"/>
                          <a:pt x="39083" y="14087"/>
                        </a:cubicBezTo>
                        <a:cubicBezTo>
                          <a:pt x="43259" y="17841"/>
                          <a:pt x="45347" y="22944"/>
                          <a:pt x="45347" y="29395"/>
                        </a:cubicBezTo>
                        <a:cubicBezTo>
                          <a:pt x="45347" y="35833"/>
                          <a:pt x="43259" y="40929"/>
                          <a:pt x="39083" y="44684"/>
                        </a:cubicBezTo>
                        <a:cubicBezTo>
                          <a:pt x="34920" y="48451"/>
                          <a:pt x="29264" y="50335"/>
                          <a:pt x="22115" y="50335"/>
                        </a:cubicBezTo>
                        <a:cubicBezTo>
                          <a:pt x="18772" y="50335"/>
                          <a:pt x="15435" y="49965"/>
                          <a:pt x="12105" y="49225"/>
                        </a:cubicBezTo>
                        <a:cubicBezTo>
                          <a:pt x="8788" y="48484"/>
                          <a:pt x="5398" y="47328"/>
                          <a:pt x="1936" y="45754"/>
                        </a:cubicBezTo>
                        <a:lnTo>
                          <a:pt x="1936" y="922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1" name="Freeform: Shape 80">
                    <a:extLst>
                      <a:ext uri="{FF2B5EF4-FFF2-40B4-BE49-F238E27FC236}">
                        <a16:creationId xmlns:a16="http://schemas.microsoft.com/office/drawing/2014/main" id="{E6372ACB-1175-520C-DA33-231CAAEE21A7}"/>
                      </a:ext>
                    </a:extLst>
                  </p:cNvPr>
                  <p:cNvSpPr/>
                  <p:nvPr/>
                </p:nvSpPr>
                <p:spPr>
                  <a:xfrm flipV="1">
                    <a:off x="3662105" y="3643201"/>
                    <a:ext cx="59843" cy="94328"/>
                  </a:xfrm>
                  <a:custGeom>
                    <a:avLst/>
                    <a:gdLst>
                      <a:gd name="connsiteX0" fmla="*/ 1942 w 59843"/>
                      <a:gd name="connsiteY0" fmla="*/ 92235 h 94328"/>
                      <a:gd name="connsiteX1" fmla="*/ 51062 w 59843"/>
                      <a:gd name="connsiteY1" fmla="*/ 92235 h 94328"/>
                      <a:gd name="connsiteX2" fmla="*/ 51062 w 59843"/>
                      <a:gd name="connsiteY2" fmla="*/ 81685 h 94328"/>
                      <a:gd name="connsiteX3" fmla="*/ 13400 w 59843"/>
                      <a:gd name="connsiteY3" fmla="*/ 81685 h 94328"/>
                      <a:gd name="connsiteX4" fmla="*/ 13400 w 59843"/>
                      <a:gd name="connsiteY4" fmla="*/ 59020 h 94328"/>
                      <a:gd name="connsiteX5" fmla="*/ 18831 w 59843"/>
                      <a:gd name="connsiteY5" fmla="*/ 60408 h 94328"/>
                      <a:gd name="connsiteX6" fmla="*/ 24302 w 59843"/>
                      <a:gd name="connsiteY6" fmla="*/ 60864 h 94328"/>
                      <a:gd name="connsiteX7" fmla="*/ 48822 w 59843"/>
                      <a:gd name="connsiteY7" fmla="*/ 52377 h 94328"/>
                      <a:gd name="connsiteX8" fmla="*/ 57881 w 59843"/>
                      <a:gd name="connsiteY8" fmla="*/ 29395 h 94328"/>
                      <a:gd name="connsiteX9" fmla="*/ 48584 w 59843"/>
                      <a:gd name="connsiteY9" fmla="*/ 6175 h 94328"/>
                      <a:gd name="connsiteX10" fmla="*/ 22379 w 59843"/>
                      <a:gd name="connsiteY10" fmla="*/ -2094 h 94328"/>
                      <a:gd name="connsiteX11" fmla="*/ 10506 w 59843"/>
                      <a:gd name="connsiteY11" fmla="*/ -1102 h 94328"/>
                      <a:gd name="connsiteX12" fmla="*/ -1962 w 59843"/>
                      <a:gd name="connsiteY12" fmla="*/ 1872 h 94328"/>
                      <a:gd name="connsiteX13" fmla="*/ -1962 w 59843"/>
                      <a:gd name="connsiteY13" fmla="*/ 14464 h 94328"/>
                      <a:gd name="connsiteX14" fmla="*/ 9554 w 59843"/>
                      <a:gd name="connsiteY14" fmla="*/ 9943 h 94328"/>
                      <a:gd name="connsiteX15" fmla="*/ 22122 w 59843"/>
                      <a:gd name="connsiteY15" fmla="*/ 8455 h 94328"/>
                      <a:gd name="connsiteX16" fmla="*/ 39089 w 59843"/>
                      <a:gd name="connsiteY16" fmla="*/ 14087 h 94328"/>
                      <a:gd name="connsiteX17" fmla="*/ 45353 w 59843"/>
                      <a:gd name="connsiteY17" fmla="*/ 29395 h 94328"/>
                      <a:gd name="connsiteX18" fmla="*/ 39089 w 59843"/>
                      <a:gd name="connsiteY18" fmla="*/ 44684 h 94328"/>
                      <a:gd name="connsiteX19" fmla="*/ 22122 w 59843"/>
                      <a:gd name="connsiteY19" fmla="*/ 50335 h 94328"/>
                      <a:gd name="connsiteX20" fmla="*/ 12111 w 59843"/>
                      <a:gd name="connsiteY20" fmla="*/ 49225 h 94328"/>
                      <a:gd name="connsiteX21" fmla="*/ 1942 w 59843"/>
                      <a:gd name="connsiteY21" fmla="*/ 45754 h 94328"/>
                      <a:gd name="connsiteX22" fmla="*/ 1942 w 59843"/>
                      <a:gd name="connsiteY22" fmla="*/ 92235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42" y="92235"/>
                        </a:moveTo>
                        <a:lnTo>
                          <a:pt x="51062" y="92235"/>
                        </a:lnTo>
                        <a:lnTo>
                          <a:pt x="51062" y="81685"/>
                        </a:lnTo>
                        <a:lnTo>
                          <a:pt x="13400" y="81685"/>
                        </a:lnTo>
                        <a:lnTo>
                          <a:pt x="13400" y="59020"/>
                        </a:lnTo>
                        <a:cubicBezTo>
                          <a:pt x="15210" y="59642"/>
                          <a:pt x="17021" y="60104"/>
                          <a:pt x="18831" y="60408"/>
                        </a:cubicBezTo>
                        <a:cubicBezTo>
                          <a:pt x="20655" y="60712"/>
                          <a:pt x="22478" y="60864"/>
                          <a:pt x="24302" y="60864"/>
                        </a:cubicBezTo>
                        <a:cubicBezTo>
                          <a:pt x="34623" y="60864"/>
                          <a:pt x="42796" y="58035"/>
                          <a:pt x="48822" y="52377"/>
                        </a:cubicBezTo>
                        <a:cubicBezTo>
                          <a:pt x="54861" y="46720"/>
                          <a:pt x="57881" y="39059"/>
                          <a:pt x="57881" y="29395"/>
                        </a:cubicBezTo>
                        <a:cubicBezTo>
                          <a:pt x="57881" y="19441"/>
                          <a:pt x="54782" y="11701"/>
                          <a:pt x="48584" y="6175"/>
                        </a:cubicBezTo>
                        <a:cubicBezTo>
                          <a:pt x="42386" y="662"/>
                          <a:pt x="33651" y="-2094"/>
                          <a:pt x="22379" y="-2094"/>
                        </a:cubicBezTo>
                        <a:cubicBezTo>
                          <a:pt x="18494" y="-2094"/>
                          <a:pt x="14536" y="-1763"/>
                          <a:pt x="10506" y="-1102"/>
                        </a:cubicBezTo>
                        <a:cubicBezTo>
                          <a:pt x="6488" y="-441"/>
                          <a:pt x="2332" y="550"/>
                          <a:pt x="-1962" y="1872"/>
                        </a:cubicBezTo>
                        <a:lnTo>
                          <a:pt x="-1962" y="14464"/>
                        </a:lnTo>
                        <a:cubicBezTo>
                          <a:pt x="1751" y="12441"/>
                          <a:pt x="5590" y="10934"/>
                          <a:pt x="9554" y="9943"/>
                        </a:cubicBezTo>
                        <a:cubicBezTo>
                          <a:pt x="13519" y="8951"/>
                          <a:pt x="17708" y="8455"/>
                          <a:pt x="22122" y="8455"/>
                        </a:cubicBezTo>
                        <a:cubicBezTo>
                          <a:pt x="29271" y="8455"/>
                          <a:pt x="34927" y="10333"/>
                          <a:pt x="39089" y="14087"/>
                        </a:cubicBezTo>
                        <a:cubicBezTo>
                          <a:pt x="43265" y="17841"/>
                          <a:pt x="45353" y="22944"/>
                          <a:pt x="45353" y="29395"/>
                        </a:cubicBezTo>
                        <a:cubicBezTo>
                          <a:pt x="45353" y="35833"/>
                          <a:pt x="43265" y="40929"/>
                          <a:pt x="39089" y="44684"/>
                        </a:cubicBezTo>
                        <a:cubicBezTo>
                          <a:pt x="34927" y="48451"/>
                          <a:pt x="29271" y="50335"/>
                          <a:pt x="22122" y="50335"/>
                        </a:cubicBezTo>
                        <a:cubicBezTo>
                          <a:pt x="18778" y="50335"/>
                          <a:pt x="15441" y="49965"/>
                          <a:pt x="12111" y="49225"/>
                        </a:cubicBezTo>
                        <a:cubicBezTo>
                          <a:pt x="8794" y="48484"/>
                          <a:pt x="5405" y="47328"/>
                          <a:pt x="1942" y="45754"/>
                        </a:cubicBezTo>
                        <a:lnTo>
                          <a:pt x="1942" y="922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2" name="Freeform: Shape 81">
                    <a:extLst>
                      <a:ext uri="{FF2B5EF4-FFF2-40B4-BE49-F238E27FC236}">
                        <a16:creationId xmlns:a16="http://schemas.microsoft.com/office/drawing/2014/main" id="{1F3CF1B2-D079-C9E6-0504-69D6DEC88F88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641535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44 h 95994"/>
                      <a:gd name="connsiteX1" fmla="*/ 15437 w 63926"/>
                      <a:gd name="connsiteY1" fmla="*/ 74425 h 95994"/>
                      <a:gd name="connsiteX2" fmla="*/ 10580 w 63926"/>
                      <a:gd name="connsiteY2" fmla="*/ 45831 h 95994"/>
                      <a:gd name="connsiteX3" fmla="*/ 15437 w 63926"/>
                      <a:gd name="connsiteY3" fmla="*/ 17297 h 95994"/>
                      <a:gd name="connsiteX4" fmla="*/ 29966 w 63926"/>
                      <a:gd name="connsiteY4" fmla="*/ 7779 h 95994"/>
                      <a:gd name="connsiteX5" fmla="*/ 44556 w 63926"/>
                      <a:gd name="connsiteY5" fmla="*/ 17297 h 95994"/>
                      <a:gd name="connsiteX6" fmla="*/ 49432 w 63926"/>
                      <a:gd name="connsiteY6" fmla="*/ 45831 h 95994"/>
                      <a:gd name="connsiteX7" fmla="*/ 44556 w 63926"/>
                      <a:gd name="connsiteY7" fmla="*/ 74425 h 95994"/>
                      <a:gd name="connsiteX8" fmla="*/ 29966 w 63926"/>
                      <a:gd name="connsiteY8" fmla="*/ 83944 h 95994"/>
                      <a:gd name="connsiteX9" fmla="*/ 29966 w 63926"/>
                      <a:gd name="connsiteY9" fmla="*/ 93858 h 95994"/>
                      <a:gd name="connsiteX10" fmla="*/ 53733 w 63926"/>
                      <a:gd name="connsiteY10" fmla="*/ 81544 h 95994"/>
                      <a:gd name="connsiteX11" fmla="*/ 61940 w 63926"/>
                      <a:gd name="connsiteY11" fmla="*/ 45831 h 95994"/>
                      <a:gd name="connsiteX12" fmla="*/ 53733 w 63926"/>
                      <a:gd name="connsiteY12" fmla="*/ 10158 h 95994"/>
                      <a:gd name="connsiteX13" fmla="*/ 29966 w 63926"/>
                      <a:gd name="connsiteY13" fmla="*/ -2136 h 95994"/>
                      <a:gd name="connsiteX14" fmla="*/ 6219 w 63926"/>
                      <a:gd name="connsiteY14" fmla="*/ 10158 h 95994"/>
                      <a:gd name="connsiteX15" fmla="*/ -1987 w 63926"/>
                      <a:gd name="connsiteY15" fmla="*/ 45831 h 95994"/>
                      <a:gd name="connsiteX16" fmla="*/ 6219 w 63926"/>
                      <a:gd name="connsiteY16" fmla="*/ 81544 h 95994"/>
                      <a:gd name="connsiteX17" fmla="*/ 29966 w 63926"/>
                      <a:gd name="connsiteY17" fmla="*/ 9385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44"/>
                        </a:moveTo>
                        <a:cubicBezTo>
                          <a:pt x="23531" y="83944"/>
                          <a:pt x="18688" y="80771"/>
                          <a:pt x="15437" y="74425"/>
                        </a:cubicBezTo>
                        <a:cubicBezTo>
                          <a:pt x="12199" y="68093"/>
                          <a:pt x="10580" y="58562"/>
                          <a:pt x="10580" y="45831"/>
                        </a:cubicBezTo>
                        <a:cubicBezTo>
                          <a:pt x="10580" y="33154"/>
                          <a:pt x="12199" y="23642"/>
                          <a:pt x="15437" y="17297"/>
                        </a:cubicBezTo>
                        <a:cubicBezTo>
                          <a:pt x="18688" y="10951"/>
                          <a:pt x="23531" y="7779"/>
                          <a:pt x="29966" y="7779"/>
                        </a:cubicBezTo>
                        <a:cubicBezTo>
                          <a:pt x="36455" y="7779"/>
                          <a:pt x="41318" y="10951"/>
                          <a:pt x="44556" y="17297"/>
                        </a:cubicBezTo>
                        <a:cubicBezTo>
                          <a:pt x="47806" y="23642"/>
                          <a:pt x="49432" y="33154"/>
                          <a:pt x="49432" y="45831"/>
                        </a:cubicBezTo>
                        <a:cubicBezTo>
                          <a:pt x="49432" y="58562"/>
                          <a:pt x="47806" y="68093"/>
                          <a:pt x="44556" y="74425"/>
                        </a:cubicBezTo>
                        <a:cubicBezTo>
                          <a:pt x="41318" y="80771"/>
                          <a:pt x="36455" y="83944"/>
                          <a:pt x="29966" y="83944"/>
                        </a:cubicBezTo>
                        <a:close/>
                        <a:moveTo>
                          <a:pt x="29966" y="93858"/>
                        </a:moveTo>
                        <a:cubicBezTo>
                          <a:pt x="40340" y="93858"/>
                          <a:pt x="48262" y="89754"/>
                          <a:pt x="53733" y="81544"/>
                        </a:cubicBezTo>
                        <a:cubicBezTo>
                          <a:pt x="59204" y="73348"/>
                          <a:pt x="61940" y="61444"/>
                          <a:pt x="61940" y="45831"/>
                        </a:cubicBezTo>
                        <a:cubicBezTo>
                          <a:pt x="61940" y="30259"/>
                          <a:pt x="59204" y="18368"/>
                          <a:pt x="53733" y="10158"/>
                        </a:cubicBezTo>
                        <a:cubicBezTo>
                          <a:pt x="48262" y="1962"/>
                          <a:pt x="40340" y="-2136"/>
                          <a:pt x="29966" y="-2136"/>
                        </a:cubicBezTo>
                        <a:cubicBezTo>
                          <a:pt x="19606" y="-2136"/>
                          <a:pt x="11690" y="1962"/>
                          <a:pt x="6219" y="10158"/>
                        </a:cubicBezTo>
                        <a:cubicBezTo>
                          <a:pt x="748" y="18368"/>
                          <a:pt x="-1987" y="30259"/>
                          <a:pt x="-1987" y="45831"/>
                        </a:cubicBezTo>
                        <a:cubicBezTo>
                          <a:pt x="-1987" y="61444"/>
                          <a:pt x="748" y="73348"/>
                          <a:pt x="6219" y="81544"/>
                        </a:cubicBezTo>
                        <a:cubicBezTo>
                          <a:pt x="11690" y="89754"/>
                          <a:pt x="19606" y="93858"/>
                          <a:pt x="29966" y="938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83" name="Graphic 2">
                <a:extLst>
                  <a:ext uri="{FF2B5EF4-FFF2-40B4-BE49-F238E27FC236}">
                    <a16:creationId xmlns:a16="http://schemas.microsoft.com/office/drawing/2014/main" id="{5E3A048F-BC0A-93A8-D650-E17AD606B406}"/>
                  </a:ext>
                </a:extLst>
              </p:cNvPr>
              <p:cNvGrpSpPr/>
              <p:nvPr/>
            </p:nvGrpSpPr>
            <p:grpSpPr>
              <a:xfrm>
                <a:off x="3581391" y="3209548"/>
                <a:ext cx="321159" cy="95994"/>
                <a:chOff x="3581391" y="3209548"/>
                <a:chExt cx="321159" cy="95994"/>
              </a:xfrm>
              <a:solidFill>
                <a:srgbClr val="000000"/>
              </a:solidFill>
            </p:grpSpPr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82490B39-1C51-04B4-A081-FF202DCF9C16}"/>
                    </a:ext>
                  </a:extLst>
                </p:cNvPr>
                <p:cNvSpPr/>
                <p:nvPr/>
              </p:nvSpPr>
              <p:spPr>
                <a:xfrm>
                  <a:off x="3858149" y="3255522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59 h 12690"/>
                    <a:gd name="connsiteX1" fmla="*/ 58 w 44401"/>
                    <a:gd name="connsiteY1" fmla="*/ 15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59"/>
                      </a:moveTo>
                      <a:lnTo>
                        <a:pt x="58" y="159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85" name="Graphic 2">
                  <a:extLst>
                    <a:ext uri="{FF2B5EF4-FFF2-40B4-BE49-F238E27FC236}">
                      <a16:creationId xmlns:a16="http://schemas.microsoft.com/office/drawing/2014/main" id="{B4254BC8-0B72-A17D-57A0-6C99AC96D57E}"/>
                    </a:ext>
                  </a:extLst>
                </p:cNvPr>
                <p:cNvGrpSpPr/>
                <p:nvPr/>
              </p:nvGrpSpPr>
              <p:grpSpPr>
                <a:xfrm>
                  <a:off x="3581391" y="3209548"/>
                  <a:ext cx="223926" cy="95994"/>
                  <a:chOff x="3581391" y="320954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86" name="Freeform: Shape 85">
                    <a:extLst>
                      <a:ext uri="{FF2B5EF4-FFF2-40B4-BE49-F238E27FC236}">
                        <a16:creationId xmlns:a16="http://schemas.microsoft.com/office/drawing/2014/main" id="{4526BCA0-DFE1-80A0-0136-ADA53A61FB81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3211213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201 h 94328"/>
                      <a:gd name="connsiteX1" fmla="*/ 51056 w 59843"/>
                      <a:gd name="connsiteY1" fmla="*/ 92201 h 94328"/>
                      <a:gd name="connsiteX2" fmla="*/ 51056 w 59843"/>
                      <a:gd name="connsiteY2" fmla="*/ 81651 h 94328"/>
                      <a:gd name="connsiteX3" fmla="*/ 13393 w 59843"/>
                      <a:gd name="connsiteY3" fmla="*/ 81651 h 94328"/>
                      <a:gd name="connsiteX4" fmla="*/ 13393 w 59843"/>
                      <a:gd name="connsiteY4" fmla="*/ 58986 h 94328"/>
                      <a:gd name="connsiteX5" fmla="*/ 18825 w 59843"/>
                      <a:gd name="connsiteY5" fmla="*/ 60374 h 94328"/>
                      <a:gd name="connsiteX6" fmla="*/ 24296 w 59843"/>
                      <a:gd name="connsiteY6" fmla="*/ 60830 h 94328"/>
                      <a:gd name="connsiteX7" fmla="*/ 48816 w 59843"/>
                      <a:gd name="connsiteY7" fmla="*/ 52343 h 94328"/>
                      <a:gd name="connsiteX8" fmla="*/ 57874 w 59843"/>
                      <a:gd name="connsiteY8" fmla="*/ 29361 h 94328"/>
                      <a:gd name="connsiteX9" fmla="*/ 48578 w 59843"/>
                      <a:gd name="connsiteY9" fmla="*/ 6141 h 94328"/>
                      <a:gd name="connsiteX10" fmla="*/ 22373 w 59843"/>
                      <a:gd name="connsiteY10" fmla="*/ -2128 h 94328"/>
                      <a:gd name="connsiteX11" fmla="*/ 10499 w 59843"/>
                      <a:gd name="connsiteY11" fmla="*/ -1136 h 94328"/>
                      <a:gd name="connsiteX12" fmla="*/ -1969 w 59843"/>
                      <a:gd name="connsiteY12" fmla="*/ 1838 h 94328"/>
                      <a:gd name="connsiteX13" fmla="*/ -1969 w 59843"/>
                      <a:gd name="connsiteY13" fmla="*/ 14430 h 94328"/>
                      <a:gd name="connsiteX14" fmla="*/ 9548 w 59843"/>
                      <a:gd name="connsiteY14" fmla="*/ 9909 h 94328"/>
                      <a:gd name="connsiteX15" fmla="*/ 22115 w 59843"/>
                      <a:gd name="connsiteY15" fmla="*/ 8421 h 94328"/>
                      <a:gd name="connsiteX16" fmla="*/ 39083 w 59843"/>
                      <a:gd name="connsiteY16" fmla="*/ 14053 h 94328"/>
                      <a:gd name="connsiteX17" fmla="*/ 45347 w 59843"/>
                      <a:gd name="connsiteY17" fmla="*/ 29361 h 94328"/>
                      <a:gd name="connsiteX18" fmla="*/ 39083 w 59843"/>
                      <a:gd name="connsiteY18" fmla="*/ 44650 h 94328"/>
                      <a:gd name="connsiteX19" fmla="*/ 22115 w 59843"/>
                      <a:gd name="connsiteY19" fmla="*/ 50301 h 94328"/>
                      <a:gd name="connsiteX20" fmla="*/ 12105 w 59843"/>
                      <a:gd name="connsiteY20" fmla="*/ 49191 h 94328"/>
                      <a:gd name="connsiteX21" fmla="*/ 1936 w 59843"/>
                      <a:gd name="connsiteY21" fmla="*/ 45720 h 94328"/>
                      <a:gd name="connsiteX22" fmla="*/ 1936 w 59843"/>
                      <a:gd name="connsiteY22" fmla="*/ 9220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201"/>
                        </a:moveTo>
                        <a:lnTo>
                          <a:pt x="51056" y="92201"/>
                        </a:lnTo>
                        <a:lnTo>
                          <a:pt x="51056" y="81651"/>
                        </a:lnTo>
                        <a:lnTo>
                          <a:pt x="13393" y="81651"/>
                        </a:lnTo>
                        <a:lnTo>
                          <a:pt x="13393" y="58986"/>
                        </a:lnTo>
                        <a:cubicBezTo>
                          <a:pt x="15204" y="59608"/>
                          <a:pt x="17014" y="60070"/>
                          <a:pt x="18825" y="60374"/>
                        </a:cubicBezTo>
                        <a:cubicBezTo>
                          <a:pt x="20648" y="60678"/>
                          <a:pt x="22472" y="60830"/>
                          <a:pt x="24296" y="60830"/>
                        </a:cubicBezTo>
                        <a:cubicBezTo>
                          <a:pt x="34616" y="60830"/>
                          <a:pt x="42790" y="58001"/>
                          <a:pt x="48816" y="52343"/>
                        </a:cubicBezTo>
                        <a:cubicBezTo>
                          <a:pt x="54855" y="46685"/>
                          <a:pt x="57874" y="39025"/>
                          <a:pt x="57874" y="29361"/>
                        </a:cubicBezTo>
                        <a:cubicBezTo>
                          <a:pt x="57874" y="19407"/>
                          <a:pt x="54776" y="11667"/>
                          <a:pt x="48578" y="6141"/>
                        </a:cubicBezTo>
                        <a:cubicBezTo>
                          <a:pt x="42380" y="628"/>
                          <a:pt x="33645" y="-2128"/>
                          <a:pt x="22373" y="-2128"/>
                        </a:cubicBezTo>
                        <a:cubicBezTo>
                          <a:pt x="18488" y="-2128"/>
                          <a:pt x="14530" y="-1797"/>
                          <a:pt x="10499" y="-1136"/>
                        </a:cubicBezTo>
                        <a:cubicBezTo>
                          <a:pt x="6482" y="-475"/>
                          <a:pt x="2326" y="516"/>
                          <a:pt x="-1969" y="1838"/>
                        </a:cubicBezTo>
                        <a:lnTo>
                          <a:pt x="-1969" y="14430"/>
                        </a:lnTo>
                        <a:cubicBezTo>
                          <a:pt x="1745" y="12407"/>
                          <a:pt x="5583" y="10900"/>
                          <a:pt x="9548" y="9909"/>
                        </a:cubicBezTo>
                        <a:cubicBezTo>
                          <a:pt x="13512" y="8917"/>
                          <a:pt x="17701" y="8421"/>
                          <a:pt x="22115" y="8421"/>
                        </a:cubicBezTo>
                        <a:cubicBezTo>
                          <a:pt x="29264" y="8421"/>
                          <a:pt x="34920" y="10298"/>
                          <a:pt x="39083" y="14053"/>
                        </a:cubicBezTo>
                        <a:cubicBezTo>
                          <a:pt x="43259" y="17807"/>
                          <a:pt x="45347" y="22910"/>
                          <a:pt x="45347" y="29361"/>
                        </a:cubicBezTo>
                        <a:cubicBezTo>
                          <a:pt x="45347" y="35799"/>
                          <a:pt x="43259" y="40895"/>
                          <a:pt x="39083" y="44650"/>
                        </a:cubicBezTo>
                        <a:cubicBezTo>
                          <a:pt x="34920" y="48417"/>
                          <a:pt x="29264" y="50301"/>
                          <a:pt x="22115" y="50301"/>
                        </a:cubicBezTo>
                        <a:cubicBezTo>
                          <a:pt x="18772" y="50301"/>
                          <a:pt x="15435" y="49931"/>
                          <a:pt x="12105" y="49191"/>
                        </a:cubicBezTo>
                        <a:cubicBezTo>
                          <a:pt x="8788" y="48450"/>
                          <a:pt x="5398" y="47294"/>
                          <a:pt x="1936" y="45720"/>
                        </a:cubicBezTo>
                        <a:lnTo>
                          <a:pt x="1936" y="922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7" name="Freeform: Shape 86">
                    <a:extLst>
                      <a:ext uri="{FF2B5EF4-FFF2-40B4-BE49-F238E27FC236}">
                        <a16:creationId xmlns:a16="http://schemas.microsoft.com/office/drawing/2014/main" id="{9BCCC699-B167-67BC-ACA9-74306C93C2E4}"/>
                      </a:ext>
                    </a:extLst>
                  </p:cNvPr>
                  <p:cNvSpPr/>
                  <p:nvPr/>
                </p:nvSpPr>
                <p:spPr>
                  <a:xfrm flipV="1">
                    <a:off x="3661173" y="3209548"/>
                    <a:ext cx="63867" cy="95994"/>
                  </a:xfrm>
                  <a:custGeom>
                    <a:avLst/>
                    <a:gdLst>
                      <a:gd name="connsiteX0" fmla="*/ 31007 w 63867"/>
                      <a:gd name="connsiteY0" fmla="*/ 50874 h 95994"/>
                      <a:gd name="connsiteX1" fmla="*/ 17647 w 63867"/>
                      <a:gd name="connsiteY1" fmla="*/ 45103 h 95994"/>
                      <a:gd name="connsiteX2" fmla="*/ 12731 w 63867"/>
                      <a:gd name="connsiteY2" fmla="*/ 29319 h 95994"/>
                      <a:gd name="connsiteX3" fmla="*/ 17647 w 63867"/>
                      <a:gd name="connsiteY3" fmla="*/ 13535 h 95994"/>
                      <a:gd name="connsiteX4" fmla="*/ 31007 w 63867"/>
                      <a:gd name="connsiteY4" fmla="*/ 7745 h 95994"/>
                      <a:gd name="connsiteX5" fmla="*/ 44347 w 63867"/>
                      <a:gd name="connsiteY5" fmla="*/ 13535 h 95994"/>
                      <a:gd name="connsiteX6" fmla="*/ 49263 w 63867"/>
                      <a:gd name="connsiteY6" fmla="*/ 29319 h 95994"/>
                      <a:gd name="connsiteX7" fmla="*/ 44347 w 63867"/>
                      <a:gd name="connsiteY7" fmla="*/ 45103 h 95994"/>
                      <a:gd name="connsiteX8" fmla="*/ 31007 w 63867"/>
                      <a:gd name="connsiteY8" fmla="*/ 50874 h 95994"/>
                      <a:gd name="connsiteX9" fmla="*/ 55844 w 63867"/>
                      <a:gd name="connsiteY9" fmla="*/ 90116 h 95994"/>
                      <a:gd name="connsiteX10" fmla="*/ 55844 w 63867"/>
                      <a:gd name="connsiteY10" fmla="*/ 78714 h 95994"/>
                      <a:gd name="connsiteX11" fmla="*/ 46330 w 63867"/>
                      <a:gd name="connsiteY11" fmla="*/ 82105 h 95994"/>
                      <a:gd name="connsiteX12" fmla="*/ 36815 w 63867"/>
                      <a:gd name="connsiteY12" fmla="*/ 83295 h 95994"/>
                      <a:gd name="connsiteX13" fmla="*/ 17885 w 63867"/>
                      <a:gd name="connsiteY13" fmla="*/ 74927 h 95994"/>
                      <a:gd name="connsiteX14" fmla="*/ 10431 w 63867"/>
                      <a:gd name="connsiteY14" fmla="*/ 49644 h 95994"/>
                      <a:gd name="connsiteX15" fmla="*/ 19589 w 63867"/>
                      <a:gd name="connsiteY15" fmla="*/ 57913 h 95994"/>
                      <a:gd name="connsiteX16" fmla="*/ 31740 w 63867"/>
                      <a:gd name="connsiteY16" fmla="*/ 60788 h 95994"/>
                      <a:gd name="connsiteX17" fmla="*/ 53763 w 63867"/>
                      <a:gd name="connsiteY17" fmla="*/ 52321 h 95994"/>
                      <a:gd name="connsiteX18" fmla="*/ 61850 w 63867"/>
                      <a:gd name="connsiteY18" fmla="*/ 29319 h 95994"/>
                      <a:gd name="connsiteX19" fmla="*/ 53426 w 63867"/>
                      <a:gd name="connsiteY19" fmla="*/ 6436 h 95994"/>
                      <a:gd name="connsiteX20" fmla="*/ 31007 w 63867"/>
                      <a:gd name="connsiteY20" fmla="*/ -2170 h 95994"/>
                      <a:gd name="connsiteX21" fmla="*/ 6467 w 63867"/>
                      <a:gd name="connsiteY21" fmla="*/ 10124 h 95994"/>
                      <a:gd name="connsiteX22" fmla="*/ -2017 w 63867"/>
                      <a:gd name="connsiteY22" fmla="*/ 45797 h 95994"/>
                      <a:gd name="connsiteX23" fmla="*/ 8390 w 63867"/>
                      <a:gd name="connsiteY23" fmla="*/ 80776 h 95994"/>
                      <a:gd name="connsiteX24" fmla="*/ 36319 w 63867"/>
                      <a:gd name="connsiteY24" fmla="*/ 93824 h 95994"/>
                      <a:gd name="connsiteX25" fmla="*/ 45834 w 63867"/>
                      <a:gd name="connsiteY25" fmla="*/ 92892 h 95994"/>
                      <a:gd name="connsiteX26" fmla="*/ 55844 w 63867"/>
                      <a:gd name="connsiteY26" fmla="*/ 9011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007" y="50874"/>
                        </a:moveTo>
                        <a:cubicBezTo>
                          <a:pt x="25391" y="50874"/>
                          <a:pt x="20937" y="48950"/>
                          <a:pt x="17647" y="45103"/>
                        </a:cubicBezTo>
                        <a:cubicBezTo>
                          <a:pt x="14369" y="41270"/>
                          <a:pt x="12731" y="36008"/>
                          <a:pt x="12731" y="29319"/>
                        </a:cubicBezTo>
                        <a:cubicBezTo>
                          <a:pt x="12731" y="22670"/>
                          <a:pt x="14369" y="17408"/>
                          <a:pt x="17647" y="13535"/>
                        </a:cubicBezTo>
                        <a:cubicBezTo>
                          <a:pt x="20937" y="9675"/>
                          <a:pt x="25391" y="7745"/>
                          <a:pt x="31007" y="7745"/>
                        </a:cubicBezTo>
                        <a:cubicBezTo>
                          <a:pt x="36623" y="7745"/>
                          <a:pt x="41070" y="9675"/>
                          <a:pt x="44347" y="13535"/>
                        </a:cubicBezTo>
                        <a:cubicBezTo>
                          <a:pt x="47625" y="17408"/>
                          <a:pt x="49263" y="22670"/>
                          <a:pt x="49263" y="29319"/>
                        </a:cubicBezTo>
                        <a:cubicBezTo>
                          <a:pt x="49263" y="36008"/>
                          <a:pt x="47625" y="41270"/>
                          <a:pt x="44347" y="45103"/>
                        </a:cubicBezTo>
                        <a:cubicBezTo>
                          <a:pt x="41070" y="48950"/>
                          <a:pt x="36623" y="50874"/>
                          <a:pt x="31007" y="50874"/>
                        </a:cubicBezTo>
                        <a:close/>
                        <a:moveTo>
                          <a:pt x="55844" y="90116"/>
                        </a:moveTo>
                        <a:lnTo>
                          <a:pt x="55844" y="78714"/>
                        </a:lnTo>
                        <a:cubicBezTo>
                          <a:pt x="52699" y="80195"/>
                          <a:pt x="49527" y="81325"/>
                          <a:pt x="46330" y="82105"/>
                        </a:cubicBezTo>
                        <a:cubicBezTo>
                          <a:pt x="43132" y="82898"/>
                          <a:pt x="39960" y="83295"/>
                          <a:pt x="36815" y="83295"/>
                        </a:cubicBezTo>
                        <a:cubicBezTo>
                          <a:pt x="28556" y="83295"/>
                          <a:pt x="22245" y="80505"/>
                          <a:pt x="17885" y="74927"/>
                        </a:cubicBezTo>
                        <a:cubicBezTo>
                          <a:pt x="13537" y="69348"/>
                          <a:pt x="11053" y="60921"/>
                          <a:pt x="10431" y="49644"/>
                        </a:cubicBezTo>
                        <a:cubicBezTo>
                          <a:pt x="12863" y="53240"/>
                          <a:pt x="15916" y="55996"/>
                          <a:pt x="19589" y="57913"/>
                        </a:cubicBezTo>
                        <a:cubicBezTo>
                          <a:pt x="23276" y="59830"/>
                          <a:pt x="27327" y="60788"/>
                          <a:pt x="31740" y="60788"/>
                        </a:cubicBezTo>
                        <a:cubicBezTo>
                          <a:pt x="41030" y="60788"/>
                          <a:pt x="48371" y="57966"/>
                          <a:pt x="53763" y="52321"/>
                        </a:cubicBezTo>
                        <a:cubicBezTo>
                          <a:pt x="59154" y="46690"/>
                          <a:pt x="61850" y="39022"/>
                          <a:pt x="61850" y="29319"/>
                        </a:cubicBezTo>
                        <a:cubicBezTo>
                          <a:pt x="61850" y="19814"/>
                          <a:pt x="59042" y="12186"/>
                          <a:pt x="53426" y="6436"/>
                        </a:cubicBezTo>
                        <a:cubicBezTo>
                          <a:pt x="47810" y="699"/>
                          <a:pt x="40337" y="-2170"/>
                          <a:pt x="31007" y="-2170"/>
                        </a:cubicBezTo>
                        <a:cubicBezTo>
                          <a:pt x="20303" y="-2170"/>
                          <a:pt x="12123" y="1928"/>
                          <a:pt x="6467" y="10124"/>
                        </a:cubicBezTo>
                        <a:cubicBezTo>
                          <a:pt x="811" y="18334"/>
                          <a:pt x="-2017" y="30225"/>
                          <a:pt x="-2017" y="45797"/>
                        </a:cubicBezTo>
                        <a:cubicBezTo>
                          <a:pt x="-2017" y="60418"/>
                          <a:pt x="1452" y="72078"/>
                          <a:pt x="8390" y="80776"/>
                        </a:cubicBezTo>
                        <a:cubicBezTo>
                          <a:pt x="15328" y="89475"/>
                          <a:pt x="24637" y="93824"/>
                          <a:pt x="36319" y="93824"/>
                        </a:cubicBezTo>
                        <a:cubicBezTo>
                          <a:pt x="39464" y="93824"/>
                          <a:pt x="42636" y="93514"/>
                          <a:pt x="45834" y="92892"/>
                        </a:cubicBezTo>
                        <a:cubicBezTo>
                          <a:pt x="49032" y="92271"/>
                          <a:pt x="52369" y="91346"/>
                          <a:pt x="55844" y="9011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8" name="Freeform: Shape 87">
                    <a:extLst>
                      <a:ext uri="{FF2B5EF4-FFF2-40B4-BE49-F238E27FC236}">
                        <a16:creationId xmlns:a16="http://schemas.microsoft.com/office/drawing/2014/main" id="{F58FECE2-77A6-1813-88A6-0FA570CD295F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3209548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909 h 95994"/>
                      <a:gd name="connsiteX1" fmla="*/ 15437 w 63926"/>
                      <a:gd name="connsiteY1" fmla="*/ 74391 h 95994"/>
                      <a:gd name="connsiteX2" fmla="*/ 10580 w 63926"/>
                      <a:gd name="connsiteY2" fmla="*/ 45797 h 95994"/>
                      <a:gd name="connsiteX3" fmla="*/ 15437 w 63926"/>
                      <a:gd name="connsiteY3" fmla="*/ 17263 h 95994"/>
                      <a:gd name="connsiteX4" fmla="*/ 29966 w 63926"/>
                      <a:gd name="connsiteY4" fmla="*/ 7745 h 95994"/>
                      <a:gd name="connsiteX5" fmla="*/ 44556 w 63926"/>
                      <a:gd name="connsiteY5" fmla="*/ 17263 h 95994"/>
                      <a:gd name="connsiteX6" fmla="*/ 49432 w 63926"/>
                      <a:gd name="connsiteY6" fmla="*/ 45797 h 95994"/>
                      <a:gd name="connsiteX7" fmla="*/ 44556 w 63926"/>
                      <a:gd name="connsiteY7" fmla="*/ 74391 h 95994"/>
                      <a:gd name="connsiteX8" fmla="*/ 29966 w 63926"/>
                      <a:gd name="connsiteY8" fmla="*/ 83909 h 95994"/>
                      <a:gd name="connsiteX9" fmla="*/ 29966 w 63926"/>
                      <a:gd name="connsiteY9" fmla="*/ 93824 h 95994"/>
                      <a:gd name="connsiteX10" fmla="*/ 53733 w 63926"/>
                      <a:gd name="connsiteY10" fmla="*/ 81510 h 95994"/>
                      <a:gd name="connsiteX11" fmla="*/ 61940 w 63926"/>
                      <a:gd name="connsiteY11" fmla="*/ 45797 h 95994"/>
                      <a:gd name="connsiteX12" fmla="*/ 53733 w 63926"/>
                      <a:gd name="connsiteY12" fmla="*/ 10124 h 95994"/>
                      <a:gd name="connsiteX13" fmla="*/ 29966 w 63926"/>
                      <a:gd name="connsiteY13" fmla="*/ -2170 h 95994"/>
                      <a:gd name="connsiteX14" fmla="*/ 6219 w 63926"/>
                      <a:gd name="connsiteY14" fmla="*/ 10124 h 95994"/>
                      <a:gd name="connsiteX15" fmla="*/ -1987 w 63926"/>
                      <a:gd name="connsiteY15" fmla="*/ 45797 h 95994"/>
                      <a:gd name="connsiteX16" fmla="*/ 6219 w 63926"/>
                      <a:gd name="connsiteY16" fmla="*/ 81510 h 95994"/>
                      <a:gd name="connsiteX17" fmla="*/ 29966 w 63926"/>
                      <a:gd name="connsiteY17" fmla="*/ 9382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909"/>
                        </a:moveTo>
                        <a:cubicBezTo>
                          <a:pt x="23531" y="83909"/>
                          <a:pt x="18688" y="80737"/>
                          <a:pt x="15437" y="74391"/>
                        </a:cubicBezTo>
                        <a:cubicBezTo>
                          <a:pt x="12199" y="68059"/>
                          <a:pt x="10580" y="58528"/>
                          <a:pt x="10580" y="45797"/>
                        </a:cubicBezTo>
                        <a:cubicBezTo>
                          <a:pt x="10580" y="33120"/>
                          <a:pt x="12199" y="23608"/>
                          <a:pt x="15437" y="17263"/>
                        </a:cubicBezTo>
                        <a:cubicBezTo>
                          <a:pt x="18688" y="10917"/>
                          <a:pt x="23531" y="7745"/>
                          <a:pt x="29966" y="7745"/>
                        </a:cubicBezTo>
                        <a:cubicBezTo>
                          <a:pt x="36455" y="7745"/>
                          <a:pt x="41318" y="10917"/>
                          <a:pt x="44556" y="17263"/>
                        </a:cubicBezTo>
                        <a:cubicBezTo>
                          <a:pt x="47806" y="23608"/>
                          <a:pt x="49432" y="33120"/>
                          <a:pt x="49432" y="45797"/>
                        </a:cubicBezTo>
                        <a:cubicBezTo>
                          <a:pt x="49432" y="58528"/>
                          <a:pt x="47806" y="68059"/>
                          <a:pt x="44556" y="74391"/>
                        </a:cubicBezTo>
                        <a:cubicBezTo>
                          <a:pt x="41318" y="80737"/>
                          <a:pt x="36455" y="83909"/>
                          <a:pt x="29966" y="83909"/>
                        </a:cubicBezTo>
                        <a:close/>
                        <a:moveTo>
                          <a:pt x="29966" y="93824"/>
                        </a:moveTo>
                        <a:cubicBezTo>
                          <a:pt x="40340" y="93824"/>
                          <a:pt x="48262" y="89719"/>
                          <a:pt x="53733" y="81510"/>
                        </a:cubicBezTo>
                        <a:cubicBezTo>
                          <a:pt x="59204" y="73314"/>
                          <a:pt x="61940" y="61410"/>
                          <a:pt x="61940" y="45797"/>
                        </a:cubicBezTo>
                        <a:cubicBezTo>
                          <a:pt x="61940" y="30225"/>
                          <a:pt x="59204" y="18334"/>
                          <a:pt x="53733" y="10124"/>
                        </a:cubicBezTo>
                        <a:cubicBezTo>
                          <a:pt x="48262" y="1928"/>
                          <a:pt x="40340" y="-2170"/>
                          <a:pt x="29966" y="-2170"/>
                        </a:cubicBezTo>
                        <a:cubicBezTo>
                          <a:pt x="19606" y="-2170"/>
                          <a:pt x="11690" y="1928"/>
                          <a:pt x="6219" y="10124"/>
                        </a:cubicBezTo>
                        <a:cubicBezTo>
                          <a:pt x="748" y="18334"/>
                          <a:pt x="-1987" y="30225"/>
                          <a:pt x="-1987" y="45797"/>
                        </a:cubicBezTo>
                        <a:cubicBezTo>
                          <a:pt x="-1987" y="61410"/>
                          <a:pt x="748" y="73314"/>
                          <a:pt x="6219" y="81510"/>
                        </a:cubicBezTo>
                        <a:cubicBezTo>
                          <a:pt x="11690" y="89719"/>
                          <a:pt x="19606" y="93824"/>
                          <a:pt x="29966" y="9382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89" name="Graphic 2">
                <a:extLst>
                  <a:ext uri="{FF2B5EF4-FFF2-40B4-BE49-F238E27FC236}">
                    <a16:creationId xmlns:a16="http://schemas.microsoft.com/office/drawing/2014/main" id="{BC66471A-80ED-A3A9-B783-7FB5BACE7AA3}"/>
                  </a:ext>
                </a:extLst>
              </p:cNvPr>
              <p:cNvGrpSpPr/>
              <p:nvPr/>
            </p:nvGrpSpPr>
            <p:grpSpPr>
              <a:xfrm>
                <a:off x="3581391" y="2777560"/>
                <a:ext cx="321159" cy="95994"/>
                <a:chOff x="3581391" y="2777560"/>
                <a:chExt cx="321159" cy="95994"/>
              </a:xfrm>
              <a:solidFill>
                <a:srgbClr val="000000"/>
              </a:solidFill>
            </p:grpSpPr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5B82E2C3-2518-967B-3459-6FD0B52B1992}"/>
                    </a:ext>
                  </a:extLst>
                </p:cNvPr>
                <p:cNvSpPr/>
                <p:nvPr/>
              </p:nvSpPr>
              <p:spPr>
                <a:xfrm>
                  <a:off x="3858149" y="2823534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125 h 12690"/>
                    <a:gd name="connsiteX1" fmla="*/ 58 w 44401"/>
                    <a:gd name="connsiteY1" fmla="*/ 12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125"/>
                      </a:moveTo>
                      <a:lnTo>
                        <a:pt x="58" y="1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91" name="Graphic 2">
                  <a:extLst>
                    <a:ext uri="{FF2B5EF4-FFF2-40B4-BE49-F238E27FC236}">
                      <a16:creationId xmlns:a16="http://schemas.microsoft.com/office/drawing/2014/main" id="{1E423DFA-BBD9-90D9-5B50-C2394D18AC9D}"/>
                    </a:ext>
                  </a:extLst>
                </p:cNvPr>
                <p:cNvGrpSpPr/>
                <p:nvPr/>
              </p:nvGrpSpPr>
              <p:grpSpPr>
                <a:xfrm>
                  <a:off x="3581391" y="2777560"/>
                  <a:ext cx="223926" cy="95994"/>
                  <a:chOff x="3581391" y="2777560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92" name="Freeform: Shape 91">
                    <a:extLst>
                      <a:ext uri="{FF2B5EF4-FFF2-40B4-BE49-F238E27FC236}">
                        <a16:creationId xmlns:a16="http://schemas.microsoft.com/office/drawing/2014/main" id="{0AA687AA-2396-B8DF-F109-936E50C84779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779226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67 h 94328"/>
                      <a:gd name="connsiteX1" fmla="*/ 51056 w 59843"/>
                      <a:gd name="connsiteY1" fmla="*/ 92167 h 94328"/>
                      <a:gd name="connsiteX2" fmla="*/ 51056 w 59843"/>
                      <a:gd name="connsiteY2" fmla="*/ 81617 h 94328"/>
                      <a:gd name="connsiteX3" fmla="*/ 13393 w 59843"/>
                      <a:gd name="connsiteY3" fmla="*/ 81617 h 94328"/>
                      <a:gd name="connsiteX4" fmla="*/ 13393 w 59843"/>
                      <a:gd name="connsiteY4" fmla="*/ 58952 h 94328"/>
                      <a:gd name="connsiteX5" fmla="*/ 18825 w 59843"/>
                      <a:gd name="connsiteY5" fmla="*/ 60340 h 94328"/>
                      <a:gd name="connsiteX6" fmla="*/ 24296 w 59843"/>
                      <a:gd name="connsiteY6" fmla="*/ 60796 h 94328"/>
                      <a:gd name="connsiteX7" fmla="*/ 48816 w 59843"/>
                      <a:gd name="connsiteY7" fmla="*/ 52309 h 94328"/>
                      <a:gd name="connsiteX8" fmla="*/ 57874 w 59843"/>
                      <a:gd name="connsiteY8" fmla="*/ 29327 h 94328"/>
                      <a:gd name="connsiteX9" fmla="*/ 48578 w 59843"/>
                      <a:gd name="connsiteY9" fmla="*/ 6107 h 94328"/>
                      <a:gd name="connsiteX10" fmla="*/ 22373 w 59843"/>
                      <a:gd name="connsiteY10" fmla="*/ -2162 h 94328"/>
                      <a:gd name="connsiteX11" fmla="*/ 10499 w 59843"/>
                      <a:gd name="connsiteY11" fmla="*/ -1171 h 94328"/>
                      <a:gd name="connsiteX12" fmla="*/ -1969 w 59843"/>
                      <a:gd name="connsiteY12" fmla="*/ 1804 h 94328"/>
                      <a:gd name="connsiteX13" fmla="*/ -1969 w 59843"/>
                      <a:gd name="connsiteY13" fmla="*/ 14396 h 94328"/>
                      <a:gd name="connsiteX14" fmla="*/ 9548 w 59843"/>
                      <a:gd name="connsiteY14" fmla="*/ 9874 h 94328"/>
                      <a:gd name="connsiteX15" fmla="*/ 22115 w 59843"/>
                      <a:gd name="connsiteY15" fmla="*/ 8387 h 94328"/>
                      <a:gd name="connsiteX16" fmla="*/ 39083 w 59843"/>
                      <a:gd name="connsiteY16" fmla="*/ 14019 h 94328"/>
                      <a:gd name="connsiteX17" fmla="*/ 45347 w 59843"/>
                      <a:gd name="connsiteY17" fmla="*/ 29327 h 94328"/>
                      <a:gd name="connsiteX18" fmla="*/ 39083 w 59843"/>
                      <a:gd name="connsiteY18" fmla="*/ 44616 h 94328"/>
                      <a:gd name="connsiteX19" fmla="*/ 22115 w 59843"/>
                      <a:gd name="connsiteY19" fmla="*/ 50267 h 94328"/>
                      <a:gd name="connsiteX20" fmla="*/ 12105 w 59843"/>
                      <a:gd name="connsiteY20" fmla="*/ 49157 h 94328"/>
                      <a:gd name="connsiteX21" fmla="*/ 1936 w 59843"/>
                      <a:gd name="connsiteY21" fmla="*/ 45686 h 94328"/>
                      <a:gd name="connsiteX22" fmla="*/ 1936 w 59843"/>
                      <a:gd name="connsiteY22" fmla="*/ 92167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67"/>
                        </a:moveTo>
                        <a:lnTo>
                          <a:pt x="51056" y="92167"/>
                        </a:lnTo>
                        <a:lnTo>
                          <a:pt x="51056" y="81617"/>
                        </a:lnTo>
                        <a:lnTo>
                          <a:pt x="13393" y="81617"/>
                        </a:lnTo>
                        <a:lnTo>
                          <a:pt x="13393" y="58952"/>
                        </a:lnTo>
                        <a:cubicBezTo>
                          <a:pt x="15204" y="59574"/>
                          <a:pt x="17014" y="60036"/>
                          <a:pt x="18825" y="60340"/>
                        </a:cubicBezTo>
                        <a:cubicBezTo>
                          <a:pt x="20648" y="60644"/>
                          <a:pt x="22472" y="60796"/>
                          <a:pt x="24296" y="60796"/>
                        </a:cubicBezTo>
                        <a:cubicBezTo>
                          <a:pt x="34616" y="60796"/>
                          <a:pt x="42790" y="57967"/>
                          <a:pt x="48816" y="52309"/>
                        </a:cubicBezTo>
                        <a:cubicBezTo>
                          <a:pt x="54855" y="46651"/>
                          <a:pt x="57874" y="38991"/>
                          <a:pt x="57874" y="29327"/>
                        </a:cubicBezTo>
                        <a:cubicBezTo>
                          <a:pt x="57874" y="19373"/>
                          <a:pt x="54776" y="11633"/>
                          <a:pt x="48578" y="6107"/>
                        </a:cubicBezTo>
                        <a:cubicBezTo>
                          <a:pt x="42380" y="594"/>
                          <a:pt x="33645" y="-2162"/>
                          <a:pt x="22373" y="-2162"/>
                        </a:cubicBezTo>
                        <a:cubicBezTo>
                          <a:pt x="18488" y="-2162"/>
                          <a:pt x="14530" y="-1831"/>
                          <a:pt x="10499" y="-1171"/>
                        </a:cubicBezTo>
                        <a:cubicBezTo>
                          <a:pt x="6482" y="-510"/>
                          <a:pt x="2326" y="482"/>
                          <a:pt x="-1969" y="1804"/>
                        </a:cubicBezTo>
                        <a:lnTo>
                          <a:pt x="-1969" y="14396"/>
                        </a:lnTo>
                        <a:cubicBezTo>
                          <a:pt x="1745" y="12373"/>
                          <a:pt x="5583" y="10866"/>
                          <a:pt x="9548" y="9874"/>
                        </a:cubicBezTo>
                        <a:cubicBezTo>
                          <a:pt x="13512" y="8883"/>
                          <a:pt x="17701" y="8387"/>
                          <a:pt x="22115" y="8387"/>
                        </a:cubicBezTo>
                        <a:cubicBezTo>
                          <a:pt x="29264" y="8387"/>
                          <a:pt x="34920" y="10264"/>
                          <a:pt x="39083" y="14019"/>
                        </a:cubicBezTo>
                        <a:cubicBezTo>
                          <a:pt x="43259" y="17773"/>
                          <a:pt x="45347" y="22876"/>
                          <a:pt x="45347" y="29327"/>
                        </a:cubicBezTo>
                        <a:cubicBezTo>
                          <a:pt x="45347" y="35765"/>
                          <a:pt x="43259" y="40861"/>
                          <a:pt x="39083" y="44616"/>
                        </a:cubicBezTo>
                        <a:cubicBezTo>
                          <a:pt x="34920" y="48383"/>
                          <a:pt x="29264" y="50267"/>
                          <a:pt x="22115" y="50267"/>
                        </a:cubicBezTo>
                        <a:cubicBezTo>
                          <a:pt x="18772" y="50267"/>
                          <a:pt x="15435" y="49897"/>
                          <a:pt x="12105" y="49157"/>
                        </a:cubicBezTo>
                        <a:cubicBezTo>
                          <a:pt x="8788" y="48416"/>
                          <a:pt x="5398" y="47260"/>
                          <a:pt x="1936" y="45686"/>
                        </a:cubicBezTo>
                        <a:lnTo>
                          <a:pt x="1936" y="9216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3" name="Freeform: Shape 92">
                    <a:extLst>
                      <a:ext uri="{FF2B5EF4-FFF2-40B4-BE49-F238E27FC236}">
                        <a16:creationId xmlns:a16="http://schemas.microsoft.com/office/drawing/2014/main" id="{A04F30C5-29A1-2B84-5BC3-2DBEF7CCC5E7}"/>
                      </a:ext>
                    </a:extLst>
                  </p:cNvPr>
                  <p:cNvSpPr/>
                  <p:nvPr/>
                </p:nvSpPr>
                <p:spPr>
                  <a:xfrm flipV="1">
                    <a:off x="3662719" y="2779226"/>
                    <a:ext cx="59466" cy="92524"/>
                  </a:xfrm>
                  <a:custGeom>
                    <a:avLst/>
                    <a:gdLst>
                      <a:gd name="connsiteX0" fmla="*/ -1984 w 59466"/>
                      <a:gd name="connsiteY0" fmla="*/ 90316 h 92524"/>
                      <a:gd name="connsiteX1" fmla="*/ 57483 w 59466"/>
                      <a:gd name="connsiteY1" fmla="*/ 90316 h 92524"/>
                      <a:gd name="connsiteX2" fmla="*/ 57483 w 59466"/>
                      <a:gd name="connsiteY2" fmla="*/ 84982 h 92524"/>
                      <a:gd name="connsiteX3" fmla="*/ 23904 w 59466"/>
                      <a:gd name="connsiteY3" fmla="*/ -2208 h 92524"/>
                      <a:gd name="connsiteX4" fmla="*/ 10841 w 59466"/>
                      <a:gd name="connsiteY4" fmla="*/ -2208 h 92524"/>
                      <a:gd name="connsiteX5" fmla="*/ 42438 w 59466"/>
                      <a:gd name="connsiteY5" fmla="*/ 79767 h 92524"/>
                      <a:gd name="connsiteX6" fmla="*/ -1984 w 59466"/>
                      <a:gd name="connsiteY6" fmla="*/ 79767 h 92524"/>
                      <a:gd name="connsiteX7" fmla="*/ -1984 w 59466"/>
                      <a:gd name="connsiteY7" fmla="*/ 90316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466" h="92524">
                        <a:moveTo>
                          <a:pt x="-1984" y="90316"/>
                        </a:moveTo>
                        <a:lnTo>
                          <a:pt x="57483" y="90316"/>
                        </a:lnTo>
                        <a:lnTo>
                          <a:pt x="57483" y="84982"/>
                        </a:lnTo>
                        <a:lnTo>
                          <a:pt x="23904" y="-2208"/>
                        </a:lnTo>
                        <a:lnTo>
                          <a:pt x="10841" y="-2208"/>
                        </a:lnTo>
                        <a:lnTo>
                          <a:pt x="42438" y="79767"/>
                        </a:lnTo>
                        <a:lnTo>
                          <a:pt x="-1984" y="79767"/>
                        </a:lnTo>
                        <a:lnTo>
                          <a:pt x="-1984" y="903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4" name="Freeform: Shape 93">
                    <a:extLst>
                      <a:ext uri="{FF2B5EF4-FFF2-40B4-BE49-F238E27FC236}">
                        <a16:creationId xmlns:a16="http://schemas.microsoft.com/office/drawing/2014/main" id="{9F540DA0-1238-79B5-ABEC-1356BEF30910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777560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75 h 95994"/>
                      <a:gd name="connsiteX1" fmla="*/ 15437 w 63926"/>
                      <a:gd name="connsiteY1" fmla="*/ 74357 h 95994"/>
                      <a:gd name="connsiteX2" fmla="*/ 10580 w 63926"/>
                      <a:gd name="connsiteY2" fmla="*/ 45763 h 95994"/>
                      <a:gd name="connsiteX3" fmla="*/ 15437 w 63926"/>
                      <a:gd name="connsiteY3" fmla="*/ 17229 h 95994"/>
                      <a:gd name="connsiteX4" fmla="*/ 29966 w 63926"/>
                      <a:gd name="connsiteY4" fmla="*/ 7711 h 95994"/>
                      <a:gd name="connsiteX5" fmla="*/ 44556 w 63926"/>
                      <a:gd name="connsiteY5" fmla="*/ 17229 h 95994"/>
                      <a:gd name="connsiteX6" fmla="*/ 49432 w 63926"/>
                      <a:gd name="connsiteY6" fmla="*/ 45763 h 95994"/>
                      <a:gd name="connsiteX7" fmla="*/ 44556 w 63926"/>
                      <a:gd name="connsiteY7" fmla="*/ 74357 h 95994"/>
                      <a:gd name="connsiteX8" fmla="*/ 29966 w 63926"/>
                      <a:gd name="connsiteY8" fmla="*/ 83875 h 95994"/>
                      <a:gd name="connsiteX9" fmla="*/ 29966 w 63926"/>
                      <a:gd name="connsiteY9" fmla="*/ 93790 h 95994"/>
                      <a:gd name="connsiteX10" fmla="*/ 53733 w 63926"/>
                      <a:gd name="connsiteY10" fmla="*/ 81476 h 95994"/>
                      <a:gd name="connsiteX11" fmla="*/ 61940 w 63926"/>
                      <a:gd name="connsiteY11" fmla="*/ 45763 h 95994"/>
                      <a:gd name="connsiteX12" fmla="*/ 53733 w 63926"/>
                      <a:gd name="connsiteY12" fmla="*/ 10090 h 95994"/>
                      <a:gd name="connsiteX13" fmla="*/ 29966 w 63926"/>
                      <a:gd name="connsiteY13" fmla="*/ -2204 h 95994"/>
                      <a:gd name="connsiteX14" fmla="*/ 6219 w 63926"/>
                      <a:gd name="connsiteY14" fmla="*/ 10090 h 95994"/>
                      <a:gd name="connsiteX15" fmla="*/ -1987 w 63926"/>
                      <a:gd name="connsiteY15" fmla="*/ 45763 h 95994"/>
                      <a:gd name="connsiteX16" fmla="*/ 6219 w 63926"/>
                      <a:gd name="connsiteY16" fmla="*/ 81476 h 95994"/>
                      <a:gd name="connsiteX17" fmla="*/ 29966 w 63926"/>
                      <a:gd name="connsiteY17" fmla="*/ 9379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75"/>
                        </a:moveTo>
                        <a:cubicBezTo>
                          <a:pt x="23531" y="83875"/>
                          <a:pt x="18688" y="80703"/>
                          <a:pt x="15437" y="74357"/>
                        </a:cubicBezTo>
                        <a:cubicBezTo>
                          <a:pt x="12199" y="68025"/>
                          <a:pt x="10580" y="58494"/>
                          <a:pt x="10580" y="45763"/>
                        </a:cubicBezTo>
                        <a:cubicBezTo>
                          <a:pt x="10580" y="33086"/>
                          <a:pt x="12199" y="23574"/>
                          <a:pt x="15437" y="17229"/>
                        </a:cubicBezTo>
                        <a:cubicBezTo>
                          <a:pt x="18688" y="10883"/>
                          <a:pt x="23531" y="7711"/>
                          <a:pt x="29966" y="7711"/>
                        </a:cubicBezTo>
                        <a:cubicBezTo>
                          <a:pt x="36455" y="7711"/>
                          <a:pt x="41318" y="10883"/>
                          <a:pt x="44556" y="17229"/>
                        </a:cubicBezTo>
                        <a:cubicBezTo>
                          <a:pt x="47806" y="23574"/>
                          <a:pt x="49432" y="33086"/>
                          <a:pt x="49432" y="45763"/>
                        </a:cubicBezTo>
                        <a:cubicBezTo>
                          <a:pt x="49432" y="58494"/>
                          <a:pt x="47806" y="68025"/>
                          <a:pt x="44556" y="74357"/>
                        </a:cubicBezTo>
                        <a:cubicBezTo>
                          <a:pt x="41318" y="80703"/>
                          <a:pt x="36455" y="83875"/>
                          <a:pt x="29966" y="83875"/>
                        </a:cubicBezTo>
                        <a:close/>
                        <a:moveTo>
                          <a:pt x="29966" y="93790"/>
                        </a:moveTo>
                        <a:cubicBezTo>
                          <a:pt x="40340" y="93790"/>
                          <a:pt x="48262" y="89685"/>
                          <a:pt x="53733" y="81476"/>
                        </a:cubicBezTo>
                        <a:cubicBezTo>
                          <a:pt x="59204" y="73280"/>
                          <a:pt x="61940" y="61376"/>
                          <a:pt x="61940" y="45763"/>
                        </a:cubicBezTo>
                        <a:cubicBezTo>
                          <a:pt x="61940" y="30191"/>
                          <a:pt x="59204" y="18300"/>
                          <a:pt x="53733" y="10090"/>
                        </a:cubicBezTo>
                        <a:cubicBezTo>
                          <a:pt x="48262" y="1894"/>
                          <a:pt x="40340" y="-2204"/>
                          <a:pt x="29966" y="-2204"/>
                        </a:cubicBezTo>
                        <a:cubicBezTo>
                          <a:pt x="19606" y="-2204"/>
                          <a:pt x="11690" y="1894"/>
                          <a:pt x="6219" y="10090"/>
                        </a:cubicBezTo>
                        <a:cubicBezTo>
                          <a:pt x="748" y="18300"/>
                          <a:pt x="-1987" y="30191"/>
                          <a:pt x="-1987" y="45763"/>
                        </a:cubicBezTo>
                        <a:cubicBezTo>
                          <a:pt x="-1987" y="61376"/>
                          <a:pt x="748" y="73280"/>
                          <a:pt x="6219" y="81476"/>
                        </a:cubicBezTo>
                        <a:cubicBezTo>
                          <a:pt x="11690" y="89685"/>
                          <a:pt x="19606" y="93790"/>
                          <a:pt x="29966" y="9379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95" name="Graphic 2">
                <a:extLst>
                  <a:ext uri="{FF2B5EF4-FFF2-40B4-BE49-F238E27FC236}">
                    <a16:creationId xmlns:a16="http://schemas.microsoft.com/office/drawing/2014/main" id="{EB4A8BBC-3519-356B-4496-BE219E536151}"/>
                  </a:ext>
                </a:extLst>
              </p:cNvPr>
              <p:cNvGrpSpPr/>
              <p:nvPr/>
            </p:nvGrpSpPr>
            <p:grpSpPr>
              <a:xfrm>
                <a:off x="3581391" y="2345572"/>
                <a:ext cx="321159" cy="95994"/>
                <a:chOff x="3581391" y="2345572"/>
                <a:chExt cx="321159" cy="95994"/>
              </a:xfrm>
              <a:solidFill>
                <a:srgbClr val="000000"/>
              </a:solidFill>
            </p:grpSpPr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1BA88E53-0626-1C60-0374-5E82B088F41C}"/>
                    </a:ext>
                  </a:extLst>
                </p:cNvPr>
                <p:cNvSpPr/>
                <p:nvPr/>
              </p:nvSpPr>
              <p:spPr>
                <a:xfrm>
                  <a:off x="3858149" y="2391547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91 h 12690"/>
                    <a:gd name="connsiteX1" fmla="*/ 58 w 44401"/>
                    <a:gd name="connsiteY1" fmla="*/ 91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91"/>
                      </a:moveTo>
                      <a:lnTo>
                        <a:pt x="58" y="91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97" name="Graphic 2">
                  <a:extLst>
                    <a:ext uri="{FF2B5EF4-FFF2-40B4-BE49-F238E27FC236}">
                      <a16:creationId xmlns:a16="http://schemas.microsoft.com/office/drawing/2014/main" id="{95712C67-04D5-343C-FD1F-B40072ABD385}"/>
                    </a:ext>
                  </a:extLst>
                </p:cNvPr>
                <p:cNvGrpSpPr/>
                <p:nvPr/>
              </p:nvGrpSpPr>
              <p:grpSpPr>
                <a:xfrm>
                  <a:off x="3581391" y="2345572"/>
                  <a:ext cx="223926" cy="95994"/>
                  <a:chOff x="3581391" y="2345572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98" name="Freeform: Shape 97">
                    <a:extLst>
                      <a:ext uri="{FF2B5EF4-FFF2-40B4-BE49-F238E27FC236}">
                        <a16:creationId xmlns:a16="http://schemas.microsoft.com/office/drawing/2014/main" id="{5CDAB309-3B1B-5132-0585-A2A1611A7793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2347238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132 h 94328"/>
                      <a:gd name="connsiteX1" fmla="*/ 51056 w 59843"/>
                      <a:gd name="connsiteY1" fmla="*/ 92132 h 94328"/>
                      <a:gd name="connsiteX2" fmla="*/ 51056 w 59843"/>
                      <a:gd name="connsiteY2" fmla="*/ 81583 h 94328"/>
                      <a:gd name="connsiteX3" fmla="*/ 13393 w 59843"/>
                      <a:gd name="connsiteY3" fmla="*/ 81583 h 94328"/>
                      <a:gd name="connsiteX4" fmla="*/ 13393 w 59843"/>
                      <a:gd name="connsiteY4" fmla="*/ 58918 h 94328"/>
                      <a:gd name="connsiteX5" fmla="*/ 18825 w 59843"/>
                      <a:gd name="connsiteY5" fmla="*/ 60306 h 94328"/>
                      <a:gd name="connsiteX6" fmla="*/ 24296 w 59843"/>
                      <a:gd name="connsiteY6" fmla="*/ 60762 h 94328"/>
                      <a:gd name="connsiteX7" fmla="*/ 48816 w 59843"/>
                      <a:gd name="connsiteY7" fmla="*/ 52275 h 94328"/>
                      <a:gd name="connsiteX8" fmla="*/ 57874 w 59843"/>
                      <a:gd name="connsiteY8" fmla="*/ 29293 h 94328"/>
                      <a:gd name="connsiteX9" fmla="*/ 48578 w 59843"/>
                      <a:gd name="connsiteY9" fmla="*/ 6073 h 94328"/>
                      <a:gd name="connsiteX10" fmla="*/ 22373 w 59843"/>
                      <a:gd name="connsiteY10" fmla="*/ -2196 h 94328"/>
                      <a:gd name="connsiteX11" fmla="*/ 10499 w 59843"/>
                      <a:gd name="connsiteY11" fmla="*/ -1205 h 94328"/>
                      <a:gd name="connsiteX12" fmla="*/ -1969 w 59843"/>
                      <a:gd name="connsiteY12" fmla="*/ 1770 h 94328"/>
                      <a:gd name="connsiteX13" fmla="*/ -1969 w 59843"/>
                      <a:gd name="connsiteY13" fmla="*/ 14362 h 94328"/>
                      <a:gd name="connsiteX14" fmla="*/ 9548 w 59843"/>
                      <a:gd name="connsiteY14" fmla="*/ 9840 h 94328"/>
                      <a:gd name="connsiteX15" fmla="*/ 22115 w 59843"/>
                      <a:gd name="connsiteY15" fmla="*/ 8353 h 94328"/>
                      <a:gd name="connsiteX16" fmla="*/ 39083 w 59843"/>
                      <a:gd name="connsiteY16" fmla="*/ 13985 h 94328"/>
                      <a:gd name="connsiteX17" fmla="*/ 45347 w 59843"/>
                      <a:gd name="connsiteY17" fmla="*/ 29293 h 94328"/>
                      <a:gd name="connsiteX18" fmla="*/ 39083 w 59843"/>
                      <a:gd name="connsiteY18" fmla="*/ 44582 h 94328"/>
                      <a:gd name="connsiteX19" fmla="*/ 22115 w 59843"/>
                      <a:gd name="connsiteY19" fmla="*/ 50233 h 94328"/>
                      <a:gd name="connsiteX20" fmla="*/ 12105 w 59843"/>
                      <a:gd name="connsiteY20" fmla="*/ 49122 h 94328"/>
                      <a:gd name="connsiteX21" fmla="*/ 1936 w 59843"/>
                      <a:gd name="connsiteY21" fmla="*/ 45652 h 94328"/>
                      <a:gd name="connsiteX22" fmla="*/ 1936 w 59843"/>
                      <a:gd name="connsiteY22" fmla="*/ 92132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132"/>
                        </a:moveTo>
                        <a:lnTo>
                          <a:pt x="51056" y="92132"/>
                        </a:lnTo>
                        <a:lnTo>
                          <a:pt x="51056" y="81583"/>
                        </a:lnTo>
                        <a:lnTo>
                          <a:pt x="13393" y="81583"/>
                        </a:lnTo>
                        <a:lnTo>
                          <a:pt x="13393" y="58918"/>
                        </a:lnTo>
                        <a:cubicBezTo>
                          <a:pt x="15204" y="59540"/>
                          <a:pt x="17014" y="60002"/>
                          <a:pt x="18825" y="60306"/>
                        </a:cubicBezTo>
                        <a:cubicBezTo>
                          <a:pt x="20648" y="60610"/>
                          <a:pt x="22472" y="60762"/>
                          <a:pt x="24296" y="60762"/>
                        </a:cubicBezTo>
                        <a:cubicBezTo>
                          <a:pt x="34616" y="60762"/>
                          <a:pt x="42790" y="57933"/>
                          <a:pt x="48816" y="52275"/>
                        </a:cubicBezTo>
                        <a:cubicBezTo>
                          <a:pt x="54855" y="46617"/>
                          <a:pt x="57874" y="38957"/>
                          <a:pt x="57874" y="29293"/>
                        </a:cubicBezTo>
                        <a:cubicBezTo>
                          <a:pt x="57874" y="19339"/>
                          <a:pt x="54776" y="11599"/>
                          <a:pt x="48578" y="6073"/>
                        </a:cubicBezTo>
                        <a:cubicBezTo>
                          <a:pt x="42380" y="560"/>
                          <a:pt x="33645" y="-2196"/>
                          <a:pt x="22373" y="-2196"/>
                        </a:cubicBezTo>
                        <a:cubicBezTo>
                          <a:pt x="18488" y="-2196"/>
                          <a:pt x="14530" y="-1866"/>
                          <a:pt x="10499" y="-1205"/>
                        </a:cubicBezTo>
                        <a:cubicBezTo>
                          <a:pt x="6482" y="-544"/>
                          <a:pt x="2326" y="448"/>
                          <a:pt x="-1969" y="1770"/>
                        </a:cubicBezTo>
                        <a:lnTo>
                          <a:pt x="-1969" y="14362"/>
                        </a:lnTo>
                        <a:cubicBezTo>
                          <a:pt x="1745" y="12339"/>
                          <a:pt x="5583" y="10832"/>
                          <a:pt x="9548" y="9840"/>
                        </a:cubicBezTo>
                        <a:cubicBezTo>
                          <a:pt x="13512" y="8849"/>
                          <a:pt x="17701" y="8353"/>
                          <a:pt x="22115" y="8353"/>
                        </a:cubicBezTo>
                        <a:cubicBezTo>
                          <a:pt x="29264" y="8353"/>
                          <a:pt x="34920" y="10230"/>
                          <a:pt x="39083" y="13985"/>
                        </a:cubicBezTo>
                        <a:cubicBezTo>
                          <a:pt x="43259" y="17739"/>
                          <a:pt x="45347" y="22842"/>
                          <a:pt x="45347" y="29293"/>
                        </a:cubicBezTo>
                        <a:cubicBezTo>
                          <a:pt x="45347" y="35731"/>
                          <a:pt x="43259" y="40827"/>
                          <a:pt x="39083" y="44582"/>
                        </a:cubicBezTo>
                        <a:cubicBezTo>
                          <a:pt x="34920" y="48349"/>
                          <a:pt x="29264" y="50233"/>
                          <a:pt x="22115" y="50233"/>
                        </a:cubicBezTo>
                        <a:cubicBezTo>
                          <a:pt x="18772" y="50233"/>
                          <a:pt x="15435" y="49863"/>
                          <a:pt x="12105" y="49122"/>
                        </a:cubicBezTo>
                        <a:cubicBezTo>
                          <a:pt x="8788" y="48382"/>
                          <a:pt x="5398" y="47225"/>
                          <a:pt x="1936" y="45652"/>
                        </a:cubicBezTo>
                        <a:lnTo>
                          <a:pt x="1936" y="9213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9" name="Freeform: Shape 98">
                    <a:extLst>
                      <a:ext uri="{FF2B5EF4-FFF2-40B4-BE49-F238E27FC236}">
                        <a16:creationId xmlns:a16="http://schemas.microsoft.com/office/drawing/2014/main" id="{3E5F262C-087E-1219-BE84-EFFFEC21F850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916" y="2345572"/>
                    <a:ext cx="63431" cy="95994"/>
                  </a:xfrm>
                  <a:custGeom>
                    <a:avLst/>
                    <a:gdLst>
                      <a:gd name="connsiteX0" fmla="*/ 29723 w 63431"/>
                      <a:gd name="connsiteY0" fmla="*/ 43508 h 95994"/>
                      <a:gd name="connsiteX1" fmla="*/ 15688 w 63431"/>
                      <a:gd name="connsiteY1" fmla="*/ 38729 h 95994"/>
                      <a:gd name="connsiteX2" fmla="*/ 10594 w 63431"/>
                      <a:gd name="connsiteY2" fmla="*/ 25602 h 95994"/>
                      <a:gd name="connsiteX3" fmla="*/ 15688 w 63431"/>
                      <a:gd name="connsiteY3" fmla="*/ 12456 h 95994"/>
                      <a:gd name="connsiteX4" fmla="*/ 29723 w 63431"/>
                      <a:gd name="connsiteY4" fmla="*/ 7677 h 95994"/>
                      <a:gd name="connsiteX5" fmla="*/ 43777 w 63431"/>
                      <a:gd name="connsiteY5" fmla="*/ 12475 h 95994"/>
                      <a:gd name="connsiteX6" fmla="*/ 48930 w 63431"/>
                      <a:gd name="connsiteY6" fmla="*/ 25602 h 95994"/>
                      <a:gd name="connsiteX7" fmla="*/ 43816 w 63431"/>
                      <a:gd name="connsiteY7" fmla="*/ 38729 h 95994"/>
                      <a:gd name="connsiteX8" fmla="*/ 29723 w 63431"/>
                      <a:gd name="connsiteY8" fmla="*/ 43508 h 95994"/>
                      <a:gd name="connsiteX9" fmla="*/ 17215 w 63431"/>
                      <a:gd name="connsiteY9" fmla="*/ 48823 h 95994"/>
                      <a:gd name="connsiteX10" fmla="*/ 4667 w 63431"/>
                      <a:gd name="connsiteY10" fmla="*/ 56318 h 95994"/>
                      <a:gd name="connsiteX11" fmla="*/ 187 w 63431"/>
                      <a:gd name="connsiteY11" fmla="*/ 69782 h 95994"/>
                      <a:gd name="connsiteX12" fmla="*/ 8077 w 63431"/>
                      <a:gd name="connsiteY12" fmla="*/ 87312 h 95994"/>
                      <a:gd name="connsiteX13" fmla="*/ 29723 w 63431"/>
                      <a:gd name="connsiteY13" fmla="*/ 93756 h 95994"/>
                      <a:gd name="connsiteX14" fmla="*/ 51408 w 63431"/>
                      <a:gd name="connsiteY14" fmla="*/ 87312 h 95994"/>
                      <a:gd name="connsiteX15" fmla="*/ 59278 w 63431"/>
                      <a:gd name="connsiteY15" fmla="*/ 69782 h 95994"/>
                      <a:gd name="connsiteX16" fmla="*/ 54778 w 63431"/>
                      <a:gd name="connsiteY16" fmla="*/ 56318 h 95994"/>
                      <a:gd name="connsiteX17" fmla="*/ 42310 w 63431"/>
                      <a:gd name="connsiteY17" fmla="*/ 48823 h 95994"/>
                      <a:gd name="connsiteX18" fmla="*/ 56384 w 63431"/>
                      <a:gd name="connsiteY18" fmla="*/ 40574 h 95994"/>
                      <a:gd name="connsiteX19" fmla="*/ 61438 w 63431"/>
                      <a:gd name="connsiteY19" fmla="*/ 25602 h 95994"/>
                      <a:gd name="connsiteX20" fmla="*/ 53232 w 63431"/>
                      <a:gd name="connsiteY20" fmla="*/ 4940 h 95994"/>
                      <a:gd name="connsiteX21" fmla="*/ 29723 w 63431"/>
                      <a:gd name="connsiteY21" fmla="*/ -2238 h 95994"/>
                      <a:gd name="connsiteX22" fmla="*/ 6213 w 63431"/>
                      <a:gd name="connsiteY22" fmla="*/ 4940 h 95994"/>
                      <a:gd name="connsiteX23" fmla="*/ -1993 w 63431"/>
                      <a:gd name="connsiteY23" fmla="*/ 25602 h 95994"/>
                      <a:gd name="connsiteX24" fmla="*/ 3082 w 63431"/>
                      <a:gd name="connsiteY24" fmla="*/ 40574 h 95994"/>
                      <a:gd name="connsiteX25" fmla="*/ 17215 w 63431"/>
                      <a:gd name="connsiteY25" fmla="*/ 48823 h 95994"/>
                      <a:gd name="connsiteX26" fmla="*/ 12636 w 63431"/>
                      <a:gd name="connsiteY26" fmla="*/ 68593 h 95994"/>
                      <a:gd name="connsiteX27" fmla="*/ 17116 w 63431"/>
                      <a:gd name="connsiteY27" fmla="*/ 57389 h 95994"/>
                      <a:gd name="connsiteX28" fmla="*/ 29723 w 63431"/>
                      <a:gd name="connsiteY28" fmla="*/ 53364 h 95994"/>
                      <a:gd name="connsiteX29" fmla="*/ 42330 w 63431"/>
                      <a:gd name="connsiteY29" fmla="*/ 57389 h 95994"/>
                      <a:gd name="connsiteX30" fmla="*/ 46889 w 63431"/>
                      <a:gd name="connsiteY30" fmla="*/ 68593 h 95994"/>
                      <a:gd name="connsiteX31" fmla="*/ 42330 w 63431"/>
                      <a:gd name="connsiteY31" fmla="*/ 79816 h 95994"/>
                      <a:gd name="connsiteX32" fmla="*/ 29723 w 63431"/>
                      <a:gd name="connsiteY32" fmla="*/ 83841 h 95994"/>
                      <a:gd name="connsiteX33" fmla="*/ 17116 w 63431"/>
                      <a:gd name="connsiteY33" fmla="*/ 79816 h 95994"/>
                      <a:gd name="connsiteX34" fmla="*/ 12636 w 63431"/>
                      <a:gd name="connsiteY34" fmla="*/ 6859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3431" h="95994">
                        <a:moveTo>
                          <a:pt x="29723" y="43508"/>
                        </a:moveTo>
                        <a:cubicBezTo>
                          <a:pt x="23776" y="43508"/>
                          <a:pt x="19098" y="41915"/>
                          <a:pt x="15688" y="38729"/>
                        </a:cubicBezTo>
                        <a:cubicBezTo>
                          <a:pt x="12292" y="35544"/>
                          <a:pt x="10594" y="31168"/>
                          <a:pt x="10594" y="25602"/>
                        </a:cubicBezTo>
                        <a:cubicBezTo>
                          <a:pt x="10594" y="20024"/>
                          <a:pt x="12292" y="15641"/>
                          <a:pt x="15688" y="12456"/>
                        </a:cubicBezTo>
                        <a:cubicBezTo>
                          <a:pt x="19098" y="9270"/>
                          <a:pt x="23776" y="7677"/>
                          <a:pt x="29723" y="7677"/>
                        </a:cubicBezTo>
                        <a:cubicBezTo>
                          <a:pt x="35669" y="7677"/>
                          <a:pt x="40354" y="9276"/>
                          <a:pt x="43777" y="12475"/>
                        </a:cubicBezTo>
                        <a:cubicBezTo>
                          <a:pt x="47212" y="15688"/>
                          <a:pt x="48930" y="20063"/>
                          <a:pt x="48930" y="25602"/>
                        </a:cubicBezTo>
                        <a:cubicBezTo>
                          <a:pt x="48930" y="31168"/>
                          <a:pt x="47226" y="35544"/>
                          <a:pt x="43816" y="38729"/>
                        </a:cubicBezTo>
                        <a:cubicBezTo>
                          <a:pt x="40420" y="41915"/>
                          <a:pt x="35722" y="43508"/>
                          <a:pt x="29723" y="43508"/>
                        </a:cubicBezTo>
                        <a:close/>
                        <a:moveTo>
                          <a:pt x="17215" y="48823"/>
                        </a:moveTo>
                        <a:cubicBezTo>
                          <a:pt x="11850" y="50145"/>
                          <a:pt x="7667" y="52643"/>
                          <a:pt x="4667" y="56318"/>
                        </a:cubicBezTo>
                        <a:cubicBezTo>
                          <a:pt x="1681" y="60006"/>
                          <a:pt x="187" y="64494"/>
                          <a:pt x="187" y="69782"/>
                        </a:cubicBezTo>
                        <a:cubicBezTo>
                          <a:pt x="187" y="77172"/>
                          <a:pt x="2817" y="83015"/>
                          <a:pt x="8077" y="87312"/>
                        </a:cubicBezTo>
                        <a:cubicBezTo>
                          <a:pt x="13349" y="91608"/>
                          <a:pt x="20565" y="93756"/>
                          <a:pt x="29723" y="93756"/>
                        </a:cubicBezTo>
                        <a:cubicBezTo>
                          <a:pt x="38933" y="93756"/>
                          <a:pt x="46162" y="91608"/>
                          <a:pt x="51408" y="87312"/>
                        </a:cubicBezTo>
                        <a:cubicBezTo>
                          <a:pt x="56654" y="83015"/>
                          <a:pt x="59278" y="77172"/>
                          <a:pt x="59278" y="69782"/>
                        </a:cubicBezTo>
                        <a:cubicBezTo>
                          <a:pt x="59278" y="64494"/>
                          <a:pt x="57778" y="60006"/>
                          <a:pt x="54778" y="56318"/>
                        </a:cubicBezTo>
                        <a:cubicBezTo>
                          <a:pt x="51791" y="52643"/>
                          <a:pt x="47635" y="50145"/>
                          <a:pt x="42310" y="48823"/>
                        </a:cubicBezTo>
                        <a:cubicBezTo>
                          <a:pt x="48336" y="47421"/>
                          <a:pt x="53027" y="44672"/>
                          <a:pt x="56384" y="40574"/>
                        </a:cubicBezTo>
                        <a:cubicBezTo>
                          <a:pt x="59753" y="36489"/>
                          <a:pt x="61438" y="31498"/>
                          <a:pt x="61438" y="25602"/>
                        </a:cubicBezTo>
                        <a:cubicBezTo>
                          <a:pt x="61438" y="16626"/>
                          <a:pt x="58703" y="9739"/>
                          <a:pt x="53232" y="4940"/>
                        </a:cubicBezTo>
                        <a:cubicBezTo>
                          <a:pt x="47761" y="155"/>
                          <a:pt x="39924" y="-2238"/>
                          <a:pt x="29723" y="-2238"/>
                        </a:cubicBezTo>
                        <a:cubicBezTo>
                          <a:pt x="19534" y="-2238"/>
                          <a:pt x="11698" y="155"/>
                          <a:pt x="6213" y="4940"/>
                        </a:cubicBezTo>
                        <a:cubicBezTo>
                          <a:pt x="743" y="9739"/>
                          <a:pt x="-1993" y="16626"/>
                          <a:pt x="-1993" y="25602"/>
                        </a:cubicBezTo>
                        <a:cubicBezTo>
                          <a:pt x="-1993" y="31498"/>
                          <a:pt x="-301" y="36489"/>
                          <a:pt x="3082" y="40574"/>
                        </a:cubicBezTo>
                        <a:cubicBezTo>
                          <a:pt x="6478" y="44672"/>
                          <a:pt x="11189" y="47421"/>
                          <a:pt x="17215" y="48823"/>
                        </a:cubicBezTo>
                        <a:close/>
                        <a:moveTo>
                          <a:pt x="12636" y="68593"/>
                        </a:moveTo>
                        <a:cubicBezTo>
                          <a:pt x="12636" y="63807"/>
                          <a:pt x="14129" y="60073"/>
                          <a:pt x="17116" y="57389"/>
                        </a:cubicBezTo>
                        <a:cubicBezTo>
                          <a:pt x="20115" y="54705"/>
                          <a:pt x="24318" y="53364"/>
                          <a:pt x="29723" y="53364"/>
                        </a:cubicBezTo>
                        <a:cubicBezTo>
                          <a:pt x="35101" y="53364"/>
                          <a:pt x="39303" y="54705"/>
                          <a:pt x="42330" y="57389"/>
                        </a:cubicBezTo>
                        <a:cubicBezTo>
                          <a:pt x="45369" y="60073"/>
                          <a:pt x="46889" y="63807"/>
                          <a:pt x="46889" y="68593"/>
                        </a:cubicBezTo>
                        <a:cubicBezTo>
                          <a:pt x="46889" y="73391"/>
                          <a:pt x="45369" y="77132"/>
                          <a:pt x="42330" y="79816"/>
                        </a:cubicBezTo>
                        <a:cubicBezTo>
                          <a:pt x="39303" y="82500"/>
                          <a:pt x="35101" y="83841"/>
                          <a:pt x="29723" y="83841"/>
                        </a:cubicBezTo>
                        <a:cubicBezTo>
                          <a:pt x="24318" y="83841"/>
                          <a:pt x="20115" y="82500"/>
                          <a:pt x="17116" y="79816"/>
                        </a:cubicBezTo>
                        <a:cubicBezTo>
                          <a:pt x="14129" y="77132"/>
                          <a:pt x="12636" y="73391"/>
                          <a:pt x="12636" y="6859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00" name="Freeform: Shape 99">
                    <a:extLst>
                      <a:ext uri="{FF2B5EF4-FFF2-40B4-BE49-F238E27FC236}">
                        <a16:creationId xmlns:a16="http://schemas.microsoft.com/office/drawing/2014/main" id="{5F1098A5-5DB0-6E8E-FDAF-79C62EA3AF72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2345572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41 h 95994"/>
                      <a:gd name="connsiteX1" fmla="*/ 15437 w 63926"/>
                      <a:gd name="connsiteY1" fmla="*/ 74323 h 95994"/>
                      <a:gd name="connsiteX2" fmla="*/ 10580 w 63926"/>
                      <a:gd name="connsiteY2" fmla="*/ 45729 h 95994"/>
                      <a:gd name="connsiteX3" fmla="*/ 15437 w 63926"/>
                      <a:gd name="connsiteY3" fmla="*/ 17195 h 95994"/>
                      <a:gd name="connsiteX4" fmla="*/ 29966 w 63926"/>
                      <a:gd name="connsiteY4" fmla="*/ 7677 h 95994"/>
                      <a:gd name="connsiteX5" fmla="*/ 44556 w 63926"/>
                      <a:gd name="connsiteY5" fmla="*/ 17195 h 95994"/>
                      <a:gd name="connsiteX6" fmla="*/ 49432 w 63926"/>
                      <a:gd name="connsiteY6" fmla="*/ 45729 h 95994"/>
                      <a:gd name="connsiteX7" fmla="*/ 44556 w 63926"/>
                      <a:gd name="connsiteY7" fmla="*/ 74323 h 95994"/>
                      <a:gd name="connsiteX8" fmla="*/ 29966 w 63926"/>
                      <a:gd name="connsiteY8" fmla="*/ 83841 h 95994"/>
                      <a:gd name="connsiteX9" fmla="*/ 29966 w 63926"/>
                      <a:gd name="connsiteY9" fmla="*/ 93756 h 95994"/>
                      <a:gd name="connsiteX10" fmla="*/ 53733 w 63926"/>
                      <a:gd name="connsiteY10" fmla="*/ 81442 h 95994"/>
                      <a:gd name="connsiteX11" fmla="*/ 61940 w 63926"/>
                      <a:gd name="connsiteY11" fmla="*/ 45729 h 95994"/>
                      <a:gd name="connsiteX12" fmla="*/ 53733 w 63926"/>
                      <a:gd name="connsiteY12" fmla="*/ 10056 h 95994"/>
                      <a:gd name="connsiteX13" fmla="*/ 29966 w 63926"/>
                      <a:gd name="connsiteY13" fmla="*/ -2238 h 95994"/>
                      <a:gd name="connsiteX14" fmla="*/ 6219 w 63926"/>
                      <a:gd name="connsiteY14" fmla="*/ 10056 h 95994"/>
                      <a:gd name="connsiteX15" fmla="*/ -1987 w 63926"/>
                      <a:gd name="connsiteY15" fmla="*/ 45729 h 95994"/>
                      <a:gd name="connsiteX16" fmla="*/ 6219 w 63926"/>
                      <a:gd name="connsiteY16" fmla="*/ 81442 h 95994"/>
                      <a:gd name="connsiteX17" fmla="*/ 29966 w 63926"/>
                      <a:gd name="connsiteY17" fmla="*/ 9375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41"/>
                        </a:moveTo>
                        <a:cubicBezTo>
                          <a:pt x="23531" y="83841"/>
                          <a:pt x="18688" y="80669"/>
                          <a:pt x="15437" y="74323"/>
                        </a:cubicBezTo>
                        <a:cubicBezTo>
                          <a:pt x="12199" y="67991"/>
                          <a:pt x="10580" y="58460"/>
                          <a:pt x="10580" y="45729"/>
                        </a:cubicBezTo>
                        <a:cubicBezTo>
                          <a:pt x="10580" y="33052"/>
                          <a:pt x="12199" y="23540"/>
                          <a:pt x="15437" y="17195"/>
                        </a:cubicBezTo>
                        <a:cubicBezTo>
                          <a:pt x="18688" y="10849"/>
                          <a:pt x="23531" y="7677"/>
                          <a:pt x="29966" y="7677"/>
                        </a:cubicBezTo>
                        <a:cubicBezTo>
                          <a:pt x="36455" y="7677"/>
                          <a:pt x="41318" y="10849"/>
                          <a:pt x="44556" y="17195"/>
                        </a:cubicBezTo>
                        <a:cubicBezTo>
                          <a:pt x="47806" y="23540"/>
                          <a:pt x="49432" y="33052"/>
                          <a:pt x="49432" y="45729"/>
                        </a:cubicBezTo>
                        <a:cubicBezTo>
                          <a:pt x="49432" y="58460"/>
                          <a:pt x="47806" y="67991"/>
                          <a:pt x="44556" y="74323"/>
                        </a:cubicBezTo>
                        <a:cubicBezTo>
                          <a:pt x="41318" y="80669"/>
                          <a:pt x="36455" y="83841"/>
                          <a:pt x="29966" y="83841"/>
                        </a:cubicBezTo>
                        <a:close/>
                        <a:moveTo>
                          <a:pt x="29966" y="93756"/>
                        </a:moveTo>
                        <a:cubicBezTo>
                          <a:pt x="40340" y="93756"/>
                          <a:pt x="48262" y="89651"/>
                          <a:pt x="53733" y="81442"/>
                        </a:cubicBezTo>
                        <a:cubicBezTo>
                          <a:pt x="59204" y="73246"/>
                          <a:pt x="61940" y="61342"/>
                          <a:pt x="61940" y="45729"/>
                        </a:cubicBezTo>
                        <a:cubicBezTo>
                          <a:pt x="61940" y="30157"/>
                          <a:pt x="59204" y="18266"/>
                          <a:pt x="53733" y="10056"/>
                        </a:cubicBezTo>
                        <a:cubicBezTo>
                          <a:pt x="48262" y="1860"/>
                          <a:pt x="40340" y="-2238"/>
                          <a:pt x="29966" y="-2238"/>
                        </a:cubicBezTo>
                        <a:cubicBezTo>
                          <a:pt x="19606" y="-2238"/>
                          <a:pt x="11690" y="1860"/>
                          <a:pt x="6219" y="10056"/>
                        </a:cubicBezTo>
                        <a:cubicBezTo>
                          <a:pt x="748" y="18266"/>
                          <a:pt x="-1987" y="30157"/>
                          <a:pt x="-1987" y="45729"/>
                        </a:cubicBezTo>
                        <a:cubicBezTo>
                          <a:pt x="-1987" y="61342"/>
                          <a:pt x="748" y="73246"/>
                          <a:pt x="6219" y="81442"/>
                        </a:cubicBezTo>
                        <a:cubicBezTo>
                          <a:pt x="11690" y="89651"/>
                          <a:pt x="19606" y="93756"/>
                          <a:pt x="29966" y="9375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01" name="Graphic 2">
                <a:extLst>
                  <a:ext uri="{FF2B5EF4-FFF2-40B4-BE49-F238E27FC236}">
                    <a16:creationId xmlns:a16="http://schemas.microsoft.com/office/drawing/2014/main" id="{B12C43DD-A9E0-6315-8FEC-B1FA37592239}"/>
                  </a:ext>
                </a:extLst>
              </p:cNvPr>
              <p:cNvGrpSpPr/>
              <p:nvPr/>
            </p:nvGrpSpPr>
            <p:grpSpPr>
              <a:xfrm>
                <a:off x="3581391" y="1913585"/>
                <a:ext cx="321159" cy="95994"/>
                <a:chOff x="3581391" y="1913585"/>
                <a:chExt cx="321159" cy="95994"/>
              </a:xfrm>
              <a:solidFill>
                <a:srgbClr val="000000"/>
              </a:solidFill>
            </p:grpSpPr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BAD33CAE-64C1-A120-5598-D5450CEC0CE3}"/>
                    </a:ext>
                  </a:extLst>
                </p:cNvPr>
                <p:cNvSpPr/>
                <p:nvPr/>
              </p:nvSpPr>
              <p:spPr>
                <a:xfrm>
                  <a:off x="3858149" y="1959559"/>
                  <a:ext cx="44401" cy="12690"/>
                </a:xfrm>
                <a:custGeom>
                  <a:avLst/>
                  <a:gdLst>
                    <a:gd name="connsiteX0" fmla="*/ 44459 w 44401"/>
                    <a:gd name="connsiteY0" fmla="*/ 57 h 12690"/>
                    <a:gd name="connsiteX1" fmla="*/ 58 w 44401"/>
                    <a:gd name="connsiteY1" fmla="*/ 57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459" y="57"/>
                      </a:moveTo>
                      <a:lnTo>
                        <a:pt x="58" y="57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03" name="Graphic 2">
                  <a:extLst>
                    <a:ext uri="{FF2B5EF4-FFF2-40B4-BE49-F238E27FC236}">
                      <a16:creationId xmlns:a16="http://schemas.microsoft.com/office/drawing/2014/main" id="{9667246D-D1EB-8D33-6713-3A48B5AEBD4E}"/>
                    </a:ext>
                  </a:extLst>
                </p:cNvPr>
                <p:cNvGrpSpPr/>
                <p:nvPr/>
              </p:nvGrpSpPr>
              <p:grpSpPr>
                <a:xfrm>
                  <a:off x="3581391" y="1913585"/>
                  <a:ext cx="223926" cy="95994"/>
                  <a:chOff x="3581391" y="1913585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04" name="Freeform: Shape 103">
                    <a:extLst>
                      <a:ext uri="{FF2B5EF4-FFF2-40B4-BE49-F238E27FC236}">
                        <a16:creationId xmlns:a16="http://schemas.microsoft.com/office/drawing/2014/main" id="{2F3E0AAB-34BA-DFCE-1816-5F0B94A22A29}"/>
                      </a:ext>
                    </a:extLst>
                  </p:cNvPr>
                  <p:cNvSpPr/>
                  <p:nvPr/>
                </p:nvSpPr>
                <p:spPr>
                  <a:xfrm flipV="1">
                    <a:off x="3581391" y="1915250"/>
                    <a:ext cx="59843" cy="94328"/>
                  </a:xfrm>
                  <a:custGeom>
                    <a:avLst/>
                    <a:gdLst>
                      <a:gd name="connsiteX0" fmla="*/ 1936 w 59843"/>
                      <a:gd name="connsiteY0" fmla="*/ 92098 h 94328"/>
                      <a:gd name="connsiteX1" fmla="*/ 51056 w 59843"/>
                      <a:gd name="connsiteY1" fmla="*/ 92098 h 94328"/>
                      <a:gd name="connsiteX2" fmla="*/ 51056 w 59843"/>
                      <a:gd name="connsiteY2" fmla="*/ 81549 h 94328"/>
                      <a:gd name="connsiteX3" fmla="*/ 13393 w 59843"/>
                      <a:gd name="connsiteY3" fmla="*/ 81549 h 94328"/>
                      <a:gd name="connsiteX4" fmla="*/ 13393 w 59843"/>
                      <a:gd name="connsiteY4" fmla="*/ 58884 h 94328"/>
                      <a:gd name="connsiteX5" fmla="*/ 18825 w 59843"/>
                      <a:gd name="connsiteY5" fmla="*/ 60272 h 94328"/>
                      <a:gd name="connsiteX6" fmla="*/ 24296 w 59843"/>
                      <a:gd name="connsiteY6" fmla="*/ 60728 h 94328"/>
                      <a:gd name="connsiteX7" fmla="*/ 48816 w 59843"/>
                      <a:gd name="connsiteY7" fmla="*/ 52241 h 94328"/>
                      <a:gd name="connsiteX8" fmla="*/ 57874 w 59843"/>
                      <a:gd name="connsiteY8" fmla="*/ 29259 h 94328"/>
                      <a:gd name="connsiteX9" fmla="*/ 48578 w 59843"/>
                      <a:gd name="connsiteY9" fmla="*/ 6039 h 94328"/>
                      <a:gd name="connsiteX10" fmla="*/ 22373 w 59843"/>
                      <a:gd name="connsiteY10" fmla="*/ -2230 h 94328"/>
                      <a:gd name="connsiteX11" fmla="*/ 10499 w 59843"/>
                      <a:gd name="connsiteY11" fmla="*/ -1239 h 94328"/>
                      <a:gd name="connsiteX12" fmla="*/ -1969 w 59843"/>
                      <a:gd name="connsiteY12" fmla="*/ 1736 h 94328"/>
                      <a:gd name="connsiteX13" fmla="*/ -1969 w 59843"/>
                      <a:gd name="connsiteY13" fmla="*/ 14327 h 94328"/>
                      <a:gd name="connsiteX14" fmla="*/ 9548 w 59843"/>
                      <a:gd name="connsiteY14" fmla="*/ 9806 h 94328"/>
                      <a:gd name="connsiteX15" fmla="*/ 22115 w 59843"/>
                      <a:gd name="connsiteY15" fmla="*/ 8319 h 94328"/>
                      <a:gd name="connsiteX16" fmla="*/ 39083 w 59843"/>
                      <a:gd name="connsiteY16" fmla="*/ 13951 h 94328"/>
                      <a:gd name="connsiteX17" fmla="*/ 45347 w 59843"/>
                      <a:gd name="connsiteY17" fmla="*/ 29259 h 94328"/>
                      <a:gd name="connsiteX18" fmla="*/ 39083 w 59843"/>
                      <a:gd name="connsiteY18" fmla="*/ 44548 h 94328"/>
                      <a:gd name="connsiteX19" fmla="*/ 22115 w 59843"/>
                      <a:gd name="connsiteY19" fmla="*/ 50199 h 94328"/>
                      <a:gd name="connsiteX20" fmla="*/ 12105 w 59843"/>
                      <a:gd name="connsiteY20" fmla="*/ 49088 h 94328"/>
                      <a:gd name="connsiteX21" fmla="*/ 1936 w 59843"/>
                      <a:gd name="connsiteY21" fmla="*/ 45618 h 94328"/>
                      <a:gd name="connsiteX22" fmla="*/ 1936 w 59843"/>
                      <a:gd name="connsiteY22" fmla="*/ 9209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36" y="92098"/>
                        </a:moveTo>
                        <a:lnTo>
                          <a:pt x="51056" y="92098"/>
                        </a:lnTo>
                        <a:lnTo>
                          <a:pt x="51056" y="81549"/>
                        </a:lnTo>
                        <a:lnTo>
                          <a:pt x="13393" y="81549"/>
                        </a:lnTo>
                        <a:lnTo>
                          <a:pt x="13393" y="58884"/>
                        </a:lnTo>
                        <a:cubicBezTo>
                          <a:pt x="15204" y="59506"/>
                          <a:pt x="17014" y="59968"/>
                          <a:pt x="18825" y="60272"/>
                        </a:cubicBezTo>
                        <a:cubicBezTo>
                          <a:pt x="20648" y="60576"/>
                          <a:pt x="22472" y="60728"/>
                          <a:pt x="24296" y="60728"/>
                        </a:cubicBezTo>
                        <a:cubicBezTo>
                          <a:pt x="34616" y="60728"/>
                          <a:pt x="42790" y="57899"/>
                          <a:pt x="48816" y="52241"/>
                        </a:cubicBezTo>
                        <a:cubicBezTo>
                          <a:pt x="54855" y="46583"/>
                          <a:pt x="57874" y="38923"/>
                          <a:pt x="57874" y="29259"/>
                        </a:cubicBezTo>
                        <a:cubicBezTo>
                          <a:pt x="57874" y="19305"/>
                          <a:pt x="54776" y="11565"/>
                          <a:pt x="48578" y="6039"/>
                        </a:cubicBezTo>
                        <a:cubicBezTo>
                          <a:pt x="42380" y="526"/>
                          <a:pt x="33645" y="-2230"/>
                          <a:pt x="22373" y="-2230"/>
                        </a:cubicBezTo>
                        <a:cubicBezTo>
                          <a:pt x="18488" y="-2230"/>
                          <a:pt x="14530" y="-1900"/>
                          <a:pt x="10499" y="-1239"/>
                        </a:cubicBezTo>
                        <a:cubicBezTo>
                          <a:pt x="6482" y="-578"/>
                          <a:pt x="2326" y="414"/>
                          <a:pt x="-1969" y="1736"/>
                        </a:cubicBezTo>
                        <a:lnTo>
                          <a:pt x="-1969" y="14327"/>
                        </a:lnTo>
                        <a:cubicBezTo>
                          <a:pt x="1745" y="12305"/>
                          <a:pt x="5583" y="10798"/>
                          <a:pt x="9548" y="9806"/>
                        </a:cubicBezTo>
                        <a:cubicBezTo>
                          <a:pt x="13512" y="8815"/>
                          <a:pt x="17701" y="8319"/>
                          <a:pt x="22115" y="8319"/>
                        </a:cubicBezTo>
                        <a:cubicBezTo>
                          <a:pt x="29264" y="8319"/>
                          <a:pt x="34920" y="10196"/>
                          <a:pt x="39083" y="13951"/>
                        </a:cubicBezTo>
                        <a:cubicBezTo>
                          <a:pt x="43259" y="17705"/>
                          <a:pt x="45347" y="22808"/>
                          <a:pt x="45347" y="29259"/>
                        </a:cubicBezTo>
                        <a:cubicBezTo>
                          <a:pt x="45347" y="35697"/>
                          <a:pt x="43259" y="40793"/>
                          <a:pt x="39083" y="44548"/>
                        </a:cubicBezTo>
                        <a:cubicBezTo>
                          <a:pt x="34920" y="48315"/>
                          <a:pt x="29264" y="50199"/>
                          <a:pt x="22115" y="50199"/>
                        </a:cubicBezTo>
                        <a:cubicBezTo>
                          <a:pt x="18772" y="50199"/>
                          <a:pt x="15435" y="49829"/>
                          <a:pt x="12105" y="49088"/>
                        </a:cubicBezTo>
                        <a:cubicBezTo>
                          <a:pt x="8788" y="48348"/>
                          <a:pt x="5398" y="47191"/>
                          <a:pt x="1936" y="45618"/>
                        </a:cubicBezTo>
                        <a:lnTo>
                          <a:pt x="1936" y="9209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05" name="Freeform: Shape 104">
                    <a:extLst>
                      <a:ext uri="{FF2B5EF4-FFF2-40B4-BE49-F238E27FC236}">
                        <a16:creationId xmlns:a16="http://schemas.microsoft.com/office/drawing/2014/main" id="{DED97B26-C39C-44DE-AFB9-1DCB12D84B1B}"/>
                      </a:ext>
                    </a:extLst>
                  </p:cNvPr>
                  <p:cNvSpPr/>
                  <p:nvPr/>
                </p:nvSpPr>
                <p:spPr>
                  <a:xfrm flipV="1">
                    <a:off x="3660301" y="1913585"/>
                    <a:ext cx="63807" cy="95994"/>
                  </a:xfrm>
                  <a:custGeom>
                    <a:avLst/>
                    <a:gdLst>
                      <a:gd name="connsiteX0" fmla="*/ 3975 w 63807"/>
                      <a:gd name="connsiteY0" fmla="*/ 1456 h 95994"/>
                      <a:gd name="connsiteX1" fmla="*/ 3975 w 63807"/>
                      <a:gd name="connsiteY1" fmla="*/ 12858 h 95994"/>
                      <a:gd name="connsiteX2" fmla="*/ 13510 w 63807"/>
                      <a:gd name="connsiteY2" fmla="*/ 9447 h 95994"/>
                      <a:gd name="connsiteX3" fmla="*/ 23005 w 63807"/>
                      <a:gd name="connsiteY3" fmla="*/ 8277 h 95994"/>
                      <a:gd name="connsiteX4" fmla="*/ 41915 w 63807"/>
                      <a:gd name="connsiteY4" fmla="*/ 16605 h 95994"/>
                      <a:gd name="connsiteX5" fmla="*/ 49388 w 63807"/>
                      <a:gd name="connsiteY5" fmla="*/ 41928 h 95994"/>
                      <a:gd name="connsiteX6" fmla="*/ 40270 w 63807"/>
                      <a:gd name="connsiteY6" fmla="*/ 33738 h 95994"/>
                      <a:gd name="connsiteX7" fmla="*/ 28079 w 63807"/>
                      <a:gd name="connsiteY7" fmla="*/ 30883 h 95994"/>
                      <a:gd name="connsiteX8" fmla="*/ 6116 w 63807"/>
                      <a:gd name="connsiteY8" fmla="*/ 39270 h 95994"/>
                      <a:gd name="connsiteX9" fmla="*/ -1971 w 63807"/>
                      <a:gd name="connsiteY9" fmla="*/ 62253 h 95994"/>
                      <a:gd name="connsiteX10" fmla="*/ 6453 w 63807"/>
                      <a:gd name="connsiteY10" fmla="*/ 85096 h 95994"/>
                      <a:gd name="connsiteX11" fmla="*/ 28872 w 63807"/>
                      <a:gd name="connsiteY11" fmla="*/ 93722 h 95994"/>
                      <a:gd name="connsiteX12" fmla="*/ 53372 w 63807"/>
                      <a:gd name="connsiteY12" fmla="*/ 81408 h 95994"/>
                      <a:gd name="connsiteX13" fmla="*/ 61836 w 63807"/>
                      <a:gd name="connsiteY13" fmla="*/ 45695 h 95994"/>
                      <a:gd name="connsiteX14" fmla="*/ 51449 w 63807"/>
                      <a:gd name="connsiteY14" fmla="*/ 10776 h 95994"/>
                      <a:gd name="connsiteX15" fmla="*/ 23560 w 63807"/>
                      <a:gd name="connsiteY15" fmla="*/ -2272 h 95994"/>
                      <a:gd name="connsiteX16" fmla="*/ 14005 w 63807"/>
                      <a:gd name="connsiteY16" fmla="*/ -1340 h 95994"/>
                      <a:gd name="connsiteX17" fmla="*/ 3975 w 63807"/>
                      <a:gd name="connsiteY17" fmla="*/ 1456 h 95994"/>
                      <a:gd name="connsiteX18" fmla="*/ 28872 w 63807"/>
                      <a:gd name="connsiteY18" fmla="*/ 40678 h 95994"/>
                      <a:gd name="connsiteX19" fmla="*/ 42212 w 63807"/>
                      <a:gd name="connsiteY19" fmla="*/ 46429 h 95994"/>
                      <a:gd name="connsiteX20" fmla="*/ 47148 w 63807"/>
                      <a:gd name="connsiteY20" fmla="*/ 62253 h 95994"/>
                      <a:gd name="connsiteX21" fmla="*/ 42212 w 63807"/>
                      <a:gd name="connsiteY21" fmla="*/ 78017 h 95994"/>
                      <a:gd name="connsiteX22" fmla="*/ 28872 w 63807"/>
                      <a:gd name="connsiteY22" fmla="*/ 83807 h 95994"/>
                      <a:gd name="connsiteX23" fmla="*/ 15532 w 63807"/>
                      <a:gd name="connsiteY23" fmla="*/ 78017 h 95994"/>
                      <a:gd name="connsiteX24" fmla="*/ 10616 w 63807"/>
                      <a:gd name="connsiteY24" fmla="*/ 62253 h 95994"/>
                      <a:gd name="connsiteX25" fmla="*/ 15532 w 63807"/>
                      <a:gd name="connsiteY25" fmla="*/ 46429 h 95994"/>
                      <a:gd name="connsiteX26" fmla="*/ 28872 w 63807"/>
                      <a:gd name="connsiteY26" fmla="*/ 4067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3975" y="1456"/>
                        </a:moveTo>
                        <a:lnTo>
                          <a:pt x="3975" y="12858"/>
                        </a:lnTo>
                        <a:cubicBezTo>
                          <a:pt x="7120" y="11364"/>
                          <a:pt x="10298" y="10227"/>
                          <a:pt x="13510" y="9447"/>
                        </a:cubicBezTo>
                        <a:cubicBezTo>
                          <a:pt x="16734" y="8667"/>
                          <a:pt x="19899" y="8277"/>
                          <a:pt x="23005" y="8277"/>
                        </a:cubicBezTo>
                        <a:cubicBezTo>
                          <a:pt x="31264" y="8277"/>
                          <a:pt x="37567" y="11053"/>
                          <a:pt x="41915" y="16605"/>
                        </a:cubicBezTo>
                        <a:cubicBezTo>
                          <a:pt x="46276" y="22158"/>
                          <a:pt x="48767" y="30598"/>
                          <a:pt x="49388" y="41928"/>
                        </a:cubicBezTo>
                        <a:cubicBezTo>
                          <a:pt x="46996" y="38372"/>
                          <a:pt x="43957" y="35642"/>
                          <a:pt x="40270" y="33738"/>
                        </a:cubicBezTo>
                        <a:cubicBezTo>
                          <a:pt x="36596" y="31834"/>
                          <a:pt x="32532" y="30883"/>
                          <a:pt x="28079" y="30883"/>
                        </a:cubicBezTo>
                        <a:cubicBezTo>
                          <a:pt x="18829" y="30883"/>
                          <a:pt x="11508" y="33679"/>
                          <a:pt x="6116" y="39270"/>
                        </a:cubicBezTo>
                        <a:cubicBezTo>
                          <a:pt x="724" y="44876"/>
                          <a:pt x="-1971" y="52536"/>
                          <a:pt x="-1971" y="62253"/>
                        </a:cubicBezTo>
                        <a:cubicBezTo>
                          <a:pt x="-1971" y="71744"/>
                          <a:pt x="837" y="79359"/>
                          <a:pt x="6453" y="85096"/>
                        </a:cubicBezTo>
                        <a:cubicBezTo>
                          <a:pt x="12069" y="90847"/>
                          <a:pt x="19542" y="93722"/>
                          <a:pt x="28872" y="93722"/>
                        </a:cubicBezTo>
                        <a:cubicBezTo>
                          <a:pt x="39576" y="93722"/>
                          <a:pt x="47743" y="89617"/>
                          <a:pt x="53372" y="81408"/>
                        </a:cubicBezTo>
                        <a:cubicBezTo>
                          <a:pt x="59015" y="73212"/>
                          <a:pt x="61836" y="61308"/>
                          <a:pt x="61836" y="45695"/>
                        </a:cubicBezTo>
                        <a:cubicBezTo>
                          <a:pt x="61836" y="31114"/>
                          <a:pt x="58374" y="19474"/>
                          <a:pt x="51449" y="10776"/>
                        </a:cubicBezTo>
                        <a:cubicBezTo>
                          <a:pt x="44538" y="2077"/>
                          <a:pt x="35241" y="-2272"/>
                          <a:pt x="23560" y="-2272"/>
                        </a:cubicBezTo>
                        <a:cubicBezTo>
                          <a:pt x="20414" y="-2272"/>
                          <a:pt x="17230" y="-1961"/>
                          <a:pt x="14005" y="-1340"/>
                        </a:cubicBezTo>
                        <a:cubicBezTo>
                          <a:pt x="10794" y="-719"/>
                          <a:pt x="7451" y="213"/>
                          <a:pt x="3975" y="1456"/>
                        </a:cubicBezTo>
                        <a:close/>
                        <a:moveTo>
                          <a:pt x="28872" y="40678"/>
                        </a:moveTo>
                        <a:cubicBezTo>
                          <a:pt x="34488" y="40678"/>
                          <a:pt x="38935" y="42595"/>
                          <a:pt x="42212" y="46429"/>
                        </a:cubicBezTo>
                        <a:cubicBezTo>
                          <a:pt x="45503" y="50276"/>
                          <a:pt x="47148" y="55550"/>
                          <a:pt x="47148" y="62253"/>
                        </a:cubicBezTo>
                        <a:cubicBezTo>
                          <a:pt x="47148" y="68902"/>
                          <a:pt x="45503" y="74157"/>
                          <a:pt x="42212" y="78017"/>
                        </a:cubicBezTo>
                        <a:cubicBezTo>
                          <a:pt x="38935" y="81877"/>
                          <a:pt x="34488" y="83807"/>
                          <a:pt x="28872" y="83807"/>
                        </a:cubicBezTo>
                        <a:cubicBezTo>
                          <a:pt x="23256" y="83807"/>
                          <a:pt x="18809" y="81877"/>
                          <a:pt x="15532" y="78017"/>
                        </a:cubicBezTo>
                        <a:cubicBezTo>
                          <a:pt x="12254" y="74157"/>
                          <a:pt x="10616" y="68902"/>
                          <a:pt x="10616" y="62253"/>
                        </a:cubicBezTo>
                        <a:cubicBezTo>
                          <a:pt x="10616" y="55550"/>
                          <a:pt x="12254" y="50276"/>
                          <a:pt x="15532" y="46429"/>
                        </a:cubicBezTo>
                        <a:cubicBezTo>
                          <a:pt x="18809" y="42595"/>
                          <a:pt x="23256" y="40678"/>
                          <a:pt x="28872" y="4067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06" name="Freeform: Shape 105">
                    <a:extLst>
                      <a:ext uri="{FF2B5EF4-FFF2-40B4-BE49-F238E27FC236}">
                        <a16:creationId xmlns:a16="http://schemas.microsoft.com/office/drawing/2014/main" id="{70C23A32-A8A4-23D2-B269-76581EB9B0CB}"/>
                      </a:ext>
                    </a:extLst>
                  </p:cNvPr>
                  <p:cNvSpPr/>
                  <p:nvPr/>
                </p:nvSpPr>
                <p:spPr>
                  <a:xfrm flipV="1">
                    <a:off x="3741391" y="1913585"/>
                    <a:ext cx="63926" cy="95994"/>
                  </a:xfrm>
                  <a:custGeom>
                    <a:avLst/>
                    <a:gdLst>
                      <a:gd name="connsiteX0" fmla="*/ 29966 w 63926"/>
                      <a:gd name="connsiteY0" fmla="*/ 83807 h 95994"/>
                      <a:gd name="connsiteX1" fmla="*/ 15437 w 63926"/>
                      <a:gd name="connsiteY1" fmla="*/ 74289 h 95994"/>
                      <a:gd name="connsiteX2" fmla="*/ 10580 w 63926"/>
                      <a:gd name="connsiteY2" fmla="*/ 45695 h 95994"/>
                      <a:gd name="connsiteX3" fmla="*/ 15437 w 63926"/>
                      <a:gd name="connsiteY3" fmla="*/ 17161 h 95994"/>
                      <a:gd name="connsiteX4" fmla="*/ 29966 w 63926"/>
                      <a:gd name="connsiteY4" fmla="*/ 7643 h 95994"/>
                      <a:gd name="connsiteX5" fmla="*/ 44556 w 63926"/>
                      <a:gd name="connsiteY5" fmla="*/ 17161 h 95994"/>
                      <a:gd name="connsiteX6" fmla="*/ 49432 w 63926"/>
                      <a:gd name="connsiteY6" fmla="*/ 45695 h 95994"/>
                      <a:gd name="connsiteX7" fmla="*/ 44556 w 63926"/>
                      <a:gd name="connsiteY7" fmla="*/ 74289 h 95994"/>
                      <a:gd name="connsiteX8" fmla="*/ 29966 w 63926"/>
                      <a:gd name="connsiteY8" fmla="*/ 83807 h 95994"/>
                      <a:gd name="connsiteX9" fmla="*/ 29966 w 63926"/>
                      <a:gd name="connsiteY9" fmla="*/ 93722 h 95994"/>
                      <a:gd name="connsiteX10" fmla="*/ 53733 w 63926"/>
                      <a:gd name="connsiteY10" fmla="*/ 81408 h 95994"/>
                      <a:gd name="connsiteX11" fmla="*/ 61940 w 63926"/>
                      <a:gd name="connsiteY11" fmla="*/ 45695 h 95994"/>
                      <a:gd name="connsiteX12" fmla="*/ 53733 w 63926"/>
                      <a:gd name="connsiteY12" fmla="*/ 10022 h 95994"/>
                      <a:gd name="connsiteX13" fmla="*/ 29966 w 63926"/>
                      <a:gd name="connsiteY13" fmla="*/ -2272 h 95994"/>
                      <a:gd name="connsiteX14" fmla="*/ 6219 w 63926"/>
                      <a:gd name="connsiteY14" fmla="*/ 10022 h 95994"/>
                      <a:gd name="connsiteX15" fmla="*/ -1987 w 63926"/>
                      <a:gd name="connsiteY15" fmla="*/ 45695 h 95994"/>
                      <a:gd name="connsiteX16" fmla="*/ 6219 w 63926"/>
                      <a:gd name="connsiteY16" fmla="*/ 81408 h 95994"/>
                      <a:gd name="connsiteX17" fmla="*/ 29966 w 63926"/>
                      <a:gd name="connsiteY17" fmla="*/ 9372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29966" y="83807"/>
                        </a:moveTo>
                        <a:cubicBezTo>
                          <a:pt x="23531" y="83807"/>
                          <a:pt x="18688" y="80635"/>
                          <a:pt x="15437" y="74289"/>
                        </a:cubicBezTo>
                        <a:cubicBezTo>
                          <a:pt x="12199" y="67957"/>
                          <a:pt x="10580" y="58426"/>
                          <a:pt x="10580" y="45695"/>
                        </a:cubicBezTo>
                        <a:cubicBezTo>
                          <a:pt x="10580" y="33018"/>
                          <a:pt x="12199" y="23506"/>
                          <a:pt x="15437" y="17161"/>
                        </a:cubicBezTo>
                        <a:cubicBezTo>
                          <a:pt x="18688" y="10815"/>
                          <a:pt x="23531" y="7643"/>
                          <a:pt x="29966" y="7643"/>
                        </a:cubicBezTo>
                        <a:cubicBezTo>
                          <a:pt x="36455" y="7643"/>
                          <a:pt x="41318" y="10815"/>
                          <a:pt x="44556" y="17161"/>
                        </a:cubicBezTo>
                        <a:cubicBezTo>
                          <a:pt x="47806" y="23506"/>
                          <a:pt x="49432" y="33018"/>
                          <a:pt x="49432" y="45695"/>
                        </a:cubicBezTo>
                        <a:cubicBezTo>
                          <a:pt x="49432" y="58426"/>
                          <a:pt x="47806" y="67957"/>
                          <a:pt x="44556" y="74289"/>
                        </a:cubicBezTo>
                        <a:cubicBezTo>
                          <a:pt x="41318" y="80635"/>
                          <a:pt x="36455" y="83807"/>
                          <a:pt x="29966" y="83807"/>
                        </a:cubicBezTo>
                        <a:close/>
                        <a:moveTo>
                          <a:pt x="29966" y="93722"/>
                        </a:moveTo>
                        <a:cubicBezTo>
                          <a:pt x="40340" y="93722"/>
                          <a:pt x="48262" y="89617"/>
                          <a:pt x="53733" y="81408"/>
                        </a:cubicBezTo>
                        <a:cubicBezTo>
                          <a:pt x="59204" y="73212"/>
                          <a:pt x="61940" y="61308"/>
                          <a:pt x="61940" y="45695"/>
                        </a:cubicBezTo>
                        <a:cubicBezTo>
                          <a:pt x="61940" y="30123"/>
                          <a:pt x="59204" y="18231"/>
                          <a:pt x="53733" y="10022"/>
                        </a:cubicBezTo>
                        <a:cubicBezTo>
                          <a:pt x="48262" y="1826"/>
                          <a:pt x="40340" y="-2272"/>
                          <a:pt x="29966" y="-2272"/>
                        </a:cubicBezTo>
                        <a:cubicBezTo>
                          <a:pt x="19606" y="-2272"/>
                          <a:pt x="11690" y="1826"/>
                          <a:pt x="6219" y="10022"/>
                        </a:cubicBezTo>
                        <a:cubicBezTo>
                          <a:pt x="748" y="18231"/>
                          <a:pt x="-1987" y="30123"/>
                          <a:pt x="-1987" y="45695"/>
                        </a:cubicBezTo>
                        <a:cubicBezTo>
                          <a:pt x="-1987" y="61308"/>
                          <a:pt x="748" y="73212"/>
                          <a:pt x="6219" y="81408"/>
                        </a:cubicBezTo>
                        <a:cubicBezTo>
                          <a:pt x="11690" y="89617"/>
                          <a:pt x="19606" y="93722"/>
                          <a:pt x="29966" y="9372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07" name="Graphic 2">
                <a:extLst>
                  <a:ext uri="{FF2B5EF4-FFF2-40B4-BE49-F238E27FC236}">
                    <a16:creationId xmlns:a16="http://schemas.microsoft.com/office/drawing/2014/main" id="{5D347857-965C-CEE3-4AF1-474A1A862CCD}"/>
                  </a:ext>
                </a:extLst>
              </p:cNvPr>
              <p:cNvGrpSpPr/>
              <p:nvPr/>
            </p:nvGrpSpPr>
            <p:grpSpPr>
              <a:xfrm>
                <a:off x="3398075" y="3012810"/>
                <a:ext cx="122778" cy="878252"/>
                <a:chOff x="3398075" y="3012810"/>
                <a:chExt cx="122778" cy="878252"/>
              </a:xfrm>
              <a:solidFill>
                <a:srgbClr val="000000"/>
              </a:solidFill>
            </p:grpSpPr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FE6FA8F1-E100-306B-BE06-907FF46A99CC}"/>
                    </a:ext>
                  </a:extLst>
                </p:cNvPr>
                <p:cNvSpPr/>
                <p:nvPr/>
              </p:nvSpPr>
              <p:spPr>
                <a:xfrm rot="-5400000" flipV="1">
                  <a:off x="3408651" y="3805211"/>
                  <a:ext cx="79150" cy="92524"/>
                </a:xfrm>
                <a:custGeom>
                  <a:avLst/>
                  <a:gdLst>
                    <a:gd name="connsiteX0" fmla="*/ 2037 w 79150"/>
                    <a:gd name="connsiteY0" fmla="*/ 90397 h 92524"/>
                    <a:gd name="connsiteX1" fmla="*/ 15476 w 79150"/>
                    <a:gd name="connsiteY1" fmla="*/ 90397 h 92524"/>
                    <a:gd name="connsiteX2" fmla="*/ 38470 w 79150"/>
                    <a:gd name="connsiteY2" fmla="*/ 55993 h 92524"/>
                    <a:gd name="connsiteX3" fmla="*/ 61563 w 79150"/>
                    <a:gd name="connsiteY3" fmla="*/ 90397 h 92524"/>
                    <a:gd name="connsiteX4" fmla="*/ 75002 w 79150"/>
                    <a:gd name="connsiteY4" fmla="*/ 90397 h 92524"/>
                    <a:gd name="connsiteX5" fmla="*/ 45269 w 79150"/>
                    <a:gd name="connsiteY5" fmla="*/ 45960 h 92524"/>
                    <a:gd name="connsiteX6" fmla="*/ 76984 w 79150"/>
                    <a:gd name="connsiteY6" fmla="*/ -2127 h 92524"/>
                    <a:gd name="connsiteX7" fmla="*/ 63545 w 79150"/>
                    <a:gd name="connsiteY7" fmla="*/ -2127 h 92524"/>
                    <a:gd name="connsiteX8" fmla="*/ 37538 w 79150"/>
                    <a:gd name="connsiteY8" fmla="*/ 37215 h 92524"/>
                    <a:gd name="connsiteX9" fmla="*/ 11333 w 79150"/>
                    <a:gd name="connsiteY9" fmla="*/ -2127 h 92524"/>
                    <a:gd name="connsiteX10" fmla="*/ -2166 w 79150"/>
                    <a:gd name="connsiteY10" fmla="*/ -2127 h 92524"/>
                    <a:gd name="connsiteX11" fmla="*/ 30838 w 79150"/>
                    <a:gd name="connsiteY11" fmla="*/ 47268 h 92524"/>
                    <a:gd name="connsiteX12" fmla="*/ 2037 w 79150"/>
                    <a:gd name="connsiteY12" fmla="*/ 90397 h 92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9150" h="92524">
                      <a:moveTo>
                        <a:pt x="2037" y="90397"/>
                      </a:moveTo>
                      <a:lnTo>
                        <a:pt x="15476" y="90397"/>
                      </a:lnTo>
                      <a:lnTo>
                        <a:pt x="38470" y="55993"/>
                      </a:lnTo>
                      <a:lnTo>
                        <a:pt x="61563" y="90397"/>
                      </a:lnTo>
                      <a:lnTo>
                        <a:pt x="75002" y="90397"/>
                      </a:lnTo>
                      <a:lnTo>
                        <a:pt x="45269" y="45960"/>
                      </a:lnTo>
                      <a:lnTo>
                        <a:pt x="76984" y="-2127"/>
                      </a:lnTo>
                      <a:lnTo>
                        <a:pt x="63545" y="-2127"/>
                      </a:lnTo>
                      <a:lnTo>
                        <a:pt x="37538" y="37215"/>
                      </a:lnTo>
                      <a:lnTo>
                        <a:pt x="11333" y="-2127"/>
                      </a:lnTo>
                      <a:lnTo>
                        <a:pt x="-2166" y="-2127"/>
                      </a:lnTo>
                      <a:lnTo>
                        <a:pt x="30838" y="47268"/>
                      </a:lnTo>
                      <a:lnTo>
                        <a:pt x="2037" y="903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24DF97E7-89EE-3D41-D879-6C7AEA755457}"/>
                    </a:ext>
                  </a:extLst>
                </p:cNvPr>
                <p:cNvSpPr/>
                <p:nvPr/>
              </p:nvSpPr>
              <p:spPr>
                <a:xfrm rot="-5400000" flipV="1">
                  <a:off x="3494471" y="3807910"/>
                  <a:ext cx="12686" cy="126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6" h="12690"/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10" name="Freeform: Shape 109">
                  <a:extLst>
                    <a:ext uri="{FF2B5EF4-FFF2-40B4-BE49-F238E27FC236}">
                      <a16:creationId xmlns:a16="http://schemas.microsoft.com/office/drawing/2014/main" id="{57DAA8CA-0912-112C-13A1-55A88B095223}"/>
                    </a:ext>
                  </a:extLst>
                </p:cNvPr>
                <p:cNvSpPr/>
                <p:nvPr/>
              </p:nvSpPr>
              <p:spPr>
                <a:xfrm rot="-5400000" flipV="1">
                  <a:off x="3441100" y="3676265"/>
                  <a:ext cx="62083" cy="97461"/>
                </a:xfrm>
                <a:custGeom>
                  <a:avLst/>
                  <a:gdLst>
                    <a:gd name="connsiteX0" fmla="*/ 9334 w 62083"/>
                    <a:gd name="connsiteY0" fmla="*/ 35873 h 97461"/>
                    <a:gd name="connsiteX1" fmla="*/ 9334 w 62083"/>
                    <a:gd name="connsiteY1" fmla="*/ -930 h 97461"/>
                    <a:gd name="connsiteX2" fmla="*/ -2123 w 62083"/>
                    <a:gd name="connsiteY2" fmla="*/ -930 h 97461"/>
                    <a:gd name="connsiteX3" fmla="*/ -2123 w 62083"/>
                    <a:gd name="connsiteY3" fmla="*/ 94866 h 97461"/>
                    <a:gd name="connsiteX4" fmla="*/ 9334 w 62083"/>
                    <a:gd name="connsiteY4" fmla="*/ 94866 h 97461"/>
                    <a:gd name="connsiteX5" fmla="*/ 9334 w 62083"/>
                    <a:gd name="connsiteY5" fmla="*/ 84336 h 97461"/>
                    <a:gd name="connsiteX6" fmla="*/ 18413 w 62083"/>
                    <a:gd name="connsiteY6" fmla="*/ 93517 h 97461"/>
                    <a:gd name="connsiteX7" fmla="*/ 31515 w 62083"/>
                    <a:gd name="connsiteY7" fmla="*/ 96531 h 97461"/>
                    <a:gd name="connsiteX8" fmla="*/ 52051 w 62083"/>
                    <a:gd name="connsiteY8" fmla="*/ 86498 h 97461"/>
                    <a:gd name="connsiteX9" fmla="*/ 59960 w 62083"/>
                    <a:gd name="connsiteY9" fmla="*/ 60105 h 97461"/>
                    <a:gd name="connsiteX10" fmla="*/ 52051 w 62083"/>
                    <a:gd name="connsiteY10" fmla="*/ 33692 h 97461"/>
                    <a:gd name="connsiteX11" fmla="*/ 31515 w 62083"/>
                    <a:gd name="connsiteY11" fmla="*/ 23658 h 97461"/>
                    <a:gd name="connsiteX12" fmla="*/ 18413 w 62083"/>
                    <a:gd name="connsiteY12" fmla="*/ 26672 h 97461"/>
                    <a:gd name="connsiteX13" fmla="*/ 9334 w 62083"/>
                    <a:gd name="connsiteY13" fmla="*/ 35873 h 97461"/>
                    <a:gd name="connsiteX14" fmla="*/ 48126 w 62083"/>
                    <a:gd name="connsiteY14" fmla="*/ 60105 h 97461"/>
                    <a:gd name="connsiteX15" fmla="*/ 42952 w 62083"/>
                    <a:gd name="connsiteY15" fmla="*/ 79835 h 97461"/>
                    <a:gd name="connsiteX16" fmla="*/ 28740 w 62083"/>
                    <a:gd name="connsiteY16" fmla="*/ 86993 h 97461"/>
                    <a:gd name="connsiteX17" fmla="*/ 14508 w 62083"/>
                    <a:gd name="connsiteY17" fmla="*/ 79835 h 97461"/>
                    <a:gd name="connsiteX18" fmla="*/ 9334 w 62083"/>
                    <a:gd name="connsiteY18" fmla="*/ 60105 h 97461"/>
                    <a:gd name="connsiteX19" fmla="*/ 14508 w 62083"/>
                    <a:gd name="connsiteY19" fmla="*/ 40374 h 97461"/>
                    <a:gd name="connsiteX20" fmla="*/ 28740 w 62083"/>
                    <a:gd name="connsiteY20" fmla="*/ 33216 h 97461"/>
                    <a:gd name="connsiteX21" fmla="*/ 42952 w 62083"/>
                    <a:gd name="connsiteY21" fmla="*/ 40374 h 97461"/>
                    <a:gd name="connsiteX22" fmla="*/ 48126 w 62083"/>
                    <a:gd name="connsiteY22" fmla="*/ 60105 h 97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2083" h="97461">
                      <a:moveTo>
                        <a:pt x="9334" y="35873"/>
                      </a:moveTo>
                      <a:lnTo>
                        <a:pt x="9334" y="-930"/>
                      </a:lnTo>
                      <a:lnTo>
                        <a:pt x="-2123" y="-930"/>
                      </a:lnTo>
                      <a:lnTo>
                        <a:pt x="-2123" y="94866"/>
                      </a:lnTo>
                      <a:lnTo>
                        <a:pt x="9334" y="94866"/>
                      </a:lnTo>
                      <a:lnTo>
                        <a:pt x="9334" y="84336"/>
                      </a:lnTo>
                      <a:cubicBezTo>
                        <a:pt x="11739" y="88461"/>
                        <a:pt x="14765" y="91521"/>
                        <a:pt x="18413" y="93517"/>
                      </a:cubicBezTo>
                      <a:cubicBezTo>
                        <a:pt x="22073" y="95527"/>
                        <a:pt x="26441" y="96531"/>
                        <a:pt x="31515" y="96531"/>
                      </a:cubicBezTo>
                      <a:cubicBezTo>
                        <a:pt x="39946" y="96531"/>
                        <a:pt x="46791" y="93187"/>
                        <a:pt x="52051" y="86498"/>
                      </a:cubicBezTo>
                      <a:cubicBezTo>
                        <a:pt x="57324" y="79809"/>
                        <a:pt x="59960" y="71011"/>
                        <a:pt x="59960" y="60105"/>
                      </a:cubicBezTo>
                      <a:cubicBezTo>
                        <a:pt x="59960" y="49199"/>
                        <a:pt x="57324" y="40394"/>
                        <a:pt x="52051" y="33692"/>
                      </a:cubicBezTo>
                      <a:cubicBezTo>
                        <a:pt x="46791" y="27003"/>
                        <a:pt x="39946" y="23658"/>
                        <a:pt x="31515" y="23658"/>
                      </a:cubicBezTo>
                      <a:cubicBezTo>
                        <a:pt x="26441" y="23658"/>
                        <a:pt x="22073" y="24663"/>
                        <a:pt x="18413" y="26672"/>
                      </a:cubicBezTo>
                      <a:cubicBezTo>
                        <a:pt x="14765" y="28682"/>
                        <a:pt x="11739" y="31749"/>
                        <a:pt x="9334" y="35873"/>
                      </a:cubicBezTo>
                      <a:close/>
                      <a:moveTo>
                        <a:pt x="48126" y="60105"/>
                      </a:moveTo>
                      <a:cubicBezTo>
                        <a:pt x="48126" y="68486"/>
                        <a:pt x="46401" y="75063"/>
                        <a:pt x="42952" y="79835"/>
                      </a:cubicBezTo>
                      <a:cubicBezTo>
                        <a:pt x="39503" y="84607"/>
                        <a:pt x="34766" y="86993"/>
                        <a:pt x="28740" y="86993"/>
                      </a:cubicBezTo>
                      <a:cubicBezTo>
                        <a:pt x="22701" y="86993"/>
                        <a:pt x="17957" y="84607"/>
                        <a:pt x="14508" y="79835"/>
                      </a:cubicBezTo>
                      <a:cubicBezTo>
                        <a:pt x="11058" y="75063"/>
                        <a:pt x="9334" y="68486"/>
                        <a:pt x="9334" y="60105"/>
                      </a:cubicBezTo>
                      <a:cubicBezTo>
                        <a:pt x="9334" y="51724"/>
                        <a:pt x="11058" y="45147"/>
                        <a:pt x="14508" y="40374"/>
                      </a:cubicBezTo>
                      <a:cubicBezTo>
                        <a:pt x="17957" y="35602"/>
                        <a:pt x="22701" y="33216"/>
                        <a:pt x="28740" y="33216"/>
                      </a:cubicBezTo>
                      <a:cubicBezTo>
                        <a:pt x="34766" y="33216"/>
                        <a:pt x="39503" y="35602"/>
                        <a:pt x="42952" y="40374"/>
                      </a:cubicBezTo>
                      <a:cubicBezTo>
                        <a:pt x="46401" y="45147"/>
                        <a:pt x="48126" y="51724"/>
                        <a:pt x="48126" y="6010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4F5FC896-4BFB-1C03-A3EA-9221AEEBEB9C}"/>
                    </a:ext>
                  </a:extLst>
                </p:cNvPr>
                <p:cNvSpPr/>
                <p:nvPr/>
              </p:nvSpPr>
              <p:spPr>
                <a:xfrm rot="-5400000" flipV="1">
                  <a:off x="3428007" y="3611720"/>
                  <a:ext cx="63688" cy="72873"/>
                </a:xfrm>
                <a:custGeom>
                  <a:avLst/>
                  <a:gdLst>
                    <a:gd name="connsiteX0" fmla="*/ 29898 w 63688"/>
                    <a:gd name="connsiteY0" fmla="*/ 61660 h 72873"/>
                    <a:gd name="connsiteX1" fmla="*/ 15408 w 63688"/>
                    <a:gd name="connsiteY1" fmla="*/ 54502 h 72873"/>
                    <a:gd name="connsiteX2" fmla="*/ 10075 w 63688"/>
                    <a:gd name="connsiteY2" fmla="*/ 34890 h 72873"/>
                    <a:gd name="connsiteX3" fmla="*/ 15368 w 63688"/>
                    <a:gd name="connsiteY3" fmla="*/ 15279 h 72873"/>
                    <a:gd name="connsiteX4" fmla="*/ 29898 w 63688"/>
                    <a:gd name="connsiteY4" fmla="*/ 8121 h 72873"/>
                    <a:gd name="connsiteX5" fmla="*/ 44328 w 63688"/>
                    <a:gd name="connsiteY5" fmla="*/ 15299 h 72873"/>
                    <a:gd name="connsiteX6" fmla="*/ 49660 w 63688"/>
                    <a:gd name="connsiteY6" fmla="*/ 34890 h 72873"/>
                    <a:gd name="connsiteX7" fmla="*/ 44328 w 63688"/>
                    <a:gd name="connsiteY7" fmla="*/ 54442 h 72873"/>
                    <a:gd name="connsiteX8" fmla="*/ 29898 w 63688"/>
                    <a:gd name="connsiteY8" fmla="*/ 61660 h 72873"/>
                    <a:gd name="connsiteX9" fmla="*/ 29898 w 63688"/>
                    <a:gd name="connsiteY9" fmla="*/ 71317 h 72873"/>
                    <a:gd name="connsiteX10" fmla="*/ 53248 w 63688"/>
                    <a:gd name="connsiteY10" fmla="*/ 61640 h 72873"/>
                    <a:gd name="connsiteX11" fmla="*/ 61752 w 63688"/>
                    <a:gd name="connsiteY11" fmla="*/ 34890 h 72873"/>
                    <a:gd name="connsiteX12" fmla="*/ 53248 w 63688"/>
                    <a:gd name="connsiteY12" fmla="*/ 8140 h 72873"/>
                    <a:gd name="connsiteX13" fmla="*/ 29898 w 63688"/>
                    <a:gd name="connsiteY13" fmla="*/ -1556 h 72873"/>
                    <a:gd name="connsiteX14" fmla="*/ 6507 w 63688"/>
                    <a:gd name="connsiteY14" fmla="*/ 8140 h 72873"/>
                    <a:gd name="connsiteX15" fmla="*/ -1937 w 63688"/>
                    <a:gd name="connsiteY15" fmla="*/ 34890 h 72873"/>
                    <a:gd name="connsiteX16" fmla="*/ 6507 w 63688"/>
                    <a:gd name="connsiteY16" fmla="*/ 61640 h 72873"/>
                    <a:gd name="connsiteX17" fmla="*/ 29898 w 63688"/>
                    <a:gd name="connsiteY17" fmla="*/ 71317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3688" h="72873">
                      <a:moveTo>
                        <a:pt x="29898" y="61660"/>
                      </a:moveTo>
                      <a:cubicBezTo>
                        <a:pt x="23792" y="61660"/>
                        <a:pt x="18962" y="59274"/>
                        <a:pt x="15408" y="54502"/>
                      </a:cubicBezTo>
                      <a:cubicBezTo>
                        <a:pt x="11853" y="49729"/>
                        <a:pt x="10075" y="43192"/>
                        <a:pt x="10075" y="34890"/>
                      </a:cubicBezTo>
                      <a:cubicBezTo>
                        <a:pt x="10075" y="26588"/>
                        <a:pt x="11840" y="20051"/>
                        <a:pt x="15368" y="15279"/>
                      </a:cubicBezTo>
                      <a:cubicBezTo>
                        <a:pt x="18910" y="10507"/>
                        <a:pt x="23753" y="8121"/>
                        <a:pt x="29898" y="8121"/>
                      </a:cubicBezTo>
                      <a:cubicBezTo>
                        <a:pt x="35977" y="8121"/>
                        <a:pt x="40787" y="10513"/>
                        <a:pt x="44328" y="15299"/>
                      </a:cubicBezTo>
                      <a:cubicBezTo>
                        <a:pt x="47883" y="20097"/>
                        <a:pt x="49660" y="26628"/>
                        <a:pt x="49660" y="34890"/>
                      </a:cubicBezTo>
                      <a:cubicBezTo>
                        <a:pt x="49660" y="43113"/>
                        <a:pt x="47883" y="49630"/>
                        <a:pt x="44328" y="54442"/>
                      </a:cubicBezTo>
                      <a:cubicBezTo>
                        <a:pt x="40787" y="59254"/>
                        <a:pt x="35977" y="61660"/>
                        <a:pt x="29898" y="61660"/>
                      </a:cubicBezTo>
                      <a:close/>
                      <a:moveTo>
                        <a:pt x="29898" y="71317"/>
                      </a:moveTo>
                      <a:cubicBezTo>
                        <a:pt x="39809" y="71317"/>
                        <a:pt x="47592" y="68091"/>
                        <a:pt x="53248" y="61640"/>
                      </a:cubicBezTo>
                      <a:cubicBezTo>
                        <a:pt x="58917" y="55202"/>
                        <a:pt x="61752" y="46286"/>
                        <a:pt x="61752" y="34890"/>
                      </a:cubicBezTo>
                      <a:cubicBezTo>
                        <a:pt x="61752" y="23535"/>
                        <a:pt x="58917" y="14618"/>
                        <a:pt x="53248" y="8140"/>
                      </a:cubicBezTo>
                      <a:cubicBezTo>
                        <a:pt x="47592" y="1676"/>
                        <a:pt x="39809" y="-1556"/>
                        <a:pt x="29898" y="-1556"/>
                      </a:cubicBezTo>
                      <a:cubicBezTo>
                        <a:pt x="19947" y="-1556"/>
                        <a:pt x="12150" y="1676"/>
                        <a:pt x="6507" y="8140"/>
                      </a:cubicBezTo>
                      <a:cubicBezTo>
                        <a:pt x="878" y="14618"/>
                        <a:pt x="-1937" y="23535"/>
                        <a:pt x="-1937" y="34890"/>
                      </a:cubicBezTo>
                      <a:cubicBezTo>
                        <a:pt x="-1937" y="46286"/>
                        <a:pt x="878" y="55202"/>
                        <a:pt x="6507" y="61640"/>
                      </a:cubicBezTo>
                      <a:cubicBezTo>
                        <a:pt x="12150" y="68091"/>
                        <a:pt x="19947" y="71317"/>
                        <a:pt x="29898" y="7131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79936820-EC07-CCD2-6B0E-7564A46BD242}"/>
                    </a:ext>
                  </a:extLst>
                </p:cNvPr>
                <p:cNvSpPr/>
                <p:nvPr/>
              </p:nvSpPr>
              <p:spPr>
                <a:xfrm rot="-5400000" flipV="1">
                  <a:off x="3433339" y="3539529"/>
                  <a:ext cx="53024" cy="72873"/>
                </a:xfrm>
                <a:custGeom>
                  <a:avLst/>
                  <a:gdLst>
                    <a:gd name="connsiteX0" fmla="*/ 47636 w 53024"/>
                    <a:gd name="connsiteY0" fmla="*/ 67603 h 72873"/>
                    <a:gd name="connsiteX1" fmla="*/ 47636 w 53024"/>
                    <a:gd name="connsiteY1" fmla="*/ 56816 h 72873"/>
                    <a:gd name="connsiteX2" fmla="*/ 37606 w 53024"/>
                    <a:gd name="connsiteY2" fmla="*/ 60524 h 72873"/>
                    <a:gd name="connsiteX3" fmla="*/ 26823 w 53024"/>
                    <a:gd name="connsiteY3" fmla="*/ 61773 h 72873"/>
                    <a:gd name="connsiteX4" fmla="*/ 14097 w 53024"/>
                    <a:gd name="connsiteY4" fmla="*/ 59176 h 72873"/>
                    <a:gd name="connsiteX5" fmla="*/ 9855 w 53024"/>
                    <a:gd name="connsiteY5" fmla="*/ 51363 h 72873"/>
                    <a:gd name="connsiteX6" fmla="*/ 12888 w 53024"/>
                    <a:gd name="connsiteY6" fmla="*/ 45136 h 72873"/>
                    <a:gd name="connsiteX7" fmla="*/ 25098 w 53024"/>
                    <a:gd name="connsiteY7" fmla="*/ 40833 h 72873"/>
                    <a:gd name="connsiteX8" fmla="*/ 29003 w 53024"/>
                    <a:gd name="connsiteY8" fmla="*/ 39961 h 72873"/>
                    <a:gd name="connsiteX9" fmla="*/ 46249 w 53024"/>
                    <a:gd name="connsiteY9" fmla="*/ 32624 h 72873"/>
                    <a:gd name="connsiteX10" fmla="*/ 51363 w 53024"/>
                    <a:gd name="connsiteY10" fmla="*/ 19398 h 72873"/>
                    <a:gd name="connsiteX11" fmla="*/ 43711 w 53024"/>
                    <a:gd name="connsiteY11" fmla="*/ 4070 h 72873"/>
                    <a:gd name="connsiteX12" fmla="*/ 22680 w 53024"/>
                    <a:gd name="connsiteY12" fmla="*/ -1562 h 72873"/>
                    <a:gd name="connsiteX13" fmla="*/ 11064 w 53024"/>
                    <a:gd name="connsiteY13" fmla="*/ -471 h 72873"/>
                    <a:gd name="connsiteX14" fmla="*/ -1662 w 53024"/>
                    <a:gd name="connsiteY14" fmla="*/ 2781 h 72873"/>
                    <a:gd name="connsiteX15" fmla="*/ -1662 w 53024"/>
                    <a:gd name="connsiteY15" fmla="*/ 14559 h 72873"/>
                    <a:gd name="connsiteX16" fmla="*/ 10787 w 53024"/>
                    <a:gd name="connsiteY16" fmla="*/ 9622 h 72873"/>
                    <a:gd name="connsiteX17" fmla="*/ 22938 w 53024"/>
                    <a:gd name="connsiteY17" fmla="*/ 7996 h 72873"/>
                    <a:gd name="connsiteX18" fmla="*/ 35307 w 53024"/>
                    <a:gd name="connsiteY18" fmla="*/ 10752 h 72873"/>
                    <a:gd name="connsiteX19" fmla="*/ 39648 w 53024"/>
                    <a:gd name="connsiteY19" fmla="*/ 18525 h 72873"/>
                    <a:gd name="connsiteX20" fmla="*/ 36516 w 53024"/>
                    <a:gd name="connsiteY20" fmla="*/ 25644 h 72873"/>
                    <a:gd name="connsiteX21" fmla="*/ 22799 w 53024"/>
                    <a:gd name="connsiteY21" fmla="*/ 30423 h 72873"/>
                    <a:gd name="connsiteX22" fmla="*/ 18834 w 53024"/>
                    <a:gd name="connsiteY22" fmla="*/ 31355 h 72873"/>
                    <a:gd name="connsiteX23" fmla="*/ 3532 w 53024"/>
                    <a:gd name="connsiteY23" fmla="*/ 38196 h 72873"/>
                    <a:gd name="connsiteX24" fmla="*/ -1166 w 53024"/>
                    <a:gd name="connsiteY24" fmla="*/ 50867 h 72873"/>
                    <a:gd name="connsiteX25" fmla="*/ 5772 w 53024"/>
                    <a:gd name="connsiteY25" fmla="*/ 65977 h 72873"/>
                    <a:gd name="connsiteX26" fmla="*/ 25475 w 53024"/>
                    <a:gd name="connsiteY26" fmla="*/ 71311 h 72873"/>
                    <a:gd name="connsiteX27" fmla="*/ 37348 w 53024"/>
                    <a:gd name="connsiteY27" fmla="*/ 70379 h 72873"/>
                    <a:gd name="connsiteX28" fmla="*/ 47636 w 53024"/>
                    <a:gd name="connsiteY28" fmla="*/ 67603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3024" h="72873">
                      <a:moveTo>
                        <a:pt x="47636" y="67603"/>
                      </a:moveTo>
                      <a:lnTo>
                        <a:pt x="47636" y="56816"/>
                      </a:lnTo>
                      <a:cubicBezTo>
                        <a:pt x="44425" y="58468"/>
                        <a:pt x="41082" y="59704"/>
                        <a:pt x="37606" y="60524"/>
                      </a:cubicBezTo>
                      <a:cubicBezTo>
                        <a:pt x="34144" y="61357"/>
                        <a:pt x="30549" y="61773"/>
                        <a:pt x="26823" y="61773"/>
                      </a:cubicBezTo>
                      <a:cubicBezTo>
                        <a:pt x="21167" y="61773"/>
                        <a:pt x="16925" y="60907"/>
                        <a:pt x="14097" y="59176"/>
                      </a:cubicBezTo>
                      <a:cubicBezTo>
                        <a:pt x="11269" y="57444"/>
                        <a:pt x="9855" y="54840"/>
                        <a:pt x="9855" y="51363"/>
                      </a:cubicBezTo>
                      <a:cubicBezTo>
                        <a:pt x="9855" y="48719"/>
                        <a:pt x="10866" y="46643"/>
                        <a:pt x="12888" y="45136"/>
                      </a:cubicBezTo>
                      <a:cubicBezTo>
                        <a:pt x="14910" y="43629"/>
                        <a:pt x="18980" y="42195"/>
                        <a:pt x="25098" y="40833"/>
                      </a:cubicBezTo>
                      <a:lnTo>
                        <a:pt x="29003" y="39961"/>
                      </a:lnTo>
                      <a:cubicBezTo>
                        <a:pt x="37091" y="38229"/>
                        <a:pt x="42839" y="35783"/>
                        <a:pt x="46249" y="32624"/>
                      </a:cubicBezTo>
                      <a:cubicBezTo>
                        <a:pt x="49658" y="29465"/>
                        <a:pt x="51363" y="25056"/>
                        <a:pt x="51363" y="19398"/>
                      </a:cubicBezTo>
                      <a:cubicBezTo>
                        <a:pt x="51363" y="12947"/>
                        <a:pt x="48812" y="7837"/>
                        <a:pt x="43711" y="4070"/>
                      </a:cubicBezTo>
                      <a:cubicBezTo>
                        <a:pt x="38610" y="315"/>
                        <a:pt x="31600" y="-1562"/>
                        <a:pt x="22680" y="-1562"/>
                      </a:cubicBezTo>
                      <a:cubicBezTo>
                        <a:pt x="18967" y="-1562"/>
                        <a:pt x="15095" y="-1198"/>
                        <a:pt x="11064" y="-471"/>
                      </a:cubicBezTo>
                      <a:cubicBezTo>
                        <a:pt x="7034" y="256"/>
                        <a:pt x="2792" y="1340"/>
                        <a:pt x="-1662" y="2781"/>
                      </a:cubicBezTo>
                      <a:lnTo>
                        <a:pt x="-1662" y="14559"/>
                      </a:lnTo>
                      <a:cubicBezTo>
                        <a:pt x="2554" y="12365"/>
                        <a:pt x="6703" y="10719"/>
                        <a:pt x="10787" y="9622"/>
                      </a:cubicBezTo>
                      <a:cubicBezTo>
                        <a:pt x="14870" y="8538"/>
                        <a:pt x="18920" y="7996"/>
                        <a:pt x="22938" y="7996"/>
                      </a:cubicBezTo>
                      <a:cubicBezTo>
                        <a:pt x="28303" y="7996"/>
                        <a:pt x="32426" y="8915"/>
                        <a:pt x="35307" y="10752"/>
                      </a:cubicBezTo>
                      <a:cubicBezTo>
                        <a:pt x="38201" y="12590"/>
                        <a:pt x="39648" y="15181"/>
                        <a:pt x="39648" y="18525"/>
                      </a:cubicBezTo>
                      <a:cubicBezTo>
                        <a:pt x="39648" y="21619"/>
                        <a:pt x="38604" y="23992"/>
                        <a:pt x="36516" y="25644"/>
                      </a:cubicBezTo>
                      <a:cubicBezTo>
                        <a:pt x="34441" y="27296"/>
                        <a:pt x="29869" y="28889"/>
                        <a:pt x="22799" y="30423"/>
                      </a:cubicBezTo>
                      <a:lnTo>
                        <a:pt x="18834" y="31355"/>
                      </a:lnTo>
                      <a:cubicBezTo>
                        <a:pt x="11778" y="32836"/>
                        <a:pt x="6677" y="35116"/>
                        <a:pt x="3532" y="38196"/>
                      </a:cubicBezTo>
                      <a:cubicBezTo>
                        <a:pt x="400" y="41276"/>
                        <a:pt x="-1166" y="45500"/>
                        <a:pt x="-1166" y="50867"/>
                      </a:cubicBezTo>
                      <a:cubicBezTo>
                        <a:pt x="-1166" y="57398"/>
                        <a:pt x="1146" y="62434"/>
                        <a:pt x="5772" y="65977"/>
                      </a:cubicBezTo>
                      <a:cubicBezTo>
                        <a:pt x="10397" y="69533"/>
                        <a:pt x="16964" y="71311"/>
                        <a:pt x="25475" y="71311"/>
                      </a:cubicBezTo>
                      <a:cubicBezTo>
                        <a:pt x="29677" y="71311"/>
                        <a:pt x="33635" y="71001"/>
                        <a:pt x="37348" y="70379"/>
                      </a:cubicBezTo>
                      <a:cubicBezTo>
                        <a:pt x="41075" y="69771"/>
                        <a:pt x="44504" y="68846"/>
                        <a:pt x="47636" y="6760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E7B1B49D-647C-7EDC-454A-9CE9D7C81931}"/>
                    </a:ext>
                  </a:extLst>
                </p:cNvPr>
                <p:cNvSpPr/>
                <p:nvPr/>
              </p:nvSpPr>
              <p:spPr>
                <a:xfrm rot="-5400000" flipV="1">
                  <a:off x="3440574" y="3477376"/>
                  <a:ext cx="11397" cy="96430"/>
                </a:xfrm>
                <a:custGeom>
                  <a:avLst/>
                  <a:gdLst>
                    <a:gd name="connsiteX0" fmla="*/ -869 w 11397"/>
                    <a:gd name="connsiteY0" fmla="*/ 67152 h 96430"/>
                    <a:gd name="connsiteX1" fmla="*/ 10529 w 11397"/>
                    <a:gd name="connsiteY1" fmla="*/ 67152 h 96430"/>
                    <a:gd name="connsiteX2" fmla="*/ 10529 w 11397"/>
                    <a:gd name="connsiteY2" fmla="*/ -2251 h 96430"/>
                    <a:gd name="connsiteX3" fmla="*/ -869 w 11397"/>
                    <a:gd name="connsiteY3" fmla="*/ -2251 h 96430"/>
                    <a:gd name="connsiteX4" fmla="*/ -869 w 11397"/>
                    <a:gd name="connsiteY4" fmla="*/ 67152 h 96430"/>
                    <a:gd name="connsiteX5" fmla="*/ -869 w 11397"/>
                    <a:gd name="connsiteY5" fmla="*/ 94180 h 96430"/>
                    <a:gd name="connsiteX6" fmla="*/ 10529 w 11397"/>
                    <a:gd name="connsiteY6" fmla="*/ 94180 h 96430"/>
                    <a:gd name="connsiteX7" fmla="*/ 10529 w 11397"/>
                    <a:gd name="connsiteY7" fmla="*/ 79724 h 96430"/>
                    <a:gd name="connsiteX8" fmla="*/ -869 w 11397"/>
                    <a:gd name="connsiteY8" fmla="*/ 79724 h 96430"/>
                    <a:gd name="connsiteX9" fmla="*/ -869 w 11397"/>
                    <a:gd name="connsiteY9" fmla="*/ 94180 h 96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397" h="96430">
                      <a:moveTo>
                        <a:pt x="-869" y="67152"/>
                      </a:moveTo>
                      <a:lnTo>
                        <a:pt x="10529" y="67152"/>
                      </a:lnTo>
                      <a:lnTo>
                        <a:pt x="10529" y="-2251"/>
                      </a:lnTo>
                      <a:lnTo>
                        <a:pt x="-869" y="-2251"/>
                      </a:lnTo>
                      <a:lnTo>
                        <a:pt x="-869" y="67152"/>
                      </a:lnTo>
                      <a:close/>
                      <a:moveTo>
                        <a:pt x="-869" y="94180"/>
                      </a:moveTo>
                      <a:lnTo>
                        <a:pt x="10529" y="94180"/>
                      </a:lnTo>
                      <a:lnTo>
                        <a:pt x="10529" y="79724"/>
                      </a:lnTo>
                      <a:lnTo>
                        <a:pt x="-869" y="79724"/>
                      </a:lnTo>
                      <a:lnTo>
                        <a:pt x="-869" y="941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6A0410F9-59E7-841D-D70E-DC635AF8C70B}"/>
                    </a:ext>
                  </a:extLst>
                </p:cNvPr>
                <p:cNvSpPr/>
                <p:nvPr/>
              </p:nvSpPr>
              <p:spPr>
                <a:xfrm rot="-5400000" flipV="1">
                  <a:off x="3428284" y="3438369"/>
                  <a:ext cx="43291" cy="89113"/>
                </a:xfrm>
                <a:custGeom>
                  <a:avLst/>
                  <a:gdLst>
                    <a:gd name="connsiteX0" fmla="*/ 18580 w 43291"/>
                    <a:gd name="connsiteY0" fmla="*/ 87044 h 89113"/>
                    <a:gd name="connsiteX1" fmla="*/ 18580 w 43291"/>
                    <a:gd name="connsiteY1" fmla="*/ 67333 h 89113"/>
                    <a:gd name="connsiteX2" fmla="*/ 42050 w 43291"/>
                    <a:gd name="connsiteY2" fmla="*/ 67333 h 89113"/>
                    <a:gd name="connsiteX3" fmla="*/ 42050 w 43291"/>
                    <a:gd name="connsiteY3" fmla="*/ 58469 h 89113"/>
                    <a:gd name="connsiteX4" fmla="*/ 18580 w 43291"/>
                    <a:gd name="connsiteY4" fmla="*/ 58469 h 89113"/>
                    <a:gd name="connsiteX5" fmla="*/ 18580 w 43291"/>
                    <a:gd name="connsiteY5" fmla="*/ 20794 h 89113"/>
                    <a:gd name="connsiteX6" fmla="*/ 20899 w 43291"/>
                    <a:gd name="connsiteY6" fmla="*/ 9887 h 89113"/>
                    <a:gd name="connsiteX7" fmla="*/ 30355 w 43291"/>
                    <a:gd name="connsiteY7" fmla="*/ 7468 h 89113"/>
                    <a:gd name="connsiteX8" fmla="*/ 42050 w 43291"/>
                    <a:gd name="connsiteY8" fmla="*/ 7468 h 89113"/>
                    <a:gd name="connsiteX9" fmla="*/ 42050 w 43291"/>
                    <a:gd name="connsiteY9" fmla="*/ -2070 h 89113"/>
                    <a:gd name="connsiteX10" fmla="*/ 30355 w 43291"/>
                    <a:gd name="connsiteY10" fmla="*/ -2070 h 89113"/>
                    <a:gd name="connsiteX11" fmla="*/ 12138 w 43291"/>
                    <a:gd name="connsiteY11" fmla="*/ 2848 h 89113"/>
                    <a:gd name="connsiteX12" fmla="*/ 7123 w 43291"/>
                    <a:gd name="connsiteY12" fmla="*/ 20794 h 89113"/>
                    <a:gd name="connsiteX13" fmla="*/ 7123 w 43291"/>
                    <a:gd name="connsiteY13" fmla="*/ 58469 h 89113"/>
                    <a:gd name="connsiteX14" fmla="*/ -1242 w 43291"/>
                    <a:gd name="connsiteY14" fmla="*/ 58469 h 89113"/>
                    <a:gd name="connsiteX15" fmla="*/ -1242 w 43291"/>
                    <a:gd name="connsiteY15" fmla="*/ 67333 h 89113"/>
                    <a:gd name="connsiteX16" fmla="*/ 7123 w 43291"/>
                    <a:gd name="connsiteY16" fmla="*/ 67333 h 89113"/>
                    <a:gd name="connsiteX17" fmla="*/ 7123 w 43291"/>
                    <a:gd name="connsiteY17" fmla="*/ 87044 h 89113"/>
                    <a:gd name="connsiteX18" fmla="*/ 18580 w 43291"/>
                    <a:gd name="connsiteY18" fmla="*/ 87044 h 89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3291" h="89113">
                      <a:moveTo>
                        <a:pt x="18580" y="87044"/>
                      </a:moveTo>
                      <a:lnTo>
                        <a:pt x="18580" y="67333"/>
                      </a:lnTo>
                      <a:lnTo>
                        <a:pt x="42050" y="67333"/>
                      </a:lnTo>
                      <a:lnTo>
                        <a:pt x="42050" y="58469"/>
                      </a:lnTo>
                      <a:lnTo>
                        <a:pt x="18580" y="58469"/>
                      </a:lnTo>
                      <a:lnTo>
                        <a:pt x="18580" y="20794"/>
                      </a:lnTo>
                      <a:cubicBezTo>
                        <a:pt x="18580" y="15136"/>
                        <a:pt x="19353" y="11500"/>
                        <a:pt x="20899" y="9887"/>
                      </a:cubicBezTo>
                      <a:cubicBezTo>
                        <a:pt x="22445" y="8275"/>
                        <a:pt x="25597" y="7468"/>
                        <a:pt x="30355" y="7468"/>
                      </a:cubicBezTo>
                      <a:lnTo>
                        <a:pt x="42050" y="7468"/>
                      </a:lnTo>
                      <a:lnTo>
                        <a:pt x="42050" y="-2070"/>
                      </a:lnTo>
                      <a:lnTo>
                        <a:pt x="30355" y="-2070"/>
                      </a:lnTo>
                      <a:cubicBezTo>
                        <a:pt x="21553" y="-2070"/>
                        <a:pt x="15481" y="-431"/>
                        <a:pt x="12138" y="2848"/>
                      </a:cubicBezTo>
                      <a:cubicBezTo>
                        <a:pt x="8795" y="6140"/>
                        <a:pt x="7123" y="12121"/>
                        <a:pt x="7123" y="20794"/>
                      </a:cubicBezTo>
                      <a:lnTo>
                        <a:pt x="7123" y="58469"/>
                      </a:lnTo>
                      <a:lnTo>
                        <a:pt x="-1242" y="58469"/>
                      </a:lnTo>
                      <a:lnTo>
                        <a:pt x="-1242" y="67333"/>
                      </a:lnTo>
                      <a:lnTo>
                        <a:pt x="7123" y="67333"/>
                      </a:lnTo>
                      <a:lnTo>
                        <a:pt x="7123" y="87044"/>
                      </a:lnTo>
                      <a:lnTo>
                        <a:pt x="18580" y="870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15" name="Freeform: Shape 114">
                  <a:extLst>
                    <a:ext uri="{FF2B5EF4-FFF2-40B4-BE49-F238E27FC236}">
                      <a16:creationId xmlns:a16="http://schemas.microsoft.com/office/drawing/2014/main" id="{A778BB2E-943B-6B4B-08AA-FE85CEA7AC4E}"/>
                    </a:ext>
                  </a:extLst>
                </p:cNvPr>
                <p:cNvSpPr/>
                <p:nvPr/>
              </p:nvSpPr>
              <p:spPr>
                <a:xfrm rot="-5400000" flipV="1">
                  <a:off x="3440574" y="3392358"/>
                  <a:ext cx="11397" cy="96430"/>
                </a:xfrm>
                <a:custGeom>
                  <a:avLst/>
                  <a:gdLst>
                    <a:gd name="connsiteX0" fmla="*/ -869 w 11397"/>
                    <a:gd name="connsiteY0" fmla="*/ 67145 h 96430"/>
                    <a:gd name="connsiteX1" fmla="*/ 10529 w 11397"/>
                    <a:gd name="connsiteY1" fmla="*/ 67145 h 96430"/>
                    <a:gd name="connsiteX2" fmla="*/ 10529 w 11397"/>
                    <a:gd name="connsiteY2" fmla="*/ -2258 h 96430"/>
                    <a:gd name="connsiteX3" fmla="*/ -869 w 11397"/>
                    <a:gd name="connsiteY3" fmla="*/ -2258 h 96430"/>
                    <a:gd name="connsiteX4" fmla="*/ -869 w 11397"/>
                    <a:gd name="connsiteY4" fmla="*/ 67145 h 96430"/>
                    <a:gd name="connsiteX5" fmla="*/ -869 w 11397"/>
                    <a:gd name="connsiteY5" fmla="*/ 94173 h 96430"/>
                    <a:gd name="connsiteX6" fmla="*/ 10529 w 11397"/>
                    <a:gd name="connsiteY6" fmla="*/ 94173 h 96430"/>
                    <a:gd name="connsiteX7" fmla="*/ 10529 w 11397"/>
                    <a:gd name="connsiteY7" fmla="*/ 79717 h 96430"/>
                    <a:gd name="connsiteX8" fmla="*/ -869 w 11397"/>
                    <a:gd name="connsiteY8" fmla="*/ 79717 h 96430"/>
                    <a:gd name="connsiteX9" fmla="*/ -869 w 11397"/>
                    <a:gd name="connsiteY9" fmla="*/ 94173 h 96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397" h="96430">
                      <a:moveTo>
                        <a:pt x="-869" y="67145"/>
                      </a:moveTo>
                      <a:lnTo>
                        <a:pt x="10529" y="67145"/>
                      </a:lnTo>
                      <a:lnTo>
                        <a:pt x="10529" y="-2258"/>
                      </a:lnTo>
                      <a:lnTo>
                        <a:pt x="-869" y="-2258"/>
                      </a:lnTo>
                      <a:lnTo>
                        <a:pt x="-869" y="67145"/>
                      </a:lnTo>
                      <a:close/>
                      <a:moveTo>
                        <a:pt x="-869" y="94173"/>
                      </a:moveTo>
                      <a:lnTo>
                        <a:pt x="10529" y="94173"/>
                      </a:lnTo>
                      <a:lnTo>
                        <a:pt x="10529" y="79717"/>
                      </a:lnTo>
                      <a:lnTo>
                        <a:pt x="-869" y="79717"/>
                      </a:lnTo>
                      <a:lnTo>
                        <a:pt x="-869" y="941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FE90CE74-F8FA-8FB7-8D40-05F37D6C7CDC}"/>
                    </a:ext>
                  </a:extLst>
                </p:cNvPr>
                <p:cNvSpPr/>
                <p:nvPr/>
              </p:nvSpPr>
              <p:spPr>
                <a:xfrm rot="-5400000" flipV="1">
                  <a:off x="3428007" y="3347679"/>
                  <a:ext cx="63688" cy="72873"/>
                </a:xfrm>
                <a:custGeom>
                  <a:avLst/>
                  <a:gdLst>
                    <a:gd name="connsiteX0" fmla="*/ 29898 w 63688"/>
                    <a:gd name="connsiteY0" fmla="*/ 61639 h 72873"/>
                    <a:gd name="connsiteX1" fmla="*/ 15408 w 63688"/>
                    <a:gd name="connsiteY1" fmla="*/ 54481 h 72873"/>
                    <a:gd name="connsiteX2" fmla="*/ 10075 w 63688"/>
                    <a:gd name="connsiteY2" fmla="*/ 34869 h 72873"/>
                    <a:gd name="connsiteX3" fmla="*/ 15368 w 63688"/>
                    <a:gd name="connsiteY3" fmla="*/ 15258 h 72873"/>
                    <a:gd name="connsiteX4" fmla="*/ 29898 w 63688"/>
                    <a:gd name="connsiteY4" fmla="*/ 8100 h 72873"/>
                    <a:gd name="connsiteX5" fmla="*/ 44328 w 63688"/>
                    <a:gd name="connsiteY5" fmla="*/ 15278 h 72873"/>
                    <a:gd name="connsiteX6" fmla="*/ 49660 w 63688"/>
                    <a:gd name="connsiteY6" fmla="*/ 34869 h 72873"/>
                    <a:gd name="connsiteX7" fmla="*/ 44328 w 63688"/>
                    <a:gd name="connsiteY7" fmla="*/ 54421 h 72873"/>
                    <a:gd name="connsiteX8" fmla="*/ 29898 w 63688"/>
                    <a:gd name="connsiteY8" fmla="*/ 61639 h 72873"/>
                    <a:gd name="connsiteX9" fmla="*/ 29898 w 63688"/>
                    <a:gd name="connsiteY9" fmla="*/ 71296 h 72873"/>
                    <a:gd name="connsiteX10" fmla="*/ 53248 w 63688"/>
                    <a:gd name="connsiteY10" fmla="*/ 61619 h 72873"/>
                    <a:gd name="connsiteX11" fmla="*/ 61752 w 63688"/>
                    <a:gd name="connsiteY11" fmla="*/ 34869 h 72873"/>
                    <a:gd name="connsiteX12" fmla="*/ 53248 w 63688"/>
                    <a:gd name="connsiteY12" fmla="*/ 8120 h 72873"/>
                    <a:gd name="connsiteX13" fmla="*/ 29898 w 63688"/>
                    <a:gd name="connsiteY13" fmla="*/ -1577 h 72873"/>
                    <a:gd name="connsiteX14" fmla="*/ 6507 w 63688"/>
                    <a:gd name="connsiteY14" fmla="*/ 8120 h 72873"/>
                    <a:gd name="connsiteX15" fmla="*/ -1937 w 63688"/>
                    <a:gd name="connsiteY15" fmla="*/ 34869 h 72873"/>
                    <a:gd name="connsiteX16" fmla="*/ 6507 w 63688"/>
                    <a:gd name="connsiteY16" fmla="*/ 61619 h 72873"/>
                    <a:gd name="connsiteX17" fmla="*/ 29898 w 63688"/>
                    <a:gd name="connsiteY17" fmla="*/ 71296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3688" h="72873">
                      <a:moveTo>
                        <a:pt x="29898" y="61639"/>
                      </a:moveTo>
                      <a:cubicBezTo>
                        <a:pt x="23792" y="61639"/>
                        <a:pt x="18962" y="59253"/>
                        <a:pt x="15408" y="54481"/>
                      </a:cubicBezTo>
                      <a:cubicBezTo>
                        <a:pt x="11853" y="49708"/>
                        <a:pt x="10075" y="43171"/>
                        <a:pt x="10075" y="34869"/>
                      </a:cubicBezTo>
                      <a:cubicBezTo>
                        <a:pt x="10075" y="26568"/>
                        <a:pt x="11840" y="20030"/>
                        <a:pt x="15368" y="15258"/>
                      </a:cubicBezTo>
                      <a:cubicBezTo>
                        <a:pt x="18910" y="10486"/>
                        <a:pt x="23753" y="8100"/>
                        <a:pt x="29898" y="8100"/>
                      </a:cubicBezTo>
                      <a:cubicBezTo>
                        <a:pt x="35977" y="8100"/>
                        <a:pt x="40787" y="10492"/>
                        <a:pt x="44328" y="15278"/>
                      </a:cubicBezTo>
                      <a:cubicBezTo>
                        <a:pt x="47883" y="20077"/>
                        <a:pt x="49660" y="26607"/>
                        <a:pt x="49660" y="34869"/>
                      </a:cubicBezTo>
                      <a:cubicBezTo>
                        <a:pt x="49660" y="43092"/>
                        <a:pt x="47883" y="49609"/>
                        <a:pt x="44328" y="54421"/>
                      </a:cubicBezTo>
                      <a:cubicBezTo>
                        <a:pt x="40787" y="59233"/>
                        <a:pt x="35977" y="61639"/>
                        <a:pt x="29898" y="61639"/>
                      </a:cubicBezTo>
                      <a:close/>
                      <a:moveTo>
                        <a:pt x="29898" y="71296"/>
                      </a:moveTo>
                      <a:cubicBezTo>
                        <a:pt x="39809" y="71296"/>
                        <a:pt x="47592" y="68070"/>
                        <a:pt x="53248" y="61619"/>
                      </a:cubicBezTo>
                      <a:cubicBezTo>
                        <a:pt x="58917" y="55181"/>
                        <a:pt x="61752" y="46265"/>
                        <a:pt x="61752" y="34869"/>
                      </a:cubicBezTo>
                      <a:cubicBezTo>
                        <a:pt x="61752" y="23514"/>
                        <a:pt x="58917" y="14597"/>
                        <a:pt x="53248" y="8120"/>
                      </a:cubicBezTo>
                      <a:cubicBezTo>
                        <a:pt x="47592" y="1655"/>
                        <a:pt x="39809" y="-1577"/>
                        <a:pt x="29898" y="-1577"/>
                      </a:cubicBezTo>
                      <a:cubicBezTo>
                        <a:pt x="19947" y="-1577"/>
                        <a:pt x="12150" y="1655"/>
                        <a:pt x="6507" y="8120"/>
                      </a:cubicBezTo>
                      <a:cubicBezTo>
                        <a:pt x="878" y="14597"/>
                        <a:pt x="-1937" y="23514"/>
                        <a:pt x="-1937" y="34869"/>
                      </a:cubicBezTo>
                      <a:cubicBezTo>
                        <a:pt x="-1937" y="46265"/>
                        <a:pt x="878" y="55181"/>
                        <a:pt x="6507" y="61619"/>
                      </a:cubicBezTo>
                      <a:cubicBezTo>
                        <a:pt x="12150" y="68070"/>
                        <a:pt x="19947" y="71296"/>
                        <a:pt x="29898" y="7129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17" name="Freeform: Shape 116">
                  <a:extLst>
                    <a:ext uri="{FF2B5EF4-FFF2-40B4-BE49-F238E27FC236}">
                      <a16:creationId xmlns:a16="http://schemas.microsoft.com/office/drawing/2014/main" id="{D20E04B1-2607-D6AC-6E49-4835E65B2F18}"/>
                    </a:ext>
                  </a:extLst>
                </p:cNvPr>
                <p:cNvSpPr/>
                <p:nvPr/>
              </p:nvSpPr>
              <p:spPr>
                <a:xfrm rot="-5400000" flipV="1">
                  <a:off x="3429890" y="3269202"/>
                  <a:ext cx="58118" cy="71068"/>
                </a:xfrm>
                <a:custGeom>
                  <a:avLst/>
                  <a:gdLst>
                    <a:gd name="connsiteX0" fmla="*/ 56094 w 58118"/>
                    <a:gd name="connsiteY0" fmla="*/ 40271 h 71068"/>
                    <a:gd name="connsiteX1" fmla="*/ 56094 w 58118"/>
                    <a:gd name="connsiteY1" fmla="*/ -1629 h 71068"/>
                    <a:gd name="connsiteX2" fmla="*/ 44697 w 58118"/>
                    <a:gd name="connsiteY2" fmla="*/ -1629 h 71068"/>
                    <a:gd name="connsiteX3" fmla="*/ 44697 w 58118"/>
                    <a:gd name="connsiteY3" fmla="*/ 39894 h 71068"/>
                    <a:gd name="connsiteX4" fmla="*/ 40851 w 58118"/>
                    <a:gd name="connsiteY4" fmla="*/ 54627 h 71068"/>
                    <a:gd name="connsiteX5" fmla="*/ 29334 w 58118"/>
                    <a:gd name="connsiteY5" fmla="*/ 59525 h 71068"/>
                    <a:gd name="connsiteX6" fmla="*/ 14765 w 58118"/>
                    <a:gd name="connsiteY6" fmla="*/ 53636 h 71068"/>
                    <a:gd name="connsiteX7" fmla="*/ 9433 w 58118"/>
                    <a:gd name="connsiteY7" fmla="*/ 37594 h 71068"/>
                    <a:gd name="connsiteX8" fmla="*/ 9433 w 58118"/>
                    <a:gd name="connsiteY8" fmla="*/ -1629 h 71068"/>
                    <a:gd name="connsiteX9" fmla="*/ -2024 w 58118"/>
                    <a:gd name="connsiteY9" fmla="*/ -1629 h 71068"/>
                    <a:gd name="connsiteX10" fmla="*/ -2024 w 58118"/>
                    <a:gd name="connsiteY10" fmla="*/ 67774 h 71068"/>
                    <a:gd name="connsiteX11" fmla="*/ 9433 w 58118"/>
                    <a:gd name="connsiteY11" fmla="*/ 67774 h 71068"/>
                    <a:gd name="connsiteX12" fmla="*/ 9433 w 58118"/>
                    <a:gd name="connsiteY12" fmla="*/ 56987 h 71068"/>
                    <a:gd name="connsiteX13" fmla="*/ 19066 w 58118"/>
                    <a:gd name="connsiteY13" fmla="*/ 66346 h 71068"/>
                    <a:gd name="connsiteX14" fmla="*/ 31872 w 58118"/>
                    <a:gd name="connsiteY14" fmla="*/ 69440 h 71068"/>
                    <a:gd name="connsiteX15" fmla="*/ 49950 w 58118"/>
                    <a:gd name="connsiteY15" fmla="*/ 62043 h 71068"/>
                    <a:gd name="connsiteX16" fmla="*/ 56094 w 58118"/>
                    <a:gd name="connsiteY16" fmla="*/ 40271 h 71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8118" h="71068">
                      <a:moveTo>
                        <a:pt x="56094" y="40271"/>
                      </a:moveTo>
                      <a:lnTo>
                        <a:pt x="56094" y="-1629"/>
                      </a:lnTo>
                      <a:lnTo>
                        <a:pt x="44697" y="-1629"/>
                      </a:lnTo>
                      <a:lnTo>
                        <a:pt x="44697" y="39894"/>
                      </a:lnTo>
                      <a:cubicBezTo>
                        <a:pt x="44697" y="46464"/>
                        <a:pt x="43415" y="51375"/>
                        <a:pt x="40851" y="54627"/>
                      </a:cubicBezTo>
                      <a:cubicBezTo>
                        <a:pt x="38287" y="57892"/>
                        <a:pt x="34449" y="59525"/>
                        <a:pt x="29334" y="59525"/>
                      </a:cubicBezTo>
                      <a:cubicBezTo>
                        <a:pt x="23176" y="59525"/>
                        <a:pt x="18320" y="57562"/>
                        <a:pt x="14765" y="53636"/>
                      </a:cubicBezTo>
                      <a:cubicBezTo>
                        <a:pt x="11210" y="49723"/>
                        <a:pt x="9433" y="44375"/>
                        <a:pt x="9433" y="37594"/>
                      </a:cubicBezTo>
                      <a:lnTo>
                        <a:pt x="9433" y="-1629"/>
                      </a:lnTo>
                      <a:lnTo>
                        <a:pt x="-2024" y="-1629"/>
                      </a:lnTo>
                      <a:lnTo>
                        <a:pt x="-2024" y="67774"/>
                      </a:lnTo>
                      <a:lnTo>
                        <a:pt x="9433" y="67774"/>
                      </a:lnTo>
                      <a:lnTo>
                        <a:pt x="9433" y="56987"/>
                      </a:lnTo>
                      <a:cubicBezTo>
                        <a:pt x="12168" y="61164"/>
                        <a:pt x="15380" y="64284"/>
                        <a:pt x="19066" y="66346"/>
                      </a:cubicBezTo>
                      <a:cubicBezTo>
                        <a:pt x="22767" y="68409"/>
                        <a:pt x="27035" y="69440"/>
                        <a:pt x="31872" y="69440"/>
                      </a:cubicBezTo>
                      <a:cubicBezTo>
                        <a:pt x="39840" y="69440"/>
                        <a:pt x="45866" y="66974"/>
                        <a:pt x="49950" y="62043"/>
                      </a:cubicBezTo>
                      <a:cubicBezTo>
                        <a:pt x="54046" y="57113"/>
                        <a:pt x="56094" y="49855"/>
                        <a:pt x="56094" y="4027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39FB5FAB-31C9-E287-E0D7-3D035258AA95}"/>
                    </a:ext>
                  </a:extLst>
                </p:cNvPr>
                <p:cNvSpPr/>
                <p:nvPr/>
              </p:nvSpPr>
              <p:spPr>
                <a:xfrm rot="-5400000" flipV="1">
                  <a:off x="3494471" y="3264894"/>
                  <a:ext cx="12686" cy="126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6" h="12690"/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F26B82C8-FC59-7FE6-0504-B882090EE6EE}"/>
                    </a:ext>
                  </a:extLst>
                </p:cNvPr>
                <p:cNvSpPr/>
                <p:nvPr/>
              </p:nvSpPr>
              <p:spPr>
                <a:xfrm rot="-5400000" flipV="1">
                  <a:off x="3440495" y="3142916"/>
                  <a:ext cx="28425" cy="113027"/>
                </a:xfrm>
                <a:custGeom>
                  <a:avLst/>
                  <a:gdLst>
                    <a:gd name="connsiteX0" fmla="*/ 27180 w 28425"/>
                    <a:gd name="connsiteY0" fmla="*/ 111177 h 113027"/>
                    <a:gd name="connsiteX1" fmla="*/ 14851 w 28425"/>
                    <a:gd name="connsiteY1" fmla="*/ 82979 h 113027"/>
                    <a:gd name="connsiteX2" fmla="*/ 10827 w 28425"/>
                    <a:gd name="connsiteY2" fmla="*/ 54722 h 113027"/>
                    <a:gd name="connsiteX3" fmla="*/ 14891 w 28425"/>
                    <a:gd name="connsiteY3" fmla="*/ 26386 h 113027"/>
                    <a:gd name="connsiteX4" fmla="*/ 27180 w 28425"/>
                    <a:gd name="connsiteY4" fmla="*/ -1851 h 113027"/>
                    <a:gd name="connsiteX5" fmla="*/ 17269 w 28425"/>
                    <a:gd name="connsiteY5" fmla="*/ -1851 h 113027"/>
                    <a:gd name="connsiteX6" fmla="*/ 3374 w 28425"/>
                    <a:gd name="connsiteY6" fmla="*/ 26783 h 113027"/>
                    <a:gd name="connsiteX7" fmla="*/ -1245 w 28425"/>
                    <a:gd name="connsiteY7" fmla="*/ 54722 h 113027"/>
                    <a:gd name="connsiteX8" fmla="*/ 3334 w 28425"/>
                    <a:gd name="connsiteY8" fmla="*/ 82543 h 113027"/>
                    <a:gd name="connsiteX9" fmla="*/ 17269 w 28425"/>
                    <a:gd name="connsiteY9" fmla="*/ 111177 h 113027"/>
                    <a:gd name="connsiteX10" fmla="*/ 27180 w 28425"/>
                    <a:gd name="connsiteY10" fmla="*/ 111177 h 113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425" h="113027">
                      <a:moveTo>
                        <a:pt x="27180" y="111177"/>
                      </a:moveTo>
                      <a:cubicBezTo>
                        <a:pt x="21657" y="101685"/>
                        <a:pt x="17547" y="92286"/>
                        <a:pt x="14851" y="82979"/>
                      </a:cubicBezTo>
                      <a:cubicBezTo>
                        <a:pt x="12168" y="73686"/>
                        <a:pt x="10827" y="64267"/>
                        <a:pt x="10827" y="54722"/>
                      </a:cubicBezTo>
                      <a:cubicBezTo>
                        <a:pt x="10827" y="45191"/>
                        <a:pt x="12182" y="35745"/>
                        <a:pt x="14891" y="26386"/>
                      </a:cubicBezTo>
                      <a:cubicBezTo>
                        <a:pt x="17600" y="17027"/>
                        <a:pt x="21696" y="7614"/>
                        <a:pt x="27180" y="-1851"/>
                      </a:cubicBezTo>
                      <a:lnTo>
                        <a:pt x="17269" y="-1851"/>
                      </a:lnTo>
                      <a:cubicBezTo>
                        <a:pt x="11085" y="7865"/>
                        <a:pt x="6453" y="17410"/>
                        <a:pt x="3374" y="26783"/>
                      </a:cubicBezTo>
                      <a:cubicBezTo>
                        <a:pt x="295" y="36155"/>
                        <a:pt x="-1245" y="45469"/>
                        <a:pt x="-1245" y="54722"/>
                      </a:cubicBezTo>
                      <a:cubicBezTo>
                        <a:pt x="-1245" y="63936"/>
                        <a:pt x="282" y="73210"/>
                        <a:pt x="3334" y="82543"/>
                      </a:cubicBezTo>
                      <a:cubicBezTo>
                        <a:pt x="6400" y="91889"/>
                        <a:pt x="11045" y="101434"/>
                        <a:pt x="17269" y="111177"/>
                      </a:cubicBezTo>
                      <a:lnTo>
                        <a:pt x="27180" y="11117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20" name="Freeform: Shape 119">
                  <a:extLst>
                    <a:ext uri="{FF2B5EF4-FFF2-40B4-BE49-F238E27FC236}">
                      <a16:creationId xmlns:a16="http://schemas.microsoft.com/office/drawing/2014/main" id="{DDECB26E-FBF3-D792-2651-C739073F5228}"/>
                    </a:ext>
                  </a:extLst>
                </p:cNvPr>
                <p:cNvSpPr/>
                <p:nvPr/>
              </p:nvSpPr>
              <p:spPr>
                <a:xfrm rot="-5400000" flipV="1">
                  <a:off x="3408304" y="3077323"/>
                  <a:ext cx="101291" cy="71068"/>
                </a:xfrm>
                <a:custGeom>
                  <a:avLst/>
                  <a:gdLst>
                    <a:gd name="connsiteX0" fmla="*/ 51338 w 101291"/>
                    <a:gd name="connsiteY0" fmla="*/ 54434 h 71068"/>
                    <a:gd name="connsiteX1" fmla="*/ 61567 w 101291"/>
                    <a:gd name="connsiteY1" fmla="*/ 65776 h 71068"/>
                    <a:gd name="connsiteX2" fmla="*/ 75561 w 101291"/>
                    <a:gd name="connsiteY2" fmla="*/ 69425 h 71068"/>
                    <a:gd name="connsiteX3" fmla="*/ 92291 w 101291"/>
                    <a:gd name="connsiteY3" fmla="*/ 61830 h 71068"/>
                    <a:gd name="connsiteX4" fmla="*/ 98178 w 101291"/>
                    <a:gd name="connsiteY4" fmla="*/ 40256 h 71068"/>
                    <a:gd name="connsiteX5" fmla="*/ 98178 w 101291"/>
                    <a:gd name="connsiteY5" fmla="*/ -1644 h 71068"/>
                    <a:gd name="connsiteX6" fmla="*/ 86721 w 101291"/>
                    <a:gd name="connsiteY6" fmla="*/ -1644 h 71068"/>
                    <a:gd name="connsiteX7" fmla="*/ 86721 w 101291"/>
                    <a:gd name="connsiteY7" fmla="*/ 39879 h 71068"/>
                    <a:gd name="connsiteX8" fmla="*/ 83173 w 101291"/>
                    <a:gd name="connsiteY8" fmla="*/ 54672 h 71068"/>
                    <a:gd name="connsiteX9" fmla="*/ 72409 w 101291"/>
                    <a:gd name="connsiteY9" fmla="*/ 59510 h 71068"/>
                    <a:gd name="connsiteX10" fmla="*/ 58395 w 101291"/>
                    <a:gd name="connsiteY10" fmla="*/ 53621 h 71068"/>
                    <a:gd name="connsiteX11" fmla="*/ 53261 w 101291"/>
                    <a:gd name="connsiteY11" fmla="*/ 37579 h 71068"/>
                    <a:gd name="connsiteX12" fmla="*/ 53261 w 101291"/>
                    <a:gd name="connsiteY12" fmla="*/ -1644 h 71068"/>
                    <a:gd name="connsiteX13" fmla="*/ 41804 w 101291"/>
                    <a:gd name="connsiteY13" fmla="*/ -1644 h 71068"/>
                    <a:gd name="connsiteX14" fmla="*/ 41804 w 101291"/>
                    <a:gd name="connsiteY14" fmla="*/ 39879 h 71068"/>
                    <a:gd name="connsiteX15" fmla="*/ 38275 w 101291"/>
                    <a:gd name="connsiteY15" fmla="*/ 54711 h 71068"/>
                    <a:gd name="connsiteX16" fmla="*/ 27373 w 101291"/>
                    <a:gd name="connsiteY16" fmla="*/ 59510 h 71068"/>
                    <a:gd name="connsiteX17" fmla="*/ 13478 w 101291"/>
                    <a:gd name="connsiteY17" fmla="*/ 53601 h 71068"/>
                    <a:gd name="connsiteX18" fmla="*/ 8344 w 101291"/>
                    <a:gd name="connsiteY18" fmla="*/ 37579 h 71068"/>
                    <a:gd name="connsiteX19" fmla="*/ 8344 w 101291"/>
                    <a:gd name="connsiteY19" fmla="*/ -1644 h 71068"/>
                    <a:gd name="connsiteX20" fmla="*/ -3113 w 101291"/>
                    <a:gd name="connsiteY20" fmla="*/ -1644 h 71068"/>
                    <a:gd name="connsiteX21" fmla="*/ -3113 w 101291"/>
                    <a:gd name="connsiteY21" fmla="*/ 67759 h 71068"/>
                    <a:gd name="connsiteX22" fmla="*/ 8344 w 101291"/>
                    <a:gd name="connsiteY22" fmla="*/ 67759 h 71068"/>
                    <a:gd name="connsiteX23" fmla="*/ 8344 w 101291"/>
                    <a:gd name="connsiteY23" fmla="*/ 56972 h 71068"/>
                    <a:gd name="connsiteX24" fmla="*/ 17700 w 101291"/>
                    <a:gd name="connsiteY24" fmla="*/ 66391 h 71068"/>
                    <a:gd name="connsiteX25" fmla="*/ 30644 w 101291"/>
                    <a:gd name="connsiteY25" fmla="*/ 69425 h 71068"/>
                    <a:gd name="connsiteX26" fmla="*/ 43509 w 101291"/>
                    <a:gd name="connsiteY26" fmla="*/ 65578 h 71068"/>
                    <a:gd name="connsiteX27" fmla="*/ 51338 w 101291"/>
                    <a:gd name="connsiteY27" fmla="*/ 54434 h 71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01291" h="71068">
                      <a:moveTo>
                        <a:pt x="51338" y="54434"/>
                      </a:moveTo>
                      <a:cubicBezTo>
                        <a:pt x="54193" y="59563"/>
                        <a:pt x="57602" y="63344"/>
                        <a:pt x="61567" y="65776"/>
                      </a:cubicBezTo>
                      <a:cubicBezTo>
                        <a:pt x="65531" y="68209"/>
                        <a:pt x="70196" y="69425"/>
                        <a:pt x="75561" y="69425"/>
                      </a:cubicBezTo>
                      <a:cubicBezTo>
                        <a:pt x="82790" y="69425"/>
                        <a:pt x="88366" y="66893"/>
                        <a:pt x="92291" y="61830"/>
                      </a:cubicBezTo>
                      <a:cubicBezTo>
                        <a:pt x="96216" y="56780"/>
                        <a:pt x="98178" y="49589"/>
                        <a:pt x="98178" y="40256"/>
                      </a:cubicBezTo>
                      <a:lnTo>
                        <a:pt x="98178" y="-1644"/>
                      </a:lnTo>
                      <a:lnTo>
                        <a:pt x="86721" y="-1644"/>
                      </a:lnTo>
                      <a:lnTo>
                        <a:pt x="86721" y="39879"/>
                      </a:lnTo>
                      <a:cubicBezTo>
                        <a:pt x="86721" y="46528"/>
                        <a:pt x="85538" y="51459"/>
                        <a:pt x="83173" y="54672"/>
                      </a:cubicBezTo>
                      <a:cubicBezTo>
                        <a:pt x="80821" y="57897"/>
                        <a:pt x="77233" y="59510"/>
                        <a:pt x="72409" y="59510"/>
                      </a:cubicBezTo>
                      <a:cubicBezTo>
                        <a:pt x="66502" y="59510"/>
                        <a:pt x="61831" y="57547"/>
                        <a:pt x="58395" y="53621"/>
                      </a:cubicBezTo>
                      <a:cubicBezTo>
                        <a:pt x="54972" y="49708"/>
                        <a:pt x="53261" y="44360"/>
                        <a:pt x="53261" y="37579"/>
                      </a:cubicBezTo>
                      <a:lnTo>
                        <a:pt x="53261" y="-1644"/>
                      </a:lnTo>
                      <a:lnTo>
                        <a:pt x="41804" y="-1644"/>
                      </a:lnTo>
                      <a:lnTo>
                        <a:pt x="41804" y="39879"/>
                      </a:lnTo>
                      <a:cubicBezTo>
                        <a:pt x="41804" y="46568"/>
                        <a:pt x="40628" y="51512"/>
                        <a:pt x="38275" y="54711"/>
                      </a:cubicBezTo>
                      <a:cubicBezTo>
                        <a:pt x="35923" y="57910"/>
                        <a:pt x="32289" y="59510"/>
                        <a:pt x="27373" y="59510"/>
                      </a:cubicBezTo>
                      <a:cubicBezTo>
                        <a:pt x="21545" y="59510"/>
                        <a:pt x="16914" y="57540"/>
                        <a:pt x="13478" y="53601"/>
                      </a:cubicBezTo>
                      <a:cubicBezTo>
                        <a:pt x="10055" y="49661"/>
                        <a:pt x="8344" y="44321"/>
                        <a:pt x="8344" y="37579"/>
                      </a:cubicBezTo>
                      <a:lnTo>
                        <a:pt x="8344" y="-1644"/>
                      </a:lnTo>
                      <a:lnTo>
                        <a:pt x="-3113" y="-1644"/>
                      </a:lnTo>
                      <a:lnTo>
                        <a:pt x="-3113" y="67759"/>
                      </a:lnTo>
                      <a:lnTo>
                        <a:pt x="8344" y="67759"/>
                      </a:lnTo>
                      <a:lnTo>
                        <a:pt x="8344" y="56972"/>
                      </a:lnTo>
                      <a:cubicBezTo>
                        <a:pt x="10947" y="61229"/>
                        <a:pt x="14066" y="64368"/>
                        <a:pt x="17700" y="66391"/>
                      </a:cubicBezTo>
                      <a:cubicBezTo>
                        <a:pt x="21334" y="68413"/>
                        <a:pt x="25649" y="69425"/>
                        <a:pt x="30644" y="69425"/>
                      </a:cubicBezTo>
                      <a:cubicBezTo>
                        <a:pt x="35692" y="69425"/>
                        <a:pt x="39980" y="68142"/>
                        <a:pt x="43509" y="65578"/>
                      </a:cubicBezTo>
                      <a:cubicBezTo>
                        <a:pt x="47037" y="63026"/>
                        <a:pt x="49647" y="59312"/>
                        <a:pt x="51338" y="544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21" name="Freeform: Shape 120">
                  <a:extLst>
                    <a:ext uri="{FF2B5EF4-FFF2-40B4-BE49-F238E27FC236}">
                      <a16:creationId xmlns:a16="http://schemas.microsoft.com/office/drawing/2014/main" id="{5AD92301-B23A-3D33-113F-6DFBABCA9398}"/>
                    </a:ext>
                  </a:extLst>
                </p:cNvPr>
                <p:cNvSpPr/>
                <p:nvPr/>
              </p:nvSpPr>
              <p:spPr>
                <a:xfrm rot="-5400000" flipV="1">
                  <a:off x="3440495" y="2970514"/>
                  <a:ext cx="28425" cy="113027"/>
                </a:xfrm>
                <a:custGeom>
                  <a:avLst/>
                  <a:gdLst>
                    <a:gd name="connsiteX0" fmla="*/ -1208 w 28425"/>
                    <a:gd name="connsiteY0" fmla="*/ 111163 h 113027"/>
                    <a:gd name="connsiteX1" fmla="*/ 8703 w 28425"/>
                    <a:gd name="connsiteY1" fmla="*/ 111163 h 113027"/>
                    <a:gd name="connsiteX2" fmla="*/ 22599 w 28425"/>
                    <a:gd name="connsiteY2" fmla="*/ 82529 h 113027"/>
                    <a:gd name="connsiteX3" fmla="*/ 27217 w 28425"/>
                    <a:gd name="connsiteY3" fmla="*/ 54709 h 113027"/>
                    <a:gd name="connsiteX4" fmla="*/ 22599 w 28425"/>
                    <a:gd name="connsiteY4" fmla="*/ 26769 h 113027"/>
                    <a:gd name="connsiteX5" fmla="*/ 8703 w 28425"/>
                    <a:gd name="connsiteY5" fmla="*/ -1865 h 113027"/>
                    <a:gd name="connsiteX6" fmla="*/ -1208 w 28425"/>
                    <a:gd name="connsiteY6" fmla="*/ -1865 h 113027"/>
                    <a:gd name="connsiteX7" fmla="*/ 11082 w 28425"/>
                    <a:gd name="connsiteY7" fmla="*/ 26372 h 113027"/>
                    <a:gd name="connsiteX8" fmla="*/ 15146 w 28425"/>
                    <a:gd name="connsiteY8" fmla="*/ 54709 h 113027"/>
                    <a:gd name="connsiteX9" fmla="*/ 11082 w 28425"/>
                    <a:gd name="connsiteY9" fmla="*/ 82966 h 113027"/>
                    <a:gd name="connsiteX10" fmla="*/ -1208 w 28425"/>
                    <a:gd name="connsiteY10" fmla="*/ 111163 h 113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425" h="113027">
                      <a:moveTo>
                        <a:pt x="-1208" y="111163"/>
                      </a:moveTo>
                      <a:lnTo>
                        <a:pt x="8703" y="111163"/>
                      </a:lnTo>
                      <a:cubicBezTo>
                        <a:pt x="14888" y="101420"/>
                        <a:pt x="19520" y="91876"/>
                        <a:pt x="22599" y="82529"/>
                      </a:cubicBezTo>
                      <a:cubicBezTo>
                        <a:pt x="25678" y="73196"/>
                        <a:pt x="27217" y="63923"/>
                        <a:pt x="27217" y="54709"/>
                      </a:cubicBezTo>
                      <a:cubicBezTo>
                        <a:pt x="27217" y="45455"/>
                        <a:pt x="25678" y="36142"/>
                        <a:pt x="22599" y="26769"/>
                      </a:cubicBezTo>
                      <a:cubicBezTo>
                        <a:pt x="19520" y="17396"/>
                        <a:pt x="14888" y="7852"/>
                        <a:pt x="8703" y="-1865"/>
                      </a:cubicBezTo>
                      <a:lnTo>
                        <a:pt x="-1208" y="-1865"/>
                      </a:lnTo>
                      <a:cubicBezTo>
                        <a:pt x="4276" y="7601"/>
                        <a:pt x="8373" y="17013"/>
                        <a:pt x="11082" y="26372"/>
                      </a:cubicBezTo>
                      <a:cubicBezTo>
                        <a:pt x="13791" y="35732"/>
                        <a:pt x="15146" y="45177"/>
                        <a:pt x="15146" y="54709"/>
                      </a:cubicBezTo>
                      <a:cubicBezTo>
                        <a:pt x="15146" y="64253"/>
                        <a:pt x="13791" y="73672"/>
                        <a:pt x="11082" y="82966"/>
                      </a:cubicBezTo>
                      <a:cubicBezTo>
                        <a:pt x="8373" y="92272"/>
                        <a:pt x="4276" y="101671"/>
                        <a:pt x="-1208" y="1111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</p:grpSp>
        </p:grp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34D3208-9D42-3458-377B-36CB6B363D08}"/>
                </a:ext>
              </a:extLst>
            </p:cNvPr>
            <p:cNvSpPr/>
            <p:nvPr/>
          </p:nvSpPr>
          <p:spPr>
            <a:xfrm>
              <a:off x="4108483" y="3907688"/>
              <a:ext cx="4118640" cy="1075784"/>
            </a:xfrm>
            <a:custGeom>
              <a:avLst/>
              <a:gdLst>
                <a:gd name="connsiteX0" fmla="*/ 0 w 4118640"/>
                <a:gd name="connsiteY0" fmla="*/ 1075785 h 1075784"/>
                <a:gd name="connsiteX1" fmla="*/ 6876 w 4118640"/>
                <a:gd name="connsiteY1" fmla="*/ 1075785 h 1075784"/>
                <a:gd name="connsiteX2" fmla="*/ 34379 w 4118640"/>
                <a:gd name="connsiteY2" fmla="*/ 992810 h 1075784"/>
                <a:gd name="connsiteX3" fmla="*/ 61883 w 4118640"/>
                <a:gd name="connsiteY3" fmla="*/ 915234 h 1075784"/>
                <a:gd name="connsiteX4" fmla="*/ 82510 w 4118640"/>
                <a:gd name="connsiteY4" fmla="*/ 858795 h 1075784"/>
                <a:gd name="connsiteX5" fmla="*/ 110014 w 4118640"/>
                <a:gd name="connsiteY5" fmla="*/ 786822 h 1075784"/>
                <a:gd name="connsiteX6" fmla="*/ 165021 w 4118640"/>
                <a:gd name="connsiteY6" fmla="*/ 665883 h 1075784"/>
                <a:gd name="connsiteX7" fmla="*/ 206276 w 4118640"/>
                <a:gd name="connsiteY7" fmla="*/ 591328 h 1075784"/>
                <a:gd name="connsiteX8" fmla="*/ 233779 w 4118640"/>
                <a:gd name="connsiteY8" fmla="*/ 548839 h 1075784"/>
                <a:gd name="connsiteX9" fmla="*/ 247531 w 4118640"/>
                <a:gd name="connsiteY9" fmla="*/ 530420 h 1075784"/>
                <a:gd name="connsiteX10" fmla="*/ 295662 w 4118640"/>
                <a:gd name="connsiteY10" fmla="*/ 483714 h 1075784"/>
                <a:gd name="connsiteX11" fmla="*/ 336917 w 4118640"/>
                <a:gd name="connsiteY11" fmla="*/ 460599 h 1075784"/>
                <a:gd name="connsiteX12" fmla="*/ 350669 w 4118640"/>
                <a:gd name="connsiteY12" fmla="*/ 456074 h 1075784"/>
                <a:gd name="connsiteX13" fmla="*/ 371297 w 4118640"/>
                <a:gd name="connsiteY13" fmla="*/ 449920 h 1075784"/>
                <a:gd name="connsiteX14" fmla="*/ 385048 w 4118640"/>
                <a:gd name="connsiteY14" fmla="*/ 447266 h 1075784"/>
                <a:gd name="connsiteX15" fmla="*/ 412552 w 4118640"/>
                <a:gd name="connsiteY15" fmla="*/ 445268 h 1075784"/>
                <a:gd name="connsiteX16" fmla="*/ 495062 w 4118640"/>
                <a:gd name="connsiteY16" fmla="*/ 446399 h 1075784"/>
                <a:gd name="connsiteX17" fmla="*/ 508814 w 4118640"/>
                <a:gd name="connsiteY17" fmla="*/ 445584 h 1075784"/>
                <a:gd name="connsiteX18" fmla="*/ 646331 w 4118640"/>
                <a:gd name="connsiteY18" fmla="*/ 444594 h 1075784"/>
                <a:gd name="connsiteX19" fmla="*/ 694462 w 4118640"/>
                <a:gd name="connsiteY19" fmla="*/ 444739 h 1075784"/>
                <a:gd name="connsiteX20" fmla="*/ 721966 w 4118640"/>
                <a:gd name="connsiteY20" fmla="*/ 444250 h 1075784"/>
                <a:gd name="connsiteX21" fmla="*/ 742593 w 4118640"/>
                <a:gd name="connsiteY21" fmla="*/ 444270 h 1075784"/>
                <a:gd name="connsiteX22" fmla="*/ 1416427 w 4118640"/>
                <a:gd name="connsiteY22" fmla="*/ 446093 h 1075784"/>
                <a:gd name="connsiteX23" fmla="*/ 1437055 w 4118640"/>
                <a:gd name="connsiteY23" fmla="*/ 445888 h 1075784"/>
                <a:gd name="connsiteX24" fmla="*/ 1457683 w 4118640"/>
                <a:gd name="connsiteY24" fmla="*/ 446190 h 1075784"/>
                <a:gd name="connsiteX25" fmla="*/ 1505814 w 4118640"/>
                <a:gd name="connsiteY25" fmla="*/ 446094 h 1075784"/>
                <a:gd name="connsiteX26" fmla="*/ 1533317 w 4118640"/>
                <a:gd name="connsiteY26" fmla="*/ 446249 h 1075784"/>
                <a:gd name="connsiteX27" fmla="*/ 1608952 w 4118640"/>
                <a:gd name="connsiteY27" fmla="*/ 445894 h 1075784"/>
                <a:gd name="connsiteX28" fmla="*/ 2234655 w 4118640"/>
                <a:gd name="connsiteY28" fmla="*/ 445690 h 1075784"/>
                <a:gd name="connsiteX29" fmla="*/ 2248407 w 4118640"/>
                <a:gd name="connsiteY29" fmla="*/ 446295 h 1075784"/>
                <a:gd name="connsiteX30" fmla="*/ 2750345 w 4118640"/>
                <a:gd name="connsiteY30" fmla="*/ 445861 h 1075784"/>
                <a:gd name="connsiteX31" fmla="*/ 2777848 w 4118640"/>
                <a:gd name="connsiteY31" fmla="*/ 446117 h 1075784"/>
                <a:gd name="connsiteX32" fmla="*/ 2853483 w 4118640"/>
                <a:gd name="connsiteY32" fmla="*/ 445826 h 1075784"/>
                <a:gd name="connsiteX33" fmla="*/ 2894738 w 4118640"/>
                <a:gd name="connsiteY33" fmla="*/ 445947 h 1075784"/>
                <a:gd name="connsiteX34" fmla="*/ 2949745 w 4118640"/>
                <a:gd name="connsiteY34" fmla="*/ 445951 h 1075784"/>
                <a:gd name="connsiteX35" fmla="*/ 2984124 w 4118640"/>
                <a:gd name="connsiteY35" fmla="*/ 445852 h 1075784"/>
                <a:gd name="connsiteX36" fmla="*/ 3046006 w 4118640"/>
                <a:gd name="connsiteY36" fmla="*/ 446026 h 1075784"/>
                <a:gd name="connsiteX37" fmla="*/ 3176648 w 4118640"/>
                <a:gd name="connsiteY37" fmla="*/ 445979 h 1075784"/>
                <a:gd name="connsiteX38" fmla="*/ 3197276 w 4118640"/>
                <a:gd name="connsiteY38" fmla="*/ 445863 h 1075784"/>
                <a:gd name="connsiteX39" fmla="*/ 3355421 w 4118640"/>
                <a:gd name="connsiteY39" fmla="*/ 445580 h 1075784"/>
                <a:gd name="connsiteX40" fmla="*/ 3369172 w 4118640"/>
                <a:gd name="connsiteY40" fmla="*/ 442396 h 1075784"/>
                <a:gd name="connsiteX41" fmla="*/ 3376048 w 4118640"/>
                <a:gd name="connsiteY41" fmla="*/ 439524 h 1075784"/>
                <a:gd name="connsiteX42" fmla="*/ 3382924 w 4118640"/>
                <a:gd name="connsiteY42" fmla="*/ 438284 h 1075784"/>
                <a:gd name="connsiteX43" fmla="*/ 3396676 w 4118640"/>
                <a:gd name="connsiteY43" fmla="*/ 428550 h 1075784"/>
                <a:gd name="connsiteX44" fmla="*/ 3403551 w 4118640"/>
                <a:gd name="connsiteY44" fmla="*/ 425163 h 1075784"/>
                <a:gd name="connsiteX45" fmla="*/ 3410427 w 4118640"/>
                <a:gd name="connsiteY45" fmla="*/ 416275 h 1075784"/>
                <a:gd name="connsiteX46" fmla="*/ 3424179 w 4118640"/>
                <a:gd name="connsiteY46" fmla="*/ 411342 h 1075784"/>
                <a:gd name="connsiteX47" fmla="*/ 3431055 w 4118640"/>
                <a:gd name="connsiteY47" fmla="*/ 405072 h 1075784"/>
                <a:gd name="connsiteX48" fmla="*/ 3437931 w 4118640"/>
                <a:gd name="connsiteY48" fmla="*/ 402242 h 1075784"/>
                <a:gd name="connsiteX49" fmla="*/ 3458558 w 4118640"/>
                <a:gd name="connsiteY49" fmla="*/ 378238 h 1075784"/>
                <a:gd name="connsiteX50" fmla="*/ 3472310 w 4118640"/>
                <a:gd name="connsiteY50" fmla="*/ 378700 h 1075784"/>
                <a:gd name="connsiteX51" fmla="*/ 3479186 w 4118640"/>
                <a:gd name="connsiteY51" fmla="*/ 375619 h 1075784"/>
                <a:gd name="connsiteX52" fmla="*/ 3486062 w 4118640"/>
                <a:gd name="connsiteY52" fmla="*/ 379422 h 1075784"/>
                <a:gd name="connsiteX53" fmla="*/ 3499813 w 4118640"/>
                <a:gd name="connsiteY53" fmla="*/ 371065 h 1075784"/>
                <a:gd name="connsiteX54" fmla="*/ 3534193 w 4118640"/>
                <a:gd name="connsiteY54" fmla="*/ 363090 h 1075784"/>
                <a:gd name="connsiteX55" fmla="*/ 3547944 w 4118640"/>
                <a:gd name="connsiteY55" fmla="*/ 352013 h 1075784"/>
                <a:gd name="connsiteX56" fmla="*/ 3554820 w 4118640"/>
                <a:gd name="connsiteY56" fmla="*/ 358020 h 1075784"/>
                <a:gd name="connsiteX57" fmla="*/ 3575448 w 4118640"/>
                <a:gd name="connsiteY57" fmla="*/ 351590 h 1075784"/>
                <a:gd name="connsiteX58" fmla="*/ 3596076 w 4118640"/>
                <a:gd name="connsiteY58" fmla="*/ 351266 h 1075784"/>
                <a:gd name="connsiteX59" fmla="*/ 3602951 w 4118640"/>
                <a:gd name="connsiteY59" fmla="*/ 355356 h 1075784"/>
                <a:gd name="connsiteX60" fmla="*/ 3609827 w 4118640"/>
                <a:gd name="connsiteY60" fmla="*/ 354623 h 1075784"/>
                <a:gd name="connsiteX61" fmla="*/ 3616703 w 4118640"/>
                <a:gd name="connsiteY61" fmla="*/ 350079 h 1075784"/>
                <a:gd name="connsiteX62" fmla="*/ 3623579 w 4118640"/>
                <a:gd name="connsiteY62" fmla="*/ 350664 h 1075784"/>
                <a:gd name="connsiteX63" fmla="*/ 3630455 w 4118640"/>
                <a:gd name="connsiteY63" fmla="*/ 347431 h 1075784"/>
                <a:gd name="connsiteX64" fmla="*/ 3637331 w 4118640"/>
                <a:gd name="connsiteY64" fmla="*/ 336430 h 1075784"/>
                <a:gd name="connsiteX65" fmla="*/ 3644206 w 4118640"/>
                <a:gd name="connsiteY65" fmla="*/ 334903 h 1075784"/>
                <a:gd name="connsiteX66" fmla="*/ 3651082 w 4118640"/>
                <a:gd name="connsiteY66" fmla="*/ 318632 h 1075784"/>
                <a:gd name="connsiteX67" fmla="*/ 3657958 w 4118640"/>
                <a:gd name="connsiteY67" fmla="*/ 314951 h 1075784"/>
                <a:gd name="connsiteX68" fmla="*/ 3664834 w 4118640"/>
                <a:gd name="connsiteY68" fmla="*/ 317588 h 1075784"/>
                <a:gd name="connsiteX69" fmla="*/ 3678586 w 4118640"/>
                <a:gd name="connsiteY69" fmla="*/ 301653 h 1075784"/>
                <a:gd name="connsiteX70" fmla="*/ 3685462 w 4118640"/>
                <a:gd name="connsiteY70" fmla="*/ 299974 h 1075784"/>
                <a:gd name="connsiteX71" fmla="*/ 3692338 w 4118640"/>
                <a:gd name="connsiteY71" fmla="*/ 276710 h 1075784"/>
                <a:gd name="connsiteX72" fmla="*/ 3699213 w 4118640"/>
                <a:gd name="connsiteY72" fmla="*/ 281446 h 1075784"/>
                <a:gd name="connsiteX73" fmla="*/ 3712965 w 4118640"/>
                <a:gd name="connsiteY73" fmla="*/ 277206 h 1075784"/>
                <a:gd name="connsiteX74" fmla="*/ 3719841 w 4118640"/>
                <a:gd name="connsiteY74" fmla="*/ 297381 h 1075784"/>
                <a:gd name="connsiteX75" fmla="*/ 3726717 w 4118640"/>
                <a:gd name="connsiteY75" fmla="*/ 283430 h 1075784"/>
                <a:gd name="connsiteX76" fmla="*/ 3733593 w 4118640"/>
                <a:gd name="connsiteY76" fmla="*/ 280336 h 1075784"/>
                <a:gd name="connsiteX77" fmla="*/ 3747344 w 4118640"/>
                <a:gd name="connsiteY77" fmla="*/ 281813 h 1075784"/>
                <a:gd name="connsiteX78" fmla="*/ 3754220 w 4118640"/>
                <a:gd name="connsiteY78" fmla="*/ 263490 h 1075784"/>
                <a:gd name="connsiteX79" fmla="*/ 3761096 w 4118640"/>
                <a:gd name="connsiteY79" fmla="*/ 261131 h 1075784"/>
                <a:gd name="connsiteX80" fmla="*/ 3767972 w 4118640"/>
                <a:gd name="connsiteY80" fmla="*/ 242403 h 1075784"/>
                <a:gd name="connsiteX81" fmla="*/ 3774848 w 4118640"/>
                <a:gd name="connsiteY81" fmla="*/ 239967 h 1075784"/>
                <a:gd name="connsiteX82" fmla="*/ 3781724 w 4118640"/>
                <a:gd name="connsiteY82" fmla="*/ 232350 h 1075784"/>
                <a:gd name="connsiteX83" fmla="*/ 3788600 w 4118640"/>
                <a:gd name="connsiteY83" fmla="*/ 236521 h 1075784"/>
                <a:gd name="connsiteX84" fmla="*/ 3795476 w 4118640"/>
                <a:gd name="connsiteY84" fmla="*/ 250841 h 1075784"/>
                <a:gd name="connsiteX85" fmla="*/ 3802351 w 4118640"/>
                <a:gd name="connsiteY85" fmla="*/ 252627 h 1075784"/>
                <a:gd name="connsiteX86" fmla="*/ 3809227 w 4118640"/>
                <a:gd name="connsiteY86" fmla="*/ 257324 h 1075784"/>
                <a:gd name="connsiteX87" fmla="*/ 3836731 w 4118640"/>
                <a:gd name="connsiteY87" fmla="*/ 256775 h 1075784"/>
                <a:gd name="connsiteX88" fmla="*/ 3843606 w 4118640"/>
                <a:gd name="connsiteY88" fmla="*/ 245647 h 1075784"/>
                <a:gd name="connsiteX89" fmla="*/ 3850482 w 4118640"/>
                <a:gd name="connsiteY89" fmla="*/ 223480 h 1075784"/>
                <a:gd name="connsiteX90" fmla="*/ 3857358 w 4118640"/>
                <a:gd name="connsiteY90" fmla="*/ 194037 h 1075784"/>
                <a:gd name="connsiteX91" fmla="*/ 3864234 w 4118640"/>
                <a:gd name="connsiteY91" fmla="*/ 188627 h 1075784"/>
                <a:gd name="connsiteX92" fmla="*/ 3884862 w 4118640"/>
                <a:gd name="connsiteY92" fmla="*/ 100893 h 1075784"/>
                <a:gd name="connsiteX93" fmla="*/ 3891738 w 4118640"/>
                <a:gd name="connsiteY93" fmla="*/ 100114 h 1075784"/>
                <a:gd name="connsiteX94" fmla="*/ 3898613 w 4118640"/>
                <a:gd name="connsiteY94" fmla="*/ 109371 h 1075784"/>
                <a:gd name="connsiteX95" fmla="*/ 3905489 w 4118640"/>
                <a:gd name="connsiteY95" fmla="*/ 104121 h 1075784"/>
                <a:gd name="connsiteX96" fmla="*/ 3912365 w 4118640"/>
                <a:gd name="connsiteY96" fmla="*/ 103164 h 1075784"/>
                <a:gd name="connsiteX97" fmla="*/ 3919241 w 4118640"/>
                <a:gd name="connsiteY97" fmla="*/ 113449 h 1075784"/>
                <a:gd name="connsiteX98" fmla="*/ 3926117 w 4118640"/>
                <a:gd name="connsiteY98" fmla="*/ 111960 h 1075784"/>
                <a:gd name="connsiteX99" fmla="*/ 3932993 w 4118640"/>
                <a:gd name="connsiteY99" fmla="*/ 113882 h 1075784"/>
                <a:gd name="connsiteX100" fmla="*/ 3939868 w 4118640"/>
                <a:gd name="connsiteY100" fmla="*/ 106675 h 1075784"/>
                <a:gd name="connsiteX101" fmla="*/ 3946744 w 4118640"/>
                <a:gd name="connsiteY101" fmla="*/ 96279 h 1075784"/>
                <a:gd name="connsiteX102" fmla="*/ 3953620 w 4118640"/>
                <a:gd name="connsiteY102" fmla="*/ 109045 h 1075784"/>
                <a:gd name="connsiteX103" fmla="*/ 3967372 w 4118640"/>
                <a:gd name="connsiteY103" fmla="*/ 105149 h 1075784"/>
                <a:gd name="connsiteX104" fmla="*/ 3981124 w 4118640"/>
                <a:gd name="connsiteY104" fmla="*/ 98316 h 1075784"/>
                <a:gd name="connsiteX105" fmla="*/ 3988000 w 4118640"/>
                <a:gd name="connsiteY105" fmla="*/ 100513 h 1075784"/>
                <a:gd name="connsiteX106" fmla="*/ 3994876 w 4118640"/>
                <a:gd name="connsiteY106" fmla="*/ 86946 h 1075784"/>
                <a:gd name="connsiteX107" fmla="*/ 4001751 w 4118640"/>
                <a:gd name="connsiteY107" fmla="*/ 82778 h 1075784"/>
                <a:gd name="connsiteX108" fmla="*/ 4008627 w 4118640"/>
                <a:gd name="connsiteY108" fmla="*/ 76758 h 1075784"/>
                <a:gd name="connsiteX109" fmla="*/ 4015503 w 4118640"/>
                <a:gd name="connsiteY109" fmla="*/ 75884 h 1075784"/>
                <a:gd name="connsiteX110" fmla="*/ 4029255 w 4118640"/>
                <a:gd name="connsiteY110" fmla="*/ 68461 h 1075784"/>
                <a:gd name="connsiteX111" fmla="*/ 4036131 w 4118640"/>
                <a:gd name="connsiteY111" fmla="*/ 45001 h 1075784"/>
                <a:gd name="connsiteX112" fmla="*/ 4043006 w 4118640"/>
                <a:gd name="connsiteY112" fmla="*/ 30886 h 1075784"/>
                <a:gd name="connsiteX113" fmla="*/ 4049882 w 4118640"/>
                <a:gd name="connsiteY113" fmla="*/ 37664 h 1075784"/>
                <a:gd name="connsiteX114" fmla="*/ 4056758 w 4118640"/>
                <a:gd name="connsiteY114" fmla="*/ 37478 h 1075784"/>
                <a:gd name="connsiteX115" fmla="*/ 4063634 w 4118640"/>
                <a:gd name="connsiteY115" fmla="*/ 25512 h 1075784"/>
                <a:gd name="connsiteX116" fmla="*/ 4070510 w 4118640"/>
                <a:gd name="connsiteY116" fmla="*/ 26685 h 1075784"/>
                <a:gd name="connsiteX117" fmla="*/ 4077386 w 4118640"/>
                <a:gd name="connsiteY117" fmla="*/ 26297 h 1075784"/>
                <a:gd name="connsiteX118" fmla="*/ 4084262 w 4118640"/>
                <a:gd name="connsiteY118" fmla="*/ 30264 h 1075784"/>
                <a:gd name="connsiteX119" fmla="*/ 4091138 w 4118640"/>
                <a:gd name="connsiteY119" fmla="*/ 10218 h 1075784"/>
                <a:gd name="connsiteX120" fmla="*/ 4098013 w 4118640"/>
                <a:gd name="connsiteY120" fmla="*/ 4048 h 1075784"/>
                <a:gd name="connsiteX121" fmla="*/ 4111765 w 4118640"/>
                <a:gd name="connsiteY121" fmla="*/ 3754 h 1075784"/>
                <a:gd name="connsiteX122" fmla="*/ 4118641 w 4118640"/>
                <a:gd name="connsiteY122" fmla="*/ 0 h 1075784"/>
                <a:gd name="connsiteX123" fmla="*/ 4118641 w 4118640"/>
                <a:gd name="connsiteY123" fmla="*/ 0 h 1075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</a:cxnLst>
              <a:rect l="l" t="t" r="r" b="b"/>
              <a:pathLst>
                <a:path w="4118640" h="1075784">
                  <a:moveTo>
                    <a:pt x="0" y="1075785"/>
                  </a:moveTo>
                  <a:lnTo>
                    <a:pt x="6876" y="1075785"/>
                  </a:lnTo>
                  <a:lnTo>
                    <a:pt x="34379" y="992810"/>
                  </a:lnTo>
                  <a:lnTo>
                    <a:pt x="61883" y="915234"/>
                  </a:lnTo>
                  <a:lnTo>
                    <a:pt x="82510" y="858795"/>
                  </a:lnTo>
                  <a:lnTo>
                    <a:pt x="110014" y="786822"/>
                  </a:lnTo>
                  <a:lnTo>
                    <a:pt x="165021" y="665883"/>
                  </a:lnTo>
                  <a:lnTo>
                    <a:pt x="206276" y="591328"/>
                  </a:lnTo>
                  <a:lnTo>
                    <a:pt x="233779" y="548839"/>
                  </a:lnTo>
                  <a:lnTo>
                    <a:pt x="247531" y="530420"/>
                  </a:lnTo>
                  <a:lnTo>
                    <a:pt x="295662" y="483714"/>
                  </a:lnTo>
                  <a:lnTo>
                    <a:pt x="336917" y="460599"/>
                  </a:lnTo>
                  <a:lnTo>
                    <a:pt x="350669" y="456074"/>
                  </a:lnTo>
                  <a:lnTo>
                    <a:pt x="371297" y="449920"/>
                  </a:lnTo>
                  <a:lnTo>
                    <a:pt x="385048" y="447266"/>
                  </a:lnTo>
                  <a:lnTo>
                    <a:pt x="412552" y="445268"/>
                  </a:lnTo>
                  <a:lnTo>
                    <a:pt x="495062" y="446399"/>
                  </a:lnTo>
                  <a:lnTo>
                    <a:pt x="508814" y="445584"/>
                  </a:lnTo>
                  <a:lnTo>
                    <a:pt x="646331" y="444594"/>
                  </a:lnTo>
                  <a:lnTo>
                    <a:pt x="694462" y="444739"/>
                  </a:lnTo>
                  <a:lnTo>
                    <a:pt x="721966" y="444250"/>
                  </a:lnTo>
                  <a:lnTo>
                    <a:pt x="742593" y="444270"/>
                  </a:lnTo>
                  <a:lnTo>
                    <a:pt x="1416427" y="446093"/>
                  </a:lnTo>
                  <a:lnTo>
                    <a:pt x="1437055" y="445888"/>
                  </a:lnTo>
                  <a:lnTo>
                    <a:pt x="1457683" y="446190"/>
                  </a:lnTo>
                  <a:lnTo>
                    <a:pt x="1505814" y="446094"/>
                  </a:lnTo>
                  <a:lnTo>
                    <a:pt x="1533317" y="446249"/>
                  </a:lnTo>
                  <a:lnTo>
                    <a:pt x="1608952" y="445894"/>
                  </a:lnTo>
                  <a:lnTo>
                    <a:pt x="2234655" y="445690"/>
                  </a:lnTo>
                  <a:lnTo>
                    <a:pt x="2248407" y="446295"/>
                  </a:lnTo>
                  <a:lnTo>
                    <a:pt x="2750345" y="445861"/>
                  </a:lnTo>
                  <a:lnTo>
                    <a:pt x="2777848" y="446117"/>
                  </a:lnTo>
                  <a:lnTo>
                    <a:pt x="2853483" y="445826"/>
                  </a:lnTo>
                  <a:lnTo>
                    <a:pt x="2894738" y="445947"/>
                  </a:lnTo>
                  <a:lnTo>
                    <a:pt x="2949745" y="445951"/>
                  </a:lnTo>
                  <a:lnTo>
                    <a:pt x="2984124" y="445852"/>
                  </a:lnTo>
                  <a:lnTo>
                    <a:pt x="3046006" y="446026"/>
                  </a:lnTo>
                  <a:lnTo>
                    <a:pt x="3176648" y="445979"/>
                  </a:lnTo>
                  <a:lnTo>
                    <a:pt x="3197276" y="445863"/>
                  </a:lnTo>
                  <a:lnTo>
                    <a:pt x="3355421" y="445580"/>
                  </a:lnTo>
                  <a:lnTo>
                    <a:pt x="3369172" y="442396"/>
                  </a:lnTo>
                  <a:lnTo>
                    <a:pt x="3376048" y="439524"/>
                  </a:lnTo>
                  <a:lnTo>
                    <a:pt x="3382924" y="438284"/>
                  </a:lnTo>
                  <a:lnTo>
                    <a:pt x="3396676" y="428550"/>
                  </a:lnTo>
                  <a:lnTo>
                    <a:pt x="3403551" y="425163"/>
                  </a:lnTo>
                  <a:lnTo>
                    <a:pt x="3410427" y="416275"/>
                  </a:lnTo>
                  <a:lnTo>
                    <a:pt x="3424179" y="411342"/>
                  </a:lnTo>
                  <a:lnTo>
                    <a:pt x="3431055" y="405072"/>
                  </a:lnTo>
                  <a:lnTo>
                    <a:pt x="3437931" y="402242"/>
                  </a:lnTo>
                  <a:lnTo>
                    <a:pt x="3458558" y="378238"/>
                  </a:lnTo>
                  <a:lnTo>
                    <a:pt x="3472310" y="378700"/>
                  </a:lnTo>
                  <a:lnTo>
                    <a:pt x="3479186" y="375619"/>
                  </a:lnTo>
                  <a:lnTo>
                    <a:pt x="3486062" y="379422"/>
                  </a:lnTo>
                  <a:lnTo>
                    <a:pt x="3499813" y="371065"/>
                  </a:lnTo>
                  <a:lnTo>
                    <a:pt x="3534193" y="363090"/>
                  </a:lnTo>
                  <a:lnTo>
                    <a:pt x="3547944" y="352013"/>
                  </a:lnTo>
                  <a:lnTo>
                    <a:pt x="3554820" y="358020"/>
                  </a:lnTo>
                  <a:lnTo>
                    <a:pt x="3575448" y="351590"/>
                  </a:lnTo>
                  <a:lnTo>
                    <a:pt x="3596076" y="351266"/>
                  </a:lnTo>
                  <a:lnTo>
                    <a:pt x="3602951" y="355356"/>
                  </a:lnTo>
                  <a:lnTo>
                    <a:pt x="3609827" y="354623"/>
                  </a:lnTo>
                  <a:lnTo>
                    <a:pt x="3616703" y="350079"/>
                  </a:lnTo>
                  <a:lnTo>
                    <a:pt x="3623579" y="350664"/>
                  </a:lnTo>
                  <a:lnTo>
                    <a:pt x="3630455" y="347431"/>
                  </a:lnTo>
                  <a:lnTo>
                    <a:pt x="3637331" y="336430"/>
                  </a:lnTo>
                  <a:lnTo>
                    <a:pt x="3644206" y="334903"/>
                  </a:lnTo>
                  <a:lnTo>
                    <a:pt x="3651082" y="318632"/>
                  </a:lnTo>
                  <a:lnTo>
                    <a:pt x="3657958" y="314951"/>
                  </a:lnTo>
                  <a:lnTo>
                    <a:pt x="3664834" y="317588"/>
                  </a:lnTo>
                  <a:lnTo>
                    <a:pt x="3678586" y="301653"/>
                  </a:lnTo>
                  <a:lnTo>
                    <a:pt x="3685462" y="299974"/>
                  </a:lnTo>
                  <a:lnTo>
                    <a:pt x="3692338" y="276710"/>
                  </a:lnTo>
                  <a:lnTo>
                    <a:pt x="3699213" y="281446"/>
                  </a:lnTo>
                  <a:lnTo>
                    <a:pt x="3712965" y="277206"/>
                  </a:lnTo>
                  <a:lnTo>
                    <a:pt x="3719841" y="297381"/>
                  </a:lnTo>
                  <a:lnTo>
                    <a:pt x="3726717" y="283430"/>
                  </a:lnTo>
                  <a:lnTo>
                    <a:pt x="3733593" y="280336"/>
                  </a:lnTo>
                  <a:lnTo>
                    <a:pt x="3747344" y="281813"/>
                  </a:lnTo>
                  <a:lnTo>
                    <a:pt x="3754220" y="263490"/>
                  </a:lnTo>
                  <a:lnTo>
                    <a:pt x="3761096" y="261131"/>
                  </a:lnTo>
                  <a:lnTo>
                    <a:pt x="3767972" y="242403"/>
                  </a:lnTo>
                  <a:lnTo>
                    <a:pt x="3774848" y="239967"/>
                  </a:lnTo>
                  <a:lnTo>
                    <a:pt x="3781724" y="232350"/>
                  </a:lnTo>
                  <a:lnTo>
                    <a:pt x="3788600" y="236521"/>
                  </a:lnTo>
                  <a:lnTo>
                    <a:pt x="3795476" y="250841"/>
                  </a:lnTo>
                  <a:lnTo>
                    <a:pt x="3802351" y="252627"/>
                  </a:lnTo>
                  <a:lnTo>
                    <a:pt x="3809227" y="257324"/>
                  </a:lnTo>
                  <a:lnTo>
                    <a:pt x="3836731" y="256775"/>
                  </a:lnTo>
                  <a:lnTo>
                    <a:pt x="3843606" y="245647"/>
                  </a:lnTo>
                  <a:lnTo>
                    <a:pt x="3850482" y="223480"/>
                  </a:lnTo>
                  <a:lnTo>
                    <a:pt x="3857358" y="194037"/>
                  </a:lnTo>
                  <a:lnTo>
                    <a:pt x="3864234" y="188627"/>
                  </a:lnTo>
                  <a:lnTo>
                    <a:pt x="3884862" y="100893"/>
                  </a:lnTo>
                  <a:lnTo>
                    <a:pt x="3891738" y="100114"/>
                  </a:lnTo>
                  <a:lnTo>
                    <a:pt x="3898613" y="109371"/>
                  </a:lnTo>
                  <a:lnTo>
                    <a:pt x="3905489" y="104121"/>
                  </a:lnTo>
                  <a:lnTo>
                    <a:pt x="3912365" y="103164"/>
                  </a:lnTo>
                  <a:lnTo>
                    <a:pt x="3919241" y="113449"/>
                  </a:lnTo>
                  <a:lnTo>
                    <a:pt x="3926117" y="111960"/>
                  </a:lnTo>
                  <a:lnTo>
                    <a:pt x="3932993" y="113882"/>
                  </a:lnTo>
                  <a:lnTo>
                    <a:pt x="3939868" y="106675"/>
                  </a:lnTo>
                  <a:lnTo>
                    <a:pt x="3946744" y="96279"/>
                  </a:lnTo>
                  <a:lnTo>
                    <a:pt x="3953620" y="109045"/>
                  </a:lnTo>
                  <a:lnTo>
                    <a:pt x="3967372" y="105149"/>
                  </a:lnTo>
                  <a:lnTo>
                    <a:pt x="3981124" y="98316"/>
                  </a:lnTo>
                  <a:lnTo>
                    <a:pt x="3988000" y="100513"/>
                  </a:lnTo>
                  <a:lnTo>
                    <a:pt x="3994876" y="86946"/>
                  </a:lnTo>
                  <a:lnTo>
                    <a:pt x="4001751" y="82778"/>
                  </a:lnTo>
                  <a:lnTo>
                    <a:pt x="4008627" y="76758"/>
                  </a:lnTo>
                  <a:lnTo>
                    <a:pt x="4015503" y="75884"/>
                  </a:lnTo>
                  <a:lnTo>
                    <a:pt x="4029255" y="68461"/>
                  </a:lnTo>
                  <a:lnTo>
                    <a:pt x="4036131" y="45001"/>
                  </a:lnTo>
                  <a:lnTo>
                    <a:pt x="4043006" y="30886"/>
                  </a:lnTo>
                  <a:lnTo>
                    <a:pt x="4049882" y="37664"/>
                  </a:lnTo>
                  <a:lnTo>
                    <a:pt x="4056758" y="37478"/>
                  </a:lnTo>
                  <a:lnTo>
                    <a:pt x="4063634" y="25512"/>
                  </a:lnTo>
                  <a:lnTo>
                    <a:pt x="4070510" y="26685"/>
                  </a:lnTo>
                  <a:lnTo>
                    <a:pt x="4077386" y="26297"/>
                  </a:lnTo>
                  <a:lnTo>
                    <a:pt x="4084262" y="30264"/>
                  </a:lnTo>
                  <a:lnTo>
                    <a:pt x="4091138" y="10218"/>
                  </a:lnTo>
                  <a:lnTo>
                    <a:pt x="4098013" y="4048"/>
                  </a:lnTo>
                  <a:lnTo>
                    <a:pt x="4111765" y="3754"/>
                  </a:lnTo>
                  <a:lnTo>
                    <a:pt x="4118641" y="0"/>
                  </a:lnTo>
                  <a:lnTo>
                    <a:pt x="4118641" y="0"/>
                  </a:lnTo>
                </a:path>
              </a:pathLst>
            </a:custGeom>
            <a:noFill/>
            <a:ln w="19029" cap="flat">
              <a:solidFill>
                <a:srgbClr val="1F77B4"/>
              </a:solidFill>
              <a:prstDash val="dashDot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9D1C15A2-0800-E800-C2C3-C43D10B705B8}"/>
                </a:ext>
              </a:extLst>
            </p:cNvPr>
            <p:cNvSpPr/>
            <p:nvPr/>
          </p:nvSpPr>
          <p:spPr>
            <a:xfrm>
              <a:off x="4108483" y="2154982"/>
              <a:ext cx="4118640" cy="2828491"/>
            </a:xfrm>
            <a:custGeom>
              <a:avLst/>
              <a:gdLst>
                <a:gd name="connsiteX0" fmla="*/ 0 w 4118640"/>
                <a:gd name="connsiteY0" fmla="*/ 2828491 h 2828491"/>
                <a:gd name="connsiteX1" fmla="*/ 6876 w 4118640"/>
                <a:gd name="connsiteY1" fmla="*/ 2828491 h 2828491"/>
                <a:gd name="connsiteX2" fmla="*/ 41255 w 4118640"/>
                <a:gd name="connsiteY2" fmla="*/ 2726145 h 2828491"/>
                <a:gd name="connsiteX3" fmla="*/ 110014 w 4118640"/>
                <a:gd name="connsiteY3" fmla="*/ 2538463 h 2828491"/>
                <a:gd name="connsiteX4" fmla="*/ 151269 w 4118640"/>
                <a:gd name="connsiteY4" fmla="*/ 2444218 h 2828491"/>
                <a:gd name="connsiteX5" fmla="*/ 192524 w 4118640"/>
                <a:gd name="connsiteY5" fmla="*/ 2366850 h 2828491"/>
                <a:gd name="connsiteX6" fmla="*/ 220028 w 4118640"/>
                <a:gd name="connsiteY6" fmla="*/ 2322589 h 2828491"/>
                <a:gd name="connsiteX7" fmla="*/ 247531 w 4118640"/>
                <a:gd name="connsiteY7" fmla="*/ 2283317 h 2828491"/>
                <a:gd name="connsiteX8" fmla="*/ 275034 w 4118640"/>
                <a:gd name="connsiteY8" fmla="*/ 2254368 h 2828491"/>
                <a:gd name="connsiteX9" fmla="*/ 295662 w 4118640"/>
                <a:gd name="connsiteY9" fmla="*/ 2236294 h 2828491"/>
                <a:gd name="connsiteX10" fmla="*/ 302538 w 4118640"/>
                <a:gd name="connsiteY10" fmla="*/ 2232914 h 2828491"/>
                <a:gd name="connsiteX11" fmla="*/ 309414 w 4118640"/>
                <a:gd name="connsiteY11" fmla="*/ 2227687 h 2828491"/>
                <a:gd name="connsiteX12" fmla="*/ 357545 w 4118640"/>
                <a:gd name="connsiteY12" fmla="*/ 2207951 h 2828491"/>
                <a:gd name="connsiteX13" fmla="*/ 371297 w 4118640"/>
                <a:gd name="connsiteY13" fmla="*/ 2205077 h 2828491"/>
                <a:gd name="connsiteX14" fmla="*/ 385048 w 4118640"/>
                <a:gd name="connsiteY14" fmla="*/ 2203026 h 2828491"/>
                <a:gd name="connsiteX15" fmla="*/ 426303 w 4118640"/>
                <a:gd name="connsiteY15" fmla="*/ 2200122 h 2828491"/>
                <a:gd name="connsiteX16" fmla="*/ 515690 w 4118640"/>
                <a:gd name="connsiteY16" fmla="*/ 2200634 h 2828491"/>
                <a:gd name="connsiteX17" fmla="*/ 563821 w 4118640"/>
                <a:gd name="connsiteY17" fmla="*/ 2200711 h 2828491"/>
                <a:gd name="connsiteX18" fmla="*/ 584448 w 4118640"/>
                <a:gd name="connsiteY18" fmla="*/ 2200789 h 2828491"/>
                <a:gd name="connsiteX19" fmla="*/ 625703 w 4118640"/>
                <a:gd name="connsiteY19" fmla="*/ 2200812 h 2828491"/>
                <a:gd name="connsiteX20" fmla="*/ 680710 w 4118640"/>
                <a:gd name="connsiteY20" fmla="*/ 2200893 h 2828491"/>
                <a:gd name="connsiteX21" fmla="*/ 708214 w 4118640"/>
                <a:gd name="connsiteY21" fmla="*/ 2200177 h 2828491"/>
                <a:gd name="connsiteX22" fmla="*/ 728841 w 4118640"/>
                <a:gd name="connsiteY22" fmla="*/ 2200252 h 2828491"/>
                <a:gd name="connsiteX23" fmla="*/ 1148269 w 4118640"/>
                <a:gd name="connsiteY23" fmla="*/ 2196533 h 2828491"/>
                <a:gd name="connsiteX24" fmla="*/ 1196400 w 4118640"/>
                <a:gd name="connsiteY24" fmla="*/ 2195876 h 2828491"/>
                <a:gd name="connsiteX25" fmla="*/ 1437055 w 4118640"/>
                <a:gd name="connsiteY25" fmla="*/ 2195320 h 2828491"/>
                <a:gd name="connsiteX26" fmla="*/ 1464558 w 4118640"/>
                <a:gd name="connsiteY26" fmla="*/ 2194818 h 2828491"/>
                <a:gd name="connsiteX27" fmla="*/ 1498938 w 4118640"/>
                <a:gd name="connsiteY27" fmla="*/ 2194736 h 2828491"/>
                <a:gd name="connsiteX28" fmla="*/ 1560821 w 4118640"/>
                <a:gd name="connsiteY28" fmla="*/ 2194161 h 2828491"/>
                <a:gd name="connsiteX29" fmla="*/ 1602076 w 4118640"/>
                <a:gd name="connsiteY29" fmla="*/ 2194440 h 2828491"/>
                <a:gd name="connsiteX30" fmla="*/ 1725841 w 4118640"/>
                <a:gd name="connsiteY30" fmla="*/ 2194555 h 2828491"/>
                <a:gd name="connsiteX31" fmla="*/ 1760221 w 4118640"/>
                <a:gd name="connsiteY31" fmla="*/ 2194135 h 2828491"/>
                <a:gd name="connsiteX32" fmla="*/ 1794600 w 4118640"/>
                <a:gd name="connsiteY32" fmla="*/ 2194706 h 2828491"/>
                <a:gd name="connsiteX33" fmla="*/ 2825979 w 4118640"/>
                <a:gd name="connsiteY33" fmla="*/ 2199274 h 2828491"/>
                <a:gd name="connsiteX34" fmla="*/ 2853483 w 4118640"/>
                <a:gd name="connsiteY34" fmla="*/ 2200054 h 2828491"/>
                <a:gd name="connsiteX35" fmla="*/ 2880986 w 4118640"/>
                <a:gd name="connsiteY35" fmla="*/ 2200066 h 2828491"/>
                <a:gd name="connsiteX36" fmla="*/ 2929117 w 4118640"/>
                <a:gd name="connsiteY36" fmla="*/ 2199932 h 2828491"/>
                <a:gd name="connsiteX37" fmla="*/ 2942869 w 4118640"/>
                <a:gd name="connsiteY37" fmla="*/ 2199690 h 2828491"/>
                <a:gd name="connsiteX38" fmla="*/ 2963496 w 4118640"/>
                <a:gd name="connsiteY38" fmla="*/ 2199864 h 2828491"/>
                <a:gd name="connsiteX39" fmla="*/ 2984124 w 4118640"/>
                <a:gd name="connsiteY39" fmla="*/ 2200442 h 2828491"/>
                <a:gd name="connsiteX40" fmla="*/ 3135393 w 4118640"/>
                <a:gd name="connsiteY40" fmla="*/ 2199730 h 2828491"/>
                <a:gd name="connsiteX41" fmla="*/ 3211027 w 4118640"/>
                <a:gd name="connsiteY41" fmla="*/ 2199581 h 2828491"/>
                <a:gd name="connsiteX42" fmla="*/ 3231655 w 4118640"/>
                <a:gd name="connsiteY42" fmla="*/ 2199968 h 2828491"/>
                <a:gd name="connsiteX43" fmla="*/ 3252282 w 4118640"/>
                <a:gd name="connsiteY43" fmla="*/ 2199795 h 2828491"/>
                <a:gd name="connsiteX44" fmla="*/ 3293538 w 4118640"/>
                <a:gd name="connsiteY44" fmla="*/ 2199346 h 2828491"/>
                <a:gd name="connsiteX45" fmla="*/ 3355421 w 4118640"/>
                <a:gd name="connsiteY45" fmla="*/ 2200438 h 2828491"/>
                <a:gd name="connsiteX46" fmla="*/ 3382924 w 4118640"/>
                <a:gd name="connsiteY46" fmla="*/ 2194006 h 2828491"/>
                <a:gd name="connsiteX47" fmla="*/ 3424179 w 4118640"/>
                <a:gd name="connsiteY47" fmla="*/ 2178373 h 2828491"/>
                <a:gd name="connsiteX48" fmla="*/ 3451682 w 4118640"/>
                <a:gd name="connsiteY48" fmla="*/ 2160252 h 2828491"/>
                <a:gd name="connsiteX49" fmla="*/ 3458558 w 4118640"/>
                <a:gd name="connsiteY49" fmla="*/ 2156275 h 2828491"/>
                <a:gd name="connsiteX50" fmla="*/ 3499813 w 4118640"/>
                <a:gd name="connsiteY50" fmla="*/ 2121917 h 2828491"/>
                <a:gd name="connsiteX51" fmla="*/ 3513565 w 4118640"/>
                <a:gd name="connsiteY51" fmla="*/ 2104636 h 2828491"/>
                <a:gd name="connsiteX52" fmla="*/ 3527317 w 4118640"/>
                <a:gd name="connsiteY52" fmla="*/ 2090431 h 2828491"/>
                <a:gd name="connsiteX53" fmla="*/ 3561696 w 4118640"/>
                <a:gd name="connsiteY53" fmla="*/ 2046887 h 2828491"/>
                <a:gd name="connsiteX54" fmla="*/ 3575448 w 4118640"/>
                <a:gd name="connsiteY54" fmla="*/ 2026654 h 2828491"/>
                <a:gd name="connsiteX55" fmla="*/ 3582324 w 4118640"/>
                <a:gd name="connsiteY55" fmla="*/ 2014325 h 2828491"/>
                <a:gd name="connsiteX56" fmla="*/ 3602951 w 4118640"/>
                <a:gd name="connsiteY56" fmla="*/ 1986601 h 2828491"/>
                <a:gd name="connsiteX57" fmla="*/ 3616703 w 4118640"/>
                <a:gd name="connsiteY57" fmla="*/ 1960297 h 2828491"/>
                <a:gd name="connsiteX58" fmla="*/ 3623579 w 4118640"/>
                <a:gd name="connsiteY58" fmla="*/ 1952644 h 2828491"/>
                <a:gd name="connsiteX59" fmla="*/ 3651082 w 4118640"/>
                <a:gd name="connsiteY59" fmla="*/ 1884278 h 2828491"/>
                <a:gd name="connsiteX60" fmla="*/ 3664834 w 4118640"/>
                <a:gd name="connsiteY60" fmla="*/ 1851123 h 2828491"/>
                <a:gd name="connsiteX61" fmla="*/ 3685462 w 4118640"/>
                <a:gd name="connsiteY61" fmla="*/ 1797069 h 2828491"/>
                <a:gd name="connsiteX62" fmla="*/ 3706089 w 4118640"/>
                <a:gd name="connsiteY62" fmla="*/ 1730652 h 2828491"/>
                <a:gd name="connsiteX63" fmla="*/ 3740468 w 4118640"/>
                <a:gd name="connsiteY63" fmla="*/ 1617751 h 2828491"/>
                <a:gd name="connsiteX64" fmla="*/ 3781724 w 4118640"/>
                <a:gd name="connsiteY64" fmla="*/ 1467354 h 2828491"/>
                <a:gd name="connsiteX65" fmla="*/ 3871110 w 4118640"/>
                <a:gd name="connsiteY65" fmla="*/ 1111871 h 2828491"/>
                <a:gd name="connsiteX66" fmla="*/ 3967372 w 4118640"/>
                <a:gd name="connsiteY66" fmla="*/ 694663 h 2828491"/>
                <a:gd name="connsiteX67" fmla="*/ 4001751 w 4118640"/>
                <a:gd name="connsiteY67" fmla="*/ 539386 h 2828491"/>
                <a:gd name="connsiteX68" fmla="*/ 4098013 w 4118640"/>
                <a:gd name="connsiteY68" fmla="*/ 94917 h 2828491"/>
                <a:gd name="connsiteX69" fmla="*/ 4118641 w 4118640"/>
                <a:gd name="connsiteY69" fmla="*/ 0 h 2828491"/>
                <a:gd name="connsiteX70" fmla="*/ 4118641 w 4118640"/>
                <a:gd name="connsiteY70" fmla="*/ 0 h 28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118640" h="2828491">
                  <a:moveTo>
                    <a:pt x="0" y="2828491"/>
                  </a:moveTo>
                  <a:lnTo>
                    <a:pt x="6876" y="2828491"/>
                  </a:lnTo>
                  <a:lnTo>
                    <a:pt x="41255" y="2726145"/>
                  </a:lnTo>
                  <a:lnTo>
                    <a:pt x="110014" y="2538463"/>
                  </a:lnTo>
                  <a:lnTo>
                    <a:pt x="151269" y="2444218"/>
                  </a:lnTo>
                  <a:lnTo>
                    <a:pt x="192524" y="2366850"/>
                  </a:lnTo>
                  <a:lnTo>
                    <a:pt x="220028" y="2322589"/>
                  </a:lnTo>
                  <a:lnTo>
                    <a:pt x="247531" y="2283317"/>
                  </a:lnTo>
                  <a:lnTo>
                    <a:pt x="275034" y="2254368"/>
                  </a:lnTo>
                  <a:lnTo>
                    <a:pt x="295662" y="2236294"/>
                  </a:lnTo>
                  <a:lnTo>
                    <a:pt x="302538" y="2232914"/>
                  </a:lnTo>
                  <a:lnTo>
                    <a:pt x="309414" y="2227687"/>
                  </a:lnTo>
                  <a:lnTo>
                    <a:pt x="357545" y="2207951"/>
                  </a:lnTo>
                  <a:lnTo>
                    <a:pt x="371297" y="2205077"/>
                  </a:lnTo>
                  <a:lnTo>
                    <a:pt x="385048" y="2203026"/>
                  </a:lnTo>
                  <a:lnTo>
                    <a:pt x="426303" y="2200122"/>
                  </a:lnTo>
                  <a:lnTo>
                    <a:pt x="515690" y="2200634"/>
                  </a:lnTo>
                  <a:lnTo>
                    <a:pt x="563821" y="2200711"/>
                  </a:lnTo>
                  <a:lnTo>
                    <a:pt x="584448" y="2200789"/>
                  </a:lnTo>
                  <a:lnTo>
                    <a:pt x="625703" y="2200812"/>
                  </a:lnTo>
                  <a:lnTo>
                    <a:pt x="680710" y="2200893"/>
                  </a:lnTo>
                  <a:lnTo>
                    <a:pt x="708214" y="2200177"/>
                  </a:lnTo>
                  <a:lnTo>
                    <a:pt x="728841" y="2200252"/>
                  </a:lnTo>
                  <a:lnTo>
                    <a:pt x="1148269" y="2196533"/>
                  </a:lnTo>
                  <a:lnTo>
                    <a:pt x="1196400" y="2195876"/>
                  </a:lnTo>
                  <a:lnTo>
                    <a:pt x="1437055" y="2195320"/>
                  </a:lnTo>
                  <a:lnTo>
                    <a:pt x="1464558" y="2194818"/>
                  </a:lnTo>
                  <a:lnTo>
                    <a:pt x="1498938" y="2194736"/>
                  </a:lnTo>
                  <a:lnTo>
                    <a:pt x="1560821" y="2194161"/>
                  </a:lnTo>
                  <a:lnTo>
                    <a:pt x="1602076" y="2194440"/>
                  </a:lnTo>
                  <a:lnTo>
                    <a:pt x="1725841" y="2194555"/>
                  </a:lnTo>
                  <a:lnTo>
                    <a:pt x="1760221" y="2194135"/>
                  </a:lnTo>
                  <a:lnTo>
                    <a:pt x="1794600" y="2194706"/>
                  </a:lnTo>
                  <a:lnTo>
                    <a:pt x="2825979" y="2199274"/>
                  </a:lnTo>
                  <a:lnTo>
                    <a:pt x="2853483" y="2200054"/>
                  </a:lnTo>
                  <a:lnTo>
                    <a:pt x="2880986" y="2200066"/>
                  </a:lnTo>
                  <a:lnTo>
                    <a:pt x="2929117" y="2199932"/>
                  </a:lnTo>
                  <a:lnTo>
                    <a:pt x="2942869" y="2199690"/>
                  </a:lnTo>
                  <a:lnTo>
                    <a:pt x="2963496" y="2199864"/>
                  </a:lnTo>
                  <a:lnTo>
                    <a:pt x="2984124" y="2200442"/>
                  </a:lnTo>
                  <a:lnTo>
                    <a:pt x="3135393" y="2199730"/>
                  </a:lnTo>
                  <a:lnTo>
                    <a:pt x="3211027" y="2199581"/>
                  </a:lnTo>
                  <a:lnTo>
                    <a:pt x="3231655" y="2199968"/>
                  </a:lnTo>
                  <a:lnTo>
                    <a:pt x="3252282" y="2199795"/>
                  </a:lnTo>
                  <a:lnTo>
                    <a:pt x="3293538" y="2199346"/>
                  </a:lnTo>
                  <a:lnTo>
                    <a:pt x="3355421" y="2200438"/>
                  </a:lnTo>
                  <a:lnTo>
                    <a:pt x="3382924" y="2194006"/>
                  </a:lnTo>
                  <a:lnTo>
                    <a:pt x="3424179" y="2178373"/>
                  </a:lnTo>
                  <a:lnTo>
                    <a:pt x="3451682" y="2160252"/>
                  </a:lnTo>
                  <a:lnTo>
                    <a:pt x="3458558" y="2156275"/>
                  </a:lnTo>
                  <a:lnTo>
                    <a:pt x="3499813" y="2121917"/>
                  </a:lnTo>
                  <a:lnTo>
                    <a:pt x="3513565" y="2104636"/>
                  </a:lnTo>
                  <a:lnTo>
                    <a:pt x="3527317" y="2090431"/>
                  </a:lnTo>
                  <a:lnTo>
                    <a:pt x="3561696" y="2046887"/>
                  </a:lnTo>
                  <a:lnTo>
                    <a:pt x="3575448" y="2026654"/>
                  </a:lnTo>
                  <a:lnTo>
                    <a:pt x="3582324" y="2014325"/>
                  </a:lnTo>
                  <a:lnTo>
                    <a:pt x="3602951" y="1986601"/>
                  </a:lnTo>
                  <a:lnTo>
                    <a:pt x="3616703" y="1960297"/>
                  </a:lnTo>
                  <a:lnTo>
                    <a:pt x="3623579" y="1952644"/>
                  </a:lnTo>
                  <a:lnTo>
                    <a:pt x="3651082" y="1884278"/>
                  </a:lnTo>
                  <a:lnTo>
                    <a:pt x="3664834" y="1851123"/>
                  </a:lnTo>
                  <a:lnTo>
                    <a:pt x="3685462" y="1797069"/>
                  </a:lnTo>
                  <a:lnTo>
                    <a:pt x="3706089" y="1730652"/>
                  </a:lnTo>
                  <a:lnTo>
                    <a:pt x="3740468" y="1617751"/>
                  </a:lnTo>
                  <a:lnTo>
                    <a:pt x="3781724" y="1467354"/>
                  </a:lnTo>
                  <a:lnTo>
                    <a:pt x="3871110" y="1111871"/>
                  </a:lnTo>
                  <a:lnTo>
                    <a:pt x="3967372" y="694663"/>
                  </a:lnTo>
                  <a:lnTo>
                    <a:pt x="4001751" y="539386"/>
                  </a:lnTo>
                  <a:lnTo>
                    <a:pt x="4098013" y="94917"/>
                  </a:lnTo>
                  <a:lnTo>
                    <a:pt x="4118641" y="0"/>
                  </a:lnTo>
                  <a:lnTo>
                    <a:pt x="4118641" y="0"/>
                  </a:lnTo>
                </a:path>
              </a:pathLst>
            </a:custGeom>
            <a:noFill/>
            <a:ln w="19029" cap="flat">
              <a:solidFill>
                <a:srgbClr val="FF7F0E"/>
              </a:solidFill>
              <a:custDash>
                <a:ds d="337500" sp="450000"/>
                <a:ds d="112500" sp="450000"/>
                <a:ds d="112500" sp="450000"/>
              </a:custDash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A8E27C4-ED39-C12F-0B52-FBC17FFBC679}"/>
                </a:ext>
              </a:extLst>
            </p:cNvPr>
            <p:cNvSpPr/>
            <p:nvPr/>
          </p:nvSpPr>
          <p:spPr>
            <a:xfrm>
              <a:off x="4108483" y="1913309"/>
              <a:ext cx="4118640" cy="3070164"/>
            </a:xfrm>
            <a:custGeom>
              <a:avLst/>
              <a:gdLst>
                <a:gd name="connsiteX0" fmla="*/ 0 w 4118640"/>
                <a:gd name="connsiteY0" fmla="*/ 3070164 h 3070164"/>
                <a:gd name="connsiteX1" fmla="*/ 6876 w 4118640"/>
                <a:gd name="connsiteY1" fmla="*/ 3070164 h 3070164"/>
                <a:gd name="connsiteX2" fmla="*/ 48131 w 4118640"/>
                <a:gd name="connsiteY2" fmla="*/ 2947838 h 3070164"/>
                <a:gd name="connsiteX3" fmla="*/ 89386 w 4118640"/>
                <a:gd name="connsiteY3" fmla="*/ 2833898 h 3070164"/>
                <a:gd name="connsiteX4" fmla="*/ 137517 w 4118640"/>
                <a:gd name="connsiteY4" fmla="*/ 2716133 h 3070164"/>
                <a:gd name="connsiteX5" fmla="*/ 171897 w 4118640"/>
                <a:gd name="connsiteY5" fmla="*/ 2647037 h 3070164"/>
                <a:gd name="connsiteX6" fmla="*/ 220028 w 4118640"/>
                <a:gd name="connsiteY6" fmla="*/ 2563784 h 3070164"/>
                <a:gd name="connsiteX7" fmla="*/ 240655 w 4118640"/>
                <a:gd name="connsiteY7" fmla="*/ 2532234 h 3070164"/>
                <a:gd name="connsiteX8" fmla="*/ 247531 w 4118640"/>
                <a:gd name="connsiteY8" fmla="*/ 2525819 h 3070164"/>
                <a:gd name="connsiteX9" fmla="*/ 268159 w 4118640"/>
                <a:gd name="connsiteY9" fmla="*/ 2501812 h 3070164"/>
                <a:gd name="connsiteX10" fmla="*/ 309414 w 4118640"/>
                <a:gd name="connsiteY10" fmla="*/ 2467224 h 3070164"/>
                <a:gd name="connsiteX11" fmla="*/ 350669 w 4118640"/>
                <a:gd name="connsiteY11" fmla="*/ 2448960 h 3070164"/>
                <a:gd name="connsiteX12" fmla="*/ 364421 w 4118640"/>
                <a:gd name="connsiteY12" fmla="*/ 2444108 h 3070164"/>
                <a:gd name="connsiteX13" fmla="*/ 419428 w 4118640"/>
                <a:gd name="connsiteY13" fmla="*/ 2437112 h 3070164"/>
                <a:gd name="connsiteX14" fmla="*/ 440055 w 4118640"/>
                <a:gd name="connsiteY14" fmla="*/ 2437332 h 3070164"/>
                <a:gd name="connsiteX15" fmla="*/ 522566 w 4118640"/>
                <a:gd name="connsiteY15" fmla="*/ 2437271 h 3070164"/>
                <a:gd name="connsiteX16" fmla="*/ 536317 w 4118640"/>
                <a:gd name="connsiteY16" fmla="*/ 2436656 h 3070164"/>
                <a:gd name="connsiteX17" fmla="*/ 563821 w 4118640"/>
                <a:gd name="connsiteY17" fmla="*/ 2437462 h 3070164"/>
                <a:gd name="connsiteX18" fmla="*/ 584448 w 4118640"/>
                <a:gd name="connsiteY18" fmla="*/ 2437097 h 3070164"/>
                <a:gd name="connsiteX19" fmla="*/ 694462 w 4118640"/>
                <a:gd name="connsiteY19" fmla="*/ 2436590 h 3070164"/>
                <a:gd name="connsiteX20" fmla="*/ 721966 w 4118640"/>
                <a:gd name="connsiteY20" fmla="*/ 2436948 h 3070164"/>
                <a:gd name="connsiteX21" fmla="*/ 763221 w 4118640"/>
                <a:gd name="connsiteY21" fmla="*/ 2436531 h 3070164"/>
                <a:gd name="connsiteX22" fmla="*/ 783848 w 4118640"/>
                <a:gd name="connsiteY22" fmla="*/ 2436613 h 3070164"/>
                <a:gd name="connsiteX23" fmla="*/ 866359 w 4118640"/>
                <a:gd name="connsiteY23" fmla="*/ 2436647 h 3070164"/>
                <a:gd name="connsiteX24" fmla="*/ 893862 w 4118640"/>
                <a:gd name="connsiteY24" fmla="*/ 2437073 h 3070164"/>
                <a:gd name="connsiteX25" fmla="*/ 1272034 w 4118640"/>
                <a:gd name="connsiteY25" fmla="*/ 2437041 h 3070164"/>
                <a:gd name="connsiteX26" fmla="*/ 1299538 w 4118640"/>
                <a:gd name="connsiteY26" fmla="*/ 2436946 h 3070164"/>
                <a:gd name="connsiteX27" fmla="*/ 1320165 w 4118640"/>
                <a:gd name="connsiteY27" fmla="*/ 2436966 h 3070164"/>
                <a:gd name="connsiteX28" fmla="*/ 1340793 w 4118640"/>
                <a:gd name="connsiteY28" fmla="*/ 2436832 h 3070164"/>
                <a:gd name="connsiteX29" fmla="*/ 1402676 w 4118640"/>
                <a:gd name="connsiteY29" fmla="*/ 2436730 h 3070164"/>
                <a:gd name="connsiteX30" fmla="*/ 1423303 w 4118640"/>
                <a:gd name="connsiteY30" fmla="*/ 2437232 h 3070164"/>
                <a:gd name="connsiteX31" fmla="*/ 1450807 w 4118640"/>
                <a:gd name="connsiteY31" fmla="*/ 2436422 h 3070164"/>
                <a:gd name="connsiteX32" fmla="*/ 1553945 w 4118640"/>
                <a:gd name="connsiteY32" fmla="*/ 2436731 h 3070164"/>
                <a:gd name="connsiteX33" fmla="*/ 1574572 w 4118640"/>
                <a:gd name="connsiteY33" fmla="*/ 2436644 h 3070164"/>
                <a:gd name="connsiteX34" fmla="*/ 1608952 w 4118640"/>
                <a:gd name="connsiteY34" fmla="*/ 2436617 h 3070164"/>
                <a:gd name="connsiteX35" fmla="*/ 1636455 w 4118640"/>
                <a:gd name="connsiteY35" fmla="*/ 2436531 h 3070164"/>
                <a:gd name="connsiteX36" fmla="*/ 1663958 w 4118640"/>
                <a:gd name="connsiteY36" fmla="*/ 2436725 h 3070164"/>
                <a:gd name="connsiteX37" fmla="*/ 1739593 w 4118640"/>
                <a:gd name="connsiteY37" fmla="*/ 2436352 h 3070164"/>
                <a:gd name="connsiteX38" fmla="*/ 1773972 w 4118640"/>
                <a:gd name="connsiteY38" fmla="*/ 2436454 h 3070164"/>
                <a:gd name="connsiteX39" fmla="*/ 1835855 w 4118640"/>
                <a:gd name="connsiteY39" fmla="*/ 2435819 h 3070164"/>
                <a:gd name="connsiteX40" fmla="*/ 1849607 w 4118640"/>
                <a:gd name="connsiteY40" fmla="*/ 2436295 h 3070164"/>
                <a:gd name="connsiteX41" fmla="*/ 2014627 w 4118640"/>
                <a:gd name="connsiteY41" fmla="*/ 2436078 h 3070164"/>
                <a:gd name="connsiteX42" fmla="*/ 2035255 w 4118640"/>
                <a:gd name="connsiteY42" fmla="*/ 2436240 h 3070164"/>
                <a:gd name="connsiteX43" fmla="*/ 2069634 w 4118640"/>
                <a:gd name="connsiteY43" fmla="*/ 2436947 h 3070164"/>
                <a:gd name="connsiteX44" fmla="*/ 2110890 w 4118640"/>
                <a:gd name="connsiteY44" fmla="*/ 2436187 h 3070164"/>
                <a:gd name="connsiteX45" fmla="*/ 2131517 w 4118640"/>
                <a:gd name="connsiteY45" fmla="*/ 2436321 h 3070164"/>
                <a:gd name="connsiteX46" fmla="*/ 2207152 w 4118640"/>
                <a:gd name="connsiteY46" fmla="*/ 2435766 h 3070164"/>
                <a:gd name="connsiteX47" fmla="*/ 2234655 w 4118640"/>
                <a:gd name="connsiteY47" fmla="*/ 2435777 h 3070164"/>
                <a:gd name="connsiteX48" fmla="*/ 2289662 w 4118640"/>
                <a:gd name="connsiteY48" fmla="*/ 2435627 h 3070164"/>
                <a:gd name="connsiteX49" fmla="*/ 2399676 w 4118640"/>
                <a:gd name="connsiteY49" fmla="*/ 2435551 h 3070164"/>
                <a:gd name="connsiteX50" fmla="*/ 2434055 w 4118640"/>
                <a:gd name="connsiteY50" fmla="*/ 2436324 h 3070164"/>
                <a:gd name="connsiteX51" fmla="*/ 2461559 w 4118640"/>
                <a:gd name="connsiteY51" fmla="*/ 2435495 h 3070164"/>
                <a:gd name="connsiteX52" fmla="*/ 2640331 w 4118640"/>
                <a:gd name="connsiteY52" fmla="*/ 2435095 h 3070164"/>
                <a:gd name="connsiteX53" fmla="*/ 2681586 w 4118640"/>
                <a:gd name="connsiteY53" fmla="*/ 2434675 h 3070164"/>
                <a:gd name="connsiteX54" fmla="*/ 2709089 w 4118640"/>
                <a:gd name="connsiteY54" fmla="*/ 2435411 h 3070164"/>
                <a:gd name="connsiteX55" fmla="*/ 2846607 w 4118640"/>
                <a:gd name="connsiteY55" fmla="*/ 2435551 h 3070164"/>
                <a:gd name="connsiteX56" fmla="*/ 2887862 w 4118640"/>
                <a:gd name="connsiteY56" fmla="*/ 2435608 h 3070164"/>
                <a:gd name="connsiteX57" fmla="*/ 3101013 w 4118640"/>
                <a:gd name="connsiteY57" fmla="*/ 2435749 h 3070164"/>
                <a:gd name="connsiteX58" fmla="*/ 3121641 w 4118640"/>
                <a:gd name="connsiteY58" fmla="*/ 2436030 h 3070164"/>
                <a:gd name="connsiteX59" fmla="*/ 3266034 w 4118640"/>
                <a:gd name="connsiteY59" fmla="*/ 2435346 h 3070164"/>
                <a:gd name="connsiteX60" fmla="*/ 3286662 w 4118640"/>
                <a:gd name="connsiteY60" fmla="*/ 2435526 h 3070164"/>
                <a:gd name="connsiteX61" fmla="*/ 3314165 w 4118640"/>
                <a:gd name="connsiteY61" fmla="*/ 2435744 h 3070164"/>
                <a:gd name="connsiteX62" fmla="*/ 3348544 w 4118640"/>
                <a:gd name="connsiteY62" fmla="*/ 2437282 h 3070164"/>
                <a:gd name="connsiteX63" fmla="*/ 3355421 w 4118640"/>
                <a:gd name="connsiteY63" fmla="*/ 2436659 h 3070164"/>
                <a:gd name="connsiteX64" fmla="*/ 3369172 w 4118640"/>
                <a:gd name="connsiteY64" fmla="*/ 2433187 h 3070164"/>
                <a:gd name="connsiteX65" fmla="*/ 3376048 w 4118640"/>
                <a:gd name="connsiteY65" fmla="*/ 2431968 h 3070164"/>
                <a:gd name="connsiteX66" fmla="*/ 3382924 w 4118640"/>
                <a:gd name="connsiteY66" fmla="*/ 2428812 h 3070164"/>
                <a:gd name="connsiteX67" fmla="*/ 3389800 w 4118640"/>
                <a:gd name="connsiteY67" fmla="*/ 2422683 h 3070164"/>
                <a:gd name="connsiteX68" fmla="*/ 3396676 w 4118640"/>
                <a:gd name="connsiteY68" fmla="*/ 2419946 h 3070164"/>
                <a:gd name="connsiteX69" fmla="*/ 3437931 w 4118640"/>
                <a:gd name="connsiteY69" fmla="*/ 2387339 h 3070164"/>
                <a:gd name="connsiteX70" fmla="*/ 3444806 w 4118640"/>
                <a:gd name="connsiteY70" fmla="*/ 2376242 h 3070164"/>
                <a:gd name="connsiteX71" fmla="*/ 3458558 w 4118640"/>
                <a:gd name="connsiteY71" fmla="*/ 2364476 h 3070164"/>
                <a:gd name="connsiteX72" fmla="*/ 3486062 w 4118640"/>
                <a:gd name="connsiteY72" fmla="*/ 2326094 h 3070164"/>
                <a:gd name="connsiteX73" fmla="*/ 3520441 w 4118640"/>
                <a:gd name="connsiteY73" fmla="*/ 2268224 h 3070164"/>
                <a:gd name="connsiteX74" fmla="*/ 3561696 w 4118640"/>
                <a:gd name="connsiteY74" fmla="*/ 2185183 h 3070164"/>
                <a:gd name="connsiteX75" fmla="*/ 3582324 w 4118640"/>
                <a:gd name="connsiteY75" fmla="*/ 2135085 h 3070164"/>
                <a:gd name="connsiteX76" fmla="*/ 3589200 w 4118640"/>
                <a:gd name="connsiteY76" fmla="*/ 2121423 h 3070164"/>
                <a:gd name="connsiteX77" fmla="*/ 3602951 w 4118640"/>
                <a:gd name="connsiteY77" fmla="*/ 2083964 h 3070164"/>
                <a:gd name="connsiteX78" fmla="*/ 3616703 w 4118640"/>
                <a:gd name="connsiteY78" fmla="*/ 2050234 h 3070164"/>
                <a:gd name="connsiteX79" fmla="*/ 3692338 w 4118640"/>
                <a:gd name="connsiteY79" fmla="*/ 1811716 h 3070164"/>
                <a:gd name="connsiteX80" fmla="*/ 3740468 w 4118640"/>
                <a:gd name="connsiteY80" fmla="*/ 1637373 h 3070164"/>
                <a:gd name="connsiteX81" fmla="*/ 3829855 w 4118640"/>
                <a:gd name="connsiteY81" fmla="*/ 1287440 h 3070164"/>
                <a:gd name="connsiteX82" fmla="*/ 3884862 w 4118640"/>
                <a:gd name="connsiteY82" fmla="*/ 1058080 h 3070164"/>
                <a:gd name="connsiteX83" fmla="*/ 3939868 w 4118640"/>
                <a:gd name="connsiteY83" fmla="*/ 820057 h 3070164"/>
                <a:gd name="connsiteX84" fmla="*/ 4049882 w 4118640"/>
                <a:gd name="connsiteY84" fmla="*/ 317070 h 3070164"/>
                <a:gd name="connsiteX85" fmla="*/ 4118641 w 4118640"/>
                <a:gd name="connsiteY85" fmla="*/ 0 h 3070164"/>
                <a:gd name="connsiteX86" fmla="*/ 4118641 w 4118640"/>
                <a:gd name="connsiteY86" fmla="*/ 0 h 307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4118640" h="3070164">
                  <a:moveTo>
                    <a:pt x="0" y="3070164"/>
                  </a:moveTo>
                  <a:lnTo>
                    <a:pt x="6876" y="3070164"/>
                  </a:lnTo>
                  <a:lnTo>
                    <a:pt x="48131" y="2947838"/>
                  </a:lnTo>
                  <a:lnTo>
                    <a:pt x="89386" y="2833898"/>
                  </a:lnTo>
                  <a:lnTo>
                    <a:pt x="137517" y="2716133"/>
                  </a:lnTo>
                  <a:lnTo>
                    <a:pt x="171897" y="2647037"/>
                  </a:lnTo>
                  <a:lnTo>
                    <a:pt x="220028" y="2563784"/>
                  </a:lnTo>
                  <a:lnTo>
                    <a:pt x="240655" y="2532234"/>
                  </a:lnTo>
                  <a:lnTo>
                    <a:pt x="247531" y="2525819"/>
                  </a:lnTo>
                  <a:lnTo>
                    <a:pt x="268159" y="2501812"/>
                  </a:lnTo>
                  <a:lnTo>
                    <a:pt x="309414" y="2467224"/>
                  </a:lnTo>
                  <a:lnTo>
                    <a:pt x="350669" y="2448960"/>
                  </a:lnTo>
                  <a:lnTo>
                    <a:pt x="364421" y="2444108"/>
                  </a:lnTo>
                  <a:lnTo>
                    <a:pt x="419428" y="2437112"/>
                  </a:lnTo>
                  <a:lnTo>
                    <a:pt x="440055" y="2437332"/>
                  </a:lnTo>
                  <a:lnTo>
                    <a:pt x="522566" y="2437271"/>
                  </a:lnTo>
                  <a:lnTo>
                    <a:pt x="536317" y="2436656"/>
                  </a:lnTo>
                  <a:lnTo>
                    <a:pt x="563821" y="2437462"/>
                  </a:lnTo>
                  <a:lnTo>
                    <a:pt x="584448" y="2437097"/>
                  </a:lnTo>
                  <a:lnTo>
                    <a:pt x="694462" y="2436590"/>
                  </a:lnTo>
                  <a:lnTo>
                    <a:pt x="721966" y="2436948"/>
                  </a:lnTo>
                  <a:lnTo>
                    <a:pt x="763221" y="2436531"/>
                  </a:lnTo>
                  <a:lnTo>
                    <a:pt x="783848" y="2436613"/>
                  </a:lnTo>
                  <a:lnTo>
                    <a:pt x="866359" y="2436647"/>
                  </a:lnTo>
                  <a:lnTo>
                    <a:pt x="893862" y="2437073"/>
                  </a:lnTo>
                  <a:lnTo>
                    <a:pt x="1272034" y="2437041"/>
                  </a:lnTo>
                  <a:lnTo>
                    <a:pt x="1299538" y="2436946"/>
                  </a:lnTo>
                  <a:lnTo>
                    <a:pt x="1320165" y="2436966"/>
                  </a:lnTo>
                  <a:lnTo>
                    <a:pt x="1340793" y="2436832"/>
                  </a:lnTo>
                  <a:lnTo>
                    <a:pt x="1402676" y="2436730"/>
                  </a:lnTo>
                  <a:lnTo>
                    <a:pt x="1423303" y="2437232"/>
                  </a:lnTo>
                  <a:lnTo>
                    <a:pt x="1450807" y="2436422"/>
                  </a:lnTo>
                  <a:lnTo>
                    <a:pt x="1553945" y="2436731"/>
                  </a:lnTo>
                  <a:lnTo>
                    <a:pt x="1574572" y="2436644"/>
                  </a:lnTo>
                  <a:lnTo>
                    <a:pt x="1608952" y="2436617"/>
                  </a:lnTo>
                  <a:lnTo>
                    <a:pt x="1636455" y="2436531"/>
                  </a:lnTo>
                  <a:lnTo>
                    <a:pt x="1663958" y="2436725"/>
                  </a:lnTo>
                  <a:lnTo>
                    <a:pt x="1739593" y="2436352"/>
                  </a:lnTo>
                  <a:lnTo>
                    <a:pt x="1773972" y="2436454"/>
                  </a:lnTo>
                  <a:lnTo>
                    <a:pt x="1835855" y="2435819"/>
                  </a:lnTo>
                  <a:lnTo>
                    <a:pt x="1849607" y="2436295"/>
                  </a:lnTo>
                  <a:lnTo>
                    <a:pt x="2014627" y="2436078"/>
                  </a:lnTo>
                  <a:lnTo>
                    <a:pt x="2035255" y="2436240"/>
                  </a:lnTo>
                  <a:lnTo>
                    <a:pt x="2069634" y="2436947"/>
                  </a:lnTo>
                  <a:lnTo>
                    <a:pt x="2110890" y="2436187"/>
                  </a:lnTo>
                  <a:lnTo>
                    <a:pt x="2131517" y="2436321"/>
                  </a:lnTo>
                  <a:lnTo>
                    <a:pt x="2207152" y="2435766"/>
                  </a:lnTo>
                  <a:lnTo>
                    <a:pt x="2234655" y="2435777"/>
                  </a:lnTo>
                  <a:lnTo>
                    <a:pt x="2289662" y="2435627"/>
                  </a:lnTo>
                  <a:lnTo>
                    <a:pt x="2399676" y="2435551"/>
                  </a:lnTo>
                  <a:lnTo>
                    <a:pt x="2434055" y="2436324"/>
                  </a:lnTo>
                  <a:lnTo>
                    <a:pt x="2461559" y="2435495"/>
                  </a:lnTo>
                  <a:lnTo>
                    <a:pt x="2640331" y="2435095"/>
                  </a:lnTo>
                  <a:lnTo>
                    <a:pt x="2681586" y="2434675"/>
                  </a:lnTo>
                  <a:lnTo>
                    <a:pt x="2709089" y="2435411"/>
                  </a:lnTo>
                  <a:lnTo>
                    <a:pt x="2846607" y="2435551"/>
                  </a:lnTo>
                  <a:lnTo>
                    <a:pt x="2887862" y="2435608"/>
                  </a:lnTo>
                  <a:lnTo>
                    <a:pt x="3101013" y="2435749"/>
                  </a:lnTo>
                  <a:lnTo>
                    <a:pt x="3121641" y="2436030"/>
                  </a:lnTo>
                  <a:lnTo>
                    <a:pt x="3266034" y="2435346"/>
                  </a:lnTo>
                  <a:lnTo>
                    <a:pt x="3286662" y="2435526"/>
                  </a:lnTo>
                  <a:lnTo>
                    <a:pt x="3314165" y="2435744"/>
                  </a:lnTo>
                  <a:lnTo>
                    <a:pt x="3348544" y="2437282"/>
                  </a:lnTo>
                  <a:lnTo>
                    <a:pt x="3355421" y="2436659"/>
                  </a:lnTo>
                  <a:lnTo>
                    <a:pt x="3369172" y="2433187"/>
                  </a:lnTo>
                  <a:lnTo>
                    <a:pt x="3376048" y="2431968"/>
                  </a:lnTo>
                  <a:lnTo>
                    <a:pt x="3382924" y="2428812"/>
                  </a:lnTo>
                  <a:lnTo>
                    <a:pt x="3389800" y="2422683"/>
                  </a:lnTo>
                  <a:lnTo>
                    <a:pt x="3396676" y="2419946"/>
                  </a:lnTo>
                  <a:lnTo>
                    <a:pt x="3437931" y="2387339"/>
                  </a:lnTo>
                  <a:lnTo>
                    <a:pt x="3444806" y="2376242"/>
                  </a:lnTo>
                  <a:lnTo>
                    <a:pt x="3458558" y="2364476"/>
                  </a:lnTo>
                  <a:lnTo>
                    <a:pt x="3486062" y="2326094"/>
                  </a:lnTo>
                  <a:lnTo>
                    <a:pt x="3520441" y="2268224"/>
                  </a:lnTo>
                  <a:lnTo>
                    <a:pt x="3561696" y="2185183"/>
                  </a:lnTo>
                  <a:lnTo>
                    <a:pt x="3582324" y="2135085"/>
                  </a:lnTo>
                  <a:lnTo>
                    <a:pt x="3589200" y="2121423"/>
                  </a:lnTo>
                  <a:lnTo>
                    <a:pt x="3602951" y="2083964"/>
                  </a:lnTo>
                  <a:lnTo>
                    <a:pt x="3616703" y="2050234"/>
                  </a:lnTo>
                  <a:lnTo>
                    <a:pt x="3692338" y="1811716"/>
                  </a:lnTo>
                  <a:lnTo>
                    <a:pt x="3740468" y="1637373"/>
                  </a:lnTo>
                  <a:lnTo>
                    <a:pt x="3829855" y="1287440"/>
                  </a:lnTo>
                  <a:lnTo>
                    <a:pt x="3884862" y="1058080"/>
                  </a:lnTo>
                  <a:lnTo>
                    <a:pt x="3939868" y="820057"/>
                  </a:lnTo>
                  <a:lnTo>
                    <a:pt x="4049882" y="317070"/>
                  </a:lnTo>
                  <a:lnTo>
                    <a:pt x="4118641" y="0"/>
                  </a:lnTo>
                  <a:lnTo>
                    <a:pt x="4118641" y="0"/>
                  </a:lnTo>
                </a:path>
              </a:pathLst>
            </a:custGeom>
            <a:noFill/>
            <a:ln w="19029" cap="sq">
              <a:solidFill>
                <a:srgbClr val="2CA02C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D9C62A-1BBE-5AF9-E0FE-BF5F8AA66203}"/>
                </a:ext>
              </a:extLst>
            </p:cNvPr>
            <p:cNvSpPr/>
            <p:nvPr/>
          </p:nvSpPr>
          <p:spPr>
            <a:xfrm>
              <a:off x="4108483" y="1914775"/>
              <a:ext cx="4118640" cy="3068698"/>
            </a:xfrm>
            <a:custGeom>
              <a:avLst/>
              <a:gdLst>
                <a:gd name="connsiteX0" fmla="*/ 0 w 4118640"/>
                <a:gd name="connsiteY0" fmla="*/ 3068698 h 3068698"/>
                <a:gd name="connsiteX1" fmla="*/ 6876 w 4118640"/>
                <a:gd name="connsiteY1" fmla="*/ 3068698 h 3068698"/>
                <a:gd name="connsiteX2" fmla="*/ 34379 w 4118640"/>
                <a:gd name="connsiteY2" fmla="*/ 2984045 h 3068698"/>
                <a:gd name="connsiteX3" fmla="*/ 110014 w 4118640"/>
                <a:gd name="connsiteY3" fmla="*/ 2777970 h 3068698"/>
                <a:gd name="connsiteX4" fmla="*/ 144393 w 4118640"/>
                <a:gd name="connsiteY4" fmla="*/ 2700041 h 3068698"/>
                <a:gd name="connsiteX5" fmla="*/ 171897 w 4118640"/>
                <a:gd name="connsiteY5" fmla="*/ 2644871 h 3068698"/>
                <a:gd name="connsiteX6" fmla="*/ 199400 w 4118640"/>
                <a:gd name="connsiteY6" fmla="*/ 2594528 h 3068698"/>
                <a:gd name="connsiteX7" fmla="*/ 226903 w 4118640"/>
                <a:gd name="connsiteY7" fmla="*/ 2550744 h 3068698"/>
                <a:gd name="connsiteX8" fmla="*/ 247531 w 4118640"/>
                <a:gd name="connsiteY8" fmla="*/ 2523515 h 3068698"/>
                <a:gd name="connsiteX9" fmla="*/ 275034 w 4118640"/>
                <a:gd name="connsiteY9" fmla="*/ 2493537 h 3068698"/>
                <a:gd name="connsiteX10" fmla="*/ 281910 w 4118640"/>
                <a:gd name="connsiteY10" fmla="*/ 2486279 h 3068698"/>
                <a:gd name="connsiteX11" fmla="*/ 316290 w 4118640"/>
                <a:gd name="connsiteY11" fmla="*/ 2462102 h 3068698"/>
                <a:gd name="connsiteX12" fmla="*/ 343793 w 4118640"/>
                <a:gd name="connsiteY12" fmla="*/ 2449770 h 3068698"/>
                <a:gd name="connsiteX13" fmla="*/ 378172 w 4118640"/>
                <a:gd name="connsiteY13" fmla="*/ 2439958 h 3068698"/>
                <a:gd name="connsiteX14" fmla="*/ 419428 w 4118640"/>
                <a:gd name="connsiteY14" fmla="*/ 2436146 h 3068698"/>
                <a:gd name="connsiteX15" fmla="*/ 598200 w 4118640"/>
                <a:gd name="connsiteY15" fmla="*/ 2435554 h 3068698"/>
                <a:gd name="connsiteX16" fmla="*/ 639455 w 4118640"/>
                <a:gd name="connsiteY16" fmla="*/ 2435772 h 3068698"/>
                <a:gd name="connsiteX17" fmla="*/ 673834 w 4118640"/>
                <a:gd name="connsiteY17" fmla="*/ 2435628 h 3068698"/>
                <a:gd name="connsiteX18" fmla="*/ 1622703 w 4118640"/>
                <a:gd name="connsiteY18" fmla="*/ 2435676 h 3068698"/>
                <a:gd name="connsiteX19" fmla="*/ 1657083 w 4118640"/>
                <a:gd name="connsiteY19" fmla="*/ 2435550 h 3068698"/>
                <a:gd name="connsiteX20" fmla="*/ 1698338 w 4118640"/>
                <a:gd name="connsiteY20" fmla="*/ 2436086 h 3068698"/>
                <a:gd name="connsiteX21" fmla="*/ 1746469 w 4118640"/>
                <a:gd name="connsiteY21" fmla="*/ 2435533 h 3068698"/>
                <a:gd name="connsiteX22" fmla="*/ 1822103 w 4118640"/>
                <a:gd name="connsiteY22" fmla="*/ 2435821 h 3068698"/>
                <a:gd name="connsiteX23" fmla="*/ 1856483 w 4118640"/>
                <a:gd name="connsiteY23" fmla="*/ 2435529 h 3068698"/>
                <a:gd name="connsiteX24" fmla="*/ 1877110 w 4118640"/>
                <a:gd name="connsiteY24" fmla="*/ 2435561 h 3068698"/>
                <a:gd name="connsiteX25" fmla="*/ 1897738 w 4118640"/>
                <a:gd name="connsiteY25" fmla="*/ 2435445 h 3068698"/>
                <a:gd name="connsiteX26" fmla="*/ 1938993 w 4118640"/>
                <a:gd name="connsiteY26" fmla="*/ 2435915 h 3068698"/>
                <a:gd name="connsiteX27" fmla="*/ 2062758 w 4118640"/>
                <a:gd name="connsiteY27" fmla="*/ 2435664 h 3068698"/>
                <a:gd name="connsiteX28" fmla="*/ 2090262 w 4118640"/>
                <a:gd name="connsiteY28" fmla="*/ 2435680 h 3068698"/>
                <a:gd name="connsiteX29" fmla="*/ 2110890 w 4118640"/>
                <a:gd name="connsiteY29" fmla="*/ 2435943 h 3068698"/>
                <a:gd name="connsiteX30" fmla="*/ 2152145 w 4118640"/>
                <a:gd name="connsiteY30" fmla="*/ 2435420 h 3068698"/>
                <a:gd name="connsiteX31" fmla="*/ 2296538 w 4118640"/>
                <a:gd name="connsiteY31" fmla="*/ 2435183 h 3068698"/>
                <a:gd name="connsiteX32" fmla="*/ 2317165 w 4118640"/>
                <a:gd name="connsiteY32" fmla="*/ 2435593 h 3068698"/>
                <a:gd name="connsiteX33" fmla="*/ 2434055 w 4118640"/>
                <a:gd name="connsiteY33" fmla="*/ 2435610 h 3068698"/>
                <a:gd name="connsiteX34" fmla="*/ 2461559 w 4118640"/>
                <a:gd name="connsiteY34" fmla="*/ 2435356 h 3068698"/>
                <a:gd name="connsiteX35" fmla="*/ 2612827 w 4118640"/>
                <a:gd name="connsiteY35" fmla="*/ 2435703 h 3068698"/>
                <a:gd name="connsiteX36" fmla="*/ 2640331 w 4118640"/>
                <a:gd name="connsiteY36" fmla="*/ 2435102 h 3068698"/>
                <a:gd name="connsiteX37" fmla="*/ 2695338 w 4118640"/>
                <a:gd name="connsiteY37" fmla="*/ 2435626 h 3068698"/>
                <a:gd name="connsiteX38" fmla="*/ 2812227 w 4118640"/>
                <a:gd name="connsiteY38" fmla="*/ 2435100 h 3068698"/>
                <a:gd name="connsiteX39" fmla="*/ 2887862 w 4118640"/>
                <a:gd name="connsiteY39" fmla="*/ 2435183 h 3068698"/>
                <a:gd name="connsiteX40" fmla="*/ 3011627 w 4118640"/>
                <a:gd name="connsiteY40" fmla="*/ 2435396 h 3068698"/>
                <a:gd name="connsiteX41" fmla="*/ 3156021 w 4118640"/>
                <a:gd name="connsiteY41" fmla="*/ 2435429 h 3068698"/>
                <a:gd name="connsiteX42" fmla="*/ 3183524 w 4118640"/>
                <a:gd name="connsiteY42" fmla="*/ 2435328 h 3068698"/>
                <a:gd name="connsiteX43" fmla="*/ 3245406 w 4118640"/>
                <a:gd name="connsiteY43" fmla="*/ 2435102 h 3068698"/>
                <a:gd name="connsiteX44" fmla="*/ 3355421 w 4118640"/>
                <a:gd name="connsiteY44" fmla="*/ 2434679 h 3068698"/>
                <a:gd name="connsiteX45" fmla="*/ 3382924 w 4118640"/>
                <a:gd name="connsiteY45" fmla="*/ 2425374 h 3068698"/>
                <a:gd name="connsiteX46" fmla="*/ 3403551 w 4118640"/>
                <a:gd name="connsiteY46" fmla="*/ 2413270 h 3068698"/>
                <a:gd name="connsiteX47" fmla="*/ 3437931 w 4118640"/>
                <a:gd name="connsiteY47" fmla="*/ 2385513 h 3068698"/>
                <a:gd name="connsiteX48" fmla="*/ 3472310 w 4118640"/>
                <a:gd name="connsiteY48" fmla="*/ 2344625 h 3068698"/>
                <a:gd name="connsiteX49" fmla="*/ 3506689 w 4118640"/>
                <a:gd name="connsiteY49" fmla="*/ 2292564 h 3068698"/>
                <a:gd name="connsiteX50" fmla="*/ 3534193 w 4118640"/>
                <a:gd name="connsiteY50" fmla="*/ 2241034 h 3068698"/>
                <a:gd name="connsiteX51" fmla="*/ 3561696 w 4118640"/>
                <a:gd name="connsiteY51" fmla="*/ 2184650 h 3068698"/>
                <a:gd name="connsiteX52" fmla="*/ 3630455 w 4118640"/>
                <a:gd name="connsiteY52" fmla="*/ 2008220 h 3068698"/>
                <a:gd name="connsiteX53" fmla="*/ 3657958 w 4118640"/>
                <a:gd name="connsiteY53" fmla="*/ 1925441 h 3068698"/>
                <a:gd name="connsiteX54" fmla="*/ 3706089 w 4118640"/>
                <a:gd name="connsiteY54" fmla="*/ 1763773 h 3068698"/>
                <a:gd name="connsiteX55" fmla="*/ 3822979 w 4118640"/>
                <a:gd name="connsiteY55" fmla="*/ 1314780 h 3068698"/>
                <a:gd name="connsiteX56" fmla="*/ 3898613 w 4118640"/>
                <a:gd name="connsiteY56" fmla="*/ 996421 h 3068698"/>
                <a:gd name="connsiteX57" fmla="*/ 3974248 w 4118640"/>
                <a:gd name="connsiteY57" fmla="*/ 663006 h 3068698"/>
                <a:gd name="connsiteX58" fmla="*/ 4056758 w 4118640"/>
                <a:gd name="connsiteY58" fmla="*/ 285302 h 3068698"/>
                <a:gd name="connsiteX59" fmla="*/ 4118641 w 4118640"/>
                <a:gd name="connsiteY59" fmla="*/ 0 h 3068698"/>
                <a:gd name="connsiteX60" fmla="*/ 4118641 w 4118640"/>
                <a:gd name="connsiteY60" fmla="*/ 0 h 306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118640" h="3068698">
                  <a:moveTo>
                    <a:pt x="0" y="3068698"/>
                  </a:moveTo>
                  <a:lnTo>
                    <a:pt x="6876" y="3068698"/>
                  </a:lnTo>
                  <a:lnTo>
                    <a:pt x="34379" y="2984045"/>
                  </a:lnTo>
                  <a:lnTo>
                    <a:pt x="110014" y="2777970"/>
                  </a:lnTo>
                  <a:lnTo>
                    <a:pt x="144393" y="2700041"/>
                  </a:lnTo>
                  <a:lnTo>
                    <a:pt x="171897" y="2644871"/>
                  </a:lnTo>
                  <a:lnTo>
                    <a:pt x="199400" y="2594528"/>
                  </a:lnTo>
                  <a:lnTo>
                    <a:pt x="226903" y="2550744"/>
                  </a:lnTo>
                  <a:lnTo>
                    <a:pt x="247531" y="2523515"/>
                  </a:lnTo>
                  <a:lnTo>
                    <a:pt x="275034" y="2493537"/>
                  </a:lnTo>
                  <a:lnTo>
                    <a:pt x="281910" y="2486279"/>
                  </a:lnTo>
                  <a:lnTo>
                    <a:pt x="316290" y="2462102"/>
                  </a:lnTo>
                  <a:lnTo>
                    <a:pt x="343793" y="2449770"/>
                  </a:lnTo>
                  <a:lnTo>
                    <a:pt x="378172" y="2439958"/>
                  </a:lnTo>
                  <a:lnTo>
                    <a:pt x="419428" y="2436146"/>
                  </a:lnTo>
                  <a:lnTo>
                    <a:pt x="598200" y="2435554"/>
                  </a:lnTo>
                  <a:lnTo>
                    <a:pt x="639455" y="2435772"/>
                  </a:lnTo>
                  <a:lnTo>
                    <a:pt x="673834" y="2435628"/>
                  </a:lnTo>
                  <a:lnTo>
                    <a:pt x="1622703" y="2435676"/>
                  </a:lnTo>
                  <a:lnTo>
                    <a:pt x="1657083" y="2435550"/>
                  </a:lnTo>
                  <a:lnTo>
                    <a:pt x="1698338" y="2436086"/>
                  </a:lnTo>
                  <a:lnTo>
                    <a:pt x="1746469" y="2435533"/>
                  </a:lnTo>
                  <a:lnTo>
                    <a:pt x="1822103" y="2435821"/>
                  </a:lnTo>
                  <a:lnTo>
                    <a:pt x="1856483" y="2435529"/>
                  </a:lnTo>
                  <a:lnTo>
                    <a:pt x="1877110" y="2435561"/>
                  </a:lnTo>
                  <a:lnTo>
                    <a:pt x="1897738" y="2435445"/>
                  </a:lnTo>
                  <a:lnTo>
                    <a:pt x="1938993" y="2435915"/>
                  </a:lnTo>
                  <a:lnTo>
                    <a:pt x="2062758" y="2435664"/>
                  </a:lnTo>
                  <a:lnTo>
                    <a:pt x="2090262" y="2435680"/>
                  </a:lnTo>
                  <a:lnTo>
                    <a:pt x="2110890" y="2435943"/>
                  </a:lnTo>
                  <a:lnTo>
                    <a:pt x="2152145" y="2435420"/>
                  </a:lnTo>
                  <a:lnTo>
                    <a:pt x="2296538" y="2435183"/>
                  </a:lnTo>
                  <a:lnTo>
                    <a:pt x="2317165" y="2435593"/>
                  </a:lnTo>
                  <a:lnTo>
                    <a:pt x="2434055" y="2435610"/>
                  </a:lnTo>
                  <a:lnTo>
                    <a:pt x="2461559" y="2435356"/>
                  </a:lnTo>
                  <a:lnTo>
                    <a:pt x="2612827" y="2435703"/>
                  </a:lnTo>
                  <a:lnTo>
                    <a:pt x="2640331" y="2435102"/>
                  </a:lnTo>
                  <a:lnTo>
                    <a:pt x="2695338" y="2435626"/>
                  </a:lnTo>
                  <a:lnTo>
                    <a:pt x="2812227" y="2435100"/>
                  </a:lnTo>
                  <a:lnTo>
                    <a:pt x="2887862" y="2435183"/>
                  </a:lnTo>
                  <a:lnTo>
                    <a:pt x="3011627" y="2435396"/>
                  </a:lnTo>
                  <a:lnTo>
                    <a:pt x="3156021" y="2435429"/>
                  </a:lnTo>
                  <a:lnTo>
                    <a:pt x="3183524" y="2435328"/>
                  </a:lnTo>
                  <a:lnTo>
                    <a:pt x="3245406" y="2435102"/>
                  </a:lnTo>
                  <a:lnTo>
                    <a:pt x="3355421" y="2434679"/>
                  </a:lnTo>
                  <a:lnTo>
                    <a:pt x="3382924" y="2425374"/>
                  </a:lnTo>
                  <a:lnTo>
                    <a:pt x="3403551" y="2413270"/>
                  </a:lnTo>
                  <a:lnTo>
                    <a:pt x="3437931" y="2385513"/>
                  </a:lnTo>
                  <a:lnTo>
                    <a:pt x="3472310" y="2344625"/>
                  </a:lnTo>
                  <a:lnTo>
                    <a:pt x="3506689" y="2292564"/>
                  </a:lnTo>
                  <a:lnTo>
                    <a:pt x="3534193" y="2241034"/>
                  </a:lnTo>
                  <a:lnTo>
                    <a:pt x="3561696" y="2184650"/>
                  </a:lnTo>
                  <a:lnTo>
                    <a:pt x="3630455" y="2008220"/>
                  </a:lnTo>
                  <a:lnTo>
                    <a:pt x="3657958" y="1925441"/>
                  </a:lnTo>
                  <a:lnTo>
                    <a:pt x="3706089" y="1763773"/>
                  </a:lnTo>
                  <a:lnTo>
                    <a:pt x="3822979" y="1314780"/>
                  </a:lnTo>
                  <a:lnTo>
                    <a:pt x="3898613" y="996421"/>
                  </a:lnTo>
                  <a:lnTo>
                    <a:pt x="3974248" y="663006"/>
                  </a:lnTo>
                  <a:lnTo>
                    <a:pt x="4056758" y="285302"/>
                  </a:lnTo>
                  <a:lnTo>
                    <a:pt x="4118641" y="0"/>
                  </a:lnTo>
                  <a:lnTo>
                    <a:pt x="4118641" y="0"/>
                  </a:lnTo>
                </a:path>
              </a:pathLst>
            </a:custGeom>
            <a:noFill/>
            <a:ln w="19029" cap="flat">
              <a:solidFill>
                <a:srgbClr val="D62728"/>
              </a:solidFill>
              <a:custDash>
                <a:ds d="562500" sp="562500"/>
              </a:custDash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6C579A0A-BB73-51A4-2EB8-AAC613155D0D}"/>
                </a:ext>
              </a:extLst>
            </p:cNvPr>
            <p:cNvSpPr/>
            <p:nvPr/>
          </p:nvSpPr>
          <p:spPr>
            <a:xfrm>
              <a:off x="3902551" y="1759800"/>
              <a:ext cx="12686" cy="3377180"/>
            </a:xfrm>
            <a:custGeom>
              <a:avLst/>
              <a:gdLst>
                <a:gd name="connsiteX0" fmla="*/ 0 w 12686"/>
                <a:gd name="connsiteY0" fmla="*/ 3377181 h 3377180"/>
                <a:gd name="connsiteX1" fmla="*/ 0 w 12686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453461A7-B512-B9D3-9F65-14E477F09402}"/>
                </a:ext>
              </a:extLst>
            </p:cNvPr>
            <p:cNvSpPr/>
            <p:nvPr/>
          </p:nvSpPr>
          <p:spPr>
            <a:xfrm>
              <a:off x="8433056" y="1759800"/>
              <a:ext cx="12686" cy="3377180"/>
            </a:xfrm>
            <a:custGeom>
              <a:avLst/>
              <a:gdLst>
                <a:gd name="connsiteX0" fmla="*/ 0 w 12686"/>
                <a:gd name="connsiteY0" fmla="*/ 3377181 h 3377180"/>
                <a:gd name="connsiteX1" fmla="*/ 0 w 12686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DF6736E1-295A-BDD4-D4F2-F00BF85F2C66}"/>
                </a:ext>
              </a:extLst>
            </p:cNvPr>
            <p:cNvSpPr/>
            <p:nvPr/>
          </p:nvSpPr>
          <p:spPr>
            <a:xfrm>
              <a:off x="3902551" y="5136981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4189AB9-F904-DB3B-ED0B-3146A6C039DC}"/>
                </a:ext>
              </a:extLst>
            </p:cNvPr>
            <p:cNvSpPr/>
            <p:nvPr/>
          </p:nvSpPr>
          <p:spPr>
            <a:xfrm>
              <a:off x="3902551" y="1759800"/>
              <a:ext cx="4530504" cy="12690"/>
            </a:xfrm>
            <a:custGeom>
              <a:avLst/>
              <a:gdLst>
                <a:gd name="connsiteX0" fmla="*/ 0 w 4530504"/>
                <a:gd name="connsiteY0" fmla="*/ 0 h 12690"/>
                <a:gd name="connsiteX1" fmla="*/ 4530505 w 4530504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0504" h="12690">
                  <a:moveTo>
                    <a:pt x="0" y="0"/>
                  </a:moveTo>
                  <a:lnTo>
                    <a:pt x="4530505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30" name="Graphic 2">
              <a:extLst>
                <a:ext uri="{FF2B5EF4-FFF2-40B4-BE49-F238E27FC236}">
                  <a16:creationId xmlns:a16="http://schemas.microsoft.com/office/drawing/2014/main" id="{75F1A1F5-BE1D-D07F-4E8A-0CB56131DF04}"/>
                </a:ext>
              </a:extLst>
            </p:cNvPr>
            <p:cNvGrpSpPr/>
            <p:nvPr/>
          </p:nvGrpSpPr>
          <p:grpSpPr>
            <a:xfrm>
              <a:off x="3965982" y="1823254"/>
              <a:ext cx="1244716" cy="783182"/>
              <a:chOff x="3965982" y="1823254"/>
              <a:chExt cx="1244716" cy="783182"/>
            </a:xfrm>
          </p:grpSpPr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14A370D7-5BDD-D8B9-8EAC-1EF2D7B95BA9}"/>
                  </a:ext>
                </a:extLst>
              </p:cNvPr>
              <p:cNvSpPr/>
              <p:nvPr/>
            </p:nvSpPr>
            <p:spPr>
              <a:xfrm>
                <a:off x="3965982" y="1823254"/>
                <a:ext cx="1244716" cy="783182"/>
              </a:xfrm>
              <a:custGeom>
                <a:avLst/>
                <a:gdLst>
                  <a:gd name="connsiteX0" fmla="*/ 25372 w 1244716"/>
                  <a:gd name="connsiteY0" fmla="*/ 783183 h 783182"/>
                  <a:gd name="connsiteX1" fmla="*/ 1219345 w 1244716"/>
                  <a:gd name="connsiteY1" fmla="*/ 783183 h 783182"/>
                  <a:gd name="connsiteX2" fmla="*/ 1244717 w 1244716"/>
                  <a:gd name="connsiteY2" fmla="*/ 757801 h 783182"/>
                  <a:gd name="connsiteX3" fmla="*/ 1244717 w 1244716"/>
                  <a:gd name="connsiteY3" fmla="*/ 25382 h 783182"/>
                  <a:gd name="connsiteX4" fmla="*/ 1219345 w 1244716"/>
                  <a:gd name="connsiteY4" fmla="*/ 0 h 783182"/>
                  <a:gd name="connsiteX5" fmla="*/ 25372 w 1244716"/>
                  <a:gd name="connsiteY5" fmla="*/ 0 h 783182"/>
                  <a:gd name="connsiteX6" fmla="*/ 0 w 1244716"/>
                  <a:gd name="connsiteY6" fmla="*/ 25382 h 783182"/>
                  <a:gd name="connsiteX7" fmla="*/ 0 w 1244716"/>
                  <a:gd name="connsiteY7" fmla="*/ 757801 h 783182"/>
                  <a:gd name="connsiteX8" fmla="*/ 25372 w 1244716"/>
                  <a:gd name="connsiteY8" fmla="*/ 783183 h 78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4716" h="783182">
                    <a:moveTo>
                      <a:pt x="25372" y="783183"/>
                    </a:moveTo>
                    <a:lnTo>
                      <a:pt x="1219345" y="783183"/>
                    </a:lnTo>
                    <a:cubicBezTo>
                      <a:pt x="1236259" y="783183"/>
                      <a:pt x="1244717" y="774722"/>
                      <a:pt x="1244717" y="757801"/>
                    </a:cubicBezTo>
                    <a:lnTo>
                      <a:pt x="1244717" y="25382"/>
                    </a:lnTo>
                    <a:cubicBezTo>
                      <a:pt x="1244717" y="8461"/>
                      <a:pt x="1236260" y="0"/>
                      <a:pt x="1219345" y="0"/>
                    </a:cubicBezTo>
                    <a:lnTo>
                      <a:pt x="25372" y="0"/>
                    </a:lnTo>
                    <a:cubicBezTo>
                      <a:pt x="8458" y="0"/>
                      <a:pt x="0" y="8461"/>
                      <a:pt x="0" y="25382"/>
                    </a:cubicBezTo>
                    <a:lnTo>
                      <a:pt x="0" y="757801"/>
                    </a:lnTo>
                    <a:cubicBezTo>
                      <a:pt x="0" y="774722"/>
                      <a:pt x="8458" y="783183"/>
                      <a:pt x="25372" y="783183"/>
                    </a:cubicBezTo>
                    <a:close/>
                  </a:path>
                </a:pathLst>
              </a:custGeom>
              <a:solidFill>
                <a:srgbClr val="FFFFFF">
                  <a:alpha val="80000"/>
                </a:srgbClr>
              </a:solidFill>
              <a:ln w="12686" cap="flat">
                <a:solidFill>
                  <a:srgbClr val="CCCCCC">
                    <a:alpha val="80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CB9111E9-C65B-B3C9-34F0-BD7BE15E2276}"/>
                  </a:ext>
                </a:extLst>
              </p:cNvPr>
              <p:cNvSpPr/>
              <p:nvPr/>
            </p:nvSpPr>
            <p:spPr>
              <a:xfrm>
                <a:off x="4016727" y="1926030"/>
                <a:ext cx="253724" cy="12690"/>
              </a:xfrm>
              <a:custGeom>
                <a:avLst/>
                <a:gdLst>
                  <a:gd name="connsiteX0" fmla="*/ 0 w 253724"/>
                  <a:gd name="connsiteY0" fmla="*/ 0 h 12690"/>
                  <a:gd name="connsiteX1" fmla="*/ 126862 w 253724"/>
                  <a:gd name="connsiteY1" fmla="*/ 0 h 12690"/>
                  <a:gd name="connsiteX2" fmla="*/ 253725 w 253724"/>
                  <a:gd name="connsiteY2" fmla="*/ 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3724" h="12690">
                    <a:moveTo>
                      <a:pt x="0" y="0"/>
                    </a:moveTo>
                    <a:lnTo>
                      <a:pt x="126862" y="0"/>
                    </a:lnTo>
                    <a:lnTo>
                      <a:pt x="253725" y="0"/>
                    </a:lnTo>
                  </a:path>
                </a:pathLst>
              </a:custGeom>
              <a:noFill/>
              <a:ln w="19029" cap="flat">
                <a:solidFill>
                  <a:srgbClr val="1F77B4"/>
                </a:solidFill>
                <a:prstDash val="dashDot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grpSp>
            <p:nvGrpSpPr>
              <p:cNvPr id="133" name="Graphic 2">
                <a:extLst>
                  <a:ext uri="{FF2B5EF4-FFF2-40B4-BE49-F238E27FC236}">
                    <a16:creationId xmlns:a16="http://schemas.microsoft.com/office/drawing/2014/main" id="{0F3FCA04-690D-7457-FD7A-D60C79B4943A}"/>
                  </a:ext>
                </a:extLst>
              </p:cNvPr>
              <p:cNvGrpSpPr/>
              <p:nvPr/>
            </p:nvGrpSpPr>
            <p:grpSpPr>
              <a:xfrm>
                <a:off x="4384390" y="1874018"/>
                <a:ext cx="594416" cy="98234"/>
                <a:chOff x="4384390" y="1874018"/>
                <a:chExt cx="594416" cy="98234"/>
              </a:xfrm>
              <a:solidFill>
                <a:srgbClr val="000000"/>
              </a:solidFill>
            </p:grpSpPr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EB668D30-C594-3C17-C104-37CE1DA718E2}"/>
                    </a:ext>
                  </a:extLst>
                </p:cNvPr>
                <p:cNvSpPr/>
                <p:nvPr/>
              </p:nvSpPr>
              <p:spPr>
                <a:xfrm flipV="1">
                  <a:off x="4384390" y="1877924"/>
                  <a:ext cx="65611" cy="92524"/>
                </a:xfrm>
                <a:custGeom>
                  <a:avLst/>
                  <a:gdLst>
                    <a:gd name="connsiteX0" fmla="*/ 10323 w 65611"/>
                    <a:gd name="connsiteY0" fmla="*/ 41901 h 92524"/>
                    <a:gd name="connsiteX1" fmla="*/ 10323 w 65611"/>
                    <a:gd name="connsiteY1" fmla="*/ 8013 h 92524"/>
                    <a:gd name="connsiteX2" fmla="*/ 30403 w 65611"/>
                    <a:gd name="connsiteY2" fmla="*/ 8013 h 92524"/>
                    <a:gd name="connsiteX3" fmla="*/ 45349 w 65611"/>
                    <a:gd name="connsiteY3" fmla="*/ 12197 h 92524"/>
                    <a:gd name="connsiteX4" fmla="*/ 50225 w 65611"/>
                    <a:gd name="connsiteY4" fmla="*/ 24987 h 92524"/>
                    <a:gd name="connsiteX5" fmla="*/ 45349 w 65611"/>
                    <a:gd name="connsiteY5" fmla="*/ 37777 h 92524"/>
                    <a:gd name="connsiteX6" fmla="*/ 30403 w 65611"/>
                    <a:gd name="connsiteY6" fmla="*/ 41901 h 92524"/>
                    <a:gd name="connsiteX7" fmla="*/ 10323 w 65611"/>
                    <a:gd name="connsiteY7" fmla="*/ 41901 h 92524"/>
                    <a:gd name="connsiteX8" fmla="*/ 10323 w 65611"/>
                    <a:gd name="connsiteY8" fmla="*/ 79954 h 92524"/>
                    <a:gd name="connsiteX9" fmla="*/ 10323 w 65611"/>
                    <a:gd name="connsiteY9" fmla="*/ 52074 h 92524"/>
                    <a:gd name="connsiteX10" fmla="*/ 28857 w 65611"/>
                    <a:gd name="connsiteY10" fmla="*/ 52074 h 92524"/>
                    <a:gd name="connsiteX11" fmla="*/ 42494 w 65611"/>
                    <a:gd name="connsiteY11" fmla="*/ 55504 h 92524"/>
                    <a:gd name="connsiteX12" fmla="*/ 46994 w 65611"/>
                    <a:gd name="connsiteY12" fmla="*/ 66014 h 92524"/>
                    <a:gd name="connsiteX13" fmla="*/ 42494 w 65611"/>
                    <a:gd name="connsiteY13" fmla="*/ 76484 h 92524"/>
                    <a:gd name="connsiteX14" fmla="*/ 28857 w 65611"/>
                    <a:gd name="connsiteY14" fmla="*/ 79954 h 92524"/>
                    <a:gd name="connsiteX15" fmla="*/ 10323 w 65611"/>
                    <a:gd name="connsiteY15" fmla="*/ 79954 h 92524"/>
                    <a:gd name="connsiteX16" fmla="*/ -2185 w 65611"/>
                    <a:gd name="connsiteY16" fmla="*/ 90245 h 92524"/>
                    <a:gd name="connsiteX17" fmla="*/ 29788 w 65611"/>
                    <a:gd name="connsiteY17" fmla="*/ 90245 h 92524"/>
                    <a:gd name="connsiteX18" fmla="*/ 51831 w 65611"/>
                    <a:gd name="connsiteY18" fmla="*/ 84297 h 92524"/>
                    <a:gd name="connsiteX19" fmla="*/ 59581 w 65611"/>
                    <a:gd name="connsiteY19" fmla="*/ 67382 h 92524"/>
                    <a:gd name="connsiteX20" fmla="*/ 55617 w 65611"/>
                    <a:gd name="connsiteY20" fmla="*/ 53858 h 92524"/>
                    <a:gd name="connsiteX21" fmla="*/ 43961 w 65611"/>
                    <a:gd name="connsiteY21" fmla="*/ 47612 h 92524"/>
                    <a:gd name="connsiteX22" fmla="*/ 58313 w 65611"/>
                    <a:gd name="connsiteY22" fmla="*/ 39324 h 92524"/>
                    <a:gd name="connsiteX23" fmla="*/ 63427 w 65611"/>
                    <a:gd name="connsiteY23" fmla="*/ 23619 h 92524"/>
                    <a:gd name="connsiteX24" fmla="*/ 55002 w 65611"/>
                    <a:gd name="connsiteY24" fmla="*/ 4463 h 92524"/>
                    <a:gd name="connsiteX25" fmla="*/ 31017 w 65611"/>
                    <a:gd name="connsiteY25" fmla="*/ -2279 h 92524"/>
                    <a:gd name="connsiteX26" fmla="*/ -2185 w 65611"/>
                    <a:gd name="connsiteY26" fmla="*/ -2279 h 92524"/>
                    <a:gd name="connsiteX27" fmla="*/ -2185 w 65611"/>
                    <a:gd name="connsiteY27" fmla="*/ 90245 h 92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65611" h="92524">
                      <a:moveTo>
                        <a:pt x="10323" y="41901"/>
                      </a:moveTo>
                      <a:lnTo>
                        <a:pt x="10323" y="8013"/>
                      </a:lnTo>
                      <a:lnTo>
                        <a:pt x="30403" y="8013"/>
                      </a:lnTo>
                      <a:cubicBezTo>
                        <a:pt x="37129" y="8013"/>
                        <a:pt x="42111" y="9408"/>
                        <a:pt x="45349" y="12197"/>
                      </a:cubicBezTo>
                      <a:cubicBezTo>
                        <a:pt x="48600" y="14986"/>
                        <a:pt x="50225" y="19250"/>
                        <a:pt x="50225" y="24987"/>
                      </a:cubicBezTo>
                      <a:cubicBezTo>
                        <a:pt x="50225" y="30777"/>
                        <a:pt x="48600" y="35040"/>
                        <a:pt x="45349" y="37777"/>
                      </a:cubicBezTo>
                      <a:cubicBezTo>
                        <a:pt x="42111" y="40527"/>
                        <a:pt x="37129" y="41901"/>
                        <a:pt x="30403" y="41901"/>
                      </a:cubicBezTo>
                      <a:lnTo>
                        <a:pt x="10323" y="41901"/>
                      </a:lnTo>
                      <a:close/>
                      <a:moveTo>
                        <a:pt x="10323" y="79954"/>
                      </a:moveTo>
                      <a:lnTo>
                        <a:pt x="10323" y="52074"/>
                      </a:lnTo>
                      <a:lnTo>
                        <a:pt x="28857" y="52074"/>
                      </a:lnTo>
                      <a:cubicBezTo>
                        <a:pt x="34962" y="52074"/>
                        <a:pt x="39508" y="53217"/>
                        <a:pt x="42494" y="55504"/>
                      </a:cubicBezTo>
                      <a:cubicBezTo>
                        <a:pt x="45494" y="57805"/>
                        <a:pt x="46994" y="61308"/>
                        <a:pt x="46994" y="66014"/>
                      </a:cubicBezTo>
                      <a:cubicBezTo>
                        <a:pt x="46994" y="70680"/>
                        <a:pt x="45494" y="74170"/>
                        <a:pt x="42494" y="76484"/>
                      </a:cubicBezTo>
                      <a:cubicBezTo>
                        <a:pt x="39508" y="78797"/>
                        <a:pt x="34962" y="79954"/>
                        <a:pt x="28857" y="79954"/>
                      </a:cubicBezTo>
                      <a:lnTo>
                        <a:pt x="10323" y="79954"/>
                      </a:lnTo>
                      <a:close/>
                      <a:moveTo>
                        <a:pt x="-2185" y="90245"/>
                      </a:moveTo>
                      <a:lnTo>
                        <a:pt x="29788" y="90245"/>
                      </a:lnTo>
                      <a:cubicBezTo>
                        <a:pt x="39330" y="90245"/>
                        <a:pt x="46677" y="88263"/>
                        <a:pt x="51831" y="84297"/>
                      </a:cubicBezTo>
                      <a:cubicBezTo>
                        <a:pt x="56998" y="80331"/>
                        <a:pt x="59581" y="74693"/>
                        <a:pt x="59581" y="67382"/>
                      </a:cubicBezTo>
                      <a:cubicBezTo>
                        <a:pt x="59581" y="61711"/>
                        <a:pt x="58260" y="57203"/>
                        <a:pt x="55617" y="53858"/>
                      </a:cubicBezTo>
                      <a:cubicBezTo>
                        <a:pt x="52974" y="50514"/>
                        <a:pt x="49089" y="48432"/>
                        <a:pt x="43961" y="47612"/>
                      </a:cubicBezTo>
                      <a:cubicBezTo>
                        <a:pt x="50119" y="46290"/>
                        <a:pt x="54903" y="43527"/>
                        <a:pt x="58313" y="39324"/>
                      </a:cubicBezTo>
                      <a:cubicBezTo>
                        <a:pt x="61722" y="35133"/>
                        <a:pt x="63427" y="29898"/>
                        <a:pt x="63427" y="23619"/>
                      </a:cubicBezTo>
                      <a:cubicBezTo>
                        <a:pt x="63427" y="15356"/>
                        <a:pt x="60619" y="8971"/>
                        <a:pt x="55002" y="4463"/>
                      </a:cubicBezTo>
                      <a:cubicBezTo>
                        <a:pt x="49386" y="-31"/>
                        <a:pt x="41391" y="-2279"/>
                        <a:pt x="31017" y="-2279"/>
                      </a:cubicBezTo>
                      <a:lnTo>
                        <a:pt x="-2185" y="-2279"/>
                      </a:lnTo>
                      <a:lnTo>
                        <a:pt x="-2185" y="902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35" name="Freeform: Shape 134">
                  <a:extLst>
                    <a:ext uri="{FF2B5EF4-FFF2-40B4-BE49-F238E27FC236}">
                      <a16:creationId xmlns:a16="http://schemas.microsoft.com/office/drawing/2014/main" id="{8FAC35E8-119B-8E12-F7EC-1F9CA3B00678}"/>
                    </a:ext>
                  </a:extLst>
                </p:cNvPr>
                <p:cNvSpPr/>
                <p:nvPr/>
              </p:nvSpPr>
              <p:spPr>
                <a:xfrm flipV="1">
                  <a:off x="4466585" y="1899380"/>
                  <a:ext cx="58614" cy="72873"/>
                </a:xfrm>
                <a:custGeom>
                  <a:avLst/>
                  <a:gdLst>
                    <a:gd name="connsiteX0" fmla="*/ 34120 w 58614"/>
                    <a:gd name="connsiteY0" fmla="*/ 34993 h 72873"/>
                    <a:gd name="connsiteX1" fmla="*/ 14972 w 58614"/>
                    <a:gd name="connsiteY1" fmla="*/ 31840 h 72873"/>
                    <a:gd name="connsiteX2" fmla="*/ 9640 w 58614"/>
                    <a:gd name="connsiteY2" fmla="*/ 21053 h 72873"/>
                    <a:gd name="connsiteX3" fmla="*/ 13644 w 58614"/>
                    <a:gd name="connsiteY3" fmla="*/ 11416 h 72873"/>
                    <a:gd name="connsiteX4" fmla="*/ 24506 w 58614"/>
                    <a:gd name="connsiteY4" fmla="*/ 7867 h 72873"/>
                    <a:gd name="connsiteX5" fmla="*/ 39730 w 58614"/>
                    <a:gd name="connsiteY5" fmla="*/ 14589 h 72873"/>
                    <a:gd name="connsiteX6" fmla="*/ 45458 w 58614"/>
                    <a:gd name="connsiteY6" fmla="*/ 32455 h 72873"/>
                    <a:gd name="connsiteX7" fmla="*/ 45458 w 58614"/>
                    <a:gd name="connsiteY7" fmla="*/ 34993 h 72873"/>
                    <a:gd name="connsiteX8" fmla="*/ 34120 w 58614"/>
                    <a:gd name="connsiteY8" fmla="*/ 34993 h 72873"/>
                    <a:gd name="connsiteX9" fmla="*/ 56856 w 58614"/>
                    <a:gd name="connsiteY9" fmla="*/ 39713 h 72873"/>
                    <a:gd name="connsiteX10" fmla="*/ 56856 w 58614"/>
                    <a:gd name="connsiteY10" fmla="*/ 113 h 72873"/>
                    <a:gd name="connsiteX11" fmla="*/ 45458 w 58614"/>
                    <a:gd name="connsiteY11" fmla="*/ 113 h 72873"/>
                    <a:gd name="connsiteX12" fmla="*/ 45458 w 58614"/>
                    <a:gd name="connsiteY12" fmla="*/ 10643 h 72873"/>
                    <a:gd name="connsiteX13" fmla="*/ 35726 w 58614"/>
                    <a:gd name="connsiteY13" fmla="*/ 1323 h 72873"/>
                    <a:gd name="connsiteX14" fmla="*/ 21474 w 58614"/>
                    <a:gd name="connsiteY14" fmla="*/ -1691 h 72873"/>
                    <a:gd name="connsiteX15" fmla="*/ 4526 w 58614"/>
                    <a:gd name="connsiteY15" fmla="*/ 4297 h 72873"/>
                    <a:gd name="connsiteX16" fmla="*/ -1758 w 58614"/>
                    <a:gd name="connsiteY16" fmla="*/ 20319 h 72873"/>
                    <a:gd name="connsiteX17" fmla="*/ 6072 w 58614"/>
                    <a:gd name="connsiteY17" fmla="*/ 37968 h 72873"/>
                    <a:gd name="connsiteX18" fmla="*/ 29462 w 58614"/>
                    <a:gd name="connsiteY18" fmla="*/ 43916 h 72873"/>
                    <a:gd name="connsiteX19" fmla="*/ 45458 w 58614"/>
                    <a:gd name="connsiteY19" fmla="*/ 43916 h 72873"/>
                    <a:gd name="connsiteX20" fmla="*/ 45458 w 58614"/>
                    <a:gd name="connsiteY20" fmla="*/ 45047 h 72873"/>
                    <a:gd name="connsiteX21" fmla="*/ 40285 w 58614"/>
                    <a:gd name="connsiteY21" fmla="*/ 57222 h 72873"/>
                    <a:gd name="connsiteX22" fmla="*/ 25755 w 58614"/>
                    <a:gd name="connsiteY22" fmla="*/ 61525 h 72873"/>
                    <a:gd name="connsiteX23" fmla="*/ 14159 w 58614"/>
                    <a:gd name="connsiteY23" fmla="*/ 60097 h 72873"/>
                    <a:gd name="connsiteX24" fmla="*/ 3336 w 58614"/>
                    <a:gd name="connsiteY24" fmla="*/ 55814 h 72873"/>
                    <a:gd name="connsiteX25" fmla="*/ 3336 w 58614"/>
                    <a:gd name="connsiteY25" fmla="*/ 66363 h 72873"/>
                    <a:gd name="connsiteX26" fmla="*/ 15467 w 58614"/>
                    <a:gd name="connsiteY26" fmla="*/ 69972 h 72873"/>
                    <a:gd name="connsiteX27" fmla="*/ 26925 w 58614"/>
                    <a:gd name="connsiteY27" fmla="*/ 71182 h 72873"/>
                    <a:gd name="connsiteX28" fmla="*/ 49423 w 58614"/>
                    <a:gd name="connsiteY28" fmla="*/ 63369 h 72873"/>
                    <a:gd name="connsiteX29" fmla="*/ 56856 w 58614"/>
                    <a:gd name="connsiteY29" fmla="*/ 39713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58614" h="72873">
                      <a:moveTo>
                        <a:pt x="34120" y="34993"/>
                      </a:moveTo>
                      <a:cubicBezTo>
                        <a:pt x="24909" y="34993"/>
                        <a:pt x="18527" y="33942"/>
                        <a:pt x="14972" y="31840"/>
                      </a:cubicBezTo>
                      <a:cubicBezTo>
                        <a:pt x="11417" y="29738"/>
                        <a:pt x="9640" y="26143"/>
                        <a:pt x="9640" y="21053"/>
                      </a:cubicBezTo>
                      <a:cubicBezTo>
                        <a:pt x="9640" y="17008"/>
                        <a:pt x="10974" y="13796"/>
                        <a:pt x="13644" y="11416"/>
                      </a:cubicBezTo>
                      <a:cubicBezTo>
                        <a:pt x="16313" y="9050"/>
                        <a:pt x="19934" y="7867"/>
                        <a:pt x="24506" y="7867"/>
                      </a:cubicBezTo>
                      <a:cubicBezTo>
                        <a:pt x="30836" y="7867"/>
                        <a:pt x="35911" y="10107"/>
                        <a:pt x="39730" y="14589"/>
                      </a:cubicBezTo>
                      <a:cubicBezTo>
                        <a:pt x="43549" y="19070"/>
                        <a:pt x="45458" y="25026"/>
                        <a:pt x="45458" y="32455"/>
                      </a:cubicBezTo>
                      <a:lnTo>
                        <a:pt x="45458" y="34993"/>
                      </a:lnTo>
                      <a:lnTo>
                        <a:pt x="34120" y="34993"/>
                      </a:lnTo>
                      <a:close/>
                      <a:moveTo>
                        <a:pt x="56856" y="39713"/>
                      </a:moveTo>
                      <a:lnTo>
                        <a:pt x="56856" y="113"/>
                      </a:lnTo>
                      <a:lnTo>
                        <a:pt x="45458" y="113"/>
                      </a:lnTo>
                      <a:lnTo>
                        <a:pt x="45458" y="10643"/>
                      </a:lnTo>
                      <a:cubicBezTo>
                        <a:pt x="42855" y="6439"/>
                        <a:pt x="39611" y="3332"/>
                        <a:pt x="35726" y="1323"/>
                      </a:cubicBezTo>
                      <a:cubicBezTo>
                        <a:pt x="31841" y="-686"/>
                        <a:pt x="27090" y="-1691"/>
                        <a:pt x="21474" y="-1691"/>
                      </a:cubicBezTo>
                      <a:cubicBezTo>
                        <a:pt x="14377" y="-1691"/>
                        <a:pt x="8728" y="305"/>
                        <a:pt x="4526" y="4297"/>
                      </a:cubicBezTo>
                      <a:cubicBezTo>
                        <a:pt x="336" y="8290"/>
                        <a:pt x="-1758" y="13630"/>
                        <a:pt x="-1758" y="20319"/>
                      </a:cubicBezTo>
                      <a:cubicBezTo>
                        <a:pt x="-1758" y="28119"/>
                        <a:pt x="852" y="34002"/>
                        <a:pt x="6072" y="37968"/>
                      </a:cubicBezTo>
                      <a:cubicBezTo>
                        <a:pt x="11305" y="41934"/>
                        <a:pt x="19101" y="43916"/>
                        <a:pt x="29462" y="43916"/>
                      </a:cubicBezTo>
                      <a:lnTo>
                        <a:pt x="45458" y="43916"/>
                      </a:lnTo>
                      <a:lnTo>
                        <a:pt x="45458" y="45047"/>
                      </a:lnTo>
                      <a:cubicBezTo>
                        <a:pt x="45458" y="50295"/>
                        <a:pt x="43734" y="54353"/>
                        <a:pt x="40285" y="57222"/>
                      </a:cubicBezTo>
                      <a:cubicBezTo>
                        <a:pt x="36836" y="60091"/>
                        <a:pt x="31993" y="61525"/>
                        <a:pt x="25755" y="61525"/>
                      </a:cubicBezTo>
                      <a:cubicBezTo>
                        <a:pt x="21791" y="61525"/>
                        <a:pt x="17925" y="61049"/>
                        <a:pt x="14159" y="60097"/>
                      </a:cubicBezTo>
                      <a:cubicBezTo>
                        <a:pt x="10406" y="59145"/>
                        <a:pt x="6798" y="57718"/>
                        <a:pt x="3336" y="55814"/>
                      </a:cubicBezTo>
                      <a:lnTo>
                        <a:pt x="3336" y="66363"/>
                      </a:lnTo>
                      <a:cubicBezTo>
                        <a:pt x="7499" y="67976"/>
                        <a:pt x="11543" y="69179"/>
                        <a:pt x="15467" y="69972"/>
                      </a:cubicBezTo>
                      <a:cubicBezTo>
                        <a:pt x="19392" y="70779"/>
                        <a:pt x="23211" y="71182"/>
                        <a:pt x="26925" y="71182"/>
                      </a:cubicBezTo>
                      <a:cubicBezTo>
                        <a:pt x="36968" y="71182"/>
                        <a:pt x="44467" y="68578"/>
                        <a:pt x="49423" y="63369"/>
                      </a:cubicBezTo>
                      <a:cubicBezTo>
                        <a:pt x="54378" y="58174"/>
                        <a:pt x="56856" y="50288"/>
                        <a:pt x="56856" y="397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78AF0C22-26D7-CCE2-B221-489828A88098}"/>
                    </a:ext>
                  </a:extLst>
                </p:cNvPr>
                <p:cNvSpPr/>
                <p:nvPr/>
              </p:nvSpPr>
              <p:spPr>
                <a:xfrm flipV="1">
                  <a:off x="4543592" y="1899380"/>
                  <a:ext cx="53024" cy="72873"/>
                </a:xfrm>
                <a:custGeom>
                  <a:avLst/>
                  <a:gdLst>
                    <a:gd name="connsiteX0" fmla="*/ 47724 w 53024"/>
                    <a:gd name="connsiteY0" fmla="*/ 67474 h 72873"/>
                    <a:gd name="connsiteX1" fmla="*/ 47724 w 53024"/>
                    <a:gd name="connsiteY1" fmla="*/ 56687 h 72873"/>
                    <a:gd name="connsiteX2" fmla="*/ 37694 w 53024"/>
                    <a:gd name="connsiteY2" fmla="*/ 60395 h 72873"/>
                    <a:gd name="connsiteX3" fmla="*/ 26910 w 53024"/>
                    <a:gd name="connsiteY3" fmla="*/ 61644 h 72873"/>
                    <a:gd name="connsiteX4" fmla="*/ 14184 w 53024"/>
                    <a:gd name="connsiteY4" fmla="*/ 59046 h 72873"/>
                    <a:gd name="connsiteX5" fmla="*/ 9942 w 53024"/>
                    <a:gd name="connsiteY5" fmla="*/ 51234 h 72873"/>
                    <a:gd name="connsiteX6" fmla="*/ 12975 w 53024"/>
                    <a:gd name="connsiteY6" fmla="*/ 45007 h 72873"/>
                    <a:gd name="connsiteX7" fmla="*/ 25186 w 53024"/>
                    <a:gd name="connsiteY7" fmla="*/ 40704 h 72873"/>
                    <a:gd name="connsiteX8" fmla="*/ 29091 w 53024"/>
                    <a:gd name="connsiteY8" fmla="*/ 39832 h 72873"/>
                    <a:gd name="connsiteX9" fmla="*/ 46336 w 53024"/>
                    <a:gd name="connsiteY9" fmla="*/ 32495 h 72873"/>
                    <a:gd name="connsiteX10" fmla="*/ 51450 w 53024"/>
                    <a:gd name="connsiteY10" fmla="*/ 19269 h 72873"/>
                    <a:gd name="connsiteX11" fmla="*/ 43799 w 53024"/>
                    <a:gd name="connsiteY11" fmla="*/ 3940 h 72873"/>
                    <a:gd name="connsiteX12" fmla="*/ 22767 w 53024"/>
                    <a:gd name="connsiteY12" fmla="*/ -1691 h 72873"/>
                    <a:gd name="connsiteX13" fmla="*/ 11152 w 53024"/>
                    <a:gd name="connsiteY13" fmla="*/ -601 h 72873"/>
                    <a:gd name="connsiteX14" fmla="*/ -1574 w 53024"/>
                    <a:gd name="connsiteY14" fmla="*/ 2651 h 72873"/>
                    <a:gd name="connsiteX15" fmla="*/ -1574 w 53024"/>
                    <a:gd name="connsiteY15" fmla="*/ 14430 h 72873"/>
                    <a:gd name="connsiteX16" fmla="*/ 10874 w 53024"/>
                    <a:gd name="connsiteY16" fmla="*/ 9493 h 72873"/>
                    <a:gd name="connsiteX17" fmla="*/ 23025 w 53024"/>
                    <a:gd name="connsiteY17" fmla="*/ 7867 h 72873"/>
                    <a:gd name="connsiteX18" fmla="*/ 35394 w 53024"/>
                    <a:gd name="connsiteY18" fmla="*/ 10623 h 72873"/>
                    <a:gd name="connsiteX19" fmla="*/ 39735 w 53024"/>
                    <a:gd name="connsiteY19" fmla="*/ 18396 h 72873"/>
                    <a:gd name="connsiteX20" fmla="*/ 36603 w 53024"/>
                    <a:gd name="connsiteY20" fmla="*/ 25515 h 72873"/>
                    <a:gd name="connsiteX21" fmla="*/ 22886 w 53024"/>
                    <a:gd name="connsiteY21" fmla="*/ 30294 h 72873"/>
                    <a:gd name="connsiteX22" fmla="*/ 18922 w 53024"/>
                    <a:gd name="connsiteY22" fmla="*/ 31226 h 72873"/>
                    <a:gd name="connsiteX23" fmla="*/ 3619 w 53024"/>
                    <a:gd name="connsiteY23" fmla="*/ 38067 h 72873"/>
                    <a:gd name="connsiteX24" fmla="*/ -1079 w 53024"/>
                    <a:gd name="connsiteY24" fmla="*/ 50738 h 72873"/>
                    <a:gd name="connsiteX25" fmla="*/ 5859 w 53024"/>
                    <a:gd name="connsiteY25" fmla="*/ 65848 h 72873"/>
                    <a:gd name="connsiteX26" fmla="*/ 25562 w 53024"/>
                    <a:gd name="connsiteY26" fmla="*/ 71182 h 72873"/>
                    <a:gd name="connsiteX27" fmla="*/ 37436 w 53024"/>
                    <a:gd name="connsiteY27" fmla="*/ 70250 h 72873"/>
                    <a:gd name="connsiteX28" fmla="*/ 47724 w 53024"/>
                    <a:gd name="connsiteY28" fmla="*/ 67474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3024" h="72873">
                      <a:moveTo>
                        <a:pt x="47724" y="67474"/>
                      </a:moveTo>
                      <a:lnTo>
                        <a:pt x="47724" y="56687"/>
                      </a:lnTo>
                      <a:cubicBezTo>
                        <a:pt x="44512" y="58339"/>
                        <a:pt x="41169" y="59575"/>
                        <a:pt x="37694" y="60395"/>
                      </a:cubicBezTo>
                      <a:cubicBezTo>
                        <a:pt x="34231" y="61228"/>
                        <a:pt x="30637" y="61644"/>
                        <a:pt x="26910" y="61644"/>
                      </a:cubicBezTo>
                      <a:cubicBezTo>
                        <a:pt x="21254" y="61644"/>
                        <a:pt x="17012" y="60778"/>
                        <a:pt x="14184" y="59046"/>
                      </a:cubicBezTo>
                      <a:cubicBezTo>
                        <a:pt x="11356" y="57315"/>
                        <a:pt x="9942" y="54710"/>
                        <a:pt x="9942" y="51234"/>
                      </a:cubicBezTo>
                      <a:cubicBezTo>
                        <a:pt x="9942" y="48590"/>
                        <a:pt x="10953" y="46514"/>
                        <a:pt x="12975" y="45007"/>
                      </a:cubicBezTo>
                      <a:cubicBezTo>
                        <a:pt x="14997" y="43500"/>
                        <a:pt x="19067" y="42066"/>
                        <a:pt x="25186" y="40704"/>
                      </a:cubicBezTo>
                      <a:lnTo>
                        <a:pt x="29091" y="39832"/>
                      </a:lnTo>
                      <a:cubicBezTo>
                        <a:pt x="37178" y="38100"/>
                        <a:pt x="42927" y="35654"/>
                        <a:pt x="46336" y="32495"/>
                      </a:cubicBezTo>
                      <a:cubicBezTo>
                        <a:pt x="49745" y="29335"/>
                        <a:pt x="51450" y="24927"/>
                        <a:pt x="51450" y="19269"/>
                      </a:cubicBezTo>
                      <a:cubicBezTo>
                        <a:pt x="51450" y="12817"/>
                        <a:pt x="48900" y="7708"/>
                        <a:pt x="43799" y="3940"/>
                      </a:cubicBezTo>
                      <a:cubicBezTo>
                        <a:pt x="38698" y="186"/>
                        <a:pt x="31687" y="-1691"/>
                        <a:pt x="22767" y="-1691"/>
                      </a:cubicBezTo>
                      <a:cubicBezTo>
                        <a:pt x="19054" y="-1691"/>
                        <a:pt x="15182" y="-1328"/>
                        <a:pt x="11152" y="-601"/>
                      </a:cubicBezTo>
                      <a:cubicBezTo>
                        <a:pt x="7121" y="127"/>
                        <a:pt x="2879" y="1211"/>
                        <a:pt x="-1574" y="2651"/>
                      </a:cubicBezTo>
                      <a:lnTo>
                        <a:pt x="-1574" y="14430"/>
                      </a:lnTo>
                      <a:cubicBezTo>
                        <a:pt x="2641" y="12236"/>
                        <a:pt x="6791" y="10590"/>
                        <a:pt x="10874" y="9493"/>
                      </a:cubicBezTo>
                      <a:cubicBezTo>
                        <a:pt x="14957" y="8409"/>
                        <a:pt x="19008" y="7867"/>
                        <a:pt x="23025" y="7867"/>
                      </a:cubicBezTo>
                      <a:cubicBezTo>
                        <a:pt x="28390" y="7867"/>
                        <a:pt x="32513" y="8785"/>
                        <a:pt x="35394" y="10623"/>
                      </a:cubicBezTo>
                      <a:cubicBezTo>
                        <a:pt x="38288" y="12460"/>
                        <a:pt x="39735" y="15051"/>
                        <a:pt x="39735" y="18396"/>
                      </a:cubicBezTo>
                      <a:cubicBezTo>
                        <a:pt x="39735" y="21489"/>
                        <a:pt x="38691" y="23862"/>
                        <a:pt x="36603" y="25515"/>
                      </a:cubicBezTo>
                      <a:cubicBezTo>
                        <a:pt x="34529" y="27167"/>
                        <a:pt x="29956" y="28760"/>
                        <a:pt x="22886" y="30294"/>
                      </a:cubicBezTo>
                      <a:lnTo>
                        <a:pt x="18922" y="31226"/>
                      </a:lnTo>
                      <a:cubicBezTo>
                        <a:pt x="11865" y="32706"/>
                        <a:pt x="6764" y="34987"/>
                        <a:pt x="3619" y="38067"/>
                      </a:cubicBezTo>
                      <a:cubicBezTo>
                        <a:pt x="487" y="41147"/>
                        <a:pt x="-1079" y="45371"/>
                        <a:pt x="-1079" y="50738"/>
                      </a:cubicBezTo>
                      <a:cubicBezTo>
                        <a:pt x="-1079" y="57268"/>
                        <a:pt x="1234" y="62305"/>
                        <a:pt x="5859" y="65848"/>
                      </a:cubicBezTo>
                      <a:cubicBezTo>
                        <a:pt x="10484" y="69404"/>
                        <a:pt x="17052" y="71182"/>
                        <a:pt x="25562" y="71182"/>
                      </a:cubicBezTo>
                      <a:cubicBezTo>
                        <a:pt x="29765" y="71182"/>
                        <a:pt x="33723" y="70871"/>
                        <a:pt x="37436" y="70250"/>
                      </a:cubicBezTo>
                      <a:cubicBezTo>
                        <a:pt x="41162" y="69642"/>
                        <a:pt x="44592" y="68716"/>
                        <a:pt x="47724" y="6747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D3BC853F-9F00-1401-9E08-9B98458AB03B}"/>
                    </a:ext>
                  </a:extLst>
                </p:cNvPr>
                <p:cNvSpPr/>
                <p:nvPr/>
              </p:nvSpPr>
              <p:spPr>
                <a:xfrm flipV="1">
                  <a:off x="4609806" y="1899380"/>
                  <a:ext cx="64303" cy="72873"/>
                </a:xfrm>
                <a:custGeom>
                  <a:avLst/>
                  <a:gdLst>
                    <a:gd name="connsiteX0" fmla="*/ 62444 w 64303"/>
                    <a:gd name="connsiteY0" fmla="*/ 37670 h 72873"/>
                    <a:gd name="connsiteX1" fmla="*/ 62444 w 64303"/>
                    <a:gd name="connsiteY1" fmla="*/ 32098 h 72873"/>
                    <a:gd name="connsiteX2" fmla="*/ 10034 w 64303"/>
                    <a:gd name="connsiteY2" fmla="*/ 32098 h 72873"/>
                    <a:gd name="connsiteX3" fmla="*/ 17131 w 64303"/>
                    <a:gd name="connsiteY3" fmla="*/ 14153 h 72873"/>
                    <a:gd name="connsiteX4" fmla="*/ 34812 w 64303"/>
                    <a:gd name="connsiteY4" fmla="*/ 7986 h 72873"/>
                    <a:gd name="connsiteX5" fmla="*/ 47538 w 64303"/>
                    <a:gd name="connsiteY5" fmla="*/ 9592 h 72873"/>
                    <a:gd name="connsiteX6" fmla="*/ 59788 w 64303"/>
                    <a:gd name="connsiteY6" fmla="*/ 14430 h 72873"/>
                    <a:gd name="connsiteX7" fmla="*/ 59788 w 64303"/>
                    <a:gd name="connsiteY7" fmla="*/ 3643 h 72873"/>
                    <a:gd name="connsiteX8" fmla="*/ 47201 w 64303"/>
                    <a:gd name="connsiteY8" fmla="*/ -323 h 72873"/>
                    <a:gd name="connsiteX9" fmla="*/ 34138 w 64303"/>
                    <a:gd name="connsiteY9" fmla="*/ -1691 h 72873"/>
                    <a:gd name="connsiteX10" fmla="*/ 7834 w 64303"/>
                    <a:gd name="connsiteY10" fmla="*/ 7966 h 72873"/>
                    <a:gd name="connsiteX11" fmla="*/ -1859 w 64303"/>
                    <a:gd name="connsiteY11" fmla="*/ 34141 h 72873"/>
                    <a:gd name="connsiteX12" fmla="*/ 7338 w 64303"/>
                    <a:gd name="connsiteY12" fmla="*/ 61168 h 72873"/>
                    <a:gd name="connsiteX13" fmla="*/ 32156 w 64303"/>
                    <a:gd name="connsiteY13" fmla="*/ 71182 h 72873"/>
                    <a:gd name="connsiteX14" fmla="*/ 54297 w 64303"/>
                    <a:gd name="connsiteY14" fmla="*/ 62160 h 72873"/>
                    <a:gd name="connsiteX15" fmla="*/ 62444 w 64303"/>
                    <a:gd name="connsiteY15" fmla="*/ 37670 h 72873"/>
                    <a:gd name="connsiteX16" fmla="*/ 51046 w 64303"/>
                    <a:gd name="connsiteY16" fmla="*/ 41021 h 72873"/>
                    <a:gd name="connsiteX17" fmla="*/ 45813 w 64303"/>
                    <a:gd name="connsiteY17" fmla="*/ 55933 h 72873"/>
                    <a:gd name="connsiteX18" fmla="*/ 32275 w 64303"/>
                    <a:gd name="connsiteY18" fmla="*/ 61525 h 72873"/>
                    <a:gd name="connsiteX19" fmla="*/ 17012 w 64303"/>
                    <a:gd name="connsiteY19" fmla="*/ 56131 h 72873"/>
                    <a:gd name="connsiteX20" fmla="*/ 10411 w 64303"/>
                    <a:gd name="connsiteY20" fmla="*/ 40942 h 72873"/>
                    <a:gd name="connsiteX21" fmla="*/ 51046 w 64303"/>
                    <a:gd name="connsiteY21" fmla="*/ 41021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303" h="72873">
                      <a:moveTo>
                        <a:pt x="62444" y="37670"/>
                      </a:moveTo>
                      <a:lnTo>
                        <a:pt x="62444" y="32098"/>
                      </a:lnTo>
                      <a:lnTo>
                        <a:pt x="10034" y="32098"/>
                      </a:lnTo>
                      <a:cubicBezTo>
                        <a:pt x="10536" y="24246"/>
                        <a:pt x="12902" y="18264"/>
                        <a:pt x="17131" y="14153"/>
                      </a:cubicBezTo>
                      <a:cubicBezTo>
                        <a:pt x="21359" y="10041"/>
                        <a:pt x="27253" y="7986"/>
                        <a:pt x="34812" y="7986"/>
                      </a:cubicBezTo>
                      <a:cubicBezTo>
                        <a:pt x="39186" y="7986"/>
                        <a:pt x="43428" y="8521"/>
                        <a:pt x="47538" y="9592"/>
                      </a:cubicBezTo>
                      <a:cubicBezTo>
                        <a:pt x="51648" y="10663"/>
                        <a:pt x="55731" y="12275"/>
                        <a:pt x="59788" y="14430"/>
                      </a:cubicBezTo>
                      <a:lnTo>
                        <a:pt x="59788" y="3643"/>
                      </a:lnTo>
                      <a:cubicBezTo>
                        <a:pt x="55691" y="1911"/>
                        <a:pt x="51496" y="589"/>
                        <a:pt x="47201" y="-323"/>
                      </a:cubicBezTo>
                      <a:cubicBezTo>
                        <a:pt x="42906" y="-1235"/>
                        <a:pt x="38552" y="-1691"/>
                        <a:pt x="34138" y="-1691"/>
                      </a:cubicBezTo>
                      <a:cubicBezTo>
                        <a:pt x="23064" y="-1691"/>
                        <a:pt x="14296" y="1528"/>
                        <a:pt x="7834" y="7966"/>
                      </a:cubicBezTo>
                      <a:cubicBezTo>
                        <a:pt x="1372" y="14417"/>
                        <a:pt x="-1859" y="23142"/>
                        <a:pt x="-1859" y="34141"/>
                      </a:cubicBezTo>
                      <a:cubicBezTo>
                        <a:pt x="-1859" y="45496"/>
                        <a:pt x="1207" y="54505"/>
                        <a:pt x="7338" y="61168"/>
                      </a:cubicBezTo>
                      <a:cubicBezTo>
                        <a:pt x="13470" y="67844"/>
                        <a:pt x="21743" y="71182"/>
                        <a:pt x="32156" y="71182"/>
                      </a:cubicBezTo>
                      <a:cubicBezTo>
                        <a:pt x="41485" y="71182"/>
                        <a:pt x="48866" y="68174"/>
                        <a:pt x="54297" y="62160"/>
                      </a:cubicBezTo>
                      <a:cubicBezTo>
                        <a:pt x="59729" y="56158"/>
                        <a:pt x="62444" y="47995"/>
                        <a:pt x="62444" y="37670"/>
                      </a:cubicBezTo>
                      <a:close/>
                      <a:moveTo>
                        <a:pt x="51046" y="41021"/>
                      </a:moveTo>
                      <a:cubicBezTo>
                        <a:pt x="50967" y="47248"/>
                        <a:pt x="49223" y="52218"/>
                        <a:pt x="45813" y="55933"/>
                      </a:cubicBezTo>
                      <a:cubicBezTo>
                        <a:pt x="42404" y="59661"/>
                        <a:pt x="37891" y="61525"/>
                        <a:pt x="32275" y="61525"/>
                      </a:cubicBezTo>
                      <a:cubicBezTo>
                        <a:pt x="25918" y="61525"/>
                        <a:pt x="20831" y="59727"/>
                        <a:pt x="17012" y="56131"/>
                      </a:cubicBezTo>
                      <a:cubicBezTo>
                        <a:pt x="13193" y="52536"/>
                        <a:pt x="10992" y="47473"/>
                        <a:pt x="10411" y="40942"/>
                      </a:cubicBezTo>
                      <a:lnTo>
                        <a:pt x="51046" y="410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A9E7D36F-F295-B443-8955-BE7B52045960}"/>
                    </a:ext>
                  </a:extLst>
                </p:cNvPr>
                <p:cNvSpPr/>
                <p:nvPr/>
              </p:nvSpPr>
              <p:spPr>
                <a:xfrm flipV="1">
                  <a:off x="4692811" y="1874018"/>
                  <a:ext cx="11397" cy="96430"/>
                </a:xfrm>
                <a:custGeom>
                  <a:avLst/>
                  <a:gdLst>
                    <a:gd name="connsiteX0" fmla="*/ -770 w 11397"/>
                    <a:gd name="connsiteY0" fmla="*/ 94053 h 96430"/>
                    <a:gd name="connsiteX1" fmla="*/ 10628 w 11397"/>
                    <a:gd name="connsiteY1" fmla="*/ 94053 h 96430"/>
                    <a:gd name="connsiteX2" fmla="*/ 10628 w 11397"/>
                    <a:gd name="connsiteY2" fmla="*/ -2377 h 96430"/>
                    <a:gd name="connsiteX3" fmla="*/ -770 w 11397"/>
                    <a:gd name="connsiteY3" fmla="*/ -2377 h 96430"/>
                    <a:gd name="connsiteX4" fmla="*/ -770 w 11397"/>
                    <a:gd name="connsiteY4" fmla="*/ 94053 h 96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97" h="96430">
                      <a:moveTo>
                        <a:pt x="-770" y="94053"/>
                      </a:moveTo>
                      <a:lnTo>
                        <a:pt x="10628" y="94053"/>
                      </a:lnTo>
                      <a:lnTo>
                        <a:pt x="10628" y="-2377"/>
                      </a:lnTo>
                      <a:lnTo>
                        <a:pt x="-770" y="-2377"/>
                      </a:lnTo>
                      <a:lnTo>
                        <a:pt x="-770" y="940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41C07F11-F6DB-20D7-F9BD-BE1C36AFA68E}"/>
                    </a:ext>
                  </a:extLst>
                </p:cNvPr>
                <p:cNvSpPr/>
                <p:nvPr/>
              </p:nvSpPr>
              <p:spPr>
                <a:xfrm flipV="1">
                  <a:off x="4728058" y="1874018"/>
                  <a:ext cx="11397" cy="96430"/>
                </a:xfrm>
                <a:custGeom>
                  <a:avLst/>
                  <a:gdLst>
                    <a:gd name="connsiteX0" fmla="*/ -767 w 11397"/>
                    <a:gd name="connsiteY0" fmla="*/ 67026 h 96430"/>
                    <a:gd name="connsiteX1" fmla="*/ 10630 w 11397"/>
                    <a:gd name="connsiteY1" fmla="*/ 67026 h 96430"/>
                    <a:gd name="connsiteX2" fmla="*/ 10630 w 11397"/>
                    <a:gd name="connsiteY2" fmla="*/ -2377 h 96430"/>
                    <a:gd name="connsiteX3" fmla="*/ -767 w 11397"/>
                    <a:gd name="connsiteY3" fmla="*/ -2377 h 96430"/>
                    <a:gd name="connsiteX4" fmla="*/ -767 w 11397"/>
                    <a:gd name="connsiteY4" fmla="*/ 67026 h 96430"/>
                    <a:gd name="connsiteX5" fmla="*/ -767 w 11397"/>
                    <a:gd name="connsiteY5" fmla="*/ 94053 h 96430"/>
                    <a:gd name="connsiteX6" fmla="*/ 10630 w 11397"/>
                    <a:gd name="connsiteY6" fmla="*/ 94053 h 96430"/>
                    <a:gd name="connsiteX7" fmla="*/ 10630 w 11397"/>
                    <a:gd name="connsiteY7" fmla="*/ 79598 h 96430"/>
                    <a:gd name="connsiteX8" fmla="*/ -767 w 11397"/>
                    <a:gd name="connsiteY8" fmla="*/ 79598 h 96430"/>
                    <a:gd name="connsiteX9" fmla="*/ -767 w 11397"/>
                    <a:gd name="connsiteY9" fmla="*/ 94053 h 96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397" h="96430">
                      <a:moveTo>
                        <a:pt x="-767" y="67026"/>
                      </a:moveTo>
                      <a:lnTo>
                        <a:pt x="10630" y="67026"/>
                      </a:lnTo>
                      <a:lnTo>
                        <a:pt x="10630" y="-2377"/>
                      </a:lnTo>
                      <a:lnTo>
                        <a:pt x="-767" y="-2377"/>
                      </a:lnTo>
                      <a:lnTo>
                        <a:pt x="-767" y="67026"/>
                      </a:lnTo>
                      <a:close/>
                      <a:moveTo>
                        <a:pt x="-767" y="94053"/>
                      </a:moveTo>
                      <a:lnTo>
                        <a:pt x="10630" y="94053"/>
                      </a:lnTo>
                      <a:lnTo>
                        <a:pt x="10630" y="79598"/>
                      </a:lnTo>
                      <a:lnTo>
                        <a:pt x="-767" y="79598"/>
                      </a:lnTo>
                      <a:lnTo>
                        <a:pt x="-767" y="940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F2E14E73-DC1E-85FC-D918-94562D2567BE}"/>
                    </a:ext>
                  </a:extLst>
                </p:cNvPr>
                <p:cNvSpPr/>
                <p:nvPr/>
              </p:nvSpPr>
              <p:spPr>
                <a:xfrm flipV="1">
                  <a:off x="4762868" y="1899380"/>
                  <a:ext cx="58118" cy="71068"/>
                </a:xfrm>
                <a:custGeom>
                  <a:avLst/>
                  <a:gdLst>
                    <a:gd name="connsiteX0" fmla="*/ 56199 w 58118"/>
                    <a:gd name="connsiteY0" fmla="*/ 40163 h 71068"/>
                    <a:gd name="connsiteX1" fmla="*/ 56199 w 58118"/>
                    <a:gd name="connsiteY1" fmla="*/ -1737 h 71068"/>
                    <a:gd name="connsiteX2" fmla="*/ 44802 w 58118"/>
                    <a:gd name="connsiteY2" fmla="*/ -1737 h 71068"/>
                    <a:gd name="connsiteX3" fmla="*/ 44802 w 58118"/>
                    <a:gd name="connsiteY3" fmla="*/ 39786 h 71068"/>
                    <a:gd name="connsiteX4" fmla="*/ 40956 w 58118"/>
                    <a:gd name="connsiteY4" fmla="*/ 54519 h 71068"/>
                    <a:gd name="connsiteX5" fmla="*/ 29439 w 58118"/>
                    <a:gd name="connsiteY5" fmla="*/ 59417 h 71068"/>
                    <a:gd name="connsiteX6" fmla="*/ 14870 w 58118"/>
                    <a:gd name="connsiteY6" fmla="*/ 53528 h 71068"/>
                    <a:gd name="connsiteX7" fmla="*/ 9538 w 58118"/>
                    <a:gd name="connsiteY7" fmla="*/ 37486 h 71068"/>
                    <a:gd name="connsiteX8" fmla="*/ 9538 w 58118"/>
                    <a:gd name="connsiteY8" fmla="*/ -1737 h 71068"/>
                    <a:gd name="connsiteX9" fmla="*/ -1919 w 58118"/>
                    <a:gd name="connsiteY9" fmla="*/ -1737 h 71068"/>
                    <a:gd name="connsiteX10" fmla="*/ -1919 w 58118"/>
                    <a:gd name="connsiteY10" fmla="*/ 67666 h 71068"/>
                    <a:gd name="connsiteX11" fmla="*/ 9538 w 58118"/>
                    <a:gd name="connsiteY11" fmla="*/ 67666 h 71068"/>
                    <a:gd name="connsiteX12" fmla="*/ 9538 w 58118"/>
                    <a:gd name="connsiteY12" fmla="*/ 56879 h 71068"/>
                    <a:gd name="connsiteX13" fmla="*/ 19172 w 58118"/>
                    <a:gd name="connsiteY13" fmla="*/ 66238 h 71068"/>
                    <a:gd name="connsiteX14" fmla="*/ 31977 w 58118"/>
                    <a:gd name="connsiteY14" fmla="*/ 69332 h 71068"/>
                    <a:gd name="connsiteX15" fmla="*/ 50055 w 58118"/>
                    <a:gd name="connsiteY15" fmla="*/ 61936 h 71068"/>
                    <a:gd name="connsiteX16" fmla="*/ 56199 w 58118"/>
                    <a:gd name="connsiteY16" fmla="*/ 40163 h 71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8118" h="71068">
                      <a:moveTo>
                        <a:pt x="56199" y="40163"/>
                      </a:moveTo>
                      <a:lnTo>
                        <a:pt x="56199" y="-1737"/>
                      </a:lnTo>
                      <a:lnTo>
                        <a:pt x="44802" y="-1737"/>
                      </a:lnTo>
                      <a:lnTo>
                        <a:pt x="44802" y="39786"/>
                      </a:lnTo>
                      <a:cubicBezTo>
                        <a:pt x="44802" y="46356"/>
                        <a:pt x="43520" y="51267"/>
                        <a:pt x="40956" y="54519"/>
                      </a:cubicBezTo>
                      <a:cubicBezTo>
                        <a:pt x="38393" y="57785"/>
                        <a:pt x="34554" y="59417"/>
                        <a:pt x="29439" y="59417"/>
                      </a:cubicBezTo>
                      <a:cubicBezTo>
                        <a:pt x="23281" y="59417"/>
                        <a:pt x="18425" y="57454"/>
                        <a:pt x="14870" y="53528"/>
                      </a:cubicBezTo>
                      <a:cubicBezTo>
                        <a:pt x="11315" y="49615"/>
                        <a:pt x="9538" y="44268"/>
                        <a:pt x="9538" y="37486"/>
                      </a:cubicBezTo>
                      <a:lnTo>
                        <a:pt x="9538" y="-1737"/>
                      </a:lnTo>
                      <a:lnTo>
                        <a:pt x="-1919" y="-1737"/>
                      </a:lnTo>
                      <a:lnTo>
                        <a:pt x="-1919" y="67666"/>
                      </a:lnTo>
                      <a:lnTo>
                        <a:pt x="9538" y="67666"/>
                      </a:lnTo>
                      <a:lnTo>
                        <a:pt x="9538" y="56879"/>
                      </a:lnTo>
                      <a:cubicBezTo>
                        <a:pt x="12273" y="61056"/>
                        <a:pt x="15485" y="64176"/>
                        <a:pt x="19172" y="66238"/>
                      </a:cubicBezTo>
                      <a:cubicBezTo>
                        <a:pt x="22872" y="68301"/>
                        <a:pt x="27140" y="69332"/>
                        <a:pt x="31977" y="69332"/>
                      </a:cubicBezTo>
                      <a:cubicBezTo>
                        <a:pt x="39945" y="69332"/>
                        <a:pt x="45971" y="66866"/>
                        <a:pt x="50055" y="61936"/>
                      </a:cubicBezTo>
                      <a:cubicBezTo>
                        <a:pt x="54151" y="57005"/>
                        <a:pt x="56199" y="49747"/>
                        <a:pt x="56199" y="401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D57BDFEF-681B-F630-B300-8C83471E0F41}"/>
                    </a:ext>
                  </a:extLst>
                </p:cNvPr>
                <p:cNvSpPr/>
                <p:nvPr/>
              </p:nvSpPr>
              <p:spPr>
                <a:xfrm flipV="1">
                  <a:off x="4838752" y="1899380"/>
                  <a:ext cx="64303" cy="72873"/>
                </a:xfrm>
                <a:custGeom>
                  <a:avLst/>
                  <a:gdLst>
                    <a:gd name="connsiteX0" fmla="*/ 62462 w 64303"/>
                    <a:gd name="connsiteY0" fmla="*/ 37670 h 72873"/>
                    <a:gd name="connsiteX1" fmla="*/ 62462 w 64303"/>
                    <a:gd name="connsiteY1" fmla="*/ 32098 h 72873"/>
                    <a:gd name="connsiteX2" fmla="*/ 10052 w 64303"/>
                    <a:gd name="connsiteY2" fmla="*/ 32098 h 72873"/>
                    <a:gd name="connsiteX3" fmla="*/ 17149 w 64303"/>
                    <a:gd name="connsiteY3" fmla="*/ 14153 h 72873"/>
                    <a:gd name="connsiteX4" fmla="*/ 34830 w 64303"/>
                    <a:gd name="connsiteY4" fmla="*/ 7986 h 72873"/>
                    <a:gd name="connsiteX5" fmla="*/ 47556 w 64303"/>
                    <a:gd name="connsiteY5" fmla="*/ 9592 h 72873"/>
                    <a:gd name="connsiteX6" fmla="*/ 59806 w 64303"/>
                    <a:gd name="connsiteY6" fmla="*/ 14430 h 72873"/>
                    <a:gd name="connsiteX7" fmla="*/ 59806 w 64303"/>
                    <a:gd name="connsiteY7" fmla="*/ 3643 h 72873"/>
                    <a:gd name="connsiteX8" fmla="*/ 47219 w 64303"/>
                    <a:gd name="connsiteY8" fmla="*/ -323 h 72873"/>
                    <a:gd name="connsiteX9" fmla="*/ 34156 w 64303"/>
                    <a:gd name="connsiteY9" fmla="*/ -1691 h 72873"/>
                    <a:gd name="connsiteX10" fmla="*/ 7852 w 64303"/>
                    <a:gd name="connsiteY10" fmla="*/ 7966 h 72873"/>
                    <a:gd name="connsiteX11" fmla="*/ -1841 w 64303"/>
                    <a:gd name="connsiteY11" fmla="*/ 34141 h 72873"/>
                    <a:gd name="connsiteX12" fmla="*/ 7356 w 64303"/>
                    <a:gd name="connsiteY12" fmla="*/ 61168 h 72873"/>
                    <a:gd name="connsiteX13" fmla="*/ 32174 w 64303"/>
                    <a:gd name="connsiteY13" fmla="*/ 71182 h 72873"/>
                    <a:gd name="connsiteX14" fmla="*/ 54315 w 64303"/>
                    <a:gd name="connsiteY14" fmla="*/ 62160 h 72873"/>
                    <a:gd name="connsiteX15" fmla="*/ 62462 w 64303"/>
                    <a:gd name="connsiteY15" fmla="*/ 37670 h 72873"/>
                    <a:gd name="connsiteX16" fmla="*/ 51064 w 64303"/>
                    <a:gd name="connsiteY16" fmla="*/ 41021 h 72873"/>
                    <a:gd name="connsiteX17" fmla="*/ 45831 w 64303"/>
                    <a:gd name="connsiteY17" fmla="*/ 55933 h 72873"/>
                    <a:gd name="connsiteX18" fmla="*/ 32293 w 64303"/>
                    <a:gd name="connsiteY18" fmla="*/ 61525 h 72873"/>
                    <a:gd name="connsiteX19" fmla="*/ 17030 w 64303"/>
                    <a:gd name="connsiteY19" fmla="*/ 56131 h 72873"/>
                    <a:gd name="connsiteX20" fmla="*/ 10429 w 64303"/>
                    <a:gd name="connsiteY20" fmla="*/ 40942 h 72873"/>
                    <a:gd name="connsiteX21" fmla="*/ 51064 w 64303"/>
                    <a:gd name="connsiteY21" fmla="*/ 41021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303" h="72873">
                      <a:moveTo>
                        <a:pt x="62462" y="37670"/>
                      </a:moveTo>
                      <a:lnTo>
                        <a:pt x="62462" y="32098"/>
                      </a:lnTo>
                      <a:lnTo>
                        <a:pt x="10052" y="32098"/>
                      </a:lnTo>
                      <a:cubicBezTo>
                        <a:pt x="10554" y="24246"/>
                        <a:pt x="12920" y="18264"/>
                        <a:pt x="17149" y="14153"/>
                      </a:cubicBezTo>
                      <a:cubicBezTo>
                        <a:pt x="21377" y="10041"/>
                        <a:pt x="27271" y="7986"/>
                        <a:pt x="34830" y="7986"/>
                      </a:cubicBezTo>
                      <a:cubicBezTo>
                        <a:pt x="39204" y="7986"/>
                        <a:pt x="43446" y="8521"/>
                        <a:pt x="47556" y="9592"/>
                      </a:cubicBezTo>
                      <a:cubicBezTo>
                        <a:pt x="51666" y="10663"/>
                        <a:pt x="55749" y="12275"/>
                        <a:pt x="59806" y="14430"/>
                      </a:cubicBezTo>
                      <a:lnTo>
                        <a:pt x="59806" y="3643"/>
                      </a:lnTo>
                      <a:cubicBezTo>
                        <a:pt x="55709" y="1911"/>
                        <a:pt x="51514" y="589"/>
                        <a:pt x="47219" y="-323"/>
                      </a:cubicBezTo>
                      <a:cubicBezTo>
                        <a:pt x="42924" y="-1235"/>
                        <a:pt x="38570" y="-1691"/>
                        <a:pt x="34156" y="-1691"/>
                      </a:cubicBezTo>
                      <a:cubicBezTo>
                        <a:pt x="23082" y="-1691"/>
                        <a:pt x="14314" y="1528"/>
                        <a:pt x="7852" y="7966"/>
                      </a:cubicBezTo>
                      <a:cubicBezTo>
                        <a:pt x="1390" y="14417"/>
                        <a:pt x="-1841" y="23142"/>
                        <a:pt x="-1841" y="34141"/>
                      </a:cubicBezTo>
                      <a:cubicBezTo>
                        <a:pt x="-1841" y="45496"/>
                        <a:pt x="1225" y="54505"/>
                        <a:pt x="7356" y="61168"/>
                      </a:cubicBezTo>
                      <a:cubicBezTo>
                        <a:pt x="13488" y="67844"/>
                        <a:pt x="21761" y="71182"/>
                        <a:pt x="32174" y="71182"/>
                      </a:cubicBezTo>
                      <a:cubicBezTo>
                        <a:pt x="41504" y="71182"/>
                        <a:pt x="48884" y="68174"/>
                        <a:pt x="54315" y="62160"/>
                      </a:cubicBezTo>
                      <a:cubicBezTo>
                        <a:pt x="59747" y="56158"/>
                        <a:pt x="62462" y="47995"/>
                        <a:pt x="62462" y="37670"/>
                      </a:cubicBezTo>
                      <a:close/>
                      <a:moveTo>
                        <a:pt x="51064" y="41021"/>
                      </a:moveTo>
                      <a:cubicBezTo>
                        <a:pt x="50985" y="47248"/>
                        <a:pt x="49241" y="52218"/>
                        <a:pt x="45831" y="55933"/>
                      </a:cubicBezTo>
                      <a:cubicBezTo>
                        <a:pt x="42422" y="59661"/>
                        <a:pt x="37909" y="61525"/>
                        <a:pt x="32293" y="61525"/>
                      </a:cubicBezTo>
                      <a:cubicBezTo>
                        <a:pt x="25936" y="61525"/>
                        <a:pt x="20849" y="59727"/>
                        <a:pt x="17030" y="56131"/>
                      </a:cubicBezTo>
                      <a:cubicBezTo>
                        <a:pt x="13211" y="52536"/>
                        <a:pt x="11010" y="47473"/>
                        <a:pt x="10429" y="40942"/>
                      </a:cubicBezTo>
                      <a:lnTo>
                        <a:pt x="51064" y="410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D9EF1CDD-7B86-8A5B-4724-B24311427B4E}"/>
                    </a:ext>
                  </a:extLst>
                </p:cNvPr>
                <p:cNvSpPr/>
                <p:nvPr/>
              </p:nvSpPr>
              <p:spPr>
                <a:xfrm flipV="1">
                  <a:off x="4923740" y="1877924"/>
                  <a:ext cx="55066" cy="92524"/>
                </a:xfrm>
                <a:custGeom>
                  <a:avLst/>
                  <a:gdLst>
                    <a:gd name="connsiteX0" fmla="*/ -148 w 55066"/>
                    <a:gd name="connsiteY0" fmla="*/ 8251 h 92524"/>
                    <a:gd name="connsiteX1" fmla="*/ 20289 w 55066"/>
                    <a:gd name="connsiteY1" fmla="*/ 8251 h 92524"/>
                    <a:gd name="connsiteX2" fmla="*/ 20289 w 55066"/>
                    <a:gd name="connsiteY2" fmla="*/ 78844 h 92524"/>
                    <a:gd name="connsiteX3" fmla="*/ -1952 w 55066"/>
                    <a:gd name="connsiteY3" fmla="*/ 74382 h 92524"/>
                    <a:gd name="connsiteX4" fmla="*/ -1952 w 55066"/>
                    <a:gd name="connsiteY4" fmla="*/ 85784 h 92524"/>
                    <a:gd name="connsiteX5" fmla="*/ 20170 w 55066"/>
                    <a:gd name="connsiteY5" fmla="*/ 90245 h 92524"/>
                    <a:gd name="connsiteX6" fmla="*/ 32678 w 55066"/>
                    <a:gd name="connsiteY6" fmla="*/ 90245 h 92524"/>
                    <a:gd name="connsiteX7" fmla="*/ 32678 w 55066"/>
                    <a:gd name="connsiteY7" fmla="*/ 8251 h 92524"/>
                    <a:gd name="connsiteX8" fmla="*/ 53114 w 55066"/>
                    <a:gd name="connsiteY8" fmla="*/ 8251 h 92524"/>
                    <a:gd name="connsiteX9" fmla="*/ 53114 w 55066"/>
                    <a:gd name="connsiteY9" fmla="*/ -2279 h 92524"/>
                    <a:gd name="connsiteX10" fmla="*/ -148 w 55066"/>
                    <a:gd name="connsiteY10" fmla="*/ -2279 h 92524"/>
                    <a:gd name="connsiteX11" fmla="*/ -148 w 55066"/>
                    <a:gd name="connsiteY11" fmla="*/ 8251 h 92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5066" h="92524">
                      <a:moveTo>
                        <a:pt x="-148" y="8251"/>
                      </a:moveTo>
                      <a:lnTo>
                        <a:pt x="20289" y="8251"/>
                      </a:lnTo>
                      <a:lnTo>
                        <a:pt x="20289" y="78844"/>
                      </a:lnTo>
                      <a:lnTo>
                        <a:pt x="-1952" y="74382"/>
                      </a:lnTo>
                      <a:lnTo>
                        <a:pt x="-1952" y="85784"/>
                      </a:lnTo>
                      <a:lnTo>
                        <a:pt x="20170" y="90245"/>
                      </a:lnTo>
                      <a:lnTo>
                        <a:pt x="32678" y="90245"/>
                      </a:lnTo>
                      <a:lnTo>
                        <a:pt x="32678" y="8251"/>
                      </a:lnTo>
                      <a:lnTo>
                        <a:pt x="53114" y="8251"/>
                      </a:lnTo>
                      <a:lnTo>
                        <a:pt x="53114" y="-2279"/>
                      </a:lnTo>
                      <a:lnTo>
                        <a:pt x="-148" y="-2279"/>
                      </a:lnTo>
                      <a:lnTo>
                        <a:pt x="-148" y="82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</p:grp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F0C556DD-CD72-DE05-C894-3BDD82E5E6D8}"/>
                  </a:ext>
                </a:extLst>
              </p:cNvPr>
              <p:cNvSpPr/>
              <p:nvPr/>
            </p:nvSpPr>
            <p:spPr>
              <a:xfrm>
                <a:off x="4016727" y="2112308"/>
                <a:ext cx="253724" cy="12690"/>
              </a:xfrm>
              <a:custGeom>
                <a:avLst/>
                <a:gdLst>
                  <a:gd name="connsiteX0" fmla="*/ 0 w 253724"/>
                  <a:gd name="connsiteY0" fmla="*/ 0 h 12690"/>
                  <a:gd name="connsiteX1" fmla="*/ 126862 w 253724"/>
                  <a:gd name="connsiteY1" fmla="*/ 0 h 12690"/>
                  <a:gd name="connsiteX2" fmla="*/ 253725 w 253724"/>
                  <a:gd name="connsiteY2" fmla="*/ 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3724" h="12690">
                    <a:moveTo>
                      <a:pt x="0" y="0"/>
                    </a:moveTo>
                    <a:lnTo>
                      <a:pt x="126862" y="0"/>
                    </a:lnTo>
                    <a:lnTo>
                      <a:pt x="253725" y="0"/>
                    </a:lnTo>
                  </a:path>
                </a:pathLst>
              </a:custGeom>
              <a:noFill/>
              <a:ln w="19029" cap="flat">
                <a:solidFill>
                  <a:srgbClr val="FF7F0E"/>
                </a:solidFill>
                <a:custDash>
                  <a:ds d="337500" sp="450000"/>
                  <a:ds d="112500" sp="450000"/>
                  <a:ds d="112500" sp="450000"/>
                </a:custDash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grpSp>
            <p:nvGrpSpPr>
              <p:cNvPr id="144" name="Graphic 2">
                <a:extLst>
                  <a:ext uri="{FF2B5EF4-FFF2-40B4-BE49-F238E27FC236}">
                    <a16:creationId xmlns:a16="http://schemas.microsoft.com/office/drawing/2014/main" id="{742BA638-1ADC-FED2-735C-221053A97E04}"/>
                  </a:ext>
                </a:extLst>
              </p:cNvPr>
              <p:cNvGrpSpPr/>
              <p:nvPr/>
            </p:nvGrpSpPr>
            <p:grpSpPr>
              <a:xfrm>
                <a:off x="4384390" y="2060295"/>
                <a:ext cx="593425" cy="98234"/>
                <a:chOff x="4384390" y="2060295"/>
                <a:chExt cx="593425" cy="98234"/>
              </a:xfrm>
              <a:solidFill>
                <a:srgbClr val="000000"/>
              </a:solidFill>
            </p:grpSpPr>
            <p:sp>
              <p:nvSpPr>
                <p:cNvPr id="145" name="Freeform: Shape 144">
                  <a:extLst>
                    <a:ext uri="{FF2B5EF4-FFF2-40B4-BE49-F238E27FC236}">
                      <a16:creationId xmlns:a16="http://schemas.microsoft.com/office/drawing/2014/main" id="{D359A77D-81DC-1F9C-25AA-C463FD618867}"/>
                    </a:ext>
                  </a:extLst>
                </p:cNvPr>
                <p:cNvSpPr/>
                <p:nvPr/>
              </p:nvSpPr>
              <p:spPr>
                <a:xfrm flipV="1">
                  <a:off x="4384390" y="2064202"/>
                  <a:ext cx="65611" cy="92524"/>
                </a:xfrm>
                <a:custGeom>
                  <a:avLst/>
                  <a:gdLst>
                    <a:gd name="connsiteX0" fmla="*/ 10323 w 65611"/>
                    <a:gd name="connsiteY0" fmla="*/ 41916 h 92524"/>
                    <a:gd name="connsiteX1" fmla="*/ 10323 w 65611"/>
                    <a:gd name="connsiteY1" fmla="*/ 8028 h 92524"/>
                    <a:gd name="connsiteX2" fmla="*/ 30403 w 65611"/>
                    <a:gd name="connsiteY2" fmla="*/ 8028 h 92524"/>
                    <a:gd name="connsiteX3" fmla="*/ 45349 w 65611"/>
                    <a:gd name="connsiteY3" fmla="*/ 12212 h 92524"/>
                    <a:gd name="connsiteX4" fmla="*/ 50225 w 65611"/>
                    <a:gd name="connsiteY4" fmla="*/ 25002 h 92524"/>
                    <a:gd name="connsiteX5" fmla="*/ 45349 w 65611"/>
                    <a:gd name="connsiteY5" fmla="*/ 37792 h 92524"/>
                    <a:gd name="connsiteX6" fmla="*/ 30403 w 65611"/>
                    <a:gd name="connsiteY6" fmla="*/ 41916 h 92524"/>
                    <a:gd name="connsiteX7" fmla="*/ 10323 w 65611"/>
                    <a:gd name="connsiteY7" fmla="*/ 41916 h 92524"/>
                    <a:gd name="connsiteX8" fmla="*/ 10323 w 65611"/>
                    <a:gd name="connsiteY8" fmla="*/ 79969 h 92524"/>
                    <a:gd name="connsiteX9" fmla="*/ 10323 w 65611"/>
                    <a:gd name="connsiteY9" fmla="*/ 52089 h 92524"/>
                    <a:gd name="connsiteX10" fmla="*/ 28857 w 65611"/>
                    <a:gd name="connsiteY10" fmla="*/ 52089 h 92524"/>
                    <a:gd name="connsiteX11" fmla="*/ 42494 w 65611"/>
                    <a:gd name="connsiteY11" fmla="*/ 55519 h 92524"/>
                    <a:gd name="connsiteX12" fmla="*/ 46994 w 65611"/>
                    <a:gd name="connsiteY12" fmla="*/ 66029 h 92524"/>
                    <a:gd name="connsiteX13" fmla="*/ 42494 w 65611"/>
                    <a:gd name="connsiteY13" fmla="*/ 76499 h 92524"/>
                    <a:gd name="connsiteX14" fmla="*/ 28857 w 65611"/>
                    <a:gd name="connsiteY14" fmla="*/ 79969 h 92524"/>
                    <a:gd name="connsiteX15" fmla="*/ 10323 w 65611"/>
                    <a:gd name="connsiteY15" fmla="*/ 79969 h 92524"/>
                    <a:gd name="connsiteX16" fmla="*/ -2185 w 65611"/>
                    <a:gd name="connsiteY16" fmla="*/ 90260 h 92524"/>
                    <a:gd name="connsiteX17" fmla="*/ 29788 w 65611"/>
                    <a:gd name="connsiteY17" fmla="*/ 90260 h 92524"/>
                    <a:gd name="connsiteX18" fmla="*/ 51831 w 65611"/>
                    <a:gd name="connsiteY18" fmla="*/ 84311 h 92524"/>
                    <a:gd name="connsiteX19" fmla="*/ 59581 w 65611"/>
                    <a:gd name="connsiteY19" fmla="*/ 67397 h 92524"/>
                    <a:gd name="connsiteX20" fmla="*/ 55617 w 65611"/>
                    <a:gd name="connsiteY20" fmla="*/ 53873 h 92524"/>
                    <a:gd name="connsiteX21" fmla="*/ 43961 w 65611"/>
                    <a:gd name="connsiteY21" fmla="*/ 47627 h 92524"/>
                    <a:gd name="connsiteX22" fmla="*/ 58313 w 65611"/>
                    <a:gd name="connsiteY22" fmla="*/ 39338 h 92524"/>
                    <a:gd name="connsiteX23" fmla="*/ 63427 w 65611"/>
                    <a:gd name="connsiteY23" fmla="*/ 23633 h 92524"/>
                    <a:gd name="connsiteX24" fmla="*/ 55002 w 65611"/>
                    <a:gd name="connsiteY24" fmla="*/ 4478 h 92524"/>
                    <a:gd name="connsiteX25" fmla="*/ 31017 w 65611"/>
                    <a:gd name="connsiteY25" fmla="*/ -2264 h 92524"/>
                    <a:gd name="connsiteX26" fmla="*/ -2185 w 65611"/>
                    <a:gd name="connsiteY26" fmla="*/ -2264 h 92524"/>
                    <a:gd name="connsiteX27" fmla="*/ -2185 w 65611"/>
                    <a:gd name="connsiteY27" fmla="*/ 90260 h 92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65611" h="92524">
                      <a:moveTo>
                        <a:pt x="10323" y="41916"/>
                      </a:moveTo>
                      <a:lnTo>
                        <a:pt x="10323" y="8028"/>
                      </a:lnTo>
                      <a:lnTo>
                        <a:pt x="30403" y="8028"/>
                      </a:lnTo>
                      <a:cubicBezTo>
                        <a:pt x="37129" y="8028"/>
                        <a:pt x="42111" y="9422"/>
                        <a:pt x="45349" y="12212"/>
                      </a:cubicBezTo>
                      <a:cubicBezTo>
                        <a:pt x="48600" y="15001"/>
                        <a:pt x="50225" y="19264"/>
                        <a:pt x="50225" y="25002"/>
                      </a:cubicBezTo>
                      <a:cubicBezTo>
                        <a:pt x="50225" y="30792"/>
                        <a:pt x="48600" y="35055"/>
                        <a:pt x="45349" y="37792"/>
                      </a:cubicBezTo>
                      <a:cubicBezTo>
                        <a:pt x="42111" y="40541"/>
                        <a:pt x="37129" y="41916"/>
                        <a:pt x="30403" y="41916"/>
                      </a:cubicBezTo>
                      <a:lnTo>
                        <a:pt x="10323" y="41916"/>
                      </a:lnTo>
                      <a:close/>
                      <a:moveTo>
                        <a:pt x="10323" y="79969"/>
                      </a:moveTo>
                      <a:lnTo>
                        <a:pt x="10323" y="52089"/>
                      </a:lnTo>
                      <a:lnTo>
                        <a:pt x="28857" y="52089"/>
                      </a:lnTo>
                      <a:cubicBezTo>
                        <a:pt x="34962" y="52089"/>
                        <a:pt x="39508" y="53232"/>
                        <a:pt x="42494" y="55519"/>
                      </a:cubicBezTo>
                      <a:cubicBezTo>
                        <a:pt x="45494" y="57819"/>
                        <a:pt x="46994" y="61322"/>
                        <a:pt x="46994" y="66029"/>
                      </a:cubicBezTo>
                      <a:cubicBezTo>
                        <a:pt x="46994" y="70695"/>
                        <a:pt x="45494" y="74185"/>
                        <a:pt x="42494" y="76499"/>
                      </a:cubicBezTo>
                      <a:cubicBezTo>
                        <a:pt x="39508" y="78812"/>
                        <a:pt x="34962" y="79969"/>
                        <a:pt x="28857" y="79969"/>
                      </a:cubicBezTo>
                      <a:lnTo>
                        <a:pt x="10323" y="79969"/>
                      </a:lnTo>
                      <a:close/>
                      <a:moveTo>
                        <a:pt x="-2185" y="90260"/>
                      </a:moveTo>
                      <a:lnTo>
                        <a:pt x="29788" y="90260"/>
                      </a:lnTo>
                      <a:cubicBezTo>
                        <a:pt x="39330" y="90260"/>
                        <a:pt x="46677" y="88277"/>
                        <a:pt x="51831" y="84311"/>
                      </a:cubicBezTo>
                      <a:cubicBezTo>
                        <a:pt x="56998" y="80345"/>
                        <a:pt x="59581" y="74707"/>
                        <a:pt x="59581" y="67397"/>
                      </a:cubicBezTo>
                      <a:cubicBezTo>
                        <a:pt x="59581" y="61726"/>
                        <a:pt x="58260" y="57218"/>
                        <a:pt x="55617" y="53873"/>
                      </a:cubicBezTo>
                      <a:cubicBezTo>
                        <a:pt x="52974" y="50529"/>
                        <a:pt x="49089" y="48447"/>
                        <a:pt x="43961" y="47627"/>
                      </a:cubicBezTo>
                      <a:cubicBezTo>
                        <a:pt x="50119" y="46305"/>
                        <a:pt x="54903" y="43542"/>
                        <a:pt x="58313" y="39338"/>
                      </a:cubicBezTo>
                      <a:cubicBezTo>
                        <a:pt x="61722" y="35148"/>
                        <a:pt x="63427" y="29913"/>
                        <a:pt x="63427" y="23633"/>
                      </a:cubicBezTo>
                      <a:cubicBezTo>
                        <a:pt x="63427" y="15371"/>
                        <a:pt x="60619" y="8986"/>
                        <a:pt x="55002" y="4478"/>
                      </a:cubicBezTo>
                      <a:cubicBezTo>
                        <a:pt x="49386" y="-17"/>
                        <a:pt x="41391" y="-2264"/>
                        <a:pt x="31017" y="-2264"/>
                      </a:cubicBezTo>
                      <a:lnTo>
                        <a:pt x="-2185" y="-2264"/>
                      </a:lnTo>
                      <a:lnTo>
                        <a:pt x="-2185" y="902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46" name="Freeform: Shape 145">
                  <a:extLst>
                    <a:ext uri="{FF2B5EF4-FFF2-40B4-BE49-F238E27FC236}">
                      <a16:creationId xmlns:a16="http://schemas.microsoft.com/office/drawing/2014/main" id="{D345AADD-9561-7585-C878-918DAEF2EB6F}"/>
                    </a:ext>
                  </a:extLst>
                </p:cNvPr>
                <p:cNvSpPr/>
                <p:nvPr/>
              </p:nvSpPr>
              <p:spPr>
                <a:xfrm flipV="1">
                  <a:off x="4466585" y="2085657"/>
                  <a:ext cx="58614" cy="72873"/>
                </a:xfrm>
                <a:custGeom>
                  <a:avLst/>
                  <a:gdLst>
                    <a:gd name="connsiteX0" fmla="*/ 34120 w 58614"/>
                    <a:gd name="connsiteY0" fmla="*/ 35008 h 72873"/>
                    <a:gd name="connsiteX1" fmla="*/ 14972 w 58614"/>
                    <a:gd name="connsiteY1" fmla="*/ 31855 h 72873"/>
                    <a:gd name="connsiteX2" fmla="*/ 9640 w 58614"/>
                    <a:gd name="connsiteY2" fmla="*/ 21068 h 72873"/>
                    <a:gd name="connsiteX3" fmla="*/ 13644 w 58614"/>
                    <a:gd name="connsiteY3" fmla="*/ 11431 h 72873"/>
                    <a:gd name="connsiteX4" fmla="*/ 24506 w 58614"/>
                    <a:gd name="connsiteY4" fmla="*/ 7881 h 72873"/>
                    <a:gd name="connsiteX5" fmla="*/ 39730 w 58614"/>
                    <a:gd name="connsiteY5" fmla="*/ 14603 h 72873"/>
                    <a:gd name="connsiteX6" fmla="*/ 45458 w 58614"/>
                    <a:gd name="connsiteY6" fmla="*/ 32470 h 72873"/>
                    <a:gd name="connsiteX7" fmla="*/ 45458 w 58614"/>
                    <a:gd name="connsiteY7" fmla="*/ 35008 h 72873"/>
                    <a:gd name="connsiteX8" fmla="*/ 34120 w 58614"/>
                    <a:gd name="connsiteY8" fmla="*/ 35008 h 72873"/>
                    <a:gd name="connsiteX9" fmla="*/ 56856 w 58614"/>
                    <a:gd name="connsiteY9" fmla="*/ 39727 h 72873"/>
                    <a:gd name="connsiteX10" fmla="*/ 56856 w 58614"/>
                    <a:gd name="connsiteY10" fmla="*/ 128 h 72873"/>
                    <a:gd name="connsiteX11" fmla="*/ 45458 w 58614"/>
                    <a:gd name="connsiteY11" fmla="*/ 128 h 72873"/>
                    <a:gd name="connsiteX12" fmla="*/ 45458 w 58614"/>
                    <a:gd name="connsiteY12" fmla="*/ 10657 h 72873"/>
                    <a:gd name="connsiteX13" fmla="*/ 35726 w 58614"/>
                    <a:gd name="connsiteY13" fmla="*/ 1338 h 72873"/>
                    <a:gd name="connsiteX14" fmla="*/ 21474 w 58614"/>
                    <a:gd name="connsiteY14" fmla="*/ -1676 h 72873"/>
                    <a:gd name="connsiteX15" fmla="*/ 4526 w 58614"/>
                    <a:gd name="connsiteY15" fmla="*/ 4312 h 72873"/>
                    <a:gd name="connsiteX16" fmla="*/ -1758 w 58614"/>
                    <a:gd name="connsiteY16" fmla="*/ 20334 h 72873"/>
                    <a:gd name="connsiteX17" fmla="*/ 6072 w 58614"/>
                    <a:gd name="connsiteY17" fmla="*/ 37982 h 72873"/>
                    <a:gd name="connsiteX18" fmla="*/ 29462 w 58614"/>
                    <a:gd name="connsiteY18" fmla="*/ 43931 h 72873"/>
                    <a:gd name="connsiteX19" fmla="*/ 45458 w 58614"/>
                    <a:gd name="connsiteY19" fmla="*/ 43931 h 72873"/>
                    <a:gd name="connsiteX20" fmla="*/ 45458 w 58614"/>
                    <a:gd name="connsiteY20" fmla="*/ 45061 h 72873"/>
                    <a:gd name="connsiteX21" fmla="*/ 40285 w 58614"/>
                    <a:gd name="connsiteY21" fmla="*/ 57237 h 72873"/>
                    <a:gd name="connsiteX22" fmla="*/ 25755 w 58614"/>
                    <a:gd name="connsiteY22" fmla="*/ 61540 h 72873"/>
                    <a:gd name="connsiteX23" fmla="*/ 14159 w 58614"/>
                    <a:gd name="connsiteY23" fmla="*/ 60112 h 72873"/>
                    <a:gd name="connsiteX24" fmla="*/ 3336 w 58614"/>
                    <a:gd name="connsiteY24" fmla="*/ 55829 h 72873"/>
                    <a:gd name="connsiteX25" fmla="*/ 3336 w 58614"/>
                    <a:gd name="connsiteY25" fmla="*/ 66378 h 72873"/>
                    <a:gd name="connsiteX26" fmla="*/ 15467 w 58614"/>
                    <a:gd name="connsiteY26" fmla="*/ 69987 h 72873"/>
                    <a:gd name="connsiteX27" fmla="*/ 26925 w 58614"/>
                    <a:gd name="connsiteY27" fmla="*/ 71197 h 72873"/>
                    <a:gd name="connsiteX28" fmla="*/ 49423 w 58614"/>
                    <a:gd name="connsiteY28" fmla="*/ 63384 h 72873"/>
                    <a:gd name="connsiteX29" fmla="*/ 56856 w 58614"/>
                    <a:gd name="connsiteY29" fmla="*/ 39727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58614" h="72873">
                      <a:moveTo>
                        <a:pt x="34120" y="35008"/>
                      </a:moveTo>
                      <a:cubicBezTo>
                        <a:pt x="24909" y="35008"/>
                        <a:pt x="18527" y="33957"/>
                        <a:pt x="14972" y="31855"/>
                      </a:cubicBezTo>
                      <a:cubicBezTo>
                        <a:pt x="11417" y="29753"/>
                        <a:pt x="9640" y="26157"/>
                        <a:pt x="9640" y="21068"/>
                      </a:cubicBezTo>
                      <a:cubicBezTo>
                        <a:pt x="9640" y="17023"/>
                        <a:pt x="10974" y="13810"/>
                        <a:pt x="13644" y="11431"/>
                      </a:cubicBezTo>
                      <a:cubicBezTo>
                        <a:pt x="16313" y="9064"/>
                        <a:pt x="19934" y="7881"/>
                        <a:pt x="24506" y="7881"/>
                      </a:cubicBezTo>
                      <a:cubicBezTo>
                        <a:pt x="30836" y="7881"/>
                        <a:pt x="35911" y="10122"/>
                        <a:pt x="39730" y="14603"/>
                      </a:cubicBezTo>
                      <a:cubicBezTo>
                        <a:pt x="43549" y="19085"/>
                        <a:pt x="45458" y="25040"/>
                        <a:pt x="45458" y="32470"/>
                      </a:cubicBezTo>
                      <a:lnTo>
                        <a:pt x="45458" y="35008"/>
                      </a:lnTo>
                      <a:lnTo>
                        <a:pt x="34120" y="35008"/>
                      </a:lnTo>
                      <a:close/>
                      <a:moveTo>
                        <a:pt x="56856" y="39727"/>
                      </a:moveTo>
                      <a:lnTo>
                        <a:pt x="56856" y="128"/>
                      </a:lnTo>
                      <a:lnTo>
                        <a:pt x="45458" y="128"/>
                      </a:lnTo>
                      <a:lnTo>
                        <a:pt x="45458" y="10657"/>
                      </a:lnTo>
                      <a:cubicBezTo>
                        <a:pt x="42855" y="6454"/>
                        <a:pt x="39611" y="3347"/>
                        <a:pt x="35726" y="1338"/>
                      </a:cubicBezTo>
                      <a:cubicBezTo>
                        <a:pt x="31841" y="-672"/>
                        <a:pt x="27090" y="-1676"/>
                        <a:pt x="21474" y="-1676"/>
                      </a:cubicBezTo>
                      <a:cubicBezTo>
                        <a:pt x="14377" y="-1676"/>
                        <a:pt x="8728" y="320"/>
                        <a:pt x="4526" y="4312"/>
                      </a:cubicBezTo>
                      <a:cubicBezTo>
                        <a:pt x="336" y="8304"/>
                        <a:pt x="-1758" y="13645"/>
                        <a:pt x="-1758" y="20334"/>
                      </a:cubicBezTo>
                      <a:cubicBezTo>
                        <a:pt x="-1758" y="28134"/>
                        <a:pt x="852" y="34016"/>
                        <a:pt x="6072" y="37982"/>
                      </a:cubicBezTo>
                      <a:cubicBezTo>
                        <a:pt x="11305" y="41948"/>
                        <a:pt x="19101" y="43931"/>
                        <a:pt x="29462" y="43931"/>
                      </a:cubicBezTo>
                      <a:lnTo>
                        <a:pt x="45458" y="43931"/>
                      </a:lnTo>
                      <a:lnTo>
                        <a:pt x="45458" y="45061"/>
                      </a:lnTo>
                      <a:cubicBezTo>
                        <a:pt x="45458" y="50310"/>
                        <a:pt x="43734" y="54368"/>
                        <a:pt x="40285" y="57237"/>
                      </a:cubicBezTo>
                      <a:cubicBezTo>
                        <a:pt x="36836" y="60105"/>
                        <a:pt x="31993" y="61540"/>
                        <a:pt x="25755" y="61540"/>
                      </a:cubicBezTo>
                      <a:cubicBezTo>
                        <a:pt x="21791" y="61540"/>
                        <a:pt x="17925" y="61064"/>
                        <a:pt x="14159" y="60112"/>
                      </a:cubicBezTo>
                      <a:cubicBezTo>
                        <a:pt x="10406" y="59160"/>
                        <a:pt x="6798" y="57732"/>
                        <a:pt x="3336" y="55829"/>
                      </a:cubicBezTo>
                      <a:lnTo>
                        <a:pt x="3336" y="66378"/>
                      </a:lnTo>
                      <a:cubicBezTo>
                        <a:pt x="7499" y="67991"/>
                        <a:pt x="11543" y="69194"/>
                        <a:pt x="15467" y="69987"/>
                      </a:cubicBezTo>
                      <a:cubicBezTo>
                        <a:pt x="19392" y="70793"/>
                        <a:pt x="23211" y="71197"/>
                        <a:pt x="26925" y="71197"/>
                      </a:cubicBezTo>
                      <a:cubicBezTo>
                        <a:pt x="36968" y="71197"/>
                        <a:pt x="44467" y="68592"/>
                        <a:pt x="49423" y="63384"/>
                      </a:cubicBezTo>
                      <a:cubicBezTo>
                        <a:pt x="54378" y="58189"/>
                        <a:pt x="56856" y="50303"/>
                        <a:pt x="56856" y="397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47" name="Freeform: Shape 146">
                  <a:extLst>
                    <a:ext uri="{FF2B5EF4-FFF2-40B4-BE49-F238E27FC236}">
                      <a16:creationId xmlns:a16="http://schemas.microsoft.com/office/drawing/2014/main" id="{603B6845-1719-C493-8377-C7960003E6CD}"/>
                    </a:ext>
                  </a:extLst>
                </p:cNvPr>
                <p:cNvSpPr/>
                <p:nvPr/>
              </p:nvSpPr>
              <p:spPr>
                <a:xfrm flipV="1">
                  <a:off x="4543592" y="2085657"/>
                  <a:ext cx="53024" cy="72873"/>
                </a:xfrm>
                <a:custGeom>
                  <a:avLst/>
                  <a:gdLst>
                    <a:gd name="connsiteX0" fmla="*/ 47724 w 53024"/>
                    <a:gd name="connsiteY0" fmla="*/ 67489 h 72873"/>
                    <a:gd name="connsiteX1" fmla="*/ 47724 w 53024"/>
                    <a:gd name="connsiteY1" fmla="*/ 56701 h 72873"/>
                    <a:gd name="connsiteX2" fmla="*/ 37694 w 53024"/>
                    <a:gd name="connsiteY2" fmla="*/ 60409 h 72873"/>
                    <a:gd name="connsiteX3" fmla="*/ 26910 w 53024"/>
                    <a:gd name="connsiteY3" fmla="*/ 61659 h 72873"/>
                    <a:gd name="connsiteX4" fmla="*/ 14184 w 53024"/>
                    <a:gd name="connsiteY4" fmla="*/ 59061 h 72873"/>
                    <a:gd name="connsiteX5" fmla="*/ 9942 w 53024"/>
                    <a:gd name="connsiteY5" fmla="*/ 51248 h 72873"/>
                    <a:gd name="connsiteX6" fmla="*/ 12975 w 53024"/>
                    <a:gd name="connsiteY6" fmla="*/ 45022 h 72873"/>
                    <a:gd name="connsiteX7" fmla="*/ 25186 w 53024"/>
                    <a:gd name="connsiteY7" fmla="*/ 40719 h 72873"/>
                    <a:gd name="connsiteX8" fmla="*/ 29091 w 53024"/>
                    <a:gd name="connsiteY8" fmla="*/ 39846 h 72873"/>
                    <a:gd name="connsiteX9" fmla="*/ 46336 w 53024"/>
                    <a:gd name="connsiteY9" fmla="*/ 32509 h 72873"/>
                    <a:gd name="connsiteX10" fmla="*/ 51450 w 53024"/>
                    <a:gd name="connsiteY10" fmla="*/ 19283 h 72873"/>
                    <a:gd name="connsiteX11" fmla="*/ 43799 w 53024"/>
                    <a:gd name="connsiteY11" fmla="*/ 3955 h 72873"/>
                    <a:gd name="connsiteX12" fmla="*/ 22767 w 53024"/>
                    <a:gd name="connsiteY12" fmla="*/ -1676 h 72873"/>
                    <a:gd name="connsiteX13" fmla="*/ 11152 w 53024"/>
                    <a:gd name="connsiteY13" fmla="*/ -586 h 72873"/>
                    <a:gd name="connsiteX14" fmla="*/ -1574 w 53024"/>
                    <a:gd name="connsiteY14" fmla="*/ 2666 h 72873"/>
                    <a:gd name="connsiteX15" fmla="*/ -1574 w 53024"/>
                    <a:gd name="connsiteY15" fmla="*/ 14445 h 72873"/>
                    <a:gd name="connsiteX16" fmla="*/ 10874 w 53024"/>
                    <a:gd name="connsiteY16" fmla="*/ 9507 h 72873"/>
                    <a:gd name="connsiteX17" fmla="*/ 23025 w 53024"/>
                    <a:gd name="connsiteY17" fmla="*/ 7881 h 72873"/>
                    <a:gd name="connsiteX18" fmla="*/ 35394 w 53024"/>
                    <a:gd name="connsiteY18" fmla="*/ 10638 h 72873"/>
                    <a:gd name="connsiteX19" fmla="*/ 39735 w 53024"/>
                    <a:gd name="connsiteY19" fmla="*/ 18411 h 72873"/>
                    <a:gd name="connsiteX20" fmla="*/ 36603 w 53024"/>
                    <a:gd name="connsiteY20" fmla="*/ 25529 h 72873"/>
                    <a:gd name="connsiteX21" fmla="*/ 22886 w 53024"/>
                    <a:gd name="connsiteY21" fmla="*/ 30308 h 72873"/>
                    <a:gd name="connsiteX22" fmla="*/ 18922 w 53024"/>
                    <a:gd name="connsiteY22" fmla="*/ 31240 h 72873"/>
                    <a:gd name="connsiteX23" fmla="*/ 3619 w 53024"/>
                    <a:gd name="connsiteY23" fmla="*/ 38081 h 72873"/>
                    <a:gd name="connsiteX24" fmla="*/ -1079 w 53024"/>
                    <a:gd name="connsiteY24" fmla="*/ 50752 h 72873"/>
                    <a:gd name="connsiteX25" fmla="*/ 5859 w 53024"/>
                    <a:gd name="connsiteY25" fmla="*/ 65863 h 72873"/>
                    <a:gd name="connsiteX26" fmla="*/ 25562 w 53024"/>
                    <a:gd name="connsiteY26" fmla="*/ 71197 h 72873"/>
                    <a:gd name="connsiteX27" fmla="*/ 37436 w 53024"/>
                    <a:gd name="connsiteY27" fmla="*/ 70265 h 72873"/>
                    <a:gd name="connsiteX28" fmla="*/ 47724 w 53024"/>
                    <a:gd name="connsiteY28" fmla="*/ 67489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3024" h="72873">
                      <a:moveTo>
                        <a:pt x="47724" y="67489"/>
                      </a:moveTo>
                      <a:lnTo>
                        <a:pt x="47724" y="56701"/>
                      </a:lnTo>
                      <a:cubicBezTo>
                        <a:pt x="44512" y="58354"/>
                        <a:pt x="41169" y="59590"/>
                        <a:pt x="37694" y="60409"/>
                      </a:cubicBezTo>
                      <a:cubicBezTo>
                        <a:pt x="34231" y="61242"/>
                        <a:pt x="30637" y="61659"/>
                        <a:pt x="26910" y="61659"/>
                      </a:cubicBezTo>
                      <a:cubicBezTo>
                        <a:pt x="21254" y="61659"/>
                        <a:pt x="17012" y="60793"/>
                        <a:pt x="14184" y="59061"/>
                      </a:cubicBezTo>
                      <a:cubicBezTo>
                        <a:pt x="11356" y="57329"/>
                        <a:pt x="9942" y="54725"/>
                        <a:pt x="9942" y="51248"/>
                      </a:cubicBezTo>
                      <a:cubicBezTo>
                        <a:pt x="9942" y="48604"/>
                        <a:pt x="10953" y="46529"/>
                        <a:pt x="12975" y="45022"/>
                      </a:cubicBezTo>
                      <a:cubicBezTo>
                        <a:pt x="14997" y="43515"/>
                        <a:pt x="19067" y="42080"/>
                        <a:pt x="25186" y="40719"/>
                      </a:cubicBezTo>
                      <a:lnTo>
                        <a:pt x="29091" y="39846"/>
                      </a:lnTo>
                      <a:cubicBezTo>
                        <a:pt x="37178" y="38115"/>
                        <a:pt x="42927" y="35669"/>
                        <a:pt x="46336" y="32509"/>
                      </a:cubicBezTo>
                      <a:cubicBezTo>
                        <a:pt x="49745" y="29350"/>
                        <a:pt x="51450" y="24941"/>
                        <a:pt x="51450" y="19283"/>
                      </a:cubicBezTo>
                      <a:cubicBezTo>
                        <a:pt x="51450" y="12832"/>
                        <a:pt x="48900" y="7723"/>
                        <a:pt x="43799" y="3955"/>
                      </a:cubicBezTo>
                      <a:cubicBezTo>
                        <a:pt x="38698" y="201"/>
                        <a:pt x="31687" y="-1676"/>
                        <a:pt x="22767" y="-1676"/>
                      </a:cubicBezTo>
                      <a:cubicBezTo>
                        <a:pt x="19054" y="-1676"/>
                        <a:pt x="15182" y="-1313"/>
                        <a:pt x="11152" y="-586"/>
                      </a:cubicBezTo>
                      <a:cubicBezTo>
                        <a:pt x="7121" y="141"/>
                        <a:pt x="2879" y="1225"/>
                        <a:pt x="-1574" y="2666"/>
                      </a:cubicBezTo>
                      <a:lnTo>
                        <a:pt x="-1574" y="14445"/>
                      </a:lnTo>
                      <a:cubicBezTo>
                        <a:pt x="2641" y="12250"/>
                        <a:pt x="6791" y="10605"/>
                        <a:pt x="10874" y="9507"/>
                      </a:cubicBezTo>
                      <a:cubicBezTo>
                        <a:pt x="14957" y="8423"/>
                        <a:pt x="19008" y="7881"/>
                        <a:pt x="23025" y="7881"/>
                      </a:cubicBezTo>
                      <a:cubicBezTo>
                        <a:pt x="28390" y="7881"/>
                        <a:pt x="32513" y="8800"/>
                        <a:pt x="35394" y="10638"/>
                      </a:cubicBezTo>
                      <a:cubicBezTo>
                        <a:pt x="38288" y="12475"/>
                        <a:pt x="39735" y="15066"/>
                        <a:pt x="39735" y="18411"/>
                      </a:cubicBezTo>
                      <a:cubicBezTo>
                        <a:pt x="39735" y="21504"/>
                        <a:pt x="38691" y="23877"/>
                        <a:pt x="36603" y="25529"/>
                      </a:cubicBezTo>
                      <a:cubicBezTo>
                        <a:pt x="34529" y="27182"/>
                        <a:pt x="29956" y="28775"/>
                        <a:pt x="22886" y="30308"/>
                      </a:cubicBezTo>
                      <a:lnTo>
                        <a:pt x="18922" y="31240"/>
                      </a:lnTo>
                      <a:cubicBezTo>
                        <a:pt x="11865" y="32721"/>
                        <a:pt x="6764" y="35001"/>
                        <a:pt x="3619" y="38081"/>
                      </a:cubicBezTo>
                      <a:cubicBezTo>
                        <a:pt x="487" y="41162"/>
                        <a:pt x="-1079" y="45385"/>
                        <a:pt x="-1079" y="50752"/>
                      </a:cubicBezTo>
                      <a:cubicBezTo>
                        <a:pt x="-1079" y="57283"/>
                        <a:pt x="1234" y="62320"/>
                        <a:pt x="5859" y="65863"/>
                      </a:cubicBezTo>
                      <a:cubicBezTo>
                        <a:pt x="10484" y="69419"/>
                        <a:pt x="17052" y="71197"/>
                        <a:pt x="25562" y="71197"/>
                      </a:cubicBezTo>
                      <a:cubicBezTo>
                        <a:pt x="29765" y="71197"/>
                        <a:pt x="33723" y="70886"/>
                        <a:pt x="37436" y="70265"/>
                      </a:cubicBezTo>
                      <a:cubicBezTo>
                        <a:pt x="41162" y="69657"/>
                        <a:pt x="44592" y="68731"/>
                        <a:pt x="47724" y="674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48" name="Freeform: Shape 147">
                  <a:extLst>
                    <a:ext uri="{FF2B5EF4-FFF2-40B4-BE49-F238E27FC236}">
                      <a16:creationId xmlns:a16="http://schemas.microsoft.com/office/drawing/2014/main" id="{4731CAD7-E73C-CB1B-BF0E-5BD56C4A2E1D}"/>
                    </a:ext>
                  </a:extLst>
                </p:cNvPr>
                <p:cNvSpPr/>
                <p:nvPr/>
              </p:nvSpPr>
              <p:spPr>
                <a:xfrm flipV="1">
                  <a:off x="4609806" y="2085657"/>
                  <a:ext cx="64303" cy="72873"/>
                </a:xfrm>
                <a:custGeom>
                  <a:avLst/>
                  <a:gdLst>
                    <a:gd name="connsiteX0" fmla="*/ 62444 w 64303"/>
                    <a:gd name="connsiteY0" fmla="*/ 37685 h 72873"/>
                    <a:gd name="connsiteX1" fmla="*/ 62444 w 64303"/>
                    <a:gd name="connsiteY1" fmla="*/ 32113 h 72873"/>
                    <a:gd name="connsiteX2" fmla="*/ 10034 w 64303"/>
                    <a:gd name="connsiteY2" fmla="*/ 32113 h 72873"/>
                    <a:gd name="connsiteX3" fmla="*/ 17131 w 64303"/>
                    <a:gd name="connsiteY3" fmla="*/ 14167 h 72873"/>
                    <a:gd name="connsiteX4" fmla="*/ 34812 w 64303"/>
                    <a:gd name="connsiteY4" fmla="*/ 8000 h 72873"/>
                    <a:gd name="connsiteX5" fmla="*/ 47538 w 64303"/>
                    <a:gd name="connsiteY5" fmla="*/ 9606 h 72873"/>
                    <a:gd name="connsiteX6" fmla="*/ 59788 w 64303"/>
                    <a:gd name="connsiteY6" fmla="*/ 14445 h 72873"/>
                    <a:gd name="connsiteX7" fmla="*/ 59788 w 64303"/>
                    <a:gd name="connsiteY7" fmla="*/ 3658 h 72873"/>
                    <a:gd name="connsiteX8" fmla="*/ 47201 w 64303"/>
                    <a:gd name="connsiteY8" fmla="*/ -308 h 72873"/>
                    <a:gd name="connsiteX9" fmla="*/ 34138 w 64303"/>
                    <a:gd name="connsiteY9" fmla="*/ -1676 h 72873"/>
                    <a:gd name="connsiteX10" fmla="*/ 7834 w 64303"/>
                    <a:gd name="connsiteY10" fmla="*/ 7980 h 72873"/>
                    <a:gd name="connsiteX11" fmla="*/ -1859 w 64303"/>
                    <a:gd name="connsiteY11" fmla="*/ 34155 h 72873"/>
                    <a:gd name="connsiteX12" fmla="*/ 7338 w 64303"/>
                    <a:gd name="connsiteY12" fmla="*/ 61183 h 72873"/>
                    <a:gd name="connsiteX13" fmla="*/ 32156 w 64303"/>
                    <a:gd name="connsiteY13" fmla="*/ 71197 h 72873"/>
                    <a:gd name="connsiteX14" fmla="*/ 54297 w 64303"/>
                    <a:gd name="connsiteY14" fmla="*/ 62174 h 72873"/>
                    <a:gd name="connsiteX15" fmla="*/ 62444 w 64303"/>
                    <a:gd name="connsiteY15" fmla="*/ 37685 h 72873"/>
                    <a:gd name="connsiteX16" fmla="*/ 51046 w 64303"/>
                    <a:gd name="connsiteY16" fmla="*/ 41036 h 72873"/>
                    <a:gd name="connsiteX17" fmla="*/ 45813 w 64303"/>
                    <a:gd name="connsiteY17" fmla="*/ 55948 h 72873"/>
                    <a:gd name="connsiteX18" fmla="*/ 32275 w 64303"/>
                    <a:gd name="connsiteY18" fmla="*/ 61540 h 72873"/>
                    <a:gd name="connsiteX19" fmla="*/ 17012 w 64303"/>
                    <a:gd name="connsiteY19" fmla="*/ 56146 h 72873"/>
                    <a:gd name="connsiteX20" fmla="*/ 10411 w 64303"/>
                    <a:gd name="connsiteY20" fmla="*/ 40957 h 72873"/>
                    <a:gd name="connsiteX21" fmla="*/ 51046 w 64303"/>
                    <a:gd name="connsiteY21" fmla="*/ 41036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303" h="72873">
                      <a:moveTo>
                        <a:pt x="62444" y="37685"/>
                      </a:moveTo>
                      <a:lnTo>
                        <a:pt x="62444" y="32113"/>
                      </a:lnTo>
                      <a:lnTo>
                        <a:pt x="10034" y="32113"/>
                      </a:lnTo>
                      <a:cubicBezTo>
                        <a:pt x="10536" y="24260"/>
                        <a:pt x="12902" y="18279"/>
                        <a:pt x="17131" y="14167"/>
                      </a:cubicBezTo>
                      <a:cubicBezTo>
                        <a:pt x="21359" y="10056"/>
                        <a:pt x="27253" y="8000"/>
                        <a:pt x="34812" y="8000"/>
                      </a:cubicBezTo>
                      <a:cubicBezTo>
                        <a:pt x="39186" y="8000"/>
                        <a:pt x="43428" y="8536"/>
                        <a:pt x="47538" y="9606"/>
                      </a:cubicBezTo>
                      <a:cubicBezTo>
                        <a:pt x="51648" y="10677"/>
                        <a:pt x="55731" y="12290"/>
                        <a:pt x="59788" y="14445"/>
                      </a:cubicBezTo>
                      <a:lnTo>
                        <a:pt x="59788" y="3658"/>
                      </a:lnTo>
                      <a:cubicBezTo>
                        <a:pt x="55691" y="1926"/>
                        <a:pt x="51496" y="604"/>
                        <a:pt x="47201" y="-308"/>
                      </a:cubicBezTo>
                      <a:cubicBezTo>
                        <a:pt x="42906" y="-1220"/>
                        <a:pt x="38552" y="-1676"/>
                        <a:pt x="34138" y="-1676"/>
                      </a:cubicBezTo>
                      <a:cubicBezTo>
                        <a:pt x="23064" y="-1676"/>
                        <a:pt x="14296" y="1542"/>
                        <a:pt x="7834" y="7980"/>
                      </a:cubicBezTo>
                      <a:cubicBezTo>
                        <a:pt x="1372" y="14432"/>
                        <a:pt x="-1859" y="23157"/>
                        <a:pt x="-1859" y="34155"/>
                      </a:cubicBezTo>
                      <a:cubicBezTo>
                        <a:pt x="-1859" y="45511"/>
                        <a:pt x="1207" y="54520"/>
                        <a:pt x="7338" y="61183"/>
                      </a:cubicBezTo>
                      <a:cubicBezTo>
                        <a:pt x="13470" y="67859"/>
                        <a:pt x="21743" y="71197"/>
                        <a:pt x="32156" y="71197"/>
                      </a:cubicBezTo>
                      <a:cubicBezTo>
                        <a:pt x="41485" y="71197"/>
                        <a:pt x="48866" y="68189"/>
                        <a:pt x="54297" y="62174"/>
                      </a:cubicBezTo>
                      <a:cubicBezTo>
                        <a:pt x="59729" y="56173"/>
                        <a:pt x="62444" y="48009"/>
                        <a:pt x="62444" y="37685"/>
                      </a:cubicBezTo>
                      <a:close/>
                      <a:moveTo>
                        <a:pt x="51046" y="41036"/>
                      </a:moveTo>
                      <a:cubicBezTo>
                        <a:pt x="50967" y="47263"/>
                        <a:pt x="49223" y="52233"/>
                        <a:pt x="45813" y="55948"/>
                      </a:cubicBezTo>
                      <a:cubicBezTo>
                        <a:pt x="42404" y="59676"/>
                        <a:pt x="37891" y="61540"/>
                        <a:pt x="32275" y="61540"/>
                      </a:cubicBezTo>
                      <a:cubicBezTo>
                        <a:pt x="25918" y="61540"/>
                        <a:pt x="20831" y="59742"/>
                        <a:pt x="17012" y="56146"/>
                      </a:cubicBezTo>
                      <a:cubicBezTo>
                        <a:pt x="13193" y="52550"/>
                        <a:pt x="10992" y="47487"/>
                        <a:pt x="10411" y="40957"/>
                      </a:cubicBezTo>
                      <a:lnTo>
                        <a:pt x="51046" y="410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49" name="Freeform: Shape 148">
                  <a:extLst>
                    <a:ext uri="{FF2B5EF4-FFF2-40B4-BE49-F238E27FC236}">
                      <a16:creationId xmlns:a16="http://schemas.microsoft.com/office/drawing/2014/main" id="{D6F45D40-3900-C42A-AD57-2B7A711F767B}"/>
                    </a:ext>
                  </a:extLst>
                </p:cNvPr>
                <p:cNvSpPr/>
                <p:nvPr/>
              </p:nvSpPr>
              <p:spPr>
                <a:xfrm flipV="1">
                  <a:off x="4692811" y="2060295"/>
                  <a:ext cx="11397" cy="96430"/>
                </a:xfrm>
                <a:custGeom>
                  <a:avLst/>
                  <a:gdLst>
                    <a:gd name="connsiteX0" fmla="*/ -770 w 11397"/>
                    <a:gd name="connsiteY0" fmla="*/ 94068 h 96430"/>
                    <a:gd name="connsiteX1" fmla="*/ 10628 w 11397"/>
                    <a:gd name="connsiteY1" fmla="*/ 94068 h 96430"/>
                    <a:gd name="connsiteX2" fmla="*/ 10628 w 11397"/>
                    <a:gd name="connsiteY2" fmla="*/ -2363 h 96430"/>
                    <a:gd name="connsiteX3" fmla="*/ -770 w 11397"/>
                    <a:gd name="connsiteY3" fmla="*/ -2363 h 96430"/>
                    <a:gd name="connsiteX4" fmla="*/ -770 w 11397"/>
                    <a:gd name="connsiteY4" fmla="*/ 94068 h 96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97" h="96430">
                      <a:moveTo>
                        <a:pt x="-770" y="94068"/>
                      </a:moveTo>
                      <a:lnTo>
                        <a:pt x="10628" y="94068"/>
                      </a:lnTo>
                      <a:lnTo>
                        <a:pt x="10628" y="-2363"/>
                      </a:lnTo>
                      <a:lnTo>
                        <a:pt x="-770" y="-2363"/>
                      </a:lnTo>
                      <a:lnTo>
                        <a:pt x="-770" y="940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50" name="Freeform: Shape 149">
                  <a:extLst>
                    <a:ext uri="{FF2B5EF4-FFF2-40B4-BE49-F238E27FC236}">
                      <a16:creationId xmlns:a16="http://schemas.microsoft.com/office/drawing/2014/main" id="{F1138168-2BCA-8439-DC11-D6F4417141C9}"/>
                    </a:ext>
                  </a:extLst>
                </p:cNvPr>
                <p:cNvSpPr/>
                <p:nvPr/>
              </p:nvSpPr>
              <p:spPr>
                <a:xfrm flipV="1">
                  <a:off x="4728058" y="2060295"/>
                  <a:ext cx="11397" cy="96430"/>
                </a:xfrm>
                <a:custGeom>
                  <a:avLst/>
                  <a:gdLst>
                    <a:gd name="connsiteX0" fmla="*/ -767 w 11397"/>
                    <a:gd name="connsiteY0" fmla="*/ 67040 h 96430"/>
                    <a:gd name="connsiteX1" fmla="*/ 10630 w 11397"/>
                    <a:gd name="connsiteY1" fmla="*/ 67040 h 96430"/>
                    <a:gd name="connsiteX2" fmla="*/ 10630 w 11397"/>
                    <a:gd name="connsiteY2" fmla="*/ -2363 h 96430"/>
                    <a:gd name="connsiteX3" fmla="*/ -767 w 11397"/>
                    <a:gd name="connsiteY3" fmla="*/ -2363 h 96430"/>
                    <a:gd name="connsiteX4" fmla="*/ -767 w 11397"/>
                    <a:gd name="connsiteY4" fmla="*/ 67040 h 96430"/>
                    <a:gd name="connsiteX5" fmla="*/ -767 w 11397"/>
                    <a:gd name="connsiteY5" fmla="*/ 94068 h 96430"/>
                    <a:gd name="connsiteX6" fmla="*/ 10630 w 11397"/>
                    <a:gd name="connsiteY6" fmla="*/ 94068 h 96430"/>
                    <a:gd name="connsiteX7" fmla="*/ 10630 w 11397"/>
                    <a:gd name="connsiteY7" fmla="*/ 79612 h 96430"/>
                    <a:gd name="connsiteX8" fmla="*/ -767 w 11397"/>
                    <a:gd name="connsiteY8" fmla="*/ 79612 h 96430"/>
                    <a:gd name="connsiteX9" fmla="*/ -767 w 11397"/>
                    <a:gd name="connsiteY9" fmla="*/ 94068 h 96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397" h="96430">
                      <a:moveTo>
                        <a:pt x="-767" y="67040"/>
                      </a:moveTo>
                      <a:lnTo>
                        <a:pt x="10630" y="67040"/>
                      </a:lnTo>
                      <a:lnTo>
                        <a:pt x="10630" y="-2363"/>
                      </a:lnTo>
                      <a:lnTo>
                        <a:pt x="-767" y="-2363"/>
                      </a:lnTo>
                      <a:lnTo>
                        <a:pt x="-767" y="67040"/>
                      </a:lnTo>
                      <a:close/>
                      <a:moveTo>
                        <a:pt x="-767" y="94068"/>
                      </a:moveTo>
                      <a:lnTo>
                        <a:pt x="10630" y="94068"/>
                      </a:lnTo>
                      <a:lnTo>
                        <a:pt x="10630" y="79612"/>
                      </a:lnTo>
                      <a:lnTo>
                        <a:pt x="-767" y="79612"/>
                      </a:lnTo>
                      <a:lnTo>
                        <a:pt x="-767" y="940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id="{2400385B-007B-8476-5C10-C3E95B78932A}"/>
                    </a:ext>
                  </a:extLst>
                </p:cNvPr>
                <p:cNvSpPr/>
                <p:nvPr/>
              </p:nvSpPr>
              <p:spPr>
                <a:xfrm flipV="1">
                  <a:off x="4762868" y="2085657"/>
                  <a:ext cx="58118" cy="71068"/>
                </a:xfrm>
                <a:custGeom>
                  <a:avLst/>
                  <a:gdLst>
                    <a:gd name="connsiteX0" fmla="*/ 56199 w 58118"/>
                    <a:gd name="connsiteY0" fmla="*/ 40177 h 71068"/>
                    <a:gd name="connsiteX1" fmla="*/ 56199 w 58118"/>
                    <a:gd name="connsiteY1" fmla="*/ -1722 h 71068"/>
                    <a:gd name="connsiteX2" fmla="*/ 44802 w 58118"/>
                    <a:gd name="connsiteY2" fmla="*/ -1722 h 71068"/>
                    <a:gd name="connsiteX3" fmla="*/ 44802 w 58118"/>
                    <a:gd name="connsiteY3" fmla="*/ 39801 h 71068"/>
                    <a:gd name="connsiteX4" fmla="*/ 40956 w 58118"/>
                    <a:gd name="connsiteY4" fmla="*/ 54534 h 71068"/>
                    <a:gd name="connsiteX5" fmla="*/ 29439 w 58118"/>
                    <a:gd name="connsiteY5" fmla="*/ 59432 h 71068"/>
                    <a:gd name="connsiteX6" fmla="*/ 14870 w 58118"/>
                    <a:gd name="connsiteY6" fmla="*/ 53543 h 71068"/>
                    <a:gd name="connsiteX7" fmla="*/ 9538 w 58118"/>
                    <a:gd name="connsiteY7" fmla="*/ 37501 h 71068"/>
                    <a:gd name="connsiteX8" fmla="*/ 9538 w 58118"/>
                    <a:gd name="connsiteY8" fmla="*/ -1722 h 71068"/>
                    <a:gd name="connsiteX9" fmla="*/ -1919 w 58118"/>
                    <a:gd name="connsiteY9" fmla="*/ -1722 h 71068"/>
                    <a:gd name="connsiteX10" fmla="*/ -1919 w 58118"/>
                    <a:gd name="connsiteY10" fmla="*/ 67681 h 71068"/>
                    <a:gd name="connsiteX11" fmla="*/ 9538 w 58118"/>
                    <a:gd name="connsiteY11" fmla="*/ 67681 h 71068"/>
                    <a:gd name="connsiteX12" fmla="*/ 9538 w 58118"/>
                    <a:gd name="connsiteY12" fmla="*/ 56894 h 71068"/>
                    <a:gd name="connsiteX13" fmla="*/ 19172 w 58118"/>
                    <a:gd name="connsiteY13" fmla="*/ 66253 h 71068"/>
                    <a:gd name="connsiteX14" fmla="*/ 31977 w 58118"/>
                    <a:gd name="connsiteY14" fmla="*/ 69347 h 71068"/>
                    <a:gd name="connsiteX15" fmla="*/ 50055 w 58118"/>
                    <a:gd name="connsiteY15" fmla="*/ 61950 h 71068"/>
                    <a:gd name="connsiteX16" fmla="*/ 56199 w 58118"/>
                    <a:gd name="connsiteY16" fmla="*/ 40177 h 71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8118" h="71068">
                      <a:moveTo>
                        <a:pt x="56199" y="40177"/>
                      </a:moveTo>
                      <a:lnTo>
                        <a:pt x="56199" y="-1722"/>
                      </a:lnTo>
                      <a:lnTo>
                        <a:pt x="44802" y="-1722"/>
                      </a:lnTo>
                      <a:lnTo>
                        <a:pt x="44802" y="39801"/>
                      </a:lnTo>
                      <a:cubicBezTo>
                        <a:pt x="44802" y="46371"/>
                        <a:pt x="43520" y="51282"/>
                        <a:pt x="40956" y="54534"/>
                      </a:cubicBezTo>
                      <a:cubicBezTo>
                        <a:pt x="38393" y="57799"/>
                        <a:pt x="34554" y="59432"/>
                        <a:pt x="29439" y="59432"/>
                      </a:cubicBezTo>
                      <a:cubicBezTo>
                        <a:pt x="23281" y="59432"/>
                        <a:pt x="18425" y="57469"/>
                        <a:pt x="14870" y="53543"/>
                      </a:cubicBezTo>
                      <a:cubicBezTo>
                        <a:pt x="11315" y="49630"/>
                        <a:pt x="9538" y="44282"/>
                        <a:pt x="9538" y="37501"/>
                      </a:cubicBezTo>
                      <a:lnTo>
                        <a:pt x="9538" y="-1722"/>
                      </a:lnTo>
                      <a:lnTo>
                        <a:pt x="-1919" y="-1722"/>
                      </a:lnTo>
                      <a:lnTo>
                        <a:pt x="-1919" y="67681"/>
                      </a:lnTo>
                      <a:lnTo>
                        <a:pt x="9538" y="67681"/>
                      </a:lnTo>
                      <a:lnTo>
                        <a:pt x="9538" y="56894"/>
                      </a:lnTo>
                      <a:cubicBezTo>
                        <a:pt x="12273" y="61071"/>
                        <a:pt x="15485" y="64191"/>
                        <a:pt x="19172" y="66253"/>
                      </a:cubicBezTo>
                      <a:cubicBezTo>
                        <a:pt x="22872" y="68315"/>
                        <a:pt x="27140" y="69347"/>
                        <a:pt x="31977" y="69347"/>
                      </a:cubicBezTo>
                      <a:cubicBezTo>
                        <a:pt x="39945" y="69347"/>
                        <a:pt x="45971" y="66881"/>
                        <a:pt x="50055" y="61950"/>
                      </a:cubicBezTo>
                      <a:cubicBezTo>
                        <a:pt x="54151" y="57019"/>
                        <a:pt x="56199" y="49762"/>
                        <a:pt x="56199" y="401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id="{F35A602C-5AC5-9318-0C16-9FF4B97FCEA8}"/>
                    </a:ext>
                  </a:extLst>
                </p:cNvPr>
                <p:cNvSpPr/>
                <p:nvPr/>
              </p:nvSpPr>
              <p:spPr>
                <a:xfrm flipV="1">
                  <a:off x="4838752" y="2085657"/>
                  <a:ext cx="64303" cy="72873"/>
                </a:xfrm>
                <a:custGeom>
                  <a:avLst/>
                  <a:gdLst>
                    <a:gd name="connsiteX0" fmla="*/ 62462 w 64303"/>
                    <a:gd name="connsiteY0" fmla="*/ 37685 h 72873"/>
                    <a:gd name="connsiteX1" fmla="*/ 62462 w 64303"/>
                    <a:gd name="connsiteY1" fmla="*/ 32113 h 72873"/>
                    <a:gd name="connsiteX2" fmla="*/ 10052 w 64303"/>
                    <a:gd name="connsiteY2" fmla="*/ 32113 h 72873"/>
                    <a:gd name="connsiteX3" fmla="*/ 17149 w 64303"/>
                    <a:gd name="connsiteY3" fmla="*/ 14167 h 72873"/>
                    <a:gd name="connsiteX4" fmla="*/ 34830 w 64303"/>
                    <a:gd name="connsiteY4" fmla="*/ 8000 h 72873"/>
                    <a:gd name="connsiteX5" fmla="*/ 47556 w 64303"/>
                    <a:gd name="connsiteY5" fmla="*/ 9606 h 72873"/>
                    <a:gd name="connsiteX6" fmla="*/ 59806 w 64303"/>
                    <a:gd name="connsiteY6" fmla="*/ 14445 h 72873"/>
                    <a:gd name="connsiteX7" fmla="*/ 59806 w 64303"/>
                    <a:gd name="connsiteY7" fmla="*/ 3658 h 72873"/>
                    <a:gd name="connsiteX8" fmla="*/ 47219 w 64303"/>
                    <a:gd name="connsiteY8" fmla="*/ -308 h 72873"/>
                    <a:gd name="connsiteX9" fmla="*/ 34156 w 64303"/>
                    <a:gd name="connsiteY9" fmla="*/ -1676 h 72873"/>
                    <a:gd name="connsiteX10" fmla="*/ 7852 w 64303"/>
                    <a:gd name="connsiteY10" fmla="*/ 7980 h 72873"/>
                    <a:gd name="connsiteX11" fmla="*/ -1841 w 64303"/>
                    <a:gd name="connsiteY11" fmla="*/ 34155 h 72873"/>
                    <a:gd name="connsiteX12" fmla="*/ 7356 w 64303"/>
                    <a:gd name="connsiteY12" fmla="*/ 61183 h 72873"/>
                    <a:gd name="connsiteX13" fmla="*/ 32174 w 64303"/>
                    <a:gd name="connsiteY13" fmla="*/ 71197 h 72873"/>
                    <a:gd name="connsiteX14" fmla="*/ 54315 w 64303"/>
                    <a:gd name="connsiteY14" fmla="*/ 62174 h 72873"/>
                    <a:gd name="connsiteX15" fmla="*/ 62462 w 64303"/>
                    <a:gd name="connsiteY15" fmla="*/ 37685 h 72873"/>
                    <a:gd name="connsiteX16" fmla="*/ 51064 w 64303"/>
                    <a:gd name="connsiteY16" fmla="*/ 41036 h 72873"/>
                    <a:gd name="connsiteX17" fmla="*/ 45831 w 64303"/>
                    <a:gd name="connsiteY17" fmla="*/ 55948 h 72873"/>
                    <a:gd name="connsiteX18" fmla="*/ 32293 w 64303"/>
                    <a:gd name="connsiteY18" fmla="*/ 61540 h 72873"/>
                    <a:gd name="connsiteX19" fmla="*/ 17030 w 64303"/>
                    <a:gd name="connsiteY19" fmla="*/ 56146 h 72873"/>
                    <a:gd name="connsiteX20" fmla="*/ 10429 w 64303"/>
                    <a:gd name="connsiteY20" fmla="*/ 40957 h 72873"/>
                    <a:gd name="connsiteX21" fmla="*/ 51064 w 64303"/>
                    <a:gd name="connsiteY21" fmla="*/ 41036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303" h="72873">
                      <a:moveTo>
                        <a:pt x="62462" y="37685"/>
                      </a:moveTo>
                      <a:lnTo>
                        <a:pt x="62462" y="32113"/>
                      </a:lnTo>
                      <a:lnTo>
                        <a:pt x="10052" y="32113"/>
                      </a:lnTo>
                      <a:cubicBezTo>
                        <a:pt x="10554" y="24260"/>
                        <a:pt x="12920" y="18279"/>
                        <a:pt x="17149" y="14167"/>
                      </a:cubicBezTo>
                      <a:cubicBezTo>
                        <a:pt x="21377" y="10056"/>
                        <a:pt x="27271" y="8000"/>
                        <a:pt x="34830" y="8000"/>
                      </a:cubicBezTo>
                      <a:cubicBezTo>
                        <a:pt x="39204" y="8000"/>
                        <a:pt x="43446" y="8536"/>
                        <a:pt x="47556" y="9606"/>
                      </a:cubicBezTo>
                      <a:cubicBezTo>
                        <a:pt x="51666" y="10677"/>
                        <a:pt x="55749" y="12290"/>
                        <a:pt x="59806" y="14445"/>
                      </a:cubicBezTo>
                      <a:lnTo>
                        <a:pt x="59806" y="3658"/>
                      </a:lnTo>
                      <a:cubicBezTo>
                        <a:pt x="55709" y="1926"/>
                        <a:pt x="51514" y="604"/>
                        <a:pt x="47219" y="-308"/>
                      </a:cubicBezTo>
                      <a:cubicBezTo>
                        <a:pt x="42924" y="-1220"/>
                        <a:pt x="38570" y="-1676"/>
                        <a:pt x="34156" y="-1676"/>
                      </a:cubicBezTo>
                      <a:cubicBezTo>
                        <a:pt x="23082" y="-1676"/>
                        <a:pt x="14314" y="1542"/>
                        <a:pt x="7852" y="7980"/>
                      </a:cubicBezTo>
                      <a:cubicBezTo>
                        <a:pt x="1390" y="14432"/>
                        <a:pt x="-1841" y="23157"/>
                        <a:pt x="-1841" y="34155"/>
                      </a:cubicBezTo>
                      <a:cubicBezTo>
                        <a:pt x="-1841" y="45511"/>
                        <a:pt x="1225" y="54520"/>
                        <a:pt x="7356" y="61183"/>
                      </a:cubicBezTo>
                      <a:cubicBezTo>
                        <a:pt x="13488" y="67859"/>
                        <a:pt x="21761" y="71197"/>
                        <a:pt x="32174" y="71197"/>
                      </a:cubicBezTo>
                      <a:cubicBezTo>
                        <a:pt x="41504" y="71197"/>
                        <a:pt x="48884" y="68189"/>
                        <a:pt x="54315" y="62174"/>
                      </a:cubicBezTo>
                      <a:cubicBezTo>
                        <a:pt x="59747" y="56173"/>
                        <a:pt x="62462" y="48009"/>
                        <a:pt x="62462" y="37685"/>
                      </a:cubicBezTo>
                      <a:close/>
                      <a:moveTo>
                        <a:pt x="51064" y="41036"/>
                      </a:moveTo>
                      <a:cubicBezTo>
                        <a:pt x="50985" y="47263"/>
                        <a:pt x="49241" y="52233"/>
                        <a:pt x="45831" y="55948"/>
                      </a:cubicBezTo>
                      <a:cubicBezTo>
                        <a:pt x="42422" y="59676"/>
                        <a:pt x="37909" y="61540"/>
                        <a:pt x="32293" y="61540"/>
                      </a:cubicBezTo>
                      <a:cubicBezTo>
                        <a:pt x="25936" y="61540"/>
                        <a:pt x="20849" y="59742"/>
                        <a:pt x="17030" y="56146"/>
                      </a:cubicBezTo>
                      <a:cubicBezTo>
                        <a:pt x="13211" y="52550"/>
                        <a:pt x="11010" y="47487"/>
                        <a:pt x="10429" y="40957"/>
                      </a:cubicBezTo>
                      <a:lnTo>
                        <a:pt x="51064" y="410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id="{82B266D2-4C0D-E8AA-A8DB-346FF95B0E72}"/>
                    </a:ext>
                  </a:extLst>
                </p:cNvPr>
                <p:cNvSpPr/>
                <p:nvPr/>
              </p:nvSpPr>
              <p:spPr>
                <a:xfrm flipV="1">
                  <a:off x="4919102" y="2062536"/>
                  <a:ext cx="58713" cy="94189"/>
                </a:xfrm>
                <a:custGeom>
                  <a:avLst/>
                  <a:gdLst>
                    <a:gd name="connsiteX0" fmla="*/ 13235 w 58713"/>
                    <a:gd name="connsiteY0" fmla="*/ 8223 h 94189"/>
                    <a:gd name="connsiteX1" fmla="*/ 56903 w 58713"/>
                    <a:gd name="connsiteY1" fmla="*/ 8223 h 94189"/>
                    <a:gd name="connsiteX2" fmla="*/ 56903 w 58713"/>
                    <a:gd name="connsiteY2" fmla="*/ -2306 h 94189"/>
                    <a:gd name="connsiteX3" fmla="*/ -1810 w 58713"/>
                    <a:gd name="connsiteY3" fmla="*/ -2306 h 94189"/>
                    <a:gd name="connsiteX4" fmla="*/ -1810 w 58713"/>
                    <a:gd name="connsiteY4" fmla="*/ 8223 h 94189"/>
                    <a:gd name="connsiteX5" fmla="*/ 17596 w 58713"/>
                    <a:gd name="connsiteY5" fmla="*/ 28013 h 94189"/>
                    <a:gd name="connsiteX6" fmla="*/ 33057 w 58713"/>
                    <a:gd name="connsiteY6" fmla="*/ 44055 h 94189"/>
                    <a:gd name="connsiteX7" fmla="*/ 41442 w 58713"/>
                    <a:gd name="connsiteY7" fmla="*/ 55477 h 94189"/>
                    <a:gd name="connsiteX8" fmla="*/ 43841 w 58713"/>
                    <a:gd name="connsiteY8" fmla="*/ 64678 h 94189"/>
                    <a:gd name="connsiteX9" fmla="*/ 38667 w 58713"/>
                    <a:gd name="connsiteY9" fmla="*/ 76694 h 94189"/>
                    <a:gd name="connsiteX10" fmla="*/ 25188 w 58713"/>
                    <a:gd name="connsiteY10" fmla="*/ 81354 h 94189"/>
                    <a:gd name="connsiteX11" fmla="*/ 12759 w 58713"/>
                    <a:gd name="connsiteY11" fmla="*/ 79312 h 94189"/>
                    <a:gd name="connsiteX12" fmla="*/ -1195 w 58713"/>
                    <a:gd name="connsiteY12" fmla="*/ 73105 h 94189"/>
                    <a:gd name="connsiteX13" fmla="*/ -1195 w 58713"/>
                    <a:gd name="connsiteY13" fmla="*/ 85756 h 94189"/>
                    <a:gd name="connsiteX14" fmla="*/ 12918 w 58713"/>
                    <a:gd name="connsiteY14" fmla="*/ 90337 h 94189"/>
                    <a:gd name="connsiteX15" fmla="*/ 24950 w 58713"/>
                    <a:gd name="connsiteY15" fmla="*/ 91884 h 94189"/>
                    <a:gd name="connsiteX16" fmla="*/ 47865 w 58713"/>
                    <a:gd name="connsiteY16" fmla="*/ 84686 h 94189"/>
                    <a:gd name="connsiteX17" fmla="*/ 56408 w 58713"/>
                    <a:gd name="connsiteY17" fmla="*/ 65491 h 94189"/>
                    <a:gd name="connsiteX18" fmla="*/ 54267 w 58713"/>
                    <a:gd name="connsiteY18" fmla="*/ 54664 h 94189"/>
                    <a:gd name="connsiteX19" fmla="*/ 46497 w 58713"/>
                    <a:gd name="connsiteY19" fmla="*/ 42627 h 94189"/>
                    <a:gd name="connsiteX20" fmla="*/ 36645 w 58713"/>
                    <a:gd name="connsiteY20" fmla="*/ 32237 h 94189"/>
                    <a:gd name="connsiteX21" fmla="*/ 13235 w 58713"/>
                    <a:gd name="connsiteY21" fmla="*/ 8223 h 94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58713" h="94189">
                      <a:moveTo>
                        <a:pt x="13235" y="8223"/>
                      </a:moveTo>
                      <a:lnTo>
                        <a:pt x="56903" y="8223"/>
                      </a:lnTo>
                      <a:lnTo>
                        <a:pt x="56903" y="-2306"/>
                      </a:lnTo>
                      <a:lnTo>
                        <a:pt x="-1810" y="-2306"/>
                      </a:lnTo>
                      <a:lnTo>
                        <a:pt x="-1810" y="8223"/>
                      </a:lnTo>
                      <a:cubicBezTo>
                        <a:pt x="2934" y="13141"/>
                        <a:pt x="9403" y="19738"/>
                        <a:pt x="17596" y="28013"/>
                      </a:cubicBezTo>
                      <a:cubicBezTo>
                        <a:pt x="25802" y="36302"/>
                        <a:pt x="30956" y="41649"/>
                        <a:pt x="33057" y="44055"/>
                      </a:cubicBezTo>
                      <a:cubicBezTo>
                        <a:pt x="37061" y="48550"/>
                        <a:pt x="39856" y="52357"/>
                        <a:pt x="41442" y="55477"/>
                      </a:cubicBezTo>
                      <a:cubicBezTo>
                        <a:pt x="43041" y="58597"/>
                        <a:pt x="43841" y="61664"/>
                        <a:pt x="43841" y="64678"/>
                      </a:cubicBezTo>
                      <a:cubicBezTo>
                        <a:pt x="43841" y="69595"/>
                        <a:pt x="42116" y="73601"/>
                        <a:pt x="38667" y="76694"/>
                      </a:cubicBezTo>
                      <a:cubicBezTo>
                        <a:pt x="35218" y="79801"/>
                        <a:pt x="30725" y="81354"/>
                        <a:pt x="25188" y="81354"/>
                      </a:cubicBezTo>
                      <a:cubicBezTo>
                        <a:pt x="21263" y="81354"/>
                        <a:pt x="17120" y="80674"/>
                        <a:pt x="12759" y="79312"/>
                      </a:cubicBezTo>
                      <a:cubicBezTo>
                        <a:pt x="8412" y="77950"/>
                        <a:pt x="3760" y="75881"/>
                        <a:pt x="-1195" y="73105"/>
                      </a:cubicBezTo>
                      <a:lnTo>
                        <a:pt x="-1195" y="85756"/>
                      </a:lnTo>
                      <a:cubicBezTo>
                        <a:pt x="3839" y="87779"/>
                        <a:pt x="8544" y="89306"/>
                        <a:pt x="12918" y="90337"/>
                      </a:cubicBezTo>
                      <a:cubicBezTo>
                        <a:pt x="17305" y="91368"/>
                        <a:pt x="21316" y="91884"/>
                        <a:pt x="24950" y="91884"/>
                      </a:cubicBezTo>
                      <a:cubicBezTo>
                        <a:pt x="34531" y="91884"/>
                        <a:pt x="42169" y="89484"/>
                        <a:pt x="47865" y="84686"/>
                      </a:cubicBezTo>
                      <a:cubicBezTo>
                        <a:pt x="53560" y="79900"/>
                        <a:pt x="56408" y="73502"/>
                        <a:pt x="56408" y="65491"/>
                      </a:cubicBezTo>
                      <a:cubicBezTo>
                        <a:pt x="56408" y="61684"/>
                        <a:pt x="55694" y="58075"/>
                        <a:pt x="54267" y="54664"/>
                      </a:cubicBezTo>
                      <a:cubicBezTo>
                        <a:pt x="52853" y="51267"/>
                        <a:pt x="50263" y="47254"/>
                        <a:pt x="46497" y="42627"/>
                      </a:cubicBezTo>
                      <a:cubicBezTo>
                        <a:pt x="45466" y="41425"/>
                        <a:pt x="42182" y="37961"/>
                        <a:pt x="36645" y="32237"/>
                      </a:cubicBezTo>
                      <a:cubicBezTo>
                        <a:pt x="31121" y="26513"/>
                        <a:pt x="23318" y="18508"/>
                        <a:pt x="13235" y="822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</p:grp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2797CABD-327C-A214-7AF4-829A5DCEC5BB}"/>
                  </a:ext>
                </a:extLst>
              </p:cNvPr>
              <p:cNvSpPr/>
              <p:nvPr/>
            </p:nvSpPr>
            <p:spPr>
              <a:xfrm>
                <a:off x="4016727" y="2298585"/>
                <a:ext cx="253724" cy="12690"/>
              </a:xfrm>
              <a:custGeom>
                <a:avLst/>
                <a:gdLst>
                  <a:gd name="connsiteX0" fmla="*/ 0 w 253724"/>
                  <a:gd name="connsiteY0" fmla="*/ 0 h 12690"/>
                  <a:gd name="connsiteX1" fmla="*/ 126862 w 253724"/>
                  <a:gd name="connsiteY1" fmla="*/ 0 h 12690"/>
                  <a:gd name="connsiteX2" fmla="*/ 253725 w 253724"/>
                  <a:gd name="connsiteY2" fmla="*/ 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3724" h="12690">
                    <a:moveTo>
                      <a:pt x="0" y="0"/>
                    </a:moveTo>
                    <a:lnTo>
                      <a:pt x="126862" y="0"/>
                    </a:lnTo>
                    <a:lnTo>
                      <a:pt x="253725" y="0"/>
                    </a:lnTo>
                  </a:path>
                </a:pathLst>
              </a:custGeom>
              <a:noFill/>
              <a:ln w="19029" cap="sq">
                <a:solidFill>
                  <a:srgbClr val="2CA02C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grpSp>
            <p:nvGrpSpPr>
              <p:cNvPr id="155" name="Graphic 2">
                <a:extLst>
                  <a:ext uri="{FF2B5EF4-FFF2-40B4-BE49-F238E27FC236}">
                    <a16:creationId xmlns:a16="http://schemas.microsoft.com/office/drawing/2014/main" id="{1E7AE7A0-2D9D-B633-E917-7BF25DC99C00}"/>
                  </a:ext>
                </a:extLst>
              </p:cNvPr>
              <p:cNvGrpSpPr/>
              <p:nvPr/>
            </p:nvGrpSpPr>
            <p:grpSpPr>
              <a:xfrm>
                <a:off x="4371565" y="2248813"/>
                <a:ext cx="273244" cy="95994"/>
                <a:chOff x="4371565" y="2248813"/>
                <a:chExt cx="273244" cy="95994"/>
              </a:xfrm>
              <a:solidFill>
                <a:srgbClr val="000000"/>
              </a:solidFill>
            </p:grpSpPr>
            <p:sp>
              <p:nvSpPr>
                <p:cNvPr id="156" name="Freeform: Shape 155">
                  <a:extLst>
                    <a:ext uri="{FF2B5EF4-FFF2-40B4-BE49-F238E27FC236}">
                      <a16:creationId xmlns:a16="http://schemas.microsoft.com/office/drawing/2014/main" id="{12EED714-8D26-03A5-6412-DA48ADFC5C3E}"/>
                    </a:ext>
                  </a:extLst>
                </p:cNvPr>
                <p:cNvSpPr/>
                <p:nvPr/>
              </p:nvSpPr>
              <p:spPr>
                <a:xfrm flipV="1">
                  <a:off x="4371565" y="2250479"/>
                  <a:ext cx="78238" cy="92524"/>
                </a:xfrm>
                <a:custGeom>
                  <a:avLst/>
                  <a:gdLst>
                    <a:gd name="connsiteX0" fmla="*/ -1857 w 78238"/>
                    <a:gd name="connsiteY0" fmla="*/ 90275 h 92524"/>
                    <a:gd name="connsiteX1" fmla="*/ 76381 w 78238"/>
                    <a:gd name="connsiteY1" fmla="*/ 90275 h 92524"/>
                    <a:gd name="connsiteX2" fmla="*/ 76381 w 78238"/>
                    <a:gd name="connsiteY2" fmla="*/ 79726 h 92524"/>
                    <a:gd name="connsiteX3" fmla="*/ 43556 w 78238"/>
                    <a:gd name="connsiteY3" fmla="*/ 79726 h 92524"/>
                    <a:gd name="connsiteX4" fmla="*/ 43556 w 78238"/>
                    <a:gd name="connsiteY4" fmla="*/ -2249 h 92524"/>
                    <a:gd name="connsiteX5" fmla="*/ 30989 w 78238"/>
                    <a:gd name="connsiteY5" fmla="*/ -2249 h 92524"/>
                    <a:gd name="connsiteX6" fmla="*/ 30989 w 78238"/>
                    <a:gd name="connsiteY6" fmla="*/ 79726 h 92524"/>
                    <a:gd name="connsiteX7" fmla="*/ -1857 w 78238"/>
                    <a:gd name="connsiteY7" fmla="*/ 79726 h 92524"/>
                    <a:gd name="connsiteX8" fmla="*/ -1857 w 78238"/>
                    <a:gd name="connsiteY8" fmla="*/ 90275 h 92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238" h="92524">
                      <a:moveTo>
                        <a:pt x="-1857" y="90275"/>
                      </a:moveTo>
                      <a:lnTo>
                        <a:pt x="76381" y="90275"/>
                      </a:lnTo>
                      <a:lnTo>
                        <a:pt x="76381" y="79726"/>
                      </a:lnTo>
                      <a:lnTo>
                        <a:pt x="43556" y="79726"/>
                      </a:lnTo>
                      <a:lnTo>
                        <a:pt x="43556" y="-2249"/>
                      </a:lnTo>
                      <a:lnTo>
                        <a:pt x="30989" y="-2249"/>
                      </a:lnTo>
                      <a:lnTo>
                        <a:pt x="30989" y="79726"/>
                      </a:lnTo>
                      <a:lnTo>
                        <a:pt x="-1857" y="79726"/>
                      </a:lnTo>
                      <a:lnTo>
                        <a:pt x="-1857" y="902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57" name="Freeform: Shape 156">
                  <a:extLst>
                    <a:ext uri="{FF2B5EF4-FFF2-40B4-BE49-F238E27FC236}">
                      <a16:creationId xmlns:a16="http://schemas.microsoft.com/office/drawing/2014/main" id="{34683F18-AF1B-71E3-AFFE-0575B207451C}"/>
                    </a:ext>
                  </a:extLst>
                </p:cNvPr>
                <p:cNvSpPr/>
                <p:nvPr/>
              </p:nvSpPr>
              <p:spPr>
                <a:xfrm flipV="1">
                  <a:off x="4456550" y="2248813"/>
                  <a:ext cx="80775" cy="95994"/>
                </a:xfrm>
                <a:custGeom>
                  <a:avLst/>
                  <a:gdLst>
                    <a:gd name="connsiteX0" fmla="*/ 66095 w 80775"/>
                    <a:gd name="connsiteY0" fmla="*/ 12765 h 95994"/>
                    <a:gd name="connsiteX1" fmla="*/ 66095 w 80775"/>
                    <a:gd name="connsiteY1" fmla="*/ 37611 h 95994"/>
                    <a:gd name="connsiteX2" fmla="*/ 45658 w 80775"/>
                    <a:gd name="connsiteY2" fmla="*/ 37611 h 95994"/>
                    <a:gd name="connsiteX3" fmla="*/ 45658 w 80775"/>
                    <a:gd name="connsiteY3" fmla="*/ 47903 h 95994"/>
                    <a:gd name="connsiteX4" fmla="*/ 78484 w 80775"/>
                    <a:gd name="connsiteY4" fmla="*/ 47903 h 95994"/>
                    <a:gd name="connsiteX5" fmla="*/ 78484 w 80775"/>
                    <a:gd name="connsiteY5" fmla="*/ 8165 h 95994"/>
                    <a:gd name="connsiteX6" fmla="*/ 62507 w 80775"/>
                    <a:gd name="connsiteY6" fmla="*/ 392 h 95994"/>
                    <a:gd name="connsiteX7" fmla="*/ 43874 w 80775"/>
                    <a:gd name="connsiteY7" fmla="*/ -2246 h 95994"/>
                    <a:gd name="connsiteX8" fmla="*/ 9938 w 80775"/>
                    <a:gd name="connsiteY8" fmla="*/ 10425 h 95994"/>
                    <a:gd name="connsiteX9" fmla="*/ -2292 w 80775"/>
                    <a:gd name="connsiteY9" fmla="*/ 45722 h 95994"/>
                    <a:gd name="connsiteX10" fmla="*/ 9938 w 80775"/>
                    <a:gd name="connsiteY10" fmla="*/ 81077 h 95994"/>
                    <a:gd name="connsiteX11" fmla="*/ 43874 w 80775"/>
                    <a:gd name="connsiteY11" fmla="*/ 93748 h 95994"/>
                    <a:gd name="connsiteX12" fmla="*/ 61060 w 80775"/>
                    <a:gd name="connsiteY12" fmla="*/ 91508 h 95994"/>
                    <a:gd name="connsiteX13" fmla="*/ 76085 w 80775"/>
                    <a:gd name="connsiteY13" fmla="*/ 84944 h 95994"/>
                    <a:gd name="connsiteX14" fmla="*/ 76085 w 80775"/>
                    <a:gd name="connsiteY14" fmla="*/ 71619 h 95994"/>
                    <a:gd name="connsiteX15" fmla="*/ 61337 w 80775"/>
                    <a:gd name="connsiteY15" fmla="*/ 80483 h 95994"/>
                    <a:gd name="connsiteX16" fmla="*/ 44925 w 80775"/>
                    <a:gd name="connsiteY16" fmla="*/ 83457 h 95994"/>
                    <a:gd name="connsiteX17" fmla="*/ 19413 w 80775"/>
                    <a:gd name="connsiteY17" fmla="*/ 73979 h 95994"/>
                    <a:gd name="connsiteX18" fmla="*/ 10910 w 80775"/>
                    <a:gd name="connsiteY18" fmla="*/ 45722 h 95994"/>
                    <a:gd name="connsiteX19" fmla="*/ 19413 w 80775"/>
                    <a:gd name="connsiteY19" fmla="*/ 17524 h 95994"/>
                    <a:gd name="connsiteX20" fmla="*/ 44925 w 80775"/>
                    <a:gd name="connsiteY20" fmla="*/ 8046 h 95994"/>
                    <a:gd name="connsiteX21" fmla="*/ 56739 w 80775"/>
                    <a:gd name="connsiteY21" fmla="*/ 9196 h 95994"/>
                    <a:gd name="connsiteX22" fmla="*/ 66095 w 80775"/>
                    <a:gd name="connsiteY22" fmla="*/ 12765 h 95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0775" h="95994">
                      <a:moveTo>
                        <a:pt x="66095" y="12765"/>
                      </a:moveTo>
                      <a:lnTo>
                        <a:pt x="66095" y="37611"/>
                      </a:lnTo>
                      <a:lnTo>
                        <a:pt x="45658" y="37611"/>
                      </a:lnTo>
                      <a:lnTo>
                        <a:pt x="45658" y="47903"/>
                      </a:lnTo>
                      <a:lnTo>
                        <a:pt x="78484" y="47903"/>
                      </a:lnTo>
                      <a:lnTo>
                        <a:pt x="78484" y="8165"/>
                      </a:lnTo>
                      <a:cubicBezTo>
                        <a:pt x="73660" y="4741"/>
                        <a:pt x="68335" y="2150"/>
                        <a:pt x="62507" y="392"/>
                      </a:cubicBezTo>
                      <a:cubicBezTo>
                        <a:pt x="56692" y="-1367"/>
                        <a:pt x="50481" y="-2246"/>
                        <a:pt x="43874" y="-2246"/>
                      </a:cubicBezTo>
                      <a:cubicBezTo>
                        <a:pt x="29417" y="-2246"/>
                        <a:pt x="18105" y="1978"/>
                        <a:pt x="9938" y="10425"/>
                      </a:cubicBezTo>
                      <a:cubicBezTo>
                        <a:pt x="1785" y="18886"/>
                        <a:pt x="-2292" y="30651"/>
                        <a:pt x="-2292" y="45722"/>
                      </a:cubicBezTo>
                      <a:cubicBezTo>
                        <a:pt x="-2292" y="60845"/>
                        <a:pt x="1785" y="72630"/>
                        <a:pt x="9938" y="81077"/>
                      </a:cubicBezTo>
                      <a:cubicBezTo>
                        <a:pt x="18105" y="89525"/>
                        <a:pt x="29417" y="93748"/>
                        <a:pt x="43874" y="93748"/>
                      </a:cubicBezTo>
                      <a:cubicBezTo>
                        <a:pt x="49900" y="93748"/>
                        <a:pt x="55629" y="93002"/>
                        <a:pt x="61060" y="91508"/>
                      </a:cubicBezTo>
                      <a:cubicBezTo>
                        <a:pt x="66491" y="90027"/>
                        <a:pt x="71500" y="87839"/>
                        <a:pt x="76085" y="84944"/>
                      </a:cubicBezTo>
                      <a:lnTo>
                        <a:pt x="76085" y="71619"/>
                      </a:lnTo>
                      <a:cubicBezTo>
                        <a:pt x="71460" y="75545"/>
                        <a:pt x="66544" y="78500"/>
                        <a:pt x="61337" y="80483"/>
                      </a:cubicBezTo>
                      <a:cubicBezTo>
                        <a:pt x="56131" y="82466"/>
                        <a:pt x="50660" y="83457"/>
                        <a:pt x="44925" y="83457"/>
                      </a:cubicBezTo>
                      <a:cubicBezTo>
                        <a:pt x="33599" y="83457"/>
                        <a:pt x="25096" y="80298"/>
                        <a:pt x="19413" y="73979"/>
                      </a:cubicBezTo>
                      <a:cubicBezTo>
                        <a:pt x="13744" y="67660"/>
                        <a:pt x="10910" y="58241"/>
                        <a:pt x="10910" y="45722"/>
                      </a:cubicBezTo>
                      <a:cubicBezTo>
                        <a:pt x="10910" y="33242"/>
                        <a:pt x="13744" y="23843"/>
                        <a:pt x="19413" y="17524"/>
                      </a:cubicBezTo>
                      <a:cubicBezTo>
                        <a:pt x="25096" y="11205"/>
                        <a:pt x="33599" y="8046"/>
                        <a:pt x="44925" y="8046"/>
                      </a:cubicBezTo>
                      <a:cubicBezTo>
                        <a:pt x="49338" y="8046"/>
                        <a:pt x="53276" y="8429"/>
                        <a:pt x="56739" y="9196"/>
                      </a:cubicBezTo>
                      <a:cubicBezTo>
                        <a:pt x="60214" y="9963"/>
                        <a:pt x="63333" y="11152"/>
                        <a:pt x="66095" y="1276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58" name="Freeform: Shape 157">
                  <a:extLst>
                    <a:ext uri="{FF2B5EF4-FFF2-40B4-BE49-F238E27FC236}">
                      <a16:creationId xmlns:a16="http://schemas.microsoft.com/office/drawing/2014/main" id="{7162835A-AC08-154F-75C7-ACB2C83F4445}"/>
                    </a:ext>
                  </a:extLst>
                </p:cNvPr>
                <p:cNvSpPr/>
                <p:nvPr/>
              </p:nvSpPr>
              <p:spPr>
                <a:xfrm flipV="1">
                  <a:off x="4560188" y="2250479"/>
                  <a:ext cx="84621" cy="92524"/>
                </a:xfrm>
                <a:custGeom>
                  <a:avLst/>
                  <a:gdLst>
                    <a:gd name="connsiteX0" fmla="*/ -2650 w 84621"/>
                    <a:gd name="connsiteY0" fmla="*/ 90275 h 92524"/>
                    <a:gd name="connsiteX1" fmla="*/ 16003 w 84621"/>
                    <a:gd name="connsiteY1" fmla="*/ 90275 h 92524"/>
                    <a:gd name="connsiteX2" fmla="*/ 39591 w 84621"/>
                    <a:gd name="connsiteY2" fmla="*/ 27316 h 92524"/>
                    <a:gd name="connsiteX3" fmla="*/ 63319 w 84621"/>
                    <a:gd name="connsiteY3" fmla="*/ 90275 h 92524"/>
                    <a:gd name="connsiteX4" fmla="*/ 81971 w 84621"/>
                    <a:gd name="connsiteY4" fmla="*/ 90275 h 92524"/>
                    <a:gd name="connsiteX5" fmla="*/ 81971 w 84621"/>
                    <a:gd name="connsiteY5" fmla="*/ -2249 h 92524"/>
                    <a:gd name="connsiteX6" fmla="*/ 69761 w 84621"/>
                    <a:gd name="connsiteY6" fmla="*/ -2249 h 92524"/>
                    <a:gd name="connsiteX7" fmla="*/ 69761 w 84621"/>
                    <a:gd name="connsiteY7" fmla="*/ 78992 h 92524"/>
                    <a:gd name="connsiteX8" fmla="*/ 45915 w 84621"/>
                    <a:gd name="connsiteY8" fmla="*/ 15538 h 92524"/>
                    <a:gd name="connsiteX9" fmla="*/ 33347 w 84621"/>
                    <a:gd name="connsiteY9" fmla="*/ 15538 h 92524"/>
                    <a:gd name="connsiteX10" fmla="*/ 9501 w 84621"/>
                    <a:gd name="connsiteY10" fmla="*/ 78992 h 92524"/>
                    <a:gd name="connsiteX11" fmla="*/ 9501 w 84621"/>
                    <a:gd name="connsiteY11" fmla="*/ -2249 h 92524"/>
                    <a:gd name="connsiteX12" fmla="*/ -2650 w 84621"/>
                    <a:gd name="connsiteY12" fmla="*/ -2249 h 92524"/>
                    <a:gd name="connsiteX13" fmla="*/ -2650 w 84621"/>
                    <a:gd name="connsiteY13" fmla="*/ 90275 h 92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4621" h="92524">
                      <a:moveTo>
                        <a:pt x="-2650" y="90275"/>
                      </a:moveTo>
                      <a:lnTo>
                        <a:pt x="16003" y="90275"/>
                      </a:lnTo>
                      <a:lnTo>
                        <a:pt x="39591" y="27316"/>
                      </a:lnTo>
                      <a:lnTo>
                        <a:pt x="63319" y="90275"/>
                      </a:lnTo>
                      <a:lnTo>
                        <a:pt x="81971" y="90275"/>
                      </a:lnTo>
                      <a:lnTo>
                        <a:pt x="81971" y="-2249"/>
                      </a:lnTo>
                      <a:lnTo>
                        <a:pt x="69761" y="-2249"/>
                      </a:lnTo>
                      <a:lnTo>
                        <a:pt x="69761" y="78992"/>
                      </a:lnTo>
                      <a:lnTo>
                        <a:pt x="45915" y="15538"/>
                      </a:lnTo>
                      <a:lnTo>
                        <a:pt x="33347" y="15538"/>
                      </a:lnTo>
                      <a:lnTo>
                        <a:pt x="9501" y="78992"/>
                      </a:lnTo>
                      <a:lnTo>
                        <a:pt x="9501" y="-2249"/>
                      </a:lnTo>
                      <a:lnTo>
                        <a:pt x="-2650" y="-2249"/>
                      </a:lnTo>
                      <a:lnTo>
                        <a:pt x="-2650" y="902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</p:grp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E9DFA26B-F5E3-8984-02B6-05024EBBA6DC}"/>
                  </a:ext>
                </a:extLst>
              </p:cNvPr>
              <p:cNvSpPr/>
              <p:nvPr/>
            </p:nvSpPr>
            <p:spPr>
              <a:xfrm>
                <a:off x="4016727" y="2484863"/>
                <a:ext cx="253724" cy="12690"/>
              </a:xfrm>
              <a:custGeom>
                <a:avLst/>
                <a:gdLst>
                  <a:gd name="connsiteX0" fmla="*/ 0 w 253724"/>
                  <a:gd name="connsiteY0" fmla="*/ 0 h 12690"/>
                  <a:gd name="connsiteX1" fmla="*/ 126862 w 253724"/>
                  <a:gd name="connsiteY1" fmla="*/ 0 h 12690"/>
                  <a:gd name="connsiteX2" fmla="*/ 253725 w 253724"/>
                  <a:gd name="connsiteY2" fmla="*/ 0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3724" h="12690">
                    <a:moveTo>
                      <a:pt x="0" y="0"/>
                    </a:moveTo>
                    <a:lnTo>
                      <a:pt x="126862" y="0"/>
                    </a:lnTo>
                    <a:lnTo>
                      <a:pt x="253725" y="0"/>
                    </a:lnTo>
                  </a:path>
                </a:pathLst>
              </a:custGeom>
              <a:noFill/>
              <a:ln w="19029" cap="flat">
                <a:solidFill>
                  <a:srgbClr val="D62728"/>
                </a:solidFill>
                <a:custDash>
                  <a:ds d="562500" sp="562500"/>
                </a:custDash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grpSp>
            <p:nvGrpSpPr>
              <p:cNvPr id="160" name="Graphic 2">
                <a:extLst>
                  <a:ext uri="{FF2B5EF4-FFF2-40B4-BE49-F238E27FC236}">
                    <a16:creationId xmlns:a16="http://schemas.microsoft.com/office/drawing/2014/main" id="{80E168C8-5BAD-935B-089A-EAA6F8FFE878}"/>
                  </a:ext>
                </a:extLst>
              </p:cNvPr>
              <p:cNvGrpSpPr/>
              <p:nvPr/>
            </p:nvGrpSpPr>
            <p:grpSpPr>
              <a:xfrm>
                <a:off x="4379058" y="2432850"/>
                <a:ext cx="770162" cy="98234"/>
                <a:chOff x="4379058" y="2432850"/>
                <a:chExt cx="770162" cy="98234"/>
              </a:xfrm>
              <a:solidFill>
                <a:srgbClr val="000000"/>
              </a:solidFill>
            </p:grpSpPr>
            <p:sp>
              <p:nvSpPr>
                <p:cNvPr id="161" name="Freeform: Shape 160">
                  <a:extLst>
                    <a:ext uri="{FF2B5EF4-FFF2-40B4-BE49-F238E27FC236}">
                      <a16:creationId xmlns:a16="http://schemas.microsoft.com/office/drawing/2014/main" id="{A3694072-46A6-D7A2-0A49-A88AC05BC653}"/>
                    </a:ext>
                  </a:extLst>
                </p:cNvPr>
                <p:cNvSpPr/>
                <p:nvPr/>
              </p:nvSpPr>
              <p:spPr>
                <a:xfrm flipV="1">
                  <a:off x="4379058" y="2435091"/>
                  <a:ext cx="80775" cy="95994"/>
                </a:xfrm>
                <a:custGeom>
                  <a:avLst/>
                  <a:gdLst>
                    <a:gd name="connsiteX0" fmla="*/ 66089 w 80775"/>
                    <a:gd name="connsiteY0" fmla="*/ 12780 h 95994"/>
                    <a:gd name="connsiteX1" fmla="*/ 66089 w 80775"/>
                    <a:gd name="connsiteY1" fmla="*/ 37626 h 95994"/>
                    <a:gd name="connsiteX2" fmla="*/ 45652 w 80775"/>
                    <a:gd name="connsiteY2" fmla="*/ 37626 h 95994"/>
                    <a:gd name="connsiteX3" fmla="*/ 45652 w 80775"/>
                    <a:gd name="connsiteY3" fmla="*/ 47918 h 95994"/>
                    <a:gd name="connsiteX4" fmla="*/ 78477 w 80775"/>
                    <a:gd name="connsiteY4" fmla="*/ 47918 h 95994"/>
                    <a:gd name="connsiteX5" fmla="*/ 78477 w 80775"/>
                    <a:gd name="connsiteY5" fmla="*/ 8179 h 95994"/>
                    <a:gd name="connsiteX6" fmla="*/ 62501 w 80775"/>
                    <a:gd name="connsiteY6" fmla="*/ 406 h 95994"/>
                    <a:gd name="connsiteX7" fmla="*/ 43868 w 80775"/>
                    <a:gd name="connsiteY7" fmla="*/ -2231 h 95994"/>
                    <a:gd name="connsiteX8" fmla="*/ 9932 w 80775"/>
                    <a:gd name="connsiteY8" fmla="*/ 10440 h 95994"/>
                    <a:gd name="connsiteX9" fmla="*/ -2298 w 80775"/>
                    <a:gd name="connsiteY9" fmla="*/ 45736 h 95994"/>
                    <a:gd name="connsiteX10" fmla="*/ 9932 w 80775"/>
                    <a:gd name="connsiteY10" fmla="*/ 81092 h 95994"/>
                    <a:gd name="connsiteX11" fmla="*/ 43868 w 80775"/>
                    <a:gd name="connsiteY11" fmla="*/ 93763 h 95994"/>
                    <a:gd name="connsiteX12" fmla="*/ 61054 w 80775"/>
                    <a:gd name="connsiteY12" fmla="*/ 91522 h 95994"/>
                    <a:gd name="connsiteX13" fmla="*/ 76079 w 80775"/>
                    <a:gd name="connsiteY13" fmla="*/ 84959 h 95994"/>
                    <a:gd name="connsiteX14" fmla="*/ 76079 w 80775"/>
                    <a:gd name="connsiteY14" fmla="*/ 71634 h 95994"/>
                    <a:gd name="connsiteX15" fmla="*/ 61331 w 80775"/>
                    <a:gd name="connsiteY15" fmla="*/ 80497 h 95994"/>
                    <a:gd name="connsiteX16" fmla="*/ 44918 w 80775"/>
                    <a:gd name="connsiteY16" fmla="*/ 83472 h 95994"/>
                    <a:gd name="connsiteX17" fmla="*/ 19407 w 80775"/>
                    <a:gd name="connsiteY17" fmla="*/ 73993 h 95994"/>
                    <a:gd name="connsiteX18" fmla="*/ 10903 w 80775"/>
                    <a:gd name="connsiteY18" fmla="*/ 45736 h 95994"/>
                    <a:gd name="connsiteX19" fmla="*/ 19407 w 80775"/>
                    <a:gd name="connsiteY19" fmla="*/ 17539 h 95994"/>
                    <a:gd name="connsiteX20" fmla="*/ 44918 w 80775"/>
                    <a:gd name="connsiteY20" fmla="*/ 8060 h 95994"/>
                    <a:gd name="connsiteX21" fmla="*/ 56732 w 80775"/>
                    <a:gd name="connsiteY21" fmla="*/ 9211 h 95994"/>
                    <a:gd name="connsiteX22" fmla="*/ 66089 w 80775"/>
                    <a:gd name="connsiteY22" fmla="*/ 12780 h 95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0775" h="95994">
                      <a:moveTo>
                        <a:pt x="66089" y="12780"/>
                      </a:moveTo>
                      <a:lnTo>
                        <a:pt x="66089" y="37626"/>
                      </a:lnTo>
                      <a:lnTo>
                        <a:pt x="45652" y="37626"/>
                      </a:lnTo>
                      <a:lnTo>
                        <a:pt x="45652" y="47918"/>
                      </a:lnTo>
                      <a:lnTo>
                        <a:pt x="78477" y="47918"/>
                      </a:lnTo>
                      <a:lnTo>
                        <a:pt x="78477" y="8179"/>
                      </a:lnTo>
                      <a:cubicBezTo>
                        <a:pt x="73654" y="4756"/>
                        <a:pt x="68328" y="2164"/>
                        <a:pt x="62501" y="406"/>
                      </a:cubicBezTo>
                      <a:cubicBezTo>
                        <a:pt x="56686" y="-1352"/>
                        <a:pt x="50475" y="-2231"/>
                        <a:pt x="43868" y="-2231"/>
                      </a:cubicBezTo>
                      <a:cubicBezTo>
                        <a:pt x="29411" y="-2231"/>
                        <a:pt x="18099" y="1993"/>
                        <a:pt x="9932" y="10440"/>
                      </a:cubicBezTo>
                      <a:cubicBezTo>
                        <a:pt x="1779" y="18901"/>
                        <a:pt x="-2298" y="30666"/>
                        <a:pt x="-2298" y="45736"/>
                      </a:cubicBezTo>
                      <a:cubicBezTo>
                        <a:pt x="-2298" y="60860"/>
                        <a:pt x="1779" y="72645"/>
                        <a:pt x="9932" y="81092"/>
                      </a:cubicBezTo>
                      <a:cubicBezTo>
                        <a:pt x="18099" y="89539"/>
                        <a:pt x="29411" y="93763"/>
                        <a:pt x="43868" y="93763"/>
                      </a:cubicBezTo>
                      <a:cubicBezTo>
                        <a:pt x="49894" y="93763"/>
                        <a:pt x="55622" y="93016"/>
                        <a:pt x="61054" y="91522"/>
                      </a:cubicBezTo>
                      <a:cubicBezTo>
                        <a:pt x="66485" y="90042"/>
                        <a:pt x="71493" y="87854"/>
                        <a:pt x="76079" y="84959"/>
                      </a:cubicBezTo>
                      <a:lnTo>
                        <a:pt x="76079" y="71634"/>
                      </a:lnTo>
                      <a:cubicBezTo>
                        <a:pt x="71454" y="75560"/>
                        <a:pt x="66538" y="78514"/>
                        <a:pt x="61331" y="80497"/>
                      </a:cubicBezTo>
                      <a:cubicBezTo>
                        <a:pt x="56125" y="82480"/>
                        <a:pt x="50654" y="83472"/>
                        <a:pt x="44918" y="83472"/>
                      </a:cubicBezTo>
                      <a:cubicBezTo>
                        <a:pt x="33593" y="83472"/>
                        <a:pt x="25090" y="80312"/>
                        <a:pt x="19407" y="73993"/>
                      </a:cubicBezTo>
                      <a:cubicBezTo>
                        <a:pt x="13738" y="67674"/>
                        <a:pt x="10903" y="58255"/>
                        <a:pt x="10903" y="45736"/>
                      </a:cubicBezTo>
                      <a:cubicBezTo>
                        <a:pt x="10903" y="33257"/>
                        <a:pt x="13738" y="23858"/>
                        <a:pt x="19407" y="17539"/>
                      </a:cubicBezTo>
                      <a:cubicBezTo>
                        <a:pt x="25090" y="11220"/>
                        <a:pt x="33593" y="8060"/>
                        <a:pt x="44918" y="8060"/>
                      </a:cubicBezTo>
                      <a:cubicBezTo>
                        <a:pt x="49332" y="8060"/>
                        <a:pt x="53270" y="8444"/>
                        <a:pt x="56732" y="9211"/>
                      </a:cubicBezTo>
                      <a:cubicBezTo>
                        <a:pt x="60208" y="9977"/>
                        <a:pt x="63327" y="11167"/>
                        <a:pt x="66089" y="1278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62" name="Freeform: Shape 161">
                  <a:extLst>
                    <a:ext uri="{FF2B5EF4-FFF2-40B4-BE49-F238E27FC236}">
                      <a16:creationId xmlns:a16="http://schemas.microsoft.com/office/drawing/2014/main" id="{7A6F648C-FF7C-0D25-4F83-273FE7A0BCB9}"/>
                    </a:ext>
                  </a:extLst>
                </p:cNvPr>
                <p:cNvSpPr/>
                <p:nvPr/>
              </p:nvSpPr>
              <p:spPr>
                <a:xfrm flipV="1">
                  <a:off x="4481764" y="2458212"/>
                  <a:ext cx="40635" cy="71068"/>
                </a:xfrm>
                <a:custGeom>
                  <a:avLst/>
                  <a:gdLst>
                    <a:gd name="connsiteX0" fmla="*/ 39134 w 40635"/>
                    <a:gd name="connsiteY0" fmla="*/ 57062 h 71068"/>
                    <a:gd name="connsiteX1" fmla="*/ 34952 w 40635"/>
                    <a:gd name="connsiteY1" fmla="*/ 58688 h 71068"/>
                    <a:gd name="connsiteX2" fmla="*/ 29977 w 40635"/>
                    <a:gd name="connsiteY2" fmla="*/ 59223 h 71068"/>
                    <a:gd name="connsiteX3" fmla="*/ 15130 w 40635"/>
                    <a:gd name="connsiteY3" fmla="*/ 52937 h 71068"/>
                    <a:gd name="connsiteX4" fmla="*/ 9956 w 40635"/>
                    <a:gd name="connsiteY4" fmla="*/ 34873 h 71068"/>
                    <a:gd name="connsiteX5" fmla="*/ 9956 w 40635"/>
                    <a:gd name="connsiteY5" fmla="*/ -1693 h 71068"/>
                    <a:gd name="connsiteX6" fmla="*/ -1501 w 40635"/>
                    <a:gd name="connsiteY6" fmla="*/ -1693 h 71068"/>
                    <a:gd name="connsiteX7" fmla="*/ -1501 w 40635"/>
                    <a:gd name="connsiteY7" fmla="*/ 67710 h 71068"/>
                    <a:gd name="connsiteX8" fmla="*/ 9956 w 40635"/>
                    <a:gd name="connsiteY8" fmla="*/ 67710 h 71068"/>
                    <a:gd name="connsiteX9" fmla="*/ 9956 w 40635"/>
                    <a:gd name="connsiteY9" fmla="*/ 56923 h 71068"/>
                    <a:gd name="connsiteX10" fmla="*/ 19312 w 40635"/>
                    <a:gd name="connsiteY10" fmla="*/ 66302 h 71068"/>
                    <a:gd name="connsiteX11" fmla="*/ 33327 w 40635"/>
                    <a:gd name="connsiteY11" fmla="*/ 69376 h 71068"/>
                    <a:gd name="connsiteX12" fmla="*/ 35923 w 40635"/>
                    <a:gd name="connsiteY12" fmla="*/ 69217 h 71068"/>
                    <a:gd name="connsiteX13" fmla="*/ 39075 w 40635"/>
                    <a:gd name="connsiteY13" fmla="*/ 68761 h 71068"/>
                    <a:gd name="connsiteX14" fmla="*/ 39134 w 40635"/>
                    <a:gd name="connsiteY14" fmla="*/ 57062 h 71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0635" h="71068">
                      <a:moveTo>
                        <a:pt x="39134" y="57062"/>
                      </a:moveTo>
                      <a:cubicBezTo>
                        <a:pt x="37853" y="57802"/>
                        <a:pt x="36458" y="58344"/>
                        <a:pt x="34952" y="58688"/>
                      </a:cubicBezTo>
                      <a:cubicBezTo>
                        <a:pt x="33445" y="59045"/>
                        <a:pt x="31787" y="59223"/>
                        <a:pt x="29977" y="59223"/>
                      </a:cubicBezTo>
                      <a:cubicBezTo>
                        <a:pt x="23528" y="59223"/>
                        <a:pt x="18579" y="57128"/>
                        <a:pt x="15130" y="52937"/>
                      </a:cubicBezTo>
                      <a:cubicBezTo>
                        <a:pt x="11681" y="48747"/>
                        <a:pt x="9956" y="42725"/>
                        <a:pt x="9956" y="34873"/>
                      </a:cubicBezTo>
                      <a:lnTo>
                        <a:pt x="9956" y="-1693"/>
                      </a:lnTo>
                      <a:lnTo>
                        <a:pt x="-1501" y="-1693"/>
                      </a:lnTo>
                      <a:lnTo>
                        <a:pt x="-1501" y="67710"/>
                      </a:lnTo>
                      <a:lnTo>
                        <a:pt x="9956" y="67710"/>
                      </a:lnTo>
                      <a:lnTo>
                        <a:pt x="9956" y="56923"/>
                      </a:lnTo>
                      <a:cubicBezTo>
                        <a:pt x="12361" y="61140"/>
                        <a:pt x="15480" y="64267"/>
                        <a:pt x="19312" y="66302"/>
                      </a:cubicBezTo>
                      <a:cubicBezTo>
                        <a:pt x="23158" y="68351"/>
                        <a:pt x="27829" y="69376"/>
                        <a:pt x="33327" y="69376"/>
                      </a:cubicBezTo>
                      <a:cubicBezTo>
                        <a:pt x="34106" y="69376"/>
                        <a:pt x="34972" y="69323"/>
                        <a:pt x="35923" y="69217"/>
                      </a:cubicBezTo>
                      <a:cubicBezTo>
                        <a:pt x="36875" y="69125"/>
                        <a:pt x="37925" y="68973"/>
                        <a:pt x="39075" y="68761"/>
                      </a:cubicBezTo>
                      <a:lnTo>
                        <a:pt x="39134" y="570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BCE24947-13C2-C95F-02CB-C5BF9455A46D}"/>
                    </a:ext>
                  </a:extLst>
                </p:cNvPr>
                <p:cNvSpPr/>
                <p:nvPr/>
              </p:nvSpPr>
              <p:spPr>
                <a:xfrm flipV="1">
                  <a:off x="4526547" y="2458212"/>
                  <a:ext cx="63688" cy="72873"/>
                </a:xfrm>
                <a:custGeom>
                  <a:avLst/>
                  <a:gdLst>
                    <a:gd name="connsiteX0" fmla="*/ 29984 w 63688"/>
                    <a:gd name="connsiteY0" fmla="*/ 61569 h 72873"/>
                    <a:gd name="connsiteX1" fmla="*/ 15494 w 63688"/>
                    <a:gd name="connsiteY1" fmla="*/ 54411 h 72873"/>
                    <a:gd name="connsiteX2" fmla="*/ 10162 w 63688"/>
                    <a:gd name="connsiteY2" fmla="*/ 34799 h 72873"/>
                    <a:gd name="connsiteX3" fmla="*/ 15455 w 63688"/>
                    <a:gd name="connsiteY3" fmla="*/ 15188 h 72873"/>
                    <a:gd name="connsiteX4" fmla="*/ 29984 w 63688"/>
                    <a:gd name="connsiteY4" fmla="*/ 8030 h 72873"/>
                    <a:gd name="connsiteX5" fmla="*/ 44415 w 63688"/>
                    <a:gd name="connsiteY5" fmla="*/ 15208 h 72873"/>
                    <a:gd name="connsiteX6" fmla="*/ 49747 w 63688"/>
                    <a:gd name="connsiteY6" fmla="*/ 34799 h 72873"/>
                    <a:gd name="connsiteX7" fmla="*/ 44415 w 63688"/>
                    <a:gd name="connsiteY7" fmla="*/ 54351 h 72873"/>
                    <a:gd name="connsiteX8" fmla="*/ 29984 w 63688"/>
                    <a:gd name="connsiteY8" fmla="*/ 61569 h 72873"/>
                    <a:gd name="connsiteX9" fmla="*/ 29984 w 63688"/>
                    <a:gd name="connsiteY9" fmla="*/ 71226 h 72873"/>
                    <a:gd name="connsiteX10" fmla="*/ 53335 w 63688"/>
                    <a:gd name="connsiteY10" fmla="*/ 61549 h 72873"/>
                    <a:gd name="connsiteX11" fmla="*/ 61839 w 63688"/>
                    <a:gd name="connsiteY11" fmla="*/ 34799 h 72873"/>
                    <a:gd name="connsiteX12" fmla="*/ 53335 w 63688"/>
                    <a:gd name="connsiteY12" fmla="*/ 8049 h 72873"/>
                    <a:gd name="connsiteX13" fmla="*/ 29984 w 63688"/>
                    <a:gd name="connsiteY13" fmla="*/ -1647 h 72873"/>
                    <a:gd name="connsiteX14" fmla="*/ 6594 w 63688"/>
                    <a:gd name="connsiteY14" fmla="*/ 8049 h 72873"/>
                    <a:gd name="connsiteX15" fmla="*/ -1850 w 63688"/>
                    <a:gd name="connsiteY15" fmla="*/ 34799 h 72873"/>
                    <a:gd name="connsiteX16" fmla="*/ 6594 w 63688"/>
                    <a:gd name="connsiteY16" fmla="*/ 61549 h 72873"/>
                    <a:gd name="connsiteX17" fmla="*/ 29984 w 63688"/>
                    <a:gd name="connsiteY17" fmla="*/ 71226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3688" h="72873">
                      <a:moveTo>
                        <a:pt x="29984" y="61569"/>
                      </a:moveTo>
                      <a:cubicBezTo>
                        <a:pt x="23879" y="61569"/>
                        <a:pt x="19049" y="59183"/>
                        <a:pt x="15494" y="54411"/>
                      </a:cubicBezTo>
                      <a:cubicBezTo>
                        <a:pt x="11939" y="49638"/>
                        <a:pt x="10162" y="43101"/>
                        <a:pt x="10162" y="34799"/>
                      </a:cubicBezTo>
                      <a:cubicBezTo>
                        <a:pt x="10162" y="26497"/>
                        <a:pt x="11926" y="19960"/>
                        <a:pt x="15455" y="15188"/>
                      </a:cubicBezTo>
                      <a:cubicBezTo>
                        <a:pt x="18996" y="10416"/>
                        <a:pt x="23839" y="8030"/>
                        <a:pt x="29984" y="8030"/>
                      </a:cubicBezTo>
                      <a:cubicBezTo>
                        <a:pt x="36063" y="8030"/>
                        <a:pt x="40873" y="10422"/>
                        <a:pt x="44415" y="15208"/>
                      </a:cubicBezTo>
                      <a:cubicBezTo>
                        <a:pt x="47970" y="20007"/>
                        <a:pt x="49747" y="26537"/>
                        <a:pt x="49747" y="34799"/>
                      </a:cubicBezTo>
                      <a:cubicBezTo>
                        <a:pt x="49747" y="43022"/>
                        <a:pt x="47970" y="49539"/>
                        <a:pt x="44415" y="54351"/>
                      </a:cubicBezTo>
                      <a:cubicBezTo>
                        <a:pt x="40873" y="59163"/>
                        <a:pt x="36063" y="61569"/>
                        <a:pt x="29984" y="61569"/>
                      </a:cubicBezTo>
                      <a:close/>
                      <a:moveTo>
                        <a:pt x="29984" y="71226"/>
                      </a:moveTo>
                      <a:cubicBezTo>
                        <a:pt x="39895" y="71226"/>
                        <a:pt x="47679" y="68000"/>
                        <a:pt x="53335" y="61549"/>
                      </a:cubicBezTo>
                      <a:cubicBezTo>
                        <a:pt x="59004" y="55111"/>
                        <a:pt x="61839" y="46195"/>
                        <a:pt x="61839" y="34799"/>
                      </a:cubicBezTo>
                      <a:cubicBezTo>
                        <a:pt x="61839" y="23444"/>
                        <a:pt x="59004" y="14527"/>
                        <a:pt x="53335" y="8049"/>
                      </a:cubicBezTo>
                      <a:cubicBezTo>
                        <a:pt x="47679" y="1585"/>
                        <a:pt x="39895" y="-1647"/>
                        <a:pt x="29984" y="-1647"/>
                      </a:cubicBezTo>
                      <a:cubicBezTo>
                        <a:pt x="20034" y="-1647"/>
                        <a:pt x="12237" y="1585"/>
                        <a:pt x="6594" y="8049"/>
                      </a:cubicBezTo>
                      <a:cubicBezTo>
                        <a:pt x="965" y="14527"/>
                        <a:pt x="-1850" y="23444"/>
                        <a:pt x="-1850" y="34799"/>
                      </a:cubicBezTo>
                      <a:cubicBezTo>
                        <a:pt x="-1850" y="46195"/>
                        <a:pt x="965" y="55111"/>
                        <a:pt x="6594" y="61549"/>
                      </a:cubicBezTo>
                      <a:cubicBezTo>
                        <a:pt x="12237" y="68000"/>
                        <a:pt x="20034" y="71226"/>
                        <a:pt x="29984" y="7122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64" name="Freeform: Shape 163">
                  <a:extLst>
                    <a:ext uri="{FF2B5EF4-FFF2-40B4-BE49-F238E27FC236}">
                      <a16:creationId xmlns:a16="http://schemas.microsoft.com/office/drawing/2014/main" id="{C7412C0A-F711-9923-832D-41FE23C6581B}"/>
                    </a:ext>
                  </a:extLst>
                </p:cNvPr>
                <p:cNvSpPr/>
                <p:nvPr/>
              </p:nvSpPr>
              <p:spPr>
                <a:xfrm flipV="1">
                  <a:off x="4607950" y="2458212"/>
                  <a:ext cx="58098" cy="72873"/>
                </a:xfrm>
                <a:custGeom>
                  <a:avLst/>
                  <a:gdLst>
                    <a:gd name="connsiteX0" fmla="*/ -1894 w 58098"/>
                    <a:gd name="connsiteY0" fmla="*/ 27542 h 72873"/>
                    <a:gd name="connsiteX1" fmla="*/ -1894 w 58098"/>
                    <a:gd name="connsiteY1" fmla="*/ 69560 h 72873"/>
                    <a:gd name="connsiteX2" fmla="*/ 9504 w 58098"/>
                    <a:gd name="connsiteY2" fmla="*/ 69560 h 72873"/>
                    <a:gd name="connsiteX3" fmla="*/ 9504 w 58098"/>
                    <a:gd name="connsiteY3" fmla="*/ 27978 h 72873"/>
                    <a:gd name="connsiteX4" fmla="*/ 13329 w 58098"/>
                    <a:gd name="connsiteY4" fmla="*/ 13185 h 72873"/>
                    <a:gd name="connsiteX5" fmla="*/ 24866 w 58098"/>
                    <a:gd name="connsiteY5" fmla="*/ 8268 h 72873"/>
                    <a:gd name="connsiteX6" fmla="*/ 39435 w 58098"/>
                    <a:gd name="connsiteY6" fmla="*/ 14157 h 72873"/>
                    <a:gd name="connsiteX7" fmla="*/ 44807 w 58098"/>
                    <a:gd name="connsiteY7" fmla="*/ 30219 h 72873"/>
                    <a:gd name="connsiteX8" fmla="*/ 44807 w 58098"/>
                    <a:gd name="connsiteY8" fmla="*/ 69560 h 72873"/>
                    <a:gd name="connsiteX9" fmla="*/ 56205 w 58098"/>
                    <a:gd name="connsiteY9" fmla="*/ 69560 h 72873"/>
                    <a:gd name="connsiteX10" fmla="*/ 56205 w 58098"/>
                    <a:gd name="connsiteY10" fmla="*/ 157 h 72873"/>
                    <a:gd name="connsiteX11" fmla="*/ 44807 w 58098"/>
                    <a:gd name="connsiteY11" fmla="*/ 157 h 72873"/>
                    <a:gd name="connsiteX12" fmla="*/ 44807 w 58098"/>
                    <a:gd name="connsiteY12" fmla="*/ 10826 h 72873"/>
                    <a:gd name="connsiteX13" fmla="*/ 35174 w 58098"/>
                    <a:gd name="connsiteY13" fmla="*/ 1426 h 72873"/>
                    <a:gd name="connsiteX14" fmla="*/ 22448 w 58098"/>
                    <a:gd name="connsiteY14" fmla="*/ -1647 h 72873"/>
                    <a:gd name="connsiteX15" fmla="*/ 4291 w 58098"/>
                    <a:gd name="connsiteY15" fmla="*/ 5789 h 72873"/>
                    <a:gd name="connsiteX16" fmla="*/ -1894 w 58098"/>
                    <a:gd name="connsiteY16" fmla="*/ 27542 h 72873"/>
                    <a:gd name="connsiteX17" fmla="*/ 26789 w 58098"/>
                    <a:gd name="connsiteY17" fmla="*/ 71226 h 72873"/>
                    <a:gd name="connsiteX18" fmla="*/ 26789 w 58098"/>
                    <a:gd name="connsiteY18" fmla="*/ 71226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8098" h="72873">
                      <a:moveTo>
                        <a:pt x="-1894" y="27542"/>
                      </a:moveTo>
                      <a:lnTo>
                        <a:pt x="-1894" y="69560"/>
                      </a:lnTo>
                      <a:lnTo>
                        <a:pt x="9504" y="69560"/>
                      </a:lnTo>
                      <a:lnTo>
                        <a:pt x="9504" y="27978"/>
                      </a:lnTo>
                      <a:cubicBezTo>
                        <a:pt x="9504" y="21408"/>
                        <a:pt x="10779" y="16477"/>
                        <a:pt x="13329" y="13185"/>
                      </a:cubicBezTo>
                      <a:cubicBezTo>
                        <a:pt x="15893" y="9907"/>
                        <a:pt x="19739" y="8268"/>
                        <a:pt x="24866" y="8268"/>
                      </a:cubicBezTo>
                      <a:cubicBezTo>
                        <a:pt x="31011" y="8268"/>
                        <a:pt x="35867" y="10231"/>
                        <a:pt x="39435" y="14157"/>
                      </a:cubicBezTo>
                      <a:cubicBezTo>
                        <a:pt x="43017" y="18083"/>
                        <a:pt x="44807" y="23437"/>
                        <a:pt x="44807" y="30219"/>
                      </a:cubicBezTo>
                      <a:lnTo>
                        <a:pt x="44807" y="69560"/>
                      </a:lnTo>
                      <a:lnTo>
                        <a:pt x="56205" y="69560"/>
                      </a:lnTo>
                      <a:lnTo>
                        <a:pt x="56205" y="157"/>
                      </a:lnTo>
                      <a:lnTo>
                        <a:pt x="44807" y="157"/>
                      </a:lnTo>
                      <a:lnTo>
                        <a:pt x="44807" y="10826"/>
                      </a:lnTo>
                      <a:cubicBezTo>
                        <a:pt x="42045" y="6609"/>
                        <a:pt x="38834" y="3475"/>
                        <a:pt x="35174" y="1426"/>
                      </a:cubicBezTo>
                      <a:cubicBezTo>
                        <a:pt x="31526" y="-623"/>
                        <a:pt x="27284" y="-1647"/>
                        <a:pt x="22448" y="-1647"/>
                      </a:cubicBezTo>
                      <a:cubicBezTo>
                        <a:pt x="14479" y="-1647"/>
                        <a:pt x="8427" y="832"/>
                        <a:pt x="4291" y="5789"/>
                      </a:cubicBezTo>
                      <a:cubicBezTo>
                        <a:pt x="168" y="10746"/>
                        <a:pt x="-1894" y="17997"/>
                        <a:pt x="-1894" y="27542"/>
                      </a:cubicBezTo>
                      <a:close/>
                      <a:moveTo>
                        <a:pt x="26789" y="71226"/>
                      </a:moveTo>
                      <a:lnTo>
                        <a:pt x="26789" y="712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65" name="Freeform: Shape 164">
                  <a:extLst>
                    <a:ext uri="{FF2B5EF4-FFF2-40B4-BE49-F238E27FC236}">
                      <a16:creationId xmlns:a16="http://schemas.microsoft.com/office/drawing/2014/main" id="{AE4B5229-DE39-BB3F-1825-7477B1BB4CF3}"/>
                    </a:ext>
                  </a:extLst>
                </p:cNvPr>
                <p:cNvSpPr/>
                <p:nvPr/>
              </p:nvSpPr>
              <p:spPr>
                <a:xfrm flipV="1">
                  <a:off x="4689087" y="2458212"/>
                  <a:ext cx="58118" cy="71068"/>
                </a:xfrm>
                <a:custGeom>
                  <a:avLst/>
                  <a:gdLst>
                    <a:gd name="connsiteX0" fmla="*/ 56194 w 58118"/>
                    <a:gd name="connsiteY0" fmla="*/ 40207 h 71068"/>
                    <a:gd name="connsiteX1" fmla="*/ 56194 w 58118"/>
                    <a:gd name="connsiteY1" fmla="*/ -1693 h 71068"/>
                    <a:gd name="connsiteX2" fmla="*/ 44796 w 58118"/>
                    <a:gd name="connsiteY2" fmla="*/ -1693 h 71068"/>
                    <a:gd name="connsiteX3" fmla="*/ 44796 w 58118"/>
                    <a:gd name="connsiteY3" fmla="*/ 39830 h 71068"/>
                    <a:gd name="connsiteX4" fmla="*/ 40950 w 58118"/>
                    <a:gd name="connsiteY4" fmla="*/ 54563 h 71068"/>
                    <a:gd name="connsiteX5" fmla="*/ 29434 w 58118"/>
                    <a:gd name="connsiteY5" fmla="*/ 59461 h 71068"/>
                    <a:gd name="connsiteX6" fmla="*/ 14864 w 58118"/>
                    <a:gd name="connsiteY6" fmla="*/ 53572 h 71068"/>
                    <a:gd name="connsiteX7" fmla="*/ 9532 w 58118"/>
                    <a:gd name="connsiteY7" fmla="*/ 37530 h 71068"/>
                    <a:gd name="connsiteX8" fmla="*/ 9532 w 58118"/>
                    <a:gd name="connsiteY8" fmla="*/ -1693 h 71068"/>
                    <a:gd name="connsiteX9" fmla="*/ -1925 w 58118"/>
                    <a:gd name="connsiteY9" fmla="*/ -1693 h 71068"/>
                    <a:gd name="connsiteX10" fmla="*/ -1925 w 58118"/>
                    <a:gd name="connsiteY10" fmla="*/ 67710 h 71068"/>
                    <a:gd name="connsiteX11" fmla="*/ 9532 w 58118"/>
                    <a:gd name="connsiteY11" fmla="*/ 67710 h 71068"/>
                    <a:gd name="connsiteX12" fmla="*/ 9532 w 58118"/>
                    <a:gd name="connsiteY12" fmla="*/ 56923 h 71068"/>
                    <a:gd name="connsiteX13" fmla="*/ 19166 w 58118"/>
                    <a:gd name="connsiteY13" fmla="*/ 66283 h 71068"/>
                    <a:gd name="connsiteX14" fmla="*/ 31971 w 58118"/>
                    <a:gd name="connsiteY14" fmla="*/ 69376 h 71068"/>
                    <a:gd name="connsiteX15" fmla="*/ 50049 w 58118"/>
                    <a:gd name="connsiteY15" fmla="*/ 61980 h 71068"/>
                    <a:gd name="connsiteX16" fmla="*/ 56194 w 58118"/>
                    <a:gd name="connsiteY16" fmla="*/ 40207 h 71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8118" h="71068">
                      <a:moveTo>
                        <a:pt x="56194" y="40207"/>
                      </a:moveTo>
                      <a:lnTo>
                        <a:pt x="56194" y="-1693"/>
                      </a:lnTo>
                      <a:lnTo>
                        <a:pt x="44796" y="-1693"/>
                      </a:lnTo>
                      <a:lnTo>
                        <a:pt x="44796" y="39830"/>
                      </a:lnTo>
                      <a:cubicBezTo>
                        <a:pt x="44796" y="46400"/>
                        <a:pt x="43514" y="51311"/>
                        <a:pt x="40950" y="54563"/>
                      </a:cubicBezTo>
                      <a:cubicBezTo>
                        <a:pt x="38387" y="57829"/>
                        <a:pt x="34548" y="59461"/>
                        <a:pt x="29434" y="59461"/>
                      </a:cubicBezTo>
                      <a:cubicBezTo>
                        <a:pt x="23276" y="59461"/>
                        <a:pt x="18419" y="57498"/>
                        <a:pt x="14864" y="53572"/>
                      </a:cubicBezTo>
                      <a:cubicBezTo>
                        <a:pt x="11310" y="49659"/>
                        <a:pt x="9532" y="44312"/>
                        <a:pt x="9532" y="37530"/>
                      </a:cubicBezTo>
                      <a:lnTo>
                        <a:pt x="9532" y="-1693"/>
                      </a:lnTo>
                      <a:lnTo>
                        <a:pt x="-1925" y="-1693"/>
                      </a:lnTo>
                      <a:lnTo>
                        <a:pt x="-1925" y="67710"/>
                      </a:lnTo>
                      <a:lnTo>
                        <a:pt x="9532" y="67710"/>
                      </a:lnTo>
                      <a:lnTo>
                        <a:pt x="9532" y="56923"/>
                      </a:lnTo>
                      <a:cubicBezTo>
                        <a:pt x="12268" y="61100"/>
                        <a:pt x="15479" y="64220"/>
                        <a:pt x="19166" y="66283"/>
                      </a:cubicBezTo>
                      <a:cubicBezTo>
                        <a:pt x="22866" y="68345"/>
                        <a:pt x="27134" y="69376"/>
                        <a:pt x="31971" y="69376"/>
                      </a:cubicBezTo>
                      <a:cubicBezTo>
                        <a:pt x="39939" y="69376"/>
                        <a:pt x="45965" y="66910"/>
                        <a:pt x="50049" y="61980"/>
                      </a:cubicBezTo>
                      <a:cubicBezTo>
                        <a:pt x="54145" y="57049"/>
                        <a:pt x="56194" y="49791"/>
                        <a:pt x="56194" y="402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66" name="Freeform: Shape 165">
                  <a:extLst>
                    <a:ext uri="{FF2B5EF4-FFF2-40B4-BE49-F238E27FC236}">
                      <a16:creationId xmlns:a16="http://schemas.microsoft.com/office/drawing/2014/main" id="{4B5BCF7D-49E3-D6E6-5F70-527E840A2DAD}"/>
                    </a:ext>
                  </a:extLst>
                </p:cNvPr>
                <p:cNvSpPr/>
                <p:nvPr/>
              </p:nvSpPr>
              <p:spPr>
                <a:xfrm flipV="1">
                  <a:off x="4764972" y="2432850"/>
                  <a:ext cx="62003" cy="98234"/>
                </a:xfrm>
                <a:custGeom>
                  <a:avLst/>
                  <a:gdLst>
                    <a:gd name="connsiteX0" fmla="*/ 48817 w 62003"/>
                    <a:gd name="connsiteY0" fmla="*/ 58390 h 98234"/>
                    <a:gd name="connsiteX1" fmla="*/ 48817 w 62003"/>
                    <a:gd name="connsiteY1" fmla="*/ 95947 h 98234"/>
                    <a:gd name="connsiteX2" fmla="*/ 60215 w 62003"/>
                    <a:gd name="connsiteY2" fmla="*/ 95947 h 98234"/>
                    <a:gd name="connsiteX3" fmla="*/ 60215 w 62003"/>
                    <a:gd name="connsiteY3" fmla="*/ -483 h 98234"/>
                    <a:gd name="connsiteX4" fmla="*/ 48817 w 62003"/>
                    <a:gd name="connsiteY4" fmla="*/ -483 h 98234"/>
                    <a:gd name="connsiteX5" fmla="*/ 48817 w 62003"/>
                    <a:gd name="connsiteY5" fmla="*/ 9927 h 98234"/>
                    <a:gd name="connsiteX6" fmla="*/ 39739 w 62003"/>
                    <a:gd name="connsiteY6" fmla="*/ 726 h 98234"/>
                    <a:gd name="connsiteX7" fmla="*/ 26577 w 62003"/>
                    <a:gd name="connsiteY7" fmla="*/ -2288 h 98234"/>
                    <a:gd name="connsiteX8" fmla="*/ 6100 w 62003"/>
                    <a:gd name="connsiteY8" fmla="*/ 7746 h 98234"/>
                    <a:gd name="connsiteX9" fmla="*/ -1789 w 62003"/>
                    <a:gd name="connsiteY9" fmla="*/ 34159 h 98234"/>
                    <a:gd name="connsiteX10" fmla="*/ 6100 w 62003"/>
                    <a:gd name="connsiteY10" fmla="*/ 60552 h 98234"/>
                    <a:gd name="connsiteX11" fmla="*/ 26577 w 62003"/>
                    <a:gd name="connsiteY11" fmla="*/ 70585 h 98234"/>
                    <a:gd name="connsiteX12" fmla="*/ 39739 w 62003"/>
                    <a:gd name="connsiteY12" fmla="*/ 67571 h 98234"/>
                    <a:gd name="connsiteX13" fmla="*/ 48817 w 62003"/>
                    <a:gd name="connsiteY13" fmla="*/ 58390 h 98234"/>
                    <a:gd name="connsiteX14" fmla="*/ 9985 w 62003"/>
                    <a:gd name="connsiteY14" fmla="*/ 34159 h 98234"/>
                    <a:gd name="connsiteX15" fmla="*/ 15159 w 62003"/>
                    <a:gd name="connsiteY15" fmla="*/ 14429 h 98234"/>
                    <a:gd name="connsiteX16" fmla="*/ 29372 w 62003"/>
                    <a:gd name="connsiteY16" fmla="*/ 7270 h 98234"/>
                    <a:gd name="connsiteX17" fmla="*/ 43604 w 62003"/>
                    <a:gd name="connsiteY17" fmla="*/ 14429 h 98234"/>
                    <a:gd name="connsiteX18" fmla="*/ 48817 w 62003"/>
                    <a:gd name="connsiteY18" fmla="*/ 34159 h 98234"/>
                    <a:gd name="connsiteX19" fmla="*/ 43604 w 62003"/>
                    <a:gd name="connsiteY19" fmla="*/ 53889 h 98234"/>
                    <a:gd name="connsiteX20" fmla="*/ 29372 w 62003"/>
                    <a:gd name="connsiteY20" fmla="*/ 61048 h 98234"/>
                    <a:gd name="connsiteX21" fmla="*/ 15159 w 62003"/>
                    <a:gd name="connsiteY21" fmla="*/ 53889 h 98234"/>
                    <a:gd name="connsiteX22" fmla="*/ 9985 w 62003"/>
                    <a:gd name="connsiteY22" fmla="*/ 34159 h 98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2003" h="98234">
                      <a:moveTo>
                        <a:pt x="48817" y="58390"/>
                      </a:moveTo>
                      <a:lnTo>
                        <a:pt x="48817" y="95947"/>
                      </a:lnTo>
                      <a:lnTo>
                        <a:pt x="60215" y="95947"/>
                      </a:lnTo>
                      <a:lnTo>
                        <a:pt x="60215" y="-483"/>
                      </a:lnTo>
                      <a:lnTo>
                        <a:pt x="48817" y="-483"/>
                      </a:lnTo>
                      <a:lnTo>
                        <a:pt x="48817" y="9927"/>
                      </a:lnTo>
                      <a:cubicBezTo>
                        <a:pt x="46425" y="5803"/>
                        <a:pt x="43399" y="2736"/>
                        <a:pt x="39739" y="726"/>
                      </a:cubicBezTo>
                      <a:cubicBezTo>
                        <a:pt x="36091" y="-1283"/>
                        <a:pt x="31704" y="-2288"/>
                        <a:pt x="26577" y="-2288"/>
                      </a:cubicBezTo>
                      <a:cubicBezTo>
                        <a:pt x="18198" y="-2288"/>
                        <a:pt x="11373" y="1057"/>
                        <a:pt x="6100" y="7746"/>
                      </a:cubicBezTo>
                      <a:cubicBezTo>
                        <a:pt x="841" y="14448"/>
                        <a:pt x="-1789" y="23253"/>
                        <a:pt x="-1789" y="34159"/>
                      </a:cubicBezTo>
                      <a:cubicBezTo>
                        <a:pt x="-1789" y="45065"/>
                        <a:pt x="841" y="53863"/>
                        <a:pt x="6100" y="60552"/>
                      </a:cubicBezTo>
                      <a:cubicBezTo>
                        <a:pt x="11373" y="67241"/>
                        <a:pt x="18198" y="70585"/>
                        <a:pt x="26577" y="70585"/>
                      </a:cubicBezTo>
                      <a:cubicBezTo>
                        <a:pt x="31704" y="70585"/>
                        <a:pt x="36091" y="69581"/>
                        <a:pt x="39739" y="67571"/>
                      </a:cubicBezTo>
                      <a:cubicBezTo>
                        <a:pt x="43399" y="65575"/>
                        <a:pt x="46425" y="62515"/>
                        <a:pt x="48817" y="58390"/>
                      </a:cubicBezTo>
                      <a:close/>
                      <a:moveTo>
                        <a:pt x="9985" y="34159"/>
                      </a:moveTo>
                      <a:cubicBezTo>
                        <a:pt x="9985" y="25778"/>
                        <a:pt x="11710" y="19201"/>
                        <a:pt x="15159" y="14429"/>
                      </a:cubicBezTo>
                      <a:cubicBezTo>
                        <a:pt x="18608" y="9656"/>
                        <a:pt x="23346" y="7270"/>
                        <a:pt x="29372" y="7270"/>
                      </a:cubicBezTo>
                      <a:cubicBezTo>
                        <a:pt x="35398" y="7270"/>
                        <a:pt x="40142" y="9656"/>
                        <a:pt x="43604" y="14429"/>
                      </a:cubicBezTo>
                      <a:cubicBezTo>
                        <a:pt x="47079" y="19201"/>
                        <a:pt x="48817" y="25778"/>
                        <a:pt x="48817" y="34159"/>
                      </a:cubicBezTo>
                      <a:cubicBezTo>
                        <a:pt x="48817" y="42540"/>
                        <a:pt x="47079" y="49117"/>
                        <a:pt x="43604" y="53889"/>
                      </a:cubicBezTo>
                      <a:cubicBezTo>
                        <a:pt x="40142" y="58661"/>
                        <a:pt x="35398" y="61048"/>
                        <a:pt x="29372" y="61048"/>
                      </a:cubicBezTo>
                      <a:cubicBezTo>
                        <a:pt x="23346" y="61048"/>
                        <a:pt x="18608" y="58661"/>
                        <a:pt x="15159" y="53889"/>
                      </a:cubicBezTo>
                      <a:cubicBezTo>
                        <a:pt x="11710" y="49117"/>
                        <a:pt x="9985" y="42540"/>
                        <a:pt x="9985" y="3415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67" name="Freeform: Shape 166">
                  <a:extLst>
                    <a:ext uri="{FF2B5EF4-FFF2-40B4-BE49-F238E27FC236}">
                      <a16:creationId xmlns:a16="http://schemas.microsoft.com/office/drawing/2014/main" id="{EF2BA017-0109-DE26-1DFD-E6E6D1BE35E1}"/>
                    </a:ext>
                  </a:extLst>
                </p:cNvPr>
                <p:cNvSpPr/>
                <p:nvPr/>
              </p:nvSpPr>
              <p:spPr>
                <a:xfrm flipV="1">
                  <a:off x="4838126" y="2436757"/>
                  <a:ext cx="78238" cy="92524"/>
                </a:xfrm>
                <a:custGeom>
                  <a:avLst/>
                  <a:gdLst>
                    <a:gd name="connsiteX0" fmla="*/ -1820 w 78238"/>
                    <a:gd name="connsiteY0" fmla="*/ 90289 h 92524"/>
                    <a:gd name="connsiteX1" fmla="*/ 76418 w 78238"/>
                    <a:gd name="connsiteY1" fmla="*/ 90289 h 92524"/>
                    <a:gd name="connsiteX2" fmla="*/ 76418 w 78238"/>
                    <a:gd name="connsiteY2" fmla="*/ 79740 h 92524"/>
                    <a:gd name="connsiteX3" fmla="*/ 43593 w 78238"/>
                    <a:gd name="connsiteY3" fmla="*/ 79740 h 92524"/>
                    <a:gd name="connsiteX4" fmla="*/ 43593 w 78238"/>
                    <a:gd name="connsiteY4" fmla="*/ -2235 h 92524"/>
                    <a:gd name="connsiteX5" fmla="*/ 31025 w 78238"/>
                    <a:gd name="connsiteY5" fmla="*/ -2235 h 92524"/>
                    <a:gd name="connsiteX6" fmla="*/ 31025 w 78238"/>
                    <a:gd name="connsiteY6" fmla="*/ 79740 h 92524"/>
                    <a:gd name="connsiteX7" fmla="*/ -1820 w 78238"/>
                    <a:gd name="connsiteY7" fmla="*/ 79740 h 92524"/>
                    <a:gd name="connsiteX8" fmla="*/ -1820 w 78238"/>
                    <a:gd name="connsiteY8" fmla="*/ 90289 h 92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238" h="92524">
                      <a:moveTo>
                        <a:pt x="-1820" y="90289"/>
                      </a:moveTo>
                      <a:lnTo>
                        <a:pt x="76418" y="90289"/>
                      </a:lnTo>
                      <a:lnTo>
                        <a:pt x="76418" y="79740"/>
                      </a:lnTo>
                      <a:lnTo>
                        <a:pt x="43593" y="79740"/>
                      </a:lnTo>
                      <a:lnTo>
                        <a:pt x="43593" y="-2235"/>
                      </a:lnTo>
                      <a:lnTo>
                        <a:pt x="31025" y="-2235"/>
                      </a:lnTo>
                      <a:lnTo>
                        <a:pt x="31025" y="79740"/>
                      </a:lnTo>
                      <a:lnTo>
                        <a:pt x="-1820" y="79740"/>
                      </a:lnTo>
                      <a:lnTo>
                        <a:pt x="-1820" y="902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68" name="Freeform: Shape 167">
                  <a:extLst>
                    <a:ext uri="{FF2B5EF4-FFF2-40B4-BE49-F238E27FC236}">
                      <a16:creationId xmlns:a16="http://schemas.microsoft.com/office/drawing/2014/main" id="{B056C6F8-2EAE-F39C-A9B2-A641EF793B37}"/>
                    </a:ext>
                  </a:extLst>
                </p:cNvPr>
                <p:cNvSpPr/>
                <p:nvPr/>
              </p:nvSpPr>
              <p:spPr>
                <a:xfrm flipV="1">
                  <a:off x="4908799" y="2458212"/>
                  <a:ext cx="40635" cy="71068"/>
                </a:xfrm>
                <a:custGeom>
                  <a:avLst/>
                  <a:gdLst>
                    <a:gd name="connsiteX0" fmla="*/ 39168 w 40635"/>
                    <a:gd name="connsiteY0" fmla="*/ 57062 h 71068"/>
                    <a:gd name="connsiteX1" fmla="*/ 34986 w 40635"/>
                    <a:gd name="connsiteY1" fmla="*/ 58688 h 71068"/>
                    <a:gd name="connsiteX2" fmla="*/ 30010 w 40635"/>
                    <a:gd name="connsiteY2" fmla="*/ 59223 h 71068"/>
                    <a:gd name="connsiteX3" fmla="*/ 15163 w 40635"/>
                    <a:gd name="connsiteY3" fmla="*/ 52937 h 71068"/>
                    <a:gd name="connsiteX4" fmla="*/ 9990 w 40635"/>
                    <a:gd name="connsiteY4" fmla="*/ 34873 h 71068"/>
                    <a:gd name="connsiteX5" fmla="*/ 9990 w 40635"/>
                    <a:gd name="connsiteY5" fmla="*/ -1693 h 71068"/>
                    <a:gd name="connsiteX6" fmla="*/ -1467 w 40635"/>
                    <a:gd name="connsiteY6" fmla="*/ -1693 h 71068"/>
                    <a:gd name="connsiteX7" fmla="*/ -1467 w 40635"/>
                    <a:gd name="connsiteY7" fmla="*/ 67710 h 71068"/>
                    <a:gd name="connsiteX8" fmla="*/ 9990 w 40635"/>
                    <a:gd name="connsiteY8" fmla="*/ 67710 h 71068"/>
                    <a:gd name="connsiteX9" fmla="*/ 9990 w 40635"/>
                    <a:gd name="connsiteY9" fmla="*/ 56923 h 71068"/>
                    <a:gd name="connsiteX10" fmla="*/ 19346 w 40635"/>
                    <a:gd name="connsiteY10" fmla="*/ 66302 h 71068"/>
                    <a:gd name="connsiteX11" fmla="*/ 33360 w 40635"/>
                    <a:gd name="connsiteY11" fmla="*/ 69376 h 71068"/>
                    <a:gd name="connsiteX12" fmla="*/ 35957 w 40635"/>
                    <a:gd name="connsiteY12" fmla="*/ 69217 h 71068"/>
                    <a:gd name="connsiteX13" fmla="*/ 39109 w 40635"/>
                    <a:gd name="connsiteY13" fmla="*/ 68761 h 71068"/>
                    <a:gd name="connsiteX14" fmla="*/ 39168 w 40635"/>
                    <a:gd name="connsiteY14" fmla="*/ 57062 h 71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0635" h="71068">
                      <a:moveTo>
                        <a:pt x="39168" y="57062"/>
                      </a:moveTo>
                      <a:cubicBezTo>
                        <a:pt x="37886" y="57802"/>
                        <a:pt x="36492" y="58344"/>
                        <a:pt x="34986" y="58688"/>
                      </a:cubicBezTo>
                      <a:cubicBezTo>
                        <a:pt x="33479" y="59045"/>
                        <a:pt x="31821" y="59223"/>
                        <a:pt x="30010" y="59223"/>
                      </a:cubicBezTo>
                      <a:cubicBezTo>
                        <a:pt x="23561" y="59223"/>
                        <a:pt x="18612" y="57128"/>
                        <a:pt x="15163" y="52937"/>
                      </a:cubicBezTo>
                      <a:cubicBezTo>
                        <a:pt x="11714" y="48747"/>
                        <a:pt x="9990" y="42725"/>
                        <a:pt x="9990" y="34873"/>
                      </a:cubicBezTo>
                      <a:lnTo>
                        <a:pt x="9990" y="-1693"/>
                      </a:lnTo>
                      <a:lnTo>
                        <a:pt x="-1467" y="-1693"/>
                      </a:lnTo>
                      <a:lnTo>
                        <a:pt x="-1467" y="67710"/>
                      </a:lnTo>
                      <a:lnTo>
                        <a:pt x="9990" y="67710"/>
                      </a:lnTo>
                      <a:lnTo>
                        <a:pt x="9990" y="56923"/>
                      </a:lnTo>
                      <a:cubicBezTo>
                        <a:pt x="12395" y="61140"/>
                        <a:pt x="15514" y="64267"/>
                        <a:pt x="19346" y="66302"/>
                      </a:cubicBezTo>
                      <a:cubicBezTo>
                        <a:pt x="23191" y="68351"/>
                        <a:pt x="27863" y="69376"/>
                        <a:pt x="33360" y="69376"/>
                      </a:cubicBezTo>
                      <a:cubicBezTo>
                        <a:pt x="34140" y="69376"/>
                        <a:pt x="35005" y="69323"/>
                        <a:pt x="35957" y="69217"/>
                      </a:cubicBezTo>
                      <a:cubicBezTo>
                        <a:pt x="36908" y="69125"/>
                        <a:pt x="37959" y="68973"/>
                        <a:pt x="39109" y="68761"/>
                      </a:cubicBezTo>
                      <a:lnTo>
                        <a:pt x="39168" y="570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69" name="Freeform: Shape 168">
                  <a:extLst>
                    <a:ext uri="{FF2B5EF4-FFF2-40B4-BE49-F238E27FC236}">
                      <a16:creationId xmlns:a16="http://schemas.microsoft.com/office/drawing/2014/main" id="{C5F2B6EC-EC3C-D936-2E32-45D80929F1BB}"/>
                    </a:ext>
                  </a:extLst>
                </p:cNvPr>
                <p:cNvSpPr/>
                <p:nvPr/>
              </p:nvSpPr>
              <p:spPr>
                <a:xfrm flipV="1">
                  <a:off x="4960223" y="2458212"/>
                  <a:ext cx="58098" cy="72873"/>
                </a:xfrm>
                <a:custGeom>
                  <a:avLst/>
                  <a:gdLst>
                    <a:gd name="connsiteX0" fmla="*/ -1866 w 58098"/>
                    <a:gd name="connsiteY0" fmla="*/ 27542 h 72873"/>
                    <a:gd name="connsiteX1" fmla="*/ -1866 w 58098"/>
                    <a:gd name="connsiteY1" fmla="*/ 69560 h 72873"/>
                    <a:gd name="connsiteX2" fmla="*/ 9532 w 58098"/>
                    <a:gd name="connsiteY2" fmla="*/ 69560 h 72873"/>
                    <a:gd name="connsiteX3" fmla="*/ 9532 w 58098"/>
                    <a:gd name="connsiteY3" fmla="*/ 27978 h 72873"/>
                    <a:gd name="connsiteX4" fmla="*/ 13357 w 58098"/>
                    <a:gd name="connsiteY4" fmla="*/ 13185 h 72873"/>
                    <a:gd name="connsiteX5" fmla="*/ 24894 w 58098"/>
                    <a:gd name="connsiteY5" fmla="*/ 8268 h 72873"/>
                    <a:gd name="connsiteX6" fmla="*/ 39463 w 58098"/>
                    <a:gd name="connsiteY6" fmla="*/ 14157 h 72873"/>
                    <a:gd name="connsiteX7" fmla="*/ 44835 w 58098"/>
                    <a:gd name="connsiteY7" fmla="*/ 30219 h 72873"/>
                    <a:gd name="connsiteX8" fmla="*/ 44835 w 58098"/>
                    <a:gd name="connsiteY8" fmla="*/ 69560 h 72873"/>
                    <a:gd name="connsiteX9" fmla="*/ 56233 w 58098"/>
                    <a:gd name="connsiteY9" fmla="*/ 69560 h 72873"/>
                    <a:gd name="connsiteX10" fmla="*/ 56233 w 58098"/>
                    <a:gd name="connsiteY10" fmla="*/ 157 h 72873"/>
                    <a:gd name="connsiteX11" fmla="*/ 44835 w 58098"/>
                    <a:gd name="connsiteY11" fmla="*/ 157 h 72873"/>
                    <a:gd name="connsiteX12" fmla="*/ 44835 w 58098"/>
                    <a:gd name="connsiteY12" fmla="*/ 10826 h 72873"/>
                    <a:gd name="connsiteX13" fmla="*/ 35201 w 58098"/>
                    <a:gd name="connsiteY13" fmla="*/ 1426 h 72873"/>
                    <a:gd name="connsiteX14" fmla="*/ 22475 w 58098"/>
                    <a:gd name="connsiteY14" fmla="*/ -1647 h 72873"/>
                    <a:gd name="connsiteX15" fmla="*/ 4318 w 58098"/>
                    <a:gd name="connsiteY15" fmla="*/ 5789 h 72873"/>
                    <a:gd name="connsiteX16" fmla="*/ -1866 w 58098"/>
                    <a:gd name="connsiteY16" fmla="*/ 27542 h 72873"/>
                    <a:gd name="connsiteX17" fmla="*/ 26817 w 58098"/>
                    <a:gd name="connsiteY17" fmla="*/ 71226 h 72873"/>
                    <a:gd name="connsiteX18" fmla="*/ 26817 w 58098"/>
                    <a:gd name="connsiteY18" fmla="*/ 71226 h 72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8098" h="72873">
                      <a:moveTo>
                        <a:pt x="-1866" y="27542"/>
                      </a:moveTo>
                      <a:lnTo>
                        <a:pt x="-1866" y="69560"/>
                      </a:lnTo>
                      <a:lnTo>
                        <a:pt x="9532" y="69560"/>
                      </a:lnTo>
                      <a:lnTo>
                        <a:pt x="9532" y="27978"/>
                      </a:lnTo>
                      <a:cubicBezTo>
                        <a:pt x="9532" y="21408"/>
                        <a:pt x="10807" y="16477"/>
                        <a:pt x="13357" y="13185"/>
                      </a:cubicBezTo>
                      <a:cubicBezTo>
                        <a:pt x="15921" y="9907"/>
                        <a:pt x="19766" y="8268"/>
                        <a:pt x="24894" y="8268"/>
                      </a:cubicBezTo>
                      <a:cubicBezTo>
                        <a:pt x="31039" y="8268"/>
                        <a:pt x="35895" y="10231"/>
                        <a:pt x="39463" y="14157"/>
                      </a:cubicBezTo>
                      <a:cubicBezTo>
                        <a:pt x="43044" y="18083"/>
                        <a:pt x="44835" y="23437"/>
                        <a:pt x="44835" y="30219"/>
                      </a:cubicBezTo>
                      <a:lnTo>
                        <a:pt x="44835" y="69560"/>
                      </a:lnTo>
                      <a:lnTo>
                        <a:pt x="56233" y="69560"/>
                      </a:lnTo>
                      <a:lnTo>
                        <a:pt x="56233" y="157"/>
                      </a:lnTo>
                      <a:lnTo>
                        <a:pt x="44835" y="157"/>
                      </a:lnTo>
                      <a:lnTo>
                        <a:pt x="44835" y="10826"/>
                      </a:lnTo>
                      <a:cubicBezTo>
                        <a:pt x="42073" y="6609"/>
                        <a:pt x="38862" y="3475"/>
                        <a:pt x="35201" y="1426"/>
                      </a:cubicBezTo>
                      <a:cubicBezTo>
                        <a:pt x="31554" y="-623"/>
                        <a:pt x="27312" y="-1647"/>
                        <a:pt x="22475" y="-1647"/>
                      </a:cubicBezTo>
                      <a:cubicBezTo>
                        <a:pt x="14507" y="-1647"/>
                        <a:pt x="8455" y="832"/>
                        <a:pt x="4318" y="5789"/>
                      </a:cubicBezTo>
                      <a:cubicBezTo>
                        <a:pt x="195" y="10746"/>
                        <a:pt x="-1866" y="17997"/>
                        <a:pt x="-1866" y="27542"/>
                      </a:cubicBezTo>
                      <a:close/>
                      <a:moveTo>
                        <a:pt x="26817" y="71226"/>
                      </a:moveTo>
                      <a:lnTo>
                        <a:pt x="26817" y="712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70" name="Freeform: Shape 169">
                  <a:extLst>
                    <a:ext uri="{FF2B5EF4-FFF2-40B4-BE49-F238E27FC236}">
                      <a16:creationId xmlns:a16="http://schemas.microsoft.com/office/drawing/2014/main" id="{AA34F68C-16F1-264E-5195-AFD1846F2899}"/>
                    </a:ext>
                  </a:extLst>
                </p:cNvPr>
                <p:cNvSpPr/>
                <p:nvPr/>
              </p:nvSpPr>
              <p:spPr>
                <a:xfrm flipV="1">
                  <a:off x="5033253" y="2440167"/>
                  <a:ext cx="43291" cy="89113"/>
                </a:xfrm>
                <a:custGeom>
                  <a:avLst/>
                  <a:gdLst>
                    <a:gd name="connsiteX0" fmla="*/ 18707 w 43291"/>
                    <a:gd name="connsiteY0" fmla="*/ 86965 h 89113"/>
                    <a:gd name="connsiteX1" fmla="*/ 18707 w 43291"/>
                    <a:gd name="connsiteY1" fmla="*/ 67255 h 89113"/>
                    <a:gd name="connsiteX2" fmla="*/ 42176 w 43291"/>
                    <a:gd name="connsiteY2" fmla="*/ 67255 h 89113"/>
                    <a:gd name="connsiteX3" fmla="*/ 42176 w 43291"/>
                    <a:gd name="connsiteY3" fmla="*/ 58391 h 89113"/>
                    <a:gd name="connsiteX4" fmla="*/ 18707 w 43291"/>
                    <a:gd name="connsiteY4" fmla="*/ 58391 h 89113"/>
                    <a:gd name="connsiteX5" fmla="*/ 18707 w 43291"/>
                    <a:gd name="connsiteY5" fmla="*/ 20715 h 89113"/>
                    <a:gd name="connsiteX6" fmla="*/ 21026 w 43291"/>
                    <a:gd name="connsiteY6" fmla="*/ 9809 h 89113"/>
                    <a:gd name="connsiteX7" fmla="*/ 30481 w 43291"/>
                    <a:gd name="connsiteY7" fmla="*/ 7390 h 89113"/>
                    <a:gd name="connsiteX8" fmla="*/ 42176 w 43291"/>
                    <a:gd name="connsiteY8" fmla="*/ 7390 h 89113"/>
                    <a:gd name="connsiteX9" fmla="*/ 42176 w 43291"/>
                    <a:gd name="connsiteY9" fmla="*/ -2148 h 89113"/>
                    <a:gd name="connsiteX10" fmla="*/ 30481 w 43291"/>
                    <a:gd name="connsiteY10" fmla="*/ -2148 h 89113"/>
                    <a:gd name="connsiteX11" fmla="*/ 12264 w 43291"/>
                    <a:gd name="connsiteY11" fmla="*/ 2769 h 89113"/>
                    <a:gd name="connsiteX12" fmla="*/ 7249 w 43291"/>
                    <a:gd name="connsiteY12" fmla="*/ 20715 h 89113"/>
                    <a:gd name="connsiteX13" fmla="*/ 7249 w 43291"/>
                    <a:gd name="connsiteY13" fmla="*/ 58391 h 89113"/>
                    <a:gd name="connsiteX14" fmla="*/ -1116 w 43291"/>
                    <a:gd name="connsiteY14" fmla="*/ 58391 h 89113"/>
                    <a:gd name="connsiteX15" fmla="*/ -1116 w 43291"/>
                    <a:gd name="connsiteY15" fmla="*/ 67255 h 89113"/>
                    <a:gd name="connsiteX16" fmla="*/ 7249 w 43291"/>
                    <a:gd name="connsiteY16" fmla="*/ 67255 h 89113"/>
                    <a:gd name="connsiteX17" fmla="*/ 7249 w 43291"/>
                    <a:gd name="connsiteY17" fmla="*/ 86965 h 89113"/>
                    <a:gd name="connsiteX18" fmla="*/ 18707 w 43291"/>
                    <a:gd name="connsiteY18" fmla="*/ 86965 h 89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3291" h="89113">
                      <a:moveTo>
                        <a:pt x="18707" y="86965"/>
                      </a:moveTo>
                      <a:lnTo>
                        <a:pt x="18707" y="67255"/>
                      </a:lnTo>
                      <a:lnTo>
                        <a:pt x="42176" y="67255"/>
                      </a:lnTo>
                      <a:lnTo>
                        <a:pt x="42176" y="58391"/>
                      </a:lnTo>
                      <a:lnTo>
                        <a:pt x="18707" y="58391"/>
                      </a:lnTo>
                      <a:lnTo>
                        <a:pt x="18707" y="20715"/>
                      </a:lnTo>
                      <a:cubicBezTo>
                        <a:pt x="18707" y="15057"/>
                        <a:pt x="19480" y="11422"/>
                        <a:pt x="21026" y="9809"/>
                      </a:cubicBezTo>
                      <a:cubicBezTo>
                        <a:pt x="22572" y="8196"/>
                        <a:pt x="25724" y="7390"/>
                        <a:pt x="30481" y="7390"/>
                      </a:cubicBezTo>
                      <a:lnTo>
                        <a:pt x="42176" y="7390"/>
                      </a:lnTo>
                      <a:lnTo>
                        <a:pt x="42176" y="-2148"/>
                      </a:lnTo>
                      <a:lnTo>
                        <a:pt x="30481" y="-2148"/>
                      </a:lnTo>
                      <a:cubicBezTo>
                        <a:pt x="21680" y="-2148"/>
                        <a:pt x="15608" y="-509"/>
                        <a:pt x="12264" y="2769"/>
                      </a:cubicBezTo>
                      <a:cubicBezTo>
                        <a:pt x="8921" y="6061"/>
                        <a:pt x="7249" y="12043"/>
                        <a:pt x="7249" y="20715"/>
                      </a:cubicBezTo>
                      <a:lnTo>
                        <a:pt x="7249" y="58391"/>
                      </a:lnTo>
                      <a:lnTo>
                        <a:pt x="-1116" y="58391"/>
                      </a:lnTo>
                      <a:lnTo>
                        <a:pt x="-1116" y="67255"/>
                      </a:lnTo>
                      <a:lnTo>
                        <a:pt x="7249" y="67255"/>
                      </a:lnTo>
                      <a:lnTo>
                        <a:pt x="7249" y="86965"/>
                      </a:lnTo>
                      <a:lnTo>
                        <a:pt x="18707" y="869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sp>
              <p:nvSpPr>
                <p:cNvPr id="171" name="Freeform: Shape 170">
                  <a:extLst>
                    <a:ext uri="{FF2B5EF4-FFF2-40B4-BE49-F238E27FC236}">
                      <a16:creationId xmlns:a16="http://schemas.microsoft.com/office/drawing/2014/main" id="{8360BCEB-4188-C609-CB3C-CB2C171F7050}"/>
                    </a:ext>
                  </a:extLst>
                </p:cNvPr>
                <p:cNvSpPr/>
                <p:nvPr/>
              </p:nvSpPr>
              <p:spPr>
                <a:xfrm flipV="1">
                  <a:off x="5091102" y="2432850"/>
                  <a:ext cx="58118" cy="96430"/>
                </a:xfrm>
                <a:custGeom>
                  <a:avLst/>
                  <a:gdLst>
                    <a:gd name="connsiteX0" fmla="*/ 56225 w 58118"/>
                    <a:gd name="connsiteY0" fmla="*/ 39566 h 96430"/>
                    <a:gd name="connsiteX1" fmla="*/ 56225 w 58118"/>
                    <a:gd name="connsiteY1" fmla="*/ -2333 h 96430"/>
                    <a:gd name="connsiteX2" fmla="*/ 44828 w 58118"/>
                    <a:gd name="connsiteY2" fmla="*/ -2333 h 96430"/>
                    <a:gd name="connsiteX3" fmla="*/ 44828 w 58118"/>
                    <a:gd name="connsiteY3" fmla="*/ 39190 h 96430"/>
                    <a:gd name="connsiteX4" fmla="*/ 40982 w 58118"/>
                    <a:gd name="connsiteY4" fmla="*/ 53923 h 96430"/>
                    <a:gd name="connsiteX5" fmla="*/ 29465 w 58118"/>
                    <a:gd name="connsiteY5" fmla="*/ 58821 h 96430"/>
                    <a:gd name="connsiteX6" fmla="*/ 14896 w 58118"/>
                    <a:gd name="connsiteY6" fmla="*/ 52931 h 96430"/>
                    <a:gd name="connsiteX7" fmla="*/ 9564 w 58118"/>
                    <a:gd name="connsiteY7" fmla="*/ 36889 h 96430"/>
                    <a:gd name="connsiteX8" fmla="*/ 9564 w 58118"/>
                    <a:gd name="connsiteY8" fmla="*/ -2333 h 96430"/>
                    <a:gd name="connsiteX9" fmla="*/ -1893 w 58118"/>
                    <a:gd name="connsiteY9" fmla="*/ -2333 h 96430"/>
                    <a:gd name="connsiteX10" fmla="*/ -1893 w 58118"/>
                    <a:gd name="connsiteY10" fmla="*/ 94097 h 96430"/>
                    <a:gd name="connsiteX11" fmla="*/ 9564 w 58118"/>
                    <a:gd name="connsiteY11" fmla="*/ 94097 h 96430"/>
                    <a:gd name="connsiteX12" fmla="*/ 9564 w 58118"/>
                    <a:gd name="connsiteY12" fmla="*/ 56283 h 96430"/>
                    <a:gd name="connsiteX13" fmla="*/ 19197 w 58118"/>
                    <a:gd name="connsiteY13" fmla="*/ 65642 h 96430"/>
                    <a:gd name="connsiteX14" fmla="*/ 32003 w 58118"/>
                    <a:gd name="connsiteY14" fmla="*/ 68735 h 96430"/>
                    <a:gd name="connsiteX15" fmla="*/ 50080 w 58118"/>
                    <a:gd name="connsiteY15" fmla="*/ 61339 h 96430"/>
                    <a:gd name="connsiteX16" fmla="*/ 56225 w 58118"/>
                    <a:gd name="connsiteY16" fmla="*/ 39566 h 96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8118" h="96430">
                      <a:moveTo>
                        <a:pt x="56225" y="39566"/>
                      </a:moveTo>
                      <a:lnTo>
                        <a:pt x="56225" y="-2333"/>
                      </a:lnTo>
                      <a:lnTo>
                        <a:pt x="44828" y="-2333"/>
                      </a:lnTo>
                      <a:lnTo>
                        <a:pt x="44828" y="39190"/>
                      </a:lnTo>
                      <a:cubicBezTo>
                        <a:pt x="44828" y="45760"/>
                        <a:pt x="43546" y="50671"/>
                        <a:pt x="40982" y="53923"/>
                      </a:cubicBezTo>
                      <a:cubicBezTo>
                        <a:pt x="38418" y="57188"/>
                        <a:pt x="34579" y="58821"/>
                        <a:pt x="29465" y="58821"/>
                      </a:cubicBezTo>
                      <a:cubicBezTo>
                        <a:pt x="23307" y="58821"/>
                        <a:pt x="18451" y="56858"/>
                        <a:pt x="14896" y="52931"/>
                      </a:cubicBezTo>
                      <a:cubicBezTo>
                        <a:pt x="11341" y="49018"/>
                        <a:pt x="9564" y="43671"/>
                        <a:pt x="9564" y="36889"/>
                      </a:cubicBezTo>
                      <a:lnTo>
                        <a:pt x="9564" y="-2333"/>
                      </a:lnTo>
                      <a:lnTo>
                        <a:pt x="-1893" y="-2333"/>
                      </a:lnTo>
                      <a:lnTo>
                        <a:pt x="-1893" y="94097"/>
                      </a:lnTo>
                      <a:lnTo>
                        <a:pt x="9564" y="94097"/>
                      </a:lnTo>
                      <a:lnTo>
                        <a:pt x="9564" y="56283"/>
                      </a:lnTo>
                      <a:cubicBezTo>
                        <a:pt x="12299" y="60460"/>
                        <a:pt x="15510" y="63580"/>
                        <a:pt x="19197" y="65642"/>
                      </a:cubicBezTo>
                      <a:cubicBezTo>
                        <a:pt x="22898" y="67704"/>
                        <a:pt x="27166" y="68735"/>
                        <a:pt x="32003" y="68735"/>
                      </a:cubicBezTo>
                      <a:cubicBezTo>
                        <a:pt x="39971" y="68735"/>
                        <a:pt x="45997" y="66270"/>
                        <a:pt x="50080" y="61339"/>
                      </a:cubicBezTo>
                      <a:cubicBezTo>
                        <a:pt x="54177" y="56408"/>
                        <a:pt x="56225" y="49151"/>
                        <a:pt x="56225" y="395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0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34144762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aphic 2">
            <a:extLst>
              <a:ext uri="{FF2B5EF4-FFF2-40B4-BE49-F238E27FC236}">
                <a16:creationId xmlns:a16="http://schemas.microsoft.com/office/drawing/2014/main" id="{85DFC362-CECF-DB6D-B145-E872FCAF9E4B}"/>
              </a:ext>
            </a:extLst>
          </p:cNvPr>
          <p:cNvGrpSpPr/>
          <p:nvPr/>
        </p:nvGrpSpPr>
        <p:grpSpPr>
          <a:xfrm>
            <a:off x="2394260" y="548680"/>
            <a:ext cx="3701740" cy="3564860"/>
            <a:chOff x="4157710" y="1759191"/>
            <a:chExt cx="3701740" cy="3564860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0370846F-2CF8-E158-80CF-23D314B24F55}"/>
                </a:ext>
              </a:extLst>
            </p:cNvPr>
            <p:cNvSpPr/>
            <p:nvPr/>
          </p:nvSpPr>
          <p:spPr>
            <a:xfrm>
              <a:off x="4479218" y="1759800"/>
              <a:ext cx="3379622" cy="3377180"/>
            </a:xfrm>
            <a:custGeom>
              <a:avLst/>
              <a:gdLst>
                <a:gd name="connsiteX0" fmla="*/ 0 w 3379622"/>
                <a:gd name="connsiteY0" fmla="*/ 3377181 h 3377180"/>
                <a:gd name="connsiteX1" fmla="*/ 3379623 w 3379622"/>
                <a:gd name="connsiteY1" fmla="*/ 3377181 h 3377180"/>
                <a:gd name="connsiteX2" fmla="*/ 3379623 w 3379622"/>
                <a:gd name="connsiteY2" fmla="*/ 0 h 3377180"/>
                <a:gd name="connsiteX3" fmla="*/ 0 w 3379622"/>
                <a:gd name="connsiteY3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9622" h="3377180">
                  <a:moveTo>
                    <a:pt x="0" y="3377181"/>
                  </a:moveTo>
                  <a:lnTo>
                    <a:pt x="3379623" y="3377181"/>
                  </a:lnTo>
                  <a:lnTo>
                    <a:pt x="3379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9C9F7A12-2A50-181D-BD2B-990323D4AF6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flipV="1">
              <a:off x="4479218" y="1759191"/>
              <a:ext cx="3380232" cy="3377789"/>
            </a:xfrm>
            <a:custGeom>
              <a:avLst/>
              <a:gdLst>
                <a:gd name="connsiteX0" fmla="*/ 0 w 3380232"/>
                <a:gd name="connsiteY0" fmla="*/ 83 h 3377789"/>
                <a:gd name="connsiteX1" fmla="*/ 3380232 w 3380232"/>
                <a:gd name="connsiteY1" fmla="*/ 83 h 3377789"/>
                <a:gd name="connsiteX2" fmla="*/ 3380232 w 3380232"/>
                <a:gd name="connsiteY2" fmla="*/ 3377873 h 3377789"/>
                <a:gd name="connsiteX3" fmla="*/ 0 w 3380232"/>
                <a:gd name="connsiteY3" fmla="*/ 3377873 h 337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0232" h="3377789">
                  <a:moveTo>
                    <a:pt x="0" y="83"/>
                  </a:moveTo>
                  <a:lnTo>
                    <a:pt x="3380232" y="83"/>
                  </a:lnTo>
                  <a:lnTo>
                    <a:pt x="3380232" y="3377873"/>
                  </a:lnTo>
                  <a:lnTo>
                    <a:pt x="0" y="3377873"/>
                  </a:lnTo>
                  <a:close/>
                </a:path>
              </a:pathLst>
            </a:custGeom>
          </p:spPr>
        </p:pic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D2E384A8-1003-16CF-AAAE-79CA5D34893F}"/>
                </a:ext>
              </a:extLst>
            </p:cNvPr>
            <p:cNvSpPr/>
            <p:nvPr/>
          </p:nvSpPr>
          <p:spPr>
            <a:xfrm>
              <a:off x="6104980" y="3270327"/>
              <a:ext cx="160394" cy="345125"/>
            </a:xfrm>
            <a:custGeom>
              <a:avLst/>
              <a:gdLst>
                <a:gd name="connsiteX0" fmla="*/ 0 w 160394"/>
                <a:gd name="connsiteY0" fmla="*/ 12016 h 345125"/>
                <a:gd name="connsiteX1" fmla="*/ 129423 w 160394"/>
                <a:gd name="connsiteY1" fmla="*/ 0 h 345125"/>
                <a:gd name="connsiteX2" fmla="*/ 160395 w 160394"/>
                <a:gd name="connsiteY2" fmla="*/ 333109 h 345125"/>
                <a:gd name="connsiteX3" fmla="*/ 30972 w 160394"/>
                <a:gd name="connsiteY3" fmla="*/ 345125 h 345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394" h="345125">
                  <a:moveTo>
                    <a:pt x="0" y="12016"/>
                  </a:moveTo>
                  <a:lnTo>
                    <a:pt x="129423" y="0"/>
                  </a:lnTo>
                  <a:lnTo>
                    <a:pt x="160395" y="333109"/>
                  </a:lnTo>
                  <a:lnTo>
                    <a:pt x="30972" y="34512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E14C3252-3CAD-A280-4B9C-D0002C3699FB}"/>
                </a:ext>
              </a:extLst>
            </p:cNvPr>
            <p:cNvSpPr/>
            <p:nvPr/>
          </p:nvSpPr>
          <p:spPr>
            <a:xfrm>
              <a:off x="6117005" y="3276335"/>
              <a:ext cx="129422" cy="135337"/>
            </a:xfrm>
            <a:custGeom>
              <a:avLst/>
              <a:gdLst>
                <a:gd name="connsiteX0" fmla="*/ 52687 w 129422"/>
                <a:gd name="connsiteY0" fmla="*/ 0 h 135337"/>
                <a:gd name="connsiteX1" fmla="*/ 129423 w 129422"/>
                <a:gd name="connsiteY1" fmla="*/ 123321 h 135337"/>
                <a:gd name="connsiteX2" fmla="*/ 0 w 129422"/>
                <a:gd name="connsiteY2" fmla="*/ 135337 h 135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422" h="135337">
                  <a:moveTo>
                    <a:pt x="52687" y="0"/>
                  </a:moveTo>
                  <a:lnTo>
                    <a:pt x="129423" y="123321"/>
                  </a:lnTo>
                  <a:lnTo>
                    <a:pt x="0" y="135337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1" name="Graphic 2">
              <a:extLst>
                <a:ext uri="{FF2B5EF4-FFF2-40B4-BE49-F238E27FC236}">
                  <a16:creationId xmlns:a16="http://schemas.microsoft.com/office/drawing/2014/main" id="{F797DFF7-8828-8A26-B9CB-0B218E1F6E94}"/>
                </a:ext>
              </a:extLst>
            </p:cNvPr>
            <p:cNvGrpSpPr/>
            <p:nvPr/>
          </p:nvGrpSpPr>
          <p:grpSpPr>
            <a:xfrm>
              <a:off x="4857861" y="5136981"/>
              <a:ext cx="2927867" cy="187070"/>
              <a:chOff x="4857861" y="5136981"/>
              <a:chExt cx="2927867" cy="187070"/>
            </a:xfrm>
            <a:solidFill>
              <a:srgbClr val="000000"/>
            </a:solidFill>
          </p:grpSpPr>
          <p:grpSp>
            <p:nvGrpSpPr>
              <p:cNvPr id="12" name="Graphic 2">
                <a:extLst>
                  <a:ext uri="{FF2B5EF4-FFF2-40B4-BE49-F238E27FC236}">
                    <a16:creationId xmlns:a16="http://schemas.microsoft.com/office/drawing/2014/main" id="{FC140E7C-4FAE-7BBF-A438-3A074275F759}"/>
                  </a:ext>
                </a:extLst>
              </p:cNvPr>
              <p:cNvGrpSpPr/>
              <p:nvPr/>
            </p:nvGrpSpPr>
            <p:grpSpPr>
              <a:xfrm>
                <a:off x="4857861" y="5136981"/>
                <a:ext cx="224169" cy="187070"/>
                <a:chOff x="4857861" y="5136981"/>
                <a:chExt cx="224169" cy="187070"/>
              </a:xfrm>
              <a:solidFill>
                <a:srgbClr val="000000"/>
              </a:solidFill>
            </p:grpSpPr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9A0C48D0-534A-7364-6A36-C7C374A66ECC}"/>
                    </a:ext>
                  </a:extLst>
                </p:cNvPr>
                <p:cNvSpPr/>
                <p:nvPr/>
              </p:nvSpPr>
              <p:spPr>
                <a:xfrm>
                  <a:off x="4969264" y="5136981"/>
                  <a:ext cx="12700" cy="44417"/>
                </a:xfrm>
                <a:custGeom>
                  <a:avLst/>
                  <a:gdLst>
                    <a:gd name="connsiteX0" fmla="*/ 142 w 12700"/>
                    <a:gd name="connsiteY0" fmla="*/ 308 h 44417"/>
                    <a:gd name="connsiteX1" fmla="*/ 142 w 12700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42" y="308"/>
                      </a:moveTo>
                      <a:lnTo>
                        <a:pt x="142" y="4472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4" name="Graphic 2">
                  <a:extLst>
                    <a:ext uri="{FF2B5EF4-FFF2-40B4-BE49-F238E27FC236}">
                      <a16:creationId xmlns:a16="http://schemas.microsoft.com/office/drawing/2014/main" id="{1E401922-C926-4500-F1FC-4846C7ADB6A2}"/>
                    </a:ext>
                  </a:extLst>
                </p:cNvPr>
                <p:cNvGrpSpPr/>
                <p:nvPr/>
              </p:nvGrpSpPr>
              <p:grpSpPr>
                <a:xfrm>
                  <a:off x="4857861" y="5228057"/>
                  <a:ext cx="224169" cy="95994"/>
                  <a:chOff x="4857861" y="5228057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5" name="Freeform: Shape 14">
                    <a:extLst>
                      <a:ext uri="{FF2B5EF4-FFF2-40B4-BE49-F238E27FC236}">
                        <a16:creationId xmlns:a16="http://schemas.microsoft.com/office/drawing/2014/main" id="{9E3991C8-2FCD-7906-4D55-0B138EA08206}"/>
                      </a:ext>
                    </a:extLst>
                  </p:cNvPr>
                  <p:cNvSpPr/>
                  <p:nvPr/>
                </p:nvSpPr>
                <p:spPr>
                  <a:xfrm flipV="1">
                    <a:off x="4857861" y="5229723"/>
                    <a:ext cx="59908" cy="94328"/>
                  </a:xfrm>
                  <a:custGeom>
                    <a:avLst/>
                    <a:gdLst>
                      <a:gd name="connsiteX0" fmla="*/ 2042 w 59908"/>
                      <a:gd name="connsiteY0" fmla="*/ 92360 h 94328"/>
                      <a:gd name="connsiteX1" fmla="*/ 51214 w 59908"/>
                      <a:gd name="connsiteY1" fmla="*/ 92360 h 94328"/>
                      <a:gd name="connsiteX2" fmla="*/ 51214 w 59908"/>
                      <a:gd name="connsiteY2" fmla="*/ 81810 h 94328"/>
                      <a:gd name="connsiteX3" fmla="*/ 13511 w 59908"/>
                      <a:gd name="connsiteY3" fmla="*/ 81810 h 94328"/>
                      <a:gd name="connsiteX4" fmla="*/ 13511 w 59908"/>
                      <a:gd name="connsiteY4" fmla="*/ 59145 h 94328"/>
                      <a:gd name="connsiteX5" fmla="*/ 18948 w 59908"/>
                      <a:gd name="connsiteY5" fmla="*/ 60533 h 94328"/>
                      <a:gd name="connsiteX6" fmla="*/ 24425 w 59908"/>
                      <a:gd name="connsiteY6" fmla="*/ 60989 h 94328"/>
                      <a:gd name="connsiteX7" fmla="*/ 48972 w 59908"/>
                      <a:gd name="connsiteY7" fmla="*/ 52503 h 94328"/>
                      <a:gd name="connsiteX8" fmla="*/ 58041 w 59908"/>
                      <a:gd name="connsiteY8" fmla="*/ 29520 h 94328"/>
                      <a:gd name="connsiteX9" fmla="*/ 48734 w 59908"/>
                      <a:gd name="connsiteY9" fmla="*/ 6300 h 94328"/>
                      <a:gd name="connsiteX10" fmla="*/ 22500 w 59908"/>
                      <a:gd name="connsiteY10" fmla="*/ -1969 h 94328"/>
                      <a:gd name="connsiteX11" fmla="*/ 10614 w 59908"/>
                      <a:gd name="connsiteY11" fmla="*/ -977 h 94328"/>
                      <a:gd name="connsiteX12" fmla="*/ -1868 w 59908"/>
                      <a:gd name="connsiteY12" fmla="*/ 1997 h 94328"/>
                      <a:gd name="connsiteX13" fmla="*/ -1868 w 59908"/>
                      <a:gd name="connsiteY13" fmla="*/ 14589 h 94328"/>
                      <a:gd name="connsiteX14" fmla="*/ 9662 w 59908"/>
                      <a:gd name="connsiteY14" fmla="*/ 10068 h 94328"/>
                      <a:gd name="connsiteX15" fmla="*/ 22243 w 59908"/>
                      <a:gd name="connsiteY15" fmla="*/ 8580 h 94328"/>
                      <a:gd name="connsiteX16" fmla="*/ 39229 w 59908"/>
                      <a:gd name="connsiteY16" fmla="*/ 14212 h 94328"/>
                      <a:gd name="connsiteX17" fmla="*/ 45499 w 59908"/>
                      <a:gd name="connsiteY17" fmla="*/ 29520 h 94328"/>
                      <a:gd name="connsiteX18" fmla="*/ 39229 w 59908"/>
                      <a:gd name="connsiteY18" fmla="*/ 44809 h 94328"/>
                      <a:gd name="connsiteX19" fmla="*/ 22243 w 59908"/>
                      <a:gd name="connsiteY19" fmla="*/ 50460 h 94328"/>
                      <a:gd name="connsiteX20" fmla="*/ 12221 w 59908"/>
                      <a:gd name="connsiteY20" fmla="*/ 49350 h 94328"/>
                      <a:gd name="connsiteX21" fmla="*/ 2042 w 59908"/>
                      <a:gd name="connsiteY21" fmla="*/ 45879 h 94328"/>
                      <a:gd name="connsiteX22" fmla="*/ 2042 w 59908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42" y="92360"/>
                        </a:moveTo>
                        <a:lnTo>
                          <a:pt x="51214" y="92360"/>
                        </a:lnTo>
                        <a:lnTo>
                          <a:pt x="51214" y="81810"/>
                        </a:lnTo>
                        <a:lnTo>
                          <a:pt x="13511" y="81810"/>
                        </a:lnTo>
                        <a:lnTo>
                          <a:pt x="13511" y="59145"/>
                        </a:lnTo>
                        <a:cubicBezTo>
                          <a:pt x="15324" y="59767"/>
                          <a:pt x="17136" y="60229"/>
                          <a:pt x="18948" y="60533"/>
                        </a:cubicBezTo>
                        <a:cubicBezTo>
                          <a:pt x="20774" y="60837"/>
                          <a:pt x="22600" y="60989"/>
                          <a:pt x="24425" y="60989"/>
                        </a:cubicBezTo>
                        <a:cubicBezTo>
                          <a:pt x="34757" y="60989"/>
                          <a:pt x="42940" y="58160"/>
                          <a:pt x="48972" y="52503"/>
                        </a:cubicBezTo>
                        <a:cubicBezTo>
                          <a:pt x="55018" y="46845"/>
                          <a:pt x="58041" y="39184"/>
                          <a:pt x="58041" y="29520"/>
                        </a:cubicBezTo>
                        <a:cubicBezTo>
                          <a:pt x="58041" y="19566"/>
                          <a:pt x="54938" y="11826"/>
                          <a:pt x="48734" y="6300"/>
                        </a:cubicBezTo>
                        <a:cubicBezTo>
                          <a:pt x="42529" y="787"/>
                          <a:pt x="33785" y="-1969"/>
                          <a:pt x="22500" y="-1969"/>
                        </a:cubicBezTo>
                        <a:cubicBezTo>
                          <a:pt x="18611" y="-1969"/>
                          <a:pt x="14649" y="-1638"/>
                          <a:pt x="10614" y="-977"/>
                        </a:cubicBezTo>
                        <a:cubicBezTo>
                          <a:pt x="6592" y="-316"/>
                          <a:pt x="2432" y="675"/>
                          <a:pt x="-1868" y="1997"/>
                        </a:cubicBezTo>
                        <a:lnTo>
                          <a:pt x="-1868" y="14589"/>
                        </a:lnTo>
                        <a:cubicBezTo>
                          <a:pt x="1850" y="12566"/>
                          <a:pt x="5693" y="11059"/>
                          <a:pt x="9662" y="10068"/>
                        </a:cubicBezTo>
                        <a:cubicBezTo>
                          <a:pt x="13630" y="9076"/>
                          <a:pt x="17824" y="8580"/>
                          <a:pt x="22243" y="8580"/>
                        </a:cubicBezTo>
                        <a:cubicBezTo>
                          <a:pt x="29400" y="8580"/>
                          <a:pt x="35062" y="10458"/>
                          <a:pt x="39229" y="14212"/>
                        </a:cubicBezTo>
                        <a:cubicBezTo>
                          <a:pt x="43409" y="17966"/>
                          <a:pt x="45499" y="23069"/>
                          <a:pt x="45499" y="29520"/>
                        </a:cubicBezTo>
                        <a:cubicBezTo>
                          <a:pt x="45499" y="35958"/>
                          <a:pt x="43409" y="41054"/>
                          <a:pt x="39229" y="44809"/>
                        </a:cubicBezTo>
                        <a:cubicBezTo>
                          <a:pt x="35062" y="48576"/>
                          <a:pt x="29400" y="50460"/>
                          <a:pt x="22243" y="50460"/>
                        </a:cubicBezTo>
                        <a:cubicBezTo>
                          <a:pt x="18896" y="50460"/>
                          <a:pt x="15555" y="50090"/>
                          <a:pt x="12221" y="49350"/>
                        </a:cubicBezTo>
                        <a:cubicBezTo>
                          <a:pt x="8901" y="48609"/>
                          <a:pt x="5508" y="47453"/>
                          <a:pt x="2042" y="45879"/>
                        </a:cubicBezTo>
                        <a:lnTo>
                          <a:pt x="2042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6" name="Freeform: Shape 15">
                    <a:extLst>
                      <a:ext uri="{FF2B5EF4-FFF2-40B4-BE49-F238E27FC236}">
                        <a16:creationId xmlns:a16="http://schemas.microsoft.com/office/drawing/2014/main" id="{7E563A33-A92A-06CD-FEB6-EA0A5A5DA13A}"/>
                      </a:ext>
                    </a:extLst>
                  </p:cNvPr>
                  <p:cNvSpPr/>
                  <p:nvPr/>
                </p:nvSpPr>
                <p:spPr>
                  <a:xfrm flipV="1">
                    <a:off x="4937233" y="5228057"/>
                    <a:ext cx="63996" cy="95994"/>
                  </a:xfrm>
                  <a:custGeom>
                    <a:avLst/>
                    <a:gdLst>
                      <a:gd name="connsiteX0" fmla="*/ 30096 w 63996"/>
                      <a:gd name="connsiteY0" fmla="*/ 84069 h 95994"/>
                      <a:gd name="connsiteX1" fmla="*/ 15550 w 63996"/>
                      <a:gd name="connsiteY1" fmla="*/ 74550 h 95994"/>
                      <a:gd name="connsiteX2" fmla="*/ 10689 w 63996"/>
                      <a:gd name="connsiteY2" fmla="*/ 45956 h 95994"/>
                      <a:gd name="connsiteX3" fmla="*/ 15550 w 63996"/>
                      <a:gd name="connsiteY3" fmla="*/ 17422 h 95994"/>
                      <a:gd name="connsiteX4" fmla="*/ 30096 w 63996"/>
                      <a:gd name="connsiteY4" fmla="*/ 7904 h 95994"/>
                      <a:gd name="connsiteX5" fmla="*/ 44701 w 63996"/>
                      <a:gd name="connsiteY5" fmla="*/ 17422 h 95994"/>
                      <a:gd name="connsiteX6" fmla="*/ 49582 w 63996"/>
                      <a:gd name="connsiteY6" fmla="*/ 45956 h 95994"/>
                      <a:gd name="connsiteX7" fmla="*/ 44701 w 63996"/>
                      <a:gd name="connsiteY7" fmla="*/ 74550 h 95994"/>
                      <a:gd name="connsiteX8" fmla="*/ 30096 w 63996"/>
                      <a:gd name="connsiteY8" fmla="*/ 84069 h 95994"/>
                      <a:gd name="connsiteX9" fmla="*/ 30096 w 63996"/>
                      <a:gd name="connsiteY9" fmla="*/ 93983 h 95994"/>
                      <a:gd name="connsiteX10" fmla="*/ 53889 w 63996"/>
                      <a:gd name="connsiteY10" fmla="*/ 81669 h 95994"/>
                      <a:gd name="connsiteX11" fmla="*/ 62104 w 63996"/>
                      <a:gd name="connsiteY11" fmla="*/ 45956 h 95994"/>
                      <a:gd name="connsiteX12" fmla="*/ 53889 w 63996"/>
                      <a:gd name="connsiteY12" fmla="*/ 10283 h 95994"/>
                      <a:gd name="connsiteX13" fmla="*/ 30096 w 63996"/>
                      <a:gd name="connsiteY13" fmla="*/ -2011 h 95994"/>
                      <a:gd name="connsiteX14" fmla="*/ 6323 w 63996"/>
                      <a:gd name="connsiteY14" fmla="*/ 10283 h 95994"/>
                      <a:gd name="connsiteX15" fmla="*/ -1892 w 63996"/>
                      <a:gd name="connsiteY15" fmla="*/ 45956 h 95994"/>
                      <a:gd name="connsiteX16" fmla="*/ 6323 w 63996"/>
                      <a:gd name="connsiteY16" fmla="*/ 81669 h 95994"/>
                      <a:gd name="connsiteX17" fmla="*/ 30096 w 6399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96" y="84069"/>
                        </a:moveTo>
                        <a:cubicBezTo>
                          <a:pt x="23653" y="84069"/>
                          <a:pt x="18805" y="80896"/>
                          <a:pt x="15550" y="74550"/>
                        </a:cubicBezTo>
                        <a:cubicBezTo>
                          <a:pt x="12309" y="68218"/>
                          <a:pt x="10689" y="58687"/>
                          <a:pt x="10689" y="45956"/>
                        </a:cubicBezTo>
                        <a:cubicBezTo>
                          <a:pt x="10689" y="33279"/>
                          <a:pt x="12309" y="23767"/>
                          <a:pt x="15550" y="17422"/>
                        </a:cubicBezTo>
                        <a:cubicBezTo>
                          <a:pt x="18805" y="11076"/>
                          <a:pt x="23653" y="7904"/>
                          <a:pt x="30096" y="7904"/>
                        </a:cubicBezTo>
                        <a:cubicBezTo>
                          <a:pt x="36591" y="7904"/>
                          <a:pt x="41460" y="11076"/>
                          <a:pt x="44701" y="17422"/>
                        </a:cubicBezTo>
                        <a:cubicBezTo>
                          <a:pt x="47955" y="23767"/>
                          <a:pt x="49582" y="33279"/>
                          <a:pt x="49582" y="45956"/>
                        </a:cubicBezTo>
                        <a:cubicBezTo>
                          <a:pt x="49582" y="58687"/>
                          <a:pt x="47955" y="68218"/>
                          <a:pt x="44701" y="74550"/>
                        </a:cubicBezTo>
                        <a:cubicBezTo>
                          <a:pt x="41460" y="80896"/>
                          <a:pt x="36591" y="84069"/>
                          <a:pt x="30096" y="84069"/>
                        </a:cubicBezTo>
                        <a:close/>
                        <a:moveTo>
                          <a:pt x="30096" y="93983"/>
                        </a:moveTo>
                        <a:cubicBezTo>
                          <a:pt x="40481" y="93983"/>
                          <a:pt x="48412" y="89879"/>
                          <a:pt x="53889" y="81669"/>
                        </a:cubicBezTo>
                        <a:cubicBezTo>
                          <a:pt x="59365" y="73473"/>
                          <a:pt x="62104" y="61569"/>
                          <a:pt x="62104" y="45956"/>
                        </a:cubicBezTo>
                        <a:cubicBezTo>
                          <a:pt x="62104" y="30384"/>
                          <a:pt x="59365" y="18493"/>
                          <a:pt x="53889" y="10283"/>
                        </a:cubicBezTo>
                        <a:cubicBezTo>
                          <a:pt x="48412" y="2087"/>
                          <a:pt x="40481" y="-2011"/>
                          <a:pt x="30096" y="-2011"/>
                        </a:cubicBezTo>
                        <a:cubicBezTo>
                          <a:pt x="19724" y="-2011"/>
                          <a:pt x="11800" y="2087"/>
                          <a:pt x="6323" y="10283"/>
                        </a:cubicBezTo>
                        <a:cubicBezTo>
                          <a:pt x="846" y="18493"/>
                          <a:pt x="-1892" y="30384"/>
                          <a:pt x="-1892" y="45956"/>
                        </a:cubicBezTo>
                        <a:cubicBezTo>
                          <a:pt x="-1892" y="61569"/>
                          <a:pt x="846" y="73473"/>
                          <a:pt x="6323" y="81669"/>
                        </a:cubicBezTo>
                        <a:cubicBezTo>
                          <a:pt x="11800" y="89879"/>
                          <a:pt x="19724" y="93983"/>
                          <a:pt x="30096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" name="Freeform: Shape 16">
                    <a:extLst>
                      <a:ext uri="{FF2B5EF4-FFF2-40B4-BE49-F238E27FC236}">
                        <a16:creationId xmlns:a16="http://schemas.microsoft.com/office/drawing/2014/main" id="{9F7D3F0D-E8C6-E401-EFB0-B6CDA5F94995}"/>
                      </a:ext>
                    </a:extLst>
                  </p:cNvPr>
                  <p:cNvSpPr/>
                  <p:nvPr/>
                </p:nvSpPr>
                <p:spPr>
                  <a:xfrm flipV="1">
                    <a:off x="5018035" y="5228057"/>
                    <a:ext cx="63996" cy="95994"/>
                  </a:xfrm>
                  <a:custGeom>
                    <a:avLst/>
                    <a:gdLst>
                      <a:gd name="connsiteX0" fmla="*/ 30102 w 63996"/>
                      <a:gd name="connsiteY0" fmla="*/ 84069 h 95994"/>
                      <a:gd name="connsiteX1" fmla="*/ 15557 w 63996"/>
                      <a:gd name="connsiteY1" fmla="*/ 74550 h 95994"/>
                      <a:gd name="connsiteX2" fmla="*/ 10695 w 63996"/>
                      <a:gd name="connsiteY2" fmla="*/ 45956 h 95994"/>
                      <a:gd name="connsiteX3" fmla="*/ 15557 w 63996"/>
                      <a:gd name="connsiteY3" fmla="*/ 17422 h 95994"/>
                      <a:gd name="connsiteX4" fmla="*/ 30102 w 63996"/>
                      <a:gd name="connsiteY4" fmla="*/ 7904 h 95994"/>
                      <a:gd name="connsiteX5" fmla="*/ 44707 w 63996"/>
                      <a:gd name="connsiteY5" fmla="*/ 17422 h 95994"/>
                      <a:gd name="connsiteX6" fmla="*/ 49589 w 63996"/>
                      <a:gd name="connsiteY6" fmla="*/ 45956 h 95994"/>
                      <a:gd name="connsiteX7" fmla="*/ 44707 w 63996"/>
                      <a:gd name="connsiteY7" fmla="*/ 74550 h 95994"/>
                      <a:gd name="connsiteX8" fmla="*/ 30102 w 63996"/>
                      <a:gd name="connsiteY8" fmla="*/ 84069 h 95994"/>
                      <a:gd name="connsiteX9" fmla="*/ 30102 w 63996"/>
                      <a:gd name="connsiteY9" fmla="*/ 93983 h 95994"/>
                      <a:gd name="connsiteX10" fmla="*/ 53895 w 63996"/>
                      <a:gd name="connsiteY10" fmla="*/ 81669 h 95994"/>
                      <a:gd name="connsiteX11" fmla="*/ 62110 w 63996"/>
                      <a:gd name="connsiteY11" fmla="*/ 45956 h 95994"/>
                      <a:gd name="connsiteX12" fmla="*/ 53895 w 63996"/>
                      <a:gd name="connsiteY12" fmla="*/ 10283 h 95994"/>
                      <a:gd name="connsiteX13" fmla="*/ 30102 w 63996"/>
                      <a:gd name="connsiteY13" fmla="*/ -2011 h 95994"/>
                      <a:gd name="connsiteX14" fmla="*/ 6329 w 63996"/>
                      <a:gd name="connsiteY14" fmla="*/ 10283 h 95994"/>
                      <a:gd name="connsiteX15" fmla="*/ -1886 w 63996"/>
                      <a:gd name="connsiteY15" fmla="*/ 45956 h 95994"/>
                      <a:gd name="connsiteX16" fmla="*/ 6329 w 63996"/>
                      <a:gd name="connsiteY16" fmla="*/ 81669 h 95994"/>
                      <a:gd name="connsiteX17" fmla="*/ 30102 w 6399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02" y="84069"/>
                        </a:moveTo>
                        <a:cubicBezTo>
                          <a:pt x="23660" y="84069"/>
                          <a:pt x="18811" y="80896"/>
                          <a:pt x="15557" y="74550"/>
                        </a:cubicBezTo>
                        <a:cubicBezTo>
                          <a:pt x="12316" y="68218"/>
                          <a:pt x="10695" y="58687"/>
                          <a:pt x="10695" y="45956"/>
                        </a:cubicBezTo>
                        <a:cubicBezTo>
                          <a:pt x="10695" y="33279"/>
                          <a:pt x="12316" y="23767"/>
                          <a:pt x="15557" y="17422"/>
                        </a:cubicBezTo>
                        <a:cubicBezTo>
                          <a:pt x="18811" y="11076"/>
                          <a:pt x="23660" y="7904"/>
                          <a:pt x="30102" y="7904"/>
                        </a:cubicBezTo>
                        <a:cubicBezTo>
                          <a:pt x="36598" y="7904"/>
                          <a:pt x="41466" y="11076"/>
                          <a:pt x="44707" y="17422"/>
                        </a:cubicBezTo>
                        <a:cubicBezTo>
                          <a:pt x="47962" y="23767"/>
                          <a:pt x="49589" y="33279"/>
                          <a:pt x="49589" y="45956"/>
                        </a:cubicBezTo>
                        <a:cubicBezTo>
                          <a:pt x="49589" y="58687"/>
                          <a:pt x="47962" y="68218"/>
                          <a:pt x="44707" y="74550"/>
                        </a:cubicBezTo>
                        <a:cubicBezTo>
                          <a:pt x="41466" y="80896"/>
                          <a:pt x="36598" y="84069"/>
                          <a:pt x="30102" y="84069"/>
                        </a:cubicBezTo>
                        <a:close/>
                        <a:moveTo>
                          <a:pt x="30102" y="93983"/>
                        </a:moveTo>
                        <a:cubicBezTo>
                          <a:pt x="40487" y="93983"/>
                          <a:pt x="48418" y="89879"/>
                          <a:pt x="53895" y="81669"/>
                        </a:cubicBezTo>
                        <a:cubicBezTo>
                          <a:pt x="59372" y="73473"/>
                          <a:pt x="62110" y="61569"/>
                          <a:pt x="62110" y="45956"/>
                        </a:cubicBezTo>
                        <a:cubicBezTo>
                          <a:pt x="62110" y="30384"/>
                          <a:pt x="59372" y="18493"/>
                          <a:pt x="53895" y="10283"/>
                        </a:cubicBezTo>
                        <a:cubicBezTo>
                          <a:pt x="48418" y="2087"/>
                          <a:pt x="40487" y="-2011"/>
                          <a:pt x="30102" y="-2011"/>
                        </a:cubicBezTo>
                        <a:cubicBezTo>
                          <a:pt x="19731" y="-2011"/>
                          <a:pt x="11806" y="2087"/>
                          <a:pt x="6329" y="10283"/>
                        </a:cubicBezTo>
                        <a:cubicBezTo>
                          <a:pt x="853" y="18493"/>
                          <a:pt x="-1886" y="30384"/>
                          <a:pt x="-1886" y="45956"/>
                        </a:cubicBezTo>
                        <a:cubicBezTo>
                          <a:pt x="-1886" y="61569"/>
                          <a:pt x="853" y="73473"/>
                          <a:pt x="6329" y="81669"/>
                        </a:cubicBezTo>
                        <a:cubicBezTo>
                          <a:pt x="11806" y="89879"/>
                          <a:pt x="19731" y="93983"/>
                          <a:pt x="30102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8" name="Graphic 2">
                <a:extLst>
                  <a:ext uri="{FF2B5EF4-FFF2-40B4-BE49-F238E27FC236}">
                    <a16:creationId xmlns:a16="http://schemas.microsoft.com/office/drawing/2014/main" id="{104DCAE2-3524-03CE-D86F-B3DB81C409CE}"/>
                  </a:ext>
                </a:extLst>
              </p:cNvPr>
              <p:cNvGrpSpPr/>
              <p:nvPr/>
            </p:nvGrpSpPr>
            <p:grpSpPr>
              <a:xfrm>
                <a:off x="5533785" y="5136981"/>
                <a:ext cx="224169" cy="187070"/>
                <a:chOff x="5533785" y="5136981"/>
                <a:chExt cx="224169" cy="187070"/>
              </a:xfrm>
              <a:solidFill>
                <a:srgbClr val="000000"/>
              </a:solidFill>
            </p:grpSpPr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CB5EB2C8-0F0E-31E7-06EB-9B1C19945DF6}"/>
                    </a:ext>
                  </a:extLst>
                </p:cNvPr>
                <p:cNvSpPr/>
                <p:nvPr/>
              </p:nvSpPr>
              <p:spPr>
                <a:xfrm>
                  <a:off x="5645188" y="5136981"/>
                  <a:ext cx="12700" cy="44417"/>
                </a:xfrm>
                <a:custGeom>
                  <a:avLst/>
                  <a:gdLst>
                    <a:gd name="connsiteX0" fmla="*/ 196 w 12700"/>
                    <a:gd name="connsiteY0" fmla="*/ 308 h 44417"/>
                    <a:gd name="connsiteX1" fmla="*/ 196 w 12700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96" y="308"/>
                      </a:moveTo>
                      <a:lnTo>
                        <a:pt x="196" y="4472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0" name="Graphic 2">
                  <a:extLst>
                    <a:ext uri="{FF2B5EF4-FFF2-40B4-BE49-F238E27FC236}">
                      <a16:creationId xmlns:a16="http://schemas.microsoft.com/office/drawing/2014/main" id="{8432DB39-AD1D-74EE-E287-C0D9F495977A}"/>
                    </a:ext>
                  </a:extLst>
                </p:cNvPr>
                <p:cNvGrpSpPr/>
                <p:nvPr/>
              </p:nvGrpSpPr>
              <p:grpSpPr>
                <a:xfrm>
                  <a:off x="5533785" y="5228057"/>
                  <a:ext cx="224169" cy="95994"/>
                  <a:chOff x="5533785" y="5228057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21" name="Freeform: Shape 20">
                    <a:extLst>
                      <a:ext uri="{FF2B5EF4-FFF2-40B4-BE49-F238E27FC236}">
                        <a16:creationId xmlns:a16="http://schemas.microsoft.com/office/drawing/2014/main" id="{85060CDD-7DD2-9E88-FC9E-8FE8A6954230}"/>
                      </a:ext>
                    </a:extLst>
                  </p:cNvPr>
                  <p:cNvSpPr/>
                  <p:nvPr/>
                </p:nvSpPr>
                <p:spPr>
                  <a:xfrm flipV="1">
                    <a:off x="5533785" y="5229723"/>
                    <a:ext cx="59908" cy="94328"/>
                  </a:xfrm>
                  <a:custGeom>
                    <a:avLst/>
                    <a:gdLst>
                      <a:gd name="connsiteX0" fmla="*/ 2095 w 59908"/>
                      <a:gd name="connsiteY0" fmla="*/ 92360 h 94328"/>
                      <a:gd name="connsiteX1" fmla="*/ 51268 w 59908"/>
                      <a:gd name="connsiteY1" fmla="*/ 92360 h 94328"/>
                      <a:gd name="connsiteX2" fmla="*/ 51268 w 59908"/>
                      <a:gd name="connsiteY2" fmla="*/ 81810 h 94328"/>
                      <a:gd name="connsiteX3" fmla="*/ 13564 w 59908"/>
                      <a:gd name="connsiteY3" fmla="*/ 81810 h 94328"/>
                      <a:gd name="connsiteX4" fmla="*/ 13564 w 59908"/>
                      <a:gd name="connsiteY4" fmla="*/ 59145 h 94328"/>
                      <a:gd name="connsiteX5" fmla="*/ 19002 w 59908"/>
                      <a:gd name="connsiteY5" fmla="*/ 60533 h 94328"/>
                      <a:gd name="connsiteX6" fmla="*/ 24479 w 59908"/>
                      <a:gd name="connsiteY6" fmla="*/ 60989 h 94328"/>
                      <a:gd name="connsiteX7" fmla="*/ 49025 w 59908"/>
                      <a:gd name="connsiteY7" fmla="*/ 52503 h 94328"/>
                      <a:gd name="connsiteX8" fmla="*/ 58094 w 59908"/>
                      <a:gd name="connsiteY8" fmla="*/ 29520 h 94328"/>
                      <a:gd name="connsiteX9" fmla="*/ 48787 w 59908"/>
                      <a:gd name="connsiteY9" fmla="*/ 6300 h 94328"/>
                      <a:gd name="connsiteX10" fmla="*/ 22554 w 59908"/>
                      <a:gd name="connsiteY10" fmla="*/ -1969 h 94328"/>
                      <a:gd name="connsiteX11" fmla="*/ 10667 w 59908"/>
                      <a:gd name="connsiteY11" fmla="*/ -977 h 94328"/>
                      <a:gd name="connsiteX12" fmla="*/ -1814 w 59908"/>
                      <a:gd name="connsiteY12" fmla="*/ 1997 h 94328"/>
                      <a:gd name="connsiteX13" fmla="*/ -1814 w 59908"/>
                      <a:gd name="connsiteY13" fmla="*/ 14589 h 94328"/>
                      <a:gd name="connsiteX14" fmla="*/ 9715 w 59908"/>
                      <a:gd name="connsiteY14" fmla="*/ 10068 h 94328"/>
                      <a:gd name="connsiteX15" fmla="*/ 22296 w 59908"/>
                      <a:gd name="connsiteY15" fmla="*/ 8580 h 94328"/>
                      <a:gd name="connsiteX16" fmla="*/ 39282 w 59908"/>
                      <a:gd name="connsiteY16" fmla="*/ 14212 h 94328"/>
                      <a:gd name="connsiteX17" fmla="*/ 45553 w 59908"/>
                      <a:gd name="connsiteY17" fmla="*/ 29520 h 94328"/>
                      <a:gd name="connsiteX18" fmla="*/ 39282 w 59908"/>
                      <a:gd name="connsiteY18" fmla="*/ 44809 h 94328"/>
                      <a:gd name="connsiteX19" fmla="*/ 22296 w 59908"/>
                      <a:gd name="connsiteY19" fmla="*/ 50460 h 94328"/>
                      <a:gd name="connsiteX20" fmla="*/ 12275 w 59908"/>
                      <a:gd name="connsiteY20" fmla="*/ 49350 h 94328"/>
                      <a:gd name="connsiteX21" fmla="*/ 2095 w 59908"/>
                      <a:gd name="connsiteY21" fmla="*/ 45879 h 94328"/>
                      <a:gd name="connsiteX22" fmla="*/ 2095 w 59908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95" y="92360"/>
                        </a:moveTo>
                        <a:lnTo>
                          <a:pt x="51268" y="92360"/>
                        </a:lnTo>
                        <a:lnTo>
                          <a:pt x="51268" y="81810"/>
                        </a:lnTo>
                        <a:lnTo>
                          <a:pt x="13564" y="81810"/>
                        </a:lnTo>
                        <a:lnTo>
                          <a:pt x="13564" y="59145"/>
                        </a:lnTo>
                        <a:cubicBezTo>
                          <a:pt x="15377" y="59767"/>
                          <a:pt x="17189" y="60229"/>
                          <a:pt x="19002" y="60533"/>
                        </a:cubicBezTo>
                        <a:cubicBezTo>
                          <a:pt x="20827" y="60837"/>
                          <a:pt x="22653" y="60989"/>
                          <a:pt x="24479" y="60989"/>
                        </a:cubicBezTo>
                        <a:cubicBezTo>
                          <a:pt x="34811" y="60989"/>
                          <a:pt x="42993" y="58160"/>
                          <a:pt x="49025" y="52503"/>
                        </a:cubicBezTo>
                        <a:cubicBezTo>
                          <a:pt x="55071" y="46845"/>
                          <a:pt x="58094" y="39184"/>
                          <a:pt x="58094" y="29520"/>
                        </a:cubicBezTo>
                        <a:cubicBezTo>
                          <a:pt x="58094" y="19566"/>
                          <a:pt x="54992" y="11826"/>
                          <a:pt x="48787" y="6300"/>
                        </a:cubicBezTo>
                        <a:cubicBezTo>
                          <a:pt x="42583" y="787"/>
                          <a:pt x="33838" y="-1969"/>
                          <a:pt x="22554" y="-1969"/>
                        </a:cubicBezTo>
                        <a:cubicBezTo>
                          <a:pt x="18664" y="-1969"/>
                          <a:pt x="14702" y="-1638"/>
                          <a:pt x="10667" y="-977"/>
                        </a:cubicBezTo>
                        <a:cubicBezTo>
                          <a:pt x="6646" y="-316"/>
                          <a:pt x="2485" y="675"/>
                          <a:pt x="-1814" y="1997"/>
                        </a:cubicBezTo>
                        <a:lnTo>
                          <a:pt x="-1814" y="14589"/>
                        </a:lnTo>
                        <a:cubicBezTo>
                          <a:pt x="1903" y="12566"/>
                          <a:pt x="5746" y="11059"/>
                          <a:pt x="9715" y="10068"/>
                        </a:cubicBezTo>
                        <a:cubicBezTo>
                          <a:pt x="13684" y="9076"/>
                          <a:pt x="17877" y="8580"/>
                          <a:pt x="22296" y="8580"/>
                        </a:cubicBezTo>
                        <a:cubicBezTo>
                          <a:pt x="29453" y="8580"/>
                          <a:pt x="35115" y="10458"/>
                          <a:pt x="39282" y="14212"/>
                        </a:cubicBezTo>
                        <a:cubicBezTo>
                          <a:pt x="43462" y="17966"/>
                          <a:pt x="45553" y="23069"/>
                          <a:pt x="45553" y="29520"/>
                        </a:cubicBezTo>
                        <a:cubicBezTo>
                          <a:pt x="45553" y="35958"/>
                          <a:pt x="43462" y="41054"/>
                          <a:pt x="39282" y="44809"/>
                        </a:cubicBezTo>
                        <a:cubicBezTo>
                          <a:pt x="35115" y="48576"/>
                          <a:pt x="29453" y="50460"/>
                          <a:pt x="22296" y="50460"/>
                        </a:cubicBezTo>
                        <a:cubicBezTo>
                          <a:pt x="18949" y="50460"/>
                          <a:pt x="15608" y="50090"/>
                          <a:pt x="12275" y="49350"/>
                        </a:cubicBezTo>
                        <a:cubicBezTo>
                          <a:pt x="8954" y="48609"/>
                          <a:pt x="5561" y="47453"/>
                          <a:pt x="2095" y="45879"/>
                        </a:cubicBezTo>
                        <a:lnTo>
                          <a:pt x="2095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" name="Freeform: Shape 21">
                    <a:extLst>
                      <a:ext uri="{FF2B5EF4-FFF2-40B4-BE49-F238E27FC236}">
                        <a16:creationId xmlns:a16="http://schemas.microsoft.com/office/drawing/2014/main" id="{4EBC55C0-30BA-825B-3492-83D06F46D7C2}"/>
                      </a:ext>
                    </a:extLst>
                  </p:cNvPr>
                  <p:cNvSpPr/>
                  <p:nvPr/>
                </p:nvSpPr>
                <p:spPr>
                  <a:xfrm flipV="1">
                    <a:off x="5618734" y="5229723"/>
                    <a:ext cx="55125" cy="92524"/>
                  </a:xfrm>
                  <a:custGeom>
                    <a:avLst/>
                    <a:gdLst>
                      <a:gd name="connsiteX0" fmla="*/ -91 w 55125"/>
                      <a:gd name="connsiteY0" fmla="*/ 8515 h 92524"/>
                      <a:gd name="connsiteX1" fmla="*/ 20368 w 55125"/>
                      <a:gd name="connsiteY1" fmla="*/ 8515 h 92524"/>
                      <a:gd name="connsiteX2" fmla="*/ 20368 w 55125"/>
                      <a:gd name="connsiteY2" fmla="*/ 79108 h 92524"/>
                      <a:gd name="connsiteX3" fmla="*/ -1896 w 55125"/>
                      <a:gd name="connsiteY3" fmla="*/ 74646 h 92524"/>
                      <a:gd name="connsiteX4" fmla="*/ -1896 w 55125"/>
                      <a:gd name="connsiteY4" fmla="*/ 86048 h 92524"/>
                      <a:gd name="connsiteX5" fmla="*/ 20249 w 55125"/>
                      <a:gd name="connsiteY5" fmla="*/ 90510 h 92524"/>
                      <a:gd name="connsiteX6" fmla="*/ 32771 w 55125"/>
                      <a:gd name="connsiteY6" fmla="*/ 90510 h 92524"/>
                      <a:gd name="connsiteX7" fmla="*/ 32771 w 55125"/>
                      <a:gd name="connsiteY7" fmla="*/ 8515 h 92524"/>
                      <a:gd name="connsiteX8" fmla="*/ 53230 w 55125"/>
                      <a:gd name="connsiteY8" fmla="*/ 8515 h 92524"/>
                      <a:gd name="connsiteX9" fmla="*/ 53230 w 55125"/>
                      <a:gd name="connsiteY9" fmla="*/ -2014 h 92524"/>
                      <a:gd name="connsiteX10" fmla="*/ -91 w 55125"/>
                      <a:gd name="connsiteY10" fmla="*/ -2014 h 92524"/>
                      <a:gd name="connsiteX11" fmla="*/ -91 w 55125"/>
                      <a:gd name="connsiteY11" fmla="*/ 851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91" y="8515"/>
                        </a:moveTo>
                        <a:lnTo>
                          <a:pt x="20368" y="8515"/>
                        </a:lnTo>
                        <a:lnTo>
                          <a:pt x="20368" y="79108"/>
                        </a:lnTo>
                        <a:lnTo>
                          <a:pt x="-1896" y="74646"/>
                        </a:lnTo>
                        <a:lnTo>
                          <a:pt x="-1896" y="86048"/>
                        </a:lnTo>
                        <a:lnTo>
                          <a:pt x="20249" y="90510"/>
                        </a:lnTo>
                        <a:lnTo>
                          <a:pt x="32771" y="90510"/>
                        </a:lnTo>
                        <a:lnTo>
                          <a:pt x="32771" y="8515"/>
                        </a:lnTo>
                        <a:lnTo>
                          <a:pt x="53230" y="8515"/>
                        </a:lnTo>
                        <a:lnTo>
                          <a:pt x="53230" y="-2014"/>
                        </a:lnTo>
                        <a:lnTo>
                          <a:pt x="-91" y="-2014"/>
                        </a:lnTo>
                        <a:lnTo>
                          <a:pt x="-91" y="85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3" name="Freeform: Shape 22">
                    <a:extLst>
                      <a:ext uri="{FF2B5EF4-FFF2-40B4-BE49-F238E27FC236}">
                        <a16:creationId xmlns:a16="http://schemas.microsoft.com/office/drawing/2014/main" id="{E511448A-A4CD-7072-64DD-C7E056F3292D}"/>
                      </a:ext>
                    </a:extLst>
                  </p:cNvPr>
                  <p:cNvSpPr/>
                  <p:nvPr/>
                </p:nvSpPr>
                <p:spPr>
                  <a:xfrm flipV="1">
                    <a:off x="5693959" y="5228057"/>
                    <a:ext cx="63996" cy="95994"/>
                  </a:xfrm>
                  <a:custGeom>
                    <a:avLst/>
                    <a:gdLst>
                      <a:gd name="connsiteX0" fmla="*/ 30155 w 63996"/>
                      <a:gd name="connsiteY0" fmla="*/ 84069 h 95994"/>
                      <a:gd name="connsiteX1" fmla="*/ 15610 w 63996"/>
                      <a:gd name="connsiteY1" fmla="*/ 74550 h 95994"/>
                      <a:gd name="connsiteX2" fmla="*/ 10748 w 63996"/>
                      <a:gd name="connsiteY2" fmla="*/ 45956 h 95994"/>
                      <a:gd name="connsiteX3" fmla="*/ 15610 w 63996"/>
                      <a:gd name="connsiteY3" fmla="*/ 17422 h 95994"/>
                      <a:gd name="connsiteX4" fmla="*/ 30155 w 63996"/>
                      <a:gd name="connsiteY4" fmla="*/ 7904 h 95994"/>
                      <a:gd name="connsiteX5" fmla="*/ 44760 w 63996"/>
                      <a:gd name="connsiteY5" fmla="*/ 17422 h 95994"/>
                      <a:gd name="connsiteX6" fmla="*/ 49642 w 63996"/>
                      <a:gd name="connsiteY6" fmla="*/ 45956 h 95994"/>
                      <a:gd name="connsiteX7" fmla="*/ 44760 w 63996"/>
                      <a:gd name="connsiteY7" fmla="*/ 74550 h 95994"/>
                      <a:gd name="connsiteX8" fmla="*/ 30155 w 63996"/>
                      <a:gd name="connsiteY8" fmla="*/ 84069 h 95994"/>
                      <a:gd name="connsiteX9" fmla="*/ 30155 w 63996"/>
                      <a:gd name="connsiteY9" fmla="*/ 93983 h 95994"/>
                      <a:gd name="connsiteX10" fmla="*/ 53948 w 63996"/>
                      <a:gd name="connsiteY10" fmla="*/ 81669 h 95994"/>
                      <a:gd name="connsiteX11" fmla="*/ 62163 w 63996"/>
                      <a:gd name="connsiteY11" fmla="*/ 45956 h 95994"/>
                      <a:gd name="connsiteX12" fmla="*/ 53948 w 63996"/>
                      <a:gd name="connsiteY12" fmla="*/ 10283 h 95994"/>
                      <a:gd name="connsiteX13" fmla="*/ 30155 w 63996"/>
                      <a:gd name="connsiteY13" fmla="*/ -2011 h 95994"/>
                      <a:gd name="connsiteX14" fmla="*/ 6383 w 63996"/>
                      <a:gd name="connsiteY14" fmla="*/ 10283 h 95994"/>
                      <a:gd name="connsiteX15" fmla="*/ -1833 w 63996"/>
                      <a:gd name="connsiteY15" fmla="*/ 45956 h 95994"/>
                      <a:gd name="connsiteX16" fmla="*/ 6383 w 63996"/>
                      <a:gd name="connsiteY16" fmla="*/ 81669 h 95994"/>
                      <a:gd name="connsiteX17" fmla="*/ 30155 w 6399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55" y="84069"/>
                        </a:moveTo>
                        <a:cubicBezTo>
                          <a:pt x="23713" y="84069"/>
                          <a:pt x="18864" y="80896"/>
                          <a:pt x="15610" y="74550"/>
                        </a:cubicBezTo>
                        <a:cubicBezTo>
                          <a:pt x="12369" y="68218"/>
                          <a:pt x="10748" y="58687"/>
                          <a:pt x="10748" y="45956"/>
                        </a:cubicBezTo>
                        <a:cubicBezTo>
                          <a:pt x="10748" y="33279"/>
                          <a:pt x="12369" y="23767"/>
                          <a:pt x="15610" y="17422"/>
                        </a:cubicBezTo>
                        <a:cubicBezTo>
                          <a:pt x="18864" y="11076"/>
                          <a:pt x="23713" y="7904"/>
                          <a:pt x="30155" y="7904"/>
                        </a:cubicBezTo>
                        <a:cubicBezTo>
                          <a:pt x="36651" y="7904"/>
                          <a:pt x="41519" y="11076"/>
                          <a:pt x="44760" y="17422"/>
                        </a:cubicBezTo>
                        <a:cubicBezTo>
                          <a:pt x="48015" y="23767"/>
                          <a:pt x="49642" y="33279"/>
                          <a:pt x="49642" y="45956"/>
                        </a:cubicBezTo>
                        <a:cubicBezTo>
                          <a:pt x="49642" y="58687"/>
                          <a:pt x="48015" y="68218"/>
                          <a:pt x="44760" y="74550"/>
                        </a:cubicBezTo>
                        <a:cubicBezTo>
                          <a:pt x="41519" y="80896"/>
                          <a:pt x="36651" y="84069"/>
                          <a:pt x="30155" y="84069"/>
                        </a:cubicBezTo>
                        <a:close/>
                        <a:moveTo>
                          <a:pt x="30155" y="93983"/>
                        </a:moveTo>
                        <a:cubicBezTo>
                          <a:pt x="40540" y="93983"/>
                          <a:pt x="48471" y="89879"/>
                          <a:pt x="53948" y="81669"/>
                        </a:cubicBezTo>
                        <a:cubicBezTo>
                          <a:pt x="59425" y="73473"/>
                          <a:pt x="62163" y="61569"/>
                          <a:pt x="62163" y="45956"/>
                        </a:cubicBezTo>
                        <a:cubicBezTo>
                          <a:pt x="62163" y="30384"/>
                          <a:pt x="59425" y="18493"/>
                          <a:pt x="53948" y="10283"/>
                        </a:cubicBezTo>
                        <a:cubicBezTo>
                          <a:pt x="48471" y="2087"/>
                          <a:pt x="40540" y="-2011"/>
                          <a:pt x="30155" y="-2011"/>
                        </a:cubicBezTo>
                        <a:cubicBezTo>
                          <a:pt x="19784" y="-2011"/>
                          <a:pt x="11860" y="2087"/>
                          <a:pt x="6383" y="10283"/>
                        </a:cubicBezTo>
                        <a:cubicBezTo>
                          <a:pt x="906" y="18493"/>
                          <a:pt x="-1833" y="30384"/>
                          <a:pt x="-1833" y="45956"/>
                        </a:cubicBezTo>
                        <a:cubicBezTo>
                          <a:pt x="-1833" y="61569"/>
                          <a:pt x="906" y="73473"/>
                          <a:pt x="6383" y="81669"/>
                        </a:cubicBezTo>
                        <a:cubicBezTo>
                          <a:pt x="11860" y="89879"/>
                          <a:pt x="19784" y="93983"/>
                          <a:pt x="30155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4" name="Graphic 2">
                <a:extLst>
                  <a:ext uri="{FF2B5EF4-FFF2-40B4-BE49-F238E27FC236}">
                    <a16:creationId xmlns:a16="http://schemas.microsoft.com/office/drawing/2014/main" id="{326E9E29-089A-2929-EA85-8D8805069E89}"/>
                  </a:ext>
                </a:extLst>
              </p:cNvPr>
              <p:cNvGrpSpPr/>
              <p:nvPr/>
            </p:nvGrpSpPr>
            <p:grpSpPr>
              <a:xfrm>
                <a:off x="6209710" y="5136981"/>
                <a:ext cx="224169" cy="187070"/>
                <a:chOff x="6209710" y="5136981"/>
                <a:chExt cx="224169" cy="187070"/>
              </a:xfrm>
              <a:solidFill>
                <a:srgbClr val="000000"/>
              </a:solidFill>
            </p:grpSpPr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3B346CD3-E2B9-0B4C-175D-0787639A77A3}"/>
                    </a:ext>
                  </a:extLst>
                </p:cNvPr>
                <p:cNvSpPr/>
                <p:nvPr/>
              </p:nvSpPr>
              <p:spPr>
                <a:xfrm>
                  <a:off x="6321113" y="5136981"/>
                  <a:ext cx="12700" cy="44417"/>
                </a:xfrm>
                <a:custGeom>
                  <a:avLst/>
                  <a:gdLst>
                    <a:gd name="connsiteX0" fmla="*/ 249 w 12700"/>
                    <a:gd name="connsiteY0" fmla="*/ 308 h 44417"/>
                    <a:gd name="connsiteX1" fmla="*/ 249 w 12700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49" y="308"/>
                      </a:moveTo>
                      <a:lnTo>
                        <a:pt x="249" y="4472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6" name="Graphic 2">
                  <a:extLst>
                    <a:ext uri="{FF2B5EF4-FFF2-40B4-BE49-F238E27FC236}">
                      <a16:creationId xmlns:a16="http://schemas.microsoft.com/office/drawing/2014/main" id="{56325669-5AB9-3CC4-48CB-EEF5A84F589C}"/>
                    </a:ext>
                  </a:extLst>
                </p:cNvPr>
                <p:cNvGrpSpPr/>
                <p:nvPr/>
              </p:nvGrpSpPr>
              <p:grpSpPr>
                <a:xfrm>
                  <a:off x="6209710" y="5228057"/>
                  <a:ext cx="224169" cy="95994"/>
                  <a:chOff x="6209710" y="5228057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27" name="Freeform: Shape 26">
                    <a:extLst>
                      <a:ext uri="{FF2B5EF4-FFF2-40B4-BE49-F238E27FC236}">
                        <a16:creationId xmlns:a16="http://schemas.microsoft.com/office/drawing/2014/main" id="{6C56440F-FA9F-5EE9-06F5-58BF352009E9}"/>
                      </a:ext>
                    </a:extLst>
                  </p:cNvPr>
                  <p:cNvSpPr/>
                  <p:nvPr/>
                </p:nvSpPr>
                <p:spPr>
                  <a:xfrm flipV="1">
                    <a:off x="6209710" y="5229723"/>
                    <a:ext cx="59908" cy="94328"/>
                  </a:xfrm>
                  <a:custGeom>
                    <a:avLst/>
                    <a:gdLst>
                      <a:gd name="connsiteX0" fmla="*/ 2148 w 59908"/>
                      <a:gd name="connsiteY0" fmla="*/ 92360 h 94328"/>
                      <a:gd name="connsiteX1" fmla="*/ 51321 w 59908"/>
                      <a:gd name="connsiteY1" fmla="*/ 92360 h 94328"/>
                      <a:gd name="connsiteX2" fmla="*/ 51321 w 59908"/>
                      <a:gd name="connsiteY2" fmla="*/ 81810 h 94328"/>
                      <a:gd name="connsiteX3" fmla="*/ 13618 w 59908"/>
                      <a:gd name="connsiteY3" fmla="*/ 81810 h 94328"/>
                      <a:gd name="connsiteX4" fmla="*/ 13618 w 59908"/>
                      <a:gd name="connsiteY4" fmla="*/ 59145 h 94328"/>
                      <a:gd name="connsiteX5" fmla="*/ 19055 w 59908"/>
                      <a:gd name="connsiteY5" fmla="*/ 60533 h 94328"/>
                      <a:gd name="connsiteX6" fmla="*/ 24532 w 59908"/>
                      <a:gd name="connsiteY6" fmla="*/ 60989 h 94328"/>
                      <a:gd name="connsiteX7" fmla="*/ 49079 w 59908"/>
                      <a:gd name="connsiteY7" fmla="*/ 52503 h 94328"/>
                      <a:gd name="connsiteX8" fmla="*/ 58147 w 59908"/>
                      <a:gd name="connsiteY8" fmla="*/ 29520 h 94328"/>
                      <a:gd name="connsiteX9" fmla="*/ 48840 w 59908"/>
                      <a:gd name="connsiteY9" fmla="*/ 6300 h 94328"/>
                      <a:gd name="connsiteX10" fmla="*/ 22607 w 59908"/>
                      <a:gd name="connsiteY10" fmla="*/ -1969 h 94328"/>
                      <a:gd name="connsiteX11" fmla="*/ 10721 w 59908"/>
                      <a:gd name="connsiteY11" fmla="*/ -977 h 94328"/>
                      <a:gd name="connsiteX12" fmla="*/ -1761 w 59908"/>
                      <a:gd name="connsiteY12" fmla="*/ 1997 h 94328"/>
                      <a:gd name="connsiteX13" fmla="*/ -1761 w 59908"/>
                      <a:gd name="connsiteY13" fmla="*/ 14589 h 94328"/>
                      <a:gd name="connsiteX14" fmla="*/ 9768 w 59908"/>
                      <a:gd name="connsiteY14" fmla="*/ 10068 h 94328"/>
                      <a:gd name="connsiteX15" fmla="*/ 22349 w 59908"/>
                      <a:gd name="connsiteY15" fmla="*/ 8580 h 94328"/>
                      <a:gd name="connsiteX16" fmla="*/ 39335 w 59908"/>
                      <a:gd name="connsiteY16" fmla="*/ 14212 h 94328"/>
                      <a:gd name="connsiteX17" fmla="*/ 45606 w 59908"/>
                      <a:gd name="connsiteY17" fmla="*/ 29520 h 94328"/>
                      <a:gd name="connsiteX18" fmla="*/ 39335 w 59908"/>
                      <a:gd name="connsiteY18" fmla="*/ 44809 h 94328"/>
                      <a:gd name="connsiteX19" fmla="*/ 22349 w 59908"/>
                      <a:gd name="connsiteY19" fmla="*/ 50460 h 94328"/>
                      <a:gd name="connsiteX20" fmla="*/ 12328 w 59908"/>
                      <a:gd name="connsiteY20" fmla="*/ 49350 h 94328"/>
                      <a:gd name="connsiteX21" fmla="*/ 2148 w 59908"/>
                      <a:gd name="connsiteY21" fmla="*/ 45879 h 94328"/>
                      <a:gd name="connsiteX22" fmla="*/ 2148 w 59908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48" y="92360"/>
                        </a:moveTo>
                        <a:lnTo>
                          <a:pt x="51321" y="92360"/>
                        </a:lnTo>
                        <a:lnTo>
                          <a:pt x="51321" y="81810"/>
                        </a:lnTo>
                        <a:lnTo>
                          <a:pt x="13618" y="81810"/>
                        </a:lnTo>
                        <a:lnTo>
                          <a:pt x="13618" y="59145"/>
                        </a:lnTo>
                        <a:cubicBezTo>
                          <a:pt x="15430" y="59767"/>
                          <a:pt x="17243" y="60229"/>
                          <a:pt x="19055" y="60533"/>
                        </a:cubicBezTo>
                        <a:cubicBezTo>
                          <a:pt x="20881" y="60837"/>
                          <a:pt x="22706" y="60989"/>
                          <a:pt x="24532" y="60989"/>
                        </a:cubicBezTo>
                        <a:cubicBezTo>
                          <a:pt x="34864" y="60989"/>
                          <a:pt x="43046" y="58160"/>
                          <a:pt x="49079" y="52503"/>
                        </a:cubicBezTo>
                        <a:cubicBezTo>
                          <a:pt x="55124" y="46845"/>
                          <a:pt x="58147" y="39184"/>
                          <a:pt x="58147" y="29520"/>
                        </a:cubicBezTo>
                        <a:cubicBezTo>
                          <a:pt x="58147" y="19566"/>
                          <a:pt x="55045" y="11826"/>
                          <a:pt x="48840" y="6300"/>
                        </a:cubicBezTo>
                        <a:cubicBezTo>
                          <a:pt x="42636" y="787"/>
                          <a:pt x="33891" y="-1969"/>
                          <a:pt x="22607" y="-1969"/>
                        </a:cubicBezTo>
                        <a:cubicBezTo>
                          <a:pt x="18718" y="-1969"/>
                          <a:pt x="14755" y="-1638"/>
                          <a:pt x="10721" y="-977"/>
                        </a:cubicBezTo>
                        <a:cubicBezTo>
                          <a:pt x="6699" y="-316"/>
                          <a:pt x="2538" y="675"/>
                          <a:pt x="-1761" y="1997"/>
                        </a:cubicBezTo>
                        <a:lnTo>
                          <a:pt x="-1761" y="14589"/>
                        </a:lnTo>
                        <a:cubicBezTo>
                          <a:pt x="1956" y="12566"/>
                          <a:pt x="5799" y="11059"/>
                          <a:pt x="9768" y="10068"/>
                        </a:cubicBezTo>
                        <a:cubicBezTo>
                          <a:pt x="13737" y="9076"/>
                          <a:pt x="17930" y="8580"/>
                          <a:pt x="22349" y="8580"/>
                        </a:cubicBezTo>
                        <a:cubicBezTo>
                          <a:pt x="29506" y="8580"/>
                          <a:pt x="35168" y="10458"/>
                          <a:pt x="39335" y="14212"/>
                        </a:cubicBezTo>
                        <a:cubicBezTo>
                          <a:pt x="43516" y="17966"/>
                          <a:pt x="45606" y="23069"/>
                          <a:pt x="45606" y="29520"/>
                        </a:cubicBezTo>
                        <a:cubicBezTo>
                          <a:pt x="45606" y="35958"/>
                          <a:pt x="43516" y="41054"/>
                          <a:pt x="39335" y="44809"/>
                        </a:cubicBezTo>
                        <a:cubicBezTo>
                          <a:pt x="35168" y="48576"/>
                          <a:pt x="29506" y="50460"/>
                          <a:pt x="22349" y="50460"/>
                        </a:cubicBezTo>
                        <a:cubicBezTo>
                          <a:pt x="19002" y="50460"/>
                          <a:pt x="15662" y="50090"/>
                          <a:pt x="12328" y="49350"/>
                        </a:cubicBezTo>
                        <a:cubicBezTo>
                          <a:pt x="9007" y="48609"/>
                          <a:pt x="5614" y="47453"/>
                          <a:pt x="2148" y="45879"/>
                        </a:cubicBezTo>
                        <a:lnTo>
                          <a:pt x="2148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8" name="Freeform: Shape 27">
                    <a:extLst>
                      <a:ext uri="{FF2B5EF4-FFF2-40B4-BE49-F238E27FC236}">
                        <a16:creationId xmlns:a16="http://schemas.microsoft.com/office/drawing/2014/main" id="{DE1F4DBE-4ED3-C74B-882B-F38B67CA1163}"/>
                      </a:ext>
                    </a:extLst>
                  </p:cNvPr>
                  <p:cNvSpPr/>
                  <p:nvPr/>
                </p:nvSpPr>
                <p:spPr>
                  <a:xfrm flipV="1">
                    <a:off x="6290015" y="5228057"/>
                    <a:ext cx="58777" cy="94189"/>
                  </a:xfrm>
                  <a:custGeom>
                    <a:avLst/>
                    <a:gdLst>
                      <a:gd name="connsiteX0" fmla="*/ 13360 w 58777"/>
                      <a:gd name="connsiteY0" fmla="*/ 8473 h 94189"/>
                      <a:gd name="connsiteX1" fmla="*/ 57076 w 58777"/>
                      <a:gd name="connsiteY1" fmla="*/ 8473 h 94189"/>
                      <a:gd name="connsiteX2" fmla="*/ 57076 w 58777"/>
                      <a:gd name="connsiteY2" fmla="*/ -2057 h 94189"/>
                      <a:gd name="connsiteX3" fmla="*/ -1701 w 58777"/>
                      <a:gd name="connsiteY3" fmla="*/ -2057 h 94189"/>
                      <a:gd name="connsiteX4" fmla="*/ -1701 w 58777"/>
                      <a:gd name="connsiteY4" fmla="*/ 8473 h 94189"/>
                      <a:gd name="connsiteX5" fmla="*/ 17726 w 58777"/>
                      <a:gd name="connsiteY5" fmla="*/ 28263 h 94189"/>
                      <a:gd name="connsiteX6" fmla="*/ 33204 w 58777"/>
                      <a:gd name="connsiteY6" fmla="*/ 44305 h 94189"/>
                      <a:gd name="connsiteX7" fmla="*/ 41598 w 58777"/>
                      <a:gd name="connsiteY7" fmla="*/ 55726 h 94189"/>
                      <a:gd name="connsiteX8" fmla="*/ 43999 w 58777"/>
                      <a:gd name="connsiteY8" fmla="*/ 64927 h 94189"/>
                      <a:gd name="connsiteX9" fmla="*/ 38820 w 58777"/>
                      <a:gd name="connsiteY9" fmla="*/ 76944 h 94189"/>
                      <a:gd name="connsiteX10" fmla="*/ 25326 w 58777"/>
                      <a:gd name="connsiteY10" fmla="*/ 81604 h 94189"/>
                      <a:gd name="connsiteX11" fmla="*/ 12884 w 58777"/>
                      <a:gd name="connsiteY11" fmla="*/ 79561 h 94189"/>
                      <a:gd name="connsiteX12" fmla="*/ -1086 w 58777"/>
                      <a:gd name="connsiteY12" fmla="*/ 73355 h 94189"/>
                      <a:gd name="connsiteX13" fmla="*/ -1086 w 58777"/>
                      <a:gd name="connsiteY13" fmla="*/ 86006 h 94189"/>
                      <a:gd name="connsiteX14" fmla="*/ 13042 w 58777"/>
                      <a:gd name="connsiteY14" fmla="*/ 90586 h 94189"/>
                      <a:gd name="connsiteX15" fmla="*/ 25088 w 58777"/>
                      <a:gd name="connsiteY15" fmla="*/ 92133 h 94189"/>
                      <a:gd name="connsiteX16" fmla="*/ 48027 w 58777"/>
                      <a:gd name="connsiteY16" fmla="*/ 84935 h 94189"/>
                      <a:gd name="connsiteX17" fmla="*/ 56580 w 58777"/>
                      <a:gd name="connsiteY17" fmla="*/ 65740 h 94189"/>
                      <a:gd name="connsiteX18" fmla="*/ 54437 w 58777"/>
                      <a:gd name="connsiteY18" fmla="*/ 54913 h 94189"/>
                      <a:gd name="connsiteX19" fmla="*/ 46658 w 58777"/>
                      <a:gd name="connsiteY19" fmla="*/ 42877 h 94189"/>
                      <a:gd name="connsiteX20" fmla="*/ 36795 w 58777"/>
                      <a:gd name="connsiteY20" fmla="*/ 32486 h 94189"/>
                      <a:gd name="connsiteX21" fmla="*/ 13360 w 58777"/>
                      <a:gd name="connsiteY21" fmla="*/ 8473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360" y="8473"/>
                        </a:moveTo>
                        <a:lnTo>
                          <a:pt x="57076" y="8473"/>
                        </a:lnTo>
                        <a:lnTo>
                          <a:pt x="57076" y="-2057"/>
                        </a:lnTo>
                        <a:lnTo>
                          <a:pt x="-1701" y="-2057"/>
                        </a:lnTo>
                        <a:lnTo>
                          <a:pt x="-1701" y="8473"/>
                        </a:lnTo>
                        <a:cubicBezTo>
                          <a:pt x="3048" y="13391"/>
                          <a:pt x="9524" y="19987"/>
                          <a:pt x="17726" y="28263"/>
                        </a:cubicBezTo>
                        <a:cubicBezTo>
                          <a:pt x="25941" y="36551"/>
                          <a:pt x="31100" y="41899"/>
                          <a:pt x="33204" y="44305"/>
                        </a:cubicBezTo>
                        <a:cubicBezTo>
                          <a:pt x="37212" y="48799"/>
                          <a:pt x="40010" y="52607"/>
                          <a:pt x="41598" y="55726"/>
                        </a:cubicBezTo>
                        <a:cubicBezTo>
                          <a:pt x="43198" y="58846"/>
                          <a:pt x="43999" y="61913"/>
                          <a:pt x="43999" y="64927"/>
                        </a:cubicBezTo>
                        <a:cubicBezTo>
                          <a:pt x="43999" y="69845"/>
                          <a:pt x="42272" y="73850"/>
                          <a:pt x="38820" y="76944"/>
                        </a:cubicBezTo>
                        <a:cubicBezTo>
                          <a:pt x="35367" y="80050"/>
                          <a:pt x="30869" y="81604"/>
                          <a:pt x="25326" y="81604"/>
                        </a:cubicBezTo>
                        <a:cubicBezTo>
                          <a:pt x="21397" y="81604"/>
                          <a:pt x="17249" y="80923"/>
                          <a:pt x="12884" y="79561"/>
                        </a:cubicBezTo>
                        <a:cubicBezTo>
                          <a:pt x="8531" y="78200"/>
                          <a:pt x="3875" y="76131"/>
                          <a:pt x="-1086" y="73355"/>
                        </a:cubicBezTo>
                        <a:lnTo>
                          <a:pt x="-1086" y="86006"/>
                        </a:lnTo>
                        <a:cubicBezTo>
                          <a:pt x="3954" y="88028"/>
                          <a:pt x="8664" y="89555"/>
                          <a:pt x="13042" y="90586"/>
                        </a:cubicBezTo>
                        <a:cubicBezTo>
                          <a:pt x="17435" y="91618"/>
                          <a:pt x="21450" y="92133"/>
                          <a:pt x="25088" y="92133"/>
                        </a:cubicBezTo>
                        <a:cubicBezTo>
                          <a:pt x="34679" y="92133"/>
                          <a:pt x="42325" y="89734"/>
                          <a:pt x="48027" y="84935"/>
                        </a:cubicBezTo>
                        <a:cubicBezTo>
                          <a:pt x="53729" y="80150"/>
                          <a:pt x="56580" y="73751"/>
                          <a:pt x="56580" y="65740"/>
                        </a:cubicBezTo>
                        <a:cubicBezTo>
                          <a:pt x="56580" y="61933"/>
                          <a:pt x="55865" y="58324"/>
                          <a:pt x="54437" y="54913"/>
                        </a:cubicBezTo>
                        <a:cubicBezTo>
                          <a:pt x="53021" y="51516"/>
                          <a:pt x="50428" y="47504"/>
                          <a:pt x="46658" y="42877"/>
                        </a:cubicBezTo>
                        <a:cubicBezTo>
                          <a:pt x="45626" y="41674"/>
                          <a:pt x="42338" y="38210"/>
                          <a:pt x="36795" y="32486"/>
                        </a:cubicBezTo>
                        <a:cubicBezTo>
                          <a:pt x="31266" y="26762"/>
                          <a:pt x="23454" y="18758"/>
                          <a:pt x="13360" y="84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9" name="Freeform: Shape 28">
                    <a:extLst>
                      <a:ext uri="{FF2B5EF4-FFF2-40B4-BE49-F238E27FC236}">
                        <a16:creationId xmlns:a16="http://schemas.microsoft.com/office/drawing/2014/main" id="{52E4B8A9-E3CA-7380-C597-F58A5064A771}"/>
                      </a:ext>
                    </a:extLst>
                  </p:cNvPr>
                  <p:cNvSpPr/>
                  <p:nvPr/>
                </p:nvSpPr>
                <p:spPr>
                  <a:xfrm flipV="1">
                    <a:off x="6369884" y="5228057"/>
                    <a:ext cx="63996" cy="95994"/>
                  </a:xfrm>
                  <a:custGeom>
                    <a:avLst/>
                    <a:gdLst>
                      <a:gd name="connsiteX0" fmla="*/ 30209 w 63996"/>
                      <a:gd name="connsiteY0" fmla="*/ 84069 h 95994"/>
                      <a:gd name="connsiteX1" fmla="*/ 15663 w 63996"/>
                      <a:gd name="connsiteY1" fmla="*/ 74550 h 95994"/>
                      <a:gd name="connsiteX2" fmla="*/ 10802 w 63996"/>
                      <a:gd name="connsiteY2" fmla="*/ 45956 h 95994"/>
                      <a:gd name="connsiteX3" fmla="*/ 15663 w 63996"/>
                      <a:gd name="connsiteY3" fmla="*/ 17422 h 95994"/>
                      <a:gd name="connsiteX4" fmla="*/ 30209 w 63996"/>
                      <a:gd name="connsiteY4" fmla="*/ 7904 h 95994"/>
                      <a:gd name="connsiteX5" fmla="*/ 44814 w 63996"/>
                      <a:gd name="connsiteY5" fmla="*/ 17422 h 95994"/>
                      <a:gd name="connsiteX6" fmla="*/ 49695 w 63996"/>
                      <a:gd name="connsiteY6" fmla="*/ 45956 h 95994"/>
                      <a:gd name="connsiteX7" fmla="*/ 44814 w 63996"/>
                      <a:gd name="connsiteY7" fmla="*/ 74550 h 95994"/>
                      <a:gd name="connsiteX8" fmla="*/ 30209 w 63996"/>
                      <a:gd name="connsiteY8" fmla="*/ 84069 h 95994"/>
                      <a:gd name="connsiteX9" fmla="*/ 30209 w 63996"/>
                      <a:gd name="connsiteY9" fmla="*/ 93983 h 95994"/>
                      <a:gd name="connsiteX10" fmla="*/ 54001 w 63996"/>
                      <a:gd name="connsiteY10" fmla="*/ 81669 h 95994"/>
                      <a:gd name="connsiteX11" fmla="*/ 62217 w 63996"/>
                      <a:gd name="connsiteY11" fmla="*/ 45956 h 95994"/>
                      <a:gd name="connsiteX12" fmla="*/ 54001 w 63996"/>
                      <a:gd name="connsiteY12" fmla="*/ 10283 h 95994"/>
                      <a:gd name="connsiteX13" fmla="*/ 30209 w 63996"/>
                      <a:gd name="connsiteY13" fmla="*/ -2011 h 95994"/>
                      <a:gd name="connsiteX14" fmla="*/ 6436 w 63996"/>
                      <a:gd name="connsiteY14" fmla="*/ 10283 h 95994"/>
                      <a:gd name="connsiteX15" fmla="*/ -1779 w 63996"/>
                      <a:gd name="connsiteY15" fmla="*/ 45956 h 95994"/>
                      <a:gd name="connsiteX16" fmla="*/ 6436 w 63996"/>
                      <a:gd name="connsiteY16" fmla="*/ 81669 h 95994"/>
                      <a:gd name="connsiteX17" fmla="*/ 30209 w 6399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09" y="84069"/>
                        </a:moveTo>
                        <a:cubicBezTo>
                          <a:pt x="23766" y="84069"/>
                          <a:pt x="18918" y="80896"/>
                          <a:pt x="15663" y="74550"/>
                        </a:cubicBezTo>
                        <a:cubicBezTo>
                          <a:pt x="12422" y="68218"/>
                          <a:pt x="10802" y="58687"/>
                          <a:pt x="10802" y="45956"/>
                        </a:cubicBezTo>
                        <a:cubicBezTo>
                          <a:pt x="10802" y="33279"/>
                          <a:pt x="12422" y="23767"/>
                          <a:pt x="15663" y="17422"/>
                        </a:cubicBezTo>
                        <a:cubicBezTo>
                          <a:pt x="18918" y="11076"/>
                          <a:pt x="23766" y="7904"/>
                          <a:pt x="30209" y="7904"/>
                        </a:cubicBezTo>
                        <a:cubicBezTo>
                          <a:pt x="36704" y="7904"/>
                          <a:pt x="41573" y="11076"/>
                          <a:pt x="44814" y="17422"/>
                        </a:cubicBezTo>
                        <a:cubicBezTo>
                          <a:pt x="48068" y="23767"/>
                          <a:pt x="49695" y="33279"/>
                          <a:pt x="49695" y="45956"/>
                        </a:cubicBezTo>
                        <a:cubicBezTo>
                          <a:pt x="49695" y="58687"/>
                          <a:pt x="48068" y="68218"/>
                          <a:pt x="44814" y="74550"/>
                        </a:cubicBezTo>
                        <a:cubicBezTo>
                          <a:pt x="41573" y="80896"/>
                          <a:pt x="36704" y="84069"/>
                          <a:pt x="30209" y="84069"/>
                        </a:cubicBezTo>
                        <a:close/>
                        <a:moveTo>
                          <a:pt x="30209" y="93983"/>
                        </a:moveTo>
                        <a:cubicBezTo>
                          <a:pt x="40594" y="93983"/>
                          <a:pt x="48524" y="89879"/>
                          <a:pt x="54001" y="81669"/>
                        </a:cubicBezTo>
                        <a:cubicBezTo>
                          <a:pt x="59478" y="73473"/>
                          <a:pt x="62217" y="61569"/>
                          <a:pt x="62217" y="45956"/>
                        </a:cubicBezTo>
                        <a:cubicBezTo>
                          <a:pt x="62217" y="30384"/>
                          <a:pt x="59478" y="18493"/>
                          <a:pt x="54001" y="10283"/>
                        </a:cubicBezTo>
                        <a:cubicBezTo>
                          <a:pt x="48524" y="2087"/>
                          <a:pt x="40594" y="-2011"/>
                          <a:pt x="30209" y="-2011"/>
                        </a:cubicBezTo>
                        <a:cubicBezTo>
                          <a:pt x="19837" y="-2011"/>
                          <a:pt x="11913" y="2087"/>
                          <a:pt x="6436" y="10283"/>
                        </a:cubicBezTo>
                        <a:cubicBezTo>
                          <a:pt x="959" y="18493"/>
                          <a:pt x="-1779" y="30384"/>
                          <a:pt x="-1779" y="45956"/>
                        </a:cubicBezTo>
                        <a:cubicBezTo>
                          <a:pt x="-1779" y="61569"/>
                          <a:pt x="959" y="73473"/>
                          <a:pt x="6436" y="81669"/>
                        </a:cubicBezTo>
                        <a:cubicBezTo>
                          <a:pt x="11913" y="89879"/>
                          <a:pt x="19837" y="93983"/>
                          <a:pt x="30209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0" name="Graphic 2">
                <a:extLst>
                  <a:ext uri="{FF2B5EF4-FFF2-40B4-BE49-F238E27FC236}">
                    <a16:creationId xmlns:a16="http://schemas.microsoft.com/office/drawing/2014/main" id="{2E1399FB-9C41-1FB6-5D03-AFCF9BC44B82}"/>
                  </a:ext>
                </a:extLst>
              </p:cNvPr>
              <p:cNvGrpSpPr/>
              <p:nvPr/>
            </p:nvGrpSpPr>
            <p:grpSpPr>
              <a:xfrm>
                <a:off x="6885634" y="5136981"/>
                <a:ext cx="224169" cy="187070"/>
                <a:chOff x="6885634" y="5136981"/>
                <a:chExt cx="224169" cy="187070"/>
              </a:xfrm>
              <a:solidFill>
                <a:srgbClr val="000000"/>
              </a:solidFill>
            </p:grpSpPr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4CAE7CFB-BC0A-2400-215A-C69DA85045B5}"/>
                    </a:ext>
                  </a:extLst>
                </p:cNvPr>
                <p:cNvSpPr/>
                <p:nvPr/>
              </p:nvSpPr>
              <p:spPr>
                <a:xfrm>
                  <a:off x="6997037" y="5136981"/>
                  <a:ext cx="12700" cy="44417"/>
                </a:xfrm>
                <a:custGeom>
                  <a:avLst/>
                  <a:gdLst>
                    <a:gd name="connsiteX0" fmla="*/ 302 w 12700"/>
                    <a:gd name="connsiteY0" fmla="*/ 308 h 44417"/>
                    <a:gd name="connsiteX1" fmla="*/ 302 w 12700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02" y="308"/>
                      </a:moveTo>
                      <a:lnTo>
                        <a:pt x="302" y="4472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2" name="Graphic 2">
                  <a:extLst>
                    <a:ext uri="{FF2B5EF4-FFF2-40B4-BE49-F238E27FC236}">
                      <a16:creationId xmlns:a16="http://schemas.microsoft.com/office/drawing/2014/main" id="{3EC97107-C330-41CF-5746-B841F19067CA}"/>
                    </a:ext>
                  </a:extLst>
                </p:cNvPr>
                <p:cNvGrpSpPr/>
                <p:nvPr/>
              </p:nvGrpSpPr>
              <p:grpSpPr>
                <a:xfrm>
                  <a:off x="6885634" y="5228057"/>
                  <a:ext cx="224169" cy="95994"/>
                  <a:chOff x="6885634" y="5228057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3" name="Freeform: Shape 32">
                    <a:extLst>
                      <a:ext uri="{FF2B5EF4-FFF2-40B4-BE49-F238E27FC236}">
                        <a16:creationId xmlns:a16="http://schemas.microsoft.com/office/drawing/2014/main" id="{7A447759-EF04-599F-9F8E-96700ED1137E}"/>
                      </a:ext>
                    </a:extLst>
                  </p:cNvPr>
                  <p:cNvSpPr/>
                  <p:nvPr/>
                </p:nvSpPr>
                <p:spPr>
                  <a:xfrm flipV="1">
                    <a:off x="6885634" y="5229723"/>
                    <a:ext cx="59908" cy="94328"/>
                  </a:xfrm>
                  <a:custGeom>
                    <a:avLst/>
                    <a:gdLst>
                      <a:gd name="connsiteX0" fmla="*/ 2201 w 59908"/>
                      <a:gd name="connsiteY0" fmla="*/ 92360 h 94328"/>
                      <a:gd name="connsiteX1" fmla="*/ 51374 w 59908"/>
                      <a:gd name="connsiteY1" fmla="*/ 92360 h 94328"/>
                      <a:gd name="connsiteX2" fmla="*/ 51374 w 59908"/>
                      <a:gd name="connsiteY2" fmla="*/ 81810 h 94328"/>
                      <a:gd name="connsiteX3" fmla="*/ 13671 w 59908"/>
                      <a:gd name="connsiteY3" fmla="*/ 81810 h 94328"/>
                      <a:gd name="connsiteX4" fmla="*/ 13671 w 59908"/>
                      <a:gd name="connsiteY4" fmla="*/ 59145 h 94328"/>
                      <a:gd name="connsiteX5" fmla="*/ 19108 w 59908"/>
                      <a:gd name="connsiteY5" fmla="*/ 60533 h 94328"/>
                      <a:gd name="connsiteX6" fmla="*/ 24585 w 59908"/>
                      <a:gd name="connsiteY6" fmla="*/ 60989 h 94328"/>
                      <a:gd name="connsiteX7" fmla="*/ 49132 w 59908"/>
                      <a:gd name="connsiteY7" fmla="*/ 52503 h 94328"/>
                      <a:gd name="connsiteX8" fmla="*/ 58200 w 59908"/>
                      <a:gd name="connsiteY8" fmla="*/ 29520 h 94328"/>
                      <a:gd name="connsiteX9" fmla="*/ 48894 w 59908"/>
                      <a:gd name="connsiteY9" fmla="*/ 6300 h 94328"/>
                      <a:gd name="connsiteX10" fmla="*/ 22660 w 59908"/>
                      <a:gd name="connsiteY10" fmla="*/ -1969 h 94328"/>
                      <a:gd name="connsiteX11" fmla="*/ 10774 w 59908"/>
                      <a:gd name="connsiteY11" fmla="*/ -977 h 94328"/>
                      <a:gd name="connsiteX12" fmla="*/ -1708 w 59908"/>
                      <a:gd name="connsiteY12" fmla="*/ 1997 h 94328"/>
                      <a:gd name="connsiteX13" fmla="*/ -1708 w 59908"/>
                      <a:gd name="connsiteY13" fmla="*/ 14589 h 94328"/>
                      <a:gd name="connsiteX14" fmla="*/ 9821 w 59908"/>
                      <a:gd name="connsiteY14" fmla="*/ 10068 h 94328"/>
                      <a:gd name="connsiteX15" fmla="*/ 22402 w 59908"/>
                      <a:gd name="connsiteY15" fmla="*/ 8580 h 94328"/>
                      <a:gd name="connsiteX16" fmla="*/ 39388 w 59908"/>
                      <a:gd name="connsiteY16" fmla="*/ 14212 h 94328"/>
                      <a:gd name="connsiteX17" fmla="*/ 45659 w 59908"/>
                      <a:gd name="connsiteY17" fmla="*/ 29520 h 94328"/>
                      <a:gd name="connsiteX18" fmla="*/ 39388 w 59908"/>
                      <a:gd name="connsiteY18" fmla="*/ 44809 h 94328"/>
                      <a:gd name="connsiteX19" fmla="*/ 22402 w 59908"/>
                      <a:gd name="connsiteY19" fmla="*/ 50460 h 94328"/>
                      <a:gd name="connsiteX20" fmla="*/ 12381 w 59908"/>
                      <a:gd name="connsiteY20" fmla="*/ 49350 h 94328"/>
                      <a:gd name="connsiteX21" fmla="*/ 2201 w 59908"/>
                      <a:gd name="connsiteY21" fmla="*/ 45879 h 94328"/>
                      <a:gd name="connsiteX22" fmla="*/ 2201 w 59908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01" y="92360"/>
                        </a:moveTo>
                        <a:lnTo>
                          <a:pt x="51374" y="92360"/>
                        </a:lnTo>
                        <a:lnTo>
                          <a:pt x="51374" y="81810"/>
                        </a:lnTo>
                        <a:lnTo>
                          <a:pt x="13671" y="81810"/>
                        </a:lnTo>
                        <a:lnTo>
                          <a:pt x="13671" y="59145"/>
                        </a:lnTo>
                        <a:cubicBezTo>
                          <a:pt x="15483" y="59767"/>
                          <a:pt x="17296" y="60229"/>
                          <a:pt x="19108" y="60533"/>
                        </a:cubicBezTo>
                        <a:cubicBezTo>
                          <a:pt x="20934" y="60837"/>
                          <a:pt x="22759" y="60989"/>
                          <a:pt x="24585" y="60989"/>
                        </a:cubicBezTo>
                        <a:cubicBezTo>
                          <a:pt x="34917" y="60989"/>
                          <a:pt x="43099" y="58160"/>
                          <a:pt x="49132" y="52503"/>
                        </a:cubicBezTo>
                        <a:cubicBezTo>
                          <a:pt x="55177" y="46845"/>
                          <a:pt x="58200" y="39184"/>
                          <a:pt x="58200" y="29520"/>
                        </a:cubicBezTo>
                        <a:cubicBezTo>
                          <a:pt x="58200" y="19566"/>
                          <a:pt x="55098" y="11826"/>
                          <a:pt x="48894" y="6300"/>
                        </a:cubicBezTo>
                        <a:cubicBezTo>
                          <a:pt x="42689" y="787"/>
                          <a:pt x="33945" y="-1969"/>
                          <a:pt x="22660" y="-1969"/>
                        </a:cubicBezTo>
                        <a:cubicBezTo>
                          <a:pt x="18771" y="-1969"/>
                          <a:pt x="14809" y="-1638"/>
                          <a:pt x="10774" y="-977"/>
                        </a:cubicBezTo>
                        <a:cubicBezTo>
                          <a:pt x="6752" y="-316"/>
                          <a:pt x="2592" y="675"/>
                          <a:pt x="-1708" y="1997"/>
                        </a:cubicBezTo>
                        <a:lnTo>
                          <a:pt x="-1708" y="14589"/>
                        </a:lnTo>
                        <a:cubicBezTo>
                          <a:pt x="2009" y="12566"/>
                          <a:pt x="5853" y="11059"/>
                          <a:pt x="9821" y="10068"/>
                        </a:cubicBezTo>
                        <a:cubicBezTo>
                          <a:pt x="13790" y="9076"/>
                          <a:pt x="17984" y="8580"/>
                          <a:pt x="22402" y="8580"/>
                        </a:cubicBezTo>
                        <a:cubicBezTo>
                          <a:pt x="29559" y="8580"/>
                          <a:pt x="35221" y="10458"/>
                          <a:pt x="39388" y="14212"/>
                        </a:cubicBezTo>
                        <a:cubicBezTo>
                          <a:pt x="43569" y="17966"/>
                          <a:pt x="45659" y="23069"/>
                          <a:pt x="45659" y="29520"/>
                        </a:cubicBezTo>
                        <a:cubicBezTo>
                          <a:pt x="45659" y="35958"/>
                          <a:pt x="43569" y="41054"/>
                          <a:pt x="39388" y="44809"/>
                        </a:cubicBezTo>
                        <a:cubicBezTo>
                          <a:pt x="35221" y="48576"/>
                          <a:pt x="29559" y="50460"/>
                          <a:pt x="22402" y="50460"/>
                        </a:cubicBezTo>
                        <a:cubicBezTo>
                          <a:pt x="19055" y="50460"/>
                          <a:pt x="15715" y="50090"/>
                          <a:pt x="12381" y="49350"/>
                        </a:cubicBezTo>
                        <a:cubicBezTo>
                          <a:pt x="9061" y="48609"/>
                          <a:pt x="5667" y="47453"/>
                          <a:pt x="2201" y="45879"/>
                        </a:cubicBezTo>
                        <a:lnTo>
                          <a:pt x="2201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4" name="Freeform: Shape 33">
                    <a:extLst>
                      <a:ext uri="{FF2B5EF4-FFF2-40B4-BE49-F238E27FC236}">
                        <a16:creationId xmlns:a16="http://schemas.microsoft.com/office/drawing/2014/main" id="{F4BD734C-45AE-8F6C-3FCB-B17D5AB9FAA1}"/>
                      </a:ext>
                    </a:extLst>
                  </p:cNvPr>
                  <p:cNvSpPr/>
                  <p:nvPr/>
                </p:nvSpPr>
                <p:spPr>
                  <a:xfrm flipV="1">
                    <a:off x="6966316" y="5228057"/>
                    <a:ext cx="60940" cy="95994"/>
                  </a:xfrm>
                  <a:custGeom>
                    <a:avLst/>
                    <a:gdLst>
                      <a:gd name="connsiteX0" fmla="*/ 40129 w 60940"/>
                      <a:gd name="connsiteY0" fmla="*/ 49684 h 95994"/>
                      <a:gd name="connsiteX1" fmla="*/ 54158 w 60940"/>
                      <a:gd name="connsiteY1" fmla="*/ 41673 h 95994"/>
                      <a:gd name="connsiteX2" fmla="*/ 59219 w 60940"/>
                      <a:gd name="connsiteY2" fmla="*/ 26682 h 95994"/>
                      <a:gd name="connsiteX3" fmla="*/ 49793 w 60940"/>
                      <a:gd name="connsiteY3" fmla="*/ 5485 h 95994"/>
                      <a:gd name="connsiteX4" fmla="*/ 23004 w 60940"/>
                      <a:gd name="connsiteY4" fmla="*/ -2011 h 95994"/>
                      <a:gd name="connsiteX5" fmla="*/ 11018 w 60940"/>
                      <a:gd name="connsiteY5" fmla="*/ -861 h 95994"/>
                      <a:gd name="connsiteX6" fmla="*/ -1722 w 60940"/>
                      <a:gd name="connsiteY6" fmla="*/ 2589 h 95994"/>
                      <a:gd name="connsiteX7" fmla="*/ -1722 w 60940"/>
                      <a:gd name="connsiteY7" fmla="*/ 14666 h 95994"/>
                      <a:gd name="connsiteX8" fmla="*/ 9669 w 60940"/>
                      <a:gd name="connsiteY8" fmla="*/ 10085 h 95994"/>
                      <a:gd name="connsiteX9" fmla="*/ 22647 w 60940"/>
                      <a:gd name="connsiteY9" fmla="*/ 8538 h 95994"/>
                      <a:gd name="connsiteX10" fmla="*/ 40585 w 60940"/>
                      <a:gd name="connsiteY10" fmla="*/ 13178 h 95994"/>
                      <a:gd name="connsiteX11" fmla="*/ 46757 w 60940"/>
                      <a:gd name="connsiteY11" fmla="*/ 26682 h 95994"/>
                      <a:gd name="connsiteX12" fmla="*/ 41022 w 60940"/>
                      <a:gd name="connsiteY12" fmla="*/ 39472 h 95994"/>
                      <a:gd name="connsiteX13" fmla="*/ 25067 w 60940"/>
                      <a:gd name="connsiteY13" fmla="*/ 44092 h 95994"/>
                      <a:gd name="connsiteX14" fmla="*/ 14272 w 60940"/>
                      <a:gd name="connsiteY14" fmla="*/ 44092 h 95994"/>
                      <a:gd name="connsiteX15" fmla="*/ 14272 w 60940"/>
                      <a:gd name="connsiteY15" fmla="*/ 54384 h 95994"/>
                      <a:gd name="connsiteX16" fmla="*/ 25564 w 60940"/>
                      <a:gd name="connsiteY16" fmla="*/ 54384 h 95994"/>
                      <a:gd name="connsiteX17" fmla="*/ 39692 w 60940"/>
                      <a:gd name="connsiteY17" fmla="*/ 58072 h 95994"/>
                      <a:gd name="connsiteX18" fmla="*/ 44594 w 60940"/>
                      <a:gd name="connsiteY18" fmla="*/ 68701 h 95994"/>
                      <a:gd name="connsiteX19" fmla="*/ 39534 w 60940"/>
                      <a:gd name="connsiteY19" fmla="*/ 79627 h 95994"/>
                      <a:gd name="connsiteX20" fmla="*/ 25067 w 60940"/>
                      <a:gd name="connsiteY20" fmla="*/ 83454 h 95994"/>
                      <a:gd name="connsiteX21" fmla="*/ 14015 w 60940"/>
                      <a:gd name="connsiteY21" fmla="*/ 82324 h 95994"/>
                      <a:gd name="connsiteX22" fmla="*/ 1057 w 60940"/>
                      <a:gd name="connsiteY22" fmla="*/ 78873 h 95994"/>
                      <a:gd name="connsiteX23" fmla="*/ 1057 w 60940"/>
                      <a:gd name="connsiteY23" fmla="*/ 90017 h 95994"/>
                      <a:gd name="connsiteX24" fmla="*/ 14431 w 60940"/>
                      <a:gd name="connsiteY24" fmla="*/ 92992 h 95994"/>
                      <a:gd name="connsiteX25" fmla="*/ 26179 w 60940"/>
                      <a:gd name="connsiteY25" fmla="*/ 93983 h 95994"/>
                      <a:gd name="connsiteX26" fmla="*/ 48741 w 60940"/>
                      <a:gd name="connsiteY26" fmla="*/ 87499 h 95994"/>
                      <a:gd name="connsiteX27" fmla="*/ 57056 w 60940"/>
                      <a:gd name="connsiteY27" fmla="*/ 70009 h 95994"/>
                      <a:gd name="connsiteX28" fmla="*/ 52650 w 60940"/>
                      <a:gd name="connsiteY28" fmla="*/ 57021 h 95994"/>
                      <a:gd name="connsiteX29" fmla="*/ 40129 w 60940"/>
                      <a:gd name="connsiteY29" fmla="*/ 496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940" h="95994">
                        <a:moveTo>
                          <a:pt x="40129" y="49684"/>
                        </a:moveTo>
                        <a:cubicBezTo>
                          <a:pt x="46122" y="48402"/>
                          <a:pt x="50798" y="45732"/>
                          <a:pt x="54158" y="41673"/>
                        </a:cubicBezTo>
                        <a:cubicBezTo>
                          <a:pt x="57532" y="37628"/>
                          <a:pt x="59219" y="32631"/>
                          <a:pt x="59219" y="26682"/>
                        </a:cubicBezTo>
                        <a:cubicBezTo>
                          <a:pt x="59219" y="17561"/>
                          <a:pt x="56077" y="10495"/>
                          <a:pt x="49793" y="5485"/>
                        </a:cubicBezTo>
                        <a:cubicBezTo>
                          <a:pt x="43509" y="488"/>
                          <a:pt x="34579" y="-2011"/>
                          <a:pt x="23004" y="-2011"/>
                        </a:cubicBezTo>
                        <a:cubicBezTo>
                          <a:pt x="19128" y="-2011"/>
                          <a:pt x="15132" y="-1628"/>
                          <a:pt x="11018" y="-861"/>
                        </a:cubicBezTo>
                        <a:cubicBezTo>
                          <a:pt x="6904" y="-94"/>
                          <a:pt x="2657" y="1056"/>
                          <a:pt x="-1722" y="2589"/>
                        </a:cubicBezTo>
                        <a:lnTo>
                          <a:pt x="-1722" y="14666"/>
                        </a:lnTo>
                        <a:cubicBezTo>
                          <a:pt x="1744" y="12643"/>
                          <a:pt x="5541" y="11116"/>
                          <a:pt x="9669" y="10085"/>
                        </a:cubicBezTo>
                        <a:cubicBezTo>
                          <a:pt x="13809" y="9054"/>
                          <a:pt x="18135" y="8538"/>
                          <a:pt x="22647" y="8538"/>
                        </a:cubicBezTo>
                        <a:cubicBezTo>
                          <a:pt x="30491" y="8538"/>
                          <a:pt x="36471" y="10085"/>
                          <a:pt x="40585" y="13178"/>
                        </a:cubicBezTo>
                        <a:cubicBezTo>
                          <a:pt x="44700" y="16272"/>
                          <a:pt x="46757" y="20773"/>
                          <a:pt x="46757" y="26682"/>
                        </a:cubicBezTo>
                        <a:cubicBezTo>
                          <a:pt x="46757" y="32142"/>
                          <a:pt x="44845" y="36405"/>
                          <a:pt x="41022" y="39472"/>
                        </a:cubicBezTo>
                        <a:cubicBezTo>
                          <a:pt x="37199" y="42552"/>
                          <a:pt x="31881" y="44092"/>
                          <a:pt x="25067" y="44092"/>
                        </a:cubicBezTo>
                        <a:lnTo>
                          <a:pt x="14272" y="44092"/>
                        </a:lnTo>
                        <a:lnTo>
                          <a:pt x="14272" y="54384"/>
                        </a:lnTo>
                        <a:lnTo>
                          <a:pt x="25564" y="54384"/>
                        </a:lnTo>
                        <a:cubicBezTo>
                          <a:pt x="31715" y="54384"/>
                          <a:pt x="36425" y="55613"/>
                          <a:pt x="39692" y="58072"/>
                        </a:cubicBezTo>
                        <a:cubicBezTo>
                          <a:pt x="42960" y="60531"/>
                          <a:pt x="44594" y="64074"/>
                          <a:pt x="44594" y="68701"/>
                        </a:cubicBezTo>
                        <a:cubicBezTo>
                          <a:pt x="44594" y="73447"/>
                          <a:pt x="42907" y="77089"/>
                          <a:pt x="39534" y="79627"/>
                        </a:cubicBezTo>
                        <a:cubicBezTo>
                          <a:pt x="36173" y="82178"/>
                          <a:pt x="31351" y="83454"/>
                          <a:pt x="25067" y="83454"/>
                        </a:cubicBezTo>
                        <a:cubicBezTo>
                          <a:pt x="21628" y="83454"/>
                          <a:pt x="17944" y="83077"/>
                          <a:pt x="14015" y="82324"/>
                        </a:cubicBezTo>
                        <a:cubicBezTo>
                          <a:pt x="10085" y="81583"/>
                          <a:pt x="5766" y="80433"/>
                          <a:pt x="1057" y="78873"/>
                        </a:cubicBezTo>
                        <a:lnTo>
                          <a:pt x="1057" y="90017"/>
                        </a:lnTo>
                        <a:cubicBezTo>
                          <a:pt x="5819" y="91339"/>
                          <a:pt x="10277" y="92331"/>
                          <a:pt x="14431" y="92992"/>
                        </a:cubicBezTo>
                        <a:cubicBezTo>
                          <a:pt x="18585" y="93653"/>
                          <a:pt x="22501" y="93983"/>
                          <a:pt x="26179" y="93983"/>
                        </a:cubicBezTo>
                        <a:cubicBezTo>
                          <a:pt x="35691" y="93983"/>
                          <a:pt x="43211" y="91822"/>
                          <a:pt x="48741" y="87499"/>
                        </a:cubicBezTo>
                        <a:cubicBezTo>
                          <a:pt x="54284" y="83189"/>
                          <a:pt x="57056" y="77360"/>
                          <a:pt x="57056" y="70009"/>
                        </a:cubicBezTo>
                        <a:cubicBezTo>
                          <a:pt x="57056" y="64880"/>
                          <a:pt x="55587" y="60551"/>
                          <a:pt x="52650" y="57021"/>
                        </a:cubicBezTo>
                        <a:cubicBezTo>
                          <a:pt x="49713" y="53492"/>
                          <a:pt x="45540" y="51046"/>
                          <a:pt x="40129" y="496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35" name="Freeform: Shape 34">
                    <a:extLst>
                      <a:ext uri="{FF2B5EF4-FFF2-40B4-BE49-F238E27FC236}">
                        <a16:creationId xmlns:a16="http://schemas.microsoft.com/office/drawing/2014/main" id="{F8027DDD-939D-4A06-5762-EBDE10183E03}"/>
                      </a:ext>
                    </a:extLst>
                  </p:cNvPr>
                  <p:cNvSpPr/>
                  <p:nvPr/>
                </p:nvSpPr>
                <p:spPr>
                  <a:xfrm flipV="1">
                    <a:off x="7045808" y="5228057"/>
                    <a:ext cx="63996" cy="95994"/>
                  </a:xfrm>
                  <a:custGeom>
                    <a:avLst/>
                    <a:gdLst>
                      <a:gd name="connsiteX0" fmla="*/ 30262 w 63996"/>
                      <a:gd name="connsiteY0" fmla="*/ 84069 h 95994"/>
                      <a:gd name="connsiteX1" fmla="*/ 15716 w 63996"/>
                      <a:gd name="connsiteY1" fmla="*/ 74550 h 95994"/>
                      <a:gd name="connsiteX2" fmla="*/ 10855 w 63996"/>
                      <a:gd name="connsiteY2" fmla="*/ 45956 h 95994"/>
                      <a:gd name="connsiteX3" fmla="*/ 15716 w 63996"/>
                      <a:gd name="connsiteY3" fmla="*/ 17422 h 95994"/>
                      <a:gd name="connsiteX4" fmla="*/ 30262 w 63996"/>
                      <a:gd name="connsiteY4" fmla="*/ 7904 h 95994"/>
                      <a:gd name="connsiteX5" fmla="*/ 44867 w 63996"/>
                      <a:gd name="connsiteY5" fmla="*/ 17422 h 95994"/>
                      <a:gd name="connsiteX6" fmla="*/ 49748 w 63996"/>
                      <a:gd name="connsiteY6" fmla="*/ 45956 h 95994"/>
                      <a:gd name="connsiteX7" fmla="*/ 44867 w 63996"/>
                      <a:gd name="connsiteY7" fmla="*/ 74550 h 95994"/>
                      <a:gd name="connsiteX8" fmla="*/ 30262 w 63996"/>
                      <a:gd name="connsiteY8" fmla="*/ 84069 h 95994"/>
                      <a:gd name="connsiteX9" fmla="*/ 30262 w 63996"/>
                      <a:gd name="connsiteY9" fmla="*/ 93983 h 95994"/>
                      <a:gd name="connsiteX10" fmla="*/ 54055 w 63996"/>
                      <a:gd name="connsiteY10" fmla="*/ 81669 h 95994"/>
                      <a:gd name="connsiteX11" fmla="*/ 62270 w 63996"/>
                      <a:gd name="connsiteY11" fmla="*/ 45956 h 95994"/>
                      <a:gd name="connsiteX12" fmla="*/ 54055 w 63996"/>
                      <a:gd name="connsiteY12" fmla="*/ 10283 h 95994"/>
                      <a:gd name="connsiteX13" fmla="*/ 30262 w 63996"/>
                      <a:gd name="connsiteY13" fmla="*/ -2011 h 95994"/>
                      <a:gd name="connsiteX14" fmla="*/ 6489 w 63996"/>
                      <a:gd name="connsiteY14" fmla="*/ 10283 h 95994"/>
                      <a:gd name="connsiteX15" fmla="*/ -1726 w 63996"/>
                      <a:gd name="connsiteY15" fmla="*/ 45956 h 95994"/>
                      <a:gd name="connsiteX16" fmla="*/ 6489 w 63996"/>
                      <a:gd name="connsiteY16" fmla="*/ 81669 h 95994"/>
                      <a:gd name="connsiteX17" fmla="*/ 30262 w 6399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62" y="84069"/>
                        </a:moveTo>
                        <a:cubicBezTo>
                          <a:pt x="23819" y="84069"/>
                          <a:pt x="18971" y="80896"/>
                          <a:pt x="15716" y="74550"/>
                        </a:cubicBezTo>
                        <a:cubicBezTo>
                          <a:pt x="12475" y="68218"/>
                          <a:pt x="10855" y="58687"/>
                          <a:pt x="10855" y="45956"/>
                        </a:cubicBezTo>
                        <a:cubicBezTo>
                          <a:pt x="10855" y="33279"/>
                          <a:pt x="12475" y="23767"/>
                          <a:pt x="15716" y="17422"/>
                        </a:cubicBezTo>
                        <a:cubicBezTo>
                          <a:pt x="18971" y="11076"/>
                          <a:pt x="23819" y="7904"/>
                          <a:pt x="30262" y="7904"/>
                        </a:cubicBezTo>
                        <a:cubicBezTo>
                          <a:pt x="36757" y="7904"/>
                          <a:pt x="41626" y="11076"/>
                          <a:pt x="44867" y="17422"/>
                        </a:cubicBezTo>
                        <a:cubicBezTo>
                          <a:pt x="48121" y="23767"/>
                          <a:pt x="49748" y="33279"/>
                          <a:pt x="49748" y="45956"/>
                        </a:cubicBezTo>
                        <a:cubicBezTo>
                          <a:pt x="49748" y="58687"/>
                          <a:pt x="48121" y="68218"/>
                          <a:pt x="44867" y="74550"/>
                        </a:cubicBezTo>
                        <a:cubicBezTo>
                          <a:pt x="41626" y="80896"/>
                          <a:pt x="36757" y="84069"/>
                          <a:pt x="30262" y="84069"/>
                        </a:cubicBezTo>
                        <a:close/>
                        <a:moveTo>
                          <a:pt x="30262" y="93983"/>
                        </a:moveTo>
                        <a:cubicBezTo>
                          <a:pt x="40647" y="93983"/>
                          <a:pt x="48578" y="89879"/>
                          <a:pt x="54055" y="81669"/>
                        </a:cubicBezTo>
                        <a:cubicBezTo>
                          <a:pt x="59531" y="73473"/>
                          <a:pt x="62270" y="61569"/>
                          <a:pt x="62270" y="45956"/>
                        </a:cubicBezTo>
                        <a:cubicBezTo>
                          <a:pt x="62270" y="30384"/>
                          <a:pt x="59531" y="18493"/>
                          <a:pt x="54055" y="10283"/>
                        </a:cubicBezTo>
                        <a:cubicBezTo>
                          <a:pt x="48578" y="2087"/>
                          <a:pt x="40647" y="-2011"/>
                          <a:pt x="30262" y="-2011"/>
                        </a:cubicBezTo>
                        <a:cubicBezTo>
                          <a:pt x="19890" y="-2011"/>
                          <a:pt x="11966" y="2087"/>
                          <a:pt x="6489" y="10283"/>
                        </a:cubicBezTo>
                        <a:cubicBezTo>
                          <a:pt x="1012" y="18493"/>
                          <a:pt x="-1726" y="30384"/>
                          <a:pt x="-1726" y="45956"/>
                        </a:cubicBezTo>
                        <a:cubicBezTo>
                          <a:pt x="-1726" y="61569"/>
                          <a:pt x="1012" y="73473"/>
                          <a:pt x="6489" y="81669"/>
                        </a:cubicBezTo>
                        <a:cubicBezTo>
                          <a:pt x="11966" y="89879"/>
                          <a:pt x="19890" y="93983"/>
                          <a:pt x="30262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36" name="Graphic 2">
                <a:extLst>
                  <a:ext uri="{FF2B5EF4-FFF2-40B4-BE49-F238E27FC236}">
                    <a16:creationId xmlns:a16="http://schemas.microsoft.com/office/drawing/2014/main" id="{662559EC-CA6F-19CA-7590-47EF18FBFEBA}"/>
                  </a:ext>
                </a:extLst>
              </p:cNvPr>
              <p:cNvGrpSpPr/>
              <p:nvPr/>
            </p:nvGrpSpPr>
            <p:grpSpPr>
              <a:xfrm>
                <a:off x="7561559" y="5136981"/>
                <a:ext cx="224169" cy="187070"/>
                <a:chOff x="7561559" y="5136981"/>
                <a:chExt cx="224169" cy="187070"/>
              </a:xfrm>
              <a:solidFill>
                <a:srgbClr val="000000"/>
              </a:solidFill>
            </p:grpSpPr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BA15C8D2-104C-7FAF-F6D7-53B25F8EC4BA}"/>
                    </a:ext>
                  </a:extLst>
                </p:cNvPr>
                <p:cNvSpPr/>
                <p:nvPr/>
              </p:nvSpPr>
              <p:spPr>
                <a:xfrm>
                  <a:off x="7672962" y="5136981"/>
                  <a:ext cx="12700" cy="44417"/>
                </a:xfrm>
                <a:custGeom>
                  <a:avLst/>
                  <a:gdLst>
                    <a:gd name="connsiteX0" fmla="*/ 355 w 12700"/>
                    <a:gd name="connsiteY0" fmla="*/ 308 h 44417"/>
                    <a:gd name="connsiteX1" fmla="*/ 355 w 12700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55" y="308"/>
                      </a:moveTo>
                      <a:lnTo>
                        <a:pt x="355" y="4472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38" name="Graphic 2">
                  <a:extLst>
                    <a:ext uri="{FF2B5EF4-FFF2-40B4-BE49-F238E27FC236}">
                      <a16:creationId xmlns:a16="http://schemas.microsoft.com/office/drawing/2014/main" id="{7EF82666-3D1E-043D-BC0E-7BFDD3D91C70}"/>
                    </a:ext>
                  </a:extLst>
                </p:cNvPr>
                <p:cNvGrpSpPr/>
                <p:nvPr/>
              </p:nvGrpSpPr>
              <p:grpSpPr>
                <a:xfrm>
                  <a:off x="7561559" y="5228057"/>
                  <a:ext cx="224169" cy="95994"/>
                  <a:chOff x="7561559" y="5228057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39" name="Freeform: Shape 38">
                    <a:extLst>
                      <a:ext uri="{FF2B5EF4-FFF2-40B4-BE49-F238E27FC236}">
                        <a16:creationId xmlns:a16="http://schemas.microsoft.com/office/drawing/2014/main" id="{570BE04F-5F80-D68C-D93E-E9314FA8ABC5}"/>
                      </a:ext>
                    </a:extLst>
                  </p:cNvPr>
                  <p:cNvSpPr/>
                  <p:nvPr/>
                </p:nvSpPr>
                <p:spPr>
                  <a:xfrm flipV="1">
                    <a:off x="7561559" y="5229723"/>
                    <a:ext cx="59908" cy="94328"/>
                  </a:xfrm>
                  <a:custGeom>
                    <a:avLst/>
                    <a:gdLst>
                      <a:gd name="connsiteX0" fmla="*/ 2254 w 59908"/>
                      <a:gd name="connsiteY0" fmla="*/ 92360 h 94328"/>
                      <a:gd name="connsiteX1" fmla="*/ 51427 w 59908"/>
                      <a:gd name="connsiteY1" fmla="*/ 92360 h 94328"/>
                      <a:gd name="connsiteX2" fmla="*/ 51427 w 59908"/>
                      <a:gd name="connsiteY2" fmla="*/ 81810 h 94328"/>
                      <a:gd name="connsiteX3" fmla="*/ 13724 w 59908"/>
                      <a:gd name="connsiteY3" fmla="*/ 81810 h 94328"/>
                      <a:gd name="connsiteX4" fmla="*/ 13724 w 59908"/>
                      <a:gd name="connsiteY4" fmla="*/ 59145 h 94328"/>
                      <a:gd name="connsiteX5" fmla="*/ 19161 w 59908"/>
                      <a:gd name="connsiteY5" fmla="*/ 60533 h 94328"/>
                      <a:gd name="connsiteX6" fmla="*/ 24638 w 59908"/>
                      <a:gd name="connsiteY6" fmla="*/ 60989 h 94328"/>
                      <a:gd name="connsiteX7" fmla="*/ 49185 w 59908"/>
                      <a:gd name="connsiteY7" fmla="*/ 52503 h 94328"/>
                      <a:gd name="connsiteX8" fmla="*/ 58254 w 59908"/>
                      <a:gd name="connsiteY8" fmla="*/ 29520 h 94328"/>
                      <a:gd name="connsiteX9" fmla="*/ 48947 w 59908"/>
                      <a:gd name="connsiteY9" fmla="*/ 6300 h 94328"/>
                      <a:gd name="connsiteX10" fmla="*/ 22713 w 59908"/>
                      <a:gd name="connsiteY10" fmla="*/ -1969 h 94328"/>
                      <a:gd name="connsiteX11" fmla="*/ 10827 w 59908"/>
                      <a:gd name="connsiteY11" fmla="*/ -977 h 94328"/>
                      <a:gd name="connsiteX12" fmla="*/ -1655 w 59908"/>
                      <a:gd name="connsiteY12" fmla="*/ 1997 h 94328"/>
                      <a:gd name="connsiteX13" fmla="*/ -1655 w 59908"/>
                      <a:gd name="connsiteY13" fmla="*/ 14589 h 94328"/>
                      <a:gd name="connsiteX14" fmla="*/ 9874 w 59908"/>
                      <a:gd name="connsiteY14" fmla="*/ 10068 h 94328"/>
                      <a:gd name="connsiteX15" fmla="*/ 22455 w 59908"/>
                      <a:gd name="connsiteY15" fmla="*/ 8580 h 94328"/>
                      <a:gd name="connsiteX16" fmla="*/ 39442 w 59908"/>
                      <a:gd name="connsiteY16" fmla="*/ 14212 h 94328"/>
                      <a:gd name="connsiteX17" fmla="*/ 45712 w 59908"/>
                      <a:gd name="connsiteY17" fmla="*/ 29520 h 94328"/>
                      <a:gd name="connsiteX18" fmla="*/ 39442 w 59908"/>
                      <a:gd name="connsiteY18" fmla="*/ 44809 h 94328"/>
                      <a:gd name="connsiteX19" fmla="*/ 22455 w 59908"/>
                      <a:gd name="connsiteY19" fmla="*/ 50460 h 94328"/>
                      <a:gd name="connsiteX20" fmla="*/ 12434 w 59908"/>
                      <a:gd name="connsiteY20" fmla="*/ 49350 h 94328"/>
                      <a:gd name="connsiteX21" fmla="*/ 2254 w 59908"/>
                      <a:gd name="connsiteY21" fmla="*/ 45879 h 94328"/>
                      <a:gd name="connsiteX22" fmla="*/ 2254 w 59908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54" y="92360"/>
                        </a:moveTo>
                        <a:lnTo>
                          <a:pt x="51427" y="92360"/>
                        </a:lnTo>
                        <a:lnTo>
                          <a:pt x="51427" y="81810"/>
                        </a:lnTo>
                        <a:lnTo>
                          <a:pt x="13724" y="81810"/>
                        </a:lnTo>
                        <a:lnTo>
                          <a:pt x="13724" y="59145"/>
                        </a:lnTo>
                        <a:cubicBezTo>
                          <a:pt x="15537" y="59767"/>
                          <a:pt x="17349" y="60229"/>
                          <a:pt x="19161" y="60533"/>
                        </a:cubicBezTo>
                        <a:cubicBezTo>
                          <a:pt x="20987" y="60837"/>
                          <a:pt x="22813" y="60989"/>
                          <a:pt x="24638" y="60989"/>
                        </a:cubicBezTo>
                        <a:cubicBezTo>
                          <a:pt x="34970" y="60989"/>
                          <a:pt x="43152" y="58160"/>
                          <a:pt x="49185" y="52503"/>
                        </a:cubicBezTo>
                        <a:cubicBezTo>
                          <a:pt x="55231" y="46845"/>
                          <a:pt x="58254" y="39184"/>
                          <a:pt x="58254" y="29520"/>
                        </a:cubicBezTo>
                        <a:cubicBezTo>
                          <a:pt x="58254" y="19566"/>
                          <a:pt x="55151" y="11826"/>
                          <a:pt x="48947" y="6300"/>
                        </a:cubicBezTo>
                        <a:cubicBezTo>
                          <a:pt x="42742" y="787"/>
                          <a:pt x="33998" y="-1969"/>
                          <a:pt x="22713" y="-1969"/>
                        </a:cubicBezTo>
                        <a:cubicBezTo>
                          <a:pt x="18824" y="-1969"/>
                          <a:pt x="14862" y="-1638"/>
                          <a:pt x="10827" y="-977"/>
                        </a:cubicBezTo>
                        <a:cubicBezTo>
                          <a:pt x="6805" y="-316"/>
                          <a:pt x="2645" y="675"/>
                          <a:pt x="-1655" y="1997"/>
                        </a:cubicBezTo>
                        <a:lnTo>
                          <a:pt x="-1655" y="14589"/>
                        </a:lnTo>
                        <a:cubicBezTo>
                          <a:pt x="2063" y="12566"/>
                          <a:pt x="5906" y="11059"/>
                          <a:pt x="9874" y="10068"/>
                        </a:cubicBezTo>
                        <a:cubicBezTo>
                          <a:pt x="13843" y="9076"/>
                          <a:pt x="18037" y="8580"/>
                          <a:pt x="22455" y="8580"/>
                        </a:cubicBezTo>
                        <a:cubicBezTo>
                          <a:pt x="29612" y="8580"/>
                          <a:pt x="35274" y="10458"/>
                          <a:pt x="39442" y="14212"/>
                        </a:cubicBezTo>
                        <a:cubicBezTo>
                          <a:pt x="43622" y="17966"/>
                          <a:pt x="45712" y="23069"/>
                          <a:pt x="45712" y="29520"/>
                        </a:cubicBezTo>
                        <a:cubicBezTo>
                          <a:pt x="45712" y="35958"/>
                          <a:pt x="43622" y="41054"/>
                          <a:pt x="39442" y="44809"/>
                        </a:cubicBezTo>
                        <a:cubicBezTo>
                          <a:pt x="35274" y="48576"/>
                          <a:pt x="29612" y="50460"/>
                          <a:pt x="22455" y="50460"/>
                        </a:cubicBezTo>
                        <a:cubicBezTo>
                          <a:pt x="19108" y="50460"/>
                          <a:pt x="15768" y="50090"/>
                          <a:pt x="12434" y="49350"/>
                        </a:cubicBezTo>
                        <a:cubicBezTo>
                          <a:pt x="9114" y="48609"/>
                          <a:pt x="5721" y="47453"/>
                          <a:pt x="2254" y="45879"/>
                        </a:cubicBezTo>
                        <a:lnTo>
                          <a:pt x="2254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0" name="Freeform: Shape 39">
                    <a:extLst>
                      <a:ext uri="{FF2B5EF4-FFF2-40B4-BE49-F238E27FC236}">
                        <a16:creationId xmlns:a16="http://schemas.microsoft.com/office/drawing/2014/main" id="{4EC33097-7649-C1F2-B16E-00BAA7E7688B}"/>
                      </a:ext>
                    </a:extLst>
                  </p:cNvPr>
                  <p:cNvSpPr/>
                  <p:nvPr/>
                </p:nvSpPr>
                <p:spPr>
                  <a:xfrm flipV="1">
                    <a:off x="7638768" y="5229723"/>
                    <a:ext cx="67468" cy="92524"/>
                  </a:xfrm>
                  <a:custGeom>
                    <a:avLst/>
                    <a:gdLst>
                      <a:gd name="connsiteX0" fmla="*/ 40133 w 67468"/>
                      <a:gd name="connsiteY0" fmla="*/ 79603 h 92524"/>
                      <a:gd name="connsiteX1" fmla="*/ 8502 w 67468"/>
                      <a:gd name="connsiteY1" fmla="*/ 30208 h 92524"/>
                      <a:gd name="connsiteX2" fmla="*/ 40133 w 67468"/>
                      <a:gd name="connsiteY2" fmla="*/ 30208 h 92524"/>
                      <a:gd name="connsiteX3" fmla="*/ 40133 w 67468"/>
                      <a:gd name="connsiteY3" fmla="*/ 79603 h 92524"/>
                      <a:gd name="connsiteX4" fmla="*/ 36839 w 67468"/>
                      <a:gd name="connsiteY4" fmla="*/ 90510 h 92524"/>
                      <a:gd name="connsiteX5" fmla="*/ 52595 w 67468"/>
                      <a:gd name="connsiteY5" fmla="*/ 90510 h 92524"/>
                      <a:gd name="connsiteX6" fmla="*/ 52595 w 67468"/>
                      <a:gd name="connsiteY6" fmla="*/ 30208 h 92524"/>
                      <a:gd name="connsiteX7" fmla="*/ 65811 w 67468"/>
                      <a:gd name="connsiteY7" fmla="*/ 30208 h 92524"/>
                      <a:gd name="connsiteX8" fmla="*/ 65811 w 67468"/>
                      <a:gd name="connsiteY8" fmla="*/ 19798 h 92524"/>
                      <a:gd name="connsiteX9" fmla="*/ 52595 w 67468"/>
                      <a:gd name="connsiteY9" fmla="*/ 19798 h 92524"/>
                      <a:gd name="connsiteX10" fmla="*/ 52595 w 67468"/>
                      <a:gd name="connsiteY10" fmla="*/ -2014 h 92524"/>
                      <a:gd name="connsiteX11" fmla="*/ 40133 w 67468"/>
                      <a:gd name="connsiteY11" fmla="*/ -2014 h 92524"/>
                      <a:gd name="connsiteX12" fmla="*/ 40133 w 67468"/>
                      <a:gd name="connsiteY12" fmla="*/ 19798 h 92524"/>
                      <a:gd name="connsiteX13" fmla="*/ -1658 w 67468"/>
                      <a:gd name="connsiteY13" fmla="*/ 19798 h 92524"/>
                      <a:gd name="connsiteX14" fmla="*/ -1658 w 67468"/>
                      <a:gd name="connsiteY14" fmla="*/ 31874 h 92524"/>
                      <a:gd name="connsiteX15" fmla="*/ 36839 w 67468"/>
                      <a:gd name="connsiteY15" fmla="*/ 905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40133" y="79603"/>
                        </a:moveTo>
                        <a:lnTo>
                          <a:pt x="8502" y="30208"/>
                        </a:lnTo>
                        <a:lnTo>
                          <a:pt x="40133" y="30208"/>
                        </a:lnTo>
                        <a:lnTo>
                          <a:pt x="40133" y="79603"/>
                        </a:lnTo>
                        <a:close/>
                        <a:moveTo>
                          <a:pt x="36839" y="90510"/>
                        </a:moveTo>
                        <a:lnTo>
                          <a:pt x="52595" y="90510"/>
                        </a:lnTo>
                        <a:lnTo>
                          <a:pt x="52595" y="30208"/>
                        </a:lnTo>
                        <a:lnTo>
                          <a:pt x="65811" y="30208"/>
                        </a:lnTo>
                        <a:lnTo>
                          <a:pt x="65811" y="19798"/>
                        </a:lnTo>
                        <a:lnTo>
                          <a:pt x="52595" y="19798"/>
                        </a:lnTo>
                        <a:lnTo>
                          <a:pt x="52595" y="-2014"/>
                        </a:lnTo>
                        <a:lnTo>
                          <a:pt x="40133" y="-2014"/>
                        </a:lnTo>
                        <a:lnTo>
                          <a:pt x="40133" y="19798"/>
                        </a:lnTo>
                        <a:lnTo>
                          <a:pt x="-1658" y="19798"/>
                        </a:lnTo>
                        <a:lnTo>
                          <a:pt x="-1658" y="31874"/>
                        </a:lnTo>
                        <a:lnTo>
                          <a:pt x="36839" y="905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1" name="Freeform: Shape 40">
                    <a:extLst>
                      <a:ext uri="{FF2B5EF4-FFF2-40B4-BE49-F238E27FC236}">
                        <a16:creationId xmlns:a16="http://schemas.microsoft.com/office/drawing/2014/main" id="{D37E83BA-591A-E7E5-0ABC-D3034A435750}"/>
                      </a:ext>
                    </a:extLst>
                  </p:cNvPr>
                  <p:cNvSpPr/>
                  <p:nvPr/>
                </p:nvSpPr>
                <p:spPr>
                  <a:xfrm flipV="1">
                    <a:off x="7721733" y="5228057"/>
                    <a:ext cx="63996" cy="95994"/>
                  </a:xfrm>
                  <a:custGeom>
                    <a:avLst/>
                    <a:gdLst>
                      <a:gd name="connsiteX0" fmla="*/ 30315 w 63996"/>
                      <a:gd name="connsiteY0" fmla="*/ 84069 h 95994"/>
                      <a:gd name="connsiteX1" fmla="*/ 15770 w 63996"/>
                      <a:gd name="connsiteY1" fmla="*/ 74550 h 95994"/>
                      <a:gd name="connsiteX2" fmla="*/ 10908 w 63996"/>
                      <a:gd name="connsiteY2" fmla="*/ 45956 h 95994"/>
                      <a:gd name="connsiteX3" fmla="*/ 15770 w 63996"/>
                      <a:gd name="connsiteY3" fmla="*/ 17422 h 95994"/>
                      <a:gd name="connsiteX4" fmla="*/ 30315 w 63996"/>
                      <a:gd name="connsiteY4" fmla="*/ 7904 h 95994"/>
                      <a:gd name="connsiteX5" fmla="*/ 44920 w 63996"/>
                      <a:gd name="connsiteY5" fmla="*/ 17422 h 95994"/>
                      <a:gd name="connsiteX6" fmla="*/ 49802 w 63996"/>
                      <a:gd name="connsiteY6" fmla="*/ 45956 h 95994"/>
                      <a:gd name="connsiteX7" fmla="*/ 44920 w 63996"/>
                      <a:gd name="connsiteY7" fmla="*/ 74550 h 95994"/>
                      <a:gd name="connsiteX8" fmla="*/ 30315 w 63996"/>
                      <a:gd name="connsiteY8" fmla="*/ 84069 h 95994"/>
                      <a:gd name="connsiteX9" fmla="*/ 30315 w 63996"/>
                      <a:gd name="connsiteY9" fmla="*/ 93983 h 95994"/>
                      <a:gd name="connsiteX10" fmla="*/ 54108 w 63996"/>
                      <a:gd name="connsiteY10" fmla="*/ 81669 h 95994"/>
                      <a:gd name="connsiteX11" fmla="*/ 62323 w 63996"/>
                      <a:gd name="connsiteY11" fmla="*/ 45956 h 95994"/>
                      <a:gd name="connsiteX12" fmla="*/ 54108 w 63996"/>
                      <a:gd name="connsiteY12" fmla="*/ 10283 h 95994"/>
                      <a:gd name="connsiteX13" fmla="*/ 30315 w 63996"/>
                      <a:gd name="connsiteY13" fmla="*/ -2011 h 95994"/>
                      <a:gd name="connsiteX14" fmla="*/ 6542 w 63996"/>
                      <a:gd name="connsiteY14" fmla="*/ 10283 h 95994"/>
                      <a:gd name="connsiteX15" fmla="*/ -1673 w 63996"/>
                      <a:gd name="connsiteY15" fmla="*/ 45956 h 95994"/>
                      <a:gd name="connsiteX16" fmla="*/ 6542 w 63996"/>
                      <a:gd name="connsiteY16" fmla="*/ 81669 h 95994"/>
                      <a:gd name="connsiteX17" fmla="*/ 30315 w 6399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15" y="84069"/>
                        </a:moveTo>
                        <a:cubicBezTo>
                          <a:pt x="23873" y="84069"/>
                          <a:pt x="19024" y="80896"/>
                          <a:pt x="15770" y="74550"/>
                        </a:cubicBezTo>
                        <a:cubicBezTo>
                          <a:pt x="12529" y="68218"/>
                          <a:pt x="10908" y="58687"/>
                          <a:pt x="10908" y="45956"/>
                        </a:cubicBezTo>
                        <a:cubicBezTo>
                          <a:pt x="10908" y="33279"/>
                          <a:pt x="12529" y="23767"/>
                          <a:pt x="15770" y="17422"/>
                        </a:cubicBezTo>
                        <a:cubicBezTo>
                          <a:pt x="19024" y="11076"/>
                          <a:pt x="23873" y="7904"/>
                          <a:pt x="30315" y="7904"/>
                        </a:cubicBezTo>
                        <a:cubicBezTo>
                          <a:pt x="36811" y="7904"/>
                          <a:pt x="41679" y="11076"/>
                          <a:pt x="44920" y="17422"/>
                        </a:cubicBezTo>
                        <a:cubicBezTo>
                          <a:pt x="48175" y="23767"/>
                          <a:pt x="49802" y="33279"/>
                          <a:pt x="49802" y="45956"/>
                        </a:cubicBezTo>
                        <a:cubicBezTo>
                          <a:pt x="49802" y="58687"/>
                          <a:pt x="48175" y="68218"/>
                          <a:pt x="44920" y="74550"/>
                        </a:cubicBezTo>
                        <a:cubicBezTo>
                          <a:pt x="41679" y="80896"/>
                          <a:pt x="36811" y="84069"/>
                          <a:pt x="30315" y="84069"/>
                        </a:cubicBezTo>
                        <a:close/>
                        <a:moveTo>
                          <a:pt x="30315" y="93983"/>
                        </a:moveTo>
                        <a:cubicBezTo>
                          <a:pt x="40700" y="93983"/>
                          <a:pt x="48631" y="89879"/>
                          <a:pt x="54108" y="81669"/>
                        </a:cubicBezTo>
                        <a:cubicBezTo>
                          <a:pt x="59585" y="73473"/>
                          <a:pt x="62323" y="61569"/>
                          <a:pt x="62323" y="45956"/>
                        </a:cubicBezTo>
                        <a:cubicBezTo>
                          <a:pt x="62323" y="30384"/>
                          <a:pt x="59585" y="18493"/>
                          <a:pt x="54108" y="10283"/>
                        </a:cubicBezTo>
                        <a:cubicBezTo>
                          <a:pt x="48631" y="2087"/>
                          <a:pt x="40700" y="-2011"/>
                          <a:pt x="30315" y="-2011"/>
                        </a:cubicBezTo>
                        <a:cubicBezTo>
                          <a:pt x="19943" y="-2011"/>
                          <a:pt x="12019" y="2087"/>
                          <a:pt x="6542" y="10283"/>
                        </a:cubicBezTo>
                        <a:cubicBezTo>
                          <a:pt x="1065" y="18493"/>
                          <a:pt x="-1673" y="30384"/>
                          <a:pt x="-1673" y="45956"/>
                        </a:cubicBezTo>
                        <a:cubicBezTo>
                          <a:pt x="-1673" y="61569"/>
                          <a:pt x="1065" y="73473"/>
                          <a:pt x="6542" y="81669"/>
                        </a:cubicBezTo>
                        <a:cubicBezTo>
                          <a:pt x="12019" y="89879"/>
                          <a:pt x="19943" y="93983"/>
                          <a:pt x="30315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42" name="Graphic 2">
              <a:extLst>
                <a:ext uri="{FF2B5EF4-FFF2-40B4-BE49-F238E27FC236}">
                  <a16:creationId xmlns:a16="http://schemas.microsoft.com/office/drawing/2014/main" id="{676232D6-5980-FFB7-904B-6051B1BDE338}"/>
                </a:ext>
              </a:extLst>
            </p:cNvPr>
            <p:cNvGrpSpPr/>
            <p:nvPr/>
          </p:nvGrpSpPr>
          <p:grpSpPr>
            <a:xfrm>
              <a:off x="4157710" y="2203517"/>
              <a:ext cx="321508" cy="2797738"/>
              <a:chOff x="4157710" y="2203517"/>
              <a:chExt cx="321508" cy="2797738"/>
            </a:xfrm>
            <a:solidFill>
              <a:srgbClr val="000000"/>
            </a:solidFill>
          </p:grpSpPr>
          <p:grpSp>
            <p:nvGrpSpPr>
              <p:cNvPr id="43" name="Graphic 2">
                <a:extLst>
                  <a:ext uri="{FF2B5EF4-FFF2-40B4-BE49-F238E27FC236}">
                    <a16:creationId xmlns:a16="http://schemas.microsoft.com/office/drawing/2014/main" id="{30033DC8-EF62-1C3B-F4F9-37EC4F410E6F}"/>
                  </a:ext>
                </a:extLst>
              </p:cNvPr>
              <p:cNvGrpSpPr/>
              <p:nvPr/>
            </p:nvGrpSpPr>
            <p:grpSpPr>
              <a:xfrm>
                <a:off x="4157710" y="4905261"/>
                <a:ext cx="321508" cy="95994"/>
                <a:chOff x="4157710" y="4905261"/>
                <a:chExt cx="321508" cy="95994"/>
              </a:xfrm>
              <a:solidFill>
                <a:srgbClr val="000000"/>
              </a:solidFill>
            </p:grpSpPr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45020532-7CD1-EA72-60F0-CDD9687987A6}"/>
                    </a:ext>
                  </a:extLst>
                </p:cNvPr>
                <p:cNvSpPr/>
                <p:nvPr/>
              </p:nvSpPr>
              <p:spPr>
                <a:xfrm>
                  <a:off x="4434768" y="4951236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293 h 12690"/>
                    <a:gd name="connsiteX1" fmla="*/ 104 w 44450"/>
                    <a:gd name="connsiteY1" fmla="*/ 293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293"/>
                      </a:moveTo>
                      <a:lnTo>
                        <a:pt x="104" y="293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5" name="Graphic 2">
                  <a:extLst>
                    <a:ext uri="{FF2B5EF4-FFF2-40B4-BE49-F238E27FC236}">
                      <a16:creationId xmlns:a16="http://schemas.microsoft.com/office/drawing/2014/main" id="{900C65A1-C2EF-D253-55FC-C33E7B46A862}"/>
                    </a:ext>
                  </a:extLst>
                </p:cNvPr>
                <p:cNvGrpSpPr/>
                <p:nvPr/>
              </p:nvGrpSpPr>
              <p:grpSpPr>
                <a:xfrm>
                  <a:off x="4157710" y="4905261"/>
                  <a:ext cx="224169" cy="95994"/>
                  <a:chOff x="4157710" y="4905261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00C04E9A-D7B8-91A6-6449-9B3F17CCADBA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4906927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334 h 94328"/>
                      <a:gd name="connsiteX1" fmla="*/ 51159 w 59908"/>
                      <a:gd name="connsiteY1" fmla="*/ 92334 h 94328"/>
                      <a:gd name="connsiteX2" fmla="*/ 51159 w 59908"/>
                      <a:gd name="connsiteY2" fmla="*/ 81785 h 94328"/>
                      <a:gd name="connsiteX3" fmla="*/ 13456 w 59908"/>
                      <a:gd name="connsiteY3" fmla="*/ 81785 h 94328"/>
                      <a:gd name="connsiteX4" fmla="*/ 13456 w 59908"/>
                      <a:gd name="connsiteY4" fmla="*/ 59120 h 94328"/>
                      <a:gd name="connsiteX5" fmla="*/ 18893 w 59908"/>
                      <a:gd name="connsiteY5" fmla="*/ 60508 h 94328"/>
                      <a:gd name="connsiteX6" fmla="*/ 24370 w 59908"/>
                      <a:gd name="connsiteY6" fmla="*/ 60964 h 94328"/>
                      <a:gd name="connsiteX7" fmla="*/ 48917 w 59908"/>
                      <a:gd name="connsiteY7" fmla="*/ 52477 h 94328"/>
                      <a:gd name="connsiteX8" fmla="*/ 57986 w 59908"/>
                      <a:gd name="connsiteY8" fmla="*/ 29495 h 94328"/>
                      <a:gd name="connsiteX9" fmla="*/ 48679 w 59908"/>
                      <a:gd name="connsiteY9" fmla="*/ 6275 h 94328"/>
                      <a:gd name="connsiteX10" fmla="*/ 22445 w 59908"/>
                      <a:gd name="connsiteY10" fmla="*/ -1994 h 94328"/>
                      <a:gd name="connsiteX11" fmla="*/ 10559 w 59908"/>
                      <a:gd name="connsiteY11" fmla="*/ -1003 h 94328"/>
                      <a:gd name="connsiteX12" fmla="*/ -1923 w 59908"/>
                      <a:gd name="connsiteY12" fmla="*/ 1972 h 94328"/>
                      <a:gd name="connsiteX13" fmla="*/ -1923 w 59908"/>
                      <a:gd name="connsiteY13" fmla="*/ 14563 h 94328"/>
                      <a:gd name="connsiteX14" fmla="*/ 9606 w 59908"/>
                      <a:gd name="connsiteY14" fmla="*/ 10042 h 94328"/>
                      <a:gd name="connsiteX15" fmla="*/ 22187 w 59908"/>
                      <a:gd name="connsiteY15" fmla="*/ 8555 h 94328"/>
                      <a:gd name="connsiteX16" fmla="*/ 39174 w 59908"/>
                      <a:gd name="connsiteY16" fmla="*/ 14186 h 94328"/>
                      <a:gd name="connsiteX17" fmla="*/ 45444 w 59908"/>
                      <a:gd name="connsiteY17" fmla="*/ 29495 h 94328"/>
                      <a:gd name="connsiteX18" fmla="*/ 39174 w 59908"/>
                      <a:gd name="connsiteY18" fmla="*/ 44783 h 94328"/>
                      <a:gd name="connsiteX19" fmla="*/ 22187 w 59908"/>
                      <a:gd name="connsiteY19" fmla="*/ 50435 h 94328"/>
                      <a:gd name="connsiteX20" fmla="*/ 12166 w 59908"/>
                      <a:gd name="connsiteY20" fmla="*/ 49324 h 94328"/>
                      <a:gd name="connsiteX21" fmla="*/ 1986 w 59908"/>
                      <a:gd name="connsiteY21" fmla="*/ 45854 h 94328"/>
                      <a:gd name="connsiteX22" fmla="*/ 1986 w 59908"/>
                      <a:gd name="connsiteY22" fmla="*/ 92334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334"/>
                        </a:moveTo>
                        <a:lnTo>
                          <a:pt x="51159" y="92334"/>
                        </a:lnTo>
                        <a:lnTo>
                          <a:pt x="51159" y="81785"/>
                        </a:lnTo>
                        <a:lnTo>
                          <a:pt x="13456" y="81785"/>
                        </a:lnTo>
                        <a:lnTo>
                          <a:pt x="13456" y="59120"/>
                        </a:lnTo>
                        <a:cubicBezTo>
                          <a:pt x="15269" y="59741"/>
                          <a:pt x="17081" y="60204"/>
                          <a:pt x="18893" y="60508"/>
                        </a:cubicBezTo>
                        <a:cubicBezTo>
                          <a:pt x="20719" y="60812"/>
                          <a:pt x="22545" y="60964"/>
                          <a:pt x="24370" y="60964"/>
                        </a:cubicBezTo>
                        <a:cubicBezTo>
                          <a:pt x="34702" y="60964"/>
                          <a:pt x="42884" y="58135"/>
                          <a:pt x="48917" y="52477"/>
                        </a:cubicBezTo>
                        <a:cubicBezTo>
                          <a:pt x="54963" y="46819"/>
                          <a:pt x="57986" y="39158"/>
                          <a:pt x="57986" y="29495"/>
                        </a:cubicBezTo>
                        <a:cubicBezTo>
                          <a:pt x="57986" y="19540"/>
                          <a:pt x="54883" y="11800"/>
                          <a:pt x="48679" y="6275"/>
                        </a:cubicBezTo>
                        <a:cubicBezTo>
                          <a:pt x="42474" y="762"/>
                          <a:pt x="33730" y="-1994"/>
                          <a:pt x="22445" y="-1994"/>
                        </a:cubicBezTo>
                        <a:cubicBezTo>
                          <a:pt x="18556" y="-1994"/>
                          <a:pt x="14594" y="-1664"/>
                          <a:pt x="10559" y="-1003"/>
                        </a:cubicBezTo>
                        <a:cubicBezTo>
                          <a:pt x="6537" y="-342"/>
                          <a:pt x="2377" y="650"/>
                          <a:pt x="-1923" y="1972"/>
                        </a:cubicBezTo>
                        <a:lnTo>
                          <a:pt x="-1923" y="14563"/>
                        </a:lnTo>
                        <a:cubicBezTo>
                          <a:pt x="1795" y="12541"/>
                          <a:pt x="5638" y="11034"/>
                          <a:pt x="9606" y="10042"/>
                        </a:cubicBezTo>
                        <a:cubicBezTo>
                          <a:pt x="13575" y="9051"/>
                          <a:pt x="17769" y="8555"/>
                          <a:pt x="22187" y="8555"/>
                        </a:cubicBezTo>
                        <a:cubicBezTo>
                          <a:pt x="29344" y="8555"/>
                          <a:pt x="35006" y="10432"/>
                          <a:pt x="39174" y="14186"/>
                        </a:cubicBezTo>
                        <a:cubicBezTo>
                          <a:pt x="43354" y="17941"/>
                          <a:pt x="45444" y="23044"/>
                          <a:pt x="45444" y="29495"/>
                        </a:cubicBezTo>
                        <a:cubicBezTo>
                          <a:pt x="45444" y="35933"/>
                          <a:pt x="43354" y="41029"/>
                          <a:pt x="39174" y="44783"/>
                        </a:cubicBezTo>
                        <a:cubicBezTo>
                          <a:pt x="35006" y="48551"/>
                          <a:pt x="29344" y="50435"/>
                          <a:pt x="22187" y="50435"/>
                        </a:cubicBezTo>
                        <a:cubicBezTo>
                          <a:pt x="18840" y="50435"/>
                          <a:pt x="15500" y="50064"/>
                          <a:pt x="12166" y="49324"/>
                        </a:cubicBezTo>
                        <a:cubicBezTo>
                          <a:pt x="8846" y="48584"/>
                          <a:pt x="5452" y="47427"/>
                          <a:pt x="1986" y="45854"/>
                        </a:cubicBezTo>
                        <a:lnTo>
                          <a:pt x="1986" y="9233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6E1574F5-78C7-AF53-40DE-75BB9CE83A1D}"/>
                      </a:ext>
                    </a:extLst>
                  </p:cNvPr>
                  <p:cNvSpPr/>
                  <p:nvPr/>
                </p:nvSpPr>
                <p:spPr>
                  <a:xfrm flipV="1">
                    <a:off x="4242659" y="4906927"/>
                    <a:ext cx="55125" cy="92524"/>
                  </a:xfrm>
                  <a:custGeom>
                    <a:avLst/>
                    <a:gdLst>
                      <a:gd name="connsiteX0" fmla="*/ -199 w 55125"/>
                      <a:gd name="connsiteY0" fmla="*/ 8490 h 92524"/>
                      <a:gd name="connsiteX1" fmla="*/ 20260 w 55125"/>
                      <a:gd name="connsiteY1" fmla="*/ 8490 h 92524"/>
                      <a:gd name="connsiteX2" fmla="*/ 20260 w 55125"/>
                      <a:gd name="connsiteY2" fmla="*/ 79082 h 92524"/>
                      <a:gd name="connsiteX3" fmla="*/ -2005 w 55125"/>
                      <a:gd name="connsiteY3" fmla="*/ 74621 h 92524"/>
                      <a:gd name="connsiteX4" fmla="*/ -2005 w 55125"/>
                      <a:gd name="connsiteY4" fmla="*/ 86023 h 92524"/>
                      <a:gd name="connsiteX5" fmla="*/ 20141 w 55125"/>
                      <a:gd name="connsiteY5" fmla="*/ 90484 h 92524"/>
                      <a:gd name="connsiteX6" fmla="*/ 32662 w 55125"/>
                      <a:gd name="connsiteY6" fmla="*/ 90484 h 92524"/>
                      <a:gd name="connsiteX7" fmla="*/ 32662 w 55125"/>
                      <a:gd name="connsiteY7" fmla="*/ 8490 h 92524"/>
                      <a:gd name="connsiteX8" fmla="*/ 53121 w 55125"/>
                      <a:gd name="connsiteY8" fmla="*/ 8490 h 92524"/>
                      <a:gd name="connsiteX9" fmla="*/ 53121 w 55125"/>
                      <a:gd name="connsiteY9" fmla="*/ -2040 h 92524"/>
                      <a:gd name="connsiteX10" fmla="*/ -199 w 55125"/>
                      <a:gd name="connsiteY10" fmla="*/ -2040 h 92524"/>
                      <a:gd name="connsiteX11" fmla="*/ -199 w 55125"/>
                      <a:gd name="connsiteY11" fmla="*/ 849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199" y="8490"/>
                        </a:moveTo>
                        <a:lnTo>
                          <a:pt x="20260" y="8490"/>
                        </a:lnTo>
                        <a:lnTo>
                          <a:pt x="20260" y="79082"/>
                        </a:lnTo>
                        <a:lnTo>
                          <a:pt x="-2005" y="74621"/>
                        </a:lnTo>
                        <a:lnTo>
                          <a:pt x="-2005" y="86023"/>
                        </a:lnTo>
                        <a:lnTo>
                          <a:pt x="20141" y="90484"/>
                        </a:lnTo>
                        <a:lnTo>
                          <a:pt x="32662" y="90484"/>
                        </a:lnTo>
                        <a:lnTo>
                          <a:pt x="32662" y="8490"/>
                        </a:lnTo>
                        <a:lnTo>
                          <a:pt x="53121" y="8490"/>
                        </a:lnTo>
                        <a:lnTo>
                          <a:pt x="53121" y="-2040"/>
                        </a:lnTo>
                        <a:lnTo>
                          <a:pt x="-199" y="-2040"/>
                        </a:lnTo>
                        <a:lnTo>
                          <a:pt x="-199" y="84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8" name="Freeform: Shape 47">
                    <a:extLst>
                      <a:ext uri="{FF2B5EF4-FFF2-40B4-BE49-F238E27FC236}">
                        <a16:creationId xmlns:a16="http://schemas.microsoft.com/office/drawing/2014/main" id="{B8DF03EF-FD3D-6A40-A7E6-8BFF0114FF2A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4905261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4043 h 95994"/>
                      <a:gd name="connsiteX1" fmla="*/ 15502 w 63996"/>
                      <a:gd name="connsiteY1" fmla="*/ 74525 h 95994"/>
                      <a:gd name="connsiteX2" fmla="*/ 10640 w 63996"/>
                      <a:gd name="connsiteY2" fmla="*/ 45931 h 95994"/>
                      <a:gd name="connsiteX3" fmla="*/ 15502 w 63996"/>
                      <a:gd name="connsiteY3" fmla="*/ 17396 h 95994"/>
                      <a:gd name="connsiteX4" fmla="*/ 30047 w 63996"/>
                      <a:gd name="connsiteY4" fmla="*/ 7878 h 95994"/>
                      <a:gd name="connsiteX5" fmla="*/ 44652 w 63996"/>
                      <a:gd name="connsiteY5" fmla="*/ 17396 h 95994"/>
                      <a:gd name="connsiteX6" fmla="*/ 49534 w 63996"/>
                      <a:gd name="connsiteY6" fmla="*/ 45931 h 95994"/>
                      <a:gd name="connsiteX7" fmla="*/ 44652 w 63996"/>
                      <a:gd name="connsiteY7" fmla="*/ 74525 h 95994"/>
                      <a:gd name="connsiteX8" fmla="*/ 30047 w 63996"/>
                      <a:gd name="connsiteY8" fmla="*/ 84043 h 95994"/>
                      <a:gd name="connsiteX9" fmla="*/ 30047 w 63996"/>
                      <a:gd name="connsiteY9" fmla="*/ 93958 h 95994"/>
                      <a:gd name="connsiteX10" fmla="*/ 53840 w 63996"/>
                      <a:gd name="connsiteY10" fmla="*/ 81644 h 95994"/>
                      <a:gd name="connsiteX11" fmla="*/ 62055 w 63996"/>
                      <a:gd name="connsiteY11" fmla="*/ 45931 h 95994"/>
                      <a:gd name="connsiteX12" fmla="*/ 53840 w 63996"/>
                      <a:gd name="connsiteY12" fmla="*/ 10258 h 95994"/>
                      <a:gd name="connsiteX13" fmla="*/ 30047 w 63996"/>
                      <a:gd name="connsiteY13" fmla="*/ -2036 h 95994"/>
                      <a:gd name="connsiteX14" fmla="*/ 6274 w 63996"/>
                      <a:gd name="connsiteY14" fmla="*/ 10258 h 95994"/>
                      <a:gd name="connsiteX15" fmla="*/ -1941 w 63996"/>
                      <a:gd name="connsiteY15" fmla="*/ 45931 h 95994"/>
                      <a:gd name="connsiteX16" fmla="*/ 6274 w 63996"/>
                      <a:gd name="connsiteY16" fmla="*/ 81644 h 95994"/>
                      <a:gd name="connsiteX17" fmla="*/ 30047 w 63996"/>
                      <a:gd name="connsiteY17" fmla="*/ 9395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4043"/>
                        </a:moveTo>
                        <a:cubicBezTo>
                          <a:pt x="23605" y="84043"/>
                          <a:pt x="18756" y="80870"/>
                          <a:pt x="15502" y="74525"/>
                        </a:cubicBezTo>
                        <a:cubicBezTo>
                          <a:pt x="12261" y="68193"/>
                          <a:pt x="10640" y="58661"/>
                          <a:pt x="10640" y="45931"/>
                        </a:cubicBezTo>
                        <a:cubicBezTo>
                          <a:pt x="10640" y="33253"/>
                          <a:pt x="12261" y="23742"/>
                          <a:pt x="15502" y="17396"/>
                        </a:cubicBezTo>
                        <a:cubicBezTo>
                          <a:pt x="18756" y="11051"/>
                          <a:pt x="23605" y="7878"/>
                          <a:pt x="30047" y="7878"/>
                        </a:cubicBezTo>
                        <a:cubicBezTo>
                          <a:pt x="36543" y="7878"/>
                          <a:pt x="41411" y="11051"/>
                          <a:pt x="44652" y="17396"/>
                        </a:cubicBezTo>
                        <a:cubicBezTo>
                          <a:pt x="47907" y="23742"/>
                          <a:pt x="49534" y="33253"/>
                          <a:pt x="49534" y="45931"/>
                        </a:cubicBezTo>
                        <a:cubicBezTo>
                          <a:pt x="49534" y="58661"/>
                          <a:pt x="47907" y="68193"/>
                          <a:pt x="44652" y="74525"/>
                        </a:cubicBezTo>
                        <a:cubicBezTo>
                          <a:pt x="41411" y="80870"/>
                          <a:pt x="36543" y="84043"/>
                          <a:pt x="30047" y="84043"/>
                        </a:cubicBezTo>
                        <a:close/>
                        <a:moveTo>
                          <a:pt x="30047" y="93958"/>
                        </a:moveTo>
                        <a:cubicBezTo>
                          <a:pt x="40432" y="93958"/>
                          <a:pt x="48363" y="89853"/>
                          <a:pt x="53840" y="81644"/>
                        </a:cubicBezTo>
                        <a:cubicBezTo>
                          <a:pt x="59317" y="73448"/>
                          <a:pt x="62055" y="61543"/>
                          <a:pt x="62055" y="45931"/>
                        </a:cubicBezTo>
                        <a:cubicBezTo>
                          <a:pt x="62055" y="30358"/>
                          <a:pt x="59317" y="18467"/>
                          <a:pt x="53840" y="10258"/>
                        </a:cubicBezTo>
                        <a:cubicBezTo>
                          <a:pt x="48363" y="2062"/>
                          <a:pt x="40432" y="-2036"/>
                          <a:pt x="30047" y="-2036"/>
                        </a:cubicBezTo>
                        <a:cubicBezTo>
                          <a:pt x="19675" y="-2036"/>
                          <a:pt x="11751" y="2062"/>
                          <a:pt x="6274" y="10258"/>
                        </a:cubicBezTo>
                        <a:cubicBezTo>
                          <a:pt x="797" y="18467"/>
                          <a:pt x="-1941" y="30358"/>
                          <a:pt x="-1941" y="45931"/>
                        </a:cubicBezTo>
                        <a:cubicBezTo>
                          <a:pt x="-1941" y="61543"/>
                          <a:pt x="797" y="73448"/>
                          <a:pt x="6274" y="81644"/>
                        </a:cubicBezTo>
                        <a:cubicBezTo>
                          <a:pt x="11751" y="89853"/>
                          <a:pt x="19675" y="93958"/>
                          <a:pt x="30047" y="939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9" name="Graphic 2">
                <a:extLst>
                  <a:ext uri="{FF2B5EF4-FFF2-40B4-BE49-F238E27FC236}">
                    <a16:creationId xmlns:a16="http://schemas.microsoft.com/office/drawing/2014/main" id="{2D4FAB93-E886-EE42-7449-92A2EFA9946C}"/>
                  </a:ext>
                </a:extLst>
              </p:cNvPr>
              <p:cNvGrpSpPr/>
              <p:nvPr/>
            </p:nvGrpSpPr>
            <p:grpSpPr>
              <a:xfrm>
                <a:off x="4157710" y="4229825"/>
                <a:ext cx="321508" cy="95994"/>
                <a:chOff x="4157710" y="4229825"/>
                <a:chExt cx="321508" cy="95994"/>
              </a:xfrm>
              <a:solidFill>
                <a:srgbClr val="000000"/>
              </a:solidFill>
            </p:grpSpPr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5E9C2148-7A80-EDE9-BEDD-286943B28AA6}"/>
                    </a:ext>
                  </a:extLst>
                </p:cNvPr>
                <p:cNvSpPr/>
                <p:nvPr/>
              </p:nvSpPr>
              <p:spPr>
                <a:xfrm>
                  <a:off x="4434768" y="4275800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240 h 12690"/>
                    <a:gd name="connsiteX1" fmla="*/ 104 w 44450"/>
                    <a:gd name="connsiteY1" fmla="*/ 24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240"/>
                      </a:moveTo>
                      <a:lnTo>
                        <a:pt x="104" y="240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1" name="Graphic 2">
                  <a:extLst>
                    <a:ext uri="{FF2B5EF4-FFF2-40B4-BE49-F238E27FC236}">
                      <a16:creationId xmlns:a16="http://schemas.microsoft.com/office/drawing/2014/main" id="{6C0BA48F-364F-0BD2-8959-EB3A914B16FA}"/>
                    </a:ext>
                  </a:extLst>
                </p:cNvPr>
                <p:cNvGrpSpPr/>
                <p:nvPr/>
              </p:nvGrpSpPr>
              <p:grpSpPr>
                <a:xfrm>
                  <a:off x="4157710" y="4229825"/>
                  <a:ext cx="224169" cy="95994"/>
                  <a:chOff x="4157710" y="4229825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01E3338F-402E-3B15-08D6-9C293802B417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4231491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281 h 94328"/>
                      <a:gd name="connsiteX1" fmla="*/ 51159 w 59908"/>
                      <a:gd name="connsiteY1" fmla="*/ 92281 h 94328"/>
                      <a:gd name="connsiteX2" fmla="*/ 51159 w 59908"/>
                      <a:gd name="connsiteY2" fmla="*/ 81732 h 94328"/>
                      <a:gd name="connsiteX3" fmla="*/ 13456 w 59908"/>
                      <a:gd name="connsiteY3" fmla="*/ 81732 h 94328"/>
                      <a:gd name="connsiteX4" fmla="*/ 13456 w 59908"/>
                      <a:gd name="connsiteY4" fmla="*/ 59067 h 94328"/>
                      <a:gd name="connsiteX5" fmla="*/ 18893 w 59908"/>
                      <a:gd name="connsiteY5" fmla="*/ 60455 h 94328"/>
                      <a:gd name="connsiteX6" fmla="*/ 24370 w 59908"/>
                      <a:gd name="connsiteY6" fmla="*/ 60911 h 94328"/>
                      <a:gd name="connsiteX7" fmla="*/ 48917 w 59908"/>
                      <a:gd name="connsiteY7" fmla="*/ 52424 h 94328"/>
                      <a:gd name="connsiteX8" fmla="*/ 57986 w 59908"/>
                      <a:gd name="connsiteY8" fmla="*/ 29442 h 94328"/>
                      <a:gd name="connsiteX9" fmla="*/ 48679 w 59908"/>
                      <a:gd name="connsiteY9" fmla="*/ 6221 h 94328"/>
                      <a:gd name="connsiteX10" fmla="*/ 22445 w 59908"/>
                      <a:gd name="connsiteY10" fmla="*/ -2048 h 94328"/>
                      <a:gd name="connsiteX11" fmla="*/ 10559 w 59908"/>
                      <a:gd name="connsiteY11" fmla="*/ -1056 h 94328"/>
                      <a:gd name="connsiteX12" fmla="*/ -1923 w 59908"/>
                      <a:gd name="connsiteY12" fmla="*/ 1918 h 94328"/>
                      <a:gd name="connsiteX13" fmla="*/ -1923 w 59908"/>
                      <a:gd name="connsiteY13" fmla="*/ 14510 h 94328"/>
                      <a:gd name="connsiteX14" fmla="*/ 9606 w 59908"/>
                      <a:gd name="connsiteY14" fmla="*/ 9989 h 94328"/>
                      <a:gd name="connsiteX15" fmla="*/ 22187 w 59908"/>
                      <a:gd name="connsiteY15" fmla="*/ 8502 h 94328"/>
                      <a:gd name="connsiteX16" fmla="*/ 39174 w 59908"/>
                      <a:gd name="connsiteY16" fmla="*/ 14133 h 94328"/>
                      <a:gd name="connsiteX17" fmla="*/ 45444 w 59908"/>
                      <a:gd name="connsiteY17" fmla="*/ 29442 h 94328"/>
                      <a:gd name="connsiteX18" fmla="*/ 39174 w 59908"/>
                      <a:gd name="connsiteY18" fmla="*/ 44730 h 94328"/>
                      <a:gd name="connsiteX19" fmla="*/ 22187 w 59908"/>
                      <a:gd name="connsiteY19" fmla="*/ 50381 h 94328"/>
                      <a:gd name="connsiteX20" fmla="*/ 12166 w 59908"/>
                      <a:gd name="connsiteY20" fmla="*/ 49271 h 94328"/>
                      <a:gd name="connsiteX21" fmla="*/ 1986 w 59908"/>
                      <a:gd name="connsiteY21" fmla="*/ 45801 h 94328"/>
                      <a:gd name="connsiteX22" fmla="*/ 1986 w 59908"/>
                      <a:gd name="connsiteY22" fmla="*/ 9228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281"/>
                        </a:moveTo>
                        <a:lnTo>
                          <a:pt x="51159" y="92281"/>
                        </a:lnTo>
                        <a:lnTo>
                          <a:pt x="51159" y="81732"/>
                        </a:lnTo>
                        <a:lnTo>
                          <a:pt x="13456" y="81732"/>
                        </a:lnTo>
                        <a:lnTo>
                          <a:pt x="13456" y="59067"/>
                        </a:lnTo>
                        <a:cubicBezTo>
                          <a:pt x="15269" y="59688"/>
                          <a:pt x="17081" y="60151"/>
                          <a:pt x="18893" y="60455"/>
                        </a:cubicBezTo>
                        <a:cubicBezTo>
                          <a:pt x="20719" y="60759"/>
                          <a:pt x="22545" y="60911"/>
                          <a:pt x="24370" y="60911"/>
                        </a:cubicBezTo>
                        <a:cubicBezTo>
                          <a:pt x="34702" y="60911"/>
                          <a:pt x="42884" y="58082"/>
                          <a:pt x="48917" y="52424"/>
                        </a:cubicBezTo>
                        <a:cubicBezTo>
                          <a:pt x="54963" y="46766"/>
                          <a:pt x="57986" y="39105"/>
                          <a:pt x="57986" y="29442"/>
                        </a:cubicBezTo>
                        <a:cubicBezTo>
                          <a:pt x="57986" y="19487"/>
                          <a:pt x="54883" y="11747"/>
                          <a:pt x="48679" y="6221"/>
                        </a:cubicBezTo>
                        <a:cubicBezTo>
                          <a:pt x="42474" y="709"/>
                          <a:pt x="33730" y="-2048"/>
                          <a:pt x="22445" y="-2048"/>
                        </a:cubicBezTo>
                        <a:cubicBezTo>
                          <a:pt x="18556" y="-2048"/>
                          <a:pt x="14594" y="-1717"/>
                          <a:pt x="10559" y="-1056"/>
                        </a:cubicBezTo>
                        <a:cubicBezTo>
                          <a:pt x="6537" y="-395"/>
                          <a:pt x="2377" y="596"/>
                          <a:pt x="-1923" y="1918"/>
                        </a:cubicBezTo>
                        <a:lnTo>
                          <a:pt x="-1923" y="14510"/>
                        </a:lnTo>
                        <a:cubicBezTo>
                          <a:pt x="1795" y="12487"/>
                          <a:pt x="5638" y="10980"/>
                          <a:pt x="9606" y="9989"/>
                        </a:cubicBezTo>
                        <a:cubicBezTo>
                          <a:pt x="13575" y="8997"/>
                          <a:pt x="17769" y="8502"/>
                          <a:pt x="22187" y="8502"/>
                        </a:cubicBezTo>
                        <a:cubicBezTo>
                          <a:pt x="29344" y="8502"/>
                          <a:pt x="35006" y="10379"/>
                          <a:pt x="39174" y="14133"/>
                        </a:cubicBezTo>
                        <a:cubicBezTo>
                          <a:pt x="43354" y="17888"/>
                          <a:pt x="45444" y="22990"/>
                          <a:pt x="45444" y="29442"/>
                        </a:cubicBezTo>
                        <a:cubicBezTo>
                          <a:pt x="45444" y="35880"/>
                          <a:pt x="43354" y="40976"/>
                          <a:pt x="39174" y="44730"/>
                        </a:cubicBezTo>
                        <a:cubicBezTo>
                          <a:pt x="35006" y="48498"/>
                          <a:pt x="29344" y="50381"/>
                          <a:pt x="22187" y="50381"/>
                        </a:cubicBezTo>
                        <a:cubicBezTo>
                          <a:pt x="18840" y="50381"/>
                          <a:pt x="15500" y="50011"/>
                          <a:pt x="12166" y="49271"/>
                        </a:cubicBezTo>
                        <a:cubicBezTo>
                          <a:pt x="8846" y="48531"/>
                          <a:pt x="5452" y="47374"/>
                          <a:pt x="1986" y="45801"/>
                        </a:cubicBezTo>
                        <a:lnTo>
                          <a:pt x="1986" y="9228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F329FACB-F122-E286-8BEA-8961AFD92235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015" y="4229825"/>
                    <a:ext cx="58777" cy="94189"/>
                  </a:xfrm>
                  <a:custGeom>
                    <a:avLst/>
                    <a:gdLst>
                      <a:gd name="connsiteX0" fmla="*/ 13198 w 58777"/>
                      <a:gd name="connsiteY0" fmla="*/ 8394 h 94189"/>
                      <a:gd name="connsiteX1" fmla="*/ 56914 w 58777"/>
                      <a:gd name="connsiteY1" fmla="*/ 8394 h 94189"/>
                      <a:gd name="connsiteX2" fmla="*/ 56914 w 58777"/>
                      <a:gd name="connsiteY2" fmla="*/ -2135 h 94189"/>
                      <a:gd name="connsiteX3" fmla="*/ -1863 w 58777"/>
                      <a:gd name="connsiteY3" fmla="*/ -2135 h 94189"/>
                      <a:gd name="connsiteX4" fmla="*/ -1863 w 58777"/>
                      <a:gd name="connsiteY4" fmla="*/ 8394 h 94189"/>
                      <a:gd name="connsiteX5" fmla="*/ 17564 w 58777"/>
                      <a:gd name="connsiteY5" fmla="*/ 28184 h 94189"/>
                      <a:gd name="connsiteX6" fmla="*/ 33042 w 58777"/>
                      <a:gd name="connsiteY6" fmla="*/ 44226 h 94189"/>
                      <a:gd name="connsiteX7" fmla="*/ 41436 w 58777"/>
                      <a:gd name="connsiteY7" fmla="*/ 55648 h 94189"/>
                      <a:gd name="connsiteX8" fmla="*/ 43837 w 58777"/>
                      <a:gd name="connsiteY8" fmla="*/ 64849 h 94189"/>
                      <a:gd name="connsiteX9" fmla="*/ 38658 w 58777"/>
                      <a:gd name="connsiteY9" fmla="*/ 76865 h 94189"/>
                      <a:gd name="connsiteX10" fmla="*/ 25164 w 58777"/>
                      <a:gd name="connsiteY10" fmla="*/ 81525 h 94189"/>
                      <a:gd name="connsiteX11" fmla="*/ 12722 w 58777"/>
                      <a:gd name="connsiteY11" fmla="*/ 79483 h 94189"/>
                      <a:gd name="connsiteX12" fmla="*/ -1248 w 58777"/>
                      <a:gd name="connsiteY12" fmla="*/ 73276 h 94189"/>
                      <a:gd name="connsiteX13" fmla="*/ -1248 w 58777"/>
                      <a:gd name="connsiteY13" fmla="*/ 85927 h 94189"/>
                      <a:gd name="connsiteX14" fmla="*/ 12881 w 58777"/>
                      <a:gd name="connsiteY14" fmla="*/ 90508 h 94189"/>
                      <a:gd name="connsiteX15" fmla="*/ 24926 w 58777"/>
                      <a:gd name="connsiteY15" fmla="*/ 92055 h 94189"/>
                      <a:gd name="connsiteX16" fmla="*/ 47865 w 58777"/>
                      <a:gd name="connsiteY16" fmla="*/ 84856 h 94189"/>
                      <a:gd name="connsiteX17" fmla="*/ 56418 w 58777"/>
                      <a:gd name="connsiteY17" fmla="*/ 65662 h 94189"/>
                      <a:gd name="connsiteX18" fmla="*/ 54275 w 58777"/>
                      <a:gd name="connsiteY18" fmla="*/ 54835 h 94189"/>
                      <a:gd name="connsiteX19" fmla="*/ 46496 w 58777"/>
                      <a:gd name="connsiteY19" fmla="*/ 42798 h 94189"/>
                      <a:gd name="connsiteX20" fmla="*/ 36634 w 58777"/>
                      <a:gd name="connsiteY20" fmla="*/ 32408 h 94189"/>
                      <a:gd name="connsiteX21" fmla="*/ 13198 w 58777"/>
                      <a:gd name="connsiteY21" fmla="*/ 8394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198" y="8394"/>
                        </a:moveTo>
                        <a:lnTo>
                          <a:pt x="56914" y="8394"/>
                        </a:lnTo>
                        <a:lnTo>
                          <a:pt x="56914" y="-2135"/>
                        </a:lnTo>
                        <a:lnTo>
                          <a:pt x="-1863" y="-2135"/>
                        </a:lnTo>
                        <a:lnTo>
                          <a:pt x="-1863" y="8394"/>
                        </a:lnTo>
                        <a:cubicBezTo>
                          <a:pt x="2886" y="13312"/>
                          <a:pt x="9362" y="19909"/>
                          <a:pt x="17564" y="28184"/>
                        </a:cubicBezTo>
                        <a:cubicBezTo>
                          <a:pt x="25779" y="36473"/>
                          <a:pt x="30939" y="41820"/>
                          <a:pt x="33042" y="44226"/>
                        </a:cubicBezTo>
                        <a:cubicBezTo>
                          <a:pt x="37051" y="48721"/>
                          <a:pt x="39849" y="52528"/>
                          <a:pt x="41436" y="55648"/>
                        </a:cubicBezTo>
                        <a:cubicBezTo>
                          <a:pt x="43037" y="58768"/>
                          <a:pt x="43837" y="61834"/>
                          <a:pt x="43837" y="64849"/>
                        </a:cubicBezTo>
                        <a:cubicBezTo>
                          <a:pt x="43837" y="69766"/>
                          <a:pt x="42111" y="73772"/>
                          <a:pt x="38658" y="76865"/>
                        </a:cubicBezTo>
                        <a:cubicBezTo>
                          <a:pt x="35205" y="79972"/>
                          <a:pt x="30707" y="81525"/>
                          <a:pt x="25164" y="81525"/>
                        </a:cubicBezTo>
                        <a:cubicBezTo>
                          <a:pt x="21235" y="81525"/>
                          <a:pt x="17088" y="80844"/>
                          <a:pt x="12722" y="79483"/>
                        </a:cubicBezTo>
                        <a:cubicBezTo>
                          <a:pt x="8370" y="78121"/>
                          <a:pt x="3713" y="76052"/>
                          <a:pt x="-1248" y="73276"/>
                        </a:cubicBezTo>
                        <a:lnTo>
                          <a:pt x="-1248" y="85927"/>
                        </a:lnTo>
                        <a:cubicBezTo>
                          <a:pt x="3792" y="87950"/>
                          <a:pt x="8502" y="89477"/>
                          <a:pt x="12881" y="90508"/>
                        </a:cubicBezTo>
                        <a:cubicBezTo>
                          <a:pt x="17273" y="91539"/>
                          <a:pt x="21288" y="92055"/>
                          <a:pt x="24926" y="92055"/>
                        </a:cubicBezTo>
                        <a:cubicBezTo>
                          <a:pt x="34517" y="92055"/>
                          <a:pt x="42164" y="89655"/>
                          <a:pt x="47865" y="84856"/>
                        </a:cubicBezTo>
                        <a:cubicBezTo>
                          <a:pt x="53567" y="80071"/>
                          <a:pt x="56418" y="73673"/>
                          <a:pt x="56418" y="65662"/>
                        </a:cubicBezTo>
                        <a:cubicBezTo>
                          <a:pt x="56418" y="61854"/>
                          <a:pt x="55704" y="58245"/>
                          <a:pt x="54275" y="54835"/>
                        </a:cubicBezTo>
                        <a:cubicBezTo>
                          <a:pt x="52859" y="51437"/>
                          <a:pt x="50267" y="47425"/>
                          <a:pt x="46496" y="42798"/>
                        </a:cubicBezTo>
                        <a:cubicBezTo>
                          <a:pt x="45464" y="41595"/>
                          <a:pt x="42177" y="38132"/>
                          <a:pt x="36634" y="32408"/>
                        </a:cubicBezTo>
                        <a:cubicBezTo>
                          <a:pt x="31104" y="26684"/>
                          <a:pt x="23292" y="18679"/>
                          <a:pt x="13198" y="839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09C0CDBB-4AE3-F26B-82B9-A98DFB082D93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4229825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990 h 95994"/>
                      <a:gd name="connsiteX1" fmla="*/ 15502 w 63996"/>
                      <a:gd name="connsiteY1" fmla="*/ 74472 h 95994"/>
                      <a:gd name="connsiteX2" fmla="*/ 10640 w 63996"/>
                      <a:gd name="connsiteY2" fmla="*/ 45878 h 95994"/>
                      <a:gd name="connsiteX3" fmla="*/ 15502 w 63996"/>
                      <a:gd name="connsiteY3" fmla="*/ 17343 h 95994"/>
                      <a:gd name="connsiteX4" fmla="*/ 30047 w 63996"/>
                      <a:gd name="connsiteY4" fmla="*/ 7825 h 95994"/>
                      <a:gd name="connsiteX5" fmla="*/ 44652 w 63996"/>
                      <a:gd name="connsiteY5" fmla="*/ 17343 h 95994"/>
                      <a:gd name="connsiteX6" fmla="*/ 49534 w 63996"/>
                      <a:gd name="connsiteY6" fmla="*/ 45878 h 95994"/>
                      <a:gd name="connsiteX7" fmla="*/ 44652 w 63996"/>
                      <a:gd name="connsiteY7" fmla="*/ 74472 h 95994"/>
                      <a:gd name="connsiteX8" fmla="*/ 30047 w 63996"/>
                      <a:gd name="connsiteY8" fmla="*/ 83990 h 95994"/>
                      <a:gd name="connsiteX9" fmla="*/ 30047 w 63996"/>
                      <a:gd name="connsiteY9" fmla="*/ 93905 h 95994"/>
                      <a:gd name="connsiteX10" fmla="*/ 53840 w 63996"/>
                      <a:gd name="connsiteY10" fmla="*/ 81591 h 95994"/>
                      <a:gd name="connsiteX11" fmla="*/ 62055 w 63996"/>
                      <a:gd name="connsiteY11" fmla="*/ 45878 h 95994"/>
                      <a:gd name="connsiteX12" fmla="*/ 53840 w 63996"/>
                      <a:gd name="connsiteY12" fmla="*/ 10205 h 95994"/>
                      <a:gd name="connsiteX13" fmla="*/ 30047 w 63996"/>
                      <a:gd name="connsiteY13" fmla="*/ -2090 h 95994"/>
                      <a:gd name="connsiteX14" fmla="*/ 6274 w 63996"/>
                      <a:gd name="connsiteY14" fmla="*/ 10205 h 95994"/>
                      <a:gd name="connsiteX15" fmla="*/ -1941 w 63996"/>
                      <a:gd name="connsiteY15" fmla="*/ 45878 h 95994"/>
                      <a:gd name="connsiteX16" fmla="*/ 6274 w 63996"/>
                      <a:gd name="connsiteY16" fmla="*/ 81591 h 95994"/>
                      <a:gd name="connsiteX17" fmla="*/ 30047 w 63996"/>
                      <a:gd name="connsiteY17" fmla="*/ 9390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990"/>
                        </a:moveTo>
                        <a:cubicBezTo>
                          <a:pt x="23605" y="83990"/>
                          <a:pt x="18756" y="80817"/>
                          <a:pt x="15502" y="74472"/>
                        </a:cubicBezTo>
                        <a:cubicBezTo>
                          <a:pt x="12261" y="68140"/>
                          <a:pt x="10640" y="58608"/>
                          <a:pt x="10640" y="45878"/>
                        </a:cubicBezTo>
                        <a:cubicBezTo>
                          <a:pt x="10640" y="33200"/>
                          <a:pt x="12261" y="23689"/>
                          <a:pt x="15502" y="17343"/>
                        </a:cubicBezTo>
                        <a:cubicBezTo>
                          <a:pt x="18756" y="10998"/>
                          <a:pt x="23605" y="7825"/>
                          <a:pt x="30047" y="7825"/>
                        </a:cubicBezTo>
                        <a:cubicBezTo>
                          <a:pt x="36543" y="7825"/>
                          <a:pt x="41411" y="10998"/>
                          <a:pt x="44652" y="17343"/>
                        </a:cubicBezTo>
                        <a:cubicBezTo>
                          <a:pt x="47907" y="23689"/>
                          <a:pt x="49534" y="33200"/>
                          <a:pt x="49534" y="45878"/>
                        </a:cubicBezTo>
                        <a:cubicBezTo>
                          <a:pt x="49534" y="58608"/>
                          <a:pt x="47907" y="68140"/>
                          <a:pt x="44652" y="74472"/>
                        </a:cubicBezTo>
                        <a:cubicBezTo>
                          <a:pt x="41411" y="80817"/>
                          <a:pt x="36543" y="83990"/>
                          <a:pt x="30047" y="83990"/>
                        </a:cubicBezTo>
                        <a:close/>
                        <a:moveTo>
                          <a:pt x="30047" y="93905"/>
                        </a:moveTo>
                        <a:cubicBezTo>
                          <a:pt x="40432" y="93905"/>
                          <a:pt x="48363" y="89800"/>
                          <a:pt x="53840" y="81591"/>
                        </a:cubicBezTo>
                        <a:cubicBezTo>
                          <a:pt x="59317" y="73394"/>
                          <a:pt x="62055" y="61490"/>
                          <a:pt x="62055" y="45878"/>
                        </a:cubicBezTo>
                        <a:cubicBezTo>
                          <a:pt x="62055" y="30305"/>
                          <a:pt x="59317" y="18414"/>
                          <a:pt x="53840" y="10205"/>
                        </a:cubicBezTo>
                        <a:cubicBezTo>
                          <a:pt x="48363" y="2008"/>
                          <a:pt x="40432" y="-2090"/>
                          <a:pt x="30047" y="-2090"/>
                        </a:cubicBezTo>
                        <a:cubicBezTo>
                          <a:pt x="19675" y="-2090"/>
                          <a:pt x="11751" y="2008"/>
                          <a:pt x="6274" y="10205"/>
                        </a:cubicBezTo>
                        <a:cubicBezTo>
                          <a:pt x="797" y="18414"/>
                          <a:pt x="-1941" y="30305"/>
                          <a:pt x="-1941" y="45878"/>
                        </a:cubicBezTo>
                        <a:cubicBezTo>
                          <a:pt x="-1941" y="61490"/>
                          <a:pt x="797" y="73394"/>
                          <a:pt x="6274" y="81591"/>
                        </a:cubicBezTo>
                        <a:cubicBezTo>
                          <a:pt x="11751" y="89800"/>
                          <a:pt x="19675" y="93905"/>
                          <a:pt x="30047" y="939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5" name="Graphic 2">
                <a:extLst>
                  <a:ext uri="{FF2B5EF4-FFF2-40B4-BE49-F238E27FC236}">
                    <a16:creationId xmlns:a16="http://schemas.microsoft.com/office/drawing/2014/main" id="{2C69208C-75F5-3A06-AB11-B30420F900E0}"/>
                  </a:ext>
                </a:extLst>
              </p:cNvPr>
              <p:cNvGrpSpPr/>
              <p:nvPr/>
            </p:nvGrpSpPr>
            <p:grpSpPr>
              <a:xfrm>
                <a:off x="4157710" y="3554389"/>
                <a:ext cx="321508" cy="95994"/>
                <a:chOff x="4157710" y="3554389"/>
                <a:chExt cx="321508" cy="95994"/>
              </a:xfrm>
              <a:solidFill>
                <a:srgbClr val="000000"/>
              </a:solidFill>
            </p:grpSpPr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51CAF994-1E13-C9AE-CAB1-B86DAF6C7350}"/>
                    </a:ext>
                  </a:extLst>
                </p:cNvPr>
                <p:cNvSpPr/>
                <p:nvPr/>
              </p:nvSpPr>
              <p:spPr>
                <a:xfrm>
                  <a:off x="4434768" y="3600364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187 h 12690"/>
                    <a:gd name="connsiteX1" fmla="*/ 104 w 44450"/>
                    <a:gd name="connsiteY1" fmla="*/ 187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187"/>
                      </a:moveTo>
                      <a:lnTo>
                        <a:pt x="104" y="187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7" name="Graphic 2">
                  <a:extLst>
                    <a:ext uri="{FF2B5EF4-FFF2-40B4-BE49-F238E27FC236}">
                      <a16:creationId xmlns:a16="http://schemas.microsoft.com/office/drawing/2014/main" id="{E215C60A-D18C-1BBA-6735-57107DFB585D}"/>
                    </a:ext>
                  </a:extLst>
                </p:cNvPr>
                <p:cNvGrpSpPr/>
                <p:nvPr/>
              </p:nvGrpSpPr>
              <p:grpSpPr>
                <a:xfrm>
                  <a:off x="4157710" y="3554389"/>
                  <a:ext cx="224169" cy="95994"/>
                  <a:chOff x="4157710" y="3554389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8" name="Freeform: Shape 57">
                    <a:extLst>
                      <a:ext uri="{FF2B5EF4-FFF2-40B4-BE49-F238E27FC236}">
                        <a16:creationId xmlns:a16="http://schemas.microsoft.com/office/drawing/2014/main" id="{511CE8D0-0B8D-ACE0-B72E-21FB93D6F1BF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3556055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228 h 94328"/>
                      <a:gd name="connsiteX1" fmla="*/ 51159 w 59908"/>
                      <a:gd name="connsiteY1" fmla="*/ 92228 h 94328"/>
                      <a:gd name="connsiteX2" fmla="*/ 51159 w 59908"/>
                      <a:gd name="connsiteY2" fmla="*/ 81678 h 94328"/>
                      <a:gd name="connsiteX3" fmla="*/ 13456 w 59908"/>
                      <a:gd name="connsiteY3" fmla="*/ 81678 h 94328"/>
                      <a:gd name="connsiteX4" fmla="*/ 13456 w 59908"/>
                      <a:gd name="connsiteY4" fmla="*/ 59013 h 94328"/>
                      <a:gd name="connsiteX5" fmla="*/ 18893 w 59908"/>
                      <a:gd name="connsiteY5" fmla="*/ 60402 h 94328"/>
                      <a:gd name="connsiteX6" fmla="*/ 24370 w 59908"/>
                      <a:gd name="connsiteY6" fmla="*/ 60858 h 94328"/>
                      <a:gd name="connsiteX7" fmla="*/ 48917 w 59908"/>
                      <a:gd name="connsiteY7" fmla="*/ 52371 h 94328"/>
                      <a:gd name="connsiteX8" fmla="*/ 57986 w 59908"/>
                      <a:gd name="connsiteY8" fmla="*/ 29388 h 94328"/>
                      <a:gd name="connsiteX9" fmla="*/ 48679 w 59908"/>
                      <a:gd name="connsiteY9" fmla="*/ 6168 h 94328"/>
                      <a:gd name="connsiteX10" fmla="*/ 22445 w 59908"/>
                      <a:gd name="connsiteY10" fmla="*/ -2101 h 94328"/>
                      <a:gd name="connsiteX11" fmla="*/ 10559 w 59908"/>
                      <a:gd name="connsiteY11" fmla="*/ -1109 h 94328"/>
                      <a:gd name="connsiteX12" fmla="*/ -1923 w 59908"/>
                      <a:gd name="connsiteY12" fmla="*/ 1865 h 94328"/>
                      <a:gd name="connsiteX13" fmla="*/ -1923 w 59908"/>
                      <a:gd name="connsiteY13" fmla="*/ 14457 h 94328"/>
                      <a:gd name="connsiteX14" fmla="*/ 9606 w 59908"/>
                      <a:gd name="connsiteY14" fmla="*/ 9936 h 94328"/>
                      <a:gd name="connsiteX15" fmla="*/ 22187 w 59908"/>
                      <a:gd name="connsiteY15" fmla="*/ 8448 h 94328"/>
                      <a:gd name="connsiteX16" fmla="*/ 39174 w 59908"/>
                      <a:gd name="connsiteY16" fmla="*/ 14080 h 94328"/>
                      <a:gd name="connsiteX17" fmla="*/ 45444 w 59908"/>
                      <a:gd name="connsiteY17" fmla="*/ 29388 h 94328"/>
                      <a:gd name="connsiteX18" fmla="*/ 39174 w 59908"/>
                      <a:gd name="connsiteY18" fmla="*/ 44677 h 94328"/>
                      <a:gd name="connsiteX19" fmla="*/ 22187 w 59908"/>
                      <a:gd name="connsiteY19" fmla="*/ 50328 h 94328"/>
                      <a:gd name="connsiteX20" fmla="*/ 12166 w 59908"/>
                      <a:gd name="connsiteY20" fmla="*/ 49218 h 94328"/>
                      <a:gd name="connsiteX21" fmla="*/ 1986 w 59908"/>
                      <a:gd name="connsiteY21" fmla="*/ 45748 h 94328"/>
                      <a:gd name="connsiteX22" fmla="*/ 1986 w 59908"/>
                      <a:gd name="connsiteY22" fmla="*/ 9222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228"/>
                        </a:moveTo>
                        <a:lnTo>
                          <a:pt x="51159" y="92228"/>
                        </a:lnTo>
                        <a:lnTo>
                          <a:pt x="51159" y="81678"/>
                        </a:lnTo>
                        <a:lnTo>
                          <a:pt x="13456" y="81678"/>
                        </a:lnTo>
                        <a:lnTo>
                          <a:pt x="13456" y="59013"/>
                        </a:lnTo>
                        <a:cubicBezTo>
                          <a:pt x="15269" y="59635"/>
                          <a:pt x="17081" y="60097"/>
                          <a:pt x="18893" y="60402"/>
                        </a:cubicBezTo>
                        <a:cubicBezTo>
                          <a:pt x="20719" y="60706"/>
                          <a:pt x="22545" y="60858"/>
                          <a:pt x="24370" y="60858"/>
                        </a:cubicBezTo>
                        <a:cubicBezTo>
                          <a:pt x="34702" y="60858"/>
                          <a:pt x="42884" y="58029"/>
                          <a:pt x="48917" y="52371"/>
                        </a:cubicBezTo>
                        <a:cubicBezTo>
                          <a:pt x="54963" y="46713"/>
                          <a:pt x="57986" y="39052"/>
                          <a:pt x="57986" y="29388"/>
                        </a:cubicBezTo>
                        <a:cubicBezTo>
                          <a:pt x="57986" y="19434"/>
                          <a:pt x="54883" y="11694"/>
                          <a:pt x="48679" y="6168"/>
                        </a:cubicBezTo>
                        <a:cubicBezTo>
                          <a:pt x="42474" y="656"/>
                          <a:pt x="33730" y="-2101"/>
                          <a:pt x="22445" y="-2101"/>
                        </a:cubicBezTo>
                        <a:cubicBezTo>
                          <a:pt x="18556" y="-2101"/>
                          <a:pt x="14594" y="-1770"/>
                          <a:pt x="10559" y="-1109"/>
                        </a:cubicBezTo>
                        <a:cubicBezTo>
                          <a:pt x="6537" y="-448"/>
                          <a:pt x="2377" y="543"/>
                          <a:pt x="-1923" y="1865"/>
                        </a:cubicBezTo>
                        <a:lnTo>
                          <a:pt x="-1923" y="14457"/>
                        </a:lnTo>
                        <a:cubicBezTo>
                          <a:pt x="1795" y="12434"/>
                          <a:pt x="5638" y="10927"/>
                          <a:pt x="9606" y="9936"/>
                        </a:cubicBezTo>
                        <a:cubicBezTo>
                          <a:pt x="13575" y="8944"/>
                          <a:pt x="17769" y="8448"/>
                          <a:pt x="22187" y="8448"/>
                        </a:cubicBezTo>
                        <a:cubicBezTo>
                          <a:pt x="29344" y="8448"/>
                          <a:pt x="35006" y="10326"/>
                          <a:pt x="39174" y="14080"/>
                        </a:cubicBezTo>
                        <a:cubicBezTo>
                          <a:pt x="43354" y="17834"/>
                          <a:pt x="45444" y="22937"/>
                          <a:pt x="45444" y="29388"/>
                        </a:cubicBezTo>
                        <a:cubicBezTo>
                          <a:pt x="45444" y="35826"/>
                          <a:pt x="43354" y="40922"/>
                          <a:pt x="39174" y="44677"/>
                        </a:cubicBezTo>
                        <a:cubicBezTo>
                          <a:pt x="35006" y="48444"/>
                          <a:pt x="29344" y="50328"/>
                          <a:pt x="22187" y="50328"/>
                        </a:cubicBezTo>
                        <a:cubicBezTo>
                          <a:pt x="18840" y="50328"/>
                          <a:pt x="15500" y="49958"/>
                          <a:pt x="12166" y="49218"/>
                        </a:cubicBezTo>
                        <a:cubicBezTo>
                          <a:pt x="8846" y="48477"/>
                          <a:pt x="5452" y="47321"/>
                          <a:pt x="1986" y="45748"/>
                        </a:cubicBezTo>
                        <a:lnTo>
                          <a:pt x="1986" y="9222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6ACB42C9-D175-ECF2-B10F-7907062BC94D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392" y="3554389"/>
                    <a:ext cx="60940" cy="95994"/>
                  </a:xfrm>
                  <a:custGeom>
                    <a:avLst/>
                    <a:gdLst>
                      <a:gd name="connsiteX0" fmla="*/ 39914 w 60940"/>
                      <a:gd name="connsiteY0" fmla="*/ 49552 h 95994"/>
                      <a:gd name="connsiteX1" fmla="*/ 53944 w 60940"/>
                      <a:gd name="connsiteY1" fmla="*/ 41541 h 95994"/>
                      <a:gd name="connsiteX2" fmla="*/ 59004 w 60940"/>
                      <a:gd name="connsiteY2" fmla="*/ 26550 h 95994"/>
                      <a:gd name="connsiteX3" fmla="*/ 49578 w 60940"/>
                      <a:gd name="connsiteY3" fmla="*/ 5353 h 95994"/>
                      <a:gd name="connsiteX4" fmla="*/ 22789 w 60940"/>
                      <a:gd name="connsiteY4" fmla="*/ -2143 h 95994"/>
                      <a:gd name="connsiteX5" fmla="*/ 10803 w 60940"/>
                      <a:gd name="connsiteY5" fmla="*/ -993 h 95994"/>
                      <a:gd name="connsiteX6" fmla="*/ -1936 w 60940"/>
                      <a:gd name="connsiteY6" fmla="*/ 2458 h 95994"/>
                      <a:gd name="connsiteX7" fmla="*/ -1936 w 60940"/>
                      <a:gd name="connsiteY7" fmla="*/ 14534 h 95994"/>
                      <a:gd name="connsiteX8" fmla="*/ 9454 w 60940"/>
                      <a:gd name="connsiteY8" fmla="*/ 9953 h 95994"/>
                      <a:gd name="connsiteX9" fmla="*/ 22432 w 60940"/>
                      <a:gd name="connsiteY9" fmla="*/ 8406 h 95994"/>
                      <a:gd name="connsiteX10" fmla="*/ 40371 w 60940"/>
                      <a:gd name="connsiteY10" fmla="*/ 13046 h 95994"/>
                      <a:gd name="connsiteX11" fmla="*/ 46542 w 60940"/>
                      <a:gd name="connsiteY11" fmla="*/ 26550 h 95994"/>
                      <a:gd name="connsiteX12" fmla="*/ 40807 w 60940"/>
                      <a:gd name="connsiteY12" fmla="*/ 39340 h 95994"/>
                      <a:gd name="connsiteX13" fmla="*/ 24853 w 60940"/>
                      <a:gd name="connsiteY13" fmla="*/ 43961 h 95994"/>
                      <a:gd name="connsiteX14" fmla="*/ 14058 w 60940"/>
                      <a:gd name="connsiteY14" fmla="*/ 43961 h 95994"/>
                      <a:gd name="connsiteX15" fmla="*/ 14058 w 60940"/>
                      <a:gd name="connsiteY15" fmla="*/ 54252 h 95994"/>
                      <a:gd name="connsiteX16" fmla="*/ 25349 w 60940"/>
                      <a:gd name="connsiteY16" fmla="*/ 54252 h 95994"/>
                      <a:gd name="connsiteX17" fmla="*/ 39478 w 60940"/>
                      <a:gd name="connsiteY17" fmla="*/ 57940 h 95994"/>
                      <a:gd name="connsiteX18" fmla="*/ 44379 w 60940"/>
                      <a:gd name="connsiteY18" fmla="*/ 68569 h 95994"/>
                      <a:gd name="connsiteX19" fmla="*/ 39319 w 60940"/>
                      <a:gd name="connsiteY19" fmla="*/ 79495 h 95994"/>
                      <a:gd name="connsiteX20" fmla="*/ 24853 w 60940"/>
                      <a:gd name="connsiteY20" fmla="*/ 83322 h 95994"/>
                      <a:gd name="connsiteX21" fmla="*/ 13800 w 60940"/>
                      <a:gd name="connsiteY21" fmla="*/ 82192 h 95994"/>
                      <a:gd name="connsiteX22" fmla="*/ 842 w 60940"/>
                      <a:gd name="connsiteY22" fmla="*/ 78741 h 95994"/>
                      <a:gd name="connsiteX23" fmla="*/ 842 w 60940"/>
                      <a:gd name="connsiteY23" fmla="*/ 89885 h 95994"/>
                      <a:gd name="connsiteX24" fmla="*/ 14216 w 60940"/>
                      <a:gd name="connsiteY24" fmla="*/ 92860 h 95994"/>
                      <a:gd name="connsiteX25" fmla="*/ 25964 w 60940"/>
                      <a:gd name="connsiteY25" fmla="*/ 93851 h 95994"/>
                      <a:gd name="connsiteX26" fmla="*/ 48526 w 60940"/>
                      <a:gd name="connsiteY26" fmla="*/ 87367 h 95994"/>
                      <a:gd name="connsiteX27" fmla="*/ 56841 w 60940"/>
                      <a:gd name="connsiteY27" fmla="*/ 69878 h 95994"/>
                      <a:gd name="connsiteX28" fmla="*/ 52436 w 60940"/>
                      <a:gd name="connsiteY28" fmla="*/ 56889 h 95994"/>
                      <a:gd name="connsiteX29" fmla="*/ 39914 w 60940"/>
                      <a:gd name="connsiteY29" fmla="*/ 4955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940" h="95994">
                        <a:moveTo>
                          <a:pt x="39914" y="49552"/>
                        </a:moveTo>
                        <a:cubicBezTo>
                          <a:pt x="45907" y="48270"/>
                          <a:pt x="50583" y="45600"/>
                          <a:pt x="53944" y="41541"/>
                        </a:cubicBezTo>
                        <a:cubicBezTo>
                          <a:pt x="57317" y="37496"/>
                          <a:pt x="59004" y="32499"/>
                          <a:pt x="59004" y="26550"/>
                        </a:cubicBezTo>
                        <a:cubicBezTo>
                          <a:pt x="59004" y="17429"/>
                          <a:pt x="55862" y="10363"/>
                          <a:pt x="49578" y="5353"/>
                        </a:cubicBezTo>
                        <a:cubicBezTo>
                          <a:pt x="43294" y="356"/>
                          <a:pt x="34364" y="-2143"/>
                          <a:pt x="22789" y="-2143"/>
                        </a:cubicBezTo>
                        <a:cubicBezTo>
                          <a:pt x="18913" y="-2143"/>
                          <a:pt x="14918" y="-1759"/>
                          <a:pt x="10803" y="-993"/>
                        </a:cubicBezTo>
                        <a:cubicBezTo>
                          <a:pt x="6689" y="-226"/>
                          <a:pt x="2442" y="924"/>
                          <a:pt x="-1936" y="2458"/>
                        </a:cubicBezTo>
                        <a:lnTo>
                          <a:pt x="-1936" y="14534"/>
                        </a:lnTo>
                        <a:cubicBezTo>
                          <a:pt x="1530" y="12511"/>
                          <a:pt x="5326" y="10984"/>
                          <a:pt x="9454" y="9953"/>
                        </a:cubicBezTo>
                        <a:cubicBezTo>
                          <a:pt x="13595" y="8922"/>
                          <a:pt x="17921" y="8406"/>
                          <a:pt x="22432" y="8406"/>
                        </a:cubicBezTo>
                        <a:cubicBezTo>
                          <a:pt x="30277" y="8406"/>
                          <a:pt x="36256" y="9953"/>
                          <a:pt x="40371" y="13046"/>
                        </a:cubicBezTo>
                        <a:cubicBezTo>
                          <a:pt x="44485" y="16140"/>
                          <a:pt x="46542" y="20641"/>
                          <a:pt x="46542" y="26550"/>
                        </a:cubicBezTo>
                        <a:cubicBezTo>
                          <a:pt x="46542" y="32010"/>
                          <a:pt x="44630" y="36273"/>
                          <a:pt x="40807" y="39340"/>
                        </a:cubicBezTo>
                        <a:cubicBezTo>
                          <a:pt x="36984" y="42420"/>
                          <a:pt x="31666" y="43961"/>
                          <a:pt x="24853" y="43961"/>
                        </a:cubicBezTo>
                        <a:lnTo>
                          <a:pt x="14058" y="43961"/>
                        </a:lnTo>
                        <a:lnTo>
                          <a:pt x="14058" y="54252"/>
                        </a:lnTo>
                        <a:lnTo>
                          <a:pt x="25349" y="54252"/>
                        </a:lnTo>
                        <a:cubicBezTo>
                          <a:pt x="31500" y="54252"/>
                          <a:pt x="36210" y="55481"/>
                          <a:pt x="39478" y="57940"/>
                        </a:cubicBezTo>
                        <a:cubicBezTo>
                          <a:pt x="42745" y="60399"/>
                          <a:pt x="44379" y="63942"/>
                          <a:pt x="44379" y="68569"/>
                        </a:cubicBezTo>
                        <a:cubicBezTo>
                          <a:pt x="44379" y="73315"/>
                          <a:pt x="42692" y="76957"/>
                          <a:pt x="39319" y="79495"/>
                        </a:cubicBezTo>
                        <a:cubicBezTo>
                          <a:pt x="35959" y="82046"/>
                          <a:pt x="31137" y="83322"/>
                          <a:pt x="24853" y="83322"/>
                        </a:cubicBezTo>
                        <a:cubicBezTo>
                          <a:pt x="21413" y="83322"/>
                          <a:pt x="17729" y="82945"/>
                          <a:pt x="13800" y="82192"/>
                        </a:cubicBezTo>
                        <a:cubicBezTo>
                          <a:pt x="9871" y="81451"/>
                          <a:pt x="5551" y="80301"/>
                          <a:pt x="842" y="78741"/>
                        </a:cubicBezTo>
                        <a:lnTo>
                          <a:pt x="842" y="89885"/>
                        </a:lnTo>
                        <a:cubicBezTo>
                          <a:pt x="5604" y="91207"/>
                          <a:pt x="10062" y="92199"/>
                          <a:pt x="14216" y="92860"/>
                        </a:cubicBezTo>
                        <a:cubicBezTo>
                          <a:pt x="18370" y="93521"/>
                          <a:pt x="22286" y="93851"/>
                          <a:pt x="25964" y="93851"/>
                        </a:cubicBezTo>
                        <a:cubicBezTo>
                          <a:pt x="35476" y="93851"/>
                          <a:pt x="42996" y="91690"/>
                          <a:pt x="48526" y="87367"/>
                        </a:cubicBezTo>
                        <a:cubicBezTo>
                          <a:pt x="54069" y="83058"/>
                          <a:pt x="56841" y="77228"/>
                          <a:pt x="56841" y="69878"/>
                        </a:cubicBezTo>
                        <a:cubicBezTo>
                          <a:pt x="56841" y="64748"/>
                          <a:pt x="55372" y="60419"/>
                          <a:pt x="52436" y="56889"/>
                        </a:cubicBezTo>
                        <a:cubicBezTo>
                          <a:pt x="49499" y="53360"/>
                          <a:pt x="45325" y="50914"/>
                          <a:pt x="39914" y="4955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0" name="Freeform: Shape 59">
                    <a:extLst>
                      <a:ext uri="{FF2B5EF4-FFF2-40B4-BE49-F238E27FC236}">
                        <a16:creationId xmlns:a16="http://schemas.microsoft.com/office/drawing/2014/main" id="{319D4F2B-DF0A-46AC-E9FA-B07F46963C74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3554389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937 h 95994"/>
                      <a:gd name="connsiteX1" fmla="*/ 15502 w 63996"/>
                      <a:gd name="connsiteY1" fmla="*/ 74419 h 95994"/>
                      <a:gd name="connsiteX2" fmla="*/ 10640 w 63996"/>
                      <a:gd name="connsiteY2" fmla="*/ 45825 h 95994"/>
                      <a:gd name="connsiteX3" fmla="*/ 15502 w 63996"/>
                      <a:gd name="connsiteY3" fmla="*/ 17290 h 95994"/>
                      <a:gd name="connsiteX4" fmla="*/ 30047 w 63996"/>
                      <a:gd name="connsiteY4" fmla="*/ 7772 h 95994"/>
                      <a:gd name="connsiteX5" fmla="*/ 44652 w 63996"/>
                      <a:gd name="connsiteY5" fmla="*/ 17290 h 95994"/>
                      <a:gd name="connsiteX6" fmla="*/ 49534 w 63996"/>
                      <a:gd name="connsiteY6" fmla="*/ 45825 h 95994"/>
                      <a:gd name="connsiteX7" fmla="*/ 44652 w 63996"/>
                      <a:gd name="connsiteY7" fmla="*/ 74419 h 95994"/>
                      <a:gd name="connsiteX8" fmla="*/ 30047 w 63996"/>
                      <a:gd name="connsiteY8" fmla="*/ 83937 h 95994"/>
                      <a:gd name="connsiteX9" fmla="*/ 30047 w 63996"/>
                      <a:gd name="connsiteY9" fmla="*/ 93851 h 95994"/>
                      <a:gd name="connsiteX10" fmla="*/ 53840 w 63996"/>
                      <a:gd name="connsiteY10" fmla="*/ 81537 h 95994"/>
                      <a:gd name="connsiteX11" fmla="*/ 62055 w 63996"/>
                      <a:gd name="connsiteY11" fmla="*/ 45825 h 95994"/>
                      <a:gd name="connsiteX12" fmla="*/ 53840 w 63996"/>
                      <a:gd name="connsiteY12" fmla="*/ 10151 h 95994"/>
                      <a:gd name="connsiteX13" fmla="*/ 30047 w 63996"/>
                      <a:gd name="connsiteY13" fmla="*/ -2143 h 95994"/>
                      <a:gd name="connsiteX14" fmla="*/ 6274 w 63996"/>
                      <a:gd name="connsiteY14" fmla="*/ 10151 h 95994"/>
                      <a:gd name="connsiteX15" fmla="*/ -1941 w 63996"/>
                      <a:gd name="connsiteY15" fmla="*/ 45825 h 95994"/>
                      <a:gd name="connsiteX16" fmla="*/ 6274 w 63996"/>
                      <a:gd name="connsiteY16" fmla="*/ 81537 h 95994"/>
                      <a:gd name="connsiteX17" fmla="*/ 30047 w 63996"/>
                      <a:gd name="connsiteY17" fmla="*/ 9385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937"/>
                        </a:moveTo>
                        <a:cubicBezTo>
                          <a:pt x="23605" y="83937"/>
                          <a:pt x="18756" y="80764"/>
                          <a:pt x="15502" y="74419"/>
                        </a:cubicBezTo>
                        <a:cubicBezTo>
                          <a:pt x="12261" y="68086"/>
                          <a:pt x="10640" y="58555"/>
                          <a:pt x="10640" y="45825"/>
                        </a:cubicBezTo>
                        <a:cubicBezTo>
                          <a:pt x="10640" y="33147"/>
                          <a:pt x="12261" y="23635"/>
                          <a:pt x="15502" y="17290"/>
                        </a:cubicBezTo>
                        <a:cubicBezTo>
                          <a:pt x="18756" y="10945"/>
                          <a:pt x="23605" y="7772"/>
                          <a:pt x="30047" y="7772"/>
                        </a:cubicBezTo>
                        <a:cubicBezTo>
                          <a:pt x="36543" y="7772"/>
                          <a:pt x="41411" y="10945"/>
                          <a:pt x="44652" y="17290"/>
                        </a:cubicBezTo>
                        <a:cubicBezTo>
                          <a:pt x="47907" y="23635"/>
                          <a:pt x="49534" y="33147"/>
                          <a:pt x="49534" y="45825"/>
                        </a:cubicBezTo>
                        <a:cubicBezTo>
                          <a:pt x="49534" y="58555"/>
                          <a:pt x="47907" y="68086"/>
                          <a:pt x="44652" y="74419"/>
                        </a:cubicBezTo>
                        <a:cubicBezTo>
                          <a:pt x="41411" y="80764"/>
                          <a:pt x="36543" y="83937"/>
                          <a:pt x="30047" y="83937"/>
                        </a:cubicBezTo>
                        <a:close/>
                        <a:moveTo>
                          <a:pt x="30047" y="93851"/>
                        </a:moveTo>
                        <a:cubicBezTo>
                          <a:pt x="40432" y="93851"/>
                          <a:pt x="48363" y="89747"/>
                          <a:pt x="53840" y="81537"/>
                        </a:cubicBezTo>
                        <a:cubicBezTo>
                          <a:pt x="59317" y="73341"/>
                          <a:pt x="62055" y="61437"/>
                          <a:pt x="62055" y="45825"/>
                        </a:cubicBezTo>
                        <a:cubicBezTo>
                          <a:pt x="62055" y="30252"/>
                          <a:pt x="59317" y="18361"/>
                          <a:pt x="53840" y="10151"/>
                        </a:cubicBezTo>
                        <a:cubicBezTo>
                          <a:pt x="48363" y="1955"/>
                          <a:pt x="40432" y="-2143"/>
                          <a:pt x="30047" y="-2143"/>
                        </a:cubicBezTo>
                        <a:cubicBezTo>
                          <a:pt x="19675" y="-2143"/>
                          <a:pt x="11751" y="1955"/>
                          <a:pt x="6274" y="10151"/>
                        </a:cubicBezTo>
                        <a:cubicBezTo>
                          <a:pt x="797" y="18361"/>
                          <a:pt x="-1941" y="30252"/>
                          <a:pt x="-1941" y="45825"/>
                        </a:cubicBezTo>
                        <a:cubicBezTo>
                          <a:pt x="-1941" y="61437"/>
                          <a:pt x="797" y="73341"/>
                          <a:pt x="6274" y="81537"/>
                        </a:cubicBezTo>
                        <a:cubicBezTo>
                          <a:pt x="11751" y="89747"/>
                          <a:pt x="19675" y="93851"/>
                          <a:pt x="30047" y="9385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61" name="Graphic 2">
                <a:extLst>
                  <a:ext uri="{FF2B5EF4-FFF2-40B4-BE49-F238E27FC236}">
                    <a16:creationId xmlns:a16="http://schemas.microsoft.com/office/drawing/2014/main" id="{78DEEA28-5408-CE66-6D78-6FC4A5980595}"/>
                  </a:ext>
                </a:extLst>
              </p:cNvPr>
              <p:cNvGrpSpPr/>
              <p:nvPr/>
            </p:nvGrpSpPr>
            <p:grpSpPr>
              <a:xfrm>
                <a:off x="4157710" y="2878953"/>
                <a:ext cx="321508" cy="95994"/>
                <a:chOff x="4157710" y="2878953"/>
                <a:chExt cx="321508" cy="95994"/>
              </a:xfrm>
              <a:solidFill>
                <a:srgbClr val="000000"/>
              </a:solidFill>
            </p:grpSpPr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1A2DBE67-53E1-5967-3467-A52F70700882}"/>
                    </a:ext>
                  </a:extLst>
                </p:cNvPr>
                <p:cNvSpPr/>
                <p:nvPr/>
              </p:nvSpPr>
              <p:spPr>
                <a:xfrm>
                  <a:off x="4434768" y="2924928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133 h 12690"/>
                    <a:gd name="connsiteX1" fmla="*/ 104 w 44450"/>
                    <a:gd name="connsiteY1" fmla="*/ 133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133"/>
                      </a:moveTo>
                      <a:lnTo>
                        <a:pt x="104" y="133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63" name="Graphic 2">
                  <a:extLst>
                    <a:ext uri="{FF2B5EF4-FFF2-40B4-BE49-F238E27FC236}">
                      <a16:creationId xmlns:a16="http://schemas.microsoft.com/office/drawing/2014/main" id="{118C93EC-B0CD-F8A2-B3D4-D9AD60BDC4B3}"/>
                    </a:ext>
                  </a:extLst>
                </p:cNvPr>
                <p:cNvGrpSpPr/>
                <p:nvPr/>
              </p:nvGrpSpPr>
              <p:grpSpPr>
                <a:xfrm>
                  <a:off x="4157710" y="2878953"/>
                  <a:ext cx="224169" cy="95994"/>
                  <a:chOff x="4157710" y="2878953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64" name="Freeform: Shape 63">
                    <a:extLst>
                      <a:ext uri="{FF2B5EF4-FFF2-40B4-BE49-F238E27FC236}">
                        <a16:creationId xmlns:a16="http://schemas.microsoft.com/office/drawing/2014/main" id="{BD7062DE-DC4C-409F-18B8-DFB8AC7DBAC1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2880619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175 h 94328"/>
                      <a:gd name="connsiteX1" fmla="*/ 51159 w 59908"/>
                      <a:gd name="connsiteY1" fmla="*/ 92175 h 94328"/>
                      <a:gd name="connsiteX2" fmla="*/ 51159 w 59908"/>
                      <a:gd name="connsiteY2" fmla="*/ 81625 h 94328"/>
                      <a:gd name="connsiteX3" fmla="*/ 13456 w 59908"/>
                      <a:gd name="connsiteY3" fmla="*/ 81625 h 94328"/>
                      <a:gd name="connsiteX4" fmla="*/ 13456 w 59908"/>
                      <a:gd name="connsiteY4" fmla="*/ 58960 h 94328"/>
                      <a:gd name="connsiteX5" fmla="*/ 18893 w 59908"/>
                      <a:gd name="connsiteY5" fmla="*/ 60348 h 94328"/>
                      <a:gd name="connsiteX6" fmla="*/ 24370 w 59908"/>
                      <a:gd name="connsiteY6" fmla="*/ 60804 h 94328"/>
                      <a:gd name="connsiteX7" fmla="*/ 48917 w 59908"/>
                      <a:gd name="connsiteY7" fmla="*/ 52317 h 94328"/>
                      <a:gd name="connsiteX8" fmla="*/ 57986 w 59908"/>
                      <a:gd name="connsiteY8" fmla="*/ 29335 h 94328"/>
                      <a:gd name="connsiteX9" fmla="*/ 48679 w 59908"/>
                      <a:gd name="connsiteY9" fmla="*/ 6115 h 94328"/>
                      <a:gd name="connsiteX10" fmla="*/ 22445 w 59908"/>
                      <a:gd name="connsiteY10" fmla="*/ -2154 h 94328"/>
                      <a:gd name="connsiteX11" fmla="*/ 10559 w 59908"/>
                      <a:gd name="connsiteY11" fmla="*/ -1163 h 94328"/>
                      <a:gd name="connsiteX12" fmla="*/ -1923 w 59908"/>
                      <a:gd name="connsiteY12" fmla="*/ 1812 h 94328"/>
                      <a:gd name="connsiteX13" fmla="*/ -1923 w 59908"/>
                      <a:gd name="connsiteY13" fmla="*/ 14404 h 94328"/>
                      <a:gd name="connsiteX14" fmla="*/ 9606 w 59908"/>
                      <a:gd name="connsiteY14" fmla="*/ 9882 h 94328"/>
                      <a:gd name="connsiteX15" fmla="*/ 22187 w 59908"/>
                      <a:gd name="connsiteY15" fmla="*/ 8395 h 94328"/>
                      <a:gd name="connsiteX16" fmla="*/ 39174 w 59908"/>
                      <a:gd name="connsiteY16" fmla="*/ 14027 h 94328"/>
                      <a:gd name="connsiteX17" fmla="*/ 45444 w 59908"/>
                      <a:gd name="connsiteY17" fmla="*/ 29335 h 94328"/>
                      <a:gd name="connsiteX18" fmla="*/ 39174 w 59908"/>
                      <a:gd name="connsiteY18" fmla="*/ 44624 h 94328"/>
                      <a:gd name="connsiteX19" fmla="*/ 22187 w 59908"/>
                      <a:gd name="connsiteY19" fmla="*/ 50275 h 94328"/>
                      <a:gd name="connsiteX20" fmla="*/ 12166 w 59908"/>
                      <a:gd name="connsiteY20" fmla="*/ 49165 h 94328"/>
                      <a:gd name="connsiteX21" fmla="*/ 1986 w 59908"/>
                      <a:gd name="connsiteY21" fmla="*/ 45694 h 94328"/>
                      <a:gd name="connsiteX22" fmla="*/ 1986 w 59908"/>
                      <a:gd name="connsiteY22" fmla="*/ 92175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175"/>
                        </a:moveTo>
                        <a:lnTo>
                          <a:pt x="51159" y="92175"/>
                        </a:lnTo>
                        <a:lnTo>
                          <a:pt x="51159" y="81625"/>
                        </a:lnTo>
                        <a:lnTo>
                          <a:pt x="13456" y="81625"/>
                        </a:lnTo>
                        <a:lnTo>
                          <a:pt x="13456" y="58960"/>
                        </a:lnTo>
                        <a:cubicBezTo>
                          <a:pt x="15269" y="59582"/>
                          <a:pt x="17081" y="60044"/>
                          <a:pt x="18893" y="60348"/>
                        </a:cubicBezTo>
                        <a:cubicBezTo>
                          <a:pt x="20719" y="60652"/>
                          <a:pt x="22545" y="60804"/>
                          <a:pt x="24370" y="60804"/>
                        </a:cubicBezTo>
                        <a:cubicBezTo>
                          <a:pt x="34702" y="60804"/>
                          <a:pt x="42884" y="57975"/>
                          <a:pt x="48917" y="52317"/>
                        </a:cubicBezTo>
                        <a:cubicBezTo>
                          <a:pt x="54963" y="46659"/>
                          <a:pt x="57986" y="38999"/>
                          <a:pt x="57986" y="29335"/>
                        </a:cubicBezTo>
                        <a:cubicBezTo>
                          <a:pt x="57986" y="19381"/>
                          <a:pt x="54883" y="11641"/>
                          <a:pt x="48679" y="6115"/>
                        </a:cubicBezTo>
                        <a:cubicBezTo>
                          <a:pt x="42474" y="602"/>
                          <a:pt x="33730" y="-2154"/>
                          <a:pt x="22445" y="-2154"/>
                        </a:cubicBezTo>
                        <a:cubicBezTo>
                          <a:pt x="18556" y="-2154"/>
                          <a:pt x="14594" y="-1824"/>
                          <a:pt x="10559" y="-1163"/>
                        </a:cubicBezTo>
                        <a:cubicBezTo>
                          <a:pt x="6537" y="-502"/>
                          <a:pt x="2377" y="490"/>
                          <a:pt x="-1923" y="1812"/>
                        </a:cubicBezTo>
                        <a:lnTo>
                          <a:pt x="-1923" y="14404"/>
                        </a:lnTo>
                        <a:cubicBezTo>
                          <a:pt x="1795" y="12381"/>
                          <a:pt x="5638" y="10874"/>
                          <a:pt x="9606" y="9882"/>
                        </a:cubicBezTo>
                        <a:cubicBezTo>
                          <a:pt x="13575" y="8891"/>
                          <a:pt x="17769" y="8395"/>
                          <a:pt x="22187" y="8395"/>
                        </a:cubicBezTo>
                        <a:cubicBezTo>
                          <a:pt x="29344" y="8395"/>
                          <a:pt x="35006" y="10272"/>
                          <a:pt x="39174" y="14027"/>
                        </a:cubicBezTo>
                        <a:cubicBezTo>
                          <a:pt x="43354" y="17781"/>
                          <a:pt x="45444" y="22884"/>
                          <a:pt x="45444" y="29335"/>
                        </a:cubicBezTo>
                        <a:cubicBezTo>
                          <a:pt x="45444" y="35773"/>
                          <a:pt x="43354" y="40869"/>
                          <a:pt x="39174" y="44624"/>
                        </a:cubicBezTo>
                        <a:cubicBezTo>
                          <a:pt x="35006" y="48391"/>
                          <a:pt x="29344" y="50275"/>
                          <a:pt x="22187" y="50275"/>
                        </a:cubicBezTo>
                        <a:cubicBezTo>
                          <a:pt x="18840" y="50275"/>
                          <a:pt x="15500" y="49905"/>
                          <a:pt x="12166" y="49165"/>
                        </a:cubicBezTo>
                        <a:cubicBezTo>
                          <a:pt x="8846" y="48424"/>
                          <a:pt x="5452" y="47268"/>
                          <a:pt x="1986" y="45694"/>
                        </a:cubicBezTo>
                        <a:lnTo>
                          <a:pt x="1986" y="9217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5" name="Freeform: Shape 64">
                    <a:extLst>
                      <a:ext uri="{FF2B5EF4-FFF2-40B4-BE49-F238E27FC236}">
                        <a16:creationId xmlns:a16="http://schemas.microsoft.com/office/drawing/2014/main" id="{AC936B80-E9A1-00BB-71F9-CF32C269A2AF}"/>
                      </a:ext>
                    </a:extLst>
                  </p:cNvPr>
                  <p:cNvSpPr/>
                  <p:nvPr/>
                </p:nvSpPr>
                <p:spPr>
                  <a:xfrm flipV="1">
                    <a:off x="4234919" y="2880619"/>
                    <a:ext cx="67468" cy="92524"/>
                  </a:xfrm>
                  <a:custGeom>
                    <a:avLst/>
                    <a:gdLst>
                      <a:gd name="connsiteX0" fmla="*/ 39865 w 67468"/>
                      <a:gd name="connsiteY0" fmla="*/ 79418 h 92524"/>
                      <a:gd name="connsiteX1" fmla="*/ 8234 w 67468"/>
                      <a:gd name="connsiteY1" fmla="*/ 30023 h 92524"/>
                      <a:gd name="connsiteX2" fmla="*/ 39865 w 67468"/>
                      <a:gd name="connsiteY2" fmla="*/ 30023 h 92524"/>
                      <a:gd name="connsiteX3" fmla="*/ 39865 w 67468"/>
                      <a:gd name="connsiteY3" fmla="*/ 79418 h 92524"/>
                      <a:gd name="connsiteX4" fmla="*/ 36571 w 67468"/>
                      <a:gd name="connsiteY4" fmla="*/ 90324 h 92524"/>
                      <a:gd name="connsiteX5" fmla="*/ 52327 w 67468"/>
                      <a:gd name="connsiteY5" fmla="*/ 90324 h 92524"/>
                      <a:gd name="connsiteX6" fmla="*/ 52327 w 67468"/>
                      <a:gd name="connsiteY6" fmla="*/ 30023 h 92524"/>
                      <a:gd name="connsiteX7" fmla="*/ 65543 w 67468"/>
                      <a:gd name="connsiteY7" fmla="*/ 30023 h 92524"/>
                      <a:gd name="connsiteX8" fmla="*/ 65543 w 67468"/>
                      <a:gd name="connsiteY8" fmla="*/ 19613 h 92524"/>
                      <a:gd name="connsiteX9" fmla="*/ 52327 w 67468"/>
                      <a:gd name="connsiteY9" fmla="*/ 19613 h 92524"/>
                      <a:gd name="connsiteX10" fmla="*/ 52327 w 67468"/>
                      <a:gd name="connsiteY10" fmla="*/ -2200 h 92524"/>
                      <a:gd name="connsiteX11" fmla="*/ 39865 w 67468"/>
                      <a:gd name="connsiteY11" fmla="*/ -2200 h 92524"/>
                      <a:gd name="connsiteX12" fmla="*/ 39865 w 67468"/>
                      <a:gd name="connsiteY12" fmla="*/ 19613 h 92524"/>
                      <a:gd name="connsiteX13" fmla="*/ -1926 w 67468"/>
                      <a:gd name="connsiteY13" fmla="*/ 19613 h 92524"/>
                      <a:gd name="connsiteX14" fmla="*/ -1926 w 67468"/>
                      <a:gd name="connsiteY14" fmla="*/ 31689 h 92524"/>
                      <a:gd name="connsiteX15" fmla="*/ 36571 w 67468"/>
                      <a:gd name="connsiteY15" fmla="*/ 90324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39865" y="79418"/>
                        </a:moveTo>
                        <a:lnTo>
                          <a:pt x="8234" y="30023"/>
                        </a:lnTo>
                        <a:lnTo>
                          <a:pt x="39865" y="30023"/>
                        </a:lnTo>
                        <a:lnTo>
                          <a:pt x="39865" y="79418"/>
                        </a:lnTo>
                        <a:close/>
                        <a:moveTo>
                          <a:pt x="36571" y="90324"/>
                        </a:moveTo>
                        <a:lnTo>
                          <a:pt x="52327" y="90324"/>
                        </a:lnTo>
                        <a:lnTo>
                          <a:pt x="52327" y="30023"/>
                        </a:lnTo>
                        <a:lnTo>
                          <a:pt x="65543" y="30023"/>
                        </a:lnTo>
                        <a:lnTo>
                          <a:pt x="65543" y="19613"/>
                        </a:lnTo>
                        <a:lnTo>
                          <a:pt x="52327" y="19613"/>
                        </a:lnTo>
                        <a:lnTo>
                          <a:pt x="52327" y="-2200"/>
                        </a:lnTo>
                        <a:lnTo>
                          <a:pt x="39865" y="-2200"/>
                        </a:lnTo>
                        <a:lnTo>
                          <a:pt x="39865" y="19613"/>
                        </a:lnTo>
                        <a:lnTo>
                          <a:pt x="-1926" y="19613"/>
                        </a:lnTo>
                        <a:lnTo>
                          <a:pt x="-1926" y="31689"/>
                        </a:lnTo>
                        <a:lnTo>
                          <a:pt x="36571" y="903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6" name="Freeform: Shape 65">
                    <a:extLst>
                      <a:ext uri="{FF2B5EF4-FFF2-40B4-BE49-F238E27FC236}">
                        <a16:creationId xmlns:a16="http://schemas.microsoft.com/office/drawing/2014/main" id="{FD20117D-748E-A229-EBF7-A54B22F0549D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2878953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883 h 95994"/>
                      <a:gd name="connsiteX1" fmla="*/ 15502 w 63996"/>
                      <a:gd name="connsiteY1" fmla="*/ 74365 h 95994"/>
                      <a:gd name="connsiteX2" fmla="*/ 10640 w 63996"/>
                      <a:gd name="connsiteY2" fmla="*/ 45771 h 95994"/>
                      <a:gd name="connsiteX3" fmla="*/ 15502 w 63996"/>
                      <a:gd name="connsiteY3" fmla="*/ 17237 h 95994"/>
                      <a:gd name="connsiteX4" fmla="*/ 30047 w 63996"/>
                      <a:gd name="connsiteY4" fmla="*/ 7719 h 95994"/>
                      <a:gd name="connsiteX5" fmla="*/ 44652 w 63996"/>
                      <a:gd name="connsiteY5" fmla="*/ 17237 h 95994"/>
                      <a:gd name="connsiteX6" fmla="*/ 49534 w 63996"/>
                      <a:gd name="connsiteY6" fmla="*/ 45771 h 95994"/>
                      <a:gd name="connsiteX7" fmla="*/ 44652 w 63996"/>
                      <a:gd name="connsiteY7" fmla="*/ 74365 h 95994"/>
                      <a:gd name="connsiteX8" fmla="*/ 30047 w 63996"/>
                      <a:gd name="connsiteY8" fmla="*/ 83883 h 95994"/>
                      <a:gd name="connsiteX9" fmla="*/ 30047 w 63996"/>
                      <a:gd name="connsiteY9" fmla="*/ 93798 h 95994"/>
                      <a:gd name="connsiteX10" fmla="*/ 53840 w 63996"/>
                      <a:gd name="connsiteY10" fmla="*/ 81484 h 95994"/>
                      <a:gd name="connsiteX11" fmla="*/ 62055 w 63996"/>
                      <a:gd name="connsiteY11" fmla="*/ 45771 h 95994"/>
                      <a:gd name="connsiteX12" fmla="*/ 53840 w 63996"/>
                      <a:gd name="connsiteY12" fmla="*/ 10098 h 95994"/>
                      <a:gd name="connsiteX13" fmla="*/ 30047 w 63996"/>
                      <a:gd name="connsiteY13" fmla="*/ -2196 h 95994"/>
                      <a:gd name="connsiteX14" fmla="*/ 6274 w 63996"/>
                      <a:gd name="connsiteY14" fmla="*/ 10098 h 95994"/>
                      <a:gd name="connsiteX15" fmla="*/ -1941 w 63996"/>
                      <a:gd name="connsiteY15" fmla="*/ 45771 h 95994"/>
                      <a:gd name="connsiteX16" fmla="*/ 6274 w 63996"/>
                      <a:gd name="connsiteY16" fmla="*/ 81484 h 95994"/>
                      <a:gd name="connsiteX17" fmla="*/ 30047 w 63996"/>
                      <a:gd name="connsiteY17" fmla="*/ 9379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883"/>
                        </a:moveTo>
                        <a:cubicBezTo>
                          <a:pt x="23605" y="83883"/>
                          <a:pt x="18756" y="80711"/>
                          <a:pt x="15502" y="74365"/>
                        </a:cubicBezTo>
                        <a:cubicBezTo>
                          <a:pt x="12261" y="68033"/>
                          <a:pt x="10640" y="58502"/>
                          <a:pt x="10640" y="45771"/>
                        </a:cubicBezTo>
                        <a:cubicBezTo>
                          <a:pt x="10640" y="33094"/>
                          <a:pt x="12261" y="23582"/>
                          <a:pt x="15502" y="17237"/>
                        </a:cubicBezTo>
                        <a:cubicBezTo>
                          <a:pt x="18756" y="10891"/>
                          <a:pt x="23605" y="7719"/>
                          <a:pt x="30047" y="7719"/>
                        </a:cubicBezTo>
                        <a:cubicBezTo>
                          <a:pt x="36543" y="7719"/>
                          <a:pt x="41411" y="10891"/>
                          <a:pt x="44652" y="17237"/>
                        </a:cubicBezTo>
                        <a:cubicBezTo>
                          <a:pt x="47907" y="23582"/>
                          <a:pt x="49534" y="33094"/>
                          <a:pt x="49534" y="45771"/>
                        </a:cubicBezTo>
                        <a:cubicBezTo>
                          <a:pt x="49534" y="58502"/>
                          <a:pt x="47907" y="68033"/>
                          <a:pt x="44652" y="74365"/>
                        </a:cubicBezTo>
                        <a:cubicBezTo>
                          <a:pt x="41411" y="80711"/>
                          <a:pt x="36543" y="83883"/>
                          <a:pt x="30047" y="83883"/>
                        </a:cubicBezTo>
                        <a:close/>
                        <a:moveTo>
                          <a:pt x="30047" y="93798"/>
                        </a:moveTo>
                        <a:cubicBezTo>
                          <a:pt x="40432" y="93798"/>
                          <a:pt x="48363" y="89693"/>
                          <a:pt x="53840" y="81484"/>
                        </a:cubicBezTo>
                        <a:cubicBezTo>
                          <a:pt x="59317" y="73288"/>
                          <a:pt x="62055" y="61384"/>
                          <a:pt x="62055" y="45771"/>
                        </a:cubicBezTo>
                        <a:cubicBezTo>
                          <a:pt x="62055" y="30199"/>
                          <a:pt x="59317" y="18308"/>
                          <a:pt x="53840" y="10098"/>
                        </a:cubicBezTo>
                        <a:cubicBezTo>
                          <a:pt x="48363" y="1902"/>
                          <a:pt x="40432" y="-2196"/>
                          <a:pt x="30047" y="-2196"/>
                        </a:cubicBezTo>
                        <a:cubicBezTo>
                          <a:pt x="19675" y="-2196"/>
                          <a:pt x="11751" y="1902"/>
                          <a:pt x="6274" y="10098"/>
                        </a:cubicBezTo>
                        <a:cubicBezTo>
                          <a:pt x="797" y="18308"/>
                          <a:pt x="-1941" y="30199"/>
                          <a:pt x="-1941" y="45771"/>
                        </a:cubicBezTo>
                        <a:cubicBezTo>
                          <a:pt x="-1941" y="61384"/>
                          <a:pt x="797" y="73288"/>
                          <a:pt x="6274" y="81484"/>
                        </a:cubicBezTo>
                        <a:cubicBezTo>
                          <a:pt x="11751" y="89693"/>
                          <a:pt x="19675" y="93798"/>
                          <a:pt x="30047" y="9379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67" name="Graphic 2">
                <a:extLst>
                  <a:ext uri="{FF2B5EF4-FFF2-40B4-BE49-F238E27FC236}">
                    <a16:creationId xmlns:a16="http://schemas.microsoft.com/office/drawing/2014/main" id="{DE936CD6-E037-EA29-E88A-C423C84312D9}"/>
                  </a:ext>
                </a:extLst>
              </p:cNvPr>
              <p:cNvGrpSpPr/>
              <p:nvPr/>
            </p:nvGrpSpPr>
            <p:grpSpPr>
              <a:xfrm>
                <a:off x="4157710" y="2203517"/>
                <a:ext cx="321508" cy="95994"/>
                <a:chOff x="4157710" y="2203517"/>
                <a:chExt cx="321508" cy="95994"/>
              </a:xfrm>
              <a:solidFill>
                <a:srgbClr val="000000"/>
              </a:solidFill>
            </p:grpSpPr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06B4E689-EA48-5FC3-49E4-B3620C7C3312}"/>
                    </a:ext>
                  </a:extLst>
                </p:cNvPr>
                <p:cNvSpPr/>
                <p:nvPr/>
              </p:nvSpPr>
              <p:spPr>
                <a:xfrm>
                  <a:off x="4434768" y="2249492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80 h 12690"/>
                    <a:gd name="connsiteX1" fmla="*/ 104 w 44450"/>
                    <a:gd name="connsiteY1" fmla="*/ 8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80"/>
                      </a:moveTo>
                      <a:lnTo>
                        <a:pt x="104" y="80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69" name="Graphic 2">
                  <a:extLst>
                    <a:ext uri="{FF2B5EF4-FFF2-40B4-BE49-F238E27FC236}">
                      <a16:creationId xmlns:a16="http://schemas.microsoft.com/office/drawing/2014/main" id="{707D9411-4E00-1B57-9943-93A2B433DD31}"/>
                    </a:ext>
                  </a:extLst>
                </p:cNvPr>
                <p:cNvGrpSpPr/>
                <p:nvPr/>
              </p:nvGrpSpPr>
              <p:grpSpPr>
                <a:xfrm>
                  <a:off x="4157710" y="2203517"/>
                  <a:ext cx="224169" cy="95994"/>
                  <a:chOff x="4157710" y="2203517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70" name="Freeform: Shape 69">
                    <a:extLst>
                      <a:ext uri="{FF2B5EF4-FFF2-40B4-BE49-F238E27FC236}">
                        <a16:creationId xmlns:a16="http://schemas.microsoft.com/office/drawing/2014/main" id="{99581D7F-1019-D116-CC2C-80EDE34328FB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2205183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121 h 94328"/>
                      <a:gd name="connsiteX1" fmla="*/ 51159 w 59908"/>
                      <a:gd name="connsiteY1" fmla="*/ 92121 h 94328"/>
                      <a:gd name="connsiteX2" fmla="*/ 51159 w 59908"/>
                      <a:gd name="connsiteY2" fmla="*/ 81572 h 94328"/>
                      <a:gd name="connsiteX3" fmla="*/ 13456 w 59908"/>
                      <a:gd name="connsiteY3" fmla="*/ 81572 h 94328"/>
                      <a:gd name="connsiteX4" fmla="*/ 13456 w 59908"/>
                      <a:gd name="connsiteY4" fmla="*/ 58907 h 94328"/>
                      <a:gd name="connsiteX5" fmla="*/ 18893 w 59908"/>
                      <a:gd name="connsiteY5" fmla="*/ 60295 h 94328"/>
                      <a:gd name="connsiteX6" fmla="*/ 24370 w 59908"/>
                      <a:gd name="connsiteY6" fmla="*/ 60751 h 94328"/>
                      <a:gd name="connsiteX7" fmla="*/ 48917 w 59908"/>
                      <a:gd name="connsiteY7" fmla="*/ 52264 h 94328"/>
                      <a:gd name="connsiteX8" fmla="*/ 57986 w 59908"/>
                      <a:gd name="connsiteY8" fmla="*/ 29282 h 94328"/>
                      <a:gd name="connsiteX9" fmla="*/ 48679 w 59908"/>
                      <a:gd name="connsiteY9" fmla="*/ 6062 h 94328"/>
                      <a:gd name="connsiteX10" fmla="*/ 22445 w 59908"/>
                      <a:gd name="connsiteY10" fmla="*/ -2207 h 94328"/>
                      <a:gd name="connsiteX11" fmla="*/ 10559 w 59908"/>
                      <a:gd name="connsiteY11" fmla="*/ -1216 h 94328"/>
                      <a:gd name="connsiteX12" fmla="*/ -1923 w 59908"/>
                      <a:gd name="connsiteY12" fmla="*/ 1759 h 94328"/>
                      <a:gd name="connsiteX13" fmla="*/ -1923 w 59908"/>
                      <a:gd name="connsiteY13" fmla="*/ 14350 h 94328"/>
                      <a:gd name="connsiteX14" fmla="*/ 9606 w 59908"/>
                      <a:gd name="connsiteY14" fmla="*/ 9829 h 94328"/>
                      <a:gd name="connsiteX15" fmla="*/ 22187 w 59908"/>
                      <a:gd name="connsiteY15" fmla="*/ 8342 h 94328"/>
                      <a:gd name="connsiteX16" fmla="*/ 39174 w 59908"/>
                      <a:gd name="connsiteY16" fmla="*/ 13974 h 94328"/>
                      <a:gd name="connsiteX17" fmla="*/ 45444 w 59908"/>
                      <a:gd name="connsiteY17" fmla="*/ 29282 h 94328"/>
                      <a:gd name="connsiteX18" fmla="*/ 39174 w 59908"/>
                      <a:gd name="connsiteY18" fmla="*/ 44570 h 94328"/>
                      <a:gd name="connsiteX19" fmla="*/ 22187 w 59908"/>
                      <a:gd name="connsiteY19" fmla="*/ 50222 h 94328"/>
                      <a:gd name="connsiteX20" fmla="*/ 12166 w 59908"/>
                      <a:gd name="connsiteY20" fmla="*/ 49111 h 94328"/>
                      <a:gd name="connsiteX21" fmla="*/ 1986 w 59908"/>
                      <a:gd name="connsiteY21" fmla="*/ 45641 h 94328"/>
                      <a:gd name="connsiteX22" fmla="*/ 1986 w 59908"/>
                      <a:gd name="connsiteY22" fmla="*/ 9212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121"/>
                        </a:moveTo>
                        <a:lnTo>
                          <a:pt x="51159" y="92121"/>
                        </a:lnTo>
                        <a:lnTo>
                          <a:pt x="51159" y="81572"/>
                        </a:lnTo>
                        <a:lnTo>
                          <a:pt x="13456" y="81572"/>
                        </a:lnTo>
                        <a:lnTo>
                          <a:pt x="13456" y="58907"/>
                        </a:lnTo>
                        <a:cubicBezTo>
                          <a:pt x="15269" y="59528"/>
                          <a:pt x="17081" y="59991"/>
                          <a:pt x="18893" y="60295"/>
                        </a:cubicBezTo>
                        <a:cubicBezTo>
                          <a:pt x="20719" y="60599"/>
                          <a:pt x="22545" y="60751"/>
                          <a:pt x="24370" y="60751"/>
                        </a:cubicBezTo>
                        <a:cubicBezTo>
                          <a:pt x="34702" y="60751"/>
                          <a:pt x="42884" y="57922"/>
                          <a:pt x="48917" y="52264"/>
                        </a:cubicBezTo>
                        <a:cubicBezTo>
                          <a:pt x="54963" y="46606"/>
                          <a:pt x="57986" y="38945"/>
                          <a:pt x="57986" y="29282"/>
                        </a:cubicBezTo>
                        <a:cubicBezTo>
                          <a:pt x="57986" y="19328"/>
                          <a:pt x="54883" y="11587"/>
                          <a:pt x="48679" y="6062"/>
                        </a:cubicBezTo>
                        <a:cubicBezTo>
                          <a:pt x="42474" y="549"/>
                          <a:pt x="33730" y="-2207"/>
                          <a:pt x="22445" y="-2207"/>
                        </a:cubicBezTo>
                        <a:cubicBezTo>
                          <a:pt x="18556" y="-2207"/>
                          <a:pt x="14594" y="-1877"/>
                          <a:pt x="10559" y="-1216"/>
                        </a:cubicBezTo>
                        <a:cubicBezTo>
                          <a:pt x="6537" y="-555"/>
                          <a:pt x="2377" y="437"/>
                          <a:pt x="-1923" y="1759"/>
                        </a:cubicBezTo>
                        <a:lnTo>
                          <a:pt x="-1923" y="14350"/>
                        </a:lnTo>
                        <a:cubicBezTo>
                          <a:pt x="1795" y="12328"/>
                          <a:pt x="5638" y="10821"/>
                          <a:pt x="9606" y="9829"/>
                        </a:cubicBezTo>
                        <a:cubicBezTo>
                          <a:pt x="13575" y="8838"/>
                          <a:pt x="17769" y="8342"/>
                          <a:pt x="22187" y="8342"/>
                        </a:cubicBezTo>
                        <a:cubicBezTo>
                          <a:pt x="29344" y="8342"/>
                          <a:pt x="35006" y="10219"/>
                          <a:pt x="39174" y="13974"/>
                        </a:cubicBezTo>
                        <a:cubicBezTo>
                          <a:pt x="43354" y="17728"/>
                          <a:pt x="45444" y="22831"/>
                          <a:pt x="45444" y="29282"/>
                        </a:cubicBezTo>
                        <a:cubicBezTo>
                          <a:pt x="45444" y="35720"/>
                          <a:pt x="43354" y="40816"/>
                          <a:pt x="39174" y="44570"/>
                        </a:cubicBezTo>
                        <a:cubicBezTo>
                          <a:pt x="35006" y="48338"/>
                          <a:pt x="29344" y="50222"/>
                          <a:pt x="22187" y="50222"/>
                        </a:cubicBezTo>
                        <a:cubicBezTo>
                          <a:pt x="18840" y="50222"/>
                          <a:pt x="15500" y="49852"/>
                          <a:pt x="12166" y="49111"/>
                        </a:cubicBezTo>
                        <a:cubicBezTo>
                          <a:pt x="8846" y="48371"/>
                          <a:pt x="5452" y="47214"/>
                          <a:pt x="1986" y="45641"/>
                        </a:cubicBezTo>
                        <a:lnTo>
                          <a:pt x="1986" y="921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1" name="Freeform: Shape 70">
                    <a:extLst>
                      <a:ext uri="{FF2B5EF4-FFF2-40B4-BE49-F238E27FC236}">
                        <a16:creationId xmlns:a16="http://schemas.microsoft.com/office/drawing/2014/main" id="{B438C7BD-30F7-B4D9-9626-85244D842007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511" y="2205183"/>
                    <a:ext cx="59908" cy="94328"/>
                  </a:xfrm>
                  <a:custGeom>
                    <a:avLst/>
                    <a:gdLst>
                      <a:gd name="connsiteX0" fmla="*/ 1993 w 59908"/>
                      <a:gd name="connsiteY0" fmla="*/ 92121 h 94328"/>
                      <a:gd name="connsiteX1" fmla="*/ 51166 w 59908"/>
                      <a:gd name="connsiteY1" fmla="*/ 92121 h 94328"/>
                      <a:gd name="connsiteX2" fmla="*/ 51166 w 59908"/>
                      <a:gd name="connsiteY2" fmla="*/ 81572 h 94328"/>
                      <a:gd name="connsiteX3" fmla="*/ 13463 w 59908"/>
                      <a:gd name="connsiteY3" fmla="*/ 81572 h 94328"/>
                      <a:gd name="connsiteX4" fmla="*/ 13463 w 59908"/>
                      <a:gd name="connsiteY4" fmla="*/ 58907 h 94328"/>
                      <a:gd name="connsiteX5" fmla="*/ 18900 w 59908"/>
                      <a:gd name="connsiteY5" fmla="*/ 60295 h 94328"/>
                      <a:gd name="connsiteX6" fmla="*/ 24377 w 59908"/>
                      <a:gd name="connsiteY6" fmla="*/ 60751 h 94328"/>
                      <a:gd name="connsiteX7" fmla="*/ 48923 w 59908"/>
                      <a:gd name="connsiteY7" fmla="*/ 52264 h 94328"/>
                      <a:gd name="connsiteX8" fmla="*/ 57992 w 59908"/>
                      <a:gd name="connsiteY8" fmla="*/ 29282 h 94328"/>
                      <a:gd name="connsiteX9" fmla="*/ 48685 w 59908"/>
                      <a:gd name="connsiteY9" fmla="*/ 6062 h 94328"/>
                      <a:gd name="connsiteX10" fmla="*/ 22452 w 59908"/>
                      <a:gd name="connsiteY10" fmla="*/ -2207 h 94328"/>
                      <a:gd name="connsiteX11" fmla="*/ 10565 w 59908"/>
                      <a:gd name="connsiteY11" fmla="*/ -1216 h 94328"/>
                      <a:gd name="connsiteX12" fmla="*/ -1916 w 59908"/>
                      <a:gd name="connsiteY12" fmla="*/ 1759 h 94328"/>
                      <a:gd name="connsiteX13" fmla="*/ -1916 w 59908"/>
                      <a:gd name="connsiteY13" fmla="*/ 14350 h 94328"/>
                      <a:gd name="connsiteX14" fmla="*/ 9613 w 59908"/>
                      <a:gd name="connsiteY14" fmla="*/ 9829 h 94328"/>
                      <a:gd name="connsiteX15" fmla="*/ 22194 w 59908"/>
                      <a:gd name="connsiteY15" fmla="*/ 8342 h 94328"/>
                      <a:gd name="connsiteX16" fmla="*/ 39180 w 59908"/>
                      <a:gd name="connsiteY16" fmla="*/ 13974 h 94328"/>
                      <a:gd name="connsiteX17" fmla="*/ 45451 w 59908"/>
                      <a:gd name="connsiteY17" fmla="*/ 29282 h 94328"/>
                      <a:gd name="connsiteX18" fmla="*/ 39180 w 59908"/>
                      <a:gd name="connsiteY18" fmla="*/ 44570 h 94328"/>
                      <a:gd name="connsiteX19" fmla="*/ 22194 w 59908"/>
                      <a:gd name="connsiteY19" fmla="*/ 50222 h 94328"/>
                      <a:gd name="connsiteX20" fmla="*/ 12173 w 59908"/>
                      <a:gd name="connsiteY20" fmla="*/ 49111 h 94328"/>
                      <a:gd name="connsiteX21" fmla="*/ 1993 w 59908"/>
                      <a:gd name="connsiteY21" fmla="*/ 45641 h 94328"/>
                      <a:gd name="connsiteX22" fmla="*/ 1993 w 59908"/>
                      <a:gd name="connsiteY22" fmla="*/ 9212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93" y="92121"/>
                        </a:moveTo>
                        <a:lnTo>
                          <a:pt x="51166" y="92121"/>
                        </a:lnTo>
                        <a:lnTo>
                          <a:pt x="51166" y="81572"/>
                        </a:lnTo>
                        <a:lnTo>
                          <a:pt x="13463" y="81572"/>
                        </a:lnTo>
                        <a:lnTo>
                          <a:pt x="13463" y="58907"/>
                        </a:lnTo>
                        <a:cubicBezTo>
                          <a:pt x="15275" y="59528"/>
                          <a:pt x="17087" y="59991"/>
                          <a:pt x="18900" y="60295"/>
                        </a:cubicBezTo>
                        <a:cubicBezTo>
                          <a:pt x="20725" y="60599"/>
                          <a:pt x="22551" y="60751"/>
                          <a:pt x="24377" y="60751"/>
                        </a:cubicBezTo>
                        <a:cubicBezTo>
                          <a:pt x="34709" y="60751"/>
                          <a:pt x="42891" y="57922"/>
                          <a:pt x="48923" y="52264"/>
                        </a:cubicBezTo>
                        <a:cubicBezTo>
                          <a:pt x="54969" y="46606"/>
                          <a:pt x="57992" y="38945"/>
                          <a:pt x="57992" y="29282"/>
                        </a:cubicBezTo>
                        <a:cubicBezTo>
                          <a:pt x="57992" y="19328"/>
                          <a:pt x="54890" y="11587"/>
                          <a:pt x="48685" y="6062"/>
                        </a:cubicBezTo>
                        <a:cubicBezTo>
                          <a:pt x="42481" y="549"/>
                          <a:pt x="33736" y="-2207"/>
                          <a:pt x="22452" y="-2207"/>
                        </a:cubicBezTo>
                        <a:cubicBezTo>
                          <a:pt x="18562" y="-2207"/>
                          <a:pt x="14600" y="-1877"/>
                          <a:pt x="10565" y="-1216"/>
                        </a:cubicBezTo>
                        <a:cubicBezTo>
                          <a:pt x="6544" y="-555"/>
                          <a:pt x="2383" y="437"/>
                          <a:pt x="-1916" y="1759"/>
                        </a:cubicBezTo>
                        <a:lnTo>
                          <a:pt x="-1916" y="14350"/>
                        </a:lnTo>
                        <a:cubicBezTo>
                          <a:pt x="1801" y="12328"/>
                          <a:pt x="5644" y="10821"/>
                          <a:pt x="9613" y="9829"/>
                        </a:cubicBezTo>
                        <a:cubicBezTo>
                          <a:pt x="13582" y="8838"/>
                          <a:pt x="17775" y="8342"/>
                          <a:pt x="22194" y="8342"/>
                        </a:cubicBezTo>
                        <a:cubicBezTo>
                          <a:pt x="29351" y="8342"/>
                          <a:pt x="35013" y="10219"/>
                          <a:pt x="39180" y="13974"/>
                        </a:cubicBezTo>
                        <a:cubicBezTo>
                          <a:pt x="43360" y="17728"/>
                          <a:pt x="45451" y="22831"/>
                          <a:pt x="45451" y="29282"/>
                        </a:cubicBezTo>
                        <a:cubicBezTo>
                          <a:pt x="45451" y="35720"/>
                          <a:pt x="43360" y="40816"/>
                          <a:pt x="39180" y="44570"/>
                        </a:cubicBezTo>
                        <a:cubicBezTo>
                          <a:pt x="35013" y="48338"/>
                          <a:pt x="29351" y="50222"/>
                          <a:pt x="22194" y="50222"/>
                        </a:cubicBezTo>
                        <a:cubicBezTo>
                          <a:pt x="18847" y="50222"/>
                          <a:pt x="15506" y="49852"/>
                          <a:pt x="12173" y="49111"/>
                        </a:cubicBezTo>
                        <a:cubicBezTo>
                          <a:pt x="8852" y="48371"/>
                          <a:pt x="5459" y="47214"/>
                          <a:pt x="1993" y="45641"/>
                        </a:cubicBezTo>
                        <a:lnTo>
                          <a:pt x="1993" y="921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2" name="Freeform: Shape 71">
                    <a:extLst>
                      <a:ext uri="{FF2B5EF4-FFF2-40B4-BE49-F238E27FC236}">
                        <a16:creationId xmlns:a16="http://schemas.microsoft.com/office/drawing/2014/main" id="{1F1FB8E5-2207-905A-D1D2-B6AE9848E256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2203517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830 h 95994"/>
                      <a:gd name="connsiteX1" fmla="*/ 15502 w 63996"/>
                      <a:gd name="connsiteY1" fmla="*/ 74312 h 95994"/>
                      <a:gd name="connsiteX2" fmla="*/ 10640 w 63996"/>
                      <a:gd name="connsiteY2" fmla="*/ 45718 h 95994"/>
                      <a:gd name="connsiteX3" fmla="*/ 15502 w 63996"/>
                      <a:gd name="connsiteY3" fmla="*/ 17184 h 95994"/>
                      <a:gd name="connsiteX4" fmla="*/ 30047 w 63996"/>
                      <a:gd name="connsiteY4" fmla="*/ 7665 h 95994"/>
                      <a:gd name="connsiteX5" fmla="*/ 44652 w 63996"/>
                      <a:gd name="connsiteY5" fmla="*/ 17184 h 95994"/>
                      <a:gd name="connsiteX6" fmla="*/ 49534 w 63996"/>
                      <a:gd name="connsiteY6" fmla="*/ 45718 h 95994"/>
                      <a:gd name="connsiteX7" fmla="*/ 44652 w 63996"/>
                      <a:gd name="connsiteY7" fmla="*/ 74312 h 95994"/>
                      <a:gd name="connsiteX8" fmla="*/ 30047 w 63996"/>
                      <a:gd name="connsiteY8" fmla="*/ 83830 h 95994"/>
                      <a:gd name="connsiteX9" fmla="*/ 30047 w 63996"/>
                      <a:gd name="connsiteY9" fmla="*/ 93745 h 95994"/>
                      <a:gd name="connsiteX10" fmla="*/ 53840 w 63996"/>
                      <a:gd name="connsiteY10" fmla="*/ 81431 h 95994"/>
                      <a:gd name="connsiteX11" fmla="*/ 62055 w 63996"/>
                      <a:gd name="connsiteY11" fmla="*/ 45718 h 95994"/>
                      <a:gd name="connsiteX12" fmla="*/ 53840 w 63996"/>
                      <a:gd name="connsiteY12" fmla="*/ 10045 h 95994"/>
                      <a:gd name="connsiteX13" fmla="*/ 30047 w 63996"/>
                      <a:gd name="connsiteY13" fmla="*/ -2249 h 95994"/>
                      <a:gd name="connsiteX14" fmla="*/ 6274 w 63996"/>
                      <a:gd name="connsiteY14" fmla="*/ 10045 h 95994"/>
                      <a:gd name="connsiteX15" fmla="*/ -1941 w 63996"/>
                      <a:gd name="connsiteY15" fmla="*/ 45718 h 95994"/>
                      <a:gd name="connsiteX16" fmla="*/ 6274 w 63996"/>
                      <a:gd name="connsiteY16" fmla="*/ 81431 h 95994"/>
                      <a:gd name="connsiteX17" fmla="*/ 30047 w 63996"/>
                      <a:gd name="connsiteY17" fmla="*/ 9374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830"/>
                        </a:moveTo>
                        <a:cubicBezTo>
                          <a:pt x="23605" y="83830"/>
                          <a:pt x="18756" y="80657"/>
                          <a:pt x="15502" y="74312"/>
                        </a:cubicBezTo>
                        <a:cubicBezTo>
                          <a:pt x="12261" y="67980"/>
                          <a:pt x="10640" y="58449"/>
                          <a:pt x="10640" y="45718"/>
                        </a:cubicBezTo>
                        <a:cubicBezTo>
                          <a:pt x="10640" y="33040"/>
                          <a:pt x="12261" y="23529"/>
                          <a:pt x="15502" y="17184"/>
                        </a:cubicBezTo>
                        <a:cubicBezTo>
                          <a:pt x="18756" y="10838"/>
                          <a:pt x="23605" y="7665"/>
                          <a:pt x="30047" y="7665"/>
                        </a:cubicBezTo>
                        <a:cubicBezTo>
                          <a:pt x="36543" y="7665"/>
                          <a:pt x="41411" y="10838"/>
                          <a:pt x="44652" y="17184"/>
                        </a:cubicBezTo>
                        <a:cubicBezTo>
                          <a:pt x="47907" y="23529"/>
                          <a:pt x="49534" y="33040"/>
                          <a:pt x="49534" y="45718"/>
                        </a:cubicBezTo>
                        <a:cubicBezTo>
                          <a:pt x="49534" y="58449"/>
                          <a:pt x="47907" y="67980"/>
                          <a:pt x="44652" y="74312"/>
                        </a:cubicBezTo>
                        <a:cubicBezTo>
                          <a:pt x="41411" y="80657"/>
                          <a:pt x="36543" y="83830"/>
                          <a:pt x="30047" y="83830"/>
                        </a:cubicBezTo>
                        <a:close/>
                        <a:moveTo>
                          <a:pt x="30047" y="93745"/>
                        </a:moveTo>
                        <a:cubicBezTo>
                          <a:pt x="40432" y="93745"/>
                          <a:pt x="48363" y="89640"/>
                          <a:pt x="53840" y="81431"/>
                        </a:cubicBezTo>
                        <a:cubicBezTo>
                          <a:pt x="59317" y="73235"/>
                          <a:pt x="62055" y="61330"/>
                          <a:pt x="62055" y="45718"/>
                        </a:cubicBezTo>
                        <a:cubicBezTo>
                          <a:pt x="62055" y="30145"/>
                          <a:pt x="59317" y="18254"/>
                          <a:pt x="53840" y="10045"/>
                        </a:cubicBezTo>
                        <a:cubicBezTo>
                          <a:pt x="48363" y="1849"/>
                          <a:pt x="40432" y="-2249"/>
                          <a:pt x="30047" y="-2249"/>
                        </a:cubicBezTo>
                        <a:cubicBezTo>
                          <a:pt x="19675" y="-2249"/>
                          <a:pt x="11751" y="1849"/>
                          <a:pt x="6274" y="10045"/>
                        </a:cubicBezTo>
                        <a:cubicBezTo>
                          <a:pt x="797" y="18254"/>
                          <a:pt x="-1941" y="30145"/>
                          <a:pt x="-1941" y="45718"/>
                        </a:cubicBezTo>
                        <a:cubicBezTo>
                          <a:pt x="-1941" y="61330"/>
                          <a:pt x="797" y="73235"/>
                          <a:pt x="6274" y="81431"/>
                        </a:cubicBezTo>
                        <a:cubicBezTo>
                          <a:pt x="11751" y="89640"/>
                          <a:pt x="19675" y="93745"/>
                          <a:pt x="30047" y="9374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B056159C-F51D-B7C4-6841-1E0889F2CD3F}"/>
                </a:ext>
              </a:extLst>
            </p:cNvPr>
            <p:cNvSpPr/>
            <p:nvPr/>
          </p:nvSpPr>
          <p:spPr>
            <a:xfrm>
              <a:off x="4479218" y="1759800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76D19A8D-988F-CAF7-E022-604E7E7D574E}"/>
                </a:ext>
              </a:extLst>
            </p:cNvPr>
            <p:cNvSpPr/>
            <p:nvPr/>
          </p:nvSpPr>
          <p:spPr>
            <a:xfrm>
              <a:off x="7858841" y="1759800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57A2257-378D-F84B-16B2-140AE1AFA1C7}"/>
                </a:ext>
              </a:extLst>
            </p:cNvPr>
            <p:cNvSpPr/>
            <p:nvPr/>
          </p:nvSpPr>
          <p:spPr>
            <a:xfrm>
              <a:off x="4479218" y="5136981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48997BBB-B0B1-F5B7-2709-F9552EB095C1}"/>
                </a:ext>
              </a:extLst>
            </p:cNvPr>
            <p:cNvSpPr/>
            <p:nvPr/>
          </p:nvSpPr>
          <p:spPr>
            <a:xfrm>
              <a:off x="4479218" y="1759800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81" name="Graphic 77">
            <a:extLst>
              <a:ext uri="{FF2B5EF4-FFF2-40B4-BE49-F238E27FC236}">
                <a16:creationId xmlns:a16="http://schemas.microsoft.com/office/drawing/2014/main" id="{35D65D69-3778-9B7E-ADC6-E8DF09D8AAEA}"/>
              </a:ext>
            </a:extLst>
          </p:cNvPr>
          <p:cNvGrpSpPr/>
          <p:nvPr/>
        </p:nvGrpSpPr>
        <p:grpSpPr>
          <a:xfrm>
            <a:off x="2393650" y="4135886"/>
            <a:ext cx="3701740" cy="3564860"/>
            <a:chOff x="3058962" y="4452173"/>
            <a:chExt cx="3701740" cy="3564860"/>
          </a:xfrm>
        </p:grpSpPr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43F54506-18D9-458E-9E90-D5908B3A811E}"/>
                </a:ext>
              </a:extLst>
            </p:cNvPr>
            <p:cNvSpPr/>
            <p:nvPr/>
          </p:nvSpPr>
          <p:spPr>
            <a:xfrm>
              <a:off x="3380470" y="4452782"/>
              <a:ext cx="3379622" cy="3377180"/>
            </a:xfrm>
            <a:custGeom>
              <a:avLst/>
              <a:gdLst>
                <a:gd name="connsiteX0" fmla="*/ 0 w 3379622"/>
                <a:gd name="connsiteY0" fmla="*/ 3377181 h 3377180"/>
                <a:gd name="connsiteX1" fmla="*/ 3379623 w 3379622"/>
                <a:gd name="connsiteY1" fmla="*/ 3377181 h 3377180"/>
                <a:gd name="connsiteX2" fmla="*/ 3379623 w 3379622"/>
                <a:gd name="connsiteY2" fmla="*/ 0 h 3377180"/>
                <a:gd name="connsiteX3" fmla="*/ 0 w 3379622"/>
                <a:gd name="connsiteY3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9622" h="3377180">
                  <a:moveTo>
                    <a:pt x="0" y="3377181"/>
                  </a:moveTo>
                  <a:lnTo>
                    <a:pt x="3379623" y="3377181"/>
                  </a:lnTo>
                  <a:lnTo>
                    <a:pt x="3379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83" name="Picture 82">
              <a:extLst>
                <a:ext uri="{FF2B5EF4-FFF2-40B4-BE49-F238E27FC236}">
                  <a16:creationId xmlns:a16="http://schemas.microsoft.com/office/drawing/2014/main" id="{1AA40F13-6BB9-FD06-1F10-E1D67AF8DA5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V="1">
              <a:off x="3380470" y="4452173"/>
              <a:ext cx="3380232" cy="3377789"/>
            </a:xfrm>
            <a:custGeom>
              <a:avLst/>
              <a:gdLst>
                <a:gd name="connsiteX0" fmla="*/ 0 w 3380232"/>
                <a:gd name="connsiteY0" fmla="*/ 83 h 3377789"/>
                <a:gd name="connsiteX1" fmla="*/ 3380232 w 3380232"/>
                <a:gd name="connsiteY1" fmla="*/ 83 h 3377789"/>
                <a:gd name="connsiteX2" fmla="*/ 3380232 w 3380232"/>
                <a:gd name="connsiteY2" fmla="*/ 3377873 h 3377789"/>
                <a:gd name="connsiteX3" fmla="*/ 0 w 3380232"/>
                <a:gd name="connsiteY3" fmla="*/ 3377873 h 337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0232" h="3377789">
                  <a:moveTo>
                    <a:pt x="0" y="83"/>
                  </a:moveTo>
                  <a:lnTo>
                    <a:pt x="3380232" y="83"/>
                  </a:lnTo>
                  <a:lnTo>
                    <a:pt x="3380232" y="3377873"/>
                  </a:lnTo>
                  <a:lnTo>
                    <a:pt x="0" y="3377873"/>
                  </a:lnTo>
                  <a:close/>
                </a:path>
              </a:pathLst>
            </a:custGeom>
          </p:spPr>
        </p:pic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360C3306-796F-B801-2324-31485D2F6B93}"/>
                </a:ext>
              </a:extLst>
            </p:cNvPr>
            <p:cNvSpPr/>
            <p:nvPr/>
          </p:nvSpPr>
          <p:spPr>
            <a:xfrm>
              <a:off x="5004894" y="5967886"/>
              <a:ext cx="158629" cy="344579"/>
            </a:xfrm>
            <a:custGeom>
              <a:avLst/>
              <a:gdLst>
                <a:gd name="connsiteX0" fmla="*/ 0 w 158629"/>
                <a:gd name="connsiteY0" fmla="*/ 11306 h 344579"/>
                <a:gd name="connsiteX1" fmla="*/ 129487 w 158629"/>
                <a:gd name="connsiteY1" fmla="*/ 0 h 344579"/>
                <a:gd name="connsiteX2" fmla="*/ 158629 w 158629"/>
                <a:gd name="connsiteY2" fmla="*/ 333274 h 344579"/>
                <a:gd name="connsiteX3" fmla="*/ 29142 w 158629"/>
                <a:gd name="connsiteY3" fmla="*/ 344580 h 344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629" h="344579">
                  <a:moveTo>
                    <a:pt x="0" y="11306"/>
                  </a:moveTo>
                  <a:lnTo>
                    <a:pt x="129487" y="0"/>
                  </a:lnTo>
                  <a:lnTo>
                    <a:pt x="158629" y="333274"/>
                  </a:lnTo>
                  <a:lnTo>
                    <a:pt x="29142" y="34458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A3DE635-D129-4BE1-5FD3-52A1D752B15B}"/>
                </a:ext>
              </a:extLst>
            </p:cNvPr>
            <p:cNvSpPr/>
            <p:nvPr/>
          </p:nvSpPr>
          <p:spPr>
            <a:xfrm>
              <a:off x="5016208" y="5973539"/>
              <a:ext cx="129486" cy="135046"/>
            </a:xfrm>
            <a:custGeom>
              <a:avLst/>
              <a:gdLst>
                <a:gd name="connsiteX0" fmla="*/ 53429 w 129486"/>
                <a:gd name="connsiteY0" fmla="*/ 0 h 135046"/>
                <a:gd name="connsiteX1" fmla="*/ 129487 w 129486"/>
                <a:gd name="connsiteY1" fmla="*/ 123740 h 135046"/>
                <a:gd name="connsiteX2" fmla="*/ 0 w 129486"/>
                <a:gd name="connsiteY2" fmla="*/ 135046 h 13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486" h="135046">
                  <a:moveTo>
                    <a:pt x="53429" y="0"/>
                  </a:moveTo>
                  <a:lnTo>
                    <a:pt x="129487" y="123740"/>
                  </a:lnTo>
                  <a:lnTo>
                    <a:pt x="0" y="135046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86" name="Graphic 77">
              <a:extLst>
                <a:ext uri="{FF2B5EF4-FFF2-40B4-BE49-F238E27FC236}">
                  <a16:creationId xmlns:a16="http://schemas.microsoft.com/office/drawing/2014/main" id="{C1FED455-785F-6020-9C07-957775B021E7}"/>
                </a:ext>
              </a:extLst>
            </p:cNvPr>
            <p:cNvGrpSpPr/>
            <p:nvPr/>
          </p:nvGrpSpPr>
          <p:grpSpPr>
            <a:xfrm>
              <a:off x="3776011" y="7829963"/>
              <a:ext cx="2927867" cy="187070"/>
              <a:chOff x="3776011" y="7829963"/>
              <a:chExt cx="2927867" cy="187070"/>
            </a:xfrm>
            <a:solidFill>
              <a:srgbClr val="000000"/>
            </a:solidFill>
          </p:grpSpPr>
          <p:grpSp>
            <p:nvGrpSpPr>
              <p:cNvPr id="87" name="Graphic 77">
                <a:extLst>
                  <a:ext uri="{FF2B5EF4-FFF2-40B4-BE49-F238E27FC236}">
                    <a16:creationId xmlns:a16="http://schemas.microsoft.com/office/drawing/2014/main" id="{99464D17-07B2-6496-DB73-B89900255B65}"/>
                  </a:ext>
                </a:extLst>
              </p:cNvPr>
              <p:cNvGrpSpPr/>
              <p:nvPr/>
            </p:nvGrpSpPr>
            <p:grpSpPr>
              <a:xfrm>
                <a:off x="3776011" y="7829963"/>
                <a:ext cx="224169" cy="187070"/>
                <a:chOff x="3776011" y="7829963"/>
                <a:chExt cx="224169" cy="187070"/>
              </a:xfrm>
              <a:solidFill>
                <a:srgbClr val="000000"/>
              </a:solidFill>
            </p:grpSpPr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99C0B76A-0C2D-B8B8-C694-EB02CC643149}"/>
                    </a:ext>
                  </a:extLst>
                </p:cNvPr>
                <p:cNvSpPr/>
                <p:nvPr/>
              </p:nvSpPr>
              <p:spPr>
                <a:xfrm>
                  <a:off x="3887414" y="7829963"/>
                  <a:ext cx="12700" cy="44417"/>
                </a:xfrm>
                <a:custGeom>
                  <a:avLst/>
                  <a:gdLst>
                    <a:gd name="connsiteX0" fmla="*/ 144 w 12700"/>
                    <a:gd name="connsiteY0" fmla="*/ 308 h 44417"/>
                    <a:gd name="connsiteX1" fmla="*/ 144 w 12700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44" y="308"/>
                      </a:moveTo>
                      <a:lnTo>
                        <a:pt x="144" y="4472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89" name="Graphic 77">
                  <a:extLst>
                    <a:ext uri="{FF2B5EF4-FFF2-40B4-BE49-F238E27FC236}">
                      <a16:creationId xmlns:a16="http://schemas.microsoft.com/office/drawing/2014/main" id="{B536DC8C-6421-FC8F-B05D-AECF603B844F}"/>
                    </a:ext>
                  </a:extLst>
                </p:cNvPr>
                <p:cNvGrpSpPr/>
                <p:nvPr/>
              </p:nvGrpSpPr>
              <p:grpSpPr>
                <a:xfrm>
                  <a:off x="3776011" y="7921039"/>
                  <a:ext cx="224169" cy="95994"/>
                  <a:chOff x="3776011" y="7921039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90" name="Freeform: Shape 89">
                    <a:extLst>
                      <a:ext uri="{FF2B5EF4-FFF2-40B4-BE49-F238E27FC236}">
                        <a16:creationId xmlns:a16="http://schemas.microsoft.com/office/drawing/2014/main" id="{0BCA6717-2976-9822-15AC-24ECD2C0D22F}"/>
                      </a:ext>
                    </a:extLst>
                  </p:cNvPr>
                  <p:cNvSpPr/>
                  <p:nvPr/>
                </p:nvSpPr>
                <p:spPr>
                  <a:xfrm flipV="1">
                    <a:off x="3776011" y="7922705"/>
                    <a:ext cx="59908" cy="94328"/>
                  </a:xfrm>
                  <a:custGeom>
                    <a:avLst/>
                    <a:gdLst>
                      <a:gd name="connsiteX0" fmla="*/ 2043 w 59908"/>
                      <a:gd name="connsiteY0" fmla="*/ 92360 h 94328"/>
                      <a:gd name="connsiteX1" fmla="*/ 51216 w 59908"/>
                      <a:gd name="connsiteY1" fmla="*/ 92360 h 94328"/>
                      <a:gd name="connsiteX2" fmla="*/ 51216 w 59908"/>
                      <a:gd name="connsiteY2" fmla="*/ 81810 h 94328"/>
                      <a:gd name="connsiteX3" fmla="*/ 13513 w 59908"/>
                      <a:gd name="connsiteY3" fmla="*/ 81810 h 94328"/>
                      <a:gd name="connsiteX4" fmla="*/ 13513 w 59908"/>
                      <a:gd name="connsiteY4" fmla="*/ 59145 h 94328"/>
                      <a:gd name="connsiteX5" fmla="*/ 18950 w 59908"/>
                      <a:gd name="connsiteY5" fmla="*/ 60533 h 94328"/>
                      <a:gd name="connsiteX6" fmla="*/ 24427 w 59908"/>
                      <a:gd name="connsiteY6" fmla="*/ 60989 h 94328"/>
                      <a:gd name="connsiteX7" fmla="*/ 48973 w 59908"/>
                      <a:gd name="connsiteY7" fmla="*/ 52503 h 94328"/>
                      <a:gd name="connsiteX8" fmla="*/ 58042 w 59908"/>
                      <a:gd name="connsiteY8" fmla="*/ 29520 h 94328"/>
                      <a:gd name="connsiteX9" fmla="*/ 48735 w 59908"/>
                      <a:gd name="connsiteY9" fmla="*/ 6300 h 94328"/>
                      <a:gd name="connsiteX10" fmla="*/ 22502 w 59908"/>
                      <a:gd name="connsiteY10" fmla="*/ -1969 h 94328"/>
                      <a:gd name="connsiteX11" fmla="*/ 10615 w 59908"/>
                      <a:gd name="connsiteY11" fmla="*/ -977 h 94328"/>
                      <a:gd name="connsiteX12" fmla="*/ -1866 w 59908"/>
                      <a:gd name="connsiteY12" fmla="*/ 1997 h 94328"/>
                      <a:gd name="connsiteX13" fmla="*/ -1866 w 59908"/>
                      <a:gd name="connsiteY13" fmla="*/ 14589 h 94328"/>
                      <a:gd name="connsiteX14" fmla="*/ 9663 w 59908"/>
                      <a:gd name="connsiteY14" fmla="*/ 10068 h 94328"/>
                      <a:gd name="connsiteX15" fmla="*/ 22244 w 59908"/>
                      <a:gd name="connsiteY15" fmla="*/ 8580 h 94328"/>
                      <a:gd name="connsiteX16" fmla="*/ 39230 w 59908"/>
                      <a:gd name="connsiteY16" fmla="*/ 14212 h 94328"/>
                      <a:gd name="connsiteX17" fmla="*/ 45501 w 59908"/>
                      <a:gd name="connsiteY17" fmla="*/ 29520 h 94328"/>
                      <a:gd name="connsiteX18" fmla="*/ 39230 w 59908"/>
                      <a:gd name="connsiteY18" fmla="*/ 44809 h 94328"/>
                      <a:gd name="connsiteX19" fmla="*/ 22244 w 59908"/>
                      <a:gd name="connsiteY19" fmla="*/ 50460 h 94328"/>
                      <a:gd name="connsiteX20" fmla="*/ 12223 w 59908"/>
                      <a:gd name="connsiteY20" fmla="*/ 49350 h 94328"/>
                      <a:gd name="connsiteX21" fmla="*/ 2043 w 59908"/>
                      <a:gd name="connsiteY21" fmla="*/ 45879 h 94328"/>
                      <a:gd name="connsiteX22" fmla="*/ 2043 w 59908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43" y="92360"/>
                        </a:moveTo>
                        <a:lnTo>
                          <a:pt x="51216" y="92360"/>
                        </a:lnTo>
                        <a:lnTo>
                          <a:pt x="51216" y="81810"/>
                        </a:lnTo>
                        <a:lnTo>
                          <a:pt x="13513" y="81810"/>
                        </a:lnTo>
                        <a:lnTo>
                          <a:pt x="13513" y="59145"/>
                        </a:lnTo>
                        <a:cubicBezTo>
                          <a:pt x="15325" y="59767"/>
                          <a:pt x="17137" y="60229"/>
                          <a:pt x="18950" y="60533"/>
                        </a:cubicBezTo>
                        <a:cubicBezTo>
                          <a:pt x="20775" y="60837"/>
                          <a:pt x="22601" y="60989"/>
                          <a:pt x="24427" y="60989"/>
                        </a:cubicBezTo>
                        <a:cubicBezTo>
                          <a:pt x="34759" y="60989"/>
                          <a:pt x="42941" y="58160"/>
                          <a:pt x="48973" y="52503"/>
                        </a:cubicBezTo>
                        <a:cubicBezTo>
                          <a:pt x="55019" y="46845"/>
                          <a:pt x="58042" y="39184"/>
                          <a:pt x="58042" y="29520"/>
                        </a:cubicBezTo>
                        <a:cubicBezTo>
                          <a:pt x="58042" y="19566"/>
                          <a:pt x="54940" y="11826"/>
                          <a:pt x="48735" y="6300"/>
                        </a:cubicBezTo>
                        <a:cubicBezTo>
                          <a:pt x="42531" y="787"/>
                          <a:pt x="33786" y="-1969"/>
                          <a:pt x="22502" y="-1969"/>
                        </a:cubicBezTo>
                        <a:cubicBezTo>
                          <a:pt x="18612" y="-1969"/>
                          <a:pt x="14650" y="-1638"/>
                          <a:pt x="10615" y="-977"/>
                        </a:cubicBezTo>
                        <a:cubicBezTo>
                          <a:pt x="6594" y="-316"/>
                          <a:pt x="2433" y="675"/>
                          <a:pt x="-1866" y="1997"/>
                        </a:cubicBezTo>
                        <a:lnTo>
                          <a:pt x="-1866" y="14589"/>
                        </a:lnTo>
                        <a:cubicBezTo>
                          <a:pt x="1851" y="12566"/>
                          <a:pt x="5694" y="11059"/>
                          <a:pt x="9663" y="10068"/>
                        </a:cubicBezTo>
                        <a:cubicBezTo>
                          <a:pt x="13632" y="9076"/>
                          <a:pt x="17825" y="8580"/>
                          <a:pt x="22244" y="8580"/>
                        </a:cubicBezTo>
                        <a:cubicBezTo>
                          <a:pt x="29401" y="8580"/>
                          <a:pt x="35063" y="10458"/>
                          <a:pt x="39230" y="14212"/>
                        </a:cubicBezTo>
                        <a:cubicBezTo>
                          <a:pt x="43411" y="17966"/>
                          <a:pt x="45501" y="23069"/>
                          <a:pt x="45501" y="29520"/>
                        </a:cubicBezTo>
                        <a:cubicBezTo>
                          <a:pt x="45501" y="35958"/>
                          <a:pt x="43411" y="41054"/>
                          <a:pt x="39230" y="44809"/>
                        </a:cubicBezTo>
                        <a:cubicBezTo>
                          <a:pt x="35063" y="48576"/>
                          <a:pt x="29401" y="50460"/>
                          <a:pt x="22244" y="50460"/>
                        </a:cubicBezTo>
                        <a:cubicBezTo>
                          <a:pt x="18897" y="50460"/>
                          <a:pt x="15557" y="50090"/>
                          <a:pt x="12223" y="49350"/>
                        </a:cubicBezTo>
                        <a:cubicBezTo>
                          <a:pt x="8902" y="48609"/>
                          <a:pt x="5509" y="47453"/>
                          <a:pt x="2043" y="45879"/>
                        </a:cubicBezTo>
                        <a:lnTo>
                          <a:pt x="2043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1" name="Freeform: Shape 90">
                    <a:extLst>
                      <a:ext uri="{FF2B5EF4-FFF2-40B4-BE49-F238E27FC236}">
                        <a16:creationId xmlns:a16="http://schemas.microsoft.com/office/drawing/2014/main" id="{39A0592C-42F5-4043-6AB0-23652176634C}"/>
                      </a:ext>
                    </a:extLst>
                  </p:cNvPr>
                  <p:cNvSpPr/>
                  <p:nvPr/>
                </p:nvSpPr>
                <p:spPr>
                  <a:xfrm flipV="1">
                    <a:off x="3855383" y="7921039"/>
                    <a:ext cx="63996" cy="95994"/>
                  </a:xfrm>
                  <a:custGeom>
                    <a:avLst/>
                    <a:gdLst>
                      <a:gd name="connsiteX0" fmla="*/ 30097 w 63996"/>
                      <a:gd name="connsiteY0" fmla="*/ 84069 h 95994"/>
                      <a:gd name="connsiteX1" fmla="*/ 15552 w 63996"/>
                      <a:gd name="connsiteY1" fmla="*/ 74550 h 95994"/>
                      <a:gd name="connsiteX2" fmla="*/ 10690 w 63996"/>
                      <a:gd name="connsiteY2" fmla="*/ 45956 h 95994"/>
                      <a:gd name="connsiteX3" fmla="*/ 15552 w 63996"/>
                      <a:gd name="connsiteY3" fmla="*/ 17422 h 95994"/>
                      <a:gd name="connsiteX4" fmla="*/ 30097 w 63996"/>
                      <a:gd name="connsiteY4" fmla="*/ 7904 h 95994"/>
                      <a:gd name="connsiteX5" fmla="*/ 44702 w 63996"/>
                      <a:gd name="connsiteY5" fmla="*/ 17422 h 95994"/>
                      <a:gd name="connsiteX6" fmla="*/ 49584 w 63996"/>
                      <a:gd name="connsiteY6" fmla="*/ 45956 h 95994"/>
                      <a:gd name="connsiteX7" fmla="*/ 44702 w 63996"/>
                      <a:gd name="connsiteY7" fmla="*/ 74550 h 95994"/>
                      <a:gd name="connsiteX8" fmla="*/ 30097 w 63996"/>
                      <a:gd name="connsiteY8" fmla="*/ 84069 h 95994"/>
                      <a:gd name="connsiteX9" fmla="*/ 30097 w 63996"/>
                      <a:gd name="connsiteY9" fmla="*/ 93983 h 95994"/>
                      <a:gd name="connsiteX10" fmla="*/ 53890 w 63996"/>
                      <a:gd name="connsiteY10" fmla="*/ 81669 h 95994"/>
                      <a:gd name="connsiteX11" fmla="*/ 62105 w 63996"/>
                      <a:gd name="connsiteY11" fmla="*/ 45956 h 95994"/>
                      <a:gd name="connsiteX12" fmla="*/ 53890 w 63996"/>
                      <a:gd name="connsiteY12" fmla="*/ 10283 h 95994"/>
                      <a:gd name="connsiteX13" fmla="*/ 30097 w 63996"/>
                      <a:gd name="connsiteY13" fmla="*/ -2011 h 95994"/>
                      <a:gd name="connsiteX14" fmla="*/ 6324 w 63996"/>
                      <a:gd name="connsiteY14" fmla="*/ 10283 h 95994"/>
                      <a:gd name="connsiteX15" fmla="*/ -1891 w 63996"/>
                      <a:gd name="connsiteY15" fmla="*/ 45956 h 95994"/>
                      <a:gd name="connsiteX16" fmla="*/ 6324 w 63996"/>
                      <a:gd name="connsiteY16" fmla="*/ 81669 h 95994"/>
                      <a:gd name="connsiteX17" fmla="*/ 30097 w 6399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97" y="84069"/>
                        </a:moveTo>
                        <a:cubicBezTo>
                          <a:pt x="23655" y="84069"/>
                          <a:pt x="18806" y="80896"/>
                          <a:pt x="15552" y="74550"/>
                        </a:cubicBezTo>
                        <a:cubicBezTo>
                          <a:pt x="12311" y="68218"/>
                          <a:pt x="10690" y="58687"/>
                          <a:pt x="10690" y="45956"/>
                        </a:cubicBezTo>
                        <a:cubicBezTo>
                          <a:pt x="10690" y="33279"/>
                          <a:pt x="12311" y="23767"/>
                          <a:pt x="15552" y="17422"/>
                        </a:cubicBezTo>
                        <a:cubicBezTo>
                          <a:pt x="18806" y="11076"/>
                          <a:pt x="23655" y="7904"/>
                          <a:pt x="30097" y="7904"/>
                        </a:cubicBezTo>
                        <a:cubicBezTo>
                          <a:pt x="36593" y="7904"/>
                          <a:pt x="41461" y="11076"/>
                          <a:pt x="44702" y="17422"/>
                        </a:cubicBezTo>
                        <a:cubicBezTo>
                          <a:pt x="47957" y="23767"/>
                          <a:pt x="49584" y="33279"/>
                          <a:pt x="49584" y="45956"/>
                        </a:cubicBezTo>
                        <a:cubicBezTo>
                          <a:pt x="49584" y="58687"/>
                          <a:pt x="47957" y="68218"/>
                          <a:pt x="44702" y="74550"/>
                        </a:cubicBezTo>
                        <a:cubicBezTo>
                          <a:pt x="41461" y="80896"/>
                          <a:pt x="36593" y="84069"/>
                          <a:pt x="30097" y="84069"/>
                        </a:cubicBezTo>
                        <a:close/>
                        <a:moveTo>
                          <a:pt x="30097" y="93983"/>
                        </a:moveTo>
                        <a:cubicBezTo>
                          <a:pt x="40482" y="93983"/>
                          <a:pt x="48413" y="89879"/>
                          <a:pt x="53890" y="81669"/>
                        </a:cubicBezTo>
                        <a:cubicBezTo>
                          <a:pt x="59367" y="73473"/>
                          <a:pt x="62105" y="61569"/>
                          <a:pt x="62105" y="45956"/>
                        </a:cubicBezTo>
                        <a:cubicBezTo>
                          <a:pt x="62105" y="30384"/>
                          <a:pt x="59367" y="18493"/>
                          <a:pt x="53890" y="10283"/>
                        </a:cubicBezTo>
                        <a:cubicBezTo>
                          <a:pt x="48413" y="2087"/>
                          <a:pt x="40482" y="-2011"/>
                          <a:pt x="30097" y="-2011"/>
                        </a:cubicBezTo>
                        <a:cubicBezTo>
                          <a:pt x="19726" y="-2011"/>
                          <a:pt x="11801" y="2087"/>
                          <a:pt x="6324" y="10283"/>
                        </a:cubicBezTo>
                        <a:cubicBezTo>
                          <a:pt x="848" y="18493"/>
                          <a:pt x="-1891" y="30384"/>
                          <a:pt x="-1891" y="45956"/>
                        </a:cubicBezTo>
                        <a:cubicBezTo>
                          <a:pt x="-1891" y="61569"/>
                          <a:pt x="848" y="73473"/>
                          <a:pt x="6324" y="81669"/>
                        </a:cubicBezTo>
                        <a:cubicBezTo>
                          <a:pt x="11801" y="89879"/>
                          <a:pt x="19726" y="93983"/>
                          <a:pt x="30097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2" name="Freeform: Shape 91">
                    <a:extLst>
                      <a:ext uri="{FF2B5EF4-FFF2-40B4-BE49-F238E27FC236}">
                        <a16:creationId xmlns:a16="http://schemas.microsoft.com/office/drawing/2014/main" id="{82AE48E8-DEA6-8F3E-CDB7-B0B443F20D22}"/>
                      </a:ext>
                    </a:extLst>
                  </p:cNvPr>
                  <p:cNvSpPr/>
                  <p:nvPr/>
                </p:nvSpPr>
                <p:spPr>
                  <a:xfrm flipV="1">
                    <a:off x="3936185" y="7921039"/>
                    <a:ext cx="63996" cy="95994"/>
                  </a:xfrm>
                  <a:custGeom>
                    <a:avLst/>
                    <a:gdLst>
                      <a:gd name="connsiteX0" fmla="*/ 30104 w 63996"/>
                      <a:gd name="connsiteY0" fmla="*/ 84069 h 95994"/>
                      <a:gd name="connsiteX1" fmla="*/ 15558 w 63996"/>
                      <a:gd name="connsiteY1" fmla="*/ 74550 h 95994"/>
                      <a:gd name="connsiteX2" fmla="*/ 10696 w 63996"/>
                      <a:gd name="connsiteY2" fmla="*/ 45956 h 95994"/>
                      <a:gd name="connsiteX3" fmla="*/ 15558 w 63996"/>
                      <a:gd name="connsiteY3" fmla="*/ 17422 h 95994"/>
                      <a:gd name="connsiteX4" fmla="*/ 30104 w 63996"/>
                      <a:gd name="connsiteY4" fmla="*/ 7904 h 95994"/>
                      <a:gd name="connsiteX5" fmla="*/ 44709 w 63996"/>
                      <a:gd name="connsiteY5" fmla="*/ 17422 h 95994"/>
                      <a:gd name="connsiteX6" fmla="*/ 49590 w 63996"/>
                      <a:gd name="connsiteY6" fmla="*/ 45956 h 95994"/>
                      <a:gd name="connsiteX7" fmla="*/ 44709 w 63996"/>
                      <a:gd name="connsiteY7" fmla="*/ 74550 h 95994"/>
                      <a:gd name="connsiteX8" fmla="*/ 30104 w 63996"/>
                      <a:gd name="connsiteY8" fmla="*/ 84069 h 95994"/>
                      <a:gd name="connsiteX9" fmla="*/ 30104 w 63996"/>
                      <a:gd name="connsiteY9" fmla="*/ 93983 h 95994"/>
                      <a:gd name="connsiteX10" fmla="*/ 53896 w 63996"/>
                      <a:gd name="connsiteY10" fmla="*/ 81669 h 95994"/>
                      <a:gd name="connsiteX11" fmla="*/ 62112 w 63996"/>
                      <a:gd name="connsiteY11" fmla="*/ 45956 h 95994"/>
                      <a:gd name="connsiteX12" fmla="*/ 53896 w 63996"/>
                      <a:gd name="connsiteY12" fmla="*/ 10283 h 95994"/>
                      <a:gd name="connsiteX13" fmla="*/ 30104 w 63996"/>
                      <a:gd name="connsiteY13" fmla="*/ -2011 h 95994"/>
                      <a:gd name="connsiteX14" fmla="*/ 6331 w 63996"/>
                      <a:gd name="connsiteY14" fmla="*/ 10283 h 95994"/>
                      <a:gd name="connsiteX15" fmla="*/ -1885 w 63996"/>
                      <a:gd name="connsiteY15" fmla="*/ 45956 h 95994"/>
                      <a:gd name="connsiteX16" fmla="*/ 6331 w 63996"/>
                      <a:gd name="connsiteY16" fmla="*/ 81669 h 95994"/>
                      <a:gd name="connsiteX17" fmla="*/ 30104 w 6399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04" y="84069"/>
                        </a:moveTo>
                        <a:cubicBezTo>
                          <a:pt x="23661" y="84069"/>
                          <a:pt x="18813" y="80896"/>
                          <a:pt x="15558" y="74550"/>
                        </a:cubicBezTo>
                        <a:cubicBezTo>
                          <a:pt x="12317" y="68218"/>
                          <a:pt x="10696" y="58687"/>
                          <a:pt x="10696" y="45956"/>
                        </a:cubicBezTo>
                        <a:cubicBezTo>
                          <a:pt x="10696" y="33279"/>
                          <a:pt x="12317" y="23767"/>
                          <a:pt x="15558" y="17422"/>
                        </a:cubicBezTo>
                        <a:cubicBezTo>
                          <a:pt x="18813" y="11076"/>
                          <a:pt x="23661" y="7904"/>
                          <a:pt x="30104" y="7904"/>
                        </a:cubicBezTo>
                        <a:cubicBezTo>
                          <a:pt x="36599" y="7904"/>
                          <a:pt x="41467" y="11076"/>
                          <a:pt x="44709" y="17422"/>
                        </a:cubicBezTo>
                        <a:cubicBezTo>
                          <a:pt x="47963" y="23767"/>
                          <a:pt x="49590" y="33279"/>
                          <a:pt x="49590" y="45956"/>
                        </a:cubicBezTo>
                        <a:cubicBezTo>
                          <a:pt x="49590" y="58687"/>
                          <a:pt x="47963" y="68218"/>
                          <a:pt x="44709" y="74550"/>
                        </a:cubicBezTo>
                        <a:cubicBezTo>
                          <a:pt x="41467" y="80896"/>
                          <a:pt x="36599" y="84069"/>
                          <a:pt x="30104" y="84069"/>
                        </a:cubicBezTo>
                        <a:close/>
                        <a:moveTo>
                          <a:pt x="30104" y="93983"/>
                        </a:moveTo>
                        <a:cubicBezTo>
                          <a:pt x="40488" y="93983"/>
                          <a:pt x="48419" y="89879"/>
                          <a:pt x="53896" y="81669"/>
                        </a:cubicBezTo>
                        <a:cubicBezTo>
                          <a:pt x="59373" y="73473"/>
                          <a:pt x="62112" y="61569"/>
                          <a:pt x="62112" y="45956"/>
                        </a:cubicBezTo>
                        <a:cubicBezTo>
                          <a:pt x="62112" y="30384"/>
                          <a:pt x="59373" y="18493"/>
                          <a:pt x="53896" y="10283"/>
                        </a:cubicBezTo>
                        <a:cubicBezTo>
                          <a:pt x="48419" y="2087"/>
                          <a:pt x="40488" y="-2011"/>
                          <a:pt x="30104" y="-2011"/>
                        </a:cubicBezTo>
                        <a:cubicBezTo>
                          <a:pt x="19732" y="-2011"/>
                          <a:pt x="11808" y="2087"/>
                          <a:pt x="6331" y="10283"/>
                        </a:cubicBezTo>
                        <a:cubicBezTo>
                          <a:pt x="854" y="18493"/>
                          <a:pt x="-1885" y="30384"/>
                          <a:pt x="-1885" y="45956"/>
                        </a:cubicBezTo>
                        <a:cubicBezTo>
                          <a:pt x="-1885" y="61569"/>
                          <a:pt x="854" y="73473"/>
                          <a:pt x="6331" y="81669"/>
                        </a:cubicBezTo>
                        <a:cubicBezTo>
                          <a:pt x="11808" y="89879"/>
                          <a:pt x="19732" y="93983"/>
                          <a:pt x="30104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93" name="Graphic 77">
                <a:extLst>
                  <a:ext uri="{FF2B5EF4-FFF2-40B4-BE49-F238E27FC236}">
                    <a16:creationId xmlns:a16="http://schemas.microsoft.com/office/drawing/2014/main" id="{E6486424-7FFF-65A5-4272-95EB9ECCC672}"/>
                  </a:ext>
                </a:extLst>
              </p:cNvPr>
              <p:cNvGrpSpPr/>
              <p:nvPr/>
            </p:nvGrpSpPr>
            <p:grpSpPr>
              <a:xfrm>
                <a:off x="4451935" y="7829963"/>
                <a:ext cx="224169" cy="187070"/>
                <a:chOff x="4451935" y="7829963"/>
                <a:chExt cx="224169" cy="187070"/>
              </a:xfrm>
              <a:solidFill>
                <a:srgbClr val="000000"/>
              </a:solidFill>
            </p:grpSpPr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F48D650C-33C2-5275-2912-3919310C697F}"/>
                    </a:ext>
                  </a:extLst>
                </p:cNvPr>
                <p:cNvSpPr/>
                <p:nvPr/>
              </p:nvSpPr>
              <p:spPr>
                <a:xfrm>
                  <a:off x="4563338" y="7829963"/>
                  <a:ext cx="12700" cy="44417"/>
                </a:xfrm>
                <a:custGeom>
                  <a:avLst/>
                  <a:gdLst>
                    <a:gd name="connsiteX0" fmla="*/ 197 w 12700"/>
                    <a:gd name="connsiteY0" fmla="*/ 308 h 44417"/>
                    <a:gd name="connsiteX1" fmla="*/ 197 w 12700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97" y="308"/>
                      </a:moveTo>
                      <a:lnTo>
                        <a:pt x="197" y="4472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95" name="Graphic 77">
                  <a:extLst>
                    <a:ext uri="{FF2B5EF4-FFF2-40B4-BE49-F238E27FC236}">
                      <a16:creationId xmlns:a16="http://schemas.microsoft.com/office/drawing/2014/main" id="{F6A2363F-6181-DF3B-A5F9-75501D108D30}"/>
                    </a:ext>
                  </a:extLst>
                </p:cNvPr>
                <p:cNvGrpSpPr/>
                <p:nvPr/>
              </p:nvGrpSpPr>
              <p:grpSpPr>
                <a:xfrm>
                  <a:off x="4451935" y="7921039"/>
                  <a:ext cx="224169" cy="95994"/>
                  <a:chOff x="4451935" y="7921039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96" name="Freeform: Shape 95">
                    <a:extLst>
                      <a:ext uri="{FF2B5EF4-FFF2-40B4-BE49-F238E27FC236}">
                        <a16:creationId xmlns:a16="http://schemas.microsoft.com/office/drawing/2014/main" id="{0A6FF41A-92C4-920B-2450-A179265D5716}"/>
                      </a:ext>
                    </a:extLst>
                  </p:cNvPr>
                  <p:cNvSpPr/>
                  <p:nvPr/>
                </p:nvSpPr>
                <p:spPr>
                  <a:xfrm flipV="1">
                    <a:off x="4451935" y="7922705"/>
                    <a:ext cx="59908" cy="94328"/>
                  </a:xfrm>
                  <a:custGeom>
                    <a:avLst/>
                    <a:gdLst>
                      <a:gd name="connsiteX0" fmla="*/ 2096 w 59908"/>
                      <a:gd name="connsiteY0" fmla="*/ 92360 h 94328"/>
                      <a:gd name="connsiteX1" fmla="*/ 51269 w 59908"/>
                      <a:gd name="connsiteY1" fmla="*/ 92360 h 94328"/>
                      <a:gd name="connsiteX2" fmla="*/ 51269 w 59908"/>
                      <a:gd name="connsiteY2" fmla="*/ 81810 h 94328"/>
                      <a:gd name="connsiteX3" fmla="*/ 13566 w 59908"/>
                      <a:gd name="connsiteY3" fmla="*/ 81810 h 94328"/>
                      <a:gd name="connsiteX4" fmla="*/ 13566 w 59908"/>
                      <a:gd name="connsiteY4" fmla="*/ 59145 h 94328"/>
                      <a:gd name="connsiteX5" fmla="*/ 19003 w 59908"/>
                      <a:gd name="connsiteY5" fmla="*/ 60533 h 94328"/>
                      <a:gd name="connsiteX6" fmla="*/ 24480 w 59908"/>
                      <a:gd name="connsiteY6" fmla="*/ 60989 h 94328"/>
                      <a:gd name="connsiteX7" fmla="*/ 49027 w 59908"/>
                      <a:gd name="connsiteY7" fmla="*/ 52503 h 94328"/>
                      <a:gd name="connsiteX8" fmla="*/ 58095 w 59908"/>
                      <a:gd name="connsiteY8" fmla="*/ 29520 h 94328"/>
                      <a:gd name="connsiteX9" fmla="*/ 48788 w 59908"/>
                      <a:gd name="connsiteY9" fmla="*/ 6300 h 94328"/>
                      <a:gd name="connsiteX10" fmla="*/ 22555 w 59908"/>
                      <a:gd name="connsiteY10" fmla="*/ -1969 h 94328"/>
                      <a:gd name="connsiteX11" fmla="*/ 10669 w 59908"/>
                      <a:gd name="connsiteY11" fmla="*/ -977 h 94328"/>
                      <a:gd name="connsiteX12" fmla="*/ -1813 w 59908"/>
                      <a:gd name="connsiteY12" fmla="*/ 1997 h 94328"/>
                      <a:gd name="connsiteX13" fmla="*/ -1813 w 59908"/>
                      <a:gd name="connsiteY13" fmla="*/ 14589 h 94328"/>
                      <a:gd name="connsiteX14" fmla="*/ 9716 w 59908"/>
                      <a:gd name="connsiteY14" fmla="*/ 10068 h 94328"/>
                      <a:gd name="connsiteX15" fmla="*/ 22297 w 59908"/>
                      <a:gd name="connsiteY15" fmla="*/ 8580 h 94328"/>
                      <a:gd name="connsiteX16" fmla="*/ 39283 w 59908"/>
                      <a:gd name="connsiteY16" fmla="*/ 14212 h 94328"/>
                      <a:gd name="connsiteX17" fmla="*/ 45554 w 59908"/>
                      <a:gd name="connsiteY17" fmla="*/ 29520 h 94328"/>
                      <a:gd name="connsiteX18" fmla="*/ 39283 w 59908"/>
                      <a:gd name="connsiteY18" fmla="*/ 44809 h 94328"/>
                      <a:gd name="connsiteX19" fmla="*/ 22297 w 59908"/>
                      <a:gd name="connsiteY19" fmla="*/ 50460 h 94328"/>
                      <a:gd name="connsiteX20" fmla="*/ 12276 w 59908"/>
                      <a:gd name="connsiteY20" fmla="*/ 49350 h 94328"/>
                      <a:gd name="connsiteX21" fmla="*/ 2096 w 59908"/>
                      <a:gd name="connsiteY21" fmla="*/ 45879 h 94328"/>
                      <a:gd name="connsiteX22" fmla="*/ 2096 w 59908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96" y="92360"/>
                        </a:moveTo>
                        <a:lnTo>
                          <a:pt x="51269" y="92360"/>
                        </a:lnTo>
                        <a:lnTo>
                          <a:pt x="51269" y="81810"/>
                        </a:lnTo>
                        <a:lnTo>
                          <a:pt x="13566" y="81810"/>
                        </a:lnTo>
                        <a:lnTo>
                          <a:pt x="13566" y="59145"/>
                        </a:lnTo>
                        <a:cubicBezTo>
                          <a:pt x="15378" y="59767"/>
                          <a:pt x="17191" y="60229"/>
                          <a:pt x="19003" y="60533"/>
                        </a:cubicBezTo>
                        <a:cubicBezTo>
                          <a:pt x="20829" y="60837"/>
                          <a:pt x="22654" y="60989"/>
                          <a:pt x="24480" y="60989"/>
                        </a:cubicBezTo>
                        <a:cubicBezTo>
                          <a:pt x="34812" y="60989"/>
                          <a:pt x="42994" y="58160"/>
                          <a:pt x="49027" y="52503"/>
                        </a:cubicBezTo>
                        <a:cubicBezTo>
                          <a:pt x="55072" y="46845"/>
                          <a:pt x="58095" y="39184"/>
                          <a:pt x="58095" y="29520"/>
                        </a:cubicBezTo>
                        <a:cubicBezTo>
                          <a:pt x="58095" y="19566"/>
                          <a:pt x="54993" y="11826"/>
                          <a:pt x="48788" y="6300"/>
                        </a:cubicBezTo>
                        <a:cubicBezTo>
                          <a:pt x="42584" y="787"/>
                          <a:pt x="33840" y="-1969"/>
                          <a:pt x="22555" y="-1969"/>
                        </a:cubicBezTo>
                        <a:cubicBezTo>
                          <a:pt x="18666" y="-1969"/>
                          <a:pt x="14704" y="-1638"/>
                          <a:pt x="10669" y="-977"/>
                        </a:cubicBezTo>
                        <a:cubicBezTo>
                          <a:pt x="6647" y="-316"/>
                          <a:pt x="2486" y="675"/>
                          <a:pt x="-1813" y="1997"/>
                        </a:cubicBezTo>
                        <a:lnTo>
                          <a:pt x="-1813" y="14589"/>
                        </a:lnTo>
                        <a:cubicBezTo>
                          <a:pt x="1904" y="12566"/>
                          <a:pt x="5747" y="11059"/>
                          <a:pt x="9716" y="10068"/>
                        </a:cubicBezTo>
                        <a:cubicBezTo>
                          <a:pt x="13685" y="9076"/>
                          <a:pt x="17879" y="8580"/>
                          <a:pt x="22297" y="8580"/>
                        </a:cubicBezTo>
                        <a:cubicBezTo>
                          <a:pt x="29454" y="8580"/>
                          <a:pt x="35116" y="10458"/>
                          <a:pt x="39283" y="14212"/>
                        </a:cubicBezTo>
                        <a:cubicBezTo>
                          <a:pt x="43464" y="17966"/>
                          <a:pt x="45554" y="23069"/>
                          <a:pt x="45554" y="29520"/>
                        </a:cubicBezTo>
                        <a:cubicBezTo>
                          <a:pt x="45554" y="35958"/>
                          <a:pt x="43464" y="41054"/>
                          <a:pt x="39283" y="44809"/>
                        </a:cubicBezTo>
                        <a:cubicBezTo>
                          <a:pt x="35116" y="48576"/>
                          <a:pt x="29454" y="50460"/>
                          <a:pt x="22297" y="50460"/>
                        </a:cubicBezTo>
                        <a:cubicBezTo>
                          <a:pt x="18950" y="50460"/>
                          <a:pt x="15610" y="50090"/>
                          <a:pt x="12276" y="49350"/>
                        </a:cubicBezTo>
                        <a:cubicBezTo>
                          <a:pt x="8955" y="48609"/>
                          <a:pt x="5562" y="47453"/>
                          <a:pt x="2096" y="45879"/>
                        </a:cubicBezTo>
                        <a:lnTo>
                          <a:pt x="2096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7" name="Freeform: Shape 96">
                    <a:extLst>
                      <a:ext uri="{FF2B5EF4-FFF2-40B4-BE49-F238E27FC236}">
                        <a16:creationId xmlns:a16="http://schemas.microsoft.com/office/drawing/2014/main" id="{20982F0F-32BD-649E-EE89-45C5EF130B4A}"/>
                      </a:ext>
                    </a:extLst>
                  </p:cNvPr>
                  <p:cNvSpPr/>
                  <p:nvPr/>
                </p:nvSpPr>
                <p:spPr>
                  <a:xfrm flipV="1">
                    <a:off x="4536884" y="7922705"/>
                    <a:ext cx="55125" cy="92524"/>
                  </a:xfrm>
                  <a:custGeom>
                    <a:avLst/>
                    <a:gdLst>
                      <a:gd name="connsiteX0" fmla="*/ -89 w 55125"/>
                      <a:gd name="connsiteY0" fmla="*/ 8515 h 92524"/>
                      <a:gd name="connsiteX1" fmla="*/ 20370 w 55125"/>
                      <a:gd name="connsiteY1" fmla="*/ 8515 h 92524"/>
                      <a:gd name="connsiteX2" fmla="*/ 20370 w 55125"/>
                      <a:gd name="connsiteY2" fmla="*/ 79108 h 92524"/>
                      <a:gd name="connsiteX3" fmla="*/ -1895 w 55125"/>
                      <a:gd name="connsiteY3" fmla="*/ 74646 h 92524"/>
                      <a:gd name="connsiteX4" fmla="*/ -1895 w 55125"/>
                      <a:gd name="connsiteY4" fmla="*/ 86048 h 92524"/>
                      <a:gd name="connsiteX5" fmla="*/ 20251 w 55125"/>
                      <a:gd name="connsiteY5" fmla="*/ 90510 h 92524"/>
                      <a:gd name="connsiteX6" fmla="*/ 32772 w 55125"/>
                      <a:gd name="connsiteY6" fmla="*/ 90510 h 92524"/>
                      <a:gd name="connsiteX7" fmla="*/ 32772 w 55125"/>
                      <a:gd name="connsiteY7" fmla="*/ 8515 h 92524"/>
                      <a:gd name="connsiteX8" fmla="*/ 53231 w 55125"/>
                      <a:gd name="connsiteY8" fmla="*/ 8515 h 92524"/>
                      <a:gd name="connsiteX9" fmla="*/ 53231 w 55125"/>
                      <a:gd name="connsiteY9" fmla="*/ -2014 h 92524"/>
                      <a:gd name="connsiteX10" fmla="*/ -89 w 55125"/>
                      <a:gd name="connsiteY10" fmla="*/ -2014 h 92524"/>
                      <a:gd name="connsiteX11" fmla="*/ -89 w 55125"/>
                      <a:gd name="connsiteY11" fmla="*/ 851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89" y="8515"/>
                        </a:moveTo>
                        <a:lnTo>
                          <a:pt x="20370" y="8515"/>
                        </a:lnTo>
                        <a:lnTo>
                          <a:pt x="20370" y="79108"/>
                        </a:lnTo>
                        <a:lnTo>
                          <a:pt x="-1895" y="74646"/>
                        </a:lnTo>
                        <a:lnTo>
                          <a:pt x="-1895" y="86048"/>
                        </a:lnTo>
                        <a:lnTo>
                          <a:pt x="20251" y="90510"/>
                        </a:lnTo>
                        <a:lnTo>
                          <a:pt x="32772" y="90510"/>
                        </a:lnTo>
                        <a:lnTo>
                          <a:pt x="32772" y="8515"/>
                        </a:lnTo>
                        <a:lnTo>
                          <a:pt x="53231" y="8515"/>
                        </a:lnTo>
                        <a:lnTo>
                          <a:pt x="53231" y="-2014"/>
                        </a:lnTo>
                        <a:lnTo>
                          <a:pt x="-89" y="-2014"/>
                        </a:lnTo>
                        <a:lnTo>
                          <a:pt x="-89" y="85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98" name="Freeform: Shape 97">
                    <a:extLst>
                      <a:ext uri="{FF2B5EF4-FFF2-40B4-BE49-F238E27FC236}">
                        <a16:creationId xmlns:a16="http://schemas.microsoft.com/office/drawing/2014/main" id="{B049197B-96B5-5873-61C7-8490E756E9E4}"/>
                      </a:ext>
                    </a:extLst>
                  </p:cNvPr>
                  <p:cNvSpPr/>
                  <p:nvPr/>
                </p:nvSpPr>
                <p:spPr>
                  <a:xfrm flipV="1">
                    <a:off x="4612109" y="7921039"/>
                    <a:ext cx="63996" cy="95994"/>
                  </a:xfrm>
                  <a:custGeom>
                    <a:avLst/>
                    <a:gdLst>
                      <a:gd name="connsiteX0" fmla="*/ 30157 w 63996"/>
                      <a:gd name="connsiteY0" fmla="*/ 84069 h 95994"/>
                      <a:gd name="connsiteX1" fmla="*/ 15611 w 63996"/>
                      <a:gd name="connsiteY1" fmla="*/ 74550 h 95994"/>
                      <a:gd name="connsiteX2" fmla="*/ 10750 w 63996"/>
                      <a:gd name="connsiteY2" fmla="*/ 45956 h 95994"/>
                      <a:gd name="connsiteX3" fmla="*/ 15611 w 63996"/>
                      <a:gd name="connsiteY3" fmla="*/ 17422 h 95994"/>
                      <a:gd name="connsiteX4" fmla="*/ 30157 w 63996"/>
                      <a:gd name="connsiteY4" fmla="*/ 7904 h 95994"/>
                      <a:gd name="connsiteX5" fmla="*/ 44762 w 63996"/>
                      <a:gd name="connsiteY5" fmla="*/ 17422 h 95994"/>
                      <a:gd name="connsiteX6" fmla="*/ 49643 w 63996"/>
                      <a:gd name="connsiteY6" fmla="*/ 45956 h 95994"/>
                      <a:gd name="connsiteX7" fmla="*/ 44762 w 63996"/>
                      <a:gd name="connsiteY7" fmla="*/ 74550 h 95994"/>
                      <a:gd name="connsiteX8" fmla="*/ 30157 w 63996"/>
                      <a:gd name="connsiteY8" fmla="*/ 84069 h 95994"/>
                      <a:gd name="connsiteX9" fmla="*/ 30157 w 63996"/>
                      <a:gd name="connsiteY9" fmla="*/ 93983 h 95994"/>
                      <a:gd name="connsiteX10" fmla="*/ 53949 w 63996"/>
                      <a:gd name="connsiteY10" fmla="*/ 81669 h 95994"/>
                      <a:gd name="connsiteX11" fmla="*/ 62165 w 63996"/>
                      <a:gd name="connsiteY11" fmla="*/ 45956 h 95994"/>
                      <a:gd name="connsiteX12" fmla="*/ 53949 w 63996"/>
                      <a:gd name="connsiteY12" fmla="*/ 10283 h 95994"/>
                      <a:gd name="connsiteX13" fmla="*/ 30157 w 63996"/>
                      <a:gd name="connsiteY13" fmla="*/ -2011 h 95994"/>
                      <a:gd name="connsiteX14" fmla="*/ 6384 w 63996"/>
                      <a:gd name="connsiteY14" fmla="*/ 10283 h 95994"/>
                      <a:gd name="connsiteX15" fmla="*/ -1831 w 63996"/>
                      <a:gd name="connsiteY15" fmla="*/ 45956 h 95994"/>
                      <a:gd name="connsiteX16" fmla="*/ 6384 w 63996"/>
                      <a:gd name="connsiteY16" fmla="*/ 81669 h 95994"/>
                      <a:gd name="connsiteX17" fmla="*/ 30157 w 6399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57" y="84069"/>
                        </a:moveTo>
                        <a:cubicBezTo>
                          <a:pt x="23714" y="84069"/>
                          <a:pt x="18866" y="80896"/>
                          <a:pt x="15611" y="74550"/>
                        </a:cubicBezTo>
                        <a:cubicBezTo>
                          <a:pt x="12370" y="68218"/>
                          <a:pt x="10750" y="58687"/>
                          <a:pt x="10750" y="45956"/>
                        </a:cubicBezTo>
                        <a:cubicBezTo>
                          <a:pt x="10750" y="33279"/>
                          <a:pt x="12370" y="23767"/>
                          <a:pt x="15611" y="17422"/>
                        </a:cubicBezTo>
                        <a:cubicBezTo>
                          <a:pt x="18866" y="11076"/>
                          <a:pt x="23714" y="7904"/>
                          <a:pt x="30157" y="7904"/>
                        </a:cubicBezTo>
                        <a:cubicBezTo>
                          <a:pt x="36652" y="7904"/>
                          <a:pt x="41521" y="11076"/>
                          <a:pt x="44762" y="17422"/>
                        </a:cubicBezTo>
                        <a:cubicBezTo>
                          <a:pt x="48016" y="23767"/>
                          <a:pt x="49643" y="33279"/>
                          <a:pt x="49643" y="45956"/>
                        </a:cubicBezTo>
                        <a:cubicBezTo>
                          <a:pt x="49643" y="58687"/>
                          <a:pt x="48016" y="68218"/>
                          <a:pt x="44762" y="74550"/>
                        </a:cubicBezTo>
                        <a:cubicBezTo>
                          <a:pt x="41521" y="80896"/>
                          <a:pt x="36652" y="84069"/>
                          <a:pt x="30157" y="84069"/>
                        </a:cubicBezTo>
                        <a:close/>
                        <a:moveTo>
                          <a:pt x="30157" y="93983"/>
                        </a:moveTo>
                        <a:cubicBezTo>
                          <a:pt x="40542" y="93983"/>
                          <a:pt x="48473" y="89879"/>
                          <a:pt x="53949" y="81669"/>
                        </a:cubicBezTo>
                        <a:cubicBezTo>
                          <a:pt x="59426" y="73473"/>
                          <a:pt x="62165" y="61569"/>
                          <a:pt x="62165" y="45956"/>
                        </a:cubicBezTo>
                        <a:cubicBezTo>
                          <a:pt x="62165" y="30384"/>
                          <a:pt x="59426" y="18493"/>
                          <a:pt x="53949" y="10283"/>
                        </a:cubicBezTo>
                        <a:cubicBezTo>
                          <a:pt x="48473" y="2087"/>
                          <a:pt x="40542" y="-2011"/>
                          <a:pt x="30157" y="-2011"/>
                        </a:cubicBezTo>
                        <a:cubicBezTo>
                          <a:pt x="19785" y="-2011"/>
                          <a:pt x="11861" y="2087"/>
                          <a:pt x="6384" y="10283"/>
                        </a:cubicBezTo>
                        <a:cubicBezTo>
                          <a:pt x="907" y="18493"/>
                          <a:pt x="-1831" y="30384"/>
                          <a:pt x="-1831" y="45956"/>
                        </a:cubicBezTo>
                        <a:cubicBezTo>
                          <a:pt x="-1831" y="61569"/>
                          <a:pt x="907" y="73473"/>
                          <a:pt x="6384" y="81669"/>
                        </a:cubicBezTo>
                        <a:cubicBezTo>
                          <a:pt x="11861" y="89879"/>
                          <a:pt x="19785" y="93983"/>
                          <a:pt x="30157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99" name="Graphic 77">
                <a:extLst>
                  <a:ext uri="{FF2B5EF4-FFF2-40B4-BE49-F238E27FC236}">
                    <a16:creationId xmlns:a16="http://schemas.microsoft.com/office/drawing/2014/main" id="{F4EEA48D-E1F0-5F87-38BF-7546E7DE9399}"/>
                  </a:ext>
                </a:extLst>
              </p:cNvPr>
              <p:cNvGrpSpPr/>
              <p:nvPr/>
            </p:nvGrpSpPr>
            <p:grpSpPr>
              <a:xfrm>
                <a:off x="5127860" y="7829963"/>
                <a:ext cx="224169" cy="187070"/>
                <a:chOff x="5127860" y="7829963"/>
                <a:chExt cx="224169" cy="187070"/>
              </a:xfrm>
              <a:solidFill>
                <a:srgbClr val="000000"/>
              </a:solidFill>
            </p:grpSpPr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AE36B800-80F5-23FE-E76A-0399B04CF282}"/>
                    </a:ext>
                  </a:extLst>
                </p:cNvPr>
                <p:cNvSpPr/>
                <p:nvPr/>
              </p:nvSpPr>
              <p:spPr>
                <a:xfrm>
                  <a:off x="5239263" y="7829963"/>
                  <a:ext cx="12700" cy="44417"/>
                </a:xfrm>
                <a:custGeom>
                  <a:avLst/>
                  <a:gdLst>
                    <a:gd name="connsiteX0" fmla="*/ 250 w 12700"/>
                    <a:gd name="connsiteY0" fmla="*/ 308 h 44417"/>
                    <a:gd name="connsiteX1" fmla="*/ 250 w 12700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50" y="308"/>
                      </a:moveTo>
                      <a:lnTo>
                        <a:pt x="250" y="4472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01" name="Graphic 77">
                  <a:extLst>
                    <a:ext uri="{FF2B5EF4-FFF2-40B4-BE49-F238E27FC236}">
                      <a16:creationId xmlns:a16="http://schemas.microsoft.com/office/drawing/2014/main" id="{6400C3EE-1A98-672E-412E-17E6C2F298EB}"/>
                    </a:ext>
                  </a:extLst>
                </p:cNvPr>
                <p:cNvGrpSpPr/>
                <p:nvPr/>
              </p:nvGrpSpPr>
              <p:grpSpPr>
                <a:xfrm>
                  <a:off x="5127860" y="7921039"/>
                  <a:ext cx="224169" cy="95994"/>
                  <a:chOff x="5127860" y="7921039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02" name="Freeform: Shape 101">
                    <a:extLst>
                      <a:ext uri="{FF2B5EF4-FFF2-40B4-BE49-F238E27FC236}">
                        <a16:creationId xmlns:a16="http://schemas.microsoft.com/office/drawing/2014/main" id="{E80E072C-8722-5867-4335-EA40970AD731}"/>
                      </a:ext>
                    </a:extLst>
                  </p:cNvPr>
                  <p:cNvSpPr/>
                  <p:nvPr/>
                </p:nvSpPr>
                <p:spPr>
                  <a:xfrm flipV="1">
                    <a:off x="5127860" y="7922705"/>
                    <a:ext cx="59908" cy="94328"/>
                  </a:xfrm>
                  <a:custGeom>
                    <a:avLst/>
                    <a:gdLst>
                      <a:gd name="connsiteX0" fmla="*/ 2149 w 59908"/>
                      <a:gd name="connsiteY0" fmla="*/ 92360 h 94328"/>
                      <a:gd name="connsiteX1" fmla="*/ 51322 w 59908"/>
                      <a:gd name="connsiteY1" fmla="*/ 92360 h 94328"/>
                      <a:gd name="connsiteX2" fmla="*/ 51322 w 59908"/>
                      <a:gd name="connsiteY2" fmla="*/ 81810 h 94328"/>
                      <a:gd name="connsiteX3" fmla="*/ 13619 w 59908"/>
                      <a:gd name="connsiteY3" fmla="*/ 81810 h 94328"/>
                      <a:gd name="connsiteX4" fmla="*/ 13619 w 59908"/>
                      <a:gd name="connsiteY4" fmla="*/ 59145 h 94328"/>
                      <a:gd name="connsiteX5" fmla="*/ 19056 w 59908"/>
                      <a:gd name="connsiteY5" fmla="*/ 60533 h 94328"/>
                      <a:gd name="connsiteX6" fmla="*/ 24533 w 59908"/>
                      <a:gd name="connsiteY6" fmla="*/ 60989 h 94328"/>
                      <a:gd name="connsiteX7" fmla="*/ 49080 w 59908"/>
                      <a:gd name="connsiteY7" fmla="*/ 52503 h 94328"/>
                      <a:gd name="connsiteX8" fmla="*/ 58148 w 59908"/>
                      <a:gd name="connsiteY8" fmla="*/ 29520 h 94328"/>
                      <a:gd name="connsiteX9" fmla="*/ 48842 w 59908"/>
                      <a:gd name="connsiteY9" fmla="*/ 6300 h 94328"/>
                      <a:gd name="connsiteX10" fmla="*/ 22608 w 59908"/>
                      <a:gd name="connsiteY10" fmla="*/ -1969 h 94328"/>
                      <a:gd name="connsiteX11" fmla="*/ 10722 w 59908"/>
                      <a:gd name="connsiteY11" fmla="*/ -977 h 94328"/>
                      <a:gd name="connsiteX12" fmla="*/ -1760 w 59908"/>
                      <a:gd name="connsiteY12" fmla="*/ 1997 h 94328"/>
                      <a:gd name="connsiteX13" fmla="*/ -1760 w 59908"/>
                      <a:gd name="connsiteY13" fmla="*/ 14589 h 94328"/>
                      <a:gd name="connsiteX14" fmla="*/ 9769 w 59908"/>
                      <a:gd name="connsiteY14" fmla="*/ 10068 h 94328"/>
                      <a:gd name="connsiteX15" fmla="*/ 22350 w 59908"/>
                      <a:gd name="connsiteY15" fmla="*/ 8580 h 94328"/>
                      <a:gd name="connsiteX16" fmla="*/ 39337 w 59908"/>
                      <a:gd name="connsiteY16" fmla="*/ 14212 h 94328"/>
                      <a:gd name="connsiteX17" fmla="*/ 45607 w 59908"/>
                      <a:gd name="connsiteY17" fmla="*/ 29520 h 94328"/>
                      <a:gd name="connsiteX18" fmla="*/ 39337 w 59908"/>
                      <a:gd name="connsiteY18" fmla="*/ 44809 h 94328"/>
                      <a:gd name="connsiteX19" fmla="*/ 22350 w 59908"/>
                      <a:gd name="connsiteY19" fmla="*/ 50460 h 94328"/>
                      <a:gd name="connsiteX20" fmla="*/ 12329 w 59908"/>
                      <a:gd name="connsiteY20" fmla="*/ 49350 h 94328"/>
                      <a:gd name="connsiteX21" fmla="*/ 2149 w 59908"/>
                      <a:gd name="connsiteY21" fmla="*/ 45879 h 94328"/>
                      <a:gd name="connsiteX22" fmla="*/ 2149 w 59908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49" y="92360"/>
                        </a:moveTo>
                        <a:lnTo>
                          <a:pt x="51322" y="92360"/>
                        </a:lnTo>
                        <a:lnTo>
                          <a:pt x="51322" y="81810"/>
                        </a:lnTo>
                        <a:lnTo>
                          <a:pt x="13619" y="81810"/>
                        </a:lnTo>
                        <a:lnTo>
                          <a:pt x="13619" y="59145"/>
                        </a:lnTo>
                        <a:cubicBezTo>
                          <a:pt x="15431" y="59767"/>
                          <a:pt x="17244" y="60229"/>
                          <a:pt x="19056" y="60533"/>
                        </a:cubicBezTo>
                        <a:cubicBezTo>
                          <a:pt x="20882" y="60837"/>
                          <a:pt x="22707" y="60989"/>
                          <a:pt x="24533" y="60989"/>
                        </a:cubicBezTo>
                        <a:cubicBezTo>
                          <a:pt x="34865" y="60989"/>
                          <a:pt x="43047" y="58160"/>
                          <a:pt x="49080" y="52503"/>
                        </a:cubicBezTo>
                        <a:cubicBezTo>
                          <a:pt x="55126" y="46845"/>
                          <a:pt x="58148" y="39184"/>
                          <a:pt x="58148" y="29520"/>
                        </a:cubicBezTo>
                        <a:cubicBezTo>
                          <a:pt x="58148" y="19566"/>
                          <a:pt x="55046" y="11826"/>
                          <a:pt x="48842" y="6300"/>
                        </a:cubicBezTo>
                        <a:cubicBezTo>
                          <a:pt x="42637" y="787"/>
                          <a:pt x="33893" y="-1969"/>
                          <a:pt x="22608" y="-1969"/>
                        </a:cubicBezTo>
                        <a:cubicBezTo>
                          <a:pt x="18719" y="-1969"/>
                          <a:pt x="14757" y="-1638"/>
                          <a:pt x="10722" y="-977"/>
                        </a:cubicBezTo>
                        <a:cubicBezTo>
                          <a:pt x="6700" y="-316"/>
                          <a:pt x="2540" y="675"/>
                          <a:pt x="-1760" y="1997"/>
                        </a:cubicBezTo>
                        <a:lnTo>
                          <a:pt x="-1760" y="14589"/>
                        </a:lnTo>
                        <a:cubicBezTo>
                          <a:pt x="1958" y="12566"/>
                          <a:pt x="5801" y="11059"/>
                          <a:pt x="9769" y="10068"/>
                        </a:cubicBezTo>
                        <a:cubicBezTo>
                          <a:pt x="13738" y="9076"/>
                          <a:pt x="17932" y="8580"/>
                          <a:pt x="22350" y="8580"/>
                        </a:cubicBezTo>
                        <a:cubicBezTo>
                          <a:pt x="29507" y="8580"/>
                          <a:pt x="35169" y="10458"/>
                          <a:pt x="39337" y="14212"/>
                        </a:cubicBezTo>
                        <a:cubicBezTo>
                          <a:pt x="43517" y="17966"/>
                          <a:pt x="45607" y="23069"/>
                          <a:pt x="45607" y="29520"/>
                        </a:cubicBezTo>
                        <a:cubicBezTo>
                          <a:pt x="45607" y="35958"/>
                          <a:pt x="43517" y="41054"/>
                          <a:pt x="39337" y="44809"/>
                        </a:cubicBezTo>
                        <a:cubicBezTo>
                          <a:pt x="35169" y="48576"/>
                          <a:pt x="29507" y="50460"/>
                          <a:pt x="22350" y="50460"/>
                        </a:cubicBezTo>
                        <a:cubicBezTo>
                          <a:pt x="19003" y="50460"/>
                          <a:pt x="15663" y="50090"/>
                          <a:pt x="12329" y="49350"/>
                        </a:cubicBezTo>
                        <a:cubicBezTo>
                          <a:pt x="9009" y="48609"/>
                          <a:pt x="5615" y="47453"/>
                          <a:pt x="2149" y="45879"/>
                        </a:cubicBezTo>
                        <a:lnTo>
                          <a:pt x="2149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03" name="Freeform: Shape 102">
                    <a:extLst>
                      <a:ext uri="{FF2B5EF4-FFF2-40B4-BE49-F238E27FC236}">
                        <a16:creationId xmlns:a16="http://schemas.microsoft.com/office/drawing/2014/main" id="{8DC5D9A7-66D7-2CD0-80A3-1E3793618622}"/>
                      </a:ext>
                    </a:extLst>
                  </p:cNvPr>
                  <p:cNvSpPr/>
                  <p:nvPr/>
                </p:nvSpPr>
                <p:spPr>
                  <a:xfrm flipV="1">
                    <a:off x="5208165" y="7921039"/>
                    <a:ext cx="58777" cy="94189"/>
                  </a:xfrm>
                  <a:custGeom>
                    <a:avLst/>
                    <a:gdLst>
                      <a:gd name="connsiteX0" fmla="*/ 13361 w 58777"/>
                      <a:gd name="connsiteY0" fmla="*/ 8473 h 94189"/>
                      <a:gd name="connsiteX1" fmla="*/ 57077 w 58777"/>
                      <a:gd name="connsiteY1" fmla="*/ 8473 h 94189"/>
                      <a:gd name="connsiteX2" fmla="*/ 57077 w 58777"/>
                      <a:gd name="connsiteY2" fmla="*/ -2057 h 94189"/>
                      <a:gd name="connsiteX3" fmla="*/ -1700 w 58777"/>
                      <a:gd name="connsiteY3" fmla="*/ -2057 h 94189"/>
                      <a:gd name="connsiteX4" fmla="*/ -1700 w 58777"/>
                      <a:gd name="connsiteY4" fmla="*/ 8473 h 94189"/>
                      <a:gd name="connsiteX5" fmla="*/ 17727 w 58777"/>
                      <a:gd name="connsiteY5" fmla="*/ 28263 h 94189"/>
                      <a:gd name="connsiteX6" fmla="*/ 33205 w 58777"/>
                      <a:gd name="connsiteY6" fmla="*/ 44305 h 94189"/>
                      <a:gd name="connsiteX7" fmla="*/ 41599 w 58777"/>
                      <a:gd name="connsiteY7" fmla="*/ 55726 h 94189"/>
                      <a:gd name="connsiteX8" fmla="*/ 44000 w 58777"/>
                      <a:gd name="connsiteY8" fmla="*/ 64927 h 94189"/>
                      <a:gd name="connsiteX9" fmla="*/ 38821 w 58777"/>
                      <a:gd name="connsiteY9" fmla="*/ 76944 h 94189"/>
                      <a:gd name="connsiteX10" fmla="*/ 25327 w 58777"/>
                      <a:gd name="connsiteY10" fmla="*/ 81604 h 94189"/>
                      <a:gd name="connsiteX11" fmla="*/ 12885 w 58777"/>
                      <a:gd name="connsiteY11" fmla="*/ 79561 h 94189"/>
                      <a:gd name="connsiteX12" fmla="*/ -1085 w 58777"/>
                      <a:gd name="connsiteY12" fmla="*/ 73355 h 94189"/>
                      <a:gd name="connsiteX13" fmla="*/ -1085 w 58777"/>
                      <a:gd name="connsiteY13" fmla="*/ 86006 h 94189"/>
                      <a:gd name="connsiteX14" fmla="*/ 13044 w 58777"/>
                      <a:gd name="connsiteY14" fmla="*/ 90586 h 94189"/>
                      <a:gd name="connsiteX15" fmla="*/ 25089 w 58777"/>
                      <a:gd name="connsiteY15" fmla="*/ 92133 h 94189"/>
                      <a:gd name="connsiteX16" fmla="*/ 48028 w 58777"/>
                      <a:gd name="connsiteY16" fmla="*/ 84935 h 94189"/>
                      <a:gd name="connsiteX17" fmla="*/ 56581 w 58777"/>
                      <a:gd name="connsiteY17" fmla="*/ 65740 h 94189"/>
                      <a:gd name="connsiteX18" fmla="*/ 54438 w 58777"/>
                      <a:gd name="connsiteY18" fmla="*/ 54913 h 94189"/>
                      <a:gd name="connsiteX19" fmla="*/ 46659 w 58777"/>
                      <a:gd name="connsiteY19" fmla="*/ 42877 h 94189"/>
                      <a:gd name="connsiteX20" fmla="*/ 36797 w 58777"/>
                      <a:gd name="connsiteY20" fmla="*/ 32486 h 94189"/>
                      <a:gd name="connsiteX21" fmla="*/ 13361 w 58777"/>
                      <a:gd name="connsiteY21" fmla="*/ 8473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361" y="8473"/>
                        </a:moveTo>
                        <a:lnTo>
                          <a:pt x="57077" y="8473"/>
                        </a:lnTo>
                        <a:lnTo>
                          <a:pt x="57077" y="-2057"/>
                        </a:lnTo>
                        <a:lnTo>
                          <a:pt x="-1700" y="-2057"/>
                        </a:lnTo>
                        <a:lnTo>
                          <a:pt x="-1700" y="8473"/>
                        </a:lnTo>
                        <a:cubicBezTo>
                          <a:pt x="3049" y="13391"/>
                          <a:pt x="9525" y="19987"/>
                          <a:pt x="17727" y="28263"/>
                        </a:cubicBezTo>
                        <a:cubicBezTo>
                          <a:pt x="25942" y="36551"/>
                          <a:pt x="31102" y="41899"/>
                          <a:pt x="33205" y="44305"/>
                        </a:cubicBezTo>
                        <a:cubicBezTo>
                          <a:pt x="37214" y="48799"/>
                          <a:pt x="40011" y="52607"/>
                          <a:pt x="41599" y="55726"/>
                        </a:cubicBezTo>
                        <a:cubicBezTo>
                          <a:pt x="43200" y="58846"/>
                          <a:pt x="44000" y="61913"/>
                          <a:pt x="44000" y="64927"/>
                        </a:cubicBezTo>
                        <a:cubicBezTo>
                          <a:pt x="44000" y="69845"/>
                          <a:pt x="42274" y="73850"/>
                          <a:pt x="38821" y="76944"/>
                        </a:cubicBezTo>
                        <a:cubicBezTo>
                          <a:pt x="35368" y="80050"/>
                          <a:pt x="30870" y="81604"/>
                          <a:pt x="25327" y="81604"/>
                        </a:cubicBezTo>
                        <a:cubicBezTo>
                          <a:pt x="21398" y="81604"/>
                          <a:pt x="17251" y="80923"/>
                          <a:pt x="12885" y="79561"/>
                        </a:cubicBezTo>
                        <a:cubicBezTo>
                          <a:pt x="8533" y="78200"/>
                          <a:pt x="3876" y="76131"/>
                          <a:pt x="-1085" y="73355"/>
                        </a:cubicBezTo>
                        <a:lnTo>
                          <a:pt x="-1085" y="86006"/>
                        </a:lnTo>
                        <a:cubicBezTo>
                          <a:pt x="3955" y="88028"/>
                          <a:pt x="8665" y="89555"/>
                          <a:pt x="13044" y="90586"/>
                        </a:cubicBezTo>
                        <a:cubicBezTo>
                          <a:pt x="17436" y="91618"/>
                          <a:pt x="21451" y="92133"/>
                          <a:pt x="25089" y="92133"/>
                        </a:cubicBezTo>
                        <a:cubicBezTo>
                          <a:pt x="34680" y="92133"/>
                          <a:pt x="42327" y="89734"/>
                          <a:pt x="48028" y="84935"/>
                        </a:cubicBezTo>
                        <a:cubicBezTo>
                          <a:pt x="53730" y="80150"/>
                          <a:pt x="56581" y="73751"/>
                          <a:pt x="56581" y="65740"/>
                        </a:cubicBezTo>
                        <a:cubicBezTo>
                          <a:pt x="56581" y="61933"/>
                          <a:pt x="55867" y="58324"/>
                          <a:pt x="54438" y="54913"/>
                        </a:cubicBezTo>
                        <a:cubicBezTo>
                          <a:pt x="53022" y="51516"/>
                          <a:pt x="50429" y="47504"/>
                          <a:pt x="46659" y="42877"/>
                        </a:cubicBezTo>
                        <a:cubicBezTo>
                          <a:pt x="45627" y="41674"/>
                          <a:pt x="42340" y="38210"/>
                          <a:pt x="36797" y="32486"/>
                        </a:cubicBezTo>
                        <a:cubicBezTo>
                          <a:pt x="31267" y="26762"/>
                          <a:pt x="23455" y="18758"/>
                          <a:pt x="13361" y="84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04" name="Freeform: Shape 103">
                    <a:extLst>
                      <a:ext uri="{FF2B5EF4-FFF2-40B4-BE49-F238E27FC236}">
                        <a16:creationId xmlns:a16="http://schemas.microsoft.com/office/drawing/2014/main" id="{5DD4CA1D-B7F9-CC88-8158-AAE69F598DE1}"/>
                      </a:ext>
                    </a:extLst>
                  </p:cNvPr>
                  <p:cNvSpPr/>
                  <p:nvPr/>
                </p:nvSpPr>
                <p:spPr>
                  <a:xfrm flipV="1">
                    <a:off x="5288034" y="7921039"/>
                    <a:ext cx="63996" cy="95994"/>
                  </a:xfrm>
                  <a:custGeom>
                    <a:avLst/>
                    <a:gdLst>
                      <a:gd name="connsiteX0" fmla="*/ 30210 w 63996"/>
                      <a:gd name="connsiteY0" fmla="*/ 84069 h 95994"/>
                      <a:gd name="connsiteX1" fmla="*/ 15665 w 63996"/>
                      <a:gd name="connsiteY1" fmla="*/ 74550 h 95994"/>
                      <a:gd name="connsiteX2" fmla="*/ 10803 w 63996"/>
                      <a:gd name="connsiteY2" fmla="*/ 45956 h 95994"/>
                      <a:gd name="connsiteX3" fmla="*/ 15665 w 63996"/>
                      <a:gd name="connsiteY3" fmla="*/ 17422 h 95994"/>
                      <a:gd name="connsiteX4" fmla="*/ 30210 w 63996"/>
                      <a:gd name="connsiteY4" fmla="*/ 7904 h 95994"/>
                      <a:gd name="connsiteX5" fmla="*/ 44815 w 63996"/>
                      <a:gd name="connsiteY5" fmla="*/ 17422 h 95994"/>
                      <a:gd name="connsiteX6" fmla="*/ 49697 w 63996"/>
                      <a:gd name="connsiteY6" fmla="*/ 45956 h 95994"/>
                      <a:gd name="connsiteX7" fmla="*/ 44815 w 63996"/>
                      <a:gd name="connsiteY7" fmla="*/ 74550 h 95994"/>
                      <a:gd name="connsiteX8" fmla="*/ 30210 w 63996"/>
                      <a:gd name="connsiteY8" fmla="*/ 84069 h 95994"/>
                      <a:gd name="connsiteX9" fmla="*/ 30210 w 63996"/>
                      <a:gd name="connsiteY9" fmla="*/ 93983 h 95994"/>
                      <a:gd name="connsiteX10" fmla="*/ 54003 w 63996"/>
                      <a:gd name="connsiteY10" fmla="*/ 81669 h 95994"/>
                      <a:gd name="connsiteX11" fmla="*/ 62218 w 63996"/>
                      <a:gd name="connsiteY11" fmla="*/ 45956 h 95994"/>
                      <a:gd name="connsiteX12" fmla="*/ 54003 w 63996"/>
                      <a:gd name="connsiteY12" fmla="*/ 10283 h 95994"/>
                      <a:gd name="connsiteX13" fmla="*/ 30210 w 63996"/>
                      <a:gd name="connsiteY13" fmla="*/ -2011 h 95994"/>
                      <a:gd name="connsiteX14" fmla="*/ 6437 w 63996"/>
                      <a:gd name="connsiteY14" fmla="*/ 10283 h 95994"/>
                      <a:gd name="connsiteX15" fmla="*/ -1778 w 63996"/>
                      <a:gd name="connsiteY15" fmla="*/ 45956 h 95994"/>
                      <a:gd name="connsiteX16" fmla="*/ 6437 w 63996"/>
                      <a:gd name="connsiteY16" fmla="*/ 81669 h 95994"/>
                      <a:gd name="connsiteX17" fmla="*/ 30210 w 6399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10" y="84069"/>
                        </a:moveTo>
                        <a:cubicBezTo>
                          <a:pt x="23767" y="84069"/>
                          <a:pt x="18919" y="80896"/>
                          <a:pt x="15665" y="74550"/>
                        </a:cubicBezTo>
                        <a:cubicBezTo>
                          <a:pt x="12423" y="68218"/>
                          <a:pt x="10803" y="58687"/>
                          <a:pt x="10803" y="45956"/>
                        </a:cubicBezTo>
                        <a:cubicBezTo>
                          <a:pt x="10803" y="33279"/>
                          <a:pt x="12423" y="23767"/>
                          <a:pt x="15665" y="17422"/>
                        </a:cubicBezTo>
                        <a:cubicBezTo>
                          <a:pt x="18919" y="11076"/>
                          <a:pt x="23767" y="7904"/>
                          <a:pt x="30210" y="7904"/>
                        </a:cubicBezTo>
                        <a:cubicBezTo>
                          <a:pt x="36706" y="7904"/>
                          <a:pt x="41574" y="11076"/>
                          <a:pt x="44815" y="17422"/>
                        </a:cubicBezTo>
                        <a:cubicBezTo>
                          <a:pt x="48069" y="23767"/>
                          <a:pt x="49697" y="33279"/>
                          <a:pt x="49697" y="45956"/>
                        </a:cubicBezTo>
                        <a:cubicBezTo>
                          <a:pt x="49697" y="58687"/>
                          <a:pt x="48069" y="68218"/>
                          <a:pt x="44815" y="74550"/>
                        </a:cubicBezTo>
                        <a:cubicBezTo>
                          <a:pt x="41574" y="80896"/>
                          <a:pt x="36706" y="84069"/>
                          <a:pt x="30210" y="84069"/>
                        </a:cubicBezTo>
                        <a:close/>
                        <a:moveTo>
                          <a:pt x="30210" y="93983"/>
                        </a:moveTo>
                        <a:cubicBezTo>
                          <a:pt x="40595" y="93983"/>
                          <a:pt x="48526" y="89879"/>
                          <a:pt x="54003" y="81669"/>
                        </a:cubicBezTo>
                        <a:cubicBezTo>
                          <a:pt x="59480" y="73473"/>
                          <a:pt x="62218" y="61569"/>
                          <a:pt x="62218" y="45956"/>
                        </a:cubicBezTo>
                        <a:cubicBezTo>
                          <a:pt x="62218" y="30384"/>
                          <a:pt x="59480" y="18493"/>
                          <a:pt x="54003" y="10283"/>
                        </a:cubicBezTo>
                        <a:cubicBezTo>
                          <a:pt x="48526" y="2087"/>
                          <a:pt x="40595" y="-2011"/>
                          <a:pt x="30210" y="-2011"/>
                        </a:cubicBezTo>
                        <a:cubicBezTo>
                          <a:pt x="19838" y="-2011"/>
                          <a:pt x="11914" y="2087"/>
                          <a:pt x="6437" y="10283"/>
                        </a:cubicBezTo>
                        <a:cubicBezTo>
                          <a:pt x="960" y="18493"/>
                          <a:pt x="-1778" y="30384"/>
                          <a:pt x="-1778" y="45956"/>
                        </a:cubicBezTo>
                        <a:cubicBezTo>
                          <a:pt x="-1778" y="61569"/>
                          <a:pt x="960" y="73473"/>
                          <a:pt x="6437" y="81669"/>
                        </a:cubicBezTo>
                        <a:cubicBezTo>
                          <a:pt x="11914" y="89879"/>
                          <a:pt x="19838" y="93983"/>
                          <a:pt x="30210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05" name="Graphic 77">
                <a:extLst>
                  <a:ext uri="{FF2B5EF4-FFF2-40B4-BE49-F238E27FC236}">
                    <a16:creationId xmlns:a16="http://schemas.microsoft.com/office/drawing/2014/main" id="{AC190BA5-B142-6771-0C66-58081DF1FDE8}"/>
                  </a:ext>
                </a:extLst>
              </p:cNvPr>
              <p:cNvGrpSpPr/>
              <p:nvPr/>
            </p:nvGrpSpPr>
            <p:grpSpPr>
              <a:xfrm>
                <a:off x="5803784" y="7829963"/>
                <a:ext cx="224169" cy="187070"/>
                <a:chOff x="5803784" y="7829963"/>
                <a:chExt cx="224169" cy="187070"/>
              </a:xfrm>
              <a:solidFill>
                <a:srgbClr val="000000"/>
              </a:solidFill>
            </p:grpSpPr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D1BFE94C-98DB-9434-EFFC-19602F8B0715}"/>
                    </a:ext>
                  </a:extLst>
                </p:cNvPr>
                <p:cNvSpPr/>
                <p:nvPr/>
              </p:nvSpPr>
              <p:spPr>
                <a:xfrm>
                  <a:off x="5915187" y="7829963"/>
                  <a:ext cx="12700" cy="44417"/>
                </a:xfrm>
                <a:custGeom>
                  <a:avLst/>
                  <a:gdLst>
                    <a:gd name="connsiteX0" fmla="*/ 303 w 12700"/>
                    <a:gd name="connsiteY0" fmla="*/ 308 h 44417"/>
                    <a:gd name="connsiteX1" fmla="*/ 303 w 12700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03" y="308"/>
                      </a:moveTo>
                      <a:lnTo>
                        <a:pt x="303" y="4472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07" name="Graphic 77">
                  <a:extLst>
                    <a:ext uri="{FF2B5EF4-FFF2-40B4-BE49-F238E27FC236}">
                      <a16:creationId xmlns:a16="http://schemas.microsoft.com/office/drawing/2014/main" id="{710BD62A-5BDD-6464-6A02-463F9BB637E2}"/>
                    </a:ext>
                  </a:extLst>
                </p:cNvPr>
                <p:cNvGrpSpPr/>
                <p:nvPr/>
              </p:nvGrpSpPr>
              <p:grpSpPr>
                <a:xfrm>
                  <a:off x="5803784" y="7921039"/>
                  <a:ext cx="224169" cy="95994"/>
                  <a:chOff x="5803784" y="7921039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08" name="Freeform: Shape 107">
                    <a:extLst>
                      <a:ext uri="{FF2B5EF4-FFF2-40B4-BE49-F238E27FC236}">
                        <a16:creationId xmlns:a16="http://schemas.microsoft.com/office/drawing/2014/main" id="{E3588D0B-250F-0C74-43CD-5A5DCAF27E03}"/>
                      </a:ext>
                    </a:extLst>
                  </p:cNvPr>
                  <p:cNvSpPr/>
                  <p:nvPr/>
                </p:nvSpPr>
                <p:spPr>
                  <a:xfrm flipV="1">
                    <a:off x="5803784" y="7922705"/>
                    <a:ext cx="59908" cy="94328"/>
                  </a:xfrm>
                  <a:custGeom>
                    <a:avLst/>
                    <a:gdLst>
                      <a:gd name="connsiteX0" fmla="*/ 2203 w 59908"/>
                      <a:gd name="connsiteY0" fmla="*/ 92360 h 94328"/>
                      <a:gd name="connsiteX1" fmla="*/ 51375 w 59908"/>
                      <a:gd name="connsiteY1" fmla="*/ 92360 h 94328"/>
                      <a:gd name="connsiteX2" fmla="*/ 51375 w 59908"/>
                      <a:gd name="connsiteY2" fmla="*/ 81810 h 94328"/>
                      <a:gd name="connsiteX3" fmla="*/ 13672 w 59908"/>
                      <a:gd name="connsiteY3" fmla="*/ 81810 h 94328"/>
                      <a:gd name="connsiteX4" fmla="*/ 13672 w 59908"/>
                      <a:gd name="connsiteY4" fmla="*/ 59145 h 94328"/>
                      <a:gd name="connsiteX5" fmla="*/ 19109 w 59908"/>
                      <a:gd name="connsiteY5" fmla="*/ 60533 h 94328"/>
                      <a:gd name="connsiteX6" fmla="*/ 24586 w 59908"/>
                      <a:gd name="connsiteY6" fmla="*/ 60989 h 94328"/>
                      <a:gd name="connsiteX7" fmla="*/ 49133 w 59908"/>
                      <a:gd name="connsiteY7" fmla="*/ 52503 h 94328"/>
                      <a:gd name="connsiteX8" fmla="*/ 58202 w 59908"/>
                      <a:gd name="connsiteY8" fmla="*/ 29520 h 94328"/>
                      <a:gd name="connsiteX9" fmla="*/ 48895 w 59908"/>
                      <a:gd name="connsiteY9" fmla="*/ 6300 h 94328"/>
                      <a:gd name="connsiteX10" fmla="*/ 22661 w 59908"/>
                      <a:gd name="connsiteY10" fmla="*/ -1969 h 94328"/>
                      <a:gd name="connsiteX11" fmla="*/ 10775 w 59908"/>
                      <a:gd name="connsiteY11" fmla="*/ -977 h 94328"/>
                      <a:gd name="connsiteX12" fmla="*/ -1707 w 59908"/>
                      <a:gd name="connsiteY12" fmla="*/ 1997 h 94328"/>
                      <a:gd name="connsiteX13" fmla="*/ -1707 w 59908"/>
                      <a:gd name="connsiteY13" fmla="*/ 14589 h 94328"/>
                      <a:gd name="connsiteX14" fmla="*/ 9823 w 59908"/>
                      <a:gd name="connsiteY14" fmla="*/ 10068 h 94328"/>
                      <a:gd name="connsiteX15" fmla="*/ 22404 w 59908"/>
                      <a:gd name="connsiteY15" fmla="*/ 8580 h 94328"/>
                      <a:gd name="connsiteX16" fmla="*/ 39390 w 59908"/>
                      <a:gd name="connsiteY16" fmla="*/ 14212 h 94328"/>
                      <a:gd name="connsiteX17" fmla="*/ 45660 w 59908"/>
                      <a:gd name="connsiteY17" fmla="*/ 29520 h 94328"/>
                      <a:gd name="connsiteX18" fmla="*/ 39390 w 59908"/>
                      <a:gd name="connsiteY18" fmla="*/ 44809 h 94328"/>
                      <a:gd name="connsiteX19" fmla="*/ 22404 w 59908"/>
                      <a:gd name="connsiteY19" fmla="*/ 50460 h 94328"/>
                      <a:gd name="connsiteX20" fmla="*/ 12382 w 59908"/>
                      <a:gd name="connsiteY20" fmla="*/ 49350 h 94328"/>
                      <a:gd name="connsiteX21" fmla="*/ 2203 w 59908"/>
                      <a:gd name="connsiteY21" fmla="*/ 45879 h 94328"/>
                      <a:gd name="connsiteX22" fmla="*/ 2203 w 59908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03" y="92360"/>
                        </a:moveTo>
                        <a:lnTo>
                          <a:pt x="51375" y="92360"/>
                        </a:lnTo>
                        <a:lnTo>
                          <a:pt x="51375" y="81810"/>
                        </a:lnTo>
                        <a:lnTo>
                          <a:pt x="13672" y="81810"/>
                        </a:lnTo>
                        <a:lnTo>
                          <a:pt x="13672" y="59145"/>
                        </a:lnTo>
                        <a:cubicBezTo>
                          <a:pt x="15485" y="59767"/>
                          <a:pt x="17297" y="60229"/>
                          <a:pt x="19109" y="60533"/>
                        </a:cubicBezTo>
                        <a:cubicBezTo>
                          <a:pt x="20935" y="60837"/>
                          <a:pt x="22761" y="60989"/>
                          <a:pt x="24586" y="60989"/>
                        </a:cubicBezTo>
                        <a:cubicBezTo>
                          <a:pt x="34918" y="60989"/>
                          <a:pt x="43101" y="58160"/>
                          <a:pt x="49133" y="52503"/>
                        </a:cubicBezTo>
                        <a:cubicBezTo>
                          <a:pt x="55179" y="46845"/>
                          <a:pt x="58202" y="39184"/>
                          <a:pt x="58202" y="29520"/>
                        </a:cubicBezTo>
                        <a:cubicBezTo>
                          <a:pt x="58202" y="19566"/>
                          <a:pt x="55099" y="11826"/>
                          <a:pt x="48895" y="6300"/>
                        </a:cubicBezTo>
                        <a:cubicBezTo>
                          <a:pt x="42690" y="787"/>
                          <a:pt x="33946" y="-1969"/>
                          <a:pt x="22661" y="-1969"/>
                        </a:cubicBezTo>
                        <a:cubicBezTo>
                          <a:pt x="18772" y="-1969"/>
                          <a:pt x="14810" y="-1638"/>
                          <a:pt x="10775" y="-977"/>
                        </a:cubicBezTo>
                        <a:cubicBezTo>
                          <a:pt x="6753" y="-316"/>
                          <a:pt x="2593" y="675"/>
                          <a:pt x="-1707" y="1997"/>
                        </a:cubicBezTo>
                        <a:lnTo>
                          <a:pt x="-1707" y="14589"/>
                        </a:lnTo>
                        <a:cubicBezTo>
                          <a:pt x="2011" y="12566"/>
                          <a:pt x="5854" y="11059"/>
                          <a:pt x="9823" y="10068"/>
                        </a:cubicBezTo>
                        <a:cubicBezTo>
                          <a:pt x="13791" y="9076"/>
                          <a:pt x="17985" y="8580"/>
                          <a:pt x="22404" y="8580"/>
                        </a:cubicBezTo>
                        <a:cubicBezTo>
                          <a:pt x="29561" y="8580"/>
                          <a:pt x="35223" y="10458"/>
                          <a:pt x="39390" y="14212"/>
                        </a:cubicBezTo>
                        <a:cubicBezTo>
                          <a:pt x="43570" y="17966"/>
                          <a:pt x="45660" y="23069"/>
                          <a:pt x="45660" y="29520"/>
                        </a:cubicBezTo>
                        <a:cubicBezTo>
                          <a:pt x="45660" y="35958"/>
                          <a:pt x="43570" y="41054"/>
                          <a:pt x="39390" y="44809"/>
                        </a:cubicBezTo>
                        <a:cubicBezTo>
                          <a:pt x="35223" y="48576"/>
                          <a:pt x="29561" y="50460"/>
                          <a:pt x="22404" y="50460"/>
                        </a:cubicBezTo>
                        <a:cubicBezTo>
                          <a:pt x="19057" y="50460"/>
                          <a:pt x="15716" y="50090"/>
                          <a:pt x="12382" y="49350"/>
                        </a:cubicBezTo>
                        <a:cubicBezTo>
                          <a:pt x="9062" y="48609"/>
                          <a:pt x="5669" y="47453"/>
                          <a:pt x="2203" y="45879"/>
                        </a:cubicBezTo>
                        <a:lnTo>
                          <a:pt x="2203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09" name="Freeform: Shape 108">
                    <a:extLst>
                      <a:ext uri="{FF2B5EF4-FFF2-40B4-BE49-F238E27FC236}">
                        <a16:creationId xmlns:a16="http://schemas.microsoft.com/office/drawing/2014/main" id="{3A583075-0AF1-30D9-FCFA-AF15CE7CCC9A}"/>
                      </a:ext>
                    </a:extLst>
                  </p:cNvPr>
                  <p:cNvSpPr/>
                  <p:nvPr/>
                </p:nvSpPr>
                <p:spPr>
                  <a:xfrm flipV="1">
                    <a:off x="5884467" y="7921039"/>
                    <a:ext cx="60940" cy="95994"/>
                  </a:xfrm>
                  <a:custGeom>
                    <a:avLst/>
                    <a:gdLst>
                      <a:gd name="connsiteX0" fmla="*/ 40130 w 60940"/>
                      <a:gd name="connsiteY0" fmla="*/ 49684 h 95994"/>
                      <a:gd name="connsiteX1" fmla="*/ 54160 w 60940"/>
                      <a:gd name="connsiteY1" fmla="*/ 41673 h 95994"/>
                      <a:gd name="connsiteX2" fmla="*/ 59220 w 60940"/>
                      <a:gd name="connsiteY2" fmla="*/ 26682 h 95994"/>
                      <a:gd name="connsiteX3" fmla="*/ 49794 w 60940"/>
                      <a:gd name="connsiteY3" fmla="*/ 5485 h 95994"/>
                      <a:gd name="connsiteX4" fmla="*/ 23005 w 60940"/>
                      <a:gd name="connsiteY4" fmla="*/ -2011 h 95994"/>
                      <a:gd name="connsiteX5" fmla="*/ 11019 w 60940"/>
                      <a:gd name="connsiteY5" fmla="*/ -861 h 95994"/>
                      <a:gd name="connsiteX6" fmla="*/ -1720 w 60940"/>
                      <a:gd name="connsiteY6" fmla="*/ 2589 h 95994"/>
                      <a:gd name="connsiteX7" fmla="*/ -1720 w 60940"/>
                      <a:gd name="connsiteY7" fmla="*/ 14666 h 95994"/>
                      <a:gd name="connsiteX8" fmla="*/ 9670 w 60940"/>
                      <a:gd name="connsiteY8" fmla="*/ 10085 h 95994"/>
                      <a:gd name="connsiteX9" fmla="*/ 22648 w 60940"/>
                      <a:gd name="connsiteY9" fmla="*/ 8538 h 95994"/>
                      <a:gd name="connsiteX10" fmla="*/ 40587 w 60940"/>
                      <a:gd name="connsiteY10" fmla="*/ 13178 h 95994"/>
                      <a:gd name="connsiteX11" fmla="*/ 46758 w 60940"/>
                      <a:gd name="connsiteY11" fmla="*/ 26682 h 95994"/>
                      <a:gd name="connsiteX12" fmla="*/ 41023 w 60940"/>
                      <a:gd name="connsiteY12" fmla="*/ 39472 h 95994"/>
                      <a:gd name="connsiteX13" fmla="*/ 25069 w 60940"/>
                      <a:gd name="connsiteY13" fmla="*/ 44092 h 95994"/>
                      <a:gd name="connsiteX14" fmla="*/ 14274 w 60940"/>
                      <a:gd name="connsiteY14" fmla="*/ 44092 h 95994"/>
                      <a:gd name="connsiteX15" fmla="*/ 14274 w 60940"/>
                      <a:gd name="connsiteY15" fmla="*/ 54384 h 95994"/>
                      <a:gd name="connsiteX16" fmla="*/ 25565 w 60940"/>
                      <a:gd name="connsiteY16" fmla="*/ 54384 h 95994"/>
                      <a:gd name="connsiteX17" fmla="*/ 39694 w 60940"/>
                      <a:gd name="connsiteY17" fmla="*/ 58072 h 95994"/>
                      <a:gd name="connsiteX18" fmla="*/ 44595 w 60940"/>
                      <a:gd name="connsiteY18" fmla="*/ 68701 h 95994"/>
                      <a:gd name="connsiteX19" fmla="*/ 39535 w 60940"/>
                      <a:gd name="connsiteY19" fmla="*/ 79627 h 95994"/>
                      <a:gd name="connsiteX20" fmla="*/ 25069 w 60940"/>
                      <a:gd name="connsiteY20" fmla="*/ 83454 h 95994"/>
                      <a:gd name="connsiteX21" fmla="*/ 14016 w 60940"/>
                      <a:gd name="connsiteY21" fmla="*/ 82324 h 95994"/>
                      <a:gd name="connsiteX22" fmla="*/ 1058 w 60940"/>
                      <a:gd name="connsiteY22" fmla="*/ 78873 h 95994"/>
                      <a:gd name="connsiteX23" fmla="*/ 1058 w 60940"/>
                      <a:gd name="connsiteY23" fmla="*/ 90017 h 95994"/>
                      <a:gd name="connsiteX24" fmla="*/ 14433 w 60940"/>
                      <a:gd name="connsiteY24" fmla="*/ 92992 h 95994"/>
                      <a:gd name="connsiteX25" fmla="*/ 26180 w 60940"/>
                      <a:gd name="connsiteY25" fmla="*/ 93983 h 95994"/>
                      <a:gd name="connsiteX26" fmla="*/ 48742 w 60940"/>
                      <a:gd name="connsiteY26" fmla="*/ 87499 h 95994"/>
                      <a:gd name="connsiteX27" fmla="*/ 57057 w 60940"/>
                      <a:gd name="connsiteY27" fmla="*/ 70009 h 95994"/>
                      <a:gd name="connsiteX28" fmla="*/ 52652 w 60940"/>
                      <a:gd name="connsiteY28" fmla="*/ 57021 h 95994"/>
                      <a:gd name="connsiteX29" fmla="*/ 40130 w 60940"/>
                      <a:gd name="connsiteY29" fmla="*/ 496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940" h="95994">
                        <a:moveTo>
                          <a:pt x="40130" y="49684"/>
                        </a:moveTo>
                        <a:cubicBezTo>
                          <a:pt x="46123" y="48402"/>
                          <a:pt x="50800" y="45732"/>
                          <a:pt x="54160" y="41673"/>
                        </a:cubicBezTo>
                        <a:cubicBezTo>
                          <a:pt x="57533" y="37628"/>
                          <a:pt x="59220" y="32631"/>
                          <a:pt x="59220" y="26682"/>
                        </a:cubicBezTo>
                        <a:cubicBezTo>
                          <a:pt x="59220" y="17561"/>
                          <a:pt x="56078" y="10495"/>
                          <a:pt x="49794" y="5485"/>
                        </a:cubicBezTo>
                        <a:cubicBezTo>
                          <a:pt x="43510" y="488"/>
                          <a:pt x="34581" y="-2011"/>
                          <a:pt x="23005" y="-2011"/>
                        </a:cubicBezTo>
                        <a:cubicBezTo>
                          <a:pt x="19129" y="-2011"/>
                          <a:pt x="15134" y="-1628"/>
                          <a:pt x="11019" y="-861"/>
                        </a:cubicBezTo>
                        <a:cubicBezTo>
                          <a:pt x="6905" y="-94"/>
                          <a:pt x="2659" y="1056"/>
                          <a:pt x="-1720" y="2589"/>
                        </a:cubicBezTo>
                        <a:lnTo>
                          <a:pt x="-1720" y="14666"/>
                        </a:lnTo>
                        <a:cubicBezTo>
                          <a:pt x="1746" y="12643"/>
                          <a:pt x="5543" y="11116"/>
                          <a:pt x="9670" y="10085"/>
                        </a:cubicBezTo>
                        <a:cubicBezTo>
                          <a:pt x="13811" y="9054"/>
                          <a:pt x="18137" y="8538"/>
                          <a:pt x="22648" y="8538"/>
                        </a:cubicBezTo>
                        <a:cubicBezTo>
                          <a:pt x="30493" y="8538"/>
                          <a:pt x="36472" y="10085"/>
                          <a:pt x="40587" y="13178"/>
                        </a:cubicBezTo>
                        <a:cubicBezTo>
                          <a:pt x="44701" y="16272"/>
                          <a:pt x="46758" y="20773"/>
                          <a:pt x="46758" y="26682"/>
                        </a:cubicBezTo>
                        <a:cubicBezTo>
                          <a:pt x="46758" y="32142"/>
                          <a:pt x="44846" y="36405"/>
                          <a:pt x="41023" y="39472"/>
                        </a:cubicBezTo>
                        <a:cubicBezTo>
                          <a:pt x="37200" y="42552"/>
                          <a:pt x="31882" y="44092"/>
                          <a:pt x="25069" y="44092"/>
                        </a:cubicBezTo>
                        <a:lnTo>
                          <a:pt x="14274" y="44092"/>
                        </a:lnTo>
                        <a:lnTo>
                          <a:pt x="14274" y="54384"/>
                        </a:lnTo>
                        <a:lnTo>
                          <a:pt x="25565" y="54384"/>
                        </a:lnTo>
                        <a:cubicBezTo>
                          <a:pt x="31716" y="54384"/>
                          <a:pt x="36426" y="55613"/>
                          <a:pt x="39694" y="58072"/>
                        </a:cubicBezTo>
                        <a:cubicBezTo>
                          <a:pt x="42961" y="60531"/>
                          <a:pt x="44595" y="64074"/>
                          <a:pt x="44595" y="68701"/>
                        </a:cubicBezTo>
                        <a:cubicBezTo>
                          <a:pt x="44595" y="73447"/>
                          <a:pt x="42908" y="77089"/>
                          <a:pt x="39535" y="79627"/>
                        </a:cubicBezTo>
                        <a:cubicBezTo>
                          <a:pt x="36175" y="82178"/>
                          <a:pt x="31353" y="83454"/>
                          <a:pt x="25069" y="83454"/>
                        </a:cubicBezTo>
                        <a:cubicBezTo>
                          <a:pt x="21629" y="83454"/>
                          <a:pt x="17945" y="83077"/>
                          <a:pt x="14016" y="82324"/>
                        </a:cubicBezTo>
                        <a:cubicBezTo>
                          <a:pt x="10087" y="81583"/>
                          <a:pt x="5767" y="80433"/>
                          <a:pt x="1058" y="78873"/>
                        </a:cubicBezTo>
                        <a:lnTo>
                          <a:pt x="1058" y="90017"/>
                        </a:lnTo>
                        <a:cubicBezTo>
                          <a:pt x="5820" y="91339"/>
                          <a:pt x="10279" y="92331"/>
                          <a:pt x="14433" y="92992"/>
                        </a:cubicBezTo>
                        <a:cubicBezTo>
                          <a:pt x="18587" y="93653"/>
                          <a:pt x="22502" y="93983"/>
                          <a:pt x="26180" y="93983"/>
                        </a:cubicBezTo>
                        <a:cubicBezTo>
                          <a:pt x="35692" y="93983"/>
                          <a:pt x="43213" y="91822"/>
                          <a:pt x="48742" y="87499"/>
                        </a:cubicBezTo>
                        <a:cubicBezTo>
                          <a:pt x="54285" y="83189"/>
                          <a:pt x="57057" y="77360"/>
                          <a:pt x="57057" y="70009"/>
                        </a:cubicBezTo>
                        <a:cubicBezTo>
                          <a:pt x="57057" y="64880"/>
                          <a:pt x="55589" y="60551"/>
                          <a:pt x="52652" y="57021"/>
                        </a:cubicBezTo>
                        <a:cubicBezTo>
                          <a:pt x="49715" y="53492"/>
                          <a:pt x="45541" y="51046"/>
                          <a:pt x="40130" y="496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10" name="Freeform: Shape 109">
                    <a:extLst>
                      <a:ext uri="{FF2B5EF4-FFF2-40B4-BE49-F238E27FC236}">
                        <a16:creationId xmlns:a16="http://schemas.microsoft.com/office/drawing/2014/main" id="{CBF218A5-8A93-4826-0A42-799FA083EA14}"/>
                      </a:ext>
                    </a:extLst>
                  </p:cNvPr>
                  <p:cNvSpPr/>
                  <p:nvPr/>
                </p:nvSpPr>
                <p:spPr>
                  <a:xfrm flipV="1">
                    <a:off x="5963958" y="7921039"/>
                    <a:ext cx="63996" cy="95994"/>
                  </a:xfrm>
                  <a:custGeom>
                    <a:avLst/>
                    <a:gdLst>
                      <a:gd name="connsiteX0" fmla="*/ 30263 w 63996"/>
                      <a:gd name="connsiteY0" fmla="*/ 84069 h 95994"/>
                      <a:gd name="connsiteX1" fmla="*/ 15718 w 63996"/>
                      <a:gd name="connsiteY1" fmla="*/ 74550 h 95994"/>
                      <a:gd name="connsiteX2" fmla="*/ 10856 w 63996"/>
                      <a:gd name="connsiteY2" fmla="*/ 45956 h 95994"/>
                      <a:gd name="connsiteX3" fmla="*/ 15718 w 63996"/>
                      <a:gd name="connsiteY3" fmla="*/ 17422 h 95994"/>
                      <a:gd name="connsiteX4" fmla="*/ 30263 w 63996"/>
                      <a:gd name="connsiteY4" fmla="*/ 7904 h 95994"/>
                      <a:gd name="connsiteX5" fmla="*/ 44868 w 63996"/>
                      <a:gd name="connsiteY5" fmla="*/ 17422 h 95994"/>
                      <a:gd name="connsiteX6" fmla="*/ 49750 w 63996"/>
                      <a:gd name="connsiteY6" fmla="*/ 45956 h 95994"/>
                      <a:gd name="connsiteX7" fmla="*/ 44868 w 63996"/>
                      <a:gd name="connsiteY7" fmla="*/ 74550 h 95994"/>
                      <a:gd name="connsiteX8" fmla="*/ 30263 w 63996"/>
                      <a:gd name="connsiteY8" fmla="*/ 84069 h 95994"/>
                      <a:gd name="connsiteX9" fmla="*/ 30263 w 63996"/>
                      <a:gd name="connsiteY9" fmla="*/ 93983 h 95994"/>
                      <a:gd name="connsiteX10" fmla="*/ 54056 w 63996"/>
                      <a:gd name="connsiteY10" fmla="*/ 81669 h 95994"/>
                      <a:gd name="connsiteX11" fmla="*/ 62271 w 63996"/>
                      <a:gd name="connsiteY11" fmla="*/ 45956 h 95994"/>
                      <a:gd name="connsiteX12" fmla="*/ 54056 w 63996"/>
                      <a:gd name="connsiteY12" fmla="*/ 10283 h 95994"/>
                      <a:gd name="connsiteX13" fmla="*/ 30263 w 63996"/>
                      <a:gd name="connsiteY13" fmla="*/ -2011 h 95994"/>
                      <a:gd name="connsiteX14" fmla="*/ 6490 w 63996"/>
                      <a:gd name="connsiteY14" fmla="*/ 10283 h 95994"/>
                      <a:gd name="connsiteX15" fmla="*/ -1725 w 63996"/>
                      <a:gd name="connsiteY15" fmla="*/ 45956 h 95994"/>
                      <a:gd name="connsiteX16" fmla="*/ 6490 w 63996"/>
                      <a:gd name="connsiteY16" fmla="*/ 81669 h 95994"/>
                      <a:gd name="connsiteX17" fmla="*/ 30263 w 6399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63" y="84069"/>
                        </a:moveTo>
                        <a:cubicBezTo>
                          <a:pt x="23821" y="84069"/>
                          <a:pt x="18972" y="80896"/>
                          <a:pt x="15718" y="74550"/>
                        </a:cubicBezTo>
                        <a:cubicBezTo>
                          <a:pt x="12477" y="68218"/>
                          <a:pt x="10856" y="58687"/>
                          <a:pt x="10856" y="45956"/>
                        </a:cubicBezTo>
                        <a:cubicBezTo>
                          <a:pt x="10856" y="33279"/>
                          <a:pt x="12477" y="23767"/>
                          <a:pt x="15718" y="17422"/>
                        </a:cubicBezTo>
                        <a:cubicBezTo>
                          <a:pt x="18972" y="11076"/>
                          <a:pt x="23821" y="7904"/>
                          <a:pt x="30263" y="7904"/>
                        </a:cubicBezTo>
                        <a:cubicBezTo>
                          <a:pt x="36759" y="7904"/>
                          <a:pt x="41627" y="11076"/>
                          <a:pt x="44868" y="17422"/>
                        </a:cubicBezTo>
                        <a:cubicBezTo>
                          <a:pt x="48123" y="23767"/>
                          <a:pt x="49750" y="33279"/>
                          <a:pt x="49750" y="45956"/>
                        </a:cubicBezTo>
                        <a:cubicBezTo>
                          <a:pt x="49750" y="58687"/>
                          <a:pt x="48123" y="68218"/>
                          <a:pt x="44868" y="74550"/>
                        </a:cubicBezTo>
                        <a:cubicBezTo>
                          <a:pt x="41627" y="80896"/>
                          <a:pt x="36759" y="84069"/>
                          <a:pt x="30263" y="84069"/>
                        </a:cubicBezTo>
                        <a:close/>
                        <a:moveTo>
                          <a:pt x="30263" y="93983"/>
                        </a:moveTo>
                        <a:cubicBezTo>
                          <a:pt x="40648" y="93983"/>
                          <a:pt x="48579" y="89879"/>
                          <a:pt x="54056" y="81669"/>
                        </a:cubicBezTo>
                        <a:cubicBezTo>
                          <a:pt x="59533" y="73473"/>
                          <a:pt x="62271" y="61569"/>
                          <a:pt x="62271" y="45956"/>
                        </a:cubicBezTo>
                        <a:cubicBezTo>
                          <a:pt x="62271" y="30384"/>
                          <a:pt x="59533" y="18493"/>
                          <a:pt x="54056" y="10283"/>
                        </a:cubicBezTo>
                        <a:cubicBezTo>
                          <a:pt x="48579" y="2087"/>
                          <a:pt x="40648" y="-2011"/>
                          <a:pt x="30263" y="-2011"/>
                        </a:cubicBezTo>
                        <a:cubicBezTo>
                          <a:pt x="19892" y="-2011"/>
                          <a:pt x="11967" y="2087"/>
                          <a:pt x="6490" y="10283"/>
                        </a:cubicBezTo>
                        <a:cubicBezTo>
                          <a:pt x="1014" y="18493"/>
                          <a:pt x="-1725" y="30384"/>
                          <a:pt x="-1725" y="45956"/>
                        </a:cubicBezTo>
                        <a:cubicBezTo>
                          <a:pt x="-1725" y="61569"/>
                          <a:pt x="1014" y="73473"/>
                          <a:pt x="6490" y="81669"/>
                        </a:cubicBezTo>
                        <a:cubicBezTo>
                          <a:pt x="11967" y="89879"/>
                          <a:pt x="19892" y="93983"/>
                          <a:pt x="30263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11" name="Graphic 77">
                <a:extLst>
                  <a:ext uri="{FF2B5EF4-FFF2-40B4-BE49-F238E27FC236}">
                    <a16:creationId xmlns:a16="http://schemas.microsoft.com/office/drawing/2014/main" id="{193A6D98-16E7-5E2D-5EBC-DDD9A1A230BD}"/>
                  </a:ext>
                </a:extLst>
              </p:cNvPr>
              <p:cNvGrpSpPr/>
              <p:nvPr/>
            </p:nvGrpSpPr>
            <p:grpSpPr>
              <a:xfrm>
                <a:off x="6479709" y="7829963"/>
                <a:ext cx="224169" cy="187070"/>
                <a:chOff x="6479709" y="7829963"/>
                <a:chExt cx="224169" cy="187070"/>
              </a:xfrm>
              <a:solidFill>
                <a:srgbClr val="000000"/>
              </a:solidFill>
            </p:grpSpPr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C303340A-3AB2-56AD-E732-7A9A05CAE15C}"/>
                    </a:ext>
                  </a:extLst>
                </p:cNvPr>
                <p:cNvSpPr/>
                <p:nvPr/>
              </p:nvSpPr>
              <p:spPr>
                <a:xfrm>
                  <a:off x="6591112" y="7829963"/>
                  <a:ext cx="12700" cy="44417"/>
                </a:xfrm>
                <a:custGeom>
                  <a:avLst/>
                  <a:gdLst>
                    <a:gd name="connsiteX0" fmla="*/ 357 w 12700"/>
                    <a:gd name="connsiteY0" fmla="*/ 308 h 44417"/>
                    <a:gd name="connsiteX1" fmla="*/ 357 w 12700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57" y="308"/>
                      </a:moveTo>
                      <a:lnTo>
                        <a:pt x="357" y="4472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13" name="Graphic 77">
                  <a:extLst>
                    <a:ext uri="{FF2B5EF4-FFF2-40B4-BE49-F238E27FC236}">
                      <a16:creationId xmlns:a16="http://schemas.microsoft.com/office/drawing/2014/main" id="{00068288-8336-FEF1-F604-2CDB9B18CA91}"/>
                    </a:ext>
                  </a:extLst>
                </p:cNvPr>
                <p:cNvGrpSpPr/>
                <p:nvPr/>
              </p:nvGrpSpPr>
              <p:grpSpPr>
                <a:xfrm>
                  <a:off x="6479709" y="7921039"/>
                  <a:ext cx="224169" cy="95994"/>
                  <a:chOff x="6479709" y="7921039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14" name="Freeform: Shape 113">
                    <a:extLst>
                      <a:ext uri="{FF2B5EF4-FFF2-40B4-BE49-F238E27FC236}">
                        <a16:creationId xmlns:a16="http://schemas.microsoft.com/office/drawing/2014/main" id="{DA02789A-55B4-756F-0144-31807059FE6E}"/>
                      </a:ext>
                    </a:extLst>
                  </p:cNvPr>
                  <p:cNvSpPr/>
                  <p:nvPr/>
                </p:nvSpPr>
                <p:spPr>
                  <a:xfrm flipV="1">
                    <a:off x="6479709" y="7922705"/>
                    <a:ext cx="59908" cy="94328"/>
                  </a:xfrm>
                  <a:custGeom>
                    <a:avLst/>
                    <a:gdLst>
                      <a:gd name="connsiteX0" fmla="*/ 2256 w 59908"/>
                      <a:gd name="connsiteY0" fmla="*/ 92360 h 94328"/>
                      <a:gd name="connsiteX1" fmla="*/ 51429 w 59908"/>
                      <a:gd name="connsiteY1" fmla="*/ 92360 h 94328"/>
                      <a:gd name="connsiteX2" fmla="*/ 51429 w 59908"/>
                      <a:gd name="connsiteY2" fmla="*/ 81810 h 94328"/>
                      <a:gd name="connsiteX3" fmla="*/ 13725 w 59908"/>
                      <a:gd name="connsiteY3" fmla="*/ 81810 h 94328"/>
                      <a:gd name="connsiteX4" fmla="*/ 13725 w 59908"/>
                      <a:gd name="connsiteY4" fmla="*/ 59145 h 94328"/>
                      <a:gd name="connsiteX5" fmla="*/ 19163 w 59908"/>
                      <a:gd name="connsiteY5" fmla="*/ 60533 h 94328"/>
                      <a:gd name="connsiteX6" fmla="*/ 24640 w 59908"/>
                      <a:gd name="connsiteY6" fmla="*/ 60989 h 94328"/>
                      <a:gd name="connsiteX7" fmla="*/ 49186 w 59908"/>
                      <a:gd name="connsiteY7" fmla="*/ 52503 h 94328"/>
                      <a:gd name="connsiteX8" fmla="*/ 58255 w 59908"/>
                      <a:gd name="connsiteY8" fmla="*/ 29520 h 94328"/>
                      <a:gd name="connsiteX9" fmla="*/ 48948 w 59908"/>
                      <a:gd name="connsiteY9" fmla="*/ 6300 h 94328"/>
                      <a:gd name="connsiteX10" fmla="*/ 22715 w 59908"/>
                      <a:gd name="connsiteY10" fmla="*/ -1969 h 94328"/>
                      <a:gd name="connsiteX11" fmla="*/ 10828 w 59908"/>
                      <a:gd name="connsiteY11" fmla="*/ -977 h 94328"/>
                      <a:gd name="connsiteX12" fmla="*/ -1653 w 59908"/>
                      <a:gd name="connsiteY12" fmla="*/ 1997 h 94328"/>
                      <a:gd name="connsiteX13" fmla="*/ -1653 w 59908"/>
                      <a:gd name="connsiteY13" fmla="*/ 14589 h 94328"/>
                      <a:gd name="connsiteX14" fmla="*/ 9876 w 59908"/>
                      <a:gd name="connsiteY14" fmla="*/ 10068 h 94328"/>
                      <a:gd name="connsiteX15" fmla="*/ 22457 w 59908"/>
                      <a:gd name="connsiteY15" fmla="*/ 8580 h 94328"/>
                      <a:gd name="connsiteX16" fmla="*/ 39443 w 59908"/>
                      <a:gd name="connsiteY16" fmla="*/ 14212 h 94328"/>
                      <a:gd name="connsiteX17" fmla="*/ 45714 w 59908"/>
                      <a:gd name="connsiteY17" fmla="*/ 29520 h 94328"/>
                      <a:gd name="connsiteX18" fmla="*/ 39443 w 59908"/>
                      <a:gd name="connsiteY18" fmla="*/ 44809 h 94328"/>
                      <a:gd name="connsiteX19" fmla="*/ 22457 w 59908"/>
                      <a:gd name="connsiteY19" fmla="*/ 50460 h 94328"/>
                      <a:gd name="connsiteX20" fmla="*/ 12436 w 59908"/>
                      <a:gd name="connsiteY20" fmla="*/ 49350 h 94328"/>
                      <a:gd name="connsiteX21" fmla="*/ 2256 w 59908"/>
                      <a:gd name="connsiteY21" fmla="*/ 45879 h 94328"/>
                      <a:gd name="connsiteX22" fmla="*/ 2256 w 59908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56" y="92360"/>
                        </a:moveTo>
                        <a:lnTo>
                          <a:pt x="51429" y="92360"/>
                        </a:lnTo>
                        <a:lnTo>
                          <a:pt x="51429" y="81810"/>
                        </a:lnTo>
                        <a:lnTo>
                          <a:pt x="13725" y="81810"/>
                        </a:lnTo>
                        <a:lnTo>
                          <a:pt x="13725" y="59145"/>
                        </a:lnTo>
                        <a:cubicBezTo>
                          <a:pt x="15538" y="59767"/>
                          <a:pt x="17350" y="60229"/>
                          <a:pt x="19163" y="60533"/>
                        </a:cubicBezTo>
                        <a:cubicBezTo>
                          <a:pt x="20988" y="60837"/>
                          <a:pt x="22814" y="60989"/>
                          <a:pt x="24640" y="60989"/>
                        </a:cubicBezTo>
                        <a:cubicBezTo>
                          <a:pt x="34972" y="60989"/>
                          <a:pt x="43154" y="58160"/>
                          <a:pt x="49186" y="52503"/>
                        </a:cubicBezTo>
                        <a:cubicBezTo>
                          <a:pt x="55232" y="46845"/>
                          <a:pt x="58255" y="39184"/>
                          <a:pt x="58255" y="29520"/>
                        </a:cubicBezTo>
                        <a:cubicBezTo>
                          <a:pt x="58255" y="19566"/>
                          <a:pt x="55153" y="11826"/>
                          <a:pt x="48948" y="6300"/>
                        </a:cubicBezTo>
                        <a:cubicBezTo>
                          <a:pt x="42744" y="787"/>
                          <a:pt x="33999" y="-1969"/>
                          <a:pt x="22715" y="-1969"/>
                        </a:cubicBezTo>
                        <a:cubicBezTo>
                          <a:pt x="18825" y="-1969"/>
                          <a:pt x="14863" y="-1638"/>
                          <a:pt x="10828" y="-977"/>
                        </a:cubicBezTo>
                        <a:cubicBezTo>
                          <a:pt x="6807" y="-316"/>
                          <a:pt x="2646" y="675"/>
                          <a:pt x="-1653" y="1997"/>
                        </a:cubicBezTo>
                        <a:lnTo>
                          <a:pt x="-1653" y="14589"/>
                        </a:lnTo>
                        <a:cubicBezTo>
                          <a:pt x="2064" y="12566"/>
                          <a:pt x="5907" y="11059"/>
                          <a:pt x="9876" y="10068"/>
                        </a:cubicBezTo>
                        <a:cubicBezTo>
                          <a:pt x="13845" y="9076"/>
                          <a:pt x="18038" y="8580"/>
                          <a:pt x="22457" y="8580"/>
                        </a:cubicBezTo>
                        <a:cubicBezTo>
                          <a:pt x="29614" y="8580"/>
                          <a:pt x="35276" y="10458"/>
                          <a:pt x="39443" y="14212"/>
                        </a:cubicBezTo>
                        <a:cubicBezTo>
                          <a:pt x="43623" y="17966"/>
                          <a:pt x="45714" y="23069"/>
                          <a:pt x="45714" y="29520"/>
                        </a:cubicBezTo>
                        <a:cubicBezTo>
                          <a:pt x="45714" y="35958"/>
                          <a:pt x="43623" y="41054"/>
                          <a:pt x="39443" y="44809"/>
                        </a:cubicBezTo>
                        <a:cubicBezTo>
                          <a:pt x="35276" y="48576"/>
                          <a:pt x="29614" y="50460"/>
                          <a:pt x="22457" y="50460"/>
                        </a:cubicBezTo>
                        <a:cubicBezTo>
                          <a:pt x="19110" y="50460"/>
                          <a:pt x="15769" y="50090"/>
                          <a:pt x="12436" y="49350"/>
                        </a:cubicBezTo>
                        <a:cubicBezTo>
                          <a:pt x="9115" y="48609"/>
                          <a:pt x="5722" y="47453"/>
                          <a:pt x="2256" y="45879"/>
                        </a:cubicBezTo>
                        <a:lnTo>
                          <a:pt x="2256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15" name="Freeform: Shape 114">
                    <a:extLst>
                      <a:ext uri="{FF2B5EF4-FFF2-40B4-BE49-F238E27FC236}">
                        <a16:creationId xmlns:a16="http://schemas.microsoft.com/office/drawing/2014/main" id="{07502BD2-5B3B-543E-C45F-023D68A79D66}"/>
                      </a:ext>
                    </a:extLst>
                  </p:cNvPr>
                  <p:cNvSpPr/>
                  <p:nvPr/>
                </p:nvSpPr>
                <p:spPr>
                  <a:xfrm flipV="1">
                    <a:off x="6556918" y="7922705"/>
                    <a:ext cx="67468" cy="92524"/>
                  </a:xfrm>
                  <a:custGeom>
                    <a:avLst/>
                    <a:gdLst>
                      <a:gd name="connsiteX0" fmla="*/ 40134 w 67468"/>
                      <a:gd name="connsiteY0" fmla="*/ 79603 h 92524"/>
                      <a:gd name="connsiteX1" fmla="*/ 8503 w 67468"/>
                      <a:gd name="connsiteY1" fmla="*/ 30208 h 92524"/>
                      <a:gd name="connsiteX2" fmla="*/ 40134 w 67468"/>
                      <a:gd name="connsiteY2" fmla="*/ 30208 h 92524"/>
                      <a:gd name="connsiteX3" fmla="*/ 40134 w 67468"/>
                      <a:gd name="connsiteY3" fmla="*/ 79603 h 92524"/>
                      <a:gd name="connsiteX4" fmla="*/ 36840 w 67468"/>
                      <a:gd name="connsiteY4" fmla="*/ 90510 h 92524"/>
                      <a:gd name="connsiteX5" fmla="*/ 52596 w 67468"/>
                      <a:gd name="connsiteY5" fmla="*/ 90510 h 92524"/>
                      <a:gd name="connsiteX6" fmla="*/ 52596 w 67468"/>
                      <a:gd name="connsiteY6" fmla="*/ 30208 h 92524"/>
                      <a:gd name="connsiteX7" fmla="*/ 65812 w 67468"/>
                      <a:gd name="connsiteY7" fmla="*/ 30208 h 92524"/>
                      <a:gd name="connsiteX8" fmla="*/ 65812 w 67468"/>
                      <a:gd name="connsiteY8" fmla="*/ 19798 h 92524"/>
                      <a:gd name="connsiteX9" fmla="*/ 52596 w 67468"/>
                      <a:gd name="connsiteY9" fmla="*/ 19798 h 92524"/>
                      <a:gd name="connsiteX10" fmla="*/ 52596 w 67468"/>
                      <a:gd name="connsiteY10" fmla="*/ -2014 h 92524"/>
                      <a:gd name="connsiteX11" fmla="*/ 40134 w 67468"/>
                      <a:gd name="connsiteY11" fmla="*/ -2014 h 92524"/>
                      <a:gd name="connsiteX12" fmla="*/ 40134 w 67468"/>
                      <a:gd name="connsiteY12" fmla="*/ 19798 h 92524"/>
                      <a:gd name="connsiteX13" fmla="*/ -1657 w 67468"/>
                      <a:gd name="connsiteY13" fmla="*/ 19798 h 92524"/>
                      <a:gd name="connsiteX14" fmla="*/ -1657 w 67468"/>
                      <a:gd name="connsiteY14" fmla="*/ 31874 h 92524"/>
                      <a:gd name="connsiteX15" fmla="*/ 36840 w 67468"/>
                      <a:gd name="connsiteY15" fmla="*/ 905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40134" y="79603"/>
                        </a:moveTo>
                        <a:lnTo>
                          <a:pt x="8503" y="30208"/>
                        </a:lnTo>
                        <a:lnTo>
                          <a:pt x="40134" y="30208"/>
                        </a:lnTo>
                        <a:lnTo>
                          <a:pt x="40134" y="79603"/>
                        </a:lnTo>
                        <a:close/>
                        <a:moveTo>
                          <a:pt x="36840" y="90510"/>
                        </a:moveTo>
                        <a:lnTo>
                          <a:pt x="52596" y="90510"/>
                        </a:lnTo>
                        <a:lnTo>
                          <a:pt x="52596" y="30208"/>
                        </a:lnTo>
                        <a:lnTo>
                          <a:pt x="65812" y="30208"/>
                        </a:lnTo>
                        <a:lnTo>
                          <a:pt x="65812" y="19798"/>
                        </a:lnTo>
                        <a:lnTo>
                          <a:pt x="52596" y="19798"/>
                        </a:lnTo>
                        <a:lnTo>
                          <a:pt x="52596" y="-2014"/>
                        </a:lnTo>
                        <a:lnTo>
                          <a:pt x="40134" y="-2014"/>
                        </a:lnTo>
                        <a:lnTo>
                          <a:pt x="40134" y="19798"/>
                        </a:lnTo>
                        <a:lnTo>
                          <a:pt x="-1657" y="19798"/>
                        </a:lnTo>
                        <a:lnTo>
                          <a:pt x="-1657" y="31874"/>
                        </a:lnTo>
                        <a:lnTo>
                          <a:pt x="36840" y="905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16" name="Freeform: Shape 115">
                    <a:extLst>
                      <a:ext uri="{FF2B5EF4-FFF2-40B4-BE49-F238E27FC236}">
                        <a16:creationId xmlns:a16="http://schemas.microsoft.com/office/drawing/2014/main" id="{91A1A7B2-CE3F-FDD7-6D37-833E49747324}"/>
                      </a:ext>
                    </a:extLst>
                  </p:cNvPr>
                  <p:cNvSpPr/>
                  <p:nvPr/>
                </p:nvSpPr>
                <p:spPr>
                  <a:xfrm flipV="1">
                    <a:off x="6639883" y="7921039"/>
                    <a:ext cx="63996" cy="95994"/>
                  </a:xfrm>
                  <a:custGeom>
                    <a:avLst/>
                    <a:gdLst>
                      <a:gd name="connsiteX0" fmla="*/ 30316 w 63996"/>
                      <a:gd name="connsiteY0" fmla="*/ 84069 h 95994"/>
                      <a:gd name="connsiteX1" fmla="*/ 15771 w 63996"/>
                      <a:gd name="connsiteY1" fmla="*/ 74550 h 95994"/>
                      <a:gd name="connsiteX2" fmla="*/ 10909 w 63996"/>
                      <a:gd name="connsiteY2" fmla="*/ 45956 h 95994"/>
                      <a:gd name="connsiteX3" fmla="*/ 15771 w 63996"/>
                      <a:gd name="connsiteY3" fmla="*/ 17422 h 95994"/>
                      <a:gd name="connsiteX4" fmla="*/ 30316 w 63996"/>
                      <a:gd name="connsiteY4" fmla="*/ 7904 h 95994"/>
                      <a:gd name="connsiteX5" fmla="*/ 44921 w 63996"/>
                      <a:gd name="connsiteY5" fmla="*/ 17422 h 95994"/>
                      <a:gd name="connsiteX6" fmla="*/ 49803 w 63996"/>
                      <a:gd name="connsiteY6" fmla="*/ 45956 h 95994"/>
                      <a:gd name="connsiteX7" fmla="*/ 44921 w 63996"/>
                      <a:gd name="connsiteY7" fmla="*/ 74550 h 95994"/>
                      <a:gd name="connsiteX8" fmla="*/ 30316 w 63996"/>
                      <a:gd name="connsiteY8" fmla="*/ 84069 h 95994"/>
                      <a:gd name="connsiteX9" fmla="*/ 30316 w 63996"/>
                      <a:gd name="connsiteY9" fmla="*/ 93983 h 95994"/>
                      <a:gd name="connsiteX10" fmla="*/ 54109 w 63996"/>
                      <a:gd name="connsiteY10" fmla="*/ 81669 h 95994"/>
                      <a:gd name="connsiteX11" fmla="*/ 62324 w 63996"/>
                      <a:gd name="connsiteY11" fmla="*/ 45956 h 95994"/>
                      <a:gd name="connsiteX12" fmla="*/ 54109 w 63996"/>
                      <a:gd name="connsiteY12" fmla="*/ 10283 h 95994"/>
                      <a:gd name="connsiteX13" fmla="*/ 30316 w 63996"/>
                      <a:gd name="connsiteY13" fmla="*/ -2011 h 95994"/>
                      <a:gd name="connsiteX14" fmla="*/ 6544 w 63996"/>
                      <a:gd name="connsiteY14" fmla="*/ 10283 h 95994"/>
                      <a:gd name="connsiteX15" fmla="*/ -1672 w 63996"/>
                      <a:gd name="connsiteY15" fmla="*/ 45956 h 95994"/>
                      <a:gd name="connsiteX16" fmla="*/ 6544 w 63996"/>
                      <a:gd name="connsiteY16" fmla="*/ 81669 h 95994"/>
                      <a:gd name="connsiteX17" fmla="*/ 30316 w 6399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16" y="84069"/>
                        </a:moveTo>
                        <a:cubicBezTo>
                          <a:pt x="23874" y="84069"/>
                          <a:pt x="19025" y="80896"/>
                          <a:pt x="15771" y="74550"/>
                        </a:cubicBezTo>
                        <a:cubicBezTo>
                          <a:pt x="12530" y="68218"/>
                          <a:pt x="10909" y="58687"/>
                          <a:pt x="10909" y="45956"/>
                        </a:cubicBezTo>
                        <a:cubicBezTo>
                          <a:pt x="10909" y="33279"/>
                          <a:pt x="12530" y="23767"/>
                          <a:pt x="15771" y="17422"/>
                        </a:cubicBezTo>
                        <a:cubicBezTo>
                          <a:pt x="19025" y="11076"/>
                          <a:pt x="23874" y="7904"/>
                          <a:pt x="30316" y="7904"/>
                        </a:cubicBezTo>
                        <a:cubicBezTo>
                          <a:pt x="36812" y="7904"/>
                          <a:pt x="41680" y="11076"/>
                          <a:pt x="44921" y="17422"/>
                        </a:cubicBezTo>
                        <a:cubicBezTo>
                          <a:pt x="48176" y="23767"/>
                          <a:pt x="49803" y="33279"/>
                          <a:pt x="49803" y="45956"/>
                        </a:cubicBezTo>
                        <a:cubicBezTo>
                          <a:pt x="49803" y="58687"/>
                          <a:pt x="48176" y="68218"/>
                          <a:pt x="44921" y="74550"/>
                        </a:cubicBezTo>
                        <a:cubicBezTo>
                          <a:pt x="41680" y="80896"/>
                          <a:pt x="36812" y="84069"/>
                          <a:pt x="30316" y="84069"/>
                        </a:cubicBezTo>
                        <a:close/>
                        <a:moveTo>
                          <a:pt x="30316" y="93983"/>
                        </a:moveTo>
                        <a:cubicBezTo>
                          <a:pt x="40701" y="93983"/>
                          <a:pt x="48632" y="89879"/>
                          <a:pt x="54109" y="81669"/>
                        </a:cubicBezTo>
                        <a:cubicBezTo>
                          <a:pt x="59586" y="73473"/>
                          <a:pt x="62324" y="61569"/>
                          <a:pt x="62324" y="45956"/>
                        </a:cubicBezTo>
                        <a:cubicBezTo>
                          <a:pt x="62324" y="30384"/>
                          <a:pt x="59586" y="18493"/>
                          <a:pt x="54109" y="10283"/>
                        </a:cubicBezTo>
                        <a:cubicBezTo>
                          <a:pt x="48632" y="2087"/>
                          <a:pt x="40701" y="-2011"/>
                          <a:pt x="30316" y="-2011"/>
                        </a:cubicBezTo>
                        <a:cubicBezTo>
                          <a:pt x="19945" y="-2011"/>
                          <a:pt x="12021" y="2087"/>
                          <a:pt x="6544" y="10283"/>
                        </a:cubicBezTo>
                        <a:cubicBezTo>
                          <a:pt x="1067" y="18493"/>
                          <a:pt x="-1672" y="30384"/>
                          <a:pt x="-1672" y="45956"/>
                        </a:cubicBezTo>
                        <a:cubicBezTo>
                          <a:pt x="-1672" y="61569"/>
                          <a:pt x="1067" y="73473"/>
                          <a:pt x="6544" y="81669"/>
                        </a:cubicBezTo>
                        <a:cubicBezTo>
                          <a:pt x="12021" y="89879"/>
                          <a:pt x="19945" y="93983"/>
                          <a:pt x="30316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117" name="Graphic 77">
              <a:extLst>
                <a:ext uri="{FF2B5EF4-FFF2-40B4-BE49-F238E27FC236}">
                  <a16:creationId xmlns:a16="http://schemas.microsoft.com/office/drawing/2014/main" id="{EC95D867-425E-33D7-B81D-FD4F7CFB61BF}"/>
                </a:ext>
              </a:extLst>
            </p:cNvPr>
            <p:cNvGrpSpPr/>
            <p:nvPr/>
          </p:nvGrpSpPr>
          <p:grpSpPr>
            <a:xfrm>
              <a:off x="3058962" y="4879613"/>
              <a:ext cx="321508" cy="2797738"/>
              <a:chOff x="3058962" y="4879613"/>
              <a:chExt cx="321508" cy="2797738"/>
            </a:xfrm>
            <a:solidFill>
              <a:srgbClr val="000000"/>
            </a:solidFill>
          </p:grpSpPr>
          <p:grpSp>
            <p:nvGrpSpPr>
              <p:cNvPr id="118" name="Graphic 77">
                <a:extLst>
                  <a:ext uri="{FF2B5EF4-FFF2-40B4-BE49-F238E27FC236}">
                    <a16:creationId xmlns:a16="http://schemas.microsoft.com/office/drawing/2014/main" id="{3668864D-3C37-A1E5-3F28-FA108DFED7AC}"/>
                  </a:ext>
                </a:extLst>
              </p:cNvPr>
              <p:cNvGrpSpPr/>
              <p:nvPr/>
            </p:nvGrpSpPr>
            <p:grpSpPr>
              <a:xfrm>
                <a:off x="3058962" y="7581357"/>
                <a:ext cx="321508" cy="95994"/>
                <a:chOff x="3058962" y="7581357"/>
                <a:chExt cx="321508" cy="95994"/>
              </a:xfrm>
              <a:solidFill>
                <a:srgbClr val="000000"/>
              </a:solidFill>
            </p:grpSpPr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A623164A-DE73-EEE8-AB94-E5594212C93C}"/>
                    </a:ext>
                  </a:extLst>
                </p:cNvPr>
                <p:cNvSpPr/>
                <p:nvPr/>
              </p:nvSpPr>
              <p:spPr>
                <a:xfrm>
                  <a:off x="3336020" y="7627332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292 h 12690"/>
                    <a:gd name="connsiteX1" fmla="*/ 104 w 44450"/>
                    <a:gd name="connsiteY1" fmla="*/ 292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292"/>
                      </a:moveTo>
                      <a:lnTo>
                        <a:pt x="104" y="292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20" name="Graphic 77">
                  <a:extLst>
                    <a:ext uri="{FF2B5EF4-FFF2-40B4-BE49-F238E27FC236}">
                      <a16:creationId xmlns:a16="http://schemas.microsoft.com/office/drawing/2014/main" id="{30D5CC19-E3A9-A26C-F041-BFD2C320069C}"/>
                    </a:ext>
                  </a:extLst>
                </p:cNvPr>
                <p:cNvGrpSpPr/>
                <p:nvPr/>
              </p:nvGrpSpPr>
              <p:grpSpPr>
                <a:xfrm>
                  <a:off x="3058962" y="7581357"/>
                  <a:ext cx="224169" cy="95994"/>
                  <a:chOff x="3058962" y="7581357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21" name="Freeform: Shape 120">
                    <a:extLst>
                      <a:ext uri="{FF2B5EF4-FFF2-40B4-BE49-F238E27FC236}">
                        <a16:creationId xmlns:a16="http://schemas.microsoft.com/office/drawing/2014/main" id="{A0DFBAE0-94CE-702D-B177-E41FD62E1C8D}"/>
                      </a:ext>
                    </a:extLst>
                  </p:cNvPr>
                  <p:cNvSpPr/>
                  <p:nvPr/>
                </p:nvSpPr>
                <p:spPr>
                  <a:xfrm flipV="1">
                    <a:off x="3058962" y="7583023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333 h 94328"/>
                      <a:gd name="connsiteX1" fmla="*/ 51159 w 59908"/>
                      <a:gd name="connsiteY1" fmla="*/ 92333 h 94328"/>
                      <a:gd name="connsiteX2" fmla="*/ 51159 w 59908"/>
                      <a:gd name="connsiteY2" fmla="*/ 81784 h 94328"/>
                      <a:gd name="connsiteX3" fmla="*/ 13456 w 59908"/>
                      <a:gd name="connsiteY3" fmla="*/ 81784 h 94328"/>
                      <a:gd name="connsiteX4" fmla="*/ 13456 w 59908"/>
                      <a:gd name="connsiteY4" fmla="*/ 59119 h 94328"/>
                      <a:gd name="connsiteX5" fmla="*/ 18893 w 59908"/>
                      <a:gd name="connsiteY5" fmla="*/ 60507 h 94328"/>
                      <a:gd name="connsiteX6" fmla="*/ 24370 w 59908"/>
                      <a:gd name="connsiteY6" fmla="*/ 60963 h 94328"/>
                      <a:gd name="connsiteX7" fmla="*/ 48917 w 59908"/>
                      <a:gd name="connsiteY7" fmla="*/ 52476 h 94328"/>
                      <a:gd name="connsiteX8" fmla="*/ 57986 w 59908"/>
                      <a:gd name="connsiteY8" fmla="*/ 29493 h 94328"/>
                      <a:gd name="connsiteX9" fmla="*/ 48679 w 59908"/>
                      <a:gd name="connsiteY9" fmla="*/ 6273 h 94328"/>
                      <a:gd name="connsiteX10" fmla="*/ 22445 w 59908"/>
                      <a:gd name="connsiteY10" fmla="*/ -1996 h 94328"/>
                      <a:gd name="connsiteX11" fmla="*/ 10559 w 59908"/>
                      <a:gd name="connsiteY11" fmla="*/ -1004 h 94328"/>
                      <a:gd name="connsiteX12" fmla="*/ -1923 w 59908"/>
                      <a:gd name="connsiteY12" fmla="*/ 1970 h 94328"/>
                      <a:gd name="connsiteX13" fmla="*/ -1923 w 59908"/>
                      <a:gd name="connsiteY13" fmla="*/ 14562 h 94328"/>
                      <a:gd name="connsiteX14" fmla="*/ 9606 w 59908"/>
                      <a:gd name="connsiteY14" fmla="*/ 10041 h 94328"/>
                      <a:gd name="connsiteX15" fmla="*/ 22187 w 59908"/>
                      <a:gd name="connsiteY15" fmla="*/ 8554 h 94328"/>
                      <a:gd name="connsiteX16" fmla="*/ 39174 w 59908"/>
                      <a:gd name="connsiteY16" fmla="*/ 14185 h 94328"/>
                      <a:gd name="connsiteX17" fmla="*/ 45444 w 59908"/>
                      <a:gd name="connsiteY17" fmla="*/ 29493 h 94328"/>
                      <a:gd name="connsiteX18" fmla="*/ 39174 w 59908"/>
                      <a:gd name="connsiteY18" fmla="*/ 44782 h 94328"/>
                      <a:gd name="connsiteX19" fmla="*/ 22187 w 59908"/>
                      <a:gd name="connsiteY19" fmla="*/ 50433 h 94328"/>
                      <a:gd name="connsiteX20" fmla="*/ 12166 w 59908"/>
                      <a:gd name="connsiteY20" fmla="*/ 49323 h 94328"/>
                      <a:gd name="connsiteX21" fmla="*/ 1986 w 59908"/>
                      <a:gd name="connsiteY21" fmla="*/ 45853 h 94328"/>
                      <a:gd name="connsiteX22" fmla="*/ 1986 w 59908"/>
                      <a:gd name="connsiteY22" fmla="*/ 92333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333"/>
                        </a:moveTo>
                        <a:lnTo>
                          <a:pt x="51159" y="92333"/>
                        </a:lnTo>
                        <a:lnTo>
                          <a:pt x="51159" y="81784"/>
                        </a:lnTo>
                        <a:lnTo>
                          <a:pt x="13456" y="81784"/>
                        </a:lnTo>
                        <a:lnTo>
                          <a:pt x="13456" y="59119"/>
                        </a:lnTo>
                        <a:cubicBezTo>
                          <a:pt x="15269" y="59740"/>
                          <a:pt x="17081" y="60203"/>
                          <a:pt x="18893" y="60507"/>
                        </a:cubicBezTo>
                        <a:cubicBezTo>
                          <a:pt x="20719" y="60811"/>
                          <a:pt x="22545" y="60963"/>
                          <a:pt x="24370" y="60963"/>
                        </a:cubicBezTo>
                        <a:cubicBezTo>
                          <a:pt x="34702" y="60963"/>
                          <a:pt x="42884" y="58134"/>
                          <a:pt x="48917" y="52476"/>
                        </a:cubicBezTo>
                        <a:cubicBezTo>
                          <a:pt x="54963" y="46818"/>
                          <a:pt x="57986" y="39157"/>
                          <a:pt x="57986" y="29493"/>
                        </a:cubicBezTo>
                        <a:cubicBezTo>
                          <a:pt x="57986" y="19539"/>
                          <a:pt x="54883" y="11799"/>
                          <a:pt x="48679" y="6273"/>
                        </a:cubicBezTo>
                        <a:cubicBezTo>
                          <a:pt x="42474" y="761"/>
                          <a:pt x="33730" y="-1996"/>
                          <a:pt x="22445" y="-1996"/>
                        </a:cubicBezTo>
                        <a:cubicBezTo>
                          <a:pt x="18556" y="-1996"/>
                          <a:pt x="14594" y="-1665"/>
                          <a:pt x="10559" y="-1004"/>
                        </a:cubicBezTo>
                        <a:cubicBezTo>
                          <a:pt x="6537" y="-343"/>
                          <a:pt x="2377" y="648"/>
                          <a:pt x="-1923" y="1970"/>
                        </a:cubicBezTo>
                        <a:lnTo>
                          <a:pt x="-1923" y="14562"/>
                        </a:lnTo>
                        <a:cubicBezTo>
                          <a:pt x="1795" y="12539"/>
                          <a:pt x="5638" y="11032"/>
                          <a:pt x="9606" y="10041"/>
                        </a:cubicBezTo>
                        <a:cubicBezTo>
                          <a:pt x="13575" y="9049"/>
                          <a:pt x="17769" y="8554"/>
                          <a:pt x="22187" y="8554"/>
                        </a:cubicBezTo>
                        <a:cubicBezTo>
                          <a:pt x="29344" y="8554"/>
                          <a:pt x="35006" y="10431"/>
                          <a:pt x="39174" y="14185"/>
                        </a:cubicBezTo>
                        <a:cubicBezTo>
                          <a:pt x="43354" y="17940"/>
                          <a:pt x="45444" y="23042"/>
                          <a:pt x="45444" y="29493"/>
                        </a:cubicBezTo>
                        <a:cubicBezTo>
                          <a:pt x="45444" y="35931"/>
                          <a:pt x="43354" y="41028"/>
                          <a:pt x="39174" y="44782"/>
                        </a:cubicBezTo>
                        <a:cubicBezTo>
                          <a:pt x="35006" y="48550"/>
                          <a:pt x="29344" y="50433"/>
                          <a:pt x="22187" y="50433"/>
                        </a:cubicBezTo>
                        <a:cubicBezTo>
                          <a:pt x="18840" y="50433"/>
                          <a:pt x="15500" y="50063"/>
                          <a:pt x="12166" y="49323"/>
                        </a:cubicBezTo>
                        <a:cubicBezTo>
                          <a:pt x="8846" y="48583"/>
                          <a:pt x="5452" y="47426"/>
                          <a:pt x="1986" y="45853"/>
                        </a:cubicBezTo>
                        <a:lnTo>
                          <a:pt x="1986" y="923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22" name="Freeform: Shape 121">
                    <a:extLst>
                      <a:ext uri="{FF2B5EF4-FFF2-40B4-BE49-F238E27FC236}">
                        <a16:creationId xmlns:a16="http://schemas.microsoft.com/office/drawing/2014/main" id="{D72D8D59-B343-F21A-94DB-54DEC0CEE9E5}"/>
                      </a:ext>
                    </a:extLst>
                  </p:cNvPr>
                  <p:cNvSpPr/>
                  <p:nvPr/>
                </p:nvSpPr>
                <p:spPr>
                  <a:xfrm flipV="1">
                    <a:off x="3143911" y="7583023"/>
                    <a:ext cx="55125" cy="92524"/>
                  </a:xfrm>
                  <a:custGeom>
                    <a:avLst/>
                    <a:gdLst>
                      <a:gd name="connsiteX0" fmla="*/ -199 w 55125"/>
                      <a:gd name="connsiteY0" fmla="*/ 8488 h 92524"/>
                      <a:gd name="connsiteX1" fmla="*/ 20260 w 55125"/>
                      <a:gd name="connsiteY1" fmla="*/ 8488 h 92524"/>
                      <a:gd name="connsiteX2" fmla="*/ 20260 w 55125"/>
                      <a:gd name="connsiteY2" fmla="*/ 79081 h 92524"/>
                      <a:gd name="connsiteX3" fmla="*/ -2005 w 55125"/>
                      <a:gd name="connsiteY3" fmla="*/ 74619 h 92524"/>
                      <a:gd name="connsiteX4" fmla="*/ -2005 w 55125"/>
                      <a:gd name="connsiteY4" fmla="*/ 86021 h 92524"/>
                      <a:gd name="connsiteX5" fmla="*/ 20141 w 55125"/>
                      <a:gd name="connsiteY5" fmla="*/ 90483 h 92524"/>
                      <a:gd name="connsiteX6" fmla="*/ 32662 w 55125"/>
                      <a:gd name="connsiteY6" fmla="*/ 90483 h 92524"/>
                      <a:gd name="connsiteX7" fmla="*/ 32662 w 55125"/>
                      <a:gd name="connsiteY7" fmla="*/ 8488 h 92524"/>
                      <a:gd name="connsiteX8" fmla="*/ 53121 w 55125"/>
                      <a:gd name="connsiteY8" fmla="*/ 8488 h 92524"/>
                      <a:gd name="connsiteX9" fmla="*/ 53121 w 55125"/>
                      <a:gd name="connsiteY9" fmla="*/ -2041 h 92524"/>
                      <a:gd name="connsiteX10" fmla="*/ -199 w 55125"/>
                      <a:gd name="connsiteY10" fmla="*/ -2041 h 92524"/>
                      <a:gd name="connsiteX11" fmla="*/ -199 w 55125"/>
                      <a:gd name="connsiteY11" fmla="*/ 8488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199" y="8488"/>
                        </a:moveTo>
                        <a:lnTo>
                          <a:pt x="20260" y="8488"/>
                        </a:lnTo>
                        <a:lnTo>
                          <a:pt x="20260" y="79081"/>
                        </a:lnTo>
                        <a:lnTo>
                          <a:pt x="-2005" y="74619"/>
                        </a:lnTo>
                        <a:lnTo>
                          <a:pt x="-2005" y="86021"/>
                        </a:lnTo>
                        <a:lnTo>
                          <a:pt x="20141" y="90483"/>
                        </a:lnTo>
                        <a:lnTo>
                          <a:pt x="32662" y="90483"/>
                        </a:lnTo>
                        <a:lnTo>
                          <a:pt x="32662" y="8488"/>
                        </a:lnTo>
                        <a:lnTo>
                          <a:pt x="53121" y="8488"/>
                        </a:lnTo>
                        <a:lnTo>
                          <a:pt x="53121" y="-2041"/>
                        </a:lnTo>
                        <a:lnTo>
                          <a:pt x="-199" y="-2041"/>
                        </a:lnTo>
                        <a:lnTo>
                          <a:pt x="-199" y="84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23" name="Freeform: Shape 122">
                    <a:extLst>
                      <a:ext uri="{FF2B5EF4-FFF2-40B4-BE49-F238E27FC236}">
                        <a16:creationId xmlns:a16="http://schemas.microsoft.com/office/drawing/2014/main" id="{F3DC3342-0633-402D-205A-52FAA0CF328A}"/>
                      </a:ext>
                    </a:extLst>
                  </p:cNvPr>
                  <p:cNvSpPr/>
                  <p:nvPr/>
                </p:nvSpPr>
                <p:spPr>
                  <a:xfrm flipV="1">
                    <a:off x="3219136" y="7581357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4042 h 95994"/>
                      <a:gd name="connsiteX1" fmla="*/ 15502 w 63996"/>
                      <a:gd name="connsiteY1" fmla="*/ 74524 h 95994"/>
                      <a:gd name="connsiteX2" fmla="*/ 10640 w 63996"/>
                      <a:gd name="connsiteY2" fmla="*/ 45930 h 95994"/>
                      <a:gd name="connsiteX3" fmla="*/ 15502 w 63996"/>
                      <a:gd name="connsiteY3" fmla="*/ 17395 h 95994"/>
                      <a:gd name="connsiteX4" fmla="*/ 30047 w 63996"/>
                      <a:gd name="connsiteY4" fmla="*/ 7877 h 95994"/>
                      <a:gd name="connsiteX5" fmla="*/ 44652 w 63996"/>
                      <a:gd name="connsiteY5" fmla="*/ 17395 h 95994"/>
                      <a:gd name="connsiteX6" fmla="*/ 49534 w 63996"/>
                      <a:gd name="connsiteY6" fmla="*/ 45930 h 95994"/>
                      <a:gd name="connsiteX7" fmla="*/ 44652 w 63996"/>
                      <a:gd name="connsiteY7" fmla="*/ 74524 h 95994"/>
                      <a:gd name="connsiteX8" fmla="*/ 30047 w 63996"/>
                      <a:gd name="connsiteY8" fmla="*/ 84042 h 95994"/>
                      <a:gd name="connsiteX9" fmla="*/ 30047 w 63996"/>
                      <a:gd name="connsiteY9" fmla="*/ 93956 h 95994"/>
                      <a:gd name="connsiteX10" fmla="*/ 53840 w 63996"/>
                      <a:gd name="connsiteY10" fmla="*/ 81642 h 95994"/>
                      <a:gd name="connsiteX11" fmla="*/ 62055 w 63996"/>
                      <a:gd name="connsiteY11" fmla="*/ 45930 h 95994"/>
                      <a:gd name="connsiteX12" fmla="*/ 53840 w 63996"/>
                      <a:gd name="connsiteY12" fmla="*/ 10257 h 95994"/>
                      <a:gd name="connsiteX13" fmla="*/ 30047 w 63996"/>
                      <a:gd name="connsiteY13" fmla="*/ -2038 h 95994"/>
                      <a:gd name="connsiteX14" fmla="*/ 6274 w 63996"/>
                      <a:gd name="connsiteY14" fmla="*/ 10257 h 95994"/>
                      <a:gd name="connsiteX15" fmla="*/ -1941 w 63996"/>
                      <a:gd name="connsiteY15" fmla="*/ 45930 h 95994"/>
                      <a:gd name="connsiteX16" fmla="*/ 6274 w 63996"/>
                      <a:gd name="connsiteY16" fmla="*/ 81642 h 95994"/>
                      <a:gd name="connsiteX17" fmla="*/ 30047 w 63996"/>
                      <a:gd name="connsiteY17" fmla="*/ 9395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4042"/>
                        </a:moveTo>
                        <a:cubicBezTo>
                          <a:pt x="23605" y="84042"/>
                          <a:pt x="18756" y="80869"/>
                          <a:pt x="15502" y="74524"/>
                        </a:cubicBezTo>
                        <a:cubicBezTo>
                          <a:pt x="12261" y="68191"/>
                          <a:pt x="10640" y="58660"/>
                          <a:pt x="10640" y="45930"/>
                        </a:cubicBezTo>
                        <a:cubicBezTo>
                          <a:pt x="10640" y="33252"/>
                          <a:pt x="12261" y="23741"/>
                          <a:pt x="15502" y="17395"/>
                        </a:cubicBezTo>
                        <a:cubicBezTo>
                          <a:pt x="18756" y="11050"/>
                          <a:pt x="23605" y="7877"/>
                          <a:pt x="30047" y="7877"/>
                        </a:cubicBezTo>
                        <a:cubicBezTo>
                          <a:pt x="36543" y="7877"/>
                          <a:pt x="41411" y="11050"/>
                          <a:pt x="44652" y="17395"/>
                        </a:cubicBezTo>
                        <a:cubicBezTo>
                          <a:pt x="47907" y="23741"/>
                          <a:pt x="49534" y="33252"/>
                          <a:pt x="49534" y="45930"/>
                        </a:cubicBezTo>
                        <a:cubicBezTo>
                          <a:pt x="49534" y="58660"/>
                          <a:pt x="47907" y="68191"/>
                          <a:pt x="44652" y="74524"/>
                        </a:cubicBezTo>
                        <a:cubicBezTo>
                          <a:pt x="41411" y="80869"/>
                          <a:pt x="36543" y="84042"/>
                          <a:pt x="30047" y="84042"/>
                        </a:cubicBezTo>
                        <a:close/>
                        <a:moveTo>
                          <a:pt x="30047" y="93956"/>
                        </a:moveTo>
                        <a:cubicBezTo>
                          <a:pt x="40432" y="93956"/>
                          <a:pt x="48363" y="89852"/>
                          <a:pt x="53840" y="81642"/>
                        </a:cubicBezTo>
                        <a:cubicBezTo>
                          <a:pt x="59317" y="73446"/>
                          <a:pt x="62055" y="61542"/>
                          <a:pt x="62055" y="45930"/>
                        </a:cubicBezTo>
                        <a:cubicBezTo>
                          <a:pt x="62055" y="30357"/>
                          <a:pt x="59317" y="18466"/>
                          <a:pt x="53840" y="10257"/>
                        </a:cubicBezTo>
                        <a:cubicBezTo>
                          <a:pt x="48363" y="2060"/>
                          <a:pt x="40432" y="-2038"/>
                          <a:pt x="30047" y="-2038"/>
                        </a:cubicBezTo>
                        <a:cubicBezTo>
                          <a:pt x="19675" y="-2038"/>
                          <a:pt x="11751" y="2060"/>
                          <a:pt x="6274" y="10257"/>
                        </a:cubicBezTo>
                        <a:cubicBezTo>
                          <a:pt x="797" y="18466"/>
                          <a:pt x="-1941" y="30357"/>
                          <a:pt x="-1941" y="45930"/>
                        </a:cubicBezTo>
                        <a:cubicBezTo>
                          <a:pt x="-1941" y="61542"/>
                          <a:pt x="797" y="73446"/>
                          <a:pt x="6274" y="81642"/>
                        </a:cubicBezTo>
                        <a:cubicBezTo>
                          <a:pt x="11751" y="89852"/>
                          <a:pt x="19675" y="93956"/>
                          <a:pt x="30047" y="9395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24" name="Graphic 77">
                <a:extLst>
                  <a:ext uri="{FF2B5EF4-FFF2-40B4-BE49-F238E27FC236}">
                    <a16:creationId xmlns:a16="http://schemas.microsoft.com/office/drawing/2014/main" id="{A908B59B-678F-0A98-8FD2-5E8E053BF8B4}"/>
                  </a:ext>
                </a:extLst>
              </p:cNvPr>
              <p:cNvGrpSpPr/>
              <p:nvPr/>
            </p:nvGrpSpPr>
            <p:grpSpPr>
              <a:xfrm>
                <a:off x="3058962" y="6905921"/>
                <a:ext cx="321508" cy="95994"/>
                <a:chOff x="3058962" y="6905921"/>
                <a:chExt cx="321508" cy="95994"/>
              </a:xfrm>
              <a:solidFill>
                <a:srgbClr val="000000"/>
              </a:solidFill>
            </p:grpSpPr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E78F117D-AC9B-01DC-19BB-A3ACC901C24A}"/>
                    </a:ext>
                  </a:extLst>
                </p:cNvPr>
                <p:cNvSpPr/>
                <p:nvPr/>
              </p:nvSpPr>
              <p:spPr>
                <a:xfrm>
                  <a:off x="3336020" y="6951896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238 h 12690"/>
                    <a:gd name="connsiteX1" fmla="*/ 104 w 44450"/>
                    <a:gd name="connsiteY1" fmla="*/ 238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238"/>
                      </a:moveTo>
                      <a:lnTo>
                        <a:pt x="104" y="238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26" name="Graphic 77">
                  <a:extLst>
                    <a:ext uri="{FF2B5EF4-FFF2-40B4-BE49-F238E27FC236}">
                      <a16:creationId xmlns:a16="http://schemas.microsoft.com/office/drawing/2014/main" id="{4A4C356F-3189-1556-6F51-E2392BE6011C}"/>
                    </a:ext>
                  </a:extLst>
                </p:cNvPr>
                <p:cNvGrpSpPr/>
                <p:nvPr/>
              </p:nvGrpSpPr>
              <p:grpSpPr>
                <a:xfrm>
                  <a:off x="3058962" y="6905921"/>
                  <a:ext cx="224169" cy="95994"/>
                  <a:chOff x="3058962" y="6905921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27" name="Freeform: Shape 126">
                    <a:extLst>
                      <a:ext uri="{FF2B5EF4-FFF2-40B4-BE49-F238E27FC236}">
                        <a16:creationId xmlns:a16="http://schemas.microsoft.com/office/drawing/2014/main" id="{5BF3B4E5-2DB7-E9BB-45C1-A16D15E24195}"/>
                      </a:ext>
                    </a:extLst>
                  </p:cNvPr>
                  <p:cNvSpPr/>
                  <p:nvPr/>
                </p:nvSpPr>
                <p:spPr>
                  <a:xfrm flipV="1">
                    <a:off x="3058962" y="6907587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280 h 94328"/>
                      <a:gd name="connsiteX1" fmla="*/ 51159 w 59908"/>
                      <a:gd name="connsiteY1" fmla="*/ 92280 h 94328"/>
                      <a:gd name="connsiteX2" fmla="*/ 51159 w 59908"/>
                      <a:gd name="connsiteY2" fmla="*/ 81730 h 94328"/>
                      <a:gd name="connsiteX3" fmla="*/ 13456 w 59908"/>
                      <a:gd name="connsiteY3" fmla="*/ 81730 h 94328"/>
                      <a:gd name="connsiteX4" fmla="*/ 13456 w 59908"/>
                      <a:gd name="connsiteY4" fmla="*/ 59065 h 94328"/>
                      <a:gd name="connsiteX5" fmla="*/ 18893 w 59908"/>
                      <a:gd name="connsiteY5" fmla="*/ 60453 h 94328"/>
                      <a:gd name="connsiteX6" fmla="*/ 24370 w 59908"/>
                      <a:gd name="connsiteY6" fmla="*/ 60910 h 94328"/>
                      <a:gd name="connsiteX7" fmla="*/ 48917 w 59908"/>
                      <a:gd name="connsiteY7" fmla="*/ 52423 h 94328"/>
                      <a:gd name="connsiteX8" fmla="*/ 57986 w 59908"/>
                      <a:gd name="connsiteY8" fmla="*/ 29440 h 94328"/>
                      <a:gd name="connsiteX9" fmla="*/ 48679 w 59908"/>
                      <a:gd name="connsiteY9" fmla="*/ 6220 h 94328"/>
                      <a:gd name="connsiteX10" fmla="*/ 22445 w 59908"/>
                      <a:gd name="connsiteY10" fmla="*/ -2049 h 94328"/>
                      <a:gd name="connsiteX11" fmla="*/ 10559 w 59908"/>
                      <a:gd name="connsiteY11" fmla="*/ -1057 h 94328"/>
                      <a:gd name="connsiteX12" fmla="*/ -1923 w 59908"/>
                      <a:gd name="connsiteY12" fmla="*/ 1917 h 94328"/>
                      <a:gd name="connsiteX13" fmla="*/ -1923 w 59908"/>
                      <a:gd name="connsiteY13" fmla="*/ 14509 h 94328"/>
                      <a:gd name="connsiteX14" fmla="*/ 9606 w 59908"/>
                      <a:gd name="connsiteY14" fmla="*/ 9988 h 94328"/>
                      <a:gd name="connsiteX15" fmla="*/ 22187 w 59908"/>
                      <a:gd name="connsiteY15" fmla="*/ 8500 h 94328"/>
                      <a:gd name="connsiteX16" fmla="*/ 39174 w 59908"/>
                      <a:gd name="connsiteY16" fmla="*/ 14132 h 94328"/>
                      <a:gd name="connsiteX17" fmla="*/ 45444 w 59908"/>
                      <a:gd name="connsiteY17" fmla="*/ 29440 h 94328"/>
                      <a:gd name="connsiteX18" fmla="*/ 39174 w 59908"/>
                      <a:gd name="connsiteY18" fmla="*/ 44729 h 94328"/>
                      <a:gd name="connsiteX19" fmla="*/ 22187 w 59908"/>
                      <a:gd name="connsiteY19" fmla="*/ 50380 h 94328"/>
                      <a:gd name="connsiteX20" fmla="*/ 12166 w 59908"/>
                      <a:gd name="connsiteY20" fmla="*/ 49270 h 94328"/>
                      <a:gd name="connsiteX21" fmla="*/ 1986 w 59908"/>
                      <a:gd name="connsiteY21" fmla="*/ 45799 h 94328"/>
                      <a:gd name="connsiteX22" fmla="*/ 1986 w 59908"/>
                      <a:gd name="connsiteY22" fmla="*/ 9228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280"/>
                        </a:moveTo>
                        <a:lnTo>
                          <a:pt x="51159" y="92280"/>
                        </a:lnTo>
                        <a:lnTo>
                          <a:pt x="51159" y="81730"/>
                        </a:lnTo>
                        <a:lnTo>
                          <a:pt x="13456" y="81730"/>
                        </a:lnTo>
                        <a:lnTo>
                          <a:pt x="13456" y="59065"/>
                        </a:lnTo>
                        <a:cubicBezTo>
                          <a:pt x="15269" y="59687"/>
                          <a:pt x="17081" y="60149"/>
                          <a:pt x="18893" y="60453"/>
                        </a:cubicBezTo>
                        <a:cubicBezTo>
                          <a:pt x="20719" y="60757"/>
                          <a:pt x="22545" y="60910"/>
                          <a:pt x="24370" y="60910"/>
                        </a:cubicBezTo>
                        <a:cubicBezTo>
                          <a:pt x="34702" y="60910"/>
                          <a:pt x="42884" y="58081"/>
                          <a:pt x="48917" y="52423"/>
                        </a:cubicBezTo>
                        <a:cubicBezTo>
                          <a:pt x="54963" y="46765"/>
                          <a:pt x="57986" y="39104"/>
                          <a:pt x="57986" y="29440"/>
                        </a:cubicBezTo>
                        <a:cubicBezTo>
                          <a:pt x="57986" y="19486"/>
                          <a:pt x="54883" y="11746"/>
                          <a:pt x="48679" y="6220"/>
                        </a:cubicBezTo>
                        <a:cubicBezTo>
                          <a:pt x="42474" y="707"/>
                          <a:pt x="33730" y="-2049"/>
                          <a:pt x="22445" y="-2049"/>
                        </a:cubicBezTo>
                        <a:cubicBezTo>
                          <a:pt x="18556" y="-2049"/>
                          <a:pt x="14594" y="-1718"/>
                          <a:pt x="10559" y="-1057"/>
                        </a:cubicBezTo>
                        <a:cubicBezTo>
                          <a:pt x="6537" y="-396"/>
                          <a:pt x="2377" y="595"/>
                          <a:pt x="-1923" y="1917"/>
                        </a:cubicBezTo>
                        <a:lnTo>
                          <a:pt x="-1923" y="14509"/>
                        </a:lnTo>
                        <a:cubicBezTo>
                          <a:pt x="1795" y="12486"/>
                          <a:pt x="5638" y="10979"/>
                          <a:pt x="9606" y="9988"/>
                        </a:cubicBezTo>
                        <a:cubicBezTo>
                          <a:pt x="13575" y="8996"/>
                          <a:pt x="17769" y="8500"/>
                          <a:pt x="22187" y="8500"/>
                        </a:cubicBezTo>
                        <a:cubicBezTo>
                          <a:pt x="29344" y="8500"/>
                          <a:pt x="35006" y="10378"/>
                          <a:pt x="39174" y="14132"/>
                        </a:cubicBezTo>
                        <a:cubicBezTo>
                          <a:pt x="43354" y="17886"/>
                          <a:pt x="45444" y="22989"/>
                          <a:pt x="45444" y="29440"/>
                        </a:cubicBezTo>
                        <a:cubicBezTo>
                          <a:pt x="45444" y="35878"/>
                          <a:pt x="43354" y="40974"/>
                          <a:pt x="39174" y="44729"/>
                        </a:cubicBezTo>
                        <a:cubicBezTo>
                          <a:pt x="35006" y="48496"/>
                          <a:pt x="29344" y="50380"/>
                          <a:pt x="22187" y="50380"/>
                        </a:cubicBezTo>
                        <a:cubicBezTo>
                          <a:pt x="18840" y="50380"/>
                          <a:pt x="15500" y="50010"/>
                          <a:pt x="12166" y="49270"/>
                        </a:cubicBezTo>
                        <a:cubicBezTo>
                          <a:pt x="8846" y="48529"/>
                          <a:pt x="5452" y="47373"/>
                          <a:pt x="1986" y="45799"/>
                        </a:cubicBezTo>
                        <a:lnTo>
                          <a:pt x="1986" y="9228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28" name="Freeform: Shape 127">
                    <a:extLst>
                      <a:ext uri="{FF2B5EF4-FFF2-40B4-BE49-F238E27FC236}">
                        <a16:creationId xmlns:a16="http://schemas.microsoft.com/office/drawing/2014/main" id="{B6590525-DE09-9B89-0D3F-56DE09FEC1EA}"/>
                      </a:ext>
                    </a:extLst>
                  </p:cNvPr>
                  <p:cNvSpPr/>
                  <p:nvPr/>
                </p:nvSpPr>
                <p:spPr>
                  <a:xfrm flipV="1">
                    <a:off x="3139267" y="6905921"/>
                    <a:ext cx="58777" cy="94189"/>
                  </a:xfrm>
                  <a:custGeom>
                    <a:avLst/>
                    <a:gdLst>
                      <a:gd name="connsiteX0" fmla="*/ 13198 w 58777"/>
                      <a:gd name="connsiteY0" fmla="*/ 8393 h 94189"/>
                      <a:gd name="connsiteX1" fmla="*/ 56914 w 58777"/>
                      <a:gd name="connsiteY1" fmla="*/ 8393 h 94189"/>
                      <a:gd name="connsiteX2" fmla="*/ 56914 w 58777"/>
                      <a:gd name="connsiteY2" fmla="*/ -2137 h 94189"/>
                      <a:gd name="connsiteX3" fmla="*/ -1863 w 58777"/>
                      <a:gd name="connsiteY3" fmla="*/ -2137 h 94189"/>
                      <a:gd name="connsiteX4" fmla="*/ -1863 w 58777"/>
                      <a:gd name="connsiteY4" fmla="*/ 8393 h 94189"/>
                      <a:gd name="connsiteX5" fmla="*/ 17564 w 58777"/>
                      <a:gd name="connsiteY5" fmla="*/ 28183 h 94189"/>
                      <a:gd name="connsiteX6" fmla="*/ 33042 w 58777"/>
                      <a:gd name="connsiteY6" fmla="*/ 44225 h 94189"/>
                      <a:gd name="connsiteX7" fmla="*/ 41436 w 58777"/>
                      <a:gd name="connsiteY7" fmla="*/ 55646 h 94189"/>
                      <a:gd name="connsiteX8" fmla="*/ 43837 w 58777"/>
                      <a:gd name="connsiteY8" fmla="*/ 64847 h 94189"/>
                      <a:gd name="connsiteX9" fmla="*/ 38658 w 58777"/>
                      <a:gd name="connsiteY9" fmla="*/ 76864 h 94189"/>
                      <a:gd name="connsiteX10" fmla="*/ 25164 w 58777"/>
                      <a:gd name="connsiteY10" fmla="*/ 81524 h 94189"/>
                      <a:gd name="connsiteX11" fmla="*/ 12722 w 58777"/>
                      <a:gd name="connsiteY11" fmla="*/ 79481 h 94189"/>
                      <a:gd name="connsiteX12" fmla="*/ -1248 w 58777"/>
                      <a:gd name="connsiteY12" fmla="*/ 73275 h 94189"/>
                      <a:gd name="connsiteX13" fmla="*/ -1248 w 58777"/>
                      <a:gd name="connsiteY13" fmla="*/ 85926 h 94189"/>
                      <a:gd name="connsiteX14" fmla="*/ 12881 w 58777"/>
                      <a:gd name="connsiteY14" fmla="*/ 90507 h 94189"/>
                      <a:gd name="connsiteX15" fmla="*/ 24926 w 58777"/>
                      <a:gd name="connsiteY15" fmla="*/ 92053 h 94189"/>
                      <a:gd name="connsiteX16" fmla="*/ 47865 w 58777"/>
                      <a:gd name="connsiteY16" fmla="*/ 84855 h 94189"/>
                      <a:gd name="connsiteX17" fmla="*/ 56418 w 58777"/>
                      <a:gd name="connsiteY17" fmla="*/ 65660 h 94189"/>
                      <a:gd name="connsiteX18" fmla="*/ 54275 w 58777"/>
                      <a:gd name="connsiteY18" fmla="*/ 54833 h 94189"/>
                      <a:gd name="connsiteX19" fmla="*/ 46496 w 58777"/>
                      <a:gd name="connsiteY19" fmla="*/ 42797 h 94189"/>
                      <a:gd name="connsiteX20" fmla="*/ 36634 w 58777"/>
                      <a:gd name="connsiteY20" fmla="*/ 32406 h 94189"/>
                      <a:gd name="connsiteX21" fmla="*/ 13198 w 58777"/>
                      <a:gd name="connsiteY21" fmla="*/ 8393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198" y="8393"/>
                        </a:moveTo>
                        <a:lnTo>
                          <a:pt x="56914" y="8393"/>
                        </a:lnTo>
                        <a:lnTo>
                          <a:pt x="56914" y="-2137"/>
                        </a:lnTo>
                        <a:lnTo>
                          <a:pt x="-1863" y="-2137"/>
                        </a:lnTo>
                        <a:lnTo>
                          <a:pt x="-1863" y="8393"/>
                        </a:lnTo>
                        <a:cubicBezTo>
                          <a:pt x="2886" y="13311"/>
                          <a:pt x="9362" y="19907"/>
                          <a:pt x="17564" y="28183"/>
                        </a:cubicBezTo>
                        <a:cubicBezTo>
                          <a:pt x="25779" y="36471"/>
                          <a:pt x="30939" y="41819"/>
                          <a:pt x="33042" y="44225"/>
                        </a:cubicBezTo>
                        <a:cubicBezTo>
                          <a:pt x="37051" y="48719"/>
                          <a:pt x="39849" y="52527"/>
                          <a:pt x="41436" y="55646"/>
                        </a:cubicBezTo>
                        <a:cubicBezTo>
                          <a:pt x="43037" y="58766"/>
                          <a:pt x="43837" y="61833"/>
                          <a:pt x="43837" y="64847"/>
                        </a:cubicBezTo>
                        <a:cubicBezTo>
                          <a:pt x="43837" y="69765"/>
                          <a:pt x="42111" y="73770"/>
                          <a:pt x="38658" y="76864"/>
                        </a:cubicBezTo>
                        <a:cubicBezTo>
                          <a:pt x="35205" y="79970"/>
                          <a:pt x="30707" y="81524"/>
                          <a:pt x="25164" y="81524"/>
                        </a:cubicBezTo>
                        <a:cubicBezTo>
                          <a:pt x="21235" y="81524"/>
                          <a:pt x="17088" y="80843"/>
                          <a:pt x="12722" y="79481"/>
                        </a:cubicBezTo>
                        <a:cubicBezTo>
                          <a:pt x="8370" y="78120"/>
                          <a:pt x="3713" y="76051"/>
                          <a:pt x="-1248" y="73275"/>
                        </a:cubicBezTo>
                        <a:lnTo>
                          <a:pt x="-1248" y="85926"/>
                        </a:lnTo>
                        <a:cubicBezTo>
                          <a:pt x="3792" y="87949"/>
                          <a:pt x="8502" y="89475"/>
                          <a:pt x="12881" y="90507"/>
                        </a:cubicBezTo>
                        <a:cubicBezTo>
                          <a:pt x="17273" y="91538"/>
                          <a:pt x="21288" y="92053"/>
                          <a:pt x="24926" y="92053"/>
                        </a:cubicBezTo>
                        <a:cubicBezTo>
                          <a:pt x="34517" y="92053"/>
                          <a:pt x="42164" y="89654"/>
                          <a:pt x="47865" y="84855"/>
                        </a:cubicBezTo>
                        <a:cubicBezTo>
                          <a:pt x="53567" y="80070"/>
                          <a:pt x="56418" y="73671"/>
                          <a:pt x="56418" y="65660"/>
                        </a:cubicBezTo>
                        <a:cubicBezTo>
                          <a:pt x="56418" y="61853"/>
                          <a:pt x="55704" y="58244"/>
                          <a:pt x="54275" y="54833"/>
                        </a:cubicBezTo>
                        <a:cubicBezTo>
                          <a:pt x="52859" y="51436"/>
                          <a:pt x="50267" y="47424"/>
                          <a:pt x="46496" y="42797"/>
                        </a:cubicBezTo>
                        <a:cubicBezTo>
                          <a:pt x="45464" y="41594"/>
                          <a:pt x="42177" y="38130"/>
                          <a:pt x="36634" y="32406"/>
                        </a:cubicBezTo>
                        <a:cubicBezTo>
                          <a:pt x="31104" y="26682"/>
                          <a:pt x="23292" y="18678"/>
                          <a:pt x="13198" y="839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29" name="Freeform: Shape 128">
                    <a:extLst>
                      <a:ext uri="{FF2B5EF4-FFF2-40B4-BE49-F238E27FC236}">
                        <a16:creationId xmlns:a16="http://schemas.microsoft.com/office/drawing/2014/main" id="{FC0FF597-76F7-A880-F902-5A63DA1A71BC}"/>
                      </a:ext>
                    </a:extLst>
                  </p:cNvPr>
                  <p:cNvSpPr/>
                  <p:nvPr/>
                </p:nvSpPr>
                <p:spPr>
                  <a:xfrm flipV="1">
                    <a:off x="3219136" y="6905921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989 h 95994"/>
                      <a:gd name="connsiteX1" fmla="*/ 15502 w 63996"/>
                      <a:gd name="connsiteY1" fmla="*/ 74470 h 95994"/>
                      <a:gd name="connsiteX2" fmla="*/ 10640 w 63996"/>
                      <a:gd name="connsiteY2" fmla="*/ 45876 h 95994"/>
                      <a:gd name="connsiteX3" fmla="*/ 15502 w 63996"/>
                      <a:gd name="connsiteY3" fmla="*/ 17342 h 95994"/>
                      <a:gd name="connsiteX4" fmla="*/ 30047 w 63996"/>
                      <a:gd name="connsiteY4" fmla="*/ 7824 h 95994"/>
                      <a:gd name="connsiteX5" fmla="*/ 44652 w 63996"/>
                      <a:gd name="connsiteY5" fmla="*/ 17342 h 95994"/>
                      <a:gd name="connsiteX6" fmla="*/ 49534 w 63996"/>
                      <a:gd name="connsiteY6" fmla="*/ 45876 h 95994"/>
                      <a:gd name="connsiteX7" fmla="*/ 44652 w 63996"/>
                      <a:gd name="connsiteY7" fmla="*/ 74470 h 95994"/>
                      <a:gd name="connsiteX8" fmla="*/ 30047 w 63996"/>
                      <a:gd name="connsiteY8" fmla="*/ 83989 h 95994"/>
                      <a:gd name="connsiteX9" fmla="*/ 30047 w 63996"/>
                      <a:gd name="connsiteY9" fmla="*/ 93903 h 95994"/>
                      <a:gd name="connsiteX10" fmla="*/ 53840 w 63996"/>
                      <a:gd name="connsiteY10" fmla="*/ 81589 h 95994"/>
                      <a:gd name="connsiteX11" fmla="*/ 62055 w 63996"/>
                      <a:gd name="connsiteY11" fmla="*/ 45876 h 95994"/>
                      <a:gd name="connsiteX12" fmla="*/ 53840 w 63996"/>
                      <a:gd name="connsiteY12" fmla="*/ 10203 h 95994"/>
                      <a:gd name="connsiteX13" fmla="*/ 30047 w 63996"/>
                      <a:gd name="connsiteY13" fmla="*/ -2091 h 95994"/>
                      <a:gd name="connsiteX14" fmla="*/ 6274 w 63996"/>
                      <a:gd name="connsiteY14" fmla="*/ 10203 h 95994"/>
                      <a:gd name="connsiteX15" fmla="*/ -1941 w 63996"/>
                      <a:gd name="connsiteY15" fmla="*/ 45876 h 95994"/>
                      <a:gd name="connsiteX16" fmla="*/ 6274 w 63996"/>
                      <a:gd name="connsiteY16" fmla="*/ 81589 h 95994"/>
                      <a:gd name="connsiteX17" fmla="*/ 30047 w 63996"/>
                      <a:gd name="connsiteY17" fmla="*/ 9390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989"/>
                        </a:moveTo>
                        <a:cubicBezTo>
                          <a:pt x="23605" y="83989"/>
                          <a:pt x="18756" y="80816"/>
                          <a:pt x="15502" y="74470"/>
                        </a:cubicBezTo>
                        <a:cubicBezTo>
                          <a:pt x="12261" y="68138"/>
                          <a:pt x="10640" y="58607"/>
                          <a:pt x="10640" y="45876"/>
                        </a:cubicBezTo>
                        <a:cubicBezTo>
                          <a:pt x="10640" y="33199"/>
                          <a:pt x="12261" y="23687"/>
                          <a:pt x="15502" y="17342"/>
                        </a:cubicBezTo>
                        <a:cubicBezTo>
                          <a:pt x="18756" y="10996"/>
                          <a:pt x="23605" y="7824"/>
                          <a:pt x="30047" y="7824"/>
                        </a:cubicBezTo>
                        <a:cubicBezTo>
                          <a:pt x="36543" y="7824"/>
                          <a:pt x="41411" y="10996"/>
                          <a:pt x="44652" y="17342"/>
                        </a:cubicBezTo>
                        <a:cubicBezTo>
                          <a:pt x="47907" y="23687"/>
                          <a:pt x="49534" y="33199"/>
                          <a:pt x="49534" y="45876"/>
                        </a:cubicBezTo>
                        <a:cubicBezTo>
                          <a:pt x="49534" y="58607"/>
                          <a:pt x="47907" y="68138"/>
                          <a:pt x="44652" y="74470"/>
                        </a:cubicBezTo>
                        <a:cubicBezTo>
                          <a:pt x="41411" y="80816"/>
                          <a:pt x="36543" y="83989"/>
                          <a:pt x="30047" y="83989"/>
                        </a:cubicBezTo>
                        <a:close/>
                        <a:moveTo>
                          <a:pt x="30047" y="93903"/>
                        </a:moveTo>
                        <a:cubicBezTo>
                          <a:pt x="40432" y="93903"/>
                          <a:pt x="48363" y="89799"/>
                          <a:pt x="53840" y="81589"/>
                        </a:cubicBezTo>
                        <a:cubicBezTo>
                          <a:pt x="59317" y="73393"/>
                          <a:pt x="62055" y="61489"/>
                          <a:pt x="62055" y="45876"/>
                        </a:cubicBezTo>
                        <a:cubicBezTo>
                          <a:pt x="62055" y="30304"/>
                          <a:pt x="59317" y="18413"/>
                          <a:pt x="53840" y="10203"/>
                        </a:cubicBezTo>
                        <a:cubicBezTo>
                          <a:pt x="48363" y="2007"/>
                          <a:pt x="40432" y="-2091"/>
                          <a:pt x="30047" y="-2091"/>
                        </a:cubicBezTo>
                        <a:cubicBezTo>
                          <a:pt x="19675" y="-2091"/>
                          <a:pt x="11751" y="2007"/>
                          <a:pt x="6274" y="10203"/>
                        </a:cubicBezTo>
                        <a:cubicBezTo>
                          <a:pt x="797" y="18413"/>
                          <a:pt x="-1941" y="30304"/>
                          <a:pt x="-1941" y="45876"/>
                        </a:cubicBezTo>
                        <a:cubicBezTo>
                          <a:pt x="-1941" y="61489"/>
                          <a:pt x="797" y="73393"/>
                          <a:pt x="6274" y="81589"/>
                        </a:cubicBezTo>
                        <a:cubicBezTo>
                          <a:pt x="11751" y="89799"/>
                          <a:pt x="19675" y="93903"/>
                          <a:pt x="30047" y="9390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30" name="Graphic 77">
                <a:extLst>
                  <a:ext uri="{FF2B5EF4-FFF2-40B4-BE49-F238E27FC236}">
                    <a16:creationId xmlns:a16="http://schemas.microsoft.com/office/drawing/2014/main" id="{F1CCD8AF-F18F-D365-D0FF-B2101775F326}"/>
                  </a:ext>
                </a:extLst>
              </p:cNvPr>
              <p:cNvGrpSpPr/>
              <p:nvPr/>
            </p:nvGrpSpPr>
            <p:grpSpPr>
              <a:xfrm>
                <a:off x="3058962" y="6230485"/>
                <a:ext cx="321508" cy="95994"/>
                <a:chOff x="3058962" y="6230485"/>
                <a:chExt cx="321508" cy="95994"/>
              </a:xfrm>
              <a:solidFill>
                <a:srgbClr val="000000"/>
              </a:solidFill>
            </p:grpSpPr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932AA650-BB61-24FB-47E5-746DB6BD8EDE}"/>
                    </a:ext>
                  </a:extLst>
                </p:cNvPr>
                <p:cNvSpPr/>
                <p:nvPr/>
              </p:nvSpPr>
              <p:spPr>
                <a:xfrm>
                  <a:off x="3336020" y="6276460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185 h 12690"/>
                    <a:gd name="connsiteX1" fmla="*/ 104 w 44450"/>
                    <a:gd name="connsiteY1" fmla="*/ 18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185"/>
                      </a:moveTo>
                      <a:lnTo>
                        <a:pt x="104" y="18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32" name="Graphic 77">
                  <a:extLst>
                    <a:ext uri="{FF2B5EF4-FFF2-40B4-BE49-F238E27FC236}">
                      <a16:creationId xmlns:a16="http://schemas.microsoft.com/office/drawing/2014/main" id="{5454B5F1-69B6-F558-FFA1-2A6E7AB2BBDA}"/>
                    </a:ext>
                  </a:extLst>
                </p:cNvPr>
                <p:cNvGrpSpPr/>
                <p:nvPr/>
              </p:nvGrpSpPr>
              <p:grpSpPr>
                <a:xfrm>
                  <a:off x="3058962" y="6230485"/>
                  <a:ext cx="224169" cy="95994"/>
                  <a:chOff x="3058962" y="6230485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33" name="Freeform: Shape 132">
                    <a:extLst>
                      <a:ext uri="{FF2B5EF4-FFF2-40B4-BE49-F238E27FC236}">
                        <a16:creationId xmlns:a16="http://schemas.microsoft.com/office/drawing/2014/main" id="{332C445B-759A-0730-D37A-05569C411DD4}"/>
                      </a:ext>
                    </a:extLst>
                  </p:cNvPr>
                  <p:cNvSpPr/>
                  <p:nvPr/>
                </p:nvSpPr>
                <p:spPr>
                  <a:xfrm flipV="1">
                    <a:off x="3058962" y="6232151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226 h 94328"/>
                      <a:gd name="connsiteX1" fmla="*/ 51159 w 59908"/>
                      <a:gd name="connsiteY1" fmla="*/ 92226 h 94328"/>
                      <a:gd name="connsiteX2" fmla="*/ 51159 w 59908"/>
                      <a:gd name="connsiteY2" fmla="*/ 81677 h 94328"/>
                      <a:gd name="connsiteX3" fmla="*/ 13456 w 59908"/>
                      <a:gd name="connsiteY3" fmla="*/ 81677 h 94328"/>
                      <a:gd name="connsiteX4" fmla="*/ 13456 w 59908"/>
                      <a:gd name="connsiteY4" fmla="*/ 59012 h 94328"/>
                      <a:gd name="connsiteX5" fmla="*/ 18893 w 59908"/>
                      <a:gd name="connsiteY5" fmla="*/ 60400 h 94328"/>
                      <a:gd name="connsiteX6" fmla="*/ 24370 w 59908"/>
                      <a:gd name="connsiteY6" fmla="*/ 60856 h 94328"/>
                      <a:gd name="connsiteX7" fmla="*/ 48917 w 59908"/>
                      <a:gd name="connsiteY7" fmla="*/ 52369 h 94328"/>
                      <a:gd name="connsiteX8" fmla="*/ 57986 w 59908"/>
                      <a:gd name="connsiteY8" fmla="*/ 29387 h 94328"/>
                      <a:gd name="connsiteX9" fmla="*/ 48679 w 59908"/>
                      <a:gd name="connsiteY9" fmla="*/ 6167 h 94328"/>
                      <a:gd name="connsiteX10" fmla="*/ 22445 w 59908"/>
                      <a:gd name="connsiteY10" fmla="*/ -2102 h 94328"/>
                      <a:gd name="connsiteX11" fmla="*/ 10559 w 59908"/>
                      <a:gd name="connsiteY11" fmla="*/ -1111 h 94328"/>
                      <a:gd name="connsiteX12" fmla="*/ -1923 w 59908"/>
                      <a:gd name="connsiteY12" fmla="*/ 1864 h 94328"/>
                      <a:gd name="connsiteX13" fmla="*/ -1923 w 59908"/>
                      <a:gd name="connsiteY13" fmla="*/ 14455 h 94328"/>
                      <a:gd name="connsiteX14" fmla="*/ 9606 w 59908"/>
                      <a:gd name="connsiteY14" fmla="*/ 9934 h 94328"/>
                      <a:gd name="connsiteX15" fmla="*/ 22187 w 59908"/>
                      <a:gd name="connsiteY15" fmla="*/ 8447 h 94328"/>
                      <a:gd name="connsiteX16" fmla="*/ 39174 w 59908"/>
                      <a:gd name="connsiteY16" fmla="*/ 14079 h 94328"/>
                      <a:gd name="connsiteX17" fmla="*/ 45444 w 59908"/>
                      <a:gd name="connsiteY17" fmla="*/ 29387 h 94328"/>
                      <a:gd name="connsiteX18" fmla="*/ 39174 w 59908"/>
                      <a:gd name="connsiteY18" fmla="*/ 44675 h 94328"/>
                      <a:gd name="connsiteX19" fmla="*/ 22187 w 59908"/>
                      <a:gd name="connsiteY19" fmla="*/ 50327 h 94328"/>
                      <a:gd name="connsiteX20" fmla="*/ 12166 w 59908"/>
                      <a:gd name="connsiteY20" fmla="*/ 49216 h 94328"/>
                      <a:gd name="connsiteX21" fmla="*/ 1986 w 59908"/>
                      <a:gd name="connsiteY21" fmla="*/ 45746 h 94328"/>
                      <a:gd name="connsiteX22" fmla="*/ 1986 w 59908"/>
                      <a:gd name="connsiteY22" fmla="*/ 9222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226"/>
                        </a:moveTo>
                        <a:lnTo>
                          <a:pt x="51159" y="92226"/>
                        </a:lnTo>
                        <a:lnTo>
                          <a:pt x="51159" y="81677"/>
                        </a:lnTo>
                        <a:lnTo>
                          <a:pt x="13456" y="81677"/>
                        </a:lnTo>
                        <a:lnTo>
                          <a:pt x="13456" y="59012"/>
                        </a:lnTo>
                        <a:cubicBezTo>
                          <a:pt x="15269" y="59633"/>
                          <a:pt x="17081" y="60096"/>
                          <a:pt x="18893" y="60400"/>
                        </a:cubicBezTo>
                        <a:cubicBezTo>
                          <a:pt x="20719" y="60704"/>
                          <a:pt x="22545" y="60856"/>
                          <a:pt x="24370" y="60856"/>
                        </a:cubicBezTo>
                        <a:cubicBezTo>
                          <a:pt x="34702" y="60856"/>
                          <a:pt x="42884" y="58027"/>
                          <a:pt x="48917" y="52369"/>
                        </a:cubicBezTo>
                        <a:cubicBezTo>
                          <a:pt x="54963" y="46711"/>
                          <a:pt x="57986" y="39051"/>
                          <a:pt x="57986" y="29387"/>
                        </a:cubicBezTo>
                        <a:cubicBezTo>
                          <a:pt x="57986" y="19433"/>
                          <a:pt x="54883" y="11693"/>
                          <a:pt x="48679" y="6167"/>
                        </a:cubicBezTo>
                        <a:cubicBezTo>
                          <a:pt x="42474" y="654"/>
                          <a:pt x="33730" y="-2102"/>
                          <a:pt x="22445" y="-2102"/>
                        </a:cubicBezTo>
                        <a:cubicBezTo>
                          <a:pt x="18556" y="-2102"/>
                          <a:pt x="14594" y="-1772"/>
                          <a:pt x="10559" y="-1111"/>
                        </a:cubicBezTo>
                        <a:cubicBezTo>
                          <a:pt x="6537" y="-450"/>
                          <a:pt x="2377" y="542"/>
                          <a:pt x="-1923" y="1864"/>
                        </a:cubicBezTo>
                        <a:lnTo>
                          <a:pt x="-1923" y="14455"/>
                        </a:lnTo>
                        <a:cubicBezTo>
                          <a:pt x="1795" y="12433"/>
                          <a:pt x="5638" y="10926"/>
                          <a:pt x="9606" y="9934"/>
                        </a:cubicBezTo>
                        <a:cubicBezTo>
                          <a:pt x="13575" y="8943"/>
                          <a:pt x="17769" y="8447"/>
                          <a:pt x="22187" y="8447"/>
                        </a:cubicBezTo>
                        <a:cubicBezTo>
                          <a:pt x="29344" y="8447"/>
                          <a:pt x="35006" y="10324"/>
                          <a:pt x="39174" y="14079"/>
                        </a:cubicBezTo>
                        <a:cubicBezTo>
                          <a:pt x="43354" y="17833"/>
                          <a:pt x="45444" y="22936"/>
                          <a:pt x="45444" y="29387"/>
                        </a:cubicBezTo>
                        <a:cubicBezTo>
                          <a:pt x="45444" y="35825"/>
                          <a:pt x="43354" y="40921"/>
                          <a:pt x="39174" y="44675"/>
                        </a:cubicBezTo>
                        <a:cubicBezTo>
                          <a:pt x="35006" y="48443"/>
                          <a:pt x="29344" y="50327"/>
                          <a:pt x="22187" y="50327"/>
                        </a:cubicBezTo>
                        <a:cubicBezTo>
                          <a:pt x="18840" y="50327"/>
                          <a:pt x="15500" y="49957"/>
                          <a:pt x="12166" y="49216"/>
                        </a:cubicBezTo>
                        <a:cubicBezTo>
                          <a:pt x="8846" y="48476"/>
                          <a:pt x="5452" y="47319"/>
                          <a:pt x="1986" y="45746"/>
                        </a:cubicBezTo>
                        <a:lnTo>
                          <a:pt x="1986" y="922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34" name="Freeform: Shape 133">
                    <a:extLst>
                      <a:ext uri="{FF2B5EF4-FFF2-40B4-BE49-F238E27FC236}">
                        <a16:creationId xmlns:a16="http://schemas.microsoft.com/office/drawing/2014/main" id="{ADB15440-AD44-AE55-D76B-4E9404304B24}"/>
                      </a:ext>
                    </a:extLst>
                  </p:cNvPr>
                  <p:cNvSpPr/>
                  <p:nvPr/>
                </p:nvSpPr>
                <p:spPr>
                  <a:xfrm flipV="1">
                    <a:off x="3139644" y="6230485"/>
                    <a:ext cx="60940" cy="95994"/>
                  </a:xfrm>
                  <a:custGeom>
                    <a:avLst/>
                    <a:gdLst>
                      <a:gd name="connsiteX0" fmla="*/ 39914 w 60940"/>
                      <a:gd name="connsiteY0" fmla="*/ 49551 h 95994"/>
                      <a:gd name="connsiteX1" fmla="*/ 53944 w 60940"/>
                      <a:gd name="connsiteY1" fmla="*/ 41540 h 95994"/>
                      <a:gd name="connsiteX2" fmla="*/ 59004 w 60940"/>
                      <a:gd name="connsiteY2" fmla="*/ 26549 h 95994"/>
                      <a:gd name="connsiteX3" fmla="*/ 49578 w 60940"/>
                      <a:gd name="connsiteY3" fmla="*/ 5351 h 95994"/>
                      <a:gd name="connsiteX4" fmla="*/ 22789 w 60940"/>
                      <a:gd name="connsiteY4" fmla="*/ -2144 h 95994"/>
                      <a:gd name="connsiteX5" fmla="*/ 10803 w 60940"/>
                      <a:gd name="connsiteY5" fmla="*/ -994 h 95994"/>
                      <a:gd name="connsiteX6" fmla="*/ -1936 w 60940"/>
                      <a:gd name="connsiteY6" fmla="*/ 2456 h 95994"/>
                      <a:gd name="connsiteX7" fmla="*/ -1936 w 60940"/>
                      <a:gd name="connsiteY7" fmla="*/ 14532 h 95994"/>
                      <a:gd name="connsiteX8" fmla="*/ 9454 w 60940"/>
                      <a:gd name="connsiteY8" fmla="*/ 9952 h 95994"/>
                      <a:gd name="connsiteX9" fmla="*/ 22432 w 60940"/>
                      <a:gd name="connsiteY9" fmla="*/ 8405 h 95994"/>
                      <a:gd name="connsiteX10" fmla="*/ 40371 w 60940"/>
                      <a:gd name="connsiteY10" fmla="*/ 13045 h 95994"/>
                      <a:gd name="connsiteX11" fmla="*/ 46542 w 60940"/>
                      <a:gd name="connsiteY11" fmla="*/ 26549 h 95994"/>
                      <a:gd name="connsiteX12" fmla="*/ 40807 w 60940"/>
                      <a:gd name="connsiteY12" fmla="*/ 39339 h 95994"/>
                      <a:gd name="connsiteX13" fmla="*/ 24853 w 60940"/>
                      <a:gd name="connsiteY13" fmla="*/ 43959 h 95994"/>
                      <a:gd name="connsiteX14" fmla="*/ 14058 w 60940"/>
                      <a:gd name="connsiteY14" fmla="*/ 43959 h 95994"/>
                      <a:gd name="connsiteX15" fmla="*/ 14058 w 60940"/>
                      <a:gd name="connsiteY15" fmla="*/ 54251 h 95994"/>
                      <a:gd name="connsiteX16" fmla="*/ 25349 w 60940"/>
                      <a:gd name="connsiteY16" fmla="*/ 54251 h 95994"/>
                      <a:gd name="connsiteX17" fmla="*/ 39478 w 60940"/>
                      <a:gd name="connsiteY17" fmla="*/ 57939 h 95994"/>
                      <a:gd name="connsiteX18" fmla="*/ 44379 w 60940"/>
                      <a:gd name="connsiteY18" fmla="*/ 68568 h 95994"/>
                      <a:gd name="connsiteX19" fmla="*/ 39319 w 60940"/>
                      <a:gd name="connsiteY19" fmla="*/ 79494 h 95994"/>
                      <a:gd name="connsiteX20" fmla="*/ 24853 w 60940"/>
                      <a:gd name="connsiteY20" fmla="*/ 83321 h 95994"/>
                      <a:gd name="connsiteX21" fmla="*/ 13800 w 60940"/>
                      <a:gd name="connsiteY21" fmla="*/ 82190 h 95994"/>
                      <a:gd name="connsiteX22" fmla="*/ 842 w 60940"/>
                      <a:gd name="connsiteY22" fmla="*/ 78740 h 95994"/>
                      <a:gd name="connsiteX23" fmla="*/ 842 w 60940"/>
                      <a:gd name="connsiteY23" fmla="*/ 89884 h 95994"/>
                      <a:gd name="connsiteX24" fmla="*/ 14216 w 60940"/>
                      <a:gd name="connsiteY24" fmla="*/ 92859 h 95994"/>
                      <a:gd name="connsiteX25" fmla="*/ 25964 w 60940"/>
                      <a:gd name="connsiteY25" fmla="*/ 93850 h 95994"/>
                      <a:gd name="connsiteX26" fmla="*/ 48526 w 60940"/>
                      <a:gd name="connsiteY26" fmla="*/ 87366 h 95994"/>
                      <a:gd name="connsiteX27" fmla="*/ 56841 w 60940"/>
                      <a:gd name="connsiteY27" fmla="*/ 69876 h 95994"/>
                      <a:gd name="connsiteX28" fmla="*/ 52436 w 60940"/>
                      <a:gd name="connsiteY28" fmla="*/ 56888 h 95994"/>
                      <a:gd name="connsiteX29" fmla="*/ 39914 w 60940"/>
                      <a:gd name="connsiteY29" fmla="*/ 4955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940" h="95994">
                        <a:moveTo>
                          <a:pt x="39914" y="49551"/>
                        </a:moveTo>
                        <a:cubicBezTo>
                          <a:pt x="45907" y="48269"/>
                          <a:pt x="50583" y="45598"/>
                          <a:pt x="53944" y="41540"/>
                        </a:cubicBezTo>
                        <a:cubicBezTo>
                          <a:pt x="57317" y="37495"/>
                          <a:pt x="59004" y="32498"/>
                          <a:pt x="59004" y="26549"/>
                        </a:cubicBezTo>
                        <a:cubicBezTo>
                          <a:pt x="59004" y="17427"/>
                          <a:pt x="55862" y="10362"/>
                          <a:pt x="49578" y="5351"/>
                        </a:cubicBezTo>
                        <a:cubicBezTo>
                          <a:pt x="43294" y="354"/>
                          <a:pt x="34364" y="-2144"/>
                          <a:pt x="22789" y="-2144"/>
                        </a:cubicBezTo>
                        <a:cubicBezTo>
                          <a:pt x="18913" y="-2144"/>
                          <a:pt x="14918" y="-1761"/>
                          <a:pt x="10803" y="-994"/>
                        </a:cubicBezTo>
                        <a:cubicBezTo>
                          <a:pt x="6689" y="-227"/>
                          <a:pt x="2442" y="923"/>
                          <a:pt x="-1936" y="2456"/>
                        </a:cubicBezTo>
                        <a:lnTo>
                          <a:pt x="-1936" y="14532"/>
                        </a:lnTo>
                        <a:cubicBezTo>
                          <a:pt x="1530" y="12510"/>
                          <a:pt x="5326" y="10983"/>
                          <a:pt x="9454" y="9952"/>
                        </a:cubicBezTo>
                        <a:cubicBezTo>
                          <a:pt x="13595" y="8921"/>
                          <a:pt x="17921" y="8405"/>
                          <a:pt x="22432" y="8405"/>
                        </a:cubicBezTo>
                        <a:cubicBezTo>
                          <a:pt x="30277" y="8405"/>
                          <a:pt x="36256" y="9952"/>
                          <a:pt x="40371" y="13045"/>
                        </a:cubicBezTo>
                        <a:cubicBezTo>
                          <a:pt x="44485" y="16139"/>
                          <a:pt x="46542" y="20640"/>
                          <a:pt x="46542" y="26549"/>
                        </a:cubicBezTo>
                        <a:cubicBezTo>
                          <a:pt x="46542" y="32009"/>
                          <a:pt x="44630" y="36272"/>
                          <a:pt x="40807" y="39339"/>
                        </a:cubicBezTo>
                        <a:cubicBezTo>
                          <a:pt x="36984" y="42419"/>
                          <a:pt x="31666" y="43959"/>
                          <a:pt x="24853" y="43959"/>
                        </a:cubicBezTo>
                        <a:lnTo>
                          <a:pt x="14058" y="43959"/>
                        </a:lnTo>
                        <a:lnTo>
                          <a:pt x="14058" y="54251"/>
                        </a:lnTo>
                        <a:lnTo>
                          <a:pt x="25349" y="54251"/>
                        </a:lnTo>
                        <a:cubicBezTo>
                          <a:pt x="31500" y="54251"/>
                          <a:pt x="36210" y="55480"/>
                          <a:pt x="39478" y="57939"/>
                        </a:cubicBezTo>
                        <a:cubicBezTo>
                          <a:pt x="42745" y="60398"/>
                          <a:pt x="44379" y="63941"/>
                          <a:pt x="44379" y="68568"/>
                        </a:cubicBezTo>
                        <a:cubicBezTo>
                          <a:pt x="44379" y="73313"/>
                          <a:pt x="42692" y="76955"/>
                          <a:pt x="39319" y="79494"/>
                        </a:cubicBezTo>
                        <a:cubicBezTo>
                          <a:pt x="35959" y="82045"/>
                          <a:pt x="31137" y="83321"/>
                          <a:pt x="24853" y="83321"/>
                        </a:cubicBezTo>
                        <a:cubicBezTo>
                          <a:pt x="21413" y="83321"/>
                          <a:pt x="17729" y="82944"/>
                          <a:pt x="13800" y="82190"/>
                        </a:cubicBezTo>
                        <a:cubicBezTo>
                          <a:pt x="9871" y="81450"/>
                          <a:pt x="5551" y="80300"/>
                          <a:pt x="842" y="78740"/>
                        </a:cubicBezTo>
                        <a:lnTo>
                          <a:pt x="842" y="89884"/>
                        </a:lnTo>
                        <a:cubicBezTo>
                          <a:pt x="5604" y="91206"/>
                          <a:pt x="10062" y="92198"/>
                          <a:pt x="14216" y="92859"/>
                        </a:cubicBezTo>
                        <a:cubicBezTo>
                          <a:pt x="18370" y="93520"/>
                          <a:pt x="22286" y="93850"/>
                          <a:pt x="25964" y="93850"/>
                        </a:cubicBezTo>
                        <a:cubicBezTo>
                          <a:pt x="35476" y="93850"/>
                          <a:pt x="42996" y="91689"/>
                          <a:pt x="48526" y="87366"/>
                        </a:cubicBezTo>
                        <a:cubicBezTo>
                          <a:pt x="54069" y="83056"/>
                          <a:pt x="56841" y="77226"/>
                          <a:pt x="56841" y="69876"/>
                        </a:cubicBezTo>
                        <a:cubicBezTo>
                          <a:pt x="56841" y="64747"/>
                          <a:pt x="55372" y="60418"/>
                          <a:pt x="52436" y="56888"/>
                        </a:cubicBezTo>
                        <a:cubicBezTo>
                          <a:pt x="49499" y="53358"/>
                          <a:pt x="45325" y="50913"/>
                          <a:pt x="39914" y="4955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35" name="Freeform: Shape 134">
                    <a:extLst>
                      <a:ext uri="{FF2B5EF4-FFF2-40B4-BE49-F238E27FC236}">
                        <a16:creationId xmlns:a16="http://schemas.microsoft.com/office/drawing/2014/main" id="{FF617036-D7A0-B37C-5D8D-85FFE8BBB8A4}"/>
                      </a:ext>
                    </a:extLst>
                  </p:cNvPr>
                  <p:cNvSpPr/>
                  <p:nvPr/>
                </p:nvSpPr>
                <p:spPr>
                  <a:xfrm flipV="1">
                    <a:off x="3219136" y="6230485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935 h 95994"/>
                      <a:gd name="connsiteX1" fmla="*/ 15502 w 63996"/>
                      <a:gd name="connsiteY1" fmla="*/ 74417 h 95994"/>
                      <a:gd name="connsiteX2" fmla="*/ 10640 w 63996"/>
                      <a:gd name="connsiteY2" fmla="*/ 45823 h 95994"/>
                      <a:gd name="connsiteX3" fmla="*/ 15502 w 63996"/>
                      <a:gd name="connsiteY3" fmla="*/ 17289 h 95994"/>
                      <a:gd name="connsiteX4" fmla="*/ 30047 w 63996"/>
                      <a:gd name="connsiteY4" fmla="*/ 7771 h 95994"/>
                      <a:gd name="connsiteX5" fmla="*/ 44652 w 63996"/>
                      <a:gd name="connsiteY5" fmla="*/ 17289 h 95994"/>
                      <a:gd name="connsiteX6" fmla="*/ 49534 w 63996"/>
                      <a:gd name="connsiteY6" fmla="*/ 45823 h 95994"/>
                      <a:gd name="connsiteX7" fmla="*/ 44652 w 63996"/>
                      <a:gd name="connsiteY7" fmla="*/ 74417 h 95994"/>
                      <a:gd name="connsiteX8" fmla="*/ 30047 w 63996"/>
                      <a:gd name="connsiteY8" fmla="*/ 83935 h 95994"/>
                      <a:gd name="connsiteX9" fmla="*/ 30047 w 63996"/>
                      <a:gd name="connsiteY9" fmla="*/ 93850 h 95994"/>
                      <a:gd name="connsiteX10" fmla="*/ 53840 w 63996"/>
                      <a:gd name="connsiteY10" fmla="*/ 81536 h 95994"/>
                      <a:gd name="connsiteX11" fmla="*/ 62055 w 63996"/>
                      <a:gd name="connsiteY11" fmla="*/ 45823 h 95994"/>
                      <a:gd name="connsiteX12" fmla="*/ 53840 w 63996"/>
                      <a:gd name="connsiteY12" fmla="*/ 10150 h 95994"/>
                      <a:gd name="connsiteX13" fmla="*/ 30047 w 63996"/>
                      <a:gd name="connsiteY13" fmla="*/ -2144 h 95994"/>
                      <a:gd name="connsiteX14" fmla="*/ 6274 w 63996"/>
                      <a:gd name="connsiteY14" fmla="*/ 10150 h 95994"/>
                      <a:gd name="connsiteX15" fmla="*/ -1941 w 63996"/>
                      <a:gd name="connsiteY15" fmla="*/ 45823 h 95994"/>
                      <a:gd name="connsiteX16" fmla="*/ 6274 w 63996"/>
                      <a:gd name="connsiteY16" fmla="*/ 81536 h 95994"/>
                      <a:gd name="connsiteX17" fmla="*/ 30047 w 63996"/>
                      <a:gd name="connsiteY17" fmla="*/ 9385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935"/>
                        </a:moveTo>
                        <a:cubicBezTo>
                          <a:pt x="23605" y="83935"/>
                          <a:pt x="18756" y="80763"/>
                          <a:pt x="15502" y="74417"/>
                        </a:cubicBezTo>
                        <a:cubicBezTo>
                          <a:pt x="12261" y="68085"/>
                          <a:pt x="10640" y="58554"/>
                          <a:pt x="10640" y="45823"/>
                        </a:cubicBezTo>
                        <a:cubicBezTo>
                          <a:pt x="10640" y="33146"/>
                          <a:pt x="12261" y="23634"/>
                          <a:pt x="15502" y="17289"/>
                        </a:cubicBezTo>
                        <a:cubicBezTo>
                          <a:pt x="18756" y="10943"/>
                          <a:pt x="23605" y="7771"/>
                          <a:pt x="30047" y="7771"/>
                        </a:cubicBezTo>
                        <a:cubicBezTo>
                          <a:pt x="36543" y="7771"/>
                          <a:pt x="41411" y="10943"/>
                          <a:pt x="44652" y="17289"/>
                        </a:cubicBezTo>
                        <a:cubicBezTo>
                          <a:pt x="47907" y="23634"/>
                          <a:pt x="49534" y="33146"/>
                          <a:pt x="49534" y="45823"/>
                        </a:cubicBezTo>
                        <a:cubicBezTo>
                          <a:pt x="49534" y="58554"/>
                          <a:pt x="47907" y="68085"/>
                          <a:pt x="44652" y="74417"/>
                        </a:cubicBezTo>
                        <a:cubicBezTo>
                          <a:pt x="41411" y="80763"/>
                          <a:pt x="36543" y="83935"/>
                          <a:pt x="30047" y="83935"/>
                        </a:cubicBezTo>
                        <a:close/>
                        <a:moveTo>
                          <a:pt x="30047" y="93850"/>
                        </a:moveTo>
                        <a:cubicBezTo>
                          <a:pt x="40432" y="93850"/>
                          <a:pt x="48363" y="89745"/>
                          <a:pt x="53840" y="81536"/>
                        </a:cubicBezTo>
                        <a:cubicBezTo>
                          <a:pt x="59317" y="73340"/>
                          <a:pt x="62055" y="61436"/>
                          <a:pt x="62055" y="45823"/>
                        </a:cubicBezTo>
                        <a:cubicBezTo>
                          <a:pt x="62055" y="30250"/>
                          <a:pt x="59317" y="18359"/>
                          <a:pt x="53840" y="10150"/>
                        </a:cubicBezTo>
                        <a:cubicBezTo>
                          <a:pt x="48363" y="1954"/>
                          <a:pt x="40432" y="-2144"/>
                          <a:pt x="30047" y="-2144"/>
                        </a:cubicBezTo>
                        <a:cubicBezTo>
                          <a:pt x="19675" y="-2144"/>
                          <a:pt x="11751" y="1954"/>
                          <a:pt x="6274" y="10150"/>
                        </a:cubicBezTo>
                        <a:cubicBezTo>
                          <a:pt x="797" y="18359"/>
                          <a:pt x="-1941" y="30250"/>
                          <a:pt x="-1941" y="45823"/>
                        </a:cubicBezTo>
                        <a:cubicBezTo>
                          <a:pt x="-1941" y="61436"/>
                          <a:pt x="797" y="73340"/>
                          <a:pt x="6274" y="81536"/>
                        </a:cubicBezTo>
                        <a:cubicBezTo>
                          <a:pt x="11751" y="89745"/>
                          <a:pt x="19675" y="93850"/>
                          <a:pt x="30047" y="9385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36" name="Graphic 77">
                <a:extLst>
                  <a:ext uri="{FF2B5EF4-FFF2-40B4-BE49-F238E27FC236}">
                    <a16:creationId xmlns:a16="http://schemas.microsoft.com/office/drawing/2014/main" id="{87A39990-8E3B-779D-9668-88138EF9FAF9}"/>
                  </a:ext>
                </a:extLst>
              </p:cNvPr>
              <p:cNvGrpSpPr/>
              <p:nvPr/>
            </p:nvGrpSpPr>
            <p:grpSpPr>
              <a:xfrm>
                <a:off x="3058962" y="5555049"/>
                <a:ext cx="321508" cy="95994"/>
                <a:chOff x="3058962" y="5555049"/>
                <a:chExt cx="321508" cy="95994"/>
              </a:xfrm>
              <a:solidFill>
                <a:srgbClr val="000000"/>
              </a:solidFill>
            </p:grpSpPr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481EC58E-3FB0-653E-87F9-B7FB18C01FE8}"/>
                    </a:ext>
                  </a:extLst>
                </p:cNvPr>
                <p:cNvSpPr/>
                <p:nvPr/>
              </p:nvSpPr>
              <p:spPr>
                <a:xfrm>
                  <a:off x="3336020" y="5601024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132 h 12690"/>
                    <a:gd name="connsiteX1" fmla="*/ 104 w 44450"/>
                    <a:gd name="connsiteY1" fmla="*/ 132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132"/>
                      </a:moveTo>
                      <a:lnTo>
                        <a:pt x="104" y="132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38" name="Graphic 77">
                  <a:extLst>
                    <a:ext uri="{FF2B5EF4-FFF2-40B4-BE49-F238E27FC236}">
                      <a16:creationId xmlns:a16="http://schemas.microsoft.com/office/drawing/2014/main" id="{8881404D-C495-0A57-0528-7CE460BF84B6}"/>
                    </a:ext>
                  </a:extLst>
                </p:cNvPr>
                <p:cNvGrpSpPr/>
                <p:nvPr/>
              </p:nvGrpSpPr>
              <p:grpSpPr>
                <a:xfrm>
                  <a:off x="3058962" y="5555049"/>
                  <a:ext cx="224169" cy="95994"/>
                  <a:chOff x="3058962" y="5555049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39" name="Freeform: Shape 138">
                    <a:extLst>
                      <a:ext uri="{FF2B5EF4-FFF2-40B4-BE49-F238E27FC236}">
                        <a16:creationId xmlns:a16="http://schemas.microsoft.com/office/drawing/2014/main" id="{23281E1A-4434-A345-71C2-3D60807D04CF}"/>
                      </a:ext>
                    </a:extLst>
                  </p:cNvPr>
                  <p:cNvSpPr/>
                  <p:nvPr/>
                </p:nvSpPr>
                <p:spPr>
                  <a:xfrm flipV="1">
                    <a:off x="3058962" y="5556715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173 h 94328"/>
                      <a:gd name="connsiteX1" fmla="*/ 51159 w 59908"/>
                      <a:gd name="connsiteY1" fmla="*/ 92173 h 94328"/>
                      <a:gd name="connsiteX2" fmla="*/ 51159 w 59908"/>
                      <a:gd name="connsiteY2" fmla="*/ 81624 h 94328"/>
                      <a:gd name="connsiteX3" fmla="*/ 13456 w 59908"/>
                      <a:gd name="connsiteY3" fmla="*/ 81624 h 94328"/>
                      <a:gd name="connsiteX4" fmla="*/ 13456 w 59908"/>
                      <a:gd name="connsiteY4" fmla="*/ 58959 h 94328"/>
                      <a:gd name="connsiteX5" fmla="*/ 18893 w 59908"/>
                      <a:gd name="connsiteY5" fmla="*/ 60347 h 94328"/>
                      <a:gd name="connsiteX6" fmla="*/ 24370 w 59908"/>
                      <a:gd name="connsiteY6" fmla="*/ 60803 h 94328"/>
                      <a:gd name="connsiteX7" fmla="*/ 48917 w 59908"/>
                      <a:gd name="connsiteY7" fmla="*/ 52316 h 94328"/>
                      <a:gd name="connsiteX8" fmla="*/ 57986 w 59908"/>
                      <a:gd name="connsiteY8" fmla="*/ 29334 h 94328"/>
                      <a:gd name="connsiteX9" fmla="*/ 48679 w 59908"/>
                      <a:gd name="connsiteY9" fmla="*/ 6114 h 94328"/>
                      <a:gd name="connsiteX10" fmla="*/ 22445 w 59908"/>
                      <a:gd name="connsiteY10" fmla="*/ -2155 h 94328"/>
                      <a:gd name="connsiteX11" fmla="*/ 10559 w 59908"/>
                      <a:gd name="connsiteY11" fmla="*/ -1164 h 94328"/>
                      <a:gd name="connsiteX12" fmla="*/ -1923 w 59908"/>
                      <a:gd name="connsiteY12" fmla="*/ 1811 h 94328"/>
                      <a:gd name="connsiteX13" fmla="*/ -1923 w 59908"/>
                      <a:gd name="connsiteY13" fmla="*/ 14402 h 94328"/>
                      <a:gd name="connsiteX14" fmla="*/ 9606 w 59908"/>
                      <a:gd name="connsiteY14" fmla="*/ 9881 h 94328"/>
                      <a:gd name="connsiteX15" fmla="*/ 22187 w 59908"/>
                      <a:gd name="connsiteY15" fmla="*/ 8394 h 94328"/>
                      <a:gd name="connsiteX16" fmla="*/ 39174 w 59908"/>
                      <a:gd name="connsiteY16" fmla="*/ 14025 h 94328"/>
                      <a:gd name="connsiteX17" fmla="*/ 45444 w 59908"/>
                      <a:gd name="connsiteY17" fmla="*/ 29334 h 94328"/>
                      <a:gd name="connsiteX18" fmla="*/ 39174 w 59908"/>
                      <a:gd name="connsiteY18" fmla="*/ 44622 h 94328"/>
                      <a:gd name="connsiteX19" fmla="*/ 22187 w 59908"/>
                      <a:gd name="connsiteY19" fmla="*/ 50274 h 94328"/>
                      <a:gd name="connsiteX20" fmla="*/ 12166 w 59908"/>
                      <a:gd name="connsiteY20" fmla="*/ 49163 h 94328"/>
                      <a:gd name="connsiteX21" fmla="*/ 1986 w 59908"/>
                      <a:gd name="connsiteY21" fmla="*/ 45693 h 94328"/>
                      <a:gd name="connsiteX22" fmla="*/ 1986 w 59908"/>
                      <a:gd name="connsiteY22" fmla="*/ 92173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173"/>
                        </a:moveTo>
                        <a:lnTo>
                          <a:pt x="51159" y="92173"/>
                        </a:lnTo>
                        <a:lnTo>
                          <a:pt x="51159" y="81624"/>
                        </a:lnTo>
                        <a:lnTo>
                          <a:pt x="13456" y="81624"/>
                        </a:lnTo>
                        <a:lnTo>
                          <a:pt x="13456" y="58959"/>
                        </a:lnTo>
                        <a:cubicBezTo>
                          <a:pt x="15269" y="59580"/>
                          <a:pt x="17081" y="60043"/>
                          <a:pt x="18893" y="60347"/>
                        </a:cubicBezTo>
                        <a:cubicBezTo>
                          <a:pt x="20719" y="60651"/>
                          <a:pt x="22545" y="60803"/>
                          <a:pt x="24370" y="60803"/>
                        </a:cubicBezTo>
                        <a:cubicBezTo>
                          <a:pt x="34702" y="60803"/>
                          <a:pt x="42884" y="57974"/>
                          <a:pt x="48917" y="52316"/>
                        </a:cubicBezTo>
                        <a:cubicBezTo>
                          <a:pt x="54963" y="46658"/>
                          <a:pt x="57986" y="38997"/>
                          <a:pt x="57986" y="29334"/>
                        </a:cubicBezTo>
                        <a:cubicBezTo>
                          <a:pt x="57986" y="19379"/>
                          <a:pt x="54883" y="11639"/>
                          <a:pt x="48679" y="6114"/>
                        </a:cubicBezTo>
                        <a:cubicBezTo>
                          <a:pt x="42474" y="601"/>
                          <a:pt x="33730" y="-2155"/>
                          <a:pt x="22445" y="-2155"/>
                        </a:cubicBezTo>
                        <a:cubicBezTo>
                          <a:pt x="18556" y="-2155"/>
                          <a:pt x="14594" y="-1825"/>
                          <a:pt x="10559" y="-1164"/>
                        </a:cubicBezTo>
                        <a:cubicBezTo>
                          <a:pt x="6537" y="-503"/>
                          <a:pt x="2377" y="489"/>
                          <a:pt x="-1923" y="1811"/>
                        </a:cubicBezTo>
                        <a:lnTo>
                          <a:pt x="-1923" y="14402"/>
                        </a:lnTo>
                        <a:cubicBezTo>
                          <a:pt x="1795" y="12380"/>
                          <a:pt x="5638" y="10873"/>
                          <a:pt x="9606" y="9881"/>
                        </a:cubicBezTo>
                        <a:cubicBezTo>
                          <a:pt x="13575" y="8890"/>
                          <a:pt x="17769" y="8394"/>
                          <a:pt x="22187" y="8394"/>
                        </a:cubicBezTo>
                        <a:cubicBezTo>
                          <a:pt x="29344" y="8394"/>
                          <a:pt x="35006" y="10271"/>
                          <a:pt x="39174" y="14025"/>
                        </a:cubicBezTo>
                        <a:cubicBezTo>
                          <a:pt x="43354" y="17780"/>
                          <a:pt x="45444" y="22883"/>
                          <a:pt x="45444" y="29334"/>
                        </a:cubicBezTo>
                        <a:cubicBezTo>
                          <a:pt x="45444" y="35772"/>
                          <a:pt x="43354" y="40868"/>
                          <a:pt x="39174" y="44622"/>
                        </a:cubicBezTo>
                        <a:cubicBezTo>
                          <a:pt x="35006" y="48390"/>
                          <a:pt x="29344" y="50274"/>
                          <a:pt x="22187" y="50274"/>
                        </a:cubicBezTo>
                        <a:cubicBezTo>
                          <a:pt x="18840" y="50274"/>
                          <a:pt x="15500" y="49903"/>
                          <a:pt x="12166" y="49163"/>
                        </a:cubicBezTo>
                        <a:cubicBezTo>
                          <a:pt x="8846" y="48423"/>
                          <a:pt x="5452" y="47266"/>
                          <a:pt x="1986" y="45693"/>
                        </a:cubicBezTo>
                        <a:lnTo>
                          <a:pt x="1986" y="921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0" name="Freeform: Shape 139">
                    <a:extLst>
                      <a:ext uri="{FF2B5EF4-FFF2-40B4-BE49-F238E27FC236}">
                        <a16:creationId xmlns:a16="http://schemas.microsoft.com/office/drawing/2014/main" id="{3CB3FE0A-9AE8-0F57-AA04-349E29037882}"/>
                      </a:ext>
                    </a:extLst>
                  </p:cNvPr>
                  <p:cNvSpPr/>
                  <p:nvPr/>
                </p:nvSpPr>
                <p:spPr>
                  <a:xfrm flipV="1">
                    <a:off x="3136171" y="5556715"/>
                    <a:ext cx="67468" cy="92524"/>
                  </a:xfrm>
                  <a:custGeom>
                    <a:avLst/>
                    <a:gdLst>
                      <a:gd name="connsiteX0" fmla="*/ 39865 w 67468"/>
                      <a:gd name="connsiteY0" fmla="*/ 79417 h 92524"/>
                      <a:gd name="connsiteX1" fmla="*/ 8234 w 67468"/>
                      <a:gd name="connsiteY1" fmla="*/ 30022 h 92524"/>
                      <a:gd name="connsiteX2" fmla="*/ 39865 w 67468"/>
                      <a:gd name="connsiteY2" fmla="*/ 30022 h 92524"/>
                      <a:gd name="connsiteX3" fmla="*/ 39865 w 67468"/>
                      <a:gd name="connsiteY3" fmla="*/ 79417 h 92524"/>
                      <a:gd name="connsiteX4" fmla="*/ 36571 w 67468"/>
                      <a:gd name="connsiteY4" fmla="*/ 90323 h 92524"/>
                      <a:gd name="connsiteX5" fmla="*/ 52327 w 67468"/>
                      <a:gd name="connsiteY5" fmla="*/ 90323 h 92524"/>
                      <a:gd name="connsiteX6" fmla="*/ 52327 w 67468"/>
                      <a:gd name="connsiteY6" fmla="*/ 30022 h 92524"/>
                      <a:gd name="connsiteX7" fmla="*/ 65543 w 67468"/>
                      <a:gd name="connsiteY7" fmla="*/ 30022 h 92524"/>
                      <a:gd name="connsiteX8" fmla="*/ 65543 w 67468"/>
                      <a:gd name="connsiteY8" fmla="*/ 19611 h 92524"/>
                      <a:gd name="connsiteX9" fmla="*/ 52327 w 67468"/>
                      <a:gd name="connsiteY9" fmla="*/ 19611 h 92524"/>
                      <a:gd name="connsiteX10" fmla="*/ 52327 w 67468"/>
                      <a:gd name="connsiteY10" fmla="*/ -2201 h 92524"/>
                      <a:gd name="connsiteX11" fmla="*/ 39865 w 67468"/>
                      <a:gd name="connsiteY11" fmla="*/ -2201 h 92524"/>
                      <a:gd name="connsiteX12" fmla="*/ 39865 w 67468"/>
                      <a:gd name="connsiteY12" fmla="*/ 19611 h 92524"/>
                      <a:gd name="connsiteX13" fmla="*/ -1926 w 67468"/>
                      <a:gd name="connsiteY13" fmla="*/ 19611 h 92524"/>
                      <a:gd name="connsiteX14" fmla="*/ -1926 w 67468"/>
                      <a:gd name="connsiteY14" fmla="*/ 31688 h 92524"/>
                      <a:gd name="connsiteX15" fmla="*/ 36571 w 67468"/>
                      <a:gd name="connsiteY15" fmla="*/ 90323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39865" y="79417"/>
                        </a:moveTo>
                        <a:lnTo>
                          <a:pt x="8234" y="30022"/>
                        </a:lnTo>
                        <a:lnTo>
                          <a:pt x="39865" y="30022"/>
                        </a:lnTo>
                        <a:lnTo>
                          <a:pt x="39865" y="79417"/>
                        </a:lnTo>
                        <a:close/>
                        <a:moveTo>
                          <a:pt x="36571" y="90323"/>
                        </a:moveTo>
                        <a:lnTo>
                          <a:pt x="52327" y="90323"/>
                        </a:lnTo>
                        <a:lnTo>
                          <a:pt x="52327" y="30022"/>
                        </a:lnTo>
                        <a:lnTo>
                          <a:pt x="65543" y="30022"/>
                        </a:lnTo>
                        <a:lnTo>
                          <a:pt x="65543" y="19611"/>
                        </a:lnTo>
                        <a:lnTo>
                          <a:pt x="52327" y="19611"/>
                        </a:lnTo>
                        <a:lnTo>
                          <a:pt x="52327" y="-2201"/>
                        </a:lnTo>
                        <a:lnTo>
                          <a:pt x="39865" y="-2201"/>
                        </a:lnTo>
                        <a:lnTo>
                          <a:pt x="39865" y="19611"/>
                        </a:lnTo>
                        <a:lnTo>
                          <a:pt x="-1926" y="19611"/>
                        </a:lnTo>
                        <a:lnTo>
                          <a:pt x="-1926" y="31688"/>
                        </a:lnTo>
                        <a:lnTo>
                          <a:pt x="36571" y="9032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1" name="Freeform: Shape 140">
                    <a:extLst>
                      <a:ext uri="{FF2B5EF4-FFF2-40B4-BE49-F238E27FC236}">
                        <a16:creationId xmlns:a16="http://schemas.microsoft.com/office/drawing/2014/main" id="{3F6576E4-E8A5-24AA-4227-BFD5641CE611}"/>
                      </a:ext>
                    </a:extLst>
                  </p:cNvPr>
                  <p:cNvSpPr/>
                  <p:nvPr/>
                </p:nvSpPr>
                <p:spPr>
                  <a:xfrm flipV="1">
                    <a:off x="3219136" y="5555049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882 h 95994"/>
                      <a:gd name="connsiteX1" fmla="*/ 15502 w 63996"/>
                      <a:gd name="connsiteY1" fmla="*/ 74364 h 95994"/>
                      <a:gd name="connsiteX2" fmla="*/ 10640 w 63996"/>
                      <a:gd name="connsiteY2" fmla="*/ 45770 h 95994"/>
                      <a:gd name="connsiteX3" fmla="*/ 15502 w 63996"/>
                      <a:gd name="connsiteY3" fmla="*/ 17235 h 95994"/>
                      <a:gd name="connsiteX4" fmla="*/ 30047 w 63996"/>
                      <a:gd name="connsiteY4" fmla="*/ 7717 h 95994"/>
                      <a:gd name="connsiteX5" fmla="*/ 44652 w 63996"/>
                      <a:gd name="connsiteY5" fmla="*/ 17235 h 95994"/>
                      <a:gd name="connsiteX6" fmla="*/ 49534 w 63996"/>
                      <a:gd name="connsiteY6" fmla="*/ 45770 h 95994"/>
                      <a:gd name="connsiteX7" fmla="*/ 44652 w 63996"/>
                      <a:gd name="connsiteY7" fmla="*/ 74364 h 95994"/>
                      <a:gd name="connsiteX8" fmla="*/ 30047 w 63996"/>
                      <a:gd name="connsiteY8" fmla="*/ 83882 h 95994"/>
                      <a:gd name="connsiteX9" fmla="*/ 30047 w 63996"/>
                      <a:gd name="connsiteY9" fmla="*/ 93797 h 95994"/>
                      <a:gd name="connsiteX10" fmla="*/ 53840 w 63996"/>
                      <a:gd name="connsiteY10" fmla="*/ 81483 h 95994"/>
                      <a:gd name="connsiteX11" fmla="*/ 62055 w 63996"/>
                      <a:gd name="connsiteY11" fmla="*/ 45770 h 95994"/>
                      <a:gd name="connsiteX12" fmla="*/ 53840 w 63996"/>
                      <a:gd name="connsiteY12" fmla="*/ 10097 h 95994"/>
                      <a:gd name="connsiteX13" fmla="*/ 30047 w 63996"/>
                      <a:gd name="connsiteY13" fmla="*/ -2197 h 95994"/>
                      <a:gd name="connsiteX14" fmla="*/ 6274 w 63996"/>
                      <a:gd name="connsiteY14" fmla="*/ 10097 h 95994"/>
                      <a:gd name="connsiteX15" fmla="*/ -1941 w 63996"/>
                      <a:gd name="connsiteY15" fmla="*/ 45770 h 95994"/>
                      <a:gd name="connsiteX16" fmla="*/ 6274 w 63996"/>
                      <a:gd name="connsiteY16" fmla="*/ 81483 h 95994"/>
                      <a:gd name="connsiteX17" fmla="*/ 30047 w 63996"/>
                      <a:gd name="connsiteY17" fmla="*/ 93797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882"/>
                        </a:moveTo>
                        <a:cubicBezTo>
                          <a:pt x="23605" y="83882"/>
                          <a:pt x="18756" y="80709"/>
                          <a:pt x="15502" y="74364"/>
                        </a:cubicBezTo>
                        <a:cubicBezTo>
                          <a:pt x="12261" y="68032"/>
                          <a:pt x="10640" y="58500"/>
                          <a:pt x="10640" y="45770"/>
                        </a:cubicBezTo>
                        <a:cubicBezTo>
                          <a:pt x="10640" y="33092"/>
                          <a:pt x="12261" y="23581"/>
                          <a:pt x="15502" y="17235"/>
                        </a:cubicBezTo>
                        <a:cubicBezTo>
                          <a:pt x="18756" y="10890"/>
                          <a:pt x="23605" y="7717"/>
                          <a:pt x="30047" y="7717"/>
                        </a:cubicBezTo>
                        <a:cubicBezTo>
                          <a:pt x="36543" y="7717"/>
                          <a:pt x="41411" y="10890"/>
                          <a:pt x="44652" y="17235"/>
                        </a:cubicBezTo>
                        <a:cubicBezTo>
                          <a:pt x="47907" y="23581"/>
                          <a:pt x="49534" y="33092"/>
                          <a:pt x="49534" y="45770"/>
                        </a:cubicBezTo>
                        <a:cubicBezTo>
                          <a:pt x="49534" y="58500"/>
                          <a:pt x="47907" y="68032"/>
                          <a:pt x="44652" y="74364"/>
                        </a:cubicBezTo>
                        <a:cubicBezTo>
                          <a:pt x="41411" y="80709"/>
                          <a:pt x="36543" y="83882"/>
                          <a:pt x="30047" y="83882"/>
                        </a:cubicBezTo>
                        <a:close/>
                        <a:moveTo>
                          <a:pt x="30047" y="93797"/>
                        </a:moveTo>
                        <a:cubicBezTo>
                          <a:pt x="40432" y="93797"/>
                          <a:pt x="48363" y="89692"/>
                          <a:pt x="53840" y="81483"/>
                        </a:cubicBezTo>
                        <a:cubicBezTo>
                          <a:pt x="59317" y="73287"/>
                          <a:pt x="62055" y="61382"/>
                          <a:pt x="62055" y="45770"/>
                        </a:cubicBezTo>
                        <a:cubicBezTo>
                          <a:pt x="62055" y="30197"/>
                          <a:pt x="59317" y="18306"/>
                          <a:pt x="53840" y="10097"/>
                        </a:cubicBezTo>
                        <a:cubicBezTo>
                          <a:pt x="48363" y="1901"/>
                          <a:pt x="40432" y="-2197"/>
                          <a:pt x="30047" y="-2197"/>
                        </a:cubicBezTo>
                        <a:cubicBezTo>
                          <a:pt x="19675" y="-2197"/>
                          <a:pt x="11751" y="1901"/>
                          <a:pt x="6274" y="10097"/>
                        </a:cubicBezTo>
                        <a:cubicBezTo>
                          <a:pt x="797" y="18306"/>
                          <a:pt x="-1941" y="30197"/>
                          <a:pt x="-1941" y="45770"/>
                        </a:cubicBezTo>
                        <a:cubicBezTo>
                          <a:pt x="-1941" y="61382"/>
                          <a:pt x="797" y="73287"/>
                          <a:pt x="6274" y="81483"/>
                        </a:cubicBezTo>
                        <a:cubicBezTo>
                          <a:pt x="11751" y="89692"/>
                          <a:pt x="19675" y="93797"/>
                          <a:pt x="30047" y="9379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42" name="Graphic 77">
                <a:extLst>
                  <a:ext uri="{FF2B5EF4-FFF2-40B4-BE49-F238E27FC236}">
                    <a16:creationId xmlns:a16="http://schemas.microsoft.com/office/drawing/2014/main" id="{09FDB4D7-4BAD-1716-7699-7DD2F20D4095}"/>
                  </a:ext>
                </a:extLst>
              </p:cNvPr>
              <p:cNvGrpSpPr/>
              <p:nvPr/>
            </p:nvGrpSpPr>
            <p:grpSpPr>
              <a:xfrm>
                <a:off x="3058962" y="4879613"/>
                <a:ext cx="321508" cy="95994"/>
                <a:chOff x="3058962" y="4879613"/>
                <a:chExt cx="321508" cy="95994"/>
              </a:xfrm>
              <a:solidFill>
                <a:srgbClr val="000000"/>
              </a:solidFill>
            </p:grpSpPr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1F1363F0-C633-795B-95C4-8650E4DC1426}"/>
                    </a:ext>
                  </a:extLst>
                </p:cNvPr>
                <p:cNvSpPr/>
                <p:nvPr/>
              </p:nvSpPr>
              <p:spPr>
                <a:xfrm>
                  <a:off x="3336020" y="4925588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79 h 12690"/>
                    <a:gd name="connsiteX1" fmla="*/ 104 w 44450"/>
                    <a:gd name="connsiteY1" fmla="*/ 79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79"/>
                      </a:moveTo>
                      <a:lnTo>
                        <a:pt x="104" y="79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44" name="Graphic 77">
                  <a:extLst>
                    <a:ext uri="{FF2B5EF4-FFF2-40B4-BE49-F238E27FC236}">
                      <a16:creationId xmlns:a16="http://schemas.microsoft.com/office/drawing/2014/main" id="{BF93B572-6B59-8F5A-6333-66F062619618}"/>
                    </a:ext>
                  </a:extLst>
                </p:cNvPr>
                <p:cNvGrpSpPr/>
                <p:nvPr/>
              </p:nvGrpSpPr>
              <p:grpSpPr>
                <a:xfrm>
                  <a:off x="3058962" y="4879613"/>
                  <a:ext cx="224169" cy="95994"/>
                  <a:chOff x="3058962" y="4879613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45" name="Freeform: Shape 144">
                    <a:extLst>
                      <a:ext uri="{FF2B5EF4-FFF2-40B4-BE49-F238E27FC236}">
                        <a16:creationId xmlns:a16="http://schemas.microsoft.com/office/drawing/2014/main" id="{259E1612-913E-A429-54C5-54EE1FD84DC8}"/>
                      </a:ext>
                    </a:extLst>
                  </p:cNvPr>
                  <p:cNvSpPr/>
                  <p:nvPr/>
                </p:nvSpPr>
                <p:spPr>
                  <a:xfrm flipV="1">
                    <a:off x="3058962" y="4881279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120 h 94328"/>
                      <a:gd name="connsiteX1" fmla="*/ 51159 w 59908"/>
                      <a:gd name="connsiteY1" fmla="*/ 92120 h 94328"/>
                      <a:gd name="connsiteX2" fmla="*/ 51159 w 59908"/>
                      <a:gd name="connsiteY2" fmla="*/ 81571 h 94328"/>
                      <a:gd name="connsiteX3" fmla="*/ 13456 w 59908"/>
                      <a:gd name="connsiteY3" fmla="*/ 81571 h 94328"/>
                      <a:gd name="connsiteX4" fmla="*/ 13456 w 59908"/>
                      <a:gd name="connsiteY4" fmla="*/ 58906 h 94328"/>
                      <a:gd name="connsiteX5" fmla="*/ 18893 w 59908"/>
                      <a:gd name="connsiteY5" fmla="*/ 60294 h 94328"/>
                      <a:gd name="connsiteX6" fmla="*/ 24370 w 59908"/>
                      <a:gd name="connsiteY6" fmla="*/ 60750 h 94328"/>
                      <a:gd name="connsiteX7" fmla="*/ 48917 w 59908"/>
                      <a:gd name="connsiteY7" fmla="*/ 52263 h 94328"/>
                      <a:gd name="connsiteX8" fmla="*/ 57986 w 59908"/>
                      <a:gd name="connsiteY8" fmla="*/ 29281 h 94328"/>
                      <a:gd name="connsiteX9" fmla="*/ 48679 w 59908"/>
                      <a:gd name="connsiteY9" fmla="*/ 6060 h 94328"/>
                      <a:gd name="connsiteX10" fmla="*/ 22445 w 59908"/>
                      <a:gd name="connsiteY10" fmla="*/ -2209 h 94328"/>
                      <a:gd name="connsiteX11" fmla="*/ 10559 w 59908"/>
                      <a:gd name="connsiteY11" fmla="*/ -1217 h 94328"/>
                      <a:gd name="connsiteX12" fmla="*/ -1923 w 59908"/>
                      <a:gd name="connsiteY12" fmla="*/ 1757 h 94328"/>
                      <a:gd name="connsiteX13" fmla="*/ -1923 w 59908"/>
                      <a:gd name="connsiteY13" fmla="*/ 14349 h 94328"/>
                      <a:gd name="connsiteX14" fmla="*/ 9606 w 59908"/>
                      <a:gd name="connsiteY14" fmla="*/ 9828 h 94328"/>
                      <a:gd name="connsiteX15" fmla="*/ 22187 w 59908"/>
                      <a:gd name="connsiteY15" fmla="*/ 8341 h 94328"/>
                      <a:gd name="connsiteX16" fmla="*/ 39174 w 59908"/>
                      <a:gd name="connsiteY16" fmla="*/ 13972 h 94328"/>
                      <a:gd name="connsiteX17" fmla="*/ 45444 w 59908"/>
                      <a:gd name="connsiteY17" fmla="*/ 29281 h 94328"/>
                      <a:gd name="connsiteX18" fmla="*/ 39174 w 59908"/>
                      <a:gd name="connsiteY18" fmla="*/ 44569 h 94328"/>
                      <a:gd name="connsiteX19" fmla="*/ 22187 w 59908"/>
                      <a:gd name="connsiteY19" fmla="*/ 50220 h 94328"/>
                      <a:gd name="connsiteX20" fmla="*/ 12166 w 59908"/>
                      <a:gd name="connsiteY20" fmla="*/ 49110 h 94328"/>
                      <a:gd name="connsiteX21" fmla="*/ 1986 w 59908"/>
                      <a:gd name="connsiteY21" fmla="*/ 45640 h 94328"/>
                      <a:gd name="connsiteX22" fmla="*/ 1986 w 59908"/>
                      <a:gd name="connsiteY22" fmla="*/ 9212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120"/>
                        </a:moveTo>
                        <a:lnTo>
                          <a:pt x="51159" y="92120"/>
                        </a:lnTo>
                        <a:lnTo>
                          <a:pt x="51159" y="81571"/>
                        </a:lnTo>
                        <a:lnTo>
                          <a:pt x="13456" y="81571"/>
                        </a:lnTo>
                        <a:lnTo>
                          <a:pt x="13456" y="58906"/>
                        </a:lnTo>
                        <a:cubicBezTo>
                          <a:pt x="15269" y="59527"/>
                          <a:pt x="17081" y="59990"/>
                          <a:pt x="18893" y="60294"/>
                        </a:cubicBezTo>
                        <a:cubicBezTo>
                          <a:pt x="20719" y="60598"/>
                          <a:pt x="22545" y="60750"/>
                          <a:pt x="24370" y="60750"/>
                        </a:cubicBezTo>
                        <a:cubicBezTo>
                          <a:pt x="34702" y="60750"/>
                          <a:pt x="42884" y="57921"/>
                          <a:pt x="48917" y="52263"/>
                        </a:cubicBezTo>
                        <a:cubicBezTo>
                          <a:pt x="54963" y="46605"/>
                          <a:pt x="57986" y="38944"/>
                          <a:pt x="57986" y="29281"/>
                        </a:cubicBezTo>
                        <a:cubicBezTo>
                          <a:pt x="57986" y="19326"/>
                          <a:pt x="54883" y="11586"/>
                          <a:pt x="48679" y="6060"/>
                        </a:cubicBezTo>
                        <a:cubicBezTo>
                          <a:pt x="42474" y="548"/>
                          <a:pt x="33730" y="-2209"/>
                          <a:pt x="22445" y="-2209"/>
                        </a:cubicBezTo>
                        <a:cubicBezTo>
                          <a:pt x="18556" y="-2209"/>
                          <a:pt x="14594" y="-1878"/>
                          <a:pt x="10559" y="-1217"/>
                        </a:cubicBezTo>
                        <a:cubicBezTo>
                          <a:pt x="6537" y="-556"/>
                          <a:pt x="2377" y="435"/>
                          <a:pt x="-1923" y="1757"/>
                        </a:cubicBezTo>
                        <a:lnTo>
                          <a:pt x="-1923" y="14349"/>
                        </a:lnTo>
                        <a:cubicBezTo>
                          <a:pt x="1795" y="12326"/>
                          <a:pt x="5638" y="10819"/>
                          <a:pt x="9606" y="9828"/>
                        </a:cubicBezTo>
                        <a:cubicBezTo>
                          <a:pt x="13575" y="8836"/>
                          <a:pt x="17769" y="8341"/>
                          <a:pt x="22187" y="8341"/>
                        </a:cubicBezTo>
                        <a:cubicBezTo>
                          <a:pt x="29344" y="8341"/>
                          <a:pt x="35006" y="10218"/>
                          <a:pt x="39174" y="13972"/>
                        </a:cubicBezTo>
                        <a:cubicBezTo>
                          <a:pt x="43354" y="17727"/>
                          <a:pt x="45444" y="22829"/>
                          <a:pt x="45444" y="29281"/>
                        </a:cubicBezTo>
                        <a:cubicBezTo>
                          <a:pt x="45444" y="35719"/>
                          <a:pt x="43354" y="40815"/>
                          <a:pt x="39174" y="44569"/>
                        </a:cubicBezTo>
                        <a:cubicBezTo>
                          <a:pt x="35006" y="48337"/>
                          <a:pt x="29344" y="50220"/>
                          <a:pt x="22187" y="50220"/>
                        </a:cubicBezTo>
                        <a:cubicBezTo>
                          <a:pt x="18840" y="50220"/>
                          <a:pt x="15500" y="49850"/>
                          <a:pt x="12166" y="49110"/>
                        </a:cubicBezTo>
                        <a:cubicBezTo>
                          <a:pt x="8846" y="48370"/>
                          <a:pt x="5452" y="47213"/>
                          <a:pt x="1986" y="45640"/>
                        </a:cubicBezTo>
                        <a:lnTo>
                          <a:pt x="1986" y="921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6" name="Freeform: Shape 145">
                    <a:extLst>
                      <a:ext uri="{FF2B5EF4-FFF2-40B4-BE49-F238E27FC236}">
                        <a16:creationId xmlns:a16="http://schemas.microsoft.com/office/drawing/2014/main" id="{C16D44BB-6EF5-8C6F-2962-FF1BB1928D25}"/>
                      </a:ext>
                    </a:extLst>
                  </p:cNvPr>
                  <p:cNvSpPr/>
                  <p:nvPr/>
                </p:nvSpPr>
                <p:spPr>
                  <a:xfrm flipV="1">
                    <a:off x="3139763" y="4881279"/>
                    <a:ext cx="59908" cy="94328"/>
                  </a:xfrm>
                  <a:custGeom>
                    <a:avLst/>
                    <a:gdLst>
                      <a:gd name="connsiteX0" fmla="*/ 1993 w 59908"/>
                      <a:gd name="connsiteY0" fmla="*/ 92120 h 94328"/>
                      <a:gd name="connsiteX1" fmla="*/ 51166 w 59908"/>
                      <a:gd name="connsiteY1" fmla="*/ 92120 h 94328"/>
                      <a:gd name="connsiteX2" fmla="*/ 51166 w 59908"/>
                      <a:gd name="connsiteY2" fmla="*/ 81571 h 94328"/>
                      <a:gd name="connsiteX3" fmla="*/ 13463 w 59908"/>
                      <a:gd name="connsiteY3" fmla="*/ 81571 h 94328"/>
                      <a:gd name="connsiteX4" fmla="*/ 13463 w 59908"/>
                      <a:gd name="connsiteY4" fmla="*/ 58906 h 94328"/>
                      <a:gd name="connsiteX5" fmla="*/ 18900 w 59908"/>
                      <a:gd name="connsiteY5" fmla="*/ 60294 h 94328"/>
                      <a:gd name="connsiteX6" fmla="*/ 24377 w 59908"/>
                      <a:gd name="connsiteY6" fmla="*/ 60750 h 94328"/>
                      <a:gd name="connsiteX7" fmla="*/ 48923 w 59908"/>
                      <a:gd name="connsiteY7" fmla="*/ 52263 h 94328"/>
                      <a:gd name="connsiteX8" fmla="*/ 57992 w 59908"/>
                      <a:gd name="connsiteY8" fmla="*/ 29281 h 94328"/>
                      <a:gd name="connsiteX9" fmla="*/ 48685 w 59908"/>
                      <a:gd name="connsiteY9" fmla="*/ 6060 h 94328"/>
                      <a:gd name="connsiteX10" fmla="*/ 22452 w 59908"/>
                      <a:gd name="connsiteY10" fmla="*/ -2209 h 94328"/>
                      <a:gd name="connsiteX11" fmla="*/ 10565 w 59908"/>
                      <a:gd name="connsiteY11" fmla="*/ -1217 h 94328"/>
                      <a:gd name="connsiteX12" fmla="*/ -1916 w 59908"/>
                      <a:gd name="connsiteY12" fmla="*/ 1757 h 94328"/>
                      <a:gd name="connsiteX13" fmla="*/ -1916 w 59908"/>
                      <a:gd name="connsiteY13" fmla="*/ 14349 h 94328"/>
                      <a:gd name="connsiteX14" fmla="*/ 9613 w 59908"/>
                      <a:gd name="connsiteY14" fmla="*/ 9828 h 94328"/>
                      <a:gd name="connsiteX15" fmla="*/ 22194 w 59908"/>
                      <a:gd name="connsiteY15" fmla="*/ 8341 h 94328"/>
                      <a:gd name="connsiteX16" fmla="*/ 39180 w 59908"/>
                      <a:gd name="connsiteY16" fmla="*/ 13972 h 94328"/>
                      <a:gd name="connsiteX17" fmla="*/ 45451 w 59908"/>
                      <a:gd name="connsiteY17" fmla="*/ 29281 h 94328"/>
                      <a:gd name="connsiteX18" fmla="*/ 39180 w 59908"/>
                      <a:gd name="connsiteY18" fmla="*/ 44569 h 94328"/>
                      <a:gd name="connsiteX19" fmla="*/ 22194 w 59908"/>
                      <a:gd name="connsiteY19" fmla="*/ 50220 h 94328"/>
                      <a:gd name="connsiteX20" fmla="*/ 12173 w 59908"/>
                      <a:gd name="connsiteY20" fmla="*/ 49110 h 94328"/>
                      <a:gd name="connsiteX21" fmla="*/ 1993 w 59908"/>
                      <a:gd name="connsiteY21" fmla="*/ 45640 h 94328"/>
                      <a:gd name="connsiteX22" fmla="*/ 1993 w 59908"/>
                      <a:gd name="connsiteY22" fmla="*/ 9212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93" y="92120"/>
                        </a:moveTo>
                        <a:lnTo>
                          <a:pt x="51166" y="92120"/>
                        </a:lnTo>
                        <a:lnTo>
                          <a:pt x="51166" y="81571"/>
                        </a:lnTo>
                        <a:lnTo>
                          <a:pt x="13463" y="81571"/>
                        </a:lnTo>
                        <a:lnTo>
                          <a:pt x="13463" y="58906"/>
                        </a:lnTo>
                        <a:cubicBezTo>
                          <a:pt x="15275" y="59527"/>
                          <a:pt x="17087" y="59990"/>
                          <a:pt x="18900" y="60294"/>
                        </a:cubicBezTo>
                        <a:cubicBezTo>
                          <a:pt x="20725" y="60598"/>
                          <a:pt x="22551" y="60750"/>
                          <a:pt x="24377" y="60750"/>
                        </a:cubicBezTo>
                        <a:cubicBezTo>
                          <a:pt x="34709" y="60750"/>
                          <a:pt x="42891" y="57921"/>
                          <a:pt x="48923" y="52263"/>
                        </a:cubicBezTo>
                        <a:cubicBezTo>
                          <a:pt x="54969" y="46605"/>
                          <a:pt x="57992" y="38944"/>
                          <a:pt x="57992" y="29281"/>
                        </a:cubicBezTo>
                        <a:cubicBezTo>
                          <a:pt x="57992" y="19326"/>
                          <a:pt x="54890" y="11586"/>
                          <a:pt x="48685" y="6060"/>
                        </a:cubicBezTo>
                        <a:cubicBezTo>
                          <a:pt x="42481" y="548"/>
                          <a:pt x="33736" y="-2209"/>
                          <a:pt x="22452" y="-2209"/>
                        </a:cubicBezTo>
                        <a:cubicBezTo>
                          <a:pt x="18562" y="-2209"/>
                          <a:pt x="14600" y="-1878"/>
                          <a:pt x="10565" y="-1217"/>
                        </a:cubicBezTo>
                        <a:cubicBezTo>
                          <a:pt x="6544" y="-556"/>
                          <a:pt x="2383" y="435"/>
                          <a:pt x="-1916" y="1757"/>
                        </a:cubicBezTo>
                        <a:lnTo>
                          <a:pt x="-1916" y="14349"/>
                        </a:lnTo>
                        <a:cubicBezTo>
                          <a:pt x="1801" y="12326"/>
                          <a:pt x="5644" y="10819"/>
                          <a:pt x="9613" y="9828"/>
                        </a:cubicBezTo>
                        <a:cubicBezTo>
                          <a:pt x="13582" y="8836"/>
                          <a:pt x="17775" y="8341"/>
                          <a:pt x="22194" y="8341"/>
                        </a:cubicBezTo>
                        <a:cubicBezTo>
                          <a:pt x="29351" y="8341"/>
                          <a:pt x="35013" y="10218"/>
                          <a:pt x="39180" y="13972"/>
                        </a:cubicBezTo>
                        <a:cubicBezTo>
                          <a:pt x="43360" y="17727"/>
                          <a:pt x="45451" y="22829"/>
                          <a:pt x="45451" y="29281"/>
                        </a:cubicBezTo>
                        <a:cubicBezTo>
                          <a:pt x="45451" y="35719"/>
                          <a:pt x="43360" y="40815"/>
                          <a:pt x="39180" y="44569"/>
                        </a:cubicBezTo>
                        <a:cubicBezTo>
                          <a:pt x="35013" y="48337"/>
                          <a:pt x="29351" y="50220"/>
                          <a:pt x="22194" y="50220"/>
                        </a:cubicBezTo>
                        <a:cubicBezTo>
                          <a:pt x="18847" y="50220"/>
                          <a:pt x="15506" y="49850"/>
                          <a:pt x="12173" y="49110"/>
                        </a:cubicBezTo>
                        <a:cubicBezTo>
                          <a:pt x="8852" y="48370"/>
                          <a:pt x="5459" y="47213"/>
                          <a:pt x="1993" y="45640"/>
                        </a:cubicBezTo>
                        <a:lnTo>
                          <a:pt x="1993" y="921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7" name="Freeform: Shape 146">
                    <a:extLst>
                      <a:ext uri="{FF2B5EF4-FFF2-40B4-BE49-F238E27FC236}">
                        <a16:creationId xmlns:a16="http://schemas.microsoft.com/office/drawing/2014/main" id="{30D00C9C-19F4-5A33-D042-60C264DE99AD}"/>
                      </a:ext>
                    </a:extLst>
                  </p:cNvPr>
                  <p:cNvSpPr/>
                  <p:nvPr/>
                </p:nvSpPr>
                <p:spPr>
                  <a:xfrm flipV="1">
                    <a:off x="3219136" y="4879613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829 h 95994"/>
                      <a:gd name="connsiteX1" fmla="*/ 15502 w 63996"/>
                      <a:gd name="connsiteY1" fmla="*/ 74311 h 95994"/>
                      <a:gd name="connsiteX2" fmla="*/ 10640 w 63996"/>
                      <a:gd name="connsiteY2" fmla="*/ 45717 h 95994"/>
                      <a:gd name="connsiteX3" fmla="*/ 15502 w 63996"/>
                      <a:gd name="connsiteY3" fmla="*/ 17182 h 95994"/>
                      <a:gd name="connsiteX4" fmla="*/ 30047 w 63996"/>
                      <a:gd name="connsiteY4" fmla="*/ 7664 h 95994"/>
                      <a:gd name="connsiteX5" fmla="*/ 44652 w 63996"/>
                      <a:gd name="connsiteY5" fmla="*/ 17182 h 95994"/>
                      <a:gd name="connsiteX6" fmla="*/ 49534 w 63996"/>
                      <a:gd name="connsiteY6" fmla="*/ 45717 h 95994"/>
                      <a:gd name="connsiteX7" fmla="*/ 44652 w 63996"/>
                      <a:gd name="connsiteY7" fmla="*/ 74311 h 95994"/>
                      <a:gd name="connsiteX8" fmla="*/ 30047 w 63996"/>
                      <a:gd name="connsiteY8" fmla="*/ 83829 h 95994"/>
                      <a:gd name="connsiteX9" fmla="*/ 30047 w 63996"/>
                      <a:gd name="connsiteY9" fmla="*/ 93744 h 95994"/>
                      <a:gd name="connsiteX10" fmla="*/ 53840 w 63996"/>
                      <a:gd name="connsiteY10" fmla="*/ 81430 h 95994"/>
                      <a:gd name="connsiteX11" fmla="*/ 62055 w 63996"/>
                      <a:gd name="connsiteY11" fmla="*/ 45717 h 95994"/>
                      <a:gd name="connsiteX12" fmla="*/ 53840 w 63996"/>
                      <a:gd name="connsiteY12" fmla="*/ 10044 h 95994"/>
                      <a:gd name="connsiteX13" fmla="*/ 30047 w 63996"/>
                      <a:gd name="connsiteY13" fmla="*/ -2251 h 95994"/>
                      <a:gd name="connsiteX14" fmla="*/ 6274 w 63996"/>
                      <a:gd name="connsiteY14" fmla="*/ 10044 h 95994"/>
                      <a:gd name="connsiteX15" fmla="*/ -1941 w 63996"/>
                      <a:gd name="connsiteY15" fmla="*/ 45717 h 95994"/>
                      <a:gd name="connsiteX16" fmla="*/ 6274 w 63996"/>
                      <a:gd name="connsiteY16" fmla="*/ 81430 h 95994"/>
                      <a:gd name="connsiteX17" fmla="*/ 30047 w 63996"/>
                      <a:gd name="connsiteY17" fmla="*/ 9374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829"/>
                        </a:moveTo>
                        <a:cubicBezTo>
                          <a:pt x="23605" y="83829"/>
                          <a:pt x="18756" y="80656"/>
                          <a:pt x="15502" y="74311"/>
                        </a:cubicBezTo>
                        <a:cubicBezTo>
                          <a:pt x="12261" y="67979"/>
                          <a:pt x="10640" y="58447"/>
                          <a:pt x="10640" y="45717"/>
                        </a:cubicBezTo>
                        <a:cubicBezTo>
                          <a:pt x="10640" y="33039"/>
                          <a:pt x="12261" y="23528"/>
                          <a:pt x="15502" y="17182"/>
                        </a:cubicBezTo>
                        <a:cubicBezTo>
                          <a:pt x="18756" y="10837"/>
                          <a:pt x="23605" y="7664"/>
                          <a:pt x="30047" y="7664"/>
                        </a:cubicBezTo>
                        <a:cubicBezTo>
                          <a:pt x="36543" y="7664"/>
                          <a:pt x="41411" y="10837"/>
                          <a:pt x="44652" y="17182"/>
                        </a:cubicBezTo>
                        <a:cubicBezTo>
                          <a:pt x="47907" y="23528"/>
                          <a:pt x="49534" y="33039"/>
                          <a:pt x="49534" y="45717"/>
                        </a:cubicBezTo>
                        <a:cubicBezTo>
                          <a:pt x="49534" y="58447"/>
                          <a:pt x="47907" y="67979"/>
                          <a:pt x="44652" y="74311"/>
                        </a:cubicBezTo>
                        <a:cubicBezTo>
                          <a:pt x="41411" y="80656"/>
                          <a:pt x="36543" y="83829"/>
                          <a:pt x="30047" y="83829"/>
                        </a:cubicBezTo>
                        <a:close/>
                        <a:moveTo>
                          <a:pt x="30047" y="93744"/>
                        </a:moveTo>
                        <a:cubicBezTo>
                          <a:pt x="40432" y="93744"/>
                          <a:pt x="48363" y="89639"/>
                          <a:pt x="53840" y="81430"/>
                        </a:cubicBezTo>
                        <a:cubicBezTo>
                          <a:pt x="59317" y="73233"/>
                          <a:pt x="62055" y="61329"/>
                          <a:pt x="62055" y="45717"/>
                        </a:cubicBezTo>
                        <a:cubicBezTo>
                          <a:pt x="62055" y="30144"/>
                          <a:pt x="59317" y="18253"/>
                          <a:pt x="53840" y="10044"/>
                        </a:cubicBezTo>
                        <a:cubicBezTo>
                          <a:pt x="48363" y="1847"/>
                          <a:pt x="40432" y="-2251"/>
                          <a:pt x="30047" y="-2251"/>
                        </a:cubicBezTo>
                        <a:cubicBezTo>
                          <a:pt x="19675" y="-2251"/>
                          <a:pt x="11751" y="1847"/>
                          <a:pt x="6274" y="10044"/>
                        </a:cubicBezTo>
                        <a:cubicBezTo>
                          <a:pt x="797" y="18253"/>
                          <a:pt x="-1941" y="30144"/>
                          <a:pt x="-1941" y="45717"/>
                        </a:cubicBezTo>
                        <a:cubicBezTo>
                          <a:pt x="-1941" y="61329"/>
                          <a:pt x="797" y="73233"/>
                          <a:pt x="6274" y="81430"/>
                        </a:cubicBezTo>
                        <a:cubicBezTo>
                          <a:pt x="11751" y="89639"/>
                          <a:pt x="19675" y="93744"/>
                          <a:pt x="30047" y="9374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8E3103E-559C-6511-3DA6-753DEE5BA0D7}"/>
                </a:ext>
              </a:extLst>
            </p:cNvPr>
            <p:cNvSpPr/>
            <p:nvPr/>
          </p:nvSpPr>
          <p:spPr>
            <a:xfrm>
              <a:off x="3380470" y="4452782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FC8DE3E3-CD25-8E91-F6B1-70B5D81E3082}"/>
                </a:ext>
              </a:extLst>
            </p:cNvPr>
            <p:cNvSpPr/>
            <p:nvPr/>
          </p:nvSpPr>
          <p:spPr>
            <a:xfrm>
              <a:off x="6760093" y="4452782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3E2D3C64-D35E-D125-E780-9F20684B42A4}"/>
                </a:ext>
              </a:extLst>
            </p:cNvPr>
            <p:cNvSpPr/>
            <p:nvPr/>
          </p:nvSpPr>
          <p:spPr>
            <a:xfrm>
              <a:off x="3380470" y="7829963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33254C9C-0B0B-116F-1B8E-724A1A7F2C86}"/>
                </a:ext>
              </a:extLst>
            </p:cNvPr>
            <p:cNvSpPr/>
            <p:nvPr/>
          </p:nvSpPr>
          <p:spPr>
            <a:xfrm>
              <a:off x="3380470" y="4452782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156" name="Graphic 152">
            <a:extLst>
              <a:ext uri="{FF2B5EF4-FFF2-40B4-BE49-F238E27FC236}">
                <a16:creationId xmlns:a16="http://schemas.microsoft.com/office/drawing/2014/main" id="{6DE55C61-3AE2-4E67-44DB-2037FA000C4A}"/>
              </a:ext>
            </a:extLst>
          </p:cNvPr>
          <p:cNvGrpSpPr/>
          <p:nvPr/>
        </p:nvGrpSpPr>
        <p:grpSpPr>
          <a:xfrm>
            <a:off x="2397055" y="7706815"/>
            <a:ext cx="3697725" cy="3564860"/>
            <a:chOff x="4158665" y="1759191"/>
            <a:chExt cx="3697725" cy="3564860"/>
          </a:xfrm>
        </p:grpSpPr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A3102B-F7A9-B4F7-7B8F-C5BFC13E4A3F}"/>
                </a:ext>
              </a:extLst>
            </p:cNvPr>
            <p:cNvSpPr/>
            <p:nvPr/>
          </p:nvSpPr>
          <p:spPr>
            <a:xfrm>
              <a:off x="4479825" y="1759800"/>
              <a:ext cx="3375956" cy="3377180"/>
            </a:xfrm>
            <a:custGeom>
              <a:avLst/>
              <a:gdLst>
                <a:gd name="connsiteX0" fmla="*/ 0 w 3375956"/>
                <a:gd name="connsiteY0" fmla="*/ 3377181 h 3377180"/>
                <a:gd name="connsiteX1" fmla="*/ 3375957 w 3375956"/>
                <a:gd name="connsiteY1" fmla="*/ 3377181 h 3377180"/>
                <a:gd name="connsiteX2" fmla="*/ 3375957 w 3375956"/>
                <a:gd name="connsiteY2" fmla="*/ 0 h 3377180"/>
                <a:gd name="connsiteX3" fmla="*/ 0 w 3375956"/>
                <a:gd name="connsiteY3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5956" h="3377180">
                  <a:moveTo>
                    <a:pt x="0" y="3377181"/>
                  </a:moveTo>
                  <a:lnTo>
                    <a:pt x="3375957" y="3377181"/>
                  </a:lnTo>
                  <a:lnTo>
                    <a:pt x="3375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158" name="Picture 157">
              <a:extLst>
                <a:ext uri="{FF2B5EF4-FFF2-40B4-BE49-F238E27FC236}">
                  <a16:creationId xmlns:a16="http://schemas.microsoft.com/office/drawing/2014/main" id="{F47D0411-619D-01B3-3CDB-0129CFB8D71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flipV="1">
              <a:off x="4479825" y="1759191"/>
              <a:ext cx="3376565" cy="3377789"/>
            </a:xfrm>
            <a:custGeom>
              <a:avLst/>
              <a:gdLst>
                <a:gd name="connsiteX0" fmla="*/ 0 w 3376565"/>
                <a:gd name="connsiteY0" fmla="*/ 83 h 3377789"/>
                <a:gd name="connsiteX1" fmla="*/ 3376566 w 3376565"/>
                <a:gd name="connsiteY1" fmla="*/ 83 h 3377789"/>
                <a:gd name="connsiteX2" fmla="*/ 3376566 w 3376565"/>
                <a:gd name="connsiteY2" fmla="*/ 3377873 h 3377789"/>
                <a:gd name="connsiteX3" fmla="*/ 0 w 3376565"/>
                <a:gd name="connsiteY3" fmla="*/ 3377873 h 337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6565" h="3377789">
                  <a:moveTo>
                    <a:pt x="0" y="83"/>
                  </a:moveTo>
                  <a:lnTo>
                    <a:pt x="3376566" y="83"/>
                  </a:lnTo>
                  <a:lnTo>
                    <a:pt x="3376566" y="3377873"/>
                  </a:lnTo>
                  <a:lnTo>
                    <a:pt x="0" y="3377873"/>
                  </a:lnTo>
                  <a:close/>
                </a:path>
              </a:pathLst>
            </a:custGeom>
          </p:spPr>
        </p:pic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455CC3AC-C258-E36F-EE05-5BB79AE9798D}"/>
                </a:ext>
              </a:extLst>
            </p:cNvPr>
            <p:cNvSpPr/>
            <p:nvPr/>
          </p:nvSpPr>
          <p:spPr>
            <a:xfrm>
              <a:off x="6101458" y="3270455"/>
              <a:ext cx="159696" cy="344963"/>
            </a:xfrm>
            <a:custGeom>
              <a:avLst/>
              <a:gdLst>
                <a:gd name="connsiteX0" fmla="*/ 0 w 159696"/>
                <a:gd name="connsiteY0" fmla="*/ 11805 h 344963"/>
                <a:gd name="connsiteX1" fmla="*/ 129302 w 159696"/>
                <a:gd name="connsiteY1" fmla="*/ 0 h 344963"/>
                <a:gd name="connsiteX2" fmla="*/ 159696 w 159696"/>
                <a:gd name="connsiteY2" fmla="*/ 333159 h 344963"/>
                <a:gd name="connsiteX3" fmla="*/ 30394 w 159696"/>
                <a:gd name="connsiteY3" fmla="*/ 344964 h 34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696" h="344963">
                  <a:moveTo>
                    <a:pt x="0" y="11805"/>
                  </a:moveTo>
                  <a:lnTo>
                    <a:pt x="129302" y="0"/>
                  </a:lnTo>
                  <a:lnTo>
                    <a:pt x="159696" y="333159"/>
                  </a:lnTo>
                  <a:lnTo>
                    <a:pt x="30394" y="344964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BBB86C8A-DFBE-9BDD-889F-128195073084}"/>
                </a:ext>
              </a:extLst>
            </p:cNvPr>
            <p:cNvSpPr/>
            <p:nvPr/>
          </p:nvSpPr>
          <p:spPr>
            <a:xfrm>
              <a:off x="6113259" y="3276357"/>
              <a:ext cx="129301" cy="135251"/>
            </a:xfrm>
            <a:custGeom>
              <a:avLst/>
              <a:gdLst>
                <a:gd name="connsiteX0" fmla="*/ 52850 w 129301"/>
                <a:gd name="connsiteY0" fmla="*/ 0 h 135251"/>
                <a:gd name="connsiteX1" fmla="*/ 129302 w 129301"/>
                <a:gd name="connsiteY1" fmla="*/ 123446 h 135251"/>
                <a:gd name="connsiteX2" fmla="*/ 0 w 129301"/>
                <a:gd name="connsiteY2" fmla="*/ 135251 h 135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301" h="135251">
                  <a:moveTo>
                    <a:pt x="52850" y="0"/>
                  </a:moveTo>
                  <a:lnTo>
                    <a:pt x="129302" y="123446"/>
                  </a:lnTo>
                  <a:lnTo>
                    <a:pt x="0" y="135251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61" name="Graphic 152">
              <a:extLst>
                <a:ext uri="{FF2B5EF4-FFF2-40B4-BE49-F238E27FC236}">
                  <a16:creationId xmlns:a16="http://schemas.microsoft.com/office/drawing/2014/main" id="{DCD052A9-EAEC-FF77-EDF9-159C834B39C6}"/>
                </a:ext>
              </a:extLst>
            </p:cNvPr>
            <p:cNvGrpSpPr/>
            <p:nvPr/>
          </p:nvGrpSpPr>
          <p:grpSpPr>
            <a:xfrm>
              <a:off x="4858057" y="5136981"/>
              <a:ext cx="2924692" cy="187070"/>
              <a:chOff x="4858057" y="5136981"/>
              <a:chExt cx="2924692" cy="187070"/>
            </a:xfrm>
            <a:solidFill>
              <a:srgbClr val="000000"/>
            </a:solidFill>
          </p:grpSpPr>
          <p:grpSp>
            <p:nvGrpSpPr>
              <p:cNvPr id="162" name="Graphic 152">
                <a:extLst>
                  <a:ext uri="{FF2B5EF4-FFF2-40B4-BE49-F238E27FC236}">
                    <a16:creationId xmlns:a16="http://schemas.microsoft.com/office/drawing/2014/main" id="{7A5361A5-6BA7-6658-F8F3-7026803C0531}"/>
                  </a:ext>
                </a:extLst>
              </p:cNvPr>
              <p:cNvGrpSpPr/>
              <p:nvPr/>
            </p:nvGrpSpPr>
            <p:grpSpPr>
              <a:xfrm>
                <a:off x="4858057" y="5136981"/>
                <a:ext cx="223926" cy="187070"/>
                <a:chOff x="4858057" y="5136981"/>
                <a:chExt cx="223926" cy="187070"/>
              </a:xfrm>
              <a:solidFill>
                <a:srgbClr val="000000"/>
              </a:solidFill>
            </p:grpSpPr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55B83232-FD14-BB0E-6D11-F3754107E665}"/>
                    </a:ext>
                  </a:extLst>
                </p:cNvPr>
                <p:cNvSpPr/>
                <p:nvPr/>
              </p:nvSpPr>
              <p:spPr>
                <a:xfrm>
                  <a:off x="4969339" y="5136981"/>
                  <a:ext cx="12686" cy="44417"/>
                </a:xfrm>
                <a:custGeom>
                  <a:avLst/>
                  <a:gdLst>
                    <a:gd name="connsiteX0" fmla="*/ 142 w 12686"/>
                    <a:gd name="connsiteY0" fmla="*/ 308 h 44417"/>
                    <a:gd name="connsiteX1" fmla="*/ 142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42" y="308"/>
                      </a:moveTo>
                      <a:lnTo>
                        <a:pt x="142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64" name="Graphic 152">
                  <a:extLst>
                    <a:ext uri="{FF2B5EF4-FFF2-40B4-BE49-F238E27FC236}">
                      <a16:creationId xmlns:a16="http://schemas.microsoft.com/office/drawing/2014/main" id="{D50F78B6-9C65-4D84-841E-6DE8AADF17B6}"/>
                    </a:ext>
                  </a:extLst>
                </p:cNvPr>
                <p:cNvGrpSpPr/>
                <p:nvPr/>
              </p:nvGrpSpPr>
              <p:grpSpPr>
                <a:xfrm>
                  <a:off x="4858057" y="5228057"/>
                  <a:ext cx="223926" cy="95994"/>
                  <a:chOff x="4858057" y="5228057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65" name="Freeform: Shape 164">
                    <a:extLst>
                      <a:ext uri="{FF2B5EF4-FFF2-40B4-BE49-F238E27FC236}">
                        <a16:creationId xmlns:a16="http://schemas.microsoft.com/office/drawing/2014/main" id="{65F30B5B-C084-9E81-88C4-28FED583CA86}"/>
                      </a:ext>
                    </a:extLst>
                  </p:cNvPr>
                  <p:cNvSpPr/>
                  <p:nvPr/>
                </p:nvSpPr>
                <p:spPr>
                  <a:xfrm flipV="1">
                    <a:off x="4858057" y="5229723"/>
                    <a:ext cx="59843" cy="94328"/>
                  </a:xfrm>
                  <a:custGeom>
                    <a:avLst/>
                    <a:gdLst>
                      <a:gd name="connsiteX0" fmla="*/ 2037 w 59843"/>
                      <a:gd name="connsiteY0" fmla="*/ 92360 h 94328"/>
                      <a:gd name="connsiteX1" fmla="*/ 51156 w 59843"/>
                      <a:gd name="connsiteY1" fmla="*/ 92360 h 94328"/>
                      <a:gd name="connsiteX2" fmla="*/ 51156 w 59843"/>
                      <a:gd name="connsiteY2" fmla="*/ 81810 h 94328"/>
                      <a:gd name="connsiteX3" fmla="*/ 13494 w 59843"/>
                      <a:gd name="connsiteY3" fmla="*/ 81810 h 94328"/>
                      <a:gd name="connsiteX4" fmla="*/ 13494 w 59843"/>
                      <a:gd name="connsiteY4" fmla="*/ 59145 h 94328"/>
                      <a:gd name="connsiteX5" fmla="*/ 18925 w 59843"/>
                      <a:gd name="connsiteY5" fmla="*/ 60533 h 94328"/>
                      <a:gd name="connsiteX6" fmla="*/ 24396 w 59843"/>
                      <a:gd name="connsiteY6" fmla="*/ 60989 h 94328"/>
                      <a:gd name="connsiteX7" fmla="*/ 48916 w 59843"/>
                      <a:gd name="connsiteY7" fmla="*/ 52503 h 94328"/>
                      <a:gd name="connsiteX8" fmla="*/ 57975 w 59843"/>
                      <a:gd name="connsiteY8" fmla="*/ 29520 h 94328"/>
                      <a:gd name="connsiteX9" fmla="*/ 48678 w 59843"/>
                      <a:gd name="connsiteY9" fmla="*/ 6300 h 94328"/>
                      <a:gd name="connsiteX10" fmla="*/ 22473 w 59843"/>
                      <a:gd name="connsiteY10" fmla="*/ -1969 h 94328"/>
                      <a:gd name="connsiteX11" fmla="*/ 10600 w 59843"/>
                      <a:gd name="connsiteY11" fmla="*/ -977 h 94328"/>
                      <a:gd name="connsiteX12" fmla="*/ -1868 w 59843"/>
                      <a:gd name="connsiteY12" fmla="*/ 1997 h 94328"/>
                      <a:gd name="connsiteX13" fmla="*/ -1868 w 59843"/>
                      <a:gd name="connsiteY13" fmla="*/ 14589 h 94328"/>
                      <a:gd name="connsiteX14" fmla="*/ 9648 w 59843"/>
                      <a:gd name="connsiteY14" fmla="*/ 10068 h 94328"/>
                      <a:gd name="connsiteX15" fmla="*/ 22216 w 59843"/>
                      <a:gd name="connsiteY15" fmla="*/ 8580 h 94328"/>
                      <a:gd name="connsiteX16" fmla="*/ 39184 w 59843"/>
                      <a:gd name="connsiteY16" fmla="*/ 14212 h 94328"/>
                      <a:gd name="connsiteX17" fmla="*/ 45447 w 59843"/>
                      <a:gd name="connsiteY17" fmla="*/ 29520 h 94328"/>
                      <a:gd name="connsiteX18" fmla="*/ 39184 w 59843"/>
                      <a:gd name="connsiteY18" fmla="*/ 44809 h 94328"/>
                      <a:gd name="connsiteX19" fmla="*/ 22216 w 59843"/>
                      <a:gd name="connsiteY19" fmla="*/ 50460 h 94328"/>
                      <a:gd name="connsiteX20" fmla="*/ 12206 w 59843"/>
                      <a:gd name="connsiteY20" fmla="*/ 49350 h 94328"/>
                      <a:gd name="connsiteX21" fmla="*/ 2037 w 59843"/>
                      <a:gd name="connsiteY21" fmla="*/ 45879 h 94328"/>
                      <a:gd name="connsiteX22" fmla="*/ 2037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37" y="92360"/>
                        </a:moveTo>
                        <a:lnTo>
                          <a:pt x="51156" y="92360"/>
                        </a:lnTo>
                        <a:lnTo>
                          <a:pt x="51156" y="81810"/>
                        </a:lnTo>
                        <a:lnTo>
                          <a:pt x="13494" y="81810"/>
                        </a:lnTo>
                        <a:lnTo>
                          <a:pt x="13494" y="59145"/>
                        </a:lnTo>
                        <a:cubicBezTo>
                          <a:pt x="15304" y="59767"/>
                          <a:pt x="17115" y="60229"/>
                          <a:pt x="18925" y="60533"/>
                        </a:cubicBezTo>
                        <a:cubicBezTo>
                          <a:pt x="20749" y="60837"/>
                          <a:pt x="22573" y="60989"/>
                          <a:pt x="24396" y="60989"/>
                        </a:cubicBezTo>
                        <a:cubicBezTo>
                          <a:pt x="34717" y="60989"/>
                          <a:pt x="42890" y="58160"/>
                          <a:pt x="48916" y="52503"/>
                        </a:cubicBezTo>
                        <a:cubicBezTo>
                          <a:pt x="54955" y="46845"/>
                          <a:pt x="57975" y="39184"/>
                          <a:pt x="57975" y="29520"/>
                        </a:cubicBezTo>
                        <a:cubicBezTo>
                          <a:pt x="57975" y="19566"/>
                          <a:pt x="54876" y="11826"/>
                          <a:pt x="48678" y="6300"/>
                        </a:cubicBezTo>
                        <a:cubicBezTo>
                          <a:pt x="42481" y="787"/>
                          <a:pt x="33746" y="-1969"/>
                          <a:pt x="22473" y="-1969"/>
                        </a:cubicBezTo>
                        <a:cubicBezTo>
                          <a:pt x="18588" y="-1969"/>
                          <a:pt x="14630" y="-1638"/>
                          <a:pt x="10600" y="-977"/>
                        </a:cubicBezTo>
                        <a:cubicBezTo>
                          <a:pt x="6583" y="-316"/>
                          <a:pt x="2427" y="675"/>
                          <a:pt x="-1868" y="1997"/>
                        </a:cubicBezTo>
                        <a:lnTo>
                          <a:pt x="-1868" y="14589"/>
                        </a:lnTo>
                        <a:cubicBezTo>
                          <a:pt x="1845" y="12566"/>
                          <a:pt x="5684" y="11059"/>
                          <a:pt x="9648" y="10068"/>
                        </a:cubicBezTo>
                        <a:cubicBezTo>
                          <a:pt x="13613" y="9076"/>
                          <a:pt x="17802" y="8580"/>
                          <a:pt x="22216" y="8580"/>
                        </a:cubicBezTo>
                        <a:cubicBezTo>
                          <a:pt x="29365" y="8580"/>
                          <a:pt x="35021" y="10458"/>
                          <a:pt x="39184" y="14212"/>
                        </a:cubicBezTo>
                        <a:cubicBezTo>
                          <a:pt x="43359" y="17966"/>
                          <a:pt x="45447" y="23069"/>
                          <a:pt x="45447" y="29520"/>
                        </a:cubicBezTo>
                        <a:cubicBezTo>
                          <a:pt x="45447" y="35958"/>
                          <a:pt x="43359" y="41054"/>
                          <a:pt x="39184" y="44809"/>
                        </a:cubicBezTo>
                        <a:cubicBezTo>
                          <a:pt x="35021" y="48576"/>
                          <a:pt x="29365" y="50460"/>
                          <a:pt x="22216" y="50460"/>
                        </a:cubicBezTo>
                        <a:cubicBezTo>
                          <a:pt x="18872" y="50460"/>
                          <a:pt x="15536" y="50090"/>
                          <a:pt x="12206" y="49350"/>
                        </a:cubicBezTo>
                        <a:cubicBezTo>
                          <a:pt x="8889" y="48609"/>
                          <a:pt x="5499" y="47453"/>
                          <a:pt x="2037" y="45879"/>
                        </a:cubicBezTo>
                        <a:lnTo>
                          <a:pt x="2037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66" name="Freeform: Shape 165">
                    <a:extLst>
                      <a:ext uri="{FF2B5EF4-FFF2-40B4-BE49-F238E27FC236}">
                        <a16:creationId xmlns:a16="http://schemas.microsoft.com/office/drawing/2014/main" id="{A6ED9AF1-7D24-0014-2483-4954012DDAE0}"/>
                      </a:ext>
                    </a:extLst>
                  </p:cNvPr>
                  <p:cNvSpPr/>
                  <p:nvPr/>
                </p:nvSpPr>
                <p:spPr>
                  <a:xfrm flipV="1">
                    <a:off x="4937343" y="5228057"/>
                    <a:ext cx="63926" cy="95994"/>
                  </a:xfrm>
                  <a:custGeom>
                    <a:avLst/>
                    <a:gdLst>
                      <a:gd name="connsiteX0" fmla="*/ 30061 w 63926"/>
                      <a:gd name="connsiteY0" fmla="*/ 84069 h 95994"/>
                      <a:gd name="connsiteX1" fmla="*/ 15531 w 63926"/>
                      <a:gd name="connsiteY1" fmla="*/ 74550 h 95994"/>
                      <a:gd name="connsiteX2" fmla="*/ 10674 w 63926"/>
                      <a:gd name="connsiteY2" fmla="*/ 45956 h 95994"/>
                      <a:gd name="connsiteX3" fmla="*/ 15531 w 63926"/>
                      <a:gd name="connsiteY3" fmla="*/ 17422 h 95994"/>
                      <a:gd name="connsiteX4" fmla="*/ 30061 w 63926"/>
                      <a:gd name="connsiteY4" fmla="*/ 7904 h 95994"/>
                      <a:gd name="connsiteX5" fmla="*/ 44650 w 63926"/>
                      <a:gd name="connsiteY5" fmla="*/ 17422 h 95994"/>
                      <a:gd name="connsiteX6" fmla="*/ 49526 w 63926"/>
                      <a:gd name="connsiteY6" fmla="*/ 45956 h 95994"/>
                      <a:gd name="connsiteX7" fmla="*/ 44650 w 63926"/>
                      <a:gd name="connsiteY7" fmla="*/ 74550 h 95994"/>
                      <a:gd name="connsiteX8" fmla="*/ 30061 w 63926"/>
                      <a:gd name="connsiteY8" fmla="*/ 84069 h 95994"/>
                      <a:gd name="connsiteX9" fmla="*/ 30061 w 63926"/>
                      <a:gd name="connsiteY9" fmla="*/ 93983 h 95994"/>
                      <a:gd name="connsiteX10" fmla="*/ 53827 w 63926"/>
                      <a:gd name="connsiteY10" fmla="*/ 81669 h 95994"/>
                      <a:gd name="connsiteX11" fmla="*/ 62034 w 63926"/>
                      <a:gd name="connsiteY11" fmla="*/ 45956 h 95994"/>
                      <a:gd name="connsiteX12" fmla="*/ 53827 w 63926"/>
                      <a:gd name="connsiteY12" fmla="*/ 10283 h 95994"/>
                      <a:gd name="connsiteX13" fmla="*/ 30061 w 63926"/>
                      <a:gd name="connsiteY13" fmla="*/ -2011 h 95994"/>
                      <a:gd name="connsiteX14" fmla="*/ 6314 w 63926"/>
                      <a:gd name="connsiteY14" fmla="*/ 10283 h 95994"/>
                      <a:gd name="connsiteX15" fmla="*/ -1893 w 63926"/>
                      <a:gd name="connsiteY15" fmla="*/ 45956 h 95994"/>
                      <a:gd name="connsiteX16" fmla="*/ 6314 w 63926"/>
                      <a:gd name="connsiteY16" fmla="*/ 81669 h 95994"/>
                      <a:gd name="connsiteX17" fmla="*/ 30061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61" y="84069"/>
                        </a:moveTo>
                        <a:cubicBezTo>
                          <a:pt x="23625" y="84069"/>
                          <a:pt x="18782" y="80896"/>
                          <a:pt x="15531" y="74550"/>
                        </a:cubicBezTo>
                        <a:cubicBezTo>
                          <a:pt x="12293" y="68218"/>
                          <a:pt x="10674" y="58687"/>
                          <a:pt x="10674" y="45956"/>
                        </a:cubicBezTo>
                        <a:cubicBezTo>
                          <a:pt x="10674" y="33279"/>
                          <a:pt x="12293" y="23767"/>
                          <a:pt x="15531" y="17422"/>
                        </a:cubicBezTo>
                        <a:cubicBezTo>
                          <a:pt x="18782" y="11076"/>
                          <a:pt x="23625" y="7904"/>
                          <a:pt x="30061" y="7904"/>
                        </a:cubicBezTo>
                        <a:cubicBezTo>
                          <a:pt x="36549" y="7904"/>
                          <a:pt x="41412" y="11076"/>
                          <a:pt x="44650" y="17422"/>
                        </a:cubicBezTo>
                        <a:cubicBezTo>
                          <a:pt x="47901" y="23767"/>
                          <a:pt x="49526" y="33279"/>
                          <a:pt x="49526" y="45956"/>
                        </a:cubicBezTo>
                        <a:cubicBezTo>
                          <a:pt x="49526" y="58687"/>
                          <a:pt x="47901" y="68218"/>
                          <a:pt x="44650" y="74550"/>
                        </a:cubicBezTo>
                        <a:cubicBezTo>
                          <a:pt x="41412" y="80896"/>
                          <a:pt x="36549" y="84069"/>
                          <a:pt x="30061" y="84069"/>
                        </a:cubicBezTo>
                        <a:close/>
                        <a:moveTo>
                          <a:pt x="30061" y="93983"/>
                        </a:moveTo>
                        <a:cubicBezTo>
                          <a:pt x="40434" y="93983"/>
                          <a:pt x="48357" y="89879"/>
                          <a:pt x="53827" y="81669"/>
                        </a:cubicBezTo>
                        <a:cubicBezTo>
                          <a:pt x="59298" y="73473"/>
                          <a:pt x="62034" y="61569"/>
                          <a:pt x="62034" y="45956"/>
                        </a:cubicBezTo>
                        <a:cubicBezTo>
                          <a:pt x="62034" y="30384"/>
                          <a:pt x="59298" y="18493"/>
                          <a:pt x="53827" y="10283"/>
                        </a:cubicBezTo>
                        <a:cubicBezTo>
                          <a:pt x="48357" y="2087"/>
                          <a:pt x="40434" y="-2011"/>
                          <a:pt x="30061" y="-2011"/>
                        </a:cubicBezTo>
                        <a:cubicBezTo>
                          <a:pt x="19700" y="-2011"/>
                          <a:pt x="11785" y="2087"/>
                          <a:pt x="6314" y="10283"/>
                        </a:cubicBezTo>
                        <a:cubicBezTo>
                          <a:pt x="843" y="18493"/>
                          <a:pt x="-1893" y="30384"/>
                          <a:pt x="-1893" y="45956"/>
                        </a:cubicBezTo>
                        <a:cubicBezTo>
                          <a:pt x="-1893" y="61569"/>
                          <a:pt x="843" y="73473"/>
                          <a:pt x="6314" y="81669"/>
                        </a:cubicBezTo>
                        <a:cubicBezTo>
                          <a:pt x="11785" y="89879"/>
                          <a:pt x="19700" y="93983"/>
                          <a:pt x="30061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67" name="Freeform: Shape 166">
                    <a:extLst>
                      <a:ext uri="{FF2B5EF4-FFF2-40B4-BE49-F238E27FC236}">
                        <a16:creationId xmlns:a16="http://schemas.microsoft.com/office/drawing/2014/main" id="{0966FC6E-36C6-7D96-2AE4-851A7BDAE0ED}"/>
                      </a:ext>
                    </a:extLst>
                  </p:cNvPr>
                  <p:cNvSpPr/>
                  <p:nvPr/>
                </p:nvSpPr>
                <p:spPr>
                  <a:xfrm flipV="1">
                    <a:off x="5018057" y="5228057"/>
                    <a:ext cx="63926" cy="95994"/>
                  </a:xfrm>
                  <a:custGeom>
                    <a:avLst/>
                    <a:gdLst>
                      <a:gd name="connsiteX0" fmla="*/ 30067 w 63926"/>
                      <a:gd name="connsiteY0" fmla="*/ 84069 h 95994"/>
                      <a:gd name="connsiteX1" fmla="*/ 15537 w 63926"/>
                      <a:gd name="connsiteY1" fmla="*/ 74550 h 95994"/>
                      <a:gd name="connsiteX2" fmla="*/ 10681 w 63926"/>
                      <a:gd name="connsiteY2" fmla="*/ 45956 h 95994"/>
                      <a:gd name="connsiteX3" fmla="*/ 15537 w 63926"/>
                      <a:gd name="connsiteY3" fmla="*/ 17422 h 95994"/>
                      <a:gd name="connsiteX4" fmla="*/ 30067 w 63926"/>
                      <a:gd name="connsiteY4" fmla="*/ 7904 h 95994"/>
                      <a:gd name="connsiteX5" fmla="*/ 44656 w 63926"/>
                      <a:gd name="connsiteY5" fmla="*/ 17422 h 95994"/>
                      <a:gd name="connsiteX6" fmla="*/ 49532 w 63926"/>
                      <a:gd name="connsiteY6" fmla="*/ 45956 h 95994"/>
                      <a:gd name="connsiteX7" fmla="*/ 44656 w 63926"/>
                      <a:gd name="connsiteY7" fmla="*/ 74550 h 95994"/>
                      <a:gd name="connsiteX8" fmla="*/ 30067 w 63926"/>
                      <a:gd name="connsiteY8" fmla="*/ 84069 h 95994"/>
                      <a:gd name="connsiteX9" fmla="*/ 30067 w 63926"/>
                      <a:gd name="connsiteY9" fmla="*/ 93983 h 95994"/>
                      <a:gd name="connsiteX10" fmla="*/ 53834 w 63926"/>
                      <a:gd name="connsiteY10" fmla="*/ 81669 h 95994"/>
                      <a:gd name="connsiteX11" fmla="*/ 62040 w 63926"/>
                      <a:gd name="connsiteY11" fmla="*/ 45956 h 95994"/>
                      <a:gd name="connsiteX12" fmla="*/ 53834 w 63926"/>
                      <a:gd name="connsiteY12" fmla="*/ 10283 h 95994"/>
                      <a:gd name="connsiteX13" fmla="*/ 30067 w 63926"/>
                      <a:gd name="connsiteY13" fmla="*/ -2011 h 95994"/>
                      <a:gd name="connsiteX14" fmla="*/ 6320 w 63926"/>
                      <a:gd name="connsiteY14" fmla="*/ 10283 h 95994"/>
                      <a:gd name="connsiteX15" fmla="*/ -1886 w 63926"/>
                      <a:gd name="connsiteY15" fmla="*/ 45956 h 95994"/>
                      <a:gd name="connsiteX16" fmla="*/ 6320 w 63926"/>
                      <a:gd name="connsiteY16" fmla="*/ 81669 h 95994"/>
                      <a:gd name="connsiteX17" fmla="*/ 30067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67" y="84069"/>
                        </a:moveTo>
                        <a:cubicBezTo>
                          <a:pt x="23631" y="84069"/>
                          <a:pt x="18788" y="80896"/>
                          <a:pt x="15537" y="74550"/>
                        </a:cubicBezTo>
                        <a:cubicBezTo>
                          <a:pt x="12300" y="68218"/>
                          <a:pt x="10681" y="58687"/>
                          <a:pt x="10681" y="45956"/>
                        </a:cubicBezTo>
                        <a:cubicBezTo>
                          <a:pt x="10681" y="33279"/>
                          <a:pt x="12300" y="23767"/>
                          <a:pt x="15537" y="17422"/>
                        </a:cubicBezTo>
                        <a:cubicBezTo>
                          <a:pt x="18788" y="11076"/>
                          <a:pt x="23631" y="7904"/>
                          <a:pt x="30067" y="7904"/>
                        </a:cubicBezTo>
                        <a:cubicBezTo>
                          <a:pt x="36555" y="7904"/>
                          <a:pt x="41419" y="11076"/>
                          <a:pt x="44656" y="17422"/>
                        </a:cubicBezTo>
                        <a:cubicBezTo>
                          <a:pt x="47907" y="23767"/>
                          <a:pt x="49532" y="33279"/>
                          <a:pt x="49532" y="45956"/>
                        </a:cubicBezTo>
                        <a:cubicBezTo>
                          <a:pt x="49532" y="58687"/>
                          <a:pt x="47907" y="68218"/>
                          <a:pt x="44656" y="74550"/>
                        </a:cubicBezTo>
                        <a:cubicBezTo>
                          <a:pt x="41419" y="80896"/>
                          <a:pt x="36555" y="84069"/>
                          <a:pt x="30067" y="84069"/>
                        </a:cubicBezTo>
                        <a:close/>
                        <a:moveTo>
                          <a:pt x="30067" y="93983"/>
                        </a:moveTo>
                        <a:cubicBezTo>
                          <a:pt x="40441" y="93983"/>
                          <a:pt x="48363" y="89879"/>
                          <a:pt x="53834" y="81669"/>
                        </a:cubicBezTo>
                        <a:cubicBezTo>
                          <a:pt x="59305" y="73473"/>
                          <a:pt x="62040" y="61569"/>
                          <a:pt x="62040" y="45956"/>
                        </a:cubicBezTo>
                        <a:cubicBezTo>
                          <a:pt x="62040" y="30384"/>
                          <a:pt x="59305" y="18493"/>
                          <a:pt x="53834" y="10283"/>
                        </a:cubicBezTo>
                        <a:cubicBezTo>
                          <a:pt x="48363" y="2087"/>
                          <a:pt x="40441" y="-2011"/>
                          <a:pt x="30067" y="-2011"/>
                        </a:cubicBezTo>
                        <a:cubicBezTo>
                          <a:pt x="19707" y="-2011"/>
                          <a:pt x="11791" y="2087"/>
                          <a:pt x="6320" y="10283"/>
                        </a:cubicBezTo>
                        <a:cubicBezTo>
                          <a:pt x="849" y="18493"/>
                          <a:pt x="-1886" y="30384"/>
                          <a:pt x="-1886" y="45956"/>
                        </a:cubicBezTo>
                        <a:cubicBezTo>
                          <a:pt x="-1886" y="61569"/>
                          <a:pt x="849" y="73473"/>
                          <a:pt x="6320" y="81669"/>
                        </a:cubicBezTo>
                        <a:cubicBezTo>
                          <a:pt x="11791" y="89879"/>
                          <a:pt x="19707" y="93983"/>
                          <a:pt x="30067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68" name="Graphic 152">
                <a:extLst>
                  <a:ext uri="{FF2B5EF4-FFF2-40B4-BE49-F238E27FC236}">
                    <a16:creationId xmlns:a16="http://schemas.microsoft.com/office/drawing/2014/main" id="{F92CCC95-7456-5100-7C49-CFC117061A00}"/>
                  </a:ext>
                </a:extLst>
              </p:cNvPr>
              <p:cNvGrpSpPr/>
              <p:nvPr/>
            </p:nvGrpSpPr>
            <p:grpSpPr>
              <a:xfrm>
                <a:off x="5533248" y="5136981"/>
                <a:ext cx="223926" cy="187070"/>
                <a:chOff x="5533248" y="5136981"/>
                <a:chExt cx="223926" cy="187070"/>
              </a:xfrm>
              <a:solidFill>
                <a:srgbClr val="000000"/>
              </a:solidFill>
            </p:grpSpPr>
            <p:sp>
              <p:nvSpPr>
                <p:cNvPr id="169" name="Freeform: Shape 168">
                  <a:extLst>
                    <a:ext uri="{FF2B5EF4-FFF2-40B4-BE49-F238E27FC236}">
                      <a16:creationId xmlns:a16="http://schemas.microsoft.com/office/drawing/2014/main" id="{D64B0999-A198-2605-FE5F-CB1D53A605DB}"/>
                    </a:ext>
                  </a:extLst>
                </p:cNvPr>
                <p:cNvSpPr/>
                <p:nvPr/>
              </p:nvSpPr>
              <p:spPr>
                <a:xfrm>
                  <a:off x="5644530" y="5136981"/>
                  <a:ext cx="12686" cy="44417"/>
                </a:xfrm>
                <a:custGeom>
                  <a:avLst/>
                  <a:gdLst>
                    <a:gd name="connsiteX0" fmla="*/ 195 w 12686"/>
                    <a:gd name="connsiteY0" fmla="*/ 308 h 44417"/>
                    <a:gd name="connsiteX1" fmla="*/ 195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95" y="308"/>
                      </a:moveTo>
                      <a:lnTo>
                        <a:pt x="195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70" name="Graphic 152">
                  <a:extLst>
                    <a:ext uri="{FF2B5EF4-FFF2-40B4-BE49-F238E27FC236}">
                      <a16:creationId xmlns:a16="http://schemas.microsoft.com/office/drawing/2014/main" id="{186402A9-33DD-C797-90FA-67B34DBD1D38}"/>
                    </a:ext>
                  </a:extLst>
                </p:cNvPr>
                <p:cNvGrpSpPr/>
                <p:nvPr/>
              </p:nvGrpSpPr>
              <p:grpSpPr>
                <a:xfrm>
                  <a:off x="5533248" y="5228057"/>
                  <a:ext cx="223926" cy="95994"/>
                  <a:chOff x="5533248" y="5228057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71" name="Freeform: Shape 170">
                    <a:extLst>
                      <a:ext uri="{FF2B5EF4-FFF2-40B4-BE49-F238E27FC236}">
                        <a16:creationId xmlns:a16="http://schemas.microsoft.com/office/drawing/2014/main" id="{6B76D57C-8B58-43A1-1AA2-91C734D9A6A8}"/>
                      </a:ext>
                    </a:extLst>
                  </p:cNvPr>
                  <p:cNvSpPr/>
                  <p:nvPr/>
                </p:nvSpPr>
                <p:spPr>
                  <a:xfrm flipV="1">
                    <a:off x="5533248" y="5229723"/>
                    <a:ext cx="59843" cy="94328"/>
                  </a:xfrm>
                  <a:custGeom>
                    <a:avLst/>
                    <a:gdLst>
                      <a:gd name="connsiteX0" fmla="*/ 2090 w 59843"/>
                      <a:gd name="connsiteY0" fmla="*/ 92360 h 94328"/>
                      <a:gd name="connsiteX1" fmla="*/ 51209 w 59843"/>
                      <a:gd name="connsiteY1" fmla="*/ 92360 h 94328"/>
                      <a:gd name="connsiteX2" fmla="*/ 51209 w 59843"/>
                      <a:gd name="connsiteY2" fmla="*/ 81810 h 94328"/>
                      <a:gd name="connsiteX3" fmla="*/ 13547 w 59843"/>
                      <a:gd name="connsiteY3" fmla="*/ 81810 h 94328"/>
                      <a:gd name="connsiteX4" fmla="*/ 13547 w 59843"/>
                      <a:gd name="connsiteY4" fmla="*/ 59145 h 94328"/>
                      <a:gd name="connsiteX5" fmla="*/ 18979 w 59843"/>
                      <a:gd name="connsiteY5" fmla="*/ 60533 h 94328"/>
                      <a:gd name="connsiteX6" fmla="*/ 24449 w 59843"/>
                      <a:gd name="connsiteY6" fmla="*/ 60989 h 94328"/>
                      <a:gd name="connsiteX7" fmla="*/ 48970 w 59843"/>
                      <a:gd name="connsiteY7" fmla="*/ 52503 h 94328"/>
                      <a:gd name="connsiteX8" fmla="*/ 58028 w 59843"/>
                      <a:gd name="connsiteY8" fmla="*/ 29520 h 94328"/>
                      <a:gd name="connsiteX9" fmla="*/ 48732 w 59843"/>
                      <a:gd name="connsiteY9" fmla="*/ 6300 h 94328"/>
                      <a:gd name="connsiteX10" fmla="*/ 22527 w 59843"/>
                      <a:gd name="connsiteY10" fmla="*/ -1969 h 94328"/>
                      <a:gd name="connsiteX11" fmla="*/ 10653 w 59843"/>
                      <a:gd name="connsiteY11" fmla="*/ -977 h 94328"/>
                      <a:gd name="connsiteX12" fmla="*/ -1815 w 59843"/>
                      <a:gd name="connsiteY12" fmla="*/ 1997 h 94328"/>
                      <a:gd name="connsiteX13" fmla="*/ -1815 w 59843"/>
                      <a:gd name="connsiteY13" fmla="*/ 14589 h 94328"/>
                      <a:gd name="connsiteX14" fmla="*/ 9702 w 59843"/>
                      <a:gd name="connsiteY14" fmla="*/ 10068 h 94328"/>
                      <a:gd name="connsiteX15" fmla="*/ 22269 w 59843"/>
                      <a:gd name="connsiteY15" fmla="*/ 8580 h 94328"/>
                      <a:gd name="connsiteX16" fmla="*/ 39237 w 59843"/>
                      <a:gd name="connsiteY16" fmla="*/ 14212 h 94328"/>
                      <a:gd name="connsiteX17" fmla="*/ 45501 w 59843"/>
                      <a:gd name="connsiteY17" fmla="*/ 29520 h 94328"/>
                      <a:gd name="connsiteX18" fmla="*/ 39237 w 59843"/>
                      <a:gd name="connsiteY18" fmla="*/ 44809 h 94328"/>
                      <a:gd name="connsiteX19" fmla="*/ 22269 w 59843"/>
                      <a:gd name="connsiteY19" fmla="*/ 50460 h 94328"/>
                      <a:gd name="connsiteX20" fmla="*/ 12259 w 59843"/>
                      <a:gd name="connsiteY20" fmla="*/ 49350 h 94328"/>
                      <a:gd name="connsiteX21" fmla="*/ 2090 w 59843"/>
                      <a:gd name="connsiteY21" fmla="*/ 45879 h 94328"/>
                      <a:gd name="connsiteX22" fmla="*/ 2090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90" y="92360"/>
                        </a:moveTo>
                        <a:lnTo>
                          <a:pt x="51209" y="92360"/>
                        </a:lnTo>
                        <a:lnTo>
                          <a:pt x="51209" y="81810"/>
                        </a:lnTo>
                        <a:lnTo>
                          <a:pt x="13547" y="81810"/>
                        </a:lnTo>
                        <a:lnTo>
                          <a:pt x="13547" y="59145"/>
                        </a:lnTo>
                        <a:cubicBezTo>
                          <a:pt x="15358" y="59767"/>
                          <a:pt x="17168" y="60229"/>
                          <a:pt x="18979" y="60533"/>
                        </a:cubicBezTo>
                        <a:cubicBezTo>
                          <a:pt x="20802" y="60837"/>
                          <a:pt x="22626" y="60989"/>
                          <a:pt x="24449" y="60989"/>
                        </a:cubicBezTo>
                        <a:cubicBezTo>
                          <a:pt x="34770" y="60989"/>
                          <a:pt x="42944" y="58160"/>
                          <a:pt x="48970" y="52503"/>
                        </a:cubicBezTo>
                        <a:cubicBezTo>
                          <a:pt x="55009" y="46845"/>
                          <a:pt x="58028" y="39184"/>
                          <a:pt x="58028" y="29520"/>
                        </a:cubicBezTo>
                        <a:cubicBezTo>
                          <a:pt x="58028" y="19566"/>
                          <a:pt x="54929" y="11826"/>
                          <a:pt x="48732" y="6300"/>
                        </a:cubicBezTo>
                        <a:cubicBezTo>
                          <a:pt x="42534" y="787"/>
                          <a:pt x="33799" y="-1969"/>
                          <a:pt x="22527" y="-1969"/>
                        </a:cubicBezTo>
                        <a:cubicBezTo>
                          <a:pt x="18642" y="-1969"/>
                          <a:pt x="14684" y="-1638"/>
                          <a:pt x="10653" y="-977"/>
                        </a:cubicBezTo>
                        <a:cubicBezTo>
                          <a:pt x="6636" y="-316"/>
                          <a:pt x="2480" y="675"/>
                          <a:pt x="-1815" y="1997"/>
                        </a:cubicBezTo>
                        <a:lnTo>
                          <a:pt x="-1815" y="14589"/>
                        </a:lnTo>
                        <a:cubicBezTo>
                          <a:pt x="1898" y="12566"/>
                          <a:pt x="5737" y="11059"/>
                          <a:pt x="9702" y="10068"/>
                        </a:cubicBezTo>
                        <a:cubicBezTo>
                          <a:pt x="13666" y="9076"/>
                          <a:pt x="17855" y="8580"/>
                          <a:pt x="22269" y="8580"/>
                        </a:cubicBezTo>
                        <a:cubicBezTo>
                          <a:pt x="29418" y="8580"/>
                          <a:pt x="35074" y="10458"/>
                          <a:pt x="39237" y="14212"/>
                        </a:cubicBezTo>
                        <a:cubicBezTo>
                          <a:pt x="43413" y="17966"/>
                          <a:pt x="45501" y="23069"/>
                          <a:pt x="45501" y="29520"/>
                        </a:cubicBezTo>
                        <a:cubicBezTo>
                          <a:pt x="45501" y="35958"/>
                          <a:pt x="43413" y="41054"/>
                          <a:pt x="39237" y="44809"/>
                        </a:cubicBezTo>
                        <a:cubicBezTo>
                          <a:pt x="35074" y="48576"/>
                          <a:pt x="29418" y="50460"/>
                          <a:pt x="22269" y="50460"/>
                        </a:cubicBezTo>
                        <a:cubicBezTo>
                          <a:pt x="18926" y="50460"/>
                          <a:pt x="15589" y="50090"/>
                          <a:pt x="12259" y="49350"/>
                        </a:cubicBezTo>
                        <a:cubicBezTo>
                          <a:pt x="8942" y="48609"/>
                          <a:pt x="5552" y="47453"/>
                          <a:pt x="2090" y="45879"/>
                        </a:cubicBezTo>
                        <a:lnTo>
                          <a:pt x="2090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2" name="Freeform: Shape 171">
                    <a:extLst>
                      <a:ext uri="{FF2B5EF4-FFF2-40B4-BE49-F238E27FC236}">
                        <a16:creationId xmlns:a16="http://schemas.microsoft.com/office/drawing/2014/main" id="{9625C7C6-8805-1FE5-D99B-D29749BF0535}"/>
                      </a:ext>
                    </a:extLst>
                  </p:cNvPr>
                  <p:cNvSpPr/>
                  <p:nvPr/>
                </p:nvSpPr>
                <p:spPr>
                  <a:xfrm flipV="1">
                    <a:off x="5618105" y="5229723"/>
                    <a:ext cx="55066" cy="92524"/>
                  </a:xfrm>
                  <a:custGeom>
                    <a:avLst/>
                    <a:gdLst>
                      <a:gd name="connsiteX0" fmla="*/ -93 w 55066"/>
                      <a:gd name="connsiteY0" fmla="*/ 8515 h 92524"/>
                      <a:gd name="connsiteX1" fmla="*/ 20344 w 55066"/>
                      <a:gd name="connsiteY1" fmla="*/ 8515 h 92524"/>
                      <a:gd name="connsiteX2" fmla="*/ 20344 w 55066"/>
                      <a:gd name="connsiteY2" fmla="*/ 79108 h 92524"/>
                      <a:gd name="connsiteX3" fmla="*/ -1897 w 55066"/>
                      <a:gd name="connsiteY3" fmla="*/ 74646 h 92524"/>
                      <a:gd name="connsiteX4" fmla="*/ -1897 w 55066"/>
                      <a:gd name="connsiteY4" fmla="*/ 86048 h 92524"/>
                      <a:gd name="connsiteX5" fmla="*/ 20225 w 55066"/>
                      <a:gd name="connsiteY5" fmla="*/ 90510 h 92524"/>
                      <a:gd name="connsiteX6" fmla="*/ 32732 w 55066"/>
                      <a:gd name="connsiteY6" fmla="*/ 90510 h 92524"/>
                      <a:gd name="connsiteX7" fmla="*/ 32732 w 55066"/>
                      <a:gd name="connsiteY7" fmla="*/ 8515 h 92524"/>
                      <a:gd name="connsiteX8" fmla="*/ 53169 w 55066"/>
                      <a:gd name="connsiteY8" fmla="*/ 8515 h 92524"/>
                      <a:gd name="connsiteX9" fmla="*/ 53169 w 55066"/>
                      <a:gd name="connsiteY9" fmla="*/ -2014 h 92524"/>
                      <a:gd name="connsiteX10" fmla="*/ -93 w 55066"/>
                      <a:gd name="connsiteY10" fmla="*/ -2014 h 92524"/>
                      <a:gd name="connsiteX11" fmla="*/ -93 w 55066"/>
                      <a:gd name="connsiteY11" fmla="*/ 851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93" y="8515"/>
                        </a:moveTo>
                        <a:lnTo>
                          <a:pt x="20344" y="8515"/>
                        </a:lnTo>
                        <a:lnTo>
                          <a:pt x="20344" y="79108"/>
                        </a:lnTo>
                        <a:lnTo>
                          <a:pt x="-1897" y="74646"/>
                        </a:lnTo>
                        <a:lnTo>
                          <a:pt x="-1897" y="86048"/>
                        </a:lnTo>
                        <a:lnTo>
                          <a:pt x="20225" y="90510"/>
                        </a:lnTo>
                        <a:lnTo>
                          <a:pt x="32732" y="90510"/>
                        </a:lnTo>
                        <a:lnTo>
                          <a:pt x="32732" y="8515"/>
                        </a:lnTo>
                        <a:lnTo>
                          <a:pt x="53169" y="8515"/>
                        </a:lnTo>
                        <a:lnTo>
                          <a:pt x="53169" y="-2014"/>
                        </a:lnTo>
                        <a:lnTo>
                          <a:pt x="-93" y="-2014"/>
                        </a:lnTo>
                        <a:lnTo>
                          <a:pt x="-93" y="85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3" name="Freeform: Shape 172">
                    <a:extLst>
                      <a:ext uri="{FF2B5EF4-FFF2-40B4-BE49-F238E27FC236}">
                        <a16:creationId xmlns:a16="http://schemas.microsoft.com/office/drawing/2014/main" id="{74B73160-1669-938E-09B8-E694B1093E1D}"/>
                      </a:ext>
                    </a:extLst>
                  </p:cNvPr>
                  <p:cNvSpPr/>
                  <p:nvPr/>
                </p:nvSpPr>
                <p:spPr>
                  <a:xfrm flipV="1">
                    <a:off x="5693248" y="5228057"/>
                    <a:ext cx="63926" cy="95994"/>
                  </a:xfrm>
                  <a:custGeom>
                    <a:avLst/>
                    <a:gdLst>
                      <a:gd name="connsiteX0" fmla="*/ 30120 w 63926"/>
                      <a:gd name="connsiteY0" fmla="*/ 84069 h 95994"/>
                      <a:gd name="connsiteX1" fmla="*/ 15591 w 63926"/>
                      <a:gd name="connsiteY1" fmla="*/ 74550 h 95994"/>
                      <a:gd name="connsiteX2" fmla="*/ 10734 w 63926"/>
                      <a:gd name="connsiteY2" fmla="*/ 45956 h 95994"/>
                      <a:gd name="connsiteX3" fmla="*/ 15591 w 63926"/>
                      <a:gd name="connsiteY3" fmla="*/ 17422 h 95994"/>
                      <a:gd name="connsiteX4" fmla="*/ 30120 w 63926"/>
                      <a:gd name="connsiteY4" fmla="*/ 7904 h 95994"/>
                      <a:gd name="connsiteX5" fmla="*/ 44709 w 63926"/>
                      <a:gd name="connsiteY5" fmla="*/ 17422 h 95994"/>
                      <a:gd name="connsiteX6" fmla="*/ 49586 w 63926"/>
                      <a:gd name="connsiteY6" fmla="*/ 45956 h 95994"/>
                      <a:gd name="connsiteX7" fmla="*/ 44709 w 63926"/>
                      <a:gd name="connsiteY7" fmla="*/ 74550 h 95994"/>
                      <a:gd name="connsiteX8" fmla="*/ 30120 w 63926"/>
                      <a:gd name="connsiteY8" fmla="*/ 84069 h 95994"/>
                      <a:gd name="connsiteX9" fmla="*/ 30120 w 63926"/>
                      <a:gd name="connsiteY9" fmla="*/ 93983 h 95994"/>
                      <a:gd name="connsiteX10" fmla="*/ 53887 w 63926"/>
                      <a:gd name="connsiteY10" fmla="*/ 81669 h 95994"/>
                      <a:gd name="connsiteX11" fmla="*/ 62093 w 63926"/>
                      <a:gd name="connsiteY11" fmla="*/ 45956 h 95994"/>
                      <a:gd name="connsiteX12" fmla="*/ 53887 w 63926"/>
                      <a:gd name="connsiteY12" fmla="*/ 10283 h 95994"/>
                      <a:gd name="connsiteX13" fmla="*/ 30120 w 63926"/>
                      <a:gd name="connsiteY13" fmla="*/ -2011 h 95994"/>
                      <a:gd name="connsiteX14" fmla="*/ 6373 w 63926"/>
                      <a:gd name="connsiteY14" fmla="*/ 10283 h 95994"/>
                      <a:gd name="connsiteX15" fmla="*/ -1833 w 63926"/>
                      <a:gd name="connsiteY15" fmla="*/ 45956 h 95994"/>
                      <a:gd name="connsiteX16" fmla="*/ 6373 w 63926"/>
                      <a:gd name="connsiteY16" fmla="*/ 81669 h 95994"/>
                      <a:gd name="connsiteX17" fmla="*/ 30120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20" y="84069"/>
                        </a:moveTo>
                        <a:cubicBezTo>
                          <a:pt x="23685" y="84069"/>
                          <a:pt x="18841" y="80896"/>
                          <a:pt x="15591" y="74550"/>
                        </a:cubicBezTo>
                        <a:cubicBezTo>
                          <a:pt x="12353" y="68218"/>
                          <a:pt x="10734" y="58687"/>
                          <a:pt x="10734" y="45956"/>
                        </a:cubicBezTo>
                        <a:cubicBezTo>
                          <a:pt x="10734" y="33279"/>
                          <a:pt x="12353" y="23767"/>
                          <a:pt x="15591" y="17422"/>
                        </a:cubicBezTo>
                        <a:cubicBezTo>
                          <a:pt x="18841" y="11076"/>
                          <a:pt x="23685" y="7904"/>
                          <a:pt x="30120" y="7904"/>
                        </a:cubicBezTo>
                        <a:cubicBezTo>
                          <a:pt x="36609" y="7904"/>
                          <a:pt x="41472" y="11076"/>
                          <a:pt x="44709" y="17422"/>
                        </a:cubicBezTo>
                        <a:cubicBezTo>
                          <a:pt x="47960" y="23767"/>
                          <a:pt x="49586" y="33279"/>
                          <a:pt x="49586" y="45956"/>
                        </a:cubicBezTo>
                        <a:cubicBezTo>
                          <a:pt x="49586" y="58687"/>
                          <a:pt x="47960" y="68218"/>
                          <a:pt x="44709" y="74550"/>
                        </a:cubicBezTo>
                        <a:cubicBezTo>
                          <a:pt x="41472" y="80896"/>
                          <a:pt x="36609" y="84069"/>
                          <a:pt x="30120" y="84069"/>
                        </a:cubicBezTo>
                        <a:close/>
                        <a:moveTo>
                          <a:pt x="30120" y="93983"/>
                        </a:moveTo>
                        <a:cubicBezTo>
                          <a:pt x="40494" y="93983"/>
                          <a:pt x="48416" y="89879"/>
                          <a:pt x="53887" y="81669"/>
                        </a:cubicBezTo>
                        <a:cubicBezTo>
                          <a:pt x="59358" y="73473"/>
                          <a:pt x="62093" y="61569"/>
                          <a:pt x="62093" y="45956"/>
                        </a:cubicBezTo>
                        <a:cubicBezTo>
                          <a:pt x="62093" y="30384"/>
                          <a:pt x="59358" y="18493"/>
                          <a:pt x="53887" y="10283"/>
                        </a:cubicBezTo>
                        <a:cubicBezTo>
                          <a:pt x="48416" y="2087"/>
                          <a:pt x="40494" y="-2011"/>
                          <a:pt x="30120" y="-2011"/>
                        </a:cubicBezTo>
                        <a:cubicBezTo>
                          <a:pt x="19760" y="-2011"/>
                          <a:pt x="11844" y="2087"/>
                          <a:pt x="6373" y="10283"/>
                        </a:cubicBezTo>
                        <a:cubicBezTo>
                          <a:pt x="902" y="18493"/>
                          <a:pt x="-1833" y="30384"/>
                          <a:pt x="-1833" y="45956"/>
                        </a:cubicBezTo>
                        <a:cubicBezTo>
                          <a:pt x="-1833" y="61569"/>
                          <a:pt x="902" y="73473"/>
                          <a:pt x="6373" y="81669"/>
                        </a:cubicBezTo>
                        <a:cubicBezTo>
                          <a:pt x="11844" y="89879"/>
                          <a:pt x="19760" y="93983"/>
                          <a:pt x="30120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74" name="Graphic 152">
                <a:extLst>
                  <a:ext uri="{FF2B5EF4-FFF2-40B4-BE49-F238E27FC236}">
                    <a16:creationId xmlns:a16="http://schemas.microsoft.com/office/drawing/2014/main" id="{A4EC928D-59F2-A568-3586-FF0ED4E47947}"/>
                  </a:ext>
                </a:extLst>
              </p:cNvPr>
              <p:cNvGrpSpPr/>
              <p:nvPr/>
            </p:nvGrpSpPr>
            <p:grpSpPr>
              <a:xfrm>
                <a:off x="6208440" y="5136981"/>
                <a:ext cx="223926" cy="187070"/>
                <a:chOff x="6208440" y="5136981"/>
                <a:chExt cx="223926" cy="187070"/>
              </a:xfrm>
              <a:solidFill>
                <a:srgbClr val="000000"/>
              </a:solidFill>
            </p:grpSpPr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7E6978D3-3BE9-6EC1-0FCC-9799CE851522}"/>
                    </a:ext>
                  </a:extLst>
                </p:cNvPr>
                <p:cNvSpPr/>
                <p:nvPr/>
              </p:nvSpPr>
              <p:spPr>
                <a:xfrm>
                  <a:off x="6319722" y="5136981"/>
                  <a:ext cx="12686" cy="44417"/>
                </a:xfrm>
                <a:custGeom>
                  <a:avLst/>
                  <a:gdLst>
                    <a:gd name="connsiteX0" fmla="*/ 248 w 12686"/>
                    <a:gd name="connsiteY0" fmla="*/ 308 h 44417"/>
                    <a:gd name="connsiteX1" fmla="*/ 248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48" y="308"/>
                      </a:moveTo>
                      <a:lnTo>
                        <a:pt x="248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76" name="Graphic 152">
                  <a:extLst>
                    <a:ext uri="{FF2B5EF4-FFF2-40B4-BE49-F238E27FC236}">
                      <a16:creationId xmlns:a16="http://schemas.microsoft.com/office/drawing/2014/main" id="{61CD7A44-6C4A-05CA-A6E9-3113057C9939}"/>
                    </a:ext>
                  </a:extLst>
                </p:cNvPr>
                <p:cNvGrpSpPr/>
                <p:nvPr/>
              </p:nvGrpSpPr>
              <p:grpSpPr>
                <a:xfrm>
                  <a:off x="6208440" y="5228057"/>
                  <a:ext cx="223926" cy="95994"/>
                  <a:chOff x="6208440" y="5228057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77" name="Freeform: Shape 176">
                    <a:extLst>
                      <a:ext uri="{FF2B5EF4-FFF2-40B4-BE49-F238E27FC236}">
                        <a16:creationId xmlns:a16="http://schemas.microsoft.com/office/drawing/2014/main" id="{F937A97D-B9CD-68D2-4B9B-E8B44E32A600}"/>
                      </a:ext>
                    </a:extLst>
                  </p:cNvPr>
                  <p:cNvSpPr/>
                  <p:nvPr/>
                </p:nvSpPr>
                <p:spPr>
                  <a:xfrm flipV="1">
                    <a:off x="6208440" y="5229723"/>
                    <a:ext cx="59843" cy="94328"/>
                  </a:xfrm>
                  <a:custGeom>
                    <a:avLst/>
                    <a:gdLst>
                      <a:gd name="connsiteX0" fmla="*/ 2143 w 59843"/>
                      <a:gd name="connsiteY0" fmla="*/ 92360 h 94328"/>
                      <a:gd name="connsiteX1" fmla="*/ 51263 w 59843"/>
                      <a:gd name="connsiteY1" fmla="*/ 92360 h 94328"/>
                      <a:gd name="connsiteX2" fmla="*/ 51263 w 59843"/>
                      <a:gd name="connsiteY2" fmla="*/ 81810 h 94328"/>
                      <a:gd name="connsiteX3" fmla="*/ 13600 w 59843"/>
                      <a:gd name="connsiteY3" fmla="*/ 81810 h 94328"/>
                      <a:gd name="connsiteX4" fmla="*/ 13600 w 59843"/>
                      <a:gd name="connsiteY4" fmla="*/ 59145 h 94328"/>
                      <a:gd name="connsiteX5" fmla="*/ 19032 w 59843"/>
                      <a:gd name="connsiteY5" fmla="*/ 60533 h 94328"/>
                      <a:gd name="connsiteX6" fmla="*/ 24503 w 59843"/>
                      <a:gd name="connsiteY6" fmla="*/ 60989 h 94328"/>
                      <a:gd name="connsiteX7" fmla="*/ 49023 w 59843"/>
                      <a:gd name="connsiteY7" fmla="*/ 52503 h 94328"/>
                      <a:gd name="connsiteX8" fmla="*/ 58082 w 59843"/>
                      <a:gd name="connsiteY8" fmla="*/ 29520 h 94328"/>
                      <a:gd name="connsiteX9" fmla="*/ 48785 w 59843"/>
                      <a:gd name="connsiteY9" fmla="*/ 6300 h 94328"/>
                      <a:gd name="connsiteX10" fmla="*/ 22580 w 59843"/>
                      <a:gd name="connsiteY10" fmla="*/ -1969 h 94328"/>
                      <a:gd name="connsiteX11" fmla="*/ 10706 w 59843"/>
                      <a:gd name="connsiteY11" fmla="*/ -977 h 94328"/>
                      <a:gd name="connsiteX12" fmla="*/ -1762 w 59843"/>
                      <a:gd name="connsiteY12" fmla="*/ 1997 h 94328"/>
                      <a:gd name="connsiteX13" fmla="*/ -1762 w 59843"/>
                      <a:gd name="connsiteY13" fmla="*/ 14589 h 94328"/>
                      <a:gd name="connsiteX14" fmla="*/ 9755 w 59843"/>
                      <a:gd name="connsiteY14" fmla="*/ 10068 h 94328"/>
                      <a:gd name="connsiteX15" fmla="*/ 22322 w 59843"/>
                      <a:gd name="connsiteY15" fmla="*/ 8580 h 94328"/>
                      <a:gd name="connsiteX16" fmla="*/ 39290 w 59843"/>
                      <a:gd name="connsiteY16" fmla="*/ 14212 h 94328"/>
                      <a:gd name="connsiteX17" fmla="*/ 45554 w 59843"/>
                      <a:gd name="connsiteY17" fmla="*/ 29520 h 94328"/>
                      <a:gd name="connsiteX18" fmla="*/ 39290 w 59843"/>
                      <a:gd name="connsiteY18" fmla="*/ 44809 h 94328"/>
                      <a:gd name="connsiteX19" fmla="*/ 22322 w 59843"/>
                      <a:gd name="connsiteY19" fmla="*/ 50460 h 94328"/>
                      <a:gd name="connsiteX20" fmla="*/ 12312 w 59843"/>
                      <a:gd name="connsiteY20" fmla="*/ 49350 h 94328"/>
                      <a:gd name="connsiteX21" fmla="*/ 2143 w 59843"/>
                      <a:gd name="connsiteY21" fmla="*/ 45879 h 94328"/>
                      <a:gd name="connsiteX22" fmla="*/ 2143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43" y="92360"/>
                        </a:moveTo>
                        <a:lnTo>
                          <a:pt x="51263" y="92360"/>
                        </a:lnTo>
                        <a:lnTo>
                          <a:pt x="51263" y="81810"/>
                        </a:lnTo>
                        <a:lnTo>
                          <a:pt x="13600" y="81810"/>
                        </a:lnTo>
                        <a:lnTo>
                          <a:pt x="13600" y="59145"/>
                        </a:lnTo>
                        <a:cubicBezTo>
                          <a:pt x="15411" y="59767"/>
                          <a:pt x="17221" y="60229"/>
                          <a:pt x="19032" y="60533"/>
                        </a:cubicBezTo>
                        <a:cubicBezTo>
                          <a:pt x="20855" y="60837"/>
                          <a:pt x="22679" y="60989"/>
                          <a:pt x="24503" y="60989"/>
                        </a:cubicBezTo>
                        <a:cubicBezTo>
                          <a:pt x="34823" y="60989"/>
                          <a:pt x="42997" y="58160"/>
                          <a:pt x="49023" y="52503"/>
                        </a:cubicBezTo>
                        <a:cubicBezTo>
                          <a:pt x="55062" y="46845"/>
                          <a:pt x="58082" y="39184"/>
                          <a:pt x="58082" y="29520"/>
                        </a:cubicBezTo>
                        <a:cubicBezTo>
                          <a:pt x="58082" y="19566"/>
                          <a:pt x="54983" y="11826"/>
                          <a:pt x="48785" y="6300"/>
                        </a:cubicBezTo>
                        <a:cubicBezTo>
                          <a:pt x="42587" y="787"/>
                          <a:pt x="33852" y="-1969"/>
                          <a:pt x="22580" y="-1969"/>
                        </a:cubicBezTo>
                        <a:cubicBezTo>
                          <a:pt x="18695" y="-1969"/>
                          <a:pt x="14737" y="-1638"/>
                          <a:pt x="10706" y="-977"/>
                        </a:cubicBezTo>
                        <a:cubicBezTo>
                          <a:pt x="6689" y="-316"/>
                          <a:pt x="2533" y="675"/>
                          <a:pt x="-1762" y="1997"/>
                        </a:cubicBezTo>
                        <a:lnTo>
                          <a:pt x="-1762" y="14589"/>
                        </a:lnTo>
                        <a:cubicBezTo>
                          <a:pt x="1952" y="12566"/>
                          <a:pt x="5790" y="11059"/>
                          <a:pt x="9755" y="10068"/>
                        </a:cubicBezTo>
                        <a:cubicBezTo>
                          <a:pt x="13719" y="9076"/>
                          <a:pt x="17908" y="8580"/>
                          <a:pt x="22322" y="8580"/>
                        </a:cubicBezTo>
                        <a:cubicBezTo>
                          <a:pt x="29471" y="8580"/>
                          <a:pt x="35127" y="10458"/>
                          <a:pt x="39290" y="14212"/>
                        </a:cubicBezTo>
                        <a:cubicBezTo>
                          <a:pt x="43466" y="17966"/>
                          <a:pt x="45554" y="23069"/>
                          <a:pt x="45554" y="29520"/>
                        </a:cubicBezTo>
                        <a:cubicBezTo>
                          <a:pt x="45554" y="35958"/>
                          <a:pt x="43466" y="41054"/>
                          <a:pt x="39290" y="44809"/>
                        </a:cubicBezTo>
                        <a:cubicBezTo>
                          <a:pt x="35127" y="48576"/>
                          <a:pt x="29471" y="50460"/>
                          <a:pt x="22322" y="50460"/>
                        </a:cubicBezTo>
                        <a:cubicBezTo>
                          <a:pt x="18979" y="50460"/>
                          <a:pt x="15642" y="50090"/>
                          <a:pt x="12312" y="49350"/>
                        </a:cubicBezTo>
                        <a:cubicBezTo>
                          <a:pt x="8995" y="48609"/>
                          <a:pt x="5605" y="47453"/>
                          <a:pt x="2143" y="45879"/>
                        </a:cubicBezTo>
                        <a:lnTo>
                          <a:pt x="2143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8" name="Freeform: Shape 177">
                    <a:extLst>
                      <a:ext uri="{FF2B5EF4-FFF2-40B4-BE49-F238E27FC236}">
                        <a16:creationId xmlns:a16="http://schemas.microsoft.com/office/drawing/2014/main" id="{76B12623-BFEE-EA35-5714-EA8F8656EE2E}"/>
                      </a:ext>
                    </a:extLst>
                  </p:cNvPr>
                  <p:cNvSpPr/>
                  <p:nvPr/>
                </p:nvSpPr>
                <p:spPr>
                  <a:xfrm flipV="1">
                    <a:off x="6288658" y="5228057"/>
                    <a:ext cx="58713" cy="94189"/>
                  </a:xfrm>
                  <a:custGeom>
                    <a:avLst/>
                    <a:gdLst>
                      <a:gd name="connsiteX0" fmla="*/ 13343 w 58713"/>
                      <a:gd name="connsiteY0" fmla="*/ 8473 h 94189"/>
                      <a:gd name="connsiteX1" fmla="*/ 57011 w 58713"/>
                      <a:gd name="connsiteY1" fmla="*/ 8473 h 94189"/>
                      <a:gd name="connsiteX2" fmla="*/ 57011 w 58713"/>
                      <a:gd name="connsiteY2" fmla="*/ -2057 h 94189"/>
                      <a:gd name="connsiteX3" fmla="*/ -1702 w 58713"/>
                      <a:gd name="connsiteY3" fmla="*/ -2057 h 94189"/>
                      <a:gd name="connsiteX4" fmla="*/ -1702 w 58713"/>
                      <a:gd name="connsiteY4" fmla="*/ 8473 h 94189"/>
                      <a:gd name="connsiteX5" fmla="*/ 17704 w 58713"/>
                      <a:gd name="connsiteY5" fmla="*/ 28263 h 94189"/>
                      <a:gd name="connsiteX6" fmla="*/ 33165 w 58713"/>
                      <a:gd name="connsiteY6" fmla="*/ 44305 h 94189"/>
                      <a:gd name="connsiteX7" fmla="*/ 41550 w 58713"/>
                      <a:gd name="connsiteY7" fmla="*/ 55726 h 94189"/>
                      <a:gd name="connsiteX8" fmla="*/ 43949 w 58713"/>
                      <a:gd name="connsiteY8" fmla="*/ 64927 h 94189"/>
                      <a:gd name="connsiteX9" fmla="*/ 38775 w 58713"/>
                      <a:gd name="connsiteY9" fmla="*/ 76944 h 94189"/>
                      <a:gd name="connsiteX10" fmla="*/ 25296 w 58713"/>
                      <a:gd name="connsiteY10" fmla="*/ 81604 h 94189"/>
                      <a:gd name="connsiteX11" fmla="*/ 12867 w 58713"/>
                      <a:gd name="connsiteY11" fmla="*/ 79561 h 94189"/>
                      <a:gd name="connsiteX12" fmla="*/ -1088 w 58713"/>
                      <a:gd name="connsiteY12" fmla="*/ 73355 h 94189"/>
                      <a:gd name="connsiteX13" fmla="*/ -1088 w 58713"/>
                      <a:gd name="connsiteY13" fmla="*/ 86006 h 94189"/>
                      <a:gd name="connsiteX14" fmla="*/ 13026 w 58713"/>
                      <a:gd name="connsiteY14" fmla="*/ 90586 h 94189"/>
                      <a:gd name="connsiteX15" fmla="*/ 25058 w 58713"/>
                      <a:gd name="connsiteY15" fmla="*/ 92133 h 94189"/>
                      <a:gd name="connsiteX16" fmla="*/ 47973 w 58713"/>
                      <a:gd name="connsiteY16" fmla="*/ 84935 h 94189"/>
                      <a:gd name="connsiteX17" fmla="*/ 56516 w 58713"/>
                      <a:gd name="connsiteY17" fmla="*/ 65740 h 94189"/>
                      <a:gd name="connsiteX18" fmla="*/ 54375 w 58713"/>
                      <a:gd name="connsiteY18" fmla="*/ 54913 h 94189"/>
                      <a:gd name="connsiteX19" fmla="*/ 46605 w 58713"/>
                      <a:gd name="connsiteY19" fmla="*/ 42877 h 94189"/>
                      <a:gd name="connsiteX20" fmla="*/ 36753 w 58713"/>
                      <a:gd name="connsiteY20" fmla="*/ 32486 h 94189"/>
                      <a:gd name="connsiteX21" fmla="*/ 13343 w 58713"/>
                      <a:gd name="connsiteY21" fmla="*/ 8473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343" y="8473"/>
                        </a:moveTo>
                        <a:lnTo>
                          <a:pt x="57011" y="8473"/>
                        </a:lnTo>
                        <a:lnTo>
                          <a:pt x="57011" y="-2057"/>
                        </a:lnTo>
                        <a:lnTo>
                          <a:pt x="-1702" y="-2057"/>
                        </a:lnTo>
                        <a:lnTo>
                          <a:pt x="-1702" y="8473"/>
                        </a:lnTo>
                        <a:cubicBezTo>
                          <a:pt x="3042" y="13391"/>
                          <a:pt x="9511" y="19987"/>
                          <a:pt x="17704" y="28263"/>
                        </a:cubicBezTo>
                        <a:cubicBezTo>
                          <a:pt x="25910" y="36551"/>
                          <a:pt x="31064" y="41899"/>
                          <a:pt x="33165" y="44305"/>
                        </a:cubicBezTo>
                        <a:cubicBezTo>
                          <a:pt x="37169" y="48799"/>
                          <a:pt x="39964" y="52607"/>
                          <a:pt x="41550" y="55726"/>
                        </a:cubicBezTo>
                        <a:cubicBezTo>
                          <a:pt x="43149" y="58846"/>
                          <a:pt x="43949" y="61913"/>
                          <a:pt x="43949" y="64927"/>
                        </a:cubicBezTo>
                        <a:cubicBezTo>
                          <a:pt x="43949" y="69845"/>
                          <a:pt x="42224" y="73850"/>
                          <a:pt x="38775" y="76944"/>
                        </a:cubicBezTo>
                        <a:cubicBezTo>
                          <a:pt x="35326" y="80050"/>
                          <a:pt x="30833" y="81604"/>
                          <a:pt x="25296" y="81604"/>
                        </a:cubicBezTo>
                        <a:cubicBezTo>
                          <a:pt x="21371" y="81604"/>
                          <a:pt x="17228" y="80923"/>
                          <a:pt x="12867" y="79561"/>
                        </a:cubicBezTo>
                        <a:cubicBezTo>
                          <a:pt x="8520" y="78200"/>
                          <a:pt x="3868" y="76131"/>
                          <a:pt x="-1088" y="73355"/>
                        </a:cubicBezTo>
                        <a:lnTo>
                          <a:pt x="-1088" y="86006"/>
                        </a:lnTo>
                        <a:cubicBezTo>
                          <a:pt x="3947" y="88028"/>
                          <a:pt x="8652" y="89555"/>
                          <a:pt x="13026" y="90586"/>
                        </a:cubicBezTo>
                        <a:cubicBezTo>
                          <a:pt x="17413" y="91618"/>
                          <a:pt x="21424" y="92133"/>
                          <a:pt x="25058" y="92133"/>
                        </a:cubicBezTo>
                        <a:cubicBezTo>
                          <a:pt x="34639" y="92133"/>
                          <a:pt x="42277" y="89734"/>
                          <a:pt x="47973" y="84935"/>
                        </a:cubicBezTo>
                        <a:cubicBezTo>
                          <a:pt x="53668" y="80150"/>
                          <a:pt x="56516" y="73751"/>
                          <a:pt x="56516" y="65740"/>
                        </a:cubicBezTo>
                        <a:cubicBezTo>
                          <a:pt x="56516" y="61933"/>
                          <a:pt x="55802" y="58324"/>
                          <a:pt x="54375" y="54913"/>
                        </a:cubicBezTo>
                        <a:cubicBezTo>
                          <a:pt x="52961" y="51516"/>
                          <a:pt x="50371" y="47504"/>
                          <a:pt x="46605" y="42877"/>
                        </a:cubicBezTo>
                        <a:cubicBezTo>
                          <a:pt x="45574" y="41674"/>
                          <a:pt x="42290" y="38210"/>
                          <a:pt x="36753" y="32486"/>
                        </a:cubicBezTo>
                        <a:cubicBezTo>
                          <a:pt x="31229" y="26762"/>
                          <a:pt x="23426" y="18758"/>
                          <a:pt x="13343" y="84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9" name="Freeform: Shape 178">
                    <a:extLst>
                      <a:ext uri="{FF2B5EF4-FFF2-40B4-BE49-F238E27FC236}">
                        <a16:creationId xmlns:a16="http://schemas.microsoft.com/office/drawing/2014/main" id="{E9A9B2FB-9475-89B7-B60B-7CFF1D8EC196}"/>
                      </a:ext>
                    </a:extLst>
                  </p:cNvPr>
                  <p:cNvSpPr/>
                  <p:nvPr/>
                </p:nvSpPr>
                <p:spPr>
                  <a:xfrm flipV="1">
                    <a:off x="6368440" y="5228057"/>
                    <a:ext cx="63926" cy="95994"/>
                  </a:xfrm>
                  <a:custGeom>
                    <a:avLst/>
                    <a:gdLst>
                      <a:gd name="connsiteX0" fmla="*/ 30173 w 63926"/>
                      <a:gd name="connsiteY0" fmla="*/ 84069 h 95994"/>
                      <a:gd name="connsiteX1" fmla="*/ 15644 w 63926"/>
                      <a:gd name="connsiteY1" fmla="*/ 74550 h 95994"/>
                      <a:gd name="connsiteX2" fmla="*/ 10787 w 63926"/>
                      <a:gd name="connsiteY2" fmla="*/ 45956 h 95994"/>
                      <a:gd name="connsiteX3" fmla="*/ 15644 w 63926"/>
                      <a:gd name="connsiteY3" fmla="*/ 17422 h 95994"/>
                      <a:gd name="connsiteX4" fmla="*/ 30173 w 63926"/>
                      <a:gd name="connsiteY4" fmla="*/ 7904 h 95994"/>
                      <a:gd name="connsiteX5" fmla="*/ 44763 w 63926"/>
                      <a:gd name="connsiteY5" fmla="*/ 17422 h 95994"/>
                      <a:gd name="connsiteX6" fmla="*/ 49639 w 63926"/>
                      <a:gd name="connsiteY6" fmla="*/ 45956 h 95994"/>
                      <a:gd name="connsiteX7" fmla="*/ 44763 w 63926"/>
                      <a:gd name="connsiteY7" fmla="*/ 74550 h 95994"/>
                      <a:gd name="connsiteX8" fmla="*/ 30173 w 63926"/>
                      <a:gd name="connsiteY8" fmla="*/ 84069 h 95994"/>
                      <a:gd name="connsiteX9" fmla="*/ 30173 w 63926"/>
                      <a:gd name="connsiteY9" fmla="*/ 93983 h 95994"/>
                      <a:gd name="connsiteX10" fmla="*/ 53940 w 63926"/>
                      <a:gd name="connsiteY10" fmla="*/ 81669 h 95994"/>
                      <a:gd name="connsiteX11" fmla="*/ 62147 w 63926"/>
                      <a:gd name="connsiteY11" fmla="*/ 45956 h 95994"/>
                      <a:gd name="connsiteX12" fmla="*/ 53940 w 63926"/>
                      <a:gd name="connsiteY12" fmla="*/ 10283 h 95994"/>
                      <a:gd name="connsiteX13" fmla="*/ 30173 w 63926"/>
                      <a:gd name="connsiteY13" fmla="*/ -2011 h 95994"/>
                      <a:gd name="connsiteX14" fmla="*/ 6426 w 63926"/>
                      <a:gd name="connsiteY14" fmla="*/ 10283 h 95994"/>
                      <a:gd name="connsiteX15" fmla="*/ -1780 w 63926"/>
                      <a:gd name="connsiteY15" fmla="*/ 45956 h 95994"/>
                      <a:gd name="connsiteX16" fmla="*/ 6426 w 63926"/>
                      <a:gd name="connsiteY16" fmla="*/ 81669 h 95994"/>
                      <a:gd name="connsiteX17" fmla="*/ 30173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73" y="84069"/>
                        </a:moveTo>
                        <a:cubicBezTo>
                          <a:pt x="23738" y="84069"/>
                          <a:pt x="18895" y="80896"/>
                          <a:pt x="15644" y="74550"/>
                        </a:cubicBezTo>
                        <a:cubicBezTo>
                          <a:pt x="12406" y="68218"/>
                          <a:pt x="10787" y="58687"/>
                          <a:pt x="10787" y="45956"/>
                        </a:cubicBezTo>
                        <a:cubicBezTo>
                          <a:pt x="10787" y="33279"/>
                          <a:pt x="12406" y="23767"/>
                          <a:pt x="15644" y="17422"/>
                        </a:cubicBezTo>
                        <a:cubicBezTo>
                          <a:pt x="18895" y="11076"/>
                          <a:pt x="23738" y="7904"/>
                          <a:pt x="30173" y="7904"/>
                        </a:cubicBezTo>
                        <a:cubicBezTo>
                          <a:pt x="36662" y="7904"/>
                          <a:pt x="41525" y="11076"/>
                          <a:pt x="44763" y="17422"/>
                        </a:cubicBezTo>
                        <a:cubicBezTo>
                          <a:pt x="48013" y="23767"/>
                          <a:pt x="49639" y="33279"/>
                          <a:pt x="49639" y="45956"/>
                        </a:cubicBezTo>
                        <a:cubicBezTo>
                          <a:pt x="49639" y="58687"/>
                          <a:pt x="48013" y="68218"/>
                          <a:pt x="44763" y="74550"/>
                        </a:cubicBezTo>
                        <a:cubicBezTo>
                          <a:pt x="41525" y="80896"/>
                          <a:pt x="36662" y="84069"/>
                          <a:pt x="30173" y="84069"/>
                        </a:cubicBezTo>
                        <a:close/>
                        <a:moveTo>
                          <a:pt x="30173" y="93983"/>
                        </a:moveTo>
                        <a:cubicBezTo>
                          <a:pt x="40547" y="93983"/>
                          <a:pt x="48469" y="89879"/>
                          <a:pt x="53940" y="81669"/>
                        </a:cubicBezTo>
                        <a:cubicBezTo>
                          <a:pt x="59411" y="73473"/>
                          <a:pt x="62147" y="61569"/>
                          <a:pt x="62147" y="45956"/>
                        </a:cubicBezTo>
                        <a:cubicBezTo>
                          <a:pt x="62147" y="30384"/>
                          <a:pt x="59411" y="18493"/>
                          <a:pt x="53940" y="10283"/>
                        </a:cubicBezTo>
                        <a:cubicBezTo>
                          <a:pt x="48469" y="2087"/>
                          <a:pt x="40547" y="-2011"/>
                          <a:pt x="30173" y="-2011"/>
                        </a:cubicBezTo>
                        <a:cubicBezTo>
                          <a:pt x="19813" y="-2011"/>
                          <a:pt x="11897" y="2087"/>
                          <a:pt x="6426" y="10283"/>
                        </a:cubicBezTo>
                        <a:cubicBezTo>
                          <a:pt x="955" y="18493"/>
                          <a:pt x="-1780" y="30384"/>
                          <a:pt x="-1780" y="45956"/>
                        </a:cubicBezTo>
                        <a:cubicBezTo>
                          <a:pt x="-1780" y="61569"/>
                          <a:pt x="955" y="73473"/>
                          <a:pt x="6426" y="81669"/>
                        </a:cubicBezTo>
                        <a:cubicBezTo>
                          <a:pt x="11897" y="89879"/>
                          <a:pt x="19813" y="93983"/>
                          <a:pt x="30173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80" name="Graphic 152">
                <a:extLst>
                  <a:ext uri="{FF2B5EF4-FFF2-40B4-BE49-F238E27FC236}">
                    <a16:creationId xmlns:a16="http://schemas.microsoft.com/office/drawing/2014/main" id="{2627F620-FEC8-4D8F-E389-8B9EBFB2CE0F}"/>
                  </a:ext>
                </a:extLst>
              </p:cNvPr>
              <p:cNvGrpSpPr/>
              <p:nvPr/>
            </p:nvGrpSpPr>
            <p:grpSpPr>
              <a:xfrm>
                <a:off x="6883631" y="5136981"/>
                <a:ext cx="223926" cy="187070"/>
                <a:chOff x="6883631" y="5136981"/>
                <a:chExt cx="223926" cy="187070"/>
              </a:xfrm>
              <a:solidFill>
                <a:srgbClr val="000000"/>
              </a:solidFill>
            </p:grpSpPr>
            <p:sp>
              <p:nvSpPr>
                <p:cNvPr id="181" name="Freeform: Shape 180">
                  <a:extLst>
                    <a:ext uri="{FF2B5EF4-FFF2-40B4-BE49-F238E27FC236}">
                      <a16:creationId xmlns:a16="http://schemas.microsoft.com/office/drawing/2014/main" id="{E48B0FE0-3C8A-16B7-F256-4901D5315056}"/>
                    </a:ext>
                  </a:extLst>
                </p:cNvPr>
                <p:cNvSpPr/>
                <p:nvPr/>
              </p:nvSpPr>
              <p:spPr>
                <a:xfrm>
                  <a:off x="6994913" y="5136981"/>
                  <a:ext cx="12686" cy="44417"/>
                </a:xfrm>
                <a:custGeom>
                  <a:avLst/>
                  <a:gdLst>
                    <a:gd name="connsiteX0" fmla="*/ 301 w 12686"/>
                    <a:gd name="connsiteY0" fmla="*/ 308 h 44417"/>
                    <a:gd name="connsiteX1" fmla="*/ 301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01" y="308"/>
                      </a:moveTo>
                      <a:lnTo>
                        <a:pt x="301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82" name="Graphic 152">
                  <a:extLst>
                    <a:ext uri="{FF2B5EF4-FFF2-40B4-BE49-F238E27FC236}">
                      <a16:creationId xmlns:a16="http://schemas.microsoft.com/office/drawing/2014/main" id="{452D34B9-D039-B327-3CC2-CDAC7D31F2C2}"/>
                    </a:ext>
                  </a:extLst>
                </p:cNvPr>
                <p:cNvGrpSpPr/>
                <p:nvPr/>
              </p:nvGrpSpPr>
              <p:grpSpPr>
                <a:xfrm>
                  <a:off x="6883631" y="5228057"/>
                  <a:ext cx="223926" cy="95994"/>
                  <a:chOff x="6883631" y="5228057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83" name="Freeform: Shape 182">
                    <a:extLst>
                      <a:ext uri="{FF2B5EF4-FFF2-40B4-BE49-F238E27FC236}">
                        <a16:creationId xmlns:a16="http://schemas.microsoft.com/office/drawing/2014/main" id="{D9CC878D-FC53-575A-9B53-6292C88B31B1}"/>
                      </a:ext>
                    </a:extLst>
                  </p:cNvPr>
                  <p:cNvSpPr/>
                  <p:nvPr/>
                </p:nvSpPr>
                <p:spPr>
                  <a:xfrm flipV="1">
                    <a:off x="6883631" y="5229723"/>
                    <a:ext cx="59843" cy="94328"/>
                  </a:xfrm>
                  <a:custGeom>
                    <a:avLst/>
                    <a:gdLst>
                      <a:gd name="connsiteX0" fmla="*/ 2196 w 59843"/>
                      <a:gd name="connsiteY0" fmla="*/ 92360 h 94328"/>
                      <a:gd name="connsiteX1" fmla="*/ 51316 w 59843"/>
                      <a:gd name="connsiteY1" fmla="*/ 92360 h 94328"/>
                      <a:gd name="connsiteX2" fmla="*/ 51316 w 59843"/>
                      <a:gd name="connsiteY2" fmla="*/ 81810 h 94328"/>
                      <a:gd name="connsiteX3" fmla="*/ 13654 w 59843"/>
                      <a:gd name="connsiteY3" fmla="*/ 81810 h 94328"/>
                      <a:gd name="connsiteX4" fmla="*/ 13654 w 59843"/>
                      <a:gd name="connsiteY4" fmla="*/ 59145 h 94328"/>
                      <a:gd name="connsiteX5" fmla="*/ 19085 w 59843"/>
                      <a:gd name="connsiteY5" fmla="*/ 60533 h 94328"/>
                      <a:gd name="connsiteX6" fmla="*/ 24556 w 59843"/>
                      <a:gd name="connsiteY6" fmla="*/ 60989 h 94328"/>
                      <a:gd name="connsiteX7" fmla="*/ 49076 w 59843"/>
                      <a:gd name="connsiteY7" fmla="*/ 52503 h 94328"/>
                      <a:gd name="connsiteX8" fmla="*/ 58135 w 59843"/>
                      <a:gd name="connsiteY8" fmla="*/ 29520 h 94328"/>
                      <a:gd name="connsiteX9" fmla="*/ 48838 w 59843"/>
                      <a:gd name="connsiteY9" fmla="*/ 6300 h 94328"/>
                      <a:gd name="connsiteX10" fmla="*/ 22633 w 59843"/>
                      <a:gd name="connsiteY10" fmla="*/ -1969 h 94328"/>
                      <a:gd name="connsiteX11" fmla="*/ 10760 w 59843"/>
                      <a:gd name="connsiteY11" fmla="*/ -977 h 94328"/>
                      <a:gd name="connsiteX12" fmla="*/ -1709 w 59843"/>
                      <a:gd name="connsiteY12" fmla="*/ 1997 h 94328"/>
                      <a:gd name="connsiteX13" fmla="*/ -1709 w 59843"/>
                      <a:gd name="connsiteY13" fmla="*/ 14589 h 94328"/>
                      <a:gd name="connsiteX14" fmla="*/ 9808 w 59843"/>
                      <a:gd name="connsiteY14" fmla="*/ 10068 h 94328"/>
                      <a:gd name="connsiteX15" fmla="*/ 22375 w 59843"/>
                      <a:gd name="connsiteY15" fmla="*/ 8580 h 94328"/>
                      <a:gd name="connsiteX16" fmla="*/ 39343 w 59843"/>
                      <a:gd name="connsiteY16" fmla="*/ 14212 h 94328"/>
                      <a:gd name="connsiteX17" fmla="*/ 45607 w 59843"/>
                      <a:gd name="connsiteY17" fmla="*/ 29520 h 94328"/>
                      <a:gd name="connsiteX18" fmla="*/ 39343 w 59843"/>
                      <a:gd name="connsiteY18" fmla="*/ 44809 h 94328"/>
                      <a:gd name="connsiteX19" fmla="*/ 22375 w 59843"/>
                      <a:gd name="connsiteY19" fmla="*/ 50460 h 94328"/>
                      <a:gd name="connsiteX20" fmla="*/ 12365 w 59843"/>
                      <a:gd name="connsiteY20" fmla="*/ 49350 h 94328"/>
                      <a:gd name="connsiteX21" fmla="*/ 2196 w 59843"/>
                      <a:gd name="connsiteY21" fmla="*/ 45879 h 94328"/>
                      <a:gd name="connsiteX22" fmla="*/ 2196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96" y="92360"/>
                        </a:moveTo>
                        <a:lnTo>
                          <a:pt x="51316" y="92360"/>
                        </a:lnTo>
                        <a:lnTo>
                          <a:pt x="51316" y="81810"/>
                        </a:lnTo>
                        <a:lnTo>
                          <a:pt x="13654" y="81810"/>
                        </a:lnTo>
                        <a:lnTo>
                          <a:pt x="13654" y="59145"/>
                        </a:lnTo>
                        <a:cubicBezTo>
                          <a:pt x="15464" y="59767"/>
                          <a:pt x="17275" y="60229"/>
                          <a:pt x="19085" y="60533"/>
                        </a:cubicBezTo>
                        <a:cubicBezTo>
                          <a:pt x="20909" y="60837"/>
                          <a:pt x="22732" y="60989"/>
                          <a:pt x="24556" y="60989"/>
                        </a:cubicBezTo>
                        <a:cubicBezTo>
                          <a:pt x="34877" y="60989"/>
                          <a:pt x="43050" y="58160"/>
                          <a:pt x="49076" y="52503"/>
                        </a:cubicBezTo>
                        <a:cubicBezTo>
                          <a:pt x="55115" y="46845"/>
                          <a:pt x="58135" y="39184"/>
                          <a:pt x="58135" y="29520"/>
                        </a:cubicBezTo>
                        <a:cubicBezTo>
                          <a:pt x="58135" y="19566"/>
                          <a:pt x="55036" y="11826"/>
                          <a:pt x="48838" y="6300"/>
                        </a:cubicBezTo>
                        <a:cubicBezTo>
                          <a:pt x="42640" y="787"/>
                          <a:pt x="33905" y="-1969"/>
                          <a:pt x="22633" y="-1969"/>
                        </a:cubicBezTo>
                        <a:cubicBezTo>
                          <a:pt x="18748" y="-1969"/>
                          <a:pt x="14790" y="-1638"/>
                          <a:pt x="10760" y="-977"/>
                        </a:cubicBezTo>
                        <a:cubicBezTo>
                          <a:pt x="6742" y="-316"/>
                          <a:pt x="2586" y="675"/>
                          <a:pt x="-1709" y="1997"/>
                        </a:cubicBezTo>
                        <a:lnTo>
                          <a:pt x="-1709" y="14589"/>
                        </a:lnTo>
                        <a:cubicBezTo>
                          <a:pt x="2005" y="12566"/>
                          <a:pt x="5844" y="11059"/>
                          <a:pt x="9808" y="10068"/>
                        </a:cubicBezTo>
                        <a:cubicBezTo>
                          <a:pt x="13773" y="9076"/>
                          <a:pt x="17962" y="8580"/>
                          <a:pt x="22375" y="8580"/>
                        </a:cubicBezTo>
                        <a:cubicBezTo>
                          <a:pt x="29525" y="8580"/>
                          <a:pt x="35181" y="10458"/>
                          <a:pt x="39343" y="14212"/>
                        </a:cubicBezTo>
                        <a:cubicBezTo>
                          <a:pt x="43519" y="17966"/>
                          <a:pt x="45607" y="23069"/>
                          <a:pt x="45607" y="29520"/>
                        </a:cubicBezTo>
                        <a:cubicBezTo>
                          <a:pt x="45607" y="35958"/>
                          <a:pt x="43519" y="41054"/>
                          <a:pt x="39343" y="44809"/>
                        </a:cubicBezTo>
                        <a:cubicBezTo>
                          <a:pt x="35181" y="48576"/>
                          <a:pt x="29525" y="50460"/>
                          <a:pt x="22375" y="50460"/>
                        </a:cubicBezTo>
                        <a:cubicBezTo>
                          <a:pt x="19032" y="50460"/>
                          <a:pt x="15695" y="50090"/>
                          <a:pt x="12365" y="49350"/>
                        </a:cubicBezTo>
                        <a:cubicBezTo>
                          <a:pt x="9048" y="48609"/>
                          <a:pt x="5659" y="47453"/>
                          <a:pt x="2196" y="45879"/>
                        </a:cubicBezTo>
                        <a:lnTo>
                          <a:pt x="2196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84" name="Freeform: Shape 183">
                    <a:extLst>
                      <a:ext uri="{FF2B5EF4-FFF2-40B4-BE49-F238E27FC236}">
                        <a16:creationId xmlns:a16="http://schemas.microsoft.com/office/drawing/2014/main" id="{E6970A1F-E285-1BC5-ADBC-7E6761154820}"/>
                      </a:ext>
                    </a:extLst>
                  </p:cNvPr>
                  <p:cNvSpPr/>
                  <p:nvPr/>
                </p:nvSpPr>
                <p:spPr>
                  <a:xfrm flipV="1">
                    <a:off x="6964226" y="5228057"/>
                    <a:ext cx="60874" cy="95994"/>
                  </a:xfrm>
                  <a:custGeom>
                    <a:avLst/>
                    <a:gdLst>
                      <a:gd name="connsiteX0" fmla="*/ 40083 w 60874"/>
                      <a:gd name="connsiteY0" fmla="*/ 49684 h 95994"/>
                      <a:gd name="connsiteX1" fmla="*/ 54097 w 60874"/>
                      <a:gd name="connsiteY1" fmla="*/ 41673 h 95994"/>
                      <a:gd name="connsiteX2" fmla="*/ 59152 w 60874"/>
                      <a:gd name="connsiteY2" fmla="*/ 26682 h 95994"/>
                      <a:gd name="connsiteX3" fmla="*/ 49736 w 60874"/>
                      <a:gd name="connsiteY3" fmla="*/ 5485 h 95994"/>
                      <a:gd name="connsiteX4" fmla="*/ 22976 w 60874"/>
                      <a:gd name="connsiteY4" fmla="*/ -2011 h 95994"/>
                      <a:gd name="connsiteX5" fmla="*/ 11004 w 60874"/>
                      <a:gd name="connsiteY5" fmla="*/ -861 h 95994"/>
                      <a:gd name="connsiteX6" fmla="*/ -1722 w 60874"/>
                      <a:gd name="connsiteY6" fmla="*/ 2589 h 95994"/>
                      <a:gd name="connsiteX7" fmla="*/ -1722 w 60874"/>
                      <a:gd name="connsiteY7" fmla="*/ 14666 h 95994"/>
                      <a:gd name="connsiteX8" fmla="*/ 9656 w 60874"/>
                      <a:gd name="connsiteY8" fmla="*/ 10085 h 95994"/>
                      <a:gd name="connsiteX9" fmla="*/ 22620 w 60874"/>
                      <a:gd name="connsiteY9" fmla="*/ 8538 h 95994"/>
                      <a:gd name="connsiteX10" fmla="*/ 40539 w 60874"/>
                      <a:gd name="connsiteY10" fmla="*/ 13178 h 95994"/>
                      <a:gd name="connsiteX11" fmla="*/ 46704 w 60874"/>
                      <a:gd name="connsiteY11" fmla="*/ 26682 h 95994"/>
                      <a:gd name="connsiteX12" fmla="*/ 40975 w 60874"/>
                      <a:gd name="connsiteY12" fmla="*/ 39472 h 95994"/>
                      <a:gd name="connsiteX13" fmla="*/ 25038 w 60874"/>
                      <a:gd name="connsiteY13" fmla="*/ 44092 h 95994"/>
                      <a:gd name="connsiteX14" fmla="*/ 14255 w 60874"/>
                      <a:gd name="connsiteY14" fmla="*/ 44092 h 95994"/>
                      <a:gd name="connsiteX15" fmla="*/ 14255 w 60874"/>
                      <a:gd name="connsiteY15" fmla="*/ 54384 h 95994"/>
                      <a:gd name="connsiteX16" fmla="*/ 25533 w 60874"/>
                      <a:gd name="connsiteY16" fmla="*/ 54384 h 95994"/>
                      <a:gd name="connsiteX17" fmla="*/ 39647 w 60874"/>
                      <a:gd name="connsiteY17" fmla="*/ 58072 h 95994"/>
                      <a:gd name="connsiteX18" fmla="*/ 44543 w 60874"/>
                      <a:gd name="connsiteY18" fmla="*/ 68701 h 95994"/>
                      <a:gd name="connsiteX19" fmla="*/ 39488 w 60874"/>
                      <a:gd name="connsiteY19" fmla="*/ 79627 h 95994"/>
                      <a:gd name="connsiteX20" fmla="*/ 25038 w 60874"/>
                      <a:gd name="connsiteY20" fmla="*/ 83454 h 95994"/>
                      <a:gd name="connsiteX21" fmla="*/ 13997 w 60874"/>
                      <a:gd name="connsiteY21" fmla="*/ 82324 h 95994"/>
                      <a:gd name="connsiteX22" fmla="*/ 1053 w 60874"/>
                      <a:gd name="connsiteY22" fmla="*/ 78873 h 95994"/>
                      <a:gd name="connsiteX23" fmla="*/ 1053 w 60874"/>
                      <a:gd name="connsiteY23" fmla="*/ 90017 h 95994"/>
                      <a:gd name="connsiteX24" fmla="*/ 14413 w 60874"/>
                      <a:gd name="connsiteY24" fmla="*/ 92992 h 95994"/>
                      <a:gd name="connsiteX25" fmla="*/ 26148 w 60874"/>
                      <a:gd name="connsiteY25" fmla="*/ 93983 h 95994"/>
                      <a:gd name="connsiteX26" fmla="*/ 48686 w 60874"/>
                      <a:gd name="connsiteY26" fmla="*/ 87499 h 95994"/>
                      <a:gd name="connsiteX27" fmla="*/ 56991 w 60874"/>
                      <a:gd name="connsiteY27" fmla="*/ 70009 h 95994"/>
                      <a:gd name="connsiteX28" fmla="*/ 52591 w 60874"/>
                      <a:gd name="connsiteY28" fmla="*/ 57021 h 95994"/>
                      <a:gd name="connsiteX29" fmla="*/ 40083 w 60874"/>
                      <a:gd name="connsiteY29" fmla="*/ 496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874" h="95994">
                        <a:moveTo>
                          <a:pt x="40083" y="49684"/>
                        </a:moveTo>
                        <a:cubicBezTo>
                          <a:pt x="46069" y="48402"/>
                          <a:pt x="50741" y="45732"/>
                          <a:pt x="54097" y="41673"/>
                        </a:cubicBezTo>
                        <a:cubicBezTo>
                          <a:pt x="57467" y="37628"/>
                          <a:pt x="59152" y="32631"/>
                          <a:pt x="59152" y="26682"/>
                        </a:cubicBezTo>
                        <a:cubicBezTo>
                          <a:pt x="59152" y="17561"/>
                          <a:pt x="56013" y="10495"/>
                          <a:pt x="49736" y="5485"/>
                        </a:cubicBezTo>
                        <a:cubicBezTo>
                          <a:pt x="43459" y="488"/>
                          <a:pt x="34539" y="-2011"/>
                          <a:pt x="22976" y="-2011"/>
                        </a:cubicBezTo>
                        <a:cubicBezTo>
                          <a:pt x="19104" y="-2011"/>
                          <a:pt x="15114" y="-1628"/>
                          <a:pt x="11004" y="-861"/>
                        </a:cubicBezTo>
                        <a:cubicBezTo>
                          <a:pt x="6894" y="-94"/>
                          <a:pt x="2652" y="1056"/>
                          <a:pt x="-1722" y="2589"/>
                        </a:cubicBezTo>
                        <a:lnTo>
                          <a:pt x="-1722" y="14666"/>
                        </a:lnTo>
                        <a:cubicBezTo>
                          <a:pt x="1740" y="12643"/>
                          <a:pt x="5533" y="11116"/>
                          <a:pt x="9656" y="10085"/>
                        </a:cubicBezTo>
                        <a:cubicBezTo>
                          <a:pt x="13792" y="9054"/>
                          <a:pt x="18113" y="8538"/>
                          <a:pt x="22620" y="8538"/>
                        </a:cubicBezTo>
                        <a:cubicBezTo>
                          <a:pt x="30456" y="8538"/>
                          <a:pt x="36429" y="10085"/>
                          <a:pt x="40539" y="13178"/>
                        </a:cubicBezTo>
                        <a:cubicBezTo>
                          <a:pt x="44649" y="16272"/>
                          <a:pt x="46704" y="20773"/>
                          <a:pt x="46704" y="26682"/>
                        </a:cubicBezTo>
                        <a:cubicBezTo>
                          <a:pt x="46704" y="32142"/>
                          <a:pt x="44794" y="36405"/>
                          <a:pt x="40975" y="39472"/>
                        </a:cubicBezTo>
                        <a:cubicBezTo>
                          <a:pt x="37156" y="42552"/>
                          <a:pt x="31843" y="44092"/>
                          <a:pt x="25038" y="44092"/>
                        </a:cubicBezTo>
                        <a:lnTo>
                          <a:pt x="14255" y="44092"/>
                        </a:lnTo>
                        <a:lnTo>
                          <a:pt x="14255" y="54384"/>
                        </a:lnTo>
                        <a:lnTo>
                          <a:pt x="25533" y="54384"/>
                        </a:lnTo>
                        <a:cubicBezTo>
                          <a:pt x="31678" y="54384"/>
                          <a:pt x="36383" y="55613"/>
                          <a:pt x="39647" y="58072"/>
                        </a:cubicBezTo>
                        <a:cubicBezTo>
                          <a:pt x="42911" y="60531"/>
                          <a:pt x="44543" y="64074"/>
                          <a:pt x="44543" y="68701"/>
                        </a:cubicBezTo>
                        <a:cubicBezTo>
                          <a:pt x="44543" y="73447"/>
                          <a:pt x="42858" y="77089"/>
                          <a:pt x="39488" y="79627"/>
                        </a:cubicBezTo>
                        <a:cubicBezTo>
                          <a:pt x="36132" y="82178"/>
                          <a:pt x="31315" y="83454"/>
                          <a:pt x="25038" y="83454"/>
                        </a:cubicBezTo>
                        <a:cubicBezTo>
                          <a:pt x="21602" y="83454"/>
                          <a:pt x="17922" y="83077"/>
                          <a:pt x="13997" y="82324"/>
                        </a:cubicBezTo>
                        <a:cubicBezTo>
                          <a:pt x="10072" y="81583"/>
                          <a:pt x="5757" y="80433"/>
                          <a:pt x="1053" y="78873"/>
                        </a:cubicBezTo>
                        <a:lnTo>
                          <a:pt x="1053" y="90017"/>
                        </a:lnTo>
                        <a:cubicBezTo>
                          <a:pt x="5810" y="91339"/>
                          <a:pt x="10264" y="92331"/>
                          <a:pt x="14413" y="92992"/>
                        </a:cubicBezTo>
                        <a:cubicBezTo>
                          <a:pt x="18563" y="93653"/>
                          <a:pt x="22474" y="93983"/>
                          <a:pt x="26148" y="93983"/>
                        </a:cubicBezTo>
                        <a:cubicBezTo>
                          <a:pt x="35649" y="93983"/>
                          <a:pt x="43162" y="91822"/>
                          <a:pt x="48686" y="87499"/>
                        </a:cubicBezTo>
                        <a:cubicBezTo>
                          <a:pt x="54223" y="83189"/>
                          <a:pt x="56991" y="77360"/>
                          <a:pt x="56991" y="70009"/>
                        </a:cubicBezTo>
                        <a:cubicBezTo>
                          <a:pt x="56991" y="64880"/>
                          <a:pt x="55524" y="60551"/>
                          <a:pt x="52591" y="57021"/>
                        </a:cubicBezTo>
                        <a:cubicBezTo>
                          <a:pt x="49657" y="53492"/>
                          <a:pt x="45488" y="51046"/>
                          <a:pt x="40083" y="496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85" name="Freeform: Shape 184">
                    <a:extLst>
                      <a:ext uri="{FF2B5EF4-FFF2-40B4-BE49-F238E27FC236}">
                        <a16:creationId xmlns:a16="http://schemas.microsoft.com/office/drawing/2014/main" id="{EB14B1B8-C2BE-170F-7FCD-5C648CAC2016}"/>
                      </a:ext>
                    </a:extLst>
                  </p:cNvPr>
                  <p:cNvSpPr/>
                  <p:nvPr/>
                </p:nvSpPr>
                <p:spPr>
                  <a:xfrm flipV="1">
                    <a:off x="7043631" y="5228057"/>
                    <a:ext cx="63926" cy="95994"/>
                  </a:xfrm>
                  <a:custGeom>
                    <a:avLst/>
                    <a:gdLst>
                      <a:gd name="connsiteX0" fmla="*/ 30227 w 63926"/>
                      <a:gd name="connsiteY0" fmla="*/ 84069 h 95994"/>
                      <a:gd name="connsiteX1" fmla="*/ 15697 w 63926"/>
                      <a:gd name="connsiteY1" fmla="*/ 74550 h 95994"/>
                      <a:gd name="connsiteX2" fmla="*/ 10841 w 63926"/>
                      <a:gd name="connsiteY2" fmla="*/ 45956 h 95994"/>
                      <a:gd name="connsiteX3" fmla="*/ 15697 w 63926"/>
                      <a:gd name="connsiteY3" fmla="*/ 17422 h 95994"/>
                      <a:gd name="connsiteX4" fmla="*/ 30227 w 63926"/>
                      <a:gd name="connsiteY4" fmla="*/ 7904 h 95994"/>
                      <a:gd name="connsiteX5" fmla="*/ 44816 w 63926"/>
                      <a:gd name="connsiteY5" fmla="*/ 17422 h 95994"/>
                      <a:gd name="connsiteX6" fmla="*/ 49692 w 63926"/>
                      <a:gd name="connsiteY6" fmla="*/ 45956 h 95994"/>
                      <a:gd name="connsiteX7" fmla="*/ 44816 w 63926"/>
                      <a:gd name="connsiteY7" fmla="*/ 74550 h 95994"/>
                      <a:gd name="connsiteX8" fmla="*/ 30227 w 63926"/>
                      <a:gd name="connsiteY8" fmla="*/ 84069 h 95994"/>
                      <a:gd name="connsiteX9" fmla="*/ 30227 w 63926"/>
                      <a:gd name="connsiteY9" fmla="*/ 93983 h 95994"/>
                      <a:gd name="connsiteX10" fmla="*/ 53994 w 63926"/>
                      <a:gd name="connsiteY10" fmla="*/ 81669 h 95994"/>
                      <a:gd name="connsiteX11" fmla="*/ 62200 w 63926"/>
                      <a:gd name="connsiteY11" fmla="*/ 45956 h 95994"/>
                      <a:gd name="connsiteX12" fmla="*/ 53994 w 63926"/>
                      <a:gd name="connsiteY12" fmla="*/ 10283 h 95994"/>
                      <a:gd name="connsiteX13" fmla="*/ 30227 w 63926"/>
                      <a:gd name="connsiteY13" fmla="*/ -2011 h 95994"/>
                      <a:gd name="connsiteX14" fmla="*/ 6480 w 63926"/>
                      <a:gd name="connsiteY14" fmla="*/ 10283 h 95994"/>
                      <a:gd name="connsiteX15" fmla="*/ -1727 w 63926"/>
                      <a:gd name="connsiteY15" fmla="*/ 45956 h 95994"/>
                      <a:gd name="connsiteX16" fmla="*/ 6480 w 63926"/>
                      <a:gd name="connsiteY16" fmla="*/ 81669 h 95994"/>
                      <a:gd name="connsiteX17" fmla="*/ 30227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27" y="84069"/>
                        </a:moveTo>
                        <a:cubicBezTo>
                          <a:pt x="23791" y="84069"/>
                          <a:pt x="18948" y="80896"/>
                          <a:pt x="15697" y="74550"/>
                        </a:cubicBezTo>
                        <a:cubicBezTo>
                          <a:pt x="12459" y="68218"/>
                          <a:pt x="10841" y="58687"/>
                          <a:pt x="10841" y="45956"/>
                        </a:cubicBezTo>
                        <a:cubicBezTo>
                          <a:pt x="10841" y="33279"/>
                          <a:pt x="12459" y="23767"/>
                          <a:pt x="15697" y="17422"/>
                        </a:cubicBezTo>
                        <a:cubicBezTo>
                          <a:pt x="18948" y="11076"/>
                          <a:pt x="23791" y="7904"/>
                          <a:pt x="30227" y="7904"/>
                        </a:cubicBezTo>
                        <a:cubicBezTo>
                          <a:pt x="36715" y="7904"/>
                          <a:pt x="41578" y="11076"/>
                          <a:pt x="44816" y="17422"/>
                        </a:cubicBezTo>
                        <a:cubicBezTo>
                          <a:pt x="48067" y="23767"/>
                          <a:pt x="49692" y="33279"/>
                          <a:pt x="49692" y="45956"/>
                        </a:cubicBezTo>
                        <a:cubicBezTo>
                          <a:pt x="49692" y="58687"/>
                          <a:pt x="48067" y="68218"/>
                          <a:pt x="44816" y="74550"/>
                        </a:cubicBezTo>
                        <a:cubicBezTo>
                          <a:pt x="41578" y="80896"/>
                          <a:pt x="36715" y="84069"/>
                          <a:pt x="30227" y="84069"/>
                        </a:cubicBezTo>
                        <a:close/>
                        <a:moveTo>
                          <a:pt x="30227" y="93983"/>
                        </a:moveTo>
                        <a:cubicBezTo>
                          <a:pt x="40600" y="93983"/>
                          <a:pt x="48523" y="89879"/>
                          <a:pt x="53994" y="81669"/>
                        </a:cubicBezTo>
                        <a:cubicBezTo>
                          <a:pt x="59464" y="73473"/>
                          <a:pt x="62200" y="61569"/>
                          <a:pt x="62200" y="45956"/>
                        </a:cubicBezTo>
                        <a:cubicBezTo>
                          <a:pt x="62200" y="30384"/>
                          <a:pt x="59464" y="18493"/>
                          <a:pt x="53994" y="10283"/>
                        </a:cubicBezTo>
                        <a:cubicBezTo>
                          <a:pt x="48523" y="2087"/>
                          <a:pt x="40600" y="-2011"/>
                          <a:pt x="30227" y="-2011"/>
                        </a:cubicBezTo>
                        <a:cubicBezTo>
                          <a:pt x="19866" y="-2011"/>
                          <a:pt x="11951" y="2087"/>
                          <a:pt x="6480" y="10283"/>
                        </a:cubicBezTo>
                        <a:cubicBezTo>
                          <a:pt x="1009" y="18493"/>
                          <a:pt x="-1727" y="30384"/>
                          <a:pt x="-1727" y="45956"/>
                        </a:cubicBezTo>
                        <a:cubicBezTo>
                          <a:pt x="-1727" y="61569"/>
                          <a:pt x="1009" y="73473"/>
                          <a:pt x="6480" y="81669"/>
                        </a:cubicBezTo>
                        <a:cubicBezTo>
                          <a:pt x="11951" y="89879"/>
                          <a:pt x="19866" y="93983"/>
                          <a:pt x="30227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86" name="Graphic 152">
                <a:extLst>
                  <a:ext uri="{FF2B5EF4-FFF2-40B4-BE49-F238E27FC236}">
                    <a16:creationId xmlns:a16="http://schemas.microsoft.com/office/drawing/2014/main" id="{13B3B54A-B8CF-D0BE-5CED-3D84C3837F5A}"/>
                  </a:ext>
                </a:extLst>
              </p:cNvPr>
              <p:cNvGrpSpPr/>
              <p:nvPr/>
            </p:nvGrpSpPr>
            <p:grpSpPr>
              <a:xfrm>
                <a:off x="7558822" y="5136981"/>
                <a:ext cx="223926" cy="187070"/>
                <a:chOff x="7558822" y="5136981"/>
                <a:chExt cx="223926" cy="187070"/>
              </a:xfrm>
              <a:solidFill>
                <a:srgbClr val="000000"/>
              </a:solidFill>
            </p:grpSpPr>
            <p:sp>
              <p:nvSpPr>
                <p:cNvPr id="187" name="Freeform: Shape 186">
                  <a:extLst>
                    <a:ext uri="{FF2B5EF4-FFF2-40B4-BE49-F238E27FC236}">
                      <a16:creationId xmlns:a16="http://schemas.microsoft.com/office/drawing/2014/main" id="{7873BDA9-50DD-E7E9-89FC-DADE35008A08}"/>
                    </a:ext>
                  </a:extLst>
                </p:cNvPr>
                <p:cNvSpPr/>
                <p:nvPr/>
              </p:nvSpPr>
              <p:spPr>
                <a:xfrm>
                  <a:off x="7670104" y="5136981"/>
                  <a:ext cx="12686" cy="44417"/>
                </a:xfrm>
                <a:custGeom>
                  <a:avLst/>
                  <a:gdLst>
                    <a:gd name="connsiteX0" fmla="*/ 355 w 12686"/>
                    <a:gd name="connsiteY0" fmla="*/ 308 h 44417"/>
                    <a:gd name="connsiteX1" fmla="*/ 355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55" y="308"/>
                      </a:moveTo>
                      <a:lnTo>
                        <a:pt x="355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88" name="Graphic 152">
                  <a:extLst>
                    <a:ext uri="{FF2B5EF4-FFF2-40B4-BE49-F238E27FC236}">
                      <a16:creationId xmlns:a16="http://schemas.microsoft.com/office/drawing/2014/main" id="{213E564C-A8C7-3E5A-236F-DC55809F8640}"/>
                    </a:ext>
                  </a:extLst>
                </p:cNvPr>
                <p:cNvGrpSpPr/>
                <p:nvPr/>
              </p:nvGrpSpPr>
              <p:grpSpPr>
                <a:xfrm>
                  <a:off x="7558822" y="5228057"/>
                  <a:ext cx="223926" cy="95994"/>
                  <a:chOff x="7558822" y="5228057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89" name="Freeform: Shape 188">
                    <a:extLst>
                      <a:ext uri="{FF2B5EF4-FFF2-40B4-BE49-F238E27FC236}">
                        <a16:creationId xmlns:a16="http://schemas.microsoft.com/office/drawing/2014/main" id="{7C4A4B21-37C9-B2E6-D2B8-A8DC8820F0AA}"/>
                      </a:ext>
                    </a:extLst>
                  </p:cNvPr>
                  <p:cNvSpPr/>
                  <p:nvPr/>
                </p:nvSpPr>
                <p:spPr>
                  <a:xfrm flipV="1">
                    <a:off x="7558822" y="5229723"/>
                    <a:ext cx="59843" cy="94328"/>
                  </a:xfrm>
                  <a:custGeom>
                    <a:avLst/>
                    <a:gdLst>
                      <a:gd name="connsiteX0" fmla="*/ 2250 w 59843"/>
                      <a:gd name="connsiteY0" fmla="*/ 92360 h 94328"/>
                      <a:gd name="connsiteX1" fmla="*/ 51369 w 59843"/>
                      <a:gd name="connsiteY1" fmla="*/ 92360 h 94328"/>
                      <a:gd name="connsiteX2" fmla="*/ 51369 w 59843"/>
                      <a:gd name="connsiteY2" fmla="*/ 81810 h 94328"/>
                      <a:gd name="connsiteX3" fmla="*/ 13707 w 59843"/>
                      <a:gd name="connsiteY3" fmla="*/ 81810 h 94328"/>
                      <a:gd name="connsiteX4" fmla="*/ 13707 w 59843"/>
                      <a:gd name="connsiteY4" fmla="*/ 59145 h 94328"/>
                      <a:gd name="connsiteX5" fmla="*/ 19138 w 59843"/>
                      <a:gd name="connsiteY5" fmla="*/ 60533 h 94328"/>
                      <a:gd name="connsiteX6" fmla="*/ 24609 w 59843"/>
                      <a:gd name="connsiteY6" fmla="*/ 60989 h 94328"/>
                      <a:gd name="connsiteX7" fmla="*/ 49129 w 59843"/>
                      <a:gd name="connsiteY7" fmla="*/ 52503 h 94328"/>
                      <a:gd name="connsiteX8" fmla="*/ 58188 w 59843"/>
                      <a:gd name="connsiteY8" fmla="*/ 29520 h 94328"/>
                      <a:gd name="connsiteX9" fmla="*/ 48891 w 59843"/>
                      <a:gd name="connsiteY9" fmla="*/ 6300 h 94328"/>
                      <a:gd name="connsiteX10" fmla="*/ 22686 w 59843"/>
                      <a:gd name="connsiteY10" fmla="*/ -1969 h 94328"/>
                      <a:gd name="connsiteX11" fmla="*/ 10813 w 59843"/>
                      <a:gd name="connsiteY11" fmla="*/ -977 h 94328"/>
                      <a:gd name="connsiteX12" fmla="*/ -1655 w 59843"/>
                      <a:gd name="connsiteY12" fmla="*/ 1997 h 94328"/>
                      <a:gd name="connsiteX13" fmla="*/ -1655 w 59843"/>
                      <a:gd name="connsiteY13" fmla="*/ 14589 h 94328"/>
                      <a:gd name="connsiteX14" fmla="*/ 9861 w 59843"/>
                      <a:gd name="connsiteY14" fmla="*/ 10068 h 94328"/>
                      <a:gd name="connsiteX15" fmla="*/ 22429 w 59843"/>
                      <a:gd name="connsiteY15" fmla="*/ 8580 h 94328"/>
                      <a:gd name="connsiteX16" fmla="*/ 39397 w 59843"/>
                      <a:gd name="connsiteY16" fmla="*/ 14212 h 94328"/>
                      <a:gd name="connsiteX17" fmla="*/ 45660 w 59843"/>
                      <a:gd name="connsiteY17" fmla="*/ 29520 h 94328"/>
                      <a:gd name="connsiteX18" fmla="*/ 39397 w 59843"/>
                      <a:gd name="connsiteY18" fmla="*/ 44809 h 94328"/>
                      <a:gd name="connsiteX19" fmla="*/ 22429 w 59843"/>
                      <a:gd name="connsiteY19" fmla="*/ 50460 h 94328"/>
                      <a:gd name="connsiteX20" fmla="*/ 12418 w 59843"/>
                      <a:gd name="connsiteY20" fmla="*/ 49350 h 94328"/>
                      <a:gd name="connsiteX21" fmla="*/ 2250 w 59843"/>
                      <a:gd name="connsiteY21" fmla="*/ 45879 h 94328"/>
                      <a:gd name="connsiteX22" fmla="*/ 2250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50" y="92360"/>
                        </a:moveTo>
                        <a:lnTo>
                          <a:pt x="51369" y="92360"/>
                        </a:lnTo>
                        <a:lnTo>
                          <a:pt x="51369" y="81810"/>
                        </a:lnTo>
                        <a:lnTo>
                          <a:pt x="13707" y="81810"/>
                        </a:lnTo>
                        <a:lnTo>
                          <a:pt x="13707" y="59145"/>
                        </a:lnTo>
                        <a:cubicBezTo>
                          <a:pt x="15517" y="59767"/>
                          <a:pt x="17328" y="60229"/>
                          <a:pt x="19138" y="60533"/>
                        </a:cubicBezTo>
                        <a:cubicBezTo>
                          <a:pt x="20962" y="60837"/>
                          <a:pt x="22785" y="60989"/>
                          <a:pt x="24609" y="60989"/>
                        </a:cubicBezTo>
                        <a:cubicBezTo>
                          <a:pt x="34930" y="60989"/>
                          <a:pt x="43103" y="58160"/>
                          <a:pt x="49129" y="52503"/>
                        </a:cubicBezTo>
                        <a:cubicBezTo>
                          <a:pt x="55168" y="46845"/>
                          <a:pt x="58188" y="39184"/>
                          <a:pt x="58188" y="29520"/>
                        </a:cubicBezTo>
                        <a:cubicBezTo>
                          <a:pt x="58188" y="19566"/>
                          <a:pt x="55089" y="11826"/>
                          <a:pt x="48891" y="6300"/>
                        </a:cubicBezTo>
                        <a:cubicBezTo>
                          <a:pt x="42694" y="787"/>
                          <a:pt x="33959" y="-1969"/>
                          <a:pt x="22686" y="-1969"/>
                        </a:cubicBezTo>
                        <a:cubicBezTo>
                          <a:pt x="18801" y="-1969"/>
                          <a:pt x="14843" y="-1638"/>
                          <a:pt x="10813" y="-977"/>
                        </a:cubicBezTo>
                        <a:cubicBezTo>
                          <a:pt x="6796" y="-316"/>
                          <a:pt x="2639" y="675"/>
                          <a:pt x="-1655" y="1997"/>
                        </a:cubicBezTo>
                        <a:lnTo>
                          <a:pt x="-1655" y="14589"/>
                        </a:lnTo>
                        <a:cubicBezTo>
                          <a:pt x="2058" y="12566"/>
                          <a:pt x="5897" y="11059"/>
                          <a:pt x="9861" y="10068"/>
                        </a:cubicBezTo>
                        <a:cubicBezTo>
                          <a:pt x="13826" y="9076"/>
                          <a:pt x="18015" y="8580"/>
                          <a:pt x="22429" y="8580"/>
                        </a:cubicBezTo>
                        <a:cubicBezTo>
                          <a:pt x="29578" y="8580"/>
                          <a:pt x="35234" y="10458"/>
                          <a:pt x="39397" y="14212"/>
                        </a:cubicBezTo>
                        <a:cubicBezTo>
                          <a:pt x="43572" y="17966"/>
                          <a:pt x="45660" y="23069"/>
                          <a:pt x="45660" y="29520"/>
                        </a:cubicBezTo>
                        <a:cubicBezTo>
                          <a:pt x="45660" y="35958"/>
                          <a:pt x="43572" y="41054"/>
                          <a:pt x="39397" y="44809"/>
                        </a:cubicBezTo>
                        <a:cubicBezTo>
                          <a:pt x="35234" y="48576"/>
                          <a:pt x="29578" y="50460"/>
                          <a:pt x="22429" y="50460"/>
                        </a:cubicBezTo>
                        <a:cubicBezTo>
                          <a:pt x="19085" y="50460"/>
                          <a:pt x="15749" y="50090"/>
                          <a:pt x="12418" y="49350"/>
                        </a:cubicBezTo>
                        <a:cubicBezTo>
                          <a:pt x="9102" y="48609"/>
                          <a:pt x="5712" y="47453"/>
                          <a:pt x="2250" y="45879"/>
                        </a:cubicBezTo>
                        <a:lnTo>
                          <a:pt x="2250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0" name="Freeform: Shape 189">
                    <a:extLst>
                      <a:ext uri="{FF2B5EF4-FFF2-40B4-BE49-F238E27FC236}">
                        <a16:creationId xmlns:a16="http://schemas.microsoft.com/office/drawing/2014/main" id="{D9C8EC89-0B97-C98E-0A05-A92852739CB5}"/>
                      </a:ext>
                    </a:extLst>
                  </p:cNvPr>
                  <p:cNvSpPr/>
                  <p:nvPr/>
                </p:nvSpPr>
                <p:spPr>
                  <a:xfrm flipV="1">
                    <a:off x="7635948" y="5229723"/>
                    <a:ext cx="67395" cy="92524"/>
                  </a:xfrm>
                  <a:custGeom>
                    <a:avLst/>
                    <a:gdLst>
                      <a:gd name="connsiteX0" fmla="*/ 40087 w 67395"/>
                      <a:gd name="connsiteY0" fmla="*/ 79603 h 92524"/>
                      <a:gd name="connsiteX1" fmla="*/ 8491 w 67395"/>
                      <a:gd name="connsiteY1" fmla="*/ 30208 h 92524"/>
                      <a:gd name="connsiteX2" fmla="*/ 40087 w 67395"/>
                      <a:gd name="connsiteY2" fmla="*/ 30208 h 92524"/>
                      <a:gd name="connsiteX3" fmla="*/ 40087 w 67395"/>
                      <a:gd name="connsiteY3" fmla="*/ 79603 h 92524"/>
                      <a:gd name="connsiteX4" fmla="*/ 36797 w 67395"/>
                      <a:gd name="connsiteY4" fmla="*/ 90510 h 92524"/>
                      <a:gd name="connsiteX5" fmla="*/ 52536 w 67395"/>
                      <a:gd name="connsiteY5" fmla="*/ 90510 h 92524"/>
                      <a:gd name="connsiteX6" fmla="*/ 52536 w 67395"/>
                      <a:gd name="connsiteY6" fmla="*/ 30208 h 92524"/>
                      <a:gd name="connsiteX7" fmla="*/ 65737 w 67395"/>
                      <a:gd name="connsiteY7" fmla="*/ 30208 h 92524"/>
                      <a:gd name="connsiteX8" fmla="*/ 65737 w 67395"/>
                      <a:gd name="connsiteY8" fmla="*/ 19798 h 92524"/>
                      <a:gd name="connsiteX9" fmla="*/ 52536 w 67395"/>
                      <a:gd name="connsiteY9" fmla="*/ 19798 h 92524"/>
                      <a:gd name="connsiteX10" fmla="*/ 52536 w 67395"/>
                      <a:gd name="connsiteY10" fmla="*/ -2014 h 92524"/>
                      <a:gd name="connsiteX11" fmla="*/ 40087 w 67395"/>
                      <a:gd name="connsiteY11" fmla="*/ -2014 h 92524"/>
                      <a:gd name="connsiteX12" fmla="*/ 40087 w 67395"/>
                      <a:gd name="connsiteY12" fmla="*/ 19798 h 92524"/>
                      <a:gd name="connsiteX13" fmla="*/ -1658 w 67395"/>
                      <a:gd name="connsiteY13" fmla="*/ 19798 h 92524"/>
                      <a:gd name="connsiteX14" fmla="*/ -1658 w 67395"/>
                      <a:gd name="connsiteY14" fmla="*/ 31874 h 92524"/>
                      <a:gd name="connsiteX15" fmla="*/ 36797 w 67395"/>
                      <a:gd name="connsiteY15" fmla="*/ 905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40087" y="79603"/>
                        </a:moveTo>
                        <a:lnTo>
                          <a:pt x="8491" y="30208"/>
                        </a:lnTo>
                        <a:lnTo>
                          <a:pt x="40087" y="30208"/>
                        </a:lnTo>
                        <a:lnTo>
                          <a:pt x="40087" y="79603"/>
                        </a:lnTo>
                        <a:close/>
                        <a:moveTo>
                          <a:pt x="36797" y="90510"/>
                        </a:moveTo>
                        <a:lnTo>
                          <a:pt x="52536" y="90510"/>
                        </a:lnTo>
                        <a:lnTo>
                          <a:pt x="52536" y="30208"/>
                        </a:lnTo>
                        <a:lnTo>
                          <a:pt x="65737" y="30208"/>
                        </a:lnTo>
                        <a:lnTo>
                          <a:pt x="65737" y="19798"/>
                        </a:lnTo>
                        <a:lnTo>
                          <a:pt x="52536" y="19798"/>
                        </a:lnTo>
                        <a:lnTo>
                          <a:pt x="52536" y="-2014"/>
                        </a:lnTo>
                        <a:lnTo>
                          <a:pt x="40087" y="-2014"/>
                        </a:lnTo>
                        <a:lnTo>
                          <a:pt x="40087" y="19798"/>
                        </a:lnTo>
                        <a:lnTo>
                          <a:pt x="-1658" y="19798"/>
                        </a:lnTo>
                        <a:lnTo>
                          <a:pt x="-1658" y="31874"/>
                        </a:lnTo>
                        <a:lnTo>
                          <a:pt x="36797" y="905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1" name="Freeform: Shape 190">
                    <a:extLst>
                      <a:ext uri="{FF2B5EF4-FFF2-40B4-BE49-F238E27FC236}">
                        <a16:creationId xmlns:a16="http://schemas.microsoft.com/office/drawing/2014/main" id="{DE60A494-6B8A-E02B-2761-EB8176353CF3}"/>
                      </a:ext>
                    </a:extLst>
                  </p:cNvPr>
                  <p:cNvSpPr/>
                  <p:nvPr/>
                </p:nvSpPr>
                <p:spPr>
                  <a:xfrm flipV="1">
                    <a:off x="7718822" y="5228057"/>
                    <a:ext cx="63926" cy="95994"/>
                  </a:xfrm>
                  <a:custGeom>
                    <a:avLst/>
                    <a:gdLst>
                      <a:gd name="connsiteX0" fmla="*/ 30280 w 63926"/>
                      <a:gd name="connsiteY0" fmla="*/ 84069 h 95994"/>
                      <a:gd name="connsiteX1" fmla="*/ 15750 w 63926"/>
                      <a:gd name="connsiteY1" fmla="*/ 74550 h 95994"/>
                      <a:gd name="connsiteX2" fmla="*/ 10894 w 63926"/>
                      <a:gd name="connsiteY2" fmla="*/ 45956 h 95994"/>
                      <a:gd name="connsiteX3" fmla="*/ 15750 w 63926"/>
                      <a:gd name="connsiteY3" fmla="*/ 17422 h 95994"/>
                      <a:gd name="connsiteX4" fmla="*/ 30280 w 63926"/>
                      <a:gd name="connsiteY4" fmla="*/ 7904 h 95994"/>
                      <a:gd name="connsiteX5" fmla="*/ 44869 w 63926"/>
                      <a:gd name="connsiteY5" fmla="*/ 17422 h 95994"/>
                      <a:gd name="connsiteX6" fmla="*/ 49745 w 63926"/>
                      <a:gd name="connsiteY6" fmla="*/ 45956 h 95994"/>
                      <a:gd name="connsiteX7" fmla="*/ 44869 w 63926"/>
                      <a:gd name="connsiteY7" fmla="*/ 74550 h 95994"/>
                      <a:gd name="connsiteX8" fmla="*/ 30280 w 63926"/>
                      <a:gd name="connsiteY8" fmla="*/ 84069 h 95994"/>
                      <a:gd name="connsiteX9" fmla="*/ 30280 w 63926"/>
                      <a:gd name="connsiteY9" fmla="*/ 93983 h 95994"/>
                      <a:gd name="connsiteX10" fmla="*/ 54047 w 63926"/>
                      <a:gd name="connsiteY10" fmla="*/ 81669 h 95994"/>
                      <a:gd name="connsiteX11" fmla="*/ 62253 w 63926"/>
                      <a:gd name="connsiteY11" fmla="*/ 45956 h 95994"/>
                      <a:gd name="connsiteX12" fmla="*/ 54047 w 63926"/>
                      <a:gd name="connsiteY12" fmla="*/ 10283 h 95994"/>
                      <a:gd name="connsiteX13" fmla="*/ 30280 w 63926"/>
                      <a:gd name="connsiteY13" fmla="*/ -2011 h 95994"/>
                      <a:gd name="connsiteX14" fmla="*/ 6533 w 63926"/>
                      <a:gd name="connsiteY14" fmla="*/ 10283 h 95994"/>
                      <a:gd name="connsiteX15" fmla="*/ -1674 w 63926"/>
                      <a:gd name="connsiteY15" fmla="*/ 45956 h 95994"/>
                      <a:gd name="connsiteX16" fmla="*/ 6533 w 63926"/>
                      <a:gd name="connsiteY16" fmla="*/ 81669 h 95994"/>
                      <a:gd name="connsiteX17" fmla="*/ 30280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80" y="84069"/>
                        </a:moveTo>
                        <a:cubicBezTo>
                          <a:pt x="23844" y="84069"/>
                          <a:pt x="19001" y="80896"/>
                          <a:pt x="15750" y="74550"/>
                        </a:cubicBezTo>
                        <a:cubicBezTo>
                          <a:pt x="12513" y="68218"/>
                          <a:pt x="10894" y="58687"/>
                          <a:pt x="10894" y="45956"/>
                        </a:cubicBezTo>
                        <a:cubicBezTo>
                          <a:pt x="10894" y="33279"/>
                          <a:pt x="12513" y="23767"/>
                          <a:pt x="15750" y="17422"/>
                        </a:cubicBezTo>
                        <a:cubicBezTo>
                          <a:pt x="19001" y="11076"/>
                          <a:pt x="23844" y="7904"/>
                          <a:pt x="30280" y="7904"/>
                        </a:cubicBezTo>
                        <a:cubicBezTo>
                          <a:pt x="36768" y="7904"/>
                          <a:pt x="41631" y="11076"/>
                          <a:pt x="44869" y="17422"/>
                        </a:cubicBezTo>
                        <a:cubicBezTo>
                          <a:pt x="48120" y="23767"/>
                          <a:pt x="49745" y="33279"/>
                          <a:pt x="49745" y="45956"/>
                        </a:cubicBezTo>
                        <a:cubicBezTo>
                          <a:pt x="49745" y="58687"/>
                          <a:pt x="48120" y="68218"/>
                          <a:pt x="44869" y="74550"/>
                        </a:cubicBezTo>
                        <a:cubicBezTo>
                          <a:pt x="41631" y="80896"/>
                          <a:pt x="36768" y="84069"/>
                          <a:pt x="30280" y="84069"/>
                        </a:cubicBezTo>
                        <a:close/>
                        <a:moveTo>
                          <a:pt x="30280" y="93983"/>
                        </a:moveTo>
                        <a:cubicBezTo>
                          <a:pt x="40654" y="93983"/>
                          <a:pt x="48576" y="89879"/>
                          <a:pt x="54047" y="81669"/>
                        </a:cubicBezTo>
                        <a:cubicBezTo>
                          <a:pt x="59518" y="73473"/>
                          <a:pt x="62253" y="61569"/>
                          <a:pt x="62253" y="45956"/>
                        </a:cubicBezTo>
                        <a:cubicBezTo>
                          <a:pt x="62253" y="30384"/>
                          <a:pt x="59518" y="18493"/>
                          <a:pt x="54047" y="10283"/>
                        </a:cubicBezTo>
                        <a:cubicBezTo>
                          <a:pt x="48576" y="2087"/>
                          <a:pt x="40654" y="-2011"/>
                          <a:pt x="30280" y="-2011"/>
                        </a:cubicBezTo>
                        <a:cubicBezTo>
                          <a:pt x="19919" y="-2011"/>
                          <a:pt x="12004" y="2087"/>
                          <a:pt x="6533" y="10283"/>
                        </a:cubicBezTo>
                        <a:cubicBezTo>
                          <a:pt x="1062" y="18493"/>
                          <a:pt x="-1674" y="30384"/>
                          <a:pt x="-1674" y="45956"/>
                        </a:cubicBezTo>
                        <a:cubicBezTo>
                          <a:pt x="-1674" y="61569"/>
                          <a:pt x="1062" y="73473"/>
                          <a:pt x="6533" y="81669"/>
                        </a:cubicBezTo>
                        <a:cubicBezTo>
                          <a:pt x="12004" y="89879"/>
                          <a:pt x="19919" y="93983"/>
                          <a:pt x="30280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192" name="Graphic 152">
              <a:extLst>
                <a:ext uri="{FF2B5EF4-FFF2-40B4-BE49-F238E27FC236}">
                  <a16:creationId xmlns:a16="http://schemas.microsoft.com/office/drawing/2014/main" id="{5E5B2577-8769-5322-CD49-7EB83FB1B1EF}"/>
                </a:ext>
              </a:extLst>
            </p:cNvPr>
            <p:cNvGrpSpPr/>
            <p:nvPr/>
          </p:nvGrpSpPr>
          <p:grpSpPr>
            <a:xfrm>
              <a:off x="4158665" y="2203517"/>
              <a:ext cx="321159" cy="2797738"/>
              <a:chOff x="4158665" y="2203517"/>
              <a:chExt cx="321159" cy="2797738"/>
            </a:xfrm>
            <a:solidFill>
              <a:srgbClr val="000000"/>
            </a:solidFill>
          </p:grpSpPr>
          <p:grpSp>
            <p:nvGrpSpPr>
              <p:cNvPr id="193" name="Graphic 152">
                <a:extLst>
                  <a:ext uri="{FF2B5EF4-FFF2-40B4-BE49-F238E27FC236}">
                    <a16:creationId xmlns:a16="http://schemas.microsoft.com/office/drawing/2014/main" id="{F71DB227-8A9C-8B0D-6D89-AC98D3B37EB0}"/>
                  </a:ext>
                </a:extLst>
              </p:cNvPr>
              <p:cNvGrpSpPr/>
              <p:nvPr/>
            </p:nvGrpSpPr>
            <p:grpSpPr>
              <a:xfrm>
                <a:off x="4158665" y="4905261"/>
                <a:ext cx="321159" cy="95994"/>
                <a:chOff x="4158665" y="4905261"/>
                <a:chExt cx="321159" cy="95994"/>
              </a:xfrm>
              <a:solidFill>
                <a:srgbClr val="000000"/>
              </a:solidFill>
            </p:grpSpPr>
            <p:sp>
              <p:nvSpPr>
                <p:cNvPr id="194" name="Freeform: Shape 193">
                  <a:extLst>
                    <a:ext uri="{FF2B5EF4-FFF2-40B4-BE49-F238E27FC236}">
                      <a16:creationId xmlns:a16="http://schemas.microsoft.com/office/drawing/2014/main" id="{B9E053C2-9437-88F9-B8AE-421469555635}"/>
                    </a:ext>
                  </a:extLst>
                </p:cNvPr>
                <p:cNvSpPr/>
                <p:nvPr/>
              </p:nvSpPr>
              <p:spPr>
                <a:xfrm>
                  <a:off x="4435423" y="4951236"/>
                  <a:ext cx="44401" cy="12690"/>
                </a:xfrm>
                <a:custGeom>
                  <a:avLst/>
                  <a:gdLst>
                    <a:gd name="connsiteX0" fmla="*/ 44505 w 44401"/>
                    <a:gd name="connsiteY0" fmla="*/ 293 h 12690"/>
                    <a:gd name="connsiteX1" fmla="*/ 103 w 44401"/>
                    <a:gd name="connsiteY1" fmla="*/ 293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505" y="293"/>
                      </a:moveTo>
                      <a:lnTo>
                        <a:pt x="103" y="293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95" name="Graphic 152">
                  <a:extLst>
                    <a:ext uri="{FF2B5EF4-FFF2-40B4-BE49-F238E27FC236}">
                      <a16:creationId xmlns:a16="http://schemas.microsoft.com/office/drawing/2014/main" id="{1492A5F6-DA9B-54F1-44A7-4F81199B3045}"/>
                    </a:ext>
                  </a:extLst>
                </p:cNvPr>
                <p:cNvGrpSpPr/>
                <p:nvPr/>
              </p:nvGrpSpPr>
              <p:grpSpPr>
                <a:xfrm>
                  <a:off x="4158665" y="4905261"/>
                  <a:ext cx="223926" cy="95994"/>
                  <a:chOff x="4158665" y="4905261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96" name="Freeform: Shape 195">
                    <a:extLst>
                      <a:ext uri="{FF2B5EF4-FFF2-40B4-BE49-F238E27FC236}">
                        <a16:creationId xmlns:a16="http://schemas.microsoft.com/office/drawing/2014/main" id="{7D5409B2-B0A8-0A95-AA6D-840C357490B8}"/>
                      </a:ext>
                    </a:extLst>
                  </p:cNvPr>
                  <p:cNvSpPr/>
                  <p:nvPr/>
                </p:nvSpPr>
                <p:spPr>
                  <a:xfrm flipV="1">
                    <a:off x="4158665" y="4906927"/>
                    <a:ext cx="59843" cy="94328"/>
                  </a:xfrm>
                  <a:custGeom>
                    <a:avLst/>
                    <a:gdLst>
                      <a:gd name="connsiteX0" fmla="*/ 1982 w 59843"/>
                      <a:gd name="connsiteY0" fmla="*/ 92334 h 94328"/>
                      <a:gd name="connsiteX1" fmla="*/ 51101 w 59843"/>
                      <a:gd name="connsiteY1" fmla="*/ 92334 h 94328"/>
                      <a:gd name="connsiteX2" fmla="*/ 51101 w 59843"/>
                      <a:gd name="connsiteY2" fmla="*/ 81785 h 94328"/>
                      <a:gd name="connsiteX3" fmla="*/ 13439 w 59843"/>
                      <a:gd name="connsiteY3" fmla="*/ 81785 h 94328"/>
                      <a:gd name="connsiteX4" fmla="*/ 13439 w 59843"/>
                      <a:gd name="connsiteY4" fmla="*/ 59120 h 94328"/>
                      <a:gd name="connsiteX5" fmla="*/ 18870 w 59843"/>
                      <a:gd name="connsiteY5" fmla="*/ 60508 h 94328"/>
                      <a:gd name="connsiteX6" fmla="*/ 24341 w 59843"/>
                      <a:gd name="connsiteY6" fmla="*/ 60964 h 94328"/>
                      <a:gd name="connsiteX7" fmla="*/ 48861 w 59843"/>
                      <a:gd name="connsiteY7" fmla="*/ 52477 h 94328"/>
                      <a:gd name="connsiteX8" fmla="*/ 57920 w 59843"/>
                      <a:gd name="connsiteY8" fmla="*/ 29495 h 94328"/>
                      <a:gd name="connsiteX9" fmla="*/ 48623 w 59843"/>
                      <a:gd name="connsiteY9" fmla="*/ 6275 h 94328"/>
                      <a:gd name="connsiteX10" fmla="*/ 22418 w 59843"/>
                      <a:gd name="connsiteY10" fmla="*/ -1994 h 94328"/>
                      <a:gd name="connsiteX11" fmla="*/ 10545 w 59843"/>
                      <a:gd name="connsiteY11" fmla="*/ -1003 h 94328"/>
                      <a:gd name="connsiteX12" fmla="*/ -1923 w 59843"/>
                      <a:gd name="connsiteY12" fmla="*/ 1972 h 94328"/>
                      <a:gd name="connsiteX13" fmla="*/ -1923 w 59843"/>
                      <a:gd name="connsiteY13" fmla="*/ 14563 h 94328"/>
                      <a:gd name="connsiteX14" fmla="*/ 9593 w 59843"/>
                      <a:gd name="connsiteY14" fmla="*/ 10042 h 94328"/>
                      <a:gd name="connsiteX15" fmla="*/ 22161 w 59843"/>
                      <a:gd name="connsiteY15" fmla="*/ 8555 h 94328"/>
                      <a:gd name="connsiteX16" fmla="*/ 39128 w 59843"/>
                      <a:gd name="connsiteY16" fmla="*/ 14186 h 94328"/>
                      <a:gd name="connsiteX17" fmla="*/ 45392 w 59843"/>
                      <a:gd name="connsiteY17" fmla="*/ 29495 h 94328"/>
                      <a:gd name="connsiteX18" fmla="*/ 39128 w 59843"/>
                      <a:gd name="connsiteY18" fmla="*/ 44783 h 94328"/>
                      <a:gd name="connsiteX19" fmla="*/ 22161 w 59843"/>
                      <a:gd name="connsiteY19" fmla="*/ 50435 h 94328"/>
                      <a:gd name="connsiteX20" fmla="*/ 12150 w 59843"/>
                      <a:gd name="connsiteY20" fmla="*/ 49324 h 94328"/>
                      <a:gd name="connsiteX21" fmla="*/ 1982 w 59843"/>
                      <a:gd name="connsiteY21" fmla="*/ 45854 h 94328"/>
                      <a:gd name="connsiteX22" fmla="*/ 1982 w 59843"/>
                      <a:gd name="connsiteY22" fmla="*/ 92334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2" y="92334"/>
                        </a:moveTo>
                        <a:lnTo>
                          <a:pt x="51101" y="92334"/>
                        </a:lnTo>
                        <a:lnTo>
                          <a:pt x="51101" y="81785"/>
                        </a:lnTo>
                        <a:lnTo>
                          <a:pt x="13439" y="81785"/>
                        </a:lnTo>
                        <a:lnTo>
                          <a:pt x="13439" y="59120"/>
                        </a:lnTo>
                        <a:cubicBezTo>
                          <a:pt x="15249" y="59741"/>
                          <a:pt x="17060" y="60204"/>
                          <a:pt x="18870" y="60508"/>
                        </a:cubicBezTo>
                        <a:cubicBezTo>
                          <a:pt x="20694" y="60812"/>
                          <a:pt x="22517" y="60964"/>
                          <a:pt x="24341" y="60964"/>
                        </a:cubicBezTo>
                        <a:cubicBezTo>
                          <a:pt x="34662" y="60964"/>
                          <a:pt x="42835" y="58135"/>
                          <a:pt x="48861" y="52477"/>
                        </a:cubicBezTo>
                        <a:cubicBezTo>
                          <a:pt x="54900" y="46819"/>
                          <a:pt x="57920" y="39158"/>
                          <a:pt x="57920" y="29495"/>
                        </a:cubicBezTo>
                        <a:cubicBezTo>
                          <a:pt x="57920" y="19540"/>
                          <a:pt x="54821" y="11800"/>
                          <a:pt x="48623" y="6275"/>
                        </a:cubicBezTo>
                        <a:cubicBezTo>
                          <a:pt x="42426" y="762"/>
                          <a:pt x="33691" y="-1994"/>
                          <a:pt x="22418" y="-1994"/>
                        </a:cubicBezTo>
                        <a:cubicBezTo>
                          <a:pt x="18533" y="-1994"/>
                          <a:pt x="14575" y="-1664"/>
                          <a:pt x="10545" y="-1003"/>
                        </a:cubicBezTo>
                        <a:cubicBezTo>
                          <a:pt x="6528" y="-342"/>
                          <a:pt x="2371" y="650"/>
                          <a:pt x="-1923" y="1972"/>
                        </a:cubicBezTo>
                        <a:lnTo>
                          <a:pt x="-1923" y="14563"/>
                        </a:lnTo>
                        <a:cubicBezTo>
                          <a:pt x="1790" y="12541"/>
                          <a:pt x="5629" y="11034"/>
                          <a:pt x="9593" y="10042"/>
                        </a:cubicBezTo>
                        <a:cubicBezTo>
                          <a:pt x="13558" y="9051"/>
                          <a:pt x="17747" y="8555"/>
                          <a:pt x="22161" y="8555"/>
                        </a:cubicBezTo>
                        <a:cubicBezTo>
                          <a:pt x="29310" y="8555"/>
                          <a:pt x="34966" y="10432"/>
                          <a:pt x="39128" y="14186"/>
                        </a:cubicBezTo>
                        <a:cubicBezTo>
                          <a:pt x="43304" y="17941"/>
                          <a:pt x="45392" y="23044"/>
                          <a:pt x="45392" y="29495"/>
                        </a:cubicBezTo>
                        <a:cubicBezTo>
                          <a:pt x="45392" y="35933"/>
                          <a:pt x="43304" y="41029"/>
                          <a:pt x="39128" y="44783"/>
                        </a:cubicBezTo>
                        <a:cubicBezTo>
                          <a:pt x="34966" y="48551"/>
                          <a:pt x="29310" y="50435"/>
                          <a:pt x="22161" y="50435"/>
                        </a:cubicBezTo>
                        <a:cubicBezTo>
                          <a:pt x="18817" y="50435"/>
                          <a:pt x="15481" y="50064"/>
                          <a:pt x="12150" y="49324"/>
                        </a:cubicBezTo>
                        <a:cubicBezTo>
                          <a:pt x="8834" y="48584"/>
                          <a:pt x="5444" y="47427"/>
                          <a:pt x="1982" y="45854"/>
                        </a:cubicBezTo>
                        <a:lnTo>
                          <a:pt x="1982" y="9233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7" name="Freeform: Shape 196">
                    <a:extLst>
                      <a:ext uri="{FF2B5EF4-FFF2-40B4-BE49-F238E27FC236}">
                        <a16:creationId xmlns:a16="http://schemas.microsoft.com/office/drawing/2014/main" id="{E1B2AB9F-0D64-6351-91BE-0374E0B11E0A}"/>
                      </a:ext>
                    </a:extLst>
                  </p:cNvPr>
                  <p:cNvSpPr/>
                  <p:nvPr/>
                </p:nvSpPr>
                <p:spPr>
                  <a:xfrm flipV="1">
                    <a:off x="4243522" y="4906927"/>
                    <a:ext cx="55066" cy="92524"/>
                  </a:xfrm>
                  <a:custGeom>
                    <a:avLst/>
                    <a:gdLst>
                      <a:gd name="connsiteX0" fmla="*/ -202 w 55066"/>
                      <a:gd name="connsiteY0" fmla="*/ 8490 h 92524"/>
                      <a:gd name="connsiteX1" fmla="*/ 20235 w 55066"/>
                      <a:gd name="connsiteY1" fmla="*/ 8490 h 92524"/>
                      <a:gd name="connsiteX2" fmla="*/ 20235 w 55066"/>
                      <a:gd name="connsiteY2" fmla="*/ 79082 h 92524"/>
                      <a:gd name="connsiteX3" fmla="*/ -2005 w 55066"/>
                      <a:gd name="connsiteY3" fmla="*/ 74621 h 92524"/>
                      <a:gd name="connsiteX4" fmla="*/ -2005 w 55066"/>
                      <a:gd name="connsiteY4" fmla="*/ 86023 h 92524"/>
                      <a:gd name="connsiteX5" fmla="*/ 20116 w 55066"/>
                      <a:gd name="connsiteY5" fmla="*/ 90484 h 92524"/>
                      <a:gd name="connsiteX6" fmla="*/ 32624 w 55066"/>
                      <a:gd name="connsiteY6" fmla="*/ 90484 h 92524"/>
                      <a:gd name="connsiteX7" fmla="*/ 32624 w 55066"/>
                      <a:gd name="connsiteY7" fmla="*/ 8490 h 92524"/>
                      <a:gd name="connsiteX8" fmla="*/ 53061 w 55066"/>
                      <a:gd name="connsiteY8" fmla="*/ 8490 h 92524"/>
                      <a:gd name="connsiteX9" fmla="*/ 53061 w 55066"/>
                      <a:gd name="connsiteY9" fmla="*/ -2040 h 92524"/>
                      <a:gd name="connsiteX10" fmla="*/ -202 w 55066"/>
                      <a:gd name="connsiteY10" fmla="*/ -2040 h 92524"/>
                      <a:gd name="connsiteX11" fmla="*/ -202 w 55066"/>
                      <a:gd name="connsiteY11" fmla="*/ 849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202" y="8490"/>
                        </a:moveTo>
                        <a:lnTo>
                          <a:pt x="20235" y="8490"/>
                        </a:lnTo>
                        <a:lnTo>
                          <a:pt x="20235" y="79082"/>
                        </a:lnTo>
                        <a:lnTo>
                          <a:pt x="-2005" y="74621"/>
                        </a:lnTo>
                        <a:lnTo>
                          <a:pt x="-2005" y="86023"/>
                        </a:lnTo>
                        <a:lnTo>
                          <a:pt x="20116" y="90484"/>
                        </a:lnTo>
                        <a:lnTo>
                          <a:pt x="32624" y="90484"/>
                        </a:lnTo>
                        <a:lnTo>
                          <a:pt x="32624" y="8490"/>
                        </a:lnTo>
                        <a:lnTo>
                          <a:pt x="53061" y="8490"/>
                        </a:lnTo>
                        <a:lnTo>
                          <a:pt x="53061" y="-2040"/>
                        </a:lnTo>
                        <a:lnTo>
                          <a:pt x="-202" y="-2040"/>
                        </a:lnTo>
                        <a:lnTo>
                          <a:pt x="-202" y="84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8" name="Freeform: Shape 197">
                    <a:extLst>
                      <a:ext uri="{FF2B5EF4-FFF2-40B4-BE49-F238E27FC236}">
                        <a16:creationId xmlns:a16="http://schemas.microsoft.com/office/drawing/2014/main" id="{1EDC42CF-0C71-B6B2-606E-51679B06B5FD}"/>
                      </a:ext>
                    </a:extLst>
                  </p:cNvPr>
                  <p:cNvSpPr/>
                  <p:nvPr/>
                </p:nvSpPr>
                <p:spPr>
                  <a:xfrm flipV="1">
                    <a:off x="4318665" y="4905261"/>
                    <a:ext cx="63926" cy="95994"/>
                  </a:xfrm>
                  <a:custGeom>
                    <a:avLst/>
                    <a:gdLst>
                      <a:gd name="connsiteX0" fmla="*/ 30012 w 63926"/>
                      <a:gd name="connsiteY0" fmla="*/ 84043 h 95994"/>
                      <a:gd name="connsiteX1" fmla="*/ 15482 w 63926"/>
                      <a:gd name="connsiteY1" fmla="*/ 74525 h 95994"/>
                      <a:gd name="connsiteX2" fmla="*/ 10626 w 63926"/>
                      <a:gd name="connsiteY2" fmla="*/ 45931 h 95994"/>
                      <a:gd name="connsiteX3" fmla="*/ 15482 w 63926"/>
                      <a:gd name="connsiteY3" fmla="*/ 17396 h 95994"/>
                      <a:gd name="connsiteX4" fmla="*/ 30012 w 63926"/>
                      <a:gd name="connsiteY4" fmla="*/ 7878 h 95994"/>
                      <a:gd name="connsiteX5" fmla="*/ 44601 w 63926"/>
                      <a:gd name="connsiteY5" fmla="*/ 17396 h 95994"/>
                      <a:gd name="connsiteX6" fmla="*/ 49477 w 63926"/>
                      <a:gd name="connsiteY6" fmla="*/ 45931 h 95994"/>
                      <a:gd name="connsiteX7" fmla="*/ 44601 w 63926"/>
                      <a:gd name="connsiteY7" fmla="*/ 74525 h 95994"/>
                      <a:gd name="connsiteX8" fmla="*/ 30012 w 63926"/>
                      <a:gd name="connsiteY8" fmla="*/ 84043 h 95994"/>
                      <a:gd name="connsiteX9" fmla="*/ 30012 w 63926"/>
                      <a:gd name="connsiteY9" fmla="*/ 93958 h 95994"/>
                      <a:gd name="connsiteX10" fmla="*/ 53779 w 63926"/>
                      <a:gd name="connsiteY10" fmla="*/ 81644 h 95994"/>
                      <a:gd name="connsiteX11" fmla="*/ 61985 w 63926"/>
                      <a:gd name="connsiteY11" fmla="*/ 45931 h 95994"/>
                      <a:gd name="connsiteX12" fmla="*/ 53779 w 63926"/>
                      <a:gd name="connsiteY12" fmla="*/ 10258 h 95994"/>
                      <a:gd name="connsiteX13" fmla="*/ 30012 w 63926"/>
                      <a:gd name="connsiteY13" fmla="*/ -2036 h 95994"/>
                      <a:gd name="connsiteX14" fmla="*/ 6265 w 63926"/>
                      <a:gd name="connsiteY14" fmla="*/ 10258 h 95994"/>
                      <a:gd name="connsiteX15" fmla="*/ -1942 w 63926"/>
                      <a:gd name="connsiteY15" fmla="*/ 45931 h 95994"/>
                      <a:gd name="connsiteX16" fmla="*/ 6265 w 63926"/>
                      <a:gd name="connsiteY16" fmla="*/ 81644 h 95994"/>
                      <a:gd name="connsiteX17" fmla="*/ 30012 w 63926"/>
                      <a:gd name="connsiteY17" fmla="*/ 9395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12" y="84043"/>
                        </a:moveTo>
                        <a:cubicBezTo>
                          <a:pt x="23576" y="84043"/>
                          <a:pt x="18733" y="80870"/>
                          <a:pt x="15482" y="74525"/>
                        </a:cubicBezTo>
                        <a:cubicBezTo>
                          <a:pt x="12245" y="68193"/>
                          <a:pt x="10626" y="58661"/>
                          <a:pt x="10626" y="45931"/>
                        </a:cubicBezTo>
                        <a:cubicBezTo>
                          <a:pt x="10626" y="33253"/>
                          <a:pt x="12245" y="23742"/>
                          <a:pt x="15482" y="17396"/>
                        </a:cubicBezTo>
                        <a:cubicBezTo>
                          <a:pt x="18733" y="11051"/>
                          <a:pt x="23576" y="7878"/>
                          <a:pt x="30012" y="7878"/>
                        </a:cubicBezTo>
                        <a:cubicBezTo>
                          <a:pt x="36500" y="7878"/>
                          <a:pt x="41363" y="11051"/>
                          <a:pt x="44601" y="17396"/>
                        </a:cubicBezTo>
                        <a:cubicBezTo>
                          <a:pt x="47852" y="23742"/>
                          <a:pt x="49477" y="33253"/>
                          <a:pt x="49477" y="45931"/>
                        </a:cubicBezTo>
                        <a:cubicBezTo>
                          <a:pt x="49477" y="58661"/>
                          <a:pt x="47852" y="68193"/>
                          <a:pt x="44601" y="74525"/>
                        </a:cubicBezTo>
                        <a:cubicBezTo>
                          <a:pt x="41363" y="80870"/>
                          <a:pt x="36500" y="84043"/>
                          <a:pt x="30012" y="84043"/>
                        </a:cubicBezTo>
                        <a:close/>
                        <a:moveTo>
                          <a:pt x="30012" y="93958"/>
                        </a:moveTo>
                        <a:cubicBezTo>
                          <a:pt x="40385" y="93958"/>
                          <a:pt x="48308" y="89853"/>
                          <a:pt x="53779" y="81644"/>
                        </a:cubicBezTo>
                        <a:cubicBezTo>
                          <a:pt x="59250" y="73448"/>
                          <a:pt x="61985" y="61543"/>
                          <a:pt x="61985" y="45931"/>
                        </a:cubicBezTo>
                        <a:cubicBezTo>
                          <a:pt x="61985" y="30358"/>
                          <a:pt x="59250" y="18467"/>
                          <a:pt x="53779" y="10258"/>
                        </a:cubicBezTo>
                        <a:cubicBezTo>
                          <a:pt x="48308" y="2062"/>
                          <a:pt x="40385" y="-2036"/>
                          <a:pt x="30012" y="-2036"/>
                        </a:cubicBezTo>
                        <a:cubicBezTo>
                          <a:pt x="19651" y="-2036"/>
                          <a:pt x="11736" y="2062"/>
                          <a:pt x="6265" y="10258"/>
                        </a:cubicBezTo>
                        <a:cubicBezTo>
                          <a:pt x="794" y="18467"/>
                          <a:pt x="-1942" y="30358"/>
                          <a:pt x="-1942" y="45931"/>
                        </a:cubicBezTo>
                        <a:cubicBezTo>
                          <a:pt x="-1942" y="61543"/>
                          <a:pt x="794" y="73448"/>
                          <a:pt x="6265" y="81644"/>
                        </a:cubicBezTo>
                        <a:cubicBezTo>
                          <a:pt x="11736" y="89853"/>
                          <a:pt x="19651" y="93958"/>
                          <a:pt x="30012" y="939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99" name="Graphic 152">
                <a:extLst>
                  <a:ext uri="{FF2B5EF4-FFF2-40B4-BE49-F238E27FC236}">
                    <a16:creationId xmlns:a16="http://schemas.microsoft.com/office/drawing/2014/main" id="{3056D93A-1B53-9D8B-CC2A-61D1CD922A87}"/>
                  </a:ext>
                </a:extLst>
              </p:cNvPr>
              <p:cNvGrpSpPr/>
              <p:nvPr/>
            </p:nvGrpSpPr>
            <p:grpSpPr>
              <a:xfrm>
                <a:off x="4158665" y="4229825"/>
                <a:ext cx="321159" cy="95994"/>
                <a:chOff x="4158665" y="4229825"/>
                <a:chExt cx="321159" cy="95994"/>
              </a:xfrm>
              <a:solidFill>
                <a:srgbClr val="000000"/>
              </a:solidFill>
            </p:grpSpPr>
            <p:sp>
              <p:nvSpPr>
                <p:cNvPr id="200" name="Freeform: Shape 199">
                  <a:extLst>
                    <a:ext uri="{FF2B5EF4-FFF2-40B4-BE49-F238E27FC236}">
                      <a16:creationId xmlns:a16="http://schemas.microsoft.com/office/drawing/2014/main" id="{CE91FAC0-D919-9BB0-B46B-AFF124CA1365}"/>
                    </a:ext>
                  </a:extLst>
                </p:cNvPr>
                <p:cNvSpPr/>
                <p:nvPr/>
              </p:nvSpPr>
              <p:spPr>
                <a:xfrm>
                  <a:off x="4435423" y="4275800"/>
                  <a:ext cx="44401" cy="12690"/>
                </a:xfrm>
                <a:custGeom>
                  <a:avLst/>
                  <a:gdLst>
                    <a:gd name="connsiteX0" fmla="*/ 44505 w 44401"/>
                    <a:gd name="connsiteY0" fmla="*/ 240 h 12690"/>
                    <a:gd name="connsiteX1" fmla="*/ 103 w 44401"/>
                    <a:gd name="connsiteY1" fmla="*/ 24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505" y="240"/>
                      </a:moveTo>
                      <a:lnTo>
                        <a:pt x="103" y="240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01" name="Graphic 152">
                  <a:extLst>
                    <a:ext uri="{FF2B5EF4-FFF2-40B4-BE49-F238E27FC236}">
                      <a16:creationId xmlns:a16="http://schemas.microsoft.com/office/drawing/2014/main" id="{BFC8DFD5-377C-5AD7-6CA0-AF4F5BEAF45C}"/>
                    </a:ext>
                  </a:extLst>
                </p:cNvPr>
                <p:cNvGrpSpPr/>
                <p:nvPr/>
              </p:nvGrpSpPr>
              <p:grpSpPr>
                <a:xfrm>
                  <a:off x="4158665" y="4229825"/>
                  <a:ext cx="223926" cy="95994"/>
                  <a:chOff x="4158665" y="4229825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02" name="Freeform: Shape 201">
                    <a:extLst>
                      <a:ext uri="{FF2B5EF4-FFF2-40B4-BE49-F238E27FC236}">
                        <a16:creationId xmlns:a16="http://schemas.microsoft.com/office/drawing/2014/main" id="{4DE4102E-979A-6FFA-7E34-B972A4471BD1}"/>
                      </a:ext>
                    </a:extLst>
                  </p:cNvPr>
                  <p:cNvSpPr/>
                  <p:nvPr/>
                </p:nvSpPr>
                <p:spPr>
                  <a:xfrm flipV="1">
                    <a:off x="4158665" y="4231491"/>
                    <a:ext cx="59843" cy="94328"/>
                  </a:xfrm>
                  <a:custGeom>
                    <a:avLst/>
                    <a:gdLst>
                      <a:gd name="connsiteX0" fmla="*/ 1982 w 59843"/>
                      <a:gd name="connsiteY0" fmla="*/ 92281 h 94328"/>
                      <a:gd name="connsiteX1" fmla="*/ 51101 w 59843"/>
                      <a:gd name="connsiteY1" fmla="*/ 92281 h 94328"/>
                      <a:gd name="connsiteX2" fmla="*/ 51101 w 59843"/>
                      <a:gd name="connsiteY2" fmla="*/ 81732 h 94328"/>
                      <a:gd name="connsiteX3" fmla="*/ 13439 w 59843"/>
                      <a:gd name="connsiteY3" fmla="*/ 81732 h 94328"/>
                      <a:gd name="connsiteX4" fmla="*/ 13439 w 59843"/>
                      <a:gd name="connsiteY4" fmla="*/ 59067 h 94328"/>
                      <a:gd name="connsiteX5" fmla="*/ 18870 w 59843"/>
                      <a:gd name="connsiteY5" fmla="*/ 60455 h 94328"/>
                      <a:gd name="connsiteX6" fmla="*/ 24341 w 59843"/>
                      <a:gd name="connsiteY6" fmla="*/ 60911 h 94328"/>
                      <a:gd name="connsiteX7" fmla="*/ 48861 w 59843"/>
                      <a:gd name="connsiteY7" fmla="*/ 52424 h 94328"/>
                      <a:gd name="connsiteX8" fmla="*/ 57920 w 59843"/>
                      <a:gd name="connsiteY8" fmla="*/ 29442 h 94328"/>
                      <a:gd name="connsiteX9" fmla="*/ 48623 w 59843"/>
                      <a:gd name="connsiteY9" fmla="*/ 6221 h 94328"/>
                      <a:gd name="connsiteX10" fmla="*/ 22418 w 59843"/>
                      <a:gd name="connsiteY10" fmla="*/ -2048 h 94328"/>
                      <a:gd name="connsiteX11" fmla="*/ 10545 w 59843"/>
                      <a:gd name="connsiteY11" fmla="*/ -1056 h 94328"/>
                      <a:gd name="connsiteX12" fmla="*/ -1923 w 59843"/>
                      <a:gd name="connsiteY12" fmla="*/ 1918 h 94328"/>
                      <a:gd name="connsiteX13" fmla="*/ -1923 w 59843"/>
                      <a:gd name="connsiteY13" fmla="*/ 14510 h 94328"/>
                      <a:gd name="connsiteX14" fmla="*/ 9593 w 59843"/>
                      <a:gd name="connsiteY14" fmla="*/ 9989 h 94328"/>
                      <a:gd name="connsiteX15" fmla="*/ 22161 w 59843"/>
                      <a:gd name="connsiteY15" fmla="*/ 8502 h 94328"/>
                      <a:gd name="connsiteX16" fmla="*/ 39128 w 59843"/>
                      <a:gd name="connsiteY16" fmla="*/ 14133 h 94328"/>
                      <a:gd name="connsiteX17" fmla="*/ 45392 w 59843"/>
                      <a:gd name="connsiteY17" fmla="*/ 29442 h 94328"/>
                      <a:gd name="connsiteX18" fmla="*/ 39128 w 59843"/>
                      <a:gd name="connsiteY18" fmla="*/ 44730 h 94328"/>
                      <a:gd name="connsiteX19" fmla="*/ 22161 w 59843"/>
                      <a:gd name="connsiteY19" fmla="*/ 50381 h 94328"/>
                      <a:gd name="connsiteX20" fmla="*/ 12150 w 59843"/>
                      <a:gd name="connsiteY20" fmla="*/ 49271 h 94328"/>
                      <a:gd name="connsiteX21" fmla="*/ 1982 w 59843"/>
                      <a:gd name="connsiteY21" fmla="*/ 45801 h 94328"/>
                      <a:gd name="connsiteX22" fmla="*/ 1982 w 59843"/>
                      <a:gd name="connsiteY22" fmla="*/ 9228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2" y="92281"/>
                        </a:moveTo>
                        <a:lnTo>
                          <a:pt x="51101" y="92281"/>
                        </a:lnTo>
                        <a:lnTo>
                          <a:pt x="51101" y="81732"/>
                        </a:lnTo>
                        <a:lnTo>
                          <a:pt x="13439" y="81732"/>
                        </a:lnTo>
                        <a:lnTo>
                          <a:pt x="13439" y="59067"/>
                        </a:lnTo>
                        <a:cubicBezTo>
                          <a:pt x="15249" y="59688"/>
                          <a:pt x="17060" y="60151"/>
                          <a:pt x="18870" y="60455"/>
                        </a:cubicBezTo>
                        <a:cubicBezTo>
                          <a:pt x="20694" y="60759"/>
                          <a:pt x="22517" y="60911"/>
                          <a:pt x="24341" y="60911"/>
                        </a:cubicBezTo>
                        <a:cubicBezTo>
                          <a:pt x="34662" y="60911"/>
                          <a:pt x="42835" y="58082"/>
                          <a:pt x="48861" y="52424"/>
                        </a:cubicBezTo>
                        <a:cubicBezTo>
                          <a:pt x="54900" y="46766"/>
                          <a:pt x="57920" y="39105"/>
                          <a:pt x="57920" y="29442"/>
                        </a:cubicBezTo>
                        <a:cubicBezTo>
                          <a:pt x="57920" y="19487"/>
                          <a:pt x="54821" y="11747"/>
                          <a:pt x="48623" y="6221"/>
                        </a:cubicBezTo>
                        <a:cubicBezTo>
                          <a:pt x="42426" y="709"/>
                          <a:pt x="33691" y="-2048"/>
                          <a:pt x="22418" y="-2048"/>
                        </a:cubicBezTo>
                        <a:cubicBezTo>
                          <a:pt x="18533" y="-2048"/>
                          <a:pt x="14575" y="-1717"/>
                          <a:pt x="10545" y="-1056"/>
                        </a:cubicBezTo>
                        <a:cubicBezTo>
                          <a:pt x="6528" y="-395"/>
                          <a:pt x="2371" y="596"/>
                          <a:pt x="-1923" y="1918"/>
                        </a:cubicBezTo>
                        <a:lnTo>
                          <a:pt x="-1923" y="14510"/>
                        </a:lnTo>
                        <a:cubicBezTo>
                          <a:pt x="1790" y="12487"/>
                          <a:pt x="5629" y="10980"/>
                          <a:pt x="9593" y="9989"/>
                        </a:cubicBezTo>
                        <a:cubicBezTo>
                          <a:pt x="13558" y="8997"/>
                          <a:pt x="17747" y="8502"/>
                          <a:pt x="22161" y="8502"/>
                        </a:cubicBezTo>
                        <a:cubicBezTo>
                          <a:pt x="29310" y="8502"/>
                          <a:pt x="34966" y="10379"/>
                          <a:pt x="39128" y="14133"/>
                        </a:cubicBezTo>
                        <a:cubicBezTo>
                          <a:pt x="43304" y="17888"/>
                          <a:pt x="45392" y="22990"/>
                          <a:pt x="45392" y="29442"/>
                        </a:cubicBezTo>
                        <a:cubicBezTo>
                          <a:pt x="45392" y="35880"/>
                          <a:pt x="43304" y="40976"/>
                          <a:pt x="39128" y="44730"/>
                        </a:cubicBezTo>
                        <a:cubicBezTo>
                          <a:pt x="34966" y="48498"/>
                          <a:pt x="29310" y="50381"/>
                          <a:pt x="22161" y="50381"/>
                        </a:cubicBezTo>
                        <a:cubicBezTo>
                          <a:pt x="18817" y="50381"/>
                          <a:pt x="15481" y="50011"/>
                          <a:pt x="12150" y="49271"/>
                        </a:cubicBezTo>
                        <a:cubicBezTo>
                          <a:pt x="8834" y="48531"/>
                          <a:pt x="5444" y="47374"/>
                          <a:pt x="1982" y="45801"/>
                        </a:cubicBezTo>
                        <a:lnTo>
                          <a:pt x="1982" y="9228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3" name="Freeform: Shape 202">
                    <a:extLst>
                      <a:ext uri="{FF2B5EF4-FFF2-40B4-BE49-F238E27FC236}">
                        <a16:creationId xmlns:a16="http://schemas.microsoft.com/office/drawing/2014/main" id="{5A4A244D-5B51-9A6E-601B-459B536F84EE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883" y="4229825"/>
                    <a:ext cx="58713" cy="94189"/>
                  </a:xfrm>
                  <a:custGeom>
                    <a:avLst/>
                    <a:gdLst>
                      <a:gd name="connsiteX0" fmla="*/ 13181 w 58713"/>
                      <a:gd name="connsiteY0" fmla="*/ 8394 h 94189"/>
                      <a:gd name="connsiteX1" fmla="*/ 56850 w 58713"/>
                      <a:gd name="connsiteY1" fmla="*/ 8394 h 94189"/>
                      <a:gd name="connsiteX2" fmla="*/ 56850 w 58713"/>
                      <a:gd name="connsiteY2" fmla="*/ -2135 h 94189"/>
                      <a:gd name="connsiteX3" fmla="*/ -1864 w 58713"/>
                      <a:gd name="connsiteY3" fmla="*/ -2135 h 94189"/>
                      <a:gd name="connsiteX4" fmla="*/ -1864 w 58713"/>
                      <a:gd name="connsiteY4" fmla="*/ 8394 h 94189"/>
                      <a:gd name="connsiteX5" fmla="*/ 17542 w 58713"/>
                      <a:gd name="connsiteY5" fmla="*/ 28184 h 94189"/>
                      <a:gd name="connsiteX6" fmla="*/ 33004 w 58713"/>
                      <a:gd name="connsiteY6" fmla="*/ 44226 h 94189"/>
                      <a:gd name="connsiteX7" fmla="*/ 41389 w 58713"/>
                      <a:gd name="connsiteY7" fmla="*/ 55648 h 94189"/>
                      <a:gd name="connsiteX8" fmla="*/ 43787 w 58713"/>
                      <a:gd name="connsiteY8" fmla="*/ 64849 h 94189"/>
                      <a:gd name="connsiteX9" fmla="*/ 38613 w 58713"/>
                      <a:gd name="connsiteY9" fmla="*/ 76865 h 94189"/>
                      <a:gd name="connsiteX10" fmla="*/ 25134 w 58713"/>
                      <a:gd name="connsiteY10" fmla="*/ 81525 h 94189"/>
                      <a:gd name="connsiteX11" fmla="*/ 12706 w 58713"/>
                      <a:gd name="connsiteY11" fmla="*/ 79483 h 94189"/>
                      <a:gd name="connsiteX12" fmla="*/ -1249 w 58713"/>
                      <a:gd name="connsiteY12" fmla="*/ 73276 h 94189"/>
                      <a:gd name="connsiteX13" fmla="*/ -1249 w 58713"/>
                      <a:gd name="connsiteY13" fmla="*/ 85927 h 94189"/>
                      <a:gd name="connsiteX14" fmla="*/ 12864 w 58713"/>
                      <a:gd name="connsiteY14" fmla="*/ 90508 h 94189"/>
                      <a:gd name="connsiteX15" fmla="*/ 24896 w 58713"/>
                      <a:gd name="connsiteY15" fmla="*/ 92055 h 94189"/>
                      <a:gd name="connsiteX16" fmla="*/ 47811 w 58713"/>
                      <a:gd name="connsiteY16" fmla="*/ 84856 h 94189"/>
                      <a:gd name="connsiteX17" fmla="*/ 56354 w 58713"/>
                      <a:gd name="connsiteY17" fmla="*/ 65662 h 94189"/>
                      <a:gd name="connsiteX18" fmla="*/ 54214 w 58713"/>
                      <a:gd name="connsiteY18" fmla="*/ 54835 h 94189"/>
                      <a:gd name="connsiteX19" fmla="*/ 46443 w 58713"/>
                      <a:gd name="connsiteY19" fmla="*/ 42798 h 94189"/>
                      <a:gd name="connsiteX20" fmla="*/ 36592 w 58713"/>
                      <a:gd name="connsiteY20" fmla="*/ 32408 h 94189"/>
                      <a:gd name="connsiteX21" fmla="*/ 13181 w 58713"/>
                      <a:gd name="connsiteY21" fmla="*/ 8394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81" y="8394"/>
                        </a:moveTo>
                        <a:lnTo>
                          <a:pt x="56850" y="8394"/>
                        </a:lnTo>
                        <a:lnTo>
                          <a:pt x="56850" y="-2135"/>
                        </a:lnTo>
                        <a:lnTo>
                          <a:pt x="-1864" y="-2135"/>
                        </a:lnTo>
                        <a:lnTo>
                          <a:pt x="-1864" y="8394"/>
                        </a:lnTo>
                        <a:cubicBezTo>
                          <a:pt x="2881" y="13312"/>
                          <a:pt x="9349" y="19909"/>
                          <a:pt x="17542" y="28184"/>
                        </a:cubicBezTo>
                        <a:cubicBezTo>
                          <a:pt x="25749" y="36473"/>
                          <a:pt x="30903" y="41820"/>
                          <a:pt x="33004" y="44226"/>
                        </a:cubicBezTo>
                        <a:cubicBezTo>
                          <a:pt x="37008" y="48721"/>
                          <a:pt x="39803" y="52528"/>
                          <a:pt x="41389" y="55648"/>
                        </a:cubicBezTo>
                        <a:cubicBezTo>
                          <a:pt x="42988" y="58768"/>
                          <a:pt x="43787" y="61834"/>
                          <a:pt x="43787" y="64849"/>
                        </a:cubicBezTo>
                        <a:cubicBezTo>
                          <a:pt x="43787" y="69766"/>
                          <a:pt x="42062" y="73772"/>
                          <a:pt x="38613" y="76865"/>
                        </a:cubicBezTo>
                        <a:cubicBezTo>
                          <a:pt x="35164" y="79972"/>
                          <a:pt x="30671" y="81525"/>
                          <a:pt x="25134" y="81525"/>
                        </a:cubicBezTo>
                        <a:cubicBezTo>
                          <a:pt x="21209" y="81525"/>
                          <a:pt x="17067" y="80844"/>
                          <a:pt x="12706" y="79483"/>
                        </a:cubicBezTo>
                        <a:cubicBezTo>
                          <a:pt x="8358" y="78121"/>
                          <a:pt x="3706" y="76052"/>
                          <a:pt x="-1249" y="73276"/>
                        </a:cubicBezTo>
                        <a:lnTo>
                          <a:pt x="-1249" y="85927"/>
                        </a:lnTo>
                        <a:cubicBezTo>
                          <a:pt x="3786" y="87950"/>
                          <a:pt x="8490" y="89477"/>
                          <a:pt x="12864" y="90508"/>
                        </a:cubicBezTo>
                        <a:cubicBezTo>
                          <a:pt x="17252" y="91539"/>
                          <a:pt x="21262" y="92055"/>
                          <a:pt x="24896" y="92055"/>
                        </a:cubicBezTo>
                        <a:cubicBezTo>
                          <a:pt x="34477" y="92055"/>
                          <a:pt x="42115" y="89655"/>
                          <a:pt x="47811" y="84856"/>
                        </a:cubicBezTo>
                        <a:cubicBezTo>
                          <a:pt x="53507" y="80071"/>
                          <a:pt x="56354" y="73673"/>
                          <a:pt x="56354" y="65662"/>
                        </a:cubicBezTo>
                        <a:cubicBezTo>
                          <a:pt x="56354" y="61854"/>
                          <a:pt x="55641" y="58245"/>
                          <a:pt x="54214" y="54835"/>
                        </a:cubicBezTo>
                        <a:cubicBezTo>
                          <a:pt x="52800" y="51437"/>
                          <a:pt x="50209" y="47425"/>
                          <a:pt x="46443" y="42798"/>
                        </a:cubicBezTo>
                        <a:cubicBezTo>
                          <a:pt x="45412" y="41595"/>
                          <a:pt x="42129" y="38132"/>
                          <a:pt x="36592" y="32408"/>
                        </a:cubicBezTo>
                        <a:cubicBezTo>
                          <a:pt x="31068" y="26684"/>
                          <a:pt x="23264" y="18679"/>
                          <a:pt x="13181" y="839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4" name="Freeform: Shape 203">
                    <a:extLst>
                      <a:ext uri="{FF2B5EF4-FFF2-40B4-BE49-F238E27FC236}">
                        <a16:creationId xmlns:a16="http://schemas.microsoft.com/office/drawing/2014/main" id="{68B88977-C04F-81B1-18A5-05CDD658BBF5}"/>
                      </a:ext>
                    </a:extLst>
                  </p:cNvPr>
                  <p:cNvSpPr/>
                  <p:nvPr/>
                </p:nvSpPr>
                <p:spPr>
                  <a:xfrm flipV="1">
                    <a:off x="4318665" y="4229825"/>
                    <a:ext cx="63926" cy="95994"/>
                  </a:xfrm>
                  <a:custGeom>
                    <a:avLst/>
                    <a:gdLst>
                      <a:gd name="connsiteX0" fmla="*/ 30012 w 63926"/>
                      <a:gd name="connsiteY0" fmla="*/ 83990 h 95994"/>
                      <a:gd name="connsiteX1" fmla="*/ 15482 w 63926"/>
                      <a:gd name="connsiteY1" fmla="*/ 74472 h 95994"/>
                      <a:gd name="connsiteX2" fmla="*/ 10626 w 63926"/>
                      <a:gd name="connsiteY2" fmla="*/ 45878 h 95994"/>
                      <a:gd name="connsiteX3" fmla="*/ 15482 w 63926"/>
                      <a:gd name="connsiteY3" fmla="*/ 17343 h 95994"/>
                      <a:gd name="connsiteX4" fmla="*/ 30012 w 63926"/>
                      <a:gd name="connsiteY4" fmla="*/ 7825 h 95994"/>
                      <a:gd name="connsiteX5" fmla="*/ 44601 w 63926"/>
                      <a:gd name="connsiteY5" fmla="*/ 17343 h 95994"/>
                      <a:gd name="connsiteX6" fmla="*/ 49477 w 63926"/>
                      <a:gd name="connsiteY6" fmla="*/ 45878 h 95994"/>
                      <a:gd name="connsiteX7" fmla="*/ 44601 w 63926"/>
                      <a:gd name="connsiteY7" fmla="*/ 74472 h 95994"/>
                      <a:gd name="connsiteX8" fmla="*/ 30012 w 63926"/>
                      <a:gd name="connsiteY8" fmla="*/ 83990 h 95994"/>
                      <a:gd name="connsiteX9" fmla="*/ 30012 w 63926"/>
                      <a:gd name="connsiteY9" fmla="*/ 93905 h 95994"/>
                      <a:gd name="connsiteX10" fmla="*/ 53779 w 63926"/>
                      <a:gd name="connsiteY10" fmla="*/ 81591 h 95994"/>
                      <a:gd name="connsiteX11" fmla="*/ 61985 w 63926"/>
                      <a:gd name="connsiteY11" fmla="*/ 45878 h 95994"/>
                      <a:gd name="connsiteX12" fmla="*/ 53779 w 63926"/>
                      <a:gd name="connsiteY12" fmla="*/ 10205 h 95994"/>
                      <a:gd name="connsiteX13" fmla="*/ 30012 w 63926"/>
                      <a:gd name="connsiteY13" fmla="*/ -2090 h 95994"/>
                      <a:gd name="connsiteX14" fmla="*/ 6265 w 63926"/>
                      <a:gd name="connsiteY14" fmla="*/ 10205 h 95994"/>
                      <a:gd name="connsiteX15" fmla="*/ -1942 w 63926"/>
                      <a:gd name="connsiteY15" fmla="*/ 45878 h 95994"/>
                      <a:gd name="connsiteX16" fmla="*/ 6265 w 63926"/>
                      <a:gd name="connsiteY16" fmla="*/ 81591 h 95994"/>
                      <a:gd name="connsiteX17" fmla="*/ 30012 w 63926"/>
                      <a:gd name="connsiteY17" fmla="*/ 9390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12" y="83990"/>
                        </a:moveTo>
                        <a:cubicBezTo>
                          <a:pt x="23576" y="83990"/>
                          <a:pt x="18733" y="80817"/>
                          <a:pt x="15482" y="74472"/>
                        </a:cubicBezTo>
                        <a:cubicBezTo>
                          <a:pt x="12245" y="68140"/>
                          <a:pt x="10626" y="58608"/>
                          <a:pt x="10626" y="45878"/>
                        </a:cubicBezTo>
                        <a:cubicBezTo>
                          <a:pt x="10626" y="33200"/>
                          <a:pt x="12245" y="23689"/>
                          <a:pt x="15482" y="17343"/>
                        </a:cubicBezTo>
                        <a:cubicBezTo>
                          <a:pt x="18733" y="10998"/>
                          <a:pt x="23576" y="7825"/>
                          <a:pt x="30012" y="7825"/>
                        </a:cubicBezTo>
                        <a:cubicBezTo>
                          <a:pt x="36500" y="7825"/>
                          <a:pt x="41363" y="10998"/>
                          <a:pt x="44601" y="17343"/>
                        </a:cubicBezTo>
                        <a:cubicBezTo>
                          <a:pt x="47852" y="23689"/>
                          <a:pt x="49477" y="33200"/>
                          <a:pt x="49477" y="45878"/>
                        </a:cubicBezTo>
                        <a:cubicBezTo>
                          <a:pt x="49477" y="58608"/>
                          <a:pt x="47852" y="68140"/>
                          <a:pt x="44601" y="74472"/>
                        </a:cubicBezTo>
                        <a:cubicBezTo>
                          <a:pt x="41363" y="80817"/>
                          <a:pt x="36500" y="83990"/>
                          <a:pt x="30012" y="83990"/>
                        </a:cubicBezTo>
                        <a:close/>
                        <a:moveTo>
                          <a:pt x="30012" y="93905"/>
                        </a:moveTo>
                        <a:cubicBezTo>
                          <a:pt x="40385" y="93905"/>
                          <a:pt x="48308" y="89800"/>
                          <a:pt x="53779" y="81591"/>
                        </a:cubicBezTo>
                        <a:cubicBezTo>
                          <a:pt x="59250" y="73394"/>
                          <a:pt x="61985" y="61490"/>
                          <a:pt x="61985" y="45878"/>
                        </a:cubicBezTo>
                        <a:cubicBezTo>
                          <a:pt x="61985" y="30305"/>
                          <a:pt x="59250" y="18414"/>
                          <a:pt x="53779" y="10205"/>
                        </a:cubicBezTo>
                        <a:cubicBezTo>
                          <a:pt x="48308" y="2008"/>
                          <a:pt x="40385" y="-2090"/>
                          <a:pt x="30012" y="-2090"/>
                        </a:cubicBezTo>
                        <a:cubicBezTo>
                          <a:pt x="19651" y="-2090"/>
                          <a:pt x="11736" y="2008"/>
                          <a:pt x="6265" y="10205"/>
                        </a:cubicBezTo>
                        <a:cubicBezTo>
                          <a:pt x="794" y="18414"/>
                          <a:pt x="-1942" y="30305"/>
                          <a:pt x="-1942" y="45878"/>
                        </a:cubicBezTo>
                        <a:cubicBezTo>
                          <a:pt x="-1942" y="61490"/>
                          <a:pt x="794" y="73394"/>
                          <a:pt x="6265" y="81591"/>
                        </a:cubicBezTo>
                        <a:cubicBezTo>
                          <a:pt x="11736" y="89800"/>
                          <a:pt x="19651" y="93905"/>
                          <a:pt x="30012" y="939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05" name="Graphic 152">
                <a:extLst>
                  <a:ext uri="{FF2B5EF4-FFF2-40B4-BE49-F238E27FC236}">
                    <a16:creationId xmlns:a16="http://schemas.microsoft.com/office/drawing/2014/main" id="{473781BC-EC41-057D-61A2-9E3FC89EF54D}"/>
                  </a:ext>
                </a:extLst>
              </p:cNvPr>
              <p:cNvGrpSpPr/>
              <p:nvPr/>
            </p:nvGrpSpPr>
            <p:grpSpPr>
              <a:xfrm>
                <a:off x="4158665" y="3554389"/>
                <a:ext cx="321159" cy="95994"/>
                <a:chOff x="4158665" y="3554389"/>
                <a:chExt cx="321159" cy="95994"/>
              </a:xfrm>
              <a:solidFill>
                <a:srgbClr val="000000"/>
              </a:solidFill>
            </p:grpSpPr>
            <p:sp>
              <p:nvSpPr>
                <p:cNvPr id="206" name="Freeform: Shape 205">
                  <a:extLst>
                    <a:ext uri="{FF2B5EF4-FFF2-40B4-BE49-F238E27FC236}">
                      <a16:creationId xmlns:a16="http://schemas.microsoft.com/office/drawing/2014/main" id="{AF90C956-0FA2-1FCB-DE2B-B44005EA736D}"/>
                    </a:ext>
                  </a:extLst>
                </p:cNvPr>
                <p:cNvSpPr/>
                <p:nvPr/>
              </p:nvSpPr>
              <p:spPr>
                <a:xfrm>
                  <a:off x="4435423" y="3600364"/>
                  <a:ext cx="44401" cy="12690"/>
                </a:xfrm>
                <a:custGeom>
                  <a:avLst/>
                  <a:gdLst>
                    <a:gd name="connsiteX0" fmla="*/ 44505 w 44401"/>
                    <a:gd name="connsiteY0" fmla="*/ 187 h 12690"/>
                    <a:gd name="connsiteX1" fmla="*/ 103 w 44401"/>
                    <a:gd name="connsiteY1" fmla="*/ 187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505" y="187"/>
                      </a:moveTo>
                      <a:lnTo>
                        <a:pt x="103" y="187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07" name="Graphic 152">
                  <a:extLst>
                    <a:ext uri="{FF2B5EF4-FFF2-40B4-BE49-F238E27FC236}">
                      <a16:creationId xmlns:a16="http://schemas.microsoft.com/office/drawing/2014/main" id="{D2B0C07B-6AE2-6D20-4E56-A79D76BA8DC2}"/>
                    </a:ext>
                  </a:extLst>
                </p:cNvPr>
                <p:cNvGrpSpPr/>
                <p:nvPr/>
              </p:nvGrpSpPr>
              <p:grpSpPr>
                <a:xfrm>
                  <a:off x="4158665" y="3554389"/>
                  <a:ext cx="223926" cy="95994"/>
                  <a:chOff x="4158665" y="3554389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08" name="Freeform: Shape 207">
                    <a:extLst>
                      <a:ext uri="{FF2B5EF4-FFF2-40B4-BE49-F238E27FC236}">
                        <a16:creationId xmlns:a16="http://schemas.microsoft.com/office/drawing/2014/main" id="{BBD16352-7BAF-6BB4-0BF5-C008105DDD6D}"/>
                      </a:ext>
                    </a:extLst>
                  </p:cNvPr>
                  <p:cNvSpPr/>
                  <p:nvPr/>
                </p:nvSpPr>
                <p:spPr>
                  <a:xfrm flipV="1">
                    <a:off x="4158665" y="3556055"/>
                    <a:ext cx="59843" cy="94328"/>
                  </a:xfrm>
                  <a:custGeom>
                    <a:avLst/>
                    <a:gdLst>
                      <a:gd name="connsiteX0" fmla="*/ 1982 w 59843"/>
                      <a:gd name="connsiteY0" fmla="*/ 92228 h 94328"/>
                      <a:gd name="connsiteX1" fmla="*/ 51101 w 59843"/>
                      <a:gd name="connsiteY1" fmla="*/ 92228 h 94328"/>
                      <a:gd name="connsiteX2" fmla="*/ 51101 w 59843"/>
                      <a:gd name="connsiteY2" fmla="*/ 81678 h 94328"/>
                      <a:gd name="connsiteX3" fmla="*/ 13439 w 59843"/>
                      <a:gd name="connsiteY3" fmla="*/ 81678 h 94328"/>
                      <a:gd name="connsiteX4" fmla="*/ 13439 w 59843"/>
                      <a:gd name="connsiteY4" fmla="*/ 59013 h 94328"/>
                      <a:gd name="connsiteX5" fmla="*/ 18870 w 59843"/>
                      <a:gd name="connsiteY5" fmla="*/ 60402 h 94328"/>
                      <a:gd name="connsiteX6" fmla="*/ 24341 w 59843"/>
                      <a:gd name="connsiteY6" fmla="*/ 60858 h 94328"/>
                      <a:gd name="connsiteX7" fmla="*/ 48861 w 59843"/>
                      <a:gd name="connsiteY7" fmla="*/ 52371 h 94328"/>
                      <a:gd name="connsiteX8" fmla="*/ 57920 w 59843"/>
                      <a:gd name="connsiteY8" fmla="*/ 29388 h 94328"/>
                      <a:gd name="connsiteX9" fmla="*/ 48623 w 59843"/>
                      <a:gd name="connsiteY9" fmla="*/ 6168 h 94328"/>
                      <a:gd name="connsiteX10" fmla="*/ 22418 w 59843"/>
                      <a:gd name="connsiteY10" fmla="*/ -2101 h 94328"/>
                      <a:gd name="connsiteX11" fmla="*/ 10545 w 59843"/>
                      <a:gd name="connsiteY11" fmla="*/ -1109 h 94328"/>
                      <a:gd name="connsiteX12" fmla="*/ -1923 w 59843"/>
                      <a:gd name="connsiteY12" fmla="*/ 1865 h 94328"/>
                      <a:gd name="connsiteX13" fmla="*/ -1923 w 59843"/>
                      <a:gd name="connsiteY13" fmla="*/ 14457 h 94328"/>
                      <a:gd name="connsiteX14" fmla="*/ 9593 w 59843"/>
                      <a:gd name="connsiteY14" fmla="*/ 9936 h 94328"/>
                      <a:gd name="connsiteX15" fmla="*/ 22161 w 59843"/>
                      <a:gd name="connsiteY15" fmla="*/ 8448 h 94328"/>
                      <a:gd name="connsiteX16" fmla="*/ 39128 w 59843"/>
                      <a:gd name="connsiteY16" fmla="*/ 14080 h 94328"/>
                      <a:gd name="connsiteX17" fmla="*/ 45392 w 59843"/>
                      <a:gd name="connsiteY17" fmla="*/ 29388 h 94328"/>
                      <a:gd name="connsiteX18" fmla="*/ 39128 w 59843"/>
                      <a:gd name="connsiteY18" fmla="*/ 44677 h 94328"/>
                      <a:gd name="connsiteX19" fmla="*/ 22161 w 59843"/>
                      <a:gd name="connsiteY19" fmla="*/ 50328 h 94328"/>
                      <a:gd name="connsiteX20" fmla="*/ 12150 w 59843"/>
                      <a:gd name="connsiteY20" fmla="*/ 49218 h 94328"/>
                      <a:gd name="connsiteX21" fmla="*/ 1982 w 59843"/>
                      <a:gd name="connsiteY21" fmla="*/ 45748 h 94328"/>
                      <a:gd name="connsiteX22" fmla="*/ 1982 w 59843"/>
                      <a:gd name="connsiteY22" fmla="*/ 9222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2" y="92228"/>
                        </a:moveTo>
                        <a:lnTo>
                          <a:pt x="51101" y="92228"/>
                        </a:lnTo>
                        <a:lnTo>
                          <a:pt x="51101" y="81678"/>
                        </a:lnTo>
                        <a:lnTo>
                          <a:pt x="13439" y="81678"/>
                        </a:lnTo>
                        <a:lnTo>
                          <a:pt x="13439" y="59013"/>
                        </a:lnTo>
                        <a:cubicBezTo>
                          <a:pt x="15249" y="59635"/>
                          <a:pt x="17060" y="60097"/>
                          <a:pt x="18870" y="60402"/>
                        </a:cubicBezTo>
                        <a:cubicBezTo>
                          <a:pt x="20694" y="60706"/>
                          <a:pt x="22517" y="60858"/>
                          <a:pt x="24341" y="60858"/>
                        </a:cubicBezTo>
                        <a:cubicBezTo>
                          <a:pt x="34662" y="60858"/>
                          <a:pt x="42835" y="58029"/>
                          <a:pt x="48861" y="52371"/>
                        </a:cubicBezTo>
                        <a:cubicBezTo>
                          <a:pt x="54900" y="46713"/>
                          <a:pt x="57920" y="39052"/>
                          <a:pt x="57920" y="29388"/>
                        </a:cubicBezTo>
                        <a:cubicBezTo>
                          <a:pt x="57920" y="19434"/>
                          <a:pt x="54821" y="11694"/>
                          <a:pt x="48623" y="6168"/>
                        </a:cubicBezTo>
                        <a:cubicBezTo>
                          <a:pt x="42426" y="656"/>
                          <a:pt x="33691" y="-2101"/>
                          <a:pt x="22418" y="-2101"/>
                        </a:cubicBezTo>
                        <a:cubicBezTo>
                          <a:pt x="18533" y="-2101"/>
                          <a:pt x="14575" y="-1770"/>
                          <a:pt x="10545" y="-1109"/>
                        </a:cubicBezTo>
                        <a:cubicBezTo>
                          <a:pt x="6528" y="-448"/>
                          <a:pt x="2371" y="543"/>
                          <a:pt x="-1923" y="1865"/>
                        </a:cubicBezTo>
                        <a:lnTo>
                          <a:pt x="-1923" y="14457"/>
                        </a:lnTo>
                        <a:cubicBezTo>
                          <a:pt x="1790" y="12434"/>
                          <a:pt x="5629" y="10927"/>
                          <a:pt x="9593" y="9936"/>
                        </a:cubicBezTo>
                        <a:cubicBezTo>
                          <a:pt x="13558" y="8944"/>
                          <a:pt x="17747" y="8448"/>
                          <a:pt x="22161" y="8448"/>
                        </a:cubicBezTo>
                        <a:cubicBezTo>
                          <a:pt x="29310" y="8448"/>
                          <a:pt x="34966" y="10326"/>
                          <a:pt x="39128" y="14080"/>
                        </a:cubicBezTo>
                        <a:cubicBezTo>
                          <a:pt x="43304" y="17834"/>
                          <a:pt x="45392" y="22937"/>
                          <a:pt x="45392" y="29388"/>
                        </a:cubicBezTo>
                        <a:cubicBezTo>
                          <a:pt x="45392" y="35826"/>
                          <a:pt x="43304" y="40922"/>
                          <a:pt x="39128" y="44677"/>
                        </a:cubicBezTo>
                        <a:cubicBezTo>
                          <a:pt x="34966" y="48444"/>
                          <a:pt x="29310" y="50328"/>
                          <a:pt x="22161" y="50328"/>
                        </a:cubicBezTo>
                        <a:cubicBezTo>
                          <a:pt x="18817" y="50328"/>
                          <a:pt x="15481" y="49958"/>
                          <a:pt x="12150" y="49218"/>
                        </a:cubicBezTo>
                        <a:cubicBezTo>
                          <a:pt x="8834" y="48477"/>
                          <a:pt x="5444" y="47321"/>
                          <a:pt x="1982" y="45748"/>
                        </a:cubicBezTo>
                        <a:lnTo>
                          <a:pt x="1982" y="9222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9" name="Freeform: Shape 208">
                    <a:extLst>
                      <a:ext uri="{FF2B5EF4-FFF2-40B4-BE49-F238E27FC236}">
                        <a16:creationId xmlns:a16="http://schemas.microsoft.com/office/drawing/2014/main" id="{1FF22A13-6098-6F63-0DB2-067151A7F24B}"/>
                      </a:ext>
                    </a:extLst>
                  </p:cNvPr>
                  <p:cNvSpPr/>
                  <p:nvPr/>
                </p:nvSpPr>
                <p:spPr>
                  <a:xfrm flipV="1">
                    <a:off x="4239260" y="3554389"/>
                    <a:ext cx="60874" cy="95994"/>
                  </a:xfrm>
                  <a:custGeom>
                    <a:avLst/>
                    <a:gdLst>
                      <a:gd name="connsiteX0" fmla="*/ 39868 w 60874"/>
                      <a:gd name="connsiteY0" fmla="*/ 49552 h 95994"/>
                      <a:gd name="connsiteX1" fmla="*/ 53882 w 60874"/>
                      <a:gd name="connsiteY1" fmla="*/ 41541 h 95994"/>
                      <a:gd name="connsiteX2" fmla="*/ 58937 w 60874"/>
                      <a:gd name="connsiteY2" fmla="*/ 26550 h 95994"/>
                      <a:gd name="connsiteX3" fmla="*/ 49522 w 60874"/>
                      <a:gd name="connsiteY3" fmla="*/ 5353 h 95994"/>
                      <a:gd name="connsiteX4" fmla="*/ 22762 w 60874"/>
                      <a:gd name="connsiteY4" fmla="*/ -2143 h 95994"/>
                      <a:gd name="connsiteX5" fmla="*/ 10789 w 60874"/>
                      <a:gd name="connsiteY5" fmla="*/ -993 h 95994"/>
                      <a:gd name="connsiteX6" fmla="*/ -1937 w 60874"/>
                      <a:gd name="connsiteY6" fmla="*/ 2458 h 95994"/>
                      <a:gd name="connsiteX7" fmla="*/ -1937 w 60874"/>
                      <a:gd name="connsiteY7" fmla="*/ 14534 h 95994"/>
                      <a:gd name="connsiteX8" fmla="*/ 9441 w 60874"/>
                      <a:gd name="connsiteY8" fmla="*/ 9953 h 95994"/>
                      <a:gd name="connsiteX9" fmla="*/ 22405 w 60874"/>
                      <a:gd name="connsiteY9" fmla="*/ 8406 h 95994"/>
                      <a:gd name="connsiteX10" fmla="*/ 40324 w 60874"/>
                      <a:gd name="connsiteY10" fmla="*/ 13046 h 95994"/>
                      <a:gd name="connsiteX11" fmla="*/ 46489 w 60874"/>
                      <a:gd name="connsiteY11" fmla="*/ 26550 h 95994"/>
                      <a:gd name="connsiteX12" fmla="*/ 40760 w 60874"/>
                      <a:gd name="connsiteY12" fmla="*/ 39340 h 95994"/>
                      <a:gd name="connsiteX13" fmla="*/ 24823 w 60874"/>
                      <a:gd name="connsiteY13" fmla="*/ 43961 h 95994"/>
                      <a:gd name="connsiteX14" fmla="*/ 14040 w 60874"/>
                      <a:gd name="connsiteY14" fmla="*/ 43961 h 95994"/>
                      <a:gd name="connsiteX15" fmla="*/ 14040 w 60874"/>
                      <a:gd name="connsiteY15" fmla="*/ 54252 h 95994"/>
                      <a:gd name="connsiteX16" fmla="*/ 25319 w 60874"/>
                      <a:gd name="connsiteY16" fmla="*/ 54252 h 95994"/>
                      <a:gd name="connsiteX17" fmla="*/ 39432 w 60874"/>
                      <a:gd name="connsiteY17" fmla="*/ 57940 h 95994"/>
                      <a:gd name="connsiteX18" fmla="*/ 44328 w 60874"/>
                      <a:gd name="connsiteY18" fmla="*/ 68569 h 95994"/>
                      <a:gd name="connsiteX19" fmla="*/ 39273 w 60874"/>
                      <a:gd name="connsiteY19" fmla="*/ 79495 h 95994"/>
                      <a:gd name="connsiteX20" fmla="*/ 24823 w 60874"/>
                      <a:gd name="connsiteY20" fmla="*/ 83322 h 95994"/>
                      <a:gd name="connsiteX21" fmla="*/ 13782 w 60874"/>
                      <a:gd name="connsiteY21" fmla="*/ 82192 h 95994"/>
                      <a:gd name="connsiteX22" fmla="*/ 838 w 60874"/>
                      <a:gd name="connsiteY22" fmla="*/ 78741 h 95994"/>
                      <a:gd name="connsiteX23" fmla="*/ 838 w 60874"/>
                      <a:gd name="connsiteY23" fmla="*/ 89885 h 95994"/>
                      <a:gd name="connsiteX24" fmla="*/ 14198 w 60874"/>
                      <a:gd name="connsiteY24" fmla="*/ 92860 h 95994"/>
                      <a:gd name="connsiteX25" fmla="*/ 25933 w 60874"/>
                      <a:gd name="connsiteY25" fmla="*/ 93851 h 95994"/>
                      <a:gd name="connsiteX26" fmla="*/ 48471 w 60874"/>
                      <a:gd name="connsiteY26" fmla="*/ 87367 h 95994"/>
                      <a:gd name="connsiteX27" fmla="*/ 56776 w 60874"/>
                      <a:gd name="connsiteY27" fmla="*/ 69878 h 95994"/>
                      <a:gd name="connsiteX28" fmla="*/ 52376 w 60874"/>
                      <a:gd name="connsiteY28" fmla="*/ 56889 h 95994"/>
                      <a:gd name="connsiteX29" fmla="*/ 39868 w 60874"/>
                      <a:gd name="connsiteY29" fmla="*/ 4955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874" h="95994">
                        <a:moveTo>
                          <a:pt x="39868" y="49552"/>
                        </a:moveTo>
                        <a:cubicBezTo>
                          <a:pt x="45854" y="48270"/>
                          <a:pt x="50526" y="45600"/>
                          <a:pt x="53882" y="41541"/>
                        </a:cubicBezTo>
                        <a:cubicBezTo>
                          <a:pt x="57252" y="37496"/>
                          <a:pt x="58937" y="32499"/>
                          <a:pt x="58937" y="26550"/>
                        </a:cubicBezTo>
                        <a:cubicBezTo>
                          <a:pt x="58937" y="17429"/>
                          <a:pt x="55799" y="10363"/>
                          <a:pt x="49522" y="5353"/>
                        </a:cubicBezTo>
                        <a:cubicBezTo>
                          <a:pt x="43245" y="356"/>
                          <a:pt x="34325" y="-2143"/>
                          <a:pt x="22762" y="-2143"/>
                        </a:cubicBezTo>
                        <a:cubicBezTo>
                          <a:pt x="18890" y="-2143"/>
                          <a:pt x="14899" y="-1759"/>
                          <a:pt x="10789" y="-993"/>
                        </a:cubicBezTo>
                        <a:cubicBezTo>
                          <a:pt x="6679" y="-226"/>
                          <a:pt x="2437" y="924"/>
                          <a:pt x="-1937" y="2458"/>
                        </a:cubicBezTo>
                        <a:lnTo>
                          <a:pt x="-1937" y="14534"/>
                        </a:lnTo>
                        <a:cubicBezTo>
                          <a:pt x="1525" y="12511"/>
                          <a:pt x="5318" y="10984"/>
                          <a:pt x="9441" y="9953"/>
                        </a:cubicBezTo>
                        <a:cubicBezTo>
                          <a:pt x="13577" y="8922"/>
                          <a:pt x="17898" y="8406"/>
                          <a:pt x="22405" y="8406"/>
                        </a:cubicBezTo>
                        <a:cubicBezTo>
                          <a:pt x="30241" y="8406"/>
                          <a:pt x="36214" y="9953"/>
                          <a:pt x="40324" y="13046"/>
                        </a:cubicBezTo>
                        <a:cubicBezTo>
                          <a:pt x="44434" y="16140"/>
                          <a:pt x="46489" y="20641"/>
                          <a:pt x="46489" y="26550"/>
                        </a:cubicBezTo>
                        <a:cubicBezTo>
                          <a:pt x="46489" y="32010"/>
                          <a:pt x="44579" y="36273"/>
                          <a:pt x="40760" y="39340"/>
                        </a:cubicBezTo>
                        <a:cubicBezTo>
                          <a:pt x="36941" y="42420"/>
                          <a:pt x="31629" y="43961"/>
                          <a:pt x="24823" y="43961"/>
                        </a:cubicBezTo>
                        <a:lnTo>
                          <a:pt x="14040" y="43961"/>
                        </a:lnTo>
                        <a:lnTo>
                          <a:pt x="14040" y="54252"/>
                        </a:lnTo>
                        <a:lnTo>
                          <a:pt x="25319" y="54252"/>
                        </a:lnTo>
                        <a:cubicBezTo>
                          <a:pt x="31463" y="54252"/>
                          <a:pt x="36168" y="55481"/>
                          <a:pt x="39432" y="57940"/>
                        </a:cubicBezTo>
                        <a:cubicBezTo>
                          <a:pt x="42696" y="60399"/>
                          <a:pt x="44328" y="63942"/>
                          <a:pt x="44328" y="68569"/>
                        </a:cubicBezTo>
                        <a:cubicBezTo>
                          <a:pt x="44328" y="73315"/>
                          <a:pt x="42643" y="76957"/>
                          <a:pt x="39273" y="79495"/>
                        </a:cubicBezTo>
                        <a:cubicBezTo>
                          <a:pt x="35917" y="82046"/>
                          <a:pt x="31100" y="83322"/>
                          <a:pt x="24823" y="83322"/>
                        </a:cubicBezTo>
                        <a:cubicBezTo>
                          <a:pt x="21387" y="83322"/>
                          <a:pt x="17707" y="82945"/>
                          <a:pt x="13782" y="82192"/>
                        </a:cubicBezTo>
                        <a:cubicBezTo>
                          <a:pt x="9857" y="81451"/>
                          <a:pt x="5543" y="80301"/>
                          <a:pt x="838" y="78741"/>
                        </a:cubicBezTo>
                        <a:lnTo>
                          <a:pt x="838" y="89885"/>
                        </a:lnTo>
                        <a:cubicBezTo>
                          <a:pt x="5595" y="91207"/>
                          <a:pt x="10049" y="92199"/>
                          <a:pt x="14198" y="92860"/>
                        </a:cubicBezTo>
                        <a:cubicBezTo>
                          <a:pt x="18348" y="93521"/>
                          <a:pt x="22259" y="93851"/>
                          <a:pt x="25933" y="93851"/>
                        </a:cubicBezTo>
                        <a:cubicBezTo>
                          <a:pt x="35435" y="93851"/>
                          <a:pt x="42947" y="91690"/>
                          <a:pt x="48471" y="87367"/>
                        </a:cubicBezTo>
                        <a:cubicBezTo>
                          <a:pt x="54008" y="83058"/>
                          <a:pt x="56776" y="77228"/>
                          <a:pt x="56776" y="69878"/>
                        </a:cubicBezTo>
                        <a:cubicBezTo>
                          <a:pt x="56776" y="64748"/>
                          <a:pt x="55310" y="60419"/>
                          <a:pt x="52376" y="56889"/>
                        </a:cubicBezTo>
                        <a:cubicBezTo>
                          <a:pt x="49442" y="53360"/>
                          <a:pt x="45273" y="50914"/>
                          <a:pt x="39868" y="4955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10" name="Freeform: Shape 209">
                    <a:extLst>
                      <a:ext uri="{FF2B5EF4-FFF2-40B4-BE49-F238E27FC236}">
                        <a16:creationId xmlns:a16="http://schemas.microsoft.com/office/drawing/2014/main" id="{D9F9CC73-85CD-569C-8A94-63991F0E0821}"/>
                      </a:ext>
                    </a:extLst>
                  </p:cNvPr>
                  <p:cNvSpPr/>
                  <p:nvPr/>
                </p:nvSpPr>
                <p:spPr>
                  <a:xfrm flipV="1">
                    <a:off x="4318665" y="3554389"/>
                    <a:ext cx="63926" cy="95994"/>
                  </a:xfrm>
                  <a:custGeom>
                    <a:avLst/>
                    <a:gdLst>
                      <a:gd name="connsiteX0" fmla="*/ 30012 w 63926"/>
                      <a:gd name="connsiteY0" fmla="*/ 83937 h 95994"/>
                      <a:gd name="connsiteX1" fmla="*/ 15482 w 63926"/>
                      <a:gd name="connsiteY1" fmla="*/ 74419 h 95994"/>
                      <a:gd name="connsiteX2" fmla="*/ 10626 w 63926"/>
                      <a:gd name="connsiteY2" fmla="*/ 45825 h 95994"/>
                      <a:gd name="connsiteX3" fmla="*/ 15482 w 63926"/>
                      <a:gd name="connsiteY3" fmla="*/ 17290 h 95994"/>
                      <a:gd name="connsiteX4" fmla="*/ 30012 w 63926"/>
                      <a:gd name="connsiteY4" fmla="*/ 7772 h 95994"/>
                      <a:gd name="connsiteX5" fmla="*/ 44601 w 63926"/>
                      <a:gd name="connsiteY5" fmla="*/ 17290 h 95994"/>
                      <a:gd name="connsiteX6" fmla="*/ 49477 w 63926"/>
                      <a:gd name="connsiteY6" fmla="*/ 45825 h 95994"/>
                      <a:gd name="connsiteX7" fmla="*/ 44601 w 63926"/>
                      <a:gd name="connsiteY7" fmla="*/ 74419 h 95994"/>
                      <a:gd name="connsiteX8" fmla="*/ 30012 w 63926"/>
                      <a:gd name="connsiteY8" fmla="*/ 83937 h 95994"/>
                      <a:gd name="connsiteX9" fmla="*/ 30012 w 63926"/>
                      <a:gd name="connsiteY9" fmla="*/ 93851 h 95994"/>
                      <a:gd name="connsiteX10" fmla="*/ 53779 w 63926"/>
                      <a:gd name="connsiteY10" fmla="*/ 81537 h 95994"/>
                      <a:gd name="connsiteX11" fmla="*/ 61985 w 63926"/>
                      <a:gd name="connsiteY11" fmla="*/ 45825 h 95994"/>
                      <a:gd name="connsiteX12" fmla="*/ 53779 w 63926"/>
                      <a:gd name="connsiteY12" fmla="*/ 10151 h 95994"/>
                      <a:gd name="connsiteX13" fmla="*/ 30012 w 63926"/>
                      <a:gd name="connsiteY13" fmla="*/ -2143 h 95994"/>
                      <a:gd name="connsiteX14" fmla="*/ 6265 w 63926"/>
                      <a:gd name="connsiteY14" fmla="*/ 10151 h 95994"/>
                      <a:gd name="connsiteX15" fmla="*/ -1942 w 63926"/>
                      <a:gd name="connsiteY15" fmla="*/ 45825 h 95994"/>
                      <a:gd name="connsiteX16" fmla="*/ 6265 w 63926"/>
                      <a:gd name="connsiteY16" fmla="*/ 81537 h 95994"/>
                      <a:gd name="connsiteX17" fmla="*/ 30012 w 63926"/>
                      <a:gd name="connsiteY17" fmla="*/ 93851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12" y="83937"/>
                        </a:moveTo>
                        <a:cubicBezTo>
                          <a:pt x="23576" y="83937"/>
                          <a:pt x="18733" y="80764"/>
                          <a:pt x="15482" y="74419"/>
                        </a:cubicBezTo>
                        <a:cubicBezTo>
                          <a:pt x="12245" y="68086"/>
                          <a:pt x="10626" y="58555"/>
                          <a:pt x="10626" y="45825"/>
                        </a:cubicBezTo>
                        <a:cubicBezTo>
                          <a:pt x="10626" y="33147"/>
                          <a:pt x="12245" y="23635"/>
                          <a:pt x="15482" y="17290"/>
                        </a:cubicBezTo>
                        <a:cubicBezTo>
                          <a:pt x="18733" y="10945"/>
                          <a:pt x="23576" y="7772"/>
                          <a:pt x="30012" y="7772"/>
                        </a:cubicBezTo>
                        <a:cubicBezTo>
                          <a:pt x="36500" y="7772"/>
                          <a:pt x="41363" y="10945"/>
                          <a:pt x="44601" y="17290"/>
                        </a:cubicBezTo>
                        <a:cubicBezTo>
                          <a:pt x="47852" y="23635"/>
                          <a:pt x="49477" y="33147"/>
                          <a:pt x="49477" y="45825"/>
                        </a:cubicBezTo>
                        <a:cubicBezTo>
                          <a:pt x="49477" y="58555"/>
                          <a:pt x="47852" y="68086"/>
                          <a:pt x="44601" y="74419"/>
                        </a:cubicBezTo>
                        <a:cubicBezTo>
                          <a:pt x="41363" y="80764"/>
                          <a:pt x="36500" y="83937"/>
                          <a:pt x="30012" y="83937"/>
                        </a:cubicBezTo>
                        <a:close/>
                        <a:moveTo>
                          <a:pt x="30012" y="93851"/>
                        </a:moveTo>
                        <a:cubicBezTo>
                          <a:pt x="40385" y="93851"/>
                          <a:pt x="48308" y="89747"/>
                          <a:pt x="53779" y="81537"/>
                        </a:cubicBezTo>
                        <a:cubicBezTo>
                          <a:pt x="59250" y="73341"/>
                          <a:pt x="61985" y="61437"/>
                          <a:pt x="61985" y="45825"/>
                        </a:cubicBezTo>
                        <a:cubicBezTo>
                          <a:pt x="61985" y="30252"/>
                          <a:pt x="59250" y="18361"/>
                          <a:pt x="53779" y="10151"/>
                        </a:cubicBezTo>
                        <a:cubicBezTo>
                          <a:pt x="48308" y="1955"/>
                          <a:pt x="40385" y="-2143"/>
                          <a:pt x="30012" y="-2143"/>
                        </a:cubicBezTo>
                        <a:cubicBezTo>
                          <a:pt x="19651" y="-2143"/>
                          <a:pt x="11736" y="1955"/>
                          <a:pt x="6265" y="10151"/>
                        </a:cubicBezTo>
                        <a:cubicBezTo>
                          <a:pt x="794" y="18361"/>
                          <a:pt x="-1942" y="30252"/>
                          <a:pt x="-1942" y="45825"/>
                        </a:cubicBezTo>
                        <a:cubicBezTo>
                          <a:pt x="-1942" y="61437"/>
                          <a:pt x="794" y="73341"/>
                          <a:pt x="6265" y="81537"/>
                        </a:cubicBezTo>
                        <a:cubicBezTo>
                          <a:pt x="11736" y="89747"/>
                          <a:pt x="19651" y="93851"/>
                          <a:pt x="30012" y="9385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11" name="Graphic 152">
                <a:extLst>
                  <a:ext uri="{FF2B5EF4-FFF2-40B4-BE49-F238E27FC236}">
                    <a16:creationId xmlns:a16="http://schemas.microsoft.com/office/drawing/2014/main" id="{207BB0A5-9DA8-5A7D-BC90-8728A4B6CD6B}"/>
                  </a:ext>
                </a:extLst>
              </p:cNvPr>
              <p:cNvGrpSpPr/>
              <p:nvPr/>
            </p:nvGrpSpPr>
            <p:grpSpPr>
              <a:xfrm>
                <a:off x="4158665" y="2878953"/>
                <a:ext cx="321159" cy="95994"/>
                <a:chOff x="4158665" y="2878953"/>
                <a:chExt cx="321159" cy="95994"/>
              </a:xfrm>
              <a:solidFill>
                <a:srgbClr val="000000"/>
              </a:solidFill>
            </p:grpSpPr>
            <p:sp>
              <p:nvSpPr>
                <p:cNvPr id="212" name="Freeform: Shape 211">
                  <a:extLst>
                    <a:ext uri="{FF2B5EF4-FFF2-40B4-BE49-F238E27FC236}">
                      <a16:creationId xmlns:a16="http://schemas.microsoft.com/office/drawing/2014/main" id="{D569991F-2865-9CF3-5688-CF5904F8BC9F}"/>
                    </a:ext>
                  </a:extLst>
                </p:cNvPr>
                <p:cNvSpPr/>
                <p:nvPr/>
              </p:nvSpPr>
              <p:spPr>
                <a:xfrm>
                  <a:off x="4435423" y="2924928"/>
                  <a:ext cx="44401" cy="12690"/>
                </a:xfrm>
                <a:custGeom>
                  <a:avLst/>
                  <a:gdLst>
                    <a:gd name="connsiteX0" fmla="*/ 44505 w 44401"/>
                    <a:gd name="connsiteY0" fmla="*/ 133 h 12690"/>
                    <a:gd name="connsiteX1" fmla="*/ 103 w 44401"/>
                    <a:gd name="connsiteY1" fmla="*/ 133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505" y="133"/>
                      </a:moveTo>
                      <a:lnTo>
                        <a:pt x="103" y="133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13" name="Graphic 152">
                  <a:extLst>
                    <a:ext uri="{FF2B5EF4-FFF2-40B4-BE49-F238E27FC236}">
                      <a16:creationId xmlns:a16="http://schemas.microsoft.com/office/drawing/2014/main" id="{65435C3B-0E72-86A9-8AF9-48964270F482}"/>
                    </a:ext>
                  </a:extLst>
                </p:cNvPr>
                <p:cNvGrpSpPr/>
                <p:nvPr/>
              </p:nvGrpSpPr>
              <p:grpSpPr>
                <a:xfrm>
                  <a:off x="4158665" y="2878953"/>
                  <a:ext cx="223926" cy="95994"/>
                  <a:chOff x="4158665" y="287895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14" name="Freeform: Shape 213">
                    <a:extLst>
                      <a:ext uri="{FF2B5EF4-FFF2-40B4-BE49-F238E27FC236}">
                        <a16:creationId xmlns:a16="http://schemas.microsoft.com/office/drawing/2014/main" id="{36429D11-2530-B0D5-900C-947191AC5D5F}"/>
                      </a:ext>
                    </a:extLst>
                  </p:cNvPr>
                  <p:cNvSpPr/>
                  <p:nvPr/>
                </p:nvSpPr>
                <p:spPr>
                  <a:xfrm flipV="1">
                    <a:off x="4158665" y="2880619"/>
                    <a:ext cx="59843" cy="94328"/>
                  </a:xfrm>
                  <a:custGeom>
                    <a:avLst/>
                    <a:gdLst>
                      <a:gd name="connsiteX0" fmla="*/ 1982 w 59843"/>
                      <a:gd name="connsiteY0" fmla="*/ 92175 h 94328"/>
                      <a:gd name="connsiteX1" fmla="*/ 51101 w 59843"/>
                      <a:gd name="connsiteY1" fmla="*/ 92175 h 94328"/>
                      <a:gd name="connsiteX2" fmla="*/ 51101 w 59843"/>
                      <a:gd name="connsiteY2" fmla="*/ 81625 h 94328"/>
                      <a:gd name="connsiteX3" fmla="*/ 13439 w 59843"/>
                      <a:gd name="connsiteY3" fmla="*/ 81625 h 94328"/>
                      <a:gd name="connsiteX4" fmla="*/ 13439 w 59843"/>
                      <a:gd name="connsiteY4" fmla="*/ 58960 h 94328"/>
                      <a:gd name="connsiteX5" fmla="*/ 18870 w 59843"/>
                      <a:gd name="connsiteY5" fmla="*/ 60348 h 94328"/>
                      <a:gd name="connsiteX6" fmla="*/ 24341 w 59843"/>
                      <a:gd name="connsiteY6" fmla="*/ 60804 h 94328"/>
                      <a:gd name="connsiteX7" fmla="*/ 48861 w 59843"/>
                      <a:gd name="connsiteY7" fmla="*/ 52317 h 94328"/>
                      <a:gd name="connsiteX8" fmla="*/ 57920 w 59843"/>
                      <a:gd name="connsiteY8" fmla="*/ 29335 h 94328"/>
                      <a:gd name="connsiteX9" fmla="*/ 48623 w 59843"/>
                      <a:gd name="connsiteY9" fmla="*/ 6115 h 94328"/>
                      <a:gd name="connsiteX10" fmla="*/ 22418 w 59843"/>
                      <a:gd name="connsiteY10" fmla="*/ -2154 h 94328"/>
                      <a:gd name="connsiteX11" fmla="*/ 10545 w 59843"/>
                      <a:gd name="connsiteY11" fmla="*/ -1163 h 94328"/>
                      <a:gd name="connsiteX12" fmla="*/ -1923 w 59843"/>
                      <a:gd name="connsiteY12" fmla="*/ 1812 h 94328"/>
                      <a:gd name="connsiteX13" fmla="*/ -1923 w 59843"/>
                      <a:gd name="connsiteY13" fmla="*/ 14404 h 94328"/>
                      <a:gd name="connsiteX14" fmla="*/ 9593 w 59843"/>
                      <a:gd name="connsiteY14" fmla="*/ 9882 h 94328"/>
                      <a:gd name="connsiteX15" fmla="*/ 22161 w 59843"/>
                      <a:gd name="connsiteY15" fmla="*/ 8395 h 94328"/>
                      <a:gd name="connsiteX16" fmla="*/ 39128 w 59843"/>
                      <a:gd name="connsiteY16" fmla="*/ 14027 h 94328"/>
                      <a:gd name="connsiteX17" fmla="*/ 45392 w 59843"/>
                      <a:gd name="connsiteY17" fmla="*/ 29335 h 94328"/>
                      <a:gd name="connsiteX18" fmla="*/ 39128 w 59843"/>
                      <a:gd name="connsiteY18" fmla="*/ 44624 h 94328"/>
                      <a:gd name="connsiteX19" fmla="*/ 22161 w 59843"/>
                      <a:gd name="connsiteY19" fmla="*/ 50275 h 94328"/>
                      <a:gd name="connsiteX20" fmla="*/ 12150 w 59843"/>
                      <a:gd name="connsiteY20" fmla="*/ 49165 h 94328"/>
                      <a:gd name="connsiteX21" fmla="*/ 1982 w 59843"/>
                      <a:gd name="connsiteY21" fmla="*/ 45694 h 94328"/>
                      <a:gd name="connsiteX22" fmla="*/ 1982 w 59843"/>
                      <a:gd name="connsiteY22" fmla="*/ 92175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2" y="92175"/>
                        </a:moveTo>
                        <a:lnTo>
                          <a:pt x="51101" y="92175"/>
                        </a:lnTo>
                        <a:lnTo>
                          <a:pt x="51101" y="81625"/>
                        </a:lnTo>
                        <a:lnTo>
                          <a:pt x="13439" y="81625"/>
                        </a:lnTo>
                        <a:lnTo>
                          <a:pt x="13439" y="58960"/>
                        </a:lnTo>
                        <a:cubicBezTo>
                          <a:pt x="15249" y="59582"/>
                          <a:pt x="17060" y="60044"/>
                          <a:pt x="18870" y="60348"/>
                        </a:cubicBezTo>
                        <a:cubicBezTo>
                          <a:pt x="20694" y="60652"/>
                          <a:pt x="22517" y="60804"/>
                          <a:pt x="24341" y="60804"/>
                        </a:cubicBezTo>
                        <a:cubicBezTo>
                          <a:pt x="34662" y="60804"/>
                          <a:pt x="42835" y="57975"/>
                          <a:pt x="48861" y="52317"/>
                        </a:cubicBezTo>
                        <a:cubicBezTo>
                          <a:pt x="54900" y="46659"/>
                          <a:pt x="57920" y="38999"/>
                          <a:pt x="57920" y="29335"/>
                        </a:cubicBezTo>
                        <a:cubicBezTo>
                          <a:pt x="57920" y="19381"/>
                          <a:pt x="54821" y="11641"/>
                          <a:pt x="48623" y="6115"/>
                        </a:cubicBezTo>
                        <a:cubicBezTo>
                          <a:pt x="42426" y="602"/>
                          <a:pt x="33691" y="-2154"/>
                          <a:pt x="22418" y="-2154"/>
                        </a:cubicBezTo>
                        <a:cubicBezTo>
                          <a:pt x="18533" y="-2154"/>
                          <a:pt x="14575" y="-1824"/>
                          <a:pt x="10545" y="-1163"/>
                        </a:cubicBezTo>
                        <a:cubicBezTo>
                          <a:pt x="6528" y="-502"/>
                          <a:pt x="2371" y="490"/>
                          <a:pt x="-1923" y="1812"/>
                        </a:cubicBezTo>
                        <a:lnTo>
                          <a:pt x="-1923" y="14404"/>
                        </a:lnTo>
                        <a:cubicBezTo>
                          <a:pt x="1790" y="12381"/>
                          <a:pt x="5629" y="10874"/>
                          <a:pt x="9593" y="9882"/>
                        </a:cubicBezTo>
                        <a:cubicBezTo>
                          <a:pt x="13558" y="8891"/>
                          <a:pt x="17747" y="8395"/>
                          <a:pt x="22161" y="8395"/>
                        </a:cubicBezTo>
                        <a:cubicBezTo>
                          <a:pt x="29310" y="8395"/>
                          <a:pt x="34966" y="10272"/>
                          <a:pt x="39128" y="14027"/>
                        </a:cubicBezTo>
                        <a:cubicBezTo>
                          <a:pt x="43304" y="17781"/>
                          <a:pt x="45392" y="22884"/>
                          <a:pt x="45392" y="29335"/>
                        </a:cubicBezTo>
                        <a:cubicBezTo>
                          <a:pt x="45392" y="35773"/>
                          <a:pt x="43304" y="40869"/>
                          <a:pt x="39128" y="44624"/>
                        </a:cubicBezTo>
                        <a:cubicBezTo>
                          <a:pt x="34966" y="48391"/>
                          <a:pt x="29310" y="50275"/>
                          <a:pt x="22161" y="50275"/>
                        </a:cubicBezTo>
                        <a:cubicBezTo>
                          <a:pt x="18817" y="50275"/>
                          <a:pt x="15481" y="49905"/>
                          <a:pt x="12150" y="49165"/>
                        </a:cubicBezTo>
                        <a:cubicBezTo>
                          <a:pt x="8834" y="48424"/>
                          <a:pt x="5444" y="47268"/>
                          <a:pt x="1982" y="45694"/>
                        </a:cubicBezTo>
                        <a:lnTo>
                          <a:pt x="1982" y="9217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15" name="Freeform: Shape 214">
                    <a:extLst>
                      <a:ext uri="{FF2B5EF4-FFF2-40B4-BE49-F238E27FC236}">
                        <a16:creationId xmlns:a16="http://schemas.microsoft.com/office/drawing/2014/main" id="{09962BEA-EDD8-7B6D-B891-201E45D3E8E3}"/>
                      </a:ext>
                    </a:extLst>
                  </p:cNvPr>
                  <p:cNvSpPr/>
                  <p:nvPr/>
                </p:nvSpPr>
                <p:spPr>
                  <a:xfrm flipV="1">
                    <a:off x="4235791" y="2880619"/>
                    <a:ext cx="67395" cy="92524"/>
                  </a:xfrm>
                  <a:custGeom>
                    <a:avLst/>
                    <a:gdLst>
                      <a:gd name="connsiteX0" fmla="*/ 39819 w 67395"/>
                      <a:gd name="connsiteY0" fmla="*/ 79418 h 92524"/>
                      <a:gd name="connsiteX1" fmla="*/ 8223 w 67395"/>
                      <a:gd name="connsiteY1" fmla="*/ 30023 h 92524"/>
                      <a:gd name="connsiteX2" fmla="*/ 39819 w 67395"/>
                      <a:gd name="connsiteY2" fmla="*/ 30023 h 92524"/>
                      <a:gd name="connsiteX3" fmla="*/ 39819 w 67395"/>
                      <a:gd name="connsiteY3" fmla="*/ 79418 h 92524"/>
                      <a:gd name="connsiteX4" fmla="*/ 36529 w 67395"/>
                      <a:gd name="connsiteY4" fmla="*/ 90324 h 92524"/>
                      <a:gd name="connsiteX5" fmla="*/ 52267 w 67395"/>
                      <a:gd name="connsiteY5" fmla="*/ 90324 h 92524"/>
                      <a:gd name="connsiteX6" fmla="*/ 52267 w 67395"/>
                      <a:gd name="connsiteY6" fmla="*/ 30023 h 92524"/>
                      <a:gd name="connsiteX7" fmla="*/ 65469 w 67395"/>
                      <a:gd name="connsiteY7" fmla="*/ 30023 h 92524"/>
                      <a:gd name="connsiteX8" fmla="*/ 65469 w 67395"/>
                      <a:gd name="connsiteY8" fmla="*/ 19613 h 92524"/>
                      <a:gd name="connsiteX9" fmla="*/ 52267 w 67395"/>
                      <a:gd name="connsiteY9" fmla="*/ 19613 h 92524"/>
                      <a:gd name="connsiteX10" fmla="*/ 52267 w 67395"/>
                      <a:gd name="connsiteY10" fmla="*/ -2200 h 92524"/>
                      <a:gd name="connsiteX11" fmla="*/ 39819 w 67395"/>
                      <a:gd name="connsiteY11" fmla="*/ -2200 h 92524"/>
                      <a:gd name="connsiteX12" fmla="*/ 39819 w 67395"/>
                      <a:gd name="connsiteY12" fmla="*/ 19613 h 92524"/>
                      <a:gd name="connsiteX13" fmla="*/ -1926 w 67395"/>
                      <a:gd name="connsiteY13" fmla="*/ 19613 h 92524"/>
                      <a:gd name="connsiteX14" fmla="*/ -1926 w 67395"/>
                      <a:gd name="connsiteY14" fmla="*/ 31689 h 92524"/>
                      <a:gd name="connsiteX15" fmla="*/ 36529 w 67395"/>
                      <a:gd name="connsiteY15" fmla="*/ 90324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819" y="79418"/>
                        </a:moveTo>
                        <a:lnTo>
                          <a:pt x="8223" y="30023"/>
                        </a:lnTo>
                        <a:lnTo>
                          <a:pt x="39819" y="30023"/>
                        </a:lnTo>
                        <a:lnTo>
                          <a:pt x="39819" y="79418"/>
                        </a:lnTo>
                        <a:close/>
                        <a:moveTo>
                          <a:pt x="36529" y="90324"/>
                        </a:moveTo>
                        <a:lnTo>
                          <a:pt x="52267" y="90324"/>
                        </a:lnTo>
                        <a:lnTo>
                          <a:pt x="52267" y="30023"/>
                        </a:lnTo>
                        <a:lnTo>
                          <a:pt x="65469" y="30023"/>
                        </a:lnTo>
                        <a:lnTo>
                          <a:pt x="65469" y="19613"/>
                        </a:lnTo>
                        <a:lnTo>
                          <a:pt x="52267" y="19613"/>
                        </a:lnTo>
                        <a:lnTo>
                          <a:pt x="52267" y="-2200"/>
                        </a:lnTo>
                        <a:lnTo>
                          <a:pt x="39819" y="-2200"/>
                        </a:lnTo>
                        <a:lnTo>
                          <a:pt x="39819" y="19613"/>
                        </a:lnTo>
                        <a:lnTo>
                          <a:pt x="-1926" y="19613"/>
                        </a:lnTo>
                        <a:lnTo>
                          <a:pt x="-1926" y="31689"/>
                        </a:lnTo>
                        <a:lnTo>
                          <a:pt x="36529" y="903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16" name="Freeform: Shape 215">
                    <a:extLst>
                      <a:ext uri="{FF2B5EF4-FFF2-40B4-BE49-F238E27FC236}">
                        <a16:creationId xmlns:a16="http://schemas.microsoft.com/office/drawing/2014/main" id="{FF3853FF-1336-29E0-7E69-83D7E4D04481}"/>
                      </a:ext>
                    </a:extLst>
                  </p:cNvPr>
                  <p:cNvSpPr/>
                  <p:nvPr/>
                </p:nvSpPr>
                <p:spPr>
                  <a:xfrm flipV="1">
                    <a:off x="4318665" y="2878953"/>
                    <a:ext cx="63926" cy="95994"/>
                  </a:xfrm>
                  <a:custGeom>
                    <a:avLst/>
                    <a:gdLst>
                      <a:gd name="connsiteX0" fmla="*/ 30012 w 63926"/>
                      <a:gd name="connsiteY0" fmla="*/ 83883 h 95994"/>
                      <a:gd name="connsiteX1" fmla="*/ 15482 w 63926"/>
                      <a:gd name="connsiteY1" fmla="*/ 74365 h 95994"/>
                      <a:gd name="connsiteX2" fmla="*/ 10626 w 63926"/>
                      <a:gd name="connsiteY2" fmla="*/ 45771 h 95994"/>
                      <a:gd name="connsiteX3" fmla="*/ 15482 w 63926"/>
                      <a:gd name="connsiteY3" fmla="*/ 17237 h 95994"/>
                      <a:gd name="connsiteX4" fmla="*/ 30012 w 63926"/>
                      <a:gd name="connsiteY4" fmla="*/ 7719 h 95994"/>
                      <a:gd name="connsiteX5" fmla="*/ 44601 w 63926"/>
                      <a:gd name="connsiteY5" fmla="*/ 17237 h 95994"/>
                      <a:gd name="connsiteX6" fmla="*/ 49477 w 63926"/>
                      <a:gd name="connsiteY6" fmla="*/ 45771 h 95994"/>
                      <a:gd name="connsiteX7" fmla="*/ 44601 w 63926"/>
                      <a:gd name="connsiteY7" fmla="*/ 74365 h 95994"/>
                      <a:gd name="connsiteX8" fmla="*/ 30012 w 63926"/>
                      <a:gd name="connsiteY8" fmla="*/ 83883 h 95994"/>
                      <a:gd name="connsiteX9" fmla="*/ 30012 w 63926"/>
                      <a:gd name="connsiteY9" fmla="*/ 93798 h 95994"/>
                      <a:gd name="connsiteX10" fmla="*/ 53779 w 63926"/>
                      <a:gd name="connsiteY10" fmla="*/ 81484 h 95994"/>
                      <a:gd name="connsiteX11" fmla="*/ 61985 w 63926"/>
                      <a:gd name="connsiteY11" fmla="*/ 45771 h 95994"/>
                      <a:gd name="connsiteX12" fmla="*/ 53779 w 63926"/>
                      <a:gd name="connsiteY12" fmla="*/ 10098 h 95994"/>
                      <a:gd name="connsiteX13" fmla="*/ 30012 w 63926"/>
                      <a:gd name="connsiteY13" fmla="*/ -2196 h 95994"/>
                      <a:gd name="connsiteX14" fmla="*/ 6265 w 63926"/>
                      <a:gd name="connsiteY14" fmla="*/ 10098 h 95994"/>
                      <a:gd name="connsiteX15" fmla="*/ -1942 w 63926"/>
                      <a:gd name="connsiteY15" fmla="*/ 45771 h 95994"/>
                      <a:gd name="connsiteX16" fmla="*/ 6265 w 63926"/>
                      <a:gd name="connsiteY16" fmla="*/ 81484 h 95994"/>
                      <a:gd name="connsiteX17" fmla="*/ 30012 w 63926"/>
                      <a:gd name="connsiteY17" fmla="*/ 9379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12" y="83883"/>
                        </a:moveTo>
                        <a:cubicBezTo>
                          <a:pt x="23576" y="83883"/>
                          <a:pt x="18733" y="80711"/>
                          <a:pt x="15482" y="74365"/>
                        </a:cubicBezTo>
                        <a:cubicBezTo>
                          <a:pt x="12245" y="68033"/>
                          <a:pt x="10626" y="58502"/>
                          <a:pt x="10626" y="45771"/>
                        </a:cubicBezTo>
                        <a:cubicBezTo>
                          <a:pt x="10626" y="33094"/>
                          <a:pt x="12245" y="23582"/>
                          <a:pt x="15482" y="17237"/>
                        </a:cubicBezTo>
                        <a:cubicBezTo>
                          <a:pt x="18733" y="10891"/>
                          <a:pt x="23576" y="7719"/>
                          <a:pt x="30012" y="7719"/>
                        </a:cubicBezTo>
                        <a:cubicBezTo>
                          <a:pt x="36500" y="7719"/>
                          <a:pt x="41363" y="10891"/>
                          <a:pt x="44601" y="17237"/>
                        </a:cubicBezTo>
                        <a:cubicBezTo>
                          <a:pt x="47852" y="23582"/>
                          <a:pt x="49477" y="33094"/>
                          <a:pt x="49477" y="45771"/>
                        </a:cubicBezTo>
                        <a:cubicBezTo>
                          <a:pt x="49477" y="58502"/>
                          <a:pt x="47852" y="68033"/>
                          <a:pt x="44601" y="74365"/>
                        </a:cubicBezTo>
                        <a:cubicBezTo>
                          <a:pt x="41363" y="80711"/>
                          <a:pt x="36500" y="83883"/>
                          <a:pt x="30012" y="83883"/>
                        </a:cubicBezTo>
                        <a:close/>
                        <a:moveTo>
                          <a:pt x="30012" y="93798"/>
                        </a:moveTo>
                        <a:cubicBezTo>
                          <a:pt x="40385" y="93798"/>
                          <a:pt x="48308" y="89693"/>
                          <a:pt x="53779" y="81484"/>
                        </a:cubicBezTo>
                        <a:cubicBezTo>
                          <a:pt x="59250" y="73288"/>
                          <a:pt x="61985" y="61384"/>
                          <a:pt x="61985" y="45771"/>
                        </a:cubicBezTo>
                        <a:cubicBezTo>
                          <a:pt x="61985" y="30199"/>
                          <a:pt x="59250" y="18308"/>
                          <a:pt x="53779" y="10098"/>
                        </a:cubicBezTo>
                        <a:cubicBezTo>
                          <a:pt x="48308" y="1902"/>
                          <a:pt x="40385" y="-2196"/>
                          <a:pt x="30012" y="-2196"/>
                        </a:cubicBezTo>
                        <a:cubicBezTo>
                          <a:pt x="19651" y="-2196"/>
                          <a:pt x="11736" y="1902"/>
                          <a:pt x="6265" y="10098"/>
                        </a:cubicBezTo>
                        <a:cubicBezTo>
                          <a:pt x="794" y="18308"/>
                          <a:pt x="-1942" y="30199"/>
                          <a:pt x="-1942" y="45771"/>
                        </a:cubicBezTo>
                        <a:cubicBezTo>
                          <a:pt x="-1942" y="61384"/>
                          <a:pt x="794" y="73288"/>
                          <a:pt x="6265" y="81484"/>
                        </a:cubicBezTo>
                        <a:cubicBezTo>
                          <a:pt x="11736" y="89693"/>
                          <a:pt x="19651" y="93798"/>
                          <a:pt x="30012" y="9379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17" name="Graphic 152">
                <a:extLst>
                  <a:ext uri="{FF2B5EF4-FFF2-40B4-BE49-F238E27FC236}">
                    <a16:creationId xmlns:a16="http://schemas.microsoft.com/office/drawing/2014/main" id="{8B3DA615-9E4F-7588-7E49-47C1F7DE01A5}"/>
                  </a:ext>
                </a:extLst>
              </p:cNvPr>
              <p:cNvGrpSpPr/>
              <p:nvPr/>
            </p:nvGrpSpPr>
            <p:grpSpPr>
              <a:xfrm>
                <a:off x="4158665" y="2203517"/>
                <a:ext cx="321159" cy="95994"/>
                <a:chOff x="4158665" y="2203517"/>
                <a:chExt cx="321159" cy="95994"/>
              </a:xfrm>
              <a:solidFill>
                <a:srgbClr val="000000"/>
              </a:solidFill>
            </p:grpSpPr>
            <p:sp>
              <p:nvSpPr>
                <p:cNvPr id="218" name="Freeform: Shape 217">
                  <a:extLst>
                    <a:ext uri="{FF2B5EF4-FFF2-40B4-BE49-F238E27FC236}">
                      <a16:creationId xmlns:a16="http://schemas.microsoft.com/office/drawing/2014/main" id="{967240C6-C0C2-6023-8762-DDB8ECA651D7}"/>
                    </a:ext>
                  </a:extLst>
                </p:cNvPr>
                <p:cNvSpPr/>
                <p:nvPr/>
              </p:nvSpPr>
              <p:spPr>
                <a:xfrm>
                  <a:off x="4435423" y="2249492"/>
                  <a:ext cx="44401" cy="12690"/>
                </a:xfrm>
                <a:custGeom>
                  <a:avLst/>
                  <a:gdLst>
                    <a:gd name="connsiteX0" fmla="*/ 44505 w 44401"/>
                    <a:gd name="connsiteY0" fmla="*/ 80 h 12690"/>
                    <a:gd name="connsiteX1" fmla="*/ 103 w 44401"/>
                    <a:gd name="connsiteY1" fmla="*/ 80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505" y="80"/>
                      </a:moveTo>
                      <a:lnTo>
                        <a:pt x="103" y="80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19" name="Graphic 152">
                  <a:extLst>
                    <a:ext uri="{FF2B5EF4-FFF2-40B4-BE49-F238E27FC236}">
                      <a16:creationId xmlns:a16="http://schemas.microsoft.com/office/drawing/2014/main" id="{69144BAD-F04F-9FAA-97BA-810CD0CD4C8D}"/>
                    </a:ext>
                  </a:extLst>
                </p:cNvPr>
                <p:cNvGrpSpPr/>
                <p:nvPr/>
              </p:nvGrpSpPr>
              <p:grpSpPr>
                <a:xfrm>
                  <a:off x="4158665" y="2203517"/>
                  <a:ext cx="223926" cy="95994"/>
                  <a:chOff x="4158665" y="2203517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20" name="Freeform: Shape 219">
                    <a:extLst>
                      <a:ext uri="{FF2B5EF4-FFF2-40B4-BE49-F238E27FC236}">
                        <a16:creationId xmlns:a16="http://schemas.microsoft.com/office/drawing/2014/main" id="{94342A0F-7A68-4783-B052-CE8C3F7E7DAF}"/>
                      </a:ext>
                    </a:extLst>
                  </p:cNvPr>
                  <p:cNvSpPr/>
                  <p:nvPr/>
                </p:nvSpPr>
                <p:spPr>
                  <a:xfrm flipV="1">
                    <a:off x="4158665" y="2205183"/>
                    <a:ext cx="59843" cy="94328"/>
                  </a:xfrm>
                  <a:custGeom>
                    <a:avLst/>
                    <a:gdLst>
                      <a:gd name="connsiteX0" fmla="*/ 1982 w 59843"/>
                      <a:gd name="connsiteY0" fmla="*/ 92121 h 94328"/>
                      <a:gd name="connsiteX1" fmla="*/ 51101 w 59843"/>
                      <a:gd name="connsiteY1" fmla="*/ 92121 h 94328"/>
                      <a:gd name="connsiteX2" fmla="*/ 51101 w 59843"/>
                      <a:gd name="connsiteY2" fmla="*/ 81572 h 94328"/>
                      <a:gd name="connsiteX3" fmla="*/ 13439 w 59843"/>
                      <a:gd name="connsiteY3" fmla="*/ 81572 h 94328"/>
                      <a:gd name="connsiteX4" fmla="*/ 13439 w 59843"/>
                      <a:gd name="connsiteY4" fmla="*/ 58907 h 94328"/>
                      <a:gd name="connsiteX5" fmla="*/ 18870 w 59843"/>
                      <a:gd name="connsiteY5" fmla="*/ 60295 h 94328"/>
                      <a:gd name="connsiteX6" fmla="*/ 24341 w 59843"/>
                      <a:gd name="connsiteY6" fmla="*/ 60751 h 94328"/>
                      <a:gd name="connsiteX7" fmla="*/ 48861 w 59843"/>
                      <a:gd name="connsiteY7" fmla="*/ 52264 h 94328"/>
                      <a:gd name="connsiteX8" fmla="*/ 57920 w 59843"/>
                      <a:gd name="connsiteY8" fmla="*/ 29282 h 94328"/>
                      <a:gd name="connsiteX9" fmla="*/ 48623 w 59843"/>
                      <a:gd name="connsiteY9" fmla="*/ 6062 h 94328"/>
                      <a:gd name="connsiteX10" fmla="*/ 22418 w 59843"/>
                      <a:gd name="connsiteY10" fmla="*/ -2207 h 94328"/>
                      <a:gd name="connsiteX11" fmla="*/ 10545 w 59843"/>
                      <a:gd name="connsiteY11" fmla="*/ -1216 h 94328"/>
                      <a:gd name="connsiteX12" fmla="*/ -1923 w 59843"/>
                      <a:gd name="connsiteY12" fmla="*/ 1759 h 94328"/>
                      <a:gd name="connsiteX13" fmla="*/ -1923 w 59843"/>
                      <a:gd name="connsiteY13" fmla="*/ 14350 h 94328"/>
                      <a:gd name="connsiteX14" fmla="*/ 9593 w 59843"/>
                      <a:gd name="connsiteY14" fmla="*/ 9829 h 94328"/>
                      <a:gd name="connsiteX15" fmla="*/ 22161 w 59843"/>
                      <a:gd name="connsiteY15" fmla="*/ 8342 h 94328"/>
                      <a:gd name="connsiteX16" fmla="*/ 39128 w 59843"/>
                      <a:gd name="connsiteY16" fmla="*/ 13974 h 94328"/>
                      <a:gd name="connsiteX17" fmla="*/ 45392 w 59843"/>
                      <a:gd name="connsiteY17" fmla="*/ 29282 h 94328"/>
                      <a:gd name="connsiteX18" fmla="*/ 39128 w 59843"/>
                      <a:gd name="connsiteY18" fmla="*/ 44570 h 94328"/>
                      <a:gd name="connsiteX19" fmla="*/ 22161 w 59843"/>
                      <a:gd name="connsiteY19" fmla="*/ 50222 h 94328"/>
                      <a:gd name="connsiteX20" fmla="*/ 12150 w 59843"/>
                      <a:gd name="connsiteY20" fmla="*/ 49111 h 94328"/>
                      <a:gd name="connsiteX21" fmla="*/ 1982 w 59843"/>
                      <a:gd name="connsiteY21" fmla="*/ 45641 h 94328"/>
                      <a:gd name="connsiteX22" fmla="*/ 1982 w 59843"/>
                      <a:gd name="connsiteY22" fmla="*/ 9212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2" y="92121"/>
                        </a:moveTo>
                        <a:lnTo>
                          <a:pt x="51101" y="92121"/>
                        </a:lnTo>
                        <a:lnTo>
                          <a:pt x="51101" y="81572"/>
                        </a:lnTo>
                        <a:lnTo>
                          <a:pt x="13439" y="81572"/>
                        </a:lnTo>
                        <a:lnTo>
                          <a:pt x="13439" y="58907"/>
                        </a:lnTo>
                        <a:cubicBezTo>
                          <a:pt x="15249" y="59528"/>
                          <a:pt x="17060" y="59991"/>
                          <a:pt x="18870" y="60295"/>
                        </a:cubicBezTo>
                        <a:cubicBezTo>
                          <a:pt x="20694" y="60599"/>
                          <a:pt x="22517" y="60751"/>
                          <a:pt x="24341" y="60751"/>
                        </a:cubicBezTo>
                        <a:cubicBezTo>
                          <a:pt x="34662" y="60751"/>
                          <a:pt x="42835" y="57922"/>
                          <a:pt x="48861" y="52264"/>
                        </a:cubicBezTo>
                        <a:cubicBezTo>
                          <a:pt x="54900" y="46606"/>
                          <a:pt x="57920" y="38945"/>
                          <a:pt x="57920" y="29282"/>
                        </a:cubicBezTo>
                        <a:cubicBezTo>
                          <a:pt x="57920" y="19328"/>
                          <a:pt x="54821" y="11587"/>
                          <a:pt x="48623" y="6062"/>
                        </a:cubicBezTo>
                        <a:cubicBezTo>
                          <a:pt x="42426" y="549"/>
                          <a:pt x="33691" y="-2207"/>
                          <a:pt x="22418" y="-2207"/>
                        </a:cubicBezTo>
                        <a:cubicBezTo>
                          <a:pt x="18533" y="-2207"/>
                          <a:pt x="14575" y="-1877"/>
                          <a:pt x="10545" y="-1216"/>
                        </a:cubicBezTo>
                        <a:cubicBezTo>
                          <a:pt x="6528" y="-555"/>
                          <a:pt x="2371" y="437"/>
                          <a:pt x="-1923" y="1759"/>
                        </a:cubicBezTo>
                        <a:lnTo>
                          <a:pt x="-1923" y="14350"/>
                        </a:lnTo>
                        <a:cubicBezTo>
                          <a:pt x="1790" y="12328"/>
                          <a:pt x="5629" y="10821"/>
                          <a:pt x="9593" y="9829"/>
                        </a:cubicBezTo>
                        <a:cubicBezTo>
                          <a:pt x="13558" y="8838"/>
                          <a:pt x="17747" y="8342"/>
                          <a:pt x="22161" y="8342"/>
                        </a:cubicBezTo>
                        <a:cubicBezTo>
                          <a:pt x="29310" y="8342"/>
                          <a:pt x="34966" y="10219"/>
                          <a:pt x="39128" y="13974"/>
                        </a:cubicBezTo>
                        <a:cubicBezTo>
                          <a:pt x="43304" y="17728"/>
                          <a:pt x="45392" y="22831"/>
                          <a:pt x="45392" y="29282"/>
                        </a:cubicBezTo>
                        <a:cubicBezTo>
                          <a:pt x="45392" y="35720"/>
                          <a:pt x="43304" y="40816"/>
                          <a:pt x="39128" y="44570"/>
                        </a:cubicBezTo>
                        <a:cubicBezTo>
                          <a:pt x="34966" y="48338"/>
                          <a:pt x="29310" y="50222"/>
                          <a:pt x="22161" y="50222"/>
                        </a:cubicBezTo>
                        <a:cubicBezTo>
                          <a:pt x="18817" y="50222"/>
                          <a:pt x="15481" y="49852"/>
                          <a:pt x="12150" y="49111"/>
                        </a:cubicBezTo>
                        <a:cubicBezTo>
                          <a:pt x="8834" y="48371"/>
                          <a:pt x="5444" y="47214"/>
                          <a:pt x="1982" y="45641"/>
                        </a:cubicBezTo>
                        <a:lnTo>
                          <a:pt x="1982" y="921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1" name="Freeform: Shape 220">
                    <a:extLst>
                      <a:ext uri="{FF2B5EF4-FFF2-40B4-BE49-F238E27FC236}">
                        <a16:creationId xmlns:a16="http://schemas.microsoft.com/office/drawing/2014/main" id="{05B56574-0BEC-5993-7F16-605D4095080B}"/>
                      </a:ext>
                    </a:extLst>
                  </p:cNvPr>
                  <p:cNvSpPr/>
                  <p:nvPr/>
                </p:nvSpPr>
                <p:spPr>
                  <a:xfrm flipV="1">
                    <a:off x="4239379" y="2205183"/>
                    <a:ext cx="59843" cy="94328"/>
                  </a:xfrm>
                  <a:custGeom>
                    <a:avLst/>
                    <a:gdLst>
                      <a:gd name="connsiteX0" fmla="*/ 1988 w 59843"/>
                      <a:gd name="connsiteY0" fmla="*/ 92121 h 94328"/>
                      <a:gd name="connsiteX1" fmla="*/ 51107 w 59843"/>
                      <a:gd name="connsiteY1" fmla="*/ 92121 h 94328"/>
                      <a:gd name="connsiteX2" fmla="*/ 51107 w 59843"/>
                      <a:gd name="connsiteY2" fmla="*/ 81572 h 94328"/>
                      <a:gd name="connsiteX3" fmla="*/ 13445 w 59843"/>
                      <a:gd name="connsiteY3" fmla="*/ 81572 h 94328"/>
                      <a:gd name="connsiteX4" fmla="*/ 13445 w 59843"/>
                      <a:gd name="connsiteY4" fmla="*/ 58907 h 94328"/>
                      <a:gd name="connsiteX5" fmla="*/ 18877 w 59843"/>
                      <a:gd name="connsiteY5" fmla="*/ 60295 h 94328"/>
                      <a:gd name="connsiteX6" fmla="*/ 24347 w 59843"/>
                      <a:gd name="connsiteY6" fmla="*/ 60751 h 94328"/>
                      <a:gd name="connsiteX7" fmla="*/ 48868 w 59843"/>
                      <a:gd name="connsiteY7" fmla="*/ 52264 h 94328"/>
                      <a:gd name="connsiteX8" fmla="*/ 57926 w 59843"/>
                      <a:gd name="connsiteY8" fmla="*/ 29282 h 94328"/>
                      <a:gd name="connsiteX9" fmla="*/ 48630 w 59843"/>
                      <a:gd name="connsiteY9" fmla="*/ 6062 h 94328"/>
                      <a:gd name="connsiteX10" fmla="*/ 22425 w 59843"/>
                      <a:gd name="connsiteY10" fmla="*/ -2207 h 94328"/>
                      <a:gd name="connsiteX11" fmla="*/ 10551 w 59843"/>
                      <a:gd name="connsiteY11" fmla="*/ -1216 h 94328"/>
                      <a:gd name="connsiteX12" fmla="*/ -1917 w 59843"/>
                      <a:gd name="connsiteY12" fmla="*/ 1759 h 94328"/>
                      <a:gd name="connsiteX13" fmla="*/ -1917 w 59843"/>
                      <a:gd name="connsiteY13" fmla="*/ 14350 h 94328"/>
                      <a:gd name="connsiteX14" fmla="*/ 9600 w 59843"/>
                      <a:gd name="connsiteY14" fmla="*/ 9829 h 94328"/>
                      <a:gd name="connsiteX15" fmla="*/ 22167 w 59843"/>
                      <a:gd name="connsiteY15" fmla="*/ 8342 h 94328"/>
                      <a:gd name="connsiteX16" fmla="*/ 39135 w 59843"/>
                      <a:gd name="connsiteY16" fmla="*/ 13974 h 94328"/>
                      <a:gd name="connsiteX17" fmla="*/ 45399 w 59843"/>
                      <a:gd name="connsiteY17" fmla="*/ 29282 h 94328"/>
                      <a:gd name="connsiteX18" fmla="*/ 39135 w 59843"/>
                      <a:gd name="connsiteY18" fmla="*/ 44570 h 94328"/>
                      <a:gd name="connsiteX19" fmla="*/ 22167 w 59843"/>
                      <a:gd name="connsiteY19" fmla="*/ 50222 h 94328"/>
                      <a:gd name="connsiteX20" fmla="*/ 12157 w 59843"/>
                      <a:gd name="connsiteY20" fmla="*/ 49111 h 94328"/>
                      <a:gd name="connsiteX21" fmla="*/ 1988 w 59843"/>
                      <a:gd name="connsiteY21" fmla="*/ 45641 h 94328"/>
                      <a:gd name="connsiteX22" fmla="*/ 1988 w 59843"/>
                      <a:gd name="connsiteY22" fmla="*/ 92121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8" y="92121"/>
                        </a:moveTo>
                        <a:lnTo>
                          <a:pt x="51107" y="92121"/>
                        </a:lnTo>
                        <a:lnTo>
                          <a:pt x="51107" y="81572"/>
                        </a:lnTo>
                        <a:lnTo>
                          <a:pt x="13445" y="81572"/>
                        </a:lnTo>
                        <a:lnTo>
                          <a:pt x="13445" y="58907"/>
                        </a:lnTo>
                        <a:cubicBezTo>
                          <a:pt x="15256" y="59528"/>
                          <a:pt x="17066" y="59991"/>
                          <a:pt x="18877" y="60295"/>
                        </a:cubicBezTo>
                        <a:cubicBezTo>
                          <a:pt x="20700" y="60599"/>
                          <a:pt x="22524" y="60751"/>
                          <a:pt x="24347" y="60751"/>
                        </a:cubicBezTo>
                        <a:cubicBezTo>
                          <a:pt x="34668" y="60751"/>
                          <a:pt x="42842" y="57922"/>
                          <a:pt x="48868" y="52264"/>
                        </a:cubicBezTo>
                        <a:cubicBezTo>
                          <a:pt x="54907" y="46606"/>
                          <a:pt x="57926" y="38945"/>
                          <a:pt x="57926" y="29282"/>
                        </a:cubicBezTo>
                        <a:cubicBezTo>
                          <a:pt x="57926" y="19328"/>
                          <a:pt x="54827" y="11587"/>
                          <a:pt x="48630" y="6062"/>
                        </a:cubicBezTo>
                        <a:cubicBezTo>
                          <a:pt x="42432" y="549"/>
                          <a:pt x="33697" y="-2207"/>
                          <a:pt x="22425" y="-2207"/>
                        </a:cubicBezTo>
                        <a:cubicBezTo>
                          <a:pt x="18540" y="-2207"/>
                          <a:pt x="14582" y="-1877"/>
                          <a:pt x="10551" y="-1216"/>
                        </a:cubicBezTo>
                        <a:cubicBezTo>
                          <a:pt x="6534" y="-555"/>
                          <a:pt x="2378" y="437"/>
                          <a:pt x="-1917" y="1759"/>
                        </a:cubicBezTo>
                        <a:lnTo>
                          <a:pt x="-1917" y="14350"/>
                        </a:lnTo>
                        <a:cubicBezTo>
                          <a:pt x="1796" y="12328"/>
                          <a:pt x="5635" y="10821"/>
                          <a:pt x="9600" y="9829"/>
                        </a:cubicBezTo>
                        <a:cubicBezTo>
                          <a:pt x="13564" y="8838"/>
                          <a:pt x="17753" y="8342"/>
                          <a:pt x="22167" y="8342"/>
                        </a:cubicBezTo>
                        <a:cubicBezTo>
                          <a:pt x="29316" y="8342"/>
                          <a:pt x="34972" y="10219"/>
                          <a:pt x="39135" y="13974"/>
                        </a:cubicBezTo>
                        <a:cubicBezTo>
                          <a:pt x="43311" y="17728"/>
                          <a:pt x="45399" y="22831"/>
                          <a:pt x="45399" y="29282"/>
                        </a:cubicBezTo>
                        <a:cubicBezTo>
                          <a:pt x="45399" y="35720"/>
                          <a:pt x="43311" y="40816"/>
                          <a:pt x="39135" y="44570"/>
                        </a:cubicBezTo>
                        <a:cubicBezTo>
                          <a:pt x="34972" y="48338"/>
                          <a:pt x="29316" y="50222"/>
                          <a:pt x="22167" y="50222"/>
                        </a:cubicBezTo>
                        <a:cubicBezTo>
                          <a:pt x="18824" y="50222"/>
                          <a:pt x="15487" y="49852"/>
                          <a:pt x="12157" y="49111"/>
                        </a:cubicBezTo>
                        <a:cubicBezTo>
                          <a:pt x="8840" y="48371"/>
                          <a:pt x="5450" y="47214"/>
                          <a:pt x="1988" y="45641"/>
                        </a:cubicBezTo>
                        <a:lnTo>
                          <a:pt x="1988" y="921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2" name="Freeform: Shape 221">
                    <a:extLst>
                      <a:ext uri="{FF2B5EF4-FFF2-40B4-BE49-F238E27FC236}">
                        <a16:creationId xmlns:a16="http://schemas.microsoft.com/office/drawing/2014/main" id="{3996AA9E-008D-7B49-9734-723701572DD1}"/>
                      </a:ext>
                    </a:extLst>
                  </p:cNvPr>
                  <p:cNvSpPr/>
                  <p:nvPr/>
                </p:nvSpPr>
                <p:spPr>
                  <a:xfrm flipV="1">
                    <a:off x="4318665" y="2203517"/>
                    <a:ext cx="63926" cy="95994"/>
                  </a:xfrm>
                  <a:custGeom>
                    <a:avLst/>
                    <a:gdLst>
                      <a:gd name="connsiteX0" fmla="*/ 30012 w 63926"/>
                      <a:gd name="connsiteY0" fmla="*/ 83830 h 95994"/>
                      <a:gd name="connsiteX1" fmla="*/ 15482 w 63926"/>
                      <a:gd name="connsiteY1" fmla="*/ 74312 h 95994"/>
                      <a:gd name="connsiteX2" fmla="*/ 10626 w 63926"/>
                      <a:gd name="connsiteY2" fmla="*/ 45718 h 95994"/>
                      <a:gd name="connsiteX3" fmla="*/ 15482 w 63926"/>
                      <a:gd name="connsiteY3" fmla="*/ 17184 h 95994"/>
                      <a:gd name="connsiteX4" fmla="*/ 30012 w 63926"/>
                      <a:gd name="connsiteY4" fmla="*/ 7665 h 95994"/>
                      <a:gd name="connsiteX5" fmla="*/ 44601 w 63926"/>
                      <a:gd name="connsiteY5" fmla="*/ 17184 h 95994"/>
                      <a:gd name="connsiteX6" fmla="*/ 49477 w 63926"/>
                      <a:gd name="connsiteY6" fmla="*/ 45718 h 95994"/>
                      <a:gd name="connsiteX7" fmla="*/ 44601 w 63926"/>
                      <a:gd name="connsiteY7" fmla="*/ 74312 h 95994"/>
                      <a:gd name="connsiteX8" fmla="*/ 30012 w 63926"/>
                      <a:gd name="connsiteY8" fmla="*/ 83830 h 95994"/>
                      <a:gd name="connsiteX9" fmla="*/ 30012 w 63926"/>
                      <a:gd name="connsiteY9" fmla="*/ 93745 h 95994"/>
                      <a:gd name="connsiteX10" fmla="*/ 53779 w 63926"/>
                      <a:gd name="connsiteY10" fmla="*/ 81431 h 95994"/>
                      <a:gd name="connsiteX11" fmla="*/ 61985 w 63926"/>
                      <a:gd name="connsiteY11" fmla="*/ 45718 h 95994"/>
                      <a:gd name="connsiteX12" fmla="*/ 53779 w 63926"/>
                      <a:gd name="connsiteY12" fmla="*/ 10045 h 95994"/>
                      <a:gd name="connsiteX13" fmla="*/ 30012 w 63926"/>
                      <a:gd name="connsiteY13" fmla="*/ -2249 h 95994"/>
                      <a:gd name="connsiteX14" fmla="*/ 6265 w 63926"/>
                      <a:gd name="connsiteY14" fmla="*/ 10045 h 95994"/>
                      <a:gd name="connsiteX15" fmla="*/ -1942 w 63926"/>
                      <a:gd name="connsiteY15" fmla="*/ 45718 h 95994"/>
                      <a:gd name="connsiteX16" fmla="*/ 6265 w 63926"/>
                      <a:gd name="connsiteY16" fmla="*/ 81431 h 95994"/>
                      <a:gd name="connsiteX17" fmla="*/ 30012 w 63926"/>
                      <a:gd name="connsiteY17" fmla="*/ 93745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12" y="83830"/>
                        </a:moveTo>
                        <a:cubicBezTo>
                          <a:pt x="23576" y="83830"/>
                          <a:pt x="18733" y="80657"/>
                          <a:pt x="15482" y="74312"/>
                        </a:cubicBezTo>
                        <a:cubicBezTo>
                          <a:pt x="12245" y="67980"/>
                          <a:pt x="10626" y="58449"/>
                          <a:pt x="10626" y="45718"/>
                        </a:cubicBezTo>
                        <a:cubicBezTo>
                          <a:pt x="10626" y="33040"/>
                          <a:pt x="12245" y="23529"/>
                          <a:pt x="15482" y="17184"/>
                        </a:cubicBezTo>
                        <a:cubicBezTo>
                          <a:pt x="18733" y="10838"/>
                          <a:pt x="23576" y="7665"/>
                          <a:pt x="30012" y="7665"/>
                        </a:cubicBezTo>
                        <a:cubicBezTo>
                          <a:pt x="36500" y="7665"/>
                          <a:pt x="41363" y="10838"/>
                          <a:pt x="44601" y="17184"/>
                        </a:cubicBezTo>
                        <a:cubicBezTo>
                          <a:pt x="47852" y="23529"/>
                          <a:pt x="49477" y="33040"/>
                          <a:pt x="49477" y="45718"/>
                        </a:cubicBezTo>
                        <a:cubicBezTo>
                          <a:pt x="49477" y="58449"/>
                          <a:pt x="47852" y="67980"/>
                          <a:pt x="44601" y="74312"/>
                        </a:cubicBezTo>
                        <a:cubicBezTo>
                          <a:pt x="41363" y="80657"/>
                          <a:pt x="36500" y="83830"/>
                          <a:pt x="30012" y="83830"/>
                        </a:cubicBezTo>
                        <a:close/>
                        <a:moveTo>
                          <a:pt x="30012" y="93745"/>
                        </a:moveTo>
                        <a:cubicBezTo>
                          <a:pt x="40385" y="93745"/>
                          <a:pt x="48308" y="89640"/>
                          <a:pt x="53779" y="81431"/>
                        </a:cubicBezTo>
                        <a:cubicBezTo>
                          <a:pt x="59250" y="73235"/>
                          <a:pt x="61985" y="61330"/>
                          <a:pt x="61985" y="45718"/>
                        </a:cubicBezTo>
                        <a:cubicBezTo>
                          <a:pt x="61985" y="30145"/>
                          <a:pt x="59250" y="18254"/>
                          <a:pt x="53779" y="10045"/>
                        </a:cubicBezTo>
                        <a:cubicBezTo>
                          <a:pt x="48308" y="1849"/>
                          <a:pt x="40385" y="-2249"/>
                          <a:pt x="30012" y="-2249"/>
                        </a:cubicBezTo>
                        <a:cubicBezTo>
                          <a:pt x="19651" y="-2249"/>
                          <a:pt x="11736" y="1849"/>
                          <a:pt x="6265" y="10045"/>
                        </a:cubicBezTo>
                        <a:cubicBezTo>
                          <a:pt x="794" y="18254"/>
                          <a:pt x="-1942" y="30145"/>
                          <a:pt x="-1942" y="45718"/>
                        </a:cubicBezTo>
                        <a:cubicBezTo>
                          <a:pt x="-1942" y="61330"/>
                          <a:pt x="794" y="73235"/>
                          <a:pt x="6265" y="81431"/>
                        </a:cubicBezTo>
                        <a:cubicBezTo>
                          <a:pt x="11736" y="89640"/>
                          <a:pt x="19651" y="93745"/>
                          <a:pt x="30012" y="9374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551AF29A-1BD8-3397-4739-398DF5E185E5}"/>
                </a:ext>
              </a:extLst>
            </p:cNvPr>
            <p:cNvSpPr/>
            <p:nvPr/>
          </p:nvSpPr>
          <p:spPr>
            <a:xfrm>
              <a:off x="4479825" y="1759800"/>
              <a:ext cx="12686" cy="3377180"/>
            </a:xfrm>
            <a:custGeom>
              <a:avLst/>
              <a:gdLst>
                <a:gd name="connsiteX0" fmla="*/ 0 w 12686"/>
                <a:gd name="connsiteY0" fmla="*/ 3377181 h 3377180"/>
                <a:gd name="connsiteX1" fmla="*/ 0 w 12686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7F92DF6C-911A-AAA7-6295-AEF143BB5C86}"/>
                </a:ext>
              </a:extLst>
            </p:cNvPr>
            <p:cNvSpPr/>
            <p:nvPr/>
          </p:nvSpPr>
          <p:spPr>
            <a:xfrm>
              <a:off x="7855782" y="1759800"/>
              <a:ext cx="12686" cy="3377180"/>
            </a:xfrm>
            <a:custGeom>
              <a:avLst/>
              <a:gdLst>
                <a:gd name="connsiteX0" fmla="*/ 0 w 12686"/>
                <a:gd name="connsiteY0" fmla="*/ 3377181 h 3377180"/>
                <a:gd name="connsiteX1" fmla="*/ 0 w 12686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D2A1BA1B-0216-5513-EDA9-23BDF0426EF2}"/>
                </a:ext>
              </a:extLst>
            </p:cNvPr>
            <p:cNvSpPr/>
            <p:nvPr/>
          </p:nvSpPr>
          <p:spPr>
            <a:xfrm>
              <a:off x="4479825" y="5136981"/>
              <a:ext cx="3375956" cy="12690"/>
            </a:xfrm>
            <a:custGeom>
              <a:avLst/>
              <a:gdLst>
                <a:gd name="connsiteX0" fmla="*/ 0 w 3375956"/>
                <a:gd name="connsiteY0" fmla="*/ 0 h 12690"/>
                <a:gd name="connsiteX1" fmla="*/ 3375957 w 3375956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5956" h="12690">
                  <a:moveTo>
                    <a:pt x="0" y="0"/>
                  </a:moveTo>
                  <a:lnTo>
                    <a:pt x="3375957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7F0A3D4F-170B-0CA2-F42D-71171F2064E0}"/>
                </a:ext>
              </a:extLst>
            </p:cNvPr>
            <p:cNvSpPr/>
            <p:nvPr/>
          </p:nvSpPr>
          <p:spPr>
            <a:xfrm>
              <a:off x="4479825" y="1759800"/>
              <a:ext cx="3375956" cy="12690"/>
            </a:xfrm>
            <a:custGeom>
              <a:avLst/>
              <a:gdLst>
                <a:gd name="connsiteX0" fmla="*/ 0 w 3375956"/>
                <a:gd name="connsiteY0" fmla="*/ 0 h 12690"/>
                <a:gd name="connsiteX1" fmla="*/ 3375957 w 3375956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5956" h="12690">
                  <a:moveTo>
                    <a:pt x="0" y="0"/>
                  </a:moveTo>
                  <a:lnTo>
                    <a:pt x="3375957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231" name="Graphic 227">
            <a:extLst>
              <a:ext uri="{FF2B5EF4-FFF2-40B4-BE49-F238E27FC236}">
                <a16:creationId xmlns:a16="http://schemas.microsoft.com/office/drawing/2014/main" id="{54B77E80-DF80-1645-A054-5D06F79F3BB5}"/>
              </a:ext>
            </a:extLst>
          </p:cNvPr>
          <p:cNvGrpSpPr/>
          <p:nvPr/>
        </p:nvGrpSpPr>
        <p:grpSpPr>
          <a:xfrm>
            <a:off x="6268569" y="546875"/>
            <a:ext cx="3436773" cy="3564860"/>
            <a:chOff x="8282378" y="734320"/>
            <a:chExt cx="3436773" cy="3564860"/>
          </a:xfrm>
        </p:grpSpPr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4590C8A1-EBC3-14FE-D98E-0C119F125E16}"/>
                </a:ext>
              </a:extLst>
            </p:cNvPr>
            <p:cNvSpPr/>
            <p:nvPr/>
          </p:nvSpPr>
          <p:spPr>
            <a:xfrm>
              <a:off x="8326828" y="734929"/>
              <a:ext cx="3379622" cy="3377180"/>
            </a:xfrm>
            <a:custGeom>
              <a:avLst/>
              <a:gdLst>
                <a:gd name="connsiteX0" fmla="*/ 0 w 3379622"/>
                <a:gd name="connsiteY0" fmla="*/ 3377181 h 3377180"/>
                <a:gd name="connsiteX1" fmla="*/ 3379623 w 3379622"/>
                <a:gd name="connsiteY1" fmla="*/ 3377181 h 3377180"/>
                <a:gd name="connsiteX2" fmla="*/ 3379623 w 3379622"/>
                <a:gd name="connsiteY2" fmla="*/ 0 h 3377180"/>
                <a:gd name="connsiteX3" fmla="*/ 0 w 3379622"/>
                <a:gd name="connsiteY3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9622" h="3377180">
                  <a:moveTo>
                    <a:pt x="0" y="3377181"/>
                  </a:moveTo>
                  <a:lnTo>
                    <a:pt x="3379623" y="3377181"/>
                  </a:lnTo>
                  <a:lnTo>
                    <a:pt x="3379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233" name="Picture 232">
              <a:extLst>
                <a:ext uri="{FF2B5EF4-FFF2-40B4-BE49-F238E27FC236}">
                  <a16:creationId xmlns:a16="http://schemas.microsoft.com/office/drawing/2014/main" id="{32065396-8938-265C-B599-91ED27874F4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flipV="1">
              <a:off x="8326828" y="734320"/>
              <a:ext cx="3380232" cy="3377789"/>
            </a:xfrm>
            <a:custGeom>
              <a:avLst/>
              <a:gdLst>
                <a:gd name="connsiteX0" fmla="*/ 0 w 3380232"/>
                <a:gd name="connsiteY0" fmla="*/ 83 h 3377789"/>
                <a:gd name="connsiteX1" fmla="*/ 3380232 w 3380232"/>
                <a:gd name="connsiteY1" fmla="*/ 83 h 3377789"/>
                <a:gd name="connsiteX2" fmla="*/ 3380232 w 3380232"/>
                <a:gd name="connsiteY2" fmla="*/ 3377873 h 3377789"/>
                <a:gd name="connsiteX3" fmla="*/ 0 w 3380232"/>
                <a:gd name="connsiteY3" fmla="*/ 3377873 h 337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0232" h="3377789">
                  <a:moveTo>
                    <a:pt x="0" y="83"/>
                  </a:moveTo>
                  <a:lnTo>
                    <a:pt x="3380232" y="83"/>
                  </a:lnTo>
                  <a:lnTo>
                    <a:pt x="3380232" y="3377873"/>
                  </a:lnTo>
                  <a:lnTo>
                    <a:pt x="0" y="3377873"/>
                  </a:lnTo>
                  <a:close/>
                </a:path>
              </a:pathLst>
            </a:custGeom>
          </p:spPr>
        </p:pic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E632B76F-C953-B0F7-10B4-9B08812A2899}"/>
                </a:ext>
              </a:extLst>
            </p:cNvPr>
            <p:cNvSpPr/>
            <p:nvPr/>
          </p:nvSpPr>
          <p:spPr>
            <a:xfrm>
              <a:off x="9942468" y="2241391"/>
              <a:ext cx="150903" cy="342091"/>
            </a:xfrm>
            <a:custGeom>
              <a:avLst/>
              <a:gdLst>
                <a:gd name="connsiteX0" fmla="*/ 0 w 150903"/>
                <a:gd name="connsiteY0" fmla="*/ 8219 h 342091"/>
                <a:gd name="connsiteX1" fmla="*/ 129720 w 150903"/>
                <a:gd name="connsiteY1" fmla="*/ 0 h 342091"/>
                <a:gd name="connsiteX2" fmla="*/ 150904 w 150903"/>
                <a:gd name="connsiteY2" fmla="*/ 333873 h 342091"/>
                <a:gd name="connsiteX3" fmla="*/ 21184 w 150903"/>
                <a:gd name="connsiteY3" fmla="*/ 342092 h 342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903" h="342091">
                  <a:moveTo>
                    <a:pt x="0" y="8219"/>
                  </a:moveTo>
                  <a:lnTo>
                    <a:pt x="129720" y="0"/>
                  </a:lnTo>
                  <a:lnTo>
                    <a:pt x="150904" y="333873"/>
                  </a:lnTo>
                  <a:lnTo>
                    <a:pt x="21184" y="342092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CA90B76-669A-6BEF-CBF2-CE3FD42C54D6}"/>
                </a:ext>
              </a:extLst>
            </p:cNvPr>
            <p:cNvSpPr/>
            <p:nvPr/>
          </p:nvSpPr>
          <p:spPr>
            <a:xfrm>
              <a:off x="9950693" y="2245500"/>
              <a:ext cx="129719" cy="133735"/>
            </a:xfrm>
            <a:custGeom>
              <a:avLst/>
              <a:gdLst>
                <a:gd name="connsiteX0" fmla="*/ 56635 w 129719"/>
                <a:gd name="connsiteY0" fmla="*/ 0 h 133735"/>
                <a:gd name="connsiteX1" fmla="*/ 129720 w 129719"/>
                <a:gd name="connsiteY1" fmla="*/ 125517 h 133735"/>
                <a:gd name="connsiteX2" fmla="*/ 0 w 129719"/>
                <a:gd name="connsiteY2" fmla="*/ 133735 h 133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719" h="133735">
                  <a:moveTo>
                    <a:pt x="56635" y="0"/>
                  </a:moveTo>
                  <a:lnTo>
                    <a:pt x="129720" y="125517"/>
                  </a:lnTo>
                  <a:lnTo>
                    <a:pt x="0" y="1337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236" name="Graphic 227">
              <a:extLst>
                <a:ext uri="{FF2B5EF4-FFF2-40B4-BE49-F238E27FC236}">
                  <a16:creationId xmlns:a16="http://schemas.microsoft.com/office/drawing/2014/main" id="{32B4B5F3-EA71-D95C-76A3-FEACFDA3D165}"/>
                </a:ext>
              </a:extLst>
            </p:cNvPr>
            <p:cNvGrpSpPr/>
            <p:nvPr/>
          </p:nvGrpSpPr>
          <p:grpSpPr>
            <a:xfrm>
              <a:off x="8789961" y="4112110"/>
              <a:ext cx="2927867" cy="187070"/>
              <a:chOff x="8789961" y="4112110"/>
              <a:chExt cx="2927867" cy="187070"/>
            </a:xfrm>
            <a:solidFill>
              <a:srgbClr val="000000"/>
            </a:solidFill>
          </p:grpSpPr>
          <p:grpSp>
            <p:nvGrpSpPr>
              <p:cNvPr id="237" name="Graphic 227">
                <a:extLst>
                  <a:ext uri="{FF2B5EF4-FFF2-40B4-BE49-F238E27FC236}">
                    <a16:creationId xmlns:a16="http://schemas.microsoft.com/office/drawing/2014/main" id="{F4D33996-C573-4745-E22A-CF88CF66FE89}"/>
                  </a:ext>
                </a:extLst>
              </p:cNvPr>
              <p:cNvGrpSpPr/>
              <p:nvPr/>
            </p:nvGrpSpPr>
            <p:grpSpPr>
              <a:xfrm>
                <a:off x="8789961" y="4112110"/>
                <a:ext cx="224169" cy="187070"/>
                <a:chOff x="8789961" y="4112110"/>
                <a:chExt cx="224169" cy="187070"/>
              </a:xfrm>
              <a:solidFill>
                <a:srgbClr val="000000"/>
              </a:solidFill>
            </p:grpSpPr>
            <p:sp>
              <p:nvSpPr>
                <p:cNvPr id="238" name="Freeform: Shape 237">
                  <a:extLst>
                    <a:ext uri="{FF2B5EF4-FFF2-40B4-BE49-F238E27FC236}">
                      <a16:creationId xmlns:a16="http://schemas.microsoft.com/office/drawing/2014/main" id="{B187238B-A6E1-CCE6-5C0E-FE7A6DDE7B54}"/>
                    </a:ext>
                  </a:extLst>
                </p:cNvPr>
                <p:cNvSpPr/>
                <p:nvPr/>
              </p:nvSpPr>
              <p:spPr>
                <a:xfrm>
                  <a:off x="8901364" y="4112110"/>
                  <a:ext cx="12700" cy="44417"/>
                </a:xfrm>
                <a:custGeom>
                  <a:avLst/>
                  <a:gdLst>
                    <a:gd name="connsiteX0" fmla="*/ 149 w 12700"/>
                    <a:gd name="connsiteY0" fmla="*/ 308 h 44417"/>
                    <a:gd name="connsiteX1" fmla="*/ 149 w 12700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149" y="308"/>
                      </a:moveTo>
                      <a:lnTo>
                        <a:pt x="149" y="4472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39" name="Graphic 227">
                  <a:extLst>
                    <a:ext uri="{FF2B5EF4-FFF2-40B4-BE49-F238E27FC236}">
                      <a16:creationId xmlns:a16="http://schemas.microsoft.com/office/drawing/2014/main" id="{744E451C-6F07-BDBD-46FA-CD69458CA174}"/>
                    </a:ext>
                  </a:extLst>
                </p:cNvPr>
                <p:cNvGrpSpPr/>
                <p:nvPr/>
              </p:nvGrpSpPr>
              <p:grpSpPr>
                <a:xfrm>
                  <a:off x="8789961" y="4203186"/>
                  <a:ext cx="224169" cy="95994"/>
                  <a:chOff x="8789961" y="4203186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240" name="Freeform: Shape 239">
                    <a:extLst>
                      <a:ext uri="{FF2B5EF4-FFF2-40B4-BE49-F238E27FC236}">
                        <a16:creationId xmlns:a16="http://schemas.microsoft.com/office/drawing/2014/main" id="{196BEC74-9EA8-8A4D-1055-E140D7627119}"/>
                      </a:ext>
                    </a:extLst>
                  </p:cNvPr>
                  <p:cNvSpPr/>
                  <p:nvPr/>
                </p:nvSpPr>
                <p:spPr>
                  <a:xfrm flipV="1">
                    <a:off x="8789961" y="4204852"/>
                    <a:ext cx="59908" cy="94328"/>
                  </a:xfrm>
                  <a:custGeom>
                    <a:avLst/>
                    <a:gdLst>
                      <a:gd name="connsiteX0" fmla="*/ 2048 w 59908"/>
                      <a:gd name="connsiteY0" fmla="*/ 92360 h 94328"/>
                      <a:gd name="connsiteX1" fmla="*/ 51221 w 59908"/>
                      <a:gd name="connsiteY1" fmla="*/ 92360 h 94328"/>
                      <a:gd name="connsiteX2" fmla="*/ 51221 w 59908"/>
                      <a:gd name="connsiteY2" fmla="*/ 81810 h 94328"/>
                      <a:gd name="connsiteX3" fmla="*/ 13518 w 59908"/>
                      <a:gd name="connsiteY3" fmla="*/ 81810 h 94328"/>
                      <a:gd name="connsiteX4" fmla="*/ 13518 w 59908"/>
                      <a:gd name="connsiteY4" fmla="*/ 59145 h 94328"/>
                      <a:gd name="connsiteX5" fmla="*/ 18955 w 59908"/>
                      <a:gd name="connsiteY5" fmla="*/ 60533 h 94328"/>
                      <a:gd name="connsiteX6" fmla="*/ 24432 w 59908"/>
                      <a:gd name="connsiteY6" fmla="*/ 60989 h 94328"/>
                      <a:gd name="connsiteX7" fmla="*/ 48979 w 59908"/>
                      <a:gd name="connsiteY7" fmla="*/ 52503 h 94328"/>
                      <a:gd name="connsiteX8" fmla="*/ 58047 w 59908"/>
                      <a:gd name="connsiteY8" fmla="*/ 29520 h 94328"/>
                      <a:gd name="connsiteX9" fmla="*/ 48741 w 59908"/>
                      <a:gd name="connsiteY9" fmla="*/ 6300 h 94328"/>
                      <a:gd name="connsiteX10" fmla="*/ 22507 w 59908"/>
                      <a:gd name="connsiteY10" fmla="*/ -1969 h 94328"/>
                      <a:gd name="connsiteX11" fmla="*/ 10621 w 59908"/>
                      <a:gd name="connsiteY11" fmla="*/ -977 h 94328"/>
                      <a:gd name="connsiteX12" fmla="*/ -1861 w 59908"/>
                      <a:gd name="connsiteY12" fmla="*/ 1997 h 94328"/>
                      <a:gd name="connsiteX13" fmla="*/ -1861 w 59908"/>
                      <a:gd name="connsiteY13" fmla="*/ 14589 h 94328"/>
                      <a:gd name="connsiteX14" fmla="*/ 9668 w 59908"/>
                      <a:gd name="connsiteY14" fmla="*/ 10068 h 94328"/>
                      <a:gd name="connsiteX15" fmla="*/ 22249 w 59908"/>
                      <a:gd name="connsiteY15" fmla="*/ 8580 h 94328"/>
                      <a:gd name="connsiteX16" fmla="*/ 39235 w 59908"/>
                      <a:gd name="connsiteY16" fmla="*/ 14212 h 94328"/>
                      <a:gd name="connsiteX17" fmla="*/ 45506 w 59908"/>
                      <a:gd name="connsiteY17" fmla="*/ 29520 h 94328"/>
                      <a:gd name="connsiteX18" fmla="*/ 39235 w 59908"/>
                      <a:gd name="connsiteY18" fmla="*/ 44809 h 94328"/>
                      <a:gd name="connsiteX19" fmla="*/ 22249 w 59908"/>
                      <a:gd name="connsiteY19" fmla="*/ 50460 h 94328"/>
                      <a:gd name="connsiteX20" fmla="*/ 12228 w 59908"/>
                      <a:gd name="connsiteY20" fmla="*/ 49350 h 94328"/>
                      <a:gd name="connsiteX21" fmla="*/ 2048 w 59908"/>
                      <a:gd name="connsiteY21" fmla="*/ 45879 h 94328"/>
                      <a:gd name="connsiteX22" fmla="*/ 2048 w 59908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048" y="92360"/>
                        </a:moveTo>
                        <a:lnTo>
                          <a:pt x="51221" y="92360"/>
                        </a:lnTo>
                        <a:lnTo>
                          <a:pt x="51221" y="81810"/>
                        </a:lnTo>
                        <a:lnTo>
                          <a:pt x="13518" y="81810"/>
                        </a:lnTo>
                        <a:lnTo>
                          <a:pt x="13518" y="59145"/>
                        </a:lnTo>
                        <a:cubicBezTo>
                          <a:pt x="15330" y="59767"/>
                          <a:pt x="17143" y="60229"/>
                          <a:pt x="18955" y="60533"/>
                        </a:cubicBezTo>
                        <a:cubicBezTo>
                          <a:pt x="20781" y="60837"/>
                          <a:pt x="22606" y="60989"/>
                          <a:pt x="24432" y="60989"/>
                        </a:cubicBezTo>
                        <a:cubicBezTo>
                          <a:pt x="34764" y="60989"/>
                          <a:pt x="42946" y="58160"/>
                          <a:pt x="48979" y="52503"/>
                        </a:cubicBezTo>
                        <a:cubicBezTo>
                          <a:pt x="55024" y="46845"/>
                          <a:pt x="58047" y="39184"/>
                          <a:pt x="58047" y="29520"/>
                        </a:cubicBezTo>
                        <a:cubicBezTo>
                          <a:pt x="58047" y="19566"/>
                          <a:pt x="54945" y="11826"/>
                          <a:pt x="48741" y="6300"/>
                        </a:cubicBezTo>
                        <a:cubicBezTo>
                          <a:pt x="42536" y="787"/>
                          <a:pt x="33792" y="-1969"/>
                          <a:pt x="22507" y="-1969"/>
                        </a:cubicBezTo>
                        <a:cubicBezTo>
                          <a:pt x="18618" y="-1969"/>
                          <a:pt x="14656" y="-1638"/>
                          <a:pt x="10621" y="-977"/>
                        </a:cubicBezTo>
                        <a:cubicBezTo>
                          <a:pt x="6599" y="-316"/>
                          <a:pt x="2438" y="675"/>
                          <a:pt x="-1861" y="1997"/>
                        </a:cubicBezTo>
                        <a:lnTo>
                          <a:pt x="-1861" y="14589"/>
                        </a:lnTo>
                        <a:cubicBezTo>
                          <a:pt x="1856" y="12566"/>
                          <a:pt x="5699" y="11059"/>
                          <a:pt x="9668" y="10068"/>
                        </a:cubicBezTo>
                        <a:cubicBezTo>
                          <a:pt x="13637" y="9076"/>
                          <a:pt x="17831" y="8580"/>
                          <a:pt x="22249" y="8580"/>
                        </a:cubicBezTo>
                        <a:cubicBezTo>
                          <a:pt x="29406" y="8580"/>
                          <a:pt x="35068" y="10458"/>
                          <a:pt x="39235" y="14212"/>
                        </a:cubicBezTo>
                        <a:cubicBezTo>
                          <a:pt x="43416" y="17966"/>
                          <a:pt x="45506" y="23069"/>
                          <a:pt x="45506" y="29520"/>
                        </a:cubicBezTo>
                        <a:cubicBezTo>
                          <a:pt x="45506" y="35958"/>
                          <a:pt x="43416" y="41054"/>
                          <a:pt x="39235" y="44809"/>
                        </a:cubicBezTo>
                        <a:cubicBezTo>
                          <a:pt x="35068" y="48576"/>
                          <a:pt x="29406" y="50460"/>
                          <a:pt x="22249" y="50460"/>
                        </a:cubicBezTo>
                        <a:cubicBezTo>
                          <a:pt x="18902" y="50460"/>
                          <a:pt x="15562" y="50090"/>
                          <a:pt x="12228" y="49350"/>
                        </a:cubicBezTo>
                        <a:cubicBezTo>
                          <a:pt x="8908" y="48609"/>
                          <a:pt x="5514" y="47453"/>
                          <a:pt x="2048" y="45879"/>
                        </a:cubicBezTo>
                        <a:lnTo>
                          <a:pt x="2048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41" name="Freeform: Shape 240">
                    <a:extLst>
                      <a:ext uri="{FF2B5EF4-FFF2-40B4-BE49-F238E27FC236}">
                        <a16:creationId xmlns:a16="http://schemas.microsoft.com/office/drawing/2014/main" id="{EF6ED567-DF40-D87B-4F72-3E89CBFB3EA9}"/>
                      </a:ext>
                    </a:extLst>
                  </p:cNvPr>
                  <p:cNvSpPr/>
                  <p:nvPr/>
                </p:nvSpPr>
                <p:spPr>
                  <a:xfrm flipV="1">
                    <a:off x="8869334" y="4203186"/>
                    <a:ext cx="63996" cy="95994"/>
                  </a:xfrm>
                  <a:custGeom>
                    <a:avLst/>
                    <a:gdLst>
                      <a:gd name="connsiteX0" fmla="*/ 30103 w 63996"/>
                      <a:gd name="connsiteY0" fmla="*/ 84069 h 95994"/>
                      <a:gd name="connsiteX1" fmla="*/ 15557 w 63996"/>
                      <a:gd name="connsiteY1" fmla="*/ 74550 h 95994"/>
                      <a:gd name="connsiteX2" fmla="*/ 10695 w 63996"/>
                      <a:gd name="connsiteY2" fmla="*/ 45956 h 95994"/>
                      <a:gd name="connsiteX3" fmla="*/ 15557 w 63996"/>
                      <a:gd name="connsiteY3" fmla="*/ 17422 h 95994"/>
                      <a:gd name="connsiteX4" fmla="*/ 30103 w 63996"/>
                      <a:gd name="connsiteY4" fmla="*/ 7904 h 95994"/>
                      <a:gd name="connsiteX5" fmla="*/ 44708 w 63996"/>
                      <a:gd name="connsiteY5" fmla="*/ 17422 h 95994"/>
                      <a:gd name="connsiteX6" fmla="*/ 49589 w 63996"/>
                      <a:gd name="connsiteY6" fmla="*/ 45956 h 95994"/>
                      <a:gd name="connsiteX7" fmla="*/ 44708 w 63996"/>
                      <a:gd name="connsiteY7" fmla="*/ 74550 h 95994"/>
                      <a:gd name="connsiteX8" fmla="*/ 30103 w 63996"/>
                      <a:gd name="connsiteY8" fmla="*/ 84069 h 95994"/>
                      <a:gd name="connsiteX9" fmla="*/ 30103 w 63996"/>
                      <a:gd name="connsiteY9" fmla="*/ 93983 h 95994"/>
                      <a:gd name="connsiteX10" fmla="*/ 53895 w 63996"/>
                      <a:gd name="connsiteY10" fmla="*/ 81669 h 95994"/>
                      <a:gd name="connsiteX11" fmla="*/ 62111 w 63996"/>
                      <a:gd name="connsiteY11" fmla="*/ 45956 h 95994"/>
                      <a:gd name="connsiteX12" fmla="*/ 53895 w 63996"/>
                      <a:gd name="connsiteY12" fmla="*/ 10283 h 95994"/>
                      <a:gd name="connsiteX13" fmla="*/ 30103 w 63996"/>
                      <a:gd name="connsiteY13" fmla="*/ -2011 h 95994"/>
                      <a:gd name="connsiteX14" fmla="*/ 6330 w 63996"/>
                      <a:gd name="connsiteY14" fmla="*/ 10283 h 95994"/>
                      <a:gd name="connsiteX15" fmla="*/ -1886 w 63996"/>
                      <a:gd name="connsiteY15" fmla="*/ 45956 h 95994"/>
                      <a:gd name="connsiteX16" fmla="*/ 6330 w 63996"/>
                      <a:gd name="connsiteY16" fmla="*/ 81669 h 95994"/>
                      <a:gd name="connsiteX17" fmla="*/ 30103 w 6399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03" y="84069"/>
                        </a:moveTo>
                        <a:cubicBezTo>
                          <a:pt x="23660" y="84069"/>
                          <a:pt x="18811" y="80896"/>
                          <a:pt x="15557" y="74550"/>
                        </a:cubicBezTo>
                        <a:cubicBezTo>
                          <a:pt x="12316" y="68218"/>
                          <a:pt x="10695" y="58687"/>
                          <a:pt x="10695" y="45956"/>
                        </a:cubicBezTo>
                        <a:cubicBezTo>
                          <a:pt x="10695" y="33279"/>
                          <a:pt x="12316" y="23767"/>
                          <a:pt x="15557" y="17422"/>
                        </a:cubicBezTo>
                        <a:cubicBezTo>
                          <a:pt x="18811" y="11076"/>
                          <a:pt x="23660" y="7904"/>
                          <a:pt x="30103" y="7904"/>
                        </a:cubicBezTo>
                        <a:cubicBezTo>
                          <a:pt x="36598" y="7904"/>
                          <a:pt x="41466" y="11076"/>
                          <a:pt x="44708" y="17422"/>
                        </a:cubicBezTo>
                        <a:cubicBezTo>
                          <a:pt x="47962" y="23767"/>
                          <a:pt x="49589" y="33279"/>
                          <a:pt x="49589" y="45956"/>
                        </a:cubicBezTo>
                        <a:cubicBezTo>
                          <a:pt x="49589" y="58687"/>
                          <a:pt x="47962" y="68218"/>
                          <a:pt x="44708" y="74550"/>
                        </a:cubicBezTo>
                        <a:cubicBezTo>
                          <a:pt x="41466" y="80896"/>
                          <a:pt x="36598" y="84069"/>
                          <a:pt x="30103" y="84069"/>
                        </a:cubicBezTo>
                        <a:close/>
                        <a:moveTo>
                          <a:pt x="30103" y="93983"/>
                        </a:moveTo>
                        <a:cubicBezTo>
                          <a:pt x="40487" y="93983"/>
                          <a:pt x="48418" y="89879"/>
                          <a:pt x="53895" y="81669"/>
                        </a:cubicBezTo>
                        <a:cubicBezTo>
                          <a:pt x="59372" y="73473"/>
                          <a:pt x="62111" y="61569"/>
                          <a:pt x="62111" y="45956"/>
                        </a:cubicBezTo>
                        <a:cubicBezTo>
                          <a:pt x="62111" y="30384"/>
                          <a:pt x="59372" y="18493"/>
                          <a:pt x="53895" y="10283"/>
                        </a:cubicBezTo>
                        <a:cubicBezTo>
                          <a:pt x="48418" y="2087"/>
                          <a:pt x="40487" y="-2011"/>
                          <a:pt x="30103" y="-2011"/>
                        </a:cubicBezTo>
                        <a:cubicBezTo>
                          <a:pt x="19731" y="-2011"/>
                          <a:pt x="11807" y="2087"/>
                          <a:pt x="6330" y="10283"/>
                        </a:cubicBezTo>
                        <a:cubicBezTo>
                          <a:pt x="853" y="18493"/>
                          <a:pt x="-1886" y="30384"/>
                          <a:pt x="-1886" y="45956"/>
                        </a:cubicBezTo>
                        <a:cubicBezTo>
                          <a:pt x="-1886" y="61569"/>
                          <a:pt x="853" y="73473"/>
                          <a:pt x="6330" y="81669"/>
                        </a:cubicBezTo>
                        <a:cubicBezTo>
                          <a:pt x="11807" y="89879"/>
                          <a:pt x="19731" y="93983"/>
                          <a:pt x="30103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42" name="Freeform: Shape 241">
                    <a:extLst>
                      <a:ext uri="{FF2B5EF4-FFF2-40B4-BE49-F238E27FC236}">
                        <a16:creationId xmlns:a16="http://schemas.microsoft.com/office/drawing/2014/main" id="{11A1037D-253F-AF26-8C1F-5A438CA3CAB4}"/>
                      </a:ext>
                    </a:extLst>
                  </p:cNvPr>
                  <p:cNvSpPr/>
                  <p:nvPr/>
                </p:nvSpPr>
                <p:spPr>
                  <a:xfrm flipV="1">
                    <a:off x="8950135" y="4203186"/>
                    <a:ext cx="63996" cy="95994"/>
                  </a:xfrm>
                  <a:custGeom>
                    <a:avLst/>
                    <a:gdLst>
                      <a:gd name="connsiteX0" fmla="*/ 30109 w 63996"/>
                      <a:gd name="connsiteY0" fmla="*/ 84069 h 95994"/>
                      <a:gd name="connsiteX1" fmla="*/ 15563 w 63996"/>
                      <a:gd name="connsiteY1" fmla="*/ 74550 h 95994"/>
                      <a:gd name="connsiteX2" fmla="*/ 10702 w 63996"/>
                      <a:gd name="connsiteY2" fmla="*/ 45956 h 95994"/>
                      <a:gd name="connsiteX3" fmla="*/ 15563 w 63996"/>
                      <a:gd name="connsiteY3" fmla="*/ 17422 h 95994"/>
                      <a:gd name="connsiteX4" fmla="*/ 30109 w 63996"/>
                      <a:gd name="connsiteY4" fmla="*/ 7904 h 95994"/>
                      <a:gd name="connsiteX5" fmla="*/ 44714 w 63996"/>
                      <a:gd name="connsiteY5" fmla="*/ 17422 h 95994"/>
                      <a:gd name="connsiteX6" fmla="*/ 49595 w 63996"/>
                      <a:gd name="connsiteY6" fmla="*/ 45956 h 95994"/>
                      <a:gd name="connsiteX7" fmla="*/ 44714 w 63996"/>
                      <a:gd name="connsiteY7" fmla="*/ 74550 h 95994"/>
                      <a:gd name="connsiteX8" fmla="*/ 30109 w 63996"/>
                      <a:gd name="connsiteY8" fmla="*/ 84069 h 95994"/>
                      <a:gd name="connsiteX9" fmla="*/ 30109 w 63996"/>
                      <a:gd name="connsiteY9" fmla="*/ 93983 h 95994"/>
                      <a:gd name="connsiteX10" fmla="*/ 53902 w 63996"/>
                      <a:gd name="connsiteY10" fmla="*/ 81669 h 95994"/>
                      <a:gd name="connsiteX11" fmla="*/ 62117 w 63996"/>
                      <a:gd name="connsiteY11" fmla="*/ 45956 h 95994"/>
                      <a:gd name="connsiteX12" fmla="*/ 53902 w 63996"/>
                      <a:gd name="connsiteY12" fmla="*/ 10283 h 95994"/>
                      <a:gd name="connsiteX13" fmla="*/ 30109 w 63996"/>
                      <a:gd name="connsiteY13" fmla="*/ -2011 h 95994"/>
                      <a:gd name="connsiteX14" fmla="*/ 6336 w 63996"/>
                      <a:gd name="connsiteY14" fmla="*/ 10283 h 95994"/>
                      <a:gd name="connsiteX15" fmla="*/ -1879 w 63996"/>
                      <a:gd name="connsiteY15" fmla="*/ 45956 h 95994"/>
                      <a:gd name="connsiteX16" fmla="*/ 6336 w 63996"/>
                      <a:gd name="connsiteY16" fmla="*/ 81669 h 95994"/>
                      <a:gd name="connsiteX17" fmla="*/ 30109 w 6399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09" y="84069"/>
                        </a:moveTo>
                        <a:cubicBezTo>
                          <a:pt x="23666" y="84069"/>
                          <a:pt x="18818" y="80896"/>
                          <a:pt x="15563" y="74550"/>
                        </a:cubicBezTo>
                        <a:cubicBezTo>
                          <a:pt x="12322" y="68218"/>
                          <a:pt x="10702" y="58687"/>
                          <a:pt x="10702" y="45956"/>
                        </a:cubicBezTo>
                        <a:cubicBezTo>
                          <a:pt x="10702" y="33279"/>
                          <a:pt x="12322" y="23767"/>
                          <a:pt x="15563" y="17422"/>
                        </a:cubicBezTo>
                        <a:cubicBezTo>
                          <a:pt x="18818" y="11076"/>
                          <a:pt x="23666" y="7904"/>
                          <a:pt x="30109" y="7904"/>
                        </a:cubicBezTo>
                        <a:cubicBezTo>
                          <a:pt x="36604" y="7904"/>
                          <a:pt x="41473" y="11076"/>
                          <a:pt x="44714" y="17422"/>
                        </a:cubicBezTo>
                        <a:cubicBezTo>
                          <a:pt x="47968" y="23767"/>
                          <a:pt x="49595" y="33279"/>
                          <a:pt x="49595" y="45956"/>
                        </a:cubicBezTo>
                        <a:cubicBezTo>
                          <a:pt x="49595" y="58687"/>
                          <a:pt x="47968" y="68218"/>
                          <a:pt x="44714" y="74550"/>
                        </a:cubicBezTo>
                        <a:cubicBezTo>
                          <a:pt x="41473" y="80896"/>
                          <a:pt x="36604" y="84069"/>
                          <a:pt x="30109" y="84069"/>
                        </a:cubicBezTo>
                        <a:close/>
                        <a:moveTo>
                          <a:pt x="30109" y="93983"/>
                        </a:moveTo>
                        <a:cubicBezTo>
                          <a:pt x="40494" y="93983"/>
                          <a:pt x="48425" y="89879"/>
                          <a:pt x="53902" y="81669"/>
                        </a:cubicBezTo>
                        <a:cubicBezTo>
                          <a:pt x="59378" y="73473"/>
                          <a:pt x="62117" y="61569"/>
                          <a:pt x="62117" y="45956"/>
                        </a:cubicBezTo>
                        <a:cubicBezTo>
                          <a:pt x="62117" y="30384"/>
                          <a:pt x="59378" y="18493"/>
                          <a:pt x="53902" y="10283"/>
                        </a:cubicBezTo>
                        <a:cubicBezTo>
                          <a:pt x="48425" y="2087"/>
                          <a:pt x="40494" y="-2011"/>
                          <a:pt x="30109" y="-2011"/>
                        </a:cubicBezTo>
                        <a:cubicBezTo>
                          <a:pt x="19737" y="-2011"/>
                          <a:pt x="11813" y="2087"/>
                          <a:pt x="6336" y="10283"/>
                        </a:cubicBezTo>
                        <a:cubicBezTo>
                          <a:pt x="859" y="18493"/>
                          <a:pt x="-1879" y="30384"/>
                          <a:pt x="-1879" y="45956"/>
                        </a:cubicBezTo>
                        <a:cubicBezTo>
                          <a:pt x="-1879" y="61569"/>
                          <a:pt x="859" y="73473"/>
                          <a:pt x="6336" y="81669"/>
                        </a:cubicBezTo>
                        <a:cubicBezTo>
                          <a:pt x="11813" y="89879"/>
                          <a:pt x="19737" y="93983"/>
                          <a:pt x="30109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43" name="Graphic 227">
                <a:extLst>
                  <a:ext uri="{FF2B5EF4-FFF2-40B4-BE49-F238E27FC236}">
                    <a16:creationId xmlns:a16="http://schemas.microsoft.com/office/drawing/2014/main" id="{3C1D4BC6-81EF-5EA8-1962-73EA9F1E6F1C}"/>
                  </a:ext>
                </a:extLst>
              </p:cNvPr>
              <p:cNvGrpSpPr/>
              <p:nvPr/>
            </p:nvGrpSpPr>
            <p:grpSpPr>
              <a:xfrm>
                <a:off x="9465886" y="4112110"/>
                <a:ext cx="224169" cy="187070"/>
                <a:chOff x="9465886" y="4112110"/>
                <a:chExt cx="224169" cy="187070"/>
              </a:xfrm>
              <a:solidFill>
                <a:srgbClr val="000000"/>
              </a:solidFill>
            </p:grpSpPr>
            <p:sp>
              <p:nvSpPr>
                <p:cNvPr id="244" name="Freeform: Shape 243">
                  <a:extLst>
                    <a:ext uri="{FF2B5EF4-FFF2-40B4-BE49-F238E27FC236}">
                      <a16:creationId xmlns:a16="http://schemas.microsoft.com/office/drawing/2014/main" id="{03C0E34C-7E1F-8634-87B8-E59DA4AE4433}"/>
                    </a:ext>
                  </a:extLst>
                </p:cNvPr>
                <p:cNvSpPr/>
                <p:nvPr/>
              </p:nvSpPr>
              <p:spPr>
                <a:xfrm>
                  <a:off x="9577289" y="4112110"/>
                  <a:ext cx="12700" cy="44417"/>
                </a:xfrm>
                <a:custGeom>
                  <a:avLst/>
                  <a:gdLst>
                    <a:gd name="connsiteX0" fmla="*/ 202 w 12700"/>
                    <a:gd name="connsiteY0" fmla="*/ 308 h 44417"/>
                    <a:gd name="connsiteX1" fmla="*/ 202 w 12700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02" y="308"/>
                      </a:moveTo>
                      <a:lnTo>
                        <a:pt x="202" y="4472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45" name="Graphic 227">
                  <a:extLst>
                    <a:ext uri="{FF2B5EF4-FFF2-40B4-BE49-F238E27FC236}">
                      <a16:creationId xmlns:a16="http://schemas.microsoft.com/office/drawing/2014/main" id="{A8143DC5-82F8-2FB1-F521-99CC0F87706F}"/>
                    </a:ext>
                  </a:extLst>
                </p:cNvPr>
                <p:cNvGrpSpPr/>
                <p:nvPr/>
              </p:nvGrpSpPr>
              <p:grpSpPr>
                <a:xfrm>
                  <a:off x="9465886" y="4203186"/>
                  <a:ext cx="224169" cy="95994"/>
                  <a:chOff x="9465886" y="4203186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246" name="Freeform: Shape 245">
                    <a:extLst>
                      <a:ext uri="{FF2B5EF4-FFF2-40B4-BE49-F238E27FC236}">
                        <a16:creationId xmlns:a16="http://schemas.microsoft.com/office/drawing/2014/main" id="{57DD8368-164F-CB6F-BB91-2264C876CB2A}"/>
                      </a:ext>
                    </a:extLst>
                  </p:cNvPr>
                  <p:cNvSpPr/>
                  <p:nvPr/>
                </p:nvSpPr>
                <p:spPr>
                  <a:xfrm flipV="1">
                    <a:off x="9465886" y="4204852"/>
                    <a:ext cx="59908" cy="94328"/>
                  </a:xfrm>
                  <a:custGeom>
                    <a:avLst/>
                    <a:gdLst>
                      <a:gd name="connsiteX0" fmla="*/ 2101 w 59908"/>
                      <a:gd name="connsiteY0" fmla="*/ 92360 h 94328"/>
                      <a:gd name="connsiteX1" fmla="*/ 51274 w 59908"/>
                      <a:gd name="connsiteY1" fmla="*/ 92360 h 94328"/>
                      <a:gd name="connsiteX2" fmla="*/ 51274 w 59908"/>
                      <a:gd name="connsiteY2" fmla="*/ 81810 h 94328"/>
                      <a:gd name="connsiteX3" fmla="*/ 13571 w 59908"/>
                      <a:gd name="connsiteY3" fmla="*/ 81810 h 94328"/>
                      <a:gd name="connsiteX4" fmla="*/ 13571 w 59908"/>
                      <a:gd name="connsiteY4" fmla="*/ 59145 h 94328"/>
                      <a:gd name="connsiteX5" fmla="*/ 19008 w 59908"/>
                      <a:gd name="connsiteY5" fmla="*/ 60533 h 94328"/>
                      <a:gd name="connsiteX6" fmla="*/ 24485 w 59908"/>
                      <a:gd name="connsiteY6" fmla="*/ 60989 h 94328"/>
                      <a:gd name="connsiteX7" fmla="*/ 49032 w 59908"/>
                      <a:gd name="connsiteY7" fmla="*/ 52503 h 94328"/>
                      <a:gd name="connsiteX8" fmla="*/ 58101 w 59908"/>
                      <a:gd name="connsiteY8" fmla="*/ 29520 h 94328"/>
                      <a:gd name="connsiteX9" fmla="*/ 48794 w 59908"/>
                      <a:gd name="connsiteY9" fmla="*/ 6300 h 94328"/>
                      <a:gd name="connsiteX10" fmla="*/ 22560 w 59908"/>
                      <a:gd name="connsiteY10" fmla="*/ -1969 h 94328"/>
                      <a:gd name="connsiteX11" fmla="*/ 10674 w 59908"/>
                      <a:gd name="connsiteY11" fmla="*/ -977 h 94328"/>
                      <a:gd name="connsiteX12" fmla="*/ -1808 w 59908"/>
                      <a:gd name="connsiteY12" fmla="*/ 1997 h 94328"/>
                      <a:gd name="connsiteX13" fmla="*/ -1808 w 59908"/>
                      <a:gd name="connsiteY13" fmla="*/ 14589 h 94328"/>
                      <a:gd name="connsiteX14" fmla="*/ 9721 w 59908"/>
                      <a:gd name="connsiteY14" fmla="*/ 10068 h 94328"/>
                      <a:gd name="connsiteX15" fmla="*/ 22302 w 59908"/>
                      <a:gd name="connsiteY15" fmla="*/ 8580 h 94328"/>
                      <a:gd name="connsiteX16" fmla="*/ 39289 w 59908"/>
                      <a:gd name="connsiteY16" fmla="*/ 14212 h 94328"/>
                      <a:gd name="connsiteX17" fmla="*/ 45559 w 59908"/>
                      <a:gd name="connsiteY17" fmla="*/ 29520 h 94328"/>
                      <a:gd name="connsiteX18" fmla="*/ 39289 w 59908"/>
                      <a:gd name="connsiteY18" fmla="*/ 44809 h 94328"/>
                      <a:gd name="connsiteX19" fmla="*/ 22302 w 59908"/>
                      <a:gd name="connsiteY19" fmla="*/ 50460 h 94328"/>
                      <a:gd name="connsiteX20" fmla="*/ 12281 w 59908"/>
                      <a:gd name="connsiteY20" fmla="*/ 49350 h 94328"/>
                      <a:gd name="connsiteX21" fmla="*/ 2101 w 59908"/>
                      <a:gd name="connsiteY21" fmla="*/ 45879 h 94328"/>
                      <a:gd name="connsiteX22" fmla="*/ 2101 w 59908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01" y="92360"/>
                        </a:moveTo>
                        <a:lnTo>
                          <a:pt x="51274" y="92360"/>
                        </a:lnTo>
                        <a:lnTo>
                          <a:pt x="51274" y="81810"/>
                        </a:lnTo>
                        <a:lnTo>
                          <a:pt x="13571" y="81810"/>
                        </a:lnTo>
                        <a:lnTo>
                          <a:pt x="13571" y="59145"/>
                        </a:lnTo>
                        <a:cubicBezTo>
                          <a:pt x="15384" y="59767"/>
                          <a:pt x="17196" y="60229"/>
                          <a:pt x="19008" y="60533"/>
                        </a:cubicBezTo>
                        <a:cubicBezTo>
                          <a:pt x="20834" y="60837"/>
                          <a:pt x="22660" y="60989"/>
                          <a:pt x="24485" y="60989"/>
                        </a:cubicBezTo>
                        <a:cubicBezTo>
                          <a:pt x="34817" y="60989"/>
                          <a:pt x="42999" y="58160"/>
                          <a:pt x="49032" y="52503"/>
                        </a:cubicBezTo>
                        <a:cubicBezTo>
                          <a:pt x="55078" y="46845"/>
                          <a:pt x="58101" y="39184"/>
                          <a:pt x="58101" y="29520"/>
                        </a:cubicBezTo>
                        <a:cubicBezTo>
                          <a:pt x="58101" y="19566"/>
                          <a:pt x="54998" y="11826"/>
                          <a:pt x="48794" y="6300"/>
                        </a:cubicBezTo>
                        <a:cubicBezTo>
                          <a:pt x="42589" y="787"/>
                          <a:pt x="33845" y="-1969"/>
                          <a:pt x="22560" y="-1969"/>
                        </a:cubicBezTo>
                        <a:cubicBezTo>
                          <a:pt x="18671" y="-1969"/>
                          <a:pt x="14709" y="-1638"/>
                          <a:pt x="10674" y="-977"/>
                        </a:cubicBezTo>
                        <a:cubicBezTo>
                          <a:pt x="6652" y="-316"/>
                          <a:pt x="2492" y="675"/>
                          <a:pt x="-1808" y="1997"/>
                        </a:cubicBezTo>
                        <a:lnTo>
                          <a:pt x="-1808" y="14589"/>
                        </a:lnTo>
                        <a:cubicBezTo>
                          <a:pt x="1910" y="12566"/>
                          <a:pt x="5753" y="11059"/>
                          <a:pt x="9721" y="10068"/>
                        </a:cubicBezTo>
                        <a:cubicBezTo>
                          <a:pt x="13690" y="9076"/>
                          <a:pt x="17884" y="8580"/>
                          <a:pt x="22302" y="8580"/>
                        </a:cubicBezTo>
                        <a:cubicBezTo>
                          <a:pt x="29459" y="8580"/>
                          <a:pt x="35121" y="10458"/>
                          <a:pt x="39289" y="14212"/>
                        </a:cubicBezTo>
                        <a:cubicBezTo>
                          <a:pt x="43469" y="17966"/>
                          <a:pt x="45559" y="23069"/>
                          <a:pt x="45559" y="29520"/>
                        </a:cubicBezTo>
                        <a:cubicBezTo>
                          <a:pt x="45559" y="35958"/>
                          <a:pt x="43469" y="41054"/>
                          <a:pt x="39289" y="44809"/>
                        </a:cubicBezTo>
                        <a:cubicBezTo>
                          <a:pt x="35121" y="48576"/>
                          <a:pt x="29459" y="50460"/>
                          <a:pt x="22302" y="50460"/>
                        </a:cubicBezTo>
                        <a:cubicBezTo>
                          <a:pt x="18955" y="50460"/>
                          <a:pt x="15615" y="50090"/>
                          <a:pt x="12281" y="49350"/>
                        </a:cubicBezTo>
                        <a:cubicBezTo>
                          <a:pt x="8961" y="48609"/>
                          <a:pt x="5568" y="47453"/>
                          <a:pt x="2101" y="45879"/>
                        </a:cubicBezTo>
                        <a:lnTo>
                          <a:pt x="2101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47" name="Freeform: Shape 246">
                    <a:extLst>
                      <a:ext uri="{FF2B5EF4-FFF2-40B4-BE49-F238E27FC236}">
                        <a16:creationId xmlns:a16="http://schemas.microsoft.com/office/drawing/2014/main" id="{CD2B36A7-EF15-A693-9FE9-50F19A901D1E}"/>
                      </a:ext>
                    </a:extLst>
                  </p:cNvPr>
                  <p:cNvSpPr/>
                  <p:nvPr/>
                </p:nvSpPr>
                <p:spPr>
                  <a:xfrm flipV="1">
                    <a:off x="9550834" y="4204852"/>
                    <a:ext cx="55125" cy="92524"/>
                  </a:xfrm>
                  <a:custGeom>
                    <a:avLst/>
                    <a:gdLst>
                      <a:gd name="connsiteX0" fmla="*/ -84 w 55125"/>
                      <a:gd name="connsiteY0" fmla="*/ 8515 h 92524"/>
                      <a:gd name="connsiteX1" fmla="*/ 20375 w 55125"/>
                      <a:gd name="connsiteY1" fmla="*/ 8515 h 92524"/>
                      <a:gd name="connsiteX2" fmla="*/ 20375 w 55125"/>
                      <a:gd name="connsiteY2" fmla="*/ 79108 h 92524"/>
                      <a:gd name="connsiteX3" fmla="*/ -1890 w 55125"/>
                      <a:gd name="connsiteY3" fmla="*/ 74646 h 92524"/>
                      <a:gd name="connsiteX4" fmla="*/ -1890 w 55125"/>
                      <a:gd name="connsiteY4" fmla="*/ 86048 h 92524"/>
                      <a:gd name="connsiteX5" fmla="*/ 20256 w 55125"/>
                      <a:gd name="connsiteY5" fmla="*/ 90510 h 92524"/>
                      <a:gd name="connsiteX6" fmla="*/ 32777 w 55125"/>
                      <a:gd name="connsiteY6" fmla="*/ 90510 h 92524"/>
                      <a:gd name="connsiteX7" fmla="*/ 32777 w 55125"/>
                      <a:gd name="connsiteY7" fmla="*/ 8515 h 92524"/>
                      <a:gd name="connsiteX8" fmla="*/ 53236 w 55125"/>
                      <a:gd name="connsiteY8" fmla="*/ 8515 h 92524"/>
                      <a:gd name="connsiteX9" fmla="*/ 53236 w 55125"/>
                      <a:gd name="connsiteY9" fmla="*/ -2014 h 92524"/>
                      <a:gd name="connsiteX10" fmla="*/ -84 w 55125"/>
                      <a:gd name="connsiteY10" fmla="*/ -2014 h 92524"/>
                      <a:gd name="connsiteX11" fmla="*/ -84 w 55125"/>
                      <a:gd name="connsiteY11" fmla="*/ 851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84" y="8515"/>
                        </a:moveTo>
                        <a:lnTo>
                          <a:pt x="20375" y="8515"/>
                        </a:lnTo>
                        <a:lnTo>
                          <a:pt x="20375" y="79108"/>
                        </a:lnTo>
                        <a:lnTo>
                          <a:pt x="-1890" y="74646"/>
                        </a:lnTo>
                        <a:lnTo>
                          <a:pt x="-1890" y="86048"/>
                        </a:lnTo>
                        <a:lnTo>
                          <a:pt x="20256" y="90510"/>
                        </a:lnTo>
                        <a:lnTo>
                          <a:pt x="32777" y="90510"/>
                        </a:lnTo>
                        <a:lnTo>
                          <a:pt x="32777" y="8515"/>
                        </a:lnTo>
                        <a:lnTo>
                          <a:pt x="53236" y="8515"/>
                        </a:lnTo>
                        <a:lnTo>
                          <a:pt x="53236" y="-2014"/>
                        </a:lnTo>
                        <a:lnTo>
                          <a:pt x="-84" y="-2014"/>
                        </a:lnTo>
                        <a:lnTo>
                          <a:pt x="-84" y="85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48" name="Freeform: Shape 247">
                    <a:extLst>
                      <a:ext uri="{FF2B5EF4-FFF2-40B4-BE49-F238E27FC236}">
                        <a16:creationId xmlns:a16="http://schemas.microsoft.com/office/drawing/2014/main" id="{38182D2A-15F3-6EC6-E737-3B994371B910}"/>
                      </a:ext>
                    </a:extLst>
                  </p:cNvPr>
                  <p:cNvSpPr/>
                  <p:nvPr/>
                </p:nvSpPr>
                <p:spPr>
                  <a:xfrm flipV="1">
                    <a:off x="9626060" y="4203186"/>
                    <a:ext cx="63996" cy="95994"/>
                  </a:xfrm>
                  <a:custGeom>
                    <a:avLst/>
                    <a:gdLst>
                      <a:gd name="connsiteX0" fmla="*/ 30162 w 63996"/>
                      <a:gd name="connsiteY0" fmla="*/ 84069 h 95994"/>
                      <a:gd name="connsiteX1" fmla="*/ 15617 w 63996"/>
                      <a:gd name="connsiteY1" fmla="*/ 74550 h 95994"/>
                      <a:gd name="connsiteX2" fmla="*/ 10755 w 63996"/>
                      <a:gd name="connsiteY2" fmla="*/ 45956 h 95994"/>
                      <a:gd name="connsiteX3" fmla="*/ 15617 w 63996"/>
                      <a:gd name="connsiteY3" fmla="*/ 17422 h 95994"/>
                      <a:gd name="connsiteX4" fmla="*/ 30162 w 63996"/>
                      <a:gd name="connsiteY4" fmla="*/ 7904 h 95994"/>
                      <a:gd name="connsiteX5" fmla="*/ 44767 w 63996"/>
                      <a:gd name="connsiteY5" fmla="*/ 17422 h 95994"/>
                      <a:gd name="connsiteX6" fmla="*/ 49649 w 63996"/>
                      <a:gd name="connsiteY6" fmla="*/ 45956 h 95994"/>
                      <a:gd name="connsiteX7" fmla="*/ 44767 w 63996"/>
                      <a:gd name="connsiteY7" fmla="*/ 74550 h 95994"/>
                      <a:gd name="connsiteX8" fmla="*/ 30162 w 63996"/>
                      <a:gd name="connsiteY8" fmla="*/ 84069 h 95994"/>
                      <a:gd name="connsiteX9" fmla="*/ 30162 w 63996"/>
                      <a:gd name="connsiteY9" fmla="*/ 93983 h 95994"/>
                      <a:gd name="connsiteX10" fmla="*/ 53955 w 63996"/>
                      <a:gd name="connsiteY10" fmla="*/ 81669 h 95994"/>
                      <a:gd name="connsiteX11" fmla="*/ 62170 w 63996"/>
                      <a:gd name="connsiteY11" fmla="*/ 45956 h 95994"/>
                      <a:gd name="connsiteX12" fmla="*/ 53955 w 63996"/>
                      <a:gd name="connsiteY12" fmla="*/ 10283 h 95994"/>
                      <a:gd name="connsiteX13" fmla="*/ 30162 w 63996"/>
                      <a:gd name="connsiteY13" fmla="*/ -2011 h 95994"/>
                      <a:gd name="connsiteX14" fmla="*/ 6389 w 63996"/>
                      <a:gd name="connsiteY14" fmla="*/ 10283 h 95994"/>
                      <a:gd name="connsiteX15" fmla="*/ -1826 w 63996"/>
                      <a:gd name="connsiteY15" fmla="*/ 45956 h 95994"/>
                      <a:gd name="connsiteX16" fmla="*/ 6389 w 63996"/>
                      <a:gd name="connsiteY16" fmla="*/ 81669 h 95994"/>
                      <a:gd name="connsiteX17" fmla="*/ 30162 w 6399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162" y="84069"/>
                        </a:moveTo>
                        <a:cubicBezTo>
                          <a:pt x="23720" y="84069"/>
                          <a:pt x="18871" y="80896"/>
                          <a:pt x="15617" y="74550"/>
                        </a:cubicBezTo>
                        <a:cubicBezTo>
                          <a:pt x="12376" y="68218"/>
                          <a:pt x="10755" y="58687"/>
                          <a:pt x="10755" y="45956"/>
                        </a:cubicBezTo>
                        <a:cubicBezTo>
                          <a:pt x="10755" y="33279"/>
                          <a:pt x="12376" y="23767"/>
                          <a:pt x="15617" y="17422"/>
                        </a:cubicBezTo>
                        <a:cubicBezTo>
                          <a:pt x="18871" y="11076"/>
                          <a:pt x="23720" y="7904"/>
                          <a:pt x="30162" y="7904"/>
                        </a:cubicBezTo>
                        <a:cubicBezTo>
                          <a:pt x="36658" y="7904"/>
                          <a:pt x="41526" y="11076"/>
                          <a:pt x="44767" y="17422"/>
                        </a:cubicBezTo>
                        <a:cubicBezTo>
                          <a:pt x="48022" y="23767"/>
                          <a:pt x="49649" y="33279"/>
                          <a:pt x="49649" y="45956"/>
                        </a:cubicBezTo>
                        <a:cubicBezTo>
                          <a:pt x="49649" y="58687"/>
                          <a:pt x="48022" y="68218"/>
                          <a:pt x="44767" y="74550"/>
                        </a:cubicBezTo>
                        <a:cubicBezTo>
                          <a:pt x="41526" y="80896"/>
                          <a:pt x="36658" y="84069"/>
                          <a:pt x="30162" y="84069"/>
                        </a:cubicBezTo>
                        <a:close/>
                        <a:moveTo>
                          <a:pt x="30162" y="93983"/>
                        </a:moveTo>
                        <a:cubicBezTo>
                          <a:pt x="40547" y="93983"/>
                          <a:pt x="48478" y="89879"/>
                          <a:pt x="53955" y="81669"/>
                        </a:cubicBezTo>
                        <a:cubicBezTo>
                          <a:pt x="59432" y="73473"/>
                          <a:pt x="62170" y="61569"/>
                          <a:pt x="62170" y="45956"/>
                        </a:cubicBezTo>
                        <a:cubicBezTo>
                          <a:pt x="62170" y="30384"/>
                          <a:pt x="59432" y="18493"/>
                          <a:pt x="53955" y="10283"/>
                        </a:cubicBezTo>
                        <a:cubicBezTo>
                          <a:pt x="48478" y="2087"/>
                          <a:pt x="40547" y="-2011"/>
                          <a:pt x="30162" y="-2011"/>
                        </a:cubicBezTo>
                        <a:cubicBezTo>
                          <a:pt x="19790" y="-2011"/>
                          <a:pt x="11866" y="2087"/>
                          <a:pt x="6389" y="10283"/>
                        </a:cubicBezTo>
                        <a:cubicBezTo>
                          <a:pt x="912" y="18493"/>
                          <a:pt x="-1826" y="30384"/>
                          <a:pt x="-1826" y="45956"/>
                        </a:cubicBezTo>
                        <a:cubicBezTo>
                          <a:pt x="-1826" y="61569"/>
                          <a:pt x="912" y="73473"/>
                          <a:pt x="6389" y="81669"/>
                        </a:cubicBezTo>
                        <a:cubicBezTo>
                          <a:pt x="11866" y="89879"/>
                          <a:pt x="19790" y="93983"/>
                          <a:pt x="30162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49" name="Graphic 227">
                <a:extLst>
                  <a:ext uri="{FF2B5EF4-FFF2-40B4-BE49-F238E27FC236}">
                    <a16:creationId xmlns:a16="http://schemas.microsoft.com/office/drawing/2014/main" id="{0D1B6378-7B53-B1AE-E095-10C5129DB4B6}"/>
                  </a:ext>
                </a:extLst>
              </p:cNvPr>
              <p:cNvGrpSpPr/>
              <p:nvPr/>
            </p:nvGrpSpPr>
            <p:grpSpPr>
              <a:xfrm>
                <a:off x="10141810" y="4112110"/>
                <a:ext cx="224169" cy="187070"/>
                <a:chOff x="10141810" y="4112110"/>
                <a:chExt cx="224169" cy="187070"/>
              </a:xfrm>
              <a:solidFill>
                <a:srgbClr val="000000"/>
              </a:solidFill>
            </p:grpSpPr>
            <p:sp>
              <p:nvSpPr>
                <p:cNvPr id="250" name="Freeform: Shape 249">
                  <a:extLst>
                    <a:ext uri="{FF2B5EF4-FFF2-40B4-BE49-F238E27FC236}">
                      <a16:creationId xmlns:a16="http://schemas.microsoft.com/office/drawing/2014/main" id="{6F1254B6-1B9C-D8E9-C7DE-58537B5FA287}"/>
                    </a:ext>
                  </a:extLst>
                </p:cNvPr>
                <p:cNvSpPr/>
                <p:nvPr/>
              </p:nvSpPr>
              <p:spPr>
                <a:xfrm>
                  <a:off x="10253213" y="4112110"/>
                  <a:ext cx="12700" cy="44417"/>
                </a:xfrm>
                <a:custGeom>
                  <a:avLst/>
                  <a:gdLst>
                    <a:gd name="connsiteX0" fmla="*/ 255 w 12700"/>
                    <a:gd name="connsiteY0" fmla="*/ 308 h 44417"/>
                    <a:gd name="connsiteX1" fmla="*/ 255 w 12700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255" y="308"/>
                      </a:moveTo>
                      <a:lnTo>
                        <a:pt x="255" y="4472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51" name="Graphic 227">
                  <a:extLst>
                    <a:ext uri="{FF2B5EF4-FFF2-40B4-BE49-F238E27FC236}">
                      <a16:creationId xmlns:a16="http://schemas.microsoft.com/office/drawing/2014/main" id="{AFA7F641-D2C5-19FC-5D5E-57DA2D7AEC62}"/>
                    </a:ext>
                  </a:extLst>
                </p:cNvPr>
                <p:cNvGrpSpPr/>
                <p:nvPr/>
              </p:nvGrpSpPr>
              <p:grpSpPr>
                <a:xfrm>
                  <a:off x="10141810" y="4203186"/>
                  <a:ext cx="224169" cy="95994"/>
                  <a:chOff x="10141810" y="4203186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252" name="Freeform: Shape 251">
                    <a:extLst>
                      <a:ext uri="{FF2B5EF4-FFF2-40B4-BE49-F238E27FC236}">
                        <a16:creationId xmlns:a16="http://schemas.microsoft.com/office/drawing/2014/main" id="{BFB31FB8-89D8-CDF7-F78E-D860B2FDB8B6}"/>
                      </a:ext>
                    </a:extLst>
                  </p:cNvPr>
                  <p:cNvSpPr/>
                  <p:nvPr/>
                </p:nvSpPr>
                <p:spPr>
                  <a:xfrm flipV="1">
                    <a:off x="10141810" y="4204852"/>
                    <a:ext cx="59908" cy="94328"/>
                  </a:xfrm>
                  <a:custGeom>
                    <a:avLst/>
                    <a:gdLst>
                      <a:gd name="connsiteX0" fmla="*/ 2155 w 59908"/>
                      <a:gd name="connsiteY0" fmla="*/ 92360 h 94328"/>
                      <a:gd name="connsiteX1" fmla="*/ 51327 w 59908"/>
                      <a:gd name="connsiteY1" fmla="*/ 92360 h 94328"/>
                      <a:gd name="connsiteX2" fmla="*/ 51327 w 59908"/>
                      <a:gd name="connsiteY2" fmla="*/ 81810 h 94328"/>
                      <a:gd name="connsiteX3" fmla="*/ 13624 w 59908"/>
                      <a:gd name="connsiteY3" fmla="*/ 81810 h 94328"/>
                      <a:gd name="connsiteX4" fmla="*/ 13624 w 59908"/>
                      <a:gd name="connsiteY4" fmla="*/ 59145 h 94328"/>
                      <a:gd name="connsiteX5" fmla="*/ 19062 w 59908"/>
                      <a:gd name="connsiteY5" fmla="*/ 60533 h 94328"/>
                      <a:gd name="connsiteX6" fmla="*/ 24538 w 59908"/>
                      <a:gd name="connsiteY6" fmla="*/ 60989 h 94328"/>
                      <a:gd name="connsiteX7" fmla="*/ 49085 w 59908"/>
                      <a:gd name="connsiteY7" fmla="*/ 52503 h 94328"/>
                      <a:gd name="connsiteX8" fmla="*/ 58154 w 59908"/>
                      <a:gd name="connsiteY8" fmla="*/ 29520 h 94328"/>
                      <a:gd name="connsiteX9" fmla="*/ 48847 w 59908"/>
                      <a:gd name="connsiteY9" fmla="*/ 6300 h 94328"/>
                      <a:gd name="connsiteX10" fmla="*/ 22614 w 59908"/>
                      <a:gd name="connsiteY10" fmla="*/ -1969 h 94328"/>
                      <a:gd name="connsiteX11" fmla="*/ 10727 w 59908"/>
                      <a:gd name="connsiteY11" fmla="*/ -977 h 94328"/>
                      <a:gd name="connsiteX12" fmla="*/ -1755 w 59908"/>
                      <a:gd name="connsiteY12" fmla="*/ 1997 h 94328"/>
                      <a:gd name="connsiteX13" fmla="*/ -1755 w 59908"/>
                      <a:gd name="connsiteY13" fmla="*/ 14589 h 94328"/>
                      <a:gd name="connsiteX14" fmla="*/ 9775 w 59908"/>
                      <a:gd name="connsiteY14" fmla="*/ 10068 h 94328"/>
                      <a:gd name="connsiteX15" fmla="*/ 22356 w 59908"/>
                      <a:gd name="connsiteY15" fmla="*/ 8580 h 94328"/>
                      <a:gd name="connsiteX16" fmla="*/ 39342 w 59908"/>
                      <a:gd name="connsiteY16" fmla="*/ 14212 h 94328"/>
                      <a:gd name="connsiteX17" fmla="*/ 45612 w 59908"/>
                      <a:gd name="connsiteY17" fmla="*/ 29520 h 94328"/>
                      <a:gd name="connsiteX18" fmla="*/ 39342 w 59908"/>
                      <a:gd name="connsiteY18" fmla="*/ 44809 h 94328"/>
                      <a:gd name="connsiteX19" fmla="*/ 22356 w 59908"/>
                      <a:gd name="connsiteY19" fmla="*/ 50460 h 94328"/>
                      <a:gd name="connsiteX20" fmla="*/ 12335 w 59908"/>
                      <a:gd name="connsiteY20" fmla="*/ 49350 h 94328"/>
                      <a:gd name="connsiteX21" fmla="*/ 2155 w 59908"/>
                      <a:gd name="connsiteY21" fmla="*/ 45879 h 94328"/>
                      <a:gd name="connsiteX22" fmla="*/ 2155 w 59908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155" y="92360"/>
                        </a:moveTo>
                        <a:lnTo>
                          <a:pt x="51327" y="92360"/>
                        </a:lnTo>
                        <a:lnTo>
                          <a:pt x="51327" y="81810"/>
                        </a:lnTo>
                        <a:lnTo>
                          <a:pt x="13624" y="81810"/>
                        </a:lnTo>
                        <a:lnTo>
                          <a:pt x="13624" y="59145"/>
                        </a:lnTo>
                        <a:cubicBezTo>
                          <a:pt x="15437" y="59767"/>
                          <a:pt x="17249" y="60229"/>
                          <a:pt x="19062" y="60533"/>
                        </a:cubicBezTo>
                        <a:cubicBezTo>
                          <a:pt x="20887" y="60837"/>
                          <a:pt x="22713" y="60989"/>
                          <a:pt x="24538" y="60989"/>
                        </a:cubicBezTo>
                        <a:cubicBezTo>
                          <a:pt x="34870" y="60989"/>
                          <a:pt x="43053" y="58160"/>
                          <a:pt x="49085" y="52503"/>
                        </a:cubicBezTo>
                        <a:cubicBezTo>
                          <a:pt x="55131" y="46845"/>
                          <a:pt x="58154" y="39184"/>
                          <a:pt x="58154" y="29520"/>
                        </a:cubicBezTo>
                        <a:cubicBezTo>
                          <a:pt x="58154" y="19566"/>
                          <a:pt x="55052" y="11826"/>
                          <a:pt x="48847" y="6300"/>
                        </a:cubicBezTo>
                        <a:cubicBezTo>
                          <a:pt x="42643" y="787"/>
                          <a:pt x="33898" y="-1969"/>
                          <a:pt x="22614" y="-1969"/>
                        </a:cubicBezTo>
                        <a:cubicBezTo>
                          <a:pt x="18724" y="-1969"/>
                          <a:pt x="14762" y="-1638"/>
                          <a:pt x="10727" y="-977"/>
                        </a:cubicBezTo>
                        <a:cubicBezTo>
                          <a:pt x="6706" y="-316"/>
                          <a:pt x="2545" y="675"/>
                          <a:pt x="-1755" y="1997"/>
                        </a:cubicBezTo>
                        <a:lnTo>
                          <a:pt x="-1755" y="14589"/>
                        </a:lnTo>
                        <a:cubicBezTo>
                          <a:pt x="1963" y="12566"/>
                          <a:pt x="5806" y="11059"/>
                          <a:pt x="9775" y="10068"/>
                        </a:cubicBezTo>
                        <a:cubicBezTo>
                          <a:pt x="13743" y="9076"/>
                          <a:pt x="17937" y="8580"/>
                          <a:pt x="22356" y="8580"/>
                        </a:cubicBezTo>
                        <a:cubicBezTo>
                          <a:pt x="29513" y="8580"/>
                          <a:pt x="35175" y="10458"/>
                          <a:pt x="39342" y="14212"/>
                        </a:cubicBezTo>
                        <a:cubicBezTo>
                          <a:pt x="43522" y="17966"/>
                          <a:pt x="45612" y="23069"/>
                          <a:pt x="45612" y="29520"/>
                        </a:cubicBezTo>
                        <a:cubicBezTo>
                          <a:pt x="45612" y="35958"/>
                          <a:pt x="43522" y="41054"/>
                          <a:pt x="39342" y="44809"/>
                        </a:cubicBezTo>
                        <a:cubicBezTo>
                          <a:pt x="35175" y="48576"/>
                          <a:pt x="29513" y="50460"/>
                          <a:pt x="22356" y="50460"/>
                        </a:cubicBezTo>
                        <a:cubicBezTo>
                          <a:pt x="19009" y="50460"/>
                          <a:pt x="15668" y="50090"/>
                          <a:pt x="12335" y="49350"/>
                        </a:cubicBezTo>
                        <a:cubicBezTo>
                          <a:pt x="9014" y="48609"/>
                          <a:pt x="5621" y="47453"/>
                          <a:pt x="2155" y="45879"/>
                        </a:cubicBezTo>
                        <a:lnTo>
                          <a:pt x="2155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3" name="Freeform: Shape 252">
                    <a:extLst>
                      <a:ext uri="{FF2B5EF4-FFF2-40B4-BE49-F238E27FC236}">
                        <a16:creationId xmlns:a16="http://schemas.microsoft.com/office/drawing/2014/main" id="{9BD3B8EE-1C1C-8F8E-AF78-956930D0B7BB}"/>
                      </a:ext>
                    </a:extLst>
                  </p:cNvPr>
                  <p:cNvSpPr/>
                  <p:nvPr/>
                </p:nvSpPr>
                <p:spPr>
                  <a:xfrm flipV="1">
                    <a:off x="10222116" y="4203186"/>
                    <a:ext cx="58777" cy="94189"/>
                  </a:xfrm>
                  <a:custGeom>
                    <a:avLst/>
                    <a:gdLst>
                      <a:gd name="connsiteX0" fmla="*/ 13367 w 58777"/>
                      <a:gd name="connsiteY0" fmla="*/ 8473 h 94189"/>
                      <a:gd name="connsiteX1" fmla="*/ 57082 w 58777"/>
                      <a:gd name="connsiteY1" fmla="*/ 8473 h 94189"/>
                      <a:gd name="connsiteX2" fmla="*/ 57082 w 58777"/>
                      <a:gd name="connsiteY2" fmla="*/ -2057 h 94189"/>
                      <a:gd name="connsiteX3" fmla="*/ -1695 w 58777"/>
                      <a:gd name="connsiteY3" fmla="*/ -2057 h 94189"/>
                      <a:gd name="connsiteX4" fmla="*/ -1695 w 58777"/>
                      <a:gd name="connsiteY4" fmla="*/ 8473 h 94189"/>
                      <a:gd name="connsiteX5" fmla="*/ 17732 w 58777"/>
                      <a:gd name="connsiteY5" fmla="*/ 28263 h 94189"/>
                      <a:gd name="connsiteX6" fmla="*/ 33210 w 58777"/>
                      <a:gd name="connsiteY6" fmla="*/ 44305 h 94189"/>
                      <a:gd name="connsiteX7" fmla="*/ 41604 w 58777"/>
                      <a:gd name="connsiteY7" fmla="*/ 55726 h 94189"/>
                      <a:gd name="connsiteX8" fmla="*/ 44005 w 58777"/>
                      <a:gd name="connsiteY8" fmla="*/ 64927 h 94189"/>
                      <a:gd name="connsiteX9" fmla="*/ 38826 w 58777"/>
                      <a:gd name="connsiteY9" fmla="*/ 76944 h 94189"/>
                      <a:gd name="connsiteX10" fmla="*/ 25332 w 58777"/>
                      <a:gd name="connsiteY10" fmla="*/ 81604 h 94189"/>
                      <a:gd name="connsiteX11" fmla="*/ 12890 w 58777"/>
                      <a:gd name="connsiteY11" fmla="*/ 79561 h 94189"/>
                      <a:gd name="connsiteX12" fmla="*/ -1080 w 58777"/>
                      <a:gd name="connsiteY12" fmla="*/ 73355 h 94189"/>
                      <a:gd name="connsiteX13" fmla="*/ -1080 w 58777"/>
                      <a:gd name="connsiteY13" fmla="*/ 86006 h 94189"/>
                      <a:gd name="connsiteX14" fmla="*/ 13049 w 58777"/>
                      <a:gd name="connsiteY14" fmla="*/ 90586 h 94189"/>
                      <a:gd name="connsiteX15" fmla="*/ 25094 w 58777"/>
                      <a:gd name="connsiteY15" fmla="*/ 92133 h 94189"/>
                      <a:gd name="connsiteX16" fmla="*/ 48034 w 58777"/>
                      <a:gd name="connsiteY16" fmla="*/ 84935 h 94189"/>
                      <a:gd name="connsiteX17" fmla="*/ 56586 w 58777"/>
                      <a:gd name="connsiteY17" fmla="*/ 65740 h 94189"/>
                      <a:gd name="connsiteX18" fmla="*/ 54443 w 58777"/>
                      <a:gd name="connsiteY18" fmla="*/ 54913 h 94189"/>
                      <a:gd name="connsiteX19" fmla="*/ 46664 w 58777"/>
                      <a:gd name="connsiteY19" fmla="*/ 42877 h 94189"/>
                      <a:gd name="connsiteX20" fmla="*/ 36802 w 58777"/>
                      <a:gd name="connsiteY20" fmla="*/ 32486 h 94189"/>
                      <a:gd name="connsiteX21" fmla="*/ 13367 w 58777"/>
                      <a:gd name="connsiteY21" fmla="*/ 8473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367" y="8473"/>
                        </a:moveTo>
                        <a:lnTo>
                          <a:pt x="57082" y="8473"/>
                        </a:lnTo>
                        <a:lnTo>
                          <a:pt x="57082" y="-2057"/>
                        </a:lnTo>
                        <a:lnTo>
                          <a:pt x="-1695" y="-2057"/>
                        </a:lnTo>
                        <a:lnTo>
                          <a:pt x="-1695" y="8473"/>
                        </a:lnTo>
                        <a:cubicBezTo>
                          <a:pt x="3055" y="13391"/>
                          <a:pt x="9530" y="19987"/>
                          <a:pt x="17732" y="28263"/>
                        </a:cubicBezTo>
                        <a:cubicBezTo>
                          <a:pt x="25948" y="36551"/>
                          <a:pt x="31107" y="41899"/>
                          <a:pt x="33210" y="44305"/>
                        </a:cubicBezTo>
                        <a:cubicBezTo>
                          <a:pt x="37219" y="48799"/>
                          <a:pt x="40017" y="52607"/>
                          <a:pt x="41604" y="55726"/>
                        </a:cubicBezTo>
                        <a:cubicBezTo>
                          <a:pt x="43205" y="58846"/>
                          <a:pt x="44005" y="61913"/>
                          <a:pt x="44005" y="64927"/>
                        </a:cubicBezTo>
                        <a:cubicBezTo>
                          <a:pt x="44005" y="69845"/>
                          <a:pt x="42279" y="73850"/>
                          <a:pt x="38826" y="76944"/>
                        </a:cubicBezTo>
                        <a:cubicBezTo>
                          <a:pt x="35373" y="80050"/>
                          <a:pt x="30875" y="81604"/>
                          <a:pt x="25332" y="81604"/>
                        </a:cubicBezTo>
                        <a:cubicBezTo>
                          <a:pt x="21403" y="81604"/>
                          <a:pt x="17256" y="80923"/>
                          <a:pt x="12890" y="79561"/>
                        </a:cubicBezTo>
                        <a:cubicBezTo>
                          <a:pt x="8538" y="78200"/>
                          <a:pt x="3881" y="76131"/>
                          <a:pt x="-1080" y="73355"/>
                        </a:cubicBezTo>
                        <a:lnTo>
                          <a:pt x="-1080" y="86006"/>
                        </a:lnTo>
                        <a:cubicBezTo>
                          <a:pt x="3961" y="88028"/>
                          <a:pt x="8670" y="89555"/>
                          <a:pt x="13049" y="90586"/>
                        </a:cubicBezTo>
                        <a:cubicBezTo>
                          <a:pt x="17441" y="91618"/>
                          <a:pt x="21456" y="92133"/>
                          <a:pt x="25094" y="92133"/>
                        </a:cubicBezTo>
                        <a:cubicBezTo>
                          <a:pt x="34685" y="92133"/>
                          <a:pt x="42332" y="89734"/>
                          <a:pt x="48034" y="84935"/>
                        </a:cubicBezTo>
                        <a:cubicBezTo>
                          <a:pt x="53735" y="80150"/>
                          <a:pt x="56586" y="73751"/>
                          <a:pt x="56586" y="65740"/>
                        </a:cubicBezTo>
                        <a:cubicBezTo>
                          <a:pt x="56586" y="61933"/>
                          <a:pt x="55872" y="58324"/>
                          <a:pt x="54443" y="54913"/>
                        </a:cubicBezTo>
                        <a:cubicBezTo>
                          <a:pt x="53028" y="51516"/>
                          <a:pt x="50435" y="47504"/>
                          <a:pt x="46664" y="42877"/>
                        </a:cubicBezTo>
                        <a:cubicBezTo>
                          <a:pt x="45633" y="41674"/>
                          <a:pt x="42345" y="38210"/>
                          <a:pt x="36802" y="32486"/>
                        </a:cubicBezTo>
                        <a:cubicBezTo>
                          <a:pt x="31272" y="26762"/>
                          <a:pt x="23461" y="18758"/>
                          <a:pt x="13367" y="84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4" name="Freeform: Shape 253">
                    <a:extLst>
                      <a:ext uri="{FF2B5EF4-FFF2-40B4-BE49-F238E27FC236}">
                        <a16:creationId xmlns:a16="http://schemas.microsoft.com/office/drawing/2014/main" id="{1ABF2558-EF11-D34D-419E-D86AA4550D6C}"/>
                      </a:ext>
                    </a:extLst>
                  </p:cNvPr>
                  <p:cNvSpPr/>
                  <p:nvPr/>
                </p:nvSpPr>
                <p:spPr>
                  <a:xfrm flipV="1">
                    <a:off x="10301984" y="4203186"/>
                    <a:ext cx="63996" cy="95994"/>
                  </a:xfrm>
                  <a:custGeom>
                    <a:avLst/>
                    <a:gdLst>
                      <a:gd name="connsiteX0" fmla="*/ 30215 w 63996"/>
                      <a:gd name="connsiteY0" fmla="*/ 84069 h 95994"/>
                      <a:gd name="connsiteX1" fmla="*/ 15670 w 63996"/>
                      <a:gd name="connsiteY1" fmla="*/ 74550 h 95994"/>
                      <a:gd name="connsiteX2" fmla="*/ 10808 w 63996"/>
                      <a:gd name="connsiteY2" fmla="*/ 45956 h 95994"/>
                      <a:gd name="connsiteX3" fmla="*/ 15670 w 63996"/>
                      <a:gd name="connsiteY3" fmla="*/ 17422 h 95994"/>
                      <a:gd name="connsiteX4" fmla="*/ 30215 w 63996"/>
                      <a:gd name="connsiteY4" fmla="*/ 7904 h 95994"/>
                      <a:gd name="connsiteX5" fmla="*/ 44820 w 63996"/>
                      <a:gd name="connsiteY5" fmla="*/ 17422 h 95994"/>
                      <a:gd name="connsiteX6" fmla="*/ 49702 w 63996"/>
                      <a:gd name="connsiteY6" fmla="*/ 45956 h 95994"/>
                      <a:gd name="connsiteX7" fmla="*/ 44820 w 63996"/>
                      <a:gd name="connsiteY7" fmla="*/ 74550 h 95994"/>
                      <a:gd name="connsiteX8" fmla="*/ 30215 w 63996"/>
                      <a:gd name="connsiteY8" fmla="*/ 84069 h 95994"/>
                      <a:gd name="connsiteX9" fmla="*/ 30215 w 63996"/>
                      <a:gd name="connsiteY9" fmla="*/ 93983 h 95994"/>
                      <a:gd name="connsiteX10" fmla="*/ 54008 w 63996"/>
                      <a:gd name="connsiteY10" fmla="*/ 81669 h 95994"/>
                      <a:gd name="connsiteX11" fmla="*/ 62223 w 63996"/>
                      <a:gd name="connsiteY11" fmla="*/ 45956 h 95994"/>
                      <a:gd name="connsiteX12" fmla="*/ 54008 w 63996"/>
                      <a:gd name="connsiteY12" fmla="*/ 10283 h 95994"/>
                      <a:gd name="connsiteX13" fmla="*/ 30215 w 63996"/>
                      <a:gd name="connsiteY13" fmla="*/ -2011 h 95994"/>
                      <a:gd name="connsiteX14" fmla="*/ 6443 w 63996"/>
                      <a:gd name="connsiteY14" fmla="*/ 10283 h 95994"/>
                      <a:gd name="connsiteX15" fmla="*/ -1773 w 63996"/>
                      <a:gd name="connsiteY15" fmla="*/ 45956 h 95994"/>
                      <a:gd name="connsiteX16" fmla="*/ 6443 w 63996"/>
                      <a:gd name="connsiteY16" fmla="*/ 81669 h 95994"/>
                      <a:gd name="connsiteX17" fmla="*/ 30215 w 6399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15" y="84069"/>
                        </a:moveTo>
                        <a:cubicBezTo>
                          <a:pt x="23773" y="84069"/>
                          <a:pt x="18924" y="80896"/>
                          <a:pt x="15670" y="74550"/>
                        </a:cubicBezTo>
                        <a:cubicBezTo>
                          <a:pt x="12429" y="68218"/>
                          <a:pt x="10808" y="58687"/>
                          <a:pt x="10808" y="45956"/>
                        </a:cubicBezTo>
                        <a:cubicBezTo>
                          <a:pt x="10808" y="33279"/>
                          <a:pt x="12429" y="23767"/>
                          <a:pt x="15670" y="17422"/>
                        </a:cubicBezTo>
                        <a:cubicBezTo>
                          <a:pt x="18924" y="11076"/>
                          <a:pt x="23773" y="7904"/>
                          <a:pt x="30215" y="7904"/>
                        </a:cubicBezTo>
                        <a:cubicBezTo>
                          <a:pt x="36711" y="7904"/>
                          <a:pt x="41579" y="11076"/>
                          <a:pt x="44820" y="17422"/>
                        </a:cubicBezTo>
                        <a:cubicBezTo>
                          <a:pt x="48075" y="23767"/>
                          <a:pt x="49702" y="33279"/>
                          <a:pt x="49702" y="45956"/>
                        </a:cubicBezTo>
                        <a:cubicBezTo>
                          <a:pt x="49702" y="58687"/>
                          <a:pt x="48075" y="68218"/>
                          <a:pt x="44820" y="74550"/>
                        </a:cubicBezTo>
                        <a:cubicBezTo>
                          <a:pt x="41579" y="80896"/>
                          <a:pt x="36711" y="84069"/>
                          <a:pt x="30215" y="84069"/>
                        </a:cubicBezTo>
                        <a:close/>
                        <a:moveTo>
                          <a:pt x="30215" y="93983"/>
                        </a:moveTo>
                        <a:cubicBezTo>
                          <a:pt x="40600" y="93983"/>
                          <a:pt x="48531" y="89879"/>
                          <a:pt x="54008" y="81669"/>
                        </a:cubicBezTo>
                        <a:cubicBezTo>
                          <a:pt x="59485" y="73473"/>
                          <a:pt x="62223" y="61569"/>
                          <a:pt x="62223" y="45956"/>
                        </a:cubicBezTo>
                        <a:cubicBezTo>
                          <a:pt x="62223" y="30384"/>
                          <a:pt x="59485" y="18493"/>
                          <a:pt x="54008" y="10283"/>
                        </a:cubicBezTo>
                        <a:cubicBezTo>
                          <a:pt x="48531" y="2087"/>
                          <a:pt x="40600" y="-2011"/>
                          <a:pt x="30215" y="-2011"/>
                        </a:cubicBezTo>
                        <a:cubicBezTo>
                          <a:pt x="19844" y="-2011"/>
                          <a:pt x="11919" y="2087"/>
                          <a:pt x="6443" y="10283"/>
                        </a:cubicBezTo>
                        <a:cubicBezTo>
                          <a:pt x="966" y="18493"/>
                          <a:pt x="-1773" y="30384"/>
                          <a:pt x="-1773" y="45956"/>
                        </a:cubicBezTo>
                        <a:cubicBezTo>
                          <a:pt x="-1773" y="61569"/>
                          <a:pt x="966" y="73473"/>
                          <a:pt x="6443" y="81669"/>
                        </a:cubicBezTo>
                        <a:cubicBezTo>
                          <a:pt x="11919" y="89879"/>
                          <a:pt x="19844" y="93983"/>
                          <a:pt x="30215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55" name="Graphic 227">
                <a:extLst>
                  <a:ext uri="{FF2B5EF4-FFF2-40B4-BE49-F238E27FC236}">
                    <a16:creationId xmlns:a16="http://schemas.microsoft.com/office/drawing/2014/main" id="{4C7645F7-878F-B8FB-7804-926C5AF0AC91}"/>
                  </a:ext>
                </a:extLst>
              </p:cNvPr>
              <p:cNvGrpSpPr/>
              <p:nvPr/>
            </p:nvGrpSpPr>
            <p:grpSpPr>
              <a:xfrm>
                <a:off x="10817735" y="4112110"/>
                <a:ext cx="224169" cy="187070"/>
                <a:chOff x="10817735" y="4112110"/>
                <a:chExt cx="224169" cy="187070"/>
              </a:xfrm>
              <a:solidFill>
                <a:srgbClr val="000000"/>
              </a:solidFill>
            </p:grpSpPr>
            <p:sp>
              <p:nvSpPr>
                <p:cNvPr id="256" name="Freeform: Shape 255">
                  <a:extLst>
                    <a:ext uri="{FF2B5EF4-FFF2-40B4-BE49-F238E27FC236}">
                      <a16:creationId xmlns:a16="http://schemas.microsoft.com/office/drawing/2014/main" id="{C5C04D52-8F3A-F985-2AA6-746AA6D42D01}"/>
                    </a:ext>
                  </a:extLst>
                </p:cNvPr>
                <p:cNvSpPr/>
                <p:nvPr/>
              </p:nvSpPr>
              <p:spPr>
                <a:xfrm>
                  <a:off x="10929138" y="4112110"/>
                  <a:ext cx="12700" cy="44417"/>
                </a:xfrm>
                <a:custGeom>
                  <a:avLst/>
                  <a:gdLst>
                    <a:gd name="connsiteX0" fmla="*/ 309 w 12700"/>
                    <a:gd name="connsiteY0" fmla="*/ 308 h 44417"/>
                    <a:gd name="connsiteX1" fmla="*/ 309 w 12700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09" y="308"/>
                      </a:moveTo>
                      <a:lnTo>
                        <a:pt x="309" y="4472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57" name="Graphic 227">
                  <a:extLst>
                    <a:ext uri="{FF2B5EF4-FFF2-40B4-BE49-F238E27FC236}">
                      <a16:creationId xmlns:a16="http://schemas.microsoft.com/office/drawing/2014/main" id="{9A3B0171-052D-F7D0-01AD-41DBEE92CCC3}"/>
                    </a:ext>
                  </a:extLst>
                </p:cNvPr>
                <p:cNvGrpSpPr/>
                <p:nvPr/>
              </p:nvGrpSpPr>
              <p:grpSpPr>
                <a:xfrm>
                  <a:off x="10817735" y="4203186"/>
                  <a:ext cx="224169" cy="95994"/>
                  <a:chOff x="10817735" y="4203186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258" name="Freeform: Shape 257">
                    <a:extLst>
                      <a:ext uri="{FF2B5EF4-FFF2-40B4-BE49-F238E27FC236}">
                        <a16:creationId xmlns:a16="http://schemas.microsoft.com/office/drawing/2014/main" id="{40383885-8382-B309-7663-F35B64D2BE85}"/>
                      </a:ext>
                    </a:extLst>
                  </p:cNvPr>
                  <p:cNvSpPr/>
                  <p:nvPr/>
                </p:nvSpPr>
                <p:spPr>
                  <a:xfrm flipV="1">
                    <a:off x="10817735" y="4204852"/>
                    <a:ext cx="59908" cy="94328"/>
                  </a:xfrm>
                  <a:custGeom>
                    <a:avLst/>
                    <a:gdLst>
                      <a:gd name="connsiteX0" fmla="*/ 2208 w 59908"/>
                      <a:gd name="connsiteY0" fmla="*/ 92360 h 94328"/>
                      <a:gd name="connsiteX1" fmla="*/ 51381 w 59908"/>
                      <a:gd name="connsiteY1" fmla="*/ 92360 h 94328"/>
                      <a:gd name="connsiteX2" fmla="*/ 51381 w 59908"/>
                      <a:gd name="connsiteY2" fmla="*/ 81810 h 94328"/>
                      <a:gd name="connsiteX3" fmla="*/ 13678 w 59908"/>
                      <a:gd name="connsiteY3" fmla="*/ 81810 h 94328"/>
                      <a:gd name="connsiteX4" fmla="*/ 13678 w 59908"/>
                      <a:gd name="connsiteY4" fmla="*/ 59145 h 94328"/>
                      <a:gd name="connsiteX5" fmla="*/ 19115 w 59908"/>
                      <a:gd name="connsiteY5" fmla="*/ 60533 h 94328"/>
                      <a:gd name="connsiteX6" fmla="*/ 24592 w 59908"/>
                      <a:gd name="connsiteY6" fmla="*/ 60989 h 94328"/>
                      <a:gd name="connsiteX7" fmla="*/ 49138 w 59908"/>
                      <a:gd name="connsiteY7" fmla="*/ 52503 h 94328"/>
                      <a:gd name="connsiteX8" fmla="*/ 58207 w 59908"/>
                      <a:gd name="connsiteY8" fmla="*/ 29520 h 94328"/>
                      <a:gd name="connsiteX9" fmla="*/ 48900 w 59908"/>
                      <a:gd name="connsiteY9" fmla="*/ 6300 h 94328"/>
                      <a:gd name="connsiteX10" fmla="*/ 22667 w 59908"/>
                      <a:gd name="connsiteY10" fmla="*/ -1969 h 94328"/>
                      <a:gd name="connsiteX11" fmla="*/ 10780 w 59908"/>
                      <a:gd name="connsiteY11" fmla="*/ -977 h 94328"/>
                      <a:gd name="connsiteX12" fmla="*/ -1701 w 59908"/>
                      <a:gd name="connsiteY12" fmla="*/ 1997 h 94328"/>
                      <a:gd name="connsiteX13" fmla="*/ -1701 w 59908"/>
                      <a:gd name="connsiteY13" fmla="*/ 14589 h 94328"/>
                      <a:gd name="connsiteX14" fmla="*/ 9828 w 59908"/>
                      <a:gd name="connsiteY14" fmla="*/ 10068 h 94328"/>
                      <a:gd name="connsiteX15" fmla="*/ 22409 w 59908"/>
                      <a:gd name="connsiteY15" fmla="*/ 8580 h 94328"/>
                      <a:gd name="connsiteX16" fmla="*/ 39395 w 59908"/>
                      <a:gd name="connsiteY16" fmla="*/ 14212 h 94328"/>
                      <a:gd name="connsiteX17" fmla="*/ 45666 w 59908"/>
                      <a:gd name="connsiteY17" fmla="*/ 29520 h 94328"/>
                      <a:gd name="connsiteX18" fmla="*/ 39395 w 59908"/>
                      <a:gd name="connsiteY18" fmla="*/ 44809 h 94328"/>
                      <a:gd name="connsiteX19" fmla="*/ 22409 w 59908"/>
                      <a:gd name="connsiteY19" fmla="*/ 50460 h 94328"/>
                      <a:gd name="connsiteX20" fmla="*/ 12388 w 59908"/>
                      <a:gd name="connsiteY20" fmla="*/ 49350 h 94328"/>
                      <a:gd name="connsiteX21" fmla="*/ 2208 w 59908"/>
                      <a:gd name="connsiteY21" fmla="*/ 45879 h 94328"/>
                      <a:gd name="connsiteX22" fmla="*/ 2208 w 59908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08" y="92360"/>
                        </a:moveTo>
                        <a:lnTo>
                          <a:pt x="51381" y="92360"/>
                        </a:lnTo>
                        <a:lnTo>
                          <a:pt x="51381" y="81810"/>
                        </a:lnTo>
                        <a:lnTo>
                          <a:pt x="13678" y="81810"/>
                        </a:lnTo>
                        <a:lnTo>
                          <a:pt x="13678" y="59145"/>
                        </a:lnTo>
                        <a:cubicBezTo>
                          <a:pt x="15490" y="59767"/>
                          <a:pt x="17302" y="60229"/>
                          <a:pt x="19115" y="60533"/>
                        </a:cubicBezTo>
                        <a:cubicBezTo>
                          <a:pt x="20940" y="60837"/>
                          <a:pt x="22766" y="60989"/>
                          <a:pt x="24592" y="60989"/>
                        </a:cubicBezTo>
                        <a:cubicBezTo>
                          <a:pt x="34924" y="60989"/>
                          <a:pt x="43106" y="58160"/>
                          <a:pt x="49138" y="52503"/>
                        </a:cubicBezTo>
                        <a:cubicBezTo>
                          <a:pt x="55184" y="46845"/>
                          <a:pt x="58207" y="39184"/>
                          <a:pt x="58207" y="29520"/>
                        </a:cubicBezTo>
                        <a:cubicBezTo>
                          <a:pt x="58207" y="19566"/>
                          <a:pt x="55105" y="11826"/>
                          <a:pt x="48900" y="6300"/>
                        </a:cubicBezTo>
                        <a:cubicBezTo>
                          <a:pt x="42696" y="787"/>
                          <a:pt x="33951" y="-1969"/>
                          <a:pt x="22667" y="-1969"/>
                        </a:cubicBezTo>
                        <a:cubicBezTo>
                          <a:pt x="18777" y="-1969"/>
                          <a:pt x="14815" y="-1638"/>
                          <a:pt x="10780" y="-977"/>
                        </a:cubicBezTo>
                        <a:cubicBezTo>
                          <a:pt x="6759" y="-316"/>
                          <a:pt x="2598" y="675"/>
                          <a:pt x="-1701" y="1997"/>
                        </a:cubicBezTo>
                        <a:lnTo>
                          <a:pt x="-1701" y="14589"/>
                        </a:lnTo>
                        <a:cubicBezTo>
                          <a:pt x="2016" y="12566"/>
                          <a:pt x="5859" y="11059"/>
                          <a:pt x="9828" y="10068"/>
                        </a:cubicBezTo>
                        <a:cubicBezTo>
                          <a:pt x="13797" y="9076"/>
                          <a:pt x="17990" y="8580"/>
                          <a:pt x="22409" y="8580"/>
                        </a:cubicBezTo>
                        <a:cubicBezTo>
                          <a:pt x="29566" y="8580"/>
                          <a:pt x="35228" y="10458"/>
                          <a:pt x="39395" y="14212"/>
                        </a:cubicBezTo>
                        <a:cubicBezTo>
                          <a:pt x="43576" y="17966"/>
                          <a:pt x="45666" y="23069"/>
                          <a:pt x="45666" y="29520"/>
                        </a:cubicBezTo>
                        <a:cubicBezTo>
                          <a:pt x="45666" y="35958"/>
                          <a:pt x="43576" y="41054"/>
                          <a:pt x="39395" y="44809"/>
                        </a:cubicBezTo>
                        <a:cubicBezTo>
                          <a:pt x="35228" y="48576"/>
                          <a:pt x="29566" y="50460"/>
                          <a:pt x="22409" y="50460"/>
                        </a:cubicBezTo>
                        <a:cubicBezTo>
                          <a:pt x="19062" y="50460"/>
                          <a:pt x="15722" y="50090"/>
                          <a:pt x="12388" y="49350"/>
                        </a:cubicBezTo>
                        <a:cubicBezTo>
                          <a:pt x="9067" y="48609"/>
                          <a:pt x="5674" y="47453"/>
                          <a:pt x="2208" y="45879"/>
                        </a:cubicBezTo>
                        <a:lnTo>
                          <a:pt x="2208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9" name="Freeform: Shape 258">
                    <a:extLst>
                      <a:ext uri="{FF2B5EF4-FFF2-40B4-BE49-F238E27FC236}">
                        <a16:creationId xmlns:a16="http://schemas.microsoft.com/office/drawing/2014/main" id="{E33491F4-B467-D37B-9CCA-37C1AE5D4F6D}"/>
                      </a:ext>
                    </a:extLst>
                  </p:cNvPr>
                  <p:cNvSpPr/>
                  <p:nvPr/>
                </p:nvSpPr>
                <p:spPr>
                  <a:xfrm flipV="1">
                    <a:off x="10898417" y="4203186"/>
                    <a:ext cx="60940" cy="95994"/>
                  </a:xfrm>
                  <a:custGeom>
                    <a:avLst/>
                    <a:gdLst>
                      <a:gd name="connsiteX0" fmla="*/ 40136 w 60940"/>
                      <a:gd name="connsiteY0" fmla="*/ 49684 h 95994"/>
                      <a:gd name="connsiteX1" fmla="*/ 54165 w 60940"/>
                      <a:gd name="connsiteY1" fmla="*/ 41673 h 95994"/>
                      <a:gd name="connsiteX2" fmla="*/ 59225 w 60940"/>
                      <a:gd name="connsiteY2" fmla="*/ 26682 h 95994"/>
                      <a:gd name="connsiteX3" fmla="*/ 49799 w 60940"/>
                      <a:gd name="connsiteY3" fmla="*/ 5485 h 95994"/>
                      <a:gd name="connsiteX4" fmla="*/ 23010 w 60940"/>
                      <a:gd name="connsiteY4" fmla="*/ -2011 h 95994"/>
                      <a:gd name="connsiteX5" fmla="*/ 11025 w 60940"/>
                      <a:gd name="connsiteY5" fmla="*/ -861 h 95994"/>
                      <a:gd name="connsiteX6" fmla="*/ -1715 w 60940"/>
                      <a:gd name="connsiteY6" fmla="*/ 2589 h 95994"/>
                      <a:gd name="connsiteX7" fmla="*/ -1715 w 60940"/>
                      <a:gd name="connsiteY7" fmla="*/ 14666 h 95994"/>
                      <a:gd name="connsiteX8" fmla="*/ 9675 w 60940"/>
                      <a:gd name="connsiteY8" fmla="*/ 10085 h 95994"/>
                      <a:gd name="connsiteX9" fmla="*/ 22653 w 60940"/>
                      <a:gd name="connsiteY9" fmla="*/ 8538 h 95994"/>
                      <a:gd name="connsiteX10" fmla="*/ 40592 w 60940"/>
                      <a:gd name="connsiteY10" fmla="*/ 13178 h 95994"/>
                      <a:gd name="connsiteX11" fmla="*/ 46763 w 60940"/>
                      <a:gd name="connsiteY11" fmla="*/ 26682 h 95994"/>
                      <a:gd name="connsiteX12" fmla="*/ 41029 w 60940"/>
                      <a:gd name="connsiteY12" fmla="*/ 39472 h 95994"/>
                      <a:gd name="connsiteX13" fmla="*/ 25074 w 60940"/>
                      <a:gd name="connsiteY13" fmla="*/ 44092 h 95994"/>
                      <a:gd name="connsiteX14" fmla="*/ 14279 w 60940"/>
                      <a:gd name="connsiteY14" fmla="*/ 44092 h 95994"/>
                      <a:gd name="connsiteX15" fmla="*/ 14279 w 60940"/>
                      <a:gd name="connsiteY15" fmla="*/ 54384 h 95994"/>
                      <a:gd name="connsiteX16" fmla="*/ 25570 w 60940"/>
                      <a:gd name="connsiteY16" fmla="*/ 54384 h 95994"/>
                      <a:gd name="connsiteX17" fmla="*/ 39699 w 60940"/>
                      <a:gd name="connsiteY17" fmla="*/ 58072 h 95994"/>
                      <a:gd name="connsiteX18" fmla="*/ 44600 w 60940"/>
                      <a:gd name="connsiteY18" fmla="*/ 68701 h 95994"/>
                      <a:gd name="connsiteX19" fmla="*/ 39540 w 60940"/>
                      <a:gd name="connsiteY19" fmla="*/ 79627 h 95994"/>
                      <a:gd name="connsiteX20" fmla="*/ 25074 w 60940"/>
                      <a:gd name="connsiteY20" fmla="*/ 83454 h 95994"/>
                      <a:gd name="connsiteX21" fmla="*/ 14021 w 60940"/>
                      <a:gd name="connsiteY21" fmla="*/ 82324 h 95994"/>
                      <a:gd name="connsiteX22" fmla="*/ 1063 w 60940"/>
                      <a:gd name="connsiteY22" fmla="*/ 78873 h 95994"/>
                      <a:gd name="connsiteX23" fmla="*/ 1063 w 60940"/>
                      <a:gd name="connsiteY23" fmla="*/ 90017 h 95994"/>
                      <a:gd name="connsiteX24" fmla="*/ 14438 w 60940"/>
                      <a:gd name="connsiteY24" fmla="*/ 92992 h 95994"/>
                      <a:gd name="connsiteX25" fmla="*/ 26185 w 60940"/>
                      <a:gd name="connsiteY25" fmla="*/ 93983 h 95994"/>
                      <a:gd name="connsiteX26" fmla="*/ 48748 w 60940"/>
                      <a:gd name="connsiteY26" fmla="*/ 87499 h 95994"/>
                      <a:gd name="connsiteX27" fmla="*/ 57062 w 60940"/>
                      <a:gd name="connsiteY27" fmla="*/ 70009 h 95994"/>
                      <a:gd name="connsiteX28" fmla="*/ 52657 w 60940"/>
                      <a:gd name="connsiteY28" fmla="*/ 57021 h 95994"/>
                      <a:gd name="connsiteX29" fmla="*/ 40136 w 60940"/>
                      <a:gd name="connsiteY29" fmla="*/ 496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940" h="95994">
                        <a:moveTo>
                          <a:pt x="40136" y="49684"/>
                        </a:moveTo>
                        <a:cubicBezTo>
                          <a:pt x="46128" y="48402"/>
                          <a:pt x="50805" y="45732"/>
                          <a:pt x="54165" y="41673"/>
                        </a:cubicBezTo>
                        <a:cubicBezTo>
                          <a:pt x="57539" y="37628"/>
                          <a:pt x="59225" y="32631"/>
                          <a:pt x="59225" y="26682"/>
                        </a:cubicBezTo>
                        <a:cubicBezTo>
                          <a:pt x="59225" y="17561"/>
                          <a:pt x="56083" y="10495"/>
                          <a:pt x="49799" y="5485"/>
                        </a:cubicBezTo>
                        <a:cubicBezTo>
                          <a:pt x="43516" y="488"/>
                          <a:pt x="34586" y="-2011"/>
                          <a:pt x="23010" y="-2011"/>
                        </a:cubicBezTo>
                        <a:cubicBezTo>
                          <a:pt x="19134" y="-2011"/>
                          <a:pt x="15139" y="-1628"/>
                          <a:pt x="11025" y="-861"/>
                        </a:cubicBezTo>
                        <a:cubicBezTo>
                          <a:pt x="6910" y="-94"/>
                          <a:pt x="2664" y="1056"/>
                          <a:pt x="-1715" y="2589"/>
                        </a:cubicBezTo>
                        <a:lnTo>
                          <a:pt x="-1715" y="14666"/>
                        </a:lnTo>
                        <a:cubicBezTo>
                          <a:pt x="1751" y="12643"/>
                          <a:pt x="5548" y="11116"/>
                          <a:pt x="9675" y="10085"/>
                        </a:cubicBezTo>
                        <a:cubicBezTo>
                          <a:pt x="13816" y="9054"/>
                          <a:pt x="18142" y="8538"/>
                          <a:pt x="22653" y="8538"/>
                        </a:cubicBezTo>
                        <a:cubicBezTo>
                          <a:pt x="30498" y="8538"/>
                          <a:pt x="36478" y="10085"/>
                          <a:pt x="40592" y="13178"/>
                        </a:cubicBezTo>
                        <a:cubicBezTo>
                          <a:pt x="44706" y="16272"/>
                          <a:pt x="46763" y="20773"/>
                          <a:pt x="46763" y="26682"/>
                        </a:cubicBezTo>
                        <a:cubicBezTo>
                          <a:pt x="46763" y="32142"/>
                          <a:pt x="44852" y="36405"/>
                          <a:pt x="41029" y="39472"/>
                        </a:cubicBezTo>
                        <a:cubicBezTo>
                          <a:pt x="37205" y="42552"/>
                          <a:pt x="31887" y="44092"/>
                          <a:pt x="25074" y="44092"/>
                        </a:cubicBezTo>
                        <a:lnTo>
                          <a:pt x="14279" y="44092"/>
                        </a:lnTo>
                        <a:lnTo>
                          <a:pt x="14279" y="54384"/>
                        </a:lnTo>
                        <a:lnTo>
                          <a:pt x="25570" y="54384"/>
                        </a:lnTo>
                        <a:cubicBezTo>
                          <a:pt x="31722" y="54384"/>
                          <a:pt x="36431" y="55613"/>
                          <a:pt x="39699" y="58072"/>
                        </a:cubicBezTo>
                        <a:cubicBezTo>
                          <a:pt x="42967" y="60531"/>
                          <a:pt x="44600" y="64074"/>
                          <a:pt x="44600" y="68701"/>
                        </a:cubicBezTo>
                        <a:cubicBezTo>
                          <a:pt x="44600" y="73447"/>
                          <a:pt x="42914" y="77089"/>
                          <a:pt x="39540" y="79627"/>
                        </a:cubicBezTo>
                        <a:cubicBezTo>
                          <a:pt x="36180" y="82178"/>
                          <a:pt x="31358" y="83454"/>
                          <a:pt x="25074" y="83454"/>
                        </a:cubicBezTo>
                        <a:cubicBezTo>
                          <a:pt x="21635" y="83454"/>
                          <a:pt x="17950" y="83077"/>
                          <a:pt x="14021" y="82324"/>
                        </a:cubicBezTo>
                        <a:cubicBezTo>
                          <a:pt x="10092" y="81583"/>
                          <a:pt x="5773" y="80433"/>
                          <a:pt x="1063" y="78873"/>
                        </a:cubicBezTo>
                        <a:lnTo>
                          <a:pt x="1063" y="90017"/>
                        </a:lnTo>
                        <a:cubicBezTo>
                          <a:pt x="5826" y="91339"/>
                          <a:pt x="10284" y="92331"/>
                          <a:pt x="14438" y="92992"/>
                        </a:cubicBezTo>
                        <a:cubicBezTo>
                          <a:pt x="18592" y="93653"/>
                          <a:pt x="22508" y="93983"/>
                          <a:pt x="26185" y="93983"/>
                        </a:cubicBezTo>
                        <a:cubicBezTo>
                          <a:pt x="35697" y="93983"/>
                          <a:pt x="43218" y="91822"/>
                          <a:pt x="48748" y="87499"/>
                        </a:cubicBezTo>
                        <a:cubicBezTo>
                          <a:pt x="54291" y="83189"/>
                          <a:pt x="57062" y="77360"/>
                          <a:pt x="57062" y="70009"/>
                        </a:cubicBezTo>
                        <a:cubicBezTo>
                          <a:pt x="57062" y="64880"/>
                          <a:pt x="55594" y="60551"/>
                          <a:pt x="52657" y="57021"/>
                        </a:cubicBezTo>
                        <a:cubicBezTo>
                          <a:pt x="49720" y="53492"/>
                          <a:pt x="45546" y="51046"/>
                          <a:pt x="40136" y="496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60" name="Freeform: Shape 259">
                    <a:extLst>
                      <a:ext uri="{FF2B5EF4-FFF2-40B4-BE49-F238E27FC236}">
                        <a16:creationId xmlns:a16="http://schemas.microsoft.com/office/drawing/2014/main" id="{DA027519-F145-4A60-1BCB-2AB373C92AC1}"/>
                      </a:ext>
                    </a:extLst>
                  </p:cNvPr>
                  <p:cNvSpPr/>
                  <p:nvPr/>
                </p:nvSpPr>
                <p:spPr>
                  <a:xfrm flipV="1">
                    <a:off x="10977909" y="4203186"/>
                    <a:ext cx="63996" cy="95994"/>
                  </a:xfrm>
                  <a:custGeom>
                    <a:avLst/>
                    <a:gdLst>
                      <a:gd name="connsiteX0" fmla="*/ 30269 w 63996"/>
                      <a:gd name="connsiteY0" fmla="*/ 84069 h 95994"/>
                      <a:gd name="connsiteX1" fmla="*/ 15723 w 63996"/>
                      <a:gd name="connsiteY1" fmla="*/ 74550 h 95994"/>
                      <a:gd name="connsiteX2" fmla="*/ 10861 w 63996"/>
                      <a:gd name="connsiteY2" fmla="*/ 45956 h 95994"/>
                      <a:gd name="connsiteX3" fmla="*/ 15723 w 63996"/>
                      <a:gd name="connsiteY3" fmla="*/ 17422 h 95994"/>
                      <a:gd name="connsiteX4" fmla="*/ 30269 w 63996"/>
                      <a:gd name="connsiteY4" fmla="*/ 7904 h 95994"/>
                      <a:gd name="connsiteX5" fmla="*/ 44874 w 63996"/>
                      <a:gd name="connsiteY5" fmla="*/ 17422 h 95994"/>
                      <a:gd name="connsiteX6" fmla="*/ 49755 w 63996"/>
                      <a:gd name="connsiteY6" fmla="*/ 45956 h 95994"/>
                      <a:gd name="connsiteX7" fmla="*/ 44874 w 63996"/>
                      <a:gd name="connsiteY7" fmla="*/ 74550 h 95994"/>
                      <a:gd name="connsiteX8" fmla="*/ 30269 w 63996"/>
                      <a:gd name="connsiteY8" fmla="*/ 84069 h 95994"/>
                      <a:gd name="connsiteX9" fmla="*/ 30269 w 63996"/>
                      <a:gd name="connsiteY9" fmla="*/ 93983 h 95994"/>
                      <a:gd name="connsiteX10" fmla="*/ 54061 w 63996"/>
                      <a:gd name="connsiteY10" fmla="*/ 81669 h 95994"/>
                      <a:gd name="connsiteX11" fmla="*/ 62277 w 63996"/>
                      <a:gd name="connsiteY11" fmla="*/ 45956 h 95994"/>
                      <a:gd name="connsiteX12" fmla="*/ 54061 w 63996"/>
                      <a:gd name="connsiteY12" fmla="*/ 10283 h 95994"/>
                      <a:gd name="connsiteX13" fmla="*/ 30269 w 63996"/>
                      <a:gd name="connsiteY13" fmla="*/ -2011 h 95994"/>
                      <a:gd name="connsiteX14" fmla="*/ 6496 w 63996"/>
                      <a:gd name="connsiteY14" fmla="*/ 10283 h 95994"/>
                      <a:gd name="connsiteX15" fmla="*/ -1720 w 63996"/>
                      <a:gd name="connsiteY15" fmla="*/ 45956 h 95994"/>
                      <a:gd name="connsiteX16" fmla="*/ 6496 w 63996"/>
                      <a:gd name="connsiteY16" fmla="*/ 81669 h 95994"/>
                      <a:gd name="connsiteX17" fmla="*/ 30269 w 6399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269" y="84069"/>
                        </a:moveTo>
                        <a:cubicBezTo>
                          <a:pt x="23826" y="84069"/>
                          <a:pt x="18977" y="80896"/>
                          <a:pt x="15723" y="74550"/>
                        </a:cubicBezTo>
                        <a:cubicBezTo>
                          <a:pt x="12482" y="68218"/>
                          <a:pt x="10861" y="58687"/>
                          <a:pt x="10861" y="45956"/>
                        </a:cubicBezTo>
                        <a:cubicBezTo>
                          <a:pt x="10861" y="33279"/>
                          <a:pt x="12482" y="23767"/>
                          <a:pt x="15723" y="17422"/>
                        </a:cubicBezTo>
                        <a:cubicBezTo>
                          <a:pt x="18977" y="11076"/>
                          <a:pt x="23826" y="7904"/>
                          <a:pt x="30269" y="7904"/>
                        </a:cubicBezTo>
                        <a:cubicBezTo>
                          <a:pt x="36764" y="7904"/>
                          <a:pt x="41632" y="11076"/>
                          <a:pt x="44874" y="17422"/>
                        </a:cubicBezTo>
                        <a:cubicBezTo>
                          <a:pt x="48128" y="23767"/>
                          <a:pt x="49755" y="33279"/>
                          <a:pt x="49755" y="45956"/>
                        </a:cubicBezTo>
                        <a:cubicBezTo>
                          <a:pt x="49755" y="58687"/>
                          <a:pt x="48128" y="68218"/>
                          <a:pt x="44874" y="74550"/>
                        </a:cubicBezTo>
                        <a:cubicBezTo>
                          <a:pt x="41632" y="80896"/>
                          <a:pt x="36764" y="84069"/>
                          <a:pt x="30269" y="84069"/>
                        </a:cubicBezTo>
                        <a:close/>
                        <a:moveTo>
                          <a:pt x="30269" y="93983"/>
                        </a:moveTo>
                        <a:cubicBezTo>
                          <a:pt x="40653" y="93983"/>
                          <a:pt x="48584" y="89879"/>
                          <a:pt x="54061" y="81669"/>
                        </a:cubicBezTo>
                        <a:cubicBezTo>
                          <a:pt x="59538" y="73473"/>
                          <a:pt x="62277" y="61569"/>
                          <a:pt x="62277" y="45956"/>
                        </a:cubicBezTo>
                        <a:cubicBezTo>
                          <a:pt x="62277" y="30384"/>
                          <a:pt x="59538" y="18493"/>
                          <a:pt x="54061" y="10283"/>
                        </a:cubicBezTo>
                        <a:cubicBezTo>
                          <a:pt x="48584" y="2087"/>
                          <a:pt x="40653" y="-2011"/>
                          <a:pt x="30269" y="-2011"/>
                        </a:cubicBezTo>
                        <a:cubicBezTo>
                          <a:pt x="19897" y="-2011"/>
                          <a:pt x="11973" y="2087"/>
                          <a:pt x="6496" y="10283"/>
                        </a:cubicBezTo>
                        <a:cubicBezTo>
                          <a:pt x="1019" y="18493"/>
                          <a:pt x="-1720" y="30384"/>
                          <a:pt x="-1720" y="45956"/>
                        </a:cubicBezTo>
                        <a:cubicBezTo>
                          <a:pt x="-1720" y="61569"/>
                          <a:pt x="1019" y="73473"/>
                          <a:pt x="6496" y="81669"/>
                        </a:cubicBezTo>
                        <a:cubicBezTo>
                          <a:pt x="11973" y="89879"/>
                          <a:pt x="19897" y="93983"/>
                          <a:pt x="30269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61" name="Graphic 227">
                <a:extLst>
                  <a:ext uri="{FF2B5EF4-FFF2-40B4-BE49-F238E27FC236}">
                    <a16:creationId xmlns:a16="http://schemas.microsoft.com/office/drawing/2014/main" id="{7C55FD4F-BD23-2EDE-B94E-FDA479A8F73F}"/>
                  </a:ext>
                </a:extLst>
              </p:cNvPr>
              <p:cNvGrpSpPr/>
              <p:nvPr/>
            </p:nvGrpSpPr>
            <p:grpSpPr>
              <a:xfrm>
                <a:off x="11493659" y="4112110"/>
                <a:ext cx="224169" cy="187070"/>
                <a:chOff x="11493659" y="4112110"/>
                <a:chExt cx="224169" cy="187070"/>
              </a:xfrm>
              <a:solidFill>
                <a:srgbClr val="000000"/>
              </a:solidFill>
            </p:grpSpPr>
            <p:sp>
              <p:nvSpPr>
                <p:cNvPr id="262" name="Freeform: Shape 261">
                  <a:extLst>
                    <a:ext uri="{FF2B5EF4-FFF2-40B4-BE49-F238E27FC236}">
                      <a16:creationId xmlns:a16="http://schemas.microsoft.com/office/drawing/2014/main" id="{D05FE321-AAFE-C2BF-D1DB-2AC8A21210E6}"/>
                    </a:ext>
                  </a:extLst>
                </p:cNvPr>
                <p:cNvSpPr/>
                <p:nvPr/>
              </p:nvSpPr>
              <p:spPr>
                <a:xfrm>
                  <a:off x="11605062" y="4112110"/>
                  <a:ext cx="12700" cy="44417"/>
                </a:xfrm>
                <a:custGeom>
                  <a:avLst/>
                  <a:gdLst>
                    <a:gd name="connsiteX0" fmla="*/ 362 w 12700"/>
                    <a:gd name="connsiteY0" fmla="*/ 308 h 44417"/>
                    <a:gd name="connsiteX1" fmla="*/ 362 w 12700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0" h="44417">
                      <a:moveTo>
                        <a:pt x="362" y="308"/>
                      </a:moveTo>
                      <a:lnTo>
                        <a:pt x="362" y="4472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63" name="Graphic 227">
                  <a:extLst>
                    <a:ext uri="{FF2B5EF4-FFF2-40B4-BE49-F238E27FC236}">
                      <a16:creationId xmlns:a16="http://schemas.microsoft.com/office/drawing/2014/main" id="{F135EFE4-17DF-79C4-E582-552B0520745B}"/>
                    </a:ext>
                  </a:extLst>
                </p:cNvPr>
                <p:cNvGrpSpPr/>
                <p:nvPr/>
              </p:nvGrpSpPr>
              <p:grpSpPr>
                <a:xfrm>
                  <a:off x="11493659" y="4203186"/>
                  <a:ext cx="224169" cy="95994"/>
                  <a:chOff x="11493659" y="4203186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264" name="Freeform: Shape 263">
                    <a:extLst>
                      <a:ext uri="{FF2B5EF4-FFF2-40B4-BE49-F238E27FC236}">
                        <a16:creationId xmlns:a16="http://schemas.microsoft.com/office/drawing/2014/main" id="{8CAEC19E-99CF-F1C2-1B60-00DA75BD32EE}"/>
                      </a:ext>
                    </a:extLst>
                  </p:cNvPr>
                  <p:cNvSpPr/>
                  <p:nvPr/>
                </p:nvSpPr>
                <p:spPr>
                  <a:xfrm flipV="1">
                    <a:off x="11493659" y="4204852"/>
                    <a:ext cx="59908" cy="94328"/>
                  </a:xfrm>
                  <a:custGeom>
                    <a:avLst/>
                    <a:gdLst>
                      <a:gd name="connsiteX0" fmla="*/ 2261 w 59908"/>
                      <a:gd name="connsiteY0" fmla="*/ 92360 h 94328"/>
                      <a:gd name="connsiteX1" fmla="*/ 51434 w 59908"/>
                      <a:gd name="connsiteY1" fmla="*/ 92360 h 94328"/>
                      <a:gd name="connsiteX2" fmla="*/ 51434 w 59908"/>
                      <a:gd name="connsiteY2" fmla="*/ 81810 h 94328"/>
                      <a:gd name="connsiteX3" fmla="*/ 13731 w 59908"/>
                      <a:gd name="connsiteY3" fmla="*/ 81810 h 94328"/>
                      <a:gd name="connsiteX4" fmla="*/ 13731 w 59908"/>
                      <a:gd name="connsiteY4" fmla="*/ 59145 h 94328"/>
                      <a:gd name="connsiteX5" fmla="*/ 19168 w 59908"/>
                      <a:gd name="connsiteY5" fmla="*/ 60533 h 94328"/>
                      <a:gd name="connsiteX6" fmla="*/ 24645 w 59908"/>
                      <a:gd name="connsiteY6" fmla="*/ 60989 h 94328"/>
                      <a:gd name="connsiteX7" fmla="*/ 49192 w 59908"/>
                      <a:gd name="connsiteY7" fmla="*/ 52503 h 94328"/>
                      <a:gd name="connsiteX8" fmla="*/ 58260 w 59908"/>
                      <a:gd name="connsiteY8" fmla="*/ 29520 h 94328"/>
                      <a:gd name="connsiteX9" fmla="*/ 48953 w 59908"/>
                      <a:gd name="connsiteY9" fmla="*/ 6300 h 94328"/>
                      <a:gd name="connsiteX10" fmla="*/ 22720 w 59908"/>
                      <a:gd name="connsiteY10" fmla="*/ -1969 h 94328"/>
                      <a:gd name="connsiteX11" fmla="*/ 10834 w 59908"/>
                      <a:gd name="connsiteY11" fmla="*/ -977 h 94328"/>
                      <a:gd name="connsiteX12" fmla="*/ -1648 w 59908"/>
                      <a:gd name="connsiteY12" fmla="*/ 1997 h 94328"/>
                      <a:gd name="connsiteX13" fmla="*/ -1648 w 59908"/>
                      <a:gd name="connsiteY13" fmla="*/ 14589 h 94328"/>
                      <a:gd name="connsiteX14" fmla="*/ 9881 w 59908"/>
                      <a:gd name="connsiteY14" fmla="*/ 10068 h 94328"/>
                      <a:gd name="connsiteX15" fmla="*/ 22462 w 59908"/>
                      <a:gd name="connsiteY15" fmla="*/ 8580 h 94328"/>
                      <a:gd name="connsiteX16" fmla="*/ 39448 w 59908"/>
                      <a:gd name="connsiteY16" fmla="*/ 14212 h 94328"/>
                      <a:gd name="connsiteX17" fmla="*/ 45719 w 59908"/>
                      <a:gd name="connsiteY17" fmla="*/ 29520 h 94328"/>
                      <a:gd name="connsiteX18" fmla="*/ 39448 w 59908"/>
                      <a:gd name="connsiteY18" fmla="*/ 44809 h 94328"/>
                      <a:gd name="connsiteX19" fmla="*/ 22462 w 59908"/>
                      <a:gd name="connsiteY19" fmla="*/ 50460 h 94328"/>
                      <a:gd name="connsiteX20" fmla="*/ 12441 w 59908"/>
                      <a:gd name="connsiteY20" fmla="*/ 49350 h 94328"/>
                      <a:gd name="connsiteX21" fmla="*/ 2261 w 59908"/>
                      <a:gd name="connsiteY21" fmla="*/ 45879 h 94328"/>
                      <a:gd name="connsiteX22" fmla="*/ 2261 w 59908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2261" y="92360"/>
                        </a:moveTo>
                        <a:lnTo>
                          <a:pt x="51434" y="92360"/>
                        </a:lnTo>
                        <a:lnTo>
                          <a:pt x="51434" y="81810"/>
                        </a:lnTo>
                        <a:lnTo>
                          <a:pt x="13731" y="81810"/>
                        </a:lnTo>
                        <a:lnTo>
                          <a:pt x="13731" y="59145"/>
                        </a:lnTo>
                        <a:cubicBezTo>
                          <a:pt x="15543" y="59767"/>
                          <a:pt x="17356" y="60229"/>
                          <a:pt x="19168" y="60533"/>
                        </a:cubicBezTo>
                        <a:cubicBezTo>
                          <a:pt x="20994" y="60837"/>
                          <a:pt x="22819" y="60989"/>
                          <a:pt x="24645" y="60989"/>
                        </a:cubicBezTo>
                        <a:cubicBezTo>
                          <a:pt x="34977" y="60989"/>
                          <a:pt x="43159" y="58160"/>
                          <a:pt x="49192" y="52503"/>
                        </a:cubicBezTo>
                        <a:cubicBezTo>
                          <a:pt x="55237" y="46845"/>
                          <a:pt x="58260" y="39184"/>
                          <a:pt x="58260" y="29520"/>
                        </a:cubicBezTo>
                        <a:cubicBezTo>
                          <a:pt x="58260" y="19566"/>
                          <a:pt x="55158" y="11826"/>
                          <a:pt x="48953" y="6300"/>
                        </a:cubicBezTo>
                        <a:cubicBezTo>
                          <a:pt x="42749" y="787"/>
                          <a:pt x="34005" y="-1969"/>
                          <a:pt x="22720" y="-1969"/>
                        </a:cubicBezTo>
                        <a:cubicBezTo>
                          <a:pt x="18831" y="-1969"/>
                          <a:pt x="14869" y="-1638"/>
                          <a:pt x="10834" y="-977"/>
                        </a:cubicBezTo>
                        <a:cubicBezTo>
                          <a:pt x="6812" y="-316"/>
                          <a:pt x="2651" y="675"/>
                          <a:pt x="-1648" y="1997"/>
                        </a:cubicBezTo>
                        <a:lnTo>
                          <a:pt x="-1648" y="14589"/>
                        </a:lnTo>
                        <a:cubicBezTo>
                          <a:pt x="2069" y="12566"/>
                          <a:pt x="5912" y="11059"/>
                          <a:pt x="9881" y="10068"/>
                        </a:cubicBezTo>
                        <a:cubicBezTo>
                          <a:pt x="13850" y="9076"/>
                          <a:pt x="18044" y="8580"/>
                          <a:pt x="22462" y="8580"/>
                        </a:cubicBezTo>
                        <a:cubicBezTo>
                          <a:pt x="29619" y="8580"/>
                          <a:pt x="35281" y="10458"/>
                          <a:pt x="39448" y="14212"/>
                        </a:cubicBezTo>
                        <a:cubicBezTo>
                          <a:pt x="43629" y="17966"/>
                          <a:pt x="45719" y="23069"/>
                          <a:pt x="45719" y="29520"/>
                        </a:cubicBezTo>
                        <a:cubicBezTo>
                          <a:pt x="45719" y="35958"/>
                          <a:pt x="43629" y="41054"/>
                          <a:pt x="39448" y="44809"/>
                        </a:cubicBezTo>
                        <a:cubicBezTo>
                          <a:pt x="35281" y="48576"/>
                          <a:pt x="29619" y="50460"/>
                          <a:pt x="22462" y="50460"/>
                        </a:cubicBezTo>
                        <a:cubicBezTo>
                          <a:pt x="19115" y="50460"/>
                          <a:pt x="15775" y="50090"/>
                          <a:pt x="12441" y="49350"/>
                        </a:cubicBezTo>
                        <a:cubicBezTo>
                          <a:pt x="9120" y="48609"/>
                          <a:pt x="5727" y="47453"/>
                          <a:pt x="2261" y="45879"/>
                        </a:cubicBezTo>
                        <a:lnTo>
                          <a:pt x="2261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65" name="Freeform: Shape 264">
                    <a:extLst>
                      <a:ext uri="{FF2B5EF4-FFF2-40B4-BE49-F238E27FC236}">
                        <a16:creationId xmlns:a16="http://schemas.microsoft.com/office/drawing/2014/main" id="{D4062991-4C9B-77C0-0854-C4E4B71C8A0F}"/>
                      </a:ext>
                    </a:extLst>
                  </p:cNvPr>
                  <p:cNvSpPr/>
                  <p:nvPr/>
                </p:nvSpPr>
                <p:spPr>
                  <a:xfrm flipV="1">
                    <a:off x="11570869" y="4204852"/>
                    <a:ext cx="67468" cy="92524"/>
                  </a:xfrm>
                  <a:custGeom>
                    <a:avLst/>
                    <a:gdLst>
                      <a:gd name="connsiteX0" fmla="*/ 40140 w 67468"/>
                      <a:gd name="connsiteY0" fmla="*/ 79603 h 92524"/>
                      <a:gd name="connsiteX1" fmla="*/ 8509 w 67468"/>
                      <a:gd name="connsiteY1" fmla="*/ 30208 h 92524"/>
                      <a:gd name="connsiteX2" fmla="*/ 40140 w 67468"/>
                      <a:gd name="connsiteY2" fmla="*/ 30208 h 92524"/>
                      <a:gd name="connsiteX3" fmla="*/ 40140 w 67468"/>
                      <a:gd name="connsiteY3" fmla="*/ 79603 h 92524"/>
                      <a:gd name="connsiteX4" fmla="*/ 36846 w 67468"/>
                      <a:gd name="connsiteY4" fmla="*/ 90510 h 92524"/>
                      <a:gd name="connsiteX5" fmla="*/ 52602 w 67468"/>
                      <a:gd name="connsiteY5" fmla="*/ 90510 h 92524"/>
                      <a:gd name="connsiteX6" fmla="*/ 52602 w 67468"/>
                      <a:gd name="connsiteY6" fmla="*/ 30208 h 92524"/>
                      <a:gd name="connsiteX7" fmla="*/ 65818 w 67468"/>
                      <a:gd name="connsiteY7" fmla="*/ 30208 h 92524"/>
                      <a:gd name="connsiteX8" fmla="*/ 65818 w 67468"/>
                      <a:gd name="connsiteY8" fmla="*/ 19798 h 92524"/>
                      <a:gd name="connsiteX9" fmla="*/ 52602 w 67468"/>
                      <a:gd name="connsiteY9" fmla="*/ 19798 h 92524"/>
                      <a:gd name="connsiteX10" fmla="*/ 52602 w 67468"/>
                      <a:gd name="connsiteY10" fmla="*/ -2014 h 92524"/>
                      <a:gd name="connsiteX11" fmla="*/ 40140 w 67468"/>
                      <a:gd name="connsiteY11" fmla="*/ -2014 h 92524"/>
                      <a:gd name="connsiteX12" fmla="*/ 40140 w 67468"/>
                      <a:gd name="connsiteY12" fmla="*/ 19798 h 92524"/>
                      <a:gd name="connsiteX13" fmla="*/ -1651 w 67468"/>
                      <a:gd name="connsiteY13" fmla="*/ 19798 h 92524"/>
                      <a:gd name="connsiteX14" fmla="*/ -1651 w 67468"/>
                      <a:gd name="connsiteY14" fmla="*/ 31874 h 92524"/>
                      <a:gd name="connsiteX15" fmla="*/ 36846 w 67468"/>
                      <a:gd name="connsiteY15" fmla="*/ 905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40140" y="79603"/>
                        </a:moveTo>
                        <a:lnTo>
                          <a:pt x="8509" y="30208"/>
                        </a:lnTo>
                        <a:lnTo>
                          <a:pt x="40140" y="30208"/>
                        </a:lnTo>
                        <a:lnTo>
                          <a:pt x="40140" y="79603"/>
                        </a:lnTo>
                        <a:close/>
                        <a:moveTo>
                          <a:pt x="36846" y="90510"/>
                        </a:moveTo>
                        <a:lnTo>
                          <a:pt x="52602" y="90510"/>
                        </a:lnTo>
                        <a:lnTo>
                          <a:pt x="52602" y="30208"/>
                        </a:lnTo>
                        <a:lnTo>
                          <a:pt x="65818" y="30208"/>
                        </a:lnTo>
                        <a:lnTo>
                          <a:pt x="65818" y="19798"/>
                        </a:lnTo>
                        <a:lnTo>
                          <a:pt x="52602" y="19798"/>
                        </a:lnTo>
                        <a:lnTo>
                          <a:pt x="52602" y="-2014"/>
                        </a:lnTo>
                        <a:lnTo>
                          <a:pt x="40140" y="-2014"/>
                        </a:lnTo>
                        <a:lnTo>
                          <a:pt x="40140" y="19798"/>
                        </a:lnTo>
                        <a:lnTo>
                          <a:pt x="-1651" y="19798"/>
                        </a:lnTo>
                        <a:lnTo>
                          <a:pt x="-1651" y="31874"/>
                        </a:lnTo>
                        <a:lnTo>
                          <a:pt x="36846" y="905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66" name="Freeform: Shape 265">
                    <a:extLst>
                      <a:ext uri="{FF2B5EF4-FFF2-40B4-BE49-F238E27FC236}">
                        <a16:creationId xmlns:a16="http://schemas.microsoft.com/office/drawing/2014/main" id="{9D56829E-8113-995A-7227-F85C69770EF1}"/>
                      </a:ext>
                    </a:extLst>
                  </p:cNvPr>
                  <p:cNvSpPr/>
                  <p:nvPr/>
                </p:nvSpPr>
                <p:spPr>
                  <a:xfrm flipV="1">
                    <a:off x="11653833" y="4203186"/>
                    <a:ext cx="63996" cy="95994"/>
                  </a:xfrm>
                  <a:custGeom>
                    <a:avLst/>
                    <a:gdLst>
                      <a:gd name="connsiteX0" fmla="*/ 30322 w 63996"/>
                      <a:gd name="connsiteY0" fmla="*/ 84069 h 95994"/>
                      <a:gd name="connsiteX1" fmla="*/ 15776 w 63996"/>
                      <a:gd name="connsiteY1" fmla="*/ 74550 h 95994"/>
                      <a:gd name="connsiteX2" fmla="*/ 10915 w 63996"/>
                      <a:gd name="connsiteY2" fmla="*/ 45956 h 95994"/>
                      <a:gd name="connsiteX3" fmla="*/ 15776 w 63996"/>
                      <a:gd name="connsiteY3" fmla="*/ 17422 h 95994"/>
                      <a:gd name="connsiteX4" fmla="*/ 30322 w 63996"/>
                      <a:gd name="connsiteY4" fmla="*/ 7904 h 95994"/>
                      <a:gd name="connsiteX5" fmla="*/ 44927 w 63996"/>
                      <a:gd name="connsiteY5" fmla="*/ 17422 h 95994"/>
                      <a:gd name="connsiteX6" fmla="*/ 49808 w 63996"/>
                      <a:gd name="connsiteY6" fmla="*/ 45956 h 95994"/>
                      <a:gd name="connsiteX7" fmla="*/ 44927 w 63996"/>
                      <a:gd name="connsiteY7" fmla="*/ 74550 h 95994"/>
                      <a:gd name="connsiteX8" fmla="*/ 30322 w 63996"/>
                      <a:gd name="connsiteY8" fmla="*/ 84069 h 95994"/>
                      <a:gd name="connsiteX9" fmla="*/ 30322 w 63996"/>
                      <a:gd name="connsiteY9" fmla="*/ 93983 h 95994"/>
                      <a:gd name="connsiteX10" fmla="*/ 54114 w 63996"/>
                      <a:gd name="connsiteY10" fmla="*/ 81669 h 95994"/>
                      <a:gd name="connsiteX11" fmla="*/ 62330 w 63996"/>
                      <a:gd name="connsiteY11" fmla="*/ 45956 h 95994"/>
                      <a:gd name="connsiteX12" fmla="*/ 54114 w 63996"/>
                      <a:gd name="connsiteY12" fmla="*/ 10283 h 95994"/>
                      <a:gd name="connsiteX13" fmla="*/ 30322 w 63996"/>
                      <a:gd name="connsiteY13" fmla="*/ -2011 h 95994"/>
                      <a:gd name="connsiteX14" fmla="*/ 6549 w 63996"/>
                      <a:gd name="connsiteY14" fmla="*/ 10283 h 95994"/>
                      <a:gd name="connsiteX15" fmla="*/ -1666 w 63996"/>
                      <a:gd name="connsiteY15" fmla="*/ 45956 h 95994"/>
                      <a:gd name="connsiteX16" fmla="*/ 6549 w 63996"/>
                      <a:gd name="connsiteY16" fmla="*/ 81669 h 95994"/>
                      <a:gd name="connsiteX17" fmla="*/ 30322 w 6399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322" y="84069"/>
                        </a:moveTo>
                        <a:cubicBezTo>
                          <a:pt x="23879" y="84069"/>
                          <a:pt x="19031" y="80896"/>
                          <a:pt x="15776" y="74550"/>
                        </a:cubicBezTo>
                        <a:cubicBezTo>
                          <a:pt x="12535" y="68218"/>
                          <a:pt x="10915" y="58687"/>
                          <a:pt x="10915" y="45956"/>
                        </a:cubicBezTo>
                        <a:cubicBezTo>
                          <a:pt x="10915" y="33279"/>
                          <a:pt x="12535" y="23767"/>
                          <a:pt x="15776" y="17422"/>
                        </a:cubicBezTo>
                        <a:cubicBezTo>
                          <a:pt x="19031" y="11076"/>
                          <a:pt x="23879" y="7904"/>
                          <a:pt x="30322" y="7904"/>
                        </a:cubicBezTo>
                        <a:cubicBezTo>
                          <a:pt x="36817" y="7904"/>
                          <a:pt x="41686" y="11076"/>
                          <a:pt x="44927" y="17422"/>
                        </a:cubicBezTo>
                        <a:cubicBezTo>
                          <a:pt x="48181" y="23767"/>
                          <a:pt x="49808" y="33279"/>
                          <a:pt x="49808" y="45956"/>
                        </a:cubicBezTo>
                        <a:cubicBezTo>
                          <a:pt x="49808" y="58687"/>
                          <a:pt x="48181" y="68218"/>
                          <a:pt x="44927" y="74550"/>
                        </a:cubicBezTo>
                        <a:cubicBezTo>
                          <a:pt x="41686" y="80896"/>
                          <a:pt x="36817" y="84069"/>
                          <a:pt x="30322" y="84069"/>
                        </a:cubicBezTo>
                        <a:close/>
                        <a:moveTo>
                          <a:pt x="30322" y="93983"/>
                        </a:moveTo>
                        <a:cubicBezTo>
                          <a:pt x="40707" y="93983"/>
                          <a:pt x="48638" y="89879"/>
                          <a:pt x="54114" y="81669"/>
                        </a:cubicBezTo>
                        <a:cubicBezTo>
                          <a:pt x="59591" y="73473"/>
                          <a:pt x="62330" y="61569"/>
                          <a:pt x="62330" y="45956"/>
                        </a:cubicBezTo>
                        <a:cubicBezTo>
                          <a:pt x="62330" y="30384"/>
                          <a:pt x="59591" y="18493"/>
                          <a:pt x="54114" y="10283"/>
                        </a:cubicBezTo>
                        <a:cubicBezTo>
                          <a:pt x="48638" y="2087"/>
                          <a:pt x="40707" y="-2011"/>
                          <a:pt x="30322" y="-2011"/>
                        </a:cubicBezTo>
                        <a:cubicBezTo>
                          <a:pt x="19950" y="-2011"/>
                          <a:pt x="12026" y="2087"/>
                          <a:pt x="6549" y="10283"/>
                        </a:cubicBezTo>
                        <a:cubicBezTo>
                          <a:pt x="1072" y="18493"/>
                          <a:pt x="-1666" y="30384"/>
                          <a:pt x="-1666" y="45956"/>
                        </a:cubicBezTo>
                        <a:cubicBezTo>
                          <a:pt x="-1666" y="61569"/>
                          <a:pt x="1072" y="73473"/>
                          <a:pt x="6549" y="81669"/>
                        </a:cubicBezTo>
                        <a:cubicBezTo>
                          <a:pt x="12026" y="89879"/>
                          <a:pt x="19950" y="93983"/>
                          <a:pt x="30322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267" name="Graphic 227">
              <a:extLst>
                <a:ext uri="{FF2B5EF4-FFF2-40B4-BE49-F238E27FC236}">
                  <a16:creationId xmlns:a16="http://schemas.microsoft.com/office/drawing/2014/main" id="{324AE78C-AE99-A7DC-4336-F020EE0D7BA9}"/>
                </a:ext>
              </a:extLst>
            </p:cNvPr>
            <p:cNvGrpSpPr/>
            <p:nvPr/>
          </p:nvGrpSpPr>
          <p:grpSpPr>
            <a:xfrm>
              <a:off x="8282378" y="768701"/>
              <a:ext cx="44450" cy="2714435"/>
              <a:chOff x="8282378" y="768701"/>
              <a:chExt cx="44450" cy="2714435"/>
            </a:xfrm>
            <a:solidFill>
              <a:srgbClr val="000000"/>
            </a:solidFill>
          </p:grpSpPr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415A4892-3D52-7549-D573-3E065AE3CED7}"/>
                  </a:ext>
                </a:extLst>
              </p:cNvPr>
              <p:cNvSpPr/>
              <p:nvPr/>
            </p:nvSpPr>
            <p:spPr>
              <a:xfrm>
                <a:off x="8282378" y="3470446"/>
                <a:ext cx="44450" cy="12690"/>
              </a:xfrm>
              <a:custGeom>
                <a:avLst/>
                <a:gdLst>
                  <a:gd name="connsiteX0" fmla="*/ 44554 w 44450"/>
                  <a:gd name="connsiteY0" fmla="*/ 257 h 12690"/>
                  <a:gd name="connsiteX1" fmla="*/ 104 w 44450"/>
                  <a:gd name="connsiteY1" fmla="*/ 257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257"/>
                    </a:moveTo>
                    <a:lnTo>
                      <a:pt x="104" y="257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8102D15D-3665-1A3B-01E7-E268052D92AC}"/>
                  </a:ext>
                </a:extLst>
              </p:cNvPr>
              <p:cNvSpPr/>
              <p:nvPr/>
            </p:nvSpPr>
            <p:spPr>
              <a:xfrm>
                <a:off x="8282378" y="2795009"/>
                <a:ext cx="44450" cy="12690"/>
              </a:xfrm>
              <a:custGeom>
                <a:avLst/>
                <a:gdLst>
                  <a:gd name="connsiteX0" fmla="*/ 44554 w 44450"/>
                  <a:gd name="connsiteY0" fmla="*/ 204 h 12690"/>
                  <a:gd name="connsiteX1" fmla="*/ 104 w 44450"/>
                  <a:gd name="connsiteY1" fmla="*/ 20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204"/>
                    </a:moveTo>
                    <a:lnTo>
                      <a:pt x="104" y="20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4B2D82D6-902F-30E4-9678-5A616315968E}"/>
                  </a:ext>
                </a:extLst>
              </p:cNvPr>
              <p:cNvSpPr/>
              <p:nvPr/>
            </p:nvSpPr>
            <p:spPr>
              <a:xfrm>
                <a:off x="8282378" y="2119573"/>
                <a:ext cx="44450" cy="12690"/>
              </a:xfrm>
              <a:custGeom>
                <a:avLst/>
                <a:gdLst>
                  <a:gd name="connsiteX0" fmla="*/ 44554 w 44450"/>
                  <a:gd name="connsiteY0" fmla="*/ 151 h 12690"/>
                  <a:gd name="connsiteX1" fmla="*/ 104 w 44450"/>
                  <a:gd name="connsiteY1" fmla="*/ 151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151"/>
                    </a:moveTo>
                    <a:lnTo>
                      <a:pt x="104" y="151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359F7444-F601-700B-4EAE-EB86CCFF25BF}"/>
                  </a:ext>
                </a:extLst>
              </p:cNvPr>
              <p:cNvSpPr/>
              <p:nvPr/>
            </p:nvSpPr>
            <p:spPr>
              <a:xfrm>
                <a:off x="8282378" y="1444137"/>
                <a:ext cx="44450" cy="12690"/>
              </a:xfrm>
              <a:custGeom>
                <a:avLst/>
                <a:gdLst>
                  <a:gd name="connsiteX0" fmla="*/ 44554 w 44450"/>
                  <a:gd name="connsiteY0" fmla="*/ 97 h 12690"/>
                  <a:gd name="connsiteX1" fmla="*/ 104 w 44450"/>
                  <a:gd name="connsiteY1" fmla="*/ 97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97"/>
                    </a:moveTo>
                    <a:lnTo>
                      <a:pt x="104" y="97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A9AA1B21-740B-2FF4-1581-909F753CE21A}"/>
                  </a:ext>
                </a:extLst>
              </p:cNvPr>
              <p:cNvSpPr/>
              <p:nvPr/>
            </p:nvSpPr>
            <p:spPr>
              <a:xfrm>
                <a:off x="8282378" y="768701"/>
                <a:ext cx="44450" cy="12690"/>
              </a:xfrm>
              <a:custGeom>
                <a:avLst/>
                <a:gdLst>
                  <a:gd name="connsiteX0" fmla="*/ 44554 w 44450"/>
                  <a:gd name="connsiteY0" fmla="*/ 44 h 12690"/>
                  <a:gd name="connsiteX1" fmla="*/ 104 w 44450"/>
                  <a:gd name="connsiteY1" fmla="*/ 4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44"/>
                    </a:moveTo>
                    <a:lnTo>
                      <a:pt x="104" y="4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ABFD4757-8338-DAA9-882F-E9B9A9EF1EE6}"/>
                </a:ext>
              </a:extLst>
            </p:cNvPr>
            <p:cNvSpPr/>
            <p:nvPr/>
          </p:nvSpPr>
          <p:spPr>
            <a:xfrm>
              <a:off x="8326828" y="734929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50B88F7C-5B30-7D62-26EC-DE9B3DAA1735}"/>
                </a:ext>
              </a:extLst>
            </p:cNvPr>
            <p:cNvSpPr/>
            <p:nvPr/>
          </p:nvSpPr>
          <p:spPr>
            <a:xfrm>
              <a:off x="11706451" y="734929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FB91B1C-FE57-3622-166E-748E90D8BEEA}"/>
                </a:ext>
              </a:extLst>
            </p:cNvPr>
            <p:cNvSpPr/>
            <p:nvPr/>
          </p:nvSpPr>
          <p:spPr>
            <a:xfrm>
              <a:off x="8326828" y="4112110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43D972BA-F6D3-1048-C2C2-4734B49ADDD5}"/>
                </a:ext>
              </a:extLst>
            </p:cNvPr>
            <p:cNvSpPr/>
            <p:nvPr/>
          </p:nvSpPr>
          <p:spPr>
            <a:xfrm>
              <a:off x="8326828" y="734929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</p:spTree>
    <p:extLst>
      <p:ext uri="{BB962C8B-B14F-4D97-AF65-F5344CB8AC3E}">
        <p14:creationId xmlns:p14="http://schemas.microsoft.com/office/powerpoint/2010/main" val="32426167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aphic 2">
            <a:extLst>
              <a:ext uri="{FF2B5EF4-FFF2-40B4-BE49-F238E27FC236}">
                <a16:creationId xmlns:a16="http://schemas.microsoft.com/office/drawing/2014/main" id="{06C6C9A2-1890-6548-A19F-F390559ABAD9}"/>
              </a:ext>
            </a:extLst>
          </p:cNvPr>
          <p:cNvGrpSpPr/>
          <p:nvPr/>
        </p:nvGrpSpPr>
        <p:grpSpPr>
          <a:xfrm>
            <a:off x="2282103" y="548680"/>
            <a:ext cx="3713831" cy="3473174"/>
            <a:chOff x="4157710" y="1713826"/>
            <a:chExt cx="3713831" cy="3473174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5E8BB79-3780-5ADE-FF53-4A5B9FE3D54B}"/>
                </a:ext>
              </a:extLst>
            </p:cNvPr>
            <p:cNvSpPr/>
            <p:nvPr/>
          </p:nvSpPr>
          <p:spPr>
            <a:xfrm>
              <a:off x="4479218" y="1759800"/>
              <a:ext cx="3379622" cy="3377180"/>
            </a:xfrm>
            <a:custGeom>
              <a:avLst/>
              <a:gdLst>
                <a:gd name="connsiteX0" fmla="*/ 0 w 3379622"/>
                <a:gd name="connsiteY0" fmla="*/ 3377181 h 3377180"/>
                <a:gd name="connsiteX1" fmla="*/ 3379623 w 3379622"/>
                <a:gd name="connsiteY1" fmla="*/ 3377181 h 3377180"/>
                <a:gd name="connsiteX2" fmla="*/ 3379623 w 3379622"/>
                <a:gd name="connsiteY2" fmla="*/ 0 h 3377180"/>
                <a:gd name="connsiteX3" fmla="*/ 0 w 3379622"/>
                <a:gd name="connsiteY3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9622" h="3377180">
                  <a:moveTo>
                    <a:pt x="0" y="3377181"/>
                  </a:moveTo>
                  <a:lnTo>
                    <a:pt x="3379623" y="3377181"/>
                  </a:lnTo>
                  <a:lnTo>
                    <a:pt x="3379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4F2C361C-3A44-2C64-B79B-D01010535EE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flipV="1">
              <a:off x="4479218" y="1759191"/>
              <a:ext cx="3380232" cy="3377789"/>
            </a:xfrm>
            <a:custGeom>
              <a:avLst/>
              <a:gdLst>
                <a:gd name="connsiteX0" fmla="*/ 0 w 3380232"/>
                <a:gd name="connsiteY0" fmla="*/ 83 h 3377789"/>
                <a:gd name="connsiteX1" fmla="*/ 3380232 w 3380232"/>
                <a:gd name="connsiteY1" fmla="*/ 83 h 3377789"/>
                <a:gd name="connsiteX2" fmla="*/ 3380232 w 3380232"/>
                <a:gd name="connsiteY2" fmla="*/ 3377873 h 3377789"/>
                <a:gd name="connsiteX3" fmla="*/ 0 w 3380232"/>
                <a:gd name="connsiteY3" fmla="*/ 3377873 h 337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0232" h="3377789">
                  <a:moveTo>
                    <a:pt x="0" y="83"/>
                  </a:moveTo>
                  <a:lnTo>
                    <a:pt x="3380232" y="83"/>
                  </a:lnTo>
                  <a:lnTo>
                    <a:pt x="3380232" y="3377873"/>
                  </a:lnTo>
                  <a:lnTo>
                    <a:pt x="0" y="3377873"/>
                  </a:lnTo>
                  <a:close/>
                </a:path>
              </a:pathLst>
            </a:custGeom>
          </p:spPr>
        </p:pic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FE470B3-C0E0-4C8F-777D-3ED96192DF41}"/>
                </a:ext>
              </a:extLst>
            </p:cNvPr>
            <p:cNvSpPr/>
            <p:nvPr/>
          </p:nvSpPr>
          <p:spPr>
            <a:xfrm>
              <a:off x="6290859" y="3456072"/>
              <a:ext cx="160395" cy="345124"/>
            </a:xfrm>
            <a:custGeom>
              <a:avLst/>
              <a:gdLst>
                <a:gd name="connsiteX0" fmla="*/ 0 w 160395"/>
                <a:gd name="connsiteY0" fmla="*/ 12016 h 345124"/>
                <a:gd name="connsiteX1" fmla="*/ 129423 w 160395"/>
                <a:gd name="connsiteY1" fmla="*/ 0 h 345124"/>
                <a:gd name="connsiteX2" fmla="*/ 160395 w 160395"/>
                <a:gd name="connsiteY2" fmla="*/ 333109 h 345124"/>
                <a:gd name="connsiteX3" fmla="*/ 30972 w 160395"/>
                <a:gd name="connsiteY3" fmla="*/ 345125 h 34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395" h="345124">
                  <a:moveTo>
                    <a:pt x="0" y="12016"/>
                  </a:moveTo>
                  <a:lnTo>
                    <a:pt x="129423" y="0"/>
                  </a:lnTo>
                  <a:lnTo>
                    <a:pt x="160395" y="333109"/>
                  </a:lnTo>
                  <a:lnTo>
                    <a:pt x="30972" y="34512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C8B4AE44-F39C-F7AB-5A4F-D4C55896638E}"/>
                </a:ext>
              </a:extLst>
            </p:cNvPr>
            <p:cNvSpPr/>
            <p:nvPr/>
          </p:nvSpPr>
          <p:spPr>
            <a:xfrm>
              <a:off x="6302884" y="3462080"/>
              <a:ext cx="129422" cy="135337"/>
            </a:xfrm>
            <a:custGeom>
              <a:avLst/>
              <a:gdLst>
                <a:gd name="connsiteX0" fmla="*/ 52687 w 129422"/>
                <a:gd name="connsiteY0" fmla="*/ 0 h 135337"/>
                <a:gd name="connsiteX1" fmla="*/ 129423 w 129422"/>
                <a:gd name="connsiteY1" fmla="*/ 123321 h 135337"/>
                <a:gd name="connsiteX2" fmla="*/ 0 w 129422"/>
                <a:gd name="connsiteY2" fmla="*/ 135337 h 135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422" h="135337">
                  <a:moveTo>
                    <a:pt x="52687" y="0"/>
                  </a:moveTo>
                  <a:lnTo>
                    <a:pt x="129423" y="123321"/>
                  </a:lnTo>
                  <a:lnTo>
                    <a:pt x="0" y="135337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1" name="Graphic 2">
              <a:extLst>
                <a:ext uri="{FF2B5EF4-FFF2-40B4-BE49-F238E27FC236}">
                  <a16:creationId xmlns:a16="http://schemas.microsoft.com/office/drawing/2014/main" id="{5E9D4E81-9326-18AC-A3B6-F318F8770093}"/>
                </a:ext>
              </a:extLst>
            </p:cNvPr>
            <p:cNvGrpSpPr/>
            <p:nvPr/>
          </p:nvGrpSpPr>
          <p:grpSpPr>
            <a:xfrm>
              <a:off x="4479218" y="5136981"/>
              <a:ext cx="3392323" cy="44417"/>
              <a:chOff x="4479218" y="5136981"/>
              <a:chExt cx="3392323" cy="44417"/>
            </a:xfrm>
            <a:solidFill>
              <a:srgbClr val="000000"/>
            </a:solidFill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28051090-F9B2-F245-BB84-C51A52AC22D3}"/>
                  </a:ext>
                </a:extLst>
              </p:cNvPr>
              <p:cNvSpPr/>
              <p:nvPr/>
            </p:nvSpPr>
            <p:spPr>
              <a:xfrm>
                <a:off x="4479218" y="5136981"/>
                <a:ext cx="12700" cy="44417"/>
              </a:xfrm>
              <a:custGeom>
                <a:avLst/>
                <a:gdLst>
                  <a:gd name="connsiteX0" fmla="*/ 104 w 12700"/>
                  <a:gd name="connsiteY0" fmla="*/ 308 h 44417"/>
                  <a:gd name="connsiteX1" fmla="*/ 104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04" y="308"/>
                    </a:moveTo>
                    <a:lnTo>
                      <a:pt x="104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6AB22647-3F36-57BE-9878-93991BA4508B}"/>
                  </a:ext>
                </a:extLst>
              </p:cNvPr>
              <p:cNvSpPr/>
              <p:nvPr/>
            </p:nvSpPr>
            <p:spPr>
              <a:xfrm>
                <a:off x="5155143" y="5136981"/>
                <a:ext cx="12700" cy="44417"/>
              </a:xfrm>
              <a:custGeom>
                <a:avLst/>
                <a:gdLst>
                  <a:gd name="connsiteX0" fmla="*/ 157 w 12700"/>
                  <a:gd name="connsiteY0" fmla="*/ 308 h 44417"/>
                  <a:gd name="connsiteX1" fmla="*/ 157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57" y="308"/>
                    </a:moveTo>
                    <a:lnTo>
                      <a:pt x="157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92D8C662-5B27-FFFE-DAE3-4C97766CD7AF}"/>
                  </a:ext>
                </a:extLst>
              </p:cNvPr>
              <p:cNvSpPr/>
              <p:nvPr/>
            </p:nvSpPr>
            <p:spPr>
              <a:xfrm>
                <a:off x="5831067" y="5136981"/>
                <a:ext cx="12700" cy="44417"/>
              </a:xfrm>
              <a:custGeom>
                <a:avLst/>
                <a:gdLst>
                  <a:gd name="connsiteX0" fmla="*/ 210 w 12700"/>
                  <a:gd name="connsiteY0" fmla="*/ 308 h 44417"/>
                  <a:gd name="connsiteX1" fmla="*/ 210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10" y="308"/>
                    </a:moveTo>
                    <a:lnTo>
                      <a:pt x="210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37157BF2-C9EF-33D4-7CD8-F22023FD6027}"/>
                  </a:ext>
                </a:extLst>
              </p:cNvPr>
              <p:cNvSpPr/>
              <p:nvPr/>
            </p:nvSpPr>
            <p:spPr>
              <a:xfrm>
                <a:off x="6506992" y="5136981"/>
                <a:ext cx="12700" cy="44417"/>
              </a:xfrm>
              <a:custGeom>
                <a:avLst/>
                <a:gdLst>
                  <a:gd name="connsiteX0" fmla="*/ 263 w 12700"/>
                  <a:gd name="connsiteY0" fmla="*/ 308 h 44417"/>
                  <a:gd name="connsiteX1" fmla="*/ 263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63" y="308"/>
                    </a:moveTo>
                    <a:lnTo>
                      <a:pt x="263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5F995907-97D7-B140-4991-BDB168D4B926}"/>
                  </a:ext>
                </a:extLst>
              </p:cNvPr>
              <p:cNvSpPr/>
              <p:nvPr/>
            </p:nvSpPr>
            <p:spPr>
              <a:xfrm>
                <a:off x="7182916" y="5136981"/>
                <a:ext cx="12700" cy="44417"/>
              </a:xfrm>
              <a:custGeom>
                <a:avLst/>
                <a:gdLst>
                  <a:gd name="connsiteX0" fmla="*/ 317 w 12700"/>
                  <a:gd name="connsiteY0" fmla="*/ 308 h 44417"/>
                  <a:gd name="connsiteX1" fmla="*/ 317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17" y="308"/>
                    </a:moveTo>
                    <a:lnTo>
                      <a:pt x="317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44974CCB-DA7A-5CDA-2048-2F14D60EB606}"/>
                  </a:ext>
                </a:extLst>
              </p:cNvPr>
              <p:cNvSpPr/>
              <p:nvPr/>
            </p:nvSpPr>
            <p:spPr>
              <a:xfrm>
                <a:off x="7858841" y="5136981"/>
                <a:ext cx="12700" cy="44417"/>
              </a:xfrm>
              <a:custGeom>
                <a:avLst/>
                <a:gdLst>
                  <a:gd name="connsiteX0" fmla="*/ 370 w 12700"/>
                  <a:gd name="connsiteY0" fmla="*/ 308 h 44417"/>
                  <a:gd name="connsiteX1" fmla="*/ 370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70" y="308"/>
                    </a:moveTo>
                    <a:lnTo>
                      <a:pt x="370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48" name="Graphic 2">
              <a:extLst>
                <a:ext uri="{FF2B5EF4-FFF2-40B4-BE49-F238E27FC236}">
                  <a16:creationId xmlns:a16="http://schemas.microsoft.com/office/drawing/2014/main" id="{7AC7ED97-248B-2DBE-8477-7B833622B91D}"/>
                </a:ext>
              </a:extLst>
            </p:cNvPr>
            <p:cNvGrpSpPr/>
            <p:nvPr/>
          </p:nvGrpSpPr>
          <p:grpSpPr>
            <a:xfrm>
              <a:off x="4157710" y="1713826"/>
              <a:ext cx="321508" cy="3473174"/>
              <a:chOff x="4157710" y="1713826"/>
              <a:chExt cx="321508" cy="3473174"/>
            </a:xfrm>
            <a:solidFill>
              <a:srgbClr val="000000"/>
            </a:solidFill>
          </p:grpSpPr>
          <p:grpSp>
            <p:nvGrpSpPr>
              <p:cNvPr id="49" name="Graphic 2">
                <a:extLst>
                  <a:ext uri="{FF2B5EF4-FFF2-40B4-BE49-F238E27FC236}">
                    <a16:creationId xmlns:a16="http://schemas.microsoft.com/office/drawing/2014/main" id="{14188BE5-E7E8-23F2-C66B-4BB550D11F59}"/>
                  </a:ext>
                </a:extLst>
              </p:cNvPr>
              <p:cNvGrpSpPr/>
              <p:nvPr/>
            </p:nvGrpSpPr>
            <p:grpSpPr>
              <a:xfrm>
                <a:off x="4157710" y="5091006"/>
                <a:ext cx="321508" cy="95994"/>
                <a:chOff x="4157710" y="5091006"/>
                <a:chExt cx="321508" cy="95994"/>
              </a:xfrm>
              <a:solidFill>
                <a:srgbClr val="000000"/>
              </a:solidFill>
            </p:grpSpPr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6F690665-E212-7E67-A29D-B378B47EF475}"/>
                    </a:ext>
                  </a:extLst>
                </p:cNvPr>
                <p:cNvSpPr/>
                <p:nvPr/>
              </p:nvSpPr>
              <p:spPr>
                <a:xfrm>
                  <a:off x="4434768" y="5136981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308 h 12690"/>
                    <a:gd name="connsiteX1" fmla="*/ 104 w 44450"/>
                    <a:gd name="connsiteY1" fmla="*/ 308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308"/>
                      </a:moveTo>
                      <a:lnTo>
                        <a:pt x="104" y="308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1" name="Graphic 2">
                  <a:extLst>
                    <a:ext uri="{FF2B5EF4-FFF2-40B4-BE49-F238E27FC236}">
                      <a16:creationId xmlns:a16="http://schemas.microsoft.com/office/drawing/2014/main" id="{20284333-D715-1CD8-F827-3B8AD1738BF4}"/>
                    </a:ext>
                  </a:extLst>
                </p:cNvPr>
                <p:cNvGrpSpPr/>
                <p:nvPr/>
              </p:nvGrpSpPr>
              <p:grpSpPr>
                <a:xfrm>
                  <a:off x="4157710" y="5091006"/>
                  <a:ext cx="224169" cy="95994"/>
                  <a:chOff x="4157710" y="5091006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1E4E3F82-A5E3-EED6-6492-7A889BDB1A1D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5092672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349 h 94328"/>
                      <a:gd name="connsiteX1" fmla="*/ 51159 w 59908"/>
                      <a:gd name="connsiteY1" fmla="*/ 92349 h 94328"/>
                      <a:gd name="connsiteX2" fmla="*/ 51159 w 59908"/>
                      <a:gd name="connsiteY2" fmla="*/ 81800 h 94328"/>
                      <a:gd name="connsiteX3" fmla="*/ 13456 w 59908"/>
                      <a:gd name="connsiteY3" fmla="*/ 81800 h 94328"/>
                      <a:gd name="connsiteX4" fmla="*/ 13456 w 59908"/>
                      <a:gd name="connsiteY4" fmla="*/ 59135 h 94328"/>
                      <a:gd name="connsiteX5" fmla="*/ 18893 w 59908"/>
                      <a:gd name="connsiteY5" fmla="*/ 60523 h 94328"/>
                      <a:gd name="connsiteX6" fmla="*/ 24370 w 59908"/>
                      <a:gd name="connsiteY6" fmla="*/ 60979 h 94328"/>
                      <a:gd name="connsiteX7" fmla="*/ 48917 w 59908"/>
                      <a:gd name="connsiteY7" fmla="*/ 52492 h 94328"/>
                      <a:gd name="connsiteX8" fmla="*/ 57986 w 59908"/>
                      <a:gd name="connsiteY8" fmla="*/ 29509 h 94328"/>
                      <a:gd name="connsiteX9" fmla="*/ 48679 w 59908"/>
                      <a:gd name="connsiteY9" fmla="*/ 6289 h 94328"/>
                      <a:gd name="connsiteX10" fmla="*/ 22445 w 59908"/>
                      <a:gd name="connsiteY10" fmla="*/ -1980 h 94328"/>
                      <a:gd name="connsiteX11" fmla="*/ 10559 w 59908"/>
                      <a:gd name="connsiteY11" fmla="*/ -988 h 94328"/>
                      <a:gd name="connsiteX12" fmla="*/ -1923 w 59908"/>
                      <a:gd name="connsiteY12" fmla="*/ 1986 h 94328"/>
                      <a:gd name="connsiteX13" fmla="*/ -1923 w 59908"/>
                      <a:gd name="connsiteY13" fmla="*/ 14578 h 94328"/>
                      <a:gd name="connsiteX14" fmla="*/ 9606 w 59908"/>
                      <a:gd name="connsiteY14" fmla="*/ 10057 h 94328"/>
                      <a:gd name="connsiteX15" fmla="*/ 22187 w 59908"/>
                      <a:gd name="connsiteY15" fmla="*/ 8570 h 94328"/>
                      <a:gd name="connsiteX16" fmla="*/ 39174 w 59908"/>
                      <a:gd name="connsiteY16" fmla="*/ 14201 h 94328"/>
                      <a:gd name="connsiteX17" fmla="*/ 45444 w 59908"/>
                      <a:gd name="connsiteY17" fmla="*/ 29509 h 94328"/>
                      <a:gd name="connsiteX18" fmla="*/ 39174 w 59908"/>
                      <a:gd name="connsiteY18" fmla="*/ 44798 h 94328"/>
                      <a:gd name="connsiteX19" fmla="*/ 22187 w 59908"/>
                      <a:gd name="connsiteY19" fmla="*/ 50449 h 94328"/>
                      <a:gd name="connsiteX20" fmla="*/ 12166 w 59908"/>
                      <a:gd name="connsiteY20" fmla="*/ 49339 h 94328"/>
                      <a:gd name="connsiteX21" fmla="*/ 1986 w 59908"/>
                      <a:gd name="connsiteY21" fmla="*/ 45869 h 94328"/>
                      <a:gd name="connsiteX22" fmla="*/ 1986 w 59908"/>
                      <a:gd name="connsiteY22" fmla="*/ 92349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349"/>
                        </a:moveTo>
                        <a:lnTo>
                          <a:pt x="51159" y="92349"/>
                        </a:lnTo>
                        <a:lnTo>
                          <a:pt x="51159" y="81800"/>
                        </a:lnTo>
                        <a:lnTo>
                          <a:pt x="13456" y="81800"/>
                        </a:lnTo>
                        <a:lnTo>
                          <a:pt x="13456" y="59135"/>
                        </a:lnTo>
                        <a:cubicBezTo>
                          <a:pt x="15269" y="59756"/>
                          <a:pt x="17081" y="60219"/>
                          <a:pt x="18893" y="60523"/>
                        </a:cubicBezTo>
                        <a:cubicBezTo>
                          <a:pt x="20719" y="60827"/>
                          <a:pt x="22545" y="60979"/>
                          <a:pt x="24370" y="60979"/>
                        </a:cubicBezTo>
                        <a:cubicBezTo>
                          <a:pt x="34702" y="60979"/>
                          <a:pt x="42884" y="58150"/>
                          <a:pt x="48917" y="52492"/>
                        </a:cubicBezTo>
                        <a:cubicBezTo>
                          <a:pt x="54963" y="46834"/>
                          <a:pt x="57986" y="39173"/>
                          <a:pt x="57986" y="29509"/>
                        </a:cubicBezTo>
                        <a:cubicBezTo>
                          <a:pt x="57986" y="19555"/>
                          <a:pt x="54883" y="11815"/>
                          <a:pt x="48679" y="6289"/>
                        </a:cubicBezTo>
                        <a:cubicBezTo>
                          <a:pt x="42474" y="777"/>
                          <a:pt x="33730" y="-1980"/>
                          <a:pt x="22445" y="-1980"/>
                        </a:cubicBezTo>
                        <a:cubicBezTo>
                          <a:pt x="18556" y="-1980"/>
                          <a:pt x="14594" y="-1649"/>
                          <a:pt x="10559" y="-988"/>
                        </a:cubicBezTo>
                        <a:cubicBezTo>
                          <a:pt x="6537" y="-327"/>
                          <a:pt x="2377" y="664"/>
                          <a:pt x="-1923" y="1986"/>
                        </a:cubicBezTo>
                        <a:lnTo>
                          <a:pt x="-1923" y="14578"/>
                        </a:lnTo>
                        <a:cubicBezTo>
                          <a:pt x="1795" y="12555"/>
                          <a:pt x="5638" y="11048"/>
                          <a:pt x="9606" y="10057"/>
                        </a:cubicBezTo>
                        <a:cubicBezTo>
                          <a:pt x="13575" y="9065"/>
                          <a:pt x="17769" y="8570"/>
                          <a:pt x="22187" y="8570"/>
                        </a:cubicBezTo>
                        <a:cubicBezTo>
                          <a:pt x="29344" y="8570"/>
                          <a:pt x="35006" y="10447"/>
                          <a:pt x="39174" y="14201"/>
                        </a:cubicBezTo>
                        <a:cubicBezTo>
                          <a:pt x="43354" y="17955"/>
                          <a:pt x="45444" y="23058"/>
                          <a:pt x="45444" y="29509"/>
                        </a:cubicBezTo>
                        <a:cubicBezTo>
                          <a:pt x="45444" y="35947"/>
                          <a:pt x="43354" y="41044"/>
                          <a:pt x="39174" y="44798"/>
                        </a:cubicBezTo>
                        <a:cubicBezTo>
                          <a:pt x="35006" y="48565"/>
                          <a:pt x="29344" y="50449"/>
                          <a:pt x="22187" y="50449"/>
                        </a:cubicBezTo>
                        <a:cubicBezTo>
                          <a:pt x="18840" y="50449"/>
                          <a:pt x="15500" y="50079"/>
                          <a:pt x="12166" y="49339"/>
                        </a:cubicBezTo>
                        <a:cubicBezTo>
                          <a:pt x="8846" y="48599"/>
                          <a:pt x="5452" y="47442"/>
                          <a:pt x="1986" y="45869"/>
                        </a:cubicBezTo>
                        <a:lnTo>
                          <a:pt x="1986" y="9234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72A5AC64-CC82-D72D-70EF-373F4963AA92}"/>
                      </a:ext>
                    </a:extLst>
                  </p:cNvPr>
                  <p:cNvSpPr/>
                  <p:nvPr/>
                </p:nvSpPr>
                <p:spPr>
                  <a:xfrm flipV="1">
                    <a:off x="4242659" y="5092672"/>
                    <a:ext cx="55125" cy="92524"/>
                  </a:xfrm>
                  <a:custGeom>
                    <a:avLst/>
                    <a:gdLst>
                      <a:gd name="connsiteX0" fmla="*/ -199 w 55125"/>
                      <a:gd name="connsiteY0" fmla="*/ 8504 h 92524"/>
                      <a:gd name="connsiteX1" fmla="*/ 20260 w 55125"/>
                      <a:gd name="connsiteY1" fmla="*/ 8504 h 92524"/>
                      <a:gd name="connsiteX2" fmla="*/ 20260 w 55125"/>
                      <a:gd name="connsiteY2" fmla="*/ 79097 h 92524"/>
                      <a:gd name="connsiteX3" fmla="*/ -2005 w 55125"/>
                      <a:gd name="connsiteY3" fmla="*/ 74635 h 92524"/>
                      <a:gd name="connsiteX4" fmla="*/ -2005 w 55125"/>
                      <a:gd name="connsiteY4" fmla="*/ 86037 h 92524"/>
                      <a:gd name="connsiteX5" fmla="*/ 20141 w 55125"/>
                      <a:gd name="connsiteY5" fmla="*/ 90499 h 92524"/>
                      <a:gd name="connsiteX6" fmla="*/ 32662 w 55125"/>
                      <a:gd name="connsiteY6" fmla="*/ 90499 h 92524"/>
                      <a:gd name="connsiteX7" fmla="*/ 32662 w 55125"/>
                      <a:gd name="connsiteY7" fmla="*/ 8504 h 92524"/>
                      <a:gd name="connsiteX8" fmla="*/ 53121 w 55125"/>
                      <a:gd name="connsiteY8" fmla="*/ 8504 h 92524"/>
                      <a:gd name="connsiteX9" fmla="*/ 53121 w 55125"/>
                      <a:gd name="connsiteY9" fmla="*/ -2025 h 92524"/>
                      <a:gd name="connsiteX10" fmla="*/ -199 w 55125"/>
                      <a:gd name="connsiteY10" fmla="*/ -2025 h 92524"/>
                      <a:gd name="connsiteX11" fmla="*/ -199 w 55125"/>
                      <a:gd name="connsiteY11" fmla="*/ 8504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199" y="8504"/>
                        </a:moveTo>
                        <a:lnTo>
                          <a:pt x="20260" y="8504"/>
                        </a:lnTo>
                        <a:lnTo>
                          <a:pt x="20260" y="79097"/>
                        </a:lnTo>
                        <a:lnTo>
                          <a:pt x="-2005" y="74635"/>
                        </a:lnTo>
                        <a:lnTo>
                          <a:pt x="-2005" y="86037"/>
                        </a:lnTo>
                        <a:lnTo>
                          <a:pt x="20141" y="90499"/>
                        </a:lnTo>
                        <a:lnTo>
                          <a:pt x="32662" y="90499"/>
                        </a:lnTo>
                        <a:lnTo>
                          <a:pt x="32662" y="8504"/>
                        </a:lnTo>
                        <a:lnTo>
                          <a:pt x="53121" y="8504"/>
                        </a:lnTo>
                        <a:lnTo>
                          <a:pt x="53121" y="-2025"/>
                        </a:lnTo>
                        <a:lnTo>
                          <a:pt x="-199" y="-2025"/>
                        </a:lnTo>
                        <a:lnTo>
                          <a:pt x="-199" y="850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9C1B9262-A78B-280E-9648-34CDAC078E60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5091006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4058 h 95994"/>
                      <a:gd name="connsiteX1" fmla="*/ 15502 w 63996"/>
                      <a:gd name="connsiteY1" fmla="*/ 74540 h 95994"/>
                      <a:gd name="connsiteX2" fmla="*/ 10640 w 63996"/>
                      <a:gd name="connsiteY2" fmla="*/ 45946 h 95994"/>
                      <a:gd name="connsiteX3" fmla="*/ 15502 w 63996"/>
                      <a:gd name="connsiteY3" fmla="*/ 17411 h 95994"/>
                      <a:gd name="connsiteX4" fmla="*/ 30047 w 63996"/>
                      <a:gd name="connsiteY4" fmla="*/ 7893 h 95994"/>
                      <a:gd name="connsiteX5" fmla="*/ 44652 w 63996"/>
                      <a:gd name="connsiteY5" fmla="*/ 17411 h 95994"/>
                      <a:gd name="connsiteX6" fmla="*/ 49534 w 63996"/>
                      <a:gd name="connsiteY6" fmla="*/ 45946 h 95994"/>
                      <a:gd name="connsiteX7" fmla="*/ 44652 w 63996"/>
                      <a:gd name="connsiteY7" fmla="*/ 74540 h 95994"/>
                      <a:gd name="connsiteX8" fmla="*/ 30047 w 63996"/>
                      <a:gd name="connsiteY8" fmla="*/ 84058 h 95994"/>
                      <a:gd name="connsiteX9" fmla="*/ 30047 w 63996"/>
                      <a:gd name="connsiteY9" fmla="*/ 93972 h 95994"/>
                      <a:gd name="connsiteX10" fmla="*/ 53840 w 63996"/>
                      <a:gd name="connsiteY10" fmla="*/ 81658 h 95994"/>
                      <a:gd name="connsiteX11" fmla="*/ 62055 w 63996"/>
                      <a:gd name="connsiteY11" fmla="*/ 45946 h 95994"/>
                      <a:gd name="connsiteX12" fmla="*/ 53840 w 63996"/>
                      <a:gd name="connsiteY12" fmla="*/ 10272 h 95994"/>
                      <a:gd name="connsiteX13" fmla="*/ 30047 w 63996"/>
                      <a:gd name="connsiteY13" fmla="*/ -2022 h 95994"/>
                      <a:gd name="connsiteX14" fmla="*/ 6274 w 63996"/>
                      <a:gd name="connsiteY14" fmla="*/ 10272 h 95994"/>
                      <a:gd name="connsiteX15" fmla="*/ -1941 w 63996"/>
                      <a:gd name="connsiteY15" fmla="*/ 45946 h 95994"/>
                      <a:gd name="connsiteX16" fmla="*/ 6274 w 63996"/>
                      <a:gd name="connsiteY16" fmla="*/ 81658 h 95994"/>
                      <a:gd name="connsiteX17" fmla="*/ 30047 w 63996"/>
                      <a:gd name="connsiteY17" fmla="*/ 9397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4058"/>
                        </a:moveTo>
                        <a:cubicBezTo>
                          <a:pt x="23605" y="84058"/>
                          <a:pt x="18756" y="80885"/>
                          <a:pt x="15502" y="74540"/>
                        </a:cubicBezTo>
                        <a:cubicBezTo>
                          <a:pt x="12261" y="68207"/>
                          <a:pt x="10640" y="58676"/>
                          <a:pt x="10640" y="45946"/>
                        </a:cubicBezTo>
                        <a:cubicBezTo>
                          <a:pt x="10640" y="33268"/>
                          <a:pt x="12261" y="23756"/>
                          <a:pt x="15502" y="17411"/>
                        </a:cubicBezTo>
                        <a:cubicBezTo>
                          <a:pt x="18756" y="11066"/>
                          <a:pt x="23605" y="7893"/>
                          <a:pt x="30047" y="7893"/>
                        </a:cubicBezTo>
                        <a:cubicBezTo>
                          <a:pt x="36543" y="7893"/>
                          <a:pt x="41411" y="11066"/>
                          <a:pt x="44652" y="17411"/>
                        </a:cubicBezTo>
                        <a:cubicBezTo>
                          <a:pt x="47907" y="23756"/>
                          <a:pt x="49534" y="33268"/>
                          <a:pt x="49534" y="45946"/>
                        </a:cubicBezTo>
                        <a:cubicBezTo>
                          <a:pt x="49534" y="58676"/>
                          <a:pt x="47907" y="68207"/>
                          <a:pt x="44652" y="74540"/>
                        </a:cubicBezTo>
                        <a:cubicBezTo>
                          <a:pt x="41411" y="80885"/>
                          <a:pt x="36543" y="84058"/>
                          <a:pt x="30047" y="84058"/>
                        </a:cubicBezTo>
                        <a:close/>
                        <a:moveTo>
                          <a:pt x="30047" y="93972"/>
                        </a:moveTo>
                        <a:cubicBezTo>
                          <a:pt x="40432" y="93972"/>
                          <a:pt x="48363" y="89868"/>
                          <a:pt x="53840" y="81658"/>
                        </a:cubicBezTo>
                        <a:cubicBezTo>
                          <a:pt x="59317" y="73462"/>
                          <a:pt x="62055" y="61558"/>
                          <a:pt x="62055" y="45946"/>
                        </a:cubicBezTo>
                        <a:cubicBezTo>
                          <a:pt x="62055" y="30373"/>
                          <a:pt x="59317" y="18482"/>
                          <a:pt x="53840" y="10272"/>
                        </a:cubicBezTo>
                        <a:cubicBezTo>
                          <a:pt x="48363" y="2076"/>
                          <a:pt x="40432" y="-2022"/>
                          <a:pt x="30047" y="-2022"/>
                        </a:cubicBezTo>
                        <a:cubicBezTo>
                          <a:pt x="19675" y="-2022"/>
                          <a:pt x="11751" y="2076"/>
                          <a:pt x="6274" y="10272"/>
                        </a:cubicBezTo>
                        <a:cubicBezTo>
                          <a:pt x="797" y="18482"/>
                          <a:pt x="-1941" y="30373"/>
                          <a:pt x="-1941" y="45946"/>
                        </a:cubicBezTo>
                        <a:cubicBezTo>
                          <a:pt x="-1941" y="61558"/>
                          <a:pt x="797" y="73462"/>
                          <a:pt x="6274" y="81658"/>
                        </a:cubicBezTo>
                        <a:cubicBezTo>
                          <a:pt x="11751" y="89868"/>
                          <a:pt x="19675" y="93972"/>
                          <a:pt x="30047" y="9397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5" name="Graphic 2">
                <a:extLst>
                  <a:ext uri="{FF2B5EF4-FFF2-40B4-BE49-F238E27FC236}">
                    <a16:creationId xmlns:a16="http://schemas.microsoft.com/office/drawing/2014/main" id="{3A3AB857-81FA-FEEF-6411-C0D2CB9B161F}"/>
                  </a:ext>
                </a:extLst>
              </p:cNvPr>
              <p:cNvGrpSpPr/>
              <p:nvPr/>
            </p:nvGrpSpPr>
            <p:grpSpPr>
              <a:xfrm>
                <a:off x="4157710" y="4415570"/>
                <a:ext cx="321508" cy="95994"/>
                <a:chOff x="4157710" y="4415570"/>
                <a:chExt cx="321508" cy="95994"/>
              </a:xfrm>
              <a:solidFill>
                <a:srgbClr val="000000"/>
              </a:solidFill>
            </p:grpSpPr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BD32EFE1-36DD-E1E3-BBC7-75A787F927D7}"/>
                    </a:ext>
                  </a:extLst>
                </p:cNvPr>
                <p:cNvSpPr/>
                <p:nvPr/>
              </p:nvSpPr>
              <p:spPr>
                <a:xfrm>
                  <a:off x="4434768" y="4461545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254 h 12690"/>
                    <a:gd name="connsiteX1" fmla="*/ 104 w 44450"/>
                    <a:gd name="connsiteY1" fmla="*/ 254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254"/>
                      </a:moveTo>
                      <a:lnTo>
                        <a:pt x="104" y="25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7" name="Graphic 2">
                  <a:extLst>
                    <a:ext uri="{FF2B5EF4-FFF2-40B4-BE49-F238E27FC236}">
                      <a16:creationId xmlns:a16="http://schemas.microsoft.com/office/drawing/2014/main" id="{FB873D65-A09C-1414-C8D5-095DA3093E5C}"/>
                    </a:ext>
                  </a:extLst>
                </p:cNvPr>
                <p:cNvGrpSpPr/>
                <p:nvPr/>
              </p:nvGrpSpPr>
              <p:grpSpPr>
                <a:xfrm>
                  <a:off x="4157710" y="4415570"/>
                  <a:ext cx="224169" cy="95994"/>
                  <a:chOff x="4157710" y="4415570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8" name="Freeform: Shape 57">
                    <a:extLst>
                      <a:ext uri="{FF2B5EF4-FFF2-40B4-BE49-F238E27FC236}">
                        <a16:creationId xmlns:a16="http://schemas.microsoft.com/office/drawing/2014/main" id="{97CDEAB9-D534-0193-2FCD-199EFEBE2EC5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4417236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296 h 94328"/>
                      <a:gd name="connsiteX1" fmla="*/ 51159 w 59908"/>
                      <a:gd name="connsiteY1" fmla="*/ 92296 h 94328"/>
                      <a:gd name="connsiteX2" fmla="*/ 51159 w 59908"/>
                      <a:gd name="connsiteY2" fmla="*/ 81746 h 94328"/>
                      <a:gd name="connsiteX3" fmla="*/ 13456 w 59908"/>
                      <a:gd name="connsiteY3" fmla="*/ 81746 h 94328"/>
                      <a:gd name="connsiteX4" fmla="*/ 13456 w 59908"/>
                      <a:gd name="connsiteY4" fmla="*/ 59081 h 94328"/>
                      <a:gd name="connsiteX5" fmla="*/ 18893 w 59908"/>
                      <a:gd name="connsiteY5" fmla="*/ 60469 h 94328"/>
                      <a:gd name="connsiteX6" fmla="*/ 24370 w 59908"/>
                      <a:gd name="connsiteY6" fmla="*/ 60925 h 94328"/>
                      <a:gd name="connsiteX7" fmla="*/ 48917 w 59908"/>
                      <a:gd name="connsiteY7" fmla="*/ 52438 h 94328"/>
                      <a:gd name="connsiteX8" fmla="*/ 57986 w 59908"/>
                      <a:gd name="connsiteY8" fmla="*/ 29456 h 94328"/>
                      <a:gd name="connsiteX9" fmla="*/ 48679 w 59908"/>
                      <a:gd name="connsiteY9" fmla="*/ 6236 h 94328"/>
                      <a:gd name="connsiteX10" fmla="*/ 22445 w 59908"/>
                      <a:gd name="connsiteY10" fmla="*/ -2033 h 94328"/>
                      <a:gd name="connsiteX11" fmla="*/ 10559 w 59908"/>
                      <a:gd name="connsiteY11" fmla="*/ -1041 h 94328"/>
                      <a:gd name="connsiteX12" fmla="*/ -1923 w 59908"/>
                      <a:gd name="connsiteY12" fmla="*/ 1933 h 94328"/>
                      <a:gd name="connsiteX13" fmla="*/ -1923 w 59908"/>
                      <a:gd name="connsiteY13" fmla="*/ 14525 h 94328"/>
                      <a:gd name="connsiteX14" fmla="*/ 9606 w 59908"/>
                      <a:gd name="connsiteY14" fmla="*/ 10004 h 94328"/>
                      <a:gd name="connsiteX15" fmla="*/ 22187 w 59908"/>
                      <a:gd name="connsiteY15" fmla="*/ 8516 h 94328"/>
                      <a:gd name="connsiteX16" fmla="*/ 39174 w 59908"/>
                      <a:gd name="connsiteY16" fmla="*/ 14148 h 94328"/>
                      <a:gd name="connsiteX17" fmla="*/ 45444 w 59908"/>
                      <a:gd name="connsiteY17" fmla="*/ 29456 h 94328"/>
                      <a:gd name="connsiteX18" fmla="*/ 39174 w 59908"/>
                      <a:gd name="connsiteY18" fmla="*/ 44745 h 94328"/>
                      <a:gd name="connsiteX19" fmla="*/ 22187 w 59908"/>
                      <a:gd name="connsiteY19" fmla="*/ 50396 h 94328"/>
                      <a:gd name="connsiteX20" fmla="*/ 12166 w 59908"/>
                      <a:gd name="connsiteY20" fmla="*/ 49286 h 94328"/>
                      <a:gd name="connsiteX21" fmla="*/ 1986 w 59908"/>
                      <a:gd name="connsiteY21" fmla="*/ 45815 h 94328"/>
                      <a:gd name="connsiteX22" fmla="*/ 1986 w 59908"/>
                      <a:gd name="connsiteY22" fmla="*/ 9229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296"/>
                        </a:moveTo>
                        <a:lnTo>
                          <a:pt x="51159" y="92296"/>
                        </a:lnTo>
                        <a:lnTo>
                          <a:pt x="51159" y="81746"/>
                        </a:lnTo>
                        <a:lnTo>
                          <a:pt x="13456" y="81746"/>
                        </a:lnTo>
                        <a:lnTo>
                          <a:pt x="13456" y="59081"/>
                        </a:lnTo>
                        <a:cubicBezTo>
                          <a:pt x="15269" y="59703"/>
                          <a:pt x="17081" y="60165"/>
                          <a:pt x="18893" y="60469"/>
                        </a:cubicBezTo>
                        <a:cubicBezTo>
                          <a:pt x="20719" y="60773"/>
                          <a:pt x="22545" y="60925"/>
                          <a:pt x="24370" y="60925"/>
                        </a:cubicBezTo>
                        <a:cubicBezTo>
                          <a:pt x="34702" y="60925"/>
                          <a:pt x="42884" y="58096"/>
                          <a:pt x="48917" y="52438"/>
                        </a:cubicBezTo>
                        <a:cubicBezTo>
                          <a:pt x="54963" y="46780"/>
                          <a:pt x="57986" y="39120"/>
                          <a:pt x="57986" y="29456"/>
                        </a:cubicBezTo>
                        <a:cubicBezTo>
                          <a:pt x="57986" y="19502"/>
                          <a:pt x="54883" y="11762"/>
                          <a:pt x="48679" y="6236"/>
                        </a:cubicBezTo>
                        <a:cubicBezTo>
                          <a:pt x="42474" y="723"/>
                          <a:pt x="33730" y="-2033"/>
                          <a:pt x="22445" y="-2033"/>
                        </a:cubicBezTo>
                        <a:cubicBezTo>
                          <a:pt x="18556" y="-2033"/>
                          <a:pt x="14594" y="-1702"/>
                          <a:pt x="10559" y="-1041"/>
                        </a:cubicBezTo>
                        <a:cubicBezTo>
                          <a:pt x="6537" y="-380"/>
                          <a:pt x="2377" y="611"/>
                          <a:pt x="-1923" y="1933"/>
                        </a:cubicBezTo>
                        <a:lnTo>
                          <a:pt x="-1923" y="14525"/>
                        </a:lnTo>
                        <a:cubicBezTo>
                          <a:pt x="1795" y="12502"/>
                          <a:pt x="5638" y="10995"/>
                          <a:pt x="9606" y="10004"/>
                        </a:cubicBezTo>
                        <a:cubicBezTo>
                          <a:pt x="13575" y="9012"/>
                          <a:pt x="17769" y="8516"/>
                          <a:pt x="22187" y="8516"/>
                        </a:cubicBezTo>
                        <a:cubicBezTo>
                          <a:pt x="29344" y="8516"/>
                          <a:pt x="35006" y="10394"/>
                          <a:pt x="39174" y="14148"/>
                        </a:cubicBezTo>
                        <a:cubicBezTo>
                          <a:pt x="43354" y="17902"/>
                          <a:pt x="45444" y="23005"/>
                          <a:pt x="45444" y="29456"/>
                        </a:cubicBezTo>
                        <a:cubicBezTo>
                          <a:pt x="45444" y="35894"/>
                          <a:pt x="43354" y="40990"/>
                          <a:pt x="39174" y="44745"/>
                        </a:cubicBezTo>
                        <a:cubicBezTo>
                          <a:pt x="35006" y="48512"/>
                          <a:pt x="29344" y="50396"/>
                          <a:pt x="22187" y="50396"/>
                        </a:cubicBezTo>
                        <a:cubicBezTo>
                          <a:pt x="18840" y="50396"/>
                          <a:pt x="15500" y="50026"/>
                          <a:pt x="12166" y="49286"/>
                        </a:cubicBezTo>
                        <a:cubicBezTo>
                          <a:pt x="8846" y="48545"/>
                          <a:pt x="5452" y="47389"/>
                          <a:pt x="1986" y="45815"/>
                        </a:cubicBezTo>
                        <a:lnTo>
                          <a:pt x="1986" y="922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69CC3990-A695-DAEC-112C-4E2BB08364BF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015" y="4415570"/>
                    <a:ext cx="58777" cy="94189"/>
                  </a:xfrm>
                  <a:custGeom>
                    <a:avLst/>
                    <a:gdLst>
                      <a:gd name="connsiteX0" fmla="*/ 13198 w 58777"/>
                      <a:gd name="connsiteY0" fmla="*/ 8409 h 94189"/>
                      <a:gd name="connsiteX1" fmla="*/ 56914 w 58777"/>
                      <a:gd name="connsiteY1" fmla="*/ 8409 h 94189"/>
                      <a:gd name="connsiteX2" fmla="*/ 56914 w 58777"/>
                      <a:gd name="connsiteY2" fmla="*/ -2121 h 94189"/>
                      <a:gd name="connsiteX3" fmla="*/ -1863 w 58777"/>
                      <a:gd name="connsiteY3" fmla="*/ -2121 h 94189"/>
                      <a:gd name="connsiteX4" fmla="*/ -1863 w 58777"/>
                      <a:gd name="connsiteY4" fmla="*/ 8409 h 94189"/>
                      <a:gd name="connsiteX5" fmla="*/ 17564 w 58777"/>
                      <a:gd name="connsiteY5" fmla="*/ 28199 h 94189"/>
                      <a:gd name="connsiteX6" fmla="*/ 33042 w 58777"/>
                      <a:gd name="connsiteY6" fmla="*/ 44241 h 94189"/>
                      <a:gd name="connsiteX7" fmla="*/ 41436 w 58777"/>
                      <a:gd name="connsiteY7" fmla="*/ 55662 h 94189"/>
                      <a:gd name="connsiteX8" fmla="*/ 43837 w 58777"/>
                      <a:gd name="connsiteY8" fmla="*/ 64863 h 94189"/>
                      <a:gd name="connsiteX9" fmla="*/ 38658 w 58777"/>
                      <a:gd name="connsiteY9" fmla="*/ 76880 h 94189"/>
                      <a:gd name="connsiteX10" fmla="*/ 25164 w 58777"/>
                      <a:gd name="connsiteY10" fmla="*/ 81540 h 94189"/>
                      <a:gd name="connsiteX11" fmla="*/ 12722 w 58777"/>
                      <a:gd name="connsiteY11" fmla="*/ 79497 h 94189"/>
                      <a:gd name="connsiteX12" fmla="*/ -1248 w 58777"/>
                      <a:gd name="connsiteY12" fmla="*/ 73291 h 94189"/>
                      <a:gd name="connsiteX13" fmla="*/ -1248 w 58777"/>
                      <a:gd name="connsiteY13" fmla="*/ 85942 h 94189"/>
                      <a:gd name="connsiteX14" fmla="*/ 12881 w 58777"/>
                      <a:gd name="connsiteY14" fmla="*/ 90522 h 94189"/>
                      <a:gd name="connsiteX15" fmla="*/ 24926 w 58777"/>
                      <a:gd name="connsiteY15" fmla="*/ 92069 h 94189"/>
                      <a:gd name="connsiteX16" fmla="*/ 47865 w 58777"/>
                      <a:gd name="connsiteY16" fmla="*/ 84871 h 94189"/>
                      <a:gd name="connsiteX17" fmla="*/ 56418 w 58777"/>
                      <a:gd name="connsiteY17" fmla="*/ 65676 h 94189"/>
                      <a:gd name="connsiteX18" fmla="*/ 54275 w 58777"/>
                      <a:gd name="connsiteY18" fmla="*/ 54849 h 94189"/>
                      <a:gd name="connsiteX19" fmla="*/ 46496 w 58777"/>
                      <a:gd name="connsiteY19" fmla="*/ 42813 h 94189"/>
                      <a:gd name="connsiteX20" fmla="*/ 36634 w 58777"/>
                      <a:gd name="connsiteY20" fmla="*/ 32422 h 94189"/>
                      <a:gd name="connsiteX21" fmla="*/ 13198 w 58777"/>
                      <a:gd name="connsiteY21" fmla="*/ 8409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198" y="8409"/>
                        </a:moveTo>
                        <a:lnTo>
                          <a:pt x="56914" y="8409"/>
                        </a:lnTo>
                        <a:lnTo>
                          <a:pt x="56914" y="-2121"/>
                        </a:lnTo>
                        <a:lnTo>
                          <a:pt x="-1863" y="-2121"/>
                        </a:lnTo>
                        <a:lnTo>
                          <a:pt x="-1863" y="8409"/>
                        </a:lnTo>
                        <a:cubicBezTo>
                          <a:pt x="2886" y="13327"/>
                          <a:pt x="9362" y="19923"/>
                          <a:pt x="17564" y="28199"/>
                        </a:cubicBezTo>
                        <a:cubicBezTo>
                          <a:pt x="25779" y="36487"/>
                          <a:pt x="30939" y="41835"/>
                          <a:pt x="33042" y="44241"/>
                        </a:cubicBezTo>
                        <a:cubicBezTo>
                          <a:pt x="37051" y="48735"/>
                          <a:pt x="39849" y="52543"/>
                          <a:pt x="41436" y="55662"/>
                        </a:cubicBezTo>
                        <a:cubicBezTo>
                          <a:pt x="43037" y="58782"/>
                          <a:pt x="43837" y="61849"/>
                          <a:pt x="43837" y="64863"/>
                        </a:cubicBezTo>
                        <a:cubicBezTo>
                          <a:pt x="43837" y="69781"/>
                          <a:pt x="42111" y="73786"/>
                          <a:pt x="38658" y="76880"/>
                        </a:cubicBezTo>
                        <a:cubicBezTo>
                          <a:pt x="35205" y="79986"/>
                          <a:pt x="30707" y="81540"/>
                          <a:pt x="25164" y="81540"/>
                        </a:cubicBezTo>
                        <a:cubicBezTo>
                          <a:pt x="21235" y="81540"/>
                          <a:pt x="17088" y="80859"/>
                          <a:pt x="12722" y="79497"/>
                        </a:cubicBezTo>
                        <a:cubicBezTo>
                          <a:pt x="8370" y="78136"/>
                          <a:pt x="3713" y="76067"/>
                          <a:pt x="-1248" y="73291"/>
                        </a:cubicBezTo>
                        <a:lnTo>
                          <a:pt x="-1248" y="85942"/>
                        </a:lnTo>
                        <a:cubicBezTo>
                          <a:pt x="3792" y="87964"/>
                          <a:pt x="8502" y="89491"/>
                          <a:pt x="12881" y="90522"/>
                        </a:cubicBezTo>
                        <a:cubicBezTo>
                          <a:pt x="17273" y="91554"/>
                          <a:pt x="21288" y="92069"/>
                          <a:pt x="24926" y="92069"/>
                        </a:cubicBezTo>
                        <a:cubicBezTo>
                          <a:pt x="34517" y="92069"/>
                          <a:pt x="42164" y="89670"/>
                          <a:pt x="47865" y="84871"/>
                        </a:cubicBezTo>
                        <a:cubicBezTo>
                          <a:pt x="53567" y="80086"/>
                          <a:pt x="56418" y="73687"/>
                          <a:pt x="56418" y="65676"/>
                        </a:cubicBezTo>
                        <a:cubicBezTo>
                          <a:pt x="56418" y="61869"/>
                          <a:pt x="55704" y="58260"/>
                          <a:pt x="54275" y="54849"/>
                        </a:cubicBezTo>
                        <a:cubicBezTo>
                          <a:pt x="52859" y="51452"/>
                          <a:pt x="50267" y="47440"/>
                          <a:pt x="46496" y="42813"/>
                        </a:cubicBezTo>
                        <a:cubicBezTo>
                          <a:pt x="45464" y="41610"/>
                          <a:pt x="42177" y="38146"/>
                          <a:pt x="36634" y="32422"/>
                        </a:cubicBezTo>
                        <a:cubicBezTo>
                          <a:pt x="31104" y="26698"/>
                          <a:pt x="23292" y="18694"/>
                          <a:pt x="13198" y="840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0" name="Freeform: Shape 59">
                    <a:extLst>
                      <a:ext uri="{FF2B5EF4-FFF2-40B4-BE49-F238E27FC236}">
                        <a16:creationId xmlns:a16="http://schemas.microsoft.com/office/drawing/2014/main" id="{3A237FB2-0987-FAFC-C01A-33FEE4098AF1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4415570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4005 h 95994"/>
                      <a:gd name="connsiteX1" fmla="*/ 15502 w 63996"/>
                      <a:gd name="connsiteY1" fmla="*/ 74486 h 95994"/>
                      <a:gd name="connsiteX2" fmla="*/ 10640 w 63996"/>
                      <a:gd name="connsiteY2" fmla="*/ 45892 h 95994"/>
                      <a:gd name="connsiteX3" fmla="*/ 15502 w 63996"/>
                      <a:gd name="connsiteY3" fmla="*/ 17358 h 95994"/>
                      <a:gd name="connsiteX4" fmla="*/ 30047 w 63996"/>
                      <a:gd name="connsiteY4" fmla="*/ 7840 h 95994"/>
                      <a:gd name="connsiteX5" fmla="*/ 44652 w 63996"/>
                      <a:gd name="connsiteY5" fmla="*/ 17358 h 95994"/>
                      <a:gd name="connsiteX6" fmla="*/ 49534 w 63996"/>
                      <a:gd name="connsiteY6" fmla="*/ 45892 h 95994"/>
                      <a:gd name="connsiteX7" fmla="*/ 44652 w 63996"/>
                      <a:gd name="connsiteY7" fmla="*/ 74486 h 95994"/>
                      <a:gd name="connsiteX8" fmla="*/ 30047 w 63996"/>
                      <a:gd name="connsiteY8" fmla="*/ 84005 h 95994"/>
                      <a:gd name="connsiteX9" fmla="*/ 30047 w 63996"/>
                      <a:gd name="connsiteY9" fmla="*/ 93919 h 95994"/>
                      <a:gd name="connsiteX10" fmla="*/ 53840 w 63996"/>
                      <a:gd name="connsiteY10" fmla="*/ 81605 h 95994"/>
                      <a:gd name="connsiteX11" fmla="*/ 62055 w 63996"/>
                      <a:gd name="connsiteY11" fmla="*/ 45892 h 95994"/>
                      <a:gd name="connsiteX12" fmla="*/ 53840 w 63996"/>
                      <a:gd name="connsiteY12" fmla="*/ 10219 h 95994"/>
                      <a:gd name="connsiteX13" fmla="*/ 30047 w 63996"/>
                      <a:gd name="connsiteY13" fmla="*/ -2075 h 95994"/>
                      <a:gd name="connsiteX14" fmla="*/ 6274 w 63996"/>
                      <a:gd name="connsiteY14" fmla="*/ 10219 h 95994"/>
                      <a:gd name="connsiteX15" fmla="*/ -1941 w 63996"/>
                      <a:gd name="connsiteY15" fmla="*/ 45892 h 95994"/>
                      <a:gd name="connsiteX16" fmla="*/ 6274 w 63996"/>
                      <a:gd name="connsiteY16" fmla="*/ 81605 h 95994"/>
                      <a:gd name="connsiteX17" fmla="*/ 30047 w 63996"/>
                      <a:gd name="connsiteY17" fmla="*/ 9391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4005"/>
                        </a:moveTo>
                        <a:cubicBezTo>
                          <a:pt x="23605" y="84005"/>
                          <a:pt x="18756" y="80832"/>
                          <a:pt x="15502" y="74486"/>
                        </a:cubicBezTo>
                        <a:cubicBezTo>
                          <a:pt x="12261" y="68154"/>
                          <a:pt x="10640" y="58623"/>
                          <a:pt x="10640" y="45892"/>
                        </a:cubicBezTo>
                        <a:cubicBezTo>
                          <a:pt x="10640" y="33215"/>
                          <a:pt x="12261" y="23703"/>
                          <a:pt x="15502" y="17358"/>
                        </a:cubicBezTo>
                        <a:cubicBezTo>
                          <a:pt x="18756" y="11012"/>
                          <a:pt x="23605" y="7840"/>
                          <a:pt x="30047" y="7840"/>
                        </a:cubicBezTo>
                        <a:cubicBezTo>
                          <a:pt x="36543" y="7840"/>
                          <a:pt x="41411" y="11012"/>
                          <a:pt x="44652" y="17358"/>
                        </a:cubicBezTo>
                        <a:cubicBezTo>
                          <a:pt x="47907" y="23703"/>
                          <a:pt x="49534" y="33215"/>
                          <a:pt x="49534" y="45892"/>
                        </a:cubicBezTo>
                        <a:cubicBezTo>
                          <a:pt x="49534" y="58623"/>
                          <a:pt x="47907" y="68154"/>
                          <a:pt x="44652" y="74486"/>
                        </a:cubicBezTo>
                        <a:cubicBezTo>
                          <a:pt x="41411" y="80832"/>
                          <a:pt x="36543" y="84005"/>
                          <a:pt x="30047" y="84005"/>
                        </a:cubicBezTo>
                        <a:close/>
                        <a:moveTo>
                          <a:pt x="30047" y="93919"/>
                        </a:moveTo>
                        <a:cubicBezTo>
                          <a:pt x="40432" y="93919"/>
                          <a:pt x="48363" y="89815"/>
                          <a:pt x="53840" y="81605"/>
                        </a:cubicBezTo>
                        <a:cubicBezTo>
                          <a:pt x="59317" y="73409"/>
                          <a:pt x="62055" y="61505"/>
                          <a:pt x="62055" y="45892"/>
                        </a:cubicBezTo>
                        <a:cubicBezTo>
                          <a:pt x="62055" y="30320"/>
                          <a:pt x="59317" y="18429"/>
                          <a:pt x="53840" y="10219"/>
                        </a:cubicBezTo>
                        <a:cubicBezTo>
                          <a:pt x="48363" y="2023"/>
                          <a:pt x="40432" y="-2075"/>
                          <a:pt x="30047" y="-2075"/>
                        </a:cubicBezTo>
                        <a:cubicBezTo>
                          <a:pt x="19675" y="-2075"/>
                          <a:pt x="11751" y="2023"/>
                          <a:pt x="6274" y="10219"/>
                        </a:cubicBezTo>
                        <a:cubicBezTo>
                          <a:pt x="797" y="18429"/>
                          <a:pt x="-1941" y="30320"/>
                          <a:pt x="-1941" y="45892"/>
                        </a:cubicBezTo>
                        <a:cubicBezTo>
                          <a:pt x="-1941" y="61505"/>
                          <a:pt x="797" y="73409"/>
                          <a:pt x="6274" y="81605"/>
                        </a:cubicBezTo>
                        <a:cubicBezTo>
                          <a:pt x="11751" y="89815"/>
                          <a:pt x="19675" y="93919"/>
                          <a:pt x="30047" y="9391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61" name="Graphic 2">
                <a:extLst>
                  <a:ext uri="{FF2B5EF4-FFF2-40B4-BE49-F238E27FC236}">
                    <a16:creationId xmlns:a16="http://schemas.microsoft.com/office/drawing/2014/main" id="{FEB2E759-5ABB-DBAB-E127-07A8706A4587}"/>
                  </a:ext>
                </a:extLst>
              </p:cNvPr>
              <p:cNvGrpSpPr/>
              <p:nvPr/>
            </p:nvGrpSpPr>
            <p:grpSpPr>
              <a:xfrm>
                <a:off x="4157710" y="3740134"/>
                <a:ext cx="321508" cy="95994"/>
                <a:chOff x="4157710" y="3740134"/>
                <a:chExt cx="321508" cy="95994"/>
              </a:xfrm>
              <a:solidFill>
                <a:srgbClr val="000000"/>
              </a:solidFill>
            </p:grpSpPr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5F610D6D-B800-F6F0-6C6E-CA1DDF3DE90E}"/>
                    </a:ext>
                  </a:extLst>
                </p:cNvPr>
                <p:cNvSpPr/>
                <p:nvPr/>
              </p:nvSpPr>
              <p:spPr>
                <a:xfrm>
                  <a:off x="4434768" y="3786109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201 h 12690"/>
                    <a:gd name="connsiteX1" fmla="*/ 104 w 44450"/>
                    <a:gd name="connsiteY1" fmla="*/ 201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201"/>
                      </a:moveTo>
                      <a:lnTo>
                        <a:pt x="104" y="201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63" name="Graphic 2">
                  <a:extLst>
                    <a:ext uri="{FF2B5EF4-FFF2-40B4-BE49-F238E27FC236}">
                      <a16:creationId xmlns:a16="http://schemas.microsoft.com/office/drawing/2014/main" id="{04DC9E6E-3361-2123-404F-21EB05A801FD}"/>
                    </a:ext>
                  </a:extLst>
                </p:cNvPr>
                <p:cNvGrpSpPr/>
                <p:nvPr/>
              </p:nvGrpSpPr>
              <p:grpSpPr>
                <a:xfrm>
                  <a:off x="4157710" y="3740134"/>
                  <a:ext cx="224169" cy="95994"/>
                  <a:chOff x="4157710" y="374013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64" name="Freeform: Shape 63">
                    <a:extLst>
                      <a:ext uri="{FF2B5EF4-FFF2-40B4-BE49-F238E27FC236}">
                        <a16:creationId xmlns:a16="http://schemas.microsoft.com/office/drawing/2014/main" id="{81AC04D9-F0B6-CE7B-9D59-4EA1CAFE5574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3741800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242 h 94328"/>
                      <a:gd name="connsiteX1" fmla="*/ 51159 w 59908"/>
                      <a:gd name="connsiteY1" fmla="*/ 92242 h 94328"/>
                      <a:gd name="connsiteX2" fmla="*/ 51159 w 59908"/>
                      <a:gd name="connsiteY2" fmla="*/ 81693 h 94328"/>
                      <a:gd name="connsiteX3" fmla="*/ 13456 w 59908"/>
                      <a:gd name="connsiteY3" fmla="*/ 81693 h 94328"/>
                      <a:gd name="connsiteX4" fmla="*/ 13456 w 59908"/>
                      <a:gd name="connsiteY4" fmla="*/ 59028 h 94328"/>
                      <a:gd name="connsiteX5" fmla="*/ 18893 w 59908"/>
                      <a:gd name="connsiteY5" fmla="*/ 60416 h 94328"/>
                      <a:gd name="connsiteX6" fmla="*/ 24370 w 59908"/>
                      <a:gd name="connsiteY6" fmla="*/ 60872 h 94328"/>
                      <a:gd name="connsiteX7" fmla="*/ 48917 w 59908"/>
                      <a:gd name="connsiteY7" fmla="*/ 52385 h 94328"/>
                      <a:gd name="connsiteX8" fmla="*/ 57986 w 59908"/>
                      <a:gd name="connsiteY8" fmla="*/ 29403 h 94328"/>
                      <a:gd name="connsiteX9" fmla="*/ 48679 w 59908"/>
                      <a:gd name="connsiteY9" fmla="*/ 6183 h 94328"/>
                      <a:gd name="connsiteX10" fmla="*/ 22445 w 59908"/>
                      <a:gd name="connsiteY10" fmla="*/ -2086 h 94328"/>
                      <a:gd name="connsiteX11" fmla="*/ 10559 w 59908"/>
                      <a:gd name="connsiteY11" fmla="*/ -1095 h 94328"/>
                      <a:gd name="connsiteX12" fmla="*/ -1923 w 59908"/>
                      <a:gd name="connsiteY12" fmla="*/ 1880 h 94328"/>
                      <a:gd name="connsiteX13" fmla="*/ -1923 w 59908"/>
                      <a:gd name="connsiteY13" fmla="*/ 14471 h 94328"/>
                      <a:gd name="connsiteX14" fmla="*/ 9606 w 59908"/>
                      <a:gd name="connsiteY14" fmla="*/ 9950 h 94328"/>
                      <a:gd name="connsiteX15" fmla="*/ 22187 w 59908"/>
                      <a:gd name="connsiteY15" fmla="*/ 8463 h 94328"/>
                      <a:gd name="connsiteX16" fmla="*/ 39174 w 59908"/>
                      <a:gd name="connsiteY16" fmla="*/ 14095 h 94328"/>
                      <a:gd name="connsiteX17" fmla="*/ 45444 w 59908"/>
                      <a:gd name="connsiteY17" fmla="*/ 29403 h 94328"/>
                      <a:gd name="connsiteX18" fmla="*/ 39174 w 59908"/>
                      <a:gd name="connsiteY18" fmla="*/ 44691 h 94328"/>
                      <a:gd name="connsiteX19" fmla="*/ 22187 w 59908"/>
                      <a:gd name="connsiteY19" fmla="*/ 50343 h 94328"/>
                      <a:gd name="connsiteX20" fmla="*/ 12166 w 59908"/>
                      <a:gd name="connsiteY20" fmla="*/ 49232 h 94328"/>
                      <a:gd name="connsiteX21" fmla="*/ 1986 w 59908"/>
                      <a:gd name="connsiteY21" fmla="*/ 45762 h 94328"/>
                      <a:gd name="connsiteX22" fmla="*/ 1986 w 59908"/>
                      <a:gd name="connsiteY22" fmla="*/ 92242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242"/>
                        </a:moveTo>
                        <a:lnTo>
                          <a:pt x="51159" y="92242"/>
                        </a:lnTo>
                        <a:lnTo>
                          <a:pt x="51159" y="81693"/>
                        </a:lnTo>
                        <a:lnTo>
                          <a:pt x="13456" y="81693"/>
                        </a:lnTo>
                        <a:lnTo>
                          <a:pt x="13456" y="59028"/>
                        </a:lnTo>
                        <a:cubicBezTo>
                          <a:pt x="15269" y="59649"/>
                          <a:pt x="17081" y="60112"/>
                          <a:pt x="18893" y="60416"/>
                        </a:cubicBezTo>
                        <a:cubicBezTo>
                          <a:pt x="20719" y="60720"/>
                          <a:pt x="22545" y="60872"/>
                          <a:pt x="24370" y="60872"/>
                        </a:cubicBezTo>
                        <a:cubicBezTo>
                          <a:pt x="34702" y="60872"/>
                          <a:pt x="42884" y="58043"/>
                          <a:pt x="48917" y="52385"/>
                        </a:cubicBezTo>
                        <a:cubicBezTo>
                          <a:pt x="54963" y="46727"/>
                          <a:pt x="57986" y="39067"/>
                          <a:pt x="57986" y="29403"/>
                        </a:cubicBezTo>
                        <a:cubicBezTo>
                          <a:pt x="57986" y="19449"/>
                          <a:pt x="54883" y="11709"/>
                          <a:pt x="48679" y="6183"/>
                        </a:cubicBezTo>
                        <a:cubicBezTo>
                          <a:pt x="42474" y="670"/>
                          <a:pt x="33730" y="-2086"/>
                          <a:pt x="22445" y="-2086"/>
                        </a:cubicBezTo>
                        <a:cubicBezTo>
                          <a:pt x="18556" y="-2086"/>
                          <a:pt x="14594" y="-1756"/>
                          <a:pt x="10559" y="-1095"/>
                        </a:cubicBezTo>
                        <a:cubicBezTo>
                          <a:pt x="6537" y="-434"/>
                          <a:pt x="2377" y="558"/>
                          <a:pt x="-1923" y="1880"/>
                        </a:cubicBezTo>
                        <a:lnTo>
                          <a:pt x="-1923" y="14471"/>
                        </a:lnTo>
                        <a:cubicBezTo>
                          <a:pt x="1795" y="12449"/>
                          <a:pt x="5638" y="10942"/>
                          <a:pt x="9606" y="9950"/>
                        </a:cubicBezTo>
                        <a:cubicBezTo>
                          <a:pt x="13575" y="8959"/>
                          <a:pt x="17769" y="8463"/>
                          <a:pt x="22187" y="8463"/>
                        </a:cubicBezTo>
                        <a:cubicBezTo>
                          <a:pt x="29344" y="8463"/>
                          <a:pt x="35006" y="10340"/>
                          <a:pt x="39174" y="14095"/>
                        </a:cubicBezTo>
                        <a:cubicBezTo>
                          <a:pt x="43354" y="17849"/>
                          <a:pt x="45444" y="22952"/>
                          <a:pt x="45444" y="29403"/>
                        </a:cubicBezTo>
                        <a:cubicBezTo>
                          <a:pt x="45444" y="35841"/>
                          <a:pt x="43354" y="40937"/>
                          <a:pt x="39174" y="44691"/>
                        </a:cubicBezTo>
                        <a:cubicBezTo>
                          <a:pt x="35006" y="48459"/>
                          <a:pt x="29344" y="50343"/>
                          <a:pt x="22187" y="50343"/>
                        </a:cubicBezTo>
                        <a:cubicBezTo>
                          <a:pt x="18840" y="50343"/>
                          <a:pt x="15500" y="49973"/>
                          <a:pt x="12166" y="49232"/>
                        </a:cubicBezTo>
                        <a:cubicBezTo>
                          <a:pt x="8846" y="48492"/>
                          <a:pt x="5452" y="47335"/>
                          <a:pt x="1986" y="45762"/>
                        </a:cubicBezTo>
                        <a:lnTo>
                          <a:pt x="1986" y="922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5" name="Freeform: Shape 64">
                    <a:extLst>
                      <a:ext uri="{FF2B5EF4-FFF2-40B4-BE49-F238E27FC236}">
                        <a16:creationId xmlns:a16="http://schemas.microsoft.com/office/drawing/2014/main" id="{17DEEE57-9B6F-6B64-5CC9-E70ABC4F4E47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392" y="3740134"/>
                    <a:ext cx="60940" cy="95994"/>
                  </a:xfrm>
                  <a:custGeom>
                    <a:avLst/>
                    <a:gdLst>
                      <a:gd name="connsiteX0" fmla="*/ 39914 w 60940"/>
                      <a:gd name="connsiteY0" fmla="*/ 49567 h 95994"/>
                      <a:gd name="connsiteX1" fmla="*/ 53944 w 60940"/>
                      <a:gd name="connsiteY1" fmla="*/ 41556 h 95994"/>
                      <a:gd name="connsiteX2" fmla="*/ 59004 w 60940"/>
                      <a:gd name="connsiteY2" fmla="*/ 26565 h 95994"/>
                      <a:gd name="connsiteX3" fmla="*/ 49578 w 60940"/>
                      <a:gd name="connsiteY3" fmla="*/ 5367 h 95994"/>
                      <a:gd name="connsiteX4" fmla="*/ 22789 w 60940"/>
                      <a:gd name="connsiteY4" fmla="*/ -2128 h 95994"/>
                      <a:gd name="connsiteX5" fmla="*/ 10803 w 60940"/>
                      <a:gd name="connsiteY5" fmla="*/ -978 h 95994"/>
                      <a:gd name="connsiteX6" fmla="*/ -1936 w 60940"/>
                      <a:gd name="connsiteY6" fmla="*/ 2472 h 95994"/>
                      <a:gd name="connsiteX7" fmla="*/ -1936 w 60940"/>
                      <a:gd name="connsiteY7" fmla="*/ 14548 h 95994"/>
                      <a:gd name="connsiteX8" fmla="*/ 9454 w 60940"/>
                      <a:gd name="connsiteY8" fmla="*/ 9968 h 95994"/>
                      <a:gd name="connsiteX9" fmla="*/ 22432 w 60940"/>
                      <a:gd name="connsiteY9" fmla="*/ 8421 h 95994"/>
                      <a:gd name="connsiteX10" fmla="*/ 40371 w 60940"/>
                      <a:gd name="connsiteY10" fmla="*/ 13061 h 95994"/>
                      <a:gd name="connsiteX11" fmla="*/ 46542 w 60940"/>
                      <a:gd name="connsiteY11" fmla="*/ 26565 h 95994"/>
                      <a:gd name="connsiteX12" fmla="*/ 40807 w 60940"/>
                      <a:gd name="connsiteY12" fmla="*/ 39355 h 95994"/>
                      <a:gd name="connsiteX13" fmla="*/ 24853 w 60940"/>
                      <a:gd name="connsiteY13" fmla="*/ 43975 h 95994"/>
                      <a:gd name="connsiteX14" fmla="*/ 14058 w 60940"/>
                      <a:gd name="connsiteY14" fmla="*/ 43975 h 95994"/>
                      <a:gd name="connsiteX15" fmla="*/ 14058 w 60940"/>
                      <a:gd name="connsiteY15" fmla="*/ 54267 h 95994"/>
                      <a:gd name="connsiteX16" fmla="*/ 25349 w 60940"/>
                      <a:gd name="connsiteY16" fmla="*/ 54267 h 95994"/>
                      <a:gd name="connsiteX17" fmla="*/ 39478 w 60940"/>
                      <a:gd name="connsiteY17" fmla="*/ 57955 h 95994"/>
                      <a:gd name="connsiteX18" fmla="*/ 44379 w 60940"/>
                      <a:gd name="connsiteY18" fmla="*/ 68583 h 95994"/>
                      <a:gd name="connsiteX19" fmla="*/ 39319 w 60940"/>
                      <a:gd name="connsiteY19" fmla="*/ 79509 h 95994"/>
                      <a:gd name="connsiteX20" fmla="*/ 24853 w 60940"/>
                      <a:gd name="connsiteY20" fmla="*/ 83337 h 95994"/>
                      <a:gd name="connsiteX21" fmla="*/ 13800 w 60940"/>
                      <a:gd name="connsiteY21" fmla="*/ 82206 h 95994"/>
                      <a:gd name="connsiteX22" fmla="*/ 842 w 60940"/>
                      <a:gd name="connsiteY22" fmla="*/ 78756 h 95994"/>
                      <a:gd name="connsiteX23" fmla="*/ 842 w 60940"/>
                      <a:gd name="connsiteY23" fmla="*/ 89900 h 95994"/>
                      <a:gd name="connsiteX24" fmla="*/ 14216 w 60940"/>
                      <a:gd name="connsiteY24" fmla="*/ 92875 h 95994"/>
                      <a:gd name="connsiteX25" fmla="*/ 25964 w 60940"/>
                      <a:gd name="connsiteY25" fmla="*/ 93866 h 95994"/>
                      <a:gd name="connsiteX26" fmla="*/ 48526 w 60940"/>
                      <a:gd name="connsiteY26" fmla="*/ 87382 h 95994"/>
                      <a:gd name="connsiteX27" fmla="*/ 56841 w 60940"/>
                      <a:gd name="connsiteY27" fmla="*/ 69892 h 95994"/>
                      <a:gd name="connsiteX28" fmla="*/ 52436 w 60940"/>
                      <a:gd name="connsiteY28" fmla="*/ 56904 h 95994"/>
                      <a:gd name="connsiteX29" fmla="*/ 39914 w 60940"/>
                      <a:gd name="connsiteY29" fmla="*/ 49567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940" h="95994">
                        <a:moveTo>
                          <a:pt x="39914" y="49567"/>
                        </a:moveTo>
                        <a:cubicBezTo>
                          <a:pt x="45907" y="48285"/>
                          <a:pt x="50583" y="45614"/>
                          <a:pt x="53944" y="41556"/>
                        </a:cubicBezTo>
                        <a:cubicBezTo>
                          <a:pt x="57317" y="37511"/>
                          <a:pt x="59004" y="32514"/>
                          <a:pt x="59004" y="26565"/>
                        </a:cubicBezTo>
                        <a:cubicBezTo>
                          <a:pt x="59004" y="17443"/>
                          <a:pt x="55862" y="10378"/>
                          <a:pt x="49578" y="5367"/>
                        </a:cubicBezTo>
                        <a:cubicBezTo>
                          <a:pt x="43294" y="370"/>
                          <a:pt x="34364" y="-2128"/>
                          <a:pt x="22789" y="-2128"/>
                        </a:cubicBezTo>
                        <a:cubicBezTo>
                          <a:pt x="18913" y="-2128"/>
                          <a:pt x="14918" y="-1745"/>
                          <a:pt x="10803" y="-978"/>
                        </a:cubicBezTo>
                        <a:cubicBezTo>
                          <a:pt x="6689" y="-211"/>
                          <a:pt x="2442" y="939"/>
                          <a:pt x="-1936" y="2472"/>
                        </a:cubicBezTo>
                        <a:lnTo>
                          <a:pt x="-1936" y="14548"/>
                        </a:lnTo>
                        <a:cubicBezTo>
                          <a:pt x="1530" y="12526"/>
                          <a:pt x="5326" y="10999"/>
                          <a:pt x="9454" y="9968"/>
                        </a:cubicBezTo>
                        <a:cubicBezTo>
                          <a:pt x="13595" y="8937"/>
                          <a:pt x="17921" y="8421"/>
                          <a:pt x="22432" y="8421"/>
                        </a:cubicBezTo>
                        <a:cubicBezTo>
                          <a:pt x="30277" y="8421"/>
                          <a:pt x="36256" y="9968"/>
                          <a:pt x="40371" y="13061"/>
                        </a:cubicBezTo>
                        <a:cubicBezTo>
                          <a:pt x="44485" y="16155"/>
                          <a:pt x="46542" y="20656"/>
                          <a:pt x="46542" y="26565"/>
                        </a:cubicBezTo>
                        <a:cubicBezTo>
                          <a:pt x="46542" y="32025"/>
                          <a:pt x="44630" y="36288"/>
                          <a:pt x="40807" y="39355"/>
                        </a:cubicBezTo>
                        <a:cubicBezTo>
                          <a:pt x="36984" y="42435"/>
                          <a:pt x="31666" y="43975"/>
                          <a:pt x="24853" y="43975"/>
                        </a:cubicBezTo>
                        <a:lnTo>
                          <a:pt x="14058" y="43975"/>
                        </a:lnTo>
                        <a:lnTo>
                          <a:pt x="14058" y="54267"/>
                        </a:lnTo>
                        <a:lnTo>
                          <a:pt x="25349" y="54267"/>
                        </a:lnTo>
                        <a:cubicBezTo>
                          <a:pt x="31500" y="54267"/>
                          <a:pt x="36210" y="55496"/>
                          <a:pt x="39478" y="57955"/>
                        </a:cubicBezTo>
                        <a:cubicBezTo>
                          <a:pt x="42745" y="60414"/>
                          <a:pt x="44379" y="63957"/>
                          <a:pt x="44379" y="68583"/>
                        </a:cubicBezTo>
                        <a:cubicBezTo>
                          <a:pt x="44379" y="73329"/>
                          <a:pt x="42692" y="76971"/>
                          <a:pt x="39319" y="79509"/>
                        </a:cubicBezTo>
                        <a:cubicBezTo>
                          <a:pt x="35959" y="82061"/>
                          <a:pt x="31137" y="83337"/>
                          <a:pt x="24853" y="83337"/>
                        </a:cubicBezTo>
                        <a:cubicBezTo>
                          <a:pt x="21413" y="83337"/>
                          <a:pt x="17729" y="82960"/>
                          <a:pt x="13800" y="82206"/>
                        </a:cubicBezTo>
                        <a:cubicBezTo>
                          <a:pt x="9871" y="81466"/>
                          <a:pt x="5551" y="80316"/>
                          <a:pt x="842" y="78756"/>
                        </a:cubicBezTo>
                        <a:lnTo>
                          <a:pt x="842" y="89900"/>
                        </a:lnTo>
                        <a:cubicBezTo>
                          <a:pt x="5604" y="91222"/>
                          <a:pt x="10062" y="92214"/>
                          <a:pt x="14216" y="92875"/>
                        </a:cubicBezTo>
                        <a:cubicBezTo>
                          <a:pt x="18370" y="93535"/>
                          <a:pt x="22286" y="93866"/>
                          <a:pt x="25964" y="93866"/>
                        </a:cubicBezTo>
                        <a:cubicBezTo>
                          <a:pt x="35476" y="93866"/>
                          <a:pt x="42996" y="91705"/>
                          <a:pt x="48526" y="87382"/>
                        </a:cubicBezTo>
                        <a:cubicBezTo>
                          <a:pt x="54069" y="83072"/>
                          <a:pt x="56841" y="77242"/>
                          <a:pt x="56841" y="69892"/>
                        </a:cubicBezTo>
                        <a:cubicBezTo>
                          <a:pt x="56841" y="64763"/>
                          <a:pt x="55372" y="60434"/>
                          <a:pt x="52436" y="56904"/>
                        </a:cubicBezTo>
                        <a:cubicBezTo>
                          <a:pt x="49499" y="53374"/>
                          <a:pt x="45325" y="50929"/>
                          <a:pt x="39914" y="4956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6" name="Freeform: Shape 65">
                    <a:extLst>
                      <a:ext uri="{FF2B5EF4-FFF2-40B4-BE49-F238E27FC236}">
                        <a16:creationId xmlns:a16="http://schemas.microsoft.com/office/drawing/2014/main" id="{09AA3133-97E7-3D99-4ED5-0B0A3FFBAA0A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3740134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951 h 95994"/>
                      <a:gd name="connsiteX1" fmla="*/ 15502 w 63996"/>
                      <a:gd name="connsiteY1" fmla="*/ 74433 h 95994"/>
                      <a:gd name="connsiteX2" fmla="*/ 10640 w 63996"/>
                      <a:gd name="connsiteY2" fmla="*/ 45839 h 95994"/>
                      <a:gd name="connsiteX3" fmla="*/ 15502 w 63996"/>
                      <a:gd name="connsiteY3" fmla="*/ 17305 h 95994"/>
                      <a:gd name="connsiteX4" fmla="*/ 30047 w 63996"/>
                      <a:gd name="connsiteY4" fmla="*/ 7787 h 95994"/>
                      <a:gd name="connsiteX5" fmla="*/ 44652 w 63996"/>
                      <a:gd name="connsiteY5" fmla="*/ 17305 h 95994"/>
                      <a:gd name="connsiteX6" fmla="*/ 49534 w 63996"/>
                      <a:gd name="connsiteY6" fmla="*/ 45839 h 95994"/>
                      <a:gd name="connsiteX7" fmla="*/ 44652 w 63996"/>
                      <a:gd name="connsiteY7" fmla="*/ 74433 h 95994"/>
                      <a:gd name="connsiteX8" fmla="*/ 30047 w 63996"/>
                      <a:gd name="connsiteY8" fmla="*/ 83951 h 95994"/>
                      <a:gd name="connsiteX9" fmla="*/ 30047 w 63996"/>
                      <a:gd name="connsiteY9" fmla="*/ 93866 h 95994"/>
                      <a:gd name="connsiteX10" fmla="*/ 53840 w 63996"/>
                      <a:gd name="connsiteY10" fmla="*/ 81552 h 95994"/>
                      <a:gd name="connsiteX11" fmla="*/ 62055 w 63996"/>
                      <a:gd name="connsiteY11" fmla="*/ 45839 h 95994"/>
                      <a:gd name="connsiteX12" fmla="*/ 53840 w 63996"/>
                      <a:gd name="connsiteY12" fmla="*/ 10166 h 95994"/>
                      <a:gd name="connsiteX13" fmla="*/ 30047 w 63996"/>
                      <a:gd name="connsiteY13" fmla="*/ -2128 h 95994"/>
                      <a:gd name="connsiteX14" fmla="*/ 6274 w 63996"/>
                      <a:gd name="connsiteY14" fmla="*/ 10166 h 95994"/>
                      <a:gd name="connsiteX15" fmla="*/ -1941 w 63996"/>
                      <a:gd name="connsiteY15" fmla="*/ 45839 h 95994"/>
                      <a:gd name="connsiteX16" fmla="*/ 6274 w 63996"/>
                      <a:gd name="connsiteY16" fmla="*/ 81552 h 95994"/>
                      <a:gd name="connsiteX17" fmla="*/ 30047 w 63996"/>
                      <a:gd name="connsiteY17" fmla="*/ 9386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951"/>
                        </a:moveTo>
                        <a:cubicBezTo>
                          <a:pt x="23605" y="83951"/>
                          <a:pt x="18756" y="80779"/>
                          <a:pt x="15502" y="74433"/>
                        </a:cubicBezTo>
                        <a:cubicBezTo>
                          <a:pt x="12261" y="68101"/>
                          <a:pt x="10640" y="58570"/>
                          <a:pt x="10640" y="45839"/>
                        </a:cubicBezTo>
                        <a:cubicBezTo>
                          <a:pt x="10640" y="33162"/>
                          <a:pt x="12261" y="23650"/>
                          <a:pt x="15502" y="17305"/>
                        </a:cubicBezTo>
                        <a:cubicBezTo>
                          <a:pt x="18756" y="10959"/>
                          <a:pt x="23605" y="7787"/>
                          <a:pt x="30047" y="7787"/>
                        </a:cubicBezTo>
                        <a:cubicBezTo>
                          <a:pt x="36543" y="7787"/>
                          <a:pt x="41411" y="10959"/>
                          <a:pt x="44652" y="17305"/>
                        </a:cubicBezTo>
                        <a:cubicBezTo>
                          <a:pt x="47907" y="23650"/>
                          <a:pt x="49534" y="33162"/>
                          <a:pt x="49534" y="45839"/>
                        </a:cubicBezTo>
                        <a:cubicBezTo>
                          <a:pt x="49534" y="58570"/>
                          <a:pt x="47907" y="68101"/>
                          <a:pt x="44652" y="74433"/>
                        </a:cubicBezTo>
                        <a:cubicBezTo>
                          <a:pt x="41411" y="80779"/>
                          <a:pt x="36543" y="83951"/>
                          <a:pt x="30047" y="83951"/>
                        </a:cubicBezTo>
                        <a:close/>
                        <a:moveTo>
                          <a:pt x="30047" y="93866"/>
                        </a:moveTo>
                        <a:cubicBezTo>
                          <a:pt x="40432" y="93866"/>
                          <a:pt x="48363" y="89761"/>
                          <a:pt x="53840" y="81552"/>
                        </a:cubicBezTo>
                        <a:cubicBezTo>
                          <a:pt x="59317" y="73356"/>
                          <a:pt x="62055" y="61452"/>
                          <a:pt x="62055" y="45839"/>
                        </a:cubicBezTo>
                        <a:cubicBezTo>
                          <a:pt x="62055" y="30266"/>
                          <a:pt x="59317" y="18375"/>
                          <a:pt x="53840" y="10166"/>
                        </a:cubicBezTo>
                        <a:cubicBezTo>
                          <a:pt x="48363" y="1970"/>
                          <a:pt x="40432" y="-2128"/>
                          <a:pt x="30047" y="-2128"/>
                        </a:cubicBezTo>
                        <a:cubicBezTo>
                          <a:pt x="19675" y="-2128"/>
                          <a:pt x="11751" y="1970"/>
                          <a:pt x="6274" y="10166"/>
                        </a:cubicBezTo>
                        <a:cubicBezTo>
                          <a:pt x="797" y="18375"/>
                          <a:pt x="-1941" y="30266"/>
                          <a:pt x="-1941" y="45839"/>
                        </a:cubicBezTo>
                        <a:cubicBezTo>
                          <a:pt x="-1941" y="61452"/>
                          <a:pt x="797" y="73356"/>
                          <a:pt x="6274" y="81552"/>
                        </a:cubicBezTo>
                        <a:cubicBezTo>
                          <a:pt x="11751" y="89761"/>
                          <a:pt x="19675" y="93866"/>
                          <a:pt x="30047" y="9386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67" name="Graphic 2">
                <a:extLst>
                  <a:ext uri="{FF2B5EF4-FFF2-40B4-BE49-F238E27FC236}">
                    <a16:creationId xmlns:a16="http://schemas.microsoft.com/office/drawing/2014/main" id="{EAC1D62B-3320-C761-B9C0-329608475437}"/>
                  </a:ext>
                </a:extLst>
              </p:cNvPr>
              <p:cNvGrpSpPr/>
              <p:nvPr/>
            </p:nvGrpSpPr>
            <p:grpSpPr>
              <a:xfrm>
                <a:off x="4157710" y="3064698"/>
                <a:ext cx="321508" cy="95994"/>
                <a:chOff x="4157710" y="3064698"/>
                <a:chExt cx="321508" cy="95994"/>
              </a:xfrm>
              <a:solidFill>
                <a:srgbClr val="000000"/>
              </a:solidFill>
            </p:grpSpPr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6ADF9D45-ABB5-0222-A6DA-1602B425DE9A}"/>
                    </a:ext>
                  </a:extLst>
                </p:cNvPr>
                <p:cNvSpPr/>
                <p:nvPr/>
              </p:nvSpPr>
              <p:spPr>
                <a:xfrm>
                  <a:off x="4434768" y="3110673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148 h 12690"/>
                    <a:gd name="connsiteX1" fmla="*/ 104 w 44450"/>
                    <a:gd name="connsiteY1" fmla="*/ 148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148"/>
                      </a:moveTo>
                      <a:lnTo>
                        <a:pt x="104" y="148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69" name="Graphic 2">
                  <a:extLst>
                    <a:ext uri="{FF2B5EF4-FFF2-40B4-BE49-F238E27FC236}">
                      <a16:creationId xmlns:a16="http://schemas.microsoft.com/office/drawing/2014/main" id="{21F815F4-A28A-213D-FA3C-4DC4E5841491}"/>
                    </a:ext>
                  </a:extLst>
                </p:cNvPr>
                <p:cNvGrpSpPr/>
                <p:nvPr/>
              </p:nvGrpSpPr>
              <p:grpSpPr>
                <a:xfrm>
                  <a:off x="4157710" y="3064698"/>
                  <a:ext cx="224169" cy="95994"/>
                  <a:chOff x="4157710" y="3064698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70" name="Freeform: Shape 69">
                    <a:extLst>
                      <a:ext uri="{FF2B5EF4-FFF2-40B4-BE49-F238E27FC236}">
                        <a16:creationId xmlns:a16="http://schemas.microsoft.com/office/drawing/2014/main" id="{E58B95B7-9DE2-CD7C-ECC0-927B06970E12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3066364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189 h 94328"/>
                      <a:gd name="connsiteX1" fmla="*/ 51159 w 59908"/>
                      <a:gd name="connsiteY1" fmla="*/ 92189 h 94328"/>
                      <a:gd name="connsiteX2" fmla="*/ 51159 w 59908"/>
                      <a:gd name="connsiteY2" fmla="*/ 81640 h 94328"/>
                      <a:gd name="connsiteX3" fmla="*/ 13456 w 59908"/>
                      <a:gd name="connsiteY3" fmla="*/ 81640 h 94328"/>
                      <a:gd name="connsiteX4" fmla="*/ 13456 w 59908"/>
                      <a:gd name="connsiteY4" fmla="*/ 58975 h 94328"/>
                      <a:gd name="connsiteX5" fmla="*/ 18893 w 59908"/>
                      <a:gd name="connsiteY5" fmla="*/ 60363 h 94328"/>
                      <a:gd name="connsiteX6" fmla="*/ 24370 w 59908"/>
                      <a:gd name="connsiteY6" fmla="*/ 60819 h 94328"/>
                      <a:gd name="connsiteX7" fmla="*/ 48917 w 59908"/>
                      <a:gd name="connsiteY7" fmla="*/ 52332 h 94328"/>
                      <a:gd name="connsiteX8" fmla="*/ 57986 w 59908"/>
                      <a:gd name="connsiteY8" fmla="*/ 29350 h 94328"/>
                      <a:gd name="connsiteX9" fmla="*/ 48679 w 59908"/>
                      <a:gd name="connsiteY9" fmla="*/ 6130 h 94328"/>
                      <a:gd name="connsiteX10" fmla="*/ 22445 w 59908"/>
                      <a:gd name="connsiteY10" fmla="*/ -2139 h 94328"/>
                      <a:gd name="connsiteX11" fmla="*/ 10559 w 59908"/>
                      <a:gd name="connsiteY11" fmla="*/ -1148 h 94328"/>
                      <a:gd name="connsiteX12" fmla="*/ -1923 w 59908"/>
                      <a:gd name="connsiteY12" fmla="*/ 1827 h 94328"/>
                      <a:gd name="connsiteX13" fmla="*/ -1923 w 59908"/>
                      <a:gd name="connsiteY13" fmla="*/ 14418 h 94328"/>
                      <a:gd name="connsiteX14" fmla="*/ 9606 w 59908"/>
                      <a:gd name="connsiteY14" fmla="*/ 9897 h 94328"/>
                      <a:gd name="connsiteX15" fmla="*/ 22187 w 59908"/>
                      <a:gd name="connsiteY15" fmla="*/ 8410 h 94328"/>
                      <a:gd name="connsiteX16" fmla="*/ 39174 w 59908"/>
                      <a:gd name="connsiteY16" fmla="*/ 14041 h 94328"/>
                      <a:gd name="connsiteX17" fmla="*/ 45444 w 59908"/>
                      <a:gd name="connsiteY17" fmla="*/ 29350 h 94328"/>
                      <a:gd name="connsiteX18" fmla="*/ 39174 w 59908"/>
                      <a:gd name="connsiteY18" fmla="*/ 44638 h 94328"/>
                      <a:gd name="connsiteX19" fmla="*/ 22187 w 59908"/>
                      <a:gd name="connsiteY19" fmla="*/ 50290 h 94328"/>
                      <a:gd name="connsiteX20" fmla="*/ 12166 w 59908"/>
                      <a:gd name="connsiteY20" fmla="*/ 49179 h 94328"/>
                      <a:gd name="connsiteX21" fmla="*/ 1986 w 59908"/>
                      <a:gd name="connsiteY21" fmla="*/ 45709 h 94328"/>
                      <a:gd name="connsiteX22" fmla="*/ 1986 w 59908"/>
                      <a:gd name="connsiteY22" fmla="*/ 92189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189"/>
                        </a:moveTo>
                        <a:lnTo>
                          <a:pt x="51159" y="92189"/>
                        </a:lnTo>
                        <a:lnTo>
                          <a:pt x="51159" y="81640"/>
                        </a:lnTo>
                        <a:lnTo>
                          <a:pt x="13456" y="81640"/>
                        </a:lnTo>
                        <a:lnTo>
                          <a:pt x="13456" y="58975"/>
                        </a:lnTo>
                        <a:cubicBezTo>
                          <a:pt x="15269" y="59596"/>
                          <a:pt x="17081" y="60059"/>
                          <a:pt x="18893" y="60363"/>
                        </a:cubicBezTo>
                        <a:cubicBezTo>
                          <a:pt x="20719" y="60667"/>
                          <a:pt x="22545" y="60819"/>
                          <a:pt x="24370" y="60819"/>
                        </a:cubicBezTo>
                        <a:cubicBezTo>
                          <a:pt x="34702" y="60819"/>
                          <a:pt x="42884" y="57990"/>
                          <a:pt x="48917" y="52332"/>
                        </a:cubicBezTo>
                        <a:cubicBezTo>
                          <a:pt x="54963" y="46674"/>
                          <a:pt x="57986" y="39013"/>
                          <a:pt x="57986" y="29350"/>
                        </a:cubicBezTo>
                        <a:cubicBezTo>
                          <a:pt x="57986" y="19395"/>
                          <a:pt x="54883" y="11655"/>
                          <a:pt x="48679" y="6130"/>
                        </a:cubicBezTo>
                        <a:cubicBezTo>
                          <a:pt x="42474" y="617"/>
                          <a:pt x="33730" y="-2139"/>
                          <a:pt x="22445" y="-2139"/>
                        </a:cubicBezTo>
                        <a:cubicBezTo>
                          <a:pt x="18556" y="-2139"/>
                          <a:pt x="14594" y="-1809"/>
                          <a:pt x="10559" y="-1148"/>
                        </a:cubicBezTo>
                        <a:cubicBezTo>
                          <a:pt x="6537" y="-487"/>
                          <a:pt x="2377" y="505"/>
                          <a:pt x="-1923" y="1827"/>
                        </a:cubicBezTo>
                        <a:lnTo>
                          <a:pt x="-1923" y="14418"/>
                        </a:lnTo>
                        <a:cubicBezTo>
                          <a:pt x="1795" y="12396"/>
                          <a:pt x="5638" y="10889"/>
                          <a:pt x="9606" y="9897"/>
                        </a:cubicBezTo>
                        <a:cubicBezTo>
                          <a:pt x="13575" y="8906"/>
                          <a:pt x="17769" y="8410"/>
                          <a:pt x="22187" y="8410"/>
                        </a:cubicBezTo>
                        <a:cubicBezTo>
                          <a:pt x="29344" y="8410"/>
                          <a:pt x="35006" y="10287"/>
                          <a:pt x="39174" y="14041"/>
                        </a:cubicBezTo>
                        <a:cubicBezTo>
                          <a:pt x="43354" y="17796"/>
                          <a:pt x="45444" y="22899"/>
                          <a:pt x="45444" y="29350"/>
                        </a:cubicBezTo>
                        <a:cubicBezTo>
                          <a:pt x="45444" y="35788"/>
                          <a:pt x="43354" y="40884"/>
                          <a:pt x="39174" y="44638"/>
                        </a:cubicBezTo>
                        <a:cubicBezTo>
                          <a:pt x="35006" y="48406"/>
                          <a:pt x="29344" y="50290"/>
                          <a:pt x="22187" y="50290"/>
                        </a:cubicBezTo>
                        <a:cubicBezTo>
                          <a:pt x="18840" y="50290"/>
                          <a:pt x="15500" y="49919"/>
                          <a:pt x="12166" y="49179"/>
                        </a:cubicBezTo>
                        <a:cubicBezTo>
                          <a:pt x="8846" y="48439"/>
                          <a:pt x="5452" y="47282"/>
                          <a:pt x="1986" y="45709"/>
                        </a:cubicBezTo>
                        <a:lnTo>
                          <a:pt x="1986" y="9218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1" name="Freeform: Shape 70">
                    <a:extLst>
                      <a:ext uri="{FF2B5EF4-FFF2-40B4-BE49-F238E27FC236}">
                        <a16:creationId xmlns:a16="http://schemas.microsoft.com/office/drawing/2014/main" id="{116FBE09-4F77-D783-F4F5-51CF83AF005C}"/>
                      </a:ext>
                    </a:extLst>
                  </p:cNvPr>
                  <p:cNvSpPr/>
                  <p:nvPr/>
                </p:nvSpPr>
                <p:spPr>
                  <a:xfrm flipV="1">
                    <a:off x="4234919" y="3066364"/>
                    <a:ext cx="67468" cy="92524"/>
                  </a:xfrm>
                  <a:custGeom>
                    <a:avLst/>
                    <a:gdLst>
                      <a:gd name="connsiteX0" fmla="*/ 39865 w 67468"/>
                      <a:gd name="connsiteY0" fmla="*/ 79433 h 92524"/>
                      <a:gd name="connsiteX1" fmla="*/ 8234 w 67468"/>
                      <a:gd name="connsiteY1" fmla="*/ 30038 h 92524"/>
                      <a:gd name="connsiteX2" fmla="*/ 39865 w 67468"/>
                      <a:gd name="connsiteY2" fmla="*/ 30038 h 92524"/>
                      <a:gd name="connsiteX3" fmla="*/ 39865 w 67468"/>
                      <a:gd name="connsiteY3" fmla="*/ 79433 h 92524"/>
                      <a:gd name="connsiteX4" fmla="*/ 36571 w 67468"/>
                      <a:gd name="connsiteY4" fmla="*/ 90339 h 92524"/>
                      <a:gd name="connsiteX5" fmla="*/ 52327 w 67468"/>
                      <a:gd name="connsiteY5" fmla="*/ 90339 h 92524"/>
                      <a:gd name="connsiteX6" fmla="*/ 52327 w 67468"/>
                      <a:gd name="connsiteY6" fmla="*/ 30038 h 92524"/>
                      <a:gd name="connsiteX7" fmla="*/ 65543 w 67468"/>
                      <a:gd name="connsiteY7" fmla="*/ 30038 h 92524"/>
                      <a:gd name="connsiteX8" fmla="*/ 65543 w 67468"/>
                      <a:gd name="connsiteY8" fmla="*/ 19627 h 92524"/>
                      <a:gd name="connsiteX9" fmla="*/ 52327 w 67468"/>
                      <a:gd name="connsiteY9" fmla="*/ 19627 h 92524"/>
                      <a:gd name="connsiteX10" fmla="*/ 52327 w 67468"/>
                      <a:gd name="connsiteY10" fmla="*/ -2185 h 92524"/>
                      <a:gd name="connsiteX11" fmla="*/ 39865 w 67468"/>
                      <a:gd name="connsiteY11" fmla="*/ -2185 h 92524"/>
                      <a:gd name="connsiteX12" fmla="*/ 39865 w 67468"/>
                      <a:gd name="connsiteY12" fmla="*/ 19627 h 92524"/>
                      <a:gd name="connsiteX13" fmla="*/ -1926 w 67468"/>
                      <a:gd name="connsiteY13" fmla="*/ 19627 h 92524"/>
                      <a:gd name="connsiteX14" fmla="*/ -1926 w 67468"/>
                      <a:gd name="connsiteY14" fmla="*/ 31704 h 92524"/>
                      <a:gd name="connsiteX15" fmla="*/ 36571 w 67468"/>
                      <a:gd name="connsiteY15" fmla="*/ 90339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39865" y="79433"/>
                        </a:moveTo>
                        <a:lnTo>
                          <a:pt x="8234" y="30038"/>
                        </a:lnTo>
                        <a:lnTo>
                          <a:pt x="39865" y="30038"/>
                        </a:lnTo>
                        <a:lnTo>
                          <a:pt x="39865" y="79433"/>
                        </a:lnTo>
                        <a:close/>
                        <a:moveTo>
                          <a:pt x="36571" y="90339"/>
                        </a:moveTo>
                        <a:lnTo>
                          <a:pt x="52327" y="90339"/>
                        </a:lnTo>
                        <a:lnTo>
                          <a:pt x="52327" y="30038"/>
                        </a:lnTo>
                        <a:lnTo>
                          <a:pt x="65543" y="30038"/>
                        </a:lnTo>
                        <a:lnTo>
                          <a:pt x="65543" y="19627"/>
                        </a:lnTo>
                        <a:lnTo>
                          <a:pt x="52327" y="19627"/>
                        </a:lnTo>
                        <a:lnTo>
                          <a:pt x="52327" y="-2185"/>
                        </a:lnTo>
                        <a:lnTo>
                          <a:pt x="39865" y="-2185"/>
                        </a:lnTo>
                        <a:lnTo>
                          <a:pt x="39865" y="19627"/>
                        </a:lnTo>
                        <a:lnTo>
                          <a:pt x="-1926" y="19627"/>
                        </a:lnTo>
                        <a:lnTo>
                          <a:pt x="-1926" y="31704"/>
                        </a:lnTo>
                        <a:lnTo>
                          <a:pt x="36571" y="903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2" name="Freeform: Shape 71">
                    <a:extLst>
                      <a:ext uri="{FF2B5EF4-FFF2-40B4-BE49-F238E27FC236}">
                        <a16:creationId xmlns:a16="http://schemas.microsoft.com/office/drawing/2014/main" id="{F54561EF-9BB9-FEC1-7A3C-ED9E6EA52FF3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3064698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898 h 95994"/>
                      <a:gd name="connsiteX1" fmla="*/ 15502 w 63996"/>
                      <a:gd name="connsiteY1" fmla="*/ 74380 h 95994"/>
                      <a:gd name="connsiteX2" fmla="*/ 10640 w 63996"/>
                      <a:gd name="connsiteY2" fmla="*/ 45786 h 95994"/>
                      <a:gd name="connsiteX3" fmla="*/ 15502 w 63996"/>
                      <a:gd name="connsiteY3" fmla="*/ 17251 h 95994"/>
                      <a:gd name="connsiteX4" fmla="*/ 30047 w 63996"/>
                      <a:gd name="connsiteY4" fmla="*/ 7733 h 95994"/>
                      <a:gd name="connsiteX5" fmla="*/ 44652 w 63996"/>
                      <a:gd name="connsiteY5" fmla="*/ 17251 h 95994"/>
                      <a:gd name="connsiteX6" fmla="*/ 49534 w 63996"/>
                      <a:gd name="connsiteY6" fmla="*/ 45786 h 95994"/>
                      <a:gd name="connsiteX7" fmla="*/ 44652 w 63996"/>
                      <a:gd name="connsiteY7" fmla="*/ 74380 h 95994"/>
                      <a:gd name="connsiteX8" fmla="*/ 30047 w 63996"/>
                      <a:gd name="connsiteY8" fmla="*/ 83898 h 95994"/>
                      <a:gd name="connsiteX9" fmla="*/ 30047 w 63996"/>
                      <a:gd name="connsiteY9" fmla="*/ 93813 h 95994"/>
                      <a:gd name="connsiteX10" fmla="*/ 53840 w 63996"/>
                      <a:gd name="connsiteY10" fmla="*/ 81499 h 95994"/>
                      <a:gd name="connsiteX11" fmla="*/ 62055 w 63996"/>
                      <a:gd name="connsiteY11" fmla="*/ 45786 h 95994"/>
                      <a:gd name="connsiteX12" fmla="*/ 53840 w 63996"/>
                      <a:gd name="connsiteY12" fmla="*/ 10113 h 95994"/>
                      <a:gd name="connsiteX13" fmla="*/ 30047 w 63996"/>
                      <a:gd name="connsiteY13" fmla="*/ -2181 h 95994"/>
                      <a:gd name="connsiteX14" fmla="*/ 6274 w 63996"/>
                      <a:gd name="connsiteY14" fmla="*/ 10113 h 95994"/>
                      <a:gd name="connsiteX15" fmla="*/ -1941 w 63996"/>
                      <a:gd name="connsiteY15" fmla="*/ 45786 h 95994"/>
                      <a:gd name="connsiteX16" fmla="*/ 6274 w 63996"/>
                      <a:gd name="connsiteY16" fmla="*/ 81499 h 95994"/>
                      <a:gd name="connsiteX17" fmla="*/ 30047 w 63996"/>
                      <a:gd name="connsiteY17" fmla="*/ 9381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898"/>
                        </a:moveTo>
                        <a:cubicBezTo>
                          <a:pt x="23605" y="83898"/>
                          <a:pt x="18756" y="80725"/>
                          <a:pt x="15502" y="74380"/>
                        </a:cubicBezTo>
                        <a:cubicBezTo>
                          <a:pt x="12261" y="68048"/>
                          <a:pt x="10640" y="58516"/>
                          <a:pt x="10640" y="45786"/>
                        </a:cubicBezTo>
                        <a:cubicBezTo>
                          <a:pt x="10640" y="33108"/>
                          <a:pt x="12261" y="23597"/>
                          <a:pt x="15502" y="17251"/>
                        </a:cubicBezTo>
                        <a:cubicBezTo>
                          <a:pt x="18756" y="10906"/>
                          <a:pt x="23605" y="7733"/>
                          <a:pt x="30047" y="7733"/>
                        </a:cubicBezTo>
                        <a:cubicBezTo>
                          <a:pt x="36543" y="7733"/>
                          <a:pt x="41411" y="10906"/>
                          <a:pt x="44652" y="17251"/>
                        </a:cubicBezTo>
                        <a:cubicBezTo>
                          <a:pt x="47907" y="23597"/>
                          <a:pt x="49534" y="33108"/>
                          <a:pt x="49534" y="45786"/>
                        </a:cubicBezTo>
                        <a:cubicBezTo>
                          <a:pt x="49534" y="58516"/>
                          <a:pt x="47907" y="68048"/>
                          <a:pt x="44652" y="74380"/>
                        </a:cubicBezTo>
                        <a:cubicBezTo>
                          <a:pt x="41411" y="80725"/>
                          <a:pt x="36543" y="83898"/>
                          <a:pt x="30047" y="83898"/>
                        </a:cubicBezTo>
                        <a:close/>
                        <a:moveTo>
                          <a:pt x="30047" y="93813"/>
                        </a:moveTo>
                        <a:cubicBezTo>
                          <a:pt x="40432" y="93813"/>
                          <a:pt x="48363" y="89708"/>
                          <a:pt x="53840" y="81499"/>
                        </a:cubicBezTo>
                        <a:cubicBezTo>
                          <a:pt x="59317" y="73303"/>
                          <a:pt x="62055" y="61398"/>
                          <a:pt x="62055" y="45786"/>
                        </a:cubicBezTo>
                        <a:cubicBezTo>
                          <a:pt x="62055" y="30213"/>
                          <a:pt x="59317" y="18322"/>
                          <a:pt x="53840" y="10113"/>
                        </a:cubicBezTo>
                        <a:cubicBezTo>
                          <a:pt x="48363" y="1917"/>
                          <a:pt x="40432" y="-2181"/>
                          <a:pt x="30047" y="-2181"/>
                        </a:cubicBezTo>
                        <a:cubicBezTo>
                          <a:pt x="19675" y="-2181"/>
                          <a:pt x="11751" y="1917"/>
                          <a:pt x="6274" y="10113"/>
                        </a:cubicBezTo>
                        <a:cubicBezTo>
                          <a:pt x="797" y="18322"/>
                          <a:pt x="-1941" y="30213"/>
                          <a:pt x="-1941" y="45786"/>
                        </a:cubicBezTo>
                        <a:cubicBezTo>
                          <a:pt x="-1941" y="61398"/>
                          <a:pt x="797" y="73303"/>
                          <a:pt x="6274" y="81499"/>
                        </a:cubicBezTo>
                        <a:cubicBezTo>
                          <a:pt x="11751" y="89708"/>
                          <a:pt x="19675" y="93813"/>
                          <a:pt x="30047" y="938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73" name="Graphic 2">
                <a:extLst>
                  <a:ext uri="{FF2B5EF4-FFF2-40B4-BE49-F238E27FC236}">
                    <a16:creationId xmlns:a16="http://schemas.microsoft.com/office/drawing/2014/main" id="{EB3E1B4E-E67D-100C-3C66-0C284328583D}"/>
                  </a:ext>
                </a:extLst>
              </p:cNvPr>
              <p:cNvGrpSpPr/>
              <p:nvPr/>
            </p:nvGrpSpPr>
            <p:grpSpPr>
              <a:xfrm>
                <a:off x="4157710" y="2389262"/>
                <a:ext cx="321508" cy="95994"/>
                <a:chOff x="4157710" y="2389262"/>
                <a:chExt cx="321508" cy="95994"/>
              </a:xfrm>
              <a:solidFill>
                <a:srgbClr val="000000"/>
              </a:solidFill>
            </p:grpSpPr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20F32374-4217-E1FC-065B-DAEFE5D7B9AB}"/>
                    </a:ext>
                  </a:extLst>
                </p:cNvPr>
                <p:cNvSpPr/>
                <p:nvPr/>
              </p:nvSpPr>
              <p:spPr>
                <a:xfrm>
                  <a:off x="4434768" y="2435236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95 h 12690"/>
                    <a:gd name="connsiteX1" fmla="*/ 104 w 44450"/>
                    <a:gd name="connsiteY1" fmla="*/ 9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95"/>
                      </a:moveTo>
                      <a:lnTo>
                        <a:pt x="104" y="9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75" name="Graphic 2">
                  <a:extLst>
                    <a:ext uri="{FF2B5EF4-FFF2-40B4-BE49-F238E27FC236}">
                      <a16:creationId xmlns:a16="http://schemas.microsoft.com/office/drawing/2014/main" id="{3B447802-6F5C-84BF-6AE6-45503149D5C6}"/>
                    </a:ext>
                  </a:extLst>
                </p:cNvPr>
                <p:cNvGrpSpPr/>
                <p:nvPr/>
              </p:nvGrpSpPr>
              <p:grpSpPr>
                <a:xfrm>
                  <a:off x="4157710" y="2389262"/>
                  <a:ext cx="224169" cy="95994"/>
                  <a:chOff x="4157710" y="2389262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76" name="Freeform: Shape 75">
                    <a:extLst>
                      <a:ext uri="{FF2B5EF4-FFF2-40B4-BE49-F238E27FC236}">
                        <a16:creationId xmlns:a16="http://schemas.microsoft.com/office/drawing/2014/main" id="{7A923D47-5A4B-FD15-8036-019F6011E744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2390928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136 h 94328"/>
                      <a:gd name="connsiteX1" fmla="*/ 51159 w 59908"/>
                      <a:gd name="connsiteY1" fmla="*/ 92136 h 94328"/>
                      <a:gd name="connsiteX2" fmla="*/ 51159 w 59908"/>
                      <a:gd name="connsiteY2" fmla="*/ 81587 h 94328"/>
                      <a:gd name="connsiteX3" fmla="*/ 13456 w 59908"/>
                      <a:gd name="connsiteY3" fmla="*/ 81587 h 94328"/>
                      <a:gd name="connsiteX4" fmla="*/ 13456 w 59908"/>
                      <a:gd name="connsiteY4" fmla="*/ 58922 h 94328"/>
                      <a:gd name="connsiteX5" fmla="*/ 18893 w 59908"/>
                      <a:gd name="connsiteY5" fmla="*/ 60310 h 94328"/>
                      <a:gd name="connsiteX6" fmla="*/ 24370 w 59908"/>
                      <a:gd name="connsiteY6" fmla="*/ 60766 h 94328"/>
                      <a:gd name="connsiteX7" fmla="*/ 48917 w 59908"/>
                      <a:gd name="connsiteY7" fmla="*/ 52279 h 94328"/>
                      <a:gd name="connsiteX8" fmla="*/ 57986 w 59908"/>
                      <a:gd name="connsiteY8" fmla="*/ 29297 h 94328"/>
                      <a:gd name="connsiteX9" fmla="*/ 48679 w 59908"/>
                      <a:gd name="connsiteY9" fmla="*/ 6076 h 94328"/>
                      <a:gd name="connsiteX10" fmla="*/ 22445 w 59908"/>
                      <a:gd name="connsiteY10" fmla="*/ -2193 h 94328"/>
                      <a:gd name="connsiteX11" fmla="*/ 10559 w 59908"/>
                      <a:gd name="connsiteY11" fmla="*/ -1201 h 94328"/>
                      <a:gd name="connsiteX12" fmla="*/ -1923 w 59908"/>
                      <a:gd name="connsiteY12" fmla="*/ 1773 h 94328"/>
                      <a:gd name="connsiteX13" fmla="*/ -1923 w 59908"/>
                      <a:gd name="connsiteY13" fmla="*/ 14365 h 94328"/>
                      <a:gd name="connsiteX14" fmla="*/ 9606 w 59908"/>
                      <a:gd name="connsiteY14" fmla="*/ 9844 h 94328"/>
                      <a:gd name="connsiteX15" fmla="*/ 22187 w 59908"/>
                      <a:gd name="connsiteY15" fmla="*/ 8357 h 94328"/>
                      <a:gd name="connsiteX16" fmla="*/ 39174 w 59908"/>
                      <a:gd name="connsiteY16" fmla="*/ 13988 h 94328"/>
                      <a:gd name="connsiteX17" fmla="*/ 45444 w 59908"/>
                      <a:gd name="connsiteY17" fmla="*/ 29297 h 94328"/>
                      <a:gd name="connsiteX18" fmla="*/ 39174 w 59908"/>
                      <a:gd name="connsiteY18" fmla="*/ 44585 h 94328"/>
                      <a:gd name="connsiteX19" fmla="*/ 22187 w 59908"/>
                      <a:gd name="connsiteY19" fmla="*/ 50236 h 94328"/>
                      <a:gd name="connsiteX20" fmla="*/ 12166 w 59908"/>
                      <a:gd name="connsiteY20" fmla="*/ 49126 h 94328"/>
                      <a:gd name="connsiteX21" fmla="*/ 1986 w 59908"/>
                      <a:gd name="connsiteY21" fmla="*/ 45656 h 94328"/>
                      <a:gd name="connsiteX22" fmla="*/ 1986 w 59908"/>
                      <a:gd name="connsiteY22" fmla="*/ 9213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136"/>
                        </a:moveTo>
                        <a:lnTo>
                          <a:pt x="51159" y="92136"/>
                        </a:lnTo>
                        <a:lnTo>
                          <a:pt x="51159" y="81587"/>
                        </a:lnTo>
                        <a:lnTo>
                          <a:pt x="13456" y="81587"/>
                        </a:lnTo>
                        <a:lnTo>
                          <a:pt x="13456" y="58922"/>
                        </a:lnTo>
                        <a:cubicBezTo>
                          <a:pt x="15269" y="59543"/>
                          <a:pt x="17081" y="60006"/>
                          <a:pt x="18893" y="60310"/>
                        </a:cubicBezTo>
                        <a:cubicBezTo>
                          <a:pt x="20719" y="60614"/>
                          <a:pt x="22545" y="60766"/>
                          <a:pt x="24370" y="60766"/>
                        </a:cubicBezTo>
                        <a:cubicBezTo>
                          <a:pt x="34702" y="60766"/>
                          <a:pt x="42884" y="57937"/>
                          <a:pt x="48917" y="52279"/>
                        </a:cubicBezTo>
                        <a:cubicBezTo>
                          <a:pt x="54963" y="46621"/>
                          <a:pt x="57986" y="38960"/>
                          <a:pt x="57986" y="29297"/>
                        </a:cubicBezTo>
                        <a:cubicBezTo>
                          <a:pt x="57986" y="19342"/>
                          <a:pt x="54883" y="11602"/>
                          <a:pt x="48679" y="6076"/>
                        </a:cubicBezTo>
                        <a:cubicBezTo>
                          <a:pt x="42474" y="564"/>
                          <a:pt x="33730" y="-2193"/>
                          <a:pt x="22445" y="-2193"/>
                        </a:cubicBezTo>
                        <a:cubicBezTo>
                          <a:pt x="18556" y="-2193"/>
                          <a:pt x="14594" y="-1862"/>
                          <a:pt x="10559" y="-1201"/>
                        </a:cubicBezTo>
                        <a:cubicBezTo>
                          <a:pt x="6537" y="-540"/>
                          <a:pt x="2377" y="451"/>
                          <a:pt x="-1923" y="1773"/>
                        </a:cubicBezTo>
                        <a:lnTo>
                          <a:pt x="-1923" y="14365"/>
                        </a:lnTo>
                        <a:cubicBezTo>
                          <a:pt x="1795" y="12342"/>
                          <a:pt x="5638" y="10835"/>
                          <a:pt x="9606" y="9844"/>
                        </a:cubicBezTo>
                        <a:cubicBezTo>
                          <a:pt x="13575" y="8852"/>
                          <a:pt x="17769" y="8357"/>
                          <a:pt x="22187" y="8357"/>
                        </a:cubicBezTo>
                        <a:cubicBezTo>
                          <a:pt x="29344" y="8357"/>
                          <a:pt x="35006" y="10234"/>
                          <a:pt x="39174" y="13988"/>
                        </a:cubicBezTo>
                        <a:cubicBezTo>
                          <a:pt x="43354" y="17743"/>
                          <a:pt x="45444" y="22845"/>
                          <a:pt x="45444" y="29297"/>
                        </a:cubicBezTo>
                        <a:cubicBezTo>
                          <a:pt x="45444" y="35734"/>
                          <a:pt x="43354" y="40831"/>
                          <a:pt x="39174" y="44585"/>
                        </a:cubicBezTo>
                        <a:cubicBezTo>
                          <a:pt x="35006" y="48353"/>
                          <a:pt x="29344" y="50236"/>
                          <a:pt x="22187" y="50236"/>
                        </a:cubicBezTo>
                        <a:cubicBezTo>
                          <a:pt x="18840" y="50236"/>
                          <a:pt x="15500" y="49866"/>
                          <a:pt x="12166" y="49126"/>
                        </a:cubicBezTo>
                        <a:cubicBezTo>
                          <a:pt x="8846" y="48386"/>
                          <a:pt x="5452" y="47229"/>
                          <a:pt x="1986" y="45656"/>
                        </a:cubicBezTo>
                        <a:lnTo>
                          <a:pt x="1986" y="921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7" name="Freeform: Shape 76">
                    <a:extLst>
                      <a:ext uri="{FF2B5EF4-FFF2-40B4-BE49-F238E27FC236}">
                        <a16:creationId xmlns:a16="http://schemas.microsoft.com/office/drawing/2014/main" id="{CC925E20-7A56-A3B1-B78C-199952A62278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511" y="2390928"/>
                    <a:ext cx="59908" cy="94328"/>
                  </a:xfrm>
                  <a:custGeom>
                    <a:avLst/>
                    <a:gdLst>
                      <a:gd name="connsiteX0" fmla="*/ 1993 w 59908"/>
                      <a:gd name="connsiteY0" fmla="*/ 92136 h 94328"/>
                      <a:gd name="connsiteX1" fmla="*/ 51166 w 59908"/>
                      <a:gd name="connsiteY1" fmla="*/ 92136 h 94328"/>
                      <a:gd name="connsiteX2" fmla="*/ 51166 w 59908"/>
                      <a:gd name="connsiteY2" fmla="*/ 81587 h 94328"/>
                      <a:gd name="connsiteX3" fmla="*/ 13463 w 59908"/>
                      <a:gd name="connsiteY3" fmla="*/ 81587 h 94328"/>
                      <a:gd name="connsiteX4" fmla="*/ 13463 w 59908"/>
                      <a:gd name="connsiteY4" fmla="*/ 58922 h 94328"/>
                      <a:gd name="connsiteX5" fmla="*/ 18900 w 59908"/>
                      <a:gd name="connsiteY5" fmla="*/ 60310 h 94328"/>
                      <a:gd name="connsiteX6" fmla="*/ 24377 w 59908"/>
                      <a:gd name="connsiteY6" fmla="*/ 60766 h 94328"/>
                      <a:gd name="connsiteX7" fmla="*/ 48923 w 59908"/>
                      <a:gd name="connsiteY7" fmla="*/ 52279 h 94328"/>
                      <a:gd name="connsiteX8" fmla="*/ 57992 w 59908"/>
                      <a:gd name="connsiteY8" fmla="*/ 29297 h 94328"/>
                      <a:gd name="connsiteX9" fmla="*/ 48685 w 59908"/>
                      <a:gd name="connsiteY9" fmla="*/ 6076 h 94328"/>
                      <a:gd name="connsiteX10" fmla="*/ 22452 w 59908"/>
                      <a:gd name="connsiteY10" fmla="*/ -2193 h 94328"/>
                      <a:gd name="connsiteX11" fmla="*/ 10565 w 59908"/>
                      <a:gd name="connsiteY11" fmla="*/ -1201 h 94328"/>
                      <a:gd name="connsiteX12" fmla="*/ -1916 w 59908"/>
                      <a:gd name="connsiteY12" fmla="*/ 1773 h 94328"/>
                      <a:gd name="connsiteX13" fmla="*/ -1916 w 59908"/>
                      <a:gd name="connsiteY13" fmla="*/ 14365 h 94328"/>
                      <a:gd name="connsiteX14" fmla="*/ 9613 w 59908"/>
                      <a:gd name="connsiteY14" fmla="*/ 9844 h 94328"/>
                      <a:gd name="connsiteX15" fmla="*/ 22194 w 59908"/>
                      <a:gd name="connsiteY15" fmla="*/ 8357 h 94328"/>
                      <a:gd name="connsiteX16" fmla="*/ 39180 w 59908"/>
                      <a:gd name="connsiteY16" fmla="*/ 13988 h 94328"/>
                      <a:gd name="connsiteX17" fmla="*/ 45451 w 59908"/>
                      <a:gd name="connsiteY17" fmla="*/ 29297 h 94328"/>
                      <a:gd name="connsiteX18" fmla="*/ 39180 w 59908"/>
                      <a:gd name="connsiteY18" fmla="*/ 44585 h 94328"/>
                      <a:gd name="connsiteX19" fmla="*/ 22194 w 59908"/>
                      <a:gd name="connsiteY19" fmla="*/ 50236 h 94328"/>
                      <a:gd name="connsiteX20" fmla="*/ 12173 w 59908"/>
                      <a:gd name="connsiteY20" fmla="*/ 49126 h 94328"/>
                      <a:gd name="connsiteX21" fmla="*/ 1993 w 59908"/>
                      <a:gd name="connsiteY21" fmla="*/ 45656 h 94328"/>
                      <a:gd name="connsiteX22" fmla="*/ 1993 w 59908"/>
                      <a:gd name="connsiteY22" fmla="*/ 9213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93" y="92136"/>
                        </a:moveTo>
                        <a:lnTo>
                          <a:pt x="51166" y="92136"/>
                        </a:lnTo>
                        <a:lnTo>
                          <a:pt x="51166" y="81587"/>
                        </a:lnTo>
                        <a:lnTo>
                          <a:pt x="13463" y="81587"/>
                        </a:lnTo>
                        <a:lnTo>
                          <a:pt x="13463" y="58922"/>
                        </a:lnTo>
                        <a:cubicBezTo>
                          <a:pt x="15275" y="59543"/>
                          <a:pt x="17087" y="60006"/>
                          <a:pt x="18900" y="60310"/>
                        </a:cubicBezTo>
                        <a:cubicBezTo>
                          <a:pt x="20725" y="60614"/>
                          <a:pt x="22551" y="60766"/>
                          <a:pt x="24377" y="60766"/>
                        </a:cubicBezTo>
                        <a:cubicBezTo>
                          <a:pt x="34709" y="60766"/>
                          <a:pt x="42891" y="57937"/>
                          <a:pt x="48923" y="52279"/>
                        </a:cubicBezTo>
                        <a:cubicBezTo>
                          <a:pt x="54969" y="46621"/>
                          <a:pt x="57992" y="38960"/>
                          <a:pt x="57992" y="29297"/>
                        </a:cubicBezTo>
                        <a:cubicBezTo>
                          <a:pt x="57992" y="19342"/>
                          <a:pt x="54890" y="11602"/>
                          <a:pt x="48685" y="6076"/>
                        </a:cubicBezTo>
                        <a:cubicBezTo>
                          <a:pt x="42481" y="564"/>
                          <a:pt x="33736" y="-2193"/>
                          <a:pt x="22452" y="-2193"/>
                        </a:cubicBezTo>
                        <a:cubicBezTo>
                          <a:pt x="18562" y="-2193"/>
                          <a:pt x="14600" y="-1862"/>
                          <a:pt x="10565" y="-1201"/>
                        </a:cubicBezTo>
                        <a:cubicBezTo>
                          <a:pt x="6544" y="-540"/>
                          <a:pt x="2383" y="451"/>
                          <a:pt x="-1916" y="1773"/>
                        </a:cubicBezTo>
                        <a:lnTo>
                          <a:pt x="-1916" y="14365"/>
                        </a:lnTo>
                        <a:cubicBezTo>
                          <a:pt x="1801" y="12342"/>
                          <a:pt x="5644" y="10835"/>
                          <a:pt x="9613" y="9844"/>
                        </a:cubicBezTo>
                        <a:cubicBezTo>
                          <a:pt x="13582" y="8852"/>
                          <a:pt x="17775" y="8357"/>
                          <a:pt x="22194" y="8357"/>
                        </a:cubicBezTo>
                        <a:cubicBezTo>
                          <a:pt x="29351" y="8357"/>
                          <a:pt x="35013" y="10234"/>
                          <a:pt x="39180" y="13988"/>
                        </a:cubicBezTo>
                        <a:cubicBezTo>
                          <a:pt x="43360" y="17743"/>
                          <a:pt x="45451" y="22845"/>
                          <a:pt x="45451" y="29297"/>
                        </a:cubicBezTo>
                        <a:cubicBezTo>
                          <a:pt x="45451" y="35734"/>
                          <a:pt x="43360" y="40831"/>
                          <a:pt x="39180" y="44585"/>
                        </a:cubicBezTo>
                        <a:cubicBezTo>
                          <a:pt x="35013" y="48353"/>
                          <a:pt x="29351" y="50236"/>
                          <a:pt x="22194" y="50236"/>
                        </a:cubicBezTo>
                        <a:cubicBezTo>
                          <a:pt x="18847" y="50236"/>
                          <a:pt x="15506" y="49866"/>
                          <a:pt x="12173" y="49126"/>
                        </a:cubicBezTo>
                        <a:cubicBezTo>
                          <a:pt x="8852" y="48386"/>
                          <a:pt x="5459" y="47229"/>
                          <a:pt x="1993" y="45656"/>
                        </a:cubicBezTo>
                        <a:lnTo>
                          <a:pt x="1993" y="921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8" name="Freeform: Shape 77">
                    <a:extLst>
                      <a:ext uri="{FF2B5EF4-FFF2-40B4-BE49-F238E27FC236}">
                        <a16:creationId xmlns:a16="http://schemas.microsoft.com/office/drawing/2014/main" id="{B021D00B-A7E4-C87D-26FF-21F4F9863EC8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2389262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845 h 95994"/>
                      <a:gd name="connsiteX1" fmla="*/ 15502 w 63996"/>
                      <a:gd name="connsiteY1" fmla="*/ 74327 h 95994"/>
                      <a:gd name="connsiteX2" fmla="*/ 10640 w 63996"/>
                      <a:gd name="connsiteY2" fmla="*/ 45733 h 95994"/>
                      <a:gd name="connsiteX3" fmla="*/ 15502 w 63996"/>
                      <a:gd name="connsiteY3" fmla="*/ 17198 h 95994"/>
                      <a:gd name="connsiteX4" fmla="*/ 30047 w 63996"/>
                      <a:gd name="connsiteY4" fmla="*/ 7680 h 95994"/>
                      <a:gd name="connsiteX5" fmla="*/ 44652 w 63996"/>
                      <a:gd name="connsiteY5" fmla="*/ 17198 h 95994"/>
                      <a:gd name="connsiteX6" fmla="*/ 49534 w 63996"/>
                      <a:gd name="connsiteY6" fmla="*/ 45733 h 95994"/>
                      <a:gd name="connsiteX7" fmla="*/ 44652 w 63996"/>
                      <a:gd name="connsiteY7" fmla="*/ 74327 h 95994"/>
                      <a:gd name="connsiteX8" fmla="*/ 30047 w 63996"/>
                      <a:gd name="connsiteY8" fmla="*/ 83845 h 95994"/>
                      <a:gd name="connsiteX9" fmla="*/ 30047 w 63996"/>
                      <a:gd name="connsiteY9" fmla="*/ 93760 h 95994"/>
                      <a:gd name="connsiteX10" fmla="*/ 53840 w 63996"/>
                      <a:gd name="connsiteY10" fmla="*/ 81445 h 95994"/>
                      <a:gd name="connsiteX11" fmla="*/ 62055 w 63996"/>
                      <a:gd name="connsiteY11" fmla="*/ 45733 h 95994"/>
                      <a:gd name="connsiteX12" fmla="*/ 53840 w 63996"/>
                      <a:gd name="connsiteY12" fmla="*/ 10060 h 95994"/>
                      <a:gd name="connsiteX13" fmla="*/ 30047 w 63996"/>
                      <a:gd name="connsiteY13" fmla="*/ -2235 h 95994"/>
                      <a:gd name="connsiteX14" fmla="*/ 6274 w 63996"/>
                      <a:gd name="connsiteY14" fmla="*/ 10060 h 95994"/>
                      <a:gd name="connsiteX15" fmla="*/ -1941 w 63996"/>
                      <a:gd name="connsiteY15" fmla="*/ 45733 h 95994"/>
                      <a:gd name="connsiteX16" fmla="*/ 6274 w 63996"/>
                      <a:gd name="connsiteY16" fmla="*/ 81445 h 95994"/>
                      <a:gd name="connsiteX17" fmla="*/ 30047 w 63996"/>
                      <a:gd name="connsiteY17" fmla="*/ 9376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845"/>
                        </a:moveTo>
                        <a:cubicBezTo>
                          <a:pt x="23605" y="83845"/>
                          <a:pt x="18756" y="80672"/>
                          <a:pt x="15502" y="74327"/>
                        </a:cubicBezTo>
                        <a:cubicBezTo>
                          <a:pt x="12261" y="67995"/>
                          <a:pt x="10640" y="58463"/>
                          <a:pt x="10640" y="45733"/>
                        </a:cubicBezTo>
                        <a:cubicBezTo>
                          <a:pt x="10640" y="33055"/>
                          <a:pt x="12261" y="23544"/>
                          <a:pt x="15502" y="17198"/>
                        </a:cubicBezTo>
                        <a:cubicBezTo>
                          <a:pt x="18756" y="10853"/>
                          <a:pt x="23605" y="7680"/>
                          <a:pt x="30047" y="7680"/>
                        </a:cubicBezTo>
                        <a:cubicBezTo>
                          <a:pt x="36543" y="7680"/>
                          <a:pt x="41411" y="10853"/>
                          <a:pt x="44652" y="17198"/>
                        </a:cubicBezTo>
                        <a:cubicBezTo>
                          <a:pt x="47907" y="23544"/>
                          <a:pt x="49534" y="33055"/>
                          <a:pt x="49534" y="45733"/>
                        </a:cubicBezTo>
                        <a:cubicBezTo>
                          <a:pt x="49534" y="58463"/>
                          <a:pt x="47907" y="67995"/>
                          <a:pt x="44652" y="74327"/>
                        </a:cubicBezTo>
                        <a:cubicBezTo>
                          <a:pt x="41411" y="80672"/>
                          <a:pt x="36543" y="83845"/>
                          <a:pt x="30047" y="83845"/>
                        </a:cubicBezTo>
                        <a:close/>
                        <a:moveTo>
                          <a:pt x="30047" y="93760"/>
                        </a:moveTo>
                        <a:cubicBezTo>
                          <a:pt x="40432" y="93760"/>
                          <a:pt x="48363" y="89655"/>
                          <a:pt x="53840" y="81445"/>
                        </a:cubicBezTo>
                        <a:cubicBezTo>
                          <a:pt x="59317" y="73249"/>
                          <a:pt x="62055" y="61345"/>
                          <a:pt x="62055" y="45733"/>
                        </a:cubicBezTo>
                        <a:cubicBezTo>
                          <a:pt x="62055" y="30160"/>
                          <a:pt x="59317" y="18269"/>
                          <a:pt x="53840" y="10060"/>
                        </a:cubicBezTo>
                        <a:cubicBezTo>
                          <a:pt x="48363" y="1863"/>
                          <a:pt x="40432" y="-2235"/>
                          <a:pt x="30047" y="-2235"/>
                        </a:cubicBezTo>
                        <a:cubicBezTo>
                          <a:pt x="19675" y="-2235"/>
                          <a:pt x="11751" y="1863"/>
                          <a:pt x="6274" y="10060"/>
                        </a:cubicBezTo>
                        <a:cubicBezTo>
                          <a:pt x="797" y="18269"/>
                          <a:pt x="-1941" y="30160"/>
                          <a:pt x="-1941" y="45733"/>
                        </a:cubicBezTo>
                        <a:cubicBezTo>
                          <a:pt x="-1941" y="61345"/>
                          <a:pt x="797" y="73249"/>
                          <a:pt x="6274" y="81445"/>
                        </a:cubicBezTo>
                        <a:cubicBezTo>
                          <a:pt x="11751" y="89655"/>
                          <a:pt x="19675" y="93760"/>
                          <a:pt x="30047" y="9376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79" name="Graphic 2">
                <a:extLst>
                  <a:ext uri="{FF2B5EF4-FFF2-40B4-BE49-F238E27FC236}">
                    <a16:creationId xmlns:a16="http://schemas.microsoft.com/office/drawing/2014/main" id="{16D0E5E5-A990-3B9A-6147-C7B730EF6039}"/>
                  </a:ext>
                </a:extLst>
              </p:cNvPr>
              <p:cNvGrpSpPr/>
              <p:nvPr/>
            </p:nvGrpSpPr>
            <p:grpSpPr>
              <a:xfrm>
                <a:off x="4157710" y="1713826"/>
                <a:ext cx="321508" cy="95994"/>
                <a:chOff x="4157710" y="1713826"/>
                <a:chExt cx="321508" cy="95994"/>
              </a:xfrm>
              <a:solidFill>
                <a:srgbClr val="000000"/>
              </a:solidFill>
            </p:grpSpPr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1B13FB24-F5AB-60D6-2E83-90CFA2FD6061}"/>
                    </a:ext>
                  </a:extLst>
                </p:cNvPr>
                <p:cNvSpPr/>
                <p:nvPr/>
              </p:nvSpPr>
              <p:spPr>
                <a:xfrm>
                  <a:off x="4434768" y="1759800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41 h 12690"/>
                    <a:gd name="connsiteX1" fmla="*/ 104 w 44450"/>
                    <a:gd name="connsiteY1" fmla="*/ 41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41"/>
                      </a:moveTo>
                      <a:lnTo>
                        <a:pt x="104" y="41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81" name="Graphic 2">
                  <a:extLst>
                    <a:ext uri="{FF2B5EF4-FFF2-40B4-BE49-F238E27FC236}">
                      <a16:creationId xmlns:a16="http://schemas.microsoft.com/office/drawing/2014/main" id="{1A027BF6-B782-63C7-BE55-BB3AC6DA82FD}"/>
                    </a:ext>
                  </a:extLst>
                </p:cNvPr>
                <p:cNvGrpSpPr/>
                <p:nvPr/>
              </p:nvGrpSpPr>
              <p:grpSpPr>
                <a:xfrm>
                  <a:off x="4157710" y="1713826"/>
                  <a:ext cx="224169" cy="95994"/>
                  <a:chOff x="4157710" y="1713826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82" name="Freeform: Shape 81">
                    <a:extLst>
                      <a:ext uri="{FF2B5EF4-FFF2-40B4-BE49-F238E27FC236}">
                        <a16:creationId xmlns:a16="http://schemas.microsoft.com/office/drawing/2014/main" id="{184D0DC5-C697-7A33-6F9D-4F15A8424F14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1715492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083 h 94328"/>
                      <a:gd name="connsiteX1" fmla="*/ 51159 w 59908"/>
                      <a:gd name="connsiteY1" fmla="*/ 92083 h 94328"/>
                      <a:gd name="connsiteX2" fmla="*/ 51159 w 59908"/>
                      <a:gd name="connsiteY2" fmla="*/ 81533 h 94328"/>
                      <a:gd name="connsiteX3" fmla="*/ 13456 w 59908"/>
                      <a:gd name="connsiteY3" fmla="*/ 81533 h 94328"/>
                      <a:gd name="connsiteX4" fmla="*/ 13456 w 59908"/>
                      <a:gd name="connsiteY4" fmla="*/ 58868 h 94328"/>
                      <a:gd name="connsiteX5" fmla="*/ 18893 w 59908"/>
                      <a:gd name="connsiteY5" fmla="*/ 60257 h 94328"/>
                      <a:gd name="connsiteX6" fmla="*/ 24370 w 59908"/>
                      <a:gd name="connsiteY6" fmla="*/ 60713 h 94328"/>
                      <a:gd name="connsiteX7" fmla="*/ 48917 w 59908"/>
                      <a:gd name="connsiteY7" fmla="*/ 52226 h 94328"/>
                      <a:gd name="connsiteX8" fmla="*/ 57986 w 59908"/>
                      <a:gd name="connsiteY8" fmla="*/ 29243 h 94328"/>
                      <a:gd name="connsiteX9" fmla="*/ 48679 w 59908"/>
                      <a:gd name="connsiteY9" fmla="*/ 6023 h 94328"/>
                      <a:gd name="connsiteX10" fmla="*/ 22445 w 59908"/>
                      <a:gd name="connsiteY10" fmla="*/ -2246 h 94328"/>
                      <a:gd name="connsiteX11" fmla="*/ 10559 w 59908"/>
                      <a:gd name="connsiteY11" fmla="*/ -1254 h 94328"/>
                      <a:gd name="connsiteX12" fmla="*/ -1923 w 59908"/>
                      <a:gd name="connsiteY12" fmla="*/ 1720 h 94328"/>
                      <a:gd name="connsiteX13" fmla="*/ -1923 w 59908"/>
                      <a:gd name="connsiteY13" fmla="*/ 14312 h 94328"/>
                      <a:gd name="connsiteX14" fmla="*/ 9606 w 59908"/>
                      <a:gd name="connsiteY14" fmla="*/ 9791 h 94328"/>
                      <a:gd name="connsiteX15" fmla="*/ 22187 w 59908"/>
                      <a:gd name="connsiteY15" fmla="*/ 8303 h 94328"/>
                      <a:gd name="connsiteX16" fmla="*/ 39174 w 59908"/>
                      <a:gd name="connsiteY16" fmla="*/ 13935 h 94328"/>
                      <a:gd name="connsiteX17" fmla="*/ 45444 w 59908"/>
                      <a:gd name="connsiteY17" fmla="*/ 29243 h 94328"/>
                      <a:gd name="connsiteX18" fmla="*/ 39174 w 59908"/>
                      <a:gd name="connsiteY18" fmla="*/ 44532 h 94328"/>
                      <a:gd name="connsiteX19" fmla="*/ 22187 w 59908"/>
                      <a:gd name="connsiteY19" fmla="*/ 50183 h 94328"/>
                      <a:gd name="connsiteX20" fmla="*/ 12166 w 59908"/>
                      <a:gd name="connsiteY20" fmla="*/ 49073 h 94328"/>
                      <a:gd name="connsiteX21" fmla="*/ 1986 w 59908"/>
                      <a:gd name="connsiteY21" fmla="*/ 45603 h 94328"/>
                      <a:gd name="connsiteX22" fmla="*/ 1986 w 59908"/>
                      <a:gd name="connsiteY22" fmla="*/ 92083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083"/>
                        </a:moveTo>
                        <a:lnTo>
                          <a:pt x="51159" y="92083"/>
                        </a:lnTo>
                        <a:lnTo>
                          <a:pt x="51159" y="81533"/>
                        </a:lnTo>
                        <a:lnTo>
                          <a:pt x="13456" y="81533"/>
                        </a:lnTo>
                        <a:lnTo>
                          <a:pt x="13456" y="58868"/>
                        </a:lnTo>
                        <a:cubicBezTo>
                          <a:pt x="15269" y="59490"/>
                          <a:pt x="17081" y="59952"/>
                          <a:pt x="18893" y="60257"/>
                        </a:cubicBezTo>
                        <a:cubicBezTo>
                          <a:pt x="20719" y="60561"/>
                          <a:pt x="22545" y="60713"/>
                          <a:pt x="24370" y="60713"/>
                        </a:cubicBezTo>
                        <a:cubicBezTo>
                          <a:pt x="34702" y="60713"/>
                          <a:pt x="42884" y="57884"/>
                          <a:pt x="48917" y="52226"/>
                        </a:cubicBezTo>
                        <a:cubicBezTo>
                          <a:pt x="54963" y="46568"/>
                          <a:pt x="57986" y="38907"/>
                          <a:pt x="57986" y="29243"/>
                        </a:cubicBezTo>
                        <a:cubicBezTo>
                          <a:pt x="57986" y="19289"/>
                          <a:pt x="54883" y="11549"/>
                          <a:pt x="48679" y="6023"/>
                        </a:cubicBezTo>
                        <a:cubicBezTo>
                          <a:pt x="42474" y="510"/>
                          <a:pt x="33730" y="-2246"/>
                          <a:pt x="22445" y="-2246"/>
                        </a:cubicBezTo>
                        <a:cubicBezTo>
                          <a:pt x="18556" y="-2246"/>
                          <a:pt x="14594" y="-1915"/>
                          <a:pt x="10559" y="-1254"/>
                        </a:cubicBezTo>
                        <a:cubicBezTo>
                          <a:pt x="6537" y="-593"/>
                          <a:pt x="2377" y="398"/>
                          <a:pt x="-1923" y="1720"/>
                        </a:cubicBezTo>
                        <a:lnTo>
                          <a:pt x="-1923" y="14312"/>
                        </a:lnTo>
                        <a:cubicBezTo>
                          <a:pt x="1795" y="12289"/>
                          <a:pt x="5638" y="10782"/>
                          <a:pt x="9606" y="9791"/>
                        </a:cubicBezTo>
                        <a:cubicBezTo>
                          <a:pt x="13575" y="8799"/>
                          <a:pt x="17769" y="8303"/>
                          <a:pt x="22187" y="8303"/>
                        </a:cubicBezTo>
                        <a:cubicBezTo>
                          <a:pt x="29344" y="8303"/>
                          <a:pt x="35006" y="10181"/>
                          <a:pt x="39174" y="13935"/>
                        </a:cubicBezTo>
                        <a:cubicBezTo>
                          <a:pt x="43354" y="17689"/>
                          <a:pt x="45444" y="22792"/>
                          <a:pt x="45444" y="29243"/>
                        </a:cubicBezTo>
                        <a:cubicBezTo>
                          <a:pt x="45444" y="35681"/>
                          <a:pt x="43354" y="40777"/>
                          <a:pt x="39174" y="44532"/>
                        </a:cubicBezTo>
                        <a:cubicBezTo>
                          <a:pt x="35006" y="48299"/>
                          <a:pt x="29344" y="50183"/>
                          <a:pt x="22187" y="50183"/>
                        </a:cubicBezTo>
                        <a:cubicBezTo>
                          <a:pt x="18840" y="50183"/>
                          <a:pt x="15500" y="49813"/>
                          <a:pt x="12166" y="49073"/>
                        </a:cubicBezTo>
                        <a:cubicBezTo>
                          <a:pt x="8846" y="48332"/>
                          <a:pt x="5452" y="47176"/>
                          <a:pt x="1986" y="45603"/>
                        </a:cubicBezTo>
                        <a:lnTo>
                          <a:pt x="1986" y="9208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3" name="Freeform: Shape 82">
                    <a:extLst>
                      <a:ext uri="{FF2B5EF4-FFF2-40B4-BE49-F238E27FC236}">
                        <a16:creationId xmlns:a16="http://schemas.microsoft.com/office/drawing/2014/main" id="{ED93815E-50AC-786A-5FB1-21F54846382C}"/>
                      </a:ext>
                    </a:extLst>
                  </p:cNvPr>
                  <p:cNvSpPr/>
                  <p:nvPr/>
                </p:nvSpPr>
                <p:spPr>
                  <a:xfrm flipV="1">
                    <a:off x="4237579" y="1713826"/>
                    <a:ext cx="63936" cy="95994"/>
                  </a:xfrm>
                  <a:custGeom>
                    <a:avLst/>
                    <a:gdLst>
                      <a:gd name="connsiteX0" fmla="*/ 31089 w 63936"/>
                      <a:gd name="connsiteY0" fmla="*/ 50756 h 95994"/>
                      <a:gd name="connsiteX1" fmla="*/ 17714 w 63936"/>
                      <a:gd name="connsiteY1" fmla="*/ 44985 h 95994"/>
                      <a:gd name="connsiteX2" fmla="*/ 12793 w 63936"/>
                      <a:gd name="connsiteY2" fmla="*/ 29201 h 95994"/>
                      <a:gd name="connsiteX3" fmla="*/ 17714 w 63936"/>
                      <a:gd name="connsiteY3" fmla="*/ 13417 h 95994"/>
                      <a:gd name="connsiteX4" fmla="*/ 31089 w 63936"/>
                      <a:gd name="connsiteY4" fmla="*/ 7627 h 95994"/>
                      <a:gd name="connsiteX5" fmla="*/ 44444 w 63936"/>
                      <a:gd name="connsiteY5" fmla="*/ 13417 h 95994"/>
                      <a:gd name="connsiteX6" fmla="*/ 49365 w 63936"/>
                      <a:gd name="connsiteY6" fmla="*/ 29201 h 95994"/>
                      <a:gd name="connsiteX7" fmla="*/ 44444 w 63936"/>
                      <a:gd name="connsiteY7" fmla="*/ 44985 h 95994"/>
                      <a:gd name="connsiteX8" fmla="*/ 31089 w 63936"/>
                      <a:gd name="connsiteY8" fmla="*/ 50756 h 95994"/>
                      <a:gd name="connsiteX9" fmla="*/ 55953 w 63936"/>
                      <a:gd name="connsiteY9" fmla="*/ 89998 h 95994"/>
                      <a:gd name="connsiteX10" fmla="*/ 55953 w 63936"/>
                      <a:gd name="connsiteY10" fmla="*/ 78596 h 95994"/>
                      <a:gd name="connsiteX11" fmla="*/ 46428 w 63936"/>
                      <a:gd name="connsiteY11" fmla="*/ 81987 h 95994"/>
                      <a:gd name="connsiteX12" fmla="*/ 36903 w 63936"/>
                      <a:gd name="connsiteY12" fmla="*/ 83177 h 95994"/>
                      <a:gd name="connsiteX13" fmla="*/ 17952 w 63936"/>
                      <a:gd name="connsiteY13" fmla="*/ 74809 h 95994"/>
                      <a:gd name="connsiteX14" fmla="*/ 10491 w 63936"/>
                      <a:gd name="connsiteY14" fmla="*/ 49526 h 95994"/>
                      <a:gd name="connsiteX15" fmla="*/ 19659 w 63936"/>
                      <a:gd name="connsiteY15" fmla="*/ 57795 h 95994"/>
                      <a:gd name="connsiteX16" fmla="*/ 31823 w 63936"/>
                      <a:gd name="connsiteY16" fmla="*/ 60671 h 95994"/>
                      <a:gd name="connsiteX17" fmla="*/ 53869 w 63936"/>
                      <a:gd name="connsiteY17" fmla="*/ 52203 h 95994"/>
                      <a:gd name="connsiteX18" fmla="*/ 61966 w 63936"/>
                      <a:gd name="connsiteY18" fmla="*/ 29201 h 95994"/>
                      <a:gd name="connsiteX19" fmla="*/ 53532 w 63936"/>
                      <a:gd name="connsiteY19" fmla="*/ 6318 h 95994"/>
                      <a:gd name="connsiteX20" fmla="*/ 31089 w 63936"/>
                      <a:gd name="connsiteY20" fmla="*/ -2288 h 95994"/>
                      <a:gd name="connsiteX21" fmla="*/ 6522 w 63936"/>
                      <a:gd name="connsiteY21" fmla="*/ 10006 h 95994"/>
                      <a:gd name="connsiteX22" fmla="*/ -1971 w 63936"/>
                      <a:gd name="connsiteY22" fmla="*/ 45679 h 95994"/>
                      <a:gd name="connsiteX23" fmla="*/ 8447 w 63936"/>
                      <a:gd name="connsiteY23" fmla="*/ 80659 h 95994"/>
                      <a:gd name="connsiteX24" fmla="*/ 36407 w 63936"/>
                      <a:gd name="connsiteY24" fmla="*/ 93706 h 95994"/>
                      <a:gd name="connsiteX25" fmla="*/ 45932 w 63936"/>
                      <a:gd name="connsiteY25" fmla="*/ 92774 h 95994"/>
                      <a:gd name="connsiteX26" fmla="*/ 55953 w 63936"/>
                      <a:gd name="connsiteY26" fmla="*/ 8999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936" h="95994">
                        <a:moveTo>
                          <a:pt x="31089" y="50756"/>
                        </a:moveTo>
                        <a:cubicBezTo>
                          <a:pt x="25466" y="50756"/>
                          <a:pt x="21008" y="48832"/>
                          <a:pt x="17714" y="44985"/>
                        </a:cubicBezTo>
                        <a:cubicBezTo>
                          <a:pt x="14433" y="41152"/>
                          <a:pt x="12793" y="35890"/>
                          <a:pt x="12793" y="29201"/>
                        </a:cubicBezTo>
                        <a:cubicBezTo>
                          <a:pt x="12793" y="22552"/>
                          <a:pt x="14433" y="17290"/>
                          <a:pt x="17714" y="13417"/>
                        </a:cubicBezTo>
                        <a:cubicBezTo>
                          <a:pt x="21008" y="9557"/>
                          <a:pt x="25466" y="7627"/>
                          <a:pt x="31089" y="7627"/>
                        </a:cubicBezTo>
                        <a:cubicBezTo>
                          <a:pt x="36711" y="7627"/>
                          <a:pt x="41163" y="9557"/>
                          <a:pt x="44444" y="13417"/>
                        </a:cubicBezTo>
                        <a:cubicBezTo>
                          <a:pt x="47725" y="17290"/>
                          <a:pt x="49365" y="22552"/>
                          <a:pt x="49365" y="29201"/>
                        </a:cubicBezTo>
                        <a:cubicBezTo>
                          <a:pt x="49365" y="35890"/>
                          <a:pt x="47725" y="41152"/>
                          <a:pt x="44444" y="44985"/>
                        </a:cubicBezTo>
                        <a:cubicBezTo>
                          <a:pt x="41163" y="48832"/>
                          <a:pt x="36711" y="50756"/>
                          <a:pt x="31089" y="50756"/>
                        </a:cubicBezTo>
                        <a:close/>
                        <a:moveTo>
                          <a:pt x="55953" y="89998"/>
                        </a:moveTo>
                        <a:lnTo>
                          <a:pt x="55953" y="78596"/>
                        </a:lnTo>
                        <a:cubicBezTo>
                          <a:pt x="52805" y="80077"/>
                          <a:pt x="49630" y="81207"/>
                          <a:pt x="46428" y="81987"/>
                        </a:cubicBezTo>
                        <a:cubicBezTo>
                          <a:pt x="43227" y="82780"/>
                          <a:pt x="40052" y="83177"/>
                          <a:pt x="36903" y="83177"/>
                        </a:cubicBezTo>
                        <a:cubicBezTo>
                          <a:pt x="28635" y="83177"/>
                          <a:pt x="22318" y="80388"/>
                          <a:pt x="17952" y="74809"/>
                        </a:cubicBezTo>
                        <a:cubicBezTo>
                          <a:pt x="13600" y="69230"/>
                          <a:pt x="11113" y="60803"/>
                          <a:pt x="10491" y="49526"/>
                        </a:cubicBezTo>
                        <a:cubicBezTo>
                          <a:pt x="12925" y="53122"/>
                          <a:pt x="15981" y="55878"/>
                          <a:pt x="19659" y="57795"/>
                        </a:cubicBezTo>
                        <a:cubicBezTo>
                          <a:pt x="23350" y="59712"/>
                          <a:pt x="27405" y="60671"/>
                          <a:pt x="31823" y="60671"/>
                        </a:cubicBezTo>
                        <a:cubicBezTo>
                          <a:pt x="41123" y="60671"/>
                          <a:pt x="48472" y="57848"/>
                          <a:pt x="53869" y="52203"/>
                        </a:cubicBezTo>
                        <a:cubicBezTo>
                          <a:pt x="59267" y="46572"/>
                          <a:pt x="61966" y="38904"/>
                          <a:pt x="61966" y="29201"/>
                        </a:cubicBezTo>
                        <a:cubicBezTo>
                          <a:pt x="61966" y="19696"/>
                          <a:pt x="59155" y="12069"/>
                          <a:pt x="53532" y="6318"/>
                        </a:cubicBezTo>
                        <a:cubicBezTo>
                          <a:pt x="47910" y="581"/>
                          <a:pt x="40429" y="-2288"/>
                          <a:pt x="31089" y="-2288"/>
                        </a:cubicBezTo>
                        <a:cubicBezTo>
                          <a:pt x="20373" y="-2288"/>
                          <a:pt x="12184" y="1810"/>
                          <a:pt x="6522" y="10006"/>
                        </a:cubicBezTo>
                        <a:cubicBezTo>
                          <a:pt x="860" y="18216"/>
                          <a:pt x="-1971" y="30107"/>
                          <a:pt x="-1971" y="45679"/>
                        </a:cubicBezTo>
                        <a:cubicBezTo>
                          <a:pt x="-1971" y="60300"/>
                          <a:pt x="1502" y="71960"/>
                          <a:pt x="8447" y="80659"/>
                        </a:cubicBezTo>
                        <a:cubicBezTo>
                          <a:pt x="15392" y="89357"/>
                          <a:pt x="24712" y="93706"/>
                          <a:pt x="36407" y="93706"/>
                        </a:cubicBezTo>
                        <a:cubicBezTo>
                          <a:pt x="39556" y="93706"/>
                          <a:pt x="42731" y="93396"/>
                          <a:pt x="45932" y="92774"/>
                        </a:cubicBezTo>
                        <a:cubicBezTo>
                          <a:pt x="49133" y="92153"/>
                          <a:pt x="52474" y="91228"/>
                          <a:pt x="55953" y="8999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4" name="Freeform: Shape 83">
                    <a:extLst>
                      <a:ext uri="{FF2B5EF4-FFF2-40B4-BE49-F238E27FC236}">
                        <a16:creationId xmlns:a16="http://schemas.microsoft.com/office/drawing/2014/main" id="{48CD593E-63BE-4FFA-1731-D3497357B138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1713826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792 h 95994"/>
                      <a:gd name="connsiteX1" fmla="*/ 15502 w 63996"/>
                      <a:gd name="connsiteY1" fmla="*/ 74273 h 95994"/>
                      <a:gd name="connsiteX2" fmla="*/ 10640 w 63996"/>
                      <a:gd name="connsiteY2" fmla="*/ 45679 h 95994"/>
                      <a:gd name="connsiteX3" fmla="*/ 15502 w 63996"/>
                      <a:gd name="connsiteY3" fmla="*/ 17145 h 95994"/>
                      <a:gd name="connsiteX4" fmla="*/ 30047 w 63996"/>
                      <a:gd name="connsiteY4" fmla="*/ 7627 h 95994"/>
                      <a:gd name="connsiteX5" fmla="*/ 44652 w 63996"/>
                      <a:gd name="connsiteY5" fmla="*/ 17145 h 95994"/>
                      <a:gd name="connsiteX6" fmla="*/ 49534 w 63996"/>
                      <a:gd name="connsiteY6" fmla="*/ 45679 h 95994"/>
                      <a:gd name="connsiteX7" fmla="*/ 44652 w 63996"/>
                      <a:gd name="connsiteY7" fmla="*/ 74273 h 95994"/>
                      <a:gd name="connsiteX8" fmla="*/ 30047 w 63996"/>
                      <a:gd name="connsiteY8" fmla="*/ 83792 h 95994"/>
                      <a:gd name="connsiteX9" fmla="*/ 30047 w 63996"/>
                      <a:gd name="connsiteY9" fmla="*/ 93706 h 95994"/>
                      <a:gd name="connsiteX10" fmla="*/ 53840 w 63996"/>
                      <a:gd name="connsiteY10" fmla="*/ 81392 h 95994"/>
                      <a:gd name="connsiteX11" fmla="*/ 62055 w 63996"/>
                      <a:gd name="connsiteY11" fmla="*/ 45679 h 95994"/>
                      <a:gd name="connsiteX12" fmla="*/ 53840 w 63996"/>
                      <a:gd name="connsiteY12" fmla="*/ 10006 h 95994"/>
                      <a:gd name="connsiteX13" fmla="*/ 30047 w 63996"/>
                      <a:gd name="connsiteY13" fmla="*/ -2288 h 95994"/>
                      <a:gd name="connsiteX14" fmla="*/ 6274 w 63996"/>
                      <a:gd name="connsiteY14" fmla="*/ 10006 h 95994"/>
                      <a:gd name="connsiteX15" fmla="*/ -1941 w 63996"/>
                      <a:gd name="connsiteY15" fmla="*/ 45679 h 95994"/>
                      <a:gd name="connsiteX16" fmla="*/ 6274 w 63996"/>
                      <a:gd name="connsiteY16" fmla="*/ 81392 h 95994"/>
                      <a:gd name="connsiteX17" fmla="*/ 30047 w 63996"/>
                      <a:gd name="connsiteY17" fmla="*/ 9370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792"/>
                        </a:moveTo>
                        <a:cubicBezTo>
                          <a:pt x="23605" y="83792"/>
                          <a:pt x="18756" y="80619"/>
                          <a:pt x="15502" y="74273"/>
                        </a:cubicBezTo>
                        <a:cubicBezTo>
                          <a:pt x="12261" y="67941"/>
                          <a:pt x="10640" y="58410"/>
                          <a:pt x="10640" y="45679"/>
                        </a:cubicBezTo>
                        <a:cubicBezTo>
                          <a:pt x="10640" y="33002"/>
                          <a:pt x="12261" y="23490"/>
                          <a:pt x="15502" y="17145"/>
                        </a:cubicBezTo>
                        <a:cubicBezTo>
                          <a:pt x="18756" y="10800"/>
                          <a:pt x="23605" y="7627"/>
                          <a:pt x="30047" y="7627"/>
                        </a:cubicBezTo>
                        <a:cubicBezTo>
                          <a:pt x="36543" y="7627"/>
                          <a:pt x="41411" y="10800"/>
                          <a:pt x="44652" y="17145"/>
                        </a:cubicBezTo>
                        <a:cubicBezTo>
                          <a:pt x="47907" y="23490"/>
                          <a:pt x="49534" y="33002"/>
                          <a:pt x="49534" y="45679"/>
                        </a:cubicBezTo>
                        <a:cubicBezTo>
                          <a:pt x="49534" y="58410"/>
                          <a:pt x="47907" y="67941"/>
                          <a:pt x="44652" y="74273"/>
                        </a:cubicBezTo>
                        <a:cubicBezTo>
                          <a:pt x="41411" y="80619"/>
                          <a:pt x="36543" y="83792"/>
                          <a:pt x="30047" y="83792"/>
                        </a:cubicBezTo>
                        <a:close/>
                        <a:moveTo>
                          <a:pt x="30047" y="93706"/>
                        </a:moveTo>
                        <a:cubicBezTo>
                          <a:pt x="40432" y="93706"/>
                          <a:pt x="48363" y="89602"/>
                          <a:pt x="53840" y="81392"/>
                        </a:cubicBezTo>
                        <a:cubicBezTo>
                          <a:pt x="59317" y="73196"/>
                          <a:pt x="62055" y="61292"/>
                          <a:pt x="62055" y="45679"/>
                        </a:cubicBezTo>
                        <a:cubicBezTo>
                          <a:pt x="62055" y="30107"/>
                          <a:pt x="59317" y="18216"/>
                          <a:pt x="53840" y="10006"/>
                        </a:cubicBezTo>
                        <a:cubicBezTo>
                          <a:pt x="48363" y="1810"/>
                          <a:pt x="40432" y="-2288"/>
                          <a:pt x="30047" y="-2288"/>
                        </a:cubicBezTo>
                        <a:cubicBezTo>
                          <a:pt x="19675" y="-2288"/>
                          <a:pt x="11751" y="1810"/>
                          <a:pt x="6274" y="10006"/>
                        </a:cubicBezTo>
                        <a:cubicBezTo>
                          <a:pt x="797" y="18216"/>
                          <a:pt x="-1941" y="30107"/>
                          <a:pt x="-1941" y="45679"/>
                        </a:cubicBezTo>
                        <a:cubicBezTo>
                          <a:pt x="-1941" y="61292"/>
                          <a:pt x="797" y="73196"/>
                          <a:pt x="6274" y="81392"/>
                        </a:cubicBezTo>
                        <a:cubicBezTo>
                          <a:pt x="11751" y="89602"/>
                          <a:pt x="19675" y="93706"/>
                          <a:pt x="30047" y="9370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6196E26D-8AEC-DDE7-BACD-73F5D1F0C393}"/>
                </a:ext>
              </a:extLst>
            </p:cNvPr>
            <p:cNvSpPr/>
            <p:nvPr/>
          </p:nvSpPr>
          <p:spPr>
            <a:xfrm>
              <a:off x="4479218" y="1759800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66D198F-3EBE-C4B0-1C04-59EF1111AE2E}"/>
                </a:ext>
              </a:extLst>
            </p:cNvPr>
            <p:cNvSpPr/>
            <p:nvPr/>
          </p:nvSpPr>
          <p:spPr>
            <a:xfrm>
              <a:off x="7858841" y="1759800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84B4C460-1844-A9FA-515A-F0ADC6735480}"/>
                </a:ext>
              </a:extLst>
            </p:cNvPr>
            <p:cNvSpPr/>
            <p:nvPr/>
          </p:nvSpPr>
          <p:spPr>
            <a:xfrm>
              <a:off x="4479218" y="5136981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C610A216-41A3-47CC-F2A7-AF317136069D}"/>
                </a:ext>
              </a:extLst>
            </p:cNvPr>
            <p:cNvSpPr/>
            <p:nvPr/>
          </p:nvSpPr>
          <p:spPr>
            <a:xfrm>
              <a:off x="4479218" y="1759800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93" name="Graphic 89">
            <a:extLst>
              <a:ext uri="{FF2B5EF4-FFF2-40B4-BE49-F238E27FC236}">
                <a16:creationId xmlns:a16="http://schemas.microsoft.com/office/drawing/2014/main" id="{E666A170-3F19-AFEE-D8CB-3EC034FB681B}"/>
              </a:ext>
            </a:extLst>
          </p:cNvPr>
          <p:cNvGrpSpPr/>
          <p:nvPr/>
        </p:nvGrpSpPr>
        <p:grpSpPr>
          <a:xfrm>
            <a:off x="2282103" y="4108995"/>
            <a:ext cx="3713831" cy="3473174"/>
            <a:chOff x="4157710" y="1713826"/>
            <a:chExt cx="3713831" cy="3473174"/>
          </a:xfrm>
        </p:grpSpPr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4E9FFE55-8082-311F-ACF3-D33CB4D5F45E}"/>
                </a:ext>
              </a:extLst>
            </p:cNvPr>
            <p:cNvSpPr/>
            <p:nvPr/>
          </p:nvSpPr>
          <p:spPr>
            <a:xfrm>
              <a:off x="4479218" y="1759800"/>
              <a:ext cx="3379622" cy="3377180"/>
            </a:xfrm>
            <a:custGeom>
              <a:avLst/>
              <a:gdLst>
                <a:gd name="connsiteX0" fmla="*/ 0 w 3379622"/>
                <a:gd name="connsiteY0" fmla="*/ 3377181 h 3377180"/>
                <a:gd name="connsiteX1" fmla="*/ 3379623 w 3379622"/>
                <a:gd name="connsiteY1" fmla="*/ 3377181 h 3377180"/>
                <a:gd name="connsiteX2" fmla="*/ 3379623 w 3379622"/>
                <a:gd name="connsiteY2" fmla="*/ 0 h 3377180"/>
                <a:gd name="connsiteX3" fmla="*/ 0 w 3379622"/>
                <a:gd name="connsiteY3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9622" h="3377180">
                  <a:moveTo>
                    <a:pt x="0" y="3377181"/>
                  </a:moveTo>
                  <a:lnTo>
                    <a:pt x="3379623" y="3377181"/>
                  </a:lnTo>
                  <a:lnTo>
                    <a:pt x="3379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95" name="Picture 94">
              <a:extLst>
                <a:ext uri="{FF2B5EF4-FFF2-40B4-BE49-F238E27FC236}">
                  <a16:creationId xmlns:a16="http://schemas.microsoft.com/office/drawing/2014/main" id="{6FA64912-9296-2D02-ABC9-60D179D3102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V="1">
              <a:off x="4479218" y="1759191"/>
              <a:ext cx="3380232" cy="3377789"/>
            </a:xfrm>
            <a:custGeom>
              <a:avLst/>
              <a:gdLst>
                <a:gd name="connsiteX0" fmla="*/ 0 w 3380232"/>
                <a:gd name="connsiteY0" fmla="*/ 83 h 3377789"/>
                <a:gd name="connsiteX1" fmla="*/ 3380232 w 3380232"/>
                <a:gd name="connsiteY1" fmla="*/ 83 h 3377789"/>
                <a:gd name="connsiteX2" fmla="*/ 3380232 w 3380232"/>
                <a:gd name="connsiteY2" fmla="*/ 3377873 h 3377789"/>
                <a:gd name="connsiteX3" fmla="*/ 0 w 3380232"/>
                <a:gd name="connsiteY3" fmla="*/ 3377873 h 337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0232" h="3377789">
                  <a:moveTo>
                    <a:pt x="0" y="83"/>
                  </a:moveTo>
                  <a:lnTo>
                    <a:pt x="3380232" y="83"/>
                  </a:lnTo>
                  <a:lnTo>
                    <a:pt x="3380232" y="3377873"/>
                  </a:lnTo>
                  <a:lnTo>
                    <a:pt x="0" y="3377873"/>
                  </a:lnTo>
                  <a:close/>
                </a:path>
              </a:pathLst>
            </a:custGeom>
          </p:spPr>
        </p:pic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4C90500-526E-010B-4E9B-7B8689E8BC51}"/>
                </a:ext>
              </a:extLst>
            </p:cNvPr>
            <p:cNvSpPr/>
            <p:nvPr/>
          </p:nvSpPr>
          <p:spPr>
            <a:xfrm>
              <a:off x="6272623" y="3477534"/>
              <a:ext cx="158629" cy="344579"/>
            </a:xfrm>
            <a:custGeom>
              <a:avLst/>
              <a:gdLst>
                <a:gd name="connsiteX0" fmla="*/ 0 w 158629"/>
                <a:gd name="connsiteY0" fmla="*/ 11306 h 344579"/>
                <a:gd name="connsiteX1" fmla="*/ 129487 w 158629"/>
                <a:gd name="connsiteY1" fmla="*/ 0 h 344579"/>
                <a:gd name="connsiteX2" fmla="*/ 158629 w 158629"/>
                <a:gd name="connsiteY2" fmla="*/ 333274 h 344579"/>
                <a:gd name="connsiteX3" fmla="*/ 29142 w 158629"/>
                <a:gd name="connsiteY3" fmla="*/ 344580 h 344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629" h="344579">
                  <a:moveTo>
                    <a:pt x="0" y="11306"/>
                  </a:moveTo>
                  <a:lnTo>
                    <a:pt x="129487" y="0"/>
                  </a:lnTo>
                  <a:lnTo>
                    <a:pt x="158629" y="333274"/>
                  </a:lnTo>
                  <a:lnTo>
                    <a:pt x="29142" y="34458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FCBF406E-D7AA-E61E-8EB5-23787E79441F}"/>
                </a:ext>
              </a:extLst>
            </p:cNvPr>
            <p:cNvSpPr/>
            <p:nvPr/>
          </p:nvSpPr>
          <p:spPr>
            <a:xfrm>
              <a:off x="6283937" y="3483188"/>
              <a:ext cx="129487" cy="135046"/>
            </a:xfrm>
            <a:custGeom>
              <a:avLst/>
              <a:gdLst>
                <a:gd name="connsiteX0" fmla="*/ 53429 w 129487"/>
                <a:gd name="connsiteY0" fmla="*/ 0 h 135046"/>
                <a:gd name="connsiteX1" fmla="*/ 129487 w 129487"/>
                <a:gd name="connsiteY1" fmla="*/ 123740 h 135046"/>
                <a:gd name="connsiteX2" fmla="*/ 0 w 129487"/>
                <a:gd name="connsiteY2" fmla="*/ 135046 h 13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487" h="135046">
                  <a:moveTo>
                    <a:pt x="53429" y="0"/>
                  </a:moveTo>
                  <a:lnTo>
                    <a:pt x="129487" y="123740"/>
                  </a:lnTo>
                  <a:lnTo>
                    <a:pt x="0" y="135046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98" name="Graphic 89">
              <a:extLst>
                <a:ext uri="{FF2B5EF4-FFF2-40B4-BE49-F238E27FC236}">
                  <a16:creationId xmlns:a16="http://schemas.microsoft.com/office/drawing/2014/main" id="{6EED3DEE-6CE2-8C76-15D6-4C72BB959B11}"/>
                </a:ext>
              </a:extLst>
            </p:cNvPr>
            <p:cNvGrpSpPr/>
            <p:nvPr/>
          </p:nvGrpSpPr>
          <p:grpSpPr>
            <a:xfrm>
              <a:off x="4479218" y="5136981"/>
              <a:ext cx="3392323" cy="44417"/>
              <a:chOff x="4479218" y="5136981"/>
              <a:chExt cx="3392323" cy="44417"/>
            </a:xfrm>
            <a:solidFill>
              <a:srgbClr val="000000"/>
            </a:solidFill>
          </p:grpSpPr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51D3EA0D-C40C-DFA6-F0B7-93735E9C4153}"/>
                  </a:ext>
                </a:extLst>
              </p:cNvPr>
              <p:cNvSpPr/>
              <p:nvPr/>
            </p:nvSpPr>
            <p:spPr>
              <a:xfrm>
                <a:off x="4479218" y="5136981"/>
                <a:ext cx="12700" cy="44417"/>
              </a:xfrm>
              <a:custGeom>
                <a:avLst/>
                <a:gdLst>
                  <a:gd name="connsiteX0" fmla="*/ 104 w 12700"/>
                  <a:gd name="connsiteY0" fmla="*/ 308 h 44417"/>
                  <a:gd name="connsiteX1" fmla="*/ 104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04" y="308"/>
                    </a:moveTo>
                    <a:lnTo>
                      <a:pt x="104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29B150E0-83E1-BF95-E1B7-D9E5B7687101}"/>
                  </a:ext>
                </a:extLst>
              </p:cNvPr>
              <p:cNvSpPr/>
              <p:nvPr/>
            </p:nvSpPr>
            <p:spPr>
              <a:xfrm>
                <a:off x="5155143" y="5136981"/>
                <a:ext cx="12700" cy="44417"/>
              </a:xfrm>
              <a:custGeom>
                <a:avLst/>
                <a:gdLst>
                  <a:gd name="connsiteX0" fmla="*/ 157 w 12700"/>
                  <a:gd name="connsiteY0" fmla="*/ 308 h 44417"/>
                  <a:gd name="connsiteX1" fmla="*/ 157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57" y="308"/>
                    </a:moveTo>
                    <a:lnTo>
                      <a:pt x="157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49ED0241-C3D4-6E44-9CA4-E1FFDA64222A}"/>
                  </a:ext>
                </a:extLst>
              </p:cNvPr>
              <p:cNvSpPr/>
              <p:nvPr/>
            </p:nvSpPr>
            <p:spPr>
              <a:xfrm>
                <a:off x="5831067" y="5136981"/>
                <a:ext cx="12700" cy="44417"/>
              </a:xfrm>
              <a:custGeom>
                <a:avLst/>
                <a:gdLst>
                  <a:gd name="connsiteX0" fmla="*/ 210 w 12700"/>
                  <a:gd name="connsiteY0" fmla="*/ 308 h 44417"/>
                  <a:gd name="connsiteX1" fmla="*/ 210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10" y="308"/>
                    </a:moveTo>
                    <a:lnTo>
                      <a:pt x="210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DE506AE7-F478-7ADD-A60C-84541FB355EA}"/>
                  </a:ext>
                </a:extLst>
              </p:cNvPr>
              <p:cNvSpPr/>
              <p:nvPr/>
            </p:nvSpPr>
            <p:spPr>
              <a:xfrm>
                <a:off x="6506992" y="5136981"/>
                <a:ext cx="12700" cy="44417"/>
              </a:xfrm>
              <a:custGeom>
                <a:avLst/>
                <a:gdLst>
                  <a:gd name="connsiteX0" fmla="*/ 263 w 12700"/>
                  <a:gd name="connsiteY0" fmla="*/ 308 h 44417"/>
                  <a:gd name="connsiteX1" fmla="*/ 263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63" y="308"/>
                    </a:moveTo>
                    <a:lnTo>
                      <a:pt x="263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160FF66A-CEAB-0B50-276C-048124E18215}"/>
                  </a:ext>
                </a:extLst>
              </p:cNvPr>
              <p:cNvSpPr/>
              <p:nvPr/>
            </p:nvSpPr>
            <p:spPr>
              <a:xfrm>
                <a:off x="7182916" y="5136981"/>
                <a:ext cx="12700" cy="44417"/>
              </a:xfrm>
              <a:custGeom>
                <a:avLst/>
                <a:gdLst>
                  <a:gd name="connsiteX0" fmla="*/ 317 w 12700"/>
                  <a:gd name="connsiteY0" fmla="*/ 308 h 44417"/>
                  <a:gd name="connsiteX1" fmla="*/ 317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17" y="308"/>
                    </a:moveTo>
                    <a:lnTo>
                      <a:pt x="317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55820DD7-A5E2-F5F9-CECA-B8309350099F}"/>
                  </a:ext>
                </a:extLst>
              </p:cNvPr>
              <p:cNvSpPr/>
              <p:nvPr/>
            </p:nvSpPr>
            <p:spPr>
              <a:xfrm>
                <a:off x="7858841" y="5136981"/>
                <a:ext cx="12700" cy="44417"/>
              </a:xfrm>
              <a:custGeom>
                <a:avLst/>
                <a:gdLst>
                  <a:gd name="connsiteX0" fmla="*/ 370 w 12700"/>
                  <a:gd name="connsiteY0" fmla="*/ 308 h 44417"/>
                  <a:gd name="connsiteX1" fmla="*/ 370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70" y="308"/>
                    </a:moveTo>
                    <a:lnTo>
                      <a:pt x="370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135" name="Graphic 89">
              <a:extLst>
                <a:ext uri="{FF2B5EF4-FFF2-40B4-BE49-F238E27FC236}">
                  <a16:creationId xmlns:a16="http://schemas.microsoft.com/office/drawing/2014/main" id="{A49813FB-FD8D-FB4D-3A00-1E29A90CDFB2}"/>
                </a:ext>
              </a:extLst>
            </p:cNvPr>
            <p:cNvGrpSpPr/>
            <p:nvPr/>
          </p:nvGrpSpPr>
          <p:grpSpPr>
            <a:xfrm>
              <a:off x="4157710" y="1713826"/>
              <a:ext cx="321508" cy="3473174"/>
              <a:chOff x="4157710" y="1713826"/>
              <a:chExt cx="321508" cy="3473174"/>
            </a:xfrm>
            <a:solidFill>
              <a:srgbClr val="000000"/>
            </a:solidFill>
          </p:grpSpPr>
          <p:grpSp>
            <p:nvGrpSpPr>
              <p:cNvPr id="136" name="Graphic 89">
                <a:extLst>
                  <a:ext uri="{FF2B5EF4-FFF2-40B4-BE49-F238E27FC236}">
                    <a16:creationId xmlns:a16="http://schemas.microsoft.com/office/drawing/2014/main" id="{CFF9086C-128B-3328-9BE5-0A1C47910CCE}"/>
                  </a:ext>
                </a:extLst>
              </p:cNvPr>
              <p:cNvGrpSpPr/>
              <p:nvPr/>
            </p:nvGrpSpPr>
            <p:grpSpPr>
              <a:xfrm>
                <a:off x="4157710" y="5091006"/>
                <a:ext cx="321508" cy="95994"/>
                <a:chOff x="4157710" y="5091006"/>
                <a:chExt cx="321508" cy="95994"/>
              </a:xfrm>
              <a:solidFill>
                <a:srgbClr val="000000"/>
              </a:solidFill>
            </p:grpSpPr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450B4DB4-68EA-CD35-ADCE-006E3371C52B}"/>
                    </a:ext>
                  </a:extLst>
                </p:cNvPr>
                <p:cNvSpPr/>
                <p:nvPr/>
              </p:nvSpPr>
              <p:spPr>
                <a:xfrm>
                  <a:off x="4434768" y="5136981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308 h 12690"/>
                    <a:gd name="connsiteX1" fmla="*/ 104 w 44450"/>
                    <a:gd name="connsiteY1" fmla="*/ 308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308"/>
                      </a:moveTo>
                      <a:lnTo>
                        <a:pt x="104" y="308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38" name="Graphic 89">
                  <a:extLst>
                    <a:ext uri="{FF2B5EF4-FFF2-40B4-BE49-F238E27FC236}">
                      <a16:creationId xmlns:a16="http://schemas.microsoft.com/office/drawing/2014/main" id="{09887A52-257A-069A-DDEB-CD1448217728}"/>
                    </a:ext>
                  </a:extLst>
                </p:cNvPr>
                <p:cNvGrpSpPr/>
                <p:nvPr/>
              </p:nvGrpSpPr>
              <p:grpSpPr>
                <a:xfrm>
                  <a:off x="4157710" y="5091006"/>
                  <a:ext cx="224169" cy="95994"/>
                  <a:chOff x="4157710" y="5091006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39" name="Freeform: Shape 138">
                    <a:extLst>
                      <a:ext uri="{FF2B5EF4-FFF2-40B4-BE49-F238E27FC236}">
                        <a16:creationId xmlns:a16="http://schemas.microsoft.com/office/drawing/2014/main" id="{0A14905D-2E32-D433-79AC-0723D830A085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5092672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349 h 94328"/>
                      <a:gd name="connsiteX1" fmla="*/ 51159 w 59908"/>
                      <a:gd name="connsiteY1" fmla="*/ 92349 h 94328"/>
                      <a:gd name="connsiteX2" fmla="*/ 51159 w 59908"/>
                      <a:gd name="connsiteY2" fmla="*/ 81800 h 94328"/>
                      <a:gd name="connsiteX3" fmla="*/ 13456 w 59908"/>
                      <a:gd name="connsiteY3" fmla="*/ 81800 h 94328"/>
                      <a:gd name="connsiteX4" fmla="*/ 13456 w 59908"/>
                      <a:gd name="connsiteY4" fmla="*/ 59135 h 94328"/>
                      <a:gd name="connsiteX5" fmla="*/ 18893 w 59908"/>
                      <a:gd name="connsiteY5" fmla="*/ 60523 h 94328"/>
                      <a:gd name="connsiteX6" fmla="*/ 24370 w 59908"/>
                      <a:gd name="connsiteY6" fmla="*/ 60979 h 94328"/>
                      <a:gd name="connsiteX7" fmla="*/ 48917 w 59908"/>
                      <a:gd name="connsiteY7" fmla="*/ 52492 h 94328"/>
                      <a:gd name="connsiteX8" fmla="*/ 57986 w 59908"/>
                      <a:gd name="connsiteY8" fmla="*/ 29509 h 94328"/>
                      <a:gd name="connsiteX9" fmla="*/ 48679 w 59908"/>
                      <a:gd name="connsiteY9" fmla="*/ 6289 h 94328"/>
                      <a:gd name="connsiteX10" fmla="*/ 22445 w 59908"/>
                      <a:gd name="connsiteY10" fmla="*/ -1980 h 94328"/>
                      <a:gd name="connsiteX11" fmla="*/ 10559 w 59908"/>
                      <a:gd name="connsiteY11" fmla="*/ -988 h 94328"/>
                      <a:gd name="connsiteX12" fmla="*/ -1923 w 59908"/>
                      <a:gd name="connsiteY12" fmla="*/ 1986 h 94328"/>
                      <a:gd name="connsiteX13" fmla="*/ -1923 w 59908"/>
                      <a:gd name="connsiteY13" fmla="*/ 14578 h 94328"/>
                      <a:gd name="connsiteX14" fmla="*/ 9606 w 59908"/>
                      <a:gd name="connsiteY14" fmla="*/ 10057 h 94328"/>
                      <a:gd name="connsiteX15" fmla="*/ 22187 w 59908"/>
                      <a:gd name="connsiteY15" fmla="*/ 8570 h 94328"/>
                      <a:gd name="connsiteX16" fmla="*/ 39174 w 59908"/>
                      <a:gd name="connsiteY16" fmla="*/ 14201 h 94328"/>
                      <a:gd name="connsiteX17" fmla="*/ 45444 w 59908"/>
                      <a:gd name="connsiteY17" fmla="*/ 29509 h 94328"/>
                      <a:gd name="connsiteX18" fmla="*/ 39174 w 59908"/>
                      <a:gd name="connsiteY18" fmla="*/ 44798 h 94328"/>
                      <a:gd name="connsiteX19" fmla="*/ 22187 w 59908"/>
                      <a:gd name="connsiteY19" fmla="*/ 50449 h 94328"/>
                      <a:gd name="connsiteX20" fmla="*/ 12166 w 59908"/>
                      <a:gd name="connsiteY20" fmla="*/ 49339 h 94328"/>
                      <a:gd name="connsiteX21" fmla="*/ 1986 w 59908"/>
                      <a:gd name="connsiteY21" fmla="*/ 45869 h 94328"/>
                      <a:gd name="connsiteX22" fmla="*/ 1986 w 59908"/>
                      <a:gd name="connsiteY22" fmla="*/ 92349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349"/>
                        </a:moveTo>
                        <a:lnTo>
                          <a:pt x="51159" y="92349"/>
                        </a:lnTo>
                        <a:lnTo>
                          <a:pt x="51159" y="81800"/>
                        </a:lnTo>
                        <a:lnTo>
                          <a:pt x="13456" y="81800"/>
                        </a:lnTo>
                        <a:lnTo>
                          <a:pt x="13456" y="59135"/>
                        </a:lnTo>
                        <a:cubicBezTo>
                          <a:pt x="15269" y="59756"/>
                          <a:pt x="17081" y="60219"/>
                          <a:pt x="18893" y="60523"/>
                        </a:cubicBezTo>
                        <a:cubicBezTo>
                          <a:pt x="20719" y="60827"/>
                          <a:pt x="22545" y="60979"/>
                          <a:pt x="24370" y="60979"/>
                        </a:cubicBezTo>
                        <a:cubicBezTo>
                          <a:pt x="34702" y="60979"/>
                          <a:pt x="42884" y="58150"/>
                          <a:pt x="48917" y="52492"/>
                        </a:cubicBezTo>
                        <a:cubicBezTo>
                          <a:pt x="54963" y="46834"/>
                          <a:pt x="57986" y="39173"/>
                          <a:pt x="57986" y="29509"/>
                        </a:cubicBezTo>
                        <a:cubicBezTo>
                          <a:pt x="57986" y="19555"/>
                          <a:pt x="54883" y="11815"/>
                          <a:pt x="48679" y="6289"/>
                        </a:cubicBezTo>
                        <a:cubicBezTo>
                          <a:pt x="42474" y="777"/>
                          <a:pt x="33730" y="-1980"/>
                          <a:pt x="22445" y="-1980"/>
                        </a:cubicBezTo>
                        <a:cubicBezTo>
                          <a:pt x="18556" y="-1980"/>
                          <a:pt x="14594" y="-1649"/>
                          <a:pt x="10559" y="-988"/>
                        </a:cubicBezTo>
                        <a:cubicBezTo>
                          <a:pt x="6537" y="-327"/>
                          <a:pt x="2377" y="664"/>
                          <a:pt x="-1923" y="1986"/>
                        </a:cubicBezTo>
                        <a:lnTo>
                          <a:pt x="-1923" y="14578"/>
                        </a:lnTo>
                        <a:cubicBezTo>
                          <a:pt x="1795" y="12555"/>
                          <a:pt x="5638" y="11048"/>
                          <a:pt x="9606" y="10057"/>
                        </a:cubicBezTo>
                        <a:cubicBezTo>
                          <a:pt x="13575" y="9065"/>
                          <a:pt x="17769" y="8570"/>
                          <a:pt x="22187" y="8570"/>
                        </a:cubicBezTo>
                        <a:cubicBezTo>
                          <a:pt x="29344" y="8570"/>
                          <a:pt x="35006" y="10447"/>
                          <a:pt x="39174" y="14201"/>
                        </a:cubicBezTo>
                        <a:cubicBezTo>
                          <a:pt x="43354" y="17955"/>
                          <a:pt x="45444" y="23058"/>
                          <a:pt x="45444" y="29509"/>
                        </a:cubicBezTo>
                        <a:cubicBezTo>
                          <a:pt x="45444" y="35947"/>
                          <a:pt x="43354" y="41044"/>
                          <a:pt x="39174" y="44798"/>
                        </a:cubicBezTo>
                        <a:cubicBezTo>
                          <a:pt x="35006" y="48565"/>
                          <a:pt x="29344" y="50449"/>
                          <a:pt x="22187" y="50449"/>
                        </a:cubicBezTo>
                        <a:cubicBezTo>
                          <a:pt x="18840" y="50449"/>
                          <a:pt x="15500" y="50079"/>
                          <a:pt x="12166" y="49339"/>
                        </a:cubicBezTo>
                        <a:cubicBezTo>
                          <a:pt x="8846" y="48599"/>
                          <a:pt x="5452" y="47442"/>
                          <a:pt x="1986" y="45869"/>
                        </a:cubicBezTo>
                        <a:lnTo>
                          <a:pt x="1986" y="9234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0" name="Freeform: Shape 139">
                    <a:extLst>
                      <a:ext uri="{FF2B5EF4-FFF2-40B4-BE49-F238E27FC236}">
                        <a16:creationId xmlns:a16="http://schemas.microsoft.com/office/drawing/2014/main" id="{D7B55FFA-CE64-5216-1B18-53F008D4C7A5}"/>
                      </a:ext>
                    </a:extLst>
                  </p:cNvPr>
                  <p:cNvSpPr/>
                  <p:nvPr/>
                </p:nvSpPr>
                <p:spPr>
                  <a:xfrm flipV="1">
                    <a:off x="4242659" y="5092672"/>
                    <a:ext cx="55125" cy="92524"/>
                  </a:xfrm>
                  <a:custGeom>
                    <a:avLst/>
                    <a:gdLst>
                      <a:gd name="connsiteX0" fmla="*/ -199 w 55125"/>
                      <a:gd name="connsiteY0" fmla="*/ 8504 h 92524"/>
                      <a:gd name="connsiteX1" fmla="*/ 20260 w 55125"/>
                      <a:gd name="connsiteY1" fmla="*/ 8504 h 92524"/>
                      <a:gd name="connsiteX2" fmla="*/ 20260 w 55125"/>
                      <a:gd name="connsiteY2" fmla="*/ 79097 h 92524"/>
                      <a:gd name="connsiteX3" fmla="*/ -2005 w 55125"/>
                      <a:gd name="connsiteY3" fmla="*/ 74635 h 92524"/>
                      <a:gd name="connsiteX4" fmla="*/ -2005 w 55125"/>
                      <a:gd name="connsiteY4" fmla="*/ 86037 h 92524"/>
                      <a:gd name="connsiteX5" fmla="*/ 20141 w 55125"/>
                      <a:gd name="connsiteY5" fmla="*/ 90499 h 92524"/>
                      <a:gd name="connsiteX6" fmla="*/ 32662 w 55125"/>
                      <a:gd name="connsiteY6" fmla="*/ 90499 h 92524"/>
                      <a:gd name="connsiteX7" fmla="*/ 32662 w 55125"/>
                      <a:gd name="connsiteY7" fmla="*/ 8504 h 92524"/>
                      <a:gd name="connsiteX8" fmla="*/ 53121 w 55125"/>
                      <a:gd name="connsiteY8" fmla="*/ 8504 h 92524"/>
                      <a:gd name="connsiteX9" fmla="*/ 53121 w 55125"/>
                      <a:gd name="connsiteY9" fmla="*/ -2025 h 92524"/>
                      <a:gd name="connsiteX10" fmla="*/ -199 w 55125"/>
                      <a:gd name="connsiteY10" fmla="*/ -2025 h 92524"/>
                      <a:gd name="connsiteX11" fmla="*/ -199 w 55125"/>
                      <a:gd name="connsiteY11" fmla="*/ 8504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199" y="8504"/>
                        </a:moveTo>
                        <a:lnTo>
                          <a:pt x="20260" y="8504"/>
                        </a:lnTo>
                        <a:lnTo>
                          <a:pt x="20260" y="79097"/>
                        </a:lnTo>
                        <a:lnTo>
                          <a:pt x="-2005" y="74635"/>
                        </a:lnTo>
                        <a:lnTo>
                          <a:pt x="-2005" y="86037"/>
                        </a:lnTo>
                        <a:lnTo>
                          <a:pt x="20141" y="90499"/>
                        </a:lnTo>
                        <a:lnTo>
                          <a:pt x="32662" y="90499"/>
                        </a:lnTo>
                        <a:lnTo>
                          <a:pt x="32662" y="8504"/>
                        </a:lnTo>
                        <a:lnTo>
                          <a:pt x="53121" y="8504"/>
                        </a:lnTo>
                        <a:lnTo>
                          <a:pt x="53121" y="-2025"/>
                        </a:lnTo>
                        <a:lnTo>
                          <a:pt x="-199" y="-2025"/>
                        </a:lnTo>
                        <a:lnTo>
                          <a:pt x="-199" y="850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1" name="Freeform: Shape 140">
                    <a:extLst>
                      <a:ext uri="{FF2B5EF4-FFF2-40B4-BE49-F238E27FC236}">
                        <a16:creationId xmlns:a16="http://schemas.microsoft.com/office/drawing/2014/main" id="{133244BB-8546-EFB0-6272-444E983EA587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5091006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4058 h 95994"/>
                      <a:gd name="connsiteX1" fmla="*/ 15502 w 63996"/>
                      <a:gd name="connsiteY1" fmla="*/ 74540 h 95994"/>
                      <a:gd name="connsiteX2" fmla="*/ 10640 w 63996"/>
                      <a:gd name="connsiteY2" fmla="*/ 45946 h 95994"/>
                      <a:gd name="connsiteX3" fmla="*/ 15502 w 63996"/>
                      <a:gd name="connsiteY3" fmla="*/ 17411 h 95994"/>
                      <a:gd name="connsiteX4" fmla="*/ 30047 w 63996"/>
                      <a:gd name="connsiteY4" fmla="*/ 7893 h 95994"/>
                      <a:gd name="connsiteX5" fmla="*/ 44652 w 63996"/>
                      <a:gd name="connsiteY5" fmla="*/ 17411 h 95994"/>
                      <a:gd name="connsiteX6" fmla="*/ 49534 w 63996"/>
                      <a:gd name="connsiteY6" fmla="*/ 45946 h 95994"/>
                      <a:gd name="connsiteX7" fmla="*/ 44652 w 63996"/>
                      <a:gd name="connsiteY7" fmla="*/ 74540 h 95994"/>
                      <a:gd name="connsiteX8" fmla="*/ 30047 w 63996"/>
                      <a:gd name="connsiteY8" fmla="*/ 84058 h 95994"/>
                      <a:gd name="connsiteX9" fmla="*/ 30047 w 63996"/>
                      <a:gd name="connsiteY9" fmla="*/ 93972 h 95994"/>
                      <a:gd name="connsiteX10" fmla="*/ 53840 w 63996"/>
                      <a:gd name="connsiteY10" fmla="*/ 81658 h 95994"/>
                      <a:gd name="connsiteX11" fmla="*/ 62055 w 63996"/>
                      <a:gd name="connsiteY11" fmla="*/ 45946 h 95994"/>
                      <a:gd name="connsiteX12" fmla="*/ 53840 w 63996"/>
                      <a:gd name="connsiteY12" fmla="*/ 10272 h 95994"/>
                      <a:gd name="connsiteX13" fmla="*/ 30047 w 63996"/>
                      <a:gd name="connsiteY13" fmla="*/ -2022 h 95994"/>
                      <a:gd name="connsiteX14" fmla="*/ 6274 w 63996"/>
                      <a:gd name="connsiteY14" fmla="*/ 10272 h 95994"/>
                      <a:gd name="connsiteX15" fmla="*/ -1941 w 63996"/>
                      <a:gd name="connsiteY15" fmla="*/ 45946 h 95994"/>
                      <a:gd name="connsiteX16" fmla="*/ 6274 w 63996"/>
                      <a:gd name="connsiteY16" fmla="*/ 81658 h 95994"/>
                      <a:gd name="connsiteX17" fmla="*/ 30047 w 63996"/>
                      <a:gd name="connsiteY17" fmla="*/ 9397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4058"/>
                        </a:moveTo>
                        <a:cubicBezTo>
                          <a:pt x="23605" y="84058"/>
                          <a:pt x="18756" y="80885"/>
                          <a:pt x="15502" y="74540"/>
                        </a:cubicBezTo>
                        <a:cubicBezTo>
                          <a:pt x="12261" y="68207"/>
                          <a:pt x="10640" y="58676"/>
                          <a:pt x="10640" y="45946"/>
                        </a:cubicBezTo>
                        <a:cubicBezTo>
                          <a:pt x="10640" y="33268"/>
                          <a:pt x="12261" y="23756"/>
                          <a:pt x="15502" y="17411"/>
                        </a:cubicBezTo>
                        <a:cubicBezTo>
                          <a:pt x="18756" y="11066"/>
                          <a:pt x="23605" y="7893"/>
                          <a:pt x="30047" y="7893"/>
                        </a:cubicBezTo>
                        <a:cubicBezTo>
                          <a:pt x="36543" y="7893"/>
                          <a:pt x="41411" y="11066"/>
                          <a:pt x="44652" y="17411"/>
                        </a:cubicBezTo>
                        <a:cubicBezTo>
                          <a:pt x="47907" y="23756"/>
                          <a:pt x="49534" y="33268"/>
                          <a:pt x="49534" y="45946"/>
                        </a:cubicBezTo>
                        <a:cubicBezTo>
                          <a:pt x="49534" y="58676"/>
                          <a:pt x="47907" y="68207"/>
                          <a:pt x="44652" y="74540"/>
                        </a:cubicBezTo>
                        <a:cubicBezTo>
                          <a:pt x="41411" y="80885"/>
                          <a:pt x="36543" y="84058"/>
                          <a:pt x="30047" y="84058"/>
                        </a:cubicBezTo>
                        <a:close/>
                        <a:moveTo>
                          <a:pt x="30047" y="93972"/>
                        </a:moveTo>
                        <a:cubicBezTo>
                          <a:pt x="40432" y="93972"/>
                          <a:pt x="48363" y="89868"/>
                          <a:pt x="53840" y="81658"/>
                        </a:cubicBezTo>
                        <a:cubicBezTo>
                          <a:pt x="59317" y="73462"/>
                          <a:pt x="62055" y="61558"/>
                          <a:pt x="62055" y="45946"/>
                        </a:cubicBezTo>
                        <a:cubicBezTo>
                          <a:pt x="62055" y="30373"/>
                          <a:pt x="59317" y="18482"/>
                          <a:pt x="53840" y="10272"/>
                        </a:cubicBezTo>
                        <a:cubicBezTo>
                          <a:pt x="48363" y="2076"/>
                          <a:pt x="40432" y="-2022"/>
                          <a:pt x="30047" y="-2022"/>
                        </a:cubicBezTo>
                        <a:cubicBezTo>
                          <a:pt x="19675" y="-2022"/>
                          <a:pt x="11751" y="2076"/>
                          <a:pt x="6274" y="10272"/>
                        </a:cubicBezTo>
                        <a:cubicBezTo>
                          <a:pt x="797" y="18482"/>
                          <a:pt x="-1941" y="30373"/>
                          <a:pt x="-1941" y="45946"/>
                        </a:cubicBezTo>
                        <a:cubicBezTo>
                          <a:pt x="-1941" y="61558"/>
                          <a:pt x="797" y="73462"/>
                          <a:pt x="6274" y="81658"/>
                        </a:cubicBezTo>
                        <a:cubicBezTo>
                          <a:pt x="11751" y="89868"/>
                          <a:pt x="19675" y="93972"/>
                          <a:pt x="30047" y="9397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42" name="Graphic 89">
                <a:extLst>
                  <a:ext uri="{FF2B5EF4-FFF2-40B4-BE49-F238E27FC236}">
                    <a16:creationId xmlns:a16="http://schemas.microsoft.com/office/drawing/2014/main" id="{6F5FD62B-C5F4-E8B9-EE6D-87DE38E04437}"/>
                  </a:ext>
                </a:extLst>
              </p:cNvPr>
              <p:cNvGrpSpPr/>
              <p:nvPr/>
            </p:nvGrpSpPr>
            <p:grpSpPr>
              <a:xfrm>
                <a:off x="4157710" y="4415570"/>
                <a:ext cx="321508" cy="95994"/>
                <a:chOff x="4157710" y="4415570"/>
                <a:chExt cx="321508" cy="95994"/>
              </a:xfrm>
              <a:solidFill>
                <a:srgbClr val="000000"/>
              </a:solidFill>
            </p:grpSpPr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E88144C2-E30F-8D70-1C75-0FE830D08BC2}"/>
                    </a:ext>
                  </a:extLst>
                </p:cNvPr>
                <p:cNvSpPr/>
                <p:nvPr/>
              </p:nvSpPr>
              <p:spPr>
                <a:xfrm>
                  <a:off x="4434768" y="4461545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254 h 12690"/>
                    <a:gd name="connsiteX1" fmla="*/ 104 w 44450"/>
                    <a:gd name="connsiteY1" fmla="*/ 254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254"/>
                      </a:moveTo>
                      <a:lnTo>
                        <a:pt x="104" y="25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44" name="Graphic 89">
                  <a:extLst>
                    <a:ext uri="{FF2B5EF4-FFF2-40B4-BE49-F238E27FC236}">
                      <a16:creationId xmlns:a16="http://schemas.microsoft.com/office/drawing/2014/main" id="{7F050F06-6A8F-7BC7-32CF-AA1C85FA5521}"/>
                    </a:ext>
                  </a:extLst>
                </p:cNvPr>
                <p:cNvGrpSpPr/>
                <p:nvPr/>
              </p:nvGrpSpPr>
              <p:grpSpPr>
                <a:xfrm>
                  <a:off x="4157710" y="4415570"/>
                  <a:ext cx="224169" cy="95994"/>
                  <a:chOff x="4157710" y="4415570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45" name="Freeform: Shape 144">
                    <a:extLst>
                      <a:ext uri="{FF2B5EF4-FFF2-40B4-BE49-F238E27FC236}">
                        <a16:creationId xmlns:a16="http://schemas.microsoft.com/office/drawing/2014/main" id="{ABF76365-F259-8F40-EF0A-CAB8BB807894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4417236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296 h 94328"/>
                      <a:gd name="connsiteX1" fmla="*/ 51159 w 59908"/>
                      <a:gd name="connsiteY1" fmla="*/ 92296 h 94328"/>
                      <a:gd name="connsiteX2" fmla="*/ 51159 w 59908"/>
                      <a:gd name="connsiteY2" fmla="*/ 81746 h 94328"/>
                      <a:gd name="connsiteX3" fmla="*/ 13456 w 59908"/>
                      <a:gd name="connsiteY3" fmla="*/ 81746 h 94328"/>
                      <a:gd name="connsiteX4" fmla="*/ 13456 w 59908"/>
                      <a:gd name="connsiteY4" fmla="*/ 59081 h 94328"/>
                      <a:gd name="connsiteX5" fmla="*/ 18893 w 59908"/>
                      <a:gd name="connsiteY5" fmla="*/ 60469 h 94328"/>
                      <a:gd name="connsiteX6" fmla="*/ 24370 w 59908"/>
                      <a:gd name="connsiteY6" fmla="*/ 60925 h 94328"/>
                      <a:gd name="connsiteX7" fmla="*/ 48917 w 59908"/>
                      <a:gd name="connsiteY7" fmla="*/ 52438 h 94328"/>
                      <a:gd name="connsiteX8" fmla="*/ 57986 w 59908"/>
                      <a:gd name="connsiteY8" fmla="*/ 29456 h 94328"/>
                      <a:gd name="connsiteX9" fmla="*/ 48679 w 59908"/>
                      <a:gd name="connsiteY9" fmla="*/ 6236 h 94328"/>
                      <a:gd name="connsiteX10" fmla="*/ 22445 w 59908"/>
                      <a:gd name="connsiteY10" fmla="*/ -2033 h 94328"/>
                      <a:gd name="connsiteX11" fmla="*/ 10559 w 59908"/>
                      <a:gd name="connsiteY11" fmla="*/ -1041 h 94328"/>
                      <a:gd name="connsiteX12" fmla="*/ -1923 w 59908"/>
                      <a:gd name="connsiteY12" fmla="*/ 1933 h 94328"/>
                      <a:gd name="connsiteX13" fmla="*/ -1923 w 59908"/>
                      <a:gd name="connsiteY13" fmla="*/ 14525 h 94328"/>
                      <a:gd name="connsiteX14" fmla="*/ 9606 w 59908"/>
                      <a:gd name="connsiteY14" fmla="*/ 10004 h 94328"/>
                      <a:gd name="connsiteX15" fmla="*/ 22187 w 59908"/>
                      <a:gd name="connsiteY15" fmla="*/ 8516 h 94328"/>
                      <a:gd name="connsiteX16" fmla="*/ 39174 w 59908"/>
                      <a:gd name="connsiteY16" fmla="*/ 14148 h 94328"/>
                      <a:gd name="connsiteX17" fmla="*/ 45444 w 59908"/>
                      <a:gd name="connsiteY17" fmla="*/ 29456 h 94328"/>
                      <a:gd name="connsiteX18" fmla="*/ 39174 w 59908"/>
                      <a:gd name="connsiteY18" fmla="*/ 44745 h 94328"/>
                      <a:gd name="connsiteX19" fmla="*/ 22187 w 59908"/>
                      <a:gd name="connsiteY19" fmla="*/ 50396 h 94328"/>
                      <a:gd name="connsiteX20" fmla="*/ 12166 w 59908"/>
                      <a:gd name="connsiteY20" fmla="*/ 49286 h 94328"/>
                      <a:gd name="connsiteX21" fmla="*/ 1986 w 59908"/>
                      <a:gd name="connsiteY21" fmla="*/ 45815 h 94328"/>
                      <a:gd name="connsiteX22" fmla="*/ 1986 w 59908"/>
                      <a:gd name="connsiteY22" fmla="*/ 9229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296"/>
                        </a:moveTo>
                        <a:lnTo>
                          <a:pt x="51159" y="92296"/>
                        </a:lnTo>
                        <a:lnTo>
                          <a:pt x="51159" y="81746"/>
                        </a:lnTo>
                        <a:lnTo>
                          <a:pt x="13456" y="81746"/>
                        </a:lnTo>
                        <a:lnTo>
                          <a:pt x="13456" y="59081"/>
                        </a:lnTo>
                        <a:cubicBezTo>
                          <a:pt x="15269" y="59703"/>
                          <a:pt x="17081" y="60165"/>
                          <a:pt x="18893" y="60469"/>
                        </a:cubicBezTo>
                        <a:cubicBezTo>
                          <a:pt x="20719" y="60773"/>
                          <a:pt x="22545" y="60925"/>
                          <a:pt x="24370" y="60925"/>
                        </a:cubicBezTo>
                        <a:cubicBezTo>
                          <a:pt x="34702" y="60925"/>
                          <a:pt x="42884" y="58096"/>
                          <a:pt x="48917" y="52438"/>
                        </a:cubicBezTo>
                        <a:cubicBezTo>
                          <a:pt x="54963" y="46780"/>
                          <a:pt x="57986" y="39120"/>
                          <a:pt x="57986" y="29456"/>
                        </a:cubicBezTo>
                        <a:cubicBezTo>
                          <a:pt x="57986" y="19502"/>
                          <a:pt x="54883" y="11762"/>
                          <a:pt x="48679" y="6236"/>
                        </a:cubicBezTo>
                        <a:cubicBezTo>
                          <a:pt x="42474" y="723"/>
                          <a:pt x="33730" y="-2033"/>
                          <a:pt x="22445" y="-2033"/>
                        </a:cubicBezTo>
                        <a:cubicBezTo>
                          <a:pt x="18556" y="-2033"/>
                          <a:pt x="14594" y="-1702"/>
                          <a:pt x="10559" y="-1041"/>
                        </a:cubicBezTo>
                        <a:cubicBezTo>
                          <a:pt x="6537" y="-380"/>
                          <a:pt x="2377" y="611"/>
                          <a:pt x="-1923" y="1933"/>
                        </a:cubicBezTo>
                        <a:lnTo>
                          <a:pt x="-1923" y="14525"/>
                        </a:lnTo>
                        <a:cubicBezTo>
                          <a:pt x="1795" y="12502"/>
                          <a:pt x="5638" y="10995"/>
                          <a:pt x="9606" y="10004"/>
                        </a:cubicBezTo>
                        <a:cubicBezTo>
                          <a:pt x="13575" y="9012"/>
                          <a:pt x="17769" y="8516"/>
                          <a:pt x="22187" y="8516"/>
                        </a:cubicBezTo>
                        <a:cubicBezTo>
                          <a:pt x="29344" y="8516"/>
                          <a:pt x="35006" y="10394"/>
                          <a:pt x="39174" y="14148"/>
                        </a:cubicBezTo>
                        <a:cubicBezTo>
                          <a:pt x="43354" y="17902"/>
                          <a:pt x="45444" y="23005"/>
                          <a:pt x="45444" y="29456"/>
                        </a:cubicBezTo>
                        <a:cubicBezTo>
                          <a:pt x="45444" y="35894"/>
                          <a:pt x="43354" y="40990"/>
                          <a:pt x="39174" y="44745"/>
                        </a:cubicBezTo>
                        <a:cubicBezTo>
                          <a:pt x="35006" y="48512"/>
                          <a:pt x="29344" y="50396"/>
                          <a:pt x="22187" y="50396"/>
                        </a:cubicBezTo>
                        <a:cubicBezTo>
                          <a:pt x="18840" y="50396"/>
                          <a:pt x="15500" y="50026"/>
                          <a:pt x="12166" y="49286"/>
                        </a:cubicBezTo>
                        <a:cubicBezTo>
                          <a:pt x="8846" y="48545"/>
                          <a:pt x="5452" y="47389"/>
                          <a:pt x="1986" y="45815"/>
                        </a:cubicBezTo>
                        <a:lnTo>
                          <a:pt x="1986" y="922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6" name="Freeform: Shape 145">
                    <a:extLst>
                      <a:ext uri="{FF2B5EF4-FFF2-40B4-BE49-F238E27FC236}">
                        <a16:creationId xmlns:a16="http://schemas.microsoft.com/office/drawing/2014/main" id="{0E70E667-B99C-395A-09ED-41C809BE848F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015" y="4415570"/>
                    <a:ext cx="58777" cy="94189"/>
                  </a:xfrm>
                  <a:custGeom>
                    <a:avLst/>
                    <a:gdLst>
                      <a:gd name="connsiteX0" fmla="*/ 13198 w 58777"/>
                      <a:gd name="connsiteY0" fmla="*/ 8409 h 94189"/>
                      <a:gd name="connsiteX1" fmla="*/ 56914 w 58777"/>
                      <a:gd name="connsiteY1" fmla="*/ 8409 h 94189"/>
                      <a:gd name="connsiteX2" fmla="*/ 56914 w 58777"/>
                      <a:gd name="connsiteY2" fmla="*/ -2121 h 94189"/>
                      <a:gd name="connsiteX3" fmla="*/ -1863 w 58777"/>
                      <a:gd name="connsiteY3" fmla="*/ -2121 h 94189"/>
                      <a:gd name="connsiteX4" fmla="*/ -1863 w 58777"/>
                      <a:gd name="connsiteY4" fmla="*/ 8409 h 94189"/>
                      <a:gd name="connsiteX5" fmla="*/ 17564 w 58777"/>
                      <a:gd name="connsiteY5" fmla="*/ 28199 h 94189"/>
                      <a:gd name="connsiteX6" fmla="*/ 33042 w 58777"/>
                      <a:gd name="connsiteY6" fmla="*/ 44241 h 94189"/>
                      <a:gd name="connsiteX7" fmla="*/ 41436 w 58777"/>
                      <a:gd name="connsiteY7" fmla="*/ 55662 h 94189"/>
                      <a:gd name="connsiteX8" fmla="*/ 43837 w 58777"/>
                      <a:gd name="connsiteY8" fmla="*/ 64863 h 94189"/>
                      <a:gd name="connsiteX9" fmla="*/ 38658 w 58777"/>
                      <a:gd name="connsiteY9" fmla="*/ 76880 h 94189"/>
                      <a:gd name="connsiteX10" fmla="*/ 25164 w 58777"/>
                      <a:gd name="connsiteY10" fmla="*/ 81540 h 94189"/>
                      <a:gd name="connsiteX11" fmla="*/ 12722 w 58777"/>
                      <a:gd name="connsiteY11" fmla="*/ 79497 h 94189"/>
                      <a:gd name="connsiteX12" fmla="*/ -1248 w 58777"/>
                      <a:gd name="connsiteY12" fmla="*/ 73291 h 94189"/>
                      <a:gd name="connsiteX13" fmla="*/ -1248 w 58777"/>
                      <a:gd name="connsiteY13" fmla="*/ 85942 h 94189"/>
                      <a:gd name="connsiteX14" fmla="*/ 12881 w 58777"/>
                      <a:gd name="connsiteY14" fmla="*/ 90522 h 94189"/>
                      <a:gd name="connsiteX15" fmla="*/ 24926 w 58777"/>
                      <a:gd name="connsiteY15" fmla="*/ 92069 h 94189"/>
                      <a:gd name="connsiteX16" fmla="*/ 47865 w 58777"/>
                      <a:gd name="connsiteY16" fmla="*/ 84871 h 94189"/>
                      <a:gd name="connsiteX17" fmla="*/ 56418 w 58777"/>
                      <a:gd name="connsiteY17" fmla="*/ 65676 h 94189"/>
                      <a:gd name="connsiteX18" fmla="*/ 54275 w 58777"/>
                      <a:gd name="connsiteY18" fmla="*/ 54849 h 94189"/>
                      <a:gd name="connsiteX19" fmla="*/ 46496 w 58777"/>
                      <a:gd name="connsiteY19" fmla="*/ 42813 h 94189"/>
                      <a:gd name="connsiteX20" fmla="*/ 36634 w 58777"/>
                      <a:gd name="connsiteY20" fmla="*/ 32422 h 94189"/>
                      <a:gd name="connsiteX21" fmla="*/ 13198 w 58777"/>
                      <a:gd name="connsiteY21" fmla="*/ 8409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198" y="8409"/>
                        </a:moveTo>
                        <a:lnTo>
                          <a:pt x="56914" y="8409"/>
                        </a:lnTo>
                        <a:lnTo>
                          <a:pt x="56914" y="-2121"/>
                        </a:lnTo>
                        <a:lnTo>
                          <a:pt x="-1863" y="-2121"/>
                        </a:lnTo>
                        <a:lnTo>
                          <a:pt x="-1863" y="8409"/>
                        </a:lnTo>
                        <a:cubicBezTo>
                          <a:pt x="2886" y="13327"/>
                          <a:pt x="9362" y="19923"/>
                          <a:pt x="17564" y="28199"/>
                        </a:cubicBezTo>
                        <a:cubicBezTo>
                          <a:pt x="25779" y="36487"/>
                          <a:pt x="30939" y="41835"/>
                          <a:pt x="33042" y="44241"/>
                        </a:cubicBezTo>
                        <a:cubicBezTo>
                          <a:pt x="37051" y="48735"/>
                          <a:pt x="39849" y="52543"/>
                          <a:pt x="41436" y="55662"/>
                        </a:cubicBezTo>
                        <a:cubicBezTo>
                          <a:pt x="43037" y="58782"/>
                          <a:pt x="43837" y="61849"/>
                          <a:pt x="43837" y="64863"/>
                        </a:cubicBezTo>
                        <a:cubicBezTo>
                          <a:pt x="43837" y="69781"/>
                          <a:pt x="42111" y="73786"/>
                          <a:pt x="38658" y="76880"/>
                        </a:cubicBezTo>
                        <a:cubicBezTo>
                          <a:pt x="35205" y="79986"/>
                          <a:pt x="30707" y="81540"/>
                          <a:pt x="25164" y="81540"/>
                        </a:cubicBezTo>
                        <a:cubicBezTo>
                          <a:pt x="21235" y="81540"/>
                          <a:pt x="17088" y="80859"/>
                          <a:pt x="12722" y="79497"/>
                        </a:cubicBezTo>
                        <a:cubicBezTo>
                          <a:pt x="8370" y="78136"/>
                          <a:pt x="3713" y="76067"/>
                          <a:pt x="-1248" y="73291"/>
                        </a:cubicBezTo>
                        <a:lnTo>
                          <a:pt x="-1248" y="85942"/>
                        </a:lnTo>
                        <a:cubicBezTo>
                          <a:pt x="3792" y="87964"/>
                          <a:pt x="8502" y="89491"/>
                          <a:pt x="12881" y="90522"/>
                        </a:cubicBezTo>
                        <a:cubicBezTo>
                          <a:pt x="17273" y="91554"/>
                          <a:pt x="21288" y="92069"/>
                          <a:pt x="24926" y="92069"/>
                        </a:cubicBezTo>
                        <a:cubicBezTo>
                          <a:pt x="34517" y="92069"/>
                          <a:pt x="42164" y="89670"/>
                          <a:pt x="47865" y="84871"/>
                        </a:cubicBezTo>
                        <a:cubicBezTo>
                          <a:pt x="53567" y="80086"/>
                          <a:pt x="56418" y="73687"/>
                          <a:pt x="56418" y="65676"/>
                        </a:cubicBezTo>
                        <a:cubicBezTo>
                          <a:pt x="56418" y="61869"/>
                          <a:pt x="55704" y="58260"/>
                          <a:pt x="54275" y="54849"/>
                        </a:cubicBezTo>
                        <a:cubicBezTo>
                          <a:pt x="52859" y="51452"/>
                          <a:pt x="50267" y="47440"/>
                          <a:pt x="46496" y="42813"/>
                        </a:cubicBezTo>
                        <a:cubicBezTo>
                          <a:pt x="45464" y="41610"/>
                          <a:pt x="42177" y="38146"/>
                          <a:pt x="36634" y="32422"/>
                        </a:cubicBezTo>
                        <a:cubicBezTo>
                          <a:pt x="31104" y="26698"/>
                          <a:pt x="23292" y="18694"/>
                          <a:pt x="13198" y="840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7" name="Freeform: Shape 146">
                    <a:extLst>
                      <a:ext uri="{FF2B5EF4-FFF2-40B4-BE49-F238E27FC236}">
                        <a16:creationId xmlns:a16="http://schemas.microsoft.com/office/drawing/2014/main" id="{4D728682-2D1F-3D1F-FE9D-5F2BF32363B8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4415570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4005 h 95994"/>
                      <a:gd name="connsiteX1" fmla="*/ 15502 w 63996"/>
                      <a:gd name="connsiteY1" fmla="*/ 74486 h 95994"/>
                      <a:gd name="connsiteX2" fmla="*/ 10640 w 63996"/>
                      <a:gd name="connsiteY2" fmla="*/ 45892 h 95994"/>
                      <a:gd name="connsiteX3" fmla="*/ 15502 w 63996"/>
                      <a:gd name="connsiteY3" fmla="*/ 17358 h 95994"/>
                      <a:gd name="connsiteX4" fmla="*/ 30047 w 63996"/>
                      <a:gd name="connsiteY4" fmla="*/ 7840 h 95994"/>
                      <a:gd name="connsiteX5" fmla="*/ 44652 w 63996"/>
                      <a:gd name="connsiteY5" fmla="*/ 17358 h 95994"/>
                      <a:gd name="connsiteX6" fmla="*/ 49534 w 63996"/>
                      <a:gd name="connsiteY6" fmla="*/ 45892 h 95994"/>
                      <a:gd name="connsiteX7" fmla="*/ 44652 w 63996"/>
                      <a:gd name="connsiteY7" fmla="*/ 74486 h 95994"/>
                      <a:gd name="connsiteX8" fmla="*/ 30047 w 63996"/>
                      <a:gd name="connsiteY8" fmla="*/ 84005 h 95994"/>
                      <a:gd name="connsiteX9" fmla="*/ 30047 w 63996"/>
                      <a:gd name="connsiteY9" fmla="*/ 93919 h 95994"/>
                      <a:gd name="connsiteX10" fmla="*/ 53840 w 63996"/>
                      <a:gd name="connsiteY10" fmla="*/ 81605 h 95994"/>
                      <a:gd name="connsiteX11" fmla="*/ 62055 w 63996"/>
                      <a:gd name="connsiteY11" fmla="*/ 45892 h 95994"/>
                      <a:gd name="connsiteX12" fmla="*/ 53840 w 63996"/>
                      <a:gd name="connsiteY12" fmla="*/ 10219 h 95994"/>
                      <a:gd name="connsiteX13" fmla="*/ 30047 w 63996"/>
                      <a:gd name="connsiteY13" fmla="*/ -2075 h 95994"/>
                      <a:gd name="connsiteX14" fmla="*/ 6274 w 63996"/>
                      <a:gd name="connsiteY14" fmla="*/ 10219 h 95994"/>
                      <a:gd name="connsiteX15" fmla="*/ -1941 w 63996"/>
                      <a:gd name="connsiteY15" fmla="*/ 45892 h 95994"/>
                      <a:gd name="connsiteX16" fmla="*/ 6274 w 63996"/>
                      <a:gd name="connsiteY16" fmla="*/ 81605 h 95994"/>
                      <a:gd name="connsiteX17" fmla="*/ 30047 w 63996"/>
                      <a:gd name="connsiteY17" fmla="*/ 9391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4005"/>
                        </a:moveTo>
                        <a:cubicBezTo>
                          <a:pt x="23605" y="84005"/>
                          <a:pt x="18756" y="80832"/>
                          <a:pt x="15502" y="74486"/>
                        </a:cubicBezTo>
                        <a:cubicBezTo>
                          <a:pt x="12261" y="68154"/>
                          <a:pt x="10640" y="58623"/>
                          <a:pt x="10640" y="45892"/>
                        </a:cubicBezTo>
                        <a:cubicBezTo>
                          <a:pt x="10640" y="33215"/>
                          <a:pt x="12261" y="23703"/>
                          <a:pt x="15502" y="17358"/>
                        </a:cubicBezTo>
                        <a:cubicBezTo>
                          <a:pt x="18756" y="11012"/>
                          <a:pt x="23605" y="7840"/>
                          <a:pt x="30047" y="7840"/>
                        </a:cubicBezTo>
                        <a:cubicBezTo>
                          <a:pt x="36543" y="7840"/>
                          <a:pt x="41411" y="11012"/>
                          <a:pt x="44652" y="17358"/>
                        </a:cubicBezTo>
                        <a:cubicBezTo>
                          <a:pt x="47907" y="23703"/>
                          <a:pt x="49534" y="33215"/>
                          <a:pt x="49534" y="45892"/>
                        </a:cubicBezTo>
                        <a:cubicBezTo>
                          <a:pt x="49534" y="58623"/>
                          <a:pt x="47907" y="68154"/>
                          <a:pt x="44652" y="74486"/>
                        </a:cubicBezTo>
                        <a:cubicBezTo>
                          <a:pt x="41411" y="80832"/>
                          <a:pt x="36543" y="84005"/>
                          <a:pt x="30047" y="84005"/>
                        </a:cubicBezTo>
                        <a:close/>
                        <a:moveTo>
                          <a:pt x="30047" y="93919"/>
                        </a:moveTo>
                        <a:cubicBezTo>
                          <a:pt x="40432" y="93919"/>
                          <a:pt x="48363" y="89815"/>
                          <a:pt x="53840" y="81605"/>
                        </a:cubicBezTo>
                        <a:cubicBezTo>
                          <a:pt x="59317" y="73409"/>
                          <a:pt x="62055" y="61505"/>
                          <a:pt x="62055" y="45892"/>
                        </a:cubicBezTo>
                        <a:cubicBezTo>
                          <a:pt x="62055" y="30320"/>
                          <a:pt x="59317" y="18429"/>
                          <a:pt x="53840" y="10219"/>
                        </a:cubicBezTo>
                        <a:cubicBezTo>
                          <a:pt x="48363" y="2023"/>
                          <a:pt x="40432" y="-2075"/>
                          <a:pt x="30047" y="-2075"/>
                        </a:cubicBezTo>
                        <a:cubicBezTo>
                          <a:pt x="19675" y="-2075"/>
                          <a:pt x="11751" y="2023"/>
                          <a:pt x="6274" y="10219"/>
                        </a:cubicBezTo>
                        <a:cubicBezTo>
                          <a:pt x="797" y="18429"/>
                          <a:pt x="-1941" y="30320"/>
                          <a:pt x="-1941" y="45892"/>
                        </a:cubicBezTo>
                        <a:cubicBezTo>
                          <a:pt x="-1941" y="61505"/>
                          <a:pt x="797" y="73409"/>
                          <a:pt x="6274" y="81605"/>
                        </a:cubicBezTo>
                        <a:cubicBezTo>
                          <a:pt x="11751" y="89815"/>
                          <a:pt x="19675" y="93919"/>
                          <a:pt x="30047" y="9391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48" name="Graphic 89">
                <a:extLst>
                  <a:ext uri="{FF2B5EF4-FFF2-40B4-BE49-F238E27FC236}">
                    <a16:creationId xmlns:a16="http://schemas.microsoft.com/office/drawing/2014/main" id="{4916BAF4-DDF3-EA28-5441-0115CF28DB4B}"/>
                  </a:ext>
                </a:extLst>
              </p:cNvPr>
              <p:cNvGrpSpPr/>
              <p:nvPr/>
            </p:nvGrpSpPr>
            <p:grpSpPr>
              <a:xfrm>
                <a:off x="4157710" y="3740134"/>
                <a:ext cx="321508" cy="95994"/>
                <a:chOff x="4157710" y="3740134"/>
                <a:chExt cx="321508" cy="95994"/>
              </a:xfrm>
              <a:solidFill>
                <a:srgbClr val="000000"/>
              </a:solidFill>
            </p:grpSpPr>
            <p:sp>
              <p:nvSpPr>
                <p:cNvPr id="149" name="Freeform: Shape 148">
                  <a:extLst>
                    <a:ext uri="{FF2B5EF4-FFF2-40B4-BE49-F238E27FC236}">
                      <a16:creationId xmlns:a16="http://schemas.microsoft.com/office/drawing/2014/main" id="{5969A896-6366-8CFF-4118-675D649E7C7C}"/>
                    </a:ext>
                  </a:extLst>
                </p:cNvPr>
                <p:cNvSpPr/>
                <p:nvPr/>
              </p:nvSpPr>
              <p:spPr>
                <a:xfrm>
                  <a:off x="4434768" y="3786109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201 h 12690"/>
                    <a:gd name="connsiteX1" fmla="*/ 104 w 44450"/>
                    <a:gd name="connsiteY1" fmla="*/ 201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201"/>
                      </a:moveTo>
                      <a:lnTo>
                        <a:pt x="104" y="201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50" name="Graphic 89">
                  <a:extLst>
                    <a:ext uri="{FF2B5EF4-FFF2-40B4-BE49-F238E27FC236}">
                      <a16:creationId xmlns:a16="http://schemas.microsoft.com/office/drawing/2014/main" id="{CF5F154A-B39B-BEAE-D77D-32C7CCC9B890}"/>
                    </a:ext>
                  </a:extLst>
                </p:cNvPr>
                <p:cNvGrpSpPr/>
                <p:nvPr/>
              </p:nvGrpSpPr>
              <p:grpSpPr>
                <a:xfrm>
                  <a:off x="4157710" y="3740134"/>
                  <a:ext cx="224169" cy="95994"/>
                  <a:chOff x="4157710" y="374013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51" name="Freeform: Shape 150">
                    <a:extLst>
                      <a:ext uri="{FF2B5EF4-FFF2-40B4-BE49-F238E27FC236}">
                        <a16:creationId xmlns:a16="http://schemas.microsoft.com/office/drawing/2014/main" id="{C2E482A8-DE3E-7F4B-B238-FCF6B26DC5DF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3741800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242 h 94328"/>
                      <a:gd name="connsiteX1" fmla="*/ 51159 w 59908"/>
                      <a:gd name="connsiteY1" fmla="*/ 92242 h 94328"/>
                      <a:gd name="connsiteX2" fmla="*/ 51159 w 59908"/>
                      <a:gd name="connsiteY2" fmla="*/ 81693 h 94328"/>
                      <a:gd name="connsiteX3" fmla="*/ 13456 w 59908"/>
                      <a:gd name="connsiteY3" fmla="*/ 81693 h 94328"/>
                      <a:gd name="connsiteX4" fmla="*/ 13456 w 59908"/>
                      <a:gd name="connsiteY4" fmla="*/ 59028 h 94328"/>
                      <a:gd name="connsiteX5" fmla="*/ 18893 w 59908"/>
                      <a:gd name="connsiteY5" fmla="*/ 60416 h 94328"/>
                      <a:gd name="connsiteX6" fmla="*/ 24370 w 59908"/>
                      <a:gd name="connsiteY6" fmla="*/ 60872 h 94328"/>
                      <a:gd name="connsiteX7" fmla="*/ 48917 w 59908"/>
                      <a:gd name="connsiteY7" fmla="*/ 52385 h 94328"/>
                      <a:gd name="connsiteX8" fmla="*/ 57986 w 59908"/>
                      <a:gd name="connsiteY8" fmla="*/ 29403 h 94328"/>
                      <a:gd name="connsiteX9" fmla="*/ 48679 w 59908"/>
                      <a:gd name="connsiteY9" fmla="*/ 6183 h 94328"/>
                      <a:gd name="connsiteX10" fmla="*/ 22445 w 59908"/>
                      <a:gd name="connsiteY10" fmla="*/ -2086 h 94328"/>
                      <a:gd name="connsiteX11" fmla="*/ 10559 w 59908"/>
                      <a:gd name="connsiteY11" fmla="*/ -1095 h 94328"/>
                      <a:gd name="connsiteX12" fmla="*/ -1923 w 59908"/>
                      <a:gd name="connsiteY12" fmla="*/ 1880 h 94328"/>
                      <a:gd name="connsiteX13" fmla="*/ -1923 w 59908"/>
                      <a:gd name="connsiteY13" fmla="*/ 14471 h 94328"/>
                      <a:gd name="connsiteX14" fmla="*/ 9606 w 59908"/>
                      <a:gd name="connsiteY14" fmla="*/ 9950 h 94328"/>
                      <a:gd name="connsiteX15" fmla="*/ 22187 w 59908"/>
                      <a:gd name="connsiteY15" fmla="*/ 8463 h 94328"/>
                      <a:gd name="connsiteX16" fmla="*/ 39174 w 59908"/>
                      <a:gd name="connsiteY16" fmla="*/ 14095 h 94328"/>
                      <a:gd name="connsiteX17" fmla="*/ 45444 w 59908"/>
                      <a:gd name="connsiteY17" fmla="*/ 29403 h 94328"/>
                      <a:gd name="connsiteX18" fmla="*/ 39174 w 59908"/>
                      <a:gd name="connsiteY18" fmla="*/ 44691 h 94328"/>
                      <a:gd name="connsiteX19" fmla="*/ 22187 w 59908"/>
                      <a:gd name="connsiteY19" fmla="*/ 50343 h 94328"/>
                      <a:gd name="connsiteX20" fmla="*/ 12166 w 59908"/>
                      <a:gd name="connsiteY20" fmla="*/ 49232 h 94328"/>
                      <a:gd name="connsiteX21" fmla="*/ 1986 w 59908"/>
                      <a:gd name="connsiteY21" fmla="*/ 45762 h 94328"/>
                      <a:gd name="connsiteX22" fmla="*/ 1986 w 59908"/>
                      <a:gd name="connsiteY22" fmla="*/ 92242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242"/>
                        </a:moveTo>
                        <a:lnTo>
                          <a:pt x="51159" y="92242"/>
                        </a:lnTo>
                        <a:lnTo>
                          <a:pt x="51159" y="81693"/>
                        </a:lnTo>
                        <a:lnTo>
                          <a:pt x="13456" y="81693"/>
                        </a:lnTo>
                        <a:lnTo>
                          <a:pt x="13456" y="59028"/>
                        </a:lnTo>
                        <a:cubicBezTo>
                          <a:pt x="15269" y="59649"/>
                          <a:pt x="17081" y="60112"/>
                          <a:pt x="18893" y="60416"/>
                        </a:cubicBezTo>
                        <a:cubicBezTo>
                          <a:pt x="20719" y="60720"/>
                          <a:pt x="22545" y="60872"/>
                          <a:pt x="24370" y="60872"/>
                        </a:cubicBezTo>
                        <a:cubicBezTo>
                          <a:pt x="34702" y="60872"/>
                          <a:pt x="42884" y="58043"/>
                          <a:pt x="48917" y="52385"/>
                        </a:cubicBezTo>
                        <a:cubicBezTo>
                          <a:pt x="54963" y="46727"/>
                          <a:pt x="57986" y="39067"/>
                          <a:pt x="57986" y="29403"/>
                        </a:cubicBezTo>
                        <a:cubicBezTo>
                          <a:pt x="57986" y="19449"/>
                          <a:pt x="54883" y="11709"/>
                          <a:pt x="48679" y="6183"/>
                        </a:cubicBezTo>
                        <a:cubicBezTo>
                          <a:pt x="42474" y="670"/>
                          <a:pt x="33730" y="-2086"/>
                          <a:pt x="22445" y="-2086"/>
                        </a:cubicBezTo>
                        <a:cubicBezTo>
                          <a:pt x="18556" y="-2086"/>
                          <a:pt x="14594" y="-1756"/>
                          <a:pt x="10559" y="-1095"/>
                        </a:cubicBezTo>
                        <a:cubicBezTo>
                          <a:pt x="6537" y="-434"/>
                          <a:pt x="2377" y="558"/>
                          <a:pt x="-1923" y="1880"/>
                        </a:cubicBezTo>
                        <a:lnTo>
                          <a:pt x="-1923" y="14471"/>
                        </a:lnTo>
                        <a:cubicBezTo>
                          <a:pt x="1795" y="12449"/>
                          <a:pt x="5638" y="10942"/>
                          <a:pt x="9606" y="9950"/>
                        </a:cubicBezTo>
                        <a:cubicBezTo>
                          <a:pt x="13575" y="8959"/>
                          <a:pt x="17769" y="8463"/>
                          <a:pt x="22187" y="8463"/>
                        </a:cubicBezTo>
                        <a:cubicBezTo>
                          <a:pt x="29344" y="8463"/>
                          <a:pt x="35006" y="10340"/>
                          <a:pt x="39174" y="14095"/>
                        </a:cubicBezTo>
                        <a:cubicBezTo>
                          <a:pt x="43354" y="17849"/>
                          <a:pt x="45444" y="22952"/>
                          <a:pt x="45444" y="29403"/>
                        </a:cubicBezTo>
                        <a:cubicBezTo>
                          <a:pt x="45444" y="35841"/>
                          <a:pt x="43354" y="40937"/>
                          <a:pt x="39174" y="44691"/>
                        </a:cubicBezTo>
                        <a:cubicBezTo>
                          <a:pt x="35006" y="48459"/>
                          <a:pt x="29344" y="50343"/>
                          <a:pt x="22187" y="50343"/>
                        </a:cubicBezTo>
                        <a:cubicBezTo>
                          <a:pt x="18840" y="50343"/>
                          <a:pt x="15500" y="49973"/>
                          <a:pt x="12166" y="49232"/>
                        </a:cubicBezTo>
                        <a:cubicBezTo>
                          <a:pt x="8846" y="48492"/>
                          <a:pt x="5452" y="47335"/>
                          <a:pt x="1986" y="45762"/>
                        </a:cubicBezTo>
                        <a:lnTo>
                          <a:pt x="1986" y="922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2" name="Freeform: Shape 151">
                    <a:extLst>
                      <a:ext uri="{FF2B5EF4-FFF2-40B4-BE49-F238E27FC236}">
                        <a16:creationId xmlns:a16="http://schemas.microsoft.com/office/drawing/2014/main" id="{B1543126-F20F-9DF7-E20E-BB287649FB82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392" y="3740134"/>
                    <a:ext cx="60940" cy="95994"/>
                  </a:xfrm>
                  <a:custGeom>
                    <a:avLst/>
                    <a:gdLst>
                      <a:gd name="connsiteX0" fmla="*/ 39914 w 60940"/>
                      <a:gd name="connsiteY0" fmla="*/ 49567 h 95994"/>
                      <a:gd name="connsiteX1" fmla="*/ 53944 w 60940"/>
                      <a:gd name="connsiteY1" fmla="*/ 41556 h 95994"/>
                      <a:gd name="connsiteX2" fmla="*/ 59004 w 60940"/>
                      <a:gd name="connsiteY2" fmla="*/ 26565 h 95994"/>
                      <a:gd name="connsiteX3" fmla="*/ 49578 w 60940"/>
                      <a:gd name="connsiteY3" fmla="*/ 5367 h 95994"/>
                      <a:gd name="connsiteX4" fmla="*/ 22789 w 60940"/>
                      <a:gd name="connsiteY4" fmla="*/ -2128 h 95994"/>
                      <a:gd name="connsiteX5" fmla="*/ 10803 w 60940"/>
                      <a:gd name="connsiteY5" fmla="*/ -978 h 95994"/>
                      <a:gd name="connsiteX6" fmla="*/ -1936 w 60940"/>
                      <a:gd name="connsiteY6" fmla="*/ 2472 h 95994"/>
                      <a:gd name="connsiteX7" fmla="*/ -1936 w 60940"/>
                      <a:gd name="connsiteY7" fmla="*/ 14548 h 95994"/>
                      <a:gd name="connsiteX8" fmla="*/ 9454 w 60940"/>
                      <a:gd name="connsiteY8" fmla="*/ 9968 h 95994"/>
                      <a:gd name="connsiteX9" fmla="*/ 22432 w 60940"/>
                      <a:gd name="connsiteY9" fmla="*/ 8421 h 95994"/>
                      <a:gd name="connsiteX10" fmla="*/ 40371 w 60940"/>
                      <a:gd name="connsiteY10" fmla="*/ 13061 h 95994"/>
                      <a:gd name="connsiteX11" fmla="*/ 46542 w 60940"/>
                      <a:gd name="connsiteY11" fmla="*/ 26565 h 95994"/>
                      <a:gd name="connsiteX12" fmla="*/ 40807 w 60940"/>
                      <a:gd name="connsiteY12" fmla="*/ 39355 h 95994"/>
                      <a:gd name="connsiteX13" fmla="*/ 24853 w 60940"/>
                      <a:gd name="connsiteY13" fmla="*/ 43975 h 95994"/>
                      <a:gd name="connsiteX14" fmla="*/ 14058 w 60940"/>
                      <a:gd name="connsiteY14" fmla="*/ 43975 h 95994"/>
                      <a:gd name="connsiteX15" fmla="*/ 14058 w 60940"/>
                      <a:gd name="connsiteY15" fmla="*/ 54267 h 95994"/>
                      <a:gd name="connsiteX16" fmla="*/ 25349 w 60940"/>
                      <a:gd name="connsiteY16" fmla="*/ 54267 h 95994"/>
                      <a:gd name="connsiteX17" fmla="*/ 39478 w 60940"/>
                      <a:gd name="connsiteY17" fmla="*/ 57955 h 95994"/>
                      <a:gd name="connsiteX18" fmla="*/ 44379 w 60940"/>
                      <a:gd name="connsiteY18" fmla="*/ 68583 h 95994"/>
                      <a:gd name="connsiteX19" fmla="*/ 39319 w 60940"/>
                      <a:gd name="connsiteY19" fmla="*/ 79509 h 95994"/>
                      <a:gd name="connsiteX20" fmla="*/ 24853 w 60940"/>
                      <a:gd name="connsiteY20" fmla="*/ 83337 h 95994"/>
                      <a:gd name="connsiteX21" fmla="*/ 13800 w 60940"/>
                      <a:gd name="connsiteY21" fmla="*/ 82206 h 95994"/>
                      <a:gd name="connsiteX22" fmla="*/ 842 w 60940"/>
                      <a:gd name="connsiteY22" fmla="*/ 78756 h 95994"/>
                      <a:gd name="connsiteX23" fmla="*/ 842 w 60940"/>
                      <a:gd name="connsiteY23" fmla="*/ 89900 h 95994"/>
                      <a:gd name="connsiteX24" fmla="*/ 14216 w 60940"/>
                      <a:gd name="connsiteY24" fmla="*/ 92875 h 95994"/>
                      <a:gd name="connsiteX25" fmla="*/ 25964 w 60940"/>
                      <a:gd name="connsiteY25" fmla="*/ 93866 h 95994"/>
                      <a:gd name="connsiteX26" fmla="*/ 48526 w 60940"/>
                      <a:gd name="connsiteY26" fmla="*/ 87382 h 95994"/>
                      <a:gd name="connsiteX27" fmla="*/ 56841 w 60940"/>
                      <a:gd name="connsiteY27" fmla="*/ 69892 h 95994"/>
                      <a:gd name="connsiteX28" fmla="*/ 52436 w 60940"/>
                      <a:gd name="connsiteY28" fmla="*/ 56904 h 95994"/>
                      <a:gd name="connsiteX29" fmla="*/ 39914 w 60940"/>
                      <a:gd name="connsiteY29" fmla="*/ 49567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940" h="95994">
                        <a:moveTo>
                          <a:pt x="39914" y="49567"/>
                        </a:moveTo>
                        <a:cubicBezTo>
                          <a:pt x="45907" y="48285"/>
                          <a:pt x="50583" y="45614"/>
                          <a:pt x="53944" y="41556"/>
                        </a:cubicBezTo>
                        <a:cubicBezTo>
                          <a:pt x="57317" y="37511"/>
                          <a:pt x="59004" y="32514"/>
                          <a:pt x="59004" y="26565"/>
                        </a:cubicBezTo>
                        <a:cubicBezTo>
                          <a:pt x="59004" y="17443"/>
                          <a:pt x="55862" y="10378"/>
                          <a:pt x="49578" y="5367"/>
                        </a:cubicBezTo>
                        <a:cubicBezTo>
                          <a:pt x="43294" y="370"/>
                          <a:pt x="34364" y="-2128"/>
                          <a:pt x="22789" y="-2128"/>
                        </a:cubicBezTo>
                        <a:cubicBezTo>
                          <a:pt x="18913" y="-2128"/>
                          <a:pt x="14918" y="-1745"/>
                          <a:pt x="10803" y="-978"/>
                        </a:cubicBezTo>
                        <a:cubicBezTo>
                          <a:pt x="6689" y="-211"/>
                          <a:pt x="2442" y="939"/>
                          <a:pt x="-1936" y="2472"/>
                        </a:cubicBezTo>
                        <a:lnTo>
                          <a:pt x="-1936" y="14548"/>
                        </a:lnTo>
                        <a:cubicBezTo>
                          <a:pt x="1530" y="12526"/>
                          <a:pt x="5326" y="10999"/>
                          <a:pt x="9454" y="9968"/>
                        </a:cubicBezTo>
                        <a:cubicBezTo>
                          <a:pt x="13595" y="8937"/>
                          <a:pt x="17921" y="8421"/>
                          <a:pt x="22432" y="8421"/>
                        </a:cubicBezTo>
                        <a:cubicBezTo>
                          <a:pt x="30277" y="8421"/>
                          <a:pt x="36256" y="9968"/>
                          <a:pt x="40371" y="13061"/>
                        </a:cubicBezTo>
                        <a:cubicBezTo>
                          <a:pt x="44485" y="16155"/>
                          <a:pt x="46542" y="20656"/>
                          <a:pt x="46542" y="26565"/>
                        </a:cubicBezTo>
                        <a:cubicBezTo>
                          <a:pt x="46542" y="32025"/>
                          <a:pt x="44630" y="36288"/>
                          <a:pt x="40807" y="39355"/>
                        </a:cubicBezTo>
                        <a:cubicBezTo>
                          <a:pt x="36984" y="42435"/>
                          <a:pt x="31666" y="43975"/>
                          <a:pt x="24853" y="43975"/>
                        </a:cubicBezTo>
                        <a:lnTo>
                          <a:pt x="14058" y="43975"/>
                        </a:lnTo>
                        <a:lnTo>
                          <a:pt x="14058" y="54267"/>
                        </a:lnTo>
                        <a:lnTo>
                          <a:pt x="25349" y="54267"/>
                        </a:lnTo>
                        <a:cubicBezTo>
                          <a:pt x="31500" y="54267"/>
                          <a:pt x="36210" y="55496"/>
                          <a:pt x="39478" y="57955"/>
                        </a:cubicBezTo>
                        <a:cubicBezTo>
                          <a:pt x="42745" y="60414"/>
                          <a:pt x="44379" y="63957"/>
                          <a:pt x="44379" y="68583"/>
                        </a:cubicBezTo>
                        <a:cubicBezTo>
                          <a:pt x="44379" y="73329"/>
                          <a:pt x="42692" y="76971"/>
                          <a:pt x="39319" y="79509"/>
                        </a:cubicBezTo>
                        <a:cubicBezTo>
                          <a:pt x="35959" y="82061"/>
                          <a:pt x="31137" y="83337"/>
                          <a:pt x="24853" y="83337"/>
                        </a:cubicBezTo>
                        <a:cubicBezTo>
                          <a:pt x="21413" y="83337"/>
                          <a:pt x="17729" y="82960"/>
                          <a:pt x="13800" y="82206"/>
                        </a:cubicBezTo>
                        <a:cubicBezTo>
                          <a:pt x="9871" y="81466"/>
                          <a:pt x="5551" y="80316"/>
                          <a:pt x="842" y="78756"/>
                        </a:cubicBezTo>
                        <a:lnTo>
                          <a:pt x="842" y="89900"/>
                        </a:lnTo>
                        <a:cubicBezTo>
                          <a:pt x="5604" y="91222"/>
                          <a:pt x="10062" y="92214"/>
                          <a:pt x="14216" y="92875"/>
                        </a:cubicBezTo>
                        <a:cubicBezTo>
                          <a:pt x="18370" y="93535"/>
                          <a:pt x="22286" y="93866"/>
                          <a:pt x="25964" y="93866"/>
                        </a:cubicBezTo>
                        <a:cubicBezTo>
                          <a:pt x="35476" y="93866"/>
                          <a:pt x="42996" y="91705"/>
                          <a:pt x="48526" y="87382"/>
                        </a:cubicBezTo>
                        <a:cubicBezTo>
                          <a:pt x="54069" y="83072"/>
                          <a:pt x="56841" y="77242"/>
                          <a:pt x="56841" y="69892"/>
                        </a:cubicBezTo>
                        <a:cubicBezTo>
                          <a:pt x="56841" y="64763"/>
                          <a:pt x="55372" y="60434"/>
                          <a:pt x="52436" y="56904"/>
                        </a:cubicBezTo>
                        <a:cubicBezTo>
                          <a:pt x="49499" y="53374"/>
                          <a:pt x="45325" y="50929"/>
                          <a:pt x="39914" y="4956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3" name="Freeform: Shape 152">
                    <a:extLst>
                      <a:ext uri="{FF2B5EF4-FFF2-40B4-BE49-F238E27FC236}">
                        <a16:creationId xmlns:a16="http://schemas.microsoft.com/office/drawing/2014/main" id="{4B828531-9DFF-4B53-57EC-BD40F29100FE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3740134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951 h 95994"/>
                      <a:gd name="connsiteX1" fmla="*/ 15502 w 63996"/>
                      <a:gd name="connsiteY1" fmla="*/ 74433 h 95994"/>
                      <a:gd name="connsiteX2" fmla="*/ 10640 w 63996"/>
                      <a:gd name="connsiteY2" fmla="*/ 45839 h 95994"/>
                      <a:gd name="connsiteX3" fmla="*/ 15502 w 63996"/>
                      <a:gd name="connsiteY3" fmla="*/ 17305 h 95994"/>
                      <a:gd name="connsiteX4" fmla="*/ 30047 w 63996"/>
                      <a:gd name="connsiteY4" fmla="*/ 7787 h 95994"/>
                      <a:gd name="connsiteX5" fmla="*/ 44652 w 63996"/>
                      <a:gd name="connsiteY5" fmla="*/ 17305 h 95994"/>
                      <a:gd name="connsiteX6" fmla="*/ 49534 w 63996"/>
                      <a:gd name="connsiteY6" fmla="*/ 45839 h 95994"/>
                      <a:gd name="connsiteX7" fmla="*/ 44652 w 63996"/>
                      <a:gd name="connsiteY7" fmla="*/ 74433 h 95994"/>
                      <a:gd name="connsiteX8" fmla="*/ 30047 w 63996"/>
                      <a:gd name="connsiteY8" fmla="*/ 83951 h 95994"/>
                      <a:gd name="connsiteX9" fmla="*/ 30047 w 63996"/>
                      <a:gd name="connsiteY9" fmla="*/ 93866 h 95994"/>
                      <a:gd name="connsiteX10" fmla="*/ 53840 w 63996"/>
                      <a:gd name="connsiteY10" fmla="*/ 81552 h 95994"/>
                      <a:gd name="connsiteX11" fmla="*/ 62055 w 63996"/>
                      <a:gd name="connsiteY11" fmla="*/ 45839 h 95994"/>
                      <a:gd name="connsiteX12" fmla="*/ 53840 w 63996"/>
                      <a:gd name="connsiteY12" fmla="*/ 10166 h 95994"/>
                      <a:gd name="connsiteX13" fmla="*/ 30047 w 63996"/>
                      <a:gd name="connsiteY13" fmla="*/ -2128 h 95994"/>
                      <a:gd name="connsiteX14" fmla="*/ 6274 w 63996"/>
                      <a:gd name="connsiteY14" fmla="*/ 10166 h 95994"/>
                      <a:gd name="connsiteX15" fmla="*/ -1941 w 63996"/>
                      <a:gd name="connsiteY15" fmla="*/ 45839 h 95994"/>
                      <a:gd name="connsiteX16" fmla="*/ 6274 w 63996"/>
                      <a:gd name="connsiteY16" fmla="*/ 81552 h 95994"/>
                      <a:gd name="connsiteX17" fmla="*/ 30047 w 63996"/>
                      <a:gd name="connsiteY17" fmla="*/ 9386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951"/>
                        </a:moveTo>
                        <a:cubicBezTo>
                          <a:pt x="23605" y="83951"/>
                          <a:pt x="18756" y="80779"/>
                          <a:pt x="15502" y="74433"/>
                        </a:cubicBezTo>
                        <a:cubicBezTo>
                          <a:pt x="12261" y="68101"/>
                          <a:pt x="10640" y="58570"/>
                          <a:pt x="10640" y="45839"/>
                        </a:cubicBezTo>
                        <a:cubicBezTo>
                          <a:pt x="10640" y="33162"/>
                          <a:pt x="12261" y="23650"/>
                          <a:pt x="15502" y="17305"/>
                        </a:cubicBezTo>
                        <a:cubicBezTo>
                          <a:pt x="18756" y="10959"/>
                          <a:pt x="23605" y="7787"/>
                          <a:pt x="30047" y="7787"/>
                        </a:cubicBezTo>
                        <a:cubicBezTo>
                          <a:pt x="36543" y="7787"/>
                          <a:pt x="41411" y="10959"/>
                          <a:pt x="44652" y="17305"/>
                        </a:cubicBezTo>
                        <a:cubicBezTo>
                          <a:pt x="47907" y="23650"/>
                          <a:pt x="49534" y="33162"/>
                          <a:pt x="49534" y="45839"/>
                        </a:cubicBezTo>
                        <a:cubicBezTo>
                          <a:pt x="49534" y="58570"/>
                          <a:pt x="47907" y="68101"/>
                          <a:pt x="44652" y="74433"/>
                        </a:cubicBezTo>
                        <a:cubicBezTo>
                          <a:pt x="41411" y="80779"/>
                          <a:pt x="36543" y="83951"/>
                          <a:pt x="30047" y="83951"/>
                        </a:cubicBezTo>
                        <a:close/>
                        <a:moveTo>
                          <a:pt x="30047" y="93866"/>
                        </a:moveTo>
                        <a:cubicBezTo>
                          <a:pt x="40432" y="93866"/>
                          <a:pt x="48363" y="89761"/>
                          <a:pt x="53840" y="81552"/>
                        </a:cubicBezTo>
                        <a:cubicBezTo>
                          <a:pt x="59317" y="73356"/>
                          <a:pt x="62055" y="61452"/>
                          <a:pt x="62055" y="45839"/>
                        </a:cubicBezTo>
                        <a:cubicBezTo>
                          <a:pt x="62055" y="30266"/>
                          <a:pt x="59317" y="18375"/>
                          <a:pt x="53840" y="10166"/>
                        </a:cubicBezTo>
                        <a:cubicBezTo>
                          <a:pt x="48363" y="1970"/>
                          <a:pt x="40432" y="-2128"/>
                          <a:pt x="30047" y="-2128"/>
                        </a:cubicBezTo>
                        <a:cubicBezTo>
                          <a:pt x="19675" y="-2128"/>
                          <a:pt x="11751" y="1970"/>
                          <a:pt x="6274" y="10166"/>
                        </a:cubicBezTo>
                        <a:cubicBezTo>
                          <a:pt x="797" y="18375"/>
                          <a:pt x="-1941" y="30266"/>
                          <a:pt x="-1941" y="45839"/>
                        </a:cubicBezTo>
                        <a:cubicBezTo>
                          <a:pt x="-1941" y="61452"/>
                          <a:pt x="797" y="73356"/>
                          <a:pt x="6274" y="81552"/>
                        </a:cubicBezTo>
                        <a:cubicBezTo>
                          <a:pt x="11751" y="89761"/>
                          <a:pt x="19675" y="93866"/>
                          <a:pt x="30047" y="9386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54" name="Graphic 89">
                <a:extLst>
                  <a:ext uri="{FF2B5EF4-FFF2-40B4-BE49-F238E27FC236}">
                    <a16:creationId xmlns:a16="http://schemas.microsoft.com/office/drawing/2014/main" id="{FF5EE51A-3C8C-07A6-DB64-C34C6E87D9B3}"/>
                  </a:ext>
                </a:extLst>
              </p:cNvPr>
              <p:cNvGrpSpPr/>
              <p:nvPr/>
            </p:nvGrpSpPr>
            <p:grpSpPr>
              <a:xfrm>
                <a:off x="4157710" y="3064698"/>
                <a:ext cx="321508" cy="95994"/>
                <a:chOff x="4157710" y="3064698"/>
                <a:chExt cx="321508" cy="95994"/>
              </a:xfrm>
              <a:solidFill>
                <a:srgbClr val="000000"/>
              </a:solidFill>
            </p:grpSpPr>
            <p:sp>
              <p:nvSpPr>
                <p:cNvPr id="155" name="Freeform: Shape 154">
                  <a:extLst>
                    <a:ext uri="{FF2B5EF4-FFF2-40B4-BE49-F238E27FC236}">
                      <a16:creationId xmlns:a16="http://schemas.microsoft.com/office/drawing/2014/main" id="{6BCA2784-0ACF-E7E1-0264-5B5A18EE046A}"/>
                    </a:ext>
                  </a:extLst>
                </p:cNvPr>
                <p:cNvSpPr/>
                <p:nvPr/>
              </p:nvSpPr>
              <p:spPr>
                <a:xfrm>
                  <a:off x="4434768" y="3110673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148 h 12690"/>
                    <a:gd name="connsiteX1" fmla="*/ 104 w 44450"/>
                    <a:gd name="connsiteY1" fmla="*/ 148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148"/>
                      </a:moveTo>
                      <a:lnTo>
                        <a:pt x="104" y="148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56" name="Graphic 89">
                  <a:extLst>
                    <a:ext uri="{FF2B5EF4-FFF2-40B4-BE49-F238E27FC236}">
                      <a16:creationId xmlns:a16="http://schemas.microsoft.com/office/drawing/2014/main" id="{5F2C78D2-6C51-26DE-6B82-D0DA321BA1D0}"/>
                    </a:ext>
                  </a:extLst>
                </p:cNvPr>
                <p:cNvGrpSpPr/>
                <p:nvPr/>
              </p:nvGrpSpPr>
              <p:grpSpPr>
                <a:xfrm>
                  <a:off x="4157710" y="3064698"/>
                  <a:ext cx="224169" cy="95994"/>
                  <a:chOff x="4157710" y="3064698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57" name="Freeform: Shape 156">
                    <a:extLst>
                      <a:ext uri="{FF2B5EF4-FFF2-40B4-BE49-F238E27FC236}">
                        <a16:creationId xmlns:a16="http://schemas.microsoft.com/office/drawing/2014/main" id="{D1FCC577-4D4C-6D48-6804-E8E9E9D2F87E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3066364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189 h 94328"/>
                      <a:gd name="connsiteX1" fmla="*/ 51159 w 59908"/>
                      <a:gd name="connsiteY1" fmla="*/ 92189 h 94328"/>
                      <a:gd name="connsiteX2" fmla="*/ 51159 w 59908"/>
                      <a:gd name="connsiteY2" fmla="*/ 81640 h 94328"/>
                      <a:gd name="connsiteX3" fmla="*/ 13456 w 59908"/>
                      <a:gd name="connsiteY3" fmla="*/ 81640 h 94328"/>
                      <a:gd name="connsiteX4" fmla="*/ 13456 w 59908"/>
                      <a:gd name="connsiteY4" fmla="*/ 58975 h 94328"/>
                      <a:gd name="connsiteX5" fmla="*/ 18893 w 59908"/>
                      <a:gd name="connsiteY5" fmla="*/ 60363 h 94328"/>
                      <a:gd name="connsiteX6" fmla="*/ 24370 w 59908"/>
                      <a:gd name="connsiteY6" fmla="*/ 60819 h 94328"/>
                      <a:gd name="connsiteX7" fmla="*/ 48917 w 59908"/>
                      <a:gd name="connsiteY7" fmla="*/ 52332 h 94328"/>
                      <a:gd name="connsiteX8" fmla="*/ 57986 w 59908"/>
                      <a:gd name="connsiteY8" fmla="*/ 29350 h 94328"/>
                      <a:gd name="connsiteX9" fmla="*/ 48679 w 59908"/>
                      <a:gd name="connsiteY9" fmla="*/ 6130 h 94328"/>
                      <a:gd name="connsiteX10" fmla="*/ 22445 w 59908"/>
                      <a:gd name="connsiteY10" fmla="*/ -2139 h 94328"/>
                      <a:gd name="connsiteX11" fmla="*/ 10559 w 59908"/>
                      <a:gd name="connsiteY11" fmla="*/ -1148 h 94328"/>
                      <a:gd name="connsiteX12" fmla="*/ -1923 w 59908"/>
                      <a:gd name="connsiteY12" fmla="*/ 1827 h 94328"/>
                      <a:gd name="connsiteX13" fmla="*/ -1923 w 59908"/>
                      <a:gd name="connsiteY13" fmla="*/ 14418 h 94328"/>
                      <a:gd name="connsiteX14" fmla="*/ 9606 w 59908"/>
                      <a:gd name="connsiteY14" fmla="*/ 9897 h 94328"/>
                      <a:gd name="connsiteX15" fmla="*/ 22187 w 59908"/>
                      <a:gd name="connsiteY15" fmla="*/ 8410 h 94328"/>
                      <a:gd name="connsiteX16" fmla="*/ 39174 w 59908"/>
                      <a:gd name="connsiteY16" fmla="*/ 14041 h 94328"/>
                      <a:gd name="connsiteX17" fmla="*/ 45444 w 59908"/>
                      <a:gd name="connsiteY17" fmla="*/ 29350 h 94328"/>
                      <a:gd name="connsiteX18" fmla="*/ 39174 w 59908"/>
                      <a:gd name="connsiteY18" fmla="*/ 44638 h 94328"/>
                      <a:gd name="connsiteX19" fmla="*/ 22187 w 59908"/>
                      <a:gd name="connsiteY19" fmla="*/ 50290 h 94328"/>
                      <a:gd name="connsiteX20" fmla="*/ 12166 w 59908"/>
                      <a:gd name="connsiteY20" fmla="*/ 49179 h 94328"/>
                      <a:gd name="connsiteX21" fmla="*/ 1986 w 59908"/>
                      <a:gd name="connsiteY21" fmla="*/ 45709 h 94328"/>
                      <a:gd name="connsiteX22" fmla="*/ 1986 w 59908"/>
                      <a:gd name="connsiteY22" fmla="*/ 92189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189"/>
                        </a:moveTo>
                        <a:lnTo>
                          <a:pt x="51159" y="92189"/>
                        </a:lnTo>
                        <a:lnTo>
                          <a:pt x="51159" y="81640"/>
                        </a:lnTo>
                        <a:lnTo>
                          <a:pt x="13456" y="81640"/>
                        </a:lnTo>
                        <a:lnTo>
                          <a:pt x="13456" y="58975"/>
                        </a:lnTo>
                        <a:cubicBezTo>
                          <a:pt x="15269" y="59596"/>
                          <a:pt x="17081" y="60059"/>
                          <a:pt x="18893" y="60363"/>
                        </a:cubicBezTo>
                        <a:cubicBezTo>
                          <a:pt x="20719" y="60667"/>
                          <a:pt x="22545" y="60819"/>
                          <a:pt x="24370" y="60819"/>
                        </a:cubicBezTo>
                        <a:cubicBezTo>
                          <a:pt x="34702" y="60819"/>
                          <a:pt x="42884" y="57990"/>
                          <a:pt x="48917" y="52332"/>
                        </a:cubicBezTo>
                        <a:cubicBezTo>
                          <a:pt x="54963" y="46674"/>
                          <a:pt x="57986" y="39013"/>
                          <a:pt x="57986" y="29350"/>
                        </a:cubicBezTo>
                        <a:cubicBezTo>
                          <a:pt x="57986" y="19395"/>
                          <a:pt x="54883" y="11655"/>
                          <a:pt x="48679" y="6130"/>
                        </a:cubicBezTo>
                        <a:cubicBezTo>
                          <a:pt x="42474" y="617"/>
                          <a:pt x="33730" y="-2139"/>
                          <a:pt x="22445" y="-2139"/>
                        </a:cubicBezTo>
                        <a:cubicBezTo>
                          <a:pt x="18556" y="-2139"/>
                          <a:pt x="14594" y="-1809"/>
                          <a:pt x="10559" y="-1148"/>
                        </a:cubicBezTo>
                        <a:cubicBezTo>
                          <a:pt x="6537" y="-487"/>
                          <a:pt x="2377" y="505"/>
                          <a:pt x="-1923" y="1827"/>
                        </a:cubicBezTo>
                        <a:lnTo>
                          <a:pt x="-1923" y="14418"/>
                        </a:lnTo>
                        <a:cubicBezTo>
                          <a:pt x="1795" y="12396"/>
                          <a:pt x="5638" y="10889"/>
                          <a:pt x="9606" y="9897"/>
                        </a:cubicBezTo>
                        <a:cubicBezTo>
                          <a:pt x="13575" y="8906"/>
                          <a:pt x="17769" y="8410"/>
                          <a:pt x="22187" y="8410"/>
                        </a:cubicBezTo>
                        <a:cubicBezTo>
                          <a:pt x="29344" y="8410"/>
                          <a:pt x="35006" y="10287"/>
                          <a:pt x="39174" y="14041"/>
                        </a:cubicBezTo>
                        <a:cubicBezTo>
                          <a:pt x="43354" y="17796"/>
                          <a:pt x="45444" y="22899"/>
                          <a:pt x="45444" y="29350"/>
                        </a:cubicBezTo>
                        <a:cubicBezTo>
                          <a:pt x="45444" y="35788"/>
                          <a:pt x="43354" y="40884"/>
                          <a:pt x="39174" y="44638"/>
                        </a:cubicBezTo>
                        <a:cubicBezTo>
                          <a:pt x="35006" y="48406"/>
                          <a:pt x="29344" y="50290"/>
                          <a:pt x="22187" y="50290"/>
                        </a:cubicBezTo>
                        <a:cubicBezTo>
                          <a:pt x="18840" y="50290"/>
                          <a:pt x="15500" y="49919"/>
                          <a:pt x="12166" y="49179"/>
                        </a:cubicBezTo>
                        <a:cubicBezTo>
                          <a:pt x="8846" y="48439"/>
                          <a:pt x="5452" y="47282"/>
                          <a:pt x="1986" y="45709"/>
                        </a:cubicBezTo>
                        <a:lnTo>
                          <a:pt x="1986" y="9218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8" name="Freeform: Shape 157">
                    <a:extLst>
                      <a:ext uri="{FF2B5EF4-FFF2-40B4-BE49-F238E27FC236}">
                        <a16:creationId xmlns:a16="http://schemas.microsoft.com/office/drawing/2014/main" id="{5F901ECC-4DFE-BB56-273A-BE99CAD0E34C}"/>
                      </a:ext>
                    </a:extLst>
                  </p:cNvPr>
                  <p:cNvSpPr/>
                  <p:nvPr/>
                </p:nvSpPr>
                <p:spPr>
                  <a:xfrm flipV="1">
                    <a:off x="4234919" y="3066364"/>
                    <a:ext cx="67468" cy="92524"/>
                  </a:xfrm>
                  <a:custGeom>
                    <a:avLst/>
                    <a:gdLst>
                      <a:gd name="connsiteX0" fmla="*/ 39865 w 67468"/>
                      <a:gd name="connsiteY0" fmla="*/ 79433 h 92524"/>
                      <a:gd name="connsiteX1" fmla="*/ 8234 w 67468"/>
                      <a:gd name="connsiteY1" fmla="*/ 30038 h 92524"/>
                      <a:gd name="connsiteX2" fmla="*/ 39865 w 67468"/>
                      <a:gd name="connsiteY2" fmla="*/ 30038 h 92524"/>
                      <a:gd name="connsiteX3" fmla="*/ 39865 w 67468"/>
                      <a:gd name="connsiteY3" fmla="*/ 79433 h 92524"/>
                      <a:gd name="connsiteX4" fmla="*/ 36571 w 67468"/>
                      <a:gd name="connsiteY4" fmla="*/ 90339 h 92524"/>
                      <a:gd name="connsiteX5" fmla="*/ 52327 w 67468"/>
                      <a:gd name="connsiteY5" fmla="*/ 90339 h 92524"/>
                      <a:gd name="connsiteX6" fmla="*/ 52327 w 67468"/>
                      <a:gd name="connsiteY6" fmla="*/ 30038 h 92524"/>
                      <a:gd name="connsiteX7" fmla="*/ 65543 w 67468"/>
                      <a:gd name="connsiteY7" fmla="*/ 30038 h 92524"/>
                      <a:gd name="connsiteX8" fmla="*/ 65543 w 67468"/>
                      <a:gd name="connsiteY8" fmla="*/ 19627 h 92524"/>
                      <a:gd name="connsiteX9" fmla="*/ 52327 w 67468"/>
                      <a:gd name="connsiteY9" fmla="*/ 19627 h 92524"/>
                      <a:gd name="connsiteX10" fmla="*/ 52327 w 67468"/>
                      <a:gd name="connsiteY10" fmla="*/ -2185 h 92524"/>
                      <a:gd name="connsiteX11" fmla="*/ 39865 w 67468"/>
                      <a:gd name="connsiteY11" fmla="*/ -2185 h 92524"/>
                      <a:gd name="connsiteX12" fmla="*/ 39865 w 67468"/>
                      <a:gd name="connsiteY12" fmla="*/ 19627 h 92524"/>
                      <a:gd name="connsiteX13" fmla="*/ -1926 w 67468"/>
                      <a:gd name="connsiteY13" fmla="*/ 19627 h 92524"/>
                      <a:gd name="connsiteX14" fmla="*/ -1926 w 67468"/>
                      <a:gd name="connsiteY14" fmla="*/ 31704 h 92524"/>
                      <a:gd name="connsiteX15" fmla="*/ 36571 w 67468"/>
                      <a:gd name="connsiteY15" fmla="*/ 90339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39865" y="79433"/>
                        </a:moveTo>
                        <a:lnTo>
                          <a:pt x="8234" y="30038"/>
                        </a:lnTo>
                        <a:lnTo>
                          <a:pt x="39865" y="30038"/>
                        </a:lnTo>
                        <a:lnTo>
                          <a:pt x="39865" y="79433"/>
                        </a:lnTo>
                        <a:close/>
                        <a:moveTo>
                          <a:pt x="36571" y="90339"/>
                        </a:moveTo>
                        <a:lnTo>
                          <a:pt x="52327" y="90339"/>
                        </a:lnTo>
                        <a:lnTo>
                          <a:pt x="52327" y="30038"/>
                        </a:lnTo>
                        <a:lnTo>
                          <a:pt x="65543" y="30038"/>
                        </a:lnTo>
                        <a:lnTo>
                          <a:pt x="65543" y="19627"/>
                        </a:lnTo>
                        <a:lnTo>
                          <a:pt x="52327" y="19627"/>
                        </a:lnTo>
                        <a:lnTo>
                          <a:pt x="52327" y="-2185"/>
                        </a:lnTo>
                        <a:lnTo>
                          <a:pt x="39865" y="-2185"/>
                        </a:lnTo>
                        <a:lnTo>
                          <a:pt x="39865" y="19627"/>
                        </a:lnTo>
                        <a:lnTo>
                          <a:pt x="-1926" y="19627"/>
                        </a:lnTo>
                        <a:lnTo>
                          <a:pt x="-1926" y="31704"/>
                        </a:lnTo>
                        <a:lnTo>
                          <a:pt x="36571" y="903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9" name="Freeform: Shape 158">
                    <a:extLst>
                      <a:ext uri="{FF2B5EF4-FFF2-40B4-BE49-F238E27FC236}">
                        <a16:creationId xmlns:a16="http://schemas.microsoft.com/office/drawing/2014/main" id="{74A0C953-AB85-C2CF-2CDB-828886CA2309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3064698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898 h 95994"/>
                      <a:gd name="connsiteX1" fmla="*/ 15502 w 63996"/>
                      <a:gd name="connsiteY1" fmla="*/ 74380 h 95994"/>
                      <a:gd name="connsiteX2" fmla="*/ 10640 w 63996"/>
                      <a:gd name="connsiteY2" fmla="*/ 45786 h 95994"/>
                      <a:gd name="connsiteX3" fmla="*/ 15502 w 63996"/>
                      <a:gd name="connsiteY3" fmla="*/ 17251 h 95994"/>
                      <a:gd name="connsiteX4" fmla="*/ 30047 w 63996"/>
                      <a:gd name="connsiteY4" fmla="*/ 7733 h 95994"/>
                      <a:gd name="connsiteX5" fmla="*/ 44652 w 63996"/>
                      <a:gd name="connsiteY5" fmla="*/ 17251 h 95994"/>
                      <a:gd name="connsiteX6" fmla="*/ 49534 w 63996"/>
                      <a:gd name="connsiteY6" fmla="*/ 45786 h 95994"/>
                      <a:gd name="connsiteX7" fmla="*/ 44652 w 63996"/>
                      <a:gd name="connsiteY7" fmla="*/ 74380 h 95994"/>
                      <a:gd name="connsiteX8" fmla="*/ 30047 w 63996"/>
                      <a:gd name="connsiteY8" fmla="*/ 83898 h 95994"/>
                      <a:gd name="connsiteX9" fmla="*/ 30047 w 63996"/>
                      <a:gd name="connsiteY9" fmla="*/ 93813 h 95994"/>
                      <a:gd name="connsiteX10" fmla="*/ 53840 w 63996"/>
                      <a:gd name="connsiteY10" fmla="*/ 81499 h 95994"/>
                      <a:gd name="connsiteX11" fmla="*/ 62055 w 63996"/>
                      <a:gd name="connsiteY11" fmla="*/ 45786 h 95994"/>
                      <a:gd name="connsiteX12" fmla="*/ 53840 w 63996"/>
                      <a:gd name="connsiteY12" fmla="*/ 10113 h 95994"/>
                      <a:gd name="connsiteX13" fmla="*/ 30047 w 63996"/>
                      <a:gd name="connsiteY13" fmla="*/ -2181 h 95994"/>
                      <a:gd name="connsiteX14" fmla="*/ 6274 w 63996"/>
                      <a:gd name="connsiteY14" fmla="*/ 10113 h 95994"/>
                      <a:gd name="connsiteX15" fmla="*/ -1941 w 63996"/>
                      <a:gd name="connsiteY15" fmla="*/ 45786 h 95994"/>
                      <a:gd name="connsiteX16" fmla="*/ 6274 w 63996"/>
                      <a:gd name="connsiteY16" fmla="*/ 81499 h 95994"/>
                      <a:gd name="connsiteX17" fmla="*/ 30047 w 63996"/>
                      <a:gd name="connsiteY17" fmla="*/ 9381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898"/>
                        </a:moveTo>
                        <a:cubicBezTo>
                          <a:pt x="23605" y="83898"/>
                          <a:pt x="18756" y="80725"/>
                          <a:pt x="15502" y="74380"/>
                        </a:cubicBezTo>
                        <a:cubicBezTo>
                          <a:pt x="12261" y="68048"/>
                          <a:pt x="10640" y="58516"/>
                          <a:pt x="10640" y="45786"/>
                        </a:cubicBezTo>
                        <a:cubicBezTo>
                          <a:pt x="10640" y="33108"/>
                          <a:pt x="12261" y="23597"/>
                          <a:pt x="15502" y="17251"/>
                        </a:cubicBezTo>
                        <a:cubicBezTo>
                          <a:pt x="18756" y="10906"/>
                          <a:pt x="23605" y="7733"/>
                          <a:pt x="30047" y="7733"/>
                        </a:cubicBezTo>
                        <a:cubicBezTo>
                          <a:pt x="36543" y="7733"/>
                          <a:pt x="41411" y="10906"/>
                          <a:pt x="44652" y="17251"/>
                        </a:cubicBezTo>
                        <a:cubicBezTo>
                          <a:pt x="47907" y="23597"/>
                          <a:pt x="49534" y="33108"/>
                          <a:pt x="49534" y="45786"/>
                        </a:cubicBezTo>
                        <a:cubicBezTo>
                          <a:pt x="49534" y="58516"/>
                          <a:pt x="47907" y="68048"/>
                          <a:pt x="44652" y="74380"/>
                        </a:cubicBezTo>
                        <a:cubicBezTo>
                          <a:pt x="41411" y="80725"/>
                          <a:pt x="36543" y="83898"/>
                          <a:pt x="30047" y="83898"/>
                        </a:cubicBezTo>
                        <a:close/>
                        <a:moveTo>
                          <a:pt x="30047" y="93813"/>
                        </a:moveTo>
                        <a:cubicBezTo>
                          <a:pt x="40432" y="93813"/>
                          <a:pt x="48363" y="89708"/>
                          <a:pt x="53840" y="81499"/>
                        </a:cubicBezTo>
                        <a:cubicBezTo>
                          <a:pt x="59317" y="73303"/>
                          <a:pt x="62055" y="61398"/>
                          <a:pt x="62055" y="45786"/>
                        </a:cubicBezTo>
                        <a:cubicBezTo>
                          <a:pt x="62055" y="30213"/>
                          <a:pt x="59317" y="18322"/>
                          <a:pt x="53840" y="10113"/>
                        </a:cubicBezTo>
                        <a:cubicBezTo>
                          <a:pt x="48363" y="1917"/>
                          <a:pt x="40432" y="-2181"/>
                          <a:pt x="30047" y="-2181"/>
                        </a:cubicBezTo>
                        <a:cubicBezTo>
                          <a:pt x="19675" y="-2181"/>
                          <a:pt x="11751" y="1917"/>
                          <a:pt x="6274" y="10113"/>
                        </a:cubicBezTo>
                        <a:cubicBezTo>
                          <a:pt x="797" y="18322"/>
                          <a:pt x="-1941" y="30213"/>
                          <a:pt x="-1941" y="45786"/>
                        </a:cubicBezTo>
                        <a:cubicBezTo>
                          <a:pt x="-1941" y="61398"/>
                          <a:pt x="797" y="73303"/>
                          <a:pt x="6274" y="81499"/>
                        </a:cubicBezTo>
                        <a:cubicBezTo>
                          <a:pt x="11751" y="89708"/>
                          <a:pt x="19675" y="93813"/>
                          <a:pt x="30047" y="938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60" name="Graphic 89">
                <a:extLst>
                  <a:ext uri="{FF2B5EF4-FFF2-40B4-BE49-F238E27FC236}">
                    <a16:creationId xmlns:a16="http://schemas.microsoft.com/office/drawing/2014/main" id="{4D5AC9A7-194D-FEA5-1E62-18E5C7DD21FC}"/>
                  </a:ext>
                </a:extLst>
              </p:cNvPr>
              <p:cNvGrpSpPr/>
              <p:nvPr/>
            </p:nvGrpSpPr>
            <p:grpSpPr>
              <a:xfrm>
                <a:off x="4157710" y="2389262"/>
                <a:ext cx="321508" cy="95994"/>
                <a:chOff x="4157710" y="2389262"/>
                <a:chExt cx="321508" cy="95994"/>
              </a:xfrm>
              <a:solidFill>
                <a:srgbClr val="000000"/>
              </a:solidFill>
            </p:grpSpPr>
            <p:sp>
              <p:nvSpPr>
                <p:cNvPr id="161" name="Freeform: Shape 160">
                  <a:extLst>
                    <a:ext uri="{FF2B5EF4-FFF2-40B4-BE49-F238E27FC236}">
                      <a16:creationId xmlns:a16="http://schemas.microsoft.com/office/drawing/2014/main" id="{5CA6D908-D2BB-CED7-93A6-E369F23DF65D}"/>
                    </a:ext>
                  </a:extLst>
                </p:cNvPr>
                <p:cNvSpPr/>
                <p:nvPr/>
              </p:nvSpPr>
              <p:spPr>
                <a:xfrm>
                  <a:off x="4434768" y="2435236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95 h 12690"/>
                    <a:gd name="connsiteX1" fmla="*/ 104 w 44450"/>
                    <a:gd name="connsiteY1" fmla="*/ 9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95"/>
                      </a:moveTo>
                      <a:lnTo>
                        <a:pt x="104" y="9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62" name="Graphic 89">
                  <a:extLst>
                    <a:ext uri="{FF2B5EF4-FFF2-40B4-BE49-F238E27FC236}">
                      <a16:creationId xmlns:a16="http://schemas.microsoft.com/office/drawing/2014/main" id="{152AFBB4-AE52-33E3-8420-A9FF4EE03F78}"/>
                    </a:ext>
                  </a:extLst>
                </p:cNvPr>
                <p:cNvGrpSpPr/>
                <p:nvPr/>
              </p:nvGrpSpPr>
              <p:grpSpPr>
                <a:xfrm>
                  <a:off x="4157710" y="2389262"/>
                  <a:ext cx="224169" cy="95994"/>
                  <a:chOff x="4157710" y="2389262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63" name="Freeform: Shape 162">
                    <a:extLst>
                      <a:ext uri="{FF2B5EF4-FFF2-40B4-BE49-F238E27FC236}">
                        <a16:creationId xmlns:a16="http://schemas.microsoft.com/office/drawing/2014/main" id="{8505AC85-C2CE-32D9-AC1E-7DAC76FBBE3B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2390928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136 h 94328"/>
                      <a:gd name="connsiteX1" fmla="*/ 51159 w 59908"/>
                      <a:gd name="connsiteY1" fmla="*/ 92136 h 94328"/>
                      <a:gd name="connsiteX2" fmla="*/ 51159 w 59908"/>
                      <a:gd name="connsiteY2" fmla="*/ 81587 h 94328"/>
                      <a:gd name="connsiteX3" fmla="*/ 13456 w 59908"/>
                      <a:gd name="connsiteY3" fmla="*/ 81587 h 94328"/>
                      <a:gd name="connsiteX4" fmla="*/ 13456 w 59908"/>
                      <a:gd name="connsiteY4" fmla="*/ 58922 h 94328"/>
                      <a:gd name="connsiteX5" fmla="*/ 18893 w 59908"/>
                      <a:gd name="connsiteY5" fmla="*/ 60310 h 94328"/>
                      <a:gd name="connsiteX6" fmla="*/ 24370 w 59908"/>
                      <a:gd name="connsiteY6" fmla="*/ 60766 h 94328"/>
                      <a:gd name="connsiteX7" fmla="*/ 48917 w 59908"/>
                      <a:gd name="connsiteY7" fmla="*/ 52279 h 94328"/>
                      <a:gd name="connsiteX8" fmla="*/ 57986 w 59908"/>
                      <a:gd name="connsiteY8" fmla="*/ 29297 h 94328"/>
                      <a:gd name="connsiteX9" fmla="*/ 48679 w 59908"/>
                      <a:gd name="connsiteY9" fmla="*/ 6076 h 94328"/>
                      <a:gd name="connsiteX10" fmla="*/ 22445 w 59908"/>
                      <a:gd name="connsiteY10" fmla="*/ -2193 h 94328"/>
                      <a:gd name="connsiteX11" fmla="*/ 10559 w 59908"/>
                      <a:gd name="connsiteY11" fmla="*/ -1201 h 94328"/>
                      <a:gd name="connsiteX12" fmla="*/ -1923 w 59908"/>
                      <a:gd name="connsiteY12" fmla="*/ 1773 h 94328"/>
                      <a:gd name="connsiteX13" fmla="*/ -1923 w 59908"/>
                      <a:gd name="connsiteY13" fmla="*/ 14365 h 94328"/>
                      <a:gd name="connsiteX14" fmla="*/ 9606 w 59908"/>
                      <a:gd name="connsiteY14" fmla="*/ 9844 h 94328"/>
                      <a:gd name="connsiteX15" fmla="*/ 22187 w 59908"/>
                      <a:gd name="connsiteY15" fmla="*/ 8357 h 94328"/>
                      <a:gd name="connsiteX16" fmla="*/ 39174 w 59908"/>
                      <a:gd name="connsiteY16" fmla="*/ 13988 h 94328"/>
                      <a:gd name="connsiteX17" fmla="*/ 45444 w 59908"/>
                      <a:gd name="connsiteY17" fmla="*/ 29297 h 94328"/>
                      <a:gd name="connsiteX18" fmla="*/ 39174 w 59908"/>
                      <a:gd name="connsiteY18" fmla="*/ 44585 h 94328"/>
                      <a:gd name="connsiteX19" fmla="*/ 22187 w 59908"/>
                      <a:gd name="connsiteY19" fmla="*/ 50236 h 94328"/>
                      <a:gd name="connsiteX20" fmla="*/ 12166 w 59908"/>
                      <a:gd name="connsiteY20" fmla="*/ 49126 h 94328"/>
                      <a:gd name="connsiteX21" fmla="*/ 1986 w 59908"/>
                      <a:gd name="connsiteY21" fmla="*/ 45656 h 94328"/>
                      <a:gd name="connsiteX22" fmla="*/ 1986 w 59908"/>
                      <a:gd name="connsiteY22" fmla="*/ 9213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136"/>
                        </a:moveTo>
                        <a:lnTo>
                          <a:pt x="51159" y="92136"/>
                        </a:lnTo>
                        <a:lnTo>
                          <a:pt x="51159" y="81587"/>
                        </a:lnTo>
                        <a:lnTo>
                          <a:pt x="13456" y="81587"/>
                        </a:lnTo>
                        <a:lnTo>
                          <a:pt x="13456" y="58922"/>
                        </a:lnTo>
                        <a:cubicBezTo>
                          <a:pt x="15269" y="59543"/>
                          <a:pt x="17081" y="60006"/>
                          <a:pt x="18893" y="60310"/>
                        </a:cubicBezTo>
                        <a:cubicBezTo>
                          <a:pt x="20719" y="60614"/>
                          <a:pt x="22545" y="60766"/>
                          <a:pt x="24370" y="60766"/>
                        </a:cubicBezTo>
                        <a:cubicBezTo>
                          <a:pt x="34702" y="60766"/>
                          <a:pt x="42884" y="57937"/>
                          <a:pt x="48917" y="52279"/>
                        </a:cubicBezTo>
                        <a:cubicBezTo>
                          <a:pt x="54963" y="46621"/>
                          <a:pt x="57986" y="38960"/>
                          <a:pt x="57986" y="29297"/>
                        </a:cubicBezTo>
                        <a:cubicBezTo>
                          <a:pt x="57986" y="19342"/>
                          <a:pt x="54883" y="11602"/>
                          <a:pt x="48679" y="6076"/>
                        </a:cubicBezTo>
                        <a:cubicBezTo>
                          <a:pt x="42474" y="564"/>
                          <a:pt x="33730" y="-2193"/>
                          <a:pt x="22445" y="-2193"/>
                        </a:cubicBezTo>
                        <a:cubicBezTo>
                          <a:pt x="18556" y="-2193"/>
                          <a:pt x="14594" y="-1862"/>
                          <a:pt x="10559" y="-1201"/>
                        </a:cubicBezTo>
                        <a:cubicBezTo>
                          <a:pt x="6537" y="-540"/>
                          <a:pt x="2377" y="451"/>
                          <a:pt x="-1923" y="1773"/>
                        </a:cubicBezTo>
                        <a:lnTo>
                          <a:pt x="-1923" y="14365"/>
                        </a:lnTo>
                        <a:cubicBezTo>
                          <a:pt x="1795" y="12342"/>
                          <a:pt x="5638" y="10835"/>
                          <a:pt x="9606" y="9844"/>
                        </a:cubicBezTo>
                        <a:cubicBezTo>
                          <a:pt x="13575" y="8852"/>
                          <a:pt x="17769" y="8357"/>
                          <a:pt x="22187" y="8357"/>
                        </a:cubicBezTo>
                        <a:cubicBezTo>
                          <a:pt x="29344" y="8357"/>
                          <a:pt x="35006" y="10234"/>
                          <a:pt x="39174" y="13988"/>
                        </a:cubicBezTo>
                        <a:cubicBezTo>
                          <a:pt x="43354" y="17743"/>
                          <a:pt x="45444" y="22845"/>
                          <a:pt x="45444" y="29297"/>
                        </a:cubicBezTo>
                        <a:cubicBezTo>
                          <a:pt x="45444" y="35734"/>
                          <a:pt x="43354" y="40831"/>
                          <a:pt x="39174" y="44585"/>
                        </a:cubicBezTo>
                        <a:cubicBezTo>
                          <a:pt x="35006" y="48353"/>
                          <a:pt x="29344" y="50236"/>
                          <a:pt x="22187" y="50236"/>
                        </a:cubicBezTo>
                        <a:cubicBezTo>
                          <a:pt x="18840" y="50236"/>
                          <a:pt x="15500" y="49866"/>
                          <a:pt x="12166" y="49126"/>
                        </a:cubicBezTo>
                        <a:cubicBezTo>
                          <a:pt x="8846" y="48386"/>
                          <a:pt x="5452" y="47229"/>
                          <a:pt x="1986" y="45656"/>
                        </a:cubicBezTo>
                        <a:lnTo>
                          <a:pt x="1986" y="921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64" name="Freeform: Shape 163">
                    <a:extLst>
                      <a:ext uri="{FF2B5EF4-FFF2-40B4-BE49-F238E27FC236}">
                        <a16:creationId xmlns:a16="http://schemas.microsoft.com/office/drawing/2014/main" id="{838D5A95-CF2F-E081-B874-3E7C04D1CE82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511" y="2390928"/>
                    <a:ext cx="59908" cy="94328"/>
                  </a:xfrm>
                  <a:custGeom>
                    <a:avLst/>
                    <a:gdLst>
                      <a:gd name="connsiteX0" fmla="*/ 1993 w 59908"/>
                      <a:gd name="connsiteY0" fmla="*/ 92136 h 94328"/>
                      <a:gd name="connsiteX1" fmla="*/ 51166 w 59908"/>
                      <a:gd name="connsiteY1" fmla="*/ 92136 h 94328"/>
                      <a:gd name="connsiteX2" fmla="*/ 51166 w 59908"/>
                      <a:gd name="connsiteY2" fmla="*/ 81587 h 94328"/>
                      <a:gd name="connsiteX3" fmla="*/ 13463 w 59908"/>
                      <a:gd name="connsiteY3" fmla="*/ 81587 h 94328"/>
                      <a:gd name="connsiteX4" fmla="*/ 13463 w 59908"/>
                      <a:gd name="connsiteY4" fmla="*/ 58922 h 94328"/>
                      <a:gd name="connsiteX5" fmla="*/ 18900 w 59908"/>
                      <a:gd name="connsiteY5" fmla="*/ 60310 h 94328"/>
                      <a:gd name="connsiteX6" fmla="*/ 24377 w 59908"/>
                      <a:gd name="connsiteY6" fmla="*/ 60766 h 94328"/>
                      <a:gd name="connsiteX7" fmla="*/ 48923 w 59908"/>
                      <a:gd name="connsiteY7" fmla="*/ 52279 h 94328"/>
                      <a:gd name="connsiteX8" fmla="*/ 57992 w 59908"/>
                      <a:gd name="connsiteY8" fmla="*/ 29297 h 94328"/>
                      <a:gd name="connsiteX9" fmla="*/ 48685 w 59908"/>
                      <a:gd name="connsiteY9" fmla="*/ 6076 h 94328"/>
                      <a:gd name="connsiteX10" fmla="*/ 22452 w 59908"/>
                      <a:gd name="connsiteY10" fmla="*/ -2193 h 94328"/>
                      <a:gd name="connsiteX11" fmla="*/ 10565 w 59908"/>
                      <a:gd name="connsiteY11" fmla="*/ -1201 h 94328"/>
                      <a:gd name="connsiteX12" fmla="*/ -1916 w 59908"/>
                      <a:gd name="connsiteY12" fmla="*/ 1773 h 94328"/>
                      <a:gd name="connsiteX13" fmla="*/ -1916 w 59908"/>
                      <a:gd name="connsiteY13" fmla="*/ 14365 h 94328"/>
                      <a:gd name="connsiteX14" fmla="*/ 9613 w 59908"/>
                      <a:gd name="connsiteY14" fmla="*/ 9844 h 94328"/>
                      <a:gd name="connsiteX15" fmla="*/ 22194 w 59908"/>
                      <a:gd name="connsiteY15" fmla="*/ 8357 h 94328"/>
                      <a:gd name="connsiteX16" fmla="*/ 39180 w 59908"/>
                      <a:gd name="connsiteY16" fmla="*/ 13988 h 94328"/>
                      <a:gd name="connsiteX17" fmla="*/ 45451 w 59908"/>
                      <a:gd name="connsiteY17" fmla="*/ 29297 h 94328"/>
                      <a:gd name="connsiteX18" fmla="*/ 39180 w 59908"/>
                      <a:gd name="connsiteY18" fmla="*/ 44585 h 94328"/>
                      <a:gd name="connsiteX19" fmla="*/ 22194 w 59908"/>
                      <a:gd name="connsiteY19" fmla="*/ 50236 h 94328"/>
                      <a:gd name="connsiteX20" fmla="*/ 12173 w 59908"/>
                      <a:gd name="connsiteY20" fmla="*/ 49126 h 94328"/>
                      <a:gd name="connsiteX21" fmla="*/ 1993 w 59908"/>
                      <a:gd name="connsiteY21" fmla="*/ 45656 h 94328"/>
                      <a:gd name="connsiteX22" fmla="*/ 1993 w 59908"/>
                      <a:gd name="connsiteY22" fmla="*/ 9213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93" y="92136"/>
                        </a:moveTo>
                        <a:lnTo>
                          <a:pt x="51166" y="92136"/>
                        </a:lnTo>
                        <a:lnTo>
                          <a:pt x="51166" y="81587"/>
                        </a:lnTo>
                        <a:lnTo>
                          <a:pt x="13463" y="81587"/>
                        </a:lnTo>
                        <a:lnTo>
                          <a:pt x="13463" y="58922"/>
                        </a:lnTo>
                        <a:cubicBezTo>
                          <a:pt x="15275" y="59543"/>
                          <a:pt x="17087" y="60006"/>
                          <a:pt x="18900" y="60310"/>
                        </a:cubicBezTo>
                        <a:cubicBezTo>
                          <a:pt x="20725" y="60614"/>
                          <a:pt x="22551" y="60766"/>
                          <a:pt x="24377" y="60766"/>
                        </a:cubicBezTo>
                        <a:cubicBezTo>
                          <a:pt x="34709" y="60766"/>
                          <a:pt x="42891" y="57937"/>
                          <a:pt x="48923" y="52279"/>
                        </a:cubicBezTo>
                        <a:cubicBezTo>
                          <a:pt x="54969" y="46621"/>
                          <a:pt x="57992" y="38960"/>
                          <a:pt x="57992" y="29297"/>
                        </a:cubicBezTo>
                        <a:cubicBezTo>
                          <a:pt x="57992" y="19342"/>
                          <a:pt x="54890" y="11602"/>
                          <a:pt x="48685" y="6076"/>
                        </a:cubicBezTo>
                        <a:cubicBezTo>
                          <a:pt x="42481" y="564"/>
                          <a:pt x="33736" y="-2193"/>
                          <a:pt x="22452" y="-2193"/>
                        </a:cubicBezTo>
                        <a:cubicBezTo>
                          <a:pt x="18562" y="-2193"/>
                          <a:pt x="14600" y="-1862"/>
                          <a:pt x="10565" y="-1201"/>
                        </a:cubicBezTo>
                        <a:cubicBezTo>
                          <a:pt x="6544" y="-540"/>
                          <a:pt x="2383" y="451"/>
                          <a:pt x="-1916" y="1773"/>
                        </a:cubicBezTo>
                        <a:lnTo>
                          <a:pt x="-1916" y="14365"/>
                        </a:lnTo>
                        <a:cubicBezTo>
                          <a:pt x="1801" y="12342"/>
                          <a:pt x="5644" y="10835"/>
                          <a:pt x="9613" y="9844"/>
                        </a:cubicBezTo>
                        <a:cubicBezTo>
                          <a:pt x="13582" y="8852"/>
                          <a:pt x="17775" y="8357"/>
                          <a:pt x="22194" y="8357"/>
                        </a:cubicBezTo>
                        <a:cubicBezTo>
                          <a:pt x="29351" y="8357"/>
                          <a:pt x="35013" y="10234"/>
                          <a:pt x="39180" y="13988"/>
                        </a:cubicBezTo>
                        <a:cubicBezTo>
                          <a:pt x="43360" y="17743"/>
                          <a:pt x="45451" y="22845"/>
                          <a:pt x="45451" y="29297"/>
                        </a:cubicBezTo>
                        <a:cubicBezTo>
                          <a:pt x="45451" y="35734"/>
                          <a:pt x="43360" y="40831"/>
                          <a:pt x="39180" y="44585"/>
                        </a:cubicBezTo>
                        <a:cubicBezTo>
                          <a:pt x="35013" y="48353"/>
                          <a:pt x="29351" y="50236"/>
                          <a:pt x="22194" y="50236"/>
                        </a:cubicBezTo>
                        <a:cubicBezTo>
                          <a:pt x="18847" y="50236"/>
                          <a:pt x="15506" y="49866"/>
                          <a:pt x="12173" y="49126"/>
                        </a:cubicBezTo>
                        <a:cubicBezTo>
                          <a:pt x="8852" y="48386"/>
                          <a:pt x="5459" y="47229"/>
                          <a:pt x="1993" y="45656"/>
                        </a:cubicBezTo>
                        <a:lnTo>
                          <a:pt x="1993" y="921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65" name="Freeform: Shape 164">
                    <a:extLst>
                      <a:ext uri="{FF2B5EF4-FFF2-40B4-BE49-F238E27FC236}">
                        <a16:creationId xmlns:a16="http://schemas.microsoft.com/office/drawing/2014/main" id="{8106AEBC-D92C-9E2B-CED4-EAEFC4E7CDEA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2389262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845 h 95994"/>
                      <a:gd name="connsiteX1" fmla="*/ 15502 w 63996"/>
                      <a:gd name="connsiteY1" fmla="*/ 74327 h 95994"/>
                      <a:gd name="connsiteX2" fmla="*/ 10640 w 63996"/>
                      <a:gd name="connsiteY2" fmla="*/ 45733 h 95994"/>
                      <a:gd name="connsiteX3" fmla="*/ 15502 w 63996"/>
                      <a:gd name="connsiteY3" fmla="*/ 17198 h 95994"/>
                      <a:gd name="connsiteX4" fmla="*/ 30047 w 63996"/>
                      <a:gd name="connsiteY4" fmla="*/ 7680 h 95994"/>
                      <a:gd name="connsiteX5" fmla="*/ 44652 w 63996"/>
                      <a:gd name="connsiteY5" fmla="*/ 17198 h 95994"/>
                      <a:gd name="connsiteX6" fmla="*/ 49534 w 63996"/>
                      <a:gd name="connsiteY6" fmla="*/ 45733 h 95994"/>
                      <a:gd name="connsiteX7" fmla="*/ 44652 w 63996"/>
                      <a:gd name="connsiteY7" fmla="*/ 74327 h 95994"/>
                      <a:gd name="connsiteX8" fmla="*/ 30047 w 63996"/>
                      <a:gd name="connsiteY8" fmla="*/ 83845 h 95994"/>
                      <a:gd name="connsiteX9" fmla="*/ 30047 w 63996"/>
                      <a:gd name="connsiteY9" fmla="*/ 93760 h 95994"/>
                      <a:gd name="connsiteX10" fmla="*/ 53840 w 63996"/>
                      <a:gd name="connsiteY10" fmla="*/ 81445 h 95994"/>
                      <a:gd name="connsiteX11" fmla="*/ 62055 w 63996"/>
                      <a:gd name="connsiteY11" fmla="*/ 45733 h 95994"/>
                      <a:gd name="connsiteX12" fmla="*/ 53840 w 63996"/>
                      <a:gd name="connsiteY12" fmla="*/ 10060 h 95994"/>
                      <a:gd name="connsiteX13" fmla="*/ 30047 w 63996"/>
                      <a:gd name="connsiteY13" fmla="*/ -2235 h 95994"/>
                      <a:gd name="connsiteX14" fmla="*/ 6274 w 63996"/>
                      <a:gd name="connsiteY14" fmla="*/ 10060 h 95994"/>
                      <a:gd name="connsiteX15" fmla="*/ -1941 w 63996"/>
                      <a:gd name="connsiteY15" fmla="*/ 45733 h 95994"/>
                      <a:gd name="connsiteX16" fmla="*/ 6274 w 63996"/>
                      <a:gd name="connsiteY16" fmla="*/ 81445 h 95994"/>
                      <a:gd name="connsiteX17" fmla="*/ 30047 w 63996"/>
                      <a:gd name="connsiteY17" fmla="*/ 9376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845"/>
                        </a:moveTo>
                        <a:cubicBezTo>
                          <a:pt x="23605" y="83845"/>
                          <a:pt x="18756" y="80672"/>
                          <a:pt x="15502" y="74327"/>
                        </a:cubicBezTo>
                        <a:cubicBezTo>
                          <a:pt x="12261" y="67995"/>
                          <a:pt x="10640" y="58463"/>
                          <a:pt x="10640" y="45733"/>
                        </a:cubicBezTo>
                        <a:cubicBezTo>
                          <a:pt x="10640" y="33055"/>
                          <a:pt x="12261" y="23544"/>
                          <a:pt x="15502" y="17198"/>
                        </a:cubicBezTo>
                        <a:cubicBezTo>
                          <a:pt x="18756" y="10853"/>
                          <a:pt x="23605" y="7680"/>
                          <a:pt x="30047" y="7680"/>
                        </a:cubicBezTo>
                        <a:cubicBezTo>
                          <a:pt x="36543" y="7680"/>
                          <a:pt x="41411" y="10853"/>
                          <a:pt x="44652" y="17198"/>
                        </a:cubicBezTo>
                        <a:cubicBezTo>
                          <a:pt x="47907" y="23544"/>
                          <a:pt x="49534" y="33055"/>
                          <a:pt x="49534" y="45733"/>
                        </a:cubicBezTo>
                        <a:cubicBezTo>
                          <a:pt x="49534" y="58463"/>
                          <a:pt x="47907" y="67995"/>
                          <a:pt x="44652" y="74327"/>
                        </a:cubicBezTo>
                        <a:cubicBezTo>
                          <a:pt x="41411" y="80672"/>
                          <a:pt x="36543" y="83845"/>
                          <a:pt x="30047" y="83845"/>
                        </a:cubicBezTo>
                        <a:close/>
                        <a:moveTo>
                          <a:pt x="30047" y="93760"/>
                        </a:moveTo>
                        <a:cubicBezTo>
                          <a:pt x="40432" y="93760"/>
                          <a:pt x="48363" y="89655"/>
                          <a:pt x="53840" y="81445"/>
                        </a:cubicBezTo>
                        <a:cubicBezTo>
                          <a:pt x="59317" y="73249"/>
                          <a:pt x="62055" y="61345"/>
                          <a:pt x="62055" y="45733"/>
                        </a:cubicBezTo>
                        <a:cubicBezTo>
                          <a:pt x="62055" y="30160"/>
                          <a:pt x="59317" y="18269"/>
                          <a:pt x="53840" y="10060"/>
                        </a:cubicBezTo>
                        <a:cubicBezTo>
                          <a:pt x="48363" y="1863"/>
                          <a:pt x="40432" y="-2235"/>
                          <a:pt x="30047" y="-2235"/>
                        </a:cubicBezTo>
                        <a:cubicBezTo>
                          <a:pt x="19675" y="-2235"/>
                          <a:pt x="11751" y="1863"/>
                          <a:pt x="6274" y="10060"/>
                        </a:cubicBezTo>
                        <a:cubicBezTo>
                          <a:pt x="797" y="18269"/>
                          <a:pt x="-1941" y="30160"/>
                          <a:pt x="-1941" y="45733"/>
                        </a:cubicBezTo>
                        <a:cubicBezTo>
                          <a:pt x="-1941" y="61345"/>
                          <a:pt x="797" y="73249"/>
                          <a:pt x="6274" y="81445"/>
                        </a:cubicBezTo>
                        <a:cubicBezTo>
                          <a:pt x="11751" y="89655"/>
                          <a:pt x="19675" y="93760"/>
                          <a:pt x="30047" y="9376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66" name="Graphic 89">
                <a:extLst>
                  <a:ext uri="{FF2B5EF4-FFF2-40B4-BE49-F238E27FC236}">
                    <a16:creationId xmlns:a16="http://schemas.microsoft.com/office/drawing/2014/main" id="{2033929F-8DF6-6F16-B972-FCF0EE26B9B7}"/>
                  </a:ext>
                </a:extLst>
              </p:cNvPr>
              <p:cNvGrpSpPr/>
              <p:nvPr/>
            </p:nvGrpSpPr>
            <p:grpSpPr>
              <a:xfrm>
                <a:off x="4157710" y="1713826"/>
                <a:ext cx="321508" cy="95994"/>
                <a:chOff x="4157710" y="1713826"/>
                <a:chExt cx="321508" cy="95994"/>
              </a:xfrm>
              <a:solidFill>
                <a:srgbClr val="000000"/>
              </a:solidFill>
            </p:grpSpPr>
            <p:sp>
              <p:nvSpPr>
                <p:cNvPr id="167" name="Freeform: Shape 166">
                  <a:extLst>
                    <a:ext uri="{FF2B5EF4-FFF2-40B4-BE49-F238E27FC236}">
                      <a16:creationId xmlns:a16="http://schemas.microsoft.com/office/drawing/2014/main" id="{11006AAA-F6E8-12C4-E362-541C13C15952}"/>
                    </a:ext>
                  </a:extLst>
                </p:cNvPr>
                <p:cNvSpPr/>
                <p:nvPr/>
              </p:nvSpPr>
              <p:spPr>
                <a:xfrm>
                  <a:off x="4434768" y="1759800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41 h 12690"/>
                    <a:gd name="connsiteX1" fmla="*/ 104 w 44450"/>
                    <a:gd name="connsiteY1" fmla="*/ 41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41"/>
                      </a:moveTo>
                      <a:lnTo>
                        <a:pt x="104" y="41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68" name="Graphic 89">
                  <a:extLst>
                    <a:ext uri="{FF2B5EF4-FFF2-40B4-BE49-F238E27FC236}">
                      <a16:creationId xmlns:a16="http://schemas.microsoft.com/office/drawing/2014/main" id="{6209F54C-5124-52A6-8529-D1E49DE71FE9}"/>
                    </a:ext>
                  </a:extLst>
                </p:cNvPr>
                <p:cNvGrpSpPr/>
                <p:nvPr/>
              </p:nvGrpSpPr>
              <p:grpSpPr>
                <a:xfrm>
                  <a:off x="4157710" y="1713826"/>
                  <a:ext cx="224169" cy="95994"/>
                  <a:chOff x="4157710" y="1713826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69" name="Freeform: Shape 168">
                    <a:extLst>
                      <a:ext uri="{FF2B5EF4-FFF2-40B4-BE49-F238E27FC236}">
                        <a16:creationId xmlns:a16="http://schemas.microsoft.com/office/drawing/2014/main" id="{D29CF925-DAAC-A1C7-441E-EC839F23C100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1715492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083 h 94328"/>
                      <a:gd name="connsiteX1" fmla="*/ 51159 w 59908"/>
                      <a:gd name="connsiteY1" fmla="*/ 92083 h 94328"/>
                      <a:gd name="connsiteX2" fmla="*/ 51159 w 59908"/>
                      <a:gd name="connsiteY2" fmla="*/ 81533 h 94328"/>
                      <a:gd name="connsiteX3" fmla="*/ 13456 w 59908"/>
                      <a:gd name="connsiteY3" fmla="*/ 81533 h 94328"/>
                      <a:gd name="connsiteX4" fmla="*/ 13456 w 59908"/>
                      <a:gd name="connsiteY4" fmla="*/ 58868 h 94328"/>
                      <a:gd name="connsiteX5" fmla="*/ 18893 w 59908"/>
                      <a:gd name="connsiteY5" fmla="*/ 60257 h 94328"/>
                      <a:gd name="connsiteX6" fmla="*/ 24370 w 59908"/>
                      <a:gd name="connsiteY6" fmla="*/ 60713 h 94328"/>
                      <a:gd name="connsiteX7" fmla="*/ 48917 w 59908"/>
                      <a:gd name="connsiteY7" fmla="*/ 52226 h 94328"/>
                      <a:gd name="connsiteX8" fmla="*/ 57986 w 59908"/>
                      <a:gd name="connsiteY8" fmla="*/ 29243 h 94328"/>
                      <a:gd name="connsiteX9" fmla="*/ 48679 w 59908"/>
                      <a:gd name="connsiteY9" fmla="*/ 6023 h 94328"/>
                      <a:gd name="connsiteX10" fmla="*/ 22445 w 59908"/>
                      <a:gd name="connsiteY10" fmla="*/ -2246 h 94328"/>
                      <a:gd name="connsiteX11" fmla="*/ 10559 w 59908"/>
                      <a:gd name="connsiteY11" fmla="*/ -1254 h 94328"/>
                      <a:gd name="connsiteX12" fmla="*/ -1923 w 59908"/>
                      <a:gd name="connsiteY12" fmla="*/ 1720 h 94328"/>
                      <a:gd name="connsiteX13" fmla="*/ -1923 w 59908"/>
                      <a:gd name="connsiteY13" fmla="*/ 14312 h 94328"/>
                      <a:gd name="connsiteX14" fmla="*/ 9606 w 59908"/>
                      <a:gd name="connsiteY14" fmla="*/ 9791 h 94328"/>
                      <a:gd name="connsiteX15" fmla="*/ 22187 w 59908"/>
                      <a:gd name="connsiteY15" fmla="*/ 8303 h 94328"/>
                      <a:gd name="connsiteX16" fmla="*/ 39174 w 59908"/>
                      <a:gd name="connsiteY16" fmla="*/ 13935 h 94328"/>
                      <a:gd name="connsiteX17" fmla="*/ 45444 w 59908"/>
                      <a:gd name="connsiteY17" fmla="*/ 29243 h 94328"/>
                      <a:gd name="connsiteX18" fmla="*/ 39174 w 59908"/>
                      <a:gd name="connsiteY18" fmla="*/ 44532 h 94328"/>
                      <a:gd name="connsiteX19" fmla="*/ 22187 w 59908"/>
                      <a:gd name="connsiteY19" fmla="*/ 50183 h 94328"/>
                      <a:gd name="connsiteX20" fmla="*/ 12166 w 59908"/>
                      <a:gd name="connsiteY20" fmla="*/ 49073 h 94328"/>
                      <a:gd name="connsiteX21" fmla="*/ 1986 w 59908"/>
                      <a:gd name="connsiteY21" fmla="*/ 45603 h 94328"/>
                      <a:gd name="connsiteX22" fmla="*/ 1986 w 59908"/>
                      <a:gd name="connsiteY22" fmla="*/ 92083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083"/>
                        </a:moveTo>
                        <a:lnTo>
                          <a:pt x="51159" y="92083"/>
                        </a:lnTo>
                        <a:lnTo>
                          <a:pt x="51159" y="81533"/>
                        </a:lnTo>
                        <a:lnTo>
                          <a:pt x="13456" y="81533"/>
                        </a:lnTo>
                        <a:lnTo>
                          <a:pt x="13456" y="58868"/>
                        </a:lnTo>
                        <a:cubicBezTo>
                          <a:pt x="15269" y="59490"/>
                          <a:pt x="17081" y="59952"/>
                          <a:pt x="18893" y="60257"/>
                        </a:cubicBezTo>
                        <a:cubicBezTo>
                          <a:pt x="20719" y="60561"/>
                          <a:pt x="22545" y="60713"/>
                          <a:pt x="24370" y="60713"/>
                        </a:cubicBezTo>
                        <a:cubicBezTo>
                          <a:pt x="34702" y="60713"/>
                          <a:pt x="42884" y="57884"/>
                          <a:pt x="48917" y="52226"/>
                        </a:cubicBezTo>
                        <a:cubicBezTo>
                          <a:pt x="54963" y="46568"/>
                          <a:pt x="57986" y="38907"/>
                          <a:pt x="57986" y="29243"/>
                        </a:cubicBezTo>
                        <a:cubicBezTo>
                          <a:pt x="57986" y="19289"/>
                          <a:pt x="54883" y="11549"/>
                          <a:pt x="48679" y="6023"/>
                        </a:cubicBezTo>
                        <a:cubicBezTo>
                          <a:pt x="42474" y="510"/>
                          <a:pt x="33730" y="-2246"/>
                          <a:pt x="22445" y="-2246"/>
                        </a:cubicBezTo>
                        <a:cubicBezTo>
                          <a:pt x="18556" y="-2246"/>
                          <a:pt x="14594" y="-1915"/>
                          <a:pt x="10559" y="-1254"/>
                        </a:cubicBezTo>
                        <a:cubicBezTo>
                          <a:pt x="6537" y="-593"/>
                          <a:pt x="2377" y="398"/>
                          <a:pt x="-1923" y="1720"/>
                        </a:cubicBezTo>
                        <a:lnTo>
                          <a:pt x="-1923" y="14312"/>
                        </a:lnTo>
                        <a:cubicBezTo>
                          <a:pt x="1795" y="12289"/>
                          <a:pt x="5638" y="10782"/>
                          <a:pt x="9606" y="9791"/>
                        </a:cubicBezTo>
                        <a:cubicBezTo>
                          <a:pt x="13575" y="8799"/>
                          <a:pt x="17769" y="8303"/>
                          <a:pt x="22187" y="8303"/>
                        </a:cubicBezTo>
                        <a:cubicBezTo>
                          <a:pt x="29344" y="8303"/>
                          <a:pt x="35006" y="10181"/>
                          <a:pt x="39174" y="13935"/>
                        </a:cubicBezTo>
                        <a:cubicBezTo>
                          <a:pt x="43354" y="17689"/>
                          <a:pt x="45444" y="22792"/>
                          <a:pt x="45444" y="29243"/>
                        </a:cubicBezTo>
                        <a:cubicBezTo>
                          <a:pt x="45444" y="35681"/>
                          <a:pt x="43354" y="40777"/>
                          <a:pt x="39174" y="44532"/>
                        </a:cubicBezTo>
                        <a:cubicBezTo>
                          <a:pt x="35006" y="48299"/>
                          <a:pt x="29344" y="50183"/>
                          <a:pt x="22187" y="50183"/>
                        </a:cubicBezTo>
                        <a:cubicBezTo>
                          <a:pt x="18840" y="50183"/>
                          <a:pt x="15500" y="49813"/>
                          <a:pt x="12166" y="49073"/>
                        </a:cubicBezTo>
                        <a:cubicBezTo>
                          <a:pt x="8846" y="48332"/>
                          <a:pt x="5452" y="47176"/>
                          <a:pt x="1986" y="45603"/>
                        </a:cubicBezTo>
                        <a:lnTo>
                          <a:pt x="1986" y="9208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0" name="Freeform: Shape 169">
                    <a:extLst>
                      <a:ext uri="{FF2B5EF4-FFF2-40B4-BE49-F238E27FC236}">
                        <a16:creationId xmlns:a16="http://schemas.microsoft.com/office/drawing/2014/main" id="{C6A1F7A0-8765-07CB-9CDD-16E100D5BA8C}"/>
                      </a:ext>
                    </a:extLst>
                  </p:cNvPr>
                  <p:cNvSpPr/>
                  <p:nvPr/>
                </p:nvSpPr>
                <p:spPr>
                  <a:xfrm flipV="1">
                    <a:off x="4237579" y="1713826"/>
                    <a:ext cx="63936" cy="95994"/>
                  </a:xfrm>
                  <a:custGeom>
                    <a:avLst/>
                    <a:gdLst>
                      <a:gd name="connsiteX0" fmla="*/ 31089 w 63936"/>
                      <a:gd name="connsiteY0" fmla="*/ 50756 h 95994"/>
                      <a:gd name="connsiteX1" fmla="*/ 17714 w 63936"/>
                      <a:gd name="connsiteY1" fmla="*/ 44985 h 95994"/>
                      <a:gd name="connsiteX2" fmla="*/ 12793 w 63936"/>
                      <a:gd name="connsiteY2" fmla="*/ 29201 h 95994"/>
                      <a:gd name="connsiteX3" fmla="*/ 17714 w 63936"/>
                      <a:gd name="connsiteY3" fmla="*/ 13417 h 95994"/>
                      <a:gd name="connsiteX4" fmla="*/ 31089 w 63936"/>
                      <a:gd name="connsiteY4" fmla="*/ 7627 h 95994"/>
                      <a:gd name="connsiteX5" fmla="*/ 44444 w 63936"/>
                      <a:gd name="connsiteY5" fmla="*/ 13417 h 95994"/>
                      <a:gd name="connsiteX6" fmla="*/ 49365 w 63936"/>
                      <a:gd name="connsiteY6" fmla="*/ 29201 h 95994"/>
                      <a:gd name="connsiteX7" fmla="*/ 44444 w 63936"/>
                      <a:gd name="connsiteY7" fmla="*/ 44985 h 95994"/>
                      <a:gd name="connsiteX8" fmla="*/ 31089 w 63936"/>
                      <a:gd name="connsiteY8" fmla="*/ 50756 h 95994"/>
                      <a:gd name="connsiteX9" fmla="*/ 55953 w 63936"/>
                      <a:gd name="connsiteY9" fmla="*/ 89998 h 95994"/>
                      <a:gd name="connsiteX10" fmla="*/ 55953 w 63936"/>
                      <a:gd name="connsiteY10" fmla="*/ 78596 h 95994"/>
                      <a:gd name="connsiteX11" fmla="*/ 46428 w 63936"/>
                      <a:gd name="connsiteY11" fmla="*/ 81987 h 95994"/>
                      <a:gd name="connsiteX12" fmla="*/ 36903 w 63936"/>
                      <a:gd name="connsiteY12" fmla="*/ 83177 h 95994"/>
                      <a:gd name="connsiteX13" fmla="*/ 17952 w 63936"/>
                      <a:gd name="connsiteY13" fmla="*/ 74809 h 95994"/>
                      <a:gd name="connsiteX14" fmla="*/ 10491 w 63936"/>
                      <a:gd name="connsiteY14" fmla="*/ 49526 h 95994"/>
                      <a:gd name="connsiteX15" fmla="*/ 19659 w 63936"/>
                      <a:gd name="connsiteY15" fmla="*/ 57795 h 95994"/>
                      <a:gd name="connsiteX16" fmla="*/ 31823 w 63936"/>
                      <a:gd name="connsiteY16" fmla="*/ 60671 h 95994"/>
                      <a:gd name="connsiteX17" fmla="*/ 53869 w 63936"/>
                      <a:gd name="connsiteY17" fmla="*/ 52203 h 95994"/>
                      <a:gd name="connsiteX18" fmla="*/ 61966 w 63936"/>
                      <a:gd name="connsiteY18" fmla="*/ 29201 h 95994"/>
                      <a:gd name="connsiteX19" fmla="*/ 53532 w 63936"/>
                      <a:gd name="connsiteY19" fmla="*/ 6318 h 95994"/>
                      <a:gd name="connsiteX20" fmla="*/ 31089 w 63936"/>
                      <a:gd name="connsiteY20" fmla="*/ -2288 h 95994"/>
                      <a:gd name="connsiteX21" fmla="*/ 6522 w 63936"/>
                      <a:gd name="connsiteY21" fmla="*/ 10006 h 95994"/>
                      <a:gd name="connsiteX22" fmla="*/ -1971 w 63936"/>
                      <a:gd name="connsiteY22" fmla="*/ 45679 h 95994"/>
                      <a:gd name="connsiteX23" fmla="*/ 8447 w 63936"/>
                      <a:gd name="connsiteY23" fmla="*/ 80659 h 95994"/>
                      <a:gd name="connsiteX24" fmla="*/ 36407 w 63936"/>
                      <a:gd name="connsiteY24" fmla="*/ 93706 h 95994"/>
                      <a:gd name="connsiteX25" fmla="*/ 45932 w 63936"/>
                      <a:gd name="connsiteY25" fmla="*/ 92774 h 95994"/>
                      <a:gd name="connsiteX26" fmla="*/ 55953 w 63936"/>
                      <a:gd name="connsiteY26" fmla="*/ 8999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936" h="95994">
                        <a:moveTo>
                          <a:pt x="31089" y="50756"/>
                        </a:moveTo>
                        <a:cubicBezTo>
                          <a:pt x="25466" y="50756"/>
                          <a:pt x="21008" y="48832"/>
                          <a:pt x="17714" y="44985"/>
                        </a:cubicBezTo>
                        <a:cubicBezTo>
                          <a:pt x="14433" y="41152"/>
                          <a:pt x="12793" y="35890"/>
                          <a:pt x="12793" y="29201"/>
                        </a:cubicBezTo>
                        <a:cubicBezTo>
                          <a:pt x="12793" y="22552"/>
                          <a:pt x="14433" y="17290"/>
                          <a:pt x="17714" y="13417"/>
                        </a:cubicBezTo>
                        <a:cubicBezTo>
                          <a:pt x="21008" y="9557"/>
                          <a:pt x="25466" y="7627"/>
                          <a:pt x="31089" y="7627"/>
                        </a:cubicBezTo>
                        <a:cubicBezTo>
                          <a:pt x="36711" y="7627"/>
                          <a:pt x="41163" y="9557"/>
                          <a:pt x="44444" y="13417"/>
                        </a:cubicBezTo>
                        <a:cubicBezTo>
                          <a:pt x="47725" y="17290"/>
                          <a:pt x="49365" y="22552"/>
                          <a:pt x="49365" y="29201"/>
                        </a:cubicBezTo>
                        <a:cubicBezTo>
                          <a:pt x="49365" y="35890"/>
                          <a:pt x="47725" y="41152"/>
                          <a:pt x="44444" y="44985"/>
                        </a:cubicBezTo>
                        <a:cubicBezTo>
                          <a:pt x="41163" y="48832"/>
                          <a:pt x="36711" y="50756"/>
                          <a:pt x="31089" y="50756"/>
                        </a:cubicBezTo>
                        <a:close/>
                        <a:moveTo>
                          <a:pt x="55953" y="89998"/>
                        </a:moveTo>
                        <a:lnTo>
                          <a:pt x="55953" y="78596"/>
                        </a:lnTo>
                        <a:cubicBezTo>
                          <a:pt x="52805" y="80077"/>
                          <a:pt x="49630" y="81207"/>
                          <a:pt x="46428" y="81987"/>
                        </a:cubicBezTo>
                        <a:cubicBezTo>
                          <a:pt x="43227" y="82780"/>
                          <a:pt x="40052" y="83177"/>
                          <a:pt x="36903" y="83177"/>
                        </a:cubicBezTo>
                        <a:cubicBezTo>
                          <a:pt x="28635" y="83177"/>
                          <a:pt x="22318" y="80388"/>
                          <a:pt x="17952" y="74809"/>
                        </a:cubicBezTo>
                        <a:cubicBezTo>
                          <a:pt x="13600" y="69230"/>
                          <a:pt x="11113" y="60803"/>
                          <a:pt x="10491" y="49526"/>
                        </a:cubicBezTo>
                        <a:cubicBezTo>
                          <a:pt x="12925" y="53122"/>
                          <a:pt x="15981" y="55878"/>
                          <a:pt x="19659" y="57795"/>
                        </a:cubicBezTo>
                        <a:cubicBezTo>
                          <a:pt x="23350" y="59712"/>
                          <a:pt x="27405" y="60671"/>
                          <a:pt x="31823" y="60671"/>
                        </a:cubicBezTo>
                        <a:cubicBezTo>
                          <a:pt x="41123" y="60671"/>
                          <a:pt x="48472" y="57848"/>
                          <a:pt x="53869" y="52203"/>
                        </a:cubicBezTo>
                        <a:cubicBezTo>
                          <a:pt x="59267" y="46572"/>
                          <a:pt x="61966" y="38904"/>
                          <a:pt x="61966" y="29201"/>
                        </a:cubicBezTo>
                        <a:cubicBezTo>
                          <a:pt x="61966" y="19696"/>
                          <a:pt x="59155" y="12069"/>
                          <a:pt x="53532" y="6318"/>
                        </a:cubicBezTo>
                        <a:cubicBezTo>
                          <a:pt x="47910" y="581"/>
                          <a:pt x="40429" y="-2288"/>
                          <a:pt x="31089" y="-2288"/>
                        </a:cubicBezTo>
                        <a:cubicBezTo>
                          <a:pt x="20373" y="-2288"/>
                          <a:pt x="12184" y="1810"/>
                          <a:pt x="6522" y="10006"/>
                        </a:cubicBezTo>
                        <a:cubicBezTo>
                          <a:pt x="860" y="18216"/>
                          <a:pt x="-1971" y="30107"/>
                          <a:pt x="-1971" y="45679"/>
                        </a:cubicBezTo>
                        <a:cubicBezTo>
                          <a:pt x="-1971" y="60300"/>
                          <a:pt x="1502" y="71960"/>
                          <a:pt x="8447" y="80659"/>
                        </a:cubicBezTo>
                        <a:cubicBezTo>
                          <a:pt x="15392" y="89357"/>
                          <a:pt x="24712" y="93706"/>
                          <a:pt x="36407" y="93706"/>
                        </a:cubicBezTo>
                        <a:cubicBezTo>
                          <a:pt x="39556" y="93706"/>
                          <a:pt x="42731" y="93396"/>
                          <a:pt x="45932" y="92774"/>
                        </a:cubicBezTo>
                        <a:cubicBezTo>
                          <a:pt x="49133" y="92153"/>
                          <a:pt x="52474" y="91228"/>
                          <a:pt x="55953" y="8999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1" name="Freeform: Shape 170">
                    <a:extLst>
                      <a:ext uri="{FF2B5EF4-FFF2-40B4-BE49-F238E27FC236}">
                        <a16:creationId xmlns:a16="http://schemas.microsoft.com/office/drawing/2014/main" id="{FE4A6EB2-B2BD-2BB1-3918-25451B8AAA77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1713826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792 h 95994"/>
                      <a:gd name="connsiteX1" fmla="*/ 15502 w 63996"/>
                      <a:gd name="connsiteY1" fmla="*/ 74273 h 95994"/>
                      <a:gd name="connsiteX2" fmla="*/ 10640 w 63996"/>
                      <a:gd name="connsiteY2" fmla="*/ 45679 h 95994"/>
                      <a:gd name="connsiteX3" fmla="*/ 15502 w 63996"/>
                      <a:gd name="connsiteY3" fmla="*/ 17145 h 95994"/>
                      <a:gd name="connsiteX4" fmla="*/ 30047 w 63996"/>
                      <a:gd name="connsiteY4" fmla="*/ 7627 h 95994"/>
                      <a:gd name="connsiteX5" fmla="*/ 44652 w 63996"/>
                      <a:gd name="connsiteY5" fmla="*/ 17145 h 95994"/>
                      <a:gd name="connsiteX6" fmla="*/ 49534 w 63996"/>
                      <a:gd name="connsiteY6" fmla="*/ 45679 h 95994"/>
                      <a:gd name="connsiteX7" fmla="*/ 44652 w 63996"/>
                      <a:gd name="connsiteY7" fmla="*/ 74273 h 95994"/>
                      <a:gd name="connsiteX8" fmla="*/ 30047 w 63996"/>
                      <a:gd name="connsiteY8" fmla="*/ 83792 h 95994"/>
                      <a:gd name="connsiteX9" fmla="*/ 30047 w 63996"/>
                      <a:gd name="connsiteY9" fmla="*/ 93706 h 95994"/>
                      <a:gd name="connsiteX10" fmla="*/ 53840 w 63996"/>
                      <a:gd name="connsiteY10" fmla="*/ 81392 h 95994"/>
                      <a:gd name="connsiteX11" fmla="*/ 62055 w 63996"/>
                      <a:gd name="connsiteY11" fmla="*/ 45679 h 95994"/>
                      <a:gd name="connsiteX12" fmla="*/ 53840 w 63996"/>
                      <a:gd name="connsiteY12" fmla="*/ 10006 h 95994"/>
                      <a:gd name="connsiteX13" fmla="*/ 30047 w 63996"/>
                      <a:gd name="connsiteY13" fmla="*/ -2288 h 95994"/>
                      <a:gd name="connsiteX14" fmla="*/ 6274 w 63996"/>
                      <a:gd name="connsiteY14" fmla="*/ 10006 h 95994"/>
                      <a:gd name="connsiteX15" fmla="*/ -1941 w 63996"/>
                      <a:gd name="connsiteY15" fmla="*/ 45679 h 95994"/>
                      <a:gd name="connsiteX16" fmla="*/ 6274 w 63996"/>
                      <a:gd name="connsiteY16" fmla="*/ 81392 h 95994"/>
                      <a:gd name="connsiteX17" fmla="*/ 30047 w 63996"/>
                      <a:gd name="connsiteY17" fmla="*/ 9370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792"/>
                        </a:moveTo>
                        <a:cubicBezTo>
                          <a:pt x="23605" y="83792"/>
                          <a:pt x="18756" y="80619"/>
                          <a:pt x="15502" y="74273"/>
                        </a:cubicBezTo>
                        <a:cubicBezTo>
                          <a:pt x="12261" y="67941"/>
                          <a:pt x="10640" y="58410"/>
                          <a:pt x="10640" y="45679"/>
                        </a:cubicBezTo>
                        <a:cubicBezTo>
                          <a:pt x="10640" y="33002"/>
                          <a:pt x="12261" y="23490"/>
                          <a:pt x="15502" y="17145"/>
                        </a:cubicBezTo>
                        <a:cubicBezTo>
                          <a:pt x="18756" y="10800"/>
                          <a:pt x="23605" y="7627"/>
                          <a:pt x="30047" y="7627"/>
                        </a:cubicBezTo>
                        <a:cubicBezTo>
                          <a:pt x="36543" y="7627"/>
                          <a:pt x="41411" y="10800"/>
                          <a:pt x="44652" y="17145"/>
                        </a:cubicBezTo>
                        <a:cubicBezTo>
                          <a:pt x="47907" y="23490"/>
                          <a:pt x="49534" y="33002"/>
                          <a:pt x="49534" y="45679"/>
                        </a:cubicBezTo>
                        <a:cubicBezTo>
                          <a:pt x="49534" y="58410"/>
                          <a:pt x="47907" y="67941"/>
                          <a:pt x="44652" y="74273"/>
                        </a:cubicBezTo>
                        <a:cubicBezTo>
                          <a:pt x="41411" y="80619"/>
                          <a:pt x="36543" y="83792"/>
                          <a:pt x="30047" y="83792"/>
                        </a:cubicBezTo>
                        <a:close/>
                        <a:moveTo>
                          <a:pt x="30047" y="93706"/>
                        </a:moveTo>
                        <a:cubicBezTo>
                          <a:pt x="40432" y="93706"/>
                          <a:pt x="48363" y="89602"/>
                          <a:pt x="53840" y="81392"/>
                        </a:cubicBezTo>
                        <a:cubicBezTo>
                          <a:pt x="59317" y="73196"/>
                          <a:pt x="62055" y="61292"/>
                          <a:pt x="62055" y="45679"/>
                        </a:cubicBezTo>
                        <a:cubicBezTo>
                          <a:pt x="62055" y="30107"/>
                          <a:pt x="59317" y="18216"/>
                          <a:pt x="53840" y="10006"/>
                        </a:cubicBezTo>
                        <a:cubicBezTo>
                          <a:pt x="48363" y="1810"/>
                          <a:pt x="40432" y="-2288"/>
                          <a:pt x="30047" y="-2288"/>
                        </a:cubicBezTo>
                        <a:cubicBezTo>
                          <a:pt x="19675" y="-2288"/>
                          <a:pt x="11751" y="1810"/>
                          <a:pt x="6274" y="10006"/>
                        </a:cubicBezTo>
                        <a:cubicBezTo>
                          <a:pt x="797" y="18216"/>
                          <a:pt x="-1941" y="30107"/>
                          <a:pt x="-1941" y="45679"/>
                        </a:cubicBezTo>
                        <a:cubicBezTo>
                          <a:pt x="-1941" y="61292"/>
                          <a:pt x="797" y="73196"/>
                          <a:pt x="6274" y="81392"/>
                        </a:cubicBezTo>
                        <a:cubicBezTo>
                          <a:pt x="11751" y="89602"/>
                          <a:pt x="19675" y="93706"/>
                          <a:pt x="30047" y="9370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76322B56-F682-5C77-213F-ECB3C6A79FDA}"/>
                </a:ext>
              </a:extLst>
            </p:cNvPr>
            <p:cNvSpPr/>
            <p:nvPr/>
          </p:nvSpPr>
          <p:spPr>
            <a:xfrm>
              <a:off x="4479218" y="1759800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3B0FB84D-4841-A306-174F-1FE2FCAF379E}"/>
                </a:ext>
              </a:extLst>
            </p:cNvPr>
            <p:cNvSpPr/>
            <p:nvPr/>
          </p:nvSpPr>
          <p:spPr>
            <a:xfrm>
              <a:off x="7858841" y="1759800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41DBCC8-7EA7-044F-92EB-9C4EA10AB863}"/>
                </a:ext>
              </a:extLst>
            </p:cNvPr>
            <p:cNvSpPr/>
            <p:nvPr/>
          </p:nvSpPr>
          <p:spPr>
            <a:xfrm>
              <a:off x="4479218" y="5136981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62A6FF3B-3BCE-8BF2-4859-C6A1E94BE321}"/>
                </a:ext>
              </a:extLst>
            </p:cNvPr>
            <p:cNvSpPr/>
            <p:nvPr/>
          </p:nvSpPr>
          <p:spPr>
            <a:xfrm>
              <a:off x="4479218" y="1759800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180" name="Graphic 176">
            <a:extLst>
              <a:ext uri="{FF2B5EF4-FFF2-40B4-BE49-F238E27FC236}">
                <a16:creationId xmlns:a16="http://schemas.microsoft.com/office/drawing/2014/main" id="{C8F21CD2-7429-69CD-B672-8F37A4376C00}"/>
              </a:ext>
            </a:extLst>
          </p:cNvPr>
          <p:cNvGrpSpPr/>
          <p:nvPr/>
        </p:nvGrpSpPr>
        <p:grpSpPr>
          <a:xfrm>
            <a:off x="2281317" y="7665526"/>
            <a:ext cx="3750577" cy="3610220"/>
            <a:chOff x="4158665" y="1713826"/>
            <a:chExt cx="3750577" cy="3610220"/>
          </a:xfrm>
        </p:grpSpPr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BC2BA36-4251-D606-53F2-581572FD3C62}"/>
                </a:ext>
              </a:extLst>
            </p:cNvPr>
            <p:cNvSpPr/>
            <p:nvPr/>
          </p:nvSpPr>
          <p:spPr>
            <a:xfrm>
              <a:off x="4479825" y="1759800"/>
              <a:ext cx="3375956" cy="3377180"/>
            </a:xfrm>
            <a:custGeom>
              <a:avLst/>
              <a:gdLst>
                <a:gd name="connsiteX0" fmla="*/ 0 w 3375956"/>
                <a:gd name="connsiteY0" fmla="*/ 3377181 h 3377180"/>
                <a:gd name="connsiteX1" fmla="*/ 3375957 w 3375956"/>
                <a:gd name="connsiteY1" fmla="*/ 3377181 h 3377180"/>
                <a:gd name="connsiteX2" fmla="*/ 3375957 w 3375956"/>
                <a:gd name="connsiteY2" fmla="*/ 0 h 3377180"/>
                <a:gd name="connsiteX3" fmla="*/ 0 w 3375956"/>
                <a:gd name="connsiteY3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5956" h="3377180">
                  <a:moveTo>
                    <a:pt x="0" y="3377181"/>
                  </a:moveTo>
                  <a:lnTo>
                    <a:pt x="3375957" y="3377181"/>
                  </a:lnTo>
                  <a:lnTo>
                    <a:pt x="3375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182" name="Picture 181">
              <a:extLst>
                <a:ext uri="{FF2B5EF4-FFF2-40B4-BE49-F238E27FC236}">
                  <a16:creationId xmlns:a16="http://schemas.microsoft.com/office/drawing/2014/main" id="{1EA15F41-568C-DB8D-95CE-CCFC2611548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flipV="1">
              <a:off x="4479825" y="1759191"/>
              <a:ext cx="3376565" cy="3377789"/>
            </a:xfrm>
            <a:custGeom>
              <a:avLst/>
              <a:gdLst>
                <a:gd name="connsiteX0" fmla="*/ 0 w 3376565"/>
                <a:gd name="connsiteY0" fmla="*/ 83 h 3377789"/>
                <a:gd name="connsiteX1" fmla="*/ 3376566 w 3376565"/>
                <a:gd name="connsiteY1" fmla="*/ 83 h 3377789"/>
                <a:gd name="connsiteX2" fmla="*/ 3376566 w 3376565"/>
                <a:gd name="connsiteY2" fmla="*/ 3377873 h 3377789"/>
                <a:gd name="connsiteX3" fmla="*/ 0 w 3376565"/>
                <a:gd name="connsiteY3" fmla="*/ 3377873 h 337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6565" h="3377789">
                  <a:moveTo>
                    <a:pt x="0" y="83"/>
                  </a:moveTo>
                  <a:lnTo>
                    <a:pt x="3376566" y="83"/>
                  </a:lnTo>
                  <a:lnTo>
                    <a:pt x="3376566" y="3377873"/>
                  </a:lnTo>
                  <a:lnTo>
                    <a:pt x="0" y="3377873"/>
                  </a:lnTo>
                  <a:close/>
                </a:path>
              </a:pathLst>
            </a:custGeom>
          </p:spPr>
        </p:pic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1769EE4-972F-4CE9-3816-0CF937DE5CA3}"/>
                </a:ext>
              </a:extLst>
            </p:cNvPr>
            <p:cNvSpPr/>
            <p:nvPr/>
          </p:nvSpPr>
          <p:spPr>
            <a:xfrm>
              <a:off x="6287130" y="3456196"/>
              <a:ext cx="159706" cy="344961"/>
            </a:xfrm>
            <a:custGeom>
              <a:avLst/>
              <a:gdLst>
                <a:gd name="connsiteX0" fmla="*/ 0 w 159706"/>
                <a:gd name="connsiteY0" fmla="*/ 11815 h 344961"/>
                <a:gd name="connsiteX1" fmla="*/ 129311 w 159706"/>
                <a:gd name="connsiteY1" fmla="*/ 0 h 344961"/>
                <a:gd name="connsiteX2" fmla="*/ 159707 w 159706"/>
                <a:gd name="connsiteY2" fmla="*/ 333160 h 344961"/>
                <a:gd name="connsiteX3" fmla="*/ 30396 w 159706"/>
                <a:gd name="connsiteY3" fmla="*/ 344962 h 344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706" h="344961">
                  <a:moveTo>
                    <a:pt x="0" y="11815"/>
                  </a:moveTo>
                  <a:lnTo>
                    <a:pt x="129311" y="0"/>
                  </a:lnTo>
                  <a:lnTo>
                    <a:pt x="159707" y="333160"/>
                  </a:lnTo>
                  <a:lnTo>
                    <a:pt x="30396" y="344962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612C2694-744A-6AD0-2F4D-BB4F2856BB3D}"/>
                </a:ext>
              </a:extLst>
            </p:cNvPr>
            <p:cNvSpPr/>
            <p:nvPr/>
          </p:nvSpPr>
          <p:spPr>
            <a:xfrm>
              <a:off x="6298941" y="3462097"/>
              <a:ext cx="129298" cy="135258"/>
            </a:xfrm>
            <a:custGeom>
              <a:avLst/>
              <a:gdLst>
                <a:gd name="connsiteX0" fmla="*/ 52851 w 129298"/>
                <a:gd name="connsiteY0" fmla="*/ 0 h 135258"/>
                <a:gd name="connsiteX1" fmla="*/ 129298 w 129298"/>
                <a:gd name="connsiteY1" fmla="*/ 123456 h 135258"/>
                <a:gd name="connsiteX2" fmla="*/ 0 w 129298"/>
                <a:gd name="connsiteY2" fmla="*/ 135259 h 135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298" h="135258">
                  <a:moveTo>
                    <a:pt x="52851" y="0"/>
                  </a:moveTo>
                  <a:lnTo>
                    <a:pt x="129298" y="123456"/>
                  </a:lnTo>
                  <a:lnTo>
                    <a:pt x="0" y="135259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85" name="Graphic 176">
              <a:extLst>
                <a:ext uri="{FF2B5EF4-FFF2-40B4-BE49-F238E27FC236}">
                  <a16:creationId xmlns:a16="http://schemas.microsoft.com/office/drawing/2014/main" id="{BB8D1660-198A-2279-F271-D33D9DFF93F3}"/>
                </a:ext>
              </a:extLst>
            </p:cNvPr>
            <p:cNvGrpSpPr/>
            <p:nvPr/>
          </p:nvGrpSpPr>
          <p:grpSpPr>
            <a:xfrm>
              <a:off x="4364955" y="5136981"/>
              <a:ext cx="3544287" cy="187065"/>
              <a:chOff x="4364955" y="5136981"/>
              <a:chExt cx="3544287" cy="187065"/>
            </a:xfrm>
            <a:solidFill>
              <a:srgbClr val="000000"/>
            </a:solidFill>
          </p:grpSpPr>
          <p:grpSp>
            <p:nvGrpSpPr>
              <p:cNvPr id="186" name="Graphic 176">
                <a:extLst>
                  <a:ext uri="{FF2B5EF4-FFF2-40B4-BE49-F238E27FC236}">
                    <a16:creationId xmlns:a16="http://schemas.microsoft.com/office/drawing/2014/main" id="{6F6F3764-29CF-D3DA-7BBC-D8C8EFECC88A}"/>
                  </a:ext>
                </a:extLst>
              </p:cNvPr>
              <p:cNvGrpSpPr/>
              <p:nvPr/>
            </p:nvGrpSpPr>
            <p:grpSpPr>
              <a:xfrm>
                <a:off x="4364955" y="5136981"/>
                <a:ext cx="227514" cy="187065"/>
                <a:chOff x="4364955" y="5136981"/>
                <a:chExt cx="227514" cy="187065"/>
              </a:xfrm>
              <a:solidFill>
                <a:srgbClr val="000000"/>
              </a:solidFill>
            </p:grpSpPr>
            <p:sp>
              <p:nvSpPr>
                <p:cNvPr id="187" name="Freeform: Shape 186">
                  <a:extLst>
                    <a:ext uri="{FF2B5EF4-FFF2-40B4-BE49-F238E27FC236}">
                      <a16:creationId xmlns:a16="http://schemas.microsoft.com/office/drawing/2014/main" id="{323C2598-A623-D27B-6A3F-C284536EC9F1}"/>
                    </a:ext>
                  </a:extLst>
                </p:cNvPr>
                <p:cNvSpPr/>
                <p:nvPr/>
              </p:nvSpPr>
              <p:spPr>
                <a:xfrm>
                  <a:off x="4479825" y="5136981"/>
                  <a:ext cx="12686" cy="44417"/>
                </a:xfrm>
                <a:custGeom>
                  <a:avLst/>
                  <a:gdLst>
                    <a:gd name="connsiteX0" fmla="*/ 103 w 12686"/>
                    <a:gd name="connsiteY0" fmla="*/ 308 h 44417"/>
                    <a:gd name="connsiteX1" fmla="*/ 103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03" y="308"/>
                      </a:moveTo>
                      <a:lnTo>
                        <a:pt x="103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88" name="Graphic 176">
                  <a:extLst>
                    <a:ext uri="{FF2B5EF4-FFF2-40B4-BE49-F238E27FC236}">
                      <a16:creationId xmlns:a16="http://schemas.microsoft.com/office/drawing/2014/main" id="{D16D803A-E5A9-A5B1-F673-D80CD5D15E8A}"/>
                    </a:ext>
                  </a:extLst>
                </p:cNvPr>
                <p:cNvGrpSpPr/>
                <p:nvPr/>
              </p:nvGrpSpPr>
              <p:grpSpPr>
                <a:xfrm>
                  <a:off x="4364955" y="5228052"/>
                  <a:ext cx="227514" cy="95994"/>
                  <a:chOff x="4364955" y="5228052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189" name="Freeform: Shape 188">
                    <a:extLst>
                      <a:ext uri="{FF2B5EF4-FFF2-40B4-BE49-F238E27FC236}">
                        <a16:creationId xmlns:a16="http://schemas.microsoft.com/office/drawing/2014/main" id="{2AA7E48A-1DA9-00E7-8EFD-C35ADC5AF5B8}"/>
                      </a:ext>
                    </a:extLst>
                  </p:cNvPr>
                  <p:cNvSpPr/>
                  <p:nvPr/>
                </p:nvSpPr>
                <p:spPr>
                  <a:xfrm flipV="1">
                    <a:off x="4364955" y="5229717"/>
                    <a:ext cx="67395" cy="92524"/>
                  </a:xfrm>
                  <a:custGeom>
                    <a:avLst/>
                    <a:gdLst>
                      <a:gd name="connsiteX0" fmla="*/ 39829 w 67395"/>
                      <a:gd name="connsiteY0" fmla="*/ 79603 h 92524"/>
                      <a:gd name="connsiteX1" fmla="*/ 8233 w 67395"/>
                      <a:gd name="connsiteY1" fmla="*/ 30208 h 92524"/>
                      <a:gd name="connsiteX2" fmla="*/ 39829 w 67395"/>
                      <a:gd name="connsiteY2" fmla="*/ 30208 h 92524"/>
                      <a:gd name="connsiteX3" fmla="*/ 39829 w 67395"/>
                      <a:gd name="connsiteY3" fmla="*/ 79603 h 92524"/>
                      <a:gd name="connsiteX4" fmla="*/ 36539 w 67395"/>
                      <a:gd name="connsiteY4" fmla="*/ 90510 h 92524"/>
                      <a:gd name="connsiteX5" fmla="*/ 52278 w 67395"/>
                      <a:gd name="connsiteY5" fmla="*/ 90510 h 92524"/>
                      <a:gd name="connsiteX6" fmla="*/ 52278 w 67395"/>
                      <a:gd name="connsiteY6" fmla="*/ 30208 h 92524"/>
                      <a:gd name="connsiteX7" fmla="*/ 65479 w 67395"/>
                      <a:gd name="connsiteY7" fmla="*/ 30208 h 92524"/>
                      <a:gd name="connsiteX8" fmla="*/ 65479 w 67395"/>
                      <a:gd name="connsiteY8" fmla="*/ 19798 h 92524"/>
                      <a:gd name="connsiteX9" fmla="*/ 52278 w 67395"/>
                      <a:gd name="connsiteY9" fmla="*/ 19798 h 92524"/>
                      <a:gd name="connsiteX10" fmla="*/ 52278 w 67395"/>
                      <a:gd name="connsiteY10" fmla="*/ -2014 h 92524"/>
                      <a:gd name="connsiteX11" fmla="*/ 39829 w 67395"/>
                      <a:gd name="connsiteY11" fmla="*/ -2014 h 92524"/>
                      <a:gd name="connsiteX12" fmla="*/ 39829 w 67395"/>
                      <a:gd name="connsiteY12" fmla="*/ 19798 h 92524"/>
                      <a:gd name="connsiteX13" fmla="*/ -1916 w 67395"/>
                      <a:gd name="connsiteY13" fmla="*/ 19798 h 92524"/>
                      <a:gd name="connsiteX14" fmla="*/ -1916 w 67395"/>
                      <a:gd name="connsiteY14" fmla="*/ 31874 h 92524"/>
                      <a:gd name="connsiteX15" fmla="*/ 36539 w 67395"/>
                      <a:gd name="connsiteY15" fmla="*/ 905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829" y="79603"/>
                        </a:moveTo>
                        <a:lnTo>
                          <a:pt x="8233" y="30208"/>
                        </a:lnTo>
                        <a:lnTo>
                          <a:pt x="39829" y="30208"/>
                        </a:lnTo>
                        <a:lnTo>
                          <a:pt x="39829" y="79603"/>
                        </a:lnTo>
                        <a:close/>
                        <a:moveTo>
                          <a:pt x="36539" y="90510"/>
                        </a:moveTo>
                        <a:lnTo>
                          <a:pt x="52278" y="90510"/>
                        </a:lnTo>
                        <a:lnTo>
                          <a:pt x="52278" y="30208"/>
                        </a:lnTo>
                        <a:lnTo>
                          <a:pt x="65479" y="30208"/>
                        </a:lnTo>
                        <a:lnTo>
                          <a:pt x="65479" y="19798"/>
                        </a:lnTo>
                        <a:lnTo>
                          <a:pt x="52278" y="19798"/>
                        </a:lnTo>
                        <a:lnTo>
                          <a:pt x="52278" y="-2014"/>
                        </a:lnTo>
                        <a:lnTo>
                          <a:pt x="39829" y="-2014"/>
                        </a:lnTo>
                        <a:lnTo>
                          <a:pt x="39829" y="19798"/>
                        </a:lnTo>
                        <a:lnTo>
                          <a:pt x="-1916" y="19798"/>
                        </a:lnTo>
                        <a:lnTo>
                          <a:pt x="-1916" y="31874"/>
                        </a:lnTo>
                        <a:lnTo>
                          <a:pt x="36539" y="905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0" name="Freeform: Shape 189">
                    <a:extLst>
                      <a:ext uri="{FF2B5EF4-FFF2-40B4-BE49-F238E27FC236}">
                        <a16:creationId xmlns:a16="http://schemas.microsoft.com/office/drawing/2014/main" id="{8AC0D165-75DF-8786-60EA-A43E7568EEB8}"/>
                      </a:ext>
                    </a:extLst>
                  </p:cNvPr>
                  <p:cNvSpPr/>
                  <p:nvPr/>
                </p:nvSpPr>
                <p:spPr>
                  <a:xfrm flipV="1">
                    <a:off x="4447452" y="5228052"/>
                    <a:ext cx="63807" cy="95994"/>
                  </a:xfrm>
                  <a:custGeom>
                    <a:avLst/>
                    <a:gdLst>
                      <a:gd name="connsiteX0" fmla="*/ 4037 w 63807"/>
                      <a:gd name="connsiteY0" fmla="*/ 1717 h 95994"/>
                      <a:gd name="connsiteX1" fmla="*/ 4037 w 63807"/>
                      <a:gd name="connsiteY1" fmla="*/ 13119 h 95994"/>
                      <a:gd name="connsiteX2" fmla="*/ 13572 w 63807"/>
                      <a:gd name="connsiteY2" fmla="*/ 9708 h 95994"/>
                      <a:gd name="connsiteX3" fmla="*/ 23067 w 63807"/>
                      <a:gd name="connsiteY3" fmla="*/ 8538 h 95994"/>
                      <a:gd name="connsiteX4" fmla="*/ 41977 w 63807"/>
                      <a:gd name="connsiteY4" fmla="*/ 16867 h 95994"/>
                      <a:gd name="connsiteX5" fmla="*/ 49450 w 63807"/>
                      <a:gd name="connsiteY5" fmla="*/ 42189 h 95994"/>
                      <a:gd name="connsiteX6" fmla="*/ 40332 w 63807"/>
                      <a:gd name="connsiteY6" fmla="*/ 33999 h 95994"/>
                      <a:gd name="connsiteX7" fmla="*/ 28141 w 63807"/>
                      <a:gd name="connsiteY7" fmla="*/ 31144 h 95994"/>
                      <a:gd name="connsiteX8" fmla="*/ 6178 w 63807"/>
                      <a:gd name="connsiteY8" fmla="*/ 39532 h 95994"/>
                      <a:gd name="connsiteX9" fmla="*/ -1909 w 63807"/>
                      <a:gd name="connsiteY9" fmla="*/ 62514 h 95994"/>
                      <a:gd name="connsiteX10" fmla="*/ 6515 w 63807"/>
                      <a:gd name="connsiteY10" fmla="*/ 85357 h 95994"/>
                      <a:gd name="connsiteX11" fmla="*/ 28934 w 63807"/>
                      <a:gd name="connsiteY11" fmla="*/ 93983 h 95994"/>
                      <a:gd name="connsiteX12" fmla="*/ 53434 w 63807"/>
                      <a:gd name="connsiteY12" fmla="*/ 81669 h 95994"/>
                      <a:gd name="connsiteX13" fmla="*/ 61898 w 63807"/>
                      <a:gd name="connsiteY13" fmla="*/ 45956 h 95994"/>
                      <a:gd name="connsiteX14" fmla="*/ 51511 w 63807"/>
                      <a:gd name="connsiteY14" fmla="*/ 11037 h 95994"/>
                      <a:gd name="connsiteX15" fmla="*/ 23622 w 63807"/>
                      <a:gd name="connsiteY15" fmla="*/ -2011 h 95994"/>
                      <a:gd name="connsiteX16" fmla="*/ 14067 w 63807"/>
                      <a:gd name="connsiteY16" fmla="*/ -1079 h 95994"/>
                      <a:gd name="connsiteX17" fmla="*/ 4037 w 63807"/>
                      <a:gd name="connsiteY17" fmla="*/ 1717 h 95994"/>
                      <a:gd name="connsiteX18" fmla="*/ 28934 w 63807"/>
                      <a:gd name="connsiteY18" fmla="*/ 40940 h 95994"/>
                      <a:gd name="connsiteX19" fmla="*/ 42274 w 63807"/>
                      <a:gd name="connsiteY19" fmla="*/ 46690 h 95994"/>
                      <a:gd name="connsiteX20" fmla="*/ 47210 w 63807"/>
                      <a:gd name="connsiteY20" fmla="*/ 62514 h 95994"/>
                      <a:gd name="connsiteX21" fmla="*/ 42274 w 63807"/>
                      <a:gd name="connsiteY21" fmla="*/ 78278 h 95994"/>
                      <a:gd name="connsiteX22" fmla="*/ 28934 w 63807"/>
                      <a:gd name="connsiteY22" fmla="*/ 84069 h 95994"/>
                      <a:gd name="connsiteX23" fmla="*/ 15594 w 63807"/>
                      <a:gd name="connsiteY23" fmla="*/ 78278 h 95994"/>
                      <a:gd name="connsiteX24" fmla="*/ 10678 w 63807"/>
                      <a:gd name="connsiteY24" fmla="*/ 62514 h 95994"/>
                      <a:gd name="connsiteX25" fmla="*/ 15594 w 63807"/>
                      <a:gd name="connsiteY25" fmla="*/ 46690 h 95994"/>
                      <a:gd name="connsiteX26" fmla="*/ 28934 w 63807"/>
                      <a:gd name="connsiteY26" fmla="*/ 4094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4037" y="1717"/>
                        </a:moveTo>
                        <a:lnTo>
                          <a:pt x="4037" y="13119"/>
                        </a:lnTo>
                        <a:cubicBezTo>
                          <a:pt x="7182" y="11625"/>
                          <a:pt x="10361" y="10488"/>
                          <a:pt x="13572" y="9708"/>
                        </a:cubicBezTo>
                        <a:cubicBezTo>
                          <a:pt x="16796" y="8928"/>
                          <a:pt x="19961" y="8538"/>
                          <a:pt x="23067" y="8538"/>
                        </a:cubicBezTo>
                        <a:cubicBezTo>
                          <a:pt x="31326" y="8538"/>
                          <a:pt x="37629" y="11314"/>
                          <a:pt x="41977" y="16867"/>
                        </a:cubicBezTo>
                        <a:cubicBezTo>
                          <a:pt x="46338" y="22419"/>
                          <a:pt x="48829" y="30860"/>
                          <a:pt x="49450" y="42189"/>
                        </a:cubicBezTo>
                        <a:cubicBezTo>
                          <a:pt x="47058" y="38633"/>
                          <a:pt x="44019" y="35903"/>
                          <a:pt x="40332" y="33999"/>
                        </a:cubicBezTo>
                        <a:cubicBezTo>
                          <a:pt x="36658" y="32096"/>
                          <a:pt x="32595" y="31144"/>
                          <a:pt x="28141" y="31144"/>
                        </a:cubicBezTo>
                        <a:cubicBezTo>
                          <a:pt x="18891" y="31144"/>
                          <a:pt x="11570" y="33940"/>
                          <a:pt x="6178" y="39532"/>
                        </a:cubicBezTo>
                        <a:cubicBezTo>
                          <a:pt x="786" y="45137"/>
                          <a:pt x="-1909" y="52798"/>
                          <a:pt x="-1909" y="62514"/>
                        </a:cubicBezTo>
                        <a:cubicBezTo>
                          <a:pt x="-1909" y="72006"/>
                          <a:pt x="899" y="79620"/>
                          <a:pt x="6515" y="85357"/>
                        </a:cubicBezTo>
                        <a:cubicBezTo>
                          <a:pt x="12131" y="91108"/>
                          <a:pt x="19604" y="93983"/>
                          <a:pt x="28934" y="93983"/>
                        </a:cubicBezTo>
                        <a:cubicBezTo>
                          <a:pt x="39638" y="93983"/>
                          <a:pt x="47805" y="89879"/>
                          <a:pt x="53434" y="81669"/>
                        </a:cubicBezTo>
                        <a:cubicBezTo>
                          <a:pt x="59077" y="73473"/>
                          <a:pt x="61898" y="61569"/>
                          <a:pt x="61898" y="45956"/>
                        </a:cubicBezTo>
                        <a:cubicBezTo>
                          <a:pt x="61898" y="31375"/>
                          <a:pt x="58436" y="19735"/>
                          <a:pt x="51511" y="11037"/>
                        </a:cubicBezTo>
                        <a:cubicBezTo>
                          <a:pt x="44600" y="2338"/>
                          <a:pt x="35303" y="-2011"/>
                          <a:pt x="23622" y="-2011"/>
                        </a:cubicBezTo>
                        <a:cubicBezTo>
                          <a:pt x="20476" y="-2011"/>
                          <a:pt x="17292" y="-1700"/>
                          <a:pt x="14067" y="-1079"/>
                        </a:cubicBezTo>
                        <a:cubicBezTo>
                          <a:pt x="10856" y="-458"/>
                          <a:pt x="7513" y="474"/>
                          <a:pt x="4037" y="1717"/>
                        </a:cubicBezTo>
                        <a:close/>
                        <a:moveTo>
                          <a:pt x="28934" y="40940"/>
                        </a:moveTo>
                        <a:cubicBezTo>
                          <a:pt x="34550" y="40940"/>
                          <a:pt x="38997" y="42856"/>
                          <a:pt x="42274" y="46690"/>
                        </a:cubicBezTo>
                        <a:cubicBezTo>
                          <a:pt x="45565" y="50537"/>
                          <a:pt x="47210" y="55812"/>
                          <a:pt x="47210" y="62514"/>
                        </a:cubicBezTo>
                        <a:cubicBezTo>
                          <a:pt x="47210" y="69163"/>
                          <a:pt x="45565" y="74418"/>
                          <a:pt x="42274" y="78278"/>
                        </a:cubicBezTo>
                        <a:cubicBezTo>
                          <a:pt x="38997" y="82139"/>
                          <a:pt x="34550" y="84069"/>
                          <a:pt x="28934" y="84069"/>
                        </a:cubicBezTo>
                        <a:cubicBezTo>
                          <a:pt x="23318" y="84069"/>
                          <a:pt x="18871" y="82139"/>
                          <a:pt x="15594" y="78278"/>
                        </a:cubicBezTo>
                        <a:cubicBezTo>
                          <a:pt x="12316" y="74418"/>
                          <a:pt x="10678" y="69163"/>
                          <a:pt x="10678" y="62514"/>
                        </a:cubicBezTo>
                        <a:cubicBezTo>
                          <a:pt x="10678" y="55812"/>
                          <a:pt x="12316" y="50537"/>
                          <a:pt x="15594" y="46690"/>
                        </a:cubicBezTo>
                        <a:cubicBezTo>
                          <a:pt x="18871" y="42856"/>
                          <a:pt x="23318" y="40940"/>
                          <a:pt x="28934" y="409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1" name="Freeform: Shape 190">
                    <a:extLst>
                      <a:ext uri="{FF2B5EF4-FFF2-40B4-BE49-F238E27FC236}">
                        <a16:creationId xmlns:a16="http://schemas.microsoft.com/office/drawing/2014/main" id="{28D3BE16-799D-DCB0-CB88-DAC4F9C8CA42}"/>
                      </a:ext>
                    </a:extLst>
                  </p:cNvPr>
                  <p:cNvSpPr/>
                  <p:nvPr/>
                </p:nvSpPr>
                <p:spPr>
                  <a:xfrm flipV="1">
                    <a:off x="4528542" y="5228052"/>
                    <a:ext cx="63926" cy="95994"/>
                  </a:xfrm>
                  <a:custGeom>
                    <a:avLst/>
                    <a:gdLst>
                      <a:gd name="connsiteX0" fmla="*/ 30028 w 63926"/>
                      <a:gd name="connsiteY0" fmla="*/ 84069 h 95994"/>
                      <a:gd name="connsiteX1" fmla="*/ 15499 w 63926"/>
                      <a:gd name="connsiteY1" fmla="*/ 74550 h 95994"/>
                      <a:gd name="connsiteX2" fmla="*/ 10642 w 63926"/>
                      <a:gd name="connsiteY2" fmla="*/ 45956 h 95994"/>
                      <a:gd name="connsiteX3" fmla="*/ 15499 w 63926"/>
                      <a:gd name="connsiteY3" fmla="*/ 17422 h 95994"/>
                      <a:gd name="connsiteX4" fmla="*/ 30028 w 63926"/>
                      <a:gd name="connsiteY4" fmla="*/ 7904 h 95994"/>
                      <a:gd name="connsiteX5" fmla="*/ 44618 w 63926"/>
                      <a:gd name="connsiteY5" fmla="*/ 17422 h 95994"/>
                      <a:gd name="connsiteX6" fmla="*/ 49494 w 63926"/>
                      <a:gd name="connsiteY6" fmla="*/ 45956 h 95994"/>
                      <a:gd name="connsiteX7" fmla="*/ 44618 w 63926"/>
                      <a:gd name="connsiteY7" fmla="*/ 74550 h 95994"/>
                      <a:gd name="connsiteX8" fmla="*/ 30028 w 63926"/>
                      <a:gd name="connsiteY8" fmla="*/ 84069 h 95994"/>
                      <a:gd name="connsiteX9" fmla="*/ 30028 w 63926"/>
                      <a:gd name="connsiteY9" fmla="*/ 93983 h 95994"/>
                      <a:gd name="connsiteX10" fmla="*/ 53795 w 63926"/>
                      <a:gd name="connsiteY10" fmla="*/ 81669 h 95994"/>
                      <a:gd name="connsiteX11" fmla="*/ 62002 w 63926"/>
                      <a:gd name="connsiteY11" fmla="*/ 45956 h 95994"/>
                      <a:gd name="connsiteX12" fmla="*/ 53795 w 63926"/>
                      <a:gd name="connsiteY12" fmla="*/ 10283 h 95994"/>
                      <a:gd name="connsiteX13" fmla="*/ 30028 w 63926"/>
                      <a:gd name="connsiteY13" fmla="*/ -2011 h 95994"/>
                      <a:gd name="connsiteX14" fmla="*/ 6281 w 63926"/>
                      <a:gd name="connsiteY14" fmla="*/ 10283 h 95994"/>
                      <a:gd name="connsiteX15" fmla="*/ -1925 w 63926"/>
                      <a:gd name="connsiteY15" fmla="*/ 45956 h 95994"/>
                      <a:gd name="connsiteX16" fmla="*/ 6281 w 63926"/>
                      <a:gd name="connsiteY16" fmla="*/ 81669 h 95994"/>
                      <a:gd name="connsiteX17" fmla="*/ 30028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28" y="84069"/>
                        </a:moveTo>
                        <a:cubicBezTo>
                          <a:pt x="23593" y="84069"/>
                          <a:pt x="18750" y="80896"/>
                          <a:pt x="15499" y="74550"/>
                        </a:cubicBezTo>
                        <a:cubicBezTo>
                          <a:pt x="12261" y="68218"/>
                          <a:pt x="10642" y="58687"/>
                          <a:pt x="10642" y="45956"/>
                        </a:cubicBezTo>
                        <a:cubicBezTo>
                          <a:pt x="10642" y="33279"/>
                          <a:pt x="12261" y="23767"/>
                          <a:pt x="15499" y="17422"/>
                        </a:cubicBezTo>
                        <a:cubicBezTo>
                          <a:pt x="18750" y="11076"/>
                          <a:pt x="23593" y="7904"/>
                          <a:pt x="30028" y="7904"/>
                        </a:cubicBezTo>
                        <a:cubicBezTo>
                          <a:pt x="36517" y="7904"/>
                          <a:pt x="41380" y="11076"/>
                          <a:pt x="44618" y="17422"/>
                        </a:cubicBezTo>
                        <a:cubicBezTo>
                          <a:pt x="47868" y="23767"/>
                          <a:pt x="49494" y="33279"/>
                          <a:pt x="49494" y="45956"/>
                        </a:cubicBezTo>
                        <a:cubicBezTo>
                          <a:pt x="49494" y="58687"/>
                          <a:pt x="47868" y="68218"/>
                          <a:pt x="44618" y="74550"/>
                        </a:cubicBezTo>
                        <a:cubicBezTo>
                          <a:pt x="41380" y="80896"/>
                          <a:pt x="36517" y="84069"/>
                          <a:pt x="30028" y="84069"/>
                        </a:cubicBezTo>
                        <a:close/>
                        <a:moveTo>
                          <a:pt x="30028" y="93983"/>
                        </a:moveTo>
                        <a:cubicBezTo>
                          <a:pt x="40402" y="93983"/>
                          <a:pt x="48324" y="89879"/>
                          <a:pt x="53795" y="81669"/>
                        </a:cubicBezTo>
                        <a:cubicBezTo>
                          <a:pt x="59266" y="73473"/>
                          <a:pt x="62002" y="61569"/>
                          <a:pt x="62002" y="45956"/>
                        </a:cubicBezTo>
                        <a:cubicBezTo>
                          <a:pt x="62002" y="30384"/>
                          <a:pt x="59266" y="18493"/>
                          <a:pt x="53795" y="10283"/>
                        </a:cubicBezTo>
                        <a:cubicBezTo>
                          <a:pt x="48324" y="2087"/>
                          <a:pt x="40402" y="-2011"/>
                          <a:pt x="30028" y="-2011"/>
                        </a:cubicBezTo>
                        <a:cubicBezTo>
                          <a:pt x="19668" y="-2011"/>
                          <a:pt x="11752" y="2087"/>
                          <a:pt x="6281" y="10283"/>
                        </a:cubicBezTo>
                        <a:cubicBezTo>
                          <a:pt x="810" y="18493"/>
                          <a:pt x="-1925" y="30384"/>
                          <a:pt x="-1925" y="45956"/>
                        </a:cubicBezTo>
                        <a:cubicBezTo>
                          <a:pt x="-1925" y="61569"/>
                          <a:pt x="810" y="73473"/>
                          <a:pt x="6281" y="81669"/>
                        </a:cubicBezTo>
                        <a:cubicBezTo>
                          <a:pt x="11752" y="89879"/>
                          <a:pt x="19668" y="93983"/>
                          <a:pt x="30028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92" name="Graphic 176">
                <a:extLst>
                  <a:ext uri="{FF2B5EF4-FFF2-40B4-BE49-F238E27FC236}">
                    <a16:creationId xmlns:a16="http://schemas.microsoft.com/office/drawing/2014/main" id="{8A1BC14E-2CBC-EDAD-45D8-6A5990CAC70F}"/>
                  </a:ext>
                </a:extLst>
              </p:cNvPr>
              <p:cNvGrpSpPr/>
              <p:nvPr/>
            </p:nvGrpSpPr>
            <p:grpSpPr>
              <a:xfrm>
                <a:off x="5043739" y="5136981"/>
                <a:ext cx="223926" cy="187065"/>
                <a:chOff x="5043739" y="5136981"/>
                <a:chExt cx="223926" cy="187065"/>
              </a:xfrm>
              <a:solidFill>
                <a:srgbClr val="000000"/>
              </a:solidFill>
            </p:grpSpPr>
            <p:sp>
              <p:nvSpPr>
                <p:cNvPr id="193" name="Freeform: Shape 192">
                  <a:extLst>
                    <a:ext uri="{FF2B5EF4-FFF2-40B4-BE49-F238E27FC236}">
                      <a16:creationId xmlns:a16="http://schemas.microsoft.com/office/drawing/2014/main" id="{7CB1ABB4-D3B9-0612-34CC-A9844D698AD4}"/>
                    </a:ext>
                  </a:extLst>
                </p:cNvPr>
                <p:cNvSpPr/>
                <p:nvPr/>
              </p:nvSpPr>
              <p:spPr>
                <a:xfrm>
                  <a:off x="5155011" y="5136981"/>
                  <a:ext cx="12686" cy="44417"/>
                </a:xfrm>
                <a:custGeom>
                  <a:avLst/>
                  <a:gdLst>
                    <a:gd name="connsiteX0" fmla="*/ 156 w 12686"/>
                    <a:gd name="connsiteY0" fmla="*/ 308 h 44417"/>
                    <a:gd name="connsiteX1" fmla="*/ 156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56" y="308"/>
                      </a:moveTo>
                      <a:lnTo>
                        <a:pt x="156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94" name="Graphic 176">
                  <a:extLst>
                    <a:ext uri="{FF2B5EF4-FFF2-40B4-BE49-F238E27FC236}">
                      <a16:creationId xmlns:a16="http://schemas.microsoft.com/office/drawing/2014/main" id="{EF9136B2-7830-9105-EBD0-1459783CE102}"/>
                    </a:ext>
                  </a:extLst>
                </p:cNvPr>
                <p:cNvGrpSpPr/>
                <p:nvPr/>
              </p:nvGrpSpPr>
              <p:grpSpPr>
                <a:xfrm>
                  <a:off x="5043739" y="5228052"/>
                  <a:ext cx="223926" cy="95994"/>
                  <a:chOff x="5043739" y="5228052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95" name="Freeform: Shape 194">
                    <a:extLst>
                      <a:ext uri="{FF2B5EF4-FFF2-40B4-BE49-F238E27FC236}">
                        <a16:creationId xmlns:a16="http://schemas.microsoft.com/office/drawing/2014/main" id="{B964D394-E762-73BA-4AA7-AA71AE0E8E5A}"/>
                      </a:ext>
                    </a:extLst>
                  </p:cNvPr>
                  <p:cNvSpPr/>
                  <p:nvPr/>
                </p:nvSpPr>
                <p:spPr>
                  <a:xfrm flipV="1">
                    <a:off x="5043739" y="5229717"/>
                    <a:ext cx="59843" cy="94328"/>
                  </a:xfrm>
                  <a:custGeom>
                    <a:avLst/>
                    <a:gdLst>
                      <a:gd name="connsiteX0" fmla="*/ 2051 w 59843"/>
                      <a:gd name="connsiteY0" fmla="*/ 92360 h 94328"/>
                      <a:gd name="connsiteX1" fmla="*/ 51171 w 59843"/>
                      <a:gd name="connsiteY1" fmla="*/ 92360 h 94328"/>
                      <a:gd name="connsiteX2" fmla="*/ 51171 w 59843"/>
                      <a:gd name="connsiteY2" fmla="*/ 81810 h 94328"/>
                      <a:gd name="connsiteX3" fmla="*/ 13509 w 59843"/>
                      <a:gd name="connsiteY3" fmla="*/ 81810 h 94328"/>
                      <a:gd name="connsiteX4" fmla="*/ 13509 w 59843"/>
                      <a:gd name="connsiteY4" fmla="*/ 59145 h 94328"/>
                      <a:gd name="connsiteX5" fmla="*/ 18940 w 59843"/>
                      <a:gd name="connsiteY5" fmla="*/ 60533 h 94328"/>
                      <a:gd name="connsiteX6" fmla="*/ 24411 w 59843"/>
                      <a:gd name="connsiteY6" fmla="*/ 60989 h 94328"/>
                      <a:gd name="connsiteX7" fmla="*/ 48931 w 59843"/>
                      <a:gd name="connsiteY7" fmla="*/ 52503 h 94328"/>
                      <a:gd name="connsiteX8" fmla="*/ 57990 w 59843"/>
                      <a:gd name="connsiteY8" fmla="*/ 29520 h 94328"/>
                      <a:gd name="connsiteX9" fmla="*/ 48693 w 59843"/>
                      <a:gd name="connsiteY9" fmla="*/ 6300 h 94328"/>
                      <a:gd name="connsiteX10" fmla="*/ 22488 w 59843"/>
                      <a:gd name="connsiteY10" fmla="*/ -1969 h 94328"/>
                      <a:gd name="connsiteX11" fmla="*/ 10615 w 59843"/>
                      <a:gd name="connsiteY11" fmla="*/ -977 h 94328"/>
                      <a:gd name="connsiteX12" fmla="*/ -1854 w 59843"/>
                      <a:gd name="connsiteY12" fmla="*/ 1997 h 94328"/>
                      <a:gd name="connsiteX13" fmla="*/ -1854 w 59843"/>
                      <a:gd name="connsiteY13" fmla="*/ 14589 h 94328"/>
                      <a:gd name="connsiteX14" fmla="*/ 9663 w 59843"/>
                      <a:gd name="connsiteY14" fmla="*/ 10068 h 94328"/>
                      <a:gd name="connsiteX15" fmla="*/ 22230 w 59843"/>
                      <a:gd name="connsiteY15" fmla="*/ 8580 h 94328"/>
                      <a:gd name="connsiteX16" fmla="*/ 39198 w 59843"/>
                      <a:gd name="connsiteY16" fmla="*/ 14212 h 94328"/>
                      <a:gd name="connsiteX17" fmla="*/ 45462 w 59843"/>
                      <a:gd name="connsiteY17" fmla="*/ 29520 h 94328"/>
                      <a:gd name="connsiteX18" fmla="*/ 39198 w 59843"/>
                      <a:gd name="connsiteY18" fmla="*/ 44809 h 94328"/>
                      <a:gd name="connsiteX19" fmla="*/ 22230 w 59843"/>
                      <a:gd name="connsiteY19" fmla="*/ 50460 h 94328"/>
                      <a:gd name="connsiteX20" fmla="*/ 12220 w 59843"/>
                      <a:gd name="connsiteY20" fmla="*/ 49350 h 94328"/>
                      <a:gd name="connsiteX21" fmla="*/ 2051 w 59843"/>
                      <a:gd name="connsiteY21" fmla="*/ 45879 h 94328"/>
                      <a:gd name="connsiteX22" fmla="*/ 2051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51" y="92360"/>
                        </a:moveTo>
                        <a:lnTo>
                          <a:pt x="51171" y="92360"/>
                        </a:lnTo>
                        <a:lnTo>
                          <a:pt x="51171" y="81810"/>
                        </a:lnTo>
                        <a:lnTo>
                          <a:pt x="13509" y="81810"/>
                        </a:lnTo>
                        <a:lnTo>
                          <a:pt x="13509" y="59145"/>
                        </a:lnTo>
                        <a:cubicBezTo>
                          <a:pt x="15319" y="59767"/>
                          <a:pt x="17130" y="60229"/>
                          <a:pt x="18940" y="60533"/>
                        </a:cubicBezTo>
                        <a:cubicBezTo>
                          <a:pt x="20764" y="60837"/>
                          <a:pt x="22587" y="60989"/>
                          <a:pt x="24411" y="60989"/>
                        </a:cubicBezTo>
                        <a:cubicBezTo>
                          <a:pt x="34732" y="60989"/>
                          <a:pt x="42905" y="58160"/>
                          <a:pt x="48931" y="52503"/>
                        </a:cubicBezTo>
                        <a:cubicBezTo>
                          <a:pt x="54970" y="46845"/>
                          <a:pt x="57990" y="39184"/>
                          <a:pt x="57990" y="29520"/>
                        </a:cubicBezTo>
                        <a:cubicBezTo>
                          <a:pt x="57990" y="19566"/>
                          <a:pt x="54891" y="11826"/>
                          <a:pt x="48693" y="6300"/>
                        </a:cubicBezTo>
                        <a:cubicBezTo>
                          <a:pt x="42495" y="787"/>
                          <a:pt x="33760" y="-1969"/>
                          <a:pt x="22488" y="-1969"/>
                        </a:cubicBezTo>
                        <a:cubicBezTo>
                          <a:pt x="18603" y="-1969"/>
                          <a:pt x="14645" y="-1638"/>
                          <a:pt x="10615" y="-977"/>
                        </a:cubicBezTo>
                        <a:cubicBezTo>
                          <a:pt x="6597" y="-316"/>
                          <a:pt x="2441" y="675"/>
                          <a:pt x="-1854" y="1997"/>
                        </a:cubicBezTo>
                        <a:lnTo>
                          <a:pt x="-1854" y="14589"/>
                        </a:lnTo>
                        <a:cubicBezTo>
                          <a:pt x="1860" y="12566"/>
                          <a:pt x="5699" y="11059"/>
                          <a:pt x="9663" y="10068"/>
                        </a:cubicBezTo>
                        <a:cubicBezTo>
                          <a:pt x="13628" y="9076"/>
                          <a:pt x="17817" y="8580"/>
                          <a:pt x="22230" y="8580"/>
                        </a:cubicBezTo>
                        <a:cubicBezTo>
                          <a:pt x="29380" y="8580"/>
                          <a:pt x="35036" y="10458"/>
                          <a:pt x="39198" y="14212"/>
                        </a:cubicBezTo>
                        <a:cubicBezTo>
                          <a:pt x="43374" y="17966"/>
                          <a:pt x="45462" y="23069"/>
                          <a:pt x="45462" y="29520"/>
                        </a:cubicBezTo>
                        <a:cubicBezTo>
                          <a:pt x="45462" y="35958"/>
                          <a:pt x="43374" y="41054"/>
                          <a:pt x="39198" y="44809"/>
                        </a:cubicBezTo>
                        <a:cubicBezTo>
                          <a:pt x="35036" y="48576"/>
                          <a:pt x="29380" y="50460"/>
                          <a:pt x="22230" y="50460"/>
                        </a:cubicBezTo>
                        <a:cubicBezTo>
                          <a:pt x="18887" y="50460"/>
                          <a:pt x="15550" y="50090"/>
                          <a:pt x="12220" y="49350"/>
                        </a:cubicBezTo>
                        <a:cubicBezTo>
                          <a:pt x="8903" y="48609"/>
                          <a:pt x="5514" y="47453"/>
                          <a:pt x="2051" y="45879"/>
                        </a:cubicBezTo>
                        <a:lnTo>
                          <a:pt x="2051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6" name="Freeform: Shape 195">
                    <a:extLst>
                      <a:ext uri="{FF2B5EF4-FFF2-40B4-BE49-F238E27FC236}">
                        <a16:creationId xmlns:a16="http://schemas.microsoft.com/office/drawing/2014/main" id="{B2DC7017-D476-6AA1-0E35-D0C360BD8A28}"/>
                      </a:ext>
                    </a:extLst>
                  </p:cNvPr>
                  <p:cNvSpPr/>
                  <p:nvPr/>
                </p:nvSpPr>
                <p:spPr>
                  <a:xfrm flipV="1">
                    <a:off x="5123025" y="5228052"/>
                    <a:ext cx="63926" cy="95994"/>
                  </a:xfrm>
                  <a:custGeom>
                    <a:avLst/>
                    <a:gdLst>
                      <a:gd name="connsiteX0" fmla="*/ 30075 w 63926"/>
                      <a:gd name="connsiteY0" fmla="*/ 84069 h 95994"/>
                      <a:gd name="connsiteX1" fmla="*/ 15546 w 63926"/>
                      <a:gd name="connsiteY1" fmla="*/ 74550 h 95994"/>
                      <a:gd name="connsiteX2" fmla="*/ 10689 w 63926"/>
                      <a:gd name="connsiteY2" fmla="*/ 45956 h 95994"/>
                      <a:gd name="connsiteX3" fmla="*/ 15546 w 63926"/>
                      <a:gd name="connsiteY3" fmla="*/ 17422 h 95994"/>
                      <a:gd name="connsiteX4" fmla="*/ 30075 w 63926"/>
                      <a:gd name="connsiteY4" fmla="*/ 7904 h 95994"/>
                      <a:gd name="connsiteX5" fmla="*/ 44664 w 63926"/>
                      <a:gd name="connsiteY5" fmla="*/ 17422 h 95994"/>
                      <a:gd name="connsiteX6" fmla="*/ 49541 w 63926"/>
                      <a:gd name="connsiteY6" fmla="*/ 45956 h 95994"/>
                      <a:gd name="connsiteX7" fmla="*/ 44664 w 63926"/>
                      <a:gd name="connsiteY7" fmla="*/ 74550 h 95994"/>
                      <a:gd name="connsiteX8" fmla="*/ 30075 w 63926"/>
                      <a:gd name="connsiteY8" fmla="*/ 84069 h 95994"/>
                      <a:gd name="connsiteX9" fmla="*/ 30075 w 63926"/>
                      <a:gd name="connsiteY9" fmla="*/ 93983 h 95994"/>
                      <a:gd name="connsiteX10" fmla="*/ 53842 w 63926"/>
                      <a:gd name="connsiteY10" fmla="*/ 81669 h 95994"/>
                      <a:gd name="connsiteX11" fmla="*/ 62049 w 63926"/>
                      <a:gd name="connsiteY11" fmla="*/ 45956 h 95994"/>
                      <a:gd name="connsiteX12" fmla="*/ 53842 w 63926"/>
                      <a:gd name="connsiteY12" fmla="*/ 10283 h 95994"/>
                      <a:gd name="connsiteX13" fmla="*/ 30075 w 63926"/>
                      <a:gd name="connsiteY13" fmla="*/ -2011 h 95994"/>
                      <a:gd name="connsiteX14" fmla="*/ 6328 w 63926"/>
                      <a:gd name="connsiteY14" fmla="*/ 10283 h 95994"/>
                      <a:gd name="connsiteX15" fmla="*/ -1878 w 63926"/>
                      <a:gd name="connsiteY15" fmla="*/ 45956 h 95994"/>
                      <a:gd name="connsiteX16" fmla="*/ 6328 w 63926"/>
                      <a:gd name="connsiteY16" fmla="*/ 81669 h 95994"/>
                      <a:gd name="connsiteX17" fmla="*/ 30075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75" y="84069"/>
                        </a:moveTo>
                        <a:cubicBezTo>
                          <a:pt x="23640" y="84069"/>
                          <a:pt x="18796" y="80896"/>
                          <a:pt x="15546" y="74550"/>
                        </a:cubicBezTo>
                        <a:cubicBezTo>
                          <a:pt x="12308" y="68218"/>
                          <a:pt x="10689" y="58687"/>
                          <a:pt x="10689" y="45956"/>
                        </a:cubicBezTo>
                        <a:cubicBezTo>
                          <a:pt x="10689" y="33279"/>
                          <a:pt x="12308" y="23767"/>
                          <a:pt x="15546" y="17422"/>
                        </a:cubicBezTo>
                        <a:cubicBezTo>
                          <a:pt x="18796" y="11076"/>
                          <a:pt x="23640" y="7904"/>
                          <a:pt x="30075" y="7904"/>
                        </a:cubicBezTo>
                        <a:cubicBezTo>
                          <a:pt x="36564" y="7904"/>
                          <a:pt x="41427" y="11076"/>
                          <a:pt x="44664" y="17422"/>
                        </a:cubicBezTo>
                        <a:cubicBezTo>
                          <a:pt x="47915" y="23767"/>
                          <a:pt x="49541" y="33279"/>
                          <a:pt x="49541" y="45956"/>
                        </a:cubicBezTo>
                        <a:cubicBezTo>
                          <a:pt x="49541" y="58687"/>
                          <a:pt x="47915" y="68218"/>
                          <a:pt x="44664" y="74550"/>
                        </a:cubicBezTo>
                        <a:cubicBezTo>
                          <a:pt x="41427" y="80896"/>
                          <a:pt x="36564" y="84069"/>
                          <a:pt x="30075" y="84069"/>
                        </a:cubicBezTo>
                        <a:close/>
                        <a:moveTo>
                          <a:pt x="30075" y="93983"/>
                        </a:moveTo>
                        <a:cubicBezTo>
                          <a:pt x="40449" y="93983"/>
                          <a:pt x="48371" y="89879"/>
                          <a:pt x="53842" y="81669"/>
                        </a:cubicBezTo>
                        <a:cubicBezTo>
                          <a:pt x="59313" y="73473"/>
                          <a:pt x="62049" y="61569"/>
                          <a:pt x="62049" y="45956"/>
                        </a:cubicBezTo>
                        <a:cubicBezTo>
                          <a:pt x="62049" y="30384"/>
                          <a:pt x="59313" y="18493"/>
                          <a:pt x="53842" y="10283"/>
                        </a:cubicBezTo>
                        <a:cubicBezTo>
                          <a:pt x="48371" y="2087"/>
                          <a:pt x="40449" y="-2011"/>
                          <a:pt x="30075" y="-2011"/>
                        </a:cubicBezTo>
                        <a:cubicBezTo>
                          <a:pt x="19715" y="-2011"/>
                          <a:pt x="11799" y="2087"/>
                          <a:pt x="6328" y="10283"/>
                        </a:cubicBezTo>
                        <a:cubicBezTo>
                          <a:pt x="857" y="18493"/>
                          <a:pt x="-1878" y="30384"/>
                          <a:pt x="-1878" y="45956"/>
                        </a:cubicBezTo>
                        <a:cubicBezTo>
                          <a:pt x="-1878" y="61569"/>
                          <a:pt x="857" y="73473"/>
                          <a:pt x="6328" y="81669"/>
                        </a:cubicBezTo>
                        <a:cubicBezTo>
                          <a:pt x="11799" y="89879"/>
                          <a:pt x="19715" y="93983"/>
                          <a:pt x="30075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7" name="Freeform: Shape 196">
                    <a:extLst>
                      <a:ext uri="{FF2B5EF4-FFF2-40B4-BE49-F238E27FC236}">
                        <a16:creationId xmlns:a16="http://schemas.microsoft.com/office/drawing/2014/main" id="{510B4F86-8BA6-A850-6B13-6BFF682BEA51}"/>
                      </a:ext>
                    </a:extLst>
                  </p:cNvPr>
                  <p:cNvSpPr/>
                  <p:nvPr/>
                </p:nvSpPr>
                <p:spPr>
                  <a:xfrm flipV="1">
                    <a:off x="5203739" y="5228052"/>
                    <a:ext cx="63926" cy="95994"/>
                  </a:xfrm>
                  <a:custGeom>
                    <a:avLst/>
                    <a:gdLst>
                      <a:gd name="connsiteX0" fmla="*/ 30082 w 63926"/>
                      <a:gd name="connsiteY0" fmla="*/ 84069 h 95994"/>
                      <a:gd name="connsiteX1" fmla="*/ 15552 w 63926"/>
                      <a:gd name="connsiteY1" fmla="*/ 74550 h 95994"/>
                      <a:gd name="connsiteX2" fmla="*/ 10695 w 63926"/>
                      <a:gd name="connsiteY2" fmla="*/ 45956 h 95994"/>
                      <a:gd name="connsiteX3" fmla="*/ 15552 w 63926"/>
                      <a:gd name="connsiteY3" fmla="*/ 17422 h 95994"/>
                      <a:gd name="connsiteX4" fmla="*/ 30082 w 63926"/>
                      <a:gd name="connsiteY4" fmla="*/ 7904 h 95994"/>
                      <a:gd name="connsiteX5" fmla="*/ 44671 w 63926"/>
                      <a:gd name="connsiteY5" fmla="*/ 17422 h 95994"/>
                      <a:gd name="connsiteX6" fmla="*/ 49547 w 63926"/>
                      <a:gd name="connsiteY6" fmla="*/ 45956 h 95994"/>
                      <a:gd name="connsiteX7" fmla="*/ 44671 w 63926"/>
                      <a:gd name="connsiteY7" fmla="*/ 74550 h 95994"/>
                      <a:gd name="connsiteX8" fmla="*/ 30082 w 63926"/>
                      <a:gd name="connsiteY8" fmla="*/ 84069 h 95994"/>
                      <a:gd name="connsiteX9" fmla="*/ 30082 w 63926"/>
                      <a:gd name="connsiteY9" fmla="*/ 93983 h 95994"/>
                      <a:gd name="connsiteX10" fmla="*/ 53848 w 63926"/>
                      <a:gd name="connsiteY10" fmla="*/ 81669 h 95994"/>
                      <a:gd name="connsiteX11" fmla="*/ 62055 w 63926"/>
                      <a:gd name="connsiteY11" fmla="*/ 45956 h 95994"/>
                      <a:gd name="connsiteX12" fmla="*/ 53848 w 63926"/>
                      <a:gd name="connsiteY12" fmla="*/ 10283 h 95994"/>
                      <a:gd name="connsiteX13" fmla="*/ 30082 w 63926"/>
                      <a:gd name="connsiteY13" fmla="*/ -2011 h 95994"/>
                      <a:gd name="connsiteX14" fmla="*/ 6335 w 63926"/>
                      <a:gd name="connsiteY14" fmla="*/ 10283 h 95994"/>
                      <a:gd name="connsiteX15" fmla="*/ -1872 w 63926"/>
                      <a:gd name="connsiteY15" fmla="*/ 45956 h 95994"/>
                      <a:gd name="connsiteX16" fmla="*/ 6335 w 63926"/>
                      <a:gd name="connsiteY16" fmla="*/ 81669 h 95994"/>
                      <a:gd name="connsiteX17" fmla="*/ 30082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82" y="84069"/>
                        </a:moveTo>
                        <a:cubicBezTo>
                          <a:pt x="23646" y="84069"/>
                          <a:pt x="18803" y="80896"/>
                          <a:pt x="15552" y="74550"/>
                        </a:cubicBezTo>
                        <a:cubicBezTo>
                          <a:pt x="12314" y="68218"/>
                          <a:pt x="10695" y="58687"/>
                          <a:pt x="10695" y="45956"/>
                        </a:cubicBezTo>
                        <a:cubicBezTo>
                          <a:pt x="10695" y="33279"/>
                          <a:pt x="12314" y="23767"/>
                          <a:pt x="15552" y="17422"/>
                        </a:cubicBezTo>
                        <a:cubicBezTo>
                          <a:pt x="18803" y="11076"/>
                          <a:pt x="23646" y="7904"/>
                          <a:pt x="30082" y="7904"/>
                        </a:cubicBezTo>
                        <a:cubicBezTo>
                          <a:pt x="36570" y="7904"/>
                          <a:pt x="41433" y="11076"/>
                          <a:pt x="44671" y="17422"/>
                        </a:cubicBezTo>
                        <a:cubicBezTo>
                          <a:pt x="47922" y="23767"/>
                          <a:pt x="49547" y="33279"/>
                          <a:pt x="49547" y="45956"/>
                        </a:cubicBezTo>
                        <a:cubicBezTo>
                          <a:pt x="49547" y="58687"/>
                          <a:pt x="47922" y="68218"/>
                          <a:pt x="44671" y="74550"/>
                        </a:cubicBezTo>
                        <a:cubicBezTo>
                          <a:pt x="41433" y="80896"/>
                          <a:pt x="36570" y="84069"/>
                          <a:pt x="30082" y="84069"/>
                        </a:cubicBezTo>
                        <a:close/>
                        <a:moveTo>
                          <a:pt x="30082" y="93983"/>
                        </a:moveTo>
                        <a:cubicBezTo>
                          <a:pt x="40455" y="93983"/>
                          <a:pt x="48378" y="89879"/>
                          <a:pt x="53848" y="81669"/>
                        </a:cubicBezTo>
                        <a:cubicBezTo>
                          <a:pt x="59319" y="73473"/>
                          <a:pt x="62055" y="61569"/>
                          <a:pt x="62055" y="45956"/>
                        </a:cubicBezTo>
                        <a:cubicBezTo>
                          <a:pt x="62055" y="30384"/>
                          <a:pt x="59319" y="18493"/>
                          <a:pt x="53848" y="10283"/>
                        </a:cubicBezTo>
                        <a:cubicBezTo>
                          <a:pt x="48378" y="2087"/>
                          <a:pt x="40455" y="-2011"/>
                          <a:pt x="30082" y="-2011"/>
                        </a:cubicBezTo>
                        <a:cubicBezTo>
                          <a:pt x="19721" y="-2011"/>
                          <a:pt x="11806" y="2087"/>
                          <a:pt x="6335" y="10283"/>
                        </a:cubicBezTo>
                        <a:cubicBezTo>
                          <a:pt x="864" y="18493"/>
                          <a:pt x="-1872" y="30384"/>
                          <a:pt x="-1872" y="45956"/>
                        </a:cubicBezTo>
                        <a:cubicBezTo>
                          <a:pt x="-1872" y="61569"/>
                          <a:pt x="864" y="73473"/>
                          <a:pt x="6335" y="81669"/>
                        </a:cubicBezTo>
                        <a:cubicBezTo>
                          <a:pt x="11806" y="89879"/>
                          <a:pt x="19721" y="93983"/>
                          <a:pt x="30082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98" name="Graphic 176">
                <a:extLst>
                  <a:ext uri="{FF2B5EF4-FFF2-40B4-BE49-F238E27FC236}">
                    <a16:creationId xmlns:a16="http://schemas.microsoft.com/office/drawing/2014/main" id="{FC47B4B3-8A40-8C2A-3BA6-55251C1BA341}"/>
                  </a:ext>
                </a:extLst>
              </p:cNvPr>
              <p:cNvGrpSpPr/>
              <p:nvPr/>
            </p:nvGrpSpPr>
            <p:grpSpPr>
              <a:xfrm>
                <a:off x="5718925" y="5136981"/>
                <a:ext cx="223926" cy="187065"/>
                <a:chOff x="5718925" y="5136981"/>
                <a:chExt cx="223926" cy="187065"/>
              </a:xfrm>
              <a:solidFill>
                <a:srgbClr val="000000"/>
              </a:solidFill>
            </p:grpSpPr>
            <p:sp>
              <p:nvSpPr>
                <p:cNvPr id="199" name="Freeform: Shape 198">
                  <a:extLst>
                    <a:ext uri="{FF2B5EF4-FFF2-40B4-BE49-F238E27FC236}">
                      <a16:creationId xmlns:a16="http://schemas.microsoft.com/office/drawing/2014/main" id="{8A3DB2B4-9C05-799A-A649-E3098230E5BA}"/>
                    </a:ext>
                  </a:extLst>
                </p:cNvPr>
                <p:cNvSpPr/>
                <p:nvPr/>
              </p:nvSpPr>
              <p:spPr>
                <a:xfrm>
                  <a:off x="5830210" y="5136981"/>
                  <a:ext cx="12686" cy="44417"/>
                </a:xfrm>
                <a:custGeom>
                  <a:avLst/>
                  <a:gdLst>
                    <a:gd name="connsiteX0" fmla="*/ 210 w 12686"/>
                    <a:gd name="connsiteY0" fmla="*/ 308 h 44417"/>
                    <a:gd name="connsiteX1" fmla="*/ 210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10" y="308"/>
                      </a:moveTo>
                      <a:lnTo>
                        <a:pt x="210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00" name="Graphic 176">
                  <a:extLst>
                    <a:ext uri="{FF2B5EF4-FFF2-40B4-BE49-F238E27FC236}">
                      <a16:creationId xmlns:a16="http://schemas.microsoft.com/office/drawing/2014/main" id="{45667B59-5C6D-F991-C730-A16CC77B9AC3}"/>
                    </a:ext>
                  </a:extLst>
                </p:cNvPr>
                <p:cNvGrpSpPr/>
                <p:nvPr/>
              </p:nvGrpSpPr>
              <p:grpSpPr>
                <a:xfrm>
                  <a:off x="5718925" y="5228052"/>
                  <a:ext cx="223926" cy="95994"/>
                  <a:chOff x="5718925" y="5228052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01" name="Freeform: Shape 200">
                    <a:extLst>
                      <a:ext uri="{FF2B5EF4-FFF2-40B4-BE49-F238E27FC236}">
                        <a16:creationId xmlns:a16="http://schemas.microsoft.com/office/drawing/2014/main" id="{B0E48E91-88C0-692F-B83E-C6D6F09E4966}"/>
                      </a:ext>
                    </a:extLst>
                  </p:cNvPr>
                  <p:cNvSpPr/>
                  <p:nvPr/>
                </p:nvSpPr>
                <p:spPr>
                  <a:xfrm flipV="1">
                    <a:off x="5718925" y="5229717"/>
                    <a:ext cx="59843" cy="94328"/>
                  </a:xfrm>
                  <a:custGeom>
                    <a:avLst/>
                    <a:gdLst>
                      <a:gd name="connsiteX0" fmla="*/ 2105 w 59843"/>
                      <a:gd name="connsiteY0" fmla="*/ 92360 h 94328"/>
                      <a:gd name="connsiteX1" fmla="*/ 51224 w 59843"/>
                      <a:gd name="connsiteY1" fmla="*/ 92360 h 94328"/>
                      <a:gd name="connsiteX2" fmla="*/ 51224 w 59843"/>
                      <a:gd name="connsiteY2" fmla="*/ 81810 h 94328"/>
                      <a:gd name="connsiteX3" fmla="*/ 13562 w 59843"/>
                      <a:gd name="connsiteY3" fmla="*/ 81810 h 94328"/>
                      <a:gd name="connsiteX4" fmla="*/ 13562 w 59843"/>
                      <a:gd name="connsiteY4" fmla="*/ 59145 h 94328"/>
                      <a:gd name="connsiteX5" fmla="*/ 18993 w 59843"/>
                      <a:gd name="connsiteY5" fmla="*/ 60533 h 94328"/>
                      <a:gd name="connsiteX6" fmla="*/ 24464 w 59843"/>
                      <a:gd name="connsiteY6" fmla="*/ 60989 h 94328"/>
                      <a:gd name="connsiteX7" fmla="*/ 48984 w 59843"/>
                      <a:gd name="connsiteY7" fmla="*/ 52503 h 94328"/>
                      <a:gd name="connsiteX8" fmla="*/ 58043 w 59843"/>
                      <a:gd name="connsiteY8" fmla="*/ 29520 h 94328"/>
                      <a:gd name="connsiteX9" fmla="*/ 48746 w 59843"/>
                      <a:gd name="connsiteY9" fmla="*/ 6300 h 94328"/>
                      <a:gd name="connsiteX10" fmla="*/ 22541 w 59843"/>
                      <a:gd name="connsiteY10" fmla="*/ -1969 h 94328"/>
                      <a:gd name="connsiteX11" fmla="*/ 10668 w 59843"/>
                      <a:gd name="connsiteY11" fmla="*/ -977 h 94328"/>
                      <a:gd name="connsiteX12" fmla="*/ -1800 w 59843"/>
                      <a:gd name="connsiteY12" fmla="*/ 1997 h 94328"/>
                      <a:gd name="connsiteX13" fmla="*/ -1800 w 59843"/>
                      <a:gd name="connsiteY13" fmla="*/ 14589 h 94328"/>
                      <a:gd name="connsiteX14" fmla="*/ 9716 w 59843"/>
                      <a:gd name="connsiteY14" fmla="*/ 10068 h 94328"/>
                      <a:gd name="connsiteX15" fmla="*/ 22284 w 59843"/>
                      <a:gd name="connsiteY15" fmla="*/ 8580 h 94328"/>
                      <a:gd name="connsiteX16" fmla="*/ 39251 w 59843"/>
                      <a:gd name="connsiteY16" fmla="*/ 14212 h 94328"/>
                      <a:gd name="connsiteX17" fmla="*/ 45515 w 59843"/>
                      <a:gd name="connsiteY17" fmla="*/ 29520 h 94328"/>
                      <a:gd name="connsiteX18" fmla="*/ 39251 w 59843"/>
                      <a:gd name="connsiteY18" fmla="*/ 44809 h 94328"/>
                      <a:gd name="connsiteX19" fmla="*/ 22284 w 59843"/>
                      <a:gd name="connsiteY19" fmla="*/ 50460 h 94328"/>
                      <a:gd name="connsiteX20" fmla="*/ 12273 w 59843"/>
                      <a:gd name="connsiteY20" fmla="*/ 49350 h 94328"/>
                      <a:gd name="connsiteX21" fmla="*/ 2105 w 59843"/>
                      <a:gd name="connsiteY21" fmla="*/ 45879 h 94328"/>
                      <a:gd name="connsiteX22" fmla="*/ 2105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05" y="92360"/>
                        </a:moveTo>
                        <a:lnTo>
                          <a:pt x="51224" y="92360"/>
                        </a:lnTo>
                        <a:lnTo>
                          <a:pt x="51224" y="81810"/>
                        </a:lnTo>
                        <a:lnTo>
                          <a:pt x="13562" y="81810"/>
                        </a:lnTo>
                        <a:lnTo>
                          <a:pt x="13562" y="59145"/>
                        </a:lnTo>
                        <a:cubicBezTo>
                          <a:pt x="15372" y="59767"/>
                          <a:pt x="17183" y="60229"/>
                          <a:pt x="18993" y="60533"/>
                        </a:cubicBezTo>
                        <a:cubicBezTo>
                          <a:pt x="20817" y="60837"/>
                          <a:pt x="22640" y="60989"/>
                          <a:pt x="24464" y="60989"/>
                        </a:cubicBezTo>
                        <a:cubicBezTo>
                          <a:pt x="34785" y="60989"/>
                          <a:pt x="42958" y="58160"/>
                          <a:pt x="48984" y="52503"/>
                        </a:cubicBezTo>
                        <a:cubicBezTo>
                          <a:pt x="55023" y="46845"/>
                          <a:pt x="58043" y="39184"/>
                          <a:pt x="58043" y="29520"/>
                        </a:cubicBezTo>
                        <a:cubicBezTo>
                          <a:pt x="58043" y="19566"/>
                          <a:pt x="54944" y="11826"/>
                          <a:pt x="48746" y="6300"/>
                        </a:cubicBezTo>
                        <a:cubicBezTo>
                          <a:pt x="42549" y="787"/>
                          <a:pt x="33814" y="-1969"/>
                          <a:pt x="22541" y="-1969"/>
                        </a:cubicBezTo>
                        <a:cubicBezTo>
                          <a:pt x="18656" y="-1969"/>
                          <a:pt x="14698" y="-1638"/>
                          <a:pt x="10668" y="-977"/>
                        </a:cubicBezTo>
                        <a:cubicBezTo>
                          <a:pt x="6651" y="-316"/>
                          <a:pt x="2494" y="675"/>
                          <a:pt x="-1800" y="1997"/>
                        </a:cubicBezTo>
                        <a:lnTo>
                          <a:pt x="-1800" y="14589"/>
                        </a:lnTo>
                        <a:cubicBezTo>
                          <a:pt x="1913" y="12566"/>
                          <a:pt x="5752" y="11059"/>
                          <a:pt x="9716" y="10068"/>
                        </a:cubicBezTo>
                        <a:cubicBezTo>
                          <a:pt x="13681" y="9076"/>
                          <a:pt x="17870" y="8580"/>
                          <a:pt x="22284" y="8580"/>
                        </a:cubicBezTo>
                        <a:cubicBezTo>
                          <a:pt x="29433" y="8580"/>
                          <a:pt x="35089" y="10458"/>
                          <a:pt x="39251" y="14212"/>
                        </a:cubicBezTo>
                        <a:cubicBezTo>
                          <a:pt x="43427" y="17966"/>
                          <a:pt x="45515" y="23069"/>
                          <a:pt x="45515" y="29520"/>
                        </a:cubicBezTo>
                        <a:cubicBezTo>
                          <a:pt x="45515" y="35958"/>
                          <a:pt x="43427" y="41054"/>
                          <a:pt x="39251" y="44809"/>
                        </a:cubicBezTo>
                        <a:cubicBezTo>
                          <a:pt x="35089" y="48576"/>
                          <a:pt x="29433" y="50460"/>
                          <a:pt x="22284" y="50460"/>
                        </a:cubicBezTo>
                        <a:cubicBezTo>
                          <a:pt x="18940" y="50460"/>
                          <a:pt x="15604" y="50090"/>
                          <a:pt x="12273" y="49350"/>
                        </a:cubicBezTo>
                        <a:cubicBezTo>
                          <a:pt x="8957" y="48609"/>
                          <a:pt x="5567" y="47453"/>
                          <a:pt x="2105" y="45879"/>
                        </a:cubicBezTo>
                        <a:lnTo>
                          <a:pt x="2105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2" name="Freeform: Shape 201">
                    <a:extLst>
                      <a:ext uri="{FF2B5EF4-FFF2-40B4-BE49-F238E27FC236}">
                        <a16:creationId xmlns:a16="http://schemas.microsoft.com/office/drawing/2014/main" id="{D5512E90-4864-3F38-E6E6-B7EB2DB77B98}"/>
                      </a:ext>
                    </a:extLst>
                  </p:cNvPr>
                  <p:cNvSpPr/>
                  <p:nvPr/>
                </p:nvSpPr>
                <p:spPr>
                  <a:xfrm flipV="1">
                    <a:off x="5803782" y="5229717"/>
                    <a:ext cx="55066" cy="92524"/>
                  </a:xfrm>
                  <a:custGeom>
                    <a:avLst/>
                    <a:gdLst>
                      <a:gd name="connsiteX0" fmla="*/ -79 w 55066"/>
                      <a:gd name="connsiteY0" fmla="*/ 8515 h 92524"/>
                      <a:gd name="connsiteX1" fmla="*/ 20358 w 55066"/>
                      <a:gd name="connsiteY1" fmla="*/ 8515 h 92524"/>
                      <a:gd name="connsiteX2" fmla="*/ 20358 w 55066"/>
                      <a:gd name="connsiteY2" fmla="*/ 79108 h 92524"/>
                      <a:gd name="connsiteX3" fmla="*/ -1882 w 55066"/>
                      <a:gd name="connsiteY3" fmla="*/ 74646 h 92524"/>
                      <a:gd name="connsiteX4" fmla="*/ -1882 w 55066"/>
                      <a:gd name="connsiteY4" fmla="*/ 86048 h 92524"/>
                      <a:gd name="connsiteX5" fmla="*/ 20239 w 55066"/>
                      <a:gd name="connsiteY5" fmla="*/ 90510 h 92524"/>
                      <a:gd name="connsiteX6" fmla="*/ 32747 w 55066"/>
                      <a:gd name="connsiteY6" fmla="*/ 90510 h 92524"/>
                      <a:gd name="connsiteX7" fmla="*/ 32747 w 55066"/>
                      <a:gd name="connsiteY7" fmla="*/ 8515 h 92524"/>
                      <a:gd name="connsiteX8" fmla="*/ 53184 w 55066"/>
                      <a:gd name="connsiteY8" fmla="*/ 8515 h 92524"/>
                      <a:gd name="connsiteX9" fmla="*/ 53184 w 55066"/>
                      <a:gd name="connsiteY9" fmla="*/ -2014 h 92524"/>
                      <a:gd name="connsiteX10" fmla="*/ -79 w 55066"/>
                      <a:gd name="connsiteY10" fmla="*/ -2014 h 92524"/>
                      <a:gd name="connsiteX11" fmla="*/ -79 w 55066"/>
                      <a:gd name="connsiteY11" fmla="*/ 851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79" y="8515"/>
                        </a:moveTo>
                        <a:lnTo>
                          <a:pt x="20358" y="8515"/>
                        </a:lnTo>
                        <a:lnTo>
                          <a:pt x="20358" y="79108"/>
                        </a:lnTo>
                        <a:lnTo>
                          <a:pt x="-1882" y="74646"/>
                        </a:lnTo>
                        <a:lnTo>
                          <a:pt x="-1882" y="86048"/>
                        </a:lnTo>
                        <a:lnTo>
                          <a:pt x="20239" y="90510"/>
                        </a:lnTo>
                        <a:lnTo>
                          <a:pt x="32747" y="90510"/>
                        </a:lnTo>
                        <a:lnTo>
                          <a:pt x="32747" y="8515"/>
                        </a:lnTo>
                        <a:lnTo>
                          <a:pt x="53184" y="8515"/>
                        </a:lnTo>
                        <a:lnTo>
                          <a:pt x="53184" y="-2014"/>
                        </a:lnTo>
                        <a:lnTo>
                          <a:pt x="-79" y="-2014"/>
                        </a:lnTo>
                        <a:lnTo>
                          <a:pt x="-79" y="85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3" name="Freeform: Shape 202">
                    <a:extLst>
                      <a:ext uri="{FF2B5EF4-FFF2-40B4-BE49-F238E27FC236}">
                        <a16:creationId xmlns:a16="http://schemas.microsoft.com/office/drawing/2014/main" id="{E0BBCFFC-24FD-4AEA-F472-FD0C474AC0BF}"/>
                      </a:ext>
                    </a:extLst>
                  </p:cNvPr>
                  <p:cNvSpPr/>
                  <p:nvPr/>
                </p:nvSpPr>
                <p:spPr>
                  <a:xfrm flipV="1">
                    <a:off x="5878925" y="5228052"/>
                    <a:ext cx="63926" cy="95994"/>
                  </a:xfrm>
                  <a:custGeom>
                    <a:avLst/>
                    <a:gdLst>
                      <a:gd name="connsiteX0" fmla="*/ 30135 w 63926"/>
                      <a:gd name="connsiteY0" fmla="*/ 84069 h 95994"/>
                      <a:gd name="connsiteX1" fmla="*/ 15605 w 63926"/>
                      <a:gd name="connsiteY1" fmla="*/ 74550 h 95994"/>
                      <a:gd name="connsiteX2" fmla="*/ 10749 w 63926"/>
                      <a:gd name="connsiteY2" fmla="*/ 45956 h 95994"/>
                      <a:gd name="connsiteX3" fmla="*/ 15605 w 63926"/>
                      <a:gd name="connsiteY3" fmla="*/ 17422 h 95994"/>
                      <a:gd name="connsiteX4" fmla="*/ 30135 w 63926"/>
                      <a:gd name="connsiteY4" fmla="*/ 7904 h 95994"/>
                      <a:gd name="connsiteX5" fmla="*/ 44724 w 63926"/>
                      <a:gd name="connsiteY5" fmla="*/ 17422 h 95994"/>
                      <a:gd name="connsiteX6" fmla="*/ 49600 w 63926"/>
                      <a:gd name="connsiteY6" fmla="*/ 45956 h 95994"/>
                      <a:gd name="connsiteX7" fmla="*/ 44724 w 63926"/>
                      <a:gd name="connsiteY7" fmla="*/ 74550 h 95994"/>
                      <a:gd name="connsiteX8" fmla="*/ 30135 w 63926"/>
                      <a:gd name="connsiteY8" fmla="*/ 84069 h 95994"/>
                      <a:gd name="connsiteX9" fmla="*/ 30135 w 63926"/>
                      <a:gd name="connsiteY9" fmla="*/ 93983 h 95994"/>
                      <a:gd name="connsiteX10" fmla="*/ 53902 w 63926"/>
                      <a:gd name="connsiteY10" fmla="*/ 81669 h 95994"/>
                      <a:gd name="connsiteX11" fmla="*/ 62108 w 63926"/>
                      <a:gd name="connsiteY11" fmla="*/ 45956 h 95994"/>
                      <a:gd name="connsiteX12" fmla="*/ 53902 w 63926"/>
                      <a:gd name="connsiteY12" fmla="*/ 10283 h 95994"/>
                      <a:gd name="connsiteX13" fmla="*/ 30135 w 63926"/>
                      <a:gd name="connsiteY13" fmla="*/ -2011 h 95994"/>
                      <a:gd name="connsiteX14" fmla="*/ 6388 w 63926"/>
                      <a:gd name="connsiteY14" fmla="*/ 10283 h 95994"/>
                      <a:gd name="connsiteX15" fmla="*/ -1819 w 63926"/>
                      <a:gd name="connsiteY15" fmla="*/ 45956 h 95994"/>
                      <a:gd name="connsiteX16" fmla="*/ 6388 w 63926"/>
                      <a:gd name="connsiteY16" fmla="*/ 81669 h 95994"/>
                      <a:gd name="connsiteX17" fmla="*/ 30135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35" y="84069"/>
                        </a:moveTo>
                        <a:cubicBezTo>
                          <a:pt x="23699" y="84069"/>
                          <a:pt x="18856" y="80896"/>
                          <a:pt x="15605" y="74550"/>
                        </a:cubicBezTo>
                        <a:cubicBezTo>
                          <a:pt x="12368" y="68218"/>
                          <a:pt x="10749" y="58687"/>
                          <a:pt x="10749" y="45956"/>
                        </a:cubicBezTo>
                        <a:cubicBezTo>
                          <a:pt x="10749" y="33279"/>
                          <a:pt x="12368" y="23767"/>
                          <a:pt x="15605" y="17422"/>
                        </a:cubicBezTo>
                        <a:cubicBezTo>
                          <a:pt x="18856" y="11076"/>
                          <a:pt x="23699" y="7904"/>
                          <a:pt x="30135" y="7904"/>
                        </a:cubicBezTo>
                        <a:cubicBezTo>
                          <a:pt x="36623" y="7904"/>
                          <a:pt x="41486" y="11076"/>
                          <a:pt x="44724" y="17422"/>
                        </a:cubicBezTo>
                        <a:cubicBezTo>
                          <a:pt x="47975" y="23767"/>
                          <a:pt x="49600" y="33279"/>
                          <a:pt x="49600" y="45956"/>
                        </a:cubicBezTo>
                        <a:cubicBezTo>
                          <a:pt x="49600" y="58687"/>
                          <a:pt x="47975" y="68218"/>
                          <a:pt x="44724" y="74550"/>
                        </a:cubicBezTo>
                        <a:cubicBezTo>
                          <a:pt x="41486" y="80896"/>
                          <a:pt x="36623" y="84069"/>
                          <a:pt x="30135" y="84069"/>
                        </a:cubicBezTo>
                        <a:close/>
                        <a:moveTo>
                          <a:pt x="30135" y="93983"/>
                        </a:moveTo>
                        <a:cubicBezTo>
                          <a:pt x="40508" y="93983"/>
                          <a:pt x="48431" y="89879"/>
                          <a:pt x="53902" y="81669"/>
                        </a:cubicBezTo>
                        <a:cubicBezTo>
                          <a:pt x="59373" y="73473"/>
                          <a:pt x="62108" y="61569"/>
                          <a:pt x="62108" y="45956"/>
                        </a:cubicBezTo>
                        <a:cubicBezTo>
                          <a:pt x="62108" y="30384"/>
                          <a:pt x="59373" y="18493"/>
                          <a:pt x="53902" y="10283"/>
                        </a:cubicBezTo>
                        <a:cubicBezTo>
                          <a:pt x="48431" y="2087"/>
                          <a:pt x="40508" y="-2011"/>
                          <a:pt x="30135" y="-2011"/>
                        </a:cubicBezTo>
                        <a:cubicBezTo>
                          <a:pt x="19774" y="-2011"/>
                          <a:pt x="11859" y="2087"/>
                          <a:pt x="6388" y="10283"/>
                        </a:cubicBezTo>
                        <a:cubicBezTo>
                          <a:pt x="917" y="18493"/>
                          <a:pt x="-1819" y="30384"/>
                          <a:pt x="-1819" y="45956"/>
                        </a:cubicBezTo>
                        <a:cubicBezTo>
                          <a:pt x="-1819" y="61569"/>
                          <a:pt x="917" y="73473"/>
                          <a:pt x="6388" y="81669"/>
                        </a:cubicBezTo>
                        <a:cubicBezTo>
                          <a:pt x="11859" y="89879"/>
                          <a:pt x="19774" y="93983"/>
                          <a:pt x="30135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04" name="Graphic 176">
                <a:extLst>
                  <a:ext uri="{FF2B5EF4-FFF2-40B4-BE49-F238E27FC236}">
                    <a16:creationId xmlns:a16="http://schemas.microsoft.com/office/drawing/2014/main" id="{37CE7A6D-E1AD-46F6-E0D5-8F33CEE085AA}"/>
                  </a:ext>
                </a:extLst>
              </p:cNvPr>
              <p:cNvGrpSpPr/>
              <p:nvPr/>
            </p:nvGrpSpPr>
            <p:grpSpPr>
              <a:xfrm>
                <a:off x="6394112" y="5136981"/>
                <a:ext cx="223926" cy="187065"/>
                <a:chOff x="6394112" y="5136981"/>
                <a:chExt cx="223926" cy="187065"/>
              </a:xfrm>
              <a:solidFill>
                <a:srgbClr val="000000"/>
              </a:solidFill>
            </p:grpSpPr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EACA6546-C141-3AFB-DB65-348C55C3E237}"/>
                    </a:ext>
                  </a:extLst>
                </p:cNvPr>
                <p:cNvSpPr/>
                <p:nvPr/>
              </p:nvSpPr>
              <p:spPr>
                <a:xfrm>
                  <a:off x="6505397" y="5136981"/>
                  <a:ext cx="12686" cy="44417"/>
                </a:xfrm>
                <a:custGeom>
                  <a:avLst/>
                  <a:gdLst>
                    <a:gd name="connsiteX0" fmla="*/ 263 w 12686"/>
                    <a:gd name="connsiteY0" fmla="*/ 308 h 44417"/>
                    <a:gd name="connsiteX1" fmla="*/ 263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63" y="308"/>
                      </a:moveTo>
                      <a:lnTo>
                        <a:pt x="263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06" name="Graphic 176">
                  <a:extLst>
                    <a:ext uri="{FF2B5EF4-FFF2-40B4-BE49-F238E27FC236}">
                      <a16:creationId xmlns:a16="http://schemas.microsoft.com/office/drawing/2014/main" id="{E66A9421-84D7-39FC-5B2E-4DEE87C00158}"/>
                    </a:ext>
                  </a:extLst>
                </p:cNvPr>
                <p:cNvGrpSpPr/>
                <p:nvPr/>
              </p:nvGrpSpPr>
              <p:grpSpPr>
                <a:xfrm>
                  <a:off x="6394112" y="5228052"/>
                  <a:ext cx="223926" cy="95994"/>
                  <a:chOff x="6394112" y="5228052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07" name="Freeform: Shape 206">
                    <a:extLst>
                      <a:ext uri="{FF2B5EF4-FFF2-40B4-BE49-F238E27FC236}">
                        <a16:creationId xmlns:a16="http://schemas.microsoft.com/office/drawing/2014/main" id="{330E95B9-5BFC-685B-596C-FDBA544E581F}"/>
                      </a:ext>
                    </a:extLst>
                  </p:cNvPr>
                  <p:cNvSpPr/>
                  <p:nvPr/>
                </p:nvSpPr>
                <p:spPr>
                  <a:xfrm flipV="1">
                    <a:off x="6394112" y="5229717"/>
                    <a:ext cx="59843" cy="94328"/>
                  </a:xfrm>
                  <a:custGeom>
                    <a:avLst/>
                    <a:gdLst>
                      <a:gd name="connsiteX0" fmla="*/ 2158 w 59843"/>
                      <a:gd name="connsiteY0" fmla="*/ 92360 h 94328"/>
                      <a:gd name="connsiteX1" fmla="*/ 51277 w 59843"/>
                      <a:gd name="connsiteY1" fmla="*/ 92360 h 94328"/>
                      <a:gd name="connsiteX2" fmla="*/ 51277 w 59843"/>
                      <a:gd name="connsiteY2" fmla="*/ 81810 h 94328"/>
                      <a:gd name="connsiteX3" fmla="*/ 13615 w 59843"/>
                      <a:gd name="connsiteY3" fmla="*/ 81810 h 94328"/>
                      <a:gd name="connsiteX4" fmla="*/ 13615 w 59843"/>
                      <a:gd name="connsiteY4" fmla="*/ 59145 h 94328"/>
                      <a:gd name="connsiteX5" fmla="*/ 19046 w 59843"/>
                      <a:gd name="connsiteY5" fmla="*/ 60533 h 94328"/>
                      <a:gd name="connsiteX6" fmla="*/ 24517 w 59843"/>
                      <a:gd name="connsiteY6" fmla="*/ 60989 h 94328"/>
                      <a:gd name="connsiteX7" fmla="*/ 49037 w 59843"/>
                      <a:gd name="connsiteY7" fmla="*/ 52503 h 94328"/>
                      <a:gd name="connsiteX8" fmla="*/ 58096 w 59843"/>
                      <a:gd name="connsiteY8" fmla="*/ 29520 h 94328"/>
                      <a:gd name="connsiteX9" fmla="*/ 48800 w 59843"/>
                      <a:gd name="connsiteY9" fmla="*/ 6300 h 94328"/>
                      <a:gd name="connsiteX10" fmla="*/ 22595 w 59843"/>
                      <a:gd name="connsiteY10" fmla="*/ -1969 h 94328"/>
                      <a:gd name="connsiteX11" fmla="*/ 10721 w 59843"/>
                      <a:gd name="connsiteY11" fmla="*/ -977 h 94328"/>
                      <a:gd name="connsiteX12" fmla="*/ -1747 w 59843"/>
                      <a:gd name="connsiteY12" fmla="*/ 1997 h 94328"/>
                      <a:gd name="connsiteX13" fmla="*/ -1747 w 59843"/>
                      <a:gd name="connsiteY13" fmla="*/ 14589 h 94328"/>
                      <a:gd name="connsiteX14" fmla="*/ 9770 w 59843"/>
                      <a:gd name="connsiteY14" fmla="*/ 10068 h 94328"/>
                      <a:gd name="connsiteX15" fmla="*/ 22337 w 59843"/>
                      <a:gd name="connsiteY15" fmla="*/ 8580 h 94328"/>
                      <a:gd name="connsiteX16" fmla="*/ 39305 w 59843"/>
                      <a:gd name="connsiteY16" fmla="*/ 14212 h 94328"/>
                      <a:gd name="connsiteX17" fmla="*/ 45569 w 59843"/>
                      <a:gd name="connsiteY17" fmla="*/ 29520 h 94328"/>
                      <a:gd name="connsiteX18" fmla="*/ 39305 w 59843"/>
                      <a:gd name="connsiteY18" fmla="*/ 44809 h 94328"/>
                      <a:gd name="connsiteX19" fmla="*/ 22337 w 59843"/>
                      <a:gd name="connsiteY19" fmla="*/ 50460 h 94328"/>
                      <a:gd name="connsiteX20" fmla="*/ 12327 w 59843"/>
                      <a:gd name="connsiteY20" fmla="*/ 49350 h 94328"/>
                      <a:gd name="connsiteX21" fmla="*/ 2158 w 59843"/>
                      <a:gd name="connsiteY21" fmla="*/ 45879 h 94328"/>
                      <a:gd name="connsiteX22" fmla="*/ 2158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58" y="92360"/>
                        </a:moveTo>
                        <a:lnTo>
                          <a:pt x="51277" y="92360"/>
                        </a:lnTo>
                        <a:lnTo>
                          <a:pt x="51277" y="81810"/>
                        </a:lnTo>
                        <a:lnTo>
                          <a:pt x="13615" y="81810"/>
                        </a:lnTo>
                        <a:lnTo>
                          <a:pt x="13615" y="59145"/>
                        </a:lnTo>
                        <a:cubicBezTo>
                          <a:pt x="15425" y="59767"/>
                          <a:pt x="17236" y="60229"/>
                          <a:pt x="19046" y="60533"/>
                        </a:cubicBezTo>
                        <a:cubicBezTo>
                          <a:pt x="20870" y="60837"/>
                          <a:pt x="22694" y="60989"/>
                          <a:pt x="24517" y="60989"/>
                        </a:cubicBezTo>
                        <a:cubicBezTo>
                          <a:pt x="34838" y="60989"/>
                          <a:pt x="43011" y="58160"/>
                          <a:pt x="49037" y="52503"/>
                        </a:cubicBezTo>
                        <a:cubicBezTo>
                          <a:pt x="55077" y="46845"/>
                          <a:pt x="58096" y="39184"/>
                          <a:pt x="58096" y="29520"/>
                        </a:cubicBezTo>
                        <a:cubicBezTo>
                          <a:pt x="58096" y="19566"/>
                          <a:pt x="54997" y="11826"/>
                          <a:pt x="48800" y="6300"/>
                        </a:cubicBezTo>
                        <a:cubicBezTo>
                          <a:pt x="42602" y="787"/>
                          <a:pt x="33867" y="-1969"/>
                          <a:pt x="22595" y="-1969"/>
                        </a:cubicBezTo>
                        <a:cubicBezTo>
                          <a:pt x="18709" y="-1969"/>
                          <a:pt x="14751" y="-1638"/>
                          <a:pt x="10721" y="-977"/>
                        </a:cubicBezTo>
                        <a:cubicBezTo>
                          <a:pt x="6704" y="-316"/>
                          <a:pt x="2548" y="675"/>
                          <a:pt x="-1747" y="1997"/>
                        </a:cubicBezTo>
                        <a:lnTo>
                          <a:pt x="-1747" y="14589"/>
                        </a:lnTo>
                        <a:cubicBezTo>
                          <a:pt x="1966" y="12566"/>
                          <a:pt x="5805" y="11059"/>
                          <a:pt x="9770" y="10068"/>
                        </a:cubicBezTo>
                        <a:cubicBezTo>
                          <a:pt x="13734" y="9076"/>
                          <a:pt x="17923" y="8580"/>
                          <a:pt x="22337" y="8580"/>
                        </a:cubicBezTo>
                        <a:cubicBezTo>
                          <a:pt x="29486" y="8580"/>
                          <a:pt x="35142" y="10458"/>
                          <a:pt x="39305" y="14212"/>
                        </a:cubicBezTo>
                        <a:cubicBezTo>
                          <a:pt x="43481" y="17966"/>
                          <a:pt x="45569" y="23069"/>
                          <a:pt x="45569" y="29520"/>
                        </a:cubicBezTo>
                        <a:cubicBezTo>
                          <a:pt x="45569" y="35958"/>
                          <a:pt x="43481" y="41054"/>
                          <a:pt x="39305" y="44809"/>
                        </a:cubicBezTo>
                        <a:cubicBezTo>
                          <a:pt x="35142" y="48576"/>
                          <a:pt x="29486" y="50460"/>
                          <a:pt x="22337" y="50460"/>
                        </a:cubicBezTo>
                        <a:cubicBezTo>
                          <a:pt x="18993" y="50460"/>
                          <a:pt x="15657" y="50090"/>
                          <a:pt x="12327" y="49350"/>
                        </a:cubicBezTo>
                        <a:cubicBezTo>
                          <a:pt x="9010" y="48609"/>
                          <a:pt x="5620" y="47453"/>
                          <a:pt x="2158" y="45879"/>
                        </a:cubicBezTo>
                        <a:lnTo>
                          <a:pt x="2158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8" name="Freeform: Shape 207">
                    <a:extLst>
                      <a:ext uri="{FF2B5EF4-FFF2-40B4-BE49-F238E27FC236}">
                        <a16:creationId xmlns:a16="http://schemas.microsoft.com/office/drawing/2014/main" id="{32B163EC-F61E-85C9-80B6-4D91286B9472}"/>
                      </a:ext>
                    </a:extLst>
                  </p:cNvPr>
                  <p:cNvSpPr/>
                  <p:nvPr/>
                </p:nvSpPr>
                <p:spPr>
                  <a:xfrm flipV="1">
                    <a:off x="6474330" y="5228052"/>
                    <a:ext cx="58713" cy="94189"/>
                  </a:xfrm>
                  <a:custGeom>
                    <a:avLst/>
                    <a:gdLst>
                      <a:gd name="connsiteX0" fmla="*/ 13358 w 58713"/>
                      <a:gd name="connsiteY0" fmla="*/ 8473 h 94189"/>
                      <a:gd name="connsiteX1" fmla="*/ 57026 w 58713"/>
                      <a:gd name="connsiteY1" fmla="*/ 8473 h 94189"/>
                      <a:gd name="connsiteX2" fmla="*/ 57026 w 58713"/>
                      <a:gd name="connsiteY2" fmla="*/ -2057 h 94189"/>
                      <a:gd name="connsiteX3" fmla="*/ -1687 w 58713"/>
                      <a:gd name="connsiteY3" fmla="*/ -2057 h 94189"/>
                      <a:gd name="connsiteX4" fmla="*/ -1687 w 58713"/>
                      <a:gd name="connsiteY4" fmla="*/ 8473 h 94189"/>
                      <a:gd name="connsiteX5" fmla="*/ 17719 w 58713"/>
                      <a:gd name="connsiteY5" fmla="*/ 28263 h 94189"/>
                      <a:gd name="connsiteX6" fmla="*/ 33180 w 58713"/>
                      <a:gd name="connsiteY6" fmla="*/ 44305 h 94189"/>
                      <a:gd name="connsiteX7" fmla="*/ 41565 w 58713"/>
                      <a:gd name="connsiteY7" fmla="*/ 55726 h 94189"/>
                      <a:gd name="connsiteX8" fmla="*/ 43963 w 58713"/>
                      <a:gd name="connsiteY8" fmla="*/ 64927 h 94189"/>
                      <a:gd name="connsiteX9" fmla="*/ 38790 w 58713"/>
                      <a:gd name="connsiteY9" fmla="*/ 76944 h 94189"/>
                      <a:gd name="connsiteX10" fmla="*/ 25311 w 58713"/>
                      <a:gd name="connsiteY10" fmla="*/ 81604 h 94189"/>
                      <a:gd name="connsiteX11" fmla="*/ 12882 w 58713"/>
                      <a:gd name="connsiteY11" fmla="*/ 79561 h 94189"/>
                      <a:gd name="connsiteX12" fmla="*/ -1073 w 58713"/>
                      <a:gd name="connsiteY12" fmla="*/ 73355 h 94189"/>
                      <a:gd name="connsiteX13" fmla="*/ -1073 w 58713"/>
                      <a:gd name="connsiteY13" fmla="*/ 86006 h 94189"/>
                      <a:gd name="connsiteX14" fmla="*/ 13041 w 58713"/>
                      <a:gd name="connsiteY14" fmla="*/ 90586 h 94189"/>
                      <a:gd name="connsiteX15" fmla="*/ 25073 w 58713"/>
                      <a:gd name="connsiteY15" fmla="*/ 92133 h 94189"/>
                      <a:gd name="connsiteX16" fmla="*/ 47987 w 58713"/>
                      <a:gd name="connsiteY16" fmla="*/ 84935 h 94189"/>
                      <a:gd name="connsiteX17" fmla="*/ 56531 w 58713"/>
                      <a:gd name="connsiteY17" fmla="*/ 65740 h 94189"/>
                      <a:gd name="connsiteX18" fmla="*/ 54390 w 58713"/>
                      <a:gd name="connsiteY18" fmla="*/ 54913 h 94189"/>
                      <a:gd name="connsiteX19" fmla="*/ 46619 w 58713"/>
                      <a:gd name="connsiteY19" fmla="*/ 42877 h 94189"/>
                      <a:gd name="connsiteX20" fmla="*/ 36768 w 58713"/>
                      <a:gd name="connsiteY20" fmla="*/ 32486 h 94189"/>
                      <a:gd name="connsiteX21" fmla="*/ 13358 w 58713"/>
                      <a:gd name="connsiteY21" fmla="*/ 8473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358" y="8473"/>
                        </a:moveTo>
                        <a:lnTo>
                          <a:pt x="57026" y="8473"/>
                        </a:lnTo>
                        <a:lnTo>
                          <a:pt x="57026" y="-2057"/>
                        </a:lnTo>
                        <a:lnTo>
                          <a:pt x="-1687" y="-2057"/>
                        </a:lnTo>
                        <a:lnTo>
                          <a:pt x="-1687" y="8473"/>
                        </a:lnTo>
                        <a:cubicBezTo>
                          <a:pt x="3057" y="13391"/>
                          <a:pt x="9525" y="19987"/>
                          <a:pt x="17719" y="28263"/>
                        </a:cubicBezTo>
                        <a:cubicBezTo>
                          <a:pt x="25925" y="36551"/>
                          <a:pt x="31079" y="41899"/>
                          <a:pt x="33180" y="44305"/>
                        </a:cubicBezTo>
                        <a:cubicBezTo>
                          <a:pt x="37184" y="48799"/>
                          <a:pt x="39979" y="52607"/>
                          <a:pt x="41565" y="55726"/>
                        </a:cubicBezTo>
                        <a:cubicBezTo>
                          <a:pt x="43164" y="58846"/>
                          <a:pt x="43963" y="61913"/>
                          <a:pt x="43963" y="64927"/>
                        </a:cubicBezTo>
                        <a:cubicBezTo>
                          <a:pt x="43963" y="69845"/>
                          <a:pt x="42239" y="73850"/>
                          <a:pt x="38790" y="76944"/>
                        </a:cubicBezTo>
                        <a:cubicBezTo>
                          <a:pt x="35341" y="80051"/>
                          <a:pt x="30847" y="81604"/>
                          <a:pt x="25311" y="81604"/>
                        </a:cubicBezTo>
                        <a:cubicBezTo>
                          <a:pt x="21386" y="81604"/>
                          <a:pt x="17243" y="80923"/>
                          <a:pt x="12882" y="79561"/>
                        </a:cubicBezTo>
                        <a:cubicBezTo>
                          <a:pt x="8534" y="78200"/>
                          <a:pt x="3883" y="76131"/>
                          <a:pt x="-1073" y="73355"/>
                        </a:cubicBezTo>
                        <a:lnTo>
                          <a:pt x="-1073" y="86006"/>
                        </a:lnTo>
                        <a:cubicBezTo>
                          <a:pt x="3962" y="88028"/>
                          <a:pt x="8666" y="89555"/>
                          <a:pt x="13041" y="90586"/>
                        </a:cubicBezTo>
                        <a:cubicBezTo>
                          <a:pt x="17428" y="91618"/>
                          <a:pt x="21439" y="92133"/>
                          <a:pt x="25073" y="92133"/>
                        </a:cubicBezTo>
                        <a:cubicBezTo>
                          <a:pt x="34653" y="92133"/>
                          <a:pt x="42292" y="89734"/>
                          <a:pt x="47987" y="84935"/>
                        </a:cubicBezTo>
                        <a:cubicBezTo>
                          <a:pt x="53683" y="80150"/>
                          <a:pt x="56531" y="73751"/>
                          <a:pt x="56531" y="65740"/>
                        </a:cubicBezTo>
                        <a:cubicBezTo>
                          <a:pt x="56531" y="61933"/>
                          <a:pt x="55817" y="58324"/>
                          <a:pt x="54390" y="54913"/>
                        </a:cubicBezTo>
                        <a:cubicBezTo>
                          <a:pt x="52976" y="51516"/>
                          <a:pt x="50386" y="47504"/>
                          <a:pt x="46619" y="42877"/>
                        </a:cubicBezTo>
                        <a:cubicBezTo>
                          <a:pt x="45589" y="41674"/>
                          <a:pt x="42305" y="38210"/>
                          <a:pt x="36768" y="32486"/>
                        </a:cubicBezTo>
                        <a:cubicBezTo>
                          <a:pt x="31244" y="26762"/>
                          <a:pt x="23441" y="18758"/>
                          <a:pt x="13358" y="84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9" name="Freeform: Shape 208">
                    <a:extLst>
                      <a:ext uri="{FF2B5EF4-FFF2-40B4-BE49-F238E27FC236}">
                        <a16:creationId xmlns:a16="http://schemas.microsoft.com/office/drawing/2014/main" id="{14834F0E-46C9-E010-37C2-4C1F1C1524C5}"/>
                      </a:ext>
                    </a:extLst>
                  </p:cNvPr>
                  <p:cNvSpPr/>
                  <p:nvPr/>
                </p:nvSpPr>
                <p:spPr>
                  <a:xfrm flipV="1">
                    <a:off x="6554111" y="5228052"/>
                    <a:ext cx="63926" cy="95994"/>
                  </a:xfrm>
                  <a:custGeom>
                    <a:avLst/>
                    <a:gdLst>
                      <a:gd name="connsiteX0" fmla="*/ 30188 w 63926"/>
                      <a:gd name="connsiteY0" fmla="*/ 84069 h 95994"/>
                      <a:gd name="connsiteX1" fmla="*/ 15658 w 63926"/>
                      <a:gd name="connsiteY1" fmla="*/ 74550 h 95994"/>
                      <a:gd name="connsiteX2" fmla="*/ 10802 w 63926"/>
                      <a:gd name="connsiteY2" fmla="*/ 45956 h 95994"/>
                      <a:gd name="connsiteX3" fmla="*/ 15658 w 63926"/>
                      <a:gd name="connsiteY3" fmla="*/ 17422 h 95994"/>
                      <a:gd name="connsiteX4" fmla="*/ 30188 w 63926"/>
                      <a:gd name="connsiteY4" fmla="*/ 7904 h 95994"/>
                      <a:gd name="connsiteX5" fmla="*/ 44777 w 63926"/>
                      <a:gd name="connsiteY5" fmla="*/ 17422 h 95994"/>
                      <a:gd name="connsiteX6" fmla="*/ 49653 w 63926"/>
                      <a:gd name="connsiteY6" fmla="*/ 45956 h 95994"/>
                      <a:gd name="connsiteX7" fmla="*/ 44777 w 63926"/>
                      <a:gd name="connsiteY7" fmla="*/ 74550 h 95994"/>
                      <a:gd name="connsiteX8" fmla="*/ 30188 w 63926"/>
                      <a:gd name="connsiteY8" fmla="*/ 84069 h 95994"/>
                      <a:gd name="connsiteX9" fmla="*/ 30188 w 63926"/>
                      <a:gd name="connsiteY9" fmla="*/ 93983 h 95994"/>
                      <a:gd name="connsiteX10" fmla="*/ 53955 w 63926"/>
                      <a:gd name="connsiteY10" fmla="*/ 81669 h 95994"/>
                      <a:gd name="connsiteX11" fmla="*/ 62161 w 63926"/>
                      <a:gd name="connsiteY11" fmla="*/ 45956 h 95994"/>
                      <a:gd name="connsiteX12" fmla="*/ 53955 w 63926"/>
                      <a:gd name="connsiteY12" fmla="*/ 10283 h 95994"/>
                      <a:gd name="connsiteX13" fmla="*/ 30188 w 63926"/>
                      <a:gd name="connsiteY13" fmla="*/ -2011 h 95994"/>
                      <a:gd name="connsiteX14" fmla="*/ 6441 w 63926"/>
                      <a:gd name="connsiteY14" fmla="*/ 10283 h 95994"/>
                      <a:gd name="connsiteX15" fmla="*/ -1765 w 63926"/>
                      <a:gd name="connsiteY15" fmla="*/ 45956 h 95994"/>
                      <a:gd name="connsiteX16" fmla="*/ 6441 w 63926"/>
                      <a:gd name="connsiteY16" fmla="*/ 81669 h 95994"/>
                      <a:gd name="connsiteX17" fmla="*/ 30188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88" y="84069"/>
                        </a:moveTo>
                        <a:cubicBezTo>
                          <a:pt x="23752" y="84069"/>
                          <a:pt x="18909" y="80896"/>
                          <a:pt x="15658" y="74550"/>
                        </a:cubicBezTo>
                        <a:cubicBezTo>
                          <a:pt x="12421" y="68218"/>
                          <a:pt x="10802" y="58687"/>
                          <a:pt x="10802" y="45956"/>
                        </a:cubicBezTo>
                        <a:cubicBezTo>
                          <a:pt x="10802" y="33279"/>
                          <a:pt x="12421" y="23767"/>
                          <a:pt x="15658" y="17422"/>
                        </a:cubicBezTo>
                        <a:cubicBezTo>
                          <a:pt x="18909" y="11076"/>
                          <a:pt x="23752" y="7904"/>
                          <a:pt x="30188" y="7904"/>
                        </a:cubicBezTo>
                        <a:cubicBezTo>
                          <a:pt x="36676" y="7904"/>
                          <a:pt x="41540" y="11076"/>
                          <a:pt x="44777" y="17422"/>
                        </a:cubicBezTo>
                        <a:cubicBezTo>
                          <a:pt x="48028" y="23767"/>
                          <a:pt x="49653" y="33279"/>
                          <a:pt x="49653" y="45956"/>
                        </a:cubicBezTo>
                        <a:cubicBezTo>
                          <a:pt x="49653" y="58687"/>
                          <a:pt x="48028" y="68218"/>
                          <a:pt x="44777" y="74550"/>
                        </a:cubicBezTo>
                        <a:cubicBezTo>
                          <a:pt x="41540" y="80896"/>
                          <a:pt x="36676" y="84069"/>
                          <a:pt x="30188" y="84069"/>
                        </a:cubicBezTo>
                        <a:close/>
                        <a:moveTo>
                          <a:pt x="30188" y="93983"/>
                        </a:moveTo>
                        <a:cubicBezTo>
                          <a:pt x="40562" y="93983"/>
                          <a:pt x="48484" y="89879"/>
                          <a:pt x="53955" y="81669"/>
                        </a:cubicBezTo>
                        <a:cubicBezTo>
                          <a:pt x="59426" y="73473"/>
                          <a:pt x="62161" y="61569"/>
                          <a:pt x="62161" y="45956"/>
                        </a:cubicBezTo>
                        <a:cubicBezTo>
                          <a:pt x="62161" y="30384"/>
                          <a:pt x="59426" y="18493"/>
                          <a:pt x="53955" y="10283"/>
                        </a:cubicBezTo>
                        <a:cubicBezTo>
                          <a:pt x="48484" y="2087"/>
                          <a:pt x="40562" y="-2011"/>
                          <a:pt x="30188" y="-2011"/>
                        </a:cubicBezTo>
                        <a:cubicBezTo>
                          <a:pt x="19828" y="-2011"/>
                          <a:pt x="11912" y="2087"/>
                          <a:pt x="6441" y="10283"/>
                        </a:cubicBezTo>
                        <a:cubicBezTo>
                          <a:pt x="970" y="18493"/>
                          <a:pt x="-1765" y="30384"/>
                          <a:pt x="-1765" y="45956"/>
                        </a:cubicBezTo>
                        <a:cubicBezTo>
                          <a:pt x="-1765" y="61569"/>
                          <a:pt x="970" y="73473"/>
                          <a:pt x="6441" y="81669"/>
                        </a:cubicBezTo>
                        <a:cubicBezTo>
                          <a:pt x="11912" y="89879"/>
                          <a:pt x="19828" y="93983"/>
                          <a:pt x="30188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10" name="Graphic 176">
                <a:extLst>
                  <a:ext uri="{FF2B5EF4-FFF2-40B4-BE49-F238E27FC236}">
                    <a16:creationId xmlns:a16="http://schemas.microsoft.com/office/drawing/2014/main" id="{3E08AC8C-12AB-58F0-C96F-9341213EFB79}"/>
                  </a:ext>
                </a:extLst>
              </p:cNvPr>
              <p:cNvGrpSpPr/>
              <p:nvPr/>
            </p:nvGrpSpPr>
            <p:grpSpPr>
              <a:xfrm>
                <a:off x="7069311" y="5136981"/>
                <a:ext cx="223926" cy="187065"/>
                <a:chOff x="7069311" y="5136981"/>
                <a:chExt cx="223926" cy="187065"/>
              </a:xfrm>
              <a:solidFill>
                <a:srgbClr val="000000"/>
              </a:solidFill>
            </p:grpSpPr>
            <p:sp>
              <p:nvSpPr>
                <p:cNvPr id="211" name="Freeform: Shape 210">
                  <a:extLst>
                    <a:ext uri="{FF2B5EF4-FFF2-40B4-BE49-F238E27FC236}">
                      <a16:creationId xmlns:a16="http://schemas.microsoft.com/office/drawing/2014/main" id="{B7ECA38F-A101-A816-728D-A0F2EDC6B228}"/>
                    </a:ext>
                  </a:extLst>
                </p:cNvPr>
                <p:cNvSpPr/>
                <p:nvPr/>
              </p:nvSpPr>
              <p:spPr>
                <a:xfrm>
                  <a:off x="7180596" y="5136981"/>
                  <a:ext cx="12686" cy="44417"/>
                </a:xfrm>
                <a:custGeom>
                  <a:avLst/>
                  <a:gdLst>
                    <a:gd name="connsiteX0" fmla="*/ 316 w 12686"/>
                    <a:gd name="connsiteY0" fmla="*/ 308 h 44417"/>
                    <a:gd name="connsiteX1" fmla="*/ 316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16" y="308"/>
                      </a:moveTo>
                      <a:lnTo>
                        <a:pt x="316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12" name="Graphic 176">
                  <a:extLst>
                    <a:ext uri="{FF2B5EF4-FFF2-40B4-BE49-F238E27FC236}">
                      <a16:creationId xmlns:a16="http://schemas.microsoft.com/office/drawing/2014/main" id="{7C9336F3-BDD2-3F3A-5BA4-92D582527E8C}"/>
                    </a:ext>
                  </a:extLst>
                </p:cNvPr>
                <p:cNvGrpSpPr/>
                <p:nvPr/>
              </p:nvGrpSpPr>
              <p:grpSpPr>
                <a:xfrm>
                  <a:off x="7069311" y="5228052"/>
                  <a:ext cx="223926" cy="95994"/>
                  <a:chOff x="7069311" y="5228052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13" name="Freeform: Shape 212">
                    <a:extLst>
                      <a:ext uri="{FF2B5EF4-FFF2-40B4-BE49-F238E27FC236}">
                        <a16:creationId xmlns:a16="http://schemas.microsoft.com/office/drawing/2014/main" id="{77E984BE-E6CE-4A14-E001-B27C75C072D1}"/>
                      </a:ext>
                    </a:extLst>
                  </p:cNvPr>
                  <p:cNvSpPr/>
                  <p:nvPr/>
                </p:nvSpPr>
                <p:spPr>
                  <a:xfrm flipV="1">
                    <a:off x="7069311" y="5229717"/>
                    <a:ext cx="59843" cy="94328"/>
                  </a:xfrm>
                  <a:custGeom>
                    <a:avLst/>
                    <a:gdLst>
                      <a:gd name="connsiteX0" fmla="*/ 2211 w 59843"/>
                      <a:gd name="connsiteY0" fmla="*/ 92360 h 94328"/>
                      <a:gd name="connsiteX1" fmla="*/ 51331 w 59843"/>
                      <a:gd name="connsiteY1" fmla="*/ 92360 h 94328"/>
                      <a:gd name="connsiteX2" fmla="*/ 51331 w 59843"/>
                      <a:gd name="connsiteY2" fmla="*/ 81810 h 94328"/>
                      <a:gd name="connsiteX3" fmla="*/ 13668 w 59843"/>
                      <a:gd name="connsiteY3" fmla="*/ 81810 h 94328"/>
                      <a:gd name="connsiteX4" fmla="*/ 13668 w 59843"/>
                      <a:gd name="connsiteY4" fmla="*/ 59145 h 94328"/>
                      <a:gd name="connsiteX5" fmla="*/ 19100 w 59843"/>
                      <a:gd name="connsiteY5" fmla="*/ 60533 h 94328"/>
                      <a:gd name="connsiteX6" fmla="*/ 24571 w 59843"/>
                      <a:gd name="connsiteY6" fmla="*/ 60989 h 94328"/>
                      <a:gd name="connsiteX7" fmla="*/ 49091 w 59843"/>
                      <a:gd name="connsiteY7" fmla="*/ 52503 h 94328"/>
                      <a:gd name="connsiteX8" fmla="*/ 58149 w 59843"/>
                      <a:gd name="connsiteY8" fmla="*/ 29520 h 94328"/>
                      <a:gd name="connsiteX9" fmla="*/ 48853 w 59843"/>
                      <a:gd name="connsiteY9" fmla="*/ 6300 h 94328"/>
                      <a:gd name="connsiteX10" fmla="*/ 22648 w 59843"/>
                      <a:gd name="connsiteY10" fmla="*/ -1969 h 94328"/>
                      <a:gd name="connsiteX11" fmla="*/ 10774 w 59843"/>
                      <a:gd name="connsiteY11" fmla="*/ -977 h 94328"/>
                      <a:gd name="connsiteX12" fmla="*/ -1694 w 59843"/>
                      <a:gd name="connsiteY12" fmla="*/ 1997 h 94328"/>
                      <a:gd name="connsiteX13" fmla="*/ -1694 w 59843"/>
                      <a:gd name="connsiteY13" fmla="*/ 14589 h 94328"/>
                      <a:gd name="connsiteX14" fmla="*/ 9823 w 59843"/>
                      <a:gd name="connsiteY14" fmla="*/ 10068 h 94328"/>
                      <a:gd name="connsiteX15" fmla="*/ 22390 w 59843"/>
                      <a:gd name="connsiteY15" fmla="*/ 8580 h 94328"/>
                      <a:gd name="connsiteX16" fmla="*/ 39358 w 59843"/>
                      <a:gd name="connsiteY16" fmla="*/ 14212 h 94328"/>
                      <a:gd name="connsiteX17" fmla="*/ 45622 w 59843"/>
                      <a:gd name="connsiteY17" fmla="*/ 29520 h 94328"/>
                      <a:gd name="connsiteX18" fmla="*/ 39358 w 59843"/>
                      <a:gd name="connsiteY18" fmla="*/ 44809 h 94328"/>
                      <a:gd name="connsiteX19" fmla="*/ 22390 w 59843"/>
                      <a:gd name="connsiteY19" fmla="*/ 50460 h 94328"/>
                      <a:gd name="connsiteX20" fmla="*/ 12380 w 59843"/>
                      <a:gd name="connsiteY20" fmla="*/ 49350 h 94328"/>
                      <a:gd name="connsiteX21" fmla="*/ 2211 w 59843"/>
                      <a:gd name="connsiteY21" fmla="*/ 45879 h 94328"/>
                      <a:gd name="connsiteX22" fmla="*/ 2211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11" y="92360"/>
                        </a:moveTo>
                        <a:lnTo>
                          <a:pt x="51331" y="92360"/>
                        </a:lnTo>
                        <a:lnTo>
                          <a:pt x="51331" y="81810"/>
                        </a:lnTo>
                        <a:lnTo>
                          <a:pt x="13668" y="81810"/>
                        </a:lnTo>
                        <a:lnTo>
                          <a:pt x="13668" y="59145"/>
                        </a:lnTo>
                        <a:cubicBezTo>
                          <a:pt x="15479" y="59767"/>
                          <a:pt x="17289" y="60229"/>
                          <a:pt x="19100" y="60533"/>
                        </a:cubicBezTo>
                        <a:cubicBezTo>
                          <a:pt x="20923" y="60837"/>
                          <a:pt x="22747" y="60989"/>
                          <a:pt x="24571" y="60989"/>
                        </a:cubicBezTo>
                        <a:cubicBezTo>
                          <a:pt x="34891" y="60989"/>
                          <a:pt x="43065" y="58160"/>
                          <a:pt x="49091" y="52503"/>
                        </a:cubicBezTo>
                        <a:cubicBezTo>
                          <a:pt x="55130" y="46845"/>
                          <a:pt x="58149" y="39184"/>
                          <a:pt x="58149" y="29520"/>
                        </a:cubicBezTo>
                        <a:cubicBezTo>
                          <a:pt x="58149" y="19566"/>
                          <a:pt x="55051" y="11826"/>
                          <a:pt x="48853" y="6300"/>
                        </a:cubicBezTo>
                        <a:cubicBezTo>
                          <a:pt x="42655" y="787"/>
                          <a:pt x="33920" y="-1969"/>
                          <a:pt x="22648" y="-1969"/>
                        </a:cubicBezTo>
                        <a:cubicBezTo>
                          <a:pt x="18763" y="-1969"/>
                          <a:pt x="14805" y="-1638"/>
                          <a:pt x="10774" y="-977"/>
                        </a:cubicBezTo>
                        <a:cubicBezTo>
                          <a:pt x="6757" y="-316"/>
                          <a:pt x="2601" y="675"/>
                          <a:pt x="-1694" y="1997"/>
                        </a:cubicBezTo>
                        <a:lnTo>
                          <a:pt x="-1694" y="14589"/>
                        </a:lnTo>
                        <a:cubicBezTo>
                          <a:pt x="2019" y="12566"/>
                          <a:pt x="5858" y="11059"/>
                          <a:pt x="9823" y="10068"/>
                        </a:cubicBezTo>
                        <a:cubicBezTo>
                          <a:pt x="13787" y="9076"/>
                          <a:pt x="17976" y="8580"/>
                          <a:pt x="22390" y="8580"/>
                        </a:cubicBezTo>
                        <a:cubicBezTo>
                          <a:pt x="29539" y="8580"/>
                          <a:pt x="35195" y="10458"/>
                          <a:pt x="39358" y="14212"/>
                        </a:cubicBezTo>
                        <a:cubicBezTo>
                          <a:pt x="43534" y="17966"/>
                          <a:pt x="45622" y="23069"/>
                          <a:pt x="45622" y="29520"/>
                        </a:cubicBezTo>
                        <a:cubicBezTo>
                          <a:pt x="45622" y="35958"/>
                          <a:pt x="43534" y="41054"/>
                          <a:pt x="39358" y="44809"/>
                        </a:cubicBezTo>
                        <a:cubicBezTo>
                          <a:pt x="35195" y="48576"/>
                          <a:pt x="29539" y="50460"/>
                          <a:pt x="22390" y="50460"/>
                        </a:cubicBezTo>
                        <a:cubicBezTo>
                          <a:pt x="19047" y="50460"/>
                          <a:pt x="15710" y="50090"/>
                          <a:pt x="12380" y="49350"/>
                        </a:cubicBezTo>
                        <a:cubicBezTo>
                          <a:pt x="9063" y="48609"/>
                          <a:pt x="5673" y="47453"/>
                          <a:pt x="2211" y="45879"/>
                        </a:cubicBezTo>
                        <a:lnTo>
                          <a:pt x="2211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14" name="Freeform: Shape 213">
                    <a:extLst>
                      <a:ext uri="{FF2B5EF4-FFF2-40B4-BE49-F238E27FC236}">
                        <a16:creationId xmlns:a16="http://schemas.microsoft.com/office/drawing/2014/main" id="{BDE7C5BF-7A85-3D29-E488-F2F53C3899CB}"/>
                      </a:ext>
                    </a:extLst>
                  </p:cNvPr>
                  <p:cNvSpPr/>
                  <p:nvPr/>
                </p:nvSpPr>
                <p:spPr>
                  <a:xfrm flipV="1">
                    <a:off x="7149905" y="5228052"/>
                    <a:ext cx="60874" cy="95994"/>
                  </a:xfrm>
                  <a:custGeom>
                    <a:avLst/>
                    <a:gdLst>
                      <a:gd name="connsiteX0" fmla="*/ 40098 w 60874"/>
                      <a:gd name="connsiteY0" fmla="*/ 49684 h 95994"/>
                      <a:gd name="connsiteX1" fmla="*/ 54112 w 60874"/>
                      <a:gd name="connsiteY1" fmla="*/ 41673 h 95994"/>
                      <a:gd name="connsiteX2" fmla="*/ 59167 w 60874"/>
                      <a:gd name="connsiteY2" fmla="*/ 26682 h 95994"/>
                      <a:gd name="connsiteX3" fmla="*/ 49751 w 60874"/>
                      <a:gd name="connsiteY3" fmla="*/ 5485 h 95994"/>
                      <a:gd name="connsiteX4" fmla="*/ 22991 w 60874"/>
                      <a:gd name="connsiteY4" fmla="*/ -2011 h 95994"/>
                      <a:gd name="connsiteX5" fmla="*/ 11018 w 60874"/>
                      <a:gd name="connsiteY5" fmla="*/ -861 h 95994"/>
                      <a:gd name="connsiteX6" fmla="*/ -1708 w 60874"/>
                      <a:gd name="connsiteY6" fmla="*/ 2589 h 95994"/>
                      <a:gd name="connsiteX7" fmla="*/ -1708 w 60874"/>
                      <a:gd name="connsiteY7" fmla="*/ 14666 h 95994"/>
                      <a:gd name="connsiteX8" fmla="*/ 9670 w 60874"/>
                      <a:gd name="connsiteY8" fmla="*/ 10085 h 95994"/>
                      <a:gd name="connsiteX9" fmla="*/ 22634 w 60874"/>
                      <a:gd name="connsiteY9" fmla="*/ 8538 h 95994"/>
                      <a:gd name="connsiteX10" fmla="*/ 40553 w 60874"/>
                      <a:gd name="connsiteY10" fmla="*/ 13178 h 95994"/>
                      <a:gd name="connsiteX11" fmla="*/ 46718 w 60874"/>
                      <a:gd name="connsiteY11" fmla="*/ 26682 h 95994"/>
                      <a:gd name="connsiteX12" fmla="*/ 40990 w 60874"/>
                      <a:gd name="connsiteY12" fmla="*/ 39472 h 95994"/>
                      <a:gd name="connsiteX13" fmla="*/ 25052 w 60874"/>
                      <a:gd name="connsiteY13" fmla="*/ 44092 h 95994"/>
                      <a:gd name="connsiteX14" fmla="*/ 14269 w 60874"/>
                      <a:gd name="connsiteY14" fmla="*/ 44092 h 95994"/>
                      <a:gd name="connsiteX15" fmla="*/ 14269 w 60874"/>
                      <a:gd name="connsiteY15" fmla="*/ 54384 h 95994"/>
                      <a:gd name="connsiteX16" fmla="*/ 25548 w 60874"/>
                      <a:gd name="connsiteY16" fmla="*/ 54384 h 95994"/>
                      <a:gd name="connsiteX17" fmla="*/ 39661 w 60874"/>
                      <a:gd name="connsiteY17" fmla="*/ 58072 h 95994"/>
                      <a:gd name="connsiteX18" fmla="*/ 44558 w 60874"/>
                      <a:gd name="connsiteY18" fmla="*/ 68701 h 95994"/>
                      <a:gd name="connsiteX19" fmla="*/ 39503 w 60874"/>
                      <a:gd name="connsiteY19" fmla="*/ 79627 h 95994"/>
                      <a:gd name="connsiteX20" fmla="*/ 25052 w 60874"/>
                      <a:gd name="connsiteY20" fmla="*/ 83454 h 95994"/>
                      <a:gd name="connsiteX21" fmla="*/ 14012 w 60874"/>
                      <a:gd name="connsiteY21" fmla="*/ 82324 h 95994"/>
                      <a:gd name="connsiteX22" fmla="*/ 1068 w 60874"/>
                      <a:gd name="connsiteY22" fmla="*/ 78873 h 95994"/>
                      <a:gd name="connsiteX23" fmla="*/ 1068 w 60874"/>
                      <a:gd name="connsiteY23" fmla="*/ 90017 h 95994"/>
                      <a:gd name="connsiteX24" fmla="*/ 14428 w 60874"/>
                      <a:gd name="connsiteY24" fmla="*/ 92992 h 95994"/>
                      <a:gd name="connsiteX25" fmla="*/ 26163 w 60874"/>
                      <a:gd name="connsiteY25" fmla="*/ 93983 h 95994"/>
                      <a:gd name="connsiteX26" fmla="*/ 48700 w 60874"/>
                      <a:gd name="connsiteY26" fmla="*/ 87499 h 95994"/>
                      <a:gd name="connsiteX27" fmla="*/ 57006 w 60874"/>
                      <a:gd name="connsiteY27" fmla="*/ 70009 h 95994"/>
                      <a:gd name="connsiteX28" fmla="*/ 52605 w 60874"/>
                      <a:gd name="connsiteY28" fmla="*/ 57021 h 95994"/>
                      <a:gd name="connsiteX29" fmla="*/ 40098 w 60874"/>
                      <a:gd name="connsiteY29" fmla="*/ 496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874" h="95994">
                        <a:moveTo>
                          <a:pt x="40098" y="49684"/>
                        </a:moveTo>
                        <a:cubicBezTo>
                          <a:pt x="46084" y="48402"/>
                          <a:pt x="50755" y="45732"/>
                          <a:pt x="54112" y="41673"/>
                        </a:cubicBezTo>
                        <a:cubicBezTo>
                          <a:pt x="57482" y="37628"/>
                          <a:pt x="59167" y="32631"/>
                          <a:pt x="59167" y="26682"/>
                        </a:cubicBezTo>
                        <a:cubicBezTo>
                          <a:pt x="59167" y="17561"/>
                          <a:pt x="56028" y="10495"/>
                          <a:pt x="49751" y="5485"/>
                        </a:cubicBezTo>
                        <a:cubicBezTo>
                          <a:pt x="43474" y="488"/>
                          <a:pt x="34554" y="-2011"/>
                          <a:pt x="22991" y="-2011"/>
                        </a:cubicBezTo>
                        <a:cubicBezTo>
                          <a:pt x="19119" y="-2011"/>
                          <a:pt x="15128" y="-1628"/>
                          <a:pt x="11018" y="-861"/>
                        </a:cubicBezTo>
                        <a:cubicBezTo>
                          <a:pt x="6909" y="-94"/>
                          <a:pt x="2667" y="1056"/>
                          <a:pt x="-1708" y="2589"/>
                        </a:cubicBezTo>
                        <a:lnTo>
                          <a:pt x="-1708" y="14666"/>
                        </a:lnTo>
                        <a:cubicBezTo>
                          <a:pt x="1755" y="12643"/>
                          <a:pt x="5547" y="11116"/>
                          <a:pt x="9670" y="10085"/>
                        </a:cubicBezTo>
                        <a:cubicBezTo>
                          <a:pt x="13807" y="9054"/>
                          <a:pt x="18128" y="8538"/>
                          <a:pt x="22634" y="8538"/>
                        </a:cubicBezTo>
                        <a:cubicBezTo>
                          <a:pt x="30470" y="8538"/>
                          <a:pt x="36444" y="10085"/>
                          <a:pt x="40553" y="13178"/>
                        </a:cubicBezTo>
                        <a:cubicBezTo>
                          <a:pt x="44663" y="16272"/>
                          <a:pt x="46718" y="20773"/>
                          <a:pt x="46718" y="26682"/>
                        </a:cubicBezTo>
                        <a:cubicBezTo>
                          <a:pt x="46718" y="32142"/>
                          <a:pt x="44809" y="36405"/>
                          <a:pt x="40990" y="39472"/>
                        </a:cubicBezTo>
                        <a:cubicBezTo>
                          <a:pt x="37170" y="42552"/>
                          <a:pt x="31858" y="44092"/>
                          <a:pt x="25052" y="44092"/>
                        </a:cubicBezTo>
                        <a:lnTo>
                          <a:pt x="14269" y="44092"/>
                        </a:lnTo>
                        <a:lnTo>
                          <a:pt x="14269" y="54384"/>
                        </a:lnTo>
                        <a:lnTo>
                          <a:pt x="25548" y="54384"/>
                        </a:lnTo>
                        <a:cubicBezTo>
                          <a:pt x="31693" y="54384"/>
                          <a:pt x="36397" y="55613"/>
                          <a:pt x="39661" y="58072"/>
                        </a:cubicBezTo>
                        <a:cubicBezTo>
                          <a:pt x="42926" y="60531"/>
                          <a:pt x="44558" y="64074"/>
                          <a:pt x="44558" y="68701"/>
                        </a:cubicBezTo>
                        <a:cubicBezTo>
                          <a:pt x="44558" y="73447"/>
                          <a:pt x="42873" y="77089"/>
                          <a:pt x="39503" y="79627"/>
                        </a:cubicBezTo>
                        <a:cubicBezTo>
                          <a:pt x="36146" y="82178"/>
                          <a:pt x="31330" y="83454"/>
                          <a:pt x="25052" y="83454"/>
                        </a:cubicBezTo>
                        <a:cubicBezTo>
                          <a:pt x="21617" y="83454"/>
                          <a:pt x="17936" y="83077"/>
                          <a:pt x="14012" y="82324"/>
                        </a:cubicBezTo>
                        <a:cubicBezTo>
                          <a:pt x="10087" y="81583"/>
                          <a:pt x="5772" y="80433"/>
                          <a:pt x="1068" y="78873"/>
                        </a:cubicBezTo>
                        <a:lnTo>
                          <a:pt x="1068" y="90017"/>
                        </a:lnTo>
                        <a:cubicBezTo>
                          <a:pt x="5825" y="91339"/>
                          <a:pt x="10278" y="92331"/>
                          <a:pt x="14428" y="92992"/>
                        </a:cubicBezTo>
                        <a:cubicBezTo>
                          <a:pt x="18577" y="93653"/>
                          <a:pt x="22489" y="93983"/>
                          <a:pt x="26163" y="93983"/>
                        </a:cubicBezTo>
                        <a:cubicBezTo>
                          <a:pt x="35664" y="93983"/>
                          <a:pt x="43177" y="91822"/>
                          <a:pt x="48700" y="87499"/>
                        </a:cubicBezTo>
                        <a:cubicBezTo>
                          <a:pt x="54237" y="83189"/>
                          <a:pt x="57006" y="77360"/>
                          <a:pt x="57006" y="70009"/>
                        </a:cubicBezTo>
                        <a:cubicBezTo>
                          <a:pt x="57006" y="64880"/>
                          <a:pt x="55539" y="60551"/>
                          <a:pt x="52605" y="57021"/>
                        </a:cubicBezTo>
                        <a:cubicBezTo>
                          <a:pt x="49672" y="53492"/>
                          <a:pt x="45502" y="51046"/>
                          <a:pt x="40098" y="496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15" name="Freeform: Shape 214">
                    <a:extLst>
                      <a:ext uri="{FF2B5EF4-FFF2-40B4-BE49-F238E27FC236}">
                        <a16:creationId xmlns:a16="http://schemas.microsoft.com/office/drawing/2014/main" id="{711F8102-3E41-4847-2945-0ABF1E9103DF}"/>
                      </a:ext>
                    </a:extLst>
                  </p:cNvPr>
                  <p:cNvSpPr/>
                  <p:nvPr/>
                </p:nvSpPr>
                <p:spPr>
                  <a:xfrm flipV="1">
                    <a:off x="7229310" y="5228052"/>
                    <a:ext cx="63926" cy="95994"/>
                  </a:xfrm>
                  <a:custGeom>
                    <a:avLst/>
                    <a:gdLst>
                      <a:gd name="connsiteX0" fmla="*/ 30241 w 63926"/>
                      <a:gd name="connsiteY0" fmla="*/ 84069 h 95994"/>
                      <a:gd name="connsiteX1" fmla="*/ 15712 w 63926"/>
                      <a:gd name="connsiteY1" fmla="*/ 74550 h 95994"/>
                      <a:gd name="connsiteX2" fmla="*/ 10855 w 63926"/>
                      <a:gd name="connsiteY2" fmla="*/ 45956 h 95994"/>
                      <a:gd name="connsiteX3" fmla="*/ 15712 w 63926"/>
                      <a:gd name="connsiteY3" fmla="*/ 17422 h 95994"/>
                      <a:gd name="connsiteX4" fmla="*/ 30241 w 63926"/>
                      <a:gd name="connsiteY4" fmla="*/ 7904 h 95994"/>
                      <a:gd name="connsiteX5" fmla="*/ 44830 w 63926"/>
                      <a:gd name="connsiteY5" fmla="*/ 17422 h 95994"/>
                      <a:gd name="connsiteX6" fmla="*/ 49707 w 63926"/>
                      <a:gd name="connsiteY6" fmla="*/ 45956 h 95994"/>
                      <a:gd name="connsiteX7" fmla="*/ 44830 w 63926"/>
                      <a:gd name="connsiteY7" fmla="*/ 74550 h 95994"/>
                      <a:gd name="connsiteX8" fmla="*/ 30241 w 63926"/>
                      <a:gd name="connsiteY8" fmla="*/ 84069 h 95994"/>
                      <a:gd name="connsiteX9" fmla="*/ 30241 w 63926"/>
                      <a:gd name="connsiteY9" fmla="*/ 93983 h 95994"/>
                      <a:gd name="connsiteX10" fmla="*/ 54008 w 63926"/>
                      <a:gd name="connsiteY10" fmla="*/ 81669 h 95994"/>
                      <a:gd name="connsiteX11" fmla="*/ 62215 w 63926"/>
                      <a:gd name="connsiteY11" fmla="*/ 45956 h 95994"/>
                      <a:gd name="connsiteX12" fmla="*/ 54008 w 63926"/>
                      <a:gd name="connsiteY12" fmla="*/ 10283 h 95994"/>
                      <a:gd name="connsiteX13" fmla="*/ 30241 w 63926"/>
                      <a:gd name="connsiteY13" fmla="*/ -2011 h 95994"/>
                      <a:gd name="connsiteX14" fmla="*/ 6494 w 63926"/>
                      <a:gd name="connsiteY14" fmla="*/ 10283 h 95994"/>
                      <a:gd name="connsiteX15" fmla="*/ -1712 w 63926"/>
                      <a:gd name="connsiteY15" fmla="*/ 45956 h 95994"/>
                      <a:gd name="connsiteX16" fmla="*/ 6494 w 63926"/>
                      <a:gd name="connsiteY16" fmla="*/ 81669 h 95994"/>
                      <a:gd name="connsiteX17" fmla="*/ 30241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41" y="84069"/>
                        </a:moveTo>
                        <a:cubicBezTo>
                          <a:pt x="23806" y="84069"/>
                          <a:pt x="18962" y="80896"/>
                          <a:pt x="15712" y="74550"/>
                        </a:cubicBezTo>
                        <a:cubicBezTo>
                          <a:pt x="12474" y="68218"/>
                          <a:pt x="10855" y="58687"/>
                          <a:pt x="10855" y="45956"/>
                        </a:cubicBezTo>
                        <a:cubicBezTo>
                          <a:pt x="10855" y="33279"/>
                          <a:pt x="12474" y="23767"/>
                          <a:pt x="15712" y="17422"/>
                        </a:cubicBezTo>
                        <a:cubicBezTo>
                          <a:pt x="18962" y="11076"/>
                          <a:pt x="23806" y="7904"/>
                          <a:pt x="30241" y="7904"/>
                        </a:cubicBezTo>
                        <a:cubicBezTo>
                          <a:pt x="36730" y="7904"/>
                          <a:pt x="41593" y="11076"/>
                          <a:pt x="44830" y="17422"/>
                        </a:cubicBezTo>
                        <a:cubicBezTo>
                          <a:pt x="48081" y="23767"/>
                          <a:pt x="49707" y="33279"/>
                          <a:pt x="49707" y="45956"/>
                        </a:cubicBezTo>
                        <a:cubicBezTo>
                          <a:pt x="49707" y="58687"/>
                          <a:pt x="48081" y="68218"/>
                          <a:pt x="44830" y="74550"/>
                        </a:cubicBezTo>
                        <a:cubicBezTo>
                          <a:pt x="41593" y="80896"/>
                          <a:pt x="36730" y="84069"/>
                          <a:pt x="30241" y="84069"/>
                        </a:cubicBezTo>
                        <a:close/>
                        <a:moveTo>
                          <a:pt x="30241" y="93983"/>
                        </a:moveTo>
                        <a:cubicBezTo>
                          <a:pt x="40615" y="93983"/>
                          <a:pt x="48537" y="89879"/>
                          <a:pt x="54008" y="81669"/>
                        </a:cubicBezTo>
                        <a:cubicBezTo>
                          <a:pt x="59479" y="73473"/>
                          <a:pt x="62215" y="61569"/>
                          <a:pt x="62215" y="45956"/>
                        </a:cubicBezTo>
                        <a:cubicBezTo>
                          <a:pt x="62215" y="30384"/>
                          <a:pt x="59479" y="18493"/>
                          <a:pt x="54008" y="10283"/>
                        </a:cubicBezTo>
                        <a:cubicBezTo>
                          <a:pt x="48537" y="2087"/>
                          <a:pt x="40615" y="-2011"/>
                          <a:pt x="30241" y="-2011"/>
                        </a:cubicBezTo>
                        <a:cubicBezTo>
                          <a:pt x="19881" y="-2011"/>
                          <a:pt x="11965" y="2087"/>
                          <a:pt x="6494" y="10283"/>
                        </a:cubicBezTo>
                        <a:cubicBezTo>
                          <a:pt x="1023" y="18493"/>
                          <a:pt x="-1712" y="30384"/>
                          <a:pt x="-1712" y="45956"/>
                        </a:cubicBezTo>
                        <a:cubicBezTo>
                          <a:pt x="-1712" y="61569"/>
                          <a:pt x="1023" y="73473"/>
                          <a:pt x="6494" y="81669"/>
                        </a:cubicBezTo>
                        <a:cubicBezTo>
                          <a:pt x="11965" y="89879"/>
                          <a:pt x="19881" y="93983"/>
                          <a:pt x="30241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16" name="Graphic 176">
                <a:extLst>
                  <a:ext uri="{FF2B5EF4-FFF2-40B4-BE49-F238E27FC236}">
                    <a16:creationId xmlns:a16="http://schemas.microsoft.com/office/drawing/2014/main" id="{0D9B1ED6-FA4A-38E6-D16F-9392D1C12080}"/>
                  </a:ext>
                </a:extLst>
              </p:cNvPr>
              <p:cNvGrpSpPr/>
              <p:nvPr/>
            </p:nvGrpSpPr>
            <p:grpSpPr>
              <a:xfrm>
                <a:off x="7685316" y="5136981"/>
                <a:ext cx="223926" cy="187065"/>
                <a:chOff x="7685316" y="5136981"/>
                <a:chExt cx="223926" cy="187065"/>
              </a:xfrm>
              <a:solidFill>
                <a:srgbClr val="000000"/>
              </a:solidFill>
            </p:grpSpPr>
            <p:sp>
              <p:nvSpPr>
                <p:cNvPr id="217" name="Freeform: Shape 216">
                  <a:extLst>
                    <a:ext uri="{FF2B5EF4-FFF2-40B4-BE49-F238E27FC236}">
                      <a16:creationId xmlns:a16="http://schemas.microsoft.com/office/drawing/2014/main" id="{941DAEDD-9074-7561-7072-9481813ED8A8}"/>
                    </a:ext>
                  </a:extLst>
                </p:cNvPr>
                <p:cNvSpPr/>
                <p:nvPr/>
              </p:nvSpPr>
              <p:spPr>
                <a:xfrm>
                  <a:off x="7855782" y="5136981"/>
                  <a:ext cx="12686" cy="44417"/>
                </a:xfrm>
                <a:custGeom>
                  <a:avLst/>
                  <a:gdLst>
                    <a:gd name="connsiteX0" fmla="*/ 369 w 12686"/>
                    <a:gd name="connsiteY0" fmla="*/ 308 h 44417"/>
                    <a:gd name="connsiteX1" fmla="*/ 369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69" y="308"/>
                      </a:moveTo>
                      <a:lnTo>
                        <a:pt x="369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18" name="Graphic 176">
                  <a:extLst>
                    <a:ext uri="{FF2B5EF4-FFF2-40B4-BE49-F238E27FC236}">
                      <a16:creationId xmlns:a16="http://schemas.microsoft.com/office/drawing/2014/main" id="{ACA2B6DF-75BD-4623-CCB7-07EFF888AAA7}"/>
                    </a:ext>
                  </a:extLst>
                </p:cNvPr>
                <p:cNvGrpSpPr/>
                <p:nvPr/>
              </p:nvGrpSpPr>
              <p:grpSpPr>
                <a:xfrm>
                  <a:off x="7685316" y="5228052"/>
                  <a:ext cx="223926" cy="95994"/>
                  <a:chOff x="7685316" y="5228052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19" name="Freeform: Shape 218">
                    <a:extLst>
                      <a:ext uri="{FF2B5EF4-FFF2-40B4-BE49-F238E27FC236}">
                        <a16:creationId xmlns:a16="http://schemas.microsoft.com/office/drawing/2014/main" id="{D0D6603C-2C5D-CD27-9AA9-25721604B750}"/>
                      </a:ext>
                    </a:extLst>
                  </p:cNvPr>
                  <p:cNvSpPr/>
                  <p:nvPr/>
                </p:nvSpPr>
                <p:spPr>
                  <a:xfrm flipV="1">
                    <a:off x="7685316" y="5229717"/>
                    <a:ext cx="59843" cy="94328"/>
                  </a:xfrm>
                  <a:custGeom>
                    <a:avLst/>
                    <a:gdLst>
                      <a:gd name="connsiteX0" fmla="*/ 2264 w 59843"/>
                      <a:gd name="connsiteY0" fmla="*/ 92360 h 94328"/>
                      <a:gd name="connsiteX1" fmla="*/ 51384 w 59843"/>
                      <a:gd name="connsiteY1" fmla="*/ 92360 h 94328"/>
                      <a:gd name="connsiteX2" fmla="*/ 51384 w 59843"/>
                      <a:gd name="connsiteY2" fmla="*/ 81810 h 94328"/>
                      <a:gd name="connsiteX3" fmla="*/ 13722 w 59843"/>
                      <a:gd name="connsiteY3" fmla="*/ 81810 h 94328"/>
                      <a:gd name="connsiteX4" fmla="*/ 13722 w 59843"/>
                      <a:gd name="connsiteY4" fmla="*/ 59145 h 94328"/>
                      <a:gd name="connsiteX5" fmla="*/ 19153 w 59843"/>
                      <a:gd name="connsiteY5" fmla="*/ 60533 h 94328"/>
                      <a:gd name="connsiteX6" fmla="*/ 24624 w 59843"/>
                      <a:gd name="connsiteY6" fmla="*/ 60989 h 94328"/>
                      <a:gd name="connsiteX7" fmla="*/ 49144 w 59843"/>
                      <a:gd name="connsiteY7" fmla="*/ 52503 h 94328"/>
                      <a:gd name="connsiteX8" fmla="*/ 58203 w 59843"/>
                      <a:gd name="connsiteY8" fmla="*/ 29520 h 94328"/>
                      <a:gd name="connsiteX9" fmla="*/ 48906 w 59843"/>
                      <a:gd name="connsiteY9" fmla="*/ 6300 h 94328"/>
                      <a:gd name="connsiteX10" fmla="*/ 22701 w 59843"/>
                      <a:gd name="connsiteY10" fmla="*/ -1969 h 94328"/>
                      <a:gd name="connsiteX11" fmla="*/ 10827 w 59843"/>
                      <a:gd name="connsiteY11" fmla="*/ -977 h 94328"/>
                      <a:gd name="connsiteX12" fmla="*/ -1641 w 59843"/>
                      <a:gd name="connsiteY12" fmla="*/ 1997 h 94328"/>
                      <a:gd name="connsiteX13" fmla="*/ -1641 w 59843"/>
                      <a:gd name="connsiteY13" fmla="*/ 14589 h 94328"/>
                      <a:gd name="connsiteX14" fmla="*/ 9876 w 59843"/>
                      <a:gd name="connsiteY14" fmla="*/ 10068 h 94328"/>
                      <a:gd name="connsiteX15" fmla="*/ 22443 w 59843"/>
                      <a:gd name="connsiteY15" fmla="*/ 8580 h 94328"/>
                      <a:gd name="connsiteX16" fmla="*/ 39411 w 59843"/>
                      <a:gd name="connsiteY16" fmla="*/ 14212 h 94328"/>
                      <a:gd name="connsiteX17" fmla="*/ 45675 w 59843"/>
                      <a:gd name="connsiteY17" fmla="*/ 29520 h 94328"/>
                      <a:gd name="connsiteX18" fmla="*/ 39411 w 59843"/>
                      <a:gd name="connsiteY18" fmla="*/ 44809 h 94328"/>
                      <a:gd name="connsiteX19" fmla="*/ 22443 w 59843"/>
                      <a:gd name="connsiteY19" fmla="*/ 50460 h 94328"/>
                      <a:gd name="connsiteX20" fmla="*/ 12433 w 59843"/>
                      <a:gd name="connsiteY20" fmla="*/ 49350 h 94328"/>
                      <a:gd name="connsiteX21" fmla="*/ 2264 w 59843"/>
                      <a:gd name="connsiteY21" fmla="*/ 45879 h 94328"/>
                      <a:gd name="connsiteX22" fmla="*/ 2264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64" y="92360"/>
                        </a:moveTo>
                        <a:lnTo>
                          <a:pt x="51384" y="92360"/>
                        </a:lnTo>
                        <a:lnTo>
                          <a:pt x="51384" y="81810"/>
                        </a:lnTo>
                        <a:lnTo>
                          <a:pt x="13722" y="81810"/>
                        </a:lnTo>
                        <a:lnTo>
                          <a:pt x="13722" y="59145"/>
                        </a:lnTo>
                        <a:cubicBezTo>
                          <a:pt x="15532" y="59767"/>
                          <a:pt x="17342" y="60229"/>
                          <a:pt x="19153" y="60533"/>
                        </a:cubicBezTo>
                        <a:cubicBezTo>
                          <a:pt x="20976" y="60837"/>
                          <a:pt x="22800" y="60989"/>
                          <a:pt x="24624" y="60989"/>
                        </a:cubicBezTo>
                        <a:cubicBezTo>
                          <a:pt x="34945" y="60989"/>
                          <a:pt x="43118" y="58160"/>
                          <a:pt x="49144" y="52503"/>
                        </a:cubicBezTo>
                        <a:cubicBezTo>
                          <a:pt x="55183" y="46845"/>
                          <a:pt x="58203" y="39184"/>
                          <a:pt x="58203" y="29520"/>
                        </a:cubicBezTo>
                        <a:cubicBezTo>
                          <a:pt x="58203" y="19566"/>
                          <a:pt x="55104" y="11826"/>
                          <a:pt x="48906" y="6300"/>
                        </a:cubicBezTo>
                        <a:cubicBezTo>
                          <a:pt x="42708" y="787"/>
                          <a:pt x="33973" y="-1969"/>
                          <a:pt x="22701" y="-1969"/>
                        </a:cubicBezTo>
                        <a:cubicBezTo>
                          <a:pt x="18816" y="-1969"/>
                          <a:pt x="14858" y="-1638"/>
                          <a:pt x="10827" y="-977"/>
                        </a:cubicBezTo>
                        <a:cubicBezTo>
                          <a:pt x="6810" y="-316"/>
                          <a:pt x="2654" y="675"/>
                          <a:pt x="-1641" y="1997"/>
                        </a:cubicBezTo>
                        <a:lnTo>
                          <a:pt x="-1641" y="14589"/>
                        </a:lnTo>
                        <a:cubicBezTo>
                          <a:pt x="2073" y="12566"/>
                          <a:pt x="5912" y="11059"/>
                          <a:pt x="9876" y="10068"/>
                        </a:cubicBezTo>
                        <a:cubicBezTo>
                          <a:pt x="13840" y="9076"/>
                          <a:pt x="18029" y="8580"/>
                          <a:pt x="22443" y="8580"/>
                        </a:cubicBezTo>
                        <a:cubicBezTo>
                          <a:pt x="29593" y="8580"/>
                          <a:pt x="35248" y="10458"/>
                          <a:pt x="39411" y="14212"/>
                        </a:cubicBezTo>
                        <a:cubicBezTo>
                          <a:pt x="43587" y="17966"/>
                          <a:pt x="45675" y="23069"/>
                          <a:pt x="45675" y="29520"/>
                        </a:cubicBezTo>
                        <a:cubicBezTo>
                          <a:pt x="45675" y="35958"/>
                          <a:pt x="43587" y="41054"/>
                          <a:pt x="39411" y="44809"/>
                        </a:cubicBezTo>
                        <a:cubicBezTo>
                          <a:pt x="35248" y="48576"/>
                          <a:pt x="29593" y="50460"/>
                          <a:pt x="22443" y="50460"/>
                        </a:cubicBezTo>
                        <a:cubicBezTo>
                          <a:pt x="19100" y="50460"/>
                          <a:pt x="15763" y="50090"/>
                          <a:pt x="12433" y="49350"/>
                        </a:cubicBezTo>
                        <a:cubicBezTo>
                          <a:pt x="9116" y="48609"/>
                          <a:pt x="5727" y="47453"/>
                          <a:pt x="2264" y="45879"/>
                        </a:cubicBezTo>
                        <a:lnTo>
                          <a:pt x="2264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0" name="Freeform: Shape 219">
                    <a:extLst>
                      <a:ext uri="{FF2B5EF4-FFF2-40B4-BE49-F238E27FC236}">
                        <a16:creationId xmlns:a16="http://schemas.microsoft.com/office/drawing/2014/main" id="{432AD3F4-6013-AC45-F3EA-403C64D9C0B8}"/>
                      </a:ext>
                    </a:extLst>
                  </p:cNvPr>
                  <p:cNvSpPr/>
                  <p:nvPr/>
                </p:nvSpPr>
                <p:spPr>
                  <a:xfrm flipV="1">
                    <a:off x="7762442" y="5229717"/>
                    <a:ext cx="67395" cy="92524"/>
                  </a:xfrm>
                  <a:custGeom>
                    <a:avLst/>
                    <a:gdLst>
                      <a:gd name="connsiteX0" fmla="*/ 40102 w 67395"/>
                      <a:gd name="connsiteY0" fmla="*/ 79603 h 92524"/>
                      <a:gd name="connsiteX1" fmla="*/ 8505 w 67395"/>
                      <a:gd name="connsiteY1" fmla="*/ 30208 h 92524"/>
                      <a:gd name="connsiteX2" fmla="*/ 40102 w 67395"/>
                      <a:gd name="connsiteY2" fmla="*/ 30208 h 92524"/>
                      <a:gd name="connsiteX3" fmla="*/ 40102 w 67395"/>
                      <a:gd name="connsiteY3" fmla="*/ 79603 h 92524"/>
                      <a:gd name="connsiteX4" fmla="*/ 36811 w 67395"/>
                      <a:gd name="connsiteY4" fmla="*/ 90510 h 92524"/>
                      <a:gd name="connsiteX5" fmla="*/ 52550 w 67395"/>
                      <a:gd name="connsiteY5" fmla="*/ 90510 h 92524"/>
                      <a:gd name="connsiteX6" fmla="*/ 52550 w 67395"/>
                      <a:gd name="connsiteY6" fmla="*/ 30208 h 92524"/>
                      <a:gd name="connsiteX7" fmla="*/ 65752 w 67395"/>
                      <a:gd name="connsiteY7" fmla="*/ 30208 h 92524"/>
                      <a:gd name="connsiteX8" fmla="*/ 65752 w 67395"/>
                      <a:gd name="connsiteY8" fmla="*/ 19798 h 92524"/>
                      <a:gd name="connsiteX9" fmla="*/ 52550 w 67395"/>
                      <a:gd name="connsiteY9" fmla="*/ 19798 h 92524"/>
                      <a:gd name="connsiteX10" fmla="*/ 52550 w 67395"/>
                      <a:gd name="connsiteY10" fmla="*/ -2014 h 92524"/>
                      <a:gd name="connsiteX11" fmla="*/ 40102 w 67395"/>
                      <a:gd name="connsiteY11" fmla="*/ -2014 h 92524"/>
                      <a:gd name="connsiteX12" fmla="*/ 40102 w 67395"/>
                      <a:gd name="connsiteY12" fmla="*/ 19798 h 92524"/>
                      <a:gd name="connsiteX13" fmla="*/ -1644 w 67395"/>
                      <a:gd name="connsiteY13" fmla="*/ 19798 h 92524"/>
                      <a:gd name="connsiteX14" fmla="*/ -1644 w 67395"/>
                      <a:gd name="connsiteY14" fmla="*/ 31874 h 92524"/>
                      <a:gd name="connsiteX15" fmla="*/ 36811 w 67395"/>
                      <a:gd name="connsiteY15" fmla="*/ 905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40102" y="79603"/>
                        </a:moveTo>
                        <a:lnTo>
                          <a:pt x="8505" y="30208"/>
                        </a:lnTo>
                        <a:lnTo>
                          <a:pt x="40102" y="30208"/>
                        </a:lnTo>
                        <a:lnTo>
                          <a:pt x="40102" y="79603"/>
                        </a:lnTo>
                        <a:close/>
                        <a:moveTo>
                          <a:pt x="36811" y="90510"/>
                        </a:moveTo>
                        <a:lnTo>
                          <a:pt x="52550" y="90510"/>
                        </a:lnTo>
                        <a:lnTo>
                          <a:pt x="52550" y="30208"/>
                        </a:lnTo>
                        <a:lnTo>
                          <a:pt x="65752" y="30208"/>
                        </a:lnTo>
                        <a:lnTo>
                          <a:pt x="65752" y="19798"/>
                        </a:lnTo>
                        <a:lnTo>
                          <a:pt x="52550" y="19798"/>
                        </a:lnTo>
                        <a:lnTo>
                          <a:pt x="52550" y="-2014"/>
                        </a:lnTo>
                        <a:lnTo>
                          <a:pt x="40102" y="-2014"/>
                        </a:lnTo>
                        <a:lnTo>
                          <a:pt x="40102" y="19798"/>
                        </a:lnTo>
                        <a:lnTo>
                          <a:pt x="-1644" y="19798"/>
                        </a:lnTo>
                        <a:lnTo>
                          <a:pt x="-1644" y="31874"/>
                        </a:lnTo>
                        <a:lnTo>
                          <a:pt x="36811" y="905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1" name="Freeform: Shape 220">
                    <a:extLst>
                      <a:ext uri="{FF2B5EF4-FFF2-40B4-BE49-F238E27FC236}">
                        <a16:creationId xmlns:a16="http://schemas.microsoft.com/office/drawing/2014/main" id="{1B2A38D3-4011-8716-AE2E-ED57E5A8A53B}"/>
                      </a:ext>
                    </a:extLst>
                  </p:cNvPr>
                  <p:cNvSpPr/>
                  <p:nvPr/>
                </p:nvSpPr>
                <p:spPr>
                  <a:xfrm flipV="1">
                    <a:off x="7845316" y="5228052"/>
                    <a:ext cx="63926" cy="95994"/>
                  </a:xfrm>
                  <a:custGeom>
                    <a:avLst/>
                    <a:gdLst>
                      <a:gd name="connsiteX0" fmla="*/ 30295 w 63926"/>
                      <a:gd name="connsiteY0" fmla="*/ 84069 h 95994"/>
                      <a:gd name="connsiteX1" fmla="*/ 15765 w 63926"/>
                      <a:gd name="connsiteY1" fmla="*/ 74550 h 95994"/>
                      <a:gd name="connsiteX2" fmla="*/ 10908 w 63926"/>
                      <a:gd name="connsiteY2" fmla="*/ 45956 h 95994"/>
                      <a:gd name="connsiteX3" fmla="*/ 15765 w 63926"/>
                      <a:gd name="connsiteY3" fmla="*/ 17422 h 95994"/>
                      <a:gd name="connsiteX4" fmla="*/ 30295 w 63926"/>
                      <a:gd name="connsiteY4" fmla="*/ 7904 h 95994"/>
                      <a:gd name="connsiteX5" fmla="*/ 44884 w 63926"/>
                      <a:gd name="connsiteY5" fmla="*/ 17422 h 95994"/>
                      <a:gd name="connsiteX6" fmla="*/ 49760 w 63926"/>
                      <a:gd name="connsiteY6" fmla="*/ 45956 h 95994"/>
                      <a:gd name="connsiteX7" fmla="*/ 44884 w 63926"/>
                      <a:gd name="connsiteY7" fmla="*/ 74550 h 95994"/>
                      <a:gd name="connsiteX8" fmla="*/ 30295 w 63926"/>
                      <a:gd name="connsiteY8" fmla="*/ 84069 h 95994"/>
                      <a:gd name="connsiteX9" fmla="*/ 30295 w 63926"/>
                      <a:gd name="connsiteY9" fmla="*/ 93983 h 95994"/>
                      <a:gd name="connsiteX10" fmla="*/ 54061 w 63926"/>
                      <a:gd name="connsiteY10" fmla="*/ 81669 h 95994"/>
                      <a:gd name="connsiteX11" fmla="*/ 62268 w 63926"/>
                      <a:gd name="connsiteY11" fmla="*/ 45956 h 95994"/>
                      <a:gd name="connsiteX12" fmla="*/ 54061 w 63926"/>
                      <a:gd name="connsiteY12" fmla="*/ 10283 h 95994"/>
                      <a:gd name="connsiteX13" fmla="*/ 30295 w 63926"/>
                      <a:gd name="connsiteY13" fmla="*/ -2011 h 95994"/>
                      <a:gd name="connsiteX14" fmla="*/ 6547 w 63926"/>
                      <a:gd name="connsiteY14" fmla="*/ 10283 h 95994"/>
                      <a:gd name="connsiteX15" fmla="*/ -1659 w 63926"/>
                      <a:gd name="connsiteY15" fmla="*/ 45956 h 95994"/>
                      <a:gd name="connsiteX16" fmla="*/ 6547 w 63926"/>
                      <a:gd name="connsiteY16" fmla="*/ 81669 h 95994"/>
                      <a:gd name="connsiteX17" fmla="*/ 30295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95" y="84069"/>
                        </a:moveTo>
                        <a:cubicBezTo>
                          <a:pt x="23859" y="84069"/>
                          <a:pt x="19016" y="80896"/>
                          <a:pt x="15765" y="74550"/>
                        </a:cubicBezTo>
                        <a:cubicBezTo>
                          <a:pt x="12527" y="68218"/>
                          <a:pt x="10908" y="58687"/>
                          <a:pt x="10908" y="45956"/>
                        </a:cubicBezTo>
                        <a:cubicBezTo>
                          <a:pt x="10908" y="33279"/>
                          <a:pt x="12527" y="23767"/>
                          <a:pt x="15765" y="17422"/>
                        </a:cubicBezTo>
                        <a:cubicBezTo>
                          <a:pt x="19016" y="11076"/>
                          <a:pt x="23859" y="7904"/>
                          <a:pt x="30295" y="7904"/>
                        </a:cubicBezTo>
                        <a:cubicBezTo>
                          <a:pt x="36783" y="7904"/>
                          <a:pt x="41646" y="11076"/>
                          <a:pt x="44884" y="17422"/>
                        </a:cubicBezTo>
                        <a:cubicBezTo>
                          <a:pt x="48135" y="23767"/>
                          <a:pt x="49760" y="33279"/>
                          <a:pt x="49760" y="45956"/>
                        </a:cubicBezTo>
                        <a:cubicBezTo>
                          <a:pt x="49760" y="58687"/>
                          <a:pt x="48135" y="68218"/>
                          <a:pt x="44884" y="74550"/>
                        </a:cubicBezTo>
                        <a:cubicBezTo>
                          <a:pt x="41646" y="80896"/>
                          <a:pt x="36783" y="84069"/>
                          <a:pt x="30295" y="84069"/>
                        </a:cubicBezTo>
                        <a:close/>
                        <a:moveTo>
                          <a:pt x="30295" y="93983"/>
                        </a:moveTo>
                        <a:cubicBezTo>
                          <a:pt x="40668" y="93983"/>
                          <a:pt x="48590" y="89879"/>
                          <a:pt x="54061" y="81669"/>
                        </a:cubicBezTo>
                        <a:cubicBezTo>
                          <a:pt x="59532" y="73473"/>
                          <a:pt x="62268" y="61569"/>
                          <a:pt x="62268" y="45956"/>
                        </a:cubicBezTo>
                        <a:cubicBezTo>
                          <a:pt x="62268" y="30384"/>
                          <a:pt x="59532" y="18493"/>
                          <a:pt x="54061" y="10283"/>
                        </a:cubicBezTo>
                        <a:cubicBezTo>
                          <a:pt x="48590" y="2087"/>
                          <a:pt x="40668" y="-2011"/>
                          <a:pt x="30295" y="-2011"/>
                        </a:cubicBezTo>
                        <a:cubicBezTo>
                          <a:pt x="19934" y="-2011"/>
                          <a:pt x="12018" y="2087"/>
                          <a:pt x="6547" y="10283"/>
                        </a:cubicBezTo>
                        <a:cubicBezTo>
                          <a:pt x="1077" y="18493"/>
                          <a:pt x="-1659" y="30384"/>
                          <a:pt x="-1659" y="45956"/>
                        </a:cubicBezTo>
                        <a:cubicBezTo>
                          <a:pt x="-1659" y="61569"/>
                          <a:pt x="1077" y="73473"/>
                          <a:pt x="6547" y="81669"/>
                        </a:cubicBezTo>
                        <a:cubicBezTo>
                          <a:pt x="12018" y="89879"/>
                          <a:pt x="19934" y="93983"/>
                          <a:pt x="30295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222" name="Graphic 176">
              <a:extLst>
                <a:ext uri="{FF2B5EF4-FFF2-40B4-BE49-F238E27FC236}">
                  <a16:creationId xmlns:a16="http://schemas.microsoft.com/office/drawing/2014/main" id="{0DD70619-5653-AB3C-C7AB-416E0259B1AF}"/>
                </a:ext>
              </a:extLst>
            </p:cNvPr>
            <p:cNvGrpSpPr/>
            <p:nvPr/>
          </p:nvGrpSpPr>
          <p:grpSpPr>
            <a:xfrm>
              <a:off x="4158665" y="1713826"/>
              <a:ext cx="321159" cy="3473172"/>
              <a:chOff x="4158665" y="1713826"/>
              <a:chExt cx="321159" cy="3473172"/>
            </a:xfrm>
            <a:solidFill>
              <a:srgbClr val="000000"/>
            </a:solidFill>
          </p:grpSpPr>
          <p:grpSp>
            <p:nvGrpSpPr>
              <p:cNvPr id="223" name="Graphic 176">
                <a:extLst>
                  <a:ext uri="{FF2B5EF4-FFF2-40B4-BE49-F238E27FC236}">
                    <a16:creationId xmlns:a16="http://schemas.microsoft.com/office/drawing/2014/main" id="{8AEFE04F-9668-D17E-D1A7-9B0DF11ABCD7}"/>
                  </a:ext>
                </a:extLst>
              </p:cNvPr>
              <p:cNvGrpSpPr/>
              <p:nvPr/>
            </p:nvGrpSpPr>
            <p:grpSpPr>
              <a:xfrm>
                <a:off x="4158665" y="5091004"/>
                <a:ext cx="321159" cy="95994"/>
                <a:chOff x="4158665" y="5091004"/>
                <a:chExt cx="321159" cy="95994"/>
              </a:xfrm>
              <a:solidFill>
                <a:srgbClr val="000000"/>
              </a:solidFill>
            </p:grpSpPr>
            <p:sp>
              <p:nvSpPr>
                <p:cNvPr id="224" name="Freeform: Shape 223">
                  <a:extLst>
                    <a:ext uri="{FF2B5EF4-FFF2-40B4-BE49-F238E27FC236}">
                      <a16:creationId xmlns:a16="http://schemas.microsoft.com/office/drawing/2014/main" id="{469DF460-2CCE-0551-892F-85279C63398D}"/>
                    </a:ext>
                  </a:extLst>
                </p:cNvPr>
                <p:cNvSpPr/>
                <p:nvPr/>
              </p:nvSpPr>
              <p:spPr>
                <a:xfrm>
                  <a:off x="4435423" y="5136981"/>
                  <a:ext cx="44401" cy="12690"/>
                </a:xfrm>
                <a:custGeom>
                  <a:avLst/>
                  <a:gdLst>
                    <a:gd name="connsiteX0" fmla="*/ 44505 w 44401"/>
                    <a:gd name="connsiteY0" fmla="*/ 308 h 12690"/>
                    <a:gd name="connsiteX1" fmla="*/ 103 w 44401"/>
                    <a:gd name="connsiteY1" fmla="*/ 308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505" y="308"/>
                      </a:moveTo>
                      <a:lnTo>
                        <a:pt x="103" y="308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25" name="Graphic 176">
                  <a:extLst>
                    <a:ext uri="{FF2B5EF4-FFF2-40B4-BE49-F238E27FC236}">
                      <a16:creationId xmlns:a16="http://schemas.microsoft.com/office/drawing/2014/main" id="{BCC6177E-1DB4-CF97-A67C-E2A0DE6AC608}"/>
                    </a:ext>
                  </a:extLst>
                </p:cNvPr>
                <p:cNvGrpSpPr/>
                <p:nvPr/>
              </p:nvGrpSpPr>
              <p:grpSpPr>
                <a:xfrm>
                  <a:off x="4158665" y="5091004"/>
                  <a:ext cx="223926" cy="95994"/>
                  <a:chOff x="4158665" y="50910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26" name="Freeform: Shape 225">
                    <a:extLst>
                      <a:ext uri="{FF2B5EF4-FFF2-40B4-BE49-F238E27FC236}">
                        <a16:creationId xmlns:a16="http://schemas.microsoft.com/office/drawing/2014/main" id="{80507236-E68D-2C98-5922-5DCC5EC25EF7}"/>
                      </a:ext>
                    </a:extLst>
                  </p:cNvPr>
                  <p:cNvSpPr/>
                  <p:nvPr/>
                </p:nvSpPr>
                <p:spPr>
                  <a:xfrm flipV="1">
                    <a:off x="4158665" y="5092669"/>
                    <a:ext cx="59843" cy="94328"/>
                  </a:xfrm>
                  <a:custGeom>
                    <a:avLst/>
                    <a:gdLst>
                      <a:gd name="connsiteX0" fmla="*/ 1982 w 59843"/>
                      <a:gd name="connsiteY0" fmla="*/ 92349 h 94328"/>
                      <a:gd name="connsiteX1" fmla="*/ 51101 w 59843"/>
                      <a:gd name="connsiteY1" fmla="*/ 92349 h 94328"/>
                      <a:gd name="connsiteX2" fmla="*/ 51101 w 59843"/>
                      <a:gd name="connsiteY2" fmla="*/ 81800 h 94328"/>
                      <a:gd name="connsiteX3" fmla="*/ 13439 w 59843"/>
                      <a:gd name="connsiteY3" fmla="*/ 81800 h 94328"/>
                      <a:gd name="connsiteX4" fmla="*/ 13439 w 59843"/>
                      <a:gd name="connsiteY4" fmla="*/ 59135 h 94328"/>
                      <a:gd name="connsiteX5" fmla="*/ 18870 w 59843"/>
                      <a:gd name="connsiteY5" fmla="*/ 60523 h 94328"/>
                      <a:gd name="connsiteX6" fmla="*/ 24341 w 59843"/>
                      <a:gd name="connsiteY6" fmla="*/ 60979 h 94328"/>
                      <a:gd name="connsiteX7" fmla="*/ 48861 w 59843"/>
                      <a:gd name="connsiteY7" fmla="*/ 52492 h 94328"/>
                      <a:gd name="connsiteX8" fmla="*/ 57920 w 59843"/>
                      <a:gd name="connsiteY8" fmla="*/ 29509 h 94328"/>
                      <a:gd name="connsiteX9" fmla="*/ 48623 w 59843"/>
                      <a:gd name="connsiteY9" fmla="*/ 6289 h 94328"/>
                      <a:gd name="connsiteX10" fmla="*/ 22418 w 59843"/>
                      <a:gd name="connsiteY10" fmla="*/ -1980 h 94328"/>
                      <a:gd name="connsiteX11" fmla="*/ 10545 w 59843"/>
                      <a:gd name="connsiteY11" fmla="*/ -988 h 94328"/>
                      <a:gd name="connsiteX12" fmla="*/ -1923 w 59843"/>
                      <a:gd name="connsiteY12" fmla="*/ 1986 h 94328"/>
                      <a:gd name="connsiteX13" fmla="*/ -1923 w 59843"/>
                      <a:gd name="connsiteY13" fmla="*/ 14578 h 94328"/>
                      <a:gd name="connsiteX14" fmla="*/ 9593 w 59843"/>
                      <a:gd name="connsiteY14" fmla="*/ 10057 h 94328"/>
                      <a:gd name="connsiteX15" fmla="*/ 22161 w 59843"/>
                      <a:gd name="connsiteY15" fmla="*/ 8570 h 94328"/>
                      <a:gd name="connsiteX16" fmla="*/ 39128 w 59843"/>
                      <a:gd name="connsiteY16" fmla="*/ 14201 h 94328"/>
                      <a:gd name="connsiteX17" fmla="*/ 45392 w 59843"/>
                      <a:gd name="connsiteY17" fmla="*/ 29509 h 94328"/>
                      <a:gd name="connsiteX18" fmla="*/ 39128 w 59843"/>
                      <a:gd name="connsiteY18" fmla="*/ 44798 h 94328"/>
                      <a:gd name="connsiteX19" fmla="*/ 22161 w 59843"/>
                      <a:gd name="connsiteY19" fmla="*/ 50449 h 94328"/>
                      <a:gd name="connsiteX20" fmla="*/ 12150 w 59843"/>
                      <a:gd name="connsiteY20" fmla="*/ 49339 h 94328"/>
                      <a:gd name="connsiteX21" fmla="*/ 1982 w 59843"/>
                      <a:gd name="connsiteY21" fmla="*/ 45869 h 94328"/>
                      <a:gd name="connsiteX22" fmla="*/ 1982 w 59843"/>
                      <a:gd name="connsiteY22" fmla="*/ 92349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2" y="92349"/>
                        </a:moveTo>
                        <a:lnTo>
                          <a:pt x="51101" y="92349"/>
                        </a:lnTo>
                        <a:lnTo>
                          <a:pt x="51101" y="81800"/>
                        </a:lnTo>
                        <a:lnTo>
                          <a:pt x="13439" y="81800"/>
                        </a:lnTo>
                        <a:lnTo>
                          <a:pt x="13439" y="59135"/>
                        </a:lnTo>
                        <a:cubicBezTo>
                          <a:pt x="15249" y="59756"/>
                          <a:pt x="17060" y="60219"/>
                          <a:pt x="18870" y="60523"/>
                        </a:cubicBezTo>
                        <a:cubicBezTo>
                          <a:pt x="20694" y="60827"/>
                          <a:pt x="22517" y="60979"/>
                          <a:pt x="24341" y="60979"/>
                        </a:cubicBezTo>
                        <a:cubicBezTo>
                          <a:pt x="34662" y="60979"/>
                          <a:pt x="42835" y="58150"/>
                          <a:pt x="48861" y="52492"/>
                        </a:cubicBezTo>
                        <a:cubicBezTo>
                          <a:pt x="54900" y="46834"/>
                          <a:pt x="57920" y="39173"/>
                          <a:pt x="57920" y="29509"/>
                        </a:cubicBezTo>
                        <a:cubicBezTo>
                          <a:pt x="57920" y="19555"/>
                          <a:pt x="54821" y="11815"/>
                          <a:pt x="48623" y="6289"/>
                        </a:cubicBezTo>
                        <a:cubicBezTo>
                          <a:pt x="42426" y="777"/>
                          <a:pt x="33691" y="-1980"/>
                          <a:pt x="22418" y="-1980"/>
                        </a:cubicBezTo>
                        <a:cubicBezTo>
                          <a:pt x="18533" y="-1980"/>
                          <a:pt x="14575" y="-1649"/>
                          <a:pt x="10545" y="-988"/>
                        </a:cubicBezTo>
                        <a:cubicBezTo>
                          <a:pt x="6528" y="-327"/>
                          <a:pt x="2371" y="664"/>
                          <a:pt x="-1923" y="1986"/>
                        </a:cubicBezTo>
                        <a:lnTo>
                          <a:pt x="-1923" y="14578"/>
                        </a:lnTo>
                        <a:cubicBezTo>
                          <a:pt x="1790" y="12555"/>
                          <a:pt x="5629" y="11048"/>
                          <a:pt x="9593" y="10057"/>
                        </a:cubicBezTo>
                        <a:cubicBezTo>
                          <a:pt x="13558" y="9065"/>
                          <a:pt x="17747" y="8570"/>
                          <a:pt x="22161" y="8570"/>
                        </a:cubicBezTo>
                        <a:cubicBezTo>
                          <a:pt x="29310" y="8570"/>
                          <a:pt x="34966" y="10447"/>
                          <a:pt x="39128" y="14201"/>
                        </a:cubicBezTo>
                        <a:cubicBezTo>
                          <a:pt x="43304" y="17955"/>
                          <a:pt x="45392" y="23058"/>
                          <a:pt x="45392" y="29509"/>
                        </a:cubicBezTo>
                        <a:cubicBezTo>
                          <a:pt x="45392" y="35947"/>
                          <a:pt x="43304" y="41044"/>
                          <a:pt x="39128" y="44798"/>
                        </a:cubicBezTo>
                        <a:cubicBezTo>
                          <a:pt x="34966" y="48565"/>
                          <a:pt x="29310" y="50449"/>
                          <a:pt x="22161" y="50449"/>
                        </a:cubicBezTo>
                        <a:cubicBezTo>
                          <a:pt x="18817" y="50449"/>
                          <a:pt x="15481" y="50079"/>
                          <a:pt x="12150" y="49339"/>
                        </a:cubicBezTo>
                        <a:cubicBezTo>
                          <a:pt x="8834" y="48599"/>
                          <a:pt x="5444" y="47442"/>
                          <a:pt x="1982" y="45869"/>
                        </a:cubicBezTo>
                        <a:lnTo>
                          <a:pt x="1982" y="9234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7" name="Freeform: Shape 226">
                    <a:extLst>
                      <a:ext uri="{FF2B5EF4-FFF2-40B4-BE49-F238E27FC236}">
                        <a16:creationId xmlns:a16="http://schemas.microsoft.com/office/drawing/2014/main" id="{920CAF23-36A8-39E1-FA89-DEE6D7B13822}"/>
                      </a:ext>
                    </a:extLst>
                  </p:cNvPr>
                  <p:cNvSpPr/>
                  <p:nvPr/>
                </p:nvSpPr>
                <p:spPr>
                  <a:xfrm flipV="1">
                    <a:off x="4243522" y="5092669"/>
                    <a:ext cx="55066" cy="92524"/>
                  </a:xfrm>
                  <a:custGeom>
                    <a:avLst/>
                    <a:gdLst>
                      <a:gd name="connsiteX0" fmla="*/ -202 w 55066"/>
                      <a:gd name="connsiteY0" fmla="*/ 8504 h 92524"/>
                      <a:gd name="connsiteX1" fmla="*/ 20235 w 55066"/>
                      <a:gd name="connsiteY1" fmla="*/ 8504 h 92524"/>
                      <a:gd name="connsiteX2" fmla="*/ 20235 w 55066"/>
                      <a:gd name="connsiteY2" fmla="*/ 79097 h 92524"/>
                      <a:gd name="connsiteX3" fmla="*/ -2005 w 55066"/>
                      <a:gd name="connsiteY3" fmla="*/ 74635 h 92524"/>
                      <a:gd name="connsiteX4" fmla="*/ -2005 w 55066"/>
                      <a:gd name="connsiteY4" fmla="*/ 86037 h 92524"/>
                      <a:gd name="connsiteX5" fmla="*/ 20116 w 55066"/>
                      <a:gd name="connsiteY5" fmla="*/ 90499 h 92524"/>
                      <a:gd name="connsiteX6" fmla="*/ 32624 w 55066"/>
                      <a:gd name="connsiteY6" fmla="*/ 90499 h 92524"/>
                      <a:gd name="connsiteX7" fmla="*/ 32624 w 55066"/>
                      <a:gd name="connsiteY7" fmla="*/ 8504 h 92524"/>
                      <a:gd name="connsiteX8" fmla="*/ 53061 w 55066"/>
                      <a:gd name="connsiteY8" fmla="*/ 8504 h 92524"/>
                      <a:gd name="connsiteX9" fmla="*/ 53061 w 55066"/>
                      <a:gd name="connsiteY9" fmla="*/ -2025 h 92524"/>
                      <a:gd name="connsiteX10" fmla="*/ -202 w 55066"/>
                      <a:gd name="connsiteY10" fmla="*/ -2025 h 92524"/>
                      <a:gd name="connsiteX11" fmla="*/ -202 w 55066"/>
                      <a:gd name="connsiteY11" fmla="*/ 8504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202" y="8504"/>
                        </a:moveTo>
                        <a:lnTo>
                          <a:pt x="20235" y="8504"/>
                        </a:lnTo>
                        <a:lnTo>
                          <a:pt x="20235" y="79097"/>
                        </a:lnTo>
                        <a:lnTo>
                          <a:pt x="-2005" y="74635"/>
                        </a:lnTo>
                        <a:lnTo>
                          <a:pt x="-2005" y="86037"/>
                        </a:lnTo>
                        <a:lnTo>
                          <a:pt x="20116" y="90499"/>
                        </a:lnTo>
                        <a:lnTo>
                          <a:pt x="32624" y="90499"/>
                        </a:lnTo>
                        <a:lnTo>
                          <a:pt x="32624" y="8504"/>
                        </a:lnTo>
                        <a:lnTo>
                          <a:pt x="53061" y="8504"/>
                        </a:lnTo>
                        <a:lnTo>
                          <a:pt x="53061" y="-2025"/>
                        </a:lnTo>
                        <a:lnTo>
                          <a:pt x="-202" y="-2025"/>
                        </a:lnTo>
                        <a:lnTo>
                          <a:pt x="-202" y="850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8" name="Freeform: Shape 227">
                    <a:extLst>
                      <a:ext uri="{FF2B5EF4-FFF2-40B4-BE49-F238E27FC236}">
                        <a16:creationId xmlns:a16="http://schemas.microsoft.com/office/drawing/2014/main" id="{89982047-9E91-D9BF-7681-E332A25979CF}"/>
                      </a:ext>
                    </a:extLst>
                  </p:cNvPr>
                  <p:cNvSpPr/>
                  <p:nvPr/>
                </p:nvSpPr>
                <p:spPr>
                  <a:xfrm flipV="1">
                    <a:off x="4318665" y="5091004"/>
                    <a:ext cx="63926" cy="95994"/>
                  </a:xfrm>
                  <a:custGeom>
                    <a:avLst/>
                    <a:gdLst>
                      <a:gd name="connsiteX0" fmla="*/ 30012 w 63926"/>
                      <a:gd name="connsiteY0" fmla="*/ 84058 h 95994"/>
                      <a:gd name="connsiteX1" fmla="*/ 15482 w 63926"/>
                      <a:gd name="connsiteY1" fmla="*/ 74540 h 95994"/>
                      <a:gd name="connsiteX2" fmla="*/ 10626 w 63926"/>
                      <a:gd name="connsiteY2" fmla="*/ 45946 h 95994"/>
                      <a:gd name="connsiteX3" fmla="*/ 15482 w 63926"/>
                      <a:gd name="connsiteY3" fmla="*/ 17411 h 95994"/>
                      <a:gd name="connsiteX4" fmla="*/ 30012 w 63926"/>
                      <a:gd name="connsiteY4" fmla="*/ 7893 h 95994"/>
                      <a:gd name="connsiteX5" fmla="*/ 44601 w 63926"/>
                      <a:gd name="connsiteY5" fmla="*/ 17411 h 95994"/>
                      <a:gd name="connsiteX6" fmla="*/ 49477 w 63926"/>
                      <a:gd name="connsiteY6" fmla="*/ 45946 h 95994"/>
                      <a:gd name="connsiteX7" fmla="*/ 44601 w 63926"/>
                      <a:gd name="connsiteY7" fmla="*/ 74540 h 95994"/>
                      <a:gd name="connsiteX8" fmla="*/ 30012 w 63926"/>
                      <a:gd name="connsiteY8" fmla="*/ 84058 h 95994"/>
                      <a:gd name="connsiteX9" fmla="*/ 30012 w 63926"/>
                      <a:gd name="connsiteY9" fmla="*/ 93972 h 95994"/>
                      <a:gd name="connsiteX10" fmla="*/ 53779 w 63926"/>
                      <a:gd name="connsiteY10" fmla="*/ 81658 h 95994"/>
                      <a:gd name="connsiteX11" fmla="*/ 61985 w 63926"/>
                      <a:gd name="connsiteY11" fmla="*/ 45946 h 95994"/>
                      <a:gd name="connsiteX12" fmla="*/ 53779 w 63926"/>
                      <a:gd name="connsiteY12" fmla="*/ 10272 h 95994"/>
                      <a:gd name="connsiteX13" fmla="*/ 30012 w 63926"/>
                      <a:gd name="connsiteY13" fmla="*/ -2022 h 95994"/>
                      <a:gd name="connsiteX14" fmla="*/ 6265 w 63926"/>
                      <a:gd name="connsiteY14" fmla="*/ 10272 h 95994"/>
                      <a:gd name="connsiteX15" fmla="*/ -1942 w 63926"/>
                      <a:gd name="connsiteY15" fmla="*/ 45946 h 95994"/>
                      <a:gd name="connsiteX16" fmla="*/ 6265 w 63926"/>
                      <a:gd name="connsiteY16" fmla="*/ 81658 h 95994"/>
                      <a:gd name="connsiteX17" fmla="*/ 30012 w 63926"/>
                      <a:gd name="connsiteY17" fmla="*/ 9397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12" y="84058"/>
                        </a:moveTo>
                        <a:cubicBezTo>
                          <a:pt x="23576" y="84058"/>
                          <a:pt x="18733" y="80885"/>
                          <a:pt x="15482" y="74540"/>
                        </a:cubicBezTo>
                        <a:cubicBezTo>
                          <a:pt x="12245" y="68207"/>
                          <a:pt x="10626" y="58676"/>
                          <a:pt x="10626" y="45946"/>
                        </a:cubicBezTo>
                        <a:cubicBezTo>
                          <a:pt x="10626" y="33268"/>
                          <a:pt x="12245" y="23756"/>
                          <a:pt x="15482" y="17411"/>
                        </a:cubicBezTo>
                        <a:cubicBezTo>
                          <a:pt x="18733" y="11066"/>
                          <a:pt x="23576" y="7893"/>
                          <a:pt x="30012" y="7893"/>
                        </a:cubicBezTo>
                        <a:cubicBezTo>
                          <a:pt x="36500" y="7893"/>
                          <a:pt x="41363" y="11066"/>
                          <a:pt x="44601" y="17411"/>
                        </a:cubicBezTo>
                        <a:cubicBezTo>
                          <a:pt x="47852" y="23756"/>
                          <a:pt x="49477" y="33268"/>
                          <a:pt x="49477" y="45946"/>
                        </a:cubicBezTo>
                        <a:cubicBezTo>
                          <a:pt x="49477" y="58676"/>
                          <a:pt x="47852" y="68207"/>
                          <a:pt x="44601" y="74540"/>
                        </a:cubicBezTo>
                        <a:cubicBezTo>
                          <a:pt x="41363" y="80885"/>
                          <a:pt x="36500" y="84058"/>
                          <a:pt x="30012" y="84058"/>
                        </a:cubicBezTo>
                        <a:close/>
                        <a:moveTo>
                          <a:pt x="30012" y="93972"/>
                        </a:moveTo>
                        <a:cubicBezTo>
                          <a:pt x="40385" y="93972"/>
                          <a:pt x="48308" y="89868"/>
                          <a:pt x="53779" y="81658"/>
                        </a:cubicBezTo>
                        <a:cubicBezTo>
                          <a:pt x="59250" y="73462"/>
                          <a:pt x="61985" y="61558"/>
                          <a:pt x="61985" y="45946"/>
                        </a:cubicBezTo>
                        <a:cubicBezTo>
                          <a:pt x="61985" y="30373"/>
                          <a:pt x="59250" y="18482"/>
                          <a:pt x="53779" y="10272"/>
                        </a:cubicBezTo>
                        <a:cubicBezTo>
                          <a:pt x="48308" y="2076"/>
                          <a:pt x="40385" y="-2022"/>
                          <a:pt x="30012" y="-2022"/>
                        </a:cubicBezTo>
                        <a:cubicBezTo>
                          <a:pt x="19651" y="-2022"/>
                          <a:pt x="11736" y="2076"/>
                          <a:pt x="6265" y="10272"/>
                        </a:cubicBezTo>
                        <a:cubicBezTo>
                          <a:pt x="794" y="18482"/>
                          <a:pt x="-1942" y="30373"/>
                          <a:pt x="-1942" y="45946"/>
                        </a:cubicBezTo>
                        <a:cubicBezTo>
                          <a:pt x="-1942" y="61558"/>
                          <a:pt x="794" y="73462"/>
                          <a:pt x="6265" y="81658"/>
                        </a:cubicBezTo>
                        <a:cubicBezTo>
                          <a:pt x="11736" y="89868"/>
                          <a:pt x="19651" y="93972"/>
                          <a:pt x="30012" y="9397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29" name="Graphic 176">
                <a:extLst>
                  <a:ext uri="{FF2B5EF4-FFF2-40B4-BE49-F238E27FC236}">
                    <a16:creationId xmlns:a16="http://schemas.microsoft.com/office/drawing/2014/main" id="{B1F36419-5404-B9E1-BF03-9293144A6D81}"/>
                  </a:ext>
                </a:extLst>
              </p:cNvPr>
              <p:cNvGrpSpPr/>
              <p:nvPr/>
            </p:nvGrpSpPr>
            <p:grpSpPr>
              <a:xfrm>
                <a:off x="4158665" y="4415573"/>
                <a:ext cx="321159" cy="95994"/>
                <a:chOff x="4158665" y="4415573"/>
                <a:chExt cx="321159" cy="95994"/>
              </a:xfrm>
              <a:solidFill>
                <a:srgbClr val="000000"/>
              </a:solidFill>
            </p:grpSpPr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B77C2F4A-E4F5-4AF7-8239-C64DE6F8EB86}"/>
                    </a:ext>
                  </a:extLst>
                </p:cNvPr>
                <p:cNvSpPr/>
                <p:nvPr/>
              </p:nvSpPr>
              <p:spPr>
                <a:xfrm>
                  <a:off x="4435423" y="4461550"/>
                  <a:ext cx="44401" cy="12690"/>
                </a:xfrm>
                <a:custGeom>
                  <a:avLst/>
                  <a:gdLst>
                    <a:gd name="connsiteX0" fmla="*/ 44505 w 44401"/>
                    <a:gd name="connsiteY0" fmla="*/ 254 h 12690"/>
                    <a:gd name="connsiteX1" fmla="*/ 103 w 44401"/>
                    <a:gd name="connsiteY1" fmla="*/ 254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505" y="254"/>
                      </a:moveTo>
                      <a:lnTo>
                        <a:pt x="103" y="25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31" name="Graphic 176">
                  <a:extLst>
                    <a:ext uri="{FF2B5EF4-FFF2-40B4-BE49-F238E27FC236}">
                      <a16:creationId xmlns:a16="http://schemas.microsoft.com/office/drawing/2014/main" id="{2B68B0C2-732D-3944-9DFB-CB69AFC4EAEE}"/>
                    </a:ext>
                  </a:extLst>
                </p:cNvPr>
                <p:cNvGrpSpPr/>
                <p:nvPr/>
              </p:nvGrpSpPr>
              <p:grpSpPr>
                <a:xfrm>
                  <a:off x="4158665" y="4415573"/>
                  <a:ext cx="223926" cy="95994"/>
                  <a:chOff x="4158665" y="441557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32" name="Freeform: Shape 231">
                    <a:extLst>
                      <a:ext uri="{FF2B5EF4-FFF2-40B4-BE49-F238E27FC236}">
                        <a16:creationId xmlns:a16="http://schemas.microsoft.com/office/drawing/2014/main" id="{E1A847A4-7CF1-53A2-277A-BC29F4999F74}"/>
                      </a:ext>
                    </a:extLst>
                  </p:cNvPr>
                  <p:cNvSpPr/>
                  <p:nvPr/>
                </p:nvSpPr>
                <p:spPr>
                  <a:xfrm flipV="1">
                    <a:off x="4158665" y="4417238"/>
                    <a:ext cx="59843" cy="94328"/>
                  </a:xfrm>
                  <a:custGeom>
                    <a:avLst/>
                    <a:gdLst>
                      <a:gd name="connsiteX0" fmla="*/ 1982 w 59843"/>
                      <a:gd name="connsiteY0" fmla="*/ 92296 h 94328"/>
                      <a:gd name="connsiteX1" fmla="*/ 51101 w 59843"/>
                      <a:gd name="connsiteY1" fmla="*/ 92296 h 94328"/>
                      <a:gd name="connsiteX2" fmla="*/ 51101 w 59843"/>
                      <a:gd name="connsiteY2" fmla="*/ 81746 h 94328"/>
                      <a:gd name="connsiteX3" fmla="*/ 13439 w 59843"/>
                      <a:gd name="connsiteY3" fmla="*/ 81746 h 94328"/>
                      <a:gd name="connsiteX4" fmla="*/ 13439 w 59843"/>
                      <a:gd name="connsiteY4" fmla="*/ 59081 h 94328"/>
                      <a:gd name="connsiteX5" fmla="*/ 18870 w 59843"/>
                      <a:gd name="connsiteY5" fmla="*/ 60469 h 94328"/>
                      <a:gd name="connsiteX6" fmla="*/ 24341 w 59843"/>
                      <a:gd name="connsiteY6" fmla="*/ 60925 h 94328"/>
                      <a:gd name="connsiteX7" fmla="*/ 48861 w 59843"/>
                      <a:gd name="connsiteY7" fmla="*/ 52438 h 94328"/>
                      <a:gd name="connsiteX8" fmla="*/ 57920 w 59843"/>
                      <a:gd name="connsiteY8" fmla="*/ 29456 h 94328"/>
                      <a:gd name="connsiteX9" fmla="*/ 48623 w 59843"/>
                      <a:gd name="connsiteY9" fmla="*/ 6236 h 94328"/>
                      <a:gd name="connsiteX10" fmla="*/ 22418 w 59843"/>
                      <a:gd name="connsiteY10" fmla="*/ -2033 h 94328"/>
                      <a:gd name="connsiteX11" fmla="*/ 10545 w 59843"/>
                      <a:gd name="connsiteY11" fmla="*/ -1041 h 94328"/>
                      <a:gd name="connsiteX12" fmla="*/ -1923 w 59843"/>
                      <a:gd name="connsiteY12" fmla="*/ 1933 h 94328"/>
                      <a:gd name="connsiteX13" fmla="*/ -1923 w 59843"/>
                      <a:gd name="connsiteY13" fmla="*/ 14525 h 94328"/>
                      <a:gd name="connsiteX14" fmla="*/ 9593 w 59843"/>
                      <a:gd name="connsiteY14" fmla="*/ 10004 h 94328"/>
                      <a:gd name="connsiteX15" fmla="*/ 22161 w 59843"/>
                      <a:gd name="connsiteY15" fmla="*/ 8516 h 94328"/>
                      <a:gd name="connsiteX16" fmla="*/ 39128 w 59843"/>
                      <a:gd name="connsiteY16" fmla="*/ 14148 h 94328"/>
                      <a:gd name="connsiteX17" fmla="*/ 45392 w 59843"/>
                      <a:gd name="connsiteY17" fmla="*/ 29456 h 94328"/>
                      <a:gd name="connsiteX18" fmla="*/ 39128 w 59843"/>
                      <a:gd name="connsiteY18" fmla="*/ 44745 h 94328"/>
                      <a:gd name="connsiteX19" fmla="*/ 22161 w 59843"/>
                      <a:gd name="connsiteY19" fmla="*/ 50396 h 94328"/>
                      <a:gd name="connsiteX20" fmla="*/ 12150 w 59843"/>
                      <a:gd name="connsiteY20" fmla="*/ 49286 h 94328"/>
                      <a:gd name="connsiteX21" fmla="*/ 1982 w 59843"/>
                      <a:gd name="connsiteY21" fmla="*/ 45815 h 94328"/>
                      <a:gd name="connsiteX22" fmla="*/ 1982 w 59843"/>
                      <a:gd name="connsiteY22" fmla="*/ 9229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2" y="92296"/>
                        </a:moveTo>
                        <a:lnTo>
                          <a:pt x="51101" y="92296"/>
                        </a:lnTo>
                        <a:lnTo>
                          <a:pt x="51101" y="81746"/>
                        </a:lnTo>
                        <a:lnTo>
                          <a:pt x="13439" y="81746"/>
                        </a:lnTo>
                        <a:lnTo>
                          <a:pt x="13439" y="59081"/>
                        </a:lnTo>
                        <a:cubicBezTo>
                          <a:pt x="15249" y="59703"/>
                          <a:pt x="17060" y="60165"/>
                          <a:pt x="18870" y="60469"/>
                        </a:cubicBezTo>
                        <a:cubicBezTo>
                          <a:pt x="20694" y="60773"/>
                          <a:pt x="22517" y="60925"/>
                          <a:pt x="24341" y="60925"/>
                        </a:cubicBezTo>
                        <a:cubicBezTo>
                          <a:pt x="34662" y="60925"/>
                          <a:pt x="42835" y="58096"/>
                          <a:pt x="48861" y="52438"/>
                        </a:cubicBezTo>
                        <a:cubicBezTo>
                          <a:pt x="54900" y="46781"/>
                          <a:pt x="57920" y="39120"/>
                          <a:pt x="57920" y="29456"/>
                        </a:cubicBezTo>
                        <a:cubicBezTo>
                          <a:pt x="57920" y="19502"/>
                          <a:pt x="54821" y="11762"/>
                          <a:pt x="48623" y="6236"/>
                        </a:cubicBezTo>
                        <a:cubicBezTo>
                          <a:pt x="42426" y="723"/>
                          <a:pt x="33691" y="-2033"/>
                          <a:pt x="22418" y="-2033"/>
                        </a:cubicBezTo>
                        <a:cubicBezTo>
                          <a:pt x="18533" y="-2033"/>
                          <a:pt x="14575" y="-1702"/>
                          <a:pt x="10545" y="-1041"/>
                        </a:cubicBezTo>
                        <a:cubicBezTo>
                          <a:pt x="6528" y="-380"/>
                          <a:pt x="2371" y="611"/>
                          <a:pt x="-1923" y="1933"/>
                        </a:cubicBezTo>
                        <a:lnTo>
                          <a:pt x="-1923" y="14525"/>
                        </a:lnTo>
                        <a:cubicBezTo>
                          <a:pt x="1790" y="12502"/>
                          <a:pt x="5629" y="10995"/>
                          <a:pt x="9593" y="10004"/>
                        </a:cubicBezTo>
                        <a:cubicBezTo>
                          <a:pt x="13558" y="9012"/>
                          <a:pt x="17747" y="8516"/>
                          <a:pt x="22161" y="8516"/>
                        </a:cubicBezTo>
                        <a:cubicBezTo>
                          <a:pt x="29310" y="8516"/>
                          <a:pt x="34966" y="10394"/>
                          <a:pt x="39128" y="14148"/>
                        </a:cubicBezTo>
                        <a:cubicBezTo>
                          <a:pt x="43304" y="17902"/>
                          <a:pt x="45392" y="23005"/>
                          <a:pt x="45392" y="29456"/>
                        </a:cubicBezTo>
                        <a:cubicBezTo>
                          <a:pt x="45392" y="35894"/>
                          <a:pt x="43304" y="40990"/>
                          <a:pt x="39128" y="44745"/>
                        </a:cubicBezTo>
                        <a:cubicBezTo>
                          <a:pt x="34966" y="48512"/>
                          <a:pt x="29310" y="50396"/>
                          <a:pt x="22161" y="50396"/>
                        </a:cubicBezTo>
                        <a:cubicBezTo>
                          <a:pt x="18817" y="50396"/>
                          <a:pt x="15481" y="50026"/>
                          <a:pt x="12150" y="49286"/>
                        </a:cubicBezTo>
                        <a:cubicBezTo>
                          <a:pt x="8834" y="48545"/>
                          <a:pt x="5444" y="47389"/>
                          <a:pt x="1982" y="45815"/>
                        </a:cubicBezTo>
                        <a:lnTo>
                          <a:pt x="1982" y="922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33" name="Freeform: Shape 232">
                    <a:extLst>
                      <a:ext uri="{FF2B5EF4-FFF2-40B4-BE49-F238E27FC236}">
                        <a16:creationId xmlns:a16="http://schemas.microsoft.com/office/drawing/2014/main" id="{9B2CEBFE-F500-8F68-26A5-2B6926D1D1E6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883" y="4415573"/>
                    <a:ext cx="58713" cy="94189"/>
                  </a:xfrm>
                  <a:custGeom>
                    <a:avLst/>
                    <a:gdLst>
                      <a:gd name="connsiteX0" fmla="*/ 13181 w 58713"/>
                      <a:gd name="connsiteY0" fmla="*/ 8409 h 94189"/>
                      <a:gd name="connsiteX1" fmla="*/ 56850 w 58713"/>
                      <a:gd name="connsiteY1" fmla="*/ 8409 h 94189"/>
                      <a:gd name="connsiteX2" fmla="*/ 56850 w 58713"/>
                      <a:gd name="connsiteY2" fmla="*/ -2121 h 94189"/>
                      <a:gd name="connsiteX3" fmla="*/ -1864 w 58713"/>
                      <a:gd name="connsiteY3" fmla="*/ -2121 h 94189"/>
                      <a:gd name="connsiteX4" fmla="*/ -1864 w 58713"/>
                      <a:gd name="connsiteY4" fmla="*/ 8409 h 94189"/>
                      <a:gd name="connsiteX5" fmla="*/ 17542 w 58713"/>
                      <a:gd name="connsiteY5" fmla="*/ 28199 h 94189"/>
                      <a:gd name="connsiteX6" fmla="*/ 33004 w 58713"/>
                      <a:gd name="connsiteY6" fmla="*/ 44241 h 94189"/>
                      <a:gd name="connsiteX7" fmla="*/ 41389 w 58713"/>
                      <a:gd name="connsiteY7" fmla="*/ 55662 h 94189"/>
                      <a:gd name="connsiteX8" fmla="*/ 43787 w 58713"/>
                      <a:gd name="connsiteY8" fmla="*/ 64863 h 94189"/>
                      <a:gd name="connsiteX9" fmla="*/ 38613 w 58713"/>
                      <a:gd name="connsiteY9" fmla="*/ 76880 h 94189"/>
                      <a:gd name="connsiteX10" fmla="*/ 25134 w 58713"/>
                      <a:gd name="connsiteY10" fmla="*/ 81540 h 94189"/>
                      <a:gd name="connsiteX11" fmla="*/ 12706 w 58713"/>
                      <a:gd name="connsiteY11" fmla="*/ 79497 h 94189"/>
                      <a:gd name="connsiteX12" fmla="*/ -1249 w 58713"/>
                      <a:gd name="connsiteY12" fmla="*/ 73291 h 94189"/>
                      <a:gd name="connsiteX13" fmla="*/ -1249 w 58713"/>
                      <a:gd name="connsiteY13" fmla="*/ 85942 h 94189"/>
                      <a:gd name="connsiteX14" fmla="*/ 12864 w 58713"/>
                      <a:gd name="connsiteY14" fmla="*/ 90522 h 94189"/>
                      <a:gd name="connsiteX15" fmla="*/ 24896 w 58713"/>
                      <a:gd name="connsiteY15" fmla="*/ 92069 h 94189"/>
                      <a:gd name="connsiteX16" fmla="*/ 47811 w 58713"/>
                      <a:gd name="connsiteY16" fmla="*/ 84871 h 94189"/>
                      <a:gd name="connsiteX17" fmla="*/ 56354 w 58713"/>
                      <a:gd name="connsiteY17" fmla="*/ 65676 h 94189"/>
                      <a:gd name="connsiteX18" fmla="*/ 54214 w 58713"/>
                      <a:gd name="connsiteY18" fmla="*/ 54849 h 94189"/>
                      <a:gd name="connsiteX19" fmla="*/ 46443 w 58713"/>
                      <a:gd name="connsiteY19" fmla="*/ 42813 h 94189"/>
                      <a:gd name="connsiteX20" fmla="*/ 36592 w 58713"/>
                      <a:gd name="connsiteY20" fmla="*/ 32422 h 94189"/>
                      <a:gd name="connsiteX21" fmla="*/ 13181 w 58713"/>
                      <a:gd name="connsiteY21" fmla="*/ 8409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81" y="8409"/>
                        </a:moveTo>
                        <a:lnTo>
                          <a:pt x="56850" y="8409"/>
                        </a:lnTo>
                        <a:lnTo>
                          <a:pt x="56850" y="-2121"/>
                        </a:lnTo>
                        <a:lnTo>
                          <a:pt x="-1864" y="-2121"/>
                        </a:lnTo>
                        <a:lnTo>
                          <a:pt x="-1864" y="8409"/>
                        </a:lnTo>
                        <a:cubicBezTo>
                          <a:pt x="2881" y="13327"/>
                          <a:pt x="9349" y="19923"/>
                          <a:pt x="17542" y="28199"/>
                        </a:cubicBezTo>
                        <a:cubicBezTo>
                          <a:pt x="25749" y="36487"/>
                          <a:pt x="30903" y="41835"/>
                          <a:pt x="33004" y="44241"/>
                        </a:cubicBezTo>
                        <a:cubicBezTo>
                          <a:pt x="37008" y="48735"/>
                          <a:pt x="39803" y="52543"/>
                          <a:pt x="41389" y="55662"/>
                        </a:cubicBezTo>
                        <a:cubicBezTo>
                          <a:pt x="42988" y="58782"/>
                          <a:pt x="43787" y="61849"/>
                          <a:pt x="43787" y="64863"/>
                        </a:cubicBezTo>
                        <a:cubicBezTo>
                          <a:pt x="43787" y="69781"/>
                          <a:pt x="42062" y="73786"/>
                          <a:pt x="38613" y="76880"/>
                        </a:cubicBezTo>
                        <a:cubicBezTo>
                          <a:pt x="35164" y="79987"/>
                          <a:pt x="30671" y="81540"/>
                          <a:pt x="25134" y="81540"/>
                        </a:cubicBezTo>
                        <a:cubicBezTo>
                          <a:pt x="21209" y="81540"/>
                          <a:pt x="17067" y="80859"/>
                          <a:pt x="12706" y="79497"/>
                        </a:cubicBezTo>
                        <a:cubicBezTo>
                          <a:pt x="8358" y="78136"/>
                          <a:pt x="3706" y="76067"/>
                          <a:pt x="-1249" y="73291"/>
                        </a:cubicBezTo>
                        <a:lnTo>
                          <a:pt x="-1249" y="85942"/>
                        </a:lnTo>
                        <a:cubicBezTo>
                          <a:pt x="3786" y="87964"/>
                          <a:pt x="8490" y="89491"/>
                          <a:pt x="12864" y="90522"/>
                        </a:cubicBezTo>
                        <a:cubicBezTo>
                          <a:pt x="17252" y="91554"/>
                          <a:pt x="21262" y="92069"/>
                          <a:pt x="24896" y="92069"/>
                        </a:cubicBezTo>
                        <a:cubicBezTo>
                          <a:pt x="34477" y="92069"/>
                          <a:pt x="42115" y="89670"/>
                          <a:pt x="47811" y="84871"/>
                        </a:cubicBezTo>
                        <a:cubicBezTo>
                          <a:pt x="53506" y="80086"/>
                          <a:pt x="56354" y="73687"/>
                          <a:pt x="56354" y="65676"/>
                        </a:cubicBezTo>
                        <a:cubicBezTo>
                          <a:pt x="56354" y="61869"/>
                          <a:pt x="55641" y="58260"/>
                          <a:pt x="54214" y="54849"/>
                        </a:cubicBezTo>
                        <a:cubicBezTo>
                          <a:pt x="52800" y="51452"/>
                          <a:pt x="50209" y="47440"/>
                          <a:pt x="46443" y="42813"/>
                        </a:cubicBezTo>
                        <a:cubicBezTo>
                          <a:pt x="45412" y="41610"/>
                          <a:pt x="42128" y="38146"/>
                          <a:pt x="36592" y="32422"/>
                        </a:cubicBezTo>
                        <a:cubicBezTo>
                          <a:pt x="31068" y="26698"/>
                          <a:pt x="23264" y="18694"/>
                          <a:pt x="13181" y="840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34" name="Freeform: Shape 233">
                    <a:extLst>
                      <a:ext uri="{FF2B5EF4-FFF2-40B4-BE49-F238E27FC236}">
                        <a16:creationId xmlns:a16="http://schemas.microsoft.com/office/drawing/2014/main" id="{D7B5E634-613D-C798-DD66-C70559EC3375}"/>
                      </a:ext>
                    </a:extLst>
                  </p:cNvPr>
                  <p:cNvSpPr/>
                  <p:nvPr/>
                </p:nvSpPr>
                <p:spPr>
                  <a:xfrm flipV="1">
                    <a:off x="4318665" y="4415573"/>
                    <a:ext cx="63926" cy="95994"/>
                  </a:xfrm>
                  <a:custGeom>
                    <a:avLst/>
                    <a:gdLst>
                      <a:gd name="connsiteX0" fmla="*/ 30012 w 63926"/>
                      <a:gd name="connsiteY0" fmla="*/ 84005 h 95994"/>
                      <a:gd name="connsiteX1" fmla="*/ 15482 w 63926"/>
                      <a:gd name="connsiteY1" fmla="*/ 74486 h 95994"/>
                      <a:gd name="connsiteX2" fmla="*/ 10626 w 63926"/>
                      <a:gd name="connsiteY2" fmla="*/ 45892 h 95994"/>
                      <a:gd name="connsiteX3" fmla="*/ 15482 w 63926"/>
                      <a:gd name="connsiteY3" fmla="*/ 17358 h 95994"/>
                      <a:gd name="connsiteX4" fmla="*/ 30012 w 63926"/>
                      <a:gd name="connsiteY4" fmla="*/ 7840 h 95994"/>
                      <a:gd name="connsiteX5" fmla="*/ 44601 w 63926"/>
                      <a:gd name="connsiteY5" fmla="*/ 17358 h 95994"/>
                      <a:gd name="connsiteX6" fmla="*/ 49477 w 63926"/>
                      <a:gd name="connsiteY6" fmla="*/ 45892 h 95994"/>
                      <a:gd name="connsiteX7" fmla="*/ 44601 w 63926"/>
                      <a:gd name="connsiteY7" fmla="*/ 74486 h 95994"/>
                      <a:gd name="connsiteX8" fmla="*/ 30012 w 63926"/>
                      <a:gd name="connsiteY8" fmla="*/ 84005 h 95994"/>
                      <a:gd name="connsiteX9" fmla="*/ 30012 w 63926"/>
                      <a:gd name="connsiteY9" fmla="*/ 93919 h 95994"/>
                      <a:gd name="connsiteX10" fmla="*/ 53779 w 63926"/>
                      <a:gd name="connsiteY10" fmla="*/ 81605 h 95994"/>
                      <a:gd name="connsiteX11" fmla="*/ 61985 w 63926"/>
                      <a:gd name="connsiteY11" fmla="*/ 45892 h 95994"/>
                      <a:gd name="connsiteX12" fmla="*/ 53779 w 63926"/>
                      <a:gd name="connsiteY12" fmla="*/ 10219 h 95994"/>
                      <a:gd name="connsiteX13" fmla="*/ 30012 w 63926"/>
                      <a:gd name="connsiteY13" fmla="*/ -2075 h 95994"/>
                      <a:gd name="connsiteX14" fmla="*/ 6265 w 63926"/>
                      <a:gd name="connsiteY14" fmla="*/ 10219 h 95994"/>
                      <a:gd name="connsiteX15" fmla="*/ -1942 w 63926"/>
                      <a:gd name="connsiteY15" fmla="*/ 45892 h 95994"/>
                      <a:gd name="connsiteX16" fmla="*/ 6265 w 63926"/>
                      <a:gd name="connsiteY16" fmla="*/ 81605 h 95994"/>
                      <a:gd name="connsiteX17" fmla="*/ 30012 w 63926"/>
                      <a:gd name="connsiteY17" fmla="*/ 9391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12" y="84005"/>
                        </a:moveTo>
                        <a:cubicBezTo>
                          <a:pt x="23576" y="84005"/>
                          <a:pt x="18733" y="80832"/>
                          <a:pt x="15482" y="74486"/>
                        </a:cubicBezTo>
                        <a:cubicBezTo>
                          <a:pt x="12245" y="68154"/>
                          <a:pt x="10626" y="58623"/>
                          <a:pt x="10626" y="45892"/>
                        </a:cubicBezTo>
                        <a:cubicBezTo>
                          <a:pt x="10626" y="33215"/>
                          <a:pt x="12245" y="23703"/>
                          <a:pt x="15482" y="17358"/>
                        </a:cubicBezTo>
                        <a:cubicBezTo>
                          <a:pt x="18733" y="11012"/>
                          <a:pt x="23576" y="7840"/>
                          <a:pt x="30012" y="7840"/>
                        </a:cubicBezTo>
                        <a:cubicBezTo>
                          <a:pt x="36500" y="7840"/>
                          <a:pt x="41363" y="11012"/>
                          <a:pt x="44601" y="17358"/>
                        </a:cubicBezTo>
                        <a:cubicBezTo>
                          <a:pt x="47852" y="23703"/>
                          <a:pt x="49477" y="33215"/>
                          <a:pt x="49477" y="45892"/>
                        </a:cubicBezTo>
                        <a:cubicBezTo>
                          <a:pt x="49477" y="58623"/>
                          <a:pt x="47852" y="68154"/>
                          <a:pt x="44601" y="74486"/>
                        </a:cubicBezTo>
                        <a:cubicBezTo>
                          <a:pt x="41363" y="80832"/>
                          <a:pt x="36500" y="84005"/>
                          <a:pt x="30012" y="84005"/>
                        </a:cubicBezTo>
                        <a:close/>
                        <a:moveTo>
                          <a:pt x="30012" y="93919"/>
                        </a:moveTo>
                        <a:cubicBezTo>
                          <a:pt x="40385" y="93919"/>
                          <a:pt x="48308" y="89815"/>
                          <a:pt x="53779" y="81605"/>
                        </a:cubicBezTo>
                        <a:cubicBezTo>
                          <a:pt x="59250" y="73409"/>
                          <a:pt x="61985" y="61505"/>
                          <a:pt x="61985" y="45892"/>
                        </a:cubicBezTo>
                        <a:cubicBezTo>
                          <a:pt x="61985" y="30320"/>
                          <a:pt x="59250" y="18429"/>
                          <a:pt x="53779" y="10219"/>
                        </a:cubicBezTo>
                        <a:cubicBezTo>
                          <a:pt x="48308" y="2023"/>
                          <a:pt x="40385" y="-2075"/>
                          <a:pt x="30012" y="-2075"/>
                        </a:cubicBezTo>
                        <a:cubicBezTo>
                          <a:pt x="19651" y="-2075"/>
                          <a:pt x="11736" y="2023"/>
                          <a:pt x="6265" y="10219"/>
                        </a:cubicBezTo>
                        <a:cubicBezTo>
                          <a:pt x="794" y="18429"/>
                          <a:pt x="-1942" y="30320"/>
                          <a:pt x="-1942" y="45892"/>
                        </a:cubicBezTo>
                        <a:cubicBezTo>
                          <a:pt x="-1942" y="61505"/>
                          <a:pt x="794" y="73409"/>
                          <a:pt x="6265" y="81605"/>
                        </a:cubicBezTo>
                        <a:cubicBezTo>
                          <a:pt x="11736" y="89815"/>
                          <a:pt x="19651" y="93919"/>
                          <a:pt x="30012" y="9391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35" name="Graphic 176">
                <a:extLst>
                  <a:ext uri="{FF2B5EF4-FFF2-40B4-BE49-F238E27FC236}">
                    <a16:creationId xmlns:a16="http://schemas.microsoft.com/office/drawing/2014/main" id="{CEE82D2B-2A64-E6C9-5063-834F47E5EA76}"/>
                  </a:ext>
                </a:extLst>
              </p:cNvPr>
              <p:cNvGrpSpPr/>
              <p:nvPr/>
            </p:nvGrpSpPr>
            <p:grpSpPr>
              <a:xfrm>
                <a:off x="4158665" y="3740129"/>
                <a:ext cx="321159" cy="95994"/>
                <a:chOff x="4158665" y="3740129"/>
                <a:chExt cx="321159" cy="95994"/>
              </a:xfrm>
              <a:solidFill>
                <a:srgbClr val="000000"/>
              </a:solidFill>
            </p:grpSpPr>
            <p:sp>
              <p:nvSpPr>
                <p:cNvPr id="236" name="Freeform: Shape 235">
                  <a:extLst>
                    <a:ext uri="{FF2B5EF4-FFF2-40B4-BE49-F238E27FC236}">
                      <a16:creationId xmlns:a16="http://schemas.microsoft.com/office/drawing/2014/main" id="{9D898B1A-C2F5-1757-A76A-E33B94CDDBCB}"/>
                    </a:ext>
                  </a:extLst>
                </p:cNvPr>
                <p:cNvSpPr/>
                <p:nvPr/>
              </p:nvSpPr>
              <p:spPr>
                <a:xfrm>
                  <a:off x="4435423" y="3786106"/>
                  <a:ext cx="44401" cy="12690"/>
                </a:xfrm>
                <a:custGeom>
                  <a:avLst/>
                  <a:gdLst>
                    <a:gd name="connsiteX0" fmla="*/ 44505 w 44401"/>
                    <a:gd name="connsiteY0" fmla="*/ 201 h 12690"/>
                    <a:gd name="connsiteX1" fmla="*/ 103 w 44401"/>
                    <a:gd name="connsiteY1" fmla="*/ 201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505" y="201"/>
                      </a:moveTo>
                      <a:lnTo>
                        <a:pt x="103" y="201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37" name="Graphic 176">
                  <a:extLst>
                    <a:ext uri="{FF2B5EF4-FFF2-40B4-BE49-F238E27FC236}">
                      <a16:creationId xmlns:a16="http://schemas.microsoft.com/office/drawing/2014/main" id="{DD582887-29C1-FB50-4251-071B2231B341}"/>
                    </a:ext>
                  </a:extLst>
                </p:cNvPr>
                <p:cNvGrpSpPr/>
                <p:nvPr/>
              </p:nvGrpSpPr>
              <p:grpSpPr>
                <a:xfrm>
                  <a:off x="4158665" y="3740129"/>
                  <a:ext cx="223926" cy="95994"/>
                  <a:chOff x="4158665" y="3740129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38" name="Freeform: Shape 237">
                    <a:extLst>
                      <a:ext uri="{FF2B5EF4-FFF2-40B4-BE49-F238E27FC236}">
                        <a16:creationId xmlns:a16="http://schemas.microsoft.com/office/drawing/2014/main" id="{CB4FBEF5-60B5-5362-C553-47FC9E957E2E}"/>
                      </a:ext>
                    </a:extLst>
                  </p:cNvPr>
                  <p:cNvSpPr/>
                  <p:nvPr/>
                </p:nvSpPr>
                <p:spPr>
                  <a:xfrm flipV="1">
                    <a:off x="4158665" y="3741794"/>
                    <a:ext cx="59843" cy="94328"/>
                  </a:xfrm>
                  <a:custGeom>
                    <a:avLst/>
                    <a:gdLst>
                      <a:gd name="connsiteX0" fmla="*/ 1982 w 59843"/>
                      <a:gd name="connsiteY0" fmla="*/ 92242 h 94328"/>
                      <a:gd name="connsiteX1" fmla="*/ 51101 w 59843"/>
                      <a:gd name="connsiteY1" fmla="*/ 92242 h 94328"/>
                      <a:gd name="connsiteX2" fmla="*/ 51101 w 59843"/>
                      <a:gd name="connsiteY2" fmla="*/ 81693 h 94328"/>
                      <a:gd name="connsiteX3" fmla="*/ 13439 w 59843"/>
                      <a:gd name="connsiteY3" fmla="*/ 81693 h 94328"/>
                      <a:gd name="connsiteX4" fmla="*/ 13439 w 59843"/>
                      <a:gd name="connsiteY4" fmla="*/ 59028 h 94328"/>
                      <a:gd name="connsiteX5" fmla="*/ 18870 w 59843"/>
                      <a:gd name="connsiteY5" fmla="*/ 60416 h 94328"/>
                      <a:gd name="connsiteX6" fmla="*/ 24341 w 59843"/>
                      <a:gd name="connsiteY6" fmla="*/ 60872 h 94328"/>
                      <a:gd name="connsiteX7" fmla="*/ 48861 w 59843"/>
                      <a:gd name="connsiteY7" fmla="*/ 52385 h 94328"/>
                      <a:gd name="connsiteX8" fmla="*/ 57920 w 59843"/>
                      <a:gd name="connsiteY8" fmla="*/ 29403 h 94328"/>
                      <a:gd name="connsiteX9" fmla="*/ 48623 w 59843"/>
                      <a:gd name="connsiteY9" fmla="*/ 6183 h 94328"/>
                      <a:gd name="connsiteX10" fmla="*/ 22418 w 59843"/>
                      <a:gd name="connsiteY10" fmla="*/ -2086 h 94328"/>
                      <a:gd name="connsiteX11" fmla="*/ 10545 w 59843"/>
                      <a:gd name="connsiteY11" fmla="*/ -1095 h 94328"/>
                      <a:gd name="connsiteX12" fmla="*/ -1923 w 59843"/>
                      <a:gd name="connsiteY12" fmla="*/ 1880 h 94328"/>
                      <a:gd name="connsiteX13" fmla="*/ -1923 w 59843"/>
                      <a:gd name="connsiteY13" fmla="*/ 14471 h 94328"/>
                      <a:gd name="connsiteX14" fmla="*/ 9593 w 59843"/>
                      <a:gd name="connsiteY14" fmla="*/ 9950 h 94328"/>
                      <a:gd name="connsiteX15" fmla="*/ 22161 w 59843"/>
                      <a:gd name="connsiteY15" fmla="*/ 8463 h 94328"/>
                      <a:gd name="connsiteX16" fmla="*/ 39128 w 59843"/>
                      <a:gd name="connsiteY16" fmla="*/ 14095 h 94328"/>
                      <a:gd name="connsiteX17" fmla="*/ 45392 w 59843"/>
                      <a:gd name="connsiteY17" fmla="*/ 29403 h 94328"/>
                      <a:gd name="connsiteX18" fmla="*/ 39128 w 59843"/>
                      <a:gd name="connsiteY18" fmla="*/ 44691 h 94328"/>
                      <a:gd name="connsiteX19" fmla="*/ 22161 w 59843"/>
                      <a:gd name="connsiteY19" fmla="*/ 50343 h 94328"/>
                      <a:gd name="connsiteX20" fmla="*/ 12150 w 59843"/>
                      <a:gd name="connsiteY20" fmla="*/ 49232 h 94328"/>
                      <a:gd name="connsiteX21" fmla="*/ 1982 w 59843"/>
                      <a:gd name="connsiteY21" fmla="*/ 45762 h 94328"/>
                      <a:gd name="connsiteX22" fmla="*/ 1982 w 59843"/>
                      <a:gd name="connsiteY22" fmla="*/ 92242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2" y="92242"/>
                        </a:moveTo>
                        <a:lnTo>
                          <a:pt x="51101" y="92242"/>
                        </a:lnTo>
                        <a:lnTo>
                          <a:pt x="51101" y="81693"/>
                        </a:lnTo>
                        <a:lnTo>
                          <a:pt x="13439" y="81693"/>
                        </a:lnTo>
                        <a:lnTo>
                          <a:pt x="13439" y="59028"/>
                        </a:lnTo>
                        <a:cubicBezTo>
                          <a:pt x="15249" y="59649"/>
                          <a:pt x="17060" y="60112"/>
                          <a:pt x="18870" y="60416"/>
                        </a:cubicBezTo>
                        <a:cubicBezTo>
                          <a:pt x="20694" y="60720"/>
                          <a:pt x="22517" y="60872"/>
                          <a:pt x="24341" y="60872"/>
                        </a:cubicBezTo>
                        <a:cubicBezTo>
                          <a:pt x="34662" y="60872"/>
                          <a:pt x="42835" y="58043"/>
                          <a:pt x="48861" y="52385"/>
                        </a:cubicBezTo>
                        <a:cubicBezTo>
                          <a:pt x="54900" y="46727"/>
                          <a:pt x="57920" y="39066"/>
                          <a:pt x="57920" y="29403"/>
                        </a:cubicBezTo>
                        <a:cubicBezTo>
                          <a:pt x="57920" y="19449"/>
                          <a:pt x="54821" y="11709"/>
                          <a:pt x="48623" y="6183"/>
                        </a:cubicBezTo>
                        <a:cubicBezTo>
                          <a:pt x="42426" y="670"/>
                          <a:pt x="33691" y="-2086"/>
                          <a:pt x="22418" y="-2086"/>
                        </a:cubicBezTo>
                        <a:cubicBezTo>
                          <a:pt x="18533" y="-2086"/>
                          <a:pt x="14575" y="-1756"/>
                          <a:pt x="10545" y="-1095"/>
                        </a:cubicBezTo>
                        <a:cubicBezTo>
                          <a:pt x="6528" y="-434"/>
                          <a:pt x="2371" y="558"/>
                          <a:pt x="-1923" y="1880"/>
                        </a:cubicBezTo>
                        <a:lnTo>
                          <a:pt x="-1923" y="14471"/>
                        </a:lnTo>
                        <a:cubicBezTo>
                          <a:pt x="1790" y="12449"/>
                          <a:pt x="5629" y="10942"/>
                          <a:pt x="9593" y="9950"/>
                        </a:cubicBezTo>
                        <a:cubicBezTo>
                          <a:pt x="13558" y="8959"/>
                          <a:pt x="17747" y="8463"/>
                          <a:pt x="22161" y="8463"/>
                        </a:cubicBezTo>
                        <a:cubicBezTo>
                          <a:pt x="29310" y="8463"/>
                          <a:pt x="34966" y="10340"/>
                          <a:pt x="39128" y="14095"/>
                        </a:cubicBezTo>
                        <a:cubicBezTo>
                          <a:pt x="43304" y="17849"/>
                          <a:pt x="45392" y="22952"/>
                          <a:pt x="45392" y="29403"/>
                        </a:cubicBezTo>
                        <a:cubicBezTo>
                          <a:pt x="45392" y="35841"/>
                          <a:pt x="43304" y="40937"/>
                          <a:pt x="39128" y="44691"/>
                        </a:cubicBezTo>
                        <a:cubicBezTo>
                          <a:pt x="34966" y="48459"/>
                          <a:pt x="29310" y="50343"/>
                          <a:pt x="22161" y="50343"/>
                        </a:cubicBezTo>
                        <a:cubicBezTo>
                          <a:pt x="18817" y="50343"/>
                          <a:pt x="15481" y="49973"/>
                          <a:pt x="12150" y="49232"/>
                        </a:cubicBezTo>
                        <a:cubicBezTo>
                          <a:pt x="8834" y="48492"/>
                          <a:pt x="5444" y="47335"/>
                          <a:pt x="1982" y="45762"/>
                        </a:cubicBezTo>
                        <a:lnTo>
                          <a:pt x="1982" y="922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39" name="Freeform: Shape 238">
                    <a:extLst>
                      <a:ext uri="{FF2B5EF4-FFF2-40B4-BE49-F238E27FC236}">
                        <a16:creationId xmlns:a16="http://schemas.microsoft.com/office/drawing/2014/main" id="{F31262A6-B854-5205-4A86-47A7E1B8FF9E}"/>
                      </a:ext>
                    </a:extLst>
                  </p:cNvPr>
                  <p:cNvSpPr/>
                  <p:nvPr/>
                </p:nvSpPr>
                <p:spPr>
                  <a:xfrm flipV="1">
                    <a:off x="4239260" y="3740129"/>
                    <a:ext cx="60874" cy="95994"/>
                  </a:xfrm>
                  <a:custGeom>
                    <a:avLst/>
                    <a:gdLst>
                      <a:gd name="connsiteX0" fmla="*/ 39868 w 60874"/>
                      <a:gd name="connsiteY0" fmla="*/ 49567 h 95994"/>
                      <a:gd name="connsiteX1" fmla="*/ 53882 w 60874"/>
                      <a:gd name="connsiteY1" fmla="*/ 41556 h 95994"/>
                      <a:gd name="connsiteX2" fmla="*/ 58937 w 60874"/>
                      <a:gd name="connsiteY2" fmla="*/ 26565 h 95994"/>
                      <a:gd name="connsiteX3" fmla="*/ 49522 w 60874"/>
                      <a:gd name="connsiteY3" fmla="*/ 5367 h 95994"/>
                      <a:gd name="connsiteX4" fmla="*/ 22762 w 60874"/>
                      <a:gd name="connsiteY4" fmla="*/ -2128 h 95994"/>
                      <a:gd name="connsiteX5" fmla="*/ 10789 w 60874"/>
                      <a:gd name="connsiteY5" fmla="*/ -978 h 95994"/>
                      <a:gd name="connsiteX6" fmla="*/ -1937 w 60874"/>
                      <a:gd name="connsiteY6" fmla="*/ 2472 h 95994"/>
                      <a:gd name="connsiteX7" fmla="*/ -1937 w 60874"/>
                      <a:gd name="connsiteY7" fmla="*/ 14548 h 95994"/>
                      <a:gd name="connsiteX8" fmla="*/ 9441 w 60874"/>
                      <a:gd name="connsiteY8" fmla="*/ 9968 h 95994"/>
                      <a:gd name="connsiteX9" fmla="*/ 22405 w 60874"/>
                      <a:gd name="connsiteY9" fmla="*/ 8421 h 95994"/>
                      <a:gd name="connsiteX10" fmla="*/ 40324 w 60874"/>
                      <a:gd name="connsiteY10" fmla="*/ 13061 h 95994"/>
                      <a:gd name="connsiteX11" fmla="*/ 46489 w 60874"/>
                      <a:gd name="connsiteY11" fmla="*/ 26565 h 95994"/>
                      <a:gd name="connsiteX12" fmla="*/ 40760 w 60874"/>
                      <a:gd name="connsiteY12" fmla="*/ 39355 h 95994"/>
                      <a:gd name="connsiteX13" fmla="*/ 24823 w 60874"/>
                      <a:gd name="connsiteY13" fmla="*/ 43975 h 95994"/>
                      <a:gd name="connsiteX14" fmla="*/ 14040 w 60874"/>
                      <a:gd name="connsiteY14" fmla="*/ 43975 h 95994"/>
                      <a:gd name="connsiteX15" fmla="*/ 14040 w 60874"/>
                      <a:gd name="connsiteY15" fmla="*/ 54267 h 95994"/>
                      <a:gd name="connsiteX16" fmla="*/ 25319 w 60874"/>
                      <a:gd name="connsiteY16" fmla="*/ 54267 h 95994"/>
                      <a:gd name="connsiteX17" fmla="*/ 39432 w 60874"/>
                      <a:gd name="connsiteY17" fmla="*/ 57955 h 95994"/>
                      <a:gd name="connsiteX18" fmla="*/ 44328 w 60874"/>
                      <a:gd name="connsiteY18" fmla="*/ 68583 h 95994"/>
                      <a:gd name="connsiteX19" fmla="*/ 39273 w 60874"/>
                      <a:gd name="connsiteY19" fmla="*/ 79509 h 95994"/>
                      <a:gd name="connsiteX20" fmla="*/ 24823 w 60874"/>
                      <a:gd name="connsiteY20" fmla="*/ 83337 h 95994"/>
                      <a:gd name="connsiteX21" fmla="*/ 13782 w 60874"/>
                      <a:gd name="connsiteY21" fmla="*/ 82206 h 95994"/>
                      <a:gd name="connsiteX22" fmla="*/ 838 w 60874"/>
                      <a:gd name="connsiteY22" fmla="*/ 78756 h 95994"/>
                      <a:gd name="connsiteX23" fmla="*/ 838 w 60874"/>
                      <a:gd name="connsiteY23" fmla="*/ 89900 h 95994"/>
                      <a:gd name="connsiteX24" fmla="*/ 14198 w 60874"/>
                      <a:gd name="connsiteY24" fmla="*/ 92875 h 95994"/>
                      <a:gd name="connsiteX25" fmla="*/ 25933 w 60874"/>
                      <a:gd name="connsiteY25" fmla="*/ 93866 h 95994"/>
                      <a:gd name="connsiteX26" fmla="*/ 48471 w 60874"/>
                      <a:gd name="connsiteY26" fmla="*/ 87382 h 95994"/>
                      <a:gd name="connsiteX27" fmla="*/ 56776 w 60874"/>
                      <a:gd name="connsiteY27" fmla="*/ 69892 h 95994"/>
                      <a:gd name="connsiteX28" fmla="*/ 52376 w 60874"/>
                      <a:gd name="connsiteY28" fmla="*/ 56904 h 95994"/>
                      <a:gd name="connsiteX29" fmla="*/ 39868 w 60874"/>
                      <a:gd name="connsiteY29" fmla="*/ 49567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874" h="95994">
                        <a:moveTo>
                          <a:pt x="39868" y="49567"/>
                        </a:moveTo>
                        <a:cubicBezTo>
                          <a:pt x="45854" y="48285"/>
                          <a:pt x="50526" y="45614"/>
                          <a:pt x="53882" y="41556"/>
                        </a:cubicBezTo>
                        <a:cubicBezTo>
                          <a:pt x="57252" y="37511"/>
                          <a:pt x="58937" y="32514"/>
                          <a:pt x="58937" y="26565"/>
                        </a:cubicBezTo>
                        <a:cubicBezTo>
                          <a:pt x="58937" y="17443"/>
                          <a:pt x="55799" y="10378"/>
                          <a:pt x="49522" y="5367"/>
                        </a:cubicBezTo>
                        <a:cubicBezTo>
                          <a:pt x="43244" y="370"/>
                          <a:pt x="34324" y="-2128"/>
                          <a:pt x="22762" y="-2128"/>
                        </a:cubicBezTo>
                        <a:cubicBezTo>
                          <a:pt x="18890" y="-2128"/>
                          <a:pt x="14899" y="-1745"/>
                          <a:pt x="10789" y="-978"/>
                        </a:cubicBezTo>
                        <a:cubicBezTo>
                          <a:pt x="6679" y="-211"/>
                          <a:pt x="2437" y="939"/>
                          <a:pt x="-1937" y="2472"/>
                        </a:cubicBezTo>
                        <a:lnTo>
                          <a:pt x="-1937" y="14548"/>
                        </a:lnTo>
                        <a:cubicBezTo>
                          <a:pt x="1525" y="12526"/>
                          <a:pt x="5318" y="10999"/>
                          <a:pt x="9441" y="9968"/>
                        </a:cubicBezTo>
                        <a:cubicBezTo>
                          <a:pt x="13577" y="8937"/>
                          <a:pt x="17899" y="8421"/>
                          <a:pt x="22405" y="8421"/>
                        </a:cubicBezTo>
                        <a:cubicBezTo>
                          <a:pt x="30241" y="8421"/>
                          <a:pt x="36214" y="9968"/>
                          <a:pt x="40324" y="13061"/>
                        </a:cubicBezTo>
                        <a:cubicBezTo>
                          <a:pt x="44434" y="16155"/>
                          <a:pt x="46489" y="20656"/>
                          <a:pt x="46489" y="26565"/>
                        </a:cubicBezTo>
                        <a:cubicBezTo>
                          <a:pt x="46489" y="32025"/>
                          <a:pt x="44579" y="36288"/>
                          <a:pt x="40760" y="39355"/>
                        </a:cubicBezTo>
                        <a:cubicBezTo>
                          <a:pt x="36941" y="42435"/>
                          <a:pt x="31629" y="43975"/>
                          <a:pt x="24823" y="43975"/>
                        </a:cubicBezTo>
                        <a:lnTo>
                          <a:pt x="14040" y="43975"/>
                        </a:lnTo>
                        <a:lnTo>
                          <a:pt x="14040" y="54267"/>
                        </a:lnTo>
                        <a:lnTo>
                          <a:pt x="25319" y="54267"/>
                        </a:lnTo>
                        <a:cubicBezTo>
                          <a:pt x="31463" y="54267"/>
                          <a:pt x="36168" y="55496"/>
                          <a:pt x="39432" y="57955"/>
                        </a:cubicBezTo>
                        <a:cubicBezTo>
                          <a:pt x="42696" y="60414"/>
                          <a:pt x="44328" y="63957"/>
                          <a:pt x="44328" y="68583"/>
                        </a:cubicBezTo>
                        <a:cubicBezTo>
                          <a:pt x="44328" y="73329"/>
                          <a:pt x="42643" y="76971"/>
                          <a:pt x="39273" y="79509"/>
                        </a:cubicBezTo>
                        <a:cubicBezTo>
                          <a:pt x="35917" y="82061"/>
                          <a:pt x="31100" y="83337"/>
                          <a:pt x="24823" y="83337"/>
                        </a:cubicBezTo>
                        <a:cubicBezTo>
                          <a:pt x="21387" y="83337"/>
                          <a:pt x="17707" y="82960"/>
                          <a:pt x="13782" y="82206"/>
                        </a:cubicBezTo>
                        <a:cubicBezTo>
                          <a:pt x="9857" y="81466"/>
                          <a:pt x="5543" y="80316"/>
                          <a:pt x="838" y="78756"/>
                        </a:cubicBezTo>
                        <a:lnTo>
                          <a:pt x="838" y="89900"/>
                        </a:lnTo>
                        <a:cubicBezTo>
                          <a:pt x="5595" y="91222"/>
                          <a:pt x="10049" y="92214"/>
                          <a:pt x="14198" y="92875"/>
                        </a:cubicBezTo>
                        <a:cubicBezTo>
                          <a:pt x="18348" y="93535"/>
                          <a:pt x="22259" y="93866"/>
                          <a:pt x="25933" y="93866"/>
                        </a:cubicBezTo>
                        <a:cubicBezTo>
                          <a:pt x="35434" y="93866"/>
                          <a:pt x="42947" y="91705"/>
                          <a:pt x="48471" y="87382"/>
                        </a:cubicBezTo>
                        <a:cubicBezTo>
                          <a:pt x="54008" y="83072"/>
                          <a:pt x="56776" y="77242"/>
                          <a:pt x="56776" y="69892"/>
                        </a:cubicBezTo>
                        <a:cubicBezTo>
                          <a:pt x="56776" y="64763"/>
                          <a:pt x="55310" y="60434"/>
                          <a:pt x="52376" y="56904"/>
                        </a:cubicBezTo>
                        <a:cubicBezTo>
                          <a:pt x="49442" y="53374"/>
                          <a:pt x="45273" y="50929"/>
                          <a:pt x="39868" y="4956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40" name="Freeform: Shape 239">
                    <a:extLst>
                      <a:ext uri="{FF2B5EF4-FFF2-40B4-BE49-F238E27FC236}">
                        <a16:creationId xmlns:a16="http://schemas.microsoft.com/office/drawing/2014/main" id="{71F2032C-BB73-3661-9863-E46169F5AE40}"/>
                      </a:ext>
                    </a:extLst>
                  </p:cNvPr>
                  <p:cNvSpPr/>
                  <p:nvPr/>
                </p:nvSpPr>
                <p:spPr>
                  <a:xfrm flipV="1">
                    <a:off x="4318665" y="3740129"/>
                    <a:ext cx="63926" cy="95994"/>
                  </a:xfrm>
                  <a:custGeom>
                    <a:avLst/>
                    <a:gdLst>
                      <a:gd name="connsiteX0" fmla="*/ 30012 w 63926"/>
                      <a:gd name="connsiteY0" fmla="*/ 83951 h 95994"/>
                      <a:gd name="connsiteX1" fmla="*/ 15482 w 63926"/>
                      <a:gd name="connsiteY1" fmla="*/ 74433 h 95994"/>
                      <a:gd name="connsiteX2" fmla="*/ 10626 w 63926"/>
                      <a:gd name="connsiteY2" fmla="*/ 45839 h 95994"/>
                      <a:gd name="connsiteX3" fmla="*/ 15482 w 63926"/>
                      <a:gd name="connsiteY3" fmla="*/ 17305 h 95994"/>
                      <a:gd name="connsiteX4" fmla="*/ 30012 w 63926"/>
                      <a:gd name="connsiteY4" fmla="*/ 7787 h 95994"/>
                      <a:gd name="connsiteX5" fmla="*/ 44601 w 63926"/>
                      <a:gd name="connsiteY5" fmla="*/ 17305 h 95994"/>
                      <a:gd name="connsiteX6" fmla="*/ 49477 w 63926"/>
                      <a:gd name="connsiteY6" fmla="*/ 45839 h 95994"/>
                      <a:gd name="connsiteX7" fmla="*/ 44601 w 63926"/>
                      <a:gd name="connsiteY7" fmla="*/ 74433 h 95994"/>
                      <a:gd name="connsiteX8" fmla="*/ 30012 w 63926"/>
                      <a:gd name="connsiteY8" fmla="*/ 83951 h 95994"/>
                      <a:gd name="connsiteX9" fmla="*/ 30012 w 63926"/>
                      <a:gd name="connsiteY9" fmla="*/ 93866 h 95994"/>
                      <a:gd name="connsiteX10" fmla="*/ 53779 w 63926"/>
                      <a:gd name="connsiteY10" fmla="*/ 81552 h 95994"/>
                      <a:gd name="connsiteX11" fmla="*/ 61985 w 63926"/>
                      <a:gd name="connsiteY11" fmla="*/ 45839 h 95994"/>
                      <a:gd name="connsiteX12" fmla="*/ 53779 w 63926"/>
                      <a:gd name="connsiteY12" fmla="*/ 10166 h 95994"/>
                      <a:gd name="connsiteX13" fmla="*/ 30012 w 63926"/>
                      <a:gd name="connsiteY13" fmla="*/ -2128 h 95994"/>
                      <a:gd name="connsiteX14" fmla="*/ 6265 w 63926"/>
                      <a:gd name="connsiteY14" fmla="*/ 10166 h 95994"/>
                      <a:gd name="connsiteX15" fmla="*/ -1942 w 63926"/>
                      <a:gd name="connsiteY15" fmla="*/ 45839 h 95994"/>
                      <a:gd name="connsiteX16" fmla="*/ 6265 w 63926"/>
                      <a:gd name="connsiteY16" fmla="*/ 81552 h 95994"/>
                      <a:gd name="connsiteX17" fmla="*/ 30012 w 63926"/>
                      <a:gd name="connsiteY17" fmla="*/ 9386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12" y="83951"/>
                        </a:moveTo>
                        <a:cubicBezTo>
                          <a:pt x="23576" y="83951"/>
                          <a:pt x="18733" y="80779"/>
                          <a:pt x="15482" y="74433"/>
                        </a:cubicBezTo>
                        <a:cubicBezTo>
                          <a:pt x="12245" y="68101"/>
                          <a:pt x="10626" y="58570"/>
                          <a:pt x="10626" y="45839"/>
                        </a:cubicBezTo>
                        <a:cubicBezTo>
                          <a:pt x="10626" y="33162"/>
                          <a:pt x="12245" y="23650"/>
                          <a:pt x="15482" y="17305"/>
                        </a:cubicBezTo>
                        <a:cubicBezTo>
                          <a:pt x="18733" y="10959"/>
                          <a:pt x="23576" y="7787"/>
                          <a:pt x="30012" y="7787"/>
                        </a:cubicBezTo>
                        <a:cubicBezTo>
                          <a:pt x="36500" y="7787"/>
                          <a:pt x="41363" y="10959"/>
                          <a:pt x="44601" y="17305"/>
                        </a:cubicBezTo>
                        <a:cubicBezTo>
                          <a:pt x="47852" y="23650"/>
                          <a:pt x="49477" y="33162"/>
                          <a:pt x="49477" y="45839"/>
                        </a:cubicBezTo>
                        <a:cubicBezTo>
                          <a:pt x="49477" y="58570"/>
                          <a:pt x="47852" y="68101"/>
                          <a:pt x="44601" y="74433"/>
                        </a:cubicBezTo>
                        <a:cubicBezTo>
                          <a:pt x="41363" y="80779"/>
                          <a:pt x="36500" y="83951"/>
                          <a:pt x="30012" y="83951"/>
                        </a:cubicBezTo>
                        <a:close/>
                        <a:moveTo>
                          <a:pt x="30012" y="93866"/>
                        </a:moveTo>
                        <a:cubicBezTo>
                          <a:pt x="40385" y="93866"/>
                          <a:pt x="48308" y="89761"/>
                          <a:pt x="53779" y="81552"/>
                        </a:cubicBezTo>
                        <a:cubicBezTo>
                          <a:pt x="59250" y="73356"/>
                          <a:pt x="61985" y="61451"/>
                          <a:pt x="61985" y="45839"/>
                        </a:cubicBezTo>
                        <a:cubicBezTo>
                          <a:pt x="61985" y="30267"/>
                          <a:pt x="59250" y="18375"/>
                          <a:pt x="53779" y="10166"/>
                        </a:cubicBezTo>
                        <a:cubicBezTo>
                          <a:pt x="48308" y="1970"/>
                          <a:pt x="40385" y="-2128"/>
                          <a:pt x="30012" y="-2128"/>
                        </a:cubicBezTo>
                        <a:cubicBezTo>
                          <a:pt x="19651" y="-2128"/>
                          <a:pt x="11736" y="1970"/>
                          <a:pt x="6265" y="10166"/>
                        </a:cubicBezTo>
                        <a:cubicBezTo>
                          <a:pt x="794" y="18375"/>
                          <a:pt x="-1942" y="30267"/>
                          <a:pt x="-1942" y="45839"/>
                        </a:cubicBezTo>
                        <a:cubicBezTo>
                          <a:pt x="-1942" y="61451"/>
                          <a:pt x="794" y="73356"/>
                          <a:pt x="6265" y="81552"/>
                        </a:cubicBezTo>
                        <a:cubicBezTo>
                          <a:pt x="11736" y="89761"/>
                          <a:pt x="19651" y="93866"/>
                          <a:pt x="30012" y="9386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41" name="Graphic 176">
                <a:extLst>
                  <a:ext uri="{FF2B5EF4-FFF2-40B4-BE49-F238E27FC236}">
                    <a16:creationId xmlns:a16="http://schemas.microsoft.com/office/drawing/2014/main" id="{042A359E-66AC-6C64-22FA-DFAD23F2BCC4}"/>
                  </a:ext>
                </a:extLst>
              </p:cNvPr>
              <p:cNvGrpSpPr/>
              <p:nvPr/>
            </p:nvGrpSpPr>
            <p:grpSpPr>
              <a:xfrm>
                <a:off x="4158665" y="3064698"/>
                <a:ext cx="321159" cy="95994"/>
                <a:chOff x="4158665" y="3064698"/>
                <a:chExt cx="321159" cy="95994"/>
              </a:xfrm>
              <a:solidFill>
                <a:srgbClr val="000000"/>
              </a:solidFill>
            </p:grpSpPr>
            <p:sp>
              <p:nvSpPr>
                <p:cNvPr id="242" name="Freeform: Shape 241">
                  <a:extLst>
                    <a:ext uri="{FF2B5EF4-FFF2-40B4-BE49-F238E27FC236}">
                      <a16:creationId xmlns:a16="http://schemas.microsoft.com/office/drawing/2014/main" id="{C8373746-4B7C-C951-C4FA-B78DCE3A45F4}"/>
                    </a:ext>
                  </a:extLst>
                </p:cNvPr>
                <p:cNvSpPr/>
                <p:nvPr/>
              </p:nvSpPr>
              <p:spPr>
                <a:xfrm>
                  <a:off x="4435423" y="3110675"/>
                  <a:ext cx="44401" cy="12690"/>
                </a:xfrm>
                <a:custGeom>
                  <a:avLst/>
                  <a:gdLst>
                    <a:gd name="connsiteX0" fmla="*/ 44505 w 44401"/>
                    <a:gd name="connsiteY0" fmla="*/ 148 h 12690"/>
                    <a:gd name="connsiteX1" fmla="*/ 103 w 44401"/>
                    <a:gd name="connsiteY1" fmla="*/ 148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505" y="148"/>
                      </a:moveTo>
                      <a:lnTo>
                        <a:pt x="103" y="148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43" name="Graphic 176">
                  <a:extLst>
                    <a:ext uri="{FF2B5EF4-FFF2-40B4-BE49-F238E27FC236}">
                      <a16:creationId xmlns:a16="http://schemas.microsoft.com/office/drawing/2014/main" id="{C53C20B0-08B7-A207-76BA-0F387640BB1D}"/>
                    </a:ext>
                  </a:extLst>
                </p:cNvPr>
                <p:cNvGrpSpPr/>
                <p:nvPr/>
              </p:nvGrpSpPr>
              <p:grpSpPr>
                <a:xfrm>
                  <a:off x="4158665" y="3064698"/>
                  <a:ext cx="223926" cy="95994"/>
                  <a:chOff x="4158665" y="306469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44" name="Freeform: Shape 243">
                    <a:extLst>
                      <a:ext uri="{FF2B5EF4-FFF2-40B4-BE49-F238E27FC236}">
                        <a16:creationId xmlns:a16="http://schemas.microsoft.com/office/drawing/2014/main" id="{714455F1-6A74-A992-839E-D06C4DD25888}"/>
                      </a:ext>
                    </a:extLst>
                  </p:cNvPr>
                  <p:cNvSpPr/>
                  <p:nvPr/>
                </p:nvSpPr>
                <p:spPr>
                  <a:xfrm flipV="1">
                    <a:off x="4158665" y="3066363"/>
                    <a:ext cx="59843" cy="94328"/>
                  </a:xfrm>
                  <a:custGeom>
                    <a:avLst/>
                    <a:gdLst>
                      <a:gd name="connsiteX0" fmla="*/ 1982 w 59843"/>
                      <a:gd name="connsiteY0" fmla="*/ 92189 h 94328"/>
                      <a:gd name="connsiteX1" fmla="*/ 51101 w 59843"/>
                      <a:gd name="connsiteY1" fmla="*/ 92189 h 94328"/>
                      <a:gd name="connsiteX2" fmla="*/ 51101 w 59843"/>
                      <a:gd name="connsiteY2" fmla="*/ 81640 h 94328"/>
                      <a:gd name="connsiteX3" fmla="*/ 13439 w 59843"/>
                      <a:gd name="connsiteY3" fmla="*/ 81640 h 94328"/>
                      <a:gd name="connsiteX4" fmla="*/ 13439 w 59843"/>
                      <a:gd name="connsiteY4" fmla="*/ 58975 h 94328"/>
                      <a:gd name="connsiteX5" fmla="*/ 18870 w 59843"/>
                      <a:gd name="connsiteY5" fmla="*/ 60363 h 94328"/>
                      <a:gd name="connsiteX6" fmla="*/ 24341 w 59843"/>
                      <a:gd name="connsiteY6" fmla="*/ 60819 h 94328"/>
                      <a:gd name="connsiteX7" fmla="*/ 48861 w 59843"/>
                      <a:gd name="connsiteY7" fmla="*/ 52332 h 94328"/>
                      <a:gd name="connsiteX8" fmla="*/ 57920 w 59843"/>
                      <a:gd name="connsiteY8" fmla="*/ 29350 h 94328"/>
                      <a:gd name="connsiteX9" fmla="*/ 48623 w 59843"/>
                      <a:gd name="connsiteY9" fmla="*/ 6130 h 94328"/>
                      <a:gd name="connsiteX10" fmla="*/ 22418 w 59843"/>
                      <a:gd name="connsiteY10" fmla="*/ -2139 h 94328"/>
                      <a:gd name="connsiteX11" fmla="*/ 10545 w 59843"/>
                      <a:gd name="connsiteY11" fmla="*/ -1148 h 94328"/>
                      <a:gd name="connsiteX12" fmla="*/ -1923 w 59843"/>
                      <a:gd name="connsiteY12" fmla="*/ 1827 h 94328"/>
                      <a:gd name="connsiteX13" fmla="*/ -1923 w 59843"/>
                      <a:gd name="connsiteY13" fmla="*/ 14418 h 94328"/>
                      <a:gd name="connsiteX14" fmla="*/ 9593 w 59843"/>
                      <a:gd name="connsiteY14" fmla="*/ 9897 h 94328"/>
                      <a:gd name="connsiteX15" fmla="*/ 22161 w 59843"/>
                      <a:gd name="connsiteY15" fmla="*/ 8410 h 94328"/>
                      <a:gd name="connsiteX16" fmla="*/ 39128 w 59843"/>
                      <a:gd name="connsiteY16" fmla="*/ 14041 h 94328"/>
                      <a:gd name="connsiteX17" fmla="*/ 45392 w 59843"/>
                      <a:gd name="connsiteY17" fmla="*/ 29350 h 94328"/>
                      <a:gd name="connsiteX18" fmla="*/ 39128 w 59843"/>
                      <a:gd name="connsiteY18" fmla="*/ 44638 h 94328"/>
                      <a:gd name="connsiteX19" fmla="*/ 22161 w 59843"/>
                      <a:gd name="connsiteY19" fmla="*/ 50290 h 94328"/>
                      <a:gd name="connsiteX20" fmla="*/ 12150 w 59843"/>
                      <a:gd name="connsiteY20" fmla="*/ 49179 h 94328"/>
                      <a:gd name="connsiteX21" fmla="*/ 1982 w 59843"/>
                      <a:gd name="connsiteY21" fmla="*/ 45709 h 94328"/>
                      <a:gd name="connsiteX22" fmla="*/ 1982 w 59843"/>
                      <a:gd name="connsiteY22" fmla="*/ 92189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2" y="92189"/>
                        </a:moveTo>
                        <a:lnTo>
                          <a:pt x="51101" y="92189"/>
                        </a:lnTo>
                        <a:lnTo>
                          <a:pt x="51101" y="81640"/>
                        </a:lnTo>
                        <a:lnTo>
                          <a:pt x="13439" y="81640"/>
                        </a:lnTo>
                        <a:lnTo>
                          <a:pt x="13439" y="58975"/>
                        </a:lnTo>
                        <a:cubicBezTo>
                          <a:pt x="15249" y="59596"/>
                          <a:pt x="17060" y="60059"/>
                          <a:pt x="18870" y="60363"/>
                        </a:cubicBezTo>
                        <a:cubicBezTo>
                          <a:pt x="20694" y="60667"/>
                          <a:pt x="22517" y="60819"/>
                          <a:pt x="24341" y="60819"/>
                        </a:cubicBezTo>
                        <a:cubicBezTo>
                          <a:pt x="34662" y="60819"/>
                          <a:pt x="42835" y="57990"/>
                          <a:pt x="48861" y="52332"/>
                        </a:cubicBezTo>
                        <a:cubicBezTo>
                          <a:pt x="54900" y="46674"/>
                          <a:pt x="57920" y="39013"/>
                          <a:pt x="57920" y="29350"/>
                        </a:cubicBezTo>
                        <a:cubicBezTo>
                          <a:pt x="57920" y="19395"/>
                          <a:pt x="54821" y="11655"/>
                          <a:pt x="48623" y="6130"/>
                        </a:cubicBezTo>
                        <a:cubicBezTo>
                          <a:pt x="42426" y="617"/>
                          <a:pt x="33691" y="-2139"/>
                          <a:pt x="22418" y="-2139"/>
                        </a:cubicBezTo>
                        <a:cubicBezTo>
                          <a:pt x="18533" y="-2139"/>
                          <a:pt x="14575" y="-1809"/>
                          <a:pt x="10545" y="-1148"/>
                        </a:cubicBezTo>
                        <a:cubicBezTo>
                          <a:pt x="6528" y="-487"/>
                          <a:pt x="2371" y="505"/>
                          <a:pt x="-1923" y="1827"/>
                        </a:cubicBezTo>
                        <a:lnTo>
                          <a:pt x="-1923" y="14418"/>
                        </a:lnTo>
                        <a:cubicBezTo>
                          <a:pt x="1790" y="12396"/>
                          <a:pt x="5629" y="10889"/>
                          <a:pt x="9593" y="9897"/>
                        </a:cubicBezTo>
                        <a:cubicBezTo>
                          <a:pt x="13558" y="8906"/>
                          <a:pt x="17747" y="8410"/>
                          <a:pt x="22161" y="8410"/>
                        </a:cubicBezTo>
                        <a:cubicBezTo>
                          <a:pt x="29310" y="8410"/>
                          <a:pt x="34966" y="10287"/>
                          <a:pt x="39128" y="14041"/>
                        </a:cubicBezTo>
                        <a:cubicBezTo>
                          <a:pt x="43304" y="17796"/>
                          <a:pt x="45392" y="22899"/>
                          <a:pt x="45392" y="29350"/>
                        </a:cubicBezTo>
                        <a:cubicBezTo>
                          <a:pt x="45392" y="35788"/>
                          <a:pt x="43304" y="40884"/>
                          <a:pt x="39128" y="44638"/>
                        </a:cubicBezTo>
                        <a:cubicBezTo>
                          <a:pt x="34966" y="48406"/>
                          <a:pt x="29310" y="50290"/>
                          <a:pt x="22161" y="50290"/>
                        </a:cubicBezTo>
                        <a:cubicBezTo>
                          <a:pt x="18817" y="50290"/>
                          <a:pt x="15481" y="49919"/>
                          <a:pt x="12150" y="49179"/>
                        </a:cubicBezTo>
                        <a:cubicBezTo>
                          <a:pt x="8834" y="48439"/>
                          <a:pt x="5444" y="47282"/>
                          <a:pt x="1982" y="45709"/>
                        </a:cubicBezTo>
                        <a:lnTo>
                          <a:pt x="1982" y="9218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45" name="Freeform: Shape 244">
                    <a:extLst>
                      <a:ext uri="{FF2B5EF4-FFF2-40B4-BE49-F238E27FC236}">
                        <a16:creationId xmlns:a16="http://schemas.microsoft.com/office/drawing/2014/main" id="{9EE80986-6A6A-1FAA-3AEC-16D42E38A898}"/>
                      </a:ext>
                    </a:extLst>
                  </p:cNvPr>
                  <p:cNvSpPr/>
                  <p:nvPr/>
                </p:nvSpPr>
                <p:spPr>
                  <a:xfrm flipV="1">
                    <a:off x="4235791" y="3066363"/>
                    <a:ext cx="67395" cy="92524"/>
                  </a:xfrm>
                  <a:custGeom>
                    <a:avLst/>
                    <a:gdLst>
                      <a:gd name="connsiteX0" fmla="*/ 39819 w 67395"/>
                      <a:gd name="connsiteY0" fmla="*/ 79433 h 92524"/>
                      <a:gd name="connsiteX1" fmla="*/ 8223 w 67395"/>
                      <a:gd name="connsiteY1" fmla="*/ 30038 h 92524"/>
                      <a:gd name="connsiteX2" fmla="*/ 39819 w 67395"/>
                      <a:gd name="connsiteY2" fmla="*/ 30038 h 92524"/>
                      <a:gd name="connsiteX3" fmla="*/ 39819 w 67395"/>
                      <a:gd name="connsiteY3" fmla="*/ 79433 h 92524"/>
                      <a:gd name="connsiteX4" fmla="*/ 36529 w 67395"/>
                      <a:gd name="connsiteY4" fmla="*/ 90339 h 92524"/>
                      <a:gd name="connsiteX5" fmla="*/ 52267 w 67395"/>
                      <a:gd name="connsiteY5" fmla="*/ 90339 h 92524"/>
                      <a:gd name="connsiteX6" fmla="*/ 52267 w 67395"/>
                      <a:gd name="connsiteY6" fmla="*/ 30038 h 92524"/>
                      <a:gd name="connsiteX7" fmla="*/ 65469 w 67395"/>
                      <a:gd name="connsiteY7" fmla="*/ 30038 h 92524"/>
                      <a:gd name="connsiteX8" fmla="*/ 65469 w 67395"/>
                      <a:gd name="connsiteY8" fmla="*/ 19627 h 92524"/>
                      <a:gd name="connsiteX9" fmla="*/ 52267 w 67395"/>
                      <a:gd name="connsiteY9" fmla="*/ 19627 h 92524"/>
                      <a:gd name="connsiteX10" fmla="*/ 52267 w 67395"/>
                      <a:gd name="connsiteY10" fmla="*/ -2185 h 92524"/>
                      <a:gd name="connsiteX11" fmla="*/ 39819 w 67395"/>
                      <a:gd name="connsiteY11" fmla="*/ -2185 h 92524"/>
                      <a:gd name="connsiteX12" fmla="*/ 39819 w 67395"/>
                      <a:gd name="connsiteY12" fmla="*/ 19627 h 92524"/>
                      <a:gd name="connsiteX13" fmla="*/ -1926 w 67395"/>
                      <a:gd name="connsiteY13" fmla="*/ 19627 h 92524"/>
                      <a:gd name="connsiteX14" fmla="*/ -1926 w 67395"/>
                      <a:gd name="connsiteY14" fmla="*/ 31704 h 92524"/>
                      <a:gd name="connsiteX15" fmla="*/ 36529 w 67395"/>
                      <a:gd name="connsiteY15" fmla="*/ 90339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819" y="79433"/>
                        </a:moveTo>
                        <a:lnTo>
                          <a:pt x="8223" y="30038"/>
                        </a:lnTo>
                        <a:lnTo>
                          <a:pt x="39819" y="30038"/>
                        </a:lnTo>
                        <a:lnTo>
                          <a:pt x="39819" y="79433"/>
                        </a:lnTo>
                        <a:close/>
                        <a:moveTo>
                          <a:pt x="36529" y="90339"/>
                        </a:moveTo>
                        <a:lnTo>
                          <a:pt x="52267" y="90339"/>
                        </a:lnTo>
                        <a:lnTo>
                          <a:pt x="52267" y="30038"/>
                        </a:lnTo>
                        <a:lnTo>
                          <a:pt x="65469" y="30038"/>
                        </a:lnTo>
                        <a:lnTo>
                          <a:pt x="65469" y="19627"/>
                        </a:lnTo>
                        <a:lnTo>
                          <a:pt x="52267" y="19627"/>
                        </a:lnTo>
                        <a:lnTo>
                          <a:pt x="52267" y="-2185"/>
                        </a:lnTo>
                        <a:lnTo>
                          <a:pt x="39819" y="-2185"/>
                        </a:lnTo>
                        <a:lnTo>
                          <a:pt x="39819" y="19627"/>
                        </a:lnTo>
                        <a:lnTo>
                          <a:pt x="-1926" y="19627"/>
                        </a:lnTo>
                        <a:lnTo>
                          <a:pt x="-1926" y="31704"/>
                        </a:lnTo>
                        <a:lnTo>
                          <a:pt x="36529" y="903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46" name="Freeform: Shape 245">
                    <a:extLst>
                      <a:ext uri="{FF2B5EF4-FFF2-40B4-BE49-F238E27FC236}">
                        <a16:creationId xmlns:a16="http://schemas.microsoft.com/office/drawing/2014/main" id="{016C5A82-69F2-5CC5-A78B-5DEC4AD182FC}"/>
                      </a:ext>
                    </a:extLst>
                  </p:cNvPr>
                  <p:cNvSpPr/>
                  <p:nvPr/>
                </p:nvSpPr>
                <p:spPr>
                  <a:xfrm flipV="1">
                    <a:off x="4318665" y="3064698"/>
                    <a:ext cx="63926" cy="95994"/>
                  </a:xfrm>
                  <a:custGeom>
                    <a:avLst/>
                    <a:gdLst>
                      <a:gd name="connsiteX0" fmla="*/ 30012 w 63926"/>
                      <a:gd name="connsiteY0" fmla="*/ 83898 h 95994"/>
                      <a:gd name="connsiteX1" fmla="*/ 15482 w 63926"/>
                      <a:gd name="connsiteY1" fmla="*/ 74380 h 95994"/>
                      <a:gd name="connsiteX2" fmla="*/ 10626 w 63926"/>
                      <a:gd name="connsiteY2" fmla="*/ 45786 h 95994"/>
                      <a:gd name="connsiteX3" fmla="*/ 15482 w 63926"/>
                      <a:gd name="connsiteY3" fmla="*/ 17251 h 95994"/>
                      <a:gd name="connsiteX4" fmla="*/ 30012 w 63926"/>
                      <a:gd name="connsiteY4" fmla="*/ 7733 h 95994"/>
                      <a:gd name="connsiteX5" fmla="*/ 44601 w 63926"/>
                      <a:gd name="connsiteY5" fmla="*/ 17251 h 95994"/>
                      <a:gd name="connsiteX6" fmla="*/ 49477 w 63926"/>
                      <a:gd name="connsiteY6" fmla="*/ 45786 h 95994"/>
                      <a:gd name="connsiteX7" fmla="*/ 44601 w 63926"/>
                      <a:gd name="connsiteY7" fmla="*/ 74380 h 95994"/>
                      <a:gd name="connsiteX8" fmla="*/ 30012 w 63926"/>
                      <a:gd name="connsiteY8" fmla="*/ 83898 h 95994"/>
                      <a:gd name="connsiteX9" fmla="*/ 30012 w 63926"/>
                      <a:gd name="connsiteY9" fmla="*/ 93813 h 95994"/>
                      <a:gd name="connsiteX10" fmla="*/ 53779 w 63926"/>
                      <a:gd name="connsiteY10" fmla="*/ 81499 h 95994"/>
                      <a:gd name="connsiteX11" fmla="*/ 61985 w 63926"/>
                      <a:gd name="connsiteY11" fmla="*/ 45786 h 95994"/>
                      <a:gd name="connsiteX12" fmla="*/ 53779 w 63926"/>
                      <a:gd name="connsiteY12" fmla="*/ 10113 h 95994"/>
                      <a:gd name="connsiteX13" fmla="*/ 30012 w 63926"/>
                      <a:gd name="connsiteY13" fmla="*/ -2181 h 95994"/>
                      <a:gd name="connsiteX14" fmla="*/ 6265 w 63926"/>
                      <a:gd name="connsiteY14" fmla="*/ 10113 h 95994"/>
                      <a:gd name="connsiteX15" fmla="*/ -1942 w 63926"/>
                      <a:gd name="connsiteY15" fmla="*/ 45786 h 95994"/>
                      <a:gd name="connsiteX16" fmla="*/ 6265 w 63926"/>
                      <a:gd name="connsiteY16" fmla="*/ 81499 h 95994"/>
                      <a:gd name="connsiteX17" fmla="*/ 30012 w 63926"/>
                      <a:gd name="connsiteY17" fmla="*/ 9381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12" y="83898"/>
                        </a:moveTo>
                        <a:cubicBezTo>
                          <a:pt x="23576" y="83898"/>
                          <a:pt x="18733" y="80725"/>
                          <a:pt x="15482" y="74380"/>
                        </a:cubicBezTo>
                        <a:cubicBezTo>
                          <a:pt x="12245" y="68048"/>
                          <a:pt x="10626" y="58516"/>
                          <a:pt x="10626" y="45786"/>
                        </a:cubicBezTo>
                        <a:cubicBezTo>
                          <a:pt x="10626" y="33108"/>
                          <a:pt x="12245" y="23597"/>
                          <a:pt x="15482" y="17251"/>
                        </a:cubicBezTo>
                        <a:cubicBezTo>
                          <a:pt x="18733" y="10906"/>
                          <a:pt x="23576" y="7733"/>
                          <a:pt x="30012" y="7733"/>
                        </a:cubicBezTo>
                        <a:cubicBezTo>
                          <a:pt x="36500" y="7733"/>
                          <a:pt x="41363" y="10906"/>
                          <a:pt x="44601" y="17251"/>
                        </a:cubicBezTo>
                        <a:cubicBezTo>
                          <a:pt x="47852" y="23597"/>
                          <a:pt x="49477" y="33108"/>
                          <a:pt x="49477" y="45786"/>
                        </a:cubicBezTo>
                        <a:cubicBezTo>
                          <a:pt x="49477" y="58516"/>
                          <a:pt x="47852" y="68048"/>
                          <a:pt x="44601" y="74380"/>
                        </a:cubicBezTo>
                        <a:cubicBezTo>
                          <a:pt x="41363" y="80725"/>
                          <a:pt x="36500" y="83898"/>
                          <a:pt x="30012" y="83898"/>
                        </a:cubicBezTo>
                        <a:close/>
                        <a:moveTo>
                          <a:pt x="30012" y="93813"/>
                        </a:moveTo>
                        <a:cubicBezTo>
                          <a:pt x="40385" y="93813"/>
                          <a:pt x="48308" y="89708"/>
                          <a:pt x="53779" y="81499"/>
                        </a:cubicBezTo>
                        <a:cubicBezTo>
                          <a:pt x="59250" y="73303"/>
                          <a:pt x="61985" y="61398"/>
                          <a:pt x="61985" y="45786"/>
                        </a:cubicBezTo>
                        <a:cubicBezTo>
                          <a:pt x="61985" y="30213"/>
                          <a:pt x="59250" y="18322"/>
                          <a:pt x="53779" y="10113"/>
                        </a:cubicBezTo>
                        <a:cubicBezTo>
                          <a:pt x="48308" y="1917"/>
                          <a:pt x="40385" y="-2181"/>
                          <a:pt x="30012" y="-2181"/>
                        </a:cubicBezTo>
                        <a:cubicBezTo>
                          <a:pt x="19651" y="-2181"/>
                          <a:pt x="11736" y="1917"/>
                          <a:pt x="6265" y="10113"/>
                        </a:cubicBezTo>
                        <a:cubicBezTo>
                          <a:pt x="794" y="18322"/>
                          <a:pt x="-1942" y="30213"/>
                          <a:pt x="-1942" y="45786"/>
                        </a:cubicBezTo>
                        <a:cubicBezTo>
                          <a:pt x="-1942" y="61398"/>
                          <a:pt x="794" y="73303"/>
                          <a:pt x="6265" y="81499"/>
                        </a:cubicBezTo>
                        <a:cubicBezTo>
                          <a:pt x="11736" y="89708"/>
                          <a:pt x="19651" y="93813"/>
                          <a:pt x="30012" y="938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47" name="Graphic 176">
                <a:extLst>
                  <a:ext uri="{FF2B5EF4-FFF2-40B4-BE49-F238E27FC236}">
                    <a16:creationId xmlns:a16="http://schemas.microsoft.com/office/drawing/2014/main" id="{3301BA7B-9989-93D5-F954-28008F33085D}"/>
                  </a:ext>
                </a:extLst>
              </p:cNvPr>
              <p:cNvGrpSpPr/>
              <p:nvPr/>
            </p:nvGrpSpPr>
            <p:grpSpPr>
              <a:xfrm>
                <a:off x="4158665" y="2389262"/>
                <a:ext cx="321159" cy="95994"/>
                <a:chOff x="4158665" y="2389262"/>
                <a:chExt cx="321159" cy="95994"/>
              </a:xfrm>
              <a:solidFill>
                <a:srgbClr val="000000"/>
              </a:solidFill>
            </p:grpSpPr>
            <p:sp>
              <p:nvSpPr>
                <p:cNvPr id="248" name="Freeform: Shape 247">
                  <a:extLst>
                    <a:ext uri="{FF2B5EF4-FFF2-40B4-BE49-F238E27FC236}">
                      <a16:creationId xmlns:a16="http://schemas.microsoft.com/office/drawing/2014/main" id="{AD38775C-CC38-3635-9172-24422123AD2F}"/>
                    </a:ext>
                  </a:extLst>
                </p:cNvPr>
                <p:cNvSpPr/>
                <p:nvPr/>
              </p:nvSpPr>
              <p:spPr>
                <a:xfrm>
                  <a:off x="4435423" y="2435236"/>
                  <a:ext cx="44401" cy="12690"/>
                </a:xfrm>
                <a:custGeom>
                  <a:avLst/>
                  <a:gdLst>
                    <a:gd name="connsiteX0" fmla="*/ 44505 w 44401"/>
                    <a:gd name="connsiteY0" fmla="*/ 95 h 12690"/>
                    <a:gd name="connsiteX1" fmla="*/ 103 w 44401"/>
                    <a:gd name="connsiteY1" fmla="*/ 9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505" y="95"/>
                      </a:moveTo>
                      <a:lnTo>
                        <a:pt x="103" y="9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49" name="Graphic 176">
                  <a:extLst>
                    <a:ext uri="{FF2B5EF4-FFF2-40B4-BE49-F238E27FC236}">
                      <a16:creationId xmlns:a16="http://schemas.microsoft.com/office/drawing/2014/main" id="{1707CA64-B151-7C3A-7200-D7A369F90011}"/>
                    </a:ext>
                  </a:extLst>
                </p:cNvPr>
                <p:cNvGrpSpPr/>
                <p:nvPr/>
              </p:nvGrpSpPr>
              <p:grpSpPr>
                <a:xfrm>
                  <a:off x="4158665" y="2389262"/>
                  <a:ext cx="223926" cy="95994"/>
                  <a:chOff x="4158665" y="2389262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50" name="Freeform: Shape 249">
                    <a:extLst>
                      <a:ext uri="{FF2B5EF4-FFF2-40B4-BE49-F238E27FC236}">
                        <a16:creationId xmlns:a16="http://schemas.microsoft.com/office/drawing/2014/main" id="{F97C2D16-714F-347F-39B6-59D463B0019C}"/>
                      </a:ext>
                    </a:extLst>
                  </p:cNvPr>
                  <p:cNvSpPr/>
                  <p:nvPr/>
                </p:nvSpPr>
                <p:spPr>
                  <a:xfrm flipV="1">
                    <a:off x="4158665" y="2390927"/>
                    <a:ext cx="59843" cy="94328"/>
                  </a:xfrm>
                  <a:custGeom>
                    <a:avLst/>
                    <a:gdLst>
                      <a:gd name="connsiteX0" fmla="*/ 1982 w 59843"/>
                      <a:gd name="connsiteY0" fmla="*/ 92136 h 94328"/>
                      <a:gd name="connsiteX1" fmla="*/ 51101 w 59843"/>
                      <a:gd name="connsiteY1" fmla="*/ 92136 h 94328"/>
                      <a:gd name="connsiteX2" fmla="*/ 51101 w 59843"/>
                      <a:gd name="connsiteY2" fmla="*/ 81587 h 94328"/>
                      <a:gd name="connsiteX3" fmla="*/ 13439 w 59843"/>
                      <a:gd name="connsiteY3" fmla="*/ 81587 h 94328"/>
                      <a:gd name="connsiteX4" fmla="*/ 13439 w 59843"/>
                      <a:gd name="connsiteY4" fmla="*/ 58922 h 94328"/>
                      <a:gd name="connsiteX5" fmla="*/ 18870 w 59843"/>
                      <a:gd name="connsiteY5" fmla="*/ 60310 h 94328"/>
                      <a:gd name="connsiteX6" fmla="*/ 24341 w 59843"/>
                      <a:gd name="connsiteY6" fmla="*/ 60766 h 94328"/>
                      <a:gd name="connsiteX7" fmla="*/ 48861 w 59843"/>
                      <a:gd name="connsiteY7" fmla="*/ 52279 h 94328"/>
                      <a:gd name="connsiteX8" fmla="*/ 57920 w 59843"/>
                      <a:gd name="connsiteY8" fmla="*/ 29297 h 94328"/>
                      <a:gd name="connsiteX9" fmla="*/ 48623 w 59843"/>
                      <a:gd name="connsiteY9" fmla="*/ 6076 h 94328"/>
                      <a:gd name="connsiteX10" fmla="*/ 22418 w 59843"/>
                      <a:gd name="connsiteY10" fmla="*/ -2193 h 94328"/>
                      <a:gd name="connsiteX11" fmla="*/ 10545 w 59843"/>
                      <a:gd name="connsiteY11" fmla="*/ -1201 h 94328"/>
                      <a:gd name="connsiteX12" fmla="*/ -1923 w 59843"/>
                      <a:gd name="connsiteY12" fmla="*/ 1773 h 94328"/>
                      <a:gd name="connsiteX13" fmla="*/ -1923 w 59843"/>
                      <a:gd name="connsiteY13" fmla="*/ 14365 h 94328"/>
                      <a:gd name="connsiteX14" fmla="*/ 9593 w 59843"/>
                      <a:gd name="connsiteY14" fmla="*/ 9844 h 94328"/>
                      <a:gd name="connsiteX15" fmla="*/ 22161 w 59843"/>
                      <a:gd name="connsiteY15" fmla="*/ 8357 h 94328"/>
                      <a:gd name="connsiteX16" fmla="*/ 39128 w 59843"/>
                      <a:gd name="connsiteY16" fmla="*/ 13988 h 94328"/>
                      <a:gd name="connsiteX17" fmla="*/ 45392 w 59843"/>
                      <a:gd name="connsiteY17" fmla="*/ 29297 h 94328"/>
                      <a:gd name="connsiteX18" fmla="*/ 39128 w 59843"/>
                      <a:gd name="connsiteY18" fmla="*/ 44585 h 94328"/>
                      <a:gd name="connsiteX19" fmla="*/ 22161 w 59843"/>
                      <a:gd name="connsiteY19" fmla="*/ 50236 h 94328"/>
                      <a:gd name="connsiteX20" fmla="*/ 12150 w 59843"/>
                      <a:gd name="connsiteY20" fmla="*/ 49126 h 94328"/>
                      <a:gd name="connsiteX21" fmla="*/ 1982 w 59843"/>
                      <a:gd name="connsiteY21" fmla="*/ 45656 h 94328"/>
                      <a:gd name="connsiteX22" fmla="*/ 1982 w 59843"/>
                      <a:gd name="connsiteY22" fmla="*/ 9213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2" y="92136"/>
                        </a:moveTo>
                        <a:lnTo>
                          <a:pt x="51101" y="92136"/>
                        </a:lnTo>
                        <a:lnTo>
                          <a:pt x="51101" y="81587"/>
                        </a:lnTo>
                        <a:lnTo>
                          <a:pt x="13439" y="81587"/>
                        </a:lnTo>
                        <a:lnTo>
                          <a:pt x="13439" y="58922"/>
                        </a:lnTo>
                        <a:cubicBezTo>
                          <a:pt x="15249" y="59543"/>
                          <a:pt x="17060" y="60006"/>
                          <a:pt x="18870" y="60310"/>
                        </a:cubicBezTo>
                        <a:cubicBezTo>
                          <a:pt x="20694" y="60614"/>
                          <a:pt x="22517" y="60766"/>
                          <a:pt x="24341" y="60766"/>
                        </a:cubicBezTo>
                        <a:cubicBezTo>
                          <a:pt x="34662" y="60766"/>
                          <a:pt x="42835" y="57937"/>
                          <a:pt x="48861" y="52279"/>
                        </a:cubicBezTo>
                        <a:cubicBezTo>
                          <a:pt x="54900" y="46621"/>
                          <a:pt x="57920" y="38960"/>
                          <a:pt x="57920" y="29297"/>
                        </a:cubicBezTo>
                        <a:cubicBezTo>
                          <a:pt x="57920" y="19342"/>
                          <a:pt x="54821" y="11602"/>
                          <a:pt x="48623" y="6076"/>
                        </a:cubicBezTo>
                        <a:cubicBezTo>
                          <a:pt x="42426" y="564"/>
                          <a:pt x="33691" y="-2193"/>
                          <a:pt x="22418" y="-2193"/>
                        </a:cubicBezTo>
                        <a:cubicBezTo>
                          <a:pt x="18533" y="-2193"/>
                          <a:pt x="14575" y="-1862"/>
                          <a:pt x="10545" y="-1201"/>
                        </a:cubicBezTo>
                        <a:cubicBezTo>
                          <a:pt x="6528" y="-540"/>
                          <a:pt x="2371" y="451"/>
                          <a:pt x="-1923" y="1773"/>
                        </a:cubicBezTo>
                        <a:lnTo>
                          <a:pt x="-1923" y="14365"/>
                        </a:lnTo>
                        <a:cubicBezTo>
                          <a:pt x="1790" y="12342"/>
                          <a:pt x="5629" y="10835"/>
                          <a:pt x="9593" y="9844"/>
                        </a:cubicBezTo>
                        <a:cubicBezTo>
                          <a:pt x="13558" y="8852"/>
                          <a:pt x="17747" y="8357"/>
                          <a:pt x="22161" y="8357"/>
                        </a:cubicBezTo>
                        <a:cubicBezTo>
                          <a:pt x="29310" y="8357"/>
                          <a:pt x="34966" y="10234"/>
                          <a:pt x="39128" y="13988"/>
                        </a:cubicBezTo>
                        <a:cubicBezTo>
                          <a:pt x="43304" y="17743"/>
                          <a:pt x="45392" y="22845"/>
                          <a:pt x="45392" y="29297"/>
                        </a:cubicBezTo>
                        <a:cubicBezTo>
                          <a:pt x="45392" y="35735"/>
                          <a:pt x="43304" y="40831"/>
                          <a:pt x="39128" y="44585"/>
                        </a:cubicBezTo>
                        <a:cubicBezTo>
                          <a:pt x="34966" y="48353"/>
                          <a:pt x="29310" y="50236"/>
                          <a:pt x="22161" y="50236"/>
                        </a:cubicBezTo>
                        <a:cubicBezTo>
                          <a:pt x="18817" y="50236"/>
                          <a:pt x="15481" y="49866"/>
                          <a:pt x="12150" y="49126"/>
                        </a:cubicBezTo>
                        <a:cubicBezTo>
                          <a:pt x="8834" y="48386"/>
                          <a:pt x="5444" y="47229"/>
                          <a:pt x="1982" y="45656"/>
                        </a:cubicBezTo>
                        <a:lnTo>
                          <a:pt x="1982" y="921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1" name="Freeform: Shape 250">
                    <a:extLst>
                      <a:ext uri="{FF2B5EF4-FFF2-40B4-BE49-F238E27FC236}">
                        <a16:creationId xmlns:a16="http://schemas.microsoft.com/office/drawing/2014/main" id="{990C81BE-1295-4C8A-200E-BB3B898BD53F}"/>
                      </a:ext>
                    </a:extLst>
                  </p:cNvPr>
                  <p:cNvSpPr/>
                  <p:nvPr/>
                </p:nvSpPr>
                <p:spPr>
                  <a:xfrm flipV="1">
                    <a:off x="4239379" y="2390927"/>
                    <a:ext cx="59843" cy="94328"/>
                  </a:xfrm>
                  <a:custGeom>
                    <a:avLst/>
                    <a:gdLst>
                      <a:gd name="connsiteX0" fmla="*/ 1988 w 59843"/>
                      <a:gd name="connsiteY0" fmla="*/ 92136 h 94328"/>
                      <a:gd name="connsiteX1" fmla="*/ 51107 w 59843"/>
                      <a:gd name="connsiteY1" fmla="*/ 92136 h 94328"/>
                      <a:gd name="connsiteX2" fmla="*/ 51107 w 59843"/>
                      <a:gd name="connsiteY2" fmla="*/ 81587 h 94328"/>
                      <a:gd name="connsiteX3" fmla="*/ 13445 w 59843"/>
                      <a:gd name="connsiteY3" fmla="*/ 81587 h 94328"/>
                      <a:gd name="connsiteX4" fmla="*/ 13445 w 59843"/>
                      <a:gd name="connsiteY4" fmla="*/ 58922 h 94328"/>
                      <a:gd name="connsiteX5" fmla="*/ 18877 w 59843"/>
                      <a:gd name="connsiteY5" fmla="*/ 60310 h 94328"/>
                      <a:gd name="connsiteX6" fmla="*/ 24347 w 59843"/>
                      <a:gd name="connsiteY6" fmla="*/ 60766 h 94328"/>
                      <a:gd name="connsiteX7" fmla="*/ 48868 w 59843"/>
                      <a:gd name="connsiteY7" fmla="*/ 52279 h 94328"/>
                      <a:gd name="connsiteX8" fmla="*/ 57926 w 59843"/>
                      <a:gd name="connsiteY8" fmla="*/ 29297 h 94328"/>
                      <a:gd name="connsiteX9" fmla="*/ 48630 w 59843"/>
                      <a:gd name="connsiteY9" fmla="*/ 6076 h 94328"/>
                      <a:gd name="connsiteX10" fmla="*/ 22425 w 59843"/>
                      <a:gd name="connsiteY10" fmla="*/ -2193 h 94328"/>
                      <a:gd name="connsiteX11" fmla="*/ 10551 w 59843"/>
                      <a:gd name="connsiteY11" fmla="*/ -1201 h 94328"/>
                      <a:gd name="connsiteX12" fmla="*/ -1917 w 59843"/>
                      <a:gd name="connsiteY12" fmla="*/ 1773 h 94328"/>
                      <a:gd name="connsiteX13" fmla="*/ -1917 w 59843"/>
                      <a:gd name="connsiteY13" fmla="*/ 14365 h 94328"/>
                      <a:gd name="connsiteX14" fmla="*/ 9600 w 59843"/>
                      <a:gd name="connsiteY14" fmla="*/ 9844 h 94328"/>
                      <a:gd name="connsiteX15" fmla="*/ 22167 w 59843"/>
                      <a:gd name="connsiteY15" fmla="*/ 8357 h 94328"/>
                      <a:gd name="connsiteX16" fmla="*/ 39135 w 59843"/>
                      <a:gd name="connsiteY16" fmla="*/ 13988 h 94328"/>
                      <a:gd name="connsiteX17" fmla="*/ 45399 w 59843"/>
                      <a:gd name="connsiteY17" fmla="*/ 29297 h 94328"/>
                      <a:gd name="connsiteX18" fmla="*/ 39135 w 59843"/>
                      <a:gd name="connsiteY18" fmla="*/ 44585 h 94328"/>
                      <a:gd name="connsiteX19" fmla="*/ 22167 w 59843"/>
                      <a:gd name="connsiteY19" fmla="*/ 50236 h 94328"/>
                      <a:gd name="connsiteX20" fmla="*/ 12157 w 59843"/>
                      <a:gd name="connsiteY20" fmla="*/ 49126 h 94328"/>
                      <a:gd name="connsiteX21" fmla="*/ 1988 w 59843"/>
                      <a:gd name="connsiteY21" fmla="*/ 45656 h 94328"/>
                      <a:gd name="connsiteX22" fmla="*/ 1988 w 59843"/>
                      <a:gd name="connsiteY22" fmla="*/ 9213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8" y="92136"/>
                        </a:moveTo>
                        <a:lnTo>
                          <a:pt x="51107" y="92136"/>
                        </a:lnTo>
                        <a:lnTo>
                          <a:pt x="51107" y="81587"/>
                        </a:lnTo>
                        <a:lnTo>
                          <a:pt x="13445" y="81587"/>
                        </a:lnTo>
                        <a:lnTo>
                          <a:pt x="13445" y="58922"/>
                        </a:lnTo>
                        <a:cubicBezTo>
                          <a:pt x="15256" y="59543"/>
                          <a:pt x="17066" y="60006"/>
                          <a:pt x="18877" y="60310"/>
                        </a:cubicBezTo>
                        <a:cubicBezTo>
                          <a:pt x="20700" y="60614"/>
                          <a:pt x="22524" y="60766"/>
                          <a:pt x="24347" y="60766"/>
                        </a:cubicBezTo>
                        <a:cubicBezTo>
                          <a:pt x="34668" y="60766"/>
                          <a:pt x="42842" y="57937"/>
                          <a:pt x="48868" y="52279"/>
                        </a:cubicBezTo>
                        <a:cubicBezTo>
                          <a:pt x="54907" y="46621"/>
                          <a:pt x="57926" y="38960"/>
                          <a:pt x="57926" y="29297"/>
                        </a:cubicBezTo>
                        <a:cubicBezTo>
                          <a:pt x="57926" y="19342"/>
                          <a:pt x="54828" y="11602"/>
                          <a:pt x="48630" y="6076"/>
                        </a:cubicBezTo>
                        <a:cubicBezTo>
                          <a:pt x="42432" y="564"/>
                          <a:pt x="33697" y="-2193"/>
                          <a:pt x="22425" y="-2193"/>
                        </a:cubicBezTo>
                        <a:cubicBezTo>
                          <a:pt x="18540" y="-2193"/>
                          <a:pt x="14582" y="-1862"/>
                          <a:pt x="10551" y="-1201"/>
                        </a:cubicBezTo>
                        <a:cubicBezTo>
                          <a:pt x="6534" y="-540"/>
                          <a:pt x="2378" y="451"/>
                          <a:pt x="-1917" y="1773"/>
                        </a:cubicBezTo>
                        <a:lnTo>
                          <a:pt x="-1917" y="14365"/>
                        </a:lnTo>
                        <a:cubicBezTo>
                          <a:pt x="1796" y="12342"/>
                          <a:pt x="5635" y="10835"/>
                          <a:pt x="9600" y="9844"/>
                        </a:cubicBezTo>
                        <a:cubicBezTo>
                          <a:pt x="13564" y="8852"/>
                          <a:pt x="17753" y="8357"/>
                          <a:pt x="22167" y="8357"/>
                        </a:cubicBezTo>
                        <a:cubicBezTo>
                          <a:pt x="29316" y="8357"/>
                          <a:pt x="34972" y="10234"/>
                          <a:pt x="39135" y="13988"/>
                        </a:cubicBezTo>
                        <a:cubicBezTo>
                          <a:pt x="43311" y="17743"/>
                          <a:pt x="45399" y="22845"/>
                          <a:pt x="45399" y="29297"/>
                        </a:cubicBezTo>
                        <a:cubicBezTo>
                          <a:pt x="45399" y="35735"/>
                          <a:pt x="43311" y="40831"/>
                          <a:pt x="39135" y="44585"/>
                        </a:cubicBezTo>
                        <a:cubicBezTo>
                          <a:pt x="34972" y="48353"/>
                          <a:pt x="29316" y="50236"/>
                          <a:pt x="22167" y="50236"/>
                        </a:cubicBezTo>
                        <a:cubicBezTo>
                          <a:pt x="18824" y="50236"/>
                          <a:pt x="15487" y="49866"/>
                          <a:pt x="12157" y="49126"/>
                        </a:cubicBezTo>
                        <a:cubicBezTo>
                          <a:pt x="8840" y="48386"/>
                          <a:pt x="5450" y="47229"/>
                          <a:pt x="1988" y="45656"/>
                        </a:cubicBezTo>
                        <a:lnTo>
                          <a:pt x="1988" y="921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2" name="Freeform: Shape 251">
                    <a:extLst>
                      <a:ext uri="{FF2B5EF4-FFF2-40B4-BE49-F238E27FC236}">
                        <a16:creationId xmlns:a16="http://schemas.microsoft.com/office/drawing/2014/main" id="{3A9BFBB1-C792-7747-3ED0-D193569AA7D9}"/>
                      </a:ext>
                    </a:extLst>
                  </p:cNvPr>
                  <p:cNvSpPr/>
                  <p:nvPr/>
                </p:nvSpPr>
                <p:spPr>
                  <a:xfrm flipV="1">
                    <a:off x="4318665" y="2389262"/>
                    <a:ext cx="63926" cy="95994"/>
                  </a:xfrm>
                  <a:custGeom>
                    <a:avLst/>
                    <a:gdLst>
                      <a:gd name="connsiteX0" fmla="*/ 30012 w 63926"/>
                      <a:gd name="connsiteY0" fmla="*/ 83845 h 95994"/>
                      <a:gd name="connsiteX1" fmla="*/ 15482 w 63926"/>
                      <a:gd name="connsiteY1" fmla="*/ 74327 h 95994"/>
                      <a:gd name="connsiteX2" fmla="*/ 10626 w 63926"/>
                      <a:gd name="connsiteY2" fmla="*/ 45733 h 95994"/>
                      <a:gd name="connsiteX3" fmla="*/ 15482 w 63926"/>
                      <a:gd name="connsiteY3" fmla="*/ 17198 h 95994"/>
                      <a:gd name="connsiteX4" fmla="*/ 30012 w 63926"/>
                      <a:gd name="connsiteY4" fmla="*/ 7680 h 95994"/>
                      <a:gd name="connsiteX5" fmla="*/ 44601 w 63926"/>
                      <a:gd name="connsiteY5" fmla="*/ 17198 h 95994"/>
                      <a:gd name="connsiteX6" fmla="*/ 49477 w 63926"/>
                      <a:gd name="connsiteY6" fmla="*/ 45733 h 95994"/>
                      <a:gd name="connsiteX7" fmla="*/ 44601 w 63926"/>
                      <a:gd name="connsiteY7" fmla="*/ 74327 h 95994"/>
                      <a:gd name="connsiteX8" fmla="*/ 30012 w 63926"/>
                      <a:gd name="connsiteY8" fmla="*/ 83845 h 95994"/>
                      <a:gd name="connsiteX9" fmla="*/ 30012 w 63926"/>
                      <a:gd name="connsiteY9" fmla="*/ 93760 h 95994"/>
                      <a:gd name="connsiteX10" fmla="*/ 53779 w 63926"/>
                      <a:gd name="connsiteY10" fmla="*/ 81445 h 95994"/>
                      <a:gd name="connsiteX11" fmla="*/ 61985 w 63926"/>
                      <a:gd name="connsiteY11" fmla="*/ 45733 h 95994"/>
                      <a:gd name="connsiteX12" fmla="*/ 53779 w 63926"/>
                      <a:gd name="connsiteY12" fmla="*/ 10060 h 95994"/>
                      <a:gd name="connsiteX13" fmla="*/ 30012 w 63926"/>
                      <a:gd name="connsiteY13" fmla="*/ -2235 h 95994"/>
                      <a:gd name="connsiteX14" fmla="*/ 6265 w 63926"/>
                      <a:gd name="connsiteY14" fmla="*/ 10060 h 95994"/>
                      <a:gd name="connsiteX15" fmla="*/ -1942 w 63926"/>
                      <a:gd name="connsiteY15" fmla="*/ 45733 h 95994"/>
                      <a:gd name="connsiteX16" fmla="*/ 6265 w 63926"/>
                      <a:gd name="connsiteY16" fmla="*/ 81445 h 95994"/>
                      <a:gd name="connsiteX17" fmla="*/ 30012 w 63926"/>
                      <a:gd name="connsiteY17" fmla="*/ 9376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12" y="83845"/>
                        </a:moveTo>
                        <a:cubicBezTo>
                          <a:pt x="23576" y="83845"/>
                          <a:pt x="18733" y="80672"/>
                          <a:pt x="15482" y="74327"/>
                        </a:cubicBezTo>
                        <a:cubicBezTo>
                          <a:pt x="12245" y="67995"/>
                          <a:pt x="10626" y="58463"/>
                          <a:pt x="10626" y="45733"/>
                        </a:cubicBezTo>
                        <a:cubicBezTo>
                          <a:pt x="10626" y="33055"/>
                          <a:pt x="12245" y="23544"/>
                          <a:pt x="15482" y="17198"/>
                        </a:cubicBezTo>
                        <a:cubicBezTo>
                          <a:pt x="18733" y="10853"/>
                          <a:pt x="23576" y="7680"/>
                          <a:pt x="30012" y="7680"/>
                        </a:cubicBezTo>
                        <a:cubicBezTo>
                          <a:pt x="36500" y="7680"/>
                          <a:pt x="41363" y="10853"/>
                          <a:pt x="44601" y="17198"/>
                        </a:cubicBezTo>
                        <a:cubicBezTo>
                          <a:pt x="47852" y="23544"/>
                          <a:pt x="49477" y="33055"/>
                          <a:pt x="49477" y="45733"/>
                        </a:cubicBezTo>
                        <a:cubicBezTo>
                          <a:pt x="49477" y="58463"/>
                          <a:pt x="47852" y="67995"/>
                          <a:pt x="44601" y="74327"/>
                        </a:cubicBezTo>
                        <a:cubicBezTo>
                          <a:pt x="41363" y="80672"/>
                          <a:pt x="36500" y="83845"/>
                          <a:pt x="30012" y="83845"/>
                        </a:cubicBezTo>
                        <a:close/>
                        <a:moveTo>
                          <a:pt x="30012" y="93760"/>
                        </a:moveTo>
                        <a:cubicBezTo>
                          <a:pt x="40385" y="93760"/>
                          <a:pt x="48308" y="89655"/>
                          <a:pt x="53779" y="81445"/>
                        </a:cubicBezTo>
                        <a:cubicBezTo>
                          <a:pt x="59250" y="73249"/>
                          <a:pt x="61985" y="61345"/>
                          <a:pt x="61985" y="45733"/>
                        </a:cubicBezTo>
                        <a:cubicBezTo>
                          <a:pt x="61985" y="30160"/>
                          <a:pt x="59250" y="18269"/>
                          <a:pt x="53779" y="10060"/>
                        </a:cubicBezTo>
                        <a:cubicBezTo>
                          <a:pt x="48308" y="1863"/>
                          <a:pt x="40385" y="-2235"/>
                          <a:pt x="30012" y="-2235"/>
                        </a:cubicBezTo>
                        <a:cubicBezTo>
                          <a:pt x="19651" y="-2235"/>
                          <a:pt x="11736" y="1863"/>
                          <a:pt x="6265" y="10060"/>
                        </a:cubicBezTo>
                        <a:cubicBezTo>
                          <a:pt x="794" y="18269"/>
                          <a:pt x="-1942" y="30160"/>
                          <a:pt x="-1942" y="45733"/>
                        </a:cubicBezTo>
                        <a:cubicBezTo>
                          <a:pt x="-1942" y="61345"/>
                          <a:pt x="794" y="73249"/>
                          <a:pt x="6265" y="81445"/>
                        </a:cubicBezTo>
                        <a:cubicBezTo>
                          <a:pt x="11736" y="89655"/>
                          <a:pt x="19651" y="93760"/>
                          <a:pt x="30012" y="9376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53" name="Graphic 176">
                <a:extLst>
                  <a:ext uri="{FF2B5EF4-FFF2-40B4-BE49-F238E27FC236}">
                    <a16:creationId xmlns:a16="http://schemas.microsoft.com/office/drawing/2014/main" id="{A8D56D18-2C18-2690-D20F-0FE0DA261CF0}"/>
                  </a:ext>
                </a:extLst>
              </p:cNvPr>
              <p:cNvGrpSpPr/>
              <p:nvPr/>
            </p:nvGrpSpPr>
            <p:grpSpPr>
              <a:xfrm>
                <a:off x="4158665" y="1713826"/>
                <a:ext cx="321159" cy="95994"/>
                <a:chOff x="4158665" y="1713826"/>
                <a:chExt cx="321159" cy="95994"/>
              </a:xfrm>
              <a:solidFill>
                <a:srgbClr val="000000"/>
              </a:solidFill>
            </p:grpSpPr>
            <p:sp>
              <p:nvSpPr>
                <p:cNvPr id="254" name="Freeform: Shape 253">
                  <a:extLst>
                    <a:ext uri="{FF2B5EF4-FFF2-40B4-BE49-F238E27FC236}">
                      <a16:creationId xmlns:a16="http://schemas.microsoft.com/office/drawing/2014/main" id="{D6AE5B9D-CE3E-DDCE-E105-505EEBA0ABF7}"/>
                    </a:ext>
                  </a:extLst>
                </p:cNvPr>
                <p:cNvSpPr/>
                <p:nvPr/>
              </p:nvSpPr>
              <p:spPr>
                <a:xfrm>
                  <a:off x="4435423" y="1759800"/>
                  <a:ext cx="44401" cy="12690"/>
                </a:xfrm>
                <a:custGeom>
                  <a:avLst/>
                  <a:gdLst>
                    <a:gd name="connsiteX0" fmla="*/ 44505 w 44401"/>
                    <a:gd name="connsiteY0" fmla="*/ 41 h 12690"/>
                    <a:gd name="connsiteX1" fmla="*/ 103 w 44401"/>
                    <a:gd name="connsiteY1" fmla="*/ 41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505" y="41"/>
                      </a:moveTo>
                      <a:lnTo>
                        <a:pt x="103" y="41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55" name="Graphic 176">
                  <a:extLst>
                    <a:ext uri="{FF2B5EF4-FFF2-40B4-BE49-F238E27FC236}">
                      <a16:creationId xmlns:a16="http://schemas.microsoft.com/office/drawing/2014/main" id="{F50159B2-5C39-28F5-3619-687E393920F6}"/>
                    </a:ext>
                  </a:extLst>
                </p:cNvPr>
                <p:cNvGrpSpPr/>
                <p:nvPr/>
              </p:nvGrpSpPr>
              <p:grpSpPr>
                <a:xfrm>
                  <a:off x="4158665" y="1713826"/>
                  <a:ext cx="223926" cy="95994"/>
                  <a:chOff x="4158665" y="1713826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56" name="Freeform: Shape 255">
                    <a:extLst>
                      <a:ext uri="{FF2B5EF4-FFF2-40B4-BE49-F238E27FC236}">
                        <a16:creationId xmlns:a16="http://schemas.microsoft.com/office/drawing/2014/main" id="{F01F40C5-2604-ABE6-F009-0855240DC802}"/>
                      </a:ext>
                    </a:extLst>
                  </p:cNvPr>
                  <p:cNvSpPr/>
                  <p:nvPr/>
                </p:nvSpPr>
                <p:spPr>
                  <a:xfrm flipV="1">
                    <a:off x="4158665" y="1715491"/>
                    <a:ext cx="59843" cy="94328"/>
                  </a:xfrm>
                  <a:custGeom>
                    <a:avLst/>
                    <a:gdLst>
                      <a:gd name="connsiteX0" fmla="*/ 1982 w 59843"/>
                      <a:gd name="connsiteY0" fmla="*/ 92083 h 94328"/>
                      <a:gd name="connsiteX1" fmla="*/ 51101 w 59843"/>
                      <a:gd name="connsiteY1" fmla="*/ 92083 h 94328"/>
                      <a:gd name="connsiteX2" fmla="*/ 51101 w 59843"/>
                      <a:gd name="connsiteY2" fmla="*/ 81533 h 94328"/>
                      <a:gd name="connsiteX3" fmla="*/ 13439 w 59843"/>
                      <a:gd name="connsiteY3" fmla="*/ 81533 h 94328"/>
                      <a:gd name="connsiteX4" fmla="*/ 13439 w 59843"/>
                      <a:gd name="connsiteY4" fmla="*/ 58868 h 94328"/>
                      <a:gd name="connsiteX5" fmla="*/ 18870 w 59843"/>
                      <a:gd name="connsiteY5" fmla="*/ 60257 h 94328"/>
                      <a:gd name="connsiteX6" fmla="*/ 24341 w 59843"/>
                      <a:gd name="connsiteY6" fmla="*/ 60713 h 94328"/>
                      <a:gd name="connsiteX7" fmla="*/ 48861 w 59843"/>
                      <a:gd name="connsiteY7" fmla="*/ 52226 h 94328"/>
                      <a:gd name="connsiteX8" fmla="*/ 57920 w 59843"/>
                      <a:gd name="connsiteY8" fmla="*/ 29243 h 94328"/>
                      <a:gd name="connsiteX9" fmla="*/ 48623 w 59843"/>
                      <a:gd name="connsiteY9" fmla="*/ 6023 h 94328"/>
                      <a:gd name="connsiteX10" fmla="*/ 22418 w 59843"/>
                      <a:gd name="connsiteY10" fmla="*/ -2246 h 94328"/>
                      <a:gd name="connsiteX11" fmla="*/ 10545 w 59843"/>
                      <a:gd name="connsiteY11" fmla="*/ -1254 h 94328"/>
                      <a:gd name="connsiteX12" fmla="*/ -1923 w 59843"/>
                      <a:gd name="connsiteY12" fmla="*/ 1720 h 94328"/>
                      <a:gd name="connsiteX13" fmla="*/ -1923 w 59843"/>
                      <a:gd name="connsiteY13" fmla="*/ 14312 h 94328"/>
                      <a:gd name="connsiteX14" fmla="*/ 9593 w 59843"/>
                      <a:gd name="connsiteY14" fmla="*/ 9791 h 94328"/>
                      <a:gd name="connsiteX15" fmla="*/ 22161 w 59843"/>
                      <a:gd name="connsiteY15" fmla="*/ 8303 h 94328"/>
                      <a:gd name="connsiteX16" fmla="*/ 39128 w 59843"/>
                      <a:gd name="connsiteY16" fmla="*/ 13935 h 94328"/>
                      <a:gd name="connsiteX17" fmla="*/ 45392 w 59843"/>
                      <a:gd name="connsiteY17" fmla="*/ 29243 h 94328"/>
                      <a:gd name="connsiteX18" fmla="*/ 39128 w 59843"/>
                      <a:gd name="connsiteY18" fmla="*/ 44532 h 94328"/>
                      <a:gd name="connsiteX19" fmla="*/ 22161 w 59843"/>
                      <a:gd name="connsiteY19" fmla="*/ 50183 h 94328"/>
                      <a:gd name="connsiteX20" fmla="*/ 12150 w 59843"/>
                      <a:gd name="connsiteY20" fmla="*/ 49073 h 94328"/>
                      <a:gd name="connsiteX21" fmla="*/ 1982 w 59843"/>
                      <a:gd name="connsiteY21" fmla="*/ 45603 h 94328"/>
                      <a:gd name="connsiteX22" fmla="*/ 1982 w 59843"/>
                      <a:gd name="connsiteY22" fmla="*/ 92083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2" y="92083"/>
                        </a:moveTo>
                        <a:lnTo>
                          <a:pt x="51101" y="92083"/>
                        </a:lnTo>
                        <a:lnTo>
                          <a:pt x="51101" y="81533"/>
                        </a:lnTo>
                        <a:lnTo>
                          <a:pt x="13439" y="81533"/>
                        </a:lnTo>
                        <a:lnTo>
                          <a:pt x="13439" y="58868"/>
                        </a:lnTo>
                        <a:cubicBezTo>
                          <a:pt x="15249" y="59490"/>
                          <a:pt x="17060" y="59953"/>
                          <a:pt x="18870" y="60257"/>
                        </a:cubicBezTo>
                        <a:cubicBezTo>
                          <a:pt x="20694" y="60560"/>
                          <a:pt x="22517" y="60713"/>
                          <a:pt x="24341" y="60713"/>
                        </a:cubicBezTo>
                        <a:cubicBezTo>
                          <a:pt x="34662" y="60713"/>
                          <a:pt x="42835" y="57884"/>
                          <a:pt x="48861" y="52226"/>
                        </a:cubicBezTo>
                        <a:cubicBezTo>
                          <a:pt x="54900" y="46568"/>
                          <a:pt x="57920" y="38907"/>
                          <a:pt x="57920" y="29243"/>
                        </a:cubicBezTo>
                        <a:cubicBezTo>
                          <a:pt x="57920" y="19289"/>
                          <a:pt x="54821" y="11549"/>
                          <a:pt x="48623" y="6023"/>
                        </a:cubicBezTo>
                        <a:cubicBezTo>
                          <a:pt x="42426" y="510"/>
                          <a:pt x="33691" y="-2246"/>
                          <a:pt x="22418" y="-2246"/>
                        </a:cubicBezTo>
                        <a:cubicBezTo>
                          <a:pt x="18533" y="-2246"/>
                          <a:pt x="14575" y="-1915"/>
                          <a:pt x="10545" y="-1254"/>
                        </a:cubicBezTo>
                        <a:cubicBezTo>
                          <a:pt x="6528" y="-593"/>
                          <a:pt x="2371" y="398"/>
                          <a:pt x="-1923" y="1720"/>
                        </a:cubicBezTo>
                        <a:lnTo>
                          <a:pt x="-1923" y="14312"/>
                        </a:lnTo>
                        <a:cubicBezTo>
                          <a:pt x="1790" y="12289"/>
                          <a:pt x="5629" y="10782"/>
                          <a:pt x="9593" y="9791"/>
                        </a:cubicBezTo>
                        <a:cubicBezTo>
                          <a:pt x="13558" y="8799"/>
                          <a:pt x="17747" y="8303"/>
                          <a:pt x="22161" y="8303"/>
                        </a:cubicBezTo>
                        <a:cubicBezTo>
                          <a:pt x="29310" y="8303"/>
                          <a:pt x="34966" y="10181"/>
                          <a:pt x="39128" y="13935"/>
                        </a:cubicBezTo>
                        <a:cubicBezTo>
                          <a:pt x="43304" y="17689"/>
                          <a:pt x="45392" y="22792"/>
                          <a:pt x="45392" y="29243"/>
                        </a:cubicBezTo>
                        <a:cubicBezTo>
                          <a:pt x="45392" y="35681"/>
                          <a:pt x="43304" y="40777"/>
                          <a:pt x="39128" y="44532"/>
                        </a:cubicBezTo>
                        <a:cubicBezTo>
                          <a:pt x="34966" y="48299"/>
                          <a:pt x="29310" y="50183"/>
                          <a:pt x="22161" y="50183"/>
                        </a:cubicBezTo>
                        <a:cubicBezTo>
                          <a:pt x="18817" y="50183"/>
                          <a:pt x="15481" y="49813"/>
                          <a:pt x="12150" y="49073"/>
                        </a:cubicBezTo>
                        <a:cubicBezTo>
                          <a:pt x="8834" y="48332"/>
                          <a:pt x="5444" y="47176"/>
                          <a:pt x="1982" y="45603"/>
                        </a:cubicBezTo>
                        <a:lnTo>
                          <a:pt x="1982" y="9208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7" name="Freeform: Shape 256">
                    <a:extLst>
                      <a:ext uri="{FF2B5EF4-FFF2-40B4-BE49-F238E27FC236}">
                        <a16:creationId xmlns:a16="http://schemas.microsoft.com/office/drawing/2014/main" id="{BE0D90BD-BA43-F1BF-D44F-F01A39AF59D7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447" y="1713826"/>
                    <a:ext cx="63867" cy="95994"/>
                  </a:xfrm>
                  <a:custGeom>
                    <a:avLst/>
                    <a:gdLst>
                      <a:gd name="connsiteX0" fmla="*/ 31052 w 63867"/>
                      <a:gd name="connsiteY0" fmla="*/ 50756 h 95994"/>
                      <a:gd name="connsiteX1" fmla="*/ 17692 w 63867"/>
                      <a:gd name="connsiteY1" fmla="*/ 44985 h 95994"/>
                      <a:gd name="connsiteX2" fmla="*/ 12776 w 63867"/>
                      <a:gd name="connsiteY2" fmla="*/ 29201 h 95994"/>
                      <a:gd name="connsiteX3" fmla="*/ 17692 w 63867"/>
                      <a:gd name="connsiteY3" fmla="*/ 13417 h 95994"/>
                      <a:gd name="connsiteX4" fmla="*/ 31052 w 63867"/>
                      <a:gd name="connsiteY4" fmla="*/ 7627 h 95994"/>
                      <a:gd name="connsiteX5" fmla="*/ 44393 w 63867"/>
                      <a:gd name="connsiteY5" fmla="*/ 13417 h 95994"/>
                      <a:gd name="connsiteX6" fmla="*/ 49309 w 63867"/>
                      <a:gd name="connsiteY6" fmla="*/ 29201 h 95994"/>
                      <a:gd name="connsiteX7" fmla="*/ 44393 w 63867"/>
                      <a:gd name="connsiteY7" fmla="*/ 44985 h 95994"/>
                      <a:gd name="connsiteX8" fmla="*/ 31052 w 63867"/>
                      <a:gd name="connsiteY8" fmla="*/ 50756 h 95994"/>
                      <a:gd name="connsiteX9" fmla="*/ 55890 w 63867"/>
                      <a:gd name="connsiteY9" fmla="*/ 89998 h 95994"/>
                      <a:gd name="connsiteX10" fmla="*/ 55890 w 63867"/>
                      <a:gd name="connsiteY10" fmla="*/ 78596 h 95994"/>
                      <a:gd name="connsiteX11" fmla="*/ 46375 w 63867"/>
                      <a:gd name="connsiteY11" fmla="*/ 81987 h 95994"/>
                      <a:gd name="connsiteX12" fmla="*/ 36860 w 63867"/>
                      <a:gd name="connsiteY12" fmla="*/ 83177 h 95994"/>
                      <a:gd name="connsiteX13" fmla="*/ 17930 w 63867"/>
                      <a:gd name="connsiteY13" fmla="*/ 74809 h 95994"/>
                      <a:gd name="connsiteX14" fmla="*/ 10477 w 63867"/>
                      <a:gd name="connsiteY14" fmla="*/ 49526 h 95994"/>
                      <a:gd name="connsiteX15" fmla="*/ 19635 w 63867"/>
                      <a:gd name="connsiteY15" fmla="*/ 57795 h 95994"/>
                      <a:gd name="connsiteX16" fmla="*/ 31786 w 63867"/>
                      <a:gd name="connsiteY16" fmla="*/ 60671 h 95994"/>
                      <a:gd name="connsiteX17" fmla="*/ 53808 w 63867"/>
                      <a:gd name="connsiteY17" fmla="*/ 52203 h 95994"/>
                      <a:gd name="connsiteX18" fmla="*/ 61896 w 63867"/>
                      <a:gd name="connsiteY18" fmla="*/ 29201 h 95994"/>
                      <a:gd name="connsiteX19" fmla="*/ 53471 w 63867"/>
                      <a:gd name="connsiteY19" fmla="*/ 6318 h 95994"/>
                      <a:gd name="connsiteX20" fmla="*/ 31052 w 63867"/>
                      <a:gd name="connsiteY20" fmla="*/ -2288 h 95994"/>
                      <a:gd name="connsiteX21" fmla="*/ 6513 w 63867"/>
                      <a:gd name="connsiteY21" fmla="*/ 10006 h 95994"/>
                      <a:gd name="connsiteX22" fmla="*/ -1971 w 63867"/>
                      <a:gd name="connsiteY22" fmla="*/ 45679 h 95994"/>
                      <a:gd name="connsiteX23" fmla="*/ 8435 w 63867"/>
                      <a:gd name="connsiteY23" fmla="*/ 80659 h 95994"/>
                      <a:gd name="connsiteX24" fmla="*/ 36365 w 63867"/>
                      <a:gd name="connsiteY24" fmla="*/ 93706 h 95994"/>
                      <a:gd name="connsiteX25" fmla="*/ 45879 w 63867"/>
                      <a:gd name="connsiteY25" fmla="*/ 92774 h 95994"/>
                      <a:gd name="connsiteX26" fmla="*/ 55890 w 63867"/>
                      <a:gd name="connsiteY26" fmla="*/ 8999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052" y="50756"/>
                        </a:moveTo>
                        <a:cubicBezTo>
                          <a:pt x="25436" y="50756"/>
                          <a:pt x="20983" y="48832"/>
                          <a:pt x="17692" y="44985"/>
                        </a:cubicBezTo>
                        <a:cubicBezTo>
                          <a:pt x="14415" y="41152"/>
                          <a:pt x="12776" y="35890"/>
                          <a:pt x="12776" y="29201"/>
                        </a:cubicBezTo>
                        <a:cubicBezTo>
                          <a:pt x="12776" y="22552"/>
                          <a:pt x="14415" y="17290"/>
                          <a:pt x="17692" y="13417"/>
                        </a:cubicBezTo>
                        <a:cubicBezTo>
                          <a:pt x="20983" y="9557"/>
                          <a:pt x="25436" y="7627"/>
                          <a:pt x="31052" y="7627"/>
                        </a:cubicBezTo>
                        <a:cubicBezTo>
                          <a:pt x="36669" y="7627"/>
                          <a:pt x="41116" y="9557"/>
                          <a:pt x="44393" y="13417"/>
                        </a:cubicBezTo>
                        <a:cubicBezTo>
                          <a:pt x="47670" y="17290"/>
                          <a:pt x="49309" y="22552"/>
                          <a:pt x="49309" y="29201"/>
                        </a:cubicBezTo>
                        <a:cubicBezTo>
                          <a:pt x="49309" y="35890"/>
                          <a:pt x="47670" y="41152"/>
                          <a:pt x="44393" y="44985"/>
                        </a:cubicBezTo>
                        <a:cubicBezTo>
                          <a:pt x="41116" y="48832"/>
                          <a:pt x="36669" y="50756"/>
                          <a:pt x="31052" y="50756"/>
                        </a:cubicBezTo>
                        <a:close/>
                        <a:moveTo>
                          <a:pt x="55890" y="89998"/>
                        </a:moveTo>
                        <a:lnTo>
                          <a:pt x="55890" y="78596"/>
                        </a:lnTo>
                        <a:cubicBezTo>
                          <a:pt x="52744" y="80077"/>
                          <a:pt x="49573" y="81207"/>
                          <a:pt x="46375" y="81987"/>
                        </a:cubicBezTo>
                        <a:cubicBezTo>
                          <a:pt x="43177" y="82780"/>
                          <a:pt x="40006" y="83177"/>
                          <a:pt x="36860" y="83177"/>
                        </a:cubicBezTo>
                        <a:cubicBezTo>
                          <a:pt x="28601" y="83177"/>
                          <a:pt x="22291" y="80387"/>
                          <a:pt x="17930" y="74809"/>
                        </a:cubicBezTo>
                        <a:cubicBezTo>
                          <a:pt x="13583" y="69230"/>
                          <a:pt x="11098" y="60803"/>
                          <a:pt x="10477" y="49526"/>
                        </a:cubicBezTo>
                        <a:cubicBezTo>
                          <a:pt x="12909" y="53122"/>
                          <a:pt x="15961" y="55878"/>
                          <a:pt x="19635" y="57795"/>
                        </a:cubicBezTo>
                        <a:cubicBezTo>
                          <a:pt x="23322" y="59712"/>
                          <a:pt x="27372" y="60671"/>
                          <a:pt x="31786" y="60671"/>
                        </a:cubicBezTo>
                        <a:cubicBezTo>
                          <a:pt x="41076" y="60671"/>
                          <a:pt x="48417" y="57848"/>
                          <a:pt x="53808" y="52203"/>
                        </a:cubicBezTo>
                        <a:cubicBezTo>
                          <a:pt x="59200" y="46572"/>
                          <a:pt x="61896" y="38904"/>
                          <a:pt x="61896" y="29201"/>
                        </a:cubicBezTo>
                        <a:cubicBezTo>
                          <a:pt x="61896" y="19696"/>
                          <a:pt x="59088" y="12069"/>
                          <a:pt x="53471" y="6318"/>
                        </a:cubicBezTo>
                        <a:cubicBezTo>
                          <a:pt x="47855" y="581"/>
                          <a:pt x="40382" y="-2288"/>
                          <a:pt x="31052" y="-2288"/>
                        </a:cubicBezTo>
                        <a:cubicBezTo>
                          <a:pt x="20348" y="-2288"/>
                          <a:pt x="12168" y="1810"/>
                          <a:pt x="6513" y="10006"/>
                        </a:cubicBezTo>
                        <a:cubicBezTo>
                          <a:pt x="857" y="18216"/>
                          <a:pt x="-1971" y="30107"/>
                          <a:pt x="-1971" y="45679"/>
                        </a:cubicBezTo>
                        <a:cubicBezTo>
                          <a:pt x="-1971" y="60300"/>
                          <a:pt x="1497" y="71960"/>
                          <a:pt x="8435" y="80659"/>
                        </a:cubicBezTo>
                        <a:cubicBezTo>
                          <a:pt x="15373" y="89357"/>
                          <a:pt x="24683" y="93706"/>
                          <a:pt x="36365" y="93706"/>
                        </a:cubicBezTo>
                        <a:cubicBezTo>
                          <a:pt x="39510" y="93706"/>
                          <a:pt x="42682" y="93396"/>
                          <a:pt x="45879" y="92774"/>
                        </a:cubicBezTo>
                        <a:cubicBezTo>
                          <a:pt x="49077" y="92153"/>
                          <a:pt x="52414" y="91228"/>
                          <a:pt x="55890" y="8999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8" name="Freeform: Shape 257">
                    <a:extLst>
                      <a:ext uri="{FF2B5EF4-FFF2-40B4-BE49-F238E27FC236}">
                        <a16:creationId xmlns:a16="http://schemas.microsoft.com/office/drawing/2014/main" id="{DBD8F3DA-ABEC-8601-60FA-EF861A113001}"/>
                      </a:ext>
                    </a:extLst>
                  </p:cNvPr>
                  <p:cNvSpPr/>
                  <p:nvPr/>
                </p:nvSpPr>
                <p:spPr>
                  <a:xfrm flipV="1">
                    <a:off x="4318665" y="1713826"/>
                    <a:ext cx="63926" cy="95994"/>
                  </a:xfrm>
                  <a:custGeom>
                    <a:avLst/>
                    <a:gdLst>
                      <a:gd name="connsiteX0" fmla="*/ 30012 w 63926"/>
                      <a:gd name="connsiteY0" fmla="*/ 83792 h 95994"/>
                      <a:gd name="connsiteX1" fmla="*/ 15482 w 63926"/>
                      <a:gd name="connsiteY1" fmla="*/ 74273 h 95994"/>
                      <a:gd name="connsiteX2" fmla="*/ 10626 w 63926"/>
                      <a:gd name="connsiteY2" fmla="*/ 45679 h 95994"/>
                      <a:gd name="connsiteX3" fmla="*/ 15482 w 63926"/>
                      <a:gd name="connsiteY3" fmla="*/ 17145 h 95994"/>
                      <a:gd name="connsiteX4" fmla="*/ 30012 w 63926"/>
                      <a:gd name="connsiteY4" fmla="*/ 7627 h 95994"/>
                      <a:gd name="connsiteX5" fmla="*/ 44601 w 63926"/>
                      <a:gd name="connsiteY5" fmla="*/ 17145 h 95994"/>
                      <a:gd name="connsiteX6" fmla="*/ 49477 w 63926"/>
                      <a:gd name="connsiteY6" fmla="*/ 45679 h 95994"/>
                      <a:gd name="connsiteX7" fmla="*/ 44601 w 63926"/>
                      <a:gd name="connsiteY7" fmla="*/ 74273 h 95994"/>
                      <a:gd name="connsiteX8" fmla="*/ 30012 w 63926"/>
                      <a:gd name="connsiteY8" fmla="*/ 83792 h 95994"/>
                      <a:gd name="connsiteX9" fmla="*/ 30012 w 63926"/>
                      <a:gd name="connsiteY9" fmla="*/ 93706 h 95994"/>
                      <a:gd name="connsiteX10" fmla="*/ 53779 w 63926"/>
                      <a:gd name="connsiteY10" fmla="*/ 81392 h 95994"/>
                      <a:gd name="connsiteX11" fmla="*/ 61985 w 63926"/>
                      <a:gd name="connsiteY11" fmla="*/ 45679 h 95994"/>
                      <a:gd name="connsiteX12" fmla="*/ 53779 w 63926"/>
                      <a:gd name="connsiteY12" fmla="*/ 10006 h 95994"/>
                      <a:gd name="connsiteX13" fmla="*/ 30012 w 63926"/>
                      <a:gd name="connsiteY13" fmla="*/ -2288 h 95994"/>
                      <a:gd name="connsiteX14" fmla="*/ 6265 w 63926"/>
                      <a:gd name="connsiteY14" fmla="*/ 10006 h 95994"/>
                      <a:gd name="connsiteX15" fmla="*/ -1942 w 63926"/>
                      <a:gd name="connsiteY15" fmla="*/ 45679 h 95994"/>
                      <a:gd name="connsiteX16" fmla="*/ 6265 w 63926"/>
                      <a:gd name="connsiteY16" fmla="*/ 81392 h 95994"/>
                      <a:gd name="connsiteX17" fmla="*/ 30012 w 63926"/>
                      <a:gd name="connsiteY17" fmla="*/ 9370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12" y="83792"/>
                        </a:moveTo>
                        <a:cubicBezTo>
                          <a:pt x="23576" y="83792"/>
                          <a:pt x="18733" y="80619"/>
                          <a:pt x="15482" y="74273"/>
                        </a:cubicBezTo>
                        <a:cubicBezTo>
                          <a:pt x="12245" y="67941"/>
                          <a:pt x="10626" y="58410"/>
                          <a:pt x="10626" y="45679"/>
                        </a:cubicBezTo>
                        <a:cubicBezTo>
                          <a:pt x="10626" y="33002"/>
                          <a:pt x="12245" y="23490"/>
                          <a:pt x="15482" y="17145"/>
                        </a:cubicBezTo>
                        <a:cubicBezTo>
                          <a:pt x="18733" y="10800"/>
                          <a:pt x="23576" y="7627"/>
                          <a:pt x="30012" y="7627"/>
                        </a:cubicBezTo>
                        <a:cubicBezTo>
                          <a:pt x="36500" y="7627"/>
                          <a:pt x="41363" y="10800"/>
                          <a:pt x="44601" y="17145"/>
                        </a:cubicBezTo>
                        <a:cubicBezTo>
                          <a:pt x="47852" y="23490"/>
                          <a:pt x="49477" y="33002"/>
                          <a:pt x="49477" y="45679"/>
                        </a:cubicBezTo>
                        <a:cubicBezTo>
                          <a:pt x="49477" y="58410"/>
                          <a:pt x="47852" y="67941"/>
                          <a:pt x="44601" y="74273"/>
                        </a:cubicBezTo>
                        <a:cubicBezTo>
                          <a:pt x="41363" y="80619"/>
                          <a:pt x="36500" y="83792"/>
                          <a:pt x="30012" y="83792"/>
                        </a:cubicBezTo>
                        <a:close/>
                        <a:moveTo>
                          <a:pt x="30012" y="93706"/>
                        </a:moveTo>
                        <a:cubicBezTo>
                          <a:pt x="40385" y="93706"/>
                          <a:pt x="48308" y="89602"/>
                          <a:pt x="53779" y="81392"/>
                        </a:cubicBezTo>
                        <a:cubicBezTo>
                          <a:pt x="59250" y="73196"/>
                          <a:pt x="61985" y="61292"/>
                          <a:pt x="61985" y="45679"/>
                        </a:cubicBezTo>
                        <a:cubicBezTo>
                          <a:pt x="61985" y="30107"/>
                          <a:pt x="59250" y="18216"/>
                          <a:pt x="53779" y="10006"/>
                        </a:cubicBezTo>
                        <a:cubicBezTo>
                          <a:pt x="48308" y="1810"/>
                          <a:pt x="40385" y="-2288"/>
                          <a:pt x="30012" y="-2288"/>
                        </a:cubicBezTo>
                        <a:cubicBezTo>
                          <a:pt x="19651" y="-2288"/>
                          <a:pt x="11736" y="1810"/>
                          <a:pt x="6265" y="10006"/>
                        </a:cubicBezTo>
                        <a:cubicBezTo>
                          <a:pt x="794" y="18216"/>
                          <a:pt x="-1942" y="30107"/>
                          <a:pt x="-1942" y="45679"/>
                        </a:cubicBezTo>
                        <a:cubicBezTo>
                          <a:pt x="-1942" y="61292"/>
                          <a:pt x="794" y="73196"/>
                          <a:pt x="6265" y="81392"/>
                        </a:cubicBezTo>
                        <a:cubicBezTo>
                          <a:pt x="11736" y="89602"/>
                          <a:pt x="19651" y="93706"/>
                          <a:pt x="30012" y="9370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B701BEA5-DAB3-31C0-9CB2-E3D4D4ABA097}"/>
                </a:ext>
              </a:extLst>
            </p:cNvPr>
            <p:cNvSpPr/>
            <p:nvPr/>
          </p:nvSpPr>
          <p:spPr>
            <a:xfrm>
              <a:off x="4479825" y="1759800"/>
              <a:ext cx="12686" cy="3377180"/>
            </a:xfrm>
            <a:custGeom>
              <a:avLst/>
              <a:gdLst>
                <a:gd name="connsiteX0" fmla="*/ 0 w 12686"/>
                <a:gd name="connsiteY0" fmla="*/ 3377181 h 3377180"/>
                <a:gd name="connsiteX1" fmla="*/ 0 w 12686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262CAF3F-4392-A8DA-E1B9-799AF0280F4E}"/>
                </a:ext>
              </a:extLst>
            </p:cNvPr>
            <p:cNvSpPr/>
            <p:nvPr/>
          </p:nvSpPr>
          <p:spPr>
            <a:xfrm>
              <a:off x="7855782" y="1759800"/>
              <a:ext cx="12686" cy="3377180"/>
            </a:xfrm>
            <a:custGeom>
              <a:avLst/>
              <a:gdLst>
                <a:gd name="connsiteX0" fmla="*/ 0 w 12686"/>
                <a:gd name="connsiteY0" fmla="*/ 3377181 h 3377180"/>
                <a:gd name="connsiteX1" fmla="*/ 0 w 12686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95CCEB83-0A0B-8F87-4480-30F21011CD51}"/>
                </a:ext>
              </a:extLst>
            </p:cNvPr>
            <p:cNvSpPr/>
            <p:nvPr/>
          </p:nvSpPr>
          <p:spPr>
            <a:xfrm>
              <a:off x="4479825" y="5136981"/>
              <a:ext cx="3375956" cy="12690"/>
            </a:xfrm>
            <a:custGeom>
              <a:avLst/>
              <a:gdLst>
                <a:gd name="connsiteX0" fmla="*/ 0 w 3375956"/>
                <a:gd name="connsiteY0" fmla="*/ 0 h 12690"/>
                <a:gd name="connsiteX1" fmla="*/ 3375957 w 3375956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5956" h="12690">
                  <a:moveTo>
                    <a:pt x="0" y="0"/>
                  </a:moveTo>
                  <a:lnTo>
                    <a:pt x="3375957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5EB4C7F-86F5-9648-AF01-3F9B26BCE677}"/>
                </a:ext>
              </a:extLst>
            </p:cNvPr>
            <p:cNvSpPr/>
            <p:nvPr/>
          </p:nvSpPr>
          <p:spPr>
            <a:xfrm>
              <a:off x="4479825" y="1759800"/>
              <a:ext cx="3375956" cy="12690"/>
            </a:xfrm>
            <a:custGeom>
              <a:avLst/>
              <a:gdLst>
                <a:gd name="connsiteX0" fmla="*/ 0 w 3375956"/>
                <a:gd name="connsiteY0" fmla="*/ 0 h 12690"/>
                <a:gd name="connsiteX1" fmla="*/ 3375957 w 3375956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5956" h="12690">
                  <a:moveTo>
                    <a:pt x="0" y="0"/>
                  </a:moveTo>
                  <a:lnTo>
                    <a:pt x="3375957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 dirty="0"/>
            </a:p>
          </p:txBody>
        </p:sp>
      </p:grpSp>
      <p:grpSp>
        <p:nvGrpSpPr>
          <p:cNvPr id="267" name="Graphic 263">
            <a:extLst>
              <a:ext uri="{FF2B5EF4-FFF2-40B4-BE49-F238E27FC236}">
                <a16:creationId xmlns:a16="http://schemas.microsoft.com/office/drawing/2014/main" id="{2A2CD98C-8B06-303F-9FDD-0077B586ADED}"/>
              </a:ext>
            </a:extLst>
          </p:cNvPr>
          <p:cNvGrpSpPr/>
          <p:nvPr/>
        </p:nvGrpSpPr>
        <p:grpSpPr>
          <a:xfrm>
            <a:off x="6099111" y="589500"/>
            <a:ext cx="3436773" cy="3422207"/>
            <a:chOff x="4434768" y="1759191"/>
            <a:chExt cx="3436773" cy="3422207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5F61B1AC-D6DB-9BF2-060A-08975A2F1922}"/>
                </a:ext>
              </a:extLst>
            </p:cNvPr>
            <p:cNvSpPr/>
            <p:nvPr/>
          </p:nvSpPr>
          <p:spPr>
            <a:xfrm>
              <a:off x="4479218" y="1759800"/>
              <a:ext cx="3379622" cy="3377180"/>
            </a:xfrm>
            <a:custGeom>
              <a:avLst/>
              <a:gdLst>
                <a:gd name="connsiteX0" fmla="*/ 0 w 3379622"/>
                <a:gd name="connsiteY0" fmla="*/ 3377181 h 3377180"/>
                <a:gd name="connsiteX1" fmla="*/ 3379623 w 3379622"/>
                <a:gd name="connsiteY1" fmla="*/ 3377181 h 3377180"/>
                <a:gd name="connsiteX2" fmla="*/ 3379623 w 3379622"/>
                <a:gd name="connsiteY2" fmla="*/ 0 h 3377180"/>
                <a:gd name="connsiteX3" fmla="*/ 0 w 3379622"/>
                <a:gd name="connsiteY3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9622" h="3377180">
                  <a:moveTo>
                    <a:pt x="0" y="3377181"/>
                  </a:moveTo>
                  <a:lnTo>
                    <a:pt x="3379623" y="3377181"/>
                  </a:lnTo>
                  <a:lnTo>
                    <a:pt x="3379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269" name="Picture 268">
              <a:extLst>
                <a:ext uri="{FF2B5EF4-FFF2-40B4-BE49-F238E27FC236}">
                  <a16:creationId xmlns:a16="http://schemas.microsoft.com/office/drawing/2014/main" id="{FFE7538A-5708-245B-D336-79E843482AA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flipV="1">
              <a:off x="4479218" y="1759191"/>
              <a:ext cx="3380232" cy="3377789"/>
            </a:xfrm>
            <a:custGeom>
              <a:avLst/>
              <a:gdLst>
                <a:gd name="connsiteX0" fmla="*/ 0 w 3380232"/>
                <a:gd name="connsiteY0" fmla="*/ 83 h 3377789"/>
                <a:gd name="connsiteX1" fmla="*/ 3380232 w 3380232"/>
                <a:gd name="connsiteY1" fmla="*/ 83 h 3377789"/>
                <a:gd name="connsiteX2" fmla="*/ 3380232 w 3380232"/>
                <a:gd name="connsiteY2" fmla="*/ 3377873 h 3377789"/>
                <a:gd name="connsiteX3" fmla="*/ 0 w 3380232"/>
                <a:gd name="connsiteY3" fmla="*/ 3377873 h 337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0232" h="3377789">
                  <a:moveTo>
                    <a:pt x="0" y="83"/>
                  </a:moveTo>
                  <a:lnTo>
                    <a:pt x="3380232" y="83"/>
                  </a:lnTo>
                  <a:lnTo>
                    <a:pt x="3380232" y="3377873"/>
                  </a:lnTo>
                  <a:lnTo>
                    <a:pt x="0" y="3377873"/>
                  </a:lnTo>
                  <a:close/>
                </a:path>
              </a:pathLst>
            </a:custGeom>
          </p:spPr>
        </p:pic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0F117FD-4650-17B0-9356-88C947E96746}"/>
                </a:ext>
              </a:extLst>
            </p:cNvPr>
            <p:cNvSpPr/>
            <p:nvPr/>
          </p:nvSpPr>
          <p:spPr>
            <a:xfrm>
              <a:off x="6196247" y="2557054"/>
              <a:ext cx="150903" cy="342091"/>
            </a:xfrm>
            <a:custGeom>
              <a:avLst/>
              <a:gdLst>
                <a:gd name="connsiteX0" fmla="*/ 0 w 150903"/>
                <a:gd name="connsiteY0" fmla="*/ 8219 h 342091"/>
                <a:gd name="connsiteX1" fmla="*/ 129720 w 150903"/>
                <a:gd name="connsiteY1" fmla="*/ 0 h 342091"/>
                <a:gd name="connsiteX2" fmla="*/ 150904 w 150903"/>
                <a:gd name="connsiteY2" fmla="*/ 333873 h 342091"/>
                <a:gd name="connsiteX3" fmla="*/ 21184 w 150903"/>
                <a:gd name="connsiteY3" fmla="*/ 342092 h 342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903" h="342091">
                  <a:moveTo>
                    <a:pt x="0" y="8219"/>
                  </a:moveTo>
                  <a:lnTo>
                    <a:pt x="129720" y="0"/>
                  </a:lnTo>
                  <a:lnTo>
                    <a:pt x="150904" y="333873"/>
                  </a:lnTo>
                  <a:lnTo>
                    <a:pt x="21184" y="342092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A4D7050-9F9B-3504-5611-BB894615AB6E}"/>
                </a:ext>
              </a:extLst>
            </p:cNvPr>
            <p:cNvSpPr/>
            <p:nvPr/>
          </p:nvSpPr>
          <p:spPr>
            <a:xfrm>
              <a:off x="6204472" y="2561163"/>
              <a:ext cx="129719" cy="133735"/>
            </a:xfrm>
            <a:custGeom>
              <a:avLst/>
              <a:gdLst>
                <a:gd name="connsiteX0" fmla="*/ 56635 w 129719"/>
                <a:gd name="connsiteY0" fmla="*/ 0 h 133735"/>
                <a:gd name="connsiteX1" fmla="*/ 129720 w 129719"/>
                <a:gd name="connsiteY1" fmla="*/ 125517 h 133735"/>
                <a:gd name="connsiteX2" fmla="*/ 0 w 129719"/>
                <a:gd name="connsiteY2" fmla="*/ 133735 h 133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719" h="133735">
                  <a:moveTo>
                    <a:pt x="56635" y="0"/>
                  </a:moveTo>
                  <a:lnTo>
                    <a:pt x="129720" y="125517"/>
                  </a:lnTo>
                  <a:lnTo>
                    <a:pt x="0" y="1337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272" name="Graphic 263">
              <a:extLst>
                <a:ext uri="{FF2B5EF4-FFF2-40B4-BE49-F238E27FC236}">
                  <a16:creationId xmlns:a16="http://schemas.microsoft.com/office/drawing/2014/main" id="{141CF8C1-AA20-ED8F-EB63-4B2634BCC56E}"/>
                </a:ext>
              </a:extLst>
            </p:cNvPr>
            <p:cNvGrpSpPr/>
            <p:nvPr/>
          </p:nvGrpSpPr>
          <p:grpSpPr>
            <a:xfrm>
              <a:off x="4479218" y="5136981"/>
              <a:ext cx="3392323" cy="44417"/>
              <a:chOff x="4479218" y="5136981"/>
              <a:chExt cx="3392323" cy="44417"/>
            </a:xfrm>
            <a:solidFill>
              <a:srgbClr val="000000"/>
            </a:solidFill>
          </p:grpSpPr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C8327D01-81C4-96C6-6A3F-2DFCC8AFC1C0}"/>
                  </a:ext>
                </a:extLst>
              </p:cNvPr>
              <p:cNvSpPr/>
              <p:nvPr/>
            </p:nvSpPr>
            <p:spPr>
              <a:xfrm>
                <a:off x="4479218" y="5136981"/>
                <a:ext cx="12700" cy="44417"/>
              </a:xfrm>
              <a:custGeom>
                <a:avLst/>
                <a:gdLst>
                  <a:gd name="connsiteX0" fmla="*/ 104 w 12700"/>
                  <a:gd name="connsiteY0" fmla="*/ 308 h 44417"/>
                  <a:gd name="connsiteX1" fmla="*/ 104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04" y="308"/>
                    </a:moveTo>
                    <a:lnTo>
                      <a:pt x="104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5AFD241B-0AF1-7ABB-7881-FD7A10D7AC59}"/>
                  </a:ext>
                </a:extLst>
              </p:cNvPr>
              <p:cNvSpPr/>
              <p:nvPr/>
            </p:nvSpPr>
            <p:spPr>
              <a:xfrm>
                <a:off x="5155143" y="5136981"/>
                <a:ext cx="12700" cy="44417"/>
              </a:xfrm>
              <a:custGeom>
                <a:avLst/>
                <a:gdLst>
                  <a:gd name="connsiteX0" fmla="*/ 157 w 12700"/>
                  <a:gd name="connsiteY0" fmla="*/ 308 h 44417"/>
                  <a:gd name="connsiteX1" fmla="*/ 157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57" y="308"/>
                    </a:moveTo>
                    <a:lnTo>
                      <a:pt x="157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DEBDCE02-2E0B-AA43-FFAF-F048BB97A061}"/>
                  </a:ext>
                </a:extLst>
              </p:cNvPr>
              <p:cNvSpPr/>
              <p:nvPr/>
            </p:nvSpPr>
            <p:spPr>
              <a:xfrm>
                <a:off x="5831067" y="5136981"/>
                <a:ext cx="12700" cy="44417"/>
              </a:xfrm>
              <a:custGeom>
                <a:avLst/>
                <a:gdLst>
                  <a:gd name="connsiteX0" fmla="*/ 210 w 12700"/>
                  <a:gd name="connsiteY0" fmla="*/ 308 h 44417"/>
                  <a:gd name="connsiteX1" fmla="*/ 210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10" y="308"/>
                    </a:moveTo>
                    <a:lnTo>
                      <a:pt x="210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9497D37F-2D35-0E9D-5B8C-98533D53FB8F}"/>
                  </a:ext>
                </a:extLst>
              </p:cNvPr>
              <p:cNvSpPr/>
              <p:nvPr/>
            </p:nvSpPr>
            <p:spPr>
              <a:xfrm>
                <a:off x="6506992" y="5136981"/>
                <a:ext cx="12700" cy="44417"/>
              </a:xfrm>
              <a:custGeom>
                <a:avLst/>
                <a:gdLst>
                  <a:gd name="connsiteX0" fmla="*/ 263 w 12700"/>
                  <a:gd name="connsiteY0" fmla="*/ 308 h 44417"/>
                  <a:gd name="connsiteX1" fmla="*/ 263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63" y="308"/>
                    </a:moveTo>
                    <a:lnTo>
                      <a:pt x="263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1E79B2B6-B41D-F5CC-02B5-D1E79F126391}"/>
                  </a:ext>
                </a:extLst>
              </p:cNvPr>
              <p:cNvSpPr/>
              <p:nvPr/>
            </p:nvSpPr>
            <p:spPr>
              <a:xfrm>
                <a:off x="7182916" y="5136981"/>
                <a:ext cx="12700" cy="44417"/>
              </a:xfrm>
              <a:custGeom>
                <a:avLst/>
                <a:gdLst>
                  <a:gd name="connsiteX0" fmla="*/ 317 w 12700"/>
                  <a:gd name="connsiteY0" fmla="*/ 308 h 44417"/>
                  <a:gd name="connsiteX1" fmla="*/ 317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17" y="308"/>
                    </a:moveTo>
                    <a:lnTo>
                      <a:pt x="317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3ED85C2F-5ADA-D03D-8473-983AF9C1EDB0}"/>
                  </a:ext>
                </a:extLst>
              </p:cNvPr>
              <p:cNvSpPr/>
              <p:nvPr/>
            </p:nvSpPr>
            <p:spPr>
              <a:xfrm>
                <a:off x="7858841" y="5136981"/>
                <a:ext cx="12700" cy="44417"/>
              </a:xfrm>
              <a:custGeom>
                <a:avLst/>
                <a:gdLst>
                  <a:gd name="connsiteX0" fmla="*/ 370 w 12700"/>
                  <a:gd name="connsiteY0" fmla="*/ 308 h 44417"/>
                  <a:gd name="connsiteX1" fmla="*/ 370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70" y="308"/>
                    </a:moveTo>
                    <a:lnTo>
                      <a:pt x="370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309" name="Graphic 263">
              <a:extLst>
                <a:ext uri="{FF2B5EF4-FFF2-40B4-BE49-F238E27FC236}">
                  <a16:creationId xmlns:a16="http://schemas.microsoft.com/office/drawing/2014/main" id="{B97817E2-4013-B025-1281-D161A33C9C95}"/>
                </a:ext>
              </a:extLst>
            </p:cNvPr>
            <p:cNvGrpSpPr/>
            <p:nvPr/>
          </p:nvGrpSpPr>
          <p:grpSpPr>
            <a:xfrm>
              <a:off x="4434768" y="1759800"/>
              <a:ext cx="44450" cy="3389871"/>
              <a:chOff x="4434768" y="1759800"/>
              <a:chExt cx="44450" cy="3389871"/>
            </a:xfrm>
            <a:solidFill>
              <a:srgbClr val="000000"/>
            </a:solidFill>
          </p:grpSpPr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49D66A35-329B-F791-1D9C-E284D5EE23E5}"/>
                  </a:ext>
                </a:extLst>
              </p:cNvPr>
              <p:cNvSpPr/>
              <p:nvPr/>
            </p:nvSpPr>
            <p:spPr>
              <a:xfrm>
                <a:off x="4434768" y="5136981"/>
                <a:ext cx="44450" cy="12690"/>
              </a:xfrm>
              <a:custGeom>
                <a:avLst/>
                <a:gdLst>
                  <a:gd name="connsiteX0" fmla="*/ 44554 w 44450"/>
                  <a:gd name="connsiteY0" fmla="*/ 308 h 12690"/>
                  <a:gd name="connsiteX1" fmla="*/ 104 w 44450"/>
                  <a:gd name="connsiteY1" fmla="*/ 308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308"/>
                    </a:moveTo>
                    <a:lnTo>
                      <a:pt x="104" y="308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26FAA0F5-7F78-7CD8-ADA0-09CC67B8AD3A}"/>
                  </a:ext>
                </a:extLst>
              </p:cNvPr>
              <p:cNvSpPr/>
              <p:nvPr/>
            </p:nvSpPr>
            <p:spPr>
              <a:xfrm>
                <a:off x="4434768" y="4461545"/>
                <a:ext cx="44450" cy="12690"/>
              </a:xfrm>
              <a:custGeom>
                <a:avLst/>
                <a:gdLst>
                  <a:gd name="connsiteX0" fmla="*/ 44554 w 44450"/>
                  <a:gd name="connsiteY0" fmla="*/ 254 h 12690"/>
                  <a:gd name="connsiteX1" fmla="*/ 104 w 44450"/>
                  <a:gd name="connsiteY1" fmla="*/ 25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254"/>
                    </a:moveTo>
                    <a:lnTo>
                      <a:pt x="104" y="25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82D9C5DA-A037-B3CD-C3DC-51298BB6978D}"/>
                  </a:ext>
                </a:extLst>
              </p:cNvPr>
              <p:cNvSpPr/>
              <p:nvPr/>
            </p:nvSpPr>
            <p:spPr>
              <a:xfrm>
                <a:off x="4434768" y="3786109"/>
                <a:ext cx="44450" cy="12690"/>
              </a:xfrm>
              <a:custGeom>
                <a:avLst/>
                <a:gdLst>
                  <a:gd name="connsiteX0" fmla="*/ 44554 w 44450"/>
                  <a:gd name="connsiteY0" fmla="*/ 201 h 12690"/>
                  <a:gd name="connsiteX1" fmla="*/ 104 w 44450"/>
                  <a:gd name="connsiteY1" fmla="*/ 201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201"/>
                    </a:moveTo>
                    <a:lnTo>
                      <a:pt x="104" y="201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7C34402D-D33E-3462-9789-95ABE0D9E6E7}"/>
                  </a:ext>
                </a:extLst>
              </p:cNvPr>
              <p:cNvSpPr/>
              <p:nvPr/>
            </p:nvSpPr>
            <p:spPr>
              <a:xfrm>
                <a:off x="4434768" y="3110673"/>
                <a:ext cx="44450" cy="12690"/>
              </a:xfrm>
              <a:custGeom>
                <a:avLst/>
                <a:gdLst>
                  <a:gd name="connsiteX0" fmla="*/ 44554 w 44450"/>
                  <a:gd name="connsiteY0" fmla="*/ 148 h 12690"/>
                  <a:gd name="connsiteX1" fmla="*/ 104 w 44450"/>
                  <a:gd name="connsiteY1" fmla="*/ 148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148"/>
                    </a:moveTo>
                    <a:lnTo>
                      <a:pt x="104" y="148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5D147AB0-AFCC-2779-207C-32A35CA1F70F}"/>
                  </a:ext>
                </a:extLst>
              </p:cNvPr>
              <p:cNvSpPr/>
              <p:nvPr/>
            </p:nvSpPr>
            <p:spPr>
              <a:xfrm>
                <a:off x="4434768" y="2435236"/>
                <a:ext cx="44450" cy="12690"/>
              </a:xfrm>
              <a:custGeom>
                <a:avLst/>
                <a:gdLst>
                  <a:gd name="connsiteX0" fmla="*/ 44554 w 44450"/>
                  <a:gd name="connsiteY0" fmla="*/ 95 h 12690"/>
                  <a:gd name="connsiteX1" fmla="*/ 104 w 44450"/>
                  <a:gd name="connsiteY1" fmla="*/ 9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95"/>
                    </a:moveTo>
                    <a:lnTo>
                      <a:pt x="104" y="9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31716F87-2E3F-5AF3-BA6D-0512022A2484}"/>
                  </a:ext>
                </a:extLst>
              </p:cNvPr>
              <p:cNvSpPr/>
              <p:nvPr/>
            </p:nvSpPr>
            <p:spPr>
              <a:xfrm>
                <a:off x="4434768" y="1759800"/>
                <a:ext cx="44450" cy="12690"/>
              </a:xfrm>
              <a:custGeom>
                <a:avLst/>
                <a:gdLst>
                  <a:gd name="connsiteX0" fmla="*/ 44554 w 44450"/>
                  <a:gd name="connsiteY0" fmla="*/ 41 h 12690"/>
                  <a:gd name="connsiteX1" fmla="*/ 104 w 44450"/>
                  <a:gd name="connsiteY1" fmla="*/ 41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41"/>
                    </a:moveTo>
                    <a:lnTo>
                      <a:pt x="104" y="41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0CCDE888-E647-608C-27B7-4CE74F61B99B}"/>
                </a:ext>
              </a:extLst>
            </p:cNvPr>
            <p:cNvSpPr/>
            <p:nvPr/>
          </p:nvSpPr>
          <p:spPr>
            <a:xfrm>
              <a:off x="4479218" y="1759800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A5DEBE8-2A7C-E1D2-2A87-C9F97490AA48}"/>
                </a:ext>
              </a:extLst>
            </p:cNvPr>
            <p:cNvSpPr/>
            <p:nvPr/>
          </p:nvSpPr>
          <p:spPr>
            <a:xfrm>
              <a:off x="7858841" y="1759800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394FF53-A413-605E-1E76-F097F792E48B}"/>
                </a:ext>
              </a:extLst>
            </p:cNvPr>
            <p:cNvSpPr/>
            <p:nvPr/>
          </p:nvSpPr>
          <p:spPr>
            <a:xfrm>
              <a:off x="4479218" y="5136981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808EBFBE-73EC-49BD-EB8A-B6894C1F3258}"/>
                </a:ext>
              </a:extLst>
            </p:cNvPr>
            <p:cNvSpPr/>
            <p:nvPr/>
          </p:nvSpPr>
          <p:spPr>
            <a:xfrm>
              <a:off x="4479218" y="1759800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354" name="Graphic 350">
            <a:extLst>
              <a:ext uri="{FF2B5EF4-FFF2-40B4-BE49-F238E27FC236}">
                <a16:creationId xmlns:a16="http://schemas.microsoft.com/office/drawing/2014/main" id="{1F1FD0C9-A664-1D9B-0909-27E4B1BD1C67}"/>
              </a:ext>
            </a:extLst>
          </p:cNvPr>
          <p:cNvGrpSpPr/>
          <p:nvPr/>
        </p:nvGrpSpPr>
        <p:grpSpPr>
          <a:xfrm>
            <a:off x="6099111" y="4161599"/>
            <a:ext cx="3436773" cy="3422207"/>
            <a:chOff x="9031606" y="5245266"/>
            <a:chExt cx="3436773" cy="3422207"/>
          </a:xfrm>
        </p:grpSpPr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B4F6FB6-7B24-5BFE-0B0B-84CE73D236FE}"/>
                </a:ext>
              </a:extLst>
            </p:cNvPr>
            <p:cNvSpPr/>
            <p:nvPr/>
          </p:nvSpPr>
          <p:spPr>
            <a:xfrm>
              <a:off x="9076056" y="5245875"/>
              <a:ext cx="3379622" cy="3377180"/>
            </a:xfrm>
            <a:custGeom>
              <a:avLst/>
              <a:gdLst>
                <a:gd name="connsiteX0" fmla="*/ 0 w 3379622"/>
                <a:gd name="connsiteY0" fmla="*/ 3377181 h 3377180"/>
                <a:gd name="connsiteX1" fmla="*/ 3379623 w 3379622"/>
                <a:gd name="connsiteY1" fmla="*/ 3377181 h 3377180"/>
                <a:gd name="connsiteX2" fmla="*/ 3379623 w 3379622"/>
                <a:gd name="connsiteY2" fmla="*/ 0 h 3377180"/>
                <a:gd name="connsiteX3" fmla="*/ 0 w 3379622"/>
                <a:gd name="connsiteY3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9622" h="3377180">
                  <a:moveTo>
                    <a:pt x="0" y="3377181"/>
                  </a:moveTo>
                  <a:lnTo>
                    <a:pt x="3379623" y="3377181"/>
                  </a:lnTo>
                  <a:lnTo>
                    <a:pt x="3379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356" name="Picture 355">
              <a:extLst>
                <a:ext uri="{FF2B5EF4-FFF2-40B4-BE49-F238E27FC236}">
                  <a16:creationId xmlns:a16="http://schemas.microsoft.com/office/drawing/2014/main" id="{FDA7B2CF-E742-55F6-7436-C5F96DFFAAB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 flipV="1">
              <a:off x="9076056" y="5245266"/>
              <a:ext cx="3380232" cy="3377789"/>
            </a:xfrm>
            <a:custGeom>
              <a:avLst/>
              <a:gdLst>
                <a:gd name="connsiteX0" fmla="*/ 0 w 3380232"/>
                <a:gd name="connsiteY0" fmla="*/ 83 h 3377789"/>
                <a:gd name="connsiteX1" fmla="*/ 3380232 w 3380232"/>
                <a:gd name="connsiteY1" fmla="*/ 83 h 3377789"/>
                <a:gd name="connsiteX2" fmla="*/ 3380232 w 3380232"/>
                <a:gd name="connsiteY2" fmla="*/ 3377873 h 3377789"/>
                <a:gd name="connsiteX3" fmla="*/ 0 w 3380232"/>
                <a:gd name="connsiteY3" fmla="*/ 3377873 h 337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0232" h="3377789">
                  <a:moveTo>
                    <a:pt x="0" y="83"/>
                  </a:moveTo>
                  <a:lnTo>
                    <a:pt x="3380232" y="83"/>
                  </a:lnTo>
                  <a:lnTo>
                    <a:pt x="3380232" y="3377873"/>
                  </a:lnTo>
                  <a:lnTo>
                    <a:pt x="0" y="3377873"/>
                  </a:lnTo>
                  <a:close/>
                </a:path>
              </a:pathLst>
            </a:custGeom>
          </p:spPr>
        </p:pic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561962E3-971B-6596-9CE1-C6A4A833531C}"/>
                </a:ext>
              </a:extLst>
            </p:cNvPr>
            <p:cNvSpPr/>
            <p:nvPr/>
          </p:nvSpPr>
          <p:spPr>
            <a:xfrm>
              <a:off x="10779696" y="6084556"/>
              <a:ext cx="146849" cy="340719"/>
            </a:xfrm>
            <a:custGeom>
              <a:avLst/>
              <a:gdLst>
                <a:gd name="connsiteX0" fmla="*/ 0 w 146849"/>
                <a:gd name="connsiteY0" fmla="*/ 6610 h 340719"/>
                <a:gd name="connsiteX1" fmla="*/ 129812 w 146849"/>
                <a:gd name="connsiteY1" fmla="*/ 0 h 340719"/>
                <a:gd name="connsiteX2" fmla="*/ 146849 w 146849"/>
                <a:gd name="connsiteY2" fmla="*/ 334110 h 340719"/>
                <a:gd name="connsiteX3" fmla="*/ 17038 w 146849"/>
                <a:gd name="connsiteY3" fmla="*/ 340720 h 340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849" h="340719">
                  <a:moveTo>
                    <a:pt x="0" y="6610"/>
                  </a:moveTo>
                  <a:lnTo>
                    <a:pt x="129812" y="0"/>
                  </a:lnTo>
                  <a:lnTo>
                    <a:pt x="146849" y="334110"/>
                  </a:lnTo>
                  <a:lnTo>
                    <a:pt x="17038" y="34072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0BBDD48-E636-E6AD-95E8-964519107F68}"/>
                </a:ext>
              </a:extLst>
            </p:cNvPr>
            <p:cNvSpPr/>
            <p:nvPr/>
          </p:nvSpPr>
          <p:spPr>
            <a:xfrm>
              <a:off x="10786311" y="6087861"/>
              <a:ext cx="129811" cy="133023"/>
            </a:xfrm>
            <a:custGeom>
              <a:avLst/>
              <a:gdLst>
                <a:gd name="connsiteX0" fmla="*/ 58291 w 129811"/>
                <a:gd name="connsiteY0" fmla="*/ 0 h 133023"/>
                <a:gd name="connsiteX1" fmla="*/ 129812 w 129811"/>
                <a:gd name="connsiteY1" fmla="*/ 126413 h 133023"/>
                <a:gd name="connsiteX2" fmla="*/ 0 w 129811"/>
                <a:gd name="connsiteY2" fmla="*/ 133023 h 133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811" h="133023">
                  <a:moveTo>
                    <a:pt x="58291" y="0"/>
                  </a:moveTo>
                  <a:lnTo>
                    <a:pt x="129812" y="126413"/>
                  </a:lnTo>
                  <a:lnTo>
                    <a:pt x="0" y="133023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359" name="Graphic 350">
              <a:extLst>
                <a:ext uri="{FF2B5EF4-FFF2-40B4-BE49-F238E27FC236}">
                  <a16:creationId xmlns:a16="http://schemas.microsoft.com/office/drawing/2014/main" id="{186DEBD0-486B-3BC3-A921-6958B094664D}"/>
                </a:ext>
              </a:extLst>
            </p:cNvPr>
            <p:cNvGrpSpPr/>
            <p:nvPr/>
          </p:nvGrpSpPr>
          <p:grpSpPr>
            <a:xfrm>
              <a:off x="9076056" y="8623056"/>
              <a:ext cx="3392323" cy="44417"/>
              <a:chOff x="9076056" y="8623056"/>
              <a:chExt cx="3392323" cy="44417"/>
            </a:xfrm>
            <a:solidFill>
              <a:srgbClr val="000000"/>
            </a:solidFill>
          </p:grpSpPr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DE0A488D-A3FB-8D21-C262-454E4AFCD396}"/>
                  </a:ext>
                </a:extLst>
              </p:cNvPr>
              <p:cNvSpPr/>
              <p:nvPr/>
            </p:nvSpPr>
            <p:spPr>
              <a:xfrm>
                <a:off x="9076056" y="8623056"/>
                <a:ext cx="12700" cy="44417"/>
              </a:xfrm>
              <a:custGeom>
                <a:avLst/>
                <a:gdLst>
                  <a:gd name="connsiteX0" fmla="*/ 104 w 12700"/>
                  <a:gd name="connsiteY0" fmla="*/ 308 h 44417"/>
                  <a:gd name="connsiteX1" fmla="*/ 104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04" y="308"/>
                    </a:moveTo>
                    <a:lnTo>
                      <a:pt x="104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931A894A-36C1-0080-EC0E-BE5CD2DD240C}"/>
                  </a:ext>
                </a:extLst>
              </p:cNvPr>
              <p:cNvSpPr/>
              <p:nvPr/>
            </p:nvSpPr>
            <p:spPr>
              <a:xfrm>
                <a:off x="9751981" y="8623056"/>
                <a:ext cx="12700" cy="44417"/>
              </a:xfrm>
              <a:custGeom>
                <a:avLst/>
                <a:gdLst>
                  <a:gd name="connsiteX0" fmla="*/ 157 w 12700"/>
                  <a:gd name="connsiteY0" fmla="*/ 308 h 44417"/>
                  <a:gd name="connsiteX1" fmla="*/ 157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57" y="308"/>
                    </a:moveTo>
                    <a:lnTo>
                      <a:pt x="157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A1D1B3A9-242A-EAEF-8C61-23260FA3AAA0}"/>
                  </a:ext>
                </a:extLst>
              </p:cNvPr>
              <p:cNvSpPr/>
              <p:nvPr/>
            </p:nvSpPr>
            <p:spPr>
              <a:xfrm>
                <a:off x="10427905" y="8623056"/>
                <a:ext cx="12700" cy="44417"/>
              </a:xfrm>
              <a:custGeom>
                <a:avLst/>
                <a:gdLst>
                  <a:gd name="connsiteX0" fmla="*/ 210 w 12700"/>
                  <a:gd name="connsiteY0" fmla="*/ 308 h 44417"/>
                  <a:gd name="connsiteX1" fmla="*/ 210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10" y="308"/>
                    </a:moveTo>
                    <a:lnTo>
                      <a:pt x="210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5D80FE0D-D09A-5878-9B27-856EAB6AF38B}"/>
                  </a:ext>
                </a:extLst>
              </p:cNvPr>
              <p:cNvSpPr/>
              <p:nvPr/>
            </p:nvSpPr>
            <p:spPr>
              <a:xfrm>
                <a:off x="11103830" y="8623056"/>
                <a:ext cx="12700" cy="44417"/>
              </a:xfrm>
              <a:custGeom>
                <a:avLst/>
                <a:gdLst>
                  <a:gd name="connsiteX0" fmla="*/ 263 w 12700"/>
                  <a:gd name="connsiteY0" fmla="*/ 308 h 44417"/>
                  <a:gd name="connsiteX1" fmla="*/ 263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63" y="308"/>
                    </a:moveTo>
                    <a:lnTo>
                      <a:pt x="263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123FC40A-791D-3451-4EBB-E0CD683BEE95}"/>
                  </a:ext>
                </a:extLst>
              </p:cNvPr>
              <p:cNvSpPr/>
              <p:nvPr/>
            </p:nvSpPr>
            <p:spPr>
              <a:xfrm>
                <a:off x="11779754" y="8623056"/>
                <a:ext cx="12700" cy="44417"/>
              </a:xfrm>
              <a:custGeom>
                <a:avLst/>
                <a:gdLst>
                  <a:gd name="connsiteX0" fmla="*/ 317 w 12700"/>
                  <a:gd name="connsiteY0" fmla="*/ 308 h 44417"/>
                  <a:gd name="connsiteX1" fmla="*/ 317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17" y="308"/>
                    </a:moveTo>
                    <a:lnTo>
                      <a:pt x="317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202FE02B-3B88-2C4A-1E60-863BA21EEF63}"/>
                  </a:ext>
                </a:extLst>
              </p:cNvPr>
              <p:cNvSpPr/>
              <p:nvPr/>
            </p:nvSpPr>
            <p:spPr>
              <a:xfrm>
                <a:off x="12455679" y="8623056"/>
                <a:ext cx="12700" cy="44417"/>
              </a:xfrm>
              <a:custGeom>
                <a:avLst/>
                <a:gdLst>
                  <a:gd name="connsiteX0" fmla="*/ 370 w 12700"/>
                  <a:gd name="connsiteY0" fmla="*/ 308 h 44417"/>
                  <a:gd name="connsiteX1" fmla="*/ 370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70" y="308"/>
                    </a:moveTo>
                    <a:lnTo>
                      <a:pt x="370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396" name="Graphic 350">
              <a:extLst>
                <a:ext uri="{FF2B5EF4-FFF2-40B4-BE49-F238E27FC236}">
                  <a16:creationId xmlns:a16="http://schemas.microsoft.com/office/drawing/2014/main" id="{4E20E775-49EF-6529-125B-CB3DD9D40835}"/>
                </a:ext>
              </a:extLst>
            </p:cNvPr>
            <p:cNvGrpSpPr/>
            <p:nvPr/>
          </p:nvGrpSpPr>
          <p:grpSpPr>
            <a:xfrm>
              <a:off x="9031606" y="5245875"/>
              <a:ext cx="44450" cy="3389871"/>
              <a:chOff x="9031606" y="5245875"/>
              <a:chExt cx="44450" cy="3389871"/>
            </a:xfrm>
            <a:solidFill>
              <a:srgbClr val="000000"/>
            </a:solidFill>
          </p:grpSpPr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FF2354DB-BA1E-A8EB-94FF-AC034C297C7A}"/>
                  </a:ext>
                </a:extLst>
              </p:cNvPr>
              <p:cNvSpPr/>
              <p:nvPr/>
            </p:nvSpPr>
            <p:spPr>
              <a:xfrm>
                <a:off x="9031606" y="8623056"/>
                <a:ext cx="44450" cy="12690"/>
              </a:xfrm>
              <a:custGeom>
                <a:avLst/>
                <a:gdLst>
                  <a:gd name="connsiteX0" fmla="*/ 44554 w 44450"/>
                  <a:gd name="connsiteY0" fmla="*/ 308 h 12690"/>
                  <a:gd name="connsiteX1" fmla="*/ 104 w 44450"/>
                  <a:gd name="connsiteY1" fmla="*/ 308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308"/>
                    </a:moveTo>
                    <a:lnTo>
                      <a:pt x="104" y="308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745F821A-A136-4D81-DA80-77985BE9F47B}"/>
                  </a:ext>
                </a:extLst>
              </p:cNvPr>
              <p:cNvSpPr/>
              <p:nvPr/>
            </p:nvSpPr>
            <p:spPr>
              <a:xfrm>
                <a:off x="9031606" y="7947620"/>
                <a:ext cx="44450" cy="12690"/>
              </a:xfrm>
              <a:custGeom>
                <a:avLst/>
                <a:gdLst>
                  <a:gd name="connsiteX0" fmla="*/ 44554 w 44450"/>
                  <a:gd name="connsiteY0" fmla="*/ 254 h 12690"/>
                  <a:gd name="connsiteX1" fmla="*/ 104 w 44450"/>
                  <a:gd name="connsiteY1" fmla="*/ 25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254"/>
                    </a:moveTo>
                    <a:lnTo>
                      <a:pt x="104" y="25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6A63E38C-7F87-2E3C-B23D-C4B6313B8BA4}"/>
                  </a:ext>
                </a:extLst>
              </p:cNvPr>
              <p:cNvSpPr/>
              <p:nvPr/>
            </p:nvSpPr>
            <p:spPr>
              <a:xfrm>
                <a:off x="9031606" y="7272184"/>
                <a:ext cx="44450" cy="12690"/>
              </a:xfrm>
              <a:custGeom>
                <a:avLst/>
                <a:gdLst>
                  <a:gd name="connsiteX0" fmla="*/ 44554 w 44450"/>
                  <a:gd name="connsiteY0" fmla="*/ 201 h 12690"/>
                  <a:gd name="connsiteX1" fmla="*/ 104 w 44450"/>
                  <a:gd name="connsiteY1" fmla="*/ 201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201"/>
                    </a:moveTo>
                    <a:lnTo>
                      <a:pt x="104" y="201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1D86692F-214C-A6B4-438D-347F8B7DAA26}"/>
                  </a:ext>
                </a:extLst>
              </p:cNvPr>
              <p:cNvSpPr/>
              <p:nvPr/>
            </p:nvSpPr>
            <p:spPr>
              <a:xfrm>
                <a:off x="9031606" y="6596748"/>
                <a:ext cx="44450" cy="12690"/>
              </a:xfrm>
              <a:custGeom>
                <a:avLst/>
                <a:gdLst>
                  <a:gd name="connsiteX0" fmla="*/ 44554 w 44450"/>
                  <a:gd name="connsiteY0" fmla="*/ 148 h 12690"/>
                  <a:gd name="connsiteX1" fmla="*/ 104 w 44450"/>
                  <a:gd name="connsiteY1" fmla="*/ 148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148"/>
                    </a:moveTo>
                    <a:lnTo>
                      <a:pt x="104" y="148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4FAB6946-BB23-B86D-2C8F-FA2D015255E4}"/>
                  </a:ext>
                </a:extLst>
              </p:cNvPr>
              <p:cNvSpPr/>
              <p:nvPr/>
            </p:nvSpPr>
            <p:spPr>
              <a:xfrm>
                <a:off x="9031606" y="5921311"/>
                <a:ext cx="44450" cy="12690"/>
              </a:xfrm>
              <a:custGeom>
                <a:avLst/>
                <a:gdLst>
                  <a:gd name="connsiteX0" fmla="*/ 44554 w 44450"/>
                  <a:gd name="connsiteY0" fmla="*/ 95 h 12690"/>
                  <a:gd name="connsiteX1" fmla="*/ 104 w 44450"/>
                  <a:gd name="connsiteY1" fmla="*/ 9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95"/>
                    </a:moveTo>
                    <a:lnTo>
                      <a:pt x="104" y="9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709B0098-92C8-DF30-B361-C197978A9D1D}"/>
                  </a:ext>
                </a:extLst>
              </p:cNvPr>
              <p:cNvSpPr/>
              <p:nvPr/>
            </p:nvSpPr>
            <p:spPr>
              <a:xfrm>
                <a:off x="9031606" y="5245875"/>
                <a:ext cx="44450" cy="12690"/>
              </a:xfrm>
              <a:custGeom>
                <a:avLst/>
                <a:gdLst>
                  <a:gd name="connsiteX0" fmla="*/ 44554 w 44450"/>
                  <a:gd name="connsiteY0" fmla="*/ 41 h 12690"/>
                  <a:gd name="connsiteX1" fmla="*/ 104 w 44450"/>
                  <a:gd name="connsiteY1" fmla="*/ 41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41"/>
                    </a:moveTo>
                    <a:lnTo>
                      <a:pt x="104" y="41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B35C5C8A-AF14-7C4A-13DA-A31B2DA835E7}"/>
                </a:ext>
              </a:extLst>
            </p:cNvPr>
            <p:cNvSpPr/>
            <p:nvPr/>
          </p:nvSpPr>
          <p:spPr>
            <a:xfrm>
              <a:off x="9076056" y="5245875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0B91511E-7340-DD6D-DAEF-54AE23F4BB02}"/>
                </a:ext>
              </a:extLst>
            </p:cNvPr>
            <p:cNvSpPr/>
            <p:nvPr/>
          </p:nvSpPr>
          <p:spPr>
            <a:xfrm>
              <a:off x="12455679" y="5245875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ED18A801-5D29-1F37-8823-C979A1D95B2E}"/>
                </a:ext>
              </a:extLst>
            </p:cNvPr>
            <p:cNvSpPr/>
            <p:nvPr/>
          </p:nvSpPr>
          <p:spPr>
            <a:xfrm>
              <a:off x="9076056" y="8623056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A9E8218-34F5-6A95-EA1B-72FB052B1880}"/>
                </a:ext>
              </a:extLst>
            </p:cNvPr>
            <p:cNvSpPr/>
            <p:nvPr/>
          </p:nvSpPr>
          <p:spPr>
            <a:xfrm>
              <a:off x="9076056" y="5245875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441" name="Graphic 437">
            <a:extLst>
              <a:ext uri="{FF2B5EF4-FFF2-40B4-BE49-F238E27FC236}">
                <a16:creationId xmlns:a16="http://schemas.microsoft.com/office/drawing/2014/main" id="{D2F5AF1D-C808-6CAC-02C6-BE1107EB5D52}"/>
              </a:ext>
            </a:extLst>
          </p:cNvPr>
          <p:cNvGrpSpPr/>
          <p:nvPr/>
        </p:nvGrpSpPr>
        <p:grpSpPr>
          <a:xfrm>
            <a:off x="6084510" y="7709081"/>
            <a:ext cx="3549415" cy="3564860"/>
            <a:chOff x="11373444" y="6376197"/>
            <a:chExt cx="3549415" cy="3564860"/>
          </a:xfrm>
        </p:grpSpPr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427CB81A-1CB2-1A99-3362-ED82C6C01E16}"/>
                </a:ext>
              </a:extLst>
            </p:cNvPr>
            <p:cNvSpPr/>
            <p:nvPr/>
          </p:nvSpPr>
          <p:spPr>
            <a:xfrm>
              <a:off x="11434258" y="6376806"/>
              <a:ext cx="3375956" cy="3377180"/>
            </a:xfrm>
            <a:custGeom>
              <a:avLst/>
              <a:gdLst>
                <a:gd name="connsiteX0" fmla="*/ 0 w 3375956"/>
                <a:gd name="connsiteY0" fmla="*/ 3377181 h 3377180"/>
                <a:gd name="connsiteX1" fmla="*/ 3375957 w 3375956"/>
                <a:gd name="connsiteY1" fmla="*/ 3377181 h 3377180"/>
                <a:gd name="connsiteX2" fmla="*/ 3375957 w 3375956"/>
                <a:gd name="connsiteY2" fmla="*/ 0 h 3377180"/>
                <a:gd name="connsiteX3" fmla="*/ 0 w 3375956"/>
                <a:gd name="connsiteY3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5956" h="3377180">
                  <a:moveTo>
                    <a:pt x="0" y="3377181"/>
                  </a:moveTo>
                  <a:lnTo>
                    <a:pt x="3375957" y="3377181"/>
                  </a:lnTo>
                  <a:lnTo>
                    <a:pt x="3375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443" name="Picture 442">
              <a:extLst>
                <a:ext uri="{FF2B5EF4-FFF2-40B4-BE49-F238E27FC236}">
                  <a16:creationId xmlns:a16="http://schemas.microsoft.com/office/drawing/2014/main" id="{7C9AC282-C796-5DA3-8969-5DF39A71A79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 flipV="1">
              <a:off x="11434258" y="6376197"/>
              <a:ext cx="3376565" cy="3377789"/>
            </a:xfrm>
            <a:custGeom>
              <a:avLst/>
              <a:gdLst>
                <a:gd name="connsiteX0" fmla="*/ 0 w 3376565"/>
                <a:gd name="connsiteY0" fmla="*/ 83 h 3377789"/>
                <a:gd name="connsiteX1" fmla="*/ 3376566 w 3376565"/>
                <a:gd name="connsiteY1" fmla="*/ 83 h 3377789"/>
                <a:gd name="connsiteX2" fmla="*/ 3376566 w 3376565"/>
                <a:gd name="connsiteY2" fmla="*/ 3377873 h 3377789"/>
                <a:gd name="connsiteX3" fmla="*/ 0 w 3376565"/>
                <a:gd name="connsiteY3" fmla="*/ 3377873 h 337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6565" h="3377789">
                  <a:moveTo>
                    <a:pt x="0" y="83"/>
                  </a:moveTo>
                  <a:lnTo>
                    <a:pt x="3376566" y="83"/>
                  </a:lnTo>
                  <a:lnTo>
                    <a:pt x="3376566" y="3377873"/>
                  </a:lnTo>
                  <a:lnTo>
                    <a:pt x="0" y="3377873"/>
                  </a:lnTo>
                  <a:close/>
                </a:path>
              </a:pathLst>
            </a:custGeom>
          </p:spPr>
        </p:pic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CB91720-FB36-EF0B-2FAE-D3BF27DBC5A5}"/>
                </a:ext>
              </a:extLst>
            </p:cNvPr>
            <p:cNvSpPr/>
            <p:nvPr/>
          </p:nvSpPr>
          <p:spPr>
            <a:xfrm>
              <a:off x="13147760" y="7176549"/>
              <a:ext cx="150024" cy="341852"/>
            </a:xfrm>
            <a:custGeom>
              <a:avLst/>
              <a:gdLst>
                <a:gd name="connsiteX0" fmla="*/ 0 w 150024"/>
                <a:gd name="connsiteY0" fmla="*/ 7934 h 341852"/>
                <a:gd name="connsiteX1" fmla="*/ 129597 w 150024"/>
                <a:gd name="connsiteY1" fmla="*/ 0 h 341852"/>
                <a:gd name="connsiteX2" fmla="*/ 150025 w 150024"/>
                <a:gd name="connsiteY2" fmla="*/ 333919 h 341852"/>
                <a:gd name="connsiteX3" fmla="*/ 20428 w 150024"/>
                <a:gd name="connsiteY3" fmla="*/ 341853 h 341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024" h="341852">
                  <a:moveTo>
                    <a:pt x="0" y="7934"/>
                  </a:moveTo>
                  <a:lnTo>
                    <a:pt x="129597" y="0"/>
                  </a:lnTo>
                  <a:lnTo>
                    <a:pt x="150025" y="333919"/>
                  </a:lnTo>
                  <a:lnTo>
                    <a:pt x="20428" y="341853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98F60969-3A2C-C051-F004-863418F1D024}"/>
                </a:ext>
              </a:extLst>
            </p:cNvPr>
            <p:cNvSpPr/>
            <p:nvPr/>
          </p:nvSpPr>
          <p:spPr>
            <a:xfrm>
              <a:off x="13155691" y="7180516"/>
              <a:ext cx="129596" cy="133610"/>
            </a:xfrm>
            <a:custGeom>
              <a:avLst/>
              <a:gdLst>
                <a:gd name="connsiteX0" fmla="*/ 56867 w 129596"/>
                <a:gd name="connsiteY0" fmla="*/ 0 h 133610"/>
                <a:gd name="connsiteX1" fmla="*/ 129597 w 129596"/>
                <a:gd name="connsiteY1" fmla="*/ 125677 h 133610"/>
                <a:gd name="connsiteX2" fmla="*/ 0 w 129596"/>
                <a:gd name="connsiteY2" fmla="*/ 133611 h 133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596" h="133610">
                  <a:moveTo>
                    <a:pt x="56867" y="0"/>
                  </a:moveTo>
                  <a:lnTo>
                    <a:pt x="129597" y="125677"/>
                  </a:lnTo>
                  <a:lnTo>
                    <a:pt x="0" y="133611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446" name="Graphic 437">
              <a:extLst>
                <a:ext uri="{FF2B5EF4-FFF2-40B4-BE49-F238E27FC236}">
                  <a16:creationId xmlns:a16="http://schemas.microsoft.com/office/drawing/2014/main" id="{6058D332-E461-587D-4D91-0D84C51793A2}"/>
                </a:ext>
              </a:extLst>
            </p:cNvPr>
            <p:cNvGrpSpPr/>
            <p:nvPr/>
          </p:nvGrpSpPr>
          <p:grpSpPr>
            <a:xfrm>
              <a:off x="11373444" y="9753987"/>
              <a:ext cx="3549415" cy="187070"/>
              <a:chOff x="11373444" y="9753987"/>
              <a:chExt cx="3549415" cy="187070"/>
            </a:xfrm>
            <a:solidFill>
              <a:srgbClr val="000000"/>
            </a:solidFill>
          </p:grpSpPr>
          <p:grpSp>
            <p:nvGrpSpPr>
              <p:cNvPr id="447" name="Graphic 437">
                <a:extLst>
                  <a:ext uri="{FF2B5EF4-FFF2-40B4-BE49-F238E27FC236}">
                    <a16:creationId xmlns:a16="http://schemas.microsoft.com/office/drawing/2014/main" id="{2A647626-F131-846C-55CF-12118761422F}"/>
                  </a:ext>
                </a:extLst>
              </p:cNvPr>
              <p:cNvGrpSpPr/>
              <p:nvPr/>
            </p:nvGrpSpPr>
            <p:grpSpPr>
              <a:xfrm>
                <a:off x="11373444" y="9753987"/>
                <a:ext cx="227514" cy="187070"/>
                <a:chOff x="11373444" y="9753987"/>
                <a:chExt cx="227514" cy="187070"/>
              </a:xfrm>
              <a:solidFill>
                <a:srgbClr val="000000"/>
              </a:solidFill>
            </p:grpSpPr>
            <p:sp>
              <p:nvSpPr>
                <p:cNvPr id="448" name="Freeform: Shape 447">
                  <a:extLst>
                    <a:ext uri="{FF2B5EF4-FFF2-40B4-BE49-F238E27FC236}">
                      <a16:creationId xmlns:a16="http://schemas.microsoft.com/office/drawing/2014/main" id="{2E535D67-03E3-D7F5-CE74-DD5BD71172D0}"/>
                    </a:ext>
                  </a:extLst>
                </p:cNvPr>
                <p:cNvSpPr/>
                <p:nvPr/>
              </p:nvSpPr>
              <p:spPr>
                <a:xfrm>
                  <a:off x="11434258" y="9753987"/>
                  <a:ext cx="12686" cy="44417"/>
                </a:xfrm>
                <a:custGeom>
                  <a:avLst/>
                  <a:gdLst>
                    <a:gd name="connsiteX0" fmla="*/ 103 w 12686"/>
                    <a:gd name="connsiteY0" fmla="*/ 308 h 44417"/>
                    <a:gd name="connsiteX1" fmla="*/ 103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03" y="308"/>
                      </a:moveTo>
                      <a:lnTo>
                        <a:pt x="103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49" name="Graphic 437">
                  <a:extLst>
                    <a:ext uri="{FF2B5EF4-FFF2-40B4-BE49-F238E27FC236}">
                      <a16:creationId xmlns:a16="http://schemas.microsoft.com/office/drawing/2014/main" id="{2C9772B0-7689-E457-CCE2-DA70409FB1A7}"/>
                    </a:ext>
                  </a:extLst>
                </p:cNvPr>
                <p:cNvGrpSpPr/>
                <p:nvPr/>
              </p:nvGrpSpPr>
              <p:grpSpPr>
                <a:xfrm>
                  <a:off x="11373444" y="9845063"/>
                  <a:ext cx="227514" cy="95994"/>
                  <a:chOff x="11373444" y="9845063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450" name="Freeform: Shape 449">
                    <a:extLst>
                      <a:ext uri="{FF2B5EF4-FFF2-40B4-BE49-F238E27FC236}">
                        <a16:creationId xmlns:a16="http://schemas.microsoft.com/office/drawing/2014/main" id="{D9A1E0D3-3052-77AA-B9BC-62C9C0C21F13}"/>
                      </a:ext>
                    </a:extLst>
                  </p:cNvPr>
                  <p:cNvSpPr/>
                  <p:nvPr/>
                </p:nvSpPr>
                <p:spPr>
                  <a:xfrm flipV="1">
                    <a:off x="11373444" y="9846729"/>
                    <a:ext cx="67395" cy="92524"/>
                  </a:xfrm>
                  <a:custGeom>
                    <a:avLst/>
                    <a:gdLst>
                      <a:gd name="connsiteX0" fmla="*/ 39829 w 67395"/>
                      <a:gd name="connsiteY0" fmla="*/ 79603 h 92524"/>
                      <a:gd name="connsiteX1" fmla="*/ 8233 w 67395"/>
                      <a:gd name="connsiteY1" fmla="*/ 30208 h 92524"/>
                      <a:gd name="connsiteX2" fmla="*/ 39829 w 67395"/>
                      <a:gd name="connsiteY2" fmla="*/ 30208 h 92524"/>
                      <a:gd name="connsiteX3" fmla="*/ 39829 w 67395"/>
                      <a:gd name="connsiteY3" fmla="*/ 79603 h 92524"/>
                      <a:gd name="connsiteX4" fmla="*/ 36539 w 67395"/>
                      <a:gd name="connsiteY4" fmla="*/ 90510 h 92524"/>
                      <a:gd name="connsiteX5" fmla="*/ 52278 w 67395"/>
                      <a:gd name="connsiteY5" fmla="*/ 90510 h 92524"/>
                      <a:gd name="connsiteX6" fmla="*/ 52278 w 67395"/>
                      <a:gd name="connsiteY6" fmla="*/ 30208 h 92524"/>
                      <a:gd name="connsiteX7" fmla="*/ 65479 w 67395"/>
                      <a:gd name="connsiteY7" fmla="*/ 30208 h 92524"/>
                      <a:gd name="connsiteX8" fmla="*/ 65479 w 67395"/>
                      <a:gd name="connsiteY8" fmla="*/ 19798 h 92524"/>
                      <a:gd name="connsiteX9" fmla="*/ 52278 w 67395"/>
                      <a:gd name="connsiteY9" fmla="*/ 19798 h 92524"/>
                      <a:gd name="connsiteX10" fmla="*/ 52278 w 67395"/>
                      <a:gd name="connsiteY10" fmla="*/ -2014 h 92524"/>
                      <a:gd name="connsiteX11" fmla="*/ 39829 w 67395"/>
                      <a:gd name="connsiteY11" fmla="*/ -2014 h 92524"/>
                      <a:gd name="connsiteX12" fmla="*/ 39829 w 67395"/>
                      <a:gd name="connsiteY12" fmla="*/ 19798 h 92524"/>
                      <a:gd name="connsiteX13" fmla="*/ -1916 w 67395"/>
                      <a:gd name="connsiteY13" fmla="*/ 19798 h 92524"/>
                      <a:gd name="connsiteX14" fmla="*/ -1916 w 67395"/>
                      <a:gd name="connsiteY14" fmla="*/ 31874 h 92524"/>
                      <a:gd name="connsiteX15" fmla="*/ 36539 w 67395"/>
                      <a:gd name="connsiteY15" fmla="*/ 905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829" y="79603"/>
                        </a:moveTo>
                        <a:lnTo>
                          <a:pt x="8233" y="30208"/>
                        </a:lnTo>
                        <a:lnTo>
                          <a:pt x="39829" y="30208"/>
                        </a:lnTo>
                        <a:lnTo>
                          <a:pt x="39829" y="79603"/>
                        </a:lnTo>
                        <a:close/>
                        <a:moveTo>
                          <a:pt x="36539" y="90510"/>
                        </a:moveTo>
                        <a:lnTo>
                          <a:pt x="52278" y="90510"/>
                        </a:lnTo>
                        <a:lnTo>
                          <a:pt x="52278" y="30208"/>
                        </a:lnTo>
                        <a:lnTo>
                          <a:pt x="65479" y="30208"/>
                        </a:lnTo>
                        <a:lnTo>
                          <a:pt x="65479" y="19798"/>
                        </a:lnTo>
                        <a:lnTo>
                          <a:pt x="52278" y="19798"/>
                        </a:lnTo>
                        <a:lnTo>
                          <a:pt x="52278" y="-2014"/>
                        </a:lnTo>
                        <a:lnTo>
                          <a:pt x="39829" y="-2014"/>
                        </a:lnTo>
                        <a:lnTo>
                          <a:pt x="39829" y="19798"/>
                        </a:lnTo>
                        <a:lnTo>
                          <a:pt x="-1916" y="19798"/>
                        </a:lnTo>
                        <a:lnTo>
                          <a:pt x="-1916" y="31874"/>
                        </a:lnTo>
                        <a:lnTo>
                          <a:pt x="36539" y="905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51" name="Freeform: Shape 450">
                    <a:extLst>
                      <a:ext uri="{FF2B5EF4-FFF2-40B4-BE49-F238E27FC236}">
                        <a16:creationId xmlns:a16="http://schemas.microsoft.com/office/drawing/2014/main" id="{94E1C569-A5E1-4612-DACD-9CAE4D5EB84D}"/>
                      </a:ext>
                    </a:extLst>
                  </p:cNvPr>
                  <p:cNvSpPr/>
                  <p:nvPr/>
                </p:nvSpPr>
                <p:spPr>
                  <a:xfrm flipV="1">
                    <a:off x="11455942" y="9845063"/>
                    <a:ext cx="63807" cy="95994"/>
                  </a:xfrm>
                  <a:custGeom>
                    <a:avLst/>
                    <a:gdLst>
                      <a:gd name="connsiteX0" fmla="*/ 4037 w 63807"/>
                      <a:gd name="connsiteY0" fmla="*/ 1717 h 95994"/>
                      <a:gd name="connsiteX1" fmla="*/ 4037 w 63807"/>
                      <a:gd name="connsiteY1" fmla="*/ 13119 h 95994"/>
                      <a:gd name="connsiteX2" fmla="*/ 13572 w 63807"/>
                      <a:gd name="connsiteY2" fmla="*/ 9708 h 95994"/>
                      <a:gd name="connsiteX3" fmla="*/ 23067 w 63807"/>
                      <a:gd name="connsiteY3" fmla="*/ 8538 h 95994"/>
                      <a:gd name="connsiteX4" fmla="*/ 41977 w 63807"/>
                      <a:gd name="connsiteY4" fmla="*/ 16867 h 95994"/>
                      <a:gd name="connsiteX5" fmla="*/ 49450 w 63807"/>
                      <a:gd name="connsiteY5" fmla="*/ 42189 h 95994"/>
                      <a:gd name="connsiteX6" fmla="*/ 40332 w 63807"/>
                      <a:gd name="connsiteY6" fmla="*/ 33999 h 95994"/>
                      <a:gd name="connsiteX7" fmla="*/ 28141 w 63807"/>
                      <a:gd name="connsiteY7" fmla="*/ 31144 h 95994"/>
                      <a:gd name="connsiteX8" fmla="*/ 6178 w 63807"/>
                      <a:gd name="connsiteY8" fmla="*/ 39532 h 95994"/>
                      <a:gd name="connsiteX9" fmla="*/ -1909 w 63807"/>
                      <a:gd name="connsiteY9" fmla="*/ 62514 h 95994"/>
                      <a:gd name="connsiteX10" fmla="*/ 6515 w 63807"/>
                      <a:gd name="connsiteY10" fmla="*/ 85357 h 95994"/>
                      <a:gd name="connsiteX11" fmla="*/ 28934 w 63807"/>
                      <a:gd name="connsiteY11" fmla="*/ 93983 h 95994"/>
                      <a:gd name="connsiteX12" fmla="*/ 53434 w 63807"/>
                      <a:gd name="connsiteY12" fmla="*/ 81669 h 95994"/>
                      <a:gd name="connsiteX13" fmla="*/ 61898 w 63807"/>
                      <a:gd name="connsiteY13" fmla="*/ 45956 h 95994"/>
                      <a:gd name="connsiteX14" fmla="*/ 51511 w 63807"/>
                      <a:gd name="connsiteY14" fmla="*/ 11037 h 95994"/>
                      <a:gd name="connsiteX15" fmla="*/ 23622 w 63807"/>
                      <a:gd name="connsiteY15" fmla="*/ -2011 h 95994"/>
                      <a:gd name="connsiteX16" fmla="*/ 14067 w 63807"/>
                      <a:gd name="connsiteY16" fmla="*/ -1079 h 95994"/>
                      <a:gd name="connsiteX17" fmla="*/ 4037 w 63807"/>
                      <a:gd name="connsiteY17" fmla="*/ 1717 h 95994"/>
                      <a:gd name="connsiteX18" fmla="*/ 28934 w 63807"/>
                      <a:gd name="connsiteY18" fmla="*/ 40940 h 95994"/>
                      <a:gd name="connsiteX19" fmla="*/ 42274 w 63807"/>
                      <a:gd name="connsiteY19" fmla="*/ 46690 h 95994"/>
                      <a:gd name="connsiteX20" fmla="*/ 47210 w 63807"/>
                      <a:gd name="connsiteY20" fmla="*/ 62514 h 95994"/>
                      <a:gd name="connsiteX21" fmla="*/ 42274 w 63807"/>
                      <a:gd name="connsiteY21" fmla="*/ 78278 h 95994"/>
                      <a:gd name="connsiteX22" fmla="*/ 28934 w 63807"/>
                      <a:gd name="connsiteY22" fmla="*/ 84069 h 95994"/>
                      <a:gd name="connsiteX23" fmla="*/ 15594 w 63807"/>
                      <a:gd name="connsiteY23" fmla="*/ 78278 h 95994"/>
                      <a:gd name="connsiteX24" fmla="*/ 10678 w 63807"/>
                      <a:gd name="connsiteY24" fmla="*/ 62514 h 95994"/>
                      <a:gd name="connsiteX25" fmla="*/ 15594 w 63807"/>
                      <a:gd name="connsiteY25" fmla="*/ 46690 h 95994"/>
                      <a:gd name="connsiteX26" fmla="*/ 28934 w 63807"/>
                      <a:gd name="connsiteY26" fmla="*/ 4094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4037" y="1717"/>
                        </a:moveTo>
                        <a:lnTo>
                          <a:pt x="4037" y="13119"/>
                        </a:lnTo>
                        <a:cubicBezTo>
                          <a:pt x="7182" y="11625"/>
                          <a:pt x="10361" y="10488"/>
                          <a:pt x="13572" y="9708"/>
                        </a:cubicBezTo>
                        <a:cubicBezTo>
                          <a:pt x="16796" y="8928"/>
                          <a:pt x="19961" y="8538"/>
                          <a:pt x="23067" y="8538"/>
                        </a:cubicBezTo>
                        <a:cubicBezTo>
                          <a:pt x="31326" y="8538"/>
                          <a:pt x="37629" y="11314"/>
                          <a:pt x="41977" y="16867"/>
                        </a:cubicBezTo>
                        <a:cubicBezTo>
                          <a:pt x="46338" y="22419"/>
                          <a:pt x="48829" y="30860"/>
                          <a:pt x="49450" y="42189"/>
                        </a:cubicBezTo>
                        <a:cubicBezTo>
                          <a:pt x="47058" y="38633"/>
                          <a:pt x="44019" y="35903"/>
                          <a:pt x="40332" y="33999"/>
                        </a:cubicBezTo>
                        <a:cubicBezTo>
                          <a:pt x="36658" y="32096"/>
                          <a:pt x="32594" y="31144"/>
                          <a:pt x="28141" y="31144"/>
                        </a:cubicBezTo>
                        <a:cubicBezTo>
                          <a:pt x="18891" y="31144"/>
                          <a:pt x="11570" y="33940"/>
                          <a:pt x="6178" y="39532"/>
                        </a:cubicBezTo>
                        <a:cubicBezTo>
                          <a:pt x="786" y="45137"/>
                          <a:pt x="-1909" y="52798"/>
                          <a:pt x="-1909" y="62514"/>
                        </a:cubicBezTo>
                        <a:cubicBezTo>
                          <a:pt x="-1909" y="72006"/>
                          <a:pt x="899" y="79620"/>
                          <a:pt x="6515" y="85357"/>
                        </a:cubicBezTo>
                        <a:cubicBezTo>
                          <a:pt x="12131" y="91108"/>
                          <a:pt x="19604" y="93983"/>
                          <a:pt x="28934" y="93983"/>
                        </a:cubicBezTo>
                        <a:cubicBezTo>
                          <a:pt x="39638" y="93983"/>
                          <a:pt x="47805" y="89879"/>
                          <a:pt x="53434" y="81669"/>
                        </a:cubicBezTo>
                        <a:cubicBezTo>
                          <a:pt x="59077" y="73473"/>
                          <a:pt x="61898" y="61569"/>
                          <a:pt x="61898" y="45956"/>
                        </a:cubicBezTo>
                        <a:cubicBezTo>
                          <a:pt x="61898" y="31375"/>
                          <a:pt x="58436" y="19735"/>
                          <a:pt x="51511" y="11037"/>
                        </a:cubicBezTo>
                        <a:cubicBezTo>
                          <a:pt x="44600" y="2338"/>
                          <a:pt x="35303" y="-2011"/>
                          <a:pt x="23622" y="-2011"/>
                        </a:cubicBezTo>
                        <a:cubicBezTo>
                          <a:pt x="20476" y="-2011"/>
                          <a:pt x="17292" y="-1700"/>
                          <a:pt x="14067" y="-1079"/>
                        </a:cubicBezTo>
                        <a:cubicBezTo>
                          <a:pt x="10856" y="-458"/>
                          <a:pt x="7513" y="474"/>
                          <a:pt x="4037" y="1717"/>
                        </a:cubicBezTo>
                        <a:close/>
                        <a:moveTo>
                          <a:pt x="28934" y="40940"/>
                        </a:moveTo>
                        <a:cubicBezTo>
                          <a:pt x="34550" y="40940"/>
                          <a:pt x="38997" y="42856"/>
                          <a:pt x="42274" y="46690"/>
                        </a:cubicBezTo>
                        <a:cubicBezTo>
                          <a:pt x="45565" y="50537"/>
                          <a:pt x="47210" y="55812"/>
                          <a:pt x="47210" y="62514"/>
                        </a:cubicBezTo>
                        <a:cubicBezTo>
                          <a:pt x="47210" y="69163"/>
                          <a:pt x="45565" y="74418"/>
                          <a:pt x="42274" y="78278"/>
                        </a:cubicBezTo>
                        <a:cubicBezTo>
                          <a:pt x="38997" y="82138"/>
                          <a:pt x="34550" y="84069"/>
                          <a:pt x="28934" y="84069"/>
                        </a:cubicBezTo>
                        <a:cubicBezTo>
                          <a:pt x="23318" y="84069"/>
                          <a:pt x="18871" y="82138"/>
                          <a:pt x="15594" y="78278"/>
                        </a:cubicBezTo>
                        <a:cubicBezTo>
                          <a:pt x="12316" y="74418"/>
                          <a:pt x="10678" y="69163"/>
                          <a:pt x="10678" y="62514"/>
                        </a:cubicBezTo>
                        <a:cubicBezTo>
                          <a:pt x="10678" y="55812"/>
                          <a:pt x="12316" y="50537"/>
                          <a:pt x="15594" y="46690"/>
                        </a:cubicBezTo>
                        <a:cubicBezTo>
                          <a:pt x="18871" y="42856"/>
                          <a:pt x="23318" y="40940"/>
                          <a:pt x="28934" y="409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52" name="Freeform: Shape 451">
                    <a:extLst>
                      <a:ext uri="{FF2B5EF4-FFF2-40B4-BE49-F238E27FC236}">
                        <a16:creationId xmlns:a16="http://schemas.microsoft.com/office/drawing/2014/main" id="{07E8CB44-92BB-77DA-D2A5-C247DCB4AB08}"/>
                      </a:ext>
                    </a:extLst>
                  </p:cNvPr>
                  <p:cNvSpPr/>
                  <p:nvPr/>
                </p:nvSpPr>
                <p:spPr>
                  <a:xfrm flipV="1">
                    <a:off x="11537032" y="9845063"/>
                    <a:ext cx="63926" cy="95994"/>
                  </a:xfrm>
                  <a:custGeom>
                    <a:avLst/>
                    <a:gdLst>
                      <a:gd name="connsiteX0" fmla="*/ 30028 w 63926"/>
                      <a:gd name="connsiteY0" fmla="*/ 84069 h 95994"/>
                      <a:gd name="connsiteX1" fmla="*/ 15499 w 63926"/>
                      <a:gd name="connsiteY1" fmla="*/ 74550 h 95994"/>
                      <a:gd name="connsiteX2" fmla="*/ 10642 w 63926"/>
                      <a:gd name="connsiteY2" fmla="*/ 45956 h 95994"/>
                      <a:gd name="connsiteX3" fmla="*/ 15499 w 63926"/>
                      <a:gd name="connsiteY3" fmla="*/ 17422 h 95994"/>
                      <a:gd name="connsiteX4" fmla="*/ 30028 w 63926"/>
                      <a:gd name="connsiteY4" fmla="*/ 7904 h 95994"/>
                      <a:gd name="connsiteX5" fmla="*/ 44618 w 63926"/>
                      <a:gd name="connsiteY5" fmla="*/ 17422 h 95994"/>
                      <a:gd name="connsiteX6" fmla="*/ 49494 w 63926"/>
                      <a:gd name="connsiteY6" fmla="*/ 45956 h 95994"/>
                      <a:gd name="connsiteX7" fmla="*/ 44618 w 63926"/>
                      <a:gd name="connsiteY7" fmla="*/ 74550 h 95994"/>
                      <a:gd name="connsiteX8" fmla="*/ 30028 w 63926"/>
                      <a:gd name="connsiteY8" fmla="*/ 84069 h 95994"/>
                      <a:gd name="connsiteX9" fmla="*/ 30028 w 63926"/>
                      <a:gd name="connsiteY9" fmla="*/ 93983 h 95994"/>
                      <a:gd name="connsiteX10" fmla="*/ 53795 w 63926"/>
                      <a:gd name="connsiteY10" fmla="*/ 81669 h 95994"/>
                      <a:gd name="connsiteX11" fmla="*/ 62002 w 63926"/>
                      <a:gd name="connsiteY11" fmla="*/ 45956 h 95994"/>
                      <a:gd name="connsiteX12" fmla="*/ 53795 w 63926"/>
                      <a:gd name="connsiteY12" fmla="*/ 10283 h 95994"/>
                      <a:gd name="connsiteX13" fmla="*/ 30028 w 63926"/>
                      <a:gd name="connsiteY13" fmla="*/ -2011 h 95994"/>
                      <a:gd name="connsiteX14" fmla="*/ 6281 w 63926"/>
                      <a:gd name="connsiteY14" fmla="*/ 10283 h 95994"/>
                      <a:gd name="connsiteX15" fmla="*/ -1925 w 63926"/>
                      <a:gd name="connsiteY15" fmla="*/ 45956 h 95994"/>
                      <a:gd name="connsiteX16" fmla="*/ 6281 w 63926"/>
                      <a:gd name="connsiteY16" fmla="*/ 81669 h 95994"/>
                      <a:gd name="connsiteX17" fmla="*/ 30028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28" y="84069"/>
                        </a:moveTo>
                        <a:cubicBezTo>
                          <a:pt x="23593" y="84069"/>
                          <a:pt x="18750" y="80896"/>
                          <a:pt x="15499" y="74550"/>
                        </a:cubicBezTo>
                        <a:cubicBezTo>
                          <a:pt x="12261" y="68218"/>
                          <a:pt x="10642" y="58687"/>
                          <a:pt x="10642" y="45956"/>
                        </a:cubicBezTo>
                        <a:cubicBezTo>
                          <a:pt x="10642" y="33279"/>
                          <a:pt x="12261" y="23767"/>
                          <a:pt x="15499" y="17422"/>
                        </a:cubicBezTo>
                        <a:cubicBezTo>
                          <a:pt x="18750" y="11076"/>
                          <a:pt x="23593" y="7904"/>
                          <a:pt x="30028" y="7904"/>
                        </a:cubicBezTo>
                        <a:cubicBezTo>
                          <a:pt x="36517" y="7904"/>
                          <a:pt x="41380" y="11076"/>
                          <a:pt x="44618" y="17422"/>
                        </a:cubicBezTo>
                        <a:cubicBezTo>
                          <a:pt x="47868" y="23767"/>
                          <a:pt x="49494" y="33279"/>
                          <a:pt x="49494" y="45956"/>
                        </a:cubicBezTo>
                        <a:cubicBezTo>
                          <a:pt x="49494" y="58687"/>
                          <a:pt x="47868" y="68218"/>
                          <a:pt x="44618" y="74550"/>
                        </a:cubicBezTo>
                        <a:cubicBezTo>
                          <a:pt x="41380" y="80896"/>
                          <a:pt x="36517" y="84069"/>
                          <a:pt x="30028" y="84069"/>
                        </a:cubicBezTo>
                        <a:close/>
                        <a:moveTo>
                          <a:pt x="30028" y="93983"/>
                        </a:moveTo>
                        <a:cubicBezTo>
                          <a:pt x="40402" y="93983"/>
                          <a:pt x="48324" y="89879"/>
                          <a:pt x="53795" y="81669"/>
                        </a:cubicBezTo>
                        <a:cubicBezTo>
                          <a:pt x="59266" y="73473"/>
                          <a:pt x="62002" y="61569"/>
                          <a:pt x="62002" y="45956"/>
                        </a:cubicBezTo>
                        <a:cubicBezTo>
                          <a:pt x="62002" y="30384"/>
                          <a:pt x="59266" y="18493"/>
                          <a:pt x="53795" y="10283"/>
                        </a:cubicBezTo>
                        <a:cubicBezTo>
                          <a:pt x="48324" y="2087"/>
                          <a:pt x="40402" y="-2011"/>
                          <a:pt x="30028" y="-2011"/>
                        </a:cubicBezTo>
                        <a:cubicBezTo>
                          <a:pt x="19668" y="-2011"/>
                          <a:pt x="11752" y="2087"/>
                          <a:pt x="6281" y="10283"/>
                        </a:cubicBezTo>
                        <a:cubicBezTo>
                          <a:pt x="810" y="18493"/>
                          <a:pt x="-1925" y="30384"/>
                          <a:pt x="-1925" y="45956"/>
                        </a:cubicBezTo>
                        <a:cubicBezTo>
                          <a:pt x="-1925" y="61569"/>
                          <a:pt x="810" y="73473"/>
                          <a:pt x="6281" y="81669"/>
                        </a:cubicBezTo>
                        <a:cubicBezTo>
                          <a:pt x="11752" y="89879"/>
                          <a:pt x="19668" y="93983"/>
                          <a:pt x="30028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53" name="Graphic 437">
                <a:extLst>
                  <a:ext uri="{FF2B5EF4-FFF2-40B4-BE49-F238E27FC236}">
                    <a16:creationId xmlns:a16="http://schemas.microsoft.com/office/drawing/2014/main" id="{779078AA-4FE4-F0A3-4B7D-032E57225FC7}"/>
                  </a:ext>
                </a:extLst>
              </p:cNvPr>
              <p:cNvGrpSpPr/>
              <p:nvPr/>
            </p:nvGrpSpPr>
            <p:grpSpPr>
              <a:xfrm>
                <a:off x="11998167" y="9753987"/>
                <a:ext cx="223926" cy="187070"/>
                <a:chOff x="11998167" y="9753987"/>
                <a:chExt cx="223926" cy="187070"/>
              </a:xfrm>
              <a:solidFill>
                <a:srgbClr val="000000"/>
              </a:solidFill>
            </p:grpSpPr>
            <p:sp>
              <p:nvSpPr>
                <p:cNvPr id="454" name="Freeform: Shape 453">
                  <a:extLst>
                    <a:ext uri="{FF2B5EF4-FFF2-40B4-BE49-F238E27FC236}">
                      <a16:creationId xmlns:a16="http://schemas.microsoft.com/office/drawing/2014/main" id="{48A54004-3D36-CB5D-5023-69B4AA23E25D}"/>
                    </a:ext>
                  </a:extLst>
                </p:cNvPr>
                <p:cNvSpPr/>
                <p:nvPr/>
              </p:nvSpPr>
              <p:spPr>
                <a:xfrm>
                  <a:off x="12109449" y="9753987"/>
                  <a:ext cx="12686" cy="44417"/>
                </a:xfrm>
                <a:custGeom>
                  <a:avLst/>
                  <a:gdLst>
                    <a:gd name="connsiteX0" fmla="*/ 156 w 12686"/>
                    <a:gd name="connsiteY0" fmla="*/ 308 h 44417"/>
                    <a:gd name="connsiteX1" fmla="*/ 156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56" y="308"/>
                      </a:moveTo>
                      <a:lnTo>
                        <a:pt x="156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55" name="Graphic 437">
                  <a:extLst>
                    <a:ext uri="{FF2B5EF4-FFF2-40B4-BE49-F238E27FC236}">
                      <a16:creationId xmlns:a16="http://schemas.microsoft.com/office/drawing/2014/main" id="{85A72314-C7AD-D6BB-EC4D-9FA63337E49F}"/>
                    </a:ext>
                  </a:extLst>
                </p:cNvPr>
                <p:cNvGrpSpPr/>
                <p:nvPr/>
              </p:nvGrpSpPr>
              <p:grpSpPr>
                <a:xfrm>
                  <a:off x="11998167" y="9845063"/>
                  <a:ext cx="223926" cy="95994"/>
                  <a:chOff x="11998167" y="98450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56" name="Freeform: Shape 455">
                    <a:extLst>
                      <a:ext uri="{FF2B5EF4-FFF2-40B4-BE49-F238E27FC236}">
                        <a16:creationId xmlns:a16="http://schemas.microsoft.com/office/drawing/2014/main" id="{48C8EF1C-DD6A-84F7-ADB9-F37A61B781FB}"/>
                      </a:ext>
                    </a:extLst>
                  </p:cNvPr>
                  <p:cNvSpPr/>
                  <p:nvPr/>
                </p:nvSpPr>
                <p:spPr>
                  <a:xfrm flipV="1">
                    <a:off x="11998167" y="9846729"/>
                    <a:ext cx="59843" cy="94328"/>
                  </a:xfrm>
                  <a:custGeom>
                    <a:avLst/>
                    <a:gdLst>
                      <a:gd name="connsiteX0" fmla="*/ 2051 w 59843"/>
                      <a:gd name="connsiteY0" fmla="*/ 92360 h 94328"/>
                      <a:gd name="connsiteX1" fmla="*/ 51171 w 59843"/>
                      <a:gd name="connsiteY1" fmla="*/ 92360 h 94328"/>
                      <a:gd name="connsiteX2" fmla="*/ 51171 w 59843"/>
                      <a:gd name="connsiteY2" fmla="*/ 81810 h 94328"/>
                      <a:gd name="connsiteX3" fmla="*/ 13509 w 59843"/>
                      <a:gd name="connsiteY3" fmla="*/ 81810 h 94328"/>
                      <a:gd name="connsiteX4" fmla="*/ 13509 w 59843"/>
                      <a:gd name="connsiteY4" fmla="*/ 59145 h 94328"/>
                      <a:gd name="connsiteX5" fmla="*/ 18940 w 59843"/>
                      <a:gd name="connsiteY5" fmla="*/ 60533 h 94328"/>
                      <a:gd name="connsiteX6" fmla="*/ 24411 w 59843"/>
                      <a:gd name="connsiteY6" fmla="*/ 60989 h 94328"/>
                      <a:gd name="connsiteX7" fmla="*/ 48931 w 59843"/>
                      <a:gd name="connsiteY7" fmla="*/ 52503 h 94328"/>
                      <a:gd name="connsiteX8" fmla="*/ 57990 w 59843"/>
                      <a:gd name="connsiteY8" fmla="*/ 29520 h 94328"/>
                      <a:gd name="connsiteX9" fmla="*/ 48693 w 59843"/>
                      <a:gd name="connsiteY9" fmla="*/ 6300 h 94328"/>
                      <a:gd name="connsiteX10" fmla="*/ 22488 w 59843"/>
                      <a:gd name="connsiteY10" fmla="*/ -1969 h 94328"/>
                      <a:gd name="connsiteX11" fmla="*/ 10615 w 59843"/>
                      <a:gd name="connsiteY11" fmla="*/ -977 h 94328"/>
                      <a:gd name="connsiteX12" fmla="*/ -1854 w 59843"/>
                      <a:gd name="connsiteY12" fmla="*/ 1997 h 94328"/>
                      <a:gd name="connsiteX13" fmla="*/ -1854 w 59843"/>
                      <a:gd name="connsiteY13" fmla="*/ 14589 h 94328"/>
                      <a:gd name="connsiteX14" fmla="*/ 9663 w 59843"/>
                      <a:gd name="connsiteY14" fmla="*/ 10068 h 94328"/>
                      <a:gd name="connsiteX15" fmla="*/ 22230 w 59843"/>
                      <a:gd name="connsiteY15" fmla="*/ 8580 h 94328"/>
                      <a:gd name="connsiteX16" fmla="*/ 39198 w 59843"/>
                      <a:gd name="connsiteY16" fmla="*/ 14212 h 94328"/>
                      <a:gd name="connsiteX17" fmla="*/ 45462 w 59843"/>
                      <a:gd name="connsiteY17" fmla="*/ 29520 h 94328"/>
                      <a:gd name="connsiteX18" fmla="*/ 39198 w 59843"/>
                      <a:gd name="connsiteY18" fmla="*/ 44809 h 94328"/>
                      <a:gd name="connsiteX19" fmla="*/ 22230 w 59843"/>
                      <a:gd name="connsiteY19" fmla="*/ 50460 h 94328"/>
                      <a:gd name="connsiteX20" fmla="*/ 12220 w 59843"/>
                      <a:gd name="connsiteY20" fmla="*/ 49350 h 94328"/>
                      <a:gd name="connsiteX21" fmla="*/ 2051 w 59843"/>
                      <a:gd name="connsiteY21" fmla="*/ 45879 h 94328"/>
                      <a:gd name="connsiteX22" fmla="*/ 2051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51" y="92360"/>
                        </a:moveTo>
                        <a:lnTo>
                          <a:pt x="51171" y="92360"/>
                        </a:lnTo>
                        <a:lnTo>
                          <a:pt x="51171" y="81810"/>
                        </a:lnTo>
                        <a:lnTo>
                          <a:pt x="13509" y="81810"/>
                        </a:lnTo>
                        <a:lnTo>
                          <a:pt x="13509" y="59145"/>
                        </a:lnTo>
                        <a:cubicBezTo>
                          <a:pt x="15319" y="59767"/>
                          <a:pt x="17129" y="60229"/>
                          <a:pt x="18940" y="60533"/>
                        </a:cubicBezTo>
                        <a:cubicBezTo>
                          <a:pt x="20764" y="60837"/>
                          <a:pt x="22587" y="60989"/>
                          <a:pt x="24411" y="60989"/>
                        </a:cubicBezTo>
                        <a:cubicBezTo>
                          <a:pt x="34732" y="60989"/>
                          <a:pt x="42905" y="58160"/>
                          <a:pt x="48931" y="52503"/>
                        </a:cubicBezTo>
                        <a:cubicBezTo>
                          <a:pt x="54970" y="46845"/>
                          <a:pt x="57990" y="39184"/>
                          <a:pt x="57990" y="29520"/>
                        </a:cubicBezTo>
                        <a:cubicBezTo>
                          <a:pt x="57990" y="19566"/>
                          <a:pt x="54891" y="11826"/>
                          <a:pt x="48693" y="6300"/>
                        </a:cubicBezTo>
                        <a:cubicBezTo>
                          <a:pt x="42495" y="787"/>
                          <a:pt x="33760" y="-1969"/>
                          <a:pt x="22488" y="-1969"/>
                        </a:cubicBezTo>
                        <a:cubicBezTo>
                          <a:pt x="18603" y="-1969"/>
                          <a:pt x="14645" y="-1638"/>
                          <a:pt x="10615" y="-977"/>
                        </a:cubicBezTo>
                        <a:cubicBezTo>
                          <a:pt x="6597" y="-316"/>
                          <a:pt x="2441" y="675"/>
                          <a:pt x="-1854" y="1997"/>
                        </a:cubicBezTo>
                        <a:lnTo>
                          <a:pt x="-1854" y="14589"/>
                        </a:lnTo>
                        <a:cubicBezTo>
                          <a:pt x="1860" y="12566"/>
                          <a:pt x="5699" y="11059"/>
                          <a:pt x="9663" y="10068"/>
                        </a:cubicBezTo>
                        <a:cubicBezTo>
                          <a:pt x="13628" y="9076"/>
                          <a:pt x="17817" y="8580"/>
                          <a:pt x="22230" y="8580"/>
                        </a:cubicBezTo>
                        <a:cubicBezTo>
                          <a:pt x="29380" y="8580"/>
                          <a:pt x="35036" y="10458"/>
                          <a:pt x="39198" y="14212"/>
                        </a:cubicBezTo>
                        <a:cubicBezTo>
                          <a:pt x="43374" y="17966"/>
                          <a:pt x="45462" y="23069"/>
                          <a:pt x="45462" y="29520"/>
                        </a:cubicBezTo>
                        <a:cubicBezTo>
                          <a:pt x="45462" y="35958"/>
                          <a:pt x="43374" y="41054"/>
                          <a:pt x="39198" y="44809"/>
                        </a:cubicBezTo>
                        <a:cubicBezTo>
                          <a:pt x="35036" y="48576"/>
                          <a:pt x="29380" y="50460"/>
                          <a:pt x="22230" y="50460"/>
                        </a:cubicBezTo>
                        <a:cubicBezTo>
                          <a:pt x="18887" y="50460"/>
                          <a:pt x="15550" y="50090"/>
                          <a:pt x="12220" y="49350"/>
                        </a:cubicBezTo>
                        <a:cubicBezTo>
                          <a:pt x="8903" y="48609"/>
                          <a:pt x="5514" y="47453"/>
                          <a:pt x="2051" y="45879"/>
                        </a:cubicBezTo>
                        <a:lnTo>
                          <a:pt x="2051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57" name="Freeform: Shape 456">
                    <a:extLst>
                      <a:ext uri="{FF2B5EF4-FFF2-40B4-BE49-F238E27FC236}">
                        <a16:creationId xmlns:a16="http://schemas.microsoft.com/office/drawing/2014/main" id="{FEEEA23C-0A3F-467F-E6A4-66506ADCE949}"/>
                      </a:ext>
                    </a:extLst>
                  </p:cNvPr>
                  <p:cNvSpPr/>
                  <p:nvPr/>
                </p:nvSpPr>
                <p:spPr>
                  <a:xfrm flipV="1">
                    <a:off x="12077454" y="9845063"/>
                    <a:ext cx="63926" cy="95994"/>
                  </a:xfrm>
                  <a:custGeom>
                    <a:avLst/>
                    <a:gdLst>
                      <a:gd name="connsiteX0" fmla="*/ 30075 w 63926"/>
                      <a:gd name="connsiteY0" fmla="*/ 84069 h 95994"/>
                      <a:gd name="connsiteX1" fmla="*/ 15546 w 63926"/>
                      <a:gd name="connsiteY1" fmla="*/ 74550 h 95994"/>
                      <a:gd name="connsiteX2" fmla="*/ 10689 w 63926"/>
                      <a:gd name="connsiteY2" fmla="*/ 45956 h 95994"/>
                      <a:gd name="connsiteX3" fmla="*/ 15546 w 63926"/>
                      <a:gd name="connsiteY3" fmla="*/ 17422 h 95994"/>
                      <a:gd name="connsiteX4" fmla="*/ 30075 w 63926"/>
                      <a:gd name="connsiteY4" fmla="*/ 7904 h 95994"/>
                      <a:gd name="connsiteX5" fmla="*/ 44664 w 63926"/>
                      <a:gd name="connsiteY5" fmla="*/ 17422 h 95994"/>
                      <a:gd name="connsiteX6" fmla="*/ 49541 w 63926"/>
                      <a:gd name="connsiteY6" fmla="*/ 45956 h 95994"/>
                      <a:gd name="connsiteX7" fmla="*/ 44664 w 63926"/>
                      <a:gd name="connsiteY7" fmla="*/ 74550 h 95994"/>
                      <a:gd name="connsiteX8" fmla="*/ 30075 w 63926"/>
                      <a:gd name="connsiteY8" fmla="*/ 84069 h 95994"/>
                      <a:gd name="connsiteX9" fmla="*/ 30075 w 63926"/>
                      <a:gd name="connsiteY9" fmla="*/ 93983 h 95994"/>
                      <a:gd name="connsiteX10" fmla="*/ 53842 w 63926"/>
                      <a:gd name="connsiteY10" fmla="*/ 81669 h 95994"/>
                      <a:gd name="connsiteX11" fmla="*/ 62049 w 63926"/>
                      <a:gd name="connsiteY11" fmla="*/ 45956 h 95994"/>
                      <a:gd name="connsiteX12" fmla="*/ 53842 w 63926"/>
                      <a:gd name="connsiteY12" fmla="*/ 10283 h 95994"/>
                      <a:gd name="connsiteX13" fmla="*/ 30075 w 63926"/>
                      <a:gd name="connsiteY13" fmla="*/ -2011 h 95994"/>
                      <a:gd name="connsiteX14" fmla="*/ 6328 w 63926"/>
                      <a:gd name="connsiteY14" fmla="*/ 10283 h 95994"/>
                      <a:gd name="connsiteX15" fmla="*/ -1878 w 63926"/>
                      <a:gd name="connsiteY15" fmla="*/ 45956 h 95994"/>
                      <a:gd name="connsiteX16" fmla="*/ 6328 w 63926"/>
                      <a:gd name="connsiteY16" fmla="*/ 81669 h 95994"/>
                      <a:gd name="connsiteX17" fmla="*/ 30075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75" y="84069"/>
                        </a:moveTo>
                        <a:cubicBezTo>
                          <a:pt x="23640" y="84069"/>
                          <a:pt x="18796" y="80896"/>
                          <a:pt x="15546" y="74550"/>
                        </a:cubicBezTo>
                        <a:cubicBezTo>
                          <a:pt x="12308" y="68218"/>
                          <a:pt x="10689" y="58687"/>
                          <a:pt x="10689" y="45956"/>
                        </a:cubicBezTo>
                        <a:cubicBezTo>
                          <a:pt x="10689" y="33279"/>
                          <a:pt x="12308" y="23767"/>
                          <a:pt x="15546" y="17422"/>
                        </a:cubicBezTo>
                        <a:cubicBezTo>
                          <a:pt x="18796" y="11076"/>
                          <a:pt x="23640" y="7904"/>
                          <a:pt x="30075" y="7904"/>
                        </a:cubicBezTo>
                        <a:cubicBezTo>
                          <a:pt x="36564" y="7904"/>
                          <a:pt x="41427" y="11076"/>
                          <a:pt x="44664" y="17422"/>
                        </a:cubicBezTo>
                        <a:cubicBezTo>
                          <a:pt x="47915" y="23767"/>
                          <a:pt x="49541" y="33279"/>
                          <a:pt x="49541" y="45956"/>
                        </a:cubicBezTo>
                        <a:cubicBezTo>
                          <a:pt x="49541" y="58687"/>
                          <a:pt x="47915" y="68218"/>
                          <a:pt x="44664" y="74550"/>
                        </a:cubicBezTo>
                        <a:cubicBezTo>
                          <a:pt x="41427" y="80896"/>
                          <a:pt x="36564" y="84069"/>
                          <a:pt x="30075" y="84069"/>
                        </a:cubicBezTo>
                        <a:close/>
                        <a:moveTo>
                          <a:pt x="30075" y="93983"/>
                        </a:moveTo>
                        <a:cubicBezTo>
                          <a:pt x="40449" y="93983"/>
                          <a:pt x="48371" y="89879"/>
                          <a:pt x="53842" y="81669"/>
                        </a:cubicBezTo>
                        <a:cubicBezTo>
                          <a:pt x="59313" y="73473"/>
                          <a:pt x="62049" y="61569"/>
                          <a:pt x="62049" y="45956"/>
                        </a:cubicBezTo>
                        <a:cubicBezTo>
                          <a:pt x="62049" y="30384"/>
                          <a:pt x="59313" y="18493"/>
                          <a:pt x="53842" y="10283"/>
                        </a:cubicBezTo>
                        <a:cubicBezTo>
                          <a:pt x="48371" y="2087"/>
                          <a:pt x="40449" y="-2011"/>
                          <a:pt x="30075" y="-2011"/>
                        </a:cubicBezTo>
                        <a:cubicBezTo>
                          <a:pt x="19715" y="-2011"/>
                          <a:pt x="11799" y="2087"/>
                          <a:pt x="6328" y="10283"/>
                        </a:cubicBezTo>
                        <a:cubicBezTo>
                          <a:pt x="857" y="18493"/>
                          <a:pt x="-1878" y="30384"/>
                          <a:pt x="-1878" y="45956"/>
                        </a:cubicBezTo>
                        <a:cubicBezTo>
                          <a:pt x="-1878" y="61569"/>
                          <a:pt x="857" y="73473"/>
                          <a:pt x="6328" y="81669"/>
                        </a:cubicBezTo>
                        <a:cubicBezTo>
                          <a:pt x="11799" y="89879"/>
                          <a:pt x="19715" y="93983"/>
                          <a:pt x="30075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58" name="Freeform: Shape 457">
                    <a:extLst>
                      <a:ext uri="{FF2B5EF4-FFF2-40B4-BE49-F238E27FC236}">
                        <a16:creationId xmlns:a16="http://schemas.microsoft.com/office/drawing/2014/main" id="{28D55E1E-88FE-5D64-917D-E703FC980745}"/>
                      </a:ext>
                    </a:extLst>
                  </p:cNvPr>
                  <p:cNvSpPr/>
                  <p:nvPr/>
                </p:nvSpPr>
                <p:spPr>
                  <a:xfrm flipV="1">
                    <a:off x="12158168" y="9845063"/>
                    <a:ext cx="63926" cy="95994"/>
                  </a:xfrm>
                  <a:custGeom>
                    <a:avLst/>
                    <a:gdLst>
                      <a:gd name="connsiteX0" fmla="*/ 30082 w 63926"/>
                      <a:gd name="connsiteY0" fmla="*/ 84069 h 95994"/>
                      <a:gd name="connsiteX1" fmla="*/ 15552 w 63926"/>
                      <a:gd name="connsiteY1" fmla="*/ 74550 h 95994"/>
                      <a:gd name="connsiteX2" fmla="*/ 10695 w 63926"/>
                      <a:gd name="connsiteY2" fmla="*/ 45956 h 95994"/>
                      <a:gd name="connsiteX3" fmla="*/ 15552 w 63926"/>
                      <a:gd name="connsiteY3" fmla="*/ 17422 h 95994"/>
                      <a:gd name="connsiteX4" fmla="*/ 30082 w 63926"/>
                      <a:gd name="connsiteY4" fmla="*/ 7904 h 95994"/>
                      <a:gd name="connsiteX5" fmla="*/ 44671 w 63926"/>
                      <a:gd name="connsiteY5" fmla="*/ 17422 h 95994"/>
                      <a:gd name="connsiteX6" fmla="*/ 49547 w 63926"/>
                      <a:gd name="connsiteY6" fmla="*/ 45956 h 95994"/>
                      <a:gd name="connsiteX7" fmla="*/ 44671 w 63926"/>
                      <a:gd name="connsiteY7" fmla="*/ 74550 h 95994"/>
                      <a:gd name="connsiteX8" fmla="*/ 30082 w 63926"/>
                      <a:gd name="connsiteY8" fmla="*/ 84069 h 95994"/>
                      <a:gd name="connsiteX9" fmla="*/ 30082 w 63926"/>
                      <a:gd name="connsiteY9" fmla="*/ 93983 h 95994"/>
                      <a:gd name="connsiteX10" fmla="*/ 53848 w 63926"/>
                      <a:gd name="connsiteY10" fmla="*/ 81669 h 95994"/>
                      <a:gd name="connsiteX11" fmla="*/ 62055 w 63926"/>
                      <a:gd name="connsiteY11" fmla="*/ 45956 h 95994"/>
                      <a:gd name="connsiteX12" fmla="*/ 53848 w 63926"/>
                      <a:gd name="connsiteY12" fmla="*/ 10283 h 95994"/>
                      <a:gd name="connsiteX13" fmla="*/ 30082 w 63926"/>
                      <a:gd name="connsiteY13" fmla="*/ -2011 h 95994"/>
                      <a:gd name="connsiteX14" fmla="*/ 6335 w 63926"/>
                      <a:gd name="connsiteY14" fmla="*/ 10283 h 95994"/>
                      <a:gd name="connsiteX15" fmla="*/ -1872 w 63926"/>
                      <a:gd name="connsiteY15" fmla="*/ 45956 h 95994"/>
                      <a:gd name="connsiteX16" fmla="*/ 6335 w 63926"/>
                      <a:gd name="connsiteY16" fmla="*/ 81669 h 95994"/>
                      <a:gd name="connsiteX17" fmla="*/ 30082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82" y="84069"/>
                        </a:moveTo>
                        <a:cubicBezTo>
                          <a:pt x="23646" y="84069"/>
                          <a:pt x="18803" y="80896"/>
                          <a:pt x="15552" y="74550"/>
                        </a:cubicBezTo>
                        <a:cubicBezTo>
                          <a:pt x="12314" y="68218"/>
                          <a:pt x="10695" y="58687"/>
                          <a:pt x="10695" y="45956"/>
                        </a:cubicBezTo>
                        <a:cubicBezTo>
                          <a:pt x="10695" y="33279"/>
                          <a:pt x="12314" y="23767"/>
                          <a:pt x="15552" y="17422"/>
                        </a:cubicBezTo>
                        <a:cubicBezTo>
                          <a:pt x="18803" y="11076"/>
                          <a:pt x="23646" y="7904"/>
                          <a:pt x="30082" y="7904"/>
                        </a:cubicBezTo>
                        <a:cubicBezTo>
                          <a:pt x="36570" y="7904"/>
                          <a:pt x="41433" y="11076"/>
                          <a:pt x="44671" y="17422"/>
                        </a:cubicBezTo>
                        <a:cubicBezTo>
                          <a:pt x="47922" y="23767"/>
                          <a:pt x="49547" y="33279"/>
                          <a:pt x="49547" y="45956"/>
                        </a:cubicBezTo>
                        <a:cubicBezTo>
                          <a:pt x="49547" y="58687"/>
                          <a:pt x="47922" y="68218"/>
                          <a:pt x="44671" y="74550"/>
                        </a:cubicBezTo>
                        <a:cubicBezTo>
                          <a:pt x="41433" y="80896"/>
                          <a:pt x="36570" y="84069"/>
                          <a:pt x="30082" y="84069"/>
                        </a:cubicBezTo>
                        <a:close/>
                        <a:moveTo>
                          <a:pt x="30082" y="93983"/>
                        </a:moveTo>
                        <a:cubicBezTo>
                          <a:pt x="40455" y="93983"/>
                          <a:pt x="48378" y="89879"/>
                          <a:pt x="53848" y="81669"/>
                        </a:cubicBezTo>
                        <a:cubicBezTo>
                          <a:pt x="59319" y="73473"/>
                          <a:pt x="62055" y="61569"/>
                          <a:pt x="62055" y="45956"/>
                        </a:cubicBezTo>
                        <a:cubicBezTo>
                          <a:pt x="62055" y="30384"/>
                          <a:pt x="59319" y="18493"/>
                          <a:pt x="53848" y="10283"/>
                        </a:cubicBezTo>
                        <a:cubicBezTo>
                          <a:pt x="48378" y="2087"/>
                          <a:pt x="40455" y="-2011"/>
                          <a:pt x="30082" y="-2011"/>
                        </a:cubicBezTo>
                        <a:cubicBezTo>
                          <a:pt x="19721" y="-2011"/>
                          <a:pt x="11806" y="2087"/>
                          <a:pt x="6335" y="10283"/>
                        </a:cubicBezTo>
                        <a:cubicBezTo>
                          <a:pt x="864" y="18493"/>
                          <a:pt x="-1872" y="30384"/>
                          <a:pt x="-1872" y="45956"/>
                        </a:cubicBezTo>
                        <a:cubicBezTo>
                          <a:pt x="-1872" y="61569"/>
                          <a:pt x="864" y="73473"/>
                          <a:pt x="6335" y="81669"/>
                        </a:cubicBezTo>
                        <a:cubicBezTo>
                          <a:pt x="11806" y="89879"/>
                          <a:pt x="19721" y="93983"/>
                          <a:pt x="30082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59" name="Graphic 437">
                <a:extLst>
                  <a:ext uri="{FF2B5EF4-FFF2-40B4-BE49-F238E27FC236}">
                    <a16:creationId xmlns:a16="http://schemas.microsoft.com/office/drawing/2014/main" id="{F1755FE6-ED99-077E-E005-22963B69830F}"/>
                  </a:ext>
                </a:extLst>
              </p:cNvPr>
              <p:cNvGrpSpPr/>
              <p:nvPr/>
            </p:nvGrpSpPr>
            <p:grpSpPr>
              <a:xfrm>
                <a:off x="12673359" y="9753987"/>
                <a:ext cx="223926" cy="187070"/>
                <a:chOff x="12673359" y="9753987"/>
                <a:chExt cx="223926" cy="187070"/>
              </a:xfrm>
              <a:solidFill>
                <a:srgbClr val="000000"/>
              </a:solidFill>
            </p:grpSpPr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B526D57D-89B3-7E22-A4A1-1278625FFABF}"/>
                    </a:ext>
                  </a:extLst>
                </p:cNvPr>
                <p:cNvSpPr/>
                <p:nvPr/>
              </p:nvSpPr>
              <p:spPr>
                <a:xfrm>
                  <a:off x="12784641" y="9753987"/>
                  <a:ext cx="12686" cy="44417"/>
                </a:xfrm>
                <a:custGeom>
                  <a:avLst/>
                  <a:gdLst>
                    <a:gd name="connsiteX0" fmla="*/ 210 w 12686"/>
                    <a:gd name="connsiteY0" fmla="*/ 308 h 44417"/>
                    <a:gd name="connsiteX1" fmla="*/ 210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10" y="308"/>
                      </a:moveTo>
                      <a:lnTo>
                        <a:pt x="210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61" name="Graphic 437">
                  <a:extLst>
                    <a:ext uri="{FF2B5EF4-FFF2-40B4-BE49-F238E27FC236}">
                      <a16:creationId xmlns:a16="http://schemas.microsoft.com/office/drawing/2014/main" id="{178AA0F6-3950-5D16-43E2-0E841DA67D6D}"/>
                    </a:ext>
                  </a:extLst>
                </p:cNvPr>
                <p:cNvGrpSpPr/>
                <p:nvPr/>
              </p:nvGrpSpPr>
              <p:grpSpPr>
                <a:xfrm>
                  <a:off x="12673359" y="9845063"/>
                  <a:ext cx="223926" cy="95994"/>
                  <a:chOff x="12673359" y="98450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62" name="Freeform: Shape 461">
                    <a:extLst>
                      <a:ext uri="{FF2B5EF4-FFF2-40B4-BE49-F238E27FC236}">
                        <a16:creationId xmlns:a16="http://schemas.microsoft.com/office/drawing/2014/main" id="{E6ABA325-6438-BA8B-FEF0-9A2AD302A4FE}"/>
                      </a:ext>
                    </a:extLst>
                  </p:cNvPr>
                  <p:cNvSpPr/>
                  <p:nvPr/>
                </p:nvSpPr>
                <p:spPr>
                  <a:xfrm flipV="1">
                    <a:off x="12673359" y="9846729"/>
                    <a:ext cx="59843" cy="94328"/>
                  </a:xfrm>
                  <a:custGeom>
                    <a:avLst/>
                    <a:gdLst>
                      <a:gd name="connsiteX0" fmla="*/ 2105 w 59843"/>
                      <a:gd name="connsiteY0" fmla="*/ 92360 h 94328"/>
                      <a:gd name="connsiteX1" fmla="*/ 51224 w 59843"/>
                      <a:gd name="connsiteY1" fmla="*/ 92360 h 94328"/>
                      <a:gd name="connsiteX2" fmla="*/ 51224 w 59843"/>
                      <a:gd name="connsiteY2" fmla="*/ 81810 h 94328"/>
                      <a:gd name="connsiteX3" fmla="*/ 13562 w 59843"/>
                      <a:gd name="connsiteY3" fmla="*/ 81810 h 94328"/>
                      <a:gd name="connsiteX4" fmla="*/ 13562 w 59843"/>
                      <a:gd name="connsiteY4" fmla="*/ 59145 h 94328"/>
                      <a:gd name="connsiteX5" fmla="*/ 18993 w 59843"/>
                      <a:gd name="connsiteY5" fmla="*/ 60533 h 94328"/>
                      <a:gd name="connsiteX6" fmla="*/ 24464 w 59843"/>
                      <a:gd name="connsiteY6" fmla="*/ 60989 h 94328"/>
                      <a:gd name="connsiteX7" fmla="*/ 48984 w 59843"/>
                      <a:gd name="connsiteY7" fmla="*/ 52503 h 94328"/>
                      <a:gd name="connsiteX8" fmla="*/ 58043 w 59843"/>
                      <a:gd name="connsiteY8" fmla="*/ 29520 h 94328"/>
                      <a:gd name="connsiteX9" fmla="*/ 48746 w 59843"/>
                      <a:gd name="connsiteY9" fmla="*/ 6300 h 94328"/>
                      <a:gd name="connsiteX10" fmla="*/ 22541 w 59843"/>
                      <a:gd name="connsiteY10" fmla="*/ -1969 h 94328"/>
                      <a:gd name="connsiteX11" fmla="*/ 10668 w 59843"/>
                      <a:gd name="connsiteY11" fmla="*/ -977 h 94328"/>
                      <a:gd name="connsiteX12" fmla="*/ -1800 w 59843"/>
                      <a:gd name="connsiteY12" fmla="*/ 1997 h 94328"/>
                      <a:gd name="connsiteX13" fmla="*/ -1800 w 59843"/>
                      <a:gd name="connsiteY13" fmla="*/ 14589 h 94328"/>
                      <a:gd name="connsiteX14" fmla="*/ 9716 w 59843"/>
                      <a:gd name="connsiteY14" fmla="*/ 10068 h 94328"/>
                      <a:gd name="connsiteX15" fmla="*/ 22284 w 59843"/>
                      <a:gd name="connsiteY15" fmla="*/ 8580 h 94328"/>
                      <a:gd name="connsiteX16" fmla="*/ 39251 w 59843"/>
                      <a:gd name="connsiteY16" fmla="*/ 14212 h 94328"/>
                      <a:gd name="connsiteX17" fmla="*/ 45515 w 59843"/>
                      <a:gd name="connsiteY17" fmla="*/ 29520 h 94328"/>
                      <a:gd name="connsiteX18" fmla="*/ 39251 w 59843"/>
                      <a:gd name="connsiteY18" fmla="*/ 44809 h 94328"/>
                      <a:gd name="connsiteX19" fmla="*/ 22284 w 59843"/>
                      <a:gd name="connsiteY19" fmla="*/ 50460 h 94328"/>
                      <a:gd name="connsiteX20" fmla="*/ 12273 w 59843"/>
                      <a:gd name="connsiteY20" fmla="*/ 49350 h 94328"/>
                      <a:gd name="connsiteX21" fmla="*/ 2105 w 59843"/>
                      <a:gd name="connsiteY21" fmla="*/ 45879 h 94328"/>
                      <a:gd name="connsiteX22" fmla="*/ 2105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05" y="92360"/>
                        </a:moveTo>
                        <a:lnTo>
                          <a:pt x="51224" y="92360"/>
                        </a:lnTo>
                        <a:lnTo>
                          <a:pt x="51224" y="81810"/>
                        </a:lnTo>
                        <a:lnTo>
                          <a:pt x="13562" y="81810"/>
                        </a:lnTo>
                        <a:lnTo>
                          <a:pt x="13562" y="59145"/>
                        </a:lnTo>
                        <a:cubicBezTo>
                          <a:pt x="15372" y="59767"/>
                          <a:pt x="17183" y="60229"/>
                          <a:pt x="18993" y="60533"/>
                        </a:cubicBezTo>
                        <a:cubicBezTo>
                          <a:pt x="20817" y="60837"/>
                          <a:pt x="22640" y="60989"/>
                          <a:pt x="24464" y="60989"/>
                        </a:cubicBezTo>
                        <a:cubicBezTo>
                          <a:pt x="34785" y="60989"/>
                          <a:pt x="42958" y="58160"/>
                          <a:pt x="48984" y="52503"/>
                        </a:cubicBezTo>
                        <a:cubicBezTo>
                          <a:pt x="55023" y="46845"/>
                          <a:pt x="58043" y="39184"/>
                          <a:pt x="58043" y="29520"/>
                        </a:cubicBezTo>
                        <a:cubicBezTo>
                          <a:pt x="58043" y="19566"/>
                          <a:pt x="54944" y="11826"/>
                          <a:pt x="48746" y="6300"/>
                        </a:cubicBezTo>
                        <a:cubicBezTo>
                          <a:pt x="42549" y="787"/>
                          <a:pt x="33814" y="-1969"/>
                          <a:pt x="22541" y="-1969"/>
                        </a:cubicBezTo>
                        <a:cubicBezTo>
                          <a:pt x="18656" y="-1969"/>
                          <a:pt x="14698" y="-1638"/>
                          <a:pt x="10668" y="-977"/>
                        </a:cubicBezTo>
                        <a:cubicBezTo>
                          <a:pt x="6651" y="-316"/>
                          <a:pt x="2494" y="675"/>
                          <a:pt x="-1800" y="1997"/>
                        </a:cubicBezTo>
                        <a:lnTo>
                          <a:pt x="-1800" y="14589"/>
                        </a:lnTo>
                        <a:cubicBezTo>
                          <a:pt x="1913" y="12566"/>
                          <a:pt x="5752" y="11059"/>
                          <a:pt x="9716" y="10068"/>
                        </a:cubicBezTo>
                        <a:cubicBezTo>
                          <a:pt x="13681" y="9076"/>
                          <a:pt x="17870" y="8580"/>
                          <a:pt x="22284" y="8580"/>
                        </a:cubicBezTo>
                        <a:cubicBezTo>
                          <a:pt x="29433" y="8580"/>
                          <a:pt x="35089" y="10458"/>
                          <a:pt x="39251" y="14212"/>
                        </a:cubicBezTo>
                        <a:cubicBezTo>
                          <a:pt x="43427" y="17966"/>
                          <a:pt x="45515" y="23069"/>
                          <a:pt x="45515" y="29520"/>
                        </a:cubicBezTo>
                        <a:cubicBezTo>
                          <a:pt x="45515" y="35958"/>
                          <a:pt x="43427" y="41054"/>
                          <a:pt x="39251" y="44809"/>
                        </a:cubicBezTo>
                        <a:cubicBezTo>
                          <a:pt x="35089" y="48576"/>
                          <a:pt x="29433" y="50460"/>
                          <a:pt x="22284" y="50460"/>
                        </a:cubicBezTo>
                        <a:cubicBezTo>
                          <a:pt x="18940" y="50460"/>
                          <a:pt x="15604" y="50090"/>
                          <a:pt x="12273" y="49350"/>
                        </a:cubicBezTo>
                        <a:cubicBezTo>
                          <a:pt x="8956" y="48609"/>
                          <a:pt x="5567" y="47453"/>
                          <a:pt x="2105" y="45879"/>
                        </a:cubicBezTo>
                        <a:lnTo>
                          <a:pt x="2105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3" name="Freeform: Shape 462">
                    <a:extLst>
                      <a:ext uri="{FF2B5EF4-FFF2-40B4-BE49-F238E27FC236}">
                        <a16:creationId xmlns:a16="http://schemas.microsoft.com/office/drawing/2014/main" id="{2880AB96-1E68-7A28-D365-8FA8199E90B1}"/>
                      </a:ext>
                    </a:extLst>
                  </p:cNvPr>
                  <p:cNvSpPr/>
                  <p:nvPr/>
                </p:nvSpPr>
                <p:spPr>
                  <a:xfrm flipV="1">
                    <a:off x="12758215" y="9846729"/>
                    <a:ext cx="55066" cy="92524"/>
                  </a:xfrm>
                  <a:custGeom>
                    <a:avLst/>
                    <a:gdLst>
                      <a:gd name="connsiteX0" fmla="*/ -79 w 55066"/>
                      <a:gd name="connsiteY0" fmla="*/ 8515 h 92524"/>
                      <a:gd name="connsiteX1" fmla="*/ 20358 w 55066"/>
                      <a:gd name="connsiteY1" fmla="*/ 8515 h 92524"/>
                      <a:gd name="connsiteX2" fmla="*/ 20358 w 55066"/>
                      <a:gd name="connsiteY2" fmla="*/ 79108 h 92524"/>
                      <a:gd name="connsiteX3" fmla="*/ -1882 w 55066"/>
                      <a:gd name="connsiteY3" fmla="*/ 74646 h 92524"/>
                      <a:gd name="connsiteX4" fmla="*/ -1882 w 55066"/>
                      <a:gd name="connsiteY4" fmla="*/ 86048 h 92524"/>
                      <a:gd name="connsiteX5" fmla="*/ 20239 w 55066"/>
                      <a:gd name="connsiteY5" fmla="*/ 90510 h 92524"/>
                      <a:gd name="connsiteX6" fmla="*/ 32747 w 55066"/>
                      <a:gd name="connsiteY6" fmla="*/ 90510 h 92524"/>
                      <a:gd name="connsiteX7" fmla="*/ 32747 w 55066"/>
                      <a:gd name="connsiteY7" fmla="*/ 8515 h 92524"/>
                      <a:gd name="connsiteX8" fmla="*/ 53184 w 55066"/>
                      <a:gd name="connsiteY8" fmla="*/ 8515 h 92524"/>
                      <a:gd name="connsiteX9" fmla="*/ 53184 w 55066"/>
                      <a:gd name="connsiteY9" fmla="*/ -2014 h 92524"/>
                      <a:gd name="connsiteX10" fmla="*/ -79 w 55066"/>
                      <a:gd name="connsiteY10" fmla="*/ -2014 h 92524"/>
                      <a:gd name="connsiteX11" fmla="*/ -79 w 55066"/>
                      <a:gd name="connsiteY11" fmla="*/ 851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79" y="8515"/>
                        </a:moveTo>
                        <a:lnTo>
                          <a:pt x="20358" y="8515"/>
                        </a:lnTo>
                        <a:lnTo>
                          <a:pt x="20358" y="79108"/>
                        </a:lnTo>
                        <a:lnTo>
                          <a:pt x="-1882" y="74646"/>
                        </a:lnTo>
                        <a:lnTo>
                          <a:pt x="-1882" y="86048"/>
                        </a:lnTo>
                        <a:lnTo>
                          <a:pt x="20239" y="90510"/>
                        </a:lnTo>
                        <a:lnTo>
                          <a:pt x="32747" y="90510"/>
                        </a:lnTo>
                        <a:lnTo>
                          <a:pt x="32747" y="8515"/>
                        </a:lnTo>
                        <a:lnTo>
                          <a:pt x="53184" y="8515"/>
                        </a:lnTo>
                        <a:lnTo>
                          <a:pt x="53184" y="-2014"/>
                        </a:lnTo>
                        <a:lnTo>
                          <a:pt x="-79" y="-2014"/>
                        </a:lnTo>
                        <a:lnTo>
                          <a:pt x="-79" y="85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4" name="Freeform: Shape 463">
                    <a:extLst>
                      <a:ext uri="{FF2B5EF4-FFF2-40B4-BE49-F238E27FC236}">
                        <a16:creationId xmlns:a16="http://schemas.microsoft.com/office/drawing/2014/main" id="{AA1ADA97-AE14-B25E-B0CA-D2D3278170D0}"/>
                      </a:ext>
                    </a:extLst>
                  </p:cNvPr>
                  <p:cNvSpPr/>
                  <p:nvPr/>
                </p:nvSpPr>
                <p:spPr>
                  <a:xfrm flipV="1">
                    <a:off x="12833359" y="9845063"/>
                    <a:ext cx="63926" cy="95994"/>
                  </a:xfrm>
                  <a:custGeom>
                    <a:avLst/>
                    <a:gdLst>
                      <a:gd name="connsiteX0" fmla="*/ 30135 w 63926"/>
                      <a:gd name="connsiteY0" fmla="*/ 84069 h 95994"/>
                      <a:gd name="connsiteX1" fmla="*/ 15605 w 63926"/>
                      <a:gd name="connsiteY1" fmla="*/ 74550 h 95994"/>
                      <a:gd name="connsiteX2" fmla="*/ 10749 w 63926"/>
                      <a:gd name="connsiteY2" fmla="*/ 45956 h 95994"/>
                      <a:gd name="connsiteX3" fmla="*/ 15605 w 63926"/>
                      <a:gd name="connsiteY3" fmla="*/ 17422 h 95994"/>
                      <a:gd name="connsiteX4" fmla="*/ 30135 w 63926"/>
                      <a:gd name="connsiteY4" fmla="*/ 7904 h 95994"/>
                      <a:gd name="connsiteX5" fmla="*/ 44724 w 63926"/>
                      <a:gd name="connsiteY5" fmla="*/ 17422 h 95994"/>
                      <a:gd name="connsiteX6" fmla="*/ 49600 w 63926"/>
                      <a:gd name="connsiteY6" fmla="*/ 45956 h 95994"/>
                      <a:gd name="connsiteX7" fmla="*/ 44724 w 63926"/>
                      <a:gd name="connsiteY7" fmla="*/ 74550 h 95994"/>
                      <a:gd name="connsiteX8" fmla="*/ 30135 w 63926"/>
                      <a:gd name="connsiteY8" fmla="*/ 84069 h 95994"/>
                      <a:gd name="connsiteX9" fmla="*/ 30135 w 63926"/>
                      <a:gd name="connsiteY9" fmla="*/ 93983 h 95994"/>
                      <a:gd name="connsiteX10" fmla="*/ 53902 w 63926"/>
                      <a:gd name="connsiteY10" fmla="*/ 81669 h 95994"/>
                      <a:gd name="connsiteX11" fmla="*/ 62108 w 63926"/>
                      <a:gd name="connsiteY11" fmla="*/ 45956 h 95994"/>
                      <a:gd name="connsiteX12" fmla="*/ 53902 w 63926"/>
                      <a:gd name="connsiteY12" fmla="*/ 10283 h 95994"/>
                      <a:gd name="connsiteX13" fmla="*/ 30135 w 63926"/>
                      <a:gd name="connsiteY13" fmla="*/ -2011 h 95994"/>
                      <a:gd name="connsiteX14" fmla="*/ 6388 w 63926"/>
                      <a:gd name="connsiteY14" fmla="*/ 10283 h 95994"/>
                      <a:gd name="connsiteX15" fmla="*/ -1819 w 63926"/>
                      <a:gd name="connsiteY15" fmla="*/ 45956 h 95994"/>
                      <a:gd name="connsiteX16" fmla="*/ 6388 w 63926"/>
                      <a:gd name="connsiteY16" fmla="*/ 81669 h 95994"/>
                      <a:gd name="connsiteX17" fmla="*/ 30135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35" y="84069"/>
                        </a:moveTo>
                        <a:cubicBezTo>
                          <a:pt x="23699" y="84069"/>
                          <a:pt x="18856" y="80896"/>
                          <a:pt x="15605" y="74550"/>
                        </a:cubicBezTo>
                        <a:cubicBezTo>
                          <a:pt x="12368" y="68218"/>
                          <a:pt x="10749" y="58687"/>
                          <a:pt x="10749" y="45956"/>
                        </a:cubicBezTo>
                        <a:cubicBezTo>
                          <a:pt x="10749" y="33279"/>
                          <a:pt x="12368" y="23767"/>
                          <a:pt x="15605" y="17422"/>
                        </a:cubicBezTo>
                        <a:cubicBezTo>
                          <a:pt x="18856" y="11076"/>
                          <a:pt x="23699" y="7904"/>
                          <a:pt x="30135" y="7904"/>
                        </a:cubicBezTo>
                        <a:cubicBezTo>
                          <a:pt x="36623" y="7904"/>
                          <a:pt x="41486" y="11076"/>
                          <a:pt x="44724" y="17422"/>
                        </a:cubicBezTo>
                        <a:cubicBezTo>
                          <a:pt x="47975" y="23767"/>
                          <a:pt x="49600" y="33279"/>
                          <a:pt x="49600" y="45956"/>
                        </a:cubicBezTo>
                        <a:cubicBezTo>
                          <a:pt x="49600" y="58687"/>
                          <a:pt x="47975" y="68218"/>
                          <a:pt x="44724" y="74550"/>
                        </a:cubicBezTo>
                        <a:cubicBezTo>
                          <a:pt x="41486" y="80896"/>
                          <a:pt x="36623" y="84069"/>
                          <a:pt x="30135" y="84069"/>
                        </a:cubicBezTo>
                        <a:close/>
                        <a:moveTo>
                          <a:pt x="30135" y="93983"/>
                        </a:moveTo>
                        <a:cubicBezTo>
                          <a:pt x="40508" y="93983"/>
                          <a:pt x="48431" y="89879"/>
                          <a:pt x="53902" y="81669"/>
                        </a:cubicBezTo>
                        <a:cubicBezTo>
                          <a:pt x="59373" y="73473"/>
                          <a:pt x="62108" y="61569"/>
                          <a:pt x="62108" y="45956"/>
                        </a:cubicBezTo>
                        <a:cubicBezTo>
                          <a:pt x="62108" y="30384"/>
                          <a:pt x="59373" y="18493"/>
                          <a:pt x="53902" y="10283"/>
                        </a:cubicBezTo>
                        <a:cubicBezTo>
                          <a:pt x="48431" y="2087"/>
                          <a:pt x="40508" y="-2011"/>
                          <a:pt x="30135" y="-2011"/>
                        </a:cubicBezTo>
                        <a:cubicBezTo>
                          <a:pt x="19774" y="-2011"/>
                          <a:pt x="11859" y="2087"/>
                          <a:pt x="6388" y="10283"/>
                        </a:cubicBezTo>
                        <a:cubicBezTo>
                          <a:pt x="917" y="18493"/>
                          <a:pt x="-1819" y="30384"/>
                          <a:pt x="-1819" y="45956"/>
                        </a:cubicBezTo>
                        <a:cubicBezTo>
                          <a:pt x="-1819" y="61569"/>
                          <a:pt x="917" y="73473"/>
                          <a:pt x="6388" y="81669"/>
                        </a:cubicBezTo>
                        <a:cubicBezTo>
                          <a:pt x="11859" y="89879"/>
                          <a:pt x="19774" y="93983"/>
                          <a:pt x="30135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65" name="Graphic 437">
                <a:extLst>
                  <a:ext uri="{FF2B5EF4-FFF2-40B4-BE49-F238E27FC236}">
                    <a16:creationId xmlns:a16="http://schemas.microsoft.com/office/drawing/2014/main" id="{43226A06-161C-C02A-CC58-DBEBA54D982D}"/>
                  </a:ext>
                </a:extLst>
              </p:cNvPr>
              <p:cNvGrpSpPr/>
              <p:nvPr/>
            </p:nvGrpSpPr>
            <p:grpSpPr>
              <a:xfrm>
                <a:off x="13348550" y="9753987"/>
                <a:ext cx="223926" cy="187070"/>
                <a:chOff x="13348550" y="9753987"/>
                <a:chExt cx="223926" cy="187070"/>
              </a:xfrm>
              <a:solidFill>
                <a:srgbClr val="000000"/>
              </a:solidFill>
            </p:grpSpPr>
            <p:sp>
              <p:nvSpPr>
                <p:cNvPr id="466" name="Freeform: Shape 465">
                  <a:extLst>
                    <a:ext uri="{FF2B5EF4-FFF2-40B4-BE49-F238E27FC236}">
                      <a16:creationId xmlns:a16="http://schemas.microsoft.com/office/drawing/2014/main" id="{98069DAF-9BD7-DC58-8331-37BE1B20FE25}"/>
                    </a:ext>
                  </a:extLst>
                </p:cNvPr>
                <p:cNvSpPr/>
                <p:nvPr/>
              </p:nvSpPr>
              <p:spPr>
                <a:xfrm>
                  <a:off x="13459832" y="9753987"/>
                  <a:ext cx="12686" cy="44417"/>
                </a:xfrm>
                <a:custGeom>
                  <a:avLst/>
                  <a:gdLst>
                    <a:gd name="connsiteX0" fmla="*/ 263 w 12686"/>
                    <a:gd name="connsiteY0" fmla="*/ 308 h 44417"/>
                    <a:gd name="connsiteX1" fmla="*/ 263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63" y="308"/>
                      </a:moveTo>
                      <a:lnTo>
                        <a:pt x="263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67" name="Graphic 437">
                  <a:extLst>
                    <a:ext uri="{FF2B5EF4-FFF2-40B4-BE49-F238E27FC236}">
                      <a16:creationId xmlns:a16="http://schemas.microsoft.com/office/drawing/2014/main" id="{46139199-9861-42FA-568B-EE48EE93C633}"/>
                    </a:ext>
                  </a:extLst>
                </p:cNvPr>
                <p:cNvGrpSpPr/>
                <p:nvPr/>
              </p:nvGrpSpPr>
              <p:grpSpPr>
                <a:xfrm>
                  <a:off x="13348550" y="9845063"/>
                  <a:ext cx="223926" cy="95994"/>
                  <a:chOff x="13348550" y="98450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68" name="Freeform: Shape 467">
                    <a:extLst>
                      <a:ext uri="{FF2B5EF4-FFF2-40B4-BE49-F238E27FC236}">
                        <a16:creationId xmlns:a16="http://schemas.microsoft.com/office/drawing/2014/main" id="{0B270CCB-8295-02D8-1050-B0C2C242F34F}"/>
                      </a:ext>
                    </a:extLst>
                  </p:cNvPr>
                  <p:cNvSpPr/>
                  <p:nvPr/>
                </p:nvSpPr>
                <p:spPr>
                  <a:xfrm flipV="1">
                    <a:off x="13348550" y="9846729"/>
                    <a:ext cx="59843" cy="94328"/>
                  </a:xfrm>
                  <a:custGeom>
                    <a:avLst/>
                    <a:gdLst>
                      <a:gd name="connsiteX0" fmla="*/ 2158 w 59843"/>
                      <a:gd name="connsiteY0" fmla="*/ 92360 h 94328"/>
                      <a:gd name="connsiteX1" fmla="*/ 51277 w 59843"/>
                      <a:gd name="connsiteY1" fmla="*/ 92360 h 94328"/>
                      <a:gd name="connsiteX2" fmla="*/ 51277 w 59843"/>
                      <a:gd name="connsiteY2" fmla="*/ 81810 h 94328"/>
                      <a:gd name="connsiteX3" fmla="*/ 13615 w 59843"/>
                      <a:gd name="connsiteY3" fmla="*/ 81810 h 94328"/>
                      <a:gd name="connsiteX4" fmla="*/ 13615 w 59843"/>
                      <a:gd name="connsiteY4" fmla="*/ 59145 h 94328"/>
                      <a:gd name="connsiteX5" fmla="*/ 19046 w 59843"/>
                      <a:gd name="connsiteY5" fmla="*/ 60533 h 94328"/>
                      <a:gd name="connsiteX6" fmla="*/ 24517 w 59843"/>
                      <a:gd name="connsiteY6" fmla="*/ 60989 h 94328"/>
                      <a:gd name="connsiteX7" fmla="*/ 49037 w 59843"/>
                      <a:gd name="connsiteY7" fmla="*/ 52503 h 94328"/>
                      <a:gd name="connsiteX8" fmla="*/ 58096 w 59843"/>
                      <a:gd name="connsiteY8" fmla="*/ 29520 h 94328"/>
                      <a:gd name="connsiteX9" fmla="*/ 48800 w 59843"/>
                      <a:gd name="connsiteY9" fmla="*/ 6300 h 94328"/>
                      <a:gd name="connsiteX10" fmla="*/ 22595 w 59843"/>
                      <a:gd name="connsiteY10" fmla="*/ -1969 h 94328"/>
                      <a:gd name="connsiteX11" fmla="*/ 10721 w 59843"/>
                      <a:gd name="connsiteY11" fmla="*/ -977 h 94328"/>
                      <a:gd name="connsiteX12" fmla="*/ -1747 w 59843"/>
                      <a:gd name="connsiteY12" fmla="*/ 1997 h 94328"/>
                      <a:gd name="connsiteX13" fmla="*/ -1747 w 59843"/>
                      <a:gd name="connsiteY13" fmla="*/ 14589 h 94328"/>
                      <a:gd name="connsiteX14" fmla="*/ 9770 w 59843"/>
                      <a:gd name="connsiteY14" fmla="*/ 10068 h 94328"/>
                      <a:gd name="connsiteX15" fmla="*/ 22337 w 59843"/>
                      <a:gd name="connsiteY15" fmla="*/ 8580 h 94328"/>
                      <a:gd name="connsiteX16" fmla="*/ 39305 w 59843"/>
                      <a:gd name="connsiteY16" fmla="*/ 14212 h 94328"/>
                      <a:gd name="connsiteX17" fmla="*/ 45569 w 59843"/>
                      <a:gd name="connsiteY17" fmla="*/ 29520 h 94328"/>
                      <a:gd name="connsiteX18" fmla="*/ 39305 w 59843"/>
                      <a:gd name="connsiteY18" fmla="*/ 44809 h 94328"/>
                      <a:gd name="connsiteX19" fmla="*/ 22337 w 59843"/>
                      <a:gd name="connsiteY19" fmla="*/ 50460 h 94328"/>
                      <a:gd name="connsiteX20" fmla="*/ 12327 w 59843"/>
                      <a:gd name="connsiteY20" fmla="*/ 49350 h 94328"/>
                      <a:gd name="connsiteX21" fmla="*/ 2158 w 59843"/>
                      <a:gd name="connsiteY21" fmla="*/ 45879 h 94328"/>
                      <a:gd name="connsiteX22" fmla="*/ 2158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58" y="92360"/>
                        </a:moveTo>
                        <a:lnTo>
                          <a:pt x="51277" y="92360"/>
                        </a:lnTo>
                        <a:lnTo>
                          <a:pt x="51277" y="81810"/>
                        </a:lnTo>
                        <a:lnTo>
                          <a:pt x="13615" y="81810"/>
                        </a:lnTo>
                        <a:lnTo>
                          <a:pt x="13615" y="59145"/>
                        </a:lnTo>
                        <a:cubicBezTo>
                          <a:pt x="15426" y="59767"/>
                          <a:pt x="17236" y="60229"/>
                          <a:pt x="19046" y="60533"/>
                        </a:cubicBezTo>
                        <a:cubicBezTo>
                          <a:pt x="20870" y="60837"/>
                          <a:pt x="22694" y="60989"/>
                          <a:pt x="24517" y="60989"/>
                        </a:cubicBezTo>
                        <a:cubicBezTo>
                          <a:pt x="34838" y="60989"/>
                          <a:pt x="43011" y="58160"/>
                          <a:pt x="49037" y="52503"/>
                        </a:cubicBezTo>
                        <a:cubicBezTo>
                          <a:pt x="55077" y="46845"/>
                          <a:pt x="58096" y="39184"/>
                          <a:pt x="58096" y="29520"/>
                        </a:cubicBezTo>
                        <a:cubicBezTo>
                          <a:pt x="58096" y="19566"/>
                          <a:pt x="54997" y="11826"/>
                          <a:pt x="48800" y="6300"/>
                        </a:cubicBezTo>
                        <a:cubicBezTo>
                          <a:pt x="42602" y="787"/>
                          <a:pt x="33867" y="-1969"/>
                          <a:pt x="22595" y="-1969"/>
                        </a:cubicBezTo>
                        <a:cubicBezTo>
                          <a:pt x="18709" y="-1969"/>
                          <a:pt x="14752" y="-1638"/>
                          <a:pt x="10721" y="-977"/>
                        </a:cubicBezTo>
                        <a:cubicBezTo>
                          <a:pt x="6704" y="-316"/>
                          <a:pt x="2548" y="675"/>
                          <a:pt x="-1747" y="1997"/>
                        </a:cubicBezTo>
                        <a:lnTo>
                          <a:pt x="-1747" y="14589"/>
                        </a:lnTo>
                        <a:cubicBezTo>
                          <a:pt x="1966" y="12566"/>
                          <a:pt x="5805" y="11059"/>
                          <a:pt x="9770" y="10068"/>
                        </a:cubicBezTo>
                        <a:cubicBezTo>
                          <a:pt x="13734" y="9076"/>
                          <a:pt x="17923" y="8580"/>
                          <a:pt x="22337" y="8580"/>
                        </a:cubicBezTo>
                        <a:cubicBezTo>
                          <a:pt x="29486" y="8580"/>
                          <a:pt x="35142" y="10458"/>
                          <a:pt x="39305" y="14212"/>
                        </a:cubicBezTo>
                        <a:cubicBezTo>
                          <a:pt x="43481" y="17966"/>
                          <a:pt x="45569" y="23069"/>
                          <a:pt x="45569" y="29520"/>
                        </a:cubicBezTo>
                        <a:cubicBezTo>
                          <a:pt x="45569" y="35958"/>
                          <a:pt x="43481" y="41054"/>
                          <a:pt x="39305" y="44809"/>
                        </a:cubicBezTo>
                        <a:cubicBezTo>
                          <a:pt x="35142" y="48576"/>
                          <a:pt x="29486" y="50460"/>
                          <a:pt x="22337" y="50460"/>
                        </a:cubicBezTo>
                        <a:cubicBezTo>
                          <a:pt x="18994" y="50460"/>
                          <a:pt x="15657" y="50090"/>
                          <a:pt x="12327" y="49350"/>
                        </a:cubicBezTo>
                        <a:cubicBezTo>
                          <a:pt x="9010" y="48609"/>
                          <a:pt x="5620" y="47453"/>
                          <a:pt x="2158" y="45879"/>
                        </a:cubicBezTo>
                        <a:lnTo>
                          <a:pt x="2158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9" name="Freeform: Shape 468">
                    <a:extLst>
                      <a:ext uri="{FF2B5EF4-FFF2-40B4-BE49-F238E27FC236}">
                        <a16:creationId xmlns:a16="http://schemas.microsoft.com/office/drawing/2014/main" id="{49970B1E-E32B-787B-0E3C-947C3A438F56}"/>
                      </a:ext>
                    </a:extLst>
                  </p:cNvPr>
                  <p:cNvSpPr/>
                  <p:nvPr/>
                </p:nvSpPr>
                <p:spPr>
                  <a:xfrm flipV="1">
                    <a:off x="13428768" y="9845063"/>
                    <a:ext cx="58713" cy="94189"/>
                  </a:xfrm>
                  <a:custGeom>
                    <a:avLst/>
                    <a:gdLst>
                      <a:gd name="connsiteX0" fmla="*/ 13358 w 58713"/>
                      <a:gd name="connsiteY0" fmla="*/ 8473 h 94189"/>
                      <a:gd name="connsiteX1" fmla="*/ 57026 w 58713"/>
                      <a:gd name="connsiteY1" fmla="*/ 8473 h 94189"/>
                      <a:gd name="connsiteX2" fmla="*/ 57026 w 58713"/>
                      <a:gd name="connsiteY2" fmla="*/ -2057 h 94189"/>
                      <a:gd name="connsiteX3" fmla="*/ -1687 w 58713"/>
                      <a:gd name="connsiteY3" fmla="*/ -2057 h 94189"/>
                      <a:gd name="connsiteX4" fmla="*/ -1687 w 58713"/>
                      <a:gd name="connsiteY4" fmla="*/ 8473 h 94189"/>
                      <a:gd name="connsiteX5" fmla="*/ 17719 w 58713"/>
                      <a:gd name="connsiteY5" fmla="*/ 28263 h 94189"/>
                      <a:gd name="connsiteX6" fmla="*/ 33180 w 58713"/>
                      <a:gd name="connsiteY6" fmla="*/ 44305 h 94189"/>
                      <a:gd name="connsiteX7" fmla="*/ 41565 w 58713"/>
                      <a:gd name="connsiteY7" fmla="*/ 55726 h 94189"/>
                      <a:gd name="connsiteX8" fmla="*/ 43963 w 58713"/>
                      <a:gd name="connsiteY8" fmla="*/ 64927 h 94189"/>
                      <a:gd name="connsiteX9" fmla="*/ 38790 w 58713"/>
                      <a:gd name="connsiteY9" fmla="*/ 76944 h 94189"/>
                      <a:gd name="connsiteX10" fmla="*/ 25311 w 58713"/>
                      <a:gd name="connsiteY10" fmla="*/ 81604 h 94189"/>
                      <a:gd name="connsiteX11" fmla="*/ 12882 w 58713"/>
                      <a:gd name="connsiteY11" fmla="*/ 79561 h 94189"/>
                      <a:gd name="connsiteX12" fmla="*/ -1073 w 58713"/>
                      <a:gd name="connsiteY12" fmla="*/ 73355 h 94189"/>
                      <a:gd name="connsiteX13" fmla="*/ -1073 w 58713"/>
                      <a:gd name="connsiteY13" fmla="*/ 86006 h 94189"/>
                      <a:gd name="connsiteX14" fmla="*/ 13041 w 58713"/>
                      <a:gd name="connsiteY14" fmla="*/ 90586 h 94189"/>
                      <a:gd name="connsiteX15" fmla="*/ 25073 w 58713"/>
                      <a:gd name="connsiteY15" fmla="*/ 92133 h 94189"/>
                      <a:gd name="connsiteX16" fmla="*/ 47987 w 58713"/>
                      <a:gd name="connsiteY16" fmla="*/ 84935 h 94189"/>
                      <a:gd name="connsiteX17" fmla="*/ 56531 w 58713"/>
                      <a:gd name="connsiteY17" fmla="*/ 65740 h 94189"/>
                      <a:gd name="connsiteX18" fmla="*/ 54390 w 58713"/>
                      <a:gd name="connsiteY18" fmla="*/ 54913 h 94189"/>
                      <a:gd name="connsiteX19" fmla="*/ 46619 w 58713"/>
                      <a:gd name="connsiteY19" fmla="*/ 42877 h 94189"/>
                      <a:gd name="connsiteX20" fmla="*/ 36768 w 58713"/>
                      <a:gd name="connsiteY20" fmla="*/ 32486 h 94189"/>
                      <a:gd name="connsiteX21" fmla="*/ 13358 w 58713"/>
                      <a:gd name="connsiteY21" fmla="*/ 8473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358" y="8473"/>
                        </a:moveTo>
                        <a:lnTo>
                          <a:pt x="57026" y="8473"/>
                        </a:lnTo>
                        <a:lnTo>
                          <a:pt x="57026" y="-2057"/>
                        </a:lnTo>
                        <a:lnTo>
                          <a:pt x="-1687" y="-2057"/>
                        </a:lnTo>
                        <a:lnTo>
                          <a:pt x="-1687" y="8473"/>
                        </a:lnTo>
                        <a:cubicBezTo>
                          <a:pt x="3057" y="13391"/>
                          <a:pt x="9525" y="19987"/>
                          <a:pt x="17719" y="28263"/>
                        </a:cubicBezTo>
                        <a:cubicBezTo>
                          <a:pt x="25925" y="36551"/>
                          <a:pt x="31079" y="41899"/>
                          <a:pt x="33180" y="44305"/>
                        </a:cubicBezTo>
                        <a:cubicBezTo>
                          <a:pt x="37184" y="48799"/>
                          <a:pt x="39979" y="52607"/>
                          <a:pt x="41565" y="55726"/>
                        </a:cubicBezTo>
                        <a:cubicBezTo>
                          <a:pt x="43164" y="58846"/>
                          <a:pt x="43963" y="61913"/>
                          <a:pt x="43963" y="64927"/>
                        </a:cubicBezTo>
                        <a:cubicBezTo>
                          <a:pt x="43963" y="69845"/>
                          <a:pt x="42239" y="73850"/>
                          <a:pt x="38790" y="76944"/>
                        </a:cubicBezTo>
                        <a:cubicBezTo>
                          <a:pt x="35341" y="80050"/>
                          <a:pt x="30848" y="81604"/>
                          <a:pt x="25311" y="81604"/>
                        </a:cubicBezTo>
                        <a:cubicBezTo>
                          <a:pt x="21386" y="81604"/>
                          <a:pt x="17243" y="80923"/>
                          <a:pt x="12882" y="79561"/>
                        </a:cubicBezTo>
                        <a:cubicBezTo>
                          <a:pt x="8534" y="78200"/>
                          <a:pt x="3883" y="76131"/>
                          <a:pt x="-1073" y="73355"/>
                        </a:cubicBezTo>
                        <a:lnTo>
                          <a:pt x="-1073" y="86006"/>
                        </a:lnTo>
                        <a:cubicBezTo>
                          <a:pt x="3962" y="88028"/>
                          <a:pt x="8666" y="89555"/>
                          <a:pt x="13041" y="90586"/>
                        </a:cubicBezTo>
                        <a:cubicBezTo>
                          <a:pt x="17428" y="91618"/>
                          <a:pt x="21439" y="92133"/>
                          <a:pt x="25073" y="92133"/>
                        </a:cubicBezTo>
                        <a:cubicBezTo>
                          <a:pt x="34653" y="92133"/>
                          <a:pt x="42292" y="89734"/>
                          <a:pt x="47987" y="84935"/>
                        </a:cubicBezTo>
                        <a:cubicBezTo>
                          <a:pt x="53683" y="80150"/>
                          <a:pt x="56531" y="73751"/>
                          <a:pt x="56531" y="65740"/>
                        </a:cubicBezTo>
                        <a:cubicBezTo>
                          <a:pt x="56531" y="61933"/>
                          <a:pt x="55817" y="58324"/>
                          <a:pt x="54390" y="54913"/>
                        </a:cubicBezTo>
                        <a:cubicBezTo>
                          <a:pt x="52976" y="51516"/>
                          <a:pt x="50386" y="47504"/>
                          <a:pt x="46619" y="42877"/>
                        </a:cubicBezTo>
                        <a:cubicBezTo>
                          <a:pt x="45589" y="41674"/>
                          <a:pt x="42305" y="38210"/>
                          <a:pt x="36768" y="32486"/>
                        </a:cubicBezTo>
                        <a:cubicBezTo>
                          <a:pt x="31244" y="26762"/>
                          <a:pt x="23441" y="18758"/>
                          <a:pt x="13358" y="84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0" name="Freeform: Shape 469">
                    <a:extLst>
                      <a:ext uri="{FF2B5EF4-FFF2-40B4-BE49-F238E27FC236}">
                        <a16:creationId xmlns:a16="http://schemas.microsoft.com/office/drawing/2014/main" id="{ABC61C02-087C-DDBB-B305-3EE2FFA50DC4}"/>
                      </a:ext>
                    </a:extLst>
                  </p:cNvPr>
                  <p:cNvSpPr/>
                  <p:nvPr/>
                </p:nvSpPr>
                <p:spPr>
                  <a:xfrm flipV="1">
                    <a:off x="13508550" y="9845063"/>
                    <a:ext cx="63926" cy="95994"/>
                  </a:xfrm>
                  <a:custGeom>
                    <a:avLst/>
                    <a:gdLst>
                      <a:gd name="connsiteX0" fmla="*/ 30188 w 63926"/>
                      <a:gd name="connsiteY0" fmla="*/ 84069 h 95994"/>
                      <a:gd name="connsiteX1" fmla="*/ 15658 w 63926"/>
                      <a:gd name="connsiteY1" fmla="*/ 74550 h 95994"/>
                      <a:gd name="connsiteX2" fmla="*/ 10802 w 63926"/>
                      <a:gd name="connsiteY2" fmla="*/ 45956 h 95994"/>
                      <a:gd name="connsiteX3" fmla="*/ 15658 w 63926"/>
                      <a:gd name="connsiteY3" fmla="*/ 17422 h 95994"/>
                      <a:gd name="connsiteX4" fmla="*/ 30188 w 63926"/>
                      <a:gd name="connsiteY4" fmla="*/ 7904 h 95994"/>
                      <a:gd name="connsiteX5" fmla="*/ 44777 w 63926"/>
                      <a:gd name="connsiteY5" fmla="*/ 17422 h 95994"/>
                      <a:gd name="connsiteX6" fmla="*/ 49653 w 63926"/>
                      <a:gd name="connsiteY6" fmla="*/ 45956 h 95994"/>
                      <a:gd name="connsiteX7" fmla="*/ 44777 w 63926"/>
                      <a:gd name="connsiteY7" fmla="*/ 74550 h 95994"/>
                      <a:gd name="connsiteX8" fmla="*/ 30188 w 63926"/>
                      <a:gd name="connsiteY8" fmla="*/ 84069 h 95994"/>
                      <a:gd name="connsiteX9" fmla="*/ 30188 w 63926"/>
                      <a:gd name="connsiteY9" fmla="*/ 93983 h 95994"/>
                      <a:gd name="connsiteX10" fmla="*/ 53955 w 63926"/>
                      <a:gd name="connsiteY10" fmla="*/ 81669 h 95994"/>
                      <a:gd name="connsiteX11" fmla="*/ 62161 w 63926"/>
                      <a:gd name="connsiteY11" fmla="*/ 45956 h 95994"/>
                      <a:gd name="connsiteX12" fmla="*/ 53955 w 63926"/>
                      <a:gd name="connsiteY12" fmla="*/ 10283 h 95994"/>
                      <a:gd name="connsiteX13" fmla="*/ 30188 w 63926"/>
                      <a:gd name="connsiteY13" fmla="*/ -2011 h 95994"/>
                      <a:gd name="connsiteX14" fmla="*/ 6441 w 63926"/>
                      <a:gd name="connsiteY14" fmla="*/ 10283 h 95994"/>
                      <a:gd name="connsiteX15" fmla="*/ -1765 w 63926"/>
                      <a:gd name="connsiteY15" fmla="*/ 45956 h 95994"/>
                      <a:gd name="connsiteX16" fmla="*/ 6441 w 63926"/>
                      <a:gd name="connsiteY16" fmla="*/ 81669 h 95994"/>
                      <a:gd name="connsiteX17" fmla="*/ 30188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88" y="84069"/>
                        </a:moveTo>
                        <a:cubicBezTo>
                          <a:pt x="23752" y="84069"/>
                          <a:pt x="18909" y="80896"/>
                          <a:pt x="15658" y="74550"/>
                        </a:cubicBezTo>
                        <a:cubicBezTo>
                          <a:pt x="12421" y="68218"/>
                          <a:pt x="10802" y="58687"/>
                          <a:pt x="10802" y="45956"/>
                        </a:cubicBezTo>
                        <a:cubicBezTo>
                          <a:pt x="10802" y="33279"/>
                          <a:pt x="12421" y="23767"/>
                          <a:pt x="15658" y="17422"/>
                        </a:cubicBezTo>
                        <a:cubicBezTo>
                          <a:pt x="18909" y="11076"/>
                          <a:pt x="23752" y="7904"/>
                          <a:pt x="30188" y="7904"/>
                        </a:cubicBezTo>
                        <a:cubicBezTo>
                          <a:pt x="36677" y="7904"/>
                          <a:pt x="41540" y="11076"/>
                          <a:pt x="44777" y="17422"/>
                        </a:cubicBezTo>
                        <a:cubicBezTo>
                          <a:pt x="48028" y="23767"/>
                          <a:pt x="49653" y="33279"/>
                          <a:pt x="49653" y="45956"/>
                        </a:cubicBezTo>
                        <a:cubicBezTo>
                          <a:pt x="49653" y="58687"/>
                          <a:pt x="48028" y="68218"/>
                          <a:pt x="44777" y="74550"/>
                        </a:cubicBezTo>
                        <a:cubicBezTo>
                          <a:pt x="41540" y="80896"/>
                          <a:pt x="36677" y="84069"/>
                          <a:pt x="30188" y="84069"/>
                        </a:cubicBezTo>
                        <a:close/>
                        <a:moveTo>
                          <a:pt x="30188" y="93983"/>
                        </a:moveTo>
                        <a:cubicBezTo>
                          <a:pt x="40562" y="93983"/>
                          <a:pt x="48484" y="89879"/>
                          <a:pt x="53955" y="81669"/>
                        </a:cubicBezTo>
                        <a:cubicBezTo>
                          <a:pt x="59426" y="73473"/>
                          <a:pt x="62161" y="61569"/>
                          <a:pt x="62161" y="45956"/>
                        </a:cubicBezTo>
                        <a:cubicBezTo>
                          <a:pt x="62161" y="30384"/>
                          <a:pt x="59426" y="18493"/>
                          <a:pt x="53955" y="10283"/>
                        </a:cubicBezTo>
                        <a:cubicBezTo>
                          <a:pt x="48484" y="2087"/>
                          <a:pt x="40562" y="-2011"/>
                          <a:pt x="30188" y="-2011"/>
                        </a:cubicBezTo>
                        <a:cubicBezTo>
                          <a:pt x="19828" y="-2011"/>
                          <a:pt x="11912" y="2087"/>
                          <a:pt x="6441" y="10283"/>
                        </a:cubicBezTo>
                        <a:cubicBezTo>
                          <a:pt x="970" y="18493"/>
                          <a:pt x="-1765" y="30384"/>
                          <a:pt x="-1765" y="45956"/>
                        </a:cubicBezTo>
                        <a:cubicBezTo>
                          <a:pt x="-1765" y="61569"/>
                          <a:pt x="970" y="73473"/>
                          <a:pt x="6441" y="81669"/>
                        </a:cubicBezTo>
                        <a:cubicBezTo>
                          <a:pt x="11912" y="89879"/>
                          <a:pt x="19828" y="93983"/>
                          <a:pt x="30188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71" name="Graphic 437">
                <a:extLst>
                  <a:ext uri="{FF2B5EF4-FFF2-40B4-BE49-F238E27FC236}">
                    <a16:creationId xmlns:a16="http://schemas.microsoft.com/office/drawing/2014/main" id="{7AB8D877-8EE5-C272-8F41-25810DDD873E}"/>
                  </a:ext>
                </a:extLst>
              </p:cNvPr>
              <p:cNvGrpSpPr/>
              <p:nvPr/>
            </p:nvGrpSpPr>
            <p:grpSpPr>
              <a:xfrm>
                <a:off x="14023742" y="9753987"/>
                <a:ext cx="223926" cy="187070"/>
                <a:chOff x="14023742" y="9753987"/>
                <a:chExt cx="223926" cy="187070"/>
              </a:xfrm>
              <a:solidFill>
                <a:srgbClr val="000000"/>
              </a:solidFill>
            </p:grpSpPr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A3962035-55A4-9900-4AB6-5F7751F40070}"/>
                    </a:ext>
                  </a:extLst>
                </p:cNvPr>
                <p:cNvSpPr/>
                <p:nvPr/>
              </p:nvSpPr>
              <p:spPr>
                <a:xfrm>
                  <a:off x="14135024" y="9753987"/>
                  <a:ext cx="12686" cy="44417"/>
                </a:xfrm>
                <a:custGeom>
                  <a:avLst/>
                  <a:gdLst>
                    <a:gd name="connsiteX0" fmla="*/ 316 w 12686"/>
                    <a:gd name="connsiteY0" fmla="*/ 308 h 44417"/>
                    <a:gd name="connsiteX1" fmla="*/ 316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16" y="308"/>
                      </a:moveTo>
                      <a:lnTo>
                        <a:pt x="316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73" name="Graphic 437">
                  <a:extLst>
                    <a:ext uri="{FF2B5EF4-FFF2-40B4-BE49-F238E27FC236}">
                      <a16:creationId xmlns:a16="http://schemas.microsoft.com/office/drawing/2014/main" id="{E65359A4-FF30-9B34-5883-BFF104C06760}"/>
                    </a:ext>
                  </a:extLst>
                </p:cNvPr>
                <p:cNvGrpSpPr/>
                <p:nvPr/>
              </p:nvGrpSpPr>
              <p:grpSpPr>
                <a:xfrm>
                  <a:off x="14023742" y="9845063"/>
                  <a:ext cx="223926" cy="95994"/>
                  <a:chOff x="14023742" y="98450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74" name="Freeform: Shape 473">
                    <a:extLst>
                      <a:ext uri="{FF2B5EF4-FFF2-40B4-BE49-F238E27FC236}">
                        <a16:creationId xmlns:a16="http://schemas.microsoft.com/office/drawing/2014/main" id="{7B3AC8D8-A1FB-65B9-D45D-DD3B89395F97}"/>
                      </a:ext>
                    </a:extLst>
                  </p:cNvPr>
                  <p:cNvSpPr/>
                  <p:nvPr/>
                </p:nvSpPr>
                <p:spPr>
                  <a:xfrm flipV="1">
                    <a:off x="14023742" y="9846729"/>
                    <a:ext cx="59843" cy="94328"/>
                  </a:xfrm>
                  <a:custGeom>
                    <a:avLst/>
                    <a:gdLst>
                      <a:gd name="connsiteX0" fmla="*/ 2211 w 59843"/>
                      <a:gd name="connsiteY0" fmla="*/ 92360 h 94328"/>
                      <a:gd name="connsiteX1" fmla="*/ 51331 w 59843"/>
                      <a:gd name="connsiteY1" fmla="*/ 92360 h 94328"/>
                      <a:gd name="connsiteX2" fmla="*/ 51331 w 59843"/>
                      <a:gd name="connsiteY2" fmla="*/ 81810 h 94328"/>
                      <a:gd name="connsiteX3" fmla="*/ 13668 w 59843"/>
                      <a:gd name="connsiteY3" fmla="*/ 81810 h 94328"/>
                      <a:gd name="connsiteX4" fmla="*/ 13668 w 59843"/>
                      <a:gd name="connsiteY4" fmla="*/ 59145 h 94328"/>
                      <a:gd name="connsiteX5" fmla="*/ 19100 w 59843"/>
                      <a:gd name="connsiteY5" fmla="*/ 60533 h 94328"/>
                      <a:gd name="connsiteX6" fmla="*/ 24571 w 59843"/>
                      <a:gd name="connsiteY6" fmla="*/ 60989 h 94328"/>
                      <a:gd name="connsiteX7" fmla="*/ 49091 w 59843"/>
                      <a:gd name="connsiteY7" fmla="*/ 52503 h 94328"/>
                      <a:gd name="connsiteX8" fmla="*/ 58149 w 59843"/>
                      <a:gd name="connsiteY8" fmla="*/ 29520 h 94328"/>
                      <a:gd name="connsiteX9" fmla="*/ 48853 w 59843"/>
                      <a:gd name="connsiteY9" fmla="*/ 6300 h 94328"/>
                      <a:gd name="connsiteX10" fmla="*/ 22648 w 59843"/>
                      <a:gd name="connsiteY10" fmla="*/ -1969 h 94328"/>
                      <a:gd name="connsiteX11" fmla="*/ 10774 w 59843"/>
                      <a:gd name="connsiteY11" fmla="*/ -977 h 94328"/>
                      <a:gd name="connsiteX12" fmla="*/ -1694 w 59843"/>
                      <a:gd name="connsiteY12" fmla="*/ 1997 h 94328"/>
                      <a:gd name="connsiteX13" fmla="*/ -1694 w 59843"/>
                      <a:gd name="connsiteY13" fmla="*/ 14589 h 94328"/>
                      <a:gd name="connsiteX14" fmla="*/ 9823 w 59843"/>
                      <a:gd name="connsiteY14" fmla="*/ 10068 h 94328"/>
                      <a:gd name="connsiteX15" fmla="*/ 22390 w 59843"/>
                      <a:gd name="connsiteY15" fmla="*/ 8580 h 94328"/>
                      <a:gd name="connsiteX16" fmla="*/ 39358 w 59843"/>
                      <a:gd name="connsiteY16" fmla="*/ 14212 h 94328"/>
                      <a:gd name="connsiteX17" fmla="*/ 45622 w 59843"/>
                      <a:gd name="connsiteY17" fmla="*/ 29520 h 94328"/>
                      <a:gd name="connsiteX18" fmla="*/ 39358 w 59843"/>
                      <a:gd name="connsiteY18" fmla="*/ 44809 h 94328"/>
                      <a:gd name="connsiteX19" fmla="*/ 22390 w 59843"/>
                      <a:gd name="connsiteY19" fmla="*/ 50460 h 94328"/>
                      <a:gd name="connsiteX20" fmla="*/ 12380 w 59843"/>
                      <a:gd name="connsiteY20" fmla="*/ 49350 h 94328"/>
                      <a:gd name="connsiteX21" fmla="*/ 2211 w 59843"/>
                      <a:gd name="connsiteY21" fmla="*/ 45879 h 94328"/>
                      <a:gd name="connsiteX22" fmla="*/ 2211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11" y="92360"/>
                        </a:moveTo>
                        <a:lnTo>
                          <a:pt x="51331" y="92360"/>
                        </a:lnTo>
                        <a:lnTo>
                          <a:pt x="51331" y="81810"/>
                        </a:lnTo>
                        <a:lnTo>
                          <a:pt x="13668" y="81810"/>
                        </a:lnTo>
                        <a:lnTo>
                          <a:pt x="13668" y="59145"/>
                        </a:lnTo>
                        <a:cubicBezTo>
                          <a:pt x="15479" y="59767"/>
                          <a:pt x="17289" y="60229"/>
                          <a:pt x="19100" y="60533"/>
                        </a:cubicBezTo>
                        <a:cubicBezTo>
                          <a:pt x="20923" y="60837"/>
                          <a:pt x="22747" y="60989"/>
                          <a:pt x="24571" y="60989"/>
                        </a:cubicBezTo>
                        <a:cubicBezTo>
                          <a:pt x="34891" y="60989"/>
                          <a:pt x="43065" y="58160"/>
                          <a:pt x="49091" y="52503"/>
                        </a:cubicBezTo>
                        <a:cubicBezTo>
                          <a:pt x="55130" y="46845"/>
                          <a:pt x="58149" y="39184"/>
                          <a:pt x="58149" y="29520"/>
                        </a:cubicBezTo>
                        <a:cubicBezTo>
                          <a:pt x="58149" y="19566"/>
                          <a:pt x="55051" y="11826"/>
                          <a:pt x="48853" y="6300"/>
                        </a:cubicBezTo>
                        <a:cubicBezTo>
                          <a:pt x="42655" y="787"/>
                          <a:pt x="33920" y="-1969"/>
                          <a:pt x="22648" y="-1969"/>
                        </a:cubicBezTo>
                        <a:cubicBezTo>
                          <a:pt x="18763" y="-1969"/>
                          <a:pt x="14805" y="-1638"/>
                          <a:pt x="10774" y="-977"/>
                        </a:cubicBezTo>
                        <a:cubicBezTo>
                          <a:pt x="6757" y="-316"/>
                          <a:pt x="2601" y="675"/>
                          <a:pt x="-1694" y="1997"/>
                        </a:cubicBezTo>
                        <a:lnTo>
                          <a:pt x="-1694" y="14589"/>
                        </a:lnTo>
                        <a:cubicBezTo>
                          <a:pt x="2019" y="12566"/>
                          <a:pt x="5858" y="11059"/>
                          <a:pt x="9823" y="10068"/>
                        </a:cubicBezTo>
                        <a:cubicBezTo>
                          <a:pt x="13787" y="9076"/>
                          <a:pt x="17976" y="8580"/>
                          <a:pt x="22390" y="8580"/>
                        </a:cubicBezTo>
                        <a:cubicBezTo>
                          <a:pt x="29539" y="8580"/>
                          <a:pt x="35195" y="10458"/>
                          <a:pt x="39358" y="14212"/>
                        </a:cubicBezTo>
                        <a:cubicBezTo>
                          <a:pt x="43534" y="17966"/>
                          <a:pt x="45622" y="23069"/>
                          <a:pt x="45622" y="29520"/>
                        </a:cubicBezTo>
                        <a:cubicBezTo>
                          <a:pt x="45622" y="35958"/>
                          <a:pt x="43534" y="41054"/>
                          <a:pt x="39358" y="44809"/>
                        </a:cubicBezTo>
                        <a:cubicBezTo>
                          <a:pt x="35195" y="48576"/>
                          <a:pt x="29539" y="50460"/>
                          <a:pt x="22390" y="50460"/>
                        </a:cubicBezTo>
                        <a:cubicBezTo>
                          <a:pt x="19047" y="50460"/>
                          <a:pt x="15710" y="50090"/>
                          <a:pt x="12380" y="49350"/>
                        </a:cubicBezTo>
                        <a:cubicBezTo>
                          <a:pt x="9063" y="48609"/>
                          <a:pt x="5673" y="47453"/>
                          <a:pt x="2211" y="45879"/>
                        </a:cubicBezTo>
                        <a:lnTo>
                          <a:pt x="2211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5" name="Freeform: Shape 474">
                    <a:extLst>
                      <a:ext uri="{FF2B5EF4-FFF2-40B4-BE49-F238E27FC236}">
                        <a16:creationId xmlns:a16="http://schemas.microsoft.com/office/drawing/2014/main" id="{527AD1F2-793F-AC08-1D5D-BEA49795AF50}"/>
                      </a:ext>
                    </a:extLst>
                  </p:cNvPr>
                  <p:cNvSpPr/>
                  <p:nvPr/>
                </p:nvSpPr>
                <p:spPr>
                  <a:xfrm flipV="1">
                    <a:off x="14104336" y="9845063"/>
                    <a:ext cx="60874" cy="95994"/>
                  </a:xfrm>
                  <a:custGeom>
                    <a:avLst/>
                    <a:gdLst>
                      <a:gd name="connsiteX0" fmla="*/ 40098 w 60874"/>
                      <a:gd name="connsiteY0" fmla="*/ 49684 h 95994"/>
                      <a:gd name="connsiteX1" fmla="*/ 54112 w 60874"/>
                      <a:gd name="connsiteY1" fmla="*/ 41673 h 95994"/>
                      <a:gd name="connsiteX2" fmla="*/ 59167 w 60874"/>
                      <a:gd name="connsiteY2" fmla="*/ 26682 h 95994"/>
                      <a:gd name="connsiteX3" fmla="*/ 49751 w 60874"/>
                      <a:gd name="connsiteY3" fmla="*/ 5485 h 95994"/>
                      <a:gd name="connsiteX4" fmla="*/ 22991 w 60874"/>
                      <a:gd name="connsiteY4" fmla="*/ -2011 h 95994"/>
                      <a:gd name="connsiteX5" fmla="*/ 11018 w 60874"/>
                      <a:gd name="connsiteY5" fmla="*/ -861 h 95994"/>
                      <a:gd name="connsiteX6" fmla="*/ -1708 w 60874"/>
                      <a:gd name="connsiteY6" fmla="*/ 2589 h 95994"/>
                      <a:gd name="connsiteX7" fmla="*/ -1708 w 60874"/>
                      <a:gd name="connsiteY7" fmla="*/ 14666 h 95994"/>
                      <a:gd name="connsiteX8" fmla="*/ 9670 w 60874"/>
                      <a:gd name="connsiteY8" fmla="*/ 10085 h 95994"/>
                      <a:gd name="connsiteX9" fmla="*/ 22634 w 60874"/>
                      <a:gd name="connsiteY9" fmla="*/ 8538 h 95994"/>
                      <a:gd name="connsiteX10" fmla="*/ 40553 w 60874"/>
                      <a:gd name="connsiteY10" fmla="*/ 13178 h 95994"/>
                      <a:gd name="connsiteX11" fmla="*/ 46718 w 60874"/>
                      <a:gd name="connsiteY11" fmla="*/ 26682 h 95994"/>
                      <a:gd name="connsiteX12" fmla="*/ 40990 w 60874"/>
                      <a:gd name="connsiteY12" fmla="*/ 39472 h 95994"/>
                      <a:gd name="connsiteX13" fmla="*/ 25052 w 60874"/>
                      <a:gd name="connsiteY13" fmla="*/ 44092 h 95994"/>
                      <a:gd name="connsiteX14" fmla="*/ 14269 w 60874"/>
                      <a:gd name="connsiteY14" fmla="*/ 44092 h 95994"/>
                      <a:gd name="connsiteX15" fmla="*/ 14269 w 60874"/>
                      <a:gd name="connsiteY15" fmla="*/ 54384 h 95994"/>
                      <a:gd name="connsiteX16" fmla="*/ 25548 w 60874"/>
                      <a:gd name="connsiteY16" fmla="*/ 54384 h 95994"/>
                      <a:gd name="connsiteX17" fmla="*/ 39661 w 60874"/>
                      <a:gd name="connsiteY17" fmla="*/ 58072 h 95994"/>
                      <a:gd name="connsiteX18" fmla="*/ 44558 w 60874"/>
                      <a:gd name="connsiteY18" fmla="*/ 68701 h 95994"/>
                      <a:gd name="connsiteX19" fmla="*/ 39503 w 60874"/>
                      <a:gd name="connsiteY19" fmla="*/ 79627 h 95994"/>
                      <a:gd name="connsiteX20" fmla="*/ 25052 w 60874"/>
                      <a:gd name="connsiteY20" fmla="*/ 83454 h 95994"/>
                      <a:gd name="connsiteX21" fmla="*/ 14012 w 60874"/>
                      <a:gd name="connsiteY21" fmla="*/ 82324 h 95994"/>
                      <a:gd name="connsiteX22" fmla="*/ 1068 w 60874"/>
                      <a:gd name="connsiteY22" fmla="*/ 78873 h 95994"/>
                      <a:gd name="connsiteX23" fmla="*/ 1068 w 60874"/>
                      <a:gd name="connsiteY23" fmla="*/ 90017 h 95994"/>
                      <a:gd name="connsiteX24" fmla="*/ 14428 w 60874"/>
                      <a:gd name="connsiteY24" fmla="*/ 92992 h 95994"/>
                      <a:gd name="connsiteX25" fmla="*/ 26163 w 60874"/>
                      <a:gd name="connsiteY25" fmla="*/ 93983 h 95994"/>
                      <a:gd name="connsiteX26" fmla="*/ 48700 w 60874"/>
                      <a:gd name="connsiteY26" fmla="*/ 87499 h 95994"/>
                      <a:gd name="connsiteX27" fmla="*/ 57006 w 60874"/>
                      <a:gd name="connsiteY27" fmla="*/ 70009 h 95994"/>
                      <a:gd name="connsiteX28" fmla="*/ 52605 w 60874"/>
                      <a:gd name="connsiteY28" fmla="*/ 57021 h 95994"/>
                      <a:gd name="connsiteX29" fmla="*/ 40098 w 60874"/>
                      <a:gd name="connsiteY29" fmla="*/ 496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874" h="95994">
                        <a:moveTo>
                          <a:pt x="40098" y="49684"/>
                        </a:moveTo>
                        <a:cubicBezTo>
                          <a:pt x="46084" y="48402"/>
                          <a:pt x="50755" y="45732"/>
                          <a:pt x="54112" y="41673"/>
                        </a:cubicBezTo>
                        <a:cubicBezTo>
                          <a:pt x="57482" y="37628"/>
                          <a:pt x="59167" y="32631"/>
                          <a:pt x="59167" y="26682"/>
                        </a:cubicBezTo>
                        <a:cubicBezTo>
                          <a:pt x="59167" y="17561"/>
                          <a:pt x="56028" y="10495"/>
                          <a:pt x="49751" y="5485"/>
                        </a:cubicBezTo>
                        <a:cubicBezTo>
                          <a:pt x="43474" y="488"/>
                          <a:pt x="34554" y="-2011"/>
                          <a:pt x="22991" y="-2011"/>
                        </a:cubicBezTo>
                        <a:cubicBezTo>
                          <a:pt x="19119" y="-2011"/>
                          <a:pt x="15128" y="-1628"/>
                          <a:pt x="11018" y="-861"/>
                        </a:cubicBezTo>
                        <a:cubicBezTo>
                          <a:pt x="6909" y="-94"/>
                          <a:pt x="2667" y="1056"/>
                          <a:pt x="-1708" y="2589"/>
                        </a:cubicBezTo>
                        <a:lnTo>
                          <a:pt x="-1708" y="14666"/>
                        </a:lnTo>
                        <a:cubicBezTo>
                          <a:pt x="1755" y="12643"/>
                          <a:pt x="5547" y="11116"/>
                          <a:pt x="9670" y="10085"/>
                        </a:cubicBezTo>
                        <a:cubicBezTo>
                          <a:pt x="13807" y="9054"/>
                          <a:pt x="18128" y="8538"/>
                          <a:pt x="22634" y="8538"/>
                        </a:cubicBezTo>
                        <a:cubicBezTo>
                          <a:pt x="30471" y="8538"/>
                          <a:pt x="36444" y="10085"/>
                          <a:pt x="40553" y="13178"/>
                        </a:cubicBezTo>
                        <a:cubicBezTo>
                          <a:pt x="44663" y="16272"/>
                          <a:pt x="46718" y="20773"/>
                          <a:pt x="46718" y="26682"/>
                        </a:cubicBezTo>
                        <a:cubicBezTo>
                          <a:pt x="46718" y="32142"/>
                          <a:pt x="44809" y="36405"/>
                          <a:pt x="40990" y="39472"/>
                        </a:cubicBezTo>
                        <a:cubicBezTo>
                          <a:pt x="37170" y="42552"/>
                          <a:pt x="31858" y="44092"/>
                          <a:pt x="25052" y="44092"/>
                        </a:cubicBezTo>
                        <a:lnTo>
                          <a:pt x="14269" y="44092"/>
                        </a:lnTo>
                        <a:lnTo>
                          <a:pt x="14269" y="54384"/>
                        </a:lnTo>
                        <a:lnTo>
                          <a:pt x="25548" y="54384"/>
                        </a:lnTo>
                        <a:cubicBezTo>
                          <a:pt x="31693" y="54384"/>
                          <a:pt x="36397" y="55613"/>
                          <a:pt x="39661" y="58072"/>
                        </a:cubicBezTo>
                        <a:cubicBezTo>
                          <a:pt x="42926" y="60531"/>
                          <a:pt x="44558" y="64074"/>
                          <a:pt x="44558" y="68701"/>
                        </a:cubicBezTo>
                        <a:cubicBezTo>
                          <a:pt x="44558" y="73447"/>
                          <a:pt x="42873" y="77089"/>
                          <a:pt x="39503" y="79627"/>
                        </a:cubicBezTo>
                        <a:cubicBezTo>
                          <a:pt x="36146" y="82178"/>
                          <a:pt x="31330" y="83454"/>
                          <a:pt x="25052" y="83454"/>
                        </a:cubicBezTo>
                        <a:cubicBezTo>
                          <a:pt x="21617" y="83454"/>
                          <a:pt x="17936" y="83077"/>
                          <a:pt x="14012" y="82324"/>
                        </a:cubicBezTo>
                        <a:cubicBezTo>
                          <a:pt x="10087" y="81583"/>
                          <a:pt x="5772" y="80433"/>
                          <a:pt x="1068" y="78873"/>
                        </a:cubicBezTo>
                        <a:lnTo>
                          <a:pt x="1068" y="90017"/>
                        </a:lnTo>
                        <a:cubicBezTo>
                          <a:pt x="5825" y="91339"/>
                          <a:pt x="10278" y="92331"/>
                          <a:pt x="14428" y="92992"/>
                        </a:cubicBezTo>
                        <a:cubicBezTo>
                          <a:pt x="18577" y="93653"/>
                          <a:pt x="22489" y="93983"/>
                          <a:pt x="26163" y="93983"/>
                        </a:cubicBezTo>
                        <a:cubicBezTo>
                          <a:pt x="35664" y="93983"/>
                          <a:pt x="43177" y="91822"/>
                          <a:pt x="48700" y="87499"/>
                        </a:cubicBezTo>
                        <a:cubicBezTo>
                          <a:pt x="54237" y="83189"/>
                          <a:pt x="57006" y="77360"/>
                          <a:pt x="57006" y="70009"/>
                        </a:cubicBezTo>
                        <a:cubicBezTo>
                          <a:pt x="57006" y="64880"/>
                          <a:pt x="55539" y="60551"/>
                          <a:pt x="52605" y="57021"/>
                        </a:cubicBezTo>
                        <a:cubicBezTo>
                          <a:pt x="49672" y="53492"/>
                          <a:pt x="45502" y="51046"/>
                          <a:pt x="40098" y="496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6" name="Freeform: Shape 475">
                    <a:extLst>
                      <a:ext uri="{FF2B5EF4-FFF2-40B4-BE49-F238E27FC236}">
                        <a16:creationId xmlns:a16="http://schemas.microsoft.com/office/drawing/2014/main" id="{8681E391-DC81-62CD-9792-A4AF137224D8}"/>
                      </a:ext>
                    </a:extLst>
                  </p:cNvPr>
                  <p:cNvSpPr/>
                  <p:nvPr/>
                </p:nvSpPr>
                <p:spPr>
                  <a:xfrm flipV="1">
                    <a:off x="14183742" y="9845063"/>
                    <a:ext cx="63926" cy="95994"/>
                  </a:xfrm>
                  <a:custGeom>
                    <a:avLst/>
                    <a:gdLst>
                      <a:gd name="connsiteX0" fmla="*/ 30241 w 63926"/>
                      <a:gd name="connsiteY0" fmla="*/ 84069 h 95994"/>
                      <a:gd name="connsiteX1" fmla="*/ 15712 w 63926"/>
                      <a:gd name="connsiteY1" fmla="*/ 74550 h 95994"/>
                      <a:gd name="connsiteX2" fmla="*/ 10855 w 63926"/>
                      <a:gd name="connsiteY2" fmla="*/ 45956 h 95994"/>
                      <a:gd name="connsiteX3" fmla="*/ 15712 w 63926"/>
                      <a:gd name="connsiteY3" fmla="*/ 17422 h 95994"/>
                      <a:gd name="connsiteX4" fmla="*/ 30241 w 63926"/>
                      <a:gd name="connsiteY4" fmla="*/ 7904 h 95994"/>
                      <a:gd name="connsiteX5" fmla="*/ 44830 w 63926"/>
                      <a:gd name="connsiteY5" fmla="*/ 17422 h 95994"/>
                      <a:gd name="connsiteX6" fmla="*/ 49707 w 63926"/>
                      <a:gd name="connsiteY6" fmla="*/ 45956 h 95994"/>
                      <a:gd name="connsiteX7" fmla="*/ 44830 w 63926"/>
                      <a:gd name="connsiteY7" fmla="*/ 74550 h 95994"/>
                      <a:gd name="connsiteX8" fmla="*/ 30241 w 63926"/>
                      <a:gd name="connsiteY8" fmla="*/ 84069 h 95994"/>
                      <a:gd name="connsiteX9" fmla="*/ 30241 w 63926"/>
                      <a:gd name="connsiteY9" fmla="*/ 93983 h 95994"/>
                      <a:gd name="connsiteX10" fmla="*/ 54008 w 63926"/>
                      <a:gd name="connsiteY10" fmla="*/ 81669 h 95994"/>
                      <a:gd name="connsiteX11" fmla="*/ 62215 w 63926"/>
                      <a:gd name="connsiteY11" fmla="*/ 45956 h 95994"/>
                      <a:gd name="connsiteX12" fmla="*/ 54008 w 63926"/>
                      <a:gd name="connsiteY12" fmla="*/ 10283 h 95994"/>
                      <a:gd name="connsiteX13" fmla="*/ 30241 w 63926"/>
                      <a:gd name="connsiteY13" fmla="*/ -2011 h 95994"/>
                      <a:gd name="connsiteX14" fmla="*/ 6494 w 63926"/>
                      <a:gd name="connsiteY14" fmla="*/ 10283 h 95994"/>
                      <a:gd name="connsiteX15" fmla="*/ -1712 w 63926"/>
                      <a:gd name="connsiteY15" fmla="*/ 45956 h 95994"/>
                      <a:gd name="connsiteX16" fmla="*/ 6494 w 63926"/>
                      <a:gd name="connsiteY16" fmla="*/ 81669 h 95994"/>
                      <a:gd name="connsiteX17" fmla="*/ 30241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41" y="84069"/>
                        </a:moveTo>
                        <a:cubicBezTo>
                          <a:pt x="23806" y="84069"/>
                          <a:pt x="18962" y="80896"/>
                          <a:pt x="15712" y="74550"/>
                        </a:cubicBezTo>
                        <a:cubicBezTo>
                          <a:pt x="12474" y="68218"/>
                          <a:pt x="10855" y="58687"/>
                          <a:pt x="10855" y="45956"/>
                        </a:cubicBezTo>
                        <a:cubicBezTo>
                          <a:pt x="10855" y="33279"/>
                          <a:pt x="12474" y="23767"/>
                          <a:pt x="15712" y="17422"/>
                        </a:cubicBezTo>
                        <a:cubicBezTo>
                          <a:pt x="18962" y="11076"/>
                          <a:pt x="23806" y="7904"/>
                          <a:pt x="30241" y="7904"/>
                        </a:cubicBezTo>
                        <a:cubicBezTo>
                          <a:pt x="36730" y="7904"/>
                          <a:pt x="41593" y="11076"/>
                          <a:pt x="44830" y="17422"/>
                        </a:cubicBezTo>
                        <a:cubicBezTo>
                          <a:pt x="48081" y="23767"/>
                          <a:pt x="49707" y="33279"/>
                          <a:pt x="49707" y="45956"/>
                        </a:cubicBezTo>
                        <a:cubicBezTo>
                          <a:pt x="49707" y="58687"/>
                          <a:pt x="48081" y="68218"/>
                          <a:pt x="44830" y="74550"/>
                        </a:cubicBezTo>
                        <a:cubicBezTo>
                          <a:pt x="41593" y="80896"/>
                          <a:pt x="36730" y="84069"/>
                          <a:pt x="30241" y="84069"/>
                        </a:cubicBezTo>
                        <a:close/>
                        <a:moveTo>
                          <a:pt x="30241" y="93983"/>
                        </a:moveTo>
                        <a:cubicBezTo>
                          <a:pt x="40615" y="93983"/>
                          <a:pt x="48537" y="89879"/>
                          <a:pt x="54008" y="81669"/>
                        </a:cubicBezTo>
                        <a:cubicBezTo>
                          <a:pt x="59479" y="73473"/>
                          <a:pt x="62215" y="61569"/>
                          <a:pt x="62215" y="45956"/>
                        </a:cubicBezTo>
                        <a:cubicBezTo>
                          <a:pt x="62215" y="30384"/>
                          <a:pt x="59479" y="18493"/>
                          <a:pt x="54008" y="10283"/>
                        </a:cubicBezTo>
                        <a:cubicBezTo>
                          <a:pt x="48537" y="2087"/>
                          <a:pt x="40615" y="-2011"/>
                          <a:pt x="30241" y="-2011"/>
                        </a:cubicBezTo>
                        <a:cubicBezTo>
                          <a:pt x="19881" y="-2011"/>
                          <a:pt x="11965" y="2087"/>
                          <a:pt x="6494" y="10283"/>
                        </a:cubicBezTo>
                        <a:cubicBezTo>
                          <a:pt x="1023" y="18493"/>
                          <a:pt x="-1712" y="30384"/>
                          <a:pt x="-1712" y="45956"/>
                        </a:cubicBezTo>
                        <a:cubicBezTo>
                          <a:pt x="-1712" y="61569"/>
                          <a:pt x="1023" y="73473"/>
                          <a:pt x="6494" y="81669"/>
                        </a:cubicBezTo>
                        <a:cubicBezTo>
                          <a:pt x="11965" y="89879"/>
                          <a:pt x="19881" y="93983"/>
                          <a:pt x="30241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77" name="Graphic 437">
                <a:extLst>
                  <a:ext uri="{FF2B5EF4-FFF2-40B4-BE49-F238E27FC236}">
                    <a16:creationId xmlns:a16="http://schemas.microsoft.com/office/drawing/2014/main" id="{05C039FE-BFD8-BFB4-0FCA-C3869C75ECA3}"/>
                  </a:ext>
                </a:extLst>
              </p:cNvPr>
              <p:cNvGrpSpPr/>
              <p:nvPr/>
            </p:nvGrpSpPr>
            <p:grpSpPr>
              <a:xfrm>
                <a:off x="14698933" y="9753987"/>
                <a:ext cx="223926" cy="187070"/>
                <a:chOff x="14698933" y="9753987"/>
                <a:chExt cx="223926" cy="187070"/>
              </a:xfrm>
              <a:solidFill>
                <a:srgbClr val="000000"/>
              </a:solidFill>
            </p:grpSpPr>
            <p:sp>
              <p:nvSpPr>
                <p:cNvPr id="478" name="Freeform: Shape 477">
                  <a:extLst>
                    <a:ext uri="{FF2B5EF4-FFF2-40B4-BE49-F238E27FC236}">
                      <a16:creationId xmlns:a16="http://schemas.microsoft.com/office/drawing/2014/main" id="{D6E1926F-3A8F-D636-7B7D-1B9DA3198C91}"/>
                    </a:ext>
                  </a:extLst>
                </p:cNvPr>
                <p:cNvSpPr/>
                <p:nvPr/>
              </p:nvSpPr>
              <p:spPr>
                <a:xfrm>
                  <a:off x="14810215" y="9753987"/>
                  <a:ext cx="12686" cy="44417"/>
                </a:xfrm>
                <a:custGeom>
                  <a:avLst/>
                  <a:gdLst>
                    <a:gd name="connsiteX0" fmla="*/ 369 w 12686"/>
                    <a:gd name="connsiteY0" fmla="*/ 308 h 44417"/>
                    <a:gd name="connsiteX1" fmla="*/ 369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69" y="308"/>
                      </a:moveTo>
                      <a:lnTo>
                        <a:pt x="369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79" name="Graphic 437">
                  <a:extLst>
                    <a:ext uri="{FF2B5EF4-FFF2-40B4-BE49-F238E27FC236}">
                      <a16:creationId xmlns:a16="http://schemas.microsoft.com/office/drawing/2014/main" id="{8195E11E-B227-BE6B-4028-254E60045B05}"/>
                    </a:ext>
                  </a:extLst>
                </p:cNvPr>
                <p:cNvGrpSpPr/>
                <p:nvPr/>
              </p:nvGrpSpPr>
              <p:grpSpPr>
                <a:xfrm>
                  <a:off x="14698933" y="9845063"/>
                  <a:ext cx="223926" cy="95994"/>
                  <a:chOff x="14698933" y="98450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80" name="Freeform: Shape 479">
                    <a:extLst>
                      <a:ext uri="{FF2B5EF4-FFF2-40B4-BE49-F238E27FC236}">
                        <a16:creationId xmlns:a16="http://schemas.microsoft.com/office/drawing/2014/main" id="{C4B0A39F-E58E-9E3F-E325-CA0E898ECA32}"/>
                      </a:ext>
                    </a:extLst>
                  </p:cNvPr>
                  <p:cNvSpPr/>
                  <p:nvPr/>
                </p:nvSpPr>
                <p:spPr>
                  <a:xfrm flipV="1">
                    <a:off x="14698933" y="9846729"/>
                    <a:ext cx="59843" cy="94328"/>
                  </a:xfrm>
                  <a:custGeom>
                    <a:avLst/>
                    <a:gdLst>
                      <a:gd name="connsiteX0" fmla="*/ 2264 w 59843"/>
                      <a:gd name="connsiteY0" fmla="*/ 92360 h 94328"/>
                      <a:gd name="connsiteX1" fmla="*/ 51384 w 59843"/>
                      <a:gd name="connsiteY1" fmla="*/ 92360 h 94328"/>
                      <a:gd name="connsiteX2" fmla="*/ 51384 w 59843"/>
                      <a:gd name="connsiteY2" fmla="*/ 81810 h 94328"/>
                      <a:gd name="connsiteX3" fmla="*/ 13722 w 59843"/>
                      <a:gd name="connsiteY3" fmla="*/ 81810 h 94328"/>
                      <a:gd name="connsiteX4" fmla="*/ 13722 w 59843"/>
                      <a:gd name="connsiteY4" fmla="*/ 59145 h 94328"/>
                      <a:gd name="connsiteX5" fmla="*/ 19153 w 59843"/>
                      <a:gd name="connsiteY5" fmla="*/ 60533 h 94328"/>
                      <a:gd name="connsiteX6" fmla="*/ 24624 w 59843"/>
                      <a:gd name="connsiteY6" fmla="*/ 60989 h 94328"/>
                      <a:gd name="connsiteX7" fmla="*/ 49144 w 59843"/>
                      <a:gd name="connsiteY7" fmla="*/ 52503 h 94328"/>
                      <a:gd name="connsiteX8" fmla="*/ 58203 w 59843"/>
                      <a:gd name="connsiteY8" fmla="*/ 29520 h 94328"/>
                      <a:gd name="connsiteX9" fmla="*/ 48906 w 59843"/>
                      <a:gd name="connsiteY9" fmla="*/ 6300 h 94328"/>
                      <a:gd name="connsiteX10" fmla="*/ 22701 w 59843"/>
                      <a:gd name="connsiteY10" fmla="*/ -1969 h 94328"/>
                      <a:gd name="connsiteX11" fmla="*/ 10827 w 59843"/>
                      <a:gd name="connsiteY11" fmla="*/ -977 h 94328"/>
                      <a:gd name="connsiteX12" fmla="*/ -1641 w 59843"/>
                      <a:gd name="connsiteY12" fmla="*/ 1997 h 94328"/>
                      <a:gd name="connsiteX13" fmla="*/ -1641 w 59843"/>
                      <a:gd name="connsiteY13" fmla="*/ 14589 h 94328"/>
                      <a:gd name="connsiteX14" fmla="*/ 9876 w 59843"/>
                      <a:gd name="connsiteY14" fmla="*/ 10068 h 94328"/>
                      <a:gd name="connsiteX15" fmla="*/ 22443 w 59843"/>
                      <a:gd name="connsiteY15" fmla="*/ 8580 h 94328"/>
                      <a:gd name="connsiteX16" fmla="*/ 39411 w 59843"/>
                      <a:gd name="connsiteY16" fmla="*/ 14212 h 94328"/>
                      <a:gd name="connsiteX17" fmla="*/ 45675 w 59843"/>
                      <a:gd name="connsiteY17" fmla="*/ 29520 h 94328"/>
                      <a:gd name="connsiteX18" fmla="*/ 39411 w 59843"/>
                      <a:gd name="connsiteY18" fmla="*/ 44809 h 94328"/>
                      <a:gd name="connsiteX19" fmla="*/ 22443 w 59843"/>
                      <a:gd name="connsiteY19" fmla="*/ 50460 h 94328"/>
                      <a:gd name="connsiteX20" fmla="*/ 12433 w 59843"/>
                      <a:gd name="connsiteY20" fmla="*/ 49350 h 94328"/>
                      <a:gd name="connsiteX21" fmla="*/ 2264 w 59843"/>
                      <a:gd name="connsiteY21" fmla="*/ 45879 h 94328"/>
                      <a:gd name="connsiteX22" fmla="*/ 2264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64" y="92360"/>
                        </a:moveTo>
                        <a:lnTo>
                          <a:pt x="51384" y="92360"/>
                        </a:lnTo>
                        <a:lnTo>
                          <a:pt x="51384" y="81810"/>
                        </a:lnTo>
                        <a:lnTo>
                          <a:pt x="13722" y="81810"/>
                        </a:lnTo>
                        <a:lnTo>
                          <a:pt x="13722" y="59145"/>
                        </a:lnTo>
                        <a:cubicBezTo>
                          <a:pt x="15532" y="59767"/>
                          <a:pt x="17342" y="60229"/>
                          <a:pt x="19153" y="60533"/>
                        </a:cubicBezTo>
                        <a:cubicBezTo>
                          <a:pt x="20976" y="60837"/>
                          <a:pt x="22800" y="60989"/>
                          <a:pt x="24624" y="60989"/>
                        </a:cubicBezTo>
                        <a:cubicBezTo>
                          <a:pt x="34945" y="60989"/>
                          <a:pt x="43118" y="58160"/>
                          <a:pt x="49144" y="52503"/>
                        </a:cubicBezTo>
                        <a:cubicBezTo>
                          <a:pt x="55183" y="46845"/>
                          <a:pt x="58203" y="39184"/>
                          <a:pt x="58203" y="29520"/>
                        </a:cubicBezTo>
                        <a:cubicBezTo>
                          <a:pt x="58203" y="19566"/>
                          <a:pt x="55104" y="11826"/>
                          <a:pt x="48906" y="6300"/>
                        </a:cubicBezTo>
                        <a:cubicBezTo>
                          <a:pt x="42708" y="787"/>
                          <a:pt x="33973" y="-1969"/>
                          <a:pt x="22701" y="-1969"/>
                        </a:cubicBezTo>
                        <a:cubicBezTo>
                          <a:pt x="18816" y="-1969"/>
                          <a:pt x="14858" y="-1638"/>
                          <a:pt x="10827" y="-977"/>
                        </a:cubicBezTo>
                        <a:cubicBezTo>
                          <a:pt x="6810" y="-316"/>
                          <a:pt x="2654" y="675"/>
                          <a:pt x="-1641" y="1997"/>
                        </a:cubicBezTo>
                        <a:lnTo>
                          <a:pt x="-1641" y="14589"/>
                        </a:lnTo>
                        <a:cubicBezTo>
                          <a:pt x="2073" y="12566"/>
                          <a:pt x="5912" y="11059"/>
                          <a:pt x="9876" y="10068"/>
                        </a:cubicBezTo>
                        <a:cubicBezTo>
                          <a:pt x="13840" y="9076"/>
                          <a:pt x="18030" y="8580"/>
                          <a:pt x="22443" y="8580"/>
                        </a:cubicBezTo>
                        <a:cubicBezTo>
                          <a:pt x="29593" y="8580"/>
                          <a:pt x="35248" y="10458"/>
                          <a:pt x="39411" y="14212"/>
                        </a:cubicBezTo>
                        <a:cubicBezTo>
                          <a:pt x="43587" y="17966"/>
                          <a:pt x="45675" y="23069"/>
                          <a:pt x="45675" y="29520"/>
                        </a:cubicBezTo>
                        <a:cubicBezTo>
                          <a:pt x="45675" y="35958"/>
                          <a:pt x="43587" y="41054"/>
                          <a:pt x="39411" y="44809"/>
                        </a:cubicBezTo>
                        <a:cubicBezTo>
                          <a:pt x="35248" y="48576"/>
                          <a:pt x="29593" y="50460"/>
                          <a:pt x="22443" y="50460"/>
                        </a:cubicBezTo>
                        <a:cubicBezTo>
                          <a:pt x="19100" y="50460"/>
                          <a:pt x="15763" y="50090"/>
                          <a:pt x="12433" y="49350"/>
                        </a:cubicBezTo>
                        <a:cubicBezTo>
                          <a:pt x="9116" y="48609"/>
                          <a:pt x="5727" y="47453"/>
                          <a:pt x="2264" y="45879"/>
                        </a:cubicBezTo>
                        <a:lnTo>
                          <a:pt x="2264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81" name="Freeform: Shape 480">
                    <a:extLst>
                      <a:ext uri="{FF2B5EF4-FFF2-40B4-BE49-F238E27FC236}">
                        <a16:creationId xmlns:a16="http://schemas.microsoft.com/office/drawing/2014/main" id="{359FE229-5BAF-C9C0-42E1-8747E008C400}"/>
                      </a:ext>
                    </a:extLst>
                  </p:cNvPr>
                  <p:cNvSpPr/>
                  <p:nvPr/>
                </p:nvSpPr>
                <p:spPr>
                  <a:xfrm flipV="1">
                    <a:off x="14776059" y="9846729"/>
                    <a:ext cx="67395" cy="92524"/>
                  </a:xfrm>
                  <a:custGeom>
                    <a:avLst/>
                    <a:gdLst>
                      <a:gd name="connsiteX0" fmla="*/ 40102 w 67395"/>
                      <a:gd name="connsiteY0" fmla="*/ 79603 h 92524"/>
                      <a:gd name="connsiteX1" fmla="*/ 8505 w 67395"/>
                      <a:gd name="connsiteY1" fmla="*/ 30208 h 92524"/>
                      <a:gd name="connsiteX2" fmla="*/ 40102 w 67395"/>
                      <a:gd name="connsiteY2" fmla="*/ 30208 h 92524"/>
                      <a:gd name="connsiteX3" fmla="*/ 40102 w 67395"/>
                      <a:gd name="connsiteY3" fmla="*/ 79603 h 92524"/>
                      <a:gd name="connsiteX4" fmla="*/ 36811 w 67395"/>
                      <a:gd name="connsiteY4" fmla="*/ 90510 h 92524"/>
                      <a:gd name="connsiteX5" fmla="*/ 52550 w 67395"/>
                      <a:gd name="connsiteY5" fmla="*/ 90510 h 92524"/>
                      <a:gd name="connsiteX6" fmla="*/ 52550 w 67395"/>
                      <a:gd name="connsiteY6" fmla="*/ 30208 h 92524"/>
                      <a:gd name="connsiteX7" fmla="*/ 65752 w 67395"/>
                      <a:gd name="connsiteY7" fmla="*/ 30208 h 92524"/>
                      <a:gd name="connsiteX8" fmla="*/ 65752 w 67395"/>
                      <a:gd name="connsiteY8" fmla="*/ 19798 h 92524"/>
                      <a:gd name="connsiteX9" fmla="*/ 52550 w 67395"/>
                      <a:gd name="connsiteY9" fmla="*/ 19798 h 92524"/>
                      <a:gd name="connsiteX10" fmla="*/ 52550 w 67395"/>
                      <a:gd name="connsiteY10" fmla="*/ -2014 h 92524"/>
                      <a:gd name="connsiteX11" fmla="*/ 40102 w 67395"/>
                      <a:gd name="connsiteY11" fmla="*/ -2014 h 92524"/>
                      <a:gd name="connsiteX12" fmla="*/ 40102 w 67395"/>
                      <a:gd name="connsiteY12" fmla="*/ 19798 h 92524"/>
                      <a:gd name="connsiteX13" fmla="*/ -1644 w 67395"/>
                      <a:gd name="connsiteY13" fmla="*/ 19798 h 92524"/>
                      <a:gd name="connsiteX14" fmla="*/ -1644 w 67395"/>
                      <a:gd name="connsiteY14" fmla="*/ 31874 h 92524"/>
                      <a:gd name="connsiteX15" fmla="*/ 36811 w 67395"/>
                      <a:gd name="connsiteY15" fmla="*/ 905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40102" y="79603"/>
                        </a:moveTo>
                        <a:lnTo>
                          <a:pt x="8505" y="30208"/>
                        </a:lnTo>
                        <a:lnTo>
                          <a:pt x="40102" y="30208"/>
                        </a:lnTo>
                        <a:lnTo>
                          <a:pt x="40102" y="79603"/>
                        </a:lnTo>
                        <a:close/>
                        <a:moveTo>
                          <a:pt x="36811" y="90510"/>
                        </a:moveTo>
                        <a:lnTo>
                          <a:pt x="52550" y="90510"/>
                        </a:lnTo>
                        <a:lnTo>
                          <a:pt x="52550" y="30208"/>
                        </a:lnTo>
                        <a:lnTo>
                          <a:pt x="65752" y="30208"/>
                        </a:lnTo>
                        <a:lnTo>
                          <a:pt x="65752" y="19798"/>
                        </a:lnTo>
                        <a:lnTo>
                          <a:pt x="52550" y="19798"/>
                        </a:lnTo>
                        <a:lnTo>
                          <a:pt x="52550" y="-2014"/>
                        </a:lnTo>
                        <a:lnTo>
                          <a:pt x="40102" y="-2014"/>
                        </a:lnTo>
                        <a:lnTo>
                          <a:pt x="40102" y="19798"/>
                        </a:lnTo>
                        <a:lnTo>
                          <a:pt x="-1644" y="19798"/>
                        </a:lnTo>
                        <a:lnTo>
                          <a:pt x="-1644" y="31874"/>
                        </a:lnTo>
                        <a:lnTo>
                          <a:pt x="36811" y="905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82" name="Freeform: Shape 481">
                    <a:extLst>
                      <a:ext uri="{FF2B5EF4-FFF2-40B4-BE49-F238E27FC236}">
                        <a16:creationId xmlns:a16="http://schemas.microsoft.com/office/drawing/2014/main" id="{FA1805E5-3FCB-8B0B-811E-7BBD853752CD}"/>
                      </a:ext>
                    </a:extLst>
                  </p:cNvPr>
                  <p:cNvSpPr/>
                  <p:nvPr/>
                </p:nvSpPr>
                <p:spPr>
                  <a:xfrm flipV="1">
                    <a:off x="14858933" y="9845063"/>
                    <a:ext cx="63926" cy="95994"/>
                  </a:xfrm>
                  <a:custGeom>
                    <a:avLst/>
                    <a:gdLst>
                      <a:gd name="connsiteX0" fmla="*/ 30295 w 63926"/>
                      <a:gd name="connsiteY0" fmla="*/ 84069 h 95994"/>
                      <a:gd name="connsiteX1" fmla="*/ 15765 w 63926"/>
                      <a:gd name="connsiteY1" fmla="*/ 74550 h 95994"/>
                      <a:gd name="connsiteX2" fmla="*/ 10908 w 63926"/>
                      <a:gd name="connsiteY2" fmla="*/ 45956 h 95994"/>
                      <a:gd name="connsiteX3" fmla="*/ 15765 w 63926"/>
                      <a:gd name="connsiteY3" fmla="*/ 17422 h 95994"/>
                      <a:gd name="connsiteX4" fmla="*/ 30295 w 63926"/>
                      <a:gd name="connsiteY4" fmla="*/ 7904 h 95994"/>
                      <a:gd name="connsiteX5" fmla="*/ 44884 w 63926"/>
                      <a:gd name="connsiteY5" fmla="*/ 17422 h 95994"/>
                      <a:gd name="connsiteX6" fmla="*/ 49760 w 63926"/>
                      <a:gd name="connsiteY6" fmla="*/ 45956 h 95994"/>
                      <a:gd name="connsiteX7" fmla="*/ 44884 w 63926"/>
                      <a:gd name="connsiteY7" fmla="*/ 74550 h 95994"/>
                      <a:gd name="connsiteX8" fmla="*/ 30295 w 63926"/>
                      <a:gd name="connsiteY8" fmla="*/ 84069 h 95994"/>
                      <a:gd name="connsiteX9" fmla="*/ 30295 w 63926"/>
                      <a:gd name="connsiteY9" fmla="*/ 93983 h 95994"/>
                      <a:gd name="connsiteX10" fmla="*/ 54061 w 63926"/>
                      <a:gd name="connsiteY10" fmla="*/ 81669 h 95994"/>
                      <a:gd name="connsiteX11" fmla="*/ 62268 w 63926"/>
                      <a:gd name="connsiteY11" fmla="*/ 45956 h 95994"/>
                      <a:gd name="connsiteX12" fmla="*/ 54061 w 63926"/>
                      <a:gd name="connsiteY12" fmla="*/ 10283 h 95994"/>
                      <a:gd name="connsiteX13" fmla="*/ 30295 w 63926"/>
                      <a:gd name="connsiteY13" fmla="*/ -2011 h 95994"/>
                      <a:gd name="connsiteX14" fmla="*/ 6547 w 63926"/>
                      <a:gd name="connsiteY14" fmla="*/ 10283 h 95994"/>
                      <a:gd name="connsiteX15" fmla="*/ -1659 w 63926"/>
                      <a:gd name="connsiteY15" fmla="*/ 45956 h 95994"/>
                      <a:gd name="connsiteX16" fmla="*/ 6547 w 63926"/>
                      <a:gd name="connsiteY16" fmla="*/ 81669 h 95994"/>
                      <a:gd name="connsiteX17" fmla="*/ 30295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95" y="84069"/>
                        </a:moveTo>
                        <a:cubicBezTo>
                          <a:pt x="23859" y="84069"/>
                          <a:pt x="19016" y="80896"/>
                          <a:pt x="15765" y="74550"/>
                        </a:cubicBezTo>
                        <a:cubicBezTo>
                          <a:pt x="12527" y="68218"/>
                          <a:pt x="10908" y="58687"/>
                          <a:pt x="10908" y="45956"/>
                        </a:cubicBezTo>
                        <a:cubicBezTo>
                          <a:pt x="10908" y="33279"/>
                          <a:pt x="12527" y="23767"/>
                          <a:pt x="15765" y="17422"/>
                        </a:cubicBezTo>
                        <a:cubicBezTo>
                          <a:pt x="19016" y="11076"/>
                          <a:pt x="23859" y="7904"/>
                          <a:pt x="30295" y="7904"/>
                        </a:cubicBezTo>
                        <a:cubicBezTo>
                          <a:pt x="36783" y="7904"/>
                          <a:pt x="41646" y="11076"/>
                          <a:pt x="44884" y="17422"/>
                        </a:cubicBezTo>
                        <a:cubicBezTo>
                          <a:pt x="48135" y="23767"/>
                          <a:pt x="49760" y="33279"/>
                          <a:pt x="49760" y="45956"/>
                        </a:cubicBezTo>
                        <a:cubicBezTo>
                          <a:pt x="49760" y="58687"/>
                          <a:pt x="48135" y="68218"/>
                          <a:pt x="44884" y="74550"/>
                        </a:cubicBezTo>
                        <a:cubicBezTo>
                          <a:pt x="41646" y="80896"/>
                          <a:pt x="36783" y="84069"/>
                          <a:pt x="30295" y="84069"/>
                        </a:cubicBezTo>
                        <a:close/>
                        <a:moveTo>
                          <a:pt x="30295" y="93983"/>
                        </a:moveTo>
                        <a:cubicBezTo>
                          <a:pt x="40668" y="93983"/>
                          <a:pt x="48590" y="89879"/>
                          <a:pt x="54061" y="81669"/>
                        </a:cubicBezTo>
                        <a:cubicBezTo>
                          <a:pt x="59532" y="73473"/>
                          <a:pt x="62268" y="61569"/>
                          <a:pt x="62268" y="45956"/>
                        </a:cubicBezTo>
                        <a:cubicBezTo>
                          <a:pt x="62268" y="30384"/>
                          <a:pt x="59532" y="18493"/>
                          <a:pt x="54061" y="10283"/>
                        </a:cubicBezTo>
                        <a:cubicBezTo>
                          <a:pt x="48590" y="2087"/>
                          <a:pt x="40668" y="-2011"/>
                          <a:pt x="30295" y="-2011"/>
                        </a:cubicBezTo>
                        <a:cubicBezTo>
                          <a:pt x="19934" y="-2011"/>
                          <a:pt x="12018" y="2087"/>
                          <a:pt x="6547" y="10283"/>
                        </a:cubicBezTo>
                        <a:cubicBezTo>
                          <a:pt x="1077" y="18493"/>
                          <a:pt x="-1659" y="30384"/>
                          <a:pt x="-1659" y="45956"/>
                        </a:cubicBezTo>
                        <a:cubicBezTo>
                          <a:pt x="-1659" y="61569"/>
                          <a:pt x="1077" y="73473"/>
                          <a:pt x="6547" y="81669"/>
                        </a:cubicBezTo>
                        <a:cubicBezTo>
                          <a:pt x="12018" y="89879"/>
                          <a:pt x="19934" y="93983"/>
                          <a:pt x="30295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483" name="Graphic 437">
              <a:extLst>
                <a:ext uri="{FF2B5EF4-FFF2-40B4-BE49-F238E27FC236}">
                  <a16:creationId xmlns:a16="http://schemas.microsoft.com/office/drawing/2014/main" id="{9473FA8B-6044-E278-9A07-8BC2C5168C29}"/>
                </a:ext>
              </a:extLst>
            </p:cNvPr>
            <p:cNvGrpSpPr/>
            <p:nvPr/>
          </p:nvGrpSpPr>
          <p:grpSpPr>
            <a:xfrm>
              <a:off x="11389856" y="6376806"/>
              <a:ext cx="44401" cy="3389871"/>
              <a:chOff x="11389856" y="6376806"/>
              <a:chExt cx="44401" cy="3389871"/>
            </a:xfrm>
            <a:solidFill>
              <a:srgbClr val="000000"/>
            </a:solidFill>
          </p:grpSpPr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4BD9E7F3-1350-96EA-BDFC-102A4411E7BD}"/>
                  </a:ext>
                </a:extLst>
              </p:cNvPr>
              <p:cNvSpPr/>
              <p:nvPr/>
            </p:nvSpPr>
            <p:spPr>
              <a:xfrm>
                <a:off x="11389856" y="9753987"/>
                <a:ext cx="44401" cy="12690"/>
              </a:xfrm>
              <a:custGeom>
                <a:avLst/>
                <a:gdLst>
                  <a:gd name="connsiteX0" fmla="*/ 44505 w 44401"/>
                  <a:gd name="connsiteY0" fmla="*/ 308 h 12690"/>
                  <a:gd name="connsiteX1" fmla="*/ 103 w 44401"/>
                  <a:gd name="connsiteY1" fmla="*/ 308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505" y="308"/>
                    </a:moveTo>
                    <a:lnTo>
                      <a:pt x="103" y="308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6F01F5BE-CC8F-8750-C054-C80364131A15}"/>
                  </a:ext>
                </a:extLst>
              </p:cNvPr>
              <p:cNvSpPr/>
              <p:nvPr/>
            </p:nvSpPr>
            <p:spPr>
              <a:xfrm>
                <a:off x="11389856" y="9078551"/>
                <a:ext cx="44401" cy="12690"/>
              </a:xfrm>
              <a:custGeom>
                <a:avLst/>
                <a:gdLst>
                  <a:gd name="connsiteX0" fmla="*/ 44505 w 44401"/>
                  <a:gd name="connsiteY0" fmla="*/ 254 h 12690"/>
                  <a:gd name="connsiteX1" fmla="*/ 103 w 44401"/>
                  <a:gd name="connsiteY1" fmla="*/ 25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505" y="254"/>
                    </a:moveTo>
                    <a:lnTo>
                      <a:pt x="103" y="25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95F1E057-E25B-1954-C74D-933A6D439EE3}"/>
                  </a:ext>
                </a:extLst>
              </p:cNvPr>
              <p:cNvSpPr/>
              <p:nvPr/>
            </p:nvSpPr>
            <p:spPr>
              <a:xfrm>
                <a:off x="11389856" y="8403115"/>
                <a:ext cx="44401" cy="12690"/>
              </a:xfrm>
              <a:custGeom>
                <a:avLst/>
                <a:gdLst>
                  <a:gd name="connsiteX0" fmla="*/ 44505 w 44401"/>
                  <a:gd name="connsiteY0" fmla="*/ 201 h 12690"/>
                  <a:gd name="connsiteX1" fmla="*/ 103 w 44401"/>
                  <a:gd name="connsiteY1" fmla="*/ 201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505" y="201"/>
                    </a:moveTo>
                    <a:lnTo>
                      <a:pt x="103" y="201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F3639A27-73CE-8BA0-58F3-C7BDAA70032E}"/>
                  </a:ext>
                </a:extLst>
              </p:cNvPr>
              <p:cNvSpPr/>
              <p:nvPr/>
            </p:nvSpPr>
            <p:spPr>
              <a:xfrm>
                <a:off x="11389856" y="7727679"/>
                <a:ext cx="44401" cy="12690"/>
              </a:xfrm>
              <a:custGeom>
                <a:avLst/>
                <a:gdLst>
                  <a:gd name="connsiteX0" fmla="*/ 44505 w 44401"/>
                  <a:gd name="connsiteY0" fmla="*/ 148 h 12690"/>
                  <a:gd name="connsiteX1" fmla="*/ 103 w 44401"/>
                  <a:gd name="connsiteY1" fmla="*/ 148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505" y="148"/>
                    </a:moveTo>
                    <a:lnTo>
                      <a:pt x="103" y="148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529DC6F4-0BBB-C3E4-C209-6432819CAEFD}"/>
                  </a:ext>
                </a:extLst>
              </p:cNvPr>
              <p:cNvSpPr/>
              <p:nvPr/>
            </p:nvSpPr>
            <p:spPr>
              <a:xfrm>
                <a:off x="11389856" y="7052242"/>
                <a:ext cx="44401" cy="12690"/>
              </a:xfrm>
              <a:custGeom>
                <a:avLst/>
                <a:gdLst>
                  <a:gd name="connsiteX0" fmla="*/ 44505 w 44401"/>
                  <a:gd name="connsiteY0" fmla="*/ 95 h 12690"/>
                  <a:gd name="connsiteX1" fmla="*/ 103 w 44401"/>
                  <a:gd name="connsiteY1" fmla="*/ 9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505" y="95"/>
                    </a:moveTo>
                    <a:lnTo>
                      <a:pt x="103" y="95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CF1FB12F-ADE1-445F-5AB8-7DE1959E8218}"/>
                  </a:ext>
                </a:extLst>
              </p:cNvPr>
              <p:cNvSpPr/>
              <p:nvPr/>
            </p:nvSpPr>
            <p:spPr>
              <a:xfrm>
                <a:off x="11389856" y="6376806"/>
                <a:ext cx="44401" cy="12690"/>
              </a:xfrm>
              <a:custGeom>
                <a:avLst/>
                <a:gdLst>
                  <a:gd name="connsiteX0" fmla="*/ 44505 w 44401"/>
                  <a:gd name="connsiteY0" fmla="*/ 41 h 12690"/>
                  <a:gd name="connsiteX1" fmla="*/ 103 w 44401"/>
                  <a:gd name="connsiteY1" fmla="*/ 41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505" y="41"/>
                    </a:moveTo>
                    <a:lnTo>
                      <a:pt x="103" y="41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38AB244-4E00-3033-C4D7-E0DDE188219B}"/>
                </a:ext>
              </a:extLst>
            </p:cNvPr>
            <p:cNvSpPr/>
            <p:nvPr/>
          </p:nvSpPr>
          <p:spPr>
            <a:xfrm>
              <a:off x="11434258" y="6376806"/>
              <a:ext cx="12686" cy="3377180"/>
            </a:xfrm>
            <a:custGeom>
              <a:avLst/>
              <a:gdLst>
                <a:gd name="connsiteX0" fmla="*/ 0 w 12686"/>
                <a:gd name="connsiteY0" fmla="*/ 3377181 h 3377180"/>
                <a:gd name="connsiteX1" fmla="*/ 0 w 12686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16F09A1-093C-8825-C4DE-B2B33D3082D4}"/>
                </a:ext>
              </a:extLst>
            </p:cNvPr>
            <p:cNvSpPr/>
            <p:nvPr/>
          </p:nvSpPr>
          <p:spPr>
            <a:xfrm>
              <a:off x="14810215" y="6376806"/>
              <a:ext cx="12686" cy="3377180"/>
            </a:xfrm>
            <a:custGeom>
              <a:avLst/>
              <a:gdLst>
                <a:gd name="connsiteX0" fmla="*/ 0 w 12686"/>
                <a:gd name="connsiteY0" fmla="*/ 3377181 h 3377180"/>
                <a:gd name="connsiteX1" fmla="*/ 0 w 12686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8EDCF7D6-77F8-BF17-3E28-836156FC4A2B}"/>
                </a:ext>
              </a:extLst>
            </p:cNvPr>
            <p:cNvSpPr/>
            <p:nvPr/>
          </p:nvSpPr>
          <p:spPr>
            <a:xfrm>
              <a:off x="11434258" y="9753987"/>
              <a:ext cx="3375956" cy="12690"/>
            </a:xfrm>
            <a:custGeom>
              <a:avLst/>
              <a:gdLst>
                <a:gd name="connsiteX0" fmla="*/ 0 w 3375956"/>
                <a:gd name="connsiteY0" fmla="*/ 0 h 12690"/>
                <a:gd name="connsiteX1" fmla="*/ 3375957 w 3375956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5956" h="12690">
                  <a:moveTo>
                    <a:pt x="0" y="0"/>
                  </a:moveTo>
                  <a:lnTo>
                    <a:pt x="3375957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1F31053F-1EC4-757F-2553-180B9DDD53A0}"/>
                </a:ext>
              </a:extLst>
            </p:cNvPr>
            <p:cNvSpPr/>
            <p:nvPr/>
          </p:nvSpPr>
          <p:spPr>
            <a:xfrm>
              <a:off x="11434258" y="6376806"/>
              <a:ext cx="3375956" cy="12690"/>
            </a:xfrm>
            <a:custGeom>
              <a:avLst/>
              <a:gdLst>
                <a:gd name="connsiteX0" fmla="*/ 0 w 3375956"/>
                <a:gd name="connsiteY0" fmla="*/ 0 h 12690"/>
                <a:gd name="connsiteX1" fmla="*/ 3375957 w 3375956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5956" h="12690">
                  <a:moveTo>
                    <a:pt x="0" y="0"/>
                  </a:moveTo>
                  <a:lnTo>
                    <a:pt x="3375957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</p:spTree>
    <p:extLst>
      <p:ext uri="{BB962C8B-B14F-4D97-AF65-F5344CB8AC3E}">
        <p14:creationId xmlns:p14="http://schemas.microsoft.com/office/powerpoint/2010/main" val="291439924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5B2AED21-84FD-F926-8AD5-A649AF989A2C}"/>
              </a:ext>
            </a:extLst>
          </p:cNvPr>
          <p:cNvSpPr/>
          <p:nvPr/>
        </p:nvSpPr>
        <p:spPr>
          <a:xfrm>
            <a:off x="1199456" y="-699262"/>
            <a:ext cx="14276099" cy="13921350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  <p:grpSp>
        <p:nvGrpSpPr>
          <p:cNvPr id="6" name="Graphic 2">
            <a:extLst>
              <a:ext uri="{FF2B5EF4-FFF2-40B4-BE49-F238E27FC236}">
                <a16:creationId xmlns:a16="http://schemas.microsoft.com/office/drawing/2014/main" id="{06C6C9A2-1890-6548-A19F-F390559ABAD9}"/>
              </a:ext>
            </a:extLst>
          </p:cNvPr>
          <p:cNvGrpSpPr/>
          <p:nvPr/>
        </p:nvGrpSpPr>
        <p:grpSpPr>
          <a:xfrm>
            <a:off x="2282103" y="548680"/>
            <a:ext cx="3713831" cy="3473174"/>
            <a:chOff x="4157710" y="1713826"/>
            <a:chExt cx="3713831" cy="3473174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5E8BB79-3780-5ADE-FF53-4A5B9FE3D54B}"/>
                </a:ext>
              </a:extLst>
            </p:cNvPr>
            <p:cNvSpPr/>
            <p:nvPr/>
          </p:nvSpPr>
          <p:spPr>
            <a:xfrm>
              <a:off x="4479218" y="1759800"/>
              <a:ext cx="3379622" cy="3377180"/>
            </a:xfrm>
            <a:custGeom>
              <a:avLst/>
              <a:gdLst>
                <a:gd name="connsiteX0" fmla="*/ 0 w 3379622"/>
                <a:gd name="connsiteY0" fmla="*/ 3377181 h 3377180"/>
                <a:gd name="connsiteX1" fmla="*/ 3379623 w 3379622"/>
                <a:gd name="connsiteY1" fmla="*/ 3377181 h 3377180"/>
                <a:gd name="connsiteX2" fmla="*/ 3379623 w 3379622"/>
                <a:gd name="connsiteY2" fmla="*/ 0 h 3377180"/>
                <a:gd name="connsiteX3" fmla="*/ 0 w 3379622"/>
                <a:gd name="connsiteY3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9622" h="3377180">
                  <a:moveTo>
                    <a:pt x="0" y="3377181"/>
                  </a:moveTo>
                  <a:lnTo>
                    <a:pt x="3379623" y="3377181"/>
                  </a:lnTo>
                  <a:lnTo>
                    <a:pt x="3379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4F2C361C-3A44-2C64-B79B-D01010535EE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flipV="1">
              <a:off x="4479218" y="1759191"/>
              <a:ext cx="3380232" cy="3377789"/>
            </a:xfrm>
            <a:custGeom>
              <a:avLst/>
              <a:gdLst>
                <a:gd name="connsiteX0" fmla="*/ 0 w 3380232"/>
                <a:gd name="connsiteY0" fmla="*/ 83 h 3377789"/>
                <a:gd name="connsiteX1" fmla="*/ 3380232 w 3380232"/>
                <a:gd name="connsiteY1" fmla="*/ 83 h 3377789"/>
                <a:gd name="connsiteX2" fmla="*/ 3380232 w 3380232"/>
                <a:gd name="connsiteY2" fmla="*/ 3377873 h 3377789"/>
                <a:gd name="connsiteX3" fmla="*/ 0 w 3380232"/>
                <a:gd name="connsiteY3" fmla="*/ 3377873 h 337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0232" h="3377789">
                  <a:moveTo>
                    <a:pt x="0" y="83"/>
                  </a:moveTo>
                  <a:lnTo>
                    <a:pt x="3380232" y="83"/>
                  </a:lnTo>
                  <a:lnTo>
                    <a:pt x="3380232" y="3377873"/>
                  </a:lnTo>
                  <a:lnTo>
                    <a:pt x="0" y="3377873"/>
                  </a:lnTo>
                  <a:close/>
                </a:path>
              </a:pathLst>
            </a:custGeom>
          </p:spPr>
        </p:pic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FE470B3-C0E0-4C8F-777D-3ED96192DF41}"/>
                </a:ext>
              </a:extLst>
            </p:cNvPr>
            <p:cNvSpPr/>
            <p:nvPr/>
          </p:nvSpPr>
          <p:spPr>
            <a:xfrm>
              <a:off x="6290859" y="3456072"/>
              <a:ext cx="160395" cy="345124"/>
            </a:xfrm>
            <a:custGeom>
              <a:avLst/>
              <a:gdLst>
                <a:gd name="connsiteX0" fmla="*/ 0 w 160395"/>
                <a:gd name="connsiteY0" fmla="*/ 12016 h 345124"/>
                <a:gd name="connsiteX1" fmla="*/ 129423 w 160395"/>
                <a:gd name="connsiteY1" fmla="*/ 0 h 345124"/>
                <a:gd name="connsiteX2" fmla="*/ 160395 w 160395"/>
                <a:gd name="connsiteY2" fmla="*/ 333109 h 345124"/>
                <a:gd name="connsiteX3" fmla="*/ 30972 w 160395"/>
                <a:gd name="connsiteY3" fmla="*/ 345125 h 34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395" h="345124">
                  <a:moveTo>
                    <a:pt x="0" y="12016"/>
                  </a:moveTo>
                  <a:lnTo>
                    <a:pt x="129423" y="0"/>
                  </a:lnTo>
                  <a:lnTo>
                    <a:pt x="160395" y="333109"/>
                  </a:lnTo>
                  <a:lnTo>
                    <a:pt x="30972" y="34512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C8B4AE44-F39C-F7AB-5A4F-D4C55896638E}"/>
                </a:ext>
              </a:extLst>
            </p:cNvPr>
            <p:cNvSpPr/>
            <p:nvPr/>
          </p:nvSpPr>
          <p:spPr>
            <a:xfrm>
              <a:off x="6302884" y="3462080"/>
              <a:ext cx="129422" cy="135337"/>
            </a:xfrm>
            <a:custGeom>
              <a:avLst/>
              <a:gdLst>
                <a:gd name="connsiteX0" fmla="*/ 52687 w 129422"/>
                <a:gd name="connsiteY0" fmla="*/ 0 h 135337"/>
                <a:gd name="connsiteX1" fmla="*/ 129423 w 129422"/>
                <a:gd name="connsiteY1" fmla="*/ 123321 h 135337"/>
                <a:gd name="connsiteX2" fmla="*/ 0 w 129422"/>
                <a:gd name="connsiteY2" fmla="*/ 135337 h 135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422" h="135337">
                  <a:moveTo>
                    <a:pt x="52687" y="0"/>
                  </a:moveTo>
                  <a:lnTo>
                    <a:pt x="129423" y="123321"/>
                  </a:lnTo>
                  <a:lnTo>
                    <a:pt x="0" y="135337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1" name="Graphic 2">
              <a:extLst>
                <a:ext uri="{FF2B5EF4-FFF2-40B4-BE49-F238E27FC236}">
                  <a16:creationId xmlns:a16="http://schemas.microsoft.com/office/drawing/2014/main" id="{5E9D4E81-9326-18AC-A3B6-F318F8770093}"/>
                </a:ext>
              </a:extLst>
            </p:cNvPr>
            <p:cNvGrpSpPr/>
            <p:nvPr/>
          </p:nvGrpSpPr>
          <p:grpSpPr>
            <a:xfrm>
              <a:off x="4479218" y="5136981"/>
              <a:ext cx="3392323" cy="44417"/>
              <a:chOff x="4479218" y="5136981"/>
              <a:chExt cx="3392323" cy="44417"/>
            </a:xfrm>
            <a:solidFill>
              <a:srgbClr val="000000"/>
            </a:solidFill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28051090-F9B2-F245-BB84-C51A52AC22D3}"/>
                  </a:ext>
                </a:extLst>
              </p:cNvPr>
              <p:cNvSpPr/>
              <p:nvPr/>
            </p:nvSpPr>
            <p:spPr>
              <a:xfrm>
                <a:off x="4479218" y="5136981"/>
                <a:ext cx="12700" cy="44417"/>
              </a:xfrm>
              <a:custGeom>
                <a:avLst/>
                <a:gdLst>
                  <a:gd name="connsiteX0" fmla="*/ 104 w 12700"/>
                  <a:gd name="connsiteY0" fmla="*/ 308 h 44417"/>
                  <a:gd name="connsiteX1" fmla="*/ 104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04" y="308"/>
                    </a:moveTo>
                    <a:lnTo>
                      <a:pt x="104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6AB22647-3F36-57BE-9878-93991BA4508B}"/>
                  </a:ext>
                </a:extLst>
              </p:cNvPr>
              <p:cNvSpPr/>
              <p:nvPr/>
            </p:nvSpPr>
            <p:spPr>
              <a:xfrm>
                <a:off x="5155143" y="5136981"/>
                <a:ext cx="12700" cy="44417"/>
              </a:xfrm>
              <a:custGeom>
                <a:avLst/>
                <a:gdLst>
                  <a:gd name="connsiteX0" fmla="*/ 157 w 12700"/>
                  <a:gd name="connsiteY0" fmla="*/ 308 h 44417"/>
                  <a:gd name="connsiteX1" fmla="*/ 157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57" y="308"/>
                    </a:moveTo>
                    <a:lnTo>
                      <a:pt x="157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92D8C662-5B27-FFFE-DAE3-4C97766CD7AF}"/>
                  </a:ext>
                </a:extLst>
              </p:cNvPr>
              <p:cNvSpPr/>
              <p:nvPr/>
            </p:nvSpPr>
            <p:spPr>
              <a:xfrm>
                <a:off x="5831067" y="5136981"/>
                <a:ext cx="12700" cy="44417"/>
              </a:xfrm>
              <a:custGeom>
                <a:avLst/>
                <a:gdLst>
                  <a:gd name="connsiteX0" fmla="*/ 210 w 12700"/>
                  <a:gd name="connsiteY0" fmla="*/ 308 h 44417"/>
                  <a:gd name="connsiteX1" fmla="*/ 210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10" y="308"/>
                    </a:moveTo>
                    <a:lnTo>
                      <a:pt x="210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37157BF2-C9EF-33D4-7CD8-F22023FD6027}"/>
                  </a:ext>
                </a:extLst>
              </p:cNvPr>
              <p:cNvSpPr/>
              <p:nvPr/>
            </p:nvSpPr>
            <p:spPr>
              <a:xfrm>
                <a:off x="6506992" y="5136981"/>
                <a:ext cx="12700" cy="44417"/>
              </a:xfrm>
              <a:custGeom>
                <a:avLst/>
                <a:gdLst>
                  <a:gd name="connsiteX0" fmla="*/ 263 w 12700"/>
                  <a:gd name="connsiteY0" fmla="*/ 308 h 44417"/>
                  <a:gd name="connsiteX1" fmla="*/ 263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63" y="308"/>
                    </a:moveTo>
                    <a:lnTo>
                      <a:pt x="263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5F995907-97D7-B140-4991-BDB168D4B926}"/>
                  </a:ext>
                </a:extLst>
              </p:cNvPr>
              <p:cNvSpPr/>
              <p:nvPr/>
            </p:nvSpPr>
            <p:spPr>
              <a:xfrm>
                <a:off x="7182916" y="5136981"/>
                <a:ext cx="12700" cy="44417"/>
              </a:xfrm>
              <a:custGeom>
                <a:avLst/>
                <a:gdLst>
                  <a:gd name="connsiteX0" fmla="*/ 317 w 12700"/>
                  <a:gd name="connsiteY0" fmla="*/ 308 h 44417"/>
                  <a:gd name="connsiteX1" fmla="*/ 317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17" y="308"/>
                    </a:moveTo>
                    <a:lnTo>
                      <a:pt x="317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44974CCB-DA7A-5CDA-2048-2F14D60EB606}"/>
                  </a:ext>
                </a:extLst>
              </p:cNvPr>
              <p:cNvSpPr/>
              <p:nvPr/>
            </p:nvSpPr>
            <p:spPr>
              <a:xfrm>
                <a:off x="7858841" y="5136981"/>
                <a:ext cx="12700" cy="44417"/>
              </a:xfrm>
              <a:custGeom>
                <a:avLst/>
                <a:gdLst>
                  <a:gd name="connsiteX0" fmla="*/ 370 w 12700"/>
                  <a:gd name="connsiteY0" fmla="*/ 308 h 44417"/>
                  <a:gd name="connsiteX1" fmla="*/ 370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70" y="308"/>
                    </a:moveTo>
                    <a:lnTo>
                      <a:pt x="370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48" name="Graphic 2">
              <a:extLst>
                <a:ext uri="{FF2B5EF4-FFF2-40B4-BE49-F238E27FC236}">
                  <a16:creationId xmlns:a16="http://schemas.microsoft.com/office/drawing/2014/main" id="{7AC7ED97-248B-2DBE-8477-7B833622B91D}"/>
                </a:ext>
              </a:extLst>
            </p:cNvPr>
            <p:cNvGrpSpPr/>
            <p:nvPr/>
          </p:nvGrpSpPr>
          <p:grpSpPr>
            <a:xfrm>
              <a:off x="4157710" y="1713826"/>
              <a:ext cx="321508" cy="3473174"/>
              <a:chOff x="4157710" y="1713826"/>
              <a:chExt cx="321508" cy="3473174"/>
            </a:xfrm>
            <a:solidFill>
              <a:srgbClr val="000000"/>
            </a:solidFill>
          </p:grpSpPr>
          <p:grpSp>
            <p:nvGrpSpPr>
              <p:cNvPr id="49" name="Graphic 2">
                <a:extLst>
                  <a:ext uri="{FF2B5EF4-FFF2-40B4-BE49-F238E27FC236}">
                    <a16:creationId xmlns:a16="http://schemas.microsoft.com/office/drawing/2014/main" id="{14188BE5-E7E8-23F2-C66B-4BB550D11F59}"/>
                  </a:ext>
                </a:extLst>
              </p:cNvPr>
              <p:cNvGrpSpPr/>
              <p:nvPr/>
            </p:nvGrpSpPr>
            <p:grpSpPr>
              <a:xfrm>
                <a:off x="4157710" y="5091006"/>
                <a:ext cx="321508" cy="95994"/>
                <a:chOff x="4157710" y="5091006"/>
                <a:chExt cx="321508" cy="95994"/>
              </a:xfrm>
              <a:solidFill>
                <a:srgbClr val="000000"/>
              </a:solidFill>
            </p:grpSpPr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6F690665-E212-7E67-A29D-B378B47EF475}"/>
                    </a:ext>
                  </a:extLst>
                </p:cNvPr>
                <p:cNvSpPr/>
                <p:nvPr/>
              </p:nvSpPr>
              <p:spPr>
                <a:xfrm>
                  <a:off x="4434768" y="5136981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308 h 12690"/>
                    <a:gd name="connsiteX1" fmla="*/ 104 w 44450"/>
                    <a:gd name="connsiteY1" fmla="*/ 308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308"/>
                      </a:moveTo>
                      <a:lnTo>
                        <a:pt x="104" y="308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1" name="Graphic 2">
                  <a:extLst>
                    <a:ext uri="{FF2B5EF4-FFF2-40B4-BE49-F238E27FC236}">
                      <a16:creationId xmlns:a16="http://schemas.microsoft.com/office/drawing/2014/main" id="{20284333-D715-1CD8-F827-3B8AD1738BF4}"/>
                    </a:ext>
                  </a:extLst>
                </p:cNvPr>
                <p:cNvGrpSpPr/>
                <p:nvPr/>
              </p:nvGrpSpPr>
              <p:grpSpPr>
                <a:xfrm>
                  <a:off x="4157710" y="5091006"/>
                  <a:ext cx="224169" cy="95994"/>
                  <a:chOff x="4157710" y="5091006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1E4E3F82-A5E3-EED6-6492-7A889BDB1A1D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5092672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349 h 94328"/>
                      <a:gd name="connsiteX1" fmla="*/ 51159 w 59908"/>
                      <a:gd name="connsiteY1" fmla="*/ 92349 h 94328"/>
                      <a:gd name="connsiteX2" fmla="*/ 51159 w 59908"/>
                      <a:gd name="connsiteY2" fmla="*/ 81800 h 94328"/>
                      <a:gd name="connsiteX3" fmla="*/ 13456 w 59908"/>
                      <a:gd name="connsiteY3" fmla="*/ 81800 h 94328"/>
                      <a:gd name="connsiteX4" fmla="*/ 13456 w 59908"/>
                      <a:gd name="connsiteY4" fmla="*/ 59135 h 94328"/>
                      <a:gd name="connsiteX5" fmla="*/ 18893 w 59908"/>
                      <a:gd name="connsiteY5" fmla="*/ 60523 h 94328"/>
                      <a:gd name="connsiteX6" fmla="*/ 24370 w 59908"/>
                      <a:gd name="connsiteY6" fmla="*/ 60979 h 94328"/>
                      <a:gd name="connsiteX7" fmla="*/ 48917 w 59908"/>
                      <a:gd name="connsiteY7" fmla="*/ 52492 h 94328"/>
                      <a:gd name="connsiteX8" fmla="*/ 57986 w 59908"/>
                      <a:gd name="connsiteY8" fmla="*/ 29509 h 94328"/>
                      <a:gd name="connsiteX9" fmla="*/ 48679 w 59908"/>
                      <a:gd name="connsiteY9" fmla="*/ 6289 h 94328"/>
                      <a:gd name="connsiteX10" fmla="*/ 22445 w 59908"/>
                      <a:gd name="connsiteY10" fmla="*/ -1980 h 94328"/>
                      <a:gd name="connsiteX11" fmla="*/ 10559 w 59908"/>
                      <a:gd name="connsiteY11" fmla="*/ -988 h 94328"/>
                      <a:gd name="connsiteX12" fmla="*/ -1923 w 59908"/>
                      <a:gd name="connsiteY12" fmla="*/ 1986 h 94328"/>
                      <a:gd name="connsiteX13" fmla="*/ -1923 w 59908"/>
                      <a:gd name="connsiteY13" fmla="*/ 14578 h 94328"/>
                      <a:gd name="connsiteX14" fmla="*/ 9606 w 59908"/>
                      <a:gd name="connsiteY14" fmla="*/ 10057 h 94328"/>
                      <a:gd name="connsiteX15" fmla="*/ 22187 w 59908"/>
                      <a:gd name="connsiteY15" fmla="*/ 8570 h 94328"/>
                      <a:gd name="connsiteX16" fmla="*/ 39174 w 59908"/>
                      <a:gd name="connsiteY16" fmla="*/ 14201 h 94328"/>
                      <a:gd name="connsiteX17" fmla="*/ 45444 w 59908"/>
                      <a:gd name="connsiteY17" fmla="*/ 29509 h 94328"/>
                      <a:gd name="connsiteX18" fmla="*/ 39174 w 59908"/>
                      <a:gd name="connsiteY18" fmla="*/ 44798 h 94328"/>
                      <a:gd name="connsiteX19" fmla="*/ 22187 w 59908"/>
                      <a:gd name="connsiteY19" fmla="*/ 50449 h 94328"/>
                      <a:gd name="connsiteX20" fmla="*/ 12166 w 59908"/>
                      <a:gd name="connsiteY20" fmla="*/ 49339 h 94328"/>
                      <a:gd name="connsiteX21" fmla="*/ 1986 w 59908"/>
                      <a:gd name="connsiteY21" fmla="*/ 45869 h 94328"/>
                      <a:gd name="connsiteX22" fmla="*/ 1986 w 59908"/>
                      <a:gd name="connsiteY22" fmla="*/ 92349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349"/>
                        </a:moveTo>
                        <a:lnTo>
                          <a:pt x="51159" y="92349"/>
                        </a:lnTo>
                        <a:lnTo>
                          <a:pt x="51159" y="81800"/>
                        </a:lnTo>
                        <a:lnTo>
                          <a:pt x="13456" y="81800"/>
                        </a:lnTo>
                        <a:lnTo>
                          <a:pt x="13456" y="59135"/>
                        </a:lnTo>
                        <a:cubicBezTo>
                          <a:pt x="15269" y="59756"/>
                          <a:pt x="17081" y="60219"/>
                          <a:pt x="18893" y="60523"/>
                        </a:cubicBezTo>
                        <a:cubicBezTo>
                          <a:pt x="20719" y="60827"/>
                          <a:pt x="22545" y="60979"/>
                          <a:pt x="24370" y="60979"/>
                        </a:cubicBezTo>
                        <a:cubicBezTo>
                          <a:pt x="34702" y="60979"/>
                          <a:pt x="42884" y="58150"/>
                          <a:pt x="48917" y="52492"/>
                        </a:cubicBezTo>
                        <a:cubicBezTo>
                          <a:pt x="54963" y="46834"/>
                          <a:pt x="57986" y="39173"/>
                          <a:pt x="57986" y="29509"/>
                        </a:cubicBezTo>
                        <a:cubicBezTo>
                          <a:pt x="57986" y="19555"/>
                          <a:pt x="54883" y="11815"/>
                          <a:pt x="48679" y="6289"/>
                        </a:cubicBezTo>
                        <a:cubicBezTo>
                          <a:pt x="42474" y="777"/>
                          <a:pt x="33730" y="-1980"/>
                          <a:pt x="22445" y="-1980"/>
                        </a:cubicBezTo>
                        <a:cubicBezTo>
                          <a:pt x="18556" y="-1980"/>
                          <a:pt x="14594" y="-1649"/>
                          <a:pt x="10559" y="-988"/>
                        </a:cubicBezTo>
                        <a:cubicBezTo>
                          <a:pt x="6537" y="-327"/>
                          <a:pt x="2377" y="664"/>
                          <a:pt x="-1923" y="1986"/>
                        </a:cubicBezTo>
                        <a:lnTo>
                          <a:pt x="-1923" y="14578"/>
                        </a:lnTo>
                        <a:cubicBezTo>
                          <a:pt x="1795" y="12555"/>
                          <a:pt x="5638" y="11048"/>
                          <a:pt x="9606" y="10057"/>
                        </a:cubicBezTo>
                        <a:cubicBezTo>
                          <a:pt x="13575" y="9065"/>
                          <a:pt x="17769" y="8570"/>
                          <a:pt x="22187" y="8570"/>
                        </a:cubicBezTo>
                        <a:cubicBezTo>
                          <a:pt x="29344" y="8570"/>
                          <a:pt x="35006" y="10447"/>
                          <a:pt x="39174" y="14201"/>
                        </a:cubicBezTo>
                        <a:cubicBezTo>
                          <a:pt x="43354" y="17955"/>
                          <a:pt x="45444" y="23058"/>
                          <a:pt x="45444" y="29509"/>
                        </a:cubicBezTo>
                        <a:cubicBezTo>
                          <a:pt x="45444" y="35947"/>
                          <a:pt x="43354" y="41044"/>
                          <a:pt x="39174" y="44798"/>
                        </a:cubicBezTo>
                        <a:cubicBezTo>
                          <a:pt x="35006" y="48565"/>
                          <a:pt x="29344" y="50449"/>
                          <a:pt x="22187" y="50449"/>
                        </a:cubicBezTo>
                        <a:cubicBezTo>
                          <a:pt x="18840" y="50449"/>
                          <a:pt x="15500" y="50079"/>
                          <a:pt x="12166" y="49339"/>
                        </a:cubicBezTo>
                        <a:cubicBezTo>
                          <a:pt x="8846" y="48599"/>
                          <a:pt x="5452" y="47442"/>
                          <a:pt x="1986" y="45869"/>
                        </a:cubicBezTo>
                        <a:lnTo>
                          <a:pt x="1986" y="9234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72A5AC64-CC82-D72D-70EF-373F4963AA92}"/>
                      </a:ext>
                    </a:extLst>
                  </p:cNvPr>
                  <p:cNvSpPr/>
                  <p:nvPr/>
                </p:nvSpPr>
                <p:spPr>
                  <a:xfrm flipV="1">
                    <a:off x="4242659" y="5092672"/>
                    <a:ext cx="55125" cy="92524"/>
                  </a:xfrm>
                  <a:custGeom>
                    <a:avLst/>
                    <a:gdLst>
                      <a:gd name="connsiteX0" fmla="*/ -199 w 55125"/>
                      <a:gd name="connsiteY0" fmla="*/ 8504 h 92524"/>
                      <a:gd name="connsiteX1" fmla="*/ 20260 w 55125"/>
                      <a:gd name="connsiteY1" fmla="*/ 8504 h 92524"/>
                      <a:gd name="connsiteX2" fmla="*/ 20260 w 55125"/>
                      <a:gd name="connsiteY2" fmla="*/ 79097 h 92524"/>
                      <a:gd name="connsiteX3" fmla="*/ -2005 w 55125"/>
                      <a:gd name="connsiteY3" fmla="*/ 74635 h 92524"/>
                      <a:gd name="connsiteX4" fmla="*/ -2005 w 55125"/>
                      <a:gd name="connsiteY4" fmla="*/ 86037 h 92524"/>
                      <a:gd name="connsiteX5" fmla="*/ 20141 w 55125"/>
                      <a:gd name="connsiteY5" fmla="*/ 90499 h 92524"/>
                      <a:gd name="connsiteX6" fmla="*/ 32662 w 55125"/>
                      <a:gd name="connsiteY6" fmla="*/ 90499 h 92524"/>
                      <a:gd name="connsiteX7" fmla="*/ 32662 w 55125"/>
                      <a:gd name="connsiteY7" fmla="*/ 8504 h 92524"/>
                      <a:gd name="connsiteX8" fmla="*/ 53121 w 55125"/>
                      <a:gd name="connsiteY8" fmla="*/ 8504 h 92524"/>
                      <a:gd name="connsiteX9" fmla="*/ 53121 w 55125"/>
                      <a:gd name="connsiteY9" fmla="*/ -2025 h 92524"/>
                      <a:gd name="connsiteX10" fmla="*/ -199 w 55125"/>
                      <a:gd name="connsiteY10" fmla="*/ -2025 h 92524"/>
                      <a:gd name="connsiteX11" fmla="*/ -199 w 55125"/>
                      <a:gd name="connsiteY11" fmla="*/ 8504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199" y="8504"/>
                        </a:moveTo>
                        <a:lnTo>
                          <a:pt x="20260" y="8504"/>
                        </a:lnTo>
                        <a:lnTo>
                          <a:pt x="20260" y="79097"/>
                        </a:lnTo>
                        <a:lnTo>
                          <a:pt x="-2005" y="74635"/>
                        </a:lnTo>
                        <a:lnTo>
                          <a:pt x="-2005" y="86037"/>
                        </a:lnTo>
                        <a:lnTo>
                          <a:pt x="20141" y="90499"/>
                        </a:lnTo>
                        <a:lnTo>
                          <a:pt x="32662" y="90499"/>
                        </a:lnTo>
                        <a:lnTo>
                          <a:pt x="32662" y="8504"/>
                        </a:lnTo>
                        <a:lnTo>
                          <a:pt x="53121" y="8504"/>
                        </a:lnTo>
                        <a:lnTo>
                          <a:pt x="53121" y="-2025"/>
                        </a:lnTo>
                        <a:lnTo>
                          <a:pt x="-199" y="-2025"/>
                        </a:lnTo>
                        <a:lnTo>
                          <a:pt x="-199" y="850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9C1B9262-A78B-280E-9648-34CDAC078E60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5091006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4058 h 95994"/>
                      <a:gd name="connsiteX1" fmla="*/ 15502 w 63996"/>
                      <a:gd name="connsiteY1" fmla="*/ 74540 h 95994"/>
                      <a:gd name="connsiteX2" fmla="*/ 10640 w 63996"/>
                      <a:gd name="connsiteY2" fmla="*/ 45946 h 95994"/>
                      <a:gd name="connsiteX3" fmla="*/ 15502 w 63996"/>
                      <a:gd name="connsiteY3" fmla="*/ 17411 h 95994"/>
                      <a:gd name="connsiteX4" fmla="*/ 30047 w 63996"/>
                      <a:gd name="connsiteY4" fmla="*/ 7893 h 95994"/>
                      <a:gd name="connsiteX5" fmla="*/ 44652 w 63996"/>
                      <a:gd name="connsiteY5" fmla="*/ 17411 h 95994"/>
                      <a:gd name="connsiteX6" fmla="*/ 49534 w 63996"/>
                      <a:gd name="connsiteY6" fmla="*/ 45946 h 95994"/>
                      <a:gd name="connsiteX7" fmla="*/ 44652 w 63996"/>
                      <a:gd name="connsiteY7" fmla="*/ 74540 h 95994"/>
                      <a:gd name="connsiteX8" fmla="*/ 30047 w 63996"/>
                      <a:gd name="connsiteY8" fmla="*/ 84058 h 95994"/>
                      <a:gd name="connsiteX9" fmla="*/ 30047 w 63996"/>
                      <a:gd name="connsiteY9" fmla="*/ 93972 h 95994"/>
                      <a:gd name="connsiteX10" fmla="*/ 53840 w 63996"/>
                      <a:gd name="connsiteY10" fmla="*/ 81658 h 95994"/>
                      <a:gd name="connsiteX11" fmla="*/ 62055 w 63996"/>
                      <a:gd name="connsiteY11" fmla="*/ 45946 h 95994"/>
                      <a:gd name="connsiteX12" fmla="*/ 53840 w 63996"/>
                      <a:gd name="connsiteY12" fmla="*/ 10272 h 95994"/>
                      <a:gd name="connsiteX13" fmla="*/ 30047 w 63996"/>
                      <a:gd name="connsiteY13" fmla="*/ -2022 h 95994"/>
                      <a:gd name="connsiteX14" fmla="*/ 6274 w 63996"/>
                      <a:gd name="connsiteY14" fmla="*/ 10272 h 95994"/>
                      <a:gd name="connsiteX15" fmla="*/ -1941 w 63996"/>
                      <a:gd name="connsiteY15" fmla="*/ 45946 h 95994"/>
                      <a:gd name="connsiteX16" fmla="*/ 6274 w 63996"/>
                      <a:gd name="connsiteY16" fmla="*/ 81658 h 95994"/>
                      <a:gd name="connsiteX17" fmla="*/ 30047 w 63996"/>
                      <a:gd name="connsiteY17" fmla="*/ 9397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4058"/>
                        </a:moveTo>
                        <a:cubicBezTo>
                          <a:pt x="23605" y="84058"/>
                          <a:pt x="18756" y="80885"/>
                          <a:pt x="15502" y="74540"/>
                        </a:cubicBezTo>
                        <a:cubicBezTo>
                          <a:pt x="12261" y="68207"/>
                          <a:pt x="10640" y="58676"/>
                          <a:pt x="10640" y="45946"/>
                        </a:cubicBezTo>
                        <a:cubicBezTo>
                          <a:pt x="10640" y="33268"/>
                          <a:pt x="12261" y="23756"/>
                          <a:pt x="15502" y="17411"/>
                        </a:cubicBezTo>
                        <a:cubicBezTo>
                          <a:pt x="18756" y="11066"/>
                          <a:pt x="23605" y="7893"/>
                          <a:pt x="30047" y="7893"/>
                        </a:cubicBezTo>
                        <a:cubicBezTo>
                          <a:pt x="36543" y="7893"/>
                          <a:pt x="41411" y="11066"/>
                          <a:pt x="44652" y="17411"/>
                        </a:cubicBezTo>
                        <a:cubicBezTo>
                          <a:pt x="47907" y="23756"/>
                          <a:pt x="49534" y="33268"/>
                          <a:pt x="49534" y="45946"/>
                        </a:cubicBezTo>
                        <a:cubicBezTo>
                          <a:pt x="49534" y="58676"/>
                          <a:pt x="47907" y="68207"/>
                          <a:pt x="44652" y="74540"/>
                        </a:cubicBezTo>
                        <a:cubicBezTo>
                          <a:pt x="41411" y="80885"/>
                          <a:pt x="36543" y="84058"/>
                          <a:pt x="30047" y="84058"/>
                        </a:cubicBezTo>
                        <a:close/>
                        <a:moveTo>
                          <a:pt x="30047" y="93972"/>
                        </a:moveTo>
                        <a:cubicBezTo>
                          <a:pt x="40432" y="93972"/>
                          <a:pt x="48363" y="89868"/>
                          <a:pt x="53840" y="81658"/>
                        </a:cubicBezTo>
                        <a:cubicBezTo>
                          <a:pt x="59317" y="73462"/>
                          <a:pt x="62055" y="61558"/>
                          <a:pt x="62055" y="45946"/>
                        </a:cubicBezTo>
                        <a:cubicBezTo>
                          <a:pt x="62055" y="30373"/>
                          <a:pt x="59317" y="18482"/>
                          <a:pt x="53840" y="10272"/>
                        </a:cubicBezTo>
                        <a:cubicBezTo>
                          <a:pt x="48363" y="2076"/>
                          <a:pt x="40432" y="-2022"/>
                          <a:pt x="30047" y="-2022"/>
                        </a:cubicBezTo>
                        <a:cubicBezTo>
                          <a:pt x="19675" y="-2022"/>
                          <a:pt x="11751" y="2076"/>
                          <a:pt x="6274" y="10272"/>
                        </a:cubicBezTo>
                        <a:cubicBezTo>
                          <a:pt x="797" y="18482"/>
                          <a:pt x="-1941" y="30373"/>
                          <a:pt x="-1941" y="45946"/>
                        </a:cubicBezTo>
                        <a:cubicBezTo>
                          <a:pt x="-1941" y="61558"/>
                          <a:pt x="797" y="73462"/>
                          <a:pt x="6274" y="81658"/>
                        </a:cubicBezTo>
                        <a:cubicBezTo>
                          <a:pt x="11751" y="89868"/>
                          <a:pt x="19675" y="93972"/>
                          <a:pt x="30047" y="9397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55" name="Graphic 2">
                <a:extLst>
                  <a:ext uri="{FF2B5EF4-FFF2-40B4-BE49-F238E27FC236}">
                    <a16:creationId xmlns:a16="http://schemas.microsoft.com/office/drawing/2014/main" id="{3A3AB857-81FA-FEEF-6411-C0D2CB9B161F}"/>
                  </a:ext>
                </a:extLst>
              </p:cNvPr>
              <p:cNvGrpSpPr/>
              <p:nvPr/>
            </p:nvGrpSpPr>
            <p:grpSpPr>
              <a:xfrm>
                <a:off x="4157710" y="4415570"/>
                <a:ext cx="321508" cy="95994"/>
                <a:chOff x="4157710" y="4415570"/>
                <a:chExt cx="321508" cy="95994"/>
              </a:xfrm>
              <a:solidFill>
                <a:srgbClr val="000000"/>
              </a:solidFill>
            </p:grpSpPr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BD32EFE1-36DD-E1E3-BBC7-75A787F927D7}"/>
                    </a:ext>
                  </a:extLst>
                </p:cNvPr>
                <p:cNvSpPr/>
                <p:nvPr/>
              </p:nvSpPr>
              <p:spPr>
                <a:xfrm>
                  <a:off x="4434768" y="4461545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254 h 12690"/>
                    <a:gd name="connsiteX1" fmla="*/ 104 w 44450"/>
                    <a:gd name="connsiteY1" fmla="*/ 254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254"/>
                      </a:moveTo>
                      <a:lnTo>
                        <a:pt x="104" y="25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57" name="Graphic 2">
                  <a:extLst>
                    <a:ext uri="{FF2B5EF4-FFF2-40B4-BE49-F238E27FC236}">
                      <a16:creationId xmlns:a16="http://schemas.microsoft.com/office/drawing/2014/main" id="{FB873D65-A09C-1414-C8D5-095DA3093E5C}"/>
                    </a:ext>
                  </a:extLst>
                </p:cNvPr>
                <p:cNvGrpSpPr/>
                <p:nvPr/>
              </p:nvGrpSpPr>
              <p:grpSpPr>
                <a:xfrm>
                  <a:off x="4157710" y="4415570"/>
                  <a:ext cx="224169" cy="95994"/>
                  <a:chOff x="4157710" y="4415570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58" name="Freeform: Shape 57">
                    <a:extLst>
                      <a:ext uri="{FF2B5EF4-FFF2-40B4-BE49-F238E27FC236}">
                        <a16:creationId xmlns:a16="http://schemas.microsoft.com/office/drawing/2014/main" id="{97CDEAB9-D534-0193-2FCD-199EFEBE2EC5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4417236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296 h 94328"/>
                      <a:gd name="connsiteX1" fmla="*/ 51159 w 59908"/>
                      <a:gd name="connsiteY1" fmla="*/ 92296 h 94328"/>
                      <a:gd name="connsiteX2" fmla="*/ 51159 w 59908"/>
                      <a:gd name="connsiteY2" fmla="*/ 81746 h 94328"/>
                      <a:gd name="connsiteX3" fmla="*/ 13456 w 59908"/>
                      <a:gd name="connsiteY3" fmla="*/ 81746 h 94328"/>
                      <a:gd name="connsiteX4" fmla="*/ 13456 w 59908"/>
                      <a:gd name="connsiteY4" fmla="*/ 59081 h 94328"/>
                      <a:gd name="connsiteX5" fmla="*/ 18893 w 59908"/>
                      <a:gd name="connsiteY5" fmla="*/ 60469 h 94328"/>
                      <a:gd name="connsiteX6" fmla="*/ 24370 w 59908"/>
                      <a:gd name="connsiteY6" fmla="*/ 60925 h 94328"/>
                      <a:gd name="connsiteX7" fmla="*/ 48917 w 59908"/>
                      <a:gd name="connsiteY7" fmla="*/ 52438 h 94328"/>
                      <a:gd name="connsiteX8" fmla="*/ 57986 w 59908"/>
                      <a:gd name="connsiteY8" fmla="*/ 29456 h 94328"/>
                      <a:gd name="connsiteX9" fmla="*/ 48679 w 59908"/>
                      <a:gd name="connsiteY9" fmla="*/ 6236 h 94328"/>
                      <a:gd name="connsiteX10" fmla="*/ 22445 w 59908"/>
                      <a:gd name="connsiteY10" fmla="*/ -2033 h 94328"/>
                      <a:gd name="connsiteX11" fmla="*/ 10559 w 59908"/>
                      <a:gd name="connsiteY11" fmla="*/ -1041 h 94328"/>
                      <a:gd name="connsiteX12" fmla="*/ -1923 w 59908"/>
                      <a:gd name="connsiteY12" fmla="*/ 1933 h 94328"/>
                      <a:gd name="connsiteX13" fmla="*/ -1923 w 59908"/>
                      <a:gd name="connsiteY13" fmla="*/ 14525 h 94328"/>
                      <a:gd name="connsiteX14" fmla="*/ 9606 w 59908"/>
                      <a:gd name="connsiteY14" fmla="*/ 10004 h 94328"/>
                      <a:gd name="connsiteX15" fmla="*/ 22187 w 59908"/>
                      <a:gd name="connsiteY15" fmla="*/ 8516 h 94328"/>
                      <a:gd name="connsiteX16" fmla="*/ 39174 w 59908"/>
                      <a:gd name="connsiteY16" fmla="*/ 14148 h 94328"/>
                      <a:gd name="connsiteX17" fmla="*/ 45444 w 59908"/>
                      <a:gd name="connsiteY17" fmla="*/ 29456 h 94328"/>
                      <a:gd name="connsiteX18" fmla="*/ 39174 w 59908"/>
                      <a:gd name="connsiteY18" fmla="*/ 44745 h 94328"/>
                      <a:gd name="connsiteX19" fmla="*/ 22187 w 59908"/>
                      <a:gd name="connsiteY19" fmla="*/ 50396 h 94328"/>
                      <a:gd name="connsiteX20" fmla="*/ 12166 w 59908"/>
                      <a:gd name="connsiteY20" fmla="*/ 49286 h 94328"/>
                      <a:gd name="connsiteX21" fmla="*/ 1986 w 59908"/>
                      <a:gd name="connsiteY21" fmla="*/ 45815 h 94328"/>
                      <a:gd name="connsiteX22" fmla="*/ 1986 w 59908"/>
                      <a:gd name="connsiteY22" fmla="*/ 9229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296"/>
                        </a:moveTo>
                        <a:lnTo>
                          <a:pt x="51159" y="92296"/>
                        </a:lnTo>
                        <a:lnTo>
                          <a:pt x="51159" y="81746"/>
                        </a:lnTo>
                        <a:lnTo>
                          <a:pt x="13456" y="81746"/>
                        </a:lnTo>
                        <a:lnTo>
                          <a:pt x="13456" y="59081"/>
                        </a:lnTo>
                        <a:cubicBezTo>
                          <a:pt x="15269" y="59703"/>
                          <a:pt x="17081" y="60165"/>
                          <a:pt x="18893" y="60469"/>
                        </a:cubicBezTo>
                        <a:cubicBezTo>
                          <a:pt x="20719" y="60773"/>
                          <a:pt x="22545" y="60925"/>
                          <a:pt x="24370" y="60925"/>
                        </a:cubicBezTo>
                        <a:cubicBezTo>
                          <a:pt x="34702" y="60925"/>
                          <a:pt x="42884" y="58096"/>
                          <a:pt x="48917" y="52438"/>
                        </a:cubicBezTo>
                        <a:cubicBezTo>
                          <a:pt x="54963" y="46780"/>
                          <a:pt x="57986" y="39120"/>
                          <a:pt x="57986" y="29456"/>
                        </a:cubicBezTo>
                        <a:cubicBezTo>
                          <a:pt x="57986" y="19502"/>
                          <a:pt x="54883" y="11762"/>
                          <a:pt x="48679" y="6236"/>
                        </a:cubicBezTo>
                        <a:cubicBezTo>
                          <a:pt x="42474" y="723"/>
                          <a:pt x="33730" y="-2033"/>
                          <a:pt x="22445" y="-2033"/>
                        </a:cubicBezTo>
                        <a:cubicBezTo>
                          <a:pt x="18556" y="-2033"/>
                          <a:pt x="14594" y="-1702"/>
                          <a:pt x="10559" y="-1041"/>
                        </a:cubicBezTo>
                        <a:cubicBezTo>
                          <a:pt x="6537" y="-380"/>
                          <a:pt x="2377" y="611"/>
                          <a:pt x="-1923" y="1933"/>
                        </a:cubicBezTo>
                        <a:lnTo>
                          <a:pt x="-1923" y="14525"/>
                        </a:lnTo>
                        <a:cubicBezTo>
                          <a:pt x="1795" y="12502"/>
                          <a:pt x="5638" y="10995"/>
                          <a:pt x="9606" y="10004"/>
                        </a:cubicBezTo>
                        <a:cubicBezTo>
                          <a:pt x="13575" y="9012"/>
                          <a:pt x="17769" y="8516"/>
                          <a:pt x="22187" y="8516"/>
                        </a:cubicBezTo>
                        <a:cubicBezTo>
                          <a:pt x="29344" y="8516"/>
                          <a:pt x="35006" y="10394"/>
                          <a:pt x="39174" y="14148"/>
                        </a:cubicBezTo>
                        <a:cubicBezTo>
                          <a:pt x="43354" y="17902"/>
                          <a:pt x="45444" y="23005"/>
                          <a:pt x="45444" y="29456"/>
                        </a:cubicBezTo>
                        <a:cubicBezTo>
                          <a:pt x="45444" y="35894"/>
                          <a:pt x="43354" y="40990"/>
                          <a:pt x="39174" y="44745"/>
                        </a:cubicBezTo>
                        <a:cubicBezTo>
                          <a:pt x="35006" y="48512"/>
                          <a:pt x="29344" y="50396"/>
                          <a:pt x="22187" y="50396"/>
                        </a:cubicBezTo>
                        <a:cubicBezTo>
                          <a:pt x="18840" y="50396"/>
                          <a:pt x="15500" y="50026"/>
                          <a:pt x="12166" y="49286"/>
                        </a:cubicBezTo>
                        <a:cubicBezTo>
                          <a:pt x="8846" y="48545"/>
                          <a:pt x="5452" y="47389"/>
                          <a:pt x="1986" y="45815"/>
                        </a:cubicBezTo>
                        <a:lnTo>
                          <a:pt x="1986" y="922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69CC3990-A695-DAEC-112C-4E2BB08364BF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015" y="4415570"/>
                    <a:ext cx="58777" cy="94189"/>
                  </a:xfrm>
                  <a:custGeom>
                    <a:avLst/>
                    <a:gdLst>
                      <a:gd name="connsiteX0" fmla="*/ 13198 w 58777"/>
                      <a:gd name="connsiteY0" fmla="*/ 8409 h 94189"/>
                      <a:gd name="connsiteX1" fmla="*/ 56914 w 58777"/>
                      <a:gd name="connsiteY1" fmla="*/ 8409 h 94189"/>
                      <a:gd name="connsiteX2" fmla="*/ 56914 w 58777"/>
                      <a:gd name="connsiteY2" fmla="*/ -2121 h 94189"/>
                      <a:gd name="connsiteX3" fmla="*/ -1863 w 58777"/>
                      <a:gd name="connsiteY3" fmla="*/ -2121 h 94189"/>
                      <a:gd name="connsiteX4" fmla="*/ -1863 w 58777"/>
                      <a:gd name="connsiteY4" fmla="*/ 8409 h 94189"/>
                      <a:gd name="connsiteX5" fmla="*/ 17564 w 58777"/>
                      <a:gd name="connsiteY5" fmla="*/ 28199 h 94189"/>
                      <a:gd name="connsiteX6" fmla="*/ 33042 w 58777"/>
                      <a:gd name="connsiteY6" fmla="*/ 44241 h 94189"/>
                      <a:gd name="connsiteX7" fmla="*/ 41436 w 58777"/>
                      <a:gd name="connsiteY7" fmla="*/ 55662 h 94189"/>
                      <a:gd name="connsiteX8" fmla="*/ 43837 w 58777"/>
                      <a:gd name="connsiteY8" fmla="*/ 64863 h 94189"/>
                      <a:gd name="connsiteX9" fmla="*/ 38658 w 58777"/>
                      <a:gd name="connsiteY9" fmla="*/ 76880 h 94189"/>
                      <a:gd name="connsiteX10" fmla="*/ 25164 w 58777"/>
                      <a:gd name="connsiteY10" fmla="*/ 81540 h 94189"/>
                      <a:gd name="connsiteX11" fmla="*/ 12722 w 58777"/>
                      <a:gd name="connsiteY11" fmla="*/ 79497 h 94189"/>
                      <a:gd name="connsiteX12" fmla="*/ -1248 w 58777"/>
                      <a:gd name="connsiteY12" fmla="*/ 73291 h 94189"/>
                      <a:gd name="connsiteX13" fmla="*/ -1248 w 58777"/>
                      <a:gd name="connsiteY13" fmla="*/ 85942 h 94189"/>
                      <a:gd name="connsiteX14" fmla="*/ 12881 w 58777"/>
                      <a:gd name="connsiteY14" fmla="*/ 90522 h 94189"/>
                      <a:gd name="connsiteX15" fmla="*/ 24926 w 58777"/>
                      <a:gd name="connsiteY15" fmla="*/ 92069 h 94189"/>
                      <a:gd name="connsiteX16" fmla="*/ 47865 w 58777"/>
                      <a:gd name="connsiteY16" fmla="*/ 84871 h 94189"/>
                      <a:gd name="connsiteX17" fmla="*/ 56418 w 58777"/>
                      <a:gd name="connsiteY17" fmla="*/ 65676 h 94189"/>
                      <a:gd name="connsiteX18" fmla="*/ 54275 w 58777"/>
                      <a:gd name="connsiteY18" fmla="*/ 54849 h 94189"/>
                      <a:gd name="connsiteX19" fmla="*/ 46496 w 58777"/>
                      <a:gd name="connsiteY19" fmla="*/ 42813 h 94189"/>
                      <a:gd name="connsiteX20" fmla="*/ 36634 w 58777"/>
                      <a:gd name="connsiteY20" fmla="*/ 32422 h 94189"/>
                      <a:gd name="connsiteX21" fmla="*/ 13198 w 58777"/>
                      <a:gd name="connsiteY21" fmla="*/ 8409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198" y="8409"/>
                        </a:moveTo>
                        <a:lnTo>
                          <a:pt x="56914" y="8409"/>
                        </a:lnTo>
                        <a:lnTo>
                          <a:pt x="56914" y="-2121"/>
                        </a:lnTo>
                        <a:lnTo>
                          <a:pt x="-1863" y="-2121"/>
                        </a:lnTo>
                        <a:lnTo>
                          <a:pt x="-1863" y="8409"/>
                        </a:lnTo>
                        <a:cubicBezTo>
                          <a:pt x="2886" y="13327"/>
                          <a:pt x="9362" y="19923"/>
                          <a:pt x="17564" y="28199"/>
                        </a:cubicBezTo>
                        <a:cubicBezTo>
                          <a:pt x="25779" y="36487"/>
                          <a:pt x="30939" y="41835"/>
                          <a:pt x="33042" y="44241"/>
                        </a:cubicBezTo>
                        <a:cubicBezTo>
                          <a:pt x="37051" y="48735"/>
                          <a:pt x="39849" y="52543"/>
                          <a:pt x="41436" y="55662"/>
                        </a:cubicBezTo>
                        <a:cubicBezTo>
                          <a:pt x="43037" y="58782"/>
                          <a:pt x="43837" y="61849"/>
                          <a:pt x="43837" y="64863"/>
                        </a:cubicBezTo>
                        <a:cubicBezTo>
                          <a:pt x="43837" y="69781"/>
                          <a:pt x="42111" y="73786"/>
                          <a:pt x="38658" y="76880"/>
                        </a:cubicBezTo>
                        <a:cubicBezTo>
                          <a:pt x="35205" y="79986"/>
                          <a:pt x="30707" y="81540"/>
                          <a:pt x="25164" y="81540"/>
                        </a:cubicBezTo>
                        <a:cubicBezTo>
                          <a:pt x="21235" y="81540"/>
                          <a:pt x="17088" y="80859"/>
                          <a:pt x="12722" y="79497"/>
                        </a:cubicBezTo>
                        <a:cubicBezTo>
                          <a:pt x="8370" y="78136"/>
                          <a:pt x="3713" y="76067"/>
                          <a:pt x="-1248" y="73291"/>
                        </a:cubicBezTo>
                        <a:lnTo>
                          <a:pt x="-1248" y="85942"/>
                        </a:lnTo>
                        <a:cubicBezTo>
                          <a:pt x="3792" y="87964"/>
                          <a:pt x="8502" y="89491"/>
                          <a:pt x="12881" y="90522"/>
                        </a:cubicBezTo>
                        <a:cubicBezTo>
                          <a:pt x="17273" y="91554"/>
                          <a:pt x="21288" y="92069"/>
                          <a:pt x="24926" y="92069"/>
                        </a:cubicBezTo>
                        <a:cubicBezTo>
                          <a:pt x="34517" y="92069"/>
                          <a:pt x="42164" y="89670"/>
                          <a:pt x="47865" y="84871"/>
                        </a:cubicBezTo>
                        <a:cubicBezTo>
                          <a:pt x="53567" y="80086"/>
                          <a:pt x="56418" y="73687"/>
                          <a:pt x="56418" y="65676"/>
                        </a:cubicBezTo>
                        <a:cubicBezTo>
                          <a:pt x="56418" y="61869"/>
                          <a:pt x="55704" y="58260"/>
                          <a:pt x="54275" y="54849"/>
                        </a:cubicBezTo>
                        <a:cubicBezTo>
                          <a:pt x="52859" y="51452"/>
                          <a:pt x="50267" y="47440"/>
                          <a:pt x="46496" y="42813"/>
                        </a:cubicBezTo>
                        <a:cubicBezTo>
                          <a:pt x="45464" y="41610"/>
                          <a:pt x="42177" y="38146"/>
                          <a:pt x="36634" y="32422"/>
                        </a:cubicBezTo>
                        <a:cubicBezTo>
                          <a:pt x="31104" y="26698"/>
                          <a:pt x="23292" y="18694"/>
                          <a:pt x="13198" y="840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0" name="Freeform: Shape 59">
                    <a:extLst>
                      <a:ext uri="{FF2B5EF4-FFF2-40B4-BE49-F238E27FC236}">
                        <a16:creationId xmlns:a16="http://schemas.microsoft.com/office/drawing/2014/main" id="{3A237FB2-0987-FAFC-C01A-33FEE4098AF1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4415570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4005 h 95994"/>
                      <a:gd name="connsiteX1" fmla="*/ 15502 w 63996"/>
                      <a:gd name="connsiteY1" fmla="*/ 74486 h 95994"/>
                      <a:gd name="connsiteX2" fmla="*/ 10640 w 63996"/>
                      <a:gd name="connsiteY2" fmla="*/ 45892 h 95994"/>
                      <a:gd name="connsiteX3" fmla="*/ 15502 w 63996"/>
                      <a:gd name="connsiteY3" fmla="*/ 17358 h 95994"/>
                      <a:gd name="connsiteX4" fmla="*/ 30047 w 63996"/>
                      <a:gd name="connsiteY4" fmla="*/ 7840 h 95994"/>
                      <a:gd name="connsiteX5" fmla="*/ 44652 w 63996"/>
                      <a:gd name="connsiteY5" fmla="*/ 17358 h 95994"/>
                      <a:gd name="connsiteX6" fmla="*/ 49534 w 63996"/>
                      <a:gd name="connsiteY6" fmla="*/ 45892 h 95994"/>
                      <a:gd name="connsiteX7" fmla="*/ 44652 w 63996"/>
                      <a:gd name="connsiteY7" fmla="*/ 74486 h 95994"/>
                      <a:gd name="connsiteX8" fmla="*/ 30047 w 63996"/>
                      <a:gd name="connsiteY8" fmla="*/ 84005 h 95994"/>
                      <a:gd name="connsiteX9" fmla="*/ 30047 w 63996"/>
                      <a:gd name="connsiteY9" fmla="*/ 93919 h 95994"/>
                      <a:gd name="connsiteX10" fmla="*/ 53840 w 63996"/>
                      <a:gd name="connsiteY10" fmla="*/ 81605 h 95994"/>
                      <a:gd name="connsiteX11" fmla="*/ 62055 w 63996"/>
                      <a:gd name="connsiteY11" fmla="*/ 45892 h 95994"/>
                      <a:gd name="connsiteX12" fmla="*/ 53840 w 63996"/>
                      <a:gd name="connsiteY12" fmla="*/ 10219 h 95994"/>
                      <a:gd name="connsiteX13" fmla="*/ 30047 w 63996"/>
                      <a:gd name="connsiteY13" fmla="*/ -2075 h 95994"/>
                      <a:gd name="connsiteX14" fmla="*/ 6274 w 63996"/>
                      <a:gd name="connsiteY14" fmla="*/ 10219 h 95994"/>
                      <a:gd name="connsiteX15" fmla="*/ -1941 w 63996"/>
                      <a:gd name="connsiteY15" fmla="*/ 45892 h 95994"/>
                      <a:gd name="connsiteX16" fmla="*/ 6274 w 63996"/>
                      <a:gd name="connsiteY16" fmla="*/ 81605 h 95994"/>
                      <a:gd name="connsiteX17" fmla="*/ 30047 w 63996"/>
                      <a:gd name="connsiteY17" fmla="*/ 9391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4005"/>
                        </a:moveTo>
                        <a:cubicBezTo>
                          <a:pt x="23605" y="84005"/>
                          <a:pt x="18756" y="80832"/>
                          <a:pt x="15502" y="74486"/>
                        </a:cubicBezTo>
                        <a:cubicBezTo>
                          <a:pt x="12261" y="68154"/>
                          <a:pt x="10640" y="58623"/>
                          <a:pt x="10640" y="45892"/>
                        </a:cubicBezTo>
                        <a:cubicBezTo>
                          <a:pt x="10640" y="33215"/>
                          <a:pt x="12261" y="23703"/>
                          <a:pt x="15502" y="17358"/>
                        </a:cubicBezTo>
                        <a:cubicBezTo>
                          <a:pt x="18756" y="11012"/>
                          <a:pt x="23605" y="7840"/>
                          <a:pt x="30047" y="7840"/>
                        </a:cubicBezTo>
                        <a:cubicBezTo>
                          <a:pt x="36543" y="7840"/>
                          <a:pt x="41411" y="11012"/>
                          <a:pt x="44652" y="17358"/>
                        </a:cubicBezTo>
                        <a:cubicBezTo>
                          <a:pt x="47907" y="23703"/>
                          <a:pt x="49534" y="33215"/>
                          <a:pt x="49534" y="45892"/>
                        </a:cubicBezTo>
                        <a:cubicBezTo>
                          <a:pt x="49534" y="58623"/>
                          <a:pt x="47907" y="68154"/>
                          <a:pt x="44652" y="74486"/>
                        </a:cubicBezTo>
                        <a:cubicBezTo>
                          <a:pt x="41411" y="80832"/>
                          <a:pt x="36543" y="84005"/>
                          <a:pt x="30047" y="84005"/>
                        </a:cubicBezTo>
                        <a:close/>
                        <a:moveTo>
                          <a:pt x="30047" y="93919"/>
                        </a:moveTo>
                        <a:cubicBezTo>
                          <a:pt x="40432" y="93919"/>
                          <a:pt x="48363" y="89815"/>
                          <a:pt x="53840" y="81605"/>
                        </a:cubicBezTo>
                        <a:cubicBezTo>
                          <a:pt x="59317" y="73409"/>
                          <a:pt x="62055" y="61505"/>
                          <a:pt x="62055" y="45892"/>
                        </a:cubicBezTo>
                        <a:cubicBezTo>
                          <a:pt x="62055" y="30320"/>
                          <a:pt x="59317" y="18429"/>
                          <a:pt x="53840" y="10219"/>
                        </a:cubicBezTo>
                        <a:cubicBezTo>
                          <a:pt x="48363" y="2023"/>
                          <a:pt x="40432" y="-2075"/>
                          <a:pt x="30047" y="-2075"/>
                        </a:cubicBezTo>
                        <a:cubicBezTo>
                          <a:pt x="19675" y="-2075"/>
                          <a:pt x="11751" y="2023"/>
                          <a:pt x="6274" y="10219"/>
                        </a:cubicBezTo>
                        <a:cubicBezTo>
                          <a:pt x="797" y="18429"/>
                          <a:pt x="-1941" y="30320"/>
                          <a:pt x="-1941" y="45892"/>
                        </a:cubicBezTo>
                        <a:cubicBezTo>
                          <a:pt x="-1941" y="61505"/>
                          <a:pt x="797" y="73409"/>
                          <a:pt x="6274" y="81605"/>
                        </a:cubicBezTo>
                        <a:cubicBezTo>
                          <a:pt x="11751" y="89815"/>
                          <a:pt x="19675" y="93919"/>
                          <a:pt x="30047" y="9391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61" name="Graphic 2">
                <a:extLst>
                  <a:ext uri="{FF2B5EF4-FFF2-40B4-BE49-F238E27FC236}">
                    <a16:creationId xmlns:a16="http://schemas.microsoft.com/office/drawing/2014/main" id="{FEB2E759-5ABB-DBAB-E127-07A8706A4587}"/>
                  </a:ext>
                </a:extLst>
              </p:cNvPr>
              <p:cNvGrpSpPr/>
              <p:nvPr/>
            </p:nvGrpSpPr>
            <p:grpSpPr>
              <a:xfrm>
                <a:off x="4157710" y="3740134"/>
                <a:ext cx="321508" cy="95994"/>
                <a:chOff x="4157710" y="3740134"/>
                <a:chExt cx="321508" cy="95994"/>
              </a:xfrm>
              <a:solidFill>
                <a:srgbClr val="000000"/>
              </a:solidFill>
            </p:grpSpPr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5F610D6D-B800-F6F0-6C6E-CA1DDF3DE90E}"/>
                    </a:ext>
                  </a:extLst>
                </p:cNvPr>
                <p:cNvSpPr/>
                <p:nvPr/>
              </p:nvSpPr>
              <p:spPr>
                <a:xfrm>
                  <a:off x="4434768" y="3786109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201 h 12690"/>
                    <a:gd name="connsiteX1" fmla="*/ 104 w 44450"/>
                    <a:gd name="connsiteY1" fmla="*/ 201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201"/>
                      </a:moveTo>
                      <a:lnTo>
                        <a:pt x="104" y="201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63" name="Graphic 2">
                  <a:extLst>
                    <a:ext uri="{FF2B5EF4-FFF2-40B4-BE49-F238E27FC236}">
                      <a16:creationId xmlns:a16="http://schemas.microsoft.com/office/drawing/2014/main" id="{04DC9E6E-3361-2123-404F-21EB05A801FD}"/>
                    </a:ext>
                  </a:extLst>
                </p:cNvPr>
                <p:cNvGrpSpPr/>
                <p:nvPr/>
              </p:nvGrpSpPr>
              <p:grpSpPr>
                <a:xfrm>
                  <a:off x="4157710" y="3740134"/>
                  <a:ext cx="224169" cy="95994"/>
                  <a:chOff x="4157710" y="374013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64" name="Freeform: Shape 63">
                    <a:extLst>
                      <a:ext uri="{FF2B5EF4-FFF2-40B4-BE49-F238E27FC236}">
                        <a16:creationId xmlns:a16="http://schemas.microsoft.com/office/drawing/2014/main" id="{81AC04D9-F0B6-CE7B-9D59-4EA1CAFE5574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3741800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242 h 94328"/>
                      <a:gd name="connsiteX1" fmla="*/ 51159 w 59908"/>
                      <a:gd name="connsiteY1" fmla="*/ 92242 h 94328"/>
                      <a:gd name="connsiteX2" fmla="*/ 51159 w 59908"/>
                      <a:gd name="connsiteY2" fmla="*/ 81693 h 94328"/>
                      <a:gd name="connsiteX3" fmla="*/ 13456 w 59908"/>
                      <a:gd name="connsiteY3" fmla="*/ 81693 h 94328"/>
                      <a:gd name="connsiteX4" fmla="*/ 13456 w 59908"/>
                      <a:gd name="connsiteY4" fmla="*/ 59028 h 94328"/>
                      <a:gd name="connsiteX5" fmla="*/ 18893 w 59908"/>
                      <a:gd name="connsiteY5" fmla="*/ 60416 h 94328"/>
                      <a:gd name="connsiteX6" fmla="*/ 24370 w 59908"/>
                      <a:gd name="connsiteY6" fmla="*/ 60872 h 94328"/>
                      <a:gd name="connsiteX7" fmla="*/ 48917 w 59908"/>
                      <a:gd name="connsiteY7" fmla="*/ 52385 h 94328"/>
                      <a:gd name="connsiteX8" fmla="*/ 57986 w 59908"/>
                      <a:gd name="connsiteY8" fmla="*/ 29403 h 94328"/>
                      <a:gd name="connsiteX9" fmla="*/ 48679 w 59908"/>
                      <a:gd name="connsiteY9" fmla="*/ 6183 h 94328"/>
                      <a:gd name="connsiteX10" fmla="*/ 22445 w 59908"/>
                      <a:gd name="connsiteY10" fmla="*/ -2086 h 94328"/>
                      <a:gd name="connsiteX11" fmla="*/ 10559 w 59908"/>
                      <a:gd name="connsiteY11" fmla="*/ -1095 h 94328"/>
                      <a:gd name="connsiteX12" fmla="*/ -1923 w 59908"/>
                      <a:gd name="connsiteY12" fmla="*/ 1880 h 94328"/>
                      <a:gd name="connsiteX13" fmla="*/ -1923 w 59908"/>
                      <a:gd name="connsiteY13" fmla="*/ 14471 h 94328"/>
                      <a:gd name="connsiteX14" fmla="*/ 9606 w 59908"/>
                      <a:gd name="connsiteY14" fmla="*/ 9950 h 94328"/>
                      <a:gd name="connsiteX15" fmla="*/ 22187 w 59908"/>
                      <a:gd name="connsiteY15" fmla="*/ 8463 h 94328"/>
                      <a:gd name="connsiteX16" fmla="*/ 39174 w 59908"/>
                      <a:gd name="connsiteY16" fmla="*/ 14095 h 94328"/>
                      <a:gd name="connsiteX17" fmla="*/ 45444 w 59908"/>
                      <a:gd name="connsiteY17" fmla="*/ 29403 h 94328"/>
                      <a:gd name="connsiteX18" fmla="*/ 39174 w 59908"/>
                      <a:gd name="connsiteY18" fmla="*/ 44691 h 94328"/>
                      <a:gd name="connsiteX19" fmla="*/ 22187 w 59908"/>
                      <a:gd name="connsiteY19" fmla="*/ 50343 h 94328"/>
                      <a:gd name="connsiteX20" fmla="*/ 12166 w 59908"/>
                      <a:gd name="connsiteY20" fmla="*/ 49232 h 94328"/>
                      <a:gd name="connsiteX21" fmla="*/ 1986 w 59908"/>
                      <a:gd name="connsiteY21" fmla="*/ 45762 h 94328"/>
                      <a:gd name="connsiteX22" fmla="*/ 1986 w 59908"/>
                      <a:gd name="connsiteY22" fmla="*/ 92242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242"/>
                        </a:moveTo>
                        <a:lnTo>
                          <a:pt x="51159" y="92242"/>
                        </a:lnTo>
                        <a:lnTo>
                          <a:pt x="51159" y="81693"/>
                        </a:lnTo>
                        <a:lnTo>
                          <a:pt x="13456" y="81693"/>
                        </a:lnTo>
                        <a:lnTo>
                          <a:pt x="13456" y="59028"/>
                        </a:lnTo>
                        <a:cubicBezTo>
                          <a:pt x="15269" y="59649"/>
                          <a:pt x="17081" y="60112"/>
                          <a:pt x="18893" y="60416"/>
                        </a:cubicBezTo>
                        <a:cubicBezTo>
                          <a:pt x="20719" y="60720"/>
                          <a:pt x="22545" y="60872"/>
                          <a:pt x="24370" y="60872"/>
                        </a:cubicBezTo>
                        <a:cubicBezTo>
                          <a:pt x="34702" y="60872"/>
                          <a:pt x="42884" y="58043"/>
                          <a:pt x="48917" y="52385"/>
                        </a:cubicBezTo>
                        <a:cubicBezTo>
                          <a:pt x="54963" y="46727"/>
                          <a:pt x="57986" y="39067"/>
                          <a:pt x="57986" y="29403"/>
                        </a:cubicBezTo>
                        <a:cubicBezTo>
                          <a:pt x="57986" y="19449"/>
                          <a:pt x="54883" y="11709"/>
                          <a:pt x="48679" y="6183"/>
                        </a:cubicBezTo>
                        <a:cubicBezTo>
                          <a:pt x="42474" y="670"/>
                          <a:pt x="33730" y="-2086"/>
                          <a:pt x="22445" y="-2086"/>
                        </a:cubicBezTo>
                        <a:cubicBezTo>
                          <a:pt x="18556" y="-2086"/>
                          <a:pt x="14594" y="-1756"/>
                          <a:pt x="10559" y="-1095"/>
                        </a:cubicBezTo>
                        <a:cubicBezTo>
                          <a:pt x="6537" y="-434"/>
                          <a:pt x="2377" y="558"/>
                          <a:pt x="-1923" y="1880"/>
                        </a:cubicBezTo>
                        <a:lnTo>
                          <a:pt x="-1923" y="14471"/>
                        </a:lnTo>
                        <a:cubicBezTo>
                          <a:pt x="1795" y="12449"/>
                          <a:pt x="5638" y="10942"/>
                          <a:pt x="9606" y="9950"/>
                        </a:cubicBezTo>
                        <a:cubicBezTo>
                          <a:pt x="13575" y="8959"/>
                          <a:pt x="17769" y="8463"/>
                          <a:pt x="22187" y="8463"/>
                        </a:cubicBezTo>
                        <a:cubicBezTo>
                          <a:pt x="29344" y="8463"/>
                          <a:pt x="35006" y="10340"/>
                          <a:pt x="39174" y="14095"/>
                        </a:cubicBezTo>
                        <a:cubicBezTo>
                          <a:pt x="43354" y="17849"/>
                          <a:pt x="45444" y="22952"/>
                          <a:pt x="45444" y="29403"/>
                        </a:cubicBezTo>
                        <a:cubicBezTo>
                          <a:pt x="45444" y="35841"/>
                          <a:pt x="43354" y="40937"/>
                          <a:pt x="39174" y="44691"/>
                        </a:cubicBezTo>
                        <a:cubicBezTo>
                          <a:pt x="35006" y="48459"/>
                          <a:pt x="29344" y="50343"/>
                          <a:pt x="22187" y="50343"/>
                        </a:cubicBezTo>
                        <a:cubicBezTo>
                          <a:pt x="18840" y="50343"/>
                          <a:pt x="15500" y="49973"/>
                          <a:pt x="12166" y="49232"/>
                        </a:cubicBezTo>
                        <a:cubicBezTo>
                          <a:pt x="8846" y="48492"/>
                          <a:pt x="5452" y="47335"/>
                          <a:pt x="1986" y="45762"/>
                        </a:cubicBezTo>
                        <a:lnTo>
                          <a:pt x="1986" y="922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5" name="Freeform: Shape 64">
                    <a:extLst>
                      <a:ext uri="{FF2B5EF4-FFF2-40B4-BE49-F238E27FC236}">
                        <a16:creationId xmlns:a16="http://schemas.microsoft.com/office/drawing/2014/main" id="{17DEEE57-9B6F-6B64-5CC9-E70ABC4F4E47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392" y="3740134"/>
                    <a:ext cx="60940" cy="95994"/>
                  </a:xfrm>
                  <a:custGeom>
                    <a:avLst/>
                    <a:gdLst>
                      <a:gd name="connsiteX0" fmla="*/ 39914 w 60940"/>
                      <a:gd name="connsiteY0" fmla="*/ 49567 h 95994"/>
                      <a:gd name="connsiteX1" fmla="*/ 53944 w 60940"/>
                      <a:gd name="connsiteY1" fmla="*/ 41556 h 95994"/>
                      <a:gd name="connsiteX2" fmla="*/ 59004 w 60940"/>
                      <a:gd name="connsiteY2" fmla="*/ 26565 h 95994"/>
                      <a:gd name="connsiteX3" fmla="*/ 49578 w 60940"/>
                      <a:gd name="connsiteY3" fmla="*/ 5367 h 95994"/>
                      <a:gd name="connsiteX4" fmla="*/ 22789 w 60940"/>
                      <a:gd name="connsiteY4" fmla="*/ -2128 h 95994"/>
                      <a:gd name="connsiteX5" fmla="*/ 10803 w 60940"/>
                      <a:gd name="connsiteY5" fmla="*/ -978 h 95994"/>
                      <a:gd name="connsiteX6" fmla="*/ -1936 w 60940"/>
                      <a:gd name="connsiteY6" fmla="*/ 2472 h 95994"/>
                      <a:gd name="connsiteX7" fmla="*/ -1936 w 60940"/>
                      <a:gd name="connsiteY7" fmla="*/ 14548 h 95994"/>
                      <a:gd name="connsiteX8" fmla="*/ 9454 w 60940"/>
                      <a:gd name="connsiteY8" fmla="*/ 9968 h 95994"/>
                      <a:gd name="connsiteX9" fmla="*/ 22432 w 60940"/>
                      <a:gd name="connsiteY9" fmla="*/ 8421 h 95994"/>
                      <a:gd name="connsiteX10" fmla="*/ 40371 w 60940"/>
                      <a:gd name="connsiteY10" fmla="*/ 13061 h 95994"/>
                      <a:gd name="connsiteX11" fmla="*/ 46542 w 60940"/>
                      <a:gd name="connsiteY11" fmla="*/ 26565 h 95994"/>
                      <a:gd name="connsiteX12" fmla="*/ 40807 w 60940"/>
                      <a:gd name="connsiteY12" fmla="*/ 39355 h 95994"/>
                      <a:gd name="connsiteX13" fmla="*/ 24853 w 60940"/>
                      <a:gd name="connsiteY13" fmla="*/ 43975 h 95994"/>
                      <a:gd name="connsiteX14" fmla="*/ 14058 w 60940"/>
                      <a:gd name="connsiteY14" fmla="*/ 43975 h 95994"/>
                      <a:gd name="connsiteX15" fmla="*/ 14058 w 60940"/>
                      <a:gd name="connsiteY15" fmla="*/ 54267 h 95994"/>
                      <a:gd name="connsiteX16" fmla="*/ 25349 w 60940"/>
                      <a:gd name="connsiteY16" fmla="*/ 54267 h 95994"/>
                      <a:gd name="connsiteX17" fmla="*/ 39478 w 60940"/>
                      <a:gd name="connsiteY17" fmla="*/ 57955 h 95994"/>
                      <a:gd name="connsiteX18" fmla="*/ 44379 w 60940"/>
                      <a:gd name="connsiteY18" fmla="*/ 68583 h 95994"/>
                      <a:gd name="connsiteX19" fmla="*/ 39319 w 60940"/>
                      <a:gd name="connsiteY19" fmla="*/ 79509 h 95994"/>
                      <a:gd name="connsiteX20" fmla="*/ 24853 w 60940"/>
                      <a:gd name="connsiteY20" fmla="*/ 83337 h 95994"/>
                      <a:gd name="connsiteX21" fmla="*/ 13800 w 60940"/>
                      <a:gd name="connsiteY21" fmla="*/ 82206 h 95994"/>
                      <a:gd name="connsiteX22" fmla="*/ 842 w 60940"/>
                      <a:gd name="connsiteY22" fmla="*/ 78756 h 95994"/>
                      <a:gd name="connsiteX23" fmla="*/ 842 w 60940"/>
                      <a:gd name="connsiteY23" fmla="*/ 89900 h 95994"/>
                      <a:gd name="connsiteX24" fmla="*/ 14216 w 60940"/>
                      <a:gd name="connsiteY24" fmla="*/ 92875 h 95994"/>
                      <a:gd name="connsiteX25" fmla="*/ 25964 w 60940"/>
                      <a:gd name="connsiteY25" fmla="*/ 93866 h 95994"/>
                      <a:gd name="connsiteX26" fmla="*/ 48526 w 60940"/>
                      <a:gd name="connsiteY26" fmla="*/ 87382 h 95994"/>
                      <a:gd name="connsiteX27" fmla="*/ 56841 w 60940"/>
                      <a:gd name="connsiteY27" fmla="*/ 69892 h 95994"/>
                      <a:gd name="connsiteX28" fmla="*/ 52436 w 60940"/>
                      <a:gd name="connsiteY28" fmla="*/ 56904 h 95994"/>
                      <a:gd name="connsiteX29" fmla="*/ 39914 w 60940"/>
                      <a:gd name="connsiteY29" fmla="*/ 49567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940" h="95994">
                        <a:moveTo>
                          <a:pt x="39914" y="49567"/>
                        </a:moveTo>
                        <a:cubicBezTo>
                          <a:pt x="45907" y="48285"/>
                          <a:pt x="50583" y="45614"/>
                          <a:pt x="53944" y="41556"/>
                        </a:cubicBezTo>
                        <a:cubicBezTo>
                          <a:pt x="57317" y="37511"/>
                          <a:pt x="59004" y="32514"/>
                          <a:pt x="59004" y="26565"/>
                        </a:cubicBezTo>
                        <a:cubicBezTo>
                          <a:pt x="59004" y="17443"/>
                          <a:pt x="55862" y="10378"/>
                          <a:pt x="49578" y="5367"/>
                        </a:cubicBezTo>
                        <a:cubicBezTo>
                          <a:pt x="43294" y="370"/>
                          <a:pt x="34364" y="-2128"/>
                          <a:pt x="22789" y="-2128"/>
                        </a:cubicBezTo>
                        <a:cubicBezTo>
                          <a:pt x="18913" y="-2128"/>
                          <a:pt x="14918" y="-1745"/>
                          <a:pt x="10803" y="-978"/>
                        </a:cubicBezTo>
                        <a:cubicBezTo>
                          <a:pt x="6689" y="-211"/>
                          <a:pt x="2442" y="939"/>
                          <a:pt x="-1936" y="2472"/>
                        </a:cubicBezTo>
                        <a:lnTo>
                          <a:pt x="-1936" y="14548"/>
                        </a:lnTo>
                        <a:cubicBezTo>
                          <a:pt x="1530" y="12526"/>
                          <a:pt x="5326" y="10999"/>
                          <a:pt x="9454" y="9968"/>
                        </a:cubicBezTo>
                        <a:cubicBezTo>
                          <a:pt x="13595" y="8937"/>
                          <a:pt x="17921" y="8421"/>
                          <a:pt x="22432" y="8421"/>
                        </a:cubicBezTo>
                        <a:cubicBezTo>
                          <a:pt x="30277" y="8421"/>
                          <a:pt x="36256" y="9968"/>
                          <a:pt x="40371" y="13061"/>
                        </a:cubicBezTo>
                        <a:cubicBezTo>
                          <a:pt x="44485" y="16155"/>
                          <a:pt x="46542" y="20656"/>
                          <a:pt x="46542" y="26565"/>
                        </a:cubicBezTo>
                        <a:cubicBezTo>
                          <a:pt x="46542" y="32025"/>
                          <a:pt x="44630" y="36288"/>
                          <a:pt x="40807" y="39355"/>
                        </a:cubicBezTo>
                        <a:cubicBezTo>
                          <a:pt x="36984" y="42435"/>
                          <a:pt x="31666" y="43975"/>
                          <a:pt x="24853" y="43975"/>
                        </a:cubicBezTo>
                        <a:lnTo>
                          <a:pt x="14058" y="43975"/>
                        </a:lnTo>
                        <a:lnTo>
                          <a:pt x="14058" y="54267"/>
                        </a:lnTo>
                        <a:lnTo>
                          <a:pt x="25349" y="54267"/>
                        </a:lnTo>
                        <a:cubicBezTo>
                          <a:pt x="31500" y="54267"/>
                          <a:pt x="36210" y="55496"/>
                          <a:pt x="39478" y="57955"/>
                        </a:cubicBezTo>
                        <a:cubicBezTo>
                          <a:pt x="42745" y="60414"/>
                          <a:pt x="44379" y="63957"/>
                          <a:pt x="44379" y="68583"/>
                        </a:cubicBezTo>
                        <a:cubicBezTo>
                          <a:pt x="44379" y="73329"/>
                          <a:pt x="42692" y="76971"/>
                          <a:pt x="39319" y="79509"/>
                        </a:cubicBezTo>
                        <a:cubicBezTo>
                          <a:pt x="35959" y="82061"/>
                          <a:pt x="31137" y="83337"/>
                          <a:pt x="24853" y="83337"/>
                        </a:cubicBezTo>
                        <a:cubicBezTo>
                          <a:pt x="21413" y="83337"/>
                          <a:pt x="17729" y="82960"/>
                          <a:pt x="13800" y="82206"/>
                        </a:cubicBezTo>
                        <a:cubicBezTo>
                          <a:pt x="9871" y="81466"/>
                          <a:pt x="5551" y="80316"/>
                          <a:pt x="842" y="78756"/>
                        </a:cubicBezTo>
                        <a:lnTo>
                          <a:pt x="842" y="89900"/>
                        </a:lnTo>
                        <a:cubicBezTo>
                          <a:pt x="5604" y="91222"/>
                          <a:pt x="10062" y="92214"/>
                          <a:pt x="14216" y="92875"/>
                        </a:cubicBezTo>
                        <a:cubicBezTo>
                          <a:pt x="18370" y="93535"/>
                          <a:pt x="22286" y="93866"/>
                          <a:pt x="25964" y="93866"/>
                        </a:cubicBezTo>
                        <a:cubicBezTo>
                          <a:pt x="35476" y="93866"/>
                          <a:pt x="42996" y="91705"/>
                          <a:pt x="48526" y="87382"/>
                        </a:cubicBezTo>
                        <a:cubicBezTo>
                          <a:pt x="54069" y="83072"/>
                          <a:pt x="56841" y="77242"/>
                          <a:pt x="56841" y="69892"/>
                        </a:cubicBezTo>
                        <a:cubicBezTo>
                          <a:pt x="56841" y="64763"/>
                          <a:pt x="55372" y="60434"/>
                          <a:pt x="52436" y="56904"/>
                        </a:cubicBezTo>
                        <a:cubicBezTo>
                          <a:pt x="49499" y="53374"/>
                          <a:pt x="45325" y="50929"/>
                          <a:pt x="39914" y="4956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66" name="Freeform: Shape 65">
                    <a:extLst>
                      <a:ext uri="{FF2B5EF4-FFF2-40B4-BE49-F238E27FC236}">
                        <a16:creationId xmlns:a16="http://schemas.microsoft.com/office/drawing/2014/main" id="{09AA3133-97E7-3D99-4ED5-0B0A3FFBAA0A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3740134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951 h 95994"/>
                      <a:gd name="connsiteX1" fmla="*/ 15502 w 63996"/>
                      <a:gd name="connsiteY1" fmla="*/ 74433 h 95994"/>
                      <a:gd name="connsiteX2" fmla="*/ 10640 w 63996"/>
                      <a:gd name="connsiteY2" fmla="*/ 45839 h 95994"/>
                      <a:gd name="connsiteX3" fmla="*/ 15502 w 63996"/>
                      <a:gd name="connsiteY3" fmla="*/ 17305 h 95994"/>
                      <a:gd name="connsiteX4" fmla="*/ 30047 w 63996"/>
                      <a:gd name="connsiteY4" fmla="*/ 7787 h 95994"/>
                      <a:gd name="connsiteX5" fmla="*/ 44652 w 63996"/>
                      <a:gd name="connsiteY5" fmla="*/ 17305 h 95994"/>
                      <a:gd name="connsiteX6" fmla="*/ 49534 w 63996"/>
                      <a:gd name="connsiteY6" fmla="*/ 45839 h 95994"/>
                      <a:gd name="connsiteX7" fmla="*/ 44652 w 63996"/>
                      <a:gd name="connsiteY7" fmla="*/ 74433 h 95994"/>
                      <a:gd name="connsiteX8" fmla="*/ 30047 w 63996"/>
                      <a:gd name="connsiteY8" fmla="*/ 83951 h 95994"/>
                      <a:gd name="connsiteX9" fmla="*/ 30047 w 63996"/>
                      <a:gd name="connsiteY9" fmla="*/ 93866 h 95994"/>
                      <a:gd name="connsiteX10" fmla="*/ 53840 w 63996"/>
                      <a:gd name="connsiteY10" fmla="*/ 81552 h 95994"/>
                      <a:gd name="connsiteX11" fmla="*/ 62055 w 63996"/>
                      <a:gd name="connsiteY11" fmla="*/ 45839 h 95994"/>
                      <a:gd name="connsiteX12" fmla="*/ 53840 w 63996"/>
                      <a:gd name="connsiteY12" fmla="*/ 10166 h 95994"/>
                      <a:gd name="connsiteX13" fmla="*/ 30047 w 63996"/>
                      <a:gd name="connsiteY13" fmla="*/ -2128 h 95994"/>
                      <a:gd name="connsiteX14" fmla="*/ 6274 w 63996"/>
                      <a:gd name="connsiteY14" fmla="*/ 10166 h 95994"/>
                      <a:gd name="connsiteX15" fmla="*/ -1941 w 63996"/>
                      <a:gd name="connsiteY15" fmla="*/ 45839 h 95994"/>
                      <a:gd name="connsiteX16" fmla="*/ 6274 w 63996"/>
                      <a:gd name="connsiteY16" fmla="*/ 81552 h 95994"/>
                      <a:gd name="connsiteX17" fmla="*/ 30047 w 63996"/>
                      <a:gd name="connsiteY17" fmla="*/ 9386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951"/>
                        </a:moveTo>
                        <a:cubicBezTo>
                          <a:pt x="23605" y="83951"/>
                          <a:pt x="18756" y="80779"/>
                          <a:pt x="15502" y="74433"/>
                        </a:cubicBezTo>
                        <a:cubicBezTo>
                          <a:pt x="12261" y="68101"/>
                          <a:pt x="10640" y="58570"/>
                          <a:pt x="10640" y="45839"/>
                        </a:cubicBezTo>
                        <a:cubicBezTo>
                          <a:pt x="10640" y="33162"/>
                          <a:pt x="12261" y="23650"/>
                          <a:pt x="15502" y="17305"/>
                        </a:cubicBezTo>
                        <a:cubicBezTo>
                          <a:pt x="18756" y="10959"/>
                          <a:pt x="23605" y="7787"/>
                          <a:pt x="30047" y="7787"/>
                        </a:cubicBezTo>
                        <a:cubicBezTo>
                          <a:pt x="36543" y="7787"/>
                          <a:pt x="41411" y="10959"/>
                          <a:pt x="44652" y="17305"/>
                        </a:cubicBezTo>
                        <a:cubicBezTo>
                          <a:pt x="47907" y="23650"/>
                          <a:pt x="49534" y="33162"/>
                          <a:pt x="49534" y="45839"/>
                        </a:cubicBezTo>
                        <a:cubicBezTo>
                          <a:pt x="49534" y="58570"/>
                          <a:pt x="47907" y="68101"/>
                          <a:pt x="44652" y="74433"/>
                        </a:cubicBezTo>
                        <a:cubicBezTo>
                          <a:pt x="41411" y="80779"/>
                          <a:pt x="36543" y="83951"/>
                          <a:pt x="30047" y="83951"/>
                        </a:cubicBezTo>
                        <a:close/>
                        <a:moveTo>
                          <a:pt x="30047" y="93866"/>
                        </a:moveTo>
                        <a:cubicBezTo>
                          <a:pt x="40432" y="93866"/>
                          <a:pt x="48363" y="89761"/>
                          <a:pt x="53840" y="81552"/>
                        </a:cubicBezTo>
                        <a:cubicBezTo>
                          <a:pt x="59317" y="73356"/>
                          <a:pt x="62055" y="61452"/>
                          <a:pt x="62055" y="45839"/>
                        </a:cubicBezTo>
                        <a:cubicBezTo>
                          <a:pt x="62055" y="30266"/>
                          <a:pt x="59317" y="18375"/>
                          <a:pt x="53840" y="10166"/>
                        </a:cubicBezTo>
                        <a:cubicBezTo>
                          <a:pt x="48363" y="1970"/>
                          <a:pt x="40432" y="-2128"/>
                          <a:pt x="30047" y="-2128"/>
                        </a:cubicBezTo>
                        <a:cubicBezTo>
                          <a:pt x="19675" y="-2128"/>
                          <a:pt x="11751" y="1970"/>
                          <a:pt x="6274" y="10166"/>
                        </a:cubicBezTo>
                        <a:cubicBezTo>
                          <a:pt x="797" y="18375"/>
                          <a:pt x="-1941" y="30266"/>
                          <a:pt x="-1941" y="45839"/>
                        </a:cubicBezTo>
                        <a:cubicBezTo>
                          <a:pt x="-1941" y="61452"/>
                          <a:pt x="797" y="73356"/>
                          <a:pt x="6274" y="81552"/>
                        </a:cubicBezTo>
                        <a:cubicBezTo>
                          <a:pt x="11751" y="89761"/>
                          <a:pt x="19675" y="93866"/>
                          <a:pt x="30047" y="9386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67" name="Graphic 2">
                <a:extLst>
                  <a:ext uri="{FF2B5EF4-FFF2-40B4-BE49-F238E27FC236}">
                    <a16:creationId xmlns:a16="http://schemas.microsoft.com/office/drawing/2014/main" id="{EAC1D62B-3320-C761-B9C0-329608475437}"/>
                  </a:ext>
                </a:extLst>
              </p:cNvPr>
              <p:cNvGrpSpPr/>
              <p:nvPr/>
            </p:nvGrpSpPr>
            <p:grpSpPr>
              <a:xfrm>
                <a:off x="4157710" y="3064698"/>
                <a:ext cx="321508" cy="95994"/>
                <a:chOff x="4157710" y="3064698"/>
                <a:chExt cx="321508" cy="95994"/>
              </a:xfrm>
              <a:solidFill>
                <a:srgbClr val="000000"/>
              </a:solidFill>
            </p:grpSpPr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6ADF9D45-ABB5-0222-A6DA-1602B425DE9A}"/>
                    </a:ext>
                  </a:extLst>
                </p:cNvPr>
                <p:cNvSpPr/>
                <p:nvPr/>
              </p:nvSpPr>
              <p:spPr>
                <a:xfrm>
                  <a:off x="4434768" y="3110673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148 h 12690"/>
                    <a:gd name="connsiteX1" fmla="*/ 104 w 44450"/>
                    <a:gd name="connsiteY1" fmla="*/ 148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148"/>
                      </a:moveTo>
                      <a:lnTo>
                        <a:pt x="104" y="148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69" name="Graphic 2">
                  <a:extLst>
                    <a:ext uri="{FF2B5EF4-FFF2-40B4-BE49-F238E27FC236}">
                      <a16:creationId xmlns:a16="http://schemas.microsoft.com/office/drawing/2014/main" id="{21F815F4-A28A-213D-FA3C-4DC4E5841491}"/>
                    </a:ext>
                  </a:extLst>
                </p:cNvPr>
                <p:cNvGrpSpPr/>
                <p:nvPr/>
              </p:nvGrpSpPr>
              <p:grpSpPr>
                <a:xfrm>
                  <a:off x="4157710" y="3064698"/>
                  <a:ext cx="224169" cy="95994"/>
                  <a:chOff x="4157710" y="3064698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70" name="Freeform: Shape 69">
                    <a:extLst>
                      <a:ext uri="{FF2B5EF4-FFF2-40B4-BE49-F238E27FC236}">
                        <a16:creationId xmlns:a16="http://schemas.microsoft.com/office/drawing/2014/main" id="{E58B95B7-9DE2-CD7C-ECC0-927B06970E12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3066364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189 h 94328"/>
                      <a:gd name="connsiteX1" fmla="*/ 51159 w 59908"/>
                      <a:gd name="connsiteY1" fmla="*/ 92189 h 94328"/>
                      <a:gd name="connsiteX2" fmla="*/ 51159 w 59908"/>
                      <a:gd name="connsiteY2" fmla="*/ 81640 h 94328"/>
                      <a:gd name="connsiteX3" fmla="*/ 13456 w 59908"/>
                      <a:gd name="connsiteY3" fmla="*/ 81640 h 94328"/>
                      <a:gd name="connsiteX4" fmla="*/ 13456 w 59908"/>
                      <a:gd name="connsiteY4" fmla="*/ 58975 h 94328"/>
                      <a:gd name="connsiteX5" fmla="*/ 18893 w 59908"/>
                      <a:gd name="connsiteY5" fmla="*/ 60363 h 94328"/>
                      <a:gd name="connsiteX6" fmla="*/ 24370 w 59908"/>
                      <a:gd name="connsiteY6" fmla="*/ 60819 h 94328"/>
                      <a:gd name="connsiteX7" fmla="*/ 48917 w 59908"/>
                      <a:gd name="connsiteY7" fmla="*/ 52332 h 94328"/>
                      <a:gd name="connsiteX8" fmla="*/ 57986 w 59908"/>
                      <a:gd name="connsiteY8" fmla="*/ 29350 h 94328"/>
                      <a:gd name="connsiteX9" fmla="*/ 48679 w 59908"/>
                      <a:gd name="connsiteY9" fmla="*/ 6130 h 94328"/>
                      <a:gd name="connsiteX10" fmla="*/ 22445 w 59908"/>
                      <a:gd name="connsiteY10" fmla="*/ -2139 h 94328"/>
                      <a:gd name="connsiteX11" fmla="*/ 10559 w 59908"/>
                      <a:gd name="connsiteY11" fmla="*/ -1148 h 94328"/>
                      <a:gd name="connsiteX12" fmla="*/ -1923 w 59908"/>
                      <a:gd name="connsiteY12" fmla="*/ 1827 h 94328"/>
                      <a:gd name="connsiteX13" fmla="*/ -1923 w 59908"/>
                      <a:gd name="connsiteY13" fmla="*/ 14418 h 94328"/>
                      <a:gd name="connsiteX14" fmla="*/ 9606 w 59908"/>
                      <a:gd name="connsiteY14" fmla="*/ 9897 h 94328"/>
                      <a:gd name="connsiteX15" fmla="*/ 22187 w 59908"/>
                      <a:gd name="connsiteY15" fmla="*/ 8410 h 94328"/>
                      <a:gd name="connsiteX16" fmla="*/ 39174 w 59908"/>
                      <a:gd name="connsiteY16" fmla="*/ 14041 h 94328"/>
                      <a:gd name="connsiteX17" fmla="*/ 45444 w 59908"/>
                      <a:gd name="connsiteY17" fmla="*/ 29350 h 94328"/>
                      <a:gd name="connsiteX18" fmla="*/ 39174 w 59908"/>
                      <a:gd name="connsiteY18" fmla="*/ 44638 h 94328"/>
                      <a:gd name="connsiteX19" fmla="*/ 22187 w 59908"/>
                      <a:gd name="connsiteY19" fmla="*/ 50290 h 94328"/>
                      <a:gd name="connsiteX20" fmla="*/ 12166 w 59908"/>
                      <a:gd name="connsiteY20" fmla="*/ 49179 h 94328"/>
                      <a:gd name="connsiteX21" fmla="*/ 1986 w 59908"/>
                      <a:gd name="connsiteY21" fmla="*/ 45709 h 94328"/>
                      <a:gd name="connsiteX22" fmla="*/ 1986 w 59908"/>
                      <a:gd name="connsiteY22" fmla="*/ 92189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189"/>
                        </a:moveTo>
                        <a:lnTo>
                          <a:pt x="51159" y="92189"/>
                        </a:lnTo>
                        <a:lnTo>
                          <a:pt x="51159" y="81640"/>
                        </a:lnTo>
                        <a:lnTo>
                          <a:pt x="13456" y="81640"/>
                        </a:lnTo>
                        <a:lnTo>
                          <a:pt x="13456" y="58975"/>
                        </a:lnTo>
                        <a:cubicBezTo>
                          <a:pt x="15269" y="59596"/>
                          <a:pt x="17081" y="60059"/>
                          <a:pt x="18893" y="60363"/>
                        </a:cubicBezTo>
                        <a:cubicBezTo>
                          <a:pt x="20719" y="60667"/>
                          <a:pt x="22545" y="60819"/>
                          <a:pt x="24370" y="60819"/>
                        </a:cubicBezTo>
                        <a:cubicBezTo>
                          <a:pt x="34702" y="60819"/>
                          <a:pt x="42884" y="57990"/>
                          <a:pt x="48917" y="52332"/>
                        </a:cubicBezTo>
                        <a:cubicBezTo>
                          <a:pt x="54963" y="46674"/>
                          <a:pt x="57986" y="39013"/>
                          <a:pt x="57986" y="29350"/>
                        </a:cubicBezTo>
                        <a:cubicBezTo>
                          <a:pt x="57986" y="19395"/>
                          <a:pt x="54883" y="11655"/>
                          <a:pt x="48679" y="6130"/>
                        </a:cubicBezTo>
                        <a:cubicBezTo>
                          <a:pt x="42474" y="617"/>
                          <a:pt x="33730" y="-2139"/>
                          <a:pt x="22445" y="-2139"/>
                        </a:cubicBezTo>
                        <a:cubicBezTo>
                          <a:pt x="18556" y="-2139"/>
                          <a:pt x="14594" y="-1809"/>
                          <a:pt x="10559" y="-1148"/>
                        </a:cubicBezTo>
                        <a:cubicBezTo>
                          <a:pt x="6537" y="-487"/>
                          <a:pt x="2377" y="505"/>
                          <a:pt x="-1923" y="1827"/>
                        </a:cubicBezTo>
                        <a:lnTo>
                          <a:pt x="-1923" y="14418"/>
                        </a:lnTo>
                        <a:cubicBezTo>
                          <a:pt x="1795" y="12396"/>
                          <a:pt x="5638" y="10889"/>
                          <a:pt x="9606" y="9897"/>
                        </a:cubicBezTo>
                        <a:cubicBezTo>
                          <a:pt x="13575" y="8906"/>
                          <a:pt x="17769" y="8410"/>
                          <a:pt x="22187" y="8410"/>
                        </a:cubicBezTo>
                        <a:cubicBezTo>
                          <a:pt x="29344" y="8410"/>
                          <a:pt x="35006" y="10287"/>
                          <a:pt x="39174" y="14041"/>
                        </a:cubicBezTo>
                        <a:cubicBezTo>
                          <a:pt x="43354" y="17796"/>
                          <a:pt x="45444" y="22899"/>
                          <a:pt x="45444" y="29350"/>
                        </a:cubicBezTo>
                        <a:cubicBezTo>
                          <a:pt x="45444" y="35788"/>
                          <a:pt x="43354" y="40884"/>
                          <a:pt x="39174" y="44638"/>
                        </a:cubicBezTo>
                        <a:cubicBezTo>
                          <a:pt x="35006" y="48406"/>
                          <a:pt x="29344" y="50290"/>
                          <a:pt x="22187" y="50290"/>
                        </a:cubicBezTo>
                        <a:cubicBezTo>
                          <a:pt x="18840" y="50290"/>
                          <a:pt x="15500" y="49919"/>
                          <a:pt x="12166" y="49179"/>
                        </a:cubicBezTo>
                        <a:cubicBezTo>
                          <a:pt x="8846" y="48439"/>
                          <a:pt x="5452" y="47282"/>
                          <a:pt x="1986" y="45709"/>
                        </a:cubicBezTo>
                        <a:lnTo>
                          <a:pt x="1986" y="9218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1" name="Freeform: Shape 70">
                    <a:extLst>
                      <a:ext uri="{FF2B5EF4-FFF2-40B4-BE49-F238E27FC236}">
                        <a16:creationId xmlns:a16="http://schemas.microsoft.com/office/drawing/2014/main" id="{116FBE09-4F77-D783-F4F5-51CF83AF005C}"/>
                      </a:ext>
                    </a:extLst>
                  </p:cNvPr>
                  <p:cNvSpPr/>
                  <p:nvPr/>
                </p:nvSpPr>
                <p:spPr>
                  <a:xfrm flipV="1">
                    <a:off x="4234919" y="3066364"/>
                    <a:ext cx="67468" cy="92524"/>
                  </a:xfrm>
                  <a:custGeom>
                    <a:avLst/>
                    <a:gdLst>
                      <a:gd name="connsiteX0" fmla="*/ 39865 w 67468"/>
                      <a:gd name="connsiteY0" fmla="*/ 79433 h 92524"/>
                      <a:gd name="connsiteX1" fmla="*/ 8234 w 67468"/>
                      <a:gd name="connsiteY1" fmla="*/ 30038 h 92524"/>
                      <a:gd name="connsiteX2" fmla="*/ 39865 w 67468"/>
                      <a:gd name="connsiteY2" fmla="*/ 30038 h 92524"/>
                      <a:gd name="connsiteX3" fmla="*/ 39865 w 67468"/>
                      <a:gd name="connsiteY3" fmla="*/ 79433 h 92524"/>
                      <a:gd name="connsiteX4" fmla="*/ 36571 w 67468"/>
                      <a:gd name="connsiteY4" fmla="*/ 90339 h 92524"/>
                      <a:gd name="connsiteX5" fmla="*/ 52327 w 67468"/>
                      <a:gd name="connsiteY5" fmla="*/ 90339 h 92524"/>
                      <a:gd name="connsiteX6" fmla="*/ 52327 w 67468"/>
                      <a:gd name="connsiteY6" fmla="*/ 30038 h 92524"/>
                      <a:gd name="connsiteX7" fmla="*/ 65543 w 67468"/>
                      <a:gd name="connsiteY7" fmla="*/ 30038 h 92524"/>
                      <a:gd name="connsiteX8" fmla="*/ 65543 w 67468"/>
                      <a:gd name="connsiteY8" fmla="*/ 19627 h 92524"/>
                      <a:gd name="connsiteX9" fmla="*/ 52327 w 67468"/>
                      <a:gd name="connsiteY9" fmla="*/ 19627 h 92524"/>
                      <a:gd name="connsiteX10" fmla="*/ 52327 w 67468"/>
                      <a:gd name="connsiteY10" fmla="*/ -2185 h 92524"/>
                      <a:gd name="connsiteX11" fmla="*/ 39865 w 67468"/>
                      <a:gd name="connsiteY11" fmla="*/ -2185 h 92524"/>
                      <a:gd name="connsiteX12" fmla="*/ 39865 w 67468"/>
                      <a:gd name="connsiteY12" fmla="*/ 19627 h 92524"/>
                      <a:gd name="connsiteX13" fmla="*/ -1926 w 67468"/>
                      <a:gd name="connsiteY13" fmla="*/ 19627 h 92524"/>
                      <a:gd name="connsiteX14" fmla="*/ -1926 w 67468"/>
                      <a:gd name="connsiteY14" fmla="*/ 31704 h 92524"/>
                      <a:gd name="connsiteX15" fmla="*/ 36571 w 67468"/>
                      <a:gd name="connsiteY15" fmla="*/ 90339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39865" y="79433"/>
                        </a:moveTo>
                        <a:lnTo>
                          <a:pt x="8234" y="30038"/>
                        </a:lnTo>
                        <a:lnTo>
                          <a:pt x="39865" y="30038"/>
                        </a:lnTo>
                        <a:lnTo>
                          <a:pt x="39865" y="79433"/>
                        </a:lnTo>
                        <a:close/>
                        <a:moveTo>
                          <a:pt x="36571" y="90339"/>
                        </a:moveTo>
                        <a:lnTo>
                          <a:pt x="52327" y="90339"/>
                        </a:lnTo>
                        <a:lnTo>
                          <a:pt x="52327" y="30038"/>
                        </a:lnTo>
                        <a:lnTo>
                          <a:pt x="65543" y="30038"/>
                        </a:lnTo>
                        <a:lnTo>
                          <a:pt x="65543" y="19627"/>
                        </a:lnTo>
                        <a:lnTo>
                          <a:pt x="52327" y="19627"/>
                        </a:lnTo>
                        <a:lnTo>
                          <a:pt x="52327" y="-2185"/>
                        </a:lnTo>
                        <a:lnTo>
                          <a:pt x="39865" y="-2185"/>
                        </a:lnTo>
                        <a:lnTo>
                          <a:pt x="39865" y="19627"/>
                        </a:lnTo>
                        <a:lnTo>
                          <a:pt x="-1926" y="19627"/>
                        </a:lnTo>
                        <a:lnTo>
                          <a:pt x="-1926" y="31704"/>
                        </a:lnTo>
                        <a:lnTo>
                          <a:pt x="36571" y="903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2" name="Freeform: Shape 71">
                    <a:extLst>
                      <a:ext uri="{FF2B5EF4-FFF2-40B4-BE49-F238E27FC236}">
                        <a16:creationId xmlns:a16="http://schemas.microsoft.com/office/drawing/2014/main" id="{F54561EF-9BB9-FEC1-7A3C-ED9E6EA52FF3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3064698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898 h 95994"/>
                      <a:gd name="connsiteX1" fmla="*/ 15502 w 63996"/>
                      <a:gd name="connsiteY1" fmla="*/ 74380 h 95994"/>
                      <a:gd name="connsiteX2" fmla="*/ 10640 w 63996"/>
                      <a:gd name="connsiteY2" fmla="*/ 45786 h 95994"/>
                      <a:gd name="connsiteX3" fmla="*/ 15502 w 63996"/>
                      <a:gd name="connsiteY3" fmla="*/ 17251 h 95994"/>
                      <a:gd name="connsiteX4" fmla="*/ 30047 w 63996"/>
                      <a:gd name="connsiteY4" fmla="*/ 7733 h 95994"/>
                      <a:gd name="connsiteX5" fmla="*/ 44652 w 63996"/>
                      <a:gd name="connsiteY5" fmla="*/ 17251 h 95994"/>
                      <a:gd name="connsiteX6" fmla="*/ 49534 w 63996"/>
                      <a:gd name="connsiteY6" fmla="*/ 45786 h 95994"/>
                      <a:gd name="connsiteX7" fmla="*/ 44652 w 63996"/>
                      <a:gd name="connsiteY7" fmla="*/ 74380 h 95994"/>
                      <a:gd name="connsiteX8" fmla="*/ 30047 w 63996"/>
                      <a:gd name="connsiteY8" fmla="*/ 83898 h 95994"/>
                      <a:gd name="connsiteX9" fmla="*/ 30047 w 63996"/>
                      <a:gd name="connsiteY9" fmla="*/ 93813 h 95994"/>
                      <a:gd name="connsiteX10" fmla="*/ 53840 w 63996"/>
                      <a:gd name="connsiteY10" fmla="*/ 81499 h 95994"/>
                      <a:gd name="connsiteX11" fmla="*/ 62055 w 63996"/>
                      <a:gd name="connsiteY11" fmla="*/ 45786 h 95994"/>
                      <a:gd name="connsiteX12" fmla="*/ 53840 w 63996"/>
                      <a:gd name="connsiteY12" fmla="*/ 10113 h 95994"/>
                      <a:gd name="connsiteX13" fmla="*/ 30047 w 63996"/>
                      <a:gd name="connsiteY13" fmla="*/ -2181 h 95994"/>
                      <a:gd name="connsiteX14" fmla="*/ 6274 w 63996"/>
                      <a:gd name="connsiteY14" fmla="*/ 10113 h 95994"/>
                      <a:gd name="connsiteX15" fmla="*/ -1941 w 63996"/>
                      <a:gd name="connsiteY15" fmla="*/ 45786 h 95994"/>
                      <a:gd name="connsiteX16" fmla="*/ 6274 w 63996"/>
                      <a:gd name="connsiteY16" fmla="*/ 81499 h 95994"/>
                      <a:gd name="connsiteX17" fmla="*/ 30047 w 63996"/>
                      <a:gd name="connsiteY17" fmla="*/ 9381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898"/>
                        </a:moveTo>
                        <a:cubicBezTo>
                          <a:pt x="23605" y="83898"/>
                          <a:pt x="18756" y="80725"/>
                          <a:pt x="15502" y="74380"/>
                        </a:cubicBezTo>
                        <a:cubicBezTo>
                          <a:pt x="12261" y="68048"/>
                          <a:pt x="10640" y="58516"/>
                          <a:pt x="10640" y="45786"/>
                        </a:cubicBezTo>
                        <a:cubicBezTo>
                          <a:pt x="10640" y="33108"/>
                          <a:pt x="12261" y="23597"/>
                          <a:pt x="15502" y="17251"/>
                        </a:cubicBezTo>
                        <a:cubicBezTo>
                          <a:pt x="18756" y="10906"/>
                          <a:pt x="23605" y="7733"/>
                          <a:pt x="30047" y="7733"/>
                        </a:cubicBezTo>
                        <a:cubicBezTo>
                          <a:pt x="36543" y="7733"/>
                          <a:pt x="41411" y="10906"/>
                          <a:pt x="44652" y="17251"/>
                        </a:cubicBezTo>
                        <a:cubicBezTo>
                          <a:pt x="47907" y="23597"/>
                          <a:pt x="49534" y="33108"/>
                          <a:pt x="49534" y="45786"/>
                        </a:cubicBezTo>
                        <a:cubicBezTo>
                          <a:pt x="49534" y="58516"/>
                          <a:pt x="47907" y="68048"/>
                          <a:pt x="44652" y="74380"/>
                        </a:cubicBezTo>
                        <a:cubicBezTo>
                          <a:pt x="41411" y="80725"/>
                          <a:pt x="36543" y="83898"/>
                          <a:pt x="30047" y="83898"/>
                        </a:cubicBezTo>
                        <a:close/>
                        <a:moveTo>
                          <a:pt x="30047" y="93813"/>
                        </a:moveTo>
                        <a:cubicBezTo>
                          <a:pt x="40432" y="93813"/>
                          <a:pt x="48363" y="89708"/>
                          <a:pt x="53840" y="81499"/>
                        </a:cubicBezTo>
                        <a:cubicBezTo>
                          <a:pt x="59317" y="73303"/>
                          <a:pt x="62055" y="61398"/>
                          <a:pt x="62055" y="45786"/>
                        </a:cubicBezTo>
                        <a:cubicBezTo>
                          <a:pt x="62055" y="30213"/>
                          <a:pt x="59317" y="18322"/>
                          <a:pt x="53840" y="10113"/>
                        </a:cubicBezTo>
                        <a:cubicBezTo>
                          <a:pt x="48363" y="1917"/>
                          <a:pt x="40432" y="-2181"/>
                          <a:pt x="30047" y="-2181"/>
                        </a:cubicBezTo>
                        <a:cubicBezTo>
                          <a:pt x="19675" y="-2181"/>
                          <a:pt x="11751" y="1917"/>
                          <a:pt x="6274" y="10113"/>
                        </a:cubicBezTo>
                        <a:cubicBezTo>
                          <a:pt x="797" y="18322"/>
                          <a:pt x="-1941" y="30213"/>
                          <a:pt x="-1941" y="45786"/>
                        </a:cubicBezTo>
                        <a:cubicBezTo>
                          <a:pt x="-1941" y="61398"/>
                          <a:pt x="797" y="73303"/>
                          <a:pt x="6274" y="81499"/>
                        </a:cubicBezTo>
                        <a:cubicBezTo>
                          <a:pt x="11751" y="89708"/>
                          <a:pt x="19675" y="93813"/>
                          <a:pt x="30047" y="938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73" name="Graphic 2">
                <a:extLst>
                  <a:ext uri="{FF2B5EF4-FFF2-40B4-BE49-F238E27FC236}">
                    <a16:creationId xmlns:a16="http://schemas.microsoft.com/office/drawing/2014/main" id="{EB3E1B4E-E67D-100C-3C66-0C284328583D}"/>
                  </a:ext>
                </a:extLst>
              </p:cNvPr>
              <p:cNvGrpSpPr/>
              <p:nvPr/>
            </p:nvGrpSpPr>
            <p:grpSpPr>
              <a:xfrm>
                <a:off x="4157710" y="2389262"/>
                <a:ext cx="321508" cy="95994"/>
                <a:chOff x="4157710" y="2389262"/>
                <a:chExt cx="321508" cy="95994"/>
              </a:xfrm>
              <a:solidFill>
                <a:srgbClr val="000000"/>
              </a:solidFill>
            </p:grpSpPr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20F32374-4217-E1FC-065B-DAEFE5D7B9AB}"/>
                    </a:ext>
                  </a:extLst>
                </p:cNvPr>
                <p:cNvSpPr/>
                <p:nvPr/>
              </p:nvSpPr>
              <p:spPr>
                <a:xfrm>
                  <a:off x="4434768" y="2435236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95 h 12690"/>
                    <a:gd name="connsiteX1" fmla="*/ 104 w 44450"/>
                    <a:gd name="connsiteY1" fmla="*/ 9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95"/>
                      </a:moveTo>
                      <a:lnTo>
                        <a:pt x="104" y="9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75" name="Graphic 2">
                  <a:extLst>
                    <a:ext uri="{FF2B5EF4-FFF2-40B4-BE49-F238E27FC236}">
                      <a16:creationId xmlns:a16="http://schemas.microsoft.com/office/drawing/2014/main" id="{3B447802-6F5C-84BF-6AE6-45503149D5C6}"/>
                    </a:ext>
                  </a:extLst>
                </p:cNvPr>
                <p:cNvGrpSpPr/>
                <p:nvPr/>
              </p:nvGrpSpPr>
              <p:grpSpPr>
                <a:xfrm>
                  <a:off x="4157710" y="2389262"/>
                  <a:ext cx="224169" cy="95994"/>
                  <a:chOff x="4157710" y="2389262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76" name="Freeform: Shape 75">
                    <a:extLst>
                      <a:ext uri="{FF2B5EF4-FFF2-40B4-BE49-F238E27FC236}">
                        <a16:creationId xmlns:a16="http://schemas.microsoft.com/office/drawing/2014/main" id="{7A923D47-5A4B-FD15-8036-019F6011E744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2390928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136 h 94328"/>
                      <a:gd name="connsiteX1" fmla="*/ 51159 w 59908"/>
                      <a:gd name="connsiteY1" fmla="*/ 92136 h 94328"/>
                      <a:gd name="connsiteX2" fmla="*/ 51159 w 59908"/>
                      <a:gd name="connsiteY2" fmla="*/ 81587 h 94328"/>
                      <a:gd name="connsiteX3" fmla="*/ 13456 w 59908"/>
                      <a:gd name="connsiteY3" fmla="*/ 81587 h 94328"/>
                      <a:gd name="connsiteX4" fmla="*/ 13456 w 59908"/>
                      <a:gd name="connsiteY4" fmla="*/ 58922 h 94328"/>
                      <a:gd name="connsiteX5" fmla="*/ 18893 w 59908"/>
                      <a:gd name="connsiteY5" fmla="*/ 60310 h 94328"/>
                      <a:gd name="connsiteX6" fmla="*/ 24370 w 59908"/>
                      <a:gd name="connsiteY6" fmla="*/ 60766 h 94328"/>
                      <a:gd name="connsiteX7" fmla="*/ 48917 w 59908"/>
                      <a:gd name="connsiteY7" fmla="*/ 52279 h 94328"/>
                      <a:gd name="connsiteX8" fmla="*/ 57986 w 59908"/>
                      <a:gd name="connsiteY8" fmla="*/ 29297 h 94328"/>
                      <a:gd name="connsiteX9" fmla="*/ 48679 w 59908"/>
                      <a:gd name="connsiteY9" fmla="*/ 6076 h 94328"/>
                      <a:gd name="connsiteX10" fmla="*/ 22445 w 59908"/>
                      <a:gd name="connsiteY10" fmla="*/ -2193 h 94328"/>
                      <a:gd name="connsiteX11" fmla="*/ 10559 w 59908"/>
                      <a:gd name="connsiteY11" fmla="*/ -1201 h 94328"/>
                      <a:gd name="connsiteX12" fmla="*/ -1923 w 59908"/>
                      <a:gd name="connsiteY12" fmla="*/ 1773 h 94328"/>
                      <a:gd name="connsiteX13" fmla="*/ -1923 w 59908"/>
                      <a:gd name="connsiteY13" fmla="*/ 14365 h 94328"/>
                      <a:gd name="connsiteX14" fmla="*/ 9606 w 59908"/>
                      <a:gd name="connsiteY14" fmla="*/ 9844 h 94328"/>
                      <a:gd name="connsiteX15" fmla="*/ 22187 w 59908"/>
                      <a:gd name="connsiteY15" fmla="*/ 8357 h 94328"/>
                      <a:gd name="connsiteX16" fmla="*/ 39174 w 59908"/>
                      <a:gd name="connsiteY16" fmla="*/ 13988 h 94328"/>
                      <a:gd name="connsiteX17" fmla="*/ 45444 w 59908"/>
                      <a:gd name="connsiteY17" fmla="*/ 29297 h 94328"/>
                      <a:gd name="connsiteX18" fmla="*/ 39174 w 59908"/>
                      <a:gd name="connsiteY18" fmla="*/ 44585 h 94328"/>
                      <a:gd name="connsiteX19" fmla="*/ 22187 w 59908"/>
                      <a:gd name="connsiteY19" fmla="*/ 50236 h 94328"/>
                      <a:gd name="connsiteX20" fmla="*/ 12166 w 59908"/>
                      <a:gd name="connsiteY20" fmla="*/ 49126 h 94328"/>
                      <a:gd name="connsiteX21" fmla="*/ 1986 w 59908"/>
                      <a:gd name="connsiteY21" fmla="*/ 45656 h 94328"/>
                      <a:gd name="connsiteX22" fmla="*/ 1986 w 59908"/>
                      <a:gd name="connsiteY22" fmla="*/ 9213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136"/>
                        </a:moveTo>
                        <a:lnTo>
                          <a:pt x="51159" y="92136"/>
                        </a:lnTo>
                        <a:lnTo>
                          <a:pt x="51159" y="81587"/>
                        </a:lnTo>
                        <a:lnTo>
                          <a:pt x="13456" y="81587"/>
                        </a:lnTo>
                        <a:lnTo>
                          <a:pt x="13456" y="58922"/>
                        </a:lnTo>
                        <a:cubicBezTo>
                          <a:pt x="15269" y="59543"/>
                          <a:pt x="17081" y="60006"/>
                          <a:pt x="18893" y="60310"/>
                        </a:cubicBezTo>
                        <a:cubicBezTo>
                          <a:pt x="20719" y="60614"/>
                          <a:pt x="22545" y="60766"/>
                          <a:pt x="24370" y="60766"/>
                        </a:cubicBezTo>
                        <a:cubicBezTo>
                          <a:pt x="34702" y="60766"/>
                          <a:pt x="42884" y="57937"/>
                          <a:pt x="48917" y="52279"/>
                        </a:cubicBezTo>
                        <a:cubicBezTo>
                          <a:pt x="54963" y="46621"/>
                          <a:pt x="57986" y="38960"/>
                          <a:pt x="57986" y="29297"/>
                        </a:cubicBezTo>
                        <a:cubicBezTo>
                          <a:pt x="57986" y="19342"/>
                          <a:pt x="54883" y="11602"/>
                          <a:pt x="48679" y="6076"/>
                        </a:cubicBezTo>
                        <a:cubicBezTo>
                          <a:pt x="42474" y="564"/>
                          <a:pt x="33730" y="-2193"/>
                          <a:pt x="22445" y="-2193"/>
                        </a:cubicBezTo>
                        <a:cubicBezTo>
                          <a:pt x="18556" y="-2193"/>
                          <a:pt x="14594" y="-1862"/>
                          <a:pt x="10559" y="-1201"/>
                        </a:cubicBezTo>
                        <a:cubicBezTo>
                          <a:pt x="6537" y="-540"/>
                          <a:pt x="2377" y="451"/>
                          <a:pt x="-1923" y="1773"/>
                        </a:cubicBezTo>
                        <a:lnTo>
                          <a:pt x="-1923" y="14365"/>
                        </a:lnTo>
                        <a:cubicBezTo>
                          <a:pt x="1795" y="12342"/>
                          <a:pt x="5638" y="10835"/>
                          <a:pt x="9606" y="9844"/>
                        </a:cubicBezTo>
                        <a:cubicBezTo>
                          <a:pt x="13575" y="8852"/>
                          <a:pt x="17769" y="8357"/>
                          <a:pt x="22187" y="8357"/>
                        </a:cubicBezTo>
                        <a:cubicBezTo>
                          <a:pt x="29344" y="8357"/>
                          <a:pt x="35006" y="10234"/>
                          <a:pt x="39174" y="13988"/>
                        </a:cubicBezTo>
                        <a:cubicBezTo>
                          <a:pt x="43354" y="17743"/>
                          <a:pt x="45444" y="22845"/>
                          <a:pt x="45444" y="29297"/>
                        </a:cubicBezTo>
                        <a:cubicBezTo>
                          <a:pt x="45444" y="35734"/>
                          <a:pt x="43354" y="40831"/>
                          <a:pt x="39174" y="44585"/>
                        </a:cubicBezTo>
                        <a:cubicBezTo>
                          <a:pt x="35006" y="48353"/>
                          <a:pt x="29344" y="50236"/>
                          <a:pt x="22187" y="50236"/>
                        </a:cubicBezTo>
                        <a:cubicBezTo>
                          <a:pt x="18840" y="50236"/>
                          <a:pt x="15500" y="49866"/>
                          <a:pt x="12166" y="49126"/>
                        </a:cubicBezTo>
                        <a:cubicBezTo>
                          <a:pt x="8846" y="48386"/>
                          <a:pt x="5452" y="47229"/>
                          <a:pt x="1986" y="45656"/>
                        </a:cubicBezTo>
                        <a:lnTo>
                          <a:pt x="1986" y="921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7" name="Freeform: Shape 76">
                    <a:extLst>
                      <a:ext uri="{FF2B5EF4-FFF2-40B4-BE49-F238E27FC236}">
                        <a16:creationId xmlns:a16="http://schemas.microsoft.com/office/drawing/2014/main" id="{CC925E20-7A56-A3B1-B78C-199952A62278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511" y="2390928"/>
                    <a:ext cx="59908" cy="94328"/>
                  </a:xfrm>
                  <a:custGeom>
                    <a:avLst/>
                    <a:gdLst>
                      <a:gd name="connsiteX0" fmla="*/ 1993 w 59908"/>
                      <a:gd name="connsiteY0" fmla="*/ 92136 h 94328"/>
                      <a:gd name="connsiteX1" fmla="*/ 51166 w 59908"/>
                      <a:gd name="connsiteY1" fmla="*/ 92136 h 94328"/>
                      <a:gd name="connsiteX2" fmla="*/ 51166 w 59908"/>
                      <a:gd name="connsiteY2" fmla="*/ 81587 h 94328"/>
                      <a:gd name="connsiteX3" fmla="*/ 13463 w 59908"/>
                      <a:gd name="connsiteY3" fmla="*/ 81587 h 94328"/>
                      <a:gd name="connsiteX4" fmla="*/ 13463 w 59908"/>
                      <a:gd name="connsiteY4" fmla="*/ 58922 h 94328"/>
                      <a:gd name="connsiteX5" fmla="*/ 18900 w 59908"/>
                      <a:gd name="connsiteY5" fmla="*/ 60310 h 94328"/>
                      <a:gd name="connsiteX6" fmla="*/ 24377 w 59908"/>
                      <a:gd name="connsiteY6" fmla="*/ 60766 h 94328"/>
                      <a:gd name="connsiteX7" fmla="*/ 48923 w 59908"/>
                      <a:gd name="connsiteY7" fmla="*/ 52279 h 94328"/>
                      <a:gd name="connsiteX8" fmla="*/ 57992 w 59908"/>
                      <a:gd name="connsiteY8" fmla="*/ 29297 h 94328"/>
                      <a:gd name="connsiteX9" fmla="*/ 48685 w 59908"/>
                      <a:gd name="connsiteY9" fmla="*/ 6076 h 94328"/>
                      <a:gd name="connsiteX10" fmla="*/ 22452 w 59908"/>
                      <a:gd name="connsiteY10" fmla="*/ -2193 h 94328"/>
                      <a:gd name="connsiteX11" fmla="*/ 10565 w 59908"/>
                      <a:gd name="connsiteY11" fmla="*/ -1201 h 94328"/>
                      <a:gd name="connsiteX12" fmla="*/ -1916 w 59908"/>
                      <a:gd name="connsiteY12" fmla="*/ 1773 h 94328"/>
                      <a:gd name="connsiteX13" fmla="*/ -1916 w 59908"/>
                      <a:gd name="connsiteY13" fmla="*/ 14365 h 94328"/>
                      <a:gd name="connsiteX14" fmla="*/ 9613 w 59908"/>
                      <a:gd name="connsiteY14" fmla="*/ 9844 h 94328"/>
                      <a:gd name="connsiteX15" fmla="*/ 22194 w 59908"/>
                      <a:gd name="connsiteY15" fmla="*/ 8357 h 94328"/>
                      <a:gd name="connsiteX16" fmla="*/ 39180 w 59908"/>
                      <a:gd name="connsiteY16" fmla="*/ 13988 h 94328"/>
                      <a:gd name="connsiteX17" fmla="*/ 45451 w 59908"/>
                      <a:gd name="connsiteY17" fmla="*/ 29297 h 94328"/>
                      <a:gd name="connsiteX18" fmla="*/ 39180 w 59908"/>
                      <a:gd name="connsiteY18" fmla="*/ 44585 h 94328"/>
                      <a:gd name="connsiteX19" fmla="*/ 22194 w 59908"/>
                      <a:gd name="connsiteY19" fmla="*/ 50236 h 94328"/>
                      <a:gd name="connsiteX20" fmla="*/ 12173 w 59908"/>
                      <a:gd name="connsiteY20" fmla="*/ 49126 h 94328"/>
                      <a:gd name="connsiteX21" fmla="*/ 1993 w 59908"/>
                      <a:gd name="connsiteY21" fmla="*/ 45656 h 94328"/>
                      <a:gd name="connsiteX22" fmla="*/ 1993 w 59908"/>
                      <a:gd name="connsiteY22" fmla="*/ 9213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93" y="92136"/>
                        </a:moveTo>
                        <a:lnTo>
                          <a:pt x="51166" y="92136"/>
                        </a:lnTo>
                        <a:lnTo>
                          <a:pt x="51166" y="81587"/>
                        </a:lnTo>
                        <a:lnTo>
                          <a:pt x="13463" y="81587"/>
                        </a:lnTo>
                        <a:lnTo>
                          <a:pt x="13463" y="58922"/>
                        </a:lnTo>
                        <a:cubicBezTo>
                          <a:pt x="15275" y="59543"/>
                          <a:pt x="17087" y="60006"/>
                          <a:pt x="18900" y="60310"/>
                        </a:cubicBezTo>
                        <a:cubicBezTo>
                          <a:pt x="20725" y="60614"/>
                          <a:pt x="22551" y="60766"/>
                          <a:pt x="24377" y="60766"/>
                        </a:cubicBezTo>
                        <a:cubicBezTo>
                          <a:pt x="34709" y="60766"/>
                          <a:pt x="42891" y="57937"/>
                          <a:pt x="48923" y="52279"/>
                        </a:cubicBezTo>
                        <a:cubicBezTo>
                          <a:pt x="54969" y="46621"/>
                          <a:pt x="57992" y="38960"/>
                          <a:pt x="57992" y="29297"/>
                        </a:cubicBezTo>
                        <a:cubicBezTo>
                          <a:pt x="57992" y="19342"/>
                          <a:pt x="54890" y="11602"/>
                          <a:pt x="48685" y="6076"/>
                        </a:cubicBezTo>
                        <a:cubicBezTo>
                          <a:pt x="42481" y="564"/>
                          <a:pt x="33736" y="-2193"/>
                          <a:pt x="22452" y="-2193"/>
                        </a:cubicBezTo>
                        <a:cubicBezTo>
                          <a:pt x="18562" y="-2193"/>
                          <a:pt x="14600" y="-1862"/>
                          <a:pt x="10565" y="-1201"/>
                        </a:cubicBezTo>
                        <a:cubicBezTo>
                          <a:pt x="6544" y="-540"/>
                          <a:pt x="2383" y="451"/>
                          <a:pt x="-1916" y="1773"/>
                        </a:cubicBezTo>
                        <a:lnTo>
                          <a:pt x="-1916" y="14365"/>
                        </a:lnTo>
                        <a:cubicBezTo>
                          <a:pt x="1801" y="12342"/>
                          <a:pt x="5644" y="10835"/>
                          <a:pt x="9613" y="9844"/>
                        </a:cubicBezTo>
                        <a:cubicBezTo>
                          <a:pt x="13582" y="8852"/>
                          <a:pt x="17775" y="8357"/>
                          <a:pt x="22194" y="8357"/>
                        </a:cubicBezTo>
                        <a:cubicBezTo>
                          <a:pt x="29351" y="8357"/>
                          <a:pt x="35013" y="10234"/>
                          <a:pt x="39180" y="13988"/>
                        </a:cubicBezTo>
                        <a:cubicBezTo>
                          <a:pt x="43360" y="17743"/>
                          <a:pt x="45451" y="22845"/>
                          <a:pt x="45451" y="29297"/>
                        </a:cubicBezTo>
                        <a:cubicBezTo>
                          <a:pt x="45451" y="35734"/>
                          <a:pt x="43360" y="40831"/>
                          <a:pt x="39180" y="44585"/>
                        </a:cubicBezTo>
                        <a:cubicBezTo>
                          <a:pt x="35013" y="48353"/>
                          <a:pt x="29351" y="50236"/>
                          <a:pt x="22194" y="50236"/>
                        </a:cubicBezTo>
                        <a:cubicBezTo>
                          <a:pt x="18847" y="50236"/>
                          <a:pt x="15506" y="49866"/>
                          <a:pt x="12173" y="49126"/>
                        </a:cubicBezTo>
                        <a:cubicBezTo>
                          <a:pt x="8852" y="48386"/>
                          <a:pt x="5459" y="47229"/>
                          <a:pt x="1993" y="45656"/>
                        </a:cubicBezTo>
                        <a:lnTo>
                          <a:pt x="1993" y="921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78" name="Freeform: Shape 77">
                    <a:extLst>
                      <a:ext uri="{FF2B5EF4-FFF2-40B4-BE49-F238E27FC236}">
                        <a16:creationId xmlns:a16="http://schemas.microsoft.com/office/drawing/2014/main" id="{B021D00B-A7E4-C87D-26FF-21F4F9863EC8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2389262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845 h 95994"/>
                      <a:gd name="connsiteX1" fmla="*/ 15502 w 63996"/>
                      <a:gd name="connsiteY1" fmla="*/ 74327 h 95994"/>
                      <a:gd name="connsiteX2" fmla="*/ 10640 w 63996"/>
                      <a:gd name="connsiteY2" fmla="*/ 45733 h 95994"/>
                      <a:gd name="connsiteX3" fmla="*/ 15502 w 63996"/>
                      <a:gd name="connsiteY3" fmla="*/ 17198 h 95994"/>
                      <a:gd name="connsiteX4" fmla="*/ 30047 w 63996"/>
                      <a:gd name="connsiteY4" fmla="*/ 7680 h 95994"/>
                      <a:gd name="connsiteX5" fmla="*/ 44652 w 63996"/>
                      <a:gd name="connsiteY5" fmla="*/ 17198 h 95994"/>
                      <a:gd name="connsiteX6" fmla="*/ 49534 w 63996"/>
                      <a:gd name="connsiteY6" fmla="*/ 45733 h 95994"/>
                      <a:gd name="connsiteX7" fmla="*/ 44652 w 63996"/>
                      <a:gd name="connsiteY7" fmla="*/ 74327 h 95994"/>
                      <a:gd name="connsiteX8" fmla="*/ 30047 w 63996"/>
                      <a:gd name="connsiteY8" fmla="*/ 83845 h 95994"/>
                      <a:gd name="connsiteX9" fmla="*/ 30047 w 63996"/>
                      <a:gd name="connsiteY9" fmla="*/ 93760 h 95994"/>
                      <a:gd name="connsiteX10" fmla="*/ 53840 w 63996"/>
                      <a:gd name="connsiteY10" fmla="*/ 81445 h 95994"/>
                      <a:gd name="connsiteX11" fmla="*/ 62055 w 63996"/>
                      <a:gd name="connsiteY11" fmla="*/ 45733 h 95994"/>
                      <a:gd name="connsiteX12" fmla="*/ 53840 w 63996"/>
                      <a:gd name="connsiteY12" fmla="*/ 10060 h 95994"/>
                      <a:gd name="connsiteX13" fmla="*/ 30047 w 63996"/>
                      <a:gd name="connsiteY13" fmla="*/ -2235 h 95994"/>
                      <a:gd name="connsiteX14" fmla="*/ 6274 w 63996"/>
                      <a:gd name="connsiteY14" fmla="*/ 10060 h 95994"/>
                      <a:gd name="connsiteX15" fmla="*/ -1941 w 63996"/>
                      <a:gd name="connsiteY15" fmla="*/ 45733 h 95994"/>
                      <a:gd name="connsiteX16" fmla="*/ 6274 w 63996"/>
                      <a:gd name="connsiteY16" fmla="*/ 81445 h 95994"/>
                      <a:gd name="connsiteX17" fmla="*/ 30047 w 63996"/>
                      <a:gd name="connsiteY17" fmla="*/ 9376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845"/>
                        </a:moveTo>
                        <a:cubicBezTo>
                          <a:pt x="23605" y="83845"/>
                          <a:pt x="18756" y="80672"/>
                          <a:pt x="15502" y="74327"/>
                        </a:cubicBezTo>
                        <a:cubicBezTo>
                          <a:pt x="12261" y="67995"/>
                          <a:pt x="10640" y="58463"/>
                          <a:pt x="10640" y="45733"/>
                        </a:cubicBezTo>
                        <a:cubicBezTo>
                          <a:pt x="10640" y="33055"/>
                          <a:pt x="12261" y="23544"/>
                          <a:pt x="15502" y="17198"/>
                        </a:cubicBezTo>
                        <a:cubicBezTo>
                          <a:pt x="18756" y="10853"/>
                          <a:pt x="23605" y="7680"/>
                          <a:pt x="30047" y="7680"/>
                        </a:cubicBezTo>
                        <a:cubicBezTo>
                          <a:pt x="36543" y="7680"/>
                          <a:pt x="41411" y="10853"/>
                          <a:pt x="44652" y="17198"/>
                        </a:cubicBezTo>
                        <a:cubicBezTo>
                          <a:pt x="47907" y="23544"/>
                          <a:pt x="49534" y="33055"/>
                          <a:pt x="49534" y="45733"/>
                        </a:cubicBezTo>
                        <a:cubicBezTo>
                          <a:pt x="49534" y="58463"/>
                          <a:pt x="47907" y="67995"/>
                          <a:pt x="44652" y="74327"/>
                        </a:cubicBezTo>
                        <a:cubicBezTo>
                          <a:pt x="41411" y="80672"/>
                          <a:pt x="36543" y="83845"/>
                          <a:pt x="30047" y="83845"/>
                        </a:cubicBezTo>
                        <a:close/>
                        <a:moveTo>
                          <a:pt x="30047" y="93760"/>
                        </a:moveTo>
                        <a:cubicBezTo>
                          <a:pt x="40432" y="93760"/>
                          <a:pt x="48363" y="89655"/>
                          <a:pt x="53840" y="81445"/>
                        </a:cubicBezTo>
                        <a:cubicBezTo>
                          <a:pt x="59317" y="73249"/>
                          <a:pt x="62055" y="61345"/>
                          <a:pt x="62055" y="45733"/>
                        </a:cubicBezTo>
                        <a:cubicBezTo>
                          <a:pt x="62055" y="30160"/>
                          <a:pt x="59317" y="18269"/>
                          <a:pt x="53840" y="10060"/>
                        </a:cubicBezTo>
                        <a:cubicBezTo>
                          <a:pt x="48363" y="1863"/>
                          <a:pt x="40432" y="-2235"/>
                          <a:pt x="30047" y="-2235"/>
                        </a:cubicBezTo>
                        <a:cubicBezTo>
                          <a:pt x="19675" y="-2235"/>
                          <a:pt x="11751" y="1863"/>
                          <a:pt x="6274" y="10060"/>
                        </a:cubicBezTo>
                        <a:cubicBezTo>
                          <a:pt x="797" y="18269"/>
                          <a:pt x="-1941" y="30160"/>
                          <a:pt x="-1941" y="45733"/>
                        </a:cubicBezTo>
                        <a:cubicBezTo>
                          <a:pt x="-1941" y="61345"/>
                          <a:pt x="797" y="73249"/>
                          <a:pt x="6274" y="81445"/>
                        </a:cubicBezTo>
                        <a:cubicBezTo>
                          <a:pt x="11751" y="89655"/>
                          <a:pt x="19675" y="93760"/>
                          <a:pt x="30047" y="9376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79" name="Graphic 2">
                <a:extLst>
                  <a:ext uri="{FF2B5EF4-FFF2-40B4-BE49-F238E27FC236}">
                    <a16:creationId xmlns:a16="http://schemas.microsoft.com/office/drawing/2014/main" id="{16D0E5E5-A990-3B9A-6147-C7B730EF6039}"/>
                  </a:ext>
                </a:extLst>
              </p:cNvPr>
              <p:cNvGrpSpPr/>
              <p:nvPr/>
            </p:nvGrpSpPr>
            <p:grpSpPr>
              <a:xfrm>
                <a:off x="4157710" y="1713826"/>
                <a:ext cx="321508" cy="95994"/>
                <a:chOff x="4157710" y="1713826"/>
                <a:chExt cx="321508" cy="95994"/>
              </a:xfrm>
              <a:solidFill>
                <a:srgbClr val="000000"/>
              </a:solidFill>
            </p:grpSpPr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1B13FB24-F5AB-60D6-2E83-90CFA2FD6061}"/>
                    </a:ext>
                  </a:extLst>
                </p:cNvPr>
                <p:cNvSpPr/>
                <p:nvPr/>
              </p:nvSpPr>
              <p:spPr>
                <a:xfrm>
                  <a:off x="4434768" y="1759800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41 h 12690"/>
                    <a:gd name="connsiteX1" fmla="*/ 104 w 44450"/>
                    <a:gd name="connsiteY1" fmla="*/ 41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41"/>
                      </a:moveTo>
                      <a:lnTo>
                        <a:pt x="104" y="41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81" name="Graphic 2">
                  <a:extLst>
                    <a:ext uri="{FF2B5EF4-FFF2-40B4-BE49-F238E27FC236}">
                      <a16:creationId xmlns:a16="http://schemas.microsoft.com/office/drawing/2014/main" id="{1A027BF6-B782-63C7-BE55-BB3AC6DA82FD}"/>
                    </a:ext>
                  </a:extLst>
                </p:cNvPr>
                <p:cNvGrpSpPr/>
                <p:nvPr/>
              </p:nvGrpSpPr>
              <p:grpSpPr>
                <a:xfrm>
                  <a:off x="4157710" y="1713826"/>
                  <a:ext cx="224169" cy="95994"/>
                  <a:chOff x="4157710" y="1713826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82" name="Freeform: Shape 81">
                    <a:extLst>
                      <a:ext uri="{FF2B5EF4-FFF2-40B4-BE49-F238E27FC236}">
                        <a16:creationId xmlns:a16="http://schemas.microsoft.com/office/drawing/2014/main" id="{184D0DC5-C697-7A33-6F9D-4F15A8424F14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1715492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083 h 94328"/>
                      <a:gd name="connsiteX1" fmla="*/ 51159 w 59908"/>
                      <a:gd name="connsiteY1" fmla="*/ 92083 h 94328"/>
                      <a:gd name="connsiteX2" fmla="*/ 51159 w 59908"/>
                      <a:gd name="connsiteY2" fmla="*/ 81533 h 94328"/>
                      <a:gd name="connsiteX3" fmla="*/ 13456 w 59908"/>
                      <a:gd name="connsiteY3" fmla="*/ 81533 h 94328"/>
                      <a:gd name="connsiteX4" fmla="*/ 13456 w 59908"/>
                      <a:gd name="connsiteY4" fmla="*/ 58868 h 94328"/>
                      <a:gd name="connsiteX5" fmla="*/ 18893 w 59908"/>
                      <a:gd name="connsiteY5" fmla="*/ 60257 h 94328"/>
                      <a:gd name="connsiteX6" fmla="*/ 24370 w 59908"/>
                      <a:gd name="connsiteY6" fmla="*/ 60713 h 94328"/>
                      <a:gd name="connsiteX7" fmla="*/ 48917 w 59908"/>
                      <a:gd name="connsiteY7" fmla="*/ 52226 h 94328"/>
                      <a:gd name="connsiteX8" fmla="*/ 57986 w 59908"/>
                      <a:gd name="connsiteY8" fmla="*/ 29243 h 94328"/>
                      <a:gd name="connsiteX9" fmla="*/ 48679 w 59908"/>
                      <a:gd name="connsiteY9" fmla="*/ 6023 h 94328"/>
                      <a:gd name="connsiteX10" fmla="*/ 22445 w 59908"/>
                      <a:gd name="connsiteY10" fmla="*/ -2246 h 94328"/>
                      <a:gd name="connsiteX11" fmla="*/ 10559 w 59908"/>
                      <a:gd name="connsiteY11" fmla="*/ -1254 h 94328"/>
                      <a:gd name="connsiteX12" fmla="*/ -1923 w 59908"/>
                      <a:gd name="connsiteY12" fmla="*/ 1720 h 94328"/>
                      <a:gd name="connsiteX13" fmla="*/ -1923 w 59908"/>
                      <a:gd name="connsiteY13" fmla="*/ 14312 h 94328"/>
                      <a:gd name="connsiteX14" fmla="*/ 9606 w 59908"/>
                      <a:gd name="connsiteY14" fmla="*/ 9791 h 94328"/>
                      <a:gd name="connsiteX15" fmla="*/ 22187 w 59908"/>
                      <a:gd name="connsiteY15" fmla="*/ 8303 h 94328"/>
                      <a:gd name="connsiteX16" fmla="*/ 39174 w 59908"/>
                      <a:gd name="connsiteY16" fmla="*/ 13935 h 94328"/>
                      <a:gd name="connsiteX17" fmla="*/ 45444 w 59908"/>
                      <a:gd name="connsiteY17" fmla="*/ 29243 h 94328"/>
                      <a:gd name="connsiteX18" fmla="*/ 39174 w 59908"/>
                      <a:gd name="connsiteY18" fmla="*/ 44532 h 94328"/>
                      <a:gd name="connsiteX19" fmla="*/ 22187 w 59908"/>
                      <a:gd name="connsiteY19" fmla="*/ 50183 h 94328"/>
                      <a:gd name="connsiteX20" fmla="*/ 12166 w 59908"/>
                      <a:gd name="connsiteY20" fmla="*/ 49073 h 94328"/>
                      <a:gd name="connsiteX21" fmla="*/ 1986 w 59908"/>
                      <a:gd name="connsiteY21" fmla="*/ 45603 h 94328"/>
                      <a:gd name="connsiteX22" fmla="*/ 1986 w 59908"/>
                      <a:gd name="connsiteY22" fmla="*/ 92083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083"/>
                        </a:moveTo>
                        <a:lnTo>
                          <a:pt x="51159" y="92083"/>
                        </a:lnTo>
                        <a:lnTo>
                          <a:pt x="51159" y="81533"/>
                        </a:lnTo>
                        <a:lnTo>
                          <a:pt x="13456" y="81533"/>
                        </a:lnTo>
                        <a:lnTo>
                          <a:pt x="13456" y="58868"/>
                        </a:lnTo>
                        <a:cubicBezTo>
                          <a:pt x="15269" y="59490"/>
                          <a:pt x="17081" y="59952"/>
                          <a:pt x="18893" y="60257"/>
                        </a:cubicBezTo>
                        <a:cubicBezTo>
                          <a:pt x="20719" y="60561"/>
                          <a:pt x="22545" y="60713"/>
                          <a:pt x="24370" y="60713"/>
                        </a:cubicBezTo>
                        <a:cubicBezTo>
                          <a:pt x="34702" y="60713"/>
                          <a:pt x="42884" y="57884"/>
                          <a:pt x="48917" y="52226"/>
                        </a:cubicBezTo>
                        <a:cubicBezTo>
                          <a:pt x="54963" y="46568"/>
                          <a:pt x="57986" y="38907"/>
                          <a:pt x="57986" y="29243"/>
                        </a:cubicBezTo>
                        <a:cubicBezTo>
                          <a:pt x="57986" y="19289"/>
                          <a:pt x="54883" y="11549"/>
                          <a:pt x="48679" y="6023"/>
                        </a:cubicBezTo>
                        <a:cubicBezTo>
                          <a:pt x="42474" y="510"/>
                          <a:pt x="33730" y="-2246"/>
                          <a:pt x="22445" y="-2246"/>
                        </a:cubicBezTo>
                        <a:cubicBezTo>
                          <a:pt x="18556" y="-2246"/>
                          <a:pt x="14594" y="-1915"/>
                          <a:pt x="10559" y="-1254"/>
                        </a:cubicBezTo>
                        <a:cubicBezTo>
                          <a:pt x="6537" y="-593"/>
                          <a:pt x="2377" y="398"/>
                          <a:pt x="-1923" y="1720"/>
                        </a:cubicBezTo>
                        <a:lnTo>
                          <a:pt x="-1923" y="14312"/>
                        </a:lnTo>
                        <a:cubicBezTo>
                          <a:pt x="1795" y="12289"/>
                          <a:pt x="5638" y="10782"/>
                          <a:pt x="9606" y="9791"/>
                        </a:cubicBezTo>
                        <a:cubicBezTo>
                          <a:pt x="13575" y="8799"/>
                          <a:pt x="17769" y="8303"/>
                          <a:pt x="22187" y="8303"/>
                        </a:cubicBezTo>
                        <a:cubicBezTo>
                          <a:pt x="29344" y="8303"/>
                          <a:pt x="35006" y="10181"/>
                          <a:pt x="39174" y="13935"/>
                        </a:cubicBezTo>
                        <a:cubicBezTo>
                          <a:pt x="43354" y="17689"/>
                          <a:pt x="45444" y="22792"/>
                          <a:pt x="45444" y="29243"/>
                        </a:cubicBezTo>
                        <a:cubicBezTo>
                          <a:pt x="45444" y="35681"/>
                          <a:pt x="43354" y="40777"/>
                          <a:pt x="39174" y="44532"/>
                        </a:cubicBezTo>
                        <a:cubicBezTo>
                          <a:pt x="35006" y="48299"/>
                          <a:pt x="29344" y="50183"/>
                          <a:pt x="22187" y="50183"/>
                        </a:cubicBezTo>
                        <a:cubicBezTo>
                          <a:pt x="18840" y="50183"/>
                          <a:pt x="15500" y="49813"/>
                          <a:pt x="12166" y="49073"/>
                        </a:cubicBezTo>
                        <a:cubicBezTo>
                          <a:pt x="8846" y="48332"/>
                          <a:pt x="5452" y="47176"/>
                          <a:pt x="1986" y="45603"/>
                        </a:cubicBezTo>
                        <a:lnTo>
                          <a:pt x="1986" y="9208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3" name="Freeform: Shape 82">
                    <a:extLst>
                      <a:ext uri="{FF2B5EF4-FFF2-40B4-BE49-F238E27FC236}">
                        <a16:creationId xmlns:a16="http://schemas.microsoft.com/office/drawing/2014/main" id="{ED93815E-50AC-786A-5FB1-21F54846382C}"/>
                      </a:ext>
                    </a:extLst>
                  </p:cNvPr>
                  <p:cNvSpPr/>
                  <p:nvPr/>
                </p:nvSpPr>
                <p:spPr>
                  <a:xfrm flipV="1">
                    <a:off x="4237579" y="1713826"/>
                    <a:ext cx="63936" cy="95994"/>
                  </a:xfrm>
                  <a:custGeom>
                    <a:avLst/>
                    <a:gdLst>
                      <a:gd name="connsiteX0" fmla="*/ 31089 w 63936"/>
                      <a:gd name="connsiteY0" fmla="*/ 50756 h 95994"/>
                      <a:gd name="connsiteX1" fmla="*/ 17714 w 63936"/>
                      <a:gd name="connsiteY1" fmla="*/ 44985 h 95994"/>
                      <a:gd name="connsiteX2" fmla="*/ 12793 w 63936"/>
                      <a:gd name="connsiteY2" fmla="*/ 29201 h 95994"/>
                      <a:gd name="connsiteX3" fmla="*/ 17714 w 63936"/>
                      <a:gd name="connsiteY3" fmla="*/ 13417 h 95994"/>
                      <a:gd name="connsiteX4" fmla="*/ 31089 w 63936"/>
                      <a:gd name="connsiteY4" fmla="*/ 7627 h 95994"/>
                      <a:gd name="connsiteX5" fmla="*/ 44444 w 63936"/>
                      <a:gd name="connsiteY5" fmla="*/ 13417 h 95994"/>
                      <a:gd name="connsiteX6" fmla="*/ 49365 w 63936"/>
                      <a:gd name="connsiteY6" fmla="*/ 29201 h 95994"/>
                      <a:gd name="connsiteX7" fmla="*/ 44444 w 63936"/>
                      <a:gd name="connsiteY7" fmla="*/ 44985 h 95994"/>
                      <a:gd name="connsiteX8" fmla="*/ 31089 w 63936"/>
                      <a:gd name="connsiteY8" fmla="*/ 50756 h 95994"/>
                      <a:gd name="connsiteX9" fmla="*/ 55953 w 63936"/>
                      <a:gd name="connsiteY9" fmla="*/ 89998 h 95994"/>
                      <a:gd name="connsiteX10" fmla="*/ 55953 w 63936"/>
                      <a:gd name="connsiteY10" fmla="*/ 78596 h 95994"/>
                      <a:gd name="connsiteX11" fmla="*/ 46428 w 63936"/>
                      <a:gd name="connsiteY11" fmla="*/ 81987 h 95994"/>
                      <a:gd name="connsiteX12" fmla="*/ 36903 w 63936"/>
                      <a:gd name="connsiteY12" fmla="*/ 83177 h 95994"/>
                      <a:gd name="connsiteX13" fmla="*/ 17952 w 63936"/>
                      <a:gd name="connsiteY13" fmla="*/ 74809 h 95994"/>
                      <a:gd name="connsiteX14" fmla="*/ 10491 w 63936"/>
                      <a:gd name="connsiteY14" fmla="*/ 49526 h 95994"/>
                      <a:gd name="connsiteX15" fmla="*/ 19659 w 63936"/>
                      <a:gd name="connsiteY15" fmla="*/ 57795 h 95994"/>
                      <a:gd name="connsiteX16" fmla="*/ 31823 w 63936"/>
                      <a:gd name="connsiteY16" fmla="*/ 60671 h 95994"/>
                      <a:gd name="connsiteX17" fmla="*/ 53869 w 63936"/>
                      <a:gd name="connsiteY17" fmla="*/ 52203 h 95994"/>
                      <a:gd name="connsiteX18" fmla="*/ 61966 w 63936"/>
                      <a:gd name="connsiteY18" fmla="*/ 29201 h 95994"/>
                      <a:gd name="connsiteX19" fmla="*/ 53532 w 63936"/>
                      <a:gd name="connsiteY19" fmla="*/ 6318 h 95994"/>
                      <a:gd name="connsiteX20" fmla="*/ 31089 w 63936"/>
                      <a:gd name="connsiteY20" fmla="*/ -2288 h 95994"/>
                      <a:gd name="connsiteX21" fmla="*/ 6522 w 63936"/>
                      <a:gd name="connsiteY21" fmla="*/ 10006 h 95994"/>
                      <a:gd name="connsiteX22" fmla="*/ -1971 w 63936"/>
                      <a:gd name="connsiteY22" fmla="*/ 45679 h 95994"/>
                      <a:gd name="connsiteX23" fmla="*/ 8447 w 63936"/>
                      <a:gd name="connsiteY23" fmla="*/ 80659 h 95994"/>
                      <a:gd name="connsiteX24" fmla="*/ 36407 w 63936"/>
                      <a:gd name="connsiteY24" fmla="*/ 93706 h 95994"/>
                      <a:gd name="connsiteX25" fmla="*/ 45932 w 63936"/>
                      <a:gd name="connsiteY25" fmla="*/ 92774 h 95994"/>
                      <a:gd name="connsiteX26" fmla="*/ 55953 w 63936"/>
                      <a:gd name="connsiteY26" fmla="*/ 8999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936" h="95994">
                        <a:moveTo>
                          <a:pt x="31089" y="50756"/>
                        </a:moveTo>
                        <a:cubicBezTo>
                          <a:pt x="25466" y="50756"/>
                          <a:pt x="21008" y="48832"/>
                          <a:pt x="17714" y="44985"/>
                        </a:cubicBezTo>
                        <a:cubicBezTo>
                          <a:pt x="14433" y="41152"/>
                          <a:pt x="12793" y="35890"/>
                          <a:pt x="12793" y="29201"/>
                        </a:cubicBezTo>
                        <a:cubicBezTo>
                          <a:pt x="12793" y="22552"/>
                          <a:pt x="14433" y="17290"/>
                          <a:pt x="17714" y="13417"/>
                        </a:cubicBezTo>
                        <a:cubicBezTo>
                          <a:pt x="21008" y="9557"/>
                          <a:pt x="25466" y="7627"/>
                          <a:pt x="31089" y="7627"/>
                        </a:cubicBezTo>
                        <a:cubicBezTo>
                          <a:pt x="36711" y="7627"/>
                          <a:pt x="41163" y="9557"/>
                          <a:pt x="44444" y="13417"/>
                        </a:cubicBezTo>
                        <a:cubicBezTo>
                          <a:pt x="47725" y="17290"/>
                          <a:pt x="49365" y="22552"/>
                          <a:pt x="49365" y="29201"/>
                        </a:cubicBezTo>
                        <a:cubicBezTo>
                          <a:pt x="49365" y="35890"/>
                          <a:pt x="47725" y="41152"/>
                          <a:pt x="44444" y="44985"/>
                        </a:cubicBezTo>
                        <a:cubicBezTo>
                          <a:pt x="41163" y="48832"/>
                          <a:pt x="36711" y="50756"/>
                          <a:pt x="31089" y="50756"/>
                        </a:cubicBezTo>
                        <a:close/>
                        <a:moveTo>
                          <a:pt x="55953" y="89998"/>
                        </a:moveTo>
                        <a:lnTo>
                          <a:pt x="55953" y="78596"/>
                        </a:lnTo>
                        <a:cubicBezTo>
                          <a:pt x="52805" y="80077"/>
                          <a:pt x="49630" y="81207"/>
                          <a:pt x="46428" y="81987"/>
                        </a:cubicBezTo>
                        <a:cubicBezTo>
                          <a:pt x="43227" y="82780"/>
                          <a:pt x="40052" y="83177"/>
                          <a:pt x="36903" y="83177"/>
                        </a:cubicBezTo>
                        <a:cubicBezTo>
                          <a:pt x="28635" y="83177"/>
                          <a:pt x="22318" y="80388"/>
                          <a:pt x="17952" y="74809"/>
                        </a:cubicBezTo>
                        <a:cubicBezTo>
                          <a:pt x="13600" y="69230"/>
                          <a:pt x="11113" y="60803"/>
                          <a:pt x="10491" y="49526"/>
                        </a:cubicBezTo>
                        <a:cubicBezTo>
                          <a:pt x="12925" y="53122"/>
                          <a:pt x="15981" y="55878"/>
                          <a:pt x="19659" y="57795"/>
                        </a:cubicBezTo>
                        <a:cubicBezTo>
                          <a:pt x="23350" y="59712"/>
                          <a:pt x="27405" y="60671"/>
                          <a:pt x="31823" y="60671"/>
                        </a:cubicBezTo>
                        <a:cubicBezTo>
                          <a:pt x="41123" y="60671"/>
                          <a:pt x="48472" y="57848"/>
                          <a:pt x="53869" y="52203"/>
                        </a:cubicBezTo>
                        <a:cubicBezTo>
                          <a:pt x="59267" y="46572"/>
                          <a:pt x="61966" y="38904"/>
                          <a:pt x="61966" y="29201"/>
                        </a:cubicBezTo>
                        <a:cubicBezTo>
                          <a:pt x="61966" y="19696"/>
                          <a:pt x="59155" y="12069"/>
                          <a:pt x="53532" y="6318"/>
                        </a:cubicBezTo>
                        <a:cubicBezTo>
                          <a:pt x="47910" y="581"/>
                          <a:pt x="40429" y="-2288"/>
                          <a:pt x="31089" y="-2288"/>
                        </a:cubicBezTo>
                        <a:cubicBezTo>
                          <a:pt x="20373" y="-2288"/>
                          <a:pt x="12184" y="1810"/>
                          <a:pt x="6522" y="10006"/>
                        </a:cubicBezTo>
                        <a:cubicBezTo>
                          <a:pt x="860" y="18216"/>
                          <a:pt x="-1971" y="30107"/>
                          <a:pt x="-1971" y="45679"/>
                        </a:cubicBezTo>
                        <a:cubicBezTo>
                          <a:pt x="-1971" y="60300"/>
                          <a:pt x="1502" y="71960"/>
                          <a:pt x="8447" y="80659"/>
                        </a:cubicBezTo>
                        <a:cubicBezTo>
                          <a:pt x="15392" y="89357"/>
                          <a:pt x="24712" y="93706"/>
                          <a:pt x="36407" y="93706"/>
                        </a:cubicBezTo>
                        <a:cubicBezTo>
                          <a:pt x="39556" y="93706"/>
                          <a:pt x="42731" y="93396"/>
                          <a:pt x="45932" y="92774"/>
                        </a:cubicBezTo>
                        <a:cubicBezTo>
                          <a:pt x="49133" y="92153"/>
                          <a:pt x="52474" y="91228"/>
                          <a:pt x="55953" y="8999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84" name="Freeform: Shape 83">
                    <a:extLst>
                      <a:ext uri="{FF2B5EF4-FFF2-40B4-BE49-F238E27FC236}">
                        <a16:creationId xmlns:a16="http://schemas.microsoft.com/office/drawing/2014/main" id="{48CD593E-63BE-4FFA-1731-D3497357B138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1713826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792 h 95994"/>
                      <a:gd name="connsiteX1" fmla="*/ 15502 w 63996"/>
                      <a:gd name="connsiteY1" fmla="*/ 74273 h 95994"/>
                      <a:gd name="connsiteX2" fmla="*/ 10640 w 63996"/>
                      <a:gd name="connsiteY2" fmla="*/ 45679 h 95994"/>
                      <a:gd name="connsiteX3" fmla="*/ 15502 w 63996"/>
                      <a:gd name="connsiteY3" fmla="*/ 17145 h 95994"/>
                      <a:gd name="connsiteX4" fmla="*/ 30047 w 63996"/>
                      <a:gd name="connsiteY4" fmla="*/ 7627 h 95994"/>
                      <a:gd name="connsiteX5" fmla="*/ 44652 w 63996"/>
                      <a:gd name="connsiteY5" fmla="*/ 17145 h 95994"/>
                      <a:gd name="connsiteX6" fmla="*/ 49534 w 63996"/>
                      <a:gd name="connsiteY6" fmla="*/ 45679 h 95994"/>
                      <a:gd name="connsiteX7" fmla="*/ 44652 w 63996"/>
                      <a:gd name="connsiteY7" fmla="*/ 74273 h 95994"/>
                      <a:gd name="connsiteX8" fmla="*/ 30047 w 63996"/>
                      <a:gd name="connsiteY8" fmla="*/ 83792 h 95994"/>
                      <a:gd name="connsiteX9" fmla="*/ 30047 w 63996"/>
                      <a:gd name="connsiteY9" fmla="*/ 93706 h 95994"/>
                      <a:gd name="connsiteX10" fmla="*/ 53840 w 63996"/>
                      <a:gd name="connsiteY10" fmla="*/ 81392 h 95994"/>
                      <a:gd name="connsiteX11" fmla="*/ 62055 w 63996"/>
                      <a:gd name="connsiteY11" fmla="*/ 45679 h 95994"/>
                      <a:gd name="connsiteX12" fmla="*/ 53840 w 63996"/>
                      <a:gd name="connsiteY12" fmla="*/ 10006 h 95994"/>
                      <a:gd name="connsiteX13" fmla="*/ 30047 w 63996"/>
                      <a:gd name="connsiteY13" fmla="*/ -2288 h 95994"/>
                      <a:gd name="connsiteX14" fmla="*/ 6274 w 63996"/>
                      <a:gd name="connsiteY14" fmla="*/ 10006 h 95994"/>
                      <a:gd name="connsiteX15" fmla="*/ -1941 w 63996"/>
                      <a:gd name="connsiteY15" fmla="*/ 45679 h 95994"/>
                      <a:gd name="connsiteX16" fmla="*/ 6274 w 63996"/>
                      <a:gd name="connsiteY16" fmla="*/ 81392 h 95994"/>
                      <a:gd name="connsiteX17" fmla="*/ 30047 w 63996"/>
                      <a:gd name="connsiteY17" fmla="*/ 9370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792"/>
                        </a:moveTo>
                        <a:cubicBezTo>
                          <a:pt x="23605" y="83792"/>
                          <a:pt x="18756" y="80619"/>
                          <a:pt x="15502" y="74273"/>
                        </a:cubicBezTo>
                        <a:cubicBezTo>
                          <a:pt x="12261" y="67941"/>
                          <a:pt x="10640" y="58410"/>
                          <a:pt x="10640" y="45679"/>
                        </a:cubicBezTo>
                        <a:cubicBezTo>
                          <a:pt x="10640" y="33002"/>
                          <a:pt x="12261" y="23490"/>
                          <a:pt x="15502" y="17145"/>
                        </a:cubicBezTo>
                        <a:cubicBezTo>
                          <a:pt x="18756" y="10800"/>
                          <a:pt x="23605" y="7627"/>
                          <a:pt x="30047" y="7627"/>
                        </a:cubicBezTo>
                        <a:cubicBezTo>
                          <a:pt x="36543" y="7627"/>
                          <a:pt x="41411" y="10800"/>
                          <a:pt x="44652" y="17145"/>
                        </a:cubicBezTo>
                        <a:cubicBezTo>
                          <a:pt x="47907" y="23490"/>
                          <a:pt x="49534" y="33002"/>
                          <a:pt x="49534" y="45679"/>
                        </a:cubicBezTo>
                        <a:cubicBezTo>
                          <a:pt x="49534" y="58410"/>
                          <a:pt x="47907" y="67941"/>
                          <a:pt x="44652" y="74273"/>
                        </a:cubicBezTo>
                        <a:cubicBezTo>
                          <a:pt x="41411" y="80619"/>
                          <a:pt x="36543" y="83792"/>
                          <a:pt x="30047" y="83792"/>
                        </a:cubicBezTo>
                        <a:close/>
                        <a:moveTo>
                          <a:pt x="30047" y="93706"/>
                        </a:moveTo>
                        <a:cubicBezTo>
                          <a:pt x="40432" y="93706"/>
                          <a:pt x="48363" y="89602"/>
                          <a:pt x="53840" y="81392"/>
                        </a:cubicBezTo>
                        <a:cubicBezTo>
                          <a:pt x="59317" y="73196"/>
                          <a:pt x="62055" y="61292"/>
                          <a:pt x="62055" y="45679"/>
                        </a:cubicBezTo>
                        <a:cubicBezTo>
                          <a:pt x="62055" y="30107"/>
                          <a:pt x="59317" y="18216"/>
                          <a:pt x="53840" y="10006"/>
                        </a:cubicBezTo>
                        <a:cubicBezTo>
                          <a:pt x="48363" y="1810"/>
                          <a:pt x="40432" y="-2288"/>
                          <a:pt x="30047" y="-2288"/>
                        </a:cubicBezTo>
                        <a:cubicBezTo>
                          <a:pt x="19675" y="-2288"/>
                          <a:pt x="11751" y="1810"/>
                          <a:pt x="6274" y="10006"/>
                        </a:cubicBezTo>
                        <a:cubicBezTo>
                          <a:pt x="797" y="18216"/>
                          <a:pt x="-1941" y="30107"/>
                          <a:pt x="-1941" y="45679"/>
                        </a:cubicBezTo>
                        <a:cubicBezTo>
                          <a:pt x="-1941" y="61292"/>
                          <a:pt x="797" y="73196"/>
                          <a:pt x="6274" y="81392"/>
                        </a:cubicBezTo>
                        <a:cubicBezTo>
                          <a:pt x="11751" y="89602"/>
                          <a:pt x="19675" y="93706"/>
                          <a:pt x="30047" y="9370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6196E26D-8AEC-DDE7-BACD-73F5D1F0C393}"/>
                </a:ext>
              </a:extLst>
            </p:cNvPr>
            <p:cNvSpPr/>
            <p:nvPr/>
          </p:nvSpPr>
          <p:spPr>
            <a:xfrm>
              <a:off x="4479218" y="1759800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66D198F-3EBE-C4B0-1C04-59EF1111AE2E}"/>
                </a:ext>
              </a:extLst>
            </p:cNvPr>
            <p:cNvSpPr/>
            <p:nvPr/>
          </p:nvSpPr>
          <p:spPr>
            <a:xfrm>
              <a:off x="7858841" y="1759800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84B4C460-1844-A9FA-515A-F0ADC6735480}"/>
                </a:ext>
              </a:extLst>
            </p:cNvPr>
            <p:cNvSpPr/>
            <p:nvPr/>
          </p:nvSpPr>
          <p:spPr>
            <a:xfrm>
              <a:off x="4479218" y="5136981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C610A216-41A3-47CC-F2A7-AF317136069D}"/>
                </a:ext>
              </a:extLst>
            </p:cNvPr>
            <p:cNvSpPr/>
            <p:nvPr/>
          </p:nvSpPr>
          <p:spPr>
            <a:xfrm>
              <a:off x="4479218" y="1759800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93" name="Graphic 89">
            <a:extLst>
              <a:ext uri="{FF2B5EF4-FFF2-40B4-BE49-F238E27FC236}">
                <a16:creationId xmlns:a16="http://schemas.microsoft.com/office/drawing/2014/main" id="{E666A170-3F19-AFEE-D8CB-3EC034FB681B}"/>
              </a:ext>
            </a:extLst>
          </p:cNvPr>
          <p:cNvGrpSpPr/>
          <p:nvPr/>
        </p:nvGrpSpPr>
        <p:grpSpPr>
          <a:xfrm>
            <a:off x="2282103" y="4108995"/>
            <a:ext cx="3713831" cy="3473174"/>
            <a:chOff x="4157710" y="1713826"/>
            <a:chExt cx="3713831" cy="3473174"/>
          </a:xfrm>
        </p:grpSpPr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4E9FFE55-8082-311F-ACF3-D33CB4D5F45E}"/>
                </a:ext>
              </a:extLst>
            </p:cNvPr>
            <p:cNvSpPr/>
            <p:nvPr/>
          </p:nvSpPr>
          <p:spPr>
            <a:xfrm>
              <a:off x="4479218" y="1759800"/>
              <a:ext cx="3379622" cy="3377180"/>
            </a:xfrm>
            <a:custGeom>
              <a:avLst/>
              <a:gdLst>
                <a:gd name="connsiteX0" fmla="*/ 0 w 3379622"/>
                <a:gd name="connsiteY0" fmla="*/ 3377181 h 3377180"/>
                <a:gd name="connsiteX1" fmla="*/ 3379623 w 3379622"/>
                <a:gd name="connsiteY1" fmla="*/ 3377181 h 3377180"/>
                <a:gd name="connsiteX2" fmla="*/ 3379623 w 3379622"/>
                <a:gd name="connsiteY2" fmla="*/ 0 h 3377180"/>
                <a:gd name="connsiteX3" fmla="*/ 0 w 3379622"/>
                <a:gd name="connsiteY3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9622" h="3377180">
                  <a:moveTo>
                    <a:pt x="0" y="3377181"/>
                  </a:moveTo>
                  <a:lnTo>
                    <a:pt x="3379623" y="3377181"/>
                  </a:lnTo>
                  <a:lnTo>
                    <a:pt x="3379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95" name="Picture 94">
              <a:extLst>
                <a:ext uri="{FF2B5EF4-FFF2-40B4-BE49-F238E27FC236}">
                  <a16:creationId xmlns:a16="http://schemas.microsoft.com/office/drawing/2014/main" id="{6FA64912-9296-2D02-ABC9-60D179D3102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V="1">
              <a:off x="4479218" y="1759191"/>
              <a:ext cx="3380232" cy="3377789"/>
            </a:xfrm>
            <a:custGeom>
              <a:avLst/>
              <a:gdLst>
                <a:gd name="connsiteX0" fmla="*/ 0 w 3380232"/>
                <a:gd name="connsiteY0" fmla="*/ 83 h 3377789"/>
                <a:gd name="connsiteX1" fmla="*/ 3380232 w 3380232"/>
                <a:gd name="connsiteY1" fmla="*/ 83 h 3377789"/>
                <a:gd name="connsiteX2" fmla="*/ 3380232 w 3380232"/>
                <a:gd name="connsiteY2" fmla="*/ 3377873 h 3377789"/>
                <a:gd name="connsiteX3" fmla="*/ 0 w 3380232"/>
                <a:gd name="connsiteY3" fmla="*/ 3377873 h 337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0232" h="3377789">
                  <a:moveTo>
                    <a:pt x="0" y="83"/>
                  </a:moveTo>
                  <a:lnTo>
                    <a:pt x="3380232" y="83"/>
                  </a:lnTo>
                  <a:lnTo>
                    <a:pt x="3380232" y="3377873"/>
                  </a:lnTo>
                  <a:lnTo>
                    <a:pt x="0" y="3377873"/>
                  </a:lnTo>
                  <a:close/>
                </a:path>
              </a:pathLst>
            </a:custGeom>
          </p:spPr>
        </p:pic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4C90500-526E-010B-4E9B-7B8689E8BC51}"/>
                </a:ext>
              </a:extLst>
            </p:cNvPr>
            <p:cNvSpPr/>
            <p:nvPr/>
          </p:nvSpPr>
          <p:spPr>
            <a:xfrm>
              <a:off x="6272623" y="3477534"/>
              <a:ext cx="158629" cy="344579"/>
            </a:xfrm>
            <a:custGeom>
              <a:avLst/>
              <a:gdLst>
                <a:gd name="connsiteX0" fmla="*/ 0 w 158629"/>
                <a:gd name="connsiteY0" fmla="*/ 11306 h 344579"/>
                <a:gd name="connsiteX1" fmla="*/ 129487 w 158629"/>
                <a:gd name="connsiteY1" fmla="*/ 0 h 344579"/>
                <a:gd name="connsiteX2" fmla="*/ 158629 w 158629"/>
                <a:gd name="connsiteY2" fmla="*/ 333274 h 344579"/>
                <a:gd name="connsiteX3" fmla="*/ 29142 w 158629"/>
                <a:gd name="connsiteY3" fmla="*/ 344580 h 344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629" h="344579">
                  <a:moveTo>
                    <a:pt x="0" y="11306"/>
                  </a:moveTo>
                  <a:lnTo>
                    <a:pt x="129487" y="0"/>
                  </a:lnTo>
                  <a:lnTo>
                    <a:pt x="158629" y="333274"/>
                  </a:lnTo>
                  <a:lnTo>
                    <a:pt x="29142" y="34458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FCBF406E-D7AA-E61E-8EB5-23787E79441F}"/>
                </a:ext>
              </a:extLst>
            </p:cNvPr>
            <p:cNvSpPr/>
            <p:nvPr/>
          </p:nvSpPr>
          <p:spPr>
            <a:xfrm>
              <a:off x="6283937" y="3483188"/>
              <a:ext cx="129487" cy="135046"/>
            </a:xfrm>
            <a:custGeom>
              <a:avLst/>
              <a:gdLst>
                <a:gd name="connsiteX0" fmla="*/ 53429 w 129487"/>
                <a:gd name="connsiteY0" fmla="*/ 0 h 135046"/>
                <a:gd name="connsiteX1" fmla="*/ 129487 w 129487"/>
                <a:gd name="connsiteY1" fmla="*/ 123740 h 135046"/>
                <a:gd name="connsiteX2" fmla="*/ 0 w 129487"/>
                <a:gd name="connsiteY2" fmla="*/ 135046 h 13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487" h="135046">
                  <a:moveTo>
                    <a:pt x="53429" y="0"/>
                  </a:moveTo>
                  <a:lnTo>
                    <a:pt x="129487" y="123740"/>
                  </a:lnTo>
                  <a:lnTo>
                    <a:pt x="0" y="135046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98" name="Graphic 89">
              <a:extLst>
                <a:ext uri="{FF2B5EF4-FFF2-40B4-BE49-F238E27FC236}">
                  <a16:creationId xmlns:a16="http://schemas.microsoft.com/office/drawing/2014/main" id="{6EED3DEE-6CE2-8C76-15D6-4C72BB959B11}"/>
                </a:ext>
              </a:extLst>
            </p:cNvPr>
            <p:cNvGrpSpPr/>
            <p:nvPr/>
          </p:nvGrpSpPr>
          <p:grpSpPr>
            <a:xfrm>
              <a:off x="4479218" y="5136981"/>
              <a:ext cx="3392323" cy="44417"/>
              <a:chOff x="4479218" y="5136981"/>
              <a:chExt cx="3392323" cy="44417"/>
            </a:xfrm>
            <a:solidFill>
              <a:srgbClr val="000000"/>
            </a:solidFill>
          </p:grpSpPr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51D3EA0D-C40C-DFA6-F0B7-93735E9C4153}"/>
                  </a:ext>
                </a:extLst>
              </p:cNvPr>
              <p:cNvSpPr/>
              <p:nvPr/>
            </p:nvSpPr>
            <p:spPr>
              <a:xfrm>
                <a:off x="4479218" y="5136981"/>
                <a:ext cx="12700" cy="44417"/>
              </a:xfrm>
              <a:custGeom>
                <a:avLst/>
                <a:gdLst>
                  <a:gd name="connsiteX0" fmla="*/ 104 w 12700"/>
                  <a:gd name="connsiteY0" fmla="*/ 308 h 44417"/>
                  <a:gd name="connsiteX1" fmla="*/ 104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04" y="308"/>
                    </a:moveTo>
                    <a:lnTo>
                      <a:pt x="104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29B150E0-83E1-BF95-E1B7-D9E5B7687101}"/>
                  </a:ext>
                </a:extLst>
              </p:cNvPr>
              <p:cNvSpPr/>
              <p:nvPr/>
            </p:nvSpPr>
            <p:spPr>
              <a:xfrm>
                <a:off x="5155143" y="5136981"/>
                <a:ext cx="12700" cy="44417"/>
              </a:xfrm>
              <a:custGeom>
                <a:avLst/>
                <a:gdLst>
                  <a:gd name="connsiteX0" fmla="*/ 157 w 12700"/>
                  <a:gd name="connsiteY0" fmla="*/ 308 h 44417"/>
                  <a:gd name="connsiteX1" fmla="*/ 157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57" y="308"/>
                    </a:moveTo>
                    <a:lnTo>
                      <a:pt x="157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49ED0241-C3D4-6E44-9CA4-E1FFDA64222A}"/>
                  </a:ext>
                </a:extLst>
              </p:cNvPr>
              <p:cNvSpPr/>
              <p:nvPr/>
            </p:nvSpPr>
            <p:spPr>
              <a:xfrm>
                <a:off x="5831067" y="5136981"/>
                <a:ext cx="12700" cy="44417"/>
              </a:xfrm>
              <a:custGeom>
                <a:avLst/>
                <a:gdLst>
                  <a:gd name="connsiteX0" fmla="*/ 210 w 12700"/>
                  <a:gd name="connsiteY0" fmla="*/ 308 h 44417"/>
                  <a:gd name="connsiteX1" fmla="*/ 210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10" y="308"/>
                    </a:moveTo>
                    <a:lnTo>
                      <a:pt x="210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DE506AE7-F478-7ADD-A60C-84541FB355EA}"/>
                  </a:ext>
                </a:extLst>
              </p:cNvPr>
              <p:cNvSpPr/>
              <p:nvPr/>
            </p:nvSpPr>
            <p:spPr>
              <a:xfrm>
                <a:off x="6506992" y="5136981"/>
                <a:ext cx="12700" cy="44417"/>
              </a:xfrm>
              <a:custGeom>
                <a:avLst/>
                <a:gdLst>
                  <a:gd name="connsiteX0" fmla="*/ 263 w 12700"/>
                  <a:gd name="connsiteY0" fmla="*/ 308 h 44417"/>
                  <a:gd name="connsiteX1" fmla="*/ 263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63" y="308"/>
                    </a:moveTo>
                    <a:lnTo>
                      <a:pt x="263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160FF66A-CEAB-0B50-276C-048124E18215}"/>
                  </a:ext>
                </a:extLst>
              </p:cNvPr>
              <p:cNvSpPr/>
              <p:nvPr/>
            </p:nvSpPr>
            <p:spPr>
              <a:xfrm>
                <a:off x="7182916" y="5136981"/>
                <a:ext cx="12700" cy="44417"/>
              </a:xfrm>
              <a:custGeom>
                <a:avLst/>
                <a:gdLst>
                  <a:gd name="connsiteX0" fmla="*/ 317 w 12700"/>
                  <a:gd name="connsiteY0" fmla="*/ 308 h 44417"/>
                  <a:gd name="connsiteX1" fmla="*/ 317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17" y="308"/>
                    </a:moveTo>
                    <a:lnTo>
                      <a:pt x="317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55820DD7-A5E2-F5F9-CECA-B8309350099F}"/>
                  </a:ext>
                </a:extLst>
              </p:cNvPr>
              <p:cNvSpPr/>
              <p:nvPr/>
            </p:nvSpPr>
            <p:spPr>
              <a:xfrm>
                <a:off x="7858841" y="5136981"/>
                <a:ext cx="12700" cy="44417"/>
              </a:xfrm>
              <a:custGeom>
                <a:avLst/>
                <a:gdLst>
                  <a:gd name="connsiteX0" fmla="*/ 370 w 12700"/>
                  <a:gd name="connsiteY0" fmla="*/ 308 h 44417"/>
                  <a:gd name="connsiteX1" fmla="*/ 370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70" y="308"/>
                    </a:moveTo>
                    <a:lnTo>
                      <a:pt x="370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135" name="Graphic 89">
              <a:extLst>
                <a:ext uri="{FF2B5EF4-FFF2-40B4-BE49-F238E27FC236}">
                  <a16:creationId xmlns:a16="http://schemas.microsoft.com/office/drawing/2014/main" id="{A49813FB-FD8D-FB4D-3A00-1E29A90CDFB2}"/>
                </a:ext>
              </a:extLst>
            </p:cNvPr>
            <p:cNvGrpSpPr/>
            <p:nvPr/>
          </p:nvGrpSpPr>
          <p:grpSpPr>
            <a:xfrm>
              <a:off x="4157710" y="1713826"/>
              <a:ext cx="321508" cy="3473174"/>
              <a:chOff x="4157710" y="1713826"/>
              <a:chExt cx="321508" cy="3473174"/>
            </a:xfrm>
            <a:solidFill>
              <a:srgbClr val="000000"/>
            </a:solidFill>
          </p:grpSpPr>
          <p:grpSp>
            <p:nvGrpSpPr>
              <p:cNvPr id="136" name="Graphic 89">
                <a:extLst>
                  <a:ext uri="{FF2B5EF4-FFF2-40B4-BE49-F238E27FC236}">
                    <a16:creationId xmlns:a16="http://schemas.microsoft.com/office/drawing/2014/main" id="{CFF9086C-128B-3328-9BE5-0A1C47910CCE}"/>
                  </a:ext>
                </a:extLst>
              </p:cNvPr>
              <p:cNvGrpSpPr/>
              <p:nvPr/>
            </p:nvGrpSpPr>
            <p:grpSpPr>
              <a:xfrm>
                <a:off x="4157710" y="5091006"/>
                <a:ext cx="321508" cy="95994"/>
                <a:chOff x="4157710" y="5091006"/>
                <a:chExt cx="321508" cy="95994"/>
              </a:xfrm>
              <a:solidFill>
                <a:srgbClr val="000000"/>
              </a:solidFill>
            </p:grpSpPr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450B4DB4-68EA-CD35-ADCE-006E3371C52B}"/>
                    </a:ext>
                  </a:extLst>
                </p:cNvPr>
                <p:cNvSpPr/>
                <p:nvPr/>
              </p:nvSpPr>
              <p:spPr>
                <a:xfrm>
                  <a:off x="4434768" y="5136981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308 h 12690"/>
                    <a:gd name="connsiteX1" fmla="*/ 104 w 44450"/>
                    <a:gd name="connsiteY1" fmla="*/ 308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308"/>
                      </a:moveTo>
                      <a:lnTo>
                        <a:pt x="104" y="308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38" name="Graphic 89">
                  <a:extLst>
                    <a:ext uri="{FF2B5EF4-FFF2-40B4-BE49-F238E27FC236}">
                      <a16:creationId xmlns:a16="http://schemas.microsoft.com/office/drawing/2014/main" id="{09887A52-257A-069A-DDEB-CD1448217728}"/>
                    </a:ext>
                  </a:extLst>
                </p:cNvPr>
                <p:cNvGrpSpPr/>
                <p:nvPr/>
              </p:nvGrpSpPr>
              <p:grpSpPr>
                <a:xfrm>
                  <a:off x="4157710" y="5091006"/>
                  <a:ext cx="224169" cy="95994"/>
                  <a:chOff x="4157710" y="5091006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39" name="Freeform: Shape 138">
                    <a:extLst>
                      <a:ext uri="{FF2B5EF4-FFF2-40B4-BE49-F238E27FC236}">
                        <a16:creationId xmlns:a16="http://schemas.microsoft.com/office/drawing/2014/main" id="{0A14905D-2E32-D433-79AC-0723D830A085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5092672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349 h 94328"/>
                      <a:gd name="connsiteX1" fmla="*/ 51159 w 59908"/>
                      <a:gd name="connsiteY1" fmla="*/ 92349 h 94328"/>
                      <a:gd name="connsiteX2" fmla="*/ 51159 w 59908"/>
                      <a:gd name="connsiteY2" fmla="*/ 81800 h 94328"/>
                      <a:gd name="connsiteX3" fmla="*/ 13456 w 59908"/>
                      <a:gd name="connsiteY3" fmla="*/ 81800 h 94328"/>
                      <a:gd name="connsiteX4" fmla="*/ 13456 w 59908"/>
                      <a:gd name="connsiteY4" fmla="*/ 59135 h 94328"/>
                      <a:gd name="connsiteX5" fmla="*/ 18893 w 59908"/>
                      <a:gd name="connsiteY5" fmla="*/ 60523 h 94328"/>
                      <a:gd name="connsiteX6" fmla="*/ 24370 w 59908"/>
                      <a:gd name="connsiteY6" fmla="*/ 60979 h 94328"/>
                      <a:gd name="connsiteX7" fmla="*/ 48917 w 59908"/>
                      <a:gd name="connsiteY7" fmla="*/ 52492 h 94328"/>
                      <a:gd name="connsiteX8" fmla="*/ 57986 w 59908"/>
                      <a:gd name="connsiteY8" fmla="*/ 29509 h 94328"/>
                      <a:gd name="connsiteX9" fmla="*/ 48679 w 59908"/>
                      <a:gd name="connsiteY9" fmla="*/ 6289 h 94328"/>
                      <a:gd name="connsiteX10" fmla="*/ 22445 w 59908"/>
                      <a:gd name="connsiteY10" fmla="*/ -1980 h 94328"/>
                      <a:gd name="connsiteX11" fmla="*/ 10559 w 59908"/>
                      <a:gd name="connsiteY11" fmla="*/ -988 h 94328"/>
                      <a:gd name="connsiteX12" fmla="*/ -1923 w 59908"/>
                      <a:gd name="connsiteY12" fmla="*/ 1986 h 94328"/>
                      <a:gd name="connsiteX13" fmla="*/ -1923 w 59908"/>
                      <a:gd name="connsiteY13" fmla="*/ 14578 h 94328"/>
                      <a:gd name="connsiteX14" fmla="*/ 9606 w 59908"/>
                      <a:gd name="connsiteY14" fmla="*/ 10057 h 94328"/>
                      <a:gd name="connsiteX15" fmla="*/ 22187 w 59908"/>
                      <a:gd name="connsiteY15" fmla="*/ 8570 h 94328"/>
                      <a:gd name="connsiteX16" fmla="*/ 39174 w 59908"/>
                      <a:gd name="connsiteY16" fmla="*/ 14201 h 94328"/>
                      <a:gd name="connsiteX17" fmla="*/ 45444 w 59908"/>
                      <a:gd name="connsiteY17" fmla="*/ 29509 h 94328"/>
                      <a:gd name="connsiteX18" fmla="*/ 39174 w 59908"/>
                      <a:gd name="connsiteY18" fmla="*/ 44798 h 94328"/>
                      <a:gd name="connsiteX19" fmla="*/ 22187 w 59908"/>
                      <a:gd name="connsiteY19" fmla="*/ 50449 h 94328"/>
                      <a:gd name="connsiteX20" fmla="*/ 12166 w 59908"/>
                      <a:gd name="connsiteY20" fmla="*/ 49339 h 94328"/>
                      <a:gd name="connsiteX21" fmla="*/ 1986 w 59908"/>
                      <a:gd name="connsiteY21" fmla="*/ 45869 h 94328"/>
                      <a:gd name="connsiteX22" fmla="*/ 1986 w 59908"/>
                      <a:gd name="connsiteY22" fmla="*/ 92349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349"/>
                        </a:moveTo>
                        <a:lnTo>
                          <a:pt x="51159" y="92349"/>
                        </a:lnTo>
                        <a:lnTo>
                          <a:pt x="51159" y="81800"/>
                        </a:lnTo>
                        <a:lnTo>
                          <a:pt x="13456" y="81800"/>
                        </a:lnTo>
                        <a:lnTo>
                          <a:pt x="13456" y="59135"/>
                        </a:lnTo>
                        <a:cubicBezTo>
                          <a:pt x="15269" y="59756"/>
                          <a:pt x="17081" y="60219"/>
                          <a:pt x="18893" y="60523"/>
                        </a:cubicBezTo>
                        <a:cubicBezTo>
                          <a:pt x="20719" y="60827"/>
                          <a:pt x="22545" y="60979"/>
                          <a:pt x="24370" y="60979"/>
                        </a:cubicBezTo>
                        <a:cubicBezTo>
                          <a:pt x="34702" y="60979"/>
                          <a:pt x="42884" y="58150"/>
                          <a:pt x="48917" y="52492"/>
                        </a:cubicBezTo>
                        <a:cubicBezTo>
                          <a:pt x="54963" y="46834"/>
                          <a:pt x="57986" y="39173"/>
                          <a:pt x="57986" y="29509"/>
                        </a:cubicBezTo>
                        <a:cubicBezTo>
                          <a:pt x="57986" y="19555"/>
                          <a:pt x="54883" y="11815"/>
                          <a:pt x="48679" y="6289"/>
                        </a:cubicBezTo>
                        <a:cubicBezTo>
                          <a:pt x="42474" y="777"/>
                          <a:pt x="33730" y="-1980"/>
                          <a:pt x="22445" y="-1980"/>
                        </a:cubicBezTo>
                        <a:cubicBezTo>
                          <a:pt x="18556" y="-1980"/>
                          <a:pt x="14594" y="-1649"/>
                          <a:pt x="10559" y="-988"/>
                        </a:cubicBezTo>
                        <a:cubicBezTo>
                          <a:pt x="6537" y="-327"/>
                          <a:pt x="2377" y="664"/>
                          <a:pt x="-1923" y="1986"/>
                        </a:cubicBezTo>
                        <a:lnTo>
                          <a:pt x="-1923" y="14578"/>
                        </a:lnTo>
                        <a:cubicBezTo>
                          <a:pt x="1795" y="12555"/>
                          <a:pt x="5638" y="11048"/>
                          <a:pt x="9606" y="10057"/>
                        </a:cubicBezTo>
                        <a:cubicBezTo>
                          <a:pt x="13575" y="9065"/>
                          <a:pt x="17769" y="8570"/>
                          <a:pt x="22187" y="8570"/>
                        </a:cubicBezTo>
                        <a:cubicBezTo>
                          <a:pt x="29344" y="8570"/>
                          <a:pt x="35006" y="10447"/>
                          <a:pt x="39174" y="14201"/>
                        </a:cubicBezTo>
                        <a:cubicBezTo>
                          <a:pt x="43354" y="17955"/>
                          <a:pt x="45444" y="23058"/>
                          <a:pt x="45444" y="29509"/>
                        </a:cubicBezTo>
                        <a:cubicBezTo>
                          <a:pt x="45444" y="35947"/>
                          <a:pt x="43354" y="41044"/>
                          <a:pt x="39174" y="44798"/>
                        </a:cubicBezTo>
                        <a:cubicBezTo>
                          <a:pt x="35006" y="48565"/>
                          <a:pt x="29344" y="50449"/>
                          <a:pt x="22187" y="50449"/>
                        </a:cubicBezTo>
                        <a:cubicBezTo>
                          <a:pt x="18840" y="50449"/>
                          <a:pt x="15500" y="50079"/>
                          <a:pt x="12166" y="49339"/>
                        </a:cubicBezTo>
                        <a:cubicBezTo>
                          <a:pt x="8846" y="48599"/>
                          <a:pt x="5452" y="47442"/>
                          <a:pt x="1986" y="45869"/>
                        </a:cubicBezTo>
                        <a:lnTo>
                          <a:pt x="1986" y="9234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0" name="Freeform: Shape 139">
                    <a:extLst>
                      <a:ext uri="{FF2B5EF4-FFF2-40B4-BE49-F238E27FC236}">
                        <a16:creationId xmlns:a16="http://schemas.microsoft.com/office/drawing/2014/main" id="{D7B55FFA-CE64-5216-1B18-53F008D4C7A5}"/>
                      </a:ext>
                    </a:extLst>
                  </p:cNvPr>
                  <p:cNvSpPr/>
                  <p:nvPr/>
                </p:nvSpPr>
                <p:spPr>
                  <a:xfrm flipV="1">
                    <a:off x="4242659" y="5092672"/>
                    <a:ext cx="55125" cy="92524"/>
                  </a:xfrm>
                  <a:custGeom>
                    <a:avLst/>
                    <a:gdLst>
                      <a:gd name="connsiteX0" fmla="*/ -199 w 55125"/>
                      <a:gd name="connsiteY0" fmla="*/ 8504 h 92524"/>
                      <a:gd name="connsiteX1" fmla="*/ 20260 w 55125"/>
                      <a:gd name="connsiteY1" fmla="*/ 8504 h 92524"/>
                      <a:gd name="connsiteX2" fmla="*/ 20260 w 55125"/>
                      <a:gd name="connsiteY2" fmla="*/ 79097 h 92524"/>
                      <a:gd name="connsiteX3" fmla="*/ -2005 w 55125"/>
                      <a:gd name="connsiteY3" fmla="*/ 74635 h 92524"/>
                      <a:gd name="connsiteX4" fmla="*/ -2005 w 55125"/>
                      <a:gd name="connsiteY4" fmla="*/ 86037 h 92524"/>
                      <a:gd name="connsiteX5" fmla="*/ 20141 w 55125"/>
                      <a:gd name="connsiteY5" fmla="*/ 90499 h 92524"/>
                      <a:gd name="connsiteX6" fmla="*/ 32662 w 55125"/>
                      <a:gd name="connsiteY6" fmla="*/ 90499 h 92524"/>
                      <a:gd name="connsiteX7" fmla="*/ 32662 w 55125"/>
                      <a:gd name="connsiteY7" fmla="*/ 8504 h 92524"/>
                      <a:gd name="connsiteX8" fmla="*/ 53121 w 55125"/>
                      <a:gd name="connsiteY8" fmla="*/ 8504 h 92524"/>
                      <a:gd name="connsiteX9" fmla="*/ 53121 w 55125"/>
                      <a:gd name="connsiteY9" fmla="*/ -2025 h 92524"/>
                      <a:gd name="connsiteX10" fmla="*/ -199 w 55125"/>
                      <a:gd name="connsiteY10" fmla="*/ -2025 h 92524"/>
                      <a:gd name="connsiteX11" fmla="*/ -199 w 55125"/>
                      <a:gd name="connsiteY11" fmla="*/ 8504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125" h="92524">
                        <a:moveTo>
                          <a:pt x="-199" y="8504"/>
                        </a:moveTo>
                        <a:lnTo>
                          <a:pt x="20260" y="8504"/>
                        </a:lnTo>
                        <a:lnTo>
                          <a:pt x="20260" y="79097"/>
                        </a:lnTo>
                        <a:lnTo>
                          <a:pt x="-2005" y="74635"/>
                        </a:lnTo>
                        <a:lnTo>
                          <a:pt x="-2005" y="86037"/>
                        </a:lnTo>
                        <a:lnTo>
                          <a:pt x="20141" y="90499"/>
                        </a:lnTo>
                        <a:lnTo>
                          <a:pt x="32662" y="90499"/>
                        </a:lnTo>
                        <a:lnTo>
                          <a:pt x="32662" y="8504"/>
                        </a:lnTo>
                        <a:lnTo>
                          <a:pt x="53121" y="8504"/>
                        </a:lnTo>
                        <a:lnTo>
                          <a:pt x="53121" y="-2025"/>
                        </a:lnTo>
                        <a:lnTo>
                          <a:pt x="-199" y="-2025"/>
                        </a:lnTo>
                        <a:lnTo>
                          <a:pt x="-199" y="850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1" name="Freeform: Shape 140">
                    <a:extLst>
                      <a:ext uri="{FF2B5EF4-FFF2-40B4-BE49-F238E27FC236}">
                        <a16:creationId xmlns:a16="http://schemas.microsoft.com/office/drawing/2014/main" id="{133244BB-8546-EFB0-6272-444E983EA587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5091006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4058 h 95994"/>
                      <a:gd name="connsiteX1" fmla="*/ 15502 w 63996"/>
                      <a:gd name="connsiteY1" fmla="*/ 74540 h 95994"/>
                      <a:gd name="connsiteX2" fmla="*/ 10640 w 63996"/>
                      <a:gd name="connsiteY2" fmla="*/ 45946 h 95994"/>
                      <a:gd name="connsiteX3" fmla="*/ 15502 w 63996"/>
                      <a:gd name="connsiteY3" fmla="*/ 17411 h 95994"/>
                      <a:gd name="connsiteX4" fmla="*/ 30047 w 63996"/>
                      <a:gd name="connsiteY4" fmla="*/ 7893 h 95994"/>
                      <a:gd name="connsiteX5" fmla="*/ 44652 w 63996"/>
                      <a:gd name="connsiteY5" fmla="*/ 17411 h 95994"/>
                      <a:gd name="connsiteX6" fmla="*/ 49534 w 63996"/>
                      <a:gd name="connsiteY6" fmla="*/ 45946 h 95994"/>
                      <a:gd name="connsiteX7" fmla="*/ 44652 w 63996"/>
                      <a:gd name="connsiteY7" fmla="*/ 74540 h 95994"/>
                      <a:gd name="connsiteX8" fmla="*/ 30047 w 63996"/>
                      <a:gd name="connsiteY8" fmla="*/ 84058 h 95994"/>
                      <a:gd name="connsiteX9" fmla="*/ 30047 w 63996"/>
                      <a:gd name="connsiteY9" fmla="*/ 93972 h 95994"/>
                      <a:gd name="connsiteX10" fmla="*/ 53840 w 63996"/>
                      <a:gd name="connsiteY10" fmla="*/ 81658 h 95994"/>
                      <a:gd name="connsiteX11" fmla="*/ 62055 w 63996"/>
                      <a:gd name="connsiteY11" fmla="*/ 45946 h 95994"/>
                      <a:gd name="connsiteX12" fmla="*/ 53840 w 63996"/>
                      <a:gd name="connsiteY12" fmla="*/ 10272 h 95994"/>
                      <a:gd name="connsiteX13" fmla="*/ 30047 w 63996"/>
                      <a:gd name="connsiteY13" fmla="*/ -2022 h 95994"/>
                      <a:gd name="connsiteX14" fmla="*/ 6274 w 63996"/>
                      <a:gd name="connsiteY14" fmla="*/ 10272 h 95994"/>
                      <a:gd name="connsiteX15" fmla="*/ -1941 w 63996"/>
                      <a:gd name="connsiteY15" fmla="*/ 45946 h 95994"/>
                      <a:gd name="connsiteX16" fmla="*/ 6274 w 63996"/>
                      <a:gd name="connsiteY16" fmla="*/ 81658 h 95994"/>
                      <a:gd name="connsiteX17" fmla="*/ 30047 w 63996"/>
                      <a:gd name="connsiteY17" fmla="*/ 9397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4058"/>
                        </a:moveTo>
                        <a:cubicBezTo>
                          <a:pt x="23605" y="84058"/>
                          <a:pt x="18756" y="80885"/>
                          <a:pt x="15502" y="74540"/>
                        </a:cubicBezTo>
                        <a:cubicBezTo>
                          <a:pt x="12261" y="68207"/>
                          <a:pt x="10640" y="58676"/>
                          <a:pt x="10640" y="45946"/>
                        </a:cubicBezTo>
                        <a:cubicBezTo>
                          <a:pt x="10640" y="33268"/>
                          <a:pt x="12261" y="23756"/>
                          <a:pt x="15502" y="17411"/>
                        </a:cubicBezTo>
                        <a:cubicBezTo>
                          <a:pt x="18756" y="11066"/>
                          <a:pt x="23605" y="7893"/>
                          <a:pt x="30047" y="7893"/>
                        </a:cubicBezTo>
                        <a:cubicBezTo>
                          <a:pt x="36543" y="7893"/>
                          <a:pt x="41411" y="11066"/>
                          <a:pt x="44652" y="17411"/>
                        </a:cubicBezTo>
                        <a:cubicBezTo>
                          <a:pt x="47907" y="23756"/>
                          <a:pt x="49534" y="33268"/>
                          <a:pt x="49534" y="45946"/>
                        </a:cubicBezTo>
                        <a:cubicBezTo>
                          <a:pt x="49534" y="58676"/>
                          <a:pt x="47907" y="68207"/>
                          <a:pt x="44652" y="74540"/>
                        </a:cubicBezTo>
                        <a:cubicBezTo>
                          <a:pt x="41411" y="80885"/>
                          <a:pt x="36543" y="84058"/>
                          <a:pt x="30047" y="84058"/>
                        </a:cubicBezTo>
                        <a:close/>
                        <a:moveTo>
                          <a:pt x="30047" y="93972"/>
                        </a:moveTo>
                        <a:cubicBezTo>
                          <a:pt x="40432" y="93972"/>
                          <a:pt x="48363" y="89868"/>
                          <a:pt x="53840" y="81658"/>
                        </a:cubicBezTo>
                        <a:cubicBezTo>
                          <a:pt x="59317" y="73462"/>
                          <a:pt x="62055" y="61558"/>
                          <a:pt x="62055" y="45946"/>
                        </a:cubicBezTo>
                        <a:cubicBezTo>
                          <a:pt x="62055" y="30373"/>
                          <a:pt x="59317" y="18482"/>
                          <a:pt x="53840" y="10272"/>
                        </a:cubicBezTo>
                        <a:cubicBezTo>
                          <a:pt x="48363" y="2076"/>
                          <a:pt x="40432" y="-2022"/>
                          <a:pt x="30047" y="-2022"/>
                        </a:cubicBezTo>
                        <a:cubicBezTo>
                          <a:pt x="19675" y="-2022"/>
                          <a:pt x="11751" y="2076"/>
                          <a:pt x="6274" y="10272"/>
                        </a:cubicBezTo>
                        <a:cubicBezTo>
                          <a:pt x="797" y="18482"/>
                          <a:pt x="-1941" y="30373"/>
                          <a:pt x="-1941" y="45946"/>
                        </a:cubicBezTo>
                        <a:cubicBezTo>
                          <a:pt x="-1941" y="61558"/>
                          <a:pt x="797" y="73462"/>
                          <a:pt x="6274" y="81658"/>
                        </a:cubicBezTo>
                        <a:cubicBezTo>
                          <a:pt x="11751" y="89868"/>
                          <a:pt x="19675" y="93972"/>
                          <a:pt x="30047" y="9397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42" name="Graphic 89">
                <a:extLst>
                  <a:ext uri="{FF2B5EF4-FFF2-40B4-BE49-F238E27FC236}">
                    <a16:creationId xmlns:a16="http://schemas.microsoft.com/office/drawing/2014/main" id="{6F5FD62B-C5F4-E8B9-EE6D-87DE38E04437}"/>
                  </a:ext>
                </a:extLst>
              </p:cNvPr>
              <p:cNvGrpSpPr/>
              <p:nvPr/>
            </p:nvGrpSpPr>
            <p:grpSpPr>
              <a:xfrm>
                <a:off x="4157710" y="4415570"/>
                <a:ext cx="321508" cy="95994"/>
                <a:chOff x="4157710" y="4415570"/>
                <a:chExt cx="321508" cy="95994"/>
              </a:xfrm>
              <a:solidFill>
                <a:srgbClr val="000000"/>
              </a:solidFill>
            </p:grpSpPr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E88144C2-E30F-8D70-1C75-0FE830D08BC2}"/>
                    </a:ext>
                  </a:extLst>
                </p:cNvPr>
                <p:cNvSpPr/>
                <p:nvPr/>
              </p:nvSpPr>
              <p:spPr>
                <a:xfrm>
                  <a:off x="4434768" y="4461545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254 h 12690"/>
                    <a:gd name="connsiteX1" fmla="*/ 104 w 44450"/>
                    <a:gd name="connsiteY1" fmla="*/ 254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254"/>
                      </a:moveTo>
                      <a:lnTo>
                        <a:pt x="104" y="254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44" name="Graphic 89">
                  <a:extLst>
                    <a:ext uri="{FF2B5EF4-FFF2-40B4-BE49-F238E27FC236}">
                      <a16:creationId xmlns:a16="http://schemas.microsoft.com/office/drawing/2014/main" id="{7F050F06-6A8F-7BC7-32CF-AA1C85FA5521}"/>
                    </a:ext>
                  </a:extLst>
                </p:cNvPr>
                <p:cNvGrpSpPr/>
                <p:nvPr/>
              </p:nvGrpSpPr>
              <p:grpSpPr>
                <a:xfrm>
                  <a:off x="4157710" y="4415570"/>
                  <a:ext cx="224169" cy="95994"/>
                  <a:chOff x="4157710" y="4415570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45" name="Freeform: Shape 144">
                    <a:extLst>
                      <a:ext uri="{FF2B5EF4-FFF2-40B4-BE49-F238E27FC236}">
                        <a16:creationId xmlns:a16="http://schemas.microsoft.com/office/drawing/2014/main" id="{ABF76365-F259-8F40-EF0A-CAB8BB807894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4417236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296 h 94328"/>
                      <a:gd name="connsiteX1" fmla="*/ 51159 w 59908"/>
                      <a:gd name="connsiteY1" fmla="*/ 92296 h 94328"/>
                      <a:gd name="connsiteX2" fmla="*/ 51159 w 59908"/>
                      <a:gd name="connsiteY2" fmla="*/ 81746 h 94328"/>
                      <a:gd name="connsiteX3" fmla="*/ 13456 w 59908"/>
                      <a:gd name="connsiteY3" fmla="*/ 81746 h 94328"/>
                      <a:gd name="connsiteX4" fmla="*/ 13456 w 59908"/>
                      <a:gd name="connsiteY4" fmla="*/ 59081 h 94328"/>
                      <a:gd name="connsiteX5" fmla="*/ 18893 w 59908"/>
                      <a:gd name="connsiteY5" fmla="*/ 60469 h 94328"/>
                      <a:gd name="connsiteX6" fmla="*/ 24370 w 59908"/>
                      <a:gd name="connsiteY6" fmla="*/ 60925 h 94328"/>
                      <a:gd name="connsiteX7" fmla="*/ 48917 w 59908"/>
                      <a:gd name="connsiteY7" fmla="*/ 52438 h 94328"/>
                      <a:gd name="connsiteX8" fmla="*/ 57986 w 59908"/>
                      <a:gd name="connsiteY8" fmla="*/ 29456 h 94328"/>
                      <a:gd name="connsiteX9" fmla="*/ 48679 w 59908"/>
                      <a:gd name="connsiteY9" fmla="*/ 6236 h 94328"/>
                      <a:gd name="connsiteX10" fmla="*/ 22445 w 59908"/>
                      <a:gd name="connsiteY10" fmla="*/ -2033 h 94328"/>
                      <a:gd name="connsiteX11" fmla="*/ 10559 w 59908"/>
                      <a:gd name="connsiteY11" fmla="*/ -1041 h 94328"/>
                      <a:gd name="connsiteX12" fmla="*/ -1923 w 59908"/>
                      <a:gd name="connsiteY12" fmla="*/ 1933 h 94328"/>
                      <a:gd name="connsiteX13" fmla="*/ -1923 w 59908"/>
                      <a:gd name="connsiteY13" fmla="*/ 14525 h 94328"/>
                      <a:gd name="connsiteX14" fmla="*/ 9606 w 59908"/>
                      <a:gd name="connsiteY14" fmla="*/ 10004 h 94328"/>
                      <a:gd name="connsiteX15" fmla="*/ 22187 w 59908"/>
                      <a:gd name="connsiteY15" fmla="*/ 8516 h 94328"/>
                      <a:gd name="connsiteX16" fmla="*/ 39174 w 59908"/>
                      <a:gd name="connsiteY16" fmla="*/ 14148 h 94328"/>
                      <a:gd name="connsiteX17" fmla="*/ 45444 w 59908"/>
                      <a:gd name="connsiteY17" fmla="*/ 29456 h 94328"/>
                      <a:gd name="connsiteX18" fmla="*/ 39174 w 59908"/>
                      <a:gd name="connsiteY18" fmla="*/ 44745 h 94328"/>
                      <a:gd name="connsiteX19" fmla="*/ 22187 w 59908"/>
                      <a:gd name="connsiteY19" fmla="*/ 50396 h 94328"/>
                      <a:gd name="connsiteX20" fmla="*/ 12166 w 59908"/>
                      <a:gd name="connsiteY20" fmla="*/ 49286 h 94328"/>
                      <a:gd name="connsiteX21" fmla="*/ 1986 w 59908"/>
                      <a:gd name="connsiteY21" fmla="*/ 45815 h 94328"/>
                      <a:gd name="connsiteX22" fmla="*/ 1986 w 59908"/>
                      <a:gd name="connsiteY22" fmla="*/ 9229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296"/>
                        </a:moveTo>
                        <a:lnTo>
                          <a:pt x="51159" y="92296"/>
                        </a:lnTo>
                        <a:lnTo>
                          <a:pt x="51159" y="81746"/>
                        </a:lnTo>
                        <a:lnTo>
                          <a:pt x="13456" y="81746"/>
                        </a:lnTo>
                        <a:lnTo>
                          <a:pt x="13456" y="59081"/>
                        </a:lnTo>
                        <a:cubicBezTo>
                          <a:pt x="15269" y="59703"/>
                          <a:pt x="17081" y="60165"/>
                          <a:pt x="18893" y="60469"/>
                        </a:cubicBezTo>
                        <a:cubicBezTo>
                          <a:pt x="20719" y="60773"/>
                          <a:pt x="22545" y="60925"/>
                          <a:pt x="24370" y="60925"/>
                        </a:cubicBezTo>
                        <a:cubicBezTo>
                          <a:pt x="34702" y="60925"/>
                          <a:pt x="42884" y="58096"/>
                          <a:pt x="48917" y="52438"/>
                        </a:cubicBezTo>
                        <a:cubicBezTo>
                          <a:pt x="54963" y="46780"/>
                          <a:pt x="57986" y="39120"/>
                          <a:pt x="57986" y="29456"/>
                        </a:cubicBezTo>
                        <a:cubicBezTo>
                          <a:pt x="57986" y="19502"/>
                          <a:pt x="54883" y="11762"/>
                          <a:pt x="48679" y="6236"/>
                        </a:cubicBezTo>
                        <a:cubicBezTo>
                          <a:pt x="42474" y="723"/>
                          <a:pt x="33730" y="-2033"/>
                          <a:pt x="22445" y="-2033"/>
                        </a:cubicBezTo>
                        <a:cubicBezTo>
                          <a:pt x="18556" y="-2033"/>
                          <a:pt x="14594" y="-1702"/>
                          <a:pt x="10559" y="-1041"/>
                        </a:cubicBezTo>
                        <a:cubicBezTo>
                          <a:pt x="6537" y="-380"/>
                          <a:pt x="2377" y="611"/>
                          <a:pt x="-1923" y="1933"/>
                        </a:cubicBezTo>
                        <a:lnTo>
                          <a:pt x="-1923" y="14525"/>
                        </a:lnTo>
                        <a:cubicBezTo>
                          <a:pt x="1795" y="12502"/>
                          <a:pt x="5638" y="10995"/>
                          <a:pt x="9606" y="10004"/>
                        </a:cubicBezTo>
                        <a:cubicBezTo>
                          <a:pt x="13575" y="9012"/>
                          <a:pt x="17769" y="8516"/>
                          <a:pt x="22187" y="8516"/>
                        </a:cubicBezTo>
                        <a:cubicBezTo>
                          <a:pt x="29344" y="8516"/>
                          <a:pt x="35006" y="10394"/>
                          <a:pt x="39174" y="14148"/>
                        </a:cubicBezTo>
                        <a:cubicBezTo>
                          <a:pt x="43354" y="17902"/>
                          <a:pt x="45444" y="23005"/>
                          <a:pt x="45444" y="29456"/>
                        </a:cubicBezTo>
                        <a:cubicBezTo>
                          <a:pt x="45444" y="35894"/>
                          <a:pt x="43354" y="40990"/>
                          <a:pt x="39174" y="44745"/>
                        </a:cubicBezTo>
                        <a:cubicBezTo>
                          <a:pt x="35006" y="48512"/>
                          <a:pt x="29344" y="50396"/>
                          <a:pt x="22187" y="50396"/>
                        </a:cubicBezTo>
                        <a:cubicBezTo>
                          <a:pt x="18840" y="50396"/>
                          <a:pt x="15500" y="50026"/>
                          <a:pt x="12166" y="49286"/>
                        </a:cubicBezTo>
                        <a:cubicBezTo>
                          <a:pt x="8846" y="48545"/>
                          <a:pt x="5452" y="47389"/>
                          <a:pt x="1986" y="45815"/>
                        </a:cubicBezTo>
                        <a:lnTo>
                          <a:pt x="1986" y="922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6" name="Freeform: Shape 145">
                    <a:extLst>
                      <a:ext uri="{FF2B5EF4-FFF2-40B4-BE49-F238E27FC236}">
                        <a16:creationId xmlns:a16="http://schemas.microsoft.com/office/drawing/2014/main" id="{0E70E667-B99C-395A-09ED-41C809BE848F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015" y="4415570"/>
                    <a:ext cx="58777" cy="94189"/>
                  </a:xfrm>
                  <a:custGeom>
                    <a:avLst/>
                    <a:gdLst>
                      <a:gd name="connsiteX0" fmla="*/ 13198 w 58777"/>
                      <a:gd name="connsiteY0" fmla="*/ 8409 h 94189"/>
                      <a:gd name="connsiteX1" fmla="*/ 56914 w 58777"/>
                      <a:gd name="connsiteY1" fmla="*/ 8409 h 94189"/>
                      <a:gd name="connsiteX2" fmla="*/ 56914 w 58777"/>
                      <a:gd name="connsiteY2" fmla="*/ -2121 h 94189"/>
                      <a:gd name="connsiteX3" fmla="*/ -1863 w 58777"/>
                      <a:gd name="connsiteY3" fmla="*/ -2121 h 94189"/>
                      <a:gd name="connsiteX4" fmla="*/ -1863 w 58777"/>
                      <a:gd name="connsiteY4" fmla="*/ 8409 h 94189"/>
                      <a:gd name="connsiteX5" fmla="*/ 17564 w 58777"/>
                      <a:gd name="connsiteY5" fmla="*/ 28199 h 94189"/>
                      <a:gd name="connsiteX6" fmla="*/ 33042 w 58777"/>
                      <a:gd name="connsiteY6" fmla="*/ 44241 h 94189"/>
                      <a:gd name="connsiteX7" fmla="*/ 41436 w 58777"/>
                      <a:gd name="connsiteY7" fmla="*/ 55662 h 94189"/>
                      <a:gd name="connsiteX8" fmla="*/ 43837 w 58777"/>
                      <a:gd name="connsiteY8" fmla="*/ 64863 h 94189"/>
                      <a:gd name="connsiteX9" fmla="*/ 38658 w 58777"/>
                      <a:gd name="connsiteY9" fmla="*/ 76880 h 94189"/>
                      <a:gd name="connsiteX10" fmla="*/ 25164 w 58777"/>
                      <a:gd name="connsiteY10" fmla="*/ 81540 h 94189"/>
                      <a:gd name="connsiteX11" fmla="*/ 12722 w 58777"/>
                      <a:gd name="connsiteY11" fmla="*/ 79497 h 94189"/>
                      <a:gd name="connsiteX12" fmla="*/ -1248 w 58777"/>
                      <a:gd name="connsiteY12" fmla="*/ 73291 h 94189"/>
                      <a:gd name="connsiteX13" fmla="*/ -1248 w 58777"/>
                      <a:gd name="connsiteY13" fmla="*/ 85942 h 94189"/>
                      <a:gd name="connsiteX14" fmla="*/ 12881 w 58777"/>
                      <a:gd name="connsiteY14" fmla="*/ 90522 h 94189"/>
                      <a:gd name="connsiteX15" fmla="*/ 24926 w 58777"/>
                      <a:gd name="connsiteY15" fmla="*/ 92069 h 94189"/>
                      <a:gd name="connsiteX16" fmla="*/ 47865 w 58777"/>
                      <a:gd name="connsiteY16" fmla="*/ 84871 h 94189"/>
                      <a:gd name="connsiteX17" fmla="*/ 56418 w 58777"/>
                      <a:gd name="connsiteY17" fmla="*/ 65676 h 94189"/>
                      <a:gd name="connsiteX18" fmla="*/ 54275 w 58777"/>
                      <a:gd name="connsiteY18" fmla="*/ 54849 h 94189"/>
                      <a:gd name="connsiteX19" fmla="*/ 46496 w 58777"/>
                      <a:gd name="connsiteY19" fmla="*/ 42813 h 94189"/>
                      <a:gd name="connsiteX20" fmla="*/ 36634 w 58777"/>
                      <a:gd name="connsiteY20" fmla="*/ 32422 h 94189"/>
                      <a:gd name="connsiteX21" fmla="*/ 13198 w 58777"/>
                      <a:gd name="connsiteY21" fmla="*/ 8409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77" h="94189">
                        <a:moveTo>
                          <a:pt x="13198" y="8409"/>
                        </a:moveTo>
                        <a:lnTo>
                          <a:pt x="56914" y="8409"/>
                        </a:lnTo>
                        <a:lnTo>
                          <a:pt x="56914" y="-2121"/>
                        </a:lnTo>
                        <a:lnTo>
                          <a:pt x="-1863" y="-2121"/>
                        </a:lnTo>
                        <a:lnTo>
                          <a:pt x="-1863" y="8409"/>
                        </a:lnTo>
                        <a:cubicBezTo>
                          <a:pt x="2886" y="13327"/>
                          <a:pt x="9362" y="19923"/>
                          <a:pt x="17564" y="28199"/>
                        </a:cubicBezTo>
                        <a:cubicBezTo>
                          <a:pt x="25779" y="36487"/>
                          <a:pt x="30939" y="41835"/>
                          <a:pt x="33042" y="44241"/>
                        </a:cubicBezTo>
                        <a:cubicBezTo>
                          <a:pt x="37051" y="48735"/>
                          <a:pt x="39849" y="52543"/>
                          <a:pt x="41436" y="55662"/>
                        </a:cubicBezTo>
                        <a:cubicBezTo>
                          <a:pt x="43037" y="58782"/>
                          <a:pt x="43837" y="61849"/>
                          <a:pt x="43837" y="64863"/>
                        </a:cubicBezTo>
                        <a:cubicBezTo>
                          <a:pt x="43837" y="69781"/>
                          <a:pt x="42111" y="73786"/>
                          <a:pt x="38658" y="76880"/>
                        </a:cubicBezTo>
                        <a:cubicBezTo>
                          <a:pt x="35205" y="79986"/>
                          <a:pt x="30707" y="81540"/>
                          <a:pt x="25164" y="81540"/>
                        </a:cubicBezTo>
                        <a:cubicBezTo>
                          <a:pt x="21235" y="81540"/>
                          <a:pt x="17088" y="80859"/>
                          <a:pt x="12722" y="79497"/>
                        </a:cubicBezTo>
                        <a:cubicBezTo>
                          <a:pt x="8370" y="78136"/>
                          <a:pt x="3713" y="76067"/>
                          <a:pt x="-1248" y="73291"/>
                        </a:cubicBezTo>
                        <a:lnTo>
                          <a:pt x="-1248" y="85942"/>
                        </a:lnTo>
                        <a:cubicBezTo>
                          <a:pt x="3792" y="87964"/>
                          <a:pt x="8502" y="89491"/>
                          <a:pt x="12881" y="90522"/>
                        </a:cubicBezTo>
                        <a:cubicBezTo>
                          <a:pt x="17273" y="91554"/>
                          <a:pt x="21288" y="92069"/>
                          <a:pt x="24926" y="92069"/>
                        </a:cubicBezTo>
                        <a:cubicBezTo>
                          <a:pt x="34517" y="92069"/>
                          <a:pt x="42164" y="89670"/>
                          <a:pt x="47865" y="84871"/>
                        </a:cubicBezTo>
                        <a:cubicBezTo>
                          <a:pt x="53567" y="80086"/>
                          <a:pt x="56418" y="73687"/>
                          <a:pt x="56418" y="65676"/>
                        </a:cubicBezTo>
                        <a:cubicBezTo>
                          <a:pt x="56418" y="61869"/>
                          <a:pt x="55704" y="58260"/>
                          <a:pt x="54275" y="54849"/>
                        </a:cubicBezTo>
                        <a:cubicBezTo>
                          <a:pt x="52859" y="51452"/>
                          <a:pt x="50267" y="47440"/>
                          <a:pt x="46496" y="42813"/>
                        </a:cubicBezTo>
                        <a:cubicBezTo>
                          <a:pt x="45464" y="41610"/>
                          <a:pt x="42177" y="38146"/>
                          <a:pt x="36634" y="32422"/>
                        </a:cubicBezTo>
                        <a:cubicBezTo>
                          <a:pt x="31104" y="26698"/>
                          <a:pt x="23292" y="18694"/>
                          <a:pt x="13198" y="840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47" name="Freeform: Shape 146">
                    <a:extLst>
                      <a:ext uri="{FF2B5EF4-FFF2-40B4-BE49-F238E27FC236}">
                        <a16:creationId xmlns:a16="http://schemas.microsoft.com/office/drawing/2014/main" id="{4D728682-2D1F-3D1F-FE9D-5F2BF32363B8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4415570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4005 h 95994"/>
                      <a:gd name="connsiteX1" fmla="*/ 15502 w 63996"/>
                      <a:gd name="connsiteY1" fmla="*/ 74486 h 95994"/>
                      <a:gd name="connsiteX2" fmla="*/ 10640 w 63996"/>
                      <a:gd name="connsiteY2" fmla="*/ 45892 h 95994"/>
                      <a:gd name="connsiteX3" fmla="*/ 15502 w 63996"/>
                      <a:gd name="connsiteY3" fmla="*/ 17358 h 95994"/>
                      <a:gd name="connsiteX4" fmla="*/ 30047 w 63996"/>
                      <a:gd name="connsiteY4" fmla="*/ 7840 h 95994"/>
                      <a:gd name="connsiteX5" fmla="*/ 44652 w 63996"/>
                      <a:gd name="connsiteY5" fmla="*/ 17358 h 95994"/>
                      <a:gd name="connsiteX6" fmla="*/ 49534 w 63996"/>
                      <a:gd name="connsiteY6" fmla="*/ 45892 h 95994"/>
                      <a:gd name="connsiteX7" fmla="*/ 44652 w 63996"/>
                      <a:gd name="connsiteY7" fmla="*/ 74486 h 95994"/>
                      <a:gd name="connsiteX8" fmla="*/ 30047 w 63996"/>
                      <a:gd name="connsiteY8" fmla="*/ 84005 h 95994"/>
                      <a:gd name="connsiteX9" fmla="*/ 30047 w 63996"/>
                      <a:gd name="connsiteY9" fmla="*/ 93919 h 95994"/>
                      <a:gd name="connsiteX10" fmla="*/ 53840 w 63996"/>
                      <a:gd name="connsiteY10" fmla="*/ 81605 h 95994"/>
                      <a:gd name="connsiteX11" fmla="*/ 62055 w 63996"/>
                      <a:gd name="connsiteY11" fmla="*/ 45892 h 95994"/>
                      <a:gd name="connsiteX12" fmla="*/ 53840 w 63996"/>
                      <a:gd name="connsiteY12" fmla="*/ 10219 h 95994"/>
                      <a:gd name="connsiteX13" fmla="*/ 30047 w 63996"/>
                      <a:gd name="connsiteY13" fmla="*/ -2075 h 95994"/>
                      <a:gd name="connsiteX14" fmla="*/ 6274 w 63996"/>
                      <a:gd name="connsiteY14" fmla="*/ 10219 h 95994"/>
                      <a:gd name="connsiteX15" fmla="*/ -1941 w 63996"/>
                      <a:gd name="connsiteY15" fmla="*/ 45892 h 95994"/>
                      <a:gd name="connsiteX16" fmla="*/ 6274 w 63996"/>
                      <a:gd name="connsiteY16" fmla="*/ 81605 h 95994"/>
                      <a:gd name="connsiteX17" fmla="*/ 30047 w 63996"/>
                      <a:gd name="connsiteY17" fmla="*/ 9391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4005"/>
                        </a:moveTo>
                        <a:cubicBezTo>
                          <a:pt x="23605" y="84005"/>
                          <a:pt x="18756" y="80832"/>
                          <a:pt x="15502" y="74486"/>
                        </a:cubicBezTo>
                        <a:cubicBezTo>
                          <a:pt x="12261" y="68154"/>
                          <a:pt x="10640" y="58623"/>
                          <a:pt x="10640" y="45892"/>
                        </a:cubicBezTo>
                        <a:cubicBezTo>
                          <a:pt x="10640" y="33215"/>
                          <a:pt x="12261" y="23703"/>
                          <a:pt x="15502" y="17358"/>
                        </a:cubicBezTo>
                        <a:cubicBezTo>
                          <a:pt x="18756" y="11012"/>
                          <a:pt x="23605" y="7840"/>
                          <a:pt x="30047" y="7840"/>
                        </a:cubicBezTo>
                        <a:cubicBezTo>
                          <a:pt x="36543" y="7840"/>
                          <a:pt x="41411" y="11012"/>
                          <a:pt x="44652" y="17358"/>
                        </a:cubicBezTo>
                        <a:cubicBezTo>
                          <a:pt x="47907" y="23703"/>
                          <a:pt x="49534" y="33215"/>
                          <a:pt x="49534" y="45892"/>
                        </a:cubicBezTo>
                        <a:cubicBezTo>
                          <a:pt x="49534" y="58623"/>
                          <a:pt x="47907" y="68154"/>
                          <a:pt x="44652" y="74486"/>
                        </a:cubicBezTo>
                        <a:cubicBezTo>
                          <a:pt x="41411" y="80832"/>
                          <a:pt x="36543" y="84005"/>
                          <a:pt x="30047" y="84005"/>
                        </a:cubicBezTo>
                        <a:close/>
                        <a:moveTo>
                          <a:pt x="30047" y="93919"/>
                        </a:moveTo>
                        <a:cubicBezTo>
                          <a:pt x="40432" y="93919"/>
                          <a:pt x="48363" y="89815"/>
                          <a:pt x="53840" y="81605"/>
                        </a:cubicBezTo>
                        <a:cubicBezTo>
                          <a:pt x="59317" y="73409"/>
                          <a:pt x="62055" y="61505"/>
                          <a:pt x="62055" y="45892"/>
                        </a:cubicBezTo>
                        <a:cubicBezTo>
                          <a:pt x="62055" y="30320"/>
                          <a:pt x="59317" y="18429"/>
                          <a:pt x="53840" y="10219"/>
                        </a:cubicBezTo>
                        <a:cubicBezTo>
                          <a:pt x="48363" y="2023"/>
                          <a:pt x="40432" y="-2075"/>
                          <a:pt x="30047" y="-2075"/>
                        </a:cubicBezTo>
                        <a:cubicBezTo>
                          <a:pt x="19675" y="-2075"/>
                          <a:pt x="11751" y="2023"/>
                          <a:pt x="6274" y="10219"/>
                        </a:cubicBezTo>
                        <a:cubicBezTo>
                          <a:pt x="797" y="18429"/>
                          <a:pt x="-1941" y="30320"/>
                          <a:pt x="-1941" y="45892"/>
                        </a:cubicBezTo>
                        <a:cubicBezTo>
                          <a:pt x="-1941" y="61505"/>
                          <a:pt x="797" y="73409"/>
                          <a:pt x="6274" y="81605"/>
                        </a:cubicBezTo>
                        <a:cubicBezTo>
                          <a:pt x="11751" y="89815"/>
                          <a:pt x="19675" y="93919"/>
                          <a:pt x="30047" y="9391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48" name="Graphic 89">
                <a:extLst>
                  <a:ext uri="{FF2B5EF4-FFF2-40B4-BE49-F238E27FC236}">
                    <a16:creationId xmlns:a16="http://schemas.microsoft.com/office/drawing/2014/main" id="{4916BAF4-DDF3-EA28-5441-0115CF28DB4B}"/>
                  </a:ext>
                </a:extLst>
              </p:cNvPr>
              <p:cNvGrpSpPr/>
              <p:nvPr/>
            </p:nvGrpSpPr>
            <p:grpSpPr>
              <a:xfrm>
                <a:off x="4157710" y="3740134"/>
                <a:ext cx="321508" cy="95994"/>
                <a:chOff x="4157710" y="3740134"/>
                <a:chExt cx="321508" cy="95994"/>
              </a:xfrm>
              <a:solidFill>
                <a:srgbClr val="000000"/>
              </a:solidFill>
            </p:grpSpPr>
            <p:sp>
              <p:nvSpPr>
                <p:cNvPr id="149" name="Freeform: Shape 148">
                  <a:extLst>
                    <a:ext uri="{FF2B5EF4-FFF2-40B4-BE49-F238E27FC236}">
                      <a16:creationId xmlns:a16="http://schemas.microsoft.com/office/drawing/2014/main" id="{5969A896-6366-8CFF-4118-675D649E7C7C}"/>
                    </a:ext>
                  </a:extLst>
                </p:cNvPr>
                <p:cNvSpPr/>
                <p:nvPr/>
              </p:nvSpPr>
              <p:spPr>
                <a:xfrm>
                  <a:off x="4434768" y="3786109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201 h 12690"/>
                    <a:gd name="connsiteX1" fmla="*/ 104 w 44450"/>
                    <a:gd name="connsiteY1" fmla="*/ 201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201"/>
                      </a:moveTo>
                      <a:lnTo>
                        <a:pt x="104" y="201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50" name="Graphic 89">
                  <a:extLst>
                    <a:ext uri="{FF2B5EF4-FFF2-40B4-BE49-F238E27FC236}">
                      <a16:creationId xmlns:a16="http://schemas.microsoft.com/office/drawing/2014/main" id="{CF5F154A-B39B-BEAE-D77D-32C7CCC9B890}"/>
                    </a:ext>
                  </a:extLst>
                </p:cNvPr>
                <p:cNvGrpSpPr/>
                <p:nvPr/>
              </p:nvGrpSpPr>
              <p:grpSpPr>
                <a:xfrm>
                  <a:off x="4157710" y="3740134"/>
                  <a:ext cx="224169" cy="95994"/>
                  <a:chOff x="4157710" y="3740134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51" name="Freeform: Shape 150">
                    <a:extLst>
                      <a:ext uri="{FF2B5EF4-FFF2-40B4-BE49-F238E27FC236}">
                        <a16:creationId xmlns:a16="http://schemas.microsoft.com/office/drawing/2014/main" id="{C2E482A8-DE3E-7F4B-B238-FCF6B26DC5DF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3741800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242 h 94328"/>
                      <a:gd name="connsiteX1" fmla="*/ 51159 w 59908"/>
                      <a:gd name="connsiteY1" fmla="*/ 92242 h 94328"/>
                      <a:gd name="connsiteX2" fmla="*/ 51159 w 59908"/>
                      <a:gd name="connsiteY2" fmla="*/ 81693 h 94328"/>
                      <a:gd name="connsiteX3" fmla="*/ 13456 w 59908"/>
                      <a:gd name="connsiteY3" fmla="*/ 81693 h 94328"/>
                      <a:gd name="connsiteX4" fmla="*/ 13456 w 59908"/>
                      <a:gd name="connsiteY4" fmla="*/ 59028 h 94328"/>
                      <a:gd name="connsiteX5" fmla="*/ 18893 w 59908"/>
                      <a:gd name="connsiteY5" fmla="*/ 60416 h 94328"/>
                      <a:gd name="connsiteX6" fmla="*/ 24370 w 59908"/>
                      <a:gd name="connsiteY6" fmla="*/ 60872 h 94328"/>
                      <a:gd name="connsiteX7" fmla="*/ 48917 w 59908"/>
                      <a:gd name="connsiteY7" fmla="*/ 52385 h 94328"/>
                      <a:gd name="connsiteX8" fmla="*/ 57986 w 59908"/>
                      <a:gd name="connsiteY8" fmla="*/ 29403 h 94328"/>
                      <a:gd name="connsiteX9" fmla="*/ 48679 w 59908"/>
                      <a:gd name="connsiteY9" fmla="*/ 6183 h 94328"/>
                      <a:gd name="connsiteX10" fmla="*/ 22445 w 59908"/>
                      <a:gd name="connsiteY10" fmla="*/ -2086 h 94328"/>
                      <a:gd name="connsiteX11" fmla="*/ 10559 w 59908"/>
                      <a:gd name="connsiteY11" fmla="*/ -1095 h 94328"/>
                      <a:gd name="connsiteX12" fmla="*/ -1923 w 59908"/>
                      <a:gd name="connsiteY12" fmla="*/ 1880 h 94328"/>
                      <a:gd name="connsiteX13" fmla="*/ -1923 w 59908"/>
                      <a:gd name="connsiteY13" fmla="*/ 14471 h 94328"/>
                      <a:gd name="connsiteX14" fmla="*/ 9606 w 59908"/>
                      <a:gd name="connsiteY14" fmla="*/ 9950 h 94328"/>
                      <a:gd name="connsiteX15" fmla="*/ 22187 w 59908"/>
                      <a:gd name="connsiteY15" fmla="*/ 8463 h 94328"/>
                      <a:gd name="connsiteX16" fmla="*/ 39174 w 59908"/>
                      <a:gd name="connsiteY16" fmla="*/ 14095 h 94328"/>
                      <a:gd name="connsiteX17" fmla="*/ 45444 w 59908"/>
                      <a:gd name="connsiteY17" fmla="*/ 29403 h 94328"/>
                      <a:gd name="connsiteX18" fmla="*/ 39174 w 59908"/>
                      <a:gd name="connsiteY18" fmla="*/ 44691 h 94328"/>
                      <a:gd name="connsiteX19" fmla="*/ 22187 w 59908"/>
                      <a:gd name="connsiteY19" fmla="*/ 50343 h 94328"/>
                      <a:gd name="connsiteX20" fmla="*/ 12166 w 59908"/>
                      <a:gd name="connsiteY20" fmla="*/ 49232 h 94328"/>
                      <a:gd name="connsiteX21" fmla="*/ 1986 w 59908"/>
                      <a:gd name="connsiteY21" fmla="*/ 45762 h 94328"/>
                      <a:gd name="connsiteX22" fmla="*/ 1986 w 59908"/>
                      <a:gd name="connsiteY22" fmla="*/ 92242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242"/>
                        </a:moveTo>
                        <a:lnTo>
                          <a:pt x="51159" y="92242"/>
                        </a:lnTo>
                        <a:lnTo>
                          <a:pt x="51159" y="81693"/>
                        </a:lnTo>
                        <a:lnTo>
                          <a:pt x="13456" y="81693"/>
                        </a:lnTo>
                        <a:lnTo>
                          <a:pt x="13456" y="59028"/>
                        </a:lnTo>
                        <a:cubicBezTo>
                          <a:pt x="15269" y="59649"/>
                          <a:pt x="17081" y="60112"/>
                          <a:pt x="18893" y="60416"/>
                        </a:cubicBezTo>
                        <a:cubicBezTo>
                          <a:pt x="20719" y="60720"/>
                          <a:pt x="22545" y="60872"/>
                          <a:pt x="24370" y="60872"/>
                        </a:cubicBezTo>
                        <a:cubicBezTo>
                          <a:pt x="34702" y="60872"/>
                          <a:pt x="42884" y="58043"/>
                          <a:pt x="48917" y="52385"/>
                        </a:cubicBezTo>
                        <a:cubicBezTo>
                          <a:pt x="54963" y="46727"/>
                          <a:pt x="57986" y="39067"/>
                          <a:pt x="57986" y="29403"/>
                        </a:cubicBezTo>
                        <a:cubicBezTo>
                          <a:pt x="57986" y="19449"/>
                          <a:pt x="54883" y="11709"/>
                          <a:pt x="48679" y="6183"/>
                        </a:cubicBezTo>
                        <a:cubicBezTo>
                          <a:pt x="42474" y="670"/>
                          <a:pt x="33730" y="-2086"/>
                          <a:pt x="22445" y="-2086"/>
                        </a:cubicBezTo>
                        <a:cubicBezTo>
                          <a:pt x="18556" y="-2086"/>
                          <a:pt x="14594" y="-1756"/>
                          <a:pt x="10559" y="-1095"/>
                        </a:cubicBezTo>
                        <a:cubicBezTo>
                          <a:pt x="6537" y="-434"/>
                          <a:pt x="2377" y="558"/>
                          <a:pt x="-1923" y="1880"/>
                        </a:cubicBezTo>
                        <a:lnTo>
                          <a:pt x="-1923" y="14471"/>
                        </a:lnTo>
                        <a:cubicBezTo>
                          <a:pt x="1795" y="12449"/>
                          <a:pt x="5638" y="10942"/>
                          <a:pt x="9606" y="9950"/>
                        </a:cubicBezTo>
                        <a:cubicBezTo>
                          <a:pt x="13575" y="8959"/>
                          <a:pt x="17769" y="8463"/>
                          <a:pt x="22187" y="8463"/>
                        </a:cubicBezTo>
                        <a:cubicBezTo>
                          <a:pt x="29344" y="8463"/>
                          <a:pt x="35006" y="10340"/>
                          <a:pt x="39174" y="14095"/>
                        </a:cubicBezTo>
                        <a:cubicBezTo>
                          <a:pt x="43354" y="17849"/>
                          <a:pt x="45444" y="22952"/>
                          <a:pt x="45444" y="29403"/>
                        </a:cubicBezTo>
                        <a:cubicBezTo>
                          <a:pt x="45444" y="35841"/>
                          <a:pt x="43354" y="40937"/>
                          <a:pt x="39174" y="44691"/>
                        </a:cubicBezTo>
                        <a:cubicBezTo>
                          <a:pt x="35006" y="48459"/>
                          <a:pt x="29344" y="50343"/>
                          <a:pt x="22187" y="50343"/>
                        </a:cubicBezTo>
                        <a:cubicBezTo>
                          <a:pt x="18840" y="50343"/>
                          <a:pt x="15500" y="49973"/>
                          <a:pt x="12166" y="49232"/>
                        </a:cubicBezTo>
                        <a:cubicBezTo>
                          <a:pt x="8846" y="48492"/>
                          <a:pt x="5452" y="47335"/>
                          <a:pt x="1986" y="45762"/>
                        </a:cubicBezTo>
                        <a:lnTo>
                          <a:pt x="1986" y="922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2" name="Freeform: Shape 151">
                    <a:extLst>
                      <a:ext uri="{FF2B5EF4-FFF2-40B4-BE49-F238E27FC236}">
                        <a16:creationId xmlns:a16="http://schemas.microsoft.com/office/drawing/2014/main" id="{B1543126-F20F-9DF7-E20E-BB287649FB82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392" y="3740134"/>
                    <a:ext cx="60940" cy="95994"/>
                  </a:xfrm>
                  <a:custGeom>
                    <a:avLst/>
                    <a:gdLst>
                      <a:gd name="connsiteX0" fmla="*/ 39914 w 60940"/>
                      <a:gd name="connsiteY0" fmla="*/ 49567 h 95994"/>
                      <a:gd name="connsiteX1" fmla="*/ 53944 w 60940"/>
                      <a:gd name="connsiteY1" fmla="*/ 41556 h 95994"/>
                      <a:gd name="connsiteX2" fmla="*/ 59004 w 60940"/>
                      <a:gd name="connsiteY2" fmla="*/ 26565 h 95994"/>
                      <a:gd name="connsiteX3" fmla="*/ 49578 w 60940"/>
                      <a:gd name="connsiteY3" fmla="*/ 5367 h 95994"/>
                      <a:gd name="connsiteX4" fmla="*/ 22789 w 60940"/>
                      <a:gd name="connsiteY4" fmla="*/ -2128 h 95994"/>
                      <a:gd name="connsiteX5" fmla="*/ 10803 w 60940"/>
                      <a:gd name="connsiteY5" fmla="*/ -978 h 95994"/>
                      <a:gd name="connsiteX6" fmla="*/ -1936 w 60940"/>
                      <a:gd name="connsiteY6" fmla="*/ 2472 h 95994"/>
                      <a:gd name="connsiteX7" fmla="*/ -1936 w 60940"/>
                      <a:gd name="connsiteY7" fmla="*/ 14548 h 95994"/>
                      <a:gd name="connsiteX8" fmla="*/ 9454 w 60940"/>
                      <a:gd name="connsiteY8" fmla="*/ 9968 h 95994"/>
                      <a:gd name="connsiteX9" fmla="*/ 22432 w 60940"/>
                      <a:gd name="connsiteY9" fmla="*/ 8421 h 95994"/>
                      <a:gd name="connsiteX10" fmla="*/ 40371 w 60940"/>
                      <a:gd name="connsiteY10" fmla="*/ 13061 h 95994"/>
                      <a:gd name="connsiteX11" fmla="*/ 46542 w 60940"/>
                      <a:gd name="connsiteY11" fmla="*/ 26565 h 95994"/>
                      <a:gd name="connsiteX12" fmla="*/ 40807 w 60940"/>
                      <a:gd name="connsiteY12" fmla="*/ 39355 h 95994"/>
                      <a:gd name="connsiteX13" fmla="*/ 24853 w 60940"/>
                      <a:gd name="connsiteY13" fmla="*/ 43975 h 95994"/>
                      <a:gd name="connsiteX14" fmla="*/ 14058 w 60940"/>
                      <a:gd name="connsiteY14" fmla="*/ 43975 h 95994"/>
                      <a:gd name="connsiteX15" fmla="*/ 14058 w 60940"/>
                      <a:gd name="connsiteY15" fmla="*/ 54267 h 95994"/>
                      <a:gd name="connsiteX16" fmla="*/ 25349 w 60940"/>
                      <a:gd name="connsiteY16" fmla="*/ 54267 h 95994"/>
                      <a:gd name="connsiteX17" fmla="*/ 39478 w 60940"/>
                      <a:gd name="connsiteY17" fmla="*/ 57955 h 95994"/>
                      <a:gd name="connsiteX18" fmla="*/ 44379 w 60940"/>
                      <a:gd name="connsiteY18" fmla="*/ 68583 h 95994"/>
                      <a:gd name="connsiteX19" fmla="*/ 39319 w 60940"/>
                      <a:gd name="connsiteY19" fmla="*/ 79509 h 95994"/>
                      <a:gd name="connsiteX20" fmla="*/ 24853 w 60940"/>
                      <a:gd name="connsiteY20" fmla="*/ 83337 h 95994"/>
                      <a:gd name="connsiteX21" fmla="*/ 13800 w 60940"/>
                      <a:gd name="connsiteY21" fmla="*/ 82206 h 95994"/>
                      <a:gd name="connsiteX22" fmla="*/ 842 w 60940"/>
                      <a:gd name="connsiteY22" fmla="*/ 78756 h 95994"/>
                      <a:gd name="connsiteX23" fmla="*/ 842 w 60940"/>
                      <a:gd name="connsiteY23" fmla="*/ 89900 h 95994"/>
                      <a:gd name="connsiteX24" fmla="*/ 14216 w 60940"/>
                      <a:gd name="connsiteY24" fmla="*/ 92875 h 95994"/>
                      <a:gd name="connsiteX25" fmla="*/ 25964 w 60940"/>
                      <a:gd name="connsiteY25" fmla="*/ 93866 h 95994"/>
                      <a:gd name="connsiteX26" fmla="*/ 48526 w 60940"/>
                      <a:gd name="connsiteY26" fmla="*/ 87382 h 95994"/>
                      <a:gd name="connsiteX27" fmla="*/ 56841 w 60940"/>
                      <a:gd name="connsiteY27" fmla="*/ 69892 h 95994"/>
                      <a:gd name="connsiteX28" fmla="*/ 52436 w 60940"/>
                      <a:gd name="connsiteY28" fmla="*/ 56904 h 95994"/>
                      <a:gd name="connsiteX29" fmla="*/ 39914 w 60940"/>
                      <a:gd name="connsiteY29" fmla="*/ 49567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940" h="95994">
                        <a:moveTo>
                          <a:pt x="39914" y="49567"/>
                        </a:moveTo>
                        <a:cubicBezTo>
                          <a:pt x="45907" y="48285"/>
                          <a:pt x="50583" y="45614"/>
                          <a:pt x="53944" y="41556"/>
                        </a:cubicBezTo>
                        <a:cubicBezTo>
                          <a:pt x="57317" y="37511"/>
                          <a:pt x="59004" y="32514"/>
                          <a:pt x="59004" y="26565"/>
                        </a:cubicBezTo>
                        <a:cubicBezTo>
                          <a:pt x="59004" y="17443"/>
                          <a:pt x="55862" y="10378"/>
                          <a:pt x="49578" y="5367"/>
                        </a:cubicBezTo>
                        <a:cubicBezTo>
                          <a:pt x="43294" y="370"/>
                          <a:pt x="34364" y="-2128"/>
                          <a:pt x="22789" y="-2128"/>
                        </a:cubicBezTo>
                        <a:cubicBezTo>
                          <a:pt x="18913" y="-2128"/>
                          <a:pt x="14918" y="-1745"/>
                          <a:pt x="10803" y="-978"/>
                        </a:cubicBezTo>
                        <a:cubicBezTo>
                          <a:pt x="6689" y="-211"/>
                          <a:pt x="2442" y="939"/>
                          <a:pt x="-1936" y="2472"/>
                        </a:cubicBezTo>
                        <a:lnTo>
                          <a:pt x="-1936" y="14548"/>
                        </a:lnTo>
                        <a:cubicBezTo>
                          <a:pt x="1530" y="12526"/>
                          <a:pt x="5326" y="10999"/>
                          <a:pt x="9454" y="9968"/>
                        </a:cubicBezTo>
                        <a:cubicBezTo>
                          <a:pt x="13595" y="8937"/>
                          <a:pt x="17921" y="8421"/>
                          <a:pt x="22432" y="8421"/>
                        </a:cubicBezTo>
                        <a:cubicBezTo>
                          <a:pt x="30277" y="8421"/>
                          <a:pt x="36256" y="9968"/>
                          <a:pt x="40371" y="13061"/>
                        </a:cubicBezTo>
                        <a:cubicBezTo>
                          <a:pt x="44485" y="16155"/>
                          <a:pt x="46542" y="20656"/>
                          <a:pt x="46542" y="26565"/>
                        </a:cubicBezTo>
                        <a:cubicBezTo>
                          <a:pt x="46542" y="32025"/>
                          <a:pt x="44630" y="36288"/>
                          <a:pt x="40807" y="39355"/>
                        </a:cubicBezTo>
                        <a:cubicBezTo>
                          <a:pt x="36984" y="42435"/>
                          <a:pt x="31666" y="43975"/>
                          <a:pt x="24853" y="43975"/>
                        </a:cubicBezTo>
                        <a:lnTo>
                          <a:pt x="14058" y="43975"/>
                        </a:lnTo>
                        <a:lnTo>
                          <a:pt x="14058" y="54267"/>
                        </a:lnTo>
                        <a:lnTo>
                          <a:pt x="25349" y="54267"/>
                        </a:lnTo>
                        <a:cubicBezTo>
                          <a:pt x="31500" y="54267"/>
                          <a:pt x="36210" y="55496"/>
                          <a:pt x="39478" y="57955"/>
                        </a:cubicBezTo>
                        <a:cubicBezTo>
                          <a:pt x="42745" y="60414"/>
                          <a:pt x="44379" y="63957"/>
                          <a:pt x="44379" y="68583"/>
                        </a:cubicBezTo>
                        <a:cubicBezTo>
                          <a:pt x="44379" y="73329"/>
                          <a:pt x="42692" y="76971"/>
                          <a:pt x="39319" y="79509"/>
                        </a:cubicBezTo>
                        <a:cubicBezTo>
                          <a:pt x="35959" y="82061"/>
                          <a:pt x="31137" y="83337"/>
                          <a:pt x="24853" y="83337"/>
                        </a:cubicBezTo>
                        <a:cubicBezTo>
                          <a:pt x="21413" y="83337"/>
                          <a:pt x="17729" y="82960"/>
                          <a:pt x="13800" y="82206"/>
                        </a:cubicBezTo>
                        <a:cubicBezTo>
                          <a:pt x="9871" y="81466"/>
                          <a:pt x="5551" y="80316"/>
                          <a:pt x="842" y="78756"/>
                        </a:cubicBezTo>
                        <a:lnTo>
                          <a:pt x="842" y="89900"/>
                        </a:lnTo>
                        <a:cubicBezTo>
                          <a:pt x="5604" y="91222"/>
                          <a:pt x="10062" y="92214"/>
                          <a:pt x="14216" y="92875"/>
                        </a:cubicBezTo>
                        <a:cubicBezTo>
                          <a:pt x="18370" y="93535"/>
                          <a:pt x="22286" y="93866"/>
                          <a:pt x="25964" y="93866"/>
                        </a:cubicBezTo>
                        <a:cubicBezTo>
                          <a:pt x="35476" y="93866"/>
                          <a:pt x="42996" y="91705"/>
                          <a:pt x="48526" y="87382"/>
                        </a:cubicBezTo>
                        <a:cubicBezTo>
                          <a:pt x="54069" y="83072"/>
                          <a:pt x="56841" y="77242"/>
                          <a:pt x="56841" y="69892"/>
                        </a:cubicBezTo>
                        <a:cubicBezTo>
                          <a:pt x="56841" y="64763"/>
                          <a:pt x="55372" y="60434"/>
                          <a:pt x="52436" y="56904"/>
                        </a:cubicBezTo>
                        <a:cubicBezTo>
                          <a:pt x="49499" y="53374"/>
                          <a:pt x="45325" y="50929"/>
                          <a:pt x="39914" y="4956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3" name="Freeform: Shape 152">
                    <a:extLst>
                      <a:ext uri="{FF2B5EF4-FFF2-40B4-BE49-F238E27FC236}">
                        <a16:creationId xmlns:a16="http://schemas.microsoft.com/office/drawing/2014/main" id="{4B828531-9DFF-4B53-57EC-BD40F29100FE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3740134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951 h 95994"/>
                      <a:gd name="connsiteX1" fmla="*/ 15502 w 63996"/>
                      <a:gd name="connsiteY1" fmla="*/ 74433 h 95994"/>
                      <a:gd name="connsiteX2" fmla="*/ 10640 w 63996"/>
                      <a:gd name="connsiteY2" fmla="*/ 45839 h 95994"/>
                      <a:gd name="connsiteX3" fmla="*/ 15502 w 63996"/>
                      <a:gd name="connsiteY3" fmla="*/ 17305 h 95994"/>
                      <a:gd name="connsiteX4" fmla="*/ 30047 w 63996"/>
                      <a:gd name="connsiteY4" fmla="*/ 7787 h 95994"/>
                      <a:gd name="connsiteX5" fmla="*/ 44652 w 63996"/>
                      <a:gd name="connsiteY5" fmla="*/ 17305 h 95994"/>
                      <a:gd name="connsiteX6" fmla="*/ 49534 w 63996"/>
                      <a:gd name="connsiteY6" fmla="*/ 45839 h 95994"/>
                      <a:gd name="connsiteX7" fmla="*/ 44652 w 63996"/>
                      <a:gd name="connsiteY7" fmla="*/ 74433 h 95994"/>
                      <a:gd name="connsiteX8" fmla="*/ 30047 w 63996"/>
                      <a:gd name="connsiteY8" fmla="*/ 83951 h 95994"/>
                      <a:gd name="connsiteX9" fmla="*/ 30047 w 63996"/>
                      <a:gd name="connsiteY9" fmla="*/ 93866 h 95994"/>
                      <a:gd name="connsiteX10" fmla="*/ 53840 w 63996"/>
                      <a:gd name="connsiteY10" fmla="*/ 81552 h 95994"/>
                      <a:gd name="connsiteX11" fmla="*/ 62055 w 63996"/>
                      <a:gd name="connsiteY11" fmla="*/ 45839 h 95994"/>
                      <a:gd name="connsiteX12" fmla="*/ 53840 w 63996"/>
                      <a:gd name="connsiteY12" fmla="*/ 10166 h 95994"/>
                      <a:gd name="connsiteX13" fmla="*/ 30047 w 63996"/>
                      <a:gd name="connsiteY13" fmla="*/ -2128 h 95994"/>
                      <a:gd name="connsiteX14" fmla="*/ 6274 w 63996"/>
                      <a:gd name="connsiteY14" fmla="*/ 10166 h 95994"/>
                      <a:gd name="connsiteX15" fmla="*/ -1941 w 63996"/>
                      <a:gd name="connsiteY15" fmla="*/ 45839 h 95994"/>
                      <a:gd name="connsiteX16" fmla="*/ 6274 w 63996"/>
                      <a:gd name="connsiteY16" fmla="*/ 81552 h 95994"/>
                      <a:gd name="connsiteX17" fmla="*/ 30047 w 63996"/>
                      <a:gd name="connsiteY17" fmla="*/ 9386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951"/>
                        </a:moveTo>
                        <a:cubicBezTo>
                          <a:pt x="23605" y="83951"/>
                          <a:pt x="18756" y="80779"/>
                          <a:pt x="15502" y="74433"/>
                        </a:cubicBezTo>
                        <a:cubicBezTo>
                          <a:pt x="12261" y="68101"/>
                          <a:pt x="10640" y="58570"/>
                          <a:pt x="10640" y="45839"/>
                        </a:cubicBezTo>
                        <a:cubicBezTo>
                          <a:pt x="10640" y="33162"/>
                          <a:pt x="12261" y="23650"/>
                          <a:pt x="15502" y="17305"/>
                        </a:cubicBezTo>
                        <a:cubicBezTo>
                          <a:pt x="18756" y="10959"/>
                          <a:pt x="23605" y="7787"/>
                          <a:pt x="30047" y="7787"/>
                        </a:cubicBezTo>
                        <a:cubicBezTo>
                          <a:pt x="36543" y="7787"/>
                          <a:pt x="41411" y="10959"/>
                          <a:pt x="44652" y="17305"/>
                        </a:cubicBezTo>
                        <a:cubicBezTo>
                          <a:pt x="47907" y="23650"/>
                          <a:pt x="49534" y="33162"/>
                          <a:pt x="49534" y="45839"/>
                        </a:cubicBezTo>
                        <a:cubicBezTo>
                          <a:pt x="49534" y="58570"/>
                          <a:pt x="47907" y="68101"/>
                          <a:pt x="44652" y="74433"/>
                        </a:cubicBezTo>
                        <a:cubicBezTo>
                          <a:pt x="41411" y="80779"/>
                          <a:pt x="36543" y="83951"/>
                          <a:pt x="30047" y="83951"/>
                        </a:cubicBezTo>
                        <a:close/>
                        <a:moveTo>
                          <a:pt x="30047" y="93866"/>
                        </a:moveTo>
                        <a:cubicBezTo>
                          <a:pt x="40432" y="93866"/>
                          <a:pt x="48363" y="89761"/>
                          <a:pt x="53840" y="81552"/>
                        </a:cubicBezTo>
                        <a:cubicBezTo>
                          <a:pt x="59317" y="73356"/>
                          <a:pt x="62055" y="61452"/>
                          <a:pt x="62055" y="45839"/>
                        </a:cubicBezTo>
                        <a:cubicBezTo>
                          <a:pt x="62055" y="30266"/>
                          <a:pt x="59317" y="18375"/>
                          <a:pt x="53840" y="10166"/>
                        </a:cubicBezTo>
                        <a:cubicBezTo>
                          <a:pt x="48363" y="1970"/>
                          <a:pt x="40432" y="-2128"/>
                          <a:pt x="30047" y="-2128"/>
                        </a:cubicBezTo>
                        <a:cubicBezTo>
                          <a:pt x="19675" y="-2128"/>
                          <a:pt x="11751" y="1970"/>
                          <a:pt x="6274" y="10166"/>
                        </a:cubicBezTo>
                        <a:cubicBezTo>
                          <a:pt x="797" y="18375"/>
                          <a:pt x="-1941" y="30266"/>
                          <a:pt x="-1941" y="45839"/>
                        </a:cubicBezTo>
                        <a:cubicBezTo>
                          <a:pt x="-1941" y="61452"/>
                          <a:pt x="797" y="73356"/>
                          <a:pt x="6274" y="81552"/>
                        </a:cubicBezTo>
                        <a:cubicBezTo>
                          <a:pt x="11751" y="89761"/>
                          <a:pt x="19675" y="93866"/>
                          <a:pt x="30047" y="9386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54" name="Graphic 89">
                <a:extLst>
                  <a:ext uri="{FF2B5EF4-FFF2-40B4-BE49-F238E27FC236}">
                    <a16:creationId xmlns:a16="http://schemas.microsoft.com/office/drawing/2014/main" id="{FF5EE51A-3C8C-07A6-DB64-C34C6E87D9B3}"/>
                  </a:ext>
                </a:extLst>
              </p:cNvPr>
              <p:cNvGrpSpPr/>
              <p:nvPr/>
            </p:nvGrpSpPr>
            <p:grpSpPr>
              <a:xfrm>
                <a:off x="4157710" y="3064698"/>
                <a:ext cx="321508" cy="95994"/>
                <a:chOff x="4157710" y="3064698"/>
                <a:chExt cx="321508" cy="95994"/>
              </a:xfrm>
              <a:solidFill>
                <a:srgbClr val="000000"/>
              </a:solidFill>
            </p:grpSpPr>
            <p:sp>
              <p:nvSpPr>
                <p:cNvPr id="155" name="Freeform: Shape 154">
                  <a:extLst>
                    <a:ext uri="{FF2B5EF4-FFF2-40B4-BE49-F238E27FC236}">
                      <a16:creationId xmlns:a16="http://schemas.microsoft.com/office/drawing/2014/main" id="{6BCA2784-0ACF-E7E1-0264-5B5A18EE046A}"/>
                    </a:ext>
                  </a:extLst>
                </p:cNvPr>
                <p:cNvSpPr/>
                <p:nvPr/>
              </p:nvSpPr>
              <p:spPr>
                <a:xfrm>
                  <a:off x="4434768" y="3110673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148 h 12690"/>
                    <a:gd name="connsiteX1" fmla="*/ 104 w 44450"/>
                    <a:gd name="connsiteY1" fmla="*/ 148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148"/>
                      </a:moveTo>
                      <a:lnTo>
                        <a:pt x="104" y="148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56" name="Graphic 89">
                  <a:extLst>
                    <a:ext uri="{FF2B5EF4-FFF2-40B4-BE49-F238E27FC236}">
                      <a16:creationId xmlns:a16="http://schemas.microsoft.com/office/drawing/2014/main" id="{5F2C78D2-6C51-26DE-6B82-D0DA321BA1D0}"/>
                    </a:ext>
                  </a:extLst>
                </p:cNvPr>
                <p:cNvGrpSpPr/>
                <p:nvPr/>
              </p:nvGrpSpPr>
              <p:grpSpPr>
                <a:xfrm>
                  <a:off x="4157710" y="3064698"/>
                  <a:ext cx="224169" cy="95994"/>
                  <a:chOff x="4157710" y="3064698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57" name="Freeform: Shape 156">
                    <a:extLst>
                      <a:ext uri="{FF2B5EF4-FFF2-40B4-BE49-F238E27FC236}">
                        <a16:creationId xmlns:a16="http://schemas.microsoft.com/office/drawing/2014/main" id="{D1FCC577-4D4C-6D48-6804-E8E9E9D2F87E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3066364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189 h 94328"/>
                      <a:gd name="connsiteX1" fmla="*/ 51159 w 59908"/>
                      <a:gd name="connsiteY1" fmla="*/ 92189 h 94328"/>
                      <a:gd name="connsiteX2" fmla="*/ 51159 w 59908"/>
                      <a:gd name="connsiteY2" fmla="*/ 81640 h 94328"/>
                      <a:gd name="connsiteX3" fmla="*/ 13456 w 59908"/>
                      <a:gd name="connsiteY3" fmla="*/ 81640 h 94328"/>
                      <a:gd name="connsiteX4" fmla="*/ 13456 w 59908"/>
                      <a:gd name="connsiteY4" fmla="*/ 58975 h 94328"/>
                      <a:gd name="connsiteX5" fmla="*/ 18893 w 59908"/>
                      <a:gd name="connsiteY5" fmla="*/ 60363 h 94328"/>
                      <a:gd name="connsiteX6" fmla="*/ 24370 w 59908"/>
                      <a:gd name="connsiteY6" fmla="*/ 60819 h 94328"/>
                      <a:gd name="connsiteX7" fmla="*/ 48917 w 59908"/>
                      <a:gd name="connsiteY7" fmla="*/ 52332 h 94328"/>
                      <a:gd name="connsiteX8" fmla="*/ 57986 w 59908"/>
                      <a:gd name="connsiteY8" fmla="*/ 29350 h 94328"/>
                      <a:gd name="connsiteX9" fmla="*/ 48679 w 59908"/>
                      <a:gd name="connsiteY9" fmla="*/ 6130 h 94328"/>
                      <a:gd name="connsiteX10" fmla="*/ 22445 w 59908"/>
                      <a:gd name="connsiteY10" fmla="*/ -2139 h 94328"/>
                      <a:gd name="connsiteX11" fmla="*/ 10559 w 59908"/>
                      <a:gd name="connsiteY11" fmla="*/ -1148 h 94328"/>
                      <a:gd name="connsiteX12" fmla="*/ -1923 w 59908"/>
                      <a:gd name="connsiteY12" fmla="*/ 1827 h 94328"/>
                      <a:gd name="connsiteX13" fmla="*/ -1923 w 59908"/>
                      <a:gd name="connsiteY13" fmla="*/ 14418 h 94328"/>
                      <a:gd name="connsiteX14" fmla="*/ 9606 w 59908"/>
                      <a:gd name="connsiteY14" fmla="*/ 9897 h 94328"/>
                      <a:gd name="connsiteX15" fmla="*/ 22187 w 59908"/>
                      <a:gd name="connsiteY15" fmla="*/ 8410 h 94328"/>
                      <a:gd name="connsiteX16" fmla="*/ 39174 w 59908"/>
                      <a:gd name="connsiteY16" fmla="*/ 14041 h 94328"/>
                      <a:gd name="connsiteX17" fmla="*/ 45444 w 59908"/>
                      <a:gd name="connsiteY17" fmla="*/ 29350 h 94328"/>
                      <a:gd name="connsiteX18" fmla="*/ 39174 w 59908"/>
                      <a:gd name="connsiteY18" fmla="*/ 44638 h 94328"/>
                      <a:gd name="connsiteX19" fmla="*/ 22187 w 59908"/>
                      <a:gd name="connsiteY19" fmla="*/ 50290 h 94328"/>
                      <a:gd name="connsiteX20" fmla="*/ 12166 w 59908"/>
                      <a:gd name="connsiteY20" fmla="*/ 49179 h 94328"/>
                      <a:gd name="connsiteX21" fmla="*/ 1986 w 59908"/>
                      <a:gd name="connsiteY21" fmla="*/ 45709 h 94328"/>
                      <a:gd name="connsiteX22" fmla="*/ 1986 w 59908"/>
                      <a:gd name="connsiteY22" fmla="*/ 92189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189"/>
                        </a:moveTo>
                        <a:lnTo>
                          <a:pt x="51159" y="92189"/>
                        </a:lnTo>
                        <a:lnTo>
                          <a:pt x="51159" y="81640"/>
                        </a:lnTo>
                        <a:lnTo>
                          <a:pt x="13456" y="81640"/>
                        </a:lnTo>
                        <a:lnTo>
                          <a:pt x="13456" y="58975"/>
                        </a:lnTo>
                        <a:cubicBezTo>
                          <a:pt x="15269" y="59596"/>
                          <a:pt x="17081" y="60059"/>
                          <a:pt x="18893" y="60363"/>
                        </a:cubicBezTo>
                        <a:cubicBezTo>
                          <a:pt x="20719" y="60667"/>
                          <a:pt x="22545" y="60819"/>
                          <a:pt x="24370" y="60819"/>
                        </a:cubicBezTo>
                        <a:cubicBezTo>
                          <a:pt x="34702" y="60819"/>
                          <a:pt x="42884" y="57990"/>
                          <a:pt x="48917" y="52332"/>
                        </a:cubicBezTo>
                        <a:cubicBezTo>
                          <a:pt x="54963" y="46674"/>
                          <a:pt x="57986" y="39013"/>
                          <a:pt x="57986" y="29350"/>
                        </a:cubicBezTo>
                        <a:cubicBezTo>
                          <a:pt x="57986" y="19395"/>
                          <a:pt x="54883" y="11655"/>
                          <a:pt x="48679" y="6130"/>
                        </a:cubicBezTo>
                        <a:cubicBezTo>
                          <a:pt x="42474" y="617"/>
                          <a:pt x="33730" y="-2139"/>
                          <a:pt x="22445" y="-2139"/>
                        </a:cubicBezTo>
                        <a:cubicBezTo>
                          <a:pt x="18556" y="-2139"/>
                          <a:pt x="14594" y="-1809"/>
                          <a:pt x="10559" y="-1148"/>
                        </a:cubicBezTo>
                        <a:cubicBezTo>
                          <a:pt x="6537" y="-487"/>
                          <a:pt x="2377" y="505"/>
                          <a:pt x="-1923" y="1827"/>
                        </a:cubicBezTo>
                        <a:lnTo>
                          <a:pt x="-1923" y="14418"/>
                        </a:lnTo>
                        <a:cubicBezTo>
                          <a:pt x="1795" y="12396"/>
                          <a:pt x="5638" y="10889"/>
                          <a:pt x="9606" y="9897"/>
                        </a:cubicBezTo>
                        <a:cubicBezTo>
                          <a:pt x="13575" y="8906"/>
                          <a:pt x="17769" y="8410"/>
                          <a:pt x="22187" y="8410"/>
                        </a:cubicBezTo>
                        <a:cubicBezTo>
                          <a:pt x="29344" y="8410"/>
                          <a:pt x="35006" y="10287"/>
                          <a:pt x="39174" y="14041"/>
                        </a:cubicBezTo>
                        <a:cubicBezTo>
                          <a:pt x="43354" y="17796"/>
                          <a:pt x="45444" y="22899"/>
                          <a:pt x="45444" y="29350"/>
                        </a:cubicBezTo>
                        <a:cubicBezTo>
                          <a:pt x="45444" y="35788"/>
                          <a:pt x="43354" y="40884"/>
                          <a:pt x="39174" y="44638"/>
                        </a:cubicBezTo>
                        <a:cubicBezTo>
                          <a:pt x="35006" y="48406"/>
                          <a:pt x="29344" y="50290"/>
                          <a:pt x="22187" y="50290"/>
                        </a:cubicBezTo>
                        <a:cubicBezTo>
                          <a:pt x="18840" y="50290"/>
                          <a:pt x="15500" y="49919"/>
                          <a:pt x="12166" y="49179"/>
                        </a:cubicBezTo>
                        <a:cubicBezTo>
                          <a:pt x="8846" y="48439"/>
                          <a:pt x="5452" y="47282"/>
                          <a:pt x="1986" y="45709"/>
                        </a:cubicBezTo>
                        <a:lnTo>
                          <a:pt x="1986" y="9218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8" name="Freeform: Shape 157">
                    <a:extLst>
                      <a:ext uri="{FF2B5EF4-FFF2-40B4-BE49-F238E27FC236}">
                        <a16:creationId xmlns:a16="http://schemas.microsoft.com/office/drawing/2014/main" id="{5F901ECC-4DFE-BB56-273A-BE99CAD0E34C}"/>
                      </a:ext>
                    </a:extLst>
                  </p:cNvPr>
                  <p:cNvSpPr/>
                  <p:nvPr/>
                </p:nvSpPr>
                <p:spPr>
                  <a:xfrm flipV="1">
                    <a:off x="4234919" y="3066364"/>
                    <a:ext cx="67468" cy="92524"/>
                  </a:xfrm>
                  <a:custGeom>
                    <a:avLst/>
                    <a:gdLst>
                      <a:gd name="connsiteX0" fmla="*/ 39865 w 67468"/>
                      <a:gd name="connsiteY0" fmla="*/ 79433 h 92524"/>
                      <a:gd name="connsiteX1" fmla="*/ 8234 w 67468"/>
                      <a:gd name="connsiteY1" fmla="*/ 30038 h 92524"/>
                      <a:gd name="connsiteX2" fmla="*/ 39865 w 67468"/>
                      <a:gd name="connsiteY2" fmla="*/ 30038 h 92524"/>
                      <a:gd name="connsiteX3" fmla="*/ 39865 w 67468"/>
                      <a:gd name="connsiteY3" fmla="*/ 79433 h 92524"/>
                      <a:gd name="connsiteX4" fmla="*/ 36571 w 67468"/>
                      <a:gd name="connsiteY4" fmla="*/ 90339 h 92524"/>
                      <a:gd name="connsiteX5" fmla="*/ 52327 w 67468"/>
                      <a:gd name="connsiteY5" fmla="*/ 90339 h 92524"/>
                      <a:gd name="connsiteX6" fmla="*/ 52327 w 67468"/>
                      <a:gd name="connsiteY6" fmla="*/ 30038 h 92524"/>
                      <a:gd name="connsiteX7" fmla="*/ 65543 w 67468"/>
                      <a:gd name="connsiteY7" fmla="*/ 30038 h 92524"/>
                      <a:gd name="connsiteX8" fmla="*/ 65543 w 67468"/>
                      <a:gd name="connsiteY8" fmla="*/ 19627 h 92524"/>
                      <a:gd name="connsiteX9" fmla="*/ 52327 w 67468"/>
                      <a:gd name="connsiteY9" fmla="*/ 19627 h 92524"/>
                      <a:gd name="connsiteX10" fmla="*/ 52327 w 67468"/>
                      <a:gd name="connsiteY10" fmla="*/ -2185 h 92524"/>
                      <a:gd name="connsiteX11" fmla="*/ 39865 w 67468"/>
                      <a:gd name="connsiteY11" fmla="*/ -2185 h 92524"/>
                      <a:gd name="connsiteX12" fmla="*/ 39865 w 67468"/>
                      <a:gd name="connsiteY12" fmla="*/ 19627 h 92524"/>
                      <a:gd name="connsiteX13" fmla="*/ -1926 w 67468"/>
                      <a:gd name="connsiteY13" fmla="*/ 19627 h 92524"/>
                      <a:gd name="connsiteX14" fmla="*/ -1926 w 67468"/>
                      <a:gd name="connsiteY14" fmla="*/ 31704 h 92524"/>
                      <a:gd name="connsiteX15" fmla="*/ 36571 w 67468"/>
                      <a:gd name="connsiteY15" fmla="*/ 90339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468" h="92524">
                        <a:moveTo>
                          <a:pt x="39865" y="79433"/>
                        </a:moveTo>
                        <a:lnTo>
                          <a:pt x="8234" y="30038"/>
                        </a:lnTo>
                        <a:lnTo>
                          <a:pt x="39865" y="30038"/>
                        </a:lnTo>
                        <a:lnTo>
                          <a:pt x="39865" y="79433"/>
                        </a:lnTo>
                        <a:close/>
                        <a:moveTo>
                          <a:pt x="36571" y="90339"/>
                        </a:moveTo>
                        <a:lnTo>
                          <a:pt x="52327" y="90339"/>
                        </a:lnTo>
                        <a:lnTo>
                          <a:pt x="52327" y="30038"/>
                        </a:lnTo>
                        <a:lnTo>
                          <a:pt x="65543" y="30038"/>
                        </a:lnTo>
                        <a:lnTo>
                          <a:pt x="65543" y="19627"/>
                        </a:lnTo>
                        <a:lnTo>
                          <a:pt x="52327" y="19627"/>
                        </a:lnTo>
                        <a:lnTo>
                          <a:pt x="52327" y="-2185"/>
                        </a:lnTo>
                        <a:lnTo>
                          <a:pt x="39865" y="-2185"/>
                        </a:lnTo>
                        <a:lnTo>
                          <a:pt x="39865" y="19627"/>
                        </a:lnTo>
                        <a:lnTo>
                          <a:pt x="-1926" y="19627"/>
                        </a:lnTo>
                        <a:lnTo>
                          <a:pt x="-1926" y="31704"/>
                        </a:lnTo>
                        <a:lnTo>
                          <a:pt x="36571" y="903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59" name="Freeform: Shape 158">
                    <a:extLst>
                      <a:ext uri="{FF2B5EF4-FFF2-40B4-BE49-F238E27FC236}">
                        <a16:creationId xmlns:a16="http://schemas.microsoft.com/office/drawing/2014/main" id="{74A0C953-AB85-C2CF-2CDB-828886CA2309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3064698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898 h 95994"/>
                      <a:gd name="connsiteX1" fmla="*/ 15502 w 63996"/>
                      <a:gd name="connsiteY1" fmla="*/ 74380 h 95994"/>
                      <a:gd name="connsiteX2" fmla="*/ 10640 w 63996"/>
                      <a:gd name="connsiteY2" fmla="*/ 45786 h 95994"/>
                      <a:gd name="connsiteX3" fmla="*/ 15502 w 63996"/>
                      <a:gd name="connsiteY3" fmla="*/ 17251 h 95994"/>
                      <a:gd name="connsiteX4" fmla="*/ 30047 w 63996"/>
                      <a:gd name="connsiteY4" fmla="*/ 7733 h 95994"/>
                      <a:gd name="connsiteX5" fmla="*/ 44652 w 63996"/>
                      <a:gd name="connsiteY5" fmla="*/ 17251 h 95994"/>
                      <a:gd name="connsiteX6" fmla="*/ 49534 w 63996"/>
                      <a:gd name="connsiteY6" fmla="*/ 45786 h 95994"/>
                      <a:gd name="connsiteX7" fmla="*/ 44652 w 63996"/>
                      <a:gd name="connsiteY7" fmla="*/ 74380 h 95994"/>
                      <a:gd name="connsiteX8" fmla="*/ 30047 w 63996"/>
                      <a:gd name="connsiteY8" fmla="*/ 83898 h 95994"/>
                      <a:gd name="connsiteX9" fmla="*/ 30047 w 63996"/>
                      <a:gd name="connsiteY9" fmla="*/ 93813 h 95994"/>
                      <a:gd name="connsiteX10" fmla="*/ 53840 w 63996"/>
                      <a:gd name="connsiteY10" fmla="*/ 81499 h 95994"/>
                      <a:gd name="connsiteX11" fmla="*/ 62055 w 63996"/>
                      <a:gd name="connsiteY11" fmla="*/ 45786 h 95994"/>
                      <a:gd name="connsiteX12" fmla="*/ 53840 w 63996"/>
                      <a:gd name="connsiteY12" fmla="*/ 10113 h 95994"/>
                      <a:gd name="connsiteX13" fmla="*/ 30047 w 63996"/>
                      <a:gd name="connsiteY13" fmla="*/ -2181 h 95994"/>
                      <a:gd name="connsiteX14" fmla="*/ 6274 w 63996"/>
                      <a:gd name="connsiteY14" fmla="*/ 10113 h 95994"/>
                      <a:gd name="connsiteX15" fmla="*/ -1941 w 63996"/>
                      <a:gd name="connsiteY15" fmla="*/ 45786 h 95994"/>
                      <a:gd name="connsiteX16" fmla="*/ 6274 w 63996"/>
                      <a:gd name="connsiteY16" fmla="*/ 81499 h 95994"/>
                      <a:gd name="connsiteX17" fmla="*/ 30047 w 63996"/>
                      <a:gd name="connsiteY17" fmla="*/ 9381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898"/>
                        </a:moveTo>
                        <a:cubicBezTo>
                          <a:pt x="23605" y="83898"/>
                          <a:pt x="18756" y="80725"/>
                          <a:pt x="15502" y="74380"/>
                        </a:cubicBezTo>
                        <a:cubicBezTo>
                          <a:pt x="12261" y="68048"/>
                          <a:pt x="10640" y="58516"/>
                          <a:pt x="10640" y="45786"/>
                        </a:cubicBezTo>
                        <a:cubicBezTo>
                          <a:pt x="10640" y="33108"/>
                          <a:pt x="12261" y="23597"/>
                          <a:pt x="15502" y="17251"/>
                        </a:cubicBezTo>
                        <a:cubicBezTo>
                          <a:pt x="18756" y="10906"/>
                          <a:pt x="23605" y="7733"/>
                          <a:pt x="30047" y="7733"/>
                        </a:cubicBezTo>
                        <a:cubicBezTo>
                          <a:pt x="36543" y="7733"/>
                          <a:pt x="41411" y="10906"/>
                          <a:pt x="44652" y="17251"/>
                        </a:cubicBezTo>
                        <a:cubicBezTo>
                          <a:pt x="47907" y="23597"/>
                          <a:pt x="49534" y="33108"/>
                          <a:pt x="49534" y="45786"/>
                        </a:cubicBezTo>
                        <a:cubicBezTo>
                          <a:pt x="49534" y="58516"/>
                          <a:pt x="47907" y="68048"/>
                          <a:pt x="44652" y="74380"/>
                        </a:cubicBezTo>
                        <a:cubicBezTo>
                          <a:pt x="41411" y="80725"/>
                          <a:pt x="36543" y="83898"/>
                          <a:pt x="30047" y="83898"/>
                        </a:cubicBezTo>
                        <a:close/>
                        <a:moveTo>
                          <a:pt x="30047" y="93813"/>
                        </a:moveTo>
                        <a:cubicBezTo>
                          <a:pt x="40432" y="93813"/>
                          <a:pt x="48363" y="89708"/>
                          <a:pt x="53840" y="81499"/>
                        </a:cubicBezTo>
                        <a:cubicBezTo>
                          <a:pt x="59317" y="73303"/>
                          <a:pt x="62055" y="61398"/>
                          <a:pt x="62055" y="45786"/>
                        </a:cubicBezTo>
                        <a:cubicBezTo>
                          <a:pt x="62055" y="30213"/>
                          <a:pt x="59317" y="18322"/>
                          <a:pt x="53840" y="10113"/>
                        </a:cubicBezTo>
                        <a:cubicBezTo>
                          <a:pt x="48363" y="1917"/>
                          <a:pt x="40432" y="-2181"/>
                          <a:pt x="30047" y="-2181"/>
                        </a:cubicBezTo>
                        <a:cubicBezTo>
                          <a:pt x="19675" y="-2181"/>
                          <a:pt x="11751" y="1917"/>
                          <a:pt x="6274" y="10113"/>
                        </a:cubicBezTo>
                        <a:cubicBezTo>
                          <a:pt x="797" y="18322"/>
                          <a:pt x="-1941" y="30213"/>
                          <a:pt x="-1941" y="45786"/>
                        </a:cubicBezTo>
                        <a:cubicBezTo>
                          <a:pt x="-1941" y="61398"/>
                          <a:pt x="797" y="73303"/>
                          <a:pt x="6274" y="81499"/>
                        </a:cubicBezTo>
                        <a:cubicBezTo>
                          <a:pt x="11751" y="89708"/>
                          <a:pt x="19675" y="93813"/>
                          <a:pt x="30047" y="938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60" name="Graphic 89">
                <a:extLst>
                  <a:ext uri="{FF2B5EF4-FFF2-40B4-BE49-F238E27FC236}">
                    <a16:creationId xmlns:a16="http://schemas.microsoft.com/office/drawing/2014/main" id="{4D5AC9A7-194D-FEA5-1E62-18E5C7DD21FC}"/>
                  </a:ext>
                </a:extLst>
              </p:cNvPr>
              <p:cNvGrpSpPr/>
              <p:nvPr/>
            </p:nvGrpSpPr>
            <p:grpSpPr>
              <a:xfrm>
                <a:off x="4157710" y="2389262"/>
                <a:ext cx="321508" cy="95994"/>
                <a:chOff x="4157710" y="2389262"/>
                <a:chExt cx="321508" cy="95994"/>
              </a:xfrm>
              <a:solidFill>
                <a:srgbClr val="000000"/>
              </a:solidFill>
            </p:grpSpPr>
            <p:sp>
              <p:nvSpPr>
                <p:cNvPr id="161" name="Freeform: Shape 160">
                  <a:extLst>
                    <a:ext uri="{FF2B5EF4-FFF2-40B4-BE49-F238E27FC236}">
                      <a16:creationId xmlns:a16="http://schemas.microsoft.com/office/drawing/2014/main" id="{5CA6D908-D2BB-CED7-93A6-E369F23DF65D}"/>
                    </a:ext>
                  </a:extLst>
                </p:cNvPr>
                <p:cNvSpPr/>
                <p:nvPr/>
              </p:nvSpPr>
              <p:spPr>
                <a:xfrm>
                  <a:off x="4434768" y="2435236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95 h 12690"/>
                    <a:gd name="connsiteX1" fmla="*/ 104 w 44450"/>
                    <a:gd name="connsiteY1" fmla="*/ 9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95"/>
                      </a:moveTo>
                      <a:lnTo>
                        <a:pt x="104" y="95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62" name="Graphic 89">
                  <a:extLst>
                    <a:ext uri="{FF2B5EF4-FFF2-40B4-BE49-F238E27FC236}">
                      <a16:creationId xmlns:a16="http://schemas.microsoft.com/office/drawing/2014/main" id="{152AFBB4-AE52-33E3-8420-A9FF4EE03F78}"/>
                    </a:ext>
                  </a:extLst>
                </p:cNvPr>
                <p:cNvGrpSpPr/>
                <p:nvPr/>
              </p:nvGrpSpPr>
              <p:grpSpPr>
                <a:xfrm>
                  <a:off x="4157710" y="2389262"/>
                  <a:ext cx="224169" cy="95994"/>
                  <a:chOff x="4157710" y="2389262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63" name="Freeform: Shape 162">
                    <a:extLst>
                      <a:ext uri="{FF2B5EF4-FFF2-40B4-BE49-F238E27FC236}">
                        <a16:creationId xmlns:a16="http://schemas.microsoft.com/office/drawing/2014/main" id="{8505AC85-C2CE-32D9-AC1E-7DAC76FBBE3B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2390928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136 h 94328"/>
                      <a:gd name="connsiteX1" fmla="*/ 51159 w 59908"/>
                      <a:gd name="connsiteY1" fmla="*/ 92136 h 94328"/>
                      <a:gd name="connsiteX2" fmla="*/ 51159 w 59908"/>
                      <a:gd name="connsiteY2" fmla="*/ 81587 h 94328"/>
                      <a:gd name="connsiteX3" fmla="*/ 13456 w 59908"/>
                      <a:gd name="connsiteY3" fmla="*/ 81587 h 94328"/>
                      <a:gd name="connsiteX4" fmla="*/ 13456 w 59908"/>
                      <a:gd name="connsiteY4" fmla="*/ 58922 h 94328"/>
                      <a:gd name="connsiteX5" fmla="*/ 18893 w 59908"/>
                      <a:gd name="connsiteY5" fmla="*/ 60310 h 94328"/>
                      <a:gd name="connsiteX6" fmla="*/ 24370 w 59908"/>
                      <a:gd name="connsiteY6" fmla="*/ 60766 h 94328"/>
                      <a:gd name="connsiteX7" fmla="*/ 48917 w 59908"/>
                      <a:gd name="connsiteY7" fmla="*/ 52279 h 94328"/>
                      <a:gd name="connsiteX8" fmla="*/ 57986 w 59908"/>
                      <a:gd name="connsiteY8" fmla="*/ 29297 h 94328"/>
                      <a:gd name="connsiteX9" fmla="*/ 48679 w 59908"/>
                      <a:gd name="connsiteY9" fmla="*/ 6076 h 94328"/>
                      <a:gd name="connsiteX10" fmla="*/ 22445 w 59908"/>
                      <a:gd name="connsiteY10" fmla="*/ -2193 h 94328"/>
                      <a:gd name="connsiteX11" fmla="*/ 10559 w 59908"/>
                      <a:gd name="connsiteY11" fmla="*/ -1201 h 94328"/>
                      <a:gd name="connsiteX12" fmla="*/ -1923 w 59908"/>
                      <a:gd name="connsiteY12" fmla="*/ 1773 h 94328"/>
                      <a:gd name="connsiteX13" fmla="*/ -1923 w 59908"/>
                      <a:gd name="connsiteY13" fmla="*/ 14365 h 94328"/>
                      <a:gd name="connsiteX14" fmla="*/ 9606 w 59908"/>
                      <a:gd name="connsiteY14" fmla="*/ 9844 h 94328"/>
                      <a:gd name="connsiteX15" fmla="*/ 22187 w 59908"/>
                      <a:gd name="connsiteY15" fmla="*/ 8357 h 94328"/>
                      <a:gd name="connsiteX16" fmla="*/ 39174 w 59908"/>
                      <a:gd name="connsiteY16" fmla="*/ 13988 h 94328"/>
                      <a:gd name="connsiteX17" fmla="*/ 45444 w 59908"/>
                      <a:gd name="connsiteY17" fmla="*/ 29297 h 94328"/>
                      <a:gd name="connsiteX18" fmla="*/ 39174 w 59908"/>
                      <a:gd name="connsiteY18" fmla="*/ 44585 h 94328"/>
                      <a:gd name="connsiteX19" fmla="*/ 22187 w 59908"/>
                      <a:gd name="connsiteY19" fmla="*/ 50236 h 94328"/>
                      <a:gd name="connsiteX20" fmla="*/ 12166 w 59908"/>
                      <a:gd name="connsiteY20" fmla="*/ 49126 h 94328"/>
                      <a:gd name="connsiteX21" fmla="*/ 1986 w 59908"/>
                      <a:gd name="connsiteY21" fmla="*/ 45656 h 94328"/>
                      <a:gd name="connsiteX22" fmla="*/ 1986 w 59908"/>
                      <a:gd name="connsiteY22" fmla="*/ 9213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136"/>
                        </a:moveTo>
                        <a:lnTo>
                          <a:pt x="51159" y="92136"/>
                        </a:lnTo>
                        <a:lnTo>
                          <a:pt x="51159" y="81587"/>
                        </a:lnTo>
                        <a:lnTo>
                          <a:pt x="13456" y="81587"/>
                        </a:lnTo>
                        <a:lnTo>
                          <a:pt x="13456" y="58922"/>
                        </a:lnTo>
                        <a:cubicBezTo>
                          <a:pt x="15269" y="59543"/>
                          <a:pt x="17081" y="60006"/>
                          <a:pt x="18893" y="60310"/>
                        </a:cubicBezTo>
                        <a:cubicBezTo>
                          <a:pt x="20719" y="60614"/>
                          <a:pt x="22545" y="60766"/>
                          <a:pt x="24370" y="60766"/>
                        </a:cubicBezTo>
                        <a:cubicBezTo>
                          <a:pt x="34702" y="60766"/>
                          <a:pt x="42884" y="57937"/>
                          <a:pt x="48917" y="52279"/>
                        </a:cubicBezTo>
                        <a:cubicBezTo>
                          <a:pt x="54963" y="46621"/>
                          <a:pt x="57986" y="38960"/>
                          <a:pt x="57986" y="29297"/>
                        </a:cubicBezTo>
                        <a:cubicBezTo>
                          <a:pt x="57986" y="19342"/>
                          <a:pt x="54883" y="11602"/>
                          <a:pt x="48679" y="6076"/>
                        </a:cubicBezTo>
                        <a:cubicBezTo>
                          <a:pt x="42474" y="564"/>
                          <a:pt x="33730" y="-2193"/>
                          <a:pt x="22445" y="-2193"/>
                        </a:cubicBezTo>
                        <a:cubicBezTo>
                          <a:pt x="18556" y="-2193"/>
                          <a:pt x="14594" y="-1862"/>
                          <a:pt x="10559" y="-1201"/>
                        </a:cubicBezTo>
                        <a:cubicBezTo>
                          <a:pt x="6537" y="-540"/>
                          <a:pt x="2377" y="451"/>
                          <a:pt x="-1923" y="1773"/>
                        </a:cubicBezTo>
                        <a:lnTo>
                          <a:pt x="-1923" y="14365"/>
                        </a:lnTo>
                        <a:cubicBezTo>
                          <a:pt x="1795" y="12342"/>
                          <a:pt x="5638" y="10835"/>
                          <a:pt x="9606" y="9844"/>
                        </a:cubicBezTo>
                        <a:cubicBezTo>
                          <a:pt x="13575" y="8852"/>
                          <a:pt x="17769" y="8357"/>
                          <a:pt x="22187" y="8357"/>
                        </a:cubicBezTo>
                        <a:cubicBezTo>
                          <a:pt x="29344" y="8357"/>
                          <a:pt x="35006" y="10234"/>
                          <a:pt x="39174" y="13988"/>
                        </a:cubicBezTo>
                        <a:cubicBezTo>
                          <a:pt x="43354" y="17743"/>
                          <a:pt x="45444" y="22845"/>
                          <a:pt x="45444" y="29297"/>
                        </a:cubicBezTo>
                        <a:cubicBezTo>
                          <a:pt x="45444" y="35734"/>
                          <a:pt x="43354" y="40831"/>
                          <a:pt x="39174" y="44585"/>
                        </a:cubicBezTo>
                        <a:cubicBezTo>
                          <a:pt x="35006" y="48353"/>
                          <a:pt x="29344" y="50236"/>
                          <a:pt x="22187" y="50236"/>
                        </a:cubicBezTo>
                        <a:cubicBezTo>
                          <a:pt x="18840" y="50236"/>
                          <a:pt x="15500" y="49866"/>
                          <a:pt x="12166" y="49126"/>
                        </a:cubicBezTo>
                        <a:cubicBezTo>
                          <a:pt x="8846" y="48386"/>
                          <a:pt x="5452" y="47229"/>
                          <a:pt x="1986" y="45656"/>
                        </a:cubicBezTo>
                        <a:lnTo>
                          <a:pt x="1986" y="921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64" name="Freeform: Shape 163">
                    <a:extLst>
                      <a:ext uri="{FF2B5EF4-FFF2-40B4-BE49-F238E27FC236}">
                        <a16:creationId xmlns:a16="http://schemas.microsoft.com/office/drawing/2014/main" id="{838D5A95-CF2F-E081-B874-3E7C04D1CE82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511" y="2390928"/>
                    <a:ext cx="59908" cy="94328"/>
                  </a:xfrm>
                  <a:custGeom>
                    <a:avLst/>
                    <a:gdLst>
                      <a:gd name="connsiteX0" fmla="*/ 1993 w 59908"/>
                      <a:gd name="connsiteY0" fmla="*/ 92136 h 94328"/>
                      <a:gd name="connsiteX1" fmla="*/ 51166 w 59908"/>
                      <a:gd name="connsiteY1" fmla="*/ 92136 h 94328"/>
                      <a:gd name="connsiteX2" fmla="*/ 51166 w 59908"/>
                      <a:gd name="connsiteY2" fmla="*/ 81587 h 94328"/>
                      <a:gd name="connsiteX3" fmla="*/ 13463 w 59908"/>
                      <a:gd name="connsiteY3" fmla="*/ 81587 h 94328"/>
                      <a:gd name="connsiteX4" fmla="*/ 13463 w 59908"/>
                      <a:gd name="connsiteY4" fmla="*/ 58922 h 94328"/>
                      <a:gd name="connsiteX5" fmla="*/ 18900 w 59908"/>
                      <a:gd name="connsiteY5" fmla="*/ 60310 h 94328"/>
                      <a:gd name="connsiteX6" fmla="*/ 24377 w 59908"/>
                      <a:gd name="connsiteY6" fmla="*/ 60766 h 94328"/>
                      <a:gd name="connsiteX7" fmla="*/ 48923 w 59908"/>
                      <a:gd name="connsiteY7" fmla="*/ 52279 h 94328"/>
                      <a:gd name="connsiteX8" fmla="*/ 57992 w 59908"/>
                      <a:gd name="connsiteY8" fmla="*/ 29297 h 94328"/>
                      <a:gd name="connsiteX9" fmla="*/ 48685 w 59908"/>
                      <a:gd name="connsiteY9" fmla="*/ 6076 h 94328"/>
                      <a:gd name="connsiteX10" fmla="*/ 22452 w 59908"/>
                      <a:gd name="connsiteY10" fmla="*/ -2193 h 94328"/>
                      <a:gd name="connsiteX11" fmla="*/ 10565 w 59908"/>
                      <a:gd name="connsiteY11" fmla="*/ -1201 h 94328"/>
                      <a:gd name="connsiteX12" fmla="*/ -1916 w 59908"/>
                      <a:gd name="connsiteY12" fmla="*/ 1773 h 94328"/>
                      <a:gd name="connsiteX13" fmla="*/ -1916 w 59908"/>
                      <a:gd name="connsiteY13" fmla="*/ 14365 h 94328"/>
                      <a:gd name="connsiteX14" fmla="*/ 9613 w 59908"/>
                      <a:gd name="connsiteY14" fmla="*/ 9844 h 94328"/>
                      <a:gd name="connsiteX15" fmla="*/ 22194 w 59908"/>
                      <a:gd name="connsiteY15" fmla="*/ 8357 h 94328"/>
                      <a:gd name="connsiteX16" fmla="*/ 39180 w 59908"/>
                      <a:gd name="connsiteY16" fmla="*/ 13988 h 94328"/>
                      <a:gd name="connsiteX17" fmla="*/ 45451 w 59908"/>
                      <a:gd name="connsiteY17" fmla="*/ 29297 h 94328"/>
                      <a:gd name="connsiteX18" fmla="*/ 39180 w 59908"/>
                      <a:gd name="connsiteY18" fmla="*/ 44585 h 94328"/>
                      <a:gd name="connsiteX19" fmla="*/ 22194 w 59908"/>
                      <a:gd name="connsiteY19" fmla="*/ 50236 h 94328"/>
                      <a:gd name="connsiteX20" fmla="*/ 12173 w 59908"/>
                      <a:gd name="connsiteY20" fmla="*/ 49126 h 94328"/>
                      <a:gd name="connsiteX21" fmla="*/ 1993 w 59908"/>
                      <a:gd name="connsiteY21" fmla="*/ 45656 h 94328"/>
                      <a:gd name="connsiteX22" fmla="*/ 1993 w 59908"/>
                      <a:gd name="connsiteY22" fmla="*/ 9213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93" y="92136"/>
                        </a:moveTo>
                        <a:lnTo>
                          <a:pt x="51166" y="92136"/>
                        </a:lnTo>
                        <a:lnTo>
                          <a:pt x="51166" y="81587"/>
                        </a:lnTo>
                        <a:lnTo>
                          <a:pt x="13463" y="81587"/>
                        </a:lnTo>
                        <a:lnTo>
                          <a:pt x="13463" y="58922"/>
                        </a:lnTo>
                        <a:cubicBezTo>
                          <a:pt x="15275" y="59543"/>
                          <a:pt x="17087" y="60006"/>
                          <a:pt x="18900" y="60310"/>
                        </a:cubicBezTo>
                        <a:cubicBezTo>
                          <a:pt x="20725" y="60614"/>
                          <a:pt x="22551" y="60766"/>
                          <a:pt x="24377" y="60766"/>
                        </a:cubicBezTo>
                        <a:cubicBezTo>
                          <a:pt x="34709" y="60766"/>
                          <a:pt x="42891" y="57937"/>
                          <a:pt x="48923" y="52279"/>
                        </a:cubicBezTo>
                        <a:cubicBezTo>
                          <a:pt x="54969" y="46621"/>
                          <a:pt x="57992" y="38960"/>
                          <a:pt x="57992" y="29297"/>
                        </a:cubicBezTo>
                        <a:cubicBezTo>
                          <a:pt x="57992" y="19342"/>
                          <a:pt x="54890" y="11602"/>
                          <a:pt x="48685" y="6076"/>
                        </a:cubicBezTo>
                        <a:cubicBezTo>
                          <a:pt x="42481" y="564"/>
                          <a:pt x="33736" y="-2193"/>
                          <a:pt x="22452" y="-2193"/>
                        </a:cubicBezTo>
                        <a:cubicBezTo>
                          <a:pt x="18562" y="-2193"/>
                          <a:pt x="14600" y="-1862"/>
                          <a:pt x="10565" y="-1201"/>
                        </a:cubicBezTo>
                        <a:cubicBezTo>
                          <a:pt x="6544" y="-540"/>
                          <a:pt x="2383" y="451"/>
                          <a:pt x="-1916" y="1773"/>
                        </a:cubicBezTo>
                        <a:lnTo>
                          <a:pt x="-1916" y="14365"/>
                        </a:lnTo>
                        <a:cubicBezTo>
                          <a:pt x="1801" y="12342"/>
                          <a:pt x="5644" y="10835"/>
                          <a:pt x="9613" y="9844"/>
                        </a:cubicBezTo>
                        <a:cubicBezTo>
                          <a:pt x="13582" y="8852"/>
                          <a:pt x="17775" y="8357"/>
                          <a:pt x="22194" y="8357"/>
                        </a:cubicBezTo>
                        <a:cubicBezTo>
                          <a:pt x="29351" y="8357"/>
                          <a:pt x="35013" y="10234"/>
                          <a:pt x="39180" y="13988"/>
                        </a:cubicBezTo>
                        <a:cubicBezTo>
                          <a:pt x="43360" y="17743"/>
                          <a:pt x="45451" y="22845"/>
                          <a:pt x="45451" y="29297"/>
                        </a:cubicBezTo>
                        <a:cubicBezTo>
                          <a:pt x="45451" y="35734"/>
                          <a:pt x="43360" y="40831"/>
                          <a:pt x="39180" y="44585"/>
                        </a:cubicBezTo>
                        <a:cubicBezTo>
                          <a:pt x="35013" y="48353"/>
                          <a:pt x="29351" y="50236"/>
                          <a:pt x="22194" y="50236"/>
                        </a:cubicBezTo>
                        <a:cubicBezTo>
                          <a:pt x="18847" y="50236"/>
                          <a:pt x="15506" y="49866"/>
                          <a:pt x="12173" y="49126"/>
                        </a:cubicBezTo>
                        <a:cubicBezTo>
                          <a:pt x="8852" y="48386"/>
                          <a:pt x="5459" y="47229"/>
                          <a:pt x="1993" y="45656"/>
                        </a:cubicBezTo>
                        <a:lnTo>
                          <a:pt x="1993" y="921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65" name="Freeform: Shape 164">
                    <a:extLst>
                      <a:ext uri="{FF2B5EF4-FFF2-40B4-BE49-F238E27FC236}">
                        <a16:creationId xmlns:a16="http://schemas.microsoft.com/office/drawing/2014/main" id="{8106AEBC-D92C-9E2B-CED4-EAEFC4E7CDEA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2389262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845 h 95994"/>
                      <a:gd name="connsiteX1" fmla="*/ 15502 w 63996"/>
                      <a:gd name="connsiteY1" fmla="*/ 74327 h 95994"/>
                      <a:gd name="connsiteX2" fmla="*/ 10640 w 63996"/>
                      <a:gd name="connsiteY2" fmla="*/ 45733 h 95994"/>
                      <a:gd name="connsiteX3" fmla="*/ 15502 w 63996"/>
                      <a:gd name="connsiteY3" fmla="*/ 17198 h 95994"/>
                      <a:gd name="connsiteX4" fmla="*/ 30047 w 63996"/>
                      <a:gd name="connsiteY4" fmla="*/ 7680 h 95994"/>
                      <a:gd name="connsiteX5" fmla="*/ 44652 w 63996"/>
                      <a:gd name="connsiteY5" fmla="*/ 17198 h 95994"/>
                      <a:gd name="connsiteX6" fmla="*/ 49534 w 63996"/>
                      <a:gd name="connsiteY6" fmla="*/ 45733 h 95994"/>
                      <a:gd name="connsiteX7" fmla="*/ 44652 w 63996"/>
                      <a:gd name="connsiteY7" fmla="*/ 74327 h 95994"/>
                      <a:gd name="connsiteX8" fmla="*/ 30047 w 63996"/>
                      <a:gd name="connsiteY8" fmla="*/ 83845 h 95994"/>
                      <a:gd name="connsiteX9" fmla="*/ 30047 w 63996"/>
                      <a:gd name="connsiteY9" fmla="*/ 93760 h 95994"/>
                      <a:gd name="connsiteX10" fmla="*/ 53840 w 63996"/>
                      <a:gd name="connsiteY10" fmla="*/ 81445 h 95994"/>
                      <a:gd name="connsiteX11" fmla="*/ 62055 w 63996"/>
                      <a:gd name="connsiteY11" fmla="*/ 45733 h 95994"/>
                      <a:gd name="connsiteX12" fmla="*/ 53840 w 63996"/>
                      <a:gd name="connsiteY12" fmla="*/ 10060 h 95994"/>
                      <a:gd name="connsiteX13" fmla="*/ 30047 w 63996"/>
                      <a:gd name="connsiteY13" fmla="*/ -2235 h 95994"/>
                      <a:gd name="connsiteX14" fmla="*/ 6274 w 63996"/>
                      <a:gd name="connsiteY14" fmla="*/ 10060 h 95994"/>
                      <a:gd name="connsiteX15" fmla="*/ -1941 w 63996"/>
                      <a:gd name="connsiteY15" fmla="*/ 45733 h 95994"/>
                      <a:gd name="connsiteX16" fmla="*/ 6274 w 63996"/>
                      <a:gd name="connsiteY16" fmla="*/ 81445 h 95994"/>
                      <a:gd name="connsiteX17" fmla="*/ 30047 w 63996"/>
                      <a:gd name="connsiteY17" fmla="*/ 9376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845"/>
                        </a:moveTo>
                        <a:cubicBezTo>
                          <a:pt x="23605" y="83845"/>
                          <a:pt x="18756" y="80672"/>
                          <a:pt x="15502" y="74327"/>
                        </a:cubicBezTo>
                        <a:cubicBezTo>
                          <a:pt x="12261" y="67995"/>
                          <a:pt x="10640" y="58463"/>
                          <a:pt x="10640" y="45733"/>
                        </a:cubicBezTo>
                        <a:cubicBezTo>
                          <a:pt x="10640" y="33055"/>
                          <a:pt x="12261" y="23544"/>
                          <a:pt x="15502" y="17198"/>
                        </a:cubicBezTo>
                        <a:cubicBezTo>
                          <a:pt x="18756" y="10853"/>
                          <a:pt x="23605" y="7680"/>
                          <a:pt x="30047" y="7680"/>
                        </a:cubicBezTo>
                        <a:cubicBezTo>
                          <a:pt x="36543" y="7680"/>
                          <a:pt x="41411" y="10853"/>
                          <a:pt x="44652" y="17198"/>
                        </a:cubicBezTo>
                        <a:cubicBezTo>
                          <a:pt x="47907" y="23544"/>
                          <a:pt x="49534" y="33055"/>
                          <a:pt x="49534" y="45733"/>
                        </a:cubicBezTo>
                        <a:cubicBezTo>
                          <a:pt x="49534" y="58463"/>
                          <a:pt x="47907" y="67995"/>
                          <a:pt x="44652" y="74327"/>
                        </a:cubicBezTo>
                        <a:cubicBezTo>
                          <a:pt x="41411" y="80672"/>
                          <a:pt x="36543" y="83845"/>
                          <a:pt x="30047" y="83845"/>
                        </a:cubicBezTo>
                        <a:close/>
                        <a:moveTo>
                          <a:pt x="30047" y="93760"/>
                        </a:moveTo>
                        <a:cubicBezTo>
                          <a:pt x="40432" y="93760"/>
                          <a:pt x="48363" y="89655"/>
                          <a:pt x="53840" y="81445"/>
                        </a:cubicBezTo>
                        <a:cubicBezTo>
                          <a:pt x="59317" y="73249"/>
                          <a:pt x="62055" y="61345"/>
                          <a:pt x="62055" y="45733"/>
                        </a:cubicBezTo>
                        <a:cubicBezTo>
                          <a:pt x="62055" y="30160"/>
                          <a:pt x="59317" y="18269"/>
                          <a:pt x="53840" y="10060"/>
                        </a:cubicBezTo>
                        <a:cubicBezTo>
                          <a:pt x="48363" y="1863"/>
                          <a:pt x="40432" y="-2235"/>
                          <a:pt x="30047" y="-2235"/>
                        </a:cubicBezTo>
                        <a:cubicBezTo>
                          <a:pt x="19675" y="-2235"/>
                          <a:pt x="11751" y="1863"/>
                          <a:pt x="6274" y="10060"/>
                        </a:cubicBezTo>
                        <a:cubicBezTo>
                          <a:pt x="797" y="18269"/>
                          <a:pt x="-1941" y="30160"/>
                          <a:pt x="-1941" y="45733"/>
                        </a:cubicBezTo>
                        <a:cubicBezTo>
                          <a:pt x="-1941" y="61345"/>
                          <a:pt x="797" y="73249"/>
                          <a:pt x="6274" y="81445"/>
                        </a:cubicBezTo>
                        <a:cubicBezTo>
                          <a:pt x="11751" y="89655"/>
                          <a:pt x="19675" y="93760"/>
                          <a:pt x="30047" y="9376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66" name="Graphic 89">
                <a:extLst>
                  <a:ext uri="{FF2B5EF4-FFF2-40B4-BE49-F238E27FC236}">
                    <a16:creationId xmlns:a16="http://schemas.microsoft.com/office/drawing/2014/main" id="{2033929F-8DF6-6F16-B972-FCF0EE26B9B7}"/>
                  </a:ext>
                </a:extLst>
              </p:cNvPr>
              <p:cNvGrpSpPr/>
              <p:nvPr/>
            </p:nvGrpSpPr>
            <p:grpSpPr>
              <a:xfrm>
                <a:off x="4157710" y="1713826"/>
                <a:ext cx="321508" cy="95994"/>
                <a:chOff x="4157710" y="1713826"/>
                <a:chExt cx="321508" cy="95994"/>
              </a:xfrm>
              <a:solidFill>
                <a:srgbClr val="000000"/>
              </a:solidFill>
            </p:grpSpPr>
            <p:sp>
              <p:nvSpPr>
                <p:cNvPr id="167" name="Freeform: Shape 166">
                  <a:extLst>
                    <a:ext uri="{FF2B5EF4-FFF2-40B4-BE49-F238E27FC236}">
                      <a16:creationId xmlns:a16="http://schemas.microsoft.com/office/drawing/2014/main" id="{11006AAA-F6E8-12C4-E362-541C13C15952}"/>
                    </a:ext>
                  </a:extLst>
                </p:cNvPr>
                <p:cNvSpPr/>
                <p:nvPr/>
              </p:nvSpPr>
              <p:spPr>
                <a:xfrm>
                  <a:off x="4434768" y="1759800"/>
                  <a:ext cx="44450" cy="12690"/>
                </a:xfrm>
                <a:custGeom>
                  <a:avLst/>
                  <a:gdLst>
                    <a:gd name="connsiteX0" fmla="*/ 44554 w 44450"/>
                    <a:gd name="connsiteY0" fmla="*/ 41 h 12690"/>
                    <a:gd name="connsiteX1" fmla="*/ 104 w 44450"/>
                    <a:gd name="connsiteY1" fmla="*/ 41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2690">
                      <a:moveTo>
                        <a:pt x="44554" y="41"/>
                      </a:moveTo>
                      <a:lnTo>
                        <a:pt x="104" y="41"/>
                      </a:lnTo>
                    </a:path>
                  </a:pathLst>
                </a:custGeom>
                <a:solidFill>
                  <a:srgbClr val="000000"/>
                </a:solidFill>
                <a:ln w="10160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68" name="Graphic 89">
                  <a:extLst>
                    <a:ext uri="{FF2B5EF4-FFF2-40B4-BE49-F238E27FC236}">
                      <a16:creationId xmlns:a16="http://schemas.microsoft.com/office/drawing/2014/main" id="{6209F54C-5124-52A6-8529-D1E49DE71FE9}"/>
                    </a:ext>
                  </a:extLst>
                </p:cNvPr>
                <p:cNvGrpSpPr/>
                <p:nvPr/>
              </p:nvGrpSpPr>
              <p:grpSpPr>
                <a:xfrm>
                  <a:off x="4157710" y="1713826"/>
                  <a:ext cx="224169" cy="95994"/>
                  <a:chOff x="4157710" y="1713826"/>
                  <a:chExt cx="224169" cy="95994"/>
                </a:xfrm>
                <a:solidFill>
                  <a:srgbClr val="000000"/>
                </a:solidFill>
              </p:grpSpPr>
              <p:sp>
                <p:nvSpPr>
                  <p:cNvPr id="169" name="Freeform: Shape 168">
                    <a:extLst>
                      <a:ext uri="{FF2B5EF4-FFF2-40B4-BE49-F238E27FC236}">
                        <a16:creationId xmlns:a16="http://schemas.microsoft.com/office/drawing/2014/main" id="{D29CF925-DAAC-A1C7-441E-EC839F23C100}"/>
                      </a:ext>
                    </a:extLst>
                  </p:cNvPr>
                  <p:cNvSpPr/>
                  <p:nvPr/>
                </p:nvSpPr>
                <p:spPr>
                  <a:xfrm flipV="1">
                    <a:off x="4157710" y="1715492"/>
                    <a:ext cx="59908" cy="94328"/>
                  </a:xfrm>
                  <a:custGeom>
                    <a:avLst/>
                    <a:gdLst>
                      <a:gd name="connsiteX0" fmla="*/ 1986 w 59908"/>
                      <a:gd name="connsiteY0" fmla="*/ 92083 h 94328"/>
                      <a:gd name="connsiteX1" fmla="*/ 51159 w 59908"/>
                      <a:gd name="connsiteY1" fmla="*/ 92083 h 94328"/>
                      <a:gd name="connsiteX2" fmla="*/ 51159 w 59908"/>
                      <a:gd name="connsiteY2" fmla="*/ 81533 h 94328"/>
                      <a:gd name="connsiteX3" fmla="*/ 13456 w 59908"/>
                      <a:gd name="connsiteY3" fmla="*/ 81533 h 94328"/>
                      <a:gd name="connsiteX4" fmla="*/ 13456 w 59908"/>
                      <a:gd name="connsiteY4" fmla="*/ 58868 h 94328"/>
                      <a:gd name="connsiteX5" fmla="*/ 18893 w 59908"/>
                      <a:gd name="connsiteY5" fmla="*/ 60257 h 94328"/>
                      <a:gd name="connsiteX6" fmla="*/ 24370 w 59908"/>
                      <a:gd name="connsiteY6" fmla="*/ 60713 h 94328"/>
                      <a:gd name="connsiteX7" fmla="*/ 48917 w 59908"/>
                      <a:gd name="connsiteY7" fmla="*/ 52226 h 94328"/>
                      <a:gd name="connsiteX8" fmla="*/ 57986 w 59908"/>
                      <a:gd name="connsiteY8" fmla="*/ 29243 h 94328"/>
                      <a:gd name="connsiteX9" fmla="*/ 48679 w 59908"/>
                      <a:gd name="connsiteY9" fmla="*/ 6023 h 94328"/>
                      <a:gd name="connsiteX10" fmla="*/ 22445 w 59908"/>
                      <a:gd name="connsiteY10" fmla="*/ -2246 h 94328"/>
                      <a:gd name="connsiteX11" fmla="*/ 10559 w 59908"/>
                      <a:gd name="connsiteY11" fmla="*/ -1254 h 94328"/>
                      <a:gd name="connsiteX12" fmla="*/ -1923 w 59908"/>
                      <a:gd name="connsiteY12" fmla="*/ 1720 h 94328"/>
                      <a:gd name="connsiteX13" fmla="*/ -1923 w 59908"/>
                      <a:gd name="connsiteY13" fmla="*/ 14312 h 94328"/>
                      <a:gd name="connsiteX14" fmla="*/ 9606 w 59908"/>
                      <a:gd name="connsiteY14" fmla="*/ 9791 h 94328"/>
                      <a:gd name="connsiteX15" fmla="*/ 22187 w 59908"/>
                      <a:gd name="connsiteY15" fmla="*/ 8303 h 94328"/>
                      <a:gd name="connsiteX16" fmla="*/ 39174 w 59908"/>
                      <a:gd name="connsiteY16" fmla="*/ 13935 h 94328"/>
                      <a:gd name="connsiteX17" fmla="*/ 45444 w 59908"/>
                      <a:gd name="connsiteY17" fmla="*/ 29243 h 94328"/>
                      <a:gd name="connsiteX18" fmla="*/ 39174 w 59908"/>
                      <a:gd name="connsiteY18" fmla="*/ 44532 h 94328"/>
                      <a:gd name="connsiteX19" fmla="*/ 22187 w 59908"/>
                      <a:gd name="connsiteY19" fmla="*/ 50183 h 94328"/>
                      <a:gd name="connsiteX20" fmla="*/ 12166 w 59908"/>
                      <a:gd name="connsiteY20" fmla="*/ 49073 h 94328"/>
                      <a:gd name="connsiteX21" fmla="*/ 1986 w 59908"/>
                      <a:gd name="connsiteY21" fmla="*/ 45603 h 94328"/>
                      <a:gd name="connsiteX22" fmla="*/ 1986 w 59908"/>
                      <a:gd name="connsiteY22" fmla="*/ 92083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908" h="94328">
                        <a:moveTo>
                          <a:pt x="1986" y="92083"/>
                        </a:moveTo>
                        <a:lnTo>
                          <a:pt x="51159" y="92083"/>
                        </a:lnTo>
                        <a:lnTo>
                          <a:pt x="51159" y="81533"/>
                        </a:lnTo>
                        <a:lnTo>
                          <a:pt x="13456" y="81533"/>
                        </a:lnTo>
                        <a:lnTo>
                          <a:pt x="13456" y="58868"/>
                        </a:lnTo>
                        <a:cubicBezTo>
                          <a:pt x="15269" y="59490"/>
                          <a:pt x="17081" y="59952"/>
                          <a:pt x="18893" y="60257"/>
                        </a:cubicBezTo>
                        <a:cubicBezTo>
                          <a:pt x="20719" y="60561"/>
                          <a:pt x="22545" y="60713"/>
                          <a:pt x="24370" y="60713"/>
                        </a:cubicBezTo>
                        <a:cubicBezTo>
                          <a:pt x="34702" y="60713"/>
                          <a:pt x="42884" y="57884"/>
                          <a:pt x="48917" y="52226"/>
                        </a:cubicBezTo>
                        <a:cubicBezTo>
                          <a:pt x="54963" y="46568"/>
                          <a:pt x="57986" y="38907"/>
                          <a:pt x="57986" y="29243"/>
                        </a:cubicBezTo>
                        <a:cubicBezTo>
                          <a:pt x="57986" y="19289"/>
                          <a:pt x="54883" y="11549"/>
                          <a:pt x="48679" y="6023"/>
                        </a:cubicBezTo>
                        <a:cubicBezTo>
                          <a:pt x="42474" y="510"/>
                          <a:pt x="33730" y="-2246"/>
                          <a:pt x="22445" y="-2246"/>
                        </a:cubicBezTo>
                        <a:cubicBezTo>
                          <a:pt x="18556" y="-2246"/>
                          <a:pt x="14594" y="-1915"/>
                          <a:pt x="10559" y="-1254"/>
                        </a:cubicBezTo>
                        <a:cubicBezTo>
                          <a:pt x="6537" y="-593"/>
                          <a:pt x="2377" y="398"/>
                          <a:pt x="-1923" y="1720"/>
                        </a:cubicBezTo>
                        <a:lnTo>
                          <a:pt x="-1923" y="14312"/>
                        </a:lnTo>
                        <a:cubicBezTo>
                          <a:pt x="1795" y="12289"/>
                          <a:pt x="5638" y="10782"/>
                          <a:pt x="9606" y="9791"/>
                        </a:cubicBezTo>
                        <a:cubicBezTo>
                          <a:pt x="13575" y="8799"/>
                          <a:pt x="17769" y="8303"/>
                          <a:pt x="22187" y="8303"/>
                        </a:cubicBezTo>
                        <a:cubicBezTo>
                          <a:pt x="29344" y="8303"/>
                          <a:pt x="35006" y="10181"/>
                          <a:pt x="39174" y="13935"/>
                        </a:cubicBezTo>
                        <a:cubicBezTo>
                          <a:pt x="43354" y="17689"/>
                          <a:pt x="45444" y="22792"/>
                          <a:pt x="45444" y="29243"/>
                        </a:cubicBezTo>
                        <a:cubicBezTo>
                          <a:pt x="45444" y="35681"/>
                          <a:pt x="43354" y="40777"/>
                          <a:pt x="39174" y="44532"/>
                        </a:cubicBezTo>
                        <a:cubicBezTo>
                          <a:pt x="35006" y="48299"/>
                          <a:pt x="29344" y="50183"/>
                          <a:pt x="22187" y="50183"/>
                        </a:cubicBezTo>
                        <a:cubicBezTo>
                          <a:pt x="18840" y="50183"/>
                          <a:pt x="15500" y="49813"/>
                          <a:pt x="12166" y="49073"/>
                        </a:cubicBezTo>
                        <a:cubicBezTo>
                          <a:pt x="8846" y="48332"/>
                          <a:pt x="5452" y="47176"/>
                          <a:pt x="1986" y="45603"/>
                        </a:cubicBezTo>
                        <a:lnTo>
                          <a:pt x="1986" y="9208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0" name="Freeform: Shape 169">
                    <a:extLst>
                      <a:ext uri="{FF2B5EF4-FFF2-40B4-BE49-F238E27FC236}">
                        <a16:creationId xmlns:a16="http://schemas.microsoft.com/office/drawing/2014/main" id="{C6A1F7A0-8765-07CB-9CDD-16E100D5BA8C}"/>
                      </a:ext>
                    </a:extLst>
                  </p:cNvPr>
                  <p:cNvSpPr/>
                  <p:nvPr/>
                </p:nvSpPr>
                <p:spPr>
                  <a:xfrm flipV="1">
                    <a:off x="4237579" y="1713826"/>
                    <a:ext cx="63936" cy="95994"/>
                  </a:xfrm>
                  <a:custGeom>
                    <a:avLst/>
                    <a:gdLst>
                      <a:gd name="connsiteX0" fmla="*/ 31089 w 63936"/>
                      <a:gd name="connsiteY0" fmla="*/ 50756 h 95994"/>
                      <a:gd name="connsiteX1" fmla="*/ 17714 w 63936"/>
                      <a:gd name="connsiteY1" fmla="*/ 44985 h 95994"/>
                      <a:gd name="connsiteX2" fmla="*/ 12793 w 63936"/>
                      <a:gd name="connsiteY2" fmla="*/ 29201 h 95994"/>
                      <a:gd name="connsiteX3" fmla="*/ 17714 w 63936"/>
                      <a:gd name="connsiteY3" fmla="*/ 13417 h 95994"/>
                      <a:gd name="connsiteX4" fmla="*/ 31089 w 63936"/>
                      <a:gd name="connsiteY4" fmla="*/ 7627 h 95994"/>
                      <a:gd name="connsiteX5" fmla="*/ 44444 w 63936"/>
                      <a:gd name="connsiteY5" fmla="*/ 13417 h 95994"/>
                      <a:gd name="connsiteX6" fmla="*/ 49365 w 63936"/>
                      <a:gd name="connsiteY6" fmla="*/ 29201 h 95994"/>
                      <a:gd name="connsiteX7" fmla="*/ 44444 w 63936"/>
                      <a:gd name="connsiteY7" fmla="*/ 44985 h 95994"/>
                      <a:gd name="connsiteX8" fmla="*/ 31089 w 63936"/>
                      <a:gd name="connsiteY8" fmla="*/ 50756 h 95994"/>
                      <a:gd name="connsiteX9" fmla="*/ 55953 w 63936"/>
                      <a:gd name="connsiteY9" fmla="*/ 89998 h 95994"/>
                      <a:gd name="connsiteX10" fmla="*/ 55953 w 63936"/>
                      <a:gd name="connsiteY10" fmla="*/ 78596 h 95994"/>
                      <a:gd name="connsiteX11" fmla="*/ 46428 w 63936"/>
                      <a:gd name="connsiteY11" fmla="*/ 81987 h 95994"/>
                      <a:gd name="connsiteX12" fmla="*/ 36903 w 63936"/>
                      <a:gd name="connsiteY12" fmla="*/ 83177 h 95994"/>
                      <a:gd name="connsiteX13" fmla="*/ 17952 w 63936"/>
                      <a:gd name="connsiteY13" fmla="*/ 74809 h 95994"/>
                      <a:gd name="connsiteX14" fmla="*/ 10491 w 63936"/>
                      <a:gd name="connsiteY14" fmla="*/ 49526 h 95994"/>
                      <a:gd name="connsiteX15" fmla="*/ 19659 w 63936"/>
                      <a:gd name="connsiteY15" fmla="*/ 57795 h 95994"/>
                      <a:gd name="connsiteX16" fmla="*/ 31823 w 63936"/>
                      <a:gd name="connsiteY16" fmla="*/ 60671 h 95994"/>
                      <a:gd name="connsiteX17" fmla="*/ 53869 w 63936"/>
                      <a:gd name="connsiteY17" fmla="*/ 52203 h 95994"/>
                      <a:gd name="connsiteX18" fmla="*/ 61966 w 63936"/>
                      <a:gd name="connsiteY18" fmla="*/ 29201 h 95994"/>
                      <a:gd name="connsiteX19" fmla="*/ 53532 w 63936"/>
                      <a:gd name="connsiteY19" fmla="*/ 6318 h 95994"/>
                      <a:gd name="connsiteX20" fmla="*/ 31089 w 63936"/>
                      <a:gd name="connsiteY20" fmla="*/ -2288 h 95994"/>
                      <a:gd name="connsiteX21" fmla="*/ 6522 w 63936"/>
                      <a:gd name="connsiteY21" fmla="*/ 10006 h 95994"/>
                      <a:gd name="connsiteX22" fmla="*/ -1971 w 63936"/>
                      <a:gd name="connsiteY22" fmla="*/ 45679 h 95994"/>
                      <a:gd name="connsiteX23" fmla="*/ 8447 w 63936"/>
                      <a:gd name="connsiteY23" fmla="*/ 80659 h 95994"/>
                      <a:gd name="connsiteX24" fmla="*/ 36407 w 63936"/>
                      <a:gd name="connsiteY24" fmla="*/ 93706 h 95994"/>
                      <a:gd name="connsiteX25" fmla="*/ 45932 w 63936"/>
                      <a:gd name="connsiteY25" fmla="*/ 92774 h 95994"/>
                      <a:gd name="connsiteX26" fmla="*/ 55953 w 63936"/>
                      <a:gd name="connsiteY26" fmla="*/ 8999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936" h="95994">
                        <a:moveTo>
                          <a:pt x="31089" y="50756"/>
                        </a:moveTo>
                        <a:cubicBezTo>
                          <a:pt x="25466" y="50756"/>
                          <a:pt x="21008" y="48832"/>
                          <a:pt x="17714" y="44985"/>
                        </a:cubicBezTo>
                        <a:cubicBezTo>
                          <a:pt x="14433" y="41152"/>
                          <a:pt x="12793" y="35890"/>
                          <a:pt x="12793" y="29201"/>
                        </a:cubicBezTo>
                        <a:cubicBezTo>
                          <a:pt x="12793" y="22552"/>
                          <a:pt x="14433" y="17290"/>
                          <a:pt x="17714" y="13417"/>
                        </a:cubicBezTo>
                        <a:cubicBezTo>
                          <a:pt x="21008" y="9557"/>
                          <a:pt x="25466" y="7627"/>
                          <a:pt x="31089" y="7627"/>
                        </a:cubicBezTo>
                        <a:cubicBezTo>
                          <a:pt x="36711" y="7627"/>
                          <a:pt x="41163" y="9557"/>
                          <a:pt x="44444" y="13417"/>
                        </a:cubicBezTo>
                        <a:cubicBezTo>
                          <a:pt x="47725" y="17290"/>
                          <a:pt x="49365" y="22552"/>
                          <a:pt x="49365" y="29201"/>
                        </a:cubicBezTo>
                        <a:cubicBezTo>
                          <a:pt x="49365" y="35890"/>
                          <a:pt x="47725" y="41152"/>
                          <a:pt x="44444" y="44985"/>
                        </a:cubicBezTo>
                        <a:cubicBezTo>
                          <a:pt x="41163" y="48832"/>
                          <a:pt x="36711" y="50756"/>
                          <a:pt x="31089" y="50756"/>
                        </a:cubicBezTo>
                        <a:close/>
                        <a:moveTo>
                          <a:pt x="55953" y="89998"/>
                        </a:moveTo>
                        <a:lnTo>
                          <a:pt x="55953" y="78596"/>
                        </a:lnTo>
                        <a:cubicBezTo>
                          <a:pt x="52805" y="80077"/>
                          <a:pt x="49630" y="81207"/>
                          <a:pt x="46428" y="81987"/>
                        </a:cubicBezTo>
                        <a:cubicBezTo>
                          <a:pt x="43227" y="82780"/>
                          <a:pt x="40052" y="83177"/>
                          <a:pt x="36903" y="83177"/>
                        </a:cubicBezTo>
                        <a:cubicBezTo>
                          <a:pt x="28635" y="83177"/>
                          <a:pt x="22318" y="80388"/>
                          <a:pt x="17952" y="74809"/>
                        </a:cubicBezTo>
                        <a:cubicBezTo>
                          <a:pt x="13600" y="69230"/>
                          <a:pt x="11113" y="60803"/>
                          <a:pt x="10491" y="49526"/>
                        </a:cubicBezTo>
                        <a:cubicBezTo>
                          <a:pt x="12925" y="53122"/>
                          <a:pt x="15981" y="55878"/>
                          <a:pt x="19659" y="57795"/>
                        </a:cubicBezTo>
                        <a:cubicBezTo>
                          <a:pt x="23350" y="59712"/>
                          <a:pt x="27405" y="60671"/>
                          <a:pt x="31823" y="60671"/>
                        </a:cubicBezTo>
                        <a:cubicBezTo>
                          <a:pt x="41123" y="60671"/>
                          <a:pt x="48472" y="57848"/>
                          <a:pt x="53869" y="52203"/>
                        </a:cubicBezTo>
                        <a:cubicBezTo>
                          <a:pt x="59267" y="46572"/>
                          <a:pt x="61966" y="38904"/>
                          <a:pt x="61966" y="29201"/>
                        </a:cubicBezTo>
                        <a:cubicBezTo>
                          <a:pt x="61966" y="19696"/>
                          <a:pt x="59155" y="12069"/>
                          <a:pt x="53532" y="6318"/>
                        </a:cubicBezTo>
                        <a:cubicBezTo>
                          <a:pt x="47910" y="581"/>
                          <a:pt x="40429" y="-2288"/>
                          <a:pt x="31089" y="-2288"/>
                        </a:cubicBezTo>
                        <a:cubicBezTo>
                          <a:pt x="20373" y="-2288"/>
                          <a:pt x="12184" y="1810"/>
                          <a:pt x="6522" y="10006"/>
                        </a:cubicBezTo>
                        <a:cubicBezTo>
                          <a:pt x="860" y="18216"/>
                          <a:pt x="-1971" y="30107"/>
                          <a:pt x="-1971" y="45679"/>
                        </a:cubicBezTo>
                        <a:cubicBezTo>
                          <a:pt x="-1971" y="60300"/>
                          <a:pt x="1502" y="71960"/>
                          <a:pt x="8447" y="80659"/>
                        </a:cubicBezTo>
                        <a:cubicBezTo>
                          <a:pt x="15392" y="89357"/>
                          <a:pt x="24712" y="93706"/>
                          <a:pt x="36407" y="93706"/>
                        </a:cubicBezTo>
                        <a:cubicBezTo>
                          <a:pt x="39556" y="93706"/>
                          <a:pt x="42731" y="93396"/>
                          <a:pt x="45932" y="92774"/>
                        </a:cubicBezTo>
                        <a:cubicBezTo>
                          <a:pt x="49133" y="92153"/>
                          <a:pt x="52474" y="91228"/>
                          <a:pt x="55953" y="8999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71" name="Freeform: Shape 170">
                    <a:extLst>
                      <a:ext uri="{FF2B5EF4-FFF2-40B4-BE49-F238E27FC236}">
                        <a16:creationId xmlns:a16="http://schemas.microsoft.com/office/drawing/2014/main" id="{FE4A6EB2-B2BD-2BB1-3918-25451B8AAA77}"/>
                      </a:ext>
                    </a:extLst>
                  </p:cNvPr>
                  <p:cNvSpPr/>
                  <p:nvPr/>
                </p:nvSpPr>
                <p:spPr>
                  <a:xfrm flipV="1">
                    <a:off x="4317884" y="1713826"/>
                    <a:ext cx="63996" cy="95994"/>
                  </a:xfrm>
                  <a:custGeom>
                    <a:avLst/>
                    <a:gdLst>
                      <a:gd name="connsiteX0" fmla="*/ 30047 w 63996"/>
                      <a:gd name="connsiteY0" fmla="*/ 83792 h 95994"/>
                      <a:gd name="connsiteX1" fmla="*/ 15502 w 63996"/>
                      <a:gd name="connsiteY1" fmla="*/ 74273 h 95994"/>
                      <a:gd name="connsiteX2" fmla="*/ 10640 w 63996"/>
                      <a:gd name="connsiteY2" fmla="*/ 45679 h 95994"/>
                      <a:gd name="connsiteX3" fmla="*/ 15502 w 63996"/>
                      <a:gd name="connsiteY3" fmla="*/ 17145 h 95994"/>
                      <a:gd name="connsiteX4" fmla="*/ 30047 w 63996"/>
                      <a:gd name="connsiteY4" fmla="*/ 7627 h 95994"/>
                      <a:gd name="connsiteX5" fmla="*/ 44652 w 63996"/>
                      <a:gd name="connsiteY5" fmla="*/ 17145 h 95994"/>
                      <a:gd name="connsiteX6" fmla="*/ 49534 w 63996"/>
                      <a:gd name="connsiteY6" fmla="*/ 45679 h 95994"/>
                      <a:gd name="connsiteX7" fmla="*/ 44652 w 63996"/>
                      <a:gd name="connsiteY7" fmla="*/ 74273 h 95994"/>
                      <a:gd name="connsiteX8" fmla="*/ 30047 w 63996"/>
                      <a:gd name="connsiteY8" fmla="*/ 83792 h 95994"/>
                      <a:gd name="connsiteX9" fmla="*/ 30047 w 63996"/>
                      <a:gd name="connsiteY9" fmla="*/ 93706 h 95994"/>
                      <a:gd name="connsiteX10" fmla="*/ 53840 w 63996"/>
                      <a:gd name="connsiteY10" fmla="*/ 81392 h 95994"/>
                      <a:gd name="connsiteX11" fmla="*/ 62055 w 63996"/>
                      <a:gd name="connsiteY11" fmla="*/ 45679 h 95994"/>
                      <a:gd name="connsiteX12" fmla="*/ 53840 w 63996"/>
                      <a:gd name="connsiteY12" fmla="*/ 10006 h 95994"/>
                      <a:gd name="connsiteX13" fmla="*/ 30047 w 63996"/>
                      <a:gd name="connsiteY13" fmla="*/ -2288 h 95994"/>
                      <a:gd name="connsiteX14" fmla="*/ 6274 w 63996"/>
                      <a:gd name="connsiteY14" fmla="*/ 10006 h 95994"/>
                      <a:gd name="connsiteX15" fmla="*/ -1941 w 63996"/>
                      <a:gd name="connsiteY15" fmla="*/ 45679 h 95994"/>
                      <a:gd name="connsiteX16" fmla="*/ 6274 w 63996"/>
                      <a:gd name="connsiteY16" fmla="*/ 81392 h 95994"/>
                      <a:gd name="connsiteX17" fmla="*/ 30047 w 63996"/>
                      <a:gd name="connsiteY17" fmla="*/ 9370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96" h="95994">
                        <a:moveTo>
                          <a:pt x="30047" y="83792"/>
                        </a:moveTo>
                        <a:cubicBezTo>
                          <a:pt x="23605" y="83792"/>
                          <a:pt x="18756" y="80619"/>
                          <a:pt x="15502" y="74273"/>
                        </a:cubicBezTo>
                        <a:cubicBezTo>
                          <a:pt x="12261" y="67941"/>
                          <a:pt x="10640" y="58410"/>
                          <a:pt x="10640" y="45679"/>
                        </a:cubicBezTo>
                        <a:cubicBezTo>
                          <a:pt x="10640" y="33002"/>
                          <a:pt x="12261" y="23490"/>
                          <a:pt x="15502" y="17145"/>
                        </a:cubicBezTo>
                        <a:cubicBezTo>
                          <a:pt x="18756" y="10800"/>
                          <a:pt x="23605" y="7627"/>
                          <a:pt x="30047" y="7627"/>
                        </a:cubicBezTo>
                        <a:cubicBezTo>
                          <a:pt x="36543" y="7627"/>
                          <a:pt x="41411" y="10800"/>
                          <a:pt x="44652" y="17145"/>
                        </a:cubicBezTo>
                        <a:cubicBezTo>
                          <a:pt x="47907" y="23490"/>
                          <a:pt x="49534" y="33002"/>
                          <a:pt x="49534" y="45679"/>
                        </a:cubicBezTo>
                        <a:cubicBezTo>
                          <a:pt x="49534" y="58410"/>
                          <a:pt x="47907" y="67941"/>
                          <a:pt x="44652" y="74273"/>
                        </a:cubicBezTo>
                        <a:cubicBezTo>
                          <a:pt x="41411" y="80619"/>
                          <a:pt x="36543" y="83792"/>
                          <a:pt x="30047" y="83792"/>
                        </a:cubicBezTo>
                        <a:close/>
                        <a:moveTo>
                          <a:pt x="30047" y="93706"/>
                        </a:moveTo>
                        <a:cubicBezTo>
                          <a:pt x="40432" y="93706"/>
                          <a:pt x="48363" y="89602"/>
                          <a:pt x="53840" y="81392"/>
                        </a:cubicBezTo>
                        <a:cubicBezTo>
                          <a:pt x="59317" y="73196"/>
                          <a:pt x="62055" y="61292"/>
                          <a:pt x="62055" y="45679"/>
                        </a:cubicBezTo>
                        <a:cubicBezTo>
                          <a:pt x="62055" y="30107"/>
                          <a:pt x="59317" y="18216"/>
                          <a:pt x="53840" y="10006"/>
                        </a:cubicBezTo>
                        <a:cubicBezTo>
                          <a:pt x="48363" y="1810"/>
                          <a:pt x="40432" y="-2288"/>
                          <a:pt x="30047" y="-2288"/>
                        </a:cubicBezTo>
                        <a:cubicBezTo>
                          <a:pt x="19675" y="-2288"/>
                          <a:pt x="11751" y="1810"/>
                          <a:pt x="6274" y="10006"/>
                        </a:cubicBezTo>
                        <a:cubicBezTo>
                          <a:pt x="797" y="18216"/>
                          <a:pt x="-1941" y="30107"/>
                          <a:pt x="-1941" y="45679"/>
                        </a:cubicBezTo>
                        <a:cubicBezTo>
                          <a:pt x="-1941" y="61292"/>
                          <a:pt x="797" y="73196"/>
                          <a:pt x="6274" y="81392"/>
                        </a:cubicBezTo>
                        <a:cubicBezTo>
                          <a:pt x="11751" y="89602"/>
                          <a:pt x="19675" y="93706"/>
                          <a:pt x="30047" y="9370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76322B56-F682-5C77-213F-ECB3C6A79FDA}"/>
                </a:ext>
              </a:extLst>
            </p:cNvPr>
            <p:cNvSpPr/>
            <p:nvPr/>
          </p:nvSpPr>
          <p:spPr>
            <a:xfrm>
              <a:off x="4479218" y="1759800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3B0FB84D-4841-A306-174F-1FE2FCAF379E}"/>
                </a:ext>
              </a:extLst>
            </p:cNvPr>
            <p:cNvSpPr/>
            <p:nvPr/>
          </p:nvSpPr>
          <p:spPr>
            <a:xfrm>
              <a:off x="7858841" y="1759800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41DBCC8-7EA7-044F-92EB-9C4EA10AB863}"/>
                </a:ext>
              </a:extLst>
            </p:cNvPr>
            <p:cNvSpPr/>
            <p:nvPr/>
          </p:nvSpPr>
          <p:spPr>
            <a:xfrm>
              <a:off x="4479218" y="5136981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62A6FF3B-3BCE-8BF2-4859-C6A1E94BE321}"/>
                </a:ext>
              </a:extLst>
            </p:cNvPr>
            <p:cNvSpPr/>
            <p:nvPr/>
          </p:nvSpPr>
          <p:spPr>
            <a:xfrm>
              <a:off x="4479218" y="1759800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180" name="Graphic 176">
            <a:extLst>
              <a:ext uri="{FF2B5EF4-FFF2-40B4-BE49-F238E27FC236}">
                <a16:creationId xmlns:a16="http://schemas.microsoft.com/office/drawing/2014/main" id="{C8F21CD2-7429-69CD-B672-8F37A4376C00}"/>
              </a:ext>
            </a:extLst>
          </p:cNvPr>
          <p:cNvGrpSpPr/>
          <p:nvPr/>
        </p:nvGrpSpPr>
        <p:grpSpPr>
          <a:xfrm>
            <a:off x="2281317" y="7665526"/>
            <a:ext cx="3750577" cy="3610220"/>
            <a:chOff x="4158665" y="1713826"/>
            <a:chExt cx="3750577" cy="3610220"/>
          </a:xfrm>
        </p:grpSpPr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BC2BA36-4251-D606-53F2-581572FD3C62}"/>
                </a:ext>
              </a:extLst>
            </p:cNvPr>
            <p:cNvSpPr/>
            <p:nvPr/>
          </p:nvSpPr>
          <p:spPr>
            <a:xfrm>
              <a:off x="4479825" y="1759800"/>
              <a:ext cx="3375956" cy="3377180"/>
            </a:xfrm>
            <a:custGeom>
              <a:avLst/>
              <a:gdLst>
                <a:gd name="connsiteX0" fmla="*/ 0 w 3375956"/>
                <a:gd name="connsiteY0" fmla="*/ 3377181 h 3377180"/>
                <a:gd name="connsiteX1" fmla="*/ 3375957 w 3375956"/>
                <a:gd name="connsiteY1" fmla="*/ 3377181 h 3377180"/>
                <a:gd name="connsiteX2" fmla="*/ 3375957 w 3375956"/>
                <a:gd name="connsiteY2" fmla="*/ 0 h 3377180"/>
                <a:gd name="connsiteX3" fmla="*/ 0 w 3375956"/>
                <a:gd name="connsiteY3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5956" h="3377180">
                  <a:moveTo>
                    <a:pt x="0" y="3377181"/>
                  </a:moveTo>
                  <a:lnTo>
                    <a:pt x="3375957" y="3377181"/>
                  </a:lnTo>
                  <a:lnTo>
                    <a:pt x="3375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182" name="Picture 181">
              <a:extLst>
                <a:ext uri="{FF2B5EF4-FFF2-40B4-BE49-F238E27FC236}">
                  <a16:creationId xmlns:a16="http://schemas.microsoft.com/office/drawing/2014/main" id="{1EA15F41-568C-DB8D-95CE-CCFC2611548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flipV="1">
              <a:off x="4479825" y="1759191"/>
              <a:ext cx="3376565" cy="3377789"/>
            </a:xfrm>
            <a:custGeom>
              <a:avLst/>
              <a:gdLst>
                <a:gd name="connsiteX0" fmla="*/ 0 w 3376565"/>
                <a:gd name="connsiteY0" fmla="*/ 83 h 3377789"/>
                <a:gd name="connsiteX1" fmla="*/ 3376566 w 3376565"/>
                <a:gd name="connsiteY1" fmla="*/ 83 h 3377789"/>
                <a:gd name="connsiteX2" fmla="*/ 3376566 w 3376565"/>
                <a:gd name="connsiteY2" fmla="*/ 3377873 h 3377789"/>
                <a:gd name="connsiteX3" fmla="*/ 0 w 3376565"/>
                <a:gd name="connsiteY3" fmla="*/ 3377873 h 337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6565" h="3377789">
                  <a:moveTo>
                    <a:pt x="0" y="83"/>
                  </a:moveTo>
                  <a:lnTo>
                    <a:pt x="3376566" y="83"/>
                  </a:lnTo>
                  <a:lnTo>
                    <a:pt x="3376566" y="3377873"/>
                  </a:lnTo>
                  <a:lnTo>
                    <a:pt x="0" y="3377873"/>
                  </a:lnTo>
                  <a:close/>
                </a:path>
              </a:pathLst>
            </a:custGeom>
          </p:spPr>
        </p:pic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1769EE4-972F-4CE9-3816-0CF937DE5CA3}"/>
                </a:ext>
              </a:extLst>
            </p:cNvPr>
            <p:cNvSpPr/>
            <p:nvPr/>
          </p:nvSpPr>
          <p:spPr>
            <a:xfrm>
              <a:off x="6287130" y="3456196"/>
              <a:ext cx="159706" cy="344961"/>
            </a:xfrm>
            <a:custGeom>
              <a:avLst/>
              <a:gdLst>
                <a:gd name="connsiteX0" fmla="*/ 0 w 159706"/>
                <a:gd name="connsiteY0" fmla="*/ 11815 h 344961"/>
                <a:gd name="connsiteX1" fmla="*/ 129311 w 159706"/>
                <a:gd name="connsiteY1" fmla="*/ 0 h 344961"/>
                <a:gd name="connsiteX2" fmla="*/ 159707 w 159706"/>
                <a:gd name="connsiteY2" fmla="*/ 333160 h 344961"/>
                <a:gd name="connsiteX3" fmla="*/ 30396 w 159706"/>
                <a:gd name="connsiteY3" fmla="*/ 344962 h 344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706" h="344961">
                  <a:moveTo>
                    <a:pt x="0" y="11815"/>
                  </a:moveTo>
                  <a:lnTo>
                    <a:pt x="129311" y="0"/>
                  </a:lnTo>
                  <a:lnTo>
                    <a:pt x="159707" y="333160"/>
                  </a:lnTo>
                  <a:lnTo>
                    <a:pt x="30396" y="344962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612C2694-744A-6AD0-2F4D-BB4F2856BB3D}"/>
                </a:ext>
              </a:extLst>
            </p:cNvPr>
            <p:cNvSpPr/>
            <p:nvPr/>
          </p:nvSpPr>
          <p:spPr>
            <a:xfrm>
              <a:off x="6298941" y="3462097"/>
              <a:ext cx="129298" cy="135258"/>
            </a:xfrm>
            <a:custGeom>
              <a:avLst/>
              <a:gdLst>
                <a:gd name="connsiteX0" fmla="*/ 52851 w 129298"/>
                <a:gd name="connsiteY0" fmla="*/ 0 h 135258"/>
                <a:gd name="connsiteX1" fmla="*/ 129298 w 129298"/>
                <a:gd name="connsiteY1" fmla="*/ 123456 h 135258"/>
                <a:gd name="connsiteX2" fmla="*/ 0 w 129298"/>
                <a:gd name="connsiteY2" fmla="*/ 135259 h 135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298" h="135258">
                  <a:moveTo>
                    <a:pt x="52851" y="0"/>
                  </a:moveTo>
                  <a:lnTo>
                    <a:pt x="129298" y="123456"/>
                  </a:lnTo>
                  <a:lnTo>
                    <a:pt x="0" y="135259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185" name="Graphic 176">
              <a:extLst>
                <a:ext uri="{FF2B5EF4-FFF2-40B4-BE49-F238E27FC236}">
                  <a16:creationId xmlns:a16="http://schemas.microsoft.com/office/drawing/2014/main" id="{BB8D1660-198A-2279-F271-D33D9DFF93F3}"/>
                </a:ext>
              </a:extLst>
            </p:cNvPr>
            <p:cNvGrpSpPr/>
            <p:nvPr/>
          </p:nvGrpSpPr>
          <p:grpSpPr>
            <a:xfrm>
              <a:off x="4364955" y="5136981"/>
              <a:ext cx="3544287" cy="187065"/>
              <a:chOff x="4364955" y="5136981"/>
              <a:chExt cx="3544287" cy="187065"/>
            </a:xfrm>
            <a:solidFill>
              <a:srgbClr val="000000"/>
            </a:solidFill>
          </p:grpSpPr>
          <p:grpSp>
            <p:nvGrpSpPr>
              <p:cNvPr id="186" name="Graphic 176">
                <a:extLst>
                  <a:ext uri="{FF2B5EF4-FFF2-40B4-BE49-F238E27FC236}">
                    <a16:creationId xmlns:a16="http://schemas.microsoft.com/office/drawing/2014/main" id="{6F6F3764-29CF-D3DA-7BBC-D8C8EFECC88A}"/>
                  </a:ext>
                </a:extLst>
              </p:cNvPr>
              <p:cNvGrpSpPr/>
              <p:nvPr/>
            </p:nvGrpSpPr>
            <p:grpSpPr>
              <a:xfrm>
                <a:off x="4364955" y="5136981"/>
                <a:ext cx="227514" cy="187065"/>
                <a:chOff x="4364955" y="5136981"/>
                <a:chExt cx="227514" cy="187065"/>
              </a:xfrm>
              <a:solidFill>
                <a:srgbClr val="000000"/>
              </a:solidFill>
            </p:grpSpPr>
            <p:sp>
              <p:nvSpPr>
                <p:cNvPr id="187" name="Freeform: Shape 186">
                  <a:extLst>
                    <a:ext uri="{FF2B5EF4-FFF2-40B4-BE49-F238E27FC236}">
                      <a16:creationId xmlns:a16="http://schemas.microsoft.com/office/drawing/2014/main" id="{323C2598-A623-D27B-6A3F-C284536EC9F1}"/>
                    </a:ext>
                  </a:extLst>
                </p:cNvPr>
                <p:cNvSpPr/>
                <p:nvPr/>
              </p:nvSpPr>
              <p:spPr>
                <a:xfrm>
                  <a:off x="4479825" y="5136981"/>
                  <a:ext cx="12686" cy="44417"/>
                </a:xfrm>
                <a:custGeom>
                  <a:avLst/>
                  <a:gdLst>
                    <a:gd name="connsiteX0" fmla="*/ 103 w 12686"/>
                    <a:gd name="connsiteY0" fmla="*/ 308 h 44417"/>
                    <a:gd name="connsiteX1" fmla="*/ 103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03" y="308"/>
                      </a:moveTo>
                      <a:lnTo>
                        <a:pt x="103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88" name="Graphic 176">
                  <a:extLst>
                    <a:ext uri="{FF2B5EF4-FFF2-40B4-BE49-F238E27FC236}">
                      <a16:creationId xmlns:a16="http://schemas.microsoft.com/office/drawing/2014/main" id="{D16D803A-E5A9-A5B1-F673-D80CD5D15E8A}"/>
                    </a:ext>
                  </a:extLst>
                </p:cNvPr>
                <p:cNvGrpSpPr/>
                <p:nvPr/>
              </p:nvGrpSpPr>
              <p:grpSpPr>
                <a:xfrm>
                  <a:off x="4364955" y="5228052"/>
                  <a:ext cx="227514" cy="95994"/>
                  <a:chOff x="4364955" y="5228052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189" name="Freeform: Shape 188">
                    <a:extLst>
                      <a:ext uri="{FF2B5EF4-FFF2-40B4-BE49-F238E27FC236}">
                        <a16:creationId xmlns:a16="http://schemas.microsoft.com/office/drawing/2014/main" id="{2AA7E48A-1DA9-00E7-8EFD-C35ADC5AF5B8}"/>
                      </a:ext>
                    </a:extLst>
                  </p:cNvPr>
                  <p:cNvSpPr/>
                  <p:nvPr/>
                </p:nvSpPr>
                <p:spPr>
                  <a:xfrm flipV="1">
                    <a:off x="4364955" y="5229717"/>
                    <a:ext cx="67395" cy="92524"/>
                  </a:xfrm>
                  <a:custGeom>
                    <a:avLst/>
                    <a:gdLst>
                      <a:gd name="connsiteX0" fmla="*/ 39829 w 67395"/>
                      <a:gd name="connsiteY0" fmla="*/ 79603 h 92524"/>
                      <a:gd name="connsiteX1" fmla="*/ 8233 w 67395"/>
                      <a:gd name="connsiteY1" fmla="*/ 30208 h 92524"/>
                      <a:gd name="connsiteX2" fmla="*/ 39829 w 67395"/>
                      <a:gd name="connsiteY2" fmla="*/ 30208 h 92524"/>
                      <a:gd name="connsiteX3" fmla="*/ 39829 w 67395"/>
                      <a:gd name="connsiteY3" fmla="*/ 79603 h 92524"/>
                      <a:gd name="connsiteX4" fmla="*/ 36539 w 67395"/>
                      <a:gd name="connsiteY4" fmla="*/ 90510 h 92524"/>
                      <a:gd name="connsiteX5" fmla="*/ 52278 w 67395"/>
                      <a:gd name="connsiteY5" fmla="*/ 90510 h 92524"/>
                      <a:gd name="connsiteX6" fmla="*/ 52278 w 67395"/>
                      <a:gd name="connsiteY6" fmla="*/ 30208 h 92524"/>
                      <a:gd name="connsiteX7" fmla="*/ 65479 w 67395"/>
                      <a:gd name="connsiteY7" fmla="*/ 30208 h 92524"/>
                      <a:gd name="connsiteX8" fmla="*/ 65479 w 67395"/>
                      <a:gd name="connsiteY8" fmla="*/ 19798 h 92524"/>
                      <a:gd name="connsiteX9" fmla="*/ 52278 w 67395"/>
                      <a:gd name="connsiteY9" fmla="*/ 19798 h 92524"/>
                      <a:gd name="connsiteX10" fmla="*/ 52278 w 67395"/>
                      <a:gd name="connsiteY10" fmla="*/ -2014 h 92524"/>
                      <a:gd name="connsiteX11" fmla="*/ 39829 w 67395"/>
                      <a:gd name="connsiteY11" fmla="*/ -2014 h 92524"/>
                      <a:gd name="connsiteX12" fmla="*/ 39829 w 67395"/>
                      <a:gd name="connsiteY12" fmla="*/ 19798 h 92524"/>
                      <a:gd name="connsiteX13" fmla="*/ -1916 w 67395"/>
                      <a:gd name="connsiteY13" fmla="*/ 19798 h 92524"/>
                      <a:gd name="connsiteX14" fmla="*/ -1916 w 67395"/>
                      <a:gd name="connsiteY14" fmla="*/ 31874 h 92524"/>
                      <a:gd name="connsiteX15" fmla="*/ 36539 w 67395"/>
                      <a:gd name="connsiteY15" fmla="*/ 905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829" y="79603"/>
                        </a:moveTo>
                        <a:lnTo>
                          <a:pt x="8233" y="30208"/>
                        </a:lnTo>
                        <a:lnTo>
                          <a:pt x="39829" y="30208"/>
                        </a:lnTo>
                        <a:lnTo>
                          <a:pt x="39829" y="79603"/>
                        </a:lnTo>
                        <a:close/>
                        <a:moveTo>
                          <a:pt x="36539" y="90510"/>
                        </a:moveTo>
                        <a:lnTo>
                          <a:pt x="52278" y="90510"/>
                        </a:lnTo>
                        <a:lnTo>
                          <a:pt x="52278" y="30208"/>
                        </a:lnTo>
                        <a:lnTo>
                          <a:pt x="65479" y="30208"/>
                        </a:lnTo>
                        <a:lnTo>
                          <a:pt x="65479" y="19798"/>
                        </a:lnTo>
                        <a:lnTo>
                          <a:pt x="52278" y="19798"/>
                        </a:lnTo>
                        <a:lnTo>
                          <a:pt x="52278" y="-2014"/>
                        </a:lnTo>
                        <a:lnTo>
                          <a:pt x="39829" y="-2014"/>
                        </a:lnTo>
                        <a:lnTo>
                          <a:pt x="39829" y="19798"/>
                        </a:lnTo>
                        <a:lnTo>
                          <a:pt x="-1916" y="19798"/>
                        </a:lnTo>
                        <a:lnTo>
                          <a:pt x="-1916" y="31874"/>
                        </a:lnTo>
                        <a:lnTo>
                          <a:pt x="36539" y="905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0" name="Freeform: Shape 189">
                    <a:extLst>
                      <a:ext uri="{FF2B5EF4-FFF2-40B4-BE49-F238E27FC236}">
                        <a16:creationId xmlns:a16="http://schemas.microsoft.com/office/drawing/2014/main" id="{8AC0D165-75DF-8786-60EA-A43E7568EEB8}"/>
                      </a:ext>
                    </a:extLst>
                  </p:cNvPr>
                  <p:cNvSpPr/>
                  <p:nvPr/>
                </p:nvSpPr>
                <p:spPr>
                  <a:xfrm flipV="1">
                    <a:off x="4447452" y="5228052"/>
                    <a:ext cx="63807" cy="95994"/>
                  </a:xfrm>
                  <a:custGeom>
                    <a:avLst/>
                    <a:gdLst>
                      <a:gd name="connsiteX0" fmla="*/ 4037 w 63807"/>
                      <a:gd name="connsiteY0" fmla="*/ 1717 h 95994"/>
                      <a:gd name="connsiteX1" fmla="*/ 4037 w 63807"/>
                      <a:gd name="connsiteY1" fmla="*/ 13119 h 95994"/>
                      <a:gd name="connsiteX2" fmla="*/ 13572 w 63807"/>
                      <a:gd name="connsiteY2" fmla="*/ 9708 h 95994"/>
                      <a:gd name="connsiteX3" fmla="*/ 23067 w 63807"/>
                      <a:gd name="connsiteY3" fmla="*/ 8538 h 95994"/>
                      <a:gd name="connsiteX4" fmla="*/ 41977 w 63807"/>
                      <a:gd name="connsiteY4" fmla="*/ 16867 h 95994"/>
                      <a:gd name="connsiteX5" fmla="*/ 49450 w 63807"/>
                      <a:gd name="connsiteY5" fmla="*/ 42189 h 95994"/>
                      <a:gd name="connsiteX6" fmla="*/ 40332 w 63807"/>
                      <a:gd name="connsiteY6" fmla="*/ 33999 h 95994"/>
                      <a:gd name="connsiteX7" fmla="*/ 28141 w 63807"/>
                      <a:gd name="connsiteY7" fmla="*/ 31144 h 95994"/>
                      <a:gd name="connsiteX8" fmla="*/ 6178 w 63807"/>
                      <a:gd name="connsiteY8" fmla="*/ 39532 h 95994"/>
                      <a:gd name="connsiteX9" fmla="*/ -1909 w 63807"/>
                      <a:gd name="connsiteY9" fmla="*/ 62514 h 95994"/>
                      <a:gd name="connsiteX10" fmla="*/ 6515 w 63807"/>
                      <a:gd name="connsiteY10" fmla="*/ 85357 h 95994"/>
                      <a:gd name="connsiteX11" fmla="*/ 28934 w 63807"/>
                      <a:gd name="connsiteY11" fmla="*/ 93983 h 95994"/>
                      <a:gd name="connsiteX12" fmla="*/ 53434 w 63807"/>
                      <a:gd name="connsiteY12" fmla="*/ 81669 h 95994"/>
                      <a:gd name="connsiteX13" fmla="*/ 61898 w 63807"/>
                      <a:gd name="connsiteY13" fmla="*/ 45956 h 95994"/>
                      <a:gd name="connsiteX14" fmla="*/ 51511 w 63807"/>
                      <a:gd name="connsiteY14" fmla="*/ 11037 h 95994"/>
                      <a:gd name="connsiteX15" fmla="*/ 23622 w 63807"/>
                      <a:gd name="connsiteY15" fmla="*/ -2011 h 95994"/>
                      <a:gd name="connsiteX16" fmla="*/ 14067 w 63807"/>
                      <a:gd name="connsiteY16" fmla="*/ -1079 h 95994"/>
                      <a:gd name="connsiteX17" fmla="*/ 4037 w 63807"/>
                      <a:gd name="connsiteY17" fmla="*/ 1717 h 95994"/>
                      <a:gd name="connsiteX18" fmla="*/ 28934 w 63807"/>
                      <a:gd name="connsiteY18" fmla="*/ 40940 h 95994"/>
                      <a:gd name="connsiteX19" fmla="*/ 42274 w 63807"/>
                      <a:gd name="connsiteY19" fmla="*/ 46690 h 95994"/>
                      <a:gd name="connsiteX20" fmla="*/ 47210 w 63807"/>
                      <a:gd name="connsiteY20" fmla="*/ 62514 h 95994"/>
                      <a:gd name="connsiteX21" fmla="*/ 42274 w 63807"/>
                      <a:gd name="connsiteY21" fmla="*/ 78278 h 95994"/>
                      <a:gd name="connsiteX22" fmla="*/ 28934 w 63807"/>
                      <a:gd name="connsiteY22" fmla="*/ 84069 h 95994"/>
                      <a:gd name="connsiteX23" fmla="*/ 15594 w 63807"/>
                      <a:gd name="connsiteY23" fmla="*/ 78278 h 95994"/>
                      <a:gd name="connsiteX24" fmla="*/ 10678 w 63807"/>
                      <a:gd name="connsiteY24" fmla="*/ 62514 h 95994"/>
                      <a:gd name="connsiteX25" fmla="*/ 15594 w 63807"/>
                      <a:gd name="connsiteY25" fmla="*/ 46690 h 95994"/>
                      <a:gd name="connsiteX26" fmla="*/ 28934 w 63807"/>
                      <a:gd name="connsiteY26" fmla="*/ 4094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4037" y="1717"/>
                        </a:moveTo>
                        <a:lnTo>
                          <a:pt x="4037" y="13119"/>
                        </a:lnTo>
                        <a:cubicBezTo>
                          <a:pt x="7182" y="11625"/>
                          <a:pt x="10361" y="10488"/>
                          <a:pt x="13572" y="9708"/>
                        </a:cubicBezTo>
                        <a:cubicBezTo>
                          <a:pt x="16796" y="8928"/>
                          <a:pt x="19961" y="8538"/>
                          <a:pt x="23067" y="8538"/>
                        </a:cubicBezTo>
                        <a:cubicBezTo>
                          <a:pt x="31326" y="8538"/>
                          <a:pt x="37629" y="11314"/>
                          <a:pt x="41977" y="16867"/>
                        </a:cubicBezTo>
                        <a:cubicBezTo>
                          <a:pt x="46338" y="22419"/>
                          <a:pt x="48829" y="30860"/>
                          <a:pt x="49450" y="42189"/>
                        </a:cubicBezTo>
                        <a:cubicBezTo>
                          <a:pt x="47058" y="38633"/>
                          <a:pt x="44019" y="35903"/>
                          <a:pt x="40332" y="33999"/>
                        </a:cubicBezTo>
                        <a:cubicBezTo>
                          <a:pt x="36658" y="32096"/>
                          <a:pt x="32595" y="31144"/>
                          <a:pt x="28141" y="31144"/>
                        </a:cubicBezTo>
                        <a:cubicBezTo>
                          <a:pt x="18891" y="31144"/>
                          <a:pt x="11570" y="33940"/>
                          <a:pt x="6178" y="39532"/>
                        </a:cubicBezTo>
                        <a:cubicBezTo>
                          <a:pt x="786" y="45137"/>
                          <a:pt x="-1909" y="52798"/>
                          <a:pt x="-1909" y="62514"/>
                        </a:cubicBezTo>
                        <a:cubicBezTo>
                          <a:pt x="-1909" y="72006"/>
                          <a:pt x="899" y="79620"/>
                          <a:pt x="6515" y="85357"/>
                        </a:cubicBezTo>
                        <a:cubicBezTo>
                          <a:pt x="12131" y="91108"/>
                          <a:pt x="19604" y="93983"/>
                          <a:pt x="28934" y="93983"/>
                        </a:cubicBezTo>
                        <a:cubicBezTo>
                          <a:pt x="39638" y="93983"/>
                          <a:pt x="47805" y="89879"/>
                          <a:pt x="53434" y="81669"/>
                        </a:cubicBezTo>
                        <a:cubicBezTo>
                          <a:pt x="59077" y="73473"/>
                          <a:pt x="61898" y="61569"/>
                          <a:pt x="61898" y="45956"/>
                        </a:cubicBezTo>
                        <a:cubicBezTo>
                          <a:pt x="61898" y="31375"/>
                          <a:pt x="58436" y="19735"/>
                          <a:pt x="51511" y="11037"/>
                        </a:cubicBezTo>
                        <a:cubicBezTo>
                          <a:pt x="44600" y="2338"/>
                          <a:pt x="35303" y="-2011"/>
                          <a:pt x="23622" y="-2011"/>
                        </a:cubicBezTo>
                        <a:cubicBezTo>
                          <a:pt x="20476" y="-2011"/>
                          <a:pt x="17292" y="-1700"/>
                          <a:pt x="14067" y="-1079"/>
                        </a:cubicBezTo>
                        <a:cubicBezTo>
                          <a:pt x="10856" y="-458"/>
                          <a:pt x="7513" y="474"/>
                          <a:pt x="4037" y="1717"/>
                        </a:cubicBezTo>
                        <a:close/>
                        <a:moveTo>
                          <a:pt x="28934" y="40940"/>
                        </a:moveTo>
                        <a:cubicBezTo>
                          <a:pt x="34550" y="40940"/>
                          <a:pt x="38997" y="42856"/>
                          <a:pt x="42274" y="46690"/>
                        </a:cubicBezTo>
                        <a:cubicBezTo>
                          <a:pt x="45565" y="50537"/>
                          <a:pt x="47210" y="55812"/>
                          <a:pt x="47210" y="62514"/>
                        </a:cubicBezTo>
                        <a:cubicBezTo>
                          <a:pt x="47210" y="69163"/>
                          <a:pt x="45565" y="74418"/>
                          <a:pt x="42274" y="78278"/>
                        </a:cubicBezTo>
                        <a:cubicBezTo>
                          <a:pt x="38997" y="82139"/>
                          <a:pt x="34550" y="84069"/>
                          <a:pt x="28934" y="84069"/>
                        </a:cubicBezTo>
                        <a:cubicBezTo>
                          <a:pt x="23318" y="84069"/>
                          <a:pt x="18871" y="82139"/>
                          <a:pt x="15594" y="78278"/>
                        </a:cubicBezTo>
                        <a:cubicBezTo>
                          <a:pt x="12316" y="74418"/>
                          <a:pt x="10678" y="69163"/>
                          <a:pt x="10678" y="62514"/>
                        </a:cubicBezTo>
                        <a:cubicBezTo>
                          <a:pt x="10678" y="55812"/>
                          <a:pt x="12316" y="50537"/>
                          <a:pt x="15594" y="46690"/>
                        </a:cubicBezTo>
                        <a:cubicBezTo>
                          <a:pt x="18871" y="42856"/>
                          <a:pt x="23318" y="40940"/>
                          <a:pt x="28934" y="409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1" name="Freeform: Shape 190">
                    <a:extLst>
                      <a:ext uri="{FF2B5EF4-FFF2-40B4-BE49-F238E27FC236}">
                        <a16:creationId xmlns:a16="http://schemas.microsoft.com/office/drawing/2014/main" id="{28D3BE16-799D-DCB0-CB88-DAC4F9C8CA42}"/>
                      </a:ext>
                    </a:extLst>
                  </p:cNvPr>
                  <p:cNvSpPr/>
                  <p:nvPr/>
                </p:nvSpPr>
                <p:spPr>
                  <a:xfrm flipV="1">
                    <a:off x="4528542" y="5228052"/>
                    <a:ext cx="63926" cy="95994"/>
                  </a:xfrm>
                  <a:custGeom>
                    <a:avLst/>
                    <a:gdLst>
                      <a:gd name="connsiteX0" fmla="*/ 30028 w 63926"/>
                      <a:gd name="connsiteY0" fmla="*/ 84069 h 95994"/>
                      <a:gd name="connsiteX1" fmla="*/ 15499 w 63926"/>
                      <a:gd name="connsiteY1" fmla="*/ 74550 h 95994"/>
                      <a:gd name="connsiteX2" fmla="*/ 10642 w 63926"/>
                      <a:gd name="connsiteY2" fmla="*/ 45956 h 95994"/>
                      <a:gd name="connsiteX3" fmla="*/ 15499 w 63926"/>
                      <a:gd name="connsiteY3" fmla="*/ 17422 h 95994"/>
                      <a:gd name="connsiteX4" fmla="*/ 30028 w 63926"/>
                      <a:gd name="connsiteY4" fmla="*/ 7904 h 95994"/>
                      <a:gd name="connsiteX5" fmla="*/ 44618 w 63926"/>
                      <a:gd name="connsiteY5" fmla="*/ 17422 h 95994"/>
                      <a:gd name="connsiteX6" fmla="*/ 49494 w 63926"/>
                      <a:gd name="connsiteY6" fmla="*/ 45956 h 95994"/>
                      <a:gd name="connsiteX7" fmla="*/ 44618 w 63926"/>
                      <a:gd name="connsiteY7" fmla="*/ 74550 h 95994"/>
                      <a:gd name="connsiteX8" fmla="*/ 30028 w 63926"/>
                      <a:gd name="connsiteY8" fmla="*/ 84069 h 95994"/>
                      <a:gd name="connsiteX9" fmla="*/ 30028 w 63926"/>
                      <a:gd name="connsiteY9" fmla="*/ 93983 h 95994"/>
                      <a:gd name="connsiteX10" fmla="*/ 53795 w 63926"/>
                      <a:gd name="connsiteY10" fmla="*/ 81669 h 95994"/>
                      <a:gd name="connsiteX11" fmla="*/ 62002 w 63926"/>
                      <a:gd name="connsiteY11" fmla="*/ 45956 h 95994"/>
                      <a:gd name="connsiteX12" fmla="*/ 53795 w 63926"/>
                      <a:gd name="connsiteY12" fmla="*/ 10283 h 95994"/>
                      <a:gd name="connsiteX13" fmla="*/ 30028 w 63926"/>
                      <a:gd name="connsiteY13" fmla="*/ -2011 h 95994"/>
                      <a:gd name="connsiteX14" fmla="*/ 6281 w 63926"/>
                      <a:gd name="connsiteY14" fmla="*/ 10283 h 95994"/>
                      <a:gd name="connsiteX15" fmla="*/ -1925 w 63926"/>
                      <a:gd name="connsiteY15" fmla="*/ 45956 h 95994"/>
                      <a:gd name="connsiteX16" fmla="*/ 6281 w 63926"/>
                      <a:gd name="connsiteY16" fmla="*/ 81669 h 95994"/>
                      <a:gd name="connsiteX17" fmla="*/ 30028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28" y="84069"/>
                        </a:moveTo>
                        <a:cubicBezTo>
                          <a:pt x="23593" y="84069"/>
                          <a:pt x="18750" y="80896"/>
                          <a:pt x="15499" y="74550"/>
                        </a:cubicBezTo>
                        <a:cubicBezTo>
                          <a:pt x="12261" y="68218"/>
                          <a:pt x="10642" y="58687"/>
                          <a:pt x="10642" y="45956"/>
                        </a:cubicBezTo>
                        <a:cubicBezTo>
                          <a:pt x="10642" y="33279"/>
                          <a:pt x="12261" y="23767"/>
                          <a:pt x="15499" y="17422"/>
                        </a:cubicBezTo>
                        <a:cubicBezTo>
                          <a:pt x="18750" y="11076"/>
                          <a:pt x="23593" y="7904"/>
                          <a:pt x="30028" y="7904"/>
                        </a:cubicBezTo>
                        <a:cubicBezTo>
                          <a:pt x="36517" y="7904"/>
                          <a:pt x="41380" y="11076"/>
                          <a:pt x="44618" y="17422"/>
                        </a:cubicBezTo>
                        <a:cubicBezTo>
                          <a:pt x="47868" y="23767"/>
                          <a:pt x="49494" y="33279"/>
                          <a:pt x="49494" y="45956"/>
                        </a:cubicBezTo>
                        <a:cubicBezTo>
                          <a:pt x="49494" y="58687"/>
                          <a:pt x="47868" y="68218"/>
                          <a:pt x="44618" y="74550"/>
                        </a:cubicBezTo>
                        <a:cubicBezTo>
                          <a:pt x="41380" y="80896"/>
                          <a:pt x="36517" y="84069"/>
                          <a:pt x="30028" y="84069"/>
                        </a:cubicBezTo>
                        <a:close/>
                        <a:moveTo>
                          <a:pt x="30028" y="93983"/>
                        </a:moveTo>
                        <a:cubicBezTo>
                          <a:pt x="40402" y="93983"/>
                          <a:pt x="48324" y="89879"/>
                          <a:pt x="53795" y="81669"/>
                        </a:cubicBezTo>
                        <a:cubicBezTo>
                          <a:pt x="59266" y="73473"/>
                          <a:pt x="62002" y="61569"/>
                          <a:pt x="62002" y="45956"/>
                        </a:cubicBezTo>
                        <a:cubicBezTo>
                          <a:pt x="62002" y="30384"/>
                          <a:pt x="59266" y="18493"/>
                          <a:pt x="53795" y="10283"/>
                        </a:cubicBezTo>
                        <a:cubicBezTo>
                          <a:pt x="48324" y="2087"/>
                          <a:pt x="40402" y="-2011"/>
                          <a:pt x="30028" y="-2011"/>
                        </a:cubicBezTo>
                        <a:cubicBezTo>
                          <a:pt x="19668" y="-2011"/>
                          <a:pt x="11752" y="2087"/>
                          <a:pt x="6281" y="10283"/>
                        </a:cubicBezTo>
                        <a:cubicBezTo>
                          <a:pt x="810" y="18493"/>
                          <a:pt x="-1925" y="30384"/>
                          <a:pt x="-1925" y="45956"/>
                        </a:cubicBezTo>
                        <a:cubicBezTo>
                          <a:pt x="-1925" y="61569"/>
                          <a:pt x="810" y="73473"/>
                          <a:pt x="6281" y="81669"/>
                        </a:cubicBezTo>
                        <a:cubicBezTo>
                          <a:pt x="11752" y="89879"/>
                          <a:pt x="19668" y="93983"/>
                          <a:pt x="30028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92" name="Graphic 176">
                <a:extLst>
                  <a:ext uri="{FF2B5EF4-FFF2-40B4-BE49-F238E27FC236}">
                    <a16:creationId xmlns:a16="http://schemas.microsoft.com/office/drawing/2014/main" id="{8A1BC14E-2CBC-EDAD-45D8-6A5990CAC70F}"/>
                  </a:ext>
                </a:extLst>
              </p:cNvPr>
              <p:cNvGrpSpPr/>
              <p:nvPr/>
            </p:nvGrpSpPr>
            <p:grpSpPr>
              <a:xfrm>
                <a:off x="5043739" y="5136981"/>
                <a:ext cx="223926" cy="187065"/>
                <a:chOff x="5043739" y="5136981"/>
                <a:chExt cx="223926" cy="187065"/>
              </a:xfrm>
              <a:solidFill>
                <a:srgbClr val="000000"/>
              </a:solidFill>
            </p:grpSpPr>
            <p:sp>
              <p:nvSpPr>
                <p:cNvPr id="193" name="Freeform: Shape 192">
                  <a:extLst>
                    <a:ext uri="{FF2B5EF4-FFF2-40B4-BE49-F238E27FC236}">
                      <a16:creationId xmlns:a16="http://schemas.microsoft.com/office/drawing/2014/main" id="{7CB1ABB4-D3B9-0612-34CC-A9844D698AD4}"/>
                    </a:ext>
                  </a:extLst>
                </p:cNvPr>
                <p:cNvSpPr/>
                <p:nvPr/>
              </p:nvSpPr>
              <p:spPr>
                <a:xfrm>
                  <a:off x="5155011" y="5136981"/>
                  <a:ext cx="12686" cy="44417"/>
                </a:xfrm>
                <a:custGeom>
                  <a:avLst/>
                  <a:gdLst>
                    <a:gd name="connsiteX0" fmla="*/ 156 w 12686"/>
                    <a:gd name="connsiteY0" fmla="*/ 308 h 44417"/>
                    <a:gd name="connsiteX1" fmla="*/ 156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56" y="308"/>
                      </a:moveTo>
                      <a:lnTo>
                        <a:pt x="156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194" name="Graphic 176">
                  <a:extLst>
                    <a:ext uri="{FF2B5EF4-FFF2-40B4-BE49-F238E27FC236}">
                      <a16:creationId xmlns:a16="http://schemas.microsoft.com/office/drawing/2014/main" id="{EF9136B2-7830-9105-EBD0-1459783CE102}"/>
                    </a:ext>
                  </a:extLst>
                </p:cNvPr>
                <p:cNvGrpSpPr/>
                <p:nvPr/>
              </p:nvGrpSpPr>
              <p:grpSpPr>
                <a:xfrm>
                  <a:off x="5043739" y="5228052"/>
                  <a:ext cx="223926" cy="95994"/>
                  <a:chOff x="5043739" y="5228052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195" name="Freeform: Shape 194">
                    <a:extLst>
                      <a:ext uri="{FF2B5EF4-FFF2-40B4-BE49-F238E27FC236}">
                        <a16:creationId xmlns:a16="http://schemas.microsoft.com/office/drawing/2014/main" id="{B964D394-E762-73BA-4AA7-AA71AE0E8E5A}"/>
                      </a:ext>
                    </a:extLst>
                  </p:cNvPr>
                  <p:cNvSpPr/>
                  <p:nvPr/>
                </p:nvSpPr>
                <p:spPr>
                  <a:xfrm flipV="1">
                    <a:off x="5043739" y="5229717"/>
                    <a:ext cx="59843" cy="94328"/>
                  </a:xfrm>
                  <a:custGeom>
                    <a:avLst/>
                    <a:gdLst>
                      <a:gd name="connsiteX0" fmla="*/ 2051 w 59843"/>
                      <a:gd name="connsiteY0" fmla="*/ 92360 h 94328"/>
                      <a:gd name="connsiteX1" fmla="*/ 51171 w 59843"/>
                      <a:gd name="connsiteY1" fmla="*/ 92360 h 94328"/>
                      <a:gd name="connsiteX2" fmla="*/ 51171 w 59843"/>
                      <a:gd name="connsiteY2" fmla="*/ 81810 h 94328"/>
                      <a:gd name="connsiteX3" fmla="*/ 13509 w 59843"/>
                      <a:gd name="connsiteY3" fmla="*/ 81810 h 94328"/>
                      <a:gd name="connsiteX4" fmla="*/ 13509 w 59843"/>
                      <a:gd name="connsiteY4" fmla="*/ 59145 h 94328"/>
                      <a:gd name="connsiteX5" fmla="*/ 18940 w 59843"/>
                      <a:gd name="connsiteY5" fmla="*/ 60533 h 94328"/>
                      <a:gd name="connsiteX6" fmla="*/ 24411 w 59843"/>
                      <a:gd name="connsiteY6" fmla="*/ 60989 h 94328"/>
                      <a:gd name="connsiteX7" fmla="*/ 48931 w 59843"/>
                      <a:gd name="connsiteY7" fmla="*/ 52503 h 94328"/>
                      <a:gd name="connsiteX8" fmla="*/ 57990 w 59843"/>
                      <a:gd name="connsiteY8" fmla="*/ 29520 h 94328"/>
                      <a:gd name="connsiteX9" fmla="*/ 48693 w 59843"/>
                      <a:gd name="connsiteY9" fmla="*/ 6300 h 94328"/>
                      <a:gd name="connsiteX10" fmla="*/ 22488 w 59843"/>
                      <a:gd name="connsiteY10" fmla="*/ -1969 h 94328"/>
                      <a:gd name="connsiteX11" fmla="*/ 10615 w 59843"/>
                      <a:gd name="connsiteY11" fmla="*/ -977 h 94328"/>
                      <a:gd name="connsiteX12" fmla="*/ -1854 w 59843"/>
                      <a:gd name="connsiteY12" fmla="*/ 1997 h 94328"/>
                      <a:gd name="connsiteX13" fmla="*/ -1854 w 59843"/>
                      <a:gd name="connsiteY13" fmla="*/ 14589 h 94328"/>
                      <a:gd name="connsiteX14" fmla="*/ 9663 w 59843"/>
                      <a:gd name="connsiteY14" fmla="*/ 10068 h 94328"/>
                      <a:gd name="connsiteX15" fmla="*/ 22230 w 59843"/>
                      <a:gd name="connsiteY15" fmla="*/ 8580 h 94328"/>
                      <a:gd name="connsiteX16" fmla="*/ 39198 w 59843"/>
                      <a:gd name="connsiteY16" fmla="*/ 14212 h 94328"/>
                      <a:gd name="connsiteX17" fmla="*/ 45462 w 59843"/>
                      <a:gd name="connsiteY17" fmla="*/ 29520 h 94328"/>
                      <a:gd name="connsiteX18" fmla="*/ 39198 w 59843"/>
                      <a:gd name="connsiteY18" fmla="*/ 44809 h 94328"/>
                      <a:gd name="connsiteX19" fmla="*/ 22230 w 59843"/>
                      <a:gd name="connsiteY19" fmla="*/ 50460 h 94328"/>
                      <a:gd name="connsiteX20" fmla="*/ 12220 w 59843"/>
                      <a:gd name="connsiteY20" fmla="*/ 49350 h 94328"/>
                      <a:gd name="connsiteX21" fmla="*/ 2051 w 59843"/>
                      <a:gd name="connsiteY21" fmla="*/ 45879 h 94328"/>
                      <a:gd name="connsiteX22" fmla="*/ 2051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51" y="92360"/>
                        </a:moveTo>
                        <a:lnTo>
                          <a:pt x="51171" y="92360"/>
                        </a:lnTo>
                        <a:lnTo>
                          <a:pt x="51171" y="81810"/>
                        </a:lnTo>
                        <a:lnTo>
                          <a:pt x="13509" y="81810"/>
                        </a:lnTo>
                        <a:lnTo>
                          <a:pt x="13509" y="59145"/>
                        </a:lnTo>
                        <a:cubicBezTo>
                          <a:pt x="15319" y="59767"/>
                          <a:pt x="17130" y="60229"/>
                          <a:pt x="18940" y="60533"/>
                        </a:cubicBezTo>
                        <a:cubicBezTo>
                          <a:pt x="20764" y="60837"/>
                          <a:pt x="22587" y="60989"/>
                          <a:pt x="24411" y="60989"/>
                        </a:cubicBezTo>
                        <a:cubicBezTo>
                          <a:pt x="34732" y="60989"/>
                          <a:pt x="42905" y="58160"/>
                          <a:pt x="48931" y="52503"/>
                        </a:cubicBezTo>
                        <a:cubicBezTo>
                          <a:pt x="54970" y="46845"/>
                          <a:pt x="57990" y="39184"/>
                          <a:pt x="57990" y="29520"/>
                        </a:cubicBezTo>
                        <a:cubicBezTo>
                          <a:pt x="57990" y="19566"/>
                          <a:pt x="54891" y="11826"/>
                          <a:pt x="48693" y="6300"/>
                        </a:cubicBezTo>
                        <a:cubicBezTo>
                          <a:pt x="42495" y="787"/>
                          <a:pt x="33760" y="-1969"/>
                          <a:pt x="22488" y="-1969"/>
                        </a:cubicBezTo>
                        <a:cubicBezTo>
                          <a:pt x="18603" y="-1969"/>
                          <a:pt x="14645" y="-1638"/>
                          <a:pt x="10615" y="-977"/>
                        </a:cubicBezTo>
                        <a:cubicBezTo>
                          <a:pt x="6597" y="-316"/>
                          <a:pt x="2441" y="675"/>
                          <a:pt x="-1854" y="1997"/>
                        </a:cubicBezTo>
                        <a:lnTo>
                          <a:pt x="-1854" y="14589"/>
                        </a:lnTo>
                        <a:cubicBezTo>
                          <a:pt x="1860" y="12566"/>
                          <a:pt x="5699" y="11059"/>
                          <a:pt x="9663" y="10068"/>
                        </a:cubicBezTo>
                        <a:cubicBezTo>
                          <a:pt x="13628" y="9076"/>
                          <a:pt x="17817" y="8580"/>
                          <a:pt x="22230" y="8580"/>
                        </a:cubicBezTo>
                        <a:cubicBezTo>
                          <a:pt x="29380" y="8580"/>
                          <a:pt x="35036" y="10458"/>
                          <a:pt x="39198" y="14212"/>
                        </a:cubicBezTo>
                        <a:cubicBezTo>
                          <a:pt x="43374" y="17966"/>
                          <a:pt x="45462" y="23069"/>
                          <a:pt x="45462" y="29520"/>
                        </a:cubicBezTo>
                        <a:cubicBezTo>
                          <a:pt x="45462" y="35958"/>
                          <a:pt x="43374" y="41054"/>
                          <a:pt x="39198" y="44809"/>
                        </a:cubicBezTo>
                        <a:cubicBezTo>
                          <a:pt x="35036" y="48576"/>
                          <a:pt x="29380" y="50460"/>
                          <a:pt x="22230" y="50460"/>
                        </a:cubicBezTo>
                        <a:cubicBezTo>
                          <a:pt x="18887" y="50460"/>
                          <a:pt x="15550" y="50090"/>
                          <a:pt x="12220" y="49350"/>
                        </a:cubicBezTo>
                        <a:cubicBezTo>
                          <a:pt x="8903" y="48609"/>
                          <a:pt x="5514" y="47453"/>
                          <a:pt x="2051" y="45879"/>
                        </a:cubicBezTo>
                        <a:lnTo>
                          <a:pt x="2051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6" name="Freeform: Shape 195">
                    <a:extLst>
                      <a:ext uri="{FF2B5EF4-FFF2-40B4-BE49-F238E27FC236}">
                        <a16:creationId xmlns:a16="http://schemas.microsoft.com/office/drawing/2014/main" id="{B2DC7017-D476-6AA1-0E35-D0C360BD8A28}"/>
                      </a:ext>
                    </a:extLst>
                  </p:cNvPr>
                  <p:cNvSpPr/>
                  <p:nvPr/>
                </p:nvSpPr>
                <p:spPr>
                  <a:xfrm flipV="1">
                    <a:off x="5123025" y="5228052"/>
                    <a:ext cx="63926" cy="95994"/>
                  </a:xfrm>
                  <a:custGeom>
                    <a:avLst/>
                    <a:gdLst>
                      <a:gd name="connsiteX0" fmla="*/ 30075 w 63926"/>
                      <a:gd name="connsiteY0" fmla="*/ 84069 h 95994"/>
                      <a:gd name="connsiteX1" fmla="*/ 15546 w 63926"/>
                      <a:gd name="connsiteY1" fmla="*/ 74550 h 95994"/>
                      <a:gd name="connsiteX2" fmla="*/ 10689 w 63926"/>
                      <a:gd name="connsiteY2" fmla="*/ 45956 h 95994"/>
                      <a:gd name="connsiteX3" fmla="*/ 15546 w 63926"/>
                      <a:gd name="connsiteY3" fmla="*/ 17422 h 95994"/>
                      <a:gd name="connsiteX4" fmla="*/ 30075 w 63926"/>
                      <a:gd name="connsiteY4" fmla="*/ 7904 h 95994"/>
                      <a:gd name="connsiteX5" fmla="*/ 44664 w 63926"/>
                      <a:gd name="connsiteY5" fmla="*/ 17422 h 95994"/>
                      <a:gd name="connsiteX6" fmla="*/ 49541 w 63926"/>
                      <a:gd name="connsiteY6" fmla="*/ 45956 h 95994"/>
                      <a:gd name="connsiteX7" fmla="*/ 44664 w 63926"/>
                      <a:gd name="connsiteY7" fmla="*/ 74550 h 95994"/>
                      <a:gd name="connsiteX8" fmla="*/ 30075 w 63926"/>
                      <a:gd name="connsiteY8" fmla="*/ 84069 h 95994"/>
                      <a:gd name="connsiteX9" fmla="*/ 30075 w 63926"/>
                      <a:gd name="connsiteY9" fmla="*/ 93983 h 95994"/>
                      <a:gd name="connsiteX10" fmla="*/ 53842 w 63926"/>
                      <a:gd name="connsiteY10" fmla="*/ 81669 h 95994"/>
                      <a:gd name="connsiteX11" fmla="*/ 62049 w 63926"/>
                      <a:gd name="connsiteY11" fmla="*/ 45956 h 95994"/>
                      <a:gd name="connsiteX12" fmla="*/ 53842 w 63926"/>
                      <a:gd name="connsiteY12" fmla="*/ 10283 h 95994"/>
                      <a:gd name="connsiteX13" fmla="*/ 30075 w 63926"/>
                      <a:gd name="connsiteY13" fmla="*/ -2011 h 95994"/>
                      <a:gd name="connsiteX14" fmla="*/ 6328 w 63926"/>
                      <a:gd name="connsiteY14" fmla="*/ 10283 h 95994"/>
                      <a:gd name="connsiteX15" fmla="*/ -1878 w 63926"/>
                      <a:gd name="connsiteY15" fmla="*/ 45956 h 95994"/>
                      <a:gd name="connsiteX16" fmla="*/ 6328 w 63926"/>
                      <a:gd name="connsiteY16" fmla="*/ 81669 h 95994"/>
                      <a:gd name="connsiteX17" fmla="*/ 30075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75" y="84069"/>
                        </a:moveTo>
                        <a:cubicBezTo>
                          <a:pt x="23640" y="84069"/>
                          <a:pt x="18796" y="80896"/>
                          <a:pt x="15546" y="74550"/>
                        </a:cubicBezTo>
                        <a:cubicBezTo>
                          <a:pt x="12308" y="68218"/>
                          <a:pt x="10689" y="58687"/>
                          <a:pt x="10689" y="45956"/>
                        </a:cubicBezTo>
                        <a:cubicBezTo>
                          <a:pt x="10689" y="33279"/>
                          <a:pt x="12308" y="23767"/>
                          <a:pt x="15546" y="17422"/>
                        </a:cubicBezTo>
                        <a:cubicBezTo>
                          <a:pt x="18796" y="11076"/>
                          <a:pt x="23640" y="7904"/>
                          <a:pt x="30075" y="7904"/>
                        </a:cubicBezTo>
                        <a:cubicBezTo>
                          <a:pt x="36564" y="7904"/>
                          <a:pt x="41427" y="11076"/>
                          <a:pt x="44664" y="17422"/>
                        </a:cubicBezTo>
                        <a:cubicBezTo>
                          <a:pt x="47915" y="23767"/>
                          <a:pt x="49541" y="33279"/>
                          <a:pt x="49541" y="45956"/>
                        </a:cubicBezTo>
                        <a:cubicBezTo>
                          <a:pt x="49541" y="58687"/>
                          <a:pt x="47915" y="68218"/>
                          <a:pt x="44664" y="74550"/>
                        </a:cubicBezTo>
                        <a:cubicBezTo>
                          <a:pt x="41427" y="80896"/>
                          <a:pt x="36564" y="84069"/>
                          <a:pt x="30075" y="84069"/>
                        </a:cubicBezTo>
                        <a:close/>
                        <a:moveTo>
                          <a:pt x="30075" y="93983"/>
                        </a:moveTo>
                        <a:cubicBezTo>
                          <a:pt x="40449" y="93983"/>
                          <a:pt x="48371" y="89879"/>
                          <a:pt x="53842" y="81669"/>
                        </a:cubicBezTo>
                        <a:cubicBezTo>
                          <a:pt x="59313" y="73473"/>
                          <a:pt x="62049" y="61569"/>
                          <a:pt x="62049" y="45956"/>
                        </a:cubicBezTo>
                        <a:cubicBezTo>
                          <a:pt x="62049" y="30384"/>
                          <a:pt x="59313" y="18493"/>
                          <a:pt x="53842" y="10283"/>
                        </a:cubicBezTo>
                        <a:cubicBezTo>
                          <a:pt x="48371" y="2087"/>
                          <a:pt x="40449" y="-2011"/>
                          <a:pt x="30075" y="-2011"/>
                        </a:cubicBezTo>
                        <a:cubicBezTo>
                          <a:pt x="19715" y="-2011"/>
                          <a:pt x="11799" y="2087"/>
                          <a:pt x="6328" y="10283"/>
                        </a:cubicBezTo>
                        <a:cubicBezTo>
                          <a:pt x="857" y="18493"/>
                          <a:pt x="-1878" y="30384"/>
                          <a:pt x="-1878" y="45956"/>
                        </a:cubicBezTo>
                        <a:cubicBezTo>
                          <a:pt x="-1878" y="61569"/>
                          <a:pt x="857" y="73473"/>
                          <a:pt x="6328" y="81669"/>
                        </a:cubicBezTo>
                        <a:cubicBezTo>
                          <a:pt x="11799" y="89879"/>
                          <a:pt x="19715" y="93983"/>
                          <a:pt x="30075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197" name="Freeform: Shape 196">
                    <a:extLst>
                      <a:ext uri="{FF2B5EF4-FFF2-40B4-BE49-F238E27FC236}">
                        <a16:creationId xmlns:a16="http://schemas.microsoft.com/office/drawing/2014/main" id="{510B4F86-8BA6-A850-6B13-6BFF682BEA51}"/>
                      </a:ext>
                    </a:extLst>
                  </p:cNvPr>
                  <p:cNvSpPr/>
                  <p:nvPr/>
                </p:nvSpPr>
                <p:spPr>
                  <a:xfrm flipV="1">
                    <a:off x="5203739" y="5228052"/>
                    <a:ext cx="63926" cy="95994"/>
                  </a:xfrm>
                  <a:custGeom>
                    <a:avLst/>
                    <a:gdLst>
                      <a:gd name="connsiteX0" fmla="*/ 30082 w 63926"/>
                      <a:gd name="connsiteY0" fmla="*/ 84069 h 95994"/>
                      <a:gd name="connsiteX1" fmla="*/ 15552 w 63926"/>
                      <a:gd name="connsiteY1" fmla="*/ 74550 h 95994"/>
                      <a:gd name="connsiteX2" fmla="*/ 10695 w 63926"/>
                      <a:gd name="connsiteY2" fmla="*/ 45956 h 95994"/>
                      <a:gd name="connsiteX3" fmla="*/ 15552 w 63926"/>
                      <a:gd name="connsiteY3" fmla="*/ 17422 h 95994"/>
                      <a:gd name="connsiteX4" fmla="*/ 30082 w 63926"/>
                      <a:gd name="connsiteY4" fmla="*/ 7904 h 95994"/>
                      <a:gd name="connsiteX5" fmla="*/ 44671 w 63926"/>
                      <a:gd name="connsiteY5" fmla="*/ 17422 h 95994"/>
                      <a:gd name="connsiteX6" fmla="*/ 49547 w 63926"/>
                      <a:gd name="connsiteY6" fmla="*/ 45956 h 95994"/>
                      <a:gd name="connsiteX7" fmla="*/ 44671 w 63926"/>
                      <a:gd name="connsiteY7" fmla="*/ 74550 h 95994"/>
                      <a:gd name="connsiteX8" fmla="*/ 30082 w 63926"/>
                      <a:gd name="connsiteY8" fmla="*/ 84069 h 95994"/>
                      <a:gd name="connsiteX9" fmla="*/ 30082 w 63926"/>
                      <a:gd name="connsiteY9" fmla="*/ 93983 h 95994"/>
                      <a:gd name="connsiteX10" fmla="*/ 53848 w 63926"/>
                      <a:gd name="connsiteY10" fmla="*/ 81669 h 95994"/>
                      <a:gd name="connsiteX11" fmla="*/ 62055 w 63926"/>
                      <a:gd name="connsiteY11" fmla="*/ 45956 h 95994"/>
                      <a:gd name="connsiteX12" fmla="*/ 53848 w 63926"/>
                      <a:gd name="connsiteY12" fmla="*/ 10283 h 95994"/>
                      <a:gd name="connsiteX13" fmla="*/ 30082 w 63926"/>
                      <a:gd name="connsiteY13" fmla="*/ -2011 h 95994"/>
                      <a:gd name="connsiteX14" fmla="*/ 6335 w 63926"/>
                      <a:gd name="connsiteY14" fmla="*/ 10283 h 95994"/>
                      <a:gd name="connsiteX15" fmla="*/ -1872 w 63926"/>
                      <a:gd name="connsiteY15" fmla="*/ 45956 h 95994"/>
                      <a:gd name="connsiteX16" fmla="*/ 6335 w 63926"/>
                      <a:gd name="connsiteY16" fmla="*/ 81669 h 95994"/>
                      <a:gd name="connsiteX17" fmla="*/ 30082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82" y="84069"/>
                        </a:moveTo>
                        <a:cubicBezTo>
                          <a:pt x="23646" y="84069"/>
                          <a:pt x="18803" y="80896"/>
                          <a:pt x="15552" y="74550"/>
                        </a:cubicBezTo>
                        <a:cubicBezTo>
                          <a:pt x="12314" y="68218"/>
                          <a:pt x="10695" y="58687"/>
                          <a:pt x="10695" y="45956"/>
                        </a:cubicBezTo>
                        <a:cubicBezTo>
                          <a:pt x="10695" y="33279"/>
                          <a:pt x="12314" y="23767"/>
                          <a:pt x="15552" y="17422"/>
                        </a:cubicBezTo>
                        <a:cubicBezTo>
                          <a:pt x="18803" y="11076"/>
                          <a:pt x="23646" y="7904"/>
                          <a:pt x="30082" y="7904"/>
                        </a:cubicBezTo>
                        <a:cubicBezTo>
                          <a:pt x="36570" y="7904"/>
                          <a:pt x="41433" y="11076"/>
                          <a:pt x="44671" y="17422"/>
                        </a:cubicBezTo>
                        <a:cubicBezTo>
                          <a:pt x="47922" y="23767"/>
                          <a:pt x="49547" y="33279"/>
                          <a:pt x="49547" y="45956"/>
                        </a:cubicBezTo>
                        <a:cubicBezTo>
                          <a:pt x="49547" y="58687"/>
                          <a:pt x="47922" y="68218"/>
                          <a:pt x="44671" y="74550"/>
                        </a:cubicBezTo>
                        <a:cubicBezTo>
                          <a:pt x="41433" y="80896"/>
                          <a:pt x="36570" y="84069"/>
                          <a:pt x="30082" y="84069"/>
                        </a:cubicBezTo>
                        <a:close/>
                        <a:moveTo>
                          <a:pt x="30082" y="93983"/>
                        </a:moveTo>
                        <a:cubicBezTo>
                          <a:pt x="40455" y="93983"/>
                          <a:pt x="48378" y="89879"/>
                          <a:pt x="53848" y="81669"/>
                        </a:cubicBezTo>
                        <a:cubicBezTo>
                          <a:pt x="59319" y="73473"/>
                          <a:pt x="62055" y="61569"/>
                          <a:pt x="62055" y="45956"/>
                        </a:cubicBezTo>
                        <a:cubicBezTo>
                          <a:pt x="62055" y="30384"/>
                          <a:pt x="59319" y="18493"/>
                          <a:pt x="53848" y="10283"/>
                        </a:cubicBezTo>
                        <a:cubicBezTo>
                          <a:pt x="48378" y="2087"/>
                          <a:pt x="40455" y="-2011"/>
                          <a:pt x="30082" y="-2011"/>
                        </a:cubicBezTo>
                        <a:cubicBezTo>
                          <a:pt x="19721" y="-2011"/>
                          <a:pt x="11806" y="2087"/>
                          <a:pt x="6335" y="10283"/>
                        </a:cubicBezTo>
                        <a:cubicBezTo>
                          <a:pt x="864" y="18493"/>
                          <a:pt x="-1872" y="30384"/>
                          <a:pt x="-1872" y="45956"/>
                        </a:cubicBezTo>
                        <a:cubicBezTo>
                          <a:pt x="-1872" y="61569"/>
                          <a:pt x="864" y="73473"/>
                          <a:pt x="6335" y="81669"/>
                        </a:cubicBezTo>
                        <a:cubicBezTo>
                          <a:pt x="11806" y="89879"/>
                          <a:pt x="19721" y="93983"/>
                          <a:pt x="30082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198" name="Graphic 176">
                <a:extLst>
                  <a:ext uri="{FF2B5EF4-FFF2-40B4-BE49-F238E27FC236}">
                    <a16:creationId xmlns:a16="http://schemas.microsoft.com/office/drawing/2014/main" id="{FC47B4B3-8A40-8C2A-3BA6-55251C1BA341}"/>
                  </a:ext>
                </a:extLst>
              </p:cNvPr>
              <p:cNvGrpSpPr/>
              <p:nvPr/>
            </p:nvGrpSpPr>
            <p:grpSpPr>
              <a:xfrm>
                <a:off x="5718925" y="5136981"/>
                <a:ext cx="223926" cy="187065"/>
                <a:chOff x="5718925" y="5136981"/>
                <a:chExt cx="223926" cy="187065"/>
              </a:xfrm>
              <a:solidFill>
                <a:srgbClr val="000000"/>
              </a:solidFill>
            </p:grpSpPr>
            <p:sp>
              <p:nvSpPr>
                <p:cNvPr id="199" name="Freeform: Shape 198">
                  <a:extLst>
                    <a:ext uri="{FF2B5EF4-FFF2-40B4-BE49-F238E27FC236}">
                      <a16:creationId xmlns:a16="http://schemas.microsoft.com/office/drawing/2014/main" id="{8A3DB2B4-9C05-799A-A649-E3098230E5BA}"/>
                    </a:ext>
                  </a:extLst>
                </p:cNvPr>
                <p:cNvSpPr/>
                <p:nvPr/>
              </p:nvSpPr>
              <p:spPr>
                <a:xfrm>
                  <a:off x="5830210" y="5136981"/>
                  <a:ext cx="12686" cy="44417"/>
                </a:xfrm>
                <a:custGeom>
                  <a:avLst/>
                  <a:gdLst>
                    <a:gd name="connsiteX0" fmla="*/ 210 w 12686"/>
                    <a:gd name="connsiteY0" fmla="*/ 308 h 44417"/>
                    <a:gd name="connsiteX1" fmla="*/ 210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10" y="308"/>
                      </a:moveTo>
                      <a:lnTo>
                        <a:pt x="210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00" name="Graphic 176">
                  <a:extLst>
                    <a:ext uri="{FF2B5EF4-FFF2-40B4-BE49-F238E27FC236}">
                      <a16:creationId xmlns:a16="http://schemas.microsoft.com/office/drawing/2014/main" id="{45667B59-5C6D-F991-C730-A16CC77B9AC3}"/>
                    </a:ext>
                  </a:extLst>
                </p:cNvPr>
                <p:cNvGrpSpPr/>
                <p:nvPr/>
              </p:nvGrpSpPr>
              <p:grpSpPr>
                <a:xfrm>
                  <a:off x="5718925" y="5228052"/>
                  <a:ext cx="223926" cy="95994"/>
                  <a:chOff x="5718925" y="5228052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01" name="Freeform: Shape 200">
                    <a:extLst>
                      <a:ext uri="{FF2B5EF4-FFF2-40B4-BE49-F238E27FC236}">
                        <a16:creationId xmlns:a16="http://schemas.microsoft.com/office/drawing/2014/main" id="{B0E48E91-88C0-692F-B83E-C6D6F09E4966}"/>
                      </a:ext>
                    </a:extLst>
                  </p:cNvPr>
                  <p:cNvSpPr/>
                  <p:nvPr/>
                </p:nvSpPr>
                <p:spPr>
                  <a:xfrm flipV="1">
                    <a:off x="5718925" y="5229717"/>
                    <a:ext cx="59843" cy="94328"/>
                  </a:xfrm>
                  <a:custGeom>
                    <a:avLst/>
                    <a:gdLst>
                      <a:gd name="connsiteX0" fmla="*/ 2105 w 59843"/>
                      <a:gd name="connsiteY0" fmla="*/ 92360 h 94328"/>
                      <a:gd name="connsiteX1" fmla="*/ 51224 w 59843"/>
                      <a:gd name="connsiteY1" fmla="*/ 92360 h 94328"/>
                      <a:gd name="connsiteX2" fmla="*/ 51224 w 59843"/>
                      <a:gd name="connsiteY2" fmla="*/ 81810 h 94328"/>
                      <a:gd name="connsiteX3" fmla="*/ 13562 w 59843"/>
                      <a:gd name="connsiteY3" fmla="*/ 81810 h 94328"/>
                      <a:gd name="connsiteX4" fmla="*/ 13562 w 59843"/>
                      <a:gd name="connsiteY4" fmla="*/ 59145 h 94328"/>
                      <a:gd name="connsiteX5" fmla="*/ 18993 w 59843"/>
                      <a:gd name="connsiteY5" fmla="*/ 60533 h 94328"/>
                      <a:gd name="connsiteX6" fmla="*/ 24464 w 59843"/>
                      <a:gd name="connsiteY6" fmla="*/ 60989 h 94328"/>
                      <a:gd name="connsiteX7" fmla="*/ 48984 w 59843"/>
                      <a:gd name="connsiteY7" fmla="*/ 52503 h 94328"/>
                      <a:gd name="connsiteX8" fmla="*/ 58043 w 59843"/>
                      <a:gd name="connsiteY8" fmla="*/ 29520 h 94328"/>
                      <a:gd name="connsiteX9" fmla="*/ 48746 w 59843"/>
                      <a:gd name="connsiteY9" fmla="*/ 6300 h 94328"/>
                      <a:gd name="connsiteX10" fmla="*/ 22541 w 59843"/>
                      <a:gd name="connsiteY10" fmla="*/ -1969 h 94328"/>
                      <a:gd name="connsiteX11" fmla="*/ 10668 w 59843"/>
                      <a:gd name="connsiteY11" fmla="*/ -977 h 94328"/>
                      <a:gd name="connsiteX12" fmla="*/ -1800 w 59843"/>
                      <a:gd name="connsiteY12" fmla="*/ 1997 h 94328"/>
                      <a:gd name="connsiteX13" fmla="*/ -1800 w 59843"/>
                      <a:gd name="connsiteY13" fmla="*/ 14589 h 94328"/>
                      <a:gd name="connsiteX14" fmla="*/ 9716 w 59843"/>
                      <a:gd name="connsiteY14" fmla="*/ 10068 h 94328"/>
                      <a:gd name="connsiteX15" fmla="*/ 22284 w 59843"/>
                      <a:gd name="connsiteY15" fmla="*/ 8580 h 94328"/>
                      <a:gd name="connsiteX16" fmla="*/ 39251 w 59843"/>
                      <a:gd name="connsiteY16" fmla="*/ 14212 h 94328"/>
                      <a:gd name="connsiteX17" fmla="*/ 45515 w 59843"/>
                      <a:gd name="connsiteY17" fmla="*/ 29520 h 94328"/>
                      <a:gd name="connsiteX18" fmla="*/ 39251 w 59843"/>
                      <a:gd name="connsiteY18" fmla="*/ 44809 h 94328"/>
                      <a:gd name="connsiteX19" fmla="*/ 22284 w 59843"/>
                      <a:gd name="connsiteY19" fmla="*/ 50460 h 94328"/>
                      <a:gd name="connsiteX20" fmla="*/ 12273 w 59843"/>
                      <a:gd name="connsiteY20" fmla="*/ 49350 h 94328"/>
                      <a:gd name="connsiteX21" fmla="*/ 2105 w 59843"/>
                      <a:gd name="connsiteY21" fmla="*/ 45879 h 94328"/>
                      <a:gd name="connsiteX22" fmla="*/ 2105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05" y="92360"/>
                        </a:moveTo>
                        <a:lnTo>
                          <a:pt x="51224" y="92360"/>
                        </a:lnTo>
                        <a:lnTo>
                          <a:pt x="51224" y="81810"/>
                        </a:lnTo>
                        <a:lnTo>
                          <a:pt x="13562" y="81810"/>
                        </a:lnTo>
                        <a:lnTo>
                          <a:pt x="13562" y="59145"/>
                        </a:lnTo>
                        <a:cubicBezTo>
                          <a:pt x="15372" y="59767"/>
                          <a:pt x="17183" y="60229"/>
                          <a:pt x="18993" y="60533"/>
                        </a:cubicBezTo>
                        <a:cubicBezTo>
                          <a:pt x="20817" y="60837"/>
                          <a:pt x="22640" y="60989"/>
                          <a:pt x="24464" y="60989"/>
                        </a:cubicBezTo>
                        <a:cubicBezTo>
                          <a:pt x="34785" y="60989"/>
                          <a:pt x="42958" y="58160"/>
                          <a:pt x="48984" y="52503"/>
                        </a:cubicBezTo>
                        <a:cubicBezTo>
                          <a:pt x="55023" y="46845"/>
                          <a:pt x="58043" y="39184"/>
                          <a:pt x="58043" y="29520"/>
                        </a:cubicBezTo>
                        <a:cubicBezTo>
                          <a:pt x="58043" y="19566"/>
                          <a:pt x="54944" y="11826"/>
                          <a:pt x="48746" y="6300"/>
                        </a:cubicBezTo>
                        <a:cubicBezTo>
                          <a:pt x="42549" y="787"/>
                          <a:pt x="33814" y="-1969"/>
                          <a:pt x="22541" y="-1969"/>
                        </a:cubicBezTo>
                        <a:cubicBezTo>
                          <a:pt x="18656" y="-1969"/>
                          <a:pt x="14698" y="-1638"/>
                          <a:pt x="10668" y="-977"/>
                        </a:cubicBezTo>
                        <a:cubicBezTo>
                          <a:pt x="6651" y="-316"/>
                          <a:pt x="2494" y="675"/>
                          <a:pt x="-1800" y="1997"/>
                        </a:cubicBezTo>
                        <a:lnTo>
                          <a:pt x="-1800" y="14589"/>
                        </a:lnTo>
                        <a:cubicBezTo>
                          <a:pt x="1913" y="12566"/>
                          <a:pt x="5752" y="11059"/>
                          <a:pt x="9716" y="10068"/>
                        </a:cubicBezTo>
                        <a:cubicBezTo>
                          <a:pt x="13681" y="9076"/>
                          <a:pt x="17870" y="8580"/>
                          <a:pt x="22284" y="8580"/>
                        </a:cubicBezTo>
                        <a:cubicBezTo>
                          <a:pt x="29433" y="8580"/>
                          <a:pt x="35089" y="10458"/>
                          <a:pt x="39251" y="14212"/>
                        </a:cubicBezTo>
                        <a:cubicBezTo>
                          <a:pt x="43427" y="17966"/>
                          <a:pt x="45515" y="23069"/>
                          <a:pt x="45515" y="29520"/>
                        </a:cubicBezTo>
                        <a:cubicBezTo>
                          <a:pt x="45515" y="35958"/>
                          <a:pt x="43427" y="41054"/>
                          <a:pt x="39251" y="44809"/>
                        </a:cubicBezTo>
                        <a:cubicBezTo>
                          <a:pt x="35089" y="48576"/>
                          <a:pt x="29433" y="50460"/>
                          <a:pt x="22284" y="50460"/>
                        </a:cubicBezTo>
                        <a:cubicBezTo>
                          <a:pt x="18940" y="50460"/>
                          <a:pt x="15604" y="50090"/>
                          <a:pt x="12273" y="49350"/>
                        </a:cubicBezTo>
                        <a:cubicBezTo>
                          <a:pt x="8957" y="48609"/>
                          <a:pt x="5567" y="47453"/>
                          <a:pt x="2105" y="45879"/>
                        </a:cubicBezTo>
                        <a:lnTo>
                          <a:pt x="2105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2" name="Freeform: Shape 201">
                    <a:extLst>
                      <a:ext uri="{FF2B5EF4-FFF2-40B4-BE49-F238E27FC236}">
                        <a16:creationId xmlns:a16="http://schemas.microsoft.com/office/drawing/2014/main" id="{D5512E90-4864-3F38-E6E6-B7EB2DB77B98}"/>
                      </a:ext>
                    </a:extLst>
                  </p:cNvPr>
                  <p:cNvSpPr/>
                  <p:nvPr/>
                </p:nvSpPr>
                <p:spPr>
                  <a:xfrm flipV="1">
                    <a:off x="5803782" y="5229717"/>
                    <a:ext cx="55066" cy="92524"/>
                  </a:xfrm>
                  <a:custGeom>
                    <a:avLst/>
                    <a:gdLst>
                      <a:gd name="connsiteX0" fmla="*/ -79 w 55066"/>
                      <a:gd name="connsiteY0" fmla="*/ 8515 h 92524"/>
                      <a:gd name="connsiteX1" fmla="*/ 20358 w 55066"/>
                      <a:gd name="connsiteY1" fmla="*/ 8515 h 92524"/>
                      <a:gd name="connsiteX2" fmla="*/ 20358 w 55066"/>
                      <a:gd name="connsiteY2" fmla="*/ 79108 h 92524"/>
                      <a:gd name="connsiteX3" fmla="*/ -1882 w 55066"/>
                      <a:gd name="connsiteY3" fmla="*/ 74646 h 92524"/>
                      <a:gd name="connsiteX4" fmla="*/ -1882 w 55066"/>
                      <a:gd name="connsiteY4" fmla="*/ 86048 h 92524"/>
                      <a:gd name="connsiteX5" fmla="*/ 20239 w 55066"/>
                      <a:gd name="connsiteY5" fmla="*/ 90510 h 92524"/>
                      <a:gd name="connsiteX6" fmla="*/ 32747 w 55066"/>
                      <a:gd name="connsiteY6" fmla="*/ 90510 h 92524"/>
                      <a:gd name="connsiteX7" fmla="*/ 32747 w 55066"/>
                      <a:gd name="connsiteY7" fmla="*/ 8515 h 92524"/>
                      <a:gd name="connsiteX8" fmla="*/ 53184 w 55066"/>
                      <a:gd name="connsiteY8" fmla="*/ 8515 h 92524"/>
                      <a:gd name="connsiteX9" fmla="*/ 53184 w 55066"/>
                      <a:gd name="connsiteY9" fmla="*/ -2014 h 92524"/>
                      <a:gd name="connsiteX10" fmla="*/ -79 w 55066"/>
                      <a:gd name="connsiteY10" fmla="*/ -2014 h 92524"/>
                      <a:gd name="connsiteX11" fmla="*/ -79 w 55066"/>
                      <a:gd name="connsiteY11" fmla="*/ 851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79" y="8515"/>
                        </a:moveTo>
                        <a:lnTo>
                          <a:pt x="20358" y="8515"/>
                        </a:lnTo>
                        <a:lnTo>
                          <a:pt x="20358" y="79108"/>
                        </a:lnTo>
                        <a:lnTo>
                          <a:pt x="-1882" y="74646"/>
                        </a:lnTo>
                        <a:lnTo>
                          <a:pt x="-1882" y="86048"/>
                        </a:lnTo>
                        <a:lnTo>
                          <a:pt x="20239" y="90510"/>
                        </a:lnTo>
                        <a:lnTo>
                          <a:pt x="32747" y="90510"/>
                        </a:lnTo>
                        <a:lnTo>
                          <a:pt x="32747" y="8515"/>
                        </a:lnTo>
                        <a:lnTo>
                          <a:pt x="53184" y="8515"/>
                        </a:lnTo>
                        <a:lnTo>
                          <a:pt x="53184" y="-2014"/>
                        </a:lnTo>
                        <a:lnTo>
                          <a:pt x="-79" y="-2014"/>
                        </a:lnTo>
                        <a:lnTo>
                          <a:pt x="-79" y="85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3" name="Freeform: Shape 202">
                    <a:extLst>
                      <a:ext uri="{FF2B5EF4-FFF2-40B4-BE49-F238E27FC236}">
                        <a16:creationId xmlns:a16="http://schemas.microsoft.com/office/drawing/2014/main" id="{E0BBCFFC-24FD-4AEA-F472-FD0C474AC0BF}"/>
                      </a:ext>
                    </a:extLst>
                  </p:cNvPr>
                  <p:cNvSpPr/>
                  <p:nvPr/>
                </p:nvSpPr>
                <p:spPr>
                  <a:xfrm flipV="1">
                    <a:off x="5878925" y="5228052"/>
                    <a:ext cx="63926" cy="95994"/>
                  </a:xfrm>
                  <a:custGeom>
                    <a:avLst/>
                    <a:gdLst>
                      <a:gd name="connsiteX0" fmla="*/ 30135 w 63926"/>
                      <a:gd name="connsiteY0" fmla="*/ 84069 h 95994"/>
                      <a:gd name="connsiteX1" fmla="*/ 15605 w 63926"/>
                      <a:gd name="connsiteY1" fmla="*/ 74550 h 95994"/>
                      <a:gd name="connsiteX2" fmla="*/ 10749 w 63926"/>
                      <a:gd name="connsiteY2" fmla="*/ 45956 h 95994"/>
                      <a:gd name="connsiteX3" fmla="*/ 15605 w 63926"/>
                      <a:gd name="connsiteY3" fmla="*/ 17422 h 95994"/>
                      <a:gd name="connsiteX4" fmla="*/ 30135 w 63926"/>
                      <a:gd name="connsiteY4" fmla="*/ 7904 h 95994"/>
                      <a:gd name="connsiteX5" fmla="*/ 44724 w 63926"/>
                      <a:gd name="connsiteY5" fmla="*/ 17422 h 95994"/>
                      <a:gd name="connsiteX6" fmla="*/ 49600 w 63926"/>
                      <a:gd name="connsiteY6" fmla="*/ 45956 h 95994"/>
                      <a:gd name="connsiteX7" fmla="*/ 44724 w 63926"/>
                      <a:gd name="connsiteY7" fmla="*/ 74550 h 95994"/>
                      <a:gd name="connsiteX8" fmla="*/ 30135 w 63926"/>
                      <a:gd name="connsiteY8" fmla="*/ 84069 h 95994"/>
                      <a:gd name="connsiteX9" fmla="*/ 30135 w 63926"/>
                      <a:gd name="connsiteY9" fmla="*/ 93983 h 95994"/>
                      <a:gd name="connsiteX10" fmla="*/ 53902 w 63926"/>
                      <a:gd name="connsiteY10" fmla="*/ 81669 h 95994"/>
                      <a:gd name="connsiteX11" fmla="*/ 62108 w 63926"/>
                      <a:gd name="connsiteY11" fmla="*/ 45956 h 95994"/>
                      <a:gd name="connsiteX12" fmla="*/ 53902 w 63926"/>
                      <a:gd name="connsiteY12" fmla="*/ 10283 h 95994"/>
                      <a:gd name="connsiteX13" fmla="*/ 30135 w 63926"/>
                      <a:gd name="connsiteY13" fmla="*/ -2011 h 95994"/>
                      <a:gd name="connsiteX14" fmla="*/ 6388 w 63926"/>
                      <a:gd name="connsiteY14" fmla="*/ 10283 h 95994"/>
                      <a:gd name="connsiteX15" fmla="*/ -1819 w 63926"/>
                      <a:gd name="connsiteY15" fmla="*/ 45956 h 95994"/>
                      <a:gd name="connsiteX16" fmla="*/ 6388 w 63926"/>
                      <a:gd name="connsiteY16" fmla="*/ 81669 h 95994"/>
                      <a:gd name="connsiteX17" fmla="*/ 30135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35" y="84069"/>
                        </a:moveTo>
                        <a:cubicBezTo>
                          <a:pt x="23699" y="84069"/>
                          <a:pt x="18856" y="80896"/>
                          <a:pt x="15605" y="74550"/>
                        </a:cubicBezTo>
                        <a:cubicBezTo>
                          <a:pt x="12368" y="68218"/>
                          <a:pt x="10749" y="58687"/>
                          <a:pt x="10749" y="45956"/>
                        </a:cubicBezTo>
                        <a:cubicBezTo>
                          <a:pt x="10749" y="33279"/>
                          <a:pt x="12368" y="23767"/>
                          <a:pt x="15605" y="17422"/>
                        </a:cubicBezTo>
                        <a:cubicBezTo>
                          <a:pt x="18856" y="11076"/>
                          <a:pt x="23699" y="7904"/>
                          <a:pt x="30135" y="7904"/>
                        </a:cubicBezTo>
                        <a:cubicBezTo>
                          <a:pt x="36623" y="7904"/>
                          <a:pt x="41486" y="11076"/>
                          <a:pt x="44724" y="17422"/>
                        </a:cubicBezTo>
                        <a:cubicBezTo>
                          <a:pt x="47975" y="23767"/>
                          <a:pt x="49600" y="33279"/>
                          <a:pt x="49600" y="45956"/>
                        </a:cubicBezTo>
                        <a:cubicBezTo>
                          <a:pt x="49600" y="58687"/>
                          <a:pt x="47975" y="68218"/>
                          <a:pt x="44724" y="74550"/>
                        </a:cubicBezTo>
                        <a:cubicBezTo>
                          <a:pt x="41486" y="80896"/>
                          <a:pt x="36623" y="84069"/>
                          <a:pt x="30135" y="84069"/>
                        </a:cubicBezTo>
                        <a:close/>
                        <a:moveTo>
                          <a:pt x="30135" y="93983"/>
                        </a:moveTo>
                        <a:cubicBezTo>
                          <a:pt x="40508" y="93983"/>
                          <a:pt x="48431" y="89879"/>
                          <a:pt x="53902" y="81669"/>
                        </a:cubicBezTo>
                        <a:cubicBezTo>
                          <a:pt x="59373" y="73473"/>
                          <a:pt x="62108" y="61569"/>
                          <a:pt x="62108" y="45956"/>
                        </a:cubicBezTo>
                        <a:cubicBezTo>
                          <a:pt x="62108" y="30384"/>
                          <a:pt x="59373" y="18493"/>
                          <a:pt x="53902" y="10283"/>
                        </a:cubicBezTo>
                        <a:cubicBezTo>
                          <a:pt x="48431" y="2087"/>
                          <a:pt x="40508" y="-2011"/>
                          <a:pt x="30135" y="-2011"/>
                        </a:cubicBezTo>
                        <a:cubicBezTo>
                          <a:pt x="19774" y="-2011"/>
                          <a:pt x="11859" y="2087"/>
                          <a:pt x="6388" y="10283"/>
                        </a:cubicBezTo>
                        <a:cubicBezTo>
                          <a:pt x="917" y="18493"/>
                          <a:pt x="-1819" y="30384"/>
                          <a:pt x="-1819" y="45956"/>
                        </a:cubicBezTo>
                        <a:cubicBezTo>
                          <a:pt x="-1819" y="61569"/>
                          <a:pt x="917" y="73473"/>
                          <a:pt x="6388" y="81669"/>
                        </a:cubicBezTo>
                        <a:cubicBezTo>
                          <a:pt x="11859" y="89879"/>
                          <a:pt x="19774" y="93983"/>
                          <a:pt x="30135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04" name="Graphic 176">
                <a:extLst>
                  <a:ext uri="{FF2B5EF4-FFF2-40B4-BE49-F238E27FC236}">
                    <a16:creationId xmlns:a16="http://schemas.microsoft.com/office/drawing/2014/main" id="{37CE7A6D-E1AD-46F6-E0D5-8F33CEE085AA}"/>
                  </a:ext>
                </a:extLst>
              </p:cNvPr>
              <p:cNvGrpSpPr/>
              <p:nvPr/>
            </p:nvGrpSpPr>
            <p:grpSpPr>
              <a:xfrm>
                <a:off x="6394112" y="5136981"/>
                <a:ext cx="223926" cy="187065"/>
                <a:chOff x="6394112" y="5136981"/>
                <a:chExt cx="223926" cy="187065"/>
              </a:xfrm>
              <a:solidFill>
                <a:srgbClr val="000000"/>
              </a:solidFill>
            </p:grpSpPr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EACA6546-C141-3AFB-DB65-348C55C3E237}"/>
                    </a:ext>
                  </a:extLst>
                </p:cNvPr>
                <p:cNvSpPr/>
                <p:nvPr/>
              </p:nvSpPr>
              <p:spPr>
                <a:xfrm>
                  <a:off x="6505397" y="5136981"/>
                  <a:ext cx="12686" cy="44417"/>
                </a:xfrm>
                <a:custGeom>
                  <a:avLst/>
                  <a:gdLst>
                    <a:gd name="connsiteX0" fmla="*/ 263 w 12686"/>
                    <a:gd name="connsiteY0" fmla="*/ 308 h 44417"/>
                    <a:gd name="connsiteX1" fmla="*/ 263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63" y="308"/>
                      </a:moveTo>
                      <a:lnTo>
                        <a:pt x="263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06" name="Graphic 176">
                  <a:extLst>
                    <a:ext uri="{FF2B5EF4-FFF2-40B4-BE49-F238E27FC236}">
                      <a16:creationId xmlns:a16="http://schemas.microsoft.com/office/drawing/2014/main" id="{E66A9421-84D7-39FC-5B2E-4DEE87C00158}"/>
                    </a:ext>
                  </a:extLst>
                </p:cNvPr>
                <p:cNvGrpSpPr/>
                <p:nvPr/>
              </p:nvGrpSpPr>
              <p:grpSpPr>
                <a:xfrm>
                  <a:off x="6394112" y="5228052"/>
                  <a:ext cx="223926" cy="95994"/>
                  <a:chOff x="6394112" y="5228052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07" name="Freeform: Shape 206">
                    <a:extLst>
                      <a:ext uri="{FF2B5EF4-FFF2-40B4-BE49-F238E27FC236}">
                        <a16:creationId xmlns:a16="http://schemas.microsoft.com/office/drawing/2014/main" id="{330E95B9-5BFC-685B-596C-FDBA544E581F}"/>
                      </a:ext>
                    </a:extLst>
                  </p:cNvPr>
                  <p:cNvSpPr/>
                  <p:nvPr/>
                </p:nvSpPr>
                <p:spPr>
                  <a:xfrm flipV="1">
                    <a:off x="6394112" y="5229717"/>
                    <a:ext cx="59843" cy="94328"/>
                  </a:xfrm>
                  <a:custGeom>
                    <a:avLst/>
                    <a:gdLst>
                      <a:gd name="connsiteX0" fmla="*/ 2158 w 59843"/>
                      <a:gd name="connsiteY0" fmla="*/ 92360 h 94328"/>
                      <a:gd name="connsiteX1" fmla="*/ 51277 w 59843"/>
                      <a:gd name="connsiteY1" fmla="*/ 92360 h 94328"/>
                      <a:gd name="connsiteX2" fmla="*/ 51277 w 59843"/>
                      <a:gd name="connsiteY2" fmla="*/ 81810 h 94328"/>
                      <a:gd name="connsiteX3" fmla="*/ 13615 w 59843"/>
                      <a:gd name="connsiteY3" fmla="*/ 81810 h 94328"/>
                      <a:gd name="connsiteX4" fmla="*/ 13615 w 59843"/>
                      <a:gd name="connsiteY4" fmla="*/ 59145 h 94328"/>
                      <a:gd name="connsiteX5" fmla="*/ 19046 w 59843"/>
                      <a:gd name="connsiteY5" fmla="*/ 60533 h 94328"/>
                      <a:gd name="connsiteX6" fmla="*/ 24517 w 59843"/>
                      <a:gd name="connsiteY6" fmla="*/ 60989 h 94328"/>
                      <a:gd name="connsiteX7" fmla="*/ 49037 w 59843"/>
                      <a:gd name="connsiteY7" fmla="*/ 52503 h 94328"/>
                      <a:gd name="connsiteX8" fmla="*/ 58096 w 59843"/>
                      <a:gd name="connsiteY8" fmla="*/ 29520 h 94328"/>
                      <a:gd name="connsiteX9" fmla="*/ 48800 w 59843"/>
                      <a:gd name="connsiteY9" fmla="*/ 6300 h 94328"/>
                      <a:gd name="connsiteX10" fmla="*/ 22595 w 59843"/>
                      <a:gd name="connsiteY10" fmla="*/ -1969 h 94328"/>
                      <a:gd name="connsiteX11" fmla="*/ 10721 w 59843"/>
                      <a:gd name="connsiteY11" fmla="*/ -977 h 94328"/>
                      <a:gd name="connsiteX12" fmla="*/ -1747 w 59843"/>
                      <a:gd name="connsiteY12" fmla="*/ 1997 h 94328"/>
                      <a:gd name="connsiteX13" fmla="*/ -1747 w 59843"/>
                      <a:gd name="connsiteY13" fmla="*/ 14589 h 94328"/>
                      <a:gd name="connsiteX14" fmla="*/ 9770 w 59843"/>
                      <a:gd name="connsiteY14" fmla="*/ 10068 h 94328"/>
                      <a:gd name="connsiteX15" fmla="*/ 22337 w 59843"/>
                      <a:gd name="connsiteY15" fmla="*/ 8580 h 94328"/>
                      <a:gd name="connsiteX16" fmla="*/ 39305 w 59843"/>
                      <a:gd name="connsiteY16" fmla="*/ 14212 h 94328"/>
                      <a:gd name="connsiteX17" fmla="*/ 45569 w 59843"/>
                      <a:gd name="connsiteY17" fmla="*/ 29520 h 94328"/>
                      <a:gd name="connsiteX18" fmla="*/ 39305 w 59843"/>
                      <a:gd name="connsiteY18" fmla="*/ 44809 h 94328"/>
                      <a:gd name="connsiteX19" fmla="*/ 22337 w 59843"/>
                      <a:gd name="connsiteY19" fmla="*/ 50460 h 94328"/>
                      <a:gd name="connsiteX20" fmla="*/ 12327 w 59843"/>
                      <a:gd name="connsiteY20" fmla="*/ 49350 h 94328"/>
                      <a:gd name="connsiteX21" fmla="*/ 2158 w 59843"/>
                      <a:gd name="connsiteY21" fmla="*/ 45879 h 94328"/>
                      <a:gd name="connsiteX22" fmla="*/ 2158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58" y="92360"/>
                        </a:moveTo>
                        <a:lnTo>
                          <a:pt x="51277" y="92360"/>
                        </a:lnTo>
                        <a:lnTo>
                          <a:pt x="51277" y="81810"/>
                        </a:lnTo>
                        <a:lnTo>
                          <a:pt x="13615" y="81810"/>
                        </a:lnTo>
                        <a:lnTo>
                          <a:pt x="13615" y="59145"/>
                        </a:lnTo>
                        <a:cubicBezTo>
                          <a:pt x="15425" y="59767"/>
                          <a:pt x="17236" y="60229"/>
                          <a:pt x="19046" y="60533"/>
                        </a:cubicBezTo>
                        <a:cubicBezTo>
                          <a:pt x="20870" y="60837"/>
                          <a:pt x="22694" y="60989"/>
                          <a:pt x="24517" y="60989"/>
                        </a:cubicBezTo>
                        <a:cubicBezTo>
                          <a:pt x="34838" y="60989"/>
                          <a:pt x="43011" y="58160"/>
                          <a:pt x="49037" y="52503"/>
                        </a:cubicBezTo>
                        <a:cubicBezTo>
                          <a:pt x="55077" y="46845"/>
                          <a:pt x="58096" y="39184"/>
                          <a:pt x="58096" y="29520"/>
                        </a:cubicBezTo>
                        <a:cubicBezTo>
                          <a:pt x="58096" y="19566"/>
                          <a:pt x="54997" y="11826"/>
                          <a:pt x="48800" y="6300"/>
                        </a:cubicBezTo>
                        <a:cubicBezTo>
                          <a:pt x="42602" y="787"/>
                          <a:pt x="33867" y="-1969"/>
                          <a:pt x="22595" y="-1969"/>
                        </a:cubicBezTo>
                        <a:cubicBezTo>
                          <a:pt x="18709" y="-1969"/>
                          <a:pt x="14751" y="-1638"/>
                          <a:pt x="10721" y="-977"/>
                        </a:cubicBezTo>
                        <a:cubicBezTo>
                          <a:pt x="6704" y="-316"/>
                          <a:pt x="2548" y="675"/>
                          <a:pt x="-1747" y="1997"/>
                        </a:cubicBezTo>
                        <a:lnTo>
                          <a:pt x="-1747" y="14589"/>
                        </a:lnTo>
                        <a:cubicBezTo>
                          <a:pt x="1966" y="12566"/>
                          <a:pt x="5805" y="11059"/>
                          <a:pt x="9770" y="10068"/>
                        </a:cubicBezTo>
                        <a:cubicBezTo>
                          <a:pt x="13734" y="9076"/>
                          <a:pt x="17923" y="8580"/>
                          <a:pt x="22337" y="8580"/>
                        </a:cubicBezTo>
                        <a:cubicBezTo>
                          <a:pt x="29486" y="8580"/>
                          <a:pt x="35142" y="10458"/>
                          <a:pt x="39305" y="14212"/>
                        </a:cubicBezTo>
                        <a:cubicBezTo>
                          <a:pt x="43481" y="17966"/>
                          <a:pt x="45569" y="23069"/>
                          <a:pt x="45569" y="29520"/>
                        </a:cubicBezTo>
                        <a:cubicBezTo>
                          <a:pt x="45569" y="35958"/>
                          <a:pt x="43481" y="41054"/>
                          <a:pt x="39305" y="44809"/>
                        </a:cubicBezTo>
                        <a:cubicBezTo>
                          <a:pt x="35142" y="48576"/>
                          <a:pt x="29486" y="50460"/>
                          <a:pt x="22337" y="50460"/>
                        </a:cubicBezTo>
                        <a:cubicBezTo>
                          <a:pt x="18993" y="50460"/>
                          <a:pt x="15657" y="50090"/>
                          <a:pt x="12327" y="49350"/>
                        </a:cubicBezTo>
                        <a:cubicBezTo>
                          <a:pt x="9010" y="48609"/>
                          <a:pt x="5620" y="47453"/>
                          <a:pt x="2158" y="45879"/>
                        </a:cubicBezTo>
                        <a:lnTo>
                          <a:pt x="2158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8" name="Freeform: Shape 207">
                    <a:extLst>
                      <a:ext uri="{FF2B5EF4-FFF2-40B4-BE49-F238E27FC236}">
                        <a16:creationId xmlns:a16="http://schemas.microsoft.com/office/drawing/2014/main" id="{32B163EC-F61E-85C9-80B6-4D91286B9472}"/>
                      </a:ext>
                    </a:extLst>
                  </p:cNvPr>
                  <p:cNvSpPr/>
                  <p:nvPr/>
                </p:nvSpPr>
                <p:spPr>
                  <a:xfrm flipV="1">
                    <a:off x="6474330" y="5228052"/>
                    <a:ext cx="58713" cy="94189"/>
                  </a:xfrm>
                  <a:custGeom>
                    <a:avLst/>
                    <a:gdLst>
                      <a:gd name="connsiteX0" fmla="*/ 13358 w 58713"/>
                      <a:gd name="connsiteY0" fmla="*/ 8473 h 94189"/>
                      <a:gd name="connsiteX1" fmla="*/ 57026 w 58713"/>
                      <a:gd name="connsiteY1" fmla="*/ 8473 h 94189"/>
                      <a:gd name="connsiteX2" fmla="*/ 57026 w 58713"/>
                      <a:gd name="connsiteY2" fmla="*/ -2057 h 94189"/>
                      <a:gd name="connsiteX3" fmla="*/ -1687 w 58713"/>
                      <a:gd name="connsiteY3" fmla="*/ -2057 h 94189"/>
                      <a:gd name="connsiteX4" fmla="*/ -1687 w 58713"/>
                      <a:gd name="connsiteY4" fmla="*/ 8473 h 94189"/>
                      <a:gd name="connsiteX5" fmla="*/ 17719 w 58713"/>
                      <a:gd name="connsiteY5" fmla="*/ 28263 h 94189"/>
                      <a:gd name="connsiteX6" fmla="*/ 33180 w 58713"/>
                      <a:gd name="connsiteY6" fmla="*/ 44305 h 94189"/>
                      <a:gd name="connsiteX7" fmla="*/ 41565 w 58713"/>
                      <a:gd name="connsiteY7" fmla="*/ 55726 h 94189"/>
                      <a:gd name="connsiteX8" fmla="*/ 43963 w 58713"/>
                      <a:gd name="connsiteY8" fmla="*/ 64927 h 94189"/>
                      <a:gd name="connsiteX9" fmla="*/ 38790 w 58713"/>
                      <a:gd name="connsiteY9" fmla="*/ 76944 h 94189"/>
                      <a:gd name="connsiteX10" fmla="*/ 25311 w 58713"/>
                      <a:gd name="connsiteY10" fmla="*/ 81604 h 94189"/>
                      <a:gd name="connsiteX11" fmla="*/ 12882 w 58713"/>
                      <a:gd name="connsiteY11" fmla="*/ 79561 h 94189"/>
                      <a:gd name="connsiteX12" fmla="*/ -1073 w 58713"/>
                      <a:gd name="connsiteY12" fmla="*/ 73355 h 94189"/>
                      <a:gd name="connsiteX13" fmla="*/ -1073 w 58713"/>
                      <a:gd name="connsiteY13" fmla="*/ 86006 h 94189"/>
                      <a:gd name="connsiteX14" fmla="*/ 13041 w 58713"/>
                      <a:gd name="connsiteY14" fmla="*/ 90586 h 94189"/>
                      <a:gd name="connsiteX15" fmla="*/ 25073 w 58713"/>
                      <a:gd name="connsiteY15" fmla="*/ 92133 h 94189"/>
                      <a:gd name="connsiteX16" fmla="*/ 47987 w 58713"/>
                      <a:gd name="connsiteY16" fmla="*/ 84935 h 94189"/>
                      <a:gd name="connsiteX17" fmla="*/ 56531 w 58713"/>
                      <a:gd name="connsiteY17" fmla="*/ 65740 h 94189"/>
                      <a:gd name="connsiteX18" fmla="*/ 54390 w 58713"/>
                      <a:gd name="connsiteY18" fmla="*/ 54913 h 94189"/>
                      <a:gd name="connsiteX19" fmla="*/ 46619 w 58713"/>
                      <a:gd name="connsiteY19" fmla="*/ 42877 h 94189"/>
                      <a:gd name="connsiteX20" fmla="*/ 36768 w 58713"/>
                      <a:gd name="connsiteY20" fmla="*/ 32486 h 94189"/>
                      <a:gd name="connsiteX21" fmla="*/ 13358 w 58713"/>
                      <a:gd name="connsiteY21" fmla="*/ 8473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358" y="8473"/>
                        </a:moveTo>
                        <a:lnTo>
                          <a:pt x="57026" y="8473"/>
                        </a:lnTo>
                        <a:lnTo>
                          <a:pt x="57026" y="-2057"/>
                        </a:lnTo>
                        <a:lnTo>
                          <a:pt x="-1687" y="-2057"/>
                        </a:lnTo>
                        <a:lnTo>
                          <a:pt x="-1687" y="8473"/>
                        </a:lnTo>
                        <a:cubicBezTo>
                          <a:pt x="3057" y="13391"/>
                          <a:pt x="9525" y="19987"/>
                          <a:pt x="17719" y="28263"/>
                        </a:cubicBezTo>
                        <a:cubicBezTo>
                          <a:pt x="25925" y="36551"/>
                          <a:pt x="31079" y="41899"/>
                          <a:pt x="33180" y="44305"/>
                        </a:cubicBezTo>
                        <a:cubicBezTo>
                          <a:pt x="37184" y="48799"/>
                          <a:pt x="39979" y="52607"/>
                          <a:pt x="41565" y="55726"/>
                        </a:cubicBezTo>
                        <a:cubicBezTo>
                          <a:pt x="43164" y="58846"/>
                          <a:pt x="43963" y="61913"/>
                          <a:pt x="43963" y="64927"/>
                        </a:cubicBezTo>
                        <a:cubicBezTo>
                          <a:pt x="43963" y="69845"/>
                          <a:pt x="42239" y="73850"/>
                          <a:pt x="38790" y="76944"/>
                        </a:cubicBezTo>
                        <a:cubicBezTo>
                          <a:pt x="35341" y="80051"/>
                          <a:pt x="30847" y="81604"/>
                          <a:pt x="25311" y="81604"/>
                        </a:cubicBezTo>
                        <a:cubicBezTo>
                          <a:pt x="21386" y="81604"/>
                          <a:pt x="17243" y="80923"/>
                          <a:pt x="12882" y="79561"/>
                        </a:cubicBezTo>
                        <a:cubicBezTo>
                          <a:pt x="8534" y="78200"/>
                          <a:pt x="3883" y="76131"/>
                          <a:pt x="-1073" y="73355"/>
                        </a:cubicBezTo>
                        <a:lnTo>
                          <a:pt x="-1073" y="86006"/>
                        </a:lnTo>
                        <a:cubicBezTo>
                          <a:pt x="3962" y="88028"/>
                          <a:pt x="8666" y="89555"/>
                          <a:pt x="13041" y="90586"/>
                        </a:cubicBezTo>
                        <a:cubicBezTo>
                          <a:pt x="17428" y="91618"/>
                          <a:pt x="21439" y="92133"/>
                          <a:pt x="25073" y="92133"/>
                        </a:cubicBezTo>
                        <a:cubicBezTo>
                          <a:pt x="34653" y="92133"/>
                          <a:pt x="42292" y="89734"/>
                          <a:pt x="47987" y="84935"/>
                        </a:cubicBezTo>
                        <a:cubicBezTo>
                          <a:pt x="53683" y="80150"/>
                          <a:pt x="56531" y="73751"/>
                          <a:pt x="56531" y="65740"/>
                        </a:cubicBezTo>
                        <a:cubicBezTo>
                          <a:pt x="56531" y="61933"/>
                          <a:pt x="55817" y="58324"/>
                          <a:pt x="54390" y="54913"/>
                        </a:cubicBezTo>
                        <a:cubicBezTo>
                          <a:pt x="52976" y="51516"/>
                          <a:pt x="50386" y="47504"/>
                          <a:pt x="46619" y="42877"/>
                        </a:cubicBezTo>
                        <a:cubicBezTo>
                          <a:pt x="45589" y="41674"/>
                          <a:pt x="42305" y="38210"/>
                          <a:pt x="36768" y="32486"/>
                        </a:cubicBezTo>
                        <a:cubicBezTo>
                          <a:pt x="31244" y="26762"/>
                          <a:pt x="23441" y="18758"/>
                          <a:pt x="13358" y="84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09" name="Freeform: Shape 208">
                    <a:extLst>
                      <a:ext uri="{FF2B5EF4-FFF2-40B4-BE49-F238E27FC236}">
                        <a16:creationId xmlns:a16="http://schemas.microsoft.com/office/drawing/2014/main" id="{14834F0E-46C9-E010-37C2-4C1F1C1524C5}"/>
                      </a:ext>
                    </a:extLst>
                  </p:cNvPr>
                  <p:cNvSpPr/>
                  <p:nvPr/>
                </p:nvSpPr>
                <p:spPr>
                  <a:xfrm flipV="1">
                    <a:off x="6554111" y="5228052"/>
                    <a:ext cx="63926" cy="95994"/>
                  </a:xfrm>
                  <a:custGeom>
                    <a:avLst/>
                    <a:gdLst>
                      <a:gd name="connsiteX0" fmla="*/ 30188 w 63926"/>
                      <a:gd name="connsiteY0" fmla="*/ 84069 h 95994"/>
                      <a:gd name="connsiteX1" fmla="*/ 15658 w 63926"/>
                      <a:gd name="connsiteY1" fmla="*/ 74550 h 95994"/>
                      <a:gd name="connsiteX2" fmla="*/ 10802 w 63926"/>
                      <a:gd name="connsiteY2" fmla="*/ 45956 h 95994"/>
                      <a:gd name="connsiteX3" fmla="*/ 15658 w 63926"/>
                      <a:gd name="connsiteY3" fmla="*/ 17422 h 95994"/>
                      <a:gd name="connsiteX4" fmla="*/ 30188 w 63926"/>
                      <a:gd name="connsiteY4" fmla="*/ 7904 h 95994"/>
                      <a:gd name="connsiteX5" fmla="*/ 44777 w 63926"/>
                      <a:gd name="connsiteY5" fmla="*/ 17422 h 95994"/>
                      <a:gd name="connsiteX6" fmla="*/ 49653 w 63926"/>
                      <a:gd name="connsiteY6" fmla="*/ 45956 h 95994"/>
                      <a:gd name="connsiteX7" fmla="*/ 44777 w 63926"/>
                      <a:gd name="connsiteY7" fmla="*/ 74550 h 95994"/>
                      <a:gd name="connsiteX8" fmla="*/ 30188 w 63926"/>
                      <a:gd name="connsiteY8" fmla="*/ 84069 h 95994"/>
                      <a:gd name="connsiteX9" fmla="*/ 30188 w 63926"/>
                      <a:gd name="connsiteY9" fmla="*/ 93983 h 95994"/>
                      <a:gd name="connsiteX10" fmla="*/ 53955 w 63926"/>
                      <a:gd name="connsiteY10" fmla="*/ 81669 h 95994"/>
                      <a:gd name="connsiteX11" fmla="*/ 62161 w 63926"/>
                      <a:gd name="connsiteY11" fmla="*/ 45956 h 95994"/>
                      <a:gd name="connsiteX12" fmla="*/ 53955 w 63926"/>
                      <a:gd name="connsiteY12" fmla="*/ 10283 h 95994"/>
                      <a:gd name="connsiteX13" fmla="*/ 30188 w 63926"/>
                      <a:gd name="connsiteY13" fmla="*/ -2011 h 95994"/>
                      <a:gd name="connsiteX14" fmla="*/ 6441 w 63926"/>
                      <a:gd name="connsiteY14" fmla="*/ 10283 h 95994"/>
                      <a:gd name="connsiteX15" fmla="*/ -1765 w 63926"/>
                      <a:gd name="connsiteY15" fmla="*/ 45956 h 95994"/>
                      <a:gd name="connsiteX16" fmla="*/ 6441 w 63926"/>
                      <a:gd name="connsiteY16" fmla="*/ 81669 h 95994"/>
                      <a:gd name="connsiteX17" fmla="*/ 30188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88" y="84069"/>
                        </a:moveTo>
                        <a:cubicBezTo>
                          <a:pt x="23752" y="84069"/>
                          <a:pt x="18909" y="80896"/>
                          <a:pt x="15658" y="74550"/>
                        </a:cubicBezTo>
                        <a:cubicBezTo>
                          <a:pt x="12421" y="68218"/>
                          <a:pt x="10802" y="58687"/>
                          <a:pt x="10802" y="45956"/>
                        </a:cubicBezTo>
                        <a:cubicBezTo>
                          <a:pt x="10802" y="33279"/>
                          <a:pt x="12421" y="23767"/>
                          <a:pt x="15658" y="17422"/>
                        </a:cubicBezTo>
                        <a:cubicBezTo>
                          <a:pt x="18909" y="11076"/>
                          <a:pt x="23752" y="7904"/>
                          <a:pt x="30188" y="7904"/>
                        </a:cubicBezTo>
                        <a:cubicBezTo>
                          <a:pt x="36676" y="7904"/>
                          <a:pt x="41540" y="11076"/>
                          <a:pt x="44777" y="17422"/>
                        </a:cubicBezTo>
                        <a:cubicBezTo>
                          <a:pt x="48028" y="23767"/>
                          <a:pt x="49653" y="33279"/>
                          <a:pt x="49653" y="45956"/>
                        </a:cubicBezTo>
                        <a:cubicBezTo>
                          <a:pt x="49653" y="58687"/>
                          <a:pt x="48028" y="68218"/>
                          <a:pt x="44777" y="74550"/>
                        </a:cubicBezTo>
                        <a:cubicBezTo>
                          <a:pt x="41540" y="80896"/>
                          <a:pt x="36676" y="84069"/>
                          <a:pt x="30188" y="84069"/>
                        </a:cubicBezTo>
                        <a:close/>
                        <a:moveTo>
                          <a:pt x="30188" y="93983"/>
                        </a:moveTo>
                        <a:cubicBezTo>
                          <a:pt x="40562" y="93983"/>
                          <a:pt x="48484" y="89879"/>
                          <a:pt x="53955" y="81669"/>
                        </a:cubicBezTo>
                        <a:cubicBezTo>
                          <a:pt x="59426" y="73473"/>
                          <a:pt x="62161" y="61569"/>
                          <a:pt x="62161" y="45956"/>
                        </a:cubicBezTo>
                        <a:cubicBezTo>
                          <a:pt x="62161" y="30384"/>
                          <a:pt x="59426" y="18493"/>
                          <a:pt x="53955" y="10283"/>
                        </a:cubicBezTo>
                        <a:cubicBezTo>
                          <a:pt x="48484" y="2087"/>
                          <a:pt x="40562" y="-2011"/>
                          <a:pt x="30188" y="-2011"/>
                        </a:cubicBezTo>
                        <a:cubicBezTo>
                          <a:pt x="19828" y="-2011"/>
                          <a:pt x="11912" y="2087"/>
                          <a:pt x="6441" y="10283"/>
                        </a:cubicBezTo>
                        <a:cubicBezTo>
                          <a:pt x="970" y="18493"/>
                          <a:pt x="-1765" y="30384"/>
                          <a:pt x="-1765" y="45956"/>
                        </a:cubicBezTo>
                        <a:cubicBezTo>
                          <a:pt x="-1765" y="61569"/>
                          <a:pt x="970" y="73473"/>
                          <a:pt x="6441" y="81669"/>
                        </a:cubicBezTo>
                        <a:cubicBezTo>
                          <a:pt x="11912" y="89879"/>
                          <a:pt x="19828" y="93983"/>
                          <a:pt x="30188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10" name="Graphic 176">
                <a:extLst>
                  <a:ext uri="{FF2B5EF4-FFF2-40B4-BE49-F238E27FC236}">
                    <a16:creationId xmlns:a16="http://schemas.microsoft.com/office/drawing/2014/main" id="{3E08AC8C-12AB-58F0-C96F-9341213EFB79}"/>
                  </a:ext>
                </a:extLst>
              </p:cNvPr>
              <p:cNvGrpSpPr/>
              <p:nvPr/>
            </p:nvGrpSpPr>
            <p:grpSpPr>
              <a:xfrm>
                <a:off x="7069311" y="5136981"/>
                <a:ext cx="223926" cy="187065"/>
                <a:chOff x="7069311" y="5136981"/>
                <a:chExt cx="223926" cy="187065"/>
              </a:xfrm>
              <a:solidFill>
                <a:srgbClr val="000000"/>
              </a:solidFill>
            </p:grpSpPr>
            <p:sp>
              <p:nvSpPr>
                <p:cNvPr id="211" name="Freeform: Shape 210">
                  <a:extLst>
                    <a:ext uri="{FF2B5EF4-FFF2-40B4-BE49-F238E27FC236}">
                      <a16:creationId xmlns:a16="http://schemas.microsoft.com/office/drawing/2014/main" id="{B7ECA38F-A101-A816-728D-A0F2EDC6B228}"/>
                    </a:ext>
                  </a:extLst>
                </p:cNvPr>
                <p:cNvSpPr/>
                <p:nvPr/>
              </p:nvSpPr>
              <p:spPr>
                <a:xfrm>
                  <a:off x="7180596" y="5136981"/>
                  <a:ext cx="12686" cy="44417"/>
                </a:xfrm>
                <a:custGeom>
                  <a:avLst/>
                  <a:gdLst>
                    <a:gd name="connsiteX0" fmla="*/ 316 w 12686"/>
                    <a:gd name="connsiteY0" fmla="*/ 308 h 44417"/>
                    <a:gd name="connsiteX1" fmla="*/ 316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16" y="308"/>
                      </a:moveTo>
                      <a:lnTo>
                        <a:pt x="316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12" name="Graphic 176">
                  <a:extLst>
                    <a:ext uri="{FF2B5EF4-FFF2-40B4-BE49-F238E27FC236}">
                      <a16:creationId xmlns:a16="http://schemas.microsoft.com/office/drawing/2014/main" id="{7C9336F3-BDD2-3F3A-5BA4-92D582527E8C}"/>
                    </a:ext>
                  </a:extLst>
                </p:cNvPr>
                <p:cNvGrpSpPr/>
                <p:nvPr/>
              </p:nvGrpSpPr>
              <p:grpSpPr>
                <a:xfrm>
                  <a:off x="7069311" y="5228052"/>
                  <a:ext cx="223926" cy="95994"/>
                  <a:chOff x="7069311" y="5228052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13" name="Freeform: Shape 212">
                    <a:extLst>
                      <a:ext uri="{FF2B5EF4-FFF2-40B4-BE49-F238E27FC236}">
                        <a16:creationId xmlns:a16="http://schemas.microsoft.com/office/drawing/2014/main" id="{77E984BE-E6CE-4A14-E001-B27C75C072D1}"/>
                      </a:ext>
                    </a:extLst>
                  </p:cNvPr>
                  <p:cNvSpPr/>
                  <p:nvPr/>
                </p:nvSpPr>
                <p:spPr>
                  <a:xfrm flipV="1">
                    <a:off x="7069311" y="5229717"/>
                    <a:ext cx="59843" cy="94328"/>
                  </a:xfrm>
                  <a:custGeom>
                    <a:avLst/>
                    <a:gdLst>
                      <a:gd name="connsiteX0" fmla="*/ 2211 w 59843"/>
                      <a:gd name="connsiteY0" fmla="*/ 92360 h 94328"/>
                      <a:gd name="connsiteX1" fmla="*/ 51331 w 59843"/>
                      <a:gd name="connsiteY1" fmla="*/ 92360 h 94328"/>
                      <a:gd name="connsiteX2" fmla="*/ 51331 w 59843"/>
                      <a:gd name="connsiteY2" fmla="*/ 81810 h 94328"/>
                      <a:gd name="connsiteX3" fmla="*/ 13668 w 59843"/>
                      <a:gd name="connsiteY3" fmla="*/ 81810 h 94328"/>
                      <a:gd name="connsiteX4" fmla="*/ 13668 w 59843"/>
                      <a:gd name="connsiteY4" fmla="*/ 59145 h 94328"/>
                      <a:gd name="connsiteX5" fmla="*/ 19100 w 59843"/>
                      <a:gd name="connsiteY5" fmla="*/ 60533 h 94328"/>
                      <a:gd name="connsiteX6" fmla="*/ 24571 w 59843"/>
                      <a:gd name="connsiteY6" fmla="*/ 60989 h 94328"/>
                      <a:gd name="connsiteX7" fmla="*/ 49091 w 59843"/>
                      <a:gd name="connsiteY7" fmla="*/ 52503 h 94328"/>
                      <a:gd name="connsiteX8" fmla="*/ 58149 w 59843"/>
                      <a:gd name="connsiteY8" fmla="*/ 29520 h 94328"/>
                      <a:gd name="connsiteX9" fmla="*/ 48853 w 59843"/>
                      <a:gd name="connsiteY9" fmla="*/ 6300 h 94328"/>
                      <a:gd name="connsiteX10" fmla="*/ 22648 w 59843"/>
                      <a:gd name="connsiteY10" fmla="*/ -1969 h 94328"/>
                      <a:gd name="connsiteX11" fmla="*/ 10774 w 59843"/>
                      <a:gd name="connsiteY11" fmla="*/ -977 h 94328"/>
                      <a:gd name="connsiteX12" fmla="*/ -1694 w 59843"/>
                      <a:gd name="connsiteY12" fmla="*/ 1997 h 94328"/>
                      <a:gd name="connsiteX13" fmla="*/ -1694 w 59843"/>
                      <a:gd name="connsiteY13" fmla="*/ 14589 h 94328"/>
                      <a:gd name="connsiteX14" fmla="*/ 9823 w 59843"/>
                      <a:gd name="connsiteY14" fmla="*/ 10068 h 94328"/>
                      <a:gd name="connsiteX15" fmla="*/ 22390 w 59843"/>
                      <a:gd name="connsiteY15" fmla="*/ 8580 h 94328"/>
                      <a:gd name="connsiteX16" fmla="*/ 39358 w 59843"/>
                      <a:gd name="connsiteY16" fmla="*/ 14212 h 94328"/>
                      <a:gd name="connsiteX17" fmla="*/ 45622 w 59843"/>
                      <a:gd name="connsiteY17" fmla="*/ 29520 h 94328"/>
                      <a:gd name="connsiteX18" fmla="*/ 39358 w 59843"/>
                      <a:gd name="connsiteY18" fmla="*/ 44809 h 94328"/>
                      <a:gd name="connsiteX19" fmla="*/ 22390 w 59843"/>
                      <a:gd name="connsiteY19" fmla="*/ 50460 h 94328"/>
                      <a:gd name="connsiteX20" fmla="*/ 12380 w 59843"/>
                      <a:gd name="connsiteY20" fmla="*/ 49350 h 94328"/>
                      <a:gd name="connsiteX21" fmla="*/ 2211 w 59843"/>
                      <a:gd name="connsiteY21" fmla="*/ 45879 h 94328"/>
                      <a:gd name="connsiteX22" fmla="*/ 2211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11" y="92360"/>
                        </a:moveTo>
                        <a:lnTo>
                          <a:pt x="51331" y="92360"/>
                        </a:lnTo>
                        <a:lnTo>
                          <a:pt x="51331" y="81810"/>
                        </a:lnTo>
                        <a:lnTo>
                          <a:pt x="13668" y="81810"/>
                        </a:lnTo>
                        <a:lnTo>
                          <a:pt x="13668" y="59145"/>
                        </a:lnTo>
                        <a:cubicBezTo>
                          <a:pt x="15479" y="59767"/>
                          <a:pt x="17289" y="60229"/>
                          <a:pt x="19100" y="60533"/>
                        </a:cubicBezTo>
                        <a:cubicBezTo>
                          <a:pt x="20923" y="60837"/>
                          <a:pt x="22747" y="60989"/>
                          <a:pt x="24571" y="60989"/>
                        </a:cubicBezTo>
                        <a:cubicBezTo>
                          <a:pt x="34891" y="60989"/>
                          <a:pt x="43065" y="58160"/>
                          <a:pt x="49091" y="52503"/>
                        </a:cubicBezTo>
                        <a:cubicBezTo>
                          <a:pt x="55130" y="46845"/>
                          <a:pt x="58149" y="39184"/>
                          <a:pt x="58149" y="29520"/>
                        </a:cubicBezTo>
                        <a:cubicBezTo>
                          <a:pt x="58149" y="19566"/>
                          <a:pt x="55051" y="11826"/>
                          <a:pt x="48853" y="6300"/>
                        </a:cubicBezTo>
                        <a:cubicBezTo>
                          <a:pt x="42655" y="787"/>
                          <a:pt x="33920" y="-1969"/>
                          <a:pt x="22648" y="-1969"/>
                        </a:cubicBezTo>
                        <a:cubicBezTo>
                          <a:pt x="18763" y="-1969"/>
                          <a:pt x="14805" y="-1638"/>
                          <a:pt x="10774" y="-977"/>
                        </a:cubicBezTo>
                        <a:cubicBezTo>
                          <a:pt x="6757" y="-316"/>
                          <a:pt x="2601" y="675"/>
                          <a:pt x="-1694" y="1997"/>
                        </a:cubicBezTo>
                        <a:lnTo>
                          <a:pt x="-1694" y="14589"/>
                        </a:lnTo>
                        <a:cubicBezTo>
                          <a:pt x="2019" y="12566"/>
                          <a:pt x="5858" y="11059"/>
                          <a:pt x="9823" y="10068"/>
                        </a:cubicBezTo>
                        <a:cubicBezTo>
                          <a:pt x="13787" y="9076"/>
                          <a:pt x="17976" y="8580"/>
                          <a:pt x="22390" y="8580"/>
                        </a:cubicBezTo>
                        <a:cubicBezTo>
                          <a:pt x="29539" y="8580"/>
                          <a:pt x="35195" y="10458"/>
                          <a:pt x="39358" y="14212"/>
                        </a:cubicBezTo>
                        <a:cubicBezTo>
                          <a:pt x="43534" y="17966"/>
                          <a:pt x="45622" y="23069"/>
                          <a:pt x="45622" y="29520"/>
                        </a:cubicBezTo>
                        <a:cubicBezTo>
                          <a:pt x="45622" y="35958"/>
                          <a:pt x="43534" y="41054"/>
                          <a:pt x="39358" y="44809"/>
                        </a:cubicBezTo>
                        <a:cubicBezTo>
                          <a:pt x="35195" y="48576"/>
                          <a:pt x="29539" y="50460"/>
                          <a:pt x="22390" y="50460"/>
                        </a:cubicBezTo>
                        <a:cubicBezTo>
                          <a:pt x="19047" y="50460"/>
                          <a:pt x="15710" y="50090"/>
                          <a:pt x="12380" y="49350"/>
                        </a:cubicBezTo>
                        <a:cubicBezTo>
                          <a:pt x="9063" y="48609"/>
                          <a:pt x="5673" y="47453"/>
                          <a:pt x="2211" y="45879"/>
                        </a:cubicBezTo>
                        <a:lnTo>
                          <a:pt x="2211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14" name="Freeform: Shape 213">
                    <a:extLst>
                      <a:ext uri="{FF2B5EF4-FFF2-40B4-BE49-F238E27FC236}">
                        <a16:creationId xmlns:a16="http://schemas.microsoft.com/office/drawing/2014/main" id="{BDE7C5BF-7A85-3D29-E488-F2F53C3899CB}"/>
                      </a:ext>
                    </a:extLst>
                  </p:cNvPr>
                  <p:cNvSpPr/>
                  <p:nvPr/>
                </p:nvSpPr>
                <p:spPr>
                  <a:xfrm flipV="1">
                    <a:off x="7149905" y="5228052"/>
                    <a:ext cx="60874" cy="95994"/>
                  </a:xfrm>
                  <a:custGeom>
                    <a:avLst/>
                    <a:gdLst>
                      <a:gd name="connsiteX0" fmla="*/ 40098 w 60874"/>
                      <a:gd name="connsiteY0" fmla="*/ 49684 h 95994"/>
                      <a:gd name="connsiteX1" fmla="*/ 54112 w 60874"/>
                      <a:gd name="connsiteY1" fmla="*/ 41673 h 95994"/>
                      <a:gd name="connsiteX2" fmla="*/ 59167 w 60874"/>
                      <a:gd name="connsiteY2" fmla="*/ 26682 h 95994"/>
                      <a:gd name="connsiteX3" fmla="*/ 49751 w 60874"/>
                      <a:gd name="connsiteY3" fmla="*/ 5485 h 95994"/>
                      <a:gd name="connsiteX4" fmla="*/ 22991 w 60874"/>
                      <a:gd name="connsiteY4" fmla="*/ -2011 h 95994"/>
                      <a:gd name="connsiteX5" fmla="*/ 11018 w 60874"/>
                      <a:gd name="connsiteY5" fmla="*/ -861 h 95994"/>
                      <a:gd name="connsiteX6" fmla="*/ -1708 w 60874"/>
                      <a:gd name="connsiteY6" fmla="*/ 2589 h 95994"/>
                      <a:gd name="connsiteX7" fmla="*/ -1708 w 60874"/>
                      <a:gd name="connsiteY7" fmla="*/ 14666 h 95994"/>
                      <a:gd name="connsiteX8" fmla="*/ 9670 w 60874"/>
                      <a:gd name="connsiteY8" fmla="*/ 10085 h 95994"/>
                      <a:gd name="connsiteX9" fmla="*/ 22634 w 60874"/>
                      <a:gd name="connsiteY9" fmla="*/ 8538 h 95994"/>
                      <a:gd name="connsiteX10" fmla="*/ 40553 w 60874"/>
                      <a:gd name="connsiteY10" fmla="*/ 13178 h 95994"/>
                      <a:gd name="connsiteX11" fmla="*/ 46718 w 60874"/>
                      <a:gd name="connsiteY11" fmla="*/ 26682 h 95994"/>
                      <a:gd name="connsiteX12" fmla="*/ 40990 w 60874"/>
                      <a:gd name="connsiteY12" fmla="*/ 39472 h 95994"/>
                      <a:gd name="connsiteX13" fmla="*/ 25052 w 60874"/>
                      <a:gd name="connsiteY13" fmla="*/ 44092 h 95994"/>
                      <a:gd name="connsiteX14" fmla="*/ 14269 w 60874"/>
                      <a:gd name="connsiteY14" fmla="*/ 44092 h 95994"/>
                      <a:gd name="connsiteX15" fmla="*/ 14269 w 60874"/>
                      <a:gd name="connsiteY15" fmla="*/ 54384 h 95994"/>
                      <a:gd name="connsiteX16" fmla="*/ 25548 w 60874"/>
                      <a:gd name="connsiteY16" fmla="*/ 54384 h 95994"/>
                      <a:gd name="connsiteX17" fmla="*/ 39661 w 60874"/>
                      <a:gd name="connsiteY17" fmla="*/ 58072 h 95994"/>
                      <a:gd name="connsiteX18" fmla="*/ 44558 w 60874"/>
                      <a:gd name="connsiteY18" fmla="*/ 68701 h 95994"/>
                      <a:gd name="connsiteX19" fmla="*/ 39503 w 60874"/>
                      <a:gd name="connsiteY19" fmla="*/ 79627 h 95994"/>
                      <a:gd name="connsiteX20" fmla="*/ 25052 w 60874"/>
                      <a:gd name="connsiteY20" fmla="*/ 83454 h 95994"/>
                      <a:gd name="connsiteX21" fmla="*/ 14012 w 60874"/>
                      <a:gd name="connsiteY21" fmla="*/ 82324 h 95994"/>
                      <a:gd name="connsiteX22" fmla="*/ 1068 w 60874"/>
                      <a:gd name="connsiteY22" fmla="*/ 78873 h 95994"/>
                      <a:gd name="connsiteX23" fmla="*/ 1068 w 60874"/>
                      <a:gd name="connsiteY23" fmla="*/ 90017 h 95994"/>
                      <a:gd name="connsiteX24" fmla="*/ 14428 w 60874"/>
                      <a:gd name="connsiteY24" fmla="*/ 92992 h 95994"/>
                      <a:gd name="connsiteX25" fmla="*/ 26163 w 60874"/>
                      <a:gd name="connsiteY25" fmla="*/ 93983 h 95994"/>
                      <a:gd name="connsiteX26" fmla="*/ 48700 w 60874"/>
                      <a:gd name="connsiteY26" fmla="*/ 87499 h 95994"/>
                      <a:gd name="connsiteX27" fmla="*/ 57006 w 60874"/>
                      <a:gd name="connsiteY27" fmla="*/ 70009 h 95994"/>
                      <a:gd name="connsiteX28" fmla="*/ 52605 w 60874"/>
                      <a:gd name="connsiteY28" fmla="*/ 57021 h 95994"/>
                      <a:gd name="connsiteX29" fmla="*/ 40098 w 60874"/>
                      <a:gd name="connsiteY29" fmla="*/ 496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874" h="95994">
                        <a:moveTo>
                          <a:pt x="40098" y="49684"/>
                        </a:moveTo>
                        <a:cubicBezTo>
                          <a:pt x="46084" y="48402"/>
                          <a:pt x="50755" y="45732"/>
                          <a:pt x="54112" y="41673"/>
                        </a:cubicBezTo>
                        <a:cubicBezTo>
                          <a:pt x="57482" y="37628"/>
                          <a:pt x="59167" y="32631"/>
                          <a:pt x="59167" y="26682"/>
                        </a:cubicBezTo>
                        <a:cubicBezTo>
                          <a:pt x="59167" y="17561"/>
                          <a:pt x="56028" y="10495"/>
                          <a:pt x="49751" y="5485"/>
                        </a:cubicBezTo>
                        <a:cubicBezTo>
                          <a:pt x="43474" y="488"/>
                          <a:pt x="34554" y="-2011"/>
                          <a:pt x="22991" y="-2011"/>
                        </a:cubicBezTo>
                        <a:cubicBezTo>
                          <a:pt x="19119" y="-2011"/>
                          <a:pt x="15128" y="-1628"/>
                          <a:pt x="11018" y="-861"/>
                        </a:cubicBezTo>
                        <a:cubicBezTo>
                          <a:pt x="6909" y="-94"/>
                          <a:pt x="2667" y="1056"/>
                          <a:pt x="-1708" y="2589"/>
                        </a:cubicBezTo>
                        <a:lnTo>
                          <a:pt x="-1708" y="14666"/>
                        </a:lnTo>
                        <a:cubicBezTo>
                          <a:pt x="1755" y="12643"/>
                          <a:pt x="5547" y="11116"/>
                          <a:pt x="9670" y="10085"/>
                        </a:cubicBezTo>
                        <a:cubicBezTo>
                          <a:pt x="13807" y="9054"/>
                          <a:pt x="18128" y="8538"/>
                          <a:pt x="22634" y="8538"/>
                        </a:cubicBezTo>
                        <a:cubicBezTo>
                          <a:pt x="30470" y="8538"/>
                          <a:pt x="36444" y="10085"/>
                          <a:pt x="40553" y="13178"/>
                        </a:cubicBezTo>
                        <a:cubicBezTo>
                          <a:pt x="44663" y="16272"/>
                          <a:pt x="46718" y="20773"/>
                          <a:pt x="46718" y="26682"/>
                        </a:cubicBezTo>
                        <a:cubicBezTo>
                          <a:pt x="46718" y="32142"/>
                          <a:pt x="44809" y="36405"/>
                          <a:pt x="40990" y="39472"/>
                        </a:cubicBezTo>
                        <a:cubicBezTo>
                          <a:pt x="37170" y="42552"/>
                          <a:pt x="31858" y="44092"/>
                          <a:pt x="25052" y="44092"/>
                        </a:cubicBezTo>
                        <a:lnTo>
                          <a:pt x="14269" y="44092"/>
                        </a:lnTo>
                        <a:lnTo>
                          <a:pt x="14269" y="54384"/>
                        </a:lnTo>
                        <a:lnTo>
                          <a:pt x="25548" y="54384"/>
                        </a:lnTo>
                        <a:cubicBezTo>
                          <a:pt x="31693" y="54384"/>
                          <a:pt x="36397" y="55613"/>
                          <a:pt x="39661" y="58072"/>
                        </a:cubicBezTo>
                        <a:cubicBezTo>
                          <a:pt x="42926" y="60531"/>
                          <a:pt x="44558" y="64074"/>
                          <a:pt x="44558" y="68701"/>
                        </a:cubicBezTo>
                        <a:cubicBezTo>
                          <a:pt x="44558" y="73447"/>
                          <a:pt x="42873" y="77089"/>
                          <a:pt x="39503" y="79627"/>
                        </a:cubicBezTo>
                        <a:cubicBezTo>
                          <a:pt x="36146" y="82178"/>
                          <a:pt x="31330" y="83454"/>
                          <a:pt x="25052" y="83454"/>
                        </a:cubicBezTo>
                        <a:cubicBezTo>
                          <a:pt x="21617" y="83454"/>
                          <a:pt x="17936" y="83077"/>
                          <a:pt x="14012" y="82324"/>
                        </a:cubicBezTo>
                        <a:cubicBezTo>
                          <a:pt x="10087" y="81583"/>
                          <a:pt x="5772" y="80433"/>
                          <a:pt x="1068" y="78873"/>
                        </a:cubicBezTo>
                        <a:lnTo>
                          <a:pt x="1068" y="90017"/>
                        </a:lnTo>
                        <a:cubicBezTo>
                          <a:pt x="5825" y="91339"/>
                          <a:pt x="10278" y="92331"/>
                          <a:pt x="14428" y="92992"/>
                        </a:cubicBezTo>
                        <a:cubicBezTo>
                          <a:pt x="18577" y="93653"/>
                          <a:pt x="22489" y="93983"/>
                          <a:pt x="26163" y="93983"/>
                        </a:cubicBezTo>
                        <a:cubicBezTo>
                          <a:pt x="35664" y="93983"/>
                          <a:pt x="43177" y="91822"/>
                          <a:pt x="48700" y="87499"/>
                        </a:cubicBezTo>
                        <a:cubicBezTo>
                          <a:pt x="54237" y="83189"/>
                          <a:pt x="57006" y="77360"/>
                          <a:pt x="57006" y="70009"/>
                        </a:cubicBezTo>
                        <a:cubicBezTo>
                          <a:pt x="57006" y="64880"/>
                          <a:pt x="55539" y="60551"/>
                          <a:pt x="52605" y="57021"/>
                        </a:cubicBezTo>
                        <a:cubicBezTo>
                          <a:pt x="49672" y="53492"/>
                          <a:pt x="45502" y="51046"/>
                          <a:pt x="40098" y="496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15" name="Freeform: Shape 214">
                    <a:extLst>
                      <a:ext uri="{FF2B5EF4-FFF2-40B4-BE49-F238E27FC236}">
                        <a16:creationId xmlns:a16="http://schemas.microsoft.com/office/drawing/2014/main" id="{711F8102-3E41-4847-2945-0ABF1E9103DF}"/>
                      </a:ext>
                    </a:extLst>
                  </p:cNvPr>
                  <p:cNvSpPr/>
                  <p:nvPr/>
                </p:nvSpPr>
                <p:spPr>
                  <a:xfrm flipV="1">
                    <a:off x="7229310" y="5228052"/>
                    <a:ext cx="63926" cy="95994"/>
                  </a:xfrm>
                  <a:custGeom>
                    <a:avLst/>
                    <a:gdLst>
                      <a:gd name="connsiteX0" fmla="*/ 30241 w 63926"/>
                      <a:gd name="connsiteY0" fmla="*/ 84069 h 95994"/>
                      <a:gd name="connsiteX1" fmla="*/ 15712 w 63926"/>
                      <a:gd name="connsiteY1" fmla="*/ 74550 h 95994"/>
                      <a:gd name="connsiteX2" fmla="*/ 10855 w 63926"/>
                      <a:gd name="connsiteY2" fmla="*/ 45956 h 95994"/>
                      <a:gd name="connsiteX3" fmla="*/ 15712 w 63926"/>
                      <a:gd name="connsiteY3" fmla="*/ 17422 h 95994"/>
                      <a:gd name="connsiteX4" fmla="*/ 30241 w 63926"/>
                      <a:gd name="connsiteY4" fmla="*/ 7904 h 95994"/>
                      <a:gd name="connsiteX5" fmla="*/ 44830 w 63926"/>
                      <a:gd name="connsiteY5" fmla="*/ 17422 h 95994"/>
                      <a:gd name="connsiteX6" fmla="*/ 49707 w 63926"/>
                      <a:gd name="connsiteY6" fmla="*/ 45956 h 95994"/>
                      <a:gd name="connsiteX7" fmla="*/ 44830 w 63926"/>
                      <a:gd name="connsiteY7" fmla="*/ 74550 h 95994"/>
                      <a:gd name="connsiteX8" fmla="*/ 30241 w 63926"/>
                      <a:gd name="connsiteY8" fmla="*/ 84069 h 95994"/>
                      <a:gd name="connsiteX9" fmla="*/ 30241 w 63926"/>
                      <a:gd name="connsiteY9" fmla="*/ 93983 h 95994"/>
                      <a:gd name="connsiteX10" fmla="*/ 54008 w 63926"/>
                      <a:gd name="connsiteY10" fmla="*/ 81669 h 95994"/>
                      <a:gd name="connsiteX11" fmla="*/ 62215 w 63926"/>
                      <a:gd name="connsiteY11" fmla="*/ 45956 h 95994"/>
                      <a:gd name="connsiteX12" fmla="*/ 54008 w 63926"/>
                      <a:gd name="connsiteY12" fmla="*/ 10283 h 95994"/>
                      <a:gd name="connsiteX13" fmla="*/ 30241 w 63926"/>
                      <a:gd name="connsiteY13" fmla="*/ -2011 h 95994"/>
                      <a:gd name="connsiteX14" fmla="*/ 6494 w 63926"/>
                      <a:gd name="connsiteY14" fmla="*/ 10283 h 95994"/>
                      <a:gd name="connsiteX15" fmla="*/ -1712 w 63926"/>
                      <a:gd name="connsiteY15" fmla="*/ 45956 h 95994"/>
                      <a:gd name="connsiteX16" fmla="*/ 6494 w 63926"/>
                      <a:gd name="connsiteY16" fmla="*/ 81669 h 95994"/>
                      <a:gd name="connsiteX17" fmla="*/ 30241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41" y="84069"/>
                        </a:moveTo>
                        <a:cubicBezTo>
                          <a:pt x="23806" y="84069"/>
                          <a:pt x="18962" y="80896"/>
                          <a:pt x="15712" y="74550"/>
                        </a:cubicBezTo>
                        <a:cubicBezTo>
                          <a:pt x="12474" y="68218"/>
                          <a:pt x="10855" y="58687"/>
                          <a:pt x="10855" y="45956"/>
                        </a:cubicBezTo>
                        <a:cubicBezTo>
                          <a:pt x="10855" y="33279"/>
                          <a:pt x="12474" y="23767"/>
                          <a:pt x="15712" y="17422"/>
                        </a:cubicBezTo>
                        <a:cubicBezTo>
                          <a:pt x="18962" y="11076"/>
                          <a:pt x="23806" y="7904"/>
                          <a:pt x="30241" y="7904"/>
                        </a:cubicBezTo>
                        <a:cubicBezTo>
                          <a:pt x="36730" y="7904"/>
                          <a:pt x="41593" y="11076"/>
                          <a:pt x="44830" y="17422"/>
                        </a:cubicBezTo>
                        <a:cubicBezTo>
                          <a:pt x="48081" y="23767"/>
                          <a:pt x="49707" y="33279"/>
                          <a:pt x="49707" y="45956"/>
                        </a:cubicBezTo>
                        <a:cubicBezTo>
                          <a:pt x="49707" y="58687"/>
                          <a:pt x="48081" y="68218"/>
                          <a:pt x="44830" y="74550"/>
                        </a:cubicBezTo>
                        <a:cubicBezTo>
                          <a:pt x="41593" y="80896"/>
                          <a:pt x="36730" y="84069"/>
                          <a:pt x="30241" y="84069"/>
                        </a:cubicBezTo>
                        <a:close/>
                        <a:moveTo>
                          <a:pt x="30241" y="93983"/>
                        </a:moveTo>
                        <a:cubicBezTo>
                          <a:pt x="40615" y="93983"/>
                          <a:pt x="48537" y="89879"/>
                          <a:pt x="54008" y="81669"/>
                        </a:cubicBezTo>
                        <a:cubicBezTo>
                          <a:pt x="59479" y="73473"/>
                          <a:pt x="62215" y="61569"/>
                          <a:pt x="62215" y="45956"/>
                        </a:cubicBezTo>
                        <a:cubicBezTo>
                          <a:pt x="62215" y="30384"/>
                          <a:pt x="59479" y="18493"/>
                          <a:pt x="54008" y="10283"/>
                        </a:cubicBezTo>
                        <a:cubicBezTo>
                          <a:pt x="48537" y="2087"/>
                          <a:pt x="40615" y="-2011"/>
                          <a:pt x="30241" y="-2011"/>
                        </a:cubicBezTo>
                        <a:cubicBezTo>
                          <a:pt x="19881" y="-2011"/>
                          <a:pt x="11965" y="2087"/>
                          <a:pt x="6494" y="10283"/>
                        </a:cubicBezTo>
                        <a:cubicBezTo>
                          <a:pt x="1023" y="18493"/>
                          <a:pt x="-1712" y="30384"/>
                          <a:pt x="-1712" y="45956"/>
                        </a:cubicBezTo>
                        <a:cubicBezTo>
                          <a:pt x="-1712" y="61569"/>
                          <a:pt x="1023" y="73473"/>
                          <a:pt x="6494" y="81669"/>
                        </a:cubicBezTo>
                        <a:cubicBezTo>
                          <a:pt x="11965" y="89879"/>
                          <a:pt x="19881" y="93983"/>
                          <a:pt x="30241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16" name="Graphic 176">
                <a:extLst>
                  <a:ext uri="{FF2B5EF4-FFF2-40B4-BE49-F238E27FC236}">
                    <a16:creationId xmlns:a16="http://schemas.microsoft.com/office/drawing/2014/main" id="{0D9B1ED6-FA4A-38E6-D16F-9392D1C12080}"/>
                  </a:ext>
                </a:extLst>
              </p:cNvPr>
              <p:cNvGrpSpPr/>
              <p:nvPr/>
            </p:nvGrpSpPr>
            <p:grpSpPr>
              <a:xfrm>
                <a:off x="7685316" y="5136981"/>
                <a:ext cx="223926" cy="187065"/>
                <a:chOff x="7685316" y="5136981"/>
                <a:chExt cx="223926" cy="187065"/>
              </a:xfrm>
              <a:solidFill>
                <a:srgbClr val="000000"/>
              </a:solidFill>
            </p:grpSpPr>
            <p:sp>
              <p:nvSpPr>
                <p:cNvPr id="217" name="Freeform: Shape 216">
                  <a:extLst>
                    <a:ext uri="{FF2B5EF4-FFF2-40B4-BE49-F238E27FC236}">
                      <a16:creationId xmlns:a16="http://schemas.microsoft.com/office/drawing/2014/main" id="{941DAEDD-9074-7561-7072-9481813ED8A8}"/>
                    </a:ext>
                  </a:extLst>
                </p:cNvPr>
                <p:cNvSpPr/>
                <p:nvPr/>
              </p:nvSpPr>
              <p:spPr>
                <a:xfrm>
                  <a:off x="7855782" y="5136981"/>
                  <a:ext cx="12686" cy="44417"/>
                </a:xfrm>
                <a:custGeom>
                  <a:avLst/>
                  <a:gdLst>
                    <a:gd name="connsiteX0" fmla="*/ 369 w 12686"/>
                    <a:gd name="connsiteY0" fmla="*/ 308 h 44417"/>
                    <a:gd name="connsiteX1" fmla="*/ 369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69" y="308"/>
                      </a:moveTo>
                      <a:lnTo>
                        <a:pt x="369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18" name="Graphic 176">
                  <a:extLst>
                    <a:ext uri="{FF2B5EF4-FFF2-40B4-BE49-F238E27FC236}">
                      <a16:creationId xmlns:a16="http://schemas.microsoft.com/office/drawing/2014/main" id="{ACA2B6DF-75BD-4623-CCB7-07EFF888AAA7}"/>
                    </a:ext>
                  </a:extLst>
                </p:cNvPr>
                <p:cNvGrpSpPr/>
                <p:nvPr/>
              </p:nvGrpSpPr>
              <p:grpSpPr>
                <a:xfrm>
                  <a:off x="7685316" y="5228052"/>
                  <a:ext cx="223926" cy="95994"/>
                  <a:chOff x="7685316" y="5228052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19" name="Freeform: Shape 218">
                    <a:extLst>
                      <a:ext uri="{FF2B5EF4-FFF2-40B4-BE49-F238E27FC236}">
                        <a16:creationId xmlns:a16="http://schemas.microsoft.com/office/drawing/2014/main" id="{D0D6603C-2C5D-CD27-9AA9-25721604B750}"/>
                      </a:ext>
                    </a:extLst>
                  </p:cNvPr>
                  <p:cNvSpPr/>
                  <p:nvPr/>
                </p:nvSpPr>
                <p:spPr>
                  <a:xfrm flipV="1">
                    <a:off x="7685316" y="5229717"/>
                    <a:ext cx="59843" cy="94328"/>
                  </a:xfrm>
                  <a:custGeom>
                    <a:avLst/>
                    <a:gdLst>
                      <a:gd name="connsiteX0" fmla="*/ 2264 w 59843"/>
                      <a:gd name="connsiteY0" fmla="*/ 92360 h 94328"/>
                      <a:gd name="connsiteX1" fmla="*/ 51384 w 59843"/>
                      <a:gd name="connsiteY1" fmla="*/ 92360 h 94328"/>
                      <a:gd name="connsiteX2" fmla="*/ 51384 w 59843"/>
                      <a:gd name="connsiteY2" fmla="*/ 81810 h 94328"/>
                      <a:gd name="connsiteX3" fmla="*/ 13722 w 59843"/>
                      <a:gd name="connsiteY3" fmla="*/ 81810 h 94328"/>
                      <a:gd name="connsiteX4" fmla="*/ 13722 w 59843"/>
                      <a:gd name="connsiteY4" fmla="*/ 59145 h 94328"/>
                      <a:gd name="connsiteX5" fmla="*/ 19153 w 59843"/>
                      <a:gd name="connsiteY5" fmla="*/ 60533 h 94328"/>
                      <a:gd name="connsiteX6" fmla="*/ 24624 w 59843"/>
                      <a:gd name="connsiteY6" fmla="*/ 60989 h 94328"/>
                      <a:gd name="connsiteX7" fmla="*/ 49144 w 59843"/>
                      <a:gd name="connsiteY7" fmla="*/ 52503 h 94328"/>
                      <a:gd name="connsiteX8" fmla="*/ 58203 w 59843"/>
                      <a:gd name="connsiteY8" fmla="*/ 29520 h 94328"/>
                      <a:gd name="connsiteX9" fmla="*/ 48906 w 59843"/>
                      <a:gd name="connsiteY9" fmla="*/ 6300 h 94328"/>
                      <a:gd name="connsiteX10" fmla="*/ 22701 w 59843"/>
                      <a:gd name="connsiteY10" fmla="*/ -1969 h 94328"/>
                      <a:gd name="connsiteX11" fmla="*/ 10827 w 59843"/>
                      <a:gd name="connsiteY11" fmla="*/ -977 h 94328"/>
                      <a:gd name="connsiteX12" fmla="*/ -1641 w 59843"/>
                      <a:gd name="connsiteY12" fmla="*/ 1997 h 94328"/>
                      <a:gd name="connsiteX13" fmla="*/ -1641 w 59843"/>
                      <a:gd name="connsiteY13" fmla="*/ 14589 h 94328"/>
                      <a:gd name="connsiteX14" fmla="*/ 9876 w 59843"/>
                      <a:gd name="connsiteY14" fmla="*/ 10068 h 94328"/>
                      <a:gd name="connsiteX15" fmla="*/ 22443 w 59843"/>
                      <a:gd name="connsiteY15" fmla="*/ 8580 h 94328"/>
                      <a:gd name="connsiteX16" fmla="*/ 39411 w 59843"/>
                      <a:gd name="connsiteY16" fmla="*/ 14212 h 94328"/>
                      <a:gd name="connsiteX17" fmla="*/ 45675 w 59843"/>
                      <a:gd name="connsiteY17" fmla="*/ 29520 h 94328"/>
                      <a:gd name="connsiteX18" fmla="*/ 39411 w 59843"/>
                      <a:gd name="connsiteY18" fmla="*/ 44809 h 94328"/>
                      <a:gd name="connsiteX19" fmla="*/ 22443 w 59843"/>
                      <a:gd name="connsiteY19" fmla="*/ 50460 h 94328"/>
                      <a:gd name="connsiteX20" fmla="*/ 12433 w 59843"/>
                      <a:gd name="connsiteY20" fmla="*/ 49350 h 94328"/>
                      <a:gd name="connsiteX21" fmla="*/ 2264 w 59843"/>
                      <a:gd name="connsiteY21" fmla="*/ 45879 h 94328"/>
                      <a:gd name="connsiteX22" fmla="*/ 2264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64" y="92360"/>
                        </a:moveTo>
                        <a:lnTo>
                          <a:pt x="51384" y="92360"/>
                        </a:lnTo>
                        <a:lnTo>
                          <a:pt x="51384" y="81810"/>
                        </a:lnTo>
                        <a:lnTo>
                          <a:pt x="13722" y="81810"/>
                        </a:lnTo>
                        <a:lnTo>
                          <a:pt x="13722" y="59145"/>
                        </a:lnTo>
                        <a:cubicBezTo>
                          <a:pt x="15532" y="59767"/>
                          <a:pt x="17342" y="60229"/>
                          <a:pt x="19153" y="60533"/>
                        </a:cubicBezTo>
                        <a:cubicBezTo>
                          <a:pt x="20976" y="60837"/>
                          <a:pt x="22800" y="60989"/>
                          <a:pt x="24624" y="60989"/>
                        </a:cubicBezTo>
                        <a:cubicBezTo>
                          <a:pt x="34945" y="60989"/>
                          <a:pt x="43118" y="58160"/>
                          <a:pt x="49144" y="52503"/>
                        </a:cubicBezTo>
                        <a:cubicBezTo>
                          <a:pt x="55183" y="46845"/>
                          <a:pt x="58203" y="39184"/>
                          <a:pt x="58203" y="29520"/>
                        </a:cubicBezTo>
                        <a:cubicBezTo>
                          <a:pt x="58203" y="19566"/>
                          <a:pt x="55104" y="11826"/>
                          <a:pt x="48906" y="6300"/>
                        </a:cubicBezTo>
                        <a:cubicBezTo>
                          <a:pt x="42708" y="787"/>
                          <a:pt x="33973" y="-1969"/>
                          <a:pt x="22701" y="-1969"/>
                        </a:cubicBezTo>
                        <a:cubicBezTo>
                          <a:pt x="18816" y="-1969"/>
                          <a:pt x="14858" y="-1638"/>
                          <a:pt x="10827" y="-977"/>
                        </a:cubicBezTo>
                        <a:cubicBezTo>
                          <a:pt x="6810" y="-316"/>
                          <a:pt x="2654" y="675"/>
                          <a:pt x="-1641" y="1997"/>
                        </a:cubicBezTo>
                        <a:lnTo>
                          <a:pt x="-1641" y="14589"/>
                        </a:lnTo>
                        <a:cubicBezTo>
                          <a:pt x="2073" y="12566"/>
                          <a:pt x="5912" y="11059"/>
                          <a:pt x="9876" y="10068"/>
                        </a:cubicBezTo>
                        <a:cubicBezTo>
                          <a:pt x="13840" y="9076"/>
                          <a:pt x="18029" y="8580"/>
                          <a:pt x="22443" y="8580"/>
                        </a:cubicBezTo>
                        <a:cubicBezTo>
                          <a:pt x="29593" y="8580"/>
                          <a:pt x="35248" y="10458"/>
                          <a:pt x="39411" y="14212"/>
                        </a:cubicBezTo>
                        <a:cubicBezTo>
                          <a:pt x="43587" y="17966"/>
                          <a:pt x="45675" y="23069"/>
                          <a:pt x="45675" y="29520"/>
                        </a:cubicBezTo>
                        <a:cubicBezTo>
                          <a:pt x="45675" y="35958"/>
                          <a:pt x="43587" y="41054"/>
                          <a:pt x="39411" y="44809"/>
                        </a:cubicBezTo>
                        <a:cubicBezTo>
                          <a:pt x="35248" y="48576"/>
                          <a:pt x="29593" y="50460"/>
                          <a:pt x="22443" y="50460"/>
                        </a:cubicBezTo>
                        <a:cubicBezTo>
                          <a:pt x="19100" y="50460"/>
                          <a:pt x="15763" y="50090"/>
                          <a:pt x="12433" y="49350"/>
                        </a:cubicBezTo>
                        <a:cubicBezTo>
                          <a:pt x="9116" y="48609"/>
                          <a:pt x="5727" y="47453"/>
                          <a:pt x="2264" y="45879"/>
                        </a:cubicBezTo>
                        <a:lnTo>
                          <a:pt x="2264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0" name="Freeform: Shape 219">
                    <a:extLst>
                      <a:ext uri="{FF2B5EF4-FFF2-40B4-BE49-F238E27FC236}">
                        <a16:creationId xmlns:a16="http://schemas.microsoft.com/office/drawing/2014/main" id="{432AD3F4-6013-AC45-F3EA-403C64D9C0B8}"/>
                      </a:ext>
                    </a:extLst>
                  </p:cNvPr>
                  <p:cNvSpPr/>
                  <p:nvPr/>
                </p:nvSpPr>
                <p:spPr>
                  <a:xfrm flipV="1">
                    <a:off x="7762442" y="5229717"/>
                    <a:ext cx="67395" cy="92524"/>
                  </a:xfrm>
                  <a:custGeom>
                    <a:avLst/>
                    <a:gdLst>
                      <a:gd name="connsiteX0" fmla="*/ 40102 w 67395"/>
                      <a:gd name="connsiteY0" fmla="*/ 79603 h 92524"/>
                      <a:gd name="connsiteX1" fmla="*/ 8505 w 67395"/>
                      <a:gd name="connsiteY1" fmla="*/ 30208 h 92524"/>
                      <a:gd name="connsiteX2" fmla="*/ 40102 w 67395"/>
                      <a:gd name="connsiteY2" fmla="*/ 30208 h 92524"/>
                      <a:gd name="connsiteX3" fmla="*/ 40102 w 67395"/>
                      <a:gd name="connsiteY3" fmla="*/ 79603 h 92524"/>
                      <a:gd name="connsiteX4" fmla="*/ 36811 w 67395"/>
                      <a:gd name="connsiteY4" fmla="*/ 90510 h 92524"/>
                      <a:gd name="connsiteX5" fmla="*/ 52550 w 67395"/>
                      <a:gd name="connsiteY5" fmla="*/ 90510 h 92524"/>
                      <a:gd name="connsiteX6" fmla="*/ 52550 w 67395"/>
                      <a:gd name="connsiteY6" fmla="*/ 30208 h 92524"/>
                      <a:gd name="connsiteX7" fmla="*/ 65752 w 67395"/>
                      <a:gd name="connsiteY7" fmla="*/ 30208 h 92524"/>
                      <a:gd name="connsiteX8" fmla="*/ 65752 w 67395"/>
                      <a:gd name="connsiteY8" fmla="*/ 19798 h 92524"/>
                      <a:gd name="connsiteX9" fmla="*/ 52550 w 67395"/>
                      <a:gd name="connsiteY9" fmla="*/ 19798 h 92524"/>
                      <a:gd name="connsiteX10" fmla="*/ 52550 w 67395"/>
                      <a:gd name="connsiteY10" fmla="*/ -2014 h 92524"/>
                      <a:gd name="connsiteX11" fmla="*/ 40102 w 67395"/>
                      <a:gd name="connsiteY11" fmla="*/ -2014 h 92524"/>
                      <a:gd name="connsiteX12" fmla="*/ 40102 w 67395"/>
                      <a:gd name="connsiteY12" fmla="*/ 19798 h 92524"/>
                      <a:gd name="connsiteX13" fmla="*/ -1644 w 67395"/>
                      <a:gd name="connsiteY13" fmla="*/ 19798 h 92524"/>
                      <a:gd name="connsiteX14" fmla="*/ -1644 w 67395"/>
                      <a:gd name="connsiteY14" fmla="*/ 31874 h 92524"/>
                      <a:gd name="connsiteX15" fmla="*/ 36811 w 67395"/>
                      <a:gd name="connsiteY15" fmla="*/ 905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40102" y="79603"/>
                        </a:moveTo>
                        <a:lnTo>
                          <a:pt x="8505" y="30208"/>
                        </a:lnTo>
                        <a:lnTo>
                          <a:pt x="40102" y="30208"/>
                        </a:lnTo>
                        <a:lnTo>
                          <a:pt x="40102" y="79603"/>
                        </a:lnTo>
                        <a:close/>
                        <a:moveTo>
                          <a:pt x="36811" y="90510"/>
                        </a:moveTo>
                        <a:lnTo>
                          <a:pt x="52550" y="90510"/>
                        </a:lnTo>
                        <a:lnTo>
                          <a:pt x="52550" y="30208"/>
                        </a:lnTo>
                        <a:lnTo>
                          <a:pt x="65752" y="30208"/>
                        </a:lnTo>
                        <a:lnTo>
                          <a:pt x="65752" y="19798"/>
                        </a:lnTo>
                        <a:lnTo>
                          <a:pt x="52550" y="19798"/>
                        </a:lnTo>
                        <a:lnTo>
                          <a:pt x="52550" y="-2014"/>
                        </a:lnTo>
                        <a:lnTo>
                          <a:pt x="40102" y="-2014"/>
                        </a:lnTo>
                        <a:lnTo>
                          <a:pt x="40102" y="19798"/>
                        </a:lnTo>
                        <a:lnTo>
                          <a:pt x="-1644" y="19798"/>
                        </a:lnTo>
                        <a:lnTo>
                          <a:pt x="-1644" y="31874"/>
                        </a:lnTo>
                        <a:lnTo>
                          <a:pt x="36811" y="905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1" name="Freeform: Shape 220">
                    <a:extLst>
                      <a:ext uri="{FF2B5EF4-FFF2-40B4-BE49-F238E27FC236}">
                        <a16:creationId xmlns:a16="http://schemas.microsoft.com/office/drawing/2014/main" id="{1B2A38D3-4011-8716-AE2E-ED57E5A8A53B}"/>
                      </a:ext>
                    </a:extLst>
                  </p:cNvPr>
                  <p:cNvSpPr/>
                  <p:nvPr/>
                </p:nvSpPr>
                <p:spPr>
                  <a:xfrm flipV="1">
                    <a:off x="7845316" y="5228052"/>
                    <a:ext cx="63926" cy="95994"/>
                  </a:xfrm>
                  <a:custGeom>
                    <a:avLst/>
                    <a:gdLst>
                      <a:gd name="connsiteX0" fmla="*/ 30295 w 63926"/>
                      <a:gd name="connsiteY0" fmla="*/ 84069 h 95994"/>
                      <a:gd name="connsiteX1" fmla="*/ 15765 w 63926"/>
                      <a:gd name="connsiteY1" fmla="*/ 74550 h 95994"/>
                      <a:gd name="connsiteX2" fmla="*/ 10908 w 63926"/>
                      <a:gd name="connsiteY2" fmla="*/ 45956 h 95994"/>
                      <a:gd name="connsiteX3" fmla="*/ 15765 w 63926"/>
                      <a:gd name="connsiteY3" fmla="*/ 17422 h 95994"/>
                      <a:gd name="connsiteX4" fmla="*/ 30295 w 63926"/>
                      <a:gd name="connsiteY4" fmla="*/ 7904 h 95994"/>
                      <a:gd name="connsiteX5" fmla="*/ 44884 w 63926"/>
                      <a:gd name="connsiteY5" fmla="*/ 17422 h 95994"/>
                      <a:gd name="connsiteX6" fmla="*/ 49760 w 63926"/>
                      <a:gd name="connsiteY6" fmla="*/ 45956 h 95994"/>
                      <a:gd name="connsiteX7" fmla="*/ 44884 w 63926"/>
                      <a:gd name="connsiteY7" fmla="*/ 74550 h 95994"/>
                      <a:gd name="connsiteX8" fmla="*/ 30295 w 63926"/>
                      <a:gd name="connsiteY8" fmla="*/ 84069 h 95994"/>
                      <a:gd name="connsiteX9" fmla="*/ 30295 w 63926"/>
                      <a:gd name="connsiteY9" fmla="*/ 93983 h 95994"/>
                      <a:gd name="connsiteX10" fmla="*/ 54061 w 63926"/>
                      <a:gd name="connsiteY10" fmla="*/ 81669 h 95994"/>
                      <a:gd name="connsiteX11" fmla="*/ 62268 w 63926"/>
                      <a:gd name="connsiteY11" fmla="*/ 45956 h 95994"/>
                      <a:gd name="connsiteX12" fmla="*/ 54061 w 63926"/>
                      <a:gd name="connsiteY12" fmla="*/ 10283 h 95994"/>
                      <a:gd name="connsiteX13" fmla="*/ 30295 w 63926"/>
                      <a:gd name="connsiteY13" fmla="*/ -2011 h 95994"/>
                      <a:gd name="connsiteX14" fmla="*/ 6547 w 63926"/>
                      <a:gd name="connsiteY14" fmla="*/ 10283 h 95994"/>
                      <a:gd name="connsiteX15" fmla="*/ -1659 w 63926"/>
                      <a:gd name="connsiteY15" fmla="*/ 45956 h 95994"/>
                      <a:gd name="connsiteX16" fmla="*/ 6547 w 63926"/>
                      <a:gd name="connsiteY16" fmla="*/ 81669 h 95994"/>
                      <a:gd name="connsiteX17" fmla="*/ 30295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95" y="84069"/>
                        </a:moveTo>
                        <a:cubicBezTo>
                          <a:pt x="23859" y="84069"/>
                          <a:pt x="19016" y="80896"/>
                          <a:pt x="15765" y="74550"/>
                        </a:cubicBezTo>
                        <a:cubicBezTo>
                          <a:pt x="12527" y="68218"/>
                          <a:pt x="10908" y="58687"/>
                          <a:pt x="10908" y="45956"/>
                        </a:cubicBezTo>
                        <a:cubicBezTo>
                          <a:pt x="10908" y="33279"/>
                          <a:pt x="12527" y="23767"/>
                          <a:pt x="15765" y="17422"/>
                        </a:cubicBezTo>
                        <a:cubicBezTo>
                          <a:pt x="19016" y="11076"/>
                          <a:pt x="23859" y="7904"/>
                          <a:pt x="30295" y="7904"/>
                        </a:cubicBezTo>
                        <a:cubicBezTo>
                          <a:pt x="36783" y="7904"/>
                          <a:pt x="41646" y="11076"/>
                          <a:pt x="44884" y="17422"/>
                        </a:cubicBezTo>
                        <a:cubicBezTo>
                          <a:pt x="48135" y="23767"/>
                          <a:pt x="49760" y="33279"/>
                          <a:pt x="49760" y="45956"/>
                        </a:cubicBezTo>
                        <a:cubicBezTo>
                          <a:pt x="49760" y="58687"/>
                          <a:pt x="48135" y="68218"/>
                          <a:pt x="44884" y="74550"/>
                        </a:cubicBezTo>
                        <a:cubicBezTo>
                          <a:pt x="41646" y="80896"/>
                          <a:pt x="36783" y="84069"/>
                          <a:pt x="30295" y="84069"/>
                        </a:cubicBezTo>
                        <a:close/>
                        <a:moveTo>
                          <a:pt x="30295" y="93983"/>
                        </a:moveTo>
                        <a:cubicBezTo>
                          <a:pt x="40668" y="93983"/>
                          <a:pt x="48590" y="89879"/>
                          <a:pt x="54061" y="81669"/>
                        </a:cubicBezTo>
                        <a:cubicBezTo>
                          <a:pt x="59532" y="73473"/>
                          <a:pt x="62268" y="61569"/>
                          <a:pt x="62268" y="45956"/>
                        </a:cubicBezTo>
                        <a:cubicBezTo>
                          <a:pt x="62268" y="30384"/>
                          <a:pt x="59532" y="18493"/>
                          <a:pt x="54061" y="10283"/>
                        </a:cubicBezTo>
                        <a:cubicBezTo>
                          <a:pt x="48590" y="2087"/>
                          <a:pt x="40668" y="-2011"/>
                          <a:pt x="30295" y="-2011"/>
                        </a:cubicBezTo>
                        <a:cubicBezTo>
                          <a:pt x="19934" y="-2011"/>
                          <a:pt x="12018" y="2087"/>
                          <a:pt x="6547" y="10283"/>
                        </a:cubicBezTo>
                        <a:cubicBezTo>
                          <a:pt x="1077" y="18493"/>
                          <a:pt x="-1659" y="30384"/>
                          <a:pt x="-1659" y="45956"/>
                        </a:cubicBezTo>
                        <a:cubicBezTo>
                          <a:pt x="-1659" y="61569"/>
                          <a:pt x="1077" y="73473"/>
                          <a:pt x="6547" y="81669"/>
                        </a:cubicBezTo>
                        <a:cubicBezTo>
                          <a:pt x="12018" y="89879"/>
                          <a:pt x="19934" y="93983"/>
                          <a:pt x="30295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222" name="Graphic 176">
              <a:extLst>
                <a:ext uri="{FF2B5EF4-FFF2-40B4-BE49-F238E27FC236}">
                  <a16:creationId xmlns:a16="http://schemas.microsoft.com/office/drawing/2014/main" id="{0DD70619-5653-AB3C-C7AB-416E0259B1AF}"/>
                </a:ext>
              </a:extLst>
            </p:cNvPr>
            <p:cNvGrpSpPr/>
            <p:nvPr/>
          </p:nvGrpSpPr>
          <p:grpSpPr>
            <a:xfrm>
              <a:off x="4158665" y="1713826"/>
              <a:ext cx="321159" cy="3473172"/>
              <a:chOff x="4158665" y="1713826"/>
              <a:chExt cx="321159" cy="3473172"/>
            </a:xfrm>
            <a:solidFill>
              <a:srgbClr val="000000"/>
            </a:solidFill>
          </p:grpSpPr>
          <p:grpSp>
            <p:nvGrpSpPr>
              <p:cNvPr id="223" name="Graphic 176">
                <a:extLst>
                  <a:ext uri="{FF2B5EF4-FFF2-40B4-BE49-F238E27FC236}">
                    <a16:creationId xmlns:a16="http://schemas.microsoft.com/office/drawing/2014/main" id="{8AEFE04F-9668-D17E-D1A7-9B0DF11ABCD7}"/>
                  </a:ext>
                </a:extLst>
              </p:cNvPr>
              <p:cNvGrpSpPr/>
              <p:nvPr/>
            </p:nvGrpSpPr>
            <p:grpSpPr>
              <a:xfrm>
                <a:off x="4158665" y="5091004"/>
                <a:ext cx="321159" cy="95994"/>
                <a:chOff x="4158665" y="5091004"/>
                <a:chExt cx="321159" cy="95994"/>
              </a:xfrm>
              <a:solidFill>
                <a:srgbClr val="000000"/>
              </a:solidFill>
            </p:grpSpPr>
            <p:sp>
              <p:nvSpPr>
                <p:cNvPr id="224" name="Freeform: Shape 223">
                  <a:extLst>
                    <a:ext uri="{FF2B5EF4-FFF2-40B4-BE49-F238E27FC236}">
                      <a16:creationId xmlns:a16="http://schemas.microsoft.com/office/drawing/2014/main" id="{469DF460-2CCE-0551-892F-85279C63398D}"/>
                    </a:ext>
                  </a:extLst>
                </p:cNvPr>
                <p:cNvSpPr/>
                <p:nvPr/>
              </p:nvSpPr>
              <p:spPr>
                <a:xfrm>
                  <a:off x="4435423" y="5136981"/>
                  <a:ext cx="44401" cy="12690"/>
                </a:xfrm>
                <a:custGeom>
                  <a:avLst/>
                  <a:gdLst>
                    <a:gd name="connsiteX0" fmla="*/ 44505 w 44401"/>
                    <a:gd name="connsiteY0" fmla="*/ 308 h 12690"/>
                    <a:gd name="connsiteX1" fmla="*/ 103 w 44401"/>
                    <a:gd name="connsiteY1" fmla="*/ 308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505" y="308"/>
                      </a:moveTo>
                      <a:lnTo>
                        <a:pt x="103" y="308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25" name="Graphic 176">
                  <a:extLst>
                    <a:ext uri="{FF2B5EF4-FFF2-40B4-BE49-F238E27FC236}">
                      <a16:creationId xmlns:a16="http://schemas.microsoft.com/office/drawing/2014/main" id="{BCC6177E-1DB4-CF97-A67C-E2A0DE6AC608}"/>
                    </a:ext>
                  </a:extLst>
                </p:cNvPr>
                <p:cNvGrpSpPr/>
                <p:nvPr/>
              </p:nvGrpSpPr>
              <p:grpSpPr>
                <a:xfrm>
                  <a:off x="4158665" y="5091004"/>
                  <a:ext cx="223926" cy="95994"/>
                  <a:chOff x="4158665" y="5091004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26" name="Freeform: Shape 225">
                    <a:extLst>
                      <a:ext uri="{FF2B5EF4-FFF2-40B4-BE49-F238E27FC236}">
                        <a16:creationId xmlns:a16="http://schemas.microsoft.com/office/drawing/2014/main" id="{80507236-E68D-2C98-5922-5DCC5EC25EF7}"/>
                      </a:ext>
                    </a:extLst>
                  </p:cNvPr>
                  <p:cNvSpPr/>
                  <p:nvPr/>
                </p:nvSpPr>
                <p:spPr>
                  <a:xfrm flipV="1">
                    <a:off x="4158665" y="5092669"/>
                    <a:ext cx="59843" cy="94328"/>
                  </a:xfrm>
                  <a:custGeom>
                    <a:avLst/>
                    <a:gdLst>
                      <a:gd name="connsiteX0" fmla="*/ 1982 w 59843"/>
                      <a:gd name="connsiteY0" fmla="*/ 92349 h 94328"/>
                      <a:gd name="connsiteX1" fmla="*/ 51101 w 59843"/>
                      <a:gd name="connsiteY1" fmla="*/ 92349 h 94328"/>
                      <a:gd name="connsiteX2" fmla="*/ 51101 w 59843"/>
                      <a:gd name="connsiteY2" fmla="*/ 81800 h 94328"/>
                      <a:gd name="connsiteX3" fmla="*/ 13439 w 59843"/>
                      <a:gd name="connsiteY3" fmla="*/ 81800 h 94328"/>
                      <a:gd name="connsiteX4" fmla="*/ 13439 w 59843"/>
                      <a:gd name="connsiteY4" fmla="*/ 59135 h 94328"/>
                      <a:gd name="connsiteX5" fmla="*/ 18870 w 59843"/>
                      <a:gd name="connsiteY5" fmla="*/ 60523 h 94328"/>
                      <a:gd name="connsiteX6" fmla="*/ 24341 w 59843"/>
                      <a:gd name="connsiteY6" fmla="*/ 60979 h 94328"/>
                      <a:gd name="connsiteX7" fmla="*/ 48861 w 59843"/>
                      <a:gd name="connsiteY7" fmla="*/ 52492 h 94328"/>
                      <a:gd name="connsiteX8" fmla="*/ 57920 w 59843"/>
                      <a:gd name="connsiteY8" fmla="*/ 29509 h 94328"/>
                      <a:gd name="connsiteX9" fmla="*/ 48623 w 59843"/>
                      <a:gd name="connsiteY9" fmla="*/ 6289 h 94328"/>
                      <a:gd name="connsiteX10" fmla="*/ 22418 w 59843"/>
                      <a:gd name="connsiteY10" fmla="*/ -1980 h 94328"/>
                      <a:gd name="connsiteX11" fmla="*/ 10545 w 59843"/>
                      <a:gd name="connsiteY11" fmla="*/ -988 h 94328"/>
                      <a:gd name="connsiteX12" fmla="*/ -1923 w 59843"/>
                      <a:gd name="connsiteY12" fmla="*/ 1986 h 94328"/>
                      <a:gd name="connsiteX13" fmla="*/ -1923 w 59843"/>
                      <a:gd name="connsiteY13" fmla="*/ 14578 h 94328"/>
                      <a:gd name="connsiteX14" fmla="*/ 9593 w 59843"/>
                      <a:gd name="connsiteY14" fmla="*/ 10057 h 94328"/>
                      <a:gd name="connsiteX15" fmla="*/ 22161 w 59843"/>
                      <a:gd name="connsiteY15" fmla="*/ 8570 h 94328"/>
                      <a:gd name="connsiteX16" fmla="*/ 39128 w 59843"/>
                      <a:gd name="connsiteY16" fmla="*/ 14201 h 94328"/>
                      <a:gd name="connsiteX17" fmla="*/ 45392 w 59843"/>
                      <a:gd name="connsiteY17" fmla="*/ 29509 h 94328"/>
                      <a:gd name="connsiteX18" fmla="*/ 39128 w 59843"/>
                      <a:gd name="connsiteY18" fmla="*/ 44798 h 94328"/>
                      <a:gd name="connsiteX19" fmla="*/ 22161 w 59843"/>
                      <a:gd name="connsiteY19" fmla="*/ 50449 h 94328"/>
                      <a:gd name="connsiteX20" fmla="*/ 12150 w 59843"/>
                      <a:gd name="connsiteY20" fmla="*/ 49339 h 94328"/>
                      <a:gd name="connsiteX21" fmla="*/ 1982 w 59843"/>
                      <a:gd name="connsiteY21" fmla="*/ 45869 h 94328"/>
                      <a:gd name="connsiteX22" fmla="*/ 1982 w 59843"/>
                      <a:gd name="connsiteY22" fmla="*/ 92349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2" y="92349"/>
                        </a:moveTo>
                        <a:lnTo>
                          <a:pt x="51101" y="92349"/>
                        </a:lnTo>
                        <a:lnTo>
                          <a:pt x="51101" y="81800"/>
                        </a:lnTo>
                        <a:lnTo>
                          <a:pt x="13439" y="81800"/>
                        </a:lnTo>
                        <a:lnTo>
                          <a:pt x="13439" y="59135"/>
                        </a:lnTo>
                        <a:cubicBezTo>
                          <a:pt x="15249" y="59756"/>
                          <a:pt x="17060" y="60219"/>
                          <a:pt x="18870" y="60523"/>
                        </a:cubicBezTo>
                        <a:cubicBezTo>
                          <a:pt x="20694" y="60827"/>
                          <a:pt x="22517" y="60979"/>
                          <a:pt x="24341" y="60979"/>
                        </a:cubicBezTo>
                        <a:cubicBezTo>
                          <a:pt x="34662" y="60979"/>
                          <a:pt x="42835" y="58150"/>
                          <a:pt x="48861" y="52492"/>
                        </a:cubicBezTo>
                        <a:cubicBezTo>
                          <a:pt x="54900" y="46834"/>
                          <a:pt x="57920" y="39173"/>
                          <a:pt x="57920" y="29509"/>
                        </a:cubicBezTo>
                        <a:cubicBezTo>
                          <a:pt x="57920" y="19555"/>
                          <a:pt x="54821" y="11815"/>
                          <a:pt x="48623" y="6289"/>
                        </a:cubicBezTo>
                        <a:cubicBezTo>
                          <a:pt x="42426" y="777"/>
                          <a:pt x="33691" y="-1980"/>
                          <a:pt x="22418" y="-1980"/>
                        </a:cubicBezTo>
                        <a:cubicBezTo>
                          <a:pt x="18533" y="-1980"/>
                          <a:pt x="14575" y="-1649"/>
                          <a:pt x="10545" y="-988"/>
                        </a:cubicBezTo>
                        <a:cubicBezTo>
                          <a:pt x="6528" y="-327"/>
                          <a:pt x="2371" y="664"/>
                          <a:pt x="-1923" y="1986"/>
                        </a:cubicBezTo>
                        <a:lnTo>
                          <a:pt x="-1923" y="14578"/>
                        </a:lnTo>
                        <a:cubicBezTo>
                          <a:pt x="1790" y="12555"/>
                          <a:pt x="5629" y="11048"/>
                          <a:pt x="9593" y="10057"/>
                        </a:cubicBezTo>
                        <a:cubicBezTo>
                          <a:pt x="13558" y="9065"/>
                          <a:pt x="17747" y="8570"/>
                          <a:pt x="22161" y="8570"/>
                        </a:cubicBezTo>
                        <a:cubicBezTo>
                          <a:pt x="29310" y="8570"/>
                          <a:pt x="34966" y="10447"/>
                          <a:pt x="39128" y="14201"/>
                        </a:cubicBezTo>
                        <a:cubicBezTo>
                          <a:pt x="43304" y="17955"/>
                          <a:pt x="45392" y="23058"/>
                          <a:pt x="45392" y="29509"/>
                        </a:cubicBezTo>
                        <a:cubicBezTo>
                          <a:pt x="45392" y="35947"/>
                          <a:pt x="43304" y="41044"/>
                          <a:pt x="39128" y="44798"/>
                        </a:cubicBezTo>
                        <a:cubicBezTo>
                          <a:pt x="34966" y="48565"/>
                          <a:pt x="29310" y="50449"/>
                          <a:pt x="22161" y="50449"/>
                        </a:cubicBezTo>
                        <a:cubicBezTo>
                          <a:pt x="18817" y="50449"/>
                          <a:pt x="15481" y="50079"/>
                          <a:pt x="12150" y="49339"/>
                        </a:cubicBezTo>
                        <a:cubicBezTo>
                          <a:pt x="8834" y="48599"/>
                          <a:pt x="5444" y="47442"/>
                          <a:pt x="1982" y="45869"/>
                        </a:cubicBezTo>
                        <a:lnTo>
                          <a:pt x="1982" y="9234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7" name="Freeform: Shape 226">
                    <a:extLst>
                      <a:ext uri="{FF2B5EF4-FFF2-40B4-BE49-F238E27FC236}">
                        <a16:creationId xmlns:a16="http://schemas.microsoft.com/office/drawing/2014/main" id="{920CAF23-36A8-39E1-FA89-DEE6D7B13822}"/>
                      </a:ext>
                    </a:extLst>
                  </p:cNvPr>
                  <p:cNvSpPr/>
                  <p:nvPr/>
                </p:nvSpPr>
                <p:spPr>
                  <a:xfrm flipV="1">
                    <a:off x="4243522" y="5092669"/>
                    <a:ext cx="55066" cy="92524"/>
                  </a:xfrm>
                  <a:custGeom>
                    <a:avLst/>
                    <a:gdLst>
                      <a:gd name="connsiteX0" fmla="*/ -202 w 55066"/>
                      <a:gd name="connsiteY0" fmla="*/ 8504 h 92524"/>
                      <a:gd name="connsiteX1" fmla="*/ 20235 w 55066"/>
                      <a:gd name="connsiteY1" fmla="*/ 8504 h 92524"/>
                      <a:gd name="connsiteX2" fmla="*/ 20235 w 55066"/>
                      <a:gd name="connsiteY2" fmla="*/ 79097 h 92524"/>
                      <a:gd name="connsiteX3" fmla="*/ -2005 w 55066"/>
                      <a:gd name="connsiteY3" fmla="*/ 74635 h 92524"/>
                      <a:gd name="connsiteX4" fmla="*/ -2005 w 55066"/>
                      <a:gd name="connsiteY4" fmla="*/ 86037 h 92524"/>
                      <a:gd name="connsiteX5" fmla="*/ 20116 w 55066"/>
                      <a:gd name="connsiteY5" fmla="*/ 90499 h 92524"/>
                      <a:gd name="connsiteX6" fmla="*/ 32624 w 55066"/>
                      <a:gd name="connsiteY6" fmla="*/ 90499 h 92524"/>
                      <a:gd name="connsiteX7" fmla="*/ 32624 w 55066"/>
                      <a:gd name="connsiteY7" fmla="*/ 8504 h 92524"/>
                      <a:gd name="connsiteX8" fmla="*/ 53061 w 55066"/>
                      <a:gd name="connsiteY8" fmla="*/ 8504 h 92524"/>
                      <a:gd name="connsiteX9" fmla="*/ 53061 w 55066"/>
                      <a:gd name="connsiteY9" fmla="*/ -2025 h 92524"/>
                      <a:gd name="connsiteX10" fmla="*/ -202 w 55066"/>
                      <a:gd name="connsiteY10" fmla="*/ -2025 h 92524"/>
                      <a:gd name="connsiteX11" fmla="*/ -202 w 55066"/>
                      <a:gd name="connsiteY11" fmla="*/ 8504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202" y="8504"/>
                        </a:moveTo>
                        <a:lnTo>
                          <a:pt x="20235" y="8504"/>
                        </a:lnTo>
                        <a:lnTo>
                          <a:pt x="20235" y="79097"/>
                        </a:lnTo>
                        <a:lnTo>
                          <a:pt x="-2005" y="74635"/>
                        </a:lnTo>
                        <a:lnTo>
                          <a:pt x="-2005" y="86037"/>
                        </a:lnTo>
                        <a:lnTo>
                          <a:pt x="20116" y="90499"/>
                        </a:lnTo>
                        <a:lnTo>
                          <a:pt x="32624" y="90499"/>
                        </a:lnTo>
                        <a:lnTo>
                          <a:pt x="32624" y="8504"/>
                        </a:lnTo>
                        <a:lnTo>
                          <a:pt x="53061" y="8504"/>
                        </a:lnTo>
                        <a:lnTo>
                          <a:pt x="53061" y="-2025"/>
                        </a:lnTo>
                        <a:lnTo>
                          <a:pt x="-202" y="-2025"/>
                        </a:lnTo>
                        <a:lnTo>
                          <a:pt x="-202" y="850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28" name="Freeform: Shape 227">
                    <a:extLst>
                      <a:ext uri="{FF2B5EF4-FFF2-40B4-BE49-F238E27FC236}">
                        <a16:creationId xmlns:a16="http://schemas.microsoft.com/office/drawing/2014/main" id="{89982047-9E91-D9BF-7681-E332A25979CF}"/>
                      </a:ext>
                    </a:extLst>
                  </p:cNvPr>
                  <p:cNvSpPr/>
                  <p:nvPr/>
                </p:nvSpPr>
                <p:spPr>
                  <a:xfrm flipV="1">
                    <a:off x="4318665" y="5091004"/>
                    <a:ext cx="63926" cy="95994"/>
                  </a:xfrm>
                  <a:custGeom>
                    <a:avLst/>
                    <a:gdLst>
                      <a:gd name="connsiteX0" fmla="*/ 30012 w 63926"/>
                      <a:gd name="connsiteY0" fmla="*/ 84058 h 95994"/>
                      <a:gd name="connsiteX1" fmla="*/ 15482 w 63926"/>
                      <a:gd name="connsiteY1" fmla="*/ 74540 h 95994"/>
                      <a:gd name="connsiteX2" fmla="*/ 10626 w 63926"/>
                      <a:gd name="connsiteY2" fmla="*/ 45946 h 95994"/>
                      <a:gd name="connsiteX3" fmla="*/ 15482 w 63926"/>
                      <a:gd name="connsiteY3" fmla="*/ 17411 h 95994"/>
                      <a:gd name="connsiteX4" fmla="*/ 30012 w 63926"/>
                      <a:gd name="connsiteY4" fmla="*/ 7893 h 95994"/>
                      <a:gd name="connsiteX5" fmla="*/ 44601 w 63926"/>
                      <a:gd name="connsiteY5" fmla="*/ 17411 h 95994"/>
                      <a:gd name="connsiteX6" fmla="*/ 49477 w 63926"/>
                      <a:gd name="connsiteY6" fmla="*/ 45946 h 95994"/>
                      <a:gd name="connsiteX7" fmla="*/ 44601 w 63926"/>
                      <a:gd name="connsiteY7" fmla="*/ 74540 h 95994"/>
                      <a:gd name="connsiteX8" fmla="*/ 30012 w 63926"/>
                      <a:gd name="connsiteY8" fmla="*/ 84058 h 95994"/>
                      <a:gd name="connsiteX9" fmla="*/ 30012 w 63926"/>
                      <a:gd name="connsiteY9" fmla="*/ 93972 h 95994"/>
                      <a:gd name="connsiteX10" fmla="*/ 53779 w 63926"/>
                      <a:gd name="connsiteY10" fmla="*/ 81658 h 95994"/>
                      <a:gd name="connsiteX11" fmla="*/ 61985 w 63926"/>
                      <a:gd name="connsiteY11" fmla="*/ 45946 h 95994"/>
                      <a:gd name="connsiteX12" fmla="*/ 53779 w 63926"/>
                      <a:gd name="connsiteY12" fmla="*/ 10272 h 95994"/>
                      <a:gd name="connsiteX13" fmla="*/ 30012 w 63926"/>
                      <a:gd name="connsiteY13" fmla="*/ -2022 h 95994"/>
                      <a:gd name="connsiteX14" fmla="*/ 6265 w 63926"/>
                      <a:gd name="connsiteY14" fmla="*/ 10272 h 95994"/>
                      <a:gd name="connsiteX15" fmla="*/ -1942 w 63926"/>
                      <a:gd name="connsiteY15" fmla="*/ 45946 h 95994"/>
                      <a:gd name="connsiteX16" fmla="*/ 6265 w 63926"/>
                      <a:gd name="connsiteY16" fmla="*/ 81658 h 95994"/>
                      <a:gd name="connsiteX17" fmla="*/ 30012 w 63926"/>
                      <a:gd name="connsiteY17" fmla="*/ 93972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12" y="84058"/>
                        </a:moveTo>
                        <a:cubicBezTo>
                          <a:pt x="23576" y="84058"/>
                          <a:pt x="18733" y="80885"/>
                          <a:pt x="15482" y="74540"/>
                        </a:cubicBezTo>
                        <a:cubicBezTo>
                          <a:pt x="12245" y="68207"/>
                          <a:pt x="10626" y="58676"/>
                          <a:pt x="10626" y="45946"/>
                        </a:cubicBezTo>
                        <a:cubicBezTo>
                          <a:pt x="10626" y="33268"/>
                          <a:pt x="12245" y="23756"/>
                          <a:pt x="15482" y="17411"/>
                        </a:cubicBezTo>
                        <a:cubicBezTo>
                          <a:pt x="18733" y="11066"/>
                          <a:pt x="23576" y="7893"/>
                          <a:pt x="30012" y="7893"/>
                        </a:cubicBezTo>
                        <a:cubicBezTo>
                          <a:pt x="36500" y="7893"/>
                          <a:pt x="41363" y="11066"/>
                          <a:pt x="44601" y="17411"/>
                        </a:cubicBezTo>
                        <a:cubicBezTo>
                          <a:pt x="47852" y="23756"/>
                          <a:pt x="49477" y="33268"/>
                          <a:pt x="49477" y="45946"/>
                        </a:cubicBezTo>
                        <a:cubicBezTo>
                          <a:pt x="49477" y="58676"/>
                          <a:pt x="47852" y="68207"/>
                          <a:pt x="44601" y="74540"/>
                        </a:cubicBezTo>
                        <a:cubicBezTo>
                          <a:pt x="41363" y="80885"/>
                          <a:pt x="36500" y="84058"/>
                          <a:pt x="30012" y="84058"/>
                        </a:cubicBezTo>
                        <a:close/>
                        <a:moveTo>
                          <a:pt x="30012" y="93972"/>
                        </a:moveTo>
                        <a:cubicBezTo>
                          <a:pt x="40385" y="93972"/>
                          <a:pt x="48308" y="89868"/>
                          <a:pt x="53779" y="81658"/>
                        </a:cubicBezTo>
                        <a:cubicBezTo>
                          <a:pt x="59250" y="73462"/>
                          <a:pt x="61985" y="61558"/>
                          <a:pt x="61985" y="45946"/>
                        </a:cubicBezTo>
                        <a:cubicBezTo>
                          <a:pt x="61985" y="30373"/>
                          <a:pt x="59250" y="18482"/>
                          <a:pt x="53779" y="10272"/>
                        </a:cubicBezTo>
                        <a:cubicBezTo>
                          <a:pt x="48308" y="2076"/>
                          <a:pt x="40385" y="-2022"/>
                          <a:pt x="30012" y="-2022"/>
                        </a:cubicBezTo>
                        <a:cubicBezTo>
                          <a:pt x="19651" y="-2022"/>
                          <a:pt x="11736" y="2076"/>
                          <a:pt x="6265" y="10272"/>
                        </a:cubicBezTo>
                        <a:cubicBezTo>
                          <a:pt x="794" y="18482"/>
                          <a:pt x="-1942" y="30373"/>
                          <a:pt x="-1942" y="45946"/>
                        </a:cubicBezTo>
                        <a:cubicBezTo>
                          <a:pt x="-1942" y="61558"/>
                          <a:pt x="794" y="73462"/>
                          <a:pt x="6265" y="81658"/>
                        </a:cubicBezTo>
                        <a:cubicBezTo>
                          <a:pt x="11736" y="89868"/>
                          <a:pt x="19651" y="93972"/>
                          <a:pt x="30012" y="9397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29" name="Graphic 176">
                <a:extLst>
                  <a:ext uri="{FF2B5EF4-FFF2-40B4-BE49-F238E27FC236}">
                    <a16:creationId xmlns:a16="http://schemas.microsoft.com/office/drawing/2014/main" id="{B1F36419-5404-B9E1-BF03-9293144A6D81}"/>
                  </a:ext>
                </a:extLst>
              </p:cNvPr>
              <p:cNvGrpSpPr/>
              <p:nvPr/>
            </p:nvGrpSpPr>
            <p:grpSpPr>
              <a:xfrm>
                <a:off x="4158665" y="4415573"/>
                <a:ext cx="321159" cy="95994"/>
                <a:chOff x="4158665" y="4415573"/>
                <a:chExt cx="321159" cy="95994"/>
              </a:xfrm>
              <a:solidFill>
                <a:srgbClr val="000000"/>
              </a:solidFill>
            </p:grpSpPr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B77C2F4A-E4F5-4AF7-8239-C64DE6F8EB86}"/>
                    </a:ext>
                  </a:extLst>
                </p:cNvPr>
                <p:cNvSpPr/>
                <p:nvPr/>
              </p:nvSpPr>
              <p:spPr>
                <a:xfrm>
                  <a:off x="4435423" y="4461550"/>
                  <a:ext cx="44401" cy="12690"/>
                </a:xfrm>
                <a:custGeom>
                  <a:avLst/>
                  <a:gdLst>
                    <a:gd name="connsiteX0" fmla="*/ 44505 w 44401"/>
                    <a:gd name="connsiteY0" fmla="*/ 254 h 12690"/>
                    <a:gd name="connsiteX1" fmla="*/ 103 w 44401"/>
                    <a:gd name="connsiteY1" fmla="*/ 254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505" y="254"/>
                      </a:moveTo>
                      <a:lnTo>
                        <a:pt x="103" y="254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31" name="Graphic 176">
                  <a:extLst>
                    <a:ext uri="{FF2B5EF4-FFF2-40B4-BE49-F238E27FC236}">
                      <a16:creationId xmlns:a16="http://schemas.microsoft.com/office/drawing/2014/main" id="{2B68B0C2-732D-3944-9DFB-CB69AFC4EAEE}"/>
                    </a:ext>
                  </a:extLst>
                </p:cNvPr>
                <p:cNvGrpSpPr/>
                <p:nvPr/>
              </p:nvGrpSpPr>
              <p:grpSpPr>
                <a:xfrm>
                  <a:off x="4158665" y="4415573"/>
                  <a:ext cx="223926" cy="95994"/>
                  <a:chOff x="4158665" y="441557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32" name="Freeform: Shape 231">
                    <a:extLst>
                      <a:ext uri="{FF2B5EF4-FFF2-40B4-BE49-F238E27FC236}">
                        <a16:creationId xmlns:a16="http://schemas.microsoft.com/office/drawing/2014/main" id="{E1A847A4-7CF1-53A2-277A-BC29F4999F74}"/>
                      </a:ext>
                    </a:extLst>
                  </p:cNvPr>
                  <p:cNvSpPr/>
                  <p:nvPr/>
                </p:nvSpPr>
                <p:spPr>
                  <a:xfrm flipV="1">
                    <a:off x="4158665" y="4417238"/>
                    <a:ext cx="59843" cy="94328"/>
                  </a:xfrm>
                  <a:custGeom>
                    <a:avLst/>
                    <a:gdLst>
                      <a:gd name="connsiteX0" fmla="*/ 1982 w 59843"/>
                      <a:gd name="connsiteY0" fmla="*/ 92296 h 94328"/>
                      <a:gd name="connsiteX1" fmla="*/ 51101 w 59843"/>
                      <a:gd name="connsiteY1" fmla="*/ 92296 h 94328"/>
                      <a:gd name="connsiteX2" fmla="*/ 51101 w 59843"/>
                      <a:gd name="connsiteY2" fmla="*/ 81746 h 94328"/>
                      <a:gd name="connsiteX3" fmla="*/ 13439 w 59843"/>
                      <a:gd name="connsiteY3" fmla="*/ 81746 h 94328"/>
                      <a:gd name="connsiteX4" fmla="*/ 13439 w 59843"/>
                      <a:gd name="connsiteY4" fmla="*/ 59081 h 94328"/>
                      <a:gd name="connsiteX5" fmla="*/ 18870 w 59843"/>
                      <a:gd name="connsiteY5" fmla="*/ 60469 h 94328"/>
                      <a:gd name="connsiteX6" fmla="*/ 24341 w 59843"/>
                      <a:gd name="connsiteY6" fmla="*/ 60925 h 94328"/>
                      <a:gd name="connsiteX7" fmla="*/ 48861 w 59843"/>
                      <a:gd name="connsiteY7" fmla="*/ 52438 h 94328"/>
                      <a:gd name="connsiteX8" fmla="*/ 57920 w 59843"/>
                      <a:gd name="connsiteY8" fmla="*/ 29456 h 94328"/>
                      <a:gd name="connsiteX9" fmla="*/ 48623 w 59843"/>
                      <a:gd name="connsiteY9" fmla="*/ 6236 h 94328"/>
                      <a:gd name="connsiteX10" fmla="*/ 22418 w 59843"/>
                      <a:gd name="connsiteY10" fmla="*/ -2033 h 94328"/>
                      <a:gd name="connsiteX11" fmla="*/ 10545 w 59843"/>
                      <a:gd name="connsiteY11" fmla="*/ -1041 h 94328"/>
                      <a:gd name="connsiteX12" fmla="*/ -1923 w 59843"/>
                      <a:gd name="connsiteY12" fmla="*/ 1933 h 94328"/>
                      <a:gd name="connsiteX13" fmla="*/ -1923 w 59843"/>
                      <a:gd name="connsiteY13" fmla="*/ 14525 h 94328"/>
                      <a:gd name="connsiteX14" fmla="*/ 9593 w 59843"/>
                      <a:gd name="connsiteY14" fmla="*/ 10004 h 94328"/>
                      <a:gd name="connsiteX15" fmla="*/ 22161 w 59843"/>
                      <a:gd name="connsiteY15" fmla="*/ 8516 h 94328"/>
                      <a:gd name="connsiteX16" fmla="*/ 39128 w 59843"/>
                      <a:gd name="connsiteY16" fmla="*/ 14148 h 94328"/>
                      <a:gd name="connsiteX17" fmla="*/ 45392 w 59843"/>
                      <a:gd name="connsiteY17" fmla="*/ 29456 h 94328"/>
                      <a:gd name="connsiteX18" fmla="*/ 39128 w 59843"/>
                      <a:gd name="connsiteY18" fmla="*/ 44745 h 94328"/>
                      <a:gd name="connsiteX19" fmla="*/ 22161 w 59843"/>
                      <a:gd name="connsiteY19" fmla="*/ 50396 h 94328"/>
                      <a:gd name="connsiteX20" fmla="*/ 12150 w 59843"/>
                      <a:gd name="connsiteY20" fmla="*/ 49286 h 94328"/>
                      <a:gd name="connsiteX21" fmla="*/ 1982 w 59843"/>
                      <a:gd name="connsiteY21" fmla="*/ 45815 h 94328"/>
                      <a:gd name="connsiteX22" fmla="*/ 1982 w 59843"/>
                      <a:gd name="connsiteY22" fmla="*/ 9229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2" y="92296"/>
                        </a:moveTo>
                        <a:lnTo>
                          <a:pt x="51101" y="92296"/>
                        </a:lnTo>
                        <a:lnTo>
                          <a:pt x="51101" y="81746"/>
                        </a:lnTo>
                        <a:lnTo>
                          <a:pt x="13439" y="81746"/>
                        </a:lnTo>
                        <a:lnTo>
                          <a:pt x="13439" y="59081"/>
                        </a:lnTo>
                        <a:cubicBezTo>
                          <a:pt x="15249" y="59703"/>
                          <a:pt x="17060" y="60165"/>
                          <a:pt x="18870" y="60469"/>
                        </a:cubicBezTo>
                        <a:cubicBezTo>
                          <a:pt x="20694" y="60773"/>
                          <a:pt x="22517" y="60925"/>
                          <a:pt x="24341" y="60925"/>
                        </a:cubicBezTo>
                        <a:cubicBezTo>
                          <a:pt x="34662" y="60925"/>
                          <a:pt x="42835" y="58096"/>
                          <a:pt x="48861" y="52438"/>
                        </a:cubicBezTo>
                        <a:cubicBezTo>
                          <a:pt x="54900" y="46781"/>
                          <a:pt x="57920" y="39120"/>
                          <a:pt x="57920" y="29456"/>
                        </a:cubicBezTo>
                        <a:cubicBezTo>
                          <a:pt x="57920" y="19502"/>
                          <a:pt x="54821" y="11762"/>
                          <a:pt x="48623" y="6236"/>
                        </a:cubicBezTo>
                        <a:cubicBezTo>
                          <a:pt x="42426" y="723"/>
                          <a:pt x="33691" y="-2033"/>
                          <a:pt x="22418" y="-2033"/>
                        </a:cubicBezTo>
                        <a:cubicBezTo>
                          <a:pt x="18533" y="-2033"/>
                          <a:pt x="14575" y="-1702"/>
                          <a:pt x="10545" y="-1041"/>
                        </a:cubicBezTo>
                        <a:cubicBezTo>
                          <a:pt x="6528" y="-380"/>
                          <a:pt x="2371" y="611"/>
                          <a:pt x="-1923" y="1933"/>
                        </a:cubicBezTo>
                        <a:lnTo>
                          <a:pt x="-1923" y="14525"/>
                        </a:lnTo>
                        <a:cubicBezTo>
                          <a:pt x="1790" y="12502"/>
                          <a:pt x="5629" y="10995"/>
                          <a:pt x="9593" y="10004"/>
                        </a:cubicBezTo>
                        <a:cubicBezTo>
                          <a:pt x="13558" y="9012"/>
                          <a:pt x="17747" y="8516"/>
                          <a:pt x="22161" y="8516"/>
                        </a:cubicBezTo>
                        <a:cubicBezTo>
                          <a:pt x="29310" y="8516"/>
                          <a:pt x="34966" y="10394"/>
                          <a:pt x="39128" y="14148"/>
                        </a:cubicBezTo>
                        <a:cubicBezTo>
                          <a:pt x="43304" y="17902"/>
                          <a:pt x="45392" y="23005"/>
                          <a:pt x="45392" y="29456"/>
                        </a:cubicBezTo>
                        <a:cubicBezTo>
                          <a:pt x="45392" y="35894"/>
                          <a:pt x="43304" y="40990"/>
                          <a:pt x="39128" y="44745"/>
                        </a:cubicBezTo>
                        <a:cubicBezTo>
                          <a:pt x="34966" y="48512"/>
                          <a:pt x="29310" y="50396"/>
                          <a:pt x="22161" y="50396"/>
                        </a:cubicBezTo>
                        <a:cubicBezTo>
                          <a:pt x="18817" y="50396"/>
                          <a:pt x="15481" y="50026"/>
                          <a:pt x="12150" y="49286"/>
                        </a:cubicBezTo>
                        <a:cubicBezTo>
                          <a:pt x="8834" y="48545"/>
                          <a:pt x="5444" y="47389"/>
                          <a:pt x="1982" y="45815"/>
                        </a:cubicBezTo>
                        <a:lnTo>
                          <a:pt x="1982" y="922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33" name="Freeform: Shape 232">
                    <a:extLst>
                      <a:ext uri="{FF2B5EF4-FFF2-40B4-BE49-F238E27FC236}">
                        <a16:creationId xmlns:a16="http://schemas.microsoft.com/office/drawing/2014/main" id="{9B2CEBFE-F500-8F68-26A5-2B6926D1D1E6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883" y="4415573"/>
                    <a:ext cx="58713" cy="94189"/>
                  </a:xfrm>
                  <a:custGeom>
                    <a:avLst/>
                    <a:gdLst>
                      <a:gd name="connsiteX0" fmla="*/ 13181 w 58713"/>
                      <a:gd name="connsiteY0" fmla="*/ 8409 h 94189"/>
                      <a:gd name="connsiteX1" fmla="*/ 56850 w 58713"/>
                      <a:gd name="connsiteY1" fmla="*/ 8409 h 94189"/>
                      <a:gd name="connsiteX2" fmla="*/ 56850 w 58713"/>
                      <a:gd name="connsiteY2" fmla="*/ -2121 h 94189"/>
                      <a:gd name="connsiteX3" fmla="*/ -1864 w 58713"/>
                      <a:gd name="connsiteY3" fmla="*/ -2121 h 94189"/>
                      <a:gd name="connsiteX4" fmla="*/ -1864 w 58713"/>
                      <a:gd name="connsiteY4" fmla="*/ 8409 h 94189"/>
                      <a:gd name="connsiteX5" fmla="*/ 17542 w 58713"/>
                      <a:gd name="connsiteY5" fmla="*/ 28199 h 94189"/>
                      <a:gd name="connsiteX6" fmla="*/ 33004 w 58713"/>
                      <a:gd name="connsiteY6" fmla="*/ 44241 h 94189"/>
                      <a:gd name="connsiteX7" fmla="*/ 41389 w 58713"/>
                      <a:gd name="connsiteY7" fmla="*/ 55662 h 94189"/>
                      <a:gd name="connsiteX8" fmla="*/ 43787 w 58713"/>
                      <a:gd name="connsiteY8" fmla="*/ 64863 h 94189"/>
                      <a:gd name="connsiteX9" fmla="*/ 38613 w 58713"/>
                      <a:gd name="connsiteY9" fmla="*/ 76880 h 94189"/>
                      <a:gd name="connsiteX10" fmla="*/ 25134 w 58713"/>
                      <a:gd name="connsiteY10" fmla="*/ 81540 h 94189"/>
                      <a:gd name="connsiteX11" fmla="*/ 12706 w 58713"/>
                      <a:gd name="connsiteY11" fmla="*/ 79497 h 94189"/>
                      <a:gd name="connsiteX12" fmla="*/ -1249 w 58713"/>
                      <a:gd name="connsiteY12" fmla="*/ 73291 h 94189"/>
                      <a:gd name="connsiteX13" fmla="*/ -1249 w 58713"/>
                      <a:gd name="connsiteY13" fmla="*/ 85942 h 94189"/>
                      <a:gd name="connsiteX14" fmla="*/ 12864 w 58713"/>
                      <a:gd name="connsiteY14" fmla="*/ 90522 h 94189"/>
                      <a:gd name="connsiteX15" fmla="*/ 24896 w 58713"/>
                      <a:gd name="connsiteY15" fmla="*/ 92069 h 94189"/>
                      <a:gd name="connsiteX16" fmla="*/ 47811 w 58713"/>
                      <a:gd name="connsiteY16" fmla="*/ 84871 h 94189"/>
                      <a:gd name="connsiteX17" fmla="*/ 56354 w 58713"/>
                      <a:gd name="connsiteY17" fmla="*/ 65676 h 94189"/>
                      <a:gd name="connsiteX18" fmla="*/ 54214 w 58713"/>
                      <a:gd name="connsiteY18" fmla="*/ 54849 h 94189"/>
                      <a:gd name="connsiteX19" fmla="*/ 46443 w 58713"/>
                      <a:gd name="connsiteY19" fmla="*/ 42813 h 94189"/>
                      <a:gd name="connsiteX20" fmla="*/ 36592 w 58713"/>
                      <a:gd name="connsiteY20" fmla="*/ 32422 h 94189"/>
                      <a:gd name="connsiteX21" fmla="*/ 13181 w 58713"/>
                      <a:gd name="connsiteY21" fmla="*/ 8409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181" y="8409"/>
                        </a:moveTo>
                        <a:lnTo>
                          <a:pt x="56850" y="8409"/>
                        </a:lnTo>
                        <a:lnTo>
                          <a:pt x="56850" y="-2121"/>
                        </a:lnTo>
                        <a:lnTo>
                          <a:pt x="-1864" y="-2121"/>
                        </a:lnTo>
                        <a:lnTo>
                          <a:pt x="-1864" y="8409"/>
                        </a:lnTo>
                        <a:cubicBezTo>
                          <a:pt x="2881" y="13327"/>
                          <a:pt x="9349" y="19923"/>
                          <a:pt x="17542" y="28199"/>
                        </a:cubicBezTo>
                        <a:cubicBezTo>
                          <a:pt x="25749" y="36487"/>
                          <a:pt x="30903" y="41835"/>
                          <a:pt x="33004" y="44241"/>
                        </a:cubicBezTo>
                        <a:cubicBezTo>
                          <a:pt x="37008" y="48735"/>
                          <a:pt x="39803" y="52543"/>
                          <a:pt x="41389" y="55662"/>
                        </a:cubicBezTo>
                        <a:cubicBezTo>
                          <a:pt x="42988" y="58782"/>
                          <a:pt x="43787" y="61849"/>
                          <a:pt x="43787" y="64863"/>
                        </a:cubicBezTo>
                        <a:cubicBezTo>
                          <a:pt x="43787" y="69781"/>
                          <a:pt x="42062" y="73786"/>
                          <a:pt x="38613" y="76880"/>
                        </a:cubicBezTo>
                        <a:cubicBezTo>
                          <a:pt x="35164" y="79987"/>
                          <a:pt x="30671" y="81540"/>
                          <a:pt x="25134" y="81540"/>
                        </a:cubicBezTo>
                        <a:cubicBezTo>
                          <a:pt x="21209" y="81540"/>
                          <a:pt x="17067" y="80859"/>
                          <a:pt x="12706" y="79497"/>
                        </a:cubicBezTo>
                        <a:cubicBezTo>
                          <a:pt x="8358" y="78136"/>
                          <a:pt x="3706" y="76067"/>
                          <a:pt x="-1249" y="73291"/>
                        </a:cubicBezTo>
                        <a:lnTo>
                          <a:pt x="-1249" y="85942"/>
                        </a:lnTo>
                        <a:cubicBezTo>
                          <a:pt x="3786" y="87964"/>
                          <a:pt x="8490" y="89491"/>
                          <a:pt x="12864" y="90522"/>
                        </a:cubicBezTo>
                        <a:cubicBezTo>
                          <a:pt x="17252" y="91554"/>
                          <a:pt x="21262" y="92069"/>
                          <a:pt x="24896" y="92069"/>
                        </a:cubicBezTo>
                        <a:cubicBezTo>
                          <a:pt x="34477" y="92069"/>
                          <a:pt x="42115" y="89670"/>
                          <a:pt x="47811" y="84871"/>
                        </a:cubicBezTo>
                        <a:cubicBezTo>
                          <a:pt x="53506" y="80086"/>
                          <a:pt x="56354" y="73687"/>
                          <a:pt x="56354" y="65676"/>
                        </a:cubicBezTo>
                        <a:cubicBezTo>
                          <a:pt x="56354" y="61869"/>
                          <a:pt x="55641" y="58260"/>
                          <a:pt x="54214" y="54849"/>
                        </a:cubicBezTo>
                        <a:cubicBezTo>
                          <a:pt x="52800" y="51452"/>
                          <a:pt x="50209" y="47440"/>
                          <a:pt x="46443" y="42813"/>
                        </a:cubicBezTo>
                        <a:cubicBezTo>
                          <a:pt x="45412" y="41610"/>
                          <a:pt x="42128" y="38146"/>
                          <a:pt x="36592" y="32422"/>
                        </a:cubicBezTo>
                        <a:cubicBezTo>
                          <a:pt x="31068" y="26698"/>
                          <a:pt x="23264" y="18694"/>
                          <a:pt x="13181" y="840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34" name="Freeform: Shape 233">
                    <a:extLst>
                      <a:ext uri="{FF2B5EF4-FFF2-40B4-BE49-F238E27FC236}">
                        <a16:creationId xmlns:a16="http://schemas.microsoft.com/office/drawing/2014/main" id="{D7B5E634-613D-C798-DD66-C70559EC3375}"/>
                      </a:ext>
                    </a:extLst>
                  </p:cNvPr>
                  <p:cNvSpPr/>
                  <p:nvPr/>
                </p:nvSpPr>
                <p:spPr>
                  <a:xfrm flipV="1">
                    <a:off x="4318665" y="4415573"/>
                    <a:ext cx="63926" cy="95994"/>
                  </a:xfrm>
                  <a:custGeom>
                    <a:avLst/>
                    <a:gdLst>
                      <a:gd name="connsiteX0" fmla="*/ 30012 w 63926"/>
                      <a:gd name="connsiteY0" fmla="*/ 84005 h 95994"/>
                      <a:gd name="connsiteX1" fmla="*/ 15482 w 63926"/>
                      <a:gd name="connsiteY1" fmla="*/ 74486 h 95994"/>
                      <a:gd name="connsiteX2" fmla="*/ 10626 w 63926"/>
                      <a:gd name="connsiteY2" fmla="*/ 45892 h 95994"/>
                      <a:gd name="connsiteX3" fmla="*/ 15482 w 63926"/>
                      <a:gd name="connsiteY3" fmla="*/ 17358 h 95994"/>
                      <a:gd name="connsiteX4" fmla="*/ 30012 w 63926"/>
                      <a:gd name="connsiteY4" fmla="*/ 7840 h 95994"/>
                      <a:gd name="connsiteX5" fmla="*/ 44601 w 63926"/>
                      <a:gd name="connsiteY5" fmla="*/ 17358 h 95994"/>
                      <a:gd name="connsiteX6" fmla="*/ 49477 w 63926"/>
                      <a:gd name="connsiteY6" fmla="*/ 45892 h 95994"/>
                      <a:gd name="connsiteX7" fmla="*/ 44601 w 63926"/>
                      <a:gd name="connsiteY7" fmla="*/ 74486 h 95994"/>
                      <a:gd name="connsiteX8" fmla="*/ 30012 w 63926"/>
                      <a:gd name="connsiteY8" fmla="*/ 84005 h 95994"/>
                      <a:gd name="connsiteX9" fmla="*/ 30012 w 63926"/>
                      <a:gd name="connsiteY9" fmla="*/ 93919 h 95994"/>
                      <a:gd name="connsiteX10" fmla="*/ 53779 w 63926"/>
                      <a:gd name="connsiteY10" fmla="*/ 81605 h 95994"/>
                      <a:gd name="connsiteX11" fmla="*/ 61985 w 63926"/>
                      <a:gd name="connsiteY11" fmla="*/ 45892 h 95994"/>
                      <a:gd name="connsiteX12" fmla="*/ 53779 w 63926"/>
                      <a:gd name="connsiteY12" fmla="*/ 10219 h 95994"/>
                      <a:gd name="connsiteX13" fmla="*/ 30012 w 63926"/>
                      <a:gd name="connsiteY13" fmla="*/ -2075 h 95994"/>
                      <a:gd name="connsiteX14" fmla="*/ 6265 w 63926"/>
                      <a:gd name="connsiteY14" fmla="*/ 10219 h 95994"/>
                      <a:gd name="connsiteX15" fmla="*/ -1942 w 63926"/>
                      <a:gd name="connsiteY15" fmla="*/ 45892 h 95994"/>
                      <a:gd name="connsiteX16" fmla="*/ 6265 w 63926"/>
                      <a:gd name="connsiteY16" fmla="*/ 81605 h 95994"/>
                      <a:gd name="connsiteX17" fmla="*/ 30012 w 63926"/>
                      <a:gd name="connsiteY17" fmla="*/ 93919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12" y="84005"/>
                        </a:moveTo>
                        <a:cubicBezTo>
                          <a:pt x="23576" y="84005"/>
                          <a:pt x="18733" y="80832"/>
                          <a:pt x="15482" y="74486"/>
                        </a:cubicBezTo>
                        <a:cubicBezTo>
                          <a:pt x="12245" y="68154"/>
                          <a:pt x="10626" y="58623"/>
                          <a:pt x="10626" y="45892"/>
                        </a:cubicBezTo>
                        <a:cubicBezTo>
                          <a:pt x="10626" y="33215"/>
                          <a:pt x="12245" y="23703"/>
                          <a:pt x="15482" y="17358"/>
                        </a:cubicBezTo>
                        <a:cubicBezTo>
                          <a:pt x="18733" y="11012"/>
                          <a:pt x="23576" y="7840"/>
                          <a:pt x="30012" y="7840"/>
                        </a:cubicBezTo>
                        <a:cubicBezTo>
                          <a:pt x="36500" y="7840"/>
                          <a:pt x="41363" y="11012"/>
                          <a:pt x="44601" y="17358"/>
                        </a:cubicBezTo>
                        <a:cubicBezTo>
                          <a:pt x="47852" y="23703"/>
                          <a:pt x="49477" y="33215"/>
                          <a:pt x="49477" y="45892"/>
                        </a:cubicBezTo>
                        <a:cubicBezTo>
                          <a:pt x="49477" y="58623"/>
                          <a:pt x="47852" y="68154"/>
                          <a:pt x="44601" y="74486"/>
                        </a:cubicBezTo>
                        <a:cubicBezTo>
                          <a:pt x="41363" y="80832"/>
                          <a:pt x="36500" y="84005"/>
                          <a:pt x="30012" y="84005"/>
                        </a:cubicBezTo>
                        <a:close/>
                        <a:moveTo>
                          <a:pt x="30012" y="93919"/>
                        </a:moveTo>
                        <a:cubicBezTo>
                          <a:pt x="40385" y="93919"/>
                          <a:pt x="48308" y="89815"/>
                          <a:pt x="53779" y="81605"/>
                        </a:cubicBezTo>
                        <a:cubicBezTo>
                          <a:pt x="59250" y="73409"/>
                          <a:pt x="61985" y="61505"/>
                          <a:pt x="61985" y="45892"/>
                        </a:cubicBezTo>
                        <a:cubicBezTo>
                          <a:pt x="61985" y="30320"/>
                          <a:pt x="59250" y="18429"/>
                          <a:pt x="53779" y="10219"/>
                        </a:cubicBezTo>
                        <a:cubicBezTo>
                          <a:pt x="48308" y="2023"/>
                          <a:pt x="40385" y="-2075"/>
                          <a:pt x="30012" y="-2075"/>
                        </a:cubicBezTo>
                        <a:cubicBezTo>
                          <a:pt x="19651" y="-2075"/>
                          <a:pt x="11736" y="2023"/>
                          <a:pt x="6265" y="10219"/>
                        </a:cubicBezTo>
                        <a:cubicBezTo>
                          <a:pt x="794" y="18429"/>
                          <a:pt x="-1942" y="30320"/>
                          <a:pt x="-1942" y="45892"/>
                        </a:cubicBezTo>
                        <a:cubicBezTo>
                          <a:pt x="-1942" y="61505"/>
                          <a:pt x="794" y="73409"/>
                          <a:pt x="6265" y="81605"/>
                        </a:cubicBezTo>
                        <a:cubicBezTo>
                          <a:pt x="11736" y="89815"/>
                          <a:pt x="19651" y="93919"/>
                          <a:pt x="30012" y="9391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35" name="Graphic 176">
                <a:extLst>
                  <a:ext uri="{FF2B5EF4-FFF2-40B4-BE49-F238E27FC236}">
                    <a16:creationId xmlns:a16="http://schemas.microsoft.com/office/drawing/2014/main" id="{CEE82D2B-2A64-E6C9-5063-834F47E5EA76}"/>
                  </a:ext>
                </a:extLst>
              </p:cNvPr>
              <p:cNvGrpSpPr/>
              <p:nvPr/>
            </p:nvGrpSpPr>
            <p:grpSpPr>
              <a:xfrm>
                <a:off x="4158665" y="3740129"/>
                <a:ext cx="321159" cy="95994"/>
                <a:chOff x="4158665" y="3740129"/>
                <a:chExt cx="321159" cy="95994"/>
              </a:xfrm>
              <a:solidFill>
                <a:srgbClr val="000000"/>
              </a:solidFill>
            </p:grpSpPr>
            <p:sp>
              <p:nvSpPr>
                <p:cNvPr id="236" name="Freeform: Shape 235">
                  <a:extLst>
                    <a:ext uri="{FF2B5EF4-FFF2-40B4-BE49-F238E27FC236}">
                      <a16:creationId xmlns:a16="http://schemas.microsoft.com/office/drawing/2014/main" id="{9D898B1A-C2F5-1757-A76A-E33B94CDDBCB}"/>
                    </a:ext>
                  </a:extLst>
                </p:cNvPr>
                <p:cNvSpPr/>
                <p:nvPr/>
              </p:nvSpPr>
              <p:spPr>
                <a:xfrm>
                  <a:off x="4435423" y="3786106"/>
                  <a:ext cx="44401" cy="12690"/>
                </a:xfrm>
                <a:custGeom>
                  <a:avLst/>
                  <a:gdLst>
                    <a:gd name="connsiteX0" fmla="*/ 44505 w 44401"/>
                    <a:gd name="connsiteY0" fmla="*/ 201 h 12690"/>
                    <a:gd name="connsiteX1" fmla="*/ 103 w 44401"/>
                    <a:gd name="connsiteY1" fmla="*/ 201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505" y="201"/>
                      </a:moveTo>
                      <a:lnTo>
                        <a:pt x="103" y="201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37" name="Graphic 176">
                  <a:extLst>
                    <a:ext uri="{FF2B5EF4-FFF2-40B4-BE49-F238E27FC236}">
                      <a16:creationId xmlns:a16="http://schemas.microsoft.com/office/drawing/2014/main" id="{DD582887-29C1-FB50-4251-071B2231B341}"/>
                    </a:ext>
                  </a:extLst>
                </p:cNvPr>
                <p:cNvGrpSpPr/>
                <p:nvPr/>
              </p:nvGrpSpPr>
              <p:grpSpPr>
                <a:xfrm>
                  <a:off x="4158665" y="3740129"/>
                  <a:ext cx="223926" cy="95994"/>
                  <a:chOff x="4158665" y="3740129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38" name="Freeform: Shape 237">
                    <a:extLst>
                      <a:ext uri="{FF2B5EF4-FFF2-40B4-BE49-F238E27FC236}">
                        <a16:creationId xmlns:a16="http://schemas.microsoft.com/office/drawing/2014/main" id="{CB4FBEF5-60B5-5362-C553-47FC9E957E2E}"/>
                      </a:ext>
                    </a:extLst>
                  </p:cNvPr>
                  <p:cNvSpPr/>
                  <p:nvPr/>
                </p:nvSpPr>
                <p:spPr>
                  <a:xfrm flipV="1">
                    <a:off x="4158665" y="3741794"/>
                    <a:ext cx="59843" cy="94328"/>
                  </a:xfrm>
                  <a:custGeom>
                    <a:avLst/>
                    <a:gdLst>
                      <a:gd name="connsiteX0" fmla="*/ 1982 w 59843"/>
                      <a:gd name="connsiteY0" fmla="*/ 92242 h 94328"/>
                      <a:gd name="connsiteX1" fmla="*/ 51101 w 59843"/>
                      <a:gd name="connsiteY1" fmla="*/ 92242 h 94328"/>
                      <a:gd name="connsiteX2" fmla="*/ 51101 w 59843"/>
                      <a:gd name="connsiteY2" fmla="*/ 81693 h 94328"/>
                      <a:gd name="connsiteX3" fmla="*/ 13439 w 59843"/>
                      <a:gd name="connsiteY3" fmla="*/ 81693 h 94328"/>
                      <a:gd name="connsiteX4" fmla="*/ 13439 w 59843"/>
                      <a:gd name="connsiteY4" fmla="*/ 59028 h 94328"/>
                      <a:gd name="connsiteX5" fmla="*/ 18870 w 59843"/>
                      <a:gd name="connsiteY5" fmla="*/ 60416 h 94328"/>
                      <a:gd name="connsiteX6" fmla="*/ 24341 w 59843"/>
                      <a:gd name="connsiteY6" fmla="*/ 60872 h 94328"/>
                      <a:gd name="connsiteX7" fmla="*/ 48861 w 59843"/>
                      <a:gd name="connsiteY7" fmla="*/ 52385 h 94328"/>
                      <a:gd name="connsiteX8" fmla="*/ 57920 w 59843"/>
                      <a:gd name="connsiteY8" fmla="*/ 29403 h 94328"/>
                      <a:gd name="connsiteX9" fmla="*/ 48623 w 59843"/>
                      <a:gd name="connsiteY9" fmla="*/ 6183 h 94328"/>
                      <a:gd name="connsiteX10" fmla="*/ 22418 w 59843"/>
                      <a:gd name="connsiteY10" fmla="*/ -2086 h 94328"/>
                      <a:gd name="connsiteX11" fmla="*/ 10545 w 59843"/>
                      <a:gd name="connsiteY11" fmla="*/ -1095 h 94328"/>
                      <a:gd name="connsiteX12" fmla="*/ -1923 w 59843"/>
                      <a:gd name="connsiteY12" fmla="*/ 1880 h 94328"/>
                      <a:gd name="connsiteX13" fmla="*/ -1923 w 59843"/>
                      <a:gd name="connsiteY13" fmla="*/ 14471 h 94328"/>
                      <a:gd name="connsiteX14" fmla="*/ 9593 w 59843"/>
                      <a:gd name="connsiteY14" fmla="*/ 9950 h 94328"/>
                      <a:gd name="connsiteX15" fmla="*/ 22161 w 59843"/>
                      <a:gd name="connsiteY15" fmla="*/ 8463 h 94328"/>
                      <a:gd name="connsiteX16" fmla="*/ 39128 w 59843"/>
                      <a:gd name="connsiteY16" fmla="*/ 14095 h 94328"/>
                      <a:gd name="connsiteX17" fmla="*/ 45392 w 59843"/>
                      <a:gd name="connsiteY17" fmla="*/ 29403 h 94328"/>
                      <a:gd name="connsiteX18" fmla="*/ 39128 w 59843"/>
                      <a:gd name="connsiteY18" fmla="*/ 44691 h 94328"/>
                      <a:gd name="connsiteX19" fmla="*/ 22161 w 59843"/>
                      <a:gd name="connsiteY19" fmla="*/ 50343 h 94328"/>
                      <a:gd name="connsiteX20" fmla="*/ 12150 w 59843"/>
                      <a:gd name="connsiteY20" fmla="*/ 49232 h 94328"/>
                      <a:gd name="connsiteX21" fmla="*/ 1982 w 59843"/>
                      <a:gd name="connsiteY21" fmla="*/ 45762 h 94328"/>
                      <a:gd name="connsiteX22" fmla="*/ 1982 w 59843"/>
                      <a:gd name="connsiteY22" fmla="*/ 92242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2" y="92242"/>
                        </a:moveTo>
                        <a:lnTo>
                          <a:pt x="51101" y="92242"/>
                        </a:lnTo>
                        <a:lnTo>
                          <a:pt x="51101" y="81693"/>
                        </a:lnTo>
                        <a:lnTo>
                          <a:pt x="13439" y="81693"/>
                        </a:lnTo>
                        <a:lnTo>
                          <a:pt x="13439" y="59028"/>
                        </a:lnTo>
                        <a:cubicBezTo>
                          <a:pt x="15249" y="59649"/>
                          <a:pt x="17060" y="60112"/>
                          <a:pt x="18870" y="60416"/>
                        </a:cubicBezTo>
                        <a:cubicBezTo>
                          <a:pt x="20694" y="60720"/>
                          <a:pt x="22517" y="60872"/>
                          <a:pt x="24341" y="60872"/>
                        </a:cubicBezTo>
                        <a:cubicBezTo>
                          <a:pt x="34662" y="60872"/>
                          <a:pt x="42835" y="58043"/>
                          <a:pt x="48861" y="52385"/>
                        </a:cubicBezTo>
                        <a:cubicBezTo>
                          <a:pt x="54900" y="46727"/>
                          <a:pt x="57920" y="39066"/>
                          <a:pt x="57920" y="29403"/>
                        </a:cubicBezTo>
                        <a:cubicBezTo>
                          <a:pt x="57920" y="19449"/>
                          <a:pt x="54821" y="11709"/>
                          <a:pt x="48623" y="6183"/>
                        </a:cubicBezTo>
                        <a:cubicBezTo>
                          <a:pt x="42426" y="670"/>
                          <a:pt x="33691" y="-2086"/>
                          <a:pt x="22418" y="-2086"/>
                        </a:cubicBezTo>
                        <a:cubicBezTo>
                          <a:pt x="18533" y="-2086"/>
                          <a:pt x="14575" y="-1756"/>
                          <a:pt x="10545" y="-1095"/>
                        </a:cubicBezTo>
                        <a:cubicBezTo>
                          <a:pt x="6528" y="-434"/>
                          <a:pt x="2371" y="558"/>
                          <a:pt x="-1923" y="1880"/>
                        </a:cubicBezTo>
                        <a:lnTo>
                          <a:pt x="-1923" y="14471"/>
                        </a:lnTo>
                        <a:cubicBezTo>
                          <a:pt x="1790" y="12449"/>
                          <a:pt x="5629" y="10942"/>
                          <a:pt x="9593" y="9950"/>
                        </a:cubicBezTo>
                        <a:cubicBezTo>
                          <a:pt x="13558" y="8959"/>
                          <a:pt x="17747" y="8463"/>
                          <a:pt x="22161" y="8463"/>
                        </a:cubicBezTo>
                        <a:cubicBezTo>
                          <a:pt x="29310" y="8463"/>
                          <a:pt x="34966" y="10340"/>
                          <a:pt x="39128" y="14095"/>
                        </a:cubicBezTo>
                        <a:cubicBezTo>
                          <a:pt x="43304" y="17849"/>
                          <a:pt x="45392" y="22952"/>
                          <a:pt x="45392" y="29403"/>
                        </a:cubicBezTo>
                        <a:cubicBezTo>
                          <a:pt x="45392" y="35841"/>
                          <a:pt x="43304" y="40937"/>
                          <a:pt x="39128" y="44691"/>
                        </a:cubicBezTo>
                        <a:cubicBezTo>
                          <a:pt x="34966" y="48459"/>
                          <a:pt x="29310" y="50343"/>
                          <a:pt x="22161" y="50343"/>
                        </a:cubicBezTo>
                        <a:cubicBezTo>
                          <a:pt x="18817" y="50343"/>
                          <a:pt x="15481" y="49973"/>
                          <a:pt x="12150" y="49232"/>
                        </a:cubicBezTo>
                        <a:cubicBezTo>
                          <a:pt x="8834" y="48492"/>
                          <a:pt x="5444" y="47335"/>
                          <a:pt x="1982" y="45762"/>
                        </a:cubicBezTo>
                        <a:lnTo>
                          <a:pt x="1982" y="922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39" name="Freeform: Shape 238">
                    <a:extLst>
                      <a:ext uri="{FF2B5EF4-FFF2-40B4-BE49-F238E27FC236}">
                        <a16:creationId xmlns:a16="http://schemas.microsoft.com/office/drawing/2014/main" id="{F31262A6-B854-5205-4A86-47A7E1B8FF9E}"/>
                      </a:ext>
                    </a:extLst>
                  </p:cNvPr>
                  <p:cNvSpPr/>
                  <p:nvPr/>
                </p:nvSpPr>
                <p:spPr>
                  <a:xfrm flipV="1">
                    <a:off x="4239260" y="3740129"/>
                    <a:ext cx="60874" cy="95994"/>
                  </a:xfrm>
                  <a:custGeom>
                    <a:avLst/>
                    <a:gdLst>
                      <a:gd name="connsiteX0" fmla="*/ 39868 w 60874"/>
                      <a:gd name="connsiteY0" fmla="*/ 49567 h 95994"/>
                      <a:gd name="connsiteX1" fmla="*/ 53882 w 60874"/>
                      <a:gd name="connsiteY1" fmla="*/ 41556 h 95994"/>
                      <a:gd name="connsiteX2" fmla="*/ 58937 w 60874"/>
                      <a:gd name="connsiteY2" fmla="*/ 26565 h 95994"/>
                      <a:gd name="connsiteX3" fmla="*/ 49522 w 60874"/>
                      <a:gd name="connsiteY3" fmla="*/ 5367 h 95994"/>
                      <a:gd name="connsiteX4" fmla="*/ 22762 w 60874"/>
                      <a:gd name="connsiteY4" fmla="*/ -2128 h 95994"/>
                      <a:gd name="connsiteX5" fmla="*/ 10789 w 60874"/>
                      <a:gd name="connsiteY5" fmla="*/ -978 h 95994"/>
                      <a:gd name="connsiteX6" fmla="*/ -1937 w 60874"/>
                      <a:gd name="connsiteY6" fmla="*/ 2472 h 95994"/>
                      <a:gd name="connsiteX7" fmla="*/ -1937 w 60874"/>
                      <a:gd name="connsiteY7" fmla="*/ 14548 h 95994"/>
                      <a:gd name="connsiteX8" fmla="*/ 9441 w 60874"/>
                      <a:gd name="connsiteY8" fmla="*/ 9968 h 95994"/>
                      <a:gd name="connsiteX9" fmla="*/ 22405 w 60874"/>
                      <a:gd name="connsiteY9" fmla="*/ 8421 h 95994"/>
                      <a:gd name="connsiteX10" fmla="*/ 40324 w 60874"/>
                      <a:gd name="connsiteY10" fmla="*/ 13061 h 95994"/>
                      <a:gd name="connsiteX11" fmla="*/ 46489 w 60874"/>
                      <a:gd name="connsiteY11" fmla="*/ 26565 h 95994"/>
                      <a:gd name="connsiteX12" fmla="*/ 40760 w 60874"/>
                      <a:gd name="connsiteY12" fmla="*/ 39355 h 95994"/>
                      <a:gd name="connsiteX13" fmla="*/ 24823 w 60874"/>
                      <a:gd name="connsiteY13" fmla="*/ 43975 h 95994"/>
                      <a:gd name="connsiteX14" fmla="*/ 14040 w 60874"/>
                      <a:gd name="connsiteY14" fmla="*/ 43975 h 95994"/>
                      <a:gd name="connsiteX15" fmla="*/ 14040 w 60874"/>
                      <a:gd name="connsiteY15" fmla="*/ 54267 h 95994"/>
                      <a:gd name="connsiteX16" fmla="*/ 25319 w 60874"/>
                      <a:gd name="connsiteY16" fmla="*/ 54267 h 95994"/>
                      <a:gd name="connsiteX17" fmla="*/ 39432 w 60874"/>
                      <a:gd name="connsiteY17" fmla="*/ 57955 h 95994"/>
                      <a:gd name="connsiteX18" fmla="*/ 44328 w 60874"/>
                      <a:gd name="connsiteY18" fmla="*/ 68583 h 95994"/>
                      <a:gd name="connsiteX19" fmla="*/ 39273 w 60874"/>
                      <a:gd name="connsiteY19" fmla="*/ 79509 h 95994"/>
                      <a:gd name="connsiteX20" fmla="*/ 24823 w 60874"/>
                      <a:gd name="connsiteY20" fmla="*/ 83337 h 95994"/>
                      <a:gd name="connsiteX21" fmla="*/ 13782 w 60874"/>
                      <a:gd name="connsiteY21" fmla="*/ 82206 h 95994"/>
                      <a:gd name="connsiteX22" fmla="*/ 838 w 60874"/>
                      <a:gd name="connsiteY22" fmla="*/ 78756 h 95994"/>
                      <a:gd name="connsiteX23" fmla="*/ 838 w 60874"/>
                      <a:gd name="connsiteY23" fmla="*/ 89900 h 95994"/>
                      <a:gd name="connsiteX24" fmla="*/ 14198 w 60874"/>
                      <a:gd name="connsiteY24" fmla="*/ 92875 h 95994"/>
                      <a:gd name="connsiteX25" fmla="*/ 25933 w 60874"/>
                      <a:gd name="connsiteY25" fmla="*/ 93866 h 95994"/>
                      <a:gd name="connsiteX26" fmla="*/ 48471 w 60874"/>
                      <a:gd name="connsiteY26" fmla="*/ 87382 h 95994"/>
                      <a:gd name="connsiteX27" fmla="*/ 56776 w 60874"/>
                      <a:gd name="connsiteY27" fmla="*/ 69892 h 95994"/>
                      <a:gd name="connsiteX28" fmla="*/ 52376 w 60874"/>
                      <a:gd name="connsiteY28" fmla="*/ 56904 h 95994"/>
                      <a:gd name="connsiteX29" fmla="*/ 39868 w 60874"/>
                      <a:gd name="connsiteY29" fmla="*/ 49567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874" h="95994">
                        <a:moveTo>
                          <a:pt x="39868" y="49567"/>
                        </a:moveTo>
                        <a:cubicBezTo>
                          <a:pt x="45854" y="48285"/>
                          <a:pt x="50526" y="45614"/>
                          <a:pt x="53882" y="41556"/>
                        </a:cubicBezTo>
                        <a:cubicBezTo>
                          <a:pt x="57252" y="37511"/>
                          <a:pt x="58937" y="32514"/>
                          <a:pt x="58937" y="26565"/>
                        </a:cubicBezTo>
                        <a:cubicBezTo>
                          <a:pt x="58937" y="17443"/>
                          <a:pt x="55799" y="10378"/>
                          <a:pt x="49522" y="5367"/>
                        </a:cubicBezTo>
                        <a:cubicBezTo>
                          <a:pt x="43244" y="370"/>
                          <a:pt x="34324" y="-2128"/>
                          <a:pt x="22762" y="-2128"/>
                        </a:cubicBezTo>
                        <a:cubicBezTo>
                          <a:pt x="18890" y="-2128"/>
                          <a:pt x="14899" y="-1745"/>
                          <a:pt x="10789" y="-978"/>
                        </a:cubicBezTo>
                        <a:cubicBezTo>
                          <a:pt x="6679" y="-211"/>
                          <a:pt x="2437" y="939"/>
                          <a:pt x="-1937" y="2472"/>
                        </a:cubicBezTo>
                        <a:lnTo>
                          <a:pt x="-1937" y="14548"/>
                        </a:lnTo>
                        <a:cubicBezTo>
                          <a:pt x="1525" y="12526"/>
                          <a:pt x="5318" y="10999"/>
                          <a:pt x="9441" y="9968"/>
                        </a:cubicBezTo>
                        <a:cubicBezTo>
                          <a:pt x="13577" y="8937"/>
                          <a:pt x="17899" y="8421"/>
                          <a:pt x="22405" y="8421"/>
                        </a:cubicBezTo>
                        <a:cubicBezTo>
                          <a:pt x="30241" y="8421"/>
                          <a:pt x="36214" y="9968"/>
                          <a:pt x="40324" y="13061"/>
                        </a:cubicBezTo>
                        <a:cubicBezTo>
                          <a:pt x="44434" y="16155"/>
                          <a:pt x="46489" y="20656"/>
                          <a:pt x="46489" y="26565"/>
                        </a:cubicBezTo>
                        <a:cubicBezTo>
                          <a:pt x="46489" y="32025"/>
                          <a:pt x="44579" y="36288"/>
                          <a:pt x="40760" y="39355"/>
                        </a:cubicBezTo>
                        <a:cubicBezTo>
                          <a:pt x="36941" y="42435"/>
                          <a:pt x="31629" y="43975"/>
                          <a:pt x="24823" y="43975"/>
                        </a:cubicBezTo>
                        <a:lnTo>
                          <a:pt x="14040" y="43975"/>
                        </a:lnTo>
                        <a:lnTo>
                          <a:pt x="14040" y="54267"/>
                        </a:lnTo>
                        <a:lnTo>
                          <a:pt x="25319" y="54267"/>
                        </a:lnTo>
                        <a:cubicBezTo>
                          <a:pt x="31463" y="54267"/>
                          <a:pt x="36168" y="55496"/>
                          <a:pt x="39432" y="57955"/>
                        </a:cubicBezTo>
                        <a:cubicBezTo>
                          <a:pt x="42696" y="60414"/>
                          <a:pt x="44328" y="63957"/>
                          <a:pt x="44328" y="68583"/>
                        </a:cubicBezTo>
                        <a:cubicBezTo>
                          <a:pt x="44328" y="73329"/>
                          <a:pt x="42643" y="76971"/>
                          <a:pt x="39273" y="79509"/>
                        </a:cubicBezTo>
                        <a:cubicBezTo>
                          <a:pt x="35917" y="82061"/>
                          <a:pt x="31100" y="83337"/>
                          <a:pt x="24823" y="83337"/>
                        </a:cubicBezTo>
                        <a:cubicBezTo>
                          <a:pt x="21387" y="83337"/>
                          <a:pt x="17707" y="82960"/>
                          <a:pt x="13782" y="82206"/>
                        </a:cubicBezTo>
                        <a:cubicBezTo>
                          <a:pt x="9857" y="81466"/>
                          <a:pt x="5543" y="80316"/>
                          <a:pt x="838" y="78756"/>
                        </a:cubicBezTo>
                        <a:lnTo>
                          <a:pt x="838" y="89900"/>
                        </a:lnTo>
                        <a:cubicBezTo>
                          <a:pt x="5595" y="91222"/>
                          <a:pt x="10049" y="92214"/>
                          <a:pt x="14198" y="92875"/>
                        </a:cubicBezTo>
                        <a:cubicBezTo>
                          <a:pt x="18348" y="93535"/>
                          <a:pt x="22259" y="93866"/>
                          <a:pt x="25933" y="93866"/>
                        </a:cubicBezTo>
                        <a:cubicBezTo>
                          <a:pt x="35434" y="93866"/>
                          <a:pt x="42947" y="91705"/>
                          <a:pt x="48471" y="87382"/>
                        </a:cubicBezTo>
                        <a:cubicBezTo>
                          <a:pt x="54008" y="83072"/>
                          <a:pt x="56776" y="77242"/>
                          <a:pt x="56776" y="69892"/>
                        </a:cubicBezTo>
                        <a:cubicBezTo>
                          <a:pt x="56776" y="64763"/>
                          <a:pt x="55310" y="60434"/>
                          <a:pt x="52376" y="56904"/>
                        </a:cubicBezTo>
                        <a:cubicBezTo>
                          <a:pt x="49442" y="53374"/>
                          <a:pt x="45273" y="50929"/>
                          <a:pt x="39868" y="4956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40" name="Freeform: Shape 239">
                    <a:extLst>
                      <a:ext uri="{FF2B5EF4-FFF2-40B4-BE49-F238E27FC236}">
                        <a16:creationId xmlns:a16="http://schemas.microsoft.com/office/drawing/2014/main" id="{71F2032C-BB73-3661-9863-E46169F5AE40}"/>
                      </a:ext>
                    </a:extLst>
                  </p:cNvPr>
                  <p:cNvSpPr/>
                  <p:nvPr/>
                </p:nvSpPr>
                <p:spPr>
                  <a:xfrm flipV="1">
                    <a:off x="4318665" y="3740129"/>
                    <a:ext cx="63926" cy="95994"/>
                  </a:xfrm>
                  <a:custGeom>
                    <a:avLst/>
                    <a:gdLst>
                      <a:gd name="connsiteX0" fmla="*/ 30012 w 63926"/>
                      <a:gd name="connsiteY0" fmla="*/ 83951 h 95994"/>
                      <a:gd name="connsiteX1" fmla="*/ 15482 w 63926"/>
                      <a:gd name="connsiteY1" fmla="*/ 74433 h 95994"/>
                      <a:gd name="connsiteX2" fmla="*/ 10626 w 63926"/>
                      <a:gd name="connsiteY2" fmla="*/ 45839 h 95994"/>
                      <a:gd name="connsiteX3" fmla="*/ 15482 w 63926"/>
                      <a:gd name="connsiteY3" fmla="*/ 17305 h 95994"/>
                      <a:gd name="connsiteX4" fmla="*/ 30012 w 63926"/>
                      <a:gd name="connsiteY4" fmla="*/ 7787 h 95994"/>
                      <a:gd name="connsiteX5" fmla="*/ 44601 w 63926"/>
                      <a:gd name="connsiteY5" fmla="*/ 17305 h 95994"/>
                      <a:gd name="connsiteX6" fmla="*/ 49477 w 63926"/>
                      <a:gd name="connsiteY6" fmla="*/ 45839 h 95994"/>
                      <a:gd name="connsiteX7" fmla="*/ 44601 w 63926"/>
                      <a:gd name="connsiteY7" fmla="*/ 74433 h 95994"/>
                      <a:gd name="connsiteX8" fmla="*/ 30012 w 63926"/>
                      <a:gd name="connsiteY8" fmla="*/ 83951 h 95994"/>
                      <a:gd name="connsiteX9" fmla="*/ 30012 w 63926"/>
                      <a:gd name="connsiteY9" fmla="*/ 93866 h 95994"/>
                      <a:gd name="connsiteX10" fmla="*/ 53779 w 63926"/>
                      <a:gd name="connsiteY10" fmla="*/ 81552 h 95994"/>
                      <a:gd name="connsiteX11" fmla="*/ 61985 w 63926"/>
                      <a:gd name="connsiteY11" fmla="*/ 45839 h 95994"/>
                      <a:gd name="connsiteX12" fmla="*/ 53779 w 63926"/>
                      <a:gd name="connsiteY12" fmla="*/ 10166 h 95994"/>
                      <a:gd name="connsiteX13" fmla="*/ 30012 w 63926"/>
                      <a:gd name="connsiteY13" fmla="*/ -2128 h 95994"/>
                      <a:gd name="connsiteX14" fmla="*/ 6265 w 63926"/>
                      <a:gd name="connsiteY14" fmla="*/ 10166 h 95994"/>
                      <a:gd name="connsiteX15" fmla="*/ -1942 w 63926"/>
                      <a:gd name="connsiteY15" fmla="*/ 45839 h 95994"/>
                      <a:gd name="connsiteX16" fmla="*/ 6265 w 63926"/>
                      <a:gd name="connsiteY16" fmla="*/ 81552 h 95994"/>
                      <a:gd name="connsiteX17" fmla="*/ 30012 w 63926"/>
                      <a:gd name="connsiteY17" fmla="*/ 9386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12" y="83951"/>
                        </a:moveTo>
                        <a:cubicBezTo>
                          <a:pt x="23576" y="83951"/>
                          <a:pt x="18733" y="80779"/>
                          <a:pt x="15482" y="74433"/>
                        </a:cubicBezTo>
                        <a:cubicBezTo>
                          <a:pt x="12245" y="68101"/>
                          <a:pt x="10626" y="58570"/>
                          <a:pt x="10626" y="45839"/>
                        </a:cubicBezTo>
                        <a:cubicBezTo>
                          <a:pt x="10626" y="33162"/>
                          <a:pt x="12245" y="23650"/>
                          <a:pt x="15482" y="17305"/>
                        </a:cubicBezTo>
                        <a:cubicBezTo>
                          <a:pt x="18733" y="10959"/>
                          <a:pt x="23576" y="7787"/>
                          <a:pt x="30012" y="7787"/>
                        </a:cubicBezTo>
                        <a:cubicBezTo>
                          <a:pt x="36500" y="7787"/>
                          <a:pt x="41363" y="10959"/>
                          <a:pt x="44601" y="17305"/>
                        </a:cubicBezTo>
                        <a:cubicBezTo>
                          <a:pt x="47852" y="23650"/>
                          <a:pt x="49477" y="33162"/>
                          <a:pt x="49477" y="45839"/>
                        </a:cubicBezTo>
                        <a:cubicBezTo>
                          <a:pt x="49477" y="58570"/>
                          <a:pt x="47852" y="68101"/>
                          <a:pt x="44601" y="74433"/>
                        </a:cubicBezTo>
                        <a:cubicBezTo>
                          <a:pt x="41363" y="80779"/>
                          <a:pt x="36500" y="83951"/>
                          <a:pt x="30012" y="83951"/>
                        </a:cubicBezTo>
                        <a:close/>
                        <a:moveTo>
                          <a:pt x="30012" y="93866"/>
                        </a:moveTo>
                        <a:cubicBezTo>
                          <a:pt x="40385" y="93866"/>
                          <a:pt x="48308" y="89761"/>
                          <a:pt x="53779" y="81552"/>
                        </a:cubicBezTo>
                        <a:cubicBezTo>
                          <a:pt x="59250" y="73356"/>
                          <a:pt x="61985" y="61451"/>
                          <a:pt x="61985" y="45839"/>
                        </a:cubicBezTo>
                        <a:cubicBezTo>
                          <a:pt x="61985" y="30267"/>
                          <a:pt x="59250" y="18375"/>
                          <a:pt x="53779" y="10166"/>
                        </a:cubicBezTo>
                        <a:cubicBezTo>
                          <a:pt x="48308" y="1970"/>
                          <a:pt x="40385" y="-2128"/>
                          <a:pt x="30012" y="-2128"/>
                        </a:cubicBezTo>
                        <a:cubicBezTo>
                          <a:pt x="19651" y="-2128"/>
                          <a:pt x="11736" y="1970"/>
                          <a:pt x="6265" y="10166"/>
                        </a:cubicBezTo>
                        <a:cubicBezTo>
                          <a:pt x="794" y="18375"/>
                          <a:pt x="-1942" y="30267"/>
                          <a:pt x="-1942" y="45839"/>
                        </a:cubicBezTo>
                        <a:cubicBezTo>
                          <a:pt x="-1942" y="61451"/>
                          <a:pt x="794" y="73356"/>
                          <a:pt x="6265" y="81552"/>
                        </a:cubicBezTo>
                        <a:cubicBezTo>
                          <a:pt x="11736" y="89761"/>
                          <a:pt x="19651" y="93866"/>
                          <a:pt x="30012" y="9386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41" name="Graphic 176">
                <a:extLst>
                  <a:ext uri="{FF2B5EF4-FFF2-40B4-BE49-F238E27FC236}">
                    <a16:creationId xmlns:a16="http://schemas.microsoft.com/office/drawing/2014/main" id="{042A359E-66AC-6C64-22FA-DFAD23F2BCC4}"/>
                  </a:ext>
                </a:extLst>
              </p:cNvPr>
              <p:cNvGrpSpPr/>
              <p:nvPr/>
            </p:nvGrpSpPr>
            <p:grpSpPr>
              <a:xfrm>
                <a:off x="4158665" y="3064698"/>
                <a:ext cx="321159" cy="95994"/>
                <a:chOff x="4158665" y="3064698"/>
                <a:chExt cx="321159" cy="95994"/>
              </a:xfrm>
              <a:solidFill>
                <a:srgbClr val="000000"/>
              </a:solidFill>
            </p:grpSpPr>
            <p:sp>
              <p:nvSpPr>
                <p:cNvPr id="242" name="Freeform: Shape 241">
                  <a:extLst>
                    <a:ext uri="{FF2B5EF4-FFF2-40B4-BE49-F238E27FC236}">
                      <a16:creationId xmlns:a16="http://schemas.microsoft.com/office/drawing/2014/main" id="{C8373746-4B7C-C951-C4FA-B78DCE3A45F4}"/>
                    </a:ext>
                  </a:extLst>
                </p:cNvPr>
                <p:cNvSpPr/>
                <p:nvPr/>
              </p:nvSpPr>
              <p:spPr>
                <a:xfrm>
                  <a:off x="4435423" y="3110675"/>
                  <a:ext cx="44401" cy="12690"/>
                </a:xfrm>
                <a:custGeom>
                  <a:avLst/>
                  <a:gdLst>
                    <a:gd name="connsiteX0" fmla="*/ 44505 w 44401"/>
                    <a:gd name="connsiteY0" fmla="*/ 148 h 12690"/>
                    <a:gd name="connsiteX1" fmla="*/ 103 w 44401"/>
                    <a:gd name="connsiteY1" fmla="*/ 148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505" y="148"/>
                      </a:moveTo>
                      <a:lnTo>
                        <a:pt x="103" y="148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43" name="Graphic 176">
                  <a:extLst>
                    <a:ext uri="{FF2B5EF4-FFF2-40B4-BE49-F238E27FC236}">
                      <a16:creationId xmlns:a16="http://schemas.microsoft.com/office/drawing/2014/main" id="{C53C20B0-08B7-A207-76BA-0F387640BB1D}"/>
                    </a:ext>
                  </a:extLst>
                </p:cNvPr>
                <p:cNvGrpSpPr/>
                <p:nvPr/>
              </p:nvGrpSpPr>
              <p:grpSpPr>
                <a:xfrm>
                  <a:off x="4158665" y="3064698"/>
                  <a:ext cx="223926" cy="95994"/>
                  <a:chOff x="4158665" y="3064698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44" name="Freeform: Shape 243">
                    <a:extLst>
                      <a:ext uri="{FF2B5EF4-FFF2-40B4-BE49-F238E27FC236}">
                        <a16:creationId xmlns:a16="http://schemas.microsoft.com/office/drawing/2014/main" id="{714455F1-6A74-A992-839E-D06C4DD25888}"/>
                      </a:ext>
                    </a:extLst>
                  </p:cNvPr>
                  <p:cNvSpPr/>
                  <p:nvPr/>
                </p:nvSpPr>
                <p:spPr>
                  <a:xfrm flipV="1">
                    <a:off x="4158665" y="3066363"/>
                    <a:ext cx="59843" cy="94328"/>
                  </a:xfrm>
                  <a:custGeom>
                    <a:avLst/>
                    <a:gdLst>
                      <a:gd name="connsiteX0" fmla="*/ 1982 w 59843"/>
                      <a:gd name="connsiteY0" fmla="*/ 92189 h 94328"/>
                      <a:gd name="connsiteX1" fmla="*/ 51101 w 59843"/>
                      <a:gd name="connsiteY1" fmla="*/ 92189 h 94328"/>
                      <a:gd name="connsiteX2" fmla="*/ 51101 w 59843"/>
                      <a:gd name="connsiteY2" fmla="*/ 81640 h 94328"/>
                      <a:gd name="connsiteX3" fmla="*/ 13439 w 59843"/>
                      <a:gd name="connsiteY3" fmla="*/ 81640 h 94328"/>
                      <a:gd name="connsiteX4" fmla="*/ 13439 w 59843"/>
                      <a:gd name="connsiteY4" fmla="*/ 58975 h 94328"/>
                      <a:gd name="connsiteX5" fmla="*/ 18870 w 59843"/>
                      <a:gd name="connsiteY5" fmla="*/ 60363 h 94328"/>
                      <a:gd name="connsiteX6" fmla="*/ 24341 w 59843"/>
                      <a:gd name="connsiteY6" fmla="*/ 60819 h 94328"/>
                      <a:gd name="connsiteX7" fmla="*/ 48861 w 59843"/>
                      <a:gd name="connsiteY7" fmla="*/ 52332 h 94328"/>
                      <a:gd name="connsiteX8" fmla="*/ 57920 w 59843"/>
                      <a:gd name="connsiteY8" fmla="*/ 29350 h 94328"/>
                      <a:gd name="connsiteX9" fmla="*/ 48623 w 59843"/>
                      <a:gd name="connsiteY9" fmla="*/ 6130 h 94328"/>
                      <a:gd name="connsiteX10" fmla="*/ 22418 w 59843"/>
                      <a:gd name="connsiteY10" fmla="*/ -2139 h 94328"/>
                      <a:gd name="connsiteX11" fmla="*/ 10545 w 59843"/>
                      <a:gd name="connsiteY11" fmla="*/ -1148 h 94328"/>
                      <a:gd name="connsiteX12" fmla="*/ -1923 w 59843"/>
                      <a:gd name="connsiteY12" fmla="*/ 1827 h 94328"/>
                      <a:gd name="connsiteX13" fmla="*/ -1923 w 59843"/>
                      <a:gd name="connsiteY13" fmla="*/ 14418 h 94328"/>
                      <a:gd name="connsiteX14" fmla="*/ 9593 w 59843"/>
                      <a:gd name="connsiteY14" fmla="*/ 9897 h 94328"/>
                      <a:gd name="connsiteX15" fmla="*/ 22161 w 59843"/>
                      <a:gd name="connsiteY15" fmla="*/ 8410 h 94328"/>
                      <a:gd name="connsiteX16" fmla="*/ 39128 w 59843"/>
                      <a:gd name="connsiteY16" fmla="*/ 14041 h 94328"/>
                      <a:gd name="connsiteX17" fmla="*/ 45392 w 59843"/>
                      <a:gd name="connsiteY17" fmla="*/ 29350 h 94328"/>
                      <a:gd name="connsiteX18" fmla="*/ 39128 w 59843"/>
                      <a:gd name="connsiteY18" fmla="*/ 44638 h 94328"/>
                      <a:gd name="connsiteX19" fmla="*/ 22161 w 59843"/>
                      <a:gd name="connsiteY19" fmla="*/ 50290 h 94328"/>
                      <a:gd name="connsiteX20" fmla="*/ 12150 w 59843"/>
                      <a:gd name="connsiteY20" fmla="*/ 49179 h 94328"/>
                      <a:gd name="connsiteX21" fmla="*/ 1982 w 59843"/>
                      <a:gd name="connsiteY21" fmla="*/ 45709 h 94328"/>
                      <a:gd name="connsiteX22" fmla="*/ 1982 w 59843"/>
                      <a:gd name="connsiteY22" fmla="*/ 92189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2" y="92189"/>
                        </a:moveTo>
                        <a:lnTo>
                          <a:pt x="51101" y="92189"/>
                        </a:lnTo>
                        <a:lnTo>
                          <a:pt x="51101" y="81640"/>
                        </a:lnTo>
                        <a:lnTo>
                          <a:pt x="13439" y="81640"/>
                        </a:lnTo>
                        <a:lnTo>
                          <a:pt x="13439" y="58975"/>
                        </a:lnTo>
                        <a:cubicBezTo>
                          <a:pt x="15249" y="59596"/>
                          <a:pt x="17060" y="60059"/>
                          <a:pt x="18870" y="60363"/>
                        </a:cubicBezTo>
                        <a:cubicBezTo>
                          <a:pt x="20694" y="60667"/>
                          <a:pt x="22517" y="60819"/>
                          <a:pt x="24341" y="60819"/>
                        </a:cubicBezTo>
                        <a:cubicBezTo>
                          <a:pt x="34662" y="60819"/>
                          <a:pt x="42835" y="57990"/>
                          <a:pt x="48861" y="52332"/>
                        </a:cubicBezTo>
                        <a:cubicBezTo>
                          <a:pt x="54900" y="46674"/>
                          <a:pt x="57920" y="39013"/>
                          <a:pt x="57920" y="29350"/>
                        </a:cubicBezTo>
                        <a:cubicBezTo>
                          <a:pt x="57920" y="19395"/>
                          <a:pt x="54821" y="11655"/>
                          <a:pt x="48623" y="6130"/>
                        </a:cubicBezTo>
                        <a:cubicBezTo>
                          <a:pt x="42426" y="617"/>
                          <a:pt x="33691" y="-2139"/>
                          <a:pt x="22418" y="-2139"/>
                        </a:cubicBezTo>
                        <a:cubicBezTo>
                          <a:pt x="18533" y="-2139"/>
                          <a:pt x="14575" y="-1809"/>
                          <a:pt x="10545" y="-1148"/>
                        </a:cubicBezTo>
                        <a:cubicBezTo>
                          <a:pt x="6528" y="-487"/>
                          <a:pt x="2371" y="505"/>
                          <a:pt x="-1923" y="1827"/>
                        </a:cubicBezTo>
                        <a:lnTo>
                          <a:pt x="-1923" y="14418"/>
                        </a:lnTo>
                        <a:cubicBezTo>
                          <a:pt x="1790" y="12396"/>
                          <a:pt x="5629" y="10889"/>
                          <a:pt x="9593" y="9897"/>
                        </a:cubicBezTo>
                        <a:cubicBezTo>
                          <a:pt x="13558" y="8906"/>
                          <a:pt x="17747" y="8410"/>
                          <a:pt x="22161" y="8410"/>
                        </a:cubicBezTo>
                        <a:cubicBezTo>
                          <a:pt x="29310" y="8410"/>
                          <a:pt x="34966" y="10287"/>
                          <a:pt x="39128" y="14041"/>
                        </a:cubicBezTo>
                        <a:cubicBezTo>
                          <a:pt x="43304" y="17796"/>
                          <a:pt x="45392" y="22899"/>
                          <a:pt x="45392" y="29350"/>
                        </a:cubicBezTo>
                        <a:cubicBezTo>
                          <a:pt x="45392" y="35788"/>
                          <a:pt x="43304" y="40884"/>
                          <a:pt x="39128" y="44638"/>
                        </a:cubicBezTo>
                        <a:cubicBezTo>
                          <a:pt x="34966" y="48406"/>
                          <a:pt x="29310" y="50290"/>
                          <a:pt x="22161" y="50290"/>
                        </a:cubicBezTo>
                        <a:cubicBezTo>
                          <a:pt x="18817" y="50290"/>
                          <a:pt x="15481" y="49919"/>
                          <a:pt x="12150" y="49179"/>
                        </a:cubicBezTo>
                        <a:cubicBezTo>
                          <a:pt x="8834" y="48439"/>
                          <a:pt x="5444" y="47282"/>
                          <a:pt x="1982" y="45709"/>
                        </a:cubicBezTo>
                        <a:lnTo>
                          <a:pt x="1982" y="9218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45" name="Freeform: Shape 244">
                    <a:extLst>
                      <a:ext uri="{FF2B5EF4-FFF2-40B4-BE49-F238E27FC236}">
                        <a16:creationId xmlns:a16="http://schemas.microsoft.com/office/drawing/2014/main" id="{9EE80986-6A6A-1FAA-3AEC-16D42E38A898}"/>
                      </a:ext>
                    </a:extLst>
                  </p:cNvPr>
                  <p:cNvSpPr/>
                  <p:nvPr/>
                </p:nvSpPr>
                <p:spPr>
                  <a:xfrm flipV="1">
                    <a:off x="4235791" y="3066363"/>
                    <a:ext cx="67395" cy="92524"/>
                  </a:xfrm>
                  <a:custGeom>
                    <a:avLst/>
                    <a:gdLst>
                      <a:gd name="connsiteX0" fmla="*/ 39819 w 67395"/>
                      <a:gd name="connsiteY0" fmla="*/ 79433 h 92524"/>
                      <a:gd name="connsiteX1" fmla="*/ 8223 w 67395"/>
                      <a:gd name="connsiteY1" fmla="*/ 30038 h 92524"/>
                      <a:gd name="connsiteX2" fmla="*/ 39819 w 67395"/>
                      <a:gd name="connsiteY2" fmla="*/ 30038 h 92524"/>
                      <a:gd name="connsiteX3" fmla="*/ 39819 w 67395"/>
                      <a:gd name="connsiteY3" fmla="*/ 79433 h 92524"/>
                      <a:gd name="connsiteX4" fmla="*/ 36529 w 67395"/>
                      <a:gd name="connsiteY4" fmla="*/ 90339 h 92524"/>
                      <a:gd name="connsiteX5" fmla="*/ 52267 w 67395"/>
                      <a:gd name="connsiteY5" fmla="*/ 90339 h 92524"/>
                      <a:gd name="connsiteX6" fmla="*/ 52267 w 67395"/>
                      <a:gd name="connsiteY6" fmla="*/ 30038 h 92524"/>
                      <a:gd name="connsiteX7" fmla="*/ 65469 w 67395"/>
                      <a:gd name="connsiteY7" fmla="*/ 30038 h 92524"/>
                      <a:gd name="connsiteX8" fmla="*/ 65469 w 67395"/>
                      <a:gd name="connsiteY8" fmla="*/ 19627 h 92524"/>
                      <a:gd name="connsiteX9" fmla="*/ 52267 w 67395"/>
                      <a:gd name="connsiteY9" fmla="*/ 19627 h 92524"/>
                      <a:gd name="connsiteX10" fmla="*/ 52267 w 67395"/>
                      <a:gd name="connsiteY10" fmla="*/ -2185 h 92524"/>
                      <a:gd name="connsiteX11" fmla="*/ 39819 w 67395"/>
                      <a:gd name="connsiteY11" fmla="*/ -2185 h 92524"/>
                      <a:gd name="connsiteX12" fmla="*/ 39819 w 67395"/>
                      <a:gd name="connsiteY12" fmla="*/ 19627 h 92524"/>
                      <a:gd name="connsiteX13" fmla="*/ -1926 w 67395"/>
                      <a:gd name="connsiteY13" fmla="*/ 19627 h 92524"/>
                      <a:gd name="connsiteX14" fmla="*/ -1926 w 67395"/>
                      <a:gd name="connsiteY14" fmla="*/ 31704 h 92524"/>
                      <a:gd name="connsiteX15" fmla="*/ 36529 w 67395"/>
                      <a:gd name="connsiteY15" fmla="*/ 90339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819" y="79433"/>
                        </a:moveTo>
                        <a:lnTo>
                          <a:pt x="8223" y="30038"/>
                        </a:lnTo>
                        <a:lnTo>
                          <a:pt x="39819" y="30038"/>
                        </a:lnTo>
                        <a:lnTo>
                          <a:pt x="39819" y="79433"/>
                        </a:lnTo>
                        <a:close/>
                        <a:moveTo>
                          <a:pt x="36529" y="90339"/>
                        </a:moveTo>
                        <a:lnTo>
                          <a:pt x="52267" y="90339"/>
                        </a:lnTo>
                        <a:lnTo>
                          <a:pt x="52267" y="30038"/>
                        </a:lnTo>
                        <a:lnTo>
                          <a:pt x="65469" y="30038"/>
                        </a:lnTo>
                        <a:lnTo>
                          <a:pt x="65469" y="19627"/>
                        </a:lnTo>
                        <a:lnTo>
                          <a:pt x="52267" y="19627"/>
                        </a:lnTo>
                        <a:lnTo>
                          <a:pt x="52267" y="-2185"/>
                        </a:lnTo>
                        <a:lnTo>
                          <a:pt x="39819" y="-2185"/>
                        </a:lnTo>
                        <a:lnTo>
                          <a:pt x="39819" y="19627"/>
                        </a:lnTo>
                        <a:lnTo>
                          <a:pt x="-1926" y="19627"/>
                        </a:lnTo>
                        <a:lnTo>
                          <a:pt x="-1926" y="31704"/>
                        </a:lnTo>
                        <a:lnTo>
                          <a:pt x="36529" y="903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46" name="Freeform: Shape 245">
                    <a:extLst>
                      <a:ext uri="{FF2B5EF4-FFF2-40B4-BE49-F238E27FC236}">
                        <a16:creationId xmlns:a16="http://schemas.microsoft.com/office/drawing/2014/main" id="{016C5A82-69F2-5CC5-A78B-5DEC4AD182FC}"/>
                      </a:ext>
                    </a:extLst>
                  </p:cNvPr>
                  <p:cNvSpPr/>
                  <p:nvPr/>
                </p:nvSpPr>
                <p:spPr>
                  <a:xfrm flipV="1">
                    <a:off x="4318665" y="3064698"/>
                    <a:ext cx="63926" cy="95994"/>
                  </a:xfrm>
                  <a:custGeom>
                    <a:avLst/>
                    <a:gdLst>
                      <a:gd name="connsiteX0" fmla="*/ 30012 w 63926"/>
                      <a:gd name="connsiteY0" fmla="*/ 83898 h 95994"/>
                      <a:gd name="connsiteX1" fmla="*/ 15482 w 63926"/>
                      <a:gd name="connsiteY1" fmla="*/ 74380 h 95994"/>
                      <a:gd name="connsiteX2" fmla="*/ 10626 w 63926"/>
                      <a:gd name="connsiteY2" fmla="*/ 45786 h 95994"/>
                      <a:gd name="connsiteX3" fmla="*/ 15482 w 63926"/>
                      <a:gd name="connsiteY3" fmla="*/ 17251 h 95994"/>
                      <a:gd name="connsiteX4" fmla="*/ 30012 w 63926"/>
                      <a:gd name="connsiteY4" fmla="*/ 7733 h 95994"/>
                      <a:gd name="connsiteX5" fmla="*/ 44601 w 63926"/>
                      <a:gd name="connsiteY5" fmla="*/ 17251 h 95994"/>
                      <a:gd name="connsiteX6" fmla="*/ 49477 w 63926"/>
                      <a:gd name="connsiteY6" fmla="*/ 45786 h 95994"/>
                      <a:gd name="connsiteX7" fmla="*/ 44601 w 63926"/>
                      <a:gd name="connsiteY7" fmla="*/ 74380 h 95994"/>
                      <a:gd name="connsiteX8" fmla="*/ 30012 w 63926"/>
                      <a:gd name="connsiteY8" fmla="*/ 83898 h 95994"/>
                      <a:gd name="connsiteX9" fmla="*/ 30012 w 63926"/>
                      <a:gd name="connsiteY9" fmla="*/ 93813 h 95994"/>
                      <a:gd name="connsiteX10" fmla="*/ 53779 w 63926"/>
                      <a:gd name="connsiteY10" fmla="*/ 81499 h 95994"/>
                      <a:gd name="connsiteX11" fmla="*/ 61985 w 63926"/>
                      <a:gd name="connsiteY11" fmla="*/ 45786 h 95994"/>
                      <a:gd name="connsiteX12" fmla="*/ 53779 w 63926"/>
                      <a:gd name="connsiteY12" fmla="*/ 10113 h 95994"/>
                      <a:gd name="connsiteX13" fmla="*/ 30012 w 63926"/>
                      <a:gd name="connsiteY13" fmla="*/ -2181 h 95994"/>
                      <a:gd name="connsiteX14" fmla="*/ 6265 w 63926"/>
                      <a:gd name="connsiteY14" fmla="*/ 10113 h 95994"/>
                      <a:gd name="connsiteX15" fmla="*/ -1942 w 63926"/>
                      <a:gd name="connsiteY15" fmla="*/ 45786 h 95994"/>
                      <a:gd name="connsiteX16" fmla="*/ 6265 w 63926"/>
                      <a:gd name="connsiteY16" fmla="*/ 81499 h 95994"/>
                      <a:gd name="connsiteX17" fmla="*/ 30012 w 63926"/>
                      <a:gd name="connsiteY17" fmla="*/ 9381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12" y="83898"/>
                        </a:moveTo>
                        <a:cubicBezTo>
                          <a:pt x="23576" y="83898"/>
                          <a:pt x="18733" y="80725"/>
                          <a:pt x="15482" y="74380"/>
                        </a:cubicBezTo>
                        <a:cubicBezTo>
                          <a:pt x="12245" y="68048"/>
                          <a:pt x="10626" y="58516"/>
                          <a:pt x="10626" y="45786"/>
                        </a:cubicBezTo>
                        <a:cubicBezTo>
                          <a:pt x="10626" y="33108"/>
                          <a:pt x="12245" y="23597"/>
                          <a:pt x="15482" y="17251"/>
                        </a:cubicBezTo>
                        <a:cubicBezTo>
                          <a:pt x="18733" y="10906"/>
                          <a:pt x="23576" y="7733"/>
                          <a:pt x="30012" y="7733"/>
                        </a:cubicBezTo>
                        <a:cubicBezTo>
                          <a:pt x="36500" y="7733"/>
                          <a:pt x="41363" y="10906"/>
                          <a:pt x="44601" y="17251"/>
                        </a:cubicBezTo>
                        <a:cubicBezTo>
                          <a:pt x="47852" y="23597"/>
                          <a:pt x="49477" y="33108"/>
                          <a:pt x="49477" y="45786"/>
                        </a:cubicBezTo>
                        <a:cubicBezTo>
                          <a:pt x="49477" y="58516"/>
                          <a:pt x="47852" y="68048"/>
                          <a:pt x="44601" y="74380"/>
                        </a:cubicBezTo>
                        <a:cubicBezTo>
                          <a:pt x="41363" y="80725"/>
                          <a:pt x="36500" y="83898"/>
                          <a:pt x="30012" y="83898"/>
                        </a:cubicBezTo>
                        <a:close/>
                        <a:moveTo>
                          <a:pt x="30012" y="93813"/>
                        </a:moveTo>
                        <a:cubicBezTo>
                          <a:pt x="40385" y="93813"/>
                          <a:pt x="48308" y="89708"/>
                          <a:pt x="53779" y="81499"/>
                        </a:cubicBezTo>
                        <a:cubicBezTo>
                          <a:pt x="59250" y="73303"/>
                          <a:pt x="61985" y="61398"/>
                          <a:pt x="61985" y="45786"/>
                        </a:cubicBezTo>
                        <a:cubicBezTo>
                          <a:pt x="61985" y="30213"/>
                          <a:pt x="59250" y="18322"/>
                          <a:pt x="53779" y="10113"/>
                        </a:cubicBezTo>
                        <a:cubicBezTo>
                          <a:pt x="48308" y="1917"/>
                          <a:pt x="40385" y="-2181"/>
                          <a:pt x="30012" y="-2181"/>
                        </a:cubicBezTo>
                        <a:cubicBezTo>
                          <a:pt x="19651" y="-2181"/>
                          <a:pt x="11736" y="1917"/>
                          <a:pt x="6265" y="10113"/>
                        </a:cubicBezTo>
                        <a:cubicBezTo>
                          <a:pt x="794" y="18322"/>
                          <a:pt x="-1942" y="30213"/>
                          <a:pt x="-1942" y="45786"/>
                        </a:cubicBezTo>
                        <a:cubicBezTo>
                          <a:pt x="-1942" y="61398"/>
                          <a:pt x="794" y="73303"/>
                          <a:pt x="6265" y="81499"/>
                        </a:cubicBezTo>
                        <a:cubicBezTo>
                          <a:pt x="11736" y="89708"/>
                          <a:pt x="19651" y="93813"/>
                          <a:pt x="30012" y="938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47" name="Graphic 176">
                <a:extLst>
                  <a:ext uri="{FF2B5EF4-FFF2-40B4-BE49-F238E27FC236}">
                    <a16:creationId xmlns:a16="http://schemas.microsoft.com/office/drawing/2014/main" id="{3301BA7B-9989-93D5-F954-28008F33085D}"/>
                  </a:ext>
                </a:extLst>
              </p:cNvPr>
              <p:cNvGrpSpPr/>
              <p:nvPr/>
            </p:nvGrpSpPr>
            <p:grpSpPr>
              <a:xfrm>
                <a:off x="4158665" y="2389262"/>
                <a:ext cx="321159" cy="95994"/>
                <a:chOff x="4158665" y="2389262"/>
                <a:chExt cx="321159" cy="95994"/>
              </a:xfrm>
              <a:solidFill>
                <a:srgbClr val="000000"/>
              </a:solidFill>
            </p:grpSpPr>
            <p:sp>
              <p:nvSpPr>
                <p:cNvPr id="248" name="Freeform: Shape 247">
                  <a:extLst>
                    <a:ext uri="{FF2B5EF4-FFF2-40B4-BE49-F238E27FC236}">
                      <a16:creationId xmlns:a16="http://schemas.microsoft.com/office/drawing/2014/main" id="{AD38775C-CC38-3635-9172-24422123AD2F}"/>
                    </a:ext>
                  </a:extLst>
                </p:cNvPr>
                <p:cNvSpPr/>
                <p:nvPr/>
              </p:nvSpPr>
              <p:spPr>
                <a:xfrm>
                  <a:off x="4435423" y="2435236"/>
                  <a:ext cx="44401" cy="12690"/>
                </a:xfrm>
                <a:custGeom>
                  <a:avLst/>
                  <a:gdLst>
                    <a:gd name="connsiteX0" fmla="*/ 44505 w 44401"/>
                    <a:gd name="connsiteY0" fmla="*/ 95 h 12690"/>
                    <a:gd name="connsiteX1" fmla="*/ 103 w 44401"/>
                    <a:gd name="connsiteY1" fmla="*/ 95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505" y="95"/>
                      </a:moveTo>
                      <a:lnTo>
                        <a:pt x="103" y="9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49" name="Graphic 176">
                  <a:extLst>
                    <a:ext uri="{FF2B5EF4-FFF2-40B4-BE49-F238E27FC236}">
                      <a16:creationId xmlns:a16="http://schemas.microsoft.com/office/drawing/2014/main" id="{1707CA64-B151-7C3A-7200-D7A369F90011}"/>
                    </a:ext>
                  </a:extLst>
                </p:cNvPr>
                <p:cNvGrpSpPr/>
                <p:nvPr/>
              </p:nvGrpSpPr>
              <p:grpSpPr>
                <a:xfrm>
                  <a:off x="4158665" y="2389262"/>
                  <a:ext cx="223926" cy="95994"/>
                  <a:chOff x="4158665" y="2389262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50" name="Freeform: Shape 249">
                    <a:extLst>
                      <a:ext uri="{FF2B5EF4-FFF2-40B4-BE49-F238E27FC236}">
                        <a16:creationId xmlns:a16="http://schemas.microsoft.com/office/drawing/2014/main" id="{F97C2D16-714F-347F-39B6-59D463B0019C}"/>
                      </a:ext>
                    </a:extLst>
                  </p:cNvPr>
                  <p:cNvSpPr/>
                  <p:nvPr/>
                </p:nvSpPr>
                <p:spPr>
                  <a:xfrm flipV="1">
                    <a:off x="4158665" y="2390927"/>
                    <a:ext cx="59843" cy="94328"/>
                  </a:xfrm>
                  <a:custGeom>
                    <a:avLst/>
                    <a:gdLst>
                      <a:gd name="connsiteX0" fmla="*/ 1982 w 59843"/>
                      <a:gd name="connsiteY0" fmla="*/ 92136 h 94328"/>
                      <a:gd name="connsiteX1" fmla="*/ 51101 w 59843"/>
                      <a:gd name="connsiteY1" fmla="*/ 92136 h 94328"/>
                      <a:gd name="connsiteX2" fmla="*/ 51101 w 59843"/>
                      <a:gd name="connsiteY2" fmla="*/ 81587 h 94328"/>
                      <a:gd name="connsiteX3" fmla="*/ 13439 w 59843"/>
                      <a:gd name="connsiteY3" fmla="*/ 81587 h 94328"/>
                      <a:gd name="connsiteX4" fmla="*/ 13439 w 59843"/>
                      <a:gd name="connsiteY4" fmla="*/ 58922 h 94328"/>
                      <a:gd name="connsiteX5" fmla="*/ 18870 w 59843"/>
                      <a:gd name="connsiteY5" fmla="*/ 60310 h 94328"/>
                      <a:gd name="connsiteX6" fmla="*/ 24341 w 59843"/>
                      <a:gd name="connsiteY6" fmla="*/ 60766 h 94328"/>
                      <a:gd name="connsiteX7" fmla="*/ 48861 w 59843"/>
                      <a:gd name="connsiteY7" fmla="*/ 52279 h 94328"/>
                      <a:gd name="connsiteX8" fmla="*/ 57920 w 59843"/>
                      <a:gd name="connsiteY8" fmla="*/ 29297 h 94328"/>
                      <a:gd name="connsiteX9" fmla="*/ 48623 w 59843"/>
                      <a:gd name="connsiteY9" fmla="*/ 6076 h 94328"/>
                      <a:gd name="connsiteX10" fmla="*/ 22418 w 59843"/>
                      <a:gd name="connsiteY10" fmla="*/ -2193 h 94328"/>
                      <a:gd name="connsiteX11" fmla="*/ 10545 w 59843"/>
                      <a:gd name="connsiteY11" fmla="*/ -1201 h 94328"/>
                      <a:gd name="connsiteX12" fmla="*/ -1923 w 59843"/>
                      <a:gd name="connsiteY12" fmla="*/ 1773 h 94328"/>
                      <a:gd name="connsiteX13" fmla="*/ -1923 w 59843"/>
                      <a:gd name="connsiteY13" fmla="*/ 14365 h 94328"/>
                      <a:gd name="connsiteX14" fmla="*/ 9593 w 59843"/>
                      <a:gd name="connsiteY14" fmla="*/ 9844 h 94328"/>
                      <a:gd name="connsiteX15" fmla="*/ 22161 w 59843"/>
                      <a:gd name="connsiteY15" fmla="*/ 8357 h 94328"/>
                      <a:gd name="connsiteX16" fmla="*/ 39128 w 59843"/>
                      <a:gd name="connsiteY16" fmla="*/ 13988 h 94328"/>
                      <a:gd name="connsiteX17" fmla="*/ 45392 w 59843"/>
                      <a:gd name="connsiteY17" fmla="*/ 29297 h 94328"/>
                      <a:gd name="connsiteX18" fmla="*/ 39128 w 59843"/>
                      <a:gd name="connsiteY18" fmla="*/ 44585 h 94328"/>
                      <a:gd name="connsiteX19" fmla="*/ 22161 w 59843"/>
                      <a:gd name="connsiteY19" fmla="*/ 50236 h 94328"/>
                      <a:gd name="connsiteX20" fmla="*/ 12150 w 59843"/>
                      <a:gd name="connsiteY20" fmla="*/ 49126 h 94328"/>
                      <a:gd name="connsiteX21" fmla="*/ 1982 w 59843"/>
                      <a:gd name="connsiteY21" fmla="*/ 45656 h 94328"/>
                      <a:gd name="connsiteX22" fmla="*/ 1982 w 59843"/>
                      <a:gd name="connsiteY22" fmla="*/ 9213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2" y="92136"/>
                        </a:moveTo>
                        <a:lnTo>
                          <a:pt x="51101" y="92136"/>
                        </a:lnTo>
                        <a:lnTo>
                          <a:pt x="51101" y="81587"/>
                        </a:lnTo>
                        <a:lnTo>
                          <a:pt x="13439" y="81587"/>
                        </a:lnTo>
                        <a:lnTo>
                          <a:pt x="13439" y="58922"/>
                        </a:lnTo>
                        <a:cubicBezTo>
                          <a:pt x="15249" y="59543"/>
                          <a:pt x="17060" y="60006"/>
                          <a:pt x="18870" y="60310"/>
                        </a:cubicBezTo>
                        <a:cubicBezTo>
                          <a:pt x="20694" y="60614"/>
                          <a:pt x="22517" y="60766"/>
                          <a:pt x="24341" y="60766"/>
                        </a:cubicBezTo>
                        <a:cubicBezTo>
                          <a:pt x="34662" y="60766"/>
                          <a:pt x="42835" y="57937"/>
                          <a:pt x="48861" y="52279"/>
                        </a:cubicBezTo>
                        <a:cubicBezTo>
                          <a:pt x="54900" y="46621"/>
                          <a:pt x="57920" y="38960"/>
                          <a:pt x="57920" y="29297"/>
                        </a:cubicBezTo>
                        <a:cubicBezTo>
                          <a:pt x="57920" y="19342"/>
                          <a:pt x="54821" y="11602"/>
                          <a:pt x="48623" y="6076"/>
                        </a:cubicBezTo>
                        <a:cubicBezTo>
                          <a:pt x="42426" y="564"/>
                          <a:pt x="33691" y="-2193"/>
                          <a:pt x="22418" y="-2193"/>
                        </a:cubicBezTo>
                        <a:cubicBezTo>
                          <a:pt x="18533" y="-2193"/>
                          <a:pt x="14575" y="-1862"/>
                          <a:pt x="10545" y="-1201"/>
                        </a:cubicBezTo>
                        <a:cubicBezTo>
                          <a:pt x="6528" y="-540"/>
                          <a:pt x="2371" y="451"/>
                          <a:pt x="-1923" y="1773"/>
                        </a:cubicBezTo>
                        <a:lnTo>
                          <a:pt x="-1923" y="14365"/>
                        </a:lnTo>
                        <a:cubicBezTo>
                          <a:pt x="1790" y="12342"/>
                          <a:pt x="5629" y="10835"/>
                          <a:pt x="9593" y="9844"/>
                        </a:cubicBezTo>
                        <a:cubicBezTo>
                          <a:pt x="13558" y="8852"/>
                          <a:pt x="17747" y="8357"/>
                          <a:pt x="22161" y="8357"/>
                        </a:cubicBezTo>
                        <a:cubicBezTo>
                          <a:pt x="29310" y="8357"/>
                          <a:pt x="34966" y="10234"/>
                          <a:pt x="39128" y="13988"/>
                        </a:cubicBezTo>
                        <a:cubicBezTo>
                          <a:pt x="43304" y="17743"/>
                          <a:pt x="45392" y="22845"/>
                          <a:pt x="45392" y="29297"/>
                        </a:cubicBezTo>
                        <a:cubicBezTo>
                          <a:pt x="45392" y="35735"/>
                          <a:pt x="43304" y="40831"/>
                          <a:pt x="39128" y="44585"/>
                        </a:cubicBezTo>
                        <a:cubicBezTo>
                          <a:pt x="34966" y="48353"/>
                          <a:pt x="29310" y="50236"/>
                          <a:pt x="22161" y="50236"/>
                        </a:cubicBezTo>
                        <a:cubicBezTo>
                          <a:pt x="18817" y="50236"/>
                          <a:pt x="15481" y="49866"/>
                          <a:pt x="12150" y="49126"/>
                        </a:cubicBezTo>
                        <a:cubicBezTo>
                          <a:pt x="8834" y="48386"/>
                          <a:pt x="5444" y="47229"/>
                          <a:pt x="1982" y="45656"/>
                        </a:cubicBezTo>
                        <a:lnTo>
                          <a:pt x="1982" y="921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1" name="Freeform: Shape 250">
                    <a:extLst>
                      <a:ext uri="{FF2B5EF4-FFF2-40B4-BE49-F238E27FC236}">
                        <a16:creationId xmlns:a16="http://schemas.microsoft.com/office/drawing/2014/main" id="{990C81BE-1295-4C8A-200E-BB3B898BD53F}"/>
                      </a:ext>
                    </a:extLst>
                  </p:cNvPr>
                  <p:cNvSpPr/>
                  <p:nvPr/>
                </p:nvSpPr>
                <p:spPr>
                  <a:xfrm flipV="1">
                    <a:off x="4239379" y="2390927"/>
                    <a:ext cx="59843" cy="94328"/>
                  </a:xfrm>
                  <a:custGeom>
                    <a:avLst/>
                    <a:gdLst>
                      <a:gd name="connsiteX0" fmla="*/ 1988 w 59843"/>
                      <a:gd name="connsiteY0" fmla="*/ 92136 h 94328"/>
                      <a:gd name="connsiteX1" fmla="*/ 51107 w 59843"/>
                      <a:gd name="connsiteY1" fmla="*/ 92136 h 94328"/>
                      <a:gd name="connsiteX2" fmla="*/ 51107 w 59843"/>
                      <a:gd name="connsiteY2" fmla="*/ 81587 h 94328"/>
                      <a:gd name="connsiteX3" fmla="*/ 13445 w 59843"/>
                      <a:gd name="connsiteY3" fmla="*/ 81587 h 94328"/>
                      <a:gd name="connsiteX4" fmla="*/ 13445 w 59843"/>
                      <a:gd name="connsiteY4" fmla="*/ 58922 h 94328"/>
                      <a:gd name="connsiteX5" fmla="*/ 18877 w 59843"/>
                      <a:gd name="connsiteY5" fmla="*/ 60310 h 94328"/>
                      <a:gd name="connsiteX6" fmla="*/ 24347 w 59843"/>
                      <a:gd name="connsiteY6" fmla="*/ 60766 h 94328"/>
                      <a:gd name="connsiteX7" fmla="*/ 48868 w 59843"/>
                      <a:gd name="connsiteY7" fmla="*/ 52279 h 94328"/>
                      <a:gd name="connsiteX8" fmla="*/ 57926 w 59843"/>
                      <a:gd name="connsiteY8" fmla="*/ 29297 h 94328"/>
                      <a:gd name="connsiteX9" fmla="*/ 48630 w 59843"/>
                      <a:gd name="connsiteY9" fmla="*/ 6076 h 94328"/>
                      <a:gd name="connsiteX10" fmla="*/ 22425 w 59843"/>
                      <a:gd name="connsiteY10" fmla="*/ -2193 h 94328"/>
                      <a:gd name="connsiteX11" fmla="*/ 10551 w 59843"/>
                      <a:gd name="connsiteY11" fmla="*/ -1201 h 94328"/>
                      <a:gd name="connsiteX12" fmla="*/ -1917 w 59843"/>
                      <a:gd name="connsiteY12" fmla="*/ 1773 h 94328"/>
                      <a:gd name="connsiteX13" fmla="*/ -1917 w 59843"/>
                      <a:gd name="connsiteY13" fmla="*/ 14365 h 94328"/>
                      <a:gd name="connsiteX14" fmla="*/ 9600 w 59843"/>
                      <a:gd name="connsiteY14" fmla="*/ 9844 h 94328"/>
                      <a:gd name="connsiteX15" fmla="*/ 22167 w 59843"/>
                      <a:gd name="connsiteY15" fmla="*/ 8357 h 94328"/>
                      <a:gd name="connsiteX16" fmla="*/ 39135 w 59843"/>
                      <a:gd name="connsiteY16" fmla="*/ 13988 h 94328"/>
                      <a:gd name="connsiteX17" fmla="*/ 45399 w 59843"/>
                      <a:gd name="connsiteY17" fmla="*/ 29297 h 94328"/>
                      <a:gd name="connsiteX18" fmla="*/ 39135 w 59843"/>
                      <a:gd name="connsiteY18" fmla="*/ 44585 h 94328"/>
                      <a:gd name="connsiteX19" fmla="*/ 22167 w 59843"/>
                      <a:gd name="connsiteY19" fmla="*/ 50236 h 94328"/>
                      <a:gd name="connsiteX20" fmla="*/ 12157 w 59843"/>
                      <a:gd name="connsiteY20" fmla="*/ 49126 h 94328"/>
                      <a:gd name="connsiteX21" fmla="*/ 1988 w 59843"/>
                      <a:gd name="connsiteY21" fmla="*/ 45656 h 94328"/>
                      <a:gd name="connsiteX22" fmla="*/ 1988 w 59843"/>
                      <a:gd name="connsiteY22" fmla="*/ 92136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8" y="92136"/>
                        </a:moveTo>
                        <a:lnTo>
                          <a:pt x="51107" y="92136"/>
                        </a:lnTo>
                        <a:lnTo>
                          <a:pt x="51107" y="81587"/>
                        </a:lnTo>
                        <a:lnTo>
                          <a:pt x="13445" y="81587"/>
                        </a:lnTo>
                        <a:lnTo>
                          <a:pt x="13445" y="58922"/>
                        </a:lnTo>
                        <a:cubicBezTo>
                          <a:pt x="15256" y="59543"/>
                          <a:pt x="17066" y="60006"/>
                          <a:pt x="18877" y="60310"/>
                        </a:cubicBezTo>
                        <a:cubicBezTo>
                          <a:pt x="20700" y="60614"/>
                          <a:pt x="22524" y="60766"/>
                          <a:pt x="24347" y="60766"/>
                        </a:cubicBezTo>
                        <a:cubicBezTo>
                          <a:pt x="34668" y="60766"/>
                          <a:pt x="42842" y="57937"/>
                          <a:pt x="48868" y="52279"/>
                        </a:cubicBezTo>
                        <a:cubicBezTo>
                          <a:pt x="54907" y="46621"/>
                          <a:pt x="57926" y="38960"/>
                          <a:pt x="57926" y="29297"/>
                        </a:cubicBezTo>
                        <a:cubicBezTo>
                          <a:pt x="57926" y="19342"/>
                          <a:pt x="54828" y="11602"/>
                          <a:pt x="48630" y="6076"/>
                        </a:cubicBezTo>
                        <a:cubicBezTo>
                          <a:pt x="42432" y="564"/>
                          <a:pt x="33697" y="-2193"/>
                          <a:pt x="22425" y="-2193"/>
                        </a:cubicBezTo>
                        <a:cubicBezTo>
                          <a:pt x="18540" y="-2193"/>
                          <a:pt x="14582" y="-1862"/>
                          <a:pt x="10551" y="-1201"/>
                        </a:cubicBezTo>
                        <a:cubicBezTo>
                          <a:pt x="6534" y="-540"/>
                          <a:pt x="2378" y="451"/>
                          <a:pt x="-1917" y="1773"/>
                        </a:cubicBezTo>
                        <a:lnTo>
                          <a:pt x="-1917" y="14365"/>
                        </a:lnTo>
                        <a:cubicBezTo>
                          <a:pt x="1796" y="12342"/>
                          <a:pt x="5635" y="10835"/>
                          <a:pt x="9600" y="9844"/>
                        </a:cubicBezTo>
                        <a:cubicBezTo>
                          <a:pt x="13564" y="8852"/>
                          <a:pt x="17753" y="8357"/>
                          <a:pt x="22167" y="8357"/>
                        </a:cubicBezTo>
                        <a:cubicBezTo>
                          <a:pt x="29316" y="8357"/>
                          <a:pt x="34972" y="10234"/>
                          <a:pt x="39135" y="13988"/>
                        </a:cubicBezTo>
                        <a:cubicBezTo>
                          <a:pt x="43311" y="17743"/>
                          <a:pt x="45399" y="22845"/>
                          <a:pt x="45399" y="29297"/>
                        </a:cubicBezTo>
                        <a:cubicBezTo>
                          <a:pt x="45399" y="35735"/>
                          <a:pt x="43311" y="40831"/>
                          <a:pt x="39135" y="44585"/>
                        </a:cubicBezTo>
                        <a:cubicBezTo>
                          <a:pt x="34972" y="48353"/>
                          <a:pt x="29316" y="50236"/>
                          <a:pt x="22167" y="50236"/>
                        </a:cubicBezTo>
                        <a:cubicBezTo>
                          <a:pt x="18824" y="50236"/>
                          <a:pt x="15487" y="49866"/>
                          <a:pt x="12157" y="49126"/>
                        </a:cubicBezTo>
                        <a:cubicBezTo>
                          <a:pt x="8840" y="48386"/>
                          <a:pt x="5450" y="47229"/>
                          <a:pt x="1988" y="45656"/>
                        </a:cubicBezTo>
                        <a:lnTo>
                          <a:pt x="1988" y="921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2" name="Freeform: Shape 251">
                    <a:extLst>
                      <a:ext uri="{FF2B5EF4-FFF2-40B4-BE49-F238E27FC236}">
                        <a16:creationId xmlns:a16="http://schemas.microsoft.com/office/drawing/2014/main" id="{3A9BFBB1-C792-7747-3ED0-D193569AA7D9}"/>
                      </a:ext>
                    </a:extLst>
                  </p:cNvPr>
                  <p:cNvSpPr/>
                  <p:nvPr/>
                </p:nvSpPr>
                <p:spPr>
                  <a:xfrm flipV="1">
                    <a:off x="4318665" y="2389262"/>
                    <a:ext cx="63926" cy="95994"/>
                  </a:xfrm>
                  <a:custGeom>
                    <a:avLst/>
                    <a:gdLst>
                      <a:gd name="connsiteX0" fmla="*/ 30012 w 63926"/>
                      <a:gd name="connsiteY0" fmla="*/ 83845 h 95994"/>
                      <a:gd name="connsiteX1" fmla="*/ 15482 w 63926"/>
                      <a:gd name="connsiteY1" fmla="*/ 74327 h 95994"/>
                      <a:gd name="connsiteX2" fmla="*/ 10626 w 63926"/>
                      <a:gd name="connsiteY2" fmla="*/ 45733 h 95994"/>
                      <a:gd name="connsiteX3" fmla="*/ 15482 w 63926"/>
                      <a:gd name="connsiteY3" fmla="*/ 17198 h 95994"/>
                      <a:gd name="connsiteX4" fmla="*/ 30012 w 63926"/>
                      <a:gd name="connsiteY4" fmla="*/ 7680 h 95994"/>
                      <a:gd name="connsiteX5" fmla="*/ 44601 w 63926"/>
                      <a:gd name="connsiteY5" fmla="*/ 17198 h 95994"/>
                      <a:gd name="connsiteX6" fmla="*/ 49477 w 63926"/>
                      <a:gd name="connsiteY6" fmla="*/ 45733 h 95994"/>
                      <a:gd name="connsiteX7" fmla="*/ 44601 w 63926"/>
                      <a:gd name="connsiteY7" fmla="*/ 74327 h 95994"/>
                      <a:gd name="connsiteX8" fmla="*/ 30012 w 63926"/>
                      <a:gd name="connsiteY8" fmla="*/ 83845 h 95994"/>
                      <a:gd name="connsiteX9" fmla="*/ 30012 w 63926"/>
                      <a:gd name="connsiteY9" fmla="*/ 93760 h 95994"/>
                      <a:gd name="connsiteX10" fmla="*/ 53779 w 63926"/>
                      <a:gd name="connsiteY10" fmla="*/ 81445 h 95994"/>
                      <a:gd name="connsiteX11" fmla="*/ 61985 w 63926"/>
                      <a:gd name="connsiteY11" fmla="*/ 45733 h 95994"/>
                      <a:gd name="connsiteX12" fmla="*/ 53779 w 63926"/>
                      <a:gd name="connsiteY12" fmla="*/ 10060 h 95994"/>
                      <a:gd name="connsiteX13" fmla="*/ 30012 w 63926"/>
                      <a:gd name="connsiteY13" fmla="*/ -2235 h 95994"/>
                      <a:gd name="connsiteX14" fmla="*/ 6265 w 63926"/>
                      <a:gd name="connsiteY14" fmla="*/ 10060 h 95994"/>
                      <a:gd name="connsiteX15" fmla="*/ -1942 w 63926"/>
                      <a:gd name="connsiteY15" fmla="*/ 45733 h 95994"/>
                      <a:gd name="connsiteX16" fmla="*/ 6265 w 63926"/>
                      <a:gd name="connsiteY16" fmla="*/ 81445 h 95994"/>
                      <a:gd name="connsiteX17" fmla="*/ 30012 w 63926"/>
                      <a:gd name="connsiteY17" fmla="*/ 9376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12" y="83845"/>
                        </a:moveTo>
                        <a:cubicBezTo>
                          <a:pt x="23576" y="83845"/>
                          <a:pt x="18733" y="80672"/>
                          <a:pt x="15482" y="74327"/>
                        </a:cubicBezTo>
                        <a:cubicBezTo>
                          <a:pt x="12245" y="67995"/>
                          <a:pt x="10626" y="58463"/>
                          <a:pt x="10626" y="45733"/>
                        </a:cubicBezTo>
                        <a:cubicBezTo>
                          <a:pt x="10626" y="33055"/>
                          <a:pt x="12245" y="23544"/>
                          <a:pt x="15482" y="17198"/>
                        </a:cubicBezTo>
                        <a:cubicBezTo>
                          <a:pt x="18733" y="10853"/>
                          <a:pt x="23576" y="7680"/>
                          <a:pt x="30012" y="7680"/>
                        </a:cubicBezTo>
                        <a:cubicBezTo>
                          <a:pt x="36500" y="7680"/>
                          <a:pt x="41363" y="10853"/>
                          <a:pt x="44601" y="17198"/>
                        </a:cubicBezTo>
                        <a:cubicBezTo>
                          <a:pt x="47852" y="23544"/>
                          <a:pt x="49477" y="33055"/>
                          <a:pt x="49477" y="45733"/>
                        </a:cubicBezTo>
                        <a:cubicBezTo>
                          <a:pt x="49477" y="58463"/>
                          <a:pt x="47852" y="67995"/>
                          <a:pt x="44601" y="74327"/>
                        </a:cubicBezTo>
                        <a:cubicBezTo>
                          <a:pt x="41363" y="80672"/>
                          <a:pt x="36500" y="83845"/>
                          <a:pt x="30012" y="83845"/>
                        </a:cubicBezTo>
                        <a:close/>
                        <a:moveTo>
                          <a:pt x="30012" y="93760"/>
                        </a:moveTo>
                        <a:cubicBezTo>
                          <a:pt x="40385" y="93760"/>
                          <a:pt x="48308" y="89655"/>
                          <a:pt x="53779" y="81445"/>
                        </a:cubicBezTo>
                        <a:cubicBezTo>
                          <a:pt x="59250" y="73249"/>
                          <a:pt x="61985" y="61345"/>
                          <a:pt x="61985" y="45733"/>
                        </a:cubicBezTo>
                        <a:cubicBezTo>
                          <a:pt x="61985" y="30160"/>
                          <a:pt x="59250" y="18269"/>
                          <a:pt x="53779" y="10060"/>
                        </a:cubicBezTo>
                        <a:cubicBezTo>
                          <a:pt x="48308" y="1863"/>
                          <a:pt x="40385" y="-2235"/>
                          <a:pt x="30012" y="-2235"/>
                        </a:cubicBezTo>
                        <a:cubicBezTo>
                          <a:pt x="19651" y="-2235"/>
                          <a:pt x="11736" y="1863"/>
                          <a:pt x="6265" y="10060"/>
                        </a:cubicBezTo>
                        <a:cubicBezTo>
                          <a:pt x="794" y="18269"/>
                          <a:pt x="-1942" y="30160"/>
                          <a:pt x="-1942" y="45733"/>
                        </a:cubicBezTo>
                        <a:cubicBezTo>
                          <a:pt x="-1942" y="61345"/>
                          <a:pt x="794" y="73249"/>
                          <a:pt x="6265" y="81445"/>
                        </a:cubicBezTo>
                        <a:cubicBezTo>
                          <a:pt x="11736" y="89655"/>
                          <a:pt x="19651" y="93760"/>
                          <a:pt x="30012" y="9376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253" name="Graphic 176">
                <a:extLst>
                  <a:ext uri="{FF2B5EF4-FFF2-40B4-BE49-F238E27FC236}">
                    <a16:creationId xmlns:a16="http://schemas.microsoft.com/office/drawing/2014/main" id="{A8D56D18-2C18-2690-D20F-0FE0DA261CF0}"/>
                  </a:ext>
                </a:extLst>
              </p:cNvPr>
              <p:cNvGrpSpPr/>
              <p:nvPr/>
            </p:nvGrpSpPr>
            <p:grpSpPr>
              <a:xfrm>
                <a:off x="4158665" y="1713826"/>
                <a:ext cx="321159" cy="95994"/>
                <a:chOff x="4158665" y="1713826"/>
                <a:chExt cx="321159" cy="95994"/>
              </a:xfrm>
              <a:solidFill>
                <a:srgbClr val="000000"/>
              </a:solidFill>
            </p:grpSpPr>
            <p:sp>
              <p:nvSpPr>
                <p:cNvPr id="254" name="Freeform: Shape 253">
                  <a:extLst>
                    <a:ext uri="{FF2B5EF4-FFF2-40B4-BE49-F238E27FC236}">
                      <a16:creationId xmlns:a16="http://schemas.microsoft.com/office/drawing/2014/main" id="{D6AE5B9D-CE3E-DDCE-E105-505EEBA0ABF7}"/>
                    </a:ext>
                  </a:extLst>
                </p:cNvPr>
                <p:cNvSpPr/>
                <p:nvPr/>
              </p:nvSpPr>
              <p:spPr>
                <a:xfrm>
                  <a:off x="4435423" y="1759800"/>
                  <a:ext cx="44401" cy="12690"/>
                </a:xfrm>
                <a:custGeom>
                  <a:avLst/>
                  <a:gdLst>
                    <a:gd name="connsiteX0" fmla="*/ 44505 w 44401"/>
                    <a:gd name="connsiteY0" fmla="*/ 41 h 12690"/>
                    <a:gd name="connsiteX1" fmla="*/ 103 w 44401"/>
                    <a:gd name="connsiteY1" fmla="*/ 41 h 1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01" h="12690">
                      <a:moveTo>
                        <a:pt x="44505" y="41"/>
                      </a:moveTo>
                      <a:lnTo>
                        <a:pt x="103" y="41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255" name="Graphic 176">
                  <a:extLst>
                    <a:ext uri="{FF2B5EF4-FFF2-40B4-BE49-F238E27FC236}">
                      <a16:creationId xmlns:a16="http://schemas.microsoft.com/office/drawing/2014/main" id="{F50159B2-5C39-28F5-3619-687E393920F6}"/>
                    </a:ext>
                  </a:extLst>
                </p:cNvPr>
                <p:cNvGrpSpPr/>
                <p:nvPr/>
              </p:nvGrpSpPr>
              <p:grpSpPr>
                <a:xfrm>
                  <a:off x="4158665" y="1713826"/>
                  <a:ext cx="223926" cy="95994"/>
                  <a:chOff x="4158665" y="1713826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256" name="Freeform: Shape 255">
                    <a:extLst>
                      <a:ext uri="{FF2B5EF4-FFF2-40B4-BE49-F238E27FC236}">
                        <a16:creationId xmlns:a16="http://schemas.microsoft.com/office/drawing/2014/main" id="{F01F40C5-2604-ABE6-F009-0855240DC802}"/>
                      </a:ext>
                    </a:extLst>
                  </p:cNvPr>
                  <p:cNvSpPr/>
                  <p:nvPr/>
                </p:nvSpPr>
                <p:spPr>
                  <a:xfrm flipV="1">
                    <a:off x="4158665" y="1715491"/>
                    <a:ext cx="59843" cy="94328"/>
                  </a:xfrm>
                  <a:custGeom>
                    <a:avLst/>
                    <a:gdLst>
                      <a:gd name="connsiteX0" fmla="*/ 1982 w 59843"/>
                      <a:gd name="connsiteY0" fmla="*/ 92083 h 94328"/>
                      <a:gd name="connsiteX1" fmla="*/ 51101 w 59843"/>
                      <a:gd name="connsiteY1" fmla="*/ 92083 h 94328"/>
                      <a:gd name="connsiteX2" fmla="*/ 51101 w 59843"/>
                      <a:gd name="connsiteY2" fmla="*/ 81533 h 94328"/>
                      <a:gd name="connsiteX3" fmla="*/ 13439 w 59843"/>
                      <a:gd name="connsiteY3" fmla="*/ 81533 h 94328"/>
                      <a:gd name="connsiteX4" fmla="*/ 13439 w 59843"/>
                      <a:gd name="connsiteY4" fmla="*/ 58868 h 94328"/>
                      <a:gd name="connsiteX5" fmla="*/ 18870 w 59843"/>
                      <a:gd name="connsiteY5" fmla="*/ 60257 h 94328"/>
                      <a:gd name="connsiteX6" fmla="*/ 24341 w 59843"/>
                      <a:gd name="connsiteY6" fmla="*/ 60713 h 94328"/>
                      <a:gd name="connsiteX7" fmla="*/ 48861 w 59843"/>
                      <a:gd name="connsiteY7" fmla="*/ 52226 h 94328"/>
                      <a:gd name="connsiteX8" fmla="*/ 57920 w 59843"/>
                      <a:gd name="connsiteY8" fmla="*/ 29243 h 94328"/>
                      <a:gd name="connsiteX9" fmla="*/ 48623 w 59843"/>
                      <a:gd name="connsiteY9" fmla="*/ 6023 h 94328"/>
                      <a:gd name="connsiteX10" fmla="*/ 22418 w 59843"/>
                      <a:gd name="connsiteY10" fmla="*/ -2246 h 94328"/>
                      <a:gd name="connsiteX11" fmla="*/ 10545 w 59843"/>
                      <a:gd name="connsiteY11" fmla="*/ -1254 h 94328"/>
                      <a:gd name="connsiteX12" fmla="*/ -1923 w 59843"/>
                      <a:gd name="connsiteY12" fmla="*/ 1720 h 94328"/>
                      <a:gd name="connsiteX13" fmla="*/ -1923 w 59843"/>
                      <a:gd name="connsiteY13" fmla="*/ 14312 h 94328"/>
                      <a:gd name="connsiteX14" fmla="*/ 9593 w 59843"/>
                      <a:gd name="connsiteY14" fmla="*/ 9791 h 94328"/>
                      <a:gd name="connsiteX15" fmla="*/ 22161 w 59843"/>
                      <a:gd name="connsiteY15" fmla="*/ 8303 h 94328"/>
                      <a:gd name="connsiteX16" fmla="*/ 39128 w 59843"/>
                      <a:gd name="connsiteY16" fmla="*/ 13935 h 94328"/>
                      <a:gd name="connsiteX17" fmla="*/ 45392 w 59843"/>
                      <a:gd name="connsiteY17" fmla="*/ 29243 h 94328"/>
                      <a:gd name="connsiteX18" fmla="*/ 39128 w 59843"/>
                      <a:gd name="connsiteY18" fmla="*/ 44532 h 94328"/>
                      <a:gd name="connsiteX19" fmla="*/ 22161 w 59843"/>
                      <a:gd name="connsiteY19" fmla="*/ 50183 h 94328"/>
                      <a:gd name="connsiteX20" fmla="*/ 12150 w 59843"/>
                      <a:gd name="connsiteY20" fmla="*/ 49073 h 94328"/>
                      <a:gd name="connsiteX21" fmla="*/ 1982 w 59843"/>
                      <a:gd name="connsiteY21" fmla="*/ 45603 h 94328"/>
                      <a:gd name="connsiteX22" fmla="*/ 1982 w 59843"/>
                      <a:gd name="connsiteY22" fmla="*/ 92083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1982" y="92083"/>
                        </a:moveTo>
                        <a:lnTo>
                          <a:pt x="51101" y="92083"/>
                        </a:lnTo>
                        <a:lnTo>
                          <a:pt x="51101" y="81533"/>
                        </a:lnTo>
                        <a:lnTo>
                          <a:pt x="13439" y="81533"/>
                        </a:lnTo>
                        <a:lnTo>
                          <a:pt x="13439" y="58868"/>
                        </a:lnTo>
                        <a:cubicBezTo>
                          <a:pt x="15249" y="59490"/>
                          <a:pt x="17060" y="59953"/>
                          <a:pt x="18870" y="60257"/>
                        </a:cubicBezTo>
                        <a:cubicBezTo>
                          <a:pt x="20694" y="60560"/>
                          <a:pt x="22517" y="60713"/>
                          <a:pt x="24341" y="60713"/>
                        </a:cubicBezTo>
                        <a:cubicBezTo>
                          <a:pt x="34662" y="60713"/>
                          <a:pt x="42835" y="57884"/>
                          <a:pt x="48861" y="52226"/>
                        </a:cubicBezTo>
                        <a:cubicBezTo>
                          <a:pt x="54900" y="46568"/>
                          <a:pt x="57920" y="38907"/>
                          <a:pt x="57920" y="29243"/>
                        </a:cubicBezTo>
                        <a:cubicBezTo>
                          <a:pt x="57920" y="19289"/>
                          <a:pt x="54821" y="11549"/>
                          <a:pt x="48623" y="6023"/>
                        </a:cubicBezTo>
                        <a:cubicBezTo>
                          <a:pt x="42426" y="510"/>
                          <a:pt x="33691" y="-2246"/>
                          <a:pt x="22418" y="-2246"/>
                        </a:cubicBezTo>
                        <a:cubicBezTo>
                          <a:pt x="18533" y="-2246"/>
                          <a:pt x="14575" y="-1915"/>
                          <a:pt x="10545" y="-1254"/>
                        </a:cubicBezTo>
                        <a:cubicBezTo>
                          <a:pt x="6528" y="-593"/>
                          <a:pt x="2371" y="398"/>
                          <a:pt x="-1923" y="1720"/>
                        </a:cubicBezTo>
                        <a:lnTo>
                          <a:pt x="-1923" y="14312"/>
                        </a:lnTo>
                        <a:cubicBezTo>
                          <a:pt x="1790" y="12289"/>
                          <a:pt x="5629" y="10782"/>
                          <a:pt x="9593" y="9791"/>
                        </a:cubicBezTo>
                        <a:cubicBezTo>
                          <a:pt x="13558" y="8799"/>
                          <a:pt x="17747" y="8303"/>
                          <a:pt x="22161" y="8303"/>
                        </a:cubicBezTo>
                        <a:cubicBezTo>
                          <a:pt x="29310" y="8303"/>
                          <a:pt x="34966" y="10181"/>
                          <a:pt x="39128" y="13935"/>
                        </a:cubicBezTo>
                        <a:cubicBezTo>
                          <a:pt x="43304" y="17689"/>
                          <a:pt x="45392" y="22792"/>
                          <a:pt x="45392" y="29243"/>
                        </a:cubicBezTo>
                        <a:cubicBezTo>
                          <a:pt x="45392" y="35681"/>
                          <a:pt x="43304" y="40777"/>
                          <a:pt x="39128" y="44532"/>
                        </a:cubicBezTo>
                        <a:cubicBezTo>
                          <a:pt x="34966" y="48299"/>
                          <a:pt x="29310" y="50183"/>
                          <a:pt x="22161" y="50183"/>
                        </a:cubicBezTo>
                        <a:cubicBezTo>
                          <a:pt x="18817" y="50183"/>
                          <a:pt x="15481" y="49813"/>
                          <a:pt x="12150" y="49073"/>
                        </a:cubicBezTo>
                        <a:cubicBezTo>
                          <a:pt x="8834" y="48332"/>
                          <a:pt x="5444" y="47176"/>
                          <a:pt x="1982" y="45603"/>
                        </a:cubicBezTo>
                        <a:lnTo>
                          <a:pt x="1982" y="9208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7" name="Freeform: Shape 256">
                    <a:extLst>
                      <a:ext uri="{FF2B5EF4-FFF2-40B4-BE49-F238E27FC236}">
                        <a16:creationId xmlns:a16="http://schemas.microsoft.com/office/drawing/2014/main" id="{BE0D90BD-BA43-F1BF-D44F-F01A39AF59D7}"/>
                      </a:ext>
                    </a:extLst>
                  </p:cNvPr>
                  <p:cNvSpPr/>
                  <p:nvPr/>
                </p:nvSpPr>
                <p:spPr>
                  <a:xfrm flipV="1">
                    <a:off x="4238447" y="1713826"/>
                    <a:ext cx="63867" cy="95994"/>
                  </a:xfrm>
                  <a:custGeom>
                    <a:avLst/>
                    <a:gdLst>
                      <a:gd name="connsiteX0" fmla="*/ 31052 w 63867"/>
                      <a:gd name="connsiteY0" fmla="*/ 50756 h 95994"/>
                      <a:gd name="connsiteX1" fmla="*/ 17692 w 63867"/>
                      <a:gd name="connsiteY1" fmla="*/ 44985 h 95994"/>
                      <a:gd name="connsiteX2" fmla="*/ 12776 w 63867"/>
                      <a:gd name="connsiteY2" fmla="*/ 29201 h 95994"/>
                      <a:gd name="connsiteX3" fmla="*/ 17692 w 63867"/>
                      <a:gd name="connsiteY3" fmla="*/ 13417 h 95994"/>
                      <a:gd name="connsiteX4" fmla="*/ 31052 w 63867"/>
                      <a:gd name="connsiteY4" fmla="*/ 7627 h 95994"/>
                      <a:gd name="connsiteX5" fmla="*/ 44393 w 63867"/>
                      <a:gd name="connsiteY5" fmla="*/ 13417 h 95994"/>
                      <a:gd name="connsiteX6" fmla="*/ 49309 w 63867"/>
                      <a:gd name="connsiteY6" fmla="*/ 29201 h 95994"/>
                      <a:gd name="connsiteX7" fmla="*/ 44393 w 63867"/>
                      <a:gd name="connsiteY7" fmla="*/ 44985 h 95994"/>
                      <a:gd name="connsiteX8" fmla="*/ 31052 w 63867"/>
                      <a:gd name="connsiteY8" fmla="*/ 50756 h 95994"/>
                      <a:gd name="connsiteX9" fmla="*/ 55890 w 63867"/>
                      <a:gd name="connsiteY9" fmla="*/ 89998 h 95994"/>
                      <a:gd name="connsiteX10" fmla="*/ 55890 w 63867"/>
                      <a:gd name="connsiteY10" fmla="*/ 78596 h 95994"/>
                      <a:gd name="connsiteX11" fmla="*/ 46375 w 63867"/>
                      <a:gd name="connsiteY11" fmla="*/ 81987 h 95994"/>
                      <a:gd name="connsiteX12" fmla="*/ 36860 w 63867"/>
                      <a:gd name="connsiteY12" fmla="*/ 83177 h 95994"/>
                      <a:gd name="connsiteX13" fmla="*/ 17930 w 63867"/>
                      <a:gd name="connsiteY13" fmla="*/ 74809 h 95994"/>
                      <a:gd name="connsiteX14" fmla="*/ 10477 w 63867"/>
                      <a:gd name="connsiteY14" fmla="*/ 49526 h 95994"/>
                      <a:gd name="connsiteX15" fmla="*/ 19635 w 63867"/>
                      <a:gd name="connsiteY15" fmla="*/ 57795 h 95994"/>
                      <a:gd name="connsiteX16" fmla="*/ 31786 w 63867"/>
                      <a:gd name="connsiteY16" fmla="*/ 60671 h 95994"/>
                      <a:gd name="connsiteX17" fmla="*/ 53808 w 63867"/>
                      <a:gd name="connsiteY17" fmla="*/ 52203 h 95994"/>
                      <a:gd name="connsiteX18" fmla="*/ 61896 w 63867"/>
                      <a:gd name="connsiteY18" fmla="*/ 29201 h 95994"/>
                      <a:gd name="connsiteX19" fmla="*/ 53471 w 63867"/>
                      <a:gd name="connsiteY19" fmla="*/ 6318 h 95994"/>
                      <a:gd name="connsiteX20" fmla="*/ 31052 w 63867"/>
                      <a:gd name="connsiteY20" fmla="*/ -2288 h 95994"/>
                      <a:gd name="connsiteX21" fmla="*/ 6513 w 63867"/>
                      <a:gd name="connsiteY21" fmla="*/ 10006 h 95994"/>
                      <a:gd name="connsiteX22" fmla="*/ -1971 w 63867"/>
                      <a:gd name="connsiteY22" fmla="*/ 45679 h 95994"/>
                      <a:gd name="connsiteX23" fmla="*/ 8435 w 63867"/>
                      <a:gd name="connsiteY23" fmla="*/ 80659 h 95994"/>
                      <a:gd name="connsiteX24" fmla="*/ 36365 w 63867"/>
                      <a:gd name="connsiteY24" fmla="*/ 93706 h 95994"/>
                      <a:gd name="connsiteX25" fmla="*/ 45879 w 63867"/>
                      <a:gd name="connsiteY25" fmla="*/ 92774 h 95994"/>
                      <a:gd name="connsiteX26" fmla="*/ 55890 w 63867"/>
                      <a:gd name="connsiteY26" fmla="*/ 89998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67" h="95994">
                        <a:moveTo>
                          <a:pt x="31052" y="50756"/>
                        </a:moveTo>
                        <a:cubicBezTo>
                          <a:pt x="25436" y="50756"/>
                          <a:pt x="20983" y="48832"/>
                          <a:pt x="17692" y="44985"/>
                        </a:cubicBezTo>
                        <a:cubicBezTo>
                          <a:pt x="14415" y="41152"/>
                          <a:pt x="12776" y="35890"/>
                          <a:pt x="12776" y="29201"/>
                        </a:cubicBezTo>
                        <a:cubicBezTo>
                          <a:pt x="12776" y="22552"/>
                          <a:pt x="14415" y="17290"/>
                          <a:pt x="17692" y="13417"/>
                        </a:cubicBezTo>
                        <a:cubicBezTo>
                          <a:pt x="20983" y="9557"/>
                          <a:pt x="25436" y="7627"/>
                          <a:pt x="31052" y="7627"/>
                        </a:cubicBezTo>
                        <a:cubicBezTo>
                          <a:pt x="36669" y="7627"/>
                          <a:pt x="41116" y="9557"/>
                          <a:pt x="44393" y="13417"/>
                        </a:cubicBezTo>
                        <a:cubicBezTo>
                          <a:pt x="47670" y="17290"/>
                          <a:pt x="49309" y="22552"/>
                          <a:pt x="49309" y="29201"/>
                        </a:cubicBezTo>
                        <a:cubicBezTo>
                          <a:pt x="49309" y="35890"/>
                          <a:pt x="47670" y="41152"/>
                          <a:pt x="44393" y="44985"/>
                        </a:cubicBezTo>
                        <a:cubicBezTo>
                          <a:pt x="41116" y="48832"/>
                          <a:pt x="36669" y="50756"/>
                          <a:pt x="31052" y="50756"/>
                        </a:cubicBezTo>
                        <a:close/>
                        <a:moveTo>
                          <a:pt x="55890" y="89998"/>
                        </a:moveTo>
                        <a:lnTo>
                          <a:pt x="55890" y="78596"/>
                        </a:lnTo>
                        <a:cubicBezTo>
                          <a:pt x="52744" y="80077"/>
                          <a:pt x="49573" y="81207"/>
                          <a:pt x="46375" y="81987"/>
                        </a:cubicBezTo>
                        <a:cubicBezTo>
                          <a:pt x="43177" y="82780"/>
                          <a:pt x="40006" y="83177"/>
                          <a:pt x="36860" y="83177"/>
                        </a:cubicBezTo>
                        <a:cubicBezTo>
                          <a:pt x="28601" y="83177"/>
                          <a:pt x="22291" y="80387"/>
                          <a:pt x="17930" y="74809"/>
                        </a:cubicBezTo>
                        <a:cubicBezTo>
                          <a:pt x="13583" y="69230"/>
                          <a:pt x="11098" y="60803"/>
                          <a:pt x="10477" y="49526"/>
                        </a:cubicBezTo>
                        <a:cubicBezTo>
                          <a:pt x="12909" y="53122"/>
                          <a:pt x="15961" y="55878"/>
                          <a:pt x="19635" y="57795"/>
                        </a:cubicBezTo>
                        <a:cubicBezTo>
                          <a:pt x="23322" y="59712"/>
                          <a:pt x="27372" y="60671"/>
                          <a:pt x="31786" y="60671"/>
                        </a:cubicBezTo>
                        <a:cubicBezTo>
                          <a:pt x="41076" y="60671"/>
                          <a:pt x="48417" y="57848"/>
                          <a:pt x="53808" y="52203"/>
                        </a:cubicBezTo>
                        <a:cubicBezTo>
                          <a:pt x="59200" y="46572"/>
                          <a:pt x="61896" y="38904"/>
                          <a:pt x="61896" y="29201"/>
                        </a:cubicBezTo>
                        <a:cubicBezTo>
                          <a:pt x="61896" y="19696"/>
                          <a:pt x="59088" y="12069"/>
                          <a:pt x="53471" y="6318"/>
                        </a:cubicBezTo>
                        <a:cubicBezTo>
                          <a:pt x="47855" y="581"/>
                          <a:pt x="40382" y="-2288"/>
                          <a:pt x="31052" y="-2288"/>
                        </a:cubicBezTo>
                        <a:cubicBezTo>
                          <a:pt x="20348" y="-2288"/>
                          <a:pt x="12168" y="1810"/>
                          <a:pt x="6513" y="10006"/>
                        </a:cubicBezTo>
                        <a:cubicBezTo>
                          <a:pt x="857" y="18216"/>
                          <a:pt x="-1971" y="30107"/>
                          <a:pt x="-1971" y="45679"/>
                        </a:cubicBezTo>
                        <a:cubicBezTo>
                          <a:pt x="-1971" y="60300"/>
                          <a:pt x="1497" y="71960"/>
                          <a:pt x="8435" y="80659"/>
                        </a:cubicBezTo>
                        <a:cubicBezTo>
                          <a:pt x="15373" y="89357"/>
                          <a:pt x="24683" y="93706"/>
                          <a:pt x="36365" y="93706"/>
                        </a:cubicBezTo>
                        <a:cubicBezTo>
                          <a:pt x="39510" y="93706"/>
                          <a:pt x="42682" y="93396"/>
                          <a:pt x="45879" y="92774"/>
                        </a:cubicBezTo>
                        <a:cubicBezTo>
                          <a:pt x="49077" y="92153"/>
                          <a:pt x="52414" y="91228"/>
                          <a:pt x="55890" y="8999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258" name="Freeform: Shape 257">
                    <a:extLst>
                      <a:ext uri="{FF2B5EF4-FFF2-40B4-BE49-F238E27FC236}">
                        <a16:creationId xmlns:a16="http://schemas.microsoft.com/office/drawing/2014/main" id="{DBD8F3DA-ABEC-8601-60FA-EF861A113001}"/>
                      </a:ext>
                    </a:extLst>
                  </p:cNvPr>
                  <p:cNvSpPr/>
                  <p:nvPr/>
                </p:nvSpPr>
                <p:spPr>
                  <a:xfrm flipV="1">
                    <a:off x="4318665" y="1713826"/>
                    <a:ext cx="63926" cy="95994"/>
                  </a:xfrm>
                  <a:custGeom>
                    <a:avLst/>
                    <a:gdLst>
                      <a:gd name="connsiteX0" fmla="*/ 30012 w 63926"/>
                      <a:gd name="connsiteY0" fmla="*/ 83792 h 95994"/>
                      <a:gd name="connsiteX1" fmla="*/ 15482 w 63926"/>
                      <a:gd name="connsiteY1" fmla="*/ 74273 h 95994"/>
                      <a:gd name="connsiteX2" fmla="*/ 10626 w 63926"/>
                      <a:gd name="connsiteY2" fmla="*/ 45679 h 95994"/>
                      <a:gd name="connsiteX3" fmla="*/ 15482 w 63926"/>
                      <a:gd name="connsiteY3" fmla="*/ 17145 h 95994"/>
                      <a:gd name="connsiteX4" fmla="*/ 30012 w 63926"/>
                      <a:gd name="connsiteY4" fmla="*/ 7627 h 95994"/>
                      <a:gd name="connsiteX5" fmla="*/ 44601 w 63926"/>
                      <a:gd name="connsiteY5" fmla="*/ 17145 h 95994"/>
                      <a:gd name="connsiteX6" fmla="*/ 49477 w 63926"/>
                      <a:gd name="connsiteY6" fmla="*/ 45679 h 95994"/>
                      <a:gd name="connsiteX7" fmla="*/ 44601 w 63926"/>
                      <a:gd name="connsiteY7" fmla="*/ 74273 h 95994"/>
                      <a:gd name="connsiteX8" fmla="*/ 30012 w 63926"/>
                      <a:gd name="connsiteY8" fmla="*/ 83792 h 95994"/>
                      <a:gd name="connsiteX9" fmla="*/ 30012 w 63926"/>
                      <a:gd name="connsiteY9" fmla="*/ 93706 h 95994"/>
                      <a:gd name="connsiteX10" fmla="*/ 53779 w 63926"/>
                      <a:gd name="connsiteY10" fmla="*/ 81392 h 95994"/>
                      <a:gd name="connsiteX11" fmla="*/ 61985 w 63926"/>
                      <a:gd name="connsiteY11" fmla="*/ 45679 h 95994"/>
                      <a:gd name="connsiteX12" fmla="*/ 53779 w 63926"/>
                      <a:gd name="connsiteY12" fmla="*/ 10006 h 95994"/>
                      <a:gd name="connsiteX13" fmla="*/ 30012 w 63926"/>
                      <a:gd name="connsiteY13" fmla="*/ -2288 h 95994"/>
                      <a:gd name="connsiteX14" fmla="*/ 6265 w 63926"/>
                      <a:gd name="connsiteY14" fmla="*/ 10006 h 95994"/>
                      <a:gd name="connsiteX15" fmla="*/ -1942 w 63926"/>
                      <a:gd name="connsiteY15" fmla="*/ 45679 h 95994"/>
                      <a:gd name="connsiteX16" fmla="*/ 6265 w 63926"/>
                      <a:gd name="connsiteY16" fmla="*/ 81392 h 95994"/>
                      <a:gd name="connsiteX17" fmla="*/ 30012 w 63926"/>
                      <a:gd name="connsiteY17" fmla="*/ 93706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12" y="83792"/>
                        </a:moveTo>
                        <a:cubicBezTo>
                          <a:pt x="23576" y="83792"/>
                          <a:pt x="18733" y="80619"/>
                          <a:pt x="15482" y="74273"/>
                        </a:cubicBezTo>
                        <a:cubicBezTo>
                          <a:pt x="12245" y="67941"/>
                          <a:pt x="10626" y="58410"/>
                          <a:pt x="10626" y="45679"/>
                        </a:cubicBezTo>
                        <a:cubicBezTo>
                          <a:pt x="10626" y="33002"/>
                          <a:pt x="12245" y="23490"/>
                          <a:pt x="15482" y="17145"/>
                        </a:cubicBezTo>
                        <a:cubicBezTo>
                          <a:pt x="18733" y="10800"/>
                          <a:pt x="23576" y="7627"/>
                          <a:pt x="30012" y="7627"/>
                        </a:cubicBezTo>
                        <a:cubicBezTo>
                          <a:pt x="36500" y="7627"/>
                          <a:pt x="41363" y="10800"/>
                          <a:pt x="44601" y="17145"/>
                        </a:cubicBezTo>
                        <a:cubicBezTo>
                          <a:pt x="47852" y="23490"/>
                          <a:pt x="49477" y="33002"/>
                          <a:pt x="49477" y="45679"/>
                        </a:cubicBezTo>
                        <a:cubicBezTo>
                          <a:pt x="49477" y="58410"/>
                          <a:pt x="47852" y="67941"/>
                          <a:pt x="44601" y="74273"/>
                        </a:cubicBezTo>
                        <a:cubicBezTo>
                          <a:pt x="41363" y="80619"/>
                          <a:pt x="36500" y="83792"/>
                          <a:pt x="30012" y="83792"/>
                        </a:cubicBezTo>
                        <a:close/>
                        <a:moveTo>
                          <a:pt x="30012" y="93706"/>
                        </a:moveTo>
                        <a:cubicBezTo>
                          <a:pt x="40385" y="93706"/>
                          <a:pt x="48308" y="89602"/>
                          <a:pt x="53779" y="81392"/>
                        </a:cubicBezTo>
                        <a:cubicBezTo>
                          <a:pt x="59250" y="73196"/>
                          <a:pt x="61985" y="61292"/>
                          <a:pt x="61985" y="45679"/>
                        </a:cubicBezTo>
                        <a:cubicBezTo>
                          <a:pt x="61985" y="30107"/>
                          <a:pt x="59250" y="18216"/>
                          <a:pt x="53779" y="10006"/>
                        </a:cubicBezTo>
                        <a:cubicBezTo>
                          <a:pt x="48308" y="1810"/>
                          <a:pt x="40385" y="-2288"/>
                          <a:pt x="30012" y="-2288"/>
                        </a:cubicBezTo>
                        <a:cubicBezTo>
                          <a:pt x="19651" y="-2288"/>
                          <a:pt x="11736" y="1810"/>
                          <a:pt x="6265" y="10006"/>
                        </a:cubicBezTo>
                        <a:cubicBezTo>
                          <a:pt x="794" y="18216"/>
                          <a:pt x="-1942" y="30107"/>
                          <a:pt x="-1942" y="45679"/>
                        </a:cubicBezTo>
                        <a:cubicBezTo>
                          <a:pt x="-1942" y="61292"/>
                          <a:pt x="794" y="73196"/>
                          <a:pt x="6265" y="81392"/>
                        </a:cubicBezTo>
                        <a:cubicBezTo>
                          <a:pt x="11736" y="89602"/>
                          <a:pt x="19651" y="93706"/>
                          <a:pt x="30012" y="9370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B701BEA5-DAB3-31C0-9CB2-E3D4D4ABA097}"/>
                </a:ext>
              </a:extLst>
            </p:cNvPr>
            <p:cNvSpPr/>
            <p:nvPr/>
          </p:nvSpPr>
          <p:spPr>
            <a:xfrm>
              <a:off x="4479825" y="1759800"/>
              <a:ext cx="12686" cy="3377180"/>
            </a:xfrm>
            <a:custGeom>
              <a:avLst/>
              <a:gdLst>
                <a:gd name="connsiteX0" fmla="*/ 0 w 12686"/>
                <a:gd name="connsiteY0" fmla="*/ 3377181 h 3377180"/>
                <a:gd name="connsiteX1" fmla="*/ 0 w 12686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262CAF3F-4392-A8DA-E1B9-799AF0280F4E}"/>
                </a:ext>
              </a:extLst>
            </p:cNvPr>
            <p:cNvSpPr/>
            <p:nvPr/>
          </p:nvSpPr>
          <p:spPr>
            <a:xfrm>
              <a:off x="7855782" y="1759800"/>
              <a:ext cx="12686" cy="3377180"/>
            </a:xfrm>
            <a:custGeom>
              <a:avLst/>
              <a:gdLst>
                <a:gd name="connsiteX0" fmla="*/ 0 w 12686"/>
                <a:gd name="connsiteY0" fmla="*/ 3377181 h 3377180"/>
                <a:gd name="connsiteX1" fmla="*/ 0 w 12686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95CCEB83-0A0B-8F87-4480-30F21011CD51}"/>
                </a:ext>
              </a:extLst>
            </p:cNvPr>
            <p:cNvSpPr/>
            <p:nvPr/>
          </p:nvSpPr>
          <p:spPr>
            <a:xfrm>
              <a:off x="4479825" y="5136981"/>
              <a:ext cx="3375956" cy="12690"/>
            </a:xfrm>
            <a:custGeom>
              <a:avLst/>
              <a:gdLst>
                <a:gd name="connsiteX0" fmla="*/ 0 w 3375956"/>
                <a:gd name="connsiteY0" fmla="*/ 0 h 12690"/>
                <a:gd name="connsiteX1" fmla="*/ 3375957 w 3375956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5956" h="12690">
                  <a:moveTo>
                    <a:pt x="0" y="0"/>
                  </a:moveTo>
                  <a:lnTo>
                    <a:pt x="3375957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5EB4C7F-86F5-9648-AF01-3F9B26BCE677}"/>
                </a:ext>
              </a:extLst>
            </p:cNvPr>
            <p:cNvSpPr/>
            <p:nvPr/>
          </p:nvSpPr>
          <p:spPr>
            <a:xfrm>
              <a:off x="4479825" y="1759800"/>
              <a:ext cx="3375956" cy="12690"/>
            </a:xfrm>
            <a:custGeom>
              <a:avLst/>
              <a:gdLst>
                <a:gd name="connsiteX0" fmla="*/ 0 w 3375956"/>
                <a:gd name="connsiteY0" fmla="*/ 0 h 12690"/>
                <a:gd name="connsiteX1" fmla="*/ 3375957 w 3375956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5956" h="12690">
                  <a:moveTo>
                    <a:pt x="0" y="0"/>
                  </a:moveTo>
                  <a:lnTo>
                    <a:pt x="3375957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 dirty="0"/>
            </a:p>
          </p:txBody>
        </p:sp>
      </p:grpSp>
      <p:grpSp>
        <p:nvGrpSpPr>
          <p:cNvPr id="267" name="Graphic 263">
            <a:extLst>
              <a:ext uri="{FF2B5EF4-FFF2-40B4-BE49-F238E27FC236}">
                <a16:creationId xmlns:a16="http://schemas.microsoft.com/office/drawing/2014/main" id="{2A2CD98C-8B06-303F-9FDD-0077B586ADED}"/>
              </a:ext>
            </a:extLst>
          </p:cNvPr>
          <p:cNvGrpSpPr/>
          <p:nvPr/>
        </p:nvGrpSpPr>
        <p:grpSpPr>
          <a:xfrm>
            <a:off x="6099111" y="589500"/>
            <a:ext cx="3436773" cy="3422207"/>
            <a:chOff x="4434768" y="1759191"/>
            <a:chExt cx="3436773" cy="3422207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5F61B1AC-D6DB-9BF2-060A-08975A2F1922}"/>
                </a:ext>
              </a:extLst>
            </p:cNvPr>
            <p:cNvSpPr/>
            <p:nvPr/>
          </p:nvSpPr>
          <p:spPr>
            <a:xfrm>
              <a:off x="4479218" y="1759800"/>
              <a:ext cx="3379622" cy="3377180"/>
            </a:xfrm>
            <a:custGeom>
              <a:avLst/>
              <a:gdLst>
                <a:gd name="connsiteX0" fmla="*/ 0 w 3379622"/>
                <a:gd name="connsiteY0" fmla="*/ 3377181 h 3377180"/>
                <a:gd name="connsiteX1" fmla="*/ 3379623 w 3379622"/>
                <a:gd name="connsiteY1" fmla="*/ 3377181 h 3377180"/>
                <a:gd name="connsiteX2" fmla="*/ 3379623 w 3379622"/>
                <a:gd name="connsiteY2" fmla="*/ 0 h 3377180"/>
                <a:gd name="connsiteX3" fmla="*/ 0 w 3379622"/>
                <a:gd name="connsiteY3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9622" h="3377180">
                  <a:moveTo>
                    <a:pt x="0" y="3377181"/>
                  </a:moveTo>
                  <a:lnTo>
                    <a:pt x="3379623" y="3377181"/>
                  </a:lnTo>
                  <a:lnTo>
                    <a:pt x="3379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269" name="Picture 268">
              <a:extLst>
                <a:ext uri="{FF2B5EF4-FFF2-40B4-BE49-F238E27FC236}">
                  <a16:creationId xmlns:a16="http://schemas.microsoft.com/office/drawing/2014/main" id="{FFE7538A-5708-245B-D336-79E843482AA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flipV="1">
              <a:off x="4479218" y="1759191"/>
              <a:ext cx="3380232" cy="3377789"/>
            </a:xfrm>
            <a:custGeom>
              <a:avLst/>
              <a:gdLst>
                <a:gd name="connsiteX0" fmla="*/ 0 w 3380232"/>
                <a:gd name="connsiteY0" fmla="*/ 83 h 3377789"/>
                <a:gd name="connsiteX1" fmla="*/ 3380232 w 3380232"/>
                <a:gd name="connsiteY1" fmla="*/ 83 h 3377789"/>
                <a:gd name="connsiteX2" fmla="*/ 3380232 w 3380232"/>
                <a:gd name="connsiteY2" fmla="*/ 3377873 h 3377789"/>
                <a:gd name="connsiteX3" fmla="*/ 0 w 3380232"/>
                <a:gd name="connsiteY3" fmla="*/ 3377873 h 337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0232" h="3377789">
                  <a:moveTo>
                    <a:pt x="0" y="83"/>
                  </a:moveTo>
                  <a:lnTo>
                    <a:pt x="3380232" y="83"/>
                  </a:lnTo>
                  <a:lnTo>
                    <a:pt x="3380232" y="3377873"/>
                  </a:lnTo>
                  <a:lnTo>
                    <a:pt x="0" y="3377873"/>
                  </a:lnTo>
                  <a:close/>
                </a:path>
              </a:pathLst>
            </a:custGeom>
          </p:spPr>
        </p:pic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0F117FD-4650-17B0-9356-88C947E96746}"/>
                </a:ext>
              </a:extLst>
            </p:cNvPr>
            <p:cNvSpPr/>
            <p:nvPr/>
          </p:nvSpPr>
          <p:spPr>
            <a:xfrm>
              <a:off x="6196247" y="2557054"/>
              <a:ext cx="150903" cy="342091"/>
            </a:xfrm>
            <a:custGeom>
              <a:avLst/>
              <a:gdLst>
                <a:gd name="connsiteX0" fmla="*/ 0 w 150903"/>
                <a:gd name="connsiteY0" fmla="*/ 8219 h 342091"/>
                <a:gd name="connsiteX1" fmla="*/ 129720 w 150903"/>
                <a:gd name="connsiteY1" fmla="*/ 0 h 342091"/>
                <a:gd name="connsiteX2" fmla="*/ 150904 w 150903"/>
                <a:gd name="connsiteY2" fmla="*/ 333873 h 342091"/>
                <a:gd name="connsiteX3" fmla="*/ 21184 w 150903"/>
                <a:gd name="connsiteY3" fmla="*/ 342092 h 342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903" h="342091">
                  <a:moveTo>
                    <a:pt x="0" y="8219"/>
                  </a:moveTo>
                  <a:lnTo>
                    <a:pt x="129720" y="0"/>
                  </a:lnTo>
                  <a:lnTo>
                    <a:pt x="150904" y="333873"/>
                  </a:lnTo>
                  <a:lnTo>
                    <a:pt x="21184" y="342092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A4D7050-9F9B-3504-5611-BB894615AB6E}"/>
                </a:ext>
              </a:extLst>
            </p:cNvPr>
            <p:cNvSpPr/>
            <p:nvPr/>
          </p:nvSpPr>
          <p:spPr>
            <a:xfrm>
              <a:off x="6204472" y="2561163"/>
              <a:ext cx="129719" cy="133735"/>
            </a:xfrm>
            <a:custGeom>
              <a:avLst/>
              <a:gdLst>
                <a:gd name="connsiteX0" fmla="*/ 56635 w 129719"/>
                <a:gd name="connsiteY0" fmla="*/ 0 h 133735"/>
                <a:gd name="connsiteX1" fmla="*/ 129720 w 129719"/>
                <a:gd name="connsiteY1" fmla="*/ 125517 h 133735"/>
                <a:gd name="connsiteX2" fmla="*/ 0 w 129719"/>
                <a:gd name="connsiteY2" fmla="*/ 133735 h 133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719" h="133735">
                  <a:moveTo>
                    <a:pt x="56635" y="0"/>
                  </a:moveTo>
                  <a:lnTo>
                    <a:pt x="129720" y="125517"/>
                  </a:lnTo>
                  <a:lnTo>
                    <a:pt x="0" y="1337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272" name="Graphic 263">
              <a:extLst>
                <a:ext uri="{FF2B5EF4-FFF2-40B4-BE49-F238E27FC236}">
                  <a16:creationId xmlns:a16="http://schemas.microsoft.com/office/drawing/2014/main" id="{141CF8C1-AA20-ED8F-EB63-4B2634BCC56E}"/>
                </a:ext>
              </a:extLst>
            </p:cNvPr>
            <p:cNvGrpSpPr/>
            <p:nvPr/>
          </p:nvGrpSpPr>
          <p:grpSpPr>
            <a:xfrm>
              <a:off x="4479218" y="5136981"/>
              <a:ext cx="3392323" cy="44417"/>
              <a:chOff x="4479218" y="5136981"/>
              <a:chExt cx="3392323" cy="44417"/>
            </a:xfrm>
            <a:solidFill>
              <a:srgbClr val="000000"/>
            </a:solidFill>
          </p:grpSpPr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C8327D01-81C4-96C6-6A3F-2DFCC8AFC1C0}"/>
                  </a:ext>
                </a:extLst>
              </p:cNvPr>
              <p:cNvSpPr/>
              <p:nvPr/>
            </p:nvSpPr>
            <p:spPr>
              <a:xfrm>
                <a:off x="4479218" y="5136981"/>
                <a:ext cx="12700" cy="44417"/>
              </a:xfrm>
              <a:custGeom>
                <a:avLst/>
                <a:gdLst>
                  <a:gd name="connsiteX0" fmla="*/ 104 w 12700"/>
                  <a:gd name="connsiteY0" fmla="*/ 308 h 44417"/>
                  <a:gd name="connsiteX1" fmla="*/ 104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04" y="308"/>
                    </a:moveTo>
                    <a:lnTo>
                      <a:pt x="104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5AFD241B-0AF1-7ABB-7881-FD7A10D7AC59}"/>
                  </a:ext>
                </a:extLst>
              </p:cNvPr>
              <p:cNvSpPr/>
              <p:nvPr/>
            </p:nvSpPr>
            <p:spPr>
              <a:xfrm>
                <a:off x="5155143" y="5136981"/>
                <a:ext cx="12700" cy="44417"/>
              </a:xfrm>
              <a:custGeom>
                <a:avLst/>
                <a:gdLst>
                  <a:gd name="connsiteX0" fmla="*/ 157 w 12700"/>
                  <a:gd name="connsiteY0" fmla="*/ 308 h 44417"/>
                  <a:gd name="connsiteX1" fmla="*/ 157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57" y="308"/>
                    </a:moveTo>
                    <a:lnTo>
                      <a:pt x="157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DEBDCE02-2E0B-AA43-FFAF-F048BB97A061}"/>
                  </a:ext>
                </a:extLst>
              </p:cNvPr>
              <p:cNvSpPr/>
              <p:nvPr/>
            </p:nvSpPr>
            <p:spPr>
              <a:xfrm>
                <a:off x="5831067" y="5136981"/>
                <a:ext cx="12700" cy="44417"/>
              </a:xfrm>
              <a:custGeom>
                <a:avLst/>
                <a:gdLst>
                  <a:gd name="connsiteX0" fmla="*/ 210 w 12700"/>
                  <a:gd name="connsiteY0" fmla="*/ 308 h 44417"/>
                  <a:gd name="connsiteX1" fmla="*/ 210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10" y="308"/>
                    </a:moveTo>
                    <a:lnTo>
                      <a:pt x="210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9497D37F-2D35-0E9D-5B8C-98533D53FB8F}"/>
                  </a:ext>
                </a:extLst>
              </p:cNvPr>
              <p:cNvSpPr/>
              <p:nvPr/>
            </p:nvSpPr>
            <p:spPr>
              <a:xfrm>
                <a:off x="6506992" y="5136981"/>
                <a:ext cx="12700" cy="44417"/>
              </a:xfrm>
              <a:custGeom>
                <a:avLst/>
                <a:gdLst>
                  <a:gd name="connsiteX0" fmla="*/ 263 w 12700"/>
                  <a:gd name="connsiteY0" fmla="*/ 308 h 44417"/>
                  <a:gd name="connsiteX1" fmla="*/ 263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63" y="308"/>
                    </a:moveTo>
                    <a:lnTo>
                      <a:pt x="263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1E79B2B6-B41D-F5CC-02B5-D1E79F126391}"/>
                  </a:ext>
                </a:extLst>
              </p:cNvPr>
              <p:cNvSpPr/>
              <p:nvPr/>
            </p:nvSpPr>
            <p:spPr>
              <a:xfrm>
                <a:off x="7182916" y="5136981"/>
                <a:ext cx="12700" cy="44417"/>
              </a:xfrm>
              <a:custGeom>
                <a:avLst/>
                <a:gdLst>
                  <a:gd name="connsiteX0" fmla="*/ 317 w 12700"/>
                  <a:gd name="connsiteY0" fmla="*/ 308 h 44417"/>
                  <a:gd name="connsiteX1" fmla="*/ 317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17" y="308"/>
                    </a:moveTo>
                    <a:lnTo>
                      <a:pt x="317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3ED85C2F-5ADA-D03D-8473-983AF9C1EDB0}"/>
                  </a:ext>
                </a:extLst>
              </p:cNvPr>
              <p:cNvSpPr/>
              <p:nvPr/>
            </p:nvSpPr>
            <p:spPr>
              <a:xfrm>
                <a:off x="7858841" y="5136981"/>
                <a:ext cx="12700" cy="44417"/>
              </a:xfrm>
              <a:custGeom>
                <a:avLst/>
                <a:gdLst>
                  <a:gd name="connsiteX0" fmla="*/ 370 w 12700"/>
                  <a:gd name="connsiteY0" fmla="*/ 308 h 44417"/>
                  <a:gd name="connsiteX1" fmla="*/ 370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70" y="308"/>
                    </a:moveTo>
                    <a:lnTo>
                      <a:pt x="370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309" name="Graphic 263">
              <a:extLst>
                <a:ext uri="{FF2B5EF4-FFF2-40B4-BE49-F238E27FC236}">
                  <a16:creationId xmlns:a16="http://schemas.microsoft.com/office/drawing/2014/main" id="{B97817E2-4013-B025-1281-D161A33C9C95}"/>
                </a:ext>
              </a:extLst>
            </p:cNvPr>
            <p:cNvGrpSpPr/>
            <p:nvPr/>
          </p:nvGrpSpPr>
          <p:grpSpPr>
            <a:xfrm>
              <a:off x="4434768" y="1759800"/>
              <a:ext cx="44450" cy="3389871"/>
              <a:chOff x="4434768" y="1759800"/>
              <a:chExt cx="44450" cy="3389871"/>
            </a:xfrm>
            <a:solidFill>
              <a:srgbClr val="000000"/>
            </a:solidFill>
          </p:grpSpPr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49D66A35-329B-F791-1D9C-E284D5EE23E5}"/>
                  </a:ext>
                </a:extLst>
              </p:cNvPr>
              <p:cNvSpPr/>
              <p:nvPr/>
            </p:nvSpPr>
            <p:spPr>
              <a:xfrm>
                <a:off x="4434768" y="5136981"/>
                <a:ext cx="44450" cy="12690"/>
              </a:xfrm>
              <a:custGeom>
                <a:avLst/>
                <a:gdLst>
                  <a:gd name="connsiteX0" fmla="*/ 44554 w 44450"/>
                  <a:gd name="connsiteY0" fmla="*/ 308 h 12690"/>
                  <a:gd name="connsiteX1" fmla="*/ 104 w 44450"/>
                  <a:gd name="connsiteY1" fmla="*/ 308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308"/>
                    </a:moveTo>
                    <a:lnTo>
                      <a:pt x="104" y="308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26FAA0F5-7F78-7CD8-ADA0-09CC67B8AD3A}"/>
                  </a:ext>
                </a:extLst>
              </p:cNvPr>
              <p:cNvSpPr/>
              <p:nvPr/>
            </p:nvSpPr>
            <p:spPr>
              <a:xfrm>
                <a:off x="4434768" y="4461545"/>
                <a:ext cx="44450" cy="12690"/>
              </a:xfrm>
              <a:custGeom>
                <a:avLst/>
                <a:gdLst>
                  <a:gd name="connsiteX0" fmla="*/ 44554 w 44450"/>
                  <a:gd name="connsiteY0" fmla="*/ 254 h 12690"/>
                  <a:gd name="connsiteX1" fmla="*/ 104 w 44450"/>
                  <a:gd name="connsiteY1" fmla="*/ 25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254"/>
                    </a:moveTo>
                    <a:lnTo>
                      <a:pt x="104" y="25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82D9C5DA-A037-B3CD-C3DC-51298BB6978D}"/>
                  </a:ext>
                </a:extLst>
              </p:cNvPr>
              <p:cNvSpPr/>
              <p:nvPr/>
            </p:nvSpPr>
            <p:spPr>
              <a:xfrm>
                <a:off x="4434768" y="3786109"/>
                <a:ext cx="44450" cy="12690"/>
              </a:xfrm>
              <a:custGeom>
                <a:avLst/>
                <a:gdLst>
                  <a:gd name="connsiteX0" fmla="*/ 44554 w 44450"/>
                  <a:gd name="connsiteY0" fmla="*/ 201 h 12690"/>
                  <a:gd name="connsiteX1" fmla="*/ 104 w 44450"/>
                  <a:gd name="connsiteY1" fmla="*/ 201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201"/>
                    </a:moveTo>
                    <a:lnTo>
                      <a:pt x="104" y="201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7C34402D-D33E-3462-9789-95ABE0D9E6E7}"/>
                  </a:ext>
                </a:extLst>
              </p:cNvPr>
              <p:cNvSpPr/>
              <p:nvPr/>
            </p:nvSpPr>
            <p:spPr>
              <a:xfrm>
                <a:off x="4434768" y="3110673"/>
                <a:ext cx="44450" cy="12690"/>
              </a:xfrm>
              <a:custGeom>
                <a:avLst/>
                <a:gdLst>
                  <a:gd name="connsiteX0" fmla="*/ 44554 w 44450"/>
                  <a:gd name="connsiteY0" fmla="*/ 148 h 12690"/>
                  <a:gd name="connsiteX1" fmla="*/ 104 w 44450"/>
                  <a:gd name="connsiteY1" fmla="*/ 148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148"/>
                    </a:moveTo>
                    <a:lnTo>
                      <a:pt x="104" y="148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5D147AB0-AFCC-2779-207C-32A35CA1F70F}"/>
                  </a:ext>
                </a:extLst>
              </p:cNvPr>
              <p:cNvSpPr/>
              <p:nvPr/>
            </p:nvSpPr>
            <p:spPr>
              <a:xfrm>
                <a:off x="4434768" y="2435236"/>
                <a:ext cx="44450" cy="12690"/>
              </a:xfrm>
              <a:custGeom>
                <a:avLst/>
                <a:gdLst>
                  <a:gd name="connsiteX0" fmla="*/ 44554 w 44450"/>
                  <a:gd name="connsiteY0" fmla="*/ 95 h 12690"/>
                  <a:gd name="connsiteX1" fmla="*/ 104 w 44450"/>
                  <a:gd name="connsiteY1" fmla="*/ 9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95"/>
                    </a:moveTo>
                    <a:lnTo>
                      <a:pt x="104" y="9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31716F87-2E3F-5AF3-BA6D-0512022A2484}"/>
                  </a:ext>
                </a:extLst>
              </p:cNvPr>
              <p:cNvSpPr/>
              <p:nvPr/>
            </p:nvSpPr>
            <p:spPr>
              <a:xfrm>
                <a:off x="4434768" y="1759800"/>
                <a:ext cx="44450" cy="12690"/>
              </a:xfrm>
              <a:custGeom>
                <a:avLst/>
                <a:gdLst>
                  <a:gd name="connsiteX0" fmla="*/ 44554 w 44450"/>
                  <a:gd name="connsiteY0" fmla="*/ 41 h 12690"/>
                  <a:gd name="connsiteX1" fmla="*/ 104 w 44450"/>
                  <a:gd name="connsiteY1" fmla="*/ 41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41"/>
                    </a:moveTo>
                    <a:lnTo>
                      <a:pt x="104" y="41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0CCDE888-E647-608C-27B7-4CE74F61B99B}"/>
                </a:ext>
              </a:extLst>
            </p:cNvPr>
            <p:cNvSpPr/>
            <p:nvPr/>
          </p:nvSpPr>
          <p:spPr>
            <a:xfrm>
              <a:off x="4479218" y="1759800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A5DEBE8-2A7C-E1D2-2A87-C9F97490AA48}"/>
                </a:ext>
              </a:extLst>
            </p:cNvPr>
            <p:cNvSpPr/>
            <p:nvPr/>
          </p:nvSpPr>
          <p:spPr>
            <a:xfrm>
              <a:off x="7858841" y="1759800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394FF53-A413-605E-1E76-F097F792E48B}"/>
                </a:ext>
              </a:extLst>
            </p:cNvPr>
            <p:cNvSpPr/>
            <p:nvPr/>
          </p:nvSpPr>
          <p:spPr>
            <a:xfrm>
              <a:off x="4479218" y="5136981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808EBFBE-73EC-49BD-EB8A-B6894C1F3258}"/>
                </a:ext>
              </a:extLst>
            </p:cNvPr>
            <p:cNvSpPr/>
            <p:nvPr/>
          </p:nvSpPr>
          <p:spPr>
            <a:xfrm>
              <a:off x="4479218" y="1759800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354" name="Graphic 350">
            <a:extLst>
              <a:ext uri="{FF2B5EF4-FFF2-40B4-BE49-F238E27FC236}">
                <a16:creationId xmlns:a16="http://schemas.microsoft.com/office/drawing/2014/main" id="{1F1FD0C9-A664-1D9B-0909-27E4B1BD1C67}"/>
              </a:ext>
            </a:extLst>
          </p:cNvPr>
          <p:cNvGrpSpPr/>
          <p:nvPr/>
        </p:nvGrpSpPr>
        <p:grpSpPr>
          <a:xfrm>
            <a:off x="6099111" y="4161599"/>
            <a:ext cx="3436773" cy="3422207"/>
            <a:chOff x="9031606" y="5245266"/>
            <a:chExt cx="3436773" cy="3422207"/>
          </a:xfrm>
        </p:grpSpPr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B4F6FB6-7B24-5BFE-0B0B-84CE73D236FE}"/>
                </a:ext>
              </a:extLst>
            </p:cNvPr>
            <p:cNvSpPr/>
            <p:nvPr/>
          </p:nvSpPr>
          <p:spPr>
            <a:xfrm>
              <a:off x="9076056" y="5245875"/>
              <a:ext cx="3379622" cy="3377180"/>
            </a:xfrm>
            <a:custGeom>
              <a:avLst/>
              <a:gdLst>
                <a:gd name="connsiteX0" fmla="*/ 0 w 3379622"/>
                <a:gd name="connsiteY0" fmla="*/ 3377181 h 3377180"/>
                <a:gd name="connsiteX1" fmla="*/ 3379623 w 3379622"/>
                <a:gd name="connsiteY1" fmla="*/ 3377181 h 3377180"/>
                <a:gd name="connsiteX2" fmla="*/ 3379623 w 3379622"/>
                <a:gd name="connsiteY2" fmla="*/ 0 h 3377180"/>
                <a:gd name="connsiteX3" fmla="*/ 0 w 3379622"/>
                <a:gd name="connsiteY3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9622" h="3377180">
                  <a:moveTo>
                    <a:pt x="0" y="3377181"/>
                  </a:moveTo>
                  <a:lnTo>
                    <a:pt x="3379623" y="3377181"/>
                  </a:lnTo>
                  <a:lnTo>
                    <a:pt x="3379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356" name="Picture 355">
              <a:extLst>
                <a:ext uri="{FF2B5EF4-FFF2-40B4-BE49-F238E27FC236}">
                  <a16:creationId xmlns:a16="http://schemas.microsoft.com/office/drawing/2014/main" id="{FDA7B2CF-E742-55F6-7436-C5F96DFFAAB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 flipV="1">
              <a:off x="9076056" y="5245266"/>
              <a:ext cx="3380232" cy="3377789"/>
            </a:xfrm>
            <a:custGeom>
              <a:avLst/>
              <a:gdLst>
                <a:gd name="connsiteX0" fmla="*/ 0 w 3380232"/>
                <a:gd name="connsiteY0" fmla="*/ 83 h 3377789"/>
                <a:gd name="connsiteX1" fmla="*/ 3380232 w 3380232"/>
                <a:gd name="connsiteY1" fmla="*/ 83 h 3377789"/>
                <a:gd name="connsiteX2" fmla="*/ 3380232 w 3380232"/>
                <a:gd name="connsiteY2" fmla="*/ 3377873 h 3377789"/>
                <a:gd name="connsiteX3" fmla="*/ 0 w 3380232"/>
                <a:gd name="connsiteY3" fmla="*/ 3377873 h 337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0232" h="3377789">
                  <a:moveTo>
                    <a:pt x="0" y="83"/>
                  </a:moveTo>
                  <a:lnTo>
                    <a:pt x="3380232" y="83"/>
                  </a:lnTo>
                  <a:lnTo>
                    <a:pt x="3380232" y="3377873"/>
                  </a:lnTo>
                  <a:lnTo>
                    <a:pt x="0" y="3377873"/>
                  </a:lnTo>
                  <a:close/>
                </a:path>
              </a:pathLst>
            </a:custGeom>
          </p:spPr>
        </p:pic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561962E3-971B-6596-9CE1-C6A4A833531C}"/>
                </a:ext>
              </a:extLst>
            </p:cNvPr>
            <p:cNvSpPr/>
            <p:nvPr/>
          </p:nvSpPr>
          <p:spPr>
            <a:xfrm>
              <a:off x="10779696" y="6084556"/>
              <a:ext cx="146849" cy="340719"/>
            </a:xfrm>
            <a:custGeom>
              <a:avLst/>
              <a:gdLst>
                <a:gd name="connsiteX0" fmla="*/ 0 w 146849"/>
                <a:gd name="connsiteY0" fmla="*/ 6610 h 340719"/>
                <a:gd name="connsiteX1" fmla="*/ 129812 w 146849"/>
                <a:gd name="connsiteY1" fmla="*/ 0 h 340719"/>
                <a:gd name="connsiteX2" fmla="*/ 146849 w 146849"/>
                <a:gd name="connsiteY2" fmla="*/ 334110 h 340719"/>
                <a:gd name="connsiteX3" fmla="*/ 17038 w 146849"/>
                <a:gd name="connsiteY3" fmla="*/ 340720 h 340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849" h="340719">
                  <a:moveTo>
                    <a:pt x="0" y="6610"/>
                  </a:moveTo>
                  <a:lnTo>
                    <a:pt x="129812" y="0"/>
                  </a:lnTo>
                  <a:lnTo>
                    <a:pt x="146849" y="334110"/>
                  </a:lnTo>
                  <a:lnTo>
                    <a:pt x="17038" y="340720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0BBDD48-E636-E6AD-95E8-964519107F68}"/>
                </a:ext>
              </a:extLst>
            </p:cNvPr>
            <p:cNvSpPr/>
            <p:nvPr/>
          </p:nvSpPr>
          <p:spPr>
            <a:xfrm>
              <a:off x="10786311" y="6087861"/>
              <a:ext cx="129811" cy="133023"/>
            </a:xfrm>
            <a:custGeom>
              <a:avLst/>
              <a:gdLst>
                <a:gd name="connsiteX0" fmla="*/ 58291 w 129811"/>
                <a:gd name="connsiteY0" fmla="*/ 0 h 133023"/>
                <a:gd name="connsiteX1" fmla="*/ 129812 w 129811"/>
                <a:gd name="connsiteY1" fmla="*/ 126413 h 133023"/>
                <a:gd name="connsiteX2" fmla="*/ 0 w 129811"/>
                <a:gd name="connsiteY2" fmla="*/ 133023 h 133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811" h="133023">
                  <a:moveTo>
                    <a:pt x="58291" y="0"/>
                  </a:moveTo>
                  <a:lnTo>
                    <a:pt x="129812" y="126413"/>
                  </a:lnTo>
                  <a:lnTo>
                    <a:pt x="0" y="133023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359" name="Graphic 350">
              <a:extLst>
                <a:ext uri="{FF2B5EF4-FFF2-40B4-BE49-F238E27FC236}">
                  <a16:creationId xmlns:a16="http://schemas.microsoft.com/office/drawing/2014/main" id="{186DEBD0-486B-3BC3-A921-6958B094664D}"/>
                </a:ext>
              </a:extLst>
            </p:cNvPr>
            <p:cNvGrpSpPr/>
            <p:nvPr/>
          </p:nvGrpSpPr>
          <p:grpSpPr>
            <a:xfrm>
              <a:off x="9076056" y="8623056"/>
              <a:ext cx="3392323" cy="44417"/>
              <a:chOff x="9076056" y="8623056"/>
              <a:chExt cx="3392323" cy="44417"/>
            </a:xfrm>
            <a:solidFill>
              <a:srgbClr val="000000"/>
            </a:solidFill>
          </p:grpSpPr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DE0A488D-A3FB-8D21-C262-454E4AFCD396}"/>
                  </a:ext>
                </a:extLst>
              </p:cNvPr>
              <p:cNvSpPr/>
              <p:nvPr/>
            </p:nvSpPr>
            <p:spPr>
              <a:xfrm>
                <a:off x="9076056" y="8623056"/>
                <a:ext cx="12700" cy="44417"/>
              </a:xfrm>
              <a:custGeom>
                <a:avLst/>
                <a:gdLst>
                  <a:gd name="connsiteX0" fmla="*/ 104 w 12700"/>
                  <a:gd name="connsiteY0" fmla="*/ 308 h 44417"/>
                  <a:gd name="connsiteX1" fmla="*/ 104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04" y="308"/>
                    </a:moveTo>
                    <a:lnTo>
                      <a:pt x="104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931A894A-36C1-0080-EC0E-BE5CD2DD240C}"/>
                  </a:ext>
                </a:extLst>
              </p:cNvPr>
              <p:cNvSpPr/>
              <p:nvPr/>
            </p:nvSpPr>
            <p:spPr>
              <a:xfrm>
                <a:off x="9751981" y="8623056"/>
                <a:ext cx="12700" cy="44417"/>
              </a:xfrm>
              <a:custGeom>
                <a:avLst/>
                <a:gdLst>
                  <a:gd name="connsiteX0" fmla="*/ 157 w 12700"/>
                  <a:gd name="connsiteY0" fmla="*/ 308 h 44417"/>
                  <a:gd name="connsiteX1" fmla="*/ 157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157" y="308"/>
                    </a:moveTo>
                    <a:lnTo>
                      <a:pt x="157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A1D1B3A9-242A-EAEF-8C61-23260FA3AAA0}"/>
                  </a:ext>
                </a:extLst>
              </p:cNvPr>
              <p:cNvSpPr/>
              <p:nvPr/>
            </p:nvSpPr>
            <p:spPr>
              <a:xfrm>
                <a:off x="10427905" y="8623056"/>
                <a:ext cx="12700" cy="44417"/>
              </a:xfrm>
              <a:custGeom>
                <a:avLst/>
                <a:gdLst>
                  <a:gd name="connsiteX0" fmla="*/ 210 w 12700"/>
                  <a:gd name="connsiteY0" fmla="*/ 308 h 44417"/>
                  <a:gd name="connsiteX1" fmla="*/ 210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10" y="308"/>
                    </a:moveTo>
                    <a:lnTo>
                      <a:pt x="210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5D80FE0D-D09A-5878-9B27-856EAB6AF38B}"/>
                  </a:ext>
                </a:extLst>
              </p:cNvPr>
              <p:cNvSpPr/>
              <p:nvPr/>
            </p:nvSpPr>
            <p:spPr>
              <a:xfrm>
                <a:off x="11103830" y="8623056"/>
                <a:ext cx="12700" cy="44417"/>
              </a:xfrm>
              <a:custGeom>
                <a:avLst/>
                <a:gdLst>
                  <a:gd name="connsiteX0" fmla="*/ 263 w 12700"/>
                  <a:gd name="connsiteY0" fmla="*/ 308 h 44417"/>
                  <a:gd name="connsiteX1" fmla="*/ 263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263" y="308"/>
                    </a:moveTo>
                    <a:lnTo>
                      <a:pt x="263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123FC40A-791D-3451-4EBB-E0CD683BEE95}"/>
                  </a:ext>
                </a:extLst>
              </p:cNvPr>
              <p:cNvSpPr/>
              <p:nvPr/>
            </p:nvSpPr>
            <p:spPr>
              <a:xfrm>
                <a:off x="11779754" y="8623056"/>
                <a:ext cx="12700" cy="44417"/>
              </a:xfrm>
              <a:custGeom>
                <a:avLst/>
                <a:gdLst>
                  <a:gd name="connsiteX0" fmla="*/ 317 w 12700"/>
                  <a:gd name="connsiteY0" fmla="*/ 308 h 44417"/>
                  <a:gd name="connsiteX1" fmla="*/ 317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17" y="308"/>
                    </a:moveTo>
                    <a:lnTo>
                      <a:pt x="317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202FE02B-3B88-2C4A-1E60-863BA21EEF63}"/>
                  </a:ext>
                </a:extLst>
              </p:cNvPr>
              <p:cNvSpPr/>
              <p:nvPr/>
            </p:nvSpPr>
            <p:spPr>
              <a:xfrm>
                <a:off x="12455679" y="8623056"/>
                <a:ext cx="12700" cy="44417"/>
              </a:xfrm>
              <a:custGeom>
                <a:avLst/>
                <a:gdLst>
                  <a:gd name="connsiteX0" fmla="*/ 370 w 12700"/>
                  <a:gd name="connsiteY0" fmla="*/ 308 h 44417"/>
                  <a:gd name="connsiteX1" fmla="*/ 370 w 12700"/>
                  <a:gd name="connsiteY1" fmla="*/ 44725 h 4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0" h="44417">
                    <a:moveTo>
                      <a:pt x="370" y="308"/>
                    </a:moveTo>
                    <a:lnTo>
                      <a:pt x="370" y="4472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grpSp>
          <p:nvGrpSpPr>
            <p:cNvPr id="396" name="Graphic 350">
              <a:extLst>
                <a:ext uri="{FF2B5EF4-FFF2-40B4-BE49-F238E27FC236}">
                  <a16:creationId xmlns:a16="http://schemas.microsoft.com/office/drawing/2014/main" id="{4E20E775-49EF-6529-125B-CB3DD9D40835}"/>
                </a:ext>
              </a:extLst>
            </p:cNvPr>
            <p:cNvGrpSpPr/>
            <p:nvPr/>
          </p:nvGrpSpPr>
          <p:grpSpPr>
            <a:xfrm>
              <a:off x="9031606" y="5245875"/>
              <a:ext cx="44450" cy="3389871"/>
              <a:chOff x="9031606" y="5245875"/>
              <a:chExt cx="44450" cy="3389871"/>
            </a:xfrm>
            <a:solidFill>
              <a:srgbClr val="000000"/>
            </a:solidFill>
          </p:grpSpPr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FF2354DB-BA1E-A8EB-94FF-AC034C297C7A}"/>
                  </a:ext>
                </a:extLst>
              </p:cNvPr>
              <p:cNvSpPr/>
              <p:nvPr/>
            </p:nvSpPr>
            <p:spPr>
              <a:xfrm>
                <a:off x="9031606" y="8623056"/>
                <a:ext cx="44450" cy="12690"/>
              </a:xfrm>
              <a:custGeom>
                <a:avLst/>
                <a:gdLst>
                  <a:gd name="connsiteX0" fmla="*/ 44554 w 44450"/>
                  <a:gd name="connsiteY0" fmla="*/ 308 h 12690"/>
                  <a:gd name="connsiteX1" fmla="*/ 104 w 44450"/>
                  <a:gd name="connsiteY1" fmla="*/ 308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308"/>
                    </a:moveTo>
                    <a:lnTo>
                      <a:pt x="104" y="308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745F821A-A136-4D81-DA80-77985BE9F47B}"/>
                  </a:ext>
                </a:extLst>
              </p:cNvPr>
              <p:cNvSpPr/>
              <p:nvPr/>
            </p:nvSpPr>
            <p:spPr>
              <a:xfrm>
                <a:off x="9031606" y="7947620"/>
                <a:ext cx="44450" cy="12690"/>
              </a:xfrm>
              <a:custGeom>
                <a:avLst/>
                <a:gdLst>
                  <a:gd name="connsiteX0" fmla="*/ 44554 w 44450"/>
                  <a:gd name="connsiteY0" fmla="*/ 254 h 12690"/>
                  <a:gd name="connsiteX1" fmla="*/ 104 w 44450"/>
                  <a:gd name="connsiteY1" fmla="*/ 25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254"/>
                    </a:moveTo>
                    <a:lnTo>
                      <a:pt x="104" y="254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6A63E38C-7F87-2E3C-B23D-C4B6313B8BA4}"/>
                  </a:ext>
                </a:extLst>
              </p:cNvPr>
              <p:cNvSpPr/>
              <p:nvPr/>
            </p:nvSpPr>
            <p:spPr>
              <a:xfrm>
                <a:off x="9031606" y="7272184"/>
                <a:ext cx="44450" cy="12690"/>
              </a:xfrm>
              <a:custGeom>
                <a:avLst/>
                <a:gdLst>
                  <a:gd name="connsiteX0" fmla="*/ 44554 w 44450"/>
                  <a:gd name="connsiteY0" fmla="*/ 201 h 12690"/>
                  <a:gd name="connsiteX1" fmla="*/ 104 w 44450"/>
                  <a:gd name="connsiteY1" fmla="*/ 201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201"/>
                    </a:moveTo>
                    <a:lnTo>
                      <a:pt x="104" y="201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1D86692F-214C-A6B4-438D-347F8B7DAA26}"/>
                  </a:ext>
                </a:extLst>
              </p:cNvPr>
              <p:cNvSpPr/>
              <p:nvPr/>
            </p:nvSpPr>
            <p:spPr>
              <a:xfrm>
                <a:off x="9031606" y="6596748"/>
                <a:ext cx="44450" cy="12690"/>
              </a:xfrm>
              <a:custGeom>
                <a:avLst/>
                <a:gdLst>
                  <a:gd name="connsiteX0" fmla="*/ 44554 w 44450"/>
                  <a:gd name="connsiteY0" fmla="*/ 148 h 12690"/>
                  <a:gd name="connsiteX1" fmla="*/ 104 w 44450"/>
                  <a:gd name="connsiteY1" fmla="*/ 148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148"/>
                    </a:moveTo>
                    <a:lnTo>
                      <a:pt x="104" y="148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4FAB6946-BB23-B86D-2C8F-FA2D015255E4}"/>
                  </a:ext>
                </a:extLst>
              </p:cNvPr>
              <p:cNvSpPr/>
              <p:nvPr/>
            </p:nvSpPr>
            <p:spPr>
              <a:xfrm>
                <a:off x="9031606" y="5921311"/>
                <a:ext cx="44450" cy="12690"/>
              </a:xfrm>
              <a:custGeom>
                <a:avLst/>
                <a:gdLst>
                  <a:gd name="connsiteX0" fmla="*/ 44554 w 44450"/>
                  <a:gd name="connsiteY0" fmla="*/ 95 h 12690"/>
                  <a:gd name="connsiteX1" fmla="*/ 104 w 44450"/>
                  <a:gd name="connsiteY1" fmla="*/ 9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95"/>
                    </a:moveTo>
                    <a:lnTo>
                      <a:pt x="104" y="95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709B0098-92C8-DF30-B361-C197978A9D1D}"/>
                  </a:ext>
                </a:extLst>
              </p:cNvPr>
              <p:cNvSpPr/>
              <p:nvPr/>
            </p:nvSpPr>
            <p:spPr>
              <a:xfrm>
                <a:off x="9031606" y="5245875"/>
                <a:ext cx="44450" cy="12690"/>
              </a:xfrm>
              <a:custGeom>
                <a:avLst/>
                <a:gdLst>
                  <a:gd name="connsiteX0" fmla="*/ 44554 w 44450"/>
                  <a:gd name="connsiteY0" fmla="*/ 41 h 12690"/>
                  <a:gd name="connsiteX1" fmla="*/ 104 w 44450"/>
                  <a:gd name="connsiteY1" fmla="*/ 41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50" h="12690">
                    <a:moveTo>
                      <a:pt x="44554" y="41"/>
                    </a:moveTo>
                    <a:lnTo>
                      <a:pt x="104" y="41"/>
                    </a:lnTo>
                  </a:path>
                </a:pathLst>
              </a:custGeom>
              <a:solidFill>
                <a:srgbClr val="000000"/>
              </a:solidFill>
              <a:ln w="1016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B35C5C8A-AF14-7C4A-13DA-A31B2DA835E7}"/>
                </a:ext>
              </a:extLst>
            </p:cNvPr>
            <p:cNvSpPr/>
            <p:nvPr/>
          </p:nvSpPr>
          <p:spPr>
            <a:xfrm>
              <a:off x="9076056" y="5245875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0B91511E-7340-DD6D-DAEF-54AE23F4BB02}"/>
                </a:ext>
              </a:extLst>
            </p:cNvPr>
            <p:cNvSpPr/>
            <p:nvPr/>
          </p:nvSpPr>
          <p:spPr>
            <a:xfrm>
              <a:off x="12455679" y="5245875"/>
              <a:ext cx="12700" cy="3377180"/>
            </a:xfrm>
            <a:custGeom>
              <a:avLst/>
              <a:gdLst>
                <a:gd name="connsiteX0" fmla="*/ 0 w 12700"/>
                <a:gd name="connsiteY0" fmla="*/ 3377181 h 3377180"/>
                <a:gd name="connsiteX1" fmla="*/ 0 w 12700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0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ED18A801-5D29-1F37-8823-C979A1D95B2E}"/>
                </a:ext>
              </a:extLst>
            </p:cNvPr>
            <p:cNvSpPr/>
            <p:nvPr/>
          </p:nvSpPr>
          <p:spPr>
            <a:xfrm>
              <a:off x="9076056" y="8623056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A9E8218-34F5-6A95-EA1B-72FB052B1880}"/>
                </a:ext>
              </a:extLst>
            </p:cNvPr>
            <p:cNvSpPr/>
            <p:nvPr/>
          </p:nvSpPr>
          <p:spPr>
            <a:xfrm>
              <a:off x="9076056" y="5245875"/>
              <a:ext cx="3379622" cy="12690"/>
            </a:xfrm>
            <a:custGeom>
              <a:avLst/>
              <a:gdLst>
                <a:gd name="connsiteX0" fmla="*/ 0 w 3379622"/>
                <a:gd name="connsiteY0" fmla="*/ 0 h 12690"/>
                <a:gd name="connsiteX1" fmla="*/ 3379623 w 3379622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9622" h="12690">
                  <a:moveTo>
                    <a:pt x="0" y="0"/>
                  </a:moveTo>
                  <a:lnTo>
                    <a:pt x="3379623" y="0"/>
                  </a:lnTo>
                </a:path>
              </a:pathLst>
            </a:custGeom>
            <a:noFill/>
            <a:ln w="10160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grpSp>
        <p:nvGrpSpPr>
          <p:cNvPr id="441" name="Graphic 437">
            <a:extLst>
              <a:ext uri="{FF2B5EF4-FFF2-40B4-BE49-F238E27FC236}">
                <a16:creationId xmlns:a16="http://schemas.microsoft.com/office/drawing/2014/main" id="{D2F5AF1D-C808-6CAC-02C6-BE1107EB5D52}"/>
              </a:ext>
            </a:extLst>
          </p:cNvPr>
          <p:cNvGrpSpPr/>
          <p:nvPr/>
        </p:nvGrpSpPr>
        <p:grpSpPr>
          <a:xfrm>
            <a:off x="6084510" y="7709081"/>
            <a:ext cx="3549415" cy="3564860"/>
            <a:chOff x="11373444" y="6376197"/>
            <a:chExt cx="3549415" cy="3564860"/>
          </a:xfrm>
        </p:grpSpPr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427CB81A-1CB2-1A99-3362-ED82C6C01E16}"/>
                </a:ext>
              </a:extLst>
            </p:cNvPr>
            <p:cNvSpPr/>
            <p:nvPr/>
          </p:nvSpPr>
          <p:spPr>
            <a:xfrm>
              <a:off x="11434258" y="6376806"/>
              <a:ext cx="3375956" cy="3377180"/>
            </a:xfrm>
            <a:custGeom>
              <a:avLst/>
              <a:gdLst>
                <a:gd name="connsiteX0" fmla="*/ 0 w 3375956"/>
                <a:gd name="connsiteY0" fmla="*/ 3377181 h 3377180"/>
                <a:gd name="connsiteX1" fmla="*/ 3375957 w 3375956"/>
                <a:gd name="connsiteY1" fmla="*/ 3377181 h 3377180"/>
                <a:gd name="connsiteX2" fmla="*/ 3375957 w 3375956"/>
                <a:gd name="connsiteY2" fmla="*/ 0 h 3377180"/>
                <a:gd name="connsiteX3" fmla="*/ 0 w 3375956"/>
                <a:gd name="connsiteY3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5956" h="3377180">
                  <a:moveTo>
                    <a:pt x="0" y="3377181"/>
                  </a:moveTo>
                  <a:lnTo>
                    <a:pt x="3375957" y="3377181"/>
                  </a:lnTo>
                  <a:lnTo>
                    <a:pt x="3375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SE"/>
            </a:p>
          </p:txBody>
        </p:sp>
        <p:pic>
          <p:nvPicPr>
            <p:cNvPr id="443" name="Picture 442">
              <a:extLst>
                <a:ext uri="{FF2B5EF4-FFF2-40B4-BE49-F238E27FC236}">
                  <a16:creationId xmlns:a16="http://schemas.microsoft.com/office/drawing/2014/main" id="{7C9AC282-C796-5DA3-8969-5DF39A71A79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 flipV="1">
              <a:off x="11434258" y="6376197"/>
              <a:ext cx="3376565" cy="3377789"/>
            </a:xfrm>
            <a:custGeom>
              <a:avLst/>
              <a:gdLst>
                <a:gd name="connsiteX0" fmla="*/ 0 w 3376565"/>
                <a:gd name="connsiteY0" fmla="*/ 83 h 3377789"/>
                <a:gd name="connsiteX1" fmla="*/ 3376566 w 3376565"/>
                <a:gd name="connsiteY1" fmla="*/ 83 h 3377789"/>
                <a:gd name="connsiteX2" fmla="*/ 3376566 w 3376565"/>
                <a:gd name="connsiteY2" fmla="*/ 3377873 h 3377789"/>
                <a:gd name="connsiteX3" fmla="*/ 0 w 3376565"/>
                <a:gd name="connsiteY3" fmla="*/ 3377873 h 337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6565" h="3377789">
                  <a:moveTo>
                    <a:pt x="0" y="83"/>
                  </a:moveTo>
                  <a:lnTo>
                    <a:pt x="3376566" y="83"/>
                  </a:lnTo>
                  <a:lnTo>
                    <a:pt x="3376566" y="3377873"/>
                  </a:lnTo>
                  <a:lnTo>
                    <a:pt x="0" y="3377873"/>
                  </a:lnTo>
                  <a:close/>
                </a:path>
              </a:pathLst>
            </a:custGeom>
          </p:spPr>
        </p:pic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CB91720-FB36-EF0B-2FAE-D3BF27DBC5A5}"/>
                </a:ext>
              </a:extLst>
            </p:cNvPr>
            <p:cNvSpPr/>
            <p:nvPr/>
          </p:nvSpPr>
          <p:spPr>
            <a:xfrm>
              <a:off x="13147760" y="7176549"/>
              <a:ext cx="150024" cy="341852"/>
            </a:xfrm>
            <a:custGeom>
              <a:avLst/>
              <a:gdLst>
                <a:gd name="connsiteX0" fmla="*/ 0 w 150024"/>
                <a:gd name="connsiteY0" fmla="*/ 7934 h 341852"/>
                <a:gd name="connsiteX1" fmla="*/ 129597 w 150024"/>
                <a:gd name="connsiteY1" fmla="*/ 0 h 341852"/>
                <a:gd name="connsiteX2" fmla="*/ 150025 w 150024"/>
                <a:gd name="connsiteY2" fmla="*/ 333919 h 341852"/>
                <a:gd name="connsiteX3" fmla="*/ 20428 w 150024"/>
                <a:gd name="connsiteY3" fmla="*/ 341853 h 341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024" h="341852">
                  <a:moveTo>
                    <a:pt x="0" y="7934"/>
                  </a:moveTo>
                  <a:lnTo>
                    <a:pt x="129597" y="0"/>
                  </a:lnTo>
                  <a:lnTo>
                    <a:pt x="150025" y="333919"/>
                  </a:lnTo>
                  <a:lnTo>
                    <a:pt x="20428" y="341853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98F60969-3A2C-C051-F004-863418F1D024}"/>
                </a:ext>
              </a:extLst>
            </p:cNvPr>
            <p:cNvSpPr/>
            <p:nvPr/>
          </p:nvSpPr>
          <p:spPr>
            <a:xfrm>
              <a:off x="13155691" y="7180516"/>
              <a:ext cx="129596" cy="133610"/>
            </a:xfrm>
            <a:custGeom>
              <a:avLst/>
              <a:gdLst>
                <a:gd name="connsiteX0" fmla="*/ 56867 w 129596"/>
                <a:gd name="connsiteY0" fmla="*/ 0 h 133610"/>
                <a:gd name="connsiteX1" fmla="*/ 129597 w 129596"/>
                <a:gd name="connsiteY1" fmla="*/ 125677 h 133610"/>
                <a:gd name="connsiteX2" fmla="*/ 0 w 129596"/>
                <a:gd name="connsiteY2" fmla="*/ 133611 h 133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596" h="133610">
                  <a:moveTo>
                    <a:pt x="56867" y="0"/>
                  </a:moveTo>
                  <a:lnTo>
                    <a:pt x="129597" y="125677"/>
                  </a:lnTo>
                  <a:lnTo>
                    <a:pt x="0" y="133611"/>
                  </a:lnTo>
                  <a:close/>
                </a:path>
              </a:pathLst>
            </a:custGeom>
            <a:solidFill>
              <a:srgbClr val="FFFFFF"/>
            </a:solidFill>
            <a:ln w="1268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grpSp>
          <p:nvGrpSpPr>
            <p:cNvPr id="446" name="Graphic 437">
              <a:extLst>
                <a:ext uri="{FF2B5EF4-FFF2-40B4-BE49-F238E27FC236}">
                  <a16:creationId xmlns:a16="http://schemas.microsoft.com/office/drawing/2014/main" id="{6058D332-E461-587D-4D91-0D84C51793A2}"/>
                </a:ext>
              </a:extLst>
            </p:cNvPr>
            <p:cNvGrpSpPr/>
            <p:nvPr/>
          </p:nvGrpSpPr>
          <p:grpSpPr>
            <a:xfrm>
              <a:off x="11373444" y="9753987"/>
              <a:ext cx="3549415" cy="187070"/>
              <a:chOff x="11373444" y="9753987"/>
              <a:chExt cx="3549415" cy="187070"/>
            </a:xfrm>
            <a:solidFill>
              <a:srgbClr val="000000"/>
            </a:solidFill>
          </p:grpSpPr>
          <p:grpSp>
            <p:nvGrpSpPr>
              <p:cNvPr id="447" name="Graphic 437">
                <a:extLst>
                  <a:ext uri="{FF2B5EF4-FFF2-40B4-BE49-F238E27FC236}">
                    <a16:creationId xmlns:a16="http://schemas.microsoft.com/office/drawing/2014/main" id="{2A647626-F131-846C-55CF-12118761422F}"/>
                  </a:ext>
                </a:extLst>
              </p:cNvPr>
              <p:cNvGrpSpPr/>
              <p:nvPr/>
            </p:nvGrpSpPr>
            <p:grpSpPr>
              <a:xfrm>
                <a:off x="11373444" y="9753987"/>
                <a:ext cx="227514" cy="187070"/>
                <a:chOff x="11373444" y="9753987"/>
                <a:chExt cx="227514" cy="187070"/>
              </a:xfrm>
              <a:solidFill>
                <a:srgbClr val="000000"/>
              </a:solidFill>
            </p:grpSpPr>
            <p:sp>
              <p:nvSpPr>
                <p:cNvPr id="448" name="Freeform: Shape 447">
                  <a:extLst>
                    <a:ext uri="{FF2B5EF4-FFF2-40B4-BE49-F238E27FC236}">
                      <a16:creationId xmlns:a16="http://schemas.microsoft.com/office/drawing/2014/main" id="{2E535D67-03E3-D7F5-CE74-DD5BD71172D0}"/>
                    </a:ext>
                  </a:extLst>
                </p:cNvPr>
                <p:cNvSpPr/>
                <p:nvPr/>
              </p:nvSpPr>
              <p:spPr>
                <a:xfrm>
                  <a:off x="11434258" y="9753987"/>
                  <a:ext cx="12686" cy="44417"/>
                </a:xfrm>
                <a:custGeom>
                  <a:avLst/>
                  <a:gdLst>
                    <a:gd name="connsiteX0" fmla="*/ 103 w 12686"/>
                    <a:gd name="connsiteY0" fmla="*/ 308 h 44417"/>
                    <a:gd name="connsiteX1" fmla="*/ 103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03" y="308"/>
                      </a:moveTo>
                      <a:lnTo>
                        <a:pt x="103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49" name="Graphic 437">
                  <a:extLst>
                    <a:ext uri="{FF2B5EF4-FFF2-40B4-BE49-F238E27FC236}">
                      <a16:creationId xmlns:a16="http://schemas.microsoft.com/office/drawing/2014/main" id="{2C9772B0-7689-E457-CCE2-DA70409FB1A7}"/>
                    </a:ext>
                  </a:extLst>
                </p:cNvPr>
                <p:cNvGrpSpPr/>
                <p:nvPr/>
              </p:nvGrpSpPr>
              <p:grpSpPr>
                <a:xfrm>
                  <a:off x="11373444" y="9845063"/>
                  <a:ext cx="227514" cy="95994"/>
                  <a:chOff x="11373444" y="9845063"/>
                  <a:chExt cx="227514" cy="95994"/>
                </a:xfrm>
                <a:solidFill>
                  <a:srgbClr val="000000"/>
                </a:solidFill>
              </p:grpSpPr>
              <p:sp>
                <p:nvSpPr>
                  <p:cNvPr id="450" name="Freeform: Shape 449">
                    <a:extLst>
                      <a:ext uri="{FF2B5EF4-FFF2-40B4-BE49-F238E27FC236}">
                        <a16:creationId xmlns:a16="http://schemas.microsoft.com/office/drawing/2014/main" id="{D9A1E0D3-3052-77AA-B9BC-62C9C0C21F13}"/>
                      </a:ext>
                    </a:extLst>
                  </p:cNvPr>
                  <p:cNvSpPr/>
                  <p:nvPr/>
                </p:nvSpPr>
                <p:spPr>
                  <a:xfrm flipV="1">
                    <a:off x="11373444" y="9846729"/>
                    <a:ext cx="67395" cy="92524"/>
                  </a:xfrm>
                  <a:custGeom>
                    <a:avLst/>
                    <a:gdLst>
                      <a:gd name="connsiteX0" fmla="*/ 39829 w 67395"/>
                      <a:gd name="connsiteY0" fmla="*/ 79603 h 92524"/>
                      <a:gd name="connsiteX1" fmla="*/ 8233 w 67395"/>
                      <a:gd name="connsiteY1" fmla="*/ 30208 h 92524"/>
                      <a:gd name="connsiteX2" fmla="*/ 39829 w 67395"/>
                      <a:gd name="connsiteY2" fmla="*/ 30208 h 92524"/>
                      <a:gd name="connsiteX3" fmla="*/ 39829 w 67395"/>
                      <a:gd name="connsiteY3" fmla="*/ 79603 h 92524"/>
                      <a:gd name="connsiteX4" fmla="*/ 36539 w 67395"/>
                      <a:gd name="connsiteY4" fmla="*/ 90510 h 92524"/>
                      <a:gd name="connsiteX5" fmla="*/ 52278 w 67395"/>
                      <a:gd name="connsiteY5" fmla="*/ 90510 h 92524"/>
                      <a:gd name="connsiteX6" fmla="*/ 52278 w 67395"/>
                      <a:gd name="connsiteY6" fmla="*/ 30208 h 92524"/>
                      <a:gd name="connsiteX7" fmla="*/ 65479 w 67395"/>
                      <a:gd name="connsiteY7" fmla="*/ 30208 h 92524"/>
                      <a:gd name="connsiteX8" fmla="*/ 65479 w 67395"/>
                      <a:gd name="connsiteY8" fmla="*/ 19798 h 92524"/>
                      <a:gd name="connsiteX9" fmla="*/ 52278 w 67395"/>
                      <a:gd name="connsiteY9" fmla="*/ 19798 h 92524"/>
                      <a:gd name="connsiteX10" fmla="*/ 52278 w 67395"/>
                      <a:gd name="connsiteY10" fmla="*/ -2014 h 92524"/>
                      <a:gd name="connsiteX11" fmla="*/ 39829 w 67395"/>
                      <a:gd name="connsiteY11" fmla="*/ -2014 h 92524"/>
                      <a:gd name="connsiteX12" fmla="*/ 39829 w 67395"/>
                      <a:gd name="connsiteY12" fmla="*/ 19798 h 92524"/>
                      <a:gd name="connsiteX13" fmla="*/ -1916 w 67395"/>
                      <a:gd name="connsiteY13" fmla="*/ 19798 h 92524"/>
                      <a:gd name="connsiteX14" fmla="*/ -1916 w 67395"/>
                      <a:gd name="connsiteY14" fmla="*/ 31874 h 92524"/>
                      <a:gd name="connsiteX15" fmla="*/ 36539 w 67395"/>
                      <a:gd name="connsiteY15" fmla="*/ 905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39829" y="79603"/>
                        </a:moveTo>
                        <a:lnTo>
                          <a:pt x="8233" y="30208"/>
                        </a:lnTo>
                        <a:lnTo>
                          <a:pt x="39829" y="30208"/>
                        </a:lnTo>
                        <a:lnTo>
                          <a:pt x="39829" y="79603"/>
                        </a:lnTo>
                        <a:close/>
                        <a:moveTo>
                          <a:pt x="36539" y="90510"/>
                        </a:moveTo>
                        <a:lnTo>
                          <a:pt x="52278" y="90510"/>
                        </a:lnTo>
                        <a:lnTo>
                          <a:pt x="52278" y="30208"/>
                        </a:lnTo>
                        <a:lnTo>
                          <a:pt x="65479" y="30208"/>
                        </a:lnTo>
                        <a:lnTo>
                          <a:pt x="65479" y="19798"/>
                        </a:lnTo>
                        <a:lnTo>
                          <a:pt x="52278" y="19798"/>
                        </a:lnTo>
                        <a:lnTo>
                          <a:pt x="52278" y="-2014"/>
                        </a:lnTo>
                        <a:lnTo>
                          <a:pt x="39829" y="-2014"/>
                        </a:lnTo>
                        <a:lnTo>
                          <a:pt x="39829" y="19798"/>
                        </a:lnTo>
                        <a:lnTo>
                          <a:pt x="-1916" y="19798"/>
                        </a:lnTo>
                        <a:lnTo>
                          <a:pt x="-1916" y="31874"/>
                        </a:lnTo>
                        <a:lnTo>
                          <a:pt x="36539" y="905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51" name="Freeform: Shape 450">
                    <a:extLst>
                      <a:ext uri="{FF2B5EF4-FFF2-40B4-BE49-F238E27FC236}">
                        <a16:creationId xmlns:a16="http://schemas.microsoft.com/office/drawing/2014/main" id="{94E1C569-A5E1-4612-DACD-9CAE4D5EB84D}"/>
                      </a:ext>
                    </a:extLst>
                  </p:cNvPr>
                  <p:cNvSpPr/>
                  <p:nvPr/>
                </p:nvSpPr>
                <p:spPr>
                  <a:xfrm flipV="1">
                    <a:off x="11455942" y="9845063"/>
                    <a:ext cx="63807" cy="95994"/>
                  </a:xfrm>
                  <a:custGeom>
                    <a:avLst/>
                    <a:gdLst>
                      <a:gd name="connsiteX0" fmla="*/ 4037 w 63807"/>
                      <a:gd name="connsiteY0" fmla="*/ 1717 h 95994"/>
                      <a:gd name="connsiteX1" fmla="*/ 4037 w 63807"/>
                      <a:gd name="connsiteY1" fmla="*/ 13119 h 95994"/>
                      <a:gd name="connsiteX2" fmla="*/ 13572 w 63807"/>
                      <a:gd name="connsiteY2" fmla="*/ 9708 h 95994"/>
                      <a:gd name="connsiteX3" fmla="*/ 23067 w 63807"/>
                      <a:gd name="connsiteY3" fmla="*/ 8538 h 95994"/>
                      <a:gd name="connsiteX4" fmla="*/ 41977 w 63807"/>
                      <a:gd name="connsiteY4" fmla="*/ 16867 h 95994"/>
                      <a:gd name="connsiteX5" fmla="*/ 49450 w 63807"/>
                      <a:gd name="connsiteY5" fmla="*/ 42189 h 95994"/>
                      <a:gd name="connsiteX6" fmla="*/ 40332 w 63807"/>
                      <a:gd name="connsiteY6" fmla="*/ 33999 h 95994"/>
                      <a:gd name="connsiteX7" fmla="*/ 28141 w 63807"/>
                      <a:gd name="connsiteY7" fmla="*/ 31144 h 95994"/>
                      <a:gd name="connsiteX8" fmla="*/ 6178 w 63807"/>
                      <a:gd name="connsiteY8" fmla="*/ 39532 h 95994"/>
                      <a:gd name="connsiteX9" fmla="*/ -1909 w 63807"/>
                      <a:gd name="connsiteY9" fmla="*/ 62514 h 95994"/>
                      <a:gd name="connsiteX10" fmla="*/ 6515 w 63807"/>
                      <a:gd name="connsiteY10" fmla="*/ 85357 h 95994"/>
                      <a:gd name="connsiteX11" fmla="*/ 28934 w 63807"/>
                      <a:gd name="connsiteY11" fmla="*/ 93983 h 95994"/>
                      <a:gd name="connsiteX12" fmla="*/ 53434 w 63807"/>
                      <a:gd name="connsiteY12" fmla="*/ 81669 h 95994"/>
                      <a:gd name="connsiteX13" fmla="*/ 61898 w 63807"/>
                      <a:gd name="connsiteY13" fmla="*/ 45956 h 95994"/>
                      <a:gd name="connsiteX14" fmla="*/ 51511 w 63807"/>
                      <a:gd name="connsiteY14" fmla="*/ 11037 h 95994"/>
                      <a:gd name="connsiteX15" fmla="*/ 23622 w 63807"/>
                      <a:gd name="connsiteY15" fmla="*/ -2011 h 95994"/>
                      <a:gd name="connsiteX16" fmla="*/ 14067 w 63807"/>
                      <a:gd name="connsiteY16" fmla="*/ -1079 h 95994"/>
                      <a:gd name="connsiteX17" fmla="*/ 4037 w 63807"/>
                      <a:gd name="connsiteY17" fmla="*/ 1717 h 95994"/>
                      <a:gd name="connsiteX18" fmla="*/ 28934 w 63807"/>
                      <a:gd name="connsiteY18" fmla="*/ 40940 h 95994"/>
                      <a:gd name="connsiteX19" fmla="*/ 42274 w 63807"/>
                      <a:gd name="connsiteY19" fmla="*/ 46690 h 95994"/>
                      <a:gd name="connsiteX20" fmla="*/ 47210 w 63807"/>
                      <a:gd name="connsiteY20" fmla="*/ 62514 h 95994"/>
                      <a:gd name="connsiteX21" fmla="*/ 42274 w 63807"/>
                      <a:gd name="connsiteY21" fmla="*/ 78278 h 95994"/>
                      <a:gd name="connsiteX22" fmla="*/ 28934 w 63807"/>
                      <a:gd name="connsiteY22" fmla="*/ 84069 h 95994"/>
                      <a:gd name="connsiteX23" fmla="*/ 15594 w 63807"/>
                      <a:gd name="connsiteY23" fmla="*/ 78278 h 95994"/>
                      <a:gd name="connsiteX24" fmla="*/ 10678 w 63807"/>
                      <a:gd name="connsiteY24" fmla="*/ 62514 h 95994"/>
                      <a:gd name="connsiteX25" fmla="*/ 15594 w 63807"/>
                      <a:gd name="connsiteY25" fmla="*/ 46690 h 95994"/>
                      <a:gd name="connsiteX26" fmla="*/ 28934 w 63807"/>
                      <a:gd name="connsiteY26" fmla="*/ 40940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3807" h="95994">
                        <a:moveTo>
                          <a:pt x="4037" y="1717"/>
                        </a:moveTo>
                        <a:lnTo>
                          <a:pt x="4037" y="13119"/>
                        </a:lnTo>
                        <a:cubicBezTo>
                          <a:pt x="7182" y="11625"/>
                          <a:pt x="10361" y="10488"/>
                          <a:pt x="13572" y="9708"/>
                        </a:cubicBezTo>
                        <a:cubicBezTo>
                          <a:pt x="16796" y="8928"/>
                          <a:pt x="19961" y="8538"/>
                          <a:pt x="23067" y="8538"/>
                        </a:cubicBezTo>
                        <a:cubicBezTo>
                          <a:pt x="31326" y="8538"/>
                          <a:pt x="37629" y="11314"/>
                          <a:pt x="41977" y="16867"/>
                        </a:cubicBezTo>
                        <a:cubicBezTo>
                          <a:pt x="46338" y="22419"/>
                          <a:pt x="48829" y="30860"/>
                          <a:pt x="49450" y="42189"/>
                        </a:cubicBezTo>
                        <a:cubicBezTo>
                          <a:pt x="47058" y="38633"/>
                          <a:pt x="44019" y="35903"/>
                          <a:pt x="40332" y="33999"/>
                        </a:cubicBezTo>
                        <a:cubicBezTo>
                          <a:pt x="36658" y="32096"/>
                          <a:pt x="32594" y="31144"/>
                          <a:pt x="28141" y="31144"/>
                        </a:cubicBezTo>
                        <a:cubicBezTo>
                          <a:pt x="18891" y="31144"/>
                          <a:pt x="11570" y="33940"/>
                          <a:pt x="6178" y="39532"/>
                        </a:cubicBezTo>
                        <a:cubicBezTo>
                          <a:pt x="786" y="45137"/>
                          <a:pt x="-1909" y="52798"/>
                          <a:pt x="-1909" y="62514"/>
                        </a:cubicBezTo>
                        <a:cubicBezTo>
                          <a:pt x="-1909" y="72006"/>
                          <a:pt x="899" y="79620"/>
                          <a:pt x="6515" y="85357"/>
                        </a:cubicBezTo>
                        <a:cubicBezTo>
                          <a:pt x="12131" y="91108"/>
                          <a:pt x="19604" y="93983"/>
                          <a:pt x="28934" y="93983"/>
                        </a:cubicBezTo>
                        <a:cubicBezTo>
                          <a:pt x="39638" y="93983"/>
                          <a:pt x="47805" y="89879"/>
                          <a:pt x="53434" y="81669"/>
                        </a:cubicBezTo>
                        <a:cubicBezTo>
                          <a:pt x="59077" y="73473"/>
                          <a:pt x="61898" y="61569"/>
                          <a:pt x="61898" y="45956"/>
                        </a:cubicBezTo>
                        <a:cubicBezTo>
                          <a:pt x="61898" y="31375"/>
                          <a:pt x="58436" y="19735"/>
                          <a:pt x="51511" y="11037"/>
                        </a:cubicBezTo>
                        <a:cubicBezTo>
                          <a:pt x="44600" y="2338"/>
                          <a:pt x="35303" y="-2011"/>
                          <a:pt x="23622" y="-2011"/>
                        </a:cubicBezTo>
                        <a:cubicBezTo>
                          <a:pt x="20476" y="-2011"/>
                          <a:pt x="17292" y="-1700"/>
                          <a:pt x="14067" y="-1079"/>
                        </a:cubicBezTo>
                        <a:cubicBezTo>
                          <a:pt x="10856" y="-458"/>
                          <a:pt x="7513" y="474"/>
                          <a:pt x="4037" y="1717"/>
                        </a:cubicBezTo>
                        <a:close/>
                        <a:moveTo>
                          <a:pt x="28934" y="40940"/>
                        </a:moveTo>
                        <a:cubicBezTo>
                          <a:pt x="34550" y="40940"/>
                          <a:pt x="38997" y="42856"/>
                          <a:pt x="42274" y="46690"/>
                        </a:cubicBezTo>
                        <a:cubicBezTo>
                          <a:pt x="45565" y="50537"/>
                          <a:pt x="47210" y="55812"/>
                          <a:pt x="47210" y="62514"/>
                        </a:cubicBezTo>
                        <a:cubicBezTo>
                          <a:pt x="47210" y="69163"/>
                          <a:pt x="45565" y="74418"/>
                          <a:pt x="42274" y="78278"/>
                        </a:cubicBezTo>
                        <a:cubicBezTo>
                          <a:pt x="38997" y="82138"/>
                          <a:pt x="34550" y="84069"/>
                          <a:pt x="28934" y="84069"/>
                        </a:cubicBezTo>
                        <a:cubicBezTo>
                          <a:pt x="23318" y="84069"/>
                          <a:pt x="18871" y="82138"/>
                          <a:pt x="15594" y="78278"/>
                        </a:cubicBezTo>
                        <a:cubicBezTo>
                          <a:pt x="12316" y="74418"/>
                          <a:pt x="10678" y="69163"/>
                          <a:pt x="10678" y="62514"/>
                        </a:cubicBezTo>
                        <a:cubicBezTo>
                          <a:pt x="10678" y="55812"/>
                          <a:pt x="12316" y="50537"/>
                          <a:pt x="15594" y="46690"/>
                        </a:cubicBezTo>
                        <a:cubicBezTo>
                          <a:pt x="18871" y="42856"/>
                          <a:pt x="23318" y="40940"/>
                          <a:pt x="28934" y="4094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52" name="Freeform: Shape 451">
                    <a:extLst>
                      <a:ext uri="{FF2B5EF4-FFF2-40B4-BE49-F238E27FC236}">
                        <a16:creationId xmlns:a16="http://schemas.microsoft.com/office/drawing/2014/main" id="{07E8CB44-92BB-77DA-D2A5-C247DCB4AB08}"/>
                      </a:ext>
                    </a:extLst>
                  </p:cNvPr>
                  <p:cNvSpPr/>
                  <p:nvPr/>
                </p:nvSpPr>
                <p:spPr>
                  <a:xfrm flipV="1">
                    <a:off x="11537032" y="9845063"/>
                    <a:ext cx="63926" cy="95994"/>
                  </a:xfrm>
                  <a:custGeom>
                    <a:avLst/>
                    <a:gdLst>
                      <a:gd name="connsiteX0" fmla="*/ 30028 w 63926"/>
                      <a:gd name="connsiteY0" fmla="*/ 84069 h 95994"/>
                      <a:gd name="connsiteX1" fmla="*/ 15499 w 63926"/>
                      <a:gd name="connsiteY1" fmla="*/ 74550 h 95994"/>
                      <a:gd name="connsiteX2" fmla="*/ 10642 w 63926"/>
                      <a:gd name="connsiteY2" fmla="*/ 45956 h 95994"/>
                      <a:gd name="connsiteX3" fmla="*/ 15499 w 63926"/>
                      <a:gd name="connsiteY3" fmla="*/ 17422 h 95994"/>
                      <a:gd name="connsiteX4" fmla="*/ 30028 w 63926"/>
                      <a:gd name="connsiteY4" fmla="*/ 7904 h 95994"/>
                      <a:gd name="connsiteX5" fmla="*/ 44618 w 63926"/>
                      <a:gd name="connsiteY5" fmla="*/ 17422 h 95994"/>
                      <a:gd name="connsiteX6" fmla="*/ 49494 w 63926"/>
                      <a:gd name="connsiteY6" fmla="*/ 45956 h 95994"/>
                      <a:gd name="connsiteX7" fmla="*/ 44618 w 63926"/>
                      <a:gd name="connsiteY7" fmla="*/ 74550 h 95994"/>
                      <a:gd name="connsiteX8" fmla="*/ 30028 w 63926"/>
                      <a:gd name="connsiteY8" fmla="*/ 84069 h 95994"/>
                      <a:gd name="connsiteX9" fmla="*/ 30028 w 63926"/>
                      <a:gd name="connsiteY9" fmla="*/ 93983 h 95994"/>
                      <a:gd name="connsiteX10" fmla="*/ 53795 w 63926"/>
                      <a:gd name="connsiteY10" fmla="*/ 81669 h 95994"/>
                      <a:gd name="connsiteX11" fmla="*/ 62002 w 63926"/>
                      <a:gd name="connsiteY11" fmla="*/ 45956 h 95994"/>
                      <a:gd name="connsiteX12" fmla="*/ 53795 w 63926"/>
                      <a:gd name="connsiteY12" fmla="*/ 10283 h 95994"/>
                      <a:gd name="connsiteX13" fmla="*/ 30028 w 63926"/>
                      <a:gd name="connsiteY13" fmla="*/ -2011 h 95994"/>
                      <a:gd name="connsiteX14" fmla="*/ 6281 w 63926"/>
                      <a:gd name="connsiteY14" fmla="*/ 10283 h 95994"/>
                      <a:gd name="connsiteX15" fmla="*/ -1925 w 63926"/>
                      <a:gd name="connsiteY15" fmla="*/ 45956 h 95994"/>
                      <a:gd name="connsiteX16" fmla="*/ 6281 w 63926"/>
                      <a:gd name="connsiteY16" fmla="*/ 81669 h 95994"/>
                      <a:gd name="connsiteX17" fmla="*/ 30028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28" y="84069"/>
                        </a:moveTo>
                        <a:cubicBezTo>
                          <a:pt x="23593" y="84069"/>
                          <a:pt x="18750" y="80896"/>
                          <a:pt x="15499" y="74550"/>
                        </a:cubicBezTo>
                        <a:cubicBezTo>
                          <a:pt x="12261" y="68218"/>
                          <a:pt x="10642" y="58687"/>
                          <a:pt x="10642" y="45956"/>
                        </a:cubicBezTo>
                        <a:cubicBezTo>
                          <a:pt x="10642" y="33279"/>
                          <a:pt x="12261" y="23767"/>
                          <a:pt x="15499" y="17422"/>
                        </a:cubicBezTo>
                        <a:cubicBezTo>
                          <a:pt x="18750" y="11076"/>
                          <a:pt x="23593" y="7904"/>
                          <a:pt x="30028" y="7904"/>
                        </a:cubicBezTo>
                        <a:cubicBezTo>
                          <a:pt x="36517" y="7904"/>
                          <a:pt x="41380" y="11076"/>
                          <a:pt x="44618" y="17422"/>
                        </a:cubicBezTo>
                        <a:cubicBezTo>
                          <a:pt x="47868" y="23767"/>
                          <a:pt x="49494" y="33279"/>
                          <a:pt x="49494" y="45956"/>
                        </a:cubicBezTo>
                        <a:cubicBezTo>
                          <a:pt x="49494" y="58687"/>
                          <a:pt x="47868" y="68218"/>
                          <a:pt x="44618" y="74550"/>
                        </a:cubicBezTo>
                        <a:cubicBezTo>
                          <a:pt x="41380" y="80896"/>
                          <a:pt x="36517" y="84069"/>
                          <a:pt x="30028" y="84069"/>
                        </a:cubicBezTo>
                        <a:close/>
                        <a:moveTo>
                          <a:pt x="30028" y="93983"/>
                        </a:moveTo>
                        <a:cubicBezTo>
                          <a:pt x="40402" y="93983"/>
                          <a:pt x="48324" y="89879"/>
                          <a:pt x="53795" y="81669"/>
                        </a:cubicBezTo>
                        <a:cubicBezTo>
                          <a:pt x="59266" y="73473"/>
                          <a:pt x="62002" y="61569"/>
                          <a:pt x="62002" y="45956"/>
                        </a:cubicBezTo>
                        <a:cubicBezTo>
                          <a:pt x="62002" y="30384"/>
                          <a:pt x="59266" y="18493"/>
                          <a:pt x="53795" y="10283"/>
                        </a:cubicBezTo>
                        <a:cubicBezTo>
                          <a:pt x="48324" y="2087"/>
                          <a:pt x="40402" y="-2011"/>
                          <a:pt x="30028" y="-2011"/>
                        </a:cubicBezTo>
                        <a:cubicBezTo>
                          <a:pt x="19668" y="-2011"/>
                          <a:pt x="11752" y="2087"/>
                          <a:pt x="6281" y="10283"/>
                        </a:cubicBezTo>
                        <a:cubicBezTo>
                          <a:pt x="810" y="18493"/>
                          <a:pt x="-1925" y="30384"/>
                          <a:pt x="-1925" y="45956"/>
                        </a:cubicBezTo>
                        <a:cubicBezTo>
                          <a:pt x="-1925" y="61569"/>
                          <a:pt x="810" y="73473"/>
                          <a:pt x="6281" y="81669"/>
                        </a:cubicBezTo>
                        <a:cubicBezTo>
                          <a:pt x="11752" y="89879"/>
                          <a:pt x="19668" y="93983"/>
                          <a:pt x="30028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53" name="Graphic 437">
                <a:extLst>
                  <a:ext uri="{FF2B5EF4-FFF2-40B4-BE49-F238E27FC236}">
                    <a16:creationId xmlns:a16="http://schemas.microsoft.com/office/drawing/2014/main" id="{779078AA-4FE4-F0A3-4B7D-032E57225FC7}"/>
                  </a:ext>
                </a:extLst>
              </p:cNvPr>
              <p:cNvGrpSpPr/>
              <p:nvPr/>
            </p:nvGrpSpPr>
            <p:grpSpPr>
              <a:xfrm>
                <a:off x="11998167" y="9753987"/>
                <a:ext cx="223926" cy="187070"/>
                <a:chOff x="11998167" y="9753987"/>
                <a:chExt cx="223926" cy="187070"/>
              </a:xfrm>
              <a:solidFill>
                <a:srgbClr val="000000"/>
              </a:solidFill>
            </p:grpSpPr>
            <p:sp>
              <p:nvSpPr>
                <p:cNvPr id="454" name="Freeform: Shape 453">
                  <a:extLst>
                    <a:ext uri="{FF2B5EF4-FFF2-40B4-BE49-F238E27FC236}">
                      <a16:creationId xmlns:a16="http://schemas.microsoft.com/office/drawing/2014/main" id="{48A54004-3D36-CB5D-5023-69B4AA23E25D}"/>
                    </a:ext>
                  </a:extLst>
                </p:cNvPr>
                <p:cNvSpPr/>
                <p:nvPr/>
              </p:nvSpPr>
              <p:spPr>
                <a:xfrm>
                  <a:off x="12109449" y="9753987"/>
                  <a:ext cx="12686" cy="44417"/>
                </a:xfrm>
                <a:custGeom>
                  <a:avLst/>
                  <a:gdLst>
                    <a:gd name="connsiteX0" fmla="*/ 156 w 12686"/>
                    <a:gd name="connsiteY0" fmla="*/ 308 h 44417"/>
                    <a:gd name="connsiteX1" fmla="*/ 156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156" y="308"/>
                      </a:moveTo>
                      <a:lnTo>
                        <a:pt x="156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55" name="Graphic 437">
                  <a:extLst>
                    <a:ext uri="{FF2B5EF4-FFF2-40B4-BE49-F238E27FC236}">
                      <a16:creationId xmlns:a16="http://schemas.microsoft.com/office/drawing/2014/main" id="{85A72314-C7AD-D6BB-EC4D-9FA63337E49F}"/>
                    </a:ext>
                  </a:extLst>
                </p:cNvPr>
                <p:cNvGrpSpPr/>
                <p:nvPr/>
              </p:nvGrpSpPr>
              <p:grpSpPr>
                <a:xfrm>
                  <a:off x="11998167" y="9845063"/>
                  <a:ext cx="223926" cy="95994"/>
                  <a:chOff x="11998167" y="98450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56" name="Freeform: Shape 455">
                    <a:extLst>
                      <a:ext uri="{FF2B5EF4-FFF2-40B4-BE49-F238E27FC236}">
                        <a16:creationId xmlns:a16="http://schemas.microsoft.com/office/drawing/2014/main" id="{48C8EF1C-DD6A-84F7-ADB9-F37A61B781FB}"/>
                      </a:ext>
                    </a:extLst>
                  </p:cNvPr>
                  <p:cNvSpPr/>
                  <p:nvPr/>
                </p:nvSpPr>
                <p:spPr>
                  <a:xfrm flipV="1">
                    <a:off x="11998167" y="9846729"/>
                    <a:ext cx="59843" cy="94328"/>
                  </a:xfrm>
                  <a:custGeom>
                    <a:avLst/>
                    <a:gdLst>
                      <a:gd name="connsiteX0" fmla="*/ 2051 w 59843"/>
                      <a:gd name="connsiteY0" fmla="*/ 92360 h 94328"/>
                      <a:gd name="connsiteX1" fmla="*/ 51171 w 59843"/>
                      <a:gd name="connsiteY1" fmla="*/ 92360 h 94328"/>
                      <a:gd name="connsiteX2" fmla="*/ 51171 w 59843"/>
                      <a:gd name="connsiteY2" fmla="*/ 81810 h 94328"/>
                      <a:gd name="connsiteX3" fmla="*/ 13509 w 59843"/>
                      <a:gd name="connsiteY3" fmla="*/ 81810 h 94328"/>
                      <a:gd name="connsiteX4" fmla="*/ 13509 w 59843"/>
                      <a:gd name="connsiteY4" fmla="*/ 59145 h 94328"/>
                      <a:gd name="connsiteX5" fmla="*/ 18940 w 59843"/>
                      <a:gd name="connsiteY5" fmla="*/ 60533 h 94328"/>
                      <a:gd name="connsiteX6" fmla="*/ 24411 w 59843"/>
                      <a:gd name="connsiteY6" fmla="*/ 60989 h 94328"/>
                      <a:gd name="connsiteX7" fmla="*/ 48931 w 59843"/>
                      <a:gd name="connsiteY7" fmla="*/ 52503 h 94328"/>
                      <a:gd name="connsiteX8" fmla="*/ 57990 w 59843"/>
                      <a:gd name="connsiteY8" fmla="*/ 29520 h 94328"/>
                      <a:gd name="connsiteX9" fmla="*/ 48693 w 59843"/>
                      <a:gd name="connsiteY9" fmla="*/ 6300 h 94328"/>
                      <a:gd name="connsiteX10" fmla="*/ 22488 w 59843"/>
                      <a:gd name="connsiteY10" fmla="*/ -1969 h 94328"/>
                      <a:gd name="connsiteX11" fmla="*/ 10615 w 59843"/>
                      <a:gd name="connsiteY11" fmla="*/ -977 h 94328"/>
                      <a:gd name="connsiteX12" fmla="*/ -1854 w 59843"/>
                      <a:gd name="connsiteY12" fmla="*/ 1997 h 94328"/>
                      <a:gd name="connsiteX13" fmla="*/ -1854 w 59843"/>
                      <a:gd name="connsiteY13" fmla="*/ 14589 h 94328"/>
                      <a:gd name="connsiteX14" fmla="*/ 9663 w 59843"/>
                      <a:gd name="connsiteY14" fmla="*/ 10068 h 94328"/>
                      <a:gd name="connsiteX15" fmla="*/ 22230 w 59843"/>
                      <a:gd name="connsiteY15" fmla="*/ 8580 h 94328"/>
                      <a:gd name="connsiteX16" fmla="*/ 39198 w 59843"/>
                      <a:gd name="connsiteY16" fmla="*/ 14212 h 94328"/>
                      <a:gd name="connsiteX17" fmla="*/ 45462 w 59843"/>
                      <a:gd name="connsiteY17" fmla="*/ 29520 h 94328"/>
                      <a:gd name="connsiteX18" fmla="*/ 39198 w 59843"/>
                      <a:gd name="connsiteY18" fmla="*/ 44809 h 94328"/>
                      <a:gd name="connsiteX19" fmla="*/ 22230 w 59843"/>
                      <a:gd name="connsiteY19" fmla="*/ 50460 h 94328"/>
                      <a:gd name="connsiteX20" fmla="*/ 12220 w 59843"/>
                      <a:gd name="connsiteY20" fmla="*/ 49350 h 94328"/>
                      <a:gd name="connsiteX21" fmla="*/ 2051 w 59843"/>
                      <a:gd name="connsiteY21" fmla="*/ 45879 h 94328"/>
                      <a:gd name="connsiteX22" fmla="*/ 2051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051" y="92360"/>
                        </a:moveTo>
                        <a:lnTo>
                          <a:pt x="51171" y="92360"/>
                        </a:lnTo>
                        <a:lnTo>
                          <a:pt x="51171" y="81810"/>
                        </a:lnTo>
                        <a:lnTo>
                          <a:pt x="13509" y="81810"/>
                        </a:lnTo>
                        <a:lnTo>
                          <a:pt x="13509" y="59145"/>
                        </a:lnTo>
                        <a:cubicBezTo>
                          <a:pt x="15319" y="59767"/>
                          <a:pt x="17129" y="60229"/>
                          <a:pt x="18940" y="60533"/>
                        </a:cubicBezTo>
                        <a:cubicBezTo>
                          <a:pt x="20764" y="60837"/>
                          <a:pt x="22587" y="60989"/>
                          <a:pt x="24411" y="60989"/>
                        </a:cubicBezTo>
                        <a:cubicBezTo>
                          <a:pt x="34732" y="60989"/>
                          <a:pt x="42905" y="58160"/>
                          <a:pt x="48931" y="52503"/>
                        </a:cubicBezTo>
                        <a:cubicBezTo>
                          <a:pt x="54970" y="46845"/>
                          <a:pt x="57990" y="39184"/>
                          <a:pt x="57990" y="29520"/>
                        </a:cubicBezTo>
                        <a:cubicBezTo>
                          <a:pt x="57990" y="19566"/>
                          <a:pt x="54891" y="11826"/>
                          <a:pt x="48693" y="6300"/>
                        </a:cubicBezTo>
                        <a:cubicBezTo>
                          <a:pt x="42495" y="787"/>
                          <a:pt x="33760" y="-1969"/>
                          <a:pt x="22488" y="-1969"/>
                        </a:cubicBezTo>
                        <a:cubicBezTo>
                          <a:pt x="18603" y="-1969"/>
                          <a:pt x="14645" y="-1638"/>
                          <a:pt x="10615" y="-977"/>
                        </a:cubicBezTo>
                        <a:cubicBezTo>
                          <a:pt x="6597" y="-316"/>
                          <a:pt x="2441" y="675"/>
                          <a:pt x="-1854" y="1997"/>
                        </a:cubicBezTo>
                        <a:lnTo>
                          <a:pt x="-1854" y="14589"/>
                        </a:lnTo>
                        <a:cubicBezTo>
                          <a:pt x="1860" y="12566"/>
                          <a:pt x="5699" y="11059"/>
                          <a:pt x="9663" y="10068"/>
                        </a:cubicBezTo>
                        <a:cubicBezTo>
                          <a:pt x="13628" y="9076"/>
                          <a:pt x="17817" y="8580"/>
                          <a:pt x="22230" y="8580"/>
                        </a:cubicBezTo>
                        <a:cubicBezTo>
                          <a:pt x="29380" y="8580"/>
                          <a:pt x="35036" y="10458"/>
                          <a:pt x="39198" y="14212"/>
                        </a:cubicBezTo>
                        <a:cubicBezTo>
                          <a:pt x="43374" y="17966"/>
                          <a:pt x="45462" y="23069"/>
                          <a:pt x="45462" y="29520"/>
                        </a:cubicBezTo>
                        <a:cubicBezTo>
                          <a:pt x="45462" y="35958"/>
                          <a:pt x="43374" y="41054"/>
                          <a:pt x="39198" y="44809"/>
                        </a:cubicBezTo>
                        <a:cubicBezTo>
                          <a:pt x="35036" y="48576"/>
                          <a:pt x="29380" y="50460"/>
                          <a:pt x="22230" y="50460"/>
                        </a:cubicBezTo>
                        <a:cubicBezTo>
                          <a:pt x="18887" y="50460"/>
                          <a:pt x="15550" y="50090"/>
                          <a:pt x="12220" y="49350"/>
                        </a:cubicBezTo>
                        <a:cubicBezTo>
                          <a:pt x="8903" y="48609"/>
                          <a:pt x="5514" y="47453"/>
                          <a:pt x="2051" y="45879"/>
                        </a:cubicBezTo>
                        <a:lnTo>
                          <a:pt x="2051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57" name="Freeform: Shape 456">
                    <a:extLst>
                      <a:ext uri="{FF2B5EF4-FFF2-40B4-BE49-F238E27FC236}">
                        <a16:creationId xmlns:a16="http://schemas.microsoft.com/office/drawing/2014/main" id="{FEEEA23C-0A3F-467F-E6A4-66506ADCE949}"/>
                      </a:ext>
                    </a:extLst>
                  </p:cNvPr>
                  <p:cNvSpPr/>
                  <p:nvPr/>
                </p:nvSpPr>
                <p:spPr>
                  <a:xfrm flipV="1">
                    <a:off x="12077454" y="9845063"/>
                    <a:ext cx="63926" cy="95994"/>
                  </a:xfrm>
                  <a:custGeom>
                    <a:avLst/>
                    <a:gdLst>
                      <a:gd name="connsiteX0" fmla="*/ 30075 w 63926"/>
                      <a:gd name="connsiteY0" fmla="*/ 84069 h 95994"/>
                      <a:gd name="connsiteX1" fmla="*/ 15546 w 63926"/>
                      <a:gd name="connsiteY1" fmla="*/ 74550 h 95994"/>
                      <a:gd name="connsiteX2" fmla="*/ 10689 w 63926"/>
                      <a:gd name="connsiteY2" fmla="*/ 45956 h 95994"/>
                      <a:gd name="connsiteX3" fmla="*/ 15546 w 63926"/>
                      <a:gd name="connsiteY3" fmla="*/ 17422 h 95994"/>
                      <a:gd name="connsiteX4" fmla="*/ 30075 w 63926"/>
                      <a:gd name="connsiteY4" fmla="*/ 7904 h 95994"/>
                      <a:gd name="connsiteX5" fmla="*/ 44664 w 63926"/>
                      <a:gd name="connsiteY5" fmla="*/ 17422 h 95994"/>
                      <a:gd name="connsiteX6" fmla="*/ 49541 w 63926"/>
                      <a:gd name="connsiteY6" fmla="*/ 45956 h 95994"/>
                      <a:gd name="connsiteX7" fmla="*/ 44664 w 63926"/>
                      <a:gd name="connsiteY7" fmla="*/ 74550 h 95994"/>
                      <a:gd name="connsiteX8" fmla="*/ 30075 w 63926"/>
                      <a:gd name="connsiteY8" fmla="*/ 84069 h 95994"/>
                      <a:gd name="connsiteX9" fmla="*/ 30075 w 63926"/>
                      <a:gd name="connsiteY9" fmla="*/ 93983 h 95994"/>
                      <a:gd name="connsiteX10" fmla="*/ 53842 w 63926"/>
                      <a:gd name="connsiteY10" fmla="*/ 81669 h 95994"/>
                      <a:gd name="connsiteX11" fmla="*/ 62049 w 63926"/>
                      <a:gd name="connsiteY11" fmla="*/ 45956 h 95994"/>
                      <a:gd name="connsiteX12" fmla="*/ 53842 w 63926"/>
                      <a:gd name="connsiteY12" fmla="*/ 10283 h 95994"/>
                      <a:gd name="connsiteX13" fmla="*/ 30075 w 63926"/>
                      <a:gd name="connsiteY13" fmla="*/ -2011 h 95994"/>
                      <a:gd name="connsiteX14" fmla="*/ 6328 w 63926"/>
                      <a:gd name="connsiteY14" fmla="*/ 10283 h 95994"/>
                      <a:gd name="connsiteX15" fmla="*/ -1878 w 63926"/>
                      <a:gd name="connsiteY15" fmla="*/ 45956 h 95994"/>
                      <a:gd name="connsiteX16" fmla="*/ 6328 w 63926"/>
                      <a:gd name="connsiteY16" fmla="*/ 81669 h 95994"/>
                      <a:gd name="connsiteX17" fmla="*/ 30075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75" y="84069"/>
                        </a:moveTo>
                        <a:cubicBezTo>
                          <a:pt x="23640" y="84069"/>
                          <a:pt x="18796" y="80896"/>
                          <a:pt x="15546" y="74550"/>
                        </a:cubicBezTo>
                        <a:cubicBezTo>
                          <a:pt x="12308" y="68218"/>
                          <a:pt x="10689" y="58687"/>
                          <a:pt x="10689" y="45956"/>
                        </a:cubicBezTo>
                        <a:cubicBezTo>
                          <a:pt x="10689" y="33279"/>
                          <a:pt x="12308" y="23767"/>
                          <a:pt x="15546" y="17422"/>
                        </a:cubicBezTo>
                        <a:cubicBezTo>
                          <a:pt x="18796" y="11076"/>
                          <a:pt x="23640" y="7904"/>
                          <a:pt x="30075" y="7904"/>
                        </a:cubicBezTo>
                        <a:cubicBezTo>
                          <a:pt x="36564" y="7904"/>
                          <a:pt x="41427" y="11076"/>
                          <a:pt x="44664" y="17422"/>
                        </a:cubicBezTo>
                        <a:cubicBezTo>
                          <a:pt x="47915" y="23767"/>
                          <a:pt x="49541" y="33279"/>
                          <a:pt x="49541" y="45956"/>
                        </a:cubicBezTo>
                        <a:cubicBezTo>
                          <a:pt x="49541" y="58687"/>
                          <a:pt x="47915" y="68218"/>
                          <a:pt x="44664" y="74550"/>
                        </a:cubicBezTo>
                        <a:cubicBezTo>
                          <a:pt x="41427" y="80896"/>
                          <a:pt x="36564" y="84069"/>
                          <a:pt x="30075" y="84069"/>
                        </a:cubicBezTo>
                        <a:close/>
                        <a:moveTo>
                          <a:pt x="30075" y="93983"/>
                        </a:moveTo>
                        <a:cubicBezTo>
                          <a:pt x="40449" y="93983"/>
                          <a:pt x="48371" y="89879"/>
                          <a:pt x="53842" y="81669"/>
                        </a:cubicBezTo>
                        <a:cubicBezTo>
                          <a:pt x="59313" y="73473"/>
                          <a:pt x="62049" y="61569"/>
                          <a:pt x="62049" y="45956"/>
                        </a:cubicBezTo>
                        <a:cubicBezTo>
                          <a:pt x="62049" y="30384"/>
                          <a:pt x="59313" y="18493"/>
                          <a:pt x="53842" y="10283"/>
                        </a:cubicBezTo>
                        <a:cubicBezTo>
                          <a:pt x="48371" y="2087"/>
                          <a:pt x="40449" y="-2011"/>
                          <a:pt x="30075" y="-2011"/>
                        </a:cubicBezTo>
                        <a:cubicBezTo>
                          <a:pt x="19715" y="-2011"/>
                          <a:pt x="11799" y="2087"/>
                          <a:pt x="6328" y="10283"/>
                        </a:cubicBezTo>
                        <a:cubicBezTo>
                          <a:pt x="857" y="18493"/>
                          <a:pt x="-1878" y="30384"/>
                          <a:pt x="-1878" y="45956"/>
                        </a:cubicBezTo>
                        <a:cubicBezTo>
                          <a:pt x="-1878" y="61569"/>
                          <a:pt x="857" y="73473"/>
                          <a:pt x="6328" y="81669"/>
                        </a:cubicBezTo>
                        <a:cubicBezTo>
                          <a:pt x="11799" y="89879"/>
                          <a:pt x="19715" y="93983"/>
                          <a:pt x="30075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58" name="Freeform: Shape 457">
                    <a:extLst>
                      <a:ext uri="{FF2B5EF4-FFF2-40B4-BE49-F238E27FC236}">
                        <a16:creationId xmlns:a16="http://schemas.microsoft.com/office/drawing/2014/main" id="{28D55E1E-88FE-5D64-917D-E703FC980745}"/>
                      </a:ext>
                    </a:extLst>
                  </p:cNvPr>
                  <p:cNvSpPr/>
                  <p:nvPr/>
                </p:nvSpPr>
                <p:spPr>
                  <a:xfrm flipV="1">
                    <a:off x="12158168" y="9845063"/>
                    <a:ext cx="63926" cy="95994"/>
                  </a:xfrm>
                  <a:custGeom>
                    <a:avLst/>
                    <a:gdLst>
                      <a:gd name="connsiteX0" fmla="*/ 30082 w 63926"/>
                      <a:gd name="connsiteY0" fmla="*/ 84069 h 95994"/>
                      <a:gd name="connsiteX1" fmla="*/ 15552 w 63926"/>
                      <a:gd name="connsiteY1" fmla="*/ 74550 h 95994"/>
                      <a:gd name="connsiteX2" fmla="*/ 10695 w 63926"/>
                      <a:gd name="connsiteY2" fmla="*/ 45956 h 95994"/>
                      <a:gd name="connsiteX3" fmla="*/ 15552 w 63926"/>
                      <a:gd name="connsiteY3" fmla="*/ 17422 h 95994"/>
                      <a:gd name="connsiteX4" fmla="*/ 30082 w 63926"/>
                      <a:gd name="connsiteY4" fmla="*/ 7904 h 95994"/>
                      <a:gd name="connsiteX5" fmla="*/ 44671 w 63926"/>
                      <a:gd name="connsiteY5" fmla="*/ 17422 h 95994"/>
                      <a:gd name="connsiteX6" fmla="*/ 49547 w 63926"/>
                      <a:gd name="connsiteY6" fmla="*/ 45956 h 95994"/>
                      <a:gd name="connsiteX7" fmla="*/ 44671 w 63926"/>
                      <a:gd name="connsiteY7" fmla="*/ 74550 h 95994"/>
                      <a:gd name="connsiteX8" fmla="*/ 30082 w 63926"/>
                      <a:gd name="connsiteY8" fmla="*/ 84069 h 95994"/>
                      <a:gd name="connsiteX9" fmla="*/ 30082 w 63926"/>
                      <a:gd name="connsiteY9" fmla="*/ 93983 h 95994"/>
                      <a:gd name="connsiteX10" fmla="*/ 53848 w 63926"/>
                      <a:gd name="connsiteY10" fmla="*/ 81669 h 95994"/>
                      <a:gd name="connsiteX11" fmla="*/ 62055 w 63926"/>
                      <a:gd name="connsiteY11" fmla="*/ 45956 h 95994"/>
                      <a:gd name="connsiteX12" fmla="*/ 53848 w 63926"/>
                      <a:gd name="connsiteY12" fmla="*/ 10283 h 95994"/>
                      <a:gd name="connsiteX13" fmla="*/ 30082 w 63926"/>
                      <a:gd name="connsiteY13" fmla="*/ -2011 h 95994"/>
                      <a:gd name="connsiteX14" fmla="*/ 6335 w 63926"/>
                      <a:gd name="connsiteY14" fmla="*/ 10283 h 95994"/>
                      <a:gd name="connsiteX15" fmla="*/ -1872 w 63926"/>
                      <a:gd name="connsiteY15" fmla="*/ 45956 h 95994"/>
                      <a:gd name="connsiteX16" fmla="*/ 6335 w 63926"/>
                      <a:gd name="connsiteY16" fmla="*/ 81669 h 95994"/>
                      <a:gd name="connsiteX17" fmla="*/ 30082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082" y="84069"/>
                        </a:moveTo>
                        <a:cubicBezTo>
                          <a:pt x="23646" y="84069"/>
                          <a:pt x="18803" y="80896"/>
                          <a:pt x="15552" y="74550"/>
                        </a:cubicBezTo>
                        <a:cubicBezTo>
                          <a:pt x="12314" y="68218"/>
                          <a:pt x="10695" y="58687"/>
                          <a:pt x="10695" y="45956"/>
                        </a:cubicBezTo>
                        <a:cubicBezTo>
                          <a:pt x="10695" y="33279"/>
                          <a:pt x="12314" y="23767"/>
                          <a:pt x="15552" y="17422"/>
                        </a:cubicBezTo>
                        <a:cubicBezTo>
                          <a:pt x="18803" y="11076"/>
                          <a:pt x="23646" y="7904"/>
                          <a:pt x="30082" y="7904"/>
                        </a:cubicBezTo>
                        <a:cubicBezTo>
                          <a:pt x="36570" y="7904"/>
                          <a:pt x="41433" y="11076"/>
                          <a:pt x="44671" y="17422"/>
                        </a:cubicBezTo>
                        <a:cubicBezTo>
                          <a:pt x="47922" y="23767"/>
                          <a:pt x="49547" y="33279"/>
                          <a:pt x="49547" y="45956"/>
                        </a:cubicBezTo>
                        <a:cubicBezTo>
                          <a:pt x="49547" y="58687"/>
                          <a:pt x="47922" y="68218"/>
                          <a:pt x="44671" y="74550"/>
                        </a:cubicBezTo>
                        <a:cubicBezTo>
                          <a:pt x="41433" y="80896"/>
                          <a:pt x="36570" y="84069"/>
                          <a:pt x="30082" y="84069"/>
                        </a:cubicBezTo>
                        <a:close/>
                        <a:moveTo>
                          <a:pt x="30082" y="93983"/>
                        </a:moveTo>
                        <a:cubicBezTo>
                          <a:pt x="40455" y="93983"/>
                          <a:pt x="48378" y="89879"/>
                          <a:pt x="53848" y="81669"/>
                        </a:cubicBezTo>
                        <a:cubicBezTo>
                          <a:pt x="59319" y="73473"/>
                          <a:pt x="62055" y="61569"/>
                          <a:pt x="62055" y="45956"/>
                        </a:cubicBezTo>
                        <a:cubicBezTo>
                          <a:pt x="62055" y="30384"/>
                          <a:pt x="59319" y="18493"/>
                          <a:pt x="53848" y="10283"/>
                        </a:cubicBezTo>
                        <a:cubicBezTo>
                          <a:pt x="48378" y="2087"/>
                          <a:pt x="40455" y="-2011"/>
                          <a:pt x="30082" y="-2011"/>
                        </a:cubicBezTo>
                        <a:cubicBezTo>
                          <a:pt x="19721" y="-2011"/>
                          <a:pt x="11806" y="2087"/>
                          <a:pt x="6335" y="10283"/>
                        </a:cubicBezTo>
                        <a:cubicBezTo>
                          <a:pt x="864" y="18493"/>
                          <a:pt x="-1872" y="30384"/>
                          <a:pt x="-1872" y="45956"/>
                        </a:cubicBezTo>
                        <a:cubicBezTo>
                          <a:pt x="-1872" y="61569"/>
                          <a:pt x="864" y="73473"/>
                          <a:pt x="6335" y="81669"/>
                        </a:cubicBezTo>
                        <a:cubicBezTo>
                          <a:pt x="11806" y="89879"/>
                          <a:pt x="19721" y="93983"/>
                          <a:pt x="30082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59" name="Graphic 437">
                <a:extLst>
                  <a:ext uri="{FF2B5EF4-FFF2-40B4-BE49-F238E27FC236}">
                    <a16:creationId xmlns:a16="http://schemas.microsoft.com/office/drawing/2014/main" id="{F1755FE6-ED99-077E-E005-22963B69830F}"/>
                  </a:ext>
                </a:extLst>
              </p:cNvPr>
              <p:cNvGrpSpPr/>
              <p:nvPr/>
            </p:nvGrpSpPr>
            <p:grpSpPr>
              <a:xfrm>
                <a:off x="12673359" y="9753987"/>
                <a:ext cx="223926" cy="187070"/>
                <a:chOff x="12673359" y="9753987"/>
                <a:chExt cx="223926" cy="187070"/>
              </a:xfrm>
              <a:solidFill>
                <a:srgbClr val="000000"/>
              </a:solidFill>
            </p:grpSpPr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B526D57D-89B3-7E22-A4A1-1278625FFABF}"/>
                    </a:ext>
                  </a:extLst>
                </p:cNvPr>
                <p:cNvSpPr/>
                <p:nvPr/>
              </p:nvSpPr>
              <p:spPr>
                <a:xfrm>
                  <a:off x="12784641" y="9753987"/>
                  <a:ext cx="12686" cy="44417"/>
                </a:xfrm>
                <a:custGeom>
                  <a:avLst/>
                  <a:gdLst>
                    <a:gd name="connsiteX0" fmla="*/ 210 w 12686"/>
                    <a:gd name="connsiteY0" fmla="*/ 308 h 44417"/>
                    <a:gd name="connsiteX1" fmla="*/ 210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10" y="308"/>
                      </a:moveTo>
                      <a:lnTo>
                        <a:pt x="210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61" name="Graphic 437">
                  <a:extLst>
                    <a:ext uri="{FF2B5EF4-FFF2-40B4-BE49-F238E27FC236}">
                      <a16:creationId xmlns:a16="http://schemas.microsoft.com/office/drawing/2014/main" id="{178AA0F6-3950-5D16-43E2-0E841DA67D6D}"/>
                    </a:ext>
                  </a:extLst>
                </p:cNvPr>
                <p:cNvGrpSpPr/>
                <p:nvPr/>
              </p:nvGrpSpPr>
              <p:grpSpPr>
                <a:xfrm>
                  <a:off x="12673359" y="9845063"/>
                  <a:ext cx="223926" cy="95994"/>
                  <a:chOff x="12673359" y="98450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62" name="Freeform: Shape 461">
                    <a:extLst>
                      <a:ext uri="{FF2B5EF4-FFF2-40B4-BE49-F238E27FC236}">
                        <a16:creationId xmlns:a16="http://schemas.microsoft.com/office/drawing/2014/main" id="{E6ABA325-6438-BA8B-FEF0-9A2AD302A4FE}"/>
                      </a:ext>
                    </a:extLst>
                  </p:cNvPr>
                  <p:cNvSpPr/>
                  <p:nvPr/>
                </p:nvSpPr>
                <p:spPr>
                  <a:xfrm flipV="1">
                    <a:off x="12673359" y="9846729"/>
                    <a:ext cx="59843" cy="94328"/>
                  </a:xfrm>
                  <a:custGeom>
                    <a:avLst/>
                    <a:gdLst>
                      <a:gd name="connsiteX0" fmla="*/ 2105 w 59843"/>
                      <a:gd name="connsiteY0" fmla="*/ 92360 h 94328"/>
                      <a:gd name="connsiteX1" fmla="*/ 51224 w 59843"/>
                      <a:gd name="connsiteY1" fmla="*/ 92360 h 94328"/>
                      <a:gd name="connsiteX2" fmla="*/ 51224 w 59843"/>
                      <a:gd name="connsiteY2" fmla="*/ 81810 h 94328"/>
                      <a:gd name="connsiteX3" fmla="*/ 13562 w 59843"/>
                      <a:gd name="connsiteY3" fmla="*/ 81810 h 94328"/>
                      <a:gd name="connsiteX4" fmla="*/ 13562 w 59843"/>
                      <a:gd name="connsiteY4" fmla="*/ 59145 h 94328"/>
                      <a:gd name="connsiteX5" fmla="*/ 18993 w 59843"/>
                      <a:gd name="connsiteY5" fmla="*/ 60533 h 94328"/>
                      <a:gd name="connsiteX6" fmla="*/ 24464 w 59843"/>
                      <a:gd name="connsiteY6" fmla="*/ 60989 h 94328"/>
                      <a:gd name="connsiteX7" fmla="*/ 48984 w 59843"/>
                      <a:gd name="connsiteY7" fmla="*/ 52503 h 94328"/>
                      <a:gd name="connsiteX8" fmla="*/ 58043 w 59843"/>
                      <a:gd name="connsiteY8" fmla="*/ 29520 h 94328"/>
                      <a:gd name="connsiteX9" fmla="*/ 48746 w 59843"/>
                      <a:gd name="connsiteY9" fmla="*/ 6300 h 94328"/>
                      <a:gd name="connsiteX10" fmla="*/ 22541 w 59843"/>
                      <a:gd name="connsiteY10" fmla="*/ -1969 h 94328"/>
                      <a:gd name="connsiteX11" fmla="*/ 10668 w 59843"/>
                      <a:gd name="connsiteY11" fmla="*/ -977 h 94328"/>
                      <a:gd name="connsiteX12" fmla="*/ -1800 w 59843"/>
                      <a:gd name="connsiteY12" fmla="*/ 1997 h 94328"/>
                      <a:gd name="connsiteX13" fmla="*/ -1800 w 59843"/>
                      <a:gd name="connsiteY13" fmla="*/ 14589 h 94328"/>
                      <a:gd name="connsiteX14" fmla="*/ 9716 w 59843"/>
                      <a:gd name="connsiteY14" fmla="*/ 10068 h 94328"/>
                      <a:gd name="connsiteX15" fmla="*/ 22284 w 59843"/>
                      <a:gd name="connsiteY15" fmla="*/ 8580 h 94328"/>
                      <a:gd name="connsiteX16" fmla="*/ 39251 w 59843"/>
                      <a:gd name="connsiteY16" fmla="*/ 14212 h 94328"/>
                      <a:gd name="connsiteX17" fmla="*/ 45515 w 59843"/>
                      <a:gd name="connsiteY17" fmla="*/ 29520 h 94328"/>
                      <a:gd name="connsiteX18" fmla="*/ 39251 w 59843"/>
                      <a:gd name="connsiteY18" fmla="*/ 44809 h 94328"/>
                      <a:gd name="connsiteX19" fmla="*/ 22284 w 59843"/>
                      <a:gd name="connsiteY19" fmla="*/ 50460 h 94328"/>
                      <a:gd name="connsiteX20" fmla="*/ 12273 w 59843"/>
                      <a:gd name="connsiteY20" fmla="*/ 49350 h 94328"/>
                      <a:gd name="connsiteX21" fmla="*/ 2105 w 59843"/>
                      <a:gd name="connsiteY21" fmla="*/ 45879 h 94328"/>
                      <a:gd name="connsiteX22" fmla="*/ 2105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05" y="92360"/>
                        </a:moveTo>
                        <a:lnTo>
                          <a:pt x="51224" y="92360"/>
                        </a:lnTo>
                        <a:lnTo>
                          <a:pt x="51224" y="81810"/>
                        </a:lnTo>
                        <a:lnTo>
                          <a:pt x="13562" y="81810"/>
                        </a:lnTo>
                        <a:lnTo>
                          <a:pt x="13562" y="59145"/>
                        </a:lnTo>
                        <a:cubicBezTo>
                          <a:pt x="15372" y="59767"/>
                          <a:pt x="17183" y="60229"/>
                          <a:pt x="18993" y="60533"/>
                        </a:cubicBezTo>
                        <a:cubicBezTo>
                          <a:pt x="20817" y="60837"/>
                          <a:pt x="22640" y="60989"/>
                          <a:pt x="24464" y="60989"/>
                        </a:cubicBezTo>
                        <a:cubicBezTo>
                          <a:pt x="34785" y="60989"/>
                          <a:pt x="42958" y="58160"/>
                          <a:pt x="48984" y="52503"/>
                        </a:cubicBezTo>
                        <a:cubicBezTo>
                          <a:pt x="55023" y="46845"/>
                          <a:pt x="58043" y="39184"/>
                          <a:pt x="58043" y="29520"/>
                        </a:cubicBezTo>
                        <a:cubicBezTo>
                          <a:pt x="58043" y="19566"/>
                          <a:pt x="54944" y="11826"/>
                          <a:pt x="48746" y="6300"/>
                        </a:cubicBezTo>
                        <a:cubicBezTo>
                          <a:pt x="42549" y="787"/>
                          <a:pt x="33814" y="-1969"/>
                          <a:pt x="22541" y="-1969"/>
                        </a:cubicBezTo>
                        <a:cubicBezTo>
                          <a:pt x="18656" y="-1969"/>
                          <a:pt x="14698" y="-1638"/>
                          <a:pt x="10668" y="-977"/>
                        </a:cubicBezTo>
                        <a:cubicBezTo>
                          <a:pt x="6651" y="-316"/>
                          <a:pt x="2494" y="675"/>
                          <a:pt x="-1800" y="1997"/>
                        </a:cubicBezTo>
                        <a:lnTo>
                          <a:pt x="-1800" y="14589"/>
                        </a:lnTo>
                        <a:cubicBezTo>
                          <a:pt x="1913" y="12566"/>
                          <a:pt x="5752" y="11059"/>
                          <a:pt x="9716" y="10068"/>
                        </a:cubicBezTo>
                        <a:cubicBezTo>
                          <a:pt x="13681" y="9076"/>
                          <a:pt x="17870" y="8580"/>
                          <a:pt x="22284" y="8580"/>
                        </a:cubicBezTo>
                        <a:cubicBezTo>
                          <a:pt x="29433" y="8580"/>
                          <a:pt x="35089" y="10458"/>
                          <a:pt x="39251" y="14212"/>
                        </a:cubicBezTo>
                        <a:cubicBezTo>
                          <a:pt x="43427" y="17966"/>
                          <a:pt x="45515" y="23069"/>
                          <a:pt x="45515" y="29520"/>
                        </a:cubicBezTo>
                        <a:cubicBezTo>
                          <a:pt x="45515" y="35958"/>
                          <a:pt x="43427" y="41054"/>
                          <a:pt x="39251" y="44809"/>
                        </a:cubicBezTo>
                        <a:cubicBezTo>
                          <a:pt x="35089" y="48576"/>
                          <a:pt x="29433" y="50460"/>
                          <a:pt x="22284" y="50460"/>
                        </a:cubicBezTo>
                        <a:cubicBezTo>
                          <a:pt x="18940" y="50460"/>
                          <a:pt x="15604" y="50090"/>
                          <a:pt x="12273" y="49350"/>
                        </a:cubicBezTo>
                        <a:cubicBezTo>
                          <a:pt x="8956" y="48609"/>
                          <a:pt x="5567" y="47453"/>
                          <a:pt x="2105" y="45879"/>
                        </a:cubicBezTo>
                        <a:lnTo>
                          <a:pt x="2105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3" name="Freeform: Shape 462">
                    <a:extLst>
                      <a:ext uri="{FF2B5EF4-FFF2-40B4-BE49-F238E27FC236}">
                        <a16:creationId xmlns:a16="http://schemas.microsoft.com/office/drawing/2014/main" id="{2880AB96-1E68-7A28-D365-8FA8199E90B1}"/>
                      </a:ext>
                    </a:extLst>
                  </p:cNvPr>
                  <p:cNvSpPr/>
                  <p:nvPr/>
                </p:nvSpPr>
                <p:spPr>
                  <a:xfrm flipV="1">
                    <a:off x="12758215" y="9846729"/>
                    <a:ext cx="55066" cy="92524"/>
                  </a:xfrm>
                  <a:custGeom>
                    <a:avLst/>
                    <a:gdLst>
                      <a:gd name="connsiteX0" fmla="*/ -79 w 55066"/>
                      <a:gd name="connsiteY0" fmla="*/ 8515 h 92524"/>
                      <a:gd name="connsiteX1" fmla="*/ 20358 w 55066"/>
                      <a:gd name="connsiteY1" fmla="*/ 8515 h 92524"/>
                      <a:gd name="connsiteX2" fmla="*/ 20358 w 55066"/>
                      <a:gd name="connsiteY2" fmla="*/ 79108 h 92524"/>
                      <a:gd name="connsiteX3" fmla="*/ -1882 w 55066"/>
                      <a:gd name="connsiteY3" fmla="*/ 74646 h 92524"/>
                      <a:gd name="connsiteX4" fmla="*/ -1882 w 55066"/>
                      <a:gd name="connsiteY4" fmla="*/ 86048 h 92524"/>
                      <a:gd name="connsiteX5" fmla="*/ 20239 w 55066"/>
                      <a:gd name="connsiteY5" fmla="*/ 90510 h 92524"/>
                      <a:gd name="connsiteX6" fmla="*/ 32747 w 55066"/>
                      <a:gd name="connsiteY6" fmla="*/ 90510 h 92524"/>
                      <a:gd name="connsiteX7" fmla="*/ 32747 w 55066"/>
                      <a:gd name="connsiteY7" fmla="*/ 8515 h 92524"/>
                      <a:gd name="connsiteX8" fmla="*/ 53184 w 55066"/>
                      <a:gd name="connsiteY8" fmla="*/ 8515 h 92524"/>
                      <a:gd name="connsiteX9" fmla="*/ 53184 w 55066"/>
                      <a:gd name="connsiteY9" fmla="*/ -2014 h 92524"/>
                      <a:gd name="connsiteX10" fmla="*/ -79 w 55066"/>
                      <a:gd name="connsiteY10" fmla="*/ -2014 h 92524"/>
                      <a:gd name="connsiteX11" fmla="*/ -79 w 55066"/>
                      <a:gd name="connsiteY11" fmla="*/ 8515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066" h="92524">
                        <a:moveTo>
                          <a:pt x="-79" y="8515"/>
                        </a:moveTo>
                        <a:lnTo>
                          <a:pt x="20358" y="8515"/>
                        </a:lnTo>
                        <a:lnTo>
                          <a:pt x="20358" y="79108"/>
                        </a:lnTo>
                        <a:lnTo>
                          <a:pt x="-1882" y="74646"/>
                        </a:lnTo>
                        <a:lnTo>
                          <a:pt x="-1882" y="86048"/>
                        </a:lnTo>
                        <a:lnTo>
                          <a:pt x="20239" y="90510"/>
                        </a:lnTo>
                        <a:lnTo>
                          <a:pt x="32747" y="90510"/>
                        </a:lnTo>
                        <a:lnTo>
                          <a:pt x="32747" y="8515"/>
                        </a:lnTo>
                        <a:lnTo>
                          <a:pt x="53184" y="8515"/>
                        </a:lnTo>
                        <a:lnTo>
                          <a:pt x="53184" y="-2014"/>
                        </a:lnTo>
                        <a:lnTo>
                          <a:pt x="-79" y="-2014"/>
                        </a:lnTo>
                        <a:lnTo>
                          <a:pt x="-79" y="85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4" name="Freeform: Shape 463">
                    <a:extLst>
                      <a:ext uri="{FF2B5EF4-FFF2-40B4-BE49-F238E27FC236}">
                        <a16:creationId xmlns:a16="http://schemas.microsoft.com/office/drawing/2014/main" id="{AA1ADA97-AE14-B25E-B0CA-D2D3278170D0}"/>
                      </a:ext>
                    </a:extLst>
                  </p:cNvPr>
                  <p:cNvSpPr/>
                  <p:nvPr/>
                </p:nvSpPr>
                <p:spPr>
                  <a:xfrm flipV="1">
                    <a:off x="12833359" y="9845063"/>
                    <a:ext cx="63926" cy="95994"/>
                  </a:xfrm>
                  <a:custGeom>
                    <a:avLst/>
                    <a:gdLst>
                      <a:gd name="connsiteX0" fmla="*/ 30135 w 63926"/>
                      <a:gd name="connsiteY0" fmla="*/ 84069 h 95994"/>
                      <a:gd name="connsiteX1" fmla="*/ 15605 w 63926"/>
                      <a:gd name="connsiteY1" fmla="*/ 74550 h 95994"/>
                      <a:gd name="connsiteX2" fmla="*/ 10749 w 63926"/>
                      <a:gd name="connsiteY2" fmla="*/ 45956 h 95994"/>
                      <a:gd name="connsiteX3" fmla="*/ 15605 w 63926"/>
                      <a:gd name="connsiteY3" fmla="*/ 17422 h 95994"/>
                      <a:gd name="connsiteX4" fmla="*/ 30135 w 63926"/>
                      <a:gd name="connsiteY4" fmla="*/ 7904 h 95994"/>
                      <a:gd name="connsiteX5" fmla="*/ 44724 w 63926"/>
                      <a:gd name="connsiteY5" fmla="*/ 17422 h 95994"/>
                      <a:gd name="connsiteX6" fmla="*/ 49600 w 63926"/>
                      <a:gd name="connsiteY6" fmla="*/ 45956 h 95994"/>
                      <a:gd name="connsiteX7" fmla="*/ 44724 w 63926"/>
                      <a:gd name="connsiteY7" fmla="*/ 74550 h 95994"/>
                      <a:gd name="connsiteX8" fmla="*/ 30135 w 63926"/>
                      <a:gd name="connsiteY8" fmla="*/ 84069 h 95994"/>
                      <a:gd name="connsiteX9" fmla="*/ 30135 w 63926"/>
                      <a:gd name="connsiteY9" fmla="*/ 93983 h 95994"/>
                      <a:gd name="connsiteX10" fmla="*/ 53902 w 63926"/>
                      <a:gd name="connsiteY10" fmla="*/ 81669 h 95994"/>
                      <a:gd name="connsiteX11" fmla="*/ 62108 w 63926"/>
                      <a:gd name="connsiteY11" fmla="*/ 45956 h 95994"/>
                      <a:gd name="connsiteX12" fmla="*/ 53902 w 63926"/>
                      <a:gd name="connsiteY12" fmla="*/ 10283 h 95994"/>
                      <a:gd name="connsiteX13" fmla="*/ 30135 w 63926"/>
                      <a:gd name="connsiteY13" fmla="*/ -2011 h 95994"/>
                      <a:gd name="connsiteX14" fmla="*/ 6388 w 63926"/>
                      <a:gd name="connsiteY14" fmla="*/ 10283 h 95994"/>
                      <a:gd name="connsiteX15" fmla="*/ -1819 w 63926"/>
                      <a:gd name="connsiteY15" fmla="*/ 45956 h 95994"/>
                      <a:gd name="connsiteX16" fmla="*/ 6388 w 63926"/>
                      <a:gd name="connsiteY16" fmla="*/ 81669 h 95994"/>
                      <a:gd name="connsiteX17" fmla="*/ 30135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35" y="84069"/>
                        </a:moveTo>
                        <a:cubicBezTo>
                          <a:pt x="23699" y="84069"/>
                          <a:pt x="18856" y="80896"/>
                          <a:pt x="15605" y="74550"/>
                        </a:cubicBezTo>
                        <a:cubicBezTo>
                          <a:pt x="12368" y="68218"/>
                          <a:pt x="10749" y="58687"/>
                          <a:pt x="10749" y="45956"/>
                        </a:cubicBezTo>
                        <a:cubicBezTo>
                          <a:pt x="10749" y="33279"/>
                          <a:pt x="12368" y="23767"/>
                          <a:pt x="15605" y="17422"/>
                        </a:cubicBezTo>
                        <a:cubicBezTo>
                          <a:pt x="18856" y="11076"/>
                          <a:pt x="23699" y="7904"/>
                          <a:pt x="30135" y="7904"/>
                        </a:cubicBezTo>
                        <a:cubicBezTo>
                          <a:pt x="36623" y="7904"/>
                          <a:pt x="41486" y="11076"/>
                          <a:pt x="44724" y="17422"/>
                        </a:cubicBezTo>
                        <a:cubicBezTo>
                          <a:pt x="47975" y="23767"/>
                          <a:pt x="49600" y="33279"/>
                          <a:pt x="49600" y="45956"/>
                        </a:cubicBezTo>
                        <a:cubicBezTo>
                          <a:pt x="49600" y="58687"/>
                          <a:pt x="47975" y="68218"/>
                          <a:pt x="44724" y="74550"/>
                        </a:cubicBezTo>
                        <a:cubicBezTo>
                          <a:pt x="41486" y="80896"/>
                          <a:pt x="36623" y="84069"/>
                          <a:pt x="30135" y="84069"/>
                        </a:cubicBezTo>
                        <a:close/>
                        <a:moveTo>
                          <a:pt x="30135" y="93983"/>
                        </a:moveTo>
                        <a:cubicBezTo>
                          <a:pt x="40508" y="93983"/>
                          <a:pt x="48431" y="89879"/>
                          <a:pt x="53902" y="81669"/>
                        </a:cubicBezTo>
                        <a:cubicBezTo>
                          <a:pt x="59373" y="73473"/>
                          <a:pt x="62108" y="61569"/>
                          <a:pt x="62108" y="45956"/>
                        </a:cubicBezTo>
                        <a:cubicBezTo>
                          <a:pt x="62108" y="30384"/>
                          <a:pt x="59373" y="18493"/>
                          <a:pt x="53902" y="10283"/>
                        </a:cubicBezTo>
                        <a:cubicBezTo>
                          <a:pt x="48431" y="2087"/>
                          <a:pt x="40508" y="-2011"/>
                          <a:pt x="30135" y="-2011"/>
                        </a:cubicBezTo>
                        <a:cubicBezTo>
                          <a:pt x="19774" y="-2011"/>
                          <a:pt x="11859" y="2087"/>
                          <a:pt x="6388" y="10283"/>
                        </a:cubicBezTo>
                        <a:cubicBezTo>
                          <a:pt x="917" y="18493"/>
                          <a:pt x="-1819" y="30384"/>
                          <a:pt x="-1819" y="45956"/>
                        </a:cubicBezTo>
                        <a:cubicBezTo>
                          <a:pt x="-1819" y="61569"/>
                          <a:pt x="917" y="73473"/>
                          <a:pt x="6388" y="81669"/>
                        </a:cubicBezTo>
                        <a:cubicBezTo>
                          <a:pt x="11859" y="89879"/>
                          <a:pt x="19774" y="93983"/>
                          <a:pt x="30135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65" name="Graphic 437">
                <a:extLst>
                  <a:ext uri="{FF2B5EF4-FFF2-40B4-BE49-F238E27FC236}">
                    <a16:creationId xmlns:a16="http://schemas.microsoft.com/office/drawing/2014/main" id="{43226A06-161C-C02A-CC58-DBEBA54D982D}"/>
                  </a:ext>
                </a:extLst>
              </p:cNvPr>
              <p:cNvGrpSpPr/>
              <p:nvPr/>
            </p:nvGrpSpPr>
            <p:grpSpPr>
              <a:xfrm>
                <a:off x="13348550" y="9753987"/>
                <a:ext cx="223926" cy="187070"/>
                <a:chOff x="13348550" y="9753987"/>
                <a:chExt cx="223926" cy="187070"/>
              </a:xfrm>
              <a:solidFill>
                <a:srgbClr val="000000"/>
              </a:solidFill>
            </p:grpSpPr>
            <p:sp>
              <p:nvSpPr>
                <p:cNvPr id="466" name="Freeform: Shape 465">
                  <a:extLst>
                    <a:ext uri="{FF2B5EF4-FFF2-40B4-BE49-F238E27FC236}">
                      <a16:creationId xmlns:a16="http://schemas.microsoft.com/office/drawing/2014/main" id="{98069DAF-9BD7-DC58-8331-37BE1B20FE25}"/>
                    </a:ext>
                  </a:extLst>
                </p:cNvPr>
                <p:cNvSpPr/>
                <p:nvPr/>
              </p:nvSpPr>
              <p:spPr>
                <a:xfrm>
                  <a:off x="13459832" y="9753987"/>
                  <a:ext cx="12686" cy="44417"/>
                </a:xfrm>
                <a:custGeom>
                  <a:avLst/>
                  <a:gdLst>
                    <a:gd name="connsiteX0" fmla="*/ 263 w 12686"/>
                    <a:gd name="connsiteY0" fmla="*/ 308 h 44417"/>
                    <a:gd name="connsiteX1" fmla="*/ 263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263" y="308"/>
                      </a:moveTo>
                      <a:lnTo>
                        <a:pt x="263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67" name="Graphic 437">
                  <a:extLst>
                    <a:ext uri="{FF2B5EF4-FFF2-40B4-BE49-F238E27FC236}">
                      <a16:creationId xmlns:a16="http://schemas.microsoft.com/office/drawing/2014/main" id="{46139199-9861-42FA-568B-EE48EE93C633}"/>
                    </a:ext>
                  </a:extLst>
                </p:cNvPr>
                <p:cNvGrpSpPr/>
                <p:nvPr/>
              </p:nvGrpSpPr>
              <p:grpSpPr>
                <a:xfrm>
                  <a:off x="13348550" y="9845063"/>
                  <a:ext cx="223926" cy="95994"/>
                  <a:chOff x="13348550" y="98450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68" name="Freeform: Shape 467">
                    <a:extLst>
                      <a:ext uri="{FF2B5EF4-FFF2-40B4-BE49-F238E27FC236}">
                        <a16:creationId xmlns:a16="http://schemas.microsoft.com/office/drawing/2014/main" id="{0B270CCB-8295-02D8-1050-B0C2C242F34F}"/>
                      </a:ext>
                    </a:extLst>
                  </p:cNvPr>
                  <p:cNvSpPr/>
                  <p:nvPr/>
                </p:nvSpPr>
                <p:spPr>
                  <a:xfrm flipV="1">
                    <a:off x="13348550" y="9846729"/>
                    <a:ext cx="59843" cy="94328"/>
                  </a:xfrm>
                  <a:custGeom>
                    <a:avLst/>
                    <a:gdLst>
                      <a:gd name="connsiteX0" fmla="*/ 2158 w 59843"/>
                      <a:gd name="connsiteY0" fmla="*/ 92360 h 94328"/>
                      <a:gd name="connsiteX1" fmla="*/ 51277 w 59843"/>
                      <a:gd name="connsiteY1" fmla="*/ 92360 h 94328"/>
                      <a:gd name="connsiteX2" fmla="*/ 51277 w 59843"/>
                      <a:gd name="connsiteY2" fmla="*/ 81810 h 94328"/>
                      <a:gd name="connsiteX3" fmla="*/ 13615 w 59843"/>
                      <a:gd name="connsiteY3" fmla="*/ 81810 h 94328"/>
                      <a:gd name="connsiteX4" fmla="*/ 13615 w 59843"/>
                      <a:gd name="connsiteY4" fmla="*/ 59145 h 94328"/>
                      <a:gd name="connsiteX5" fmla="*/ 19046 w 59843"/>
                      <a:gd name="connsiteY5" fmla="*/ 60533 h 94328"/>
                      <a:gd name="connsiteX6" fmla="*/ 24517 w 59843"/>
                      <a:gd name="connsiteY6" fmla="*/ 60989 h 94328"/>
                      <a:gd name="connsiteX7" fmla="*/ 49037 w 59843"/>
                      <a:gd name="connsiteY7" fmla="*/ 52503 h 94328"/>
                      <a:gd name="connsiteX8" fmla="*/ 58096 w 59843"/>
                      <a:gd name="connsiteY8" fmla="*/ 29520 h 94328"/>
                      <a:gd name="connsiteX9" fmla="*/ 48800 w 59843"/>
                      <a:gd name="connsiteY9" fmla="*/ 6300 h 94328"/>
                      <a:gd name="connsiteX10" fmla="*/ 22595 w 59843"/>
                      <a:gd name="connsiteY10" fmla="*/ -1969 h 94328"/>
                      <a:gd name="connsiteX11" fmla="*/ 10721 w 59843"/>
                      <a:gd name="connsiteY11" fmla="*/ -977 h 94328"/>
                      <a:gd name="connsiteX12" fmla="*/ -1747 w 59843"/>
                      <a:gd name="connsiteY12" fmla="*/ 1997 h 94328"/>
                      <a:gd name="connsiteX13" fmla="*/ -1747 w 59843"/>
                      <a:gd name="connsiteY13" fmla="*/ 14589 h 94328"/>
                      <a:gd name="connsiteX14" fmla="*/ 9770 w 59843"/>
                      <a:gd name="connsiteY14" fmla="*/ 10068 h 94328"/>
                      <a:gd name="connsiteX15" fmla="*/ 22337 w 59843"/>
                      <a:gd name="connsiteY15" fmla="*/ 8580 h 94328"/>
                      <a:gd name="connsiteX16" fmla="*/ 39305 w 59843"/>
                      <a:gd name="connsiteY16" fmla="*/ 14212 h 94328"/>
                      <a:gd name="connsiteX17" fmla="*/ 45569 w 59843"/>
                      <a:gd name="connsiteY17" fmla="*/ 29520 h 94328"/>
                      <a:gd name="connsiteX18" fmla="*/ 39305 w 59843"/>
                      <a:gd name="connsiteY18" fmla="*/ 44809 h 94328"/>
                      <a:gd name="connsiteX19" fmla="*/ 22337 w 59843"/>
                      <a:gd name="connsiteY19" fmla="*/ 50460 h 94328"/>
                      <a:gd name="connsiteX20" fmla="*/ 12327 w 59843"/>
                      <a:gd name="connsiteY20" fmla="*/ 49350 h 94328"/>
                      <a:gd name="connsiteX21" fmla="*/ 2158 w 59843"/>
                      <a:gd name="connsiteY21" fmla="*/ 45879 h 94328"/>
                      <a:gd name="connsiteX22" fmla="*/ 2158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158" y="92360"/>
                        </a:moveTo>
                        <a:lnTo>
                          <a:pt x="51277" y="92360"/>
                        </a:lnTo>
                        <a:lnTo>
                          <a:pt x="51277" y="81810"/>
                        </a:lnTo>
                        <a:lnTo>
                          <a:pt x="13615" y="81810"/>
                        </a:lnTo>
                        <a:lnTo>
                          <a:pt x="13615" y="59145"/>
                        </a:lnTo>
                        <a:cubicBezTo>
                          <a:pt x="15426" y="59767"/>
                          <a:pt x="17236" y="60229"/>
                          <a:pt x="19046" y="60533"/>
                        </a:cubicBezTo>
                        <a:cubicBezTo>
                          <a:pt x="20870" y="60837"/>
                          <a:pt x="22694" y="60989"/>
                          <a:pt x="24517" y="60989"/>
                        </a:cubicBezTo>
                        <a:cubicBezTo>
                          <a:pt x="34838" y="60989"/>
                          <a:pt x="43011" y="58160"/>
                          <a:pt x="49037" y="52503"/>
                        </a:cubicBezTo>
                        <a:cubicBezTo>
                          <a:pt x="55077" y="46845"/>
                          <a:pt x="58096" y="39184"/>
                          <a:pt x="58096" y="29520"/>
                        </a:cubicBezTo>
                        <a:cubicBezTo>
                          <a:pt x="58096" y="19566"/>
                          <a:pt x="54997" y="11826"/>
                          <a:pt x="48800" y="6300"/>
                        </a:cubicBezTo>
                        <a:cubicBezTo>
                          <a:pt x="42602" y="787"/>
                          <a:pt x="33867" y="-1969"/>
                          <a:pt x="22595" y="-1969"/>
                        </a:cubicBezTo>
                        <a:cubicBezTo>
                          <a:pt x="18709" y="-1969"/>
                          <a:pt x="14752" y="-1638"/>
                          <a:pt x="10721" y="-977"/>
                        </a:cubicBezTo>
                        <a:cubicBezTo>
                          <a:pt x="6704" y="-316"/>
                          <a:pt x="2548" y="675"/>
                          <a:pt x="-1747" y="1997"/>
                        </a:cubicBezTo>
                        <a:lnTo>
                          <a:pt x="-1747" y="14589"/>
                        </a:lnTo>
                        <a:cubicBezTo>
                          <a:pt x="1966" y="12566"/>
                          <a:pt x="5805" y="11059"/>
                          <a:pt x="9770" y="10068"/>
                        </a:cubicBezTo>
                        <a:cubicBezTo>
                          <a:pt x="13734" y="9076"/>
                          <a:pt x="17923" y="8580"/>
                          <a:pt x="22337" y="8580"/>
                        </a:cubicBezTo>
                        <a:cubicBezTo>
                          <a:pt x="29486" y="8580"/>
                          <a:pt x="35142" y="10458"/>
                          <a:pt x="39305" y="14212"/>
                        </a:cubicBezTo>
                        <a:cubicBezTo>
                          <a:pt x="43481" y="17966"/>
                          <a:pt x="45569" y="23069"/>
                          <a:pt x="45569" y="29520"/>
                        </a:cubicBezTo>
                        <a:cubicBezTo>
                          <a:pt x="45569" y="35958"/>
                          <a:pt x="43481" y="41054"/>
                          <a:pt x="39305" y="44809"/>
                        </a:cubicBezTo>
                        <a:cubicBezTo>
                          <a:pt x="35142" y="48576"/>
                          <a:pt x="29486" y="50460"/>
                          <a:pt x="22337" y="50460"/>
                        </a:cubicBezTo>
                        <a:cubicBezTo>
                          <a:pt x="18994" y="50460"/>
                          <a:pt x="15657" y="50090"/>
                          <a:pt x="12327" y="49350"/>
                        </a:cubicBezTo>
                        <a:cubicBezTo>
                          <a:pt x="9010" y="48609"/>
                          <a:pt x="5620" y="47453"/>
                          <a:pt x="2158" y="45879"/>
                        </a:cubicBezTo>
                        <a:lnTo>
                          <a:pt x="2158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69" name="Freeform: Shape 468">
                    <a:extLst>
                      <a:ext uri="{FF2B5EF4-FFF2-40B4-BE49-F238E27FC236}">
                        <a16:creationId xmlns:a16="http://schemas.microsoft.com/office/drawing/2014/main" id="{49970B1E-E32B-787B-0E3C-947C3A438F56}"/>
                      </a:ext>
                    </a:extLst>
                  </p:cNvPr>
                  <p:cNvSpPr/>
                  <p:nvPr/>
                </p:nvSpPr>
                <p:spPr>
                  <a:xfrm flipV="1">
                    <a:off x="13428768" y="9845063"/>
                    <a:ext cx="58713" cy="94189"/>
                  </a:xfrm>
                  <a:custGeom>
                    <a:avLst/>
                    <a:gdLst>
                      <a:gd name="connsiteX0" fmla="*/ 13358 w 58713"/>
                      <a:gd name="connsiteY0" fmla="*/ 8473 h 94189"/>
                      <a:gd name="connsiteX1" fmla="*/ 57026 w 58713"/>
                      <a:gd name="connsiteY1" fmla="*/ 8473 h 94189"/>
                      <a:gd name="connsiteX2" fmla="*/ 57026 w 58713"/>
                      <a:gd name="connsiteY2" fmla="*/ -2057 h 94189"/>
                      <a:gd name="connsiteX3" fmla="*/ -1687 w 58713"/>
                      <a:gd name="connsiteY3" fmla="*/ -2057 h 94189"/>
                      <a:gd name="connsiteX4" fmla="*/ -1687 w 58713"/>
                      <a:gd name="connsiteY4" fmla="*/ 8473 h 94189"/>
                      <a:gd name="connsiteX5" fmla="*/ 17719 w 58713"/>
                      <a:gd name="connsiteY5" fmla="*/ 28263 h 94189"/>
                      <a:gd name="connsiteX6" fmla="*/ 33180 w 58713"/>
                      <a:gd name="connsiteY6" fmla="*/ 44305 h 94189"/>
                      <a:gd name="connsiteX7" fmla="*/ 41565 w 58713"/>
                      <a:gd name="connsiteY7" fmla="*/ 55726 h 94189"/>
                      <a:gd name="connsiteX8" fmla="*/ 43963 w 58713"/>
                      <a:gd name="connsiteY8" fmla="*/ 64927 h 94189"/>
                      <a:gd name="connsiteX9" fmla="*/ 38790 w 58713"/>
                      <a:gd name="connsiteY9" fmla="*/ 76944 h 94189"/>
                      <a:gd name="connsiteX10" fmla="*/ 25311 w 58713"/>
                      <a:gd name="connsiteY10" fmla="*/ 81604 h 94189"/>
                      <a:gd name="connsiteX11" fmla="*/ 12882 w 58713"/>
                      <a:gd name="connsiteY11" fmla="*/ 79561 h 94189"/>
                      <a:gd name="connsiteX12" fmla="*/ -1073 w 58713"/>
                      <a:gd name="connsiteY12" fmla="*/ 73355 h 94189"/>
                      <a:gd name="connsiteX13" fmla="*/ -1073 w 58713"/>
                      <a:gd name="connsiteY13" fmla="*/ 86006 h 94189"/>
                      <a:gd name="connsiteX14" fmla="*/ 13041 w 58713"/>
                      <a:gd name="connsiteY14" fmla="*/ 90586 h 94189"/>
                      <a:gd name="connsiteX15" fmla="*/ 25073 w 58713"/>
                      <a:gd name="connsiteY15" fmla="*/ 92133 h 94189"/>
                      <a:gd name="connsiteX16" fmla="*/ 47987 w 58713"/>
                      <a:gd name="connsiteY16" fmla="*/ 84935 h 94189"/>
                      <a:gd name="connsiteX17" fmla="*/ 56531 w 58713"/>
                      <a:gd name="connsiteY17" fmla="*/ 65740 h 94189"/>
                      <a:gd name="connsiteX18" fmla="*/ 54390 w 58713"/>
                      <a:gd name="connsiteY18" fmla="*/ 54913 h 94189"/>
                      <a:gd name="connsiteX19" fmla="*/ 46619 w 58713"/>
                      <a:gd name="connsiteY19" fmla="*/ 42877 h 94189"/>
                      <a:gd name="connsiteX20" fmla="*/ 36768 w 58713"/>
                      <a:gd name="connsiteY20" fmla="*/ 32486 h 94189"/>
                      <a:gd name="connsiteX21" fmla="*/ 13358 w 58713"/>
                      <a:gd name="connsiteY21" fmla="*/ 8473 h 9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713" h="94189">
                        <a:moveTo>
                          <a:pt x="13358" y="8473"/>
                        </a:moveTo>
                        <a:lnTo>
                          <a:pt x="57026" y="8473"/>
                        </a:lnTo>
                        <a:lnTo>
                          <a:pt x="57026" y="-2057"/>
                        </a:lnTo>
                        <a:lnTo>
                          <a:pt x="-1687" y="-2057"/>
                        </a:lnTo>
                        <a:lnTo>
                          <a:pt x="-1687" y="8473"/>
                        </a:lnTo>
                        <a:cubicBezTo>
                          <a:pt x="3057" y="13391"/>
                          <a:pt x="9525" y="19987"/>
                          <a:pt x="17719" y="28263"/>
                        </a:cubicBezTo>
                        <a:cubicBezTo>
                          <a:pt x="25925" y="36551"/>
                          <a:pt x="31079" y="41899"/>
                          <a:pt x="33180" y="44305"/>
                        </a:cubicBezTo>
                        <a:cubicBezTo>
                          <a:pt x="37184" y="48799"/>
                          <a:pt x="39979" y="52607"/>
                          <a:pt x="41565" y="55726"/>
                        </a:cubicBezTo>
                        <a:cubicBezTo>
                          <a:pt x="43164" y="58846"/>
                          <a:pt x="43963" y="61913"/>
                          <a:pt x="43963" y="64927"/>
                        </a:cubicBezTo>
                        <a:cubicBezTo>
                          <a:pt x="43963" y="69845"/>
                          <a:pt x="42239" y="73850"/>
                          <a:pt x="38790" y="76944"/>
                        </a:cubicBezTo>
                        <a:cubicBezTo>
                          <a:pt x="35341" y="80050"/>
                          <a:pt x="30848" y="81604"/>
                          <a:pt x="25311" y="81604"/>
                        </a:cubicBezTo>
                        <a:cubicBezTo>
                          <a:pt x="21386" y="81604"/>
                          <a:pt x="17243" y="80923"/>
                          <a:pt x="12882" y="79561"/>
                        </a:cubicBezTo>
                        <a:cubicBezTo>
                          <a:pt x="8534" y="78200"/>
                          <a:pt x="3883" y="76131"/>
                          <a:pt x="-1073" y="73355"/>
                        </a:cubicBezTo>
                        <a:lnTo>
                          <a:pt x="-1073" y="86006"/>
                        </a:lnTo>
                        <a:cubicBezTo>
                          <a:pt x="3962" y="88028"/>
                          <a:pt x="8666" y="89555"/>
                          <a:pt x="13041" y="90586"/>
                        </a:cubicBezTo>
                        <a:cubicBezTo>
                          <a:pt x="17428" y="91618"/>
                          <a:pt x="21439" y="92133"/>
                          <a:pt x="25073" y="92133"/>
                        </a:cubicBezTo>
                        <a:cubicBezTo>
                          <a:pt x="34653" y="92133"/>
                          <a:pt x="42292" y="89734"/>
                          <a:pt x="47987" y="84935"/>
                        </a:cubicBezTo>
                        <a:cubicBezTo>
                          <a:pt x="53683" y="80150"/>
                          <a:pt x="56531" y="73751"/>
                          <a:pt x="56531" y="65740"/>
                        </a:cubicBezTo>
                        <a:cubicBezTo>
                          <a:pt x="56531" y="61933"/>
                          <a:pt x="55817" y="58324"/>
                          <a:pt x="54390" y="54913"/>
                        </a:cubicBezTo>
                        <a:cubicBezTo>
                          <a:pt x="52976" y="51516"/>
                          <a:pt x="50386" y="47504"/>
                          <a:pt x="46619" y="42877"/>
                        </a:cubicBezTo>
                        <a:cubicBezTo>
                          <a:pt x="45589" y="41674"/>
                          <a:pt x="42305" y="38210"/>
                          <a:pt x="36768" y="32486"/>
                        </a:cubicBezTo>
                        <a:cubicBezTo>
                          <a:pt x="31244" y="26762"/>
                          <a:pt x="23441" y="18758"/>
                          <a:pt x="13358" y="84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0" name="Freeform: Shape 469">
                    <a:extLst>
                      <a:ext uri="{FF2B5EF4-FFF2-40B4-BE49-F238E27FC236}">
                        <a16:creationId xmlns:a16="http://schemas.microsoft.com/office/drawing/2014/main" id="{ABC61C02-087C-DDBB-B305-3EE2FFA50DC4}"/>
                      </a:ext>
                    </a:extLst>
                  </p:cNvPr>
                  <p:cNvSpPr/>
                  <p:nvPr/>
                </p:nvSpPr>
                <p:spPr>
                  <a:xfrm flipV="1">
                    <a:off x="13508550" y="9845063"/>
                    <a:ext cx="63926" cy="95994"/>
                  </a:xfrm>
                  <a:custGeom>
                    <a:avLst/>
                    <a:gdLst>
                      <a:gd name="connsiteX0" fmla="*/ 30188 w 63926"/>
                      <a:gd name="connsiteY0" fmla="*/ 84069 h 95994"/>
                      <a:gd name="connsiteX1" fmla="*/ 15658 w 63926"/>
                      <a:gd name="connsiteY1" fmla="*/ 74550 h 95994"/>
                      <a:gd name="connsiteX2" fmla="*/ 10802 w 63926"/>
                      <a:gd name="connsiteY2" fmla="*/ 45956 h 95994"/>
                      <a:gd name="connsiteX3" fmla="*/ 15658 w 63926"/>
                      <a:gd name="connsiteY3" fmla="*/ 17422 h 95994"/>
                      <a:gd name="connsiteX4" fmla="*/ 30188 w 63926"/>
                      <a:gd name="connsiteY4" fmla="*/ 7904 h 95994"/>
                      <a:gd name="connsiteX5" fmla="*/ 44777 w 63926"/>
                      <a:gd name="connsiteY5" fmla="*/ 17422 h 95994"/>
                      <a:gd name="connsiteX6" fmla="*/ 49653 w 63926"/>
                      <a:gd name="connsiteY6" fmla="*/ 45956 h 95994"/>
                      <a:gd name="connsiteX7" fmla="*/ 44777 w 63926"/>
                      <a:gd name="connsiteY7" fmla="*/ 74550 h 95994"/>
                      <a:gd name="connsiteX8" fmla="*/ 30188 w 63926"/>
                      <a:gd name="connsiteY8" fmla="*/ 84069 h 95994"/>
                      <a:gd name="connsiteX9" fmla="*/ 30188 w 63926"/>
                      <a:gd name="connsiteY9" fmla="*/ 93983 h 95994"/>
                      <a:gd name="connsiteX10" fmla="*/ 53955 w 63926"/>
                      <a:gd name="connsiteY10" fmla="*/ 81669 h 95994"/>
                      <a:gd name="connsiteX11" fmla="*/ 62161 w 63926"/>
                      <a:gd name="connsiteY11" fmla="*/ 45956 h 95994"/>
                      <a:gd name="connsiteX12" fmla="*/ 53955 w 63926"/>
                      <a:gd name="connsiteY12" fmla="*/ 10283 h 95994"/>
                      <a:gd name="connsiteX13" fmla="*/ 30188 w 63926"/>
                      <a:gd name="connsiteY13" fmla="*/ -2011 h 95994"/>
                      <a:gd name="connsiteX14" fmla="*/ 6441 w 63926"/>
                      <a:gd name="connsiteY14" fmla="*/ 10283 h 95994"/>
                      <a:gd name="connsiteX15" fmla="*/ -1765 w 63926"/>
                      <a:gd name="connsiteY15" fmla="*/ 45956 h 95994"/>
                      <a:gd name="connsiteX16" fmla="*/ 6441 w 63926"/>
                      <a:gd name="connsiteY16" fmla="*/ 81669 h 95994"/>
                      <a:gd name="connsiteX17" fmla="*/ 30188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188" y="84069"/>
                        </a:moveTo>
                        <a:cubicBezTo>
                          <a:pt x="23752" y="84069"/>
                          <a:pt x="18909" y="80896"/>
                          <a:pt x="15658" y="74550"/>
                        </a:cubicBezTo>
                        <a:cubicBezTo>
                          <a:pt x="12421" y="68218"/>
                          <a:pt x="10802" y="58687"/>
                          <a:pt x="10802" y="45956"/>
                        </a:cubicBezTo>
                        <a:cubicBezTo>
                          <a:pt x="10802" y="33279"/>
                          <a:pt x="12421" y="23767"/>
                          <a:pt x="15658" y="17422"/>
                        </a:cubicBezTo>
                        <a:cubicBezTo>
                          <a:pt x="18909" y="11076"/>
                          <a:pt x="23752" y="7904"/>
                          <a:pt x="30188" y="7904"/>
                        </a:cubicBezTo>
                        <a:cubicBezTo>
                          <a:pt x="36677" y="7904"/>
                          <a:pt x="41540" y="11076"/>
                          <a:pt x="44777" y="17422"/>
                        </a:cubicBezTo>
                        <a:cubicBezTo>
                          <a:pt x="48028" y="23767"/>
                          <a:pt x="49653" y="33279"/>
                          <a:pt x="49653" y="45956"/>
                        </a:cubicBezTo>
                        <a:cubicBezTo>
                          <a:pt x="49653" y="58687"/>
                          <a:pt x="48028" y="68218"/>
                          <a:pt x="44777" y="74550"/>
                        </a:cubicBezTo>
                        <a:cubicBezTo>
                          <a:pt x="41540" y="80896"/>
                          <a:pt x="36677" y="84069"/>
                          <a:pt x="30188" y="84069"/>
                        </a:cubicBezTo>
                        <a:close/>
                        <a:moveTo>
                          <a:pt x="30188" y="93983"/>
                        </a:moveTo>
                        <a:cubicBezTo>
                          <a:pt x="40562" y="93983"/>
                          <a:pt x="48484" y="89879"/>
                          <a:pt x="53955" y="81669"/>
                        </a:cubicBezTo>
                        <a:cubicBezTo>
                          <a:pt x="59426" y="73473"/>
                          <a:pt x="62161" y="61569"/>
                          <a:pt x="62161" y="45956"/>
                        </a:cubicBezTo>
                        <a:cubicBezTo>
                          <a:pt x="62161" y="30384"/>
                          <a:pt x="59426" y="18493"/>
                          <a:pt x="53955" y="10283"/>
                        </a:cubicBezTo>
                        <a:cubicBezTo>
                          <a:pt x="48484" y="2087"/>
                          <a:pt x="40562" y="-2011"/>
                          <a:pt x="30188" y="-2011"/>
                        </a:cubicBezTo>
                        <a:cubicBezTo>
                          <a:pt x="19828" y="-2011"/>
                          <a:pt x="11912" y="2087"/>
                          <a:pt x="6441" y="10283"/>
                        </a:cubicBezTo>
                        <a:cubicBezTo>
                          <a:pt x="970" y="18493"/>
                          <a:pt x="-1765" y="30384"/>
                          <a:pt x="-1765" y="45956"/>
                        </a:cubicBezTo>
                        <a:cubicBezTo>
                          <a:pt x="-1765" y="61569"/>
                          <a:pt x="970" y="73473"/>
                          <a:pt x="6441" y="81669"/>
                        </a:cubicBezTo>
                        <a:cubicBezTo>
                          <a:pt x="11912" y="89879"/>
                          <a:pt x="19828" y="93983"/>
                          <a:pt x="30188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71" name="Graphic 437">
                <a:extLst>
                  <a:ext uri="{FF2B5EF4-FFF2-40B4-BE49-F238E27FC236}">
                    <a16:creationId xmlns:a16="http://schemas.microsoft.com/office/drawing/2014/main" id="{7AB8D877-8EE5-C272-8F41-25810DDD873E}"/>
                  </a:ext>
                </a:extLst>
              </p:cNvPr>
              <p:cNvGrpSpPr/>
              <p:nvPr/>
            </p:nvGrpSpPr>
            <p:grpSpPr>
              <a:xfrm>
                <a:off x="14023742" y="9753987"/>
                <a:ext cx="223926" cy="187070"/>
                <a:chOff x="14023742" y="9753987"/>
                <a:chExt cx="223926" cy="187070"/>
              </a:xfrm>
              <a:solidFill>
                <a:srgbClr val="000000"/>
              </a:solidFill>
            </p:grpSpPr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A3962035-55A4-9900-4AB6-5F7751F40070}"/>
                    </a:ext>
                  </a:extLst>
                </p:cNvPr>
                <p:cNvSpPr/>
                <p:nvPr/>
              </p:nvSpPr>
              <p:spPr>
                <a:xfrm>
                  <a:off x="14135024" y="9753987"/>
                  <a:ext cx="12686" cy="44417"/>
                </a:xfrm>
                <a:custGeom>
                  <a:avLst/>
                  <a:gdLst>
                    <a:gd name="connsiteX0" fmla="*/ 316 w 12686"/>
                    <a:gd name="connsiteY0" fmla="*/ 308 h 44417"/>
                    <a:gd name="connsiteX1" fmla="*/ 316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16" y="308"/>
                      </a:moveTo>
                      <a:lnTo>
                        <a:pt x="316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73" name="Graphic 437">
                  <a:extLst>
                    <a:ext uri="{FF2B5EF4-FFF2-40B4-BE49-F238E27FC236}">
                      <a16:creationId xmlns:a16="http://schemas.microsoft.com/office/drawing/2014/main" id="{E65359A4-FF30-9B34-5883-BFF104C06760}"/>
                    </a:ext>
                  </a:extLst>
                </p:cNvPr>
                <p:cNvGrpSpPr/>
                <p:nvPr/>
              </p:nvGrpSpPr>
              <p:grpSpPr>
                <a:xfrm>
                  <a:off x="14023742" y="9845063"/>
                  <a:ext cx="223926" cy="95994"/>
                  <a:chOff x="14023742" y="98450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74" name="Freeform: Shape 473">
                    <a:extLst>
                      <a:ext uri="{FF2B5EF4-FFF2-40B4-BE49-F238E27FC236}">
                        <a16:creationId xmlns:a16="http://schemas.microsoft.com/office/drawing/2014/main" id="{7B3AC8D8-A1FB-65B9-D45D-DD3B89395F97}"/>
                      </a:ext>
                    </a:extLst>
                  </p:cNvPr>
                  <p:cNvSpPr/>
                  <p:nvPr/>
                </p:nvSpPr>
                <p:spPr>
                  <a:xfrm flipV="1">
                    <a:off x="14023742" y="9846729"/>
                    <a:ext cx="59843" cy="94328"/>
                  </a:xfrm>
                  <a:custGeom>
                    <a:avLst/>
                    <a:gdLst>
                      <a:gd name="connsiteX0" fmla="*/ 2211 w 59843"/>
                      <a:gd name="connsiteY0" fmla="*/ 92360 h 94328"/>
                      <a:gd name="connsiteX1" fmla="*/ 51331 w 59843"/>
                      <a:gd name="connsiteY1" fmla="*/ 92360 h 94328"/>
                      <a:gd name="connsiteX2" fmla="*/ 51331 w 59843"/>
                      <a:gd name="connsiteY2" fmla="*/ 81810 h 94328"/>
                      <a:gd name="connsiteX3" fmla="*/ 13668 w 59843"/>
                      <a:gd name="connsiteY3" fmla="*/ 81810 h 94328"/>
                      <a:gd name="connsiteX4" fmla="*/ 13668 w 59843"/>
                      <a:gd name="connsiteY4" fmla="*/ 59145 h 94328"/>
                      <a:gd name="connsiteX5" fmla="*/ 19100 w 59843"/>
                      <a:gd name="connsiteY5" fmla="*/ 60533 h 94328"/>
                      <a:gd name="connsiteX6" fmla="*/ 24571 w 59843"/>
                      <a:gd name="connsiteY6" fmla="*/ 60989 h 94328"/>
                      <a:gd name="connsiteX7" fmla="*/ 49091 w 59843"/>
                      <a:gd name="connsiteY7" fmla="*/ 52503 h 94328"/>
                      <a:gd name="connsiteX8" fmla="*/ 58149 w 59843"/>
                      <a:gd name="connsiteY8" fmla="*/ 29520 h 94328"/>
                      <a:gd name="connsiteX9" fmla="*/ 48853 w 59843"/>
                      <a:gd name="connsiteY9" fmla="*/ 6300 h 94328"/>
                      <a:gd name="connsiteX10" fmla="*/ 22648 w 59843"/>
                      <a:gd name="connsiteY10" fmla="*/ -1969 h 94328"/>
                      <a:gd name="connsiteX11" fmla="*/ 10774 w 59843"/>
                      <a:gd name="connsiteY11" fmla="*/ -977 h 94328"/>
                      <a:gd name="connsiteX12" fmla="*/ -1694 w 59843"/>
                      <a:gd name="connsiteY12" fmla="*/ 1997 h 94328"/>
                      <a:gd name="connsiteX13" fmla="*/ -1694 w 59843"/>
                      <a:gd name="connsiteY13" fmla="*/ 14589 h 94328"/>
                      <a:gd name="connsiteX14" fmla="*/ 9823 w 59843"/>
                      <a:gd name="connsiteY14" fmla="*/ 10068 h 94328"/>
                      <a:gd name="connsiteX15" fmla="*/ 22390 w 59843"/>
                      <a:gd name="connsiteY15" fmla="*/ 8580 h 94328"/>
                      <a:gd name="connsiteX16" fmla="*/ 39358 w 59843"/>
                      <a:gd name="connsiteY16" fmla="*/ 14212 h 94328"/>
                      <a:gd name="connsiteX17" fmla="*/ 45622 w 59843"/>
                      <a:gd name="connsiteY17" fmla="*/ 29520 h 94328"/>
                      <a:gd name="connsiteX18" fmla="*/ 39358 w 59843"/>
                      <a:gd name="connsiteY18" fmla="*/ 44809 h 94328"/>
                      <a:gd name="connsiteX19" fmla="*/ 22390 w 59843"/>
                      <a:gd name="connsiteY19" fmla="*/ 50460 h 94328"/>
                      <a:gd name="connsiteX20" fmla="*/ 12380 w 59843"/>
                      <a:gd name="connsiteY20" fmla="*/ 49350 h 94328"/>
                      <a:gd name="connsiteX21" fmla="*/ 2211 w 59843"/>
                      <a:gd name="connsiteY21" fmla="*/ 45879 h 94328"/>
                      <a:gd name="connsiteX22" fmla="*/ 2211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11" y="92360"/>
                        </a:moveTo>
                        <a:lnTo>
                          <a:pt x="51331" y="92360"/>
                        </a:lnTo>
                        <a:lnTo>
                          <a:pt x="51331" y="81810"/>
                        </a:lnTo>
                        <a:lnTo>
                          <a:pt x="13668" y="81810"/>
                        </a:lnTo>
                        <a:lnTo>
                          <a:pt x="13668" y="59145"/>
                        </a:lnTo>
                        <a:cubicBezTo>
                          <a:pt x="15479" y="59767"/>
                          <a:pt x="17289" y="60229"/>
                          <a:pt x="19100" y="60533"/>
                        </a:cubicBezTo>
                        <a:cubicBezTo>
                          <a:pt x="20923" y="60837"/>
                          <a:pt x="22747" y="60989"/>
                          <a:pt x="24571" y="60989"/>
                        </a:cubicBezTo>
                        <a:cubicBezTo>
                          <a:pt x="34891" y="60989"/>
                          <a:pt x="43065" y="58160"/>
                          <a:pt x="49091" y="52503"/>
                        </a:cubicBezTo>
                        <a:cubicBezTo>
                          <a:pt x="55130" y="46845"/>
                          <a:pt x="58149" y="39184"/>
                          <a:pt x="58149" y="29520"/>
                        </a:cubicBezTo>
                        <a:cubicBezTo>
                          <a:pt x="58149" y="19566"/>
                          <a:pt x="55051" y="11826"/>
                          <a:pt x="48853" y="6300"/>
                        </a:cubicBezTo>
                        <a:cubicBezTo>
                          <a:pt x="42655" y="787"/>
                          <a:pt x="33920" y="-1969"/>
                          <a:pt x="22648" y="-1969"/>
                        </a:cubicBezTo>
                        <a:cubicBezTo>
                          <a:pt x="18763" y="-1969"/>
                          <a:pt x="14805" y="-1638"/>
                          <a:pt x="10774" y="-977"/>
                        </a:cubicBezTo>
                        <a:cubicBezTo>
                          <a:pt x="6757" y="-316"/>
                          <a:pt x="2601" y="675"/>
                          <a:pt x="-1694" y="1997"/>
                        </a:cubicBezTo>
                        <a:lnTo>
                          <a:pt x="-1694" y="14589"/>
                        </a:lnTo>
                        <a:cubicBezTo>
                          <a:pt x="2019" y="12566"/>
                          <a:pt x="5858" y="11059"/>
                          <a:pt x="9823" y="10068"/>
                        </a:cubicBezTo>
                        <a:cubicBezTo>
                          <a:pt x="13787" y="9076"/>
                          <a:pt x="17976" y="8580"/>
                          <a:pt x="22390" y="8580"/>
                        </a:cubicBezTo>
                        <a:cubicBezTo>
                          <a:pt x="29539" y="8580"/>
                          <a:pt x="35195" y="10458"/>
                          <a:pt x="39358" y="14212"/>
                        </a:cubicBezTo>
                        <a:cubicBezTo>
                          <a:pt x="43534" y="17966"/>
                          <a:pt x="45622" y="23069"/>
                          <a:pt x="45622" y="29520"/>
                        </a:cubicBezTo>
                        <a:cubicBezTo>
                          <a:pt x="45622" y="35958"/>
                          <a:pt x="43534" y="41054"/>
                          <a:pt x="39358" y="44809"/>
                        </a:cubicBezTo>
                        <a:cubicBezTo>
                          <a:pt x="35195" y="48576"/>
                          <a:pt x="29539" y="50460"/>
                          <a:pt x="22390" y="50460"/>
                        </a:cubicBezTo>
                        <a:cubicBezTo>
                          <a:pt x="19047" y="50460"/>
                          <a:pt x="15710" y="50090"/>
                          <a:pt x="12380" y="49350"/>
                        </a:cubicBezTo>
                        <a:cubicBezTo>
                          <a:pt x="9063" y="48609"/>
                          <a:pt x="5673" y="47453"/>
                          <a:pt x="2211" y="45879"/>
                        </a:cubicBezTo>
                        <a:lnTo>
                          <a:pt x="2211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5" name="Freeform: Shape 474">
                    <a:extLst>
                      <a:ext uri="{FF2B5EF4-FFF2-40B4-BE49-F238E27FC236}">
                        <a16:creationId xmlns:a16="http://schemas.microsoft.com/office/drawing/2014/main" id="{527AD1F2-793F-AC08-1D5D-BEA49795AF50}"/>
                      </a:ext>
                    </a:extLst>
                  </p:cNvPr>
                  <p:cNvSpPr/>
                  <p:nvPr/>
                </p:nvSpPr>
                <p:spPr>
                  <a:xfrm flipV="1">
                    <a:off x="14104336" y="9845063"/>
                    <a:ext cx="60874" cy="95994"/>
                  </a:xfrm>
                  <a:custGeom>
                    <a:avLst/>
                    <a:gdLst>
                      <a:gd name="connsiteX0" fmla="*/ 40098 w 60874"/>
                      <a:gd name="connsiteY0" fmla="*/ 49684 h 95994"/>
                      <a:gd name="connsiteX1" fmla="*/ 54112 w 60874"/>
                      <a:gd name="connsiteY1" fmla="*/ 41673 h 95994"/>
                      <a:gd name="connsiteX2" fmla="*/ 59167 w 60874"/>
                      <a:gd name="connsiteY2" fmla="*/ 26682 h 95994"/>
                      <a:gd name="connsiteX3" fmla="*/ 49751 w 60874"/>
                      <a:gd name="connsiteY3" fmla="*/ 5485 h 95994"/>
                      <a:gd name="connsiteX4" fmla="*/ 22991 w 60874"/>
                      <a:gd name="connsiteY4" fmla="*/ -2011 h 95994"/>
                      <a:gd name="connsiteX5" fmla="*/ 11018 w 60874"/>
                      <a:gd name="connsiteY5" fmla="*/ -861 h 95994"/>
                      <a:gd name="connsiteX6" fmla="*/ -1708 w 60874"/>
                      <a:gd name="connsiteY6" fmla="*/ 2589 h 95994"/>
                      <a:gd name="connsiteX7" fmla="*/ -1708 w 60874"/>
                      <a:gd name="connsiteY7" fmla="*/ 14666 h 95994"/>
                      <a:gd name="connsiteX8" fmla="*/ 9670 w 60874"/>
                      <a:gd name="connsiteY8" fmla="*/ 10085 h 95994"/>
                      <a:gd name="connsiteX9" fmla="*/ 22634 w 60874"/>
                      <a:gd name="connsiteY9" fmla="*/ 8538 h 95994"/>
                      <a:gd name="connsiteX10" fmla="*/ 40553 w 60874"/>
                      <a:gd name="connsiteY10" fmla="*/ 13178 h 95994"/>
                      <a:gd name="connsiteX11" fmla="*/ 46718 w 60874"/>
                      <a:gd name="connsiteY11" fmla="*/ 26682 h 95994"/>
                      <a:gd name="connsiteX12" fmla="*/ 40990 w 60874"/>
                      <a:gd name="connsiteY12" fmla="*/ 39472 h 95994"/>
                      <a:gd name="connsiteX13" fmla="*/ 25052 w 60874"/>
                      <a:gd name="connsiteY13" fmla="*/ 44092 h 95994"/>
                      <a:gd name="connsiteX14" fmla="*/ 14269 w 60874"/>
                      <a:gd name="connsiteY14" fmla="*/ 44092 h 95994"/>
                      <a:gd name="connsiteX15" fmla="*/ 14269 w 60874"/>
                      <a:gd name="connsiteY15" fmla="*/ 54384 h 95994"/>
                      <a:gd name="connsiteX16" fmla="*/ 25548 w 60874"/>
                      <a:gd name="connsiteY16" fmla="*/ 54384 h 95994"/>
                      <a:gd name="connsiteX17" fmla="*/ 39661 w 60874"/>
                      <a:gd name="connsiteY17" fmla="*/ 58072 h 95994"/>
                      <a:gd name="connsiteX18" fmla="*/ 44558 w 60874"/>
                      <a:gd name="connsiteY18" fmla="*/ 68701 h 95994"/>
                      <a:gd name="connsiteX19" fmla="*/ 39503 w 60874"/>
                      <a:gd name="connsiteY19" fmla="*/ 79627 h 95994"/>
                      <a:gd name="connsiteX20" fmla="*/ 25052 w 60874"/>
                      <a:gd name="connsiteY20" fmla="*/ 83454 h 95994"/>
                      <a:gd name="connsiteX21" fmla="*/ 14012 w 60874"/>
                      <a:gd name="connsiteY21" fmla="*/ 82324 h 95994"/>
                      <a:gd name="connsiteX22" fmla="*/ 1068 w 60874"/>
                      <a:gd name="connsiteY22" fmla="*/ 78873 h 95994"/>
                      <a:gd name="connsiteX23" fmla="*/ 1068 w 60874"/>
                      <a:gd name="connsiteY23" fmla="*/ 90017 h 95994"/>
                      <a:gd name="connsiteX24" fmla="*/ 14428 w 60874"/>
                      <a:gd name="connsiteY24" fmla="*/ 92992 h 95994"/>
                      <a:gd name="connsiteX25" fmla="*/ 26163 w 60874"/>
                      <a:gd name="connsiteY25" fmla="*/ 93983 h 95994"/>
                      <a:gd name="connsiteX26" fmla="*/ 48700 w 60874"/>
                      <a:gd name="connsiteY26" fmla="*/ 87499 h 95994"/>
                      <a:gd name="connsiteX27" fmla="*/ 57006 w 60874"/>
                      <a:gd name="connsiteY27" fmla="*/ 70009 h 95994"/>
                      <a:gd name="connsiteX28" fmla="*/ 52605 w 60874"/>
                      <a:gd name="connsiteY28" fmla="*/ 57021 h 95994"/>
                      <a:gd name="connsiteX29" fmla="*/ 40098 w 60874"/>
                      <a:gd name="connsiteY29" fmla="*/ 49684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0874" h="95994">
                        <a:moveTo>
                          <a:pt x="40098" y="49684"/>
                        </a:moveTo>
                        <a:cubicBezTo>
                          <a:pt x="46084" y="48402"/>
                          <a:pt x="50755" y="45732"/>
                          <a:pt x="54112" y="41673"/>
                        </a:cubicBezTo>
                        <a:cubicBezTo>
                          <a:pt x="57482" y="37628"/>
                          <a:pt x="59167" y="32631"/>
                          <a:pt x="59167" y="26682"/>
                        </a:cubicBezTo>
                        <a:cubicBezTo>
                          <a:pt x="59167" y="17561"/>
                          <a:pt x="56028" y="10495"/>
                          <a:pt x="49751" y="5485"/>
                        </a:cubicBezTo>
                        <a:cubicBezTo>
                          <a:pt x="43474" y="488"/>
                          <a:pt x="34554" y="-2011"/>
                          <a:pt x="22991" y="-2011"/>
                        </a:cubicBezTo>
                        <a:cubicBezTo>
                          <a:pt x="19119" y="-2011"/>
                          <a:pt x="15128" y="-1628"/>
                          <a:pt x="11018" y="-861"/>
                        </a:cubicBezTo>
                        <a:cubicBezTo>
                          <a:pt x="6909" y="-94"/>
                          <a:pt x="2667" y="1056"/>
                          <a:pt x="-1708" y="2589"/>
                        </a:cubicBezTo>
                        <a:lnTo>
                          <a:pt x="-1708" y="14666"/>
                        </a:lnTo>
                        <a:cubicBezTo>
                          <a:pt x="1755" y="12643"/>
                          <a:pt x="5547" y="11116"/>
                          <a:pt x="9670" y="10085"/>
                        </a:cubicBezTo>
                        <a:cubicBezTo>
                          <a:pt x="13807" y="9054"/>
                          <a:pt x="18128" y="8538"/>
                          <a:pt x="22634" y="8538"/>
                        </a:cubicBezTo>
                        <a:cubicBezTo>
                          <a:pt x="30471" y="8538"/>
                          <a:pt x="36444" y="10085"/>
                          <a:pt x="40553" y="13178"/>
                        </a:cubicBezTo>
                        <a:cubicBezTo>
                          <a:pt x="44663" y="16272"/>
                          <a:pt x="46718" y="20773"/>
                          <a:pt x="46718" y="26682"/>
                        </a:cubicBezTo>
                        <a:cubicBezTo>
                          <a:pt x="46718" y="32142"/>
                          <a:pt x="44809" y="36405"/>
                          <a:pt x="40990" y="39472"/>
                        </a:cubicBezTo>
                        <a:cubicBezTo>
                          <a:pt x="37170" y="42552"/>
                          <a:pt x="31858" y="44092"/>
                          <a:pt x="25052" y="44092"/>
                        </a:cubicBezTo>
                        <a:lnTo>
                          <a:pt x="14269" y="44092"/>
                        </a:lnTo>
                        <a:lnTo>
                          <a:pt x="14269" y="54384"/>
                        </a:lnTo>
                        <a:lnTo>
                          <a:pt x="25548" y="54384"/>
                        </a:lnTo>
                        <a:cubicBezTo>
                          <a:pt x="31693" y="54384"/>
                          <a:pt x="36397" y="55613"/>
                          <a:pt x="39661" y="58072"/>
                        </a:cubicBezTo>
                        <a:cubicBezTo>
                          <a:pt x="42926" y="60531"/>
                          <a:pt x="44558" y="64074"/>
                          <a:pt x="44558" y="68701"/>
                        </a:cubicBezTo>
                        <a:cubicBezTo>
                          <a:pt x="44558" y="73447"/>
                          <a:pt x="42873" y="77089"/>
                          <a:pt x="39503" y="79627"/>
                        </a:cubicBezTo>
                        <a:cubicBezTo>
                          <a:pt x="36146" y="82178"/>
                          <a:pt x="31330" y="83454"/>
                          <a:pt x="25052" y="83454"/>
                        </a:cubicBezTo>
                        <a:cubicBezTo>
                          <a:pt x="21617" y="83454"/>
                          <a:pt x="17936" y="83077"/>
                          <a:pt x="14012" y="82324"/>
                        </a:cubicBezTo>
                        <a:cubicBezTo>
                          <a:pt x="10087" y="81583"/>
                          <a:pt x="5772" y="80433"/>
                          <a:pt x="1068" y="78873"/>
                        </a:cubicBezTo>
                        <a:lnTo>
                          <a:pt x="1068" y="90017"/>
                        </a:lnTo>
                        <a:cubicBezTo>
                          <a:pt x="5825" y="91339"/>
                          <a:pt x="10278" y="92331"/>
                          <a:pt x="14428" y="92992"/>
                        </a:cubicBezTo>
                        <a:cubicBezTo>
                          <a:pt x="18577" y="93653"/>
                          <a:pt x="22489" y="93983"/>
                          <a:pt x="26163" y="93983"/>
                        </a:cubicBezTo>
                        <a:cubicBezTo>
                          <a:pt x="35664" y="93983"/>
                          <a:pt x="43177" y="91822"/>
                          <a:pt x="48700" y="87499"/>
                        </a:cubicBezTo>
                        <a:cubicBezTo>
                          <a:pt x="54237" y="83189"/>
                          <a:pt x="57006" y="77360"/>
                          <a:pt x="57006" y="70009"/>
                        </a:cubicBezTo>
                        <a:cubicBezTo>
                          <a:pt x="57006" y="64880"/>
                          <a:pt x="55539" y="60551"/>
                          <a:pt x="52605" y="57021"/>
                        </a:cubicBezTo>
                        <a:cubicBezTo>
                          <a:pt x="49672" y="53492"/>
                          <a:pt x="45502" y="51046"/>
                          <a:pt x="40098" y="496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76" name="Freeform: Shape 475">
                    <a:extLst>
                      <a:ext uri="{FF2B5EF4-FFF2-40B4-BE49-F238E27FC236}">
                        <a16:creationId xmlns:a16="http://schemas.microsoft.com/office/drawing/2014/main" id="{8681E391-DC81-62CD-9792-A4AF137224D8}"/>
                      </a:ext>
                    </a:extLst>
                  </p:cNvPr>
                  <p:cNvSpPr/>
                  <p:nvPr/>
                </p:nvSpPr>
                <p:spPr>
                  <a:xfrm flipV="1">
                    <a:off x="14183742" y="9845063"/>
                    <a:ext cx="63926" cy="95994"/>
                  </a:xfrm>
                  <a:custGeom>
                    <a:avLst/>
                    <a:gdLst>
                      <a:gd name="connsiteX0" fmla="*/ 30241 w 63926"/>
                      <a:gd name="connsiteY0" fmla="*/ 84069 h 95994"/>
                      <a:gd name="connsiteX1" fmla="*/ 15712 w 63926"/>
                      <a:gd name="connsiteY1" fmla="*/ 74550 h 95994"/>
                      <a:gd name="connsiteX2" fmla="*/ 10855 w 63926"/>
                      <a:gd name="connsiteY2" fmla="*/ 45956 h 95994"/>
                      <a:gd name="connsiteX3" fmla="*/ 15712 w 63926"/>
                      <a:gd name="connsiteY3" fmla="*/ 17422 h 95994"/>
                      <a:gd name="connsiteX4" fmla="*/ 30241 w 63926"/>
                      <a:gd name="connsiteY4" fmla="*/ 7904 h 95994"/>
                      <a:gd name="connsiteX5" fmla="*/ 44830 w 63926"/>
                      <a:gd name="connsiteY5" fmla="*/ 17422 h 95994"/>
                      <a:gd name="connsiteX6" fmla="*/ 49707 w 63926"/>
                      <a:gd name="connsiteY6" fmla="*/ 45956 h 95994"/>
                      <a:gd name="connsiteX7" fmla="*/ 44830 w 63926"/>
                      <a:gd name="connsiteY7" fmla="*/ 74550 h 95994"/>
                      <a:gd name="connsiteX8" fmla="*/ 30241 w 63926"/>
                      <a:gd name="connsiteY8" fmla="*/ 84069 h 95994"/>
                      <a:gd name="connsiteX9" fmla="*/ 30241 w 63926"/>
                      <a:gd name="connsiteY9" fmla="*/ 93983 h 95994"/>
                      <a:gd name="connsiteX10" fmla="*/ 54008 w 63926"/>
                      <a:gd name="connsiteY10" fmla="*/ 81669 h 95994"/>
                      <a:gd name="connsiteX11" fmla="*/ 62215 w 63926"/>
                      <a:gd name="connsiteY11" fmla="*/ 45956 h 95994"/>
                      <a:gd name="connsiteX12" fmla="*/ 54008 w 63926"/>
                      <a:gd name="connsiteY12" fmla="*/ 10283 h 95994"/>
                      <a:gd name="connsiteX13" fmla="*/ 30241 w 63926"/>
                      <a:gd name="connsiteY13" fmla="*/ -2011 h 95994"/>
                      <a:gd name="connsiteX14" fmla="*/ 6494 w 63926"/>
                      <a:gd name="connsiteY14" fmla="*/ 10283 h 95994"/>
                      <a:gd name="connsiteX15" fmla="*/ -1712 w 63926"/>
                      <a:gd name="connsiteY15" fmla="*/ 45956 h 95994"/>
                      <a:gd name="connsiteX16" fmla="*/ 6494 w 63926"/>
                      <a:gd name="connsiteY16" fmla="*/ 81669 h 95994"/>
                      <a:gd name="connsiteX17" fmla="*/ 30241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41" y="84069"/>
                        </a:moveTo>
                        <a:cubicBezTo>
                          <a:pt x="23806" y="84069"/>
                          <a:pt x="18962" y="80896"/>
                          <a:pt x="15712" y="74550"/>
                        </a:cubicBezTo>
                        <a:cubicBezTo>
                          <a:pt x="12474" y="68218"/>
                          <a:pt x="10855" y="58687"/>
                          <a:pt x="10855" y="45956"/>
                        </a:cubicBezTo>
                        <a:cubicBezTo>
                          <a:pt x="10855" y="33279"/>
                          <a:pt x="12474" y="23767"/>
                          <a:pt x="15712" y="17422"/>
                        </a:cubicBezTo>
                        <a:cubicBezTo>
                          <a:pt x="18962" y="11076"/>
                          <a:pt x="23806" y="7904"/>
                          <a:pt x="30241" y="7904"/>
                        </a:cubicBezTo>
                        <a:cubicBezTo>
                          <a:pt x="36730" y="7904"/>
                          <a:pt x="41593" y="11076"/>
                          <a:pt x="44830" y="17422"/>
                        </a:cubicBezTo>
                        <a:cubicBezTo>
                          <a:pt x="48081" y="23767"/>
                          <a:pt x="49707" y="33279"/>
                          <a:pt x="49707" y="45956"/>
                        </a:cubicBezTo>
                        <a:cubicBezTo>
                          <a:pt x="49707" y="58687"/>
                          <a:pt x="48081" y="68218"/>
                          <a:pt x="44830" y="74550"/>
                        </a:cubicBezTo>
                        <a:cubicBezTo>
                          <a:pt x="41593" y="80896"/>
                          <a:pt x="36730" y="84069"/>
                          <a:pt x="30241" y="84069"/>
                        </a:cubicBezTo>
                        <a:close/>
                        <a:moveTo>
                          <a:pt x="30241" y="93983"/>
                        </a:moveTo>
                        <a:cubicBezTo>
                          <a:pt x="40615" y="93983"/>
                          <a:pt x="48537" y="89879"/>
                          <a:pt x="54008" y="81669"/>
                        </a:cubicBezTo>
                        <a:cubicBezTo>
                          <a:pt x="59479" y="73473"/>
                          <a:pt x="62215" y="61569"/>
                          <a:pt x="62215" y="45956"/>
                        </a:cubicBezTo>
                        <a:cubicBezTo>
                          <a:pt x="62215" y="30384"/>
                          <a:pt x="59479" y="18493"/>
                          <a:pt x="54008" y="10283"/>
                        </a:cubicBezTo>
                        <a:cubicBezTo>
                          <a:pt x="48537" y="2087"/>
                          <a:pt x="40615" y="-2011"/>
                          <a:pt x="30241" y="-2011"/>
                        </a:cubicBezTo>
                        <a:cubicBezTo>
                          <a:pt x="19881" y="-2011"/>
                          <a:pt x="11965" y="2087"/>
                          <a:pt x="6494" y="10283"/>
                        </a:cubicBezTo>
                        <a:cubicBezTo>
                          <a:pt x="1023" y="18493"/>
                          <a:pt x="-1712" y="30384"/>
                          <a:pt x="-1712" y="45956"/>
                        </a:cubicBezTo>
                        <a:cubicBezTo>
                          <a:pt x="-1712" y="61569"/>
                          <a:pt x="1023" y="73473"/>
                          <a:pt x="6494" y="81669"/>
                        </a:cubicBezTo>
                        <a:cubicBezTo>
                          <a:pt x="11965" y="89879"/>
                          <a:pt x="19881" y="93983"/>
                          <a:pt x="30241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  <p:grpSp>
            <p:nvGrpSpPr>
              <p:cNvPr id="477" name="Graphic 437">
                <a:extLst>
                  <a:ext uri="{FF2B5EF4-FFF2-40B4-BE49-F238E27FC236}">
                    <a16:creationId xmlns:a16="http://schemas.microsoft.com/office/drawing/2014/main" id="{05C039FE-BFD8-BFB4-0FCA-C3869C75ECA3}"/>
                  </a:ext>
                </a:extLst>
              </p:cNvPr>
              <p:cNvGrpSpPr/>
              <p:nvPr/>
            </p:nvGrpSpPr>
            <p:grpSpPr>
              <a:xfrm>
                <a:off x="14698933" y="9753987"/>
                <a:ext cx="223926" cy="187070"/>
                <a:chOff x="14698933" y="9753987"/>
                <a:chExt cx="223926" cy="187070"/>
              </a:xfrm>
              <a:solidFill>
                <a:srgbClr val="000000"/>
              </a:solidFill>
            </p:grpSpPr>
            <p:sp>
              <p:nvSpPr>
                <p:cNvPr id="478" name="Freeform: Shape 477">
                  <a:extLst>
                    <a:ext uri="{FF2B5EF4-FFF2-40B4-BE49-F238E27FC236}">
                      <a16:creationId xmlns:a16="http://schemas.microsoft.com/office/drawing/2014/main" id="{D6E1926F-3A8F-D636-7B7D-1B9DA3198C91}"/>
                    </a:ext>
                  </a:extLst>
                </p:cNvPr>
                <p:cNvSpPr/>
                <p:nvPr/>
              </p:nvSpPr>
              <p:spPr>
                <a:xfrm>
                  <a:off x="14810215" y="9753987"/>
                  <a:ext cx="12686" cy="44417"/>
                </a:xfrm>
                <a:custGeom>
                  <a:avLst/>
                  <a:gdLst>
                    <a:gd name="connsiteX0" fmla="*/ 369 w 12686"/>
                    <a:gd name="connsiteY0" fmla="*/ 308 h 44417"/>
                    <a:gd name="connsiteX1" fmla="*/ 369 w 12686"/>
                    <a:gd name="connsiteY1" fmla="*/ 44725 h 44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86" h="44417">
                      <a:moveTo>
                        <a:pt x="369" y="308"/>
                      </a:moveTo>
                      <a:lnTo>
                        <a:pt x="369" y="44725"/>
                      </a:lnTo>
                    </a:path>
                  </a:pathLst>
                </a:custGeom>
                <a:solidFill>
                  <a:srgbClr val="000000"/>
                </a:solidFill>
                <a:ln w="10149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SE"/>
                </a:p>
              </p:txBody>
            </p:sp>
            <p:grpSp>
              <p:nvGrpSpPr>
                <p:cNvPr id="479" name="Graphic 437">
                  <a:extLst>
                    <a:ext uri="{FF2B5EF4-FFF2-40B4-BE49-F238E27FC236}">
                      <a16:creationId xmlns:a16="http://schemas.microsoft.com/office/drawing/2014/main" id="{8195E11E-B227-BE6B-4028-254E60045B05}"/>
                    </a:ext>
                  </a:extLst>
                </p:cNvPr>
                <p:cNvGrpSpPr/>
                <p:nvPr/>
              </p:nvGrpSpPr>
              <p:grpSpPr>
                <a:xfrm>
                  <a:off x="14698933" y="9845063"/>
                  <a:ext cx="223926" cy="95994"/>
                  <a:chOff x="14698933" y="9845063"/>
                  <a:chExt cx="223926" cy="95994"/>
                </a:xfrm>
                <a:solidFill>
                  <a:srgbClr val="000000"/>
                </a:solidFill>
              </p:grpSpPr>
              <p:sp>
                <p:nvSpPr>
                  <p:cNvPr id="480" name="Freeform: Shape 479">
                    <a:extLst>
                      <a:ext uri="{FF2B5EF4-FFF2-40B4-BE49-F238E27FC236}">
                        <a16:creationId xmlns:a16="http://schemas.microsoft.com/office/drawing/2014/main" id="{C4B0A39F-E58E-9E3F-E325-CA0E898ECA32}"/>
                      </a:ext>
                    </a:extLst>
                  </p:cNvPr>
                  <p:cNvSpPr/>
                  <p:nvPr/>
                </p:nvSpPr>
                <p:spPr>
                  <a:xfrm flipV="1">
                    <a:off x="14698933" y="9846729"/>
                    <a:ext cx="59843" cy="94328"/>
                  </a:xfrm>
                  <a:custGeom>
                    <a:avLst/>
                    <a:gdLst>
                      <a:gd name="connsiteX0" fmla="*/ 2264 w 59843"/>
                      <a:gd name="connsiteY0" fmla="*/ 92360 h 94328"/>
                      <a:gd name="connsiteX1" fmla="*/ 51384 w 59843"/>
                      <a:gd name="connsiteY1" fmla="*/ 92360 h 94328"/>
                      <a:gd name="connsiteX2" fmla="*/ 51384 w 59843"/>
                      <a:gd name="connsiteY2" fmla="*/ 81810 h 94328"/>
                      <a:gd name="connsiteX3" fmla="*/ 13722 w 59843"/>
                      <a:gd name="connsiteY3" fmla="*/ 81810 h 94328"/>
                      <a:gd name="connsiteX4" fmla="*/ 13722 w 59843"/>
                      <a:gd name="connsiteY4" fmla="*/ 59145 h 94328"/>
                      <a:gd name="connsiteX5" fmla="*/ 19153 w 59843"/>
                      <a:gd name="connsiteY5" fmla="*/ 60533 h 94328"/>
                      <a:gd name="connsiteX6" fmla="*/ 24624 w 59843"/>
                      <a:gd name="connsiteY6" fmla="*/ 60989 h 94328"/>
                      <a:gd name="connsiteX7" fmla="*/ 49144 w 59843"/>
                      <a:gd name="connsiteY7" fmla="*/ 52503 h 94328"/>
                      <a:gd name="connsiteX8" fmla="*/ 58203 w 59843"/>
                      <a:gd name="connsiteY8" fmla="*/ 29520 h 94328"/>
                      <a:gd name="connsiteX9" fmla="*/ 48906 w 59843"/>
                      <a:gd name="connsiteY9" fmla="*/ 6300 h 94328"/>
                      <a:gd name="connsiteX10" fmla="*/ 22701 w 59843"/>
                      <a:gd name="connsiteY10" fmla="*/ -1969 h 94328"/>
                      <a:gd name="connsiteX11" fmla="*/ 10827 w 59843"/>
                      <a:gd name="connsiteY11" fmla="*/ -977 h 94328"/>
                      <a:gd name="connsiteX12" fmla="*/ -1641 w 59843"/>
                      <a:gd name="connsiteY12" fmla="*/ 1997 h 94328"/>
                      <a:gd name="connsiteX13" fmla="*/ -1641 w 59843"/>
                      <a:gd name="connsiteY13" fmla="*/ 14589 h 94328"/>
                      <a:gd name="connsiteX14" fmla="*/ 9876 w 59843"/>
                      <a:gd name="connsiteY14" fmla="*/ 10068 h 94328"/>
                      <a:gd name="connsiteX15" fmla="*/ 22443 w 59843"/>
                      <a:gd name="connsiteY15" fmla="*/ 8580 h 94328"/>
                      <a:gd name="connsiteX16" fmla="*/ 39411 w 59843"/>
                      <a:gd name="connsiteY16" fmla="*/ 14212 h 94328"/>
                      <a:gd name="connsiteX17" fmla="*/ 45675 w 59843"/>
                      <a:gd name="connsiteY17" fmla="*/ 29520 h 94328"/>
                      <a:gd name="connsiteX18" fmla="*/ 39411 w 59843"/>
                      <a:gd name="connsiteY18" fmla="*/ 44809 h 94328"/>
                      <a:gd name="connsiteX19" fmla="*/ 22443 w 59843"/>
                      <a:gd name="connsiteY19" fmla="*/ 50460 h 94328"/>
                      <a:gd name="connsiteX20" fmla="*/ 12433 w 59843"/>
                      <a:gd name="connsiteY20" fmla="*/ 49350 h 94328"/>
                      <a:gd name="connsiteX21" fmla="*/ 2264 w 59843"/>
                      <a:gd name="connsiteY21" fmla="*/ 45879 h 94328"/>
                      <a:gd name="connsiteX22" fmla="*/ 2264 w 59843"/>
                      <a:gd name="connsiteY22" fmla="*/ 92360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9843" h="94328">
                        <a:moveTo>
                          <a:pt x="2264" y="92360"/>
                        </a:moveTo>
                        <a:lnTo>
                          <a:pt x="51384" y="92360"/>
                        </a:lnTo>
                        <a:lnTo>
                          <a:pt x="51384" y="81810"/>
                        </a:lnTo>
                        <a:lnTo>
                          <a:pt x="13722" y="81810"/>
                        </a:lnTo>
                        <a:lnTo>
                          <a:pt x="13722" y="59145"/>
                        </a:lnTo>
                        <a:cubicBezTo>
                          <a:pt x="15532" y="59767"/>
                          <a:pt x="17342" y="60229"/>
                          <a:pt x="19153" y="60533"/>
                        </a:cubicBezTo>
                        <a:cubicBezTo>
                          <a:pt x="20976" y="60837"/>
                          <a:pt x="22800" y="60989"/>
                          <a:pt x="24624" y="60989"/>
                        </a:cubicBezTo>
                        <a:cubicBezTo>
                          <a:pt x="34945" y="60989"/>
                          <a:pt x="43118" y="58160"/>
                          <a:pt x="49144" y="52503"/>
                        </a:cubicBezTo>
                        <a:cubicBezTo>
                          <a:pt x="55183" y="46845"/>
                          <a:pt x="58203" y="39184"/>
                          <a:pt x="58203" y="29520"/>
                        </a:cubicBezTo>
                        <a:cubicBezTo>
                          <a:pt x="58203" y="19566"/>
                          <a:pt x="55104" y="11826"/>
                          <a:pt x="48906" y="6300"/>
                        </a:cubicBezTo>
                        <a:cubicBezTo>
                          <a:pt x="42708" y="787"/>
                          <a:pt x="33973" y="-1969"/>
                          <a:pt x="22701" y="-1969"/>
                        </a:cubicBezTo>
                        <a:cubicBezTo>
                          <a:pt x="18816" y="-1969"/>
                          <a:pt x="14858" y="-1638"/>
                          <a:pt x="10827" y="-977"/>
                        </a:cubicBezTo>
                        <a:cubicBezTo>
                          <a:pt x="6810" y="-316"/>
                          <a:pt x="2654" y="675"/>
                          <a:pt x="-1641" y="1997"/>
                        </a:cubicBezTo>
                        <a:lnTo>
                          <a:pt x="-1641" y="14589"/>
                        </a:lnTo>
                        <a:cubicBezTo>
                          <a:pt x="2073" y="12566"/>
                          <a:pt x="5912" y="11059"/>
                          <a:pt x="9876" y="10068"/>
                        </a:cubicBezTo>
                        <a:cubicBezTo>
                          <a:pt x="13840" y="9076"/>
                          <a:pt x="18030" y="8580"/>
                          <a:pt x="22443" y="8580"/>
                        </a:cubicBezTo>
                        <a:cubicBezTo>
                          <a:pt x="29593" y="8580"/>
                          <a:pt x="35248" y="10458"/>
                          <a:pt x="39411" y="14212"/>
                        </a:cubicBezTo>
                        <a:cubicBezTo>
                          <a:pt x="43587" y="17966"/>
                          <a:pt x="45675" y="23069"/>
                          <a:pt x="45675" y="29520"/>
                        </a:cubicBezTo>
                        <a:cubicBezTo>
                          <a:pt x="45675" y="35958"/>
                          <a:pt x="43587" y="41054"/>
                          <a:pt x="39411" y="44809"/>
                        </a:cubicBezTo>
                        <a:cubicBezTo>
                          <a:pt x="35248" y="48576"/>
                          <a:pt x="29593" y="50460"/>
                          <a:pt x="22443" y="50460"/>
                        </a:cubicBezTo>
                        <a:cubicBezTo>
                          <a:pt x="19100" y="50460"/>
                          <a:pt x="15763" y="50090"/>
                          <a:pt x="12433" y="49350"/>
                        </a:cubicBezTo>
                        <a:cubicBezTo>
                          <a:pt x="9116" y="48609"/>
                          <a:pt x="5727" y="47453"/>
                          <a:pt x="2264" y="45879"/>
                        </a:cubicBezTo>
                        <a:lnTo>
                          <a:pt x="2264" y="923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81" name="Freeform: Shape 480">
                    <a:extLst>
                      <a:ext uri="{FF2B5EF4-FFF2-40B4-BE49-F238E27FC236}">
                        <a16:creationId xmlns:a16="http://schemas.microsoft.com/office/drawing/2014/main" id="{359FE229-5BAF-C9C0-42E1-8747E008C400}"/>
                      </a:ext>
                    </a:extLst>
                  </p:cNvPr>
                  <p:cNvSpPr/>
                  <p:nvPr/>
                </p:nvSpPr>
                <p:spPr>
                  <a:xfrm flipV="1">
                    <a:off x="14776059" y="9846729"/>
                    <a:ext cx="67395" cy="92524"/>
                  </a:xfrm>
                  <a:custGeom>
                    <a:avLst/>
                    <a:gdLst>
                      <a:gd name="connsiteX0" fmla="*/ 40102 w 67395"/>
                      <a:gd name="connsiteY0" fmla="*/ 79603 h 92524"/>
                      <a:gd name="connsiteX1" fmla="*/ 8505 w 67395"/>
                      <a:gd name="connsiteY1" fmla="*/ 30208 h 92524"/>
                      <a:gd name="connsiteX2" fmla="*/ 40102 w 67395"/>
                      <a:gd name="connsiteY2" fmla="*/ 30208 h 92524"/>
                      <a:gd name="connsiteX3" fmla="*/ 40102 w 67395"/>
                      <a:gd name="connsiteY3" fmla="*/ 79603 h 92524"/>
                      <a:gd name="connsiteX4" fmla="*/ 36811 w 67395"/>
                      <a:gd name="connsiteY4" fmla="*/ 90510 h 92524"/>
                      <a:gd name="connsiteX5" fmla="*/ 52550 w 67395"/>
                      <a:gd name="connsiteY5" fmla="*/ 90510 h 92524"/>
                      <a:gd name="connsiteX6" fmla="*/ 52550 w 67395"/>
                      <a:gd name="connsiteY6" fmla="*/ 30208 h 92524"/>
                      <a:gd name="connsiteX7" fmla="*/ 65752 w 67395"/>
                      <a:gd name="connsiteY7" fmla="*/ 30208 h 92524"/>
                      <a:gd name="connsiteX8" fmla="*/ 65752 w 67395"/>
                      <a:gd name="connsiteY8" fmla="*/ 19798 h 92524"/>
                      <a:gd name="connsiteX9" fmla="*/ 52550 w 67395"/>
                      <a:gd name="connsiteY9" fmla="*/ 19798 h 92524"/>
                      <a:gd name="connsiteX10" fmla="*/ 52550 w 67395"/>
                      <a:gd name="connsiteY10" fmla="*/ -2014 h 92524"/>
                      <a:gd name="connsiteX11" fmla="*/ 40102 w 67395"/>
                      <a:gd name="connsiteY11" fmla="*/ -2014 h 92524"/>
                      <a:gd name="connsiteX12" fmla="*/ 40102 w 67395"/>
                      <a:gd name="connsiteY12" fmla="*/ 19798 h 92524"/>
                      <a:gd name="connsiteX13" fmla="*/ -1644 w 67395"/>
                      <a:gd name="connsiteY13" fmla="*/ 19798 h 92524"/>
                      <a:gd name="connsiteX14" fmla="*/ -1644 w 67395"/>
                      <a:gd name="connsiteY14" fmla="*/ 31874 h 92524"/>
                      <a:gd name="connsiteX15" fmla="*/ 36811 w 67395"/>
                      <a:gd name="connsiteY15" fmla="*/ 90510 h 9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395" h="92524">
                        <a:moveTo>
                          <a:pt x="40102" y="79603"/>
                        </a:moveTo>
                        <a:lnTo>
                          <a:pt x="8505" y="30208"/>
                        </a:lnTo>
                        <a:lnTo>
                          <a:pt x="40102" y="30208"/>
                        </a:lnTo>
                        <a:lnTo>
                          <a:pt x="40102" y="79603"/>
                        </a:lnTo>
                        <a:close/>
                        <a:moveTo>
                          <a:pt x="36811" y="90510"/>
                        </a:moveTo>
                        <a:lnTo>
                          <a:pt x="52550" y="90510"/>
                        </a:lnTo>
                        <a:lnTo>
                          <a:pt x="52550" y="30208"/>
                        </a:lnTo>
                        <a:lnTo>
                          <a:pt x="65752" y="30208"/>
                        </a:lnTo>
                        <a:lnTo>
                          <a:pt x="65752" y="19798"/>
                        </a:lnTo>
                        <a:lnTo>
                          <a:pt x="52550" y="19798"/>
                        </a:lnTo>
                        <a:lnTo>
                          <a:pt x="52550" y="-2014"/>
                        </a:lnTo>
                        <a:lnTo>
                          <a:pt x="40102" y="-2014"/>
                        </a:lnTo>
                        <a:lnTo>
                          <a:pt x="40102" y="19798"/>
                        </a:lnTo>
                        <a:lnTo>
                          <a:pt x="-1644" y="19798"/>
                        </a:lnTo>
                        <a:lnTo>
                          <a:pt x="-1644" y="31874"/>
                        </a:lnTo>
                        <a:lnTo>
                          <a:pt x="36811" y="905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  <p:sp>
                <p:nvSpPr>
                  <p:cNvPr id="482" name="Freeform: Shape 481">
                    <a:extLst>
                      <a:ext uri="{FF2B5EF4-FFF2-40B4-BE49-F238E27FC236}">
                        <a16:creationId xmlns:a16="http://schemas.microsoft.com/office/drawing/2014/main" id="{FA1805E5-3FCB-8B0B-811E-7BBD853752CD}"/>
                      </a:ext>
                    </a:extLst>
                  </p:cNvPr>
                  <p:cNvSpPr/>
                  <p:nvPr/>
                </p:nvSpPr>
                <p:spPr>
                  <a:xfrm flipV="1">
                    <a:off x="14858933" y="9845063"/>
                    <a:ext cx="63926" cy="95994"/>
                  </a:xfrm>
                  <a:custGeom>
                    <a:avLst/>
                    <a:gdLst>
                      <a:gd name="connsiteX0" fmla="*/ 30295 w 63926"/>
                      <a:gd name="connsiteY0" fmla="*/ 84069 h 95994"/>
                      <a:gd name="connsiteX1" fmla="*/ 15765 w 63926"/>
                      <a:gd name="connsiteY1" fmla="*/ 74550 h 95994"/>
                      <a:gd name="connsiteX2" fmla="*/ 10908 w 63926"/>
                      <a:gd name="connsiteY2" fmla="*/ 45956 h 95994"/>
                      <a:gd name="connsiteX3" fmla="*/ 15765 w 63926"/>
                      <a:gd name="connsiteY3" fmla="*/ 17422 h 95994"/>
                      <a:gd name="connsiteX4" fmla="*/ 30295 w 63926"/>
                      <a:gd name="connsiteY4" fmla="*/ 7904 h 95994"/>
                      <a:gd name="connsiteX5" fmla="*/ 44884 w 63926"/>
                      <a:gd name="connsiteY5" fmla="*/ 17422 h 95994"/>
                      <a:gd name="connsiteX6" fmla="*/ 49760 w 63926"/>
                      <a:gd name="connsiteY6" fmla="*/ 45956 h 95994"/>
                      <a:gd name="connsiteX7" fmla="*/ 44884 w 63926"/>
                      <a:gd name="connsiteY7" fmla="*/ 74550 h 95994"/>
                      <a:gd name="connsiteX8" fmla="*/ 30295 w 63926"/>
                      <a:gd name="connsiteY8" fmla="*/ 84069 h 95994"/>
                      <a:gd name="connsiteX9" fmla="*/ 30295 w 63926"/>
                      <a:gd name="connsiteY9" fmla="*/ 93983 h 95994"/>
                      <a:gd name="connsiteX10" fmla="*/ 54061 w 63926"/>
                      <a:gd name="connsiteY10" fmla="*/ 81669 h 95994"/>
                      <a:gd name="connsiteX11" fmla="*/ 62268 w 63926"/>
                      <a:gd name="connsiteY11" fmla="*/ 45956 h 95994"/>
                      <a:gd name="connsiteX12" fmla="*/ 54061 w 63926"/>
                      <a:gd name="connsiteY12" fmla="*/ 10283 h 95994"/>
                      <a:gd name="connsiteX13" fmla="*/ 30295 w 63926"/>
                      <a:gd name="connsiteY13" fmla="*/ -2011 h 95994"/>
                      <a:gd name="connsiteX14" fmla="*/ 6547 w 63926"/>
                      <a:gd name="connsiteY14" fmla="*/ 10283 h 95994"/>
                      <a:gd name="connsiteX15" fmla="*/ -1659 w 63926"/>
                      <a:gd name="connsiteY15" fmla="*/ 45956 h 95994"/>
                      <a:gd name="connsiteX16" fmla="*/ 6547 w 63926"/>
                      <a:gd name="connsiteY16" fmla="*/ 81669 h 95994"/>
                      <a:gd name="connsiteX17" fmla="*/ 30295 w 63926"/>
                      <a:gd name="connsiteY17" fmla="*/ 93983 h 95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3926" h="95994">
                        <a:moveTo>
                          <a:pt x="30295" y="84069"/>
                        </a:moveTo>
                        <a:cubicBezTo>
                          <a:pt x="23859" y="84069"/>
                          <a:pt x="19016" y="80896"/>
                          <a:pt x="15765" y="74550"/>
                        </a:cubicBezTo>
                        <a:cubicBezTo>
                          <a:pt x="12527" y="68218"/>
                          <a:pt x="10908" y="58687"/>
                          <a:pt x="10908" y="45956"/>
                        </a:cubicBezTo>
                        <a:cubicBezTo>
                          <a:pt x="10908" y="33279"/>
                          <a:pt x="12527" y="23767"/>
                          <a:pt x="15765" y="17422"/>
                        </a:cubicBezTo>
                        <a:cubicBezTo>
                          <a:pt x="19016" y="11076"/>
                          <a:pt x="23859" y="7904"/>
                          <a:pt x="30295" y="7904"/>
                        </a:cubicBezTo>
                        <a:cubicBezTo>
                          <a:pt x="36783" y="7904"/>
                          <a:pt x="41646" y="11076"/>
                          <a:pt x="44884" y="17422"/>
                        </a:cubicBezTo>
                        <a:cubicBezTo>
                          <a:pt x="48135" y="23767"/>
                          <a:pt x="49760" y="33279"/>
                          <a:pt x="49760" y="45956"/>
                        </a:cubicBezTo>
                        <a:cubicBezTo>
                          <a:pt x="49760" y="58687"/>
                          <a:pt x="48135" y="68218"/>
                          <a:pt x="44884" y="74550"/>
                        </a:cubicBezTo>
                        <a:cubicBezTo>
                          <a:pt x="41646" y="80896"/>
                          <a:pt x="36783" y="84069"/>
                          <a:pt x="30295" y="84069"/>
                        </a:cubicBezTo>
                        <a:close/>
                        <a:moveTo>
                          <a:pt x="30295" y="93983"/>
                        </a:moveTo>
                        <a:cubicBezTo>
                          <a:pt x="40668" y="93983"/>
                          <a:pt x="48590" y="89879"/>
                          <a:pt x="54061" y="81669"/>
                        </a:cubicBezTo>
                        <a:cubicBezTo>
                          <a:pt x="59532" y="73473"/>
                          <a:pt x="62268" y="61569"/>
                          <a:pt x="62268" y="45956"/>
                        </a:cubicBezTo>
                        <a:cubicBezTo>
                          <a:pt x="62268" y="30384"/>
                          <a:pt x="59532" y="18493"/>
                          <a:pt x="54061" y="10283"/>
                        </a:cubicBezTo>
                        <a:cubicBezTo>
                          <a:pt x="48590" y="2087"/>
                          <a:pt x="40668" y="-2011"/>
                          <a:pt x="30295" y="-2011"/>
                        </a:cubicBezTo>
                        <a:cubicBezTo>
                          <a:pt x="19934" y="-2011"/>
                          <a:pt x="12018" y="2087"/>
                          <a:pt x="6547" y="10283"/>
                        </a:cubicBezTo>
                        <a:cubicBezTo>
                          <a:pt x="1077" y="18493"/>
                          <a:pt x="-1659" y="30384"/>
                          <a:pt x="-1659" y="45956"/>
                        </a:cubicBezTo>
                        <a:cubicBezTo>
                          <a:pt x="-1659" y="61569"/>
                          <a:pt x="1077" y="73473"/>
                          <a:pt x="6547" y="81669"/>
                        </a:cubicBezTo>
                        <a:cubicBezTo>
                          <a:pt x="12018" y="89879"/>
                          <a:pt x="19934" y="93983"/>
                          <a:pt x="30295" y="939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20" cap="flat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SE"/>
                  </a:p>
                </p:txBody>
              </p:sp>
            </p:grpSp>
          </p:grpSp>
        </p:grpSp>
        <p:grpSp>
          <p:nvGrpSpPr>
            <p:cNvPr id="483" name="Graphic 437">
              <a:extLst>
                <a:ext uri="{FF2B5EF4-FFF2-40B4-BE49-F238E27FC236}">
                  <a16:creationId xmlns:a16="http://schemas.microsoft.com/office/drawing/2014/main" id="{9473FA8B-6044-E278-9A07-8BC2C5168C29}"/>
                </a:ext>
              </a:extLst>
            </p:cNvPr>
            <p:cNvGrpSpPr/>
            <p:nvPr/>
          </p:nvGrpSpPr>
          <p:grpSpPr>
            <a:xfrm>
              <a:off x="11389856" y="6376806"/>
              <a:ext cx="44401" cy="3389871"/>
              <a:chOff x="11389856" y="6376806"/>
              <a:chExt cx="44401" cy="3389871"/>
            </a:xfrm>
            <a:solidFill>
              <a:srgbClr val="000000"/>
            </a:solidFill>
          </p:grpSpPr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4BD9E7F3-1350-96EA-BDFC-102A4411E7BD}"/>
                  </a:ext>
                </a:extLst>
              </p:cNvPr>
              <p:cNvSpPr/>
              <p:nvPr/>
            </p:nvSpPr>
            <p:spPr>
              <a:xfrm>
                <a:off x="11389856" y="9753987"/>
                <a:ext cx="44401" cy="12690"/>
              </a:xfrm>
              <a:custGeom>
                <a:avLst/>
                <a:gdLst>
                  <a:gd name="connsiteX0" fmla="*/ 44505 w 44401"/>
                  <a:gd name="connsiteY0" fmla="*/ 308 h 12690"/>
                  <a:gd name="connsiteX1" fmla="*/ 103 w 44401"/>
                  <a:gd name="connsiteY1" fmla="*/ 308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505" y="308"/>
                    </a:moveTo>
                    <a:lnTo>
                      <a:pt x="103" y="308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6F01F5BE-CC8F-8750-C054-C80364131A15}"/>
                  </a:ext>
                </a:extLst>
              </p:cNvPr>
              <p:cNvSpPr/>
              <p:nvPr/>
            </p:nvSpPr>
            <p:spPr>
              <a:xfrm>
                <a:off x="11389856" y="9078551"/>
                <a:ext cx="44401" cy="12690"/>
              </a:xfrm>
              <a:custGeom>
                <a:avLst/>
                <a:gdLst>
                  <a:gd name="connsiteX0" fmla="*/ 44505 w 44401"/>
                  <a:gd name="connsiteY0" fmla="*/ 254 h 12690"/>
                  <a:gd name="connsiteX1" fmla="*/ 103 w 44401"/>
                  <a:gd name="connsiteY1" fmla="*/ 254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505" y="254"/>
                    </a:moveTo>
                    <a:lnTo>
                      <a:pt x="103" y="254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95F1E057-E25B-1954-C74D-933A6D439EE3}"/>
                  </a:ext>
                </a:extLst>
              </p:cNvPr>
              <p:cNvSpPr/>
              <p:nvPr/>
            </p:nvSpPr>
            <p:spPr>
              <a:xfrm>
                <a:off x="11389856" y="8403115"/>
                <a:ext cx="44401" cy="12690"/>
              </a:xfrm>
              <a:custGeom>
                <a:avLst/>
                <a:gdLst>
                  <a:gd name="connsiteX0" fmla="*/ 44505 w 44401"/>
                  <a:gd name="connsiteY0" fmla="*/ 201 h 12690"/>
                  <a:gd name="connsiteX1" fmla="*/ 103 w 44401"/>
                  <a:gd name="connsiteY1" fmla="*/ 201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505" y="201"/>
                    </a:moveTo>
                    <a:lnTo>
                      <a:pt x="103" y="201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F3639A27-73CE-8BA0-58F3-C7BDAA70032E}"/>
                  </a:ext>
                </a:extLst>
              </p:cNvPr>
              <p:cNvSpPr/>
              <p:nvPr/>
            </p:nvSpPr>
            <p:spPr>
              <a:xfrm>
                <a:off x="11389856" y="7727679"/>
                <a:ext cx="44401" cy="12690"/>
              </a:xfrm>
              <a:custGeom>
                <a:avLst/>
                <a:gdLst>
                  <a:gd name="connsiteX0" fmla="*/ 44505 w 44401"/>
                  <a:gd name="connsiteY0" fmla="*/ 148 h 12690"/>
                  <a:gd name="connsiteX1" fmla="*/ 103 w 44401"/>
                  <a:gd name="connsiteY1" fmla="*/ 148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505" y="148"/>
                    </a:moveTo>
                    <a:lnTo>
                      <a:pt x="103" y="148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529DC6F4-0BBB-C3E4-C209-6432819CAEFD}"/>
                  </a:ext>
                </a:extLst>
              </p:cNvPr>
              <p:cNvSpPr/>
              <p:nvPr/>
            </p:nvSpPr>
            <p:spPr>
              <a:xfrm>
                <a:off x="11389856" y="7052242"/>
                <a:ext cx="44401" cy="12690"/>
              </a:xfrm>
              <a:custGeom>
                <a:avLst/>
                <a:gdLst>
                  <a:gd name="connsiteX0" fmla="*/ 44505 w 44401"/>
                  <a:gd name="connsiteY0" fmla="*/ 95 h 12690"/>
                  <a:gd name="connsiteX1" fmla="*/ 103 w 44401"/>
                  <a:gd name="connsiteY1" fmla="*/ 95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505" y="95"/>
                    </a:moveTo>
                    <a:lnTo>
                      <a:pt x="103" y="95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CF1FB12F-ADE1-445F-5AB8-7DE1959E8218}"/>
                  </a:ext>
                </a:extLst>
              </p:cNvPr>
              <p:cNvSpPr/>
              <p:nvPr/>
            </p:nvSpPr>
            <p:spPr>
              <a:xfrm>
                <a:off x="11389856" y="6376806"/>
                <a:ext cx="44401" cy="12690"/>
              </a:xfrm>
              <a:custGeom>
                <a:avLst/>
                <a:gdLst>
                  <a:gd name="connsiteX0" fmla="*/ 44505 w 44401"/>
                  <a:gd name="connsiteY0" fmla="*/ 41 h 12690"/>
                  <a:gd name="connsiteX1" fmla="*/ 103 w 44401"/>
                  <a:gd name="connsiteY1" fmla="*/ 41 h 1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01" h="12690">
                    <a:moveTo>
                      <a:pt x="44505" y="41"/>
                    </a:moveTo>
                    <a:lnTo>
                      <a:pt x="103" y="41"/>
                    </a:lnTo>
                  </a:path>
                </a:pathLst>
              </a:custGeom>
              <a:solidFill>
                <a:srgbClr val="000000"/>
              </a:solidFill>
              <a:ln w="10149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SE"/>
              </a:p>
            </p:txBody>
          </p:sp>
        </p:grp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38AB244-4E00-3033-C4D7-E0DDE188219B}"/>
                </a:ext>
              </a:extLst>
            </p:cNvPr>
            <p:cNvSpPr/>
            <p:nvPr/>
          </p:nvSpPr>
          <p:spPr>
            <a:xfrm>
              <a:off x="11434258" y="6376806"/>
              <a:ext cx="12686" cy="3377180"/>
            </a:xfrm>
            <a:custGeom>
              <a:avLst/>
              <a:gdLst>
                <a:gd name="connsiteX0" fmla="*/ 0 w 12686"/>
                <a:gd name="connsiteY0" fmla="*/ 3377181 h 3377180"/>
                <a:gd name="connsiteX1" fmla="*/ 0 w 12686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16F09A1-093C-8825-C4DE-B2B33D3082D4}"/>
                </a:ext>
              </a:extLst>
            </p:cNvPr>
            <p:cNvSpPr/>
            <p:nvPr/>
          </p:nvSpPr>
          <p:spPr>
            <a:xfrm>
              <a:off x="14810215" y="6376806"/>
              <a:ext cx="12686" cy="3377180"/>
            </a:xfrm>
            <a:custGeom>
              <a:avLst/>
              <a:gdLst>
                <a:gd name="connsiteX0" fmla="*/ 0 w 12686"/>
                <a:gd name="connsiteY0" fmla="*/ 3377181 h 3377180"/>
                <a:gd name="connsiteX1" fmla="*/ 0 w 12686"/>
                <a:gd name="connsiteY1" fmla="*/ 0 h 337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86" h="3377180">
                  <a:moveTo>
                    <a:pt x="0" y="3377181"/>
                  </a:moveTo>
                  <a:lnTo>
                    <a:pt x="0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8EDCF7D6-77F8-BF17-3E28-836156FC4A2B}"/>
                </a:ext>
              </a:extLst>
            </p:cNvPr>
            <p:cNvSpPr/>
            <p:nvPr/>
          </p:nvSpPr>
          <p:spPr>
            <a:xfrm>
              <a:off x="11434258" y="9753987"/>
              <a:ext cx="3375956" cy="12690"/>
            </a:xfrm>
            <a:custGeom>
              <a:avLst/>
              <a:gdLst>
                <a:gd name="connsiteX0" fmla="*/ 0 w 3375956"/>
                <a:gd name="connsiteY0" fmla="*/ 0 h 12690"/>
                <a:gd name="connsiteX1" fmla="*/ 3375957 w 3375956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5956" h="12690">
                  <a:moveTo>
                    <a:pt x="0" y="0"/>
                  </a:moveTo>
                  <a:lnTo>
                    <a:pt x="3375957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1F31053F-1EC4-757F-2553-180B9DDD53A0}"/>
                </a:ext>
              </a:extLst>
            </p:cNvPr>
            <p:cNvSpPr/>
            <p:nvPr/>
          </p:nvSpPr>
          <p:spPr>
            <a:xfrm>
              <a:off x="11434258" y="6376806"/>
              <a:ext cx="3375956" cy="12690"/>
            </a:xfrm>
            <a:custGeom>
              <a:avLst/>
              <a:gdLst>
                <a:gd name="connsiteX0" fmla="*/ 0 w 3375956"/>
                <a:gd name="connsiteY0" fmla="*/ 0 h 12690"/>
                <a:gd name="connsiteX1" fmla="*/ 3375957 w 3375956"/>
                <a:gd name="connsiteY1" fmla="*/ 0 h 1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5956" h="12690">
                  <a:moveTo>
                    <a:pt x="0" y="0"/>
                  </a:moveTo>
                  <a:lnTo>
                    <a:pt x="3375957" y="0"/>
                  </a:lnTo>
                </a:path>
              </a:pathLst>
            </a:custGeom>
            <a:noFill/>
            <a:ln w="10149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SE"/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0D529985-748F-698A-1F4D-97A221908323}"/>
              </a:ext>
            </a:extLst>
          </p:cNvPr>
          <p:cNvSpPr txBox="1"/>
          <p:nvPr/>
        </p:nvSpPr>
        <p:spPr>
          <a:xfrm rot="5400000">
            <a:off x="7985941" y="2109117"/>
            <a:ext cx="33725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/>
              <a:t>OGM</a:t>
            </a:r>
            <a:endParaRPr lang="en-SE" sz="16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D681EC1A-BF23-1F44-0FD0-0CB5FDA95A77}"/>
                  </a:ext>
                </a:extLst>
              </p:cNvPr>
              <p:cNvSpPr txBox="1"/>
              <p:nvPr/>
            </p:nvSpPr>
            <p:spPr>
              <a:xfrm>
                <a:off x="2603609" y="271965"/>
                <a:ext cx="3385463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𝑡</m:t>
                      </m:r>
                    </m:oMath>
                  </m:oMathPara>
                </a14:m>
                <a:endParaRPr lang="en-SE" sz="1600" dirty="0"/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D681EC1A-BF23-1F44-0FD0-0CB5FDA95A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3609" y="271965"/>
                <a:ext cx="3385463" cy="33855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4E1FACCB-6052-B313-9F5C-60CF4D5EEB4D}"/>
              </a:ext>
            </a:extLst>
          </p:cNvPr>
          <p:cNvSpPr txBox="1"/>
          <p:nvPr/>
        </p:nvSpPr>
        <p:spPr>
          <a:xfrm rot="5400000">
            <a:off x="7985941" y="5674854"/>
            <a:ext cx="33725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/>
              <a:t>c-OGM</a:t>
            </a:r>
            <a:endParaRPr lang="en-SE" sz="1600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CF79F44-CD1F-F6E6-8DA9-8ACBD667EC39}"/>
              </a:ext>
            </a:extLst>
          </p:cNvPr>
          <p:cNvSpPr txBox="1"/>
          <p:nvPr/>
        </p:nvSpPr>
        <p:spPr>
          <a:xfrm rot="5400000">
            <a:off x="7985941" y="9229132"/>
            <a:ext cx="33725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/>
              <a:t>TGM</a:t>
            </a:r>
            <a:endParaRPr lang="en-SE" sz="16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197A989B-C306-AF1E-B280-2BA41FB17281}"/>
                  </a:ext>
                </a:extLst>
              </p:cNvPr>
              <p:cNvSpPr txBox="1"/>
              <p:nvPr/>
            </p:nvSpPr>
            <p:spPr>
              <a:xfrm>
                <a:off x="6149264" y="271965"/>
                <a:ext cx="3385463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+6 </m:t>
                      </m:r>
                      <m:r>
                        <a:rPr lang="en-US" sz="1600" b="0" i="1" smtClean="0">
                          <a:latin typeface="Cambria Math" panose="02040503050406030204" pitchFamily="18" charset="0"/>
                        </a:rPr>
                        <m:t>𝑠</m:t>
                      </m:r>
                    </m:oMath>
                  </m:oMathPara>
                </a14:m>
                <a:endParaRPr lang="en-SE" sz="16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197A989B-C306-AF1E-B280-2BA41FB172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49264" y="271965"/>
                <a:ext cx="3385463" cy="33855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S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TextBox 15">
            <a:extLst>
              <a:ext uri="{FF2B5EF4-FFF2-40B4-BE49-F238E27FC236}">
                <a16:creationId xmlns:a16="http://schemas.microsoft.com/office/drawing/2014/main" id="{8AD3572A-43A5-5E35-E3C6-72B0F4024028}"/>
              </a:ext>
            </a:extLst>
          </p:cNvPr>
          <p:cNvSpPr txBox="1"/>
          <p:nvPr/>
        </p:nvSpPr>
        <p:spPr>
          <a:xfrm>
            <a:off x="2602007" y="587363"/>
            <a:ext cx="29367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a</a:t>
            </a:r>
            <a:endParaRPr lang="en-SE" sz="1600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00A6C9D-13C0-5304-AC78-DF73D0C1FD20}"/>
              </a:ext>
            </a:extLst>
          </p:cNvPr>
          <p:cNvSpPr txBox="1"/>
          <p:nvPr/>
        </p:nvSpPr>
        <p:spPr>
          <a:xfrm>
            <a:off x="6137722" y="587363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b</a:t>
            </a:r>
            <a:endParaRPr lang="en-SE" sz="1600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A1BF55B-05C9-FF1F-EABB-902F7FB0A2E9}"/>
              </a:ext>
            </a:extLst>
          </p:cNvPr>
          <p:cNvSpPr txBox="1"/>
          <p:nvPr/>
        </p:nvSpPr>
        <p:spPr>
          <a:xfrm>
            <a:off x="2602007" y="4160634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c</a:t>
            </a:r>
            <a:endParaRPr lang="en-SE" sz="1600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0433641-F6AC-C37C-8B04-06819DE95DBA}"/>
              </a:ext>
            </a:extLst>
          </p:cNvPr>
          <p:cNvSpPr txBox="1"/>
          <p:nvPr/>
        </p:nvSpPr>
        <p:spPr>
          <a:xfrm>
            <a:off x="6137722" y="4160634"/>
            <a:ext cx="3000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</a:t>
            </a:r>
            <a:endParaRPr lang="en-SE" sz="1600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4B2D401-828E-E375-1B26-37AFEBC88C1F}"/>
              </a:ext>
            </a:extLst>
          </p:cNvPr>
          <p:cNvSpPr txBox="1"/>
          <p:nvPr/>
        </p:nvSpPr>
        <p:spPr>
          <a:xfrm>
            <a:off x="2602007" y="7708397"/>
            <a:ext cx="2920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e</a:t>
            </a:r>
            <a:endParaRPr lang="en-SE" sz="1600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EF64C9B-9D2B-1F9E-50FE-AC63FA383B5A}"/>
              </a:ext>
            </a:extLst>
          </p:cNvPr>
          <p:cNvSpPr txBox="1"/>
          <p:nvPr/>
        </p:nvSpPr>
        <p:spPr>
          <a:xfrm>
            <a:off x="6137722" y="7708397"/>
            <a:ext cx="2471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f</a:t>
            </a:r>
            <a:endParaRPr lang="en-SE" sz="1600" dirty="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6BC778FD-6E03-5402-7BCF-7E11B43AFA9D}"/>
              </a:ext>
            </a:extLst>
          </p:cNvPr>
          <p:cNvSpPr/>
          <p:nvPr/>
        </p:nvSpPr>
        <p:spPr>
          <a:xfrm>
            <a:off x="4233910" y="1772815"/>
            <a:ext cx="442854" cy="486383"/>
          </a:xfrm>
          <a:prstGeom prst="ellipse">
            <a:avLst/>
          </a:prstGeom>
          <a:noFill/>
          <a:ln w="381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3968A09D-489D-5BB4-57DF-2B98A4A01496}"/>
              </a:ext>
            </a:extLst>
          </p:cNvPr>
          <p:cNvSpPr/>
          <p:nvPr/>
        </p:nvSpPr>
        <p:spPr>
          <a:xfrm>
            <a:off x="4297835" y="2682704"/>
            <a:ext cx="442854" cy="345124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B4F347BD-B8B9-C950-5C7B-80C6F77E1AF5}"/>
              </a:ext>
            </a:extLst>
          </p:cNvPr>
          <p:cNvSpPr/>
          <p:nvPr/>
        </p:nvSpPr>
        <p:spPr>
          <a:xfrm>
            <a:off x="7780207" y="1772815"/>
            <a:ext cx="442854" cy="486383"/>
          </a:xfrm>
          <a:prstGeom prst="ellipse">
            <a:avLst/>
          </a:prstGeom>
          <a:noFill/>
          <a:ln w="381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161F0372-D7A0-0428-C43D-6805C31DA916}"/>
              </a:ext>
            </a:extLst>
          </p:cNvPr>
          <p:cNvSpPr/>
          <p:nvPr/>
        </p:nvSpPr>
        <p:spPr>
          <a:xfrm>
            <a:off x="7844132" y="2682704"/>
            <a:ext cx="442854" cy="345124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  <p:sp>
        <p:nvSpPr>
          <p:cNvPr id="113" name="Oval 112">
            <a:extLst>
              <a:ext uri="{FF2B5EF4-FFF2-40B4-BE49-F238E27FC236}">
                <a16:creationId xmlns:a16="http://schemas.microsoft.com/office/drawing/2014/main" id="{9E1DA0B6-85F8-6621-A7B7-B5E396E3FDA2}"/>
              </a:ext>
            </a:extLst>
          </p:cNvPr>
          <p:cNvSpPr/>
          <p:nvPr/>
        </p:nvSpPr>
        <p:spPr>
          <a:xfrm>
            <a:off x="4212841" y="5251829"/>
            <a:ext cx="442854" cy="486383"/>
          </a:xfrm>
          <a:prstGeom prst="ellipse">
            <a:avLst/>
          </a:prstGeom>
          <a:noFill/>
          <a:ln w="381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  <p:sp>
        <p:nvSpPr>
          <p:cNvPr id="114" name="Oval 113">
            <a:extLst>
              <a:ext uri="{FF2B5EF4-FFF2-40B4-BE49-F238E27FC236}">
                <a16:creationId xmlns:a16="http://schemas.microsoft.com/office/drawing/2014/main" id="{72B150DB-4991-015C-E212-DE4CD9028276}"/>
              </a:ext>
            </a:extLst>
          </p:cNvPr>
          <p:cNvSpPr/>
          <p:nvPr/>
        </p:nvSpPr>
        <p:spPr>
          <a:xfrm rot="4538228">
            <a:off x="8030914" y="4331815"/>
            <a:ext cx="442854" cy="486383"/>
          </a:xfrm>
          <a:prstGeom prst="ellipse">
            <a:avLst/>
          </a:prstGeom>
          <a:noFill/>
          <a:ln w="381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  <p:sp>
        <p:nvSpPr>
          <p:cNvPr id="115" name="Oval 114">
            <a:extLst>
              <a:ext uri="{FF2B5EF4-FFF2-40B4-BE49-F238E27FC236}">
                <a16:creationId xmlns:a16="http://schemas.microsoft.com/office/drawing/2014/main" id="{03E00FDF-A6A8-48B5-A816-EEFCB7C808CB}"/>
              </a:ext>
            </a:extLst>
          </p:cNvPr>
          <p:cNvSpPr/>
          <p:nvPr/>
        </p:nvSpPr>
        <p:spPr>
          <a:xfrm rot="21289621">
            <a:off x="4304832" y="6260720"/>
            <a:ext cx="485940" cy="1237660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  <p:sp>
        <p:nvSpPr>
          <p:cNvPr id="116" name="Oval 115">
            <a:extLst>
              <a:ext uri="{FF2B5EF4-FFF2-40B4-BE49-F238E27FC236}">
                <a16:creationId xmlns:a16="http://schemas.microsoft.com/office/drawing/2014/main" id="{AC0F4B14-5C44-6CDF-B26B-6CC8BE7BD0F0}"/>
              </a:ext>
            </a:extLst>
          </p:cNvPr>
          <p:cNvSpPr/>
          <p:nvPr/>
        </p:nvSpPr>
        <p:spPr>
          <a:xfrm rot="21271770">
            <a:off x="7779648" y="5485152"/>
            <a:ext cx="485940" cy="1993636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  <p:sp>
        <p:nvSpPr>
          <p:cNvPr id="117" name="Oval 116">
            <a:extLst>
              <a:ext uri="{FF2B5EF4-FFF2-40B4-BE49-F238E27FC236}">
                <a16:creationId xmlns:a16="http://schemas.microsoft.com/office/drawing/2014/main" id="{1F2C99A3-B3FB-2CE9-8989-DC951D629F57}"/>
              </a:ext>
            </a:extLst>
          </p:cNvPr>
          <p:cNvSpPr/>
          <p:nvPr/>
        </p:nvSpPr>
        <p:spPr>
          <a:xfrm>
            <a:off x="4212841" y="8806141"/>
            <a:ext cx="442854" cy="486383"/>
          </a:xfrm>
          <a:prstGeom prst="ellipse">
            <a:avLst/>
          </a:prstGeom>
          <a:noFill/>
          <a:ln w="381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  <p:sp>
        <p:nvSpPr>
          <p:cNvPr id="119" name="Oval 118">
            <a:extLst>
              <a:ext uri="{FF2B5EF4-FFF2-40B4-BE49-F238E27FC236}">
                <a16:creationId xmlns:a16="http://schemas.microsoft.com/office/drawing/2014/main" id="{BD0B2896-6D9D-45FC-441C-F75CE9CB6A32}"/>
              </a:ext>
            </a:extLst>
          </p:cNvPr>
          <p:cNvSpPr/>
          <p:nvPr/>
        </p:nvSpPr>
        <p:spPr>
          <a:xfrm rot="4538228">
            <a:off x="8030914" y="7886127"/>
            <a:ext cx="442854" cy="486383"/>
          </a:xfrm>
          <a:prstGeom prst="ellipse">
            <a:avLst/>
          </a:prstGeom>
          <a:noFill/>
          <a:ln w="381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  <p:sp>
        <p:nvSpPr>
          <p:cNvPr id="120" name="Oval 119">
            <a:extLst>
              <a:ext uri="{FF2B5EF4-FFF2-40B4-BE49-F238E27FC236}">
                <a16:creationId xmlns:a16="http://schemas.microsoft.com/office/drawing/2014/main" id="{2254CBC5-FD65-DECF-0DEB-97DBAAAA066A}"/>
              </a:ext>
            </a:extLst>
          </p:cNvPr>
          <p:cNvSpPr/>
          <p:nvPr/>
        </p:nvSpPr>
        <p:spPr>
          <a:xfrm rot="21289621">
            <a:off x="4304343" y="9803729"/>
            <a:ext cx="417226" cy="611683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  <p:sp>
        <p:nvSpPr>
          <p:cNvPr id="121" name="Oval 120">
            <a:extLst>
              <a:ext uri="{FF2B5EF4-FFF2-40B4-BE49-F238E27FC236}">
                <a16:creationId xmlns:a16="http://schemas.microsoft.com/office/drawing/2014/main" id="{B76616BA-A898-E734-9920-9F6D5DCC3228}"/>
              </a:ext>
            </a:extLst>
          </p:cNvPr>
          <p:cNvSpPr/>
          <p:nvPr/>
        </p:nvSpPr>
        <p:spPr>
          <a:xfrm>
            <a:off x="7744109" y="9059402"/>
            <a:ext cx="432157" cy="792101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25743197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map of a city&#10;&#10;Description automatically generated">
            <a:extLst>
              <a:ext uri="{FF2B5EF4-FFF2-40B4-BE49-F238E27FC236}">
                <a16:creationId xmlns:a16="http://schemas.microsoft.com/office/drawing/2014/main" id="{337AFDEF-1B25-59B1-F8D1-2CD730CE913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10828" y="0"/>
            <a:ext cx="8370344" cy="685800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AA53DF9A-7A0F-EE2F-7C22-2501F91ECE3C}"/>
              </a:ext>
            </a:extLst>
          </p:cNvPr>
          <p:cNvSpPr txBox="1"/>
          <p:nvPr/>
        </p:nvSpPr>
        <p:spPr>
          <a:xfrm>
            <a:off x="3059599" y="6397838"/>
            <a:ext cx="79861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100 m</a:t>
            </a:r>
            <a:endParaRPr lang="en-SE" dirty="0"/>
          </a:p>
        </p:txBody>
      </p:sp>
    </p:spTree>
    <p:extLst>
      <p:ext uri="{BB962C8B-B14F-4D97-AF65-F5344CB8AC3E}">
        <p14:creationId xmlns:p14="http://schemas.microsoft.com/office/powerpoint/2010/main" val="410580410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4709</TotalTime>
  <Words>304</Words>
  <Application>Microsoft Office PowerPoint</Application>
  <PresentationFormat>Widescreen</PresentationFormat>
  <Paragraphs>155</Paragraphs>
  <Slides>29</Slides>
  <Notes>12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29</vt:i4>
      </vt:variant>
    </vt:vector>
  </HeadingPairs>
  <TitlesOfParts>
    <vt:vector size="34" baseType="lpstr">
      <vt:lpstr>Aptos</vt:lpstr>
      <vt:lpstr>Aptos Display</vt:lpstr>
      <vt:lpstr>Arial</vt:lpstr>
      <vt:lpstr>Cambria Math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Jose Manuel Gaspar Sanchez</dc:creator>
  <cp:lastModifiedBy>Jose Manuel Gaspar Sanchez</cp:lastModifiedBy>
  <cp:revision>32</cp:revision>
  <dcterms:created xsi:type="dcterms:W3CDTF">2024-04-15T06:39:53Z</dcterms:created>
  <dcterms:modified xsi:type="dcterms:W3CDTF">2024-05-01T21:36:30Z</dcterms:modified>
</cp:coreProperties>
</file>